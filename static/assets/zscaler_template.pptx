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autoCompressPictures="0">
  <p:sldMasterIdLst>
    <p:sldMasterId id="2147483660" r:id="rId1"/>
    <p:sldMasterId id="2147483844" r:id="rId2"/>
  </p:sldMasterIdLst>
  <p:notesMasterIdLst>
    <p:notesMasterId r:id="rId28"/>
  </p:notesMasterIdLst>
  <p:handoutMasterIdLst>
    <p:handoutMasterId r:id="rId29"/>
  </p:handoutMasterIdLst>
  <p:sldIdLst>
    <p:sldId id="2147482277" r:id="rId3"/>
    <p:sldId id="2147482601" r:id="rId4"/>
    <p:sldId id="2147482602" r:id="rId5"/>
    <p:sldId id="2147482606" r:id="rId6"/>
    <p:sldId id="2147482607" r:id="rId7"/>
    <p:sldId id="2147482608" r:id="rId8"/>
    <p:sldId id="2147482603" r:id="rId9"/>
    <p:sldId id="2147482604" r:id="rId10"/>
    <p:sldId id="2147482605" r:id="rId11"/>
    <p:sldId id="2147482609" r:id="rId12"/>
    <p:sldId id="2147482610" r:id="rId13"/>
    <p:sldId id="2147482611" r:id="rId14"/>
    <p:sldId id="2147482612" r:id="rId15"/>
    <p:sldId id="2147482613" r:id="rId16"/>
    <p:sldId id="2147482614" r:id="rId17"/>
    <p:sldId id="2147482615" r:id="rId18"/>
    <p:sldId id="2147482623" r:id="rId19"/>
    <p:sldId id="2147482616" r:id="rId20"/>
    <p:sldId id="2147482617" r:id="rId21"/>
    <p:sldId id="2147482618" r:id="rId22"/>
    <p:sldId id="2147482619" r:id="rId23"/>
    <p:sldId id="2147482620" r:id="rId24"/>
    <p:sldId id="2147482621" r:id="rId25"/>
    <p:sldId id="2147482622" r:id="rId26"/>
    <p:sldId id="2147482327" r:id="rId27"/>
  </p:sldIdLst>
  <p:sldSz cx="12192000" cy="6858000"/>
  <p:notesSz cx="6858000" cy="9144000"/>
  <p:embeddedFontLst>
    <p:embeddedFont>
      <p:font typeface="Century Gothic" panose="020B0502020202020204" pitchFamily="34" charset="0"/>
      <p:regular r:id="rId30"/>
      <p:bold r:id="rId31"/>
      <p:italic r:id="rId32"/>
      <p:boldItalic r:id="rId33"/>
    </p:embeddedFont>
    <p:embeddedFont>
      <p:font typeface="GT Haptik ZS" pitchFamily="2" charset="77"/>
      <p:regular r:id="rId34"/>
      <p:bold r:id="rId35"/>
      <p:italic r:id="rId36"/>
      <p:boldItalic r:id="rId37"/>
    </p:embeddedFont>
  </p:embeddedFontLst>
  <p:defaultTextStyle>
    <a:defPPr>
      <a:defRPr lang="en-CO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9EE86411-6DCA-4088-222D-973924D64B68}" name="Vivian Nguyen" initials="" userId="S::vnguyen@corp.zscaler.com::82771b0c-50b4-4df8-9090-d67629f5a817" providerId="AD"/>
  <p188:author id="{8B6E171B-D1A5-FF32-77E9-875CCA19245B}" name="Brian Simmons" initials="BS" userId="S::bsimmons@corp.zscaler.com::f348ba3a-9541-4c96-94d1-631739e4f9d1" providerId="AD"/>
  <p188:author id="{735B188B-0458-3209-4B71-2200B0EAD5A3}" name="Santiago Mojica" initials="" userId="S::smojica@corp.zscaler.com::b974208b-3903-4a9f-9e97-6042570b3029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D1951"/>
    <a:srgbClr val="323232"/>
    <a:srgbClr val="282828"/>
    <a:srgbClr val="001644"/>
    <a:srgbClr val="ECECEC"/>
    <a:srgbClr val="FCDAD1"/>
    <a:srgbClr val="00B558"/>
    <a:srgbClr val="1246A7"/>
    <a:srgbClr val="164BB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9511"/>
    <p:restoredTop sz="94678"/>
  </p:normalViewPr>
  <p:slideViewPr>
    <p:cSldViewPr snapToGrid="0">
      <p:cViewPr varScale="1">
        <p:scale>
          <a:sx n="150" d="100"/>
          <a:sy n="150" d="100"/>
        </p:scale>
        <p:origin x="3488" y="17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6" d="100"/>
          <a:sy n="66" d="100"/>
        </p:scale>
        <p:origin x="0" y="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viewProps" Target="viewProps.xml"/><Relationship Id="rId21" Type="http://schemas.openxmlformats.org/officeDocument/2006/relationships/slide" Target="slides/slide19.xml"/><Relationship Id="rId34" Type="http://schemas.openxmlformats.org/officeDocument/2006/relationships/font" Target="fonts/font5.fntdata"/><Relationship Id="rId42" Type="http://schemas.microsoft.com/office/2018/10/relationships/authors" Target="author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handoutMaster" Target="handoutMasters/handoutMaster1.xml"/><Relationship Id="rId4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font" Target="fonts/font3.fntdata"/><Relationship Id="rId37" Type="http://schemas.openxmlformats.org/officeDocument/2006/relationships/font" Target="fonts/font8.fntdata"/><Relationship Id="rId40" Type="http://schemas.openxmlformats.org/officeDocument/2006/relationships/theme" Target="theme/theme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notesMaster" Target="notesMasters/notesMaster1.xml"/><Relationship Id="rId36" Type="http://schemas.openxmlformats.org/officeDocument/2006/relationships/font" Target="fonts/font7.fntdata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font" Target="fonts/font2.fntdata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font" Target="fonts/font1.fntdata"/><Relationship Id="rId35" Type="http://schemas.openxmlformats.org/officeDocument/2006/relationships/font" Target="fonts/font6.fntdata"/><Relationship Id="rId8" Type="http://schemas.openxmlformats.org/officeDocument/2006/relationships/slide" Target="slides/slide6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font" Target="fonts/font4.fntdata"/><Relationship Id="rId38" Type="http://schemas.openxmlformats.org/officeDocument/2006/relationships/presProps" Target="pres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257FA6EC-B1D0-E240-38B6-0FD0DEFD196E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CO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A53A62B-6C90-BF5E-3381-473763EEE0AC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9B32819-1BA6-D844-A12C-AD8CA1948DCD}" type="datetimeFigureOut">
              <a:rPr lang="en-CO" smtClean="0"/>
              <a:t>8/20/26</a:t>
            </a:fld>
            <a:endParaRPr lang="en-CO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AB3AEF6-E928-41EE-126C-38905EA8FFE4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CO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1D1112D-9470-7CD3-134B-433E6F4740EE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AD52271-EC6C-8846-883B-7A2AEEC0925D}" type="slidenum">
              <a:rPr lang="en-CO" smtClean="0"/>
              <a:t>‹#›</a:t>
            </a:fld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15626259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 b="0" i="0">
                <a:latin typeface="Century Gothic" panose="020B0502020202020204" pitchFamily="34" charset="0"/>
              </a:defRPr>
            </a:lvl1pPr>
          </a:lstStyle>
          <a:p>
            <a:endParaRPr lang="en-CO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 b="0" i="0">
                <a:latin typeface="Century Gothic" panose="020B0502020202020204" pitchFamily="34" charset="0"/>
              </a:defRPr>
            </a:lvl1pPr>
          </a:lstStyle>
          <a:p>
            <a:fld id="{6C8E2B17-C39C-A748-9712-F686C236D2EB}" type="datetimeFigureOut">
              <a:rPr lang="en-CO" smtClean="0"/>
              <a:pPr/>
              <a:t>8/20/26</a:t>
            </a:fld>
            <a:endParaRPr lang="en-CO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CO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 b="0" i="0">
                <a:latin typeface="Century Gothic" panose="020B0502020202020204" pitchFamily="34" charset="0"/>
              </a:defRPr>
            </a:lvl1pPr>
          </a:lstStyle>
          <a:p>
            <a:endParaRPr lang="en-CO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 b="0" i="0">
                <a:latin typeface="Century Gothic" panose="020B0502020202020204" pitchFamily="34" charset="0"/>
              </a:defRPr>
            </a:lvl1pPr>
          </a:lstStyle>
          <a:p>
            <a:fld id="{70174741-3B98-654B-9C6C-37B6E139EE9E}" type="slidenum">
              <a:rPr lang="en-CO" smtClean="0"/>
              <a:pPr/>
              <a:t>‹#›</a:t>
            </a:fld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13430231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b="0" i="0" kern="1200">
        <a:solidFill>
          <a:schemeClr val="tx1"/>
        </a:solidFill>
        <a:latin typeface="Century Gothic" panose="020B0502020202020204" pitchFamily="34" charset="0"/>
        <a:ea typeface="+mn-ea"/>
        <a:cs typeface="+mn-cs"/>
      </a:defRPr>
    </a:lvl1pPr>
    <a:lvl2pPr marL="457200" algn="l" defTabSz="914400" rtl="0" eaLnBrk="1" latinLnBrk="0" hangingPunct="1">
      <a:defRPr sz="1200" b="0" i="0" kern="1200">
        <a:solidFill>
          <a:schemeClr val="tx1"/>
        </a:solidFill>
        <a:latin typeface="Century Gothic" panose="020B0502020202020204" pitchFamily="34" charset="0"/>
        <a:ea typeface="+mn-ea"/>
        <a:cs typeface="+mn-cs"/>
      </a:defRPr>
    </a:lvl2pPr>
    <a:lvl3pPr marL="914400" algn="l" defTabSz="914400" rtl="0" eaLnBrk="1" latinLnBrk="0" hangingPunct="1">
      <a:defRPr sz="1200" b="0" i="0" kern="1200">
        <a:solidFill>
          <a:schemeClr val="tx1"/>
        </a:solidFill>
        <a:latin typeface="Century Gothic" panose="020B0502020202020204" pitchFamily="34" charset="0"/>
        <a:ea typeface="+mn-ea"/>
        <a:cs typeface="+mn-cs"/>
      </a:defRPr>
    </a:lvl3pPr>
    <a:lvl4pPr marL="1371600" algn="l" defTabSz="914400" rtl="0" eaLnBrk="1" latinLnBrk="0" hangingPunct="1">
      <a:defRPr sz="1200" b="0" i="0" kern="1200">
        <a:solidFill>
          <a:schemeClr val="tx1"/>
        </a:solidFill>
        <a:latin typeface="Century Gothic" panose="020B0502020202020204" pitchFamily="34" charset="0"/>
        <a:ea typeface="+mn-ea"/>
        <a:cs typeface="+mn-cs"/>
      </a:defRPr>
    </a:lvl4pPr>
    <a:lvl5pPr marL="1828800" algn="l" defTabSz="914400" rtl="0" eaLnBrk="1" latinLnBrk="0" hangingPunct="1">
      <a:defRPr sz="1200" b="0" i="0" kern="1200">
        <a:solidFill>
          <a:schemeClr val="tx1"/>
        </a:solidFill>
        <a:latin typeface="Century Gothic" panose="020B0502020202020204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174741-3B98-654B-9C6C-37B6E139EE9E}" type="slidenum">
              <a:rPr lang="en-CO" smtClean="0"/>
              <a:pPr/>
              <a:t>2</a:t>
            </a:fld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97777550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Globally distributed where your users are</a:t>
            </a:r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r>
              <a:rPr lang="en-US" dirty="0"/>
              <a:t>We are the largest inline security cloud sitting in 150 data centers around the globe across 6 continents to bring security close to the user for a fast experience.  </a:t>
            </a:r>
          </a:p>
          <a:p>
            <a:endParaRPr lang="en-US" dirty="0"/>
          </a:p>
          <a:p>
            <a:r>
              <a:rPr lang="en-US" dirty="0"/>
              <a:t>We push about 200,000 plus unique security updates per day to each of the 150 data centers. </a:t>
            </a:r>
          </a:p>
          <a:p>
            <a:endParaRPr lang="en-US" dirty="0"/>
          </a:p>
          <a:p>
            <a:r>
              <a:rPr lang="en-US" dirty="0"/>
              <a:t>The Zero Trust Exchange processes over 150B transactions every day.  </a:t>
            </a:r>
          </a:p>
          <a:p>
            <a:endParaRPr lang="en-US" dirty="0"/>
          </a:p>
          <a:p>
            <a:r>
              <a:rPr lang="en-US" dirty="0"/>
              <a:t>We enforce 7B security controls each day and do over 200,000 unique security updates every day. </a:t>
            </a:r>
          </a:p>
          <a:p>
            <a:endParaRPr lang="en-US" dirty="0"/>
          </a:p>
          <a:p>
            <a:r>
              <a:rPr lang="en-US" dirty="0"/>
              <a:t>Customers benefit from the cloud effect so once we uncover a new threat a new threat for one customer, we block it everywhere. </a:t>
            </a:r>
          </a:p>
          <a:p>
            <a:endParaRPr lang="en-US" dirty="0"/>
          </a:p>
          <a:p>
            <a:r>
              <a:rPr lang="en-US" dirty="0"/>
              <a:t>We peer in internet exchanges and with application vendor such as Microsoft to give you better response times and a better experience. </a:t>
            </a:r>
          </a:p>
          <a:p>
            <a:endParaRPr lang="en-US" dirty="0"/>
          </a:p>
          <a:p>
            <a:r>
              <a:rPr lang="en-US" dirty="0"/>
              <a:t>We made sure that our cloud is very secure, and we’ve achieved some of the most demanding and rigorous certifications, including </a:t>
            </a:r>
            <a:r>
              <a:rPr lang="en-US" dirty="0" err="1"/>
              <a:t>FedRamp</a:t>
            </a:r>
            <a:r>
              <a:rPr lang="en-US" dirty="0"/>
              <a:t> high. 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174741-3B98-654B-9C6C-37B6E139EE9E}" type="slidenum">
              <a:rPr lang="en-CO" smtClean="0"/>
              <a:pPr/>
              <a:t>23</a:t>
            </a:fld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13167268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3C3BBB-F813-1A9F-114B-214589A4F2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97976D3-2C3F-3EF8-A8D3-2265520ACC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0AD5908-F999-7782-4495-D60DADAC67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Globally distributed where your users are</a:t>
            </a:r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r>
              <a:rPr lang="en-US" dirty="0"/>
              <a:t>We are the largest inline security cloud sitting in 150 data centers around the globe across 6 continents to bring security close to the user for a fast experience.  </a:t>
            </a:r>
          </a:p>
          <a:p>
            <a:endParaRPr lang="en-US" dirty="0"/>
          </a:p>
          <a:p>
            <a:r>
              <a:rPr lang="en-US" dirty="0"/>
              <a:t>We push about 200,000 plus unique security updates per day to each of the 150 data centers. </a:t>
            </a:r>
          </a:p>
          <a:p>
            <a:endParaRPr lang="en-US" dirty="0"/>
          </a:p>
          <a:p>
            <a:r>
              <a:rPr lang="en-US" dirty="0"/>
              <a:t>The Zero Trust Exchange processes over 150B transactions every day.  </a:t>
            </a:r>
          </a:p>
          <a:p>
            <a:endParaRPr lang="en-US" dirty="0"/>
          </a:p>
          <a:p>
            <a:r>
              <a:rPr lang="en-US" dirty="0"/>
              <a:t>We enforce 7B security controls each day and do over 200,000 unique security updates every day. </a:t>
            </a:r>
          </a:p>
          <a:p>
            <a:endParaRPr lang="en-US" dirty="0"/>
          </a:p>
          <a:p>
            <a:r>
              <a:rPr lang="en-US" dirty="0"/>
              <a:t>Customers benefit from the cloud effect so once we uncover a new threat a new threat for one customer, we block it everywhere. </a:t>
            </a:r>
          </a:p>
          <a:p>
            <a:endParaRPr lang="en-US" dirty="0"/>
          </a:p>
          <a:p>
            <a:r>
              <a:rPr lang="en-US" dirty="0"/>
              <a:t>We peer in internet exchanges and with application vendor such as Microsoft to give you better response times and a better experience. </a:t>
            </a:r>
          </a:p>
          <a:p>
            <a:endParaRPr lang="en-US" dirty="0"/>
          </a:p>
          <a:p>
            <a:r>
              <a:rPr lang="en-US" dirty="0"/>
              <a:t>We made sure that our cloud is very secure, and we’ve achieved some of the most demanding and rigorous certifications, including </a:t>
            </a:r>
            <a:r>
              <a:rPr lang="en-US" dirty="0" err="1"/>
              <a:t>FedRamp</a:t>
            </a:r>
            <a:r>
              <a:rPr lang="en-US" dirty="0"/>
              <a:t> high. 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DC5091-BFE8-E2F4-B978-9A48CC976D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174741-3B98-654B-9C6C-37B6E139EE9E}" type="slidenum">
              <a:rPr lang="en-CO" smtClean="0"/>
              <a:pPr/>
              <a:t>24</a:t>
            </a:fld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19495246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O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174741-3B98-654B-9C6C-37B6E139EE9E}" type="slidenum">
              <a:rPr lang="en-CO" smtClean="0"/>
              <a:pPr/>
              <a:t>25</a:t>
            </a:fld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24605120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sv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sv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sv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svg"/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10.svg"/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svg"/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12.svg"/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3.svg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12.svg"/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svg"/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ACB20554-7058-5EDA-37A2-C1B7DA4174A2}"/>
              </a:ext>
            </a:extLst>
          </p:cNvPr>
          <p:cNvSpPr/>
          <p:nvPr userDrawn="1"/>
        </p:nvSpPr>
        <p:spPr>
          <a:xfrm rot="10800000">
            <a:off x="8514080" y="727"/>
            <a:ext cx="3677523" cy="4578200"/>
          </a:xfrm>
          <a:prstGeom prst="rect">
            <a:avLst/>
          </a:prstGeom>
          <a:gradFill>
            <a:gsLst>
              <a:gs pos="0">
                <a:schemeClr val="tx2"/>
              </a:gs>
              <a:gs pos="50000">
                <a:schemeClr val="bg1"/>
              </a:gs>
              <a:gs pos="100000">
                <a:schemeClr val="accent5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28600"/>
            <a:endParaRPr lang="en-CO" sz="900">
              <a:solidFill>
                <a:srgbClr val="FFFFFF"/>
              </a:solidFill>
              <a:latin typeface="Century Gothic" panose="020F0302020204030204"/>
            </a:endParaRPr>
          </a:p>
        </p:txBody>
      </p:sp>
      <p:sp>
        <p:nvSpPr>
          <p:cNvPr id="3" name="Round Single Corner Rectangle 2">
            <a:extLst>
              <a:ext uri="{FF2B5EF4-FFF2-40B4-BE49-F238E27FC236}">
                <a16:creationId xmlns:a16="http://schemas.microsoft.com/office/drawing/2014/main" id="{3236ACEE-BA09-AABF-1CBD-8D5C3DE339B0}"/>
              </a:ext>
            </a:extLst>
          </p:cNvPr>
          <p:cNvSpPr/>
          <p:nvPr userDrawn="1"/>
        </p:nvSpPr>
        <p:spPr>
          <a:xfrm>
            <a:off x="397" y="0"/>
            <a:ext cx="9912131" cy="6858000"/>
          </a:xfrm>
          <a:prstGeom prst="round1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28600"/>
            <a:endParaRPr lang="en-CO" sz="900">
              <a:solidFill>
                <a:srgbClr val="FFFFFF"/>
              </a:solidFill>
              <a:latin typeface="Century Gothic" panose="020F0302020204030204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CA8AD6D-A8C1-4F25-5312-9BF39A8B95D3}"/>
              </a:ext>
            </a:extLst>
          </p:cNvPr>
          <p:cNvSpPr/>
          <p:nvPr userDrawn="1"/>
        </p:nvSpPr>
        <p:spPr>
          <a:xfrm>
            <a:off x="9912530" y="4578927"/>
            <a:ext cx="2279074" cy="227907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28600"/>
            <a:endParaRPr lang="en-CO" sz="900">
              <a:solidFill>
                <a:srgbClr val="FFFFFF"/>
              </a:solidFill>
              <a:latin typeface="Century Gothic" panose="020F0302020204030204"/>
            </a:endParaRP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6BF2940-DE5B-164F-9E37-E3E5DBF2462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0251967" y="5544897"/>
            <a:ext cx="1600200" cy="347134"/>
          </a:xfrm>
          <a:prstGeom prst="rect">
            <a:avLst/>
          </a:prstGeom>
        </p:spPr>
      </p:pic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811ABC20-5601-9720-10B2-9B0F894D5AA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8963" y="4410075"/>
            <a:ext cx="6859240" cy="1476375"/>
          </a:xfrm>
          <a:prstGeom prst="rect">
            <a:avLst/>
          </a:prstGeom>
        </p:spPr>
        <p:txBody>
          <a:bodyPr lIns="0"/>
          <a:lstStyle>
            <a:lvl1pPr marL="0" indent="0">
              <a:buFontTx/>
              <a:buNone/>
              <a:defRPr sz="225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8">
            <a:extLst>
              <a:ext uri="{FF2B5EF4-FFF2-40B4-BE49-F238E27FC236}">
                <a16:creationId xmlns:a16="http://schemas.microsoft.com/office/drawing/2014/main" id="{84DDDEBB-9914-5B3D-5B27-00A1F9304F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8963" y="2428874"/>
            <a:ext cx="6859272" cy="1962150"/>
          </a:xfrm>
          <a:prstGeom prst="rect">
            <a:avLst/>
          </a:prstGeom>
        </p:spPr>
        <p:txBody>
          <a:bodyPr lIns="0" anchor="ctr"/>
          <a:lstStyle>
            <a:lvl1pPr>
              <a:defRPr sz="4400" b="1" normalizeH="0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CO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CD21541-8BC3-8451-353B-A5EBA9062583}"/>
              </a:ext>
            </a:extLst>
          </p:cNvPr>
          <p:cNvSpPr txBox="1"/>
          <p:nvPr userDrawn="1"/>
        </p:nvSpPr>
        <p:spPr>
          <a:xfrm>
            <a:off x="168303" y="6471444"/>
            <a:ext cx="2250574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2"/>
                </a:solidFill>
                <a:effectLst/>
                <a:latin typeface="+mn-lt"/>
              </a:rPr>
              <a:t>2026 Zscaler, Inc. All rights reserved</a:t>
            </a:r>
            <a:endParaRPr lang="en-CO" sz="850">
              <a:solidFill>
                <a:schemeClr val="tx2"/>
              </a:solidFill>
              <a:latin typeface="+mn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5A39510-AA77-B0D4-F916-3EA3A01CBFD3}"/>
              </a:ext>
            </a:extLst>
          </p:cNvPr>
          <p:cNvSpPr txBox="1"/>
          <p:nvPr userDrawn="1"/>
        </p:nvSpPr>
        <p:spPr>
          <a:xfrm>
            <a:off x="388963" y="6448866"/>
            <a:ext cx="5433747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 dirty="0">
                <a:solidFill>
                  <a:schemeClr val="tx1"/>
                </a:solidFill>
                <a:effectLst/>
                <a:latin typeface="+mn-lt"/>
              </a:rPr>
              <a:t>2026 Zscaler, Inc. All rights reserved</a:t>
            </a:r>
            <a:endParaRPr lang="en-CO" sz="1000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59016729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65D2326-510C-0C79-18FF-10CDAF8273DC}"/>
              </a:ext>
            </a:extLst>
          </p:cNvPr>
          <p:cNvSpPr/>
          <p:nvPr userDrawn="1"/>
        </p:nvSpPr>
        <p:spPr>
          <a:xfrm>
            <a:off x="0" y="0"/>
            <a:ext cx="12192000" cy="5715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0FDDE74-5B21-F3ED-E053-64C2851EEEF7}"/>
              </a:ext>
            </a:extLst>
          </p:cNvPr>
          <p:cNvSpPr/>
          <p:nvPr userDrawn="1"/>
        </p:nvSpPr>
        <p:spPr>
          <a:xfrm>
            <a:off x="0" y="5715000"/>
            <a:ext cx="7248235" cy="1143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F89832E0-AAA2-F8C1-6575-B8268B60260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8382546" y="0"/>
            <a:ext cx="3809454" cy="6858000"/>
          </a:xfrm>
          <a:prstGeom prst="round1Rect">
            <a:avLst>
              <a:gd name="adj" fmla="val 23335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FontTx/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AAD4A6A-3F97-E7F3-E826-D15FEC3C327F}"/>
              </a:ext>
            </a:extLst>
          </p:cNvPr>
          <p:cNvSpPr/>
          <p:nvPr userDrawn="1"/>
        </p:nvSpPr>
        <p:spPr>
          <a:xfrm>
            <a:off x="7248235" y="5715000"/>
            <a:ext cx="1134311" cy="1143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ACB13FD2-F23D-6CB7-BE8D-635FB06F0A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8963" y="1143000"/>
            <a:ext cx="6859272" cy="1962150"/>
          </a:xfrm>
          <a:prstGeom prst="rect">
            <a:avLst/>
          </a:prstGeom>
        </p:spPr>
        <p:txBody>
          <a:bodyPr lIns="0" anchor="ctr"/>
          <a:lstStyle>
            <a:lvl1pPr>
              <a:defRPr sz="4400" b="1" normalizeH="0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CO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5320BE09-2D8B-C689-A5DB-DAD49C4BAF6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8963" y="3105150"/>
            <a:ext cx="6859240" cy="1476375"/>
          </a:xfrm>
          <a:prstGeom prst="rect">
            <a:avLst/>
          </a:prstGeom>
        </p:spPr>
        <p:txBody>
          <a:bodyPr lIns="0"/>
          <a:lstStyle>
            <a:lvl1pPr marL="0" indent="0">
              <a:buFontTx/>
              <a:buNone/>
              <a:defRPr sz="225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15" name="Graphic 14">
            <a:extLst>
              <a:ext uri="{FF2B5EF4-FFF2-40B4-BE49-F238E27FC236}">
                <a16:creationId xmlns:a16="http://schemas.microsoft.com/office/drawing/2014/main" id="{E1A039CE-674D-1556-BEC4-2190C23AC29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8963" y="6178297"/>
            <a:ext cx="1600304" cy="3471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756063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47A85ED4-8EAE-37FA-FD15-C67B28763404}"/>
              </a:ext>
            </a:extLst>
          </p:cNvPr>
          <p:cNvSpPr/>
          <p:nvPr userDrawn="1"/>
        </p:nvSpPr>
        <p:spPr>
          <a:xfrm>
            <a:off x="0" y="0"/>
            <a:ext cx="763355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21DEAE7-6DCB-5E94-2594-FE3AB60D43E8}"/>
              </a:ext>
            </a:extLst>
          </p:cNvPr>
          <p:cNvSpPr/>
          <p:nvPr userDrawn="1"/>
        </p:nvSpPr>
        <p:spPr>
          <a:xfrm>
            <a:off x="9912778" y="4578927"/>
            <a:ext cx="2279222" cy="2279074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B5ADF97-4B30-DE2D-BBA9-C5E3DEB13381}"/>
              </a:ext>
            </a:extLst>
          </p:cNvPr>
          <p:cNvSpPr/>
          <p:nvPr userDrawn="1"/>
        </p:nvSpPr>
        <p:spPr>
          <a:xfrm>
            <a:off x="7633556" y="4578927"/>
            <a:ext cx="2279222" cy="2279074"/>
          </a:xfrm>
          <a:prstGeom prst="rect">
            <a:avLst/>
          </a:prstGeom>
          <a:gradFill>
            <a:gsLst>
              <a:gs pos="0">
                <a:schemeClr val="tx2"/>
              </a:gs>
              <a:gs pos="50000">
                <a:schemeClr val="bg1"/>
              </a:gs>
              <a:gs pos="100000">
                <a:schemeClr val="accent5"/>
              </a:gs>
            </a:gsLst>
            <a:lin ang="5400000" scaled="1"/>
          </a:gra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C88B0174-C19C-B38E-B370-25051E597BF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7633557" y="0"/>
            <a:ext cx="4558444" cy="4578927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D8D0014A-2046-8B06-A8AC-61A71FA71A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8963" y="1736765"/>
            <a:ext cx="5410420" cy="1962150"/>
          </a:xfrm>
          <a:prstGeom prst="rect">
            <a:avLst/>
          </a:prstGeom>
        </p:spPr>
        <p:txBody>
          <a:bodyPr lIns="0" anchor="ctr"/>
          <a:lstStyle>
            <a:lvl1pPr>
              <a:defRPr sz="4400" b="1" normalizeH="0" baseline="0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CO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80332B8C-6CD6-D8DA-1B9C-3456DD19572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8963" y="3698915"/>
            <a:ext cx="6859240" cy="1476375"/>
          </a:xfrm>
          <a:prstGeom prst="rect">
            <a:avLst/>
          </a:prstGeom>
        </p:spPr>
        <p:txBody>
          <a:bodyPr lIns="0"/>
          <a:lstStyle>
            <a:lvl1pPr marL="0" indent="0">
              <a:buFontTx/>
              <a:buNone/>
              <a:defRPr sz="225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36BD089B-1AAF-9D01-57F9-A637D2F89F4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0252237" y="5544897"/>
            <a:ext cx="1600304" cy="347134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AFEF9727-0B46-2A90-90F1-4DBCC9083C89}"/>
              </a:ext>
            </a:extLst>
          </p:cNvPr>
          <p:cNvSpPr txBox="1"/>
          <p:nvPr userDrawn="1"/>
        </p:nvSpPr>
        <p:spPr>
          <a:xfrm>
            <a:off x="388963" y="6448866"/>
            <a:ext cx="5433747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 dirty="0">
                <a:solidFill>
                  <a:schemeClr val="tx2"/>
                </a:solidFill>
                <a:effectLst/>
                <a:latin typeface="+mn-lt"/>
              </a:rPr>
              <a:t>2026 Zscaler, Inc. All rights reserved</a:t>
            </a:r>
            <a:endParaRPr lang="en-CO" sz="1000">
              <a:solidFill>
                <a:schemeClr val="tx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80440023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C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C96D5CC4-8399-DFE6-6475-F4131AFDE01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6088882" y="0"/>
            <a:ext cx="6103118" cy="6858000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D893EBB-C1B8-7D31-EF6E-9CD44FDB2F54}"/>
              </a:ext>
            </a:extLst>
          </p:cNvPr>
          <p:cNvSpPr/>
          <p:nvPr userDrawn="1"/>
        </p:nvSpPr>
        <p:spPr>
          <a:xfrm>
            <a:off x="0" y="3810600"/>
            <a:ext cx="6096000" cy="3047400"/>
          </a:xfrm>
          <a:prstGeom prst="rect">
            <a:avLst/>
          </a:prstGeom>
          <a:gradFill>
            <a:gsLst>
              <a:gs pos="69000">
                <a:srgbClr val="164BB1"/>
              </a:gs>
              <a:gs pos="0">
                <a:schemeClr val="tx2"/>
              </a:gs>
              <a:gs pos="98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6" name="Title 8">
            <a:extLst>
              <a:ext uri="{FF2B5EF4-FFF2-40B4-BE49-F238E27FC236}">
                <a16:creationId xmlns:a16="http://schemas.microsoft.com/office/drawing/2014/main" id="{4047C395-8242-8AF5-2149-863235D3B4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8963" y="1143000"/>
            <a:ext cx="5310981" cy="1962150"/>
          </a:xfrm>
          <a:prstGeom prst="rect">
            <a:avLst/>
          </a:prstGeom>
        </p:spPr>
        <p:txBody>
          <a:bodyPr lIns="0"/>
          <a:lstStyle>
            <a:lvl1pPr>
              <a:defRPr sz="4400" b="1" normalizeH="0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CO"/>
          </a:p>
        </p:txBody>
      </p:sp>
      <p:sp>
        <p:nvSpPr>
          <p:cNvPr id="7" name="Text Placeholder 10">
            <a:extLst>
              <a:ext uri="{FF2B5EF4-FFF2-40B4-BE49-F238E27FC236}">
                <a16:creationId xmlns:a16="http://schemas.microsoft.com/office/drawing/2014/main" id="{EBE95B97-930C-5297-6871-40C42C4221F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8963" y="4215413"/>
            <a:ext cx="5310956" cy="1476375"/>
          </a:xfrm>
          <a:prstGeom prst="rect">
            <a:avLst/>
          </a:prstGeom>
        </p:spPr>
        <p:txBody>
          <a:bodyPr lIns="0"/>
          <a:lstStyle>
            <a:lvl1pPr marL="0" indent="0">
              <a:buFontTx/>
              <a:buNone/>
              <a:defRPr sz="225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FAD4C6A2-78E0-D5AA-0B02-008FB4489B35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8963" y="6178297"/>
            <a:ext cx="1600304" cy="3471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37000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0C627464-7B08-0C53-79D1-72B2CBC8CBC2}"/>
              </a:ext>
            </a:extLst>
          </p:cNvPr>
          <p:cNvSpPr>
            <a:spLocks noChangeAspect="1"/>
          </p:cNvSpPr>
          <p:nvPr userDrawn="1"/>
        </p:nvSpPr>
        <p:spPr>
          <a:xfrm>
            <a:off x="0" y="4572000"/>
            <a:ext cx="2286149" cy="2286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4653213-1840-1E53-3CC3-7F26C09FBDDD}"/>
              </a:ext>
            </a:extLst>
          </p:cNvPr>
          <p:cNvSpPr/>
          <p:nvPr userDrawn="1"/>
        </p:nvSpPr>
        <p:spPr>
          <a:xfrm>
            <a:off x="2286149" y="3261360"/>
            <a:ext cx="6096997" cy="35985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6" name="Round Single Corner Rectangle 5">
            <a:extLst>
              <a:ext uri="{FF2B5EF4-FFF2-40B4-BE49-F238E27FC236}">
                <a16:creationId xmlns:a16="http://schemas.microsoft.com/office/drawing/2014/main" id="{CD1AFF33-F6EE-752F-8D44-FAF2CB8D832B}"/>
              </a:ext>
            </a:extLst>
          </p:cNvPr>
          <p:cNvSpPr/>
          <p:nvPr userDrawn="1"/>
        </p:nvSpPr>
        <p:spPr>
          <a:xfrm flipV="1">
            <a:off x="0" y="0"/>
            <a:ext cx="8383146" cy="4572000"/>
          </a:xfrm>
          <a:prstGeom prst="round1Rect">
            <a:avLst>
              <a:gd name="adj" fmla="val 24445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7" name="Title 8">
            <a:extLst>
              <a:ext uri="{FF2B5EF4-FFF2-40B4-BE49-F238E27FC236}">
                <a16:creationId xmlns:a16="http://schemas.microsoft.com/office/drawing/2014/main" id="{D757B5B9-42A3-9120-E79C-042A74B1D0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0706" y="1139112"/>
            <a:ext cx="6859272" cy="1962150"/>
          </a:xfrm>
          <a:prstGeom prst="rect">
            <a:avLst/>
          </a:prstGeom>
        </p:spPr>
        <p:txBody>
          <a:bodyPr lIns="0"/>
          <a:lstStyle>
            <a:lvl1pPr>
              <a:defRPr sz="4400" b="1" normalizeH="0" baseline="0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CO"/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7729AB53-4F2C-2586-984C-DEB98583424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70706" y="3101262"/>
            <a:ext cx="6859240" cy="1091034"/>
          </a:xfrm>
          <a:prstGeom prst="rect">
            <a:avLst/>
          </a:prstGeom>
        </p:spPr>
        <p:txBody>
          <a:bodyPr lIns="0"/>
          <a:lstStyle>
            <a:lvl1pPr marL="0" indent="0">
              <a:buFontTx/>
              <a:buNone/>
              <a:defRPr sz="225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Picture Placeholder 6">
            <a:extLst>
              <a:ext uri="{FF2B5EF4-FFF2-40B4-BE49-F238E27FC236}">
                <a16:creationId xmlns:a16="http://schemas.microsoft.com/office/drawing/2014/main" id="{9FE2D500-3111-EDFA-9F3F-6033345AA1A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383146" y="0"/>
            <a:ext cx="3808854" cy="6858000"/>
          </a:xfrm>
          <a:prstGeom prst="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0A62C256-7D13-BF5A-6B4F-8B663B73405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42922" y="5545321"/>
            <a:ext cx="1600304" cy="3471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400113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F080B4A-E531-C937-23AB-AE474A56F454}"/>
              </a:ext>
            </a:extLst>
          </p:cNvPr>
          <p:cNvSpPr/>
          <p:nvPr userDrawn="1"/>
        </p:nvSpPr>
        <p:spPr>
          <a:xfrm>
            <a:off x="4179907" y="3139440"/>
            <a:ext cx="8012093" cy="371856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8F7CCDB-5287-5AF5-7656-94D7C868C001}"/>
              </a:ext>
            </a:extLst>
          </p:cNvPr>
          <p:cNvSpPr/>
          <p:nvPr userDrawn="1"/>
        </p:nvSpPr>
        <p:spPr>
          <a:xfrm>
            <a:off x="-10766" y="4191000"/>
            <a:ext cx="4190673" cy="267283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2" name="Round Single Corner Rectangle 1">
            <a:extLst>
              <a:ext uri="{FF2B5EF4-FFF2-40B4-BE49-F238E27FC236}">
                <a16:creationId xmlns:a16="http://schemas.microsoft.com/office/drawing/2014/main" id="{F2F3B09B-48B7-06C6-1E63-E16092B9C035}"/>
              </a:ext>
            </a:extLst>
          </p:cNvPr>
          <p:cNvSpPr/>
          <p:nvPr userDrawn="1"/>
        </p:nvSpPr>
        <p:spPr>
          <a:xfrm flipV="1">
            <a:off x="4179907" y="0"/>
            <a:ext cx="8012093" cy="4191000"/>
          </a:xfrm>
          <a:prstGeom prst="round1Rect">
            <a:avLst>
              <a:gd name="adj" fmla="val 2394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442EDC1-852B-E365-5ED8-7B14967339A5}"/>
              </a:ext>
            </a:extLst>
          </p:cNvPr>
          <p:cNvSpPr/>
          <p:nvPr userDrawn="1"/>
        </p:nvSpPr>
        <p:spPr>
          <a:xfrm rot="10800000">
            <a:off x="-10766" y="-2215"/>
            <a:ext cx="4198401" cy="4198128"/>
          </a:xfrm>
          <a:prstGeom prst="rect">
            <a:avLst/>
          </a:prstGeom>
          <a:gradFill>
            <a:gsLst>
              <a:gs pos="0">
                <a:schemeClr val="tx2"/>
              </a:gs>
              <a:gs pos="50000">
                <a:schemeClr val="bg1"/>
              </a:gs>
              <a:gs pos="100000">
                <a:schemeClr val="accent5"/>
              </a:gs>
            </a:gsLst>
            <a:lin ang="5400000" scaled="1"/>
          </a:gra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3C31F15D-F708-588C-0557-12B4314807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69308" y="1902408"/>
            <a:ext cx="6870111" cy="1908240"/>
          </a:xfrm>
          <a:prstGeom prst="rect">
            <a:avLst/>
          </a:prstGeom>
        </p:spPr>
        <p:txBody>
          <a:bodyPr lIns="0" anchor="b"/>
          <a:lstStyle>
            <a:lvl1pPr>
              <a:defRPr sz="3600" b="0" normalizeH="0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CO"/>
          </a:p>
        </p:txBody>
      </p:sp>
      <p:sp>
        <p:nvSpPr>
          <p:cNvPr id="7" name="Graphic 8">
            <a:extLst>
              <a:ext uri="{FF2B5EF4-FFF2-40B4-BE49-F238E27FC236}">
                <a16:creationId xmlns:a16="http://schemas.microsoft.com/office/drawing/2014/main" id="{8296D85D-0BD4-5362-1F37-9D895DC54DF7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091AC1E8-4F0F-A8DE-01E5-01529957876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0706" y="2667000"/>
            <a:ext cx="2290118" cy="1145381"/>
          </a:xfrm>
          <a:prstGeom prst="rect">
            <a:avLst/>
          </a:prstGeom>
        </p:spPr>
        <p:txBody>
          <a:bodyPr anchor="t"/>
          <a:lstStyle>
            <a:lvl1pPr marL="0" indent="0">
              <a:buNone/>
              <a:defRPr sz="10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00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0387E48-F840-80EF-1F32-C431DF43D360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 dirty="0">
                <a:solidFill>
                  <a:schemeClr val="tx2"/>
                </a:solidFill>
                <a:effectLst/>
                <a:latin typeface="+mn-lt"/>
              </a:rPr>
              <a:t>Act </a:t>
            </a:r>
            <a:r>
              <a:rPr lang="en-US" sz="1000" b="1" dirty="0">
                <a:solidFill>
                  <a:schemeClr val="tx2"/>
                </a:solidFill>
                <a:effectLst/>
                <a:latin typeface="+mn-lt"/>
              </a:rPr>
              <a:t>Fast. </a:t>
            </a:r>
            <a:r>
              <a:rPr lang="en-US" sz="1000" b="0" dirty="0">
                <a:solidFill>
                  <a:schemeClr val="tx2"/>
                </a:solidFill>
                <a:effectLst/>
                <a:latin typeface="+mn-lt"/>
              </a:rPr>
              <a:t>Stay</a:t>
            </a:r>
            <a:r>
              <a:rPr lang="en-US" sz="1000" b="1" dirty="0">
                <a:solidFill>
                  <a:schemeClr val="tx2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2"/>
              </a:solidFill>
              <a:latin typeface="+mn-l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52BD810-BDB8-8D65-5119-D3A3E6390D85}"/>
              </a:ext>
            </a:extLst>
          </p:cNvPr>
          <p:cNvSpPr txBox="1"/>
          <p:nvPr userDrawn="1"/>
        </p:nvSpPr>
        <p:spPr>
          <a:xfrm>
            <a:off x="9570720" y="6471444"/>
            <a:ext cx="2250574" cy="223138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r"/>
            <a:r>
              <a:rPr lang="en-US" sz="850" dirty="0">
                <a:solidFill>
                  <a:schemeClr val="tx1"/>
                </a:solidFill>
                <a:effectLst/>
                <a:latin typeface="+mn-lt"/>
              </a:rPr>
              <a:t>2026 Zscaler, Inc. All rights reserved</a:t>
            </a:r>
            <a:endParaRPr lang="en-CO" sz="850">
              <a:solidFill>
                <a:schemeClr val="tx1"/>
              </a:solidFill>
              <a:effectLst/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3335658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F8676AA-1E50-0798-487F-2BDAC3E33050}"/>
              </a:ext>
            </a:extLst>
          </p:cNvPr>
          <p:cNvSpPr/>
          <p:nvPr userDrawn="1"/>
        </p:nvSpPr>
        <p:spPr>
          <a:xfrm>
            <a:off x="6786880" y="0"/>
            <a:ext cx="5405120" cy="2667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C85D7347-A213-8817-4C24-EF1C50DDD80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8004364" cy="6858000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42E6F4E-30C2-D9A6-110D-6B04C98C8587}"/>
              </a:ext>
            </a:extLst>
          </p:cNvPr>
          <p:cNvSpPr/>
          <p:nvPr userDrawn="1"/>
        </p:nvSpPr>
        <p:spPr>
          <a:xfrm>
            <a:off x="8004364" y="2667000"/>
            <a:ext cx="4187636" cy="4191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7" name="Title 8">
            <a:extLst>
              <a:ext uri="{FF2B5EF4-FFF2-40B4-BE49-F238E27FC236}">
                <a16:creationId xmlns:a16="http://schemas.microsoft.com/office/drawing/2014/main" id="{C868337D-4F18-B88B-E6A5-206B216F08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6037" y="3047352"/>
            <a:ext cx="3435258" cy="1962150"/>
          </a:xfrm>
          <a:prstGeom prst="rect">
            <a:avLst/>
          </a:prstGeom>
        </p:spPr>
        <p:txBody>
          <a:bodyPr lIns="0"/>
          <a:lstStyle>
            <a:lvl1pPr>
              <a:defRPr sz="3600" b="0" normalizeH="0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CO"/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2894DC40-DF43-933A-0407-CD100EDFCE74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371265" y="386557"/>
            <a:ext cx="450029" cy="275000"/>
          </a:xfrm>
          <a:prstGeom prst="rect">
            <a:avLst/>
          </a:prstGeom>
        </p:spPr>
      </p:pic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DBB316EF-BF41-5CBF-8CD6-D0267341A97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5721" y="1139032"/>
            <a:ext cx="2290118" cy="1145381"/>
          </a:xfrm>
          <a:prstGeom prst="rect">
            <a:avLst/>
          </a:prstGeom>
        </p:spPr>
        <p:txBody>
          <a:bodyPr anchor="t"/>
          <a:lstStyle>
            <a:lvl1pPr marL="0" indent="0">
              <a:buNone/>
              <a:defRPr sz="10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00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733992-8F26-D8F6-231E-D86CE2855B45}"/>
              </a:ext>
            </a:extLst>
          </p:cNvPr>
          <p:cNvSpPr txBox="1"/>
          <p:nvPr userDrawn="1"/>
        </p:nvSpPr>
        <p:spPr>
          <a:xfrm>
            <a:off x="9570720" y="6471444"/>
            <a:ext cx="2250574" cy="223138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r"/>
            <a:r>
              <a:rPr lang="en-US" sz="850" dirty="0">
                <a:solidFill>
                  <a:schemeClr val="tx1"/>
                </a:solidFill>
                <a:effectLst/>
                <a:latin typeface="+mn-lt"/>
              </a:rPr>
              <a:t>2026 Zscaler, Inc. All rights reserved</a:t>
            </a:r>
            <a:endParaRPr lang="en-CO" sz="850">
              <a:solidFill>
                <a:schemeClr val="tx1"/>
              </a:solidFill>
              <a:effectLst/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29397953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FE11FBE2-F28C-B9C1-5F0E-82A800DE54B2}"/>
              </a:ext>
            </a:extLst>
          </p:cNvPr>
          <p:cNvSpPr/>
          <p:nvPr userDrawn="1"/>
        </p:nvSpPr>
        <p:spPr>
          <a:xfrm>
            <a:off x="-7472" y="0"/>
            <a:ext cx="122069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731E199-C8F8-0F41-4216-7498614D2CCC}"/>
              </a:ext>
            </a:extLst>
          </p:cNvPr>
          <p:cNvSpPr/>
          <p:nvPr userDrawn="1"/>
        </p:nvSpPr>
        <p:spPr>
          <a:xfrm>
            <a:off x="0" y="0"/>
            <a:ext cx="12199473" cy="41851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8DFA481-D641-D25C-2157-79C78392E27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-5832"/>
            <a:ext cx="8004364" cy="4185168"/>
          </a:xfrm>
          <a:prstGeom prst="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5" name="Round Single Corner Rectangle 4">
            <a:extLst>
              <a:ext uri="{FF2B5EF4-FFF2-40B4-BE49-F238E27FC236}">
                <a16:creationId xmlns:a16="http://schemas.microsoft.com/office/drawing/2014/main" id="{A875C31F-46B1-18AA-B7E9-6B0301D074FB}"/>
              </a:ext>
            </a:extLst>
          </p:cNvPr>
          <p:cNvSpPr/>
          <p:nvPr userDrawn="1"/>
        </p:nvSpPr>
        <p:spPr>
          <a:xfrm flipV="1">
            <a:off x="0" y="4179336"/>
            <a:ext cx="8004364" cy="2678664"/>
          </a:xfrm>
          <a:prstGeom prst="round1Rect">
            <a:avLst>
              <a:gd name="adj" fmla="val 31329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699BE7E2-9A07-0825-6FAD-A0140532C7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672" y="4573944"/>
            <a:ext cx="6870111" cy="1712009"/>
          </a:xfrm>
          <a:prstGeom prst="rect">
            <a:avLst/>
          </a:prstGeom>
        </p:spPr>
        <p:txBody>
          <a:bodyPr lIns="0" anchor="ctr"/>
          <a:lstStyle>
            <a:lvl1pPr>
              <a:defRPr sz="3600" b="0" normalizeH="0" baseline="0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CO"/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22124992-959A-C972-EA41-4A97DDB5CB6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371265" y="386557"/>
            <a:ext cx="450029" cy="275000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C25697A-8935-41B1-4BF5-237D43940166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2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2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2"/>
              </a:solidFill>
              <a:latin typeface="+mn-l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A4FA22E-9A1C-8A40-B4F5-6D17D5BC77A3}"/>
              </a:ext>
            </a:extLst>
          </p:cNvPr>
          <p:cNvSpPr txBox="1"/>
          <p:nvPr userDrawn="1"/>
        </p:nvSpPr>
        <p:spPr>
          <a:xfrm>
            <a:off x="9570720" y="6471444"/>
            <a:ext cx="2250574" cy="223138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r"/>
            <a:r>
              <a:rPr lang="en-US" sz="850" dirty="0">
                <a:solidFill>
                  <a:schemeClr val="tx1"/>
                </a:solidFill>
                <a:effectLst/>
                <a:latin typeface="+mn-lt"/>
              </a:rPr>
              <a:t>2026 Zscaler, Inc. All rights reserved</a:t>
            </a:r>
            <a:endParaRPr lang="en-CO" sz="850">
              <a:solidFill>
                <a:schemeClr val="tx1"/>
              </a:solidFill>
              <a:effectLst/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9208482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C847C25F-0395-D6A9-03DF-31F6B8A7DD4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69037146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head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6EF1DB-777C-F67A-5422-A03B2014080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E83A0351-8913-9C67-4303-EFB0153763C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882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48075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Content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AAA1AC-4433-3841-A65C-89C0B5DA59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3" name="Text Placeholder 4">
            <a:extLst>
              <a:ext uri="{FF2B5EF4-FFF2-40B4-BE49-F238E27FC236}">
                <a16:creationId xmlns:a16="http://schemas.microsoft.com/office/drawing/2014/main" id="{7DAC12A1-4A8F-DDC5-C662-5EC05EBC0CB1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71097" y="1909108"/>
            <a:ext cx="9299575" cy="343535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1146435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07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head + Content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AAA1AC-4433-3841-A65C-89C0B5DA59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4" name="Text Placeholder 10">
            <a:extLst>
              <a:ext uri="{FF2B5EF4-FFF2-40B4-BE49-F238E27FC236}">
                <a16:creationId xmlns:a16="http://schemas.microsoft.com/office/drawing/2014/main" id="{E49B5731-FAD0-42CA-0A2B-67D1326DC93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882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3" name="Text Placeholder 4">
            <a:extLst>
              <a:ext uri="{FF2B5EF4-FFF2-40B4-BE49-F238E27FC236}">
                <a16:creationId xmlns:a16="http://schemas.microsoft.com/office/drawing/2014/main" id="{566677F6-8D86-ADA7-0AF6-C2AF0659441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71097" y="1909108"/>
            <a:ext cx="9299575" cy="343535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2173981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07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[White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273C85-FF03-05A3-8092-188CD6B6700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6631715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head [White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959EAC14-7EAE-AEBD-9DD0-72F4AB79FE8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959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8 words long</a:t>
            </a:r>
            <a:endParaRPr lang="en-US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3031B5E9-FA84-36F3-F27D-AB188D0397D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2842941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Content [White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5BF78B-3468-DDEB-D89A-A227767828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3" name="Text Placeholder 4">
            <a:extLst>
              <a:ext uri="{FF2B5EF4-FFF2-40B4-BE49-F238E27FC236}">
                <a16:creationId xmlns:a16="http://schemas.microsoft.com/office/drawing/2014/main" id="{0CF75C58-1309-58C0-C9AA-88D9D1D8F93E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71097" y="1909108"/>
            <a:ext cx="9299575" cy="343535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68139413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head + Content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4AB83755-2F47-0913-5C4C-3B4AF31AF18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882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08A4152-0F3B-CD14-D19E-1567E21B962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3" name="Text Placeholder 4">
            <a:extLst>
              <a:ext uri="{FF2B5EF4-FFF2-40B4-BE49-F238E27FC236}">
                <a16:creationId xmlns:a16="http://schemas.microsoft.com/office/drawing/2014/main" id="{BC6F71D5-61EA-73FE-CFD7-0C693531609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71097" y="1909108"/>
            <a:ext cx="9299575" cy="343535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207498343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[White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5148117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[Navy]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2173CCF-CD74-0249-D85D-1544F7BD5083}"/>
              </a:ext>
            </a:extLst>
          </p:cNvPr>
          <p:cNvSpPr txBox="1"/>
          <p:nvPr userDrawn="1"/>
        </p:nvSpPr>
        <p:spPr>
          <a:xfrm>
            <a:off x="9641840" y="6471444"/>
            <a:ext cx="2179454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C24E9CB-2A11-0BD9-248C-BE34E04AB6E0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00809912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5105914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[Bright blue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B72ABC2-8BB0-DB11-3DDA-7E20ED655EAC}"/>
              </a:ext>
            </a:extLst>
          </p:cNvPr>
          <p:cNvSpPr txBox="1"/>
          <p:nvPr userDrawn="1"/>
        </p:nvSpPr>
        <p:spPr>
          <a:xfrm>
            <a:off x="9641840" y="6471444"/>
            <a:ext cx="2179454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5AC36D2-6132-CB37-9BB9-C4F3D146BFD4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88038071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[Gradient]">
    <p:bg>
      <p:bgPr>
        <a:gradFill>
          <a:gsLst>
            <a:gs pos="50000">
              <a:schemeClr val="bg1"/>
            </a:gs>
            <a:gs pos="100000">
              <a:schemeClr val="tx2"/>
            </a:gs>
            <a:gs pos="0">
              <a:schemeClr val="accent5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DF18099-DB20-6AFE-C16E-7983AB867C8D}"/>
              </a:ext>
            </a:extLst>
          </p:cNvPr>
          <p:cNvSpPr txBox="1"/>
          <p:nvPr userDrawn="1"/>
        </p:nvSpPr>
        <p:spPr>
          <a:xfrm>
            <a:off x="9641840" y="6471444"/>
            <a:ext cx="2179454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C887C3F-9CFD-2B9F-6951-1D5E3AE62A6A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83078397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Agenda</a:t>
            </a:r>
            <a:endParaRPr lang="en-CO"/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67611ECC-52B1-66F5-4915-C0102ADD274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70706" y="1520760"/>
            <a:ext cx="11399871" cy="4579857"/>
          </a:xfrm>
          <a:prstGeom prst="rect">
            <a:avLst/>
          </a:prstGeom>
        </p:spPr>
        <p:txBody>
          <a:bodyPr numCol="2"/>
          <a:lstStyle>
            <a:lvl1pPr marL="329184" indent="-329184" defTabSz="381600">
              <a:lnSpc>
                <a:spcPct val="200000"/>
              </a:lnSpc>
              <a:buClr>
                <a:schemeClr val="bg1"/>
              </a:buClr>
              <a:buSzPct val="100000"/>
              <a:buFont typeface="+mj-lt"/>
              <a:buAutoNum type="arabicPeriod"/>
              <a:tabLst/>
              <a:defRPr sz="1400">
                <a:solidFill>
                  <a:schemeClr val="tx2"/>
                </a:solidFill>
              </a:defRPr>
            </a:lvl1pPr>
            <a:lvl2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2pPr>
            <a:lvl3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3pPr>
            <a:lvl4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4pPr>
            <a:lvl5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marL="289719" marR="0" lvl="0" indent="-284163" algn="l" defTabSz="381600" rtl="0" eaLnBrk="1" fontAlgn="auto" latinLnBrk="0" hangingPunct="1">
              <a:lnSpc>
                <a:spcPct val="200000"/>
              </a:lnSpc>
              <a:spcBef>
                <a:spcPts val="1000"/>
              </a:spcBef>
              <a:spcAft>
                <a:spcPts val="0"/>
              </a:spcAft>
              <a:buClr>
                <a:schemeClr val="accent4"/>
              </a:buClr>
              <a:buSzPct val="120000"/>
              <a:buFont typeface="+mj-lt"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424741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+ Photo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8828E27-DE4D-1292-BFF3-051BEDB7984D}"/>
              </a:ext>
            </a:extLst>
          </p:cNvPr>
          <p:cNvSpPr txBox="1"/>
          <p:nvPr userDrawn="1"/>
        </p:nvSpPr>
        <p:spPr>
          <a:xfrm>
            <a:off x="9912396" y="6471444"/>
            <a:ext cx="190889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00">
                <a:solidFill>
                  <a:schemeClr val="tx2"/>
                </a:solidFill>
                <a:effectLst/>
                <a:latin typeface="Century Gothic" panose="020B0502020202020204" pitchFamily="34" charset="0"/>
              </a:rPr>
              <a:t>2024 Zscaler, Inc. All rights reserved</a:t>
            </a:r>
            <a:endParaRPr lang="en-CO" sz="800">
              <a:solidFill>
                <a:schemeClr val="tx2"/>
              </a:solidFill>
              <a:latin typeface="Century Gothic" panose="020B0502020202020204" pitchFamily="34" charset="0"/>
            </a:endParaRP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371265" y="386557"/>
            <a:ext cx="450029" cy="275000"/>
          </a:xfrm>
          <a:prstGeom prst="rect">
            <a:avLst/>
          </a:prstGeom>
        </p:spPr>
      </p:pic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763354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Agenda</a:t>
            </a:r>
            <a:endParaRPr lang="en-CO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593F8F6C-F2FC-C407-410C-D014C92E506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70706" y="1520760"/>
            <a:ext cx="7633658" cy="4579857"/>
          </a:xfrm>
          <a:prstGeom prst="rect">
            <a:avLst/>
          </a:prstGeom>
        </p:spPr>
        <p:txBody>
          <a:bodyPr/>
          <a:lstStyle>
            <a:lvl1pPr marL="329184" indent="-329184" defTabSz="381600">
              <a:lnSpc>
                <a:spcPct val="200000"/>
              </a:lnSpc>
              <a:buClr>
                <a:schemeClr val="bg1"/>
              </a:buClr>
              <a:buSzPct val="100000"/>
              <a:buFont typeface="+mj-lt"/>
              <a:buAutoNum type="arabicPeriod"/>
              <a:tabLst/>
              <a:defRPr sz="1400">
                <a:solidFill>
                  <a:schemeClr val="tx2"/>
                </a:solidFill>
              </a:defRPr>
            </a:lvl1pPr>
            <a:lvl2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2pPr>
            <a:lvl3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3pPr>
            <a:lvl4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4pPr>
            <a:lvl5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Picture Placeholder 7">
            <a:extLst>
              <a:ext uri="{FF2B5EF4-FFF2-40B4-BE49-F238E27FC236}">
                <a16:creationId xmlns:a16="http://schemas.microsoft.com/office/drawing/2014/main" id="{405BC92D-8BE8-19F7-3B21-6014832255B5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 flipH="1">
            <a:off x="8392072" y="0"/>
            <a:ext cx="3799928" cy="6857777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495888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1 photo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DE338BF-0F53-3D38-2A13-61C22D06C5AB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1257833" y="1692000"/>
            <a:ext cx="3474000" cy="3474000"/>
          </a:xfrm>
          <a:prstGeom prst="roundRect">
            <a:avLst>
              <a:gd name="adj" fmla="val 10233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A1FA618F-7B12-A047-593E-D7E7E91A9B1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599431" y="3130180"/>
            <a:ext cx="5334736" cy="382772"/>
          </a:xfrm>
          <a:prstGeom prst="rect">
            <a:avLst/>
          </a:prstGeom>
        </p:spPr>
        <p:txBody>
          <a:bodyPr lIns="0" tIns="0" bIns="0" anchor="b" anchorCtr="0"/>
          <a:lstStyle>
            <a:lvl1pPr marL="0" indent="0">
              <a:lnSpc>
                <a:spcPct val="100000"/>
              </a:lnSpc>
              <a:buFontTx/>
              <a:buNone/>
              <a:defRPr sz="2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</a:t>
            </a:r>
            <a:endParaRPr lang="en-US"/>
          </a:p>
        </p:txBody>
      </p:sp>
      <p:sp>
        <p:nvSpPr>
          <p:cNvPr id="5" name="Text Placeholder 23">
            <a:extLst>
              <a:ext uri="{FF2B5EF4-FFF2-40B4-BE49-F238E27FC236}">
                <a16:creationId xmlns:a16="http://schemas.microsoft.com/office/drawing/2014/main" id="{1F005C04-9608-B92F-A44D-60CAB1AC0CB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589807" y="3651664"/>
            <a:ext cx="5341491" cy="1514336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</a:t>
            </a:r>
          </a:p>
        </p:txBody>
      </p:sp>
    </p:spTree>
    <p:extLst>
      <p:ext uri="{BB962C8B-B14F-4D97-AF65-F5344CB8AC3E}">
        <p14:creationId xmlns:p14="http://schemas.microsoft.com/office/powerpoint/2010/main" val="302107395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2 photo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DE338BF-0F53-3D38-2A13-61C22D06C5AB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2055689" y="1417680"/>
            <a:ext cx="2595600" cy="2595600"/>
          </a:xfrm>
          <a:prstGeom prst="roundRect">
            <a:avLst>
              <a:gd name="adj" fmla="val 11187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A1FA618F-7B12-A047-593E-D7E7E91A9B1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278089" y="4715188"/>
            <a:ext cx="4150800" cy="382772"/>
          </a:xfrm>
          <a:prstGeom prst="rect">
            <a:avLst/>
          </a:prstGeom>
        </p:spPr>
        <p:txBody>
          <a:bodyPr l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2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1</a:t>
            </a:r>
            <a:endParaRPr lang="en-US"/>
          </a:p>
        </p:txBody>
      </p:sp>
      <p:sp>
        <p:nvSpPr>
          <p:cNvPr id="5" name="Text Placeholder 23">
            <a:extLst>
              <a:ext uri="{FF2B5EF4-FFF2-40B4-BE49-F238E27FC236}">
                <a16:creationId xmlns:a16="http://schemas.microsoft.com/office/drawing/2014/main" id="{1F005C04-9608-B92F-A44D-60CAB1AC0CB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78089" y="5195728"/>
            <a:ext cx="4150800" cy="566355"/>
          </a:xfrm>
          <a:prstGeom prst="rect">
            <a:avLst/>
          </a:prstGeom>
        </p:spPr>
        <p:txBody>
          <a:bodyPr lIns="0"/>
          <a:lstStyle>
            <a:lvl1pPr marL="0" indent="0" algn="ctr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1</a:t>
            </a:r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6A94E78D-B96D-F3AD-ABF0-06EC628547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763112" y="4715188"/>
            <a:ext cx="4150800" cy="382772"/>
          </a:xfrm>
          <a:prstGeom prst="rect">
            <a:avLst/>
          </a:prstGeom>
        </p:spPr>
        <p:txBody>
          <a:bodyPr l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2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2</a:t>
            </a:r>
            <a:endParaRPr lang="en-US"/>
          </a:p>
        </p:txBody>
      </p:sp>
      <p:sp>
        <p:nvSpPr>
          <p:cNvPr id="7" name="Text Placeholder 23">
            <a:extLst>
              <a:ext uri="{FF2B5EF4-FFF2-40B4-BE49-F238E27FC236}">
                <a16:creationId xmlns:a16="http://schemas.microsoft.com/office/drawing/2014/main" id="{40EEFAE3-980A-791D-913C-37905EBA9F4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763112" y="5195728"/>
            <a:ext cx="4150800" cy="566355"/>
          </a:xfrm>
          <a:prstGeom prst="rect">
            <a:avLst/>
          </a:prstGeom>
        </p:spPr>
        <p:txBody>
          <a:bodyPr lIns="0"/>
          <a:lstStyle>
            <a:lvl1pPr marL="0" indent="0" algn="ctr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2</a:t>
            </a:r>
          </a:p>
        </p:txBody>
      </p:sp>
      <p:sp>
        <p:nvSpPr>
          <p:cNvPr id="10" name="Picture Placeholder 3">
            <a:extLst>
              <a:ext uri="{FF2B5EF4-FFF2-40B4-BE49-F238E27FC236}">
                <a16:creationId xmlns:a16="http://schemas.microsoft.com/office/drawing/2014/main" id="{C2DDC06A-9A7D-A7C5-04AA-7C600574A8A0}"/>
              </a:ext>
            </a:extLst>
          </p:cNvPr>
          <p:cNvSpPr>
            <a:spLocks noGrp="1" noChangeAspect="1"/>
          </p:cNvSpPr>
          <p:nvPr>
            <p:ph type="pic" sz="quarter" idx="20"/>
          </p:nvPr>
        </p:nvSpPr>
        <p:spPr>
          <a:xfrm>
            <a:off x="7540712" y="1417680"/>
            <a:ext cx="2595600" cy="2595600"/>
          </a:xfrm>
          <a:prstGeom prst="roundRect">
            <a:avLst>
              <a:gd name="adj" fmla="val 11187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054577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3 photo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>
            <a:extLst>
              <a:ext uri="{FF2B5EF4-FFF2-40B4-BE49-F238E27FC236}">
                <a16:creationId xmlns:a16="http://schemas.microsoft.com/office/drawing/2014/main" id="{58F62D04-583C-3A15-EA1E-2A4816962AC8}"/>
              </a:ext>
            </a:extLst>
          </p:cNvPr>
          <p:cNvSpPr>
            <a:spLocks noGrp="1" noChangeAspect="1"/>
          </p:cNvSpPr>
          <p:nvPr>
            <p:ph type="pic" sz="quarter" idx="26"/>
          </p:nvPr>
        </p:nvSpPr>
        <p:spPr>
          <a:xfrm>
            <a:off x="5017800" y="1417680"/>
            <a:ext cx="2156400" cy="2156400"/>
          </a:xfrm>
          <a:prstGeom prst="roundRect">
            <a:avLst>
              <a:gd name="adj" fmla="val 11013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6" name="Picture Placeholder 3">
            <a:extLst>
              <a:ext uri="{FF2B5EF4-FFF2-40B4-BE49-F238E27FC236}">
                <a16:creationId xmlns:a16="http://schemas.microsoft.com/office/drawing/2014/main" id="{2FD97B6C-6021-607E-A7B3-717090401084}"/>
              </a:ext>
            </a:extLst>
          </p:cNvPr>
          <p:cNvSpPr>
            <a:spLocks noGrp="1" noChangeAspect="1"/>
          </p:cNvSpPr>
          <p:nvPr>
            <p:ph type="pic" sz="quarter" idx="27"/>
          </p:nvPr>
        </p:nvSpPr>
        <p:spPr>
          <a:xfrm>
            <a:off x="8858326" y="1417680"/>
            <a:ext cx="2156400" cy="2156400"/>
          </a:xfrm>
          <a:prstGeom prst="roundRect">
            <a:avLst>
              <a:gd name="adj" fmla="val 11013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DE338BF-0F53-3D38-2A13-61C22D06C5AB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1184400" y="1417680"/>
            <a:ext cx="2156400" cy="2156400"/>
          </a:xfrm>
          <a:prstGeom prst="roundRect">
            <a:avLst>
              <a:gd name="adj" fmla="val 11013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532872AD-EB0C-2FB5-08FA-2ED72FB7801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57200" y="4332009"/>
            <a:ext cx="3610800" cy="382772"/>
          </a:xfrm>
          <a:prstGeom prst="rect">
            <a:avLst/>
          </a:prstGeom>
        </p:spPr>
        <p:txBody>
          <a:bodyPr l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8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1</a:t>
            </a:r>
            <a:endParaRPr lang="en-US"/>
          </a:p>
        </p:txBody>
      </p:sp>
      <p:sp>
        <p:nvSpPr>
          <p:cNvPr id="23" name="Text Placeholder 23">
            <a:extLst>
              <a:ext uri="{FF2B5EF4-FFF2-40B4-BE49-F238E27FC236}">
                <a16:creationId xmlns:a16="http://schemas.microsoft.com/office/drawing/2014/main" id="{4212BD8E-5D9F-A68E-69B4-5E13F565DD3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7200" y="4798901"/>
            <a:ext cx="3610800" cy="566355"/>
          </a:xfrm>
          <a:prstGeom prst="rect">
            <a:avLst/>
          </a:prstGeom>
        </p:spPr>
        <p:txBody>
          <a:bodyPr lIns="0"/>
          <a:lstStyle>
            <a:lvl1pPr marL="0" indent="0" algn="ctr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1</a:t>
            </a:r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70488152-06C1-DF4F-587A-970ED98F9B2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290600" y="4332009"/>
            <a:ext cx="3610800" cy="382772"/>
          </a:xfrm>
          <a:prstGeom prst="rect">
            <a:avLst/>
          </a:prstGeom>
        </p:spPr>
        <p:txBody>
          <a:bodyPr l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8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2</a:t>
            </a:r>
            <a:endParaRPr lang="en-US"/>
          </a:p>
        </p:txBody>
      </p:sp>
      <p:sp>
        <p:nvSpPr>
          <p:cNvPr id="25" name="Text Placeholder 23">
            <a:extLst>
              <a:ext uri="{FF2B5EF4-FFF2-40B4-BE49-F238E27FC236}">
                <a16:creationId xmlns:a16="http://schemas.microsoft.com/office/drawing/2014/main" id="{007465B4-CDDF-97D8-55FC-D38A2C17D8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290600" y="4798901"/>
            <a:ext cx="3610800" cy="566355"/>
          </a:xfrm>
          <a:prstGeom prst="rect">
            <a:avLst/>
          </a:prstGeom>
        </p:spPr>
        <p:txBody>
          <a:bodyPr lIns="0"/>
          <a:lstStyle>
            <a:lvl1pPr marL="0" indent="0" algn="ctr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2</a:t>
            </a:r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4F2B8975-0C38-C474-0C41-9577AC4C322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131126" y="4332009"/>
            <a:ext cx="3610800" cy="382772"/>
          </a:xfrm>
          <a:prstGeom prst="rect">
            <a:avLst/>
          </a:prstGeom>
        </p:spPr>
        <p:txBody>
          <a:bodyPr l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8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3</a:t>
            </a:r>
            <a:endParaRPr lang="en-US"/>
          </a:p>
        </p:txBody>
      </p:sp>
      <p:sp>
        <p:nvSpPr>
          <p:cNvPr id="27" name="Text Placeholder 23">
            <a:extLst>
              <a:ext uri="{FF2B5EF4-FFF2-40B4-BE49-F238E27FC236}">
                <a16:creationId xmlns:a16="http://schemas.microsoft.com/office/drawing/2014/main" id="{5D38385A-8DC0-13EC-50EE-E18E359735C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131126" y="4798901"/>
            <a:ext cx="3610800" cy="566355"/>
          </a:xfrm>
          <a:prstGeom prst="rect">
            <a:avLst/>
          </a:prstGeom>
        </p:spPr>
        <p:txBody>
          <a:bodyPr lIns="0"/>
          <a:lstStyle>
            <a:lvl1pPr marL="0" indent="0" algn="ctr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3</a:t>
            </a:r>
          </a:p>
        </p:txBody>
      </p:sp>
    </p:spTree>
    <p:extLst>
      <p:ext uri="{BB962C8B-B14F-4D97-AF65-F5344CB8AC3E}">
        <p14:creationId xmlns:p14="http://schemas.microsoft.com/office/powerpoint/2010/main" val="9420546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4 photo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3">
            <a:extLst>
              <a:ext uri="{FF2B5EF4-FFF2-40B4-BE49-F238E27FC236}">
                <a16:creationId xmlns:a16="http://schemas.microsoft.com/office/drawing/2014/main" id="{435A63A2-6861-51B9-E3E6-5CA6EBE89358}"/>
              </a:ext>
            </a:extLst>
          </p:cNvPr>
          <p:cNvSpPr>
            <a:spLocks noGrp="1" noChangeAspect="1"/>
          </p:cNvSpPr>
          <p:nvPr>
            <p:ph type="pic" sz="quarter" idx="26"/>
          </p:nvPr>
        </p:nvSpPr>
        <p:spPr>
          <a:xfrm>
            <a:off x="3768634" y="1916113"/>
            <a:ext cx="1745999" cy="1745999"/>
          </a:xfrm>
          <a:prstGeom prst="roundRect">
            <a:avLst>
              <a:gd name="adj" fmla="val 11430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14" name="Picture Placeholder 3">
            <a:extLst>
              <a:ext uri="{FF2B5EF4-FFF2-40B4-BE49-F238E27FC236}">
                <a16:creationId xmlns:a16="http://schemas.microsoft.com/office/drawing/2014/main" id="{89E219D6-EBEF-BEF6-85F5-DAB4803B1F56}"/>
              </a:ext>
            </a:extLst>
          </p:cNvPr>
          <p:cNvSpPr>
            <a:spLocks noGrp="1" noChangeAspect="1"/>
          </p:cNvSpPr>
          <p:nvPr>
            <p:ph type="pic" sz="quarter" idx="27"/>
          </p:nvPr>
        </p:nvSpPr>
        <p:spPr>
          <a:xfrm>
            <a:off x="6719299" y="1916113"/>
            <a:ext cx="1745999" cy="1745999"/>
          </a:xfrm>
          <a:prstGeom prst="roundRect">
            <a:avLst>
              <a:gd name="adj" fmla="val 11430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16" name="Picture Placeholder 3">
            <a:extLst>
              <a:ext uri="{FF2B5EF4-FFF2-40B4-BE49-F238E27FC236}">
                <a16:creationId xmlns:a16="http://schemas.microsoft.com/office/drawing/2014/main" id="{20B2E978-186C-3948-C61E-8C9994CFCFE7}"/>
              </a:ext>
            </a:extLst>
          </p:cNvPr>
          <p:cNvSpPr>
            <a:spLocks noGrp="1" noChangeAspect="1"/>
          </p:cNvSpPr>
          <p:nvPr>
            <p:ph type="pic" sz="quarter" idx="28"/>
          </p:nvPr>
        </p:nvSpPr>
        <p:spPr>
          <a:xfrm>
            <a:off x="9634302" y="1916113"/>
            <a:ext cx="1745999" cy="1745999"/>
          </a:xfrm>
          <a:prstGeom prst="roundRect">
            <a:avLst>
              <a:gd name="adj" fmla="val 11430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DE338BF-0F53-3D38-2A13-61C22D06C5AB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811700" y="1916113"/>
            <a:ext cx="1745999" cy="1745999"/>
          </a:xfrm>
          <a:prstGeom prst="roundRect">
            <a:avLst>
              <a:gd name="adj" fmla="val 11430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A1FA618F-7B12-A047-593E-D7E7E91A9B1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4699" y="4060361"/>
            <a:ext cx="2340000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1</a:t>
            </a:r>
            <a:endParaRPr lang="en-US"/>
          </a:p>
        </p:txBody>
      </p:sp>
      <p:sp>
        <p:nvSpPr>
          <p:cNvPr id="5" name="Text Placeholder 23">
            <a:extLst>
              <a:ext uri="{FF2B5EF4-FFF2-40B4-BE49-F238E27FC236}">
                <a16:creationId xmlns:a16="http://schemas.microsoft.com/office/drawing/2014/main" id="{1F005C04-9608-B92F-A44D-60CAB1AC0CB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4699" y="4513605"/>
            <a:ext cx="2340000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1</a:t>
            </a:r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B455CCB3-1EEB-6E70-B1DC-60CC846BE1D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337301" y="4060361"/>
            <a:ext cx="2340000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4</a:t>
            </a:r>
            <a:endParaRPr lang="en-US"/>
          </a:p>
        </p:txBody>
      </p:sp>
      <p:sp>
        <p:nvSpPr>
          <p:cNvPr id="7" name="Text Placeholder 23">
            <a:extLst>
              <a:ext uri="{FF2B5EF4-FFF2-40B4-BE49-F238E27FC236}">
                <a16:creationId xmlns:a16="http://schemas.microsoft.com/office/drawing/2014/main" id="{270C2868-2E11-BAF3-8FFD-C97196B7AF8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337301" y="4513605"/>
            <a:ext cx="2340000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4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476B89-0402-805A-C198-CEA01D96197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471633" y="4060361"/>
            <a:ext cx="2340000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2</a:t>
            </a:r>
            <a:endParaRPr lang="en-US"/>
          </a:p>
        </p:txBody>
      </p:sp>
      <p:sp>
        <p:nvSpPr>
          <p:cNvPr id="12" name="Text Placeholder 23">
            <a:extLst>
              <a:ext uri="{FF2B5EF4-FFF2-40B4-BE49-F238E27FC236}">
                <a16:creationId xmlns:a16="http://schemas.microsoft.com/office/drawing/2014/main" id="{77D53933-7C4F-B656-1CDC-A3C8BD873A8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471633" y="4513605"/>
            <a:ext cx="2340000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2</a:t>
            </a:r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13E1EE86-22B7-700D-F3A6-B7818510646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422298" y="4060361"/>
            <a:ext cx="2340000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3</a:t>
            </a:r>
            <a:endParaRPr lang="en-US"/>
          </a:p>
        </p:txBody>
      </p:sp>
      <p:sp>
        <p:nvSpPr>
          <p:cNvPr id="22" name="Text Placeholder 23">
            <a:extLst>
              <a:ext uri="{FF2B5EF4-FFF2-40B4-BE49-F238E27FC236}">
                <a16:creationId xmlns:a16="http://schemas.microsoft.com/office/drawing/2014/main" id="{D947F473-2DFC-442A-F6CF-40783725B27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422298" y="4513605"/>
            <a:ext cx="2340000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3</a:t>
            </a:r>
          </a:p>
        </p:txBody>
      </p:sp>
    </p:spTree>
    <p:extLst>
      <p:ext uri="{BB962C8B-B14F-4D97-AF65-F5344CB8AC3E}">
        <p14:creationId xmlns:p14="http://schemas.microsoft.com/office/powerpoint/2010/main" val="27766813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5 photo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>
            <a:extLst>
              <a:ext uri="{FF2B5EF4-FFF2-40B4-BE49-F238E27FC236}">
                <a16:creationId xmlns:a16="http://schemas.microsoft.com/office/drawing/2014/main" id="{E2BB96E9-453B-056A-F85B-DF45007C2FEC}"/>
              </a:ext>
            </a:extLst>
          </p:cNvPr>
          <p:cNvSpPr>
            <a:spLocks noGrp="1" noChangeAspect="1"/>
          </p:cNvSpPr>
          <p:nvPr>
            <p:ph type="pic" sz="quarter" idx="39"/>
          </p:nvPr>
        </p:nvSpPr>
        <p:spPr>
          <a:xfrm>
            <a:off x="3075880" y="1916113"/>
            <a:ext cx="1418400" cy="1418400"/>
          </a:xfrm>
          <a:prstGeom prst="roundRect">
            <a:avLst>
              <a:gd name="adj" fmla="val 12983"/>
            </a:avLst>
          </a:prstGeom>
          <a:solidFill>
            <a:schemeClr val="tx1">
              <a:lumMod val="85000"/>
            </a:schemeClr>
          </a:solidFill>
        </p:spPr>
        <p:txBody>
          <a:bodyPr rIns="0"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6" name="Picture Placeholder 3">
            <a:extLst>
              <a:ext uri="{FF2B5EF4-FFF2-40B4-BE49-F238E27FC236}">
                <a16:creationId xmlns:a16="http://schemas.microsoft.com/office/drawing/2014/main" id="{82A36F0C-A593-12DE-32F5-584C0F3461D5}"/>
              </a:ext>
            </a:extLst>
          </p:cNvPr>
          <p:cNvSpPr>
            <a:spLocks noGrp="1" noChangeAspect="1"/>
          </p:cNvSpPr>
          <p:nvPr>
            <p:ph type="pic" sz="quarter" idx="40"/>
          </p:nvPr>
        </p:nvSpPr>
        <p:spPr>
          <a:xfrm>
            <a:off x="5383388" y="1916113"/>
            <a:ext cx="1418400" cy="1418400"/>
          </a:xfrm>
          <a:prstGeom prst="roundRect">
            <a:avLst>
              <a:gd name="adj" fmla="val 12983"/>
            </a:avLst>
          </a:prstGeom>
          <a:solidFill>
            <a:schemeClr val="tx1">
              <a:lumMod val="85000"/>
            </a:schemeClr>
          </a:solidFill>
        </p:spPr>
        <p:txBody>
          <a:bodyPr rIns="0"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id="{4D029770-9DB1-F1E0-595B-8EDB441FA3C0}"/>
              </a:ext>
            </a:extLst>
          </p:cNvPr>
          <p:cNvSpPr>
            <a:spLocks noGrp="1" noChangeAspect="1"/>
          </p:cNvSpPr>
          <p:nvPr>
            <p:ph type="pic" sz="quarter" idx="41"/>
          </p:nvPr>
        </p:nvSpPr>
        <p:spPr>
          <a:xfrm>
            <a:off x="7694308" y="1916113"/>
            <a:ext cx="1418400" cy="1418400"/>
          </a:xfrm>
          <a:prstGeom prst="roundRect">
            <a:avLst>
              <a:gd name="adj" fmla="val 12983"/>
            </a:avLst>
          </a:prstGeom>
          <a:solidFill>
            <a:schemeClr val="tx1">
              <a:lumMod val="85000"/>
            </a:schemeClr>
          </a:solidFill>
        </p:spPr>
        <p:txBody>
          <a:bodyPr rIns="0"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9" name="Picture Placeholder 3">
            <a:extLst>
              <a:ext uri="{FF2B5EF4-FFF2-40B4-BE49-F238E27FC236}">
                <a16:creationId xmlns:a16="http://schemas.microsoft.com/office/drawing/2014/main" id="{6D25949C-76F0-BB7E-D66B-DE3FB525EC1B}"/>
              </a:ext>
            </a:extLst>
          </p:cNvPr>
          <p:cNvSpPr>
            <a:spLocks noGrp="1" noChangeAspect="1"/>
          </p:cNvSpPr>
          <p:nvPr>
            <p:ph type="pic" sz="quarter" idx="42"/>
          </p:nvPr>
        </p:nvSpPr>
        <p:spPr>
          <a:xfrm>
            <a:off x="10005227" y="1916113"/>
            <a:ext cx="1418400" cy="1418400"/>
          </a:xfrm>
          <a:prstGeom prst="roundRect">
            <a:avLst>
              <a:gd name="adj" fmla="val 12983"/>
            </a:avLst>
          </a:prstGeom>
          <a:solidFill>
            <a:schemeClr val="tx1">
              <a:lumMod val="85000"/>
            </a:schemeClr>
          </a:solidFill>
        </p:spPr>
        <p:txBody>
          <a:bodyPr rIns="0"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DE338BF-0F53-3D38-2A13-61C22D06C5AB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768372" y="1916113"/>
            <a:ext cx="1418400" cy="1418400"/>
          </a:xfrm>
          <a:prstGeom prst="roundRect">
            <a:avLst>
              <a:gd name="adj" fmla="val 12983"/>
            </a:avLst>
          </a:prstGeom>
          <a:solidFill>
            <a:schemeClr val="tx1">
              <a:lumMod val="85000"/>
            </a:schemeClr>
          </a:solidFill>
        </p:spPr>
        <p:txBody>
          <a:bodyPr rIns="0"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42F0DE86-54B4-15C8-2093-F00572A3B652}"/>
              </a:ext>
            </a:extLst>
          </p:cNvPr>
          <p:cNvSpPr/>
          <p:nvPr userDrawn="1"/>
        </p:nvSpPr>
        <p:spPr>
          <a:xfrm>
            <a:off x="15551833" y="4469529"/>
            <a:ext cx="457200" cy="85198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>
              <a:solidFill>
                <a:schemeClr val="tx1"/>
              </a:solidFill>
            </a:endParaRPr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4019E09-F094-5027-7FBA-66B68C5D7601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76773" y="3938106"/>
            <a:ext cx="2001599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1</a:t>
            </a:r>
            <a:endParaRPr lang="en-US"/>
          </a:p>
        </p:txBody>
      </p:sp>
      <p:sp>
        <p:nvSpPr>
          <p:cNvPr id="56" name="Text Placeholder 23">
            <a:extLst>
              <a:ext uri="{FF2B5EF4-FFF2-40B4-BE49-F238E27FC236}">
                <a16:creationId xmlns:a16="http://schemas.microsoft.com/office/drawing/2014/main" id="{2180B772-98C3-B0A1-44F7-A1E4DA407DA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76773" y="4425470"/>
            <a:ext cx="2001599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1</a:t>
            </a:r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2547ED5F-0840-264E-7EFE-950F38BD2339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402709" y="3938106"/>
            <a:ext cx="2001599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4</a:t>
            </a:r>
            <a:endParaRPr lang="en-US"/>
          </a:p>
        </p:txBody>
      </p:sp>
      <p:sp>
        <p:nvSpPr>
          <p:cNvPr id="58" name="Text Placeholder 23">
            <a:extLst>
              <a:ext uri="{FF2B5EF4-FFF2-40B4-BE49-F238E27FC236}">
                <a16:creationId xmlns:a16="http://schemas.microsoft.com/office/drawing/2014/main" id="{AEAA3EBA-B9F5-BED6-31D9-32E6E04B012F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402709" y="4425470"/>
            <a:ext cx="2001599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4</a:t>
            </a:r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AB9BF193-146E-FBAD-DD9E-86D3826D2569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787693" y="3938106"/>
            <a:ext cx="1994775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2</a:t>
            </a:r>
            <a:endParaRPr lang="en-US"/>
          </a:p>
        </p:txBody>
      </p:sp>
      <p:sp>
        <p:nvSpPr>
          <p:cNvPr id="60" name="Text Placeholder 23">
            <a:extLst>
              <a:ext uri="{FF2B5EF4-FFF2-40B4-BE49-F238E27FC236}">
                <a16:creationId xmlns:a16="http://schemas.microsoft.com/office/drawing/2014/main" id="{C15D48F6-F391-CF0F-CD94-E92672186BA7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787693" y="4425470"/>
            <a:ext cx="1994775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2</a:t>
            </a:r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1155D1F8-0F83-9C3E-3327-6D2305E4E1E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091789" y="3938106"/>
            <a:ext cx="2001599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3</a:t>
            </a:r>
            <a:endParaRPr lang="en-US"/>
          </a:p>
        </p:txBody>
      </p:sp>
      <p:sp>
        <p:nvSpPr>
          <p:cNvPr id="62" name="Text Placeholder 23">
            <a:extLst>
              <a:ext uri="{FF2B5EF4-FFF2-40B4-BE49-F238E27FC236}">
                <a16:creationId xmlns:a16="http://schemas.microsoft.com/office/drawing/2014/main" id="{93A955F4-033B-8105-EC59-CA09CB5BC9BE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5091789" y="4425470"/>
            <a:ext cx="2001599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3</a:t>
            </a:r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DC2AFFA9-F23B-E1C1-82AD-51A11368283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713628" y="3938106"/>
            <a:ext cx="2001599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bg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5</a:t>
            </a:r>
            <a:endParaRPr lang="en-US"/>
          </a:p>
        </p:txBody>
      </p:sp>
      <p:sp>
        <p:nvSpPr>
          <p:cNvPr id="64" name="Text Placeholder 23">
            <a:extLst>
              <a:ext uri="{FF2B5EF4-FFF2-40B4-BE49-F238E27FC236}">
                <a16:creationId xmlns:a16="http://schemas.microsoft.com/office/drawing/2014/main" id="{DD083448-2EA2-2ABE-D14F-DBD03CC55146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713628" y="4425470"/>
            <a:ext cx="2001599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5</a:t>
            </a:r>
          </a:p>
        </p:txBody>
      </p:sp>
    </p:spTree>
    <p:extLst>
      <p:ext uri="{BB962C8B-B14F-4D97-AF65-F5344CB8AC3E}">
        <p14:creationId xmlns:p14="http://schemas.microsoft.com/office/powerpoint/2010/main" val="4672436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1 photo + title [White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7F0AF840-8D0D-D36E-A432-6916E045A083}"/>
              </a:ext>
            </a:extLst>
          </p:cNvPr>
          <p:cNvSpPr txBox="1"/>
          <p:nvPr userDrawn="1"/>
        </p:nvSpPr>
        <p:spPr>
          <a:xfrm>
            <a:off x="3423647" y="7292898"/>
            <a:ext cx="1847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FF24FAEE-091B-40AB-18C0-5069CAE8D9B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486559" y="2637775"/>
            <a:ext cx="5262529" cy="38277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FontTx/>
              <a:buNone/>
              <a:defRPr sz="17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20" name="Text Placeholder 23">
            <a:extLst>
              <a:ext uri="{FF2B5EF4-FFF2-40B4-BE49-F238E27FC236}">
                <a16:creationId xmlns:a16="http://schemas.microsoft.com/office/drawing/2014/main" id="{759E20A9-B3C8-6A33-4370-3B78FB5521C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476935" y="3088412"/>
            <a:ext cx="5272153" cy="1514336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0A3F1D99-8016-954C-D71A-B17ADF69AA51}"/>
              </a:ext>
            </a:extLst>
          </p:cNvPr>
          <p:cNvSpPr/>
          <p:nvPr userDrawn="1"/>
        </p:nvSpPr>
        <p:spPr>
          <a:xfrm>
            <a:off x="1692187" y="4675469"/>
            <a:ext cx="458108" cy="458078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7749DBF3-2EBB-5C77-AE45-B31838D5AE7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1702871" y="5273641"/>
            <a:ext cx="2890618" cy="382772"/>
          </a:xfrm>
          <a:prstGeom prst="rect">
            <a:avLst/>
          </a:prstGeom>
        </p:spPr>
        <p:txBody>
          <a:bodyPr lIns="0" rIns="0" bIns="0" anchor="b" anchorCtr="0"/>
          <a:lstStyle>
            <a:lvl1pPr marL="0" indent="0">
              <a:lnSpc>
                <a:spcPct val="100000"/>
              </a:lnSpc>
              <a:buFontTx/>
              <a:buNone/>
              <a:defRPr sz="14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32" name="Text Placeholder 23">
            <a:extLst>
              <a:ext uri="{FF2B5EF4-FFF2-40B4-BE49-F238E27FC236}">
                <a16:creationId xmlns:a16="http://schemas.microsoft.com/office/drawing/2014/main" id="{3130F531-4F8A-A2D9-3946-EA67034447AF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1703666" y="5737681"/>
            <a:ext cx="2885629" cy="423260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20000"/>
              </a:lnSpc>
              <a:spcBef>
                <a:spcPts val="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457177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2pPr>
            <a:lvl3pPr marL="914354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3pPr>
            <a:lvl4pPr marL="1371531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4pPr>
            <a:lvl5pPr marL="1828708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B962BBC1-311F-E3E6-1E48-0FACF27C859E}"/>
              </a:ext>
            </a:extLst>
          </p:cNvPr>
          <p:cNvSpPr/>
          <p:nvPr userDrawn="1"/>
        </p:nvSpPr>
        <p:spPr>
          <a:xfrm>
            <a:off x="4196161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36F81217-D118-3EBB-0B0B-B92E30004A7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7" name="Text Placeholder 10">
            <a:extLst>
              <a:ext uri="{FF2B5EF4-FFF2-40B4-BE49-F238E27FC236}">
                <a16:creationId xmlns:a16="http://schemas.microsoft.com/office/drawing/2014/main" id="{36AEB9EC-6DB7-BCE0-EA5B-FFFC1117648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5" y="883466"/>
            <a:ext cx="9298821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29" name="Picture Placeholder 9">
            <a:extLst>
              <a:ext uri="{FF2B5EF4-FFF2-40B4-BE49-F238E27FC236}">
                <a16:creationId xmlns:a16="http://schemas.microsoft.com/office/drawing/2014/main" id="{F7A6E50F-AE4D-FEEA-1F3F-05ECF6F471BE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1925085" y="2291477"/>
            <a:ext cx="2658074" cy="2657902"/>
          </a:xfrm>
          <a:prstGeom prst="roundRect">
            <a:avLst>
              <a:gd name="adj" fmla="val 10169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99211331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2 photo + title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3B0D34A9-10F0-752A-C78F-C584400AB794}"/>
              </a:ext>
            </a:extLst>
          </p:cNvPr>
          <p:cNvSpPr/>
          <p:nvPr userDrawn="1"/>
        </p:nvSpPr>
        <p:spPr>
          <a:xfrm>
            <a:off x="7632300" y="4675469"/>
            <a:ext cx="458108" cy="458078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5FE490D9-BC1A-D0BC-B396-A4683EFEDB68}"/>
              </a:ext>
            </a:extLst>
          </p:cNvPr>
          <p:cNvSpPr/>
          <p:nvPr userDrawn="1"/>
        </p:nvSpPr>
        <p:spPr>
          <a:xfrm>
            <a:off x="10136274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3" name="Picture Placeholder 9">
            <a:extLst>
              <a:ext uri="{FF2B5EF4-FFF2-40B4-BE49-F238E27FC236}">
                <a16:creationId xmlns:a16="http://schemas.microsoft.com/office/drawing/2014/main" id="{3AABD96B-E00A-00FD-D819-DDCF7C3EFE87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7872645" y="2291477"/>
            <a:ext cx="2658074" cy="2657902"/>
          </a:xfrm>
          <a:prstGeom prst="roundRect">
            <a:avLst>
              <a:gd name="adj" fmla="val 9786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3739BA4-16BD-7980-5D52-3032DCD32B46}"/>
              </a:ext>
            </a:extLst>
          </p:cNvPr>
          <p:cNvSpPr/>
          <p:nvPr userDrawn="1"/>
        </p:nvSpPr>
        <p:spPr>
          <a:xfrm>
            <a:off x="1523734" y="4675469"/>
            <a:ext cx="458108" cy="458078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7" name="Text Placeholder 10">
            <a:extLst>
              <a:ext uri="{FF2B5EF4-FFF2-40B4-BE49-F238E27FC236}">
                <a16:creationId xmlns:a16="http://schemas.microsoft.com/office/drawing/2014/main" id="{371B89D5-5C9C-C131-5042-03EF22D89D6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534417" y="5277426"/>
            <a:ext cx="2890618" cy="382772"/>
          </a:xfrm>
          <a:prstGeom prst="rect">
            <a:avLst/>
          </a:prstGeom>
        </p:spPr>
        <p:txBody>
          <a:bodyPr lIns="0" rIns="0" bIns="0" anchor="b" anchorCtr="0"/>
          <a:lstStyle>
            <a:lvl1pPr marL="0" indent="0">
              <a:lnSpc>
                <a:spcPct val="100000"/>
              </a:lnSpc>
              <a:buFontTx/>
              <a:buNone/>
              <a:defRPr sz="14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8" name="Text Placeholder 23">
            <a:extLst>
              <a:ext uri="{FF2B5EF4-FFF2-40B4-BE49-F238E27FC236}">
                <a16:creationId xmlns:a16="http://schemas.microsoft.com/office/drawing/2014/main" id="{38B82791-25BF-7E37-9FDE-AB55A62C9DA9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535213" y="5741466"/>
            <a:ext cx="2885629" cy="423260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20000"/>
              </a:lnSpc>
              <a:spcBef>
                <a:spcPts val="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5C75757-0C6F-C233-DCED-F37EECC27135}"/>
              </a:ext>
            </a:extLst>
          </p:cNvPr>
          <p:cNvSpPr/>
          <p:nvPr userDrawn="1"/>
        </p:nvSpPr>
        <p:spPr>
          <a:xfrm>
            <a:off x="4027707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F5A865E6-B7CA-1668-20F7-8F326C118EA3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642983" y="5273641"/>
            <a:ext cx="2890618" cy="382772"/>
          </a:xfrm>
          <a:prstGeom prst="rect">
            <a:avLst/>
          </a:prstGeom>
        </p:spPr>
        <p:txBody>
          <a:bodyPr lIns="0" rIns="0" bIns="0" anchor="b" anchorCtr="0"/>
          <a:lstStyle>
            <a:lvl1pPr marL="0" indent="0">
              <a:lnSpc>
                <a:spcPct val="100000"/>
              </a:lnSpc>
              <a:buFontTx/>
              <a:buNone/>
              <a:defRPr sz="14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20" name="Text Placeholder 23">
            <a:extLst>
              <a:ext uri="{FF2B5EF4-FFF2-40B4-BE49-F238E27FC236}">
                <a16:creationId xmlns:a16="http://schemas.microsoft.com/office/drawing/2014/main" id="{598017E2-51F2-70D5-DA59-8C8AD94C06F4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7643779" y="5737681"/>
            <a:ext cx="2885629" cy="423260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20000"/>
              </a:lnSpc>
              <a:spcBef>
                <a:spcPts val="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itle 13">
            <a:extLst>
              <a:ext uri="{FF2B5EF4-FFF2-40B4-BE49-F238E27FC236}">
                <a16:creationId xmlns:a16="http://schemas.microsoft.com/office/drawing/2014/main" id="{8AAD7927-4CD2-97CA-FAA9-A8B490ACD0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18501C4B-B4CB-915A-0B41-D52AA7E01C3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70706" y="883466"/>
            <a:ext cx="929882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2" name="Picture Placeholder 9">
            <a:extLst>
              <a:ext uri="{FF2B5EF4-FFF2-40B4-BE49-F238E27FC236}">
                <a16:creationId xmlns:a16="http://schemas.microsoft.com/office/drawing/2014/main" id="{55B6BAD7-4B31-836E-CF44-589C2656D31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756631" y="2291477"/>
            <a:ext cx="2658074" cy="2657902"/>
          </a:xfrm>
          <a:prstGeom prst="roundRect">
            <a:avLst>
              <a:gd name="adj" fmla="val 9786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20783114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3 photo + title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Rectangle 51">
            <a:extLst>
              <a:ext uri="{FF2B5EF4-FFF2-40B4-BE49-F238E27FC236}">
                <a16:creationId xmlns:a16="http://schemas.microsoft.com/office/drawing/2014/main" id="{6355C52D-36C9-6ED9-A1DF-15FACBF805CA}"/>
              </a:ext>
            </a:extLst>
          </p:cNvPr>
          <p:cNvSpPr/>
          <p:nvPr userDrawn="1"/>
        </p:nvSpPr>
        <p:spPr>
          <a:xfrm>
            <a:off x="4534959" y="4675469"/>
            <a:ext cx="458108" cy="458078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9F096050-9060-70CB-78C8-A78867FC94DA}"/>
              </a:ext>
            </a:extLst>
          </p:cNvPr>
          <p:cNvSpPr/>
          <p:nvPr userDrawn="1"/>
        </p:nvSpPr>
        <p:spPr>
          <a:xfrm>
            <a:off x="7038933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69DD81AD-B90D-3ABE-2D47-7017C97018FA}"/>
              </a:ext>
            </a:extLst>
          </p:cNvPr>
          <p:cNvSpPr/>
          <p:nvPr userDrawn="1"/>
        </p:nvSpPr>
        <p:spPr>
          <a:xfrm>
            <a:off x="8259510" y="4675469"/>
            <a:ext cx="458108" cy="458078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C50C8B3A-354D-E285-A4F2-1ABE4AD42DEA}"/>
              </a:ext>
            </a:extLst>
          </p:cNvPr>
          <p:cNvSpPr/>
          <p:nvPr userDrawn="1"/>
        </p:nvSpPr>
        <p:spPr>
          <a:xfrm>
            <a:off x="10763484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2" name="Picture Placeholder 9">
            <a:extLst>
              <a:ext uri="{FF2B5EF4-FFF2-40B4-BE49-F238E27FC236}">
                <a16:creationId xmlns:a16="http://schemas.microsoft.com/office/drawing/2014/main" id="{C29CFB4D-EC04-0C9A-B5FC-306661C3467D}"/>
              </a:ext>
            </a:extLst>
          </p:cNvPr>
          <p:cNvSpPr>
            <a:spLocks noGrp="1"/>
          </p:cNvSpPr>
          <p:nvPr>
            <p:ph type="pic" sz="quarter" idx="48"/>
          </p:nvPr>
        </p:nvSpPr>
        <p:spPr>
          <a:xfrm>
            <a:off x="4760050" y="2291477"/>
            <a:ext cx="2658074" cy="2657902"/>
          </a:xfrm>
          <a:prstGeom prst="roundRect">
            <a:avLst>
              <a:gd name="adj" fmla="val 10278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3" name="Picture Placeholder 9">
            <a:extLst>
              <a:ext uri="{FF2B5EF4-FFF2-40B4-BE49-F238E27FC236}">
                <a16:creationId xmlns:a16="http://schemas.microsoft.com/office/drawing/2014/main" id="{3E88331B-C589-E37A-D348-F34C4A7BB751}"/>
              </a:ext>
            </a:extLst>
          </p:cNvPr>
          <p:cNvSpPr>
            <a:spLocks noGrp="1"/>
          </p:cNvSpPr>
          <p:nvPr>
            <p:ph type="pic" sz="quarter" idx="49"/>
          </p:nvPr>
        </p:nvSpPr>
        <p:spPr>
          <a:xfrm>
            <a:off x="8496790" y="2291477"/>
            <a:ext cx="2658074" cy="2657902"/>
          </a:xfrm>
          <a:prstGeom prst="roundRect">
            <a:avLst>
              <a:gd name="adj" fmla="val 10278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E6415A0-9412-CF98-5E1C-E5E2B1939F95}"/>
              </a:ext>
            </a:extLst>
          </p:cNvPr>
          <p:cNvSpPr/>
          <p:nvPr userDrawn="1"/>
        </p:nvSpPr>
        <p:spPr>
          <a:xfrm>
            <a:off x="804238" y="4675469"/>
            <a:ext cx="458108" cy="458078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4B999827-8861-660E-F212-BF1B791C3517}"/>
              </a:ext>
            </a:extLst>
          </p:cNvPr>
          <p:cNvSpPr/>
          <p:nvPr userDrawn="1"/>
        </p:nvSpPr>
        <p:spPr>
          <a:xfrm>
            <a:off x="3308212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88E06612-ABD8-12D7-AE8F-DC5A429647F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882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AF1EFAA1-6412-F8D9-45E3-5096BA0A78F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3AB34594-93B1-635D-A858-982C206CAE69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540571" y="5273641"/>
            <a:ext cx="2874315" cy="38277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14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marL="0" marR="0" lvl="0" indent="0" algn="l" defTabSz="914355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1"/>
              </a:buClr>
              <a:buSzTx/>
              <a:buFontTx/>
              <a:buNone/>
              <a:tabLst/>
              <a:defRPr/>
            </a:pPr>
            <a:r>
              <a:rPr lang="en-US">
                <a:effectLst/>
              </a:rPr>
              <a:t>This is a short subtitle placeholder</a:t>
            </a:r>
          </a:p>
        </p:txBody>
      </p:sp>
      <p:sp>
        <p:nvSpPr>
          <p:cNvPr id="15" name="Text Placeholder 23">
            <a:extLst>
              <a:ext uri="{FF2B5EF4-FFF2-40B4-BE49-F238E27FC236}">
                <a16:creationId xmlns:a16="http://schemas.microsoft.com/office/drawing/2014/main" id="{00BE68E2-10E8-1346-A8C2-874769C6523F}"/>
              </a:ext>
            </a:extLst>
          </p:cNvPr>
          <p:cNvSpPr>
            <a:spLocks noGrp="1"/>
          </p:cNvSpPr>
          <p:nvPr>
            <p:ph type="body" sz="quarter" idx="41"/>
          </p:nvPr>
        </p:nvSpPr>
        <p:spPr>
          <a:xfrm>
            <a:off x="4541366" y="5737681"/>
            <a:ext cx="2885629" cy="42326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  <a:endParaRPr lang="en-CO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88E3FC7E-A58D-6419-E126-FFE71FCEC8B1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2896" y="5273641"/>
            <a:ext cx="2874315" cy="38277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14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marL="0" marR="0" lvl="0" indent="0" algn="l" defTabSz="914355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1"/>
              </a:buClr>
              <a:buSzTx/>
              <a:buFontTx/>
              <a:buNone/>
              <a:tabLst/>
              <a:defRPr/>
            </a:pPr>
            <a:r>
              <a:rPr lang="en-US">
                <a:effectLst/>
              </a:rPr>
              <a:t>This is a short subtitle placeholder</a:t>
            </a:r>
          </a:p>
        </p:txBody>
      </p:sp>
      <p:sp>
        <p:nvSpPr>
          <p:cNvPr id="25" name="Text Placeholder 23">
            <a:extLst>
              <a:ext uri="{FF2B5EF4-FFF2-40B4-BE49-F238E27FC236}">
                <a16:creationId xmlns:a16="http://schemas.microsoft.com/office/drawing/2014/main" id="{74BB7569-59FB-38C5-3E6F-8D74A0325F63}"/>
              </a:ext>
            </a:extLst>
          </p:cNvPr>
          <p:cNvSpPr>
            <a:spLocks noGrp="1"/>
          </p:cNvSpPr>
          <p:nvPr>
            <p:ph type="body" sz="quarter" idx="45"/>
          </p:nvPr>
        </p:nvSpPr>
        <p:spPr>
          <a:xfrm>
            <a:off x="8263691" y="5737681"/>
            <a:ext cx="2885629" cy="42326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  <a:endParaRPr lang="en-CO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46C9869A-69AA-B1CE-61B8-7AB92CE43511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818490" y="5273641"/>
            <a:ext cx="2874315" cy="38277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14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marL="0" marR="0" lvl="0" indent="0" algn="l" defTabSz="914355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1"/>
              </a:buClr>
              <a:buSzTx/>
              <a:buFontTx/>
              <a:buNone/>
              <a:tabLst/>
              <a:defRPr/>
            </a:pPr>
            <a:r>
              <a:rPr lang="en-US">
                <a:effectLst/>
              </a:rPr>
              <a:t>This is a short subtitle placeholder</a:t>
            </a:r>
          </a:p>
        </p:txBody>
      </p:sp>
      <p:sp>
        <p:nvSpPr>
          <p:cNvPr id="27" name="Text Placeholder 23">
            <a:extLst>
              <a:ext uri="{FF2B5EF4-FFF2-40B4-BE49-F238E27FC236}">
                <a16:creationId xmlns:a16="http://schemas.microsoft.com/office/drawing/2014/main" id="{70B38916-B2D5-56A9-E72A-E55436987FAB}"/>
              </a:ext>
            </a:extLst>
          </p:cNvPr>
          <p:cNvSpPr>
            <a:spLocks noGrp="1"/>
          </p:cNvSpPr>
          <p:nvPr>
            <p:ph type="body" sz="quarter" idx="47"/>
          </p:nvPr>
        </p:nvSpPr>
        <p:spPr>
          <a:xfrm>
            <a:off x="819285" y="5737681"/>
            <a:ext cx="2885629" cy="42326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  <a:endParaRPr lang="en-CO"/>
          </a:p>
        </p:txBody>
      </p:sp>
      <p:sp>
        <p:nvSpPr>
          <p:cNvPr id="41" name="Picture Placeholder 9">
            <a:extLst>
              <a:ext uri="{FF2B5EF4-FFF2-40B4-BE49-F238E27FC236}">
                <a16:creationId xmlns:a16="http://schemas.microsoft.com/office/drawing/2014/main" id="{7AF8BBE2-0D3F-7517-3FA2-70E9B3820C15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1037136" y="2291477"/>
            <a:ext cx="2658074" cy="2657902"/>
          </a:xfrm>
          <a:prstGeom prst="roundRect">
            <a:avLst>
              <a:gd name="adj" fmla="val 10278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45304556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4 photo + title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Rectangle 61">
            <a:extLst>
              <a:ext uri="{FF2B5EF4-FFF2-40B4-BE49-F238E27FC236}">
                <a16:creationId xmlns:a16="http://schemas.microsoft.com/office/drawing/2014/main" id="{35343908-B533-5F2D-1F74-0D7BD6011D61}"/>
              </a:ext>
            </a:extLst>
          </p:cNvPr>
          <p:cNvSpPr/>
          <p:nvPr userDrawn="1"/>
        </p:nvSpPr>
        <p:spPr>
          <a:xfrm>
            <a:off x="3394676" y="4052751"/>
            <a:ext cx="400338" cy="40031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E0AAE870-02B2-852B-70CF-5AEC6986C98A}"/>
              </a:ext>
            </a:extLst>
          </p:cNvPr>
          <p:cNvSpPr/>
          <p:nvPr userDrawn="1"/>
        </p:nvSpPr>
        <p:spPr>
          <a:xfrm>
            <a:off x="6410335" y="4052751"/>
            <a:ext cx="400338" cy="40031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4F07C1E8-E0A8-9AAD-DCDE-207D0C916EFA}"/>
              </a:ext>
            </a:extLst>
          </p:cNvPr>
          <p:cNvSpPr/>
          <p:nvPr userDrawn="1"/>
        </p:nvSpPr>
        <p:spPr>
          <a:xfrm>
            <a:off x="9425997" y="4052751"/>
            <a:ext cx="400338" cy="40031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15512FA6-C599-6076-81C4-F2C20CA5AF70}"/>
              </a:ext>
            </a:extLst>
          </p:cNvPr>
          <p:cNvSpPr/>
          <p:nvPr userDrawn="1"/>
        </p:nvSpPr>
        <p:spPr>
          <a:xfrm>
            <a:off x="5281921" y="2062716"/>
            <a:ext cx="548985" cy="5489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A454D894-7767-62A0-2344-35ACF2036830}"/>
              </a:ext>
            </a:extLst>
          </p:cNvPr>
          <p:cNvSpPr/>
          <p:nvPr userDrawn="1"/>
        </p:nvSpPr>
        <p:spPr>
          <a:xfrm>
            <a:off x="8297581" y="2062716"/>
            <a:ext cx="548985" cy="5489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3F1BCB0F-4A4C-555C-886A-2D36EA2F33D2}"/>
              </a:ext>
            </a:extLst>
          </p:cNvPr>
          <p:cNvSpPr/>
          <p:nvPr userDrawn="1"/>
        </p:nvSpPr>
        <p:spPr>
          <a:xfrm>
            <a:off x="11313242" y="2062716"/>
            <a:ext cx="548985" cy="5489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3" name="Picture Placeholder 9">
            <a:extLst>
              <a:ext uri="{FF2B5EF4-FFF2-40B4-BE49-F238E27FC236}">
                <a16:creationId xmlns:a16="http://schemas.microsoft.com/office/drawing/2014/main" id="{BD1FBDDB-8754-5EFE-5E26-E0E84BDB5BEC}"/>
              </a:ext>
            </a:extLst>
          </p:cNvPr>
          <p:cNvSpPr>
            <a:spLocks noGrp="1"/>
          </p:cNvSpPr>
          <p:nvPr>
            <p:ph type="pic" sz="quarter" idx="54"/>
          </p:nvPr>
        </p:nvSpPr>
        <p:spPr>
          <a:xfrm>
            <a:off x="3635734" y="2354127"/>
            <a:ext cx="1914892" cy="1914767"/>
          </a:xfrm>
          <a:prstGeom prst="roundRect">
            <a:avLst>
              <a:gd name="adj" fmla="val 11891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4" name="Picture Placeholder 9">
            <a:extLst>
              <a:ext uri="{FF2B5EF4-FFF2-40B4-BE49-F238E27FC236}">
                <a16:creationId xmlns:a16="http://schemas.microsoft.com/office/drawing/2014/main" id="{1FF01549-6DA2-67AB-A8CA-0CC9036D3900}"/>
              </a:ext>
            </a:extLst>
          </p:cNvPr>
          <p:cNvSpPr>
            <a:spLocks noGrp="1"/>
          </p:cNvSpPr>
          <p:nvPr>
            <p:ph type="pic" sz="quarter" idx="55"/>
          </p:nvPr>
        </p:nvSpPr>
        <p:spPr>
          <a:xfrm>
            <a:off x="6653254" y="2354127"/>
            <a:ext cx="1914892" cy="1914767"/>
          </a:xfrm>
          <a:prstGeom prst="roundRect">
            <a:avLst>
              <a:gd name="adj" fmla="val 11891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7" name="Picture Placeholder 9">
            <a:extLst>
              <a:ext uri="{FF2B5EF4-FFF2-40B4-BE49-F238E27FC236}">
                <a16:creationId xmlns:a16="http://schemas.microsoft.com/office/drawing/2014/main" id="{346AEEFF-F562-94D0-B0EA-C40B234E703A}"/>
              </a:ext>
            </a:extLst>
          </p:cNvPr>
          <p:cNvSpPr>
            <a:spLocks noGrp="1"/>
          </p:cNvSpPr>
          <p:nvPr>
            <p:ph type="pic" sz="quarter" idx="56"/>
          </p:nvPr>
        </p:nvSpPr>
        <p:spPr>
          <a:xfrm>
            <a:off x="9657711" y="2354127"/>
            <a:ext cx="1914892" cy="1914767"/>
          </a:xfrm>
          <a:prstGeom prst="roundRect">
            <a:avLst>
              <a:gd name="adj" fmla="val 11891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38C9359A-67DE-BF22-B30E-F5DBD234DF09}"/>
              </a:ext>
            </a:extLst>
          </p:cNvPr>
          <p:cNvSpPr/>
          <p:nvPr userDrawn="1"/>
        </p:nvSpPr>
        <p:spPr>
          <a:xfrm>
            <a:off x="385316" y="4052751"/>
            <a:ext cx="400338" cy="40031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41F6874F-38D4-DAF8-6A37-793A66418454}"/>
              </a:ext>
            </a:extLst>
          </p:cNvPr>
          <p:cNvSpPr/>
          <p:nvPr userDrawn="1"/>
        </p:nvSpPr>
        <p:spPr>
          <a:xfrm>
            <a:off x="2272561" y="2062716"/>
            <a:ext cx="548985" cy="5489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46" name="Picture Placeholder 9">
            <a:extLst>
              <a:ext uri="{FF2B5EF4-FFF2-40B4-BE49-F238E27FC236}">
                <a16:creationId xmlns:a16="http://schemas.microsoft.com/office/drawing/2014/main" id="{311C85B1-81C4-9049-C460-E98061A9869A}"/>
              </a:ext>
            </a:extLst>
          </p:cNvPr>
          <p:cNvSpPr>
            <a:spLocks noGrp="1"/>
          </p:cNvSpPr>
          <p:nvPr>
            <p:ph type="pic" sz="quarter" idx="40"/>
          </p:nvPr>
        </p:nvSpPr>
        <p:spPr>
          <a:xfrm>
            <a:off x="618214" y="2354127"/>
            <a:ext cx="1914892" cy="1914767"/>
          </a:xfrm>
          <a:prstGeom prst="roundRect">
            <a:avLst>
              <a:gd name="adj" fmla="val 11891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8C545602-AD4D-D1FB-7CBA-816B6F0522F8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396000" y="4750920"/>
            <a:ext cx="2526092" cy="334502"/>
          </a:xfrm>
          <a:prstGeom prst="rect">
            <a:avLst/>
          </a:prstGeom>
        </p:spPr>
        <p:txBody>
          <a:bodyPr lIns="0" rIns="0" bIns="0" anchor="b" anchorCtr="0"/>
          <a:lstStyle>
            <a:lvl1pPr marL="0" indent="0">
              <a:lnSpc>
                <a:spcPct val="90000"/>
              </a:lnSpc>
              <a:buFontTx/>
              <a:buNone/>
              <a:defRPr sz="14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49" name="Text Placeholder 23">
            <a:extLst>
              <a:ext uri="{FF2B5EF4-FFF2-40B4-BE49-F238E27FC236}">
                <a16:creationId xmlns:a16="http://schemas.microsoft.com/office/drawing/2014/main" id="{E33769E0-EDCA-D513-1680-B81F608FE891}"/>
              </a:ext>
            </a:extLst>
          </p:cNvPr>
          <p:cNvSpPr>
            <a:spLocks noGrp="1"/>
          </p:cNvSpPr>
          <p:nvPr>
            <p:ph type="body" sz="quarter" idx="42"/>
          </p:nvPr>
        </p:nvSpPr>
        <p:spPr>
          <a:xfrm>
            <a:off x="396795" y="5186197"/>
            <a:ext cx="2521734" cy="369884"/>
          </a:xfrm>
          <a:prstGeom prst="rect">
            <a:avLst/>
          </a:prstGeom>
        </p:spPr>
        <p:txBody>
          <a:bodyPr lIns="0" tIns="0"/>
          <a:lstStyle>
            <a:lvl1pPr marL="0" indent="0">
              <a:lnSpc>
                <a:spcPct val="90000"/>
              </a:lnSpc>
              <a:spcBef>
                <a:spcPts val="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08F620E3-2059-CC02-FC74-8C2EEDEFCBBD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3405360" y="4750920"/>
            <a:ext cx="2526092" cy="334502"/>
          </a:xfrm>
          <a:prstGeom prst="rect">
            <a:avLst/>
          </a:prstGeom>
        </p:spPr>
        <p:txBody>
          <a:bodyPr lIns="0" rIns="0" bIns="0" anchor="b" anchorCtr="0"/>
          <a:lstStyle>
            <a:lvl1pPr marL="0" indent="0">
              <a:lnSpc>
                <a:spcPct val="90000"/>
              </a:lnSpc>
              <a:buFontTx/>
              <a:buNone/>
              <a:defRPr sz="14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73" name="Text Placeholder 10">
            <a:extLst>
              <a:ext uri="{FF2B5EF4-FFF2-40B4-BE49-F238E27FC236}">
                <a16:creationId xmlns:a16="http://schemas.microsoft.com/office/drawing/2014/main" id="{8DA74AFC-0068-6B14-7BCF-4F920FD14A2B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6421020" y="4750920"/>
            <a:ext cx="2526092" cy="334502"/>
          </a:xfrm>
          <a:prstGeom prst="rect">
            <a:avLst/>
          </a:prstGeom>
        </p:spPr>
        <p:txBody>
          <a:bodyPr lIns="0" rIns="0" bIns="0" anchor="b" anchorCtr="0"/>
          <a:lstStyle>
            <a:lvl1pPr marL="0" indent="0">
              <a:lnSpc>
                <a:spcPct val="90000"/>
              </a:lnSpc>
              <a:buFontTx/>
              <a:buNone/>
              <a:defRPr sz="14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83" name="Text Placeholder 10">
            <a:extLst>
              <a:ext uri="{FF2B5EF4-FFF2-40B4-BE49-F238E27FC236}">
                <a16:creationId xmlns:a16="http://schemas.microsoft.com/office/drawing/2014/main" id="{B4D500F1-5592-F8BD-F2AE-66510F549B0F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9436681" y="4750920"/>
            <a:ext cx="2526092" cy="334502"/>
          </a:xfrm>
          <a:prstGeom prst="rect">
            <a:avLst/>
          </a:prstGeom>
        </p:spPr>
        <p:txBody>
          <a:bodyPr lIns="0" rIns="0" bIns="0" anchor="b" anchorCtr="0"/>
          <a:lstStyle>
            <a:lvl1pPr marL="0" indent="0">
              <a:lnSpc>
                <a:spcPct val="90000"/>
              </a:lnSpc>
              <a:buFontTx/>
              <a:buNone/>
              <a:defRPr sz="14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2" name="Text Placeholder 23">
            <a:extLst>
              <a:ext uri="{FF2B5EF4-FFF2-40B4-BE49-F238E27FC236}">
                <a16:creationId xmlns:a16="http://schemas.microsoft.com/office/drawing/2014/main" id="{C8918953-5885-23BF-9F1A-3201B823F02E}"/>
              </a:ext>
            </a:extLst>
          </p:cNvPr>
          <p:cNvSpPr>
            <a:spLocks noGrp="1"/>
          </p:cNvSpPr>
          <p:nvPr>
            <p:ph type="body" sz="quarter" idx="51"/>
          </p:nvPr>
        </p:nvSpPr>
        <p:spPr>
          <a:xfrm>
            <a:off x="3404369" y="5186197"/>
            <a:ext cx="2521734" cy="369884"/>
          </a:xfrm>
          <a:prstGeom prst="rect">
            <a:avLst/>
          </a:prstGeom>
        </p:spPr>
        <p:txBody>
          <a:bodyPr lIns="0" tIns="0"/>
          <a:lstStyle>
            <a:lvl1pPr marL="0" indent="0">
              <a:lnSpc>
                <a:spcPct val="90000"/>
              </a:lnSpc>
              <a:spcBef>
                <a:spcPts val="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23">
            <a:extLst>
              <a:ext uri="{FF2B5EF4-FFF2-40B4-BE49-F238E27FC236}">
                <a16:creationId xmlns:a16="http://schemas.microsoft.com/office/drawing/2014/main" id="{F41150BD-1122-CE91-C72D-08CA14B1EF73}"/>
              </a:ext>
            </a:extLst>
          </p:cNvPr>
          <p:cNvSpPr>
            <a:spLocks noGrp="1"/>
          </p:cNvSpPr>
          <p:nvPr>
            <p:ph type="body" sz="quarter" idx="52"/>
          </p:nvPr>
        </p:nvSpPr>
        <p:spPr>
          <a:xfrm>
            <a:off x="6422904" y="5186197"/>
            <a:ext cx="2521734" cy="369884"/>
          </a:xfrm>
          <a:prstGeom prst="rect">
            <a:avLst/>
          </a:prstGeom>
        </p:spPr>
        <p:txBody>
          <a:bodyPr lIns="0" tIns="0"/>
          <a:lstStyle>
            <a:lvl1pPr marL="0" indent="0">
              <a:lnSpc>
                <a:spcPct val="90000"/>
              </a:lnSpc>
              <a:spcBef>
                <a:spcPts val="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Text Placeholder 23">
            <a:extLst>
              <a:ext uri="{FF2B5EF4-FFF2-40B4-BE49-F238E27FC236}">
                <a16:creationId xmlns:a16="http://schemas.microsoft.com/office/drawing/2014/main" id="{2B5CDA7D-CF8E-AD07-05C5-600A8DD4DF92}"/>
              </a:ext>
            </a:extLst>
          </p:cNvPr>
          <p:cNvSpPr>
            <a:spLocks noGrp="1"/>
          </p:cNvSpPr>
          <p:nvPr>
            <p:ph type="body" sz="quarter" idx="53"/>
          </p:nvPr>
        </p:nvSpPr>
        <p:spPr>
          <a:xfrm>
            <a:off x="9439608" y="5186197"/>
            <a:ext cx="2521734" cy="369884"/>
          </a:xfrm>
          <a:prstGeom prst="rect">
            <a:avLst/>
          </a:prstGeom>
        </p:spPr>
        <p:txBody>
          <a:bodyPr lIns="0" tIns="0"/>
          <a:lstStyle>
            <a:lvl1pPr marL="0" indent="0">
              <a:lnSpc>
                <a:spcPct val="90000"/>
              </a:lnSpc>
              <a:spcBef>
                <a:spcPts val="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B3E1F7E1-0503-78B0-36B7-5C94E58374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7333A7F-B35F-37E4-8B89-46F3AC4B144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959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589508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umns 2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70706" y="3071813"/>
            <a:ext cx="5341491" cy="3189839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5" name="Text Placeholder 23">
            <a:extLst>
              <a:ext uri="{FF2B5EF4-FFF2-40B4-BE49-F238E27FC236}">
                <a16:creationId xmlns:a16="http://schemas.microsoft.com/office/drawing/2014/main" id="{7FF651C5-843E-F725-F62A-B3E02357D3D0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476935" y="3071813"/>
            <a:ext cx="5341491" cy="3189839"/>
          </a:xfrm>
          <a:prstGeom prst="rect">
            <a:avLst/>
          </a:prstGeom>
        </p:spPr>
        <p:txBody>
          <a:bodyPr lIns="0"/>
          <a:lstStyle>
            <a:lvl1pPr>
              <a:lnSpc>
                <a:spcPct val="100000"/>
              </a:lnSpc>
              <a:defRPr lang="en-US" sz="1400">
                <a:solidFill>
                  <a:schemeClr val="tx2"/>
                </a:solidFill>
              </a:defRPr>
            </a:lvl1pPr>
            <a:lvl2pPr>
              <a:lnSpc>
                <a:spcPct val="100000"/>
              </a:lnSpc>
              <a:defRPr lang="en-US" sz="1400">
                <a:solidFill>
                  <a:schemeClr val="tx2"/>
                </a:solidFill>
              </a:defRPr>
            </a:lvl2pPr>
            <a:lvl3pPr>
              <a:lnSpc>
                <a:spcPct val="100000"/>
              </a:lnSpc>
              <a:defRPr lang="en-US" sz="1400">
                <a:solidFill>
                  <a:schemeClr val="tx2"/>
                </a:solidFill>
              </a:defRPr>
            </a:lvl3pPr>
            <a:lvl4pPr>
              <a:lnSpc>
                <a:spcPct val="100000"/>
              </a:lnSpc>
              <a:defRPr lang="en-US" sz="1400">
                <a:solidFill>
                  <a:schemeClr val="tx2"/>
                </a:solidFill>
              </a:defRPr>
            </a:lvl4pPr>
            <a:lvl5pPr>
              <a:lnSpc>
                <a:spcPct val="100000"/>
              </a:lnSpc>
              <a:defRPr lang="en-CO" sz="1400">
                <a:solidFill>
                  <a:schemeClr val="tx2"/>
                </a:solidFill>
              </a:defRPr>
            </a:lvl5pPr>
          </a:lstStyle>
          <a:p>
            <a:pPr lvl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</a:pPr>
            <a:r>
              <a:rPr lang="en-US"/>
              <a:t>Click to edit Master text styles</a:t>
            </a:r>
          </a:p>
          <a:p>
            <a:pPr lvl="1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</a:pPr>
            <a:r>
              <a:rPr lang="en-US"/>
              <a:t>Second level</a:t>
            </a:r>
          </a:p>
          <a:p>
            <a:pPr lvl="2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</a:pPr>
            <a:r>
              <a:rPr lang="en-US"/>
              <a:t>Third level</a:t>
            </a:r>
          </a:p>
          <a:p>
            <a:pPr lvl="3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</a:pPr>
            <a:r>
              <a:rPr lang="en-US"/>
              <a:t>Fourth level</a:t>
            </a:r>
          </a:p>
          <a:p>
            <a:pPr lvl="4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</a:pPr>
            <a:r>
              <a:rPr lang="en-US"/>
              <a:t>Fifth level</a:t>
            </a:r>
            <a:endParaRPr lang="en-CO"/>
          </a:p>
        </p:txBody>
      </p:sp>
      <p:sp>
        <p:nvSpPr>
          <p:cNvPr id="2" name="Title 4">
            <a:extLst>
              <a:ext uri="{FF2B5EF4-FFF2-40B4-BE49-F238E27FC236}">
                <a16:creationId xmlns:a16="http://schemas.microsoft.com/office/drawing/2014/main" id="{AE9EA26A-3B63-C0B9-4FE6-5F5EBE23C38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99590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05F45824-6179-8D6A-AE00-620A30F51F3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959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201903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umns 3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70705" y="3071965"/>
            <a:ext cx="3429223" cy="3222818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6" name="Text Placeholder 23">
            <a:extLst>
              <a:ext uri="{FF2B5EF4-FFF2-40B4-BE49-F238E27FC236}">
                <a16:creationId xmlns:a16="http://schemas.microsoft.com/office/drawing/2014/main" id="{89FBA34F-08E2-697D-8B75-2A9BB6661EB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8384258" y="3071965"/>
            <a:ext cx="3429223" cy="3222818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8" name="Text Placeholder 23">
            <a:extLst>
              <a:ext uri="{FF2B5EF4-FFF2-40B4-BE49-F238E27FC236}">
                <a16:creationId xmlns:a16="http://schemas.microsoft.com/office/drawing/2014/main" id="{F14D94C3-B62B-AA45-7D8F-7B920A4B6DE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77482" y="3071965"/>
            <a:ext cx="3429223" cy="3222818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" name="Title 4">
            <a:extLst>
              <a:ext uri="{FF2B5EF4-FFF2-40B4-BE49-F238E27FC236}">
                <a16:creationId xmlns:a16="http://schemas.microsoft.com/office/drawing/2014/main" id="{B40EC66E-A312-2559-F1BA-40A381DE77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99590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451F4DB8-0DEC-B1E4-61E7-34D9A9727B4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959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130019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umns 4 [White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70705" y="3071171"/>
            <a:ext cx="2565167" cy="313464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0" name="Text Placeholder 23">
            <a:extLst>
              <a:ext uri="{FF2B5EF4-FFF2-40B4-BE49-F238E27FC236}">
                <a16:creationId xmlns:a16="http://schemas.microsoft.com/office/drawing/2014/main" id="{00B9CEDF-0F50-76E3-EFD3-ECB56539B3C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250588" y="3071171"/>
            <a:ext cx="2565167" cy="313464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2" name="Text Placeholder 23">
            <a:extLst>
              <a:ext uri="{FF2B5EF4-FFF2-40B4-BE49-F238E27FC236}">
                <a16:creationId xmlns:a16="http://schemas.microsoft.com/office/drawing/2014/main" id="{020E985A-F776-5439-E1C0-9C95E4F3585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330666" y="3071171"/>
            <a:ext cx="2565167" cy="313464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4" name="Text Placeholder 23">
            <a:extLst>
              <a:ext uri="{FF2B5EF4-FFF2-40B4-BE49-F238E27FC236}">
                <a16:creationId xmlns:a16="http://schemas.microsoft.com/office/drawing/2014/main" id="{210CD8F9-F547-8A7C-A475-AB0E0F63409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290627" y="3071171"/>
            <a:ext cx="2565167" cy="313464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" name="Title 4">
            <a:extLst>
              <a:ext uri="{FF2B5EF4-FFF2-40B4-BE49-F238E27FC236}">
                <a16:creationId xmlns:a16="http://schemas.microsoft.com/office/drawing/2014/main" id="{F54D7999-16B5-3AE4-7A88-212A6A40C5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99590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5686DC68-0640-28A8-CA58-C2A6AC7A057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959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5104057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es 2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EA8AA570-8C49-D00A-0427-BABCAC5C9EC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882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5" name="Text Placeholder 23">
            <a:extLst>
              <a:ext uri="{FF2B5EF4-FFF2-40B4-BE49-F238E27FC236}">
                <a16:creationId xmlns:a16="http://schemas.microsoft.com/office/drawing/2014/main" id="{6A545FFB-F900-7216-C6D0-1D624456C88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858522" y="3232870"/>
            <a:ext cx="4547978" cy="2391677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6" name="Text Placeholder 23">
            <a:extLst>
              <a:ext uri="{FF2B5EF4-FFF2-40B4-BE49-F238E27FC236}">
                <a16:creationId xmlns:a16="http://schemas.microsoft.com/office/drawing/2014/main" id="{59C99300-ACD5-4EC5-30CB-CDB467308C6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60970" y="3232870"/>
            <a:ext cx="4547978" cy="2391677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24194420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es 3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4046EE56-370C-41EE-11EC-BB1A84084A0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882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6" name="Text Placeholder 23">
            <a:extLst>
              <a:ext uri="{FF2B5EF4-FFF2-40B4-BE49-F238E27FC236}">
                <a16:creationId xmlns:a16="http://schemas.microsoft.com/office/drawing/2014/main" id="{95DEDE10-0010-2872-8F11-98F56F5862B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54188" y="3360309"/>
            <a:ext cx="2667660" cy="2290551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7" name="Text Placeholder 23">
            <a:extLst>
              <a:ext uri="{FF2B5EF4-FFF2-40B4-BE49-F238E27FC236}">
                <a16:creationId xmlns:a16="http://schemas.microsoft.com/office/drawing/2014/main" id="{324A01F8-BC8A-A1DF-3426-D0244F565BE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751178" y="3360309"/>
            <a:ext cx="2667660" cy="2290551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8" name="Text Placeholder 23">
            <a:extLst>
              <a:ext uri="{FF2B5EF4-FFF2-40B4-BE49-F238E27FC236}">
                <a16:creationId xmlns:a16="http://schemas.microsoft.com/office/drawing/2014/main" id="{76FC9F52-19EB-CB05-F70A-AB1E95D62BD8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8762632" y="3360309"/>
            <a:ext cx="2667660" cy="2290551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17655864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es 4 [White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23">
            <a:extLst>
              <a:ext uri="{FF2B5EF4-FFF2-40B4-BE49-F238E27FC236}">
                <a16:creationId xmlns:a16="http://schemas.microsoft.com/office/drawing/2014/main" id="{FF12D895-C7C3-6CC3-F1C8-D45E67FFE2C4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9624494" y="3429000"/>
            <a:ext cx="1923757" cy="2731929"/>
          </a:xfrm>
          <a:prstGeom prst="rect">
            <a:avLst/>
          </a:prstGeom>
        </p:spPr>
        <p:txBody>
          <a:bodyPr lIns="0" t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28175" y="3429000"/>
            <a:ext cx="1923757" cy="2731929"/>
          </a:xfrm>
          <a:prstGeom prst="rect">
            <a:avLst/>
          </a:prstGeom>
        </p:spPr>
        <p:txBody>
          <a:bodyPr lIns="0" t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7" name="Text Placeholder 23">
            <a:extLst>
              <a:ext uri="{FF2B5EF4-FFF2-40B4-BE49-F238E27FC236}">
                <a16:creationId xmlns:a16="http://schemas.microsoft.com/office/drawing/2014/main" id="{BE12F986-AC1B-EF1D-2512-3AD84CA270BF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6635967" y="3429000"/>
            <a:ext cx="1923757" cy="2731929"/>
          </a:xfrm>
          <a:prstGeom prst="rect">
            <a:avLst/>
          </a:prstGeom>
        </p:spPr>
        <p:txBody>
          <a:bodyPr lIns="0" t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33" name="Text Placeholder 23">
            <a:extLst>
              <a:ext uri="{FF2B5EF4-FFF2-40B4-BE49-F238E27FC236}">
                <a16:creationId xmlns:a16="http://schemas.microsoft.com/office/drawing/2014/main" id="{A6830976-5ABF-124C-9BD1-EFAE9DD05308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3680228" y="3429000"/>
            <a:ext cx="1923757" cy="2731929"/>
          </a:xfrm>
          <a:prstGeom prst="rect">
            <a:avLst/>
          </a:prstGeom>
        </p:spPr>
        <p:txBody>
          <a:bodyPr lIns="0" t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2360FF24-A5F9-CB47-A274-6F927063E03F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0706" y="883466"/>
            <a:ext cx="929882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283347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+ Content 1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98EBD20F-6DDA-4B7D-B9DA-6E49595FBE41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 flipH="1">
            <a:off x="8392072" y="0"/>
            <a:ext cx="3799928" cy="6857777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" name="Title 4">
            <a:extLst>
              <a:ext uri="{FF2B5EF4-FFF2-40B4-BE49-F238E27FC236}">
                <a16:creationId xmlns:a16="http://schemas.microsoft.com/office/drawing/2014/main" id="{06F214F9-0316-8E42-DC7D-5EDDD12BC8B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745428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8 words long</a:t>
            </a:r>
            <a:endParaRPr lang="en-CO"/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355EEE9E-022F-5ABD-978D-7AB444B18BA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70706" y="883466"/>
            <a:ext cx="7452936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8 words long</a:t>
            </a:r>
            <a:endParaRPr lang="en-US"/>
          </a:p>
        </p:txBody>
      </p:sp>
      <p:sp>
        <p:nvSpPr>
          <p:cNvPr id="9" name="Text Placeholder 23">
            <a:extLst>
              <a:ext uri="{FF2B5EF4-FFF2-40B4-BE49-F238E27FC236}">
                <a16:creationId xmlns:a16="http://schemas.microsoft.com/office/drawing/2014/main" id="{3641F56B-55D4-F7B2-0353-11179C5ED5AC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370705" y="1920670"/>
            <a:ext cx="7452936" cy="4447973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4pPr>
            <a:lvl5pPr marL="2057297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6793318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80">
          <p15:clr>
            <a:srgbClr val="FBAE40"/>
          </p15:clr>
        </p15:guide>
        <p15:guide id="2" pos="10537">
          <p15:clr>
            <a:srgbClr val="FBAE40"/>
          </p15:clr>
        </p15:guide>
        <p15:guide id="3" pos="4777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+ Content 2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7">
            <a:extLst>
              <a:ext uri="{FF2B5EF4-FFF2-40B4-BE49-F238E27FC236}">
                <a16:creationId xmlns:a16="http://schemas.microsoft.com/office/drawing/2014/main" id="{0EBA6DFE-A0AB-CED7-864C-958CB20B8F92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 flipH="1">
            <a:off x="6455989" y="0"/>
            <a:ext cx="5736011" cy="6858000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5725180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6 words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F7994508-4051-C2D2-96B5-61116E69DDD1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70706" y="883466"/>
            <a:ext cx="572518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Subtitles just one line with a max of 6 words</a:t>
            </a:r>
            <a:endParaRPr lang="en-US"/>
          </a:p>
        </p:txBody>
      </p:sp>
      <p:sp>
        <p:nvSpPr>
          <p:cNvPr id="3" name="Text Placeholder 23">
            <a:extLst>
              <a:ext uri="{FF2B5EF4-FFF2-40B4-BE49-F238E27FC236}">
                <a16:creationId xmlns:a16="http://schemas.microsoft.com/office/drawing/2014/main" id="{4F04480C-9683-CC3A-BFE8-7B03574EFF5B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370705" y="1920670"/>
            <a:ext cx="5725179" cy="4447973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4pPr>
            <a:lvl5pPr marL="2057297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2138056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26">
          <p15:clr>
            <a:srgbClr val="FBAE40"/>
          </p15:clr>
        </p15:guide>
        <p15:guide id="2" pos="8133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ll Out 1 [White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7">
            <a:extLst>
              <a:ext uri="{FF2B5EF4-FFF2-40B4-BE49-F238E27FC236}">
                <a16:creationId xmlns:a16="http://schemas.microsoft.com/office/drawing/2014/main" id="{179E3BA2-4362-1E20-6FC7-F57594D363C5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8364288" y="0"/>
            <a:ext cx="3827712" cy="4229100"/>
          </a:xfrm>
          <a:prstGeom prst="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70705" y="2582556"/>
            <a:ext cx="3429223" cy="3400272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8" name="Text Placeholder 23">
            <a:extLst>
              <a:ext uri="{FF2B5EF4-FFF2-40B4-BE49-F238E27FC236}">
                <a16:creationId xmlns:a16="http://schemas.microsoft.com/office/drawing/2014/main" id="{F14D94C3-B62B-AA45-7D8F-7B920A4B6DE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77482" y="2582556"/>
            <a:ext cx="3429223" cy="3400272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" name="Title 4">
            <a:extLst>
              <a:ext uri="{FF2B5EF4-FFF2-40B4-BE49-F238E27FC236}">
                <a16:creationId xmlns:a16="http://schemas.microsoft.com/office/drawing/2014/main" id="{06F214F9-0316-8E42-DC7D-5EDDD12BC8B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745428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8 words long</a:t>
            </a:r>
            <a:endParaRPr lang="en-CO"/>
          </a:p>
        </p:txBody>
      </p:sp>
      <p:sp>
        <p:nvSpPr>
          <p:cNvPr id="6" name="Round Single Corner Rectangle 5">
            <a:extLst>
              <a:ext uri="{FF2B5EF4-FFF2-40B4-BE49-F238E27FC236}">
                <a16:creationId xmlns:a16="http://schemas.microsoft.com/office/drawing/2014/main" id="{AE852A5A-6FD5-E1D7-24B6-A616472FD154}"/>
              </a:ext>
            </a:extLst>
          </p:cNvPr>
          <p:cNvSpPr/>
          <p:nvPr userDrawn="1"/>
        </p:nvSpPr>
        <p:spPr>
          <a:xfrm flipH="1" flipV="1">
            <a:off x="8364288" y="4229100"/>
            <a:ext cx="3827712" cy="2628900"/>
          </a:xfrm>
          <a:prstGeom prst="round1Rect">
            <a:avLst>
              <a:gd name="adj" fmla="val 18599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11" name="Text Placeholder 23">
            <a:extLst>
              <a:ext uri="{FF2B5EF4-FFF2-40B4-BE49-F238E27FC236}">
                <a16:creationId xmlns:a16="http://schemas.microsoft.com/office/drawing/2014/main" id="{C2E29A78-272E-CDF5-1CE4-BA206DB6B77D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8778317" y="4615434"/>
            <a:ext cx="2978253" cy="1442327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2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  <a:endParaRPr lang="en-CO"/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A9267F07-31E6-7ADA-17F0-DD46860ADA4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70706" y="883466"/>
            <a:ext cx="745428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8 words long</a:t>
            </a:r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E887E3B-AE6C-7642-BF94-3C6A51005C03}"/>
              </a:ext>
            </a:extLst>
          </p:cNvPr>
          <p:cNvSpPr txBox="1"/>
          <p:nvPr userDrawn="1"/>
        </p:nvSpPr>
        <p:spPr>
          <a:xfrm>
            <a:off x="9495692" y="6471444"/>
            <a:ext cx="2325602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32470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80">
          <p15:clr>
            <a:srgbClr val="FBAE40"/>
          </p15:clr>
        </p15:guide>
        <p15:guide id="2" pos="10537">
          <p15:clr>
            <a:srgbClr val="FBAE40"/>
          </p15:clr>
        </p15:guide>
        <p15:guide id="3" pos="4777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ll Out 2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7">
            <a:extLst>
              <a:ext uri="{FF2B5EF4-FFF2-40B4-BE49-F238E27FC236}">
                <a16:creationId xmlns:a16="http://schemas.microsoft.com/office/drawing/2014/main" id="{0EBA6DFE-A0AB-CED7-864C-958CB20B8F92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455989" y="0"/>
            <a:ext cx="5736011" cy="4165600"/>
          </a:xfrm>
          <a:prstGeom prst="rect">
            <a:avLst/>
          </a:prstGeom>
          <a:solidFill>
            <a:schemeClr val="tx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5" name="Round Single Corner Rectangle 4">
            <a:extLst>
              <a:ext uri="{FF2B5EF4-FFF2-40B4-BE49-F238E27FC236}">
                <a16:creationId xmlns:a16="http://schemas.microsoft.com/office/drawing/2014/main" id="{B4F0BB9C-D685-92E0-4968-9FE5670B9191}"/>
              </a:ext>
            </a:extLst>
          </p:cNvPr>
          <p:cNvSpPr/>
          <p:nvPr userDrawn="1"/>
        </p:nvSpPr>
        <p:spPr>
          <a:xfrm flipH="1" flipV="1">
            <a:off x="6455989" y="4165600"/>
            <a:ext cx="5736011" cy="2692177"/>
          </a:xfrm>
          <a:prstGeom prst="round1Rect">
            <a:avLst>
              <a:gd name="adj" fmla="val 22328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1"/>
              </a:solidFill>
            </a:endParaRP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371265" y="386557"/>
            <a:ext cx="450029" cy="275000"/>
          </a:xfrm>
          <a:prstGeom prst="rect">
            <a:avLst/>
          </a:prstGeom>
        </p:spPr>
      </p:pic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5725180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6 words</a:t>
            </a:r>
            <a:endParaRPr lang="en-CO"/>
          </a:p>
        </p:txBody>
      </p:sp>
      <p:sp>
        <p:nvSpPr>
          <p:cNvPr id="7" name="Text Placeholder 23">
            <a:extLst>
              <a:ext uri="{FF2B5EF4-FFF2-40B4-BE49-F238E27FC236}">
                <a16:creationId xmlns:a16="http://schemas.microsoft.com/office/drawing/2014/main" id="{23DF1AD2-4F08-B53D-69FD-C0D6A76C4C78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370706" y="1922655"/>
            <a:ext cx="5365656" cy="4445988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4pPr>
            <a:lvl5pPr marL="2057297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  <a:endParaRPr lang="en-CO"/>
          </a:p>
        </p:txBody>
      </p:sp>
      <p:sp>
        <p:nvSpPr>
          <p:cNvPr id="12" name="Text Placeholder 23">
            <a:extLst>
              <a:ext uri="{FF2B5EF4-FFF2-40B4-BE49-F238E27FC236}">
                <a16:creationId xmlns:a16="http://schemas.microsoft.com/office/drawing/2014/main" id="{896B4E8D-2A57-AB88-019D-18FC5942D96C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6901428" y="4577112"/>
            <a:ext cx="4561976" cy="1436846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4pPr>
            <a:lvl5pPr marL="2057297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3392E8BC-BE36-9F64-6289-94970AB93A70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70706" y="883466"/>
            <a:ext cx="572518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Subtitles just one line with a max of 6 words</a:t>
            </a:r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4C46A6A-0F6B-D12A-AC71-231F6AE01347}"/>
              </a:ext>
            </a:extLst>
          </p:cNvPr>
          <p:cNvSpPr txBox="1"/>
          <p:nvPr userDrawn="1"/>
        </p:nvSpPr>
        <p:spPr>
          <a:xfrm>
            <a:off x="9495692" y="6471444"/>
            <a:ext cx="2325602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81691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26">
          <p15:clr>
            <a:srgbClr val="FBAE40"/>
          </p15:clr>
        </p15:guide>
        <p15:guide id="2" pos="8133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+ Content [Navy + 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ound Single Corner Rectangle 1">
            <a:extLst>
              <a:ext uri="{FF2B5EF4-FFF2-40B4-BE49-F238E27FC236}">
                <a16:creationId xmlns:a16="http://schemas.microsoft.com/office/drawing/2014/main" id="{82EEFBF9-D385-D441-15A7-6B74FDE5C1D9}"/>
              </a:ext>
            </a:extLst>
          </p:cNvPr>
          <p:cNvSpPr/>
          <p:nvPr userDrawn="1"/>
        </p:nvSpPr>
        <p:spPr>
          <a:xfrm>
            <a:off x="0" y="0"/>
            <a:ext cx="6455989" cy="6858000"/>
          </a:xfrm>
          <a:prstGeom prst="round1Rect">
            <a:avLst>
              <a:gd name="adj" fmla="val 1289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6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150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bg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5725180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6 words</a:t>
            </a:r>
            <a:endParaRPr lang="en-CO"/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A6CD9EC9-7817-28A3-F109-8988E214DF77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70706" y="883466"/>
            <a:ext cx="572518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Subtitles just one line with a max of 6 words</a:t>
            </a:r>
            <a:endParaRPr lang="en-US"/>
          </a:p>
        </p:txBody>
      </p:sp>
      <p:sp>
        <p:nvSpPr>
          <p:cNvPr id="12" name="Text Placeholder 23">
            <a:extLst>
              <a:ext uri="{FF2B5EF4-FFF2-40B4-BE49-F238E27FC236}">
                <a16:creationId xmlns:a16="http://schemas.microsoft.com/office/drawing/2014/main" id="{7F449FFA-D7D8-071A-823B-E4FD5E89E112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370706" y="1920670"/>
            <a:ext cx="5723240" cy="4447973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4pPr>
            <a:lvl5pPr marL="2057297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  <a:endParaRPr lang="en-CO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A413112-B92C-1403-53C4-32CF7A5EB097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893424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26">
          <p15:clr>
            <a:srgbClr val="FBAE40"/>
          </p15:clr>
        </p15:guide>
        <p15:guide id="2" pos="8133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+ Content [Light Gray + 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ound Single Corner Rectangle 2">
            <a:extLst>
              <a:ext uri="{FF2B5EF4-FFF2-40B4-BE49-F238E27FC236}">
                <a16:creationId xmlns:a16="http://schemas.microsoft.com/office/drawing/2014/main" id="{9E1E1169-3661-FE5F-80B2-F61D1F847A8D}"/>
              </a:ext>
            </a:extLst>
          </p:cNvPr>
          <p:cNvSpPr/>
          <p:nvPr userDrawn="1"/>
        </p:nvSpPr>
        <p:spPr>
          <a:xfrm>
            <a:off x="0" y="0"/>
            <a:ext cx="6455989" cy="6858000"/>
          </a:xfrm>
          <a:prstGeom prst="round1Rect">
            <a:avLst>
              <a:gd name="adj" fmla="val 12890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6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150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bg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5725180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6 words</a:t>
            </a:r>
            <a:endParaRPr lang="en-CO"/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A6CD9EC9-7817-28A3-F109-8988E214DF77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70706" y="883466"/>
            <a:ext cx="572518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Subtitles just one line with a max of 6 words</a:t>
            </a:r>
            <a:endParaRPr lang="en-US"/>
          </a:p>
        </p:txBody>
      </p:sp>
      <p:sp>
        <p:nvSpPr>
          <p:cNvPr id="12" name="Text Placeholder 23">
            <a:extLst>
              <a:ext uri="{FF2B5EF4-FFF2-40B4-BE49-F238E27FC236}">
                <a16:creationId xmlns:a16="http://schemas.microsoft.com/office/drawing/2014/main" id="{7F449FFA-D7D8-071A-823B-E4FD5E89E112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370706" y="1920670"/>
            <a:ext cx="5723240" cy="4447973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4pPr>
            <a:lvl5pPr marL="2057297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  <a:endParaRPr lang="en-CO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5B32C4E-FF2A-4A41-B9E5-83EB2D5A330C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2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2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4681149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26">
          <p15:clr>
            <a:srgbClr val="FBAE40"/>
          </p15:clr>
        </p15:guide>
        <p15:guide id="2" pos="8133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bar 1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ound Single Corner Rectangle 4">
            <a:extLst>
              <a:ext uri="{FF2B5EF4-FFF2-40B4-BE49-F238E27FC236}">
                <a16:creationId xmlns:a16="http://schemas.microsoft.com/office/drawing/2014/main" id="{749CCFB0-32B1-D1FB-4F05-4E8DFB7B68B3}"/>
              </a:ext>
            </a:extLst>
          </p:cNvPr>
          <p:cNvSpPr/>
          <p:nvPr userDrawn="1"/>
        </p:nvSpPr>
        <p:spPr>
          <a:xfrm>
            <a:off x="-399" y="223"/>
            <a:ext cx="3792390" cy="6857777"/>
          </a:xfrm>
          <a:prstGeom prst="round1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75444"/>
            <a:ext cx="3049259" cy="1156176"/>
          </a:xfrm>
          <a:prstGeom prst="rect">
            <a:avLst/>
          </a:prstGeom>
        </p:spPr>
        <p:txBody>
          <a:bodyPr lIns="0" anchor="ctr"/>
          <a:lstStyle>
            <a:lvl1pPr>
              <a:buClr>
                <a:schemeClr val="accent4"/>
              </a:buCl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</a:t>
            </a:r>
            <a:endParaRPr lang="en-CO"/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054A3338-4F9A-0C35-CCFE-2299102AC20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85405" y="1707745"/>
            <a:ext cx="7373326" cy="38277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Clr>
                <a:schemeClr val="accent4"/>
              </a:buClr>
              <a:buFontTx/>
              <a:buNone/>
              <a:defRPr sz="17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7" name="Text Placeholder 23">
            <a:extLst>
              <a:ext uri="{FF2B5EF4-FFF2-40B4-BE49-F238E27FC236}">
                <a16:creationId xmlns:a16="http://schemas.microsoft.com/office/drawing/2014/main" id="{6B9F78AB-4D35-2D7E-CDA7-72015E222D5B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4385405" y="2194627"/>
            <a:ext cx="7373326" cy="4107586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C75E28AE-5682-0643-4D74-AF06C87D6E0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370820" y="4192403"/>
            <a:ext cx="3049259" cy="38277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Clr>
                <a:schemeClr val="accent4"/>
              </a:buClr>
              <a:buFontTx/>
              <a:buNone/>
              <a:defRPr sz="17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19" name="Text Placeholder 23">
            <a:extLst>
              <a:ext uri="{FF2B5EF4-FFF2-40B4-BE49-F238E27FC236}">
                <a16:creationId xmlns:a16="http://schemas.microsoft.com/office/drawing/2014/main" id="{1437A683-F53B-FC37-96BD-37912FA1D415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370820" y="4696219"/>
            <a:ext cx="3049259" cy="1605994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0C0069F-D8E6-B003-13C7-CE9561D97E69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5975632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77">
          <p15:clr>
            <a:srgbClr val="FBAE40"/>
          </p15:clr>
        </p15:guide>
        <p15:guide id="2" pos="5502">
          <p15:clr>
            <a:srgbClr val="FBAE40"/>
          </p15:clr>
        </p15:guide>
        <p15:guide id="3" pos="10560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bar 2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 Single Corner Rectangle 9">
            <a:extLst>
              <a:ext uri="{FF2B5EF4-FFF2-40B4-BE49-F238E27FC236}">
                <a16:creationId xmlns:a16="http://schemas.microsoft.com/office/drawing/2014/main" id="{B84375FE-5037-FEB4-A9B0-00030B51B50F}"/>
              </a:ext>
            </a:extLst>
          </p:cNvPr>
          <p:cNvSpPr/>
          <p:nvPr userDrawn="1"/>
        </p:nvSpPr>
        <p:spPr>
          <a:xfrm>
            <a:off x="-399" y="223"/>
            <a:ext cx="3792390" cy="6857777"/>
          </a:xfrm>
          <a:prstGeom prst="round1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7EF92B85-771D-C9B2-AF98-19D61344F75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3791297" y="3057379"/>
            <a:ext cx="8400703" cy="3800621"/>
          </a:xfrm>
          <a:prstGeom prst="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75444"/>
            <a:ext cx="3049259" cy="1156176"/>
          </a:xfrm>
          <a:prstGeom prst="rect">
            <a:avLst/>
          </a:prstGeom>
        </p:spPr>
        <p:txBody>
          <a:bodyPr lIns="0" anchor="ctr"/>
          <a:lstStyle>
            <a:lvl1pPr>
              <a:buClr>
                <a:schemeClr val="accent4"/>
              </a:buCl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</a:t>
            </a:r>
            <a:endParaRPr lang="en-CO"/>
          </a:p>
        </p:txBody>
      </p:sp>
      <p:sp>
        <p:nvSpPr>
          <p:cNvPr id="4" name="Text Placeholder 10">
            <a:extLst>
              <a:ext uri="{FF2B5EF4-FFF2-40B4-BE49-F238E27FC236}">
                <a16:creationId xmlns:a16="http://schemas.microsoft.com/office/drawing/2014/main" id="{0E18D139-08F1-1A74-4980-3683A4FC10D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370820" y="4192403"/>
            <a:ext cx="3049259" cy="382772"/>
          </a:xfrm>
          <a:prstGeom prst="rect">
            <a:avLst/>
          </a:prstGeom>
        </p:spPr>
        <p:txBody>
          <a:bodyPr lIns="0" rIns="0" bIns="0" anchor="b" anchorCtr="0"/>
          <a:lstStyle>
            <a:lvl1pPr marL="0" indent="0">
              <a:buClr>
                <a:schemeClr val="accent4"/>
              </a:buClr>
              <a:buFontTx/>
              <a:buNone/>
              <a:defRPr sz="17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7" name="Text Placeholder 23">
            <a:extLst>
              <a:ext uri="{FF2B5EF4-FFF2-40B4-BE49-F238E27FC236}">
                <a16:creationId xmlns:a16="http://schemas.microsoft.com/office/drawing/2014/main" id="{3940F31E-F63C-F192-E47D-59896FE97176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370820" y="4696219"/>
            <a:ext cx="3049259" cy="1605994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3452F2F1-FAB7-33BC-263A-6DD09E8563E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385405" y="700825"/>
            <a:ext cx="3439098" cy="38277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Clr>
                <a:schemeClr val="accent4"/>
              </a:buClr>
              <a:buFontTx/>
              <a:buNone/>
              <a:defRPr sz="17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11" name="Text Placeholder 23">
            <a:extLst>
              <a:ext uri="{FF2B5EF4-FFF2-40B4-BE49-F238E27FC236}">
                <a16:creationId xmlns:a16="http://schemas.microsoft.com/office/drawing/2014/main" id="{BEEA48E0-3FAB-E8E4-FBCA-4777F9523740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4385405" y="1187707"/>
            <a:ext cx="3439098" cy="1605994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24EB401D-D6FE-3B9F-06BF-1F5C59C3F39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8400105" y="700825"/>
            <a:ext cx="3439098" cy="38277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Clr>
                <a:schemeClr val="accent4"/>
              </a:buClr>
              <a:buFontTx/>
              <a:buNone/>
              <a:defRPr sz="17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13" name="Text Placeholder 23">
            <a:extLst>
              <a:ext uri="{FF2B5EF4-FFF2-40B4-BE49-F238E27FC236}">
                <a16:creationId xmlns:a16="http://schemas.microsoft.com/office/drawing/2014/main" id="{446EDDD6-1BAF-4B87-CD33-0AA661F7AE51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8400105" y="1187707"/>
            <a:ext cx="3439098" cy="1605994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5BE3AD4-1CCD-5064-8CC2-275398DCAD5D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575270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77">
          <p15:clr>
            <a:srgbClr val="FBAE40"/>
          </p15:clr>
        </p15:guide>
        <p15:guide id="2" pos="5502">
          <p15:clr>
            <a:srgbClr val="FBAE40"/>
          </p15:clr>
        </p15:guide>
        <p15:guide id="3" pos="10560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bar 1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 Single Corner Rectangle 5">
            <a:extLst>
              <a:ext uri="{FF2B5EF4-FFF2-40B4-BE49-F238E27FC236}">
                <a16:creationId xmlns:a16="http://schemas.microsoft.com/office/drawing/2014/main" id="{C4BBBF55-495C-D2EF-9C8C-F3D5B9A491A3}"/>
              </a:ext>
            </a:extLst>
          </p:cNvPr>
          <p:cNvSpPr/>
          <p:nvPr userDrawn="1"/>
        </p:nvSpPr>
        <p:spPr>
          <a:xfrm>
            <a:off x="-399" y="223"/>
            <a:ext cx="3792390" cy="6857777"/>
          </a:xfrm>
          <a:prstGeom prst="round1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75444"/>
            <a:ext cx="3049259" cy="1156176"/>
          </a:xfrm>
          <a:prstGeom prst="rect">
            <a:avLst/>
          </a:prstGeom>
        </p:spPr>
        <p:txBody>
          <a:bodyPr lIns="0" anchor="ctr"/>
          <a:lstStyle>
            <a:lvl1pPr>
              <a:buClr>
                <a:schemeClr val="accent4"/>
              </a:buCl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B30832DB-C041-F47E-ABFA-9FB746EDE31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370820" y="4192403"/>
            <a:ext cx="3049259" cy="38277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Clr>
                <a:schemeClr val="accent4"/>
              </a:buClr>
              <a:buFontTx/>
              <a:buNone/>
              <a:defRPr sz="17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3" name="Text Placeholder 23">
            <a:extLst>
              <a:ext uri="{FF2B5EF4-FFF2-40B4-BE49-F238E27FC236}">
                <a16:creationId xmlns:a16="http://schemas.microsoft.com/office/drawing/2014/main" id="{160F4EC6-C5D2-6280-8E33-6AE313D58DCB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370820" y="4696219"/>
            <a:ext cx="3049259" cy="1605994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4" name="Text Placeholder 10">
            <a:extLst>
              <a:ext uri="{FF2B5EF4-FFF2-40B4-BE49-F238E27FC236}">
                <a16:creationId xmlns:a16="http://schemas.microsoft.com/office/drawing/2014/main" id="{219F7663-FDEA-FAC2-B097-CF5EA0C854C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85405" y="1707745"/>
            <a:ext cx="7373326" cy="38277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Clr>
                <a:schemeClr val="accent4"/>
              </a:buClr>
              <a:buFontTx/>
              <a:buNone/>
              <a:defRPr sz="1700" b="1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7" name="Text Placeholder 23">
            <a:extLst>
              <a:ext uri="{FF2B5EF4-FFF2-40B4-BE49-F238E27FC236}">
                <a16:creationId xmlns:a16="http://schemas.microsoft.com/office/drawing/2014/main" id="{F6A3F126-3BDD-53D0-4F6B-ECBC6D52C8D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4385405" y="2194627"/>
            <a:ext cx="7373326" cy="4107586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A0EB77E-1A82-2F85-BFBC-8E73ACCB8FA6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1321995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77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1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AC4EE1AF-96AB-C6DB-584E-6E237C60FC4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3805963" y="0"/>
            <a:ext cx="8386037" cy="6858000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B7CDC456-A6D8-6176-5BAF-8185F6AD24F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1478378"/>
            <a:ext cx="3081409" cy="616553"/>
          </a:xfrm>
        </p:spPr>
        <p:txBody>
          <a:bodyPr/>
          <a:lstStyle>
            <a:lvl1pPr>
              <a:defRPr sz="1800"/>
            </a:lvl1pPr>
          </a:lstStyle>
          <a:p>
            <a:r>
              <a:rPr lang="en-US"/>
              <a:t>This is a short subtitle placeholder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203467526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2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0FC539-D5CA-37AA-2FF2-15F0C1E11348}"/>
              </a:ext>
            </a:extLst>
          </p:cNvPr>
          <p:cNvSpPr/>
          <p:nvPr userDrawn="1"/>
        </p:nvSpPr>
        <p:spPr>
          <a:xfrm>
            <a:off x="7622691" y="0"/>
            <a:ext cx="4569309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1"/>
              </a:solidFill>
            </a:endParaRPr>
          </a:p>
        </p:txBody>
      </p:sp>
      <p:sp>
        <p:nvSpPr>
          <p:cNvPr id="8" name="Picture Placeholder 6">
            <a:extLst>
              <a:ext uri="{FF2B5EF4-FFF2-40B4-BE49-F238E27FC236}">
                <a16:creationId xmlns:a16="http://schemas.microsoft.com/office/drawing/2014/main" id="{733F1F8F-3D16-80F4-8CBB-B63BCF51E68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2690" y="3423168"/>
            <a:ext cx="4569309" cy="3434832"/>
          </a:xfrm>
          <a:prstGeom prst="round1Rect">
            <a:avLst>
              <a:gd name="adj" fmla="val 28354"/>
            </a:avLst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70705" y="2582556"/>
            <a:ext cx="3053585" cy="3400272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500">
                <a:solidFill>
                  <a:schemeClr val="tx2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500">
                <a:solidFill>
                  <a:schemeClr val="tx2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5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500">
                <a:solidFill>
                  <a:schemeClr val="tx2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5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6" name="Text Placeholder 23">
            <a:extLst>
              <a:ext uri="{FF2B5EF4-FFF2-40B4-BE49-F238E27FC236}">
                <a16:creationId xmlns:a16="http://schemas.microsoft.com/office/drawing/2014/main" id="{7B0351D5-D183-A057-3065-6CA4F06A8E78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187433" y="2582556"/>
            <a:ext cx="3053585" cy="3400272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500">
                <a:solidFill>
                  <a:schemeClr val="tx2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500">
                <a:solidFill>
                  <a:schemeClr val="tx2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5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500">
                <a:solidFill>
                  <a:schemeClr val="tx2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5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7" name="Title 4">
            <a:extLst>
              <a:ext uri="{FF2B5EF4-FFF2-40B4-BE49-F238E27FC236}">
                <a16:creationId xmlns:a16="http://schemas.microsoft.com/office/drawing/2014/main" id="{EC950B42-EF08-9A42-8B29-D9D045B0EA7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59261"/>
            <a:ext cx="6488526" cy="801202"/>
          </a:xfrm>
          <a:prstGeom prst="rect">
            <a:avLst/>
          </a:prstGeom>
        </p:spPr>
        <p:txBody>
          <a:bodyPr lIns="0" anchor="t" anchorCtr="0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3341870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80">
          <p15:clr>
            <a:srgbClr val="FBAE40"/>
          </p15:clr>
        </p15:guide>
        <p15:guide id="2" pos="10537">
          <p15:clr>
            <a:srgbClr val="FBAE40"/>
          </p15:clr>
        </p15:guide>
        <p15:guide id="3" pos="4793" userDrawn="1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3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6">
            <a:extLst>
              <a:ext uri="{FF2B5EF4-FFF2-40B4-BE49-F238E27FC236}">
                <a16:creationId xmlns:a16="http://schemas.microsoft.com/office/drawing/2014/main" id="{E9B261E1-49C8-220C-13B9-84E029BCDFF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8004364" y="0"/>
            <a:ext cx="4187635" cy="6858000"/>
          </a:xfrm>
          <a:prstGeom prst="round1Rect">
            <a:avLst/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1748"/>
            <a:ext cx="7262839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8 words long</a:t>
            </a:r>
            <a:endParaRPr lang="en-CO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A652A472-C71D-DE21-B5A2-781E976A38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70705" y="3429001"/>
            <a:ext cx="3435258" cy="153118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24CC9714-3177-AF42-995E-7FBD2FBC2207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4187534" y="3429001"/>
            <a:ext cx="3435258" cy="153118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B5885F83-6CCB-2E84-7C04-8921ADF1DFB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70705" y="883466"/>
            <a:ext cx="7262839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8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45275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815" userDrawn="1">
          <p15:clr>
            <a:srgbClr val="FBAE40"/>
          </p15:clr>
        </p15:guide>
        <p15:guide id="2" pos="5502">
          <p15:clr>
            <a:srgbClr val="FBAE40"/>
          </p15:clr>
        </p15:guide>
        <p15:guide id="3" pos="10560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4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3E6C8898-42BC-F63B-0FA7-5135BEA52B9B}"/>
              </a:ext>
            </a:extLst>
          </p:cNvPr>
          <p:cNvSpPr/>
          <p:nvPr userDrawn="1"/>
        </p:nvSpPr>
        <p:spPr>
          <a:xfrm rot="10800000" flipH="1">
            <a:off x="8386037" y="1902407"/>
            <a:ext cx="3816728" cy="4961425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CF47AD1-D800-8EE5-1A90-B8F964F07CD4}"/>
              </a:ext>
            </a:extLst>
          </p:cNvPr>
          <p:cNvSpPr/>
          <p:nvPr userDrawn="1"/>
        </p:nvSpPr>
        <p:spPr>
          <a:xfrm rot="10800000" flipH="1">
            <a:off x="3424293" y="1902408"/>
            <a:ext cx="4961744" cy="4961424"/>
          </a:xfrm>
          <a:prstGeom prst="rect">
            <a:avLst/>
          </a:prstGeom>
          <a:gradFill>
            <a:gsLst>
              <a:gs pos="69000">
                <a:schemeClr val="bg1"/>
              </a:gs>
              <a:gs pos="0">
                <a:schemeClr val="tx2"/>
              </a:gs>
              <a:gs pos="100000">
                <a:schemeClr val="accent5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latin typeface="+mn-lt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8828E27-DE4D-1292-BFF3-051BEDB7984D}"/>
              </a:ext>
            </a:extLst>
          </p:cNvPr>
          <p:cNvSpPr txBox="1"/>
          <p:nvPr userDrawn="1"/>
        </p:nvSpPr>
        <p:spPr>
          <a:xfrm>
            <a:off x="9261231" y="6471444"/>
            <a:ext cx="2560063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DF9A554A-B870-5B35-4539-A7F45F6ADDA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1902408"/>
            <a:ext cx="4569308" cy="4955592"/>
          </a:xfrm>
          <a:prstGeom prst="round1Rect">
            <a:avLst/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" name="Title 4">
            <a:extLst>
              <a:ext uri="{FF2B5EF4-FFF2-40B4-BE49-F238E27FC236}">
                <a16:creationId xmlns:a16="http://schemas.microsoft.com/office/drawing/2014/main" id="{AE5545AB-60E0-F4B0-747E-453D1E4720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59261"/>
            <a:ext cx="6488526" cy="801202"/>
          </a:xfrm>
          <a:prstGeom prst="rect">
            <a:avLst/>
          </a:prstGeom>
        </p:spPr>
        <p:txBody>
          <a:bodyPr lIns="0" anchor="t" anchorCtr="0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54B10517-D51C-C252-DAB5-0E7C26D8A7B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 flipH="1">
            <a:off x="4950980" y="4192297"/>
            <a:ext cx="3053383" cy="173482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n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10">
            <a:extLst>
              <a:ext uri="{FF2B5EF4-FFF2-40B4-BE49-F238E27FC236}">
                <a16:creationId xmlns:a16="http://schemas.microsoft.com/office/drawing/2014/main" id="{6522B3BA-6BD4-E9E7-46E7-9B3C761177A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8767708" y="4192295"/>
            <a:ext cx="3053383" cy="173482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n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</a:t>
            </a:r>
          </a:p>
        </p:txBody>
      </p:sp>
    </p:spTree>
    <p:extLst>
      <p:ext uri="{BB962C8B-B14F-4D97-AF65-F5344CB8AC3E}">
        <p14:creationId xmlns:p14="http://schemas.microsoft.com/office/powerpoint/2010/main" val="3724034668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5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Image 2" descr=" ">
            <a:extLst>
              <a:ext uri="{FF2B5EF4-FFF2-40B4-BE49-F238E27FC236}">
                <a16:creationId xmlns:a16="http://schemas.microsoft.com/office/drawing/2014/main" id="{356D3C97-1C87-4852-5F38-CE7705F06F09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9525789" y="4186464"/>
            <a:ext cx="2666211" cy="2671536"/>
          </a:xfrm>
          <a:prstGeom prst="rect">
            <a:avLst/>
          </a:prstGeom>
        </p:spPr>
      </p:pic>
      <p:sp>
        <p:nvSpPr>
          <p:cNvPr id="10" name="Shape 1">
            <a:extLst>
              <a:ext uri="{FF2B5EF4-FFF2-40B4-BE49-F238E27FC236}">
                <a16:creationId xmlns:a16="http://schemas.microsoft.com/office/drawing/2014/main" id="{36F05275-6F7A-8B84-9A1D-7686C42B1449}"/>
              </a:ext>
            </a:extLst>
          </p:cNvPr>
          <p:cNvSpPr/>
          <p:nvPr userDrawn="1"/>
        </p:nvSpPr>
        <p:spPr>
          <a:xfrm>
            <a:off x="6859345" y="4186464"/>
            <a:ext cx="2666211" cy="2671536"/>
          </a:xfrm>
          <a:prstGeom prst="rect">
            <a:avLst/>
          </a:prstGeom>
          <a:solidFill>
            <a:schemeClr val="bg1"/>
          </a:solidFill>
          <a:ln/>
        </p:spPr>
        <p:txBody>
          <a:bodyPr/>
          <a:lstStyle/>
          <a:p>
            <a:endParaRPr lang="en-CO" sz="900">
              <a:solidFill>
                <a:schemeClr val="tx1"/>
              </a:solidFill>
            </a:endParaRPr>
          </a:p>
        </p:txBody>
      </p:sp>
      <p:sp>
        <p:nvSpPr>
          <p:cNvPr id="4" name="Image 2" descr=" ">
            <a:extLst>
              <a:ext uri="{FF2B5EF4-FFF2-40B4-BE49-F238E27FC236}">
                <a16:creationId xmlns:a16="http://schemas.microsoft.com/office/drawing/2014/main" id="{38E68090-2F9F-4CC5-B991-9B6CEC9D8151}"/>
              </a:ext>
            </a:extLst>
          </p:cNvPr>
          <p:cNvSpPr/>
          <p:nvPr/>
        </p:nvSpPr>
        <p:spPr>
          <a:xfrm flipH="1">
            <a:off x="6859345" y="0"/>
            <a:ext cx="5332655" cy="4186464"/>
          </a:xfrm>
          <a:prstGeom prst="round1Rect">
            <a:avLst/>
          </a:prstGeom>
          <a:gradFill>
            <a:gsLst>
              <a:gs pos="0">
                <a:srgbClr val="001744"/>
              </a:gs>
              <a:gs pos="50000">
                <a:srgbClr val="256CF7"/>
              </a:gs>
              <a:gs pos="100000">
                <a:srgbClr val="25D1F7"/>
              </a:gs>
            </a:gsLst>
            <a:lin ang="5400000" scaled="1"/>
          </a:gradFill>
          <a:ln w="9860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D3DA0841-BA73-02CF-7C10-1EC6CB7416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9885940" y="4573944"/>
            <a:ext cx="1908364" cy="3709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0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8DC0588D-F7D8-2959-29DA-1B8618E4E58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238269" y="4573944"/>
            <a:ext cx="1908364" cy="3709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0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D9F53117-2C06-6E16-ADDF-EBD71FAECDC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238269" y="757464"/>
            <a:ext cx="1908364" cy="3709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0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BDC4EF40-A61A-BA65-38CD-C53FF6B8CA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370819" y="1902410"/>
            <a:ext cx="5332654" cy="207122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itle 6">
            <a:extLst>
              <a:ext uri="{FF2B5EF4-FFF2-40B4-BE49-F238E27FC236}">
                <a16:creationId xmlns:a16="http://schemas.microsoft.com/office/drawing/2014/main" id="{D5A0259D-4517-2B05-49BC-3952F30FA28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38328"/>
            <a:ext cx="5331600" cy="749808"/>
          </a:xfrm>
        </p:spPr>
        <p:txBody>
          <a:bodyPr/>
          <a:lstStyle/>
          <a:p>
            <a:r>
              <a:rPr lang="en-US">
                <a:effectLst/>
              </a:rPr>
              <a:t>Medium header with a max </a:t>
            </a:r>
            <a:br>
              <a:rPr lang="en-US">
                <a:effectLst/>
              </a:rPr>
            </a:br>
            <a:r>
              <a:rPr lang="en-US">
                <a:effectLst/>
              </a:rPr>
              <a:t>of 8 words long</a:t>
            </a:r>
            <a:endParaRPr lang="en-CO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9783660-BDA3-9A66-7428-0A514EBFEC9A}"/>
              </a:ext>
            </a:extLst>
          </p:cNvPr>
          <p:cNvSpPr txBox="1"/>
          <p:nvPr userDrawn="1"/>
        </p:nvSpPr>
        <p:spPr>
          <a:xfrm>
            <a:off x="9261231" y="6471444"/>
            <a:ext cx="2560063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340131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6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mage 2" descr=" ">
            <a:extLst>
              <a:ext uri="{FF2B5EF4-FFF2-40B4-BE49-F238E27FC236}">
                <a16:creationId xmlns:a16="http://schemas.microsoft.com/office/drawing/2014/main" id="{356D3C97-1C87-4852-5F38-CE7705F06F09}"/>
              </a:ext>
            </a:extLst>
          </p:cNvPr>
          <p:cNvSpPr/>
          <p:nvPr/>
        </p:nvSpPr>
        <p:spPr>
          <a:xfrm flipH="1">
            <a:off x="5332654" y="0"/>
            <a:ext cx="3429652" cy="3429000"/>
          </a:xfrm>
          <a:prstGeom prst="round1Rect">
            <a:avLst/>
          </a:prstGeom>
          <a:gradFill>
            <a:gsLst>
              <a:gs pos="0">
                <a:srgbClr val="001744"/>
              </a:gs>
              <a:gs pos="50000">
                <a:srgbClr val="256CF7"/>
              </a:gs>
              <a:gs pos="100000">
                <a:srgbClr val="25D1F7"/>
              </a:gs>
            </a:gsLst>
            <a:lin ang="5400000" scaled="1"/>
          </a:gradFill>
          <a:ln w="6350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9" name="Shape 0">
            <a:extLst>
              <a:ext uri="{FF2B5EF4-FFF2-40B4-BE49-F238E27FC236}">
                <a16:creationId xmlns:a16="http://schemas.microsoft.com/office/drawing/2014/main" id="{7F8614BC-59B0-EF69-8474-CBC880478AE6}"/>
              </a:ext>
            </a:extLst>
          </p:cNvPr>
          <p:cNvSpPr/>
          <p:nvPr userDrawn="1"/>
        </p:nvSpPr>
        <p:spPr>
          <a:xfrm>
            <a:off x="8762306" y="0"/>
            <a:ext cx="3429652" cy="3429000"/>
          </a:xfrm>
          <a:prstGeom prst="rect">
            <a:avLst/>
          </a:prstGeom>
          <a:solidFill>
            <a:schemeClr val="tx2"/>
          </a:solidFill>
          <a:ln/>
        </p:spPr>
        <p:txBody>
          <a:bodyPr/>
          <a:lstStyle/>
          <a:p>
            <a:endParaRPr lang="en-CO" sz="900"/>
          </a:p>
        </p:txBody>
      </p:sp>
      <p:sp>
        <p:nvSpPr>
          <p:cNvPr id="10" name="Shape 1">
            <a:extLst>
              <a:ext uri="{FF2B5EF4-FFF2-40B4-BE49-F238E27FC236}">
                <a16:creationId xmlns:a16="http://schemas.microsoft.com/office/drawing/2014/main" id="{36F05275-6F7A-8B84-9A1D-7686C42B1449}"/>
              </a:ext>
            </a:extLst>
          </p:cNvPr>
          <p:cNvSpPr/>
          <p:nvPr userDrawn="1"/>
        </p:nvSpPr>
        <p:spPr>
          <a:xfrm>
            <a:off x="5332654" y="3429000"/>
            <a:ext cx="3429652" cy="3429000"/>
          </a:xfrm>
          <a:prstGeom prst="rect">
            <a:avLst/>
          </a:prstGeom>
          <a:solidFill>
            <a:schemeClr val="accent2"/>
          </a:solidFill>
          <a:ln/>
        </p:spPr>
        <p:txBody>
          <a:bodyPr/>
          <a:lstStyle/>
          <a:p>
            <a:endParaRPr lang="en-CO" sz="900">
              <a:solidFill>
                <a:schemeClr val="tx1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3DB07BB-88B7-C945-FB28-C6D1083C89DA}"/>
              </a:ext>
            </a:extLst>
          </p:cNvPr>
          <p:cNvSpPr/>
          <p:nvPr userDrawn="1"/>
        </p:nvSpPr>
        <p:spPr>
          <a:xfrm flipH="1">
            <a:off x="8763447" y="3428694"/>
            <a:ext cx="3428551" cy="342930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0ABD05E-41D2-B1CD-161F-70B2AD9AA1E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708903" y="386557"/>
            <a:ext cx="1908364" cy="3709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0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6AD181FD-46CF-6A7E-D78F-017261DED2C3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708903" y="3866602"/>
            <a:ext cx="1908364" cy="3709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0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5F3C1D3-A9AF-6021-B080-AA23E279D97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138126" y="386557"/>
            <a:ext cx="1908364" cy="3709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0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065ACE36-6B88-0F0B-B3C4-25040D067204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9138126" y="3866602"/>
            <a:ext cx="1908364" cy="3709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0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32C2F372-711D-D1E5-A478-E883613897CF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370819" y="1902410"/>
            <a:ext cx="4576687" cy="207122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8A0E7418-0F7F-8C47-AFD2-A24B59E2117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4" y="342375"/>
            <a:ext cx="4585359" cy="745762"/>
          </a:xfrm>
        </p:spPr>
        <p:txBody>
          <a:bodyPr/>
          <a:lstStyle/>
          <a:p>
            <a:r>
              <a:rPr lang="en-US">
                <a:effectLst/>
              </a:rPr>
              <a:t>Medium header with a max </a:t>
            </a:r>
            <a:br>
              <a:rPr lang="en-US">
                <a:effectLst/>
              </a:rPr>
            </a:br>
            <a:r>
              <a:rPr lang="en-US">
                <a:effectLst/>
              </a:rPr>
              <a:t>of 8 words long</a:t>
            </a:r>
            <a:endParaRPr lang="en-CO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CEF7511-0327-0274-43D5-1CCA18F216BB}"/>
              </a:ext>
            </a:extLst>
          </p:cNvPr>
          <p:cNvSpPr txBox="1"/>
          <p:nvPr userDrawn="1"/>
        </p:nvSpPr>
        <p:spPr>
          <a:xfrm>
            <a:off x="9261231" y="6471444"/>
            <a:ext cx="2560063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2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2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0163208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7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6">
            <a:extLst>
              <a:ext uri="{FF2B5EF4-FFF2-40B4-BE49-F238E27FC236}">
                <a16:creationId xmlns:a16="http://schemas.microsoft.com/office/drawing/2014/main" id="{7879AD9A-626C-9AE9-73C6-238F9BF4F6E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 flipH="1">
            <a:off x="8004364" y="0"/>
            <a:ext cx="4187636" cy="6858000"/>
          </a:xfrm>
          <a:prstGeom prst="round1Rect">
            <a:avLst/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3" name="Text Placeholder 23">
            <a:extLst>
              <a:ext uri="{FF2B5EF4-FFF2-40B4-BE49-F238E27FC236}">
                <a16:creationId xmlns:a16="http://schemas.microsoft.com/office/drawing/2014/main" id="{243F3136-4D99-F2C1-059E-10491E1DF953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70907" y="1994022"/>
            <a:ext cx="7262752" cy="4006255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878D54B-8592-8F61-F132-FF0A9A1A80E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1748"/>
            <a:ext cx="7262839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8 words long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75260928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8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83F67620-5225-6805-1321-BC56784E6672}"/>
              </a:ext>
            </a:extLst>
          </p:cNvPr>
          <p:cNvSpPr/>
          <p:nvPr userDrawn="1"/>
        </p:nvSpPr>
        <p:spPr>
          <a:xfrm>
            <a:off x="5080000" y="0"/>
            <a:ext cx="7112000" cy="3429000"/>
          </a:xfrm>
          <a:prstGeom prst="rect">
            <a:avLst/>
          </a:prstGeom>
          <a:gradFill>
            <a:gsLst>
              <a:gs pos="69000">
                <a:schemeClr val="bg1"/>
              </a:gs>
              <a:gs pos="0">
                <a:schemeClr val="tx2"/>
              </a:gs>
              <a:gs pos="100000">
                <a:schemeClr val="accent5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2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C8669DB0-4581-B7E7-A857-D2AADD74894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851438" y="1139114"/>
            <a:ext cx="4587982" cy="153118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F84FE51D-A009-980A-CD02-2122BB23307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2917"/>
            <a:ext cx="6077873" cy="6863832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96985971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9 [White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3E6C8898-42BC-F63B-0FA7-5135BEA52B9B}"/>
              </a:ext>
            </a:extLst>
          </p:cNvPr>
          <p:cNvSpPr/>
          <p:nvPr userDrawn="1"/>
        </p:nvSpPr>
        <p:spPr>
          <a:xfrm rot="10800000" flipH="1">
            <a:off x="8386037" y="1902407"/>
            <a:ext cx="3816728" cy="496142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CF47AD1-D800-8EE5-1A90-B8F964F07CD4}"/>
              </a:ext>
            </a:extLst>
          </p:cNvPr>
          <p:cNvSpPr/>
          <p:nvPr userDrawn="1"/>
        </p:nvSpPr>
        <p:spPr>
          <a:xfrm rot="10800000" flipH="1">
            <a:off x="2875280" y="1902408"/>
            <a:ext cx="5510757" cy="4961424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8828E27-DE4D-1292-BFF3-051BEDB7984D}"/>
              </a:ext>
            </a:extLst>
          </p:cNvPr>
          <p:cNvSpPr txBox="1"/>
          <p:nvPr userDrawn="1"/>
        </p:nvSpPr>
        <p:spPr>
          <a:xfrm>
            <a:off x="9343292" y="6471444"/>
            <a:ext cx="2478002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2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2"/>
              </a:solidFill>
              <a:latin typeface="Century Gothic" panose="020B0502020202020204" pitchFamily="34" charset="0"/>
            </a:endParaRPr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DF9A554A-B870-5B35-4539-A7F45F6ADDA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1902408"/>
            <a:ext cx="4569308" cy="4955592"/>
          </a:xfrm>
          <a:prstGeom prst="round1Rect">
            <a:avLst/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00D9EDC2-E262-7E37-F17E-723B7804462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 flipH="1">
            <a:off x="4950980" y="4192297"/>
            <a:ext cx="3053383" cy="173482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EA072307-691D-DE2B-6704-255FE44C5D47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8767708" y="4192295"/>
            <a:ext cx="3053383" cy="173482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itle 4">
            <a:extLst>
              <a:ext uri="{FF2B5EF4-FFF2-40B4-BE49-F238E27FC236}">
                <a16:creationId xmlns:a16="http://schemas.microsoft.com/office/drawing/2014/main" id="{95E4FEA7-3B44-F5BB-E93E-1C57CDF17A2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59261"/>
            <a:ext cx="6488526" cy="801202"/>
          </a:xfrm>
          <a:prstGeom prst="rect">
            <a:avLst/>
          </a:prstGeom>
        </p:spPr>
        <p:txBody>
          <a:bodyPr lIns="0" anchor="t" anchorCtr="0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413941397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10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C097A102-07DF-E73E-EADD-6CD8F02CB52C}"/>
              </a:ext>
            </a:extLst>
          </p:cNvPr>
          <p:cNvSpPr/>
          <p:nvPr userDrawn="1"/>
        </p:nvSpPr>
        <p:spPr>
          <a:xfrm>
            <a:off x="6187441" y="0"/>
            <a:ext cx="6004560" cy="6863832"/>
          </a:xfrm>
          <a:prstGeom prst="rect">
            <a:avLst/>
          </a:prstGeom>
          <a:gradFill>
            <a:gsLst>
              <a:gs pos="69000">
                <a:schemeClr val="bg1"/>
              </a:gs>
              <a:gs pos="0">
                <a:schemeClr val="tx2"/>
              </a:gs>
              <a:gs pos="100000">
                <a:schemeClr val="accent5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2173CCF-CD74-0249-D85D-1544F7BD5083}"/>
              </a:ext>
            </a:extLst>
          </p:cNvPr>
          <p:cNvSpPr txBox="1"/>
          <p:nvPr userDrawn="1"/>
        </p:nvSpPr>
        <p:spPr>
          <a:xfrm>
            <a:off x="9530862" y="6471444"/>
            <a:ext cx="2290432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5870AD90-7B69-4632-8D85-1305FDABC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2916"/>
            <a:ext cx="7622691" cy="4571028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C508720-25A7-A603-6C2C-A1946B43AC58}"/>
              </a:ext>
            </a:extLst>
          </p:cNvPr>
          <p:cNvSpPr/>
          <p:nvPr userDrawn="1"/>
        </p:nvSpPr>
        <p:spPr>
          <a:xfrm>
            <a:off x="5332654" y="4573944"/>
            <a:ext cx="2290037" cy="22898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D2A49970-37A0-2260-72AA-959FF9E501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05080" y="5107729"/>
            <a:ext cx="4322494" cy="1222317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4257900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 1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Image 0" descr=" ">
            <a:extLst>
              <a:ext uri="{FF2B5EF4-FFF2-40B4-BE49-F238E27FC236}">
                <a16:creationId xmlns:a16="http://schemas.microsoft.com/office/drawing/2014/main" id="{7C1E054C-DDB6-4E63-D8D3-1F98009DFCA7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7240376" y="4572000"/>
            <a:ext cx="4953941" cy="2286000"/>
          </a:xfrm>
          <a:prstGeom prst="rect">
            <a:avLst/>
          </a:prstGeom>
        </p:spPr>
      </p:pic>
      <p:pic>
        <p:nvPicPr>
          <p:cNvPr id="29" name="Image 7" descr=" ">
            <a:extLst>
              <a:ext uri="{FF2B5EF4-FFF2-40B4-BE49-F238E27FC236}">
                <a16:creationId xmlns:a16="http://schemas.microsoft.com/office/drawing/2014/main" id="{D92634C4-A4E2-05FB-E9DB-99A26402AF8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4572000"/>
            <a:ext cx="4953941" cy="2286000"/>
          </a:xfrm>
          <a:prstGeom prst="rect">
            <a:avLst/>
          </a:prstGeom>
        </p:spPr>
      </p:pic>
      <p:sp>
        <p:nvSpPr>
          <p:cNvPr id="32" name="Shape 8">
            <a:extLst>
              <a:ext uri="{FF2B5EF4-FFF2-40B4-BE49-F238E27FC236}">
                <a16:creationId xmlns:a16="http://schemas.microsoft.com/office/drawing/2014/main" id="{D1539655-C98C-E1CB-733B-9A8CD13B5949}"/>
              </a:ext>
            </a:extLst>
          </p:cNvPr>
          <p:cNvSpPr/>
          <p:nvPr userDrawn="1"/>
        </p:nvSpPr>
        <p:spPr>
          <a:xfrm>
            <a:off x="4953941" y="4572000"/>
            <a:ext cx="2286435" cy="2286000"/>
          </a:xfrm>
          <a:prstGeom prst="rect">
            <a:avLst/>
          </a:prstGeom>
          <a:solidFill>
            <a:srgbClr val="6BFFB3">
              <a:alpha val="100000"/>
            </a:srgbClr>
          </a:solidFill>
          <a:ln/>
        </p:spPr>
        <p:txBody>
          <a:bodyPr/>
          <a:lstStyle/>
          <a:p>
            <a:endParaRPr lang="en-CO" sz="900"/>
          </a:p>
        </p:txBody>
      </p:sp>
      <p:sp>
        <p:nvSpPr>
          <p:cNvPr id="38" name="Picture Placeholder 6">
            <a:extLst>
              <a:ext uri="{FF2B5EF4-FFF2-40B4-BE49-F238E27FC236}">
                <a16:creationId xmlns:a16="http://schemas.microsoft.com/office/drawing/2014/main" id="{6A4E73EE-88E5-1C9C-A5DA-21CF9D71E95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47" y="0"/>
            <a:ext cx="4947693" cy="4572000"/>
          </a:xfrm>
          <a:prstGeom prst="round1Rect">
            <a:avLst/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DD3520BB-CA56-46AD-3BB9-6E0CB53180EF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370704" y="5060105"/>
            <a:ext cx="4198401" cy="130682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A3EC764-8F3B-A689-B157-1315B30B6EF4}"/>
              </a:ext>
            </a:extLst>
          </p:cNvPr>
          <p:cNvSpPr txBox="1"/>
          <p:nvPr userDrawn="1"/>
        </p:nvSpPr>
        <p:spPr>
          <a:xfrm>
            <a:off x="9530862" y="6471444"/>
            <a:ext cx="2290432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A2C3FFD-7AB1-55B9-0234-6C953B76C087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20650788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1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>
            <a:extLst>
              <a:ext uri="{FF2B5EF4-FFF2-40B4-BE49-F238E27FC236}">
                <a16:creationId xmlns:a16="http://schemas.microsoft.com/office/drawing/2014/main" id="{827012CB-5721-9C4B-FDB8-ABA21DE90D1A}"/>
              </a:ext>
            </a:extLst>
          </p:cNvPr>
          <p:cNvSpPr/>
          <p:nvPr userDrawn="1"/>
        </p:nvSpPr>
        <p:spPr>
          <a:xfrm>
            <a:off x="7622691" y="0"/>
            <a:ext cx="4569309" cy="6858001"/>
          </a:xfrm>
          <a:custGeom>
            <a:avLst/>
            <a:gdLst>
              <a:gd name="connsiteX0" fmla="*/ 0 w 4569309"/>
              <a:gd name="connsiteY0" fmla="*/ 0 h 6858001"/>
              <a:gd name="connsiteX1" fmla="*/ 4569309 w 4569309"/>
              <a:gd name="connsiteY1" fmla="*/ 0 h 6858001"/>
              <a:gd name="connsiteX2" fmla="*/ 4569309 w 4569309"/>
              <a:gd name="connsiteY2" fmla="*/ 4566848 h 6858001"/>
              <a:gd name="connsiteX3" fmla="*/ 4123087 w 4569309"/>
              <a:gd name="connsiteY3" fmla="*/ 6739189 h 6858001"/>
              <a:gd name="connsiteX4" fmla="*/ 4061113 w 4569309"/>
              <a:gd name="connsiteY4" fmla="*/ 6858001 h 6858001"/>
              <a:gd name="connsiteX5" fmla="*/ 0 w 4569309"/>
              <a:gd name="connsiteY5" fmla="*/ 6858001 h 6858001"/>
              <a:gd name="connsiteX6" fmla="*/ 0 w 4569309"/>
              <a:gd name="connsiteY6" fmla="*/ 6828974 h 6858001"/>
              <a:gd name="connsiteX7" fmla="*/ 2295469 w 4569309"/>
              <a:gd name="connsiteY7" fmla="*/ 4566848 h 6858001"/>
              <a:gd name="connsiteX8" fmla="*/ 0 w 4569309"/>
              <a:gd name="connsiteY8" fmla="*/ 4566848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69309" h="6858001">
                <a:moveTo>
                  <a:pt x="0" y="0"/>
                </a:moveTo>
                <a:lnTo>
                  <a:pt x="4569309" y="0"/>
                </a:lnTo>
                <a:lnTo>
                  <a:pt x="4569309" y="4566848"/>
                </a:lnTo>
                <a:cubicBezTo>
                  <a:pt x="4569309" y="5404872"/>
                  <a:pt x="4420568" y="6128984"/>
                  <a:pt x="4123087" y="6739189"/>
                </a:cubicBezTo>
                <a:lnTo>
                  <a:pt x="4061113" y="6858001"/>
                </a:lnTo>
                <a:lnTo>
                  <a:pt x="0" y="6858001"/>
                </a:lnTo>
                <a:lnTo>
                  <a:pt x="0" y="6828974"/>
                </a:lnTo>
                <a:cubicBezTo>
                  <a:pt x="1473272" y="6778939"/>
                  <a:pt x="2238117" y="6025063"/>
                  <a:pt x="2295469" y="4566848"/>
                </a:cubicBezTo>
                <a:lnTo>
                  <a:pt x="0" y="4566848"/>
                </a:lnTo>
                <a:close/>
              </a:path>
            </a:pathLst>
          </a:custGeom>
          <a:solidFill>
            <a:srgbClr val="E5F1FA"/>
          </a:solidFill>
          <a:ln w="6337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2173CCF-CD74-0249-D85D-1544F7BD5083}"/>
              </a:ext>
            </a:extLst>
          </p:cNvPr>
          <p:cNvSpPr txBox="1"/>
          <p:nvPr userDrawn="1"/>
        </p:nvSpPr>
        <p:spPr>
          <a:xfrm>
            <a:off x="9495692" y="6471444"/>
            <a:ext cx="2325602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2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2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rgbClr val="2166EB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1" name="Graphic 4">
            <a:extLst>
              <a:ext uri="{FF2B5EF4-FFF2-40B4-BE49-F238E27FC236}">
                <a16:creationId xmlns:a16="http://schemas.microsoft.com/office/drawing/2014/main" id="{1B25847B-3302-DDBB-EB77-27A4CBBE7797}"/>
              </a:ext>
            </a:extLst>
          </p:cNvPr>
          <p:cNvSpPr/>
          <p:nvPr/>
        </p:nvSpPr>
        <p:spPr>
          <a:xfrm>
            <a:off x="7622691" y="375444"/>
            <a:ext cx="2106857" cy="4180876"/>
          </a:xfrm>
          <a:custGeom>
            <a:avLst/>
            <a:gdLst>
              <a:gd name="connsiteX0" fmla="*/ 0 w 2106857"/>
              <a:gd name="connsiteY0" fmla="*/ 0 h 4180876"/>
              <a:gd name="connsiteX1" fmla="*/ 2106857 w 2106857"/>
              <a:gd name="connsiteY1" fmla="*/ 0 h 4180876"/>
              <a:gd name="connsiteX2" fmla="*/ 2106857 w 2106857"/>
              <a:gd name="connsiteY2" fmla="*/ 2095265 h 4180876"/>
              <a:gd name="connsiteX3" fmla="*/ 0 w 2106857"/>
              <a:gd name="connsiteY3" fmla="*/ 4180876 h 4180876"/>
              <a:gd name="connsiteX4" fmla="*/ 0 w 2106857"/>
              <a:gd name="connsiteY4" fmla="*/ 3133126 h 4180876"/>
              <a:gd name="connsiteX5" fmla="*/ 1058415 w 2106857"/>
              <a:gd name="connsiteY5" fmla="*/ 2095265 h 4180876"/>
              <a:gd name="connsiteX6" fmla="*/ 0 w 2106857"/>
              <a:gd name="connsiteY6" fmla="*/ 2095265 h 4180876"/>
              <a:gd name="connsiteX7" fmla="*/ 0 w 2106857"/>
              <a:gd name="connsiteY7" fmla="*/ 0 h 4180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06857" h="4180876">
                <a:moveTo>
                  <a:pt x="0" y="0"/>
                </a:moveTo>
                <a:lnTo>
                  <a:pt x="2106857" y="0"/>
                </a:lnTo>
                <a:lnTo>
                  <a:pt x="2106857" y="2095265"/>
                </a:lnTo>
                <a:cubicBezTo>
                  <a:pt x="2106857" y="3325615"/>
                  <a:pt x="1404571" y="4020798"/>
                  <a:pt x="0" y="4180876"/>
                </a:cubicBezTo>
                <a:lnTo>
                  <a:pt x="0" y="3133126"/>
                </a:lnTo>
                <a:cubicBezTo>
                  <a:pt x="679309" y="3110170"/>
                  <a:pt x="1031971" y="2764292"/>
                  <a:pt x="1058415" y="2095265"/>
                </a:cubicBezTo>
                <a:lnTo>
                  <a:pt x="0" y="2095265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2924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6BD9431-CE8D-845E-6E44-1952C7FD7C9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52524" y="1139032"/>
            <a:ext cx="6106716" cy="343455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ts val="3410"/>
              </a:lnSpc>
              <a:buNone/>
              <a:defRPr sz="3000">
                <a:solidFill>
                  <a:schemeClr val="tx2"/>
                </a:solidFill>
              </a:defRPr>
            </a:lvl1pPr>
            <a:lvl2pPr marL="457177" indent="0">
              <a:buNone/>
              <a:defRPr/>
            </a:lvl2pPr>
            <a:lvl3pPr marL="914355" indent="0">
              <a:buNone/>
              <a:defRPr/>
            </a:lvl3pPr>
            <a:lvl4pPr marL="1371532" indent="0">
              <a:buNone/>
              <a:defRPr/>
            </a:lvl4pPr>
            <a:lvl5pPr marL="1828709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C25C59B1-1C18-5D86-CCF4-6F5651C5DEF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897186" y="4955382"/>
            <a:ext cx="4962054" cy="381859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800" b="1">
                <a:solidFill>
                  <a:schemeClr val="tx2"/>
                </a:solidFill>
              </a:defRPr>
            </a:lvl1pPr>
            <a:lvl2pPr marL="457177" indent="0">
              <a:buNone/>
              <a:defRPr sz="1400" b="1"/>
            </a:lvl2pPr>
            <a:lvl3pPr marL="914355" indent="0">
              <a:buNone/>
              <a:defRPr sz="1200"/>
            </a:lvl3pPr>
            <a:lvl4pPr marL="1371532" indent="0">
              <a:buNone/>
              <a:defRPr sz="1000"/>
            </a:lvl4pPr>
            <a:lvl5pPr marL="1828709" indent="0">
              <a:buNone/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25B61FBE-7E4F-AC4F-15AD-BD3259436D9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897186" y="5337240"/>
            <a:ext cx="4962054" cy="381859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400" b="0">
                <a:solidFill>
                  <a:schemeClr val="tx2"/>
                </a:solidFill>
              </a:defRPr>
            </a:lvl1pPr>
            <a:lvl2pPr marL="457177" indent="0">
              <a:buNone/>
              <a:defRPr sz="1400" b="1"/>
            </a:lvl2pPr>
            <a:lvl3pPr marL="914355" indent="0">
              <a:buNone/>
              <a:defRPr sz="1200"/>
            </a:lvl3pPr>
            <a:lvl4pPr marL="1371532" indent="0">
              <a:buNone/>
              <a:defRPr sz="1000"/>
            </a:lvl4pPr>
            <a:lvl5pPr marL="1828709" indent="0">
              <a:buNone/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0414D3E-885F-1D9F-57D7-44E40697693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52524" y="4955382"/>
            <a:ext cx="763637" cy="763588"/>
          </a:xfrm>
          <a:prstGeom prst="roundRect">
            <a:avLst/>
          </a:prstGeom>
          <a:solidFill>
            <a:schemeClr val="tx1">
              <a:lumMod val="85000"/>
            </a:schemeClr>
          </a:solidFill>
        </p:spPr>
        <p:txBody>
          <a:bodyPr tIns="0" rIns="0" bIns="0" anchor="ctr"/>
          <a:lstStyle>
            <a:lvl1pPr marL="0" indent="0" algn="ctr">
              <a:buNone/>
              <a:defRPr sz="1200"/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97539708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2 + Photo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>
            <a:extLst>
              <a:ext uri="{FF2B5EF4-FFF2-40B4-BE49-F238E27FC236}">
                <a16:creationId xmlns:a16="http://schemas.microsoft.com/office/drawing/2014/main" id="{33D8828A-0453-2037-419F-870CBD37344D}"/>
              </a:ext>
            </a:extLst>
          </p:cNvPr>
          <p:cNvSpPr/>
          <p:nvPr userDrawn="1"/>
        </p:nvSpPr>
        <p:spPr>
          <a:xfrm rot="10800000">
            <a:off x="-5384" y="0"/>
            <a:ext cx="4569309" cy="6858000"/>
          </a:xfrm>
          <a:custGeom>
            <a:avLst/>
            <a:gdLst>
              <a:gd name="connsiteX0" fmla="*/ 4061113 w 4569309"/>
              <a:gd name="connsiteY0" fmla="*/ 6858000 h 6858000"/>
              <a:gd name="connsiteX1" fmla="*/ 0 w 4569309"/>
              <a:gd name="connsiteY1" fmla="*/ 6858000 h 6858000"/>
              <a:gd name="connsiteX2" fmla="*/ 0 w 4569309"/>
              <a:gd name="connsiteY2" fmla="*/ 6828974 h 6858000"/>
              <a:gd name="connsiteX3" fmla="*/ 2295469 w 4569309"/>
              <a:gd name="connsiteY3" fmla="*/ 4566848 h 6858000"/>
              <a:gd name="connsiteX4" fmla="*/ 0 w 4569309"/>
              <a:gd name="connsiteY4" fmla="*/ 4566848 h 6858000"/>
              <a:gd name="connsiteX5" fmla="*/ 0 w 4569309"/>
              <a:gd name="connsiteY5" fmla="*/ 0 h 6858000"/>
              <a:gd name="connsiteX6" fmla="*/ 4569309 w 4569309"/>
              <a:gd name="connsiteY6" fmla="*/ 0 h 6858000"/>
              <a:gd name="connsiteX7" fmla="*/ 4569309 w 4569309"/>
              <a:gd name="connsiteY7" fmla="*/ 4566848 h 6858000"/>
              <a:gd name="connsiteX8" fmla="*/ 4123087 w 4569309"/>
              <a:gd name="connsiteY8" fmla="*/ 67391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69309" h="6858000">
                <a:moveTo>
                  <a:pt x="4061113" y="6858000"/>
                </a:moveTo>
                <a:lnTo>
                  <a:pt x="0" y="6858000"/>
                </a:lnTo>
                <a:lnTo>
                  <a:pt x="0" y="6828974"/>
                </a:lnTo>
                <a:cubicBezTo>
                  <a:pt x="1473272" y="6778939"/>
                  <a:pt x="2238117" y="6025063"/>
                  <a:pt x="2295469" y="4566848"/>
                </a:cubicBezTo>
                <a:lnTo>
                  <a:pt x="0" y="4566848"/>
                </a:lnTo>
                <a:lnTo>
                  <a:pt x="0" y="0"/>
                </a:lnTo>
                <a:lnTo>
                  <a:pt x="4569309" y="0"/>
                </a:lnTo>
                <a:lnTo>
                  <a:pt x="4569309" y="4566848"/>
                </a:lnTo>
                <a:cubicBezTo>
                  <a:pt x="4569309" y="5404872"/>
                  <a:pt x="4420568" y="6128984"/>
                  <a:pt x="4123087" y="6739189"/>
                </a:cubicBezTo>
                <a:close/>
              </a:path>
            </a:pathLst>
          </a:custGeom>
          <a:solidFill>
            <a:srgbClr val="E5F1FA"/>
          </a:solidFill>
          <a:ln w="6337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6" name="Graphic 4">
            <a:extLst>
              <a:ext uri="{FF2B5EF4-FFF2-40B4-BE49-F238E27FC236}">
                <a16:creationId xmlns:a16="http://schemas.microsoft.com/office/drawing/2014/main" id="{1B25847B-3302-DDBB-EB77-27A4CBBE7797}"/>
              </a:ext>
            </a:extLst>
          </p:cNvPr>
          <p:cNvSpPr/>
          <p:nvPr/>
        </p:nvSpPr>
        <p:spPr>
          <a:xfrm>
            <a:off x="11058747" y="4955592"/>
            <a:ext cx="762548" cy="1520760"/>
          </a:xfrm>
          <a:custGeom>
            <a:avLst/>
            <a:gdLst>
              <a:gd name="connsiteX0" fmla="*/ 0 w 762548"/>
              <a:gd name="connsiteY0" fmla="*/ 0 h 1520760"/>
              <a:gd name="connsiteX1" fmla="*/ 762548 w 762548"/>
              <a:gd name="connsiteY1" fmla="*/ 0 h 1520760"/>
              <a:gd name="connsiteX2" fmla="*/ 762548 w 762548"/>
              <a:gd name="connsiteY2" fmla="*/ 762136 h 1520760"/>
              <a:gd name="connsiteX3" fmla="*/ 0 w 762548"/>
              <a:gd name="connsiteY3" fmla="*/ 1520760 h 1520760"/>
              <a:gd name="connsiteX4" fmla="*/ 0 w 762548"/>
              <a:gd name="connsiteY4" fmla="*/ 1139649 h 1520760"/>
              <a:gd name="connsiteX5" fmla="*/ 383079 w 762548"/>
              <a:gd name="connsiteY5" fmla="*/ 762136 h 1520760"/>
              <a:gd name="connsiteX6" fmla="*/ 0 w 762548"/>
              <a:gd name="connsiteY6" fmla="*/ 762136 h 1520760"/>
              <a:gd name="connsiteX7" fmla="*/ 0 w 762548"/>
              <a:gd name="connsiteY7" fmla="*/ 0 h 1520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2548" h="1520760">
                <a:moveTo>
                  <a:pt x="0" y="0"/>
                </a:moveTo>
                <a:lnTo>
                  <a:pt x="762548" y="0"/>
                </a:lnTo>
                <a:lnTo>
                  <a:pt x="762548" y="762136"/>
                </a:lnTo>
                <a:cubicBezTo>
                  <a:pt x="762548" y="1209666"/>
                  <a:pt x="508365" y="1462533"/>
                  <a:pt x="0" y="1520760"/>
                </a:cubicBezTo>
                <a:lnTo>
                  <a:pt x="0" y="1139649"/>
                </a:lnTo>
                <a:cubicBezTo>
                  <a:pt x="245867" y="1131299"/>
                  <a:pt x="373508" y="1005489"/>
                  <a:pt x="383079" y="762136"/>
                </a:cubicBezTo>
                <a:lnTo>
                  <a:pt x="0" y="762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058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6BD9431-CE8D-845E-6E44-1952C7FD7C9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332654" y="1902408"/>
            <a:ext cx="5725093" cy="26711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700">
                <a:solidFill>
                  <a:schemeClr val="tx2"/>
                </a:solidFill>
              </a:defRPr>
            </a:lvl1pPr>
            <a:lvl2pPr marL="457177" indent="0">
              <a:buNone/>
              <a:defRPr/>
            </a:lvl2pPr>
            <a:lvl3pPr marL="914355" indent="0">
              <a:buNone/>
              <a:defRPr/>
            </a:lvl3pPr>
            <a:lvl4pPr marL="1371532" indent="0">
              <a:buNone/>
              <a:defRPr/>
            </a:lvl4pPr>
            <a:lvl5pPr marL="1828709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C25C59B1-1C18-5D86-CCF4-6F5651C5DEF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5332655" y="4955382"/>
            <a:ext cx="4962054" cy="381859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800" b="1">
                <a:solidFill>
                  <a:schemeClr val="tx2"/>
                </a:solidFill>
              </a:defRPr>
            </a:lvl1pPr>
            <a:lvl2pPr marL="457177" indent="0">
              <a:buNone/>
              <a:defRPr sz="1400" b="1"/>
            </a:lvl2pPr>
            <a:lvl3pPr marL="914355" indent="0">
              <a:buNone/>
              <a:defRPr sz="1200"/>
            </a:lvl3pPr>
            <a:lvl4pPr marL="1371532" indent="0">
              <a:buNone/>
              <a:defRPr sz="1000"/>
            </a:lvl4pPr>
            <a:lvl5pPr marL="1828709" indent="0">
              <a:buNone/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25B61FBE-7E4F-AC4F-15AD-BD3259436D9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332655" y="5337240"/>
            <a:ext cx="4962054" cy="381859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400" b="1">
                <a:solidFill>
                  <a:schemeClr val="tx2"/>
                </a:solidFill>
              </a:defRPr>
            </a:lvl1pPr>
            <a:lvl2pPr marL="457177" indent="0">
              <a:buNone/>
              <a:defRPr sz="1400" b="1"/>
            </a:lvl2pPr>
            <a:lvl3pPr marL="914355" indent="0">
              <a:buNone/>
              <a:defRPr sz="1200"/>
            </a:lvl3pPr>
            <a:lvl4pPr marL="1371532" indent="0">
              <a:buNone/>
              <a:defRPr sz="1000"/>
            </a:lvl4pPr>
            <a:lvl5pPr marL="1828709" indent="0">
              <a:buNone/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192D2CFF-CE8F-7214-F179-670F771B517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279271" y="1902408"/>
            <a:ext cx="2290118" cy="2289969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09B8169-5374-5F60-C4A3-A4C8126FF5BD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2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2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009738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3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 Diagonal Corner Rectangle 3">
            <a:extLst>
              <a:ext uri="{FF2B5EF4-FFF2-40B4-BE49-F238E27FC236}">
                <a16:creationId xmlns:a16="http://schemas.microsoft.com/office/drawing/2014/main" id="{7EB3E687-B012-3BD6-A717-267C4BB37A7E}"/>
              </a:ext>
            </a:extLst>
          </p:cNvPr>
          <p:cNvSpPr/>
          <p:nvPr userDrawn="1"/>
        </p:nvSpPr>
        <p:spPr>
          <a:xfrm>
            <a:off x="3424290" y="757465"/>
            <a:ext cx="5343420" cy="5343072"/>
          </a:xfrm>
          <a:prstGeom prst="round2DiagRect">
            <a:avLst>
              <a:gd name="adj1" fmla="val 0"/>
              <a:gd name="adj2" fmla="val 16488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6BD9431-CE8D-845E-6E44-1952C7FD7C9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187636" y="1139112"/>
            <a:ext cx="3816728" cy="45797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ts val="3040"/>
              </a:lnSpc>
              <a:buNone/>
              <a:defRPr sz="2700" b="1">
                <a:solidFill>
                  <a:schemeClr val="tx2"/>
                </a:solidFill>
              </a:defRPr>
            </a:lvl1pPr>
            <a:lvl2pPr marL="457177" indent="0">
              <a:buNone/>
              <a:defRPr/>
            </a:lvl2pPr>
            <a:lvl3pPr marL="914355" indent="0">
              <a:buNone/>
              <a:defRPr/>
            </a:lvl3pPr>
            <a:lvl4pPr marL="1371532" indent="0">
              <a:buNone/>
              <a:defRPr/>
            </a:lvl4pPr>
            <a:lvl5pPr marL="1828709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0BDEF650-275B-B20D-E012-E1D50042FBD9}"/>
              </a:ext>
            </a:extLst>
          </p:cNvPr>
          <p:cNvSpPr/>
          <p:nvPr userDrawn="1"/>
        </p:nvSpPr>
        <p:spPr>
          <a:xfrm rot="10800000">
            <a:off x="2296902" y="1459"/>
            <a:ext cx="1522170" cy="2275305"/>
          </a:xfrm>
          <a:custGeom>
            <a:avLst/>
            <a:gdLst>
              <a:gd name="connsiteX0" fmla="*/ 1356648 w 1522170"/>
              <a:gd name="connsiteY0" fmla="*/ 2275305 h 2275305"/>
              <a:gd name="connsiteX1" fmla="*/ 0 w 1522170"/>
              <a:gd name="connsiteY1" fmla="*/ 2275305 h 2275305"/>
              <a:gd name="connsiteX2" fmla="*/ 0 w 1522170"/>
              <a:gd name="connsiteY2" fmla="*/ 2274926 h 2275305"/>
              <a:gd name="connsiteX3" fmla="*/ 764688 w 1522170"/>
              <a:gd name="connsiteY3" fmla="*/ 1521347 h 2275305"/>
              <a:gd name="connsiteX4" fmla="*/ 0 w 1522170"/>
              <a:gd name="connsiteY4" fmla="*/ 1521347 h 2275305"/>
              <a:gd name="connsiteX5" fmla="*/ 0 w 1522170"/>
              <a:gd name="connsiteY5" fmla="*/ 0 h 2275305"/>
              <a:gd name="connsiteX6" fmla="*/ 1522170 w 1522170"/>
              <a:gd name="connsiteY6" fmla="*/ 0 h 2275305"/>
              <a:gd name="connsiteX7" fmla="*/ 1522170 w 1522170"/>
              <a:gd name="connsiteY7" fmla="*/ 1521347 h 2275305"/>
              <a:gd name="connsiteX8" fmla="*/ 1373520 w 1522170"/>
              <a:gd name="connsiteY8" fmla="*/ 2245017 h 2275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22170" h="2275305">
                <a:moveTo>
                  <a:pt x="1356648" y="2275305"/>
                </a:moveTo>
                <a:lnTo>
                  <a:pt x="0" y="2275305"/>
                </a:lnTo>
                <a:lnTo>
                  <a:pt x="0" y="2274926"/>
                </a:lnTo>
                <a:cubicBezTo>
                  <a:pt x="490790" y="2258259"/>
                  <a:pt x="745582" y="2007121"/>
                  <a:pt x="764688" y="1521347"/>
                </a:cubicBezTo>
                <a:lnTo>
                  <a:pt x="0" y="1521347"/>
                </a:lnTo>
                <a:lnTo>
                  <a:pt x="0" y="0"/>
                </a:lnTo>
                <a:lnTo>
                  <a:pt x="1522170" y="0"/>
                </a:lnTo>
                <a:lnTo>
                  <a:pt x="1522170" y="1521347"/>
                </a:lnTo>
                <a:cubicBezTo>
                  <a:pt x="1522170" y="1800517"/>
                  <a:pt x="1472620" y="2041740"/>
                  <a:pt x="1373520" y="2245017"/>
                </a:cubicBezTo>
                <a:close/>
              </a:path>
            </a:pathLst>
          </a:custGeom>
          <a:solidFill>
            <a:schemeClr val="bg1"/>
          </a:solidFill>
          <a:ln w="210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A5A3C446-D86D-C099-2CBB-D53712F9167B}"/>
              </a:ext>
            </a:extLst>
          </p:cNvPr>
          <p:cNvSpPr/>
          <p:nvPr userDrawn="1"/>
        </p:nvSpPr>
        <p:spPr>
          <a:xfrm>
            <a:off x="8372928" y="4582696"/>
            <a:ext cx="1522170" cy="2275305"/>
          </a:xfrm>
          <a:custGeom>
            <a:avLst/>
            <a:gdLst>
              <a:gd name="connsiteX0" fmla="*/ 0 w 1522170"/>
              <a:gd name="connsiteY0" fmla="*/ 0 h 2275305"/>
              <a:gd name="connsiteX1" fmla="*/ 1522170 w 1522170"/>
              <a:gd name="connsiteY1" fmla="*/ 0 h 2275305"/>
              <a:gd name="connsiteX2" fmla="*/ 1522170 w 1522170"/>
              <a:gd name="connsiteY2" fmla="*/ 1521347 h 2275305"/>
              <a:gd name="connsiteX3" fmla="*/ 1373521 w 1522170"/>
              <a:gd name="connsiteY3" fmla="*/ 2245016 h 2275305"/>
              <a:gd name="connsiteX4" fmla="*/ 1356648 w 1522170"/>
              <a:gd name="connsiteY4" fmla="*/ 2275305 h 2275305"/>
              <a:gd name="connsiteX5" fmla="*/ 0 w 1522170"/>
              <a:gd name="connsiteY5" fmla="*/ 2275305 h 2275305"/>
              <a:gd name="connsiteX6" fmla="*/ 0 w 1522170"/>
              <a:gd name="connsiteY6" fmla="*/ 2274925 h 2275305"/>
              <a:gd name="connsiteX7" fmla="*/ 764688 w 1522170"/>
              <a:gd name="connsiteY7" fmla="*/ 1521347 h 2275305"/>
              <a:gd name="connsiteX8" fmla="*/ 0 w 1522170"/>
              <a:gd name="connsiteY8" fmla="*/ 1521347 h 2275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22170" h="2275305">
                <a:moveTo>
                  <a:pt x="0" y="0"/>
                </a:moveTo>
                <a:lnTo>
                  <a:pt x="1522170" y="0"/>
                </a:lnTo>
                <a:lnTo>
                  <a:pt x="1522170" y="1521347"/>
                </a:lnTo>
                <a:cubicBezTo>
                  <a:pt x="1522170" y="1800517"/>
                  <a:pt x="1472620" y="2041739"/>
                  <a:pt x="1373521" y="2245016"/>
                </a:cubicBezTo>
                <a:lnTo>
                  <a:pt x="1356648" y="2275305"/>
                </a:lnTo>
                <a:lnTo>
                  <a:pt x="0" y="2275305"/>
                </a:lnTo>
                <a:lnTo>
                  <a:pt x="0" y="2274925"/>
                </a:lnTo>
                <a:cubicBezTo>
                  <a:pt x="490790" y="2258258"/>
                  <a:pt x="745582" y="2007120"/>
                  <a:pt x="764688" y="1521347"/>
                </a:cubicBezTo>
                <a:lnTo>
                  <a:pt x="0" y="1521347"/>
                </a:lnTo>
                <a:close/>
              </a:path>
            </a:pathLst>
          </a:custGeom>
          <a:solidFill>
            <a:schemeClr val="tx2"/>
          </a:solidFill>
          <a:ln w="210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14529746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4 [Light Gra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>
            <a:extLst>
              <a:ext uri="{FF2B5EF4-FFF2-40B4-BE49-F238E27FC236}">
                <a16:creationId xmlns:a16="http://schemas.microsoft.com/office/drawing/2014/main" id="{8E5D03CF-9087-2EAE-70C1-64F6854A6EA6}"/>
              </a:ext>
            </a:extLst>
          </p:cNvPr>
          <p:cNvSpPr/>
          <p:nvPr userDrawn="1"/>
        </p:nvSpPr>
        <p:spPr>
          <a:xfrm>
            <a:off x="7611926" y="1"/>
            <a:ext cx="4580074" cy="6864759"/>
          </a:xfrm>
          <a:custGeom>
            <a:avLst/>
            <a:gdLst>
              <a:gd name="connsiteX0" fmla="*/ 0 w 4580074"/>
              <a:gd name="connsiteY0" fmla="*/ 0 h 6864759"/>
              <a:gd name="connsiteX1" fmla="*/ 4580074 w 4580074"/>
              <a:gd name="connsiteY1" fmla="*/ 0 h 6864759"/>
              <a:gd name="connsiteX2" fmla="*/ 4580074 w 4580074"/>
              <a:gd name="connsiteY2" fmla="*/ 4577614 h 6864759"/>
              <a:gd name="connsiteX3" fmla="*/ 4132801 w 4580074"/>
              <a:gd name="connsiteY3" fmla="*/ 6755076 h 6864759"/>
              <a:gd name="connsiteX4" fmla="*/ 4075588 w 4580074"/>
              <a:gd name="connsiteY4" fmla="*/ 6864759 h 6864759"/>
              <a:gd name="connsiteX5" fmla="*/ 0 w 4580074"/>
              <a:gd name="connsiteY5" fmla="*/ 6864759 h 6864759"/>
              <a:gd name="connsiteX6" fmla="*/ 0 w 4580074"/>
              <a:gd name="connsiteY6" fmla="*/ 6845072 h 6864759"/>
              <a:gd name="connsiteX7" fmla="*/ 2300877 w 4580074"/>
              <a:gd name="connsiteY7" fmla="*/ 4577614 h 6864759"/>
              <a:gd name="connsiteX8" fmla="*/ 0 w 4580074"/>
              <a:gd name="connsiteY8" fmla="*/ 4577614 h 6864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80074" h="6864759">
                <a:moveTo>
                  <a:pt x="0" y="0"/>
                </a:moveTo>
                <a:lnTo>
                  <a:pt x="4580074" y="0"/>
                </a:lnTo>
                <a:lnTo>
                  <a:pt x="4580074" y="4577614"/>
                </a:lnTo>
                <a:cubicBezTo>
                  <a:pt x="4580074" y="5417613"/>
                  <a:pt x="4430983" y="6143433"/>
                  <a:pt x="4132801" y="6755076"/>
                </a:cubicBezTo>
                <a:lnTo>
                  <a:pt x="4075588" y="6864759"/>
                </a:lnTo>
                <a:lnTo>
                  <a:pt x="0" y="6864759"/>
                </a:lnTo>
                <a:lnTo>
                  <a:pt x="0" y="6845072"/>
                </a:lnTo>
                <a:cubicBezTo>
                  <a:pt x="1476743" y="6794920"/>
                  <a:pt x="2243390" y="6039266"/>
                  <a:pt x="2300877" y="4577614"/>
                </a:cubicBezTo>
                <a:lnTo>
                  <a:pt x="0" y="4577614"/>
                </a:lnTo>
                <a:close/>
              </a:path>
            </a:pathLst>
          </a:custGeom>
          <a:solidFill>
            <a:schemeClr val="tx1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2173CCF-CD74-0249-D85D-1544F7BD5083}"/>
              </a:ext>
            </a:extLst>
          </p:cNvPr>
          <p:cNvSpPr txBox="1"/>
          <p:nvPr userDrawn="1"/>
        </p:nvSpPr>
        <p:spPr>
          <a:xfrm>
            <a:off x="9589477" y="6471444"/>
            <a:ext cx="2231817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2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2"/>
              </a:solidFill>
              <a:latin typeface="Century Gothic" panose="020B0502020202020204" pitchFamily="34" charset="0"/>
            </a:endParaRPr>
          </a:p>
        </p:txBody>
      </p:sp>
      <p:sp>
        <p:nvSpPr>
          <p:cNvPr id="15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bg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4" name="Graphic 7">
            <a:extLst>
              <a:ext uri="{FF2B5EF4-FFF2-40B4-BE49-F238E27FC236}">
                <a16:creationId xmlns:a16="http://schemas.microsoft.com/office/drawing/2014/main" id="{8EA278F1-5414-A4E1-CB95-4C226C59EF70}"/>
              </a:ext>
            </a:extLst>
          </p:cNvPr>
          <p:cNvSpPr/>
          <p:nvPr/>
        </p:nvSpPr>
        <p:spPr>
          <a:xfrm rot="10800000">
            <a:off x="370907" y="1894493"/>
            <a:ext cx="763346" cy="1522358"/>
          </a:xfrm>
          <a:custGeom>
            <a:avLst/>
            <a:gdLst>
              <a:gd name="connsiteX0" fmla="*/ 0 w 763346"/>
              <a:gd name="connsiteY0" fmla="*/ 0 h 1522358"/>
              <a:gd name="connsiteX1" fmla="*/ 763346 w 763346"/>
              <a:gd name="connsiteY1" fmla="*/ 0 h 1522358"/>
              <a:gd name="connsiteX2" fmla="*/ 763346 w 763346"/>
              <a:gd name="connsiteY2" fmla="*/ 762937 h 1522358"/>
              <a:gd name="connsiteX3" fmla="*/ 0 w 763346"/>
              <a:gd name="connsiteY3" fmla="*/ 1522358 h 1522358"/>
              <a:gd name="connsiteX4" fmla="*/ 0 w 763346"/>
              <a:gd name="connsiteY4" fmla="*/ 1140847 h 1522358"/>
              <a:gd name="connsiteX5" fmla="*/ 383480 w 763346"/>
              <a:gd name="connsiteY5" fmla="*/ 762937 h 1522358"/>
              <a:gd name="connsiteX6" fmla="*/ 0 w 763346"/>
              <a:gd name="connsiteY6" fmla="*/ 762937 h 1522358"/>
              <a:gd name="connsiteX7" fmla="*/ 0 w 763346"/>
              <a:gd name="connsiteY7" fmla="*/ 0 h 1522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3346" h="1522358">
                <a:moveTo>
                  <a:pt x="0" y="0"/>
                </a:moveTo>
                <a:lnTo>
                  <a:pt x="763346" y="0"/>
                </a:lnTo>
                <a:lnTo>
                  <a:pt x="763346" y="762937"/>
                </a:lnTo>
                <a:cubicBezTo>
                  <a:pt x="763346" y="1210937"/>
                  <a:pt x="508897" y="1464070"/>
                  <a:pt x="0" y="1522358"/>
                </a:cubicBezTo>
                <a:lnTo>
                  <a:pt x="0" y="1140847"/>
                </a:lnTo>
                <a:cubicBezTo>
                  <a:pt x="246124" y="1132488"/>
                  <a:pt x="373899" y="1006546"/>
                  <a:pt x="383480" y="762937"/>
                </a:cubicBezTo>
                <a:lnTo>
                  <a:pt x="0" y="76293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058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C198F54D-7DC4-EAC2-C829-539B0C4A73B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15926" y="1902408"/>
            <a:ext cx="5343420" cy="381648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ts val="3390"/>
              </a:lnSpc>
              <a:buNone/>
              <a:defRPr sz="2700" b="1">
                <a:solidFill>
                  <a:schemeClr val="tx2"/>
                </a:solidFill>
              </a:defRPr>
            </a:lvl1pPr>
            <a:lvl2pPr marL="457177" indent="0">
              <a:buNone/>
              <a:defRPr/>
            </a:lvl2pPr>
            <a:lvl3pPr marL="914355" indent="0">
              <a:buNone/>
              <a:defRPr/>
            </a:lvl3pPr>
            <a:lvl4pPr marL="1371532" indent="0">
              <a:buNone/>
              <a:defRPr/>
            </a:lvl4pPr>
            <a:lvl5pPr marL="1828709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615C6D44-8F93-8FAD-870E-14C4D22E1BF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70706" y="375816"/>
            <a:ext cx="6488535" cy="381794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23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>
                <a:effectLst/>
              </a:rPr>
              <a:t>Medium header with a max of 6 words</a:t>
            </a:r>
            <a:endParaRPr lang="en-US"/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CF838230-5BF8-9A0A-534B-8453160C44BE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70705" y="883466"/>
            <a:ext cx="648853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Subtitles just one line with a max of 6 words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877135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1 [White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pic>
        <p:nvPicPr>
          <p:cNvPr id="5" name="Image 2" descr=" ">
            <a:extLst>
              <a:ext uri="{FF2B5EF4-FFF2-40B4-BE49-F238E27FC236}">
                <a16:creationId xmlns:a16="http://schemas.microsoft.com/office/drawing/2014/main" id="{027EE35E-BC43-79B1-2D07-B1610CB545E5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1682750"/>
            <a:ext cx="11432173" cy="12700"/>
          </a:xfrm>
          <a:prstGeom prst="rect">
            <a:avLst/>
          </a:prstGeom>
        </p:spPr>
      </p:pic>
      <p:pic>
        <p:nvPicPr>
          <p:cNvPr id="6" name="Image 3" descr=" ">
            <a:extLst>
              <a:ext uri="{FF2B5EF4-FFF2-40B4-BE49-F238E27FC236}">
                <a16:creationId xmlns:a16="http://schemas.microsoft.com/office/drawing/2014/main" id="{94315DF8-5233-2E3F-26BE-2369CF5847FB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1898650"/>
            <a:ext cx="11432173" cy="12700"/>
          </a:xfrm>
          <a:prstGeom prst="rect">
            <a:avLst/>
          </a:prstGeom>
        </p:spPr>
      </p:pic>
      <p:pic>
        <p:nvPicPr>
          <p:cNvPr id="7" name="Image 4" descr=" ">
            <a:extLst>
              <a:ext uri="{FF2B5EF4-FFF2-40B4-BE49-F238E27FC236}">
                <a16:creationId xmlns:a16="http://schemas.microsoft.com/office/drawing/2014/main" id="{254EA889-1016-AC8F-3926-EF83192B6AAA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1136650"/>
            <a:ext cx="11432173" cy="12700"/>
          </a:xfrm>
          <a:prstGeom prst="rect">
            <a:avLst/>
          </a:prstGeom>
        </p:spPr>
      </p:pic>
      <p:pic>
        <p:nvPicPr>
          <p:cNvPr id="8" name="Image 5" descr=" ">
            <a:extLst>
              <a:ext uri="{FF2B5EF4-FFF2-40B4-BE49-F238E27FC236}">
                <a16:creationId xmlns:a16="http://schemas.microsoft.com/office/drawing/2014/main" id="{3C6C49E6-9069-BBF4-F866-86A781ED82C3}"/>
              </a:ext>
            </a:extLst>
          </p:cNvPr>
          <p:cNvPicPr>
            <a:picLocks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4721" y="1143000"/>
            <a:ext cx="12703" cy="4554000"/>
          </a:xfrm>
          <a:prstGeom prst="rect">
            <a:avLst/>
          </a:prstGeom>
        </p:spPr>
      </p:pic>
      <p:pic>
        <p:nvPicPr>
          <p:cNvPr id="9" name="Image 6" descr=" ">
            <a:extLst>
              <a:ext uri="{FF2B5EF4-FFF2-40B4-BE49-F238E27FC236}">
                <a16:creationId xmlns:a16="http://schemas.microsoft.com/office/drawing/2014/main" id="{4C255C89-E626-7267-6837-19EBA51271DC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2660650"/>
            <a:ext cx="11432173" cy="12700"/>
          </a:xfrm>
          <a:prstGeom prst="rect">
            <a:avLst/>
          </a:prstGeom>
        </p:spPr>
      </p:pic>
      <p:pic>
        <p:nvPicPr>
          <p:cNvPr id="10" name="Image 7" descr=" ">
            <a:extLst>
              <a:ext uri="{FF2B5EF4-FFF2-40B4-BE49-F238E27FC236}">
                <a16:creationId xmlns:a16="http://schemas.microsoft.com/office/drawing/2014/main" id="{FA8F3E32-1861-0607-B06F-85CA7A8DDE0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3206750"/>
            <a:ext cx="11432173" cy="12700"/>
          </a:xfrm>
          <a:prstGeom prst="rect">
            <a:avLst/>
          </a:prstGeom>
        </p:spPr>
      </p:pic>
      <p:pic>
        <p:nvPicPr>
          <p:cNvPr id="11" name="Image 8" descr=" ">
            <a:extLst>
              <a:ext uri="{FF2B5EF4-FFF2-40B4-BE49-F238E27FC236}">
                <a16:creationId xmlns:a16="http://schemas.microsoft.com/office/drawing/2014/main" id="{CACC1D31-31B9-9CD6-BABA-58141CDD69B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2444750"/>
            <a:ext cx="11432173" cy="12700"/>
          </a:xfrm>
          <a:prstGeom prst="rect">
            <a:avLst/>
          </a:prstGeom>
        </p:spPr>
      </p:pic>
      <p:pic>
        <p:nvPicPr>
          <p:cNvPr id="12" name="Image 9" descr=" ">
            <a:extLst>
              <a:ext uri="{FF2B5EF4-FFF2-40B4-BE49-F238E27FC236}">
                <a16:creationId xmlns:a16="http://schemas.microsoft.com/office/drawing/2014/main" id="{20EC1100-49A7-4610-738F-C808E54E774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3968750"/>
            <a:ext cx="11432173" cy="12700"/>
          </a:xfrm>
          <a:prstGeom prst="rect">
            <a:avLst/>
          </a:prstGeom>
        </p:spPr>
      </p:pic>
      <p:pic>
        <p:nvPicPr>
          <p:cNvPr id="13" name="Image 10" descr=" ">
            <a:extLst>
              <a:ext uri="{FF2B5EF4-FFF2-40B4-BE49-F238E27FC236}">
                <a16:creationId xmlns:a16="http://schemas.microsoft.com/office/drawing/2014/main" id="{9AC8A66F-66E5-8A5F-DB03-EE6E1A8E2CE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4184650"/>
            <a:ext cx="11432173" cy="12700"/>
          </a:xfrm>
          <a:prstGeom prst="rect">
            <a:avLst/>
          </a:prstGeom>
        </p:spPr>
      </p:pic>
      <p:pic>
        <p:nvPicPr>
          <p:cNvPr id="14" name="Image 11" descr=" ">
            <a:extLst>
              <a:ext uri="{FF2B5EF4-FFF2-40B4-BE49-F238E27FC236}">
                <a16:creationId xmlns:a16="http://schemas.microsoft.com/office/drawing/2014/main" id="{84D16C78-DB49-C0CC-75DE-AE76CC0C57D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4946650"/>
            <a:ext cx="11432173" cy="12700"/>
          </a:xfrm>
          <a:prstGeom prst="rect">
            <a:avLst/>
          </a:prstGeom>
        </p:spPr>
      </p:pic>
      <p:pic>
        <p:nvPicPr>
          <p:cNvPr id="15" name="Image 12" descr=" ">
            <a:extLst>
              <a:ext uri="{FF2B5EF4-FFF2-40B4-BE49-F238E27FC236}">
                <a16:creationId xmlns:a16="http://schemas.microsoft.com/office/drawing/2014/main" id="{B02292F6-0F20-0801-A5A8-E7331FF97BC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5492750"/>
            <a:ext cx="11432173" cy="12700"/>
          </a:xfrm>
          <a:prstGeom prst="rect">
            <a:avLst/>
          </a:prstGeom>
        </p:spPr>
      </p:pic>
      <p:pic>
        <p:nvPicPr>
          <p:cNvPr id="16" name="Image 13" descr=" ">
            <a:extLst>
              <a:ext uri="{FF2B5EF4-FFF2-40B4-BE49-F238E27FC236}">
                <a16:creationId xmlns:a16="http://schemas.microsoft.com/office/drawing/2014/main" id="{C3340A70-6EB8-6051-B976-C788499B3FA9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4730750"/>
            <a:ext cx="11432173" cy="12700"/>
          </a:xfrm>
          <a:prstGeom prst="rect">
            <a:avLst/>
          </a:prstGeom>
        </p:spPr>
      </p:pic>
      <p:pic>
        <p:nvPicPr>
          <p:cNvPr id="18" name="Image 14" descr=" ">
            <a:extLst>
              <a:ext uri="{FF2B5EF4-FFF2-40B4-BE49-F238E27FC236}">
                <a16:creationId xmlns:a16="http://schemas.microsoft.com/office/drawing/2014/main" id="{886E5C45-90E2-286D-358B-69C9453D0D2B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72" y="3422650"/>
            <a:ext cx="11432173" cy="12700"/>
          </a:xfrm>
          <a:prstGeom prst="rect">
            <a:avLst/>
          </a:prstGeom>
        </p:spPr>
      </p:pic>
      <p:pic>
        <p:nvPicPr>
          <p:cNvPr id="20" name="Image 16" descr=" ">
            <a:extLst>
              <a:ext uri="{FF2B5EF4-FFF2-40B4-BE49-F238E27FC236}">
                <a16:creationId xmlns:a16="http://schemas.microsoft.com/office/drawing/2014/main" id="{D75E3A3A-4CAE-20CE-3D83-58DBA46D5443}"/>
              </a:ext>
            </a:extLst>
          </p:cNvPr>
          <p:cNvPicPr>
            <a:picLocks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232764" y="1143000"/>
            <a:ext cx="12703" cy="4554000"/>
          </a:xfrm>
          <a:prstGeom prst="rect">
            <a:avLst/>
          </a:prstGeom>
        </p:spPr>
      </p:pic>
      <p:pic>
        <p:nvPicPr>
          <p:cNvPr id="22" name="Image 17" descr=" ">
            <a:extLst>
              <a:ext uri="{FF2B5EF4-FFF2-40B4-BE49-F238E27FC236}">
                <a16:creationId xmlns:a16="http://schemas.microsoft.com/office/drawing/2014/main" id="{2026D2D0-87A1-750B-E819-B5D1BBD5F9AB}"/>
              </a:ext>
            </a:extLst>
          </p:cNvPr>
          <p:cNvPicPr>
            <a:picLocks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090808" y="1143000"/>
            <a:ext cx="12702" cy="4554000"/>
          </a:xfrm>
          <a:prstGeom prst="rect">
            <a:avLst/>
          </a:prstGeom>
        </p:spPr>
      </p:pic>
      <p:pic>
        <p:nvPicPr>
          <p:cNvPr id="24" name="Image 18" descr=" ">
            <a:extLst>
              <a:ext uri="{FF2B5EF4-FFF2-40B4-BE49-F238E27FC236}">
                <a16:creationId xmlns:a16="http://schemas.microsoft.com/office/drawing/2014/main" id="{526F83EF-6A34-5ECF-C2A9-A9416309A5B2}"/>
              </a:ext>
            </a:extLst>
          </p:cNvPr>
          <p:cNvPicPr>
            <a:picLocks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948851" y="1143000"/>
            <a:ext cx="12702" cy="4554000"/>
          </a:xfrm>
          <a:prstGeom prst="rect">
            <a:avLst/>
          </a:prstGeom>
        </p:spPr>
      </p:pic>
      <p:pic>
        <p:nvPicPr>
          <p:cNvPr id="26" name="Image 19" descr=" ">
            <a:extLst>
              <a:ext uri="{FF2B5EF4-FFF2-40B4-BE49-F238E27FC236}">
                <a16:creationId xmlns:a16="http://schemas.microsoft.com/office/drawing/2014/main" id="{D50D073F-FE67-86A5-FE58-D04D37390858}"/>
              </a:ext>
            </a:extLst>
          </p:cNvPr>
          <p:cNvPicPr>
            <a:picLocks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806894" y="1143000"/>
            <a:ext cx="12702" cy="4554000"/>
          </a:xfrm>
          <a:prstGeom prst="rect">
            <a:avLst/>
          </a:prstGeom>
        </p:spPr>
      </p:pic>
      <p:sp>
        <p:nvSpPr>
          <p:cNvPr id="54" name="Text Placeholder 53">
            <a:extLst>
              <a:ext uri="{FF2B5EF4-FFF2-40B4-BE49-F238E27FC236}">
                <a16:creationId xmlns:a16="http://schemas.microsoft.com/office/drawing/2014/main" id="{2F44F5AA-3DF8-FA6C-9C80-57E730BDC47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48158" y="5795135"/>
            <a:ext cx="445322" cy="30876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Year</a:t>
            </a:r>
            <a:endParaRPr lang="en-CO"/>
          </a:p>
        </p:txBody>
      </p:sp>
      <p:sp>
        <p:nvSpPr>
          <p:cNvPr id="2" name="Text Placeholder 53">
            <a:extLst>
              <a:ext uri="{FF2B5EF4-FFF2-40B4-BE49-F238E27FC236}">
                <a16:creationId xmlns:a16="http://schemas.microsoft.com/office/drawing/2014/main" id="{EE40AB8F-C31D-4EAA-71A3-F7EBEF86ECB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013465" y="5795135"/>
            <a:ext cx="445322" cy="30876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Year</a:t>
            </a:r>
            <a:endParaRPr lang="en-CO"/>
          </a:p>
        </p:txBody>
      </p:sp>
      <p:sp>
        <p:nvSpPr>
          <p:cNvPr id="19" name="Text Placeholder 53">
            <a:extLst>
              <a:ext uri="{FF2B5EF4-FFF2-40B4-BE49-F238E27FC236}">
                <a16:creationId xmlns:a16="http://schemas.microsoft.com/office/drawing/2014/main" id="{0B90E455-EC45-EB4F-85A0-99F9CDDE608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872675" y="5795135"/>
            <a:ext cx="445322" cy="30876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Year</a:t>
            </a:r>
            <a:endParaRPr lang="en-CO"/>
          </a:p>
        </p:txBody>
      </p:sp>
      <p:sp>
        <p:nvSpPr>
          <p:cNvPr id="53" name="Text Placeholder 53">
            <a:extLst>
              <a:ext uri="{FF2B5EF4-FFF2-40B4-BE49-F238E27FC236}">
                <a16:creationId xmlns:a16="http://schemas.microsoft.com/office/drawing/2014/main" id="{2617D766-33E8-4738-7AAC-52CD2C04EC6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731885" y="5795135"/>
            <a:ext cx="445322" cy="30876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Year</a:t>
            </a:r>
            <a:endParaRPr lang="en-CO"/>
          </a:p>
        </p:txBody>
      </p:sp>
      <p:sp>
        <p:nvSpPr>
          <p:cNvPr id="55" name="Text Placeholder 53">
            <a:extLst>
              <a:ext uri="{FF2B5EF4-FFF2-40B4-BE49-F238E27FC236}">
                <a16:creationId xmlns:a16="http://schemas.microsoft.com/office/drawing/2014/main" id="{574EBDDD-68DD-0977-374F-F6CA3EBDBED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591095" y="5795135"/>
            <a:ext cx="445322" cy="30876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Year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2887788861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2 [White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2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pic>
        <p:nvPicPr>
          <p:cNvPr id="5" name="Image 2" descr=" ">
            <a:extLst>
              <a:ext uri="{FF2B5EF4-FFF2-40B4-BE49-F238E27FC236}">
                <a16:creationId xmlns:a16="http://schemas.microsoft.com/office/drawing/2014/main" id="{71E85CBB-6AE3-8AD4-32D3-77D5A3B3F82B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74722" y="3048000"/>
            <a:ext cx="12702" cy="1308100"/>
          </a:xfrm>
          <a:prstGeom prst="rect">
            <a:avLst/>
          </a:prstGeom>
        </p:spPr>
      </p:pic>
      <p:pic>
        <p:nvPicPr>
          <p:cNvPr id="6" name="Image 3" descr=" ">
            <a:extLst>
              <a:ext uri="{FF2B5EF4-FFF2-40B4-BE49-F238E27FC236}">
                <a16:creationId xmlns:a16="http://schemas.microsoft.com/office/drawing/2014/main" id="{87229A0E-7C3A-8E92-4320-617037D31C07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81072" y="3041650"/>
            <a:ext cx="11432173" cy="12700"/>
          </a:xfrm>
          <a:prstGeom prst="rect">
            <a:avLst/>
          </a:prstGeom>
        </p:spPr>
      </p:pic>
      <p:pic>
        <p:nvPicPr>
          <p:cNvPr id="7" name="Image 4" descr=" ">
            <a:extLst>
              <a:ext uri="{FF2B5EF4-FFF2-40B4-BE49-F238E27FC236}">
                <a16:creationId xmlns:a16="http://schemas.microsoft.com/office/drawing/2014/main" id="{9343448A-0CBA-6F1D-2DD5-6323805443AB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81072" y="3587750"/>
            <a:ext cx="11432173" cy="12700"/>
          </a:xfrm>
          <a:prstGeom prst="rect">
            <a:avLst/>
          </a:prstGeom>
        </p:spPr>
      </p:pic>
      <p:pic>
        <p:nvPicPr>
          <p:cNvPr id="8" name="Image 5" descr=" ">
            <a:extLst>
              <a:ext uri="{FF2B5EF4-FFF2-40B4-BE49-F238E27FC236}">
                <a16:creationId xmlns:a16="http://schemas.microsoft.com/office/drawing/2014/main" id="{A12B1638-D99D-DEB2-05CE-7F028DC49C3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81072" y="4184650"/>
            <a:ext cx="11432173" cy="12700"/>
          </a:xfrm>
          <a:prstGeom prst="rect">
            <a:avLst/>
          </a:prstGeom>
        </p:spPr>
      </p:pic>
      <p:pic>
        <p:nvPicPr>
          <p:cNvPr id="9" name="Image 6" descr=" ">
            <a:extLst>
              <a:ext uri="{FF2B5EF4-FFF2-40B4-BE49-F238E27FC236}">
                <a16:creationId xmlns:a16="http://schemas.microsoft.com/office/drawing/2014/main" id="{67E0B6AC-1CAB-0459-416E-9080137BE77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232765" y="3048000"/>
            <a:ext cx="12702" cy="1308100"/>
          </a:xfrm>
          <a:prstGeom prst="rect">
            <a:avLst/>
          </a:prstGeom>
        </p:spPr>
      </p:pic>
      <p:pic>
        <p:nvPicPr>
          <p:cNvPr id="10" name="Image 7" descr=" ">
            <a:extLst>
              <a:ext uri="{FF2B5EF4-FFF2-40B4-BE49-F238E27FC236}">
                <a16:creationId xmlns:a16="http://schemas.microsoft.com/office/drawing/2014/main" id="{6EB379EE-4BCD-BB0D-F4F4-EBDEC575C1A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6090808" y="3048000"/>
            <a:ext cx="12702" cy="1308100"/>
          </a:xfrm>
          <a:prstGeom prst="rect">
            <a:avLst/>
          </a:prstGeom>
        </p:spPr>
      </p:pic>
      <p:pic>
        <p:nvPicPr>
          <p:cNvPr id="11" name="Image 8" descr=" ">
            <a:extLst>
              <a:ext uri="{FF2B5EF4-FFF2-40B4-BE49-F238E27FC236}">
                <a16:creationId xmlns:a16="http://schemas.microsoft.com/office/drawing/2014/main" id="{3F456257-6015-3AD5-FCF6-611E711D6A7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8948851" y="3048000"/>
            <a:ext cx="12702" cy="1308100"/>
          </a:xfrm>
          <a:prstGeom prst="rect">
            <a:avLst/>
          </a:prstGeom>
        </p:spPr>
      </p:pic>
      <p:pic>
        <p:nvPicPr>
          <p:cNvPr id="12" name="Image 9" descr=" ">
            <a:extLst>
              <a:ext uri="{FF2B5EF4-FFF2-40B4-BE49-F238E27FC236}">
                <a16:creationId xmlns:a16="http://schemas.microsoft.com/office/drawing/2014/main" id="{DE3AB88B-2503-95D2-69B8-50AB40C2C699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806894" y="3048000"/>
            <a:ext cx="12702" cy="1308100"/>
          </a:xfrm>
          <a:prstGeom prst="rect">
            <a:avLst/>
          </a:prstGeom>
        </p:spPr>
      </p:pic>
      <p:sp>
        <p:nvSpPr>
          <p:cNvPr id="2" name="Text Placeholder 53">
            <a:extLst>
              <a:ext uri="{FF2B5EF4-FFF2-40B4-BE49-F238E27FC236}">
                <a16:creationId xmlns:a16="http://schemas.microsoft.com/office/drawing/2014/main" id="{EA26B4FC-C7EC-0C94-2F38-99162AE0029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48158" y="4455104"/>
            <a:ext cx="445322" cy="30876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Year</a:t>
            </a:r>
            <a:endParaRPr lang="en-CO"/>
          </a:p>
        </p:txBody>
      </p:sp>
      <p:sp>
        <p:nvSpPr>
          <p:cNvPr id="13" name="Text Placeholder 53">
            <a:extLst>
              <a:ext uri="{FF2B5EF4-FFF2-40B4-BE49-F238E27FC236}">
                <a16:creationId xmlns:a16="http://schemas.microsoft.com/office/drawing/2014/main" id="{951702C8-B7D5-D49E-8CC8-1D203EABD5F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013465" y="4455104"/>
            <a:ext cx="445322" cy="30876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Year</a:t>
            </a:r>
            <a:endParaRPr lang="en-CO"/>
          </a:p>
        </p:txBody>
      </p:sp>
      <p:sp>
        <p:nvSpPr>
          <p:cNvPr id="14" name="Text Placeholder 53">
            <a:extLst>
              <a:ext uri="{FF2B5EF4-FFF2-40B4-BE49-F238E27FC236}">
                <a16:creationId xmlns:a16="http://schemas.microsoft.com/office/drawing/2014/main" id="{54197FA3-7090-0C22-89EA-994FC159ED3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872675" y="4455104"/>
            <a:ext cx="445322" cy="30876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Year</a:t>
            </a:r>
            <a:endParaRPr lang="en-CO"/>
          </a:p>
        </p:txBody>
      </p:sp>
      <p:sp>
        <p:nvSpPr>
          <p:cNvPr id="15" name="Text Placeholder 53">
            <a:extLst>
              <a:ext uri="{FF2B5EF4-FFF2-40B4-BE49-F238E27FC236}">
                <a16:creationId xmlns:a16="http://schemas.microsoft.com/office/drawing/2014/main" id="{D656C955-7C1C-D64E-C73F-2714DE1EEDE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731885" y="4455104"/>
            <a:ext cx="445322" cy="30876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Year</a:t>
            </a:r>
            <a:endParaRPr lang="en-CO"/>
          </a:p>
        </p:txBody>
      </p:sp>
      <p:sp>
        <p:nvSpPr>
          <p:cNvPr id="16" name="Text Placeholder 53">
            <a:extLst>
              <a:ext uri="{FF2B5EF4-FFF2-40B4-BE49-F238E27FC236}">
                <a16:creationId xmlns:a16="http://schemas.microsoft.com/office/drawing/2014/main" id="{7386EC72-08AD-116E-DA12-B49D5F9DF76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591095" y="4455104"/>
            <a:ext cx="445322" cy="30876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Year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2312682692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Content 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4">
            <a:extLst>
              <a:ext uri="{FF2B5EF4-FFF2-40B4-BE49-F238E27FC236}">
                <a16:creationId xmlns:a16="http://schemas.microsoft.com/office/drawing/2014/main" id="{B9CF5A92-69E3-FAEE-A467-E0847400636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4008A089-1AE4-3D8E-FDEE-EE7FAAC1FB1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71097" y="1909108"/>
            <a:ext cx="9299575" cy="343535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15694241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head + Content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BFF4592E-733D-BD24-5357-D28A8F101B4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6" y="883466"/>
            <a:ext cx="929882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274C77A-5F8E-EB24-2083-CE4F00C05EC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86557"/>
            <a:ext cx="9298820" cy="353899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A203B1E5-A24F-0709-3F62-E30A4EDDC3A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71097" y="1909108"/>
            <a:ext cx="9299575" cy="3435350"/>
          </a:xfrm>
        </p:spPr>
        <p:txBody>
          <a:bodyPr/>
          <a:lstStyle>
            <a:lvl1pPr>
              <a:lnSpc>
                <a:spcPct val="100000"/>
              </a:lnSpc>
              <a:defRPr/>
            </a:lvl1pPr>
            <a:lvl2pPr>
              <a:lnSpc>
                <a:spcPct val="100000"/>
              </a:lnSpc>
              <a:defRPr/>
            </a:lvl2pPr>
            <a:lvl3pPr>
              <a:lnSpc>
                <a:spcPct val="100000"/>
              </a:lnSpc>
              <a:defRPr/>
            </a:lvl3pPr>
            <a:lvl4pPr>
              <a:lnSpc>
                <a:spcPct val="100000"/>
              </a:lnSpc>
              <a:defRPr/>
            </a:lvl4pPr>
            <a:lvl5pPr>
              <a:lnSpc>
                <a:spcPct val="10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4499748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4">
            <a:extLst>
              <a:ext uri="{FF2B5EF4-FFF2-40B4-BE49-F238E27FC236}">
                <a16:creationId xmlns:a16="http://schemas.microsoft.com/office/drawing/2014/main" id="{B419DC0F-E6A4-4F32-C573-31DF8A186A9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43129509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head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4">
            <a:extLst>
              <a:ext uri="{FF2B5EF4-FFF2-40B4-BE49-F238E27FC236}">
                <a16:creationId xmlns:a16="http://schemas.microsoft.com/office/drawing/2014/main" id="{B419DC0F-E6A4-4F32-C573-31DF8A186A9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7" name="Text Placeholder 10">
            <a:extLst>
              <a:ext uri="{FF2B5EF4-FFF2-40B4-BE49-F238E27FC236}">
                <a16:creationId xmlns:a16="http://schemas.microsoft.com/office/drawing/2014/main" id="{BE5763AB-F3EF-B688-30DC-9DE7CE5F4E6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5" y="883466"/>
            <a:ext cx="927466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4403571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Agenda</a:t>
            </a:r>
            <a:endParaRPr lang="en-CO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5F852F0-D6AB-9A5B-DC5E-301AEFE14B2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70706" y="1520760"/>
            <a:ext cx="11399871" cy="4579857"/>
          </a:xfrm>
          <a:prstGeom prst="rect">
            <a:avLst/>
          </a:prstGeom>
        </p:spPr>
        <p:txBody>
          <a:bodyPr numCol="2"/>
          <a:lstStyle>
            <a:lvl1pPr marL="329184" indent="-329184" defTabSz="381600">
              <a:lnSpc>
                <a:spcPct val="200000"/>
              </a:lnSpc>
              <a:buClr>
                <a:schemeClr val="accent2"/>
              </a:buClr>
              <a:buSzPct val="100000"/>
              <a:buFont typeface="+mj-lt"/>
              <a:buAutoNum type="arabicPeriod"/>
              <a:tabLst/>
              <a:defRPr sz="1400">
                <a:solidFill>
                  <a:schemeClr val="tx1"/>
                </a:solidFill>
              </a:defRPr>
            </a:lvl1pPr>
            <a:lvl2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2pPr>
            <a:lvl3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3pPr>
            <a:lvl4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4pPr>
            <a:lvl5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endParaRPr lang="en-US"/>
          </a:p>
          <a:p>
            <a:pPr marL="289719" marR="0" lvl="0" indent="-284163" algn="l" defTabSz="381600" rtl="0" eaLnBrk="1" fontAlgn="auto" latinLnBrk="0" hangingPunct="1">
              <a:lnSpc>
                <a:spcPct val="200000"/>
              </a:lnSpc>
              <a:spcBef>
                <a:spcPts val="1000"/>
              </a:spcBef>
              <a:spcAft>
                <a:spcPts val="0"/>
              </a:spcAft>
              <a:buClr>
                <a:schemeClr val="accent4"/>
              </a:buClr>
              <a:buSzPct val="120000"/>
              <a:buFont typeface="+mj-lt"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5435470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+ Photo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7650547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Agenda</a:t>
            </a:r>
            <a:endParaRPr lang="en-CO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762FF8E-1AA6-E50E-39CD-E7915666C25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70706" y="1520760"/>
            <a:ext cx="7633658" cy="4579857"/>
          </a:xfrm>
          <a:prstGeom prst="rect">
            <a:avLst/>
          </a:prstGeom>
        </p:spPr>
        <p:txBody>
          <a:bodyPr/>
          <a:lstStyle>
            <a:lvl1pPr marL="329184" indent="-329184" defTabSz="381600">
              <a:lnSpc>
                <a:spcPct val="200000"/>
              </a:lnSpc>
              <a:buClr>
                <a:schemeClr val="accent2"/>
              </a:buClr>
              <a:buSzPct val="100000"/>
              <a:buFont typeface="+mj-lt"/>
              <a:buAutoNum type="arabicPeriod"/>
              <a:tabLst/>
              <a:defRPr sz="1400">
                <a:solidFill>
                  <a:schemeClr val="tx1"/>
                </a:solidFill>
              </a:defRPr>
            </a:lvl1pPr>
            <a:lvl2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2pPr>
            <a:lvl3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3pPr>
            <a:lvl4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4pPr>
            <a:lvl5pPr marL="289719" indent="-284163" defTabSz="381600">
              <a:lnSpc>
                <a:spcPct val="200000"/>
              </a:lnSpc>
              <a:buClr>
                <a:schemeClr val="accent4"/>
              </a:buClr>
              <a:buSzPct val="120000"/>
              <a:buFont typeface="+mj-lt"/>
              <a:buAutoNum type="arabicPeriod"/>
              <a:tabLst/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Picture Placeholder 7">
            <a:extLst>
              <a:ext uri="{FF2B5EF4-FFF2-40B4-BE49-F238E27FC236}">
                <a16:creationId xmlns:a16="http://schemas.microsoft.com/office/drawing/2014/main" id="{42532E79-5667-8824-F045-373663208AE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 flipH="1">
            <a:off x="8392072" y="0"/>
            <a:ext cx="3799928" cy="6857777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2131534093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1 photo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10">
            <a:extLst>
              <a:ext uri="{FF2B5EF4-FFF2-40B4-BE49-F238E27FC236}">
                <a16:creationId xmlns:a16="http://schemas.microsoft.com/office/drawing/2014/main" id="{88123DC3-26EE-13A8-2A8A-9C718A5B87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599431" y="3130180"/>
            <a:ext cx="5334736" cy="382772"/>
          </a:xfrm>
          <a:prstGeom prst="rect">
            <a:avLst/>
          </a:prstGeom>
        </p:spPr>
        <p:txBody>
          <a:bodyPr lIns="0" tIns="0" bIns="0" anchor="b" anchorCtr="0"/>
          <a:lstStyle>
            <a:lvl1pPr marL="0" indent="0">
              <a:lnSpc>
                <a:spcPct val="100000"/>
              </a:lnSpc>
              <a:buFontTx/>
              <a:buNone/>
              <a:defRPr sz="2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</a:t>
            </a:r>
            <a:endParaRPr lang="en-US"/>
          </a:p>
        </p:txBody>
      </p:sp>
      <p:sp>
        <p:nvSpPr>
          <p:cNvPr id="8" name="Text Placeholder 23">
            <a:extLst>
              <a:ext uri="{FF2B5EF4-FFF2-40B4-BE49-F238E27FC236}">
                <a16:creationId xmlns:a16="http://schemas.microsoft.com/office/drawing/2014/main" id="{7C8158D5-B633-4E34-9017-CF9662B5E88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589807" y="3651664"/>
            <a:ext cx="5341491" cy="1514336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</a:t>
            </a:r>
          </a:p>
        </p:txBody>
      </p:sp>
      <p:sp>
        <p:nvSpPr>
          <p:cNvPr id="2" name="Picture Placeholder 3">
            <a:extLst>
              <a:ext uri="{FF2B5EF4-FFF2-40B4-BE49-F238E27FC236}">
                <a16:creationId xmlns:a16="http://schemas.microsoft.com/office/drawing/2014/main" id="{536DD4A8-1993-E708-325A-3BF620FC656E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1257833" y="1692000"/>
            <a:ext cx="3474000" cy="3474000"/>
          </a:xfrm>
          <a:prstGeom prst="roundRect">
            <a:avLst>
              <a:gd name="adj" fmla="val 10233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3928031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2 photo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1D440651-71E9-0AE8-CDA1-D562D1E9E84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150103" y="4715188"/>
            <a:ext cx="4150800" cy="382772"/>
          </a:xfrm>
          <a:prstGeom prst="rect">
            <a:avLst/>
          </a:prstGeom>
        </p:spPr>
        <p:txBody>
          <a:bodyPr l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2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1</a:t>
            </a:r>
            <a:endParaRPr lang="en-US"/>
          </a:p>
        </p:txBody>
      </p:sp>
      <p:sp>
        <p:nvSpPr>
          <p:cNvPr id="13" name="Text Placeholder 23">
            <a:extLst>
              <a:ext uri="{FF2B5EF4-FFF2-40B4-BE49-F238E27FC236}">
                <a16:creationId xmlns:a16="http://schemas.microsoft.com/office/drawing/2014/main" id="{D2152773-F283-B241-B8F5-C977CEA18F7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150103" y="5195728"/>
            <a:ext cx="4150800" cy="566355"/>
          </a:xfrm>
          <a:prstGeom prst="rect">
            <a:avLst/>
          </a:prstGeom>
        </p:spPr>
        <p:txBody>
          <a:bodyPr lIns="0"/>
          <a:lstStyle>
            <a:lvl1pPr marL="0" indent="0" algn="ctr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1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7BAC0E01-17E4-69ED-3B40-85452DBAEFA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763112" y="4715188"/>
            <a:ext cx="4150800" cy="382772"/>
          </a:xfrm>
          <a:prstGeom prst="rect">
            <a:avLst/>
          </a:prstGeom>
        </p:spPr>
        <p:txBody>
          <a:bodyPr l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2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2</a:t>
            </a:r>
            <a:endParaRPr lang="en-US"/>
          </a:p>
        </p:txBody>
      </p:sp>
      <p:sp>
        <p:nvSpPr>
          <p:cNvPr id="16" name="Text Placeholder 23">
            <a:extLst>
              <a:ext uri="{FF2B5EF4-FFF2-40B4-BE49-F238E27FC236}">
                <a16:creationId xmlns:a16="http://schemas.microsoft.com/office/drawing/2014/main" id="{2646166C-E695-A9BE-E6AA-7F1A289EBBF6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763112" y="5195728"/>
            <a:ext cx="4150800" cy="566355"/>
          </a:xfrm>
          <a:prstGeom prst="rect">
            <a:avLst/>
          </a:prstGeom>
        </p:spPr>
        <p:txBody>
          <a:bodyPr lIns="0"/>
          <a:lstStyle>
            <a:lvl1pPr marL="0" indent="0" algn="ctr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2</a:t>
            </a: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9F4231A-B3E3-CAA1-CC55-E265DECC5667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2055689" y="1417680"/>
            <a:ext cx="2595600" cy="2595600"/>
          </a:xfrm>
          <a:prstGeom prst="roundRect">
            <a:avLst>
              <a:gd name="adj" fmla="val 11187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5" name="Picture Placeholder 3">
            <a:extLst>
              <a:ext uri="{FF2B5EF4-FFF2-40B4-BE49-F238E27FC236}">
                <a16:creationId xmlns:a16="http://schemas.microsoft.com/office/drawing/2014/main" id="{83173C9C-5E75-0719-9EB9-AB2688FA7ADD}"/>
              </a:ext>
            </a:extLst>
          </p:cNvPr>
          <p:cNvSpPr>
            <a:spLocks noGrp="1" noChangeAspect="1"/>
          </p:cNvSpPr>
          <p:nvPr>
            <p:ph type="pic" sz="quarter" idx="20"/>
          </p:nvPr>
        </p:nvSpPr>
        <p:spPr>
          <a:xfrm>
            <a:off x="7540712" y="1417680"/>
            <a:ext cx="2595600" cy="2595600"/>
          </a:xfrm>
          <a:prstGeom prst="roundRect">
            <a:avLst>
              <a:gd name="adj" fmla="val 11187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45599931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3 photo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239D72E7-69EC-8E0D-0F59-1BA307B97D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57200" y="4332009"/>
            <a:ext cx="3610800" cy="382772"/>
          </a:xfrm>
          <a:prstGeom prst="rect">
            <a:avLst/>
          </a:prstGeom>
        </p:spPr>
        <p:txBody>
          <a:bodyPr l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8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1</a:t>
            </a:r>
            <a:endParaRPr lang="en-US"/>
          </a:p>
        </p:txBody>
      </p:sp>
      <p:sp>
        <p:nvSpPr>
          <p:cNvPr id="21" name="Text Placeholder 23">
            <a:extLst>
              <a:ext uri="{FF2B5EF4-FFF2-40B4-BE49-F238E27FC236}">
                <a16:creationId xmlns:a16="http://schemas.microsoft.com/office/drawing/2014/main" id="{5C9B965F-8DBC-D037-8089-F03D6832EA6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7200" y="4798901"/>
            <a:ext cx="3610800" cy="566355"/>
          </a:xfrm>
          <a:prstGeom prst="rect">
            <a:avLst/>
          </a:prstGeom>
        </p:spPr>
        <p:txBody>
          <a:bodyPr lIns="0"/>
          <a:lstStyle>
            <a:lvl1pPr marL="0" indent="0" algn="ctr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1</a:t>
            </a: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A95D9090-B4E9-1090-F92D-06ABEA15241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18782" y="4332009"/>
            <a:ext cx="3610800" cy="382772"/>
          </a:xfrm>
          <a:prstGeom prst="rect">
            <a:avLst/>
          </a:prstGeom>
        </p:spPr>
        <p:txBody>
          <a:bodyPr l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8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2</a:t>
            </a:r>
            <a:endParaRPr lang="en-US"/>
          </a:p>
        </p:txBody>
      </p:sp>
      <p:sp>
        <p:nvSpPr>
          <p:cNvPr id="23" name="Text Placeholder 23">
            <a:extLst>
              <a:ext uri="{FF2B5EF4-FFF2-40B4-BE49-F238E27FC236}">
                <a16:creationId xmlns:a16="http://schemas.microsoft.com/office/drawing/2014/main" id="{461F7B31-C41C-6D20-1BE6-09A689E2A8C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18782" y="4798901"/>
            <a:ext cx="3610800" cy="566355"/>
          </a:xfrm>
          <a:prstGeom prst="rect">
            <a:avLst/>
          </a:prstGeom>
        </p:spPr>
        <p:txBody>
          <a:bodyPr lIns="0"/>
          <a:lstStyle>
            <a:lvl1pPr marL="0" indent="0" algn="ctr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2</a:t>
            </a:r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8175686B-4B4B-43CB-995A-37A605ED82D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131126" y="4332009"/>
            <a:ext cx="3610800" cy="382772"/>
          </a:xfrm>
          <a:prstGeom prst="rect">
            <a:avLst/>
          </a:prstGeom>
        </p:spPr>
        <p:txBody>
          <a:bodyPr l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8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3</a:t>
            </a:r>
            <a:endParaRPr lang="en-US"/>
          </a:p>
        </p:txBody>
      </p:sp>
      <p:sp>
        <p:nvSpPr>
          <p:cNvPr id="25" name="Text Placeholder 23">
            <a:extLst>
              <a:ext uri="{FF2B5EF4-FFF2-40B4-BE49-F238E27FC236}">
                <a16:creationId xmlns:a16="http://schemas.microsoft.com/office/drawing/2014/main" id="{0AB6FDD0-DCBE-F829-7679-55676EBB2D4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131126" y="4798901"/>
            <a:ext cx="3610800" cy="566355"/>
          </a:xfrm>
          <a:prstGeom prst="rect">
            <a:avLst/>
          </a:prstGeom>
        </p:spPr>
        <p:txBody>
          <a:bodyPr lIns="0"/>
          <a:lstStyle>
            <a:lvl1pPr marL="0" indent="0" algn="ctr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3</a:t>
            </a:r>
          </a:p>
        </p:txBody>
      </p:sp>
      <p:sp>
        <p:nvSpPr>
          <p:cNvPr id="2" name="Picture Placeholder 3">
            <a:extLst>
              <a:ext uri="{FF2B5EF4-FFF2-40B4-BE49-F238E27FC236}">
                <a16:creationId xmlns:a16="http://schemas.microsoft.com/office/drawing/2014/main" id="{EAA335B1-C630-B597-7657-EA850F9E5E92}"/>
              </a:ext>
            </a:extLst>
          </p:cNvPr>
          <p:cNvSpPr>
            <a:spLocks noGrp="1" noChangeAspect="1"/>
          </p:cNvSpPr>
          <p:nvPr>
            <p:ph type="pic" sz="quarter" idx="26"/>
          </p:nvPr>
        </p:nvSpPr>
        <p:spPr>
          <a:xfrm>
            <a:off x="5017800" y="1417680"/>
            <a:ext cx="2156400" cy="2156400"/>
          </a:xfrm>
          <a:prstGeom prst="roundRect">
            <a:avLst>
              <a:gd name="adj" fmla="val 11013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3" name="Picture Placeholder 3">
            <a:extLst>
              <a:ext uri="{FF2B5EF4-FFF2-40B4-BE49-F238E27FC236}">
                <a16:creationId xmlns:a16="http://schemas.microsoft.com/office/drawing/2014/main" id="{846347A1-93C7-595A-7B35-7DC92C1A53D9}"/>
              </a:ext>
            </a:extLst>
          </p:cNvPr>
          <p:cNvSpPr>
            <a:spLocks noGrp="1" noChangeAspect="1"/>
          </p:cNvSpPr>
          <p:nvPr>
            <p:ph type="pic" sz="quarter" idx="27"/>
          </p:nvPr>
        </p:nvSpPr>
        <p:spPr>
          <a:xfrm>
            <a:off x="8858326" y="1417680"/>
            <a:ext cx="2156400" cy="2156400"/>
          </a:xfrm>
          <a:prstGeom prst="roundRect">
            <a:avLst>
              <a:gd name="adj" fmla="val 11013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FC0A2D0-6349-CF80-EE3C-3D2D4B61A66F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1184400" y="1417680"/>
            <a:ext cx="2156400" cy="2156400"/>
          </a:xfrm>
          <a:prstGeom prst="roundRect">
            <a:avLst>
              <a:gd name="adj" fmla="val 11013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32997877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4 photo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BE67A711-BC02-D582-CCCF-C9362113C50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4699" y="4060361"/>
            <a:ext cx="2340000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1</a:t>
            </a:r>
            <a:endParaRPr lang="en-US"/>
          </a:p>
        </p:txBody>
      </p:sp>
      <p:sp>
        <p:nvSpPr>
          <p:cNvPr id="25" name="Text Placeholder 23">
            <a:extLst>
              <a:ext uri="{FF2B5EF4-FFF2-40B4-BE49-F238E27FC236}">
                <a16:creationId xmlns:a16="http://schemas.microsoft.com/office/drawing/2014/main" id="{9A56E672-8992-6D3E-87D9-B5E7D82CAF8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4699" y="4513605"/>
            <a:ext cx="2340000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1</a:t>
            </a:r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06AB9EE4-B2C2-88D7-4881-293FC55A928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259708" y="4060361"/>
            <a:ext cx="2340000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4</a:t>
            </a:r>
            <a:endParaRPr lang="en-US"/>
          </a:p>
        </p:txBody>
      </p:sp>
      <p:sp>
        <p:nvSpPr>
          <p:cNvPr id="28" name="Text Placeholder 23">
            <a:extLst>
              <a:ext uri="{FF2B5EF4-FFF2-40B4-BE49-F238E27FC236}">
                <a16:creationId xmlns:a16="http://schemas.microsoft.com/office/drawing/2014/main" id="{19686BD9-1845-7652-6D9E-8824F154940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259708" y="4513605"/>
            <a:ext cx="2340000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4</a:t>
            </a:r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3ED01B51-1DD1-4C24-EF62-E3DE3F1691B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455566" y="4060361"/>
            <a:ext cx="2340000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2</a:t>
            </a:r>
            <a:endParaRPr lang="en-US"/>
          </a:p>
        </p:txBody>
      </p:sp>
      <p:sp>
        <p:nvSpPr>
          <p:cNvPr id="31" name="Text Placeholder 23">
            <a:extLst>
              <a:ext uri="{FF2B5EF4-FFF2-40B4-BE49-F238E27FC236}">
                <a16:creationId xmlns:a16="http://schemas.microsoft.com/office/drawing/2014/main" id="{D25A70A3-E40F-CA65-EA3B-4500FAA023C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455566" y="4513605"/>
            <a:ext cx="2340000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2</a:t>
            </a: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21B9EAF0-A8B7-BDC1-EB92-F9CA82295AD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396433" y="4060361"/>
            <a:ext cx="2340000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3</a:t>
            </a:r>
            <a:endParaRPr lang="en-US"/>
          </a:p>
        </p:txBody>
      </p:sp>
      <p:sp>
        <p:nvSpPr>
          <p:cNvPr id="34" name="Text Placeholder 23">
            <a:extLst>
              <a:ext uri="{FF2B5EF4-FFF2-40B4-BE49-F238E27FC236}">
                <a16:creationId xmlns:a16="http://schemas.microsoft.com/office/drawing/2014/main" id="{A42F7B25-6B8B-EDD4-DF45-6632CF3C7D1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396433" y="4513605"/>
            <a:ext cx="2340000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3</a:t>
            </a:r>
          </a:p>
        </p:txBody>
      </p:sp>
      <p:sp>
        <p:nvSpPr>
          <p:cNvPr id="2" name="Picture Placeholder 3">
            <a:extLst>
              <a:ext uri="{FF2B5EF4-FFF2-40B4-BE49-F238E27FC236}">
                <a16:creationId xmlns:a16="http://schemas.microsoft.com/office/drawing/2014/main" id="{D4497C57-2A76-1394-CB1C-541D04915DFB}"/>
              </a:ext>
            </a:extLst>
          </p:cNvPr>
          <p:cNvSpPr>
            <a:spLocks noGrp="1" noChangeAspect="1"/>
          </p:cNvSpPr>
          <p:nvPr>
            <p:ph type="pic" sz="quarter" idx="26"/>
          </p:nvPr>
        </p:nvSpPr>
        <p:spPr>
          <a:xfrm>
            <a:off x="3768634" y="1916113"/>
            <a:ext cx="1745999" cy="1745999"/>
          </a:xfrm>
          <a:prstGeom prst="roundRect">
            <a:avLst>
              <a:gd name="adj" fmla="val 11430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3" name="Picture Placeholder 3">
            <a:extLst>
              <a:ext uri="{FF2B5EF4-FFF2-40B4-BE49-F238E27FC236}">
                <a16:creationId xmlns:a16="http://schemas.microsoft.com/office/drawing/2014/main" id="{D6A60263-7817-075E-BAA0-23FC7933F24A}"/>
              </a:ext>
            </a:extLst>
          </p:cNvPr>
          <p:cNvSpPr>
            <a:spLocks noGrp="1" noChangeAspect="1"/>
          </p:cNvSpPr>
          <p:nvPr>
            <p:ph type="pic" sz="quarter" idx="27"/>
          </p:nvPr>
        </p:nvSpPr>
        <p:spPr>
          <a:xfrm>
            <a:off x="6719299" y="1916113"/>
            <a:ext cx="1745999" cy="1745999"/>
          </a:xfrm>
          <a:prstGeom prst="roundRect">
            <a:avLst>
              <a:gd name="adj" fmla="val 11430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DB789CB-3BAB-E372-6664-3241D3069951}"/>
              </a:ext>
            </a:extLst>
          </p:cNvPr>
          <p:cNvSpPr>
            <a:spLocks noGrp="1" noChangeAspect="1"/>
          </p:cNvSpPr>
          <p:nvPr>
            <p:ph type="pic" sz="quarter" idx="28"/>
          </p:nvPr>
        </p:nvSpPr>
        <p:spPr>
          <a:xfrm>
            <a:off x="9634302" y="1916113"/>
            <a:ext cx="1745999" cy="1745999"/>
          </a:xfrm>
          <a:prstGeom prst="roundRect">
            <a:avLst>
              <a:gd name="adj" fmla="val 11430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  <p:sp>
        <p:nvSpPr>
          <p:cNvPr id="5" name="Picture Placeholder 3">
            <a:extLst>
              <a:ext uri="{FF2B5EF4-FFF2-40B4-BE49-F238E27FC236}">
                <a16:creationId xmlns:a16="http://schemas.microsoft.com/office/drawing/2014/main" id="{F8F57112-D001-6BDA-61B6-40C4C01A4405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811700" y="1916113"/>
            <a:ext cx="1745999" cy="1745999"/>
          </a:xfrm>
          <a:prstGeom prst="roundRect">
            <a:avLst>
              <a:gd name="adj" fmla="val 11430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4762" indent="0" algn="ctr">
              <a:buNone/>
              <a:defRPr/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51514677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5 photo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8F515D11-68DC-0B76-2787-7B43511CCBF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76773" y="3938106"/>
            <a:ext cx="2001599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1</a:t>
            </a:r>
            <a:endParaRPr lang="en-US"/>
          </a:p>
        </p:txBody>
      </p:sp>
      <p:sp>
        <p:nvSpPr>
          <p:cNvPr id="32" name="Text Placeholder 23">
            <a:extLst>
              <a:ext uri="{FF2B5EF4-FFF2-40B4-BE49-F238E27FC236}">
                <a16:creationId xmlns:a16="http://schemas.microsoft.com/office/drawing/2014/main" id="{A39C1F80-3409-123E-E7F1-94D6BD12E03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76773" y="4418646"/>
            <a:ext cx="2001599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1</a:t>
            </a: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AF034DF1-0774-6ACD-CBAD-F875514A21F9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400294" y="3938106"/>
            <a:ext cx="2001599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4</a:t>
            </a:r>
            <a:endParaRPr lang="en-US"/>
          </a:p>
        </p:txBody>
      </p:sp>
      <p:sp>
        <p:nvSpPr>
          <p:cNvPr id="34" name="Text Placeholder 23">
            <a:extLst>
              <a:ext uri="{FF2B5EF4-FFF2-40B4-BE49-F238E27FC236}">
                <a16:creationId xmlns:a16="http://schemas.microsoft.com/office/drawing/2014/main" id="{A36BFB4A-B9A3-4D28-F803-25025668BF4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400294" y="4418646"/>
            <a:ext cx="2001599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4</a:t>
            </a:r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CA6B2E89-4E85-2282-0D11-369F4DD59776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785881" y="3938106"/>
            <a:ext cx="1994775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2</a:t>
            </a:r>
            <a:endParaRPr lang="en-US"/>
          </a:p>
        </p:txBody>
      </p:sp>
      <p:sp>
        <p:nvSpPr>
          <p:cNvPr id="36" name="Text Placeholder 23">
            <a:extLst>
              <a:ext uri="{FF2B5EF4-FFF2-40B4-BE49-F238E27FC236}">
                <a16:creationId xmlns:a16="http://schemas.microsoft.com/office/drawing/2014/main" id="{B2A27A74-1B33-F4E1-C792-F5BCED9DFB00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785881" y="4418646"/>
            <a:ext cx="1994775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2</a:t>
            </a:r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C2E50B4D-9F06-2448-A0BD-86822C52558E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095200" y="3938106"/>
            <a:ext cx="2001599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3</a:t>
            </a:r>
            <a:endParaRPr lang="en-US"/>
          </a:p>
        </p:txBody>
      </p:sp>
      <p:sp>
        <p:nvSpPr>
          <p:cNvPr id="38" name="Text Placeholder 23">
            <a:extLst>
              <a:ext uri="{FF2B5EF4-FFF2-40B4-BE49-F238E27FC236}">
                <a16:creationId xmlns:a16="http://schemas.microsoft.com/office/drawing/2014/main" id="{5002B577-2800-15BF-1BC0-BB6482EA55D7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5095200" y="4418646"/>
            <a:ext cx="2001599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3</a:t>
            </a:r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E41AD72C-182B-52F9-42C6-F4F867D2F427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720414" y="3938106"/>
            <a:ext cx="2001599" cy="381600"/>
          </a:xfrm>
          <a:prstGeom prst="rect">
            <a:avLst/>
          </a:prstGeom>
        </p:spPr>
        <p:txBody>
          <a:bodyPr lIns="0" tIns="0" rIns="0" anchor="b" anchorCtr="0"/>
          <a:lstStyle>
            <a:lvl1pPr marL="0" indent="0" algn="ctr">
              <a:lnSpc>
                <a:spcPct val="100000"/>
              </a:lnSpc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Speaker Name 5</a:t>
            </a:r>
            <a:endParaRPr lang="en-US"/>
          </a:p>
        </p:txBody>
      </p:sp>
      <p:sp>
        <p:nvSpPr>
          <p:cNvPr id="40" name="Text Placeholder 23">
            <a:extLst>
              <a:ext uri="{FF2B5EF4-FFF2-40B4-BE49-F238E27FC236}">
                <a16:creationId xmlns:a16="http://schemas.microsoft.com/office/drawing/2014/main" id="{71F7D9C5-C33C-3F7E-9EB6-58BC6F802D53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720414" y="4418646"/>
            <a:ext cx="2001599" cy="566355"/>
          </a:xfrm>
          <a:prstGeom prst="rect">
            <a:avLst/>
          </a:prstGeom>
        </p:spPr>
        <p:txBody>
          <a:bodyPr lIns="0" rIns="0"/>
          <a:lstStyle>
            <a:lvl1pPr marL="0" indent="0" algn="ctr">
              <a:lnSpc>
                <a:spcPct val="100000"/>
              </a:lnSpc>
              <a:spcBef>
                <a:spcPts val="40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accent2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Speaker Title 5</a:t>
            </a:r>
          </a:p>
        </p:txBody>
      </p:sp>
      <p:sp>
        <p:nvSpPr>
          <p:cNvPr id="2" name="Picture Placeholder 3">
            <a:extLst>
              <a:ext uri="{FF2B5EF4-FFF2-40B4-BE49-F238E27FC236}">
                <a16:creationId xmlns:a16="http://schemas.microsoft.com/office/drawing/2014/main" id="{3CCB852A-61BA-7C27-E227-AF98102AD57E}"/>
              </a:ext>
            </a:extLst>
          </p:cNvPr>
          <p:cNvSpPr>
            <a:spLocks noGrp="1" noChangeAspect="1"/>
          </p:cNvSpPr>
          <p:nvPr>
            <p:ph type="pic" sz="quarter" idx="39"/>
          </p:nvPr>
        </p:nvSpPr>
        <p:spPr>
          <a:xfrm>
            <a:off x="3075880" y="1916113"/>
            <a:ext cx="1418400" cy="1418400"/>
          </a:xfrm>
          <a:prstGeom prst="roundRect">
            <a:avLst>
              <a:gd name="adj" fmla="val 12983"/>
            </a:avLst>
          </a:prstGeom>
          <a:solidFill>
            <a:schemeClr val="tx1">
              <a:lumMod val="85000"/>
            </a:schemeClr>
          </a:solidFill>
        </p:spPr>
        <p:txBody>
          <a:bodyPr rIns="0"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3" name="Picture Placeholder 3">
            <a:extLst>
              <a:ext uri="{FF2B5EF4-FFF2-40B4-BE49-F238E27FC236}">
                <a16:creationId xmlns:a16="http://schemas.microsoft.com/office/drawing/2014/main" id="{2481E560-021E-4F98-D971-C7AEBA531269}"/>
              </a:ext>
            </a:extLst>
          </p:cNvPr>
          <p:cNvSpPr>
            <a:spLocks noGrp="1" noChangeAspect="1"/>
          </p:cNvSpPr>
          <p:nvPr>
            <p:ph type="pic" sz="quarter" idx="40"/>
          </p:nvPr>
        </p:nvSpPr>
        <p:spPr>
          <a:xfrm>
            <a:off x="5383388" y="1916113"/>
            <a:ext cx="1418400" cy="1418400"/>
          </a:xfrm>
          <a:prstGeom prst="roundRect">
            <a:avLst>
              <a:gd name="adj" fmla="val 12983"/>
            </a:avLst>
          </a:prstGeom>
          <a:solidFill>
            <a:schemeClr val="tx1">
              <a:lumMod val="85000"/>
            </a:schemeClr>
          </a:solidFill>
        </p:spPr>
        <p:txBody>
          <a:bodyPr rIns="0"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AEBC7EBC-0FA0-16B6-4BF5-8A1ABCC11C7C}"/>
              </a:ext>
            </a:extLst>
          </p:cNvPr>
          <p:cNvSpPr>
            <a:spLocks noGrp="1" noChangeAspect="1"/>
          </p:cNvSpPr>
          <p:nvPr>
            <p:ph type="pic" sz="quarter" idx="41"/>
          </p:nvPr>
        </p:nvSpPr>
        <p:spPr>
          <a:xfrm>
            <a:off x="7694308" y="1916113"/>
            <a:ext cx="1418400" cy="1418400"/>
          </a:xfrm>
          <a:prstGeom prst="roundRect">
            <a:avLst>
              <a:gd name="adj" fmla="val 12983"/>
            </a:avLst>
          </a:prstGeom>
          <a:solidFill>
            <a:schemeClr val="tx1">
              <a:lumMod val="85000"/>
            </a:schemeClr>
          </a:solidFill>
        </p:spPr>
        <p:txBody>
          <a:bodyPr rIns="0"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5" name="Picture Placeholder 3">
            <a:extLst>
              <a:ext uri="{FF2B5EF4-FFF2-40B4-BE49-F238E27FC236}">
                <a16:creationId xmlns:a16="http://schemas.microsoft.com/office/drawing/2014/main" id="{4FE457AD-C3DB-4A6F-9366-3189BF6CD9D7}"/>
              </a:ext>
            </a:extLst>
          </p:cNvPr>
          <p:cNvSpPr>
            <a:spLocks noGrp="1" noChangeAspect="1"/>
          </p:cNvSpPr>
          <p:nvPr>
            <p:ph type="pic" sz="quarter" idx="42"/>
          </p:nvPr>
        </p:nvSpPr>
        <p:spPr>
          <a:xfrm>
            <a:off x="10005227" y="1916113"/>
            <a:ext cx="1418400" cy="1418400"/>
          </a:xfrm>
          <a:prstGeom prst="roundRect">
            <a:avLst>
              <a:gd name="adj" fmla="val 12983"/>
            </a:avLst>
          </a:prstGeom>
          <a:solidFill>
            <a:schemeClr val="tx1">
              <a:lumMod val="85000"/>
            </a:schemeClr>
          </a:solidFill>
        </p:spPr>
        <p:txBody>
          <a:bodyPr rIns="0"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6" name="Picture Placeholder 3">
            <a:extLst>
              <a:ext uri="{FF2B5EF4-FFF2-40B4-BE49-F238E27FC236}">
                <a16:creationId xmlns:a16="http://schemas.microsoft.com/office/drawing/2014/main" id="{0D2F6575-3F05-33BD-26E8-CC7EF310FAB6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768372" y="1916113"/>
            <a:ext cx="1418400" cy="1418400"/>
          </a:xfrm>
          <a:prstGeom prst="roundRect">
            <a:avLst>
              <a:gd name="adj" fmla="val 12983"/>
            </a:avLst>
          </a:prstGeom>
          <a:solidFill>
            <a:schemeClr val="tx1">
              <a:lumMod val="85000"/>
            </a:schemeClr>
          </a:solidFill>
        </p:spPr>
        <p:txBody>
          <a:bodyPr rIns="0" anchor="ctr"/>
          <a:lstStyle>
            <a:lvl1pPr marL="4762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535522718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1 photo + title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Rectangle 35">
            <a:extLst>
              <a:ext uri="{FF2B5EF4-FFF2-40B4-BE49-F238E27FC236}">
                <a16:creationId xmlns:a16="http://schemas.microsoft.com/office/drawing/2014/main" id="{4BEF374D-1A74-BF25-A1D0-0D608F92CAB3}"/>
              </a:ext>
            </a:extLst>
          </p:cNvPr>
          <p:cNvSpPr/>
          <p:nvPr userDrawn="1"/>
        </p:nvSpPr>
        <p:spPr>
          <a:xfrm>
            <a:off x="4196161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D4A44745-81DF-41DB-9E2D-C52E911B12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333882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57F79AA-EAF2-9F10-FDA7-AC57EB25FA55}"/>
              </a:ext>
            </a:extLst>
          </p:cNvPr>
          <p:cNvSpPr/>
          <p:nvPr userDrawn="1"/>
        </p:nvSpPr>
        <p:spPr>
          <a:xfrm>
            <a:off x="1692187" y="4675469"/>
            <a:ext cx="458108" cy="4580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FC1AE657-15E6-3C39-F2C2-2988AA52774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5" y="883466"/>
            <a:ext cx="927466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34326EC1-1AAD-7854-13D6-95A815D62F0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1702871" y="5273641"/>
            <a:ext cx="2890618" cy="382772"/>
          </a:xfrm>
          <a:prstGeom prst="rect">
            <a:avLst/>
          </a:prstGeom>
        </p:spPr>
        <p:txBody>
          <a:bodyPr lIns="0" rIns="0" bIns="0" anchor="b" anchorCtr="0"/>
          <a:lstStyle>
            <a:lvl1pPr marL="0" indent="0">
              <a:lnSpc>
                <a:spcPct val="100000"/>
              </a:lnSpc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4" name="Text Placeholder 23">
            <a:extLst>
              <a:ext uri="{FF2B5EF4-FFF2-40B4-BE49-F238E27FC236}">
                <a16:creationId xmlns:a16="http://schemas.microsoft.com/office/drawing/2014/main" id="{4FAF43B5-03A0-BBE3-E8DE-CFB7AC8DCB62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1703666" y="5737681"/>
            <a:ext cx="2885629" cy="423260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20000"/>
              </a:lnSpc>
              <a:spcBef>
                <a:spcPts val="0"/>
              </a:spcBef>
              <a:buClr>
                <a:schemeClr val="bg1"/>
              </a:buClr>
              <a:buFont typeface="Wingdings" pitchFamily="2" charset="2"/>
              <a:buNone/>
              <a:defRPr sz="1200">
                <a:solidFill>
                  <a:schemeClr val="tx1"/>
                </a:solidFill>
              </a:defRPr>
            </a:lvl1pPr>
            <a:lvl2pPr marL="457177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2pPr>
            <a:lvl3pPr marL="914354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3pPr>
            <a:lvl4pPr marL="1371531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4pPr>
            <a:lvl5pPr marL="1828708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10">
            <a:extLst>
              <a:ext uri="{FF2B5EF4-FFF2-40B4-BE49-F238E27FC236}">
                <a16:creationId xmlns:a16="http://schemas.microsoft.com/office/drawing/2014/main" id="{045CBD95-ED72-EAD2-BA59-8A7EAB4ACFC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486559" y="2637775"/>
            <a:ext cx="5262529" cy="38277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FontTx/>
              <a:buNone/>
              <a:defRPr sz="17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8" name="Text Placeholder 23">
            <a:extLst>
              <a:ext uri="{FF2B5EF4-FFF2-40B4-BE49-F238E27FC236}">
                <a16:creationId xmlns:a16="http://schemas.microsoft.com/office/drawing/2014/main" id="{7DEB03C8-9F18-6D98-5679-E60C7776255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476935" y="3088412"/>
            <a:ext cx="5272153" cy="1514336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20000"/>
              </a:lnSpc>
              <a:buClr>
                <a:schemeClr val="bg1"/>
              </a:buClr>
              <a:buFont typeface="Wingdings" pitchFamily="2" charset="2"/>
              <a:buNone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2pPr>
            <a:lvl3pPr marL="1142943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3pPr>
            <a:lvl4pPr marL="1600120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4pPr>
            <a:lvl5pPr marL="2057297" indent="-228589">
              <a:lnSpc>
                <a:spcPct val="120000"/>
              </a:lnSpc>
              <a:buClr>
                <a:schemeClr val="bg1"/>
              </a:buClr>
              <a:buFont typeface="Wingdings" pitchFamily="2" charset="2"/>
              <a:buChar char="§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Picture Placeholder 9">
            <a:extLst>
              <a:ext uri="{FF2B5EF4-FFF2-40B4-BE49-F238E27FC236}">
                <a16:creationId xmlns:a16="http://schemas.microsoft.com/office/drawing/2014/main" id="{AC131A42-50A1-2E4F-D3D0-9B6C37DCBE81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1925085" y="2291477"/>
            <a:ext cx="2658074" cy="2657902"/>
          </a:xfrm>
          <a:prstGeom prst="roundRect">
            <a:avLst>
              <a:gd name="adj" fmla="val 10169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4931369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2 photo + title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90B2918E-E041-B367-5B34-44639183C130}"/>
              </a:ext>
            </a:extLst>
          </p:cNvPr>
          <p:cNvSpPr/>
          <p:nvPr userDrawn="1"/>
        </p:nvSpPr>
        <p:spPr>
          <a:xfrm>
            <a:off x="4027707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5FA93EE-1A51-0F61-7C69-76907B6AC870}"/>
              </a:ext>
            </a:extLst>
          </p:cNvPr>
          <p:cNvSpPr/>
          <p:nvPr userDrawn="1"/>
        </p:nvSpPr>
        <p:spPr>
          <a:xfrm>
            <a:off x="10136274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8E0DB6C-9F6F-131D-CE02-72D42E2FAD0C}"/>
              </a:ext>
            </a:extLst>
          </p:cNvPr>
          <p:cNvSpPr/>
          <p:nvPr userDrawn="1"/>
        </p:nvSpPr>
        <p:spPr>
          <a:xfrm>
            <a:off x="1523734" y="4675469"/>
            <a:ext cx="458108" cy="4580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19" name="Text Placeholder 23">
            <a:extLst>
              <a:ext uri="{FF2B5EF4-FFF2-40B4-BE49-F238E27FC236}">
                <a16:creationId xmlns:a16="http://schemas.microsoft.com/office/drawing/2014/main" id="{38E95D7C-A0D2-A44B-74AF-4C9E8BACDCB2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535213" y="5737681"/>
            <a:ext cx="2885629" cy="423260"/>
          </a:xfrm>
          <a:prstGeom prst="rect">
            <a:avLst/>
          </a:prstGeom>
        </p:spPr>
        <p:txBody>
          <a:bodyPr lIns="0">
            <a:noAutofit/>
          </a:bodyPr>
          <a:lstStyle>
            <a:lvl1pPr marL="0" indent="0">
              <a:lnSpc>
                <a:spcPct val="12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sz="1200">
                <a:solidFill>
                  <a:schemeClr val="tx1"/>
                </a:solidFill>
              </a:defRPr>
            </a:lvl1pPr>
            <a:lvl2pPr marL="457177" indent="0">
              <a:lnSpc>
                <a:spcPct val="12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sz="1200">
                <a:solidFill>
                  <a:schemeClr val="tx1"/>
                </a:solidFill>
              </a:defRPr>
            </a:lvl2pPr>
            <a:lvl3pPr marL="914354" indent="0">
              <a:lnSpc>
                <a:spcPct val="12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sz="1200">
                <a:solidFill>
                  <a:schemeClr val="tx1"/>
                </a:solidFill>
              </a:defRPr>
            </a:lvl3pPr>
            <a:lvl4pPr marL="1371531" indent="0">
              <a:lnSpc>
                <a:spcPct val="12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sz="1200">
                <a:solidFill>
                  <a:schemeClr val="tx1"/>
                </a:solidFill>
              </a:defRPr>
            </a:lvl4pPr>
            <a:lvl5pPr marL="1828708" indent="0">
              <a:lnSpc>
                <a:spcPct val="12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C70A9A4E-0B3D-08BC-92DC-996F2F804515}"/>
              </a:ext>
            </a:extLst>
          </p:cNvPr>
          <p:cNvSpPr/>
          <p:nvPr userDrawn="1"/>
        </p:nvSpPr>
        <p:spPr>
          <a:xfrm>
            <a:off x="7632300" y="4675469"/>
            <a:ext cx="458108" cy="4580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77C5B38D-1FC6-8B18-9F57-FEB90AA3D347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7643779" y="5737681"/>
            <a:ext cx="2885629" cy="423260"/>
          </a:xfrm>
          <a:prstGeom prst="rect">
            <a:avLst/>
          </a:prstGeom>
        </p:spPr>
        <p:txBody>
          <a:bodyPr lIns="0">
            <a:noAutofit/>
          </a:bodyPr>
          <a:lstStyle>
            <a:lvl1pPr marL="0" indent="0">
              <a:lnSpc>
                <a:spcPct val="12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sz="1200">
                <a:solidFill>
                  <a:schemeClr val="tx1"/>
                </a:solidFill>
              </a:defRPr>
            </a:lvl1pPr>
            <a:lvl2pPr marL="457177" indent="0">
              <a:lnSpc>
                <a:spcPct val="12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sz="1200">
                <a:solidFill>
                  <a:schemeClr val="tx1"/>
                </a:solidFill>
              </a:defRPr>
            </a:lvl2pPr>
            <a:lvl3pPr marL="914354" indent="0">
              <a:lnSpc>
                <a:spcPct val="12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sz="1200">
                <a:solidFill>
                  <a:schemeClr val="tx1"/>
                </a:solidFill>
              </a:defRPr>
            </a:lvl3pPr>
            <a:lvl4pPr marL="1371531" indent="0">
              <a:lnSpc>
                <a:spcPct val="12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sz="1200">
                <a:solidFill>
                  <a:schemeClr val="tx1"/>
                </a:solidFill>
              </a:defRPr>
            </a:lvl4pPr>
            <a:lvl5pPr marL="1828708" indent="0">
              <a:lnSpc>
                <a:spcPct val="12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96E170A2-1B3B-6FB4-D85E-776E34CA179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70705" y="883466"/>
            <a:ext cx="927466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C2EA091B-4FE4-6FFC-9B7A-05BCD258061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534417" y="5273641"/>
            <a:ext cx="2890618" cy="382772"/>
          </a:xfrm>
          <a:prstGeom prst="rect">
            <a:avLst/>
          </a:prstGeom>
        </p:spPr>
        <p:txBody>
          <a:bodyPr lIns="0" rIns="0" bIns="0" anchor="b" anchorCtr="0"/>
          <a:lstStyle>
            <a:lvl1pPr marL="0" indent="0">
              <a:spcBef>
                <a:spcPts val="0"/>
              </a:spcBef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7" name="Text Placeholder 10">
            <a:extLst>
              <a:ext uri="{FF2B5EF4-FFF2-40B4-BE49-F238E27FC236}">
                <a16:creationId xmlns:a16="http://schemas.microsoft.com/office/drawing/2014/main" id="{1FF784A4-AD66-736C-6EB7-31866E5AEA13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642983" y="5273641"/>
            <a:ext cx="2890618" cy="382772"/>
          </a:xfrm>
          <a:prstGeom prst="rect">
            <a:avLst/>
          </a:prstGeom>
        </p:spPr>
        <p:txBody>
          <a:bodyPr lIns="0" rIns="0" bIns="0" anchor="b" anchorCtr="0"/>
          <a:lstStyle>
            <a:lvl1pPr marL="0" indent="0">
              <a:spcBef>
                <a:spcPts val="0"/>
              </a:spcBef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4" name="Picture Placeholder 9">
            <a:extLst>
              <a:ext uri="{FF2B5EF4-FFF2-40B4-BE49-F238E27FC236}">
                <a16:creationId xmlns:a16="http://schemas.microsoft.com/office/drawing/2014/main" id="{74FFF8EF-EAA4-0699-5F8C-A1A6F1DE4D66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7872645" y="2291477"/>
            <a:ext cx="2658074" cy="2657902"/>
          </a:xfrm>
          <a:prstGeom prst="roundRect">
            <a:avLst>
              <a:gd name="adj" fmla="val 9786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8" name="Picture Placeholder 9">
            <a:extLst>
              <a:ext uri="{FF2B5EF4-FFF2-40B4-BE49-F238E27FC236}">
                <a16:creationId xmlns:a16="http://schemas.microsoft.com/office/drawing/2014/main" id="{EE35C5C0-A93B-D09E-44A9-AFD02232607A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756631" y="2291477"/>
            <a:ext cx="2658074" cy="2657902"/>
          </a:xfrm>
          <a:prstGeom prst="roundRect">
            <a:avLst>
              <a:gd name="adj" fmla="val 9786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0816698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3 photo + title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BC57875C-FFF4-0A11-1098-8BF81CAD94BB}"/>
              </a:ext>
            </a:extLst>
          </p:cNvPr>
          <p:cNvSpPr/>
          <p:nvPr userDrawn="1"/>
        </p:nvSpPr>
        <p:spPr>
          <a:xfrm>
            <a:off x="4534959" y="4675469"/>
            <a:ext cx="458108" cy="4580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5AB05A7-07DC-D57B-CA4F-446FE9B3A135}"/>
              </a:ext>
            </a:extLst>
          </p:cNvPr>
          <p:cNvSpPr/>
          <p:nvPr userDrawn="1"/>
        </p:nvSpPr>
        <p:spPr>
          <a:xfrm>
            <a:off x="8259510" y="4675469"/>
            <a:ext cx="458108" cy="4580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5A8B4B2-8917-4C94-221A-546BE231F015}"/>
              </a:ext>
            </a:extLst>
          </p:cNvPr>
          <p:cNvSpPr/>
          <p:nvPr userDrawn="1"/>
        </p:nvSpPr>
        <p:spPr>
          <a:xfrm>
            <a:off x="804238" y="4675469"/>
            <a:ext cx="458108" cy="4580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A0E879FD-FAF6-979A-A277-FB770462D052}"/>
              </a:ext>
            </a:extLst>
          </p:cNvPr>
          <p:cNvSpPr/>
          <p:nvPr userDrawn="1"/>
        </p:nvSpPr>
        <p:spPr>
          <a:xfrm>
            <a:off x="3233572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buClr>
                <a:schemeClr val="accent5"/>
              </a:buClr>
            </a:pPr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AA540A8A-1C45-5043-322D-E21F5BF1B1CB}"/>
              </a:ext>
            </a:extLst>
          </p:cNvPr>
          <p:cNvSpPr/>
          <p:nvPr userDrawn="1"/>
        </p:nvSpPr>
        <p:spPr>
          <a:xfrm>
            <a:off x="6876366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buClr>
                <a:schemeClr val="accent5"/>
              </a:buClr>
            </a:pPr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6FA12D1-BB0C-C361-43D3-97D4FCB63E38}"/>
              </a:ext>
            </a:extLst>
          </p:cNvPr>
          <p:cNvSpPr/>
          <p:nvPr userDrawn="1"/>
        </p:nvSpPr>
        <p:spPr>
          <a:xfrm>
            <a:off x="10502697" y="1913461"/>
            <a:ext cx="76205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buClr>
                <a:schemeClr val="accent5"/>
              </a:buClr>
            </a:pPr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2BBD289F-6549-8606-99C8-036DCEDBCD3A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747826" y="5273641"/>
            <a:ext cx="2890618" cy="382772"/>
          </a:xfrm>
          <a:prstGeom prst="rect">
            <a:avLst/>
          </a:prstGeom>
        </p:spPr>
        <p:txBody>
          <a:bodyPr lIns="0" tIns="0" rIns="0" bIns="0" anchor="b" anchorCtr="0">
            <a:noAutofit/>
          </a:bodyPr>
          <a:lstStyle>
            <a:lvl1pPr marL="0" indent="0"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marL="0" marR="0" lvl="0" indent="0" algn="l" defTabSz="914355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1"/>
              </a:buClr>
              <a:buSzTx/>
              <a:buFontTx/>
              <a:buNone/>
              <a:tabLst/>
              <a:defRPr/>
            </a:pPr>
            <a:r>
              <a:rPr lang="en-US">
                <a:effectLst/>
              </a:rPr>
              <a:t>This is a short subtitle placeholder</a:t>
            </a:r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54D2900C-212E-E6AE-EF80-BAD6989BD8BB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4383871" y="5737681"/>
            <a:ext cx="2885629" cy="42326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4762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1pPr>
            <a:lvl2pPr marL="4333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2pPr>
            <a:lvl3pPr marL="933450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3pPr>
            <a:lvl4pPr marL="13858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4pPr>
            <a:lvl5pPr marL="1819275" indent="0">
              <a:spcBef>
                <a:spcPts val="0"/>
              </a:spcBef>
              <a:buNone/>
              <a:defRPr lang="en-CO"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E6767716-9C2E-A345-547F-A9484BC1914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5" y="883466"/>
            <a:ext cx="927466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60EE2DC3-7176-2F87-DFB0-9D20D93E1DA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381979" y="5273641"/>
            <a:ext cx="2890618" cy="382772"/>
          </a:xfrm>
          <a:prstGeom prst="rect">
            <a:avLst/>
          </a:prstGeom>
        </p:spPr>
        <p:txBody>
          <a:bodyPr lIns="0" tIns="0" rIns="0" bIns="0" anchor="b" anchorCtr="0">
            <a:noAutofit/>
          </a:bodyPr>
          <a:lstStyle>
            <a:lvl1pPr marL="0" indent="0"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marL="0" marR="0" lvl="0" indent="0" algn="l" defTabSz="914355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1"/>
              </a:buClr>
              <a:buSzTx/>
              <a:buFontTx/>
              <a:buNone/>
              <a:tabLst/>
              <a:defRPr/>
            </a:pPr>
            <a:r>
              <a:rPr lang="en-US">
                <a:effectLst/>
              </a:rPr>
              <a:t>This is a short subtitle placeholder</a:t>
            </a:r>
          </a:p>
        </p:txBody>
      </p:sp>
      <p:sp>
        <p:nvSpPr>
          <p:cNvPr id="33" name="Text Placeholder 23">
            <a:extLst>
              <a:ext uri="{FF2B5EF4-FFF2-40B4-BE49-F238E27FC236}">
                <a16:creationId xmlns:a16="http://schemas.microsoft.com/office/drawing/2014/main" id="{B5F24BA5-1137-0BA4-04D9-E818118BF8E5}"/>
              </a:ext>
            </a:extLst>
          </p:cNvPr>
          <p:cNvSpPr>
            <a:spLocks noGrp="1"/>
          </p:cNvSpPr>
          <p:nvPr>
            <p:ph type="body" sz="quarter" idx="43"/>
          </p:nvPr>
        </p:nvSpPr>
        <p:spPr>
          <a:xfrm>
            <a:off x="749718" y="5737681"/>
            <a:ext cx="2885629" cy="42326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4762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1pPr>
            <a:lvl2pPr marL="4333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2pPr>
            <a:lvl3pPr marL="933450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3pPr>
            <a:lvl4pPr marL="13858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4pPr>
            <a:lvl5pPr marL="1819275" indent="0">
              <a:spcBef>
                <a:spcPts val="0"/>
              </a:spcBef>
              <a:buNone/>
              <a:defRPr lang="en-CO"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endParaRPr lang="en-CO"/>
          </a:p>
        </p:txBody>
      </p:sp>
      <p:sp>
        <p:nvSpPr>
          <p:cNvPr id="35" name="Text Placeholder 23">
            <a:extLst>
              <a:ext uri="{FF2B5EF4-FFF2-40B4-BE49-F238E27FC236}">
                <a16:creationId xmlns:a16="http://schemas.microsoft.com/office/drawing/2014/main" id="{D4C3101E-8A41-EF9D-BCAF-FD0831642D6C}"/>
              </a:ext>
            </a:extLst>
          </p:cNvPr>
          <p:cNvSpPr>
            <a:spLocks noGrp="1"/>
          </p:cNvSpPr>
          <p:nvPr>
            <p:ph type="body" sz="quarter" idx="45"/>
          </p:nvPr>
        </p:nvSpPr>
        <p:spPr>
          <a:xfrm>
            <a:off x="8011326" y="5737681"/>
            <a:ext cx="2885629" cy="42326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4762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1pPr>
            <a:lvl2pPr marL="4333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2pPr>
            <a:lvl3pPr marL="933450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3pPr>
            <a:lvl4pPr marL="13858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4pPr>
            <a:lvl5pPr marL="1819275" indent="0">
              <a:spcBef>
                <a:spcPts val="0"/>
              </a:spcBef>
              <a:buNone/>
              <a:defRPr lang="en-CO"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endParaRPr lang="en-CO"/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6FB464B6-43FB-0D42-FA6D-EEC9247D307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8009434" y="5273641"/>
            <a:ext cx="2890618" cy="382772"/>
          </a:xfrm>
          <a:prstGeom prst="rect">
            <a:avLst/>
          </a:prstGeom>
        </p:spPr>
        <p:txBody>
          <a:bodyPr lIns="0" tIns="0" rIns="0" bIns="0" anchor="b" anchorCtr="0">
            <a:noAutofit/>
          </a:bodyPr>
          <a:lstStyle>
            <a:lvl1pPr marL="0" indent="0"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marL="0" marR="0" lvl="0" indent="0" algn="l" defTabSz="914355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1"/>
              </a:buClr>
              <a:buSzTx/>
              <a:buFontTx/>
              <a:buNone/>
              <a:tabLst/>
              <a:defRPr/>
            </a:pPr>
            <a:r>
              <a:rPr lang="en-US">
                <a:effectLst/>
              </a:rPr>
              <a:t>This is a short subtitle placeholder</a:t>
            </a:r>
          </a:p>
        </p:txBody>
      </p:sp>
      <p:sp>
        <p:nvSpPr>
          <p:cNvPr id="3" name="Picture Placeholder 9">
            <a:extLst>
              <a:ext uri="{FF2B5EF4-FFF2-40B4-BE49-F238E27FC236}">
                <a16:creationId xmlns:a16="http://schemas.microsoft.com/office/drawing/2014/main" id="{F98A2D25-69DB-99FC-1FCC-D8FA9E361D11}"/>
              </a:ext>
            </a:extLst>
          </p:cNvPr>
          <p:cNvSpPr>
            <a:spLocks noGrp="1"/>
          </p:cNvSpPr>
          <p:nvPr>
            <p:ph type="pic" sz="quarter" idx="48"/>
          </p:nvPr>
        </p:nvSpPr>
        <p:spPr>
          <a:xfrm>
            <a:off x="4760050" y="2291477"/>
            <a:ext cx="2658074" cy="2657902"/>
          </a:xfrm>
          <a:prstGeom prst="roundRect">
            <a:avLst>
              <a:gd name="adj" fmla="val 10278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4" name="Picture Placeholder 9">
            <a:extLst>
              <a:ext uri="{FF2B5EF4-FFF2-40B4-BE49-F238E27FC236}">
                <a16:creationId xmlns:a16="http://schemas.microsoft.com/office/drawing/2014/main" id="{3513BCA5-4C3E-E07C-4690-E816FC378E5D}"/>
              </a:ext>
            </a:extLst>
          </p:cNvPr>
          <p:cNvSpPr>
            <a:spLocks noGrp="1"/>
          </p:cNvSpPr>
          <p:nvPr>
            <p:ph type="pic" sz="quarter" idx="49"/>
          </p:nvPr>
        </p:nvSpPr>
        <p:spPr>
          <a:xfrm>
            <a:off x="8496790" y="2291477"/>
            <a:ext cx="2658074" cy="2657902"/>
          </a:xfrm>
          <a:prstGeom prst="roundRect">
            <a:avLst>
              <a:gd name="adj" fmla="val 10278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5" name="Picture Placeholder 9">
            <a:extLst>
              <a:ext uri="{FF2B5EF4-FFF2-40B4-BE49-F238E27FC236}">
                <a16:creationId xmlns:a16="http://schemas.microsoft.com/office/drawing/2014/main" id="{0D3B7860-8EF9-DE6E-6500-5F3B32DE43F2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1037136" y="2291477"/>
            <a:ext cx="2658074" cy="2657902"/>
          </a:xfrm>
          <a:prstGeom prst="roundRect">
            <a:avLst>
              <a:gd name="adj" fmla="val 10278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6366653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eaker 4 photo + title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13" name="Text Placeholder 23">
            <a:extLst>
              <a:ext uri="{FF2B5EF4-FFF2-40B4-BE49-F238E27FC236}">
                <a16:creationId xmlns:a16="http://schemas.microsoft.com/office/drawing/2014/main" id="{89E99F19-7DC3-20D8-2C63-8D453123508B}"/>
              </a:ext>
            </a:extLst>
          </p:cNvPr>
          <p:cNvSpPr>
            <a:spLocks noGrp="1"/>
          </p:cNvSpPr>
          <p:nvPr>
            <p:ph type="body" sz="quarter" idx="42"/>
          </p:nvPr>
        </p:nvSpPr>
        <p:spPr>
          <a:xfrm>
            <a:off x="396795" y="5186197"/>
            <a:ext cx="2521734" cy="369884"/>
          </a:xfrm>
          <a:prstGeom prst="rect">
            <a:avLst/>
          </a:prstGeom>
        </p:spPr>
        <p:txBody>
          <a:bodyPr lIns="0" tIns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lang="en-US" sz="1200" b="0" i="0" kern="1200" dirty="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177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lang="en-US" sz="1200" b="0" i="0" kern="1200" dirty="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354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lang="en-US" sz="1200" b="0" i="0" kern="1200" dirty="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531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lang="en-US" sz="1200" b="0" i="0" kern="1200" dirty="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708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buClr>
                <a:schemeClr val="accent2"/>
              </a:buClr>
              <a:buFont typeface="Wingdings" pitchFamily="2" charset="2"/>
              <a:buNone/>
              <a:defRPr lang="en-CO" sz="1200" b="0" i="0" kern="1200" dirty="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Text Placeholder 23">
            <a:extLst>
              <a:ext uri="{FF2B5EF4-FFF2-40B4-BE49-F238E27FC236}">
                <a16:creationId xmlns:a16="http://schemas.microsoft.com/office/drawing/2014/main" id="{C82A69FB-DA60-157A-3690-A62656FFCC87}"/>
              </a:ext>
            </a:extLst>
          </p:cNvPr>
          <p:cNvSpPr>
            <a:spLocks noGrp="1"/>
          </p:cNvSpPr>
          <p:nvPr>
            <p:ph type="body" sz="quarter" idx="45"/>
          </p:nvPr>
        </p:nvSpPr>
        <p:spPr>
          <a:xfrm>
            <a:off x="3351644" y="5186197"/>
            <a:ext cx="2521734" cy="369884"/>
          </a:xfrm>
          <a:prstGeom prst="rect">
            <a:avLst/>
          </a:prstGeom>
        </p:spPr>
        <p:txBody>
          <a:bodyPr lIns="0" tIns="0">
            <a:noAutofit/>
          </a:bodyPr>
          <a:lstStyle>
            <a:lvl1pPr marL="4762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1pPr>
            <a:lvl2pPr marL="4333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2pPr>
            <a:lvl3pPr marL="933450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3pPr>
            <a:lvl4pPr marL="13858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4pPr>
            <a:lvl5pPr marL="1819275" indent="0">
              <a:spcBef>
                <a:spcPts val="0"/>
              </a:spcBef>
              <a:buNone/>
              <a:defRPr lang="en-CO"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1" name="Text Placeholder 23">
            <a:extLst>
              <a:ext uri="{FF2B5EF4-FFF2-40B4-BE49-F238E27FC236}">
                <a16:creationId xmlns:a16="http://schemas.microsoft.com/office/drawing/2014/main" id="{C1D29DCA-E7AA-FC41-6B0B-6772FA5B02CD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331812" y="5186197"/>
            <a:ext cx="2521734" cy="369884"/>
          </a:xfrm>
          <a:prstGeom prst="rect">
            <a:avLst/>
          </a:prstGeom>
        </p:spPr>
        <p:txBody>
          <a:bodyPr lIns="0" tIns="0">
            <a:noAutofit/>
          </a:bodyPr>
          <a:lstStyle>
            <a:lvl1pPr marL="4762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1pPr>
            <a:lvl2pPr marL="4333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2pPr>
            <a:lvl3pPr marL="933450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3pPr>
            <a:lvl4pPr marL="13858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4pPr>
            <a:lvl5pPr marL="1819275" indent="0">
              <a:spcBef>
                <a:spcPts val="0"/>
              </a:spcBef>
              <a:buNone/>
              <a:defRPr lang="en-CO"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6" name="Text Placeholder 23">
            <a:extLst>
              <a:ext uri="{FF2B5EF4-FFF2-40B4-BE49-F238E27FC236}">
                <a16:creationId xmlns:a16="http://schemas.microsoft.com/office/drawing/2014/main" id="{1B6463E2-635F-FB71-A990-E92CAB30198D}"/>
              </a:ext>
            </a:extLst>
          </p:cNvPr>
          <p:cNvSpPr>
            <a:spLocks noGrp="1"/>
          </p:cNvSpPr>
          <p:nvPr>
            <p:ph type="body" sz="quarter" idx="51"/>
          </p:nvPr>
        </p:nvSpPr>
        <p:spPr>
          <a:xfrm>
            <a:off x="9276336" y="5186197"/>
            <a:ext cx="2521734" cy="369884"/>
          </a:xfrm>
          <a:prstGeom prst="rect">
            <a:avLst/>
          </a:prstGeom>
        </p:spPr>
        <p:txBody>
          <a:bodyPr lIns="0" tIns="0">
            <a:noAutofit/>
          </a:bodyPr>
          <a:lstStyle>
            <a:lvl1pPr marL="4762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1pPr>
            <a:lvl2pPr marL="4333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2pPr>
            <a:lvl3pPr marL="933450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3pPr>
            <a:lvl4pPr marL="1385888" indent="0">
              <a:spcBef>
                <a:spcPts val="0"/>
              </a:spcBef>
              <a:buNone/>
              <a:defRPr lang="en-US" sz="1200">
                <a:solidFill>
                  <a:schemeClr val="tx1"/>
                </a:solidFill>
              </a:defRPr>
            </a:lvl4pPr>
            <a:lvl5pPr marL="1819275" indent="0">
              <a:spcBef>
                <a:spcPts val="0"/>
              </a:spcBef>
              <a:buNone/>
              <a:defRPr lang="en-CO"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2E98EA80-5685-89CB-EFB4-8E751706A45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5" y="883466"/>
            <a:ext cx="927466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41321071-845A-F831-A5B0-33107FA8D974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396000" y="4750920"/>
            <a:ext cx="2526092" cy="33450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36627E96-09D7-9821-B867-9E15C376ACCD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3350849" y="4750920"/>
            <a:ext cx="2526092" cy="33450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95705E37-8832-33B5-820D-AF8EE42B5AC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6331017" y="4750920"/>
            <a:ext cx="2526092" cy="33450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DD8E4D9-B36F-D268-0B40-90645F2EDD06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9275541" y="4750920"/>
            <a:ext cx="2526092" cy="33450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FontTx/>
              <a:buNone/>
              <a:defRPr sz="14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DA801B6-4ED2-1394-6594-BC9BEBE9E628}"/>
              </a:ext>
            </a:extLst>
          </p:cNvPr>
          <p:cNvSpPr/>
          <p:nvPr userDrawn="1"/>
        </p:nvSpPr>
        <p:spPr>
          <a:xfrm>
            <a:off x="3394676" y="4052751"/>
            <a:ext cx="400338" cy="4003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22155A4-BAFD-4BE6-84E4-298C6B10F95B}"/>
              </a:ext>
            </a:extLst>
          </p:cNvPr>
          <p:cNvSpPr/>
          <p:nvPr userDrawn="1"/>
        </p:nvSpPr>
        <p:spPr>
          <a:xfrm>
            <a:off x="6410335" y="4052751"/>
            <a:ext cx="400338" cy="4003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B0AC0AD-FE93-4710-FC94-90C0F58A930C}"/>
              </a:ext>
            </a:extLst>
          </p:cNvPr>
          <p:cNvSpPr/>
          <p:nvPr userDrawn="1"/>
        </p:nvSpPr>
        <p:spPr>
          <a:xfrm>
            <a:off x="9425997" y="4052751"/>
            <a:ext cx="400338" cy="4003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3C1C079-9E43-308C-DEC5-5BBDC5F25D27}"/>
              </a:ext>
            </a:extLst>
          </p:cNvPr>
          <p:cNvSpPr/>
          <p:nvPr userDrawn="1"/>
        </p:nvSpPr>
        <p:spPr>
          <a:xfrm>
            <a:off x="5281921" y="2062716"/>
            <a:ext cx="548985" cy="5489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D936618C-0986-847A-5F51-EFC440D1DA01}"/>
              </a:ext>
            </a:extLst>
          </p:cNvPr>
          <p:cNvSpPr/>
          <p:nvPr userDrawn="1"/>
        </p:nvSpPr>
        <p:spPr>
          <a:xfrm>
            <a:off x="8297581" y="2062716"/>
            <a:ext cx="548985" cy="5489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4832D2F2-D0D8-AD0D-1E19-9A605A17855A}"/>
              </a:ext>
            </a:extLst>
          </p:cNvPr>
          <p:cNvSpPr/>
          <p:nvPr userDrawn="1"/>
        </p:nvSpPr>
        <p:spPr>
          <a:xfrm>
            <a:off x="11313242" y="2062716"/>
            <a:ext cx="548985" cy="5489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25" name="Picture Placeholder 9">
            <a:extLst>
              <a:ext uri="{FF2B5EF4-FFF2-40B4-BE49-F238E27FC236}">
                <a16:creationId xmlns:a16="http://schemas.microsoft.com/office/drawing/2014/main" id="{621B0E64-E87C-DA67-38C3-EB33B443EF6B}"/>
              </a:ext>
            </a:extLst>
          </p:cNvPr>
          <p:cNvSpPr>
            <a:spLocks noGrp="1"/>
          </p:cNvSpPr>
          <p:nvPr>
            <p:ph type="pic" sz="quarter" idx="54"/>
          </p:nvPr>
        </p:nvSpPr>
        <p:spPr>
          <a:xfrm>
            <a:off x="3635734" y="2354127"/>
            <a:ext cx="1914892" cy="1914767"/>
          </a:xfrm>
          <a:prstGeom prst="roundRect">
            <a:avLst>
              <a:gd name="adj" fmla="val 11891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6" name="Picture Placeholder 9">
            <a:extLst>
              <a:ext uri="{FF2B5EF4-FFF2-40B4-BE49-F238E27FC236}">
                <a16:creationId xmlns:a16="http://schemas.microsoft.com/office/drawing/2014/main" id="{054D51B7-3B98-EBED-10A3-1DF32899003C}"/>
              </a:ext>
            </a:extLst>
          </p:cNvPr>
          <p:cNvSpPr>
            <a:spLocks noGrp="1"/>
          </p:cNvSpPr>
          <p:nvPr>
            <p:ph type="pic" sz="quarter" idx="55"/>
          </p:nvPr>
        </p:nvSpPr>
        <p:spPr>
          <a:xfrm>
            <a:off x="6653254" y="2354127"/>
            <a:ext cx="1914892" cy="1914767"/>
          </a:xfrm>
          <a:prstGeom prst="roundRect">
            <a:avLst>
              <a:gd name="adj" fmla="val 11891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7" name="Picture Placeholder 9">
            <a:extLst>
              <a:ext uri="{FF2B5EF4-FFF2-40B4-BE49-F238E27FC236}">
                <a16:creationId xmlns:a16="http://schemas.microsoft.com/office/drawing/2014/main" id="{A731A768-9843-0545-BBBC-2DE6AACB7B55}"/>
              </a:ext>
            </a:extLst>
          </p:cNvPr>
          <p:cNvSpPr>
            <a:spLocks noGrp="1"/>
          </p:cNvSpPr>
          <p:nvPr>
            <p:ph type="pic" sz="quarter" idx="56"/>
          </p:nvPr>
        </p:nvSpPr>
        <p:spPr>
          <a:xfrm>
            <a:off x="9657711" y="2354127"/>
            <a:ext cx="1914892" cy="1914767"/>
          </a:xfrm>
          <a:prstGeom prst="roundRect">
            <a:avLst>
              <a:gd name="adj" fmla="val 11891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313A8513-0524-6283-97E7-BE76C456CE83}"/>
              </a:ext>
            </a:extLst>
          </p:cNvPr>
          <p:cNvSpPr/>
          <p:nvPr userDrawn="1"/>
        </p:nvSpPr>
        <p:spPr>
          <a:xfrm>
            <a:off x="385316" y="4052751"/>
            <a:ext cx="400338" cy="4003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BABE7EA3-2B51-8351-B680-7CE8A790B0E7}"/>
              </a:ext>
            </a:extLst>
          </p:cNvPr>
          <p:cNvSpPr/>
          <p:nvPr userDrawn="1"/>
        </p:nvSpPr>
        <p:spPr>
          <a:xfrm>
            <a:off x="2272561" y="2062716"/>
            <a:ext cx="548985" cy="5489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2"/>
              </a:solidFill>
            </a:endParaRPr>
          </a:p>
        </p:txBody>
      </p:sp>
      <p:sp>
        <p:nvSpPr>
          <p:cNvPr id="30" name="Picture Placeholder 9">
            <a:extLst>
              <a:ext uri="{FF2B5EF4-FFF2-40B4-BE49-F238E27FC236}">
                <a16:creationId xmlns:a16="http://schemas.microsoft.com/office/drawing/2014/main" id="{ACFAC92E-73EC-7D01-6F9C-CA744F26E720}"/>
              </a:ext>
            </a:extLst>
          </p:cNvPr>
          <p:cNvSpPr>
            <a:spLocks noGrp="1"/>
          </p:cNvSpPr>
          <p:nvPr>
            <p:ph type="pic" sz="quarter" idx="40"/>
          </p:nvPr>
        </p:nvSpPr>
        <p:spPr>
          <a:xfrm>
            <a:off x="618214" y="2354127"/>
            <a:ext cx="1914892" cy="1914767"/>
          </a:xfrm>
          <a:prstGeom prst="roundRect">
            <a:avLst>
              <a:gd name="adj" fmla="val 11891"/>
            </a:avLst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7864742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umns 2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4">
            <a:extLst>
              <a:ext uri="{FF2B5EF4-FFF2-40B4-BE49-F238E27FC236}">
                <a16:creationId xmlns:a16="http://schemas.microsoft.com/office/drawing/2014/main" id="{B419DC0F-E6A4-4F32-C573-31DF8A186A9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12" name="Text Placeholder 23">
            <a:extLst>
              <a:ext uri="{FF2B5EF4-FFF2-40B4-BE49-F238E27FC236}">
                <a16:creationId xmlns:a16="http://schemas.microsoft.com/office/drawing/2014/main" id="{25FE06B0-F4F1-5885-CC9F-7448867D53A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70706" y="3071171"/>
            <a:ext cx="5341491" cy="318928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3" name="Text Placeholder 23">
            <a:extLst>
              <a:ext uri="{FF2B5EF4-FFF2-40B4-BE49-F238E27FC236}">
                <a16:creationId xmlns:a16="http://schemas.microsoft.com/office/drawing/2014/main" id="{04A537D7-305E-8514-F51B-F4493E77EAD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476935" y="3071171"/>
            <a:ext cx="5341491" cy="3189287"/>
          </a:xfrm>
          <a:prstGeom prst="rect">
            <a:avLst/>
          </a:prstGeom>
        </p:spPr>
        <p:txBody>
          <a:bodyPr lIns="0"/>
          <a:lstStyle>
            <a:lvl1pPr>
              <a:lnSpc>
                <a:spcPct val="100000"/>
              </a:lnSpc>
              <a:defRPr lang="en-US" sz="1400" dirty="0">
                <a:solidFill>
                  <a:schemeClr val="tx1"/>
                </a:solidFill>
              </a:defRPr>
            </a:lvl1pPr>
            <a:lvl2pPr>
              <a:lnSpc>
                <a:spcPct val="100000"/>
              </a:lnSpc>
              <a:defRPr lang="en-US" sz="1400" dirty="0">
                <a:solidFill>
                  <a:schemeClr val="tx1"/>
                </a:solidFill>
              </a:defRPr>
            </a:lvl2pPr>
            <a:lvl3pPr>
              <a:lnSpc>
                <a:spcPct val="100000"/>
              </a:lnSpc>
              <a:defRPr lang="en-US" sz="1400" dirty="0">
                <a:solidFill>
                  <a:schemeClr val="tx1"/>
                </a:solidFill>
              </a:defRPr>
            </a:lvl3pPr>
            <a:lvl4pPr>
              <a:lnSpc>
                <a:spcPct val="100000"/>
              </a:lnSpc>
              <a:defRPr lang="en-US" sz="1400" dirty="0">
                <a:solidFill>
                  <a:schemeClr val="tx1"/>
                </a:solidFill>
              </a:defRPr>
            </a:lvl4pPr>
            <a:lvl5pPr>
              <a:lnSpc>
                <a:spcPct val="100000"/>
              </a:lnSpc>
              <a:defRPr lang="en-CO" sz="1400" dirty="0">
                <a:solidFill>
                  <a:schemeClr val="tx1"/>
                </a:solidFill>
              </a:defRPr>
            </a:lvl5pPr>
          </a:lstStyle>
          <a:p>
            <a:pPr lvl="0">
              <a:lnSpc>
                <a:spcPct val="120000"/>
              </a:lnSpc>
              <a:buClr>
                <a:schemeClr val="accent2"/>
              </a:buClr>
              <a:buFont typeface="Wingdings" pitchFamily="2" charset="2"/>
              <a:buChar char="§"/>
            </a:pPr>
            <a:r>
              <a:rPr lang="en-US"/>
              <a:t>Click to edit Master text styles</a:t>
            </a:r>
          </a:p>
          <a:p>
            <a:pPr lvl="1">
              <a:lnSpc>
                <a:spcPct val="120000"/>
              </a:lnSpc>
              <a:buClr>
                <a:schemeClr val="accent2"/>
              </a:buClr>
              <a:buFont typeface="Wingdings" pitchFamily="2" charset="2"/>
              <a:buChar char="§"/>
            </a:pPr>
            <a:r>
              <a:rPr lang="en-US"/>
              <a:t>Second level</a:t>
            </a:r>
          </a:p>
          <a:p>
            <a:pPr lvl="2">
              <a:lnSpc>
                <a:spcPct val="120000"/>
              </a:lnSpc>
              <a:buClr>
                <a:schemeClr val="accent2"/>
              </a:buClr>
              <a:buFont typeface="Wingdings" pitchFamily="2" charset="2"/>
              <a:buChar char="§"/>
            </a:pPr>
            <a:r>
              <a:rPr lang="en-US"/>
              <a:t>Third level</a:t>
            </a:r>
          </a:p>
          <a:p>
            <a:pPr lvl="3">
              <a:lnSpc>
                <a:spcPct val="120000"/>
              </a:lnSpc>
              <a:buClr>
                <a:schemeClr val="accent2"/>
              </a:buClr>
              <a:buFont typeface="Wingdings" pitchFamily="2" charset="2"/>
              <a:buChar char="§"/>
            </a:pPr>
            <a:r>
              <a:rPr lang="en-US"/>
              <a:t>Fourth level</a:t>
            </a:r>
          </a:p>
          <a:p>
            <a:pPr lvl="4">
              <a:lnSpc>
                <a:spcPct val="120000"/>
              </a:lnSpc>
              <a:buClr>
                <a:schemeClr val="accent2"/>
              </a:buClr>
              <a:buFont typeface="Wingdings" pitchFamily="2" charset="2"/>
              <a:buChar char="§"/>
            </a:pPr>
            <a:r>
              <a:rPr lang="en-US"/>
              <a:t>Fifth level</a:t>
            </a:r>
            <a:endParaRPr lang="en-CO"/>
          </a:p>
        </p:txBody>
      </p:sp>
      <p:sp>
        <p:nvSpPr>
          <p:cNvPr id="4" name="Text Placeholder 10">
            <a:extLst>
              <a:ext uri="{FF2B5EF4-FFF2-40B4-BE49-F238E27FC236}">
                <a16:creationId xmlns:a16="http://schemas.microsoft.com/office/drawing/2014/main" id="{6276B437-5B31-B015-C9DE-4E89A3354B8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5" y="883466"/>
            <a:ext cx="927466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4454402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umns 3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4">
            <a:extLst>
              <a:ext uri="{FF2B5EF4-FFF2-40B4-BE49-F238E27FC236}">
                <a16:creationId xmlns:a16="http://schemas.microsoft.com/office/drawing/2014/main" id="{B419DC0F-E6A4-4F32-C573-31DF8A186A9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11" name="Text Placeholder 23">
            <a:extLst>
              <a:ext uri="{FF2B5EF4-FFF2-40B4-BE49-F238E27FC236}">
                <a16:creationId xmlns:a16="http://schemas.microsoft.com/office/drawing/2014/main" id="{F5A420AA-53E1-5EA7-965B-1868F94B1338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70705" y="3071171"/>
            <a:ext cx="3429223" cy="319710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3" name="Text Placeholder 23">
            <a:extLst>
              <a:ext uri="{FF2B5EF4-FFF2-40B4-BE49-F238E27FC236}">
                <a16:creationId xmlns:a16="http://schemas.microsoft.com/office/drawing/2014/main" id="{3D5EF85B-BB51-5AC6-42CE-3FAF0671D47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8384258" y="3071171"/>
            <a:ext cx="3429223" cy="319710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7" name="Text Placeholder 23">
            <a:extLst>
              <a:ext uri="{FF2B5EF4-FFF2-40B4-BE49-F238E27FC236}">
                <a16:creationId xmlns:a16="http://schemas.microsoft.com/office/drawing/2014/main" id="{E97557A2-A20D-3CBB-6138-616436629E90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77482" y="3071171"/>
            <a:ext cx="3429223" cy="319710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1F4D81F7-C093-6899-6F7A-C1795A74B6C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5" y="883466"/>
            <a:ext cx="927466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882818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umns 4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5" name="Text Placeholder 23">
            <a:extLst>
              <a:ext uri="{FF2B5EF4-FFF2-40B4-BE49-F238E27FC236}">
                <a16:creationId xmlns:a16="http://schemas.microsoft.com/office/drawing/2014/main" id="{B3AA1BB1-CB6A-14C4-7D54-8968EFF47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70705" y="3071171"/>
            <a:ext cx="2565167" cy="313464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7" name="Text Placeholder 23">
            <a:extLst>
              <a:ext uri="{FF2B5EF4-FFF2-40B4-BE49-F238E27FC236}">
                <a16:creationId xmlns:a16="http://schemas.microsoft.com/office/drawing/2014/main" id="{5395253C-057D-7D22-0DA3-2CEE8369B55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250588" y="3071171"/>
            <a:ext cx="2565167" cy="313464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5" name="Text Placeholder 23">
            <a:extLst>
              <a:ext uri="{FF2B5EF4-FFF2-40B4-BE49-F238E27FC236}">
                <a16:creationId xmlns:a16="http://schemas.microsoft.com/office/drawing/2014/main" id="{23CCAB3B-D963-19D1-AFC7-F26C6617A8C1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330666" y="3071171"/>
            <a:ext cx="2565167" cy="313464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9" name="Text Placeholder 23">
            <a:extLst>
              <a:ext uri="{FF2B5EF4-FFF2-40B4-BE49-F238E27FC236}">
                <a16:creationId xmlns:a16="http://schemas.microsoft.com/office/drawing/2014/main" id="{9697D253-2DA5-4A34-0918-2E364719B280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290627" y="3071171"/>
            <a:ext cx="2565167" cy="3134647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4D12A149-1748-D836-E361-522C0CC173D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5" y="883466"/>
            <a:ext cx="927466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71948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es 2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64550" y="3232870"/>
            <a:ext cx="4547978" cy="2391677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8" name="Text Placeholder 23">
            <a:extLst>
              <a:ext uri="{FF2B5EF4-FFF2-40B4-BE49-F238E27FC236}">
                <a16:creationId xmlns:a16="http://schemas.microsoft.com/office/drawing/2014/main" id="{8881AFBD-E98F-CD2A-7A67-BB5E96B5E9E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858522" y="3232870"/>
            <a:ext cx="4547978" cy="2391677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86D99ED2-21D0-4288-1E89-1858CC70A33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5" y="883466"/>
            <a:ext cx="927466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7342748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es 3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54188" y="3360309"/>
            <a:ext cx="2667660" cy="2290551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3" name="Text Placeholder 23">
            <a:extLst>
              <a:ext uri="{FF2B5EF4-FFF2-40B4-BE49-F238E27FC236}">
                <a16:creationId xmlns:a16="http://schemas.microsoft.com/office/drawing/2014/main" id="{152B2CA5-99FC-E106-83C1-117A37C8452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751178" y="3360309"/>
            <a:ext cx="2667660" cy="2290551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1" name="Text Placeholder 23">
            <a:extLst>
              <a:ext uri="{FF2B5EF4-FFF2-40B4-BE49-F238E27FC236}">
                <a16:creationId xmlns:a16="http://schemas.microsoft.com/office/drawing/2014/main" id="{0FFD0011-39A6-8357-B630-2F78CB69645B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8762632" y="3360309"/>
            <a:ext cx="2667660" cy="2290551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715CE7F0-C80C-7C3B-8956-566F73A2D11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0705" y="883466"/>
            <a:ext cx="927466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062286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es 4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19" y="386557"/>
            <a:ext cx="927466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28175" y="3429000"/>
            <a:ext cx="1923757" cy="2731929"/>
          </a:xfrm>
          <a:prstGeom prst="rect">
            <a:avLst/>
          </a:prstGeom>
        </p:spPr>
        <p:txBody>
          <a:bodyPr lIns="0" t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9" name="Text Placeholder 23">
            <a:extLst>
              <a:ext uri="{FF2B5EF4-FFF2-40B4-BE49-F238E27FC236}">
                <a16:creationId xmlns:a16="http://schemas.microsoft.com/office/drawing/2014/main" id="{FF12D895-C7C3-6CC3-F1C8-D45E67FFE2C4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9624494" y="3429000"/>
            <a:ext cx="1923757" cy="2731929"/>
          </a:xfrm>
          <a:prstGeom prst="rect">
            <a:avLst/>
          </a:prstGeom>
        </p:spPr>
        <p:txBody>
          <a:bodyPr lIns="0" t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7" name="Text Placeholder 23">
            <a:extLst>
              <a:ext uri="{FF2B5EF4-FFF2-40B4-BE49-F238E27FC236}">
                <a16:creationId xmlns:a16="http://schemas.microsoft.com/office/drawing/2014/main" id="{BE12F986-AC1B-EF1D-2512-3AD84CA270BF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6635967" y="3429000"/>
            <a:ext cx="1923757" cy="2731929"/>
          </a:xfrm>
          <a:prstGeom prst="rect">
            <a:avLst/>
          </a:prstGeom>
        </p:spPr>
        <p:txBody>
          <a:bodyPr lIns="0" t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33" name="Text Placeholder 23">
            <a:extLst>
              <a:ext uri="{FF2B5EF4-FFF2-40B4-BE49-F238E27FC236}">
                <a16:creationId xmlns:a16="http://schemas.microsoft.com/office/drawing/2014/main" id="{A6830976-5ABF-124C-9BD1-EFAE9DD05308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3680228" y="3429000"/>
            <a:ext cx="1923757" cy="2731929"/>
          </a:xfrm>
          <a:prstGeom prst="rect">
            <a:avLst/>
          </a:prstGeom>
        </p:spPr>
        <p:txBody>
          <a:bodyPr lIns="0" t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CEB943B0-3207-34BE-FB82-397E00C359B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0705" y="883466"/>
            <a:ext cx="927466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10-12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2166907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+ Content 1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4">
            <a:extLst>
              <a:ext uri="{FF2B5EF4-FFF2-40B4-BE49-F238E27FC236}">
                <a16:creationId xmlns:a16="http://schemas.microsoft.com/office/drawing/2014/main" id="{06F214F9-0316-8E42-DC7D-5EDDD12BC8B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7454285" cy="353899"/>
          </a:xfrm>
          <a:prstGeom prst="rect">
            <a:avLst/>
          </a:prstGeom>
        </p:spPr>
        <p:txBody>
          <a:bodyPr lIns="0" anchor="ctr"/>
          <a:lstStyle>
            <a:lvl1pPr>
              <a:buClr>
                <a:schemeClr val="accent4"/>
              </a:buCl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8 words long</a:t>
            </a:r>
            <a:endParaRPr lang="en-CO"/>
          </a:p>
        </p:txBody>
      </p:sp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98EBD20F-6DDA-4B7D-B9DA-6E49595FBE41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 flipH="1">
            <a:off x="8392072" y="0"/>
            <a:ext cx="3799928" cy="6857777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6" name="Text Placeholder 23">
            <a:extLst>
              <a:ext uri="{FF2B5EF4-FFF2-40B4-BE49-F238E27FC236}">
                <a16:creationId xmlns:a16="http://schemas.microsoft.com/office/drawing/2014/main" id="{53F97EE9-3F17-B318-5123-49CC5317E9A2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370706" y="1920670"/>
            <a:ext cx="7453798" cy="4447973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4pPr>
            <a:lvl5pPr marL="2057297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  <a:endParaRPr lang="en-CO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0AE1D16-FDF8-C67C-650E-17D6FFAB866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0706" y="883466"/>
            <a:ext cx="745428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8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01081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80">
          <p15:clr>
            <a:srgbClr val="FBAE40"/>
          </p15:clr>
        </p15:guide>
        <p15:guide id="2" pos="10537">
          <p15:clr>
            <a:srgbClr val="FBAE40"/>
          </p15:clr>
        </p15:guide>
        <p15:guide id="3" pos="4777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+ Content 2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23">
            <a:extLst>
              <a:ext uri="{FF2B5EF4-FFF2-40B4-BE49-F238E27FC236}">
                <a16:creationId xmlns:a16="http://schemas.microsoft.com/office/drawing/2014/main" id="{53F97EE9-3F17-B318-5123-49CC5317E9A2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370706" y="1920670"/>
            <a:ext cx="5736011" cy="4447973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4pPr>
            <a:lvl5pPr marL="2057297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  <a:endParaRPr lang="en-CO"/>
          </a:p>
        </p:txBody>
      </p:sp>
      <p:sp>
        <p:nvSpPr>
          <p:cNvPr id="3" name="Picture Placeholder 7">
            <a:extLst>
              <a:ext uri="{FF2B5EF4-FFF2-40B4-BE49-F238E27FC236}">
                <a16:creationId xmlns:a16="http://schemas.microsoft.com/office/drawing/2014/main" id="{207FDA65-BBB9-5A07-72C9-4B4A200CECA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 flipH="1">
            <a:off x="6455989" y="0"/>
            <a:ext cx="5736011" cy="6858000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1C4B858A-BD87-EB48-9276-D84012BFF8F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5725180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6 words</a:t>
            </a:r>
            <a:endParaRPr lang="en-CO"/>
          </a:p>
        </p:txBody>
      </p:sp>
      <p:sp>
        <p:nvSpPr>
          <p:cNvPr id="7" name="Text Placeholder 10">
            <a:extLst>
              <a:ext uri="{FF2B5EF4-FFF2-40B4-BE49-F238E27FC236}">
                <a16:creationId xmlns:a16="http://schemas.microsoft.com/office/drawing/2014/main" id="{24C0AD65-05ED-E1BA-E9B3-E1CE63BDC029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70706" y="883466"/>
            <a:ext cx="572518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Subtitles just one line with a max of 6 words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25986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80">
          <p15:clr>
            <a:srgbClr val="FBAE40"/>
          </p15:clr>
        </p15:guide>
        <p15:guide id="2" pos="10537">
          <p15:clr>
            <a:srgbClr val="FBAE40"/>
          </p15:clr>
        </p15:guide>
        <p15:guide id="3" pos="4777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ll Out 1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7">
            <a:extLst>
              <a:ext uri="{FF2B5EF4-FFF2-40B4-BE49-F238E27FC236}">
                <a16:creationId xmlns:a16="http://schemas.microsoft.com/office/drawing/2014/main" id="{179E3BA2-4362-1E20-6FC7-F57594D363C5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8364288" y="-1"/>
            <a:ext cx="3827712" cy="4229101"/>
          </a:xfrm>
          <a:prstGeom prst="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70705" y="2582556"/>
            <a:ext cx="3429223" cy="3400272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8" name="Text Placeholder 23">
            <a:extLst>
              <a:ext uri="{FF2B5EF4-FFF2-40B4-BE49-F238E27FC236}">
                <a16:creationId xmlns:a16="http://schemas.microsoft.com/office/drawing/2014/main" id="{F14D94C3-B62B-AA45-7D8F-7B920A4B6DE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77482" y="2582556"/>
            <a:ext cx="3429223" cy="3400272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" name="Title 4">
            <a:extLst>
              <a:ext uri="{FF2B5EF4-FFF2-40B4-BE49-F238E27FC236}">
                <a16:creationId xmlns:a16="http://schemas.microsoft.com/office/drawing/2014/main" id="{06F214F9-0316-8E42-DC7D-5EDDD12BC8B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7454285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8 words long</a:t>
            </a:r>
            <a:endParaRPr lang="en-CO"/>
          </a:p>
        </p:txBody>
      </p:sp>
      <p:sp>
        <p:nvSpPr>
          <p:cNvPr id="6" name="Round Single Corner Rectangle 5">
            <a:extLst>
              <a:ext uri="{FF2B5EF4-FFF2-40B4-BE49-F238E27FC236}">
                <a16:creationId xmlns:a16="http://schemas.microsoft.com/office/drawing/2014/main" id="{AE852A5A-6FD5-E1D7-24B6-A616472FD154}"/>
              </a:ext>
            </a:extLst>
          </p:cNvPr>
          <p:cNvSpPr/>
          <p:nvPr userDrawn="1"/>
        </p:nvSpPr>
        <p:spPr>
          <a:xfrm flipH="1" flipV="1">
            <a:off x="8364288" y="4229100"/>
            <a:ext cx="3827712" cy="2628900"/>
          </a:xfrm>
          <a:prstGeom prst="round1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11" name="Text Placeholder 23">
            <a:extLst>
              <a:ext uri="{FF2B5EF4-FFF2-40B4-BE49-F238E27FC236}">
                <a16:creationId xmlns:a16="http://schemas.microsoft.com/office/drawing/2014/main" id="{C2E29A78-272E-CDF5-1CE4-BA206DB6B77D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8778317" y="4615434"/>
            <a:ext cx="2978253" cy="1442327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2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  <a:endParaRPr lang="en-CO"/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A9267F07-31E6-7ADA-17F0-DD46860ADA4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70706" y="883466"/>
            <a:ext cx="745428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8 words long</a:t>
            </a:r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D844EBF-96A0-9AB9-09B6-B2ADB1F74EA1}"/>
              </a:ext>
            </a:extLst>
          </p:cNvPr>
          <p:cNvSpPr txBox="1"/>
          <p:nvPr userDrawn="1"/>
        </p:nvSpPr>
        <p:spPr>
          <a:xfrm>
            <a:off x="9495692" y="6471444"/>
            <a:ext cx="2325602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70906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80">
          <p15:clr>
            <a:srgbClr val="FBAE40"/>
          </p15:clr>
        </p15:guide>
        <p15:guide id="2" pos="10537">
          <p15:clr>
            <a:srgbClr val="FBAE40"/>
          </p15:clr>
        </p15:guide>
        <p15:guide id="3" pos="4777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ll Out 2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7">
            <a:extLst>
              <a:ext uri="{FF2B5EF4-FFF2-40B4-BE49-F238E27FC236}">
                <a16:creationId xmlns:a16="http://schemas.microsoft.com/office/drawing/2014/main" id="{0EBA6DFE-A0AB-CED7-864C-958CB20B8F92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455989" y="-1"/>
            <a:ext cx="5736011" cy="4191001"/>
          </a:xfrm>
          <a:prstGeom prst="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5" name="Round Single Corner Rectangle 4">
            <a:extLst>
              <a:ext uri="{FF2B5EF4-FFF2-40B4-BE49-F238E27FC236}">
                <a16:creationId xmlns:a16="http://schemas.microsoft.com/office/drawing/2014/main" id="{B4F0BB9C-D685-92E0-4968-9FE5670B9191}"/>
              </a:ext>
            </a:extLst>
          </p:cNvPr>
          <p:cNvSpPr/>
          <p:nvPr userDrawn="1"/>
        </p:nvSpPr>
        <p:spPr>
          <a:xfrm flipH="1" flipV="1">
            <a:off x="6455989" y="4191000"/>
            <a:ext cx="5736011" cy="2666777"/>
          </a:xfrm>
          <a:prstGeom prst="round1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8828E27-DE4D-1292-BFF3-051BEDB7984D}"/>
              </a:ext>
            </a:extLst>
          </p:cNvPr>
          <p:cNvSpPr txBox="1"/>
          <p:nvPr userDrawn="1"/>
        </p:nvSpPr>
        <p:spPr>
          <a:xfrm>
            <a:off x="9671538" y="6471444"/>
            <a:ext cx="2149756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5725180" cy="353899"/>
          </a:xfrm>
          <a:prstGeom prst="rect">
            <a:avLst/>
          </a:prstGeom>
        </p:spPr>
        <p:txBody>
          <a:bodyPr lIns="0" anchor="ctr"/>
          <a:lstStyle>
            <a:lvl1pPr>
              <a:buClr>
                <a:schemeClr val="accent4"/>
              </a:buCl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6 words</a:t>
            </a:r>
            <a:endParaRPr lang="en-CO"/>
          </a:p>
        </p:txBody>
      </p:sp>
      <p:sp>
        <p:nvSpPr>
          <p:cNvPr id="7" name="Text Placeholder 23">
            <a:extLst>
              <a:ext uri="{FF2B5EF4-FFF2-40B4-BE49-F238E27FC236}">
                <a16:creationId xmlns:a16="http://schemas.microsoft.com/office/drawing/2014/main" id="{23DF1AD2-4F08-B53D-69FD-C0D6A76C4C78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370706" y="1920670"/>
            <a:ext cx="5365656" cy="4447973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4pPr>
            <a:lvl5pPr marL="2057297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  <a:endParaRPr lang="en-CO"/>
          </a:p>
        </p:txBody>
      </p:sp>
      <p:sp>
        <p:nvSpPr>
          <p:cNvPr id="12" name="Text Placeholder 23">
            <a:extLst>
              <a:ext uri="{FF2B5EF4-FFF2-40B4-BE49-F238E27FC236}">
                <a16:creationId xmlns:a16="http://schemas.microsoft.com/office/drawing/2014/main" id="{896B4E8D-2A57-AB88-019D-18FC5942D96C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6901428" y="4577112"/>
            <a:ext cx="4561976" cy="1436846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4pPr>
            <a:lvl5pPr marL="2057297" indent="-228589">
              <a:lnSpc>
                <a:spcPct val="100000"/>
              </a:lnSpc>
              <a:buClr>
                <a:schemeClr val="accent1"/>
              </a:buClr>
              <a:buFont typeface="Century Gothic" panose="020B0502020202020204" pitchFamily="34" charset="0"/>
              <a:buChar char="§"/>
              <a:defRPr sz="15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53C02F0E-EF00-1F05-B4D0-35F47C02635F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70706" y="883466"/>
            <a:ext cx="5725180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Subtitles just one line with a max of 6 words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54080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26">
          <p15:clr>
            <a:srgbClr val="FBAE40"/>
          </p15:clr>
        </p15:guide>
        <p15:guide id="2" pos="8133">
          <p15:clr>
            <a:srgbClr val="FBAE40"/>
          </p15:clr>
        </p15:guide>
      </p15:sldGuideLst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 Bar 1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 Single Corner Rectangle 3">
            <a:extLst>
              <a:ext uri="{FF2B5EF4-FFF2-40B4-BE49-F238E27FC236}">
                <a16:creationId xmlns:a16="http://schemas.microsoft.com/office/drawing/2014/main" id="{CDFD6D19-5F17-9D26-FC72-6ED3B91B0B8A}"/>
              </a:ext>
            </a:extLst>
          </p:cNvPr>
          <p:cNvSpPr/>
          <p:nvPr userDrawn="1"/>
        </p:nvSpPr>
        <p:spPr>
          <a:xfrm>
            <a:off x="-399" y="223"/>
            <a:ext cx="3792390" cy="6857777"/>
          </a:xfrm>
          <a:prstGeom prst="round1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75444"/>
            <a:ext cx="3049259" cy="1156176"/>
          </a:xfrm>
          <a:prstGeom prst="rect">
            <a:avLst/>
          </a:prstGeom>
        </p:spPr>
        <p:txBody>
          <a:bodyPr lIns="0" anchor="ctr"/>
          <a:lstStyle>
            <a:lvl1pPr>
              <a:buClr>
                <a:schemeClr val="accent4"/>
              </a:buCl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</a:t>
            </a:r>
            <a:endParaRPr lang="en-CO"/>
          </a:p>
        </p:txBody>
      </p:sp>
      <p:sp>
        <p:nvSpPr>
          <p:cNvPr id="25" name="Text Placeholder 23">
            <a:extLst>
              <a:ext uri="{FF2B5EF4-FFF2-40B4-BE49-F238E27FC236}">
                <a16:creationId xmlns:a16="http://schemas.microsoft.com/office/drawing/2014/main" id="{54EADFB8-B3CD-4245-18A2-A8384376F1DD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370705" y="4696219"/>
            <a:ext cx="3049259" cy="1605994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E24C2CAB-46D3-4321-9F64-AC22C2D4F7E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85405" y="1707745"/>
            <a:ext cx="7373326" cy="38277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Clr>
                <a:schemeClr val="accent4"/>
              </a:buClr>
              <a:buFontTx/>
              <a:buNone/>
              <a:defRPr sz="17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3" name="Text Placeholder 23">
            <a:extLst>
              <a:ext uri="{FF2B5EF4-FFF2-40B4-BE49-F238E27FC236}">
                <a16:creationId xmlns:a16="http://schemas.microsoft.com/office/drawing/2014/main" id="{179FB9D8-9ACD-F1BD-AA31-9BBF9CB22D20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4385405" y="2194626"/>
            <a:ext cx="7373326" cy="4107587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168A43F5-080B-55A6-8B09-1525E4DC17B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70705" y="4192403"/>
            <a:ext cx="3049259" cy="382772"/>
          </a:xfrm>
          <a:prstGeom prst="rect">
            <a:avLst/>
          </a:prstGeom>
        </p:spPr>
        <p:txBody>
          <a:bodyPr lIns="0" bIns="0" anchor="b" anchorCtr="0">
            <a:noAutofit/>
          </a:bodyPr>
          <a:lstStyle>
            <a:lvl1pPr marL="0" indent="0">
              <a:lnSpc>
                <a:spcPct val="100000"/>
              </a:lnSpc>
              <a:buClr>
                <a:schemeClr val="accent4"/>
              </a:buClr>
              <a:buFontTx/>
              <a:buNone/>
              <a:defRPr sz="17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C3E4208-C26B-7515-5DC1-A789583D1BC0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7496073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77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 Bar 2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ound Single Corner Rectangle 8">
            <a:extLst>
              <a:ext uri="{FF2B5EF4-FFF2-40B4-BE49-F238E27FC236}">
                <a16:creationId xmlns:a16="http://schemas.microsoft.com/office/drawing/2014/main" id="{07B8A326-FD1B-4366-BEB0-19A8A4959A8E}"/>
              </a:ext>
            </a:extLst>
          </p:cNvPr>
          <p:cNvSpPr/>
          <p:nvPr userDrawn="1"/>
        </p:nvSpPr>
        <p:spPr>
          <a:xfrm>
            <a:off x="-399" y="223"/>
            <a:ext cx="3792390" cy="6857777"/>
          </a:xfrm>
          <a:prstGeom prst="round1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7EF92B85-771D-C9B2-AF98-19D61344F75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3791297" y="3057379"/>
            <a:ext cx="8400703" cy="3800621"/>
          </a:xfrm>
          <a:prstGeom prst="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17" name="Title 4">
            <a:extLst>
              <a:ext uri="{FF2B5EF4-FFF2-40B4-BE49-F238E27FC236}">
                <a16:creationId xmlns:a16="http://schemas.microsoft.com/office/drawing/2014/main" id="{8D7F7DCF-4834-41D6-D763-88EFCA76E8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75444"/>
            <a:ext cx="3049259" cy="1156176"/>
          </a:xfrm>
          <a:prstGeom prst="rect">
            <a:avLst/>
          </a:prstGeom>
        </p:spPr>
        <p:txBody>
          <a:bodyPr lIns="0" anchor="ctr"/>
          <a:lstStyle>
            <a:lvl1pPr>
              <a:buClr>
                <a:schemeClr val="accent4"/>
              </a:buCl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</a:t>
            </a:r>
            <a:endParaRPr lang="en-CO"/>
          </a:p>
        </p:txBody>
      </p:sp>
      <p:sp>
        <p:nvSpPr>
          <p:cNvPr id="19" name="Text Placeholder 23">
            <a:extLst>
              <a:ext uri="{FF2B5EF4-FFF2-40B4-BE49-F238E27FC236}">
                <a16:creationId xmlns:a16="http://schemas.microsoft.com/office/drawing/2014/main" id="{1437A683-F53B-FC37-96BD-37912FA1D415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370705" y="4696219"/>
            <a:ext cx="3049259" cy="1605994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D603F2CB-091E-C066-1B22-3364612A7F3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385405" y="700825"/>
            <a:ext cx="3439098" cy="38277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Clr>
                <a:schemeClr val="accent4"/>
              </a:buClr>
              <a:buFontTx/>
              <a:buNone/>
              <a:defRPr sz="17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3" name="Text Placeholder 23">
            <a:extLst>
              <a:ext uri="{FF2B5EF4-FFF2-40B4-BE49-F238E27FC236}">
                <a16:creationId xmlns:a16="http://schemas.microsoft.com/office/drawing/2014/main" id="{32382D8F-AC17-E662-73B4-BA1BFC3CF209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4385405" y="1187707"/>
            <a:ext cx="3439098" cy="1605994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4" name="Text Placeholder 10">
            <a:extLst>
              <a:ext uri="{FF2B5EF4-FFF2-40B4-BE49-F238E27FC236}">
                <a16:creationId xmlns:a16="http://schemas.microsoft.com/office/drawing/2014/main" id="{733B876E-12CF-4B42-54C6-BB930985F4A9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8400105" y="700825"/>
            <a:ext cx="3439098" cy="382772"/>
          </a:xfrm>
          <a:prstGeom prst="rect">
            <a:avLst/>
          </a:prstGeom>
        </p:spPr>
        <p:txBody>
          <a:bodyPr lIns="0" bIns="0" anchor="b" anchorCtr="0"/>
          <a:lstStyle>
            <a:lvl1pPr marL="0" indent="0">
              <a:buClr>
                <a:schemeClr val="accent4"/>
              </a:buClr>
              <a:buFontTx/>
              <a:buNone/>
              <a:defRPr sz="17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6" name="Text Placeholder 23">
            <a:extLst>
              <a:ext uri="{FF2B5EF4-FFF2-40B4-BE49-F238E27FC236}">
                <a16:creationId xmlns:a16="http://schemas.microsoft.com/office/drawing/2014/main" id="{180006E0-00A4-6BBD-B92C-CD6AD235870C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8400105" y="1187707"/>
            <a:ext cx="3439098" cy="1605994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247F641B-3CC9-C347-A6F4-B5AD1734AEDA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70705" y="4192403"/>
            <a:ext cx="3049259" cy="382772"/>
          </a:xfrm>
          <a:prstGeom prst="rect">
            <a:avLst/>
          </a:prstGeom>
        </p:spPr>
        <p:txBody>
          <a:bodyPr lIns="0" bIns="0" anchor="b" anchorCtr="0">
            <a:noAutofit/>
          </a:bodyPr>
          <a:lstStyle>
            <a:lvl1pPr marL="0" indent="0">
              <a:lnSpc>
                <a:spcPct val="100000"/>
              </a:lnSpc>
              <a:buClr>
                <a:schemeClr val="accent4"/>
              </a:buClr>
              <a:buFontTx/>
              <a:buNone/>
              <a:defRPr sz="17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This is a short subtitle placeholder</a:t>
            </a:r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9AC9A5C-C07E-1226-902B-69342DDE54E3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887049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77">
          <p15:clr>
            <a:srgbClr val="FBAE40"/>
          </p15:clr>
        </p15:guide>
        <p15:guide id="2" pos="5502">
          <p15:clr>
            <a:srgbClr val="FBAE40"/>
          </p15:clr>
        </p15:guide>
        <p15:guide id="3" pos="10560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1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ound Single Corner Rectangle 21">
            <a:extLst>
              <a:ext uri="{FF2B5EF4-FFF2-40B4-BE49-F238E27FC236}">
                <a16:creationId xmlns:a16="http://schemas.microsoft.com/office/drawing/2014/main" id="{A02A6BEB-BD08-F4DB-D7E8-134C8DD33AD5}"/>
              </a:ext>
            </a:extLst>
          </p:cNvPr>
          <p:cNvSpPr/>
          <p:nvPr userDrawn="1"/>
        </p:nvSpPr>
        <p:spPr>
          <a:xfrm>
            <a:off x="0" y="0"/>
            <a:ext cx="3810248" cy="6858000"/>
          </a:xfrm>
          <a:prstGeom prst="round1Rect">
            <a:avLst/>
          </a:prstGeom>
          <a:gradFill>
            <a:gsLst>
              <a:gs pos="68000">
                <a:schemeClr val="bg1"/>
              </a:gs>
              <a:gs pos="0">
                <a:schemeClr val="tx2"/>
              </a:gs>
              <a:gs pos="100000">
                <a:schemeClr val="accent5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tx1"/>
              </a:solidFill>
            </a:endParaRPr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594F94D3-DA2F-1096-6A58-1D017FC66EC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75193" y="3457331"/>
            <a:ext cx="3060959" cy="2828622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10">
            <a:extLst>
              <a:ext uri="{FF2B5EF4-FFF2-40B4-BE49-F238E27FC236}">
                <a16:creationId xmlns:a16="http://schemas.microsoft.com/office/drawing/2014/main" id="{BF8DFBC1-D1BD-DF41-773B-A0B1CB73143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75193" y="2768275"/>
            <a:ext cx="3060959" cy="558357"/>
          </a:xfrm>
          <a:prstGeom prst="rect">
            <a:avLst/>
          </a:prstGeom>
        </p:spPr>
        <p:txBody>
          <a:bodyPr bIns="0" anchor="b" anchorCtr="0"/>
          <a:lstStyle>
            <a:lvl1pPr marL="0" indent="0">
              <a:buFontTx/>
              <a:buNone/>
              <a:defRPr sz="18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DB736ED-529F-2A23-7CF7-C7E524FACDA5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84551589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2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ound Single Corner Rectangle 8">
            <a:extLst>
              <a:ext uri="{FF2B5EF4-FFF2-40B4-BE49-F238E27FC236}">
                <a16:creationId xmlns:a16="http://schemas.microsoft.com/office/drawing/2014/main" id="{5C0FC539-D5CA-37AA-2FF2-15F0C1E11348}"/>
              </a:ext>
            </a:extLst>
          </p:cNvPr>
          <p:cNvSpPr/>
          <p:nvPr userDrawn="1"/>
        </p:nvSpPr>
        <p:spPr>
          <a:xfrm flipH="1">
            <a:off x="7622690" y="0"/>
            <a:ext cx="4569309" cy="3429000"/>
          </a:xfrm>
          <a:prstGeom prst="round1Rect">
            <a:avLst/>
          </a:prstGeom>
          <a:gradFill>
            <a:gsLst>
              <a:gs pos="69000">
                <a:schemeClr val="bg1"/>
              </a:gs>
              <a:gs pos="0">
                <a:schemeClr val="tx2"/>
              </a:gs>
              <a:gs pos="100000">
                <a:schemeClr val="accent5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8" name="Picture Placeholder 6">
            <a:extLst>
              <a:ext uri="{FF2B5EF4-FFF2-40B4-BE49-F238E27FC236}">
                <a16:creationId xmlns:a16="http://schemas.microsoft.com/office/drawing/2014/main" id="{733F1F8F-3D16-80F4-8CBB-B63BCF51E68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2690" y="3429000"/>
            <a:ext cx="4569309" cy="3429000"/>
          </a:xfrm>
          <a:prstGeom prst="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70705" y="2582556"/>
            <a:ext cx="3053585" cy="3400272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6" name="Text Placeholder 23">
            <a:extLst>
              <a:ext uri="{FF2B5EF4-FFF2-40B4-BE49-F238E27FC236}">
                <a16:creationId xmlns:a16="http://schemas.microsoft.com/office/drawing/2014/main" id="{7B0351D5-D183-A057-3065-6CA4F06A8E78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187433" y="2582556"/>
            <a:ext cx="3053585" cy="3400272"/>
          </a:xfrm>
          <a:prstGeom prst="rect">
            <a:avLst/>
          </a:prstGeom>
        </p:spPr>
        <p:txBody>
          <a:bodyPr lIns="0"/>
          <a:lstStyle>
            <a:lvl1pPr marL="228589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1pPr>
            <a:lvl2pPr marL="685766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2pPr>
            <a:lvl3pPr marL="1142943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3pPr>
            <a:lvl4pPr marL="1600120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4pPr>
            <a:lvl5pPr marL="2057297" indent="-228589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3" name="Title 12">
            <a:extLst>
              <a:ext uri="{FF2B5EF4-FFF2-40B4-BE49-F238E27FC236}">
                <a16:creationId xmlns:a16="http://schemas.microsoft.com/office/drawing/2014/main" id="{7B75B085-C2F5-11EA-72CF-57854C495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400103"/>
            <a:ext cx="5507778" cy="6516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Placeholder for Medium Header with a Max of 10 Words Long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5889499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80">
          <p15:clr>
            <a:srgbClr val="FBAE40"/>
          </p15:clr>
        </p15:guide>
        <p15:guide id="2" pos="10537">
          <p15:clr>
            <a:srgbClr val="FBAE40"/>
          </p15:clr>
        </p15:guide>
        <p15:guide id="3" pos="4777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3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ound Single Corner Rectangle 11">
            <a:extLst>
              <a:ext uri="{FF2B5EF4-FFF2-40B4-BE49-F238E27FC236}">
                <a16:creationId xmlns:a16="http://schemas.microsoft.com/office/drawing/2014/main" id="{3E6C8898-42BC-F63B-0FA7-5135BEA52B9B}"/>
              </a:ext>
            </a:extLst>
          </p:cNvPr>
          <p:cNvSpPr/>
          <p:nvPr userDrawn="1"/>
        </p:nvSpPr>
        <p:spPr>
          <a:xfrm flipH="1">
            <a:off x="8004364" y="0"/>
            <a:ext cx="4198402" cy="3434832"/>
          </a:xfrm>
          <a:prstGeom prst="round1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CF47AD1-D800-8EE5-1A90-B8F964F07CD4}"/>
              </a:ext>
            </a:extLst>
          </p:cNvPr>
          <p:cNvSpPr/>
          <p:nvPr userDrawn="1"/>
        </p:nvSpPr>
        <p:spPr>
          <a:xfrm rot="10800000" flipH="1">
            <a:off x="8004364" y="3429000"/>
            <a:ext cx="4198402" cy="3434832"/>
          </a:xfrm>
          <a:prstGeom prst="rect">
            <a:avLst/>
          </a:prstGeom>
          <a:gradFill>
            <a:gsLst>
              <a:gs pos="69000">
                <a:schemeClr val="bg1"/>
              </a:gs>
              <a:gs pos="0">
                <a:schemeClr val="tx2"/>
              </a:gs>
              <a:gs pos="99000">
                <a:schemeClr val="accent5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8828E27-DE4D-1292-BFF3-051BEDB7984D}"/>
              </a:ext>
            </a:extLst>
          </p:cNvPr>
          <p:cNvSpPr txBox="1"/>
          <p:nvPr userDrawn="1"/>
        </p:nvSpPr>
        <p:spPr>
          <a:xfrm>
            <a:off x="9788769" y="6471444"/>
            <a:ext cx="2032525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+mn-lt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+mn-lt"/>
            </a:endParaRPr>
          </a:p>
        </p:txBody>
      </p:sp>
      <p:sp>
        <p:nvSpPr>
          <p:cNvPr id="6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C2D1B170-1704-1AE0-3CEF-7E00A0E3229C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370705" y="2588419"/>
            <a:ext cx="7246154" cy="3400272"/>
          </a:xfrm>
          <a:prstGeom prst="rect">
            <a:avLst/>
          </a:prstGeom>
        </p:spPr>
        <p:txBody>
          <a:bodyPr lIns="0"/>
          <a:lstStyle>
            <a:lvl1pPr marL="228600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  <a:latin typeface="+mn-lt"/>
              </a:defRPr>
            </a:lvl1pPr>
            <a:lvl2pPr marL="685777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  <a:latin typeface="+mn-lt"/>
              </a:defRPr>
            </a:lvl2pPr>
            <a:lvl3pPr marL="1142955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  <a:latin typeface="+mn-lt"/>
              </a:defRPr>
            </a:lvl3pPr>
            <a:lvl4pPr marL="1600132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  <a:latin typeface="+mn-lt"/>
              </a:defRPr>
            </a:lvl4pPr>
            <a:lvl5pPr marL="2057309" indent="-228600">
              <a:lnSpc>
                <a:spcPct val="100000"/>
              </a:lnSpc>
              <a:buClr>
                <a:schemeClr val="accent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  <a:latin typeface="+mn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3D92C1FC-F950-9622-FF4D-549D679C281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370820" y="386557"/>
            <a:ext cx="7252073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>
                <a:effectLst/>
              </a:rPr>
              <a:t>Medium header with a max of 8 words long</a:t>
            </a:r>
            <a:endParaRPr lang="en-CO"/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524F6966-1AA9-9B0A-FDAE-167CF6961CA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70707" y="883466"/>
            <a:ext cx="7246154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8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902859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4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6">
            <a:extLst>
              <a:ext uri="{FF2B5EF4-FFF2-40B4-BE49-F238E27FC236}">
                <a16:creationId xmlns:a16="http://schemas.microsoft.com/office/drawing/2014/main" id="{9668D4C1-8D24-9E68-7221-BF38E9201F6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 flipH="1">
            <a:off x="9520460" y="0"/>
            <a:ext cx="2671540" cy="6858000"/>
          </a:xfrm>
          <a:prstGeom prst="round1Rect">
            <a:avLst/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1" name="Title 4">
            <a:extLst>
              <a:ext uri="{FF2B5EF4-FFF2-40B4-BE49-F238E27FC236}">
                <a16:creationId xmlns:a16="http://schemas.microsoft.com/office/drawing/2014/main" id="{ACFC98CD-651D-9580-93E6-FC2280E7D2B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7252073" cy="353899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8 words long</a:t>
            </a:r>
            <a:endParaRPr lang="en-CO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0F6C0E8A-76EF-4E8C-5838-369CCC4428F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 flipH="1">
            <a:off x="370907" y="3519606"/>
            <a:ext cx="2671710" cy="258093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37B772B3-21C3-84CA-B759-1FF7779D53B0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3424290" y="3519606"/>
            <a:ext cx="2671710" cy="258093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97BC7AEE-39A9-2D83-5B99-F4941244B7F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 flipH="1">
            <a:off x="6477672" y="3519606"/>
            <a:ext cx="2671710" cy="258093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35B4D05E-E5D8-0288-9D7E-E3D8588CAE72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70706" y="883466"/>
            <a:ext cx="7252073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8 words long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2859920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5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2262F660-DE86-335C-2F4E-B884E421071D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 flipH="1">
            <a:off x="8004364" y="0"/>
            <a:ext cx="4187636" cy="6857777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A652A472-C71D-DE21-B5A2-781E976A38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70705" y="3429001"/>
            <a:ext cx="3435258" cy="153118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24CC9714-3177-AF42-995E-7FBD2FBC2207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4187534" y="3429001"/>
            <a:ext cx="3435258" cy="153118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B0A705C0-1F61-6B7C-8285-1A4AD210EB7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70706" y="883466"/>
            <a:ext cx="7454285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Tx/>
              <a:buNone/>
              <a:defRPr sz="16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Placeholder for subtitles just one line with a max of 8 words long</a:t>
            </a:r>
            <a:endParaRPr lang="en-US"/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065C66C4-52D6-A030-E8D9-A912052BD2D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86557"/>
            <a:ext cx="7453516" cy="353899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8 words long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7862259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77">
          <p15:clr>
            <a:srgbClr val="FBAE40"/>
          </p15:clr>
        </p15:guide>
        <p15:guide id="2" pos="5502">
          <p15:clr>
            <a:srgbClr val="FBAE40"/>
          </p15:clr>
        </p15:guide>
        <p15:guide id="3" pos="10560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6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6">
            <a:extLst>
              <a:ext uri="{FF2B5EF4-FFF2-40B4-BE49-F238E27FC236}">
                <a16:creationId xmlns:a16="http://schemas.microsoft.com/office/drawing/2014/main" id="{FAF13082-8345-36FF-49CF-22FF4C27F02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 flipH="1">
            <a:off x="8386037" y="0"/>
            <a:ext cx="3805963" cy="6858000"/>
          </a:xfrm>
          <a:prstGeom prst="round1Rect">
            <a:avLst>
              <a:gd name="adj" fmla="val 21815"/>
            </a:avLst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pic>
        <p:nvPicPr>
          <p:cNvPr id="2" name="Image 0" descr=" ">
            <a:extLst>
              <a:ext uri="{FF2B5EF4-FFF2-40B4-BE49-F238E27FC236}">
                <a16:creationId xmlns:a16="http://schemas.microsoft.com/office/drawing/2014/main" id="{FA69558E-D97F-001A-6131-AF77D84FCDC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191797" y="1905000"/>
            <a:ext cx="4198148" cy="4953000"/>
          </a:xfrm>
          <a:prstGeom prst="rect">
            <a:avLst/>
          </a:prstGeom>
        </p:spPr>
      </p:pic>
      <p:sp>
        <p:nvSpPr>
          <p:cNvPr id="9" name="Shape 5">
            <a:extLst>
              <a:ext uri="{FF2B5EF4-FFF2-40B4-BE49-F238E27FC236}">
                <a16:creationId xmlns:a16="http://schemas.microsoft.com/office/drawing/2014/main" id="{969D7ECE-5297-1D14-CE75-FDD777C8856A}"/>
              </a:ext>
            </a:extLst>
          </p:cNvPr>
          <p:cNvSpPr/>
          <p:nvPr userDrawn="1"/>
        </p:nvSpPr>
        <p:spPr>
          <a:xfrm rot="10800000">
            <a:off x="-1" y="1912619"/>
            <a:ext cx="4191797" cy="4965700"/>
          </a:xfrm>
          <a:prstGeom prst="rect">
            <a:avLst/>
          </a:prstGeom>
          <a:solidFill>
            <a:schemeClr val="bg2"/>
          </a:solidFill>
          <a:ln/>
        </p:spPr>
        <p:txBody>
          <a:bodyPr/>
          <a:lstStyle/>
          <a:p>
            <a:endParaRPr lang="en-CO" sz="900"/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0A8CEB3F-88FD-DB6F-7408-48BF9824C45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 flipH="1">
            <a:off x="370906" y="3804821"/>
            <a:ext cx="3439817" cy="173482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E22219FB-6588-4368-815B-E6422435D218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4594345" y="3804821"/>
            <a:ext cx="3405857" cy="173482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FEC8A10D-14C4-93C6-C85A-AD9C8C8A95E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93329"/>
            <a:ext cx="6286712" cy="6516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1F379B1-175E-9E66-33F4-DB6A0E5BA110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2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2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99679900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7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ound Single Corner Rectangle 6">
            <a:extLst>
              <a:ext uri="{FF2B5EF4-FFF2-40B4-BE49-F238E27FC236}">
                <a16:creationId xmlns:a16="http://schemas.microsoft.com/office/drawing/2014/main" id="{95B151C0-5CC0-A8D2-EF7F-737559A81F3A}"/>
              </a:ext>
            </a:extLst>
          </p:cNvPr>
          <p:cNvSpPr/>
          <p:nvPr userDrawn="1"/>
        </p:nvSpPr>
        <p:spPr>
          <a:xfrm flipH="1">
            <a:off x="6103765" y="-5832"/>
            <a:ext cx="6088233" cy="3816480"/>
          </a:xfrm>
          <a:prstGeom prst="round1Rect">
            <a:avLst>
              <a:gd name="adj" fmla="val 19747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latin typeface="+mn-lt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7A21644-5AE3-EC60-7D16-B65104BD39D0}"/>
              </a:ext>
            </a:extLst>
          </p:cNvPr>
          <p:cNvSpPr/>
          <p:nvPr userDrawn="1"/>
        </p:nvSpPr>
        <p:spPr>
          <a:xfrm flipH="1">
            <a:off x="9142124" y="3810648"/>
            <a:ext cx="3049876" cy="3053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latin typeface="+mn-lt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08D1596-7378-0D4D-B8DC-1AA45922CFA6}"/>
              </a:ext>
            </a:extLst>
          </p:cNvPr>
          <p:cNvSpPr/>
          <p:nvPr userDrawn="1"/>
        </p:nvSpPr>
        <p:spPr>
          <a:xfrm rot="10800000" flipH="1">
            <a:off x="6103766" y="3810648"/>
            <a:ext cx="3042618" cy="3053184"/>
          </a:xfrm>
          <a:prstGeom prst="rect">
            <a:avLst/>
          </a:prstGeom>
          <a:gradFill>
            <a:gsLst>
              <a:gs pos="69000">
                <a:schemeClr val="bg1"/>
              </a:gs>
              <a:gs pos="0">
                <a:schemeClr val="tx2"/>
              </a:gs>
              <a:gs pos="99000">
                <a:schemeClr val="accent5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latin typeface="+mn-lt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8828E27-DE4D-1292-BFF3-051BEDB7984D}"/>
              </a:ext>
            </a:extLst>
          </p:cNvPr>
          <p:cNvSpPr txBox="1"/>
          <p:nvPr userDrawn="1"/>
        </p:nvSpPr>
        <p:spPr>
          <a:xfrm>
            <a:off x="9636369" y="6471444"/>
            <a:ext cx="2184925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+mn-lt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rgbClr val="2166EB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>
              <a:latin typeface="+mn-lt"/>
            </a:endParaRPr>
          </a:p>
        </p:txBody>
      </p:sp>
      <p:sp>
        <p:nvSpPr>
          <p:cNvPr id="8" name="Text Placeholder 9">
            <a:extLst>
              <a:ext uri="{FF2B5EF4-FFF2-40B4-BE49-F238E27FC236}">
                <a16:creationId xmlns:a16="http://schemas.microsoft.com/office/drawing/2014/main" id="{4230B109-57A8-25F3-1D76-E936719306A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6867111" y="1038156"/>
            <a:ext cx="4572309" cy="23908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2"/>
                </a:solidFill>
                <a:latin typeface="+mn-lt"/>
              </a:defRPr>
            </a:lvl1pPr>
            <a:lvl2pPr marL="457177" indent="0">
              <a:buNone/>
              <a:defRPr/>
            </a:lvl2pPr>
            <a:lvl3pPr marL="914355" indent="0">
              <a:buNone/>
              <a:defRPr/>
            </a:lvl3pPr>
            <a:lvl4pPr marL="1371532" indent="0">
              <a:buNone/>
              <a:defRPr/>
            </a:lvl4pPr>
            <a:lvl5pPr marL="1828709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58B338D7-3529-F4F2-972A-0C9B4130DF2B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370819" y="1902410"/>
            <a:ext cx="5332654" cy="207122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n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64097D18-3CC0-664E-0906-95D561E18B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86556"/>
            <a:ext cx="4708525" cy="651600"/>
          </a:xfrm>
        </p:spPr>
        <p:txBody>
          <a:bodyPr/>
          <a:lstStyle>
            <a:lvl1pPr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>
                <a:effectLst/>
              </a:rPr>
              <a:t>Medium header with a max of 8 words long</a:t>
            </a:r>
            <a:endParaRPr lang="en-CO"/>
          </a:p>
        </p:txBody>
      </p:sp>
      <p:sp>
        <p:nvSpPr>
          <p:cNvPr id="22" name="Text Placeholder 19">
            <a:extLst>
              <a:ext uri="{FF2B5EF4-FFF2-40B4-BE49-F238E27FC236}">
                <a16:creationId xmlns:a16="http://schemas.microsoft.com/office/drawing/2014/main" id="{2AE03885-B4A9-D038-CCE9-9E83AE622A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486525" y="4114219"/>
            <a:ext cx="2190750" cy="854075"/>
          </a:xfrm>
        </p:spPr>
        <p:txBody>
          <a:bodyPr/>
          <a:lstStyle>
            <a:lvl1pPr marL="0" indent="0">
              <a:lnSpc>
                <a:spcPct val="100000"/>
              </a:lnSpc>
              <a:buNone/>
              <a:defRPr>
                <a:latin typeface="+mn-lt"/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This is a short subtitle placeholder</a:t>
            </a:r>
            <a:endParaRPr lang="en-CO"/>
          </a:p>
        </p:txBody>
      </p:sp>
      <p:sp>
        <p:nvSpPr>
          <p:cNvPr id="23" name="Text Placeholder 19">
            <a:extLst>
              <a:ext uri="{FF2B5EF4-FFF2-40B4-BE49-F238E27FC236}">
                <a16:creationId xmlns:a16="http://schemas.microsoft.com/office/drawing/2014/main" id="{11D607EA-B1F6-5C00-90EC-4CEA8E28FE5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633137" y="4114219"/>
            <a:ext cx="2190750" cy="854075"/>
          </a:xfrm>
        </p:spPr>
        <p:txBody>
          <a:bodyPr/>
          <a:lstStyle>
            <a:lvl1pPr marL="0" indent="0">
              <a:lnSpc>
                <a:spcPct val="100000"/>
              </a:lnSpc>
              <a:buNone/>
              <a:defRPr>
                <a:latin typeface="+mn-lt"/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This is a short subtitle placeholder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4052585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77">
          <p15:clr>
            <a:srgbClr val="FBAE40"/>
          </p15:clr>
        </p15:guide>
        <p15:guide id="2" pos="5502">
          <p15:clr>
            <a:srgbClr val="FBAE40"/>
          </p15:clr>
        </p15:guide>
        <p15:guide id="3" pos="10560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8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hape 1">
            <a:extLst>
              <a:ext uri="{FF2B5EF4-FFF2-40B4-BE49-F238E27FC236}">
                <a16:creationId xmlns:a16="http://schemas.microsoft.com/office/drawing/2014/main" id="{36F05275-6F7A-8B84-9A1D-7686C42B1449}"/>
              </a:ext>
            </a:extLst>
          </p:cNvPr>
          <p:cNvSpPr/>
          <p:nvPr userDrawn="1"/>
        </p:nvSpPr>
        <p:spPr>
          <a:xfrm>
            <a:off x="6859345" y="4186464"/>
            <a:ext cx="2666211" cy="2671536"/>
          </a:xfrm>
          <a:prstGeom prst="rect">
            <a:avLst/>
          </a:prstGeom>
          <a:solidFill>
            <a:schemeClr val="bg1"/>
          </a:solidFill>
          <a:ln/>
        </p:spPr>
        <p:txBody>
          <a:bodyPr/>
          <a:lstStyle/>
          <a:p>
            <a:endParaRPr lang="en-CO" sz="900">
              <a:solidFill>
                <a:schemeClr val="tx1"/>
              </a:solidFill>
            </a:endParaRPr>
          </a:p>
        </p:txBody>
      </p:sp>
      <p:sp>
        <p:nvSpPr>
          <p:cNvPr id="4" name="Image 2" descr=" ">
            <a:extLst>
              <a:ext uri="{FF2B5EF4-FFF2-40B4-BE49-F238E27FC236}">
                <a16:creationId xmlns:a16="http://schemas.microsoft.com/office/drawing/2014/main" id="{38E68090-2F9F-4CC5-B991-9B6CEC9D8151}"/>
              </a:ext>
            </a:extLst>
          </p:cNvPr>
          <p:cNvSpPr/>
          <p:nvPr/>
        </p:nvSpPr>
        <p:spPr>
          <a:xfrm flipH="1">
            <a:off x="6859345" y="0"/>
            <a:ext cx="5332655" cy="4186464"/>
          </a:xfrm>
          <a:prstGeom prst="round1Rect">
            <a:avLst>
              <a:gd name="adj" fmla="val 20099"/>
            </a:avLst>
          </a:prstGeom>
          <a:gradFill>
            <a:gsLst>
              <a:gs pos="0">
                <a:srgbClr val="001744"/>
              </a:gs>
              <a:gs pos="50000">
                <a:srgbClr val="256CF7"/>
              </a:gs>
              <a:gs pos="100000">
                <a:srgbClr val="25D1F7"/>
              </a:gs>
            </a:gsLst>
            <a:lin ang="5400000" scaled="1"/>
          </a:gradFill>
          <a:ln w="9860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D3DA0841-BA73-02CF-7C10-1EC6CB7416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9885940" y="4573944"/>
            <a:ext cx="1908364" cy="3709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0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8DC0588D-F7D8-2959-29DA-1B8618E4E58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238269" y="4573944"/>
            <a:ext cx="1908364" cy="3709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0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D9F53117-2C06-6E16-ADDF-EBD71FAECDC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238269" y="757464"/>
            <a:ext cx="1908364" cy="3709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0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BDC4EF40-A61A-BA65-38CD-C53FF6B8CA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370819" y="1902410"/>
            <a:ext cx="5332654" cy="207122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D0E5EB46-96E8-4A3C-303F-35A017A902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93329"/>
            <a:ext cx="5440045" cy="6516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Medium header with a max of 8 words long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769732582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9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0" descr=" ">
            <a:extLst>
              <a:ext uri="{FF2B5EF4-FFF2-40B4-BE49-F238E27FC236}">
                <a16:creationId xmlns:a16="http://schemas.microsoft.com/office/drawing/2014/main" id="{4AD07820-8A51-E05D-6E0E-C138BA18C4D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6859304" y="0"/>
            <a:ext cx="5335014" cy="3429000"/>
          </a:xfrm>
          <a:prstGeom prst="rect">
            <a:avLst/>
          </a:prstGeom>
        </p:spPr>
      </p:pic>
      <p:pic>
        <p:nvPicPr>
          <p:cNvPr id="8" name="Image 2" descr=" ">
            <a:extLst>
              <a:ext uri="{FF2B5EF4-FFF2-40B4-BE49-F238E27FC236}">
                <a16:creationId xmlns:a16="http://schemas.microsoft.com/office/drawing/2014/main" id="{356D3C97-1C87-4852-5F38-CE7705F06F09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3429652" cy="3429000"/>
          </a:xfrm>
          <a:prstGeom prst="rect">
            <a:avLst/>
          </a:prstGeom>
        </p:spPr>
      </p:pic>
      <p:sp>
        <p:nvSpPr>
          <p:cNvPr id="9" name="Shape 0">
            <a:extLst>
              <a:ext uri="{FF2B5EF4-FFF2-40B4-BE49-F238E27FC236}">
                <a16:creationId xmlns:a16="http://schemas.microsoft.com/office/drawing/2014/main" id="{7F8614BC-59B0-EF69-8474-CBC880478AE6}"/>
              </a:ext>
            </a:extLst>
          </p:cNvPr>
          <p:cNvSpPr/>
          <p:nvPr userDrawn="1"/>
        </p:nvSpPr>
        <p:spPr>
          <a:xfrm>
            <a:off x="3429652" y="0"/>
            <a:ext cx="3429652" cy="6858000"/>
          </a:xfrm>
          <a:prstGeom prst="rect">
            <a:avLst/>
          </a:prstGeom>
          <a:solidFill>
            <a:schemeClr val="accent2"/>
          </a:solidFill>
          <a:ln/>
        </p:spPr>
        <p:txBody>
          <a:bodyPr/>
          <a:lstStyle/>
          <a:p>
            <a:endParaRPr lang="en-CO" sz="900"/>
          </a:p>
        </p:txBody>
      </p:sp>
      <p:sp>
        <p:nvSpPr>
          <p:cNvPr id="10" name="Shape 1">
            <a:extLst>
              <a:ext uri="{FF2B5EF4-FFF2-40B4-BE49-F238E27FC236}">
                <a16:creationId xmlns:a16="http://schemas.microsoft.com/office/drawing/2014/main" id="{36F05275-6F7A-8B84-9A1D-7686C42B1449}"/>
              </a:ext>
            </a:extLst>
          </p:cNvPr>
          <p:cNvSpPr/>
          <p:nvPr userDrawn="1"/>
        </p:nvSpPr>
        <p:spPr>
          <a:xfrm>
            <a:off x="0" y="3429000"/>
            <a:ext cx="3429652" cy="3429000"/>
          </a:xfrm>
          <a:prstGeom prst="rect">
            <a:avLst/>
          </a:prstGeom>
          <a:solidFill>
            <a:srgbClr val="001744">
              <a:alpha val="100000"/>
            </a:srgbClr>
          </a:solidFill>
          <a:ln/>
        </p:spPr>
        <p:txBody>
          <a:bodyPr/>
          <a:lstStyle/>
          <a:p>
            <a:endParaRPr lang="en-CO" sz="900"/>
          </a:p>
        </p:txBody>
      </p:sp>
      <p:sp>
        <p:nvSpPr>
          <p:cNvPr id="5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FCA9088A-C2C3-1224-75B6-32B1DB17B58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429651" y="3429000"/>
            <a:ext cx="3429652" cy="3042444"/>
          </a:xfrm>
          <a:prstGeom prst="rect">
            <a:avLst/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94240701-097C-ED6C-8DE0-9972AD38211F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71475" y="296333"/>
            <a:ext cx="2365375" cy="531284"/>
          </a:xfrm>
        </p:spPr>
        <p:txBody>
          <a:bodyPr/>
          <a:lstStyle>
            <a:lvl1pPr marL="4762" indent="0">
              <a:buNone/>
              <a:defRPr sz="1250">
                <a:solidFill>
                  <a:schemeClr val="bg1"/>
                </a:solidFill>
              </a:defRPr>
            </a:lvl1pPr>
            <a:lvl2pPr marL="433388" indent="0">
              <a:buNone/>
              <a:defRPr sz="1250">
                <a:solidFill>
                  <a:schemeClr val="tx1"/>
                </a:solidFill>
              </a:defRPr>
            </a:lvl2pPr>
            <a:lvl3pPr marL="933450" indent="0">
              <a:buNone/>
              <a:defRPr sz="1250">
                <a:solidFill>
                  <a:schemeClr val="tx1"/>
                </a:solidFill>
              </a:defRPr>
            </a:lvl3pPr>
            <a:lvl4pPr marL="1385888" indent="0">
              <a:buNone/>
              <a:defRPr sz="1250">
                <a:solidFill>
                  <a:schemeClr val="tx1"/>
                </a:solidFill>
              </a:defRPr>
            </a:lvl4pPr>
            <a:lvl5pPr marL="1819275" indent="0">
              <a:buNone/>
              <a:defRPr sz="1250">
                <a:solidFill>
                  <a:schemeClr val="tx1"/>
                </a:solidFill>
              </a:defRPr>
            </a:lvl5pPr>
          </a:lstStyle>
          <a:p>
            <a:pPr defTabSz="228600"/>
            <a:r>
              <a:rPr lang="en-US" sz="1250">
                <a:solidFill>
                  <a:srgbClr val="FFFFFF">
                    <a:alpha val="100000"/>
                  </a:srgbClr>
                </a:solidFill>
                <a:latin typeface="Century Gothic" panose="020B0502020202020204" pitchFamily="34" charset="0"/>
                <a:ea typeface="+mn-ea"/>
                <a:cs typeface="+mn-cs"/>
              </a:rPr>
              <a:t>This is a short subtitle placeholder</a:t>
            </a:r>
            <a:endParaRPr lang="en-US" sz="1250">
              <a:solidFill>
                <a:srgbClr val="001744"/>
              </a:solidFill>
              <a:latin typeface="Century Gothic" panose="020B0502020202020204" pitchFamily="34" charset="0"/>
            </a:endParaRPr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81E10417-C1F0-ADE4-3486-CF1C542A86B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1475" y="3710093"/>
            <a:ext cx="2365375" cy="531284"/>
          </a:xfrm>
        </p:spPr>
        <p:txBody>
          <a:bodyPr/>
          <a:lstStyle>
            <a:lvl1pPr marL="4762" indent="0">
              <a:buNone/>
              <a:defRPr sz="1250">
                <a:solidFill>
                  <a:schemeClr val="bg1"/>
                </a:solidFill>
              </a:defRPr>
            </a:lvl1pPr>
            <a:lvl2pPr marL="433388" indent="0">
              <a:buNone/>
              <a:defRPr sz="1250">
                <a:solidFill>
                  <a:schemeClr val="tx1"/>
                </a:solidFill>
              </a:defRPr>
            </a:lvl2pPr>
            <a:lvl3pPr marL="933450" indent="0">
              <a:buNone/>
              <a:defRPr sz="1250">
                <a:solidFill>
                  <a:schemeClr val="tx1"/>
                </a:solidFill>
              </a:defRPr>
            </a:lvl3pPr>
            <a:lvl4pPr marL="1385888" indent="0">
              <a:buNone/>
              <a:defRPr sz="1250">
                <a:solidFill>
                  <a:schemeClr val="tx1"/>
                </a:solidFill>
              </a:defRPr>
            </a:lvl4pPr>
            <a:lvl5pPr marL="1819275" indent="0">
              <a:buNone/>
              <a:defRPr sz="1250">
                <a:solidFill>
                  <a:schemeClr val="tx1"/>
                </a:solidFill>
              </a:defRPr>
            </a:lvl5pPr>
          </a:lstStyle>
          <a:p>
            <a:pPr defTabSz="228600"/>
            <a:r>
              <a:rPr lang="en-US" sz="1250">
                <a:solidFill>
                  <a:srgbClr val="FFFFFF">
                    <a:alpha val="100000"/>
                  </a:srgbClr>
                </a:solidFill>
                <a:latin typeface="Century Gothic" panose="020B0502020202020204" pitchFamily="34" charset="0"/>
                <a:ea typeface="+mn-ea"/>
                <a:cs typeface="+mn-cs"/>
              </a:rPr>
              <a:t>This is a short subtitle placeholder</a:t>
            </a:r>
            <a:endParaRPr lang="en-US" sz="1250">
              <a:solidFill>
                <a:srgbClr val="001744"/>
              </a:solidFill>
              <a:latin typeface="Century Gothic" panose="020B0502020202020204" pitchFamily="34" charset="0"/>
            </a:endParaRPr>
          </a:p>
        </p:txBody>
      </p:sp>
      <p:sp>
        <p:nvSpPr>
          <p:cNvPr id="31" name="Text Placeholder 29">
            <a:extLst>
              <a:ext uri="{FF2B5EF4-FFF2-40B4-BE49-F238E27FC236}">
                <a16:creationId xmlns:a16="http://schemas.microsoft.com/office/drawing/2014/main" id="{69DD0B5E-A81E-6731-FAC8-645D2E141A0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771900" y="309878"/>
            <a:ext cx="2393950" cy="531284"/>
          </a:xfrm>
        </p:spPr>
        <p:txBody>
          <a:bodyPr/>
          <a:lstStyle>
            <a:lvl1pPr marL="4762" indent="0">
              <a:buNone/>
              <a:defRPr sz="125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This is a short subtitle placeholder</a:t>
            </a:r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A5D65D47-0702-6EB6-7A32-0F370E45939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 flipH="1">
            <a:off x="7241017" y="757464"/>
            <a:ext cx="4198402" cy="600311"/>
          </a:xfrm>
          <a:prstGeom prst="rect">
            <a:avLst/>
          </a:prstGeom>
        </p:spPr>
        <p:txBody>
          <a:bodyPr anchor="b"/>
          <a:lstStyle>
            <a:lvl1pPr marL="0" indent="0">
              <a:buFontTx/>
              <a:buNone/>
              <a:defRPr sz="18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70A22A31-CE72-7862-F9AB-388677F8A644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 flipH="1">
            <a:off x="7241018" y="1357775"/>
            <a:ext cx="4198401" cy="1689577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DB0CFD33-8CC1-6041-C5DE-DA71EC052749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 flipH="1">
            <a:off x="7241017" y="4207500"/>
            <a:ext cx="4198402" cy="600311"/>
          </a:xfrm>
          <a:prstGeom prst="rect">
            <a:avLst/>
          </a:prstGeom>
        </p:spPr>
        <p:txBody>
          <a:bodyPr anchor="b"/>
          <a:lstStyle>
            <a:lvl1pPr marL="0" indent="0">
              <a:buFontTx/>
              <a:buNone/>
              <a:defRPr sz="18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FD53703C-C964-0D49-4525-8BC812967112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7241018" y="4807811"/>
            <a:ext cx="4198401" cy="1689577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BF0385C-FFD7-5D33-D81D-568F727C0770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10275800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9 [Light Gra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Image 0" descr=" ">
            <a:extLst>
              <a:ext uri="{FF2B5EF4-FFF2-40B4-BE49-F238E27FC236}">
                <a16:creationId xmlns:a16="http://schemas.microsoft.com/office/drawing/2014/main" id="{2BEB64ED-73B7-699F-CB7B-3A7B122DD207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6859304" y="3429001"/>
            <a:ext cx="5335014" cy="3429000"/>
          </a:xfrm>
          <a:prstGeom prst="rect">
            <a:avLst/>
          </a:prstGeom>
        </p:spPr>
      </p:pic>
      <p:pic>
        <p:nvPicPr>
          <p:cNvPr id="7" name="Image 0" descr=" ">
            <a:extLst>
              <a:ext uri="{FF2B5EF4-FFF2-40B4-BE49-F238E27FC236}">
                <a16:creationId xmlns:a16="http://schemas.microsoft.com/office/drawing/2014/main" id="{4AD07820-8A51-E05D-6E0E-C138BA18C4D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859304" y="0"/>
            <a:ext cx="5335014" cy="3429000"/>
          </a:xfrm>
          <a:prstGeom prst="rect">
            <a:avLst/>
          </a:prstGeom>
        </p:spPr>
      </p:pic>
      <p:pic>
        <p:nvPicPr>
          <p:cNvPr id="8" name="Image 2" descr=" ">
            <a:extLst>
              <a:ext uri="{FF2B5EF4-FFF2-40B4-BE49-F238E27FC236}">
                <a16:creationId xmlns:a16="http://schemas.microsoft.com/office/drawing/2014/main" id="{356D3C97-1C87-4852-5F38-CE7705F06F09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0" y="0"/>
            <a:ext cx="3429652" cy="3429000"/>
          </a:xfrm>
          <a:prstGeom prst="rect">
            <a:avLst/>
          </a:prstGeom>
        </p:spPr>
      </p:pic>
      <p:sp>
        <p:nvSpPr>
          <p:cNvPr id="9" name="Shape 0">
            <a:extLst>
              <a:ext uri="{FF2B5EF4-FFF2-40B4-BE49-F238E27FC236}">
                <a16:creationId xmlns:a16="http://schemas.microsoft.com/office/drawing/2014/main" id="{7F8614BC-59B0-EF69-8474-CBC880478AE6}"/>
              </a:ext>
            </a:extLst>
          </p:cNvPr>
          <p:cNvSpPr/>
          <p:nvPr userDrawn="1"/>
        </p:nvSpPr>
        <p:spPr>
          <a:xfrm>
            <a:off x="3429652" y="0"/>
            <a:ext cx="3429652" cy="6858000"/>
          </a:xfrm>
          <a:prstGeom prst="rect">
            <a:avLst/>
          </a:prstGeom>
          <a:solidFill>
            <a:schemeClr val="accent2"/>
          </a:solidFill>
          <a:ln/>
        </p:spPr>
        <p:txBody>
          <a:bodyPr/>
          <a:lstStyle/>
          <a:p>
            <a:endParaRPr lang="en-CO" sz="900"/>
          </a:p>
        </p:txBody>
      </p:sp>
      <p:sp>
        <p:nvSpPr>
          <p:cNvPr id="10" name="Shape 1">
            <a:extLst>
              <a:ext uri="{FF2B5EF4-FFF2-40B4-BE49-F238E27FC236}">
                <a16:creationId xmlns:a16="http://schemas.microsoft.com/office/drawing/2014/main" id="{36F05275-6F7A-8B84-9A1D-7686C42B1449}"/>
              </a:ext>
            </a:extLst>
          </p:cNvPr>
          <p:cNvSpPr/>
          <p:nvPr userDrawn="1"/>
        </p:nvSpPr>
        <p:spPr>
          <a:xfrm>
            <a:off x="0" y="3429000"/>
            <a:ext cx="3429652" cy="3429000"/>
          </a:xfrm>
          <a:prstGeom prst="rect">
            <a:avLst/>
          </a:prstGeom>
          <a:solidFill>
            <a:srgbClr val="001744">
              <a:alpha val="100000"/>
            </a:srgbClr>
          </a:solidFill>
          <a:ln/>
        </p:spPr>
        <p:txBody>
          <a:bodyPr/>
          <a:lstStyle/>
          <a:p>
            <a:endParaRPr lang="en-CO" sz="900"/>
          </a:p>
        </p:txBody>
      </p:sp>
      <p:sp>
        <p:nvSpPr>
          <p:cNvPr id="18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5" name="Picture Placeholder 6">
            <a:extLst>
              <a:ext uri="{FF2B5EF4-FFF2-40B4-BE49-F238E27FC236}">
                <a16:creationId xmlns:a16="http://schemas.microsoft.com/office/drawing/2014/main" id="{34B31840-D7D6-AF31-040E-995555CBB2C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435665" y="3431974"/>
            <a:ext cx="3432328" cy="3426026"/>
          </a:xfrm>
          <a:prstGeom prst="round1Rect">
            <a:avLst>
              <a:gd name="adj" fmla="val 20600"/>
            </a:avLst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B43FC2DD-5B40-AED3-30D2-027F311CC2F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 flipH="1">
            <a:off x="7241017" y="757464"/>
            <a:ext cx="4198402" cy="6003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8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ECBDAE42-95A3-0FDA-EC4D-A6E6ADE65AF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 flipH="1">
            <a:off x="7241018" y="1357775"/>
            <a:ext cx="4198401" cy="1689577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EFC264D1-8F83-4CFF-2E14-DA7E03A34F6C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 flipH="1">
            <a:off x="7241017" y="4207500"/>
            <a:ext cx="4198402" cy="6003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B8A7C951-6A93-83C9-C8C6-7E457A7D8B56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7241018" y="4807811"/>
            <a:ext cx="4198401" cy="1689577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21">
            <a:extLst>
              <a:ext uri="{FF2B5EF4-FFF2-40B4-BE49-F238E27FC236}">
                <a16:creationId xmlns:a16="http://schemas.microsoft.com/office/drawing/2014/main" id="{7BD881AA-CF16-62C5-217D-4D9359DEF5BE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71475" y="296333"/>
            <a:ext cx="2365375" cy="531284"/>
          </a:xfrm>
        </p:spPr>
        <p:txBody>
          <a:bodyPr/>
          <a:lstStyle>
            <a:lvl1pPr marL="4762" indent="0">
              <a:buNone/>
              <a:defRPr sz="1250">
                <a:solidFill>
                  <a:schemeClr val="bg1"/>
                </a:solidFill>
              </a:defRPr>
            </a:lvl1pPr>
            <a:lvl2pPr marL="433388" indent="0">
              <a:buNone/>
              <a:defRPr sz="1250">
                <a:solidFill>
                  <a:schemeClr val="tx1"/>
                </a:solidFill>
              </a:defRPr>
            </a:lvl2pPr>
            <a:lvl3pPr marL="933450" indent="0">
              <a:buNone/>
              <a:defRPr sz="1250">
                <a:solidFill>
                  <a:schemeClr val="tx1"/>
                </a:solidFill>
              </a:defRPr>
            </a:lvl3pPr>
            <a:lvl4pPr marL="1385888" indent="0">
              <a:buNone/>
              <a:defRPr sz="1250">
                <a:solidFill>
                  <a:schemeClr val="tx1"/>
                </a:solidFill>
              </a:defRPr>
            </a:lvl4pPr>
            <a:lvl5pPr marL="1819275" indent="0">
              <a:buNone/>
              <a:defRPr sz="1250">
                <a:solidFill>
                  <a:schemeClr val="tx1"/>
                </a:solidFill>
              </a:defRPr>
            </a:lvl5pPr>
          </a:lstStyle>
          <a:p>
            <a:pPr defTabSz="228600"/>
            <a:r>
              <a:rPr lang="en-US" sz="1250">
                <a:solidFill>
                  <a:srgbClr val="FFFFFF">
                    <a:alpha val="100000"/>
                  </a:srgbClr>
                </a:solidFill>
                <a:latin typeface="Century Gothic" panose="020B0502020202020204" pitchFamily="34" charset="0"/>
                <a:ea typeface="+mn-ea"/>
                <a:cs typeface="+mn-cs"/>
              </a:rPr>
              <a:t>This is a short subtitle placeholder</a:t>
            </a:r>
            <a:endParaRPr lang="en-US" sz="1250">
              <a:solidFill>
                <a:srgbClr val="001744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Text Placeholder 21">
            <a:extLst>
              <a:ext uri="{FF2B5EF4-FFF2-40B4-BE49-F238E27FC236}">
                <a16:creationId xmlns:a16="http://schemas.microsoft.com/office/drawing/2014/main" id="{25507A8F-068D-2711-B021-2289701DC71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1475" y="3710093"/>
            <a:ext cx="2365375" cy="531284"/>
          </a:xfrm>
        </p:spPr>
        <p:txBody>
          <a:bodyPr/>
          <a:lstStyle>
            <a:lvl1pPr marL="4762" indent="0">
              <a:buNone/>
              <a:defRPr sz="1250">
                <a:solidFill>
                  <a:schemeClr val="bg1"/>
                </a:solidFill>
              </a:defRPr>
            </a:lvl1pPr>
            <a:lvl2pPr marL="433388" indent="0">
              <a:buNone/>
              <a:defRPr sz="1250">
                <a:solidFill>
                  <a:schemeClr val="tx1"/>
                </a:solidFill>
              </a:defRPr>
            </a:lvl2pPr>
            <a:lvl3pPr marL="933450" indent="0">
              <a:buNone/>
              <a:defRPr sz="1250">
                <a:solidFill>
                  <a:schemeClr val="tx1"/>
                </a:solidFill>
              </a:defRPr>
            </a:lvl3pPr>
            <a:lvl4pPr marL="1385888" indent="0">
              <a:buNone/>
              <a:defRPr sz="1250">
                <a:solidFill>
                  <a:schemeClr val="tx1"/>
                </a:solidFill>
              </a:defRPr>
            </a:lvl4pPr>
            <a:lvl5pPr marL="1819275" indent="0">
              <a:buNone/>
              <a:defRPr sz="1250">
                <a:solidFill>
                  <a:schemeClr val="tx1"/>
                </a:solidFill>
              </a:defRPr>
            </a:lvl5pPr>
          </a:lstStyle>
          <a:p>
            <a:pPr defTabSz="228600"/>
            <a:r>
              <a:rPr lang="en-US" sz="1250">
                <a:solidFill>
                  <a:srgbClr val="FFFFFF">
                    <a:alpha val="100000"/>
                  </a:srgbClr>
                </a:solidFill>
                <a:latin typeface="Century Gothic" panose="020B0502020202020204" pitchFamily="34" charset="0"/>
                <a:ea typeface="+mn-ea"/>
                <a:cs typeface="+mn-cs"/>
              </a:rPr>
              <a:t>This is a short subtitle placeholder</a:t>
            </a:r>
            <a:endParaRPr lang="en-US" sz="1250">
              <a:solidFill>
                <a:srgbClr val="001744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Text Placeholder 29">
            <a:extLst>
              <a:ext uri="{FF2B5EF4-FFF2-40B4-BE49-F238E27FC236}">
                <a16:creationId xmlns:a16="http://schemas.microsoft.com/office/drawing/2014/main" id="{D1D1E2BA-C22B-9385-2324-F6558FC2C27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771900" y="309878"/>
            <a:ext cx="2393950" cy="531284"/>
          </a:xfrm>
        </p:spPr>
        <p:txBody>
          <a:bodyPr/>
          <a:lstStyle>
            <a:lvl1pPr marL="4762" indent="0">
              <a:buNone/>
              <a:defRPr sz="125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This is a short subtitle placeholder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422A5D7-4C37-072B-C183-7DB2BF948AA2}"/>
              </a:ext>
            </a:extLst>
          </p:cNvPr>
          <p:cNvSpPr txBox="1"/>
          <p:nvPr userDrawn="1"/>
        </p:nvSpPr>
        <p:spPr>
          <a:xfrm>
            <a:off x="9788769" y="6471444"/>
            <a:ext cx="2032525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2"/>
                </a:solidFill>
                <a:effectLst/>
                <a:latin typeface="+mn-lt"/>
              </a:rPr>
              <a:t>2026 Zscaler, Inc. All rights reserved</a:t>
            </a:r>
            <a:endParaRPr lang="en-CO" sz="850">
              <a:solidFill>
                <a:schemeClr val="tx2"/>
              </a:solidFill>
              <a:latin typeface="+mn-lt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09B0D97-8F39-D94A-C4ED-EA3794241B3B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169654275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s 10 [Navy]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0" descr=" ">
            <a:extLst>
              <a:ext uri="{FF2B5EF4-FFF2-40B4-BE49-F238E27FC236}">
                <a16:creationId xmlns:a16="http://schemas.microsoft.com/office/drawing/2014/main" id="{4AD07820-8A51-E05D-6E0E-C138BA18C4D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429650" y="0"/>
            <a:ext cx="8764668" cy="3429000"/>
          </a:xfrm>
          <a:prstGeom prst="rect">
            <a:avLst/>
          </a:prstGeom>
        </p:spPr>
      </p:pic>
      <p:pic>
        <p:nvPicPr>
          <p:cNvPr id="8" name="Image 2" descr=" ">
            <a:extLst>
              <a:ext uri="{FF2B5EF4-FFF2-40B4-BE49-F238E27FC236}">
                <a16:creationId xmlns:a16="http://schemas.microsoft.com/office/drawing/2014/main" id="{356D3C97-1C87-4852-5F38-CE7705F06F09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3429652" cy="3429000"/>
          </a:xfrm>
          <a:prstGeom prst="rect">
            <a:avLst/>
          </a:prstGeom>
        </p:spPr>
      </p:pic>
      <p:sp>
        <p:nvSpPr>
          <p:cNvPr id="9" name="Shape 0">
            <a:extLst>
              <a:ext uri="{FF2B5EF4-FFF2-40B4-BE49-F238E27FC236}">
                <a16:creationId xmlns:a16="http://schemas.microsoft.com/office/drawing/2014/main" id="{7F8614BC-59B0-EF69-8474-CBC880478AE6}"/>
              </a:ext>
            </a:extLst>
          </p:cNvPr>
          <p:cNvSpPr/>
          <p:nvPr userDrawn="1"/>
        </p:nvSpPr>
        <p:spPr>
          <a:xfrm>
            <a:off x="3429652" y="0"/>
            <a:ext cx="3429652" cy="3429000"/>
          </a:xfrm>
          <a:prstGeom prst="round1Rect">
            <a:avLst>
              <a:gd name="adj" fmla="val 22000"/>
            </a:avLst>
          </a:prstGeom>
          <a:solidFill>
            <a:schemeClr val="accent2"/>
          </a:solidFill>
          <a:ln/>
        </p:spPr>
        <p:txBody>
          <a:bodyPr/>
          <a:lstStyle/>
          <a:p>
            <a:endParaRPr lang="en-CO" sz="90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10" name="Shape 1">
            <a:extLst>
              <a:ext uri="{FF2B5EF4-FFF2-40B4-BE49-F238E27FC236}">
                <a16:creationId xmlns:a16="http://schemas.microsoft.com/office/drawing/2014/main" id="{36F05275-6F7A-8B84-9A1D-7686C42B1449}"/>
              </a:ext>
            </a:extLst>
          </p:cNvPr>
          <p:cNvSpPr/>
          <p:nvPr userDrawn="1"/>
        </p:nvSpPr>
        <p:spPr>
          <a:xfrm>
            <a:off x="0" y="3429000"/>
            <a:ext cx="3429652" cy="3429000"/>
          </a:xfrm>
          <a:prstGeom prst="rect">
            <a:avLst/>
          </a:prstGeom>
          <a:solidFill>
            <a:srgbClr val="001744">
              <a:alpha val="100000"/>
            </a:srgbClr>
          </a:solidFill>
          <a:ln/>
        </p:spPr>
        <p:txBody>
          <a:bodyPr/>
          <a:lstStyle/>
          <a:p>
            <a:endParaRPr lang="en-CO" sz="900">
              <a:latin typeface="+mj-lt"/>
            </a:endParaRPr>
          </a:p>
        </p:txBody>
      </p:sp>
      <p:sp>
        <p:nvSpPr>
          <p:cNvPr id="15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>
              <a:latin typeface="+mj-lt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3DB07BB-88B7-C945-FB28-C6D1083C89DA}"/>
              </a:ext>
            </a:extLst>
          </p:cNvPr>
          <p:cNvSpPr/>
          <p:nvPr userDrawn="1"/>
        </p:nvSpPr>
        <p:spPr>
          <a:xfrm flipH="1">
            <a:off x="3429650" y="3429000"/>
            <a:ext cx="3429651" cy="343483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latin typeface="+mj-lt"/>
            </a:endParaRPr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B43FC2DD-5B40-AED3-30D2-027F311CC2F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 flipH="1">
            <a:off x="7241017" y="757464"/>
            <a:ext cx="4198402" cy="600311"/>
          </a:xfrm>
          <a:prstGeom prst="rect">
            <a:avLst/>
          </a:prstGeom>
        </p:spPr>
        <p:txBody>
          <a:bodyPr anchor="b"/>
          <a:lstStyle>
            <a:lvl1pPr marL="0" indent="0">
              <a:buFontTx/>
              <a:buNone/>
              <a:defRPr sz="18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ECBDAE42-95A3-0FDA-EC4D-A6E6ADE65AF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 flipH="1">
            <a:off x="7241018" y="1357775"/>
            <a:ext cx="4198401" cy="1689577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EFC264D1-8F83-4CFF-2E14-DA7E03A34F6C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 flipH="1">
            <a:off x="7241017" y="4207500"/>
            <a:ext cx="4198402" cy="600311"/>
          </a:xfrm>
          <a:prstGeom prst="rect">
            <a:avLst/>
          </a:prstGeom>
        </p:spPr>
        <p:txBody>
          <a:bodyPr anchor="b"/>
          <a:lstStyle>
            <a:lvl1pPr marL="0" indent="0"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B8A7C951-6A93-83C9-C8C6-7E457A7D8B56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7241018" y="4807811"/>
            <a:ext cx="4198401" cy="1689577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9">
            <a:extLst>
              <a:ext uri="{FF2B5EF4-FFF2-40B4-BE49-F238E27FC236}">
                <a16:creationId xmlns:a16="http://schemas.microsoft.com/office/drawing/2014/main" id="{24F5D717-01ED-B026-FC42-25EBD5A4F5A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771900" y="309878"/>
            <a:ext cx="2393950" cy="531284"/>
          </a:xfrm>
        </p:spPr>
        <p:txBody>
          <a:bodyPr/>
          <a:lstStyle>
            <a:lvl1pPr marL="4762" indent="0">
              <a:buNone/>
              <a:defRPr sz="125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en-US"/>
              <a:t>This is a short subtitle placeholder</a:t>
            </a:r>
          </a:p>
        </p:txBody>
      </p:sp>
      <p:sp>
        <p:nvSpPr>
          <p:cNvPr id="20" name="Text Placeholder 29">
            <a:extLst>
              <a:ext uri="{FF2B5EF4-FFF2-40B4-BE49-F238E27FC236}">
                <a16:creationId xmlns:a16="http://schemas.microsoft.com/office/drawing/2014/main" id="{A209A995-80AF-D3F8-7A71-0BB1F96FF61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71900" y="3710093"/>
            <a:ext cx="2393950" cy="531284"/>
          </a:xfrm>
        </p:spPr>
        <p:txBody>
          <a:bodyPr/>
          <a:lstStyle>
            <a:lvl1pPr marL="4762" indent="0">
              <a:buNone/>
              <a:defRPr sz="125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This is a short subtitle placeholder</a:t>
            </a:r>
          </a:p>
        </p:txBody>
      </p:sp>
      <p:sp>
        <p:nvSpPr>
          <p:cNvPr id="11" name="Text Placeholder 29">
            <a:extLst>
              <a:ext uri="{FF2B5EF4-FFF2-40B4-BE49-F238E27FC236}">
                <a16:creationId xmlns:a16="http://schemas.microsoft.com/office/drawing/2014/main" id="{92718F3E-4588-C28C-31D0-3E7E0B92A533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70708" y="309878"/>
            <a:ext cx="2393950" cy="531284"/>
          </a:xfrm>
        </p:spPr>
        <p:txBody>
          <a:bodyPr/>
          <a:lstStyle>
            <a:lvl1pPr marL="4762" indent="0">
              <a:buNone/>
              <a:defRPr sz="125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This is a short subtitle placeholder</a:t>
            </a:r>
          </a:p>
        </p:txBody>
      </p:sp>
      <p:sp>
        <p:nvSpPr>
          <p:cNvPr id="12" name="Text Placeholder 29">
            <a:extLst>
              <a:ext uri="{FF2B5EF4-FFF2-40B4-BE49-F238E27FC236}">
                <a16:creationId xmlns:a16="http://schemas.microsoft.com/office/drawing/2014/main" id="{A41B310F-D8EC-3F48-0DF0-DA3FD5DA934E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70708" y="3710093"/>
            <a:ext cx="2393950" cy="531284"/>
          </a:xfrm>
        </p:spPr>
        <p:txBody>
          <a:bodyPr/>
          <a:lstStyle>
            <a:lvl1pPr marL="4762" indent="0">
              <a:buNone/>
              <a:defRPr sz="125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This is a short subtitle placeholder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78B5BF6-40BE-04DA-7A4C-6182ACDB5043}"/>
              </a:ext>
            </a:extLst>
          </p:cNvPr>
          <p:cNvSpPr txBox="1"/>
          <p:nvPr userDrawn="1"/>
        </p:nvSpPr>
        <p:spPr>
          <a:xfrm>
            <a:off x="9788769" y="6471444"/>
            <a:ext cx="2032525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2"/>
                </a:solidFill>
                <a:effectLst/>
                <a:latin typeface="+mn-lt"/>
              </a:rPr>
              <a:t>2026 Zscaler, Inc. All rights reserved</a:t>
            </a:r>
            <a:endParaRPr lang="en-CO" sz="850">
              <a:solidFill>
                <a:schemeClr val="tx2"/>
              </a:solidFill>
              <a:latin typeface="+mn-lt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EB9D03C-B335-9B50-9FC5-F0212E58EDF5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71091978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 1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C097A102-07DF-E73E-EADD-6CD8F02CB52C}"/>
              </a:ext>
            </a:extLst>
          </p:cNvPr>
          <p:cNvSpPr/>
          <p:nvPr userDrawn="1"/>
        </p:nvSpPr>
        <p:spPr>
          <a:xfrm>
            <a:off x="6701247" y="0"/>
            <a:ext cx="5490754" cy="6863832"/>
          </a:xfrm>
          <a:prstGeom prst="rect">
            <a:avLst/>
          </a:prstGeom>
          <a:gradFill>
            <a:gsLst>
              <a:gs pos="69000">
                <a:schemeClr val="bg1"/>
              </a:gs>
              <a:gs pos="0">
                <a:schemeClr val="tx2"/>
              </a:gs>
              <a:gs pos="100000">
                <a:schemeClr val="accent5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2173CCF-CD74-0249-D85D-1544F7BD5083}"/>
              </a:ext>
            </a:extLst>
          </p:cNvPr>
          <p:cNvSpPr txBox="1"/>
          <p:nvPr userDrawn="1"/>
        </p:nvSpPr>
        <p:spPr>
          <a:xfrm>
            <a:off x="9694985" y="6471444"/>
            <a:ext cx="2126309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6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5870AD90-7B69-4632-8D85-1305FDABC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2916"/>
            <a:ext cx="7622691" cy="4571028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C508720-25A7-A603-6C2C-A1946B43AC58}"/>
              </a:ext>
            </a:extLst>
          </p:cNvPr>
          <p:cNvSpPr/>
          <p:nvPr userDrawn="1"/>
        </p:nvSpPr>
        <p:spPr>
          <a:xfrm>
            <a:off x="5332654" y="4573944"/>
            <a:ext cx="2290037" cy="22898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4" name="Text Placeholder 10">
            <a:extLst>
              <a:ext uri="{FF2B5EF4-FFF2-40B4-BE49-F238E27FC236}">
                <a16:creationId xmlns:a16="http://schemas.microsoft.com/office/drawing/2014/main" id="{1A058C94-F052-9513-289F-8D71429B93D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73967" y="4953294"/>
            <a:ext cx="4587982" cy="392075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800" b="1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DD179D45-CF4D-1E5B-BFB8-78D2DAF7512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73967" y="5349965"/>
            <a:ext cx="4587982" cy="1134517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789973001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 2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57C17C3-5FAD-C10C-FE17-34A34AEFEDF6}"/>
              </a:ext>
            </a:extLst>
          </p:cNvPr>
          <p:cNvSpPr/>
          <p:nvPr userDrawn="1"/>
        </p:nvSpPr>
        <p:spPr>
          <a:xfrm>
            <a:off x="7622691" y="3375303"/>
            <a:ext cx="4569309" cy="348883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9" name="Round Single Corner Rectangle 8">
            <a:extLst>
              <a:ext uri="{FF2B5EF4-FFF2-40B4-BE49-F238E27FC236}">
                <a16:creationId xmlns:a16="http://schemas.microsoft.com/office/drawing/2014/main" id="{5C0FC539-D5CA-37AA-2FF2-15F0C1E11348}"/>
              </a:ext>
            </a:extLst>
          </p:cNvPr>
          <p:cNvSpPr/>
          <p:nvPr userDrawn="1"/>
        </p:nvSpPr>
        <p:spPr>
          <a:xfrm flipH="1">
            <a:off x="7622691" y="0"/>
            <a:ext cx="4569309" cy="3423168"/>
          </a:xfrm>
          <a:prstGeom prst="round1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8828E27-DE4D-1292-BFF3-051BEDB7984D}"/>
              </a:ext>
            </a:extLst>
          </p:cNvPr>
          <p:cNvSpPr txBox="1"/>
          <p:nvPr userDrawn="1"/>
        </p:nvSpPr>
        <p:spPr>
          <a:xfrm>
            <a:off x="9507415" y="6471444"/>
            <a:ext cx="2313879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2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2"/>
              </a:solidFill>
              <a:latin typeface="Century Gothic" panose="020B0502020202020204" pitchFamily="34" charset="0"/>
            </a:endParaRPr>
          </a:p>
        </p:txBody>
      </p:sp>
      <p:sp>
        <p:nvSpPr>
          <p:cNvPr id="6" name="Graphic 3">
            <a:extLst>
              <a:ext uri="{FF2B5EF4-FFF2-40B4-BE49-F238E27FC236}">
                <a16:creationId xmlns:a16="http://schemas.microsoft.com/office/drawing/2014/main" id="{00393B18-1C86-AAF2-B677-FD4781421C84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2" name="Title 4">
            <a:extLst>
              <a:ext uri="{FF2B5EF4-FFF2-40B4-BE49-F238E27FC236}">
                <a16:creationId xmlns:a16="http://schemas.microsoft.com/office/drawing/2014/main" id="{06F214F9-0316-8E42-DC7D-5EDDD12BC8B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0820" y="386557"/>
            <a:ext cx="5725180" cy="665003"/>
          </a:xfrm>
          <a:prstGeom prst="rect">
            <a:avLst/>
          </a:prstGeom>
        </p:spPr>
        <p:txBody>
          <a:bodyPr lIns="0" anchor="ctr"/>
          <a:lstStyle>
            <a:lvl1pPr>
              <a:defRPr sz="2300" b="1">
                <a:solidFill>
                  <a:schemeClr val="tx1"/>
                </a:solidFill>
              </a:defRPr>
            </a:lvl1pPr>
          </a:lstStyle>
          <a:p>
            <a:r>
              <a:rPr lang="en-US">
                <a:effectLst/>
              </a:rPr>
              <a:t>Placeholder for medium header with a max of 10 words long</a:t>
            </a:r>
            <a:endParaRPr lang="en-CO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1A85BF7D-8012-636F-7AE5-E9F764710905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8004364" y="3951065"/>
            <a:ext cx="3816728" cy="2233715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7DDB9198-A201-BAA4-6D85-2876B1B8F3BB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70052" y="1920671"/>
            <a:ext cx="5725180" cy="426411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0134865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80">
          <p15:clr>
            <a:srgbClr val="FBAE40"/>
          </p15:clr>
        </p15:guide>
        <p15:guide id="2" pos="10537">
          <p15:clr>
            <a:srgbClr val="FBAE40"/>
          </p15:clr>
        </p15:guide>
        <p15:guide id="3" pos="4777">
          <p15:clr>
            <a:srgbClr val="FBAE40"/>
          </p15:clr>
        </p15:guide>
        <p15:guide id="4" pos="9857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 3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3E6C8898-42BC-F63B-0FA7-5135BEA52B9B}"/>
              </a:ext>
            </a:extLst>
          </p:cNvPr>
          <p:cNvSpPr/>
          <p:nvPr userDrawn="1"/>
        </p:nvSpPr>
        <p:spPr>
          <a:xfrm rot="10800000" flipH="1">
            <a:off x="8386037" y="1902407"/>
            <a:ext cx="3816728" cy="496142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CF47AD1-D800-8EE5-1A90-B8F964F07CD4}"/>
              </a:ext>
            </a:extLst>
          </p:cNvPr>
          <p:cNvSpPr/>
          <p:nvPr userDrawn="1"/>
        </p:nvSpPr>
        <p:spPr>
          <a:xfrm rot="10800000" flipH="1">
            <a:off x="3317966" y="1902408"/>
            <a:ext cx="5068071" cy="49614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8828E27-DE4D-1292-BFF3-051BEDB7984D}"/>
              </a:ext>
            </a:extLst>
          </p:cNvPr>
          <p:cNvSpPr txBox="1"/>
          <p:nvPr userDrawn="1"/>
        </p:nvSpPr>
        <p:spPr>
          <a:xfrm>
            <a:off x="9648092" y="6471444"/>
            <a:ext cx="2173202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2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2"/>
              </a:solidFill>
              <a:latin typeface="Century Gothic" panose="020B0502020202020204" pitchFamily="34" charset="0"/>
            </a:endParaRPr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DF9A554A-B870-5B35-4539-A7F45F6ADDA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1902408"/>
            <a:ext cx="4569308" cy="4955592"/>
          </a:xfrm>
          <a:prstGeom prst="round1Rect">
            <a:avLst/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00D9EDC2-E262-7E37-F17E-723B7804462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 flipH="1">
            <a:off x="4950980" y="4192297"/>
            <a:ext cx="3053383" cy="173482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1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EA072307-691D-DE2B-6704-255FE44C5D47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 flipH="1">
            <a:off x="8767708" y="4192295"/>
            <a:ext cx="3053383" cy="173482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4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itle 3">
            <a:extLst>
              <a:ext uri="{FF2B5EF4-FFF2-40B4-BE49-F238E27FC236}">
                <a16:creationId xmlns:a16="http://schemas.microsoft.com/office/drawing/2014/main" id="{E9F213A5-859F-61DF-59A4-3A171F0FF41C}"/>
              </a:ext>
            </a:extLst>
          </p:cNvPr>
          <p:cNvSpPr txBox="1">
            <a:spLocks/>
          </p:cNvSpPr>
          <p:nvPr userDrawn="1"/>
        </p:nvSpPr>
        <p:spPr>
          <a:xfrm>
            <a:off x="371475" y="315233"/>
            <a:ext cx="6488113" cy="801688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lvl1pPr algn="l" defTabSz="914355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3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CO"/>
          </a:p>
        </p:txBody>
      </p:sp>
      <p:sp>
        <p:nvSpPr>
          <p:cNvPr id="11" name="Title 10">
            <a:extLst>
              <a:ext uri="{FF2B5EF4-FFF2-40B4-BE49-F238E27FC236}">
                <a16:creationId xmlns:a16="http://schemas.microsoft.com/office/drawing/2014/main" id="{074E6F99-E35C-F981-33CA-59BE53F8EEF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267822"/>
            <a:ext cx="6488113" cy="873012"/>
          </a:xfrm>
        </p:spPr>
        <p:txBody>
          <a:bodyPr tIns="144000" anchor="t" anchorCtr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Placeholder for Medium Header with a Max of 10 Words Long</a:t>
            </a:r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705924197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1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>
            <a:extLst>
              <a:ext uri="{FF2B5EF4-FFF2-40B4-BE49-F238E27FC236}">
                <a16:creationId xmlns:a16="http://schemas.microsoft.com/office/drawing/2014/main" id="{C584463B-113D-BD18-1842-9D468CFC9FCC}"/>
              </a:ext>
            </a:extLst>
          </p:cNvPr>
          <p:cNvSpPr/>
          <p:nvPr userDrawn="1"/>
        </p:nvSpPr>
        <p:spPr>
          <a:xfrm>
            <a:off x="7622691" y="0"/>
            <a:ext cx="4569309" cy="6858001"/>
          </a:xfrm>
          <a:custGeom>
            <a:avLst/>
            <a:gdLst>
              <a:gd name="connsiteX0" fmla="*/ 0 w 4569309"/>
              <a:gd name="connsiteY0" fmla="*/ 0 h 6858001"/>
              <a:gd name="connsiteX1" fmla="*/ 4569309 w 4569309"/>
              <a:gd name="connsiteY1" fmla="*/ 0 h 6858001"/>
              <a:gd name="connsiteX2" fmla="*/ 4569309 w 4569309"/>
              <a:gd name="connsiteY2" fmla="*/ 4566848 h 6858001"/>
              <a:gd name="connsiteX3" fmla="*/ 4123087 w 4569309"/>
              <a:gd name="connsiteY3" fmla="*/ 6739189 h 6858001"/>
              <a:gd name="connsiteX4" fmla="*/ 4061113 w 4569309"/>
              <a:gd name="connsiteY4" fmla="*/ 6858001 h 6858001"/>
              <a:gd name="connsiteX5" fmla="*/ 0 w 4569309"/>
              <a:gd name="connsiteY5" fmla="*/ 6858001 h 6858001"/>
              <a:gd name="connsiteX6" fmla="*/ 0 w 4569309"/>
              <a:gd name="connsiteY6" fmla="*/ 6828974 h 6858001"/>
              <a:gd name="connsiteX7" fmla="*/ 2295469 w 4569309"/>
              <a:gd name="connsiteY7" fmla="*/ 4566848 h 6858001"/>
              <a:gd name="connsiteX8" fmla="*/ 0 w 4569309"/>
              <a:gd name="connsiteY8" fmla="*/ 4566848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69309" h="6858001">
                <a:moveTo>
                  <a:pt x="0" y="0"/>
                </a:moveTo>
                <a:lnTo>
                  <a:pt x="4569309" y="0"/>
                </a:lnTo>
                <a:lnTo>
                  <a:pt x="4569309" y="4566848"/>
                </a:lnTo>
                <a:cubicBezTo>
                  <a:pt x="4569309" y="5404872"/>
                  <a:pt x="4420568" y="6128984"/>
                  <a:pt x="4123087" y="6739189"/>
                </a:cubicBezTo>
                <a:lnTo>
                  <a:pt x="4061113" y="6858001"/>
                </a:lnTo>
                <a:lnTo>
                  <a:pt x="0" y="6858001"/>
                </a:lnTo>
                <a:lnTo>
                  <a:pt x="0" y="6828974"/>
                </a:lnTo>
                <a:cubicBezTo>
                  <a:pt x="1473272" y="6778939"/>
                  <a:pt x="2238117" y="6025063"/>
                  <a:pt x="2295469" y="4566848"/>
                </a:cubicBezTo>
                <a:lnTo>
                  <a:pt x="0" y="4566848"/>
                </a:lnTo>
                <a:close/>
              </a:path>
            </a:pathLst>
          </a:custGeom>
          <a:solidFill>
            <a:schemeClr val="bg1"/>
          </a:solidFill>
          <a:ln w="6337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2173CCF-CD74-0249-D85D-1544F7BD5083}"/>
              </a:ext>
            </a:extLst>
          </p:cNvPr>
          <p:cNvSpPr txBox="1"/>
          <p:nvPr userDrawn="1"/>
        </p:nvSpPr>
        <p:spPr>
          <a:xfrm>
            <a:off x="9437077" y="6471444"/>
            <a:ext cx="2384217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pic>
        <p:nvPicPr>
          <p:cNvPr id="9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371265" y="386557"/>
            <a:ext cx="450029" cy="275000"/>
          </a:xfrm>
          <a:prstGeom prst="rect">
            <a:avLst/>
          </a:prstGeom>
        </p:spPr>
      </p:pic>
      <p:sp>
        <p:nvSpPr>
          <p:cNvPr id="8" name="Graphic 4">
            <a:extLst>
              <a:ext uri="{FF2B5EF4-FFF2-40B4-BE49-F238E27FC236}">
                <a16:creationId xmlns:a16="http://schemas.microsoft.com/office/drawing/2014/main" id="{1B25847B-3302-DDBB-EB77-27A4CBBE7797}"/>
              </a:ext>
            </a:extLst>
          </p:cNvPr>
          <p:cNvSpPr/>
          <p:nvPr/>
        </p:nvSpPr>
        <p:spPr>
          <a:xfrm>
            <a:off x="7622691" y="375444"/>
            <a:ext cx="2106857" cy="4180876"/>
          </a:xfrm>
          <a:custGeom>
            <a:avLst/>
            <a:gdLst>
              <a:gd name="connsiteX0" fmla="*/ 0 w 2106857"/>
              <a:gd name="connsiteY0" fmla="*/ 0 h 4180876"/>
              <a:gd name="connsiteX1" fmla="*/ 2106857 w 2106857"/>
              <a:gd name="connsiteY1" fmla="*/ 0 h 4180876"/>
              <a:gd name="connsiteX2" fmla="*/ 2106857 w 2106857"/>
              <a:gd name="connsiteY2" fmla="*/ 2095265 h 4180876"/>
              <a:gd name="connsiteX3" fmla="*/ 0 w 2106857"/>
              <a:gd name="connsiteY3" fmla="*/ 4180876 h 4180876"/>
              <a:gd name="connsiteX4" fmla="*/ 0 w 2106857"/>
              <a:gd name="connsiteY4" fmla="*/ 3133126 h 4180876"/>
              <a:gd name="connsiteX5" fmla="*/ 1058415 w 2106857"/>
              <a:gd name="connsiteY5" fmla="*/ 2095265 h 4180876"/>
              <a:gd name="connsiteX6" fmla="*/ 0 w 2106857"/>
              <a:gd name="connsiteY6" fmla="*/ 2095265 h 4180876"/>
              <a:gd name="connsiteX7" fmla="*/ 0 w 2106857"/>
              <a:gd name="connsiteY7" fmla="*/ 0 h 4180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06857" h="4180876">
                <a:moveTo>
                  <a:pt x="0" y="0"/>
                </a:moveTo>
                <a:lnTo>
                  <a:pt x="2106857" y="0"/>
                </a:lnTo>
                <a:lnTo>
                  <a:pt x="2106857" y="2095265"/>
                </a:lnTo>
                <a:cubicBezTo>
                  <a:pt x="2106857" y="3325615"/>
                  <a:pt x="1404571" y="4020798"/>
                  <a:pt x="0" y="4180876"/>
                </a:cubicBezTo>
                <a:lnTo>
                  <a:pt x="0" y="3133126"/>
                </a:lnTo>
                <a:cubicBezTo>
                  <a:pt x="679309" y="3110170"/>
                  <a:pt x="1031971" y="2764292"/>
                  <a:pt x="1058415" y="2095265"/>
                </a:cubicBezTo>
                <a:lnTo>
                  <a:pt x="0" y="2095265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 w="2924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6BD9431-CE8D-845E-6E44-1952C7FD7C9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52524" y="1139032"/>
            <a:ext cx="6106716" cy="343455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ts val="3410"/>
              </a:lnSpc>
              <a:buNone/>
              <a:defRPr sz="3000">
                <a:solidFill>
                  <a:schemeClr val="tx1"/>
                </a:solidFill>
              </a:defRPr>
            </a:lvl1pPr>
            <a:lvl2pPr marL="457177" indent="0">
              <a:buNone/>
              <a:defRPr/>
            </a:lvl2pPr>
            <a:lvl3pPr marL="914355" indent="0">
              <a:buNone/>
              <a:defRPr/>
            </a:lvl3pPr>
            <a:lvl4pPr marL="1371532" indent="0">
              <a:buNone/>
              <a:defRPr/>
            </a:lvl4pPr>
            <a:lvl5pPr marL="1828709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C25C59B1-1C18-5D86-CCF4-6F5651C5DEF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897000" y="4955382"/>
            <a:ext cx="4962054" cy="381859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800" b="1">
                <a:solidFill>
                  <a:schemeClr val="tx1"/>
                </a:solidFill>
              </a:defRPr>
            </a:lvl1pPr>
            <a:lvl2pPr marL="457177" indent="0">
              <a:buNone/>
              <a:defRPr sz="1400" b="1"/>
            </a:lvl2pPr>
            <a:lvl3pPr marL="914355" indent="0">
              <a:buNone/>
              <a:defRPr sz="1200"/>
            </a:lvl3pPr>
            <a:lvl4pPr marL="1371532" indent="0">
              <a:buNone/>
              <a:defRPr sz="1000"/>
            </a:lvl4pPr>
            <a:lvl5pPr marL="1828709" indent="0">
              <a:buNone/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25B61FBE-7E4F-AC4F-15AD-BD3259436D9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897000" y="5337240"/>
            <a:ext cx="4962054" cy="381859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400" b="1">
                <a:solidFill>
                  <a:schemeClr val="tx1"/>
                </a:solidFill>
              </a:defRPr>
            </a:lvl1pPr>
            <a:lvl2pPr marL="457177" indent="0">
              <a:buNone/>
              <a:defRPr sz="1400" b="1"/>
            </a:lvl2pPr>
            <a:lvl3pPr marL="914355" indent="0">
              <a:buNone/>
              <a:defRPr sz="1200"/>
            </a:lvl3pPr>
            <a:lvl4pPr marL="1371532" indent="0">
              <a:buNone/>
              <a:defRPr sz="1000"/>
            </a:lvl4pPr>
            <a:lvl5pPr marL="1828709" indent="0">
              <a:buNone/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Picture Placeholder 5">
            <a:extLst>
              <a:ext uri="{FF2B5EF4-FFF2-40B4-BE49-F238E27FC236}">
                <a16:creationId xmlns:a16="http://schemas.microsoft.com/office/drawing/2014/main" id="{6FBEE439-4BED-D44B-1928-BD01F8F0D86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52524" y="4955382"/>
            <a:ext cx="763637" cy="763588"/>
          </a:xfrm>
          <a:prstGeom prst="round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4" name="Graphic 11">
            <a:extLst>
              <a:ext uri="{FF2B5EF4-FFF2-40B4-BE49-F238E27FC236}">
                <a16:creationId xmlns:a16="http://schemas.microsoft.com/office/drawing/2014/main" id="{1343EB93-3BCE-03B2-7173-AEE19088D658}"/>
              </a:ext>
            </a:extLst>
          </p:cNvPr>
          <p:cNvSpPr/>
          <p:nvPr userDrawn="1"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155819153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2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C781193B-939F-DD11-CEC9-F38F5117AA03}"/>
              </a:ext>
            </a:extLst>
          </p:cNvPr>
          <p:cNvSpPr/>
          <p:nvPr userDrawn="1"/>
        </p:nvSpPr>
        <p:spPr>
          <a:xfrm rot="10800000">
            <a:off x="-5383" y="0"/>
            <a:ext cx="4569309" cy="6858000"/>
          </a:xfrm>
          <a:custGeom>
            <a:avLst/>
            <a:gdLst>
              <a:gd name="connsiteX0" fmla="*/ 4061113 w 4569309"/>
              <a:gd name="connsiteY0" fmla="*/ 6858000 h 6858000"/>
              <a:gd name="connsiteX1" fmla="*/ 0 w 4569309"/>
              <a:gd name="connsiteY1" fmla="*/ 6858000 h 6858000"/>
              <a:gd name="connsiteX2" fmla="*/ 0 w 4569309"/>
              <a:gd name="connsiteY2" fmla="*/ 6828974 h 6858000"/>
              <a:gd name="connsiteX3" fmla="*/ 2295469 w 4569309"/>
              <a:gd name="connsiteY3" fmla="*/ 4566848 h 6858000"/>
              <a:gd name="connsiteX4" fmla="*/ 0 w 4569309"/>
              <a:gd name="connsiteY4" fmla="*/ 4566848 h 6858000"/>
              <a:gd name="connsiteX5" fmla="*/ 0 w 4569309"/>
              <a:gd name="connsiteY5" fmla="*/ 0 h 6858000"/>
              <a:gd name="connsiteX6" fmla="*/ 4569309 w 4569309"/>
              <a:gd name="connsiteY6" fmla="*/ 0 h 6858000"/>
              <a:gd name="connsiteX7" fmla="*/ 4569309 w 4569309"/>
              <a:gd name="connsiteY7" fmla="*/ 4566848 h 6858000"/>
              <a:gd name="connsiteX8" fmla="*/ 4123087 w 4569309"/>
              <a:gd name="connsiteY8" fmla="*/ 67391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69309" h="6858000">
                <a:moveTo>
                  <a:pt x="4061113" y="6858000"/>
                </a:moveTo>
                <a:lnTo>
                  <a:pt x="0" y="6858000"/>
                </a:lnTo>
                <a:lnTo>
                  <a:pt x="0" y="6828974"/>
                </a:lnTo>
                <a:cubicBezTo>
                  <a:pt x="1473272" y="6778939"/>
                  <a:pt x="2238117" y="6025063"/>
                  <a:pt x="2295469" y="4566848"/>
                </a:cubicBezTo>
                <a:lnTo>
                  <a:pt x="0" y="4566848"/>
                </a:lnTo>
                <a:lnTo>
                  <a:pt x="0" y="0"/>
                </a:lnTo>
                <a:lnTo>
                  <a:pt x="4569309" y="0"/>
                </a:lnTo>
                <a:lnTo>
                  <a:pt x="4569309" y="4566848"/>
                </a:lnTo>
                <a:cubicBezTo>
                  <a:pt x="4569309" y="5404872"/>
                  <a:pt x="4420568" y="6128984"/>
                  <a:pt x="4123087" y="6739189"/>
                </a:cubicBezTo>
                <a:close/>
              </a:path>
            </a:pathLst>
          </a:custGeom>
          <a:solidFill>
            <a:schemeClr val="bg1"/>
          </a:solidFill>
          <a:ln w="6337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2" name="Graphic 4">
            <a:extLst>
              <a:ext uri="{FF2B5EF4-FFF2-40B4-BE49-F238E27FC236}">
                <a16:creationId xmlns:a16="http://schemas.microsoft.com/office/drawing/2014/main" id="{1B25847B-3302-DDBB-EB77-27A4CBBE7797}"/>
              </a:ext>
            </a:extLst>
          </p:cNvPr>
          <p:cNvSpPr/>
          <p:nvPr/>
        </p:nvSpPr>
        <p:spPr>
          <a:xfrm>
            <a:off x="11058747" y="4955592"/>
            <a:ext cx="762548" cy="1520760"/>
          </a:xfrm>
          <a:custGeom>
            <a:avLst/>
            <a:gdLst>
              <a:gd name="connsiteX0" fmla="*/ 0 w 762548"/>
              <a:gd name="connsiteY0" fmla="*/ 0 h 1520760"/>
              <a:gd name="connsiteX1" fmla="*/ 762548 w 762548"/>
              <a:gd name="connsiteY1" fmla="*/ 0 h 1520760"/>
              <a:gd name="connsiteX2" fmla="*/ 762548 w 762548"/>
              <a:gd name="connsiteY2" fmla="*/ 762136 h 1520760"/>
              <a:gd name="connsiteX3" fmla="*/ 0 w 762548"/>
              <a:gd name="connsiteY3" fmla="*/ 1520760 h 1520760"/>
              <a:gd name="connsiteX4" fmla="*/ 0 w 762548"/>
              <a:gd name="connsiteY4" fmla="*/ 1139649 h 1520760"/>
              <a:gd name="connsiteX5" fmla="*/ 383079 w 762548"/>
              <a:gd name="connsiteY5" fmla="*/ 762136 h 1520760"/>
              <a:gd name="connsiteX6" fmla="*/ 0 w 762548"/>
              <a:gd name="connsiteY6" fmla="*/ 762136 h 1520760"/>
              <a:gd name="connsiteX7" fmla="*/ 0 w 762548"/>
              <a:gd name="connsiteY7" fmla="*/ 0 h 1520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2548" h="1520760">
                <a:moveTo>
                  <a:pt x="0" y="0"/>
                </a:moveTo>
                <a:lnTo>
                  <a:pt x="762548" y="0"/>
                </a:lnTo>
                <a:lnTo>
                  <a:pt x="762548" y="762136"/>
                </a:lnTo>
                <a:cubicBezTo>
                  <a:pt x="762548" y="1209666"/>
                  <a:pt x="508365" y="1462533"/>
                  <a:pt x="0" y="1520760"/>
                </a:cubicBezTo>
                <a:lnTo>
                  <a:pt x="0" y="1139649"/>
                </a:lnTo>
                <a:cubicBezTo>
                  <a:pt x="245867" y="1131299"/>
                  <a:pt x="373508" y="1005489"/>
                  <a:pt x="383079" y="762136"/>
                </a:cubicBezTo>
                <a:lnTo>
                  <a:pt x="0" y="762136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 w="1059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6BD9431-CE8D-845E-6E44-1952C7FD7C9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332654" y="1902408"/>
            <a:ext cx="5725093" cy="26711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700">
                <a:solidFill>
                  <a:schemeClr val="tx1"/>
                </a:solidFill>
              </a:defRPr>
            </a:lvl1pPr>
            <a:lvl2pPr marL="457177" indent="0">
              <a:buNone/>
              <a:defRPr/>
            </a:lvl2pPr>
            <a:lvl3pPr marL="914355" indent="0">
              <a:buNone/>
              <a:defRPr/>
            </a:lvl3pPr>
            <a:lvl4pPr marL="1371532" indent="0">
              <a:buNone/>
              <a:defRPr/>
            </a:lvl4pPr>
            <a:lvl5pPr marL="1828709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C25C59B1-1C18-5D86-CCF4-6F5651C5DEF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5332655" y="4955382"/>
            <a:ext cx="4962054" cy="381859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800" b="1">
                <a:solidFill>
                  <a:schemeClr val="tx1"/>
                </a:solidFill>
              </a:defRPr>
            </a:lvl1pPr>
            <a:lvl2pPr marL="457177" indent="0">
              <a:buNone/>
              <a:defRPr sz="1400" b="1"/>
            </a:lvl2pPr>
            <a:lvl3pPr marL="914355" indent="0">
              <a:buNone/>
              <a:defRPr sz="1200"/>
            </a:lvl3pPr>
            <a:lvl4pPr marL="1371532" indent="0">
              <a:buNone/>
              <a:defRPr sz="1000"/>
            </a:lvl4pPr>
            <a:lvl5pPr marL="1828709" indent="0">
              <a:buNone/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25B61FBE-7E4F-AC4F-15AD-BD3259436D9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332655" y="5337240"/>
            <a:ext cx="4962054" cy="381859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400" b="1">
                <a:solidFill>
                  <a:schemeClr val="tx1"/>
                </a:solidFill>
              </a:defRPr>
            </a:lvl1pPr>
            <a:lvl2pPr marL="457177" indent="0">
              <a:buNone/>
              <a:defRPr sz="1400" b="1"/>
            </a:lvl2pPr>
            <a:lvl3pPr marL="914355" indent="0">
              <a:buNone/>
              <a:defRPr sz="1200"/>
            </a:lvl3pPr>
            <a:lvl4pPr marL="1371532" indent="0">
              <a:buNone/>
              <a:defRPr sz="1000"/>
            </a:lvl4pPr>
            <a:lvl5pPr marL="1828709" indent="0">
              <a:buNone/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192D2CFF-CE8F-7214-F179-670F771B517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279272" y="1902408"/>
            <a:ext cx="2290118" cy="2289969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FFABA60-AD3E-37EA-7B4A-E19238EF859C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220107883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3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ound Diagonal Corner Rectangle 1">
            <a:extLst>
              <a:ext uri="{FF2B5EF4-FFF2-40B4-BE49-F238E27FC236}">
                <a16:creationId xmlns:a16="http://schemas.microsoft.com/office/drawing/2014/main" id="{B1AF9BE3-7933-0233-516C-A2D6B045DF23}"/>
              </a:ext>
            </a:extLst>
          </p:cNvPr>
          <p:cNvSpPr/>
          <p:nvPr userDrawn="1"/>
        </p:nvSpPr>
        <p:spPr>
          <a:xfrm>
            <a:off x="3424290" y="757464"/>
            <a:ext cx="5343420" cy="5343072"/>
          </a:xfrm>
          <a:prstGeom prst="round2DiagRect">
            <a:avLst>
              <a:gd name="adj1" fmla="val 0"/>
              <a:gd name="adj2" fmla="val 1648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18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noFill/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6BD9431-CE8D-845E-6E44-1952C7FD7C9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187636" y="1139112"/>
            <a:ext cx="3816728" cy="4579776"/>
          </a:xfrm>
          <a:prstGeom prst="rect">
            <a:avLst/>
          </a:prstGeom>
          <a:noFill/>
        </p:spPr>
        <p:txBody>
          <a:bodyPr/>
          <a:lstStyle>
            <a:lvl1pPr marL="0" indent="0">
              <a:lnSpc>
                <a:spcPts val="3040"/>
              </a:lnSpc>
              <a:buNone/>
              <a:defRPr sz="2700" b="1">
                <a:solidFill>
                  <a:schemeClr val="tx1"/>
                </a:solidFill>
              </a:defRPr>
            </a:lvl1pPr>
            <a:lvl2pPr marL="457177" indent="0">
              <a:buNone/>
              <a:defRPr/>
            </a:lvl2pPr>
            <a:lvl3pPr marL="914355" indent="0">
              <a:buNone/>
              <a:defRPr/>
            </a:lvl3pPr>
            <a:lvl4pPr marL="1371532" indent="0">
              <a:buNone/>
              <a:defRPr/>
            </a:lvl4pPr>
            <a:lvl5pPr marL="1828709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95830793-6C27-9E9F-7AA4-812D75AEB9D0}"/>
              </a:ext>
            </a:extLst>
          </p:cNvPr>
          <p:cNvSpPr/>
          <p:nvPr userDrawn="1"/>
        </p:nvSpPr>
        <p:spPr>
          <a:xfrm rot="10800000">
            <a:off x="2296902" y="1459"/>
            <a:ext cx="1522170" cy="2275305"/>
          </a:xfrm>
          <a:custGeom>
            <a:avLst/>
            <a:gdLst>
              <a:gd name="connsiteX0" fmla="*/ 1356648 w 1522170"/>
              <a:gd name="connsiteY0" fmla="*/ 2275305 h 2275305"/>
              <a:gd name="connsiteX1" fmla="*/ 0 w 1522170"/>
              <a:gd name="connsiteY1" fmla="*/ 2275305 h 2275305"/>
              <a:gd name="connsiteX2" fmla="*/ 0 w 1522170"/>
              <a:gd name="connsiteY2" fmla="*/ 2274926 h 2275305"/>
              <a:gd name="connsiteX3" fmla="*/ 764688 w 1522170"/>
              <a:gd name="connsiteY3" fmla="*/ 1521347 h 2275305"/>
              <a:gd name="connsiteX4" fmla="*/ 0 w 1522170"/>
              <a:gd name="connsiteY4" fmla="*/ 1521347 h 2275305"/>
              <a:gd name="connsiteX5" fmla="*/ 0 w 1522170"/>
              <a:gd name="connsiteY5" fmla="*/ 0 h 2275305"/>
              <a:gd name="connsiteX6" fmla="*/ 1522170 w 1522170"/>
              <a:gd name="connsiteY6" fmla="*/ 0 h 2275305"/>
              <a:gd name="connsiteX7" fmla="*/ 1522170 w 1522170"/>
              <a:gd name="connsiteY7" fmla="*/ 1521347 h 2275305"/>
              <a:gd name="connsiteX8" fmla="*/ 1373520 w 1522170"/>
              <a:gd name="connsiteY8" fmla="*/ 2245017 h 2275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22170" h="2275305">
                <a:moveTo>
                  <a:pt x="1356648" y="2275305"/>
                </a:moveTo>
                <a:lnTo>
                  <a:pt x="0" y="2275305"/>
                </a:lnTo>
                <a:lnTo>
                  <a:pt x="0" y="2274926"/>
                </a:lnTo>
                <a:cubicBezTo>
                  <a:pt x="490790" y="2258259"/>
                  <a:pt x="745582" y="2007121"/>
                  <a:pt x="764688" y="1521347"/>
                </a:cubicBezTo>
                <a:lnTo>
                  <a:pt x="0" y="1521347"/>
                </a:lnTo>
                <a:lnTo>
                  <a:pt x="0" y="0"/>
                </a:lnTo>
                <a:lnTo>
                  <a:pt x="1522170" y="0"/>
                </a:lnTo>
                <a:lnTo>
                  <a:pt x="1522170" y="1521347"/>
                </a:lnTo>
                <a:cubicBezTo>
                  <a:pt x="1522170" y="1800517"/>
                  <a:pt x="1472620" y="2041740"/>
                  <a:pt x="1373520" y="2245017"/>
                </a:cubicBezTo>
                <a:close/>
              </a:path>
            </a:pathLst>
          </a:custGeom>
          <a:solidFill>
            <a:schemeClr val="bg2"/>
          </a:solidFill>
          <a:ln w="210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93A8BD33-F521-8FAD-7108-A9FD3D2EE4B0}"/>
              </a:ext>
            </a:extLst>
          </p:cNvPr>
          <p:cNvSpPr/>
          <p:nvPr userDrawn="1"/>
        </p:nvSpPr>
        <p:spPr>
          <a:xfrm>
            <a:off x="8372928" y="4582696"/>
            <a:ext cx="1522170" cy="2275305"/>
          </a:xfrm>
          <a:custGeom>
            <a:avLst/>
            <a:gdLst>
              <a:gd name="connsiteX0" fmla="*/ 0 w 1522170"/>
              <a:gd name="connsiteY0" fmla="*/ 0 h 2275305"/>
              <a:gd name="connsiteX1" fmla="*/ 1522170 w 1522170"/>
              <a:gd name="connsiteY1" fmla="*/ 0 h 2275305"/>
              <a:gd name="connsiteX2" fmla="*/ 1522170 w 1522170"/>
              <a:gd name="connsiteY2" fmla="*/ 1521347 h 2275305"/>
              <a:gd name="connsiteX3" fmla="*/ 1373521 w 1522170"/>
              <a:gd name="connsiteY3" fmla="*/ 2245016 h 2275305"/>
              <a:gd name="connsiteX4" fmla="*/ 1356648 w 1522170"/>
              <a:gd name="connsiteY4" fmla="*/ 2275305 h 2275305"/>
              <a:gd name="connsiteX5" fmla="*/ 0 w 1522170"/>
              <a:gd name="connsiteY5" fmla="*/ 2275305 h 2275305"/>
              <a:gd name="connsiteX6" fmla="*/ 0 w 1522170"/>
              <a:gd name="connsiteY6" fmla="*/ 2274925 h 2275305"/>
              <a:gd name="connsiteX7" fmla="*/ 764688 w 1522170"/>
              <a:gd name="connsiteY7" fmla="*/ 1521347 h 2275305"/>
              <a:gd name="connsiteX8" fmla="*/ 0 w 1522170"/>
              <a:gd name="connsiteY8" fmla="*/ 1521347 h 2275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22170" h="2275305">
                <a:moveTo>
                  <a:pt x="0" y="0"/>
                </a:moveTo>
                <a:lnTo>
                  <a:pt x="1522170" y="0"/>
                </a:lnTo>
                <a:lnTo>
                  <a:pt x="1522170" y="1521347"/>
                </a:lnTo>
                <a:cubicBezTo>
                  <a:pt x="1522170" y="1800517"/>
                  <a:pt x="1472620" y="2041739"/>
                  <a:pt x="1373521" y="2245016"/>
                </a:cubicBezTo>
                <a:lnTo>
                  <a:pt x="1356648" y="2275305"/>
                </a:lnTo>
                <a:lnTo>
                  <a:pt x="0" y="2275305"/>
                </a:lnTo>
                <a:lnTo>
                  <a:pt x="0" y="2274925"/>
                </a:lnTo>
                <a:cubicBezTo>
                  <a:pt x="490790" y="2258258"/>
                  <a:pt x="745582" y="2007120"/>
                  <a:pt x="764688" y="1521347"/>
                </a:cubicBezTo>
                <a:lnTo>
                  <a:pt x="0" y="1521347"/>
                </a:lnTo>
                <a:close/>
              </a:path>
            </a:pathLst>
          </a:custGeom>
          <a:solidFill>
            <a:schemeClr val="accent2"/>
          </a:solidFill>
          <a:ln w="210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</p:spTree>
    <p:extLst>
      <p:ext uri="{BB962C8B-B14F-4D97-AF65-F5344CB8AC3E}">
        <p14:creationId xmlns:p14="http://schemas.microsoft.com/office/powerpoint/2010/main" val="3193620805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3 + Photo [Navy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3F141977-668F-67E3-9338-50FB6B43FBF2}"/>
              </a:ext>
            </a:extLst>
          </p:cNvPr>
          <p:cNvSpPr/>
          <p:nvPr userDrawn="1"/>
        </p:nvSpPr>
        <p:spPr>
          <a:xfrm>
            <a:off x="-27795" y="-11662"/>
            <a:ext cx="5742122" cy="690338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192D2CFF-CE8F-7214-F179-670F771B517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 flipH="1">
            <a:off x="5714327" y="3174"/>
            <a:ext cx="6488438" cy="6915046"/>
          </a:xfrm>
          <a:prstGeom prst="round1Rect">
            <a:avLst/>
          </a:prstGeom>
          <a:solidFill>
            <a:schemeClr val="tx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tx2"/>
                </a:solidFill>
              </a:defRPr>
            </a:lvl1pPr>
          </a:lstStyle>
          <a:p>
            <a:endParaRPr lang="en-CO"/>
          </a:p>
        </p:txBody>
      </p:sp>
      <p:sp>
        <p:nvSpPr>
          <p:cNvPr id="8" name="Graphic 4">
            <a:extLst>
              <a:ext uri="{FF2B5EF4-FFF2-40B4-BE49-F238E27FC236}">
                <a16:creationId xmlns:a16="http://schemas.microsoft.com/office/drawing/2014/main" id="{1B25847B-3302-DDBB-EB77-27A4CBBE7797}"/>
              </a:ext>
            </a:extLst>
          </p:cNvPr>
          <p:cNvSpPr/>
          <p:nvPr/>
        </p:nvSpPr>
        <p:spPr>
          <a:xfrm>
            <a:off x="4569308" y="5337241"/>
            <a:ext cx="779456" cy="1554480"/>
          </a:xfrm>
          <a:custGeom>
            <a:avLst/>
            <a:gdLst>
              <a:gd name="connsiteX0" fmla="*/ 0 w 779456"/>
              <a:gd name="connsiteY0" fmla="*/ 0 h 1554480"/>
              <a:gd name="connsiteX1" fmla="*/ 779456 w 779456"/>
              <a:gd name="connsiteY1" fmla="*/ 0 h 1554480"/>
              <a:gd name="connsiteX2" fmla="*/ 779456 w 779456"/>
              <a:gd name="connsiteY2" fmla="*/ 779035 h 1554480"/>
              <a:gd name="connsiteX3" fmla="*/ 0 w 779456"/>
              <a:gd name="connsiteY3" fmla="*/ 1554480 h 1554480"/>
              <a:gd name="connsiteX4" fmla="*/ 0 w 779456"/>
              <a:gd name="connsiteY4" fmla="*/ 1164919 h 1554480"/>
              <a:gd name="connsiteX5" fmla="*/ 391573 w 779456"/>
              <a:gd name="connsiteY5" fmla="*/ 779035 h 1554480"/>
              <a:gd name="connsiteX6" fmla="*/ 0 w 779456"/>
              <a:gd name="connsiteY6" fmla="*/ 779035 h 1554480"/>
              <a:gd name="connsiteX7" fmla="*/ 0 w 779456"/>
              <a:gd name="connsiteY7" fmla="*/ 0 h 155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9456" h="1554480">
                <a:moveTo>
                  <a:pt x="0" y="0"/>
                </a:moveTo>
                <a:lnTo>
                  <a:pt x="779456" y="0"/>
                </a:lnTo>
                <a:lnTo>
                  <a:pt x="779456" y="779035"/>
                </a:lnTo>
                <a:cubicBezTo>
                  <a:pt x="779456" y="1236488"/>
                  <a:pt x="519637" y="1494962"/>
                  <a:pt x="0" y="1554480"/>
                </a:cubicBezTo>
                <a:lnTo>
                  <a:pt x="0" y="1164919"/>
                </a:lnTo>
                <a:cubicBezTo>
                  <a:pt x="251318" y="1156384"/>
                  <a:pt x="381789" y="1027784"/>
                  <a:pt x="391573" y="779035"/>
                </a:cubicBezTo>
                <a:lnTo>
                  <a:pt x="0" y="77903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 w="1071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6BD9431-CE8D-845E-6E44-1952C7FD7C9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63428" y="2632341"/>
            <a:ext cx="4187553" cy="232325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700" b="1">
                <a:solidFill>
                  <a:schemeClr val="tx1"/>
                </a:solidFill>
              </a:defRPr>
            </a:lvl1pPr>
            <a:lvl2pPr marL="457177" indent="0">
              <a:buNone/>
              <a:defRPr/>
            </a:lvl2pPr>
            <a:lvl3pPr marL="914355" indent="0">
              <a:buNone/>
              <a:defRPr/>
            </a:lvl3pPr>
            <a:lvl4pPr marL="1371532" indent="0">
              <a:buNone/>
              <a:defRPr/>
            </a:lvl4pPr>
            <a:lvl5pPr marL="1828709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Graphic 5">
            <a:extLst>
              <a:ext uri="{FF2B5EF4-FFF2-40B4-BE49-F238E27FC236}">
                <a16:creationId xmlns:a16="http://schemas.microsoft.com/office/drawing/2014/main" id="{965BF31E-F443-6327-9D93-061FEBD17EA6}"/>
              </a:ext>
            </a:extLst>
          </p:cNvPr>
          <p:cNvSpPr/>
          <p:nvPr/>
        </p:nvSpPr>
        <p:spPr>
          <a:xfrm rot="10800000">
            <a:off x="370907" y="-5832"/>
            <a:ext cx="1145019" cy="2283528"/>
          </a:xfrm>
          <a:custGeom>
            <a:avLst/>
            <a:gdLst>
              <a:gd name="connsiteX0" fmla="*/ 0 w 1145019"/>
              <a:gd name="connsiteY0" fmla="*/ 0 h 2283528"/>
              <a:gd name="connsiteX1" fmla="*/ 1145019 w 1145019"/>
              <a:gd name="connsiteY1" fmla="*/ 0 h 2283528"/>
              <a:gd name="connsiteX2" fmla="*/ 1145019 w 1145019"/>
              <a:gd name="connsiteY2" fmla="*/ 1144400 h 2283528"/>
              <a:gd name="connsiteX3" fmla="*/ 0 w 1145019"/>
              <a:gd name="connsiteY3" fmla="*/ 2283528 h 2283528"/>
              <a:gd name="connsiteX4" fmla="*/ 0 w 1145019"/>
              <a:gd name="connsiteY4" fmla="*/ 1711264 h 2283528"/>
              <a:gd name="connsiteX5" fmla="*/ 575219 w 1145019"/>
              <a:gd name="connsiteY5" fmla="*/ 1144400 h 2283528"/>
              <a:gd name="connsiteX6" fmla="*/ 0 w 1145019"/>
              <a:gd name="connsiteY6" fmla="*/ 1144400 h 2283528"/>
              <a:gd name="connsiteX7" fmla="*/ 0 w 1145019"/>
              <a:gd name="connsiteY7" fmla="*/ 0 h 2283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45019" h="2283528">
                <a:moveTo>
                  <a:pt x="0" y="0"/>
                </a:moveTo>
                <a:lnTo>
                  <a:pt x="1145019" y="0"/>
                </a:lnTo>
                <a:lnTo>
                  <a:pt x="1145019" y="1144400"/>
                </a:lnTo>
                <a:cubicBezTo>
                  <a:pt x="1145019" y="1816398"/>
                  <a:pt x="763346" y="2196096"/>
                  <a:pt x="0" y="2283528"/>
                </a:cubicBezTo>
                <a:lnTo>
                  <a:pt x="0" y="1711264"/>
                </a:lnTo>
                <a:cubicBezTo>
                  <a:pt x="369186" y="1698726"/>
                  <a:pt x="560848" y="1509813"/>
                  <a:pt x="575219" y="1144400"/>
                </a:cubicBezTo>
                <a:lnTo>
                  <a:pt x="0" y="114440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588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FAF8A0E-FB12-BE6D-9A08-FE6C1F8380AD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91535821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5 [Navy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ound Same Side Corner Rectangle 14">
            <a:extLst>
              <a:ext uri="{FF2B5EF4-FFF2-40B4-BE49-F238E27FC236}">
                <a16:creationId xmlns:a16="http://schemas.microsoft.com/office/drawing/2014/main" id="{D95333F2-1A60-ED2C-E1C6-643D3A0C07B6}"/>
              </a:ext>
            </a:extLst>
          </p:cNvPr>
          <p:cNvSpPr/>
          <p:nvPr userDrawn="1"/>
        </p:nvSpPr>
        <p:spPr>
          <a:xfrm rot="16200000" flipH="1">
            <a:off x="5908855" y="574854"/>
            <a:ext cx="6858002" cy="5708293"/>
          </a:xfrm>
          <a:prstGeom prst="round2SameRect">
            <a:avLst>
              <a:gd name="adj1" fmla="val 15300"/>
              <a:gd name="adj2" fmla="val 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7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SpPr/>
          <p:nvPr/>
        </p:nvSpPr>
        <p:spPr>
          <a:xfrm>
            <a:off x="11371264" y="379630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615C6D44-8F93-8FAD-870E-14C4D22E1BF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77236" y="375444"/>
            <a:ext cx="5722029" cy="389107"/>
          </a:xfrm>
          <a:prstGeom prst="rect">
            <a:avLst/>
          </a:prstGeom>
        </p:spPr>
        <p:txBody>
          <a:bodyPr anchor="ctr"/>
          <a:lstStyle>
            <a:lvl1pPr marL="0" indent="0">
              <a:buFont typeface="Century Gothic" panose="020B0502020202020204" pitchFamily="34" charset="0"/>
              <a:buNone/>
              <a:defRPr sz="23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>
                <a:effectLst/>
              </a:rPr>
              <a:t>Medium header with a max of 6 words</a:t>
            </a:r>
            <a:endParaRPr lang="en-US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C198F54D-7DC4-EAC2-C829-539B0C4A73B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866315" y="2272098"/>
            <a:ext cx="4573104" cy="304587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2400" b="1">
                <a:solidFill>
                  <a:schemeClr val="tx1"/>
                </a:solidFill>
              </a:defRPr>
            </a:lvl1pPr>
            <a:lvl2pPr marL="457177" indent="0">
              <a:buNone/>
              <a:defRPr/>
            </a:lvl2pPr>
            <a:lvl3pPr marL="914355" indent="0">
              <a:buNone/>
              <a:defRPr/>
            </a:lvl3pPr>
            <a:lvl4pPr marL="1371532" indent="0">
              <a:buNone/>
              <a:defRPr/>
            </a:lvl4pPr>
            <a:lvl5pPr marL="1828709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17">
            <a:extLst>
              <a:ext uri="{FF2B5EF4-FFF2-40B4-BE49-F238E27FC236}">
                <a16:creationId xmlns:a16="http://schemas.microsoft.com/office/drawing/2014/main" id="{B040BB48-2C54-F17B-780E-E675D738ADF1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70705" y="1530374"/>
            <a:ext cx="5711760" cy="3720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Font typeface="Century Gothic" panose="020B0502020202020204" pitchFamily="34" charset="0"/>
              <a:buNone/>
              <a:defRPr sz="16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  <a:endParaRPr lang="en-CO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80E26AE0-D6F7-BEE4-ED6F-FAEC2973BE7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70705" y="2009653"/>
            <a:ext cx="5727078" cy="4312015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00000"/>
              </a:lnSpc>
              <a:buClr>
                <a:schemeClr val="bg1"/>
              </a:buClr>
              <a:buFont typeface="Wingdings" pitchFamily="2" charset="2"/>
              <a:buNone/>
              <a:defRPr sz="14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  <a:endParaRPr lang="en-CO"/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C54C64C6-5AAF-FE2A-1661-770C0EB9A4E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70705" y="883466"/>
            <a:ext cx="5728559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 typeface="Century Gothic" panose="020B0502020202020204" pitchFamily="34" charset="0"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Subtitles just one line with a max of 6 words</a:t>
            </a:r>
            <a:endParaRPr lang="en-US"/>
          </a:p>
        </p:txBody>
      </p:sp>
      <p:sp>
        <p:nvSpPr>
          <p:cNvPr id="4" name="Freeform 3">
            <a:extLst>
              <a:ext uri="{FF2B5EF4-FFF2-40B4-BE49-F238E27FC236}">
                <a16:creationId xmlns:a16="http://schemas.microsoft.com/office/drawing/2014/main" id="{C1376994-F456-C236-BCF4-3FCA9D08CC64}"/>
              </a:ext>
            </a:extLst>
          </p:cNvPr>
          <p:cNvSpPr/>
          <p:nvPr userDrawn="1"/>
        </p:nvSpPr>
        <p:spPr>
          <a:xfrm rot="10800000">
            <a:off x="6483707" y="0"/>
            <a:ext cx="1246603" cy="1963458"/>
          </a:xfrm>
          <a:custGeom>
            <a:avLst/>
            <a:gdLst>
              <a:gd name="connsiteX0" fmla="*/ 1050803 w 1246603"/>
              <a:gd name="connsiteY0" fmla="*/ 1963458 h 1963458"/>
              <a:gd name="connsiteX1" fmla="*/ 0 w 1246603"/>
              <a:gd name="connsiteY1" fmla="*/ 1963458 h 1963458"/>
              <a:gd name="connsiteX2" fmla="*/ 0 w 1246603"/>
              <a:gd name="connsiteY2" fmla="*/ 1863078 h 1963458"/>
              <a:gd name="connsiteX3" fmla="*/ 626252 w 1246603"/>
              <a:gd name="connsiteY3" fmla="*/ 1245926 h 1963458"/>
              <a:gd name="connsiteX4" fmla="*/ 0 w 1246603"/>
              <a:gd name="connsiteY4" fmla="*/ 1245926 h 1963458"/>
              <a:gd name="connsiteX5" fmla="*/ 0 w 1246603"/>
              <a:gd name="connsiteY5" fmla="*/ 0 h 1963458"/>
              <a:gd name="connsiteX6" fmla="*/ 1246603 w 1246603"/>
              <a:gd name="connsiteY6" fmla="*/ 0 h 1963458"/>
              <a:gd name="connsiteX7" fmla="*/ 1246603 w 1246603"/>
              <a:gd name="connsiteY7" fmla="*/ 1245926 h 1963458"/>
              <a:gd name="connsiteX8" fmla="*/ 1071300 w 1246603"/>
              <a:gd name="connsiteY8" fmla="*/ 1934739 h 19634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46603" h="1963458">
                <a:moveTo>
                  <a:pt x="1050803" y="1963458"/>
                </a:moveTo>
                <a:lnTo>
                  <a:pt x="0" y="1963458"/>
                </a:lnTo>
                <a:lnTo>
                  <a:pt x="0" y="1863078"/>
                </a:lnTo>
                <a:cubicBezTo>
                  <a:pt x="401939" y="1849428"/>
                  <a:pt x="610605" y="1643755"/>
                  <a:pt x="626252" y="1245926"/>
                </a:cubicBezTo>
                <a:lnTo>
                  <a:pt x="0" y="1245926"/>
                </a:lnTo>
                <a:lnTo>
                  <a:pt x="0" y="0"/>
                </a:lnTo>
                <a:lnTo>
                  <a:pt x="1246603" y="0"/>
                </a:lnTo>
                <a:lnTo>
                  <a:pt x="1246603" y="1245926"/>
                </a:lnTo>
                <a:cubicBezTo>
                  <a:pt x="1246603" y="1520281"/>
                  <a:pt x="1188169" y="1749885"/>
                  <a:pt x="1071300" y="1934739"/>
                </a:cubicBezTo>
                <a:close/>
              </a:path>
            </a:pathLst>
          </a:custGeom>
          <a:solidFill>
            <a:schemeClr val="bg1"/>
          </a:solidFill>
          <a:ln w="1720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6" name="Graphic 26">
            <a:extLst>
              <a:ext uri="{FF2B5EF4-FFF2-40B4-BE49-F238E27FC236}">
                <a16:creationId xmlns:a16="http://schemas.microsoft.com/office/drawing/2014/main" id="{A9143229-18F8-297C-48A3-E906C5EF8A9D}"/>
              </a:ext>
            </a:extLst>
          </p:cNvPr>
          <p:cNvSpPr/>
          <p:nvPr userDrawn="1"/>
        </p:nvSpPr>
        <p:spPr>
          <a:xfrm>
            <a:off x="11053509" y="5317969"/>
            <a:ext cx="767785" cy="1531211"/>
          </a:xfrm>
          <a:custGeom>
            <a:avLst/>
            <a:gdLst>
              <a:gd name="connsiteX0" fmla="*/ 0 w 767785"/>
              <a:gd name="connsiteY0" fmla="*/ 0 h 1531211"/>
              <a:gd name="connsiteX1" fmla="*/ 767785 w 767785"/>
              <a:gd name="connsiteY1" fmla="*/ 0 h 1531211"/>
              <a:gd name="connsiteX2" fmla="*/ 767785 w 767785"/>
              <a:gd name="connsiteY2" fmla="*/ 767373 h 1531211"/>
              <a:gd name="connsiteX3" fmla="*/ 0 w 767785"/>
              <a:gd name="connsiteY3" fmla="*/ 1531211 h 1531211"/>
              <a:gd name="connsiteX4" fmla="*/ 0 w 767785"/>
              <a:gd name="connsiteY4" fmla="*/ 1147481 h 1531211"/>
              <a:gd name="connsiteX5" fmla="*/ 385710 w 767785"/>
              <a:gd name="connsiteY5" fmla="*/ 767373 h 1531211"/>
              <a:gd name="connsiteX6" fmla="*/ 0 w 767785"/>
              <a:gd name="connsiteY6" fmla="*/ 767373 h 1531211"/>
              <a:gd name="connsiteX7" fmla="*/ 0 w 767785"/>
              <a:gd name="connsiteY7" fmla="*/ 0 h 1531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7785" h="1531211">
                <a:moveTo>
                  <a:pt x="0" y="0"/>
                </a:moveTo>
                <a:lnTo>
                  <a:pt x="767785" y="0"/>
                </a:lnTo>
                <a:lnTo>
                  <a:pt x="767785" y="767373"/>
                </a:lnTo>
                <a:cubicBezTo>
                  <a:pt x="767785" y="1217979"/>
                  <a:pt x="511857" y="1472584"/>
                  <a:pt x="0" y="1531211"/>
                </a:cubicBezTo>
                <a:lnTo>
                  <a:pt x="0" y="1147481"/>
                </a:lnTo>
                <a:cubicBezTo>
                  <a:pt x="247555" y="1139074"/>
                  <a:pt x="376073" y="1012399"/>
                  <a:pt x="385710" y="767373"/>
                </a:cubicBezTo>
                <a:lnTo>
                  <a:pt x="0" y="767373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 w="1058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2173CCF-CD74-0249-D85D-1544F7BD5083}"/>
              </a:ext>
            </a:extLst>
          </p:cNvPr>
          <p:cNvSpPr txBox="1"/>
          <p:nvPr userDrawn="1"/>
        </p:nvSpPr>
        <p:spPr>
          <a:xfrm>
            <a:off x="9495692" y="6471444"/>
            <a:ext cx="2325602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4AFDA2F-DB55-A9DF-0B47-586730E61F9E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2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2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95966708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6 [Blue]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ound Same Side Corner Rectangle 8">
            <a:extLst>
              <a:ext uri="{FF2B5EF4-FFF2-40B4-BE49-F238E27FC236}">
                <a16:creationId xmlns:a16="http://schemas.microsoft.com/office/drawing/2014/main" id="{CFEF2C7A-19DA-6BF6-ADAC-5781547563BA}"/>
              </a:ext>
            </a:extLst>
          </p:cNvPr>
          <p:cNvSpPr/>
          <p:nvPr userDrawn="1"/>
        </p:nvSpPr>
        <p:spPr>
          <a:xfrm rot="16200000" flipH="1">
            <a:off x="5908855" y="574854"/>
            <a:ext cx="6858002" cy="5708293"/>
          </a:xfrm>
          <a:prstGeom prst="round2SameRect">
            <a:avLst>
              <a:gd name="adj1" fmla="val 15300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>
              <a:solidFill>
                <a:schemeClr val="bg1"/>
              </a:solidFill>
            </a:endParaRP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8B46AA0-0DF4-D22E-9B93-2A85F87C8DC5}"/>
              </a:ext>
            </a:extLst>
          </p:cNvPr>
          <p:cNvSpPr/>
          <p:nvPr userDrawn="1"/>
        </p:nvSpPr>
        <p:spPr>
          <a:xfrm rot="10800000">
            <a:off x="6483707" y="0"/>
            <a:ext cx="1246603" cy="1963458"/>
          </a:xfrm>
          <a:custGeom>
            <a:avLst/>
            <a:gdLst>
              <a:gd name="connsiteX0" fmla="*/ 1050803 w 1246603"/>
              <a:gd name="connsiteY0" fmla="*/ 1963458 h 1963458"/>
              <a:gd name="connsiteX1" fmla="*/ 0 w 1246603"/>
              <a:gd name="connsiteY1" fmla="*/ 1963458 h 1963458"/>
              <a:gd name="connsiteX2" fmla="*/ 0 w 1246603"/>
              <a:gd name="connsiteY2" fmla="*/ 1863078 h 1963458"/>
              <a:gd name="connsiteX3" fmla="*/ 626252 w 1246603"/>
              <a:gd name="connsiteY3" fmla="*/ 1245926 h 1963458"/>
              <a:gd name="connsiteX4" fmla="*/ 0 w 1246603"/>
              <a:gd name="connsiteY4" fmla="*/ 1245926 h 1963458"/>
              <a:gd name="connsiteX5" fmla="*/ 0 w 1246603"/>
              <a:gd name="connsiteY5" fmla="*/ 0 h 1963458"/>
              <a:gd name="connsiteX6" fmla="*/ 1246603 w 1246603"/>
              <a:gd name="connsiteY6" fmla="*/ 0 h 1963458"/>
              <a:gd name="connsiteX7" fmla="*/ 1246603 w 1246603"/>
              <a:gd name="connsiteY7" fmla="*/ 1245926 h 1963458"/>
              <a:gd name="connsiteX8" fmla="*/ 1071300 w 1246603"/>
              <a:gd name="connsiteY8" fmla="*/ 1934739 h 19634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46603" h="1963458">
                <a:moveTo>
                  <a:pt x="1050803" y="1963458"/>
                </a:moveTo>
                <a:lnTo>
                  <a:pt x="0" y="1963458"/>
                </a:lnTo>
                <a:lnTo>
                  <a:pt x="0" y="1863078"/>
                </a:lnTo>
                <a:cubicBezTo>
                  <a:pt x="401939" y="1849428"/>
                  <a:pt x="610605" y="1643755"/>
                  <a:pt x="626252" y="1245926"/>
                </a:cubicBezTo>
                <a:lnTo>
                  <a:pt x="0" y="1245926"/>
                </a:lnTo>
                <a:lnTo>
                  <a:pt x="0" y="0"/>
                </a:lnTo>
                <a:lnTo>
                  <a:pt x="1246603" y="0"/>
                </a:lnTo>
                <a:lnTo>
                  <a:pt x="1246603" y="1245926"/>
                </a:lnTo>
                <a:cubicBezTo>
                  <a:pt x="1246603" y="1520281"/>
                  <a:pt x="1188169" y="1749885"/>
                  <a:pt x="1071300" y="1934739"/>
                </a:cubicBezTo>
                <a:close/>
              </a:path>
            </a:pathLst>
          </a:custGeom>
          <a:solidFill>
            <a:schemeClr val="bg2"/>
          </a:solidFill>
          <a:ln w="1720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20" name="Graphic 8">
            <a:extLst>
              <a:ext uri="{FF2B5EF4-FFF2-40B4-BE49-F238E27FC236}">
                <a16:creationId xmlns:a16="http://schemas.microsoft.com/office/drawing/2014/main" id="{41BBE945-0488-B6B4-6620-7D7683FBFF9B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C198F54D-7DC4-EAC2-C829-539B0C4A73B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866315" y="2272098"/>
            <a:ext cx="4573104" cy="304587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2400" b="1">
                <a:solidFill>
                  <a:schemeClr val="tx1"/>
                </a:solidFill>
              </a:defRPr>
            </a:lvl1pPr>
            <a:lvl2pPr marL="457177" indent="0">
              <a:buNone/>
              <a:defRPr/>
            </a:lvl2pPr>
            <a:lvl3pPr marL="914355" indent="0">
              <a:buNone/>
              <a:defRPr/>
            </a:lvl3pPr>
            <a:lvl4pPr marL="1371532" indent="0">
              <a:buNone/>
              <a:defRPr/>
            </a:lvl4pPr>
            <a:lvl5pPr marL="1828709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17">
            <a:extLst>
              <a:ext uri="{FF2B5EF4-FFF2-40B4-BE49-F238E27FC236}">
                <a16:creationId xmlns:a16="http://schemas.microsoft.com/office/drawing/2014/main" id="{AA2A298E-F81D-4ACF-276B-F388268331A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70705" y="1530374"/>
            <a:ext cx="5711760" cy="372033"/>
          </a:xfrm>
          <a:prstGeom prst="rect">
            <a:avLst/>
          </a:prstGeom>
        </p:spPr>
        <p:txBody>
          <a:bodyPr anchor="ctr"/>
          <a:lstStyle>
            <a:lvl1pPr marL="0" indent="0">
              <a:buFont typeface="Century Gothic" panose="020B0502020202020204" pitchFamily="34" charset="0"/>
              <a:buNone/>
              <a:defRPr sz="17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  <a:endParaRPr lang="en-CO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128BB1EF-7790-76F3-2189-0C7FADE3403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70705" y="2009654"/>
            <a:ext cx="5727078" cy="426805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00000"/>
              </a:lnSpc>
              <a:buClr>
                <a:schemeClr val="bg1"/>
              </a:buClr>
              <a:buFont typeface="Wingdings" pitchFamily="2" charset="2"/>
              <a:buNone/>
              <a:defRPr sz="14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  <a:endParaRPr lang="en-CO"/>
          </a:p>
        </p:txBody>
      </p:sp>
      <p:sp>
        <p:nvSpPr>
          <p:cNvPr id="17" name="Graphic 26">
            <a:extLst>
              <a:ext uri="{FF2B5EF4-FFF2-40B4-BE49-F238E27FC236}">
                <a16:creationId xmlns:a16="http://schemas.microsoft.com/office/drawing/2014/main" id="{95BAB3DE-11BD-D978-BE34-B7408CFC0CA5}"/>
              </a:ext>
            </a:extLst>
          </p:cNvPr>
          <p:cNvSpPr/>
          <p:nvPr/>
        </p:nvSpPr>
        <p:spPr>
          <a:xfrm>
            <a:off x="11053509" y="5317969"/>
            <a:ext cx="767785" cy="1531211"/>
          </a:xfrm>
          <a:custGeom>
            <a:avLst/>
            <a:gdLst>
              <a:gd name="connsiteX0" fmla="*/ 0 w 767785"/>
              <a:gd name="connsiteY0" fmla="*/ 0 h 1531211"/>
              <a:gd name="connsiteX1" fmla="*/ 767785 w 767785"/>
              <a:gd name="connsiteY1" fmla="*/ 0 h 1531211"/>
              <a:gd name="connsiteX2" fmla="*/ 767785 w 767785"/>
              <a:gd name="connsiteY2" fmla="*/ 767373 h 1531211"/>
              <a:gd name="connsiteX3" fmla="*/ 0 w 767785"/>
              <a:gd name="connsiteY3" fmla="*/ 1531211 h 1531211"/>
              <a:gd name="connsiteX4" fmla="*/ 0 w 767785"/>
              <a:gd name="connsiteY4" fmla="*/ 1147481 h 1531211"/>
              <a:gd name="connsiteX5" fmla="*/ 385710 w 767785"/>
              <a:gd name="connsiteY5" fmla="*/ 767373 h 1531211"/>
              <a:gd name="connsiteX6" fmla="*/ 0 w 767785"/>
              <a:gd name="connsiteY6" fmla="*/ 767373 h 1531211"/>
              <a:gd name="connsiteX7" fmla="*/ 0 w 767785"/>
              <a:gd name="connsiteY7" fmla="*/ 0 h 1531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7785" h="1531211">
                <a:moveTo>
                  <a:pt x="0" y="0"/>
                </a:moveTo>
                <a:lnTo>
                  <a:pt x="767785" y="0"/>
                </a:lnTo>
                <a:lnTo>
                  <a:pt x="767785" y="767373"/>
                </a:lnTo>
                <a:cubicBezTo>
                  <a:pt x="767785" y="1217979"/>
                  <a:pt x="511857" y="1472584"/>
                  <a:pt x="0" y="1531211"/>
                </a:cubicBezTo>
                <a:lnTo>
                  <a:pt x="0" y="1147481"/>
                </a:lnTo>
                <a:cubicBezTo>
                  <a:pt x="247555" y="1139074"/>
                  <a:pt x="376073" y="1012399"/>
                  <a:pt x="385710" y="767373"/>
                </a:cubicBezTo>
                <a:lnTo>
                  <a:pt x="0" y="767373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1058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4DE59A1C-507C-905D-E5F8-E35A3516E1E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77236" y="375444"/>
            <a:ext cx="5722029" cy="389107"/>
          </a:xfrm>
          <a:prstGeom prst="rect">
            <a:avLst/>
          </a:prstGeom>
        </p:spPr>
        <p:txBody>
          <a:bodyPr anchor="ctr"/>
          <a:lstStyle>
            <a:lvl1pPr marL="0" indent="0">
              <a:buFont typeface="Century Gothic" panose="020B0502020202020204" pitchFamily="34" charset="0"/>
              <a:buNone/>
              <a:defRPr sz="23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>
                <a:effectLst/>
              </a:rPr>
              <a:t>Medium header with a max of 6 words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02FC7808-30E4-C735-4DC1-33F3C8491AA9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70705" y="883466"/>
            <a:ext cx="5728559" cy="250853"/>
          </a:xfrm>
          <a:prstGeom prst="rect">
            <a:avLst/>
          </a:prstGeom>
        </p:spPr>
        <p:txBody>
          <a:bodyPr lIns="0" tIns="0"/>
          <a:lstStyle>
            <a:lvl1pPr marL="0" indent="0">
              <a:buFont typeface="Century Gothic" panose="020B0502020202020204" pitchFamily="34" charset="0"/>
              <a:buNone/>
              <a:defRPr sz="1600" baseline="0">
                <a:solidFill>
                  <a:schemeClr val="tx2"/>
                </a:solidFill>
                <a:latin typeface="+mj-lt"/>
              </a:defRPr>
            </a:lvl1pPr>
            <a:lvl2pPr marL="457177" indent="0">
              <a:buNone/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>
                <a:effectLst/>
              </a:rPr>
              <a:t>Subtitles just one line with a max of 6 words</a:t>
            </a:r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C9A8438-9169-DCEC-5807-BEF239CA2BE4}"/>
              </a:ext>
            </a:extLst>
          </p:cNvPr>
          <p:cNvSpPr txBox="1"/>
          <p:nvPr userDrawn="1"/>
        </p:nvSpPr>
        <p:spPr>
          <a:xfrm>
            <a:off x="9495692" y="6471444"/>
            <a:ext cx="2325602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F4AE768-C6F4-CAF6-9476-BD23F1802ABA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2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2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83718155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6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5" Type="http://schemas.openxmlformats.org/officeDocument/2006/relationships/slideLayout" Target="../slideLayouts/slideLayout5.xml"/><Relationship Id="rId61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64" Type="http://schemas.openxmlformats.org/officeDocument/2006/relationships/slideLayout" Target="../slideLayouts/slideLayout64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7.xml"/><Relationship Id="rId18" Type="http://schemas.openxmlformats.org/officeDocument/2006/relationships/slideLayout" Target="../slideLayouts/slideLayout82.xml"/><Relationship Id="rId26" Type="http://schemas.openxmlformats.org/officeDocument/2006/relationships/slideLayout" Target="../slideLayouts/slideLayout90.xml"/><Relationship Id="rId39" Type="http://schemas.openxmlformats.org/officeDocument/2006/relationships/slideLayout" Target="../slideLayouts/slideLayout103.xml"/><Relationship Id="rId21" Type="http://schemas.openxmlformats.org/officeDocument/2006/relationships/slideLayout" Target="../slideLayouts/slideLayout85.xml"/><Relationship Id="rId34" Type="http://schemas.openxmlformats.org/officeDocument/2006/relationships/slideLayout" Target="../slideLayouts/slideLayout98.xml"/><Relationship Id="rId42" Type="http://schemas.openxmlformats.org/officeDocument/2006/relationships/slideLayout" Target="../slideLayouts/slideLayout106.xml"/><Relationship Id="rId47" Type="http://schemas.openxmlformats.org/officeDocument/2006/relationships/slideLayout" Target="../slideLayouts/slideLayout111.xml"/><Relationship Id="rId7" Type="http://schemas.openxmlformats.org/officeDocument/2006/relationships/slideLayout" Target="../slideLayouts/slideLayout71.xml"/><Relationship Id="rId2" Type="http://schemas.openxmlformats.org/officeDocument/2006/relationships/slideLayout" Target="../slideLayouts/slideLayout66.xml"/><Relationship Id="rId16" Type="http://schemas.openxmlformats.org/officeDocument/2006/relationships/slideLayout" Target="../slideLayouts/slideLayout80.xml"/><Relationship Id="rId29" Type="http://schemas.openxmlformats.org/officeDocument/2006/relationships/slideLayout" Target="../slideLayouts/slideLayout93.xml"/><Relationship Id="rId1" Type="http://schemas.openxmlformats.org/officeDocument/2006/relationships/slideLayout" Target="../slideLayouts/slideLayout65.xml"/><Relationship Id="rId6" Type="http://schemas.openxmlformats.org/officeDocument/2006/relationships/slideLayout" Target="../slideLayouts/slideLayout70.xml"/><Relationship Id="rId11" Type="http://schemas.openxmlformats.org/officeDocument/2006/relationships/slideLayout" Target="../slideLayouts/slideLayout75.xml"/><Relationship Id="rId24" Type="http://schemas.openxmlformats.org/officeDocument/2006/relationships/slideLayout" Target="../slideLayouts/slideLayout88.xml"/><Relationship Id="rId32" Type="http://schemas.openxmlformats.org/officeDocument/2006/relationships/slideLayout" Target="../slideLayouts/slideLayout96.xml"/><Relationship Id="rId37" Type="http://schemas.openxmlformats.org/officeDocument/2006/relationships/slideLayout" Target="../slideLayouts/slideLayout101.xml"/><Relationship Id="rId40" Type="http://schemas.openxmlformats.org/officeDocument/2006/relationships/slideLayout" Target="../slideLayouts/slideLayout104.xml"/><Relationship Id="rId45" Type="http://schemas.openxmlformats.org/officeDocument/2006/relationships/slideLayout" Target="../slideLayouts/slideLayout109.xml"/><Relationship Id="rId5" Type="http://schemas.openxmlformats.org/officeDocument/2006/relationships/slideLayout" Target="../slideLayouts/slideLayout69.xml"/><Relationship Id="rId15" Type="http://schemas.openxmlformats.org/officeDocument/2006/relationships/slideLayout" Target="../slideLayouts/slideLayout79.xml"/><Relationship Id="rId23" Type="http://schemas.openxmlformats.org/officeDocument/2006/relationships/slideLayout" Target="../slideLayouts/slideLayout87.xml"/><Relationship Id="rId28" Type="http://schemas.openxmlformats.org/officeDocument/2006/relationships/slideLayout" Target="../slideLayouts/slideLayout92.xml"/><Relationship Id="rId36" Type="http://schemas.openxmlformats.org/officeDocument/2006/relationships/slideLayout" Target="../slideLayouts/slideLayout100.xml"/><Relationship Id="rId10" Type="http://schemas.openxmlformats.org/officeDocument/2006/relationships/slideLayout" Target="../slideLayouts/slideLayout74.xml"/><Relationship Id="rId19" Type="http://schemas.openxmlformats.org/officeDocument/2006/relationships/slideLayout" Target="../slideLayouts/slideLayout83.xml"/><Relationship Id="rId31" Type="http://schemas.openxmlformats.org/officeDocument/2006/relationships/slideLayout" Target="../slideLayouts/slideLayout95.xml"/><Relationship Id="rId44" Type="http://schemas.openxmlformats.org/officeDocument/2006/relationships/slideLayout" Target="../slideLayouts/slideLayout108.xml"/><Relationship Id="rId4" Type="http://schemas.openxmlformats.org/officeDocument/2006/relationships/slideLayout" Target="../slideLayouts/slideLayout68.xml"/><Relationship Id="rId9" Type="http://schemas.openxmlformats.org/officeDocument/2006/relationships/slideLayout" Target="../slideLayouts/slideLayout73.xml"/><Relationship Id="rId14" Type="http://schemas.openxmlformats.org/officeDocument/2006/relationships/slideLayout" Target="../slideLayouts/slideLayout78.xml"/><Relationship Id="rId22" Type="http://schemas.openxmlformats.org/officeDocument/2006/relationships/slideLayout" Target="../slideLayouts/slideLayout86.xml"/><Relationship Id="rId27" Type="http://schemas.openxmlformats.org/officeDocument/2006/relationships/slideLayout" Target="../slideLayouts/slideLayout91.xml"/><Relationship Id="rId30" Type="http://schemas.openxmlformats.org/officeDocument/2006/relationships/slideLayout" Target="../slideLayouts/slideLayout94.xml"/><Relationship Id="rId35" Type="http://schemas.openxmlformats.org/officeDocument/2006/relationships/slideLayout" Target="../slideLayouts/slideLayout99.xml"/><Relationship Id="rId43" Type="http://schemas.openxmlformats.org/officeDocument/2006/relationships/slideLayout" Target="../slideLayouts/slideLayout107.xml"/><Relationship Id="rId48" Type="http://schemas.openxmlformats.org/officeDocument/2006/relationships/theme" Target="../theme/theme2.xml"/><Relationship Id="rId8" Type="http://schemas.openxmlformats.org/officeDocument/2006/relationships/slideLayout" Target="../slideLayouts/slideLayout72.xml"/><Relationship Id="rId3" Type="http://schemas.openxmlformats.org/officeDocument/2006/relationships/slideLayout" Target="../slideLayouts/slideLayout67.xml"/><Relationship Id="rId12" Type="http://schemas.openxmlformats.org/officeDocument/2006/relationships/slideLayout" Target="../slideLayouts/slideLayout76.xml"/><Relationship Id="rId17" Type="http://schemas.openxmlformats.org/officeDocument/2006/relationships/slideLayout" Target="../slideLayouts/slideLayout81.xml"/><Relationship Id="rId25" Type="http://schemas.openxmlformats.org/officeDocument/2006/relationships/slideLayout" Target="../slideLayouts/slideLayout89.xml"/><Relationship Id="rId33" Type="http://schemas.openxmlformats.org/officeDocument/2006/relationships/slideLayout" Target="../slideLayouts/slideLayout97.xml"/><Relationship Id="rId38" Type="http://schemas.openxmlformats.org/officeDocument/2006/relationships/slideLayout" Target="../slideLayouts/slideLayout102.xml"/><Relationship Id="rId46" Type="http://schemas.openxmlformats.org/officeDocument/2006/relationships/slideLayout" Target="../slideLayouts/slideLayout110.xml"/><Relationship Id="rId20" Type="http://schemas.openxmlformats.org/officeDocument/2006/relationships/slideLayout" Target="../slideLayouts/slideLayout84.xml"/><Relationship Id="rId41" Type="http://schemas.openxmlformats.org/officeDocument/2006/relationships/slideLayout" Target="../slideLayouts/slideLayout10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DCB162C3-26E4-A62B-7769-5596EB53158E}"/>
              </a:ext>
            </a:extLst>
          </p:cNvPr>
          <p:cNvSpPr txBox="1"/>
          <p:nvPr userDrawn="1"/>
        </p:nvSpPr>
        <p:spPr>
          <a:xfrm>
            <a:off x="9570720" y="6471444"/>
            <a:ext cx="2250574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 dirty="0">
                <a:solidFill>
                  <a:schemeClr val="tx2"/>
                </a:solidFill>
                <a:effectLst/>
                <a:latin typeface="+mn-lt"/>
              </a:rPr>
              <a:t>2026 Zscaler, Inc. All rights reserved</a:t>
            </a:r>
            <a:endParaRPr lang="en-CO" sz="850">
              <a:solidFill>
                <a:schemeClr val="tx2"/>
              </a:solidFill>
              <a:latin typeface="+mn-lt"/>
            </a:endParaRPr>
          </a:p>
        </p:txBody>
      </p:sp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C83D7480-FE22-180E-FB9B-53DA130A15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1475" y="386557"/>
            <a:ext cx="9298820" cy="353899"/>
          </a:xfrm>
          <a:prstGeom prst="rect">
            <a:avLst/>
          </a:prstGeom>
        </p:spPr>
        <p:txBody>
          <a:bodyPr vert="horz" lIns="0" tIns="45720" rIns="0" bIns="45720" rtlCol="0" anchor="t">
            <a:noAutofit/>
          </a:bodyPr>
          <a:lstStyle/>
          <a:p>
            <a:r>
              <a:rPr lang="en-US"/>
              <a:t>Placeholder for medium header with a max of 10 words long</a:t>
            </a:r>
            <a:endParaRPr lang="en-CO"/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2BAC49C7-29D4-3C90-CA95-7CF7703A7D0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70705" y="2294514"/>
            <a:ext cx="11363072" cy="3897631"/>
          </a:xfrm>
          <a:prstGeom prst="rect">
            <a:avLst/>
          </a:prstGeom>
        </p:spPr>
        <p:txBody>
          <a:bodyPr vert="horz" lIns="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7" name="Graphic 8">
            <a:extLst>
              <a:ext uri="{FF2B5EF4-FFF2-40B4-BE49-F238E27FC236}">
                <a16:creationId xmlns:a16="http://schemas.microsoft.com/office/drawing/2014/main" id="{1BA871A8-7724-4851-106B-959CB11A4397}"/>
              </a:ext>
            </a:extLst>
          </p:cNvPr>
          <p:cNvSpPr/>
          <p:nvPr userDrawn="1"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bg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E531C0D-62B6-77C3-116D-B4AD40202EBF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>
                <a:solidFill>
                  <a:schemeClr val="tx2"/>
                </a:solidFill>
                <a:effectLst/>
                <a:latin typeface="+mn-lt"/>
              </a:rPr>
              <a:t>Act 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Fast. </a:t>
            </a:r>
            <a:r>
              <a:rPr lang="en-US" sz="1000" b="0">
                <a:solidFill>
                  <a:schemeClr val="tx2"/>
                </a:solidFill>
                <a:effectLst/>
                <a:latin typeface="+mn-lt"/>
              </a:rPr>
              <a:t>Stay</a:t>
            </a:r>
            <a:r>
              <a:rPr lang="en-US" sz="1000" b="1">
                <a:solidFill>
                  <a:schemeClr val="tx2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2240541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7" r:id="rId1"/>
    <p:sldLayoutId id="2147483661" r:id="rId2"/>
    <p:sldLayoutId id="2147483662" r:id="rId3"/>
    <p:sldLayoutId id="2147483663" r:id="rId4"/>
    <p:sldLayoutId id="2147483664" r:id="rId5"/>
    <p:sldLayoutId id="2147483667" r:id="rId6"/>
    <p:sldLayoutId id="2147483665" r:id="rId7"/>
    <p:sldLayoutId id="2147483666" r:id="rId8"/>
    <p:sldLayoutId id="2147483837" r:id="rId9"/>
    <p:sldLayoutId id="2147483824" r:id="rId10"/>
    <p:sldLayoutId id="2147483836" r:id="rId11"/>
    <p:sldLayoutId id="2147483852" r:id="rId12"/>
    <p:sldLayoutId id="2147483669" r:id="rId13"/>
    <p:sldLayoutId id="2147483823" r:id="rId14"/>
    <p:sldLayoutId id="2147483833" r:id="rId15"/>
    <p:sldLayoutId id="2147483672" r:id="rId16"/>
    <p:sldLayoutId id="2147483671" r:id="rId17"/>
    <p:sldLayoutId id="2147483841" r:id="rId18"/>
    <p:sldLayoutId id="2147483839" r:id="rId19"/>
    <p:sldLayoutId id="2147483840" r:id="rId20"/>
    <p:sldLayoutId id="2147483838" r:id="rId21"/>
    <p:sldLayoutId id="2147483676" r:id="rId22"/>
    <p:sldLayoutId id="2147483678" r:id="rId23"/>
    <p:sldLayoutId id="2147483853" r:id="rId24"/>
    <p:sldLayoutId id="2147483854" r:id="rId25"/>
    <p:sldLayoutId id="2147483855" r:id="rId26"/>
    <p:sldLayoutId id="2147483856" r:id="rId27"/>
    <p:sldLayoutId id="2147483857" r:id="rId28"/>
    <p:sldLayoutId id="2147483682" r:id="rId29"/>
    <p:sldLayoutId id="2147483684" r:id="rId30"/>
    <p:sldLayoutId id="2147483686" r:id="rId31"/>
    <p:sldLayoutId id="2147483688" r:id="rId32"/>
    <p:sldLayoutId id="2147483690" r:id="rId33"/>
    <p:sldLayoutId id="2147483692" r:id="rId34"/>
    <p:sldLayoutId id="2147483694" r:id="rId35"/>
    <p:sldLayoutId id="2147483743" r:id="rId36"/>
    <p:sldLayoutId id="2147483745" r:id="rId37"/>
    <p:sldLayoutId id="2147483747" r:id="rId38"/>
    <p:sldLayoutId id="2147483714" r:id="rId39"/>
    <p:sldLayoutId id="2147483720" r:id="rId40"/>
    <p:sldLayoutId id="2147483842" r:id="rId41"/>
    <p:sldLayoutId id="2147483724" r:id="rId42"/>
    <p:sldLayoutId id="2147483866" r:id="rId43"/>
    <p:sldLayoutId id="2147483722" r:id="rId44"/>
    <p:sldLayoutId id="2147483732" r:id="rId45"/>
    <p:sldLayoutId id="2147483741" r:id="rId46"/>
    <p:sldLayoutId id="2147483733" r:id="rId47"/>
    <p:sldLayoutId id="2147483760" r:id="rId48"/>
    <p:sldLayoutId id="2147483768" r:id="rId49"/>
    <p:sldLayoutId id="2147483770" r:id="rId50"/>
    <p:sldLayoutId id="2147483779" r:id="rId51"/>
    <p:sldLayoutId id="2147483789" r:id="rId52"/>
    <p:sldLayoutId id="2147483792" r:id="rId53"/>
    <p:sldLayoutId id="2147483793" r:id="rId54"/>
    <p:sldLayoutId id="2147483761" r:id="rId55"/>
    <p:sldLayoutId id="2147483782" r:id="rId56"/>
    <p:sldLayoutId id="2147483764" r:id="rId57"/>
    <p:sldLayoutId id="2147483797" r:id="rId58"/>
    <p:sldLayoutId id="2147483801" r:id="rId59"/>
    <p:sldLayoutId id="2147483810" r:id="rId60"/>
    <p:sldLayoutId id="2147483814" r:id="rId61"/>
    <p:sldLayoutId id="2147483816" r:id="rId62"/>
    <p:sldLayoutId id="2147483828" r:id="rId63"/>
    <p:sldLayoutId id="2147483829" r:id="rId64"/>
  </p:sldLayoutIdLst>
  <p:txStyles>
    <p:titleStyle>
      <a:lvl1pPr algn="l" defTabSz="914355" rtl="0" eaLnBrk="1" latinLnBrk="0" hangingPunct="1">
        <a:lnSpc>
          <a:spcPct val="90000"/>
        </a:lnSpc>
        <a:spcBef>
          <a:spcPct val="0"/>
        </a:spcBef>
        <a:buNone/>
        <a:defRPr sz="23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5425" indent="-220663" algn="l" defTabSz="914355" rtl="0" eaLnBrk="1" latinLnBrk="0" hangingPunct="1">
        <a:lnSpc>
          <a:spcPct val="100000"/>
        </a:lnSpc>
        <a:spcBef>
          <a:spcPts val="1000"/>
        </a:spcBef>
        <a:buClr>
          <a:schemeClr val="bg1"/>
        </a:buClr>
        <a:buFont typeface="Wingdings" pitchFamily="2" charset="2"/>
        <a:buChar char="§"/>
        <a:tabLst/>
        <a:defRPr lang="en-US" sz="1400" kern="1200" dirty="0" smtClean="0">
          <a:solidFill>
            <a:schemeClr val="tx2"/>
          </a:solidFill>
          <a:latin typeface="+mn-lt"/>
          <a:ea typeface="+mn-ea"/>
          <a:cs typeface="+mn-cs"/>
        </a:defRPr>
      </a:lvl1pPr>
      <a:lvl2pPr marL="671513" indent="-238125" algn="l" defTabSz="914355" rtl="0" eaLnBrk="1" latinLnBrk="0" hangingPunct="1">
        <a:lnSpc>
          <a:spcPct val="100000"/>
        </a:lnSpc>
        <a:spcBef>
          <a:spcPts val="1000"/>
        </a:spcBef>
        <a:buClr>
          <a:schemeClr val="bg1"/>
        </a:buClr>
        <a:buFont typeface="Wingdings" pitchFamily="2" charset="2"/>
        <a:buChar char="§"/>
        <a:tabLst/>
        <a:defRPr lang="en-US" sz="1400" kern="1200" dirty="0" smtClean="0">
          <a:solidFill>
            <a:schemeClr val="tx2"/>
          </a:solidFill>
          <a:latin typeface="+mn-lt"/>
          <a:ea typeface="+mn-ea"/>
          <a:cs typeface="+mn-cs"/>
        </a:defRPr>
      </a:lvl2pPr>
      <a:lvl3pPr marL="1158875" indent="-225425" algn="l" defTabSz="914355" rtl="0" eaLnBrk="1" latinLnBrk="0" hangingPunct="1">
        <a:lnSpc>
          <a:spcPct val="100000"/>
        </a:lnSpc>
        <a:spcBef>
          <a:spcPts val="1000"/>
        </a:spcBef>
        <a:buClr>
          <a:schemeClr val="bg1"/>
        </a:buClr>
        <a:buFont typeface="Wingdings" pitchFamily="2" charset="2"/>
        <a:buChar char="§"/>
        <a:tabLst/>
        <a:defRPr lang="en-US" sz="1400" kern="1200" dirty="0" smtClean="0">
          <a:solidFill>
            <a:schemeClr val="tx2"/>
          </a:solidFill>
          <a:latin typeface="+mn-lt"/>
          <a:ea typeface="+mn-ea"/>
          <a:cs typeface="+mn-cs"/>
        </a:defRPr>
      </a:lvl3pPr>
      <a:lvl4pPr marL="1604963" indent="-219075" algn="l" defTabSz="914355" rtl="0" eaLnBrk="1" latinLnBrk="0" hangingPunct="1">
        <a:lnSpc>
          <a:spcPct val="100000"/>
        </a:lnSpc>
        <a:spcBef>
          <a:spcPts val="1000"/>
        </a:spcBef>
        <a:buClr>
          <a:schemeClr val="bg1"/>
        </a:buClr>
        <a:buFont typeface="Wingdings" pitchFamily="2" charset="2"/>
        <a:buChar char="§"/>
        <a:tabLst/>
        <a:defRPr lang="en-US" sz="1400" kern="1200" dirty="0" smtClean="0">
          <a:solidFill>
            <a:schemeClr val="tx2"/>
          </a:solidFill>
          <a:latin typeface="+mn-lt"/>
          <a:ea typeface="+mn-ea"/>
          <a:cs typeface="+mn-cs"/>
        </a:defRPr>
      </a:lvl4pPr>
      <a:lvl5pPr marL="2044700" indent="-225425" algn="l" defTabSz="914355" rtl="0" eaLnBrk="1" latinLnBrk="0" hangingPunct="1">
        <a:lnSpc>
          <a:spcPct val="100000"/>
        </a:lnSpc>
        <a:spcBef>
          <a:spcPts val="1000"/>
        </a:spcBef>
        <a:buClr>
          <a:schemeClr val="bg1"/>
        </a:buClr>
        <a:buFont typeface="Wingdings" pitchFamily="2" charset="2"/>
        <a:buChar char="§"/>
        <a:tabLst/>
        <a:defRPr lang="en-CO" sz="1400" kern="1200" dirty="0">
          <a:solidFill>
            <a:schemeClr val="tx2"/>
          </a:solidFill>
          <a:latin typeface="+mn-lt"/>
          <a:ea typeface="+mn-ea"/>
          <a:cs typeface="+mn-cs"/>
        </a:defRPr>
      </a:lvl5pPr>
      <a:lvl6pPr marL="2514475" indent="-228589" algn="l" defTabSz="914355" rtl="0" eaLnBrk="1" latinLnBrk="0" hangingPunct="1">
        <a:lnSpc>
          <a:spcPct val="90000"/>
        </a:lnSpc>
        <a:spcBef>
          <a:spcPts val="500"/>
        </a:spcBef>
        <a:buFont typeface="Century Gothic" panose="020B0502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5" rtl="0" eaLnBrk="1" latinLnBrk="0" hangingPunct="1">
        <a:lnSpc>
          <a:spcPct val="90000"/>
        </a:lnSpc>
        <a:spcBef>
          <a:spcPts val="500"/>
        </a:spcBef>
        <a:buFont typeface="Century Gothic" panose="020B0502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5" rtl="0" eaLnBrk="1" latinLnBrk="0" hangingPunct="1">
        <a:lnSpc>
          <a:spcPct val="90000"/>
        </a:lnSpc>
        <a:spcBef>
          <a:spcPts val="500"/>
        </a:spcBef>
        <a:buFont typeface="Century Gothic" panose="020B0502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5" rtl="0" eaLnBrk="1" latinLnBrk="0" hangingPunct="1">
        <a:lnSpc>
          <a:spcPct val="90000"/>
        </a:lnSpc>
        <a:spcBef>
          <a:spcPts val="500"/>
        </a:spcBef>
        <a:buFont typeface="Century Gothic" panose="020B0502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7" algn="l" defTabSz="91435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5" algn="l" defTabSz="91435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3" algn="l" defTabSz="91435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7" algn="l" defTabSz="91435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473">
          <p15:clr>
            <a:srgbClr val="F26B43"/>
          </p15:clr>
        </p15:guide>
        <p15:guide id="2" pos="234" userDrawn="1">
          <p15:clr>
            <a:srgbClr val="F26B43"/>
          </p15:clr>
        </p15:guide>
        <p15:guide id="3" pos="14892">
          <p15:clr>
            <a:srgbClr val="F26B43"/>
          </p15:clr>
        </p15:guide>
        <p15:guide id="4" orient="horz" pos="8167">
          <p15:clr>
            <a:srgbClr val="F26B43"/>
          </p15:clr>
        </p15:guide>
        <p15:guide id="5" orient="horz" pos="731" userDrawn="1">
          <p15:clr>
            <a:srgbClr val="F26B43"/>
          </p15:clr>
        </p15:guide>
        <p15:guide id="6" orient="horz" pos="1434" userDrawn="1">
          <p15:clr>
            <a:srgbClr val="F26B43"/>
          </p15:clr>
        </p15:guide>
        <p15:guide id="7" pos="7401" userDrawn="1">
          <p15:clr>
            <a:srgbClr val="F26B43"/>
          </p15:clr>
        </p15:guide>
        <p15:guide id="8" orient="horz" pos="1207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C0242F22-575A-2DB9-0574-8B21F34D4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0706" y="386557"/>
            <a:ext cx="9298820" cy="353899"/>
          </a:xfrm>
          <a:prstGeom prst="rect">
            <a:avLst/>
          </a:prstGeom>
        </p:spPr>
        <p:txBody>
          <a:bodyPr vert="horz" lIns="0" tIns="45720" rIns="0" bIns="45720" rtlCol="0" anchor="t">
            <a:noAutofit/>
          </a:bodyPr>
          <a:lstStyle/>
          <a:p>
            <a:r>
              <a:rPr lang="en-US"/>
              <a:t>Placeholder for medium header with a max of 10 words long</a:t>
            </a:r>
            <a:endParaRPr lang="en-CO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76B6C28-0F5A-5F97-530B-37EB6F7DED6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70705" y="2294513"/>
            <a:ext cx="10983095" cy="3882449"/>
          </a:xfrm>
          <a:prstGeom prst="rect">
            <a:avLst/>
          </a:prstGeom>
        </p:spPr>
        <p:txBody>
          <a:bodyPr vert="horz" lIns="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O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407A3E8-43E7-9265-6520-89A6A8E1E62C}"/>
              </a:ext>
            </a:extLst>
          </p:cNvPr>
          <p:cNvSpPr txBox="1"/>
          <p:nvPr userDrawn="1"/>
        </p:nvSpPr>
        <p:spPr>
          <a:xfrm>
            <a:off x="9570720" y="6471444"/>
            <a:ext cx="2250574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50">
                <a:solidFill>
                  <a:schemeClr val="tx1"/>
                </a:solidFill>
                <a:effectLst/>
                <a:latin typeface="Century Gothic" panose="020B0502020202020204" pitchFamily="34" charset="0"/>
              </a:rPr>
              <a:t>2026 Zscaler, Inc. All rights reserved</a:t>
            </a:r>
            <a:endParaRPr lang="en-CO" sz="85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" name="Graphic 11">
            <a:extLst>
              <a:ext uri="{FF2B5EF4-FFF2-40B4-BE49-F238E27FC236}">
                <a16:creationId xmlns:a16="http://schemas.microsoft.com/office/drawing/2014/main" id="{83C26A13-9BF7-BBC6-4596-366E2DEFFFED}"/>
              </a:ext>
            </a:extLst>
          </p:cNvPr>
          <p:cNvSpPr/>
          <p:nvPr/>
        </p:nvSpPr>
        <p:spPr>
          <a:xfrm>
            <a:off x="11371264" y="386557"/>
            <a:ext cx="450028" cy="275000"/>
          </a:xfrm>
          <a:custGeom>
            <a:avLst/>
            <a:gdLst>
              <a:gd name="connsiteX0" fmla="*/ 449135 w 450028"/>
              <a:gd name="connsiteY0" fmla="*/ 139945 h 275000"/>
              <a:gd name="connsiteX1" fmla="*/ 378405 w 450028"/>
              <a:gd name="connsiteY1" fmla="*/ 211555 h 275000"/>
              <a:gd name="connsiteX2" fmla="*/ 188939 w 450028"/>
              <a:gd name="connsiteY2" fmla="*/ 259524 h 275000"/>
              <a:gd name="connsiteX3" fmla="*/ 124538 w 450028"/>
              <a:gd name="connsiteY3" fmla="*/ 240992 h 275000"/>
              <a:gd name="connsiteX4" fmla="*/ 340324 w 450028"/>
              <a:gd name="connsiteY4" fmla="*/ 174754 h 275000"/>
              <a:gd name="connsiteX5" fmla="*/ 395924 w 450028"/>
              <a:gd name="connsiteY5" fmla="*/ 135579 h 275000"/>
              <a:gd name="connsiteX6" fmla="*/ 222201 w 450028"/>
              <a:gd name="connsiteY6" fmla="*/ 134130 h 275000"/>
              <a:gd name="connsiteX7" fmla="*/ 449135 w 450028"/>
              <a:gd name="connsiteY7" fmla="*/ 139945 h 275000"/>
              <a:gd name="connsiteX8" fmla="*/ 290951 w 450028"/>
              <a:gd name="connsiteY8" fmla="*/ 60005 h 275000"/>
              <a:gd name="connsiteX9" fmla="*/ 200578 w 450028"/>
              <a:gd name="connsiteY9" fmla="*/ 69240 h 275000"/>
              <a:gd name="connsiteX10" fmla="*/ 194329 w 450028"/>
              <a:gd name="connsiteY10" fmla="*/ 66584 h 275000"/>
              <a:gd name="connsiteX11" fmla="*/ 327929 w 450028"/>
              <a:gd name="connsiteY11" fmla="*/ 24672 h 275000"/>
              <a:gd name="connsiteX12" fmla="*/ 130460 w 450028"/>
              <a:gd name="connsiteY12" fmla="*/ 41976 h 275000"/>
              <a:gd name="connsiteX13" fmla="*/ 127 w 450028"/>
              <a:gd name="connsiteY13" fmla="*/ 152199 h 275000"/>
              <a:gd name="connsiteX14" fmla="*/ 107325 w 450028"/>
              <a:gd name="connsiteY14" fmla="*/ 239282 h 275000"/>
              <a:gd name="connsiteX15" fmla="*/ 110062 w 450028"/>
              <a:gd name="connsiteY15" fmla="*/ 239282 h 275000"/>
              <a:gd name="connsiteX16" fmla="*/ 290951 w 450028"/>
              <a:gd name="connsiteY16" fmla="*/ 60005 h 27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0028" h="275000">
                <a:moveTo>
                  <a:pt x="449135" y="139945"/>
                </a:moveTo>
                <a:cubicBezTo>
                  <a:pt x="456445" y="183929"/>
                  <a:pt x="417670" y="208698"/>
                  <a:pt x="378405" y="211555"/>
                </a:cubicBezTo>
                <a:cubicBezTo>
                  <a:pt x="353412" y="262199"/>
                  <a:pt x="265264" y="296385"/>
                  <a:pt x="188939" y="259524"/>
                </a:cubicBezTo>
                <a:cubicBezTo>
                  <a:pt x="156269" y="264413"/>
                  <a:pt x="138362" y="256364"/>
                  <a:pt x="124538" y="240992"/>
                </a:cubicBezTo>
                <a:cubicBezTo>
                  <a:pt x="152471" y="205579"/>
                  <a:pt x="237025" y="141856"/>
                  <a:pt x="340324" y="174754"/>
                </a:cubicBezTo>
                <a:cubicBezTo>
                  <a:pt x="395454" y="192299"/>
                  <a:pt x="409748" y="151052"/>
                  <a:pt x="395924" y="135579"/>
                </a:cubicBezTo>
                <a:cubicBezTo>
                  <a:pt x="343897" y="77349"/>
                  <a:pt x="226448" y="129764"/>
                  <a:pt x="222201" y="134130"/>
                </a:cubicBezTo>
                <a:cubicBezTo>
                  <a:pt x="268347" y="64572"/>
                  <a:pt x="433412" y="45055"/>
                  <a:pt x="449135" y="139945"/>
                </a:cubicBezTo>
                <a:close/>
                <a:moveTo>
                  <a:pt x="290951" y="60005"/>
                </a:moveTo>
                <a:cubicBezTo>
                  <a:pt x="291237" y="59904"/>
                  <a:pt x="253442" y="46745"/>
                  <a:pt x="200578" y="69240"/>
                </a:cubicBezTo>
                <a:cubicBezTo>
                  <a:pt x="198446" y="68471"/>
                  <a:pt x="196360" y="67584"/>
                  <a:pt x="194329" y="66584"/>
                </a:cubicBezTo>
                <a:cubicBezTo>
                  <a:pt x="245172" y="33324"/>
                  <a:pt x="289747" y="19179"/>
                  <a:pt x="327929" y="24672"/>
                </a:cubicBezTo>
                <a:cubicBezTo>
                  <a:pt x="304856" y="-1485"/>
                  <a:pt x="193982" y="-20721"/>
                  <a:pt x="130460" y="41976"/>
                </a:cubicBezTo>
                <a:cubicBezTo>
                  <a:pt x="51929" y="26745"/>
                  <a:pt x="-2997" y="92278"/>
                  <a:pt x="127" y="152199"/>
                </a:cubicBezTo>
                <a:cubicBezTo>
                  <a:pt x="3251" y="212119"/>
                  <a:pt x="69550" y="249383"/>
                  <a:pt x="107325" y="239282"/>
                </a:cubicBezTo>
                <a:cubicBezTo>
                  <a:pt x="108234" y="239171"/>
                  <a:pt x="109153" y="239171"/>
                  <a:pt x="110062" y="239282"/>
                </a:cubicBezTo>
                <a:cubicBezTo>
                  <a:pt x="118412" y="199704"/>
                  <a:pt x="152532" y="107631"/>
                  <a:pt x="290951" y="60005"/>
                </a:cubicBezTo>
                <a:close/>
              </a:path>
            </a:pathLst>
          </a:custGeom>
          <a:solidFill>
            <a:schemeClr val="tx1"/>
          </a:solidFill>
          <a:ln w="6133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0D25465-755A-A41A-35C1-7326CE45A70E}"/>
              </a:ext>
            </a:extLst>
          </p:cNvPr>
          <p:cNvSpPr txBox="1"/>
          <p:nvPr userDrawn="1"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 dirty="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 dirty="0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 dirty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 dirty="0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7544241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4" r:id="rId1"/>
    <p:sldLayoutId id="2147483673" r:id="rId2"/>
    <p:sldLayoutId id="2147483843" r:id="rId3"/>
    <p:sldLayoutId id="2147483825" r:id="rId4"/>
    <p:sldLayoutId id="2147483677" r:id="rId5"/>
    <p:sldLayoutId id="2147483679" r:id="rId6"/>
    <p:sldLayoutId id="2147483858" r:id="rId7"/>
    <p:sldLayoutId id="2147483859" r:id="rId8"/>
    <p:sldLayoutId id="2147483860" r:id="rId9"/>
    <p:sldLayoutId id="2147483862" r:id="rId10"/>
    <p:sldLayoutId id="2147483861" r:id="rId11"/>
    <p:sldLayoutId id="2147483683" r:id="rId12"/>
    <p:sldLayoutId id="2147483685" r:id="rId13"/>
    <p:sldLayoutId id="2147483687" r:id="rId14"/>
    <p:sldLayoutId id="2147483689" r:id="rId15"/>
    <p:sldLayoutId id="2147483691" r:id="rId16"/>
    <p:sldLayoutId id="2147483693" r:id="rId17"/>
    <p:sldLayoutId id="2147483695" r:id="rId18"/>
    <p:sldLayoutId id="2147483744" r:id="rId19"/>
    <p:sldLayoutId id="2147483746" r:id="rId20"/>
    <p:sldLayoutId id="2147483748" r:id="rId21"/>
    <p:sldLayoutId id="2147483715" r:id="rId22"/>
    <p:sldLayoutId id="2147483863" r:id="rId23"/>
    <p:sldLayoutId id="2147483729" r:id="rId24"/>
    <p:sldLayoutId id="2147483725" r:id="rId25"/>
    <p:sldLayoutId id="2147483734" r:id="rId26"/>
    <p:sldLayoutId id="2147483742" r:id="rId27"/>
    <p:sldLayoutId id="2147483758" r:id="rId28"/>
    <p:sldLayoutId id="2147483767" r:id="rId29"/>
    <p:sldLayoutId id="2147483777" r:id="rId30"/>
    <p:sldLayoutId id="2147483785" r:id="rId31"/>
    <p:sldLayoutId id="2147483769" r:id="rId32"/>
    <p:sldLayoutId id="2147483784" r:id="rId33"/>
    <p:sldLayoutId id="2147483771" r:id="rId34"/>
    <p:sldLayoutId id="2147483790" r:id="rId35"/>
    <p:sldLayoutId id="2147483787" r:id="rId36"/>
    <p:sldLayoutId id="2147483788" r:id="rId37"/>
    <p:sldLayoutId id="2147483791" r:id="rId38"/>
    <p:sldLayoutId id="2147483763" r:id="rId39"/>
    <p:sldLayoutId id="2147483799" r:id="rId40"/>
    <p:sldLayoutId id="2147483781" r:id="rId41"/>
    <p:sldLayoutId id="2147483803" r:id="rId42"/>
    <p:sldLayoutId id="2147483811" r:id="rId43"/>
    <p:sldLayoutId id="2147483815" r:id="rId44"/>
    <p:sldLayoutId id="2147483813" r:id="rId45"/>
    <p:sldLayoutId id="2147483820" r:id="rId46"/>
    <p:sldLayoutId id="2147483821" r:id="rId4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300" b="1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1000"/>
        </a:spcBef>
        <a:buClr>
          <a:schemeClr val="accent2"/>
        </a:buClr>
        <a:buFont typeface="Wingdings" pitchFamily="2" charset="2"/>
        <a:buChar char="§"/>
        <a:defRPr sz="1400" b="0" i="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1000"/>
        </a:spcBef>
        <a:buClr>
          <a:schemeClr val="accent2"/>
        </a:buClr>
        <a:buFont typeface="Wingdings" pitchFamily="2" charset="2"/>
        <a:buChar char="§"/>
        <a:defRPr sz="14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1000"/>
        </a:spcBef>
        <a:buClr>
          <a:schemeClr val="accent2"/>
        </a:buClr>
        <a:buFont typeface="Wingdings" pitchFamily="2" charset="2"/>
        <a:buChar char="§"/>
        <a:defRPr sz="14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1000"/>
        </a:spcBef>
        <a:buClr>
          <a:schemeClr val="accent2"/>
        </a:buClr>
        <a:buFont typeface="Wingdings" pitchFamily="2" charset="2"/>
        <a:buChar char="§"/>
        <a:defRPr sz="14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1000"/>
        </a:spcBef>
        <a:buClr>
          <a:schemeClr val="accent2"/>
        </a:buClr>
        <a:buFont typeface="Wingdings" pitchFamily="2" charset="2"/>
        <a:buChar char="§"/>
        <a:defRPr sz="14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Century Gothic" panose="020B0502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Century Gothic" panose="020B0502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Century Gothic" panose="020B0502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Century Gothic" panose="020B0502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CO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6.svg"/><Relationship Id="rId1" Type="http://schemas.openxmlformats.org/officeDocument/2006/relationships/slideLayout" Target="../slideLayouts/slideLayout68.xml"/><Relationship Id="rId4" Type="http://schemas.openxmlformats.org/officeDocument/2006/relationships/image" Target="../media/image18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67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10" Type="http://schemas.openxmlformats.org/officeDocument/2006/relationships/image" Target="../media/image27.png"/><Relationship Id="rId4" Type="http://schemas.openxmlformats.org/officeDocument/2006/relationships/image" Target="../media/image21.png"/><Relationship Id="rId9" Type="http://schemas.openxmlformats.org/officeDocument/2006/relationships/image" Target="../media/image2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67.xml"/><Relationship Id="rId4" Type="http://schemas.openxmlformats.org/officeDocument/2006/relationships/image" Target="../media/image30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8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7.xml"/><Relationship Id="rId4" Type="http://schemas.openxmlformats.org/officeDocument/2006/relationships/image" Target="../media/image34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svg"/><Relationship Id="rId2" Type="http://schemas.openxmlformats.org/officeDocument/2006/relationships/image" Target="../media/image16.svg"/><Relationship Id="rId1" Type="http://schemas.openxmlformats.org/officeDocument/2006/relationships/slideLayout" Target="../slideLayouts/slideLayout68.xml"/><Relationship Id="rId5" Type="http://schemas.openxmlformats.org/officeDocument/2006/relationships/image" Target="../media/image38.svg"/><Relationship Id="rId4" Type="http://schemas.openxmlformats.org/officeDocument/2006/relationships/image" Target="../media/image17.sv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67.xml"/><Relationship Id="rId4" Type="http://schemas.openxmlformats.org/officeDocument/2006/relationships/image" Target="../media/image41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42.svg"/><Relationship Id="rId1" Type="http://schemas.openxmlformats.org/officeDocument/2006/relationships/slideLayout" Target="../slideLayouts/slideLayout6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tags" Target="../tags/tag3.xml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4" Type="http://schemas.openxmlformats.org/officeDocument/2006/relationships/slideLayout" Target="../slideLayouts/slideLayout6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svg"/><Relationship Id="rId1" Type="http://schemas.openxmlformats.org/officeDocument/2006/relationships/slideLayout" Target="../slideLayouts/slideLayout6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68.xml"/><Relationship Id="rId6" Type="http://schemas.openxmlformats.org/officeDocument/2006/relationships/image" Target="../media/image48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7" Type="http://schemas.openxmlformats.org/officeDocument/2006/relationships/image" Target="../media/image54.png"/><Relationship Id="rId2" Type="http://schemas.openxmlformats.org/officeDocument/2006/relationships/image" Target="../media/image49.svg"/><Relationship Id="rId1" Type="http://schemas.openxmlformats.org/officeDocument/2006/relationships/slideLayout" Target="../slideLayouts/slideLayout67.xml"/><Relationship Id="rId6" Type="http://schemas.openxmlformats.org/officeDocument/2006/relationships/image" Target="../media/image53.jpeg"/><Relationship Id="rId5" Type="http://schemas.openxmlformats.org/officeDocument/2006/relationships/image" Target="../media/image52.png"/><Relationship Id="rId4" Type="http://schemas.openxmlformats.org/officeDocument/2006/relationships/image" Target="../media/image51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svg"/><Relationship Id="rId2" Type="http://schemas.openxmlformats.org/officeDocument/2006/relationships/image" Target="../media/image55.jpeg"/><Relationship Id="rId1" Type="http://schemas.openxmlformats.org/officeDocument/2006/relationships/slideLayout" Target="../slideLayouts/slideLayout68.xml"/><Relationship Id="rId4" Type="http://schemas.openxmlformats.org/officeDocument/2006/relationships/image" Target="../media/image42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7" Type="http://schemas.openxmlformats.org/officeDocument/2006/relationships/image" Target="../media/image6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7.xml"/><Relationship Id="rId6" Type="http://schemas.openxmlformats.org/officeDocument/2006/relationships/image" Target="../media/image60.png"/><Relationship Id="rId5" Type="http://schemas.openxmlformats.org/officeDocument/2006/relationships/image" Target="../media/image59.png"/><Relationship Id="rId4" Type="http://schemas.openxmlformats.org/officeDocument/2006/relationships/image" Target="../media/image58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lobenewswire.com/Tracker?data=gQbdPmyPMNT4Gyn8TcNDhCFYcyrTHBXgbpCMdVxZbkM82ob7rnphdAZqgS3Nf_JvoeLV8jDs6cmtefZL9yCFHESN-L_ZzDW_I5omuQUVWr3QR-9GBzqC4CDuarmbZd8qVKQBWdbaQy7nzuc5-GzX2w==" TargetMode="Externa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B2617DAD-8D66-1A4F-379E-30AD7369215F}"/>
              </a:ext>
            </a:extLst>
          </p:cNvPr>
          <p:cNvSpPr txBox="1">
            <a:spLocks/>
          </p:cNvSpPr>
          <p:nvPr/>
        </p:nvSpPr>
        <p:spPr>
          <a:xfrm>
            <a:off x="389335" y="3429000"/>
            <a:ext cx="8152897" cy="2385645"/>
          </a:xfrm>
          <a:prstGeom prst="rect">
            <a:avLst/>
          </a:prstGeom>
        </p:spPr>
        <p:txBody>
          <a:bodyPr lIns="45720" tIns="22860" rIns="45720" bIns="22860" anchor="t"/>
          <a:lstStyle>
            <a:lvl1pPr marL="457177" indent="-457177" algn="l" defTabSz="1828709" rtl="0" eaLnBrk="1" latinLnBrk="0" hangingPunct="1">
              <a:lnSpc>
                <a:spcPct val="90000"/>
              </a:lnSpc>
              <a:spcBef>
                <a:spcPts val="2000"/>
              </a:spcBef>
              <a:buFont typeface="Century Gothic" panose="020B0502020202020204" pitchFamily="34" charset="0"/>
              <a:buChar char="•"/>
              <a:defRPr sz="5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371531" indent="-457177" algn="l" defTabSz="1828709" rtl="0" eaLnBrk="1" latinLnBrk="0" hangingPunct="1">
              <a:lnSpc>
                <a:spcPct val="90000"/>
              </a:lnSpc>
              <a:spcBef>
                <a:spcPts val="1000"/>
              </a:spcBef>
              <a:buFont typeface="Century Gothic" panose="020B0502020202020204" pitchFamily="34" charset="0"/>
              <a:buChar char="•"/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285886" indent="-457177" algn="l" defTabSz="1828709" rtl="0" eaLnBrk="1" latinLnBrk="0" hangingPunct="1">
              <a:lnSpc>
                <a:spcPct val="90000"/>
              </a:lnSpc>
              <a:spcBef>
                <a:spcPts val="1000"/>
              </a:spcBef>
              <a:buFont typeface="Century Gothic" panose="020B0502020202020204" pitchFamily="34" charset="0"/>
              <a:buChar char="•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3200240" indent="-457177" algn="l" defTabSz="1828709" rtl="0" eaLnBrk="1" latinLnBrk="0" hangingPunct="1">
              <a:lnSpc>
                <a:spcPct val="90000"/>
              </a:lnSpc>
              <a:spcBef>
                <a:spcPts val="1000"/>
              </a:spcBef>
              <a:buFont typeface="Century Gothic" panose="020B0502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4114594" indent="-457177" algn="l" defTabSz="1828709" rtl="0" eaLnBrk="1" latinLnBrk="0" hangingPunct="1">
              <a:lnSpc>
                <a:spcPct val="90000"/>
              </a:lnSpc>
              <a:spcBef>
                <a:spcPts val="1000"/>
              </a:spcBef>
              <a:buFont typeface="Century Gothic" panose="020B0502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028949" indent="-457177" algn="l" defTabSz="1828709" rtl="0" eaLnBrk="1" latinLnBrk="0" hangingPunct="1">
              <a:lnSpc>
                <a:spcPct val="90000"/>
              </a:lnSpc>
              <a:spcBef>
                <a:spcPts val="1000"/>
              </a:spcBef>
              <a:buFont typeface="Century Gothic" panose="020B0502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943303" indent="-457177" algn="l" defTabSz="1828709" rtl="0" eaLnBrk="1" latinLnBrk="0" hangingPunct="1">
              <a:lnSpc>
                <a:spcPct val="90000"/>
              </a:lnSpc>
              <a:spcBef>
                <a:spcPts val="1000"/>
              </a:spcBef>
              <a:buFont typeface="Century Gothic" panose="020B0502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857657" indent="-457177" algn="l" defTabSz="1828709" rtl="0" eaLnBrk="1" latinLnBrk="0" hangingPunct="1">
              <a:lnSpc>
                <a:spcPct val="90000"/>
              </a:lnSpc>
              <a:spcBef>
                <a:spcPts val="1000"/>
              </a:spcBef>
              <a:buFont typeface="Century Gothic" panose="020B0502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772011" indent="-457177" algn="l" defTabSz="1828709" rtl="0" eaLnBrk="1" latinLnBrk="0" hangingPunct="1">
              <a:lnSpc>
                <a:spcPct val="90000"/>
              </a:lnSpc>
              <a:spcBef>
                <a:spcPts val="1000"/>
              </a:spcBef>
              <a:buFont typeface="Century Gothic" panose="020B0502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914355">
              <a:spcBef>
                <a:spcPts val="1000"/>
              </a:spcBef>
              <a:buNone/>
            </a:pPr>
            <a:r>
              <a:rPr lang="en-US" sz="2250" dirty="0">
                <a:solidFill>
                  <a:schemeClr val="accent5"/>
                </a:solidFill>
              </a:rPr>
              <a:t>No lateral movement. No firewalls.</a:t>
            </a:r>
          </a:p>
          <a:p>
            <a:pPr marL="0" indent="0" defTabSz="914355">
              <a:spcBef>
                <a:spcPts val="1000"/>
              </a:spcBef>
              <a:buNone/>
            </a:pPr>
            <a:r>
              <a:rPr lang="en-US" sz="2250" b="1" dirty="0"/>
              <a:t>Tech Deck</a:t>
            </a:r>
          </a:p>
          <a:p>
            <a:pPr marL="0" indent="0" defTabSz="914355">
              <a:spcBef>
                <a:spcPts val="1000"/>
              </a:spcBef>
              <a:buNone/>
            </a:pPr>
            <a:endParaRPr lang="en-US" sz="2250" b="1" dirty="0"/>
          </a:p>
          <a:p>
            <a:pPr marL="0" indent="0" defTabSz="914355">
              <a:spcBef>
                <a:spcPts val="1000"/>
              </a:spcBef>
              <a:buNone/>
            </a:pPr>
            <a:r>
              <a:rPr lang="en-US" sz="1600" dirty="0"/>
              <a:t>Rakesh Devendernath</a:t>
            </a:r>
          </a:p>
          <a:p>
            <a:pPr marL="0" indent="0" defTabSz="914355">
              <a:spcBef>
                <a:spcPts val="1000"/>
              </a:spcBef>
              <a:buNone/>
            </a:pPr>
            <a:r>
              <a:rPr lang="en-US" sz="1600" dirty="0"/>
              <a:t>Senior Manager, Zero Trust Branch - Product Specialists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A594154D-87F6-C81D-4E2C-52223767BD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8963" y="2428874"/>
            <a:ext cx="6859272" cy="860978"/>
          </a:xfrm>
        </p:spPr>
        <p:txBody>
          <a:bodyPr/>
          <a:lstStyle/>
          <a:p>
            <a:r>
              <a:rPr lang="en-US" dirty="0"/>
              <a:t>Zero Trust Branch</a:t>
            </a:r>
          </a:p>
        </p:txBody>
      </p:sp>
    </p:spTree>
    <p:extLst>
      <p:ext uri="{BB962C8B-B14F-4D97-AF65-F5344CB8AC3E}">
        <p14:creationId xmlns:p14="http://schemas.microsoft.com/office/powerpoint/2010/main" val="818121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346EA17-5AB4-C331-F661-6440E38983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Evolution of Branch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D818784-A52D-89F0-15E7-8CA0335B19B5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en-US" dirty="0"/>
              <a:t>Zero Trust is the most effective security strategy against lateral threats</a:t>
            </a:r>
          </a:p>
        </p:txBody>
      </p:sp>
      <p:grpSp>
        <p:nvGrpSpPr>
          <p:cNvPr id="22" name="Google Shape;2060;p3">
            <a:extLst>
              <a:ext uri="{FF2B5EF4-FFF2-40B4-BE49-F238E27FC236}">
                <a16:creationId xmlns:a16="http://schemas.microsoft.com/office/drawing/2014/main" id="{837A5C61-86D8-1CAD-9062-E7422337ECBF}"/>
              </a:ext>
            </a:extLst>
          </p:cNvPr>
          <p:cNvGrpSpPr/>
          <p:nvPr/>
        </p:nvGrpSpPr>
        <p:grpSpPr>
          <a:xfrm>
            <a:off x="370706" y="5017513"/>
            <a:ext cx="11450590" cy="1078208"/>
            <a:chOff x="676730" y="5181915"/>
            <a:chExt cx="11022902" cy="1078208"/>
          </a:xfrm>
        </p:grpSpPr>
        <p:sp>
          <p:nvSpPr>
            <p:cNvPr id="23" name="Google Shape;2061;p3">
              <a:extLst>
                <a:ext uri="{FF2B5EF4-FFF2-40B4-BE49-F238E27FC236}">
                  <a16:creationId xmlns:a16="http://schemas.microsoft.com/office/drawing/2014/main" id="{93B96F03-9471-CB22-7BB2-E9DE22C35940}"/>
                </a:ext>
              </a:extLst>
            </p:cNvPr>
            <p:cNvSpPr/>
            <p:nvPr/>
          </p:nvSpPr>
          <p:spPr>
            <a:xfrm>
              <a:off x="676730" y="5181915"/>
              <a:ext cx="11022902" cy="1078208"/>
            </a:xfrm>
            <a:prstGeom prst="rightArrow">
              <a:avLst>
                <a:gd name="adj1" fmla="val 50000"/>
                <a:gd name="adj2" fmla="val 50000"/>
              </a:avLst>
            </a:prstGeom>
            <a:gradFill>
              <a:gsLst>
                <a:gs pos="0">
                  <a:schemeClr val="tx2"/>
                </a:gs>
                <a:gs pos="67000">
                  <a:schemeClr val="bg1">
                    <a:alpha val="40000"/>
                  </a:schemeClr>
                </a:gs>
                <a:gs pos="100000">
                  <a:schemeClr val="bg1">
                    <a:alpha val="70000"/>
                  </a:schemeClr>
                </a:gs>
              </a:gsLst>
              <a:lin ang="0" scaled="0"/>
            </a:gradFill>
            <a:ln w="9525" cap="flat" cmpd="sng">
              <a:solidFill>
                <a:schemeClr val="bg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93939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062;p3">
              <a:extLst>
                <a:ext uri="{FF2B5EF4-FFF2-40B4-BE49-F238E27FC236}">
                  <a16:creationId xmlns:a16="http://schemas.microsoft.com/office/drawing/2014/main" id="{C7BB4CD8-8C14-8CDF-B824-AFB1F7DF7332}"/>
                </a:ext>
              </a:extLst>
            </p:cNvPr>
            <p:cNvSpPr txBox="1"/>
            <p:nvPr/>
          </p:nvSpPr>
          <p:spPr>
            <a:xfrm>
              <a:off x="762897" y="5534922"/>
              <a:ext cx="3108600" cy="369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Pts val="1800"/>
                <a:buFont typeface="Arial"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Implicit Trust (Less Secure)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5" name="Google Shape;2063;p3">
              <a:extLst>
                <a:ext uri="{FF2B5EF4-FFF2-40B4-BE49-F238E27FC236}">
                  <a16:creationId xmlns:a16="http://schemas.microsoft.com/office/drawing/2014/main" id="{DB7F34D6-3F43-E520-F881-949755C82F63}"/>
                </a:ext>
              </a:extLst>
            </p:cNvPr>
            <p:cNvSpPr txBox="1"/>
            <p:nvPr/>
          </p:nvSpPr>
          <p:spPr>
            <a:xfrm>
              <a:off x="8333038" y="5511686"/>
              <a:ext cx="2935419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Pts val="1800"/>
                <a:buFont typeface="Arial"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Zero Trust (More Secure)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cs typeface="Arial"/>
                <a:sym typeface="Arial"/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0DCE4A42-75A3-C7D1-0B43-7809AFB92903}"/>
              </a:ext>
            </a:extLst>
          </p:cNvPr>
          <p:cNvGrpSpPr/>
          <p:nvPr/>
        </p:nvGrpSpPr>
        <p:grpSpPr>
          <a:xfrm>
            <a:off x="6404141" y="1791511"/>
            <a:ext cx="2400436" cy="2936005"/>
            <a:chOff x="6404141" y="1791511"/>
            <a:chExt cx="2400436" cy="2936005"/>
          </a:xfrm>
        </p:grpSpPr>
        <p:sp>
          <p:nvSpPr>
            <p:cNvPr id="29" name="Google Shape;2066;p3">
              <a:extLst>
                <a:ext uri="{FF2B5EF4-FFF2-40B4-BE49-F238E27FC236}">
                  <a16:creationId xmlns:a16="http://schemas.microsoft.com/office/drawing/2014/main" id="{6CA289E8-0E27-CC0D-1E3A-9230D5E43C08}"/>
                </a:ext>
              </a:extLst>
            </p:cNvPr>
            <p:cNvSpPr/>
            <p:nvPr/>
          </p:nvSpPr>
          <p:spPr>
            <a:xfrm>
              <a:off x="6404141" y="1791511"/>
              <a:ext cx="2400436" cy="2936005"/>
            </a:xfrm>
            <a:prstGeom prst="roundRect">
              <a:avLst>
                <a:gd name="adj" fmla="val 8800"/>
              </a:avLst>
            </a:prstGeom>
            <a:solidFill>
              <a:schemeClr val="bg1">
                <a:alpha val="70000"/>
              </a:schemeClr>
            </a:solidFill>
            <a:ln>
              <a:noFill/>
            </a:ln>
          </p:spPr>
          <p:txBody>
            <a:bodyPr spcFirstLastPara="1" wrap="square" lIns="45700" tIns="22850" rIns="45700" bIns="2285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2068;p3">
              <a:extLst>
                <a:ext uri="{FF2B5EF4-FFF2-40B4-BE49-F238E27FC236}">
                  <a16:creationId xmlns:a16="http://schemas.microsoft.com/office/drawing/2014/main" id="{57621B67-39F0-59A2-01B6-F79E08BCF818}"/>
                </a:ext>
              </a:extLst>
            </p:cNvPr>
            <p:cNvSpPr txBox="1"/>
            <p:nvPr/>
          </p:nvSpPr>
          <p:spPr>
            <a:xfrm>
              <a:off x="6449497" y="3327375"/>
              <a:ext cx="2309724" cy="5847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Arial"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MPLS replacement and Cost Reduction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2069;p3">
              <a:extLst>
                <a:ext uri="{FF2B5EF4-FFF2-40B4-BE49-F238E27FC236}">
                  <a16:creationId xmlns:a16="http://schemas.microsoft.com/office/drawing/2014/main" id="{B90DBAEB-C804-D4F1-6715-FEF8755FB5FF}"/>
                </a:ext>
              </a:extLst>
            </p:cNvPr>
            <p:cNvSpPr txBox="1"/>
            <p:nvPr/>
          </p:nvSpPr>
          <p:spPr>
            <a:xfrm>
              <a:off x="6404141" y="2012577"/>
              <a:ext cx="2400436" cy="30771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SDWAN</a:t>
              </a:r>
              <a:endParaRPr kumimoji="0" sz="28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2070;p3">
              <a:extLst>
                <a:ext uri="{FF2B5EF4-FFF2-40B4-BE49-F238E27FC236}">
                  <a16:creationId xmlns:a16="http://schemas.microsoft.com/office/drawing/2014/main" id="{7E37FFB6-5855-CC82-DD51-D9EA644573B9}"/>
                </a:ext>
              </a:extLst>
            </p:cNvPr>
            <p:cNvSpPr txBox="1"/>
            <p:nvPr/>
          </p:nvSpPr>
          <p:spPr>
            <a:xfrm>
              <a:off x="6518517" y="4055613"/>
              <a:ext cx="2171684" cy="46157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Broadband as a WAN with Centralized Mgmt..</a:t>
              </a:r>
              <a:endParaRPr kumimoji="0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1" name="Google Shape;2071;p3">
              <a:extLst>
                <a:ext uri="{FF2B5EF4-FFF2-40B4-BE49-F238E27FC236}">
                  <a16:creationId xmlns:a16="http://schemas.microsoft.com/office/drawing/2014/main" id="{8552E442-A0A8-B82B-B666-B077786BA773}"/>
                </a:ext>
              </a:extLst>
            </p:cNvPr>
            <p:cNvCxnSpPr>
              <a:cxnSpLocks/>
            </p:cNvCxnSpPr>
            <p:nvPr/>
          </p:nvCxnSpPr>
          <p:spPr>
            <a:xfrm>
              <a:off x="6590382" y="2408792"/>
              <a:ext cx="2027955" cy="0"/>
            </a:xfrm>
            <a:prstGeom prst="straightConnector1">
              <a:avLst/>
            </a:prstGeom>
            <a:noFill/>
            <a:ln w="12700" cap="flat" cmpd="sng">
              <a:solidFill>
                <a:srgbClr val="F2F2F2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" name="Google Shape;2072;p3">
              <a:extLst>
                <a:ext uri="{FF2B5EF4-FFF2-40B4-BE49-F238E27FC236}">
                  <a16:creationId xmlns:a16="http://schemas.microsoft.com/office/drawing/2014/main" id="{C03C8252-30F6-6F31-FA22-801DD435CE7C}"/>
                </a:ext>
              </a:extLst>
            </p:cNvPr>
            <p:cNvSpPr/>
            <p:nvPr/>
          </p:nvSpPr>
          <p:spPr>
            <a:xfrm>
              <a:off x="7362339" y="2653770"/>
              <a:ext cx="484040" cy="550114"/>
            </a:xfrm>
            <a:custGeom>
              <a:avLst/>
              <a:gdLst/>
              <a:ahLst/>
              <a:cxnLst/>
              <a:rect l="l" t="t" r="r" b="b"/>
              <a:pathLst>
                <a:path w="256028" h="284549" extrusionOk="0">
                  <a:moveTo>
                    <a:pt x="71667" y="160512"/>
                  </a:moveTo>
                  <a:cubicBezTo>
                    <a:pt x="69778" y="156372"/>
                    <a:pt x="71502" y="151445"/>
                    <a:pt x="75609" y="149499"/>
                  </a:cubicBezTo>
                  <a:cubicBezTo>
                    <a:pt x="79675" y="147553"/>
                    <a:pt x="84522" y="149209"/>
                    <a:pt x="86493" y="153308"/>
                  </a:cubicBezTo>
                  <a:cubicBezTo>
                    <a:pt x="88464" y="157407"/>
                    <a:pt x="86821" y="162499"/>
                    <a:pt x="82756" y="164486"/>
                  </a:cubicBezTo>
                  <a:cubicBezTo>
                    <a:pt x="81565" y="165066"/>
                    <a:pt x="80332" y="165356"/>
                    <a:pt x="79100" y="165356"/>
                  </a:cubicBezTo>
                  <a:cubicBezTo>
                    <a:pt x="76102" y="165356"/>
                    <a:pt x="73227" y="163700"/>
                    <a:pt x="71831" y="160802"/>
                  </a:cubicBezTo>
                  <a:cubicBezTo>
                    <a:pt x="71831" y="160760"/>
                    <a:pt x="71708" y="160595"/>
                    <a:pt x="71708" y="160512"/>
                  </a:cubicBezTo>
                  <a:close/>
                  <a:moveTo>
                    <a:pt x="88998" y="117579"/>
                  </a:moveTo>
                  <a:cubicBezTo>
                    <a:pt x="86205" y="121181"/>
                    <a:pt x="86945" y="126480"/>
                    <a:pt x="90518" y="129295"/>
                  </a:cubicBezTo>
                  <a:cubicBezTo>
                    <a:pt x="92037" y="130496"/>
                    <a:pt x="93803" y="131034"/>
                    <a:pt x="95569" y="131034"/>
                  </a:cubicBezTo>
                  <a:cubicBezTo>
                    <a:pt x="97992" y="131034"/>
                    <a:pt x="100416" y="129958"/>
                    <a:pt x="102058" y="127846"/>
                  </a:cubicBezTo>
                  <a:cubicBezTo>
                    <a:pt x="104851" y="124245"/>
                    <a:pt x="104235" y="119028"/>
                    <a:pt x="100662" y="116213"/>
                  </a:cubicBezTo>
                  <a:lnTo>
                    <a:pt x="100457" y="116047"/>
                  </a:lnTo>
                  <a:cubicBezTo>
                    <a:pt x="96884" y="113232"/>
                    <a:pt x="91832" y="113936"/>
                    <a:pt x="89039" y="117538"/>
                  </a:cubicBezTo>
                  <a:close/>
                  <a:moveTo>
                    <a:pt x="93762" y="178231"/>
                  </a:moveTo>
                  <a:lnTo>
                    <a:pt x="93844" y="178231"/>
                  </a:lnTo>
                  <a:cubicBezTo>
                    <a:pt x="94460" y="178397"/>
                    <a:pt x="95077" y="178438"/>
                    <a:pt x="95651" y="178438"/>
                  </a:cubicBezTo>
                  <a:cubicBezTo>
                    <a:pt x="99430" y="178438"/>
                    <a:pt x="102798" y="175830"/>
                    <a:pt x="103660" y="171980"/>
                  </a:cubicBezTo>
                  <a:cubicBezTo>
                    <a:pt x="104646" y="167509"/>
                    <a:pt x="101894" y="163079"/>
                    <a:pt x="97459" y="162085"/>
                  </a:cubicBezTo>
                  <a:cubicBezTo>
                    <a:pt x="97376" y="162085"/>
                    <a:pt x="97089" y="162002"/>
                    <a:pt x="97007" y="162002"/>
                  </a:cubicBezTo>
                  <a:cubicBezTo>
                    <a:pt x="92571" y="161091"/>
                    <a:pt x="88300" y="163990"/>
                    <a:pt x="87396" y="168461"/>
                  </a:cubicBezTo>
                  <a:cubicBezTo>
                    <a:pt x="86493" y="172932"/>
                    <a:pt x="89327" y="177279"/>
                    <a:pt x="93762" y="178231"/>
                  </a:cubicBezTo>
                  <a:close/>
                  <a:moveTo>
                    <a:pt x="75692" y="143330"/>
                  </a:moveTo>
                  <a:cubicBezTo>
                    <a:pt x="76759" y="143827"/>
                    <a:pt x="77909" y="144076"/>
                    <a:pt x="79018" y="144076"/>
                  </a:cubicBezTo>
                  <a:cubicBezTo>
                    <a:pt x="82098" y="144076"/>
                    <a:pt x="85097" y="142295"/>
                    <a:pt x="86534" y="139314"/>
                  </a:cubicBezTo>
                  <a:cubicBezTo>
                    <a:pt x="88505" y="135216"/>
                    <a:pt x="86821" y="130248"/>
                    <a:pt x="82756" y="128260"/>
                  </a:cubicBezTo>
                  <a:cubicBezTo>
                    <a:pt x="78649" y="126232"/>
                    <a:pt x="73761" y="127971"/>
                    <a:pt x="71790" y="132069"/>
                  </a:cubicBezTo>
                  <a:cubicBezTo>
                    <a:pt x="71749" y="132194"/>
                    <a:pt x="71585" y="132525"/>
                    <a:pt x="71544" y="132649"/>
                  </a:cubicBezTo>
                  <a:cubicBezTo>
                    <a:pt x="69778" y="136789"/>
                    <a:pt x="71667" y="141467"/>
                    <a:pt x="75692" y="143330"/>
                  </a:cubicBezTo>
                  <a:close/>
                  <a:moveTo>
                    <a:pt x="121115" y="120808"/>
                  </a:moveTo>
                  <a:lnTo>
                    <a:pt x="120909" y="120643"/>
                  </a:lnTo>
                  <a:cubicBezTo>
                    <a:pt x="117336" y="117827"/>
                    <a:pt x="112285" y="118531"/>
                    <a:pt x="109492" y="122133"/>
                  </a:cubicBezTo>
                  <a:cubicBezTo>
                    <a:pt x="106699" y="125735"/>
                    <a:pt x="107439" y="131034"/>
                    <a:pt x="111012" y="133850"/>
                  </a:cubicBezTo>
                  <a:cubicBezTo>
                    <a:pt x="112531" y="135050"/>
                    <a:pt x="114297" y="135588"/>
                    <a:pt x="116063" y="135588"/>
                  </a:cubicBezTo>
                  <a:cubicBezTo>
                    <a:pt x="118486" y="135588"/>
                    <a:pt x="120909" y="134512"/>
                    <a:pt x="122552" y="132401"/>
                  </a:cubicBezTo>
                  <a:cubicBezTo>
                    <a:pt x="125345" y="128799"/>
                    <a:pt x="124729" y="123582"/>
                    <a:pt x="121156" y="120767"/>
                  </a:cubicBezTo>
                  <a:close/>
                  <a:moveTo>
                    <a:pt x="109615" y="170862"/>
                  </a:moveTo>
                  <a:cubicBezTo>
                    <a:pt x="111217" y="172808"/>
                    <a:pt x="113558" y="173843"/>
                    <a:pt x="115940" y="173843"/>
                  </a:cubicBezTo>
                  <a:cubicBezTo>
                    <a:pt x="117747" y="173843"/>
                    <a:pt x="119595" y="173263"/>
                    <a:pt x="121115" y="172063"/>
                  </a:cubicBezTo>
                  <a:lnTo>
                    <a:pt x="121115" y="172063"/>
                  </a:lnTo>
                  <a:cubicBezTo>
                    <a:pt x="124688" y="169206"/>
                    <a:pt x="125304" y="164031"/>
                    <a:pt x="122511" y="160429"/>
                  </a:cubicBezTo>
                  <a:cubicBezTo>
                    <a:pt x="119718" y="156827"/>
                    <a:pt x="114544" y="156206"/>
                    <a:pt x="110970" y="159021"/>
                  </a:cubicBezTo>
                  <a:cubicBezTo>
                    <a:pt x="110847" y="159104"/>
                    <a:pt x="110560" y="159353"/>
                    <a:pt x="110478" y="159435"/>
                  </a:cubicBezTo>
                  <a:cubicBezTo>
                    <a:pt x="107110" y="162375"/>
                    <a:pt x="106740" y="167467"/>
                    <a:pt x="109574" y="170903"/>
                  </a:cubicBezTo>
                  <a:close/>
                  <a:moveTo>
                    <a:pt x="133395" y="146146"/>
                  </a:moveTo>
                  <a:cubicBezTo>
                    <a:pt x="133395" y="141592"/>
                    <a:pt x="129698" y="137865"/>
                    <a:pt x="125181" y="137865"/>
                  </a:cubicBezTo>
                  <a:cubicBezTo>
                    <a:pt x="120663" y="137865"/>
                    <a:pt x="116967" y="141592"/>
                    <a:pt x="116967" y="146146"/>
                  </a:cubicBezTo>
                  <a:cubicBezTo>
                    <a:pt x="116967" y="146187"/>
                    <a:pt x="116967" y="146311"/>
                    <a:pt x="116967" y="146435"/>
                  </a:cubicBezTo>
                  <a:cubicBezTo>
                    <a:pt x="116967" y="146518"/>
                    <a:pt x="116967" y="146601"/>
                    <a:pt x="116967" y="146684"/>
                  </a:cubicBezTo>
                  <a:cubicBezTo>
                    <a:pt x="116967" y="151238"/>
                    <a:pt x="120663" y="154964"/>
                    <a:pt x="125181" y="154964"/>
                  </a:cubicBezTo>
                  <a:cubicBezTo>
                    <a:pt x="129698" y="154964"/>
                    <a:pt x="133395" y="151238"/>
                    <a:pt x="133395" y="146684"/>
                  </a:cubicBezTo>
                  <a:lnTo>
                    <a:pt x="133395" y="146187"/>
                  </a:lnTo>
                  <a:lnTo>
                    <a:pt x="133395" y="146187"/>
                  </a:lnTo>
                  <a:cubicBezTo>
                    <a:pt x="133395" y="146187"/>
                    <a:pt x="133395" y="146187"/>
                    <a:pt x="133395" y="146187"/>
                  </a:cubicBezTo>
                  <a:close/>
                  <a:moveTo>
                    <a:pt x="148796" y="181585"/>
                  </a:moveTo>
                  <a:cubicBezTo>
                    <a:pt x="137625" y="196821"/>
                    <a:pt x="119718" y="205929"/>
                    <a:pt x="100949" y="205929"/>
                  </a:cubicBezTo>
                  <a:cubicBezTo>
                    <a:pt x="92448" y="205929"/>
                    <a:pt x="84029" y="204066"/>
                    <a:pt x="76349" y="200547"/>
                  </a:cubicBezTo>
                  <a:lnTo>
                    <a:pt x="63863" y="218970"/>
                  </a:lnTo>
                  <a:cubicBezTo>
                    <a:pt x="71051" y="225925"/>
                    <a:pt x="75568" y="235655"/>
                    <a:pt x="75568" y="246460"/>
                  </a:cubicBezTo>
                  <a:cubicBezTo>
                    <a:pt x="75568" y="267451"/>
                    <a:pt x="58607" y="284549"/>
                    <a:pt x="37784" y="284549"/>
                  </a:cubicBezTo>
                  <a:cubicBezTo>
                    <a:pt x="16962" y="284549"/>
                    <a:pt x="0" y="267451"/>
                    <a:pt x="0" y="246460"/>
                  </a:cubicBezTo>
                  <a:cubicBezTo>
                    <a:pt x="0" y="225470"/>
                    <a:pt x="16962" y="208371"/>
                    <a:pt x="37784" y="208371"/>
                  </a:cubicBezTo>
                  <a:cubicBezTo>
                    <a:pt x="43493" y="208371"/>
                    <a:pt x="48873" y="209696"/>
                    <a:pt x="53719" y="211973"/>
                  </a:cubicBezTo>
                  <a:lnTo>
                    <a:pt x="69244" y="189079"/>
                  </a:lnTo>
                  <a:cubicBezTo>
                    <a:pt x="69244" y="189079"/>
                    <a:pt x="69408" y="188872"/>
                    <a:pt x="69490" y="188789"/>
                  </a:cubicBezTo>
                  <a:cubicBezTo>
                    <a:pt x="69613" y="188623"/>
                    <a:pt x="69736" y="188458"/>
                    <a:pt x="69901" y="188292"/>
                  </a:cubicBezTo>
                  <a:cubicBezTo>
                    <a:pt x="70065" y="188126"/>
                    <a:pt x="70188" y="188002"/>
                    <a:pt x="70353" y="187878"/>
                  </a:cubicBezTo>
                  <a:cubicBezTo>
                    <a:pt x="70476" y="187754"/>
                    <a:pt x="70640" y="187630"/>
                    <a:pt x="70763" y="187547"/>
                  </a:cubicBezTo>
                  <a:cubicBezTo>
                    <a:pt x="70969" y="187423"/>
                    <a:pt x="71133" y="187298"/>
                    <a:pt x="71338" y="187174"/>
                  </a:cubicBezTo>
                  <a:cubicBezTo>
                    <a:pt x="71502" y="187091"/>
                    <a:pt x="71626" y="187008"/>
                    <a:pt x="71790" y="186926"/>
                  </a:cubicBezTo>
                  <a:cubicBezTo>
                    <a:pt x="71995" y="186843"/>
                    <a:pt x="72201" y="186760"/>
                    <a:pt x="72447" y="186677"/>
                  </a:cubicBezTo>
                  <a:cubicBezTo>
                    <a:pt x="72611" y="186636"/>
                    <a:pt x="72735" y="186594"/>
                    <a:pt x="72899" y="186553"/>
                  </a:cubicBezTo>
                  <a:cubicBezTo>
                    <a:pt x="73104" y="186512"/>
                    <a:pt x="73351" y="186470"/>
                    <a:pt x="73556" y="186429"/>
                  </a:cubicBezTo>
                  <a:cubicBezTo>
                    <a:pt x="73720" y="186429"/>
                    <a:pt x="73885" y="186429"/>
                    <a:pt x="74049" y="186387"/>
                  </a:cubicBezTo>
                  <a:cubicBezTo>
                    <a:pt x="74254" y="186387"/>
                    <a:pt x="74501" y="186387"/>
                    <a:pt x="74706" y="186387"/>
                  </a:cubicBezTo>
                  <a:cubicBezTo>
                    <a:pt x="74870" y="186387"/>
                    <a:pt x="75076" y="186387"/>
                    <a:pt x="75240" y="186429"/>
                  </a:cubicBezTo>
                  <a:cubicBezTo>
                    <a:pt x="75445" y="186429"/>
                    <a:pt x="75651" y="186512"/>
                    <a:pt x="75856" y="186553"/>
                  </a:cubicBezTo>
                  <a:cubicBezTo>
                    <a:pt x="76020" y="186594"/>
                    <a:pt x="76225" y="186636"/>
                    <a:pt x="76390" y="186719"/>
                  </a:cubicBezTo>
                  <a:cubicBezTo>
                    <a:pt x="76595" y="186802"/>
                    <a:pt x="76800" y="186884"/>
                    <a:pt x="76965" y="186967"/>
                  </a:cubicBezTo>
                  <a:cubicBezTo>
                    <a:pt x="77088" y="187008"/>
                    <a:pt x="77211" y="187050"/>
                    <a:pt x="77293" y="187133"/>
                  </a:cubicBezTo>
                  <a:cubicBezTo>
                    <a:pt x="84398" y="191273"/>
                    <a:pt x="92571" y="193467"/>
                    <a:pt x="100826" y="193467"/>
                  </a:cubicBezTo>
                  <a:cubicBezTo>
                    <a:pt x="115735" y="193467"/>
                    <a:pt x="129904" y="186263"/>
                    <a:pt x="138775" y="174133"/>
                  </a:cubicBezTo>
                  <a:cubicBezTo>
                    <a:pt x="140787" y="171359"/>
                    <a:pt x="144648" y="170779"/>
                    <a:pt x="147399" y="172808"/>
                  </a:cubicBezTo>
                  <a:cubicBezTo>
                    <a:pt x="150151" y="174837"/>
                    <a:pt x="150726" y="178728"/>
                    <a:pt x="148673" y="181502"/>
                  </a:cubicBezTo>
                  <a:close/>
                  <a:moveTo>
                    <a:pt x="63247" y="246460"/>
                  </a:moveTo>
                  <a:cubicBezTo>
                    <a:pt x="63247" y="232301"/>
                    <a:pt x="51830" y="220792"/>
                    <a:pt x="37784" y="220792"/>
                  </a:cubicBezTo>
                  <a:cubicBezTo>
                    <a:pt x="23738" y="220792"/>
                    <a:pt x="12321" y="232301"/>
                    <a:pt x="12321" y="246460"/>
                  </a:cubicBezTo>
                  <a:cubicBezTo>
                    <a:pt x="12321" y="260620"/>
                    <a:pt x="23738" y="272129"/>
                    <a:pt x="37784" y="272129"/>
                  </a:cubicBezTo>
                  <a:cubicBezTo>
                    <a:pt x="51830" y="272129"/>
                    <a:pt x="63247" y="260620"/>
                    <a:pt x="63247" y="246460"/>
                  </a:cubicBezTo>
                  <a:close/>
                  <a:moveTo>
                    <a:pt x="256029" y="146021"/>
                  </a:moveTo>
                  <a:cubicBezTo>
                    <a:pt x="256029" y="167012"/>
                    <a:pt x="239067" y="184110"/>
                    <a:pt x="218245" y="184110"/>
                  </a:cubicBezTo>
                  <a:cubicBezTo>
                    <a:pt x="199517" y="184110"/>
                    <a:pt x="183951" y="170282"/>
                    <a:pt x="180994" y="152232"/>
                  </a:cubicBezTo>
                  <a:lnTo>
                    <a:pt x="154217" y="152232"/>
                  </a:lnTo>
                  <a:cubicBezTo>
                    <a:pt x="150808" y="152232"/>
                    <a:pt x="148056" y="149458"/>
                    <a:pt x="148056" y="146021"/>
                  </a:cubicBezTo>
                  <a:cubicBezTo>
                    <a:pt x="148056" y="123582"/>
                    <a:pt x="132286" y="104041"/>
                    <a:pt x="110519" y="99487"/>
                  </a:cubicBezTo>
                  <a:cubicBezTo>
                    <a:pt x="107192" y="98783"/>
                    <a:pt x="105056" y="95512"/>
                    <a:pt x="105714" y="92159"/>
                  </a:cubicBezTo>
                  <a:cubicBezTo>
                    <a:pt x="106412" y="88805"/>
                    <a:pt x="109697" y="86652"/>
                    <a:pt x="112983" y="87356"/>
                  </a:cubicBezTo>
                  <a:cubicBezTo>
                    <a:pt x="138405" y="92656"/>
                    <a:pt x="157297" y="114225"/>
                    <a:pt x="159967" y="139853"/>
                  </a:cubicBezTo>
                  <a:lnTo>
                    <a:pt x="180912" y="139853"/>
                  </a:lnTo>
                  <a:cubicBezTo>
                    <a:pt x="183869" y="121802"/>
                    <a:pt x="199435" y="107974"/>
                    <a:pt x="218163" y="107974"/>
                  </a:cubicBezTo>
                  <a:cubicBezTo>
                    <a:pt x="238985" y="107974"/>
                    <a:pt x="255947" y="125073"/>
                    <a:pt x="255947" y="146063"/>
                  </a:cubicBezTo>
                  <a:close/>
                  <a:moveTo>
                    <a:pt x="243708" y="146021"/>
                  </a:moveTo>
                  <a:cubicBezTo>
                    <a:pt x="243708" y="131862"/>
                    <a:pt x="232291" y="120353"/>
                    <a:pt x="218245" y="120353"/>
                  </a:cubicBezTo>
                  <a:cubicBezTo>
                    <a:pt x="204199" y="120353"/>
                    <a:pt x="192781" y="131862"/>
                    <a:pt x="192781" y="146021"/>
                  </a:cubicBezTo>
                  <a:cubicBezTo>
                    <a:pt x="192781" y="160181"/>
                    <a:pt x="204199" y="171690"/>
                    <a:pt x="218245" y="171690"/>
                  </a:cubicBezTo>
                  <a:cubicBezTo>
                    <a:pt x="232291" y="171690"/>
                    <a:pt x="243708" y="160181"/>
                    <a:pt x="243708" y="146021"/>
                  </a:cubicBezTo>
                  <a:close/>
                  <a:moveTo>
                    <a:pt x="20330" y="38089"/>
                  </a:moveTo>
                  <a:cubicBezTo>
                    <a:pt x="20330" y="17099"/>
                    <a:pt x="37291" y="0"/>
                    <a:pt x="58114" y="0"/>
                  </a:cubicBezTo>
                  <a:cubicBezTo>
                    <a:pt x="78936" y="0"/>
                    <a:pt x="95898" y="17099"/>
                    <a:pt x="95898" y="38089"/>
                  </a:cubicBezTo>
                  <a:cubicBezTo>
                    <a:pt x="95898" y="52579"/>
                    <a:pt x="87848" y="65165"/>
                    <a:pt x="76020" y="71624"/>
                  </a:cubicBezTo>
                  <a:lnTo>
                    <a:pt x="84111" y="95347"/>
                  </a:lnTo>
                  <a:cubicBezTo>
                    <a:pt x="84111" y="95347"/>
                    <a:pt x="84111" y="95554"/>
                    <a:pt x="84193" y="95636"/>
                  </a:cubicBezTo>
                  <a:cubicBezTo>
                    <a:pt x="84234" y="95843"/>
                    <a:pt x="84316" y="96050"/>
                    <a:pt x="84316" y="96257"/>
                  </a:cubicBezTo>
                  <a:cubicBezTo>
                    <a:pt x="84316" y="96464"/>
                    <a:pt x="84398" y="96671"/>
                    <a:pt x="84398" y="96837"/>
                  </a:cubicBezTo>
                  <a:cubicBezTo>
                    <a:pt x="84398" y="97044"/>
                    <a:pt x="84398" y="97251"/>
                    <a:pt x="84398" y="97458"/>
                  </a:cubicBezTo>
                  <a:cubicBezTo>
                    <a:pt x="84398" y="97665"/>
                    <a:pt x="84398" y="97872"/>
                    <a:pt x="84398" y="98079"/>
                  </a:cubicBezTo>
                  <a:cubicBezTo>
                    <a:pt x="84398" y="98286"/>
                    <a:pt x="84357" y="98452"/>
                    <a:pt x="84316" y="98659"/>
                  </a:cubicBezTo>
                  <a:cubicBezTo>
                    <a:pt x="84275" y="98866"/>
                    <a:pt x="84234" y="99031"/>
                    <a:pt x="84152" y="99238"/>
                  </a:cubicBezTo>
                  <a:cubicBezTo>
                    <a:pt x="84111" y="99445"/>
                    <a:pt x="84029" y="99611"/>
                    <a:pt x="83947" y="99777"/>
                  </a:cubicBezTo>
                  <a:cubicBezTo>
                    <a:pt x="83864" y="99942"/>
                    <a:pt x="83782" y="100149"/>
                    <a:pt x="83700" y="100315"/>
                  </a:cubicBezTo>
                  <a:cubicBezTo>
                    <a:pt x="83618" y="100480"/>
                    <a:pt x="83495" y="100646"/>
                    <a:pt x="83413" y="100812"/>
                  </a:cubicBezTo>
                  <a:cubicBezTo>
                    <a:pt x="83289" y="100977"/>
                    <a:pt x="83166" y="101143"/>
                    <a:pt x="83043" y="101308"/>
                  </a:cubicBezTo>
                  <a:cubicBezTo>
                    <a:pt x="82920" y="101474"/>
                    <a:pt x="82797" y="101598"/>
                    <a:pt x="82632" y="101722"/>
                  </a:cubicBezTo>
                  <a:cubicBezTo>
                    <a:pt x="82468" y="101888"/>
                    <a:pt x="82345" y="102012"/>
                    <a:pt x="82181" y="102136"/>
                  </a:cubicBezTo>
                  <a:cubicBezTo>
                    <a:pt x="82057" y="102261"/>
                    <a:pt x="81893" y="102343"/>
                    <a:pt x="81729" y="102468"/>
                  </a:cubicBezTo>
                  <a:cubicBezTo>
                    <a:pt x="81523" y="102592"/>
                    <a:pt x="81359" y="102716"/>
                    <a:pt x="81154" y="102840"/>
                  </a:cubicBezTo>
                  <a:cubicBezTo>
                    <a:pt x="81072" y="102882"/>
                    <a:pt x="80990" y="102923"/>
                    <a:pt x="80907" y="102964"/>
                  </a:cubicBezTo>
                  <a:cubicBezTo>
                    <a:pt x="64438" y="110748"/>
                    <a:pt x="53801" y="127639"/>
                    <a:pt x="53801" y="145980"/>
                  </a:cubicBezTo>
                  <a:cubicBezTo>
                    <a:pt x="53801" y="153142"/>
                    <a:pt x="55362" y="160015"/>
                    <a:pt x="58401" y="166432"/>
                  </a:cubicBezTo>
                  <a:cubicBezTo>
                    <a:pt x="59880" y="169537"/>
                    <a:pt x="58565" y="173222"/>
                    <a:pt x="55485" y="174712"/>
                  </a:cubicBezTo>
                  <a:cubicBezTo>
                    <a:pt x="54623" y="175126"/>
                    <a:pt x="53719" y="175333"/>
                    <a:pt x="52816" y="175333"/>
                  </a:cubicBezTo>
                  <a:cubicBezTo>
                    <a:pt x="50516" y="175333"/>
                    <a:pt x="48298" y="174050"/>
                    <a:pt x="47271" y="171814"/>
                  </a:cubicBezTo>
                  <a:cubicBezTo>
                    <a:pt x="43452" y="163741"/>
                    <a:pt x="41480" y="155047"/>
                    <a:pt x="41480" y="145980"/>
                  </a:cubicBezTo>
                  <a:cubicBezTo>
                    <a:pt x="41480" y="124741"/>
                    <a:pt x="52816" y="105034"/>
                    <a:pt x="70763" y="94353"/>
                  </a:cubicBezTo>
                  <a:lnTo>
                    <a:pt x="64356" y="75598"/>
                  </a:lnTo>
                  <a:cubicBezTo>
                    <a:pt x="62303" y="75930"/>
                    <a:pt x="60249" y="76178"/>
                    <a:pt x="58073" y="76178"/>
                  </a:cubicBezTo>
                  <a:cubicBezTo>
                    <a:pt x="37250" y="76178"/>
                    <a:pt x="20288" y="59079"/>
                    <a:pt x="20288" y="38089"/>
                  </a:cubicBezTo>
                  <a:close/>
                  <a:moveTo>
                    <a:pt x="32650" y="38089"/>
                  </a:moveTo>
                  <a:cubicBezTo>
                    <a:pt x="32650" y="52248"/>
                    <a:pt x="44068" y="63758"/>
                    <a:pt x="58114" y="63758"/>
                  </a:cubicBezTo>
                  <a:cubicBezTo>
                    <a:pt x="72160" y="63758"/>
                    <a:pt x="83577" y="52248"/>
                    <a:pt x="83577" y="38089"/>
                  </a:cubicBezTo>
                  <a:cubicBezTo>
                    <a:pt x="83577" y="23930"/>
                    <a:pt x="72160" y="12420"/>
                    <a:pt x="58114" y="12420"/>
                  </a:cubicBezTo>
                  <a:cubicBezTo>
                    <a:pt x="44068" y="12420"/>
                    <a:pt x="32650" y="23930"/>
                    <a:pt x="32650" y="3808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91640010-5705-95F2-4CD1-CDE9547D6B98}"/>
              </a:ext>
            </a:extLst>
          </p:cNvPr>
          <p:cNvGrpSpPr/>
          <p:nvPr/>
        </p:nvGrpSpPr>
        <p:grpSpPr>
          <a:xfrm>
            <a:off x="3387423" y="1791511"/>
            <a:ext cx="2400436" cy="2936006"/>
            <a:chOff x="3387423" y="1791511"/>
            <a:chExt cx="2400436" cy="2936006"/>
          </a:xfrm>
        </p:grpSpPr>
        <p:sp>
          <p:nvSpPr>
            <p:cNvPr id="5" name="Google Shape;2041;p3">
              <a:extLst>
                <a:ext uri="{FF2B5EF4-FFF2-40B4-BE49-F238E27FC236}">
                  <a16:creationId xmlns:a16="http://schemas.microsoft.com/office/drawing/2014/main" id="{5C070644-40FB-414C-40A5-95306CC2CBCF}"/>
                </a:ext>
              </a:extLst>
            </p:cNvPr>
            <p:cNvSpPr/>
            <p:nvPr/>
          </p:nvSpPr>
          <p:spPr>
            <a:xfrm>
              <a:off x="3387423" y="1791511"/>
              <a:ext cx="2400436" cy="2936006"/>
            </a:xfrm>
            <a:prstGeom prst="roundRect">
              <a:avLst>
                <a:gd name="adj" fmla="val 8800"/>
              </a:avLst>
            </a:prstGeom>
            <a:solidFill>
              <a:schemeClr val="bg1">
                <a:alpha val="50000"/>
              </a:schemeClr>
            </a:solidFill>
            <a:ln>
              <a:noFill/>
            </a:ln>
          </p:spPr>
          <p:txBody>
            <a:bodyPr spcFirstLastPara="1" wrap="square" lIns="45700" tIns="22850" rIns="45700" bIns="2285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2043;p3">
              <a:extLst>
                <a:ext uri="{FF2B5EF4-FFF2-40B4-BE49-F238E27FC236}">
                  <a16:creationId xmlns:a16="http://schemas.microsoft.com/office/drawing/2014/main" id="{9BB4B5C5-6F78-331A-C525-B7827B43804A}"/>
                </a:ext>
              </a:extLst>
            </p:cNvPr>
            <p:cNvSpPr txBox="1"/>
            <p:nvPr/>
          </p:nvSpPr>
          <p:spPr>
            <a:xfrm>
              <a:off x="3744671" y="3327375"/>
              <a:ext cx="1685940" cy="5847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Arial"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Perimeter Firewalls</a:t>
              </a:r>
              <a:endParaRPr kumimoji="0" sz="2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2044;p3">
              <a:extLst>
                <a:ext uri="{FF2B5EF4-FFF2-40B4-BE49-F238E27FC236}">
                  <a16:creationId xmlns:a16="http://schemas.microsoft.com/office/drawing/2014/main" id="{4855C409-0F69-3406-7972-4BE7F3AC806E}"/>
                </a:ext>
              </a:extLst>
            </p:cNvPr>
            <p:cNvSpPr txBox="1"/>
            <p:nvPr/>
          </p:nvSpPr>
          <p:spPr>
            <a:xfrm>
              <a:off x="3864965" y="2012577"/>
              <a:ext cx="1445352" cy="30771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Firewalls</a:t>
              </a:r>
              <a:endParaRPr kumimoji="0" sz="28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2045;p3">
              <a:extLst>
                <a:ext uri="{FF2B5EF4-FFF2-40B4-BE49-F238E27FC236}">
                  <a16:creationId xmlns:a16="http://schemas.microsoft.com/office/drawing/2014/main" id="{9E7E6510-076A-3CB8-91E9-6287BC9E8B3A}"/>
                </a:ext>
              </a:extLst>
            </p:cNvPr>
            <p:cNvSpPr txBox="1"/>
            <p:nvPr/>
          </p:nvSpPr>
          <p:spPr>
            <a:xfrm>
              <a:off x="3618705" y="4055600"/>
              <a:ext cx="1937873" cy="461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Stateful firewalls with on-box security stack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" name="Google Shape;2046;p3">
              <a:extLst>
                <a:ext uri="{FF2B5EF4-FFF2-40B4-BE49-F238E27FC236}">
                  <a16:creationId xmlns:a16="http://schemas.microsoft.com/office/drawing/2014/main" id="{468DCAD9-8BA3-40ED-DCBD-53D15C19C971}"/>
                </a:ext>
              </a:extLst>
            </p:cNvPr>
            <p:cNvCxnSpPr>
              <a:cxnSpLocks/>
            </p:cNvCxnSpPr>
            <p:nvPr/>
          </p:nvCxnSpPr>
          <p:spPr>
            <a:xfrm>
              <a:off x="3573664" y="2408792"/>
              <a:ext cx="2027955" cy="0"/>
            </a:xfrm>
            <a:prstGeom prst="straightConnector1">
              <a:avLst/>
            </a:prstGeom>
            <a:noFill/>
            <a:ln w="12700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1" name="Google Shape;2079;p3">
              <a:extLst>
                <a:ext uri="{FF2B5EF4-FFF2-40B4-BE49-F238E27FC236}">
                  <a16:creationId xmlns:a16="http://schemas.microsoft.com/office/drawing/2014/main" id="{FDC7724C-9A92-D41D-064A-79C03C9E2CE3}"/>
                </a:ext>
              </a:extLst>
            </p:cNvPr>
            <p:cNvSpPr/>
            <p:nvPr/>
          </p:nvSpPr>
          <p:spPr>
            <a:xfrm>
              <a:off x="4284405" y="2702555"/>
              <a:ext cx="606473" cy="452544"/>
            </a:xfrm>
            <a:custGeom>
              <a:avLst/>
              <a:gdLst/>
              <a:ahLst/>
              <a:cxnLst/>
              <a:rect l="l" t="t" r="r" b="b"/>
              <a:pathLst>
                <a:path w="7911395" h="5903406" extrusionOk="0">
                  <a:moveTo>
                    <a:pt x="5536859" y="5527158"/>
                  </a:moveTo>
                  <a:lnTo>
                    <a:pt x="5543399" y="5527158"/>
                  </a:lnTo>
                  <a:cubicBezTo>
                    <a:pt x="5643393" y="5527158"/>
                    <a:pt x="5731227" y="5608057"/>
                    <a:pt x="5733093" y="5712462"/>
                  </a:cubicBezTo>
                  <a:cubicBezTo>
                    <a:pt x="5734958" y="5816867"/>
                    <a:pt x="5651799" y="5901519"/>
                    <a:pt x="5548996" y="5903406"/>
                  </a:cubicBezTo>
                  <a:cubicBezTo>
                    <a:pt x="5548074" y="5903406"/>
                    <a:pt x="5536859" y="5903406"/>
                    <a:pt x="5536859" y="5903406"/>
                  </a:cubicBezTo>
                  <a:cubicBezTo>
                    <a:pt x="5434056" y="5903406"/>
                    <a:pt x="5349953" y="5818754"/>
                    <a:pt x="5349953" y="5715271"/>
                  </a:cubicBezTo>
                  <a:cubicBezTo>
                    <a:pt x="5349953" y="5611810"/>
                    <a:pt x="5434056" y="5527158"/>
                    <a:pt x="5536859" y="5527158"/>
                  </a:cubicBezTo>
                  <a:close/>
                  <a:moveTo>
                    <a:pt x="4914248" y="5315877"/>
                  </a:moveTo>
                  <a:cubicBezTo>
                    <a:pt x="4961908" y="5311292"/>
                    <a:pt x="5011202" y="5324933"/>
                    <a:pt x="5050916" y="5357854"/>
                  </a:cubicBezTo>
                  <a:lnTo>
                    <a:pt x="5054669" y="5361607"/>
                  </a:lnTo>
                  <a:cubicBezTo>
                    <a:pt x="5135963" y="5426506"/>
                    <a:pt x="5149966" y="5544102"/>
                    <a:pt x="5085505" y="5625923"/>
                  </a:cubicBezTo>
                  <a:cubicBezTo>
                    <a:pt x="5048107" y="5672957"/>
                    <a:pt x="4993918" y="5697406"/>
                    <a:pt x="4938786" y="5697406"/>
                  </a:cubicBezTo>
                  <a:cubicBezTo>
                    <a:pt x="4898600" y="5697406"/>
                    <a:pt x="4857470" y="5684238"/>
                    <a:pt x="4822902" y="5656957"/>
                  </a:cubicBezTo>
                  <a:cubicBezTo>
                    <a:pt x="4821981" y="5656035"/>
                    <a:pt x="4813553" y="5648507"/>
                    <a:pt x="4812631" y="5648507"/>
                  </a:cubicBezTo>
                  <a:cubicBezTo>
                    <a:pt x="4733203" y="5581720"/>
                    <a:pt x="4721987" y="5463203"/>
                    <a:pt x="4787391" y="5383248"/>
                  </a:cubicBezTo>
                  <a:cubicBezTo>
                    <a:pt x="4820565" y="5343270"/>
                    <a:pt x="4866589" y="5320461"/>
                    <a:pt x="4914248" y="5315877"/>
                  </a:cubicBezTo>
                  <a:close/>
                  <a:moveTo>
                    <a:pt x="6162479" y="5306148"/>
                  </a:moveTo>
                  <a:cubicBezTo>
                    <a:pt x="6210136" y="5309673"/>
                    <a:pt x="6256390" y="5331539"/>
                    <a:pt x="6290036" y="5371044"/>
                  </a:cubicBezTo>
                  <a:cubicBezTo>
                    <a:pt x="6357328" y="5450056"/>
                    <a:pt x="6348922" y="5568573"/>
                    <a:pt x="6270415" y="5636304"/>
                  </a:cubicBezTo>
                  <a:cubicBezTo>
                    <a:pt x="6269471" y="5637247"/>
                    <a:pt x="6261065" y="5644775"/>
                    <a:pt x="6260143" y="5644775"/>
                  </a:cubicBezTo>
                  <a:cubicBezTo>
                    <a:pt x="6225554" y="5673922"/>
                    <a:pt x="6183502" y="5688034"/>
                    <a:pt x="6141451" y="5688034"/>
                  </a:cubicBezTo>
                  <a:cubicBezTo>
                    <a:pt x="6088184" y="5688034"/>
                    <a:pt x="6034917" y="5664528"/>
                    <a:pt x="5997540" y="5619382"/>
                  </a:cubicBezTo>
                  <a:cubicBezTo>
                    <a:pt x="5932136" y="5538483"/>
                    <a:pt x="5943352" y="5419966"/>
                    <a:pt x="6022780" y="5354123"/>
                  </a:cubicBezTo>
                  <a:lnTo>
                    <a:pt x="6026511" y="5350348"/>
                  </a:lnTo>
                  <a:lnTo>
                    <a:pt x="6026511" y="5351291"/>
                  </a:lnTo>
                  <a:cubicBezTo>
                    <a:pt x="6065764" y="5317437"/>
                    <a:pt x="6114823" y="5302622"/>
                    <a:pt x="6162479" y="5306148"/>
                  </a:cubicBezTo>
                  <a:close/>
                  <a:moveTo>
                    <a:pt x="420517" y="4976931"/>
                  </a:moveTo>
                  <a:cubicBezTo>
                    <a:pt x="342954" y="4976931"/>
                    <a:pt x="280338" y="5039964"/>
                    <a:pt x="280338" y="5118032"/>
                  </a:cubicBezTo>
                  <a:lnTo>
                    <a:pt x="280338" y="5433134"/>
                  </a:lnTo>
                  <a:cubicBezTo>
                    <a:pt x="280338" y="5511202"/>
                    <a:pt x="342954" y="5574214"/>
                    <a:pt x="420517" y="5574214"/>
                  </a:cubicBezTo>
                  <a:lnTo>
                    <a:pt x="1750301" y="5574214"/>
                  </a:lnTo>
                  <a:cubicBezTo>
                    <a:pt x="1827865" y="5574214"/>
                    <a:pt x="1890482" y="5511202"/>
                    <a:pt x="1890482" y="5433134"/>
                  </a:cubicBezTo>
                  <a:lnTo>
                    <a:pt x="1890482" y="5118032"/>
                  </a:lnTo>
                  <a:cubicBezTo>
                    <a:pt x="1890482" y="5039964"/>
                    <a:pt x="1827865" y="4976931"/>
                    <a:pt x="1750301" y="4976931"/>
                  </a:cubicBezTo>
                  <a:close/>
                  <a:moveTo>
                    <a:pt x="4590491" y="4763552"/>
                  </a:moveTo>
                  <a:cubicBezTo>
                    <a:pt x="4677568" y="4761876"/>
                    <a:pt x="4756783" y="4821245"/>
                    <a:pt x="4778042" y="4910122"/>
                  </a:cubicBezTo>
                  <a:lnTo>
                    <a:pt x="4778042" y="4915763"/>
                  </a:lnTo>
                  <a:lnTo>
                    <a:pt x="4777098" y="4914819"/>
                  </a:lnTo>
                  <a:cubicBezTo>
                    <a:pt x="4802338" y="5015471"/>
                    <a:pt x="4740665" y="5118010"/>
                    <a:pt x="4640672" y="5142460"/>
                  </a:cubicBezTo>
                  <a:cubicBezTo>
                    <a:pt x="4625725" y="5146213"/>
                    <a:pt x="4610757" y="5148100"/>
                    <a:pt x="4595811" y="5148100"/>
                  </a:cubicBezTo>
                  <a:cubicBezTo>
                    <a:pt x="4511707" y="5148100"/>
                    <a:pt x="4435088" y="5090729"/>
                    <a:pt x="4414523" y="5005133"/>
                  </a:cubicBezTo>
                  <a:cubicBezTo>
                    <a:pt x="4414523" y="5004190"/>
                    <a:pt x="4411714" y="4993830"/>
                    <a:pt x="4411714" y="4992909"/>
                  </a:cubicBezTo>
                  <a:cubicBezTo>
                    <a:pt x="4389283" y="4892257"/>
                    <a:pt x="4451900" y="4790661"/>
                    <a:pt x="4552837" y="4768099"/>
                  </a:cubicBezTo>
                  <a:cubicBezTo>
                    <a:pt x="4565452" y="4765276"/>
                    <a:pt x="4578052" y="4763791"/>
                    <a:pt x="4590491" y="4763552"/>
                  </a:cubicBezTo>
                  <a:close/>
                  <a:moveTo>
                    <a:pt x="6487397" y="4753174"/>
                  </a:moveTo>
                  <a:cubicBezTo>
                    <a:pt x="6499772" y="4753983"/>
                    <a:pt x="6512228" y="4756100"/>
                    <a:pt x="6524612" y="4759628"/>
                  </a:cubicBezTo>
                  <a:lnTo>
                    <a:pt x="6523669" y="4760572"/>
                  </a:lnTo>
                  <a:cubicBezTo>
                    <a:pt x="6621797" y="4787853"/>
                    <a:pt x="6681604" y="4886617"/>
                    <a:pt x="6654499" y="4986325"/>
                  </a:cubicBezTo>
                  <a:cubicBezTo>
                    <a:pt x="6654499" y="4987269"/>
                    <a:pt x="6651689" y="4997606"/>
                    <a:pt x="6651689" y="4997606"/>
                  </a:cubicBezTo>
                  <a:cubicBezTo>
                    <a:pt x="6628337" y="5080370"/>
                    <a:pt x="6553583" y="5133988"/>
                    <a:pt x="6472267" y="5133988"/>
                  </a:cubicBezTo>
                  <a:cubicBezTo>
                    <a:pt x="6455455" y="5133988"/>
                    <a:pt x="6437700" y="5131179"/>
                    <a:pt x="6420888" y="5126460"/>
                  </a:cubicBezTo>
                  <a:cubicBezTo>
                    <a:pt x="6321816" y="5097314"/>
                    <a:pt x="6263874" y="4992909"/>
                    <a:pt x="6292845" y="4893201"/>
                  </a:cubicBezTo>
                  <a:cubicBezTo>
                    <a:pt x="6318195" y="4805957"/>
                    <a:pt x="6400778" y="4747513"/>
                    <a:pt x="6487397" y="4753174"/>
                  </a:cubicBezTo>
                  <a:close/>
                  <a:moveTo>
                    <a:pt x="2826810" y="4694750"/>
                  </a:moveTo>
                  <a:lnTo>
                    <a:pt x="3070714" y="4694750"/>
                  </a:lnTo>
                  <a:cubicBezTo>
                    <a:pt x="3148277" y="4694750"/>
                    <a:pt x="3210894" y="4757762"/>
                    <a:pt x="3210894" y="4835852"/>
                  </a:cubicBezTo>
                  <a:cubicBezTo>
                    <a:pt x="3210894" y="4913919"/>
                    <a:pt x="3148277" y="4976931"/>
                    <a:pt x="3070714" y="4976931"/>
                  </a:cubicBezTo>
                  <a:lnTo>
                    <a:pt x="2826810" y="4976931"/>
                  </a:lnTo>
                  <a:cubicBezTo>
                    <a:pt x="2749247" y="4976931"/>
                    <a:pt x="2686631" y="5039964"/>
                    <a:pt x="2686631" y="5118032"/>
                  </a:cubicBezTo>
                  <a:lnTo>
                    <a:pt x="2686631" y="5433134"/>
                  </a:lnTo>
                  <a:cubicBezTo>
                    <a:pt x="2686631" y="5511202"/>
                    <a:pt x="2749247" y="5574214"/>
                    <a:pt x="2826810" y="5574214"/>
                  </a:cubicBezTo>
                  <a:lnTo>
                    <a:pt x="4243507" y="5574214"/>
                  </a:lnTo>
                  <a:cubicBezTo>
                    <a:pt x="4321070" y="5574214"/>
                    <a:pt x="4383687" y="5637247"/>
                    <a:pt x="4383687" y="5715315"/>
                  </a:cubicBezTo>
                  <a:cubicBezTo>
                    <a:pt x="4383687" y="5793383"/>
                    <a:pt x="4321070" y="5856416"/>
                    <a:pt x="4243507" y="5856416"/>
                  </a:cubicBezTo>
                  <a:lnTo>
                    <a:pt x="2826810" y="5856416"/>
                  </a:lnTo>
                  <a:cubicBezTo>
                    <a:pt x="2595065" y="5856416"/>
                    <a:pt x="2406294" y="5666394"/>
                    <a:pt x="2406294" y="5433134"/>
                  </a:cubicBezTo>
                  <a:lnTo>
                    <a:pt x="2406294" y="5118032"/>
                  </a:lnTo>
                  <a:cubicBezTo>
                    <a:pt x="2406294" y="4884751"/>
                    <a:pt x="2595065" y="4694750"/>
                    <a:pt x="2826810" y="4694750"/>
                  </a:cubicBezTo>
                  <a:close/>
                  <a:moveTo>
                    <a:pt x="420517" y="4694750"/>
                  </a:moveTo>
                  <a:lnTo>
                    <a:pt x="1750301" y="4694750"/>
                  </a:lnTo>
                  <a:cubicBezTo>
                    <a:pt x="1982047" y="4694750"/>
                    <a:pt x="2170819" y="4884751"/>
                    <a:pt x="2170819" y="5118032"/>
                  </a:cubicBezTo>
                  <a:lnTo>
                    <a:pt x="2170819" y="5433134"/>
                  </a:lnTo>
                  <a:cubicBezTo>
                    <a:pt x="2170819" y="5666394"/>
                    <a:pt x="1982047" y="5856416"/>
                    <a:pt x="1750301" y="5856416"/>
                  </a:cubicBezTo>
                  <a:lnTo>
                    <a:pt x="420517" y="5856416"/>
                  </a:lnTo>
                  <a:cubicBezTo>
                    <a:pt x="188772" y="5856416"/>
                    <a:pt x="1" y="5666394"/>
                    <a:pt x="1" y="5433134"/>
                  </a:cubicBezTo>
                  <a:lnTo>
                    <a:pt x="1" y="5118032"/>
                  </a:lnTo>
                  <a:cubicBezTo>
                    <a:pt x="1" y="4884751"/>
                    <a:pt x="188772" y="4694750"/>
                    <a:pt x="420517" y="4694750"/>
                  </a:cubicBezTo>
                  <a:close/>
                  <a:moveTo>
                    <a:pt x="6392407" y="4488667"/>
                  </a:moveTo>
                  <a:lnTo>
                    <a:pt x="6392860" y="4488728"/>
                  </a:lnTo>
                  <a:lnTo>
                    <a:pt x="6391916" y="4488728"/>
                  </a:lnTo>
                  <a:close/>
                  <a:moveTo>
                    <a:pt x="4676367" y="4126722"/>
                  </a:moveTo>
                  <a:cubicBezTo>
                    <a:pt x="4688741" y="4127530"/>
                    <a:pt x="4701198" y="4129647"/>
                    <a:pt x="4713582" y="4133175"/>
                  </a:cubicBezTo>
                  <a:cubicBezTo>
                    <a:pt x="4811687" y="4160456"/>
                    <a:pt x="4871495" y="4259221"/>
                    <a:pt x="4844411" y="4358929"/>
                  </a:cubicBezTo>
                  <a:cubicBezTo>
                    <a:pt x="4844411" y="4359872"/>
                    <a:pt x="4841602" y="4370210"/>
                    <a:pt x="4841602" y="4370210"/>
                  </a:cubicBezTo>
                  <a:cubicBezTo>
                    <a:pt x="4818250" y="4452996"/>
                    <a:pt x="4743474" y="4506592"/>
                    <a:pt x="4662180" y="4506592"/>
                  </a:cubicBezTo>
                  <a:lnTo>
                    <a:pt x="4661237" y="4507536"/>
                  </a:lnTo>
                  <a:cubicBezTo>
                    <a:pt x="4644425" y="4507536"/>
                    <a:pt x="4626669" y="4504726"/>
                    <a:pt x="4609857" y="4500008"/>
                  </a:cubicBezTo>
                  <a:cubicBezTo>
                    <a:pt x="4510786" y="4470861"/>
                    <a:pt x="4452844" y="4366457"/>
                    <a:pt x="4481815" y="4266749"/>
                  </a:cubicBezTo>
                  <a:cubicBezTo>
                    <a:pt x="4507164" y="4179504"/>
                    <a:pt x="4589747" y="4121061"/>
                    <a:pt x="4676367" y="4126722"/>
                  </a:cubicBezTo>
                  <a:close/>
                  <a:moveTo>
                    <a:pt x="6379027" y="4107913"/>
                  </a:moveTo>
                  <a:cubicBezTo>
                    <a:pt x="6451437" y="4102308"/>
                    <a:pt x="6523449" y="4140221"/>
                    <a:pt x="6559201" y="4209356"/>
                  </a:cubicBezTo>
                  <a:cubicBezTo>
                    <a:pt x="6605927" y="4301536"/>
                    <a:pt x="6572282" y="4419110"/>
                    <a:pt x="6480694" y="4467087"/>
                  </a:cubicBezTo>
                  <a:cubicBezTo>
                    <a:pt x="6466209" y="4474144"/>
                    <a:pt x="6451493" y="4479554"/>
                    <a:pt x="6436659" y="4483200"/>
                  </a:cubicBezTo>
                  <a:lnTo>
                    <a:pt x="6392407" y="4488667"/>
                  </a:lnTo>
                  <a:lnTo>
                    <a:pt x="6344741" y="4482290"/>
                  </a:lnTo>
                  <a:cubicBezTo>
                    <a:pt x="6297996" y="4469502"/>
                    <a:pt x="6256642" y="4437930"/>
                    <a:pt x="6232116" y="4389963"/>
                  </a:cubicBezTo>
                  <a:lnTo>
                    <a:pt x="6227441" y="4381492"/>
                  </a:lnTo>
                  <a:cubicBezTo>
                    <a:pt x="6179792" y="4289312"/>
                    <a:pt x="6216225" y="4176435"/>
                    <a:pt x="6307813" y="4128479"/>
                  </a:cubicBezTo>
                  <a:cubicBezTo>
                    <a:pt x="6330710" y="4116485"/>
                    <a:pt x="6354891" y="4109781"/>
                    <a:pt x="6379027" y="4107913"/>
                  </a:cubicBezTo>
                  <a:close/>
                  <a:moveTo>
                    <a:pt x="4920087" y="3678860"/>
                  </a:moveTo>
                  <a:lnTo>
                    <a:pt x="4919916" y="3679177"/>
                  </a:lnTo>
                  <a:lnTo>
                    <a:pt x="4919144" y="3679803"/>
                  </a:lnTo>
                  <a:close/>
                  <a:moveTo>
                    <a:pt x="5047405" y="3611135"/>
                  </a:moveTo>
                  <a:cubicBezTo>
                    <a:pt x="5095767" y="3605961"/>
                    <a:pt x="5145763" y="3619129"/>
                    <a:pt x="5185478" y="3652522"/>
                  </a:cubicBezTo>
                  <a:cubicBezTo>
                    <a:pt x="5264906" y="3719309"/>
                    <a:pt x="5277987" y="3834073"/>
                    <a:pt x="5211639" y="3914028"/>
                  </a:cubicBezTo>
                  <a:lnTo>
                    <a:pt x="5206043" y="3921534"/>
                  </a:lnTo>
                  <a:cubicBezTo>
                    <a:pt x="5169588" y="3965759"/>
                    <a:pt x="5116321" y="3988321"/>
                    <a:pt x="5063054" y="3988321"/>
                  </a:cubicBezTo>
                  <a:cubicBezTo>
                    <a:pt x="5021002" y="3988321"/>
                    <a:pt x="4978029" y="3973287"/>
                    <a:pt x="4943440" y="3944118"/>
                  </a:cubicBezTo>
                  <a:cubicBezTo>
                    <a:pt x="4883868" y="3894028"/>
                    <a:pt x="4863198" y="3814840"/>
                    <a:pt x="4884576" y="3744646"/>
                  </a:cubicBezTo>
                  <a:lnTo>
                    <a:pt x="4919916" y="3679177"/>
                  </a:lnTo>
                  <a:lnTo>
                    <a:pt x="4977579" y="3632418"/>
                  </a:lnTo>
                  <a:cubicBezTo>
                    <a:pt x="4999453" y="3620895"/>
                    <a:pt x="5023225" y="3613722"/>
                    <a:pt x="5047405" y="3611135"/>
                  </a:cubicBezTo>
                  <a:close/>
                  <a:moveTo>
                    <a:pt x="6003400" y="3591405"/>
                  </a:moveTo>
                  <a:cubicBezTo>
                    <a:pt x="6051059" y="3595635"/>
                    <a:pt x="6097083" y="3618208"/>
                    <a:pt x="6130257" y="3658186"/>
                  </a:cubicBezTo>
                  <a:cubicBezTo>
                    <a:pt x="6196605" y="3738141"/>
                    <a:pt x="6189142" y="3860411"/>
                    <a:pt x="6109692" y="3927198"/>
                  </a:cubicBezTo>
                  <a:cubicBezTo>
                    <a:pt x="6073259" y="3957310"/>
                    <a:pt x="6030263" y="3972344"/>
                    <a:pt x="5987290" y="3972344"/>
                  </a:cubicBezTo>
                  <a:cubicBezTo>
                    <a:pt x="5935889" y="3972344"/>
                    <a:pt x="5885431" y="3950725"/>
                    <a:pt x="5848976" y="3907445"/>
                  </a:cubicBezTo>
                  <a:lnTo>
                    <a:pt x="5843379" y="3899917"/>
                  </a:lnTo>
                  <a:cubicBezTo>
                    <a:pt x="5777032" y="3819983"/>
                    <a:pt x="5787303" y="3701466"/>
                    <a:pt x="5866732" y="3634680"/>
                  </a:cubicBezTo>
                  <a:cubicBezTo>
                    <a:pt x="5906446" y="3601287"/>
                    <a:pt x="5955740" y="3587174"/>
                    <a:pt x="6003400" y="3591405"/>
                  </a:cubicBezTo>
                  <a:close/>
                  <a:moveTo>
                    <a:pt x="1624126" y="3205757"/>
                  </a:moveTo>
                  <a:lnTo>
                    <a:pt x="2733380" y="3205757"/>
                  </a:lnTo>
                  <a:cubicBezTo>
                    <a:pt x="2810943" y="3205757"/>
                    <a:pt x="2873537" y="3268769"/>
                    <a:pt x="2873537" y="3346858"/>
                  </a:cubicBezTo>
                  <a:cubicBezTo>
                    <a:pt x="2873537" y="3424926"/>
                    <a:pt x="2810943" y="3487937"/>
                    <a:pt x="2733380" y="3487937"/>
                  </a:cubicBezTo>
                  <a:lnTo>
                    <a:pt x="1624126" y="3487937"/>
                  </a:lnTo>
                  <a:cubicBezTo>
                    <a:pt x="1546563" y="3487937"/>
                    <a:pt x="1483946" y="3550971"/>
                    <a:pt x="1483946" y="3629039"/>
                  </a:cubicBezTo>
                  <a:lnTo>
                    <a:pt x="1483946" y="3944141"/>
                  </a:lnTo>
                  <a:cubicBezTo>
                    <a:pt x="1483946" y="4022209"/>
                    <a:pt x="1546563" y="4085220"/>
                    <a:pt x="1624126" y="4085220"/>
                  </a:cubicBezTo>
                  <a:lnTo>
                    <a:pt x="2816539" y="4085220"/>
                  </a:lnTo>
                  <a:cubicBezTo>
                    <a:pt x="2894102" y="4085220"/>
                    <a:pt x="2956719" y="4148254"/>
                    <a:pt x="2956719" y="4226321"/>
                  </a:cubicBezTo>
                  <a:cubicBezTo>
                    <a:pt x="2956719" y="4304389"/>
                    <a:pt x="2894102" y="4367423"/>
                    <a:pt x="2816539" y="4367423"/>
                  </a:cubicBezTo>
                  <a:lnTo>
                    <a:pt x="1624126" y="4367423"/>
                  </a:lnTo>
                  <a:cubicBezTo>
                    <a:pt x="1392380" y="4367423"/>
                    <a:pt x="1203609" y="4177400"/>
                    <a:pt x="1203609" y="3944141"/>
                  </a:cubicBezTo>
                  <a:lnTo>
                    <a:pt x="1203609" y="3629039"/>
                  </a:lnTo>
                  <a:cubicBezTo>
                    <a:pt x="1203609" y="3395757"/>
                    <a:pt x="1392380" y="3205757"/>
                    <a:pt x="1624126" y="3205757"/>
                  </a:cubicBezTo>
                  <a:close/>
                  <a:moveTo>
                    <a:pt x="140181" y="3205757"/>
                  </a:moveTo>
                  <a:lnTo>
                    <a:pt x="546672" y="3205757"/>
                  </a:lnTo>
                  <a:cubicBezTo>
                    <a:pt x="778439" y="3205757"/>
                    <a:pt x="967189" y="3395757"/>
                    <a:pt x="967189" y="3629039"/>
                  </a:cubicBezTo>
                  <a:lnTo>
                    <a:pt x="967189" y="3944141"/>
                  </a:lnTo>
                  <a:cubicBezTo>
                    <a:pt x="967189" y="4177400"/>
                    <a:pt x="778439" y="4367423"/>
                    <a:pt x="546672" y="4367423"/>
                  </a:cubicBezTo>
                  <a:lnTo>
                    <a:pt x="140181" y="4367423"/>
                  </a:lnTo>
                  <a:cubicBezTo>
                    <a:pt x="62618" y="4367423"/>
                    <a:pt x="1" y="4304389"/>
                    <a:pt x="1" y="4226321"/>
                  </a:cubicBezTo>
                  <a:cubicBezTo>
                    <a:pt x="1" y="4148254"/>
                    <a:pt x="62618" y="4085220"/>
                    <a:pt x="140181" y="4085220"/>
                  </a:cubicBezTo>
                  <a:lnTo>
                    <a:pt x="546672" y="4085220"/>
                  </a:lnTo>
                  <a:cubicBezTo>
                    <a:pt x="624235" y="4085220"/>
                    <a:pt x="686852" y="4022209"/>
                    <a:pt x="686852" y="3944141"/>
                  </a:cubicBezTo>
                  <a:lnTo>
                    <a:pt x="686852" y="3629039"/>
                  </a:lnTo>
                  <a:cubicBezTo>
                    <a:pt x="686852" y="3550971"/>
                    <a:pt x="624235" y="3487937"/>
                    <a:pt x="546672" y="3487937"/>
                  </a:cubicBezTo>
                  <a:lnTo>
                    <a:pt x="140181" y="3487937"/>
                  </a:lnTo>
                  <a:cubicBezTo>
                    <a:pt x="62618" y="3487937"/>
                    <a:pt x="1" y="3424926"/>
                    <a:pt x="1" y="3346858"/>
                  </a:cubicBezTo>
                  <a:cubicBezTo>
                    <a:pt x="1" y="3268769"/>
                    <a:pt x="62618" y="3205757"/>
                    <a:pt x="140181" y="3205757"/>
                  </a:cubicBezTo>
                  <a:close/>
                  <a:moveTo>
                    <a:pt x="5507888" y="3158723"/>
                  </a:moveTo>
                  <a:cubicBezTo>
                    <a:pt x="5510697" y="3158723"/>
                    <a:pt x="5522834" y="3158723"/>
                    <a:pt x="5525643" y="3158723"/>
                  </a:cubicBezTo>
                  <a:cubicBezTo>
                    <a:pt x="5629368" y="3158723"/>
                    <a:pt x="5714415" y="3243375"/>
                    <a:pt x="5714415" y="3346836"/>
                  </a:cubicBezTo>
                  <a:cubicBezTo>
                    <a:pt x="5714415" y="3450319"/>
                    <a:pt x="5632177" y="3534971"/>
                    <a:pt x="5529374" y="3534971"/>
                  </a:cubicBezTo>
                  <a:lnTo>
                    <a:pt x="5526587" y="3534971"/>
                  </a:lnTo>
                  <a:lnTo>
                    <a:pt x="5525643" y="3534971"/>
                  </a:lnTo>
                  <a:cubicBezTo>
                    <a:pt x="5423784" y="3534971"/>
                    <a:pt x="5335950" y="3453128"/>
                    <a:pt x="5334063" y="3350611"/>
                  </a:cubicBezTo>
                  <a:cubicBezTo>
                    <a:pt x="5331275" y="3248072"/>
                    <a:pt x="5406029" y="3163420"/>
                    <a:pt x="5507888" y="3158723"/>
                  </a:cubicBezTo>
                  <a:close/>
                  <a:moveTo>
                    <a:pt x="420517" y="1998023"/>
                  </a:moveTo>
                  <a:cubicBezTo>
                    <a:pt x="342954" y="1998023"/>
                    <a:pt x="280337" y="2061057"/>
                    <a:pt x="280337" y="2139125"/>
                  </a:cubicBezTo>
                  <a:lnTo>
                    <a:pt x="280337" y="2454227"/>
                  </a:lnTo>
                  <a:cubicBezTo>
                    <a:pt x="280337" y="2532295"/>
                    <a:pt x="342954" y="2595306"/>
                    <a:pt x="420517" y="2595306"/>
                  </a:cubicBezTo>
                  <a:lnTo>
                    <a:pt x="1750301" y="2595306"/>
                  </a:lnTo>
                  <a:cubicBezTo>
                    <a:pt x="1827865" y="2595306"/>
                    <a:pt x="1890481" y="2532295"/>
                    <a:pt x="1890481" y="2454227"/>
                  </a:cubicBezTo>
                  <a:lnTo>
                    <a:pt x="1890481" y="2139125"/>
                  </a:lnTo>
                  <a:cubicBezTo>
                    <a:pt x="1890481" y="2061057"/>
                    <a:pt x="1827865" y="1998023"/>
                    <a:pt x="1750301" y="1998023"/>
                  </a:cubicBezTo>
                  <a:close/>
                  <a:moveTo>
                    <a:pt x="2826810" y="1715843"/>
                  </a:moveTo>
                  <a:lnTo>
                    <a:pt x="3234246" y="1715843"/>
                  </a:lnTo>
                  <a:cubicBezTo>
                    <a:pt x="3311809" y="1715843"/>
                    <a:pt x="3374426" y="1778855"/>
                    <a:pt x="3374426" y="1856944"/>
                  </a:cubicBezTo>
                  <a:cubicBezTo>
                    <a:pt x="3374426" y="1935012"/>
                    <a:pt x="3311809" y="1998023"/>
                    <a:pt x="3234246" y="1998023"/>
                  </a:cubicBezTo>
                  <a:lnTo>
                    <a:pt x="2826810" y="1998023"/>
                  </a:lnTo>
                  <a:cubicBezTo>
                    <a:pt x="2749247" y="1998023"/>
                    <a:pt x="2686631" y="2061057"/>
                    <a:pt x="2686631" y="2139125"/>
                  </a:cubicBezTo>
                  <a:lnTo>
                    <a:pt x="2686631" y="2454227"/>
                  </a:lnTo>
                  <a:cubicBezTo>
                    <a:pt x="2686631" y="2532295"/>
                    <a:pt x="2749247" y="2595306"/>
                    <a:pt x="2826810" y="2595306"/>
                  </a:cubicBezTo>
                  <a:lnTo>
                    <a:pt x="2854859" y="2595306"/>
                  </a:lnTo>
                  <a:cubicBezTo>
                    <a:pt x="2932422" y="2595306"/>
                    <a:pt x="2995017" y="2658340"/>
                    <a:pt x="2995017" y="2736408"/>
                  </a:cubicBezTo>
                  <a:cubicBezTo>
                    <a:pt x="2995017" y="2814476"/>
                    <a:pt x="2932422" y="2877509"/>
                    <a:pt x="2854859" y="2877509"/>
                  </a:cubicBezTo>
                  <a:lnTo>
                    <a:pt x="2826810" y="2877509"/>
                  </a:lnTo>
                  <a:cubicBezTo>
                    <a:pt x="2595065" y="2877509"/>
                    <a:pt x="2406294" y="2687487"/>
                    <a:pt x="2406294" y="2454227"/>
                  </a:cubicBezTo>
                  <a:lnTo>
                    <a:pt x="2406294" y="2139125"/>
                  </a:lnTo>
                  <a:cubicBezTo>
                    <a:pt x="2406294" y="1905843"/>
                    <a:pt x="2595065" y="1715843"/>
                    <a:pt x="2826810" y="1715843"/>
                  </a:cubicBezTo>
                  <a:close/>
                  <a:moveTo>
                    <a:pt x="420517" y="1715843"/>
                  </a:moveTo>
                  <a:lnTo>
                    <a:pt x="1750301" y="1715843"/>
                  </a:lnTo>
                  <a:cubicBezTo>
                    <a:pt x="1982047" y="1715843"/>
                    <a:pt x="2170818" y="1905843"/>
                    <a:pt x="2170818" y="2139125"/>
                  </a:cubicBezTo>
                  <a:lnTo>
                    <a:pt x="2170818" y="2454227"/>
                  </a:lnTo>
                  <a:cubicBezTo>
                    <a:pt x="2170818" y="2687487"/>
                    <a:pt x="1982047" y="2877509"/>
                    <a:pt x="1750301" y="2877509"/>
                  </a:cubicBezTo>
                  <a:lnTo>
                    <a:pt x="420517" y="2877509"/>
                  </a:lnTo>
                  <a:cubicBezTo>
                    <a:pt x="188772" y="2877509"/>
                    <a:pt x="0" y="2687487"/>
                    <a:pt x="0" y="2454227"/>
                  </a:cubicBezTo>
                  <a:lnTo>
                    <a:pt x="0" y="2139125"/>
                  </a:lnTo>
                  <a:cubicBezTo>
                    <a:pt x="0" y="1905843"/>
                    <a:pt x="188772" y="1715843"/>
                    <a:pt x="420517" y="1715843"/>
                  </a:cubicBezTo>
                  <a:close/>
                  <a:moveTo>
                    <a:pt x="5926649" y="129"/>
                  </a:moveTo>
                  <a:cubicBezTo>
                    <a:pt x="5960640" y="1306"/>
                    <a:pt x="5994280" y="10480"/>
                    <a:pt x="6024645" y="27413"/>
                  </a:cubicBezTo>
                  <a:cubicBezTo>
                    <a:pt x="6085396" y="61278"/>
                    <a:pt x="6125582" y="121458"/>
                    <a:pt x="6133988" y="192020"/>
                  </a:cubicBezTo>
                  <a:cubicBezTo>
                    <a:pt x="6178849" y="548515"/>
                    <a:pt x="6444240" y="1003753"/>
                    <a:pt x="6923620" y="1547440"/>
                  </a:cubicBezTo>
                  <a:lnTo>
                    <a:pt x="6922698" y="1546496"/>
                  </a:lnTo>
                  <a:cubicBezTo>
                    <a:pt x="7362836" y="2046901"/>
                    <a:pt x="7911395" y="2668655"/>
                    <a:pt x="7911395" y="3567871"/>
                  </a:cubicBezTo>
                  <a:cubicBezTo>
                    <a:pt x="7911395" y="4134120"/>
                    <a:pt x="7648792" y="4713537"/>
                    <a:pt x="7189954" y="5157516"/>
                  </a:cubicBezTo>
                  <a:cubicBezTo>
                    <a:pt x="7162849" y="5183854"/>
                    <a:pt x="7129226" y="5197022"/>
                    <a:pt x="7092770" y="5197022"/>
                  </a:cubicBezTo>
                  <a:cubicBezTo>
                    <a:pt x="7056337" y="5197022"/>
                    <a:pt x="7018938" y="5182910"/>
                    <a:pt x="6991855" y="5153741"/>
                  </a:cubicBezTo>
                  <a:cubicBezTo>
                    <a:pt x="6937644" y="5097314"/>
                    <a:pt x="6939510" y="5007943"/>
                    <a:pt x="6995586" y="4954325"/>
                  </a:cubicBezTo>
                  <a:cubicBezTo>
                    <a:pt x="7399291" y="4563042"/>
                    <a:pt x="7631036" y="4057940"/>
                    <a:pt x="7631036" y="3567871"/>
                  </a:cubicBezTo>
                  <a:cubicBezTo>
                    <a:pt x="7631036" y="2774925"/>
                    <a:pt x="7143228" y="2221845"/>
                    <a:pt x="6713362" y="1733686"/>
                  </a:cubicBezTo>
                  <a:cubicBezTo>
                    <a:pt x="6226497" y="1181529"/>
                    <a:pt x="5948948" y="716876"/>
                    <a:pt x="5869519" y="318065"/>
                  </a:cubicBezTo>
                  <a:cubicBezTo>
                    <a:pt x="5866710" y="319931"/>
                    <a:pt x="5863923" y="321818"/>
                    <a:pt x="5860170" y="323706"/>
                  </a:cubicBezTo>
                  <a:cubicBezTo>
                    <a:pt x="5647124" y="452560"/>
                    <a:pt x="4962138" y="943572"/>
                    <a:pt x="5104183" y="1871956"/>
                  </a:cubicBezTo>
                  <a:cubicBezTo>
                    <a:pt x="5167722" y="2283935"/>
                    <a:pt x="5056513" y="2579284"/>
                    <a:pt x="4792988" y="2710026"/>
                  </a:cubicBezTo>
                  <a:cubicBezTo>
                    <a:pt x="4767748" y="2722252"/>
                    <a:pt x="4701401" y="2745779"/>
                    <a:pt x="4632266" y="2755173"/>
                  </a:cubicBezTo>
                  <a:cubicBezTo>
                    <a:pt x="4564974" y="2763645"/>
                    <a:pt x="4495817" y="2759891"/>
                    <a:pt x="4468712" y="2755173"/>
                  </a:cubicBezTo>
                  <a:cubicBezTo>
                    <a:pt x="4190240" y="2707217"/>
                    <a:pt x="3989332" y="2471127"/>
                    <a:pt x="3979982" y="2180474"/>
                  </a:cubicBezTo>
                  <a:cubicBezTo>
                    <a:pt x="3979982" y="2143777"/>
                    <a:pt x="3979038" y="2109912"/>
                    <a:pt x="3979038" y="2077935"/>
                  </a:cubicBezTo>
                  <a:cubicBezTo>
                    <a:pt x="3633275" y="2506857"/>
                    <a:pt x="3436098" y="3043016"/>
                    <a:pt x="3436098" y="3566928"/>
                  </a:cubicBezTo>
                  <a:cubicBezTo>
                    <a:pt x="3436098" y="4056996"/>
                    <a:pt x="3667865" y="4562099"/>
                    <a:pt x="4071569" y="4953404"/>
                  </a:cubicBezTo>
                  <a:cubicBezTo>
                    <a:pt x="4127624" y="5007000"/>
                    <a:pt x="4128567" y="5096370"/>
                    <a:pt x="4075301" y="5152798"/>
                  </a:cubicBezTo>
                  <a:cubicBezTo>
                    <a:pt x="4022034" y="5209247"/>
                    <a:pt x="3933255" y="5210191"/>
                    <a:pt x="3877179" y="5156573"/>
                  </a:cubicBezTo>
                  <a:cubicBezTo>
                    <a:pt x="3418342" y="4712594"/>
                    <a:pt x="3155761" y="4133176"/>
                    <a:pt x="3155761" y="3566928"/>
                  </a:cubicBezTo>
                  <a:cubicBezTo>
                    <a:pt x="3155761" y="2917915"/>
                    <a:pt x="3409936" y="2280182"/>
                    <a:pt x="3871583" y="1772248"/>
                  </a:cubicBezTo>
                  <a:cubicBezTo>
                    <a:pt x="3939796" y="1704518"/>
                    <a:pt x="4034193" y="1685708"/>
                    <a:pt x="4117352" y="1720518"/>
                  </a:cubicBezTo>
                  <a:cubicBezTo>
                    <a:pt x="4196781" y="1753439"/>
                    <a:pt x="4250048" y="1829619"/>
                    <a:pt x="4252857" y="1916159"/>
                  </a:cubicBezTo>
                  <a:cubicBezTo>
                    <a:pt x="4260319" y="1993282"/>
                    <a:pt x="4261263" y="2111800"/>
                    <a:pt x="4261263" y="2176699"/>
                  </a:cubicBezTo>
                  <a:cubicBezTo>
                    <a:pt x="4265938" y="2327194"/>
                    <a:pt x="4371528" y="2453239"/>
                    <a:pt x="4517304" y="2478632"/>
                  </a:cubicBezTo>
                  <a:cubicBezTo>
                    <a:pt x="4523866" y="2479576"/>
                    <a:pt x="4561243" y="2481464"/>
                    <a:pt x="4594867" y="2476767"/>
                  </a:cubicBezTo>
                  <a:cubicBezTo>
                    <a:pt x="4628512" y="2472048"/>
                    <a:pt x="4664967" y="2459823"/>
                    <a:pt x="4673373" y="2456070"/>
                  </a:cubicBezTo>
                  <a:cubicBezTo>
                    <a:pt x="4855605" y="2365778"/>
                    <a:pt x="4858414" y="2115575"/>
                    <a:pt x="4828499" y="1921799"/>
                  </a:cubicBezTo>
                  <a:cubicBezTo>
                    <a:pt x="4659349" y="813752"/>
                    <a:pt x="5465815" y="234335"/>
                    <a:pt x="5717203" y="82896"/>
                  </a:cubicBezTo>
                  <a:cubicBezTo>
                    <a:pt x="5756445" y="59390"/>
                    <a:pt x="5809712" y="28356"/>
                    <a:pt x="5826546" y="20828"/>
                  </a:cubicBezTo>
                  <a:cubicBezTo>
                    <a:pt x="5858315" y="5772"/>
                    <a:pt x="5892657" y="-1048"/>
                    <a:pt x="5926649" y="12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79A09EB-3E5C-753F-12C7-9B8FF130AC92}"/>
              </a:ext>
            </a:extLst>
          </p:cNvPr>
          <p:cNvGrpSpPr/>
          <p:nvPr/>
        </p:nvGrpSpPr>
        <p:grpSpPr>
          <a:xfrm>
            <a:off x="370705" y="1800037"/>
            <a:ext cx="2400436" cy="2936005"/>
            <a:chOff x="370705" y="1800037"/>
            <a:chExt cx="2400436" cy="2936005"/>
          </a:xfrm>
        </p:grpSpPr>
        <p:sp>
          <p:nvSpPr>
            <p:cNvPr id="35" name="Google Shape;2073;p3">
              <a:extLst>
                <a:ext uri="{FF2B5EF4-FFF2-40B4-BE49-F238E27FC236}">
                  <a16:creationId xmlns:a16="http://schemas.microsoft.com/office/drawing/2014/main" id="{CB004A5F-4917-CD0E-3E40-25AB95350E62}"/>
                </a:ext>
              </a:extLst>
            </p:cNvPr>
            <p:cNvSpPr/>
            <p:nvPr/>
          </p:nvSpPr>
          <p:spPr>
            <a:xfrm>
              <a:off x="370705" y="1800037"/>
              <a:ext cx="2400436" cy="2936005"/>
            </a:xfrm>
            <a:prstGeom prst="roundRect">
              <a:avLst>
                <a:gd name="adj" fmla="val 8800"/>
              </a:avLst>
            </a:prstGeom>
            <a:solidFill>
              <a:schemeClr val="bg1">
                <a:alpha val="30000"/>
              </a:schemeClr>
            </a:solidFill>
            <a:ln>
              <a:noFill/>
            </a:ln>
          </p:spPr>
          <p:txBody>
            <a:bodyPr spcFirstLastPara="1" wrap="square" lIns="45700" tIns="22850" rIns="45700" bIns="2285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2075;p3">
              <a:extLst>
                <a:ext uri="{FF2B5EF4-FFF2-40B4-BE49-F238E27FC236}">
                  <a16:creationId xmlns:a16="http://schemas.microsoft.com/office/drawing/2014/main" id="{7CB9BCAE-34C7-ED7F-DD40-14062D7669C4}"/>
                </a:ext>
              </a:extLst>
            </p:cNvPr>
            <p:cNvSpPr txBox="1"/>
            <p:nvPr/>
          </p:nvSpPr>
          <p:spPr>
            <a:xfrm>
              <a:off x="556946" y="2020729"/>
              <a:ext cx="2027955" cy="30771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Secure Router</a:t>
              </a:r>
              <a:endParaRPr kumimoji="0" sz="28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2076;p3">
              <a:extLst>
                <a:ext uri="{FF2B5EF4-FFF2-40B4-BE49-F238E27FC236}">
                  <a16:creationId xmlns:a16="http://schemas.microsoft.com/office/drawing/2014/main" id="{5D74944C-D98D-8482-BD3D-1554B3FB972E}"/>
                </a:ext>
              </a:extLst>
            </p:cNvPr>
            <p:cNvSpPr txBox="1"/>
            <p:nvPr/>
          </p:nvSpPr>
          <p:spPr>
            <a:xfrm>
              <a:off x="507827" y="4055600"/>
              <a:ext cx="2126193" cy="461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WAN termination, Inbound ACLs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2077;p3">
              <a:extLst>
                <a:ext uri="{FF2B5EF4-FFF2-40B4-BE49-F238E27FC236}">
                  <a16:creationId xmlns:a16="http://schemas.microsoft.com/office/drawing/2014/main" id="{31F10E87-F4ED-B825-6AB5-D18E9714C016}"/>
                </a:ext>
              </a:extLst>
            </p:cNvPr>
            <p:cNvSpPr txBox="1"/>
            <p:nvPr/>
          </p:nvSpPr>
          <p:spPr>
            <a:xfrm>
              <a:off x="755989" y="3327375"/>
              <a:ext cx="1629868" cy="5847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Arial"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WAN Routing with ACLs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0" name="Google Shape;2078;p3">
              <a:extLst>
                <a:ext uri="{FF2B5EF4-FFF2-40B4-BE49-F238E27FC236}">
                  <a16:creationId xmlns:a16="http://schemas.microsoft.com/office/drawing/2014/main" id="{3BDF1040-9A17-BBBF-7747-A0D1C06C3DF0}"/>
                </a:ext>
              </a:extLst>
            </p:cNvPr>
            <p:cNvCxnSpPr>
              <a:cxnSpLocks/>
            </p:cNvCxnSpPr>
            <p:nvPr/>
          </p:nvCxnSpPr>
          <p:spPr>
            <a:xfrm>
              <a:off x="556946" y="2416944"/>
              <a:ext cx="2027955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2" name="Google Shape;2080;p3">
              <a:extLst>
                <a:ext uri="{FF2B5EF4-FFF2-40B4-BE49-F238E27FC236}">
                  <a16:creationId xmlns:a16="http://schemas.microsoft.com/office/drawing/2014/main" id="{445C4356-EED3-9D11-C678-2FB5BDB2D4D3}"/>
                </a:ext>
              </a:extLst>
            </p:cNvPr>
            <p:cNvSpPr/>
            <p:nvPr/>
          </p:nvSpPr>
          <p:spPr>
            <a:xfrm>
              <a:off x="1202899" y="2727969"/>
              <a:ext cx="736049" cy="401716"/>
            </a:xfrm>
            <a:custGeom>
              <a:avLst/>
              <a:gdLst/>
              <a:ahLst/>
              <a:cxnLst/>
              <a:rect l="l" t="t" r="r" b="b"/>
              <a:pathLst>
                <a:path w="8070958" h="4404912" extrusionOk="0">
                  <a:moveTo>
                    <a:pt x="2110818" y="3632804"/>
                  </a:moveTo>
                  <a:cubicBezTo>
                    <a:pt x="2153151" y="3632804"/>
                    <a:pt x="2195586" y="3647738"/>
                    <a:pt x="2226044" y="3677607"/>
                  </a:cubicBezTo>
                  <a:cubicBezTo>
                    <a:pt x="2256102" y="3707465"/>
                    <a:pt x="2273154" y="3748639"/>
                    <a:pt x="2273154" y="3791436"/>
                  </a:cubicBezTo>
                  <a:cubicBezTo>
                    <a:pt x="2273154" y="3834211"/>
                    <a:pt x="2256102" y="3876185"/>
                    <a:pt x="2226044" y="3906043"/>
                  </a:cubicBezTo>
                  <a:cubicBezTo>
                    <a:pt x="2195186" y="3935923"/>
                    <a:pt x="2152945" y="3952864"/>
                    <a:pt x="2110726" y="3952864"/>
                  </a:cubicBezTo>
                  <a:cubicBezTo>
                    <a:pt x="2068485" y="3952864"/>
                    <a:pt x="2026266" y="3935923"/>
                    <a:pt x="1996208" y="3906043"/>
                  </a:cubicBezTo>
                  <a:cubicBezTo>
                    <a:pt x="1966172" y="3876185"/>
                    <a:pt x="1948297" y="3833411"/>
                    <a:pt x="1948297" y="3791436"/>
                  </a:cubicBezTo>
                  <a:cubicBezTo>
                    <a:pt x="1948297" y="3749462"/>
                    <a:pt x="1966172" y="3707465"/>
                    <a:pt x="1996208" y="3677607"/>
                  </a:cubicBezTo>
                  <a:cubicBezTo>
                    <a:pt x="2026255" y="3647738"/>
                    <a:pt x="2068485" y="3632804"/>
                    <a:pt x="2110818" y="3632804"/>
                  </a:cubicBezTo>
                  <a:close/>
                  <a:moveTo>
                    <a:pt x="719138" y="3632549"/>
                  </a:moveTo>
                  <a:cubicBezTo>
                    <a:pt x="761370" y="3632449"/>
                    <a:pt x="803606" y="3647383"/>
                    <a:pt x="834064" y="3677652"/>
                  </a:cubicBezTo>
                  <a:cubicBezTo>
                    <a:pt x="864099" y="3707510"/>
                    <a:pt x="881974" y="3748684"/>
                    <a:pt x="881974" y="3791459"/>
                  </a:cubicBezTo>
                  <a:cubicBezTo>
                    <a:pt x="881974" y="3834234"/>
                    <a:pt x="864099" y="3875408"/>
                    <a:pt x="834064" y="3906088"/>
                  </a:cubicBezTo>
                  <a:cubicBezTo>
                    <a:pt x="826750" y="3913358"/>
                    <a:pt x="818612" y="3919806"/>
                    <a:pt x="809697" y="3926275"/>
                  </a:cubicBezTo>
                  <a:cubicBezTo>
                    <a:pt x="800760" y="3931922"/>
                    <a:pt x="791000" y="3936769"/>
                    <a:pt x="781263" y="3940793"/>
                  </a:cubicBezTo>
                  <a:cubicBezTo>
                    <a:pt x="771524" y="3944839"/>
                    <a:pt x="761764" y="3948063"/>
                    <a:pt x="751226" y="3949686"/>
                  </a:cubicBezTo>
                  <a:cubicBezTo>
                    <a:pt x="740666" y="3952909"/>
                    <a:pt x="730106" y="3952909"/>
                    <a:pt x="719546" y="3952909"/>
                  </a:cubicBezTo>
                  <a:cubicBezTo>
                    <a:pt x="676504" y="3952909"/>
                    <a:pt x="634263" y="3935946"/>
                    <a:pt x="604227" y="3906088"/>
                  </a:cubicBezTo>
                  <a:cubicBezTo>
                    <a:pt x="574169" y="3875408"/>
                    <a:pt x="557117" y="3833434"/>
                    <a:pt x="557117" y="3791459"/>
                  </a:cubicBezTo>
                  <a:cubicBezTo>
                    <a:pt x="557117" y="3749485"/>
                    <a:pt x="574169" y="3707510"/>
                    <a:pt x="604227" y="3677652"/>
                  </a:cubicBezTo>
                  <a:cubicBezTo>
                    <a:pt x="634675" y="3647783"/>
                    <a:pt x="676904" y="3632649"/>
                    <a:pt x="719138" y="3632549"/>
                  </a:cubicBezTo>
                  <a:close/>
                  <a:moveTo>
                    <a:pt x="3836893" y="3632226"/>
                  </a:moveTo>
                  <a:cubicBezTo>
                    <a:pt x="3879126" y="3632226"/>
                    <a:pt x="3921362" y="3647360"/>
                    <a:pt x="3951820" y="3677629"/>
                  </a:cubicBezTo>
                  <a:cubicBezTo>
                    <a:pt x="3981856" y="3707509"/>
                    <a:pt x="3999730" y="3748661"/>
                    <a:pt x="3999730" y="3791458"/>
                  </a:cubicBezTo>
                  <a:cubicBezTo>
                    <a:pt x="3999730" y="3834233"/>
                    <a:pt x="3981856" y="3875407"/>
                    <a:pt x="3951820" y="3906065"/>
                  </a:cubicBezTo>
                  <a:cubicBezTo>
                    <a:pt x="3921762" y="3935945"/>
                    <a:pt x="3880343" y="3952886"/>
                    <a:pt x="3837302" y="3952886"/>
                  </a:cubicBezTo>
                  <a:cubicBezTo>
                    <a:pt x="3794260" y="3952886"/>
                    <a:pt x="3752019" y="3935945"/>
                    <a:pt x="3721983" y="3906065"/>
                  </a:cubicBezTo>
                  <a:cubicBezTo>
                    <a:pt x="3691925" y="3875407"/>
                    <a:pt x="3674873" y="3833433"/>
                    <a:pt x="3674873" y="3791458"/>
                  </a:cubicBezTo>
                  <a:cubicBezTo>
                    <a:pt x="3674873" y="3749484"/>
                    <a:pt x="3691925" y="3707509"/>
                    <a:pt x="3721983" y="3677629"/>
                  </a:cubicBezTo>
                  <a:cubicBezTo>
                    <a:pt x="3752430" y="3647360"/>
                    <a:pt x="3794660" y="3632226"/>
                    <a:pt x="3836893" y="3632226"/>
                  </a:cubicBezTo>
                  <a:close/>
                  <a:moveTo>
                    <a:pt x="3273785" y="3632226"/>
                  </a:moveTo>
                  <a:cubicBezTo>
                    <a:pt x="3316118" y="3632226"/>
                    <a:pt x="3358553" y="3647360"/>
                    <a:pt x="3389011" y="3677629"/>
                  </a:cubicBezTo>
                  <a:cubicBezTo>
                    <a:pt x="3396326" y="3684899"/>
                    <a:pt x="3402818" y="3692970"/>
                    <a:pt x="3409309" y="3701862"/>
                  </a:cubicBezTo>
                  <a:cubicBezTo>
                    <a:pt x="3415001" y="3710733"/>
                    <a:pt x="3419870" y="3720426"/>
                    <a:pt x="3423938" y="3730097"/>
                  </a:cubicBezTo>
                  <a:cubicBezTo>
                    <a:pt x="3427984" y="3739791"/>
                    <a:pt x="3431253" y="3749484"/>
                    <a:pt x="3432876" y="3759977"/>
                  </a:cubicBezTo>
                  <a:cubicBezTo>
                    <a:pt x="3436121" y="3770471"/>
                    <a:pt x="3436121" y="3780965"/>
                    <a:pt x="3436121" y="3791458"/>
                  </a:cubicBezTo>
                  <a:cubicBezTo>
                    <a:pt x="3436121" y="3834233"/>
                    <a:pt x="3419069" y="3875407"/>
                    <a:pt x="3389011" y="3906065"/>
                  </a:cubicBezTo>
                  <a:cubicBezTo>
                    <a:pt x="3358153" y="3935945"/>
                    <a:pt x="3315912" y="3952886"/>
                    <a:pt x="3273693" y="3952886"/>
                  </a:cubicBezTo>
                  <a:cubicBezTo>
                    <a:pt x="3231452" y="3952886"/>
                    <a:pt x="3189233" y="3935945"/>
                    <a:pt x="3159175" y="3906065"/>
                  </a:cubicBezTo>
                  <a:cubicBezTo>
                    <a:pt x="3151860" y="3897995"/>
                    <a:pt x="3144568" y="3889925"/>
                    <a:pt x="3138877" y="3881054"/>
                  </a:cubicBezTo>
                  <a:cubicBezTo>
                    <a:pt x="3133185" y="3872183"/>
                    <a:pt x="3128316" y="3863290"/>
                    <a:pt x="3124248" y="3853597"/>
                  </a:cubicBezTo>
                  <a:cubicBezTo>
                    <a:pt x="3120202" y="3843926"/>
                    <a:pt x="3116956" y="3833433"/>
                    <a:pt x="3114510" y="3822939"/>
                  </a:cubicBezTo>
                  <a:cubicBezTo>
                    <a:pt x="3112887" y="3812445"/>
                    <a:pt x="3111264" y="3801952"/>
                    <a:pt x="3111264" y="3791458"/>
                  </a:cubicBezTo>
                  <a:cubicBezTo>
                    <a:pt x="3111264" y="3780965"/>
                    <a:pt x="3112887" y="3770471"/>
                    <a:pt x="3114510" y="3759977"/>
                  </a:cubicBezTo>
                  <a:cubicBezTo>
                    <a:pt x="3116956" y="3749484"/>
                    <a:pt x="3120202" y="3739791"/>
                    <a:pt x="3124248" y="3730097"/>
                  </a:cubicBezTo>
                  <a:cubicBezTo>
                    <a:pt x="3128316" y="3720426"/>
                    <a:pt x="3133185" y="3710733"/>
                    <a:pt x="3138877" y="3701862"/>
                  </a:cubicBezTo>
                  <a:cubicBezTo>
                    <a:pt x="3144568" y="3692970"/>
                    <a:pt x="3151860" y="3684899"/>
                    <a:pt x="3159175" y="3677629"/>
                  </a:cubicBezTo>
                  <a:cubicBezTo>
                    <a:pt x="3189222" y="3647360"/>
                    <a:pt x="3231452" y="3632226"/>
                    <a:pt x="3273785" y="3632226"/>
                  </a:cubicBezTo>
                  <a:close/>
                  <a:moveTo>
                    <a:pt x="1415115" y="3630091"/>
                  </a:moveTo>
                  <a:lnTo>
                    <a:pt x="1478244" y="3642748"/>
                  </a:lnTo>
                  <a:cubicBezTo>
                    <a:pt x="1536836" y="3667344"/>
                    <a:pt x="1577953" y="3724862"/>
                    <a:pt x="1577953" y="3791458"/>
                  </a:cubicBezTo>
                  <a:cubicBezTo>
                    <a:pt x="1577953" y="3880231"/>
                    <a:pt x="1505676" y="3952886"/>
                    <a:pt x="1416325" y="3952886"/>
                  </a:cubicBezTo>
                  <a:lnTo>
                    <a:pt x="1415525" y="3952886"/>
                  </a:lnTo>
                  <a:cubicBezTo>
                    <a:pt x="1326196" y="3952886"/>
                    <a:pt x="1253096" y="3880231"/>
                    <a:pt x="1253096" y="3791458"/>
                  </a:cubicBezTo>
                  <a:cubicBezTo>
                    <a:pt x="1253096" y="3724862"/>
                    <a:pt x="1294215" y="3667344"/>
                    <a:pt x="1352460" y="3642748"/>
                  </a:cubicBezTo>
                  <a:close/>
                  <a:moveTo>
                    <a:pt x="1414702" y="3630008"/>
                  </a:moveTo>
                  <a:lnTo>
                    <a:pt x="1415525" y="3630008"/>
                  </a:lnTo>
                  <a:lnTo>
                    <a:pt x="1415115" y="3630091"/>
                  </a:lnTo>
                  <a:close/>
                  <a:moveTo>
                    <a:pt x="617210" y="3420114"/>
                  </a:moveTo>
                  <a:cubicBezTo>
                    <a:pt x="410940" y="3420114"/>
                    <a:pt x="243644" y="3586411"/>
                    <a:pt x="243644" y="3791437"/>
                  </a:cubicBezTo>
                  <a:cubicBezTo>
                    <a:pt x="243644" y="3996462"/>
                    <a:pt x="410940" y="4162759"/>
                    <a:pt x="617210" y="4162759"/>
                  </a:cubicBezTo>
                  <a:lnTo>
                    <a:pt x="2240673" y="4162759"/>
                  </a:lnTo>
                  <a:cubicBezTo>
                    <a:pt x="2446943" y="4162759"/>
                    <a:pt x="2614240" y="3996462"/>
                    <a:pt x="2614240" y="3791437"/>
                  </a:cubicBezTo>
                  <a:cubicBezTo>
                    <a:pt x="2614240" y="3586411"/>
                    <a:pt x="2446943" y="3420114"/>
                    <a:pt x="2240673" y="3420114"/>
                  </a:cubicBezTo>
                  <a:close/>
                  <a:moveTo>
                    <a:pt x="617210" y="3177961"/>
                  </a:moveTo>
                  <a:lnTo>
                    <a:pt x="2240673" y="3177961"/>
                  </a:lnTo>
                  <a:cubicBezTo>
                    <a:pt x="2580959" y="3177961"/>
                    <a:pt x="2857883" y="3453218"/>
                    <a:pt x="2857883" y="3791437"/>
                  </a:cubicBezTo>
                  <a:cubicBezTo>
                    <a:pt x="2857883" y="4129655"/>
                    <a:pt x="2580959" y="4404912"/>
                    <a:pt x="2240673" y="4404912"/>
                  </a:cubicBezTo>
                  <a:lnTo>
                    <a:pt x="617210" y="4404912"/>
                  </a:lnTo>
                  <a:cubicBezTo>
                    <a:pt x="276947" y="4404912"/>
                    <a:pt x="0" y="4129655"/>
                    <a:pt x="0" y="3791437"/>
                  </a:cubicBezTo>
                  <a:cubicBezTo>
                    <a:pt x="0" y="3453218"/>
                    <a:pt x="276947" y="3177961"/>
                    <a:pt x="617210" y="3177961"/>
                  </a:cubicBezTo>
                  <a:close/>
                  <a:moveTo>
                    <a:pt x="3837194" y="3139827"/>
                  </a:moveTo>
                  <a:cubicBezTo>
                    <a:pt x="3879527" y="3139827"/>
                    <a:pt x="3921762" y="3154961"/>
                    <a:pt x="3951820" y="3185230"/>
                  </a:cubicBezTo>
                  <a:cubicBezTo>
                    <a:pt x="3981856" y="3215110"/>
                    <a:pt x="3999730" y="3257085"/>
                    <a:pt x="3999730" y="3299059"/>
                  </a:cubicBezTo>
                  <a:cubicBezTo>
                    <a:pt x="3999730" y="3309553"/>
                    <a:pt x="3998108" y="3320046"/>
                    <a:pt x="3996485" y="3330540"/>
                  </a:cubicBezTo>
                  <a:cubicBezTo>
                    <a:pt x="3994039" y="3341034"/>
                    <a:pt x="3990793" y="3351527"/>
                    <a:pt x="3986725" y="3361198"/>
                  </a:cubicBezTo>
                  <a:cubicBezTo>
                    <a:pt x="3982678" y="3370891"/>
                    <a:pt x="3977809" y="3379784"/>
                    <a:pt x="3972118" y="3388655"/>
                  </a:cubicBezTo>
                  <a:cubicBezTo>
                    <a:pt x="3966427" y="3397526"/>
                    <a:pt x="3959112" y="3405596"/>
                    <a:pt x="3951820" y="3413666"/>
                  </a:cubicBezTo>
                  <a:cubicBezTo>
                    <a:pt x="3921762" y="3443546"/>
                    <a:pt x="3880343" y="3460487"/>
                    <a:pt x="3837302" y="3460487"/>
                  </a:cubicBezTo>
                  <a:cubicBezTo>
                    <a:pt x="3794260" y="3460487"/>
                    <a:pt x="3752019" y="3443546"/>
                    <a:pt x="3721983" y="3413666"/>
                  </a:cubicBezTo>
                  <a:cubicBezTo>
                    <a:pt x="3714669" y="3405596"/>
                    <a:pt x="3708177" y="3397526"/>
                    <a:pt x="3701663" y="3388655"/>
                  </a:cubicBezTo>
                  <a:cubicBezTo>
                    <a:pt x="3695994" y="3379784"/>
                    <a:pt x="3691125" y="3370891"/>
                    <a:pt x="3687057" y="3361198"/>
                  </a:cubicBezTo>
                  <a:cubicBezTo>
                    <a:pt x="3682988" y="3351527"/>
                    <a:pt x="3679742" y="3341034"/>
                    <a:pt x="3678119" y="3330540"/>
                  </a:cubicBezTo>
                  <a:cubicBezTo>
                    <a:pt x="3674873" y="3320046"/>
                    <a:pt x="3674873" y="3309553"/>
                    <a:pt x="3674873" y="3299059"/>
                  </a:cubicBezTo>
                  <a:cubicBezTo>
                    <a:pt x="3674873" y="3257085"/>
                    <a:pt x="3691925" y="3215110"/>
                    <a:pt x="3721983" y="3185230"/>
                  </a:cubicBezTo>
                  <a:cubicBezTo>
                    <a:pt x="3752430" y="3154961"/>
                    <a:pt x="3794861" y="3139827"/>
                    <a:pt x="3837194" y="3139827"/>
                  </a:cubicBezTo>
                  <a:close/>
                  <a:moveTo>
                    <a:pt x="3836893" y="2580198"/>
                  </a:moveTo>
                  <a:cubicBezTo>
                    <a:pt x="3879126" y="2580198"/>
                    <a:pt x="3921362" y="2595132"/>
                    <a:pt x="3951820" y="2625001"/>
                  </a:cubicBezTo>
                  <a:cubicBezTo>
                    <a:pt x="3959112" y="2633071"/>
                    <a:pt x="3966427" y="2641142"/>
                    <a:pt x="3972118" y="2650035"/>
                  </a:cubicBezTo>
                  <a:cubicBezTo>
                    <a:pt x="3977809" y="2658905"/>
                    <a:pt x="3982678" y="2667776"/>
                    <a:pt x="3986725" y="2677469"/>
                  </a:cubicBezTo>
                  <a:cubicBezTo>
                    <a:pt x="3990793" y="2687963"/>
                    <a:pt x="3994039" y="2697656"/>
                    <a:pt x="3996485" y="2708150"/>
                  </a:cubicBezTo>
                  <a:cubicBezTo>
                    <a:pt x="3998108" y="2718643"/>
                    <a:pt x="3999730" y="2729137"/>
                    <a:pt x="3999730" y="2739630"/>
                  </a:cubicBezTo>
                  <a:cubicBezTo>
                    <a:pt x="3999730" y="2782405"/>
                    <a:pt x="3981856" y="2823579"/>
                    <a:pt x="3951820" y="2853437"/>
                  </a:cubicBezTo>
                  <a:cubicBezTo>
                    <a:pt x="3921762" y="2884117"/>
                    <a:pt x="3880343" y="2901058"/>
                    <a:pt x="3837302" y="2901058"/>
                  </a:cubicBezTo>
                  <a:cubicBezTo>
                    <a:pt x="3794260" y="2901058"/>
                    <a:pt x="3752019" y="2884117"/>
                    <a:pt x="3721983" y="2853437"/>
                  </a:cubicBezTo>
                  <a:cubicBezTo>
                    <a:pt x="3691925" y="2823579"/>
                    <a:pt x="3674873" y="2782405"/>
                    <a:pt x="3674873" y="2739630"/>
                  </a:cubicBezTo>
                  <a:cubicBezTo>
                    <a:pt x="3674873" y="2729137"/>
                    <a:pt x="3675696" y="2718643"/>
                    <a:pt x="3678119" y="2708150"/>
                  </a:cubicBezTo>
                  <a:cubicBezTo>
                    <a:pt x="3679742" y="2697656"/>
                    <a:pt x="3682988" y="2687963"/>
                    <a:pt x="3687057" y="2677469"/>
                  </a:cubicBezTo>
                  <a:cubicBezTo>
                    <a:pt x="3691125" y="2667776"/>
                    <a:pt x="3695994" y="2658905"/>
                    <a:pt x="3701663" y="2650035"/>
                  </a:cubicBezTo>
                  <a:cubicBezTo>
                    <a:pt x="3708177" y="2641142"/>
                    <a:pt x="3714669" y="2633071"/>
                    <a:pt x="3721983" y="2625001"/>
                  </a:cubicBezTo>
                  <a:cubicBezTo>
                    <a:pt x="3752430" y="2595132"/>
                    <a:pt x="3794660" y="2580198"/>
                    <a:pt x="3836893" y="2580198"/>
                  </a:cubicBezTo>
                  <a:close/>
                  <a:moveTo>
                    <a:pt x="4915808" y="2044652"/>
                  </a:moveTo>
                  <a:cubicBezTo>
                    <a:pt x="4936106" y="2040628"/>
                    <a:pt x="4958049" y="2040628"/>
                    <a:pt x="4979170" y="2044652"/>
                  </a:cubicBezTo>
                  <a:cubicBezTo>
                    <a:pt x="4989708" y="2046275"/>
                    <a:pt x="4999468" y="2049498"/>
                    <a:pt x="5009206" y="2053545"/>
                  </a:cubicBezTo>
                  <a:cubicBezTo>
                    <a:pt x="5018965" y="2057569"/>
                    <a:pt x="5028703" y="2062415"/>
                    <a:pt x="5037641" y="2068863"/>
                  </a:cubicBezTo>
                  <a:cubicBezTo>
                    <a:pt x="5046578" y="2074532"/>
                    <a:pt x="5054693" y="2080979"/>
                    <a:pt x="5062007" y="2088249"/>
                  </a:cubicBezTo>
                  <a:cubicBezTo>
                    <a:pt x="5069299" y="2096319"/>
                    <a:pt x="5076614" y="2104390"/>
                    <a:pt x="5082305" y="2113260"/>
                  </a:cubicBezTo>
                  <a:cubicBezTo>
                    <a:pt x="5087996" y="2122153"/>
                    <a:pt x="5092865" y="2131024"/>
                    <a:pt x="5096912" y="2140717"/>
                  </a:cubicBezTo>
                  <a:cubicBezTo>
                    <a:pt x="5100980" y="2150388"/>
                    <a:pt x="5104226" y="2160904"/>
                    <a:pt x="5106672" y="2171397"/>
                  </a:cubicBezTo>
                  <a:cubicBezTo>
                    <a:pt x="5108295" y="2181891"/>
                    <a:pt x="5109917" y="2192385"/>
                    <a:pt x="5109917" y="2202878"/>
                  </a:cubicBezTo>
                  <a:cubicBezTo>
                    <a:pt x="5109917" y="2244853"/>
                    <a:pt x="5092043" y="2286827"/>
                    <a:pt x="5062007" y="2316685"/>
                  </a:cubicBezTo>
                  <a:cubicBezTo>
                    <a:pt x="5054693" y="2324755"/>
                    <a:pt x="5046578" y="2331202"/>
                    <a:pt x="5037641" y="2336872"/>
                  </a:cubicBezTo>
                  <a:cubicBezTo>
                    <a:pt x="5028703" y="2342519"/>
                    <a:pt x="5018965" y="2348166"/>
                    <a:pt x="5009206" y="2352190"/>
                  </a:cubicBezTo>
                  <a:cubicBezTo>
                    <a:pt x="4999468" y="2356236"/>
                    <a:pt x="4989708" y="2358659"/>
                    <a:pt x="4979170" y="2361082"/>
                  </a:cubicBezTo>
                  <a:cubicBezTo>
                    <a:pt x="4968609" y="2362705"/>
                    <a:pt x="4958049" y="2364306"/>
                    <a:pt x="4947489" y="2364306"/>
                  </a:cubicBezTo>
                  <a:cubicBezTo>
                    <a:pt x="4936929" y="2364306"/>
                    <a:pt x="4925568" y="2362705"/>
                    <a:pt x="4915808" y="2361082"/>
                  </a:cubicBezTo>
                  <a:cubicBezTo>
                    <a:pt x="4905248" y="2358659"/>
                    <a:pt x="4894687" y="2356236"/>
                    <a:pt x="4884950" y="2352190"/>
                  </a:cubicBezTo>
                  <a:cubicBezTo>
                    <a:pt x="4875212" y="2348166"/>
                    <a:pt x="4865452" y="2342519"/>
                    <a:pt x="4857337" y="2336872"/>
                  </a:cubicBezTo>
                  <a:cubicBezTo>
                    <a:pt x="4848400" y="2331202"/>
                    <a:pt x="4839462" y="2324755"/>
                    <a:pt x="4832170" y="2316685"/>
                  </a:cubicBezTo>
                  <a:cubicBezTo>
                    <a:pt x="4802112" y="2286827"/>
                    <a:pt x="4785060" y="2244853"/>
                    <a:pt x="4785060" y="2202878"/>
                  </a:cubicBezTo>
                  <a:cubicBezTo>
                    <a:pt x="4785060" y="2192385"/>
                    <a:pt x="4785883" y="2181891"/>
                    <a:pt x="4788306" y="2171397"/>
                  </a:cubicBezTo>
                  <a:cubicBezTo>
                    <a:pt x="4789929" y="2160904"/>
                    <a:pt x="4793175" y="2150388"/>
                    <a:pt x="4797244" y="2140717"/>
                  </a:cubicBezTo>
                  <a:cubicBezTo>
                    <a:pt x="4801312" y="2131024"/>
                    <a:pt x="4806181" y="2122153"/>
                    <a:pt x="4811850" y="2113260"/>
                  </a:cubicBezTo>
                  <a:cubicBezTo>
                    <a:pt x="4818364" y="2104390"/>
                    <a:pt x="4824856" y="2096319"/>
                    <a:pt x="4832170" y="2088249"/>
                  </a:cubicBezTo>
                  <a:cubicBezTo>
                    <a:pt x="4839462" y="2080979"/>
                    <a:pt x="4848400" y="2074532"/>
                    <a:pt x="4857337" y="2068863"/>
                  </a:cubicBezTo>
                  <a:cubicBezTo>
                    <a:pt x="4865452" y="2062415"/>
                    <a:pt x="4875212" y="2057569"/>
                    <a:pt x="4884950" y="2053545"/>
                  </a:cubicBezTo>
                  <a:cubicBezTo>
                    <a:pt x="4894687" y="2049498"/>
                    <a:pt x="4905248" y="2046275"/>
                    <a:pt x="4915808" y="2044652"/>
                  </a:cubicBezTo>
                  <a:close/>
                  <a:moveTo>
                    <a:pt x="2110818" y="2043624"/>
                  </a:moveTo>
                  <a:cubicBezTo>
                    <a:pt x="2153151" y="2043624"/>
                    <a:pt x="2195586" y="2058758"/>
                    <a:pt x="2226044" y="2089027"/>
                  </a:cubicBezTo>
                  <a:cubicBezTo>
                    <a:pt x="2233359" y="2096297"/>
                    <a:pt x="2240673" y="2104367"/>
                    <a:pt x="2246342" y="2113260"/>
                  </a:cubicBezTo>
                  <a:cubicBezTo>
                    <a:pt x="2252034" y="2122131"/>
                    <a:pt x="2256903" y="2131002"/>
                    <a:pt x="2260971" y="2140695"/>
                  </a:cubicBezTo>
                  <a:cubicBezTo>
                    <a:pt x="2265040" y="2151189"/>
                    <a:pt x="2268286" y="2160882"/>
                    <a:pt x="2270709" y="2171375"/>
                  </a:cubicBezTo>
                  <a:cubicBezTo>
                    <a:pt x="2273154" y="2181869"/>
                    <a:pt x="2273154" y="2192363"/>
                    <a:pt x="2273154" y="2202856"/>
                  </a:cubicBezTo>
                  <a:cubicBezTo>
                    <a:pt x="2273154" y="2245631"/>
                    <a:pt x="2256102" y="2286805"/>
                    <a:pt x="2226044" y="2316663"/>
                  </a:cubicBezTo>
                  <a:cubicBezTo>
                    <a:pt x="2196009" y="2347343"/>
                    <a:pt x="2152945" y="2364284"/>
                    <a:pt x="2110726" y="2364284"/>
                  </a:cubicBezTo>
                  <a:cubicBezTo>
                    <a:pt x="2068485" y="2364284"/>
                    <a:pt x="2026266" y="2347343"/>
                    <a:pt x="1996208" y="2316663"/>
                  </a:cubicBezTo>
                  <a:cubicBezTo>
                    <a:pt x="1966172" y="2286805"/>
                    <a:pt x="1948297" y="2245631"/>
                    <a:pt x="1948297" y="2202856"/>
                  </a:cubicBezTo>
                  <a:cubicBezTo>
                    <a:pt x="1948297" y="2192363"/>
                    <a:pt x="1949920" y="2181869"/>
                    <a:pt x="1951543" y="2171375"/>
                  </a:cubicBezTo>
                  <a:cubicBezTo>
                    <a:pt x="1953989" y="2160882"/>
                    <a:pt x="1957235" y="2151189"/>
                    <a:pt x="1961281" y="2140695"/>
                  </a:cubicBezTo>
                  <a:cubicBezTo>
                    <a:pt x="1965349" y="2131002"/>
                    <a:pt x="1970218" y="2122131"/>
                    <a:pt x="1975910" y="2113260"/>
                  </a:cubicBezTo>
                  <a:cubicBezTo>
                    <a:pt x="1981601" y="2104367"/>
                    <a:pt x="1988893" y="2096297"/>
                    <a:pt x="1996208" y="2089027"/>
                  </a:cubicBezTo>
                  <a:cubicBezTo>
                    <a:pt x="2026255" y="2058758"/>
                    <a:pt x="2068485" y="2043624"/>
                    <a:pt x="2110818" y="2043624"/>
                  </a:cubicBezTo>
                  <a:close/>
                  <a:moveTo>
                    <a:pt x="3836894" y="2043424"/>
                  </a:moveTo>
                  <a:cubicBezTo>
                    <a:pt x="3879327" y="2043424"/>
                    <a:pt x="3921762" y="2058358"/>
                    <a:pt x="3951820" y="2088227"/>
                  </a:cubicBezTo>
                  <a:cubicBezTo>
                    <a:pt x="3959112" y="2096297"/>
                    <a:pt x="3966427" y="2104368"/>
                    <a:pt x="3972118" y="2113260"/>
                  </a:cubicBezTo>
                  <a:cubicBezTo>
                    <a:pt x="3977809" y="2122131"/>
                    <a:pt x="3982678" y="2131002"/>
                    <a:pt x="3986725" y="2140695"/>
                  </a:cubicBezTo>
                  <a:cubicBezTo>
                    <a:pt x="3990793" y="2150388"/>
                    <a:pt x="3994039" y="2160882"/>
                    <a:pt x="3996485" y="2171375"/>
                  </a:cubicBezTo>
                  <a:cubicBezTo>
                    <a:pt x="3998108" y="2181869"/>
                    <a:pt x="3999730" y="2192363"/>
                    <a:pt x="3999730" y="2202856"/>
                  </a:cubicBezTo>
                  <a:cubicBezTo>
                    <a:pt x="3999730" y="2245631"/>
                    <a:pt x="3981856" y="2286805"/>
                    <a:pt x="3951820" y="2316663"/>
                  </a:cubicBezTo>
                  <a:cubicBezTo>
                    <a:pt x="3921762" y="2347343"/>
                    <a:pt x="3880343" y="2364284"/>
                    <a:pt x="3837302" y="2364284"/>
                  </a:cubicBezTo>
                  <a:cubicBezTo>
                    <a:pt x="3794260" y="2364284"/>
                    <a:pt x="3752019" y="2347343"/>
                    <a:pt x="3721983" y="2316663"/>
                  </a:cubicBezTo>
                  <a:cubicBezTo>
                    <a:pt x="3691925" y="2286805"/>
                    <a:pt x="3674873" y="2245631"/>
                    <a:pt x="3674873" y="2202856"/>
                  </a:cubicBezTo>
                  <a:cubicBezTo>
                    <a:pt x="3674873" y="2192363"/>
                    <a:pt x="3675696" y="2181869"/>
                    <a:pt x="3678119" y="2171375"/>
                  </a:cubicBezTo>
                  <a:cubicBezTo>
                    <a:pt x="3679742" y="2160882"/>
                    <a:pt x="3682988" y="2150388"/>
                    <a:pt x="3687057" y="2140695"/>
                  </a:cubicBezTo>
                  <a:cubicBezTo>
                    <a:pt x="3691125" y="2131002"/>
                    <a:pt x="3695994" y="2122131"/>
                    <a:pt x="3701663" y="2113260"/>
                  </a:cubicBezTo>
                  <a:cubicBezTo>
                    <a:pt x="3708177" y="2104368"/>
                    <a:pt x="3714669" y="2096297"/>
                    <a:pt x="3721983" y="2088227"/>
                  </a:cubicBezTo>
                  <a:cubicBezTo>
                    <a:pt x="3752030" y="2058358"/>
                    <a:pt x="3794461" y="2043424"/>
                    <a:pt x="3836894" y="2043424"/>
                  </a:cubicBezTo>
                  <a:close/>
                  <a:moveTo>
                    <a:pt x="3273785" y="2043424"/>
                  </a:moveTo>
                  <a:cubicBezTo>
                    <a:pt x="3316118" y="2043424"/>
                    <a:pt x="3358553" y="2058358"/>
                    <a:pt x="3389011" y="2088227"/>
                  </a:cubicBezTo>
                  <a:cubicBezTo>
                    <a:pt x="3396326" y="2096297"/>
                    <a:pt x="3402818" y="2104368"/>
                    <a:pt x="3409309" y="2113260"/>
                  </a:cubicBezTo>
                  <a:cubicBezTo>
                    <a:pt x="3415001" y="2122131"/>
                    <a:pt x="3419870" y="2131002"/>
                    <a:pt x="3423938" y="2140695"/>
                  </a:cubicBezTo>
                  <a:cubicBezTo>
                    <a:pt x="3427984" y="2150388"/>
                    <a:pt x="3431253" y="2160882"/>
                    <a:pt x="3432876" y="2171375"/>
                  </a:cubicBezTo>
                  <a:cubicBezTo>
                    <a:pt x="3436121" y="2181869"/>
                    <a:pt x="3436121" y="2192363"/>
                    <a:pt x="3436121" y="2202856"/>
                  </a:cubicBezTo>
                  <a:cubicBezTo>
                    <a:pt x="3436121" y="2244831"/>
                    <a:pt x="3419069" y="2286805"/>
                    <a:pt x="3389011" y="2316663"/>
                  </a:cubicBezTo>
                  <a:cubicBezTo>
                    <a:pt x="3358153" y="2347343"/>
                    <a:pt x="3315912" y="2364284"/>
                    <a:pt x="3273693" y="2364284"/>
                  </a:cubicBezTo>
                  <a:cubicBezTo>
                    <a:pt x="3231452" y="2364284"/>
                    <a:pt x="3189233" y="2347343"/>
                    <a:pt x="3159175" y="2316663"/>
                  </a:cubicBezTo>
                  <a:cubicBezTo>
                    <a:pt x="3129139" y="2286805"/>
                    <a:pt x="3111264" y="2245631"/>
                    <a:pt x="3111264" y="2202856"/>
                  </a:cubicBezTo>
                  <a:cubicBezTo>
                    <a:pt x="3111264" y="2192363"/>
                    <a:pt x="3112887" y="2181869"/>
                    <a:pt x="3114510" y="2171375"/>
                  </a:cubicBezTo>
                  <a:cubicBezTo>
                    <a:pt x="3116956" y="2160882"/>
                    <a:pt x="3120202" y="2150388"/>
                    <a:pt x="3124248" y="2140695"/>
                  </a:cubicBezTo>
                  <a:cubicBezTo>
                    <a:pt x="3128316" y="2131002"/>
                    <a:pt x="3133185" y="2122131"/>
                    <a:pt x="3138877" y="2113260"/>
                  </a:cubicBezTo>
                  <a:cubicBezTo>
                    <a:pt x="3144568" y="2104368"/>
                    <a:pt x="3151860" y="2096297"/>
                    <a:pt x="3159175" y="2088227"/>
                  </a:cubicBezTo>
                  <a:cubicBezTo>
                    <a:pt x="3189222" y="2058358"/>
                    <a:pt x="3231452" y="2043424"/>
                    <a:pt x="3273785" y="2043424"/>
                  </a:cubicBezTo>
                  <a:close/>
                  <a:moveTo>
                    <a:pt x="4392528" y="2041806"/>
                  </a:moveTo>
                  <a:cubicBezTo>
                    <a:pt x="4432656" y="2043928"/>
                    <a:pt x="4471186" y="2060581"/>
                    <a:pt x="4499198" y="2089028"/>
                  </a:cubicBezTo>
                  <a:cubicBezTo>
                    <a:pt x="4529256" y="2118885"/>
                    <a:pt x="4546308" y="2160082"/>
                    <a:pt x="4546308" y="2202856"/>
                  </a:cubicBezTo>
                  <a:cubicBezTo>
                    <a:pt x="4546308" y="2213350"/>
                    <a:pt x="4545486" y="2223843"/>
                    <a:pt x="4543063" y="2234337"/>
                  </a:cubicBezTo>
                  <a:cubicBezTo>
                    <a:pt x="4541440" y="2244831"/>
                    <a:pt x="4538194" y="2254502"/>
                    <a:pt x="4534125" y="2264195"/>
                  </a:cubicBezTo>
                  <a:cubicBezTo>
                    <a:pt x="4530057" y="2273888"/>
                    <a:pt x="4525188" y="2283581"/>
                    <a:pt x="4519496" y="2292452"/>
                  </a:cubicBezTo>
                  <a:cubicBezTo>
                    <a:pt x="4513005" y="2301323"/>
                    <a:pt x="4506513" y="2309415"/>
                    <a:pt x="4499198" y="2316663"/>
                  </a:cubicBezTo>
                  <a:cubicBezTo>
                    <a:pt x="4469140" y="2346543"/>
                    <a:pt x="4426921" y="2364284"/>
                    <a:pt x="4383880" y="2364284"/>
                  </a:cubicBezTo>
                  <a:cubicBezTo>
                    <a:pt x="4373320" y="2364284"/>
                    <a:pt x="4362759" y="2362683"/>
                    <a:pt x="4352199" y="2361060"/>
                  </a:cubicBezTo>
                  <a:cubicBezTo>
                    <a:pt x="4342461" y="2358637"/>
                    <a:pt x="4331901" y="2355414"/>
                    <a:pt x="4322163" y="2351367"/>
                  </a:cubicBezTo>
                  <a:cubicBezTo>
                    <a:pt x="4312403" y="2347343"/>
                    <a:pt x="4302666" y="2342497"/>
                    <a:pt x="4293728" y="2336850"/>
                  </a:cubicBezTo>
                  <a:cubicBezTo>
                    <a:pt x="4284791" y="2331203"/>
                    <a:pt x="4276676" y="2323933"/>
                    <a:pt x="4269362" y="2316663"/>
                  </a:cubicBezTo>
                  <a:cubicBezTo>
                    <a:pt x="4239326" y="2286805"/>
                    <a:pt x="4221451" y="2245631"/>
                    <a:pt x="4221451" y="2202856"/>
                  </a:cubicBezTo>
                  <a:cubicBezTo>
                    <a:pt x="4221451" y="2160082"/>
                    <a:pt x="4239326" y="2118885"/>
                    <a:pt x="4269362" y="2089028"/>
                  </a:cubicBezTo>
                  <a:cubicBezTo>
                    <a:pt x="4276676" y="2080957"/>
                    <a:pt x="4284791" y="2074510"/>
                    <a:pt x="4293728" y="2068841"/>
                  </a:cubicBezTo>
                  <a:cubicBezTo>
                    <a:pt x="4302666" y="2062393"/>
                    <a:pt x="4312403" y="2057547"/>
                    <a:pt x="4322163" y="2053523"/>
                  </a:cubicBezTo>
                  <a:cubicBezTo>
                    <a:pt x="4331901" y="2049477"/>
                    <a:pt x="4342461" y="2046253"/>
                    <a:pt x="4352199" y="2044630"/>
                  </a:cubicBezTo>
                  <a:cubicBezTo>
                    <a:pt x="4365599" y="2042007"/>
                    <a:pt x="4379153" y="2041099"/>
                    <a:pt x="4392528" y="2041806"/>
                  </a:cubicBezTo>
                  <a:close/>
                  <a:moveTo>
                    <a:pt x="711351" y="2041806"/>
                  </a:moveTo>
                  <a:cubicBezTo>
                    <a:pt x="724624" y="2041099"/>
                    <a:pt x="738026" y="2042007"/>
                    <a:pt x="751226" y="2044630"/>
                  </a:cubicBezTo>
                  <a:cubicBezTo>
                    <a:pt x="761764" y="2046253"/>
                    <a:pt x="771524" y="2049477"/>
                    <a:pt x="781263" y="2053523"/>
                  </a:cubicBezTo>
                  <a:cubicBezTo>
                    <a:pt x="791000" y="2057547"/>
                    <a:pt x="800760" y="2063194"/>
                    <a:pt x="809697" y="2068841"/>
                  </a:cubicBezTo>
                  <a:cubicBezTo>
                    <a:pt x="818612" y="2074510"/>
                    <a:pt x="826750" y="2080957"/>
                    <a:pt x="834064" y="2089028"/>
                  </a:cubicBezTo>
                  <a:cubicBezTo>
                    <a:pt x="841356" y="2096298"/>
                    <a:pt x="848670" y="2104368"/>
                    <a:pt x="854362" y="2113261"/>
                  </a:cubicBezTo>
                  <a:cubicBezTo>
                    <a:pt x="860031" y="2122131"/>
                    <a:pt x="864922" y="2131002"/>
                    <a:pt x="868968" y="2140695"/>
                  </a:cubicBezTo>
                  <a:cubicBezTo>
                    <a:pt x="873037" y="2151189"/>
                    <a:pt x="876283" y="2160882"/>
                    <a:pt x="878728" y="2171376"/>
                  </a:cubicBezTo>
                  <a:cubicBezTo>
                    <a:pt x="880351" y="2181869"/>
                    <a:pt x="881974" y="2192363"/>
                    <a:pt x="881974" y="2202856"/>
                  </a:cubicBezTo>
                  <a:cubicBezTo>
                    <a:pt x="881974" y="2245631"/>
                    <a:pt x="864099" y="2286805"/>
                    <a:pt x="834064" y="2316663"/>
                  </a:cubicBezTo>
                  <a:cubicBezTo>
                    <a:pt x="826750" y="2324733"/>
                    <a:pt x="818612" y="2331203"/>
                    <a:pt x="809697" y="2336850"/>
                  </a:cubicBezTo>
                  <a:cubicBezTo>
                    <a:pt x="800760" y="2342497"/>
                    <a:pt x="791000" y="2348144"/>
                    <a:pt x="781263" y="2352168"/>
                  </a:cubicBezTo>
                  <a:cubicBezTo>
                    <a:pt x="771524" y="2356214"/>
                    <a:pt x="761764" y="2358637"/>
                    <a:pt x="751226" y="2361060"/>
                  </a:cubicBezTo>
                  <a:cubicBezTo>
                    <a:pt x="740666" y="2364284"/>
                    <a:pt x="730106" y="2364284"/>
                    <a:pt x="719546" y="2364284"/>
                  </a:cubicBezTo>
                  <a:cubicBezTo>
                    <a:pt x="676504" y="2364284"/>
                    <a:pt x="634263" y="2347343"/>
                    <a:pt x="604227" y="2316663"/>
                  </a:cubicBezTo>
                  <a:cubicBezTo>
                    <a:pt x="574169" y="2286805"/>
                    <a:pt x="557117" y="2245631"/>
                    <a:pt x="557117" y="2202856"/>
                  </a:cubicBezTo>
                  <a:cubicBezTo>
                    <a:pt x="557117" y="2192363"/>
                    <a:pt x="557939" y="2181869"/>
                    <a:pt x="560365" y="2171376"/>
                  </a:cubicBezTo>
                  <a:cubicBezTo>
                    <a:pt x="561986" y="2160882"/>
                    <a:pt x="565232" y="2151189"/>
                    <a:pt x="569300" y="2140695"/>
                  </a:cubicBezTo>
                  <a:cubicBezTo>
                    <a:pt x="573369" y="2131002"/>
                    <a:pt x="578237" y="2122131"/>
                    <a:pt x="583907" y="2113261"/>
                  </a:cubicBezTo>
                  <a:cubicBezTo>
                    <a:pt x="590421" y="2104368"/>
                    <a:pt x="596913" y="2096298"/>
                    <a:pt x="604227" y="2089028"/>
                  </a:cubicBezTo>
                  <a:cubicBezTo>
                    <a:pt x="632858" y="2060581"/>
                    <a:pt x="671529" y="2043928"/>
                    <a:pt x="711351" y="2041806"/>
                  </a:cubicBezTo>
                  <a:close/>
                  <a:moveTo>
                    <a:pt x="1415115" y="2041489"/>
                  </a:moveTo>
                  <a:lnTo>
                    <a:pt x="1478244" y="2054146"/>
                  </a:lnTo>
                  <a:cubicBezTo>
                    <a:pt x="1536836" y="2078742"/>
                    <a:pt x="1577953" y="2136260"/>
                    <a:pt x="1577953" y="2202856"/>
                  </a:cubicBezTo>
                  <a:cubicBezTo>
                    <a:pt x="1577953" y="2291629"/>
                    <a:pt x="1505676" y="2364284"/>
                    <a:pt x="1416325" y="2364284"/>
                  </a:cubicBezTo>
                  <a:lnTo>
                    <a:pt x="1415525" y="2364284"/>
                  </a:lnTo>
                  <a:cubicBezTo>
                    <a:pt x="1326196" y="2364284"/>
                    <a:pt x="1253096" y="2291629"/>
                    <a:pt x="1253096" y="2202856"/>
                  </a:cubicBezTo>
                  <a:cubicBezTo>
                    <a:pt x="1253096" y="2136260"/>
                    <a:pt x="1294215" y="2078742"/>
                    <a:pt x="1352460" y="2054146"/>
                  </a:cubicBezTo>
                  <a:close/>
                  <a:moveTo>
                    <a:pt x="1414702" y="2041406"/>
                  </a:moveTo>
                  <a:lnTo>
                    <a:pt x="1415525" y="2041406"/>
                  </a:lnTo>
                  <a:lnTo>
                    <a:pt x="1415115" y="2041489"/>
                  </a:lnTo>
                  <a:close/>
                  <a:moveTo>
                    <a:pt x="6713860" y="2040606"/>
                  </a:moveTo>
                  <a:cubicBezTo>
                    <a:pt x="6623730" y="2040606"/>
                    <a:pt x="6550631" y="2113238"/>
                    <a:pt x="6550631" y="2202857"/>
                  </a:cubicBezTo>
                  <a:cubicBezTo>
                    <a:pt x="6550631" y="2292452"/>
                    <a:pt x="6623730" y="2365107"/>
                    <a:pt x="6713860" y="2365107"/>
                  </a:cubicBezTo>
                  <a:cubicBezTo>
                    <a:pt x="6804011" y="2365107"/>
                    <a:pt x="6877111" y="2292452"/>
                    <a:pt x="6877111" y="2202857"/>
                  </a:cubicBezTo>
                  <a:cubicBezTo>
                    <a:pt x="6877111" y="2113238"/>
                    <a:pt x="6804011" y="2040606"/>
                    <a:pt x="6713860" y="2040606"/>
                  </a:cubicBezTo>
                  <a:close/>
                  <a:moveTo>
                    <a:pt x="617210" y="1831556"/>
                  </a:moveTo>
                  <a:cubicBezTo>
                    <a:pt x="410940" y="1831556"/>
                    <a:pt x="243644" y="1997831"/>
                    <a:pt x="243644" y="2202856"/>
                  </a:cubicBezTo>
                  <a:cubicBezTo>
                    <a:pt x="243644" y="2407904"/>
                    <a:pt x="410940" y="2574178"/>
                    <a:pt x="617210" y="2574178"/>
                  </a:cubicBezTo>
                  <a:lnTo>
                    <a:pt x="2240673" y="2574178"/>
                  </a:lnTo>
                  <a:cubicBezTo>
                    <a:pt x="2446943" y="2574178"/>
                    <a:pt x="2614240" y="2407904"/>
                    <a:pt x="2614240" y="2202856"/>
                  </a:cubicBezTo>
                  <a:cubicBezTo>
                    <a:pt x="2614240" y="1997831"/>
                    <a:pt x="2446943" y="1831556"/>
                    <a:pt x="2240673" y="1831556"/>
                  </a:cubicBezTo>
                  <a:close/>
                  <a:moveTo>
                    <a:pt x="6713860" y="1797630"/>
                  </a:moveTo>
                  <a:cubicBezTo>
                    <a:pt x="6938005" y="1797630"/>
                    <a:pt x="7120753" y="1979245"/>
                    <a:pt x="7120753" y="2202034"/>
                  </a:cubicBezTo>
                  <a:cubicBezTo>
                    <a:pt x="7120753" y="2382848"/>
                    <a:pt x="7000544" y="2534605"/>
                    <a:pt x="6835692" y="2586273"/>
                  </a:cubicBezTo>
                  <a:lnTo>
                    <a:pt x="6835692" y="2834896"/>
                  </a:lnTo>
                  <a:cubicBezTo>
                    <a:pt x="6835692" y="2901881"/>
                    <a:pt x="6781268" y="2955972"/>
                    <a:pt x="6713860" y="2955972"/>
                  </a:cubicBezTo>
                  <a:cubicBezTo>
                    <a:pt x="6646451" y="2955972"/>
                    <a:pt x="6592049" y="2901881"/>
                    <a:pt x="6592049" y="2834896"/>
                  </a:cubicBezTo>
                  <a:lnTo>
                    <a:pt x="6592049" y="2586273"/>
                  </a:lnTo>
                  <a:cubicBezTo>
                    <a:pt x="6427175" y="2533805"/>
                    <a:pt x="6306988" y="2382848"/>
                    <a:pt x="6306988" y="2202034"/>
                  </a:cubicBezTo>
                  <a:cubicBezTo>
                    <a:pt x="6306988" y="1979245"/>
                    <a:pt x="6489714" y="1797630"/>
                    <a:pt x="6713860" y="1797630"/>
                  </a:cubicBezTo>
                  <a:close/>
                  <a:moveTo>
                    <a:pt x="617210" y="1588580"/>
                  </a:moveTo>
                  <a:lnTo>
                    <a:pt x="2240673" y="1588580"/>
                  </a:lnTo>
                  <a:cubicBezTo>
                    <a:pt x="2580959" y="1588580"/>
                    <a:pt x="2857883" y="1863837"/>
                    <a:pt x="2857883" y="2202056"/>
                  </a:cubicBezTo>
                  <a:cubicBezTo>
                    <a:pt x="2857883" y="2540274"/>
                    <a:pt x="2580959" y="2815531"/>
                    <a:pt x="2240673" y="2815531"/>
                  </a:cubicBezTo>
                  <a:lnTo>
                    <a:pt x="617210" y="2815531"/>
                  </a:lnTo>
                  <a:cubicBezTo>
                    <a:pt x="276948" y="2815531"/>
                    <a:pt x="0" y="2540274"/>
                    <a:pt x="0" y="2202056"/>
                  </a:cubicBezTo>
                  <a:cubicBezTo>
                    <a:pt x="0" y="1863837"/>
                    <a:pt x="276948" y="1588580"/>
                    <a:pt x="617210" y="1588580"/>
                  </a:cubicBezTo>
                  <a:close/>
                  <a:moveTo>
                    <a:pt x="3836893" y="1506827"/>
                  </a:moveTo>
                  <a:cubicBezTo>
                    <a:pt x="3879126" y="1506827"/>
                    <a:pt x="3921362" y="1521961"/>
                    <a:pt x="3951820" y="1552230"/>
                  </a:cubicBezTo>
                  <a:cubicBezTo>
                    <a:pt x="3959112" y="1559500"/>
                    <a:pt x="3966427" y="1567570"/>
                    <a:pt x="3972118" y="1576463"/>
                  </a:cubicBezTo>
                  <a:cubicBezTo>
                    <a:pt x="3977809" y="1585334"/>
                    <a:pt x="3982678" y="1594205"/>
                    <a:pt x="3986725" y="1604698"/>
                  </a:cubicBezTo>
                  <a:cubicBezTo>
                    <a:pt x="3990793" y="1614392"/>
                    <a:pt x="3994039" y="1624085"/>
                    <a:pt x="3996485" y="1634578"/>
                  </a:cubicBezTo>
                  <a:cubicBezTo>
                    <a:pt x="3998108" y="1645072"/>
                    <a:pt x="3999730" y="1655566"/>
                    <a:pt x="3999730" y="1666059"/>
                  </a:cubicBezTo>
                  <a:cubicBezTo>
                    <a:pt x="3999730" y="1708834"/>
                    <a:pt x="3981856" y="1750008"/>
                    <a:pt x="3951820" y="1779866"/>
                  </a:cubicBezTo>
                  <a:cubicBezTo>
                    <a:pt x="3921762" y="1810546"/>
                    <a:pt x="3880343" y="1827487"/>
                    <a:pt x="3837302" y="1827487"/>
                  </a:cubicBezTo>
                  <a:cubicBezTo>
                    <a:pt x="3794260" y="1827487"/>
                    <a:pt x="3752019" y="1810546"/>
                    <a:pt x="3721983" y="1779866"/>
                  </a:cubicBezTo>
                  <a:cubicBezTo>
                    <a:pt x="3691925" y="1750008"/>
                    <a:pt x="3674873" y="1708834"/>
                    <a:pt x="3674873" y="1666059"/>
                  </a:cubicBezTo>
                  <a:cubicBezTo>
                    <a:pt x="3674873" y="1655566"/>
                    <a:pt x="3675696" y="1645072"/>
                    <a:pt x="3678119" y="1634578"/>
                  </a:cubicBezTo>
                  <a:cubicBezTo>
                    <a:pt x="3679742" y="1624085"/>
                    <a:pt x="3682988" y="1614392"/>
                    <a:pt x="3687057" y="1604698"/>
                  </a:cubicBezTo>
                  <a:cubicBezTo>
                    <a:pt x="3691125" y="1594205"/>
                    <a:pt x="3695994" y="1585334"/>
                    <a:pt x="3701663" y="1576463"/>
                  </a:cubicBezTo>
                  <a:cubicBezTo>
                    <a:pt x="3708177" y="1567570"/>
                    <a:pt x="3714669" y="1559500"/>
                    <a:pt x="3721983" y="1552230"/>
                  </a:cubicBezTo>
                  <a:cubicBezTo>
                    <a:pt x="3752430" y="1521961"/>
                    <a:pt x="3794660" y="1506827"/>
                    <a:pt x="3836893" y="1506827"/>
                  </a:cubicBezTo>
                  <a:close/>
                  <a:moveTo>
                    <a:pt x="5884709" y="1418260"/>
                  </a:moveTo>
                  <a:cubicBezTo>
                    <a:pt x="5727972" y="1418260"/>
                    <a:pt x="5600448" y="1545006"/>
                    <a:pt x="5600448" y="1700787"/>
                  </a:cubicBezTo>
                  <a:lnTo>
                    <a:pt x="5600448" y="3052861"/>
                  </a:lnTo>
                  <a:cubicBezTo>
                    <a:pt x="5600448" y="3208664"/>
                    <a:pt x="5727972" y="3335388"/>
                    <a:pt x="5884709" y="3335388"/>
                  </a:cubicBezTo>
                  <a:lnTo>
                    <a:pt x="7543877" y="3335388"/>
                  </a:lnTo>
                  <a:cubicBezTo>
                    <a:pt x="7700636" y="3335388"/>
                    <a:pt x="7828138" y="3208664"/>
                    <a:pt x="7828138" y="3052861"/>
                  </a:cubicBezTo>
                  <a:lnTo>
                    <a:pt x="7828138" y="1700787"/>
                  </a:lnTo>
                  <a:cubicBezTo>
                    <a:pt x="7828138" y="1545006"/>
                    <a:pt x="7700636" y="1418260"/>
                    <a:pt x="7543877" y="1418260"/>
                  </a:cubicBezTo>
                  <a:close/>
                  <a:moveTo>
                    <a:pt x="3836893" y="947243"/>
                  </a:moveTo>
                  <a:cubicBezTo>
                    <a:pt x="3879126" y="947243"/>
                    <a:pt x="3921362" y="962177"/>
                    <a:pt x="3951820" y="992046"/>
                  </a:cubicBezTo>
                  <a:cubicBezTo>
                    <a:pt x="3981856" y="1022726"/>
                    <a:pt x="3999730" y="1064701"/>
                    <a:pt x="3999730" y="1106675"/>
                  </a:cubicBezTo>
                  <a:cubicBezTo>
                    <a:pt x="3999730" y="1148650"/>
                    <a:pt x="3981856" y="1190624"/>
                    <a:pt x="3951820" y="1220482"/>
                  </a:cubicBezTo>
                  <a:cubicBezTo>
                    <a:pt x="3921762" y="1250362"/>
                    <a:pt x="3880343" y="1268103"/>
                    <a:pt x="3837302" y="1268103"/>
                  </a:cubicBezTo>
                  <a:cubicBezTo>
                    <a:pt x="3794260" y="1268103"/>
                    <a:pt x="3752019" y="1250362"/>
                    <a:pt x="3721983" y="1220482"/>
                  </a:cubicBezTo>
                  <a:cubicBezTo>
                    <a:pt x="3691925" y="1190624"/>
                    <a:pt x="3674873" y="1149450"/>
                    <a:pt x="3674873" y="1106675"/>
                  </a:cubicBezTo>
                  <a:cubicBezTo>
                    <a:pt x="3674873" y="1063900"/>
                    <a:pt x="3691925" y="1022726"/>
                    <a:pt x="3721983" y="992046"/>
                  </a:cubicBezTo>
                  <a:cubicBezTo>
                    <a:pt x="3752430" y="962177"/>
                    <a:pt x="3794660" y="947243"/>
                    <a:pt x="3836893" y="947243"/>
                  </a:cubicBezTo>
                  <a:close/>
                  <a:moveTo>
                    <a:pt x="3836893" y="454822"/>
                  </a:moveTo>
                  <a:cubicBezTo>
                    <a:pt x="3879126" y="454822"/>
                    <a:pt x="3921362" y="469757"/>
                    <a:pt x="3951820" y="499625"/>
                  </a:cubicBezTo>
                  <a:cubicBezTo>
                    <a:pt x="3981856" y="529483"/>
                    <a:pt x="3999730" y="570657"/>
                    <a:pt x="3999730" y="613454"/>
                  </a:cubicBezTo>
                  <a:cubicBezTo>
                    <a:pt x="3999730" y="656229"/>
                    <a:pt x="3981856" y="698203"/>
                    <a:pt x="3951820" y="728061"/>
                  </a:cubicBezTo>
                  <a:cubicBezTo>
                    <a:pt x="3921762" y="757941"/>
                    <a:pt x="3880343" y="774882"/>
                    <a:pt x="3837302" y="774882"/>
                  </a:cubicBezTo>
                  <a:cubicBezTo>
                    <a:pt x="3794260" y="774882"/>
                    <a:pt x="3752019" y="757941"/>
                    <a:pt x="3721983" y="728061"/>
                  </a:cubicBezTo>
                  <a:cubicBezTo>
                    <a:pt x="3691925" y="698203"/>
                    <a:pt x="3674873" y="655428"/>
                    <a:pt x="3674873" y="613454"/>
                  </a:cubicBezTo>
                  <a:cubicBezTo>
                    <a:pt x="3674873" y="571480"/>
                    <a:pt x="3691925" y="529483"/>
                    <a:pt x="3721983" y="499625"/>
                  </a:cubicBezTo>
                  <a:cubicBezTo>
                    <a:pt x="3752430" y="469757"/>
                    <a:pt x="3794660" y="454822"/>
                    <a:pt x="3836893" y="454822"/>
                  </a:cubicBezTo>
                  <a:close/>
                  <a:moveTo>
                    <a:pt x="2110818" y="454822"/>
                  </a:moveTo>
                  <a:cubicBezTo>
                    <a:pt x="2153151" y="454822"/>
                    <a:pt x="2195586" y="469757"/>
                    <a:pt x="2226044" y="499625"/>
                  </a:cubicBezTo>
                  <a:cubicBezTo>
                    <a:pt x="2233359" y="506896"/>
                    <a:pt x="2239851" y="515766"/>
                    <a:pt x="2246342" y="524659"/>
                  </a:cubicBezTo>
                  <a:cubicBezTo>
                    <a:pt x="2252034" y="533529"/>
                    <a:pt x="2256903" y="542400"/>
                    <a:pt x="2260971" y="552093"/>
                  </a:cubicBezTo>
                  <a:cubicBezTo>
                    <a:pt x="2265040" y="561786"/>
                    <a:pt x="2268286" y="572280"/>
                    <a:pt x="2270709" y="582773"/>
                  </a:cubicBezTo>
                  <a:cubicBezTo>
                    <a:pt x="2273154" y="592467"/>
                    <a:pt x="2273154" y="603761"/>
                    <a:pt x="2273154" y="614254"/>
                  </a:cubicBezTo>
                  <a:cubicBezTo>
                    <a:pt x="2273154" y="624748"/>
                    <a:pt x="2272332" y="635241"/>
                    <a:pt x="2270709" y="645735"/>
                  </a:cubicBezTo>
                  <a:cubicBezTo>
                    <a:pt x="2268286" y="655428"/>
                    <a:pt x="2265040" y="665922"/>
                    <a:pt x="2260971" y="675593"/>
                  </a:cubicBezTo>
                  <a:cubicBezTo>
                    <a:pt x="2256903" y="685286"/>
                    <a:pt x="2252034" y="694979"/>
                    <a:pt x="2246342" y="703850"/>
                  </a:cubicBezTo>
                  <a:cubicBezTo>
                    <a:pt x="2239851" y="712721"/>
                    <a:pt x="2233359" y="720791"/>
                    <a:pt x="2226044" y="728061"/>
                  </a:cubicBezTo>
                  <a:cubicBezTo>
                    <a:pt x="2196009" y="757941"/>
                    <a:pt x="2152945" y="775682"/>
                    <a:pt x="2110726" y="775682"/>
                  </a:cubicBezTo>
                  <a:cubicBezTo>
                    <a:pt x="2068485" y="775682"/>
                    <a:pt x="2026266" y="757941"/>
                    <a:pt x="1996208" y="728061"/>
                  </a:cubicBezTo>
                  <a:cubicBezTo>
                    <a:pt x="1988893" y="720791"/>
                    <a:pt x="1981601" y="712721"/>
                    <a:pt x="1975910" y="703850"/>
                  </a:cubicBezTo>
                  <a:cubicBezTo>
                    <a:pt x="1970218" y="694979"/>
                    <a:pt x="1965349" y="685286"/>
                    <a:pt x="1961281" y="675593"/>
                  </a:cubicBezTo>
                  <a:cubicBezTo>
                    <a:pt x="1957235" y="665922"/>
                    <a:pt x="1953989" y="655428"/>
                    <a:pt x="1951543" y="645735"/>
                  </a:cubicBezTo>
                  <a:cubicBezTo>
                    <a:pt x="1949920" y="635241"/>
                    <a:pt x="1948297" y="624748"/>
                    <a:pt x="1948297" y="614254"/>
                  </a:cubicBezTo>
                  <a:cubicBezTo>
                    <a:pt x="1948297" y="603761"/>
                    <a:pt x="1949920" y="592467"/>
                    <a:pt x="1951543" y="582773"/>
                  </a:cubicBezTo>
                  <a:cubicBezTo>
                    <a:pt x="1953989" y="572280"/>
                    <a:pt x="1957235" y="561786"/>
                    <a:pt x="1961281" y="552093"/>
                  </a:cubicBezTo>
                  <a:cubicBezTo>
                    <a:pt x="1965349" y="542400"/>
                    <a:pt x="1970218" y="533529"/>
                    <a:pt x="1975910" y="524659"/>
                  </a:cubicBezTo>
                  <a:cubicBezTo>
                    <a:pt x="1981601" y="515766"/>
                    <a:pt x="1988893" y="506896"/>
                    <a:pt x="1996208" y="499625"/>
                  </a:cubicBezTo>
                  <a:cubicBezTo>
                    <a:pt x="2026255" y="469757"/>
                    <a:pt x="2068485" y="454822"/>
                    <a:pt x="2110818" y="454822"/>
                  </a:cubicBezTo>
                  <a:close/>
                  <a:moveTo>
                    <a:pt x="3273785" y="454566"/>
                  </a:moveTo>
                  <a:cubicBezTo>
                    <a:pt x="3316118" y="454466"/>
                    <a:pt x="3358553" y="469400"/>
                    <a:pt x="3389011" y="499669"/>
                  </a:cubicBezTo>
                  <a:cubicBezTo>
                    <a:pt x="3419069" y="529527"/>
                    <a:pt x="3436121" y="572302"/>
                    <a:pt x="3436121" y="614276"/>
                  </a:cubicBezTo>
                  <a:cubicBezTo>
                    <a:pt x="3436121" y="656250"/>
                    <a:pt x="3419069" y="698225"/>
                    <a:pt x="3389011" y="728105"/>
                  </a:cubicBezTo>
                  <a:cubicBezTo>
                    <a:pt x="3358153" y="757963"/>
                    <a:pt x="3315912" y="775726"/>
                    <a:pt x="3273693" y="775726"/>
                  </a:cubicBezTo>
                  <a:cubicBezTo>
                    <a:pt x="3231452" y="775726"/>
                    <a:pt x="3189233" y="757963"/>
                    <a:pt x="3159175" y="728105"/>
                  </a:cubicBezTo>
                  <a:cubicBezTo>
                    <a:pt x="3129139" y="698225"/>
                    <a:pt x="3111264" y="657073"/>
                    <a:pt x="3111264" y="614276"/>
                  </a:cubicBezTo>
                  <a:cubicBezTo>
                    <a:pt x="3111264" y="571501"/>
                    <a:pt x="3129139" y="529527"/>
                    <a:pt x="3159175" y="499669"/>
                  </a:cubicBezTo>
                  <a:cubicBezTo>
                    <a:pt x="3189222" y="469801"/>
                    <a:pt x="3231452" y="454666"/>
                    <a:pt x="3273785" y="454566"/>
                  </a:cubicBezTo>
                  <a:close/>
                  <a:moveTo>
                    <a:pt x="711351" y="453256"/>
                  </a:moveTo>
                  <a:cubicBezTo>
                    <a:pt x="724624" y="452562"/>
                    <a:pt x="738026" y="453472"/>
                    <a:pt x="751226" y="456095"/>
                  </a:cubicBezTo>
                  <a:cubicBezTo>
                    <a:pt x="761764" y="457695"/>
                    <a:pt x="771524" y="460941"/>
                    <a:pt x="781263" y="464965"/>
                  </a:cubicBezTo>
                  <a:cubicBezTo>
                    <a:pt x="791000" y="469012"/>
                    <a:pt x="800760" y="473858"/>
                    <a:pt x="809697" y="479505"/>
                  </a:cubicBezTo>
                  <a:cubicBezTo>
                    <a:pt x="818612" y="485953"/>
                    <a:pt x="826750" y="492422"/>
                    <a:pt x="834064" y="499670"/>
                  </a:cubicBezTo>
                  <a:cubicBezTo>
                    <a:pt x="864099" y="530350"/>
                    <a:pt x="881974" y="572324"/>
                    <a:pt x="881974" y="614298"/>
                  </a:cubicBezTo>
                  <a:cubicBezTo>
                    <a:pt x="881974" y="656273"/>
                    <a:pt x="864099" y="698247"/>
                    <a:pt x="834064" y="728127"/>
                  </a:cubicBezTo>
                  <a:cubicBezTo>
                    <a:pt x="804006" y="757985"/>
                    <a:pt x="762587" y="775748"/>
                    <a:pt x="719546" y="775748"/>
                  </a:cubicBezTo>
                  <a:cubicBezTo>
                    <a:pt x="676504" y="775748"/>
                    <a:pt x="635086" y="757985"/>
                    <a:pt x="604227" y="728127"/>
                  </a:cubicBezTo>
                  <a:cubicBezTo>
                    <a:pt x="574169" y="698247"/>
                    <a:pt x="557117" y="657073"/>
                    <a:pt x="557117" y="614298"/>
                  </a:cubicBezTo>
                  <a:cubicBezTo>
                    <a:pt x="557117" y="571524"/>
                    <a:pt x="574169" y="530350"/>
                    <a:pt x="604227" y="499670"/>
                  </a:cubicBezTo>
                  <a:cubicBezTo>
                    <a:pt x="632858" y="471824"/>
                    <a:pt x="671529" y="455333"/>
                    <a:pt x="711351" y="453256"/>
                  </a:cubicBezTo>
                  <a:close/>
                  <a:moveTo>
                    <a:pt x="1415115" y="452108"/>
                  </a:moveTo>
                  <a:lnTo>
                    <a:pt x="1478244" y="464765"/>
                  </a:lnTo>
                  <a:cubicBezTo>
                    <a:pt x="1536836" y="489362"/>
                    <a:pt x="1577953" y="546879"/>
                    <a:pt x="1577953" y="613475"/>
                  </a:cubicBezTo>
                  <a:cubicBezTo>
                    <a:pt x="1577953" y="702248"/>
                    <a:pt x="1505676" y="774903"/>
                    <a:pt x="1416325" y="774903"/>
                  </a:cubicBezTo>
                  <a:lnTo>
                    <a:pt x="1415525" y="774903"/>
                  </a:lnTo>
                  <a:cubicBezTo>
                    <a:pt x="1326196" y="774903"/>
                    <a:pt x="1253096" y="702248"/>
                    <a:pt x="1253096" y="613475"/>
                  </a:cubicBezTo>
                  <a:cubicBezTo>
                    <a:pt x="1253096" y="546879"/>
                    <a:pt x="1294215" y="489362"/>
                    <a:pt x="1352460" y="464765"/>
                  </a:cubicBezTo>
                  <a:close/>
                  <a:moveTo>
                    <a:pt x="1414702" y="452026"/>
                  </a:moveTo>
                  <a:lnTo>
                    <a:pt x="1415525" y="452026"/>
                  </a:lnTo>
                  <a:lnTo>
                    <a:pt x="1415115" y="452108"/>
                  </a:lnTo>
                  <a:close/>
                  <a:moveTo>
                    <a:pt x="6714704" y="246200"/>
                  </a:moveTo>
                  <a:cubicBezTo>
                    <a:pt x="6406899" y="246200"/>
                    <a:pt x="6156765" y="494823"/>
                    <a:pt x="6156765" y="800760"/>
                  </a:cubicBezTo>
                  <a:lnTo>
                    <a:pt x="6157587" y="800760"/>
                  </a:lnTo>
                  <a:lnTo>
                    <a:pt x="6157587" y="1176107"/>
                  </a:lnTo>
                  <a:lnTo>
                    <a:pt x="7272644" y="1176107"/>
                  </a:lnTo>
                  <a:lnTo>
                    <a:pt x="7272644" y="800760"/>
                  </a:lnTo>
                  <a:cubicBezTo>
                    <a:pt x="7272644" y="494823"/>
                    <a:pt x="7022509" y="246200"/>
                    <a:pt x="6714704" y="246200"/>
                  </a:cubicBezTo>
                  <a:close/>
                  <a:moveTo>
                    <a:pt x="617210" y="242153"/>
                  </a:moveTo>
                  <a:cubicBezTo>
                    <a:pt x="410940" y="242153"/>
                    <a:pt x="243644" y="408450"/>
                    <a:pt x="243644" y="613476"/>
                  </a:cubicBezTo>
                  <a:cubicBezTo>
                    <a:pt x="243644" y="818501"/>
                    <a:pt x="410940" y="984798"/>
                    <a:pt x="617210" y="984798"/>
                  </a:cubicBezTo>
                  <a:lnTo>
                    <a:pt x="2240673" y="984798"/>
                  </a:lnTo>
                  <a:cubicBezTo>
                    <a:pt x="2446943" y="984798"/>
                    <a:pt x="2614240" y="818501"/>
                    <a:pt x="2614240" y="613476"/>
                  </a:cubicBezTo>
                  <a:cubicBezTo>
                    <a:pt x="2614240" y="408450"/>
                    <a:pt x="2446943" y="242153"/>
                    <a:pt x="2240673" y="242153"/>
                  </a:cubicBezTo>
                  <a:close/>
                  <a:moveTo>
                    <a:pt x="6713882" y="4847"/>
                  </a:moveTo>
                  <a:cubicBezTo>
                    <a:pt x="7155680" y="4847"/>
                    <a:pt x="7515464" y="361630"/>
                    <a:pt x="7515464" y="800760"/>
                  </a:cubicBezTo>
                  <a:lnTo>
                    <a:pt x="7515464" y="1176107"/>
                  </a:lnTo>
                  <a:lnTo>
                    <a:pt x="7543877" y="1176107"/>
                  </a:lnTo>
                  <a:lnTo>
                    <a:pt x="7543076" y="1176907"/>
                  </a:lnTo>
                  <a:cubicBezTo>
                    <a:pt x="7833829" y="1176907"/>
                    <a:pt x="8070958" y="1412613"/>
                    <a:pt x="8070958" y="1701609"/>
                  </a:cubicBezTo>
                  <a:lnTo>
                    <a:pt x="8070958" y="3053661"/>
                  </a:lnTo>
                  <a:cubicBezTo>
                    <a:pt x="8070958" y="3342657"/>
                    <a:pt x="7833829" y="3578363"/>
                    <a:pt x="7543076" y="3578363"/>
                  </a:cubicBezTo>
                  <a:lnTo>
                    <a:pt x="5883887" y="3578363"/>
                  </a:lnTo>
                  <a:cubicBezTo>
                    <a:pt x="5593156" y="3578363"/>
                    <a:pt x="5356005" y="3342657"/>
                    <a:pt x="5356005" y="3053661"/>
                  </a:cubicBezTo>
                  <a:lnTo>
                    <a:pt x="5356005" y="1701609"/>
                  </a:lnTo>
                  <a:cubicBezTo>
                    <a:pt x="5356005" y="1412613"/>
                    <a:pt x="5593156" y="1176907"/>
                    <a:pt x="5883887" y="1176907"/>
                  </a:cubicBezTo>
                  <a:lnTo>
                    <a:pt x="5912322" y="1176907"/>
                  </a:lnTo>
                  <a:lnTo>
                    <a:pt x="5912322" y="801561"/>
                  </a:lnTo>
                  <a:cubicBezTo>
                    <a:pt x="5912322" y="362431"/>
                    <a:pt x="6272083" y="4847"/>
                    <a:pt x="6713882" y="4847"/>
                  </a:cubicBezTo>
                  <a:close/>
                  <a:moveTo>
                    <a:pt x="617210" y="0"/>
                  </a:moveTo>
                  <a:lnTo>
                    <a:pt x="2240673" y="0"/>
                  </a:lnTo>
                  <a:cubicBezTo>
                    <a:pt x="2580959" y="0"/>
                    <a:pt x="2857883" y="275257"/>
                    <a:pt x="2857883" y="613476"/>
                  </a:cubicBezTo>
                  <a:cubicBezTo>
                    <a:pt x="2857883" y="951694"/>
                    <a:pt x="2580959" y="1226951"/>
                    <a:pt x="2240673" y="1226951"/>
                  </a:cubicBezTo>
                  <a:lnTo>
                    <a:pt x="617210" y="1226951"/>
                  </a:lnTo>
                  <a:cubicBezTo>
                    <a:pt x="276948" y="1226951"/>
                    <a:pt x="0" y="951694"/>
                    <a:pt x="0" y="613476"/>
                  </a:cubicBezTo>
                  <a:cubicBezTo>
                    <a:pt x="0" y="275257"/>
                    <a:pt x="276948" y="0"/>
                    <a:pt x="61721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8167F98B-30A9-88EB-4CB9-F3360E2DA907}"/>
              </a:ext>
            </a:extLst>
          </p:cNvPr>
          <p:cNvGrpSpPr/>
          <p:nvPr/>
        </p:nvGrpSpPr>
        <p:grpSpPr>
          <a:xfrm>
            <a:off x="9420859" y="1767275"/>
            <a:ext cx="2400436" cy="2936005"/>
            <a:chOff x="9420859" y="1767275"/>
            <a:chExt cx="2400436" cy="2936005"/>
          </a:xfrm>
        </p:grpSpPr>
        <p:sp>
          <p:nvSpPr>
            <p:cNvPr id="12" name="Google Shape;2050;p3">
              <a:extLst>
                <a:ext uri="{FF2B5EF4-FFF2-40B4-BE49-F238E27FC236}">
                  <a16:creationId xmlns:a16="http://schemas.microsoft.com/office/drawing/2014/main" id="{F1436D1F-DD19-21F1-2624-D33598A5ADFE}"/>
                </a:ext>
              </a:extLst>
            </p:cNvPr>
            <p:cNvSpPr/>
            <p:nvPr/>
          </p:nvSpPr>
          <p:spPr>
            <a:xfrm>
              <a:off x="9420859" y="1767275"/>
              <a:ext cx="2400436" cy="2936005"/>
            </a:xfrm>
            <a:prstGeom prst="roundRect">
              <a:avLst>
                <a:gd name="adj" fmla="val 9628"/>
              </a:avLst>
            </a:prstGeom>
            <a:solidFill>
              <a:srgbClr val="246CF7"/>
            </a:solidFill>
            <a:ln>
              <a:noFill/>
            </a:ln>
          </p:spPr>
          <p:txBody>
            <a:bodyPr spcFirstLastPara="1" wrap="square" lIns="45700" tIns="22850" rIns="45700" bIns="2285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2052;p3">
              <a:extLst>
                <a:ext uri="{FF2B5EF4-FFF2-40B4-BE49-F238E27FC236}">
                  <a16:creationId xmlns:a16="http://schemas.microsoft.com/office/drawing/2014/main" id="{7959AF60-84F3-860F-BE93-1CFDE340A0D2}"/>
                </a:ext>
              </a:extLst>
            </p:cNvPr>
            <p:cNvSpPr txBox="1"/>
            <p:nvPr/>
          </p:nvSpPr>
          <p:spPr>
            <a:xfrm>
              <a:off x="9724066" y="3327375"/>
              <a:ext cx="1794022" cy="5847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Arial"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Zero Trust </a:t>
              </a: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Arial"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Branch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2053;p3">
              <a:extLst>
                <a:ext uri="{FF2B5EF4-FFF2-40B4-BE49-F238E27FC236}">
                  <a16:creationId xmlns:a16="http://schemas.microsoft.com/office/drawing/2014/main" id="{298EE45E-C3DD-8958-51C9-86802CCC4A3F}"/>
                </a:ext>
              </a:extLst>
            </p:cNvPr>
            <p:cNvSpPr txBox="1"/>
            <p:nvPr/>
          </p:nvSpPr>
          <p:spPr>
            <a:xfrm>
              <a:off x="9420859" y="1988341"/>
              <a:ext cx="2400436" cy="30771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Zscaler</a:t>
              </a:r>
              <a:endParaRPr kumimoji="0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054;p3">
              <a:extLst>
                <a:ext uri="{FF2B5EF4-FFF2-40B4-BE49-F238E27FC236}">
                  <a16:creationId xmlns:a16="http://schemas.microsoft.com/office/drawing/2014/main" id="{17DA515E-C7BC-A8D7-3CDB-6182CF926C6C}"/>
                </a:ext>
              </a:extLst>
            </p:cNvPr>
            <p:cNvSpPr txBox="1"/>
            <p:nvPr/>
          </p:nvSpPr>
          <p:spPr>
            <a:xfrm>
              <a:off x="9615658" y="4055600"/>
              <a:ext cx="2010838" cy="461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Extends Zero Trust &amp; Simplification to Branch</a:t>
              </a:r>
              <a:endParaRPr kumimoji="0" sz="7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4" name="Google Shape;2056;p3">
              <a:extLst>
                <a:ext uri="{FF2B5EF4-FFF2-40B4-BE49-F238E27FC236}">
                  <a16:creationId xmlns:a16="http://schemas.microsoft.com/office/drawing/2014/main" id="{EC5C5EB0-E7E4-A9E8-8F84-1E1FD4034F02}"/>
                </a:ext>
              </a:extLst>
            </p:cNvPr>
            <p:cNvCxnSpPr>
              <a:cxnSpLocks/>
            </p:cNvCxnSpPr>
            <p:nvPr/>
          </p:nvCxnSpPr>
          <p:spPr>
            <a:xfrm>
              <a:off x="9607100" y="2384556"/>
              <a:ext cx="2027955" cy="0"/>
            </a:xfrm>
            <a:prstGeom prst="straightConnector1">
              <a:avLst/>
            </a:prstGeom>
            <a:noFill/>
            <a:ln w="12700" cap="flat" cmpd="sng">
              <a:solidFill>
                <a:srgbClr val="F2F2F2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7" name="Graphic 11">
              <a:extLst>
                <a:ext uri="{FF2B5EF4-FFF2-40B4-BE49-F238E27FC236}">
                  <a16:creationId xmlns:a16="http://schemas.microsoft.com/office/drawing/2014/main" id="{9FABD5C0-48D6-7792-AB02-D0DE8C4E236E}"/>
                </a:ext>
              </a:extLst>
            </p:cNvPr>
            <p:cNvSpPr/>
            <p:nvPr/>
          </p:nvSpPr>
          <p:spPr>
            <a:xfrm>
              <a:off x="10235536" y="2693233"/>
              <a:ext cx="771082" cy="471188"/>
            </a:xfrm>
            <a:custGeom>
              <a:avLst/>
              <a:gdLst>
                <a:gd name="connsiteX0" fmla="*/ 449135 w 450028"/>
                <a:gd name="connsiteY0" fmla="*/ 139945 h 275000"/>
                <a:gd name="connsiteX1" fmla="*/ 378405 w 450028"/>
                <a:gd name="connsiteY1" fmla="*/ 211555 h 275000"/>
                <a:gd name="connsiteX2" fmla="*/ 188939 w 450028"/>
                <a:gd name="connsiteY2" fmla="*/ 259524 h 275000"/>
                <a:gd name="connsiteX3" fmla="*/ 124538 w 450028"/>
                <a:gd name="connsiteY3" fmla="*/ 240992 h 275000"/>
                <a:gd name="connsiteX4" fmla="*/ 340324 w 450028"/>
                <a:gd name="connsiteY4" fmla="*/ 174754 h 275000"/>
                <a:gd name="connsiteX5" fmla="*/ 395924 w 450028"/>
                <a:gd name="connsiteY5" fmla="*/ 135579 h 275000"/>
                <a:gd name="connsiteX6" fmla="*/ 222201 w 450028"/>
                <a:gd name="connsiteY6" fmla="*/ 134130 h 275000"/>
                <a:gd name="connsiteX7" fmla="*/ 449135 w 450028"/>
                <a:gd name="connsiteY7" fmla="*/ 139945 h 275000"/>
                <a:gd name="connsiteX8" fmla="*/ 290951 w 450028"/>
                <a:gd name="connsiteY8" fmla="*/ 60005 h 275000"/>
                <a:gd name="connsiteX9" fmla="*/ 200578 w 450028"/>
                <a:gd name="connsiteY9" fmla="*/ 69240 h 275000"/>
                <a:gd name="connsiteX10" fmla="*/ 194329 w 450028"/>
                <a:gd name="connsiteY10" fmla="*/ 66584 h 275000"/>
                <a:gd name="connsiteX11" fmla="*/ 327929 w 450028"/>
                <a:gd name="connsiteY11" fmla="*/ 24672 h 275000"/>
                <a:gd name="connsiteX12" fmla="*/ 130460 w 450028"/>
                <a:gd name="connsiteY12" fmla="*/ 41976 h 275000"/>
                <a:gd name="connsiteX13" fmla="*/ 127 w 450028"/>
                <a:gd name="connsiteY13" fmla="*/ 152199 h 275000"/>
                <a:gd name="connsiteX14" fmla="*/ 107325 w 450028"/>
                <a:gd name="connsiteY14" fmla="*/ 239282 h 275000"/>
                <a:gd name="connsiteX15" fmla="*/ 110062 w 450028"/>
                <a:gd name="connsiteY15" fmla="*/ 239282 h 275000"/>
                <a:gd name="connsiteX16" fmla="*/ 290951 w 450028"/>
                <a:gd name="connsiteY16" fmla="*/ 60005 h 27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0028" h="275000">
                  <a:moveTo>
                    <a:pt x="449135" y="139945"/>
                  </a:moveTo>
                  <a:cubicBezTo>
                    <a:pt x="456445" y="183929"/>
                    <a:pt x="417670" y="208698"/>
                    <a:pt x="378405" y="211555"/>
                  </a:cubicBezTo>
                  <a:cubicBezTo>
                    <a:pt x="353412" y="262199"/>
                    <a:pt x="265264" y="296385"/>
                    <a:pt x="188939" y="259524"/>
                  </a:cubicBezTo>
                  <a:cubicBezTo>
                    <a:pt x="156269" y="264413"/>
                    <a:pt x="138362" y="256364"/>
                    <a:pt x="124538" y="240992"/>
                  </a:cubicBezTo>
                  <a:cubicBezTo>
                    <a:pt x="152471" y="205579"/>
                    <a:pt x="237025" y="141856"/>
                    <a:pt x="340324" y="174754"/>
                  </a:cubicBezTo>
                  <a:cubicBezTo>
                    <a:pt x="395454" y="192299"/>
                    <a:pt x="409748" y="151052"/>
                    <a:pt x="395924" y="135579"/>
                  </a:cubicBezTo>
                  <a:cubicBezTo>
                    <a:pt x="343897" y="77349"/>
                    <a:pt x="226448" y="129764"/>
                    <a:pt x="222201" y="134130"/>
                  </a:cubicBezTo>
                  <a:cubicBezTo>
                    <a:pt x="268347" y="64572"/>
                    <a:pt x="433412" y="45055"/>
                    <a:pt x="449135" y="139945"/>
                  </a:cubicBezTo>
                  <a:close/>
                  <a:moveTo>
                    <a:pt x="290951" y="60005"/>
                  </a:moveTo>
                  <a:cubicBezTo>
                    <a:pt x="291237" y="59904"/>
                    <a:pt x="253442" y="46745"/>
                    <a:pt x="200578" y="69240"/>
                  </a:cubicBezTo>
                  <a:cubicBezTo>
                    <a:pt x="198446" y="68471"/>
                    <a:pt x="196360" y="67584"/>
                    <a:pt x="194329" y="66584"/>
                  </a:cubicBezTo>
                  <a:cubicBezTo>
                    <a:pt x="245172" y="33324"/>
                    <a:pt x="289747" y="19179"/>
                    <a:pt x="327929" y="24672"/>
                  </a:cubicBezTo>
                  <a:cubicBezTo>
                    <a:pt x="304856" y="-1485"/>
                    <a:pt x="193982" y="-20721"/>
                    <a:pt x="130460" y="41976"/>
                  </a:cubicBezTo>
                  <a:cubicBezTo>
                    <a:pt x="51929" y="26745"/>
                    <a:pt x="-2997" y="92278"/>
                    <a:pt x="127" y="152199"/>
                  </a:cubicBezTo>
                  <a:cubicBezTo>
                    <a:pt x="3251" y="212119"/>
                    <a:pt x="69550" y="249383"/>
                    <a:pt x="107325" y="239282"/>
                  </a:cubicBezTo>
                  <a:cubicBezTo>
                    <a:pt x="108234" y="239171"/>
                    <a:pt x="109153" y="239171"/>
                    <a:pt x="110062" y="239282"/>
                  </a:cubicBezTo>
                  <a:cubicBezTo>
                    <a:pt x="118412" y="199704"/>
                    <a:pt x="152532" y="107631"/>
                    <a:pt x="290951" y="60005"/>
                  </a:cubicBezTo>
                  <a:close/>
                </a:path>
              </a:pathLst>
            </a:custGeom>
            <a:solidFill>
              <a:schemeClr val="tx1"/>
            </a:solidFill>
            <a:ln w="61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O"/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BA3E2DE-0F75-8A8E-94B7-FE8DC67CA9ED}"/>
              </a:ext>
            </a:extLst>
          </p:cNvPr>
          <p:cNvGrpSpPr/>
          <p:nvPr/>
        </p:nvGrpSpPr>
        <p:grpSpPr>
          <a:xfrm>
            <a:off x="2940352" y="2876883"/>
            <a:ext cx="278767" cy="782313"/>
            <a:chOff x="2911693" y="2876883"/>
            <a:chExt cx="278767" cy="782313"/>
          </a:xfrm>
        </p:grpSpPr>
        <p:sp>
          <p:nvSpPr>
            <p:cNvPr id="55" name="Triangle 54">
              <a:extLst>
                <a:ext uri="{FF2B5EF4-FFF2-40B4-BE49-F238E27FC236}">
                  <a16:creationId xmlns:a16="http://schemas.microsoft.com/office/drawing/2014/main" id="{B77D7431-A4A2-1672-927D-C1F5A098E4A3}"/>
                </a:ext>
              </a:extLst>
            </p:cNvPr>
            <p:cNvSpPr/>
            <p:nvPr/>
          </p:nvSpPr>
          <p:spPr>
            <a:xfrm rot="5400000">
              <a:off x="2704646" y="3173382"/>
              <a:ext cx="782313" cy="18931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54" name="Triangle 53">
              <a:extLst>
                <a:ext uri="{FF2B5EF4-FFF2-40B4-BE49-F238E27FC236}">
                  <a16:creationId xmlns:a16="http://schemas.microsoft.com/office/drawing/2014/main" id="{6503DCEB-9AF1-8900-C715-5DD844942372}"/>
                </a:ext>
              </a:extLst>
            </p:cNvPr>
            <p:cNvSpPr/>
            <p:nvPr/>
          </p:nvSpPr>
          <p:spPr>
            <a:xfrm rot="5400000">
              <a:off x="2615194" y="3173382"/>
              <a:ext cx="782313" cy="189315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07D9243E-CC1D-0264-F56A-241D0442EB0C}"/>
              </a:ext>
            </a:extLst>
          </p:cNvPr>
          <p:cNvGrpSpPr/>
          <p:nvPr/>
        </p:nvGrpSpPr>
        <p:grpSpPr>
          <a:xfrm>
            <a:off x="5951908" y="2886588"/>
            <a:ext cx="278767" cy="782313"/>
            <a:chOff x="2911693" y="2876883"/>
            <a:chExt cx="278767" cy="782313"/>
          </a:xfrm>
        </p:grpSpPr>
        <p:sp>
          <p:nvSpPr>
            <p:cNvPr id="58" name="Triangle 57">
              <a:extLst>
                <a:ext uri="{FF2B5EF4-FFF2-40B4-BE49-F238E27FC236}">
                  <a16:creationId xmlns:a16="http://schemas.microsoft.com/office/drawing/2014/main" id="{A5FD085A-1AB1-D6F0-715B-68E451C646EE}"/>
                </a:ext>
              </a:extLst>
            </p:cNvPr>
            <p:cNvSpPr/>
            <p:nvPr/>
          </p:nvSpPr>
          <p:spPr>
            <a:xfrm rot="5400000">
              <a:off x="2704646" y="3173382"/>
              <a:ext cx="782313" cy="18931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59" name="Triangle 58">
              <a:extLst>
                <a:ext uri="{FF2B5EF4-FFF2-40B4-BE49-F238E27FC236}">
                  <a16:creationId xmlns:a16="http://schemas.microsoft.com/office/drawing/2014/main" id="{A1334807-8060-8DDB-DDFD-EC54408689CA}"/>
                </a:ext>
              </a:extLst>
            </p:cNvPr>
            <p:cNvSpPr/>
            <p:nvPr/>
          </p:nvSpPr>
          <p:spPr>
            <a:xfrm rot="5400000">
              <a:off x="2615194" y="3173382"/>
              <a:ext cx="782313" cy="189315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7CAF2992-F698-B683-701F-81C2847E0B77}"/>
              </a:ext>
            </a:extLst>
          </p:cNvPr>
          <p:cNvGrpSpPr/>
          <p:nvPr/>
        </p:nvGrpSpPr>
        <p:grpSpPr>
          <a:xfrm>
            <a:off x="8973404" y="2876883"/>
            <a:ext cx="278767" cy="782313"/>
            <a:chOff x="2911693" y="2876883"/>
            <a:chExt cx="278767" cy="782313"/>
          </a:xfrm>
        </p:grpSpPr>
        <p:sp>
          <p:nvSpPr>
            <p:cNvPr id="61" name="Triangle 60">
              <a:extLst>
                <a:ext uri="{FF2B5EF4-FFF2-40B4-BE49-F238E27FC236}">
                  <a16:creationId xmlns:a16="http://schemas.microsoft.com/office/drawing/2014/main" id="{BFD8905F-A99D-BA4F-36F5-FD44EA92B773}"/>
                </a:ext>
              </a:extLst>
            </p:cNvPr>
            <p:cNvSpPr/>
            <p:nvPr/>
          </p:nvSpPr>
          <p:spPr>
            <a:xfrm rot="5400000">
              <a:off x="2704646" y="3173382"/>
              <a:ext cx="782313" cy="18931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62" name="Triangle 61">
              <a:extLst>
                <a:ext uri="{FF2B5EF4-FFF2-40B4-BE49-F238E27FC236}">
                  <a16:creationId xmlns:a16="http://schemas.microsoft.com/office/drawing/2014/main" id="{4C794DBE-3533-AFE4-F44E-A6D863109336}"/>
                </a:ext>
              </a:extLst>
            </p:cNvPr>
            <p:cNvSpPr/>
            <p:nvPr/>
          </p:nvSpPr>
          <p:spPr>
            <a:xfrm rot="5400000">
              <a:off x="2615194" y="3173382"/>
              <a:ext cx="782313" cy="189315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99176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raphic 319">
            <a:extLst>
              <a:ext uri="{FF2B5EF4-FFF2-40B4-BE49-F238E27FC236}">
                <a16:creationId xmlns:a16="http://schemas.microsoft.com/office/drawing/2014/main" id="{2A1A35F4-B59C-C3BC-78E8-71D615E8637D}"/>
              </a:ext>
            </a:extLst>
          </p:cNvPr>
          <p:cNvSpPr>
            <a:spLocks noChangeAspect="1"/>
          </p:cNvSpPr>
          <p:nvPr/>
        </p:nvSpPr>
        <p:spPr>
          <a:xfrm>
            <a:off x="2499257" y="4091255"/>
            <a:ext cx="623851" cy="445608"/>
          </a:xfrm>
          <a:custGeom>
            <a:avLst/>
            <a:gdLst>
              <a:gd name="connsiteX0" fmla="*/ 262135 w 349497"/>
              <a:gd name="connsiteY0" fmla="*/ 246594 h 246594"/>
              <a:gd name="connsiteX1" fmla="*/ 69899 w 349497"/>
              <a:gd name="connsiteY1" fmla="*/ 246594 h 246594"/>
              <a:gd name="connsiteX2" fmla="*/ 0 w 349497"/>
              <a:gd name="connsiteY2" fmla="*/ 176132 h 246594"/>
              <a:gd name="connsiteX3" fmla="*/ 52437 w 349497"/>
              <a:gd name="connsiteY3" fmla="*/ 107882 h 246594"/>
              <a:gd name="connsiteX4" fmla="*/ 52437 w 349497"/>
              <a:gd name="connsiteY4" fmla="*/ 105669 h 246594"/>
              <a:gd name="connsiteX5" fmla="*/ 157262 w 349497"/>
              <a:gd name="connsiteY5" fmla="*/ 0 h 246594"/>
              <a:gd name="connsiteX6" fmla="*/ 255989 w 349497"/>
              <a:gd name="connsiteY6" fmla="*/ 70708 h 246594"/>
              <a:gd name="connsiteX7" fmla="*/ 349497 w 349497"/>
              <a:gd name="connsiteY7" fmla="*/ 158528 h 246594"/>
              <a:gd name="connsiteX8" fmla="*/ 262135 w 349497"/>
              <a:gd name="connsiteY8" fmla="*/ 246594 h 246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9497" h="246594">
                <a:moveTo>
                  <a:pt x="262135" y="246594"/>
                </a:moveTo>
                <a:lnTo>
                  <a:pt x="69899" y="246594"/>
                </a:lnTo>
                <a:cubicBezTo>
                  <a:pt x="31365" y="246594"/>
                  <a:pt x="0" y="214977"/>
                  <a:pt x="0" y="176132"/>
                </a:cubicBezTo>
                <a:cubicBezTo>
                  <a:pt x="0" y="143334"/>
                  <a:pt x="22292" y="115749"/>
                  <a:pt x="52437" y="107882"/>
                </a:cubicBezTo>
                <a:cubicBezTo>
                  <a:pt x="52437" y="107144"/>
                  <a:pt x="52437" y="106407"/>
                  <a:pt x="52437" y="105669"/>
                </a:cubicBezTo>
                <a:cubicBezTo>
                  <a:pt x="52437" y="47401"/>
                  <a:pt x="99459" y="0"/>
                  <a:pt x="157262" y="0"/>
                </a:cubicBezTo>
                <a:cubicBezTo>
                  <a:pt x="202479" y="0"/>
                  <a:pt x="241551" y="28864"/>
                  <a:pt x="255989" y="70708"/>
                </a:cubicBezTo>
                <a:cubicBezTo>
                  <a:pt x="307402" y="66381"/>
                  <a:pt x="349497" y="107931"/>
                  <a:pt x="349497" y="158528"/>
                </a:cubicBezTo>
                <a:cubicBezTo>
                  <a:pt x="349497" y="209126"/>
                  <a:pt x="310280" y="246594"/>
                  <a:pt x="262135" y="246594"/>
                </a:cubicBezTo>
                <a:close/>
              </a:path>
            </a:pathLst>
          </a:custGeom>
          <a:noFill/>
          <a:ln w="9525" cap="flat">
            <a:solidFill>
              <a:schemeClr val="tx1"/>
            </a:solidFill>
            <a:prstDash val="solid"/>
            <a:miter/>
          </a:ln>
        </p:spPr>
        <p:txBody>
          <a:bodyPr bIns="91440" rtlCol="0" anchor="b"/>
          <a:lstStyle/>
          <a:p>
            <a:pPr algn="ctr"/>
            <a:r>
              <a:rPr lang="en-US" sz="1200" dirty="0"/>
              <a:t>DIA</a:t>
            </a:r>
            <a:endParaRPr lang="en-CO" sz="12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3D185C0-D9CA-D4A3-0443-1B816A6AD3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Traditional Routed (Non-Zscaler)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486ECC0-CD92-2F74-7DA9-1893A5F3F0A3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70705" y="883466"/>
            <a:ext cx="9274665" cy="250853"/>
          </a:xfrm>
        </p:spPr>
        <p:txBody>
          <a:bodyPr/>
          <a:lstStyle/>
          <a:p>
            <a:r>
              <a:rPr lang="en-US" dirty="0"/>
              <a:t>Default </a:t>
            </a:r>
            <a:r>
              <a:rPr lang="en-US" b="1" dirty="0"/>
              <a:t>Any-Any Allow </a:t>
            </a:r>
            <a:r>
              <a:rPr lang="en-US" dirty="0"/>
              <a:t>Routing</a:t>
            </a:r>
          </a:p>
        </p:txBody>
      </p: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8E21757D-99A0-D282-40C4-7D7E9BD58344}"/>
              </a:ext>
            </a:extLst>
          </p:cNvPr>
          <p:cNvSpPr/>
          <p:nvPr/>
        </p:nvSpPr>
        <p:spPr>
          <a:xfrm>
            <a:off x="1783654" y="5001603"/>
            <a:ext cx="2534147" cy="1280877"/>
          </a:xfrm>
          <a:prstGeom prst="roundRect">
            <a:avLst/>
          </a:prstGeom>
          <a:noFill/>
          <a:ln w="127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rPr>
              <a:t>Branch 1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301CF6D-E113-5620-03F7-A92B50CE8575}"/>
              </a:ext>
            </a:extLst>
          </p:cNvPr>
          <p:cNvCxnSpPr>
            <a:cxnSpLocks/>
          </p:cNvCxnSpPr>
          <p:nvPr/>
        </p:nvCxnSpPr>
        <p:spPr>
          <a:xfrm flipV="1">
            <a:off x="2844794" y="4979222"/>
            <a:ext cx="0" cy="72022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Google Shape;52;p3">
            <a:extLst>
              <a:ext uri="{FF2B5EF4-FFF2-40B4-BE49-F238E27FC236}">
                <a16:creationId xmlns:a16="http://schemas.microsoft.com/office/drawing/2014/main" id="{EEA4BAD3-4613-48CD-BFBD-68A3FE8D487D}"/>
              </a:ext>
            </a:extLst>
          </p:cNvPr>
          <p:cNvSpPr/>
          <p:nvPr/>
        </p:nvSpPr>
        <p:spPr>
          <a:xfrm>
            <a:off x="2326858" y="5854580"/>
            <a:ext cx="316227" cy="256419"/>
          </a:xfrm>
          <a:custGeom>
            <a:avLst/>
            <a:gdLst/>
            <a:ahLst/>
            <a:cxnLst/>
            <a:rect l="l" t="t" r="r" b="b"/>
            <a:pathLst>
              <a:path w="765809" h="519683" extrusionOk="0">
                <a:moveTo>
                  <a:pt x="673799" y="360807"/>
                </a:moveTo>
                <a:cubicBezTo>
                  <a:pt x="665911" y="361018"/>
                  <a:pt x="659345" y="354794"/>
                  <a:pt x="659135" y="346905"/>
                </a:cubicBezTo>
                <a:cubicBezTo>
                  <a:pt x="659132" y="346777"/>
                  <a:pt x="659130" y="346648"/>
                  <a:pt x="659130" y="346519"/>
                </a:cubicBezTo>
                <a:lnTo>
                  <a:pt x="659130" y="61913"/>
                </a:lnTo>
                <a:cubicBezTo>
                  <a:pt x="659130" y="43501"/>
                  <a:pt x="644204" y="28575"/>
                  <a:pt x="625793" y="28575"/>
                </a:cubicBezTo>
                <a:lnTo>
                  <a:pt x="139637" y="28575"/>
                </a:lnTo>
                <a:cubicBezTo>
                  <a:pt x="121225" y="28575"/>
                  <a:pt x="106299" y="43501"/>
                  <a:pt x="106299" y="61913"/>
                </a:cubicBezTo>
                <a:lnTo>
                  <a:pt x="106299" y="346519"/>
                </a:lnTo>
                <a:cubicBezTo>
                  <a:pt x="106299" y="354410"/>
                  <a:pt x="99902" y="360807"/>
                  <a:pt x="92012" y="360807"/>
                </a:cubicBezTo>
                <a:cubicBezTo>
                  <a:pt x="84121" y="360807"/>
                  <a:pt x="77724" y="354410"/>
                  <a:pt x="77724" y="346519"/>
                </a:cubicBezTo>
                <a:lnTo>
                  <a:pt x="77724" y="61913"/>
                </a:lnTo>
                <a:cubicBezTo>
                  <a:pt x="77724" y="27719"/>
                  <a:pt x="105443" y="0"/>
                  <a:pt x="139637" y="0"/>
                </a:cubicBezTo>
                <a:lnTo>
                  <a:pt x="626174" y="0"/>
                </a:lnTo>
                <a:cubicBezTo>
                  <a:pt x="660367" y="0"/>
                  <a:pt x="688086" y="27719"/>
                  <a:pt x="688086" y="61913"/>
                </a:cubicBezTo>
                <a:lnTo>
                  <a:pt x="688086" y="346519"/>
                </a:lnTo>
                <a:cubicBezTo>
                  <a:pt x="688086" y="354410"/>
                  <a:pt x="681689" y="360807"/>
                  <a:pt x="673799" y="360807"/>
                </a:cubicBezTo>
                <a:close/>
                <a:moveTo>
                  <a:pt x="765810" y="467296"/>
                </a:moveTo>
                <a:lnTo>
                  <a:pt x="765810" y="441674"/>
                </a:lnTo>
                <a:cubicBezTo>
                  <a:pt x="765753" y="412763"/>
                  <a:pt x="742334" y="389339"/>
                  <a:pt x="713423" y="389287"/>
                </a:cubicBezTo>
                <a:lnTo>
                  <a:pt x="52388" y="389287"/>
                </a:lnTo>
                <a:cubicBezTo>
                  <a:pt x="23476" y="389339"/>
                  <a:pt x="52" y="412763"/>
                  <a:pt x="0" y="441674"/>
                </a:cubicBezTo>
                <a:lnTo>
                  <a:pt x="0" y="467296"/>
                </a:lnTo>
                <a:cubicBezTo>
                  <a:pt x="0" y="496230"/>
                  <a:pt x="23454" y="519684"/>
                  <a:pt x="52388" y="519684"/>
                </a:cubicBezTo>
                <a:lnTo>
                  <a:pt x="713423" y="519684"/>
                </a:lnTo>
                <a:cubicBezTo>
                  <a:pt x="742356" y="519684"/>
                  <a:pt x="765810" y="496230"/>
                  <a:pt x="765810" y="467296"/>
                </a:cubicBezTo>
                <a:close/>
                <a:moveTo>
                  <a:pt x="713423" y="417862"/>
                </a:moveTo>
                <a:cubicBezTo>
                  <a:pt x="726552" y="417914"/>
                  <a:pt x="737183" y="428545"/>
                  <a:pt x="737235" y="441674"/>
                </a:cubicBezTo>
                <a:lnTo>
                  <a:pt x="737235" y="467296"/>
                </a:lnTo>
                <a:cubicBezTo>
                  <a:pt x="737183" y="480426"/>
                  <a:pt x="726552" y="491057"/>
                  <a:pt x="713423" y="491109"/>
                </a:cubicBezTo>
                <a:lnTo>
                  <a:pt x="52388" y="491109"/>
                </a:lnTo>
                <a:cubicBezTo>
                  <a:pt x="39258" y="491057"/>
                  <a:pt x="28627" y="480426"/>
                  <a:pt x="28575" y="467296"/>
                </a:cubicBezTo>
                <a:lnTo>
                  <a:pt x="28575" y="441674"/>
                </a:lnTo>
                <a:cubicBezTo>
                  <a:pt x="28627" y="428545"/>
                  <a:pt x="39258" y="417914"/>
                  <a:pt x="52388" y="417862"/>
                </a:cubicBezTo>
                <a:close/>
                <a:moveTo>
                  <a:pt x="382905" y="435483"/>
                </a:moveTo>
                <a:cubicBezTo>
                  <a:pt x="372384" y="435483"/>
                  <a:pt x="363855" y="444012"/>
                  <a:pt x="363855" y="454533"/>
                </a:cubicBezTo>
                <a:cubicBezTo>
                  <a:pt x="363855" y="465054"/>
                  <a:pt x="372384" y="473583"/>
                  <a:pt x="382905" y="473583"/>
                </a:cubicBezTo>
                <a:cubicBezTo>
                  <a:pt x="393426" y="473583"/>
                  <a:pt x="401955" y="465054"/>
                  <a:pt x="401955" y="454533"/>
                </a:cubicBezTo>
                <a:cubicBezTo>
                  <a:pt x="401955" y="444012"/>
                  <a:pt x="393426" y="435483"/>
                  <a:pt x="382905" y="43548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4" name="Google Shape;72;p3">
            <a:extLst>
              <a:ext uri="{FF2B5EF4-FFF2-40B4-BE49-F238E27FC236}">
                <a16:creationId xmlns:a16="http://schemas.microsoft.com/office/drawing/2014/main" id="{0148D81F-6B66-3799-265B-8110C3E95CE9}"/>
              </a:ext>
            </a:extLst>
          </p:cNvPr>
          <p:cNvSpPr/>
          <p:nvPr/>
        </p:nvSpPr>
        <p:spPr>
          <a:xfrm>
            <a:off x="2828643" y="5862518"/>
            <a:ext cx="155858" cy="239326"/>
          </a:xfrm>
          <a:custGeom>
            <a:avLst/>
            <a:gdLst/>
            <a:ahLst/>
            <a:cxnLst/>
            <a:rect l="l" t="t" r="r" b="b"/>
            <a:pathLst>
              <a:path w="514540" h="790098" extrusionOk="0">
                <a:moveTo>
                  <a:pt x="444532" y="298418"/>
                </a:moveTo>
                <a:lnTo>
                  <a:pt x="70009" y="298418"/>
                </a:lnTo>
                <a:cubicBezTo>
                  <a:pt x="62103" y="298418"/>
                  <a:pt x="55721" y="292037"/>
                  <a:pt x="55721" y="284131"/>
                </a:cubicBezTo>
                <a:cubicBezTo>
                  <a:pt x="55721" y="276225"/>
                  <a:pt x="62103" y="269843"/>
                  <a:pt x="70009" y="269843"/>
                </a:cubicBezTo>
                <a:lnTo>
                  <a:pt x="444627" y="269843"/>
                </a:lnTo>
                <a:cubicBezTo>
                  <a:pt x="452533" y="269843"/>
                  <a:pt x="458914" y="276225"/>
                  <a:pt x="458914" y="284131"/>
                </a:cubicBezTo>
                <a:cubicBezTo>
                  <a:pt x="458914" y="292037"/>
                  <a:pt x="452533" y="298418"/>
                  <a:pt x="444627" y="298418"/>
                </a:cubicBezTo>
                <a:close/>
                <a:moveTo>
                  <a:pt x="70009" y="90488"/>
                </a:moveTo>
                <a:lnTo>
                  <a:pt x="444627" y="90488"/>
                </a:lnTo>
                <a:cubicBezTo>
                  <a:pt x="452533" y="90488"/>
                  <a:pt x="458914" y="84106"/>
                  <a:pt x="458914" y="76200"/>
                </a:cubicBezTo>
                <a:cubicBezTo>
                  <a:pt x="458914" y="68294"/>
                  <a:pt x="452533" y="61913"/>
                  <a:pt x="444627" y="61913"/>
                </a:cubicBezTo>
                <a:lnTo>
                  <a:pt x="70009" y="61913"/>
                </a:lnTo>
                <a:cubicBezTo>
                  <a:pt x="62103" y="61913"/>
                  <a:pt x="55721" y="68294"/>
                  <a:pt x="55721" y="76200"/>
                </a:cubicBezTo>
                <a:cubicBezTo>
                  <a:pt x="55721" y="84106"/>
                  <a:pt x="62103" y="90488"/>
                  <a:pt x="70009" y="90488"/>
                </a:cubicBezTo>
                <a:close/>
                <a:moveTo>
                  <a:pt x="271558" y="360331"/>
                </a:moveTo>
                <a:lnTo>
                  <a:pt x="271558" y="416719"/>
                </a:lnTo>
                <a:lnTo>
                  <a:pt x="463582" y="416719"/>
                </a:lnTo>
                <a:cubicBezTo>
                  <a:pt x="491681" y="416719"/>
                  <a:pt x="514541" y="439579"/>
                  <a:pt x="514541" y="467678"/>
                </a:cubicBezTo>
                <a:cubicBezTo>
                  <a:pt x="514541" y="495776"/>
                  <a:pt x="491681" y="518636"/>
                  <a:pt x="463582" y="518636"/>
                </a:cubicBezTo>
                <a:lnTo>
                  <a:pt x="271558" y="518636"/>
                </a:lnTo>
                <a:lnTo>
                  <a:pt x="271558" y="612267"/>
                </a:lnTo>
                <a:lnTo>
                  <a:pt x="381286" y="689896"/>
                </a:lnTo>
                <a:cubicBezTo>
                  <a:pt x="391097" y="681704"/>
                  <a:pt x="403765" y="676751"/>
                  <a:pt x="417576" y="676751"/>
                </a:cubicBezTo>
                <a:cubicBezTo>
                  <a:pt x="448818" y="676751"/>
                  <a:pt x="474250" y="702183"/>
                  <a:pt x="474250" y="733425"/>
                </a:cubicBezTo>
                <a:cubicBezTo>
                  <a:pt x="474250" y="764667"/>
                  <a:pt x="448818" y="790099"/>
                  <a:pt x="417576" y="790099"/>
                </a:cubicBezTo>
                <a:cubicBezTo>
                  <a:pt x="386334" y="790099"/>
                  <a:pt x="360902" y="764667"/>
                  <a:pt x="360902" y="733425"/>
                </a:cubicBezTo>
                <a:cubicBezTo>
                  <a:pt x="360902" y="726281"/>
                  <a:pt x="362331" y="719519"/>
                  <a:pt x="364712" y="713232"/>
                </a:cubicBezTo>
                <a:lnTo>
                  <a:pt x="257270" y="637223"/>
                </a:lnTo>
                <a:lnTo>
                  <a:pt x="149828" y="713232"/>
                </a:lnTo>
                <a:cubicBezTo>
                  <a:pt x="152210" y="719519"/>
                  <a:pt x="153638" y="726377"/>
                  <a:pt x="153638" y="733425"/>
                </a:cubicBezTo>
                <a:cubicBezTo>
                  <a:pt x="153638" y="764667"/>
                  <a:pt x="128206" y="790099"/>
                  <a:pt x="96964" y="790099"/>
                </a:cubicBezTo>
                <a:cubicBezTo>
                  <a:pt x="65722" y="790099"/>
                  <a:pt x="40291" y="764667"/>
                  <a:pt x="40291" y="733425"/>
                </a:cubicBezTo>
                <a:cubicBezTo>
                  <a:pt x="40291" y="702183"/>
                  <a:pt x="65722" y="676751"/>
                  <a:pt x="96964" y="676751"/>
                </a:cubicBezTo>
                <a:cubicBezTo>
                  <a:pt x="110776" y="676751"/>
                  <a:pt x="123349" y="681704"/>
                  <a:pt x="133255" y="689896"/>
                </a:cubicBezTo>
                <a:lnTo>
                  <a:pt x="242983" y="612267"/>
                </a:lnTo>
                <a:lnTo>
                  <a:pt x="242983" y="518636"/>
                </a:lnTo>
                <a:lnTo>
                  <a:pt x="50959" y="518636"/>
                </a:lnTo>
                <a:cubicBezTo>
                  <a:pt x="22860" y="518636"/>
                  <a:pt x="0" y="495776"/>
                  <a:pt x="0" y="467678"/>
                </a:cubicBezTo>
                <a:cubicBezTo>
                  <a:pt x="0" y="439579"/>
                  <a:pt x="22860" y="416719"/>
                  <a:pt x="50959" y="416719"/>
                </a:cubicBezTo>
                <a:lnTo>
                  <a:pt x="242983" y="416719"/>
                </a:lnTo>
                <a:lnTo>
                  <a:pt x="242983" y="360331"/>
                </a:lnTo>
                <a:lnTo>
                  <a:pt x="45148" y="360331"/>
                </a:lnTo>
                <a:cubicBezTo>
                  <a:pt x="20288" y="360331"/>
                  <a:pt x="95" y="340138"/>
                  <a:pt x="95" y="315278"/>
                </a:cubicBezTo>
                <a:lnTo>
                  <a:pt x="95" y="45053"/>
                </a:lnTo>
                <a:cubicBezTo>
                  <a:pt x="95" y="20193"/>
                  <a:pt x="20288" y="0"/>
                  <a:pt x="45148" y="0"/>
                </a:cubicBezTo>
                <a:lnTo>
                  <a:pt x="469487" y="0"/>
                </a:lnTo>
                <a:cubicBezTo>
                  <a:pt x="494347" y="0"/>
                  <a:pt x="514541" y="20193"/>
                  <a:pt x="514541" y="45053"/>
                </a:cubicBezTo>
                <a:lnTo>
                  <a:pt x="514541" y="315182"/>
                </a:lnTo>
                <a:cubicBezTo>
                  <a:pt x="514541" y="340043"/>
                  <a:pt x="494347" y="360236"/>
                  <a:pt x="469487" y="360236"/>
                </a:cubicBezTo>
                <a:lnTo>
                  <a:pt x="271653" y="360236"/>
                </a:lnTo>
                <a:close/>
                <a:moveTo>
                  <a:pt x="125063" y="733330"/>
                </a:moveTo>
                <a:cubicBezTo>
                  <a:pt x="125063" y="717804"/>
                  <a:pt x="112490" y="705231"/>
                  <a:pt x="96964" y="705231"/>
                </a:cubicBezTo>
                <a:cubicBezTo>
                  <a:pt x="81439" y="705231"/>
                  <a:pt x="68866" y="717804"/>
                  <a:pt x="68866" y="733330"/>
                </a:cubicBezTo>
                <a:cubicBezTo>
                  <a:pt x="68866" y="748856"/>
                  <a:pt x="81439" y="761429"/>
                  <a:pt x="96964" y="761429"/>
                </a:cubicBezTo>
                <a:cubicBezTo>
                  <a:pt x="112490" y="761429"/>
                  <a:pt x="125063" y="748856"/>
                  <a:pt x="125063" y="733330"/>
                </a:cubicBezTo>
                <a:close/>
                <a:moveTo>
                  <a:pt x="389477" y="733330"/>
                </a:moveTo>
                <a:cubicBezTo>
                  <a:pt x="389477" y="748856"/>
                  <a:pt x="402050" y="761429"/>
                  <a:pt x="417576" y="761429"/>
                </a:cubicBezTo>
                <a:cubicBezTo>
                  <a:pt x="433102" y="761429"/>
                  <a:pt x="445675" y="748856"/>
                  <a:pt x="445675" y="733330"/>
                </a:cubicBezTo>
                <a:cubicBezTo>
                  <a:pt x="445675" y="717804"/>
                  <a:pt x="433102" y="705231"/>
                  <a:pt x="417576" y="705231"/>
                </a:cubicBezTo>
                <a:cubicBezTo>
                  <a:pt x="402050" y="705231"/>
                  <a:pt x="389477" y="717804"/>
                  <a:pt x="389477" y="733330"/>
                </a:cubicBezTo>
                <a:close/>
                <a:moveTo>
                  <a:pt x="463582" y="445294"/>
                </a:moveTo>
                <a:lnTo>
                  <a:pt x="50959" y="445294"/>
                </a:lnTo>
                <a:cubicBezTo>
                  <a:pt x="38671" y="445294"/>
                  <a:pt x="28575" y="455295"/>
                  <a:pt x="28575" y="467678"/>
                </a:cubicBezTo>
                <a:cubicBezTo>
                  <a:pt x="28575" y="480060"/>
                  <a:pt x="38576" y="490061"/>
                  <a:pt x="50959" y="490061"/>
                </a:cubicBezTo>
                <a:lnTo>
                  <a:pt x="463487" y="490061"/>
                </a:lnTo>
                <a:cubicBezTo>
                  <a:pt x="475774" y="490061"/>
                  <a:pt x="485870" y="480060"/>
                  <a:pt x="485870" y="467678"/>
                </a:cubicBezTo>
                <a:cubicBezTo>
                  <a:pt x="485870" y="455295"/>
                  <a:pt x="475869" y="445294"/>
                  <a:pt x="463487" y="445294"/>
                </a:cubicBezTo>
                <a:close/>
                <a:moveTo>
                  <a:pt x="45148" y="331756"/>
                </a:moveTo>
                <a:lnTo>
                  <a:pt x="469487" y="331756"/>
                </a:lnTo>
                <a:cubicBezTo>
                  <a:pt x="478536" y="331756"/>
                  <a:pt x="485966" y="324422"/>
                  <a:pt x="485966" y="315278"/>
                </a:cubicBezTo>
                <a:lnTo>
                  <a:pt x="485966" y="45053"/>
                </a:lnTo>
                <a:cubicBezTo>
                  <a:pt x="485966" y="36005"/>
                  <a:pt x="478631" y="28575"/>
                  <a:pt x="469487" y="28575"/>
                </a:cubicBezTo>
                <a:lnTo>
                  <a:pt x="45148" y="28575"/>
                </a:lnTo>
                <a:cubicBezTo>
                  <a:pt x="36100" y="28575"/>
                  <a:pt x="28670" y="35909"/>
                  <a:pt x="28670" y="45053"/>
                </a:cubicBezTo>
                <a:lnTo>
                  <a:pt x="28670" y="315182"/>
                </a:lnTo>
                <a:cubicBezTo>
                  <a:pt x="28670" y="324231"/>
                  <a:pt x="36004" y="331661"/>
                  <a:pt x="45148" y="331661"/>
                </a:cubicBezTo>
                <a:close/>
                <a:moveTo>
                  <a:pt x="313944" y="733330"/>
                </a:moveTo>
                <a:cubicBezTo>
                  <a:pt x="313944" y="764572"/>
                  <a:pt x="288512" y="790004"/>
                  <a:pt x="257270" y="790004"/>
                </a:cubicBezTo>
                <a:cubicBezTo>
                  <a:pt x="226028" y="790004"/>
                  <a:pt x="200596" y="764572"/>
                  <a:pt x="200596" y="733330"/>
                </a:cubicBezTo>
                <a:cubicBezTo>
                  <a:pt x="200596" y="702088"/>
                  <a:pt x="226028" y="676656"/>
                  <a:pt x="257270" y="676656"/>
                </a:cubicBezTo>
                <a:cubicBezTo>
                  <a:pt x="288512" y="676656"/>
                  <a:pt x="313944" y="702088"/>
                  <a:pt x="313944" y="733330"/>
                </a:cubicBezTo>
                <a:close/>
                <a:moveTo>
                  <a:pt x="285369" y="733330"/>
                </a:moveTo>
                <a:cubicBezTo>
                  <a:pt x="285369" y="717804"/>
                  <a:pt x="272796" y="705231"/>
                  <a:pt x="257270" y="705231"/>
                </a:cubicBezTo>
                <a:cubicBezTo>
                  <a:pt x="241744" y="705231"/>
                  <a:pt x="229171" y="717804"/>
                  <a:pt x="229171" y="733330"/>
                </a:cubicBezTo>
                <a:cubicBezTo>
                  <a:pt x="229171" y="748856"/>
                  <a:pt x="241744" y="761429"/>
                  <a:pt x="257270" y="761429"/>
                </a:cubicBezTo>
                <a:cubicBezTo>
                  <a:pt x="272796" y="761429"/>
                  <a:pt x="285369" y="748856"/>
                  <a:pt x="285369" y="733330"/>
                </a:cubicBezTo>
                <a:close/>
                <a:moveTo>
                  <a:pt x="257270" y="222314"/>
                </a:moveTo>
                <a:cubicBezTo>
                  <a:pt x="265176" y="222314"/>
                  <a:pt x="271558" y="215932"/>
                  <a:pt x="271558" y="208026"/>
                </a:cubicBezTo>
                <a:lnTo>
                  <a:pt x="271558" y="194024"/>
                </a:lnTo>
                <a:lnTo>
                  <a:pt x="285560" y="194024"/>
                </a:lnTo>
                <a:cubicBezTo>
                  <a:pt x="293465" y="194024"/>
                  <a:pt x="299847" y="187643"/>
                  <a:pt x="299847" y="179737"/>
                </a:cubicBezTo>
                <a:cubicBezTo>
                  <a:pt x="299847" y="171831"/>
                  <a:pt x="293465" y="165449"/>
                  <a:pt x="285560" y="165449"/>
                </a:cubicBezTo>
                <a:lnTo>
                  <a:pt x="271558" y="165449"/>
                </a:lnTo>
                <a:lnTo>
                  <a:pt x="271558" y="151448"/>
                </a:lnTo>
                <a:cubicBezTo>
                  <a:pt x="271558" y="143542"/>
                  <a:pt x="265176" y="137160"/>
                  <a:pt x="257270" y="137160"/>
                </a:cubicBezTo>
                <a:cubicBezTo>
                  <a:pt x="249364" y="137160"/>
                  <a:pt x="242983" y="143542"/>
                  <a:pt x="242983" y="151448"/>
                </a:cubicBezTo>
                <a:lnTo>
                  <a:pt x="242983" y="165449"/>
                </a:lnTo>
                <a:lnTo>
                  <a:pt x="228981" y="165449"/>
                </a:lnTo>
                <a:cubicBezTo>
                  <a:pt x="221075" y="165449"/>
                  <a:pt x="214693" y="171831"/>
                  <a:pt x="214693" y="179737"/>
                </a:cubicBezTo>
                <a:cubicBezTo>
                  <a:pt x="214693" y="187643"/>
                  <a:pt x="221075" y="194024"/>
                  <a:pt x="228981" y="194024"/>
                </a:cubicBezTo>
                <a:lnTo>
                  <a:pt x="242983" y="194024"/>
                </a:lnTo>
                <a:lnTo>
                  <a:pt x="242983" y="208026"/>
                </a:lnTo>
                <a:cubicBezTo>
                  <a:pt x="242983" y="215932"/>
                  <a:pt x="249364" y="222314"/>
                  <a:pt x="257270" y="22231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pic>
        <p:nvPicPr>
          <p:cNvPr id="15" name="Graphic 14">
            <a:extLst>
              <a:ext uri="{FF2B5EF4-FFF2-40B4-BE49-F238E27FC236}">
                <a16:creationId xmlns:a16="http://schemas.microsoft.com/office/drawing/2014/main" id="{152E8525-259D-DD41-2E73-7F21DD58999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164158" y="5837341"/>
            <a:ext cx="316227" cy="273657"/>
          </a:xfrm>
          <a:prstGeom prst="rect">
            <a:avLst/>
          </a:prstGeom>
        </p:spPr>
      </p:pic>
      <p:pic>
        <p:nvPicPr>
          <p:cNvPr id="16" name="Graphic 15">
            <a:extLst>
              <a:ext uri="{FF2B5EF4-FFF2-40B4-BE49-F238E27FC236}">
                <a16:creationId xmlns:a16="http://schemas.microsoft.com/office/drawing/2014/main" id="{9D29F284-9762-96A5-AFFE-8E50C3E861D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54958" y="5842540"/>
            <a:ext cx="287087" cy="259303"/>
          </a:xfrm>
          <a:prstGeom prst="rect">
            <a:avLst/>
          </a:prstGeom>
        </p:spPr>
      </p:pic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5EDB75E-8E69-23A9-EFE6-AC6C98F7A6B3}"/>
              </a:ext>
            </a:extLst>
          </p:cNvPr>
          <p:cNvCxnSpPr>
            <a:cxnSpLocks/>
            <a:endCxn id="20" idx="1"/>
          </p:cNvCxnSpPr>
          <p:nvPr/>
        </p:nvCxnSpPr>
        <p:spPr>
          <a:xfrm>
            <a:off x="2736594" y="5074865"/>
            <a:ext cx="4242" cy="22306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67B2D94C-15D7-E0B6-3469-9E05EE110B16}"/>
              </a:ext>
            </a:extLst>
          </p:cNvPr>
          <p:cNvCxnSpPr>
            <a:cxnSpLocks/>
            <a:stCxn id="20" idx="7"/>
          </p:cNvCxnSpPr>
          <p:nvPr/>
        </p:nvCxnSpPr>
        <p:spPr>
          <a:xfrm flipH="1" flipV="1">
            <a:off x="2945469" y="5072091"/>
            <a:ext cx="1" cy="22583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7A864CD-FF31-52A2-C17B-15E6C00EC45E}"/>
              </a:ext>
            </a:extLst>
          </p:cNvPr>
          <p:cNvGrpSpPr/>
          <p:nvPr/>
        </p:nvGrpSpPr>
        <p:grpSpPr>
          <a:xfrm>
            <a:off x="2698455" y="5255548"/>
            <a:ext cx="289396" cy="289396"/>
            <a:chOff x="3909357" y="3102510"/>
            <a:chExt cx="577976" cy="577976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A38F04CB-40F2-AF77-4349-BCC83FBB558B}"/>
                </a:ext>
              </a:extLst>
            </p:cNvPr>
            <p:cNvSpPr/>
            <p:nvPr/>
          </p:nvSpPr>
          <p:spPr>
            <a:xfrm>
              <a:off x="3909357" y="3102510"/>
              <a:ext cx="577976" cy="57797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1" name="Graphic 14">
              <a:extLst>
                <a:ext uri="{FF2B5EF4-FFF2-40B4-BE49-F238E27FC236}">
                  <a16:creationId xmlns:a16="http://schemas.microsoft.com/office/drawing/2014/main" id="{4BEF2CC0-9601-B3AB-8BA9-04074F720DC9}"/>
                </a:ext>
              </a:extLst>
            </p:cNvPr>
            <p:cNvSpPr/>
            <p:nvPr/>
          </p:nvSpPr>
          <p:spPr>
            <a:xfrm>
              <a:off x="4004573" y="3196170"/>
              <a:ext cx="387545" cy="390658"/>
            </a:xfrm>
            <a:custGeom>
              <a:avLst/>
              <a:gdLst>
                <a:gd name="connsiteX0" fmla="*/ 533305 w 616458"/>
                <a:gd name="connsiteY0" fmla="*/ 300609 h 621411"/>
                <a:gd name="connsiteX1" fmla="*/ 474059 w 616458"/>
                <a:gd name="connsiteY1" fmla="*/ 241364 h 621411"/>
                <a:gd name="connsiteX2" fmla="*/ 453866 w 616458"/>
                <a:gd name="connsiteY2" fmla="*/ 241364 h 621411"/>
                <a:gd name="connsiteX3" fmla="*/ 453866 w 616458"/>
                <a:gd name="connsiteY3" fmla="*/ 261557 h 621411"/>
                <a:gd name="connsiteX4" fmla="*/ 503015 w 616458"/>
                <a:gd name="connsiteY4" fmla="*/ 310706 h 621411"/>
                <a:gd name="connsiteX5" fmla="*/ 453866 w 616458"/>
                <a:gd name="connsiteY5" fmla="*/ 359855 h 621411"/>
                <a:gd name="connsiteX6" fmla="*/ 453866 w 616458"/>
                <a:gd name="connsiteY6" fmla="*/ 380048 h 621411"/>
                <a:gd name="connsiteX7" fmla="*/ 474059 w 616458"/>
                <a:gd name="connsiteY7" fmla="*/ 380048 h 621411"/>
                <a:gd name="connsiteX8" fmla="*/ 533305 w 616458"/>
                <a:gd name="connsiteY8" fmla="*/ 320802 h 621411"/>
                <a:gd name="connsiteX9" fmla="*/ 537496 w 616458"/>
                <a:gd name="connsiteY9" fmla="*/ 310706 h 621411"/>
                <a:gd name="connsiteX10" fmla="*/ 533305 w 616458"/>
                <a:gd name="connsiteY10" fmla="*/ 300609 h 621411"/>
                <a:gd name="connsiteX11" fmla="*/ 433197 w 616458"/>
                <a:gd name="connsiteY11" fmla="*/ 291656 h 621411"/>
                <a:gd name="connsiteX12" fmla="*/ 432721 w 616458"/>
                <a:gd name="connsiteY12" fmla="*/ 291656 h 621411"/>
                <a:gd name="connsiteX13" fmla="*/ 413957 w 616458"/>
                <a:gd name="connsiteY13" fmla="*/ 310706 h 621411"/>
                <a:gd name="connsiteX14" fmla="*/ 433197 w 616458"/>
                <a:gd name="connsiteY14" fmla="*/ 329756 h 621411"/>
                <a:gd name="connsiteX15" fmla="*/ 452247 w 616458"/>
                <a:gd name="connsiteY15" fmla="*/ 310706 h 621411"/>
                <a:gd name="connsiteX16" fmla="*/ 433197 w 616458"/>
                <a:gd name="connsiteY16" fmla="*/ 291656 h 621411"/>
                <a:gd name="connsiteX17" fmla="*/ 369665 w 616458"/>
                <a:gd name="connsiteY17" fmla="*/ 291656 h 621411"/>
                <a:gd name="connsiteX18" fmla="*/ 369189 w 616458"/>
                <a:gd name="connsiteY18" fmla="*/ 291656 h 621411"/>
                <a:gd name="connsiteX19" fmla="*/ 350330 w 616458"/>
                <a:gd name="connsiteY19" fmla="*/ 310706 h 621411"/>
                <a:gd name="connsiteX20" fmla="*/ 369665 w 616458"/>
                <a:gd name="connsiteY20" fmla="*/ 329756 h 621411"/>
                <a:gd name="connsiteX21" fmla="*/ 388715 w 616458"/>
                <a:gd name="connsiteY21" fmla="*/ 310706 h 621411"/>
                <a:gd name="connsiteX22" fmla="*/ 369665 w 616458"/>
                <a:gd name="connsiteY22" fmla="*/ 291656 h 621411"/>
                <a:gd name="connsiteX23" fmla="*/ 259080 w 616458"/>
                <a:gd name="connsiteY23" fmla="*/ 165068 h 621411"/>
                <a:gd name="connsiteX24" fmla="*/ 308229 w 616458"/>
                <a:gd name="connsiteY24" fmla="*/ 115919 h 621411"/>
                <a:gd name="connsiteX25" fmla="*/ 357378 w 616458"/>
                <a:gd name="connsiteY25" fmla="*/ 165068 h 621411"/>
                <a:gd name="connsiteX26" fmla="*/ 367475 w 616458"/>
                <a:gd name="connsiteY26" fmla="*/ 169259 h 621411"/>
                <a:gd name="connsiteX27" fmla="*/ 377571 w 616458"/>
                <a:gd name="connsiteY27" fmla="*/ 165068 h 621411"/>
                <a:gd name="connsiteX28" fmla="*/ 377571 w 616458"/>
                <a:gd name="connsiteY28" fmla="*/ 144875 h 621411"/>
                <a:gd name="connsiteX29" fmla="*/ 318326 w 616458"/>
                <a:gd name="connsiteY29" fmla="*/ 85630 h 621411"/>
                <a:gd name="connsiteX30" fmla="*/ 298133 w 616458"/>
                <a:gd name="connsiteY30" fmla="*/ 85630 h 621411"/>
                <a:gd name="connsiteX31" fmla="*/ 238887 w 616458"/>
                <a:gd name="connsiteY31" fmla="*/ 144875 h 621411"/>
                <a:gd name="connsiteX32" fmla="*/ 238887 w 616458"/>
                <a:gd name="connsiteY32" fmla="*/ 165068 h 621411"/>
                <a:gd name="connsiteX33" fmla="*/ 259080 w 616458"/>
                <a:gd name="connsiteY33" fmla="*/ 165068 h 621411"/>
                <a:gd name="connsiteX34" fmla="*/ 357378 w 616458"/>
                <a:gd name="connsiteY34" fmla="*/ 456343 h 621411"/>
                <a:gd name="connsiteX35" fmla="*/ 308229 w 616458"/>
                <a:gd name="connsiteY35" fmla="*/ 505492 h 621411"/>
                <a:gd name="connsiteX36" fmla="*/ 259080 w 616458"/>
                <a:gd name="connsiteY36" fmla="*/ 456343 h 621411"/>
                <a:gd name="connsiteX37" fmla="*/ 238887 w 616458"/>
                <a:gd name="connsiteY37" fmla="*/ 456343 h 621411"/>
                <a:gd name="connsiteX38" fmla="*/ 238887 w 616458"/>
                <a:gd name="connsiteY38" fmla="*/ 476536 h 621411"/>
                <a:gd name="connsiteX39" fmla="*/ 298133 w 616458"/>
                <a:gd name="connsiteY39" fmla="*/ 535781 h 621411"/>
                <a:gd name="connsiteX40" fmla="*/ 308229 w 616458"/>
                <a:gd name="connsiteY40" fmla="*/ 539972 h 621411"/>
                <a:gd name="connsiteX41" fmla="*/ 318326 w 616458"/>
                <a:gd name="connsiteY41" fmla="*/ 535781 h 621411"/>
                <a:gd name="connsiteX42" fmla="*/ 377571 w 616458"/>
                <a:gd name="connsiteY42" fmla="*/ 476536 h 621411"/>
                <a:gd name="connsiteX43" fmla="*/ 377571 w 616458"/>
                <a:gd name="connsiteY43" fmla="*/ 456343 h 621411"/>
                <a:gd name="connsiteX44" fmla="*/ 357378 w 616458"/>
                <a:gd name="connsiteY44" fmla="*/ 456343 h 621411"/>
                <a:gd name="connsiteX45" fmla="*/ 308229 w 616458"/>
                <a:gd name="connsiteY45" fmla="*/ 416433 h 621411"/>
                <a:gd name="connsiteX46" fmla="*/ 289179 w 616458"/>
                <a:gd name="connsiteY46" fmla="*/ 435674 h 621411"/>
                <a:gd name="connsiteX47" fmla="*/ 308229 w 616458"/>
                <a:gd name="connsiteY47" fmla="*/ 454724 h 621411"/>
                <a:gd name="connsiteX48" fmla="*/ 327279 w 616458"/>
                <a:gd name="connsiteY48" fmla="*/ 435674 h 621411"/>
                <a:gd name="connsiteX49" fmla="*/ 327279 w 616458"/>
                <a:gd name="connsiteY49" fmla="*/ 435197 h 621411"/>
                <a:gd name="connsiteX50" fmla="*/ 308229 w 616458"/>
                <a:gd name="connsiteY50" fmla="*/ 416433 h 621411"/>
                <a:gd name="connsiteX51" fmla="*/ 327279 w 616458"/>
                <a:gd name="connsiteY51" fmla="*/ 371666 h 621411"/>
                <a:gd name="connsiteX52" fmla="*/ 308229 w 616458"/>
                <a:gd name="connsiteY52" fmla="*/ 352806 h 621411"/>
                <a:gd name="connsiteX53" fmla="*/ 289179 w 616458"/>
                <a:gd name="connsiteY53" fmla="*/ 372142 h 621411"/>
                <a:gd name="connsiteX54" fmla="*/ 308229 w 616458"/>
                <a:gd name="connsiteY54" fmla="*/ 391192 h 621411"/>
                <a:gd name="connsiteX55" fmla="*/ 327279 w 616458"/>
                <a:gd name="connsiteY55" fmla="*/ 372142 h 621411"/>
                <a:gd name="connsiteX56" fmla="*/ 327279 w 616458"/>
                <a:gd name="connsiteY56" fmla="*/ 371666 h 621411"/>
                <a:gd name="connsiteX57" fmla="*/ 308229 w 616458"/>
                <a:gd name="connsiteY57" fmla="*/ 166688 h 621411"/>
                <a:gd name="connsiteX58" fmla="*/ 289179 w 616458"/>
                <a:gd name="connsiteY58" fmla="*/ 185738 h 621411"/>
                <a:gd name="connsiteX59" fmla="*/ 289179 w 616458"/>
                <a:gd name="connsiteY59" fmla="*/ 186214 h 621411"/>
                <a:gd name="connsiteX60" fmla="*/ 308229 w 616458"/>
                <a:gd name="connsiteY60" fmla="*/ 204978 h 621411"/>
                <a:gd name="connsiteX61" fmla="*/ 327279 w 616458"/>
                <a:gd name="connsiteY61" fmla="*/ 185738 h 621411"/>
                <a:gd name="connsiteX62" fmla="*/ 308229 w 616458"/>
                <a:gd name="connsiteY62" fmla="*/ 166688 h 621411"/>
                <a:gd name="connsiteX63" fmla="*/ 308229 w 616458"/>
                <a:gd name="connsiteY63" fmla="*/ 230219 h 621411"/>
                <a:gd name="connsiteX64" fmla="*/ 289179 w 616458"/>
                <a:gd name="connsiteY64" fmla="*/ 249269 h 621411"/>
                <a:gd name="connsiteX65" fmla="*/ 289179 w 616458"/>
                <a:gd name="connsiteY65" fmla="*/ 249746 h 621411"/>
                <a:gd name="connsiteX66" fmla="*/ 308229 w 616458"/>
                <a:gd name="connsiteY66" fmla="*/ 268605 h 621411"/>
                <a:gd name="connsiteX67" fmla="*/ 327279 w 616458"/>
                <a:gd name="connsiteY67" fmla="*/ 249269 h 621411"/>
                <a:gd name="connsiteX68" fmla="*/ 308229 w 616458"/>
                <a:gd name="connsiteY68" fmla="*/ 230219 h 621411"/>
                <a:gd name="connsiteX69" fmla="*/ 247269 w 616458"/>
                <a:gd name="connsiteY69" fmla="*/ 329756 h 621411"/>
                <a:gd name="connsiteX70" fmla="*/ 266129 w 616458"/>
                <a:gd name="connsiteY70" fmla="*/ 310706 h 621411"/>
                <a:gd name="connsiteX71" fmla="*/ 246793 w 616458"/>
                <a:gd name="connsiteY71" fmla="*/ 291656 h 621411"/>
                <a:gd name="connsiteX72" fmla="*/ 227743 w 616458"/>
                <a:gd name="connsiteY72" fmla="*/ 310706 h 621411"/>
                <a:gd name="connsiteX73" fmla="*/ 246793 w 616458"/>
                <a:gd name="connsiteY73" fmla="*/ 329756 h 621411"/>
                <a:gd name="connsiteX74" fmla="*/ 247269 w 616458"/>
                <a:gd name="connsiteY74" fmla="*/ 329756 h 621411"/>
                <a:gd name="connsiteX75" fmla="*/ 183261 w 616458"/>
                <a:gd name="connsiteY75" fmla="*/ 291656 h 621411"/>
                <a:gd name="connsiteX76" fmla="*/ 164211 w 616458"/>
                <a:gd name="connsiteY76" fmla="*/ 310706 h 621411"/>
                <a:gd name="connsiteX77" fmla="*/ 183261 w 616458"/>
                <a:gd name="connsiteY77" fmla="*/ 329756 h 621411"/>
                <a:gd name="connsiteX78" fmla="*/ 183737 w 616458"/>
                <a:gd name="connsiteY78" fmla="*/ 329756 h 621411"/>
                <a:gd name="connsiteX79" fmla="*/ 202502 w 616458"/>
                <a:gd name="connsiteY79" fmla="*/ 310706 h 621411"/>
                <a:gd name="connsiteX80" fmla="*/ 183261 w 616458"/>
                <a:gd name="connsiteY80" fmla="*/ 291656 h 621411"/>
                <a:gd name="connsiteX81" fmla="*/ 113443 w 616458"/>
                <a:gd name="connsiteY81" fmla="*/ 310706 h 621411"/>
                <a:gd name="connsiteX82" fmla="*/ 162592 w 616458"/>
                <a:gd name="connsiteY82" fmla="*/ 261557 h 621411"/>
                <a:gd name="connsiteX83" fmla="*/ 166783 w 616458"/>
                <a:gd name="connsiteY83" fmla="*/ 251460 h 621411"/>
                <a:gd name="connsiteX84" fmla="*/ 162592 w 616458"/>
                <a:gd name="connsiteY84" fmla="*/ 241364 h 621411"/>
                <a:gd name="connsiteX85" fmla="*/ 142399 w 616458"/>
                <a:gd name="connsiteY85" fmla="*/ 241364 h 621411"/>
                <a:gd name="connsiteX86" fmla="*/ 83153 w 616458"/>
                <a:gd name="connsiteY86" fmla="*/ 300609 h 621411"/>
                <a:gd name="connsiteX87" fmla="*/ 83153 w 616458"/>
                <a:gd name="connsiteY87" fmla="*/ 320802 h 621411"/>
                <a:gd name="connsiteX88" fmla="*/ 142399 w 616458"/>
                <a:gd name="connsiteY88" fmla="*/ 380048 h 621411"/>
                <a:gd name="connsiteX89" fmla="*/ 162592 w 616458"/>
                <a:gd name="connsiteY89" fmla="*/ 380048 h 621411"/>
                <a:gd name="connsiteX90" fmla="*/ 162592 w 616458"/>
                <a:gd name="connsiteY90" fmla="*/ 359855 h 621411"/>
                <a:gd name="connsiteX91" fmla="*/ 113443 w 616458"/>
                <a:gd name="connsiteY91" fmla="*/ 310706 h 621411"/>
                <a:gd name="connsiteX92" fmla="*/ 533114 w 616458"/>
                <a:gd name="connsiteY92" fmla="*/ 0 h 621411"/>
                <a:gd name="connsiteX93" fmla="*/ 83344 w 616458"/>
                <a:gd name="connsiteY93" fmla="*/ 0 h 621411"/>
                <a:gd name="connsiteX94" fmla="*/ 0 w 616458"/>
                <a:gd name="connsiteY94" fmla="*/ 83344 h 621411"/>
                <a:gd name="connsiteX95" fmla="*/ 0 w 616458"/>
                <a:gd name="connsiteY95" fmla="*/ 538067 h 621411"/>
                <a:gd name="connsiteX96" fmla="*/ 83344 w 616458"/>
                <a:gd name="connsiteY96" fmla="*/ 621411 h 621411"/>
                <a:gd name="connsiteX97" fmla="*/ 533114 w 616458"/>
                <a:gd name="connsiteY97" fmla="*/ 621411 h 621411"/>
                <a:gd name="connsiteX98" fmla="*/ 616458 w 616458"/>
                <a:gd name="connsiteY98" fmla="*/ 538067 h 621411"/>
                <a:gd name="connsiteX99" fmla="*/ 616458 w 616458"/>
                <a:gd name="connsiteY99" fmla="*/ 83344 h 621411"/>
                <a:gd name="connsiteX100" fmla="*/ 533114 w 616458"/>
                <a:gd name="connsiteY100" fmla="*/ 0 h 621411"/>
                <a:gd name="connsiteX101" fmla="*/ 587883 w 616458"/>
                <a:gd name="connsiteY101" fmla="*/ 538067 h 621411"/>
                <a:gd name="connsiteX102" fmla="*/ 533114 w 616458"/>
                <a:gd name="connsiteY102" fmla="*/ 592836 h 621411"/>
                <a:gd name="connsiteX103" fmla="*/ 83344 w 616458"/>
                <a:gd name="connsiteY103" fmla="*/ 592836 h 621411"/>
                <a:gd name="connsiteX104" fmla="*/ 28575 w 616458"/>
                <a:gd name="connsiteY104" fmla="*/ 538067 h 621411"/>
                <a:gd name="connsiteX105" fmla="*/ 28575 w 616458"/>
                <a:gd name="connsiteY105" fmla="*/ 83344 h 621411"/>
                <a:gd name="connsiteX106" fmla="*/ 83344 w 616458"/>
                <a:gd name="connsiteY106" fmla="*/ 28575 h 621411"/>
                <a:gd name="connsiteX107" fmla="*/ 533114 w 616458"/>
                <a:gd name="connsiteY107" fmla="*/ 28575 h 621411"/>
                <a:gd name="connsiteX108" fmla="*/ 587883 w 616458"/>
                <a:gd name="connsiteY108" fmla="*/ 83344 h 621411"/>
                <a:gd name="connsiteX109" fmla="*/ 587883 w 616458"/>
                <a:gd name="connsiteY109" fmla="*/ 538067 h 621411"/>
                <a:gd name="connsiteX110" fmla="*/ 474059 w 616458"/>
                <a:gd name="connsiteY110" fmla="*/ 241364 h 621411"/>
                <a:gd name="connsiteX111" fmla="*/ 453866 w 616458"/>
                <a:gd name="connsiteY111" fmla="*/ 241364 h 621411"/>
                <a:gd name="connsiteX112" fmla="*/ 453866 w 616458"/>
                <a:gd name="connsiteY112" fmla="*/ 261557 h 621411"/>
                <a:gd name="connsiteX113" fmla="*/ 503015 w 616458"/>
                <a:gd name="connsiteY113" fmla="*/ 310706 h 621411"/>
                <a:gd name="connsiteX114" fmla="*/ 453866 w 616458"/>
                <a:gd name="connsiteY114" fmla="*/ 359855 h 621411"/>
                <a:gd name="connsiteX115" fmla="*/ 453866 w 616458"/>
                <a:gd name="connsiteY115" fmla="*/ 380048 h 621411"/>
                <a:gd name="connsiteX116" fmla="*/ 474059 w 616458"/>
                <a:gd name="connsiteY116" fmla="*/ 380048 h 621411"/>
                <a:gd name="connsiteX117" fmla="*/ 533305 w 616458"/>
                <a:gd name="connsiteY117" fmla="*/ 320802 h 621411"/>
                <a:gd name="connsiteX118" fmla="*/ 537496 w 616458"/>
                <a:gd name="connsiteY118" fmla="*/ 310706 h 621411"/>
                <a:gd name="connsiteX119" fmla="*/ 533305 w 616458"/>
                <a:gd name="connsiteY119" fmla="*/ 300609 h 621411"/>
                <a:gd name="connsiteX120" fmla="*/ 474059 w 616458"/>
                <a:gd name="connsiteY120" fmla="*/ 241364 h 621411"/>
                <a:gd name="connsiteX121" fmla="*/ 433197 w 616458"/>
                <a:gd name="connsiteY121" fmla="*/ 291656 h 621411"/>
                <a:gd name="connsiteX122" fmla="*/ 432721 w 616458"/>
                <a:gd name="connsiteY122" fmla="*/ 291656 h 621411"/>
                <a:gd name="connsiteX123" fmla="*/ 413957 w 616458"/>
                <a:gd name="connsiteY123" fmla="*/ 310706 h 621411"/>
                <a:gd name="connsiteX124" fmla="*/ 433197 w 616458"/>
                <a:gd name="connsiteY124" fmla="*/ 329756 h 621411"/>
                <a:gd name="connsiteX125" fmla="*/ 452247 w 616458"/>
                <a:gd name="connsiteY125" fmla="*/ 310706 h 621411"/>
                <a:gd name="connsiteX126" fmla="*/ 433197 w 616458"/>
                <a:gd name="connsiteY126" fmla="*/ 291656 h 621411"/>
                <a:gd name="connsiteX127" fmla="*/ 369665 w 616458"/>
                <a:gd name="connsiteY127" fmla="*/ 291656 h 621411"/>
                <a:gd name="connsiteX128" fmla="*/ 369189 w 616458"/>
                <a:gd name="connsiteY128" fmla="*/ 291656 h 621411"/>
                <a:gd name="connsiteX129" fmla="*/ 350330 w 616458"/>
                <a:gd name="connsiteY129" fmla="*/ 310706 h 621411"/>
                <a:gd name="connsiteX130" fmla="*/ 369665 w 616458"/>
                <a:gd name="connsiteY130" fmla="*/ 329756 h 621411"/>
                <a:gd name="connsiteX131" fmla="*/ 388715 w 616458"/>
                <a:gd name="connsiteY131" fmla="*/ 310706 h 621411"/>
                <a:gd name="connsiteX132" fmla="*/ 369665 w 616458"/>
                <a:gd name="connsiteY132" fmla="*/ 291656 h 621411"/>
                <a:gd name="connsiteX133" fmla="*/ 259080 w 616458"/>
                <a:gd name="connsiteY133" fmla="*/ 165068 h 621411"/>
                <a:gd name="connsiteX134" fmla="*/ 308229 w 616458"/>
                <a:gd name="connsiteY134" fmla="*/ 115919 h 621411"/>
                <a:gd name="connsiteX135" fmla="*/ 357378 w 616458"/>
                <a:gd name="connsiteY135" fmla="*/ 165068 h 621411"/>
                <a:gd name="connsiteX136" fmla="*/ 367475 w 616458"/>
                <a:gd name="connsiteY136" fmla="*/ 169259 h 621411"/>
                <a:gd name="connsiteX137" fmla="*/ 377571 w 616458"/>
                <a:gd name="connsiteY137" fmla="*/ 165068 h 621411"/>
                <a:gd name="connsiteX138" fmla="*/ 377571 w 616458"/>
                <a:gd name="connsiteY138" fmla="*/ 144875 h 621411"/>
                <a:gd name="connsiteX139" fmla="*/ 318326 w 616458"/>
                <a:gd name="connsiteY139" fmla="*/ 85630 h 621411"/>
                <a:gd name="connsiteX140" fmla="*/ 298133 w 616458"/>
                <a:gd name="connsiteY140" fmla="*/ 85630 h 621411"/>
                <a:gd name="connsiteX141" fmla="*/ 238887 w 616458"/>
                <a:gd name="connsiteY141" fmla="*/ 144875 h 621411"/>
                <a:gd name="connsiteX142" fmla="*/ 238887 w 616458"/>
                <a:gd name="connsiteY142" fmla="*/ 165068 h 621411"/>
                <a:gd name="connsiteX143" fmla="*/ 259080 w 616458"/>
                <a:gd name="connsiteY143" fmla="*/ 165068 h 621411"/>
                <a:gd name="connsiteX144" fmla="*/ 357378 w 616458"/>
                <a:gd name="connsiteY144" fmla="*/ 456343 h 621411"/>
                <a:gd name="connsiteX145" fmla="*/ 308229 w 616458"/>
                <a:gd name="connsiteY145" fmla="*/ 505492 h 621411"/>
                <a:gd name="connsiteX146" fmla="*/ 259080 w 616458"/>
                <a:gd name="connsiteY146" fmla="*/ 456343 h 621411"/>
                <a:gd name="connsiteX147" fmla="*/ 238887 w 616458"/>
                <a:gd name="connsiteY147" fmla="*/ 456343 h 621411"/>
                <a:gd name="connsiteX148" fmla="*/ 238887 w 616458"/>
                <a:gd name="connsiteY148" fmla="*/ 476536 h 621411"/>
                <a:gd name="connsiteX149" fmla="*/ 298133 w 616458"/>
                <a:gd name="connsiteY149" fmla="*/ 535781 h 621411"/>
                <a:gd name="connsiteX150" fmla="*/ 308229 w 616458"/>
                <a:gd name="connsiteY150" fmla="*/ 539972 h 621411"/>
                <a:gd name="connsiteX151" fmla="*/ 318326 w 616458"/>
                <a:gd name="connsiteY151" fmla="*/ 535781 h 621411"/>
                <a:gd name="connsiteX152" fmla="*/ 377571 w 616458"/>
                <a:gd name="connsiteY152" fmla="*/ 476536 h 621411"/>
                <a:gd name="connsiteX153" fmla="*/ 377571 w 616458"/>
                <a:gd name="connsiteY153" fmla="*/ 456343 h 621411"/>
                <a:gd name="connsiteX154" fmla="*/ 357378 w 616458"/>
                <a:gd name="connsiteY154" fmla="*/ 456343 h 621411"/>
                <a:gd name="connsiteX155" fmla="*/ 308229 w 616458"/>
                <a:gd name="connsiteY155" fmla="*/ 416433 h 621411"/>
                <a:gd name="connsiteX156" fmla="*/ 289179 w 616458"/>
                <a:gd name="connsiteY156" fmla="*/ 435674 h 621411"/>
                <a:gd name="connsiteX157" fmla="*/ 308229 w 616458"/>
                <a:gd name="connsiteY157" fmla="*/ 454724 h 621411"/>
                <a:gd name="connsiteX158" fmla="*/ 327279 w 616458"/>
                <a:gd name="connsiteY158" fmla="*/ 435674 h 621411"/>
                <a:gd name="connsiteX159" fmla="*/ 327279 w 616458"/>
                <a:gd name="connsiteY159" fmla="*/ 435197 h 621411"/>
                <a:gd name="connsiteX160" fmla="*/ 308229 w 616458"/>
                <a:gd name="connsiteY160" fmla="*/ 416433 h 621411"/>
                <a:gd name="connsiteX161" fmla="*/ 327279 w 616458"/>
                <a:gd name="connsiteY161" fmla="*/ 371666 h 621411"/>
                <a:gd name="connsiteX162" fmla="*/ 308229 w 616458"/>
                <a:gd name="connsiteY162" fmla="*/ 352806 h 621411"/>
                <a:gd name="connsiteX163" fmla="*/ 289179 w 616458"/>
                <a:gd name="connsiteY163" fmla="*/ 372142 h 621411"/>
                <a:gd name="connsiteX164" fmla="*/ 308229 w 616458"/>
                <a:gd name="connsiteY164" fmla="*/ 391192 h 621411"/>
                <a:gd name="connsiteX165" fmla="*/ 327279 w 616458"/>
                <a:gd name="connsiteY165" fmla="*/ 372142 h 621411"/>
                <a:gd name="connsiteX166" fmla="*/ 327279 w 616458"/>
                <a:gd name="connsiteY166" fmla="*/ 371666 h 621411"/>
                <a:gd name="connsiteX167" fmla="*/ 308229 w 616458"/>
                <a:gd name="connsiteY167" fmla="*/ 166688 h 621411"/>
                <a:gd name="connsiteX168" fmla="*/ 289179 w 616458"/>
                <a:gd name="connsiteY168" fmla="*/ 185738 h 621411"/>
                <a:gd name="connsiteX169" fmla="*/ 289179 w 616458"/>
                <a:gd name="connsiteY169" fmla="*/ 186214 h 621411"/>
                <a:gd name="connsiteX170" fmla="*/ 308229 w 616458"/>
                <a:gd name="connsiteY170" fmla="*/ 204978 h 621411"/>
                <a:gd name="connsiteX171" fmla="*/ 327279 w 616458"/>
                <a:gd name="connsiteY171" fmla="*/ 185738 h 621411"/>
                <a:gd name="connsiteX172" fmla="*/ 308229 w 616458"/>
                <a:gd name="connsiteY172" fmla="*/ 166688 h 621411"/>
                <a:gd name="connsiteX173" fmla="*/ 308229 w 616458"/>
                <a:gd name="connsiteY173" fmla="*/ 230219 h 621411"/>
                <a:gd name="connsiteX174" fmla="*/ 289179 w 616458"/>
                <a:gd name="connsiteY174" fmla="*/ 249269 h 621411"/>
                <a:gd name="connsiteX175" fmla="*/ 289179 w 616458"/>
                <a:gd name="connsiteY175" fmla="*/ 249746 h 621411"/>
                <a:gd name="connsiteX176" fmla="*/ 308229 w 616458"/>
                <a:gd name="connsiteY176" fmla="*/ 268605 h 621411"/>
                <a:gd name="connsiteX177" fmla="*/ 327279 w 616458"/>
                <a:gd name="connsiteY177" fmla="*/ 249269 h 621411"/>
                <a:gd name="connsiteX178" fmla="*/ 308229 w 616458"/>
                <a:gd name="connsiteY178" fmla="*/ 230219 h 621411"/>
                <a:gd name="connsiteX179" fmla="*/ 247269 w 616458"/>
                <a:gd name="connsiteY179" fmla="*/ 329756 h 621411"/>
                <a:gd name="connsiteX180" fmla="*/ 266129 w 616458"/>
                <a:gd name="connsiteY180" fmla="*/ 310706 h 621411"/>
                <a:gd name="connsiteX181" fmla="*/ 246793 w 616458"/>
                <a:gd name="connsiteY181" fmla="*/ 291656 h 621411"/>
                <a:gd name="connsiteX182" fmla="*/ 227743 w 616458"/>
                <a:gd name="connsiteY182" fmla="*/ 310706 h 621411"/>
                <a:gd name="connsiteX183" fmla="*/ 246793 w 616458"/>
                <a:gd name="connsiteY183" fmla="*/ 329756 h 621411"/>
                <a:gd name="connsiteX184" fmla="*/ 247269 w 616458"/>
                <a:gd name="connsiteY184" fmla="*/ 329756 h 621411"/>
                <a:gd name="connsiteX185" fmla="*/ 183261 w 616458"/>
                <a:gd name="connsiteY185" fmla="*/ 291656 h 621411"/>
                <a:gd name="connsiteX186" fmla="*/ 164211 w 616458"/>
                <a:gd name="connsiteY186" fmla="*/ 310706 h 621411"/>
                <a:gd name="connsiteX187" fmla="*/ 183261 w 616458"/>
                <a:gd name="connsiteY187" fmla="*/ 329756 h 621411"/>
                <a:gd name="connsiteX188" fmla="*/ 183737 w 616458"/>
                <a:gd name="connsiteY188" fmla="*/ 329756 h 621411"/>
                <a:gd name="connsiteX189" fmla="*/ 202502 w 616458"/>
                <a:gd name="connsiteY189" fmla="*/ 310706 h 621411"/>
                <a:gd name="connsiteX190" fmla="*/ 183261 w 616458"/>
                <a:gd name="connsiteY190" fmla="*/ 291656 h 621411"/>
                <a:gd name="connsiteX191" fmla="*/ 113443 w 616458"/>
                <a:gd name="connsiteY191" fmla="*/ 310706 h 621411"/>
                <a:gd name="connsiteX192" fmla="*/ 162592 w 616458"/>
                <a:gd name="connsiteY192" fmla="*/ 261557 h 621411"/>
                <a:gd name="connsiteX193" fmla="*/ 166783 w 616458"/>
                <a:gd name="connsiteY193" fmla="*/ 251460 h 621411"/>
                <a:gd name="connsiteX194" fmla="*/ 162592 w 616458"/>
                <a:gd name="connsiteY194" fmla="*/ 241364 h 621411"/>
                <a:gd name="connsiteX195" fmla="*/ 142399 w 616458"/>
                <a:gd name="connsiteY195" fmla="*/ 241364 h 621411"/>
                <a:gd name="connsiteX196" fmla="*/ 83153 w 616458"/>
                <a:gd name="connsiteY196" fmla="*/ 300609 h 621411"/>
                <a:gd name="connsiteX197" fmla="*/ 83153 w 616458"/>
                <a:gd name="connsiteY197" fmla="*/ 320802 h 621411"/>
                <a:gd name="connsiteX198" fmla="*/ 142399 w 616458"/>
                <a:gd name="connsiteY198" fmla="*/ 380048 h 621411"/>
                <a:gd name="connsiteX199" fmla="*/ 162592 w 616458"/>
                <a:gd name="connsiteY199" fmla="*/ 380048 h 621411"/>
                <a:gd name="connsiteX200" fmla="*/ 162592 w 616458"/>
                <a:gd name="connsiteY200" fmla="*/ 359855 h 621411"/>
                <a:gd name="connsiteX201" fmla="*/ 113443 w 616458"/>
                <a:gd name="connsiteY201" fmla="*/ 310706 h 621411"/>
                <a:gd name="connsiteX202" fmla="*/ 433197 w 616458"/>
                <a:gd name="connsiteY202" fmla="*/ 291656 h 621411"/>
                <a:gd name="connsiteX203" fmla="*/ 432721 w 616458"/>
                <a:gd name="connsiteY203" fmla="*/ 291656 h 621411"/>
                <a:gd name="connsiteX204" fmla="*/ 413957 w 616458"/>
                <a:gd name="connsiteY204" fmla="*/ 310706 h 621411"/>
                <a:gd name="connsiteX205" fmla="*/ 433197 w 616458"/>
                <a:gd name="connsiteY205" fmla="*/ 329756 h 621411"/>
                <a:gd name="connsiteX206" fmla="*/ 452247 w 616458"/>
                <a:gd name="connsiteY206" fmla="*/ 310706 h 621411"/>
                <a:gd name="connsiteX207" fmla="*/ 433197 w 616458"/>
                <a:gd name="connsiteY207" fmla="*/ 291656 h 621411"/>
                <a:gd name="connsiteX208" fmla="*/ 533305 w 616458"/>
                <a:gd name="connsiteY208" fmla="*/ 300609 h 621411"/>
                <a:gd name="connsiteX209" fmla="*/ 474059 w 616458"/>
                <a:gd name="connsiteY209" fmla="*/ 241364 h 621411"/>
                <a:gd name="connsiteX210" fmla="*/ 453866 w 616458"/>
                <a:gd name="connsiteY210" fmla="*/ 241364 h 621411"/>
                <a:gd name="connsiteX211" fmla="*/ 453866 w 616458"/>
                <a:gd name="connsiteY211" fmla="*/ 261557 h 621411"/>
                <a:gd name="connsiteX212" fmla="*/ 503015 w 616458"/>
                <a:gd name="connsiteY212" fmla="*/ 310706 h 621411"/>
                <a:gd name="connsiteX213" fmla="*/ 453866 w 616458"/>
                <a:gd name="connsiteY213" fmla="*/ 359855 h 621411"/>
                <a:gd name="connsiteX214" fmla="*/ 453866 w 616458"/>
                <a:gd name="connsiteY214" fmla="*/ 380048 h 621411"/>
                <a:gd name="connsiteX215" fmla="*/ 474059 w 616458"/>
                <a:gd name="connsiteY215" fmla="*/ 380048 h 621411"/>
                <a:gd name="connsiteX216" fmla="*/ 533305 w 616458"/>
                <a:gd name="connsiteY216" fmla="*/ 320802 h 621411"/>
                <a:gd name="connsiteX217" fmla="*/ 537496 w 616458"/>
                <a:gd name="connsiteY217" fmla="*/ 310706 h 621411"/>
                <a:gd name="connsiteX218" fmla="*/ 533305 w 616458"/>
                <a:gd name="connsiteY218" fmla="*/ 300609 h 621411"/>
                <a:gd name="connsiteX219" fmla="*/ 162592 w 616458"/>
                <a:gd name="connsiteY219" fmla="*/ 359855 h 621411"/>
                <a:gd name="connsiteX220" fmla="*/ 113443 w 616458"/>
                <a:gd name="connsiteY220" fmla="*/ 310706 h 621411"/>
                <a:gd name="connsiteX221" fmla="*/ 162592 w 616458"/>
                <a:gd name="connsiteY221" fmla="*/ 261557 h 621411"/>
                <a:gd name="connsiteX222" fmla="*/ 166783 w 616458"/>
                <a:gd name="connsiteY222" fmla="*/ 251460 h 621411"/>
                <a:gd name="connsiteX223" fmla="*/ 162592 w 616458"/>
                <a:gd name="connsiteY223" fmla="*/ 241364 h 621411"/>
                <a:gd name="connsiteX224" fmla="*/ 142399 w 616458"/>
                <a:gd name="connsiteY224" fmla="*/ 241364 h 621411"/>
                <a:gd name="connsiteX225" fmla="*/ 83153 w 616458"/>
                <a:gd name="connsiteY225" fmla="*/ 300609 h 621411"/>
                <a:gd name="connsiteX226" fmla="*/ 83153 w 616458"/>
                <a:gd name="connsiteY226" fmla="*/ 320802 h 621411"/>
                <a:gd name="connsiteX227" fmla="*/ 142399 w 616458"/>
                <a:gd name="connsiteY227" fmla="*/ 380048 h 621411"/>
                <a:gd name="connsiteX228" fmla="*/ 162592 w 616458"/>
                <a:gd name="connsiteY228" fmla="*/ 380048 h 621411"/>
                <a:gd name="connsiteX229" fmla="*/ 162592 w 616458"/>
                <a:gd name="connsiteY229" fmla="*/ 359855 h 621411"/>
                <a:gd name="connsiteX230" fmla="*/ 369665 w 616458"/>
                <a:gd name="connsiteY230" fmla="*/ 291656 h 621411"/>
                <a:gd name="connsiteX231" fmla="*/ 369189 w 616458"/>
                <a:gd name="connsiteY231" fmla="*/ 291656 h 621411"/>
                <a:gd name="connsiteX232" fmla="*/ 350330 w 616458"/>
                <a:gd name="connsiteY232" fmla="*/ 310706 h 621411"/>
                <a:gd name="connsiteX233" fmla="*/ 369665 w 616458"/>
                <a:gd name="connsiteY233" fmla="*/ 329756 h 621411"/>
                <a:gd name="connsiteX234" fmla="*/ 388715 w 616458"/>
                <a:gd name="connsiteY234" fmla="*/ 310706 h 621411"/>
                <a:gd name="connsiteX235" fmla="*/ 369665 w 616458"/>
                <a:gd name="connsiteY235" fmla="*/ 291656 h 621411"/>
                <a:gd name="connsiteX236" fmla="*/ 246793 w 616458"/>
                <a:gd name="connsiteY236" fmla="*/ 291656 h 621411"/>
                <a:gd name="connsiteX237" fmla="*/ 227743 w 616458"/>
                <a:gd name="connsiteY237" fmla="*/ 310706 h 621411"/>
                <a:gd name="connsiteX238" fmla="*/ 246793 w 616458"/>
                <a:gd name="connsiteY238" fmla="*/ 329756 h 621411"/>
                <a:gd name="connsiteX239" fmla="*/ 247269 w 616458"/>
                <a:gd name="connsiteY239" fmla="*/ 329756 h 621411"/>
                <a:gd name="connsiteX240" fmla="*/ 266129 w 616458"/>
                <a:gd name="connsiteY240" fmla="*/ 310706 h 621411"/>
                <a:gd name="connsiteX241" fmla="*/ 246793 w 616458"/>
                <a:gd name="connsiteY241" fmla="*/ 291656 h 621411"/>
                <a:gd name="connsiteX242" fmla="*/ 183261 w 616458"/>
                <a:gd name="connsiteY242" fmla="*/ 291656 h 621411"/>
                <a:gd name="connsiteX243" fmla="*/ 164211 w 616458"/>
                <a:gd name="connsiteY243" fmla="*/ 310706 h 621411"/>
                <a:gd name="connsiteX244" fmla="*/ 183261 w 616458"/>
                <a:gd name="connsiteY244" fmla="*/ 329756 h 621411"/>
                <a:gd name="connsiteX245" fmla="*/ 183737 w 616458"/>
                <a:gd name="connsiteY245" fmla="*/ 329756 h 621411"/>
                <a:gd name="connsiteX246" fmla="*/ 202502 w 616458"/>
                <a:gd name="connsiteY246" fmla="*/ 310706 h 621411"/>
                <a:gd name="connsiteX247" fmla="*/ 183261 w 616458"/>
                <a:gd name="connsiteY247" fmla="*/ 291656 h 621411"/>
                <a:gd name="connsiteX248" fmla="*/ 308229 w 616458"/>
                <a:gd name="connsiteY248" fmla="*/ 230219 h 621411"/>
                <a:gd name="connsiteX249" fmla="*/ 289179 w 616458"/>
                <a:gd name="connsiteY249" fmla="*/ 249269 h 621411"/>
                <a:gd name="connsiteX250" fmla="*/ 289179 w 616458"/>
                <a:gd name="connsiteY250" fmla="*/ 249746 h 621411"/>
                <a:gd name="connsiteX251" fmla="*/ 308229 w 616458"/>
                <a:gd name="connsiteY251" fmla="*/ 268605 h 621411"/>
                <a:gd name="connsiteX252" fmla="*/ 327279 w 616458"/>
                <a:gd name="connsiteY252" fmla="*/ 249269 h 621411"/>
                <a:gd name="connsiteX253" fmla="*/ 308229 w 616458"/>
                <a:gd name="connsiteY253" fmla="*/ 230219 h 621411"/>
                <a:gd name="connsiteX254" fmla="*/ 308229 w 616458"/>
                <a:gd name="connsiteY254" fmla="*/ 166688 h 621411"/>
                <a:gd name="connsiteX255" fmla="*/ 289179 w 616458"/>
                <a:gd name="connsiteY255" fmla="*/ 185738 h 621411"/>
                <a:gd name="connsiteX256" fmla="*/ 289179 w 616458"/>
                <a:gd name="connsiteY256" fmla="*/ 186214 h 621411"/>
                <a:gd name="connsiteX257" fmla="*/ 308229 w 616458"/>
                <a:gd name="connsiteY257" fmla="*/ 204978 h 621411"/>
                <a:gd name="connsiteX258" fmla="*/ 327279 w 616458"/>
                <a:gd name="connsiteY258" fmla="*/ 185738 h 621411"/>
                <a:gd name="connsiteX259" fmla="*/ 308229 w 616458"/>
                <a:gd name="connsiteY259" fmla="*/ 166688 h 621411"/>
                <a:gd name="connsiteX260" fmla="*/ 377571 w 616458"/>
                <a:gd name="connsiteY260" fmla="*/ 456343 h 621411"/>
                <a:gd name="connsiteX261" fmla="*/ 357378 w 616458"/>
                <a:gd name="connsiteY261" fmla="*/ 456343 h 621411"/>
                <a:gd name="connsiteX262" fmla="*/ 308229 w 616458"/>
                <a:gd name="connsiteY262" fmla="*/ 505492 h 621411"/>
                <a:gd name="connsiteX263" fmla="*/ 259080 w 616458"/>
                <a:gd name="connsiteY263" fmla="*/ 456343 h 621411"/>
                <a:gd name="connsiteX264" fmla="*/ 238887 w 616458"/>
                <a:gd name="connsiteY264" fmla="*/ 456343 h 621411"/>
                <a:gd name="connsiteX265" fmla="*/ 238887 w 616458"/>
                <a:gd name="connsiteY265" fmla="*/ 476536 h 621411"/>
                <a:gd name="connsiteX266" fmla="*/ 298133 w 616458"/>
                <a:gd name="connsiteY266" fmla="*/ 535781 h 621411"/>
                <a:gd name="connsiteX267" fmla="*/ 308229 w 616458"/>
                <a:gd name="connsiteY267" fmla="*/ 539972 h 621411"/>
                <a:gd name="connsiteX268" fmla="*/ 318326 w 616458"/>
                <a:gd name="connsiteY268" fmla="*/ 535781 h 621411"/>
                <a:gd name="connsiteX269" fmla="*/ 377571 w 616458"/>
                <a:gd name="connsiteY269" fmla="*/ 476536 h 621411"/>
                <a:gd name="connsiteX270" fmla="*/ 377571 w 616458"/>
                <a:gd name="connsiteY270" fmla="*/ 456343 h 621411"/>
                <a:gd name="connsiteX271" fmla="*/ 308229 w 616458"/>
                <a:gd name="connsiteY271" fmla="*/ 416433 h 621411"/>
                <a:gd name="connsiteX272" fmla="*/ 289179 w 616458"/>
                <a:gd name="connsiteY272" fmla="*/ 435674 h 621411"/>
                <a:gd name="connsiteX273" fmla="*/ 308229 w 616458"/>
                <a:gd name="connsiteY273" fmla="*/ 454724 h 621411"/>
                <a:gd name="connsiteX274" fmla="*/ 327279 w 616458"/>
                <a:gd name="connsiteY274" fmla="*/ 435674 h 621411"/>
                <a:gd name="connsiteX275" fmla="*/ 327279 w 616458"/>
                <a:gd name="connsiteY275" fmla="*/ 435197 h 621411"/>
                <a:gd name="connsiteX276" fmla="*/ 308229 w 616458"/>
                <a:gd name="connsiteY276" fmla="*/ 416433 h 621411"/>
                <a:gd name="connsiteX277" fmla="*/ 377571 w 616458"/>
                <a:gd name="connsiteY277" fmla="*/ 144875 h 621411"/>
                <a:gd name="connsiteX278" fmla="*/ 318326 w 616458"/>
                <a:gd name="connsiteY278" fmla="*/ 85630 h 621411"/>
                <a:gd name="connsiteX279" fmla="*/ 298133 w 616458"/>
                <a:gd name="connsiteY279" fmla="*/ 85630 h 621411"/>
                <a:gd name="connsiteX280" fmla="*/ 238887 w 616458"/>
                <a:gd name="connsiteY280" fmla="*/ 144875 h 621411"/>
                <a:gd name="connsiteX281" fmla="*/ 238887 w 616458"/>
                <a:gd name="connsiteY281" fmla="*/ 165068 h 621411"/>
                <a:gd name="connsiteX282" fmla="*/ 259080 w 616458"/>
                <a:gd name="connsiteY282" fmla="*/ 165068 h 621411"/>
                <a:gd name="connsiteX283" fmla="*/ 308229 w 616458"/>
                <a:gd name="connsiteY283" fmla="*/ 115919 h 621411"/>
                <a:gd name="connsiteX284" fmla="*/ 357378 w 616458"/>
                <a:gd name="connsiteY284" fmla="*/ 165068 h 621411"/>
                <a:gd name="connsiteX285" fmla="*/ 367475 w 616458"/>
                <a:gd name="connsiteY285" fmla="*/ 169259 h 621411"/>
                <a:gd name="connsiteX286" fmla="*/ 377571 w 616458"/>
                <a:gd name="connsiteY286" fmla="*/ 165068 h 621411"/>
                <a:gd name="connsiteX287" fmla="*/ 377571 w 616458"/>
                <a:gd name="connsiteY287" fmla="*/ 144875 h 621411"/>
                <a:gd name="connsiteX288" fmla="*/ 308229 w 616458"/>
                <a:gd name="connsiteY288" fmla="*/ 352806 h 621411"/>
                <a:gd name="connsiteX289" fmla="*/ 289179 w 616458"/>
                <a:gd name="connsiteY289" fmla="*/ 372142 h 621411"/>
                <a:gd name="connsiteX290" fmla="*/ 308229 w 616458"/>
                <a:gd name="connsiteY290" fmla="*/ 391192 h 621411"/>
                <a:gd name="connsiteX291" fmla="*/ 327279 w 616458"/>
                <a:gd name="connsiteY291" fmla="*/ 372142 h 621411"/>
                <a:gd name="connsiteX292" fmla="*/ 327279 w 616458"/>
                <a:gd name="connsiteY292" fmla="*/ 371666 h 621411"/>
                <a:gd name="connsiteX293" fmla="*/ 308229 w 616458"/>
                <a:gd name="connsiteY293" fmla="*/ 352806 h 621411"/>
                <a:gd name="connsiteX294" fmla="*/ 533305 w 616458"/>
                <a:gd name="connsiteY294" fmla="*/ 300609 h 621411"/>
                <a:gd name="connsiteX295" fmla="*/ 474059 w 616458"/>
                <a:gd name="connsiteY295" fmla="*/ 241364 h 621411"/>
                <a:gd name="connsiteX296" fmla="*/ 453866 w 616458"/>
                <a:gd name="connsiteY296" fmla="*/ 241364 h 621411"/>
                <a:gd name="connsiteX297" fmla="*/ 453866 w 616458"/>
                <a:gd name="connsiteY297" fmla="*/ 261557 h 621411"/>
                <a:gd name="connsiteX298" fmla="*/ 503015 w 616458"/>
                <a:gd name="connsiteY298" fmla="*/ 310706 h 621411"/>
                <a:gd name="connsiteX299" fmla="*/ 453866 w 616458"/>
                <a:gd name="connsiteY299" fmla="*/ 359855 h 621411"/>
                <a:gd name="connsiteX300" fmla="*/ 453866 w 616458"/>
                <a:gd name="connsiteY300" fmla="*/ 380048 h 621411"/>
                <a:gd name="connsiteX301" fmla="*/ 474059 w 616458"/>
                <a:gd name="connsiteY301" fmla="*/ 380048 h 621411"/>
                <a:gd name="connsiteX302" fmla="*/ 533305 w 616458"/>
                <a:gd name="connsiteY302" fmla="*/ 320802 h 621411"/>
                <a:gd name="connsiteX303" fmla="*/ 537496 w 616458"/>
                <a:gd name="connsiteY303" fmla="*/ 310706 h 621411"/>
                <a:gd name="connsiteX304" fmla="*/ 533305 w 616458"/>
                <a:gd name="connsiteY304" fmla="*/ 300609 h 621411"/>
                <a:gd name="connsiteX305" fmla="*/ 433197 w 616458"/>
                <a:gd name="connsiteY305" fmla="*/ 291656 h 621411"/>
                <a:gd name="connsiteX306" fmla="*/ 432721 w 616458"/>
                <a:gd name="connsiteY306" fmla="*/ 291656 h 621411"/>
                <a:gd name="connsiteX307" fmla="*/ 413957 w 616458"/>
                <a:gd name="connsiteY307" fmla="*/ 310706 h 621411"/>
                <a:gd name="connsiteX308" fmla="*/ 433197 w 616458"/>
                <a:gd name="connsiteY308" fmla="*/ 329756 h 621411"/>
                <a:gd name="connsiteX309" fmla="*/ 452247 w 616458"/>
                <a:gd name="connsiteY309" fmla="*/ 310706 h 621411"/>
                <a:gd name="connsiteX310" fmla="*/ 433197 w 616458"/>
                <a:gd name="connsiteY310" fmla="*/ 291656 h 621411"/>
                <a:gd name="connsiteX311" fmla="*/ 369665 w 616458"/>
                <a:gd name="connsiteY311" fmla="*/ 291656 h 621411"/>
                <a:gd name="connsiteX312" fmla="*/ 369189 w 616458"/>
                <a:gd name="connsiteY312" fmla="*/ 291656 h 621411"/>
                <a:gd name="connsiteX313" fmla="*/ 350330 w 616458"/>
                <a:gd name="connsiteY313" fmla="*/ 310706 h 621411"/>
                <a:gd name="connsiteX314" fmla="*/ 369665 w 616458"/>
                <a:gd name="connsiteY314" fmla="*/ 329756 h 621411"/>
                <a:gd name="connsiteX315" fmla="*/ 388715 w 616458"/>
                <a:gd name="connsiteY315" fmla="*/ 310706 h 621411"/>
                <a:gd name="connsiteX316" fmla="*/ 369665 w 616458"/>
                <a:gd name="connsiteY316" fmla="*/ 291656 h 621411"/>
                <a:gd name="connsiteX317" fmla="*/ 377571 w 616458"/>
                <a:gd name="connsiteY317" fmla="*/ 456343 h 621411"/>
                <a:gd name="connsiteX318" fmla="*/ 357378 w 616458"/>
                <a:gd name="connsiteY318" fmla="*/ 456343 h 621411"/>
                <a:gd name="connsiteX319" fmla="*/ 308229 w 616458"/>
                <a:gd name="connsiteY319" fmla="*/ 505492 h 621411"/>
                <a:gd name="connsiteX320" fmla="*/ 259080 w 616458"/>
                <a:gd name="connsiteY320" fmla="*/ 456343 h 621411"/>
                <a:gd name="connsiteX321" fmla="*/ 238887 w 616458"/>
                <a:gd name="connsiteY321" fmla="*/ 456343 h 621411"/>
                <a:gd name="connsiteX322" fmla="*/ 238887 w 616458"/>
                <a:gd name="connsiteY322" fmla="*/ 476536 h 621411"/>
                <a:gd name="connsiteX323" fmla="*/ 298133 w 616458"/>
                <a:gd name="connsiteY323" fmla="*/ 535781 h 621411"/>
                <a:gd name="connsiteX324" fmla="*/ 308229 w 616458"/>
                <a:gd name="connsiteY324" fmla="*/ 539972 h 621411"/>
                <a:gd name="connsiteX325" fmla="*/ 318326 w 616458"/>
                <a:gd name="connsiteY325" fmla="*/ 535781 h 621411"/>
                <a:gd name="connsiteX326" fmla="*/ 377571 w 616458"/>
                <a:gd name="connsiteY326" fmla="*/ 476536 h 621411"/>
                <a:gd name="connsiteX327" fmla="*/ 377571 w 616458"/>
                <a:gd name="connsiteY327" fmla="*/ 456343 h 621411"/>
                <a:gd name="connsiteX328" fmla="*/ 246793 w 616458"/>
                <a:gd name="connsiteY328" fmla="*/ 291656 h 621411"/>
                <a:gd name="connsiteX329" fmla="*/ 227743 w 616458"/>
                <a:gd name="connsiteY329" fmla="*/ 310706 h 621411"/>
                <a:gd name="connsiteX330" fmla="*/ 246793 w 616458"/>
                <a:gd name="connsiteY330" fmla="*/ 329756 h 621411"/>
                <a:gd name="connsiteX331" fmla="*/ 247269 w 616458"/>
                <a:gd name="connsiteY331" fmla="*/ 329756 h 621411"/>
                <a:gd name="connsiteX332" fmla="*/ 266129 w 616458"/>
                <a:gd name="connsiteY332" fmla="*/ 310706 h 621411"/>
                <a:gd name="connsiteX333" fmla="*/ 246793 w 616458"/>
                <a:gd name="connsiteY333" fmla="*/ 291656 h 621411"/>
                <a:gd name="connsiteX334" fmla="*/ 183261 w 616458"/>
                <a:gd name="connsiteY334" fmla="*/ 291656 h 621411"/>
                <a:gd name="connsiteX335" fmla="*/ 164211 w 616458"/>
                <a:gd name="connsiteY335" fmla="*/ 310706 h 621411"/>
                <a:gd name="connsiteX336" fmla="*/ 183261 w 616458"/>
                <a:gd name="connsiteY336" fmla="*/ 329756 h 621411"/>
                <a:gd name="connsiteX337" fmla="*/ 183737 w 616458"/>
                <a:gd name="connsiteY337" fmla="*/ 329756 h 621411"/>
                <a:gd name="connsiteX338" fmla="*/ 202502 w 616458"/>
                <a:gd name="connsiteY338" fmla="*/ 310706 h 621411"/>
                <a:gd name="connsiteX339" fmla="*/ 183261 w 616458"/>
                <a:gd name="connsiteY339" fmla="*/ 291656 h 621411"/>
                <a:gd name="connsiteX340" fmla="*/ 162592 w 616458"/>
                <a:gd name="connsiteY340" fmla="*/ 359855 h 621411"/>
                <a:gd name="connsiteX341" fmla="*/ 113443 w 616458"/>
                <a:gd name="connsiteY341" fmla="*/ 310706 h 621411"/>
                <a:gd name="connsiteX342" fmla="*/ 162592 w 616458"/>
                <a:gd name="connsiteY342" fmla="*/ 261557 h 621411"/>
                <a:gd name="connsiteX343" fmla="*/ 166783 w 616458"/>
                <a:gd name="connsiteY343" fmla="*/ 251460 h 621411"/>
                <a:gd name="connsiteX344" fmla="*/ 162592 w 616458"/>
                <a:gd name="connsiteY344" fmla="*/ 241364 h 621411"/>
                <a:gd name="connsiteX345" fmla="*/ 142399 w 616458"/>
                <a:gd name="connsiteY345" fmla="*/ 241364 h 621411"/>
                <a:gd name="connsiteX346" fmla="*/ 83153 w 616458"/>
                <a:gd name="connsiteY346" fmla="*/ 300609 h 621411"/>
                <a:gd name="connsiteX347" fmla="*/ 83153 w 616458"/>
                <a:gd name="connsiteY347" fmla="*/ 320802 h 621411"/>
                <a:gd name="connsiteX348" fmla="*/ 142399 w 616458"/>
                <a:gd name="connsiteY348" fmla="*/ 380048 h 621411"/>
                <a:gd name="connsiteX349" fmla="*/ 162592 w 616458"/>
                <a:gd name="connsiteY349" fmla="*/ 380048 h 621411"/>
                <a:gd name="connsiteX350" fmla="*/ 162592 w 616458"/>
                <a:gd name="connsiteY350" fmla="*/ 359855 h 621411"/>
                <a:gd name="connsiteX351" fmla="*/ 308229 w 616458"/>
                <a:gd name="connsiteY351" fmla="*/ 166688 h 621411"/>
                <a:gd name="connsiteX352" fmla="*/ 289179 w 616458"/>
                <a:gd name="connsiteY352" fmla="*/ 185738 h 621411"/>
                <a:gd name="connsiteX353" fmla="*/ 289179 w 616458"/>
                <a:gd name="connsiteY353" fmla="*/ 186214 h 621411"/>
                <a:gd name="connsiteX354" fmla="*/ 308229 w 616458"/>
                <a:gd name="connsiteY354" fmla="*/ 204978 h 621411"/>
                <a:gd name="connsiteX355" fmla="*/ 327279 w 616458"/>
                <a:gd name="connsiteY355" fmla="*/ 185738 h 621411"/>
                <a:gd name="connsiteX356" fmla="*/ 308229 w 616458"/>
                <a:gd name="connsiteY356" fmla="*/ 166688 h 621411"/>
                <a:gd name="connsiteX357" fmla="*/ 308229 w 616458"/>
                <a:gd name="connsiteY357" fmla="*/ 230219 h 621411"/>
                <a:gd name="connsiteX358" fmla="*/ 289179 w 616458"/>
                <a:gd name="connsiteY358" fmla="*/ 249269 h 621411"/>
                <a:gd name="connsiteX359" fmla="*/ 289179 w 616458"/>
                <a:gd name="connsiteY359" fmla="*/ 249746 h 621411"/>
                <a:gd name="connsiteX360" fmla="*/ 308229 w 616458"/>
                <a:gd name="connsiteY360" fmla="*/ 268605 h 621411"/>
                <a:gd name="connsiteX361" fmla="*/ 327279 w 616458"/>
                <a:gd name="connsiteY361" fmla="*/ 249269 h 621411"/>
                <a:gd name="connsiteX362" fmla="*/ 308229 w 616458"/>
                <a:gd name="connsiteY362" fmla="*/ 230219 h 621411"/>
                <a:gd name="connsiteX363" fmla="*/ 308229 w 616458"/>
                <a:gd name="connsiteY363" fmla="*/ 416433 h 621411"/>
                <a:gd name="connsiteX364" fmla="*/ 289179 w 616458"/>
                <a:gd name="connsiteY364" fmla="*/ 435674 h 621411"/>
                <a:gd name="connsiteX365" fmla="*/ 308229 w 616458"/>
                <a:gd name="connsiteY365" fmla="*/ 454724 h 621411"/>
                <a:gd name="connsiteX366" fmla="*/ 327279 w 616458"/>
                <a:gd name="connsiteY366" fmla="*/ 435674 h 621411"/>
                <a:gd name="connsiteX367" fmla="*/ 327279 w 616458"/>
                <a:gd name="connsiteY367" fmla="*/ 435197 h 621411"/>
                <a:gd name="connsiteX368" fmla="*/ 308229 w 616458"/>
                <a:gd name="connsiteY368" fmla="*/ 416433 h 621411"/>
                <a:gd name="connsiteX369" fmla="*/ 308229 w 616458"/>
                <a:gd name="connsiteY369" fmla="*/ 352806 h 621411"/>
                <a:gd name="connsiteX370" fmla="*/ 289179 w 616458"/>
                <a:gd name="connsiteY370" fmla="*/ 372142 h 621411"/>
                <a:gd name="connsiteX371" fmla="*/ 308229 w 616458"/>
                <a:gd name="connsiteY371" fmla="*/ 391192 h 621411"/>
                <a:gd name="connsiteX372" fmla="*/ 327279 w 616458"/>
                <a:gd name="connsiteY372" fmla="*/ 372142 h 621411"/>
                <a:gd name="connsiteX373" fmla="*/ 327279 w 616458"/>
                <a:gd name="connsiteY373" fmla="*/ 371666 h 621411"/>
                <a:gd name="connsiteX374" fmla="*/ 308229 w 616458"/>
                <a:gd name="connsiteY374" fmla="*/ 352806 h 621411"/>
                <a:gd name="connsiteX375" fmla="*/ 377571 w 616458"/>
                <a:gd name="connsiteY375" fmla="*/ 144875 h 621411"/>
                <a:gd name="connsiteX376" fmla="*/ 318326 w 616458"/>
                <a:gd name="connsiteY376" fmla="*/ 85630 h 621411"/>
                <a:gd name="connsiteX377" fmla="*/ 298133 w 616458"/>
                <a:gd name="connsiteY377" fmla="*/ 85630 h 621411"/>
                <a:gd name="connsiteX378" fmla="*/ 238887 w 616458"/>
                <a:gd name="connsiteY378" fmla="*/ 144875 h 621411"/>
                <a:gd name="connsiteX379" fmla="*/ 238887 w 616458"/>
                <a:gd name="connsiteY379" fmla="*/ 165068 h 621411"/>
                <a:gd name="connsiteX380" fmla="*/ 259080 w 616458"/>
                <a:gd name="connsiteY380" fmla="*/ 165068 h 621411"/>
                <a:gd name="connsiteX381" fmla="*/ 308229 w 616458"/>
                <a:gd name="connsiteY381" fmla="*/ 115919 h 621411"/>
                <a:gd name="connsiteX382" fmla="*/ 357378 w 616458"/>
                <a:gd name="connsiteY382" fmla="*/ 165068 h 621411"/>
                <a:gd name="connsiteX383" fmla="*/ 367475 w 616458"/>
                <a:gd name="connsiteY383" fmla="*/ 169259 h 621411"/>
                <a:gd name="connsiteX384" fmla="*/ 377571 w 616458"/>
                <a:gd name="connsiteY384" fmla="*/ 165068 h 621411"/>
                <a:gd name="connsiteX385" fmla="*/ 377571 w 616458"/>
                <a:gd name="connsiteY385" fmla="*/ 144875 h 621411"/>
                <a:gd name="connsiteX386" fmla="*/ 533305 w 616458"/>
                <a:gd name="connsiteY386" fmla="*/ 300609 h 621411"/>
                <a:gd name="connsiteX387" fmla="*/ 474059 w 616458"/>
                <a:gd name="connsiteY387" fmla="*/ 241364 h 621411"/>
                <a:gd name="connsiteX388" fmla="*/ 453866 w 616458"/>
                <a:gd name="connsiteY388" fmla="*/ 241364 h 621411"/>
                <a:gd name="connsiteX389" fmla="*/ 453866 w 616458"/>
                <a:gd name="connsiteY389" fmla="*/ 261557 h 621411"/>
                <a:gd name="connsiteX390" fmla="*/ 503015 w 616458"/>
                <a:gd name="connsiteY390" fmla="*/ 310706 h 621411"/>
                <a:gd name="connsiteX391" fmla="*/ 453866 w 616458"/>
                <a:gd name="connsiteY391" fmla="*/ 359855 h 621411"/>
                <a:gd name="connsiteX392" fmla="*/ 453866 w 616458"/>
                <a:gd name="connsiteY392" fmla="*/ 380048 h 621411"/>
                <a:gd name="connsiteX393" fmla="*/ 474059 w 616458"/>
                <a:gd name="connsiteY393" fmla="*/ 380048 h 621411"/>
                <a:gd name="connsiteX394" fmla="*/ 533305 w 616458"/>
                <a:gd name="connsiteY394" fmla="*/ 320802 h 621411"/>
                <a:gd name="connsiteX395" fmla="*/ 537496 w 616458"/>
                <a:gd name="connsiteY395" fmla="*/ 310706 h 621411"/>
                <a:gd name="connsiteX396" fmla="*/ 533305 w 616458"/>
                <a:gd name="connsiteY396" fmla="*/ 300609 h 621411"/>
                <a:gd name="connsiteX397" fmla="*/ 433197 w 616458"/>
                <a:gd name="connsiteY397" fmla="*/ 291656 h 621411"/>
                <a:gd name="connsiteX398" fmla="*/ 432721 w 616458"/>
                <a:gd name="connsiteY398" fmla="*/ 291656 h 621411"/>
                <a:gd name="connsiteX399" fmla="*/ 413957 w 616458"/>
                <a:gd name="connsiteY399" fmla="*/ 310706 h 621411"/>
                <a:gd name="connsiteX400" fmla="*/ 433197 w 616458"/>
                <a:gd name="connsiteY400" fmla="*/ 329756 h 621411"/>
                <a:gd name="connsiteX401" fmla="*/ 452247 w 616458"/>
                <a:gd name="connsiteY401" fmla="*/ 310706 h 621411"/>
                <a:gd name="connsiteX402" fmla="*/ 433197 w 616458"/>
                <a:gd name="connsiteY402" fmla="*/ 291656 h 621411"/>
                <a:gd name="connsiteX403" fmla="*/ 369665 w 616458"/>
                <a:gd name="connsiteY403" fmla="*/ 291656 h 621411"/>
                <a:gd name="connsiteX404" fmla="*/ 369189 w 616458"/>
                <a:gd name="connsiteY404" fmla="*/ 291656 h 621411"/>
                <a:gd name="connsiteX405" fmla="*/ 350330 w 616458"/>
                <a:gd name="connsiteY405" fmla="*/ 310706 h 621411"/>
                <a:gd name="connsiteX406" fmla="*/ 369665 w 616458"/>
                <a:gd name="connsiteY406" fmla="*/ 329756 h 621411"/>
                <a:gd name="connsiteX407" fmla="*/ 388715 w 616458"/>
                <a:gd name="connsiteY407" fmla="*/ 310706 h 621411"/>
                <a:gd name="connsiteX408" fmla="*/ 369665 w 616458"/>
                <a:gd name="connsiteY408" fmla="*/ 291656 h 621411"/>
                <a:gd name="connsiteX409" fmla="*/ 259080 w 616458"/>
                <a:gd name="connsiteY409" fmla="*/ 165068 h 621411"/>
                <a:gd name="connsiteX410" fmla="*/ 308229 w 616458"/>
                <a:gd name="connsiteY410" fmla="*/ 115919 h 621411"/>
                <a:gd name="connsiteX411" fmla="*/ 357378 w 616458"/>
                <a:gd name="connsiteY411" fmla="*/ 165068 h 621411"/>
                <a:gd name="connsiteX412" fmla="*/ 367475 w 616458"/>
                <a:gd name="connsiteY412" fmla="*/ 169259 h 621411"/>
                <a:gd name="connsiteX413" fmla="*/ 377571 w 616458"/>
                <a:gd name="connsiteY413" fmla="*/ 165068 h 621411"/>
                <a:gd name="connsiteX414" fmla="*/ 377571 w 616458"/>
                <a:gd name="connsiteY414" fmla="*/ 144875 h 621411"/>
                <a:gd name="connsiteX415" fmla="*/ 318326 w 616458"/>
                <a:gd name="connsiteY415" fmla="*/ 85630 h 621411"/>
                <a:gd name="connsiteX416" fmla="*/ 298133 w 616458"/>
                <a:gd name="connsiteY416" fmla="*/ 85630 h 621411"/>
                <a:gd name="connsiteX417" fmla="*/ 238887 w 616458"/>
                <a:gd name="connsiteY417" fmla="*/ 144875 h 621411"/>
                <a:gd name="connsiteX418" fmla="*/ 238887 w 616458"/>
                <a:gd name="connsiteY418" fmla="*/ 165068 h 621411"/>
                <a:gd name="connsiteX419" fmla="*/ 259080 w 616458"/>
                <a:gd name="connsiteY419" fmla="*/ 165068 h 621411"/>
                <a:gd name="connsiteX420" fmla="*/ 357378 w 616458"/>
                <a:gd name="connsiteY420" fmla="*/ 456343 h 621411"/>
                <a:gd name="connsiteX421" fmla="*/ 308229 w 616458"/>
                <a:gd name="connsiteY421" fmla="*/ 505492 h 621411"/>
                <a:gd name="connsiteX422" fmla="*/ 259080 w 616458"/>
                <a:gd name="connsiteY422" fmla="*/ 456343 h 621411"/>
                <a:gd name="connsiteX423" fmla="*/ 238887 w 616458"/>
                <a:gd name="connsiteY423" fmla="*/ 456343 h 621411"/>
                <a:gd name="connsiteX424" fmla="*/ 238887 w 616458"/>
                <a:gd name="connsiteY424" fmla="*/ 476536 h 621411"/>
                <a:gd name="connsiteX425" fmla="*/ 298133 w 616458"/>
                <a:gd name="connsiteY425" fmla="*/ 535781 h 621411"/>
                <a:gd name="connsiteX426" fmla="*/ 308229 w 616458"/>
                <a:gd name="connsiteY426" fmla="*/ 539972 h 621411"/>
                <a:gd name="connsiteX427" fmla="*/ 318326 w 616458"/>
                <a:gd name="connsiteY427" fmla="*/ 535781 h 621411"/>
                <a:gd name="connsiteX428" fmla="*/ 377571 w 616458"/>
                <a:gd name="connsiteY428" fmla="*/ 476536 h 621411"/>
                <a:gd name="connsiteX429" fmla="*/ 377571 w 616458"/>
                <a:gd name="connsiteY429" fmla="*/ 456343 h 621411"/>
                <a:gd name="connsiteX430" fmla="*/ 357378 w 616458"/>
                <a:gd name="connsiteY430" fmla="*/ 456343 h 621411"/>
                <a:gd name="connsiteX431" fmla="*/ 308229 w 616458"/>
                <a:gd name="connsiteY431" fmla="*/ 416433 h 621411"/>
                <a:gd name="connsiteX432" fmla="*/ 289179 w 616458"/>
                <a:gd name="connsiteY432" fmla="*/ 435674 h 621411"/>
                <a:gd name="connsiteX433" fmla="*/ 308229 w 616458"/>
                <a:gd name="connsiteY433" fmla="*/ 454724 h 621411"/>
                <a:gd name="connsiteX434" fmla="*/ 327279 w 616458"/>
                <a:gd name="connsiteY434" fmla="*/ 435674 h 621411"/>
                <a:gd name="connsiteX435" fmla="*/ 327279 w 616458"/>
                <a:gd name="connsiteY435" fmla="*/ 435197 h 621411"/>
                <a:gd name="connsiteX436" fmla="*/ 308229 w 616458"/>
                <a:gd name="connsiteY436" fmla="*/ 416433 h 621411"/>
                <a:gd name="connsiteX437" fmla="*/ 327279 w 616458"/>
                <a:gd name="connsiteY437" fmla="*/ 371666 h 621411"/>
                <a:gd name="connsiteX438" fmla="*/ 308229 w 616458"/>
                <a:gd name="connsiteY438" fmla="*/ 352806 h 621411"/>
                <a:gd name="connsiteX439" fmla="*/ 289179 w 616458"/>
                <a:gd name="connsiteY439" fmla="*/ 372142 h 621411"/>
                <a:gd name="connsiteX440" fmla="*/ 308229 w 616458"/>
                <a:gd name="connsiteY440" fmla="*/ 391192 h 621411"/>
                <a:gd name="connsiteX441" fmla="*/ 327279 w 616458"/>
                <a:gd name="connsiteY441" fmla="*/ 372142 h 621411"/>
                <a:gd name="connsiteX442" fmla="*/ 327279 w 616458"/>
                <a:gd name="connsiteY442" fmla="*/ 371666 h 621411"/>
                <a:gd name="connsiteX443" fmla="*/ 308229 w 616458"/>
                <a:gd name="connsiteY443" fmla="*/ 166688 h 621411"/>
                <a:gd name="connsiteX444" fmla="*/ 289179 w 616458"/>
                <a:gd name="connsiteY444" fmla="*/ 185738 h 621411"/>
                <a:gd name="connsiteX445" fmla="*/ 289179 w 616458"/>
                <a:gd name="connsiteY445" fmla="*/ 186214 h 621411"/>
                <a:gd name="connsiteX446" fmla="*/ 308229 w 616458"/>
                <a:gd name="connsiteY446" fmla="*/ 204978 h 621411"/>
                <a:gd name="connsiteX447" fmla="*/ 327279 w 616458"/>
                <a:gd name="connsiteY447" fmla="*/ 185738 h 621411"/>
                <a:gd name="connsiteX448" fmla="*/ 308229 w 616458"/>
                <a:gd name="connsiteY448" fmla="*/ 166688 h 621411"/>
                <a:gd name="connsiteX449" fmla="*/ 308229 w 616458"/>
                <a:gd name="connsiteY449" fmla="*/ 230219 h 621411"/>
                <a:gd name="connsiteX450" fmla="*/ 289179 w 616458"/>
                <a:gd name="connsiteY450" fmla="*/ 249269 h 621411"/>
                <a:gd name="connsiteX451" fmla="*/ 289179 w 616458"/>
                <a:gd name="connsiteY451" fmla="*/ 249746 h 621411"/>
                <a:gd name="connsiteX452" fmla="*/ 308229 w 616458"/>
                <a:gd name="connsiteY452" fmla="*/ 268605 h 621411"/>
                <a:gd name="connsiteX453" fmla="*/ 327279 w 616458"/>
                <a:gd name="connsiteY453" fmla="*/ 249269 h 621411"/>
                <a:gd name="connsiteX454" fmla="*/ 308229 w 616458"/>
                <a:gd name="connsiteY454" fmla="*/ 230219 h 621411"/>
                <a:gd name="connsiteX455" fmla="*/ 247269 w 616458"/>
                <a:gd name="connsiteY455" fmla="*/ 329756 h 621411"/>
                <a:gd name="connsiteX456" fmla="*/ 266129 w 616458"/>
                <a:gd name="connsiteY456" fmla="*/ 310706 h 621411"/>
                <a:gd name="connsiteX457" fmla="*/ 246793 w 616458"/>
                <a:gd name="connsiteY457" fmla="*/ 291656 h 621411"/>
                <a:gd name="connsiteX458" fmla="*/ 227743 w 616458"/>
                <a:gd name="connsiteY458" fmla="*/ 310706 h 621411"/>
                <a:gd name="connsiteX459" fmla="*/ 246793 w 616458"/>
                <a:gd name="connsiteY459" fmla="*/ 329756 h 621411"/>
                <a:gd name="connsiteX460" fmla="*/ 247269 w 616458"/>
                <a:gd name="connsiteY460" fmla="*/ 329756 h 621411"/>
                <a:gd name="connsiteX461" fmla="*/ 183261 w 616458"/>
                <a:gd name="connsiteY461" fmla="*/ 291656 h 621411"/>
                <a:gd name="connsiteX462" fmla="*/ 164211 w 616458"/>
                <a:gd name="connsiteY462" fmla="*/ 310706 h 621411"/>
                <a:gd name="connsiteX463" fmla="*/ 183261 w 616458"/>
                <a:gd name="connsiteY463" fmla="*/ 329756 h 621411"/>
                <a:gd name="connsiteX464" fmla="*/ 183737 w 616458"/>
                <a:gd name="connsiteY464" fmla="*/ 329756 h 621411"/>
                <a:gd name="connsiteX465" fmla="*/ 202502 w 616458"/>
                <a:gd name="connsiteY465" fmla="*/ 310706 h 621411"/>
                <a:gd name="connsiteX466" fmla="*/ 183261 w 616458"/>
                <a:gd name="connsiteY466" fmla="*/ 291656 h 621411"/>
                <a:gd name="connsiteX467" fmla="*/ 113443 w 616458"/>
                <a:gd name="connsiteY467" fmla="*/ 310706 h 621411"/>
                <a:gd name="connsiteX468" fmla="*/ 162592 w 616458"/>
                <a:gd name="connsiteY468" fmla="*/ 261557 h 621411"/>
                <a:gd name="connsiteX469" fmla="*/ 166783 w 616458"/>
                <a:gd name="connsiteY469" fmla="*/ 251460 h 621411"/>
                <a:gd name="connsiteX470" fmla="*/ 162592 w 616458"/>
                <a:gd name="connsiteY470" fmla="*/ 241364 h 621411"/>
                <a:gd name="connsiteX471" fmla="*/ 142399 w 616458"/>
                <a:gd name="connsiteY471" fmla="*/ 241364 h 621411"/>
                <a:gd name="connsiteX472" fmla="*/ 83153 w 616458"/>
                <a:gd name="connsiteY472" fmla="*/ 300609 h 621411"/>
                <a:gd name="connsiteX473" fmla="*/ 83153 w 616458"/>
                <a:gd name="connsiteY473" fmla="*/ 320802 h 621411"/>
                <a:gd name="connsiteX474" fmla="*/ 142399 w 616458"/>
                <a:gd name="connsiteY474" fmla="*/ 380048 h 621411"/>
                <a:gd name="connsiteX475" fmla="*/ 162592 w 616458"/>
                <a:gd name="connsiteY475" fmla="*/ 380048 h 621411"/>
                <a:gd name="connsiteX476" fmla="*/ 162592 w 616458"/>
                <a:gd name="connsiteY476" fmla="*/ 359855 h 621411"/>
                <a:gd name="connsiteX477" fmla="*/ 113443 w 616458"/>
                <a:gd name="connsiteY477" fmla="*/ 310706 h 621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</a:cxnLst>
              <a:rect l="l" t="t" r="r" b="b"/>
              <a:pathLst>
                <a:path w="616458" h="621411"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59080" y="165068"/>
                  </a:move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close/>
                  <a:moveTo>
                    <a:pt x="357378" y="456343"/>
                  </a:move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ubicBezTo>
                    <a:pt x="372046" y="450723"/>
                    <a:pt x="362998" y="450723"/>
                    <a:pt x="357378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27279" y="371666"/>
                  </a:moveTo>
                  <a:cubicBezTo>
                    <a:pt x="327279" y="361093"/>
                    <a:pt x="318707" y="352806"/>
                    <a:pt x="308229" y="352806"/>
                  </a:cubicBez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247269" y="329756"/>
                  </a:move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ubicBezTo>
                    <a:pt x="236220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13443" y="310706"/>
                  </a:move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lnTo>
                    <a:pt x="113443" y="310706"/>
                  </a:lnTo>
                  <a:close/>
                  <a:moveTo>
                    <a:pt x="533114" y="0"/>
                  </a:moveTo>
                  <a:lnTo>
                    <a:pt x="83344" y="0"/>
                  </a:lnTo>
                  <a:cubicBezTo>
                    <a:pt x="37433" y="0"/>
                    <a:pt x="0" y="37338"/>
                    <a:pt x="0" y="83344"/>
                  </a:cubicBezTo>
                  <a:lnTo>
                    <a:pt x="0" y="538067"/>
                  </a:lnTo>
                  <a:cubicBezTo>
                    <a:pt x="0" y="584073"/>
                    <a:pt x="37433" y="621411"/>
                    <a:pt x="83344" y="621411"/>
                  </a:cubicBezTo>
                  <a:lnTo>
                    <a:pt x="533114" y="621411"/>
                  </a:lnTo>
                  <a:cubicBezTo>
                    <a:pt x="579025" y="621411"/>
                    <a:pt x="616458" y="584073"/>
                    <a:pt x="616458" y="538067"/>
                  </a:cubicBezTo>
                  <a:lnTo>
                    <a:pt x="616458" y="83344"/>
                  </a:lnTo>
                  <a:cubicBezTo>
                    <a:pt x="616458" y="37338"/>
                    <a:pt x="579025" y="0"/>
                    <a:pt x="533114" y="0"/>
                  </a:cubicBezTo>
                  <a:close/>
                  <a:moveTo>
                    <a:pt x="587883" y="538067"/>
                  </a:moveTo>
                  <a:cubicBezTo>
                    <a:pt x="587883" y="568262"/>
                    <a:pt x="563309" y="592836"/>
                    <a:pt x="533114" y="592836"/>
                  </a:cubicBezTo>
                  <a:lnTo>
                    <a:pt x="83344" y="592836"/>
                  </a:lnTo>
                  <a:cubicBezTo>
                    <a:pt x="53150" y="592836"/>
                    <a:pt x="28575" y="568262"/>
                    <a:pt x="28575" y="538067"/>
                  </a:cubicBezTo>
                  <a:lnTo>
                    <a:pt x="28575" y="83344"/>
                  </a:lnTo>
                  <a:cubicBezTo>
                    <a:pt x="28575" y="53150"/>
                    <a:pt x="53150" y="28575"/>
                    <a:pt x="83344" y="28575"/>
                  </a:cubicBezTo>
                  <a:lnTo>
                    <a:pt x="533114" y="28575"/>
                  </a:lnTo>
                  <a:cubicBezTo>
                    <a:pt x="563309" y="28575"/>
                    <a:pt x="587883" y="53150"/>
                    <a:pt x="587883" y="83344"/>
                  </a:cubicBezTo>
                  <a:lnTo>
                    <a:pt x="587883" y="538067"/>
                  </a:lnTo>
                  <a:close/>
                  <a:moveTo>
                    <a:pt x="474059" y="241364"/>
                  </a:move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lnTo>
                    <a:pt x="474059" y="241364"/>
                  </a:ln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59080" y="165068"/>
                  </a:move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close/>
                  <a:moveTo>
                    <a:pt x="357378" y="456343"/>
                  </a:move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ubicBezTo>
                    <a:pt x="372046" y="450723"/>
                    <a:pt x="362998" y="450723"/>
                    <a:pt x="357378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27279" y="371666"/>
                  </a:moveTo>
                  <a:cubicBezTo>
                    <a:pt x="327279" y="361093"/>
                    <a:pt x="318707" y="352806"/>
                    <a:pt x="308229" y="352806"/>
                  </a:cubicBez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247269" y="329756"/>
                  </a:move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ubicBezTo>
                    <a:pt x="236220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13443" y="310706"/>
                  </a:move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lnTo>
                    <a:pt x="113443" y="310706"/>
                  </a:ln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162592" y="359855"/>
                  </a:moveTo>
                  <a:lnTo>
                    <a:pt x="113443" y="310706"/>
                  </a:ln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46793" y="291656"/>
                  </a:moveTo>
                  <a:cubicBezTo>
                    <a:pt x="236315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77571" y="456343"/>
                  </a:moveTo>
                  <a:cubicBezTo>
                    <a:pt x="372046" y="450723"/>
                    <a:pt x="362998" y="450723"/>
                    <a:pt x="357378" y="456343"/>
                  </a:cubicBez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77571" y="144875"/>
                  </a:move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close/>
                  <a:moveTo>
                    <a:pt x="308229" y="352806"/>
                  </a:move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ubicBezTo>
                    <a:pt x="327279" y="361093"/>
                    <a:pt x="318707" y="352806"/>
                    <a:pt x="308229" y="352806"/>
                  </a:cubicBezTo>
                  <a:close/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377571" y="456343"/>
                  </a:moveTo>
                  <a:cubicBezTo>
                    <a:pt x="372046" y="450723"/>
                    <a:pt x="362998" y="450723"/>
                    <a:pt x="357378" y="456343"/>
                  </a:cubicBez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lose/>
                  <a:moveTo>
                    <a:pt x="246793" y="291656"/>
                  </a:moveTo>
                  <a:cubicBezTo>
                    <a:pt x="236315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62592" y="359855"/>
                  </a:moveTo>
                  <a:lnTo>
                    <a:pt x="113443" y="310706"/>
                  </a:ln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08229" y="352806"/>
                  </a:move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ubicBezTo>
                    <a:pt x="327279" y="361093"/>
                    <a:pt x="318707" y="352806"/>
                    <a:pt x="308229" y="352806"/>
                  </a:cubicBezTo>
                  <a:close/>
                  <a:moveTo>
                    <a:pt x="377571" y="144875"/>
                  </a:move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close/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59080" y="165068"/>
                  </a:move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close/>
                  <a:moveTo>
                    <a:pt x="357378" y="456343"/>
                  </a:move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ubicBezTo>
                    <a:pt x="372046" y="450723"/>
                    <a:pt x="362998" y="450723"/>
                    <a:pt x="357378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27279" y="371666"/>
                  </a:moveTo>
                  <a:cubicBezTo>
                    <a:pt x="327279" y="361093"/>
                    <a:pt x="318707" y="352806"/>
                    <a:pt x="308229" y="352806"/>
                  </a:cubicBez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247269" y="329756"/>
                  </a:move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ubicBezTo>
                    <a:pt x="236220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13443" y="310706"/>
                  </a:move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lnTo>
                    <a:pt x="113443" y="310706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AD85C4F-6EBE-C634-BDFF-941D4265E0CB}"/>
              </a:ext>
            </a:extLst>
          </p:cNvPr>
          <p:cNvCxnSpPr>
            <a:cxnSpLocks/>
          </p:cNvCxnSpPr>
          <p:nvPr/>
        </p:nvCxnSpPr>
        <p:spPr>
          <a:xfrm>
            <a:off x="2159061" y="5696700"/>
            <a:ext cx="194504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:a16="http://schemas.microsoft.com/office/drawing/2014/main" id="{DCF57B0A-DA9E-3C5C-6B03-2A3058DB7668}"/>
              </a:ext>
            </a:extLst>
          </p:cNvPr>
          <p:cNvSpPr/>
          <p:nvPr/>
        </p:nvSpPr>
        <p:spPr>
          <a:xfrm>
            <a:off x="2594493" y="4935958"/>
            <a:ext cx="156946" cy="1939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25" name="Rounded Rectangle 24">
            <a:extLst>
              <a:ext uri="{FF2B5EF4-FFF2-40B4-BE49-F238E27FC236}">
                <a16:creationId xmlns:a16="http://schemas.microsoft.com/office/drawing/2014/main" id="{58F04A85-0AAB-6185-CA73-3CA2187F6C01}"/>
              </a:ext>
            </a:extLst>
          </p:cNvPr>
          <p:cNvSpPr/>
          <p:nvPr/>
        </p:nvSpPr>
        <p:spPr>
          <a:xfrm>
            <a:off x="1751540" y="1401049"/>
            <a:ext cx="2018275" cy="1041779"/>
          </a:xfrm>
          <a:prstGeom prst="roundRect">
            <a:avLst/>
          </a:prstGeom>
          <a:noFill/>
          <a:ln w="127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kern="1200" dirty="0">
                <a:solidFill>
                  <a:schemeClr val="tx1"/>
                </a:solidFill>
              </a:rPr>
              <a:t>DC1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</a:endParaRPr>
          </a:p>
        </p:txBody>
      </p:sp>
      <p:sp>
        <p:nvSpPr>
          <p:cNvPr id="26" name="Google Shape;209;p7">
            <a:extLst>
              <a:ext uri="{FF2B5EF4-FFF2-40B4-BE49-F238E27FC236}">
                <a16:creationId xmlns:a16="http://schemas.microsoft.com/office/drawing/2014/main" id="{32537908-9206-0474-07EE-3C0183218AF5}"/>
              </a:ext>
            </a:extLst>
          </p:cNvPr>
          <p:cNvSpPr/>
          <p:nvPr/>
        </p:nvSpPr>
        <p:spPr>
          <a:xfrm>
            <a:off x="3347302" y="1679773"/>
            <a:ext cx="255041" cy="264950"/>
          </a:xfrm>
          <a:custGeom>
            <a:avLst/>
            <a:gdLst/>
            <a:ahLst/>
            <a:cxnLst/>
            <a:rect l="l" t="t" r="r" b="b"/>
            <a:pathLst>
              <a:path w="619314" h="622000" extrusionOk="0">
                <a:moveTo>
                  <a:pt x="557021" y="622000"/>
                </a:moveTo>
                <a:lnTo>
                  <a:pt x="220313" y="622000"/>
                </a:lnTo>
                <a:cubicBezTo>
                  <a:pt x="185909" y="622000"/>
                  <a:pt x="158019" y="594110"/>
                  <a:pt x="158019" y="559707"/>
                </a:cubicBezTo>
                <a:lnTo>
                  <a:pt x="158019" y="223474"/>
                </a:lnTo>
                <a:cubicBezTo>
                  <a:pt x="158072" y="189092"/>
                  <a:pt x="185930" y="161233"/>
                  <a:pt x="220313" y="161181"/>
                </a:cubicBezTo>
                <a:lnTo>
                  <a:pt x="557021" y="161181"/>
                </a:lnTo>
                <a:cubicBezTo>
                  <a:pt x="591382" y="161285"/>
                  <a:pt x="619210" y="189114"/>
                  <a:pt x="619315" y="223474"/>
                </a:cubicBezTo>
                <a:lnTo>
                  <a:pt x="619315" y="559707"/>
                </a:lnTo>
                <a:cubicBezTo>
                  <a:pt x="619263" y="594089"/>
                  <a:pt x="591404" y="621948"/>
                  <a:pt x="557021" y="622000"/>
                </a:cubicBezTo>
                <a:close/>
                <a:moveTo>
                  <a:pt x="220313" y="189756"/>
                </a:moveTo>
                <a:cubicBezTo>
                  <a:pt x="201712" y="189808"/>
                  <a:pt x="186647" y="204874"/>
                  <a:pt x="186594" y="223474"/>
                </a:cubicBezTo>
                <a:lnTo>
                  <a:pt x="186594" y="559707"/>
                </a:lnTo>
                <a:cubicBezTo>
                  <a:pt x="186647" y="578307"/>
                  <a:pt x="201712" y="593373"/>
                  <a:pt x="220313" y="593425"/>
                </a:cubicBezTo>
                <a:lnTo>
                  <a:pt x="557021" y="593425"/>
                </a:lnTo>
                <a:cubicBezTo>
                  <a:pt x="575622" y="593373"/>
                  <a:pt x="590688" y="578307"/>
                  <a:pt x="590740" y="559707"/>
                </a:cubicBezTo>
                <a:lnTo>
                  <a:pt x="590740" y="223474"/>
                </a:lnTo>
                <a:cubicBezTo>
                  <a:pt x="590688" y="204874"/>
                  <a:pt x="575622" y="189808"/>
                  <a:pt x="557021" y="189756"/>
                </a:cubicBezTo>
                <a:close/>
                <a:moveTo>
                  <a:pt x="331660" y="428547"/>
                </a:moveTo>
                <a:lnTo>
                  <a:pt x="325373" y="414736"/>
                </a:lnTo>
                <a:lnTo>
                  <a:pt x="279844" y="414736"/>
                </a:lnTo>
                <a:lnTo>
                  <a:pt x="273462" y="428547"/>
                </a:lnTo>
                <a:lnTo>
                  <a:pt x="254412" y="428547"/>
                </a:lnTo>
                <a:lnTo>
                  <a:pt x="294512" y="341870"/>
                </a:lnTo>
                <a:lnTo>
                  <a:pt x="310610" y="341870"/>
                </a:lnTo>
                <a:lnTo>
                  <a:pt x="350805" y="428547"/>
                </a:lnTo>
                <a:close/>
                <a:moveTo>
                  <a:pt x="287845" y="397401"/>
                </a:moveTo>
                <a:lnTo>
                  <a:pt x="317372" y="397401"/>
                </a:lnTo>
                <a:lnTo>
                  <a:pt x="302609" y="365587"/>
                </a:lnTo>
                <a:close/>
                <a:moveTo>
                  <a:pt x="366998" y="428547"/>
                </a:moveTo>
                <a:lnTo>
                  <a:pt x="366998" y="341870"/>
                </a:lnTo>
                <a:lnTo>
                  <a:pt x="400907" y="341870"/>
                </a:lnTo>
                <a:cubicBezTo>
                  <a:pt x="417609" y="340933"/>
                  <a:pt x="431909" y="353711"/>
                  <a:pt x="432847" y="370413"/>
                </a:cubicBezTo>
                <a:cubicBezTo>
                  <a:pt x="433784" y="387116"/>
                  <a:pt x="421004" y="401416"/>
                  <a:pt x="404302" y="402354"/>
                </a:cubicBezTo>
                <a:cubicBezTo>
                  <a:pt x="403172" y="402417"/>
                  <a:pt x="402037" y="402417"/>
                  <a:pt x="400907" y="402354"/>
                </a:cubicBezTo>
                <a:lnTo>
                  <a:pt x="384333" y="402354"/>
                </a:lnTo>
                <a:lnTo>
                  <a:pt x="384333" y="428547"/>
                </a:lnTo>
                <a:close/>
                <a:moveTo>
                  <a:pt x="384333" y="385018"/>
                </a:moveTo>
                <a:lnTo>
                  <a:pt x="400907" y="385018"/>
                </a:lnTo>
                <a:cubicBezTo>
                  <a:pt x="408034" y="385631"/>
                  <a:pt x="414310" y="380350"/>
                  <a:pt x="414923" y="373221"/>
                </a:cubicBezTo>
                <a:cubicBezTo>
                  <a:pt x="415536" y="366094"/>
                  <a:pt x="410255" y="359818"/>
                  <a:pt x="403126" y="359205"/>
                </a:cubicBezTo>
                <a:cubicBezTo>
                  <a:pt x="402388" y="359142"/>
                  <a:pt x="401645" y="359142"/>
                  <a:pt x="400907" y="359205"/>
                </a:cubicBezTo>
                <a:lnTo>
                  <a:pt x="384333" y="359205"/>
                </a:lnTo>
                <a:close/>
                <a:moveTo>
                  <a:pt x="449675" y="428547"/>
                </a:moveTo>
                <a:lnTo>
                  <a:pt x="449675" y="341870"/>
                </a:lnTo>
                <a:lnTo>
                  <a:pt x="483584" y="341870"/>
                </a:lnTo>
                <a:cubicBezTo>
                  <a:pt x="500286" y="340933"/>
                  <a:pt x="514586" y="353711"/>
                  <a:pt x="515524" y="370413"/>
                </a:cubicBezTo>
                <a:cubicBezTo>
                  <a:pt x="516461" y="387116"/>
                  <a:pt x="503681" y="401416"/>
                  <a:pt x="486979" y="402354"/>
                </a:cubicBezTo>
                <a:cubicBezTo>
                  <a:pt x="485849" y="402417"/>
                  <a:pt x="484714" y="402417"/>
                  <a:pt x="483584" y="402354"/>
                </a:cubicBezTo>
                <a:lnTo>
                  <a:pt x="467010" y="402354"/>
                </a:lnTo>
                <a:lnTo>
                  <a:pt x="467010" y="428547"/>
                </a:lnTo>
                <a:close/>
                <a:moveTo>
                  <a:pt x="467010" y="385018"/>
                </a:moveTo>
                <a:lnTo>
                  <a:pt x="483584" y="385018"/>
                </a:lnTo>
                <a:cubicBezTo>
                  <a:pt x="490711" y="385631"/>
                  <a:pt x="496987" y="380350"/>
                  <a:pt x="497600" y="373221"/>
                </a:cubicBezTo>
                <a:cubicBezTo>
                  <a:pt x="498213" y="366094"/>
                  <a:pt x="492932" y="359818"/>
                  <a:pt x="485803" y="359205"/>
                </a:cubicBezTo>
                <a:cubicBezTo>
                  <a:pt x="485065" y="359142"/>
                  <a:pt x="484322" y="359142"/>
                  <a:pt x="483584" y="359205"/>
                </a:cubicBezTo>
                <a:lnTo>
                  <a:pt x="467010" y="359205"/>
                </a:lnTo>
                <a:close/>
                <a:moveTo>
                  <a:pt x="415004" y="140988"/>
                </a:moveTo>
                <a:cubicBezTo>
                  <a:pt x="425348" y="139982"/>
                  <a:pt x="432977" y="130869"/>
                  <a:pt x="432149" y="120509"/>
                </a:cubicBezTo>
                <a:cubicBezTo>
                  <a:pt x="431860" y="116772"/>
                  <a:pt x="430430" y="113215"/>
                  <a:pt x="428053" y="110317"/>
                </a:cubicBezTo>
                <a:cubicBezTo>
                  <a:pt x="423000" y="103653"/>
                  <a:pt x="414191" y="101065"/>
                  <a:pt x="406336" y="103935"/>
                </a:cubicBezTo>
                <a:cubicBezTo>
                  <a:pt x="396465" y="107577"/>
                  <a:pt x="391415" y="118531"/>
                  <a:pt x="395055" y="128401"/>
                </a:cubicBezTo>
                <a:cubicBezTo>
                  <a:pt x="395069" y="128437"/>
                  <a:pt x="395083" y="128474"/>
                  <a:pt x="395096" y="128510"/>
                </a:cubicBezTo>
                <a:cubicBezTo>
                  <a:pt x="398030" y="136090"/>
                  <a:pt x="405352" y="141060"/>
                  <a:pt x="413480" y="140988"/>
                </a:cubicBezTo>
                <a:close/>
                <a:moveTo>
                  <a:pt x="133254" y="332821"/>
                </a:moveTo>
                <a:cubicBezTo>
                  <a:pt x="133254" y="322300"/>
                  <a:pt x="124726" y="313771"/>
                  <a:pt x="114204" y="313771"/>
                </a:cubicBezTo>
                <a:cubicBezTo>
                  <a:pt x="103683" y="313771"/>
                  <a:pt x="95154" y="322300"/>
                  <a:pt x="95154" y="332821"/>
                </a:cubicBezTo>
                <a:cubicBezTo>
                  <a:pt x="95154" y="343342"/>
                  <a:pt x="103683" y="351871"/>
                  <a:pt x="114204" y="351871"/>
                </a:cubicBezTo>
                <a:lnTo>
                  <a:pt x="114680" y="351871"/>
                </a:lnTo>
                <a:cubicBezTo>
                  <a:pt x="125015" y="351613"/>
                  <a:pt x="133257" y="343159"/>
                  <a:pt x="133254" y="332821"/>
                </a:cubicBezTo>
                <a:close/>
                <a:moveTo>
                  <a:pt x="85629" y="173849"/>
                </a:moveTo>
                <a:cubicBezTo>
                  <a:pt x="82021" y="173850"/>
                  <a:pt x="78486" y="172826"/>
                  <a:pt x="75437" y="170896"/>
                </a:cubicBezTo>
                <a:cubicBezTo>
                  <a:pt x="66844" y="165224"/>
                  <a:pt x="64312" y="153749"/>
                  <a:pt x="69722" y="144988"/>
                </a:cubicBezTo>
                <a:lnTo>
                  <a:pt x="70294" y="144036"/>
                </a:lnTo>
                <a:cubicBezTo>
                  <a:pt x="75935" y="135155"/>
                  <a:pt x="87708" y="132528"/>
                  <a:pt x="96588" y="138169"/>
                </a:cubicBezTo>
                <a:cubicBezTo>
                  <a:pt x="105469" y="143810"/>
                  <a:pt x="108096" y="155582"/>
                  <a:pt x="102455" y="164463"/>
                </a:cubicBezTo>
                <a:cubicBezTo>
                  <a:pt x="102342" y="164641"/>
                  <a:pt x="102227" y="164816"/>
                  <a:pt x="102107" y="164991"/>
                </a:cubicBezTo>
                <a:cubicBezTo>
                  <a:pt x="98350" y="170657"/>
                  <a:pt x="91950" y="174001"/>
                  <a:pt x="85153" y="173849"/>
                </a:cubicBezTo>
                <a:close/>
                <a:moveTo>
                  <a:pt x="52196" y="332535"/>
                </a:moveTo>
                <a:cubicBezTo>
                  <a:pt x="48078" y="332502"/>
                  <a:pt x="44089" y="331094"/>
                  <a:pt x="40862" y="328535"/>
                </a:cubicBezTo>
                <a:lnTo>
                  <a:pt x="39909" y="327773"/>
                </a:lnTo>
                <a:cubicBezTo>
                  <a:pt x="31729" y="321144"/>
                  <a:pt x="30471" y="309140"/>
                  <a:pt x="37099" y="300960"/>
                </a:cubicBezTo>
                <a:cubicBezTo>
                  <a:pt x="43728" y="292780"/>
                  <a:pt x="55732" y="291522"/>
                  <a:pt x="63912" y="298150"/>
                </a:cubicBezTo>
                <a:cubicBezTo>
                  <a:pt x="72143" y="304801"/>
                  <a:pt x="73579" y="316796"/>
                  <a:pt x="67151" y="325201"/>
                </a:cubicBezTo>
                <a:cubicBezTo>
                  <a:pt x="63555" y="329811"/>
                  <a:pt x="58043" y="332514"/>
                  <a:pt x="52196" y="332535"/>
                </a:cubicBezTo>
                <a:close/>
                <a:moveTo>
                  <a:pt x="18859" y="276147"/>
                </a:moveTo>
                <a:cubicBezTo>
                  <a:pt x="9704" y="276265"/>
                  <a:pt x="1843" y="269660"/>
                  <a:pt x="380" y="260622"/>
                </a:cubicBezTo>
                <a:cubicBezTo>
                  <a:pt x="335" y="260242"/>
                  <a:pt x="335" y="259859"/>
                  <a:pt x="380" y="259479"/>
                </a:cubicBezTo>
                <a:cubicBezTo>
                  <a:pt x="-1702" y="249166"/>
                  <a:pt x="4972" y="239118"/>
                  <a:pt x="15284" y="237036"/>
                </a:cubicBezTo>
                <a:cubicBezTo>
                  <a:pt x="25598" y="234955"/>
                  <a:pt x="35646" y="241627"/>
                  <a:pt x="37727" y="251940"/>
                </a:cubicBezTo>
                <a:cubicBezTo>
                  <a:pt x="37849" y="252543"/>
                  <a:pt x="37941" y="253152"/>
                  <a:pt x="38004" y="253764"/>
                </a:cubicBezTo>
                <a:cubicBezTo>
                  <a:pt x="39823" y="264126"/>
                  <a:pt x="32897" y="274001"/>
                  <a:pt x="22535" y="275820"/>
                </a:cubicBezTo>
                <a:cubicBezTo>
                  <a:pt x="22453" y="275834"/>
                  <a:pt x="22370" y="275848"/>
                  <a:pt x="22288" y="275862"/>
                </a:cubicBezTo>
                <a:close/>
                <a:moveTo>
                  <a:pt x="32289" y="212235"/>
                </a:moveTo>
                <a:cubicBezTo>
                  <a:pt x="28681" y="212236"/>
                  <a:pt x="25146" y="211212"/>
                  <a:pt x="22097" y="209282"/>
                </a:cubicBezTo>
                <a:cubicBezTo>
                  <a:pt x="13470" y="203640"/>
                  <a:pt x="10895" y="192160"/>
                  <a:pt x="16287" y="183374"/>
                </a:cubicBezTo>
                <a:cubicBezTo>
                  <a:pt x="16287" y="183374"/>
                  <a:pt x="16859" y="182421"/>
                  <a:pt x="16954" y="182421"/>
                </a:cubicBezTo>
                <a:cubicBezTo>
                  <a:pt x="22156" y="173276"/>
                  <a:pt x="33786" y="170079"/>
                  <a:pt x="42932" y="175280"/>
                </a:cubicBezTo>
                <a:cubicBezTo>
                  <a:pt x="52076" y="180481"/>
                  <a:pt x="55274" y="192112"/>
                  <a:pt x="50072" y="201257"/>
                </a:cubicBezTo>
                <a:cubicBezTo>
                  <a:pt x="49653" y="201994"/>
                  <a:pt x="49186" y="202702"/>
                  <a:pt x="48672" y="203376"/>
                </a:cubicBezTo>
                <a:cubicBezTo>
                  <a:pt x="45062" y="208911"/>
                  <a:pt x="38898" y="212244"/>
                  <a:pt x="32289" y="212235"/>
                </a:cubicBezTo>
                <a:close/>
                <a:moveTo>
                  <a:pt x="98964" y="112413"/>
                </a:moveTo>
                <a:cubicBezTo>
                  <a:pt x="88445" y="112234"/>
                  <a:pt x="80062" y="103561"/>
                  <a:pt x="80241" y="93041"/>
                </a:cubicBezTo>
                <a:cubicBezTo>
                  <a:pt x="80286" y="90458"/>
                  <a:pt x="80854" y="87910"/>
                  <a:pt x="81914" y="85552"/>
                </a:cubicBezTo>
                <a:lnTo>
                  <a:pt x="81914" y="84504"/>
                </a:lnTo>
                <a:cubicBezTo>
                  <a:pt x="86596" y="75009"/>
                  <a:pt x="98089" y="71107"/>
                  <a:pt x="107584" y="75789"/>
                </a:cubicBezTo>
                <a:cubicBezTo>
                  <a:pt x="117080" y="80471"/>
                  <a:pt x="120981" y="91963"/>
                  <a:pt x="116300" y="101459"/>
                </a:cubicBezTo>
                <a:cubicBezTo>
                  <a:pt x="112993" y="108124"/>
                  <a:pt x="106215" y="112361"/>
                  <a:pt x="98774" y="112413"/>
                </a:cubicBezTo>
                <a:close/>
                <a:moveTo>
                  <a:pt x="314705" y="73646"/>
                </a:moveTo>
                <a:cubicBezTo>
                  <a:pt x="309801" y="73626"/>
                  <a:pt x="305093" y="71716"/>
                  <a:pt x="301561" y="68312"/>
                </a:cubicBezTo>
                <a:cubicBezTo>
                  <a:pt x="293806" y="61201"/>
                  <a:pt x="293284" y="49151"/>
                  <a:pt x="300393" y="41396"/>
                </a:cubicBezTo>
                <a:cubicBezTo>
                  <a:pt x="300465" y="41319"/>
                  <a:pt x="300536" y="41242"/>
                  <a:pt x="300608" y="41166"/>
                </a:cubicBezTo>
                <a:cubicBezTo>
                  <a:pt x="307680" y="33701"/>
                  <a:pt x="319399" y="33195"/>
                  <a:pt x="327088" y="40023"/>
                </a:cubicBezTo>
                <a:lnTo>
                  <a:pt x="327945" y="40785"/>
                </a:lnTo>
                <a:cubicBezTo>
                  <a:pt x="335573" y="48030"/>
                  <a:pt x="335882" y="60089"/>
                  <a:pt x="328637" y="67717"/>
                </a:cubicBezTo>
                <a:cubicBezTo>
                  <a:pt x="325012" y="71532"/>
                  <a:pt x="319969" y="73679"/>
                  <a:pt x="314705" y="73646"/>
                </a:cubicBezTo>
                <a:close/>
                <a:moveTo>
                  <a:pt x="138969" y="63359"/>
                </a:moveTo>
                <a:cubicBezTo>
                  <a:pt x="128449" y="63286"/>
                  <a:pt x="119979" y="54698"/>
                  <a:pt x="120052" y="44177"/>
                </a:cubicBezTo>
                <a:cubicBezTo>
                  <a:pt x="120091" y="38499"/>
                  <a:pt x="122661" y="33134"/>
                  <a:pt x="127063" y="29545"/>
                </a:cubicBezTo>
                <a:lnTo>
                  <a:pt x="127825" y="29545"/>
                </a:lnTo>
                <a:cubicBezTo>
                  <a:pt x="135819" y="22705"/>
                  <a:pt x="147845" y="23641"/>
                  <a:pt x="154685" y="31634"/>
                </a:cubicBezTo>
                <a:cubicBezTo>
                  <a:pt x="161524" y="39628"/>
                  <a:pt x="160589" y="51654"/>
                  <a:pt x="152596" y="58494"/>
                </a:cubicBezTo>
                <a:cubicBezTo>
                  <a:pt x="152077" y="58938"/>
                  <a:pt x="151535" y="59354"/>
                  <a:pt x="150971" y="59739"/>
                </a:cubicBezTo>
                <a:cubicBezTo>
                  <a:pt x="147493" y="62265"/>
                  <a:pt x="143263" y="63541"/>
                  <a:pt x="138969" y="63359"/>
                </a:cubicBezTo>
                <a:close/>
                <a:moveTo>
                  <a:pt x="260127" y="41547"/>
                </a:moveTo>
                <a:cubicBezTo>
                  <a:pt x="258159" y="41542"/>
                  <a:pt x="256203" y="41253"/>
                  <a:pt x="254317" y="40689"/>
                </a:cubicBezTo>
                <a:cubicBezTo>
                  <a:pt x="244286" y="37490"/>
                  <a:pt x="238598" y="26914"/>
                  <a:pt x="241458" y="16782"/>
                </a:cubicBezTo>
                <a:cubicBezTo>
                  <a:pt x="244447" y="6958"/>
                  <a:pt x="254684" y="1270"/>
                  <a:pt x="264604" y="3923"/>
                </a:cubicBezTo>
                <a:lnTo>
                  <a:pt x="266033" y="3923"/>
                </a:lnTo>
                <a:cubicBezTo>
                  <a:pt x="276027" y="7208"/>
                  <a:pt x="281467" y="17973"/>
                  <a:pt x="278182" y="27969"/>
                </a:cubicBezTo>
                <a:cubicBezTo>
                  <a:pt x="275618" y="35772"/>
                  <a:pt x="268341" y="41052"/>
                  <a:pt x="260127" y="41070"/>
                </a:cubicBezTo>
                <a:close/>
                <a:moveTo>
                  <a:pt x="197072" y="37927"/>
                </a:moveTo>
                <a:cubicBezTo>
                  <a:pt x="187786" y="38087"/>
                  <a:pt x="179738" y="31528"/>
                  <a:pt x="178022" y="22401"/>
                </a:cubicBezTo>
                <a:cubicBezTo>
                  <a:pt x="176143" y="12252"/>
                  <a:pt x="182690" y="2453"/>
                  <a:pt x="192785" y="303"/>
                </a:cubicBezTo>
                <a:lnTo>
                  <a:pt x="193928" y="303"/>
                </a:lnTo>
                <a:cubicBezTo>
                  <a:pt x="204284" y="-1557"/>
                  <a:pt x="214186" y="5331"/>
                  <a:pt x="216046" y="15686"/>
                </a:cubicBezTo>
                <a:cubicBezTo>
                  <a:pt x="217906" y="26041"/>
                  <a:pt x="211018" y="35944"/>
                  <a:pt x="200664" y="37803"/>
                </a:cubicBezTo>
                <a:cubicBezTo>
                  <a:pt x="200609" y="37813"/>
                  <a:pt x="200555" y="37822"/>
                  <a:pt x="200501" y="37832"/>
                </a:cubicBezTo>
                <a:cubicBezTo>
                  <a:pt x="199368" y="38027"/>
                  <a:pt x="198221" y="38122"/>
                  <a:pt x="197072" y="38118"/>
                </a:cubicBezTo>
                <a:close/>
                <a:moveTo>
                  <a:pt x="350519" y="126319"/>
                </a:moveTo>
                <a:cubicBezTo>
                  <a:pt x="360905" y="125313"/>
                  <a:pt x="368547" y="116141"/>
                  <a:pt x="367665" y="105745"/>
                </a:cubicBezTo>
                <a:cubicBezTo>
                  <a:pt x="367376" y="102008"/>
                  <a:pt x="365946" y="98451"/>
                  <a:pt x="363569" y="95553"/>
                </a:cubicBezTo>
                <a:cubicBezTo>
                  <a:pt x="358490" y="88924"/>
                  <a:pt x="349686" y="86376"/>
                  <a:pt x="341852" y="89267"/>
                </a:cubicBezTo>
                <a:cubicBezTo>
                  <a:pt x="331964" y="92862"/>
                  <a:pt x="326862" y="103792"/>
                  <a:pt x="330457" y="113679"/>
                </a:cubicBezTo>
                <a:cubicBezTo>
                  <a:pt x="330477" y="113734"/>
                  <a:pt x="330497" y="113787"/>
                  <a:pt x="330517" y="113841"/>
                </a:cubicBezTo>
                <a:cubicBezTo>
                  <a:pt x="333451" y="121421"/>
                  <a:pt x="340773" y="126392"/>
                  <a:pt x="348900" y="12631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27" name="Elbow Connector 26">
            <a:extLst>
              <a:ext uri="{FF2B5EF4-FFF2-40B4-BE49-F238E27FC236}">
                <a16:creationId xmlns:a16="http://schemas.microsoft.com/office/drawing/2014/main" id="{3204EFC8-7969-B992-CC5E-677AD31CE609}"/>
              </a:ext>
            </a:extLst>
          </p:cNvPr>
          <p:cNvCxnSpPr>
            <a:cxnSpLocks/>
            <a:stCxn id="54" idx="6"/>
          </p:cNvCxnSpPr>
          <p:nvPr/>
        </p:nvCxnSpPr>
        <p:spPr>
          <a:xfrm flipV="1">
            <a:off x="2980643" y="1820192"/>
            <a:ext cx="354879" cy="1165"/>
          </a:xfrm>
          <a:prstGeom prst="bentConnector3">
            <a:avLst>
              <a:gd name="adj1" fmla="val 50000"/>
            </a:avLst>
          </a:prstGeom>
          <a:ln w="12700">
            <a:prstDash val="dash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B388A1B4-0A6C-3F4D-0905-177E3DF36C33}"/>
              </a:ext>
            </a:extLst>
          </p:cNvPr>
          <p:cNvSpPr txBox="1"/>
          <p:nvPr/>
        </p:nvSpPr>
        <p:spPr>
          <a:xfrm>
            <a:off x="3171975" y="1910056"/>
            <a:ext cx="56137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App</a:t>
            </a:r>
          </a:p>
        </p:txBody>
      </p:sp>
      <p:sp>
        <p:nvSpPr>
          <p:cNvPr id="30" name="Rounded Rectangle 29">
            <a:extLst>
              <a:ext uri="{FF2B5EF4-FFF2-40B4-BE49-F238E27FC236}">
                <a16:creationId xmlns:a16="http://schemas.microsoft.com/office/drawing/2014/main" id="{2CBD014C-47EA-128F-3B49-01B91E9F528C}"/>
              </a:ext>
            </a:extLst>
          </p:cNvPr>
          <p:cNvSpPr/>
          <p:nvPr/>
        </p:nvSpPr>
        <p:spPr>
          <a:xfrm>
            <a:off x="1751540" y="2480474"/>
            <a:ext cx="2018275" cy="452388"/>
          </a:xfrm>
          <a:prstGeom prst="roundRect">
            <a:avLst/>
          </a:prstGeom>
          <a:noFill/>
          <a:ln w="127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1" name="Google Shape;209;p7">
            <a:extLst>
              <a:ext uri="{FF2B5EF4-FFF2-40B4-BE49-F238E27FC236}">
                <a16:creationId xmlns:a16="http://schemas.microsoft.com/office/drawing/2014/main" id="{4EB13A7F-BE56-A11E-127F-2363C42012D7}"/>
              </a:ext>
            </a:extLst>
          </p:cNvPr>
          <p:cNvSpPr/>
          <p:nvPr/>
        </p:nvSpPr>
        <p:spPr>
          <a:xfrm>
            <a:off x="2325844" y="1687716"/>
            <a:ext cx="255041" cy="264950"/>
          </a:xfrm>
          <a:custGeom>
            <a:avLst/>
            <a:gdLst/>
            <a:ahLst/>
            <a:cxnLst/>
            <a:rect l="l" t="t" r="r" b="b"/>
            <a:pathLst>
              <a:path w="619314" h="622000" extrusionOk="0">
                <a:moveTo>
                  <a:pt x="557021" y="622000"/>
                </a:moveTo>
                <a:lnTo>
                  <a:pt x="220313" y="622000"/>
                </a:lnTo>
                <a:cubicBezTo>
                  <a:pt x="185909" y="622000"/>
                  <a:pt x="158019" y="594110"/>
                  <a:pt x="158019" y="559707"/>
                </a:cubicBezTo>
                <a:lnTo>
                  <a:pt x="158019" y="223474"/>
                </a:lnTo>
                <a:cubicBezTo>
                  <a:pt x="158072" y="189092"/>
                  <a:pt x="185930" y="161233"/>
                  <a:pt x="220313" y="161181"/>
                </a:cubicBezTo>
                <a:lnTo>
                  <a:pt x="557021" y="161181"/>
                </a:lnTo>
                <a:cubicBezTo>
                  <a:pt x="591382" y="161285"/>
                  <a:pt x="619210" y="189114"/>
                  <a:pt x="619315" y="223474"/>
                </a:cubicBezTo>
                <a:lnTo>
                  <a:pt x="619315" y="559707"/>
                </a:lnTo>
                <a:cubicBezTo>
                  <a:pt x="619263" y="594089"/>
                  <a:pt x="591404" y="621948"/>
                  <a:pt x="557021" y="622000"/>
                </a:cubicBezTo>
                <a:close/>
                <a:moveTo>
                  <a:pt x="220313" y="189756"/>
                </a:moveTo>
                <a:cubicBezTo>
                  <a:pt x="201712" y="189808"/>
                  <a:pt x="186647" y="204874"/>
                  <a:pt x="186594" y="223474"/>
                </a:cubicBezTo>
                <a:lnTo>
                  <a:pt x="186594" y="559707"/>
                </a:lnTo>
                <a:cubicBezTo>
                  <a:pt x="186647" y="578307"/>
                  <a:pt x="201712" y="593373"/>
                  <a:pt x="220313" y="593425"/>
                </a:cubicBezTo>
                <a:lnTo>
                  <a:pt x="557021" y="593425"/>
                </a:lnTo>
                <a:cubicBezTo>
                  <a:pt x="575622" y="593373"/>
                  <a:pt x="590688" y="578307"/>
                  <a:pt x="590740" y="559707"/>
                </a:cubicBezTo>
                <a:lnTo>
                  <a:pt x="590740" y="223474"/>
                </a:lnTo>
                <a:cubicBezTo>
                  <a:pt x="590688" y="204874"/>
                  <a:pt x="575622" y="189808"/>
                  <a:pt x="557021" y="189756"/>
                </a:cubicBezTo>
                <a:close/>
                <a:moveTo>
                  <a:pt x="331660" y="428547"/>
                </a:moveTo>
                <a:lnTo>
                  <a:pt x="325373" y="414736"/>
                </a:lnTo>
                <a:lnTo>
                  <a:pt x="279844" y="414736"/>
                </a:lnTo>
                <a:lnTo>
                  <a:pt x="273462" y="428547"/>
                </a:lnTo>
                <a:lnTo>
                  <a:pt x="254412" y="428547"/>
                </a:lnTo>
                <a:lnTo>
                  <a:pt x="294512" y="341870"/>
                </a:lnTo>
                <a:lnTo>
                  <a:pt x="310610" y="341870"/>
                </a:lnTo>
                <a:lnTo>
                  <a:pt x="350805" y="428547"/>
                </a:lnTo>
                <a:close/>
                <a:moveTo>
                  <a:pt x="287845" y="397401"/>
                </a:moveTo>
                <a:lnTo>
                  <a:pt x="317372" y="397401"/>
                </a:lnTo>
                <a:lnTo>
                  <a:pt x="302609" y="365587"/>
                </a:lnTo>
                <a:close/>
                <a:moveTo>
                  <a:pt x="366998" y="428547"/>
                </a:moveTo>
                <a:lnTo>
                  <a:pt x="366998" y="341870"/>
                </a:lnTo>
                <a:lnTo>
                  <a:pt x="400907" y="341870"/>
                </a:lnTo>
                <a:cubicBezTo>
                  <a:pt x="417609" y="340933"/>
                  <a:pt x="431909" y="353711"/>
                  <a:pt x="432847" y="370413"/>
                </a:cubicBezTo>
                <a:cubicBezTo>
                  <a:pt x="433784" y="387116"/>
                  <a:pt x="421004" y="401416"/>
                  <a:pt x="404302" y="402354"/>
                </a:cubicBezTo>
                <a:cubicBezTo>
                  <a:pt x="403172" y="402417"/>
                  <a:pt x="402037" y="402417"/>
                  <a:pt x="400907" y="402354"/>
                </a:cubicBezTo>
                <a:lnTo>
                  <a:pt x="384333" y="402354"/>
                </a:lnTo>
                <a:lnTo>
                  <a:pt x="384333" y="428547"/>
                </a:lnTo>
                <a:close/>
                <a:moveTo>
                  <a:pt x="384333" y="385018"/>
                </a:moveTo>
                <a:lnTo>
                  <a:pt x="400907" y="385018"/>
                </a:lnTo>
                <a:cubicBezTo>
                  <a:pt x="408034" y="385631"/>
                  <a:pt x="414310" y="380350"/>
                  <a:pt x="414923" y="373221"/>
                </a:cubicBezTo>
                <a:cubicBezTo>
                  <a:pt x="415536" y="366094"/>
                  <a:pt x="410255" y="359818"/>
                  <a:pt x="403126" y="359205"/>
                </a:cubicBezTo>
                <a:cubicBezTo>
                  <a:pt x="402388" y="359142"/>
                  <a:pt x="401645" y="359142"/>
                  <a:pt x="400907" y="359205"/>
                </a:cubicBezTo>
                <a:lnTo>
                  <a:pt x="384333" y="359205"/>
                </a:lnTo>
                <a:close/>
                <a:moveTo>
                  <a:pt x="449675" y="428547"/>
                </a:moveTo>
                <a:lnTo>
                  <a:pt x="449675" y="341870"/>
                </a:lnTo>
                <a:lnTo>
                  <a:pt x="483584" y="341870"/>
                </a:lnTo>
                <a:cubicBezTo>
                  <a:pt x="500286" y="340933"/>
                  <a:pt x="514586" y="353711"/>
                  <a:pt x="515524" y="370413"/>
                </a:cubicBezTo>
                <a:cubicBezTo>
                  <a:pt x="516461" y="387116"/>
                  <a:pt x="503681" y="401416"/>
                  <a:pt x="486979" y="402354"/>
                </a:cubicBezTo>
                <a:cubicBezTo>
                  <a:pt x="485849" y="402417"/>
                  <a:pt x="484714" y="402417"/>
                  <a:pt x="483584" y="402354"/>
                </a:cubicBezTo>
                <a:lnTo>
                  <a:pt x="467010" y="402354"/>
                </a:lnTo>
                <a:lnTo>
                  <a:pt x="467010" y="428547"/>
                </a:lnTo>
                <a:close/>
                <a:moveTo>
                  <a:pt x="467010" y="385018"/>
                </a:moveTo>
                <a:lnTo>
                  <a:pt x="483584" y="385018"/>
                </a:lnTo>
                <a:cubicBezTo>
                  <a:pt x="490711" y="385631"/>
                  <a:pt x="496987" y="380350"/>
                  <a:pt x="497600" y="373221"/>
                </a:cubicBezTo>
                <a:cubicBezTo>
                  <a:pt x="498213" y="366094"/>
                  <a:pt x="492932" y="359818"/>
                  <a:pt x="485803" y="359205"/>
                </a:cubicBezTo>
                <a:cubicBezTo>
                  <a:pt x="485065" y="359142"/>
                  <a:pt x="484322" y="359142"/>
                  <a:pt x="483584" y="359205"/>
                </a:cubicBezTo>
                <a:lnTo>
                  <a:pt x="467010" y="359205"/>
                </a:lnTo>
                <a:close/>
                <a:moveTo>
                  <a:pt x="415004" y="140988"/>
                </a:moveTo>
                <a:cubicBezTo>
                  <a:pt x="425348" y="139982"/>
                  <a:pt x="432977" y="130869"/>
                  <a:pt x="432149" y="120509"/>
                </a:cubicBezTo>
                <a:cubicBezTo>
                  <a:pt x="431860" y="116772"/>
                  <a:pt x="430430" y="113215"/>
                  <a:pt x="428053" y="110317"/>
                </a:cubicBezTo>
                <a:cubicBezTo>
                  <a:pt x="423000" y="103653"/>
                  <a:pt x="414191" y="101065"/>
                  <a:pt x="406336" y="103935"/>
                </a:cubicBezTo>
                <a:cubicBezTo>
                  <a:pt x="396465" y="107577"/>
                  <a:pt x="391415" y="118531"/>
                  <a:pt x="395055" y="128401"/>
                </a:cubicBezTo>
                <a:cubicBezTo>
                  <a:pt x="395069" y="128437"/>
                  <a:pt x="395083" y="128474"/>
                  <a:pt x="395096" y="128510"/>
                </a:cubicBezTo>
                <a:cubicBezTo>
                  <a:pt x="398030" y="136090"/>
                  <a:pt x="405352" y="141060"/>
                  <a:pt x="413480" y="140988"/>
                </a:cubicBezTo>
                <a:close/>
                <a:moveTo>
                  <a:pt x="133254" y="332821"/>
                </a:moveTo>
                <a:cubicBezTo>
                  <a:pt x="133254" y="322300"/>
                  <a:pt x="124726" y="313771"/>
                  <a:pt x="114204" y="313771"/>
                </a:cubicBezTo>
                <a:cubicBezTo>
                  <a:pt x="103683" y="313771"/>
                  <a:pt x="95154" y="322300"/>
                  <a:pt x="95154" y="332821"/>
                </a:cubicBezTo>
                <a:cubicBezTo>
                  <a:pt x="95154" y="343342"/>
                  <a:pt x="103683" y="351871"/>
                  <a:pt x="114204" y="351871"/>
                </a:cubicBezTo>
                <a:lnTo>
                  <a:pt x="114680" y="351871"/>
                </a:lnTo>
                <a:cubicBezTo>
                  <a:pt x="125015" y="351613"/>
                  <a:pt x="133257" y="343159"/>
                  <a:pt x="133254" y="332821"/>
                </a:cubicBezTo>
                <a:close/>
                <a:moveTo>
                  <a:pt x="85629" y="173849"/>
                </a:moveTo>
                <a:cubicBezTo>
                  <a:pt x="82021" y="173850"/>
                  <a:pt x="78486" y="172826"/>
                  <a:pt x="75437" y="170896"/>
                </a:cubicBezTo>
                <a:cubicBezTo>
                  <a:pt x="66844" y="165224"/>
                  <a:pt x="64312" y="153749"/>
                  <a:pt x="69722" y="144988"/>
                </a:cubicBezTo>
                <a:lnTo>
                  <a:pt x="70294" y="144036"/>
                </a:lnTo>
                <a:cubicBezTo>
                  <a:pt x="75935" y="135155"/>
                  <a:pt x="87708" y="132528"/>
                  <a:pt x="96588" y="138169"/>
                </a:cubicBezTo>
                <a:cubicBezTo>
                  <a:pt x="105469" y="143810"/>
                  <a:pt x="108096" y="155582"/>
                  <a:pt x="102455" y="164463"/>
                </a:cubicBezTo>
                <a:cubicBezTo>
                  <a:pt x="102342" y="164641"/>
                  <a:pt x="102227" y="164816"/>
                  <a:pt x="102107" y="164991"/>
                </a:cubicBezTo>
                <a:cubicBezTo>
                  <a:pt x="98350" y="170657"/>
                  <a:pt x="91950" y="174001"/>
                  <a:pt x="85153" y="173849"/>
                </a:cubicBezTo>
                <a:close/>
                <a:moveTo>
                  <a:pt x="52196" y="332535"/>
                </a:moveTo>
                <a:cubicBezTo>
                  <a:pt x="48078" y="332502"/>
                  <a:pt x="44089" y="331094"/>
                  <a:pt x="40862" y="328535"/>
                </a:cubicBezTo>
                <a:lnTo>
                  <a:pt x="39909" y="327773"/>
                </a:lnTo>
                <a:cubicBezTo>
                  <a:pt x="31729" y="321144"/>
                  <a:pt x="30471" y="309140"/>
                  <a:pt x="37099" y="300960"/>
                </a:cubicBezTo>
                <a:cubicBezTo>
                  <a:pt x="43728" y="292780"/>
                  <a:pt x="55732" y="291522"/>
                  <a:pt x="63912" y="298150"/>
                </a:cubicBezTo>
                <a:cubicBezTo>
                  <a:pt x="72143" y="304801"/>
                  <a:pt x="73579" y="316796"/>
                  <a:pt x="67151" y="325201"/>
                </a:cubicBezTo>
                <a:cubicBezTo>
                  <a:pt x="63555" y="329811"/>
                  <a:pt x="58043" y="332514"/>
                  <a:pt x="52196" y="332535"/>
                </a:cubicBezTo>
                <a:close/>
                <a:moveTo>
                  <a:pt x="18859" y="276147"/>
                </a:moveTo>
                <a:cubicBezTo>
                  <a:pt x="9704" y="276265"/>
                  <a:pt x="1843" y="269660"/>
                  <a:pt x="380" y="260622"/>
                </a:cubicBezTo>
                <a:cubicBezTo>
                  <a:pt x="335" y="260242"/>
                  <a:pt x="335" y="259859"/>
                  <a:pt x="380" y="259479"/>
                </a:cubicBezTo>
                <a:cubicBezTo>
                  <a:pt x="-1702" y="249166"/>
                  <a:pt x="4972" y="239118"/>
                  <a:pt x="15284" y="237036"/>
                </a:cubicBezTo>
                <a:cubicBezTo>
                  <a:pt x="25598" y="234955"/>
                  <a:pt x="35646" y="241627"/>
                  <a:pt x="37727" y="251940"/>
                </a:cubicBezTo>
                <a:cubicBezTo>
                  <a:pt x="37849" y="252543"/>
                  <a:pt x="37941" y="253152"/>
                  <a:pt x="38004" y="253764"/>
                </a:cubicBezTo>
                <a:cubicBezTo>
                  <a:pt x="39823" y="264126"/>
                  <a:pt x="32897" y="274001"/>
                  <a:pt x="22535" y="275820"/>
                </a:cubicBezTo>
                <a:cubicBezTo>
                  <a:pt x="22453" y="275834"/>
                  <a:pt x="22370" y="275848"/>
                  <a:pt x="22288" y="275862"/>
                </a:cubicBezTo>
                <a:close/>
                <a:moveTo>
                  <a:pt x="32289" y="212235"/>
                </a:moveTo>
                <a:cubicBezTo>
                  <a:pt x="28681" y="212236"/>
                  <a:pt x="25146" y="211212"/>
                  <a:pt x="22097" y="209282"/>
                </a:cubicBezTo>
                <a:cubicBezTo>
                  <a:pt x="13470" y="203640"/>
                  <a:pt x="10895" y="192160"/>
                  <a:pt x="16287" y="183374"/>
                </a:cubicBezTo>
                <a:cubicBezTo>
                  <a:pt x="16287" y="183374"/>
                  <a:pt x="16859" y="182421"/>
                  <a:pt x="16954" y="182421"/>
                </a:cubicBezTo>
                <a:cubicBezTo>
                  <a:pt x="22156" y="173276"/>
                  <a:pt x="33786" y="170079"/>
                  <a:pt x="42932" y="175280"/>
                </a:cubicBezTo>
                <a:cubicBezTo>
                  <a:pt x="52076" y="180481"/>
                  <a:pt x="55274" y="192112"/>
                  <a:pt x="50072" y="201257"/>
                </a:cubicBezTo>
                <a:cubicBezTo>
                  <a:pt x="49653" y="201994"/>
                  <a:pt x="49186" y="202702"/>
                  <a:pt x="48672" y="203376"/>
                </a:cubicBezTo>
                <a:cubicBezTo>
                  <a:pt x="45062" y="208911"/>
                  <a:pt x="38898" y="212244"/>
                  <a:pt x="32289" y="212235"/>
                </a:cubicBezTo>
                <a:close/>
                <a:moveTo>
                  <a:pt x="98964" y="112413"/>
                </a:moveTo>
                <a:cubicBezTo>
                  <a:pt x="88445" y="112234"/>
                  <a:pt x="80062" y="103561"/>
                  <a:pt x="80241" y="93041"/>
                </a:cubicBezTo>
                <a:cubicBezTo>
                  <a:pt x="80286" y="90458"/>
                  <a:pt x="80854" y="87910"/>
                  <a:pt x="81914" y="85552"/>
                </a:cubicBezTo>
                <a:lnTo>
                  <a:pt x="81914" y="84504"/>
                </a:lnTo>
                <a:cubicBezTo>
                  <a:pt x="86596" y="75009"/>
                  <a:pt x="98089" y="71107"/>
                  <a:pt x="107584" y="75789"/>
                </a:cubicBezTo>
                <a:cubicBezTo>
                  <a:pt x="117080" y="80471"/>
                  <a:pt x="120981" y="91963"/>
                  <a:pt x="116300" y="101459"/>
                </a:cubicBezTo>
                <a:cubicBezTo>
                  <a:pt x="112993" y="108124"/>
                  <a:pt x="106215" y="112361"/>
                  <a:pt x="98774" y="112413"/>
                </a:cubicBezTo>
                <a:close/>
                <a:moveTo>
                  <a:pt x="314705" y="73646"/>
                </a:moveTo>
                <a:cubicBezTo>
                  <a:pt x="309801" y="73626"/>
                  <a:pt x="305093" y="71716"/>
                  <a:pt x="301561" y="68312"/>
                </a:cubicBezTo>
                <a:cubicBezTo>
                  <a:pt x="293806" y="61201"/>
                  <a:pt x="293284" y="49151"/>
                  <a:pt x="300393" y="41396"/>
                </a:cubicBezTo>
                <a:cubicBezTo>
                  <a:pt x="300465" y="41319"/>
                  <a:pt x="300536" y="41242"/>
                  <a:pt x="300608" y="41166"/>
                </a:cubicBezTo>
                <a:cubicBezTo>
                  <a:pt x="307680" y="33701"/>
                  <a:pt x="319399" y="33195"/>
                  <a:pt x="327088" y="40023"/>
                </a:cubicBezTo>
                <a:lnTo>
                  <a:pt x="327945" y="40785"/>
                </a:lnTo>
                <a:cubicBezTo>
                  <a:pt x="335573" y="48030"/>
                  <a:pt x="335882" y="60089"/>
                  <a:pt x="328637" y="67717"/>
                </a:cubicBezTo>
                <a:cubicBezTo>
                  <a:pt x="325012" y="71532"/>
                  <a:pt x="319969" y="73679"/>
                  <a:pt x="314705" y="73646"/>
                </a:cubicBezTo>
                <a:close/>
                <a:moveTo>
                  <a:pt x="138969" y="63359"/>
                </a:moveTo>
                <a:cubicBezTo>
                  <a:pt x="128449" y="63286"/>
                  <a:pt x="119979" y="54698"/>
                  <a:pt x="120052" y="44177"/>
                </a:cubicBezTo>
                <a:cubicBezTo>
                  <a:pt x="120091" y="38499"/>
                  <a:pt x="122661" y="33134"/>
                  <a:pt x="127063" y="29545"/>
                </a:cubicBezTo>
                <a:lnTo>
                  <a:pt x="127825" y="29545"/>
                </a:lnTo>
                <a:cubicBezTo>
                  <a:pt x="135819" y="22705"/>
                  <a:pt x="147845" y="23641"/>
                  <a:pt x="154685" y="31634"/>
                </a:cubicBezTo>
                <a:cubicBezTo>
                  <a:pt x="161524" y="39628"/>
                  <a:pt x="160589" y="51654"/>
                  <a:pt x="152596" y="58494"/>
                </a:cubicBezTo>
                <a:cubicBezTo>
                  <a:pt x="152077" y="58938"/>
                  <a:pt x="151535" y="59354"/>
                  <a:pt x="150971" y="59739"/>
                </a:cubicBezTo>
                <a:cubicBezTo>
                  <a:pt x="147493" y="62265"/>
                  <a:pt x="143263" y="63541"/>
                  <a:pt x="138969" y="63359"/>
                </a:cubicBezTo>
                <a:close/>
                <a:moveTo>
                  <a:pt x="260127" y="41547"/>
                </a:moveTo>
                <a:cubicBezTo>
                  <a:pt x="258159" y="41542"/>
                  <a:pt x="256203" y="41253"/>
                  <a:pt x="254317" y="40689"/>
                </a:cubicBezTo>
                <a:cubicBezTo>
                  <a:pt x="244286" y="37490"/>
                  <a:pt x="238598" y="26914"/>
                  <a:pt x="241458" y="16782"/>
                </a:cubicBezTo>
                <a:cubicBezTo>
                  <a:pt x="244447" y="6958"/>
                  <a:pt x="254684" y="1270"/>
                  <a:pt x="264604" y="3923"/>
                </a:cubicBezTo>
                <a:lnTo>
                  <a:pt x="266033" y="3923"/>
                </a:lnTo>
                <a:cubicBezTo>
                  <a:pt x="276027" y="7208"/>
                  <a:pt x="281467" y="17973"/>
                  <a:pt x="278182" y="27969"/>
                </a:cubicBezTo>
                <a:cubicBezTo>
                  <a:pt x="275618" y="35772"/>
                  <a:pt x="268341" y="41052"/>
                  <a:pt x="260127" y="41070"/>
                </a:cubicBezTo>
                <a:close/>
                <a:moveTo>
                  <a:pt x="197072" y="37927"/>
                </a:moveTo>
                <a:cubicBezTo>
                  <a:pt x="187786" y="38087"/>
                  <a:pt x="179738" y="31528"/>
                  <a:pt x="178022" y="22401"/>
                </a:cubicBezTo>
                <a:cubicBezTo>
                  <a:pt x="176143" y="12252"/>
                  <a:pt x="182690" y="2453"/>
                  <a:pt x="192785" y="303"/>
                </a:cubicBezTo>
                <a:lnTo>
                  <a:pt x="193928" y="303"/>
                </a:lnTo>
                <a:cubicBezTo>
                  <a:pt x="204284" y="-1557"/>
                  <a:pt x="214186" y="5331"/>
                  <a:pt x="216046" y="15686"/>
                </a:cubicBezTo>
                <a:cubicBezTo>
                  <a:pt x="217906" y="26041"/>
                  <a:pt x="211018" y="35944"/>
                  <a:pt x="200664" y="37803"/>
                </a:cubicBezTo>
                <a:cubicBezTo>
                  <a:pt x="200609" y="37813"/>
                  <a:pt x="200555" y="37822"/>
                  <a:pt x="200501" y="37832"/>
                </a:cubicBezTo>
                <a:cubicBezTo>
                  <a:pt x="199368" y="38027"/>
                  <a:pt x="198221" y="38122"/>
                  <a:pt x="197072" y="38118"/>
                </a:cubicBezTo>
                <a:close/>
                <a:moveTo>
                  <a:pt x="350519" y="126319"/>
                </a:moveTo>
                <a:cubicBezTo>
                  <a:pt x="360905" y="125313"/>
                  <a:pt x="368547" y="116141"/>
                  <a:pt x="367665" y="105745"/>
                </a:cubicBezTo>
                <a:cubicBezTo>
                  <a:pt x="367376" y="102008"/>
                  <a:pt x="365946" y="98451"/>
                  <a:pt x="363569" y="95553"/>
                </a:cubicBezTo>
                <a:cubicBezTo>
                  <a:pt x="358490" y="88924"/>
                  <a:pt x="349686" y="86376"/>
                  <a:pt x="341852" y="89267"/>
                </a:cubicBezTo>
                <a:cubicBezTo>
                  <a:pt x="331964" y="92862"/>
                  <a:pt x="326862" y="103792"/>
                  <a:pt x="330457" y="113679"/>
                </a:cubicBezTo>
                <a:cubicBezTo>
                  <a:pt x="330477" y="113734"/>
                  <a:pt x="330497" y="113787"/>
                  <a:pt x="330517" y="113841"/>
                </a:cubicBezTo>
                <a:cubicBezTo>
                  <a:pt x="333451" y="121421"/>
                  <a:pt x="340773" y="126392"/>
                  <a:pt x="348900" y="12631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32" name="Google Shape;209;p7">
            <a:extLst>
              <a:ext uri="{FF2B5EF4-FFF2-40B4-BE49-F238E27FC236}">
                <a16:creationId xmlns:a16="http://schemas.microsoft.com/office/drawing/2014/main" id="{5DB5A252-0659-363C-3764-A727A38E4DB3}"/>
              </a:ext>
            </a:extLst>
          </p:cNvPr>
          <p:cNvSpPr/>
          <p:nvPr/>
        </p:nvSpPr>
        <p:spPr>
          <a:xfrm>
            <a:off x="1928002" y="1679773"/>
            <a:ext cx="255041" cy="264950"/>
          </a:xfrm>
          <a:custGeom>
            <a:avLst/>
            <a:gdLst/>
            <a:ahLst/>
            <a:cxnLst/>
            <a:rect l="l" t="t" r="r" b="b"/>
            <a:pathLst>
              <a:path w="619314" h="622000" extrusionOk="0">
                <a:moveTo>
                  <a:pt x="557021" y="622000"/>
                </a:moveTo>
                <a:lnTo>
                  <a:pt x="220313" y="622000"/>
                </a:lnTo>
                <a:cubicBezTo>
                  <a:pt x="185909" y="622000"/>
                  <a:pt x="158019" y="594110"/>
                  <a:pt x="158019" y="559707"/>
                </a:cubicBezTo>
                <a:lnTo>
                  <a:pt x="158019" y="223474"/>
                </a:lnTo>
                <a:cubicBezTo>
                  <a:pt x="158072" y="189092"/>
                  <a:pt x="185930" y="161233"/>
                  <a:pt x="220313" y="161181"/>
                </a:cubicBezTo>
                <a:lnTo>
                  <a:pt x="557021" y="161181"/>
                </a:lnTo>
                <a:cubicBezTo>
                  <a:pt x="591382" y="161285"/>
                  <a:pt x="619210" y="189114"/>
                  <a:pt x="619315" y="223474"/>
                </a:cubicBezTo>
                <a:lnTo>
                  <a:pt x="619315" y="559707"/>
                </a:lnTo>
                <a:cubicBezTo>
                  <a:pt x="619263" y="594089"/>
                  <a:pt x="591404" y="621948"/>
                  <a:pt x="557021" y="622000"/>
                </a:cubicBezTo>
                <a:close/>
                <a:moveTo>
                  <a:pt x="220313" y="189756"/>
                </a:moveTo>
                <a:cubicBezTo>
                  <a:pt x="201712" y="189808"/>
                  <a:pt x="186647" y="204874"/>
                  <a:pt x="186594" y="223474"/>
                </a:cubicBezTo>
                <a:lnTo>
                  <a:pt x="186594" y="559707"/>
                </a:lnTo>
                <a:cubicBezTo>
                  <a:pt x="186647" y="578307"/>
                  <a:pt x="201712" y="593373"/>
                  <a:pt x="220313" y="593425"/>
                </a:cubicBezTo>
                <a:lnTo>
                  <a:pt x="557021" y="593425"/>
                </a:lnTo>
                <a:cubicBezTo>
                  <a:pt x="575622" y="593373"/>
                  <a:pt x="590688" y="578307"/>
                  <a:pt x="590740" y="559707"/>
                </a:cubicBezTo>
                <a:lnTo>
                  <a:pt x="590740" y="223474"/>
                </a:lnTo>
                <a:cubicBezTo>
                  <a:pt x="590688" y="204874"/>
                  <a:pt x="575622" y="189808"/>
                  <a:pt x="557021" y="189756"/>
                </a:cubicBezTo>
                <a:close/>
                <a:moveTo>
                  <a:pt x="331660" y="428547"/>
                </a:moveTo>
                <a:lnTo>
                  <a:pt x="325373" y="414736"/>
                </a:lnTo>
                <a:lnTo>
                  <a:pt x="279844" y="414736"/>
                </a:lnTo>
                <a:lnTo>
                  <a:pt x="273462" y="428547"/>
                </a:lnTo>
                <a:lnTo>
                  <a:pt x="254412" y="428547"/>
                </a:lnTo>
                <a:lnTo>
                  <a:pt x="294512" y="341870"/>
                </a:lnTo>
                <a:lnTo>
                  <a:pt x="310610" y="341870"/>
                </a:lnTo>
                <a:lnTo>
                  <a:pt x="350805" y="428547"/>
                </a:lnTo>
                <a:close/>
                <a:moveTo>
                  <a:pt x="287845" y="397401"/>
                </a:moveTo>
                <a:lnTo>
                  <a:pt x="317372" y="397401"/>
                </a:lnTo>
                <a:lnTo>
                  <a:pt x="302609" y="365587"/>
                </a:lnTo>
                <a:close/>
                <a:moveTo>
                  <a:pt x="366998" y="428547"/>
                </a:moveTo>
                <a:lnTo>
                  <a:pt x="366998" y="341870"/>
                </a:lnTo>
                <a:lnTo>
                  <a:pt x="400907" y="341870"/>
                </a:lnTo>
                <a:cubicBezTo>
                  <a:pt x="417609" y="340933"/>
                  <a:pt x="431909" y="353711"/>
                  <a:pt x="432847" y="370413"/>
                </a:cubicBezTo>
                <a:cubicBezTo>
                  <a:pt x="433784" y="387116"/>
                  <a:pt x="421004" y="401416"/>
                  <a:pt x="404302" y="402354"/>
                </a:cubicBezTo>
                <a:cubicBezTo>
                  <a:pt x="403172" y="402417"/>
                  <a:pt x="402037" y="402417"/>
                  <a:pt x="400907" y="402354"/>
                </a:cubicBezTo>
                <a:lnTo>
                  <a:pt x="384333" y="402354"/>
                </a:lnTo>
                <a:lnTo>
                  <a:pt x="384333" y="428547"/>
                </a:lnTo>
                <a:close/>
                <a:moveTo>
                  <a:pt x="384333" y="385018"/>
                </a:moveTo>
                <a:lnTo>
                  <a:pt x="400907" y="385018"/>
                </a:lnTo>
                <a:cubicBezTo>
                  <a:pt x="408034" y="385631"/>
                  <a:pt x="414310" y="380350"/>
                  <a:pt x="414923" y="373221"/>
                </a:cubicBezTo>
                <a:cubicBezTo>
                  <a:pt x="415536" y="366094"/>
                  <a:pt x="410255" y="359818"/>
                  <a:pt x="403126" y="359205"/>
                </a:cubicBezTo>
                <a:cubicBezTo>
                  <a:pt x="402388" y="359142"/>
                  <a:pt x="401645" y="359142"/>
                  <a:pt x="400907" y="359205"/>
                </a:cubicBezTo>
                <a:lnTo>
                  <a:pt x="384333" y="359205"/>
                </a:lnTo>
                <a:close/>
                <a:moveTo>
                  <a:pt x="449675" y="428547"/>
                </a:moveTo>
                <a:lnTo>
                  <a:pt x="449675" y="341870"/>
                </a:lnTo>
                <a:lnTo>
                  <a:pt x="483584" y="341870"/>
                </a:lnTo>
                <a:cubicBezTo>
                  <a:pt x="500286" y="340933"/>
                  <a:pt x="514586" y="353711"/>
                  <a:pt x="515524" y="370413"/>
                </a:cubicBezTo>
                <a:cubicBezTo>
                  <a:pt x="516461" y="387116"/>
                  <a:pt x="503681" y="401416"/>
                  <a:pt x="486979" y="402354"/>
                </a:cubicBezTo>
                <a:cubicBezTo>
                  <a:pt x="485849" y="402417"/>
                  <a:pt x="484714" y="402417"/>
                  <a:pt x="483584" y="402354"/>
                </a:cubicBezTo>
                <a:lnTo>
                  <a:pt x="467010" y="402354"/>
                </a:lnTo>
                <a:lnTo>
                  <a:pt x="467010" y="428547"/>
                </a:lnTo>
                <a:close/>
                <a:moveTo>
                  <a:pt x="467010" y="385018"/>
                </a:moveTo>
                <a:lnTo>
                  <a:pt x="483584" y="385018"/>
                </a:lnTo>
                <a:cubicBezTo>
                  <a:pt x="490711" y="385631"/>
                  <a:pt x="496987" y="380350"/>
                  <a:pt x="497600" y="373221"/>
                </a:cubicBezTo>
                <a:cubicBezTo>
                  <a:pt x="498213" y="366094"/>
                  <a:pt x="492932" y="359818"/>
                  <a:pt x="485803" y="359205"/>
                </a:cubicBezTo>
                <a:cubicBezTo>
                  <a:pt x="485065" y="359142"/>
                  <a:pt x="484322" y="359142"/>
                  <a:pt x="483584" y="359205"/>
                </a:cubicBezTo>
                <a:lnTo>
                  <a:pt x="467010" y="359205"/>
                </a:lnTo>
                <a:close/>
                <a:moveTo>
                  <a:pt x="415004" y="140988"/>
                </a:moveTo>
                <a:cubicBezTo>
                  <a:pt x="425348" y="139982"/>
                  <a:pt x="432977" y="130869"/>
                  <a:pt x="432149" y="120509"/>
                </a:cubicBezTo>
                <a:cubicBezTo>
                  <a:pt x="431860" y="116772"/>
                  <a:pt x="430430" y="113215"/>
                  <a:pt x="428053" y="110317"/>
                </a:cubicBezTo>
                <a:cubicBezTo>
                  <a:pt x="423000" y="103653"/>
                  <a:pt x="414191" y="101065"/>
                  <a:pt x="406336" y="103935"/>
                </a:cubicBezTo>
                <a:cubicBezTo>
                  <a:pt x="396465" y="107577"/>
                  <a:pt x="391415" y="118531"/>
                  <a:pt x="395055" y="128401"/>
                </a:cubicBezTo>
                <a:cubicBezTo>
                  <a:pt x="395069" y="128437"/>
                  <a:pt x="395083" y="128474"/>
                  <a:pt x="395096" y="128510"/>
                </a:cubicBezTo>
                <a:cubicBezTo>
                  <a:pt x="398030" y="136090"/>
                  <a:pt x="405352" y="141060"/>
                  <a:pt x="413480" y="140988"/>
                </a:cubicBezTo>
                <a:close/>
                <a:moveTo>
                  <a:pt x="133254" y="332821"/>
                </a:moveTo>
                <a:cubicBezTo>
                  <a:pt x="133254" y="322300"/>
                  <a:pt x="124726" y="313771"/>
                  <a:pt x="114204" y="313771"/>
                </a:cubicBezTo>
                <a:cubicBezTo>
                  <a:pt x="103683" y="313771"/>
                  <a:pt x="95154" y="322300"/>
                  <a:pt x="95154" y="332821"/>
                </a:cubicBezTo>
                <a:cubicBezTo>
                  <a:pt x="95154" y="343342"/>
                  <a:pt x="103683" y="351871"/>
                  <a:pt x="114204" y="351871"/>
                </a:cubicBezTo>
                <a:lnTo>
                  <a:pt x="114680" y="351871"/>
                </a:lnTo>
                <a:cubicBezTo>
                  <a:pt x="125015" y="351613"/>
                  <a:pt x="133257" y="343159"/>
                  <a:pt x="133254" y="332821"/>
                </a:cubicBezTo>
                <a:close/>
                <a:moveTo>
                  <a:pt x="85629" y="173849"/>
                </a:moveTo>
                <a:cubicBezTo>
                  <a:pt x="82021" y="173850"/>
                  <a:pt x="78486" y="172826"/>
                  <a:pt x="75437" y="170896"/>
                </a:cubicBezTo>
                <a:cubicBezTo>
                  <a:pt x="66844" y="165224"/>
                  <a:pt x="64312" y="153749"/>
                  <a:pt x="69722" y="144988"/>
                </a:cubicBezTo>
                <a:lnTo>
                  <a:pt x="70294" y="144036"/>
                </a:lnTo>
                <a:cubicBezTo>
                  <a:pt x="75935" y="135155"/>
                  <a:pt x="87708" y="132528"/>
                  <a:pt x="96588" y="138169"/>
                </a:cubicBezTo>
                <a:cubicBezTo>
                  <a:pt x="105469" y="143810"/>
                  <a:pt x="108096" y="155582"/>
                  <a:pt x="102455" y="164463"/>
                </a:cubicBezTo>
                <a:cubicBezTo>
                  <a:pt x="102342" y="164641"/>
                  <a:pt x="102227" y="164816"/>
                  <a:pt x="102107" y="164991"/>
                </a:cubicBezTo>
                <a:cubicBezTo>
                  <a:pt x="98350" y="170657"/>
                  <a:pt x="91950" y="174001"/>
                  <a:pt x="85153" y="173849"/>
                </a:cubicBezTo>
                <a:close/>
                <a:moveTo>
                  <a:pt x="52196" y="332535"/>
                </a:moveTo>
                <a:cubicBezTo>
                  <a:pt x="48078" y="332502"/>
                  <a:pt x="44089" y="331094"/>
                  <a:pt x="40862" y="328535"/>
                </a:cubicBezTo>
                <a:lnTo>
                  <a:pt x="39909" y="327773"/>
                </a:lnTo>
                <a:cubicBezTo>
                  <a:pt x="31729" y="321144"/>
                  <a:pt x="30471" y="309140"/>
                  <a:pt x="37099" y="300960"/>
                </a:cubicBezTo>
                <a:cubicBezTo>
                  <a:pt x="43728" y="292780"/>
                  <a:pt x="55732" y="291522"/>
                  <a:pt x="63912" y="298150"/>
                </a:cubicBezTo>
                <a:cubicBezTo>
                  <a:pt x="72143" y="304801"/>
                  <a:pt x="73579" y="316796"/>
                  <a:pt x="67151" y="325201"/>
                </a:cubicBezTo>
                <a:cubicBezTo>
                  <a:pt x="63555" y="329811"/>
                  <a:pt x="58043" y="332514"/>
                  <a:pt x="52196" y="332535"/>
                </a:cubicBezTo>
                <a:close/>
                <a:moveTo>
                  <a:pt x="18859" y="276147"/>
                </a:moveTo>
                <a:cubicBezTo>
                  <a:pt x="9704" y="276265"/>
                  <a:pt x="1843" y="269660"/>
                  <a:pt x="380" y="260622"/>
                </a:cubicBezTo>
                <a:cubicBezTo>
                  <a:pt x="335" y="260242"/>
                  <a:pt x="335" y="259859"/>
                  <a:pt x="380" y="259479"/>
                </a:cubicBezTo>
                <a:cubicBezTo>
                  <a:pt x="-1702" y="249166"/>
                  <a:pt x="4972" y="239118"/>
                  <a:pt x="15284" y="237036"/>
                </a:cubicBezTo>
                <a:cubicBezTo>
                  <a:pt x="25598" y="234955"/>
                  <a:pt x="35646" y="241627"/>
                  <a:pt x="37727" y="251940"/>
                </a:cubicBezTo>
                <a:cubicBezTo>
                  <a:pt x="37849" y="252543"/>
                  <a:pt x="37941" y="253152"/>
                  <a:pt x="38004" y="253764"/>
                </a:cubicBezTo>
                <a:cubicBezTo>
                  <a:pt x="39823" y="264126"/>
                  <a:pt x="32897" y="274001"/>
                  <a:pt x="22535" y="275820"/>
                </a:cubicBezTo>
                <a:cubicBezTo>
                  <a:pt x="22453" y="275834"/>
                  <a:pt x="22370" y="275848"/>
                  <a:pt x="22288" y="275862"/>
                </a:cubicBezTo>
                <a:close/>
                <a:moveTo>
                  <a:pt x="32289" y="212235"/>
                </a:moveTo>
                <a:cubicBezTo>
                  <a:pt x="28681" y="212236"/>
                  <a:pt x="25146" y="211212"/>
                  <a:pt x="22097" y="209282"/>
                </a:cubicBezTo>
                <a:cubicBezTo>
                  <a:pt x="13470" y="203640"/>
                  <a:pt x="10895" y="192160"/>
                  <a:pt x="16287" y="183374"/>
                </a:cubicBezTo>
                <a:cubicBezTo>
                  <a:pt x="16287" y="183374"/>
                  <a:pt x="16859" y="182421"/>
                  <a:pt x="16954" y="182421"/>
                </a:cubicBezTo>
                <a:cubicBezTo>
                  <a:pt x="22156" y="173276"/>
                  <a:pt x="33786" y="170079"/>
                  <a:pt x="42932" y="175280"/>
                </a:cubicBezTo>
                <a:cubicBezTo>
                  <a:pt x="52076" y="180481"/>
                  <a:pt x="55274" y="192112"/>
                  <a:pt x="50072" y="201257"/>
                </a:cubicBezTo>
                <a:cubicBezTo>
                  <a:pt x="49653" y="201994"/>
                  <a:pt x="49186" y="202702"/>
                  <a:pt x="48672" y="203376"/>
                </a:cubicBezTo>
                <a:cubicBezTo>
                  <a:pt x="45062" y="208911"/>
                  <a:pt x="38898" y="212244"/>
                  <a:pt x="32289" y="212235"/>
                </a:cubicBezTo>
                <a:close/>
                <a:moveTo>
                  <a:pt x="98964" y="112413"/>
                </a:moveTo>
                <a:cubicBezTo>
                  <a:pt x="88445" y="112234"/>
                  <a:pt x="80062" y="103561"/>
                  <a:pt x="80241" y="93041"/>
                </a:cubicBezTo>
                <a:cubicBezTo>
                  <a:pt x="80286" y="90458"/>
                  <a:pt x="80854" y="87910"/>
                  <a:pt x="81914" y="85552"/>
                </a:cubicBezTo>
                <a:lnTo>
                  <a:pt x="81914" y="84504"/>
                </a:lnTo>
                <a:cubicBezTo>
                  <a:pt x="86596" y="75009"/>
                  <a:pt x="98089" y="71107"/>
                  <a:pt x="107584" y="75789"/>
                </a:cubicBezTo>
                <a:cubicBezTo>
                  <a:pt x="117080" y="80471"/>
                  <a:pt x="120981" y="91963"/>
                  <a:pt x="116300" y="101459"/>
                </a:cubicBezTo>
                <a:cubicBezTo>
                  <a:pt x="112993" y="108124"/>
                  <a:pt x="106215" y="112361"/>
                  <a:pt x="98774" y="112413"/>
                </a:cubicBezTo>
                <a:close/>
                <a:moveTo>
                  <a:pt x="314705" y="73646"/>
                </a:moveTo>
                <a:cubicBezTo>
                  <a:pt x="309801" y="73626"/>
                  <a:pt x="305093" y="71716"/>
                  <a:pt x="301561" y="68312"/>
                </a:cubicBezTo>
                <a:cubicBezTo>
                  <a:pt x="293806" y="61201"/>
                  <a:pt x="293284" y="49151"/>
                  <a:pt x="300393" y="41396"/>
                </a:cubicBezTo>
                <a:cubicBezTo>
                  <a:pt x="300465" y="41319"/>
                  <a:pt x="300536" y="41242"/>
                  <a:pt x="300608" y="41166"/>
                </a:cubicBezTo>
                <a:cubicBezTo>
                  <a:pt x="307680" y="33701"/>
                  <a:pt x="319399" y="33195"/>
                  <a:pt x="327088" y="40023"/>
                </a:cubicBezTo>
                <a:lnTo>
                  <a:pt x="327945" y="40785"/>
                </a:lnTo>
                <a:cubicBezTo>
                  <a:pt x="335573" y="48030"/>
                  <a:pt x="335882" y="60089"/>
                  <a:pt x="328637" y="67717"/>
                </a:cubicBezTo>
                <a:cubicBezTo>
                  <a:pt x="325012" y="71532"/>
                  <a:pt x="319969" y="73679"/>
                  <a:pt x="314705" y="73646"/>
                </a:cubicBezTo>
                <a:close/>
                <a:moveTo>
                  <a:pt x="138969" y="63359"/>
                </a:moveTo>
                <a:cubicBezTo>
                  <a:pt x="128449" y="63286"/>
                  <a:pt x="119979" y="54698"/>
                  <a:pt x="120052" y="44177"/>
                </a:cubicBezTo>
                <a:cubicBezTo>
                  <a:pt x="120091" y="38499"/>
                  <a:pt x="122661" y="33134"/>
                  <a:pt x="127063" y="29545"/>
                </a:cubicBezTo>
                <a:lnTo>
                  <a:pt x="127825" y="29545"/>
                </a:lnTo>
                <a:cubicBezTo>
                  <a:pt x="135819" y="22705"/>
                  <a:pt x="147845" y="23641"/>
                  <a:pt x="154685" y="31634"/>
                </a:cubicBezTo>
                <a:cubicBezTo>
                  <a:pt x="161524" y="39628"/>
                  <a:pt x="160589" y="51654"/>
                  <a:pt x="152596" y="58494"/>
                </a:cubicBezTo>
                <a:cubicBezTo>
                  <a:pt x="152077" y="58938"/>
                  <a:pt x="151535" y="59354"/>
                  <a:pt x="150971" y="59739"/>
                </a:cubicBezTo>
                <a:cubicBezTo>
                  <a:pt x="147493" y="62265"/>
                  <a:pt x="143263" y="63541"/>
                  <a:pt x="138969" y="63359"/>
                </a:cubicBezTo>
                <a:close/>
                <a:moveTo>
                  <a:pt x="260127" y="41547"/>
                </a:moveTo>
                <a:cubicBezTo>
                  <a:pt x="258159" y="41542"/>
                  <a:pt x="256203" y="41253"/>
                  <a:pt x="254317" y="40689"/>
                </a:cubicBezTo>
                <a:cubicBezTo>
                  <a:pt x="244286" y="37490"/>
                  <a:pt x="238598" y="26914"/>
                  <a:pt x="241458" y="16782"/>
                </a:cubicBezTo>
                <a:cubicBezTo>
                  <a:pt x="244447" y="6958"/>
                  <a:pt x="254684" y="1270"/>
                  <a:pt x="264604" y="3923"/>
                </a:cubicBezTo>
                <a:lnTo>
                  <a:pt x="266033" y="3923"/>
                </a:lnTo>
                <a:cubicBezTo>
                  <a:pt x="276027" y="7208"/>
                  <a:pt x="281467" y="17973"/>
                  <a:pt x="278182" y="27969"/>
                </a:cubicBezTo>
                <a:cubicBezTo>
                  <a:pt x="275618" y="35772"/>
                  <a:pt x="268341" y="41052"/>
                  <a:pt x="260127" y="41070"/>
                </a:cubicBezTo>
                <a:close/>
                <a:moveTo>
                  <a:pt x="197072" y="37927"/>
                </a:moveTo>
                <a:cubicBezTo>
                  <a:pt x="187786" y="38087"/>
                  <a:pt x="179738" y="31528"/>
                  <a:pt x="178022" y="22401"/>
                </a:cubicBezTo>
                <a:cubicBezTo>
                  <a:pt x="176143" y="12252"/>
                  <a:pt x="182690" y="2453"/>
                  <a:pt x="192785" y="303"/>
                </a:cubicBezTo>
                <a:lnTo>
                  <a:pt x="193928" y="303"/>
                </a:lnTo>
                <a:cubicBezTo>
                  <a:pt x="204284" y="-1557"/>
                  <a:pt x="214186" y="5331"/>
                  <a:pt x="216046" y="15686"/>
                </a:cubicBezTo>
                <a:cubicBezTo>
                  <a:pt x="217906" y="26041"/>
                  <a:pt x="211018" y="35944"/>
                  <a:pt x="200664" y="37803"/>
                </a:cubicBezTo>
                <a:cubicBezTo>
                  <a:pt x="200609" y="37813"/>
                  <a:pt x="200555" y="37822"/>
                  <a:pt x="200501" y="37832"/>
                </a:cubicBezTo>
                <a:cubicBezTo>
                  <a:pt x="199368" y="38027"/>
                  <a:pt x="198221" y="38122"/>
                  <a:pt x="197072" y="38118"/>
                </a:cubicBezTo>
                <a:close/>
                <a:moveTo>
                  <a:pt x="350519" y="126319"/>
                </a:moveTo>
                <a:cubicBezTo>
                  <a:pt x="360905" y="125313"/>
                  <a:pt x="368547" y="116141"/>
                  <a:pt x="367665" y="105745"/>
                </a:cubicBezTo>
                <a:cubicBezTo>
                  <a:pt x="367376" y="102008"/>
                  <a:pt x="365946" y="98451"/>
                  <a:pt x="363569" y="95553"/>
                </a:cubicBezTo>
                <a:cubicBezTo>
                  <a:pt x="358490" y="88924"/>
                  <a:pt x="349686" y="86376"/>
                  <a:pt x="341852" y="89267"/>
                </a:cubicBezTo>
                <a:cubicBezTo>
                  <a:pt x="331964" y="92862"/>
                  <a:pt x="326862" y="103792"/>
                  <a:pt x="330457" y="113679"/>
                </a:cubicBezTo>
                <a:cubicBezTo>
                  <a:pt x="330477" y="113734"/>
                  <a:pt x="330497" y="113787"/>
                  <a:pt x="330517" y="113841"/>
                </a:cubicBezTo>
                <a:cubicBezTo>
                  <a:pt x="333451" y="121421"/>
                  <a:pt x="340773" y="126392"/>
                  <a:pt x="348900" y="12631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A89D3B4-3650-A96B-C9D5-B85CA7BC32EC}"/>
              </a:ext>
            </a:extLst>
          </p:cNvPr>
          <p:cNvSpPr/>
          <p:nvPr/>
        </p:nvSpPr>
        <p:spPr>
          <a:xfrm rot="5400000">
            <a:off x="5741243" y="1540935"/>
            <a:ext cx="261592" cy="123134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5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EBAC74F-0D82-10B0-7655-51C298CF9DFF}"/>
              </a:ext>
            </a:extLst>
          </p:cNvPr>
          <p:cNvGrpSpPr/>
          <p:nvPr/>
        </p:nvGrpSpPr>
        <p:grpSpPr>
          <a:xfrm>
            <a:off x="2687437" y="4810677"/>
            <a:ext cx="314713" cy="314713"/>
            <a:chOff x="5806912" y="3810931"/>
            <a:chExt cx="829762" cy="829762"/>
          </a:xfrm>
        </p:grpSpPr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A57446E-76B0-CCEF-1A86-57C2438979A2}"/>
                </a:ext>
              </a:extLst>
            </p:cNvPr>
            <p:cNvSpPr/>
            <p:nvPr/>
          </p:nvSpPr>
          <p:spPr>
            <a:xfrm>
              <a:off x="5806912" y="3810931"/>
              <a:ext cx="829762" cy="82976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" name="Google Shape;388;p11">
              <a:extLst>
                <a:ext uri="{FF2B5EF4-FFF2-40B4-BE49-F238E27FC236}">
                  <a16:creationId xmlns:a16="http://schemas.microsoft.com/office/drawing/2014/main" id="{4AAFE086-6C65-9081-3E4E-82DC2C8EA9A3}"/>
                </a:ext>
              </a:extLst>
            </p:cNvPr>
            <p:cNvSpPr/>
            <p:nvPr/>
          </p:nvSpPr>
          <p:spPr>
            <a:xfrm>
              <a:off x="5944211" y="3948230"/>
              <a:ext cx="555161" cy="555161"/>
            </a:xfrm>
            <a:custGeom>
              <a:avLst/>
              <a:gdLst/>
              <a:ahLst/>
              <a:cxnLst/>
              <a:rect l="l" t="t" r="r" b="b"/>
              <a:pathLst>
                <a:path w="644842" h="644842" extrusionOk="0">
                  <a:moveTo>
                    <a:pt x="322421" y="0"/>
                  </a:moveTo>
                  <a:cubicBezTo>
                    <a:pt x="144590" y="0"/>
                    <a:pt x="0" y="144590"/>
                    <a:pt x="0" y="322421"/>
                  </a:cubicBezTo>
                  <a:cubicBezTo>
                    <a:pt x="0" y="500253"/>
                    <a:pt x="144590" y="644843"/>
                    <a:pt x="322421" y="644843"/>
                  </a:cubicBezTo>
                  <a:cubicBezTo>
                    <a:pt x="500253" y="644843"/>
                    <a:pt x="644843" y="500253"/>
                    <a:pt x="644843" y="322421"/>
                  </a:cubicBezTo>
                  <a:cubicBezTo>
                    <a:pt x="644843" y="144590"/>
                    <a:pt x="500158" y="0"/>
                    <a:pt x="322421" y="0"/>
                  </a:cubicBezTo>
                  <a:close/>
                  <a:moveTo>
                    <a:pt x="322421" y="616172"/>
                  </a:moveTo>
                  <a:cubicBezTo>
                    <a:pt x="160401" y="616172"/>
                    <a:pt x="28575" y="484346"/>
                    <a:pt x="28575" y="322326"/>
                  </a:cubicBezTo>
                  <a:cubicBezTo>
                    <a:pt x="28575" y="160306"/>
                    <a:pt x="160401" y="28575"/>
                    <a:pt x="322421" y="28575"/>
                  </a:cubicBezTo>
                  <a:cubicBezTo>
                    <a:pt x="484442" y="28575"/>
                    <a:pt x="616268" y="160401"/>
                    <a:pt x="616268" y="322421"/>
                  </a:cubicBezTo>
                  <a:cubicBezTo>
                    <a:pt x="616268" y="484442"/>
                    <a:pt x="484442" y="616268"/>
                    <a:pt x="322421" y="616268"/>
                  </a:cubicBezTo>
                  <a:close/>
                  <a:moveTo>
                    <a:pt x="126873" y="322421"/>
                  </a:moveTo>
                  <a:cubicBezTo>
                    <a:pt x="126873" y="332899"/>
                    <a:pt x="118301" y="341471"/>
                    <a:pt x="107823" y="341471"/>
                  </a:cubicBezTo>
                  <a:cubicBezTo>
                    <a:pt x="97346" y="341471"/>
                    <a:pt x="88583" y="332899"/>
                    <a:pt x="88583" y="322421"/>
                  </a:cubicBezTo>
                  <a:cubicBezTo>
                    <a:pt x="88583" y="311944"/>
                    <a:pt x="96869" y="303371"/>
                    <a:pt x="107442" y="303371"/>
                  </a:cubicBezTo>
                  <a:lnTo>
                    <a:pt x="107918" y="303371"/>
                  </a:lnTo>
                  <a:cubicBezTo>
                    <a:pt x="118396" y="303371"/>
                    <a:pt x="126968" y="311944"/>
                    <a:pt x="126968" y="322421"/>
                  </a:cubicBezTo>
                  <a:close/>
                  <a:moveTo>
                    <a:pt x="190500" y="322421"/>
                  </a:moveTo>
                  <a:cubicBezTo>
                    <a:pt x="190500" y="332899"/>
                    <a:pt x="181928" y="341471"/>
                    <a:pt x="171450" y="341471"/>
                  </a:cubicBezTo>
                  <a:cubicBezTo>
                    <a:pt x="160973" y="341471"/>
                    <a:pt x="152210" y="332899"/>
                    <a:pt x="152210" y="322421"/>
                  </a:cubicBezTo>
                  <a:cubicBezTo>
                    <a:pt x="152210" y="311944"/>
                    <a:pt x="160496" y="303371"/>
                    <a:pt x="170974" y="303371"/>
                  </a:cubicBezTo>
                  <a:lnTo>
                    <a:pt x="171450" y="303371"/>
                  </a:lnTo>
                  <a:cubicBezTo>
                    <a:pt x="181928" y="303371"/>
                    <a:pt x="190500" y="311944"/>
                    <a:pt x="190500" y="322421"/>
                  </a:cubicBezTo>
                  <a:close/>
                  <a:moveTo>
                    <a:pt x="271558" y="332518"/>
                  </a:moveTo>
                  <a:lnTo>
                    <a:pt x="212312" y="391763"/>
                  </a:lnTo>
                  <a:cubicBezTo>
                    <a:pt x="209550" y="394525"/>
                    <a:pt x="205835" y="395954"/>
                    <a:pt x="202216" y="395954"/>
                  </a:cubicBezTo>
                  <a:cubicBezTo>
                    <a:pt x="198596" y="395954"/>
                    <a:pt x="194881" y="394525"/>
                    <a:pt x="192119" y="391763"/>
                  </a:cubicBezTo>
                  <a:cubicBezTo>
                    <a:pt x="186500" y="386144"/>
                    <a:pt x="186500" y="377095"/>
                    <a:pt x="192119" y="371570"/>
                  </a:cubicBezTo>
                  <a:lnTo>
                    <a:pt x="241268" y="322421"/>
                  </a:lnTo>
                  <a:lnTo>
                    <a:pt x="192119" y="273272"/>
                  </a:lnTo>
                  <a:cubicBezTo>
                    <a:pt x="186500" y="267653"/>
                    <a:pt x="186500" y="258604"/>
                    <a:pt x="192119" y="253079"/>
                  </a:cubicBezTo>
                  <a:cubicBezTo>
                    <a:pt x="197739" y="247460"/>
                    <a:pt x="206788" y="247460"/>
                    <a:pt x="212312" y="253079"/>
                  </a:cubicBezTo>
                  <a:lnTo>
                    <a:pt x="271558" y="312325"/>
                  </a:lnTo>
                  <a:cubicBezTo>
                    <a:pt x="277178" y="317945"/>
                    <a:pt x="277178" y="326993"/>
                    <a:pt x="271558" y="332518"/>
                  </a:cubicBezTo>
                  <a:close/>
                  <a:moveTo>
                    <a:pt x="556260" y="322421"/>
                  </a:moveTo>
                  <a:cubicBezTo>
                    <a:pt x="556260" y="332899"/>
                    <a:pt x="547973" y="341471"/>
                    <a:pt x="537401" y="341471"/>
                  </a:cubicBezTo>
                  <a:lnTo>
                    <a:pt x="536924" y="341471"/>
                  </a:lnTo>
                  <a:cubicBezTo>
                    <a:pt x="526447" y="341471"/>
                    <a:pt x="517874" y="332899"/>
                    <a:pt x="517874" y="322421"/>
                  </a:cubicBezTo>
                  <a:cubicBezTo>
                    <a:pt x="517874" y="311944"/>
                    <a:pt x="526447" y="303371"/>
                    <a:pt x="536924" y="303371"/>
                  </a:cubicBezTo>
                  <a:cubicBezTo>
                    <a:pt x="547402" y="303371"/>
                    <a:pt x="556165" y="311944"/>
                    <a:pt x="556165" y="322421"/>
                  </a:cubicBezTo>
                  <a:close/>
                  <a:moveTo>
                    <a:pt x="492633" y="322421"/>
                  </a:moveTo>
                  <a:cubicBezTo>
                    <a:pt x="492633" y="332899"/>
                    <a:pt x="484346" y="341471"/>
                    <a:pt x="473869" y="341471"/>
                  </a:cubicBezTo>
                  <a:lnTo>
                    <a:pt x="473393" y="341471"/>
                  </a:lnTo>
                  <a:cubicBezTo>
                    <a:pt x="462915" y="341471"/>
                    <a:pt x="454343" y="332899"/>
                    <a:pt x="454343" y="322421"/>
                  </a:cubicBezTo>
                  <a:cubicBezTo>
                    <a:pt x="454343" y="311944"/>
                    <a:pt x="462915" y="303371"/>
                    <a:pt x="473393" y="303371"/>
                  </a:cubicBezTo>
                  <a:cubicBezTo>
                    <a:pt x="483870" y="303371"/>
                    <a:pt x="492633" y="311944"/>
                    <a:pt x="492633" y="322421"/>
                  </a:cubicBezTo>
                  <a:close/>
                  <a:moveTo>
                    <a:pt x="452723" y="371570"/>
                  </a:moveTo>
                  <a:cubicBezTo>
                    <a:pt x="458343" y="377190"/>
                    <a:pt x="458343" y="386239"/>
                    <a:pt x="452723" y="391763"/>
                  </a:cubicBezTo>
                  <a:cubicBezTo>
                    <a:pt x="449961" y="394525"/>
                    <a:pt x="446246" y="395954"/>
                    <a:pt x="442627" y="395954"/>
                  </a:cubicBezTo>
                  <a:cubicBezTo>
                    <a:pt x="439007" y="395954"/>
                    <a:pt x="435293" y="394525"/>
                    <a:pt x="432530" y="391763"/>
                  </a:cubicBezTo>
                  <a:lnTo>
                    <a:pt x="373285" y="332518"/>
                  </a:lnTo>
                  <a:cubicBezTo>
                    <a:pt x="367665" y="326898"/>
                    <a:pt x="367665" y="317849"/>
                    <a:pt x="373285" y="312325"/>
                  </a:cubicBezTo>
                  <a:lnTo>
                    <a:pt x="432530" y="253079"/>
                  </a:lnTo>
                  <a:cubicBezTo>
                    <a:pt x="438150" y="247460"/>
                    <a:pt x="447199" y="247460"/>
                    <a:pt x="452723" y="253079"/>
                  </a:cubicBezTo>
                  <a:cubicBezTo>
                    <a:pt x="458343" y="258699"/>
                    <a:pt x="458343" y="267748"/>
                    <a:pt x="452723" y="273272"/>
                  </a:cubicBezTo>
                  <a:lnTo>
                    <a:pt x="403574" y="322421"/>
                  </a:lnTo>
                  <a:lnTo>
                    <a:pt x="452723" y="371570"/>
                  </a:lnTo>
                  <a:close/>
                  <a:moveTo>
                    <a:pt x="341471" y="260985"/>
                  </a:moveTo>
                  <a:cubicBezTo>
                    <a:pt x="341471" y="271463"/>
                    <a:pt x="332899" y="280226"/>
                    <a:pt x="322421" y="280226"/>
                  </a:cubicBezTo>
                  <a:cubicBezTo>
                    <a:pt x="311944" y="280226"/>
                    <a:pt x="303371" y="271939"/>
                    <a:pt x="303371" y="261366"/>
                  </a:cubicBezTo>
                  <a:lnTo>
                    <a:pt x="303371" y="260890"/>
                  </a:lnTo>
                  <a:cubicBezTo>
                    <a:pt x="303371" y="250412"/>
                    <a:pt x="311944" y="241840"/>
                    <a:pt x="322421" y="241840"/>
                  </a:cubicBezTo>
                  <a:cubicBezTo>
                    <a:pt x="332899" y="241840"/>
                    <a:pt x="341471" y="250412"/>
                    <a:pt x="341471" y="260890"/>
                  </a:cubicBezTo>
                  <a:close/>
                  <a:moveTo>
                    <a:pt x="341471" y="197358"/>
                  </a:moveTo>
                  <a:cubicBezTo>
                    <a:pt x="341471" y="207836"/>
                    <a:pt x="332899" y="216599"/>
                    <a:pt x="322421" y="216599"/>
                  </a:cubicBezTo>
                  <a:cubicBezTo>
                    <a:pt x="311944" y="216599"/>
                    <a:pt x="303371" y="208312"/>
                    <a:pt x="303371" y="197834"/>
                  </a:cubicBezTo>
                  <a:lnTo>
                    <a:pt x="303371" y="197358"/>
                  </a:lnTo>
                  <a:cubicBezTo>
                    <a:pt x="303371" y="186881"/>
                    <a:pt x="311944" y="178308"/>
                    <a:pt x="322421" y="178308"/>
                  </a:cubicBezTo>
                  <a:cubicBezTo>
                    <a:pt x="332899" y="178308"/>
                    <a:pt x="341471" y="186881"/>
                    <a:pt x="341471" y="197358"/>
                  </a:cubicBezTo>
                  <a:close/>
                  <a:moveTo>
                    <a:pt x="253079" y="176784"/>
                  </a:moveTo>
                  <a:cubicBezTo>
                    <a:pt x="247460" y="171164"/>
                    <a:pt x="247460" y="162116"/>
                    <a:pt x="253079" y="156591"/>
                  </a:cubicBezTo>
                  <a:lnTo>
                    <a:pt x="312325" y="97346"/>
                  </a:lnTo>
                  <a:cubicBezTo>
                    <a:pt x="317945" y="91726"/>
                    <a:pt x="326993" y="91726"/>
                    <a:pt x="332518" y="97346"/>
                  </a:cubicBezTo>
                  <a:lnTo>
                    <a:pt x="391763" y="156591"/>
                  </a:lnTo>
                  <a:cubicBezTo>
                    <a:pt x="397383" y="162211"/>
                    <a:pt x="397383" y="171260"/>
                    <a:pt x="391763" y="176784"/>
                  </a:cubicBezTo>
                  <a:cubicBezTo>
                    <a:pt x="389001" y="179546"/>
                    <a:pt x="385286" y="180975"/>
                    <a:pt x="381667" y="180975"/>
                  </a:cubicBezTo>
                  <a:cubicBezTo>
                    <a:pt x="378047" y="180975"/>
                    <a:pt x="374333" y="179546"/>
                    <a:pt x="371570" y="176784"/>
                  </a:cubicBezTo>
                  <a:lnTo>
                    <a:pt x="322421" y="127635"/>
                  </a:lnTo>
                  <a:lnTo>
                    <a:pt x="273272" y="176784"/>
                  </a:lnTo>
                  <a:cubicBezTo>
                    <a:pt x="267653" y="182404"/>
                    <a:pt x="258604" y="182404"/>
                    <a:pt x="253079" y="176784"/>
                  </a:cubicBezTo>
                  <a:close/>
                  <a:moveTo>
                    <a:pt x="341471" y="383858"/>
                  </a:moveTo>
                  <a:cubicBezTo>
                    <a:pt x="341471" y="394335"/>
                    <a:pt x="332899" y="402908"/>
                    <a:pt x="322421" y="402908"/>
                  </a:cubicBezTo>
                  <a:cubicBezTo>
                    <a:pt x="311944" y="402908"/>
                    <a:pt x="303371" y="394335"/>
                    <a:pt x="303371" y="383858"/>
                  </a:cubicBezTo>
                  <a:cubicBezTo>
                    <a:pt x="303371" y="373380"/>
                    <a:pt x="311944" y="364617"/>
                    <a:pt x="322421" y="364617"/>
                  </a:cubicBezTo>
                  <a:cubicBezTo>
                    <a:pt x="332899" y="364617"/>
                    <a:pt x="341471" y="372904"/>
                    <a:pt x="341471" y="383476"/>
                  </a:cubicBezTo>
                  <a:lnTo>
                    <a:pt x="341471" y="383953"/>
                  </a:lnTo>
                  <a:close/>
                  <a:moveTo>
                    <a:pt x="341471" y="446913"/>
                  </a:moveTo>
                  <a:lnTo>
                    <a:pt x="341471" y="447389"/>
                  </a:lnTo>
                  <a:cubicBezTo>
                    <a:pt x="341471" y="457867"/>
                    <a:pt x="332899" y="466439"/>
                    <a:pt x="322421" y="466439"/>
                  </a:cubicBezTo>
                  <a:cubicBezTo>
                    <a:pt x="311944" y="466439"/>
                    <a:pt x="303371" y="457867"/>
                    <a:pt x="303371" y="447389"/>
                  </a:cubicBezTo>
                  <a:cubicBezTo>
                    <a:pt x="303371" y="436912"/>
                    <a:pt x="311944" y="428149"/>
                    <a:pt x="322421" y="428149"/>
                  </a:cubicBezTo>
                  <a:cubicBezTo>
                    <a:pt x="332899" y="428149"/>
                    <a:pt x="341471" y="436436"/>
                    <a:pt x="341471" y="446913"/>
                  </a:cubicBezTo>
                  <a:close/>
                  <a:moveTo>
                    <a:pt x="391763" y="467963"/>
                  </a:moveTo>
                  <a:cubicBezTo>
                    <a:pt x="397383" y="473583"/>
                    <a:pt x="397383" y="482632"/>
                    <a:pt x="391763" y="488156"/>
                  </a:cubicBezTo>
                  <a:lnTo>
                    <a:pt x="332518" y="547402"/>
                  </a:lnTo>
                  <a:cubicBezTo>
                    <a:pt x="329756" y="550164"/>
                    <a:pt x="326041" y="551593"/>
                    <a:pt x="322421" y="551593"/>
                  </a:cubicBezTo>
                  <a:cubicBezTo>
                    <a:pt x="318802" y="551593"/>
                    <a:pt x="315087" y="550164"/>
                    <a:pt x="312325" y="547402"/>
                  </a:cubicBezTo>
                  <a:lnTo>
                    <a:pt x="253079" y="488156"/>
                  </a:lnTo>
                  <a:cubicBezTo>
                    <a:pt x="247460" y="482537"/>
                    <a:pt x="247460" y="473488"/>
                    <a:pt x="253079" y="467963"/>
                  </a:cubicBezTo>
                  <a:cubicBezTo>
                    <a:pt x="258699" y="462344"/>
                    <a:pt x="267748" y="462344"/>
                    <a:pt x="273272" y="467963"/>
                  </a:cubicBezTo>
                  <a:lnTo>
                    <a:pt x="322421" y="517112"/>
                  </a:lnTo>
                  <a:lnTo>
                    <a:pt x="371570" y="467963"/>
                  </a:lnTo>
                  <a:cubicBezTo>
                    <a:pt x="377190" y="462344"/>
                    <a:pt x="386239" y="462344"/>
                    <a:pt x="391763" y="4679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182814" tIns="91382" rIns="182814" bIns="9138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642D1426-DE1B-044A-F3D3-70F9A29D53E8}"/>
              </a:ext>
            </a:extLst>
          </p:cNvPr>
          <p:cNvGrpSpPr/>
          <p:nvPr/>
        </p:nvGrpSpPr>
        <p:grpSpPr>
          <a:xfrm>
            <a:off x="2683040" y="2783970"/>
            <a:ext cx="314713" cy="314713"/>
            <a:chOff x="5806912" y="3810931"/>
            <a:chExt cx="829762" cy="829762"/>
          </a:xfrm>
        </p:grpSpPr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DCC48EF5-0F3F-5E62-B7D0-0D89D1BE5C04}"/>
                </a:ext>
              </a:extLst>
            </p:cNvPr>
            <p:cNvSpPr/>
            <p:nvPr/>
          </p:nvSpPr>
          <p:spPr>
            <a:xfrm>
              <a:off x="5806912" y="3810931"/>
              <a:ext cx="829762" cy="82976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9" name="Google Shape;388;p11">
              <a:extLst>
                <a:ext uri="{FF2B5EF4-FFF2-40B4-BE49-F238E27FC236}">
                  <a16:creationId xmlns:a16="http://schemas.microsoft.com/office/drawing/2014/main" id="{5A9EB8FA-EB4F-A95D-860D-9759AC56B258}"/>
                </a:ext>
              </a:extLst>
            </p:cNvPr>
            <p:cNvSpPr/>
            <p:nvPr/>
          </p:nvSpPr>
          <p:spPr>
            <a:xfrm>
              <a:off x="5949286" y="3942664"/>
              <a:ext cx="555162" cy="555162"/>
            </a:xfrm>
            <a:custGeom>
              <a:avLst/>
              <a:gdLst/>
              <a:ahLst/>
              <a:cxnLst/>
              <a:rect l="l" t="t" r="r" b="b"/>
              <a:pathLst>
                <a:path w="644842" h="644842" extrusionOk="0">
                  <a:moveTo>
                    <a:pt x="322421" y="0"/>
                  </a:moveTo>
                  <a:cubicBezTo>
                    <a:pt x="144590" y="0"/>
                    <a:pt x="0" y="144590"/>
                    <a:pt x="0" y="322421"/>
                  </a:cubicBezTo>
                  <a:cubicBezTo>
                    <a:pt x="0" y="500253"/>
                    <a:pt x="144590" y="644843"/>
                    <a:pt x="322421" y="644843"/>
                  </a:cubicBezTo>
                  <a:cubicBezTo>
                    <a:pt x="500253" y="644843"/>
                    <a:pt x="644843" y="500253"/>
                    <a:pt x="644843" y="322421"/>
                  </a:cubicBezTo>
                  <a:cubicBezTo>
                    <a:pt x="644843" y="144590"/>
                    <a:pt x="500158" y="0"/>
                    <a:pt x="322421" y="0"/>
                  </a:cubicBezTo>
                  <a:close/>
                  <a:moveTo>
                    <a:pt x="322421" y="616172"/>
                  </a:moveTo>
                  <a:cubicBezTo>
                    <a:pt x="160401" y="616172"/>
                    <a:pt x="28575" y="484346"/>
                    <a:pt x="28575" y="322326"/>
                  </a:cubicBezTo>
                  <a:cubicBezTo>
                    <a:pt x="28575" y="160306"/>
                    <a:pt x="160401" y="28575"/>
                    <a:pt x="322421" y="28575"/>
                  </a:cubicBezTo>
                  <a:cubicBezTo>
                    <a:pt x="484442" y="28575"/>
                    <a:pt x="616268" y="160401"/>
                    <a:pt x="616268" y="322421"/>
                  </a:cubicBezTo>
                  <a:cubicBezTo>
                    <a:pt x="616268" y="484442"/>
                    <a:pt x="484442" y="616268"/>
                    <a:pt x="322421" y="616268"/>
                  </a:cubicBezTo>
                  <a:close/>
                  <a:moveTo>
                    <a:pt x="126873" y="322421"/>
                  </a:moveTo>
                  <a:cubicBezTo>
                    <a:pt x="126873" y="332899"/>
                    <a:pt x="118301" y="341471"/>
                    <a:pt x="107823" y="341471"/>
                  </a:cubicBezTo>
                  <a:cubicBezTo>
                    <a:pt x="97346" y="341471"/>
                    <a:pt x="88583" y="332899"/>
                    <a:pt x="88583" y="322421"/>
                  </a:cubicBezTo>
                  <a:cubicBezTo>
                    <a:pt x="88583" y="311944"/>
                    <a:pt x="96869" y="303371"/>
                    <a:pt x="107442" y="303371"/>
                  </a:cubicBezTo>
                  <a:lnTo>
                    <a:pt x="107918" y="303371"/>
                  </a:lnTo>
                  <a:cubicBezTo>
                    <a:pt x="118396" y="303371"/>
                    <a:pt x="126968" y="311944"/>
                    <a:pt x="126968" y="322421"/>
                  </a:cubicBezTo>
                  <a:close/>
                  <a:moveTo>
                    <a:pt x="190500" y="322421"/>
                  </a:moveTo>
                  <a:cubicBezTo>
                    <a:pt x="190500" y="332899"/>
                    <a:pt x="181928" y="341471"/>
                    <a:pt x="171450" y="341471"/>
                  </a:cubicBezTo>
                  <a:cubicBezTo>
                    <a:pt x="160973" y="341471"/>
                    <a:pt x="152210" y="332899"/>
                    <a:pt x="152210" y="322421"/>
                  </a:cubicBezTo>
                  <a:cubicBezTo>
                    <a:pt x="152210" y="311944"/>
                    <a:pt x="160496" y="303371"/>
                    <a:pt x="170974" y="303371"/>
                  </a:cubicBezTo>
                  <a:lnTo>
                    <a:pt x="171450" y="303371"/>
                  </a:lnTo>
                  <a:cubicBezTo>
                    <a:pt x="181928" y="303371"/>
                    <a:pt x="190500" y="311944"/>
                    <a:pt x="190500" y="322421"/>
                  </a:cubicBezTo>
                  <a:close/>
                  <a:moveTo>
                    <a:pt x="271558" y="332518"/>
                  </a:moveTo>
                  <a:lnTo>
                    <a:pt x="212312" y="391763"/>
                  </a:lnTo>
                  <a:cubicBezTo>
                    <a:pt x="209550" y="394525"/>
                    <a:pt x="205835" y="395954"/>
                    <a:pt x="202216" y="395954"/>
                  </a:cubicBezTo>
                  <a:cubicBezTo>
                    <a:pt x="198596" y="395954"/>
                    <a:pt x="194881" y="394525"/>
                    <a:pt x="192119" y="391763"/>
                  </a:cubicBezTo>
                  <a:cubicBezTo>
                    <a:pt x="186500" y="386144"/>
                    <a:pt x="186500" y="377095"/>
                    <a:pt x="192119" y="371570"/>
                  </a:cubicBezTo>
                  <a:lnTo>
                    <a:pt x="241268" y="322421"/>
                  </a:lnTo>
                  <a:lnTo>
                    <a:pt x="192119" y="273272"/>
                  </a:lnTo>
                  <a:cubicBezTo>
                    <a:pt x="186500" y="267653"/>
                    <a:pt x="186500" y="258604"/>
                    <a:pt x="192119" y="253079"/>
                  </a:cubicBezTo>
                  <a:cubicBezTo>
                    <a:pt x="197739" y="247460"/>
                    <a:pt x="206788" y="247460"/>
                    <a:pt x="212312" y="253079"/>
                  </a:cubicBezTo>
                  <a:lnTo>
                    <a:pt x="271558" y="312325"/>
                  </a:lnTo>
                  <a:cubicBezTo>
                    <a:pt x="277178" y="317945"/>
                    <a:pt x="277178" y="326993"/>
                    <a:pt x="271558" y="332518"/>
                  </a:cubicBezTo>
                  <a:close/>
                  <a:moveTo>
                    <a:pt x="556260" y="322421"/>
                  </a:moveTo>
                  <a:cubicBezTo>
                    <a:pt x="556260" y="332899"/>
                    <a:pt x="547973" y="341471"/>
                    <a:pt x="537401" y="341471"/>
                  </a:cubicBezTo>
                  <a:lnTo>
                    <a:pt x="536924" y="341471"/>
                  </a:lnTo>
                  <a:cubicBezTo>
                    <a:pt x="526447" y="341471"/>
                    <a:pt x="517874" y="332899"/>
                    <a:pt x="517874" y="322421"/>
                  </a:cubicBezTo>
                  <a:cubicBezTo>
                    <a:pt x="517874" y="311944"/>
                    <a:pt x="526447" y="303371"/>
                    <a:pt x="536924" y="303371"/>
                  </a:cubicBezTo>
                  <a:cubicBezTo>
                    <a:pt x="547402" y="303371"/>
                    <a:pt x="556165" y="311944"/>
                    <a:pt x="556165" y="322421"/>
                  </a:cubicBezTo>
                  <a:close/>
                  <a:moveTo>
                    <a:pt x="492633" y="322421"/>
                  </a:moveTo>
                  <a:cubicBezTo>
                    <a:pt x="492633" y="332899"/>
                    <a:pt x="484346" y="341471"/>
                    <a:pt x="473869" y="341471"/>
                  </a:cubicBezTo>
                  <a:lnTo>
                    <a:pt x="473393" y="341471"/>
                  </a:lnTo>
                  <a:cubicBezTo>
                    <a:pt x="462915" y="341471"/>
                    <a:pt x="454343" y="332899"/>
                    <a:pt x="454343" y="322421"/>
                  </a:cubicBezTo>
                  <a:cubicBezTo>
                    <a:pt x="454343" y="311944"/>
                    <a:pt x="462915" y="303371"/>
                    <a:pt x="473393" y="303371"/>
                  </a:cubicBezTo>
                  <a:cubicBezTo>
                    <a:pt x="483870" y="303371"/>
                    <a:pt x="492633" y="311944"/>
                    <a:pt x="492633" y="322421"/>
                  </a:cubicBezTo>
                  <a:close/>
                  <a:moveTo>
                    <a:pt x="452723" y="371570"/>
                  </a:moveTo>
                  <a:cubicBezTo>
                    <a:pt x="458343" y="377190"/>
                    <a:pt x="458343" y="386239"/>
                    <a:pt x="452723" y="391763"/>
                  </a:cubicBezTo>
                  <a:cubicBezTo>
                    <a:pt x="449961" y="394525"/>
                    <a:pt x="446246" y="395954"/>
                    <a:pt x="442627" y="395954"/>
                  </a:cubicBezTo>
                  <a:cubicBezTo>
                    <a:pt x="439007" y="395954"/>
                    <a:pt x="435293" y="394525"/>
                    <a:pt x="432530" y="391763"/>
                  </a:cubicBezTo>
                  <a:lnTo>
                    <a:pt x="373285" y="332518"/>
                  </a:lnTo>
                  <a:cubicBezTo>
                    <a:pt x="367665" y="326898"/>
                    <a:pt x="367665" y="317849"/>
                    <a:pt x="373285" y="312325"/>
                  </a:cubicBezTo>
                  <a:lnTo>
                    <a:pt x="432530" y="253079"/>
                  </a:lnTo>
                  <a:cubicBezTo>
                    <a:pt x="438150" y="247460"/>
                    <a:pt x="447199" y="247460"/>
                    <a:pt x="452723" y="253079"/>
                  </a:cubicBezTo>
                  <a:cubicBezTo>
                    <a:pt x="458343" y="258699"/>
                    <a:pt x="458343" y="267748"/>
                    <a:pt x="452723" y="273272"/>
                  </a:cubicBezTo>
                  <a:lnTo>
                    <a:pt x="403574" y="322421"/>
                  </a:lnTo>
                  <a:lnTo>
                    <a:pt x="452723" y="371570"/>
                  </a:lnTo>
                  <a:close/>
                  <a:moveTo>
                    <a:pt x="341471" y="260985"/>
                  </a:moveTo>
                  <a:cubicBezTo>
                    <a:pt x="341471" y="271463"/>
                    <a:pt x="332899" y="280226"/>
                    <a:pt x="322421" y="280226"/>
                  </a:cubicBezTo>
                  <a:cubicBezTo>
                    <a:pt x="311944" y="280226"/>
                    <a:pt x="303371" y="271939"/>
                    <a:pt x="303371" y="261366"/>
                  </a:cubicBezTo>
                  <a:lnTo>
                    <a:pt x="303371" y="260890"/>
                  </a:lnTo>
                  <a:cubicBezTo>
                    <a:pt x="303371" y="250412"/>
                    <a:pt x="311944" y="241840"/>
                    <a:pt x="322421" y="241840"/>
                  </a:cubicBezTo>
                  <a:cubicBezTo>
                    <a:pt x="332899" y="241840"/>
                    <a:pt x="341471" y="250412"/>
                    <a:pt x="341471" y="260890"/>
                  </a:cubicBezTo>
                  <a:close/>
                  <a:moveTo>
                    <a:pt x="341471" y="197358"/>
                  </a:moveTo>
                  <a:cubicBezTo>
                    <a:pt x="341471" y="207836"/>
                    <a:pt x="332899" y="216599"/>
                    <a:pt x="322421" y="216599"/>
                  </a:cubicBezTo>
                  <a:cubicBezTo>
                    <a:pt x="311944" y="216599"/>
                    <a:pt x="303371" y="208312"/>
                    <a:pt x="303371" y="197834"/>
                  </a:cubicBezTo>
                  <a:lnTo>
                    <a:pt x="303371" y="197358"/>
                  </a:lnTo>
                  <a:cubicBezTo>
                    <a:pt x="303371" y="186881"/>
                    <a:pt x="311944" y="178308"/>
                    <a:pt x="322421" y="178308"/>
                  </a:cubicBezTo>
                  <a:cubicBezTo>
                    <a:pt x="332899" y="178308"/>
                    <a:pt x="341471" y="186881"/>
                    <a:pt x="341471" y="197358"/>
                  </a:cubicBezTo>
                  <a:close/>
                  <a:moveTo>
                    <a:pt x="253079" y="176784"/>
                  </a:moveTo>
                  <a:cubicBezTo>
                    <a:pt x="247460" y="171164"/>
                    <a:pt x="247460" y="162116"/>
                    <a:pt x="253079" y="156591"/>
                  </a:cubicBezTo>
                  <a:lnTo>
                    <a:pt x="312325" y="97346"/>
                  </a:lnTo>
                  <a:cubicBezTo>
                    <a:pt x="317945" y="91726"/>
                    <a:pt x="326993" y="91726"/>
                    <a:pt x="332518" y="97346"/>
                  </a:cubicBezTo>
                  <a:lnTo>
                    <a:pt x="391763" y="156591"/>
                  </a:lnTo>
                  <a:cubicBezTo>
                    <a:pt x="397383" y="162211"/>
                    <a:pt x="397383" y="171260"/>
                    <a:pt x="391763" y="176784"/>
                  </a:cubicBezTo>
                  <a:cubicBezTo>
                    <a:pt x="389001" y="179546"/>
                    <a:pt x="385286" y="180975"/>
                    <a:pt x="381667" y="180975"/>
                  </a:cubicBezTo>
                  <a:cubicBezTo>
                    <a:pt x="378047" y="180975"/>
                    <a:pt x="374333" y="179546"/>
                    <a:pt x="371570" y="176784"/>
                  </a:cubicBezTo>
                  <a:lnTo>
                    <a:pt x="322421" y="127635"/>
                  </a:lnTo>
                  <a:lnTo>
                    <a:pt x="273272" y="176784"/>
                  </a:lnTo>
                  <a:cubicBezTo>
                    <a:pt x="267653" y="182404"/>
                    <a:pt x="258604" y="182404"/>
                    <a:pt x="253079" y="176784"/>
                  </a:cubicBezTo>
                  <a:close/>
                  <a:moveTo>
                    <a:pt x="341471" y="383858"/>
                  </a:moveTo>
                  <a:cubicBezTo>
                    <a:pt x="341471" y="394335"/>
                    <a:pt x="332899" y="402908"/>
                    <a:pt x="322421" y="402908"/>
                  </a:cubicBezTo>
                  <a:cubicBezTo>
                    <a:pt x="311944" y="402908"/>
                    <a:pt x="303371" y="394335"/>
                    <a:pt x="303371" y="383858"/>
                  </a:cubicBezTo>
                  <a:cubicBezTo>
                    <a:pt x="303371" y="373380"/>
                    <a:pt x="311944" y="364617"/>
                    <a:pt x="322421" y="364617"/>
                  </a:cubicBezTo>
                  <a:cubicBezTo>
                    <a:pt x="332899" y="364617"/>
                    <a:pt x="341471" y="372904"/>
                    <a:pt x="341471" y="383476"/>
                  </a:cubicBezTo>
                  <a:lnTo>
                    <a:pt x="341471" y="383953"/>
                  </a:lnTo>
                  <a:close/>
                  <a:moveTo>
                    <a:pt x="341471" y="446913"/>
                  </a:moveTo>
                  <a:lnTo>
                    <a:pt x="341471" y="447389"/>
                  </a:lnTo>
                  <a:cubicBezTo>
                    <a:pt x="341471" y="457867"/>
                    <a:pt x="332899" y="466439"/>
                    <a:pt x="322421" y="466439"/>
                  </a:cubicBezTo>
                  <a:cubicBezTo>
                    <a:pt x="311944" y="466439"/>
                    <a:pt x="303371" y="457867"/>
                    <a:pt x="303371" y="447389"/>
                  </a:cubicBezTo>
                  <a:cubicBezTo>
                    <a:pt x="303371" y="436912"/>
                    <a:pt x="311944" y="428149"/>
                    <a:pt x="322421" y="428149"/>
                  </a:cubicBezTo>
                  <a:cubicBezTo>
                    <a:pt x="332899" y="428149"/>
                    <a:pt x="341471" y="436436"/>
                    <a:pt x="341471" y="446913"/>
                  </a:cubicBezTo>
                  <a:close/>
                  <a:moveTo>
                    <a:pt x="391763" y="467963"/>
                  </a:moveTo>
                  <a:cubicBezTo>
                    <a:pt x="397383" y="473583"/>
                    <a:pt x="397383" y="482632"/>
                    <a:pt x="391763" y="488156"/>
                  </a:cubicBezTo>
                  <a:lnTo>
                    <a:pt x="332518" y="547402"/>
                  </a:lnTo>
                  <a:cubicBezTo>
                    <a:pt x="329756" y="550164"/>
                    <a:pt x="326041" y="551593"/>
                    <a:pt x="322421" y="551593"/>
                  </a:cubicBezTo>
                  <a:cubicBezTo>
                    <a:pt x="318802" y="551593"/>
                    <a:pt x="315087" y="550164"/>
                    <a:pt x="312325" y="547402"/>
                  </a:cubicBezTo>
                  <a:lnTo>
                    <a:pt x="253079" y="488156"/>
                  </a:lnTo>
                  <a:cubicBezTo>
                    <a:pt x="247460" y="482537"/>
                    <a:pt x="247460" y="473488"/>
                    <a:pt x="253079" y="467963"/>
                  </a:cubicBezTo>
                  <a:cubicBezTo>
                    <a:pt x="258699" y="462344"/>
                    <a:pt x="267748" y="462344"/>
                    <a:pt x="273272" y="467963"/>
                  </a:cubicBezTo>
                  <a:lnTo>
                    <a:pt x="322421" y="517112"/>
                  </a:lnTo>
                  <a:lnTo>
                    <a:pt x="371570" y="467963"/>
                  </a:lnTo>
                  <a:cubicBezTo>
                    <a:pt x="377190" y="462344"/>
                    <a:pt x="386239" y="462344"/>
                    <a:pt x="391763" y="4679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182814" tIns="91382" rIns="182814" bIns="9138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2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7D3AAF89-8EA8-0CC0-C788-31964CA17200}"/>
              </a:ext>
            </a:extLst>
          </p:cNvPr>
          <p:cNvGrpSpPr/>
          <p:nvPr/>
        </p:nvGrpSpPr>
        <p:grpSpPr>
          <a:xfrm>
            <a:off x="2688550" y="2297412"/>
            <a:ext cx="295637" cy="295637"/>
            <a:chOff x="5806912" y="3810931"/>
            <a:chExt cx="829762" cy="829762"/>
          </a:xfrm>
        </p:grpSpPr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A6907F2A-27C4-5F4A-A39A-4109E817E1D6}"/>
                </a:ext>
              </a:extLst>
            </p:cNvPr>
            <p:cNvSpPr/>
            <p:nvPr/>
          </p:nvSpPr>
          <p:spPr>
            <a:xfrm>
              <a:off x="5806912" y="3810931"/>
              <a:ext cx="829762" cy="829762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2" name="Google Shape;388;p11">
              <a:extLst>
                <a:ext uri="{FF2B5EF4-FFF2-40B4-BE49-F238E27FC236}">
                  <a16:creationId xmlns:a16="http://schemas.microsoft.com/office/drawing/2014/main" id="{2EAA227C-A208-2619-81AC-5040DC5BEA65}"/>
                </a:ext>
              </a:extLst>
            </p:cNvPr>
            <p:cNvSpPr/>
            <p:nvPr/>
          </p:nvSpPr>
          <p:spPr>
            <a:xfrm>
              <a:off x="5949286" y="3942664"/>
              <a:ext cx="555162" cy="555162"/>
            </a:xfrm>
            <a:custGeom>
              <a:avLst/>
              <a:gdLst/>
              <a:ahLst/>
              <a:cxnLst/>
              <a:rect l="l" t="t" r="r" b="b"/>
              <a:pathLst>
                <a:path w="644842" h="644842" extrusionOk="0">
                  <a:moveTo>
                    <a:pt x="322421" y="0"/>
                  </a:moveTo>
                  <a:cubicBezTo>
                    <a:pt x="144590" y="0"/>
                    <a:pt x="0" y="144590"/>
                    <a:pt x="0" y="322421"/>
                  </a:cubicBezTo>
                  <a:cubicBezTo>
                    <a:pt x="0" y="500253"/>
                    <a:pt x="144590" y="644843"/>
                    <a:pt x="322421" y="644843"/>
                  </a:cubicBezTo>
                  <a:cubicBezTo>
                    <a:pt x="500253" y="644843"/>
                    <a:pt x="644843" y="500253"/>
                    <a:pt x="644843" y="322421"/>
                  </a:cubicBezTo>
                  <a:cubicBezTo>
                    <a:pt x="644843" y="144590"/>
                    <a:pt x="500158" y="0"/>
                    <a:pt x="322421" y="0"/>
                  </a:cubicBezTo>
                  <a:close/>
                  <a:moveTo>
                    <a:pt x="322421" y="616172"/>
                  </a:moveTo>
                  <a:cubicBezTo>
                    <a:pt x="160401" y="616172"/>
                    <a:pt x="28575" y="484346"/>
                    <a:pt x="28575" y="322326"/>
                  </a:cubicBezTo>
                  <a:cubicBezTo>
                    <a:pt x="28575" y="160306"/>
                    <a:pt x="160401" y="28575"/>
                    <a:pt x="322421" y="28575"/>
                  </a:cubicBezTo>
                  <a:cubicBezTo>
                    <a:pt x="484442" y="28575"/>
                    <a:pt x="616268" y="160401"/>
                    <a:pt x="616268" y="322421"/>
                  </a:cubicBezTo>
                  <a:cubicBezTo>
                    <a:pt x="616268" y="484442"/>
                    <a:pt x="484442" y="616268"/>
                    <a:pt x="322421" y="616268"/>
                  </a:cubicBezTo>
                  <a:close/>
                  <a:moveTo>
                    <a:pt x="126873" y="322421"/>
                  </a:moveTo>
                  <a:cubicBezTo>
                    <a:pt x="126873" y="332899"/>
                    <a:pt x="118301" y="341471"/>
                    <a:pt x="107823" y="341471"/>
                  </a:cubicBezTo>
                  <a:cubicBezTo>
                    <a:pt x="97346" y="341471"/>
                    <a:pt x="88583" y="332899"/>
                    <a:pt x="88583" y="322421"/>
                  </a:cubicBezTo>
                  <a:cubicBezTo>
                    <a:pt x="88583" y="311944"/>
                    <a:pt x="96869" y="303371"/>
                    <a:pt x="107442" y="303371"/>
                  </a:cubicBezTo>
                  <a:lnTo>
                    <a:pt x="107918" y="303371"/>
                  </a:lnTo>
                  <a:cubicBezTo>
                    <a:pt x="118396" y="303371"/>
                    <a:pt x="126968" y="311944"/>
                    <a:pt x="126968" y="322421"/>
                  </a:cubicBezTo>
                  <a:close/>
                  <a:moveTo>
                    <a:pt x="190500" y="322421"/>
                  </a:moveTo>
                  <a:cubicBezTo>
                    <a:pt x="190500" y="332899"/>
                    <a:pt x="181928" y="341471"/>
                    <a:pt x="171450" y="341471"/>
                  </a:cubicBezTo>
                  <a:cubicBezTo>
                    <a:pt x="160973" y="341471"/>
                    <a:pt x="152210" y="332899"/>
                    <a:pt x="152210" y="322421"/>
                  </a:cubicBezTo>
                  <a:cubicBezTo>
                    <a:pt x="152210" y="311944"/>
                    <a:pt x="160496" y="303371"/>
                    <a:pt x="170974" y="303371"/>
                  </a:cubicBezTo>
                  <a:lnTo>
                    <a:pt x="171450" y="303371"/>
                  </a:lnTo>
                  <a:cubicBezTo>
                    <a:pt x="181928" y="303371"/>
                    <a:pt x="190500" y="311944"/>
                    <a:pt x="190500" y="322421"/>
                  </a:cubicBezTo>
                  <a:close/>
                  <a:moveTo>
                    <a:pt x="271558" y="332518"/>
                  </a:moveTo>
                  <a:lnTo>
                    <a:pt x="212312" y="391763"/>
                  </a:lnTo>
                  <a:cubicBezTo>
                    <a:pt x="209550" y="394525"/>
                    <a:pt x="205835" y="395954"/>
                    <a:pt x="202216" y="395954"/>
                  </a:cubicBezTo>
                  <a:cubicBezTo>
                    <a:pt x="198596" y="395954"/>
                    <a:pt x="194881" y="394525"/>
                    <a:pt x="192119" y="391763"/>
                  </a:cubicBezTo>
                  <a:cubicBezTo>
                    <a:pt x="186500" y="386144"/>
                    <a:pt x="186500" y="377095"/>
                    <a:pt x="192119" y="371570"/>
                  </a:cubicBezTo>
                  <a:lnTo>
                    <a:pt x="241268" y="322421"/>
                  </a:lnTo>
                  <a:lnTo>
                    <a:pt x="192119" y="273272"/>
                  </a:lnTo>
                  <a:cubicBezTo>
                    <a:pt x="186500" y="267653"/>
                    <a:pt x="186500" y="258604"/>
                    <a:pt x="192119" y="253079"/>
                  </a:cubicBezTo>
                  <a:cubicBezTo>
                    <a:pt x="197739" y="247460"/>
                    <a:pt x="206788" y="247460"/>
                    <a:pt x="212312" y="253079"/>
                  </a:cubicBezTo>
                  <a:lnTo>
                    <a:pt x="271558" y="312325"/>
                  </a:lnTo>
                  <a:cubicBezTo>
                    <a:pt x="277178" y="317945"/>
                    <a:pt x="277178" y="326993"/>
                    <a:pt x="271558" y="332518"/>
                  </a:cubicBezTo>
                  <a:close/>
                  <a:moveTo>
                    <a:pt x="556260" y="322421"/>
                  </a:moveTo>
                  <a:cubicBezTo>
                    <a:pt x="556260" y="332899"/>
                    <a:pt x="547973" y="341471"/>
                    <a:pt x="537401" y="341471"/>
                  </a:cubicBezTo>
                  <a:lnTo>
                    <a:pt x="536924" y="341471"/>
                  </a:lnTo>
                  <a:cubicBezTo>
                    <a:pt x="526447" y="341471"/>
                    <a:pt x="517874" y="332899"/>
                    <a:pt x="517874" y="322421"/>
                  </a:cubicBezTo>
                  <a:cubicBezTo>
                    <a:pt x="517874" y="311944"/>
                    <a:pt x="526447" y="303371"/>
                    <a:pt x="536924" y="303371"/>
                  </a:cubicBezTo>
                  <a:cubicBezTo>
                    <a:pt x="547402" y="303371"/>
                    <a:pt x="556165" y="311944"/>
                    <a:pt x="556165" y="322421"/>
                  </a:cubicBezTo>
                  <a:close/>
                  <a:moveTo>
                    <a:pt x="492633" y="322421"/>
                  </a:moveTo>
                  <a:cubicBezTo>
                    <a:pt x="492633" y="332899"/>
                    <a:pt x="484346" y="341471"/>
                    <a:pt x="473869" y="341471"/>
                  </a:cubicBezTo>
                  <a:lnTo>
                    <a:pt x="473393" y="341471"/>
                  </a:lnTo>
                  <a:cubicBezTo>
                    <a:pt x="462915" y="341471"/>
                    <a:pt x="454343" y="332899"/>
                    <a:pt x="454343" y="322421"/>
                  </a:cubicBezTo>
                  <a:cubicBezTo>
                    <a:pt x="454343" y="311944"/>
                    <a:pt x="462915" y="303371"/>
                    <a:pt x="473393" y="303371"/>
                  </a:cubicBezTo>
                  <a:cubicBezTo>
                    <a:pt x="483870" y="303371"/>
                    <a:pt x="492633" y="311944"/>
                    <a:pt x="492633" y="322421"/>
                  </a:cubicBezTo>
                  <a:close/>
                  <a:moveTo>
                    <a:pt x="452723" y="371570"/>
                  </a:moveTo>
                  <a:cubicBezTo>
                    <a:pt x="458343" y="377190"/>
                    <a:pt x="458343" y="386239"/>
                    <a:pt x="452723" y="391763"/>
                  </a:cubicBezTo>
                  <a:cubicBezTo>
                    <a:pt x="449961" y="394525"/>
                    <a:pt x="446246" y="395954"/>
                    <a:pt x="442627" y="395954"/>
                  </a:cubicBezTo>
                  <a:cubicBezTo>
                    <a:pt x="439007" y="395954"/>
                    <a:pt x="435293" y="394525"/>
                    <a:pt x="432530" y="391763"/>
                  </a:cubicBezTo>
                  <a:lnTo>
                    <a:pt x="373285" y="332518"/>
                  </a:lnTo>
                  <a:cubicBezTo>
                    <a:pt x="367665" y="326898"/>
                    <a:pt x="367665" y="317849"/>
                    <a:pt x="373285" y="312325"/>
                  </a:cubicBezTo>
                  <a:lnTo>
                    <a:pt x="432530" y="253079"/>
                  </a:lnTo>
                  <a:cubicBezTo>
                    <a:pt x="438150" y="247460"/>
                    <a:pt x="447199" y="247460"/>
                    <a:pt x="452723" y="253079"/>
                  </a:cubicBezTo>
                  <a:cubicBezTo>
                    <a:pt x="458343" y="258699"/>
                    <a:pt x="458343" y="267748"/>
                    <a:pt x="452723" y="273272"/>
                  </a:cubicBezTo>
                  <a:lnTo>
                    <a:pt x="403574" y="322421"/>
                  </a:lnTo>
                  <a:lnTo>
                    <a:pt x="452723" y="371570"/>
                  </a:lnTo>
                  <a:close/>
                  <a:moveTo>
                    <a:pt x="341471" y="260985"/>
                  </a:moveTo>
                  <a:cubicBezTo>
                    <a:pt x="341471" y="271463"/>
                    <a:pt x="332899" y="280226"/>
                    <a:pt x="322421" y="280226"/>
                  </a:cubicBezTo>
                  <a:cubicBezTo>
                    <a:pt x="311944" y="280226"/>
                    <a:pt x="303371" y="271939"/>
                    <a:pt x="303371" y="261366"/>
                  </a:cubicBezTo>
                  <a:lnTo>
                    <a:pt x="303371" y="260890"/>
                  </a:lnTo>
                  <a:cubicBezTo>
                    <a:pt x="303371" y="250412"/>
                    <a:pt x="311944" y="241840"/>
                    <a:pt x="322421" y="241840"/>
                  </a:cubicBezTo>
                  <a:cubicBezTo>
                    <a:pt x="332899" y="241840"/>
                    <a:pt x="341471" y="250412"/>
                    <a:pt x="341471" y="260890"/>
                  </a:cubicBezTo>
                  <a:close/>
                  <a:moveTo>
                    <a:pt x="341471" y="197358"/>
                  </a:moveTo>
                  <a:cubicBezTo>
                    <a:pt x="341471" y="207836"/>
                    <a:pt x="332899" y="216599"/>
                    <a:pt x="322421" y="216599"/>
                  </a:cubicBezTo>
                  <a:cubicBezTo>
                    <a:pt x="311944" y="216599"/>
                    <a:pt x="303371" y="208312"/>
                    <a:pt x="303371" y="197834"/>
                  </a:cubicBezTo>
                  <a:lnTo>
                    <a:pt x="303371" y="197358"/>
                  </a:lnTo>
                  <a:cubicBezTo>
                    <a:pt x="303371" y="186881"/>
                    <a:pt x="311944" y="178308"/>
                    <a:pt x="322421" y="178308"/>
                  </a:cubicBezTo>
                  <a:cubicBezTo>
                    <a:pt x="332899" y="178308"/>
                    <a:pt x="341471" y="186881"/>
                    <a:pt x="341471" y="197358"/>
                  </a:cubicBezTo>
                  <a:close/>
                  <a:moveTo>
                    <a:pt x="253079" y="176784"/>
                  </a:moveTo>
                  <a:cubicBezTo>
                    <a:pt x="247460" y="171164"/>
                    <a:pt x="247460" y="162116"/>
                    <a:pt x="253079" y="156591"/>
                  </a:cubicBezTo>
                  <a:lnTo>
                    <a:pt x="312325" y="97346"/>
                  </a:lnTo>
                  <a:cubicBezTo>
                    <a:pt x="317945" y="91726"/>
                    <a:pt x="326993" y="91726"/>
                    <a:pt x="332518" y="97346"/>
                  </a:cubicBezTo>
                  <a:lnTo>
                    <a:pt x="391763" y="156591"/>
                  </a:lnTo>
                  <a:cubicBezTo>
                    <a:pt x="397383" y="162211"/>
                    <a:pt x="397383" y="171260"/>
                    <a:pt x="391763" y="176784"/>
                  </a:cubicBezTo>
                  <a:cubicBezTo>
                    <a:pt x="389001" y="179546"/>
                    <a:pt x="385286" y="180975"/>
                    <a:pt x="381667" y="180975"/>
                  </a:cubicBezTo>
                  <a:cubicBezTo>
                    <a:pt x="378047" y="180975"/>
                    <a:pt x="374333" y="179546"/>
                    <a:pt x="371570" y="176784"/>
                  </a:cubicBezTo>
                  <a:lnTo>
                    <a:pt x="322421" y="127635"/>
                  </a:lnTo>
                  <a:lnTo>
                    <a:pt x="273272" y="176784"/>
                  </a:lnTo>
                  <a:cubicBezTo>
                    <a:pt x="267653" y="182404"/>
                    <a:pt x="258604" y="182404"/>
                    <a:pt x="253079" y="176784"/>
                  </a:cubicBezTo>
                  <a:close/>
                  <a:moveTo>
                    <a:pt x="341471" y="383858"/>
                  </a:moveTo>
                  <a:cubicBezTo>
                    <a:pt x="341471" y="394335"/>
                    <a:pt x="332899" y="402908"/>
                    <a:pt x="322421" y="402908"/>
                  </a:cubicBezTo>
                  <a:cubicBezTo>
                    <a:pt x="311944" y="402908"/>
                    <a:pt x="303371" y="394335"/>
                    <a:pt x="303371" y="383858"/>
                  </a:cubicBezTo>
                  <a:cubicBezTo>
                    <a:pt x="303371" y="373380"/>
                    <a:pt x="311944" y="364617"/>
                    <a:pt x="322421" y="364617"/>
                  </a:cubicBezTo>
                  <a:cubicBezTo>
                    <a:pt x="332899" y="364617"/>
                    <a:pt x="341471" y="372904"/>
                    <a:pt x="341471" y="383476"/>
                  </a:cubicBezTo>
                  <a:lnTo>
                    <a:pt x="341471" y="383953"/>
                  </a:lnTo>
                  <a:close/>
                  <a:moveTo>
                    <a:pt x="341471" y="446913"/>
                  </a:moveTo>
                  <a:lnTo>
                    <a:pt x="341471" y="447389"/>
                  </a:lnTo>
                  <a:cubicBezTo>
                    <a:pt x="341471" y="457867"/>
                    <a:pt x="332899" y="466439"/>
                    <a:pt x="322421" y="466439"/>
                  </a:cubicBezTo>
                  <a:cubicBezTo>
                    <a:pt x="311944" y="466439"/>
                    <a:pt x="303371" y="457867"/>
                    <a:pt x="303371" y="447389"/>
                  </a:cubicBezTo>
                  <a:cubicBezTo>
                    <a:pt x="303371" y="436912"/>
                    <a:pt x="311944" y="428149"/>
                    <a:pt x="322421" y="428149"/>
                  </a:cubicBezTo>
                  <a:cubicBezTo>
                    <a:pt x="332899" y="428149"/>
                    <a:pt x="341471" y="436436"/>
                    <a:pt x="341471" y="446913"/>
                  </a:cubicBezTo>
                  <a:close/>
                  <a:moveTo>
                    <a:pt x="391763" y="467963"/>
                  </a:moveTo>
                  <a:cubicBezTo>
                    <a:pt x="397383" y="473583"/>
                    <a:pt x="397383" y="482632"/>
                    <a:pt x="391763" y="488156"/>
                  </a:cubicBezTo>
                  <a:lnTo>
                    <a:pt x="332518" y="547402"/>
                  </a:lnTo>
                  <a:cubicBezTo>
                    <a:pt x="329756" y="550164"/>
                    <a:pt x="326041" y="551593"/>
                    <a:pt x="322421" y="551593"/>
                  </a:cubicBezTo>
                  <a:cubicBezTo>
                    <a:pt x="318802" y="551593"/>
                    <a:pt x="315087" y="550164"/>
                    <a:pt x="312325" y="547402"/>
                  </a:cubicBezTo>
                  <a:lnTo>
                    <a:pt x="253079" y="488156"/>
                  </a:lnTo>
                  <a:cubicBezTo>
                    <a:pt x="247460" y="482537"/>
                    <a:pt x="247460" y="473488"/>
                    <a:pt x="253079" y="467963"/>
                  </a:cubicBezTo>
                  <a:cubicBezTo>
                    <a:pt x="258699" y="462344"/>
                    <a:pt x="267748" y="462344"/>
                    <a:pt x="273272" y="467963"/>
                  </a:cubicBezTo>
                  <a:lnTo>
                    <a:pt x="322421" y="517112"/>
                  </a:lnTo>
                  <a:lnTo>
                    <a:pt x="371570" y="467963"/>
                  </a:lnTo>
                  <a:cubicBezTo>
                    <a:pt x="377190" y="462344"/>
                    <a:pt x="386239" y="462344"/>
                    <a:pt x="391763" y="4679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6569E969-4182-5366-F289-E01821438DE3}"/>
              </a:ext>
            </a:extLst>
          </p:cNvPr>
          <p:cNvCxnSpPr>
            <a:cxnSpLocks/>
            <a:stCxn id="35" idx="1"/>
            <a:endCxn id="38" idx="3"/>
          </p:cNvCxnSpPr>
          <p:nvPr/>
        </p:nvCxnSpPr>
        <p:spPr>
          <a:xfrm flipH="1" flipV="1">
            <a:off x="2729129" y="3052594"/>
            <a:ext cx="4397" cy="1804172"/>
          </a:xfrm>
          <a:prstGeom prst="line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025FFB42-9801-3206-ED3F-EC6338B4B851}"/>
              </a:ext>
            </a:extLst>
          </p:cNvPr>
          <p:cNvCxnSpPr>
            <a:cxnSpLocks/>
            <a:stCxn id="38" idx="0"/>
            <a:endCxn id="41" idx="4"/>
          </p:cNvCxnSpPr>
          <p:nvPr/>
        </p:nvCxnSpPr>
        <p:spPr>
          <a:xfrm flipH="1" flipV="1">
            <a:off x="2836368" y="2593049"/>
            <a:ext cx="4028" cy="190921"/>
          </a:xfrm>
          <a:prstGeom prst="line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B8F4E449-D0B7-DCEB-778F-87CD3697DA42}"/>
              </a:ext>
            </a:extLst>
          </p:cNvPr>
          <p:cNvSpPr txBox="1"/>
          <p:nvPr/>
        </p:nvSpPr>
        <p:spPr>
          <a:xfrm>
            <a:off x="1491432" y="4727343"/>
            <a:ext cx="123142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SD-WAN Router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EA581F8-F4A3-B6EA-98C8-8B0F22E568DF}"/>
              </a:ext>
            </a:extLst>
          </p:cNvPr>
          <p:cNvSpPr txBox="1"/>
          <p:nvPr/>
        </p:nvSpPr>
        <p:spPr>
          <a:xfrm>
            <a:off x="3164943" y="3862928"/>
            <a:ext cx="1067921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Fully Routed</a:t>
            </a:r>
            <a:br>
              <a:rPr kumimoji="0" 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</a:b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IPsec Tunnels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B9224C19-0A73-7DE5-C349-E954582F8E61}"/>
              </a:ext>
            </a:extLst>
          </p:cNvPr>
          <p:cNvGrpSpPr/>
          <p:nvPr/>
        </p:nvGrpSpPr>
        <p:grpSpPr>
          <a:xfrm>
            <a:off x="5303922" y="2013827"/>
            <a:ext cx="285557" cy="285557"/>
            <a:chOff x="1251601" y="1527464"/>
            <a:chExt cx="829762" cy="829762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C7122D16-5952-F1BF-821F-EBC03FBE1F8C}"/>
                </a:ext>
              </a:extLst>
            </p:cNvPr>
            <p:cNvSpPr/>
            <p:nvPr/>
          </p:nvSpPr>
          <p:spPr>
            <a:xfrm>
              <a:off x="1251601" y="1527464"/>
              <a:ext cx="829762" cy="829762"/>
            </a:xfrm>
            <a:prstGeom prst="ellipse">
              <a:avLst/>
            </a:prstGeom>
            <a:solidFill>
              <a:schemeClr val="accent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9" name="Google Shape;193;p7">
              <a:extLst>
                <a:ext uri="{FF2B5EF4-FFF2-40B4-BE49-F238E27FC236}">
                  <a16:creationId xmlns:a16="http://schemas.microsoft.com/office/drawing/2014/main" id="{4CAB3D0E-56A1-D542-E101-5D2ED73173AC}"/>
                </a:ext>
              </a:extLst>
            </p:cNvPr>
            <p:cNvSpPr/>
            <p:nvPr/>
          </p:nvSpPr>
          <p:spPr>
            <a:xfrm>
              <a:off x="1418206" y="1744625"/>
              <a:ext cx="525973" cy="389691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3" tIns="45694" rIns="91413" bIns="45694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1794330-BDAE-FB8A-AEDA-9685AFD2ADC8}"/>
              </a:ext>
            </a:extLst>
          </p:cNvPr>
          <p:cNvGrpSpPr/>
          <p:nvPr/>
        </p:nvGrpSpPr>
        <p:grpSpPr>
          <a:xfrm>
            <a:off x="6159102" y="2013827"/>
            <a:ext cx="285557" cy="285557"/>
            <a:chOff x="1251601" y="1527464"/>
            <a:chExt cx="829762" cy="829762"/>
          </a:xfrm>
        </p:grpSpPr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7A0B443B-933E-1CBE-1CFF-044B14042BBD}"/>
                </a:ext>
              </a:extLst>
            </p:cNvPr>
            <p:cNvSpPr/>
            <p:nvPr/>
          </p:nvSpPr>
          <p:spPr>
            <a:xfrm>
              <a:off x="1251601" y="1527464"/>
              <a:ext cx="829762" cy="829762"/>
            </a:xfrm>
            <a:prstGeom prst="ellipse">
              <a:avLst/>
            </a:prstGeom>
            <a:solidFill>
              <a:schemeClr val="accent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2" name="Google Shape;193;p7">
              <a:extLst>
                <a:ext uri="{FF2B5EF4-FFF2-40B4-BE49-F238E27FC236}">
                  <a16:creationId xmlns:a16="http://schemas.microsoft.com/office/drawing/2014/main" id="{D6BEC807-B89C-990E-C70A-F643BD055070}"/>
                </a:ext>
              </a:extLst>
            </p:cNvPr>
            <p:cNvSpPr/>
            <p:nvPr/>
          </p:nvSpPr>
          <p:spPr>
            <a:xfrm>
              <a:off x="1418206" y="1744625"/>
              <a:ext cx="525973" cy="389691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3" tIns="45694" rIns="91413" bIns="45694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20A1611A-2F37-24C0-C0BA-82911B7C6C0B}"/>
              </a:ext>
            </a:extLst>
          </p:cNvPr>
          <p:cNvGrpSpPr/>
          <p:nvPr/>
        </p:nvGrpSpPr>
        <p:grpSpPr>
          <a:xfrm>
            <a:off x="2695087" y="1678578"/>
            <a:ext cx="285557" cy="285557"/>
            <a:chOff x="1251601" y="1527464"/>
            <a:chExt cx="829762" cy="829762"/>
          </a:xfrm>
        </p:grpSpPr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8947DF37-AED2-93E6-BE2A-B6FCFBBAF312}"/>
                </a:ext>
              </a:extLst>
            </p:cNvPr>
            <p:cNvSpPr/>
            <p:nvPr/>
          </p:nvSpPr>
          <p:spPr>
            <a:xfrm>
              <a:off x="1251601" y="1527464"/>
              <a:ext cx="829762" cy="829762"/>
            </a:xfrm>
            <a:prstGeom prst="ellipse">
              <a:avLst/>
            </a:prstGeom>
            <a:solidFill>
              <a:schemeClr val="accent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5" name="Google Shape;193;p7">
              <a:extLst>
                <a:ext uri="{FF2B5EF4-FFF2-40B4-BE49-F238E27FC236}">
                  <a16:creationId xmlns:a16="http://schemas.microsoft.com/office/drawing/2014/main" id="{DA4BE672-C193-0413-56ED-4888C2BA5F27}"/>
                </a:ext>
              </a:extLst>
            </p:cNvPr>
            <p:cNvSpPr/>
            <p:nvPr/>
          </p:nvSpPr>
          <p:spPr>
            <a:xfrm>
              <a:off x="1418206" y="1744625"/>
              <a:ext cx="525973" cy="389691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3" tIns="45694" rIns="91413" bIns="45694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47B3C012-DC07-A467-6885-9D33FE7516EE}"/>
              </a:ext>
            </a:extLst>
          </p:cNvPr>
          <p:cNvSpPr txBox="1"/>
          <p:nvPr/>
        </p:nvSpPr>
        <p:spPr>
          <a:xfrm>
            <a:off x="459498" y="3306749"/>
            <a:ext cx="2223686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APPS | FULLY ROUTED INFRA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</a:b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Global Persistent IP Map</a:t>
            </a:r>
          </a:p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Network Path Selection</a:t>
            </a:r>
          </a:p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IP Overlap Challenges</a:t>
            </a:r>
          </a:p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Users Discoverable</a:t>
            </a:r>
          </a:p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Apps Discoverable</a:t>
            </a: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D394A64E-2BB3-6E1B-FDE5-C081875D019D}"/>
              </a:ext>
            </a:extLst>
          </p:cNvPr>
          <p:cNvGrpSpPr/>
          <p:nvPr/>
        </p:nvGrpSpPr>
        <p:grpSpPr>
          <a:xfrm>
            <a:off x="5728463" y="2013827"/>
            <a:ext cx="285557" cy="285557"/>
            <a:chOff x="1251601" y="1527464"/>
            <a:chExt cx="829762" cy="829762"/>
          </a:xfrm>
        </p:grpSpPr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DE692F5C-0DF5-9269-C5D6-275ACEA31116}"/>
                </a:ext>
              </a:extLst>
            </p:cNvPr>
            <p:cNvSpPr/>
            <p:nvPr/>
          </p:nvSpPr>
          <p:spPr>
            <a:xfrm>
              <a:off x="1251601" y="1527464"/>
              <a:ext cx="829762" cy="829762"/>
            </a:xfrm>
            <a:prstGeom prst="ellipse">
              <a:avLst/>
            </a:prstGeom>
            <a:solidFill>
              <a:schemeClr val="accent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60" name="Google Shape;193;p7">
              <a:extLst>
                <a:ext uri="{FF2B5EF4-FFF2-40B4-BE49-F238E27FC236}">
                  <a16:creationId xmlns:a16="http://schemas.microsoft.com/office/drawing/2014/main" id="{161777C7-D5BD-F8C9-8D0A-FC7EBA39BE8C}"/>
                </a:ext>
              </a:extLst>
            </p:cNvPr>
            <p:cNvSpPr/>
            <p:nvPr/>
          </p:nvSpPr>
          <p:spPr>
            <a:xfrm>
              <a:off x="1418206" y="1744625"/>
              <a:ext cx="525973" cy="389691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3" tIns="45694" rIns="91413" bIns="45694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61" name="Elbow Connector 60">
            <a:extLst>
              <a:ext uri="{FF2B5EF4-FFF2-40B4-BE49-F238E27FC236}">
                <a16:creationId xmlns:a16="http://schemas.microsoft.com/office/drawing/2014/main" id="{113794A1-15B6-D244-F178-C730A561093C}"/>
              </a:ext>
            </a:extLst>
          </p:cNvPr>
          <p:cNvCxnSpPr>
            <a:cxnSpLocks/>
            <a:stCxn id="79" idx="0"/>
            <a:endCxn id="59" idx="4"/>
          </p:cNvCxnSpPr>
          <p:nvPr/>
        </p:nvCxnSpPr>
        <p:spPr>
          <a:xfrm rot="5400000" flipH="1" flipV="1">
            <a:off x="4614084" y="3553550"/>
            <a:ext cx="2511326" cy="299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EB386F11-D1A9-A014-6B21-3EFE64CBA070}"/>
              </a:ext>
            </a:extLst>
          </p:cNvPr>
          <p:cNvCxnSpPr>
            <a:cxnSpLocks/>
          </p:cNvCxnSpPr>
          <p:nvPr/>
        </p:nvCxnSpPr>
        <p:spPr>
          <a:xfrm flipV="1">
            <a:off x="5868250" y="1544654"/>
            <a:ext cx="0" cy="77486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757159B5-4557-381E-9EA1-CEBF215361F3}"/>
              </a:ext>
            </a:extLst>
          </p:cNvPr>
          <p:cNvSpPr txBox="1"/>
          <p:nvPr/>
        </p:nvSpPr>
        <p:spPr>
          <a:xfrm>
            <a:off x="5895891" y="2327387"/>
            <a:ext cx="179728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INTERNET SECURITY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</a:b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Routed Access</a:t>
            </a:r>
          </a:p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Limited DLP</a:t>
            </a:r>
          </a:p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No Risk-Based Policies</a:t>
            </a:r>
          </a:p>
        </p:txBody>
      </p:sp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3F9D8F0D-DD0C-C070-8E6D-01F14D44CBEB}"/>
              </a:ext>
            </a:extLst>
          </p:cNvPr>
          <p:cNvCxnSpPr>
            <a:cxnSpLocks/>
            <a:endCxn id="54" idx="4"/>
          </p:cNvCxnSpPr>
          <p:nvPr/>
        </p:nvCxnSpPr>
        <p:spPr>
          <a:xfrm flipV="1">
            <a:off x="2836369" y="1964135"/>
            <a:ext cx="1497" cy="333278"/>
          </a:xfrm>
          <a:prstGeom prst="line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64">
            <a:extLst>
              <a:ext uri="{FF2B5EF4-FFF2-40B4-BE49-F238E27FC236}">
                <a16:creationId xmlns:a16="http://schemas.microsoft.com/office/drawing/2014/main" id="{32391C73-4347-9D90-87C2-BC30AA49547A}"/>
              </a:ext>
            </a:extLst>
          </p:cNvPr>
          <p:cNvSpPr/>
          <p:nvPr/>
        </p:nvSpPr>
        <p:spPr>
          <a:xfrm>
            <a:off x="4807110" y="5001635"/>
            <a:ext cx="2534147" cy="1280877"/>
          </a:xfrm>
          <a:prstGeom prst="roundRect">
            <a:avLst/>
          </a:prstGeom>
          <a:noFill/>
          <a:ln w="127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rPr>
              <a:t>Branch 2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BE71F6EE-A2EE-5BFC-DEF9-7E6E52F7AEC0}"/>
              </a:ext>
            </a:extLst>
          </p:cNvPr>
          <p:cNvCxnSpPr>
            <a:cxnSpLocks/>
          </p:cNvCxnSpPr>
          <p:nvPr/>
        </p:nvCxnSpPr>
        <p:spPr>
          <a:xfrm flipV="1">
            <a:off x="5868250" y="4979254"/>
            <a:ext cx="0" cy="72022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Google Shape;52;p3">
            <a:extLst>
              <a:ext uri="{FF2B5EF4-FFF2-40B4-BE49-F238E27FC236}">
                <a16:creationId xmlns:a16="http://schemas.microsoft.com/office/drawing/2014/main" id="{AAE9CF48-2A18-8F57-70DB-6C154DC14C99}"/>
              </a:ext>
            </a:extLst>
          </p:cNvPr>
          <p:cNvSpPr/>
          <p:nvPr/>
        </p:nvSpPr>
        <p:spPr>
          <a:xfrm>
            <a:off x="5350314" y="5854612"/>
            <a:ext cx="316227" cy="256419"/>
          </a:xfrm>
          <a:custGeom>
            <a:avLst/>
            <a:gdLst/>
            <a:ahLst/>
            <a:cxnLst/>
            <a:rect l="l" t="t" r="r" b="b"/>
            <a:pathLst>
              <a:path w="765809" h="519683" extrusionOk="0">
                <a:moveTo>
                  <a:pt x="673799" y="360807"/>
                </a:moveTo>
                <a:cubicBezTo>
                  <a:pt x="665911" y="361018"/>
                  <a:pt x="659345" y="354794"/>
                  <a:pt x="659135" y="346905"/>
                </a:cubicBezTo>
                <a:cubicBezTo>
                  <a:pt x="659132" y="346777"/>
                  <a:pt x="659130" y="346648"/>
                  <a:pt x="659130" y="346519"/>
                </a:cubicBezTo>
                <a:lnTo>
                  <a:pt x="659130" y="61913"/>
                </a:lnTo>
                <a:cubicBezTo>
                  <a:pt x="659130" y="43501"/>
                  <a:pt x="644204" y="28575"/>
                  <a:pt x="625793" y="28575"/>
                </a:cubicBezTo>
                <a:lnTo>
                  <a:pt x="139637" y="28575"/>
                </a:lnTo>
                <a:cubicBezTo>
                  <a:pt x="121225" y="28575"/>
                  <a:pt x="106299" y="43501"/>
                  <a:pt x="106299" y="61913"/>
                </a:cubicBezTo>
                <a:lnTo>
                  <a:pt x="106299" y="346519"/>
                </a:lnTo>
                <a:cubicBezTo>
                  <a:pt x="106299" y="354410"/>
                  <a:pt x="99902" y="360807"/>
                  <a:pt x="92012" y="360807"/>
                </a:cubicBezTo>
                <a:cubicBezTo>
                  <a:pt x="84121" y="360807"/>
                  <a:pt x="77724" y="354410"/>
                  <a:pt x="77724" y="346519"/>
                </a:cubicBezTo>
                <a:lnTo>
                  <a:pt x="77724" y="61913"/>
                </a:lnTo>
                <a:cubicBezTo>
                  <a:pt x="77724" y="27719"/>
                  <a:pt x="105443" y="0"/>
                  <a:pt x="139637" y="0"/>
                </a:cubicBezTo>
                <a:lnTo>
                  <a:pt x="626174" y="0"/>
                </a:lnTo>
                <a:cubicBezTo>
                  <a:pt x="660367" y="0"/>
                  <a:pt x="688086" y="27719"/>
                  <a:pt x="688086" y="61913"/>
                </a:cubicBezTo>
                <a:lnTo>
                  <a:pt x="688086" y="346519"/>
                </a:lnTo>
                <a:cubicBezTo>
                  <a:pt x="688086" y="354410"/>
                  <a:pt x="681689" y="360807"/>
                  <a:pt x="673799" y="360807"/>
                </a:cubicBezTo>
                <a:close/>
                <a:moveTo>
                  <a:pt x="765810" y="467296"/>
                </a:moveTo>
                <a:lnTo>
                  <a:pt x="765810" y="441674"/>
                </a:lnTo>
                <a:cubicBezTo>
                  <a:pt x="765753" y="412763"/>
                  <a:pt x="742334" y="389339"/>
                  <a:pt x="713423" y="389287"/>
                </a:cubicBezTo>
                <a:lnTo>
                  <a:pt x="52388" y="389287"/>
                </a:lnTo>
                <a:cubicBezTo>
                  <a:pt x="23476" y="389339"/>
                  <a:pt x="52" y="412763"/>
                  <a:pt x="0" y="441674"/>
                </a:cubicBezTo>
                <a:lnTo>
                  <a:pt x="0" y="467296"/>
                </a:lnTo>
                <a:cubicBezTo>
                  <a:pt x="0" y="496230"/>
                  <a:pt x="23454" y="519684"/>
                  <a:pt x="52388" y="519684"/>
                </a:cubicBezTo>
                <a:lnTo>
                  <a:pt x="713423" y="519684"/>
                </a:lnTo>
                <a:cubicBezTo>
                  <a:pt x="742356" y="519684"/>
                  <a:pt x="765810" y="496230"/>
                  <a:pt x="765810" y="467296"/>
                </a:cubicBezTo>
                <a:close/>
                <a:moveTo>
                  <a:pt x="713423" y="417862"/>
                </a:moveTo>
                <a:cubicBezTo>
                  <a:pt x="726552" y="417914"/>
                  <a:pt x="737183" y="428545"/>
                  <a:pt x="737235" y="441674"/>
                </a:cubicBezTo>
                <a:lnTo>
                  <a:pt x="737235" y="467296"/>
                </a:lnTo>
                <a:cubicBezTo>
                  <a:pt x="737183" y="480426"/>
                  <a:pt x="726552" y="491057"/>
                  <a:pt x="713423" y="491109"/>
                </a:cubicBezTo>
                <a:lnTo>
                  <a:pt x="52388" y="491109"/>
                </a:lnTo>
                <a:cubicBezTo>
                  <a:pt x="39258" y="491057"/>
                  <a:pt x="28627" y="480426"/>
                  <a:pt x="28575" y="467296"/>
                </a:cubicBezTo>
                <a:lnTo>
                  <a:pt x="28575" y="441674"/>
                </a:lnTo>
                <a:cubicBezTo>
                  <a:pt x="28627" y="428545"/>
                  <a:pt x="39258" y="417914"/>
                  <a:pt x="52388" y="417862"/>
                </a:cubicBezTo>
                <a:close/>
                <a:moveTo>
                  <a:pt x="382905" y="435483"/>
                </a:moveTo>
                <a:cubicBezTo>
                  <a:pt x="372384" y="435483"/>
                  <a:pt x="363855" y="444012"/>
                  <a:pt x="363855" y="454533"/>
                </a:cubicBezTo>
                <a:cubicBezTo>
                  <a:pt x="363855" y="465054"/>
                  <a:pt x="372384" y="473583"/>
                  <a:pt x="382905" y="473583"/>
                </a:cubicBezTo>
                <a:cubicBezTo>
                  <a:pt x="393426" y="473583"/>
                  <a:pt x="401955" y="465054"/>
                  <a:pt x="401955" y="454533"/>
                </a:cubicBezTo>
                <a:cubicBezTo>
                  <a:pt x="401955" y="444012"/>
                  <a:pt x="393426" y="435483"/>
                  <a:pt x="382905" y="43548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68" name="Google Shape;72;p3">
            <a:extLst>
              <a:ext uri="{FF2B5EF4-FFF2-40B4-BE49-F238E27FC236}">
                <a16:creationId xmlns:a16="http://schemas.microsoft.com/office/drawing/2014/main" id="{CB543A10-23AC-98CE-07FD-1D91C06D829A}"/>
              </a:ext>
            </a:extLst>
          </p:cNvPr>
          <p:cNvSpPr/>
          <p:nvPr/>
        </p:nvSpPr>
        <p:spPr>
          <a:xfrm>
            <a:off x="5852099" y="5862550"/>
            <a:ext cx="155858" cy="239326"/>
          </a:xfrm>
          <a:custGeom>
            <a:avLst/>
            <a:gdLst/>
            <a:ahLst/>
            <a:cxnLst/>
            <a:rect l="l" t="t" r="r" b="b"/>
            <a:pathLst>
              <a:path w="514540" h="790098" extrusionOk="0">
                <a:moveTo>
                  <a:pt x="444532" y="298418"/>
                </a:moveTo>
                <a:lnTo>
                  <a:pt x="70009" y="298418"/>
                </a:lnTo>
                <a:cubicBezTo>
                  <a:pt x="62103" y="298418"/>
                  <a:pt x="55721" y="292037"/>
                  <a:pt x="55721" y="284131"/>
                </a:cubicBezTo>
                <a:cubicBezTo>
                  <a:pt x="55721" y="276225"/>
                  <a:pt x="62103" y="269843"/>
                  <a:pt x="70009" y="269843"/>
                </a:cubicBezTo>
                <a:lnTo>
                  <a:pt x="444627" y="269843"/>
                </a:lnTo>
                <a:cubicBezTo>
                  <a:pt x="452533" y="269843"/>
                  <a:pt x="458914" y="276225"/>
                  <a:pt x="458914" y="284131"/>
                </a:cubicBezTo>
                <a:cubicBezTo>
                  <a:pt x="458914" y="292037"/>
                  <a:pt x="452533" y="298418"/>
                  <a:pt x="444627" y="298418"/>
                </a:cubicBezTo>
                <a:close/>
                <a:moveTo>
                  <a:pt x="70009" y="90488"/>
                </a:moveTo>
                <a:lnTo>
                  <a:pt x="444627" y="90488"/>
                </a:lnTo>
                <a:cubicBezTo>
                  <a:pt x="452533" y="90488"/>
                  <a:pt x="458914" y="84106"/>
                  <a:pt x="458914" y="76200"/>
                </a:cubicBezTo>
                <a:cubicBezTo>
                  <a:pt x="458914" y="68294"/>
                  <a:pt x="452533" y="61913"/>
                  <a:pt x="444627" y="61913"/>
                </a:cubicBezTo>
                <a:lnTo>
                  <a:pt x="70009" y="61913"/>
                </a:lnTo>
                <a:cubicBezTo>
                  <a:pt x="62103" y="61913"/>
                  <a:pt x="55721" y="68294"/>
                  <a:pt x="55721" y="76200"/>
                </a:cubicBezTo>
                <a:cubicBezTo>
                  <a:pt x="55721" y="84106"/>
                  <a:pt x="62103" y="90488"/>
                  <a:pt x="70009" y="90488"/>
                </a:cubicBezTo>
                <a:close/>
                <a:moveTo>
                  <a:pt x="271558" y="360331"/>
                </a:moveTo>
                <a:lnTo>
                  <a:pt x="271558" y="416719"/>
                </a:lnTo>
                <a:lnTo>
                  <a:pt x="463582" y="416719"/>
                </a:lnTo>
                <a:cubicBezTo>
                  <a:pt x="491681" y="416719"/>
                  <a:pt x="514541" y="439579"/>
                  <a:pt x="514541" y="467678"/>
                </a:cubicBezTo>
                <a:cubicBezTo>
                  <a:pt x="514541" y="495776"/>
                  <a:pt x="491681" y="518636"/>
                  <a:pt x="463582" y="518636"/>
                </a:cubicBezTo>
                <a:lnTo>
                  <a:pt x="271558" y="518636"/>
                </a:lnTo>
                <a:lnTo>
                  <a:pt x="271558" y="612267"/>
                </a:lnTo>
                <a:lnTo>
                  <a:pt x="381286" y="689896"/>
                </a:lnTo>
                <a:cubicBezTo>
                  <a:pt x="391097" y="681704"/>
                  <a:pt x="403765" y="676751"/>
                  <a:pt x="417576" y="676751"/>
                </a:cubicBezTo>
                <a:cubicBezTo>
                  <a:pt x="448818" y="676751"/>
                  <a:pt x="474250" y="702183"/>
                  <a:pt x="474250" y="733425"/>
                </a:cubicBezTo>
                <a:cubicBezTo>
                  <a:pt x="474250" y="764667"/>
                  <a:pt x="448818" y="790099"/>
                  <a:pt x="417576" y="790099"/>
                </a:cubicBezTo>
                <a:cubicBezTo>
                  <a:pt x="386334" y="790099"/>
                  <a:pt x="360902" y="764667"/>
                  <a:pt x="360902" y="733425"/>
                </a:cubicBezTo>
                <a:cubicBezTo>
                  <a:pt x="360902" y="726281"/>
                  <a:pt x="362331" y="719519"/>
                  <a:pt x="364712" y="713232"/>
                </a:cubicBezTo>
                <a:lnTo>
                  <a:pt x="257270" y="637223"/>
                </a:lnTo>
                <a:lnTo>
                  <a:pt x="149828" y="713232"/>
                </a:lnTo>
                <a:cubicBezTo>
                  <a:pt x="152210" y="719519"/>
                  <a:pt x="153638" y="726377"/>
                  <a:pt x="153638" y="733425"/>
                </a:cubicBezTo>
                <a:cubicBezTo>
                  <a:pt x="153638" y="764667"/>
                  <a:pt x="128206" y="790099"/>
                  <a:pt x="96964" y="790099"/>
                </a:cubicBezTo>
                <a:cubicBezTo>
                  <a:pt x="65722" y="790099"/>
                  <a:pt x="40291" y="764667"/>
                  <a:pt x="40291" y="733425"/>
                </a:cubicBezTo>
                <a:cubicBezTo>
                  <a:pt x="40291" y="702183"/>
                  <a:pt x="65722" y="676751"/>
                  <a:pt x="96964" y="676751"/>
                </a:cubicBezTo>
                <a:cubicBezTo>
                  <a:pt x="110776" y="676751"/>
                  <a:pt x="123349" y="681704"/>
                  <a:pt x="133255" y="689896"/>
                </a:cubicBezTo>
                <a:lnTo>
                  <a:pt x="242983" y="612267"/>
                </a:lnTo>
                <a:lnTo>
                  <a:pt x="242983" y="518636"/>
                </a:lnTo>
                <a:lnTo>
                  <a:pt x="50959" y="518636"/>
                </a:lnTo>
                <a:cubicBezTo>
                  <a:pt x="22860" y="518636"/>
                  <a:pt x="0" y="495776"/>
                  <a:pt x="0" y="467678"/>
                </a:cubicBezTo>
                <a:cubicBezTo>
                  <a:pt x="0" y="439579"/>
                  <a:pt x="22860" y="416719"/>
                  <a:pt x="50959" y="416719"/>
                </a:cubicBezTo>
                <a:lnTo>
                  <a:pt x="242983" y="416719"/>
                </a:lnTo>
                <a:lnTo>
                  <a:pt x="242983" y="360331"/>
                </a:lnTo>
                <a:lnTo>
                  <a:pt x="45148" y="360331"/>
                </a:lnTo>
                <a:cubicBezTo>
                  <a:pt x="20288" y="360331"/>
                  <a:pt x="95" y="340138"/>
                  <a:pt x="95" y="315278"/>
                </a:cubicBezTo>
                <a:lnTo>
                  <a:pt x="95" y="45053"/>
                </a:lnTo>
                <a:cubicBezTo>
                  <a:pt x="95" y="20193"/>
                  <a:pt x="20288" y="0"/>
                  <a:pt x="45148" y="0"/>
                </a:cubicBezTo>
                <a:lnTo>
                  <a:pt x="469487" y="0"/>
                </a:lnTo>
                <a:cubicBezTo>
                  <a:pt x="494347" y="0"/>
                  <a:pt x="514541" y="20193"/>
                  <a:pt x="514541" y="45053"/>
                </a:cubicBezTo>
                <a:lnTo>
                  <a:pt x="514541" y="315182"/>
                </a:lnTo>
                <a:cubicBezTo>
                  <a:pt x="514541" y="340043"/>
                  <a:pt x="494347" y="360236"/>
                  <a:pt x="469487" y="360236"/>
                </a:cubicBezTo>
                <a:lnTo>
                  <a:pt x="271653" y="360236"/>
                </a:lnTo>
                <a:close/>
                <a:moveTo>
                  <a:pt x="125063" y="733330"/>
                </a:moveTo>
                <a:cubicBezTo>
                  <a:pt x="125063" y="717804"/>
                  <a:pt x="112490" y="705231"/>
                  <a:pt x="96964" y="705231"/>
                </a:cubicBezTo>
                <a:cubicBezTo>
                  <a:pt x="81439" y="705231"/>
                  <a:pt x="68866" y="717804"/>
                  <a:pt x="68866" y="733330"/>
                </a:cubicBezTo>
                <a:cubicBezTo>
                  <a:pt x="68866" y="748856"/>
                  <a:pt x="81439" y="761429"/>
                  <a:pt x="96964" y="761429"/>
                </a:cubicBezTo>
                <a:cubicBezTo>
                  <a:pt x="112490" y="761429"/>
                  <a:pt x="125063" y="748856"/>
                  <a:pt x="125063" y="733330"/>
                </a:cubicBezTo>
                <a:close/>
                <a:moveTo>
                  <a:pt x="389477" y="733330"/>
                </a:moveTo>
                <a:cubicBezTo>
                  <a:pt x="389477" y="748856"/>
                  <a:pt x="402050" y="761429"/>
                  <a:pt x="417576" y="761429"/>
                </a:cubicBezTo>
                <a:cubicBezTo>
                  <a:pt x="433102" y="761429"/>
                  <a:pt x="445675" y="748856"/>
                  <a:pt x="445675" y="733330"/>
                </a:cubicBezTo>
                <a:cubicBezTo>
                  <a:pt x="445675" y="717804"/>
                  <a:pt x="433102" y="705231"/>
                  <a:pt x="417576" y="705231"/>
                </a:cubicBezTo>
                <a:cubicBezTo>
                  <a:pt x="402050" y="705231"/>
                  <a:pt x="389477" y="717804"/>
                  <a:pt x="389477" y="733330"/>
                </a:cubicBezTo>
                <a:close/>
                <a:moveTo>
                  <a:pt x="463582" y="445294"/>
                </a:moveTo>
                <a:lnTo>
                  <a:pt x="50959" y="445294"/>
                </a:lnTo>
                <a:cubicBezTo>
                  <a:pt x="38671" y="445294"/>
                  <a:pt x="28575" y="455295"/>
                  <a:pt x="28575" y="467678"/>
                </a:cubicBezTo>
                <a:cubicBezTo>
                  <a:pt x="28575" y="480060"/>
                  <a:pt x="38576" y="490061"/>
                  <a:pt x="50959" y="490061"/>
                </a:cubicBezTo>
                <a:lnTo>
                  <a:pt x="463487" y="490061"/>
                </a:lnTo>
                <a:cubicBezTo>
                  <a:pt x="475774" y="490061"/>
                  <a:pt x="485870" y="480060"/>
                  <a:pt x="485870" y="467678"/>
                </a:cubicBezTo>
                <a:cubicBezTo>
                  <a:pt x="485870" y="455295"/>
                  <a:pt x="475869" y="445294"/>
                  <a:pt x="463487" y="445294"/>
                </a:cubicBezTo>
                <a:close/>
                <a:moveTo>
                  <a:pt x="45148" y="331756"/>
                </a:moveTo>
                <a:lnTo>
                  <a:pt x="469487" y="331756"/>
                </a:lnTo>
                <a:cubicBezTo>
                  <a:pt x="478536" y="331756"/>
                  <a:pt x="485966" y="324422"/>
                  <a:pt x="485966" y="315278"/>
                </a:cubicBezTo>
                <a:lnTo>
                  <a:pt x="485966" y="45053"/>
                </a:lnTo>
                <a:cubicBezTo>
                  <a:pt x="485966" y="36005"/>
                  <a:pt x="478631" y="28575"/>
                  <a:pt x="469487" y="28575"/>
                </a:cubicBezTo>
                <a:lnTo>
                  <a:pt x="45148" y="28575"/>
                </a:lnTo>
                <a:cubicBezTo>
                  <a:pt x="36100" y="28575"/>
                  <a:pt x="28670" y="35909"/>
                  <a:pt x="28670" y="45053"/>
                </a:cubicBezTo>
                <a:lnTo>
                  <a:pt x="28670" y="315182"/>
                </a:lnTo>
                <a:cubicBezTo>
                  <a:pt x="28670" y="324231"/>
                  <a:pt x="36004" y="331661"/>
                  <a:pt x="45148" y="331661"/>
                </a:cubicBezTo>
                <a:close/>
                <a:moveTo>
                  <a:pt x="313944" y="733330"/>
                </a:moveTo>
                <a:cubicBezTo>
                  <a:pt x="313944" y="764572"/>
                  <a:pt x="288512" y="790004"/>
                  <a:pt x="257270" y="790004"/>
                </a:cubicBezTo>
                <a:cubicBezTo>
                  <a:pt x="226028" y="790004"/>
                  <a:pt x="200596" y="764572"/>
                  <a:pt x="200596" y="733330"/>
                </a:cubicBezTo>
                <a:cubicBezTo>
                  <a:pt x="200596" y="702088"/>
                  <a:pt x="226028" y="676656"/>
                  <a:pt x="257270" y="676656"/>
                </a:cubicBezTo>
                <a:cubicBezTo>
                  <a:pt x="288512" y="676656"/>
                  <a:pt x="313944" y="702088"/>
                  <a:pt x="313944" y="733330"/>
                </a:cubicBezTo>
                <a:close/>
                <a:moveTo>
                  <a:pt x="285369" y="733330"/>
                </a:moveTo>
                <a:cubicBezTo>
                  <a:pt x="285369" y="717804"/>
                  <a:pt x="272796" y="705231"/>
                  <a:pt x="257270" y="705231"/>
                </a:cubicBezTo>
                <a:cubicBezTo>
                  <a:pt x="241744" y="705231"/>
                  <a:pt x="229171" y="717804"/>
                  <a:pt x="229171" y="733330"/>
                </a:cubicBezTo>
                <a:cubicBezTo>
                  <a:pt x="229171" y="748856"/>
                  <a:pt x="241744" y="761429"/>
                  <a:pt x="257270" y="761429"/>
                </a:cubicBezTo>
                <a:cubicBezTo>
                  <a:pt x="272796" y="761429"/>
                  <a:pt x="285369" y="748856"/>
                  <a:pt x="285369" y="733330"/>
                </a:cubicBezTo>
                <a:close/>
                <a:moveTo>
                  <a:pt x="257270" y="222314"/>
                </a:moveTo>
                <a:cubicBezTo>
                  <a:pt x="265176" y="222314"/>
                  <a:pt x="271558" y="215932"/>
                  <a:pt x="271558" y="208026"/>
                </a:cubicBezTo>
                <a:lnTo>
                  <a:pt x="271558" y="194024"/>
                </a:lnTo>
                <a:lnTo>
                  <a:pt x="285560" y="194024"/>
                </a:lnTo>
                <a:cubicBezTo>
                  <a:pt x="293465" y="194024"/>
                  <a:pt x="299847" y="187643"/>
                  <a:pt x="299847" y="179737"/>
                </a:cubicBezTo>
                <a:cubicBezTo>
                  <a:pt x="299847" y="171831"/>
                  <a:pt x="293465" y="165449"/>
                  <a:pt x="285560" y="165449"/>
                </a:cubicBezTo>
                <a:lnTo>
                  <a:pt x="271558" y="165449"/>
                </a:lnTo>
                <a:lnTo>
                  <a:pt x="271558" y="151448"/>
                </a:lnTo>
                <a:cubicBezTo>
                  <a:pt x="271558" y="143542"/>
                  <a:pt x="265176" y="137160"/>
                  <a:pt x="257270" y="137160"/>
                </a:cubicBezTo>
                <a:cubicBezTo>
                  <a:pt x="249364" y="137160"/>
                  <a:pt x="242983" y="143542"/>
                  <a:pt x="242983" y="151448"/>
                </a:cubicBezTo>
                <a:lnTo>
                  <a:pt x="242983" y="165449"/>
                </a:lnTo>
                <a:lnTo>
                  <a:pt x="228981" y="165449"/>
                </a:lnTo>
                <a:cubicBezTo>
                  <a:pt x="221075" y="165449"/>
                  <a:pt x="214693" y="171831"/>
                  <a:pt x="214693" y="179737"/>
                </a:cubicBezTo>
                <a:cubicBezTo>
                  <a:pt x="214693" y="187643"/>
                  <a:pt x="221075" y="194024"/>
                  <a:pt x="228981" y="194024"/>
                </a:cubicBezTo>
                <a:lnTo>
                  <a:pt x="242983" y="194024"/>
                </a:lnTo>
                <a:lnTo>
                  <a:pt x="242983" y="208026"/>
                </a:lnTo>
                <a:cubicBezTo>
                  <a:pt x="242983" y="215932"/>
                  <a:pt x="249364" y="222314"/>
                  <a:pt x="257270" y="22231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pic>
        <p:nvPicPr>
          <p:cNvPr id="69" name="Graphic 68">
            <a:extLst>
              <a:ext uri="{FF2B5EF4-FFF2-40B4-BE49-F238E27FC236}">
                <a16:creationId xmlns:a16="http://schemas.microsoft.com/office/drawing/2014/main" id="{D4E1E130-CC80-BDB7-0373-806E7F4F48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6187614" y="5837373"/>
            <a:ext cx="316227" cy="273657"/>
          </a:xfrm>
          <a:prstGeom prst="rect">
            <a:avLst/>
          </a:prstGeom>
        </p:spPr>
      </p:pic>
      <p:pic>
        <p:nvPicPr>
          <p:cNvPr id="70" name="Graphic 69">
            <a:extLst>
              <a:ext uri="{FF2B5EF4-FFF2-40B4-BE49-F238E27FC236}">
                <a16:creationId xmlns:a16="http://schemas.microsoft.com/office/drawing/2014/main" id="{D46EB87B-2A35-6725-898C-68A4CE5638E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678414" y="5842572"/>
            <a:ext cx="287087" cy="259303"/>
          </a:xfrm>
          <a:prstGeom prst="rect">
            <a:avLst/>
          </a:prstGeom>
        </p:spPr>
      </p:pic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A232D3CE-777F-62ED-6566-FA789FF5F974}"/>
              </a:ext>
            </a:extLst>
          </p:cNvPr>
          <p:cNvCxnSpPr>
            <a:cxnSpLocks/>
            <a:endCxn id="74" idx="1"/>
          </p:cNvCxnSpPr>
          <p:nvPr/>
        </p:nvCxnSpPr>
        <p:spPr>
          <a:xfrm>
            <a:off x="5760050" y="5074897"/>
            <a:ext cx="4242" cy="22306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8A237861-ED80-2FBE-4526-695452270FB4}"/>
              </a:ext>
            </a:extLst>
          </p:cNvPr>
          <p:cNvCxnSpPr>
            <a:cxnSpLocks/>
            <a:stCxn id="74" idx="7"/>
          </p:cNvCxnSpPr>
          <p:nvPr/>
        </p:nvCxnSpPr>
        <p:spPr>
          <a:xfrm flipV="1">
            <a:off x="5968925" y="5072123"/>
            <a:ext cx="0" cy="22583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73" name="Group 72">
            <a:extLst>
              <a:ext uri="{FF2B5EF4-FFF2-40B4-BE49-F238E27FC236}">
                <a16:creationId xmlns:a16="http://schemas.microsoft.com/office/drawing/2014/main" id="{9C4DB72D-2337-03DD-ABEE-89CE6C60C430}"/>
              </a:ext>
            </a:extLst>
          </p:cNvPr>
          <p:cNvGrpSpPr/>
          <p:nvPr/>
        </p:nvGrpSpPr>
        <p:grpSpPr>
          <a:xfrm>
            <a:off x="5721911" y="5255580"/>
            <a:ext cx="289396" cy="289396"/>
            <a:chOff x="3909357" y="3102510"/>
            <a:chExt cx="577976" cy="577976"/>
          </a:xfrm>
        </p:grpSpPr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F5F83E1F-1CC1-0722-4440-EB33F8D7A6F5}"/>
                </a:ext>
              </a:extLst>
            </p:cNvPr>
            <p:cNvSpPr/>
            <p:nvPr/>
          </p:nvSpPr>
          <p:spPr>
            <a:xfrm>
              <a:off x="3909357" y="3102510"/>
              <a:ext cx="577976" cy="57797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75" name="Graphic 14">
              <a:extLst>
                <a:ext uri="{FF2B5EF4-FFF2-40B4-BE49-F238E27FC236}">
                  <a16:creationId xmlns:a16="http://schemas.microsoft.com/office/drawing/2014/main" id="{D991CD5F-7293-BAC7-F282-C6DC2A84C5BB}"/>
                </a:ext>
              </a:extLst>
            </p:cNvPr>
            <p:cNvSpPr/>
            <p:nvPr/>
          </p:nvSpPr>
          <p:spPr>
            <a:xfrm>
              <a:off x="4007163" y="3200284"/>
              <a:ext cx="387544" cy="390659"/>
            </a:xfrm>
            <a:custGeom>
              <a:avLst/>
              <a:gdLst>
                <a:gd name="connsiteX0" fmla="*/ 533305 w 616458"/>
                <a:gd name="connsiteY0" fmla="*/ 300609 h 621411"/>
                <a:gd name="connsiteX1" fmla="*/ 474059 w 616458"/>
                <a:gd name="connsiteY1" fmla="*/ 241364 h 621411"/>
                <a:gd name="connsiteX2" fmla="*/ 453866 w 616458"/>
                <a:gd name="connsiteY2" fmla="*/ 241364 h 621411"/>
                <a:gd name="connsiteX3" fmla="*/ 453866 w 616458"/>
                <a:gd name="connsiteY3" fmla="*/ 261557 h 621411"/>
                <a:gd name="connsiteX4" fmla="*/ 503015 w 616458"/>
                <a:gd name="connsiteY4" fmla="*/ 310706 h 621411"/>
                <a:gd name="connsiteX5" fmla="*/ 453866 w 616458"/>
                <a:gd name="connsiteY5" fmla="*/ 359855 h 621411"/>
                <a:gd name="connsiteX6" fmla="*/ 453866 w 616458"/>
                <a:gd name="connsiteY6" fmla="*/ 380048 h 621411"/>
                <a:gd name="connsiteX7" fmla="*/ 474059 w 616458"/>
                <a:gd name="connsiteY7" fmla="*/ 380048 h 621411"/>
                <a:gd name="connsiteX8" fmla="*/ 533305 w 616458"/>
                <a:gd name="connsiteY8" fmla="*/ 320802 h 621411"/>
                <a:gd name="connsiteX9" fmla="*/ 537496 w 616458"/>
                <a:gd name="connsiteY9" fmla="*/ 310706 h 621411"/>
                <a:gd name="connsiteX10" fmla="*/ 533305 w 616458"/>
                <a:gd name="connsiteY10" fmla="*/ 300609 h 621411"/>
                <a:gd name="connsiteX11" fmla="*/ 433197 w 616458"/>
                <a:gd name="connsiteY11" fmla="*/ 291656 h 621411"/>
                <a:gd name="connsiteX12" fmla="*/ 432721 w 616458"/>
                <a:gd name="connsiteY12" fmla="*/ 291656 h 621411"/>
                <a:gd name="connsiteX13" fmla="*/ 413957 w 616458"/>
                <a:gd name="connsiteY13" fmla="*/ 310706 h 621411"/>
                <a:gd name="connsiteX14" fmla="*/ 433197 w 616458"/>
                <a:gd name="connsiteY14" fmla="*/ 329756 h 621411"/>
                <a:gd name="connsiteX15" fmla="*/ 452247 w 616458"/>
                <a:gd name="connsiteY15" fmla="*/ 310706 h 621411"/>
                <a:gd name="connsiteX16" fmla="*/ 433197 w 616458"/>
                <a:gd name="connsiteY16" fmla="*/ 291656 h 621411"/>
                <a:gd name="connsiteX17" fmla="*/ 369665 w 616458"/>
                <a:gd name="connsiteY17" fmla="*/ 291656 h 621411"/>
                <a:gd name="connsiteX18" fmla="*/ 369189 w 616458"/>
                <a:gd name="connsiteY18" fmla="*/ 291656 h 621411"/>
                <a:gd name="connsiteX19" fmla="*/ 350330 w 616458"/>
                <a:gd name="connsiteY19" fmla="*/ 310706 h 621411"/>
                <a:gd name="connsiteX20" fmla="*/ 369665 w 616458"/>
                <a:gd name="connsiteY20" fmla="*/ 329756 h 621411"/>
                <a:gd name="connsiteX21" fmla="*/ 388715 w 616458"/>
                <a:gd name="connsiteY21" fmla="*/ 310706 h 621411"/>
                <a:gd name="connsiteX22" fmla="*/ 369665 w 616458"/>
                <a:gd name="connsiteY22" fmla="*/ 291656 h 621411"/>
                <a:gd name="connsiteX23" fmla="*/ 259080 w 616458"/>
                <a:gd name="connsiteY23" fmla="*/ 165068 h 621411"/>
                <a:gd name="connsiteX24" fmla="*/ 308229 w 616458"/>
                <a:gd name="connsiteY24" fmla="*/ 115919 h 621411"/>
                <a:gd name="connsiteX25" fmla="*/ 357378 w 616458"/>
                <a:gd name="connsiteY25" fmla="*/ 165068 h 621411"/>
                <a:gd name="connsiteX26" fmla="*/ 367475 w 616458"/>
                <a:gd name="connsiteY26" fmla="*/ 169259 h 621411"/>
                <a:gd name="connsiteX27" fmla="*/ 377571 w 616458"/>
                <a:gd name="connsiteY27" fmla="*/ 165068 h 621411"/>
                <a:gd name="connsiteX28" fmla="*/ 377571 w 616458"/>
                <a:gd name="connsiteY28" fmla="*/ 144875 h 621411"/>
                <a:gd name="connsiteX29" fmla="*/ 318326 w 616458"/>
                <a:gd name="connsiteY29" fmla="*/ 85630 h 621411"/>
                <a:gd name="connsiteX30" fmla="*/ 298133 w 616458"/>
                <a:gd name="connsiteY30" fmla="*/ 85630 h 621411"/>
                <a:gd name="connsiteX31" fmla="*/ 238887 w 616458"/>
                <a:gd name="connsiteY31" fmla="*/ 144875 h 621411"/>
                <a:gd name="connsiteX32" fmla="*/ 238887 w 616458"/>
                <a:gd name="connsiteY32" fmla="*/ 165068 h 621411"/>
                <a:gd name="connsiteX33" fmla="*/ 259080 w 616458"/>
                <a:gd name="connsiteY33" fmla="*/ 165068 h 621411"/>
                <a:gd name="connsiteX34" fmla="*/ 357378 w 616458"/>
                <a:gd name="connsiteY34" fmla="*/ 456343 h 621411"/>
                <a:gd name="connsiteX35" fmla="*/ 308229 w 616458"/>
                <a:gd name="connsiteY35" fmla="*/ 505492 h 621411"/>
                <a:gd name="connsiteX36" fmla="*/ 259080 w 616458"/>
                <a:gd name="connsiteY36" fmla="*/ 456343 h 621411"/>
                <a:gd name="connsiteX37" fmla="*/ 238887 w 616458"/>
                <a:gd name="connsiteY37" fmla="*/ 456343 h 621411"/>
                <a:gd name="connsiteX38" fmla="*/ 238887 w 616458"/>
                <a:gd name="connsiteY38" fmla="*/ 476536 h 621411"/>
                <a:gd name="connsiteX39" fmla="*/ 298133 w 616458"/>
                <a:gd name="connsiteY39" fmla="*/ 535781 h 621411"/>
                <a:gd name="connsiteX40" fmla="*/ 308229 w 616458"/>
                <a:gd name="connsiteY40" fmla="*/ 539972 h 621411"/>
                <a:gd name="connsiteX41" fmla="*/ 318326 w 616458"/>
                <a:gd name="connsiteY41" fmla="*/ 535781 h 621411"/>
                <a:gd name="connsiteX42" fmla="*/ 377571 w 616458"/>
                <a:gd name="connsiteY42" fmla="*/ 476536 h 621411"/>
                <a:gd name="connsiteX43" fmla="*/ 377571 w 616458"/>
                <a:gd name="connsiteY43" fmla="*/ 456343 h 621411"/>
                <a:gd name="connsiteX44" fmla="*/ 357378 w 616458"/>
                <a:gd name="connsiteY44" fmla="*/ 456343 h 621411"/>
                <a:gd name="connsiteX45" fmla="*/ 308229 w 616458"/>
                <a:gd name="connsiteY45" fmla="*/ 416433 h 621411"/>
                <a:gd name="connsiteX46" fmla="*/ 289179 w 616458"/>
                <a:gd name="connsiteY46" fmla="*/ 435674 h 621411"/>
                <a:gd name="connsiteX47" fmla="*/ 308229 w 616458"/>
                <a:gd name="connsiteY47" fmla="*/ 454724 h 621411"/>
                <a:gd name="connsiteX48" fmla="*/ 327279 w 616458"/>
                <a:gd name="connsiteY48" fmla="*/ 435674 h 621411"/>
                <a:gd name="connsiteX49" fmla="*/ 327279 w 616458"/>
                <a:gd name="connsiteY49" fmla="*/ 435197 h 621411"/>
                <a:gd name="connsiteX50" fmla="*/ 308229 w 616458"/>
                <a:gd name="connsiteY50" fmla="*/ 416433 h 621411"/>
                <a:gd name="connsiteX51" fmla="*/ 327279 w 616458"/>
                <a:gd name="connsiteY51" fmla="*/ 371666 h 621411"/>
                <a:gd name="connsiteX52" fmla="*/ 308229 w 616458"/>
                <a:gd name="connsiteY52" fmla="*/ 352806 h 621411"/>
                <a:gd name="connsiteX53" fmla="*/ 289179 w 616458"/>
                <a:gd name="connsiteY53" fmla="*/ 372142 h 621411"/>
                <a:gd name="connsiteX54" fmla="*/ 308229 w 616458"/>
                <a:gd name="connsiteY54" fmla="*/ 391192 h 621411"/>
                <a:gd name="connsiteX55" fmla="*/ 327279 w 616458"/>
                <a:gd name="connsiteY55" fmla="*/ 372142 h 621411"/>
                <a:gd name="connsiteX56" fmla="*/ 327279 w 616458"/>
                <a:gd name="connsiteY56" fmla="*/ 371666 h 621411"/>
                <a:gd name="connsiteX57" fmla="*/ 308229 w 616458"/>
                <a:gd name="connsiteY57" fmla="*/ 166688 h 621411"/>
                <a:gd name="connsiteX58" fmla="*/ 289179 w 616458"/>
                <a:gd name="connsiteY58" fmla="*/ 185738 h 621411"/>
                <a:gd name="connsiteX59" fmla="*/ 289179 w 616458"/>
                <a:gd name="connsiteY59" fmla="*/ 186214 h 621411"/>
                <a:gd name="connsiteX60" fmla="*/ 308229 w 616458"/>
                <a:gd name="connsiteY60" fmla="*/ 204978 h 621411"/>
                <a:gd name="connsiteX61" fmla="*/ 327279 w 616458"/>
                <a:gd name="connsiteY61" fmla="*/ 185738 h 621411"/>
                <a:gd name="connsiteX62" fmla="*/ 308229 w 616458"/>
                <a:gd name="connsiteY62" fmla="*/ 166688 h 621411"/>
                <a:gd name="connsiteX63" fmla="*/ 308229 w 616458"/>
                <a:gd name="connsiteY63" fmla="*/ 230219 h 621411"/>
                <a:gd name="connsiteX64" fmla="*/ 289179 w 616458"/>
                <a:gd name="connsiteY64" fmla="*/ 249269 h 621411"/>
                <a:gd name="connsiteX65" fmla="*/ 289179 w 616458"/>
                <a:gd name="connsiteY65" fmla="*/ 249746 h 621411"/>
                <a:gd name="connsiteX66" fmla="*/ 308229 w 616458"/>
                <a:gd name="connsiteY66" fmla="*/ 268605 h 621411"/>
                <a:gd name="connsiteX67" fmla="*/ 327279 w 616458"/>
                <a:gd name="connsiteY67" fmla="*/ 249269 h 621411"/>
                <a:gd name="connsiteX68" fmla="*/ 308229 w 616458"/>
                <a:gd name="connsiteY68" fmla="*/ 230219 h 621411"/>
                <a:gd name="connsiteX69" fmla="*/ 247269 w 616458"/>
                <a:gd name="connsiteY69" fmla="*/ 329756 h 621411"/>
                <a:gd name="connsiteX70" fmla="*/ 266129 w 616458"/>
                <a:gd name="connsiteY70" fmla="*/ 310706 h 621411"/>
                <a:gd name="connsiteX71" fmla="*/ 246793 w 616458"/>
                <a:gd name="connsiteY71" fmla="*/ 291656 h 621411"/>
                <a:gd name="connsiteX72" fmla="*/ 227743 w 616458"/>
                <a:gd name="connsiteY72" fmla="*/ 310706 h 621411"/>
                <a:gd name="connsiteX73" fmla="*/ 246793 w 616458"/>
                <a:gd name="connsiteY73" fmla="*/ 329756 h 621411"/>
                <a:gd name="connsiteX74" fmla="*/ 247269 w 616458"/>
                <a:gd name="connsiteY74" fmla="*/ 329756 h 621411"/>
                <a:gd name="connsiteX75" fmla="*/ 183261 w 616458"/>
                <a:gd name="connsiteY75" fmla="*/ 291656 h 621411"/>
                <a:gd name="connsiteX76" fmla="*/ 164211 w 616458"/>
                <a:gd name="connsiteY76" fmla="*/ 310706 h 621411"/>
                <a:gd name="connsiteX77" fmla="*/ 183261 w 616458"/>
                <a:gd name="connsiteY77" fmla="*/ 329756 h 621411"/>
                <a:gd name="connsiteX78" fmla="*/ 183737 w 616458"/>
                <a:gd name="connsiteY78" fmla="*/ 329756 h 621411"/>
                <a:gd name="connsiteX79" fmla="*/ 202502 w 616458"/>
                <a:gd name="connsiteY79" fmla="*/ 310706 h 621411"/>
                <a:gd name="connsiteX80" fmla="*/ 183261 w 616458"/>
                <a:gd name="connsiteY80" fmla="*/ 291656 h 621411"/>
                <a:gd name="connsiteX81" fmla="*/ 113443 w 616458"/>
                <a:gd name="connsiteY81" fmla="*/ 310706 h 621411"/>
                <a:gd name="connsiteX82" fmla="*/ 162592 w 616458"/>
                <a:gd name="connsiteY82" fmla="*/ 261557 h 621411"/>
                <a:gd name="connsiteX83" fmla="*/ 166783 w 616458"/>
                <a:gd name="connsiteY83" fmla="*/ 251460 h 621411"/>
                <a:gd name="connsiteX84" fmla="*/ 162592 w 616458"/>
                <a:gd name="connsiteY84" fmla="*/ 241364 h 621411"/>
                <a:gd name="connsiteX85" fmla="*/ 142399 w 616458"/>
                <a:gd name="connsiteY85" fmla="*/ 241364 h 621411"/>
                <a:gd name="connsiteX86" fmla="*/ 83153 w 616458"/>
                <a:gd name="connsiteY86" fmla="*/ 300609 h 621411"/>
                <a:gd name="connsiteX87" fmla="*/ 83153 w 616458"/>
                <a:gd name="connsiteY87" fmla="*/ 320802 h 621411"/>
                <a:gd name="connsiteX88" fmla="*/ 142399 w 616458"/>
                <a:gd name="connsiteY88" fmla="*/ 380048 h 621411"/>
                <a:gd name="connsiteX89" fmla="*/ 162592 w 616458"/>
                <a:gd name="connsiteY89" fmla="*/ 380048 h 621411"/>
                <a:gd name="connsiteX90" fmla="*/ 162592 w 616458"/>
                <a:gd name="connsiteY90" fmla="*/ 359855 h 621411"/>
                <a:gd name="connsiteX91" fmla="*/ 113443 w 616458"/>
                <a:gd name="connsiteY91" fmla="*/ 310706 h 621411"/>
                <a:gd name="connsiteX92" fmla="*/ 533114 w 616458"/>
                <a:gd name="connsiteY92" fmla="*/ 0 h 621411"/>
                <a:gd name="connsiteX93" fmla="*/ 83344 w 616458"/>
                <a:gd name="connsiteY93" fmla="*/ 0 h 621411"/>
                <a:gd name="connsiteX94" fmla="*/ 0 w 616458"/>
                <a:gd name="connsiteY94" fmla="*/ 83344 h 621411"/>
                <a:gd name="connsiteX95" fmla="*/ 0 w 616458"/>
                <a:gd name="connsiteY95" fmla="*/ 538067 h 621411"/>
                <a:gd name="connsiteX96" fmla="*/ 83344 w 616458"/>
                <a:gd name="connsiteY96" fmla="*/ 621411 h 621411"/>
                <a:gd name="connsiteX97" fmla="*/ 533114 w 616458"/>
                <a:gd name="connsiteY97" fmla="*/ 621411 h 621411"/>
                <a:gd name="connsiteX98" fmla="*/ 616458 w 616458"/>
                <a:gd name="connsiteY98" fmla="*/ 538067 h 621411"/>
                <a:gd name="connsiteX99" fmla="*/ 616458 w 616458"/>
                <a:gd name="connsiteY99" fmla="*/ 83344 h 621411"/>
                <a:gd name="connsiteX100" fmla="*/ 533114 w 616458"/>
                <a:gd name="connsiteY100" fmla="*/ 0 h 621411"/>
                <a:gd name="connsiteX101" fmla="*/ 587883 w 616458"/>
                <a:gd name="connsiteY101" fmla="*/ 538067 h 621411"/>
                <a:gd name="connsiteX102" fmla="*/ 533114 w 616458"/>
                <a:gd name="connsiteY102" fmla="*/ 592836 h 621411"/>
                <a:gd name="connsiteX103" fmla="*/ 83344 w 616458"/>
                <a:gd name="connsiteY103" fmla="*/ 592836 h 621411"/>
                <a:gd name="connsiteX104" fmla="*/ 28575 w 616458"/>
                <a:gd name="connsiteY104" fmla="*/ 538067 h 621411"/>
                <a:gd name="connsiteX105" fmla="*/ 28575 w 616458"/>
                <a:gd name="connsiteY105" fmla="*/ 83344 h 621411"/>
                <a:gd name="connsiteX106" fmla="*/ 83344 w 616458"/>
                <a:gd name="connsiteY106" fmla="*/ 28575 h 621411"/>
                <a:gd name="connsiteX107" fmla="*/ 533114 w 616458"/>
                <a:gd name="connsiteY107" fmla="*/ 28575 h 621411"/>
                <a:gd name="connsiteX108" fmla="*/ 587883 w 616458"/>
                <a:gd name="connsiteY108" fmla="*/ 83344 h 621411"/>
                <a:gd name="connsiteX109" fmla="*/ 587883 w 616458"/>
                <a:gd name="connsiteY109" fmla="*/ 538067 h 621411"/>
                <a:gd name="connsiteX110" fmla="*/ 474059 w 616458"/>
                <a:gd name="connsiteY110" fmla="*/ 241364 h 621411"/>
                <a:gd name="connsiteX111" fmla="*/ 453866 w 616458"/>
                <a:gd name="connsiteY111" fmla="*/ 241364 h 621411"/>
                <a:gd name="connsiteX112" fmla="*/ 453866 w 616458"/>
                <a:gd name="connsiteY112" fmla="*/ 261557 h 621411"/>
                <a:gd name="connsiteX113" fmla="*/ 503015 w 616458"/>
                <a:gd name="connsiteY113" fmla="*/ 310706 h 621411"/>
                <a:gd name="connsiteX114" fmla="*/ 453866 w 616458"/>
                <a:gd name="connsiteY114" fmla="*/ 359855 h 621411"/>
                <a:gd name="connsiteX115" fmla="*/ 453866 w 616458"/>
                <a:gd name="connsiteY115" fmla="*/ 380048 h 621411"/>
                <a:gd name="connsiteX116" fmla="*/ 474059 w 616458"/>
                <a:gd name="connsiteY116" fmla="*/ 380048 h 621411"/>
                <a:gd name="connsiteX117" fmla="*/ 533305 w 616458"/>
                <a:gd name="connsiteY117" fmla="*/ 320802 h 621411"/>
                <a:gd name="connsiteX118" fmla="*/ 537496 w 616458"/>
                <a:gd name="connsiteY118" fmla="*/ 310706 h 621411"/>
                <a:gd name="connsiteX119" fmla="*/ 533305 w 616458"/>
                <a:gd name="connsiteY119" fmla="*/ 300609 h 621411"/>
                <a:gd name="connsiteX120" fmla="*/ 474059 w 616458"/>
                <a:gd name="connsiteY120" fmla="*/ 241364 h 621411"/>
                <a:gd name="connsiteX121" fmla="*/ 433197 w 616458"/>
                <a:gd name="connsiteY121" fmla="*/ 291656 h 621411"/>
                <a:gd name="connsiteX122" fmla="*/ 432721 w 616458"/>
                <a:gd name="connsiteY122" fmla="*/ 291656 h 621411"/>
                <a:gd name="connsiteX123" fmla="*/ 413957 w 616458"/>
                <a:gd name="connsiteY123" fmla="*/ 310706 h 621411"/>
                <a:gd name="connsiteX124" fmla="*/ 433197 w 616458"/>
                <a:gd name="connsiteY124" fmla="*/ 329756 h 621411"/>
                <a:gd name="connsiteX125" fmla="*/ 452247 w 616458"/>
                <a:gd name="connsiteY125" fmla="*/ 310706 h 621411"/>
                <a:gd name="connsiteX126" fmla="*/ 433197 w 616458"/>
                <a:gd name="connsiteY126" fmla="*/ 291656 h 621411"/>
                <a:gd name="connsiteX127" fmla="*/ 369665 w 616458"/>
                <a:gd name="connsiteY127" fmla="*/ 291656 h 621411"/>
                <a:gd name="connsiteX128" fmla="*/ 369189 w 616458"/>
                <a:gd name="connsiteY128" fmla="*/ 291656 h 621411"/>
                <a:gd name="connsiteX129" fmla="*/ 350330 w 616458"/>
                <a:gd name="connsiteY129" fmla="*/ 310706 h 621411"/>
                <a:gd name="connsiteX130" fmla="*/ 369665 w 616458"/>
                <a:gd name="connsiteY130" fmla="*/ 329756 h 621411"/>
                <a:gd name="connsiteX131" fmla="*/ 388715 w 616458"/>
                <a:gd name="connsiteY131" fmla="*/ 310706 h 621411"/>
                <a:gd name="connsiteX132" fmla="*/ 369665 w 616458"/>
                <a:gd name="connsiteY132" fmla="*/ 291656 h 621411"/>
                <a:gd name="connsiteX133" fmla="*/ 259080 w 616458"/>
                <a:gd name="connsiteY133" fmla="*/ 165068 h 621411"/>
                <a:gd name="connsiteX134" fmla="*/ 308229 w 616458"/>
                <a:gd name="connsiteY134" fmla="*/ 115919 h 621411"/>
                <a:gd name="connsiteX135" fmla="*/ 357378 w 616458"/>
                <a:gd name="connsiteY135" fmla="*/ 165068 h 621411"/>
                <a:gd name="connsiteX136" fmla="*/ 367475 w 616458"/>
                <a:gd name="connsiteY136" fmla="*/ 169259 h 621411"/>
                <a:gd name="connsiteX137" fmla="*/ 377571 w 616458"/>
                <a:gd name="connsiteY137" fmla="*/ 165068 h 621411"/>
                <a:gd name="connsiteX138" fmla="*/ 377571 w 616458"/>
                <a:gd name="connsiteY138" fmla="*/ 144875 h 621411"/>
                <a:gd name="connsiteX139" fmla="*/ 318326 w 616458"/>
                <a:gd name="connsiteY139" fmla="*/ 85630 h 621411"/>
                <a:gd name="connsiteX140" fmla="*/ 298133 w 616458"/>
                <a:gd name="connsiteY140" fmla="*/ 85630 h 621411"/>
                <a:gd name="connsiteX141" fmla="*/ 238887 w 616458"/>
                <a:gd name="connsiteY141" fmla="*/ 144875 h 621411"/>
                <a:gd name="connsiteX142" fmla="*/ 238887 w 616458"/>
                <a:gd name="connsiteY142" fmla="*/ 165068 h 621411"/>
                <a:gd name="connsiteX143" fmla="*/ 259080 w 616458"/>
                <a:gd name="connsiteY143" fmla="*/ 165068 h 621411"/>
                <a:gd name="connsiteX144" fmla="*/ 357378 w 616458"/>
                <a:gd name="connsiteY144" fmla="*/ 456343 h 621411"/>
                <a:gd name="connsiteX145" fmla="*/ 308229 w 616458"/>
                <a:gd name="connsiteY145" fmla="*/ 505492 h 621411"/>
                <a:gd name="connsiteX146" fmla="*/ 259080 w 616458"/>
                <a:gd name="connsiteY146" fmla="*/ 456343 h 621411"/>
                <a:gd name="connsiteX147" fmla="*/ 238887 w 616458"/>
                <a:gd name="connsiteY147" fmla="*/ 456343 h 621411"/>
                <a:gd name="connsiteX148" fmla="*/ 238887 w 616458"/>
                <a:gd name="connsiteY148" fmla="*/ 476536 h 621411"/>
                <a:gd name="connsiteX149" fmla="*/ 298133 w 616458"/>
                <a:gd name="connsiteY149" fmla="*/ 535781 h 621411"/>
                <a:gd name="connsiteX150" fmla="*/ 308229 w 616458"/>
                <a:gd name="connsiteY150" fmla="*/ 539972 h 621411"/>
                <a:gd name="connsiteX151" fmla="*/ 318326 w 616458"/>
                <a:gd name="connsiteY151" fmla="*/ 535781 h 621411"/>
                <a:gd name="connsiteX152" fmla="*/ 377571 w 616458"/>
                <a:gd name="connsiteY152" fmla="*/ 476536 h 621411"/>
                <a:gd name="connsiteX153" fmla="*/ 377571 w 616458"/>
                <a:gd name="connsiteY153" fmla="*/ 456343 h 621411"/>
                <a:gd name="connsiteX154" fmla="*/ 357378 w 616458"/>
                <a:gd name="connsiteY154" fmla="*/ 456343 h 621411"/>
                <a:gd name="connsiteX155" fmla="*/ 308229 w 616458"/>
                <a:gd name="connsiteY155" fmla="*/ 416433 h 621411"/>
                <a:gd name="connsiteX156" fmla="*/ 289179 w 616458"/>
                <a:gd name="connsiteY156" fmla="*/ 435674 h 621411"/>
                <a:gd name="connsiteX157" fmla="*/ 308229 w 616458"/>
                <a:gd name="connsiteY157" fmla="*/ 454724 h 621411"/>
                <a:gd name="connsiteX158" fmla="*/ 327279 w 616458"/>
                <a:gd name="connsiteY158" fmla="*/ 435674 h 621411"/>
                <a:gd name="connsiteX159" fmla="*/ 327279 w 616458"/>
                <a:gd name="connsiteY159" fmla="*/ 435197 h 621411"/>
                <a:gd name="connsiteX160" fmla="*/ 308229 w 616458"/>
                <a:gd name="connsiteY160" fmla="*/ 416433 h 621411"/>
                <a:gd name="connsiteX161" fmla="*/ 327279 w 616458"/>
                <a:gd name="connsiteY161" fmla="*/ 371666 h 621411"/>
                <a:gd name="connsiteX162" fmla="*/ 308229 w 616458"/>
                <a:gd name="connsiteY162" fmla="*/ 352806 h 621411"/>
                <a:gd name="connsiteX163" fmla="*/ 289179 w 616458"/>
                <a:gd name="connsiteY163" fmla="*/ 372142 h 621411"/>
                <a:gd name="connsiteX164" fmla="*/ 308229 w 616458"/>
                <a:gd name="connsiteY164" fmla="*/ 391192 h 621411"/>
                <a:gd name="connsiteX165" fmla="*/ 327279 w 616458"/>
                <a:gd name="connsiteY165" fmla="*/ 372142 h 621411"/>
                <a:gd name="connsiteX166" fmla="*/ 327279 w 616458"/>
                <a:gd name="connsiteY166" fmla="*/ 371666 h 621411"/>
                <a:gd name="connsiteX167" fmla="*/ 308229 w 616458"/>
                <a:gd name="connsiteY167" fmla="*/ 166688 h 621411"/>
                <a:gd name="connsiteX168" fmla="*/ 289179 w 616458"/>
                <a:gd name="connsiteY168" fmla="*/ 185738 h 621411"/>
                <a:gd name="connsiteX169" fmla="*/ 289179 w 616458"/>
                <a:gd name="connsiteY169" fmla="*/ 186214 h 621411"/>
                <a:gd name="connsiteX170" fmla="*/ 308229 w 616458"/>
                <a:gd name="connsiteY170" fmla="*/ 204978 h 621411"/>
                <a:gd name="connsiteX171" fmla="*/ 327279 w 616458"/>
                <a:gd name="connsiteY171" fmla="*/ 185738 h 621411"/>
                <a:gd name="connsiteX172" fmla="*/ 308229 w 616458"/>
                <a:gd name="connsiteY172" fmla="*/ 166688 h 621411"/>
                <a:gd name="connsiteX173" fmla="*/ 308229 w 616458"/>
                <a:gd name="connsiteY173" fmla="*/ 230219 h 621411"/>
                <a:gd name="connsiteX174" fmla="*/ 289179 w 616458"/>
                <a:gd name="connsiteY174" fmla="*/ 249269 h 621411"/>
                <a:gd name="connsiteX175" fmla="*/ 289179 w 616458"/>
                <a:gd name="connsiteY175" fmla="*/ 249746 h 621411"/>
                <a:gd name="connsiteX176" fmla="*/ 308229 w 616458"/>
                <a:gd name="connsiteY176" fmla="*/ 268605 h 621411"/>
                <a:gd name="connsiteX177" fmla="*/ 327279 w 616458"/>
                <a:gd name="connsiteY177" fmla="*/ 249269 h 621411"/>
                <a:gd name="connsiteX178" fmla="*/ 308229 w 616458"/>
                <a:gd name="connsiteY178" fmla="*/ 230219 h 621411"/>
                <a:gd name="connsiteX179" fmla="*/ 247269 w 616458"/>
                <a:gd name="connsiteY179" fmla="*/ 329756 h 621411"/>
                <a:gd name="connsiteX180" fmla="*/ 266129 w 616458"/>
                <a:gd name="connsiteY180" fmla="*/ 310706 h 621411"/>
                <a:gd name="connsiteX181" fmla="*/ 246793 w 616458"/>
                <a:gd name="connsiteY181" fmla="*/ 291656 h 621411"/>
                <a:gd name="connsiteX182" fmla="*/ 227743 w 616458"/>
                <a:gd name="connsiteY182" fmla="*/ 310706 h 621411"/>
                <a:gd name="connsiteX183" fmla="*/ 246793 w 616458"/>
                <a:gd name="connsiteY183" fmla="*/ 329756 h 621411"/>
                <a:gd name="connsiteX184" fmla="*/ 247269 w 616458"/>
                <a:gd name="connsiteY184" fmla="*/ 329756 h 621411"/>
                <a:gd name="connsiteX185" fmla="*/ 183261 w 616458"/>
                <a:gd name="connsiteY185" fmla="*/ 291656 h 621411"/>
                <a:gd name="connsiteX186" fmla="*/ 164211 w 616458"/>
                <a:gd name="connsiteY186" fmla="*/ 310706 h 621411"/>
                <a:gd name="connsiteX187" fmla="*/ 183261 w 616458"/>
                <a:gd name="connsiteY187" fmla="*/ 329756 h 621411"/>
                <a:gd name="connsiteX188" fmla="*/ 183737 w 616458"/>
                <a:gd name="connsiteY188" fmla="*/ 329756 h 621411"/>
                <a:gd name="connsiteX189" fmla="*/ 202502 w 616458"/>
                <a:gd name="connsiteY189" fmla="*/ 310706 h 621411"/>
                <a:gd name="connsiteX190" fmla="*/ 183261 w 616458"/>
                <a:gd name="connsiteY190" fmla="*/ 291656 h 621411"/>
                <a:gd name="connsiteX191" fmla="*/ 113443 w 616458"/>
                <a:gd name="connsiteY191" fmla="*/ 310706 h 621411"/>
                <a:gd name="connsiteX192" fmla="*/ 162592 w 616458"/>
                <a:gd name="connsiteY192" fmla="*/ 261557 h 621411"/>
                <a:gd name="connsiteX193" fmla="*/ 166783 w 616458"/>
                <a:gd name="connsiteY193" fmla="*/ 251460 h 621411"/>
                <a:gd name="connsiteX194" fmla="*/ 162592 w 616458"/>
                <a:gd name="connsiteY194" fmla="*/ 241364 h 621411"/>
                <a:gd name="connsiteX195" fmla="*/ 142399 w 616458"/>
                <a:gd name="connsiteY195" fmla="*/ 241364 h 621411"/>
                <a:gd name="connsiteX196" fmla="*/ 83153 w 616458"/>
                <a:gd name="connsiteY196" fmla="*/ 300609 h 621411"/>
                <a:gd name="connsiteX197" fmla="*/ 83153 w 616458"/>
                <a:gd name="connsiteY197" fmla="*/ 320802 h 621411"/>
                <a:gd name="connsiteX198" fmla="*/ 142399 w 616458"/>
                <a:gd name="connsiteY198" fmla="*/ 380048 h 621411"/>
                <a:gd name="connsiteX199" fmla="*/ 162592 w 616458"/>
                <a:gd name="connsiteY199" fmla="*/ 380048 h 621411"/>
                <a:gd name="connsiteX200" fmla="*/ 162592 w 616458"/>
                <a:gd name="connsiteY200" fmla="*/ 359855 h 621411"/>
                <a:gd name="connsiteX201" fmla="*/ 113443 w 616458"/>
                <a:gd name="connsiteY201" fmla="*/ 310706 h 621411"/>
                <a:gd name="connsiteX202" fmla="*/ 433197 w 616458"/>
                <a:gd name="connsiteY202" fmla="*/ 291656 h 621411"/>
                <a:gd name="connsiteX203" fmla="*/ 432721 w 616458"/>
                <a:gd name="connsiteY203" fmla="*/ 291656 h 621411"/>
                <a:gd name="connsiteX204" fmla="*/ 413957 w 616458"/>
                <a:gd name="connsiteY204" fmla="*/ 310706 h 621411"/>
                <a:gd name="connsiteX205" fmla="*/ 433197 w 616458"/>
                <a:gd name="connsiteY205" fmla="*/ 329756 h 621411"/>
                <a:gd name="connsiteX206" fmla="*/ 452247 w 616458"/>
                <a:gd name="connsiteY206" fmla="*/ 310706 h 621411"/>
                <a:gd name="connsiteX207" fmla="*/ 433197 w 616458"/>
                <a:gd name="connsiteY207" fmla="*/ 291656 h 621411"/>
                <a:gd name="connsiteX208" fmla="*/ 533305 w 616458"/>
                <a:gd name="connsiteY208" fmla="*/ 300609 h 621411"/>
                <a:gd name="connsiteX209" fmla="*/ 474059 w 616458"/>
                <a:gd name="connsiteY209" fmla="*/ 241364 h 621411"/>
                <a:gd name="connsiteX210" fmla="*/ 453866 w 616458"/>
                <a:gd name="connsiteY210" fmla="*/ 241364 h 621411"/>
                <a:gd name="connsiteX211" fmla="*/ 453866 w 616458"/>
                <a:gd name="connsiteY211" fmla="*/ 261557 h 621411"/>
                <a:gd name="connsiteX212" fmla="*/ 503015 w 616458"/>
                <a:gd name="connsiteY212" fmla="*/ 310706 h 621411"/>
                <a:gd name="connsiteX213" fmla="*/ 453866 w 616458"/>
                <a:gd name="connsiteY213" fmla="*/ 359855 h 621411"/>
                <a:gd name="connsiteX214" fmla="*/ 453866 w 616458"/>
                <a:gd name="connsiteY214" fmla="*/ 380048 h 621411"/>
                <a:gd name="connsiteX215" fmla="*/ 474059 w 616458"/>
                <a:gd name="connsiteY215" fmla="*/ 380048 h 621411"/>
                <a:gd name="connsiteX216" fmla="*/ 533305 w 616458"/>
                <a:gd name="connsiteY216" fmla="*/ 320802 h 621411"/>
                <a:gd name="connsiteX217" fmla="*/ 537496 w 616458"/>
                <a:gd name="connsiteY217" fmla="*/ 310706 h 621411"/>
                <a:gd name="connsiteX218" fmla="*/ 533305 w 616458"/>
                <a:gd name="connsiteY218" fmla="*/ 300609 h 621411"/>
                <a:gd name="connsiteX219" fmla="*/ 162592 w 616458"/>
                <a:gd name="connsiteY219" fmla="*/ 359855 h 621411"/>
                <a:gd name="connsiteX220" fmla="*/ 113443 w 616458"/>
                <a:gd name="connsiteY220" fmla="*/ 310706 h 621411"/>
                <a:gd name="connsiteX221" fmla="*/ 162592 w 616458"/>
                <a:gd name="connsiteY221" fmla="*/ 261557 h 621411"/>
                <a:gd name="connsiteX222" fmla="*/ 166783 w 616458"/>
                <a:gd name="connsiteY222" fmla="*/ 251460 h 621411"/>
                <a:gd name="connsiteX223" fmla="*/ 162592 w 616458"/>
                <a:gd name="connsiteY223" fmla="*/ 241364 h 621411"/>
                <a:gd name="connsiteX224" fmla="*/ 142399 w 616458"/>
                <a:gd name="connsiteY224" fmla="*/ 241364 h 621411"/>
                <a:gd name="connsiteX225" fmla="*/ 83153 w 616458"/>
                <a:gd name="connsiteY225" fmla="*/ 300609 h 621411"/>
                <a:gd name="connsiteX226" fmla="*/ 83153 w 616458"/>
                <a:gd name="connsiteY226" fmla="*/ 320802 h 621411"/>
                <a:gd name="connsiteX227" fmla="*/ 142399 w 616458"/>
                <a:gd name="connsiteY227" fmla="*/ 380048 h 621411"/>
                <a:gd name="connsiteX228" fmla="*/ 162592 w 616458"/>
                <a:gd name="connsiteY228" fmla="*/ 380048 h 621411"/>
                <a:gd name="connsiteX229" fmla="*/ 162592 w 616458"/>
                <a:gd name="connsiteY229" fmla="*/ 359855 h 621411"/>
                <a:gd name="connsiteX230" fmla="*/ 369665 w 616458"/>
                <a:gd name="connsiteY230" fmla="*/ 291656 h 621411"/>
                <a:gd name="connsiteX231" fmla="*/ 369189 w 616458"/>
                <a:gd name="connsiteY231" fmla="*/ 291656 h 621411"/>
                <a:gd name="connsiteX232" fmla="*/ 350330 w 616458"/>
                <a:gd name="connsiteY232" fmla="*/ 310706 h 621411"/>
                <a:gd name="connsiteX233" fmla="*/ 369665 w 616458"/>
                <a:gd name="connsiteY233" fmla="*/ 329756 h 621411"/>
                <a:gd name="connsiteX234" fmla="*/ 388715 w 616458"/>
                <a:gd name="connsiteY234" fmla="*/ 310706 h 621411"/>
                <a:gd name="connsiteX235" fmla="*/ 369665 w 616458"/>
                <a:gd name="connsiteY235" fmla="*/ 291656 h 621411"/>
                <a:gd name="connsiteX236" fmla="*/ 246793 w 616458"/>
                <a:gd name="connsiteY236" fmla="*/ 291656 h 621411"/>
                <a:gd name="connsiteX237" fmla="*/ 227743 w 616458"/>
                <a:gd name="connsiteY237" fmla="*/ 310706 h 621411"/>
                <a:gd name="connsiteX238" fmla="*/ 246793 w 616458"/>
                <a:gd name="connsiteY238" fmla="*/ 329756 h 621411"/>
                <a:gd name="connsiteX239" fmla="*/ 247269 w 616458"/>
                <a:gd name="connsiteY239" fmla="*/ 329756 h 621411"/>
                <a:gd name="connsiteX240" fmla="*/ 266129 w 616458"/>
                <a:gd name="connsiteY240" fmla="*/ 310706 h 621411"/>
                <a:gd name="connsiteX241" fmla="*/ 246793 w 616458"/>
                <a:gd name="connsiteY241" fmla="*/ 291656 h 621411"/>
                <a:gd name="connsiteX242" fmla="*/ 183261 w 616458"/>
                <a:gd name="connsiteY242" fmla="*/ 291656 h 621411"/>
                <a:gd name="connsiteX243" fmla="*/ 164211 w 616458"/>
                <a:gd name="connsiteY243" fmla="*/ 310706 h 621411"/>
                <a:gd name="connsiteX244" fmla="*/ 183261 w 616458"/>
                <a:gd name="connsiteY244" fmla="*/ 329756 h 621411"/>
                <a:gd name="connsiteX245" fmla="*/ 183737 w 616458"/>
                <a:gd name="connsiteY245" fmla="*/ 329756 h 621411"/>
                <a:gd name="connsiteX246" fmla="*/ 202502 w 616458"/>
                <a:gd name="connsiteY246" fmla="*/ 310706 h 621411"/>
                <a:gd name="connsiteX247" fmla="*/ 183261 w 616458"/>
                <a:gd name="connsiteY247" fmla="*/ 291656 h 621411"/>
                <a:gd name="connsiteX248" fmla="*/ 308229 w 616458"/>
                <a:gd name="connsiteY248" fmla="*/ 230219 h 621411"/>
                <a:gd name="connsiteX249" fmla="*/ 289179 w 616458"/>
                <a:gd name="connsiteY249" fmla="*/ 249269 h 621411"/>
                <a:gd name="connsiteX250" fmla="*/ 289179 w 616458"/>
                <a:gd name="connsiteY250" fmla="*/ 249746 h 621411"/>
                <a:gd name="connsiteX251" fmla="*/ 308229 w 616458"/>
                <a:gd name="connsiteY251" fmla="*/ 268605 h 621411"/>
                <a:gd name="connsiteX252" fmla="*/ 327279 w 616458"/>
                <a:gd name="connsiteY252" fmla="*/ 249269 h 621411"/>
                <a:gd name="connsiteX253" fmla="*/ 308229 w 616458"/>
                <a:gd name="connsiteY253" fmla="*/ 230219 h 621411"/>
                <a:gd name="connsiteX254" fmla="*/ 308229 w 616458"/>
                <a:gd name="connsiteY254" fmla="*/ 166688 h 621411"/>
                <a:gd name="connsiteX255" fmla="*/ 289179 w 616458"/>
                <a:gd name="connsiteY255" fmla="*/ 185738 h 621411"/>
                <a:gd name="connsiteX256" fmla="*/ 289179 w 616458"/>
                <a:gd name="connsiteY256" fmla="*/ 186214 h 621411"/>
                <a:gd name="connsiteX257" fmla="*/ 308229 w 616458"/>
                <a:gd name="connsiteY257" fmla="*/ 204978 h 621411"/>
                <a:gd name="connsiteX258" fmla="*/ 327279 w 616458"/>
                <a:gd name="connsiteY258" fmla="*/ 185738 h 621411"/>
                <a:gd name="connsiteX259" fmla="*/ 308229 w 616458"/>
                <a:gd name="connsiteY259" fmla="*/ 166688 h 621411"/>
                <a:gd name="connsiteX260" fmla="*/ 377571 w 616458"/>
                <a:gd name="connsiteY260" fmla="*/ 456343 h 621411"/>
                <a:gd name="connsiteX261" fmla="*/ 357378 w 616458"/>
                <a:gd name="connsiteY261" fmla="*/ 456343 h 621411"/>
                <a:gd name="connsiteX262" fmla="*/ 308229 w 616458"/>
                <a:gd name="connsiteY262" fmla="*/ 505492 h 621411"/>
                <a:gd name="connsiteX263" fmla="*/ 259080 w 616458"/>
                <a:gd name="connsiteY263" fmla="*/ 456343 h 621411"/>
                <a:gd name="connsiteX264" fmla="*/ 238887 w 616458"/>
                <a:gd name="connsiteY264" fmla="*/ 456343 h 621411"/>
                <a:gd name="connsiteX265" fmla="*/ 238887 w 616458"/>
                <a:gd name="connsiteY265" fmla="*/ 476536 h 621411"/>
                <a:gd name="connsiteX266" fmla="*/ 298133 w 616458"/>
                <a:gd name="connsiteY266" fmla="*/ 535781 h 621411"/>
                <a:gd name="connsiteX267" fmla="*/ 308229 w 616458"/>
                <a:gd name="connsiteY267" fmla="*/ 539972 h 621411"/>
                <a:gd name="connsiteX268" fmla="*/ 318326 w 616458"/>
                <a:gd name="connsiteY268" fmla="*/ 535781 h 621411"/>
                <a:gd name="connsiteX269" fmla="*/ 377571 w 616458"/>
                <a:gd name="connsiteY269" fmla="*/ 476536 h 621411"/>
                <a:gd name="connsiteX270" fmla="*/ 377571 w 616458"/>
                <a:gd name="connsiteY270" fmla="*/ 456343 h 621411"/>
                <a:gd name="connsiteX271" fmla="*/ 308229 w 616458"/>
                <a:gd name="connsiteY271" fmla="*/ 416433 h 621411"/>
                <a:gd name="connsiteX272" fmla="*/ 289179 w 616458"/>
                <a:gd name="connsiteY272" fmla="*/ 435674 h 621411"/>
                <a:gd name="connsiteX273" fmla="*/ 308229 w 616458"/>
                <a:gd name="connsiteY273" fmla="*/ 454724 h 621411"/>
                <a:gd name="connsiteX274" fmla="*/ 327279 w 616458"/>
                <a:gd name="connsiteY274" fmla="*/ 435674 h 621411"/>
                <a:gd name="connsiteX275" fmla="*/ 327279 w 616458"/>
                <a:gd name="connsiteY275" fmla="*/ 435197 h 621411"/>
                <a:gd name="connsiteX276" fmla="*/ 308229 w 616458"/>
                <a:gd name="connsiteY276" fmla="*/ 416433 h 621411"/>
                <a:gd name="connsiteX277" fmla="*/ 377571 w 616458"/>
                <a:gd name="connsiteY277" fmla="*/ 144875 h 621411"/>
                <a:gd name="connsiteX278" fmla="*/ 318326 w 616458"/>
                <a:gd name="connsiteY278" fmla="*/ 85630 h 621411"/>
                <a:gd name="connsiteX279" fmla="*/ 298133 w 616458"/>
                <a:gd name="connsiteY279" fmla="*/ 85630 h 621411"/>
                <a:gd name="connsiteX280" fmla="*/ 238887 w 616458"/>
                <a:gd name="connsiteY280" fmla="*/ 144875 h 621411"/>
                <a:gd name="connsiteX281" fmla="*/ 238887 w 616458"/>
                <a:gd name="connsiteY281" fmla="*/ 165068 h 621411"/>
                <a:gd name="connsiteX282" fmla="*/ 259080 w 616458"/>
                <a:gd name="connsiteY282" fmla="*/ 165068 h 621411"/>
                <a:gd name="connsiteX283" fmla="*/ 308229 w 616458"/>
                <a:gd name="connsiteY283" fmla="*/ 115919 h 621411"/>
                <a:gd name="connsiteX284" fmla="*/ 357378 w 616458"/>
                <a:gd name="connsiteY284" fmla="*/ 165068 h 621411"/>
                <a:gd name="connsiteX285" fmla="*/ 367475 w 616458"/>
                <a:gd name="connsiteY285" fmla="*/ 169259 h 621411"/>
                <a:gd name="connsiteX286" fmla="*/ 377571 w 616458"/>
                <a:gd name="connsiteY286" fmla="*/ 165068 h 621411"/>
                <a:gd name="connsiteX287" fmla="*/ 377571 w 616458"/>
                <a:gd name="connsiteY287" fmla="*/ 144875 h 621411"/>
                <a:gd name="connsiteX288" fmla="*/ 308229 w 616458"/>
                <a:gd name="connsiteY288" fmla="*/ 352806 h 621411"/>
                <a:gd name="connsiteX289" fmla="*/ 289179 w 616458"/>
                <a:gd name="connsiteY289" fmla="*/ 372142 h 621411"/>
                <a:gd name="connsiteX290" fmla="*/ 308229 w 616458"/>
                <a:gd name="connsiteY290" fmla="*/ 391192 h 621411"/>
                <a:gd name="connsiteX291" fmla="*/ 327279 w 616458"/>
                <a:gd name="connsiteY291" fmla="*/ 372142 h 621411"/>
                <a:gd name="connsiteX292" fmla="*/ 327279 w 616458"/>
                <a:gd name="connsiteY292" fmla="*/ 371666 h 621411"/>
                <a:gd name="connsiteX293" fmla="*/ 308229 w 616458"/>
                <a:gd name="connsiteY293" fmla="*/ 352806 h 621411"/>
                <a:gd name="connsiteX294" fmla="*/ 533305 w 616458"/>
                <a:gd name="connsiteY294" fmla="*/ 300609 h 621411"/>
                <a:gd name="connsiteX295" fmla="*/ 474059 w 616458"/>
                <a:gd name="connsiteY295" fmla="*/ 241364 h 621411"/>
                <a:gd name="connsiteX296" fmla="*/ 453866 w 616458"/>
                <a:gd name="connsiteY296" fmla="*/ 241364 h 621411"/>
                <a:gd name="connsiteX297" fmla="*/ 453866 w 616458"/>
                <a:gd name="connsiteY297" fmla="*/ 261557 h 621411"/>
                <a:gd name="connsiteX298" fmla="*/ 503015 w 616458"/>
                <a:gd name="connsiteY298" fmla="*/ 310706 h 621411"/>
                <a:gd name="connsiteX299" fmla="*/ 453866 w 616458"/>
                <a:gd name="connsiteY299" fmla="*/ 359855 h 621411"/>
                <a:gd name="connsiteX300" fmla="*/ 453866 w 616458"/>
                <a:gd name="connsiteY300" fmla="*/ 380048 h 621411"/>
                <a:gd name="connsiteX301" fmla="*/ 474059 w 616458"/>
                <a:gd name="connsiteY301" fmla="*/ 380048 h 621411"/>
                <a:gd name="connsiteX302" fmla="*/ 533305 w 616458"/>
                <a:gd name="connsiteY302" fmla="*/ 320802 h 621411"/>
                <a:gd name="connsiteX303" fmla="*/ 537496 w 616458"/>
                <a:gd name="connsiteY303" fmla="*/ 310706 h 621411"/>
                <a:gd name="connsiteX304" fmla="*/ 533305 w 616458"/>
                <a:gd name="connsiteY304" fmla="*/ 300609 h 621411"/>
                <a:gd name="connsiteX305" fmla="*/ 433197 w 616458"/>
                <a:gd name="connsiteY305" fmla="*/ 291656 h 621411"/>
                <a:gd name="connsiteX306" fmla="*/ 432721 w 616458"/>
                <a:gd name="connsiteY306" fmla="*/ 291656 h 621411"/>
                <a:gd name="connsiteX307" fmla="*/ 413957 w 616458"/>
                <a:gd name="connsiteY307" fmla="*/ 310706 h 621411"/>
                <a:gd name="connsiteX308" fmla="*/ 433197 w 616458"/>
                <a:gd name="connsiteY308" fmla="*/ 329756 h 621411"/>
                <a:gd name="connsiteX309" fmla="*/ 452247 w 616458"/>
                <a:gd name="connsiteY309" fmla="*/ 310706 h 621411"/>
                <a:gd name="connsiteX310" fmla="*/ 433197 w 616458"/>
                <a:gd name="connsiteY310" fmla="*/ 291656 h 621411"/>
                <a:gd name="connsiteX311" fmla="*/ 369665 w 616458"/>
                <a:gd name="connsiteY311" fmla="*/ 291656 h 621411"/>
                <a:gd name="connsiteX312" fmla="*/ 369189 w 616458"/>
                <a:gd name="connsiteY312" fmla="*/ 291656 h 621411"/>
                <a:gd name="connsiteX313" fmla="*/ 350330 w 616458"/>
                <a:gd name="connsiteY313" fmla="*/ 310706 h 621411"/>
                <a:gd name="connsiteX314" fmla="*/ 369665 w 616458"/>
                <a:gd name="connsiteY314" fmla="*/ 329756 h 621411"/>
                <a:gd name="connsiteX315" fmla="*/ 388715 w 616458"/>
                <a:gd name="connsiteY315" fmla="*/ 310706 h 621411"/>
                <a:gd name="connsiteX316" fmla="*/ 369665 w 616458"/>
                <a:gd name="connsiteY316" fmla="*/ 291656 h 621411"/>
                <a:gd name="connsiteX317" fmla="*/ 377571 w 616458"/>
                <a:gd name="connsiteY317" fmla="*/ 456343 h 621411"/>
                <a:gd name="connsiteX318" fmla="*/ 357378 w 616458"/>
                <a:gd name="connsiteY318" fmla="*/ 456343 h 621411"/>
                <a:gd name="connsiteX319" fmla="*/ 308229 w 616458"/>
                <a:gd name="connsiteY319" fmla="*/ 505492 h 621411"/>
                <a:gd name="connsiteX320" fmla="*/ 259080 w 616458"/>
                <a:gd name="connsiteY320" fmla="*/ 456343 h 621411"/>
                <a:gd name="connsiteX321" fmla="*/ 238887 w 616458"/>
                <a:gd name="connsiteY321" fmla="*/ 456343 h 621411"/>
                <a:gd name="connsiteX322" fmla="*/ 238887 w 616458"/>
                <a:gd name="connsiteY322" fmla="*/ 476536 h 621411"/>
                <a:gd name="connsiteX323" fmla="*/ 298133 w 616458"/>
                <a:gd name="connsiteY323" fmla="*/ 535781 h 621411"/>
                <a:gd name="connsiteX324" fmla="*/ 308229 w 616458"/>
                <a:gd name="connsiteY324" fmla="*/ 539972 h 621411"/>
                <a:gd name="connsiteX325" fmla="*/ 318326 w 616458"/>
                <a:gd name="connsiteY325" fmla="*/ 535781 h 621411"/>
                <a:gd name="connsiteX326" fmla="*/ 377571 w 616458"/>
                <a:gd name="connsiteY326" fmla="*/ 476536 h 621411"/>
                <a:gd name="connsiteX327" fmla="*/ 377571 w 616458"/>
                <a:gd name="connsiteY327" fmla="*/ 456343 h 621411"/>
                <a:gd name="connsiteX328" fmla="*/ 246793 w 616458"/>
                <a:gd name="connsiteY328" fmla="*/ 291656 h 621411"/>
                <a:gd name="connsiteX329" fmla="*/ 227743 w 616458"/>
                <a:gd name="connsiteY329" fmla="*/ 310706 h 621411"/>
                <a:gd name="connsiteX330" fmla="*/ 246793 w 616458"/>
                <a:gd name="connsiteY330" fmla="*/ 329756 h 621411"/>
                <a:gd name="connsiteX331" fmla="*/ 247269 w 616458"/>
                <a:gd name="connsiteY331" fmla="*/ 329756 h 621411"/>
                <a:gd name="connsiteX332" fmla="*/ 266129 w 616458"/>
                <a:gd name="connsiteY332" fmla="*/ 310706 h 621411"/>
                <a:gd name="connsiteX333" fmla="*/ 246793 w 616458"/>
                <a:gd name="connsiteY333" fmla="*/ 291656 h 621411"/>
                <a:gd name="connsiteX334" fmla="*/ 183261 w 616458"/>
                <a:gd name="connsiteY334" fmla="*/ 291656 h 621411"/>
                <a:gd name="connsiteX335" fmla="*/ 164211 w 616458"/>
                <a:gd name="connsiteY335" fmla="*/ 310706 h 621411"/>
                <a:gd name="connsiteX336" fmla="*/ 183261 w 616458"/>
                <a:gd name="connsiteY336" fmla="*/ 329756 h 621411"/>
                <a:gd name="connsiteX337" fmla="*/ 183737 w 616458"/>
                <a:gd name="connsiteY337" fmla="*/ 329756 h 621411"/>
                <a:gd name="connsiteX338" fmla="*/ 202502 w 616458"/>
                <a:gd name="connsiteY338" fmla="*/ 310706 h 621411"/>
                <a:gd name="connsiteX339" fmla="*/ 183261 w 616458"/>
                <a:gd name="connsiteY339" fmla="*/ 291656 h 621411"/>
                <a:gd name="connsiteX340" fmla="*/ 162592 w 616458"/>
                <a:gd name="connsiteY340" fmla="*/ 359855 h 621411"/>
                <a:gd name="connsiteX341" fmla="*/ 113443 w 616458"/>
                <a:gd name="connsiteY341" fmla="*/ 310706 h 621411"/>
                <a:gd name="connsiteX342" fmla="*/ 162592 w 616458"/>
                <a:gd name="connsiteY342" fmla="*/ 261557 h 621411"/>
                <a:gd name="connsiteX343" fmla="*/ 166783 w 616458"/>
                <a:gd name="connsiteY343" fmla="*/ 251460 h 621411"/>
                <a:gd name="connsiteX344" fmla="*/ 162592 w 616458"/>
                <a:gd name="connsiteY344" fmla="*/ 241364 h 621411"/>
                <a:gd name="connsiteX345" fmla="*/ 142399 w 616458"/>
                <a:gd name="connsiteY345" fmla="*/ 241364 h 621411"/>
                <a:gd name="connsiteX346" fmla="*/ 83153 w 616458"/>
                <a:gd name="connsiteY346" fmla="*/ 300609 h 621411"/>
                <a:gd name="connsiteX347" fmla="*/ 83153 w 616458"/>
                <a:gd name="connsiteY347" fmla="*/ 320802 h 621411"/>
                <a:gd name="connsiteX348" fmla="*/ 142399 w 616458"/>
                <a:gd name="connsiteY348" fmla="*/ 380048 h 621411"/>
                <a:gd name="connsiteX349" fmla="*/ 162592 w 616458"/>
                <a:gd name="connsiteY349" fmla="*/ 380048 h 621411"/>
                <a:gd name="connsiteX350" fmla="*/ 162592 w 616458"/>
                <a:gd name="connsiteY350" fmla="*/ 359855 h 621411"/>
                <a:gd name="connsiteX351" fmla="*/ 308229 w 616458"/>
                <a:gd name="connsiteY351" fmla="*/ 166688 h 621411"/>
                <a:gd name="connsiteX352" fmla="*/ 289179 w 616458"/>
                <a:gd name="connsiteY352" fmla="*/ 185738 h 621411"/>
                <a:gd name="connsiteX353" fmla="*/ 289179 w 616458"/>
                <a:gd name="connsiteY353" fmla="*/ 186214 h 621411"/>
                <a:gd name="connsiteX354" fmla="*/ 308229 w 616458"/>
                <a:gd name="connsiteY354" fmla="*/ 204978 h 621411"/>
                <a:gd name="connsiteX355" fmla="*/ 327279 w 616458"/>
                <a:gd name="connsiteY355" fmla="*/ 185738 h 621411"/>
                <a:gd name="connsiteX356" fmla="*/ 308229 w 616458"/>
                <a:gd name="connsiteY356" fmla="*/ 166688 h 621411"/>
                <a:gd name="connsiteX357" fmla="*/ 308229 w 616458"/>
                <a:gd name="connsiteY357" fmla="*/ 230219 h 621411"/>
                <a:gd name="connsiteX358" fmla="*/ 289179 w 616458"/>
                <a:gd name="connsiteY358" fmla="*/ 249269 h 621411"/>
                <a:gd name="connsiteX359" fmla="*/ 289179 w 616458"/>
                <a:gd name="connsiteY359" fmla="*/ 249746 h 621411"/>
                <a:gd name="connsiteX360" fmla="*/ 308229 w 616458"/>
                <a:gd name="connsiteY360" fmla="*/ 268605 h 621411"/>
                <a:gd name="connsiteX361" fmla="*/ 327279 w 616458"/>
                <a:gd name="connsiteY361" fmla="*/ 249269 h 621411"/>
                <a:gd name="connsiteX362" fmla="*/ 308229 w 616458"/>
                <a:gd name="connsiteY362" fmla="*/ 230219 h 621411"/>
                <a:gd name="connsiteX363" fmla="*/ 308229 w 616458"/>
                <a:gd name="connsiteY363" fmla="*/ 416433 h 621411"/>
                <a:gd name="connsiteX364" fmla="*/ 289179 w 616458"/>
                <a:gd name="connsiteY364" fmla="*/ 435674 h 621411"/>
                <a:gd name="connsiteX365" fmla="*/ 308229 w 616458"/>
                <a:gd name="connsiteY365" fmla="*/ 454724 h 621411"/>
                <a:gd name="connsiteX366" fmla="*/ 327279 w 616458"/>
                <a:gd name="connsiteY366" fmla="*/ 435674 h 621411"/>
                <a:gd name="connsiteX367" fmla="*/ 327279 w 616458"/>
                <a:gd name="connsiteY367" fmla="*/ 435197 h 621411"/>
                <a:gd name="connsiteX368" fmla="*/ 308229 w 616458"/>
                <a:gd name="connsiteY368" fmla="*/ 416433 h 621411"/>
                <a:gd name="connsiteX369" fmla="*/ 308229 w 616458"/>
                <a:gd name="connsiteY369" fmla="*/ 352806 h 621411"/>
                <a:gd name="connsiteX370" fmla="*/ 289179 w 616458"/>
                <a:gd name="connsiteY370" fmla="*/ 372142 h 621411"/>
                <a:gd name="connsiteX371" fmla="*/ 308229 w 616458"/>
                <a:gd name="connsiteY371" fmla="*/ 391192 h 621411"/>
                <a:gd name="connsiteX372" fmla="*/ 327279 w 616458"/>
                <a:gd name="connsiteY372" fmla="*/ 372142 h 621411"/>
                <a:gd name="connsiteX373" fmla="*/ 327279 w 616458"/>
                <a:gd name="connsiteY373" fmla="*/ 371666 h 621411"/>
                <a:gd name="connsiteX374" fmla="*/ 308229 w 616458"/>
                <a:gd name="connsiteY374" fmla="*/ 352806 h 621411"/>
                <a:gd name="connsiteX375" fmla="*/ 377571 w 616458"/>
                <a:gd name="connsiteY375" fmla="*/ 144875 h 621411"/>
                <a:gd name="connsiteX376" fmla="*/ 318326 w 616458"/>
                <a:gd name="connsiteY376" fmla="*/ 85630 h 621411"/>
                <a:gd name="connsiteX377" fmla="*/ 298133 w 616458"/>
                <a:gd name="connsiteY377" fmla="*/ 85630 h 621411"/>
                <a:gd name="connsiteX378" fmla="*/ 238887 w 616458"/>
                <a:gd name="connsiteY378" fmla="*/ 144875 h 621411"/>
                <a:gd name="connsiteX379" fmla="*/ 238887 w 616458"/>
                <a:gd name="connsiteY379" fmla="*/ 165068 h 621411"/>
                <a:gd name="connsiteX380" fmla="*/ 259080 w 616458"/>
                <a:gd name="connsiteY380" fmla="*/ 165068 h 621411"/>
                <a:gd name="connsiteX381" fmla="*/ 308229 w 616458"/>
                <a:gd name="connsiteY381" fmla="*/ 115919 h 621411"/>
                <a:gd name="connsiteX382" fmla="*/ 357378 w 616458"/>
                <a:gd name="connsiteY382" fmla="*/ 165068 h 621411"/>
                <a:gd name="connsiteX383" fmla="*/ 367475 w 616458"/>
                <a:gd name="connsiteY383" fmla="*/ 169259 h 621411"/>
                <a:gd name="connsiteX384" fmla="*/ 377571 w 616458"/>
                <a:gd name="connsiteY384" fmla="*/ 165068 h 621411"/>
                <a:gd name="connsiteX385" fmla="*/ 377571 w 616458"/>
                <a:gd name="connsiteY385" fmla="*/ 144875 h 621411"/>
                <a:gd name="connsiteX386" fmla="*/ 533305 w 616458"/>
                <a:gd name="connsiteY386" fmla="*/ 300609 h 621411"/>
                <a:gd name="connsiteX387" fmla="*/ 474059 w 616458"/>
                <a:gd name="connsiteY387" fmla="*/ 241364 h 621411"/>
                <a:gd name="connsiteX388" fmla="*/ 453866 w 616458"/>
                <a:gd name="connsiteY388" fmla="*/ 241364 h 621411"/>
                <a:gd name="connsiteX389" fmla="*/ 453866 w 616458"/>
                <a:gd name="connsiteY389" fmla="*/ 261557 h 621411"/>
                <a:gd name="connsiteX390" fmla="*/ 503015 w 616458"/>
                <a:gd name="connsiteY390" fmla="*/ 310706 h 621411"/>
                <a:gd name="connsiteX391" fmla="*/ 453866 w 616458"/>
                <a:gd name="connsiteY391" fmla="*/ 359855 h 621411"/>
                <a:gd name="connsiteX392" fmla="*/ 453866 w 616458"/>
                <a:gd name="connsiteY392" fmla="*/ 380048 h 621411"/>
                <a:gd name="connsiteX393" fmla="*/ 474059 w 616458"/>
                <a:gd name="connsiteY393" fmla="*/ 380048 h 621411"/>
                <a:gd name="connsiteX394" fmla="*/ 533305 w 616458"/>
                <a:gd name="connsiteY394" fmla="*/ 320802 h 621411"/>
                <a:gd name="connsiteX395" fmla="*/ 537496 w 616458"/>
                <a:gd name="connsiteY395" fmla="*/ 310706 h 621411"/>
                <a:gd name="connsiteX396" fmla="*/ 533305 w 616458"/>
                <a:gd name="connsiteY396" fmla="*/ 300609 h 621411"/>
                <a:gd name="connsiteX397" fmla="*/ 433197 w 616458"/>
                <a:gd name="connsiteY397" fmla="*/ 291656 h 621411"/>
                <a:gd name="connsiteX398" fmla="*/ 432721 w 616458"/>
                <a:gd name="connsiteY398" fmla="*/ 291656 h 621411"/>
                <a:gd name="connsiteX399" fmla="*/ 413957 w 616458"/>
                <a:gd name="connsiteY399" fmla="*/ 310706 h 621411"/>
                <a:gd name="connsiteX400" fmla="*/ 433197 w 616458"/>
                <a:gd name="connsiteY400" fmla="*/ 329756 h 621411"/>
                <a:gd name="connsiteX401" fmla="*/ 452247 w 616458"/>
                <a:gd name="connsiteY401" fmla="*/ 310706 h 621411"/>
                <a:gd name="connsiteX402" fmla="*/ 433197 w 616458"/>
                <a:gd name="connsiteY402" fmla="*/ 291656 h 621411"/>
                <a:gd name="connsiteX403" fmla="*/ 369665 w 616458"/>
                <a:gd name="connsiteY403" fmla="*/ 291656 h 621411"/>
                <a:gd name="connsiteX404" fmla="*/ 369189 w 616458"/>
                <a:gd name="connsiteY404" fmla="*/ 291656 h 621411"/>
                <a:gd name="connsiteX405" fmla="*/ 350330 w 616458"/>
                <a:gd name="connsiteY405" fmla="*/ 310706 h 621411"/>
                <a:gd name="connsiteX406" fmla="*/ 369665 w 616458"/>
                <a:gd name="connsiteY406" fmla="*/ 329756 h 621411"/>
                <a:gd name="connsiteX407" fmla="*/ 388715 w 616458"/>
                <a:gd name="connsiteY407" fmla="*/ 310706 h 621411"/>
                <a:gd name="connsiteX408" fmla="*/ 369665 w 616458"/>
                <a:gd name="connsiteY408" fmla="*/ 291656 h 621411"/>
                <a:gd name="connsiteX409" fmla="*/ 259080 w 616458"/>
                <a:gd name="connsiteY409" fmla="*/ 165068 h 621411"/>
                <a:gd name="connsiteX410" fmla="*/ 308229 w 616458"/>
                <a:gd name="connsiteY410" fmla="*/ 115919 h 621411"/>
                <a:gd name="connsiteX411" fmla="*/ 357378 w 616458"/>
                <a:gd name="connsiteY411" fmla="*/ 165068 h 621411"/>
                <a:gd name="connsiteX412" fmla="*/ 367475 w 616458"/>
                <a:gd name="connsiteY412" fmla="*/ 169259 h 621411"/>
                <a:gd name="connsiteX413" fmla="*/ 377571 w 616458"/>
                <a:gd name="connsiteY413" fmla="*/ 165068 h 621411"/>
                <a:gd name="connsiteX414" fmla="*/ 377571 w 616458"/>
                <a:gd name="connsiteY414" fmla="*/ 144875 h 621411"/>
                <a:gd name="connsiteX415" fmla="*/ 318326 w 616458"/>
                <a:gd name="connsiteY415" fmla="*/ 85630 h 621411"/>
                <a:gd name="connsiteX416" fmla="*/ 298133 w 616458"/>
                <a:gd name="connsiteY416" fmla="*/ 85630 h 621411"/>
                <a:gd name="connsiteX417" fmla="*/ 238887 w 616458"/>
                <a:gd name="connsiteY417" fmla="*/ 144875 h 621411"/>
                <a:gd name="connsiteX418" fmla="*/ 238887 w 616458"/>
                <a:gd name="connsiteY418" fmla="*/ 165068 h 621411"/>
                <a:gd name="connsiteX419" fmla="*/ 259080 w 616458"/>
                <a:gd name="connsiteY419" fmla="*/ 165068 h 621411"/>
                <a:gd name="connsiteX420" fmla="*/ 357378 w 616458"/>
                <a:gd name="connsiteY420" fmla="*/ 456343 h 621411"/>
                <a:gd name="connsiteX421" fmla="*/ 308229 w 616458"/>
                <a:gd name="connsiteY421" fmla="*/ 505492 h 621411"/>
                <a:gd name="connsiteX422" fmla="*/ 259080 w 616458"/>
                <a:gd name="connsiteY422" fmla="*/ 456343 h 621411"/>
                <a:gd name="connsiteX423" fmla="*/ 238887 w 616458"/>
                <a:gd name="connsiteY423" fmla="*/ 456343 h 621411"/>
                <a:gd name="connsiteX424" fmla="*/ 238887 w 616458"/>
                <a:gd name="connsiteY424" fmla="*/ 476536 h 621411"/>
                <a:gd name="connsiteX425" fmla="*/ 298133 w 616458"/>
                <a:gd name="connsiteY425" fmla="*/ 535781 h 621411"/>
                <a:gd name="connsiteX426" fmla="*/ 308229 w 616458"/>
                <a:gd name="connsiteY426" fmla="*/ 539972 h 621411"/>
                <a:gd name="connsiteX427" fmla="*/ 318326 w 616458"/>
                <a:gd name="connsiteY427" fmla="*/ 535781 h 621411"/>
                <a:gd name="connsiteX428" fmla="*/ 377571 w 616458"/>
                <a:gd name="connsiteY428" fmla="*/ 476536 h 621411"/>
                <a:gd name="connsiteX429" fmla="*/ 377571 w 616458"/>
                <a:gd name="connsiteY429" fmla="*/ 456343 h 621411"/>
                <a:gd name="connsiteX430" fmla="*/ 357378 w 616458"/>
                <a:gd name="connsiteY430" fmla="*/ 456343 h 621411"/>
                <a:gd name="connsiteX431" fmla="*/ 308229 w 616458"/>
                <a:gd name="connsiteY431" fmla="*/ 416433 h 621411"/>
                <a:gd name="connsiteX432" fmla="*/ 289179 w 616458"/>
                <a:gd name="connsiteY432" fmla="*/ 435674 h 621411"/>
                <a:gd name="connsiteX433" fmla="*/ 308229 w 616458"/>
                <a:gd name="connsiteY433" fmla="*/ 454724 h 621411"/>
                <a:gd name="connsiteX434" fmla="*/ 327279 w 616458"/>
                <a:gd name="connsiteY434" fmla="*/ 435674 h 621411"/>
                <a:gd name="connsiteX435" fmla="*/ 327279 w 616458"/>
                <a:gd name="connsiteY435" fmla="*/ 435197 h 621411"/>
                <a:gd name="connsiteX436" fmla="*/ 308229 w 616458"/>
                <a:gd name="connsiteY436" fmla="*/ 416433 h 621411"/>
                <a:gd name="connsiteX437" fmla="*/ 327279 w 616458"/>
                <a:gd name="connsiteY437" fmla="*/ 371666 h 621411"/>
                <a:gd name="connsiteX438" fmla="*/ 308229 w 616458"/>
                <a:gd name="connsiteY438" fmla="*/ 352806 h 621411"/>
                <a:gd name="connsiteX439" fmla="*/ 289179 w 616458"/>
                <a:gd name="connsiteY439" fmla="*/ 372142 h 621411"/>
                <a:gd name="connsiteX440" fmla="*/ 308229 w 616458"/>
                <a:gd name="connsiteY440" fmla="*/ 391192 h 621411"/>
                <a:gd name="connsiteX441" fmla="*/ 327279 w 616458"/>
                <a:gd name="connsiteY441" fmla="*/ 372142 h 621411"/>
                <a:gd name="connsiteX442" fmla="*/ 327279 w 616458"/>
                <a:gd name="connsiteY442" fmla="*/ 371666 h 621411"/>
                <a:gd name="connsiteX443" fmla="*/ 308229 w 616458"/>
                <a:gd name="connsiteY443" fmla="*/ 166688 h 621411"/>
                <a:gd name="connsiteX444" fmla="*/ 289179 w 616458"/>
                <a:gd name="connsiteY444" fmla="*/ 185738 h 621411"/>
                <a:gd name="connsiteX445" fmla="*/ 289179 w 616458"/>
                <a:gd name="connsiteY445" fmla="*/ 186214 h 621411"/>
                <a:gd name="connsiteX446" fmla="*/ 308229 w 616458"/>
                <a:gd name="connsiteY446" fmla="*/ 204978 h 621411"/>
                <a:gd name="connsiteX447" fmla="*/ 327279 w 616458"/>
                <a:gd name="connsiteY447" fmla="*/ 185738 h 621411"/>
                <a:gd name="connsiteX448" fmla="*/ 308229 w 616458"/>
                <a:gd name="connsiteY448" fmla="*/ 166688 h 621411"/>
                <a:gd name="connsiteX449" fmla="*/ 308229 w 616458"/>
                <a:gd name="connsiteY449" fmla="*/ 230219 h 621411"/>
                <a:gd name="connsiteX450" fmla="*/ 289179 w 616458"/>
                <a:gd name="connsiteY450" fmla="*/ 249269 h 621411"/>
                <a:gd name="connsiteX451" fmla="*/ 289179 w 616458"/>
                <a:gd name="connsiteY451" fmla="*/ 249746 h 621411"/>
                <a:gd name="connsiteX452" fmla="*/ 308229 w 616458"/>
                <a:gd name="connsiteY452" fmla="*/ 268605 h 621411"/>
                <a:gd name="connsiteX453" fmla="*/ 327279 w 616458"/>
                <a:gd name="connsiteY453" fmla="*/ 249269 h 621411"/>
                <a:gd name="connsiteX454" fmla="*/ 308229 w 616458"/>
                <a:gd name="connsiteY454" fmla="*/ 230219 h 621411"/>
                <a:gd name="connsiteX455" fmla="*/ 247269 w 616458"/>
                <a:gd name="connsiteY455" fmla="*/ 329756 h 621411"/>
                <a:gd name="connsiteX456" fmla="*/ 266129 w 616458"/>
                <a:gd name="connsiteY456" fmla="*/ 310706 h 621411"/>
                <a:gd name="connsiteX457" fmla="*/ 246793 w 616458"/>
                <a:gd name="connsiteY457" fmla="*/ 291656 h 621411"/>
                <a:gd name="connsiteX458" fmla="*/ 227743 w 616458"/>
                <a:gd name="connsiteY458" fmla="*/ 310706 h 621411"/>
                <a:gd name="connsiteX459" fmla="*/ 246793 w 616458"/>
                <a:gd name="connsiteY459" fmla="*/ 329756 h 621411"/>
                <a:gd name="connsiteX460" fmla="*/ 247269 w 616458"/>
                <a:gd name="connsiteY460" fmla="*/ 329756 h 621411"/>
                <a:gd name="connsiteX461" fmla="*/ 183261 w 616458"/>
                <a:gd name="connsiteY461" fmla="*/ 291656 h 621411"/>
                <a:gd name="connsiteX462" fmla="*/ 164211 w 616458"/>
                <a:gd name="connsiteY462" fmla="*/ 310706 h 621411"/>
                <a:gd name="connsiteX463" fmla="*/ 183261 w 616458"/>
                <a:gd name="connsiteY463" fmla="*/ 329756 h 621411"/>
                <a:gd name="connsiteX464" fmla="*/ 183737 w 616458"/>
                <a:gd name="connsiteY464" fmla="*/ 329756 h 621411"/>
                <a:gd name="connsiteX465" fmla="*/ 202502 w 616458"/>
                <a:gd name="connsiteY465" fmla="*/ 310706 h 621411"/>
                <a:gd name="connsiteX466" fmla="*/ 183261 w 616458"/>
                <a:gd name="connsiteY466" fmla="*/ 291656 h 621411"/>
                <a:gd name="connsiteX467" fmla="*/ 113443 w 616458"/>
                <a:gd name="connsiteY467" fmla="*/ 310706 h 621411"/>
                <a:gd name="connsiteX468" fmla="*/ 162592 w 616458"/>
                <a:gd name="connsiteY468" fmla="*/ 261557 h 621411"/>
                <a:gd name="connsiteX469" fmla="*/ 166783 w 616458"/>
                <a:gd name="connsiteY469" fmla="*/ 251460 h 621411"/>
                <a:gd name="connsiteX470" fmla="*/ 162592 w 616458"/>
                <a:gd name="connsiteY470" fmla="*/ 241364 h 621411"/>
                <a:gd name="connsiteX471" fmla="*/ 142399 w 616458"/>
                <a:gd name="connsiteY471" fmla="*/ 241364 h 621411"/>
                <a:gd name="connsiteX472" fmla="*/ 83153 w 616458"/>
                <a:gd name="connsiteY472" fmla="*/ 300609 h 621411"/>
                <a:gd name="connsiteX473" fmla="*/ 83153 w 616458"/>
                <a:gd name="connsiteY473" fmla="*/ 320802 h 621411"/>
                <a:gd name="connsiteX474" fmla="*/ 142399 w 616458"/>
                <a:gd name="connsiteY474" fmla="*/ 380048 h 621411"/>
                <a:gd name="connsiteX475" fmla="*/ 162592 w 616458"/>
                <a:gd name="connsiteY475" fmla="*/ 380048 h 621411"/>
                <a:gd name="connsiteX476" fmla="*/ 162592 w 616458"/>
                <a:gd name="connsiteY476" fmla="*/ 359855 h 621411"/>
                <a:gd name="connsiteX477" fmla="*/ 113443 w 616458"/>
                <a:gd name="connsiteY477" fmla="*/ 310706 h 621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</a:cxnLst>
              <a:rect l="l" t="t" r="r" b="b"/>
              <a:pathLst>
                <a:path w="616458" h="621411"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59080" y="165068"/>
                  </a:move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close/>
                  <a:moveTo>
                    <a:pt x="357378" y="456343"/>
                  </a:move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ubicBezTo>
                    <a:pt x="372046" y="450723"/>
                    <a:pt x="362998" y="450723"/>
                    <a:pt x="357378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27279" y="371666"/>
                  </a:moveTo>
                  <a:cubicBezTo>
                    <a:pt x="327279" y="361093"/>
                    <a:pt x="318707" y="352806"/>
                    <a:pt x="308229" y="352806"/>
                  </a:cubicBez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247269" y="329756"/>
                  </a:move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ubicBezTo>
                    <a:pt x="236220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13443" y="310706"/>
                  </a:move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lnTo>
                    <a:pt x="113443" y="310706"/>
                  </a:lnTo>
                  <a:close/>
                  <a:moveTo>
                    <a:pt x="533114" y="0"/>
                  </a:moveTo>
                  <a:lnTo>
                    <a:pt x="83344" y="0"/>
                  </a:lnTo>
                  <a:cubicBezTo>
                    <a:pt x="37433" y="0"/>
                    <a:pt x="0" y="37338"/>
                    <a:pt x="0" y="83344"/>
                  </a:cubicBezTo>
                  <a:lnTo>
                    <a:pt x="0" y="538067"/>
                  </a:lnTo>
                  <a:cubicBezTo>
                    <a:pt x="0" y="584073"/>
                    <a:pt x="37433" y="621411"/>
                    <a:pt x="83344" y="621411"/>
                  </a:cubicBezTo>
                  <a:lnTo>
                    <a:pt x="533114" y="621411"/>
                  </a:lnTo>
                  <a:cubicBezTo>
                    <a:pt x="579025" y="621411"/>
                    <a:pt x="616458" y="584073"/>
                    <a:pt x="616458" y="538067"/>
                  </a:cubicBezTo>
                  <a:lnTo>
                    <a:pt x="616458" y="83344"/>
                  </a:lnTo>
                  <a:cubicBezTo>
                    <a:pt x="616458" y="37338"/>
                    <a:pt x="579025" y="0"/>
                    <a:pt x="533114" y="0"/>
                  </a:cubicBezTo>
                  <a:close/>
                  <a:moveTo>
                    <a:pt x="587883" y="538067"/>
                  </a:moveTo>
                  <a:cubicBezTo>
                    <a:pt x="587883" y="568262"/>
                    <a:pt x="563309" y="592836"/>
                    <a:pt x="533114" y="592836"/>
                  </a:cubicBezTo>
                  <a:lnTo>
                    <a:pt x="83344" y="592836"/>
                  </a:lnTo>
                  <a:cubicBezTo>
                    <a:pt x="53150" y="592836"/>
                    <a:pt x="28575" y="568262"/>
                    <a:pt x="28575" y="538067"/>
                  </a:cubicBezTo>
                  <a:lnTo>
                    <a:pt x="28575" y="83344"/>
                  </a:lnTo>
                  <a:cubicBezTo>
                    <a:pt x="28575" y="53150"/>
                    <a:pt x="53150" y="28575"/>
                    <a:pt x="83344" y="28575"/>
                  </a:cubicBezTo>
                  <a:lnTo>
                    <a:pt x="533114" y="28575"/>
                  </a:lnTo>
                  <a:cubicBezTo>
                    <a:pt x="563309" y="28575"/>
                    <a:pt x="587883" y="53150"/>
                    <a:pt x="587883" y="83344"/>
                  </a:cubicBezTo>
                  <a:lnTo>
                    <a:pt x="587883" y="538067"/>
                  </a:lnTo>
                  <a:close/>
                  <a:moveTo>
                    <a:pt x="474059" y="241364"/>
                  </a:move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lnTo>
                    <a:pt x="474059" y="241364"/>
                  </a:ln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59080" y="165068"/>
                  </a:move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close/>
                  <a:moveTo>
                    <a:pt x="357378" y="456343"/>
                  </a:move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ubicBezTo>
                    <a:pt x="372046" y="450723"/>
                    <a:pt x="362998" y="450723"/>
                    <a:pt x="357378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27279" y="371666"/>
                  </a:moveTo>
                  <a:cubicBezTo>
                    <a:pt x="327279" y="361093"/>
                    <a:pt x="318707" y="352806"/>
                    <a:pt x="308229" y="352806"/>
                  </a:cubicBez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247269" y="329756"/>
                  </a:move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ubicBezTo>
                    <a:pt x="236220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13443" y="310706"/>
                  </a:move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lnTo>
                    <a:pt x="113443" y="310706"/>
                  </a:ln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162592" y="359855"/>
                  </a:moveTo>
                  <a:lnTo>
                    <a:pt x="113443" y="310706"/>
                  </a:ln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46793" y="291656"/>
                  </a:moveTo>
                  <a:cubicBezTo>
                    <a:pt x="236315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77571" y="456343"/>
                  </a:moveTo>
                  <a:cubicBezTo>
                    <a:pt x="372046" y="450723"/>
                    <a:pt x="362998" y="450723"/>
                    <a:pt x="357378" y="456343"/>
                  </a:cubicBez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77571" y="144875"/>
                  </a:move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close/>
                  <a:moveTo>
                    <a:pt x="308229" y="352806"/>
                  </a:move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ubicBezTo>
                    <a:pt x="327279" y="361093"/>
                    <a:pt x="318707" y="352806"/>
                    <a:pt x="308229" y="352806"/>
                  </a:cubicBezTo>
                  <a:close/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377571" y="456343"/>
                  </a:moveTo>
                  <a:cubicBezTo>
                    <a:pt x="372046" y="450723"/>
                    <a:pt x="362998" y="450723"/>
                    <a:pt x="357378" y="456343"/>
                  </a:cubicBez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lose/>
                  <a:moveTo>
                    <a:pt x="246793" y="291656"/>
                  </a:moveTo>
                  <a:cubicBezTo>
                    <a:pt x="236315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62592" y="359855"/>
                  </a:moveTo>
                  <a:lnTo>
                    <a:pt x="113443" y="310706"/>
                  </a:ln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08229" y="352806"/>
                  </a:move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ubicBezTo>
                    <a:pt x="327279" y="361093"/>
                    <a:pt x="318707" y="352806"/>
                    <a:pt x="308229" y="352806"/>
                  </a:cubicBezTo>
                  <a:close/>
                  <a:moveTo>
                    <a:pt x="377571" y="144875"/>
                  </a:move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close/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59080" y="165068"/>
                  </a:move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close/>
                  <a:moveTo>
                    <a:pt x="357378" y="456343"/>
                  </a:move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ubicBezTo>
                    <a:pt x="372046" y="450723"/>
                    <a:pt x="362998" y="450723"/>
                    <a:pt x="357378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27279" y="371666"/>
                  </a:moveTo>
                  <a:cubicBezTo>
                    <a:pt x="327279" y="361093"/>
                    <a:pt x="318707" y="352806"/>
                    <a:pt x="308229" y="352806"/>
                  </a:cubicBez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247269" y="329756"/>
                  </a:move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ubicBezTo>
                    <a:pt x="236220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13443" y="310706"/>
                  </a:move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lnTo>
                    <a:pt x="113443" y="310706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437DABD2-1518-01F4-9305-2DF5A2471DAB}"/>
              </a:ext>
            </a:extLst>
          </p:cNvPr>
          <p:cNvCxnSpPr>
            <a:cxnSpLocks/>
          </p:cNvCxnSpPr>
          <p:nvPr/>
        </p:nvCxnSpPr>
        <p:spPr>
          <a:xfrm>
            <a:off x="5182517" y="5696732"/>
            <a:ext cx="194504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Rectangle 76">
            <a:extLst>
              <a:ext uri="{FF2B5EF4-FFF2-40B4-BE49-F238E27FC236}">
                <a16:creationId xmlns:a16="http://schemas.microsoft.com/office/drawing/2014/main" id="{674F2981-8FAD-F090-07E6-B88F2501F33E}"/>
              </a:ext>
            </a:extLst>
          </p:cNvPr>
          <p:cNvSpPr/>
          <p:nvPr/>
        </p:nvSpPr>
        <p:spPr>
          <a:xfrm>
            <a:off x="5617949" y="4935990"/>
            <a:ext cx="156946" cy="1939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E9BB741-B032-778D-A18E-C5672DBAF58E}"/>
              </a:ext>
            </a:extLst>
          </p:cNvPr>
          <p:cNvGrpSpPr/>
          <p:nvPr/>
        </p:nvGrpSpPr>
        <p:grpSpPr>
          <a:xfrm>
            <a:off x="5710893" y="4810709"/>
            <a:ext cx="314713" cy="314713"/>
            <a:chOff x="5806912" y="3810931"/>
            <a:chExt cx="829762" cy="829762"/>
          </a:xfrm>
        </p:grpSpPr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C7E1BA9D-BC3E-430A-02FA-7ADC3E1F8B22}"/>
                </a:ext>
              </a:extLst>
            </p:cNvPr>
            <p:cNvSpPr/>
            <p:nvPr/>
          </p:nvSpPr>
          <p:spPr>
            <a:xfrm>
              <a:off x="5806912" y="3810931"/>
              <a:ext cx="829762" cy="82976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80" name="Google Shape;388;p11">
              <a:extLst>
                <a:ext uri="{FF2B5EF4-FFF2-40B4-BE49-F238E27FC236}">
                  <a16:creationId xmlns:a16="http://schemas.microsoft.com/office/drawing/2014/main" id="{90C21973-26F6-C80B-BC6B-A61F62DFE5F9}"/>
                </a:ext>
              </a:extLst>
            </p:cNvPr>
            <p:cNvSpPr/>
            <p:nvPr/>
          </p:nvSpPr>
          <p:spPr>
            <a:xfrm>
              <a:off x="5949286" y="3942664"/>
              <a:ext cx="555162" cy="555162"/>
            </a:xfrm>
            <a:custGeom>
              <a:avLst/>
              <a:gdLst/>
              <a:ahLst/>
              <a:cxnLst/>
              <a:rect l="l" t="t" r="r" b="b"/>
              <a:pathLst>
                <a:path w="644842" h="644842" extrusionOk="0">
                  <a:moveTo>
                    <a:pt x="322421" y="0"/>
                  </a:moveTo>
                  <a:cubicBezTo>
                    <a:pt x="144590" y="0"/>
                    <a:pt x="0" y="144590"/>
                    <a:pt x="0" y="322421"/>
                  </a:cubicBezTo>
                  <a:cubicBezTo>
                    <a:pt x="0" y="500253"/>
                    <a:pt x="144590" y="644843"/>
                    <a:pt x="322421" y="644843"/>
                  </a:cubicBezTo>
                  <a:cubicBezTo>
                    <a:pt x="500253" y="644843"/>
                    <a:pt x="644843" y="500253"/>
                    <a:pt x="644843" y="322421"/>
                  </a:cubicBezTo>
                  <a:cubicBezTo>
                    <a:pt x="644843" y="144590"/>
                    <a:pt x="500158" y="0"/>
                    <a:pt x="322421" y="0"/>
                  </a:cubicBezTo>
                  <a:close/>
                  <a:moveTo>
                    <a:pt x="322421" y="616172"/>
                  </a:moveTo>
                  <a:cubicBezTo>
                    <a:pt x="160401" y="616172"/>
                    <a:pt x="28575" y="484346"/>
                    <a:pt x="28575" y="322326"/>
                  </a:cubicBezTo>
                  <a:cubicBezTo>
                    <a:pt x="28575" y="160306"/>
                    <a:pt x="160401" y="28575"/>
                    <a:pt x="322421" y="28575"/>
                  </a:cubicBezTo>
                  <a:cubicBezTo>
                    <a:pt x="484442" y="28575"/>
                    <a:pt x="616268" y="160401"/>
                    <a:pt x="616268" y="322421"/>
                  </a:cubicBezTo>
                  <a:cubicBezTo>
                    <a:pt x="616268" y="484442"/>
                    <a:pt x="484442" y="616268"/>
                    <a:pt x="322421" y="616268"/>
                  </a:cubicBezTo>
                  <a:close/>
                  <a:moveTo>
                    <a:pt x="126873" y="322421"/>
                  </a:moveTo>
                  <a:cubicBezTo>
                    <a:pt x="126873" y="332899"/>
                    <a:pt x="118301" y="341471"/>
                    <a:pt x="107823" y="341471"/>
                  </a:cubicBezTo>
                  <a:cubicBezTo>
                    <a:pt x="97346" y="341471"/>
                    <a:pt x="88583" y="332899"/>
                    <a:pt x="88583" y="322421"/>
                  </a:cubicBezTo>
                  <a:cubicBezTo>
                    <a:pt x="88583" y="311944"/>
                    <a:pt x="96869" y="303371"/>
                    <a:pt x="107442" y="303371"/>
                  </a:cubicBezTo>
                  <a:lnTo>
                    <a:pt x="107918" y="303371"/>
                  </a:lnTo>
                  <a:cubicBezTo>
                    <a:pt x="118396" y="303371"/>
                    <a:pt x="126968" y="311944"/>
                    <a:pt x="126968" y="322421"/>
                  </a:cubicBezTo>
                  <a:close/>
                  <a:moveTo>
                    <a:pt x="190500" y="322421"/>
                  </a:moveTo>
                  <a:cubicBezTo>
                    <a:pt x="190500" y="332899"/>
                    <a:pt x="181928" y="341471"/>
                    <a:pt x="171450" y="341471"/>
                  </a:cubicBezTo>
                  <a:cubicBezTo>
                    <a:pt x="160973" y="341471"/>
                    <a:pt x="152210" y="332899"/>
                    <a:pt x="152210" y="322421"/>
                  </a:cubicBezTo>
                  <a:cubicBezTo>
                    <a:pt x="152210" y="311944"/>
                    <a:pt x="160496" y="303371"/>
                    <a:pt x="170974" y="303371"/>
                  </a:cubicBezTo>
                  <a:lnTo>
                    <a:pt x="171450" y="303371"/>
                  </a:lnTo>
                  <a:cubicBezTo>
                    <a:pt x="181928" y="303371"/>
                    <a:pt x="190500" y="311944"/>
                    <a:pt x="190500" y="322421"/>
                  </a:cubicBezTo>
                  <a:close/>
                  <a:moveTo>
                    <a:pt x="271558" y="332518"/>
                  </a:moveTo>
                  <a:lnTo>
                    <a:pt x="212312" y="391763"/>
                  </a:lnTo>
                  <a:cubicBezTo>
                    <a:pt x="209550" y="394525"/>
                    <a:pt x="205835" y="395954"/>
                    <a:pt x="202216" y="395954"/>
                  </a:cubicBezTo>
                  <a:cubicBezTo>
                    <a:pt x="198596" y="395954"/>
                    <a:pt x="194881" y="394525"/>
                    <a:pt x="192119" y="391763"/>
                  </a:cubicBezTo>
                  <a:cubicBezTo>
                    <a:pt x="186500" y="386144"/>
                    <a:pt x="186500" y="377095"/>
                    <a:pt x="192119" y="371570"/>
                  </a:cubicBezTo>
                  <a:lnTo>
                    <a:pt x="241268" y="322421"/>
                  </a:lnTo>
                  <a:lnTo>
                    <a:pt x="192119" y="273272"/>
                  </a:lnTo>
                  <a:cubicBezTo>
                    <a:pt x="186500" y="267653"/>
                    <a:pt x="186500" y="258604"/>
                    <a:pt x="192119" y="253079"/>
                  </a:cubicBezTo>
                  <a:cubicBezTo>
                    <a:pt x="197739" y="247460"/>
                    <a:pt x="206788" y="247460"/>
                    <a:pt x="212312" y="253079"/>
                  </a:cubicBezTo>
                  <a:lnTo>
                    <a:pt x="271558" y="312325"/>
                  </a:lnTo>
                  <a:cubicBezTo>
                    <a:pt x="277178" y="317945"/>
                    <a:pt x="277178" y="326993"/>
                    <a:pt x="271558" y="332518"/>
                  </a:cubicBezTo>
                  <a:close/>
                  <a:moveTo>
                    <a:pt x="556260" y="322421"/>
                  </a:moveTo>
                  <a:cubicBezTo>
                    <a:pt x="556260" y="332899"/>
                    <a:pt x="547973" y="341471"/>
                    <a:pt x="537401" y="341471"/>
                  </a:cubicBezTo>
                  <a:lnTo>
                    <a:pt x="536924" y="341471"/>
                  </a:lnTo>
                  <a:cubicBezTo>
                    <a:pt x="526447" y="341471"/>
                    <a:pt x="517874" y="332899"/>
                    <a:pt x="517874" y="322421"/>
                  </a:cubicBezTo>
                  <a:cubicBezTo>
                    <a:pt x="517874" y="311944"/>
                    <a:pt x="526447" y="303371"/>
                    <a:pt x="536924" y="303371"/>
                  </a:cubicBezTo>
                  <a:cubicBezTo>
                    <a:pt x="547402" y="303371"/>
                    <a:pt x="556165" y="311944"/>
                    <a:pt x="556165" y="322421"/>
                  </a:cubicBezTo>
                  <a:close/>
                  <a:moveTo>
                    <a:pt x="492633" y="322421"/>
                  </a:moveTo>
                  <a:cubicBezTo>
                    <a:pt x="492633" y="332899"/>
                    <a:pt x="484346" y="341471"/>
                    <a:pt x="473869" y="341471"/>
                  </a:cubicBezTo>
                  <a:lnTo>
                    <a:pt x="473393" y="341471"/>
                  </a:lnTo>
                  <a:cubicBezTo>
                    <a:pt x="462915" y="341471"/>
                    <a:pt x="454343" y="332899"/>
                    <a:pt x="454343" y="322421"/>
                  </a:cubicBezTo>
                  <a:cubicBezTo>
                    <a:pt x="454343" y="311944"/>
                    <a:pt x="462915" y="303371"/>
                    <a:pt x="473393" y="303371"/>
                  </a:cubicBezTo>
                  <a:cubicBezTo>
                    <a:pt x="483870" y="303371"/>
                    <a:pt x="492633" y="311944"/>
                    <a:pt x="492633" y="322421"/>
                  </a:cubicBezTo>
                  <a:close/>
                  <a:moveTo>
                    <a:pt x="452723" y="371570"/>
                  </a:moveTo>
                  <a:cubicBezTo>
                    <a:pt x="458343" y="377190"/>
                    <a:pt x="458343" y="386239"/>
                    <a:pt x="452723" y="391763"/>
                  </a:cubicBezTo>
                  <a:cubicBezTo>
                    <a:pt x="449961" y="394525"/>
                    <a:pt x="446246" y="395954"/>
                    <a:pt x="442627" y="395954"/>
                  </a:cubicBezTo>
                  <a:cubicBezTo>
                    <a:pt x="439007" y="395954"/>
                    <a:pt x="435293" y="394525"/>
                    <a:pt x="432530" y="391763"/>
                  </a:cubicBezTo>
                  <a:lnTo>
                    <a:pt x="373285" y="332518"/>
                  </a:lnTo>
                  <a:cubicBezTo>
                    <a:pt x="367665" y="326898"/>
                    <a:pt x="367665" y="317849"/>
                    <a:pt x="373285" y="312325"/>
                  </a:cubicBezTo>
                  <a:lnTo>
                    <a:pt x="432530" y="253079"/>
                  </a:lnTo>
                  <a:cubicBezTo>
                    <a:pt x="438150" y="247460"/>
                    <a:pt x="447199" y="247460"/>
                    <a:pt x="452723" y="253079"/>
                  </a:cubicBezTo>
                  <a:cubicBezTo>
                    <a:pt x="458343" y="258699"/>
                    <a:pt x="458343" y="267748"/>
                    <a:pt x="452723" y="273272"/>
                  </a:cubicBezTo>
                  <a:lnTo>
                    <a:pt x="403574" y="322421"/>
                  </a:lnTo>
                  <a:lnTo>
                    <a:pt x="452723" y="371570"/>
                  </a:lnTo>
                  <a:close/>
                  <a:moveTo>
                    <a:pt x="341471" y="260985"/>
                  </a:moveTo>
                  <a:cubicBezTo>
                    <a:pt x="341471" y="271463"/>
                    <a:pt x="332899" y="280226"/>
                    <a:pt x="322421" y="280226"/>
                  </a:cubicBezTo>
                  <a:cubicBezTo>
                    <a:pt x="311944" y="280226"/>
                    <a:pt x="303371" y="271939"/>
                    <a:pt x="303371" y="261366"/>
                  </a:cubicBezTo>
                  <a:lnTo>
                    <a:pt x="303371" y="260890"/>
                  </a:lnTo>
                  <a:cubicBezTo>
                    <a:pt x="303371" y="250412"/>
                    <a:pt x="311944" y="241840"/>
                    <a:pt x="322421" y="241840"/>
                  </a:cubicBezTo>
                  <a:cubicBezTo>
                    <a:pt x="332899" y="241840"/>
                    <a:pt x="341471" y="250412"/>
                    <a:pt x="341471" y="260890"/>
                  </a:cubicBezTo>
                  <a:close/>
                  <a:moveTo>
                    <a:pt x="341471" y="197358"/>
                  </a:moveTo>
                  <a:cubicBezTo>
                    <a:pt x="341471" y="207836"/>
                    <a:pt x="332899" y="216599"/>
                    <a:pt x="322421" y="216599"/>
                  </a:cubicBezTo>
                  <a:cubicBezTo>
                    <a:pt x="311944" y="216599"/>
                    <a:pt x="303371" y="208312"/>
                    <a:pt x="303371" y="197834"/>
                  </a:cubicBezTo>
                  <a:lnTo>
                    <a:pt x="303371" y="197358"/>
                  </a:lnTo>
                  <a:cubicBezTo>
                    <a:pt x="303371" y="186881"/>
                    <a:pt x="311944" y="178308"/>
                    <a:pt x="322421" y="178308"/>
                  </a:cubicBezTo>
                  <a:cubicBezTo>
                    <a:pt x="332899" y="178308"/>
                    <a:pt x="341471" y="186881"/>
                    <a:pt x="341471" y="197358"/>
                  </a:cubicBezTo>
                  <a:close/>
                  <a:moveTo>
                    <a:pt x="253079" y="176784"/>
                  </a:moveTo>
                  <a:cubicBezTo>
                    <a:pt x="247460" y="171164"/>
                    <a:pt x="247460" y="162116"/>
                    <a:pt x="253079" y="156591"/>
                  </a:cubicBezTo>
                  <a:lnTo>
                    <a:pt x="312325" y="97346"/>
                  </a:lnTo>
                  <a:cubicBezTo>
                    <a:pt x="317945" y="91726"/>
                    <a:pt x="326993" y="91726"/>
                    <a:pt x="332518" y="97346"/>
                  </a:cubicBezTo>
                  <a:lnTo>
                    <a:pt x="391763" y="156591"/>
                  </a:lnTo>
                  <a:cubicBezTo>
                    <a:pt x="397383" y="162211"/>
                    <a:pt x="397383" y="171260"/>
                    <a:pt x="391763" y="176784"/>
                  </a:cubicBezTo>
                  <a:cubicBezTo>
                    <a:pt x="389001" y="179546"/>
                    <a:pt x="385286" y="180975"/>
                    <a:pt x="381667" y="180975"/>
                  </a:cubicBezTo>
                  <a:cubicBezTo>
                    <a:pt x="378047" y="180975"/>
                    <a:pt x="374333" y="179546"/>
                    <a:pt x="371570" y="176784"/>
                  </a:cubicBezTo>
                  <a:lnTo>
                    <a:pt x="322421" y="127635"/>
                  </a:lnTo>
                  <a:lnTo>
                    <a:pt x="273272" y="176784"/>
                  </a:lnTo>
                  <a:cubicBezTo>
                    <a:pt x="267653" y="182404"/>
                    <a:pt x="258604" y="182404"/>
                    <a:pt x="253079" y="176784"/>
                  </a:cubicBezTo>
                  <a:close/>
                  <a:moveTo>
                    <a:pt x="341471" y="383858"/>
                  </a:moveTo>
                  <a:cubicBezTo>
                    <a:pt x="341471" y="394335"/>
                    <a:pt x="332899" y="402908"/>
                    <a:pt x="322421" y="402908"/>
                  </a:cubicBezTo>
                  <a:cubicBezTo>
                    <a:pt x="311944" y="402908"/>
                    <a:pt x="303371" y="394335"/>
                    <a:pt x="303371" y="383858"/>
                  </a:cubicBezTo>
                  <a:cubicBezTo>
                    <a:pt x="303371" y="373380"/>
                    <a:pt x="311944" y="364617"/>
                    <a:pt x="322421" y="364617"/>
                  </a:cubicBezTo>
                  <a:cubicBezTo>
                    <a:pt x="332899" y="364617"/>
                    <a:pt x="341471" y="372904"/>
                    <a:pt x="341471" y="383476"/>
                  </a:cubicBezTo>
                  <a:lnTo>
                    <a:pt x="341471" y="383953"/>
                  </a:lnTo>
                  <a:close/>
                  <a:moveTo>
                    <a:pt x="341471" y="446913"/>
                  </a:moveTo>
                  <a:lnTo>
                    <a:pt x="341471" y="447389"/>
                  </a:lnTo>
                  <a:cubicBezTo>
                    <a:pt x="341471" y="457867"/>
                    <a:pt x="332899" y="466439"/>
                    <a:pt x="322421" y="466439"/>
                  </a:cubicBezTo>
                  <a:cubicBezTo>
                    <a:pt x="311944" y="466439"/>
                    <a:pt x="303371" y="457867"/>
                    <a:pt x="303371" y="447389"/>
                  </a:cubicBezTo>
                  <a:cubicBezTo>
                    <a:pt x="303371" y="436912"/>
                    <a:pt x="311944" y="428149"/>
                    <a:pt x="322421" y="428149"/>
                  </a:cubicBezTo>
                  <a:cubicBezTo>
                    <a:pt x="332899" y="428149"/>
                    <a:pt x="341471" y="436436"/>
                    <a:pt x="341471" y="446913"/>
                  </a:cubicBezTo>
                  <a:close/>
                  <a:moveTo>
                    <a:pt x="391763" y="467963"/>
                  </a:moveTo>
                  <a:cubicBezTo>
                    <a:pt x="397383" y="473583"/>
                    <a:pt x="397383" y="482632"/>
                    <a:pt x="391763" y="488156"/>
                  </a:cubicBezTo>
                  <a:lnTo>
                    <a:pt x="332518" y="547402"/>
                  </a:lnTo>
                  <a:cubicBezTo>
                    <a:pt x="329756" y="550164"/>
                    <a:pt x="326041" y="551593"/>
                    <a:pt x="322421" y="551593"/>
                  </a:cubicBezTo>
                  <a:cubicBezTo>
                    <a:pt x="318802" y="551593"/>
                    <a:pt x="315087" y="550164"/>
                    <a:pt x="312325" y="547402"/>
                  </a:cubicBezTo>
                  <a:lnTo>
                    <a:pt x="253079" y="488156"/>
                  </a:lnTo>
                  <a:cubicBezTo>
                    <a:pt x="247460" y="482537"/>
                    <a:pt x="247460" y="473488"/>
                    <a:pt x="253079" y="467963"/>
                  </a:cubicBezTo>
                  <a:cubicBezTo>
                    <a:pt x="258699" y="462344"/>
                    <a:pt x="267748" y="462344"/>
                    <a:pt x="273272" y="467963"/>
                  </a:cubicBezTo>
                  <a:lnTo>
                    <a:pt x="322421" y="517112"/>
                  </a:lnTo>
                  <a:lnTo>
                    <a:pt x="371570" y="467963"/>
                  </a:lnTo>
                  <a:cubicBezTo>
                    <a:pt x="377190" y="462344"/>
                    <a:pt x="386239" y="462344"/>
                    <a:pt x="391763" y="4679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182814" tIns="91382" rIns="182814" bIns="9138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81" name="Graphic 80">
            <a:extLst>
              <a:ext uri="{FF2B5EF4-FFF2-40B4-BE49-F238E27FC236}">
                <a16:creationId xmlns:a16="http://schemas.microsoft.com/office/drawing/2014/main" id="{250EFDF5-693B-FDA4-CFC0-AD67D1A9778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433284" y="5879460"/>
            <a:ext cx="146324" cy="153129"/>
          </a:xfrm>
          <a:prstGeom prst="rect">
            <a:avLst/>
          </a:prstGeom>
        </p:spPr>
      </p:pic>
      <p:sp>
        <p:nvSpPr>
          <p:cNvPr id="82" name="Rounded Rectangle 81">
            <a:extLst>
              <a:ext uri="{FF2B5EF4-FFF2-40B4-BE49-F238E27FC236}">
                <a16:creationId xmlns:a16="http://schemas.microsoft.com/office/drawing/2014/main" id="{025761EF-2233-83BC-2785-DC5548790E57}"/>
              </a:ext>
            </a:extLst>
          </p:cNvPr>
          <p:cNvSpPr/>
          <p:nvPr/>
        </p:nvSpPr>
        <p:spPr>
          <a:xfrm>
            <a:off x="8648791" y="5001635"/>
            <a:ext cx="2534147" cy="1280877"/>
          </a:xfrm>
          <a:prstGeom prst="roundRect">
            <a:avLst/>
          </a:prstGeom>
          <a:noFill/>
          <a:ln w="127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rPr>
              <a:t>Branch 2000</a:t>
            </a:r>
          </a:p>
        </p:txBody>
      </p: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25AE5090-6037-7278-03C7-0AF85A6A3A71}"/>
              </a:ext>
            </a:extLst>
          </p:cNvPr>
          <p:cNvCxnSpPr>
            <a:cxnSpLocks/>
          </p:cNvCxnSpPr>
          <p:nvPr/>
        </p:nvCxnSpPr>
        <p:spPr>
          <a:xfrm flipV="1">
            <a:off x="9709931" y="4979254"/>
            <a:ext cx="0" cy="72022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Google Shape;52;p3">
            <a:extLst>
              <a:ext uri="{FF2B5EF4-FFF2-40B4-BE49-F238E27FC236}">
                <a16:creationId xmlns:a16="http://schemas.microsoft.com/office/drawing/2014/main" id="{09FF06CD-A4C1-D4EC-C52C-12F415D3EA3F}"/>
              </a:ext>
            </a:extLst>
          </p:cNvPr>
          <p:cNvSpPr/>
          <p:nvPr/>
        </p:nvSpPr>
        <p:spPr>
          <a:xfrm>
            <a:off x="9191995" y="5854612"/>
            <a:ext cx="316227" cy="256419"/>
          </a:xfrm>
          <a:custGeom>
            <a:avLst/>
            <a:gdLst/>
            <a:ahLst/>
            <a:cxnLst/>
            <a:rect l="l" t="t" r="r" b="b"/>
            <a:pathLst>
              <a:path w="765809" h="519683" extrusionOk="0">
                <a:moveTo>
                  <a:pt x="673799" y="360807"/>
                </a:moveTo>
                <a:cubicBezTo>
                  <a:pt x="665911" y="361018"/>
                  <a:pt x="659345" y="354794"/>
                  <a:pt x="659135" y="346905"/>
                </a:cubicBezTo>
                <a:cubicBezTo>
                  <a:pt x="659132" y="346777"/>
                  <a:pt x="659130" y="346648"/>
                  <a:pt x="659130" y="346519"/>
                </a:cubicBezTo>
                <a:lnTo>
                  <a:pt x="659130" y="61913"/>
                </a:lnTo>
                <a:cubicBezTo>
                  <a:pt x="659130" y="43501"/>
                  <a:pt x="644204" y="28575"/>
                  <a:pt x="625793" y="28575"/>
                </a:cubicBezTo>
                <a:lnTo>
                  <a:pt x="139637" y="28575"/>
                </a:lnTo>
                <a:cubicBezTo>
                  <a:pt x="121225" y="28575"/>
                  <a:pt x="106299" y="43501"/>
                  <a:pt x="106299" y="61913"/>
                </a:cubicBezTo>
                <a:lnTo>
                  <a:pt x="106299" y="346519"/>
                </a:lnTo>
                <a:cubicBezTo>
                  <a:pt x="106299" y="354410"/>
                  <a:pt x="99902" y="360807"/>
                  <a:pt x="92012" y="360807"/>
                </a:cubicBezTo>
                <a:cubicBezTo>
                  <a:pt x="84121" y="360807"/>
                  <a:pt x="77724" y="354410"/>
                  <a:pt x="77724" y="346519"/>
                </a:cubicBezTo>
                <a:lnTo>
                  <a:pt x="77724" y="61913"/>
                </a:lnTo>
                <a:cubicBezTo>
                  <a:pt x="77724" y="27719"/>
                  <a:pt x="105443" y="0"/>
                  <a:pt x="139637" y="0"/>
                </a:cubicBezTo>
                <a:lnTo>
                  <a:pt x="626174" y="0"/>
                </a:lnTo>
                <a:cubicBezTo>
                  <a:pt x="660367" y="0"/>
                  <a:pt x="688086" y="27719"/>
                  <a:pt x="688086" y="61913"/>
                </a:cubicBezTo>
                <a:lnTo>
                  <a:pt x="688086" y="346519"/>
                </a:lnTo>
                <a:cubicBezTo>
                  <a:pt x="688086" y="354410"/>
                  <a:pt x="681689" y="360807"/>
                  <a:pt x="673799" y="360807"/>
                </a:cubicBezTo>
                <a:close/>
                <a:moveTo>
                  <a:pt x="765810" y="467296"/>
                </a:moveTo>
                <a:lnTo>
                  <a:pt x="765810" y="441674"/>
                </a:lnTo>
                <a:cubicBezTo>
                  <a:pt x="765753" y="412763"/>
                  <a:pt x="742334" y="389339"/>
                  <a:pt x="713423" y="389287"/>
                </a:cubicBezTo>
                <a:lnTo>
                  <a:pt x="52388" y="389287"/>
                </a:lnTo>
                <a:cubicBezTo>
                  <a:pt x="23476" y="389339"/>
                  <a:pt x="52" y="412763"/>
                  <a:pt x="0" y="441674"/>
                </a:cubicBezTo>
                <a:lnTo>
                  <a:pt x="0" y="467296"/>
                </a:lnTo>
                <a:cubicBezTo>
                  <a:pt x="0" y="496230"/>
                  <a:pt x="23454" y="519684"/>
                  <a:pt x="52388" y="519684"/>
                </a:cubicBezTo>
                <a:lnTo>
                  <a:pt x="713423" y="519684"/>
                </a:lnTo>
                <a:cubicBezTo>
                  <a:pt x="742356" y="519684"/>
                  <a:pt x="765810" y="496230"/>
                  <a:pt x="765810" y="467296"/>
                </a:cubicBezTo>
                <a:close/>
                <a:moveTo>
                  <a:pt x="713423" y="417862"/>
                </a:moveTo>
                <a:cubicBezTo>
                  <a:pt x="726552" y="417914"/>
                  <a:pt x="737183" y="428545"/>
                  <a:pt x="737235" y="441674"/>
                </a:cubicBezTo>
                <a:lnTo>
                  <a:pt x="737235" y="467296"/>
                </a:lnTo>
                <a:cubicBezTo>
                  <a:pt x="737183" y="480426"/>
                  <a:pt x="726552" y="491057"/>
                  <a:pt x="713423" y="491109"/>
                </a:cubicBezTo>
                <a:lnTo>
                  <a:pt x="52388" y="491109"/>
                </a:lnTo>
                <a:cubicBezTo>
                  <a:pt x="39258" y="491057"/>
                  <a:pt x="28627" y="480426"/>
                  <a:pt x="28575" y="467296"/>
                </a:cubicBezTo>
                <a:lnTo>
                  <a:pt x="28575" y="441674"/>
                </a:lnTo>
                <a:cubicBezTo>
                  <a:pt x="28627" y="428545"/>
                  <a:pt x="39258" y="417914"/>
                  <a:pt x="52388" y="417862"/>
                </a:cubicBezTo>
                <a:close/>
                <a:moveTo>
                  <a:pt x="382905" y="435483"/>
                </a:moveTo>
                <a:cubicBezTo>
                  <a:pt x="372384" y="435483"/>
                  <a:pt x="363855" y="444012"/>
                  <a:pt x="363855" y="454533"/>
                </a:cubicBezTo>
                <a:cubicBezTo>
                  <a:pt x="363855" y="465054"/>
                  <a:pt x="372384" y="473583"/>
                  <a:pt x="382905" y="473583"/>
                </a:cubicBezTo>
                <a:cubicBezTo>
                  <a:pt x="393426" y="473583"/>
                  <a:pt x="401955" y="465054"/>
                  <a:pt x="401955" y="454533"/>
                </a:cubicBezTo>
                <a:cubicBezTo>
                  <a:pt x="401955" y="444012"/>
                  <a:pt x="393426" y="435483"/>
                  <a:pt x="382905" y="43548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85" name="Google Shape;72;p3">
            <a:extLst>
              <a:ext uri="{FF2B5EF4-FFF2-40B4-BE49-F238E27FC236}">
                <a16:creationId xmlns:a16="http://schemas.microsoft.com/office/drawing/2014/main" id="{6FD9D976-A670-0EC4-2375-18DD2D428AE6}"/>
              </a:ext>
            </a:extLst>
          </p:cNvPr>
          <p:cNvSpPr/>
          <p:nvPr/>
        </p:nvSpPr>
        <p:spPr>
          <a:xfrm>
            <a:off x="9693780" y="5862550"/>
            <a:ext cx="155858" cy="239326"/>
          </a:xfrm>
          <a:custGeom>
            <a:avLst/>
            <a:gdLst/>
            <a:ahLst/>
            <a:cxnLst/>
            <a:rect l="l" t="t" r="r" b="b"/>
            <a:pathLst>
              <a:path w="514540" h="790098" extrusionOk="0">
                <a:moveTo>
                  <a:pt x="444532" y="298418"/>
                </a:moveTo>
                <a:lnTo>
                  <a:pt x="70009" y="298418"/>
                </a:lnTo>
                <a:cubicBezTo>
                  <a:pt x="62103" y="298418"/>
                  <a:pt x="55721" y="292037"/>
                  <a:pt x="55721" y="284131"/>
                </a:cubicBezTo>
                <a:cubicBezTo>
                  <a:pt x="55721" y="276225"/>
                  <a:pt x="62103" y="269843"/>
                  <a:pt x="70009" y="269843"/>
                </a:cubicBezTo>
                <a:lnTo>
                  <a:pt x="444627" y="269843"/>
                </a:lnTo>
                <a:cubicBezTo>
                  <a:pt x="452533" y="269843"/>
                  <a:pt x="458914" y="276225"/>
                  <a:pt x="458914" y="284131"/>
                </a:cubicBezTo>
                <a:cubicBezTo>
                  <a:pt x="458914" y="292037"/>
                  <a:pt x="452533" y="298418"/>
                  <a:pt x="444627" y="298418"/>
                </a:cubicBezTo>
                <a:close/>
                <a:moveTo>
                  <a:pt x="70009" y="90488"/>
                </a:moveTo>
                <a:lnTo>
                  <a:pt x="444627" y="90488"/>
                </a:lnTo>
                <a:cubicBezTo>
                  <a:pt x="452533" y="90488"/>
                  <a:pt x="458914" y="84106"/>
                  <a:pt x="458914" y="76200"/>
                </a:cubicBezTo>
                <a:cubicBezTo>
                  <a:pt x="458914" y="68294"/>
                  <a:pt x="452533" y="61913"/>
                  <a:pt x="444627" y="61913"/>
                </a:cubicBezTo>
                <a:lnTo>
                  <a:pt x="70009" y="61913"/>
                </a:lnTo>
                <a:cubicBezTo>
                  <a:pt x="62103" y="61913"/>
                  <a:pt x="55721" y="68294"/>
                  <a:pt x="55721" y="76200"/>
                </a:cubicBezTo>
                <a:cubicBezTo>
                  <a:pt x="55721" y="84106"/>
                  <a:pt x="62103" y="90488"/>
                  <a:pt x="70009" y="90488"/>
                </a:cubicBezTo>
                <a:close/>
                <a:moveTo>
                  <a:pt x="271558" y="360331"/>
                </a:moveTo>
                <a:lnTo>
                  <a:pt x="271558" y="416719"/>
                </a:lnTo>
                <a:lnTo>
                  <a:pt x="463582" y="416719"/>
                </a:lnTo>
                <a:cubicBezTo>
                  <a:pt x="491681" y="416719"/>
                  <a:pt x="514541" y="439579"/>
                  <a:pt x="514541" y="467678"/>
                </a:cubicBezTo>
                <a:cubicBezTo>
                  <a:pt x="514541" y="495776"/>
                  <a:pt x="491681" y="518636"/>
                  <a:pt x="463582" y="518636"/>
                </a:cubicBezTo>
                <a:lnTo>
                  <a:pt x="271558" y="518636"/>
                </a:lnTo>
                <a:lnTo>
                  <a:pt x="271558" y="612267"/>
                </a:lnTo>
                <a:lnTo>
                  <a:pt x="381286" y="689896"/>
                </a:lnTo>
                <a:cubicBezTo>
                  <a:pt x="391097" y="681704"/>
                  <a:pt x="403765" y="676751"/>
                  <a:pt x="417576" y="676751"/>
                </a:cubicBezTo>
                <a:cubicBezTo>
                  <a:pt x="448818" y="676751"/>
                  <a:pt x="474250" y="702183"/>
                  <a:pt x="474250" y="733425"/>
                </a:cubicBezTo>
                <a:cubicBezTo>
                  <a:pt x="474250" y="764667"/>
                  <a:pt x="448818" y="790099"/>
                  <a:pt x="417576" y="790099"/>
                </a:cubicBezTo>
                <a:cubicBezTo>
                  <a:pt x="386334" y="790099"/>
                  <a:pt x="360902" y="764667"/>
                  <a:pt x="360902" y="733425"/>
                </a:cubicBezTo>
                <a:cubicBezTo>
                  <a:pt x="360902" y="726281"/>
                  <a:pt x="362331" y="719519"/>
                  <a:pt x="364712" y="713232"/>
                </a:cubicBezTo>
                <a:lnTo>
                  <a:pt x="257270" y="637223"/>
                </a:lnTo>
                <a:lnTo>
                  <a:pt x="149828" y="713232"/>
                </a:lnTo>
                <a:cubicBezTo>
                  <a:pt x="152210" y="719519"/>
                  <a:pt x="153638" y="726377"/>
                  <a:pt x="153638" y="733425"/>
                </a:cubicBezTo>
                <a:cubicBezTo>
                  <a:pt x="153638" y="764667"/>
                  <a:pt x="128206" y="790099"/>
                  <a:pt x="96964" y="790099"/>
                </a:cubicBezTo>
                <a:cubicBezTo>
                  <a:pt x="65722" y="790099"/>
                  <a:pt x="40291" y="764667"/>
                  <a:pt x="40291" y="733425"/>
                </a:cubicBezTo>
                <a:cubicBezTo>
                  <a:pt x="40291" y="702183"/>
                  <a:pt x="65722" y="676751"/>
                  <a:pt x="96964" y="676751"/>
                </a:cubicBezTo>
                <a:cubicBezTo>
                  <a:pt x="110776" y="676751"/>
                  <a:pt x="123349" y="681704"/>
                  <a:pt x="133255" y="689896"/>
                </a:cubicBezTo>
                <a:lnTo>
                  <a:pt x="242983" y="612267"/>
                </a:lnTo>
                <a:lnTo>
                  <a:pt x="242983" y="518636"/>
                </a:lnTo>
                <a:lnTo>
                  <a:pt x="50959" y="518636"/>
                </a:lnTo>
                <a:cubicBezTo>
                  <a:pt x="22860" y="518636"/>
                  <a:pt x="0" y="495776"/>
                  <a:pt x="0" y="467678"/>
                </a:cubicBezTo>
                <a:cubicBezTo>
                  <a:pt x="0" y="439579"/>
                  <a:pt x="22860" y="416719"/>
                  <a:pt x="50959" y="416719"/>
                </a:cubicBezTo>
                <a:lnTo>
                  <a:pt x="242983" y="416719"/>
                </a:lnTo>
                <a:lnTo>
                  <a:pt x="242983" y="360331"/>
                </a:lnTo>
                <a:lnTo>
                  <a:pt x="45148" y="360331"/>
                </a:lnTo>
                <a:cubicBezTo>
                  <a:pt x="20288" y="360331"/>
                  <a:pt x="95" y="340138"/>
                  <a:pt x="95" y="315278"/>
                </a:cubicBezTo>
                <a:lnTo>
                  <a:pt x="95" y="45053"/>
                </a:lnTo>
                <a:cubicBezTo>
                  <a:pt x="95" y="20193"/>
                  <a:pt x="20288" y="0"/>
                  <a:pt x="45148" y="0"/>
                </a:cubicBezTo>
                <a:lnTo>
                  <a:pt x="469487" y="0"/>
                </a:lnTo>
                <a:cubicBezTo>
                  <a:pt x="494347" y="0"/>
                  <a:pt x="514541" y="20193"/>
                  <a:pt x="514541" y="45053"/>
                </a:cubicBezTo>
                <a:lnTo>
                  <a:pt x="514541" y="315182"/>
                </a:lnTo>
                <a:cubicBezTo>
                  <a:pt x="514541" y="340043"/>
                  <a:pt x="494347" y="360236"/>
                  <a:pt x="469487" y="360236"/>
                </a:cubicBezTo>
                <a:lnTo>
                  <a:pt x="271653" y="360236"/>
                </a:lnTo>
                <a:close/>
                <a:moveTo>
                  <a:pt x="125063" y="733330"/>
                </a:moveTo>
                <a:cubicBezTo>
                  <a:pt x="125063" y="717804"/>
                  <a:pt x="112490" y="705231"/>
                  <a:pt x="96964" y="705231"/>
                </a:cubicBezTo>
                <a:cubicBezTo>
                  <a:pt x="81439" y="705231"/>
                  <a:pt x="68866" y="717804"/>
                  <a:pt x="68866" y="733330"/>
                </a:cubicBezTo>
                <a:cubicBezTo>
                  <a:pt x="68866" y="748856"/>
                  <a:pt x="81439" y="761429"/>
                  <a:pt x="96964" y="761429"/>
                </a:cubicBezTo>
                <a:cubicBezTo>
                  <a:pt x="112490" y="761429"/>
                  <a:pt x="125063" y="748856"/>
                  <a:pt x="125063" y="733330"/>
                </a:cubicBezTo>
                <a:close/>
                <a:moveTo>
                  <a:pt x="389477" y="733330"/>
                </a:moveTo>
                <a:cubicBezTo>
                  <a:pt x="389477" y="748856"/>
                  <a:pt x="402050" y="761429"/>
                  <a:pt x="417576" y="761429"/>
                </a:cubicBezTo>
                <a:cubicBezTo>
                  <a:pt x="433102" y="761429"/>
                  <a:pt x="445675" y="748856"/>
                  <a:pt x="445675" y="733330"/>
                </a:cubicBezTo>
                <a:cubicBezTo>
                  <a:pt x="445675" y="717804"/>
                  <a:pt x="433102" y="705231"/>
                  <a:pt x="417576" y="705231"/>
                </a:cubicBezTo>
                <a:cubicBezTo>
                  <a:pt x="402050" y="705231"/>
                  <a:pt x="389477" y="717804"/>
                  <a:pt x="389477" y="733330"/>
                </a:cubicBezTo>
                <a:close/>
                <a:moveTo>
                  <a:pt x="463582" y="445294"/>
                </a:moveTo>
                <a:lnTo>
                  <a:pt x="50959" y="445294"/>
                </a:lnTo>
                <a:cubicBezTo>
                  <a:pt x="38671" y="445294"/>
                  <a:pt x="28575" y="455295"/>
                  <a:pt x="28575" y="467678"/>
                </a:cubicBezTo>
                <a:cubicBezTo>
                  <a:pt x="28575" y="480060"/>
                  <a:pt x="38576" y="490061"/>
                  <a:pt x="50959" y="490061"/>
                </a:cubicBezTo>
                <a:lnTo>
                  <a:pt x="463487" y="490061"/>
                </a:lnTo>
                <a:cubicBezTo>
                  <a:pt x="475774" y="490061"/>
                  <a:pt x="485870" y="480060"/>
                  <a:pt x="485870" y="467678"/>
                </a:cubicBezTo>
                <a:cubicBezTo>
                  <a:pt x="485870" y="455295"/>
                  <a:pt x="475869" y="445294"/>
                  <a:pt x="463487" y="445294"/>
                </a:cubicBezTo>
                <a:close/>
                <a:moveTo>
                  <a:pt x="45148" y="331756"/>
                </a:moveTo>
                <a:lnTo>
                  <a:pt x="469487" y="331756"/>
                </a:lnTo>
                <a:cubicBezTo>
                  <a:pt x="478536" y="331756"/>
                  <a:pt x="485966" y="324422"/>
                  <a:pt x="485966" y="315278"/>
                </a:cubicBezTo>
                <a:lnTo>
                  <a:pt x="485966" y="45053"/>
                </a:lnTo>
                <a:cubicBezTo>
                  <a:pt x="485966" y="36005"/>
                  <a:pt x="478631" y="28575"/>
                  <a:pt x="469487" y="28575"/>
                </a:cubicBezTo>
                <a:lnTo>
                  <a:pt x="45148" y="28575"/>
                </a:lnTo>
                <a:cubicBezTo>
                  <a:pt x="36100" y="28575"/>
                  <a:pt x="28670" y="35909"/>
                  <a:pt x="28670" y="45053"/>
                </a:cubicBezTo>
                <a:lnTo>
                  <a:pt x="28670" y="315182"/>
                </a:lnTo>
                <a:cubicBezTo>
                  <a:pt x="28670" y="324231"/>
                  <a:pt x="36004" y="331661"/>
                  <a:pt x="45148" y="331661"/>
                </a:cubicBezTo>
                <a:close/>
                <a:moveTo>
                  <a:pt x="313944" y="733330"/>
                </a:moveTo>
                <a:cubicBezTo>
                  <a:pt x="313944" y="764572"/>
                  <a:pt x="288512" y="790004"/>
                  <a:pt x="257270" y="790004"/>
                </a:cubicBezTo>
                <a:cubicBezTo>
                  <a:pt x="226028" y="790004"/>
                  <a:pt x="200596" y="764572"/>
                  <a:pt x="200596" y="733330"/>
                </a:cubicBezTo>
                <a:cubicBezTo>
                  <a:pt x="200596" y="702088"/>
                  <a:pt x="226028" y="676656"/>
                  <a:pt x="257270" y="676656"/>
                </a:cubicBezTo>
                <a:cubicBezTo>
                  <a:pt x="288512" y="676656"/>
                  <a:pt x="313944" y="702088"/>
                  <a:pt x="313944" y="733330"/>
                </a:cubicBezTo>
                <a:close/>
                <a:moveTo>
                  <a:pt x="285369" y="733330"/>
                </a:moveTo>
                <a:cubicBezTo>
                  <a:pt x="285369" y="717804"/>
                  <a:pt x="272796" y="705231"/>
                  <a:pt x="257270" y="705231"/>
                </a:cubicBezTo>
                <a:cubicBezTo>
                  <a:pt x="241744" y="705231"/>
                  <a:pt x="229171" y="717804"/>
                  <a:pt x="229171" y="733330"/>
                </a:cubicBezTo>
                <a:cubicBezTo>
                  <a:pt x="229171" y="748856"/>
                  <a:pt x="241744" y="761429"/>
                  <a:pt x="257270" y="761429"/>
                </a:cubicBezTo>
                <a:cubicBezTo>
                  <a:pt x="272796" y="761429"/>
                  <a:pt x="285369" y="748856"/>
                  <a:pt x="285369" y="733330"/>
                </a:cubicBezTo>
                <a:close/>
                <a:moveTo>
                  <a:pt x="257270" y="222314"/>
                </a:moveTo>
                <a:cubicBezTo>
                  <a:pt x="265176" y="222314"/>
                  <a:pt x="271558" y="215932"/>
                  <a:pt x="271558" y="208026"/>
                </a:cubicBezTo>
                <a:lnTo>
                  <a:pt x="271558" y="194024"/>
                </a:lnTo>
                <a:lnTo>
                  <a:pt x="285560" y="194024"/>
                </a:lnTo>
                <a:cubicBezTo>
                  <a:pt x="293465" y="194024"/>
                  <a:pt x="299847" y="187643"/>
                  <a:pt x="299847" y="179737"/>
                </a:cubicBezTo>
                <a:cubicBezTo>
                  <a:pt x="299847" y="171831"/>
                  <a:pt x="293465" y="165449"/>
                  <a:pt x="285560" y="165449"/>
                </a:cubicBezTo>
                <a:lnTo>
                  <a:pt x="271558" y="165449"/>
                </a:lnTo>
                <a:lnTo>
                  <a:pt x="271558" y="151448"/>
                </a:lnTo>
                <a:cubicBezTo>
                  <a:pt x="271558" y="143542"/>
                  <a:pt x="265176" y="137160"/>
                  <a:pt x="257270" y="137160"/>
                </a:cubicBezTo>
                <a:cubicBezTo>
                  <a:pt x="249364" y="137160"/>
                  <a:pt x="242983" y="143542"/>
                  <a:pt x="242983" y="151448"/>
                </a:cubicBezTo>
                <a:lnTo>
                  <a:pt x="242983" y="165449"/>
                </a:lnTo>
                <a:lnTo>
                  <a:pt x="228981" y="165449"/>
                </a:lnTo>
                <a:cubicBezTo>
                  <a:pt x="221075" y="165449"/>
                  <a:pt x="214693" y="171831"/>
                  <a:pt x="214693" y="179737"/>
                </a:cubicBezTo>
                <a:cubicBezTo>
                  <a:pt x="214693" y="187643"/>
                  <a:pt x="221075" y="194024"/>
                  <a:pt x="228981" y="194024"/>
                </a:cubicBezTo>
                <a:lnTo>
                  <a:pt x="242983" y="194024"/>
                </a:lnTo>
                <a:lnTo>
                  <a:pt x="242983" y="208026"/>
                </a:lnTo>
                <a:cubicBezTo>
                  <a:pt x="242983" y="215932"/>
                  <a:pt x="249364" y="222314"/>
                  <a:pt x="257270" y="22231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pic>
        <p:nvPicPr>
          <p:cNvPr id="86" name="Graphic 85">
            <a:extLst>
              <a:ext uri="{FF2B5EF4-FFF2-40B4-BE49-F238E27FC236}">
                <a16:creationId xmlns:a16="http://schemas.microsoft.com/office/drawing/2014/main" id="{1A3996DF-E0AA-3B00-7D39-BEF7980BFE0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0029295" y="5837373"/>
            <a:ext cx="316227" cy="273657"/>
          </a:xfrm>
          <a:prstGeom prst="rect">
            <a:avLst/>
          </a:prstGeom>
        </p:spPr>
      </p:pic>
      <p:pic>
        <p:nvPicPr>
          <p:cNvPr id="87" name="Graphic 86">
            <a:extLst>
              <a:ext uri="{FF2B5EF4-FFF2-40B4-BE49-F238E27FC236}">
                <a16:creationId xmlns:a16="http://schemas.microsoft.com/office/drawing/2014/main" id="{9CFCC92D-2069-B9B7-A5BD-86FB93145F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520095" y="5842572"/>
            <a:ext cx="287087" cy="259303"/>
          </a:xfrm>
          <a:prstGeom prst="rect">
            <a:avLst/>
          </a:prstGeom>
        </p:spPr>
      </p:pic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83192537-F052-186A-0B06-2FE7EFED19AD}"/>
              </a:ext>
            </a:extLst>
          </p:cNvPr>
          <p:cNvCxnSpPr>
            <a:cxnSpLocks/>
            <a:endCxn id="91" idx="1"/>
          </p:cNvCxnSpPr>
          <p:nvPr/>
        </p:nvCxnSpPr>
        <p:spPr>
          <a:xfrm>
            <a:off x="9601731" y="5074897"/>
            <a:ext cx="4242" cy="22306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2B20C23F-EF37-8056-417E-2F4677E02DC2}"/>
              </a:ext>
            </a:extLst>
          </p:cNvPr>
          <p:cNvCxnSpPr>
            <a:cxnSpLocks/>
            <a:stCxn id="91" idx="7"/>
          </p:cNvCxnSpPr>
          <p:nvPr/>
        </p:nvCxnSpPr>
        <p:spPr>
          <a:xfrm flipV="1">
            <a:off x="9810606" y="5072123"/>
            <a:ext cx="0" cy="22583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90" name="Group 89">
            <a:extLst>
              <a:ext uri="{FF2B5EF4-FFF2-40B4-BE49-F238E27FC236}">
                <a16:creationId xmlns:a16="http://schemas.microsoft.com/office/drawing/2014/main" id="{23D019D0-A556-94CD-AA54-AA22C5EF4782}"/>
              </a:ext>
            </a:extLst>
          </p:cNvPr>
          <p:cNvGrpSpPr/>
          <p:nvPr/>
        </p:nvGrpSpPr>
        <p:grpSpPr>
          <a:xfrm>
            <a:off x="9563592" y="5255580"/>
            <a:ext cx="289396" cy="289396"/>
            <a:chOff x="3909357" y="3102510"/>
            <a:chExt cx="577976" cy="577976"/>
          </a:xfrm>
        </p:grpSpPr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EA1D1646-4F8B-62CC-2117-4F767AA1C808}"/>
                </a:ext>
              </a:extLst>
            </p:cNvPr>
            <p:cNvSpPr/>
            <p:nvPr/>
          </p:nvSpPr>
          <p:spPr>
            <a:xfrm>
              <a:off x="3909357" y="3102510"/>
              <a:ext cx="577976" cy="57797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92" name="Graphic 14">
              <a:extLst>
                <a:ext uri="{FF2B5EF4-FFF2-40B4-BE49-F238E27FC236}">
                  <a16:creationId xmlns:a16="http://schemas.microsoft.com/office/drawing/2014/main" id="{815C8CAE-8A57-8CCC-4A6F-17542D43CF43}"/>
                </a:ext>
              </a:extLst>
            </p:cNvPr>
            <p:cNvSpPr/>
            <p:nvPr/>
          </p:nvSpPr>
          <p:spPr>
            <a:xfrm>
              <a:off x="4007163" y="3200284"/>
              <a:ext cx="387544" cy="390659"/>
            </a:xfrm>
            <a:custGeom>
              <a:avLst/>
              <a:gdLst>
                <a:gd name="connsiteX0" fmla="*/ 533305 w 616458"/>
                <a:gd name="connsiteY0" fmla="*/ 300609 h 621411"/>
                <a:gd name="connsiteX1" fmla="*/ 474059 w 616458"/>
                <a:gd name="connsiteY1" fmla="*/ 241364 h 621411"/>
                <a:gd name="connsiteX2" fmla="*/ 453866 w 616458"/>
                <a:gd name="connsiteY2" fmla="*/ 241364 h 621411"/>
                <a:gd name="connsiteX3" fmla="*/ 453866 w 616458"/>
                <a:gd name="connsiteY3" fmla="*/ 261557 h 621411"/>
                <a:gd name="connsiteX4" fmla="*/ 503015 w 616458"/>
                <a:gd name="connsiteY4" fmla="*/ 310706 h 621411"/>
                <a:gd name="connsiteX5" fmla="*/ 453866 w 616458"/>
                <a:gd name="connsiteY5" fmla="*/ 359855 h 621411"/>
                <a:gd name="connsiteX6" fmla="*/ 453866 w 616458"/>
                <a:gd name="connsiteY6" fmla="*/ 380048 h 621411"/>
                <a:gd name="connsiteX7" fmla="*/ 474059 w 616458"/>
                <a:gd name="connsiteY7" fmla="*/ 380048 h 621411"/>
                <a:gd name="connsiteX8" fmla="*/ 533305 w 616458"/>
                <a:gd name="connsiteY8" fmla="*/ 320802 h 621411"/>
                <a:gd name="connsiteX9" fmla="*/ 537496 w 616458"/>
                <a:gd name="connsiteY9" fmla="*/ 310706 h 621411"/>
                <a:gd name="connsiteX10" fmla="*/ 533305 w 616458"/>
                <a:gd name="connsiteY10" fmla="*/ 300609 h 621411"/>
                <a:gd name="connsiteX11" fmla="*/ 433197 w 616458"/>
                <a:gd name="connsiteY11" fmla="*/ 291656 h 621411"/>
                <a:gd name="connsiteX12" fmla="*/ 432721 w 616458"/>
                <a:gd name="connsiteY12" fmla="*/ 291656 h 621411"/>
                <a:gd name="connsiteX13" fmla="*/ 413957 w 616458"/>
                <a:gd name="connsiteY13" fmla="*/ 310706 h 621411"/>
                <a:gd name="connsiteX14" fmla="*/ 433197 w 616458"/>
                <a:gd name="connsiteY14" fmla="*/ 329756 h 621411"/>
                <a:gd name="connsiteX15" fmla="*/ 452247 w 616458"/>
                <a:gd name="connsiteY15" fmla="*/ 310706 h 621411"/>
                <a:gd name="connsiteX16" fmla="*/ 433197 w 616458"/>
                <a:gd name="connsiteY16" fmla="*/ 291656 h 621411"/>
                <a:gd name="connsiteX17" fmla="*/ 369665 w 616458"/>
                <a:gd name="connsiteY17" fmla="*/ 291656 h 621411"/>
                <a:gd name="connsiteX18" fmla="*/ 369189 w 616458"/>
                <a:gd name="connsiteY18" fmla="*/ 291656 h 621411"/>
                <a:gd name="connsiteX19" fmla="*/ 350330 w 616458"/>
                <a:gd name="connsiteY19" fmla="*/ 310706 h 621411"/>
                <a:gd name="connsiteX20" fmla="*/ 369665 w 616458"/>
                <a:gd name="connsiteY20" fmla="*/ 329756 h 621411"/>
                <a:gd name="connsiteX21" fmla="*/ 388715 w 616458"/>
                <a:gd name="connsiteY21" fmla="*/ 310706 h 621411"/>
                <a:gd name="connsiteX22" fmla="*/ 369665 w 616458"/>
                <a:gd name="connsiteY22" fmla="*/ 291656 h 621411"/>
                <a:gd name="connsiteX23" fmla="*/ 259080 w 616458"/>
                <a:gd name="connsiteY23" fmla="*/ 165068 h 621411"/>
                <a:gd name="connsiteX24" fmla="*/ 308229 w 616458"/>
                <a:gd name="connsiteY24" fmla="*/ 115919 h 621411"/>
                <a:gd name="connsiteX25" fmla="*/ 357378 w 616458"/>
                <a:gd name="connsiteY25" fmla="*/ 165068 h 621411"/>
                <a:gd name="connsiteX26" fmla="*/ 367475 w 616458"/>
                <a:gd name="connsiteY26" fmla="*/ 169259 h 621411"/>
                <a:gd name="connsiteX27" fmla="*/ 377571 w 616458"/>
                <a:gd name="connsiteY27" fmla="*/ 165068 h 621411"/>
                <a:gd name="connsiteX28" fmla="*/ 377571 w 616458"/>
                <a:gd name="connsiteY28" fmla="*/ 144875 h 621411"/>
                <a:gd name="connsiteX29" fmla="*/ 318326 w 616458"/>
                <a:gd name="connsiteY29" fmla="*/ 85630 h 621411"/>
                <a:gd name="connsiteX30" fmla="*/ 298133 w 616458"/>
                <a:gd name="connsiteY30" fmla="*/ 85630 h 621411"/>
                <a:gd name="connsiteX31" fmla="*/ 238887 w 616458"/>
                <a:gd name="connsiteY31" fmla="*/ 144875 h 621411"/>
                <a:gd name="connsiteX32" fmla="*/ 238887 w 616458"/>
                <a:gd name="connsiteY32" fmla="*/ 165068 h 621411"/>
                <a:gd name="connsiteX33" fmla="*/ 259080 w 616458"/>
                <a:gd name="connsiteY33" fmla="*/ 165068 h 621411"/>
                <a:gd name="connsiteX34" fmla="*/ 357378 w 616458"/>
                <a:gd name="connsiteY34" fmla="*/ 456343 h 621411"/>
                <a:gd name="connsiteX35" fmla="*/ 308229 w 616458"/>
                <a:gd name="connsiteY35" fmla="*/ 505492 h 621411"/>
                <a:gd name="connsiteX36" fmla="*/ 259080 w 616458"/>
                <a:gd name="connsiteY36" fmla="*/ 456343 h 621411"/>
                <a:gd name="connsiteX37" fmla="*/ 238887 w 616458"/>
                <a:gd name="connsiteY37" fmla="*/ 456343 h 621411"/>
                <a:gd name="connsiteX38" fmla="*/ 238887 w 616458"/>
                <a:gd name="connsiteY38" fmla="*/ 476536 h 621411"/>
                <a:gd name="connsiteX39" fmla="*/ 298133 w 616458"/>
                <a:gd name="connsiteY39" fmla="*/ 535781 h 621411"/>
                <a:gd name="connsiteX40" fmla="*/ 308229 w 616458"/>
                <a:gd name="connsiteY40" fmla="*/ 539972 h 621411"/>
                <a:gd name="connsiteX41" fmla="*/ 318326 w 616458"/>
                <a:gd name="connsiteY41" fmla="*/ 535781 h 621411"/>
                <a:gd name="connsiteX42" fmla="*/ 377571 w 616458"/>
                <a:gd name="connsiteY42" fmla="*/ 476536 h 621411"/>
                <a:gd name="connsiteX43" fmla="*/ 377571 w 616458"/>
                <a:gd name="connsiteY43" fmla="*/ 456343 h 621411"/>
                <a:gd name="connsiteX44" fmla="*/ 357378 w 616458"/>
                <a:gd name="connsiteY44" fmla="*/ 456343 h 621411"/>
                <a:gd name="connsiteX45" fmla="*/ 308229 w 616458"/>
                <a:gd name="connsiteY45" fmla="*/ 416433 h 621411"/>
                <a:gd name="connsiteX46" fmla="*/ 289179 w 616458"/>
                <a:gd name="connsiteY46" fmla="*/ 435674 h 621411"/>
                <a:gd name="connsiteX47" fmla="*/ 308229 w 616458"/>
                <a:gd name="connsiteY47" fmla="*/ 454724 h 621411"/>
                <a:gd name="connsiteX48" fmla="*/ 327279 w 616458"/>
                <a:gd name="connsiteY48" fmla="*/ 435674 h 621411"/>
                <a:gd name="connsiteX49" fmla="*/ 327279 w 616458"/>
                <a:gd name="connsiteY49" fmla="*/ 435197 h 621411"/>
                <a:gd name="connsiteX50" fmla="*/ 308229 w 616458"/>
                <a:gd name="connsiteY50" fmla="*/ 416433 h 621411"/>
                <a:gd name="connsiteX51" fmla="*/ 327279 w 616458"/>
                <a:gd name="connsiteY51" fmla="*/ 371666 h 621411"/>
                <a:gd name="connsiteX52" fmla="*/ 308229 w 616458"/>
                <a:gd name="connsiteY52" fmla="*/ 352806 h 621411"/>
                <a:gd name="connsiteX53" fmla="*/ 289179 w 616458"/>
                <a:gd name="connsiteY53" fmla="*/ 372142 h 621411"/>
                <a:gd name="connsiteX54" fmla="*/ 308229 w 616458"/>
                <a:gd name="connsiteY54" fmla="*/ 391192 h 621411"/>
                <a:gd name="connsiteX55" fmla="*/ 327279 w 616458"/>
                <a:gd name="connsiteY55" fmla="*/ 372142 h 621411"/>
                <a:gd name="connsiteX56" fmla="*/ 327279 w 616458"/>
                <a:gd name="connsiteY56" fmla="*/ 371666 h 621411"/>
                <a:gd name="connsiteX57" fmla="*/ 308229 w 616458"/>
                <a:gd name="connsiteY57" fmla="*/ 166688 h 621411"/>
                <a:gd name="connsiteX58" fmla="*/ 289179 w 616458"/>
                <a:gd name="connsiteY58" fmla="*/ 185738 h 621411"/>
                <a:gd name="connsiteX59" fmla="*/ 289179 w 616458"/>
                <a:gd name="connsiteY59" fmla="*/ 186214 h 621411"/>
                <a:gd name="connsiteX60" fmla="*/ 308229 w 616458"/>
                <a:gd name="connsiteY60" fmla="*/ 204978 h 621411"/>
                <a:gd name="connsiteX61" fmla="*/ 327279 w 616458"/>
                <a:gd name="connsiteY61" fmla="*/ 185738 h 621411"/>
                <a:gd name="connsiteX62" fmla="*/ 308229 w 616458"/>
                <a:gd name="connsiteY62" fmla="*/ 166688 h 621411"/>
                <a:gd name="connsiteX63" fmla="*/ 308229 w 616458"/>
                <a:gd name="connsiteY63" fmla="*/ 230219 h 621411"/>
                <a:gd name="connsiteX64" fmla="*/ 289179 w 616458"/>
                <a:gd name="connsiteY64" fmla="*/ 249269 h 621411"/>
                <a:gd name="connsiteX65" fmla="*/ 289179 w 616458"/>
                <a:gd name="connsiteY65" fmla="*/ 249746 h 621411"/>
                <a:gd name="connsiteX66" fmla="*/ 308229 w 616458"/>
                <a:gd name="connsiteY66" fmla="*/ 268605 h 621411"/>
                <a:gd name="connsiteX67" fmla="*/ 327279 w 616458"/>
                <a:gd name="connsiteY67" fmla="*/ 249269 h 621411"/>
                <a:gd name="connsiteX68" fmla="*/ 308229 w 616458"/>
                <a:gd name="connsiteY68" fmla="*/ 230219 h 621411"/>
                <a:gd name="connsiteX69" fmla="*/ 247269 w 616458"/>
                <a:gd name="connsiteY69" fmla="*/ 329756 h 621411"/>
                <a:gd name="connsiteX70" fmla="*/ 266129 w 616458"/>
                <a:gd name="connsiteY70" fmla="*/ 310706 h 621411"/>
                <a:gd name="connsiteX71" fmla="*/ 246793 w 616458"/>
                <a:gd name="connsiteY71" fmla="*/ 291656 h 621411"/>
                <a:gd name="connsiteX72" fmla="*/ 227743 w 616458"/>
                <a:gd name="connsiteY72" fmla="*/ 310706 h 621411"/>
                <a:gd name="connsiteX73" fmla="*/ 246793 w 616458"/>
                <a:gd name="connsiteY73" fmla="*/ 329756 h 621411"/>
                <a:gd name="connsiteX74" fmla="*/ 247269 w 616458"/>
                <a:gd name="connsiteY74" fmla="*/ 329756 h 621411"/>
                <a:gd name="connsiteX75" fmla="*/ 183261 w 616458"/>
                <a:gd name="connsiteY75" fmla="*/ 291656 h 621411"/>
                <a:gd name="connsiteX76" fmla="*/ 164211 w 616458"/>
                <a:gd name="connsiteY76" fmla="*/ 310706 h 621411"/>
                <a:gd name="connsiteX77" fmla="*/ 183261 w 616458"/>
                <a:gd name="connsiteY77" fmla="*/ 329756 h 621411"/>
                <a:gd name="connsiteX78" fmla="*/ 183737 w 616458"/>
                <a:gd name="connsiteY78" fmla="*/ 329756 h 621411"/>
                <a:gd name="connsiteX79" fmla="*/ 202502 w 616458"/>
                <a:gd name="connsiteY79" fmla="*/ 310706 h 621411"/>
                <a:gd name="connsiteX80" fmla="*/ 183261 w 616458"/>
                <a:gd name="connsiteY80" fmla="*/ 291656 h 621411"/>
                <a:gd name="connsiteX81" fmla="*/ 113443 w 616458"/>
                <a:gd name="connsiteY81" fmla="*/ 310706 h 621411"/>
                <a:gd name="connsiteX82" fmla="*/ 162592 w 616458"/>
                <a:gd name="connsiteY82" fmla="*/ 261557 h 621411"/>
                <a:gd name="connsiteX83" fmla="*/ 166783 w 616458"/>
                <a:gd name="connsiteY83" fmla="*/ 251460 h 621411"/>
                <a:gd name="connsiteX84" fmla="*/ 162592 w 616458"/>
                <a:gd name="connsiteY84" fmla="*/ 241364 h 621411"/>
                <a:gd name="connsiteX85" fmla="*/ 142399 w 616458"/>
                <a:gd name="connsiteY85" fmla="*/ 241364 h 621411"/>
                <a:gd name="connsiteX86" fmla="*/ 83153 w 616458"/>
                <a:gd name="connsiteY86" fmla="*/ 300609 h 621411"/>
                <a:gd name="connsiteX87" fmla="*/ 83153 w 616458"/>
                <a:gd name="connsiteY87" fmla="*/ 320802 h 621411"/>
                <a:gd name="connsiteX88" fmla="*/ 142399 w 616458"/>
                <a:gd name="connsiteY88" fmla="*/ 380048 h 621411"/>
                <a:gd name="connsiteX89" fmla="*/ 162592 w 616458"/>
                <a:gd name="connsiteY89" fmla="*/ 380048 h 621411"/>
                <a:gd name="connsiteX90" fmla="*/ 162592 w 616458"/>
                <a:gd name="connsiteY90" fmla="*/ 359855 h 621411"/>
                <a:gd name="connsiteX91" fmla="*/ 113443 w 616458"/>
                <a:gd name="connsiteY91" fmla="*/ 310706 h 621411"/>
                <a:gd name="connsiteX92" fmla="*/ 533114 w 616458"/>
                <a:gd name="connsiteY92" fmla="*/ 0 h 621411"/>
                <a:gd name="connsiteX93" fmla="*/ 83344 w 616458"/>
                <a:gd name="connsiteY93" fmla="*/ 0 h 621411"/>
                <a:gd name="connsiteX94" fmla="*/ 0 w 616458"/>
                <a:gd name="connsiteY94" fmla="*/ 83344 h 621411"/>
                <a:gd name="connsiteX95" fmla="*/ 0 w 616458"/>
                <a:gd name="connsiteY95" fmla="*/ 538067 h 621411"/>
                <a:gd name="connsiteX96" fmla="*/ 83344 w 616458"/>
                <a:gd name="connsiteY96" fmla="*/ 621411 h 621411"/>
                <a:gd name="connsiteX97" fmla="*/ 533114 w 616458"/>
                <a:gd name="connsiteY97" fmla="*/ 621411 h 621411"/>
                <a:gd name="connsiteX98" fmla="*/ 616458 w 616458"/>
                <a:gd name="connsiteY98" fmla="*/ 538067 h 621411"/>
                <a:gd name="connsiteX99" fmla="*/ 616458 w 616458"/>
                <a:gd name="connsiteY99" fmla="*/ 83344 h 621411"/>
                <a:gd name="connsiteX100" fmla="*/ 533114 w 616458"/>
                <a:gd name="connsiteY100" fmla="*/ 0 h 621411"/>
                <a:gd name="connsiteX101" fmla="*/ 587883 w 616458"/>
                <a:gd name="connsiteY101" fmla="*/ 538067 h 621411"/>
                <a:gd name="connsiteX102" fmla="*/ 533114 w 616458"/>
                <a:gd name="connsiteY102" fmla="*/ 592836 h 621411"/>
                <a:gd name="connsiteX103" fmla="*/ 83344 w 616458"/>
                <a:gd name="connsiteY103" fmla="*/ 592836 h 621411"/>
                <a:gd name="connsiteX104" fmla="*/ 28575 w 616458"/>
                <a:gd name="connsiteY104" fmla="*/ 538067 h 621411"/>
                <a:gd name="connsiteX105" fmla="*/ 28575 w 616458"/>
                <a:gd name="connsiteY105" fmla="*/ 83344 h 621411"/>
                <a:gd name="connsiteX106" fmla="*/ 83344 w 616458"/>
                <a:gd name="connsiteY106" fmla="*/ 28575 h 621411"/>
                <a:gd name="connsiteX107" fmla="*/ 533114 w 616458"/>
                <a:gd name="connsiteY107" fmla="*/ 28575 h 621411"/>
                <a:gd name="connsiteX108" fmla="*/ 587883 w 616458"/>
                <a:gd name="connsiteY108" fmla="*/ 83344 h 621411"/>
                <a:gd name="connsiteX109" fmla="*/ 587883 w 616458"/>
                <a:gd name="connsiteY109" fmla="*/ 538067 h 621411"/>
                <a:gd name="connsiteX110" fmla="*/ 474059 w 616458"/>
                <a:gd name="connsiteY110" fmla="*/ 241364 h 621411"/>
                <a:gd name="connsiteX111" fmla="*/ 453866 w 616458"/>
                <a:gd name="connsiteY111" fmla="*/ 241364 h 621411"/>
                <a:gd name="connsiteX112" fmla="*/ 453866 w 616458"/>
                <a:gd name="connsiteY112" fmla="*/ 261557 h 621411"/>
                <a:gd name="connsiteX113" fmla="*/ 503015 w 616458"/>
                <a:gd name="connsiteY113" fmla="*/ 310706 h 621411"/>
                <a:gd name="connsiteX114" fmla="*/ 453866 w 616458"/>
                <a:gd name="connsiteY114" fmla="*/ 359855 h 621411"/>
                <a:gd name="connsiteX115" fmla="*/ 453866 w 616458"/>
                <a:gd name="connsiteY115" fmla="*/ 380048 h 621411"/>
                <a:gd name="connsiteX116" fmla="*/ 474059 w 616458"/>
                <a:gd name="connsiteY116" fmla="*/ 380048 h 621411"/>
                <a:gd name="connsiteX117" fmla="*/ 533305 w 616458"/>
                <a:gd name="connsiteY117" fmla="*/ 320802 h 621411"/>
                <a:gd name="connsiteX118" fmla="*/ 537496 w 616458"/>
                <a:gd name="connsiteY118" fmla="*/ 310706 h 621411"/>
                <a:gd name="connsiteX119" fmla="*/ 533305 w 616458"/>
                <a:gd name="connsiteY119" fmla="*/ 300609 h 621411"/>
                <a:gd name="connsiteX120" fmla="*/ 474059 w 616458"/>
                <a:gd name="connsiteY120" fmla="*/ 241364 h 621411"/>
                <a:gd name="connsiteX121" fmla="*/ 433197 w 616458"/>
                <a:gd name="connsiteY121" fmla="*/ 291656 h 621411"/>
                <a:gd name="connsiteX122" fmla="*/ 432721 w 616458"/>
                <a:gd name="connsiteY122" fmla="*/ 291656 h 621411"/>
                <a:gd name="connsiteX123" fmla="*/ 413957 w 616458"/>
                <a:gd name="connsiteY123" fmla="*/ 310706 h 621411"/>
                <a:gd name="connsiteX124" fmla="*/ 433197 w 616458"/>
                <a:gd name="connsiteY124" fmla="*/ 329756 h 621411"/>
                <a:gd name="connsiteX125" fmla="*/ 452247 w 616458"/>
                <a:gd name="connsiteY125" fmla="*/ 310706 h 621411"/>
                <a:gd name="connsiteX126" fmla="*/ 433197 w 616458"/>
                <a:gd name="connsiteY126" fmla="*/ 291656 h 621411"/>
                <a:gd name="connsiteX127" fmla="*/ 369665 w 616458"/>
                <a:gd name="connsiteY127" fmla="*/ 291656 h 621411"/>
                <a:gd name="connsiteX128" fmla="*/ 369189 w 616458"/>
                <a:gd name="connsiteY128" fmla="*/ 291656 h 621411"/>
                <a:gd name="connsiteX129" fmla="*/ 350330 w 616458"/>
                <a:gd name="connsiteY129" fmla="*/ 310706 h 621411"/>
                <a:gd name="connsiteX130" fmla="*/ 369665 w 616458"/>
                <a:gd name="connsiteY130" fmla="*/ 329756 h 621411"/>
                <a:gd name="connsiteX131" fmla="*/ 388715 w 616458"/>
                <a:gd name="connsiteY131" fmla="*/ 310706 h 621411"/>
                <a:gd name="connsiteX132" fmla="*/ 369665 w 616458"/>
                <a:gd name="connsiteY132" fmla="*/ 291656 h 621411"/>
                <a:gd name="connsiteX133" fmla="*/ 259080 w 616458"/>
                <a:gd name="connsiteY133" fmla="*/ 165068 h 621411"/>
                <a:gd name="connsiteX134" fmla="*/ 308229 w 616458"/>
                <a:gd name="connsiteY134" fmla="*/ 115919 h 621411"/>
                <a:gd name="connsiteX135" fmla="*/ 357378 w 616458"/>
                <a:gd name="connsiteY135" fmla="*/ 165068 h 621411"/>
                <a:gd name="connsiteX136" fmla="*/ 367475 w 616458"/>
                <a:gd name="connsiteY136" fmla="*/ 169259 h 621411"/>
                <a:gd name="connsiteX137" fmla="*/ 377571 w 616458"/>
                <a:gd name="connsiteY137" fmla="*/ 165068 h 621411"/>
                <a:gd name="connsiteX138" fmla="*/ 377571 w 616458"/>
                <a:gd name="connsiteY138" fmla="*/ 144875 h 621411"/>
                <a:gd name="connsiteX139" fmla="*/ 318326 w 616458"/>
                <a:gd name="connsiteY139" fmla="*/ 85630 h 621411"/>
                <a:gd name="connsiteX140" fmla="*/ 298133 w 616458"/>
                <a:gd name="connsiteY140" fmla="*/ 85630 h 621411"/>
                <a:gd name="connsiteX141" fmla="*/ 238887 w 616458"/>
                <a:gd name="connsiteY141" fmla="*/ 144875 h 621411"/>
                <a:gd name="connsiteX142" fmla="*/ 238887 w 616458"/>
                <a:gd name="connsiteY142" fmla="*/ 165068 h 621411"/>
                <a:gd name="connsiteX143" fmla="*/ 259080 w 616458"/>
                <a:gd name="connsiteY143" fmla="*/ 165068 h 621411"/>
                <a:gd name="connsiteX144" fmla="*/ 357378 w 616458"/>
                <a:gd name="connsiteY144" fmla="*/ 456343 h 621411"/>
                <a:gd name="connsiteX145" fmla="*/ 308229 w 616458"/>
                <a:gd name="connsiteY145" fmla="*/ 505492 h 621411"/>
                <a:gd name="connsiteX146" fmla="*/ 259080 w 616458"/>
                <a:gd name="connsiteY146" fmla="*/ 456343 h 621411"/>
                <a:gd name="connsiteX147" fmla="*/ 238887 w 616458"/>
                <a:gd name="connsiteY147" fmla="*/ 456343 h 621411"/>
                <a:gd name="connsiteX148" fmla="*/ 238887 w 616458"/>
                <a:gd name="connsiteY148" fmla="*/ 476536 h 621411"/>
                <a:gd name="connsiteX149" fmla="*/ 298133 w 616458"/>
                <a:gd name="connsiteY149" fmla="*/ 535781 h 621411"/>
                <a:gd name="connsiteX150" fmla="*/ 308229 w 616458"/>
                <a:gd name="connsiteY150" fmla="*/ 539972 h 621411"/>
                <a:gd name="connsiteX151" fmla="*/ 318326 w 616458"/>
                <a:gd name="connsiteY151" fmla="*/ 535781 h 621411"/>
                <a:gd name="connsiteX152" fmla="*/ 377571 w 616458"/>
                <a:gd name="connsiteY152" fmla="*/ 476536 h 621411"/>
                <a:gd name="connsiteX153" fmla="*/ 377571 w 616458"/>
                <a:gd name="connsiteY153" fmla="*/ 456343 h 621411"/>
                <a:gd name="connsiteX154" fmla="*/ 357378 w 616458"/>
                <a:gd name="connsiteY154" fmla="*/ 456343 h 621411"/>
                <a:gd name="connsiteX155" fmla="*/ 308229 w 616458"/>
                <a:gd name="connsiteY155" fmla="*/ 416433 h 621411"/>
                <a:gd name="connsiteX156" fmla="*/ 289179 w 616458"/>
                <a:gd name="connsiteY156" fmla="*/ 435674 h 621411"/>
                <a:gd name="connsiteX157" fmla="*/ 308229 w 616458"/>
                <a:gd name="connsiteY157" fmla="*/ 454724 h 621411"/>
                <a:gd name="connsiteX158" fmla="*/ 327279 w 616458"/>
                <a:gd name="connsiteY158" fmla="*/ 435674 h 621411"/>
                <a:gd name="connsiteX159" fmla="*/ 327279 w 616458"/>
                <a:gd name="connsiteY159" fmla="*/ 435197 h 621411"/>
                <a:gd name="connsiteX160" fmla="*/ 308229 w 616458"/>
                <a:gd name="connsiteY160" fmla="*/ 416433 h 621411"/>
                <a:gd name="connsiteX161" fmla="*/ 327279 w 616458"/>
                <a:gd name="connsiteY161" fmla="*/ 371666 h 621411"/>
                <a:gd name="connsiteX162" fmla="*/ 308229 w 616458"/>
                <a:gd name="connsiteY162" fmla="*/ 352806 h 621411"/>
                <a:gd name="connsiteX163" fmla="*/ 289179 w 616458"/>
                <a:gd name="connsiteY163" fmla="*/ 372142 h 621411"/>
                <a:gd name="connsiteX164" fmla="*/ 308229 w 616458"/>
                <a:gd name="connsiteY164" fmla="*/ 391192 h 621411"/>
                <a:gd name="connsiteX165" fmla="*/ 327279 w 616458"/>
                <a:gd name="connsiteY165" fmla="*/ 372142 h 621411"/>
                <a:gd name="connsiteX166" fmla="*/ 327279 w 616458"/>
                <a:gd name="connsiteY166" fmla="*/ 371666 h 621411"/>
                <a:gd name="connsiteX167" fmla="*/ 308229 w 616458"/>
                <a:gd name="connsiteY167" fmla="*/ 166688 h 621411"/>
                <a:gd name="connsiteX168" fmla="*/ 289179 w 616458"/>
                <a:gd name="connsiteY168" fmla="*/ 185738 h 621411"/>
                <a:gd name="connsiteX169" fmla="*/ 289179 w 616458"/>
                <a:gd name="connsiteY169" fmla="*/ 186214 h 621411"/>
                <a:gd name="connsiteX170" fmla="*/ 308229 w 616458"/>
                <a:gd name="connsiteY170" fmla="*/ 204978 h 621411"/>
                <a:gd name="connsiteX171" fmla="*/ 327279 w 616458"/>
                <a:gd name="connsiteY171" fmla="*/ 185738 h 621411"/>
                <a:gd name="connsiteX172" fmla="*/ 308229 w 616458"/>
                <a:gd name="connsiteY172" fmla="*/ 166688 h 621411"/>
                <a:gd name="connsiteX173" fmla="*/ 308229 w 616458"/>
                <a:gd name="connsiteY173" fmla="*/ 230219 h 621411"/>
                <a:gd name="connsiteX174" fmla="*/ 289179 w 616458"/>
                <a:gd name="connsiteY174" fmla="*/ 249269 h 621411"/>
                <a:gd name="connsiteX175" fmla="*/ 289179 w 616458"/>
                <a:gd name="connsiteY175" fmla="*/ 249746 h 621411"/>
                <a:gd name="connsiteX176" fmla="*/ 308229 w 616458"/>
                <a:gd name="connsiteY176" fmla="*/ 268605 h 621411"/>
                <a:gd name="connsiteX177" fmla="*/ 327279 w 616458"/>
                <a:gd name="connsiteY177" fmla="*/ 249269 h 621411"/>
                <a:gd name="connsiteX178" fmla="*/ 308229 w 616458"/>
                <a:gd name="connsiteY178" fmla="*/ 230219 h 621411"/>
                <a:gd name="connsiteX179" fmla="*/ 247269 w 616458"/>
                <a:gd name="connsiteY179" fmla="*/ 329756 h 621411"/>
                <a:gd name="connsiteX180" fmla="*/ 266129 w 616458"/>
                <a:gd name="connsiteY180" fmla="*/ 310706 h 621411"/>
                <a:gd name="connsiteX181" fmla="*/ 246793 w 616458"/>
                <a:gd name="connsiteY181" fmla="*/ 291656 h 621411"/>
                <a:gd name="connsiteX182" fmla="*/ 227743 w 616458"/>
                <a:gd name="connsiteY182" fmla="*/ 310706 h 621411"/>
                <a:gd name="connsiteX183" fmla="*/ 246793 w 616458"/>
                <a:gd name="connsiteY183" fmla="*/ 329756 h 621411"/>
                <a:gd name="connsiteX184" fmla="*/ 247269 w 616458"/>
                <a:gd name="connsiteY184" fmla="*/ 329756 h 621411"/>
                <a:gd name="connsiteX185" fmla="*/ 183261 w 616458"/>
                <a:gd name="connsiteY185" fmla="*/ 291656 h 621411"/>
                <a:gd name="connsiteX186" fmla="*/ 164211 w 616458"/>
                <a:gd name="connsiteY186" fmla="*/ 310706 h 621411"/>
                <a:gd name="connsiteX187" fmla="*/ 183261 w 616458"/>
                <a:gd name="connsiteY187" fmla="*/ 329756 h 621411"/>
                <a:gd name="connsiteX188" fmla="*/ 183737 w 616458"/>
                <a:gd name="connsiteY188" fmla="*/ 329756 h 621411"/>
                <a:gd name="connsiteX189" fmla="*/ 202502 w 616458"/>
                <a:gd name="connsiteY189" fmla="*/ 310706 h 621411"/>
                <a:gd name="connsiteX190" fmla="*/ 183261 w 616458"/>
                <a:gd name="connsiteY190" fmla="*/ 291656 h 621411"/>
                <a:gd name="connsiteX191" fmla="*/ 113443 w 616458"/>
                <a:gd name="connsiteY191" fmla="*/ 310706 h 621411"/>
                <a:gd name="connsiteX192" fmla="*/ 162592 w 616458"/>
                <a:gd name="connsiteY192" fmla="*/ 261557 h 621411"/>
                <a:gd name="connsiteX193" fmla="*/ 166783 w 616458"/>
                <a:gd name="connsiteY193" fmla="*/ 251460 h 621411"/>
                <a:gd name="connsiteX194" fmla="*/ 162592 w 616458"/>
                <a:gd name="connsiteY194" fmla="*/ 241364 h 621411"/>
                <a:gd name="connsiteX195" fmla="*/ 142399 w 616458"/>
                <a:gd name="connsiteY195" fmla="*/ 241364 h 621411"/>
                <a:gd name="connsiteX196" fmla="*/ 83153 w 616458"/>
                <a:gd name="connsiteY196" fmla="*/ 300609 h 621411"/>
                <a:gd name="connsiteX197" fmla="*/ 83153 w 616458"/>
                <a:gd name="connsiteY197" fmla="*/ 320802 h 621411"/>
                <a:gd name="connsiteX198" fmla="*/ 142399 w 616458"/>
                <a:gd name="connsiteY198" fmla="*/ 380048 h 621411"/>
                <a:gd name="connsiteX199" fmla="*/ 162592 w 616458"/>
                <a:gd name="connsiteY199" fmla="*/ 380048 h 621411"/>
                <a:gd name="connsiteX200" fmla="*/ 162592 w 616458"/>
                <a:gd name="connsiteY200" fmla="*/ 359855 h 621411"/>
                <a:gd name="connsiteX201" fmla="*/ 113443 w 616458"/>
                <a:gd name="connsiteY201" fmla="*/ 310706 h 621411"/>
                <a:gd name="connsiteX202" fmla="*/ 433197 w 616458"/>
                <a:gd name="connsiteY202" fmla="*/ 291656 h 621411"/>
                <a:gd name="connsiteX203" fmla="*/ 432721 w 616458"/>
                <a:gd name="connsiteY203" fmla="*/ 291656 h 621411"/>
                <a:gd name="connsiteX204" fmla="*/ 413957 w 616458"/>
                <a:gd name="connsiteY204" fmla="*/ 310706 h 621411"/>
                <a:gd name="connsiteX205" fmla="*/ 433197 w 616458"/>
                <a:gd name="connsiteY205" fmla="*/ 329756 h 621411"/>
                <a:gd name="connsiteX206" fmla="*/ 452247 w 616458"/>
                <a:gd name="connsiteY206" fmla="*/ 310706 h 621411"/>
                <a:gd name="connsiteX207" fmla="*/ 433197 w 616458"/>
                <a:gd name="connsiteY207" fmla="*/ 291656 h 621411"/>
                <a:gd name="connsiteX208" fmla="*/ 533305 w 616458"/>
                <a:gd name="connsiteY208" fmla="*/ 300609 h 621411"/>
                <a:gd name="connsiteX209" fmla="*/ 474059 w 616458"/>
                <a:gd name="connsiteY209" fmla="*/ 241364 h 621411"/>
                <a:gd name="connsiteX210" fmla="*/ 453866 w 616458"/>
                <a:gd name="connsiteY210" fmla="*/ 241364 h 621411"/>
                <a:gd name="connsiteX211" fmla="*/ 453866 w 616458"/>
                <a:gd name="connsiteY211" fmla="*/ 261557 h 621411"/>
                <a:gd name="connsiteX212" fmla="*/ 503015 w 616458"/>
                <a:gd name="connsiteY212" fmla="*/ 310706 h 621411"/>
                <a:gd name="connsiteX213" fmla="*/ 453866 w 616458"/>
                <a:gd name="connsiteY213" fmla="*/ 359855 h 621411"/>
                <a:gd name="connsiteX214" fmla="*/ 453866 w 616458"/>
                <a:gd name="connsiteY214" fmla="*/ 380048 h 621411"/>
                <a:gd name="connsiteX215" fmla="*/ 474059 w 616458"/>
                <a:gd name="connsiteY215" fmla="*/ 380048 h 621411"/>
                <a:gd name="connsiteX216" fmla="*/ 533305 w 616458"/>
                <a:gd name="connsiteY216" fmla="*/ 320802 h 621411"/>
                <a:gd name="connsiteX217" fmla="*/ 537496 w 616458"/>
                <a:gd name="connsiteY217" fmla="*/ 310706 h 621411"/>
                <a:gd name="connsiteX218" fmla="*/ 533305 w 616458"/>
                <a:gd name="connsiteY218" fmla="*/ 300609 h 621411"/>
                <a:gd name="connsiteX219" fmla="*/ 162592 w 616458"/>
                <a:gd name="connsiteY219" fmla="*/ 359855 h 621411"/>
                <a:gd name="connsiteX220" fmla="*/ 113443 w 616458"/>
                <a:gd name="connsiteY220" fmla="*/ 310706 h 621411"/>
                <a:gd name="connsiteX221" fmla="*/ 162592 w 616458"/>
                <a:gd name="connsiteY221" fmla="*/ 261557 h 621411"/>
                <a:gd name="connsiteX222" fmla="*/ 166783 w 616458"/>
                <a:gd name="connsiteY222" fmla="*/ 251460 h 621411"/>
                <a:gd name="connsiteX223" fmla="*/ 162592 w 616458"/>
                <a:gd name="connsiteY223" fmla="*/ 241364 h 621411"/>
                <a:gd name="connsiteX224" fmla="*/ 142399 w 616458"/>
                <a:gd name="connsiteY224" fmla="*/ 241364 h 621411"/>
                <a:gd name="connsiteX225" fmla="*/ 83153 w 616458"/>
                <a:gd name="connsiteY225" fmla="*/ 300609 h 621411"/>
                <a:gd name="connsiteX226" fmla="*/ 83153 w 616458"/>
                <a:gd name="connsiteY226" fmla="*/ 320802 h 621411"/>
                <a:gd name="connsiteX227" fmla="*/ 142399 w 616458"/>
                <a:gd name="connsiteY227" fmla="*/ 380048 h 621411"/>
                <a:gd name="connsiteX228" fmla="*/ 162592 w 616458"/>
                <a:gd name="connsiteY228" fmla="*/ 380048 h 621411"/>
                <a:gd name="connsiteX229" fmla="*/ 162592 w 616458"/>
                <a:gd name="connsiteY229" fmla="*/ 359855 h 621411"/>
                <a:gd name="connsiteX230" fmla="*/ 369665 w 616458"/>
                <a:gd name="connsiteY230" fmla="*/ 291656 h 621411"/>
                <a:gd name="connsiteX231" fmla="*/ 369189 w 616458"/>
                <a:gd name="connsiteY231" fmla="*/ 291656 h 621411"/>
                <a:gd name="connsiteX232" fmla="*/ 350330 w 616458"/>
                <a:gd name="connsiteY232" fmla="*/ 310706 h 621411"/>
                <a:gd name="connsiteX233" fmla="*/ 369665 w 616458"/>
                <a:gd name="connsiteY233" fmla="*/ 329756 h 621411"/>
                <a:gd name="connsiteX234" fmla="*/ 388715 w 616458"/>
                <a:gd name="connsiteY234" fmla="*/ 310706 h 621411"/>
                <a:gd name="connsiteX235" fmla="*/ 369665 w 616458"/>
                <a:gd name="connsiteY235" fmla="*/ 291656 h 621411"/>
                <a:gd name="connsiteX236" fmla="*/ 246793 w 616458"/>
                <a:gd name="connsiteY236" fmla="*/ 291656 h 621411"/>
                <a:gd name="connsiteX237" fmla="*/ 227743 w 616458"/>
                <a:gd name="connsiteY237" fmla="*/ 310706 h 621411"/>
                <a:gd name="connsiteX238" fmla="*/ 246793 w 616458"/>
                <a:gd name="connsiteY238" fmla="*/ 329756 h 621411"/>
                <a:gd name="connsiteX239" fmla="*/ 247269 w 616458"/>
                <a:gd name="connsiteY239" fmla="*/ 329756 h 621411"/>
                <a:gd name="connsiteX240" fmla="*/ 266129 w 616458"/>
                <a:gd name="connsiteY240" fmla="*/ 310706 h 621411"/>
                <a:gd name="connsiteX241" fmla="*/ 246793 w 616458"/>
                <a:gd name="connsiteY241" fmla="*/ 291656 h 621411"/>
                <a:gd name="connsiteX242" fmla="*/ 183261 w 616458"/>
                <a:gd name="connsiteY242" fmla="*/ 291656 h 621411"/>
                <a:gd name="connsiteX243" fmla="*/ 164211 w 616458"/>
                <a:gd name="connsiteY243" fmla="*/ 310706 h 621411"/>
                <a:gd name="connsiteX244" fmla="*/ 183261 w 616458"/>
                <a:gd name="connsiteY244" fmla="*/ 329756 h 621411"/>
                <a:gd name="connsiteX245" fmla="*/ 183737 w 616458"/>
                <a:gd name="connsiteY245" fmla="*/ 329756 h 621411"/>
                <a:gd name="connsiteX246" fmla="*/ 202502 w 616458"/>
                <a:gd name="connsiteY246" fmla="*/ 310706 h 621411"/>
                <a:gd name="connsiteX247" fmla="*/ 183261 w 616458"/>
                <a:gd name="connsiteY247" fmla="*/ 291656 h 621411"/>
                <a:gd name="connsiteX248" fmla="*/ 308229 w 616458"/>
                <a:gd name="connsiteY248" fmla="*/ 230219 h 621411"/>
                <a:gd name="connsiteX249" fmla="*/ 289179 w 616458"/>
                <a:gd name="connsiteY249" fmla="*/ 249269 h 621411"/>
                <a:gd name="connsiteX250" fmla="*/ 289179 w 616458"/>
                <a:gd name="connsiteY250" fmla="*/ 249746 h 621411"/>
                <a:gd name="connsiteX251" fmla="*/ 308229 w 616458"/>
                <a:gd name="connsiteY251" fmla="*/ 268605 h 621411"/>
                <a:gd name="connsiteX252" fmla="*/ 327279 w 616458"/>
                <a:gd name="connsiteY252" fmla="*/ 249269 h 621411"/>
                <a:gd name="connsiteX253" fmla="*/ 308229 w 616458"/>
                <a:gd name="connsiteY253" fmla="*/ 230219 h 621411"/>
                <a:gd name="connsiteX254" fmla="*/ 308229 w 616458"/>
                <a:gd name="connsiteY254" fmla="*/ 166688 h 621411"/>
                <a:gd name="connsiteX255" fmla="*/ 289179 w 616458"/>
                <a:gd name="connsiteY255" fmla="*/ 185738 h 621411"/>
                <a:gd name="connsiteX256" fmla="*/ 289179 w 616458"/>
                <a:gd name="connsiteY256" fmla="*/ 186214 h 621411"/>
                <a:gd name="connsiteX257" fmla="*/ 308229 w 616458"/>
                <a:gd name="connsiteY257" fmla="*/ 204978 h 621411"/>
                <a:gd name="connsiteX258" fmla="*/ 327279 w 616458"/>
                <a:gd name="connsiteY258" fmla="*/ 185738 h 621411"/>
                <a:gd name="connsiteX259" fmla="*/ 308229 w 616458"/>
                <a:gd name="connsiteY259" fmla="*/ 166688 h 621411"/>
                <a:gd name="connsiteX260" fmla="*/ 377571 w 616458"/>
                <a:gd name="connsiteY260" fmla="*/ 456343 h 621411"/>
                <a:gd name="connsiteX261" fmla="*/ 357378 w 616458"/>
                <a:gd name="connsiteY261" fmla="*/ 456343 h 621411"/>
                <a:gd name="connsiteX262" fmla="*/ 308229 w 616458"/>
                <a:gd name="connsiteY262" fmla="*/ 505492 h 621411"/>
                <a:gd name="connsiteX263" fmla="*/ 259080 w 616458"/>
                <a:gd name="connsiteY263" fmla="*/ 456343 h 621411"/>
                <a:gd name="connsiteX264" fmla="*/ 238887 w 616458"/>
                <a:gd name="connsiteY264" fmla="*/ 456343 h 621411"/>
                <a:gd name="connsiteX265" fmla="*/ 238887 w 616458"/>
                <a:gd name="connsiteY265" fmla="*/ 476536 h 621411"/>
                <a:gd name="connsiteX266" fmla="*/ 298133 w 616458"/>
                <a:gd name="connsiteY266" fmla="*/ 535781 h 621411"/>
                <a:gd name="connsiteX267" fmla="*/ 308229 w 616458"/>
                <a:gd name="connsiteY267" fmla="*/ 539972 h 621411"/>
                <a:gd name="connsiteX268" fmla="*/ 318326 w 616458"/>
                <a:gd name="connsiteY268" fmla="*/ 535781 h 621411"/>
                <a:gd name="connsiteX269" fmla="*/ 377571 w 616458"/>
                <a:gd name="connsiteY269" fmla="*/ 476536 h 621411"/>
                <a:gd name="connsiteX270" fmla="*/ 377571 w 616458"/>
                <a:gd name="connsiteY270" fmla="*/ 456343 h 621411"/>
                <a:gd name="connsiteX271" fmla="*/ 308229 w 616458"/>
                <a:gd name="connsiteY271" fmla="*/ 416433 h 621411"/>
                <a:gd name="connsiteX272" fmla="*/ 289179 w 616458"/>
                <a:gd name="connsiteY272" fmla="*/ 435674 h 621411"/>
                <a:gd name="connsiteX273" fmla="*/ 308229 w 616458"/>
                <a:gd name="connsiteY273" fmla="*/ 454724 h 621411"/>
                <a:gd name="connsiteX274" fmla="*/ 327279 w 616458"/>
                <a:gd name="connsiteY274" fmla="*/ 435674 h 621411"/>
                <a:gd name="connsiteX275" fmla="*/ 327279 w 616458"/>
                <a:gd name="connsiteY275" fmla="*/ 435197 h 621411"/>
                <a:gd name="connsiteX276" fmla="*/ 308229 w 616458"/>
                <a:gd name="connsiteY276" fmla="*/ 416433 h 621411"/>
                <a:gd name="connsiteX277" fmla="*/ 377571 w 616458"/>
                <a:gd name="connsiteY277" fmla="*/ 144875 h 621411"/>
                <a:gd name="connsiteX278" fmla="*/ 318326 w 616458"/>
                <a:gd name="connsiteY278" fmla="*/ 85630 h 621411"/>
                <a:gd name="connsiteX279" fmla="*/ 298133 w 616458"/>
                <a:gd name="connsiteY279" fmla="*/ 85630 h 621411"/>
                <a:gd name="connsiteX280" fmla="*/ 238887 w 616458"/>
                <a:gd name="connsiteY280" fmla="*/ 144875 h 621411"/>
                <a:gd name="connsiteX281" fmla="*/ 238887 w 616458"/>
                <a:gd name="connsiteY281" fmla="*/ 165068 h 621411"/>
                <a:gd name="connsiteX282" fmla="*/ 259080 w 616458"/>
                <a:gd name="connsiteY282" fmla="*/ 165068 h 621411"/>
                <a:gd name="connsiteX283" fmla="*/ 308229 w 616458"/>
                <a:gd name="connsiteY283" fmla="*/ 115919 h 621411"/>
                <a:gd name="connsiteX284" fmla="*/ 357378 w 616458"/>
                <a:gd name="connsiteY284" fmla="*/ 165068 h 621411"/>
                <a:gd name="connsiteX285" fmla="*/ 367475 w 616458"/>
                <a:gd name="connsiteY285" fmla="*/ 169259 h 621411"/>
                <a:gd name="connsiteX286" fmla="*/ 377571 w 616458"/>
                <a:gd name="connsiteY286" fmla="*/ 165068 h 621411"/>
                <a:gd name="connsiteX287" fmla="*/ 377571 w 616458"/>
                <a:gd name="connsiteY287" fmla="*/ 144875 h 621411"/>
                <a:gd name="connsiteX288" fmla="*/ 308229 w 616458"/>
                <a:gd name="connsiteY288" fmla="*/ 352806 h 621411"/>
                <a:gd name="connsiteX289" fmla="*/ 289179 w 616458"/>
                <a:gd name="connsiteY289" fmla="*/ 372142 h 621411"/>
                <a:gd name="connsiteX290" fmla="*/ 308229 w 616458"/>
                <a:gd name="connsiteY290" fmla="*/ 391192 h 621411"/>
                <a:gd name="connsiteX291" fmla="*/ 327279 w 616458"/>
                <a:gd name="connsiteY291" fmla="*/ 372142 h 621411"/>
                <a:gd name="connsiteX292" fmla="*/ 327279 w 616458"/>
                <a:gd name="connsiteY292" fmla="*/ 371666 h 621411"/>
                <a:gd name="connsiteX293" fmla="*/ 308229 w 616458"/>
                <a:gd name="connsiteY293" fmla="*/ 352806 h 621411"/>
                <a:gd name="connsiteX294" fmla="*/ 533305 w 616458"/>
                <a:gd name="connsiteY294" fmla="*/ 300609 h 621411"/>
                <a:gd name="connsiteX295" fmla="*/ 474059 w 616458"/>
                <a:gd name="connsiteY295" fmla="*/ 241364 h 621411"/>
                <a:gd name="connsiteX296" fmla="*/ 453866 w 616458"/>
                <a:gd name="connsiteY296" fmla="*/ 241364 h 621411"/>
                <a:gd name="connsiteX297" fmla="*/ 453866 w 616458"/>
                <a:gd name="connsiteY297" fmla="*/ 261557 h 621411"/>
                <a:gd name="connsiteX298" fmla="*/ 503015 w 616458"/>
                <a:gd name="connsiteY298" fmla="*/ 310706 h 621411"/>
                <a:gd name="connsiteX299" fmla="*/ 453866 w 616458"/>
                <a:gd name="connsiteY299" fmla="*/ 359855 h 621411"/>
                <a:gd name="connsiteX300" fmla="*/ 453866 w 616458"/>
                <a:gd name="connsiteY300" fmla="*/ 380048 h 621411"/>
                <a:gd name="connsiteX301" fmla="*/ 474059 w 616458"/>
                <a:gd name="connsiteY301" fmla="*/ 380048 h 621411"/>
                <a:gd name="connsiteX302" fmla="*/ 533305 w 616458"/>
                <a:gd name="connsiteY302" fmla="*/ 320802 h 621411"/>
                <a:gd name="connsiteX303" fmla="*/ 537496 w 616458"/>
                <a:gd name="connsiteY303" fmla="*/ 310706 h 621411"/>
                <a:gd name="connsiteX304" fmla="*/ 533305 w 616458"/>
                <a:gd name="connsiteY304" fmla="*/ 300609 h 621411"/>
                <a:gd name="connsiteX305" fmla="*/ 433197 w 616458"/>
                <a:gd name="connsiteY305" fmla="*/ 291656 h 621411"/>
                <a:gd name="connsiteX306" fmla="*/ 432721 w 616458"/>
                <a:gd name="connsiteY306" fmla="*/ 291656 h 621411"/>
                <a:gd name="connsiteX307" fmla="*/ 413957 w 616458"/>
                <a:gd name="connsiteY307" fmla="*/ 310706 h 621411"/>
                <a:gd name="connsiteX308" fmla="*/ 433197 w 616458"/>
                <a:gd name="connsiteY308" fmla="*/ 329756 h 621411"/>
                <a:gd name="connsiteX309" fmla="*/ 452247 w 616458"/>
                <a:gd name="connsiteY309" fmla="*/ 310706 h 621411"/>
                <a:gd name="connsiteX310" fmla="*/ 433197 w 616458"/>
                <a:gd name="connsiteY310" fmla="*/ 291656 h 621411"/>
                <a:gd name="connsiteX311" fmla="*/ 369665 w 616458"/>
                <a:gd name="connsiteY311" fmla="*/ 291656 h 621411"/>
                <a:gd name="connsiteX312" fmla="*/ 369189 w 616458"/>
                <a:gd name="connsiteY312" fmla="*/ 291656 h 621411"/>
                <a:gd name="connsiteX313" fmla="*/ 350330 w 616458"/>
                <a:gd name="connsiteY313" fmla="*/ 310706 h 621411"/>
                <a:gd name="connsiteX314" fmla="*/ 369665 w 616458"/>
                <a:gd name="connsiteY314" fmla="*/ 329756 h 621411"/>
                <a:gd name="connsiteX315" fmla="*/ 388715 w 616458"/>
                <a:gd name="connsiteY315" fmla="*/ 310706 h 621411"/>
                <a:gd name="connsiteX316" fmla="*/ 369665 w 616458"/>
                <a:gd name="connsiteY316" fmla="*/ 291656 h 621411"/>
                <a:gd name="connsiteX317" fmla="*/ 377571 w 616458"/>
                <a:gd name="connsiteY317" fmla="*/ 456343 h 621411"/>
                <a:gd name="connsiteX318" fmla="*/ 357378 w 616458"/>
                <a:gd name="connsiteY318" fmla="*/ 456343 h 621411"/>
                <a:gd name="connsiteX319" fmla="*/ 308229 w 616458"/>
                <a:gd name="connsiteY319" fmla="*/ 505492 h 621411"/>
                <a:gd name="connsiteX320" fmla="*/ 259080 w 616458"/>
                <a:gd name="connsiteY320" fmla="*/ 456343 h 621411"/>
                <a:gd name="connsiteX321" fmla="*/ 238887 w 616458"/>
                <a:gd name="connsiteY321" fmla="*/ 456343 h 621411"/>
                <a:gd name="connsiteX322" fmla="*/ 238887 w 616458"/>
                <a:gd name="connsiteY322" fmla="*/ 476536 h 621411"/>
                <a:gd name="connsiteX323" fmla="*/ 298133 w 616458"/>
                <a:gd name="connsiteY323" fmla="*/ 535781 h 621411"/>
                <a:gd name="connsiteX324" fmla="*/ 308229 w 616458"/>
                <a:gd name="connsiteY324" fmla="*/ 539972 h 621411"/>
                <a:gd name="connsiteX325" fmla="*/ 318326 w 616458"/>
                <a:gd name="connsiteY325" fmla="*/ 535781 h 621411"/>
                <a:gd name="connsiteX326" fmla="*/ 377571 w 616458"/>
                <a:gd name="connsiteY326" fmla="*/ 476536 h 621411"/>
                <a:gd name="connsiteX327" fmla="*/ 377571 w 616458"/>
                <a:gd name="connsiteY327" fmla="*/ 456343 h 621411"/>
                <a:gd name="connsiteX328" fmla="*/ 246793 w 616458"/>
                <a:gd name="connsiteY328" fmla="*/ 291656 h 621411"/>
                <a:gd name="connsiteX329" fmla="*/ 227743 w 616458"/>
                <a:gd name="connsiteY329" fmla="*/ 310706 h 621411"/>
                <a:gd name="connsiteX330" fmla="*/ 246793 w 616458"/>
                <a:gd name="connsiteY330" fmla="*/ 329756 h 621411"/>
                <a:gd name="connsiteX331" fmla="*/ 247269 w 616458"/>
                <a:gd name="connsiteY331" fmla="*/ 329756 h 621411"/>
                <a:gd name="connsiteX332" fmla="*/ 266129 w 616458"/>
                <a:gd name="connsiteY332" fmla="*/ 310706 h 621411"/>
                <a:gd name="connsiteX333" fmla="*/ 246793 w 616458"/>
                <a:gd name="connsiteY333" fmla="*/ 291656 h 621411"/>
                <a:gd name="connsiteX334" fmla="*/ 183261 w 616458"/>
                <a:gd name="connsiteY334" fmla="*/ 291656 h 621411"/>
                <a:gd name="connsiteX335" fmla="*/ 164211 w 616458"/>
                <a:gd name="connsiteY335" fmla="*/ 310706 h 621411"/>
                <a:gd name="connsiteX336" fmla="*/ 183261 w 616458"/>
                <a:gd name="connsiteY336" fmla="*/ 329756 h 621411"/>
                <a:gd name="connsiteX337" fmla="*/ 183737 w 616458"/>
                <a:gd name="connsiteY337" fmla="*/ 329756 h 621411"/>
                <a:gd name="connsiteX338" fmla="*/ 202502 w 616458"/>
                <a:gd name="connsiteY338" fmla="*/ 310706 h 621411"/>
                <a:gd name="connsiteX339" fmla="*/ 183261 w 616458"/>
                <a:gd name="connsiteY339" fmla="*/ 291656 h 621411"/>
                <a:gd name="connsiteX340" fmla="*/ 162592 w 616458"/>
                <a:gd name="connsiteY340" fmla="*/ 359855 h 621411"/>
                <a:gd name="connsiteX341" fmla="*/ 113443 w 616458"/>
                <a:gd name="connsiteY341" fmla="*/ 310706 h 621411"/>
                <a:gd name="connsiteX342" fmla="*/ 162592 w 616458"/>
                <a:gd name="connsiteY342" fmla="*/ 261557 h 621411"/>
                <a:gd name="connsiteX343" fmla="*/ 166783 w 616458"/>
                <a:gd name="connsiteY343" fmla="*/ 251460 h 621411"/>
                <a:gd name="connsiteX344" fmla="*/ 162592 w 616458"/>
                <a:gd name="connsiteY344" fmla="*/ 241364 h 621411"/>
                <a:gd name="connsiteX345" fmla="*/ 142399 w 616458"/>
                <a:gd name="connsiteY345" fmla="*/ 241364 h 621411"/>
                <a:gd name="connsiteX346" fmla="*/ 83153 w 616458"/>
                <a:gd name="connsiteY346" fmla="*/ 300609 h 621411"/>
                <a:gd name="connsiteX347" fmla="*/ 83153 w 616458"/>
                <a:gd name="connsiteY347" fmla="*/ 320802 h 621411"/>
                <a:gd name="connsiteX348" fmla="*/ 142399 w 616458"/>
                <a:gd name="connsiteY348" fmla="*/ 380048 h 621411"/>
                <a:gd name="connsiteX349" fmla="*/ 162592 w 616458"/>
                <a:gd name="connsiteY349" fmla="*/ 380048 h 621411"/>
                <a:gd name="connsiteX350" fmla="*/ 162592 w 616458"/>
                <a:gd name="connsiteY350" fmla="*/ 359855 h 621411"/>
                <a:gd name="connsiteX351" fmla="*/ 308229 w 616458"/>
                <a:gd name="connsiteY351" fmla="*/ 166688 h 621411"/>
                <a:gd name="connsiteX352" fmla="*/ 289179 w 616458"/>
                <a:gd name="connsiteY352" fmla="*/ 185738 h 621411"/>
                <a:gd name="connsiteX353" fmla="*/ 289179 w 616458"/>
                <a:gd name="connsiteY353" fmla="*/ 186214 h 621411"/>
                <a:gd name="connsiteX354" fmla="*/ 308229 w 616458"/>
                <a:gd name="connsiteY354" fmla="*/ 204978 h 621411"/>
                <a:gd name="connsiteX355" fmla="*/ 327279 w 616458"/>
                <a:gd name="connsiteY355" fmla="*/ 185738 h 621411"/>
                <a:gd name="connsiteX356" fmla="*/ 308229 w 616458"/>
                <a:gd name="connsiteY356" fmla="*/ 166688 h 621411"/>
                <a:gd name="connsiteX357" fmla="*/ 308229 w 616458"/>
                <a:gd name="connsiteY357" fmla="*/ 230219 h 621411"/>
                <a:gd name="connsiteX358" fmla="*/ 289179 w 616458"/>
                <a:gd name="connsiteY358" fmla="*/ 249269 h 621411"/>
                <a:gd name="connsiteX359" fmla="*/ 289179 w 616458"/>
                <a:gd name="connsiteY359" fmla="*/ 249746 h 621411"/>
                <a:gd name="connsiteX360" fmla="*/ 308229 w 616458"/>
                <a:gd name="connsiteY360" fmla="*/ 268605 h 621411"/>
                <a:gd name="connsiteX361" fmla="*/ 327279 w 616458"/>
                <a:gd name="connsiteY361" fmla="*/ 249269 h 621411"/>
                <a:gd name="connsiteX362" fmla="*/ 308229 w 616458"/>
                <a:gd name="connsiteY362" fmla="*/ 230219 h 621411"/>
                <a:gd name="connsiteX363" fmla="*/ 308229 w 616458"/>
                <a:gd name="connsiteY363" fmla="*/ 416433 h 621411"/>
                <a:gd name="connsiteX364" fmla="*/ 289179 w 616458"/>
                <a:gd name="connsiteY364" fmla="*/ 435674 h 621411"/>
                <a:gd name="connsiteX365" fmla="*/ 308229 w 616458"/>
                <a:gd name="connsiteY365" fmla="*/ 454724 h 621411"/>
                <a:gd name="connsiteX366" fmla="*/ 327279 w 616458"/>
                <a:gd name="connsiteY366" fmla="*/ 435674 h 621411"/>
                <a:gd name="connsiteX367" fmla="*/ 327279 w 616458"/>
                <a:gd name="connsiteY367" fmla="*/ 435197 h 621411"/>
                <a:gd name="connsiteX368" fmla="*/ 308229 w 616458"/>
                <a:gd name="connsiteY368" fmla="*/ 416433 h 621411"/>
                <a:gd name="connsiteX369" fmla="*/ 308229 w 616458"/>
                <a:gd name="connsiteY369" fmla="*/ 352806 h 621411"/>
                <a:gd name="connsiteX370" fmla="*/ 289179 w 616458"/>
                <a:gd name="connsiteY370" fmla="*/ 372142 h 621411"/>
                <a:gd name="connsiteX371" fmla="*/ 308229 w 616458"/>
                <a:gd name="connsiteY371" fmla="*/ 391192 h 621411"/>
                <a:gd name="connsiteX372" fmla="*/ 327279 w 616458"/>
                <a:gd name="connsiteY372" fmla="*/ 372142 h 621411"/>
                <a:gd name="connsiteX373" fmla="*/ 327279 w 616458"/>
                <a:gd name="connsiteY373" fmla="*/ 371666 h 621411"/>
                <a:gd name="connsiteX374" fmla="*/ 308229 w 616458"/>
                <a:gd name="connsiteY374" fmla="*/ 352806 h 621411"/>
                <a:gd name="connsiteX375" fmla="*/ 377571 w 616458"/>
                <a:gd name="connsiteY375" fmla="*/ 144875 h 621411"/>
                <a:gd name="connsiteX376" fmla="*/ 318326 w 616458"/>
                <a:gd name="connsiteY376" fmla="*/ 85630 h 621411"/>
                <a:gd name="connsiteX377" fmla="*/ 298133 w 616458"/>
                <a:gd name="connsiteY377" fmla="*/ 85630 h 621411"/>
                <a:gd name="connsiteX378" fmla="*/ 238887 w 616458"/>
                <a:gd name="connsiteY378" fmla="*/ 144875 h 621411"/>
                <a:gd name="connsiteX379" fmla="*/ 238887 w 616458"/>
                <a:gd name="connsiteY379" fmla="*/ 165068 h 621411"/>
                <a:gd name="connsiteX380" fmla="*/ 259080 w 616458"/>
                <a:gd name="connsiteY380" fmla="*/ 165068 h 621411"/>
                <a:gd name="connsiteX381" fmla="*/ 308229 w 616458"/>
                <a:gd name="connsiteY381" fmla="*/ 115919 h 621411"/>
                <a:gd name="connsiteX382" fmla="*/ 357378 w 616458"/>
                <a:gd name="connsiteY382" fmla="*/ 165068 h 621411"/>
                <a:gd name="connsiteX383" fmla="*/ 367475 w 616458"/>
                <a:gd name="connsiteY383" fmla="*/ 169259 h 621411"/>
                <a:gd name="connsiteX384" fmla="*/ 377571 w 616458"/>
                <a:gd name="connsiteY384" fmla="*/ 165068 h 621411"/>
                <a:gd name="connsiteX385" fmla="*/ 377571 w 616458"/>
                <a:gd name="connsiteY385" fmla="*/ 144875 h 621411"/>
                <a:gd name="connsiteX386" fmla="*/ 533305 w 616458"/>
                <a:gd name="connsiteY386" fmla="*/ 300609 h 621411"/>
                <a:gd name="connsiteX387" fmla="*/ 474059 w 616458"/>
                <a:gd name="connsiteY387" fmla="*/ 241364 h 621411"/>
                <a:gd name="connsiteX388" fmla="*/ 453866 w 616458"/>
                <a:gd name="connsiteY388" fmla="*/ 241364 h 621411"/>
                <a:gd name="connsiteX389" fmla="*/ 453866 w 616458"/>
                <a:gd name="connsiteY389" fmla="*/ 261557 h 621411"/>
                <a:gd name="connsiteX390" fmla="*/ 503015 w 616458"/>
                <a:gd name="connsiteY390" fmla="*/ 310706 h 621411"/>
                <a:gd name="connsiteX391" fmla="*/ 453866 w 616458"/>
                <a:gd name="connsiteY391" fmla="*/ 359855 h 621411"/>
                <a:gd name="connsiteX392" fmla="*/ 453866 w 616458"/>
                <a:gd name="connsiteY392" fmla="*/ 380048 h 621411"/>
                <a:gd name="connsiteX393" fmla="*/ 474059 w 616458"/>
                <a:gd name="connsiteY393" fmla="*/ 380048 h 621411"/>
                <a:gd name="connsiteX394" fmla="*/ 533305 w 616458"/>
                <a:gd name="connsiteY394" fmla="*/ 320802 h 621411"/>
                <a:gd name="connsiteX395" fmla="*/ 537496 w 616458"/>
                <a:gd name="connsiteY395" fmla="*/ 310706 h 621411"/>
                <a:gd name="connsiteX396" fmla="*/ 533305 w 616458"/>
                <a:gd name="connsiteY396" fmla="*/ 300609 h 621411"/>
                <a:gd name="connsiteX397" fmla="*/ 433197 w 616458"/>
                <a:gd name="connsiteY397" fmla="*/ 291656 h 621411"/>
                <a:gd name="connsiteX398" fmla="*/ 432721 w 616458"/>
                <a:gd name="connsiteY398" fmla="*/ 291656 h 621411"/>
                <a:gd name="connsiteX399" fmla="*/ 413957 w 616458"/>
                <a:gd name="connsiteY399" fmla="*/ 310706 h 621411"/>
                <a:gd name="connsiteX400" fmla="*/ 433197 w 616458"/>
                <a:gd name="connsiteY400" fmla="*/ 329756 h 621411"/>
                <a:gd name="connsiteX401" fmla="*/ 452247 w 616458"/>
                <a:gd name="connsiteY401" fmla="*/ 310706 h 621411"/>
                <a:gd name="connsiteX402" fmla="*/ 433197 w 616458"/>
                <a:gd name="connsiteY402" fmla="*/ 291656 h 621411"/>
                <a:gd name="connsiteX403" fmla="*/ 369665 w 616458"/>
                <a:gd name="connsiteY403" fmla="*/ 291656 h 621411"/>
                <a:gd name="connsiteX404" fmla="*/ 369189 w 616458"/>
                <a:gd name="connsiteY404" fmla="*/ 291656 h 621411"/>
                <a:gd name="connsiteX405" fmla="*/ 350330 w 616458"/>
                <a:gd name="connsiteY405" fmla="*/ 310706 h 621411"/>
                <a:gd name="connsiteX406" fmla="*/ 369665 w 616458"/>
                <a:gd name="connsiteY406" fmla="*/ 329756 h 621411"/>
                <a:gd name="connsiteX407" fmla="*/ 388715 w 616458"/>
                <a:gd name="connsiteY407" fmla="*/ 310706 h 621411"/>
                <a:gd name="connsiteX408" fmla="*/ 369665 w 616458"/>
                <a:gd name="connsiteY408" fmla="*/ 291656 h 621411"/>
                <a:gd name="connsiteX409" fmla="*/ 259080 w 616458"/>
                <a:gd name="connsiteY409" fmla="*/ 165068 h 621411"/>
                <a:gd name="connsiteX410" fmla="*/ 308229 w 616458"/>
                <a:gd name="connsiteY410" fmla="*/ 115919 h 621411"/>
                <a:gd name="connsiteX411" fmla="*/ 357378 w 616458"/>
                <a:gd name="connsiteY411" fmla="*/ 165068 h 621411"/>
                <a:gd name="connsiteX412" fmla="*/ 367475 w 616458"/>
                <a:gd name="connsiteY412" fmla="*/ 169259 h 621411"/>
                <a:gd name="connsiteX413" fmla="*/ 377571 w 616458"/>
                <a:gd name="connsiteY413" fmla="*/ 165068 h 621411"/>
                <a:gd name="connsiteX414" fmla="*/ 377571 w 616458"/>
                <a:gd name="connsiteY414" fmla="*/ 144875 h 621411"/>
                <a:gd name="connsiteX415" fmla="*/ 318326 w 616458"/>
                <a:gd name="connsiteY415" fmla="*/ 85630 h 621411"/>
                <a:gd name="connsiteX416" fmla="*/ 298133 w 616458"/>
                <a:gd name="connsiteY416" fmla="*/ 85630 h 621411"/>
                <a:gd name="connsiteX417" fmla="*/ 238887 w 616458"/>
                <a:gd name="connsiteY417" fmla="*/ 144875 h 621411"/>
                <a:gd name="connsiteX418" fmla="*/ 238887 w 616458"/>
                <a:gd name="connsiteY418" fmla="*/ 165068 h 621411"/>
                <a:gd name="connsiteX419" fmla="*/ 259080 w 616458"/>
                <a:gd name="connsiteY419" fmla="*/ 165068 h 621411"/>
                <a:gd name="connsiteX420" fmla="*/ 357378 w 616458"/>
                <a:gd name="connsiteY420" fmla="*/ 456343 h 621411"/>
                <a:gd name="connsiteX421" fmla="*/ 308229 w 616458"/>
                <a:gd name="connsiteY421" fmla="*/ 505492 h 621411"/>
                <a:gd name="connsiteX422" fmla="*/ 259080 w 616458"/>
                <a:gd name="connsiteY422" fmla="*/ 456343 h 621411"/>
                <a:gd name="connsiteX423" fmla="*/ 238887 w 616458"/>
                <a:gd name="connsiteY423" fmla="*/ 456343 h 621411"/>
                <a:gd name="connsiteX424" fmla="*/ 238887 w 616458"/>
                <a:gd name="connsiteY424" fmla="*/ 476536 h 621411"/>
                <a:gd name="connsiteX425" fmla="*/ 298133 w 616458"/>
                <a:gd name="connsiteY425" fmla="*/ 535781 h 621411"/>
                <a:gd name="connsiteX426" fmla="*/ 308229 w 616458"/>
                <a:gd name="connsiteY426" fmla="*/ 539972 h 621411"/>
                <a:gd name="connsiteX427" fmla="*/ 318326 w 616458"/>
                <a:gd name="connsiteY427" fmla="*/ 535781 h 621411"/>
                <a:gd name="connsiteX428" fmla="*/ 377571 w 616458"/>
                <a:gd name="connsiteY428" fmla="*/ 476536 h 621411"/>
                <a:gd name="connsiteX429" fmla="*/ 377571 w 616458"/>
                <a:gd name="connsiteY429" fmla="*/ 456343 h 621411"/>
                <a:gd name="connsiteX430" fmla="*/ 357378 w 616458"/>
                <a:gd name="connsiteY430" fmla="*/ 456343 h 621411"/>
                <a:gd name="connsiteX431" fmla="*/ 308229 w 616458"/>
                <a:gd name="connsiteY431" fmla="*/ 416433 h 621411"/>
                <a:gd name="connsiteX432" fmla="*/ 289179 w 616458"/>
                <a:gd name="connsiteY432" fmla="*/ 435674 h 621411"/>
                <a:gd name="connsiteX433" fmla="*/ 308229 w 616458"/>
                <a:gd name="connsiteY433" fmla="*/ 454724 h 621411"/>
                <a:gd name="connsiteX434" fmla="*/ 327279 w 616458"/>
                <a:gd name="connsiteY434" fmla="*/ 435674 h 621411"/>
                <a:gd name="connsiteX435" fmla="*/ 327279 w 616458"/>
                <a:gd name="connsiteY435" fmla="*/ 435197 h 621411"/>
                <a:gd name="connsiteX436" fmla="*/ 308229 w 616458"/>
                <a:gd name="connsiteY436" fmla="*/ 416433 h 621411"/>
                <a:gd name="connsiteX437" fmla="*/ 327279 w 616458"/>
                <a:gd name="connsiteY437" fmla="*/ 371666 h 621411"/>
                <a:gd name="connsiteX438" fmla="*/ 308229 w 616458"/>
                <a:gd name="connsiteY438" fmla="*/ 352806 h 621411"/>
                <a:gd name="connsiteX439" fmla="*/ 289179 w 616458"/>
                <a:gd name="connsiteY439" fmla="*/ 372142 h 621411"/>
                <a:gd name="connsiteX440" fmla="*/ 308229 w 616458"/>
                <a:gd name="connsiteY440" fmla="*/ 391192 h 621411"/>
                <a:gd name="connsiteX441" fmla="*/ 327279 w 616458"/>
                <a:gd name="connsiteY441" fmla="*/ 372142 h 621411"/>
                <a:gd name="connsiteX442" fmla="*/ 327279 w 616458"/>
                <a:gd name="connsiteY442" fmla="*/ 371666 h 621411"/>
                <a:gd name="connsiteX443" fmla="*/ 308229 w 616458"/>
                <a:gd name="connsiteY443" fmla="*/ 166688 h 621411"/>
                <a:gd name="connsiteX444" fmla="*/ 289179 w 616458"/>
                <a:gd name="connsiteY444" fmla="*/ 185738 h 621411"/>
                <a:gd name="connsiteX445" fmla="*/ 289179 w 616458"/>
                <a:gd name="connsiteY445" fmla="*/ 186214 h 621411"/>
                <a:gd name="connsiteX446" fmla="*/ 308229 w 616458"/>
                <a:gd name="connsiteY446" fmla="*/ 204978 h 621411"/>
                <a:gd name="connsiteX447" fmla="*/ 327279 w 616458"/>
                <a:gd name="connsiteY447" fmla="*/ 185738 h 621411"/>
                <a:gd name="connsiteX448" fmla="*/ 308229 w 616458"/>
                <a:gd name="connsiteY448" fmla="*/ 166688 h 621411"/>
                <a:gd name="connsiteX449" fmla="*/ 308229 w 616458"/>
                <a:gd name="connsiteY449" fmla="*/ 230219 h 621411"/>
                <a:gd name="connsiteX450" fmla="*/ 289179 w 616458"/>
                <a:gd name="connsiteY450" fmla="*/ 249269 h 621411"/>
                <a:gd name="connsiteX451" fmla="*/ 289179 w 616458"/>
                <a:gd name="connsiteY451" fmla="*/ 249746 h 621411"/>
                <a:gd name="connsiteX452" fmla="*/ 308229 w 616458"/>
                <a:gd name="connsiteY452" fmla="*/ 268605 h 621411"/>
                <a:gd name="connsiteX453" fmla="*/ 327279 w 616458"/>
                <a:gd name="connsiteY453" fmla="*/ 249269 h 621411"/>
                <a:gd name="connsiteX454" fmla="*/ 308229 w 616458"/>
                <a:gd name="connsiteY454" fmla="*/ 230219 h 621411"/>
                <a:gd name="connsiteX455" fmla="*/ 247269 w 616458"/>
                <a:gd name="connsiteY455" fmla="*/ 329756 h 621411"/>
                <a:gd name="connsiteX456" fmla="*/ 266129 w 616458"/>
                <a:gd name="connsiteY456" fmla="*/ 310706 h 621411"/>
                <a:gd name="connsiteX457" fmla="*/ 246793 w 616458"/>
                <a:gd name="connsiteY457" fmla="*/ 291656 h 621411"/>
                <a:gd name="connsiteX458" fmla="*/ 227743 w 616458"/>
                <a:gd name="connsiteY458" fmla="*/ 310706 h 621411"/>
                <a:gd name="connsiteX459" fmla="*/ 246793 w 616458"/>
                <a:gd name="connsiteY459" fmla="*/ 329756 h 621411"/>
                <a:gd name="connsiteX460" fmla="*/ 247269 w 616458"/>
                <a:gd name="connsiteY460" fmla="*/ 329756 h 621411"/>
                <a:gd name="connsiteX461" fmla="*/ 183261 w 616458"/>
                <a:gd name="connsiteY461" fmla="*/ 291656 h 621411"/>
                <a:gd name="connsiteX462" fmla="*/ 164211 w 616458"/>
                <a:gd name="connsiteY462" fmla="*/ 310706 h 621411"/>
                <a:gd name="connsiteX463" fmla="*/ 183261 w 616458"/>
                <a:gd name="connsiteY463" fmla="*/ 329756 h 621411"/>
                <a:gd name="connsiteX464" fmla="*/ 183737 w 616458"/>
                <a:gd name="connsiteY464" fmla="*/ 329756 h 621411"/>
                <a:gd name="connsiteX465" fmla="*/ 202502 w 616458"/>
                <a:gd name="connsiteY465" fmla="*/ 310706 h 621411"/>
                <a:gd name="connsiteX466" fmla="*/ 183261 w 616458"/>
                <a:gd name="connsiteY466" fmla="*/ 291656 h 621411"/>
                <a:gd name="connsiteX467" fmla="*/ 113443 w 616458"/>
                <a:gd name="connsiteY467" fmla="*/ 310706 h 621411"/>
                <a:gd name="connsiteX468" fmla="*/ 162592 w 616458"/>
                <a:gd name="connsiteY468" fmla="*/ 261557 h 621411"/>
                <a:gd name="connsiteX469" fmla="*/ 166783 w 616458"/>
                <a:gd name="connsiteY469" fmla="*/ 251460 h 621411"/>
                <a:gd name="connsiteX470" fmla="*/ 162592 w 616458"/>
                <a:gd name="connsiteY470" fmla="*/ 241364 h 621411"/>
                <a:gd name="connsiteX471" fmla="*/ 142399 w 616458"/>
                <a:gd name="connsiteY471" fmla="*/ 241364 h 621411"/>
                <a:gd name="connsiteX472" fmla="*/ 83153 w 616458"/>
                <a:gd name="connsiteY472" fmla="*/ 300609 h 621411"/>
                <a:gd name="connsiteX473" fmla="*/ 83153 w 616458"/>
                <a:gd name="connsiteY473" fmla="*/ 320802 h 621411"/>
                <a:gd name="connsiteX474" fmla="*/ 142399 w 616458"/>
                <a:gd name="connsiteY474" fmla="*/ 380048 h 621411"/>
                <a:gd name="connsiteX475" fmla="*/ 162592 w 616458"/>
                <a:gd name="connsiteY475" fmla="*/ 380048 h 621411"/>
                <a:gd name="connsiteX476" fmla="*/ 162592 w 616458"/>
                <a:gd name="connsiteY476" fmla="*/ 359855 h 621411"/>
                <a:gd name="connsiteX477" fmla="*/ 113443 w 616458"/>
                <a:gd name="connsiteY477" fmla="*/ 310706 h 621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</a:cxnLst>
              <a:rect l="l" t="t" r="r" b="b"/>
              <a:pathLst>
                <a:path w="616458" h="621411"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59080" y="165068"/>
                  </a:move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close/>
                  <a:moveTo>
                    <a:pt x="357378" y="456343"/>
                  </a:move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ubicBezTo>
                    <a:pt x="372046" y="450723"/>
                    <a:pt x="362998" y="450723"/>
                    <a:pt x="357378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27279" y="371666"/>
                  </a:moveTo>
                  <a:cubicBezTo>
                    <a:pt x="327279" y="361093"/>
                    <a:pt x="318707" y="352806"/>
                    <a:pt x="308229" y="352806"/>
                  </a:cubicBez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247269" y="329756"/>
                  </a:move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ubicBezTo>
                    <a:pt x="236220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13443" y="310706"/>
                  </a:move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lnTo>
                    <a:pt x="113443" y="310706"/>
                  </a:lnTo>
                  <a:close/>
                  <a:moveTo>
                    <a:pt x="533114" y="0"/>
                  </a:moveTo>
                  <a:lnTo>
                    <a:pt x="83344" y="0"/>
                  </a:lnTo>
                  <a:cubicBezTo>
                    <a:pt x="37433" y="0"/>
                    <a:pt x="0" y="37338"/>
                    <a:pt x="0" y="83344"/>
                  </a:cubicBezTo>
                  <a:lnTo>
                    <a:pt x="0" y="538067"/>
                  </a:lnTo>
                  <a:cubicBezTo>
                    <a:pt x="0" y="584073"/>
                    <a:pt x="37433" y="621411"/>
                    <a:pt x="83344" y="621411"/>
                  </a:cubicBezTo>
                  <a:lnTo>
                    <a:pt x="533114" y="621411"/>
                  </a:lnTo>
                  <a:cubicBezTo>
                    <a:pt x="579025" y="621411"/>
                    <a:pt x="616458" y="584073"/>
                    <a:pt x="616458" y="538067"/>
                  </a:cubicBezTo>
                  <a:lnTo>
                    <a:pt x="616458" y="83344"/>
                  </a:lnTo>
                  <a:cubicBezTo>
                    <a:pt x="616458" y="37338"/>
                    <a:pt x="579025" y="0"/>
                    <a:pt x="533114" y="0"/>
                  </a:cubicBezTo>
                  <a:close/>
                  <a:moveTo>
                    <a:pt x="587883" y="538067"/>
                  </a:moveTo>
                  <a:cubicBezTo>
                    <a:pt x="587883" y="568262"/>
                    <a:pt x="563309" y="592836"/>
                    <a:pt x="533114" y="592836"/>
                  </a:cubicBezTo>
                  <a:lnTo>
                    <a:pt x="83344" y="592836"/>
                  </a:lnTo>
                  <a:cubicBezTo>
                    <a:pt x="53150" y="592836"/>
                    <a:pt x="28575" y="568262"/>
                    <a:pt x="28575" y="538067"/>
                  </a:cubicBezTo>
                  <a:lnTo>
                    <a:pt x="28575" y="83344"/>
                  </a:lnTo>
                  <a:cubicBezTo>
                    <a:pt x="28575" y="53150"/>
                    <a:pt x="53150" y="28575"/>
                    <a:pt x="83344" y="28575"/>
                  </a:cubicBezTo>
                  <a:lnTo>
                    <a:pt x="533114" y="28575"/>
                  </a:lnTo>
                  <a:cubicBezTo>
                    <a:pt x="563309" y="28575"/>
                    <a:pt x="587883" y="53150"/>
                    <a:pt x="587883" y="83344"/>
                  </a:cubicBezTo>
                  <a:lnTo>
                    <a:pt x="587883" y="538067"/>
                  </a:lnTo>
                  <a:close/>
                  <a:moveTo>
                    <a:pt x="474059" y="241364"/>
                  </a:move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lnTo>
                    <a:pt x="474059" y="241364"/>
                  </a:ln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59080" y="165068"/>
                  </a:move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close/>
                  <a:moveTo>
                    <a:pt x="357378" y="456343"/>
                  </a:move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ubicBezTo>
                    <a:pt x="372046" y="450723"/>
                    <a:pt x="362998" y="450723"/>
                    <a:pt x="357378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27279" y="371666"/>
                  </a:moveTo>
                  <a:cubicBezTo>
                    <a:pt x="327279" y="361093"/>
                    <a:pt x="318707" y="352806"/>
                    <a:pt x="308229" y="352806"/>
                  </a:cubicBez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247269" y="329756"/>
                  </a:move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ubicBezTo>
                    <a:pt x="236220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13443" y="310706"/>
                  </a:move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lnTo>
                    <a:pt x="113443" y="310706"/>
                  </a:ln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162592" y="359855"/>
                  </a:moveTo>
                  <a:lnTo>
                    <a:pt x="113443" y="310706"/>
                  </a:ln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46793" y="291656"/>
                  </a:moveTo>
                  <a:cubicBezTo>
                    <a:pt x="236315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77571" y="456343"/>
                  </a:moveTo>
                  <a:cubicBezTo>
                    <a:pt x="372046" y="450723"/>
                    <a:pt x="362998" y="450723"/>
                    <a:pt x="357378" y="456343"/>
                  </a:cubicBez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77571" y="144875"/>
                  </a:move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close/>
                  <a:moveTo>
                    <a:pt x="308229" y="352806"/>
                  </a:move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ubicBezTo>
                    <a:pt x="327279" y="361093"/>
                    <a:pt x="318707" y="352806"/>
                    <a:pt x="308229" y="352806"/>
                  </a:cubicBezTo>
                  <a:close/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377571" y="456343"/>
                  </a:moveTo>
                  <a:cubicBezTo>
                    <a:pt x="372046" y="450723"/>
                    <a:pt x="362998" y="450723"/>
                    <a:pt x="357378" y="456343"/>
                  </a:cubicBez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lose/>
                  <a:moveTo>
                    <a:pt x="246793" y="291656"/>
                  </a:moveTo>
                  <a:cubicBezTo>
                    <a:pt x="236315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62592" y="359855"/>
                  </a:moveTo>
                  <a:lnTo>
                    <a:pt x="113443" y="310706"/>
                  </a:ln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08229" y="352806"/>
                  </a:move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ubicBezTo>
                    <a:pt x="327279" y="361093"/>
                    <a:pt x="318707" y="352806"/>
                    <a:pt x="308229" y="352806"/>
                  </a:cubicBezTo>
                  <a:close/>
                  <a:moveTo>
                    <a:pt x="377571" y="144875"/>
                  </a:move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close/>
                  <a:moveTo>
                    <a:pt x="533305" y="300609"/>
                  </a:moveTo>
                  <a:lnTo>
                    <a:pt x="474059" y="241364"/>
                  </a:lnTo>
                  <a:cubicBezTo>
                    <a:pt x="468440" y="235744"/>
                    <a:pt x="459391" y="235744"/>
                    <a:pt x="453866" y="241364"/>
                  </a:cubicBezTo>
                  <a:cubicBezTo>
                    <a:pt x="448246" y="246888"/>
                    <a:pt x="448246" y="255937"/>
                    <a:pt x="453866" y="261557"/>
                  </a:cubicBezTo>
                  <a:lnTo>
                    <a:pt x="503015" y="310706"/>
                  </a:lnTo>
                  <a:lnTo>
                    <a:pt x="453866" y="359855"/>
                  </a:lnTo>
                  <a:cubicBezTo>
                    <a:pt x="448246" y="365474"/>
                    <a:pt x="448246" y="374523"/>
                    <a:pt x="453866" y="380048"/>
                  </a:cubicBezTo>
                  <a:cubicBezTo>
                    <a:pt x="459391" y="385667"/>
                    <a:pt x="468440" y="385667"/>
                    <a:pt x="474059" y="380048"/>
                  </a:cubicBezTo>
                  <a:lnTo>
                    <a:pt x="533305" y="320802"/>
                  </a:lnTo>
                  <a:cubicBezTo>
                    <a:pt x="536162" y="318040"/>
                    <a:pt x="537496" y="314325"/>
                    <a:pt x="537496" y="310706"/>
                  </a:cubicBezTo>
                  <a:cubicBezTo>
                    <a:pt x="537496" y="307086"/>
                    <a:pt x="536162" y="303371"/>
                    <a:pt x="533305" y="300609"/>
                  </a:cubicBezTo>
                  <a:close/>
                  <a:moveTo>
                    <a:pt x="433197" y="291656"/>
                  </a:moveTo>
                  <a:lnTo>
                    <a:pt x="432721" y="291656"/>
                  </a:lnTo>
                  <a:cubicBezTo>
                    <a:pt x="422243" y="291656"/>
                    <a:pt x="413957" y="300228"/>
                    <a:pt x="413957" y="310706"/>
                  </a:cubicBezTo>
                  <a:cubicBezTo>
                    <a:pt x="413957" y="321183"/>
                    <a:pt x="422719" y="329756"/>
                    <a:pt x="433197" y="329756"/>
                  </a:cubicBezTo>
                  <a:cubicBezTo>
                    <a:pt x="443675" y="329756"/>
                    <a:pt x="452247" y="321183"/>
                    <a:pt x="452247" y="310706"/>
                  </a:cubicBezTo>
                  <a:cubicBezTo>
                    <a:pt x="452247" y="300228"/>
                    <a:pt x="443770" y="291656"/>
                    <a:pt x="433197" y="291656"/>
                  </a:cubicBezTo>
                  <a:close/>
                  <a:moveTo>
                    <a:pt x="369665" y="291656"/>
                  </a:moveTo>
                  <a:lnTo>
                    <a:pt x="369189" y="291656"/>
                  </a:lnTo>
                  <a:cubicBezTo>
                    <a:pt x="358616" y="291656"/>
                    <a:pt x="350330" y="300228"/>
                    <a:pt x="350330" y="310706"/>
                  </a:cubicBezTo>
                  <a:cubicBezTo>
                    <a:pt x="350330" y="321183"/>
                    <a:pt x="359092" y="329756"/>
                    <a:pt x="369665" y="329756"/>
                  </a:cubicBezTo>
                  <a:cubicBezTo>
                    <a:pt x="380238" y="329756"/>
                    <a:pt x="388715" y="321183"/>
                    <a:pt x="388715" y="310706"/>
                  </a:cubicBezTo>
                  <a:cubicBezTo>
                    <a:pt x="388715" y="300228"/>
                    <a:pt x="380143" y="291656"/>
                    <a:pt x="369665" y="291656"/>
                  </a:cubicBezTo>
                  <a:close/>
                  <a:moveTo>
                    <a:pt x="259080" y="165068"/>
                  </a:moveTo>
                  <a:lnTo>
                    <a:pt x="308229" y="115919"/>
                  </a:lnTo>
                  <a:lnTo>
                    <a:pt x="357378" y="165068"/>
                  </a:lnTo>
                  <a:cubicBezTo>
                    <a:pt x="360236" y="167831"/>
                    <a:pt x="363855" y="169259"/>
                    <a:pt x="367475" y="169259"/>
                  </a:cubicBezTo>
                  <a:cubicBezTo>
                    <a:pt x="371094" y="169259"/>
                    <a:pt x="374809" y="167831"/>
                    <a:pt x="377571" y="165068"/>
                  </a:cubicBezTo>
                  <a:cubicBezTo>
                    <a:pt x="383191" y="159544"/>
                    <a:pt x="383191" y="150495"/>
                    <a:pt x="377571" y="144875"/>
                  </a:cubicBezTo>
                  <a:lnTo>
                    <a:pt x="318326" y="85630"/>
                  </a:lnTo>
                  <a:cubicBezTo>
                    <a:pt x="312706" y="80010"/>
                    <a:pt x="303752" y="80010"/>
                    <a:pt x="298133" y="85630"/>
                  </a:cubicBezTo>
                  <a:lnTo>
                    <a:pt x="238887" y="144875"/>
                  </a:lnTo>
                  <a:cubicBezTo>
                    <a:pt x="233267" y="150495"/>
                    <a:pt x="233267" y="159544"/>
                    <a:pt x="238887" y="165068"/>
                  </a:cubicBezTo>
                  <a:cubicBezTo>
                    <a:pt x="244412" y="170688"/>
                    <a:pt x="253460" y="170688"/>
                    <a:pt x="259080" y="165068"/>
                  </a:cubicBezTo>
                  <a:close/>
                  <a:moveTo>
                    <a:pt x="357378" y="456343"/>
                  </a:moveTo>
                  <a:lnTo>
                    <a:pt x="308229" y="505492"/>
                  </a:lnTo>
                  <a:lnTo>
                    <a:pt x="259080" y="456343"/>
                  </a:lnTo>
                  <a:cubicBezTo>
                    <a:pt x="253460" y="450723"/>
                    <a:pt x="244412" y="450723"/>
                    <a:pt x="238887" y="456343"/>
                  </a:cubicBezTo>
                  <a:cubicBezTo>
                    <a:pt x="233267" y="461867"/>
                    <a:pt x="233267" y="470916"/>
                    <a:pt x="238887" y="476536"/>
                  </a:cubicBezTo>
                  <a:lnTo>
                    <a:pt x="298133" y="535781"/>
                  </a:lnTo>
                  <a:cubicBezTo>
                    <a:pt x="300895" y="538639"/>
                    <a:pt x="304610" y="539972"/>
                    <a:pt x="308229" y="539972"/>
                  </a:cubicBezTo>
                  <a:cubicBezTo>
                    <a:pt x="311849" y="539972"/>
                    <a:pt x="315563" y="538639"/>
                    <a:pt x="318326" y="535781"/>
                  </a:cubicBezTo>
                  <a:lnTo>
                    <a:pt x="377571" y="476536"/>
                  </a:lnTo>
                  <a:cubicBezTo>
                    <a:pt x="383191" y="470916"/>
                    <a:pt x="383191" y="461867"/>
                    <a:pt x="377571" y="456343"/>
                  </a:cubicBezTo>
                  <a:cubicBezTo>
                    <a:pt x="372046" y="450723"/>
                    <a:pt x="362998" y="450723"/>
                    <a:pt x="357378" y="456343"/>
                  </a:cubicBezTo>
                  <a:close/>
                  <a:moveTo>
                    <a:pt x="308229" y="416433"/>
                  </a:moveTo>
                  <a:cubicBezTo>
                    <a:pt x="297752" y="416433"/>
                    <a:pt x="289179" y="425196"/>
                    <a:pt x="289179" y="435674"/>
                  </a:cubicBezTo>
                  <a:cubicBezTo>
                    <a:pt x="289179" y="446151"/>
                    <a:pt x="297752" y="454724"/>
                    <a:pt x="308229" y="454724"/>
                  </a:cubicBezTo>
                  <a:cubicBezTo>
                    <a:pt x="318707" y="454724"/>
                    <a:pt x="327279" y="446246"/>
                    <a:pt x="327279" y="435674"/>
                  </a:cubicBezTo>
                  <a:lnTo>
                    <a:pt x="327279" y="435197"/>
                  </a:lnTo>
                  <a:cubicBezTo>
                    <a:pt x="327279" y="424720"/>
                    <a:pt x="318707" y="416433"/>
                    <a:pt x="308229" y="416433"/>
                  </a:cubicBezTo>
                  <a:close/>
                  <a:moveTo>
                    <a:pt x="327279" y="371666"/>
                  </a:moveTo>
                  <a:cubicBezTo>
                    <a:pt x="327279" y="361093"/>
                    <a:pt x="318707" y="352806"/>
                    <a:pt x="308229" y="352806"/>
                  </a:cubicBezTo>
                  <a:cubicBezTo>
                    <a:pt x="297752" y="352806"/>
                    <a:pt x="289179" y="361569"/>
                    <a:pt x="289179" y="372142"/>
                  </a:cubicBezTo>
                  <a:cubicBezTo>
                    <a:pt x="289179" y="382715"/>
                    <a:pt x="297752" y="391192"/>
                    <a:pt x="308229" y="391192"/>
                  </a:cubicBezTo>
                  <a:cubicBezTo>
                    <a:pt x="318707" y="391192"/>
                    <a:pt x="327279" y="382619"/>
                    <a:pt x="327279" y="372142"/>
                  </a:cubicBezTo>
                  <a:lnTo>
                    <a:pt x="327279" y="371666"/>
                  </a:lnTo>
                  <a:close/>
                  <a:moveTo>
                    <a:pt x="308229" y="166688"/>
                  </a:moveTo>
                  <a:cubicBezTo>
                    <a:pt x="297752" y="166688"/>
                    <a:pt x="289179" y="175165"/>
                    <a:pt x="289179" y="185738"/>
                  </a:cubicBezTo>
                  <a:lnTo>
                    <a:pt x="289179" y="186214"/>
                  </a:lnTo>
                  <a:cubicBezTo>
                    <a:pt x="289179" y="196691"/>
                    <a:pt x="297752" y="204978"/>
                    <a:pt x="308229" y="204978"/>
                  </a:cubicBezTo>
                  <a:cubicBezTo>
                    <a:pt x="318707" y="204978"/>
                    <a:pt x="327279" y="196215"/>
                    <a:pt x="327279" y="185738"/>
                  </a:cubicBezTo>
                  <a:cubicBezTo>
                    <a:pt x="327279" y="175260"/>
                    <a:pt x="318707" y="166688"/>
                    <a:pt x="308229" y="166688"/>
                  </a:cubicBezTo>
                  <a:close/>
                  <a:moveTo>
                    <a:pt x="308229" y="230219"/>
                  </a:moveTo>
                  <a:cubicBezTo>
                    <a:pt x="297752" y="230219"/>
                    <a:pt x="289179" y="238792"/>
                    <a:pt x="289179" y="249269"/>
                  </a:cubicBezTo>
                  <a:lnTo>
                    <a:pt x="289179" y="249746"/>
                  </a:lnTo>
                  <a:cubicBezTo>
                    <a:pt x="289179" y="260318"/>
                    <a:pt x="297752" y="268605"/>
                    <a:pt x="308229" y="268605"/>
                  </a:cubicBezTo>
                  <a:cubicBezTo>
                    <a:pt x="318707" y="268605"/>
                    <a:pt x="327279" y="259842"/>
                    <a:pt x="327279" y="249269"/>
                  </a:cubicBezTo>
                  <a:cubicBezTo>
                    <a:pt x="327279" y="238697"/>
                    <a:pt x="318707" y="230219"/>
                    <a:pt x="308229" y="230219"/>
                  </a:cubicBezTo>
                  <a:close/>
                  <a:moveTo>
                    <a:pt x="247269" y="329756"/>
                  </a:moveTo>
                  <a:cubicBezTo>
                    <a:pt x="257842" y="329756"/>
                    <a:pt x="266129" y="321183"/>
                    <a:pt x="266129" y="310706"/>
                  </a:cubicBezTo>
                  <a:cubicBezTo>
                    <a:pt x="266129" y="300228"/>
                    <a:pt x="257366" y="291656"/>
                    <a:pt x="246793" y="291656"/>
                  </a:cubicBezTo>
                  <a:cubicBezTo>
                    <a:pt x="236220" y="291656"/>
                    <a:pt x="227743" y="300228"/>
                    <a:pt x="227743" y="310706"/>
                  </a:cubicBezTo>
                  <a:cubicBezTo>
                    <a:pt x="227743" y="321183"/>
                    <a:pt x="236315" y="329756"/>
                    <a:pt x="246793" y="329756"/>
                  </a:cubicBezTo>
                  <a:lnTo>
                    <a:pt x="247269" y="329756"/>
                  </a:lnTo>
                  <a:close/>
                  <a:moveTo>
                    <a:pt x="183261" y="291656"/>
                  </a:moveTo>
                  <a:cubicBezTo>
                    <a:pt x="172688" y="291656"/>
                    <a:pt x="164211" y="300228"/>
                    <a:pt x="164211" y="310706"/>
                  </a:cubicBezTo>
                  <a:cubicBezTo>
                    <a:pt x="164211" y="321183"/>
                    <a:pt x="172688" y="329756"/>
                    <a:pt x="183261" y="329756"/>
                  </a:cubicBezTo>
                  <a:lnTo>
                    <a:pt x="183737" y="329756"/>
                  </a:lnTo>
                  <a:cubicBezTo>
                    <a:pt x="194215" y="329756"/>
                    <a:pt x="202502" y="321183"/>
                    <a:pt x="202502" y="310706"/>
                  </a:cubicBezTo>
                  <a:cubicBezTo>
                    <a:pt x="202502" y="300228"/>
                    <a:pt x="193739" y="291656"/>
                    <a:pt x="183261" y="291656"/>
                  </a:cubicBezTo>
                  <a:close/>
                  <a:moveTo>
                    <a:pt x="113443" y="310706"/>
                  </a:moveTo>
                  <a:lnTo>
                    <a:pt x="162592" y="261557"/>
                  </a:lnTo>
                  <a:cubicBezTo>
                    <a:pt x="165354" y="258699"/>
                    <a:pt x="166783" y="255080"/>
                    <a:pt x="166783" y="251460"/>
                  </a:cubicBezTo>
                  <a:cubicBezTo>
                    <a:pt x="166783" y="247841"/>
                    <a:pt x="165354" y="244126"/>
                    <a:pt x="162592" y="241364"/>
                  </a:cubicBezTo>
                  <a:cubicBezTo>
                    <a:pt x="157067" y="235744"/>
                    <a:pt x="148019" y="235744"/>
                    <a:pt x="142399" y="241364"/>
                  </a:cubicBezTo>
                  <a:lnTo>
                    <a:pt x="83153" y="300609"/>
                  </a:lnTo>
                  <a:cubicBezTo>
                    <a:pt x="77533" y="306229"/>
                    <a:pt x="77533" y="315182"/>
                    <a:pt x="83153" y="320802"/>
                  </a:cubicBezTo>
                  <a:lnTo>
                    <a:pt x="142399" y="380048"/>
                  </a:lnTo>
                  <a:cubicBezTo>
                    <a:pt x="148019" y="385667"/>
                    <a:pt x="157067" y="385667"/>
                    <a:pt x="162592" y="380048"/>
                  </a:cubicBezTo>
                  <a:cubicBezTo>
                    <a:pt x="168212" y="374523"/>
                    <a:pt x="168212" y="365474"/>
                    <a:pt x="162592" y="359855"/>
                  </a:cubicBezTo>
                  <a:lnTo>
                    <a:pt x="113443" y="310706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5AF60BD4-FA39-38BA-FF5D-9B647FC4FD7B}"/>
              </a:ext>
            </a:extLst>
          </p:cNvPr>
          <p:cNvCxnSpPr>
            <a:cxnSpLocks/>
          </p:cNvCxnSpPr>
          <p:nvPr/>
        </p:nvCxnSpPr>
        <p:spPr>
          <a:xfrm>
            <a:off x="9024198" y="5696732"/>
            <a:ext cx="194504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Rectangle 93">
            <a:extLst>
              <a:ext uri="{FF2B5EF4-FFF2-40B4-BE49-F238E27FC236}">
                <a16:creationId xmlns:a16="http://schemas.microsoft.com/office/drawing/2014/main" id="{0EB35DBE-5C97-5945-2179-0B6AC5A4B5FF}"/>
              </a:ext>
            </a:extLst>
          </p:cNvPr>
          <p:cNvSpPr/>
          <p:nvPr/>
        </p:nvSpPr>
        <p:spPr>
          <a:xfrm>
            <a:off x="9459630" y="4935990"/>
            <a:ext cx="156946" cy="1939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4CC16656-821D-D80C-EC12-A7B273FD4B20}"/>
              </a:ext>
            </a:extLst>
          </p:cNvPr>
          <p:cNvGrpSpPr/>
          <p:nvPr/>
        </p:nvGrpSpPr>
        <p:grpSpPr>
          <a:xfrm>
            <a:off x="9552574" y="4810709"/>
            <a:ext cx="314713" cy="314713"/>
            <a:chOff x="5806912" y="3810931"/>
            <a:chExt cx="829762" cy="829762"/>
          </a:xfrm>
        </p:grpSpPr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E085B229-8AD1-8846-1005-D55AE5EF15C5}"/>
                </a:ext>
              </a:extLst>
            </p:cNvPr>
            <p:cNvSpPr/>
            <p:nvPr/>
          </p:nvSpPr>
          <p:spPr>
            <a:xfrm>
              <a:off x="5806912" y="3810931"/>
              <a:ext cx="829762" cy="82976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97" name="Google Shape;388;p11">
              <a:extLst>
                <a:ext uri="{FF2B5EF4-FFF2-40B4-BE49-F238E27FC236}">
                  <a16:creationId xmlns:a16="http://schemas.microsoft.com/office/drawing/2014/main" id="{32BC9EA7-87CE-237B-A117-2B18A538628E}"/>
                </a:ext>
              </a:extLst>
            </p:cNvPr>
            <p:cNvSpPr/>
            <p:nvPr/>
          </p:nvSpPr>
          <p:spPr>
            <a:xfrm>
              <a:off x="5949286" y="3942664"/>
              <a:ext cx="555162" cy="555162"/>
            </a:xfrm>
            <a:custGeom>
              <a:avLst/>
              <a:gdLst/>
              <a:ahLst/>
              <a:cxnLst/>
              <a:rect l="l" t="t" r="r" b="b"/>
              <a:pathLst>
                <a:path w="644842" h="644842" extrusionOk="0">
                  <a:moveTo>
                    <a:pt x="322421" y="0"/>
                  </a:moveTo>
                  <a:cubicBezTo>
                    <a:pt x="144590" y="0"/>
                    <a:pt x="0" y="144590"/>
                    <a:pt x="0" y="322421"/>
                  </a:cubicBezTo>
                  <a:cubicBezTo>
                    <a:pt x="0" y="500253"/>
                    <a:pt x="144590" y="644843"/>
                    <a:pt x="322421" y="644843"/>
                  </a:cubicBezTo>
                  <a:cubicBezTo>
                    <a:pt x="500253" y="644843"/>
                    <a:pt x="644843" y="500253"/>
                    <a:pt x="644843" y="322421"/>
                  </a:cubicBezTo>
                  <a:cubicBezTo>
                    <a:pt x="644843" y="144590"/>
                    <a:pt x="500158" y="0"/>
                    <a:pt x="322421" y="0"/>
                  </a:cubicBezTo>
                  <a:close/>
                  <a:moveTo>
                    <a:pt x="322421" y="616172"/>
                  </a:moveTo>
                  <a:cubicBezTo>
                    <a:pt x="160401" y="616172"/>
                    <a:pt x="28575" y="484346"/>
                    <a:pt x="28575" y="322326"/>
                  </a:cubicBezTo>
                  <a:cubicBezTo>
                    <a:pt x="28575" y="160306"/>
                    <a:pt x="160401" y="28575"/>
                    <a:pt x="322421" y="28575"/>
                  </a:cubicBezTo>
                  <a:cubicBezTo>
                    <a:pt x="484442" y="28575"/>
                    <a:pt x="616268" y="160401"/>
                    <a:pt x="616268" y="322421"/>
                  </a:cubicBezTo>
                  <a:cubicBezTo>
                    <a:pt x="616268" y="484442"/>
                    <a:pt x="484442" y="616268"/>
                    <a:pt x="322421" y="616268"/>
                  </a:cubicBezTo>
                  <a:close/>
                  <a:moveTo>
                    <a:pt x="126873" y="322421"/>
                  </a:moveTo>
                  <a:cubicBezTo>
                    <a:pt x="126873" y="332899"/>
                    <a:pt x="118301" y="341471"/>
                    <a:pt x="107823" y="341471"/>
                  </a:cubicBezTo>
                  <a:cubicBezTo>
                    <a:pt x="97346" y="341471"/>
                    <a:pt x="88583" y="332899"/>
                    <a:pt x="88583" y="322421"/>
                  </a:cubicBezTo>
                  <a:cubicBezTo>
                    <a:pt x="88583" y="311944"/>
                    <a:pt x="96869" y="303371"/>
                    <a:pt x="107442" y="303371"/>
                  </a:cubicBezTo>
                  <a:lnTo>
                    <a:pt x="107918" y="303371"/>
                  </a:lnTo>
                  <a:cubicBezTo>
                    <a:pt x="118396" y="303371"/>
                    <a:pt x="126968" y="311944"/>
                    <a:pt x="126968" y="322421"/>
                  </a:cubicBezTo>
                  <a:close/>
                  <a:moveTo>
                    <a:pt x="190500" y="322421"/>
                  </a:moveTo>
                  <a:cubicBezTo>
                    <a:pt x="190500" y="332899"/>
                    <a:pt x="181928" y="341471"/>
                    <a:pt x="171450" y="341471"/>
                  </a:cubicBezTo>
                  <a:cubicBezTo>
                    <a:pt x="160973" y="341471"/>
                    <a:pt x="152210" y="332899"/>
                    <a:pt x="152210" y="322421"/>
                  </a:cubicBezTo>
                  <a:cubicBezTo>
                    <a:pt x="152210" y="311944"/>
                    <a:pt x="160496" y="303371"/>
                    <a:pt x="170974" y="303371"/>
                  </a:cubicBezTo>
                  <a:lnTo>
                    <a:pt x="171450" y="303371"/>
                  </a:lnTo>
                  <a:cubicBezTo>
                    <a:pt x="181928" y="303371"/>
                    <a:pt x="190500" y="311944"/>
                    <a:pt x="190500" y="322421"/>
                  </a:cubicBezTo>
                  <a:close/>
                  <a:moveTo>
                    <a:pt x="271558" y="332518"/>
                  </a:moveTo>
                  <a:lnTo>
                    <a:pt x="212312" y="391763"/>
                  </a:lnTo>
                  <a:cubicBezTo>
                    <a:pt x="209550" y="394525"/>
                    <a:pt x="205835" y="395954"/>
                    <a:pt x="202216" y="395954"/>
                  </a:cubicBezTo>
                  <a:cubicBezTo>
                    <a:pt x="198596" y="395954"/>
                    <a:pt x="194881" y="394525"/>
                    <a:pt x="192119" y="391763"/>
                  </a:cubicBezTo>
                  <a:cubicBezTo>
                    <a:pt x="186500" y="386144"/>
                    <a:pt x="186500" y="377095"/>
                    <a:pt x="192119" y="371570"/>
                  </a:cubicBezTo>
                  <a:lnTo>
                    <a:pt x="241268" y="322421"/>
                  </a:lnTo>
                  <a:lnTo>
                    <a:pt x="192119" y="273272"/>
                  </a:lnTo>
                  <a:cubicBezTo>
                    <a:pt x="186500" y="267653"/>
                    <a:pt x="186500" y="258604"/>
                    <a:pt x="192119" y="253079"/>
                  </a:cubicBezTo>
                  <a:cubicBezTo>
                    <a:pt x="197739" y="247460"/>
                    <a:pt x="206788" y="247460"/>
                    <a:pt x="212312" y="253079"/>
                  </a:cubicBezTo>
                  <a:lnTo>
                    <a:pt x="271558" y="312325"/>
                  </a:lnTo>
                  <a:cubicBezTo>
                    <a:pt x="277178" y="317945"/>
                    <a:pt x="277178" y="326993"/>
                    <a:pt x="271558" y="332518"/>
                  </a:cubicBezTo>
                  <a:close/>
                  <a:moveTo>
                    <a:pt x="556260" y="322421"/>
                  </a:moveTo>
                  <a:cubicBezTo>
                    <a:pt x="556260" y="332899"/>
                    <a:pt x="547973" y="341471"/>
                    <a:pt x="537401" y="341471"/>
                  </a:cubicBezTo>
                  <a:lnTo>
                    <a:pt x="536924" y="341471"/>
                  </a:lnTo>
                  <a:cubicBezTo>
                    <a:pt x="526447" y="341471"/>
                    <a:pt x="517874" y="332899"/>
                    <a:pt x="517874" y="322421"/>
                  </a:cubicBezTo>
                  <a:cubicBezTo>
                    <a:pt x="517874" y="311944"/>
                    <a:pt x="526447" y="303371"/>
                    <a:pt x="536924" y="303371"/>
                  </a:cubicBezTo>
                  <a:cubicBezTo>
                    <a:pt x="547402" y="303371"/>
                    <a:pt x="556165" y="311944"/>
                    <a:pt x="556165" y="322421"/>
                  </a:cubicBezTo>
                  <a:close/>
                  <a:moveTo>
                    <a:pt x="492633" y="322421"/>
                  </a:moveTo>
                  <a:cubicBezTo>
                    <a:pt x="492633" y="332899"/>
                    <a:pt x="484346" y="341471"/>
                    <a:pt x="473869" y="341471"/>
                  </a:cubicBezTo>
                  <a:lnTo>
                    <a:pt x="473393" y="341471"/>
                  </a:lnTo>
                  <a:cubicBezTo>
                    <a:pt x="462915" y="341471"/>
                    <a:pt x="454343" y="332899"/>
                    <a:pt x="454343" y="322421"/>
                  </a:cubicBezTo>
                  <a:cubicBezTo>
                    <a:pt x="454343" y="311944"/>
                    <a:pt x="462915" y="303371"/>
                    <a:pt x="473393" y="303371"/>
                  </a:cubicBezTo>
                  <a:cubicBezTo>
                    <a:pt x="483870" y="303371"/>
                    <a:pt x="492633" y="311944"/>
                    <a:pt x="492633" y="322421"/>
                  </a:cubicBezTo>
                  <a:close/>
                  <a:moveTo>
                    <a:pt x="452723" y="371570"/>
                  </a:moveTo>
                  <a:cubicBezTo>
                    <a:pt x="458343" y="377190"/>
                    <a:pt x="458343" y="386239"/>
                    <a:pt x="452723" y="391763"/>
                  </a:cubicBezTo>
                  <a:cubicBezTo>
                    <a:pt x="449961" y="394525"/>
                    <a:pt x="446246" y="395954"/>
                    <a:pt x="442627" y="395954"/>
                  </a:cubicBezTo>
                  <a:cubicBezTo>
                    <a:pt x="439007" y="395954"/>
                    <a:pt x="435293" y="394525"/>
                    <a:pt x="432530" y="391763"/>
                  </a:cubicBezTo>
                  <a:lnTo>
                    <a:pt x="373285" y="332518"/>
                  </a:lnTo>
                  <a:cubicBezTo>
                    <a:pt x="367665" y="326898"/>
                    <a:pt x="367665" y="317849"/>
                    <a:pt x="373285" y="312325"/>
                  </a:cubicBezTo>
                  <a:lnTo>
                    <a:pt x="432530" y="253079"/>
                  </a:lnTo>
                  <a:cubicBezTo>
                    <a:pt x="438150" y="247460"/>
                    <a:pt x="447199" y="247460"/>
                    <a:pt x="452723" y="253079"/>
                  </a:cubicBezTo>
                  <a:cubicBezTo>
                    <a:pt x="458343" y="258699"/>
                    <a:pt x="458343" y="267748"/>
                    <a:pt x="452723" y="273272"/>
                  </a:cubicBezTo>
                  <a:lnTo>
                    <a:pt x="403574" y="322421"/>
                  </a:lnTo>
                  <a:lnTo>
                    <a:pt x="452723" y="371570"/>
                  </a:lnTo>
                  <a:close/>
                  <a:moveTo>
                    <a:pt x="341471" y="260985"/>
                  </a:moveTo>
                  <a:cubicBezTo>
                    <a:pt x="341471" y="271463"/>
                    <a:pt x="332899" y="280226"/>
                    <a:pt x="322421" y="280226"/>
                  </a:cubicBezTo>
                  <a:cubicBezTo>
                    <a:pt x="311944" y="280226"/>
                    <a:pt x="303371" y="271939"/>
                    <a:pt x="303371" y="261366"/>
                  </a:cubicBezTo>
                  <a:lnTo>
                    <a:pt x="303371" y="260890"/>
                  </a:lnTo>
                  <a:cubicBezTo>
                    <a:pt x="303371" y="250412"/>
                    <a:pt x="311944" y="241840"/>
                    <a:pt x="322421" y="241840"/>
                  </a:cubicBezTo>
                  <a:cubicBezTo>
                    <a:pt x="332899" y="241840"/>
                    <a:pt x="341471" y="250412"/>
                    <a:pt x="341471" y="260890"/>
                  </a:cubicBezTo>
                  <a:close/>
                  <a:moveTo>
                    <a:pt x="341471" y="197358"/>
                  </a:moveTo>
                  <a:cubicBezTo>
                    <a:pt x="341471" y="207836"/>
                    <a:pt x="332899" y="216599"/>
                    <a:pt x="322421" y="216599"/>
                  </a:cubicBezTo>
                  <a:cubicBezTo>
                    <a:pt x="311944" y="216599"/>
                    <a:pt x="303371" y="208312"/>
                    <a:pt x="303371" y="197834"/>
                  </a:cubicBezTo>
                  <a:lnTo>
                    <a:pt x="303371" y="197358"/>
                  </a:lnTo>
                  <a:cubicBezTo>
                    <a:pt x="303371" y="186881"/>
                    <a:pt x="311944" y="178308"/>
                    <a:pt x="322421" y="178308"/>
                  </a:cubicBezTo>
                  <a:cubicBezTo>
                    <a:pt x="332899" y="178308"/>
                    <a:pt x="341471" y="186881"/>
                    <a:pt x="341471" y="197358"/>
                  </a:cubicBezTo>
                  <a:close/>
                  <a:moveTo>
                    <a:pt x="253079" y="176784"/>
                  </a:moveTo>
                  <a:cubicBezTo>
                    <a:pt x="247460" y="171164"/>
                    <a:pt x="247460" y="162116"/>
                    <a:pt x="253079" y="156591"/>
                  </a:cubicBezTo>
                  <a:lnTo>
                    <a:pt x="312325" y="97346"/>
                  </a:lnTo>
                  <a:cubicBezTo>
                    <a:pt x="317945" y="91726"/>
                    <a:pt x="326993" y="91726"/>
                    <a:pt x="332518" y="97346"/>
                  </a:cubicBezTo>
                  <a:lnTo>
                    <a:pt x="391763" y="156591"/>
                  </a:lnTo>
                  <a:cubicBezTo>
                    <a:pt x="397383" y="162211"/>
                    <a:pt x="397383" y="171260"/>
                    <a:pt x="391763" y="176784"/>
                  </a:cubicBezTo>
                  <a:cubicBezTo>
                    <a:pt x="389001" y="179546"/>
                    <a:pt x="385286" y="180975"/>
                    <a:pt x="381667" y="180975"/>
                  </a:cubicBezTo>
                  <a:cubicBezTo>
                    <a:pt x="378047" y="180975"/>
                    <a:pt x="374333" y="179546"/>
                    <a:pt x="371570" y="176784"/>
                  </a:cubicBezTo>
                  <a:lnTo>
                    <a:pt x="322421" y="127635"/>
                  </a:lnTo>
                  <a:lnTo>
                    <a:pt x="273272" y="176784"/>
                  </a:lnTo>
                  <a:cubicBezTo>
                    <a:pt x="267653" y="182404"/>
                    <a:pt x="258604" y="182404"/>
                    <a:pt x="253079" y="176784"/>
                  </a:cubicBezTo>
                  <a:close/>
                  <a:moveTo>
                    <a:pt x="341471" y="383858"/>
                  </a:moveTo>
                  <a:cubicBezTo>
                    <a:pt x="341471" y="394335"/>
                    <a:pt x="332899" y="402908"/>
                    <a:pt x="322421" y="402908"/>
                  </a:cubicBezTo>
                  <a:cubicBezTo>
                    <a:pt x="311944" y="402908"/>
                    <a:pt x="303371" y="394335"/>
                    <a:pt x="303371" y="383858"/>
                  </a:cubicBezTo>
                  <a:cubicBezTo>
                    <a:pt x="303371" y="373380"/>
                    <a:pt x="311944" y="364617"/>
                    <a:pt x="322421" y="364617"/>
                  </a:cubicBezTo>
                  <a:cubicBezTo>
                    <a:pt x="332899" y="364617"/>
                    <a:pt x="341471" y="372904"/>
                    <a:pt x="341471" y="383476"/>
                  </a:cubicBezTo>
                  <a:lnTo>
                    <a:pt x="341471" y="383953"/>
                  </a:lnTo>
                  <a:close/>
                  <a:moveTo>
                    <a:pt x="341471" y="446913"/>
                  </a:moveTo>
                  <a:lnTo>
                    <a:pt x="341471" y="447389"/>
                  </a:lnTo>
                  <a:cubicBezTo>
                    <a:pt x="341471" y="457867"/>
                    <a:pt x="332899" y="466439"/>
                    <a:pt x="322421" y="466439"/>
                  </a:cubicBezTo>
                  <a:cubicBezTo>
                    <a:pt x="311944" y="466439"/>
                    <a:pt x="303371" y="457867"/>
                    <a:pt x="303371" y="447389"/>
                  </a:cubicBezTo>
                  <a:cubicBezTo>
                    <a:pt x="303371" y="436912"/>
                    <a:pt x="311944" y="428149"/>
                    <a:pt x="322421" y="428149"/>
                  </a:cubicBezTo>
                  <a:cubicBezTo>
                    <a:pt x="332899" y="428149"/>
                    <a:pt x="341471" y="436436"/>
                    <a:pt x="341471" y="446913"/>
                  </a:cubicBezTo>
                  <a:close/>
                  <a:moveTo>
                    <a:pt x="391763" y="467963"/>
                  </a:moveTo>
                  <a:cubicBezTo>
                    <a:pt x="397383" y="473583"/>
                    <a:pt x="397383" y="482632"/>
                    <a:pt x="391763" y="488156"/>
                  </a:cubicBezTo>
                  <a:lnTo>
                    <a:pt x="332518" y="547402"/>
                  </a:lnTo>
                  <a:cubicBezTo>
                    <a:pt x="329756" y="550164"/>
                    <a:pt x="326041" y="551593"/>
                    <a:pt x="322421" y="551593"/>
                  </a:cubicBezTo>
                  <a:cubicBezTo>
                    <a:pt x="318802" y="551593"/>
                    <a:pt x="315087" y="550164"/>
                    <a:pt x="312325" y="547402"/>
                  </a:cubicBezTo>
                  <a:lnTo>
                    <a:pt x="253079" y="488156"/>
                  </a:lnTo>
                  <a:cubicBezTo>
                    <a:pt x="247460" y="482537"/>
                    <a:pt x="247460" y="473488"/>
                    <a:pt x="253079" y="467963"/>
                  </a:cubicBezTo>
                  <a:cubicBezTo>
                    <a:pt x="258699" y="462344"/>
                    <a:pt x="267748" y="462344"/>
                    <a:pt x="273272" y="467963"/>
                  </a:cubicBezTo>
                  <a:lnTo>
                    <a:pt x="322421" y="517112"/>
                  </a:lnTo>
                  <a:lnTo>
                    <a:pt x="371570" y="467963"/>
                  </a:lnTo>
                  <a:cubicBezTo>
                    <a:pt x="377190" y="462344"/>
                    <a:pt x="386239" y="462344"/>
                    <a:pt x="391763" y="4679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182814" tIns="91382" rIns="182814" bIns="9138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98" name="Graphic 97">
            <a:extLst>
              <a:ext uri="{FF2B5EF4-FFF2-40B4-BE49-F238E27FC236}">
                <a16:creationId xmlns:a16="http://schemas.microsoft.com/office/drawing/2014/main" id="{0D13B4E7-27B2-78D3-8EAE-3ACCEEA2E80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74965" y="5879460"/>
            <a:ext cx="146324" cy="153129"/>
          </a:xfrm>
          <a:prstGeom prst="rect">
            <a:avLst/>
          </a:prstGeom>
        </p:spPr>
      </p:pic>
      <p:sp>
        <p:nvSpPr>
          <p:cNvPr id="99" name="Rounded Rectangle 98">
            <a:extLst>
              <a:ext uri="{FF2B5EF4-FFF2-40B4-BE49-F238E27FC236}">
                <a16:creationId xmlns:a16="http://schemas.microsoft.com/office/drawing/2014/main" id="{B83CA40B-7411-A155-6B6B-6472074F7E64}"/>
              </a:ext>
            </a:extLst>
          </p:cNvPr>
          <p:cNvSpPr/>
          <p:nvPr/>
        </p:nvSpPr>
        <p:spPr>
          <a:xfrm>
            <a:off x="8633773" y="1401017"/>
            <a:ext cx="2018275" cy="1041811"/>
          </a:xfrm>
          <a:prstGeom prst="roundRect">
            <a:avLst/>
          </a:prstGeom>
          <a:noFill/>
          <a:ln w="127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kern="1200" dirty="0">
                <a:solidFill>
                  <a:schemeClr val="tx1"/>
                </a:solidFill>
              </a:rPr>
              <a:t>DC2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</a:endParaRPr>
          </a:p>
        </p:txBody>
      </p:sp>
      <p:sp>
        <p:nvSpPr>
          <p:cNvPr id="100" name="Google Shape;209;p7">
            <a:extLst>
              <a:ext uri="{FF2B5EF4-FFF2-40B4-BE49-F238E27FC236}">
                <a16:creationId xmlns:a16="http://schemas.microsoft.com/office/drawing/2014/main" id="{37487D74-35E6-150E-BFCF-CCB9A5D7097D}"/>
              </a:ext>
            </a:extLst>
          </p:cNvPr>
          <p:cNvSpPr/>
          <p:nvPr/>
        </p:nvSpPr>
        <p:spPr>
          <a:xfrm>
            <a:off x="10229535" y="1679773"/>
            <a:ext cx="255041" cy="264950"/>
          </a:xfrm>
          <a:custGeom>
            <a:avLst/>
            <a:gdLst/>
            <a:ahLst/>
            <a:cxnLst/>
            <a:rect l="l" t="t" r="r" b="b"/>
            <a:pathLst>
              <a:path w="619314" h="622000" extrusionOk="0">
                <a:moveTo>
                  <a:pt x="557021" y="622000"/>
                </a:moveTo>
                <a:lnTo>
                  <a:pt x="220313" y="622000"/>
                </a:lnTo>
                <a:cubicBezTo>
                  <a:pt x="185909" y="622000"/>
                  <a:pt x="158019" y="594110"/>
                  <a:pt x="158019" y="559707"/>
                </a:cubicBezTo>
                <a:lnTo>
                  <a:pt x="158019" y="223474"/>
                </a:lnTo>
                <a:cubicBezTo>
                  <a:pt x="158072" y="189092"/>
                  <a:pt x="185930" y="161233"/>
                  <a:pt x="220313" y="161181"/>
                </a:cubicBezTo>
                <a:lnTo>
                  <a:pt x="557021" y="161181"/>
                </a:lnTo>
                <a:cubicBezTo>
                  <a:pt x="591382" y="161285"/>
                  <a:pt x="619210" y="189114"/>
                  <a:pt x="619315" y="223474"/>
                </a:cubicBezTo>
                <a:lnTo>
                  <a:pt x="619315" y="559707"/>
                </a:lnTo>
                <a:cubicBezTo>
                  <a:pt x="619263" y="594089"/>
                  <a:pt x="591404" y="621948"/>
                  <a:pt x="557021" y="622000"/>
                </a:cubicBezTo>
                <a:close/>
                <a:moveTo>
                  <a:pt x="220313" y="189756"/>
                </a:moveTo>
                <a:cubicBezTo>
                  <a:pt x="201712" y="189808"/>
                  <a:pt x="186647" y="204874"/>
                  <a:pt x="186594" y="223474"/>
                </a:cubicBezTo>
                <a:lnTo>
                  <a:pt x="186594" y="559707"/>
                </a:lnTo>
                <a:cubicBezTo>
                  <a:pt x="186647" y="578307"/>
                  <a:pt x="201712" y="593373"/>
                  <a:pt x="220313" y="593425"/>
                </a:cubicBezTo>
                <a:lnTo>
                  <a:pt x="557021" y="593425"/>
                </a:lnTo>
                <a:cubicBezTo>
                  <a:pt x="575622" y="593373"/>
                  <a:pt x="590688" y="578307"/>
                  <a:pt x="590740" y="559707"/>
                </a:cubicBezTo>
                <a:lnTo>
                  <a:pt x="590740" y="223474"/>
                </a:lnTo>
                <a:cubicBezTo>
                  <a:pt x="590688" y="204874"/>
                  <a:pt x="575622" y="189808"/>
                  <a:pt x="557021" y="189756"/>
                </a:cubicBezTo>
                <a:close/>
                <a:moveTo>
                  <a:pt x="331660" y="428547"/>
                </a:moveTo>
                <a:lnTo>
                  <a:pt x="325373" y="414736"/>
                </a:lnTo>
                <a:lnTo>
                  <a:pt x="279844" y="414736"/>
                </a:lnTo>
                <a:lnTo>
                  <a:pt x="273462" y="428547"/>
                </a:lnTo>
                <a:lnTo>
                  <a:pt x="254412" y="428547"/>
                </a:lnTo>
                <a:lnTo>
                  <a:pt x="294512" y="341870"/>
                </a:lnTo>
                <a:lnTo>
                  <a:pt x="310610" y="341870"/>
                </a:lnTo>
                <a:lnTo>
                  <a:pt x="350805" y="428547"/>
                </a:lnTo>
                <a:close/>
                <a:moveTo>
                  <a:pt x="287845" y="397401"/>
                </a:moveTo>
                <a:lnTo>
                  <a:pt x="317372" y="397401"/>
                </a:lnTo>
                <a:lnTo>
                  <a:pt x="302609" y="365587"/>
                </a:lnTo>
                <a:close/>
                <a:moveTo>
                  <a:pt x="366998" y="428547"/>
                </a:moveTo>
                <a:lnTo>
                  <a:pt x="366998" y="341870"/>
                </a:lnTo>
                <a:lnTo>
                  <a:pt x="400907" y="341870"/>
                </a:lnTo>
                <a:cubicBezTo>
                  <a:pt x="417609" y="340933"/>
                  <a:pt x="431909" y="353711"/>
                  <a:pt x="432847" y="370413"/>
                </a:cubicBezTo>
                <a:cubicBezTo>
                  <a:pt x="433784" y="387116"/>
                  <a:pt x="421004" y="401416"/>
                  <a:pt x="404302" y="402354"/>
                </a:cubicBezTo>
                <a:cubicBezTo>
                  <a:pt x="403172" y="402417"/>
                  <a:pt x="402037" y="402417"/>
                  <a:pt x="400907" y="402354"/>
                </a:cubicBezTo>
                <a:lnTo>
                  <a:pt x="384333" y="402354"/>
                </a:lnTo>
                <a:lnTo>
                  <a:pt x="384333" y="428547"/>
                </a:lnTo>
                <a:close/>
                <a:moveTo>
                  <a:pt x="384333" y="385018"/>
                </a:moveTo>
                <a:lnTo>
                  <a:pt x="400907" y="385018"/>
                </a:lnTo>
                <a:cubicBezTo>
                  <a:pt x="408034" y="385631"/>
                  <a:pt x="414310" y="380350"/>
                  <a:pt x="414923" y="373221"/>
                </a:cubicBezTo>
                <a:cubicBezTo>
                  <a:pt x="415536" y="366094"/>
                  <a:pt x="410255" y="359818"/>
                  <a:pt x="403126" y="359205"/>
                </a:cubicBezTo>
                <a:cubicBezTo>
                  <a:pt x="402388" y="359142"/>
                  <a:pt x="401645" y="359142"/>
                  <a:pt x="400907" y="359205"/>
                </a:cubicBezTo>
                <a:lnTo>
                  <a:pt x="384333" y="359205"/>
                </a:lnTo>
                <a:close/>
                <a:moveTo>
                  <a:pt x="449675" y="428547"/>
                </a:moveTo>
                <a:lnTo>
                  <a:pt x="449675" y="341870"/>
                </a:lnTo>
                <a:lnTo>
                  <a:pt x="483584" y="341870"/>
                </a:lnTo>
                <a:cubicBezTo>
                  <a:pt x="500286" y="340933"/>
                  <a:pt x="514586" y="353711"/>
                  <a:pt x="515524" y="370413"/>
                </a:cubicBezTo>
                <a:cubicBezTo>
                  <a:pt x="516461" y="387116"/>
                  <a:pt x="503681" y="401416"/>
                  <a:pt x="486979" y="402354"/>
                </a:cubicBezTo>
                <a:cubicBezTo>
                  <a:pt x="485849" y="402417"/>
                  <a:pt x="484714" y="402417"/>
                  <a:pt x="483584" y="402354"/>
                </a:cubicBezTo>
                <a:lnTo>
                  <a:pt x="467010" y="402354"/>
                </a:lnTo>
                <a:lnTo>
                  <a:pt x="467010" y="428547"/>
                </a:lnTo>
                <a:close/>
                <a:moveTo>
                  <a:pt x="467010" y="385018"/>
                </a:moveTo>
                <a:lnTo>
                  <a:pt x="483584" y="385018"/>
                </a:lnTo>
                <a:cubicBezTo>
                  <a:pt x="490711" y="385631"/>
                  <a:pt x="496987" y="380350"/>
                  <a:pt x="497600" y="373221"/>
                </a:cubicBezTo>
                <a:cubicBezTo>
                  <a:pt x="498213" y="366094"/>
                  <a:pt x="492932" y="359818"/>
                  <a:pt x="485803" y="359205"/>
                </a:cubicBezTo>
                <a:cubicBezTo>
                  <a:pt x="485065" y="359142"/>
                  <a:pt x="484322" y="359142"/>
                  <a:pt x="483584" y="359205"/>
                </a:cubicBezTo>
                <a:lnTo>
                  <a:pt x="467010" y="359205"/>
                </a:lnTo>
                <a:close/>
                <a:moveTo>
                  <a:pt x="415004" y="140988"/>
                </a:moveTo>
                <a:cubicBezTo>
                  <a:pt x="425348" y="139982"/>
                  <a:pt x="432977" y="130869"/>
                  <a:pt x="432149" y="120509"/>
                </a:cubicBezTo>
                <a:cubicBezTo>
                  <a:pt x="431860" y="116772"/>
                  <a:pt x="430430" y="113215"/>
                  <a:pt x="428053" y="110317"/>
                </a:cubicBezTo>
                <a:cubicBezTo>
                  <a:pt x="423000" y="103653"/>
                  <a:pt x="414191" y="101065"/>
                  <a:pt x="406336" y="103935"/>
                </a:cubicBezTo>
                <a:cubicBezTo>
                  <a:pt x="396465" y="107577"/>
                  <a:pt x="391415" y="118531"/>
                  <a:pt x="395055" y="128401"/>
                </a:cubicBezTo>
                <a:cubicBezTo>
                  <a:pt x="395069" y="128437"/>
                  <a:pt x="395083" y="128474"/>
                  <a:pt x="395096" y="128510"/>
                </a:cubicBezTo>
                <a:cubicBezTo>
                  <a:pt x="398030" y="136090"/>
                  <a:pt x="405352" y="141060"/>
                  <a:pt x="413480" y="140988"/>
                </a:cubicBezTo>
                <a:close/>
                <a:moveTo>
                  <a:pt x="133254" y="332821"/>
                </a:moveTo>
                <a:cubicBezTo>
                  <a:pt x="133254" y="322300"/>
                  <a:pt x="124726" y="313771"/>
                  <a:pt x="114204" y="313771"/>
                </a:cubicBezTo>
                <a:cubicBezTo>
                  <a:pt x="103683" y="313771"/>
                  <a:pt x="95154" y="322300"/>
                  <a:pt x="95154" y="332821"/>
                </a:cubicBezTo>
                <a:cubicBezTo>
                  <a:pt x="95154" y="343342"/>
                  <a:pt x="103683" y="351871"/>
                  <a:pt x="114204" y="351871"/>
                </a:cubicBezTo>
                <a:lnTo>
                  <a:pt x="114680" y="351871"/>
                </a:lnTo>
                <a:cubicBezTo>
                  <a:pt x="125015" y="351613"/>
                  <a:pt x="133257" y="343159"/>
                  <a:pt x="133254" y="332821"/>
                </a:cubicBezTo>
                <a:close/>
                <a:moveTo>
                  <a:pt x="85629" y="173849"/>
                </a:moveTo>
                <a:cubicBezTo>
                  <a:pt x="82021" y="173850"/>
                  <a:pt x="78486" y="172826"/>
                  <a:pt x="75437" y="170896"/>
                </a:cubicBezTo>
                <a:cubicBezTo>
                  <a:pt x="66844" y="165224"/>
                  <a:pt x="64312" y="153749"/>
                  <a:pt x="69722" y="144988"/>
                </a:cubicBezTo>
                <a:lnTo>
                  <a:pt x="70294" y="144036"/>
                </a:lnTo>
                <a:cubicBezTo>
                  <a:pt x="75935" y="135155"/>
                  <a:pt x="87708" y="132528"/>
                  <a:pt x="96588" y="138169"/>
                </a:cubicBezTo>
                <a:cubicBezTo>
                  <a:pt x="105469" y="143810"/>
                  <a:pt x="108096" y="155582"/>
                  <a:pt x="102455" y="164463"/>
                </a:cubicBezTo>
                <a:cubicBezTo>
                  <a:pt x="102342" y="164641"/>
                  <a:pt x="102227" y="164816"/>
                  <a:pt x="102107" y="164991"/>
                </a:cubicBezTo>
                <a:cubicBezTo>
                  <a:pt x="98350" y="170657"/>
                  <a:pt x="91950" y="174001"/>
                  <a:pt x="85153" y="173849"/>
                </a:cubicBezTo>
                <a:close/>
                <a:moveTo>
                  <a:pt x="52196" y="332535"/>
                </a:moveTo>
                <a:cubicBezTo>
                  <a:pt x="48078" y="332502"/>
                  <a:pt x="44089" y="331094"/>
                  <a:pt x="40862" y="328535"/>
                </a:cubicBezTo>
                <a:lnTo>
                  <a:pt x="39909" y="327773"/>
                </a:lnTo>
                <a:cubicBezTo>
                  <a:pt x="31729" y="321144"/>
                  <a:pt x="30471" y="309140"/>
                  <a:pt x="37099" y="300960"/>
                </a:cubicBezTo>
                <a:cubicBezTo>
                  <a:pt x="43728" y="292780"/>
                  <a:pt x="55732" y="291522"/>
                  <a:pt x="63912" y="298150"/>
                </a:cubicBezTo>
                <a:cubicBezTo>
                  <a:pt x="72143" y="304801"/>
                  <a:pt x="73579" y="316796"/>
                  <a:pt x="67151" y="325201"/>
                </a:cubicBezTo>
                <a:cubicBezTo>
                  <a:pt x="63555" y="329811"/>
                  <a:pt x="58043" y="332514"/>
                  <a:pt x="52196" y="332535"/>
                </a:cubicBezTo>
                <a:close/>
                <a:moveTo>
                  <a:pt x="18859" y="276147"/>
                </a:moveTo>
                <a:cubicBezTo>
                  <a:pt x="9704" y="276265"/>
                  <a:pt x="1843" y="269660"/>
                  <a:pt x="380" y="260622"/>
                </a:cubicBezTo>
                <a:cubicBezTo>
                  <a:pt x="335" y="260242"/>
                  <a:pt x="335" y="259859"/>
                  <a:pt x="380" y="259479"/>
                </a:cubicBezTo>
                <a:cubicBezTo>
                  <a:pt x="-1702" y="249166"/>
                  <a:pt x="4972" y="239118"/>
                  <a:pt x="15284" y="237036"/>
                </a:cubicBezTo>
                <a:cubicBezTo>
                  <a:pt x="25598" y="234955"/>
                  <a:pt x="35646" y="241627"/>
                  <a:pt x="37727" y="251940"/>
                </a:cubicBezTo>
                <a:cubicBezTo>
                  <a:pt x="37849" y="252543"/>
                  <a:pt x="37941" y="253152"/>
                  <a:pt x="38004" y="253764"/>
                </a:cubicBezTo>
                <a:cubicBezTo>
                  <a:pt x="39823" y="264126"/>
                  <a:pt x="32897" y="274001"/>
                  <a:pt x="22535" y="275820"/>
                </a:cubicBezTo>
                <a:cubicBezTo>
                  <a:pt x="22453" y="275834"/>
                  <a:pt x="22370" y="275848"/>
                  <a:pt x="22288" y="275862"/>
                </a:cubicBezTo>
                <a:close/>
                <a:moveTo>
                  <a:pt x="32289" y="212235"/>
                </a:moveTo>
                <a:cubicBezTo>
                  <a:pt x="28681" y="212236"/>
                  <a:pt x="25146" y="211212"/>
                  <a:pt x="22097" y="209282"/>
                </a:cubicBezTo>
                <a:cubicBezTo>
                  <a:pt x="13470" y="203640"/>
                  <a:pt x="10895" y="192160"/>
                  <a:pt x="16287" y="183374"/>
                </a:cubicBezTo>
                <a:cubicBezTo>
                  <a:pt x="16287" y="183374"/>
                  <a:pt x="16859" y="182421"/>
                  <a:pt x="16954" y="182421"/>
                </a:cubicBezTo>
                <a:cubicBezTo>
                  <a:pt x="22156" y="173276"/>
                  <a:pt x="33786" y="170079"/>
                  <a:pt x="42932" y="175280"/>
                </a:cubicBezTo>
                <a:cubicBezTo>
                  <a:pt x="52076" y="180481"/>
                  <a:pt x="55274" y="192112"/>
                  <a:pt x="50072" y="201257"/>
                </a:cubicBezTo>
                <a:cubicBezTo>
                  <a:pt x="49653" y="201994"/>
                  <a:pt x="49186" y="202702"/>
                  <a:pt x="48672" y="203376"/>
                </a:cubicBezTo>
                <a:cubicBezTo>
                  <a:pt x="45062" y="208911"/>
                  <a:pt x="38898" y="212244"/>
                  <a:pt x="32289" y="212235"/>
                </a:cubicBezTo>
                <a:close/>
                <a:moveTo>
                  <a:pt x="98964" y="112413"/>
                </a:moveTo>
                <a:cubicBezTo>
                  <a:pt x="88445" y="112234"/>
                  <a:pt x="80062" y="103561"/>
                  <a:pt x="80241" y="93041"/>
                </a:cubicBezTo>
                <a:cubicBezTo>
                  <a:pt x="80286" y="90458"/>
                  <a:pt x="80854" y="87910"/>
                  <a:pt x="81914" y="85552"/>
                </a:cubicBezTo>
                <a:lnTo>
                  <a:pt x="81914" y="84504"/>
                </a:lnTo>
                <a:cubicBezTo>
                  <a:pt x="86596" y="75009"/>
                  <a:pt x="98089" y="71107"/>
                  <a:pt x="107584" y="75789"/>
                </a:cubicBezTo>
                <a:cubicBezTo>
                  <a:pt x="117080" y="80471"/>
                  <a:pt x="120981" y="91963"/>
                  <a:pt x="116300" y="101459"/>
                </a:cubicBezTo>
                <a:cubicBezTo>
                  <a:pt x="112993" y="108124"/>
                  <a:pt x="106215" y="112361"/>
                  <a:pt x="98774" y="112413"/>
                </a:cubicBezTo>
                <a:close/>
                <a:moveTo>
                  <a:pt x="314705" y="73646"/>
                </a:moveTo>
                <a:cubicBezTo>
                  <a:pt x="309801" y="73626"/>
                  <a:pt x="305093" y="71716"/>
                  <a:pt x="301561" y="68312"/>
                </a:cubicBezTo>
                <a:cubicBezTo>
                  <a:pt x="293806" y="61201"/>
                  <a:pt x="293284" y="49151"/>
                  <a:pt x="300393" y="41396"/>
                </a:cubicBezTo>
                <a:cubicBezTo>
                  <a:pt x="300465" y="41319"/>
                  <a:pt x="300536" y="41242"/>
                  <a:pt x="300608" y="41166"/>
                </a:cubicBezTo>
                <a:cubicBezTo>
                  <a:pt x="307680" y="33701"/>
                  <a:pt x="319399" y="33195"/>
                  <a:pt x="327088" y="40023"/>
                </a:cubicBezTo>
                <a:lnTo>
                  <a:pt x="327945" y="40785"/>
                </a:lnTo>
                <a:cubicBezTo>
                  <a:pt x="335573" y="48030"/>
                  <a:pt x="335882" y="60089"/>
                  <a:pt x="328637" y="67717"/>
                </a:cubicBezTo>
                <a:cubicBezTo>
                  <a:pt x="325012" y="71532"/>
                  <a:pt x="319969" y="73679"/>
                  <a:pt x="314705" y="73646"/>
                </a:cubicBezTo>
                <a:close/>
                <a:moveTo>
                  <a:pt x="138969" y="63359"/>
                </a:moveTo>
                <a:cubicBezTo>
                  <a:pt x="128449" y="63286"/>
                  <a:pt x="119979" y="54698"/>
                  <a:pt x="120052" y="44177"/>
                </a:cubicBezTo>
                <a:cubicBezTo>
                  <a:pt x="120091" y="38499"/>
                  <a:pt x="122661" y="33134"/>
                  <a:pt x="127063" y="29545"/>
                </a:cubicBezTo>
                <a:lnTo>
                  <a:pt x="127825" y="29545"/>
                </a:lnTo>
                <a:cubicBezTo>
                  <a:pt x="135819" y="22705"/>
                  <a:pt x="147845" y="23641"/>
                  <a:pt x="154685" y="31634"/>
                </a:cubicBezTo>
                <a:cubicBezTo>
                  <a:pt x="161524" y="39628"/>
                  <a:pt x="160589" y="51654"/>
                  <a:pt x="152596" y="58494"/>
                </a:cubicBezTo>
                <a:cubicBezTo>
                  <a:pt x="152077" y="58938"/>
                  <a:pt x="151535" y="59354"/>
                  <a:pt x="150971" y="59739"/>
                </a:cubicBezTo>
                <a:cubicBezTo>
                  <a:pt x="147493" y="62265"/>
                  <a:pt x="143263" y="63541"/>
                  <a:pt x="138969" y="63359"/>
                </a:cubicBezTo>
                <a:close/>
                <a:moveTo>
                  <a:pt x="260127" y="41547"/>
                </a:moveTo>
                <a:cubicBezTo>
                  <a:pt x="258159" y="41542"/>
                  <a:pt x="256203" y="41253"/>
                  <a:pt x="254317" y="40689"/>
                </a:cubicBezTo>
                <a:cubicBezTo>
                  <a:pt x="244286" y="37490"/>
                  <a:pt x="238598" y="26914"/>
                  <a:pt x="241458" y="16782"/>
                </a:cubicBezTo>
                <a:cubicBezTo>
                  <a:pt x="244447" y="6958"/>
                  <a:pt x="254684" y="1270"/>
                  <a:pt x="264604" y="3923"/>
                </a:cubicBezTo>
                <a:lnTo>
                  <a:pt x="266033" y="3923"/>
                </a:lnTo>
                <a:cubicBezTo>
                  <a:pt x="276027" y="7208"/>
                  <a:pt x="281467" y="17973"/>
                  <a:pt x="278182" y="27969"/>
                </a:cubicBezTo>
                <a:cubicBezTo>
                  <a:pt x="275618" y="35772"/>
                  <a:pt x="268341" y="41052"/>
                  <a:pt x="260127" y="41070"/>
                </a:cubicBezTo>
                <a:close/>
                <a:moveTo>
                  <a:pt x="197072" y="37927"/>
                </a:moveTo>
                <a:cubicBezTo>
                  <a:pt x="187786" y="38087"/>
                  <a:pt x="179738" y="31528"/>
                  <a:pt x="178022" y="22401"/>
                </a:cubicBezTo>
                <a:cubicBezTo>
                  <a:pt x="176143" y="12252"/>
                  <a:pt x="182690" y="2453"/>
                  <a:pt x="192785" y="303"/>
                </a:cubicBezTo>
                <a:lnTo>
                  <a:pt x="193928" y="303"/>
                </a:lnTo>
                <a:cubicBezTo>
                  <a:pt x="204284" y="-1557"/>
                  <a:pt x="214186" y="5331"/>
                  <a:pt x="216046" y="15686"/>
                </a:cubicBezTo>
                <a:cubicBezTo>
                  <a:pt x="217906" y="26041"/>
                  <a:pt x="211018" y="35944"/>
                  <a:pt x="200664" y="37803"/>
                </a:cubicBezTo>
                <a:cubicBezTo>
                  <a:pt x="200609" y="37813"/>
                  <a:pt x="200555" y="37822"/>
                  <a:pt x="200501" y="37832"/>
                </a:cubicBezTo>
                <a:cubicBezTo>
                  <a:pt x="199368" y="38027"/>
                  <a:pt x="198221" y="38122"/>
                  <a:pt x="197072" y="38118"/>
                </a:cubicBezTo>
                <a:close/>
                <a:moveTo>
                  <a:pt x="350519" y="126319"/>
                </a:moveTo>
                <a:cubicBezTo>
                  <a:pt x="360905" y="125313"/>
                  <a:pt x="368547" y="116141"/>
                  <a:pt x="367665" y="105745"/>
                </a:cubicBezTo>
                <a:cubicBezTo>
                  <a:pt x="367376" y="102008"/>
                  <a:pt x="365946" y="98451"/>
                  <a:pt x="363569" y="95553"/>
                </a:cubicBezTo>
                <a:cubicBezTo>
                  <a:pt x="358490" y="88924"/>
                  <a:pt x="349686" y="86376"/>
                  <a:pt x="341852" y="89267"/>
                </a:cubicBezTo>
                <a:cubicBezTo>
                  <a:pt x="331964" y="92862"/>
                  <a:pt x="326862" y="103792"/>
                  <a:pt x="330457" y="113679"/>
                </a:cubicBezTo>
                <a:cubicBezTo>
                  <a:pt x="330477" y="113734"/>
                  <a:pt x="330497" y="113787"/>
                  <a:pt x="330517" y="113841"/>
                </a:cubicBezTo>
                <a:cubicBezTo>
                  <a:pt x="333451" y="121421"/>
                  <a:pt x="340773" y="126392"/>
                  <a:pt x="348900" y="12631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101" name="Elbow Connector 100">
            <a:extLst>
              <a:ext uri="{FF2B5EF4-FFF2-40B4-BE49-F238E27FC236}">
                <a16:creationId xmlns:a16="http://schemas.microsoft.com/office/drawing/2014/main" id="{B905A7D8-9E90-DDE6-BF18-42802598ED51}"/>
              </a:ext>
            </a:extLst>
          </p:cNvPr>
          <p:cNvCxnSpPr>
            <a:cxnSpLocks/>
            <a:stCxn id="115" idx="6"/>
          </p:cNvCxnSpPr>
          <p:nvPr/>
        </p:nvCxnSpPr>
        <p:spPr>
          <a:xfrm flipV="1">
            <a:off x="9862876" y="1820192"/>
            <a:ext cx="354879" cy="1165"/>
          </a:xfrm>
          <a:prstGeom prst="bentConnector3">
            <a:avLst>
              <a:gd name="adj1" fmla="val 50000"/>
            </a:avLst>
          </a:prstGeom>
          <a:ln w="12700">
            <a:prstDash val="dash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102" name="TextBox 101">
            <a:extLst>
              <a:ext uri="{FF2B5EF4-FFF2-40B4-BE49-F238E27FC236}">
                <a16:creationId xmlns:a16="http://schemas.microsoft.com/office/drawing/2014/main" id="{CD72AC9D-521C-0912-31C4-82819BA62A26}"/>
              </a:ext>
            </a:extLst>
          </p:cNvPr>
          <p:cNvSpPr txBox="1"/>
          <p:nvPr/>
        </p:nvSpPr>
        <p:spPr>
          <a:xfrm>
            <a:off x="10054208" y="1910056"/>
            <a:ext cx="56137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App</a:t>
            </a:r>
          </a:p>
        </p:txBody>
      </p:sp>
      <p:sp>
        <p:nvSpPr>
          <p:cNvPr id="104" name="Rounded Rectangle 103">
            <a:extLst>
              <a:ext uri="{FF2B5EF4-FFF2-40B4-BE49-F238E27FC236}">
                <a16:creationId xmlns:a16="http://schemas.microsoft.com/office/drawing/2014/main" id="{EFB6D436-5838-95E6-7495-6AF71D75E4EC}"/>
              </a:ext>
            </a:extLst>
          </p:cNvPr>
          <p:cNvSpPr/>
          <p:nvPr/>
        </p:nvSpPr>
        <p:spPr>
          <a:xfrm>
            <a:off x="8633773" y="2480474"/>
            <a:ext cx="2018275" cy="452388"/>
          </a:xfrm>
          <a:prstGeom prst="roundRect">
            <a:avLst/>
          </a:prstGeom>
          <a:noFill/>
          <a:ln w="127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05" name="Google Shape;209;p7">
            <a:extLst>
              <a:ext uri="{FF2B5EF4-FFF2-40B4-BE49-F238E27FC236}">
                <a16:creationId xmlns:a16="http://schemas.microsoft.com/office/drawing/2014/main" id="{577AD1C6-DDBF-CC14-5440-32F19D61F574}"/>
              </a:ext>
            </a:extLst>
          </p:cNvPr>
          <p:cNvSpPr/>
          <p:nvPr/>
        </p:nvSpPr>
        <p:spPr>
          <a:xfrm>
            <a:off x="9208077" y="1687716"/>
            <a:ext cx="255041" cy="264950"/>
          </a:xfrm>
          <a:custGeom>
            <a:avLst/>
            <a:gdLst/>
            <a:ahLst/>
            <a:cxnLst/>
            <a:rect l="l" t="t" r="r" b="b"/>
            <a:pathLst>
              <a:path w="619314" h="622000" extrusionOk="0">
                <a:moveTo>
                  <a:pt x="557021" y="622000"/>
                </a:moveTo>
                <a:lnTo>
                  <a:pt x="220313" y="622000"/>
                </a:lnTo>
                <a:cubicBezTo>
                  <a:pt x="185909" y="622000"/>
                  <a:pt x="158019" y="594110"/>
                  <a:pt x="158019" y="559707"/>
                </a:cubicBezTo>
                <a:lnTo>
                  <a:pt x="158019" y="223474"/>
                </a:lnTo>
                <a:cubicBezTo>
                  <a:pt x="158072" y="189092"/>
                  <a:pt x="185930" y="161233"/>
                  <a:pt x="220313" y="161181"/>
                </a:cubicBezTo>
                <a:lnTo>
                  <a:pt x="557021" y="161181"/>
                </a:lnTo>
                <a:cubicBezTo>
                  <a:pt x="591382" y="161285"/>
                  <a:pt x="619210" y="189114"/>
                  <a:pt x="619315" y="223474"/>
                </a:cubicBezTo>
                <a:lnTo>
                  <a:pt x="619315" y="559707"/>
                </a:lnTo>
                <a:cubicBezTo>
                  <a:pt x="619263" y="594089"/>
                  <a:pt x="591404" y="621948"/>
                  <a:pt x="557021" y="622000"/>
                </a:cubicBezTo>
                <a:close/>
                <a:moveTo>
                  <a:pt x="220313" y="189756"/>
                </a:moveTo>
                <a:cubicBezTo>
                  <a:pt x="201712" y="189808"/>
                  <a:pt x="186647" y="204874"/>
                  <a:pt x="186594" y="223474"/>
                </a:cubicBezTo>
                <a:lnTo>
                  <a:pt x="186594" y="559707"/>
                </a:lnTo>
                <a:cubicBezTo>
                  <a:pt x="186647" y="578307"/>
                  <a:pt x="201712" y="593373"/>
                  <a:pt x="220313" y="593425"/>
                </a:cubicBezTo>
                <a:lnTo>
                  <a:pt x="557021" y="593425"/>
                </a:lnTo>
                <a:cubicBezTo>
                  <a:pt x="575622" y="593373"/>
                  <a:pt x="590688" y="578307"/>
                  <a:pt x="590740" y="559707"/>
                </a:cubicBezTo>
                <a:lnTo>
                  <a:pt x="590740" y="223474"/>
                </a:lnTo>
                <a:cubicBezTo>
                  <a:pt x="590688" y="204874"/>
                  <a:pt x="575622" y="189808"/>
                  <a:pt x="557021" y="189756"/>
                </a:cubicBezTo>
                <a:close/>
                <a:moveTo>
                  <a:pt x="331660" y="428547"/>
                </a:moveTo>
                <a:lnTo>
                  <a:pt x="325373" y="414736"/>
                </a:lnTo>
                <a:lnTo>
                  <a:pt x="279844" y="414736"/>
                </a:lnTo>
                <a:lnTo>
                  <a:pt x="273462" y="428547"/>
                </a:lnTo>
                <a:lnTo>
                  <a:pt x="254412" y="428547"/>
                </a:lnTo>
                <a:lnTo>
                  <a:pt x="294512" y="341870"/>
                </a:lnTo>
                <a:lnTo>
                  <a:pt x="310610" y="341870"/>
                </a:lnTo>
                <a:lnTo>
                  <a:pt x="350805" y="428547"/>
                </a:lnTo>
                <a:close/>
                <a:moveTo>
                  <a:pt x="287845" y="397401"/>
                </a:moveTo>
                <a:lnTo>
                  <a:pt x="317372" y="397401"/>
                </a:lnTo>
                <a:lnTo>
                  <a:pt x="302609" y="365587"/>
                </a:lnTo>
                <a:close/>
                <a:moveTo>
                  <a:pt x="366998" y="428547"/>
                </a:moveTo>
                <a:lnTo>
                  <a:pt x="366998" y="341870"/>
                </a:lnTo>
                <a:lnTo>
                  <a:pt x="400907" y="341870"/>
                </a:lnTo>
                <a:cubicBezTo>
                  <a:pt x="417609" y="340933"/>
                  <a:pt x="431909" y="353711"/>
                  <a:pt x="432847" y="370413"/>
                </a:cubicBezTo>
                <a:cubicBezTo>
                  <a:pt x="433784" y="387116"/>
                  <a:pt x="421004" y="401416"/>
                  <a:pt x="404302" y="402354"/>
                </a:cubicBezTo>
                <a:cubicBezTo>
                  <a:pt x="403172" y="402417"/>
                  <a:pt x="402037" y="402417"/>
                  <a:pt x="400907" y="402354"/>
                </a:cubicBezTo>
                <a:lnTo>
                  <a:pt x="384333" y="402354"/>
                </a:lnTo>
                <a:lnTo>
                  <a:pt x="384333" y="428547"/>
                </a:lnTo>
                <a:close/>
                <a:moveTo>
                  <a:pt x="384333" y="385018"/>
                </a:moveTo>
                <a:lnTo>
                  <a:pt x="400907" y="385018"/>
                </a:lnTo>
                <a:cubicBezTo>
                  <a:pt x="408034" y="385631"/>
                  <a:pt x="414310" y="380350"/>
                  <a:pt x="414923" y="373221"/>
                </a:cubicBezTo>
                <a:cubicBezTo>
                  <a:pt x="415536" y="366094"/>
                  <a:pt x="410255" y="359818"/>
                  <a:pt x="403126" y="359205"/>
                </a:cubicBezTo>
                <a:cubicBezTo>
                  <a:pt x="402388" y="359142"/>
                  <a:pt x="401645" y="359142"/>
                  <a:pt x="400907" y="359205"/>
                </a:cubicBezTo>
                <a:lnTo>
                  <a:pt x="384333" y="359205"/>
                </a:lnTo>
                <a:close/>
                <a:moveTo>
                  <a:pt x="449675" y="428547"/>
                </a:moveTo>
                <a:lnTo>
                  <a:pt x="449675" y="341870"/>
                </a:lnTo>
                <a:lnTo>
                  <a:pt x="483584" y="341870"/>
                </a:lnTo>
                <a:cubicBezTo>
                  <a:pt x="500286" y="340933"/>
                  <a:pt x="514586" y="353711"/>
                  <a:pt x="515524" y="370413"/>
                </a:cubicBezTo>
                <a:cubicBezTo>
                  <a:pt x="516461" y="387116"/>
                  <a:pt x="503681" y="401416"/>
                  <a:pt x="486979" y="402354"/>
                </a:cubicBezTo>
                <a:cubicBezTo>
                  <a:pt x="485849" y="402417"/>
                  <a:pt x="484714" y="402417"/>
                  <a:pt x="483584" y="402354"/>
                </a:cubicBezTo>
                <a:lnTo>
                  <a:pt x="467010" y="402354"/>
                </a:lnTo>
                <a:lnTo>
                  <a:pt x="467010" y="428547"/>
                </a:lnTo>
                <a:close/>
                <a:moveTo>
                  <a:pt x="467010" y="385018"/>
                </a:moveTo>
                <a:lnTo>
                  <a:pt x="483584" y="385018"/>
                </a:lnTo>
                <a:cubicBezTo>
                  <a:pt x="490711" y="385631"/>
                  <a:pt x="496987" y="380350"/>
                  <a:pt x="497600" y="373221"/>
                </a:cubicBezTo>
                <a:cubicBezTo>
                  <a:pt x="498213" y="366094"/>
                  <a:pt x="492932" y="359818"/>
                  <a:pt x="485803" y="359205"/>
                </a:cubicBezTo>
                <a:cubicBezTo>
                  <a:pt x="485065" y="359142"/>
                  <a:pt x="484322" y="359142"/>
                  <a:pt x="483584" y="359205"/>
                </a:cubicBezTo>
                <a:lnTo>
                  <a:pt x="467010" y="359205"/>
                </a:lnTo>
                <a:close/>
                <a:moveTo>
                  <a:pt x="415004" y="140988"/>
                </a:moveTo>
                <a:cubicBezTo>
                  <a:pt x="425348" y="139982"/>
                  <a:pt x="432977" y="130869"/>
                  <a:pt x="432149" y="120509"/>
                </a:cubicBezTo>
                <a:cubicBezTo>
                  <a:pt x="431860" y="116772"/>
                  <a:pt x="430430" y="113215"/>
                  <a:pt x="428053" y="110317"/>
                </a:cubicBezTo>
                <a:cubicBezTo>
                  <a:pt x="423000" y="103653"/>
                  <a:pt x="414191" y="101065"/>
                  <a:pt x="406336" y="103935"/>
                </a:cubicBezTo>
                <a:cubicBezTo>
                  <a:pt x="396465" y="107577"/>
                  <a:pt x="391415" y="118531"/>
                  <a:pt x="395055" y="128401"/>
                </a:cubicBezTo>
                <a:cubicBezTo>
                  <a:pt x="395069" y="128437"/>
                  <a:pt x="395083" y="128474"/>
                  <a:pt x="395096" y="128510"/>
                </a:cubicBezTo>
                <a:cubicBezTo>
                  <a:pt x="398030" y="136090"/>
                  <a:pt x="405352" y="141060"/>
                  <a:pt x="413480" y="140988"/>
                </a:cubicBezTo>
                <a:close/>
                <a:moveTo>
                  <a:pt x="133254" y="332821"/>
                </a:moveTo>
                <a:cubicBezTo>
                  <a:pt x="133254" y="322300"/>
                  <a:pt x="124726" y="313771"/>
                  <a:pt x="114204" y="313771"/>
                </a:cubicBezTo>
                <a:cubicBezTo>
                  <a:pt x="103683" y="313771"/>
                  <a:pt x="95154" y="322300"/>
                  <a:pt x="95154" y="332821"/>
                </a:cubicBezTo>
                <a:cubicBezTo>
                  <a:pt x="95154" y="343342"/>
                  <a:pt x="103683" y="351871"/>
                  <a:pt x="114204" y="351871"/>
                </a:cubicBezTo>
                <a:lnTo>
                  <a:pt x="114680" y="351871"/>
                </a:lnTo>
                <a:cubicBezTo>
                  <a:pt x="125015" y="351613"/>
                  <a:pt x="133257" y="343159"/>
                  <a:pt x="133254" y="332821"/>
                </a:cubicBezTo>
                <a:close/>
                <a:moveTo>
                  <a:pt x="85629" y="173849"/>
                </a:moveTo>
                <a:cubicBezTo>
                  <a:pt x="82021" y="173850"/>
                  <a:pt x="78486" y="172826"/>
                  <a:pt x="75437" y="170896"/>
                </a:cubicBezTo>
                <a:cubicBezTo>
                  <a:pt x="66844" y="165224"/>
                  <a:pt x="64312" y="153749"/>
                  <a:pt x="69722" y="144988"/>
                </a:cubicBezTo>
                <a:lnTo>
                  <a:pt x="70294" y="144036"/>
                </a:lnTo>
                <a:cubicBezTo>
                  <a:pt x="75935" y="135155"/>
                  <a:pt x="87708" y="132528"/>
                  <a:pt x="96588" y="138169"/>
                </a:cubicBezTo>
                <a:cubicBezTo>
                  <a:pt x="105469" y="143810"/>
                  <a:pt x="108096" y="155582"/>
                  <a:pt x="102455" y="164463"/>
                </a:cubicBezTo>
                <a:cubicBezTo>
                  <a:pt x="102342" y="164641"/>
                  <a:pt x="102227" y="164816"/>
                  <a:pt x="102107" y="164991"/>
                </a:cubicBezTo>
                <a:cubicBezTo>
                  <a:pt x="98350" y="170657"/>
                  <a:pt x="91950" y="174001"/>
                  <a:pt x="85153" y="173849"/>
                </a:cubicBezTo>
                <a:close/>
                <a:moveTo>
                  <a:pt x="52196" y="332535"/>
                </a:moveTo>
                <a:cubicBezTo>
                  <a:pt x="48078" y="332502"/>
                  <a:pt x="44089" y="331094"/>
                  <a:pt x="40862" y="328535"/>
                </a:cubicBezTo>
                <a:lnTo>
                  <a:pt x="39909" y="327773"/>
                </a:lnTo>
                <a:cubicBezTo>
                  <a:pt x="31729" y="321144"/>
                  <a:pt x="30471" y="309140"/>
                  <a:pt x="37099" y="300960"/>
                </a:cubicBezTo>
                <a:cubicBezTo>
                  <a:pt x="43728" y="292780"/>
                  <a:pt x="55732" y="291522"/>
                  <a:pt x="63912" y="298150"/>
                </a:cubicBezTo>
                <a:cubicBezTo>
                  <a:pt x="72143" y="304801"/>
                  <a:pt x="73579" y="316796"/>
                  <a:pt x="67151" y="325201"/>
                </a:cubicBezTo>
                <a:cubicBezTo>
                  <a:pt x="63555" y="329811"/>
                  <a:pt x="58043" y="332514"/>
                  <a:pt x="52196" y="332535"/>
                </a:cubicBezTo>
                <a:close/>
                <a:moveTo>
                  <a:pt x="18859" y="276147"/>
                </a:moveTo>
                <a:cubicBezTo>
                  <a:pt x="9704" y="276265"/>
                  <a:pt x="1843" y="269660"/>
                  <a:pt x="380" y="260622"/>
                </a:cubicBezTo>
                <a:cubicBezTo>
                  <a:pt x="335" y="260242"/>
                  <a:pt x="335" y="259859"/>
                  <a:pt x="380" y="259479"/>
                </a:cubicBezTo>
                <a:cubicBezTo>
                  <a:pt x="-1702" y="249166"/>
                  <a:pt x="4972" y="239118"/>
                  <a:pt x="15284" y="237036"/>
                </a:cubicBezTo>
                <a:cubicBezTo>
                  <a:pt x="25598" y="234955"/>
                  <a:pt x="35646" y="241627"/>
                  <a:pt x="37727" y="251940"/>
                </a:cubicBezTo>
                <a:cubicBezTo>
                  <a:pt x="37849" y="252543"/>
                  <a:pt x="37941" y="253152"/>
                  <a:pt x="38004" y="253764"/>
                </a:cubicBezTo>
                <a:cubicBezTo>
                  <a:pt x="39823" y="264126"/>
                  <a:pt x="32897" y="274001"/>
                  <a:pt x="22535" y="275820"/>
                </a:cubicBezTo>
                <a:cubicBezTo>
                  <a:pt x="22453" y="275834"/>
                  <a:pt x="22370" y="275848"/>
                  <a:pt x="22288" y="275862"/>
                </a:cubicBezTo>
                <a:close/>
                <a:moveTo>
                  <a:pt x="32289" y="212235"/>
                </a:moveTo>
                <a:cubicBezTo>
                  <a:pt x="28681" y="212236"/>
                  <a:pt x="25146" y="211212"/>
                  <a:pt x="22097" y="209282"/>
                </a:cubicBezTo>
                <a:cubicBezTo>
                  <a:pt x="13470" y="203640"/>
                  <a:pt x="10895" y="192160"/>
                  <a:pt x="16287" y="183374"/>
                </a:cubicBezTo>
                <a:cubicBezTo>
                  <a:pt x="16287" y="183374"/>
                  <a:pt x="16859" y="182421"/>
                  <a:pt x="16954" y="182421"/>
                </a:cubicBezTo>
                <a:cubicBezTo>
                  <a:pt x="22156" y="173276"/>
                  <a:pt x="33786" y="170079"/>
                  <a:pt x="42932" y="175280"/>
                </a:cubicBezTo>
                <a:cubicBezTo>
                  <a:pt x="52076" y="180481"/>
                  <a:pt x="55274" y="192112"/>
                  <a:pt x="50072" y="201257"/>
                </a:cubicBezTo>
                <a:cubicBezTo>
                  <a:pt x="49653" y="201994"/>
                  <a:pt x="49186" y="202702"/>
                  <a:pt x="48672" y="203376"/>
                </a:cubicBezTo>
                <a:cubicBezTo>
                  <a:pt x="45062" y="208911"/>
                  <a:pt x="38898" y="212244"/>
                  <a:pt x="32289" y="212235"/>
                </a:cubicBezTo>
                <a:close/>
                <a:moveTo>
                  <a:pt x="98964" y="112413"/>
                </a:moveTo>
                <a:cubicBezTo>
                  <a:pt x="88445" y="112234"/>
                  <a:pt x="80062" y="103561"/>
                  <a:pt x="80241" y="93041"/>
                </a:cubicBezTo>
                <a:cubicBezTo>
                  <a:pt x="80286" y="90458"/>
                  <a:pt x="80854" y="87910"/>
                  <a:pt x="81914" y="85552"/>
                </a:cubicBezTo>
                <a:lnTo>
                  <a:pt x="81914" y="84504"/>
                </a:lnTo>
                <a:cubicBezTo>
                  <a:pt x="86596" y="75009"/>
                  <a:pt x="98089" y="71107"/>
                  <a:pt x="107584" y="75789"/>
                </a:cubicBezTo>
                <a:cubicBezTo>
                  <a:pt x="117080" y="80471"/>
                  <a:pt x="120981" y="91963"/>
                  <a:pt x="116300" y="101459"/>
                </a:cubicBezTo>
                <a:cubicBezTo>
                  <a:pt x="112993" y="108124"/>
                  <a:pt x="106215" y="112361"/>
                  <a:pt x="98774" y="112413"/>
                </a:cubicBezTo>
                <a:close/>
                <a:moveTo>
                  <a:pt x="314705" y="73646"/>
                </a:moveTo>
                <a:cubicBezTo>
                  <a:pt x="309801" y="73626"/>
                  <a:pt x="305093" y="71716"/>
                  <a:pt x="301561" y="68312"/>
                </a:cubicBezTo>
                <a:cubicBezTo>
                  <a:pt x="293806" y="61201"/>
                  <a:pt x="293284" y="49151"/>
                  <a:pt x="300393" y="41396"/>
                </a:cubicBezTo>
                <a:cubicBezTo>
                  <a:pt x="300465" y="41319"/>
                  <a:pt x="300536" y="41242"/>
                  <a:pt x="300608" y="41166"/>
                </a:cubicBezTo>
                <a:cubicBezTo>
                  <a:pt x="307680" y="33701"/>
                  <a:pt x="319399" y="33195"/>
                  <a:pt x="327088" y="40023"/>
                </a:cubicBezTo>
                <a:lnTo>
                  <a:pt x="327945" y="40785"/>
                </a:lnTo>
                <a:cubicBezTo>
                  <a:pt x="335573" y="48030"/>
                  <a:pt x="335882" y="60089"/>
                  <a:pt x="328637" y="67717"/>
                </a:cubicBezTo>
                <a:cubicBezTo>
                  <a:pt x="325012" y="71532"/>
                  <a:pt x="319969" y="73679"/>
                  <a:pt x="314705" y="73646"/>
                </a:cubicBezTo>
                <a:close/>
                <a:moveTo>
                  <a:pt x="138969" y="63359"/>
                </a:moveTo>
                <a:cubicBezTo>
                  <a:pt x="128449" y="63286"/>
                  <a:pt x="119979" y="54698"/>
                  <a:pt x="120052" y="44177"/>
                </a:cubicBezTo>
                <a:cubicBezTo>
                  <a:pt x="120091" y="38499"/>
                  <a:pt x="122661" y="33134"/>
                  <a:pt x="127063" y="29545"/>
                </a:cubicBezTo>
                <a:lnTo>
                  <a:pt x="127825" y="29545"/>
                </a:lnTo>
                <a:cubicBezTo>
                  <a:pt x="135819" y="22705"/>
                  <a:pt x="147845" y="23641"/>
                  <a:pt x="154685" y="31634"/>
                </a:cubicBezTo>
                <a:cubicBezTo>
                  <a:pt x="161524" y="39628"/>
                  <a:pt x="160589" y="51654"/>
                  <a:pt x="152596" y="58494"/>
                </a:cubicBezTo>
                <a:cubicBezTo>
                  <a:pt x="152077" y="58938"/>
                  <a:pt x="151535" y="59354"/>
                  <a:pt x="150971" y="59739"/>
                </a:cubicBezTo>
                <a:cubicBezTo>
                  <a:pt x="147493" y="62265"/>
                  <a:pt x="143263" y="63541"/>
                  <a:pt x="138969" y="63359"/>
                </a:cubicBezTo>
                <a:close/>
                <a:moveTo>
                  <a:pt x="260127" y="41547"/>
                </a:moveTo>
                <a:cubicBezTo>
                  <a:pt x="258159" y="41542"/>
                  <a:pt x="256203" y="41253"/>
                  <a:pt x="254317" y="40689"/>
                </a:cubicBezTo>
                <a:cubicBezTo>
                  <a:pt x="244286" y="37490"/>
                  <a:pt x="238598" y="26914"/>
                  <a:pt x="241458" y="16782"/>
                </a:cubicBezTo>
                <a:cubicBezTo>
                  <a:pt x="244447" y="6958"/>
                  <a:pt x="254684" y="1270"/>
                  <a:pt x="264604" y="3923"/>
                </a:cubicBezTo>
                <a:lnTo>
                  <a:pt x="266033" y="3923"/>
                </a:lnTo>
                <a:cubicBezTo>
                  <a:pt x="276027" y="7208"/>
                  <a:pt x="281467" y="17973"/>
                  <a:pt x="278182" y="27969"/>
                </a:cubicBezTo>
                <a:cubicBezTo>
                  <a:pt x="275618" y="35772"/>
                  <a:pt x="268341" y="41052"/>
                  <a:pt x="260127" y="41070"/>
                </a:cubicBezTo>
                <a:close/>
                <a:moveTo>
                  <a:pt x="197072" y="37927"/>
                </a:moveTo>
                <a:cubicBezTo>
                  <a:pt x="187786" y="38087"/>
                  <a:pt x="179738" y="31528"/>
                  <a:pt x="178022" y="22401"/>
                </a:cubicBezTo>
                <a:cubicBezTo>
                  <a:pt x="176143" y="12252"/>
                  <a:pt x="182690" y="2453"/>
                  <a:pt x="192785" y="303"/>
                </a:cubicBezTo>
                <a:lnTo>
                  <a:pt x="193928" y="303"/>
                </a:lnTo>
                <a:cubicBezTo>
                  <a:pt x="204284" y="-1557"/>
                  <a:pt x="214186" y="5331"/>
                  <a:pt x="216046" y="15686"/>
                </a:cubicBezTo>
                <a:cubicBezTo>
                  <a:pt x="217906" y="26041"/>
                  <a:pt x="211018" y="35944"/>
                  <a:pt x="200664" y="37803"/>
                </a:cubicBezTo>
                <a:cubicBezTo>
                  <a:pt x="200609" y="37813"/>
                  <a:pt x="200555" y="37822"/>
                  <a:pt x="200501" y="37832"/>
                </a:cubicBezTo>
                <a:cubicBezTo>
                  <a:pt x="199368" y="38027"/>
                  <a:pt x="198221" y="38122"/>
                  <a:pt x="197072" y="38118"/>
                </a:cubicBezTo>
                <a:close/>
                <a:moveTo>
                  <a:pt x="350519" y="126319"/>
                </a:moveTo>
                <a:cubicBezTo>
                  <a:pt x="360905" y="125313"/>
                  <a:pt x="368547" y="116141"/>
                  <a:pt x="367665" y="105745"/>
                </a:cubicBezTo>
                <a:cubicBezTo>
                  <a:pt x="367376" y="102008"/>
                  <a:pt x="365946" y="98451"/>
                  <a:pt x="363569" y="95553"/>
                </a:cubicBezTo>
                <a:cubicBezTo>
                  <a:pt x="358490" y="88924"/>
                  <a:pt x="349686" y="86376"/>
                  <a:pt x="341852" y="89267"/>
                </a:cubicBezTo>
                <a:cubicBezTo>
                  <a:pt x="331964" y="92862"/>
                  <a:pt x="326862" y="103792"/>
                  <a:pt x="330457" y="113679"/>
                </a:cubicBezTo>
                <a:cubicBezTo>
                  <a:pt x="330477" y="113734"/>
                  <a:pt x="330497" y="113787"/>
                  <a:pt x="330517" y="113841"/>
                </a:cubicBezTo>
                <a:cubicBezTo>
                  <a:pt x="333451" y="121421"/>
                  <a:pt x="340773" y="126392"/>
                  <a:pt x="348900" y="12631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06" name="Google Shape;209;p7">
            <a:extLst>
              <a:ext uri="{FF2B5EF4-FFF2-40B4-BE49-F238E27FC236}">
                <a16:creationId xmlns:a16="http://schemas.microsoft.com/office/drawing/2014/main" id="{1E0545B6-D46B-FAFC-0107-BE7964068F4A}"/>
              </a:ext>
            </a:extLst>
          </p:cNvPr>
          <p:cNvSpPr/>
          <p:nvPr/>
        </p:nvSpPr>
        <p:spPr>
          <a:xfrm>
            <a:off x="8810235" y="1679773"/>
            <a:ext cx="255041" cy="264950"/>
          </a:xfrm>
          <a:custGeom>
            <a:avLst/>
            <a:gdLst/>
            <a:ahLst/>
            <a:cxnLst/>
            <a:rect l="l" t="t" r="r" b="b"/>
            <a:pathLst>
              <a:path w="619314" h="622000" extrusionOk="0">
                <a:moveTo>
                  <a:pt x="557021" y="622000"/>
                </a:moveTo>
                <a:lnTo>
                  <a:pt x="220313" y="622000"/>
                </a:lnTo>
                <a:cubicBezTo>
                  <a:pt x="185909" y="622000"/>
                  <a:pt x="158019" y="594110"/>
                  <a:pt x="158019" y="559707"/>
                </a:cubicBezTo>
                <a:lnTo>
                  <a:pt x="158019" y="223474"/>
                </a:lnTo>
                <a:cubicBezTo>
                  <a:pt x="158072" y="189092"/>
                  <a:pt x="185930" y="161233"/>
                  <a:pt x="220313" y="161181"/>
                </a:cubicBezTo>
                <a:lnTo>
                  <a:pt x="557021" y="161181"/>
                </a:lnTo>
                <a:cubicBezTo>
                  <a:pt x="591382" y="161285"/>
                  <a:pt x="619210" y="189114"/>
                  <a:pt x="619315" y="223474"/>
                </a:cubicBezTo>
                <a:lnTo>
                  <a:pt x="619315" y="559707"/>
                </a:lnTo>
                <a:cubicBezTo>
                  <a:pt x="619263" y="594089"/>
                  <a:pt x="591404" y="621948"/>
                  <a:pt x="557021" y="622000"/>
                </a:cubicBezTo>
                <a:close/>
                <a:moveTo>
                  <a:pt x="220313" y="189756"/>
                </a:moveTo>
                <a:cubicBezTo>
                  <a:pt x="201712" y="189808"/>
                  <a:pt x="186647" y="204874"/>
                  <a:pt x="186594" y="223474"/>
                </a:cubicBezTo>
                <a:lnTo>
                  <a:pt x="186594" y="559707"/>
                </a:lnTo>
                <a:cubicBezTo>
                  <a:pt x="186647" y="578307"/>
                  <a:pt x="201712" y="593373"/>
                  <a:pt x="220313" y="593425"/>
                </a:cubicBezTo>
                <a:lnTo>
                  <a:pt x="557021" y="593425"/>
                </a:lnTo>
                <a:cubicBezTo>
                  <a:pt x="575622" y="593373"/>
                  <a:pt x="590688" y="578307"/>
                  <a:pt x="590740" y="559707"/>
                </a:cubicBezTo>
                <a:lnTo>
                  <a:pt x="590740" y="223474"/>
                </a:lnTo>
                <a:cubicBezTo>
                  <a:pt x="590688" y="204874"/>
                  <a:pt x="575622" y="189808"/>
                  <a:pt x="557021" y="189756"/>
                </a:cubicBezTo>
                <a:close/>
                <a:moveTo>
                  <a:pt x="331660" y="428547"/>
                </a:moveTo>
                <a:lnTo>
                  <a:pt x="325373" y="414736"/>
                </a:lnTo>
                <a:lnTo>
                  <a:pt x="279844" y="414736"/>
                </a:lnTo>
                <a:lnTo>
                  <a:pt x="273462" y="428547"/>
                </a:lnTo>
                <a:lnTo>
                  <a:pt x="254412" y="428547"/>
                </a:lnTo>
                <a:lnTo>
                  <a:pt x="294512" y="341870"/>
                </a:lnTo>
                <a:lnTo>
                  <a:pt x="310610" y="341870"/>
                </a:lnTo>
                <a:lnTo>
                  <a:pt x="350805" y="428547"/>
                </a:lnTo>
                <a:close/>
                <a:moveTo>
                  <a:pt x="287845" y="397401"/>
                </a:moveTo>
                <a:lnTo>
                  <a:pt x="317372" y="397401"/>
                </a:lnTo>
                <a:lnTo>
                  <a:pt x="302609" y="365587"/>
                </a:lnTo>
                <a:close/>
                <a:moveTo>
                  <a:pt x="366998" y="428547"/>
                </a:moveTo>
                <a:lnTo>
                  <a:pt x="366998" y="341870"/>
                </a:lnTo>
                <a:lnTo>
                  <a:pt x="400907" y="341870"/>
                </a:lnTo>
                <a:cubicBezTo>
                  <a:pt x="417609" y="340933"/>
                  <a:pt x="431909" y="353711"/>
                  <a:pt x="432847" y="370413"/>
                </a:cubicBezTo>
                <a:cubicBezTo>
                  <a:pt x="433784" y="387116"/>
                  <a:pt x="421004" y="401416"/>
                  <a:pt x="404302" y="402354"/>
                </a:cubicBezTo>
                <a:cubicBezTo>
                  <a:pt x="403172" y="402417"/>
                  <a:pt x="402037" y="402417"/>
                  <a:pt x="400907" y="402354"/>
                </a:cubicBezTo>
                <a:lnTo>
                  <a:pt x="384333" y="402354"/>
                </a:lnTo>
                <a:lnTo>
                  <a:pt x="384333" y="428547"/>
                </a:lnTo>
                <a:close/>
                <a:moveTo>
                  <a:pt x="384333" y="385018"/>
                </a:moveTo>
                <a:lnTo>
                  <a:pt x="400907" y="385018"/>
                </a:lnTo>
                <a:cubicBezTo>
                  <a:pt x="408034" y="385631"/>
                  <a:pt x="414310" y="380350"/>
                  <a:pt x="414923" y="373221"/>
                </a:cubicBezTo>
                <a:cubicBezTo>
                  <a:pt x="415536" y="366094"/>
                  <a:pt x="410255" y="359818"/>
                  <a:pt x="403126" y="359205"/>
                </a:cubicBezTo>
                <a:cubicBezTo>
                  <a:pt x="402388" y="359142"/>
                  <a:pt x="401645" y="359142"/>
                  <a:pt x="400907" y="359205"/>
                </a:cubicBezTo>
                <a:lnTo>
                  <a:pt x="384333" y="359205"/>
                </a:lnTo>
                <a:close/>
                <a:moveTo>
                  <a:pt x="449675" y="428547"/>
                </a:moveTo>
                <a:lnTo>
                  <a:pt x="449675" y="341870"/>
                </a:lnTo>
                <a:lnTo>
                  <a:pt x="483584" y="341870"/>
                </a:lnTo>
                <a:cubicBezTo>
                  <a:pt x="500286" y="340933"/>
                  <a:pt x="514586" y="353711"/>
                  <a:pt x="515524" y="370413"/>
                </a:cubicBezTo>
                <a:cubicBezTo>
                  <a:pt x="516461" y="387116"/>
                  <a:pt x="503681" y="401416"/>
                  <a:pt x="486979" y="402354"/>
                </a:cubicBezTo>
                <a:cubicBezTo>
                  <a:pt x="485849" y="402417"/>
                  <a:pt x="484714" y="402417"/>
                  <a:pt x="483584" y="402354"/>
                </a:cubicBezTo>
                <a:lnTo>
                  <a:pt x="467010" y="402354"/>
                </a:lnTo>
                <a:lnTo>
                  <a:pt x="467010" y="428547"/>
                </a:lnTo>
                <a:close/>
                <a:moveTo>
                  <a:pt x="467010" y="385018"/>
                </a:moveTo>
                <a:lnTo>
                  <a:pt x="483584" y="385018"/>
                </a:lnTo>
                <a:cubicBezTo>
                  <a:pt x="490711" y="385631"/>
                  <a:pt x="496987" y="380350"/>
                  <a:pt x="497600" y="373221"/>
                </a:cubicBezTo>
                <a:cubicBezTo>
                  <a:pt x="498213" y="366094"/>
                  <a:pt x="492932" y="359818"/>
                  <a:pt x="485803" y="359205"/>
                </a:cubicBezTo>
                <a:cubicBezTo>
                  <a:pt x="485065" y="359142"/>
                  <a:pt x="484322" y="359142"/>
                  <a:pt x="483584" y="359205"/>
                </a:cubicBezTo>
                <a:lnTo>
                  <a:pt x="467010" y="359205"/>
                </a:lnTo>
                <a:close/>
                <a:moveTo>
                  <a:pt x="415004" y="140988"/>
                </a:moveTo>
                <a:cubicBezTo>
                  <a:pt x="425348" y="139982"/>
                  <a:pt x="432977" y="130869"/>
                  <a:pt x="432149" y="120509"/>
                </a:cubicBezTo>
                <a:cubicBezTo>
                  <a:pt x="431860" y="116772"/>
                  <a:pt x="430430" y="113215"/>
                  <a:pt x="428053" y="110317"/>
                </a:cubicBezTo>
                <a:cubicBezTo>
                  <a:pt x="423000" y="103653"/>
                  <a:pt x="414191" y="101065"/>
                  <a:pt x="406336" y="103935"/>
                </a:cubicBezTo>
                <a:cubicBezTo>
                  <a:pt x="396465" y="107577"/>
                  <a:pt x="391415" y="118531"/>
                  <a:pt x="395055" y="128401"/>
                </a:cubicBezTo>
                <a:cubicBezTo>
                  <a:pt x="395069" y="128437"/>
                  <a:pt x="395083" y="128474"/>
                  <a:pt x="395096" y="128510"/>
                </a:cubicBezTo>
                <a:cubicBezTo>
                  <a:pt x="398030" y="136090"/>
                  <a:pt x="405352" y="141060"/>
                  <a:pt x="413480" y="140988"/>
                </a:cubicBezTo>
                <a:close/>
                <a:moveTo>
                  <a:pt x="133254" y="332821"/>
                </a:moveTo>
                <a:cubicBezTo>
                  <a:pt x="133254" y="322300"/>
                  <a:pt x="124726" y="313771"/>
                  <a:pt x="114204" y="313771"/>
                </a:cubicBezTo>
                <a:cubicBezTo>
                  <a:pt x="103683" y="313771"/>
                  <a:pt x="95154" y="322300"/>
                  <a:pt x="95154" y="332821"/>
                </a:cubicBezTo>
                <a:cubicBezTo>
                  <a:pt x="95154" y="343342"/>
                  <a:pt x="103683" y="351871"/>
                  <a:pt x="114204" y="351871"/>
                </a:cubicBezTo>
                <a:lnTo>
                  <a:pt x="114680" y="351871"/>
                </a:lnTo>
                <a:cubicBezTo>
                  <a:pt x="125015" y="351613"/>
                  <a:pt x="133257" y="343159"/>
                  <a:pt x="133254" y="332821"/>
                </a:cubicBezTo>
                <a:close/>
                <a:moveTo>
                  <a:pt x="85629" y="173849"/>
                </a:moveTo>
                <a:cubicBezTo>
                  <a:pt x="82021" y="173850"/>
                  <a:pt x="78486" y="172826"/>
                  <a:pt x="75437" y="170896"/>
                </a:cubicBezTo>
                <a:cubicBezTo>
                  <a:pt x="66844" y="165224"/>
                  <a:pt x="64312" y="153749"/>
                  <a:pt x="69722" y="144988"/>
                </a:cubicBezTo>
                <a:lnTo>
                  <a:pt x="70294" y="144036"/>
                </a:lnTo>
                <a:cubicBezTo>
                  <a:pt x="75935" y="135155"/>
                  <a:pt x="87708" y="132528"/>
                  <a:pt x="96588" y="138169"/>
                </a:cubicBezTo>
                <a:cubicBezTo>
                  <a:pt x="105469" y="143810"/>
                  <a:pt x="108096" y="155582"/>
                  <a:pt x="102455" y="164463"/>
                </a:cubicBezTo>
                <a:cubicBezTo>
                  <a:pt x="102342" y="164641"/>
                  <a:pt x="102227" y="164816"/>
                  <a:pt x="102107" y="164991"/>
                </a:cubicBezTo>
                <a:cubicBezTo>
                  <a:pt x="98350" y="170657"/>
                  <a:pt x="91950" y="174001"/>
                  <a:pt x="85153" y="173849"/>
                </a:cubicBezTo>
                <a:close/>
                <a:moveTo>
                  <a:pt x="52196" y="332535"/>
                </a:moveTo>
                <a:cubicBezTo>
                  <a:pt x="48078" y="332502"/>
                  <a:pt x="44089" y="331094"/>
                  <a:pt x="40862" y="328535"/>
                </a:cubicBezTo>
                <a:lnTo>
                  <a:pt x="39909" y="327773"/>
                </a:lnTo>
                <a:cubicBezTo>
                  <a:pt x="31729" y="321144"/>
                  <a:pt x="30471" y="309140"/>
                  <a:pt x="37099" y="300960"/>
                </a:cubicBezTo>
                <a:cubicBezTo>
                  <a:pt x="43728" y="292780"/>
                  <a:pt x="55732" y="291522"/>
                  <a:pt x="63912" y="298150"/>
                </a:cubicBezTo>
                <a:cubicBezTo>
                  <a:pt x="72143" y="304801"/>
                  <a:pt x="73579" y="316796"/>
                  <a:pt x="67151" y="325201"/>
                </a:cubicBezTo>
                <a:cubicBezTo>
                  <a:pt x="63555" y="329811"/>
                  <a:pt x="58043" y="332514"/>
                  <a:pt x="52196" y="332535"/>
                </a:cubicBezTo>
                <a:close/>
                <a:moveTo>
                  <a:pt x="18859" y="276147"/>
                </a:moveTo>
                <a:cubicBezTo>
                  <a:pt x="9704" y="276265"/>
                  <a:pt x="1843" y="269660"/>
                  <a:pt x="380" y="260622"/>
                </a:cubicBezTo>
                <a:cubicBezTo>
                  <a:pt x="335" y="260242"/>
                  <a:pt x="335" y="259859"/>
                  <a:pt x="380" y="259479"/>
                </a:cubicBezTo>
                <a:cubicBezTo>
                  <a:pt x="-1702" y="249166"/>
                  <a:pt x="4972" y="239118"/>
                  <a:pt x="15284" y="237036"/>
                </a:cubicBezTo>
                <a:cubicBezTo>
                  <a:pt x="25598" y="234955"/>
                  <a:pt x="35646" y="241627"/>
                  <a:pt x="37727" y="251940"/>
                </a:cubicBezTo>
                <a:cubicBezTo>
                  <a:pt x="37849" y="252543"/>
                  <a:pt x="37941" y="253152"/>
                  <a:pt x="38004" y="253764"/>
                </a:cubicBezTo>
                <a:cubicBezTo>
                  <a:pt x="39823" y="264126"/>
                  <a:pt x="32897" y="274001"/>
                  <a:pt x="22535" y="275820"/>
                </a:cubicBezTo>
                <a:cubicBezTo>
                  <a:pt x="22453" y="275834"/>
                  <a:pt x="22370" y="275848"/>
                  <a:pt x="22288" y="275862"/>
                </a:cubicBezTo>
                <a:close/>
                <a:moveTo>
                  <a:pt x="32289" y="212235"/>
                </a:moveTo>
                <a:cubicBezTo>
                  <a:pt x="28681" y="212236"/>
                  <a:pt x="25146" y="211212"/>
                  <a:pt x="22097" y="209282"/>
                </a:cubicBezTo>
                <a:cubicBezTo>
                  <a:pt x="13470" y="203640"/>
                  <a:pt x="10895" y="192160"/>
                  <a:pt x="16287" y="183374"/>
                </a:cubicBezTo>
                <a:cubicBezTo>
                  <a:pt x="16287" y="183374"/>
                  <a:pt x="16859" y="182421"/>
                  <a:pt x="16954" y="182421"/>
                </a:cubicBezTo>
                <a:cubicBezTo>
                  <a:pt x="22156" y="173276"/>
                  <a:pt x="33786" y="170079"/>
                  <a:pt x="42932" y="175280"/>
                </a:cubicBezTo>
                <a:cubicBezTo>
                  <a:pt x="52076" y="180481"/>
                  <a:pt x="55274" y="192112"/>
                  <a:pt x="50072" y="201257"/>
                </a:cubicBezTo>
                <a:cubicBezTo>
                  <a:pt x="49653" y="201994"/>
                  <a:pt x="49186" y="202702"/>
                  <a:pt x="48672" y="203376"/>
                </a:cubicBezTo>
                <a:cubicBezTo>
                  <a:pt x="45062" y="208911"/>
                  <a:pt x="38898" y="212244"/>
                  <a:pt x="32289" y="212235"/>
                </a:cubicBezTo>
                <a:close/>
                <a:moveTo>
                  <a:pt x="98964" y="112413"/>
                </a:moveTo>
                <a:cubicBezTo>
                  <a:pt x="88445" y="112234"/>
                  <a:pt x="80062" y="103561"/>
                  <a:pt x="80241" y="93041"/>
                </a:cubicBezTo>
                <a:cubicBezTo>
                  <a:pt x="80286" y="90458"/>
                  <a:pt x="80854" y="87910"/>
                  <a:pt x="81914" y="85552"/>
                </a:cubicBezTo>
                <a:lnTo>
                  <a:pt x="81914" y="84504"/>
                </a:lnTo>
                <a:cubicBezTo>
                  <a:pt x="86596" y="75009"/>
                  <a:pt x="98089" y="71107"/>
                  <a:pt x="107584" y="75789"/>
                </a:cubicBezTo>
                <a:cubicBezTo>
                  <a:pt x="117080" y="80471"/>
                  <a:pt x="120981" y="91963"/>
                  <a:pt x="116300" y="101459"/>
                </a:cubicBezTo>
                <a:cubicBezTo>
                  <a:pt x="112993" y="108124"/>
                  <a:pt x="106215" y="112361"/>
                  <a:pt x="98774" y="112413"/>
                </a:cubicBezTo>
                <a:close/>
                <a:moveTo>
                  <a:pt x="314705" y="73646"/>
                </a:moveTo>
                <a:cubicBezTo>
                  <a:pt x="309801" y="73626"/>
                  <a:pt x="305093" y="71716"/>
                  <a:pt x="301561" y="68312"/>
                </a:cubicBezTo>
                <a:cubicBezTo>
                  <a:pt x="293806" y="61201"/>
                  <a:pt x="293284" y="49151"/>
                  <a:pt x="300393" y="41396"/>
                </a:cubicBezTo>
                <a:cubicBezTo>
                  <a:pt x="300465" y="41319"/>
                  <a:pt x="300536" y="41242"/>
                  <a:pt x="300608" y="41166"/>
                </a:cubicBezTo>
                <a:cubicBezTo>
                  <a:pt x="307680" y="33701"/>
                  <a:pt x="319399" y="33195"/>
                  <a:pt x="327088" y="40023"/>
                </a:cubicBezTo>
                <a:lnTo>
                  <a:pt x="327945" y="40785"/>
                </a:lnTo>
                <a:cubicBezTo>
                  <a:pt x="335573" y="48030"/>
                  <a:pt x="335882" y="60089"/>
                  <a:pt x="328637" y="67717"/>
                </a:cubicBezTo>
                <a:cubicBezTo>
                  <a:pt x="325012" y="71532"/>
                  <a:pt x="319969" y="73679"/>
                  <a:pt x="314705" y="73646"/>
                </a:cubicBezTo>
                <a:close/>
                <a:moveTo>
                  <a:pt x="138969" y="63359"/>
                </a:moveTo>
                <a:cubicBezTo>
                  <a:pt x="128449" y="63286"/>
                  <a:pt x="119979" y="54698"/>
                  <a:pt x="120052" y="44177"/>
                </a:cubicBezTo>
                <a:cubicBezTo>
                  <a:pt x="120091" y="38499"/>
                  <a:pt x="122661" y="33134"/>
                  <a:pt x="127063" y="29545"/>
                </a:cubicBezTo>
                <a:lnTo>
                  <a:pt x="127825" y="29545"/>
                </a:lnTo>
                <a:cubicBezTo>
                  <a:pt x="135819" y="22705"/>
                  <a:pt x="147845" y="23641"/>
                  <a:pt x="154685" y="31634"/>
                </a:cubicBezTo>
                <a:cubicBezTo>
                  <a:pt x="161524" y="39628"/>
                  <a:pt x="160589" y="51654"/>
                  <a:pt x="152596" y="58494"/>
                </a:cubicBezTo>
                <a:cubicBezTo>
                  <a:pt x="152077" y="58938"/>
                  <a:pt x="151535" y="59354"/>
                  <a:pt x="150971" y="59739"/>
                </a:cubicBezTo>
                <a:cubicBezTo>
                  <a:pt x="147493" y="62265"/>
                  <a:pt x="143263" y="63541"/>
                  <a:pt x="138969" y="63359"/>
                </a:cubicBezTo>
                <a:close/>
                <a:moveTo>
                  <a:pt x="260127" y="41547"/>
                </a:moveTo>
                <a:cubicBezTo>
                  <a:pt x="258159" y="41542"/>
                  <a:pt x="256203" y="41253"/>
                  <a:pt x="254317" y="40689"/>
                </a:cubicBezTo>
                <a:cubicBezTo>
                  <a:pt x="244286" y="37490"/>
                  <a:pt x="238598" y="26914"/>
                  <a:pt x="241458" y="16782"/>
                </a:cubicBezTo>
                <a:cubicBezTo>
                  <a:pt x="244447" y="6958"/>
                  <a:pt x="254684" y="1270"/>
                  <a:pt x="264604" y="3923"/>
                </a:cubicBezTo>
                <a:lnTo>
                  <a:pt x="266033" y="3923"/>
                </a:lnTo>
                <a:cubicBezTo>
                  <a:pt x="276027" y="7208"/>
                  <a:pt x="281467" y="17973"/>
                  <a:pt x="278182" y="27969"/>
                </a:cubicBezTo>
                <a:cubicBezTo>
                  <a:pt x="275618" y="35772"/>
                  <a:pt x="268341" y="41052"/>
                  <a:pt x="260127" y="41070"/>
                </a:cubicBezTo>
                <a:close/>
                <a:moveTo>
                  <a:pt x="197072" y="37927"/>
                </a:moveTo>
                <a:cubicBezTo>
                  <a:pt x="187786" y="38087"/>
                  <a:pt x="179738" y="31528"/>
                  <a:pt x="178022" y="22401"/>
                </a:cubicBezTo>
                <a:cubicBezTo>
                  <a:pt x="176143" y="12252"/>
                  <a:pt x="182690" y="2453"/>
                  <a:pt x="192785" y="303"/>
                </a:cubicBezTo>
                <a:lnTo>
                  <a:pt x="193928" y="303"/>
                </a:lnTo>
                <a:cubicBezTo>
                  <a:pt x="204284" y="-1557"/>
                  <a:pt x="214186" y="5331"/>
                  <a:pt x="216046" y="15686"/>
                </a:cubicBezTo>
                <a:cubicBezTo>
                  <a:pt x="217906" y="26041"/>
                  <a:pt x="211018" y="35944"/>
                  <a:pt x="200664" y="37803"/>
                </a:cubicBezTo>
                <a:cubicBezTo>
                  <a:pt x="200609" y="37813"/>
                  <a:pt x="200555" y="37822"/>
                  <a:pt x="200501" y="37832"/>
                </a:cubicBezTo>
                <a:cubicBezTo>
                  <a:pt x="199368" y="38027"/>
                  <a:pt x="198221" y="38122"/>
                  <a:pt x="197072" y="38118"/>
                </a:cubicBezTo>
                <a:close/>
                <a:moveTo>
                  <a:pt x="350519" y="126319"/>
                </a:moveTo>
                <a:cubicBezTo>
                  <a:pt x="360905" y="125313"/>
                  <a:pt x="368547" y="116141"/>
                  <a:pt x="367665" y="105745"/>
                </a:cubicBezTo>
                <a:cubicBezTo>
                  <a:pt x="367376" y="102008"/>
                  <a:pt x="365946" y="98451"/>
                  <a:pt x="363569" y="95553"/>
                </a:cubicBezTo>
                <a:cubicBezTo>
                  <a:pt x="358490" y="88924"/>
                  <a:pt x="349686" y="86376"/>
                  <a:pt x="341852" y="89267"/>
                </a:cubicBezTo>
                <a:cubicBezTo>
                  <a:pt x="331964" y="92862"/>
                  <a:pt x="326862" y="103792"/>
                  <a:pt x="330457" y="113679"/>
                </a:cubicBezTo>
                <a:cubicBezTo>
                  <a:pt x="330477" y="113734"/>
                  <a:pt x="330497" y="113787"/>
                  <a:pt x="330517" y="113841"/>
                </a:cubicBezTo>
                <a:cubicBezTo>
                  <a:pt x="333451" y="121421"/>
                  <a:pt x="340773" y="126392"/>
                  <a:pt x="348900" y="12631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E8C9A85D-3E49-79E2-59BF-4805E5921774}"/>
              </a:ext>
            </a:extLst>
          </p:cNvPr>
          <p:cNvGrpSpPr/>
          <p:nvPr/>
        </p:nvGrpSpPr>
        <p:grpSpPr>
          <a:xfrm>
            <a:off x="9565272" y="2783970"/>
            <a:ext cx="314713" cy="314713"/>
            <a:chOff x="5806912" y="3810931"/>
            <a:chExt cx="829762" cy="829762"/>
          </a:xfrm>
        </p:grpSpPr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B2F5926F-0D29-F2AD-98FD-5BFB64FBA846}"/>
                </a:ext>
              </a:extLst>
            </p:cNvPr>
            <p:cNvSpPr/>
            <p:nvPr/>
          </p:nvSpPr>
          <p:spPr>
            <a:xfrm>
              <a:off x="5806912" y="3810931"/>
              <a:ext cx="829762" cy="82976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09" name="Google Shape;388;p11">
              <a:extLst>
                <a:ext uri="{FF2B5EF4-FFF2-40B4-BE49-F238E27FC236}">
                  <a16:creationId xmlns:a16="http://schemas.microsoft.com/office/drawing/2014/main" id="{A5E0F7CA-E68C-5932-61C6-8DAF207AA0F8}"/>
                </a:ext>
              </a:extLst>
            </p:cNvPr>
            <p:cNvSpPr/>
            <p:nvPr/>
          </p:nvSpPr>
          <p:spPr>
            <a:xfrm>
              <a:off x="5949286" y="3942664"/>
              <a:ext cx="555162" cy="555162"/>
            </a:xfrm>
            <a:custGeom>
              <a:avLst/>
              <a:gdLst/>
              <a:ahLst/>
              <a:cxnLst/>
              <a:rect l="l" t="t" r="r" b="b"/>
              <a:pathLst>
                <a:path w="644842" h="644842" extrusionOk="0">
                  <a:moveTo>
                    <a:pt x="322421" y="0"/>
                  </a:moveTo>
                  <a:cubicBezTo>
                    <a:pt x="144590" y="0"/>
                    <a:pt x="0" y="144590"/>
                    <a:pt x="0" y="322421"/>
                  </a:cubicBezTo>
                  <a:cubicBezTo>
                    <a:pt x="0" y="500253"/>
                    <a:pt x="144590" y="644843"/>
                    <a:pt x="322421" y="644843"/>
                  </a:cubicBezTo>
                  <a:cubicBezTo>
                    <a:pt x="500253" y="644843"/>
                    <a:pt x="644843" y="500253"/>
                    <a:pt x="644843" y="322421"/>
                  </a:cubicBezTo>
                  <a:cubicBezTo>
                    <a:pt x="644843" y="144590"/>
                    <a:pt x="500158" y="0"/>
                    <a:pt x="322421" y="0"/>
                  </a:cubicBezTo>
                  <a:close/>
                  <a:moveTo>
                    <a:pt x="322421" y="616172"/>
                  </a:moveTo>
                  <a:cubicBezTo>
                    <a:pt x="160401" y="616172"/>
                    <a:pt x="28575" y="484346"/>
                    <a:pt x="28575" y="322326"/>
                  </a:cubicBezTo>
                  <a:cubicBezTo>
                    <a:pt x="28575" y="160306"/>
                    <a:pt x="160401" y="28575"/>
                    <a:pt x="322421" y="28575"/>
                  </a:cubicBezTo>
                  <a:cubicBezTo>
                    <a:pt x="484442" y="28575"/>
                    <a:pt x="616268" y="160401"/>
                    <a:pt x="616268" y="322421"/>
                  </a:cubicBezTo>
                  <a:cubicBezTo>
                    <a:pt x="616268" y="484442"/>
                    <a:pt x="484442" y="616268"/>
                    <a:pt x="322421" y="616268"/>
                  </a:cubicBezTo>
                  <a:close/>
                  <a:moveTo>
                    <a:pt x="126873" y="322421"/>
                  </a:moveTo>
                  <a:cubicBezTo>
                    <a:pt x="126873" y="332899"/>
                    <a:pt x="118301" y="341471"/>
                    <a:pt x="107823" y="341471"/>
                  </a:cubicBezTo>
                  <a:cubicBezTo>
                    <a:pt x="97346" y="341471"/>
                    <a:pt x="88583" y="332899"/>
                    <a:pt x="88583" y="322421"/>
                  </a:cubicBezTo>
                  <a:cubicBezTo>
                    <a:pt x="88583" y="311944"/>
                    <a:pt x="96869" y="303371"/>
                    <a:pt x="107442" y="303371"/>
                  </a:cubicBezTo>
                  <a:lnTo>
                    <a:pt x="107918" y="303371"/>
                  </a:lnTo>
                  <a:cubicBezTo>
                    <a:pt x="118396" y="303371"/>
                    <a:pt x="126968" y="311944"/>
                    <a:pt x="126968" y="322421"/>
                  </a:cubicBezTo>
                  <a:close/>
                  <a:moveTo>
                    <a:pt x="190500" y="322421"/>
                  </a:moveTo>
                  <a:cubicBezTo>
                    <a:pt x="190500" y="332899"/>
                    <a:pt x="181928" y="341471"/>
                    <a:pt x="171450" y="341471"/>
                  </a:cubicBezTo>
                  <a:cubicBezTo>
                    <a:pt x="160973" y="341471"/>
                    <a:pt x="152210" y="332899"/>
                    <a:pt x="152210" y="322421"/>
                  </a:cubicBezTo>
                  <a:cubicBezTo>
                    <a:pt x="152210" y="311944"/>
                    <a:pt x="160496" y="303371"/>
                    <a:pt x="170974" y="303371"/>
                  </a:cubicBezTo>
                  <a:lnTo>
                    <a:pt x="171450" y="303371"/>
                  </a:lnTo>
                  <a:cubicBezTo>
                    <a:pt x="181928" y="303371"/>
                    <a:pt x="190500" y="311944"/>
                    <a:pt x="190500" y="322421"/>
                  </a:cubicBezTo>
                  <a:close/>
                  <a:moveTo>
                    <a:pt x="271558" y="332518"/>
                  </a:moveTo>
                  <a:lnTo>
                    <a:pt x="212312" y="391763"/>
                  </a:lnTo>
                  <a:cubicBezTo>
                    <a:pt x="209550" y="394525"/>
                    <a:pt x="205835" y="395954"/>
                    <a:pt x="202216" y="395954"/>
                  </a:cubicBezTo>
                  <a:cubicBezTo>
                    <a:pt x="198596" y="395954"/>
                    <a:pt x="194881" y="394525"/>
                    <a:pt x="192119" y="391763"/>
                  </a:cubicBezTo>
                  <a:cubicBezTo>
                    <a:pt x="186500" y="386144"/>
                    <a:pt x="186500" y="377095"/>
                    <a:pt x="192119" y="371570"/>
                  </a:cubicBezTo>
                  <a:lnTo>
                    <a:pt x="241268" y="322421"/>
                  </a:lnTo>
                  <a:lnTo>
                    <a:pt x="192119" y="273272"/>
                  </a:lnTo>
                  <a:cubicBezTo>
                    <a:pt x="186500" y="267653"/>
                    <a:pt x="186500" y="258604"/>
                    <a:pt x="192119" y="253079"/>
                  </a:cubicBezTo>
                  <a:cubicBezTo>
                    <a:pt x="197739" y="247460"/>
                    <a:pt x="206788" y="247460"/>
                    <a:pt x="212312" y="253079"/>
                  </a:cubicBezTo>
                  <a:lnTo>
                    <a:pt x="271558" y="312325"/>
                  </a:lnTo>
                  <a:cubicBezTo>
                    <a:pt x="277178" y="317945"/>
                    <a:pt x="277178" y="326993"/>
                    <a:pt x="271558" y="332518"/>
                  </a:cubicBezTo>
                  <a:close/>
                  <a:moveTo>
                    <a:pt x="556260" y="322421"/>
                  </a:moveTo>
                  <a:cubicBezTo>
                    <a:pt x="556260" y="332899"/>
                    <a:pt x="547973" y="341471"/>
                    <a:pt x="537401" y="341471"/>
                  </a:cubicBezTo>
                  <a:lnTo>
                    <a:pt x="536924" y="341471"/>
                  </a:lnTo>
                  <a:cubicBezTo>
                    <a:pt x="526447" y="341471"/>
                    <a:pt x="517874" y="332899"/>
                    <a:pt x="517874" y="322421"/>
                  </a:cubicBezTo>
                  <a:cubicBezTo>
                    <a:pt x="517874" y="311944"/>
                    <a:pt x="526447" y="303371"/>
                    <a:pt x="536924" y="303371"/>
                  </a:cubicBezTo>
                  <a:cubicBezTo>
                    <a:pt x="547402" y="303371"/>
                    <a:pt x="556165" y="311944"/>
                    <a:pt x="556165" y="322421"/>
                  </a:cubicBezTo>
                  <a:close/>
                  <a:moveTo>
                    <a:pt x="492633" y="322421"/>
                  </a:moveTo>
                  <a:cubicBezTo>
                    <a:pt x="492633" y="332899"/>
                    <a:pt x="484346" y="341471"/>
                    <a:pt x="473869" y="341471"/>
                  </a:cubicBezTo>
                  <a:lnTo>
                    <a:pt x="473393" y="341471"/>
                  </a:lnTo>
                  <a:cubicBezTo>
                    <a:pt x="462915" y="341471"/>
                    <a:pt x="454343" y="332899"/>
                    <a:pt x="454343" y="322421"/>
                  </a:cubicBezTo>
                  <a:cubicBezTo>
                    <a:pt x="454343" y="311944"/>
                    <a:pt x="462915" y="303371"/>
                    <a:pt x="473393" y="303371"/>
                  </a:cubicBezTo>
                  <a:cubicBezTo>
                    <a:pt x="483870" y="303371"/>
                    <a:pt x="492633" y="311944"/>
                    <a:pt x="492633" y="322421"/>
                  </a:cubicBezTo>
                  <a:close/>
                  <a:moveTo>
                    <a:pt x="452723" y="371570"/>
                  </a:moveTo>
                  <a:cubicBezTo>
                    <a:pt x="458343" y="377190"/>
                    <a:pt x="458343" y="386239"/>
                    <a:pt x="452723" y="391763"/>
                  </a:cubicBezTo>
                  <a:cubicBezTo>
                    <a:pt x="449961" y="394525"/>
                    <a:pt x="446246" y="395954"/>
                    <a:pt x="442627" y="395954"/>
                  </a:cubicBezTo>
                  <a:cubicBezTo>
                    <a:pt x="439007" y="395954"/>
                    <a:pt x="435293" y="394525"/>
                    <a:pt x="432530" y="391763"/>
                  </a:cubicBezTo>
                  <a:lnTo>
                    <a:pt x="373285" y="332518"/>
                  </a:lnTo>
                  <a:cubicBezTo>
                    <a:pt x="367665" y="326898"/>
                    <a:pt x="367665" y="317849"/>
                    <a:pt x="373285" y="312325"/>
                  </a:cubicBezTo>
                  <a:lnTo>
                    <a:pt x="432530" y="253079"/>
                  </a:lnTo>
                  <a:cubicBezTo>
                    <a:pt x="438150" y="247460"/>
                    <a:pt x="447199" y="247460"/>
                    <a:pt x="452723" y="253079"/>
                  </a:cubicBezTo>
                  <a:cubicBezTo>
                    <a:pt x="458343" y="258699"/>
                    <a:pt x="458343" y="267748"/>
                    <a:pt x="452723" y="273272"/>
                  </a:cubicBezTo>
                  <a:lnTo>
                    <a:pt x="403574" y="322421"/>
                  </a:lnTo>
                  <a:lnTo>
                    <a:pt x="452723" y="371570"/>
                  </a:lnTo>
                  <a:close/>
                  <a:moveTo>
                    <a:pt x="341471" y="260985"/>
                  </a:moveTo>
                  <a:cubicBezTo>
                    <a:pt x="341471" y="271463"/>
                    <a:pt x="332899" y="280226"/>
                    <a:pt x="322421" y="280226"/>
                  </a:cubicBezTo>
                  <a:cubicBezTo>
                    <a:pt x="311944" y="280226"/>
                    <a:pt x="303371" y="271939"/>
                    <a:pt x="303371" y="261366"/>
                  </a:cubicBezTo>
                  <a:lnTo>
                    <a:pt x="303371" y="260890"/>
                  </a:lnTo>
                  <a:cubicBezTo>
                    <a:pt x="303371" y="250412"/>
                    <a:pt x="311944" y="241840"/>
                    <a:pt x="322421" y="241840"/>
                  </a:cubicBezTo>
                  <a:cubicBezTo>
                    <a:pt x="332899" y="241840"/>
                    <a:pt x="341471" y="250412"/>
                    <a:pt x="341471" y="260890"/>
                  </a:cubicBezTo>
                  <a:close/>
                  <a:moveTo>
                    <a:pt x="341471" y="197358"/>
                  </a:moveTo>
                  <a:cubicBezTo>
                    <a:pt x="341471" y="207836"/>
                    <a:pt x="332899" y="216599"/>
                    <a:pt x="322421" y="216599"/>
                  </a:cubicBezTo>
                  <a:cubicBezTo>
                    <a:pt x="311944" y="216599"/>
                    <a:pt x="303371" y="208312"/>
                    <a:pt x="303371" y="197834"/>
                  </a:cubicBezTo>
                  <a:lnTo>
                    <a:pt x="303371" y="197358"/>
                  </a:lnTo>
                  <a:cubicBezTo>
                    <a:pt x="303371" y="186881"/>
                    <a:pt x="311944" y="178308"/>
                    <a:pt x="322421" y="178308"/>
                  </a:cubicBezTo>
                  <a:cubicBezTo>
                    <a:pt x="332899" y="178308"/>
                    <a:pt x="341471" y="186881"/>
                    <a:pt x="341471" y="197358"/>
                  </a:cubicBezTo>
                  <a:close/>
                  <a:moveTo>
                    <a:pt x="253079" y="176784"/>
                  </a:moveTo>
                  <a:cubicBezTo>
                    <a:pt x="247460" y="171164"/>
                    <a:pt x="247460" y="162116"/>
                    <a:pt x="253079" y="156591"/>
                  </a:cubicBezTo>
                  <a:lnTo>
                    <a:pt x="312325" y="97346"/>
                  </a:lnTo>
                  <a:cubicBezTo>
                    <a:pt x="317945" y="91726"/>
                    <a:pt x="326993" y="91726"/>
                    <a:pt x="332518" y="97346"/>
                  </a:cubicBezTo>
                  <a:lnTo>
                    <a:pt x="391763" y="156591"/>
                  </a:lnTo>
                  <a:cubicBezTo>
                    <a:pt x="397383" y="162211"/>
                    <a:pt x="397383" y="171260"/>
                    <a:pt x="391763" y="176784"/>
                  </a:cubicBezTo>
                  <a:cubicBezTo>
                    <a:pt x="389001" y="179546"/>
                    <a:pt x="385286" y="180975"/>
                    <a:pt x="381667" y="180975"/>
                  </a:cubicBezTo>
                  <a:cubicBezTo>
                    <a:pt x="378047" y="180975"/>
                    <a:pt x="374333" y="179546"/>
                    <a:pt x="371570" y="176784"/>
                  </a:cubicBezTo>
                  <a:lnTo>
                    <a:pt x="322421" y="127635"/>
                  </a:lnTo>
                  <a:lnTo>
                    <a:pt x="273272" y="176784"/>
                  </a:lnTo>
                  <a:cubicBezTo>
                    <a:pt x="267653" y="182404"/>
                    <a:pt x="258604" y="182404"/>
                    <a:pt x="253079" y="176784"/>
                  </a:cubicBezTo>
                  <a:close/>
                  <a:moveTo>
                    <a:pt x="341471" y="383858"/>
                  </a:moveTo>
                  <a:cubicBezTo>
                    <a:pt x="341471" y="394335"/>
                    <a:pt x="332899" y="402908"/>
                    <a:pt x="322421" y="402908"/>
                  </a:cubicBezTo>
                  <a:cubicBezTo>
                    <a:pt x="311944" y="402908"/>
                    <a:pt x="303371" y="394335"/>
                    <a:pt x="303371" y="383858"/>
                  </a:cubicBezTo>
                  <a:cubicBezTo>
                    <a:pt x="303371" y="373380"/>
                    <a:pt x="311944" y="364617"/>
                    <a:pt x="322421" y="364617"/>
                  </a:cubicBezTo>
                  <a:cubicBezTo>
                    <a:pt x="332899" y="364617"/>
                    <a:pt x="341471" y="372904"/>
                    <a:pt x="341471" y="383476"/>
                  </a:cubicBezTo>
                  <a:lnTo>
                    <a:pt x="341471" y="383953"/>
                  </a:lnTo>
                  <a:close/>
                  <a:moveTo>
                    <a:pt x="341471" y="446913"/>
                  </a:moveTo>
                  <a:lnTo>
                    <a:pt x="341471" y="447389"/>
                  </a:lnTo>
                  <a:cubicBezTo>
                    <a:pt x="341471" y="457867"/>
                    <a:pt x="332899" y="466439"/>
                    <a:pt x="322421" y="466439"/>
                  </a:cubicBezTo>
                  <a:cubicBezTo>
                    <a:pt x="311944" y="466439"/>
                    <a:pt x="303371" y="457867"/>
                    <a:pt x="303371" y="447389"/>
                  </a:cubicBezTo>
                  <a:cubicBezTo>
                    <a:pt x="303371" y="436912"/>
                    <a:pt x="311944" y="428149"/>
                    <a:pt x="322421" y="428149"/>
                  </a:cubicBezTo>
                  <a:cubicBezTo>
                    <a:pt x="332899" y="428149"/>
                    <a:pt x="341471" y="436436"/>
                    <a:pt x="341471" y="446913"/>
                  </a:cubicBezTo>
                  <a:close/>
                  <a:moveTo>
                    <a:pt x="391763" y="467963"/>
                  </a:moveTo>
                  <a:cubicBezTo>
                    <a:pt x="397383" y="473583"/>
                    <a:pt x="397383" y="482632"/>
                    <a:pt x="391763" y="488156"/>
                  </a:cubicBezTo>
                  <a:lnTo>
                    <a:pt x="332518" y="547402"/>
                  </a:lnTo>
                  <a:cubicBezTo>
                    <a:pt x="329756" y="550164"/>
                    <a:pt x="326041" y="551593"/>
                    <a:pt x="322421" y="551593"/>
                  </a:cubicBezTo>
                  <a:cubicBezTo>
                    <a:pt x="318802" y="551593"/>
                    <a:pt x="315087" y="550164"/>
                    <a:pt x="312325" y="547402"/>
                  </a:cubicBezTo>
                  <a:lnTo>
                    <a:pt x="253079" y="488156"/>
                  </a:lnTo>
                  <a:cubicBezTo>
                    <a:pt x="247460" y="482537"/>
                    <a:pt x="247460" y="473488"/>
                    <a:pt x="253079" y="467963"/>
                  </a:cubicBezTo>
                  <a:cubicBezTo>
                    <a:pt x="258699" y="462344"/>
                    <a:pt x="267748" y="462344"/>
                    <a:pt x="273272" y="467963"/>
                  </a:cubicBezTo>
                  <a:lnTo>
                    <a:pt x="322421" y="517112"/>
                  </a:lnTo>
                  <a:lnTo>
                    <a:pt x="371570" y="467963"/>
                  </a:lnTo>
                  <a:cubicBezTo>
                    <a:pt x="377190" y="462344"/>
                    <a:pt x="386239" y="462344"/>
                    <a:pt x="391763" y="4679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182814" tIns="91382" rIns="182814" bIns="9138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2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8738CF2D-DD19-3203-3254-BA4666FB4731}"/>
              </a:ext>
            </a:extLst>
          </p:cNvPr>
          <p:cNvGrpSpPr/>
          <p:nvPr/>
        </p:nvGrpSpPr>
        <p:grpSpPr>
          <a:xfrm>
            <a:off x="9570782" y="2297412"/>
            <a:ext cx="295637" cy="295637"/>
            <a:chOff x="5806912" y="3810931"/>
            <a:chExt cx="829762" cy="829762"/>
          </a:xfrm>
        </p:grpSpPr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E7EF8466-0785-864C-98BD-12756657951F}"/>
                </a:ext>
              </a:extLst>
            </p:cNvPr>
            <p:cNvSpPr/>
            <p:nvPr/>
          </p:nvSpPr>
          <p:spPr>
            <a:xfrm>
              <a:off x="5806912" y="3810931"/>
              <a:ext cx="829762" cy="829762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2" name="Google Shape;388;p11">
              <a:extLst>
                <a:ext uri="{FF2B5EF4-FFF2-40B4-BE49-F238E27FC236}">
                  <a16:creationId xmlns:a16="http://schemas.microsoft.com/office/drawing/2014/main" id="{A9F1949E-9790-0B0C-6A3A-EA509E957B7F}"/>
                </a:ext>
              </a:extLst>
            </p:cNvPr>
            <p:cNvSpPr/>
            <p:nvPr/>
          </p:nvSpPr>
          <p:spPr>
            <a:xfrm>
              <a:off x="5949286" y="3942664"/>
              <a:ext cx="555162" cy="555162"/>
            </a:xfrm>
            <a:custGeom>
              <a:avLst/>
              <a:gdLst/>
              <a:ahLst/>
              <a:cxnLst/>
              <a:rect l="l" t="t" r="r" b="b"/>
              <a:pathLst>
                <a:path w="644842" h="644842" extrusionOk="0">
                  <a:moveTo>
                    <a:pt x="322421" y="0"/>
                  </a:moveTo>
                  <a:cubicBezTo>
                    <a:pt x="144590" y="0"/>
                    <a:pt x="0" y="144590"/>
                    <a:pt x="0" y="322421"/>
                  </a:cubicBezTo>
                  <a:cubicBezTo>
                    <a:pt x="0" y="500253"/>
                    <a:pt x="144590" y="644843"/>
                    <a:pt x="322421" y="644843"/>
                  </a:cubicBezTo>
                  <a:cubicBezTo>
                    <a:pt x="500253" y="644843"/>
                    <a:pt x="644843" y="500253"/>
                    <a:pt x="644843" y="322421"/>
                  </a:cubicBezTo>
                  <a:cubicBezTo>
                    <a:pt x="644843" y="144590"/>
                    <a:pt x="500158" y="0"/>
                    <a:pt x="322421" y="0"/>
                  </a:cubicBezTo>
                  <a:close/>
                  <a:moveTo>
                    <a:pt x="322421" y="616172"/>
                  </a:moveTo>
                  <a:cubicBezTo>
                    <a:pt x="160401" y="616172"/>
                    <a:pt x="28575" y="484346"/>
                    <a:pt x="28575" y="322326"/>
                  </a:cubicBezTo>
                  <a:cubicBezTo>
                    <a:pt x="28575" y="160306"/>
                    <a:pt x="160401" y="28575"/>
                    <a:pt x="322421" y="28575"/>
                  </a:cubicBezTo>
                  <a:cubicBezTo>
                    <a:pt x="484442" y="28575"/>
                    <a:pt x="616268" y="160401"/>
                    <a:pt x="616268" y="322421"/>
                  </a:cubicBezTo>
                  <a:cubicBezTo>
                    <a:pt x="616268" y="484442"/>
                    <a:pt x="484442" y="616268"/>
                    <a:pt x="322421" y="616268"/>
                  </a:cubicBezTo>
                  <a:close/>
                  <a:moveTo>
                    <a:pt x="126873" y="322421"/>
                  </a:moveTo>
                  <a:cubicBezTo>
                    <a:pt x="126873" y="332899"/>
                    <a:pt x="118301" y="341471"/>
                    <a:pt x="107823" y="341471"/>
                  </a:cubicBezTo>
                  <a:cubicBezTo>
                    <a:pt x="97346" y="341471"/>
                    <a:pt x="88583" y="332899"/>
                    <a:pt x="88583" y="322421"/>
                  </a:cubicBezTo>
                  <a:cubicBezTo>
                    <a:pt x="88583" y="311944"/>
                    <a:pt x="96869" y="303371"/>
                    <a:pt x="107442" y="303371"/>
                  </a:cubicBezTo>
                  <a:lnTo>
                    <a:pt x="107918" y="303371"/>
                  </a:lnTo>
                  <a:cubicBezTo>
                    <a:pt x="118396" y="303371"/>
                    <a:pt x="126968" y="311944"/>
                    <a:pt x="126968" y="322421"/>
                  </a:cubicBezTo>
                  <a:close/>
                  <a:moveTo>
                    <a:pt x="190500" y="322421"/>
                  </a:moveTo>
                  <a:cubicBezTo>
                    <a:pt x="190500" y="332899"/>
                    <a:pt x="181928" y="341471"/>
                    <a:pt x="171450" y="341471"/>
                  </a:cubicBezTo>
                  <a:cubicBezTo>
                    <a:pt x="160973" y="341471"/>
                    <a:pt x="152210" y="332899"/>
                    <a:pt x="152210" y="322421"/>
                  </a:cubicBezTo>
                  <a:cubicBezTo>
                    <a:pt x="152210" y="311944"/>
                    <a:pt x="160496" y="303371"/>
                    <a:pt x="170974" y="303371"/>
                  </a:cubicBezTo>
                  <a:lnTo>
                    <a:pt x="171450" y="303371"/>
                  </a:lnTo>
                  <a:cubicBezTo>
                    <a:pt x="181928" y="303371"/>
                    <a:pt x="190500" y="311944"/>
                    <a:pt x="190500" y="322421"/>
                  </a:cubicBezTo>
                  <a:close/>
                  <a:moveTo>
                    <a:pt x="271558" y="332518"/>
                  </a:moveTo>
                  <a:lnTo>
                    <a:pt x="212312" y="391763"/>
                  </a:lnTo>
                  <a:cubicBezTo>
                    <a:pt x="209550" y="394525"/>
                    <a:pt x="205835" y="395954"/>
                    <a:pt x="202216" y="395954"/>
                  </a:cubicBezTo>
                  <a:cubicBezTo>
                    <a:pt x="198596" y="395954"/>
                    <a:pt x="194881" y="394525"/>
                    <a:pt x="192119" y="391763"/>
                  </a:cubicBezTo>
                  <a:cubicBezTo>
                    <a:pt x="186500" y="386144"/>
                    <a:pt x="186500" y="377095"/>
                    <a:pt x="192119" y="371570"/>
                  </a:cubicBezTo>
                  <a:lnTo>
                    <a:pt x="241268" y="322421"/>
                  </a:lnTo>
                  <a:lnTo>
                    <a:pt x="192119" y="273272"/>
                  </a:lnTo>
                  <a:cubicBezTo>
                    <a:pt x="186500" y="267653"/>
                    <a:pt x="186500" y="258604"/>
                    <a:pt x="192119" y="253079"/>
                  </a:cubicBezTo>
                  <a:cubicBezTo>
                    <a:pt x="197739" y="247460"/>
                    <a:pt x="206788" y="247460"/>
                    <a:pt x="212312" y="253079"/>
                  </a:cubicBezTo>
                  <a:lnTo>
                    <a:pt x="271558" y="312325"/>
                  </a:lnTo>
                  <a:cubicBezTo>
                    <a:pt x="277178" y="317945"/>
                    <a:pt x="277178" y="326993"/>
                    <a:pt x="271558" y="332518"/>
                  </a:cubicBezTo>
                  <a:close/>
                  <a:moveTo>
                    <a:pt x="556260" y="322421"/>
                  </a:moveTo>
                  <a:cubicBezTo>
                    <a:pt x="556260" y="332899"/>
                    <a:pt x="547973" y="341471"/>
                    <a:pt x="537401" y="341471"/>
                  </a:cubicBezTo>
                  <a:lnTo>
                    <a:pt x="536924" y="341471"/>
                  </a:lnTo>
                  <a:cubicBezTo>
                    <a:pt x="526447" y="341471"/>
                    <a:pt x="517874" y="332899"/>
                    <a:pt x="517874" y="322421"/>
                  </a:cubicBezTo>
                  <a:cubicBezTo>
                    <a:pt x="517874" y="311944"/>
                    <a:pt x="526447" y="303371"/>
                    <a:pt x="536924" y="303371"/>
                  </a:cubicBezTo>
                  <a:cubicBezTo>
                    <a:pt x="547402" y="303371"/>
                    <a:pt x="556165" y="311944"/>
                    <a:pt x="556165" y="322421"/>
                  </a:cubicBezTo>
                  <a:close/>
                  <a:moveTo>
                    <a:pt x="492633" y="322421"/>
                  </a:moveTo>
                  <a:cubicBezTo>
                    <a:pt x="492633" y="332899"/>
                    <a:pt x="484346" y="341471"/>
                    <a:pt x="473869" y="341471"/>
                  </a:cubicBezTo>
                  <a:lnTo>
                    <a:pt x="473393" y="341471"/>
                  </a:lnTo>
                  <a:cubicBezTo>
                    <a:pt x="462915" y="341471"/>
                    <a:pt x="454343" y="332899"/>
                    <a:pt x="454343" y="322421"/>
                  </a:cubicBezTo>
                  <a:cubicBezTo>
                    <a:pt x="454343" y="311944"/>
                    <a:pt x="462915" y="303371"/>
                    <a:pt x="473393" y="303371"/>
                  </a:cubicBezTo>
                  <a:cubicBezTo>
                    <a:pt x="483870" y="303371"/>
                    <a:pt x="492633" y="311944"/>
                    <a:pt x="492633" y="322421"/>
                  </a:cubicBezTo>
                  <a:close/>
                  <a:moveTo>
                    <a:pt x="452723" y="371570"/>
                  </a:moveTo>
                  <a:cubicBezTo>
                    <a:pt x="458343" y="377190"/>
                    <a:pt x="458343" y="386239"/>
                    <a:pt x="452723" y="391763"/>
                  </a:cubicBezTo>
                  <a:cubicBezTo>
                    <a:pt x="449961" y="394525"/>
                    <a:pt x="446246" y="395954"/>
                    <a:pt x="442627" y="395954"/>
                  </a:cubicBezTo>
                  <a:cubicBezTo>
                    <a:pt x="439007" y="395954"/>
                    <a:pt x="435293" y="394525"/>
                    <a:pt x="432530" y="391763"/>
                  </a:cubicBezTo>
                  <a:lnTo>
                    <a:pt x="373285" y="332518"/>
                  </a:lnTo>
                  <a:cubicBezTo>
                    <a:pt x="367665" y="326898"/>
                    <a:pt x="367665" y="317849"/>
                    <a:pt x="373285" y="312325"/>
                  </a:cubicBezTo>
                  <a:lnTo>
                    <a:pt x="432530" y="253079"/>
                  </a:lnTo>
                  <a:cubicBezTo>
                    <a:pt x="438150" y="247460"/>
                    <a:pt x="447199" y="247460"/>
                    <a:pt x="452723" y="253079"/>
                  </a:cubicBezTo>
                  <a:cubicBezTo>
                    <a:pt x="458343" y="258699"/>
                    <a:pt x="458343" y="267748"/>
                    <a:pt x="452723" y="273272"/>
                  </a:cubicBezTo>
                  <a:lnTo>
                    <a:pt x="403574" y="322421"/>
                  </a:lnTo>
                  <a:lnTo>
                    <a:pt x="452723" y="371570"/>
                  </a:lnTo>
                  <a:close/>
                  <a:moveTo>
                    <a:pt x="341471" y="260985"/>
                  </a:moveTo>
                  <a:cubicBezTo>
                    <a:pt x="341471" y="271463"/>
                    <a:pt x="332899" y="280226"/>
                    <a:pt x="322421" y="280226"/>
                  </a:cubicBezTo>
                  <a:cubicBezTo>
                    <a:pt x="311944" y="280226"/>
                    <a:pt x="303371" y="271939"/>
                    <a:pt x="303371" y="261366"/>
                  </a:cubicBezTo>
                  <a:lnTo>
                    <a:pt x="303371" y="260890"/>
                  </a:lnTo>
                  <a:cubicBezTo>
                    <a:pt x="303371" y="250412"/>
                    <a:pt x="311944" y="241840"/>
                    <a:pt x="322421" y="241840"/>
                  </a:cubicBezTo>
                  <a:cubicBezTo>
                    <a:pt x="332899" y="241840"/>
                    <a:pt x="341471" y="250412"/>
                    <a:pt x="341471" y="260890"/>
                  </a:cubicBezTo>
                  <a:close/>
                  <a:moveTo>
                    <a:pt x="341471" y="197358"/>
                  </a:moveTo>
                  <a:cubicBezTo>
                    <a:pt x="341471" y="207836"/>
                    <a:pt x="332899" y="216599"/>
                    <a:pt x="322421" y="216599"/>
                  </a:cubicBezTo>
                  <a:cubicBezTo>
                    <a:pt x="311944" y="216599"/>
                    <a:pt x="303371" y="208312"/>
                    <a:pt x="303371" y="197834"/>
                  </a:cubicBezTo>
                  <a:lnTo>
                    <a:pt x="303371" y="197358"/>
                  </a:lnTo>
                  <a:cubicBezTo>
                    <a:pt x="303371" y="186881"/>
                    <a:pt x="311944" y="178308"/>
                    <a:pt x="322421" y="178308"/>
                  </a:cubicBezTo>
                  <a:cubicBezTo>
                    <a:pt x="332899" y="178308"/>
                    <a:pt x="341471" y="186881"/>
                    <a:pt x="341471" y="197358"/>
                  </a:cubicBezTo>
                  <a:close/>
                  <a:moveTo>
                    <a:pt x="253079" y="176784"/>
                  </a:moveTo>
                  <a:cubicBezTo>
                    <a:pt x="247460" y="171164"/>
                    <a:pt x="247460" y="162116"/>
                    <a:pt x="253079" y="156591"/>
                  </a:cubicBezTo>
                  <a:lnTo>
                    <a:pt x="312325" y="97346"/>
                  </a:lnTo>
                  <a:cubicBezTo>
                    <a:pt x="317945" y="91726"/>
                    <a:pt x="326993" y="91726"/>
                    <a:pt x="332518" y="97346"/>
                  </a:cubicBezTo>
                  <a:lnTo>
                    <a:pt x="391763" y="156591"/>
                  </a:lnTo>
                  <a:cubicBezTo>
                    <a:pt x="397383" y="162211"/>
                    <a:pt x="397383" y="171260"/>
                    <a:pt x="391763" y="176784"/>
                  </a:cubicBezTo>
                  <a:cubicBezTo>
                    <a:pt x="389001" y="179546"/>
                    <a:pt x="385286" y="180975"/>
                    <a:pt x="381667" y="180975"/>
                  </a:cubicBezTo>
                  <a:cubicBezTo>
                    <a:pt x="378047" y="180975"/>
                    <a:pt x="374333" y="179546"/>
                    <a:pt x="371570" y="176784"/>
                  </a:cubicBezTo>
                  <a:lnTo>
                    <a:pt x="322421" y="127635"/>
                  </a:lnTo>
                  <a:lnTo>
                    <a:pt x="273272" y="176784"/>
                  </a:lnTo>
                  <a:cubicBezTo>
                    <a:pt x="267653" y="182404"/>
                    <a:pt x="258604" y="182404"/>
                    <a:pt x="253079" y="176784"/>
                  </a:cubicBezTo>
                  <a:close/>
                  <a:moveTo>
                    <a:pt x="341471" y="383858"/>
                  </a:moveTo>
                  <a:cubicBezTo>
                    <a:pt x="341471" y="394335"/>
                    <a:pt x="332899" y="402908"/>
                    <a:pt x="322421" y="402908"/>
                  </a:cubicBezTo>
                  <a:cubicBezTo>
                    <a:pt x="311944" y="402908"/>
                    <a:pt x="303371" y="394335"/>
                    <a:pt x="303371" y="383858"/>
                  </a:cubicBezTo>
                  <a:cubicBezTo>
                    <a:pt x="303371" y="373380"/>
                    <a:pt x="311944" y="364617"/>
                    <a:pt x="322421" y="364617"/>
                  </a:cubicBezTo>
                  <a:cubicBezTo>
                    <a:pt x="332899" y="364617"/>
                    <a:pt x="341471" y="372904"/>
                    <a:pt x="341471" y="383476"/>
                  </a:cubicBezTo>
                  <a:lnTo>
                    <a:pt x="341471" y="383953"/>
                  </a:lnTo>
                  <a:close/>
                  <a:moveTo>
                    <a:pt x="341471" y="446913"/>
                  </a:moveTo>
                  <a:lnTo>
                    <a:pt x="341471" y="447389"/>
                  </a:lnTo>
                  <a:cubicBezTo>
                    <a:pt x="341471" y="457867"/>
                    <a:pt x="332899" y="466439"/>
                    <a:pt x="322421" y="466439"/>
                  </a:cubicBezTo>
                  <a:cubicBezTo>
                    <a:pt x="311944" y="466439"/>
                    <a:pt x="303371" y="457867"/>
                    <a:pt x="303371" y="447389"/>
                  </a:cubicBezTo>
                  <a:cubicBezTo>
                    <a:pt x="303371" y="436912"/>
                    <a:pt x="311944" y="428149"/>
                    <a:pt x="322421" y="428149"/>
                  </a:cubicBezTo>
                  <a:cubicBezTo>
                    <a:pt x="332899" y="428149"/>
                    <a:pt x="341471" y="436436"/>
                    <a:pt x="341471" y="446913"/>
                  </a:cubicBezTo>
                  <a:close/>
                  <a:moveTo>
                    <a:pt x="391763" y="467963"/>
                  </a:moveTo>
                  <a:cubicBezTo>
                    <a:pt x="397383" y="473583"/>
                    <a:pt x="397383" y="482632"/>
                    <a:pt x="391763" y="488156"/>
                  </a:cubicBezTo>
                  <a:lnTo>
                    <a:pt x="332518" y="547402"/>
                  </a:lnTo>
                  <a:cubicBezTo>
                    <a:pt x="329756" y="550164"/>
                    <a:pt x="326041" y="551593"/>
                    <a:pt x="322421" y="551593"/>
                  </a:cubicBezTo>
                  <a:cubicBezTo>
                    <a:pt x="318802" y="551593"/>
                    <a:pt x="315087" y="550164"/>
                    <a:pt x="312325" y="547402"/>
                  </a:cubicBezTo>
                  <a:lnTo>
                    <a:pt x="253079" y="488156"/>
                  </a:lnTo>
                  <a:cubicBezTo>
                    <a:pt x="247460" y="482537"/>
                    <a:pt x="247460" y="473488"/>
                    <a:pt x="253079" y="467963"/>
                  </a:cubicBezTo>
                  <a:cubicBezTo>
                    <a:pt x="258699" y="462344"/>
                    <a:pt x="267748" y="462344"/>
                    <a:pt x="273272" y="467963"/>
                  </a:cubicBezTo>
                  <a:lnTo>
                    <a:pt x="322421" y="517112"/>
                  </a:lnTo>
                  <a:lnTo>
                    <a:pt x="371570" y="467963"/>
                  </a:lnTo>
                  <a:cubicBezTo>
                    <a:pt x="377190" y="462344"/>
                    <a:pt x="386239" y="462344"/>
                    <a:pt x="391763" y="4679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FB9D940F-E288-2642-8385-B1C6B55F1DEC}"/>
              </a:ext>
            </a:extLst>
          </p:cNvPr>
          <p:cNvCxnSpPr>
            <a:cxnSpLocks/>
            <a:stCxn id="108" idx="0"/>
            <a:endCxn id="111" idx="4"/>
          </p:cNvCxnSpPr>
          <p:nvPr/>
        </p:nvCxnSpPr>
        <p:spPr>
          <a:xfrm flipH="1" flipV="1">
            <a:off x="9718601" y="2593049"/>
            <a:ext cx="4028" cy="190921"/>
          </a:xfrm>
          <a:prstGeom prst="line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0CDA4F9F-BB47-BAFC-4163-82D4C2C7B985}"/>
              </a:ext>
            </a:extLst>
          </p:cNvPr>
          <p:cNvGrpSpPr/>
          <p:nvPr/>
        </p:nvGrpSpPr>
        <p:grpSpPr>
          <a:xfrm>
            <a:off x="9577320" y="1678578"/>
            <a:ext cx="285557" cy="285557"/>
            <a:chOff x="1251601" y="1527464"/>
            <a:chExt cx="829762" cy="829762"/>
          </a:xfrm>
        </p:grpSpPr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CCAC6B89-347C-D9DA-DC1C-5270B8D734C5}"/>
                </a:ext>
              </a:extLst>
            </p:cNvPr>
            <p:cNvSpPr/>
            <p:nvPr/>
          </p:nvSpPr>
          <p:spPr>
            <a:xfrm>
              <a:off x="1251601" y="1527464"/>
              <a:ext cx="829762" cy="829762"/>
            </a:xfrm>
            <a:prstGeom prst="ellipse">
              <a:avLst/>
            </a:prstGeom>
            <a:solidFill>
              <a:schemeClr val="accent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6" name="Google Shape;193;p7">
              <a:extLst>
                <a:ext uri="{FF2B5EF4-FFF2-40B4-BE49-F238E27FC236}">
                  <a16:creationId xmlns:a16="http://schemas.microsoft.com/office/drawing/2014/main" id="{061D03BC-D9B8-C38F-85F8-2366BDCC353E}"/>
                </a:ext>
              </a:extLst>
            </p:cNvPr>
            <p:cNvSpPr/>
            <p:nvPr/>
          </p:nvSpPr>
          <p:spPr>
            <a:xfrm>
              <a:off x="1418206" y="1744625"/>
              <a:ext cx="525973" cy="389691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3" tIns="45694" rIns="91413" bIns="45694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DA834303-FE68-31D7-CEE7-3AF26884BB5D}"/>
              </a:ext>
            </a:extLst>
          </p:cNvPr>
          <p:cNvCxnSpPr>
            <a:cxnSpLocks/>
            <a:endCxn id="115" idx="4"/>
          </p:cNvCxnSpPr>
          <p:nvPr/>
        </p:nvCxnSpPr>
        <p:spPr>
          <a:xfrm flipV="1">
            <a:off x="9718601" y="1964135"/>
            <a:ext cx="1497" cy="333278"/>
          </a:xfrm>
          <a:prstGeom prst="line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BE6E334E-908D-E8D3-F44A-58886CF082E3}"/>
              </a:ext>
            </a:extLst>
          </p:cNvPr>
          <p:cNvCxnSpPr>
            <a:cxnSpLocks/>
            <a:endCxn id="108" idx="5"/>
          </p:cNvCxnSpPr>
          <p:nvPr/>
        </p:nvCxnSpPr>
        <p:spPr>
          <a:xfrm flipH="1" flipV="1">
            <a:off x="9833896" y="3052593"/>
            <a:ext cx="4659" cy="1819041"/>
          </a:xfrm>
          <a:prstGeom prst="line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42B5AFE2-923E-22EC-6914-7853902B3C9F}"/>
              </a:ext>
            </a:extLst>
          </p:cNvPr>
          <p:cNvGrpSpPr/>
          <p:nvPr/>
        </p:nvGrpSpPr>
        <p:grpSpPr>
          <a:xfrm>
            <a:off x="7875397" y="5655551"/>
            <a:ext cx="261464" cy="58053"/>
            <a:chOff x="5844419" y="4924313"/>
            <a:chExt cx="261481" cy="58057"/>
          </a:xfrm>
          <a:solidFill>
            <a:schemeClr val="tx1">
              <a:lumMod val="65000"/>
            </a:schemeClr>
          </a:solidFill>
        </p:grpSpPr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A8DD2C2C-6518-F6F2-777D-2C18DC6AD305}"/>
                </a:ext>
              </a:extLst>
            </p:cNvPr>
            <p:cNvSpPr/>
            <p:nvPr/>
          </p:nvSpPr>
          <p:spPr>
            <a:xfrm>
              <a:off x="5844419" y="4924313"/>
              <a:ext cx="58057" cy="5805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23E8F859-8B98-5440-38E3-63D8EAE8FFF1}"/>
                </a:ext>
              </a:extLst>
            </p:cNvPr>
            <p:cNvSpPr/>
            <p:nvPr/>
          </p:nvSpPr>
          <p:spPr>
            <a:xfrm>
              <a:off x="5946131" y="4924313"/>
              <a:ext cx="58057" cy="5805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2" name="Oval 121">
              <a:extLst>
                <a:ext uri="{FF2B5EF4-FFF2-40B4-BE49-F238E27FC236}">
                  <a16:creationId xmlns:a16="http://schemas.microsoft.com/office/drawing/2014/main" id="{08A2B814-4CF6-3946-BDDD-6E11B4189EEA}"/>
                </a:ext>
              </a:extLst>
            </p:cNvPr>
            <p:cNvSpPr/>
            <p:nvPr/>
          </p:nvSpPr>
          <p:spPr>
            <a:xfrm>
              <a:off x="6047843" y="4924313"/>
              <a:ext cx="58057" cy="5805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80D30632-2967-68D7-480E-4F580072481A}"/>
              </a:ext>
            </a:extLst>
          </p:cNvPr>
          <p:cNvCxnSpPr>
            <a:cxnSpLocks/>
            <a:stCxn id="79" idx="0"/>
            <a:endCxn id="108" idx="3"/>
          </p:cNvCxnSpPr>
          <p:nvPr/>
        </p:nvCxnSpPr>
        <p:spPr>
          <a:xfrm flipV="1">
            <a:off x="5868250" y="3052593"/>
            <a:ext cx="3743112" cy="1758116"/>
          </a:xfrm>
          <a:prstGeom prst="straightConnector1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Arrow Connector 123">
            <a:extLst>
              <a:ext uri="{FF2B5EF4-FFF2-40B4-BE49-F238E27FC236}">
                <a16:creationId xmlns:a16="http://schemas.microsoft.com/office/drawing/2014/main" id="{8663BC71-3EE9-24DB-6550-0F047E725909}"/>
              </a:ext>
            </a:extLst>
          </p:cNvPr>
          <p:cNvCxnSpPr>
            <a:cxnSpLocks/>
            <a:endCxn id="38" idx="5"/>
          </p:cNvCxnSpPr>
          <p:nvPr/>
        </p:nvCxnSpPr>
        <p:spPr>
          <a:xfrm flipH="1" flipV="1">
            <a:off x="2951663" y="3052593"/>
            <a:ext cx="2919580" cy="1751121"/>
          </a:xfrm>
          <a:prstGeom prst="straightConnector1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Straight Arrow Connector 124">
            <a:extLst>
              <a:ext uri="{FF2B5EF4-FFF2-40B4-BE49-F238E27FC236}">
                <a16:creationId xmlns:a16="http://schemas.microsoft.com/office/drawing/2014/main" id="{543C10E1-200B-A373-9626-645EB39AFA09}"/>
              </a:ext>
            </a:extLst>
          </p:cNvPr>
          <p:cNvCxnSpPr>
            <a:cxnSpLocks/>
            <a:stCxn id="108" idx="2"/>
            <a:endCxn id="35" idx="0"/>
          </p:cNvCxnSpPr>
          <p:nvPr/>
        </p:nvCxnSpPr>
        <p:spPr>
          <a:xfrm flipH="1">
            <a:off x="2844794" y="2941327"/>
            <a:ext cx="6720478" cy="1869350"/>
          </a:xfrm>
          <a:prstGeom prst="straightConnector1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Arrow Connector 125">
            <a:extLst>
              <a:ext uri="{FF2B5EF4-FFF2-40B4-BE49-F238E27FC236}">
                <a16:creationId xmlns:a16="http://schemas.microsoft.com/office/drawing/2014/main" id="{ED661B69-C82D-21E4-6C26-1B70A938C692}"/>
              </a:ext>
            </a:extLst>
          </p:cNvPr>
          <p:cNvCxnSpPr>
            <a:cxnSpLocks/>
            <a:stCxn id="96" idx="0"/>
            <a:endCxn id="38" idx="6"/>
          </p:cNvCxnSpPr>
          <p:nvPr/>
        </p:nvCxnSpPr>
        <p:spPr>
          <a:xfrm flipH="1" flipV="1">
            <a:off x="2997752" y="2941326"/>
            <a:ext cx="6712179" cy="1869383"/>
          </a:xfrm>
          <a:prstGeom prst="straightConnector1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7B69D172-6C4D-C0A1-0DFB-562C773E9394}"/>
              </a:ext>
            </a:extLst>
          </p:cNvPr>
          <p:cNvCxnSpPr>
            <a:cxnSpLocks/>
            <a:stCxn id="96" idx="1"/>
            <a:endCxn id="79" idx="7"/>
          </p:cNvCxnSpPr>
          <p:nvPr/>
        </p:nvCxnSpPr>
        <p:spPr>
          <a:xfrm flipH="1">
            <a:off x="5979516" y="4856797"/>
            <a:ext cx="3619147" cy="0"/>
          </a:xfrm>
          <a:prstGeom prst="straightConnector1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Arrow Connector 127">
            <a:extLst>
              <a:ext uri="{FF2B5EF4-FFF2-40B4-BE49-F238E27FC236}">
                <a16:creationId xmlns:a16="http://schemas.microsoft.com/office/drawing/2014/main" id="{D5B2C2B8-5599-3C35-EFB3-5CE1BBABEA79}"/>
              </a:ext>
            </a:extLst>
          </p:cNvPr>
          <p:cNvCxnSpPr>
            <a:cxnSpLocks/>
            <a:stCxn id="79" idx="1"/>
            <a:endCxn id="35" idx="7"/>
          </p:cNvCxnSpPr>
          <p:nvPr/>
        </p:nvCxnSpPr>
        <p:spPr>
          <a:xfrm flipH="1" flipV="1">
            <a:off x="2956061" y="4856766"/>
            <a:ext cx="2800921" cy="32"/>
          </a:xfrm>
          <a:prstGeom prst="straightConnector1">
            <a:avLst/>
          </a:prstGeom>
          <a:ln w="12700">
            <a:solidFill>
              <a:schemeClr val="tx1"/>
            </a:solidFill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TextBox 128">
            <a:extLst>
              <a:ext uri="{FF2B5EF4-FFF2-40B4-BE49-F238E27FC236}">
                <a16:creationId xmlns:a16="http://schemas.microsoft.com/office/drawing/2014/main" id="{7A0A9774-8B0C-C2AE-9C9A-FB03AEB262C6}"/>
              </a:ext>
            </a:extLst>
          </p:cNvPr>
          <p:cNvSpPr txBox="1"/>
          <p:nvPr/>
        </p:nvSpPr>
        <p:spPr>
          <a:xfrm>
            <a:off x="2556152" y="1425595"/>
            <a:ext cx="61587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NGFW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E2199A3F-D4AC-4664-FF2A-2178CACAAA98}"/>
              </a:ext>
            </a:extLst>
          </p:cNvPr>
          <p:cNvSpPr txBox="1"/>
          <p:nvPr/>
        </p:nvSpPr>
        <p:spPr>
          <a:xfrm>
            <a:off x="9434449" y="1425595"/>
            <a:ext cx="61587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NGFW</a:t>
            </a:r>
          </a:p>
        </p:txBody>
      </p:sp>
      <p:sp>
        <p:nvSpPr>
          <p:cNvPr id="131" name="Freeform 130">
            <a:extLst>
              <a:ext uri="{FF2B5EF4-FFF2-40B4-BE49-F238E27FC236}">
                <a16:creationId xmlns:a16="http://schemas.microsoft.com/office/drawing/2014/main" id="{9CB22303-7FA3-40D9-D2C3-E54D0757D4A1}"/>
              </a:ext>
            </a:extLst>
          </p:cNvPr>
          <p:cNvSpPr/>
          <p:nvPr/>
        </p:nvSpPr>
        <p:spPr>
          <a:xfrm>
            <a:off x="2610784" y="4225103"/>
            <a:ext cx="3215250" cy="1641938"/>
          </a:xfrm>
          <a:custGeom>
            <a:avLst/>
            <a:gdLst>
              <a:gd name="csX0" fmla="*/ 0 w 14945710"/>
              <a:gd name="csY0" fmla="*/ 2649152 h 2838338"/>
              <a:gd name="csX1" fmla="*/ 8198068 w 14945710"/>
              <a:gd name="csY1" fmla="*/ 545 h 2838338"/>
              <a:gd name="csX2" fmla="*/ 14945710 w 14945710"/>
              <a:gd name="csY2" fmla="*/ 2838338 h 28383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4945710" h="2838338">
                <a:moveTo>
                  <a:pt x="0" y="2649152"/>
                </a:moveTo>
                <a:cubicBezTo>
                  <a:pt x="2853558" y="1309083"/>
                  <a:pt x="5707116" y="-30986"/>
                  <a:pt x="8198068" y="545"/>
                </a:cubicBezTo>
                <a:cubicBezTo>
                  <a:pt x="10689020" y="32076"/>
                  <a:pt x="13747531" y="2281290"/>
                  <a:pt x="14945710" y="2838338"/>
                </a:cubicBezTo>
              </a:path>
            </a:pathLst>
          </a:custGeom>
          <a:noFill/>
          <a:ln w="76200">
            <a:solidFill>
              <a:schemeClr val="accent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2" name="Freeform 131">
            <a:extLst>
              <a:ext uri="{FF2B5EF4-FFF2-40B4-BE49-F238E27FC236}">
                <a16:creationId xmlns:a16="http://schemas.microsoft.com/office/drawing/2014/main" id="{3A44924F-E238-51DF-3707-3716FC86CE17}"/>
              </a:ext>
            </a:extLst>
          </p:cNvPr>
          <p:cNvSpPr/>
          <p:nvPr/>
        </p:nvSpPr>
        <p:spPr>
          <a:xfrm rot="5400000">
            <a:off x="784512" y="3615245"/>
            <a:ext cx="3824789" cy="438144"/>
          </a:xfrm>
          <a:custGeom>
            <a:avLst/>
            <a:gdLst>
              <a:gd name="csX0" fmla="*/ 0 w 14945710"/>
              <a:gd name="csY0" fmla="*/ 2649152 h 2838338"/>
              <a:gd name="csX1" fmla="*/ 8198068 w 14945710"/>
              <a:gd name="csY1" fmla="*/ 545 h 2838338"/>
              <a:gd name="csX2" fmla="*/ 14945710 w 14945710"/>
              <a:gd name="csY2" fmla="*/ 2838338 h 28383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4945710" h="2838338">
                <a:moveTo>
                  <a:pt x="0" y="2649152"/>
                </a:moveTo>
                <a:cubicBezTo>
                  <a:pt x="2853558" y="1309083"/>
                  <a:pt x="5707116" y="-30986"/>
                  <a:pt x="8198068" y="545"/>
                </a:cubicBezTo>
                <a:cubicBezTo>
                  <a:pt x="10689020" y="32076"/>
                  <a:pt x="13747531" y="2281290"/>
                  <a:pt x="14945710" y="2838338"/>
                </a:cubicBezTo>
              </a:path>
            </a:pathLst>
          </a:custGeom>
          <a:noFill/>
          <a:ln w="76200">
            <a:solidFill>
              <a:schemeClr val="accent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ACEDEFA6-1DA3-213B-43C5-97E593C62F5B}"/>
              </a:ext>
            </a:extLst>
          </p:cNvPr>
          <p:cNvSpPr/>
          <p:nvPr/>
        </p:nvSpPr>
        <p:spPr>
          <a:xfrm>
            <a:off x="6855174" y="4254160"/>
            <a:ext cx="3693821" cy="1641938"/>
          </a:xfrm>
          <a:custGeom>
            <a:avLst/>
            <a:gdLst>
              <a:gd name="csX0" fmla="*/ 0 w 14945710"/>
              <a:gd name="csY0" fmla="*/ 2649152 h 2838338"/>
              <a:gd name="csX1" fmla="*/ 8198068 w 14945710"/>
              <a:gd name="csY1" fmla="*/ 545 h 2838338"/>
              <a:gd name="csX2" fmla="*/ 14945710 w 14945710"/>
              <a:gd name="csY2" fmla="*/ 2838338 h 28383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4945710" h="2838338">
                <a:moveTo>
                  <a:pt x="0" y="2649152"/>
                </a:moveTo>
                <a:cubicBezTo>
                  <a:pt x="2853558" y="1309083"/>
                  <a:pt x="5707116" y="-30986"/>
                  <a:pt x="8198068" y="545"/>
                </a:cubicBezTo>
                <a:cubicBezTo>
                  <a:pt x="10689020" y="32076"/>
                  <a:pt x="13747531" y="2281290"/>
                  <a:pt x="14945710" y="2838338"/>
                </a:cubicBezTo>
              </a:path>
            </a:pathLst>
          </a:custGeom>
          <a:noFill/>
          <a:ln w="76200">
            <a:solidFill>
              <a:schemeClr val="accent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4" name="Freeform 133">
            <a:extLst>
              <a:ext uri="{FF2B5EF4-FFF2-40B4-BE49-F238E27FC236}">
                <a16:creationId xmlns:a16="http://schemas.microsoft.com/office/drawing/2014/main" id="{16716729-AA00-9C7D-B236-D1122588AE71}"/>
              </a:ext>
            </a:extLst>
          </p:cNvPr>
          <p:cNvSpPr/>
          <p:nvPr/>
        </p:nvSpPr>
        <p:spPr>
          <a:xfrm rot="19159289">
            <a:off x="5018244" y="3526605"/>
            <a:ext cx="5744868" cy="438144"/>
          </a:xfrm>
          <a:custGeom>
            <a:avLst/>
            <a:gdLst>
              <a:gd name="csX0" fmla="*/ 0 w 14945710"/>
              <a:gd name="csY0" fmla="*/ 2649152 h 2838338"/>
              <a:gd name="csX1" fmla="*/ 8198068 w 14945710"/>
              <a:gd name="csY1" fmla="*/ 545 h 2838338"/>
              <a:gd name="csX2" fmla="*/ 14945710 w 14945710"/>
              <a:gd name="csY2" fmla="*/ 2838338 h 28383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4945710" h="2838338">
                <a:moveTo>
                  <a:pt x="0" y="2649152"/>
                </a:moveTo>
                <a:cubicBezTo>
                  <a:pt x="2853558" y="1309083"/>
                  <a:pt x="5707116" y="-30986"/>
                  <a:pt x="8198068" y="545"/>
                </a:cubicBezTo>
                <a:cubicBezTo>
                  <a:pt x="10689020" y="32076"/>
                  <a:pt x="13747531" y="2281290"/>
                  <a:pt x="14945710" y="2838338"/>
                </a:cubicBezTo>
              </a:path>
            </a:pathLst>
          </a:custGeom>
          <a:noFill/>
          <a:ln w="76200">
            <a:solidFill>
              <a:schemeClr val="accent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5" name="Freeform 134">
            <a:extLst>
              <a:ext uri="{FF2B5EF4-FFF2-40B4-BE49-F238E27FC236}">
                <a16:creationId xmlns:a16="http://schemas.microsoft.com/office/drawing/2014/main" id="{D899798E-6018-1C8C-4CF7-EB24BB09988B}"/>
              </a:ext>
            </a:extLst>
          </p:cNvPr>
          <p:cNvSpPr/>
          <p:nvPr/>
        </p:nvSpPr>
        <p:spPr>
          <a:xfrm rot="1946087">
            <a:off x="2970945" y="3438356"/>
            <a:ext cx="7096008" cy="438144"/>
          </a:xfrm>
          <a:custGeom>
            <a:avLst/>
            <a:gdLst>
              <a:gd name="csX0" fmla="*/ 0 w 14945710"/>
              <a:gd name="csY0" fmla="*/ 2649152 h 2838338"/>
              <a:gd name="csX1" fmla="*/ 8198068 w 14945710"/>
              <a:gd name="csY1" fmla="*/ 545 h 2838338"/>
              <a:gd name="csX2" fmla="*/ 14945710 w 14945710"/>
              <a:gd name="csY2" fmla="*/ 2838338 h 28383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4945710" h="2838338">
                <a:moveTo>
                  <a:pt x="0" y="2649152"/>
                </a:moveTo>
                <a:cubicBezTo>
                  <a:pt x="2853558" y="1309083"/>
                  <a:pt x="5707116" y="-30986"/>
                  <a:pt x="8198068" y="545"/>
                </a:cubicBezTo>
                <a:cubicBezTo>
                  <a:pt x="10689020" y="32076"/>
                  <a:pt x="13747531" y="2281290"/>
                  <a:pt x="14945710" y="2838338"/>
                </a:cubicBezTo>
              </a:path>
            </a:pathLst>
          </a:custGeom>
          <a:noFill/>
          <a:ln w="76200">
            <a:solidFill>
              <a:schemeClr val="accent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6" name="Freeform 135">
            <a:extLst>
              <a:ext uri="{FF2B5EF4-FFF2-40B4-BE49-F238E27FC236}">
                <a16:creationId xmlns:a16="http://schemas.microsoft.com/office/drawing/2014/main" id="{4D32BA7C-D13D-067A-2477-FA8E4098EBC8}"/>
              </a:ext>
            </a:extLst>
          </p:cNvPr>
          <p:cNvSpPr>
            <a:spLocks noChangeAspect="1"/>
          </p:cNvSpPr>
          <p:nvPr/>
        </p:nvSpPr>
        <p:spPr>
          <a:xfrm>
            <a:off x="2085355" y="5780258"/>
            <a:ext cx="218264" cy="321585"/>
          </a:xfrm>
          <a:custGeom>
            <a:avLst/>
            <a:gdLst>
              <a:gd name="connsiteX0" fmla="*/ 1183398 w 3801778"/>
              <a:gd name="connsiteY0" fmla="*/ 3491472 h 5601424"/>
              <a:gd name="connsiteX1" fmla="*/ 2618381 w 3801778"/>
              <a:gd name="connsiteY1" fmla="*/ 3491472 h 5601424"/>
              <a:gd name="connsiteX2" fmla="*/ 3801778 w 3801778"/>
              <a:gd name="connsiteY2" fmla="*/ 4674870 h 5601424"/>
              <a:gd name="connsiteX3" fmla="*/ 3801778 w 3801778"/>
              <a:gd name="connsiteY3" fmla="*/ 5469938 h 5601424"/>
              <a:gd name="connsiteX4" fmla="*/ 3670292 w 3801778"/>
              <a:gd name="connsiteY4" fmla="*/ 5601424 h 5601424"/>
              <a:gd name="connsiteX5" fmla="*/ 3538806 w 3801778"/>
              <a:gd name="connsiteY5" fmla="*/ 5469938 h 5601424"/>
              <a:gd name="connsiteX6" fmla="*/ 3538806 w 3801778"/>
              <a:gd name="connsiteY6" fmla="*/ 4674870 h 5601424"/>
              <a:gd name="connsiteX7" fmla="*/ 2618381 w 3801778"/>
              <a:gd name="connsiteY7" fmla="*/ 3754445 h 5601424"/>
              <a:gd name="connsiteX8" fmla="*/ 1183398 w 3801778"/>
              <a:gd name="connsiteY8" fmla="*/ 3754445 h 5601424"/>
              <a:gd name="connsiteX9" fmla="*/ 262973 w 3801778"/>
              <a:gd name="connsiteY9" fmla="*/ 4674870 h 5601424"/>
              <a:gd name="connsiteX10" fmla="*/ 262973 w 3801778"/>
              <a:gd name="connsiteY10" fmla="*/ 5469938 h 5601424"/>
              <a:gd name="connsiteX11" fmla="*/ 131487 w 3801778"/>
              <a:gd name="connsiteY11" fmla="*/ 5601424 h 5601424"/>
              <a:gd name="connsiteX12" fmla="*/ 0 w 3801778"/>
              <a:gd name="connsiteY12" fmla="*/ 5469938 h 5601424"/>
              <a:gd name="connsiteX13" fmla="*/ 0 w 3801778"/>
              <a:gd name="connsiteY13" fmla="*/ 4674870 h 5601424"/>
              <a:gd name="connsiteX14" fmla="*/ 1183398 w 3801778"/>
              <a:gd name="connsiteY14" fmla="*/ 3491472 h 5601424"/>
              <a:gd name="connsiteX15" fmla="*/ 2599442 w 3801778"/>
              <a:gd name="connsiteY15" fmla="*/ 1732868 h 5601424"/>
              <a:gd name="connsiteX16" fmla="*/ 2692892 w 3801778"/>
              <a:gd name="connsiteY16" fmla="*/ 1843447 h 5601424"/>
              <a:gd name="connsiteX17" fmla="*/ 2526332 w 3801778"/>
              <a:gd name="connsiteY17" fmla="*/ 2077496 h 5601424"/>
              <a:gd name="connsiteX18" fmla="*/ 2239692 w 3801778"/>
              <a:gd name="connsiteY18" fmla="*/ 2059086 h 5601424"/>
              <a:gd name="connsiteX19" fmla="*/ 2239692 w 3801778"/>
              <a:gd name="connsiteY19" fmla="*/ 2059959 h 5601424"/>
              <a:gd name="connsiteX20" fmla="*/ 2254591 w 3801778"/>
              <a:gd name="connsiteY20" fmla="*/ 1881139 h 5601424"/>
              <a:gd name="connsiteX21" fmla="*/ 2544742 w 3801778"/>
              <a:gd name="connsiteY21" fmla="*/ 1742630 h 5601424"/>
              <a:gd name="connsiteX22" fmla="*/ 2599442 w 3801778"/>
              <a:gd name="connsiteY22" fmla="*/ 1732868 h 5601424"/>
              <a:gd name="connsiteX23" fmla="*/ 1202325 w 3801778"/>
              <a:gd name="connsiteY23" fmla="*/ 1732016 h 5601424"/>
              <a:gd name="connsiteX24" fmla="*/ 1257036 w 3801778"/>
              <a:gd name="connsiteY24" fmla="*/ 1741778 h 5601424"/>
              <a:gd name="connsiteX25" fmla="*/ 1547187 w 3801778"/>
              <a:gd name="connsiteY25" fmla="*/ 1880287 h 5601424"/>
              <a:gd name="connsiteX26" fmla="*/ 1562086 w 3801778"/>
              <a:gd name="connsiteY26" fmla="*/ 2059107 h 5601424"/>
              <a:gd name="connsiteX27" fmla="*/ 1275446 w 3801778"/>
              <a:gd name="connsiteY27" fmla="*/ 2077517 h 5601424"/>
              <a:gd name="connsiteX28" fmla="*/ 1108886 w 3801778"/>
              <a:gd name="connsiteY28" fmla="*/ 1843468 h 5601424"/>
              <a:gd name="connsiteX29" fmla="*/ 1108886 w 3801778"/>
              <a:gd name="connsiteY29" fmla="*/ 1842595 h 5601424"/>
              <a:gd name="connsiteX30" fmla="*/ 1202325 w 3801778"/>
              <a:gd name="connsiteY30" fmla="*/ 1732016 h 5601424"/>
              <a:gd name="connsiteX31" fmla="*/ 3136430 w 3801778"/>
              <a:gd name="connsiteY31" fmla="*/ 1704106 h 5601424"/>
              <a:gd name="connsiteX32" fmla="*/ 3270556 w 3801778"/>
              <a:gd name="connsiteY32" fmla="*/ 1832974 h 5601424"/>
              <a:gd name="connsiteX33" fmla="*/ 3272322 w 3801778"/>
              <a:gd name="connsiteY33" fmla="*/ 1861025 h 5601424"/>
              <a:gd name="connsiteX34" fmla="*/ 1900443 w 3801778"/>
              <a:gd name="connsiteY34" fmla="*/ 3232011 h 5601424"/>
              <a:gd name="connsiteX35" fmla="*/ 529457 w 3801778"/>
              <a:gd name="connsiteY35" fmla="*/ 1861025 h 5601424"/>
              <a:gd name="connsiteX36" fmla="*/ 530330 w 3801778"/>
              <a:gd name="connsiteY36" fmla="*/ 1837359 h 5601424"/>
              <a:gd name="connsiteX37" fmla="*/ 664455 w 3801778"/>
              <a:gd name="connsiteY37" fmla="*/ 1705852 h 5601424"/>
              <a:gd name="connsiteX38" fmla="*/ 793303 w 3801778"/>
              <a:gd name="connsiteY38" fmla="*/ 1837359 h 5601424"/>
              <a:gd name="connsiteX39" fmla="*/ 792430 w 3801778"/>
              <a:gd name="connsiteY39" fmla="*/ 1856641 h 5601424"/>
              <a:gd name="connsiteX40" fmla="*/ 1900443 w 3801778"/>
              <a:gd name="connsiteY40" fmla="*/ 2969038 h 5601424"/>
              <a:gd name="connsiteX41" fmla="*/ 3009328 w 3801778"/>
              <a:gd name="connsiteY41" fmla="*/ 1861025 h 5601424"/>
              <a:gd name="connsiteX42" fmla="*/ 3007583 w 3801778"/>
              <a:gd name="connsiteY42" fmla="*/ 1838231 h 5601424"/>
              <a:gd name="connsiteX43" fmla="*/ 3136430 w 3801778"/>
              <a:gd name="connsiteY43" fmla="*/ 1704106 h 5601424"/>
              <a:gd name="connsiteX44" fmla="*/ 2686742 w 3801778"/>
              <a:gd name="connsiteY44" fmla="*/ 1125509 h 5601424"/>
              <a:gd name="connsiteX45" fmla="*/ 2691126 w 3801778"/>
              <a:gd name="connsiteY45" fmla="*/ 1125509 h 5601424"/>
              <a:gd name="connsiteX46" fmla="*/ 2866455 w 3801778"/>
              <a:gd name="connsiteY46" fmla="*/ 1300839 h 5601424"/>
              <a:gd name="connsiteX47" fmla="*/ 2691126 w 3801778"/>
              <a:gd name="connsiteY47" fmla="*/ 1476147 h 5601424"/>
              <a:gd name="connsiteX48" fmla="*/ 2513179 w 3801778"/>
              <a:gd name="connsiteY48" fmla="*/ 1300839 h 5601424"/>
              <a:gd name="connsiteX49" fmla="*/ 2686742 w 3801778"/>
              <a:gd name="connsiteY49" fmla="*/ 1125509 h 5601424"/>
              <a:gd name="connsiteX50" fmla="*/ 2158158 w 3801778"/>
              <a:gd name="connsiteY50" fmla="*/ 1125509 h 5601424"/>
              <a:gd name="connsiteX51" fmla="*/ 2165161 w 3801778"/>
              <a:gd name="connsiteY51" fmla="*/ 1125509 h 5601424"/>
              <a:gd name="connsiteX52" fmla="*/ 2340490 w 3801778"/>
              <a:gd name="connsiteY52" fmla="*/ 1300838 h 5601424"/>
              <a:gd name="connsiteX53" fmla="*/ 2165161 w 3801778"/>
              <a:gd name="connsiteY53" fmla="*/ 1476146 h 5601424"/>
              <a:gd name="connsiteX54" fmla="*/ 1986341 w 3801778"/>
              <a:gd name="connsiteY54" fmla="*/ 1300838 h 5601424"/>
              <a:gd name="connsiteX55" fmla="*/ 2158158 w 3801778"/>
              <a:gd name="connsiteY55" fmla="*/ 1125509 h 5601424"/>
              <a:gd name="connsiteX56" fmla="*/ 1632192 w 3801778"/>
              <a:gd name="connsiteY56" fmla="*/ 1125509 h 5601424"/>
              <a:gd name="connsiteX57" fmla="*/ 1636576 w 3801778"/>
              <a:gd name="connsiteY57" fmla="*/ 1125509 h 5601424"/>
              <a:gd name="connsiteX58" fmla="*/ 1811905 w 3801778"/>
              <a:gd name="connsiteY58" fmla="*/ 1300838 h 5601424"/>
              <a:gd name="connsiteX59" fmla="*/ 1811011 w 3801778"/>
              <a:gd name="connsiteY59" fmla="*/ 1300838 h 5601424"/>
              <a:gd name="connsiteX60" fmla="*/ 1635703 w 3801778"/>
              <a:gd name="connsiteY60" fmla="*/ 1476146 h 5601424"/>
              <a:gd name="connsiteX61" fmla="*/ 1458629 w 3801778"/>
              <a:gd name="connsiteY61" fmla="*/ 1300838 h 5601424"/>
              <a:gd name="connsiteX62" fmla="*/ 1632192 w 3801778"/>
              <a:gd name="connsiteY62" fmla="*/ 1125509 h 5601424"/>
              <a:gd name="connsiteX63" fmla="*/ 1875009 w 3801778"/>
              <a:gd name="connsiteY63" fmla="*/ 262973 h 5601424"/>
              <a:gd name="connsiteX64" fmla="*/ 1248247 w 3801778"/>
              <a:gd name="connsiteY64" fmla="*/ 461096 h 5601424"/>
              <a:gd name="connsiteX65" fmla="*/ 2501772 w 3801778"/>
              <a:gd name="connsiteY65" fmla="*/ 461096 h 5601424"/>
              <a:gd name="connsiteX66" fmla="*/ 1875009 w 3801778"/>
              <a:gd name="connsiteY66" fmla="*/ 262973 h 5601424"/>
              <a:gd name="connsiteX67" fmla="*/ 1875009 w 3801778"/>
              <a:gd name="connsiteY67" fmla="*/ 0 h 5601424"/>
              <a:gd name="connsiteX68" fmla="*/ 2898870 w 3801778"/>
              <a:gd name="connsiteY68" fmla="*/ 465480 h 5601424"/>
              <a:gd name="connsiteX69" fmla="*/ 3319634 w 3801778"/>
              <a:gd name="connsiteY69" fmla="*/ 946731 h 5601424"/>
              <a:gd name="connsiteX70" fmla="*/ 3319634 w 3801778"/>
              <a:gd name="connsiteY70" fmla="*/ 1300858 h 5601424"/>
              <a:gd name="connsiteX71" fmla="*/ 3188148 w 3801778"/>
              <a:gd name="connsiteY71" fmla="*/ 1432345 h 5601424"/>
              <a:gd name="connsiteX72" fmla="*/ 3056662 w 3801778"/>
              <a:gd name="connsiteY72" fmla="*/ 1300858 h 5601424"/>
              <a:gd name="connsiteX73" fmla="*/ 3056662 w 3801778"/>
              <a:gd name="connsiteY73" fmla="*/ 946731 h 5601424"/>
              <a:gd name="connsiteX74" fmla="*/ 2833999 w 3801778"/>
              <a:gd name="connsiteY74" fmla="*/ 724068 h 5601424"/>
              <a:gd name="connsiteX75" fmla="*/ 915147 w 3801778"/>
              <a:gd name="connsiteY75" fmla="*/ 724068 h 5601424"/>
              <a:gd name="connsiteX76" fmla="*/ 692485 w 3801778"/>
              <a:gd name="connsiteY76" fmla="*/ 946731 h 5601424"/>
              <a:gd name="connsiteX77" fmla="*/ 692485 w 3801778"/>
              <a:gd name="connsiteY77" fmla="*/ 1169372 h 5601424"/>
              <a:gd name="connsiteX78" fmla="*/ 1134298 w 3801778"/>
              <a:gd name="connsiteY78" fmla="*/ 1169372 h 5601424"/>
              <a:gd name="connsiteX79" fmla="*/ 1265784 w 3801778"/>
              <a:gd name="connsiteY79" fmla="*/ 1300858 h 5601424"/>
              <a:gd name="connsiteX80" fmla="*/ 1134298 w 3801778"/>
              <a:gd name="connsiteY80" fmla="*/ 1432345 h 5601424"/>
              <a:gd name="connsiteX81" fmla="*/ 560999 w 3801778"/>
              <a:gd name="connsiteY81" fmla="*/ 1432345 h 5601424"/>
              <a:gd name="connsiteX82" fmla="*/ 560999 w 3801778"/>
              <a:gd name="connsiteY82" fmla="*/ 1433238 h 5601424"/>
              <a:gd name="connsiteX83" fmla="*/ 429512 w 3801778"/>
              <a:gd name="connsiteY83" fmla="*/ 1301731 h 5601424"/>
              <a:gd name="connsiteX84" fmla="*/ 429512 w 3801778"/>
              <a:gd name="connsiteY84" fmla="*/ 947603 h 5601424"/>
              <a:gd name="connsiteX85" fmla="*/ 850277 w 3801778"/>
              <a:gd name="connsiteY85" fmla="*/ 466353 h 5601424"/>
              <a:gd name="connsiteX86" fmla="*/ 1875009 w 3801778"/>
              <a:gd name="connsiteY86" fmla="*/ 0 h 5601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3801778" h="5601424">
                <a:moveTo>
                  <a:pt x="1183398" y="3491472"/>
                </a:moveTo>
                <a:lnTo>
                  <a:pt x="2618381" y="3491472"/>
                </a:lnTo>
                <a:cubicBezTo>
                  <a:pt x="3270576" y="3491472"/>
                  <a:pt x="3801778" y="4022695"/>
                  <a:pt x="3801778" y="4674870"/>
                </a:cubicBezTo>
                <a:lnTo>
                  <a:pt x="3801778" y="5469938"/>
                </a:lnTo>
                <a:cubicBezTo>
                  <a:pt x="3801778" y="5542704"/>
                  <a:pt x="3743058" y="5601424"/>
                  <a:pt x="3670292" y="5601424"/>
                </a:cubicBezTo>
                <a:cubicBezTo>
                  <a:pt x="3597546" y="5601424"/>
                  <a:pt x="3538806" y="5542704"/>
                  <a:pt x="3538806" y="5469938"/>
                </a:cubicBezTo>
                <a:lnTo>
                  <a:pt x="3538806" y="4674870"/>
                </a:lnTo>
                <a:cubicBezTo>
                  <a:pt x="3538806" y="4167334"/>
                  <a:pt x="3125937" y="3754445"/>
                  <a:pt x="2618381" y="3754445"/>
                </a:cubicBezTo>
                <a:lnTo>
                  <a:pt x="1183398" y="3754445"/>
                </a:lnTo>
                <a:cubicBezTo>
                  <a:pt x="675862" y="3754445"/>
                  <a:pt x="262973" y="4167334"/>
                  <a:pt x="262973" y="4674870"/>
                </a:cubicBezTo>
                <a:lnTo>
                  <a:pt x="262973" y="5469938"/>
                </a:lnTo>
                <a:cubicBezTo>
                  <a:pt x="262973" y="5542704"/>
                  <a:pt x="204253" y="5601424"/>
                  <a:pt x="131487" y="5601424"/>
                </a:cubicBezTo>
                <a:cubicBezTo>
                  <a:pt x="58741" y="5601424"/>
                  <a:pt x="0" y="5542704"/>
                  <a:pt x="0" y="5469938"/>
                </a:cubicBezTo>
                <a:lnTo>
                  <a:pt x="0" y="4674870"/>
                </a:lnTo>
                <a:cubicBezTo>
                  <a:pt x="0" y="4022695"/>
                  <a:pt x="531223" y="3491472"/>
                  <a:pt x="1183398" y="3491472"/>
                </a:cubicBezTo>
                <a:close/>
                <a:moveTo>
                  <a:pt x="2599442" y="1732868"/>
                </a:moveTo>
                <a:cubicBezTo>
                  <a:pt x="2653267" y="1737925"/>
                  <a:pt x="2699453" y="1784275"/>
                  <a:pt x="2692892" y="1843447"/>
                </a:cubicBezTo>
                <a:cubicBezTo>
                  <a:pt x="2681485" y="1941625"/>
                  <a:pt x="2621871" y="2031908"/>
                  <a:pt x="2526332" y="2077496"/>
                </a:cubicBezTo>
                <a:cubicBezTo>
                  <a:pt x="2430772" y="2123063"/>
                  <a:pt x="2322952" y="2112549"/>
                  <a:pt x="2239692" y="2059086"/>
                </a:cubicBezTo>
                <a:lnTo>
                  <a:pt x="2239692" y="2059959"/>
                </a:lnTo>
                <a:cubicBezTo>
                  <a:pt x="2173056" y="2017010"/>
                  <a:pt x="2182697" y="1915320"/>
                  <a:pt x="2254591" y="1881139"/>
                </a:cubicBezTo>
                <a:lnTo>
                  <a:pt x="2544742" y="1742630"/>
                </a:lnTo>
                <a:cubicBezTo>
                  <a:pt x="2562710" y="1734085"/>
                  <a:pt x="2581500" y="1731182"/>
                  <a:pt x="2599442" y="1732868"/>
                </a:cubicBezTo>
                <a:close/>
                <a:moveTo>
                  <a:pt x="1202325" y="1732016"/>
                </a:moveTo>
                <a:cubicBezTo>
                  <a:pt x="1220269" y="1730330"/>
                  <a:pt x="1239063" y="1733233"/>
                  <a:pt x="1257036" y="1741778"/>
                </a:cubicBezTo>
                <a:lnTo>
                  <a:pt x="1547187" y="1880287"/>
                </a:lnTo>
                <a:cubicBezTo>
                  <a:pt x="1619060" y="1914468"/>
                  <a:pt x="1628701" y="2016158"/>
                  <a:pt x="1562086" y="2059107"/>
                </a:cubicBezTo>
                <a:cubicBezTo>
                  <a:pt x="1478805" y="2112570"/>
                  <a:pt x="1370986" y="2123105"/>
                  <a:pt x="1275446" y="2077517"/>
                </a:cubicBezTo>
                <a:cubicBezTo>
                  <a:pt x="1179886" y="2031929"/>
                  <a:pt x="1119400" y="1941646"/>
                  <a:pt x="1108886" y="1843468"/>
                </a:cubicBezTo>
                <a:lnTo>
                  <a:pt x="1108886" y="1842595"/>
                </a:lnTo>
                <a:cubicBezTo>
                  <a:pt x="1102309" y="1783423"/>
                  <a:pt x="1148492" y="1737073"/>
                  <a:pt x="1202325" y="1732016"/>
                </a:cubicBezTo>
                <a:close/>
                <a:moveTo>
                  <a:pt x="3136430" y="1704106"/>
                </a:moveTo>
                <a:cubicBezTo>
                  <a:pt x="3210942" y="1700595"/>
                  <a:pt x="3268810" y="1760208"/>
                  <a:pt x="3270556" y="1832974"/>
                </a:cubicBezTo>
                <a:cubicBezTo>
                  <a:pt x="3272322" y="1845234"/>
                  <a:pt x="3272322" y="1853130"/>
                  <a:pt x="3272322" y="1861025"/>
                </a:cubicBezTo>
                <a:cubicBezTo>
                  <a:pt x="3272322" y="2616635"/>
                  <a:pt x="2656073" y="3232011"/>
                  <a:pt x="1900443" y="3232011"/>
                </a:cubicBezTo>
                <a:cubicBezTo>
                  <a:pt x="1144812" y="3232011"/>
                  <a:pt x="529457" y="2617508"/>
                  <a:pt x="529457" y="1861025"/>
                </a:cubicBezTo>
                <a:cubicBezTo>
                  <a:pt x="529457" y="1853130"/>
                  <a:pt x="530330" y="1845234"/>
                  <a:pt x="530330" y="1837359"/>
                </a:cubicBezTo>
                <a:cubicBezTo>
                  <a:pt x="532096" y="1764592"/>
                  <a:pt x="593455" y="1705852"/>
                  <a:pt x="664455" y="1705852"/>
                </a:cubicBezTo>
                <a:cubicBezTo>
                  <a:pt x="737201" y="1706745"/>
                  <a:pt x="795069" y="1764592"/>
                  <a:pt x="793303" y="1837359"/>
                </a:cubicBezTo>
                <a:cubicBezTo>
                  <a:pt x="793303" y="1843488"/>
                  <a:pt x="792430" y="1850491"/>
                  <a:pt x="792430" y="1856641"/>
                </a:cubicBezTo>
                <a:cubicBezTo>
                  <a:pt x="792430" y="2471996"/>
                  <a:pt x="1288579" y="2969038"/>
                  <a:pt x="1900443" y="2969038"/>
                </a:cubicBezTo>
                <a:cubicBezTo>
                  <a:pt x="2512307" y="2969038"/>
                  <a:pt x="3009328" y="2471996"/>
                  <a:pt x="3009328" y="1861025"/>
                </a:cubicBezTo>
                <a:cubicBezTo>
                  <a:pt x="3007583" y="1851384"/>
                  <a:pt x="3007583" y="1844361"/>
                  <a:pt x="3007583" y="1838231"/>
                </a:cubicBezTo>
                <a:cubicBezTo>
                  <a:pt x="3005838" y="1765465"/>
                  <a:pt x="3063685" y="1705852"/>
                  <a:pt x="3136430" y="1704106"/>
                </a:cubicBezTo>
                <a:close/>
                <a:moveTo>
                  <a:pt x="2686742" y="1125509"/>
                </a:moveTo>
                <a:lnTo>
                  <a:pt x="2691126" y="1125509"/>
                </a:lnTo>
                <a:cubicBezTo>
                  <a:pt x="2787559" y="1125509"/>
                  <a:pt x="2866455" y="1204405"/>
                  <a:pt x="2866455" y="1300839"/>
                </a:cubicBezTo>
                <a:cubicBezTo>
                  <a:pt x="2866455" y="1397251"/>
                  <a:pt x="2787559" y="1476147"/>
                  <a:pt x="2691126" y="1476147"/>
                </a:cubicBezTo>
                <a:cubicBezTo>
                  <a:pt x="2593820" y="1476147"/>
                  <a:pt x="2513179" y="1397251"/>
                  <a:pt x="2513179" y="1300839"/>
                </a:cubicBezTo>
                <a:cubicBezTo>
                  <a:pt x="2513179" y="1204405"/>
                  <a:pt x="2590309" y="1125509"/>
                  <a:pt x="2686742" y="1125509"/>
                </a:cubicBezTo>
                <a:close/>
                <a:moveTo>
                  <a:pt x="2158158" y="1125509"/>
                </a:moveTo>
                <a:lnTo>
                  <a:pt x="2165161" y="1125509"/>
                </a:lnTo>
                <a:cubicBezTo>
                  <a:pt x="2261594" y="1125509"/>
                  <a:pt x="2340490" y="1204405"/>
                  <a:pt x="2340490" y="1300838"/>
                </a:cubicBezTo>
                <a:cubicBezTo>
                  <a:pt x="2340490" y="1397250"/>
                  <a:pt x="2261594" y="1476146"/>
                  <a:pt x="2165161" y="1476146"/>
                </a:cubicBezTo>
                <a:cubicBezTo>
                  <a:pt x="2068749" y="1476146"/>
                  <a:pt x="1986341" y="1397250"/>
                  <a:pt x="1986341" y="1300838"/>
                </a:cubicBezTo>
                <a:cubicBezTo>
                  <a:pt x="1986341" y="1204405"/>
                  <a:pt x="2061725" y="1125509"/>
                  <a:pt x="2158158" y="1125509"/>
                </a:cubicBezTo>
                <a:close/>
                <a:moveTo>
                  <a:pt x="1632192" y="1125509"/>
                </a:moveTo>
                <a:lnTo>
                  <a:pt x="1636576" y="1125509"/>
                </a:lnTo>
                <a:cubicBezTo>
                  <a:pt x="1733009" y="1125509"/>
                  <a:pt x="1811905" y="1204405"/>
                  <a:pt x="1811905" y="1300838"/>
                </a:cubicBezTo>
                <a:lnTo>
                  <a:pt x="1811011" y="1300838"/>
                </a:lnTo>
                <a:cubicBezTo>
                  <a:pt x="1811011" y="1397250"/>
                  <a:pt x="1732115" y="1476146"/>
                  <a:pt x="1635703" y="1476146"/>
                </a:cubicBezTo>
                <a:cubicBezTo>
                  <a:pt x="1539271" y="1476146"/>
                  <a:pt x="1458629" y="1397250"/>
                  <a:pt x="1458629" y="1300838"/>
                </a:cubicBezTo>
                <a:cubicBezTo>
                  <a:pt x="1458629" y="1204405"/>
                  <a:pt x="1535759" y="1125509"/>
                  <a:pt x="1632192" y="1125509"/>
                </a:cubicBezTo>
                <a:close/>
                <a:moveTo>
                  <a:pt x="1875009" y="262973"/>
                </a:moveTo>
                <a:cubicBezTo>
                  <a:pt x="1647984" y="262973"/>
                  <a:pt x="1431451" y="333973"/>
                  <a:pt x="1248247" y="461096"/>
                </a:cubicBezTo>
                <a:lnTo>
                  <a:pt x="2501772" y="461096"/>
                </a:lnTo>
                <a:cubicBezTo>
                  <a:pt x="2318568" y="333973"/>
                  <a:pt x="2102056" y="262973"/>
                  <a:pt x="1875009" y="262973"/>
                </a:cubicBezTo>
                <a:close/>
                <a:moveTo>
                  <a:pt x="1875009" y="0"/>
                </a:moveTo>
                <a:cubicBezTo>
                  <a:pt x="2268596" y="0"/>
                  <a:pt x="2637642" y="170052"/>
                  <a:pt x="2898870" y="465480"/>
                </a:cubicBezTo>
                <a:cubicBezTo>
                  <a:pt x="3136430" y="497915"/>
                  <a:pt x="3319634" y="701274"/>
                  <a:pt x="3319634" y="946731"/>
                </a:cubicBezTo>
                <a:lnTo>
                  <a:pt x="3319634" y="1300858"/>
                </a:lnTo>
                <a:cubicBezTo>
                  <a:pt x="3319634" y="1373625"/>
                  <a:pt x="3260914" y="1432345"/>
                  <a:pt x="3188148" y="1432345"/>
                </a:cubicBezTo>
                <a:cubicBezTo>
                  <a:pt x="3115402" y="1432345"/>
                  <a:pt x="3056662" y="1373625"/>
                  <a:pt x="3056662" y="1300858"/>
                </a:cubicBezTo>
                <a:lnTo>
                  <a:pt x="3056662" y="946731"/>
                </a:lnTo>
                <a:cubicBezTo>
                  <a:pt x="3056662" y="823992"/>
                  <a:pt x="2956738" y="724068"/>
                  <a:pt x="2833999" y="724068"/>
                </a:cubicBezTo>
                <a:lnTo>
                  <a:pt x="915147" y="724068"/>
                </a:lnTo>
                <a:cubicBezTo>
                  <a:pt x="792429" y="724068"/>
                  <a:pt x="692485" y="823992"/>
                  <a:pt x="692485" y="946731"/>
                </a:cubicBezTo>
                <a:lnTo>
                  <a:pt x="692485" y="1169372"/>
                </a:lnTo>
                <a:lnTo>
                  <a:pt x="1134298" y="1169372"/>
                </a:lnTo>
                <a:cubicBezTo>
                  <a:pt x="1207043" y="1169372"/>
                  <a:pt x="1265784" y="1228113"/>
                  <a:pt x="1265784" y="1300858"/>
                </a:cubicBezTo>
                <a:cubicBezTo>
                  <a:pt x="1265784" y="1373625"/>
                  <a:pt x="1207043" y="1432345"/>
                  <a:pt x="1134298" y="1432345"/>
                </a:cubicBezTo>
                <a:lnTo>
                  <a:pt x="560999" y="1432345"/>
                </a:lnTo>
                <a:lnTo>
                  <a:pt x="560999" y="1433238"/>
                </a:lnTo>
                <a:cubicBezTo>
                  <a:pt x="488253" y="1433238"/>
                  <a:pt x="429512" y="1374498"/>
                  <a:pt x="429512" y="1301731"/>
                </a:cubicBezTo>
                <a:lnTo>
                  <a:pt x="429512" y="947603"/>
                </a:lnTo>
                <a:cubicBezTo>
                  <a:pt x="429512" y="701274"/>
                  <a:pt x="613589" y="497915"/>
                  <a:pt x="850277" y="466353"/>
                </a:cubicBezTo>
                <a:cubicBezTo>
                  <a:pt x="1112377" y="170052"/>
                  <a:pt x="1481423" y="0"/>
                  <a:pt x="1875009" y="0"/>
                </a:cubicBezTo>
                <a:close/>
              </a:path>
            </a:pathLst>
          </a:custGeom>
          <a:solidFill>
            <a:schemeClr val="tx1"/>
          </a:solidFill>
          <a:ln w="411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O" sz="9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D6E0BE24-E1B0-EB60-BAA8-59592965D7F4}"/>
              </a:ext>
            </a:extLst>
          </p:cNvPr>
          <p:cNvGrpSpPr/>
          <p:nvPr/>
        </p:nvGrpSpPr>
        <p:grpSpPr>
          <a:xfrm>
            <a:off x="370705" y="5463961"/>
            <a:ext cx="1717895" cy="830997"/>
            <a:chOff x="26044" y="11300516"/>
            <a:chExt cx="3435790" cy="1661992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1BDAC2C6-C241-BABD-4FB2-A5C1E6CAA447}"/>
                </a:ext>
              </a:extLst>
            </p:cNvPr>
            <p:cNvSpPr txBox="1"/>
            <p:nvPr/>
          </p:nvSpPr>
          <p:spPr>
            <a:xfrm>
              <a:off x="26044" y="11300516"/>
              <a:ext cx="2706512" cy="1661992"/>
            </a:xfrm>
            <a:prstGeom prst="rect">
              <a:avLst/>
            </a:prstGeom>
            <a:noFill/>
            <a:ln>
              <a:solidFill>
                <a:schemeClr val="tx1">
                  <a:alpha val="50000"/>
                </a:schemeClr>
              </a:solidFill>
              <a:prstDash val="sysDot"/>
            </a:ln>
          </p:spPr>
          <p:txBody>
            <a:bodyPr wrap="square" rtlCol="0">
              <a:sp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Sees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ea typeface="+mn-ea"/>
                  <a:cs typeface="+mn-cs"/>
                </a:rPr>
                <a:t>38,000-80K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ea typeface="+mn-ea"/>
                  <a:cs typeface="+mn-cs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Other Devices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(NMAP Sees All)</a:t>
              </a:r>
            </a:p>
          </p:txBody>
        </p: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6D3D9101-DB91-D11B-DB9B-CACB62F68E2F}"/>
                </a:ext>
              </a:extLst>
            </p:cNvPr>
            <p:cNvCxnSpPr>
              <a:cxnSpLocks/>
              <a:stCxn id="138" idx="3"/>
            </p:cNvCxnSpPr>
            <p:nvPr/>
          </p:nvCxnSpPr>
          <p:spPr>
            <a:xfrm>
              <a:off x="2732556" y="12131513"/>
              <a:ext cx="729278" cy="0"/>
            </a:xfrm>
            <a:prstGeom prst="line">
              <a:avLst/>
            </a:prstGeom>
            <a:ln w="12700">
              <a:solidFill>
                <a:schemeClr val="tx1">
                  <a:alpha val="50000"/>
                </a:schemeClr>
              </a:solidFill>
              <a:prstDash val="sysDot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0" name="Freeform 139">
            <a:extLst>
              <a:ext uri="{FF2B5EF4-FFF2-40B4-BE49-F238E27FC236}">
                <a16:creationId xmlns:a16="http://schemas.microsoft.com/office/drawing/2014/main" id="{97579B66-42C0-A91C-54DA-5A242CEE8E3D}"/>
              </a:ext>
            </a:extLst>
          </p:cNvPr>
          <p:cNvSpPr/>
          <p:nvPr/>
        </p:nvSpPr>
        <p:spPr>
          <a:xfrm>
            <a:off x="2597059" y="5490911"/>
            <a:ext cx="1187383" cy="307207"/>
          </a:xfrm>
          <a:custGeom>
            <a:avLst/>
            <a:gdLst>
              <a:gd name="csX0" fmla="*/ 0 w 14945710"/>
              <a:gd name="csY0" fmla="*/ 2649152 h 2838338"/>
              <a:gd name="csX1" fmla="*/ 8198068 w 14945710"/>
              <a:gd name="csY1" fmla="*/ 545 h 2838338"/>
              <a:gd name="csX2" fmla="*/ 14945710 w 14945710"/>
              <a:gd name="csY2" fmla="*/ 2838338 h 28383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4945710" h="2838338">
                <a:moveTo>
                  <a:pt x="0" y="2649152"/>
                </a:moveTo>
                <a:cubicBezTo>
                  <a:pt x="2853558" y="1309083"/>
                  <a:pt x="5707116" y="-30986"/>
                  <a:pt x="8198068" y="545"/>
                </a:cubicBezTo>
                <a:cubicBezTo>
                  <a:pt x="10689020" y="32076"/>
                  <a:pt x="13747531" y="2281290"/>
                  <a:pt x="14945710" y="2838338"/>
                </a:cubicBezTo>
              </a:path>
            </a:pathLst>
          </a:custGeom>
          <a:noFill/>
          <a:ln w="76200">
            <a:solidFill>
              <a:schemeClr val="accent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43" name="Graphic 319">
            <a:extLst>
              <a:ext uri="{FF2B5EF4-FFF2-40B4-BE49-F238E27FC236}">
                <a16:creationId xmlns:a16="http://schemas.microsoft.com/office/drawing/2014/main" id="{60DDE2A7-3831-9C72-40E1-BE87A81F0427}"/>
              </a:ext>
            </a:extLst>
          </p:cNvPr>
          <p:cNvSpPr>
            <a:spLocks noChangeAspect="1"/>
          </p:cNvSpPr>
          <p:nvPr/>
        </p:nvSpPr>
        <p:spPr>
          <a:xfrm>
            <a:off x="5412090" y="884458"/>
            <a:ext cx="914231" cy="653022"/>
          </a:xfrm>
          <a:custGeom>
            <a:avLst/>
            <a:gdLst>
              <a:gd name="connsiteX0" fmla="*/ 262135 w 349497"/>
              <a:gd name="connsiteY0" fmla="*/ 246594 h 246594"/>
              <a:gd name="connsiteX1" fmla="*/ 69899 w 349497"/>
              <a:gd name="connsiteY1" fmla="*/ 246594 h 246594"/>
              <a:gd name="connsiteX2" fmla="*/ 0 w 349497"/>
              <a:gd name="connsiteY2" fmla="*/ 176132 h 246594"/>
              <a:gd name="connsiteX3" fmla="*/ 52437 w 349497"/>
              <a:gd name="connsiteY3" fmla="*/ 107882 h 246594"/>
              <a:gd name="connsiteX4" fmla="*/ 52437 w 349497"/>
              <a:gd name="connsiteY4" fmla="*/ 105669 h 246594"/>
              <a:gd name="connsiteX5" fmla="*/ 157262 w 349497"/>
              <a:gd name="connsiteY5" fmla="*/ 0 h 246594"/>
              <a:gd name="connsiteX6" fmla="*/ 255989 w 349497"/>
              <a:gd name="connsiteY6" fmla="*/ 70708 h 246594"/>
              <a:gd name="connsiteX7" fmla="*/ 349497 w 349497"/>
              <a:gd name="connsiteY7" fmla="*/ 158528 h 246594"/>
              <a:gd name="connsiteX8" fmla="*/ 262135 w 349497"/>
              <a:gd name="connsiteY8" fmla="*/ 246594 h 246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9497" h="246594">
                <a:moveTo>
                  <a:pt x="262135" y="246594"/>
                </a:moveTo>
                <a:lnTo>
                  <a:pt x="69899" y="246594"/>
                </a:lnTo>
                <a:cubicBezTo>
                  <a:pt x="31365" y="246594"/>
                  <a:pt x="0" y="214977"/>
                  <a:pt x="0" y="176132"/>
                </a:cubicBezTo>
                <a:cubicBezTo>
                  <a:pt x="0" y="143334"/>
                  <a:pt x="22292" y="115749"/>
                  <a:pt x="52437" y="107882"/>
                </a:cubicBezTo>
                <a:cubicBezTo>
                  <a:pt x="52437" y="107144"/>
                  <a:pt x="52437" y="106407"/>
                  <a:pt x="52437" y="105669"/>
                </a:cubicBezTo>
                <a:cubicBezTo>
                  <a:pt x="52437" y="47401"/>
                  <a:pt x="99459" y="0"/>
                  <a:pt x="157262" y="0"/>
                </a:cubicBezTo>
                <a:cubicBezTo>
                  <a:pt x="202479" y="0"/>
                  <a:pt x="241551" y="28864"/>
                  <a:pt x="255989" y="70708"/>
                </a:cubicBezTo>
                <a:cubicBezTo>
                  <a:pt x="307402" y="66381"/>
                  <a:pt x="349497" y="107931"/>
                  <a:pt x="349497" y="158528"/>
                </a:cubicBezTo>
                <a:cubicBezTo>
                  <a:pt x="349497" y="209126"/>
                  <a:pt x="310280" y="246594"/>
                  <a:pt x="262135" y="246594"/>
                </a:cubicBezTo>
                <a:close/>
              </a:path>
            </a:pathLst>
          </a:custGeom>
          <a:noFill/>
          <a:ln w="9525" cap="flat">
            <a:solidFill>
              <a:schemeClr val="tx1"/>
            </a:solidFill>
            <a:prstDash val="solid"/>
            <a:miter/>
          </a:ln>
        </p:spPr>
        <p:txBody>
          <a:bodyPr bIns="137160" rtlCol="0" anchor="b"/>
          <a:lstStyle/>
          <a:p>
            <a:pPr algn="ctr"/>
            <a:r>
              <a:rPr lang="en-US" sz="1200" dirty="0"/>
              <a:t>Internet</a:t>
            </a:r>
            <a:endParaRPr lang="en-CO" sz="1200"/>
          </a:p>
        </p:txBody>
      </p:sp>
    </p:spTree>
    <p:extLst>
      <p:ext uri="{BB962C8B-B14F-4D97-AF65-F5344CB8AC3E}">
        <p14:creationId xmlns:p14="http://schemas.microsoft.com/office/powerpoint/2010/main" val="12260931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500"/>
                            </p:stCondLst>
                            <p:childTnLst>
                              <p:par>
                                <p:cTn id="5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000"/>
                            </p:stCondLst>
                            <p:childTnLst>
                              <p:par>
                                <p:cTn id="5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40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B338CE0-7F2F-26CE-5926-BD40488172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SDWAN Facilitate Lateral Threat Movement </a:t>
            </a:r>
          </a:p>
        </p:txBody>
      </p:sp>
      <p:grpSp>
        <p:nvGrpSpPr>
          <p:cNvPr id="112" name="Google Shape;2087;p4">
            <a:extLst>
              <a:ext uri="{FF2B5EF4-FFF2-40B4-BE49-F238E27FC236}">
                <a16:creationId xmlns:a16="http://schemas.microsoft.com/office/drawing/2014/main" id="{A72C341A-7559-BD79-1B21-7698A378DA3F}"/>
              </a:ext>
            </a:extLst>
          </p:cNvPr>
          <p:cNvGrpSpPr/>
          <p:nvPr/>
        </p:nvGrpSpPr>
        <p:grpSpPr>
          <a:xfrm>
            <a:off x="1709876" y="2212186"/>
            <a:ext cx="3695525" cy="1669692"/>
            <a:chOff x="1972819" y="2070692"/>
            <a:chExt cx="3695765" cy="1669800"/>
          </a:xfrm>
        </p:grpSpPr>
        <p:cxnSp>
          <p:nvCxnSpPr>
            <p:cNvPr id="217" name="Google Shape;2088;p4">
              <a:extLst>
                <a:ext uri="{FF2B5EF4-FFF2-40B4-BE49-F238E27FC236}">
                  <a16:creationId xmlns:a16="http://schemas.microsoft.com/office/drawing/2014/main" id="{10D069D9-3FBE-A4CB-8A5C-0C80097F23AB}"/>
                </a:ext>
              </a:extLst>
            </p:cNvPr>
            <p:cNvCxnSpPr>
              <a:cxnSpLocks/>
              <a:stCxn id="186" idx="1"/>
              <a:endCxn id="161" idx="0"/>
            </p:cNvCxnSpPr>
            <p:nvPr/>
          </p:nvCxnSpPr>
          <p:spPr>
            <a:xfrm rot="10800000">
              <a:off x="1972819" y="2081192"/>
              <a:ext cx="976800" cy="1659300"/>
            </a:xfrm>
            <a:prstGeom prst="straightConnector1">
              <a:avLst/>
            </a:prstGeom>
            <a:noFill/>
            <a:ln w="44450" cap="flat" cmpd="sng">
              <a:solidFill>
                <a:srgbClr val="FF930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8" name="Google Shape;2091;p4">
              <a:extLst>
                <a:ext uri="{FF2B5EF4-FFF2-40B4-BE49-F238E27FC236}">
                  <a16:creationId xmlns:a16="http://schemas.microsoft.com/office/drawing/2014/main" id="{B117C44B-E7D1-3B69-CEE9-6B330CAADB00}"/>
                </a:ext>
              </a:extLst>
            </p:cNvPr>
            <p:cNvCxnSpPr>
              <a:cxnSpLocks/>
              <a:stCxn id="186" idx="3"/>
              <a:endCxn id="159" idx="0"/>
            </p:cNvCxnSpPr>
            <p:nvPr/>
          </p:nvCxnSpPr>
          <p:spPr>
            <a:xfrm rot="10800000" flipH="1">
              <a:off x="4746684" y="2070692"/>
              <a:ext cx="921900" cy="1669800"/>
            </a:xfrm>
            <a:prstGeom prst="straightConnector1">
              <a:avLst/>
            </a:prstGeom>
            <a:noFill/>
            <a:ln w="44450" cap="flat" cmpd="sng">
              <a:solidFill>
                <a:srgbClr val="FF930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113" name="Google Shape;2093;p4">
            <a:extLst>
              <a:ext uri="{FF2B5EF4-FFF2-40B4-BE49-F238E27FC236}">
                <a16:creationId xmlns:a16="http://schemas.microsoft.com/office/drawing/2014/main" id="{BB19FC4D-C2FC-80A5-2396-530D12D75CB4}"/>
              </a:ext>
            </a:extLst>
          </p:cNvPr>
          <p:cNvGrpSpPr/>
          <p:nvPr/>
        </p:nvGrpSpPr>
        <p:grpSpPr>
          <a:xfrm>
            <a:off x="1758173" y="3881878"/>
            <a:ext cx="3713523" cy="1715043"/>
            <a:chOff x="2021119" y="3740494"/>
            <a:chExt cx="3713765" cy="1715152"/>
          </a:xfrm>
        </p:grpSpPr>
        <p:cxnSp>
          <p:nvCxnSpPr>
            <p:cNvPr id="214" name="Google Shape;2094;p4">
              <a:extLst>
                <a:ext uri="{FF2B5EF4-FFF2-40B4-BE49-F238E27FC236}">
                  <a16:creationId xmlns:a16="http://schemas.microsoft.com/office/drawing/2014/main" id="{0D51478C-DAA2-6A9B-B402-998492C97195}"/>
                </a:ext>
              </a:extLst>
            </p:cNvPr>
            <p:cNvCxnSpPr>
              <a:cxnSpLocks/>
              <a:endCxn id="186" idx="1"/>
            </p:cNvCxnSpPr>
            <p:nvPr/>
          </p:nvCxnSpPr>
          <p:spPr>
            <a:xfrm rot="10800000" flipH="1">
              <a:off x="2021119" y="3740494"/>
              <a:ext cx="928500" cy="1684800"/>
            </a:xfrm>
            <a:prstGeom prst="straightConnector1">
              <a:avLst/>
            </a:prstGeom>
            <a:noFill/>
            <a:ln w="44450" cap="flat" cmpd="sng">
              <a:solidFill>
                <a:srgbClr val="FF930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5" name="Google Shape;2095;p4">
              <a:extLst>
                <a:ext uri="{FF2B5EF4-FFF2-40B4-BE49-F238E27FC236}">
                  <a16:creationId xmlns:a16="http://schemas.microsoft.com/office/drawing/2014/main" id="{A7304791-DF19-8CBF-E59C-11EC200316B1}"/>
                </a:ext>
              </a:extLst>
            </p:cNvPr>
            <p:cNvCxnSpPr/>
            <p:nvPr/>
          </p:nvCxnSpPr>
          <p:spPr>
            <a:xfrm rot="10800000">
              <a:off x="3840339" y="3990746"/>
              <a:ext cx="0" cy="1464900"/>
            </a:xfrm>
            <a:prstGeom prst="straightConnector1">
              <a:avLst/>
            </a:prstGeom>
            <a:noFill/>
            <a:ln w="44450" cap="flat" cmpd="sng">
              <a:solidFill>
                <a:srgbClr val="FF930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6" name="Google Shape;2096;p4">
              <a:extLst>
                <a:ext uri="{FF2B5EF4-FFF2-40B4-BE49-F238E27FC236}">
                  <a16:creationId xmlns:a16="http://schemas.microsoft.com/office/drawing/2014/main" id="{4BD0C017-19EE-D200-A409-6F0D3B301259}"/>
                </a:ext>
              </a:extLst>
            </p:cNvPr>
            <p:cNvCxnSpPr>
              <a:cxnSpLocks/>
              <a:endCxn id="186" idx="3"/>
            </p:cNvCxnSpPr>
            <p:nvPr/>
          </p:nvCxnSpPr>
          <p:spPr>
            <a:xfrm rot="10800000">
              <a:off x="4746685" y="3740494"/>
              <a:ext cx="988200" cy="1626600"/>
            </a:xfrm>
            <a:prstGeom prst="straightConnector1">
              <a:avLst/>
            </a:prstGeom>
            <a:noFill/>
            <a:ln w="44450" cap="flat" cmpd="sng">
              <a:solidFill>
                <a:srgbClr val="FF930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114" name="Google Shape;2097;p4">
            <a:extLst>
              <a:ext uri="{FF2B5EF4-FFF2-40B4-BE49-F238E27FC236}">
                <a16:creationId xmlns:a16="http://schemas.microsoft.com/office/drawing/2014/main" id="{AD758BFA-AB31-E436-97EA-00733FC679E5}"/>
              </a:ext>
            </a:extLst>
          </p:cNvPr>
          <p:cNvGrpSpPr/>
          <p:nvPr/>
        </p:nvGrpSpPr>
        <p:grpSpPr>
          <a:xfrm>
            <a:off x="1736169" y="1365906"/>
            <a:ext cx="3686801" cy="2085950"/>
            <a:chOff x="2007135" y="1224357"/>
            <a:chExt cx="3687041" cy="2086091"/>
          </a:xfrm>
        </p:grpSpPr>
        <p:cxnSp>
          <p:nvCxnSpPr>
            <p:cNvPr id="211" name="Google Shape;2098;p4">
              <a:extLst>
                <a:ext uri="{FF2B5EF4-FFF2-40B4-BE49-F238E27FC236}">
                  <a16:creationId xmlns:a16="http://schemas.microsoft.com/office/drawing/2014/main" id="{850DDACB-2B70-B9D0-8C82-F3B3D3F6BC26}"/>
                </a:ext>
              </a:extLst>
            </p:cNvPr>
            <p:cNvCxnSpPr/>
            <p:nvPr/>
          </p:nvCxnSpPr>
          <p:spPr>
            <a:xfrm rot="10800000">
              <a:off x="2007135" y="1346568"/>
              <a:ext cx="0" cy="640080"/>
            </a:xfrm>
            <a:prstGeom prst="straightConnector1">
              <a:avLst/>
            </a:prstGeom>
            <a:noFill/>
            <a:ln w="19050" cap="flat" cmpd="sng">
              <a:solidFill>
                <a:srgbClr val="001744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2" name="Google Shape;2099;p4">
              <a:extLst>
                <a:ext uri="{FF2B5EF4-FFF2-40B4-BE49-F238E27FC236}">
                  <a16:creationId xmlns:a16="http://schemas.microsoft.com/office/drawing/2014/main" id="{1102248D-0A79-D063-2B8E-073F8DAB43E9}"/>
                </a:ext>
              </a:extLst>
            </p:cNvPr>
            <p:cNvCxnSpPr/>
            <p:nvPr/>
          </p:nvCxnSpPr>
          <p:spPr>
            <a:xfrm rot="10800000">
              <a:off x="5694176" y="1224357"/>
              <a:ext cx="0" cy="640080"/>
            </a:xfrm>
            <a:prstGeom prst="straightConnector1">
              <a:avLst/>
            </a:prstGeom>
            <a:noFill/>
            <a:ln w="19050" cap="flat" cmpd="sng">
              <a:solidFill>
                <a:srgbClr val="001744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3" name="Google Shape;2100;p4">
              <a:extLst>
                <a:ext uri="{FF2B5EF4-FFF2-40B4-BE49-F238E27FC236}">
                  <a16:creationId xmlns:a16="http://schemas.microsoft.com/office/drawing/2014/main" id="{7E0272B4-A6AC-D570-C8BF-FFBE9C10FF84}"/>
                </a:ext>
              </a:extLst>
            </p:cNvPr>
            <p:cNvCxnSpPr>
              <a:cxnSpLocks/>
              <a:stCxn id="185" idx="0"/>
            </p:cNvCxnSpPr>
            <p:nvPr/>
          </p:nvCxnSpPr>
          <p:spPr>
            <a:xfrm rot="10800000" flipH="1">
              <a:off x="3851068" y="1429148"/>
              <a:ext cx="1500" cy="1881300"/>
            </a:xfrm>
            <a:prstGeom prst="straightConnector1">
              <a:avLst/>
            </a:prstGeom>
            <a:noFill/>
            <a:ln w="19050" cap="flat" cmpd="sng">
              <a:solidFill>
                <a:srgbClr val="001744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115" name="Google Shape;2102;p4">
            <a:extLst>
              <a:ext uri="{FF2B5EF4-FFF2-40B4-BE49-F238E27FC236}">
                <a16:creationId xmlns:a16="http://schemas.microsoft.com/office/drawing/2014/main" id="{05E25AD6-5432-A083-7429-B89A5283570C}"/>
              </a:ext>
            </a:extLst>
          </p:cNvPr>
          <p:cNvGrpSpPr/>
          <p:nvPr/>
        </p:nvGrpSpPr>
        <p:grpSpPr>
          <a:xfrm>
            <a:off x="4448112" y="5371067"/>
            <a:ext cx="1917911" cy="954313"/>
            <a:chOff x="4711234" y="5229777"/>
            <a:chExt cx="1918036" cy="954374"/>
          </a:xfrm>
        </p:grpSpPr>
        <p:sp>
          <p:nvSpPr>
            <p:cNvPr id="203" name="Google Shape;2103;p4">
              <a:extLst>
                <a:ext uri="{FF2B5EF4-FFF2-40B4-BE49-F238E27FC236}">
                  <a16:creationId xmlns:a16="http://schemas.microsoft.com/office/drawing/2014/main" id="{8F0266D7-C803-964E-5018-233106DC8CA2}"/>
                </a:ext>
              </a:extLst>
            </p:cNvPr>
            <p:cNvSpPr/>
            <p:nvPr/>
          </p:nvSpPr>
          <p:spPr>
            <a:xfrm>
              <a:off x="5135852" y="5229777"/>
              <a:ext cx="1073268" cy="672025"/>
            </a:xfrm>
            <a:prstGeom prst="roundRect">
              <a:avLst>
                <a:gd name="adj" fmla="val 9976"/>
              </a:avLst>
            </a:prstGeom>
            <a:solidFill>
              <a:schemeClr val="bg1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4" name="Google Shape;2104;p4">
              <a:extLst>
                <a:ext uri="{FF2B5EF4-FFF2-40B4-BE49-F238E27FC236}">
                  <a16:creationId xmlns:a16="http://schemas.microsoft.com/office/drawing/2014/main" id="{91DAFF70-AFB9-2A0D-578B-D7B54398D425}"/>
                </a:ext>
              </a:extLst>
            </p:cNvPr>
            <p:cNvGrpSpPr/>
            <p:nvPr/>
          </p:nvGrpSpPr>
          <p:grpSpPr>
            <a:xfrm>
              <a:off x="5216145" y="5620867"/>
              <a:ext cx="922599" cy="180324"/>
              <a:chOff x="4165931" y="5012301"/>
              <a:chExt cx="922599" cy="180324"/>
            </a:xfrm>
          </p:grpSpPr>
          <p:sp>
            <p:nvSpPr>
              <p:cNvPr id="207" name="Google Shape;2105;p4">
                <a:extLst>
                  <a:ext uri="{FF2B5EF4-FFF2-40B4-BE49-F238E27FC236}">
                    <a16:creationId xmlns:a16="http://schemas.microsoft.com/office/drawing/2014/main" id="{E448B5FC-15F4-3048-DAE5-6B37D93C90AC}"/>
                  </a:ext>
                </a:extLst>
              </p:cNvPr>
              <p:cNvSpPr/>
              <p:nvPr/>
            </p:nvSpPr>
            <p:spPr>
              <a:xfrm>
                <a:off x="4432298" y="5022750"/>
                <a:ext cx="170618" cy="165933"/>
              </a:xfrm>
              <a:custGeom>
                <a:avLst/>
                <a:gdLst/>
                <a:ahLst/>
                <a:cxnLst/>
                <a:rect l="l" t="t" r="r" b="b"/>
                <a:pathLst>
                  <a:path w="545673" h="474383" extrusionOk="0">
                    <a:moveTo>
                      <a:pt x="541414" y="332110"/>
                    </a:moveTo>
                    <a:lnTo>
                      <a:pt x="213676" y="4448"/>
                    </a:lnTo>
                    <a:cubicBezTo>
                      <a:pt x="207745" y="-1483"/>
                      <a:pt x="198087" y="-1483"/>
                      <a:pt x="192156" y="4448"/>
                    </a:cubicBezTo>
                    <a:lnTo>
                      <a:pt x="51100" y="145505"/>
                    </a:lnTo>
                    <a:cubicBezTo>
                      <a:pt x="48210" y="148395"/>
                      <a:pt x="46613" y="152197"/>
                      <a:pt x="46613" y="156227"/>
                    </a:cubicBezTo>
                    <a:cubicBezTo>
                      <a:pt x="46613" y="160257"/>
                      <a:pt x="48210" y="164135"/>
                      <a:pt x="51100" y="166949"/>
                    </a:cubicBezTo>
                    <a:lnTo>
                      <a:pt x="172233" y="288082"/>
                    </a:lnTo>
                    <a:lnTo>
                      <a:pt x="100755" y="359561"/>
                    </a:lnTo>
                    <a:lnTo>
                      <a:pt x="30417" y="359561"/>
                    </a:lnTo>
                    <a:lnTo>
                      <a:pt x="30417" y="278729"/>
                    </a:lnTo>
                    <a:cubicBezTo>
                      <a:pt x="30417" y="270365"/>
                      <a:pt x="23573" y="263521"/>
                      <a:pt x="15208" y="263521"/>
                    </a:cubicBezTo>
                    <a:cubicBezTo>
                      <a:pt x="6844" y="263521"/>
                      <a:pt x="0" y="270365"/>
                      <a:pt x="0" y="278729"/>
                    </a:cubicBezTo>
                    <a:lnTo>
                      <a:pt x="0" y="459175"/>
                    </a:lnTo>
                    <a:cubicBezTo>
                      <a:pt x="0" y="467540"/>
                      <a:pt x="6844" y="474384"/>
                      <a:pt x="15208" y="474384"/>
                    </a:cubicBezTo>
                    <a:cubicBezTo>
                      <a:pt x="23573" y="474384"/>
                      <a:pt x="30417" y="467540"/>
                      <a:pt x="30417" y="459175"/>
                    </a:cubicBezTo>
                    <a:lnTo>
                      <a:pt x="30417" y="389978"/>
                    </a:lnTo>
                    <a:lnTo>
                      <a:pt x="106990" y="389978"/>
                    </a:lnTo>
                    <a:cubicBezTo>
                      <a:pt x="111020" y="389978"/>
                      <a:pt x="114898" y="388381"/>
                      <a:pt x="117712" y="385491"/>
                    </a:cubicBezTo>
                    <a:lnTo>
                      <a:pt x="193677" y="309526"/>
                    </a:lnTo>
                    <a:lnTo>
                      <a:pt x="316864" y="432713"/>
                    </a:lnTo>
                    <a:cubicBezTo>
                      <a:pt x="319830" y="435679"/>
                      <a:pt x="323708" y="437199"/>
                      <a:pt x="327586" y="437199"/>
                    </a:cubicBezTo>
                    <a:cubicBezTo>
                      <a:pt x="331464" y="437199"/>
                      <a:pt x="335342" y="435679"/>
                      <a:pt x="338308" y="432713"/>
                    </a:cubicBezTo>
                    <a:lnTo>
                      <a:pt x="398760" y="372260"/>
                    </a:lnTo>
                    <a:cubicBezTo>
                      <a:pt x="402638" y="368382"/>
                      <a:pt x="407885" y="366025"/>
                      <a:pt x="413360" y="365645"/>
                    </a:cubicBezTo>
                    <a:lnTo>
                      <a:pt x="531452" y="357888"/>
                    </a:lnTo>
                    <a:cubicBezTo>
                      <a:pt x="537384" y="357508"/>
                      <a:pt x="542554" y="353630"/>
                      <a:pt x="544683" y="348079"/>
                    </a:cubicBezTo>
                    <a:cubicBezTo>
                      <a:pt x="546813" y="342528"/>
                      <a:pt x="545444" y="336217"/>
                      <a:pt x="541186" y="331958"/>
                    </a:cubicBezTo>
                    <a:close/>
                    <a:moveTo>
                      <a:pt x="411535" y="335456"/>
                    </a:moveTo>
                    <a:cubicBezTo>
                      <a:pt x="398684" y="336293"/>
                      <a:pt x="386518" y="341768"/>
                      <a:pt x="377393" y="350969"/>
                    </a:cubicBezTo>
                    <a:lnTo>
                      <a:pt x="327738" y="400624"/>
                    </a:lnTo>
                    <a:lnTo>
                      <a:pt x="83341" y="156303"/>
                    </a:lnTo>
                    <a:lnTo>
                      <a:pt x="202954" y="36690"/>
                    </a:lnTo>
                    <a:lnTo>
                      <a:pt x="496169" y="329905"/>
                    </a:lnTo>
                    <a:lnTo>
                      <a:pt x="411535" y="335456"/>
                    </a:lnTo>
                    <a:close/>
                    <a:moveTo>
                      <a:pt x="311541" y="286333"/>
                    </a:moveTo>
                    <a:cubicBezTo>
                      <a:pt x="305610" y="280402"/>
                      <a:pt x="305306" y="270517"/>
                      <a:pt x="311237" y="264586"/>
                    </a:cubicBezTo>
                    <a:cubicBezTo>
                      <a:pt x="317168" y="258654"/>
                      <a:pt x="326521" y="258350"/>
                      <a:pt x="332452" y="264282"/>
                    </a:cubicBezTo>
                    <a:lnTo>
                      <a:pt x="332985" y="264814"/>
                    </a:lnTo>
                    <a:cubicBezTo>
                      <a:pt x="338916" y="270745"/>
                      <a:pt x="338916" y="280402"/>
                      <a:pt x="332985" y="286333"/>
                    </a:cubicBezTo>
                    <a:cubicBezTo>
                      <a:pt x="330019" y="289299"/>
                      <a:pt x="326141" y="290820"/>
                      <a:pt x="322263" y="290820"/>
                    </a:cubicBezTo>
                    <a:cubicBezTo>
                      <a:pt x="318385" y="290820"/>
                      <a:pt x="314507" y="289299"/>
                      <a:pt x="311541" y="286333"/>
                    </a:cubicBezTo>
                    <a:close/>
                    <a:moveTo>
                      <a:pt x="349181" y="323974"/>
                    </a:moveTo>
                    <a:cubicBezTo>
                      <a:pt x="343250" y="318043"/>
                      <a:pt x="343250" y="308385"/>
                      <a:pt x="349181" y="302454"/>
                    </a:cubicBezTo>
                    <a:cubicBezTo>
                      <a:pt x="355113" y="296523"/>
                      <a:pt x="364770" y="296523"/>
                      <a:pt x="370701" y="302454"/>
                    </a:cubicBezTo>
                    <a:lnTo>
                      <a:pt x="371233" y="302987"/>
                    </a:lnTo>
                    <a:cubicBezTo>
                      <a:pt x="377165" y="308918"/>
                      <a:pt x="377165" y="318575"/>
                      <a:pt x="371233" y="324506"/>
                    </a:cubicBezTo>
                    <a:cubicBezTo>
                      <a:pt x="368268" y="327472"/>
                      <a:pt x="364390" y="328993"/>
                      <a:pt x="360512" y="328993"/>
                    </a:cubicBezTo>
                    <a:cubicBezTo>
                      <a:pt x="356633" y="328993"/>
                      <a:pt x="352755" y="327472"/>
                      <a:pt x="349790" y="324506"/>
                    </a:cubicBezTo>
                    <a:lnTo>
                      <a:pt x="349257" y="323974"/>
                    </a:lnTo>
                    <a:close/>
                    <a:moveTo>
                      <a:pt x="180294" y="112123"/>
                    </a:moveTo>
                    <a:cubicBezTo>
                      <a:pt x="186225" y="118054"/>
                      <a:pt x="186225" y="127711"/>
                      <a:pt x="180294" y="133643"/>
                    </a:cubicBezTo>
                    <a:cubicBezTo>
                      <a:pt x="177328" y="136608"/>
                      <a:pt x="173450" y="138129"/>
                      <a:pt x="169572" y="138129"/>
                    </a:cubicBezTo>
                    <a:cubicBezTo>
                      <a:pt x="165694" y="138129"/>
                      <a:pt x="161816" y="136608"/>
                      <a:pt x="158850" y="133643"/>
                    </a:cubicBezTo>
                    <a:lnTo>
                      <a:pt x="158318" y="133110"/>
                    </a:lnTo>
                    <a:cubicBezTo>
                      <a:pt x="152387" y="127179"/>
                      <a:pt x="152387" y="117522"/>
                      <a:pt x="158318" y="111591"/>
                    </a:cubicBezTo>
                    <a:cubicBezTo>
                      <a:pt x="164249" y="105659"/>
                      <a:pt x="173906" y="105659"/>
                      <a:pt x="179838" y="111591"/>
                    </a:cubicBezTo>
                    <a:lnTo>
                      <a:pt x="180370" y="112123"/>
                    </a:lnTo>
                    <a:close/>
                    <a:moveTo>
                      <a:pt x="272760" y="247628"/>
                    </a:moveTo>
                    <a:cubicBezTo>
                      <a:pt x="266829" y="241697"/>
                      <a:pt x="266829" y="232040"/>
                      <a:pt x="272760" y="226109"/>
                    </a:cubicBezTo>
                    <a:cubicBezTo>
                      <a:pt x="278691" y="220178"/>
                      <a:pt x="288348" y="220178"/>
                      <a:pt x="294280" y="226109"/>
                    </a:cubicBezTo>
                    <a:lnTo>
                      <a:pt x="294812" y="226641"/>
                    </a:lnTo>
                    <a:cubicBezTo>
                      <a:pt x="300743" y="232572"/>
                      <a:pt x="300743" y="242230"/>
                      <a:pt x="294812" y="248161"/>
                    </a:cubicBezTo>
                    <a:cubicBezTo>
                      <a:pt x="291846" y="251126"/>
                      <a:pt x="287968" y="252647"/>
                      <a:pt x="284090" y="252647"/>
                    </a:cubicBezTo>
                    <a:cubicBezTo>
                      <a:pt x="280212" y="252647"/>
                      <a:pt x="276334" y="251126"/>
                      <a:pt x="273368" y="248161"/>
                    </a:cubicBezTo>
                    <a:lnTo>
                      <a:pt x="272836" y="247628"/>
                    </a:lnTo>
                    <a:close/>
                    <a:moveTo>
                      <a:pt x="196415" y="149763"/>
                    </a:moveTo>
                    <a:cubicBezTo>
                      <a:pt x="202346" y="143832"/>
                      <a:pt x="212003" y="143832"/>
                      <a:pt x="217934" y="149763"/>
                    </a:cubicBezTo>
                    <a:lnTo>
                      <a:pt x="218467" y="150296"/>
                    </a:lnTo>
                    <a:cubicBezTo>
                      <a:pt x="224398" y="156227"/>
                      <a:pt x="224398" y="165884"/>
                      <a:pt x="218467" y="171815"/>
                    </a:cubicBezTo>
                    <a:cubicBezTo>
                      <a:pt x="215501" y="174781"/>
                      <a:pt x="211623" y="176302"/>
                      <a:pt x="207745" y="176302"/>
                    </a:cubicBezTo>
                    <a:cubicBezTo>
                      <a:pt x="203867" y="176302"/>
                      <a:pt x="199988" y="174781"/>
                      <a:pt x="197023" y="171815"/>
                    </a:cubicBezTo>
                    <a:lnTo>
                      <a:pt x="196491" y="171283"/>
                    </a:lnTo>
                    <a:cubicBezTo>
                      <a:pt x="190559" y="165352"/>
                      <a:pt x="190559" y="155695"/>
                      <a:pt x="196491" y="149763"/>
                    </a:cubicBezTo>
                    <a:close/>
                    <a:moveTo>
                      <a:pt x="234587" y="209456"/>
                    </a:moveTo>
                    <a:cubicBezTo>
                      <a:pt x="228656" y="203525"/>
                      <a:pt x="228656" y="193867"/>
                      <a:pt x="234587" y="187936"/>
                    </a:cubicBezTo>
                    <a:cubicBezTo>
                      <a:pt x="240518" y="182005"/>
                      <a:pt x="250176" y="182005"/>
                      <a:pt x="256107" y="187936"/>
                    </a:cubicBezTo>
                    <a:lnTo>
                      <a:pt x="256639" y="188468"/>
                    </a:lnTo>
                    <a:cubicBezTo>
                      <a:pt x="262570" y="194400"/>
                      <a:pt x="262570" y="204057"/>
                      <a:pt x="256639" y="209988"/>
                    </a:cubicBezTo>
                    <a:cubicBezTo>
                      <a:pt x="253674" y="212954"/>
                      <a:pt x="249796" y="214474"/>
                      <a:pt x="245917" y="214474"/>
                    </a:cubicBezTo>
                    <a:cubicBezTo>
                      <a:pt x="242039" y="214474"/>
                      <a:pt x="238161" y="212954"/>
                      <a:pt x="235196" y="209988"/>
                    </a:cubicBezTo>
                    <a:lnTo>
                      <a:pt x="234663" y="209456"/>
                    </a:lnTo>
                    <a:close/>
                    <a:moveTo>
                      <a:pt x="478908" y="407924"/>
                    </a:moveTo>
                    <a:cubicBezTo>
                      <a:pt x="467045" y="428151"/>
                      <a:pt x="445146" y="441686"/>
                      <a:pt x="420052" y="441686"/>
                    </a:cubicBezTo>
                    <a:cubicBezTo>
                      <a:pt x="411839" y="441686"/>
                      <a:pt x="403931" y="440241"/>
                      <a:pt x="396631" y="437580"/>
                    </a:cubicBezTo>
                    <a:cubicBezTo>
                      <a:pt x="386137" y="433778"/>
                      <a:pt x="383172" y="420394"/>
                      <a:pt x="391080" y="412486"/>
                    </a:cubicBezTo>
                    <a:lnTo>
                      <a:pt x="410927" y="392639"/>
                    </a:lnTo>
                    <a:cubicBezTo>
                      <a:pt x="413512" y="390054"/>
                      <a:pt x="417010" y="388457"/>
                      <a:pt x="420660" y="388229"/>
                    </a:cubicBezTo>
                    <a:lnTo>
                      <a:pt x="464536" y="385339"/>
                    </a:lnTo>
                    <a:cubicBezTo>
                      <a:pt x="476551" y="384579"/>
                      <a:pt x="484915" y="397506"/>
                      <a:pt x="478832" y="40792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" name="Google Shape;2106;p4">
                <a:extLst>
                  <a:ext uri="{FF2B5EF4-FFF2-40B4-BE49-F238E27FC236}">
                    <a16:creationId xmlns:a16="http://schemas.microsoft.com/office/drawing/2014/main" id="{5A0C10E8-71AB-02FE-BBD8-19532BDF8719}"/>
                  </a:ext>
                </a:extLst>
              </p:cNvPr>
              <p:cNvSpPr/>
              <p:nvPr/>
            </p:nvSpPr>
            <p:spPr>
              <a:xfrm>
                <a:off x="4672134" y="5033094"/>
                <a:ext cx="170618" cy="145243"/>
              </a:xfrm>
              <a:custGeom>
                <a:avLst/>
                <a:gdLst/>
                <a:ahLst/>
                <a:cxnLst/>
                <a:rect l="l" t="t" r="r" b="b"/>
                <a:pathLst>
                  <a:path w="663511" h="564832" extrusionOk="0">
                    <a:moveTo>
                      <a:pt x="69342" y="305181"/>
                    </a:moveTo>
                    <a:lnTo>
                      <a:pt x="594074" y="305181"/>
                    </a:lnTo>
                    <a:cubicBezTo>
                      <a:pt x="601980" y="305181"/>
                      <a:pt x="608362" y="311563"/>
                      <a:pt x="608362" y="319469"/>
                    </a:cubicBezTo>
                    <a:cubicBezTo>
                      <a:pt x="608362" y="327374"/>
                      <a:pt x="601980" y="333756"/>
                      <a:pt x="594074" y="333756"/>
                    </a:cubicBezTo>
                    <a:lnTo>
                      <a:pt x="69342" y="333756"/>
                    </a:lnTo>
                    <a:cubicBezTo>
                      <a:pt x="61436" y="333756"/>
                      <a:pt x="55055" y="327374"/>
                      <a:pt x="55055" y="319469"/>
                    </a:cubicBezTo>
                    <a:cubicBezTo>
                      <a:pt x="55055" y="311563"/>
                      <a:pt x="61436" y="305181"/>
                      <a:pt x="69342" y="305181"/>
                    </a:cubicBezTo>
                    <a:close/>
                    <a:moveTo>
                      <a:pt x="609029" y="113919"/>
                    </a:moveTo>
                    <a:lnTo>
                      <a:pt x="54483" y="113919"/>
                    </a:lnTo>
                    <a:cubicBezTo>
                      <a:pt x="24479" y="113919"/>
                      <a:pt x="0" y="138303"/>
                      <a:pt x="0" y="168402"/>
                    </a:cubicBezTo>
                    <a:lnTo>
                      <a:pt x="0" y="395954"/>
                    </a:lnTo>
                    <a:cubicBezTo>
                      <a:pt x="0" y="425958"/>
                      <a:pt x="24384" y="450437"/>
                      <a:pt x="54483" y="450437"/>
                    </a:cubicBezTo>
                    <a:lnTo>
                      <a:pt x="90964" y="450437"/>
                    </a:lnTo>
                    <a:cubicBezTo>
                      <a:pt x="98870" y="450437"/>
                      <a:pt x="105251" y="444056"/>
                      <a:pt x="105251" y="436150"/>
                    </a:cubicBezTo>
                    <a:cubicBezTo>
                      <a:pt x="105251" y="428244"/>
                      <a:pt x="98870" y="421862"/>
                      <a:pt x="90964" y="421862"/>
                    </a:cubicBezTo>
                    <a:lnTo>
                      <a:pt x="54483" y="421862"/>
                    </a:lnTo>
                    <a:cubicBezTo>
                      <a:pt x="40195" y="421862"/>
                      <a:pt x="28575" y="410242"/>
                      <a:pt x="28575" y="395954"/>
                    </a:cubicBezTo>
                    <a:lnTo>
                      <a:pt x="28575" y="168402"/>
                    </a:lnTo>
                    <a:cubicBezTo>
                      <a:pt x="28575" y="154115"/>
                      <a:pt x="40195" y="142494"/>
                      <a:pt x="54483" y="142494"/>
                    </a:cubicBezTo>
                    <a:lnTo>
                      <a:pt x="609029" y="142494"/>
                    </a:lnTo>
                    <a:cubicBezTo>
                      <a:pt x="623316" y="142494"/>
                      <a:pt x="634937" y="154115"/>
                      <a:pt x="634937" y="168402"/>
                    </a:cubicBezTo>
                    <a:lnTo>
                      <a:pt x="634937" y="395954"/>
                    </a:lnTo>
                    <a:cubicBezTo>
                      <a:pt x="634937" y="410242"/>
                      <a:pt x="623316" y="421862"/>
                      <a:pt x="609029" y="421862"/>
                    </a:cubicBezTo>
                    <a:lnTo>
                      <a:pt x="572548" y="421862"/>
                    </a:lnTo>
                    <a:cubicBezTo>
                      <a:pt x="564642" y="421862"/>
                      <a:pt x="558260" y="428244"/>
                      <a:pt x="558260" y="436150"/>
                    </a:cubicBezTo>
                    <a:cubicBezTo>
                      <a:pt x="558260" y="444056"/>
                      <a:pt x="564642" y="450437"/>
                      <a:pt x="572548" y="450437"/>
                    </a:cubicBezTo>
                    <a:lnTo>
                      <a:pt x="609029" y="450437"/>
                    </a:lnTo>
                    <a:cubicBezTo>
                      <a:pt x="639032" y="450437"/>
                      <a:pt x="663512" y="426053"/>
                      <a:pt x="663512" y="395954"/>
                    </a:cubicBezTo>
                    <a:lnTo>
                      <a:pt x="663512" y="168402"/>
                    </a:lnTo>
                    <a:cubicBezTo>
                      <a:pt x="663512" y="138398"/>
                      <a:pt x="639128" y="113919"/>
                      <a:pt x="609029" y="113919"/>
                    </a:cubicBezTo>
                    <a:close/>
                    <a:moveTo>
                      <a:pt x="521399" y="363474"/>
                    </a:moveTo>
                    <a:cubicBezTo>
                      <a:pt x="513493" y="363474"/>
                      <a:pt x="507111" y="369856"/>
                      <a:pt x="507111" y="377762"/>
                    </a:cubicBezTo>
                    <a:lnTo>
                      <a:pt x="507111" y="510350"/>
                    </a:lnTo>
                    <a:cubicBezTo>
                      <a:pt x="507111" y="524637"/>
                      <a:pt x="495491" y="536258"/>
                      <a:pt x="481203" y="536258"/>
                    </a:cubicBezTo>
                    <a:lnTo>
                      <a:pt x="182213" y="536258"/>
                    </a:lnTo>
                    <a:cubicBezTo>
                      <a:pt x="167926" y="536258"/>
                      <a:pt x="156305" y="524637"/>
                      <a:pt x="156305" y="510350"/>
                    </a:cubicBezTo>
                    <a:lnTo>
                      <a:pt x="156305" y="377762"/>
                    </a:lnTo>
                    <a:cubicBezTo>
                      <a:pt x="156305" y="369856"/>
                      <a:pt x="149924" y="363474"/>
                      <a:pt x="142018" y="363474"/>
                    </a:cubicBezTo>
                    <a:cubicBezTo>
                      <a:pt x="134112" y="363474"/>
                      <a:pt x="127730" y="369856"/>
                      <a:pt x="127730" y="377762"/>
                    </a:cubicBezTo>
                    <a:lnTo>
                      <a:pt x="127730" y="510350"/>
                    </a:lnTo>
                    <a:cubicBezTo>
                      <a:pt x="127730" y="540353"/>
                      <a:pt x="152210" y="564833"/>
                      <a:pt x="182213" y="564833"/>
                    </a:cubicBezTo>
                    <a:lnTo>
                      <a:pt x="481108" y="564833"/>
                    </a:lnTo>
                    <a:cubicBezTo>
                      <a:pt x="511112" y="564833"/>
                      <a:pt x="535591" y="540449"/>
                      <a:pt x="535591" y="510350"/>
                    </a:cubicBezTo>
                    <a:lnTo>
                      <a:pt x="535591" y="377762"/>
                    </a:lnTo>
                    <a:cubicBezTo>
                      <a:pt x="535591" y="369856"/>
                      <a:pt x="529209" y="363474"/>
                      <a:pt x="521303" y="363474"/>
                    </a:cubicBezTo>
                    <a:close/>
                    <a:moveTo>
                      <a:pt x="142113" y="92678"/>
                    </a:moveTo>
                    <a:cubicBezTo>
                      <a:pt x="150019" y="92678"/>
                      <a:pt x="156401" y="86297"/>
                      <a:pt x="156401" y="78391"/>
                    </a:cubicBezTo>
                    <a:lnTo>
                      <a:pt x="156401" y="54483"/>
                    </a:lnTo>
                    <a:cubicBezTo>
                      <a:pt x="156401" y="40195"/>
                      <a:pt x="168021" y="28575"/>
                      <a:pt x="182309" y="28575"/>
                    </a:cubicBezTo>
                    <a:lnTo>
                      <a:pt x="481203" y="28575"/>
                    </a:lnTo>
                    <a:cubicBezTo>
                      <a:pt x="495491" y="28575"/>
                      <a:pt x="507111" y="40195"/>
                      <a:pt x="507111" y="54483"/>
                    </a:cubicBezTo>
                    <a:lnTo>
                      <a:pt x="507111" y="78391"/>
                    </a:lnTo>
                    <a:cubicBezTo>
                      <a:pt x="507111" y="86297"/>
                      <a:pt x="513493" y="92678"/>
                      <a:pt x="521399" y="92678"/>
                    </a:cubicBezTo>
                    <a:cubicBezTo>
                      <a:pt x="529304" y="92678"/>
                      <a:pt x="535686" y="86297"/>
                      <a:pt x="535686" y="78391"/>
                    </a:cubicBezTo>
                    <a:lnTo>
                      <a:pt x="535686" y="54483"/>
                    </a:lnTo>
                    <a:cubicBezTo>
                      <a:pt x="535686" y="24479"/>
                      <a:pt x="511207" y="0"/>
                      <a:pt x="481203" y="0"/>
                    </a:cubicBezTo>
                    <a:lnTo>
                      <a:pt x="182213" y="0"/>
                    </a:lnTo>
                    <a:cubicBezTo>
                      <a:pt x="152210" y="0"/>
                      <a:pt x="127730" y="24384"/>
                      <a:pt x="127730" y="54483"/>
                    </a:cubicBezTo>
                    <a:lnTo>
                      <a:pt x="127730" y="78391"/>
                    </a:lnTo>
                    <a:cubicBezTo>
                      <a:pt x="127730" y="86297"/>
                      <a:pt x="134112" y="92678"/>
                      <a:pt x="142018" y="92678"/>
                    </a:cubicBezTo>
                    <a:close/>
                    <a:moveTo>
                      <a:pt x="445961" y="363569"/>
                    </a:moveTo>
                    <a:lnTo>
                      <a:pt x="217456" y="363569"/>
                    </a:lnTo>
                    <a:cubicBezTo>
                      <a:pt x="209550" y="363569"/>
                      <a:pt x="203168" y="369951"/>
                      <a:pt x="203168" y="377857"/>
                    </a:cubicBezTo>
                    <a:cubicBezTo>
                      <a:pt x="203168" y="385763"/>
                      <a:pt x="209550" y="392144"/>
                      <a:pt x="217456" y="392144"/>
                    </a:cubicBezTo>
                    <a:lnTo>
                      <a:pt x="445961" y="392144"/>
                    </a:lnTo>
                    <a:cubicBezTo>
                      <a:pt x="453866" y="392144"/>
                      <a:pt x="460248" y="385763"/>
                      <a:pt x="460248" y="377857"/>
                    </a:cubicBezTo>
                    <a:cubicBezTo>
                      <a:pt x="460248" y="369951"/>
                      <a:pt x="453866" y="363569"/>
                      <a:pt x="445961" y="363569"/>
                    </a:cubicBezTo>
                    <a:close/>
                    <a:moveTo>
                      <a:pt x="445961" y="421862"/>
                    </a:moveTo>
                    <a:lnTo>
                      <a:pt x="217456" y="421862"/>
                    </a:lnTo>
                    <a:cubicBezTo>
                      <a:pt x="209550" y="421862"/>
                      <a:pt x="203168" y="428244"/>
                      <a:pt x="203168" y="436150"/>
                    </a:cubicBezTo>
                    <a:cubicBezTo>
                      <a:pt x="203168" y="444056"/>
                      <a:pt x="209550" y="450437"/>
                      <a:pt x="217456" y="450437"/>
                    </a:cubicBezTo>
                    <a:lnTo>
                      <a:pt x="445961" y="450437"/>
                    </a:lnTo>
                    <a:cubicBezTo>
                      <a:pt x="453866" y="450437"/>
                      <a:pt x="460248" y="444056"/>
                      <a:pt x="460248" y="436150"/>
                    </a:cubicBezTo>
                    <a:cubicBezTo>
                      <a:pt x="460248" y="428244"/>
                      <a:pt x="453866" y="421862"/>
                      <a:pt x="445961" y="421862"/>
                    </a:cubicBezTo>
                    <a:close/>
                    <a:moveTo>
                      <a:pt x="608362" y="187547"/>
                    </a:moveTo>
                    <a:cubicBezTo>
                      <a:pt x="608362" y="177070"/>
                      <a:pt x="599789" y="168497"/>
                      <a:pt x="589312" y="168497"/>
                    </a:cubicBezTo>
                    <a:cubicBezTo>
                      <a:pt x="578834" y="168497"/>
                      <a:pt x="570262" y="177070"/>
                      <a:pt x="570262" y="187547"/>
                    </a:cubicBezTo>
                    <a:cubicBezTo>
                      <a:pt x="570262" y="198025"/>
                      <a:pt x="578834" y="206597"/>
                      <a:pt x="589312" y="206597"/>
                    </a:cubicBezTo>
                    <a:cubicBezTo>
                      <a:pt x="599789" y="206597"/>
                      <a:pt x="608362" y="198025"/>
                      <a:pt x="608362" y="187547"/>
                    </a:cubicBezTo>
                    <a:close/>
                    <a:moveTo>
                      <a:pt x="551212" y="187547"/>
                    </a:moveTo>
                    <a:cubicBezTo>
                      <a:pt x="551212" y="177070"/>
                      <a:pt x="542639" y="168497"/>
                      <a:pt x="532162" y="168497"/>
                    </a:cubicBezTo>
                    <a:cubicBezTo>
                      <a:pt x="521684" y="168497"/>
                      <a:pt x="513112" y="177070"/>
                      <a:pt x="513112" y="187547"/>
                    </a:cubicBezTo>
                    <a:cubicBezTo>
                      <a:pt x="513112" y="198025"/>
                      <a:pt x="521684" y="206597"/>
                      <a:pt x="532162" y="206597"/>
                    </a:cubicBezTo>
                    <a:cubicBezTo>
                      <a:pt x="542639" y="206597"/>
                      <a:pt x="551212" y="198025"/>
                      <a:pt x="551212" y="18754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" name="Google Shape;2107;p4">
                <a:extLst>
                  <a:ext uri="{FF2B5EF4-FFF2-40B4-BE49-F238E27FC236}">
                    <a16:creationId xmlns:a16="http://schemas.microsoft.com/office/drawing/2014/main" id="{02818873-2DFE-BB52-EA1A-AE1DCFBA74BB}"/>
                  </a:ext>
                </a:extLst>
              </p:cNvPr>
              <p:cNvSpPr/>
              <p:nvPr/>
            </p:nvSpPr>
            <p:spPr>
              <a:xfrm>
                <a:off x="4165931" y="5049902"/>
                <a:ext cx="199055" cy="135080"/>
              </a:xfrm>
              <a:custGeom>
                <a:avLst/>
                <a:gdLst/>
                <a:ahLst/>
                <a:cxnLst/>
                <a:rect l="l" t="t" r="r" b="b"/>
                <a:pathLst>
                  <a:path w="765809" h="519683" extrusionOk="0">
                    <a:moveTo>
                      <a:pt x="673799" y="360807"/>
                    </a:moveTo>
                    <a:cubicBezTo>
                      <a:pt x="665911" y="361018"/>
                      <a:pt x="659345" y="354794"/>
                      <a:pt x="659135" y="346905"/>
                    </a:cubicBezTo>
                    <a:cubicBezTo>
                      <a:pt x="659132" y="346777"/>
                      <a:pt x="659130" y="346648"/>
                      <a:pt x="659130" y="346519"/>
                    </a:cubicBezTo>
                    <a:lnTo>
                      <a:pt x="659130" y="61913"/>
                    </a:lnTo>
                    <a:cubicBezTo>
                      <a:pt x="659130" y="43501"/>
                      <a:pt x="644204" y="28575"/>
                      <a:pt x="625793" y="28575"/>
                    </a:cubicBezTo>
                    <a:lnTo>
                      <a:pt x="139637" y="28575"/>
                    </a:lnTo>
                    <a:cubicBezTo>
                      <a:pt x="121225" y="28575"/>
                      <a:pt x="106299" y="43501"/>
                      <a:pt x="106299" y="61913"/>
                    </a:cubicBezTo>
                    <a:lnTo>
                      <a:pt x="106299" y="346519"/>
                    </a:lnTo>
                    <a:cubicBezTo>
                      <a:pt x="106299" y="354410"/>
                      <a:pt x="99902" y="360807"/>
                      <a:pt x="92012" y="360807"/>
                    </a:cubicBezTo>
                    <a:cubicBezTo>
                      <a:pt x="84121" y="360807"/>
                      <a:pt x="77724" y="354410"/>
                      <a:pt x="77724" y="346519"/>
                    </a:cubicBezTo>
                    <a:lnTo>
                      <a:pt x="77724" y="61913"/>
                    </a:lnTo>
                    <a:cubicBezTo>
                      <a:pt x="77724" y="27719"/>
                      <a:pt x="105443" y="0"/>
                      <a:pt x="139637" y="0"/>
                    </a:cubicBezTo>
                    <a:lnTo>
                      <a:pt x="626174" y="0"/>
                    </a:lnTo>
                    <a:cubicBezTo>
                      <a:pt x="660367" y="0"/>
                      <a:pt x="688086" y="27719"/>
                      <a:pt x="688086" y="61913"/>
                    </a:cubicBezTo>
                    <a:lnTo>
                      <a:pt x="688086" y="346519"/>
                    </a:lnTo>
                    <a:cubicBezTo>
                      <a:pt x="688086" y="354410"/>
                      <a:pt x="681689" y="360807"/>
                      <a:pt x="673799" y="360807"/>
                    </a:cubicBezTo>
                    <a:close/>
                    <a:moveTo>
                      <a:pt x="765810" y="467296"/>
                    </a:moveTo>
                    <a:lnTo>
                      <a:pt x="765810" y="441674"/>
                    </a:lnTo>
                    <a:cubicBezTo>
                      <a:pt x="765753" y="412763"/>
                      <a:pt x="742334" y="389339"/>
                      <a:pt x="713423" y="389287"/>
                    </a:cubicBezTo>
                    <a:lnTo>
                      <a:pt x="52388" y="389287"/>
                    </a:lnTo>
                    <a:cubicBezTo>
                      <a:pt x="23476" y="389339"/>
                      <a:pt x="52" y="412763"/>
                      <a:pt x="0" y="441674"/>
                    </a:cubicBezTo>
                    <a:lnTo>
                      <a:pt x="0" y="467296"/>
                    </a:lnTo>
                    <a:cubicBezTo>
                      <a:pt x="0" y="496230"/>
                      <a:pt x="23454" y="519684"/>
                      <a:pt x="52388" y="519684"/>
                    </a:cubicBezTo>
                    <a:lnTo>
                      <a:pt x="713423" y="519684"/>
                    </a:lnTo>
                    <a:cubicBezTo>
                      <a:pt x="742356" y="519684"/>
                      <a:pt x="765810" y="496230"/>
                      <a:pt x="765810" y="467296"/>
                    </a:cubicBezTo>
                    <a:close/>
                    <a:moveTo>
                      <a:pt x="713423" y="417862"/>
                    </a:moveTo>
                    <a:cubicBezTo>
                      <a:pt x="726552" y="417914"/>
                      <a:pt x="737183" y="428545"/>
                      <a:pt x="737235" y="441674"/>
                    </a:cubicBezTo>
                    <a:lnTo>
                      <a:pt x="737235" y="467296"/>
                    </a:lnTo>
                    <a:cubicBezTo>
                      <a:pt x="737183" y="480426"/>
                      <a:pt x="726552" y="491057"/>
                      <a:pt x="713423" y="491109"/>
                    </a:cubicBezTo>
                    <a:lnTo>
                      <a:pt x="52388" y="491109"/>
                    </a:lnTo>
                    <a:cubicBezTo>
                      <a:pt x="39258" y="491057"/>
                      <a:pt x="28627" y="480426"/>
                      <a:pt x="28575" y="467296"/>
                    </a:cubicBezTo>
                    <a:lnTo>
                      <a:pt x="28575" y="441674"/>
                    </a:lnTo>
                    <a:cubicBezTo>
                      <a:pt x="28627" y="428545"/>
                      <a:pt x="39258" y="417914"/>
                      <a:pt x="52388" y="417862"/>
                    </a:cubicBezTo>
                    <a:close/>
                    <a:moveTo>
                      <a:pt x="382905" y="435483"/>
                    </a:moveTo>
                    <a:cubicBezTo>
                      <a:pt x="372384" y="435483"/>
                      <a:pt x="363855" y="444012"/>
                      <a:pt x="363855" y="454533"/>
                    </a:cubicBezTo>
                    <a:cubicBezTo>
                      <a:pt x="363855" y="465054"/>
                      <a:pt x="372384" y="473583"/>
                      <a:pt x="382905" y="473583"/>
                    </a:cubicBezTo>
                    <a:cubicBezTo>
                      <a:pt x="393426" y="473583"/>
                      <a:pt x="401955" y="465054"/>
                      <a:pt x="401955" y="454533"/>
                    </a:cubicBezTo>
                    <a:cubicBezTo>
                      <a:pt x="401955" y="444012"/>
                      <a:pt x="393426" y="435483"/>
                      <a:pt x="382905" y="43548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" name="Google Shape;2108;p4">
                <a:extLst>
                  <a:ext uri="{FF2B5EF4-FFF2-40B4-BE49-F238E27FC236}">
                    <a16:creationId xmlns:a16="http://schemas.microsoft.com/office/drawing/2014/main" id="{746AD3EB-4DE5-EC55-6C6D-93DB8C4A84F6}"/>
                  </a:ext>
                </a:extLst>
              </p:cNvPr>
              <p:cNvSpPr/>
              <p:nvPr/>
            </p:nvSpPr>
            <p:spPr>
              <a:xfrm>
                <a:off x="4907591" y="5012301"/>
                <a:ext cx="180939" cy="180324"/>
              </a:xfrm>
              <a:custGeom>
                <a:avLst/>
                <a:gdLst/>
                <a:ahLst/>
                <a:cxnLst/>
                <a:rect l="l" t="t" r="r" b="b"/>
                <a:pathLst>
                  <a:path w="532637" h="530828" extrusionOk="0">
                    <a:moveTo>
                      <a:pt x="470344" y="530828"/>
                    </a:moveTo>
                    <a:lnTo>
                      <a:pt x="134112" y="530828"/>
                    </a:lnTo>
                    <a:cubicBezTo>
                      <a:pt x="99709" y="530828"/>
                      <a:pt x="71819" y="502938"/>
                      <a:pt x="71819" y="468535"/>
                    </a:cubicBezTo>
                    <a:lnTo>
                      <a:pt x="71819" y="132302"/>
                    </a:lnTo>
                    <a:cubicBezTo>
                      <a:pt x="71871" y="97920"/>
                      <a:pt x="99730" y="70061"/>
                      <a:pt x="134112" y="70009"/>
                    </a:cubicBezTo>
                    <a:lnTo>
                      <a:pt x="470344" y="70009"/>
                    </a:lnTo>
                    <a:cubicBezTo>
                      <a:pt x="504705" y="70114"/>
                      <a:pt x="532533" y="97942"/>
                      <a:pt x="532638" y="132302"/>
                    </a:cubicBezTo>
                    <a:lnTo>
                      <a:pt x="532638" y="468535"/>
                    </a:lnTo>
                    <a:cubicBezTo>
                      <a:pt x="532586" y="502917"/>
                      <a:pt x="504727" y="530776"/>
                      <a:pt x="470344" y="530828"/>
                    </a:cubicBezTo>
                    <a:close/>
                    <a:moveTo>
                      <a:pt x="134112" y="98584"/>
                    </a:moveTo>
                    <a:cubicBezTo>
                      <a:pt x="115512" y="98636"/>
                      <a:pt x="100446" y="113702"/>
                      <a:pt x="100394" y="132302"/>
                    </a:cubicBezTo>
                    <a:lnTo>
                      <a:pt x="100394" y="468535"/>
                    </a:lnTo>
                    <a:cubicBezTo>
                      <a:pt x="100446" y="487135"/>
                      <a:pt x="115512" y="502201"/>
                      <a:pt x="134112" y="502253"/>
                    </a:cubicBezTo>
                    <a:lnTo>
                      <a:pt x="470344" y="502253"/>
                    </a:lnTo>
                    <a:cubicBezTo>
                      <a:pt x="488945" y="502201"/>
                      <a:pt x="504011" y="487135"/>
                      <a:pt x="504063" y="468535"/>
                    </a:cubicBezTo>
                    <a:lnTo>
                      <a:pt x="504063" y="132302"/>
                    </a:lnTo>
                    <a:cubicBezTo>
                      <a:pt x="504011" y="113702"/>
                      <a:pt x="488945" y="98636"/>
                      <a:pt x="470344" y="98584"/>
                    </a:cubicBezTo>
                    <a:close/>
                    <a:moveTo>
                      <a:pt x="38100" y="407575"/>
                    </a:moveTo>
                    <a:cubicBezTo>
                      <a:pt x="38100" y="397053"/>
                      <a:pt x="29571" y="388525"/>
                      <a:pt x="19050" y="388525"/>
                    </a:cubicBezTo>
                    <a:cubicBezTo>
                      <a:pt x="8529" y="388525"/>
                      <a:pt x="0" y="397053"/>
                      <a:pt x="0" y="407575"/>
                    </a:cubicBezTo>
                    <a:lnTo>
                      <a:pt x="0" y="407575"/>
                    </a:lnTo>
                    <a:cubicBezTo>
                      <a:pt x="0" y="418096"/>
                      <a:pt x="8529" y="426625"/>
                      <a:pt x="19050" y="426625"/>
                    </a:cubicBezTo>
                    <a:cubicBezTo>
                      <a:pt x="29571" y="426625"/>
                      <a:pt x="38100" y="418096"/>
                      <a:pt x="38100" y="407575"/>
                    </a:cubicBezTo>
                    <a:close/>
                    <a:moveTo>
                      <a:pt x="19050" y="359950"/>
                    </a:moveTo>
                    <a:cubicBezTo>
                      <a:pt x="8529" y="359950"/>
                      <a:pt x="0" y="351421"/>
                      <a:pt x="0" y="340900"/>
                    </a:cubicBezTo>
                    <a:lnTo>
                      <a:pt x="0" y="339947"/>
                    </a:lnTo>
                    <a:cubicBezTo>
                      <a:pt x="0" y="329426"/>
                      <a:pt x="8529" y="320897"/>
                      <a:pt x="19050" y="320897"/>
                    </a:cubicBezTo>
                    <a:cubicBezTo>
                      <a:pt x="29571" y="320897"/>
                      <a:pt x="38100" y="329426"/>
                      <a:pt x="38100" y="339947"/>
                    </a:cubicBezTo>
                    <a:cubicBezTo>
                      <a:pt x="38626" y="350455"/>
                      <a:pt x="30534" y="359400"/>
                      <a:pt x="20026" y="359926"/>
                    </a:cubicBezTo>
                    <a:cubicBezTo>
                      <a:pt x="19701" y="359942"/>
                      <a:pt x="19376" y="359950"/>
                      <a:pt x="19050" y="359950"/>
                    </a:cubicBezTo>
                    <a:close/>
                    <a:moveTo>
                      <a:pt x="19050" y="293275"/>
                    </a:moveTo>
                    <a:cubicBezTo>
                      <a:pt x="8529" y="293275"/>
                      <a:pt x="0" y="284746"/>
                      <a:pt x="0" y="274225"/>
                    </a:cubicBezTo>
                    <a:lnTo>
                      <a:pt x="0" y="273272"/>
                    </a:lnTo>
                    <a:cubicBezTo>
                      <a:pt x="0" y="262751"/>
                      <a:pt x="8529" y="254222"/>
                      <a:pt x="19050" y="254222"/>
                    </a:cubicBezTo>
                    <a:cubicBezTo>
                      <a:pt x="29571" y="254222"/>
                      <a:pt x="38100" y="262751"/>
                      <a:pt x="38100" y="273272"/>
                    </a:cubicBezTo>
                    <a:cubicBezTo>
                      <a:pt x="38363" y="283790"/>
                      <a:pt x="30050" y="292530"/>
                      <a:pt x="19532" y="292793"/>
                    </a:cubicBezTo>
                    <a:cubicBezTo>
                      <a:pt x="19372" y="292797"/>
                      <a:pt x="19211" y="292798"/>
                      <a:pt x="19050" y="292798"/>
                    </a:cubicBezTo>
                    <a:close/>
                    <a:moveTo>
                      <a:pt x="19050" y="226600"/>
                    </a:moveTo>
                    <a:cubicBezTo>
                      <a:pt x="8529" y="226600"/>
                      <a:pt x="0" y="218071"/>
                      <a:pt x="0" y="207550"/>
                    </a:cubicBezTo>
                    <a:lnTo>
                      <a:pt x="0" y="206597"/>
                    </a:lnTo>
                    <a:cubicBezTo>
                      <a:pt x="0" y="196076"/>
                      <a:pt x="8529" y="187547"/>
                      <a:pt x="19050" y="187547"/>
                    </a:cubicBezTo>
                    <a:cubicBezTo>
                      <a:pt x="29571" y="187547"/>
                      <a:pt x="38100" y="196076"/>
                      <a:pt x="38100" y="206597"/>
                    </a:cubicBezTo>
                    <a:cubicBezTo>
                      <a:pt x="38152" y="217119"/>
                      <a:pt x="29667" y="225690"/>
                      <a:pt x="19145" y="225743"/>
                    </a:cubicBezTo>
                    <a:cubicBezTo>
                      <a:pt x="19114" y="225743"/>
                      <a:pt x="19081" y="225743"/>
                      <a:pt x="19050" y="225743"/>
                    </a:cubicBezTo>
                    <a:close/>
                    <a:moveTo>
                      <a:pt x="19050" y="159448"/>
                    </a:moveTo>
                    <a:cubicBezTo>
                      <a:pt x="8713" y="159451"/>
                      <a:pt x="258" y="151209"/>
                      <a:pt x="0" y="140875"/>
                    </a:cubicBezTo>
                    <a:lnTo>
                      <a:pt x="0" y="139922"/>
                    </a:lnTo>
                    <a:cubicBezTo>
                      <a:pt x="0" y="129401"/>
                      <a:pt x="8529" y="120872"/>
                      <a:pt x="19050" y="120872"/>
                    </a:cubicBezTo>
                    <a:cubicBezTo>
                      <a:pt x="29571" y="120872"/>
                      <a:pt x="38100" y="129401"/>
                      <a:pt x="38100" y="139922"/>
                    </a:cubicBezTo>
                    <a:cubicBezTo>
                      <a:pt x="37892" y="150294"/>
                      <a:pt x="29424" y="158593"/>
                      <a:pt x="19050" y="158591"/>
                    </a:cubicBezTo>
                    <a:close/>
                    <a:moveTo>
                      <a:pt x="27813" y="93631"/>
                    </a:moveTo>
                    <a:cubicBezTo>
                      <a:pt x="25107" y="93622"/>
                      <a:pt x="22437" y="93004"/>
                      <a:pt x="20002" y="91821"/>
                    </a:cubicBezTo>
                    <a:cubicBezTo>
                      <a:pt x="10603" y="87496"/>
                      <a:pt x="6374" y="76459"/>
                      <a:pt x="10477" y="66961"/>
                    </a:cubicBezTo>
                    <a:lnTo>
                      <a:pt x="10954" y="66008"/>
                    </a:lnTo>
                    <a:cubicBezTo>
                      <a:pt x="15247" y="56403"/>
                      <a:pt x="26513" y="52096"/>
                      <a:pt x="36119" y="56388"/>
                    </a:cubicBezTo>
                    <a:cubicBezTo>
                      <a:pt x="45724" y="60681"/>
                      <a:pt x="50031" y="71948"/>
                      <a:pt x="45738" y="81553"/>
                    </a:cubicBezTo>
                    <a:cubicBezTo>
                      <a:pt x="45612" y="81836"/>
                      <a:pt x="45479" y="82115"/>
                      <a:pt x="45339" y="82391"/>
                    </a:cubicBezTo>
                    <a:cubicBezTo>
                      <a:pt x="41860" y="88821"/>
                      <a:pt x="35123" y="92811"/>
                      <a:pt x="27813" y="92773"/>
                    </a:cubicBezTo>
                    <a:close/>
                    <a:moveTo>
                      <a:pt x="74771" y="47053"/>
                    </a:moveTo>
                    <a:cubicBezTo>
                      <a:pt x="67341" y="47144"/>
                      <a:pt x="60535" y="42904"/>
                      <a:pt x="57341" y="36195"/>
                    </a:cubicBezTo>
                    <a:cubicBezTo>
                      <a:pt x="52470" y="26869"/>
                      <a:pt x="56083" y="15361"/>
                      <a:pt x="65410" y="10491"/>
                    </a:cubicBezTo>
                    <a:cubicBezTo>
                      <a:pt x="65607" y="10388"/>
                      <a:pt x="65807" y="10288"/>
                      <a:pt x="66008" y="10192"/>
                    </a:cubicBezTo>
                    <a:lnTo>
                      <a:pt x="67056" y="9620"/>
                    </a:lnTo>
                    <a:cubicBezTo>
                      <a:pt x="76631" y="5227"/>
                      <a:pt x="87952" y="9428"/>
                      <a:pt x="92345" y="19002"/>
                    </a:cubicBezTo>
                    <a:cubicBezTo>
                      <a:pt x="96738" y="28577"/>
                      <a:pt x="92537" y="39898"/>
                      <a:pt x="82963" y="44291"/>
                    </a:cubicBezTo>
                    <a:cubicBezTo>
                      <a:pt x="80394" y="45486"/>
                      <a:pt x="77604" y="46134"/>
                      <a:pt x="74771" y="46196"/>
                    </a:cubicBezTo>
                    <a:close/>
                    <a:moveTo>
                      <a:pt x="342138" y="38100"/>
                    </a:moveTo>
                    <a:cubicBezTo>
                      <a:pt x="331617" y="38100"/>
                      <a:pt x="323088" y="29571"/>
                      <a:pt x="323088" y="19050"/>
                    </a:cubicBezTo>
                    <a:cubicBezTo>
                      <a:pt x="323088" y="8529"/>
                      <a:pt x="331617" y="0"/>
                      <a:pt x="342138" y="0"/>
                    </a:cubicBezTo>
                    <a:lnTo>
                      <a:pt x="342995" y="0"/>
                    </a:lnTo>
                    <a:cubicBezTo>
                      <a:pt x="353517" y="0"/>
                      <a:pt x="362045" y="8529"/>
                      <a:pt x="362045" y="19050"/>
                    </a:cubicBezTo>
                    <a:cubicBezTo>
                      <a:pt x="362045" y="29571"/>
                      <a:pt x="353517" y="38100"/>
                      <a:pt x="342995" y="38100"/>
                    </a:cubicBezTo>
                    <a:close/>
                    <a:moveTo>
                      <a:pt x="275463" y="38100"/>
                    </a:moveTo>
                    <a:cubicBezTo>
                      <a:pt x="264946" y="38363"/>
                      <a:pt x="256205" y="30050"/>
                      <a:pt x="255942" y="19532"/>
                    </a:cubicBezTo>
                    <a:cubicBezTo>
                      <a:pt x="255939" y="19372"/>
                      <a:pt x="255937" y="19211"/>
                      <a:pt x="255937" y="19050"/>
                    </a:cubicBezTo>
                    <a:cubicBezTo>
                      <a:pt x="255937" y="8529"/>
                      <a:pt x="264465" y="0"/>
                      <a:pt x="274987" y="0"/>
                    </a:cubicBezTo>
                    <a:lnTo>
                      <a:pt x="275939" y="0"/>
                    </a:lnTo>
                    <a:cubicBezTo>
                      <a:pt x="286461" y="0"/>
                      <a:pt x="294989" y="8529"/>
                      <a:pt x="294989" y="19050"/>
                    </a:cubicBezTo>
                    <a:cubicBezTo>
                      <a:pt x="294989" y="29571"/>
                      <a:pt x="286461" y="38100"/>
                      <a:pt x="275939" y="38100"/>
                    </a:cubicBezTo>
                    <a:close/>
                    <a:moveTo>
                      <a:pt x="208312" y="38100"/>
                    </a:moveTo>
                    <a:cubicBezTo>
                      <a:pt x="197790" y="38100"/>
                      <a:pt x="189262" y="29571"/>
                      <a:pt x="189262" y="19050"/>
                    </a:cubicBezTo>
                    <a:cubicBezTo>
                      <a:pt x="189262" y="8529"/>
                      <a:pt x="197790" y="0"/>
                      <a:pt x="208312" y="0"/>
                    </a:cubicBezTo>
                    <a:lnTo>
                      <a:pt x="209264" y="0"/>
                    </a:lnTo>
                    <a:cubicBezTo>
                      <a:pt x="219786" y="0"/>
                      <a:pt x="228314" y="8529"/>
                      <a:pt x="228314" y="19050"/>
                    </a:cubicBezTo>
                    <a:cubicBezTo>
                      <a:pt x="228314" y="29571"/>
                      <a:pt x="219786" y="38100"/>
                      <a:pt x="209264" y="38100"/>
                    </a:cubicBezTo>
                    <a:close/>
                    <a:moveTo>
                      <a:pt x="141637" y="38100"/>
                    </a:moveTo>
                    <a:cubicBezTo>
                      <a:pt x="131115" y="38100"/>
                      <a:pt x="122587" y="29571"/>
                      <a:pt x="122587" y="19050"/>
                    </a:cubicBezTo>
                    <a:cubicBezTo>
                      <a:pt x="122584" y="8713"/>
                      <a:pt x="130826" y="258"/>
                      <a:pt x="141161" y="0"/>
                    </a:cubicBezTo>
                    <a:lnTo>
                      <a:pt x="142113" y="0"/>
                    </a:lnTo>
                    <a:cubicBezTo>
                      <a:pt x="152634" y="0"/>
                      <a:pt x="161163" y="8529"/>
                      <a:pt x="161163" y="19050"/>
                    </a:cubicBezTo>
                    <a:cubicBezTo>
                      <a:pt x="161163" y="29571"/>
                      <a:pt x="152634" y="38100"/>
                      <a:pt x="142113" y="38100"/>
                    </a:cubicBezTo>
                    <a:close/>
                    <a:moveTo>
                      <a:pt x="428720" y="19050"/>
                    </a:moveTo>
                    <a:cubicBezTo>
                      <a:pt x="428720" y="8529"/>
                      <a:pt x="420192" y="0"/>
                      <a:pt x="409670" y="0"/>
                    </a:cubicBezTo>
                    <a:lnTo>
                      <a:pt x="409670" y="0"/>
                    </a:lnTo>
                    <a:cubicBezTo>
                      <a:pt x="399149" y="0"/>
                      <a:pt x="390620" y="8529"/>
                      <a:pt x="390620" y="19050"/>
                    </a:cubicBezTo>
                    <a:cubicBezTo>
                      <a:pt x="390620" y="29571"/>
                      <a:pt x="399149" y="38100"/>
                      <a:pt x="409670" y="38100"/>
                    </a:cubicBezTo>
                    <a:cubicBezTo>
                      <a:pt x="420183" y="37690"/>
                      <a:pt x="428374" y="28835"/>
                      <a:pt x="427964" y="18322"/>
                    </a:cubicBezTo>
                    <a:cubicBezTo>
                      <a:pt x="427962" y="18279"/>
                      <a:pt x="427960" y="18236"/>
                      <a:pt x="427958" y="18193"/>
                    </a:cubicBezTo>
                    <a:close/>
                    <a:moveTo>
                      <a:pt x="245459" y="337375"/>
                    </a:moveTo>
                    <a:lnTo>
                      <a:pt x="239173" y="323564"/>
                    </a:lnTo>
                    <a:lnTo>
                      <a:pt x="193643" y="323564"/>
                    </a:lnTo>
                    <a:lnTo>
                      <a:pt x="187262" y="337375"/>
                    </a:lnTo>
                    <a:lnTo>
                      <a:pt x="168212" y="337375"/>
                    </a:lnTo>
                    <a:lnTo>
                      <a:pt x="208312" y="250698"/>
                    </a:lnTo>
                    <a:lnTo>
                      <a:pt x="224409" y="250698"/>
                    </a:lnTo>
                    <a:lnTo>
                      <a:pt x="264605" y="337375"/>
                    </a:lnTo>
                    <a:close/>
                    <a:moveTo>
                      <a:pt x="202025" y="306229"/>
                    </a:moveTo>
                    <a:lnTo>
                      <a:pt x="231553" y="306229"/>
                    </a:lnTo>
                    <a:lnTo>
                      <a:pt x="216789" y="274415"/>
                    </a:lnTo>
                    <a:close/>
                    <a:moveTo>
                      <a:pt x="281178" y="337375"/>
                    </a:moveTo>
                    <a:lnTo>
                      <a:pt x="281178" y="250698"/>
                    </a:lnTo>
                    <a:lnTo>
                      <a:pt x="315087" y="250698"/>
                    </a:lnTo>
                    <a:cubicBezTo>
                      <a:pt x="331789" y="249761"/>
                      <a:pt x="346089" y="262539"/>
                      <a:pt x="347027" y="279242"/>
                    </a:cubicBezTo>
                    <a:cubicBezTo>
                      <a:pt x="347964" y="295945"/>
                      <a:pt x="335185" y="310245"/>
                      <a:pt x="318483" y="311182"/>
                    </a:cubicBezTo>
                    <a:cubicBezTo>
                      <a:pt x="317352" y="311246"/>
                      <a:pt x="316218" y="311246"/>
                      <a:pt x="315087" y="311182"/>
                    </a:cubicBezTo>
                    <a:lnTo>
                      <a:pt x="298133" y="311182"/>
                    </a:lnTo>
                    <a:lnTo>
                      <a:pt x="298133" y="337375"/>
                    </a:lnTo>
                    <a:close/>
                    <a:moveTo>
                      <a:pt x="298514" y="293846"/>
                    </a:moveTo>
                    <a:lnTo>
                      <a:pt x="315087" y="293846"/>
                    </a:lnTo>
                    <a:cubicBezTo>
                      <a:pt x="322215" y="294459"/>
                      <a:pt x="328491" y="289178"/>
                      <a:pt x="329103" y="282050"/>
                    </a:cubicBezTo>
                    <a:cubicBezTo>
                      <a:pt x="329716" y="274922"/>
                      <a:pt x="324435" y="268646"/>
                      <a:pt x="317306" y="268034"/>
                    </a:cubicBezTo>
                    <a:cubicBezTo>
                      <a:pt x="316568" y="267970"/>
                      <a:pt x="315825" y="267970"/>
                      <a:pt x="315087" y="268034"/>
                    </a:cubicBezTo>
                    <a:lnTo>
                      <a:pt x="298133" y="268034"/>
                    </a:lnTo>
                    <a:close/>
                    <a:moveTo>
                      <a:pt x="363950" y="337375"/>
                    </a:moveTo>
                    <a:lnTo>
                      <a:pt x="363950" y="250698"/>
                    </a:lnTo>
                    <a:lnTo>
                      <a:pt x="397859" y="250698"/>
                    </a:lnTo>
                    <a:cubicBezTo>
                      <a:pt x="414561" y="249761"/>
                      <a:pt x="428861" y="262539"/>
                      <a:pt x="429799" y="279242"/>
                    </a:cubicBezTo>
                    <a:cubicBezTo>
                      <a:pt x="430737" y="295945"/>
                      <a:pt x="417957" y="310245"/>
                      <a:pt x="401255" y="311182"/>
                    </a:cubicBezTo>
                    <a:cubicBezTo>
                      <a:pt x="400124" y="311246"/>
                      <a:pt x="398990" y="311246"/>
                      <a:pt x="397859" y="311182"/>
                    </a:cubicBezTo>
                    <a:lnTo>
                      <a:pt x="380809" y="311182"/>
                    </a:lnTo>
                    <a:lnTo>
                      <a:pt x="380809" y="337375"/>
                    </a:lnTo>
                    <a:close/>
                    <a:moveTo>
                      <a:pt x="381286" y="293846"/>
                    </a:moveTo>
                    <a:lnTo>
                      <a:pt x="397859" y="293846"/>
                    </a:lnTo>
                    <a:cubicBezTo>
                      <a:pt x="404987" y="294459"/>
                      <a:pt x="411263" y="289178"/>
                      <a:pt x="411875" y="282050"/>
                    </a:cubicBezTo>
                    <a:cubicBezTo>
                      <a:pt x="412489" y="274922"/>
                      <a:pt x="407207" y="268646"/>
                      <a:pt x="400079" y="268034"/>
                    </a:cubicBezTo>
                    <a:cubicBezTo>
                      <a:pt x="399340" y="267970"/>
                      <a:pt x="398597" y="267970"/>
                      <a:pt x="397859" y="268034"/>
                    </a:cubicBezTo>
                    <a:lnTo>
                      <a:pt x="380809" y="26803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5" name="Google Shape;2109;p4">
              <a:extLst>
                <a:ext uri="{FF2B5EF4-FFF2-40B4-BE49-F238E27FC236}">
                  <a16:creationId xmlns:a16="http://schemas.microsoft.com/office/drawing/2014/main" id="{B7385EEE-B366-2A97-AA5E-560A93B510DB}"/>
                </a:ext>
              </a:extLst>
            </p:cNvPr>
            <p:cNvSpPr/>
            <p:nvPr/>
          </p:nvSpPr>
          <p:spPr>
            <a:xfrm>
              <a:off x="5530338" y="5320943"/>
              <a:ext cx="238392" cy="160607"/>
            </a:xfrm>
            <a:custGeom>
              <a:avLst/>
              <a:gdLst/>
              <a:ahLst/>
              <a:cxnLst/>
              <a:rect l="l" t="t" r="r" b="b"/>
              <a:pathLst>
                <a:path w="2574" h="1738" extrusionOk="0">
                  <a:moveTo>
                    <a:pt x="2573" y="1093"/>
                  </a:moveTo>
                  <a:lnTo>
                    <a:pt x="2573" y="1093"/>
                  </a:lnTo>
                  <a:cubicBezTo>
                    <a:pt x="2573" y="1447"/>
                    <a:pt x="1994" y="1737"/>
                    <a:pt x="1287" y="1737"/>
                  </a:cubicBezTo>
                  <a:cubicBezTo>
                    <a:pt x="579" y="1737"/>
                    <a:pt x="0" y="1447"/>
                    <a:pt x="0" y="109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0" y="1106"/>
                    <a:pt x="579" y="1396"/>
                    <a:pt x="1287" y="1396"/>
                  </a:cubicBezTo>
                  <a:cubicBezTo>
                    <a:pt x="1994" y="1396"/>
                    <a:pt x="2573" y="1106"/>
                    <a:pt x="2573" y="753"/>
                  </a:cubicBezTo>
                  <a:lnTo>
                    <a:pt x="2573" y="1093"/>
                  </a:lnTo>
                  <a:close/>
                  <a:moveTo>
                    <a:pt x="2573" y="644"/>
                  </a:moveTo>
                  <a:lnTo>
                    <a:pt x="2573" y="644"/>
                  </a:lnTo>
                  <a:cubicBezTo>
                    <a:pt x="2573" y="997"/>
                    <a:pt x="1994" y="1286"/>
                    <a:pt x="1287" y="1286"/>
                  </a:cubicBezTo>
                  <a:cubicBezTo>
                    <a:pt x="579" y="1286"/>
                    <a:pt x="0" y="997"/>
                    <a:pt x="0" y="644"/>
                  </a:cubicBezTo>
                  <a:cubicBezTo>
                    <a:pt x="0" y="283"/>
                    <a:pt x="579" y="0"/>
                    <a:pt x="1287" y="0"/>
                  </a:cubicBezTo>
                  <a:cubicBezTo>
                    <a:pt x="1994" y="0"/>
                    <a:pt x="2573" y="283"/>
                    <a:pt x="2573" y="644"/>
                  </a:cubicBezTo>
                  <a:close/>
                  <a:moveTo>
                    <a:pt x="1248" y="997"/>
                  </a:moveTo>
                  <a:lnTo>
                    <a:pt x="1248" y="997"/>
                  </a:lnTo>
                  <a:cubicBezTo>
                    <a:pt x="1004" y="881"/>
                    <a:pt x="1004" y="881"/>
                    <a:pt x="1004" y="881"/>
                  </a:cubicBezTo>
                  <a:cubicBezTo>
                    <a:pt x="1203" y="779"/>
                    <a:pt x="1203" y="779"/>
                    <a:pt x="1203" y="779"/>
                  </a:cubicBezTo>
                  <a:cubicBezTo>
                    <a:pt x="1017" y="682"/>
                    <a:pt x="1017" y="682"/>
                    <a:pt x="1017" y="682"/>
                  </a:cubicBezTo>
                  <a:cubicBezTo>
                    <a:pt x="811" y="785"/>
                    <a:pt x="811" y="785"/>
                    <a:pt x="811" y="785"/>
                  </a:cubicBezTo>
                  <a:cubicBezTo>
                    <a:pt x="573" y="663"/>
                    <a:pt x="573" y="663"/>
                    <a:pt x="573" y="663"/>
                  </a:cubicBezTo>
                  <a:cubicBezTo>
                    <a:pt x="573" y="997"/>
                    <a:pt x="573" y="997"/>
                    <a:pt x="573" y="997"/>
                  </a:cubicBezTo>
                  <a:lnTo>
                    <a:pt x="1248" y="997"/>
                  </a:lnTo>
                  <a:close/>
                  <a:moveTo>
                    <a:pt x="1248" y="283"/>
                  </a:moveTo>
                  <a:lnTo>
                    <a:pt x="1248" y="283"/>
                  </a:lnTo>
                  <a:cubicBezTo>
                    <a:pt x="1004" y="405"/>
                    <a:pt x="1004" y="405"/>
                    <a:pt x="1004" y="405"/>
                  </a:cubicBezTo>
                  <a:cubicBezTo>
                    <a:pt x="804" y="302"/>
                    <a:pt x="804" y="302"/>
                    <a:pt x="804" y="302"/>
                  </a:cubicBezTo>
                  <a:cubicBezTo>
                    <a:pt x="611" y="399"/>
                    <a:pt x="611" y="399"/>
                    <a:pt x="611" y="399"/>
                  </a:cubicBezTo>
                  <a:cubicBezTo>
                    <a:pt x="811" y="502"/>
                    <a:pt x="811" y="502"/>
                    <a:pt x="811" y="502"/>
                  </a:cubicBezTo>
                  <a:cubicBezTo>
                    <a:pt x="573" y="624"/>
                    <a:pt x="573" y="624"/>
                    <a:pt x="573" y="624"/>
                  </a:cubicBezTo>
                  <a:cubicBezTo>
                    <a:pt x="1248" y="624"/>
                    <a:pt x="1248" y="624"/>
                    <a:pt x="1248" y="624"/>
                  </a:cubicBezTo>
                  <a:lnTo>
                    <a:pt x="1248" y="283"/>
                  </a:lnTo>
                  <a:close/>
                  <a:moveTo>
                    <a:pt x="1762" y="785"/>
                  </a:moveTo>
                  <a:lnTo>
                    <a:pt x="1762" y="785"/>
                  </a:lnTo>
                  <a:cubicBezTo>
                    <a:pt x="2000" y="663"/>
                    <a:pt x="2000" y="663"/>
                    <a:pt x="2000" y="663"/>
                  </a:cubicBezTo>
                  <a:cubicBezTo>
                    <a:pt x="1325" y="663"/>
                    <a:pt x="1325" y="663"/>
                    <a:pt x="1325" y="663"/>
                  </a:cubicBezTo>
                  <a:cubicBezTo>
                    <a:pt x="1325" y="997"/>
                    <a:pt x="1325" y="997"/>
                    <a:pt x="1325" y="997"/>
                  </a:cubicBezTo>
                  <a:cubicBezTo>
                    <a:pt x="1569" y="881"/>
                    <a:pt x="1569" y="881"/>
                    <a:pt x="1569" y="881"/>
                  </a:cubicBezTo>
                  <a:cubicBezTo>
                    <a:pt x="1769" y="977"/>
                    <a:pt x="1769" y="977"/>
                    <a:pt x="1769" y="977"/>
                  </a:cubicBezTo>
                  <a:cubicBezTo>
                    <a:pt x="1961" y="881"/>
                    <a:pt x="1961" y="881"/>
                    <a:pt x="1961" y="881"/>
                  </a:cubicBezTo>
                  <a:lnTo>
                    <a:pt x="1762" y="785"/>
                  </a:lnTo>
                  <a:close/>
                  <a:moveTo>
                    <a:pt x="2000" y="283"/>
                  </a:moveTo>
                  <a:lnTo>
                    <a:pt x="2000" y="283"/>
                  </a:lnTo>
                  <a:cubicBezTo>
                    <a:pt x="1325" y="283"/>
                    <a:pt x="1325" y="283"/>
                    <a:pt x="1325" y="283"/>
                  </a:cubicBezTo>
                  <a:cubicBezTo>
                    <a:pt x="1569" y="405"/>
                    <a:pt x="1569" y="405"/>
                    <a:pt x="1569" y="405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556" y="599"/>
                    <a:pt x="1556" y="599"/>
                    <a:pt x="1556" y="599"/>
                  </a:cubicBezTo>
                  <a:cubicBezTo>
                    <a:pt x="1762" y="502"/>
                    <a:pt x="1762" y="502"/>
                    <a:pt x="1762" y="502"/>
                  </a:cubicBezTo>
                  <a:cubicBezTo>
                    <a:pt x="2000" y="624"/>
                    <a:pt x="2000" y="624"/>
                    <a:pt x="2000" y="624"/>
                  </a:cubicBezTo>
                  <a:lnTo>
                    <a:pt x="2000" y="283"/>
                  </a:lnTo>
                  <a:close/>
                </a:path>
              </a:pathLst>
            </a:custGeom>
            <a:solidFill>
              <a:schemeClr val="tx1">
                <a:lumMod val="85000"/>
              </a:schemeClr>
            </a:solidFill>
            <a:ln>
              <a:noFill/>
            </a:ln>
          </p:spPr>
          <p:txBody>
            <a:bodyPr spcFirstLastPara="1" wrap="square" lIns="121875" tIns="60925" rIns="121875" bIns="609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333"/>
                <a:buFont typeface="Arial"/>
                <a:buNone/>
                <a:tabLst/>
                <a:defRPr/>
              </a:pPr>
              <a:r>
                <a:rPr kumimoji="0" lang="en-US" sz="1333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`</a:t>
              </a:r>
              <a:endParaRPr kumimoji="0" sz="1333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110;p4">
              <a:extLst>
                <a:ext uri="{FF2B5EF4-FFF2-40B4-BE49-F238E27FC236}">
                  <a16:creationId xmlns:a16="http://schemas.microsoft.com/office/drawing/2014/main" id="{6F8BF282-6790-D89C-50DC-60665FD0B856}"/>
                </a:ext>
              </a:extLst>
            </p:cNvPr>
            <p:cNvSpPr txBox="1"/>
            <p:nvPr/>
          </p:nvSpPr>
          <p:spPr>
            <a:xfrm>
              <a:off x="4711234" y="5953304"/>
              <a:ext cx="1918036" cy="23084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  <a:tabLst/>
                <a:defRPr/>
              </a:pPr>
              <a:r>
                <a:rPr kumimoji="0" 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Campus / Factory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" name="Google Shape;2111;p4">
            <a:extLst>
              <a:ext uri="{FF2B5EF4-FFF2-40B4-BE49-F238E27FC236}">
                <a16:creationId xmlns:a16="http://schemas.microsoft.com/office/drawing/2014/main" id="{4531BB24-7167-FB4D-38E3-40F53219D868}"/>
              </a:ext>
            </a:extLst>
          </p:cNvPr>
          <p:cNvGrpSpPr/>
          <p:nvPr/>
        </p:nvGrpSpPr>
        <p:grpSpPr>
          <a:xfrm>
            <a:off x="744893" y="5542980"/>
            <a:ext cx="1917911" cy="777772"/>
            <a:chOff x="1007774" y="5401700"/>
            <a:chExt cx="1918036" cy="777822"/>
          </a:xfrm>
        </p:grpSpPr>
        <p:sp>
          <p:nvSpPr>
            <p:cNvPr id="197" name="Google Shape;2112;p4">
              <a:extLst>
                <a:ext uri="{FF2B5EF4-FFF2-40B4-BE49-F238E27FC236}">
                  <a16:creationId xmlns:a16="http://schemas.microsoft.com/office/drawing/2014/main" id="{1D3E7CAA-95D5-5E0E-3817-02C45BF2F96C}"/>
                </a:ext>
              </a:extLst>
            </p:cNvPr>
            <p:cNvSpPr txBox="1"/>
            <p:nvPr/>
          </p:nvSpPr>
          <p:spPr>
            <a:xfrm>
              <a:off x="1007774" y="5948675"/>
              <a:ext cx="1918036" cy="23084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  <a:tabLst/>
                <a:defRPr/>
              </a:pPr>
              <a:r>
                <a:rPr kumimoji="0" 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Small Branch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2113;p4">
              <a:extLst>
                <a:ext uri="{FF2B5EF4-FFF2-40B4-BE49-F238E27FC236}">
                  <a16:creationId xmlns:a16="http://schemas.microsoft.com/office/drawing/2014/main" id="{F4948CF6-46C9-02E7-4F74-4DEF865F88F8}"/>
                </a:ext>
              </a:extLst>
            </p:cNvPr>
            <p:cNvSpPr/>
            <p:nvPr/>
          </p:nvSpPr>
          <p:spPr>
            <a:xfrm>
              <a:off x="1577120" y="5401700"/>
              <a:ext cx="764440" cy="499414"/>
            </a:xfrm>
            <a:prstGeom prst="roundRect">
              <a:avLst>
                <a:gd name="adj" fmla="val 9976"/>
              </a:avLst>
            </a:prstGeom>
            <a:solidFill>
              <a:schemeClr val="bg1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2114;p4">
              <a:extLst>
                <a:ext uri="{FF2B5EF4-FFF2-40B4-BE49-F238E27FC236}">
                  <a16:creationId xmlns:a16="http://schemas.microsoft.com/office/drawing/2014/main" id="{4F6548C6-1C86-5620-03F4-CCCBC245354E}"/>
                </a:ext>
              </a:extLst>
            </p:cNvPr>
            <p:cNvSpPr/>
            <p:nvPr/>
          </p:nvSpPr>
          <p:spPr>
            <a:xfrm>
              <a:off x="1888632" y="5458681"/>
              <a:ext cx="200492" cy="135073"/>
            </a:xfrm>
            <a:custGeom>
              <a:avLst/>
              <a:gdLst/>
              <a:ahLst/>
              <a:cxnLst/>
              <a:rect l="l" t="t" r="r" b="b"/>
              <a:pathLst>
                <a:path w="2574" h="1738" extrusionOk="0">
                  <a:moveTo>
                    <a:pt x="2573" y="1093"/>
                  </a:moveTo>
                  <a:lnTo>
                    <a:pt x="2573" y="1093"/>
                  </a:lnTo>
                  <a:cubicBezTo>
                    <a:pt x="2573" y="1447"/>
                    <a:pt x="1994" y="1737"/>
                    <a:pt x="1287" y="1737"/>
                  </a:cubicBezTo>
                  <a:cubicBezTo>
                    <a:pt x="579" y="1737"/>
                    <a:pt x="0" y="1447"/>
                    <a:pt x="0" y="109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0" y="1106"/>
                    <a:pt x="579" y="1396"/>
                    <a:pt x="1287" y="1396"/>
                  </a:cubicBezTo>
                  <a:cubicBezTo>
                    <a:pt x="1994" y="1396"/>
                    <a:pt x="2573" y="1106"/>
                    <a:pt x="2573" y="753"/>
                  </a:cubicBezTo>
                  <a:lnTo>
                    <a:pt x="2573" y="1093"/>
                  </a:lnTo>
                  <a:close/>
                  <a:moveTo>
                    <a:pt x="2573" y="644"/>
                  </a:moveTo>
                  <a:lnTo>
                    <a:pt x="2573" y="644"/>
                  </a:lnTo>
                  <a:cubicBezTo>
                    <a:pt x="2573" y="997"/>
                    <a:pt x="1994" y="1286"/>
                    <a:pt x="1287" y="1286"/>
                  </a:cubicBezTo>
                  <a:cubicBezTo>
                    <a:pt x="579" y="1286"/>
                    <a:pt x="0" y="997"/>
                    <a:pt x="0" y="644"/>
                  </a:cubicBezTo>
                  <a:cubicBezTo>
                    <a:pt x="0" y="283"/>
                    <a:pt x="579" y="0"/>
                    <a:pt x="1287" y="0"/>
                  </a:cubicBezTo>
                  <a:cubicBezTo>
                    <a:pt x="1994" y="0"/>
                    <a:pt x="2573" y="283"/>
                    <a:pt x="2573" y="644"/>
                  </a:cubicBezTo>
                  <a:close/>
                  <a:moveTo>
                    <a:pt x="1248" y="997"/>
                  </a:moveTo>
                  <a:lnTo>
                    <a:pt x="1248" y="997"/>
                  </a:lnTo>
                  <a:cubicBezTo>
                    <a:pt x="1004" y="881"/>
                    <a:pt x="1004" y="881"/>
                    <a:pt x="1004" y="881"/>
                  </a:cubicBezTo>
                  <a:cubicBezTo>
                    <a:pt x="1203" y="779"/>
                    <a:pt x="1203" y="779"/>
                    <a:pt x="1203" y="779"/>
                  </a:cubicBezTo>
                  <a:cubicBezTo>
                    <a:pt x="1017" y="682"/>
                    <a:pt x="1017" y="682"/>
                    <a:pt x="1017" y="682"/>
                  </a:cubicBezTo>
                  <a:cubicBezTo>
                    <a:pt x="811" y="785"/>
                    <a:pt x="811" y="785"/>
                    <a:pt x="811" y="785"/>
                  </a:cubicBezTo>
                  <a:cubicBezTo>
                    <a:pt x="573" y="663"/>
                    <a:pt x="573" y="663"/>
                    <a:pt x="573" y="663"/>
                  </a:cubicBezTo>
                  <a:cubicBezTo>
                    <a:pt x="573" y="997"/>
                    <a:pt x="573" y="997"/>
                    <a:pt x="573" y="997"/>
                  </a:cubicBezTo>
                  <a:lnTo>
                    <a:pt x="1248" y="997"/>
                  </a:lnTo>
                  <a:close/>
                  <a:moveTo>
                    <a:pt x="1248" y="283"/>
                  </a:moveTo>
                  <a:lnTo>
                    <a:pt x="1248" y="283"/>
                  </a:lnTo>
                  <a:cubicBezTo>
                    <a:pt x="1004" y="405"/>
                    <a:pt x="1004" y="405"/>
                    <a:pt x="1004" y="405"/>
                  </a:cubicBezTo>
                  <a:cubicBezTo>
                    <a:pt x="804" y="302"/>
                    <a:pt x="804" y="302"/>
                    <a:pt x="804" y="302"/>
                  </a:cubicBezTo>
                  <a:cubicBezTo>
                    <a:pt x="611" y="399"/>
                    <a:pt x="611" y="399"/>
                    <a:pt x="611" y="399"/>
                  </a:cubicBezTo>
                  <a:cubicBezTo>
                    <a:pt x="811" y="502"/>
                    <a:pt x="811" y="502"/>
                    <a:pt x="811" y="502"/>
                  </a:cubicBezTo>
                  <a:cubicBezTo>
                    <a:pt x="573" y="624"/>
                    <a:pt x="573" y="624"/>
                    <a:pt x="573" y="624"/>
                  </a:cubicBezTo>
                  <a:cubicBezTo>
                    <a:pt x="1248" y="624"/>
                    <a:pt x="1248" y="624"/>
                    <a:pt x="1248" y="624"/>
                  </a:cubicBezTo>
                  <a:lnTo>
                    <a:pt x="1248" y="283"/>
                  </a:lnTo>
                  <a:close/>
                  <a:moveTo>
                    <a:pt x="1762" y="785"/>
                  </a:moveTo>
                  <a:lnTo>
                    <a:pt x="1762" y="785"/>
                  </a:lnTo>
                  <a:cubicBezTo>
                    <a:pt x="2000" y="663"/>
                    <a:pt x="2000" y="663"/>
                    <a:pt x="2000" y="663"/>
                  </a:cubicBezTo>
                  <a:cubicBezTo>
                    <a:pt x="1325" y="663"/>
                    <a:pt x="1325" y="663"/>
                    <a:pt x="1325" y="663"/>
                  </a:cubicBezTo>
                  <a:cubicBezTo>
                    <a:pt x="1325" y="997"/>
                    <a:pt x="1325" y="997"/>
                    <a:pt x="1325" y="997"/>
                  </a:cubicBezTo>
                  <a:cubicBezTo>
                    <a:pt x="1569" y="881"/>
                    <a:pt x="1569" y="881"/>
                    <a:pt x="1569" y="881"/>
                  </a:cubicBezTo>
                  <a:cubicBezTo>
                    <a:pt x="1769" y="977"/>
                    <a:pt x="1769" y="977"/>
                    <a:pt x="1769" y="977"/>
                  </a:cubicBezTo>
                  <a:cubicBezTo>
                    <a:pt x="1961" y="881"/>
                    <a:pt x="1961" y="881"/>
                    <a:pt x="1961" y="881"/>
                  </a:cubicBezTo>
                  <a:lnTo>
                    <a:pt x="1762" y="785"/>
                  </a:lnTo>
                  <a:close/>
                  <a:moveTo>
                    <a:pt x="2000" y="283"/>
                  </a:moveTo>
                  <a:lnTo>
                    <a:pt x="2000" y="283"/>
                  </a:lnTo>
                  <a:cubicBezTo>
                    <a:pt x="1325" y="283"/>
                    <a:pt x="1325" y="283"/>
                    <a:pt x="1325" y="283"/>
                  </a:cubicBezTo>
                  <a:cubicBezTo>
                    <a:pt x="1569" y="405"/>
                    <a:pt x="1569" y="405"/>
                    <a:pt x="1569" y="405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556" y="599"/>
                    <a:pt x="1556" y="599"/>
                    <a:pt x="1556" y="599"/>
                  </a:cubicBezTo>
                  <a:cubicBezTo>
                    <a:pt x="1762" y="502"/>
                    <a:pt x="1762" y="502"/>
                    <a:pt x="1762" y="502"/>
                  </a:cubicBezTo>
                  <a:cubicBezTo>
                    <a:pt x="2000" y="624"/>
                    <a:pt x="2000" y="624"/>
                    <a:pt x="2000" y="624"/>
                  </a:cubicBezTo>
                  <a:lnTo>
                    <a:pt x="2000" y="283"/>
                  </a:lnTo>
                  <a:close/>
                </a:path>
              </a:pathLst>
            </a:custGeom>
            <a:solidFill>
              <a:schemeClr val="tx1">
                <a:lumMod val="85000"/>
              </a:schemeClr>
            </a:solidFill>
            <a:ln>
              <a:noFill/>
            </a:ln>
          </p:spPr>
          <p:txBody>
            <a:bodyPr spcFirstLastPara="1" wrap="square" lIns="121875" tIns="60925" rIns="121875" bIns="609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333"/>
                <a:buFont typeface="Arial"/>
                <a:buNone/>
                <a:tabLst/>
                <a:defRPr/>
              </a:pPr>
              <a:r>
                <a:rPr kumimoji="0" lang="en-US" sz="1333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`</a:t>
              </a:r>
              <a:endParaRPr kumimoji="0" sz="1333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0" name="Google Shape;2115;p4">
              <a:extLst>
                <a:ext uri="{FF2B5EF4-FFF2-40B4-BE49-F238E27FC236}">
                  <a16:creationId xmlns:a16="http://schemas.microsoft.com/office/drawing/2014/main" id="{EFC1A6FA-3B8F-044E-1A09-8858471E85FD}"/>
                </a:ext>
              </a:extLst>
            </p:cNvPr>
            <p:cNvGrpSpPr/>
            <p:nvPr/>
          </p:nvGrpSpPr>
          <p:grpSpPr>
            <a:xfrm>
              <a:off x="1715080" y="5644525"/>
              <a:ext cx="485286" cy="136766"/>
              <a:chOff x="7239836" y="5041248"/>
              <a:chExt cx="485286" cy="136766"/>
            </a:xfrm>
          </p:grpSpPr>
          <p:sp>
            <p:nvSpPr>
              <p:cNvPr id="201" name="Google Shape;2116;p4">
                <a:extLst>
                  <a:ext uri="{FF2B5EF4-FFF2-40B4-BE49-F238E27FC236}">
                    <a16:creationId xmlns:a16="http://schemas.microsoft.com/office/drawing/2014/main" id="{9A0F945A-5246-AC9F-7F64-72FD11C6D68C}"/>
                  </a:ext>
                </a:extLst>
              </p:cNvPr>
              <p:cNvSpPr/>
              <p:nvPr/>
            </p:nvSpPr>
            <p:spPr>
              <a:xfrm>
                <a:off x="7239836" y="5041249"/>
                <a:ext cx="201536" cy="136765"/>
              </a:xfrm>
              <a:custGeom>
                <a:avLst/>
                <a:gdLst/>
                <a:ahLst/>
                <a:cxnLst/>
                <a:rect l="l" t="t" r="r" b="b"/>
                <a:pathLst>
                  <a:path w="765809" h="519683" extrusionOk="0">
                    <a:moveTo>
                      <a:pt x="673799" y="360807"/>
                    </a:moveTo>
                    <a:cubicBezTo>
                      <a:pt x="665911" y="361018"/>
                      <a:pt x="659345" y="354794"/>
                      <a:pt x="659135" y="346905"/>
                    </a:cubicBezTo>
                    <a:cubicBezTo>
                      <a:pt x="659132" y="346777"/>
                      <a:pt x="659130" y="346648"/>
                      <a:pt x="659130" y="346519"/>
                    </a:cubicBezTo>
                    <a:lnTo>
                      <a:pt x="659130" y="61913"/>
                    </a:lnTo>
                    <a:cubicBezTo>
                      <a:pt x="659130" y="43501"/>
                      <a:pt x="644204" y="28575"/>
                      <a:pt x="625793" y="28575"/>
                    </a:cubicBezTo>
                    <a:lnTo>
                      <a:pt x="139637" y="28575"/>
                    </a:lnTo>
                    <a:cubicBezTo>
                      <a:pt x="121225" y="28575"/>
                      <a:pt x="106299" y="43501"/>
                      <a:pt x="106299" y="61913"/>
                    </a:cubicBezTo>
                    <a:lnTo>
                      <a:pt x="106299" y="346519"/>
                    </a:lnTo>
                    <a:cubicBezTo>
                      <a:pt x="106299" y="354410"/>
                      <a:pt x="99902" y="360807"/>
                      <a:pt x="92012" y="360807"/>
                    </a:cubicBezTo>
                    <a:cubicBezTo>
                      <a:pt x="84121" y="360807"/>
                      <a:pt x="77724" y="354410"/>
                      <a:pt x="77724" y="346519"/>
                    </a:cubicBezTo>
                    <a:lnTo>
                      <a:pt x="77724" y="61913"/>
                    </a:lnTo>
                    <a:cubicBezTo>
                      <a:pt x="77724" y="27719"/>
                      <a:pt x="105443" y="0"/>
                      <a:pt x="139637" y="0"/>
                    </a:cubicBezTo>
                    <a:lnTo>
                      <a:pt x="626174" y="0"/>
                    </a:lnTo>
                    <a:cubicBezTo>
                      <a:pt x="660367" y="0"/>
                      <a:pt x="688086" y="27719"/>
                      <a:pt x="688086" y="61913"/>
                    </a:cubicBezTo>
                    <a:lnTo>
                      <a:pt x="688086" y="346519"/>
                    </a:lnTo>
                    <a:cubicBezTo>
                      <a:pt x="688086" y="354410"/>
                      <a:pt x="681689" y="360807"/>
                      <a:pt x="673799" y="360807"/>
                    </a:cubicBezTo>
                    <a:close/>
                    <a:moveTo>
                      <a:pt x="765810" y="467296"/>
                    </a:moveTo>
                    <a:lnTo>
                      <a:pt x="765810" y="441674"/>
                    </a:lnTo>
                    <a:cubicBezTo>
                      <a:pt x="765753" y="412763"/>
                      <a:pt x="742334" y="389339"/>
                      <a:pt x="713423" y="389287"/>
                    </a:cubicBezTo>
                    <a:lnTo>
                      <a:pt x="52388" y="389287"/>
                    </a:lnTo>
                    <a:cubicBezTo>
                      <a:pt x="23476" y="389339"/>
                      <a:pt x="52" y="412763"/>
                      <a:pt x="0" y="441674"/>
                    </a:cubicBezTo>
                    <a:lnTo>
                      <a:pt x="0" y="467296"/>
                    </a:lnTo>
                    <a:cubicBezTo>
                      <a:pt x="0" y="496230"/>
                      <a:pt x="23454" y="519684"/>
                      <a:pt x="52388" y="519684"/>
                    </a:cubicBezTo>
                    <a:lnTo>
                      <a:pt x="713423" y="519684"/>
                    </a:lnTo>
                    <a:cubicBezTo>
                      <a:pt x="742356" y="519684"/>
                      <a:pt x="765810" y="496230"/>
                      <a:pt x="765810" y="467296"/>
                    </a:cubicBezTo>
                    <a:close/>
                    <a:moveTo>
                      <a:pt x="713423" y="417862"/>
                    </a:moveTo>
                    <a:cubicBezTo>
                      <a:pt x="726552" y="417914"/>
                      <a:pt x="737183" y="428545"/>
                      <a:pt x="737235" y="441674"/>
                    </a:cubicBezTo>
                    <a:lnTo>
                      <a:pt x="737235" y="467296"/>
                    </a:lnTo>
                    <a:cubicBezTo>
                      <a:pt x="737183" y="480426"/>
                      <a:pt x="726552" y="491057"/>
                      <a:pt x="713423" y="491109"/>
                    </a:cubicBezTo>
                    <a:lnTo>
                      <a:pt x="52388" y="491109"/>
                    </a:lnTo>
                    <a:cubicBezTo>
                      <a:pt x="39258" y="491057"/>
                      <a:pt x="28627" y="480426"/>
                      <a:pt x="28575" y="467296"/>
                    </a:cubicBezTo>
                    <a:lnTo>
                      <a:pt x="28575" y="441674"/>
                    </a:lnTo>
                    <a:cubicBezTo>
                      <a:pt x="28627" y="428545"/>
                      <a:pt x="39258" y="417914"/>
                      <a:pt x="52388" y="417862"/>
                    </a:cubicBezTo>
                    <a:close/>
                    <a:moveTo>
                      <a:pt x="382905" y="435483"/>
                    </a:moveTo>
                    <a:cubicBezTo>
                      <a:pt x="372384" y="435483"/>
                      <a:pt x="363855" y="444012"/>
                      <a:pt x="363855" y="454533"/>
                    </a:cubicBezTo>
                    <a:cubicBezTo>
                      <a:pt x="363855" y="465054"/>
                      <a:pt x="372384" y="473583"/>
                      <a:pt x="382905" y="473583"/>
                    </a:cubicBezTo>
                    <a:cubicBezTo>
                      <a:pt x="393426" y="473583"/>
                      <a:pt x="401955" y="465054"/>
                      <a:pt x="401955" y="454533"/>
                    </a:cubicBezTo>
                    <a:cubicBezTo>
                      <a:pt x="401955" y="444012"/>
                      <a:pt x="393426" y="435483"/>
                      <a:pt x="382905" y="43548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" name="Google Shape;2117;p4">
                <a:extLst>
                  <a:ext uri="{FF2B5EF4-FFF2-40B4-BE49-F238E27FC236}">
                    <a16:creationId xmlns:a16="http://schemas.microsoft.com/office/drawing/2014/main" id="{EDF1FE3D-8AFF-F8FC-94B3-60A58D40F32E}"/>
                  </a:ext>
                </a:extLst>
              </p:cNvPr>
              <p:cNvSpPr/>
              <p:nvPr/>
            </p:nvSpPr>
            <p:spPr>
              <a:xfrm>
                <a:off x="7523586" y="5041248"/>
                <a:ext cx="201536" cy="136765"/>
              </a:xfrm>
              <a:custGeom>
                <a:avLst/>
                <a:gdLst/>
                <a:ahLst/>
                <a:cxnLst/>
                <a:rect l="l" t="t" r="r" b="b"/>
                <a:pathLst>
                  <a:path w="765809" h="519683" extrusionOk="0">
                    <a:moveTo>
                      <a:pt x="673799" y="360807"/>
                    </a:moveTo>
                    <a:cubicBezTo>
                      <a:pt x="665911" y="361018"/>
                      <a:pt x="659345" y="354794"/>
                      <a:pt x="659135" y="346905"/>
                    </a:cubicBezTo>
                    <a:cubicBezTo>
                      <a:pt x="659132" y="346777"/>
                      <a:pt x="659130" y="346648"/>
                      <a:pt x="659130" y="346519"/>
                    </a:cubicBezTo>
                    <a:lnTo>
                      <a:pt x="659130" y="61913"/>
                    </a:lnTo>
                    <a:cubicBezTo>
                      <a:pt x="659130" y="43501"/>
                      <a:pt x="644204" y="28575"/>
                      <a:pt x="625793" y="28575"/>
                    </a:cubicBezTo>
                    <a:lnTo>
                      <a:pt x="139637" y="28575"/>
                    </a:lnTo>
                    <a:cubicBezTo>
                      <a:pt x="121225" y="28575"/>
                      <a:pt x="106299" y="43501"/>
                      <a:pt x="106299" y="61913"/>
                    </a:cubicBezTo>
                    <a:lnTo>
                      <a:pt x="106299" y="346519"/>
                    </a:lnTo>
                    <a:cubicBezTo>
                      <a:pt x="106299" y="354410"/>
                      <a:pt x="99902" y="360807"/>
                      <a:pt x="92012" y="360807"/>
                    </a:cubicBezTo>
                    <a:cubicBezTo>
                      <a:pt x="84121" y="360807"/>
                      <a:pt x="77724" y="354410"/>
                      <a:pt x="77724" y="346519"/>
                    </a:cubicBezTo>
                    <a:lnTo>
                      <a:pt x="77724" y="61913"/>
                    </a:lnTo>
                    <a:cubicBezTo>
                      <a:pt x="77724" y="27719"/>
                      <a:pt x="105443" y="0"/>
                      <a:pt x="139637" y="0"/>
                    </a:cubicBezTo>
                    <a:lnTo>
                      <a:pt x="626174" y="0"/>
                    </a:lnTo>
                    <a:cubicBezTo>
                      <a:pt x="660367" y="0"/>
                      <a:pt x="688086" y="27719"/>
                      <a:pt x="688086" y="61913"/>
                    </a:cubicBezTo>
                    <a:lnTo>
                      <a:pt x="688086" y="346519"/>
                    </a:lnTo>
                    <a:cubicBezTo>
                      <a:pt x="688086" y="354410"/>
                      <a:pt x="681689" y="360807"/>
                      <a:pt x="673799" y="360807"/>
                    </a:cubicBezTo>
                    <a:close/>
                    <a:moveTo>
                      <a:pt x="765810" y="467296"/>
                    </a:moveTo>
                    <a:lnTo>
                      <a:pt x="765810" y="441674"/>
                    </a:lnTo>
                    <a:cubicBezTo>
                      <a:pt x="765753" y="412763"/>
                      <a:pt x="742334" y="389339"/>
                      <a:pt x="713423" y="389287"/>
                    </a:cubicBezTo>
                    <a:lnTo>
                      <a:pt x="52388" y="389287"/>
                    </a:lnTo>
                    <a:cubicBezTo>
                      <a:pt x="23476" y="389339"/>
                      <a:pt x="52" y="412763"/>
                      <a:pt x="0" y="441674"/>
                    </a:cubicBezTo>
                    <a:lnTo>
                      <a:pt x="0" y="467296"/>
                    </a:lnTo>
                    <a:cubicBezTo>
                      <a:pt x="0" y="496230"/>
                      <a:pt x="23454" y="519684"/>
                      <a:pt x="52388" y="519684"/>
                    </a:cubicBezTo>
                    <a:lnTo>
                      <a:pt x="713423" y="519684"/>
                    </a:lnTo>
                    <a:cubicBezTo>
                      <a:pt x="742356" y="519684"/>
                      <a:pt x="765810" y="496230"/>
                      <a:pt x="765810" y="467296"/>
                    </a:cubicBezTo>
                    <a:close/>
                    <a:moveTo>
                      <a:pt x="713423" y="417862"/>
                    </a:moveTo>
                    <a:cubicBezTo>
                      <a:pt x="726552" y="417914"/>
                      <a:pt x="737183" y="428545"/>
                      <a:pt x="737235" y="441674"/>
                    </a:cubicBezTo>
                    <a:lnTo>
                      <a:pt x="737235" y="467296"/>
                    </a:lnTo>
                    <a:cubicBezTo>
                      <a:pt x="737183" y="480426"/>
                      <a:pt x="726552" y="491057"/>
                      <a:pt x="713423" y="491109"/>
                    </a:cubicBezTo>
                    <a:lnTo>
                      <a:pt x="52388" y="491109"/>
                    </a:lnTo>
                    <a:cubicBezTo>
                      <a:pt x="39258" y="491057"/>
                      <a:pt x="28627" y="480426"/>
                      <a:pt x="28575" y="467296"/>
                    </a:cubicBezTo>
                    <a:lnTo>
                      <a:pt x="28575" y="441674"/>
                    </a:lnTo>
                    <a:cubicBezTo>
                      <a:pt x="28627" y="428545"/>
                      <a:pt x="39258" y="417914"/>
                      <a:pt x="52388" y="417862"/>
                    </a:cubicBezTo>
                    <a:close/>
                    <a:moveTo>
                      <a:pt x="382905" y="435483"/>
                    </a:moveTo>
                    <a:cubicBezTo>
                      <a:pt x="372384" y="435483"/>
                      <a:pt x="363855" y="444012"/>
                      <a:pt x="363855" y="454533"/>
                    </a:cubicBezTo>
                    <a:cubicBezTo>
                      <a:pt x="363855" y="465054"/>
                      <a:pt x="372384" y="473583"/>
                      <a:pt x="382905" y="473583"/>
                    </a:cubicBezTo>
                    <a:cubicBezTo>
                      <a:pt x="393426" y="473583"/>
                      <a:pt x="401955" y="465054"/>
                      <a:pt x="401955" y="454533"/>
                    </a:cubicBezTo>
                    <a:cubicBezTo>
                      <a:pt x="401955" y="444012"/>
                      <a:pt x="393426" y="435483"/>
                      <a:pt x="382905" y="43548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7" name="Google Shape;2118;p4">
            <a:extLst>
              <a:ext uri="{FF2B5EF4-FFF2-40B4-BE49-F238E27FC236}">
                <a16:creationId xmlns:a16="http://schemas.microsoft.com/office/drawing/2014/main" id="{7B4CF5C3-C430-9686-E5FE-D9C7D3AB5EC1}"/>
              </a:ext>
            </a:extLst>
          </p:cNvPr>
          <p:cNvGrpSpPr/>
          <p:nvPr/>
        </p:nvGrpSpPr>
        <p:grpSpPr>
          <a:xfrm>
            <a:off x="2621803" y="5443114"/>
            <a:ext cx="1917911" cy="878663"/>
            <a:chOff x="2884806" y="5301829"/>
            <a:chExt cx="1918036" cy="878719"/>
          </a:xfrm>
        </p:grpSpPr>
        <p:sp>
          <p:nvSpPr>
            <p:cNvPr id="191" name="Google Shape;2119;p4">
              <a:extLst>
                <a:ext uri="{FF2B5EF4-FFF2-40B4-BE49-F238E27FC236}">
                  <a16:creationId xmlns:a16="http://schemas.microsoft.com/office/drawing/2014/main" id="{E088CF99-09A9-77A6-919D-EE26D5778004}"/>
                </a:ext>
              </a:extLst>
            </p:cNvPr>
            <p:cNvSpPr/>
            <p:nvPr/>
          </p:nvSpPr>
          <p:spPr>
            <a:xfrm>
              <a:off x="3385283" y="5301829"/>
              <a:ext cx="911089" cy="595221"/>
            </a:xfrm>
            <a:prstGeom prst="roundRect">
              <a:avLst>
                <a:gd name="adj" fmla="val 9976"/>
              </a:avLst>
            </a:prstGeom>
            <a:solidFill>
              <a:schemeClr val="bg1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2120;p4">
              <a:extLst>
                <a:ext uri="{FF2B5EF4-FFF2-40B4-BE49-F238E27FC236}">
                  <a16:creationId xmlns:a16="http://schemas.microsoft.com/office/drawing/2014/main" id="{3D4721D2-F077-3BAE-E5E5-31F7DBBC6E6F}"/>
                </a:ext>
              </a:extLst>
            </p:cNvPr>
            <p:cNvSpPr/>
            <p:nvPr/>
          </p:nvSpPr>
          <p:spPr>
            <a:xfrm>
              <a:off x="3765286" y="5637905"/>
              <a:ext cx="172747" cy="168002"/>
            </a:xfrm>
            <a:custGeom>
              <a:avLst/>
              <a:gdLst/>
              <a:ahLst/>
              <a:cxnLst/>
              <a:rect l="l" t="t" r="r" b="b"/>
              <a:pathLst>
                <a:path w="545673" h="474383" extrusionOk="0">
                  <a:moveTo>
                    <a:pt x="541414" y="332110"/>
                  </a:moveTo>
                  <a:lnTo>
                    <a:pt x="213676" y="4448"/>
                  </a:lnTo>
                  <a:cubicBezTo>
                    <a:pt x="207745" y="-1483"/>
                    <a:pt x="198087" y="-1483"/>
                    <a:pt x="192156" y="4448"/>
                  </a:cubicBezTo>
                  <a:lnTo>
                    <a:pt x="51100" y="145505"/>
                  </a:lnTo>
                  <a:cubicBezTo>
                    <a:pt x="48210" y="148395"/>
                    <a:pt x="46613" y="152197"/>
                    <a:pt x="46613" y="156227"/>
                  </a:cubicBezTo>
                  <a:cubicBezTo>
                    <a:pt x="46613" y="160257"/>
                    <a:pt x="48210" y="164135"/>
                    <a:pt x="51100" y="166949"/>
                  </a:cubicBezTo>
                  <a:lnTo>
                    <a:pt x="172233" y="288082"/>
                  </a:lnTo>
                  <a:lnTo>
                    <a:pt x="100755" y="359561"/>
                  </a:lnTo>
                  <a:lnTo>
                    <a:pt x="30417" y="359561"/>
                  </a:lnTo>
                  <a:lnTo>
                    <a:pt x="30417" y="278729"/>
                  </a:lnTo>
                  <a:cubicBezTo>
                    <a:pt x="30417" y="270365"/>
                    <a:pt x="23573" y="263521"/>
                    <a:pt x="15208" y="263521"/>
                  </a:cubicBezTo>
                  <a:cubicBezTo>
                    <a:pt x="6844" y="263521"/>
                    <a:pt x="0" y="270365"/>
                    <a:pt x="0" y="278729"/>
                  </a:cubicBezTo>
                  <a:lnTo>
                    <a:pt x="0" y="459175"/>
                  </a:lnTo>
                  <a:cubicBezTo>
                    <a:pt x="0" y="467540"/>
                    <a:pt x="6844" y="474384"/>
                    <a:pt x="15208" y="474384"/>
                  </a:cubicBezTo>
                  <a:cubicBezTo>
                    <a:pt x="23573" y="474384"/>
                    <a:pt x="30417" y="467540"/>
                    <a:pt x="30417" y="459175"/>
                  </a:cubicBezTo>
                  <a:lnTo>
                    <a:pt x="30417" y="389978"/>
                  </a:lnTo>
                  <a:lnTo>
                    <a:pt x="106990" y="389978"/>
                  </a:lnTo>
                  <a:cubicBezTo>
                    <a:pt x="111020" y="389978"/>
                    <a:pt x="114898" y="388381"/>
                    <a:pt x="117712" y="385491"/>
                  </a:cubicBezTo>
                  <a:lnTo>
                    <a:pt x="193677" y="309526"/>
                  </a:lnTo>
                  <a:lnTo>
                    <a:pt x="316864" y="432713"/>
                  </a:lnTo>
                  <a:cubicBezTo>
                    <a:pt x="319830" y="435679"/>
                    <a:pt x="323708" y="437199"/>
                    <a:pt x="327586" y="437199"/>
                  </a:cubicBezTo>
                  <a:cubicBezTo>
                    <a:pt x="331464" y="437199"/>
                    <a:pt x="335342" y="435679"/>
                    <a:pt x="338308" y="432713"/>
                  </a:cubicBezTo>
                  <a:lnTo>
                    <a:pt x="398760" y="372260"/>
                  </a:lnTo>
                  <a:cubicBezTo>
                    <a:pt x="402638" y="368382"/>
                    <a:pt x="407885" y="366025"/>
                    <a:pt x="413360" y="365645"/>
                  </a:cubicBezTo>
                  <a:lnTo>
                    <a:pt x="531452" y="357888"/>
                  </a:lnTo>
                  <a:cubicBezTo>
                    <a:pt x="537384" y="357508"/>
                    <a:pt x="542554" y="353630"/>
                    <a:pt x="544683" y="348079"/>
                  </a:cubicBezTo>
                  <a:cubicBezTo>
                    <a:pt x="546813" y="342528"/>
                    <a:pt x="545444" y="336217"/>
                    <a:pt x="541186" y="331958"/>
                  </a:cubicBezTo>
                  <a:close/>
                  <a:moveTo>
                    <a:pt x="411535" y="335456"/>
                  </a:moveTo>
                  <a:cubicBezTo>
                    <a:pt x="398684" y="336293"/>
                    <a:pt x="386518" y="341768"/>
                    <a:pt x="377393" y="350969"/>
                  </a:cubicBezTo>
                  <a:lnTo>
                    <a:pt x="327738" y="400624"/>
                  </a:lnTo>
                  <a:lnTo>
                    <a:pt x="83341" y="156303"/>
                  </a:lnTo>
                  <a:lnTo>
                    <a:pt x="202954" y="36690"/>
                  </a:lnTo>
                  <a:lnTo>
                    <a:pt x="496169" y="329905"/>
                  </a:lnTo>
                  <a:lnTo>
                    <a:pt x="411535" y="335456"/>
                  </a:lnTo>
                  <a:close/>
                  <a:moveTo>
                    <a:pt x="311541" y="286333"/>
                  </a:moveTo>
                  <a:cubicBezTo>
                    <a:pt x="305610" y="280402"/>
                    <a:pt x="305306" y="270517"/>
                    <a:pt x="311237" y="264586"/>
                  </a:cubicBezTo>
                  <a:cubicBezTo>
                    <a:pt x="317168" y="258654"/>
                    <a:pt x="326521" y="258350"/>
                    <a:pt x="332452" y="264282"/>
                  </a:cubicBezTo>
                  <a:lnTo>
                    <a:pt x="332985" y="264814"/>
                  </a:lnTo>
                  <a:cubicBezTo>
                    <a:pt x="338916" y="270745"/>
                    <a:pt x="338916" y="280402"/>
                    <a:pt x="332985" y="286333"/>
                  </a:cubicBezTo>
                  <a:cubicBezTo>
                    <a:pt x="330019" y="289299"/>
                    <a:pt x="326141" y="290820"/>
                    <a:pt x="322263" y="290820"/>
                  </a:cubicBezTo>
                  <a:cubicBezTo>
                    <a:pt x="318385" y="290820"/>
                    <a:pt x="314507" y="289299"/>
                    <a:pt x="311541" y="286333"/>
                  </a:cubicBezTo>
                  <a:close/>
                  <a:moveTo>
                    <a:pt x="349181" y="323974"/>
                  </a:moveTo>
                  <a:cubicBezTo>
                    <a:pt x="343250" y="318043"/>
                    <a:pt x="343250" y="308385"/>
                    <a:pt x="349181" y="302454"/>
                  </a:cubicBezTo>
                  <a:cubicBezTo>
                    <a:pt x="355113" y="296523"/>
                    <a:pt x="364770" y="296523"/>
                    <a:pt x="370701" y="302454"/>
                  </a:cubicBezTo>
                  <a:lnTo>
                    <a:pt x="371233" y="302987"/>
                  </a:lnTo>
                  <a:cubicBezTo>
                    <a:pt x="377165" y="308918"/>
                    <a:pt x="377165" y="318575"/>
                    <a:pt x="371233" y="324506"/>
                  </a:cubicBezTo>
                  <a:cubicBezTo>
                    <a:pt x="368268" y="327472"/>
                    <a:pt x="364390" y="328993"/>
                    <a:pt x="360512" y="328993"/>
                  </a:cubicBezTo>
                  <a:cubicBezTo>
                    <a:pt x="356633" y="328993"/>
                    <a:pt x="352755" y="327472"/>
                    <a:pt x="349790" y="324506"/>
                  </a:cubicBezTo>
                  <a:lnTo>
                    <a:pt x="349257" y="323974"/>
                  </a:lnTo>
                  <a:close/>
                  <a:moveTo>
                    <a:pt x="180294" y="112123"/>
                  </a:moveTo>
                  <a:cubicBezTo>
                    <a:pt x="186225" y="118054"/>
                    <a:pt x="186225" y="127711"/>
                    <a:pt x="180294" y="133643"/>
                  </a:cubicBezTo>
                  <a:cubicBezTo>
                    <a:pt x="177328" y="136608"/>
                    <a:pt x="173450" y="138129"/>
                    <a:pt x="169572" y="138129"/>
                  </a:cubicBezTo>
                  <a:cubicBezTo>
                    <a:pt x="165694" y="138129"/>
                    <a:pt x="161816" y="136608"/>
                    <a:pt x="158850" y="133643"/>
                  </a:cubicBezTo>
                  <a:lnTo>
                    <a:pt x="158318" y="133110"/>
                  </a:lnTo>
                  <a:cubicBezTo>
                    <a:pt x="152387" y="127179"/>
                    <a:pt x="152387" y="117522"/>
                    <a:pt x="158318" y="111591"/>
                  </a:cubicBezTo>
                  <a:cubicBezTo>
                    <a:pt x="164249" y="105659"/>
                    <a:pt x="173906" y="105659"/>
                    <a:pt x="179838" y="111591"/>
                  </a:cubicBezTo>
                  <a:lnTo>
                    <a:pt x="180370" y="112123"/>
                  </a:lnTo>
                  <a:close/>
                  <a:moveTo>
                    <a:pt x="272760" y="247628"/>
                  </a:moveTo>
                  <a:cubicBezTo>
                    <a:pt x="266829" y="241697"/>
                    <a:pt x="266829" y="232040"/>
                    <a:pt x="272760" y="226109"/>
                  </a:cubicBezTo>
                  <a:cubicBezTo>
                    <a:pt x="278691" y="220178"/>
                    <a:pt x="288348" y="220178"/>
                    <a:pt x="294280" y="226109"/>
                  </a:cubicBezTo>
                  <a:lnTo>
                    <a:pt x="294812" y="226641"/>
                  </a:lnTo>
                  <a:cubicBezTo>
                    <a:pt x="300743" y="232572"/>
                    <a:pt x="300743" y="242230"/>
                    <a:pt x="294812" y="248161"/>
                  </a:cubicBezTo>
                  <a:cubicBezTo>
                    <a:pt x="291846" y="251126"/>
                    <a:pt x="287968" y="252647"/>
                    <a:pt x="284090" y="252647"/>
                  </a:cubicBezTo>
                  <a:cubicBezTo>
                    <a:pt x="280212" y="252647"/>
                    <a:pt x="276334" y="251126"/>
                    <a:pt x="273368" y="248161"/>
                  </a:cubicBezTo>
                  <a:lnTo>
                    <a:pt x="272836" y="247628"/>
                  </a:lnTo>
                  <a:close/>
                  <a:moveTo>
                    <a:pt x="196415" y="149763"/>
                  </a:moveTo>
                  <a:cubicBezTo>
                    <a:pt x="202346" y="143832"/>
                    <a:pt x="212003" y="143832"/>
                    <a:pt x="217934" y="149763"/>
                  </a:cubicBezTo>
                  <a:lnTo>
                    <a:pt x="218467" y="150296"/>
                  </a:lnTo>
                  <a:cubicBezTo>
                    <a:pt x="224398" y="156227"/>
                    <a:pt x="224398" y="165884"/>
                    <a:pt x="218467" y="171815"/>
                  </a:cubicBezTo>
                  <a:cubicBezTo>
                    <a:pt x="215501" y="174781"/>
                    <a:pt x="211623" y="176302"/>
                    <a:pt x="207745" y="176302"/>
                  </a:cubicBezTo>
                  <a:cubicBezTo>
                    <a:pt x="203867" y="176302"/>
                    <a:pt x="199988" y="174781"/>
                    <a:pt x="197023" y="171815"/>
                  </a:cubicBezTo>
                  <a:lnTo>
                    <a:pt x="196491" y="171283"/>
                  </a:lnTo>
                  <a:cubicBezTo>
                    <a:pt x="190559" y="165352"/>
                    <a:pt x="190559" y="155695"/>
                    <a:pt x="196491" y="149763"/>
                  </a:cubicBezTo>
                  <a:close/>
                  <a:moveTo>
                    <a:pt x="234587" y="209456"/>
                  </a:moveTo>
                  <a:cubicBezTo>
                    <a:pt x="228656" y="203525"/>
                    <a:pt x="228656" y="193867"/>
                    <a:pt x="234587" y="187936"/>
                  </a:cubicBezTo>
                  <a:cubicBezTo>
                    <a:pt x="240518" y="182005"/>
                    <a:pt x="250176" y="182005"/>
                    <a:pt x="256107" y="187936"/>
                  </a:cubicBezTo>
                  <a:lnTo>
                    <a:pt x="256639" y="188468"/>
                  </a:lnTo>
                  <a:cubicBezTo>
                    <a:pt x="262570" y="194400"/>
                    <a:pt x="262570" y="204057"/>
                    <a:pt x="256639" y="209988"/>
                  </a:cubicBezTo>
                  <a:cubicBezTo>
                    <a:pt x="253674" y="212954"/>
                    <a:pt x="249796" y="214474"/>
                    <a:pt x="245917" y="214474"/>
                  </a:cubicBezTo>
                  <a:cubicBezTo>
                    <a:pt x="242039" y="214474"/>
                    <a:pt x="238161" y="212954"/>
                    <a:pt x="235196" y="209988"/>
                  </a:cubicBezTo>
                  <a:lnTo>
                    <a:pt x="234663" y="209456"/>
                  </a:lnTo>
                  <a:close/>
                  <a:moveTo>
                    <a:pt x="478908" y="407924"/>
                  </a:moveTo>
                  <a:cubicBezTo>
                    <a:pt x="467045" y="428151"/>
                    <a:pt x="445146" y="441686"/>
                    <a:pt x="420052" y="441686"/>
                  </a:cubicBezTo>
                  <a:cubicBezTo>
                    <a:pt x="411839" y="441686"/>
                    <a:pt x="403931" y="440241"/>
                    <a:pt x="396631" y="437580"/>
                  </a:cubicBezTo>
                  <a:cubicBezTo>
                    <a:pt x="386137" y="433778"/>
                    <a:pt x="383172" y="420394"/>
                    <a:pt x="391080" y="412486"/>
                  </a:cubicBezTo>
                  <a:lnTo>
                    <a:pt x="410927" y="392639"/>
                  </a:lnTo>
                  <a:cubicBezTo>
                    <a:pt x="413512" y="390054"/>
                    <a:pt x="417010" y="388457"/>
                    <a:pt x="420660" y="388229"/>
                  </a:cubicBezTo>
                  <a:lnTo>
                    <a:pt x="464536" y="385339"/>
                  </a:lnTo>
                  <a:cubicBezTo>
                    <a:pt x="476551" y="384579"/>
                    <a:pt x="484915" y="397506"/>
                    <a:pt x="478832" y="40792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2121;p4">
              <a:extLst>
                <a:ext uri="{FF2B5EF4-FFF2-40B4-BE49-F238E27FC236}">
                  <a16:creationId xmlns:a16="http://schemas.microsoft.com/office/drawing/2014/main" id="{9FB99FBE-D451-E4C8-AA03-B72BC38661DC}"/>
                </a:ext>
              </a:extLst>
            </p:cNvPr>
            <p:cNvSpPr/>
            <p:nvPr/>
          </p:nvSpPr>
          <p:spPr>
            <a:xfrm>
              <a:off x="4037791" y="5648379"/>
              <a:ext cx="172747" cy="147055"/>
            </a:xfrm>
            <a:custGeom>
              <a:avLst/>
              <a:gdLst/>
              <a:ahLst/>
              <a:cxnLst/>
              <a:rect l="l" t="t" r="r" b="b"/>
              <a:pathLst>
                <a:path w="663511" h="564832" extrusionOk="0">
                  <a:moveTo>
                    <a:pt x="69342" y="305181"/>
                  </a:moveTo>
                  <a:lnTo>
                    <a:pt x="594074" y="305181"/>
                  </a:lnTo>
                  <a:cubicBezTo>
                    <a:pt x="601980" y="305181"/>
                    <a:pt x="608362" y="311563"/>
                    <a:pt x="608362" y="319469"/>
                  </a:cubicBezTo>
                  <a:cubicBezTo>
                    <a:pt x="608362" y="327374"/>
                    <a:pt x="601980" y="333756"/>
                    <a:pt x="594074" y="333756"/>
                  </a:cubicBezTo>
                  <a:lnTo>
                    <a:pt x="69342" y="333756"/>
                  </a:lnTo>
                  <a:cubicBezTo>
                    <a:pt x="61436" y="333756"/>
                    <a:pt x="55055" y="327374"/>
                    <a:pt x="55055" y="319469"/>
                  </a:cubicBezTo>
                  <a:cubicBezTo>
                    <a:pt x="55055" y="311563"/>
                    <a:pt x="61436" y="305181"/>
                    <a:pt x="69342" y="305181"/>
                  </a:cubicBezTo>
                  <a:close/>
                  <a:moveTo>
                    <a:pt x="609029" y="113919"/>
                  </a:moveTo>
                  <a:lnTo>
                    <a:pt x="54483" y="113919"/>
                  </a:lnTo>
                  <a:cubicBezTo>
                    <a:pt x="24479" y="113919"/>
                    <a:pt x="0" y="138303"/>
                    <a:pt x="0" y="168402"/>
                  </a:cubicBezTo>
                  <a:lnTo>
                    <a:pt x="0" y="395954"/>
                  </a:lnTo>
                  <a:cubicBezTo>
                    <a:pt x="0" y="425958"/>
                    <a:pt x="24384" y="450437"/>
                    <a:pt x="54483" y="450437"/>
                  </a:cubicBezTo>
                  <a:lnTo>
                    <a:pt x="90964" y="450437"/>
                  </a:lnTo>
                  <a:cubicBezTo>
                    <a:pt x="98870" y="450437"/>
                    <a:pt x="105251" y="444056"/>
                    <a:pt x="105251" y="436150"/>
                  </a:cubicBezTo>
                  <a:cubicBezTo>
                    <a:pt x="105251" y="428244"/>
                    <a:pt x="98870" y="421862"/>
                    <a:pt x="90964" y="421862"/>
                  </a:cubicBezTo>
                  <a:lnTo>
                    <a:pt x="54483" y="421862"/>
                  </a:lnTo>
                  <a:cubicBezTo>
                    <a:pt x="40195" y="421862"/>
                    <a:pt x="28575" y="410242"/>
                    <a:pt x="28575" y="395954"/>
                  </a:cubicBezTo>
                  <a:lnTo>
                    <a:pt x="28575" y="168402"/>
                  </a:lnTo>
                  <a:cubicBezTo>
                    <a:pt x="28575" y="154115"/>
                    <a:pt x="40195" y="142494"/>
                    <a:pt x="54483" y="142494"/>
                  </a:cubicBezTo>
                  <a:lnTo>
                    <a:pt x="609029" y="142494"/>
                  </a:lnTo>
                  <a:cubicBezTo>
                    <a:pt x="623316" y="142494"/>
                    <a:pt x="634937" y="154115"/>
                    <a:pt x="634937" y="168402"/>
                  </a:cubicBezTo>
                  <a:lnTo>
                    <a:pt x="634937" y="395954"/>
                  </a:lnTo>
                  <a:cubicBezTo>
                    <a:pt x="634937" y="410242"/>
                    <a:pt x="623316" y="421862"/>
                    <a:pt x="609029" y="421862"/>
                  </a:cubicBezTo>
                  <a:lnTo>
                    <a:pt x="572548" y="421862"/>
                  </a:lnTo>
                  <a:cubicBezTo>
                    <a:pt x="564642" y="421862"/>
                    <a:pt x="558260" y="428244"/>
                    <a:pt x="558260" y="436150"/>
                  </a:cubicBezTo>
                  <a:cubicBezTo>
                    <a:pt x="558260" y="444056"/>
                    <a:pt x="564642" y="450437"/>
                    <a:pt x="572548" y="450437"/>
                  </a:cubicBezTo>
                  <a:lnTo>
                    <a:pt x="609029" y="450437"/>
                  </a:lnTo>
                  <a:cubicBezTo>
                    <a:pt x="639032" y="450437"/>
                    <a:pt x="663512" y="426053"/>
                    <a:pt x="663512" y="395954"/>
                  </a:cubicBezTo>
                  <a:lnTo>
                    <a:pt x="663512" y="168402"/>
                  </a:lnTo>
                  <a:cubicBezTo>
                    <a:pt x="663512" y="138398"/>
                    <a:pt x="639128" y="113919"/>
                    <a:pt x="609029" y="113919"/>
                  </a:cubicBezTo>
                  <a:close/>
                  <a:moveTo>
                    <a:pt x="521399" y="363474"/>
                  </a:moveTo>
                  <a:cubicBezTo>
                    <a:pt x="513493" y="363474"/>
                    <a:pt x="507111" y="369856"/>
                    <a:pt x="507111" y="377762"/>
                  </a:cubicBezTo>
                  <a:lnTo>
                    <a:pt x="507111" y="510350"/>
                  </a:lnTo>
                  <a:cubicBezTo>
                    <a:pt x="507111" y="524637"/>
                    <a:pt x="495491" y="536258"/>
                    <a:pt x="481203" y="536258"/>
                  </a:cubicBezTo>
                  <a:lnTo>
                    <a:pt x="182213" y="536258"/>
                  </a:lnTo>
                  <a:cubicBezTo>
                    <a:pt x="167926" y="536258"/>
                    <a:pt x="156305" y="524637"/>
                    <a:pt x="156305" y="510350"/>
                  </a:cubicBezTo>
                  <a:lnTo>
                    <a:pt x="156305" y="377762"/>
                  </a:lnTo>
                  <a:cubicBezTo>
                    <a:pt x="156305" y="369856"/>
                    <a:pt x="149924" y="363474"/>
                    <a:pt x="142018" y="363474"/>
                  </a:cubicBezTo>
                  <a:cubicBezTo>
                    <a:pt x="134112" y="363474"/>
                    <a:pt x="127730" y="369856"/>
                    <a:pt x="127730" y="377762"/>
                  </a:cubicBezTo>
                  <a:lnTo>
                    <a:pt x="127730" y="510350"/>
                  </a:lnTo>
                  <a:cubicBezTo>
                    <a:pt x="127730" y="540353"/>
                    <a:pt x="152210" y="564833"/>
                    <a:pt x="182213" y="564833"/>
                  </a:cubicBezTo>
                  <a:lnTo>
                    <a:pt x="481108" y="564833"/>
                  </a:lnTo>
                  <a:cubicBezTo>
                    <a:pt x="511112" y="564833"/>
                    <a:pt x="535591" y="540449"/>
                    <a:pt x="535591" y="510350"/>
                  </a:cubicBezTo>
                  <a:lnTo>
                    <a:pt x="535591" y="377762"/>
                  </a:lnTo>
                  <a:cubicBezTo>
                    <a:pt x="535591" y="369856"/>
                    <a:pt x="529209" y="363474"/>
                    <a:pt x="521303" y="363474"/>
                  </a:cubicBezTo>
                  <a:close/>
                  <a:moveTo>
                    <a:pt x="142113" y="92678"/>
                  </a:moveTo>
                  <a:cubicBezTo>
                    <a:pt x="150019" y="92678"/>
                    <a:pt x="156401" y="86297"/>
                    <a:pt x="156401" y="78391"/>
                  </a:cubicBezTo>
                  <a:lnTo>
                    <a:pt x="156401" y="54483"/>
                  </a:lnTo>
                  <a:cubicBezTo>
                    <a:pt x="156401" y="40195"/>
                    <a:pt x="168021" y="28575"/>
                    <a:pt x="182309" y="28575"/>
                  </a:cubicBezTo>
                  <a:lnTo>
                    <a:pt x="481203" y="28575"/>
                  </a:lnTo>
                  <a:cubicBezTo>
                    <a:pt x="495491" y="28575"/>
                    <a:pt x="507111" y="40195"/>
                    <a:pt x="507111" y="54483"/>
                  </a:cubicBezTo>
                  <a:lnTo>
                    <a:pt x="507111" y="78391"/>
                  </a:lnTo>
                  <a:cubicBezTo>
                    <a:pt x="507111" y="86297"/>
                    <a:pt x="513493" y="92678"/>
                    <a:pt x="521399" y="92678"/>
                  </a:cubicBezTo>
                  <a:cubicBezTo>
                    <a:pt x="529304" y="92678"/>
                    <a:pt x="535686" y="86297"/>
                    <a:pt x="535686" y="78391"/>
                  </a:cubicBezTo>
                  <a:lnTo>
                    <a:pt x="535686" y="54483"/>
                  </a:lnTo>
                  <a:cubicBezTo>
                    <a:pt x="535686" y="24479"/>
                    <a:pt x="511207" y="0"/>
                    <a:pt x="481203" y="0"/>
                  </a:cubicBezTo>
                  <a:lnTo>
                    <a:pt x="182213" y="0"/>
                  </a:lnTo>
                  <a:cubicBezTo>
                    <a:pt x="152210" y="0"/>
                    <a:pt x="127730" y="24384"/>
                    <a:pt x="127730" y="54483"/>
                  </a:cubicBezTo>
                  <a:lnTo>
                    <a:pt x="127730" y="78391"/>
                  </a:lnTo>
                  <a:cubicBezTo>
                    <a:pt x="127730" y="86297"/>
                    <a:pt x="134112" y="92678"/>
                    <a:pt x="142018" y="92678"/>
                  </a:cubicBezTo>
                  <a:close/>
                  <a:moveTo>
                    <a:pt x="445961" y="363569"/>
                  </a:moveTo>
                  <a:lnTo>
                    <a:pt x="217456" y="363569"/>
                  </a:lnTo>
                  <a:cubicBezTo>
                    <a:pt x="209550" y="363569"/>
                    <a:pt x="203168" y="369951"/>
                    <a:pt x="203168" y="377857"/>
                  </a:cubicBezTo>
                  <a:cubicBezTo>
                    <a:pt x="203168" y="385763"/>
                    <a:pt x="209550" y="392144"/>
                    <a:pt x="217456" y="392144"/>
                  </a:cubicBezTo>
                  <a:lnTo>
                    <a:pt x="445961" y="392144"/>
                  </a:lnTo>
                  <a:cubicBezTo>
                    <a:pt x="453866" y="392144"/>
                    <a:pt x="460248" y="385763"/>
                    <a:pt x="460248" y="377857"/>
                  </a:cubicBezTo>
                  <a:cubicBezTo>
                    <a:pt x="460248" y="369951"/>
                    <a:pt x="453866" y="363569"/>
                    <a:pt x="445961" y="363569"/>
                  </a:cubicBezTo>
                  <a:close/>
                  <a:moveTo>
                    <a:pt x="445961" y="421862"/>
                  </a:moveTo>
                  <a:lnTo>
                    <a:pt x="217456" y="421862"/>
                  </a:lnTo>
                  <a:cubicBezTo>
                    <a:pt x="209550" y="421862"/>
                    <a:pt x="203168" y="428244"/>
                    <a:pt x="203168" y="436150"/>
                  </a:cubicBezTo>
                  <a:cubicBezTo>
                    <a:pt x="203168" y="444056"/>
                    <a:pt x="209550" y="450437"/>
                    <a:pt x="217456" y="450437"/>
                  </a:cubicBezTo>
                  <a:lnTo>
                    <a:pt x="445961" y="450437"/>
                  </a:lnTo>
                  <a:cubicBezTo>
                    <a:pt x="453866" y="450437"/>
                    <a:pt x="460248" y="444056"/>
                    <a:pt x="460248" y="436150"/>
                  </a:cubicBezTo>
                  <a:cubicBezTo>
                    <a:pt x="460248" y="428244"/>
                    <a:pt x="453866" y="421862"/>
                    <a:pt x="445961" y="421862"/>
                  </a:cubicBezTo>
                  <a:close/>
                  <a:moveTo>
                    <a:pt x="608362" y="187547"/>
                  </a:moveTo>
                  <a:cubicBezTo>
                    <a:pt x="608362" y="177070"/>
                    <a:pt x="599789" y="168497"/>
                    <a:pt x="589312" y="168497"/>
                  </a:cubicBezTo>
                  <a:cubicBezTo>
                    <a:pt x="578834" y="168497"/>
                    <a:pt x="570262" y="177070"/>
                    <a:pt x="570262" y="187547"/>
                  </a:cubicBezTo>
                  <a:cubicBezTo>
                    <a:pt x="570262" y="198025"/>
                    <a:pt x="578834" y="206597"/>
                    <a:pt x="589312" y="206597"/>
                  </a:cubicBezTo>
                  <a:cubicBezTo>
                    <a:pt x="599789" y="206597"/>
                    <a:pt x="608362" y="198025"/>
                    <a:pt x="608362" y="187547"/>
                  </a:cubicBezTo>
                  <a:close/>
                  <a:moveTo>
                    <a:pt x="551212" y="187547"/>
                  </a:moveTo>
                  <a:cubicBezTo>
                    <a:pt x="551212" y="177070"/>
                    <a:pt x="542639" y="168497"/>
                    <a:pt x="532162" y="168497"/>
                  </a:cubicBezTo>
                  <a:cubicBezTo>
                    <a:pt x="521684" y="168497"/>
                    <a:pt x="513112" y="177070"/>
                    <a:pt x="513112" y="187547"/>
                  </a:cubicBezTo>
                  <a:cubicBezTo>
                    <a:pt x="513112" y="198025"/>
                    <a:pt x="521684" y="206597"/>
                    <a:pt x="532162" y="206597"/>
                  </a:cubicBezTo>
                  <a:cubicBezTo>
                    <a:pt x="542639" y="206597"/>
                    <a:pt x="551212" y="198025"/>
                    <a:pt x="551212" y="18754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2122;p4">
              <a:extLst>
                <a:ext uri="{FF2B5EF4-FFF2-40B4-BE49-F238E27FC236}">
                  <a16:creationId xmlns:a16="http://schemas.microsoft.com/office/drawing/2014/main" id="{D5571D87-7000-7C71-68DA-BF88B8B133F5}"/>
                </a:ext>
              </a:extLst>
            </p:cNvPr>
            <p:cNvSpPr/>
            <p:nvPr/>
          </p:nvSpPr>
          <p:spPr>
            <a:xfrm>
              <a:off x="3453576" y="5653525"/>
              <a:ext cx="201536" cy="136765"/>
            </a:xfrm>
            <a:custGeom>
              <a:avLst/>
              <a:gdLst/>
              <a:ahLst/>
              <a:cxnLst/>
              <a:rect l="l" t="t" r="r" b="b"/>
              <a:pathLst>
                <a:path w="765809" h="519683" extrusionOk="0">
                  <a:moveTo>
                    <a:pt x="673799" y="360807"/>
                  </a:moveTo>
                  <a:cubicBezTo>
                    <a:pt x="665911" y="361018"/>
                    <a:pt x="659345" y="354794"/>
                    <a:pt x="659135" y="346905"/>
                  </a:cubicBezTo>
                  <a:cubicBezTo>
                    <a:pt x="659132" y="346777"/>
                    <a:pt x="659130" y="346648"/>
                    <a:pt x="659130" y="346519"/>
                  </a:cubicBezTo>
                  <a:lnTo>
                    <a:pt x="659130" y="61913"/>
                  </a:lnTo>
                  <a:cubicBezTo>
                    <a:pt x="659130" y="43501"/>
                    <a:pt x="644204" y="28575"/>
                    <a:pt x="625793" y="28575"/>
                  </a:cubicBezTo>
                  <a:lnTo>
                    <a:pt x="139637" y="28575"/>
                  </a:lnTo>
                  <a:cubicBezTo>
                    <a:pt x="121225" y="28575"/>
                    <a:pt x="106299" y="43501"/>
                    <a:pt x="106299" y="61913"/>
                  </a:cubicBezTo>
                  <a:lnTo>
                    <a:pt x="106299" y="346519"/>
                  </a:lnTo>
                  <a:cubicBezTo>
                    <a:pt x="106299" y="354410"/>
                    <a:pt x="99902" y="360807"/>
                    <a:pt x="92012" y="360807"/>
                  </a:cubicBezTo>
                  <a:cubicBezTo>
                    <a:pt x="84121" y="360807"/>
                    <a:pt x="77724" y="354410"/>
                    <a:pt x="77724" y="346519"/>
                  </a:cubicBezTo>
                  <a:lnTo>
                    <a:pt x="77724" y="61913"/>
                  </a:lnTo>
                  <a:cubicBezTo>
                    <a:pt x="77724" y="27719"/>
                    <a:pt x="105443" y="0"/>
                    <a:pt x="139637" y="0"/>
                  </a:cubicBezTo>
                  <a:lnTo>
                    <a:pt x="626174" y="0"/>
                  </a:lnTo>
                  <a:cubicBezTo>
                    <a:pt x="660367" y="0"/>
                    <a:pt x="688086" y="27719"/>
                    <a:pt x="688086" y="61913"/>
                  </a:cubicBezTo>
                  <a:lnTo>
                    <a:pt x="688086" y="346519"/>
                  </a:lnTo>
                  <a:cubicBezTo>
                    <a:pt x="688086" y="354410"/>
                    <a:pt x="681689" y="360807"/>
                    <a:pt x="673799" y="360807"/>
                  </a:cubicBezTo>
                  <a:close/>
                  <a:moveTo>
                    <a:pt x="765810" y="467296"/>
                  </a:moveTo>
                  <a:lnTo>
                    <a:pt x="765810" y="441674"/>
                  </a:lnTo>
                  <a:cubicBezTo>
                    <a:pt x="765753" y="412763"/>
                    <a:pt x="742334" y="389339"/>
                    <a:pt x="713423" y="389287"/>
                  </a:cubicBezTo>
                  <a:lnTo>
                    <a:pt x="52388" y="389287"/>
                  </a:lnTo>
                  <a:cubicBezTo>
                    <a:pt x="23476" y="389339"/>
                    <a:pt x="52" y="412763"/>
                    <a:pt x="0" y="441674"/>
                  </a:cubicBezTo>
                  <a:lnTo>
                    <a:pt x="0" y="467296"/>
                  </a:lnTo>
                  <a:cubicBezTo>
                    <a:pt x="0" y="496230"/>
                    <a:pt x="23454" y="519684"/>
                    <a:pt x="52388" y="519684"/>
                  </a:cubicBezTo>
                  <a:lnTo>
                    <a:pt x="713423" y="519684"/>
                  </a:lnTo>
                  <a:cubicBezTo>
                    <a:pt x="742356" y="519684"/>
                    <a:pt x="765810" y="496230"/>
                    <a:pt x="765810" y="467296"/>
                  </a:cubicBezTo>
                  <a:close/>
                  <a:moveTo>
                    <a:pt x="713423" y="417862"/>
                  </a:moveTo>
                  <a:cubicBezTo>
                    <a:pt x="726552" y="417914"/>
                    <a:pt x="737183" y="428545"/>
                    <a:pt x="737235" y="441674"/>
                  </a:cubicBezTo>
                  <a:lnTo>
                    <a:pt x="737235" y="467296"/>
                  </a:lnTo>
                  <a:cubicBezTo>
                    <a:pt x="737183" y="480426"/>
                    <a:pt x="726552" y="491057"/>
                    <a:pt x="713423" y="491109"/>
                  </a:cubicBezTo>
                  <a:lnTo>
                    <a:pt x="52388" y="491109"/>
                  </a:lnTo>
                  <a:cubicBezTo>
                    <a:pt x="39258" y="491057"/>
                    <a:pt x="28627" y="480426"/>
                    <a:pt x="28575" y="467296"/>
                  </a:cubicBezTo>
                  <a:lnTo>
                    <a:pt x="28575" y="441674"/>
                  </a:lnTo>
                  <a:cubicBezTo>
                    <a:pt x="28627" y="428545"/>
                    <a:pt x="39258" y="417914"/>
                    <a:pt x="52388" y="417862"/>
                  </a:cubicBezTo>
                  <a:close/>
                  <a:moveTo>
                    <a:pt x="382905" y="435483"/>
                  </a:moveTo>
                  <a:cubicBezTo>
                    <a:pt x="372384" y="435483"/>
                    <a:pt x="363855" y="444012"/>
                    <a:pt x="363855" y="454533"/>
                  </a:cubicBezTo>
                  <a:cubicBezTo>
                    <a:pt x="363855" y="465054"/>
                    <a:pt x="372384" y="473583"/>
                    <a:pt x="382905" y="473583"/>
                  </a:cubicBezTo>
                  <a:cubicBezTo>
                    <a:pt x="393426" y="473583"/>
                    <a:pt x="401955" y="465054"/>
                    <a:pt x="401955" y="454533"/>
                  </a:cubicBezTo>
                  <a:cubicBezTo>
                    <a:pt x="401955" y="444012"/>
                    <a:pt x="393426" y="435483"/>
                    <a:pt x="382905" y="4354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2123;p4">
              <a:extLst>
                <a:ext uri="{FF2B5EF4-FFF2-40B4-BE49-F238E27FC236}">
                  <a16:creationId xmlns:a16="http://schemas.microsoft.com/office/drawing/2014/main" id="{42ECA789-8FF1-AB9F-163D-383BA2AF0B97}"/>
                </a:ext>
              </a:extLst>
            </p:cNvPr>
            <p:cNvSpPr/>
            <p:nvPr/>
          </p:nvSpPr>
          <p:spPr>
            <a:xfrm>
              <a:off x="3719686" y="5347652"/>
              <a:ext cx="238392" cy="160606"/>
            </a:xfrm>
            <a:custGeom>
              <a:avLst/>
              <a:gdLst/>
              <a:ahLst/>
              <a:cxnLst/>
              <a:rect l="l" t="t" r="r" b="b"/>
              <a:pathLst>
                <a:path w="2574" h="1738" extrusionOk="0">
                  <a:moveTo>
                    <a:pt x="2573" y="1093"/>
                  </a:moveTo>
                  <a:lnTo>
                    <a:pt x="2573" y="1093"/>
                  </a:lnTo>
                  <a:cubicBezTo>
                    <a:pt x="2573" y="1447"/>
                    <a:pt x="1994" y="1737"/>
                    <a:pt x="1287" y="1737"/>
                  </a:cubicBezTo>
                  <a:cubicBezTo>
                    <a:pt x="579" y="1737"/>
                    <a:pt x="0" y="1447"/>
                    <a:pt x="0" y="109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0" y="1106"/>
                    <a:pt x="579" y="1396"/>
                    <a:pt x="1287" y="1396"/>
                  </a:cubicBezTo>
                  <a:cubicBezTo>
                    <a:pt x="1994" y="1396"/>
                    <a:pt x="2573" y="1106"/>
                    <a:pt x="2573" y="753"/>
                  </a:cubicBezTo>
                  <a:lnTo>
                    <a:pt x="2573" y="1093"/>
                  </a:lnTo>
                  <a:close/>
                  <a:moveTo>
                    <a:pt x="2573" y="644"/>
                  </a:moveTo>
                  <a:lnTo>
                    <a:pt x="2573" y="644"/>
                  </a:lnTo>
                  <a:cubicBezTo>
                    <a:pt x="2573" y="997"/>
                    <a:pt x="1994" y="1286"/>
                    <a:pt x="1287" y="1286"/>
                  </a:cubicBezTo>
                  <a:cubicBezTo>
                    <a:pt x="579" y="1286"/>
                    <a:pt x="0" y="997"/>
                    <a:pt x="0" y="644"/>
                  </a:cubicBezTo>
                  <a:cubicBezTo>
                    <a:pt x="0" y="283"/>
                    <a:pt x="579" y="0"/>
                    <a:pt x="1287" y="0"/>
                  </a:cubicBezTo>
                  <a:cubicBezTo>
                    <a:pt x="1994" y="0"/>
                    <a:pt x="2573" y="283"/>
                    <a:pt x="2573" y="644"/>
                  </a:cubicBezTo>
                  <a:close/>
                  <a:moveTo>
                    <a:pt x="1248" y="997"/>
                  </a:moveTo>
                  <a:lnTo>
                    <a:pt x="1248" y="997"/>
                  </a:lnTo>
                  <a:cubicBezTo>
                    <a:pt x="1004" y="881"/>
                    <a:pt x="1004" y="881"/>
                    <a:pt x="1004" y="881"/>
                  </a:cubicBezTo>
                  <a:cubicBezTo>
                    <a:pt x="1203" y="779"/>
                    <a:pt x="1203" y="779"/>
                    <a:pt x="1203" y="779"/>
                  </a:cubicBezTo>
                  <a:cubicBezTo>
                    <a:pt x="1017" y="682"/>
                    <a:pt x="1017" y="682"/>
                    <a:pt x="1017" y="682"/>
                  </a:cubicBezTo>
                  <a:cubicBezTo>
                    <a:pt x="811" y="785"/>
                    <a:pt x="811" y="785"/>
                    <a:pt x="811" y="785"/>
                  </a:cubicBezTo>
                  <a:cubicBezTo>
                    <a:pt x="573" y="663"/>
                    <a:pt x="573" y="663"/>
                    <a:pt x="573" y="663"/>
                  </a:cubicBezTo>
                  <a:cubicBezTo>
                    <a:pt x="573" y="997"/>
                    <a:pt x="573" y="997"/>
                    <a:pt x="573" y="997"/>
                  </a:cubicBezTo>
                  <a:lnTo>
                    <a:pt x="1248" y="997"/>
                  </a:lnTo>
                  <a:close/>
                  <a:moveTo>
                    <a:pt x="1248" y="283"/>
                  </a:moveTo>
                  <a:lnTo>
                    <a:pt x="1248" y="283"/>
                  </a:lnTo>
                  <a:cubicBezTo>
                    <a:pt x="1004" y="405"/>
                    <a:pt x="1004" y="405"/>
                    <a:pt x="1004" y="405"/>
                  </a:cubicBezTo>
                  <a:cubicBezTo>
                    <a:pt x="804" y="302"/>
                    <a:pt x="804" y="302"/>
                    <a:pt x="804" y="302"/>
                  </a:cubicBezTo>
                  <a:cubicBezTo>
                    <a:pt x="611" y="399"/>
                    <a:pt x="611" y="399"/>
                    <a:pt x="611" y="399"/>
                  </a:cubicBezTo>
                  <a:cubicBezTo>
                    <a:pt x="811" y="502"/>
                    <a:pt x="811" y="502"/>
                    <a:pt x="811" y="502"/>
                  </a:cubicBezTo>
                  <a:cubicBezTo>
                    <a:pt x="573" y="624"/>
                    <a:pt x="573" y="624"/>
                    <a:pt x="573" y="624"/>
                  </a:cubicBezTo>
                  <a:cubicBezTo>
                    <a:pt x="1248" y="624"/>
                    <a:pt x="1248" y="624"/>
                    <a:pt x="1248" y="624"/>
                  </a:cubicBezTo>
                  <a:lnTo>
                    <a:pt x="1248" y="283"/>
                  </a:lnTo>
                  <a:close/>
                  <a:moveTo>
                    <a:pt x="1762" y="785"/>
                  </a:moveTo>
                  <a:lnTo>
                    <a:pt x="1762" y="785"/>
                  </a:lnTo>
                  <a:cubicBezTo>
                    <a:pt x="2000" y="663"/>
                    <a:pt x="2000" y="663"/>
                    <a:pt x="2000" y="663"/>
                  </a:cubicBezTo>
                  <a:cubicBezTo>
                    <a:pt x="1325" y="663"/>
                    <a:pt x="1325" y="663"/>
                    <a:pt x="1325" y="663"/>
                  </a:cubicBezTo>
                  <a:cubicBezTo>
                    <a:pt x="1325" y="997"/>
                    <a:pt x="1325" y="997"/>
                    <a:pt x="1325" y="997"/>
                  </a:cubicBezTo>
                  <a:cubicBezTo>
                    <a:pt x="1569" y="881"/>
                    <a:pt x="1569" y="881"/>
                    <a:pt x="1569" y="881"/>
                  </a:cubicBezTo>
                  <a:cubicBezTo>
                    <a:pt x="1769" y="977"/>
                    <a:pt x="1769" y="977"/>
                    <a:pt x="1769" y="977"/>
                  </a:cubicBezTo>
                  <a:cubicBezTo>
                    <a:pt x="1961" y="881"/>
                    <a:pt x="1961" y="881"/>
                    <a:pt x="1961" y="881"/>
                  </a:cubicBezTo>
                  <a:lnTo>
                    <a:pt x="1762" y="785"/>
                  </a:lnTo>
                  <a:close/>
                  <a:moveTo>
                    <a:pt x="2000" y="283"/>
                  </a:moveTo>
                  <a:lnTo>
                    <a:pt x="2000" y="283"/>
                  </a:lnTo>
                  <a:cubicBezTo>
                    <a:pt x="1325" y="283"/>
                    <a:pt x="1325" y="283"/>
                    <a:pt x="1325" y="283"/>
                  </a:cubicBezTo>
                  <a:cubicBezTo>
                    <a:pt x="1569" y="405"/>
                    <a:pt x="1569" y="405"/>
                    <a:pt x="1569" y="405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556" y="599"/>
                    <a:pt x="1556" y="599"/>
                    <a:pt x="1556" y="599"/>
                  </a:cubicBezTo>
                  <a:cubicBezTo>
                    <a:pt x="1762" y="502"/>
                    <a:pt x="1762" y="502"/>
                    <a:pt x="1762" y="502"/>
                  </a:cubicBezTo>
                  <a:cubicBezTo>
                    <a:pt x="2000" y="624"/>
                    <a:pt x="2000" y="624"/>
                    <a:pt x="2000" y="624"/>
                  </a:cubicBezTo>
                  <a:lnTo>
                    <a:pt x="2000" y="283"/>
                  </a:lnTo>
                  <a:close/>
                </a:path>
              </a:pathLst>
            </a:custGeom>
            <a:solidFill>
              <a:schemeClr val="tx1">
                <a:lumMod val="85000"/>
              </a:schemeClr>
            </a:solidFill>
            <a:ln>
              <a:noFill/>
            </a:ln>
          </p:spPr>
          <p:txBody>
            <a:bodyPr spcFirstLastPara="1" wrap="square" lIns="121875" tIns="60925" rIns="121875" bIns="609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333"/>
                <a:buFont typeface="Arial"/>
                <a:buNone/>
                <a:tabLst/>
                <a:defRPr/>
              </a:pPr>
              <a:r>
                <a:rPr kumimoji="0" lang="en-US" sz="1333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`</a:t>
              </a:r>
              <a:endParaRPr kumimoji="0" sz="1333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2124;p4">
              <a:extLst>
                <a:ext uri="{FF2B5EF4-FFF2-40B4-BE49-F238E27FC236}">
                  <a16:creationId xmlns:a16="http://schemas.microsoft.com/office/drawing/2014/main" id="{AEABA946-F2F7-16FE-CFA3-AA55840A15FF}"/>
                </a:ext>
              </a:extLst>
            </p:cNvPr>
            <p:cNvSpPr txBox="1"/>
            <p:nvPr/>
          </p:nvSpPr>
          <p:spPr>
            <a:xfrm>
              <a:off x="2884806" y="5949701"/>
              <a:ext cx="1918036" cy="23084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  <a:tabLst/>
                <a:defRPr/>
              </a:pPr>
              <a:r>
                <a:rPr kumimoji="0" 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Medium Branch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8" name="Google Shape;2125;p4">
            <a:extLst>
              <a:ext uri="{FF2B5EF4-FFF2-40B4-BE49-F238E27FC236}">
                <a16:creationId xmlns:a16="http://schemas.microsoft.com/office/drawing/2014/main" id="{A612424C-239F-7906-D9EC-2D1BA359DF89}"/>
              </a:ext>
            </a:extLst>
          </p:cNvPr>
          <p:cNvSpPr txBox="1"/>
          <p:nvPr/>
        </p:nvSpPr>
        <p:spPr>
          <a:xfrm>
            <a:off x="1205410" y="4860615"/>
            <a:ext cx="4755018" cy="261564"/>
          </a:xfrm>
          <a:prstGeom prst="rect">
            <a:avLst/>
          </a:prstGeom>
          <a:solidFill>
            <a:schemeClr val="bg1">
              <a:lumMod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Traditional SD-WAN / MPLS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19" name="Google Shape;2126;p4">
            <a:extLst>
              <a:ext uri="{FF2B5EF4-FFF2-40B4-BE49-F238E27FC236}">
                <a16:creationId xmlns:a16="http://schemas.microsoft.com/office/drawing/2014/main" id="{FD2CF501-D201-1343-1110-DB6A9088B76B}"/>
              </a:ext>
            </a:extLst>
          </p:cNvPr>
          <p:cNvSpPr txBox="1"/>
          <p:nvPr/>
        </p:nvSpPr>
        <p:spPr>
          <a:xfrm>
            <a:off x="1468765" y="2619755"/>
            <a:ext cx="1202151" cy="253869"/>
          </a:xfrm>
          <a:prstGeom prst="rect">
            <a:avLst/>
          </a:prstGeom>
          <a:solidFill>
            <a:schemeClr val="bg1">
              <a:lumMod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50"/>
              <a:buFont typeface="Arial"/>
              <a:buNone/>
              <a:tabLst/>
              <a:defRPr/>
            </a:pPr>
            <a:r>
              <a:rPr kumimoji="0" lang="en-US" sz="105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Direct Connect</a:t>
            </a:r>
            <a:endParaRPr kumimoji="0" sz="12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20" name="Google Shape;2127;p4">
            <a:extLst>
              <a:ext uri="{FF2B5EF4-FFF2-40B4-BE49-F238E27FC236}">
                <a16:creationId xmlns:a16="http://schemas.microsoft.com/office/drawing/2014/main" id="{BE73634B-8D27-21D8-82D3-A3D620FCA5F5}"/>
              </a:ext>
            </a:extLst>
          </p:cNvPr>
          <p:cNvSpPr txBox="1"/>
          <p:nvPr/>
        </p:nvSpPr>
        <p:spPr>
          <a:xfrm>
            <a:off x="4441076" y="2619755"/>
            <a:ext cx="1202151" cy="253869"/>
          </a:xfrm>
          <a:prstGeom prst="rect">
            <a:avLst/>
          </a:prstGeom>
          <a:solidFill>
            <a:schemeClr val="bg1">
              <a:lumMod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50"/>
              <a:buFont typeface="Arial"/>
              <a:buNone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ExpressRoute</a:t>
            </a:r>
            <a:endParaRPr kumimoji="0" sz="12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121" name="Google Shape;2128;p4">
            <a:extLst>
              <a:ext uri="{FF2B5EF4-FFF2-40B4-BE49-F238E27FC236}">
                <a16:creationId xmlns:a16="http://schemas.microsoft.com/office/drawing/2014/main" id="{1C3F1F0B-B58D-0082-A74F-3F120935DE62}"/>
              </a:ext>
            </a:extLst>
          </p:cNvPr>
          <p:cNvGrpSpPr/>
          <p:nvPr/>
        </p:nvGrpSpPr>
        <p:grpSpPr>
          <a:xfrm>
            <a:off x="4926329" y="1828877"/>
            <a:ext cx="956057" cy="620102"/>
            <a:chOff x="5189482" y="1687358"/>
            <a:chExt cx="956119" cy="620142"/>
          </a:xfrm>
        </p:grpSpPr>
        <p:sp>
          <p:nvSpPr>
            <p:cNvPr id="189" name="Google Shape;2129;p4">
              <a:extLst>
                <a:ext uri="{FF2B5EF4-FFF2-40B4-BE49-F238E27FC236}">
                  <a16:creationId xmlns:a16="http://schemas.microsoft.com/office/drawing/2014/main" id="{08F3E462-BB21-7853-0781-F4A537BF0205}"/>
                </a:ext>
              </a:extLst>
            </p:cNvPr>
            <p:cNvSpPr/>
            <p:nvPr/>
          </p:nvSpPr>
          <p:spPr>
            <a:xfrm>
              <a:off x="5189482" y="1687358"/>
              <a:ext cx="956119" cy="620142"/>
            </a:xfrm>
            <a:custGeom>
              <a:avLst/>
              <a:gdLst/>
              <a:ahLst/>
              <a:cxnLst/>
              <a:rect l="l" t="t" r="r" b="b"/>
              <a:pathLst>
                <a:path w="682466" h="477678" extrusionOk="0">
                  <a:moveTo>
                    <a:pt x="511778" y="477679"/>
                  </a:moveTo>
                  <a:lnTo>
                    <a:pt x="136493" y="477679"/>
                  </a:lnTo>
                  <a:cubicBezTo>
                    <a:pt x="61246" y="477679"/>
                    <a:pt x="0" y="416433"/>
                    <a:pt x="0" y="341186"/>
                  </a:cubicBezTo>
                  <a:cubicBezTo>
                    <a:pt x="0" y="277654"/>
                    <a:pt x="43529" y="224219"/>
                    <a:pt x="102394" y="208978"/>
                  </a:cubicBezTo>
                  <a:cubicBezTo>
                    <a:pt x="102394" y="207550"/>
                    <a:pt x="102394" y="206121"/>
                    <a:pt x="102394" y="204692"/>
                  </a:cubicBezTo>
                  <a:cubicBezTo>
                    <a:pt x="102394" y="91821"/>
                    <a:pt x="194215" y="0"/>
                    <a:pt x="307086" y="0"/>
                  </a:cubicBezTo>
                  <a:cubicBezTo>
                    <a:pt x="395383" y="0"/>
                    <a:pt x="471678" y="55912"/>
                    <a:pt x="499872" y="136970"/>
                  </a:cubicBezTo>
                  <a:cubicBezTo>
                    <a:pt x="600265" y="128588"/>
                    <a:pt x="682466" y="209074"/>
                    <a:pt x="682466" y="307086"/>
                  </a:cubicBezTo>
                  <a:cubicBezTo>
                    <a:pt x="682466" y="405098"/>
                    <a:pt x="605885" y="477679"/>
                    <a:pt x="511873" y="47767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800"/>
                <a:buFont typeface="Arial"/>
                <a:buNone/>
                <a:tabLst/>
                <a:defRPr/>
              </a:pPr>
              <a:endParaRPr kumimoji="0" sz="800" b="1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pic>
          <p:nvPicPr>
            <p:cNvPr id="190" name="Google Shape;2130;p4">
              <a:extLst>
                <a:ext uri="{FF2B5EF4-FFF2-40B4-BE49-F238E27FC236}">
                  <a16:creationId xmlns:a16="http://schemas.microsoft.com/office/drawing/2014/main" id="{535DEC70-0EDA-AC2B-5B37-F78052F3228A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  <a:biLevel thresh="25000"/>
            </a:blip>
            <a:srcRect t="29905" b="26362"/>
            <a:stretch/>
          </p:blipFill>
          <p:spPr>
            <a:xfrm>
              <a:off x="5396566" y="1842478"/>
              <a:ext cx="548640" cy="15995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3" name="Google Shape;2134;p4">
            <a:extLst>
              <a:ext uri="{FF2B5EF4-FFF2-40B4-BE49-F238E27FC236}">
                <a16:creationId xmlns:a16="http://schemas.microsoft.com/office/drawing/2014/main" id="{DCDCC0A3-F512-4896-C9CA-5CDD49A8F76F}"/>
              </a:ext>
            </a:extLst>
          </p:cNvPr>
          <p:cNvSpPr txBox="1"/>
          <p:nvPr/>
        </p:nvSpPr>
        <p:spPr>
          <a:xfrm>
            <a:off x="6085995" y="1734445"/>
            <a:ext cx="1704631" cy="885310"/>
          </a:xfrm>
          <a:prstGeom prst="rect">
            <a:avLst/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E5F1F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Firewalls/VPNs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VDI farm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Jump hosts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Proxies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Segmentation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24" name="Google Shape;2135;p4">
            <a:extLst>
              <a:ext uri="{FF2B5EF4-FFF2-40B4-BE49-F238E27FC236}">
                <a16:creationId xmlns:a16="http://schemas.microsoft.com/office/drawing/2014/main" id="{24016E33-7AC8-325D-3030-CD801D5876CB}"/>
              </a:ext>
            </a:extLst>
          </p:cNvPr>
          <p:cNvSpPr txBox="1"/>
          <p:nvPr/>
        </p:nvSpPr>
        <p:spPr>
          <a:xfrm>
            <a:off x="6085995" y="5188401"/>
            <a:ext cx="1704632" cy="838960"/>
          </a:xfrm>
          <a:prstGeom prst="rect">
            <a:avLst/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E5F1F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Traditional SD-WAN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N / S Firewalls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E / W Firewalls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Legacy PAM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NAC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125" name="Google Shape;2136;p4">
            <a:extLst>
              <a:ext uri="{FF2B5EF4-FFF2-40B4-BE49-F238E27FC236}">
                <a16:creationId xmlns:a16="http://schemas.microsoft.com/office/drawing/2014/main" id="{E06421C3-3CBD-9DAF-C6F1-44B5EA3C6C44}"/>
              </a:ext>
            </a:extLst>
          </p:cNvPr>
          <p:cNvGrpSpPr/>
          <p:nvPr/>
        </p:nvGrpSpPr>
        <p:grpSpPr>
          <a:xfrm>
            <a:off x="2568450" y="3451856"/>
            <a:ext cx="2023064" cy="856595"/>
            <a:chOff x="2414411" y="3286253"/>
            <a:chExt cx="2863149" cy="1212300"/>
          </a:xfrm>
        </p:grpSpPr>
        <p:sp>
          <p:nvSpPr>
            <p:cNvPr id="185" name="Google Shape;2101;p4">
              <a:extLst>
                <a:ext uri="{FF2B5EF4-FFF2-40B4-BE49-F238E27FC236}">
                  <a16:creationId xmlns:a16="http://schemas.microsoft.com/office/drawing/2014/main" id="{4C14AEBB-027A-464B-D227-36083BB2D6E9}"/>
                </a:ext>
              </a:extLst>
            </p:cNvPr>
            <p:cNvSpPr/>
            <p:nvPr/>
          </p:nvSpPr>
          <p:spPr>
            <a:xfrm>
              <a:off x="2414411" y="3286253"/>
              <a:ext cx="2863149" cy="1212300"/>
            </a:xfrm>
            <a:prstGeom prst="roundRect">
              <a:avLst>
                <a:gd name="adj" fmla="val 5303"/>
              </a:avLst>
            </a:prstGeom>
            <a:solidFill>
              <a:schemeClr val="bg1">
                <a:lumMod val="50000"/>
              </a:schemeClr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800"/>
                <a:buFont typeface="Arial"/>
                <a:buNone/>
                <a:tabLst/>
                <a:defRPr/>
              </a:pPr>
              <a:endParaRPr kumimoji="0" sz="800" b="1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2089;p4">
              <a:extLst>
                <a:ext uri="{FF2B5EF4-FFF2-40B4-BE49-F238E27FC236}">
                  <a16:creationId xmlns:a16="http://schemas.microsoft.com/office/drawing/2014/main" id="{BBC77C0A-34F1-FA6C-9ECB-0F77E882C99A}"/>
                </a:ext>
              </a:extLst>
            </p:cNvPr>
            <p:cNvSpPr txBox="1"/>
            <p:nvPr/>
          </p:nvSpPr>
          <p:spPr>
            <a:xfrm>
              <a:off x="2581641" y="3743573"/>
              <a:ext cx="2543138" cy="30254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46275" tIns="60900" rIns="121875" bIns="60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Pts val="1100"/>
                <a:buFont typeface="Arial"/>
                <a:buNone/>
                <a:tabLst/>
                <a:defRPr/>
              </a:pPr>
              <a:r>
                <a:rPr kumimoji="0" lang="en-US" sz="11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Regional  Communications Hub</a:t>
              </a:r>
              <a:endParaRPr kumimoji="0" sz="14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6" name="Google Shape;2137;p4">
            <a:extLst>
              <a:ext uri="{FF2B5EF4-FFF2-40B4-BE49-F238E27FC236}">
                <a16:creationId xmlns:a16="http://schemas.microsoft.com/office/drawing/2014/main" id="{ED499D2A-F26A-FC82-D9D2-67D985DB4DD1}"/>
              </a:ext>
            </a:extLst>
          </p:cNvPr>
          <p:cNvGrpSpPr/>
          <p:nvPr/>
        </p:nvGrpSpPr>
        <p:grpSpPr>
          <a:xfrm>
            <a:off x="8506882" y="2803755"/>
            <a:ext cx="2868041" cy="1920205"/>
            <a:chOff x="8794384" y="2662300"/>
            <a:chExt cx="2868227" cy="1920330"/>
          </a:xfrm>
        </p:grpSpPr>
        <p:grpSp>
          <p:nvGrpSpPr>
            <p:cNvPr id="176" name="Google Shape;2139;p4">
              <a:extLst>
                <a:ext uri="{FF2B5EF4-FFF2-40B4-BE49-F238E27FC236}">
                  <a16:creationId xmlns:a16="http://schemas.microsoft.com/office/drawing/2014/main" id="{71BFAB43-2B2E-5C73-9773-8BA9C5882730}"/>
                </a:ext>
              </a:extLst>
            </p:cNvPr>
            <p:cNvGrpSpPr/>
            <p:nvPr/>
          </p:nvGrpSpPr>
          <p:grpSpPr>
            <a:xfrm>
              <a:off x="8794384" y="2662300"/>
              <a:ext cx="2868227" cy="446760"/>
              <a:chOff x="8337184" y="2787546"/>
              <a:chExt cx="2868227" cy="446760"/>
            </a:xfrm>
          </p:grpSpPr>
          <p:sp>
            <p:nvSpPr>
              <p:cNvPr id="183" name="Google Shape;2140;p4">
                <a:extLst>
                  <a:ext uri="{FF2B5EF4-FFF2-40B4-BE49-F238E27FC236}">
                    <a16:creationId xmlns:a16="http://schemas.microsoft.com/office/drawing/2014/main" id="{B6312FD8-E266-02C7-18A2-91CD7B7672B9}"/>
                  </a:ext>
                </a:extLst>
              </p:cNvPr>
              <p:cNvSpPr/>
              <p:nvPr/>
            </p:nvSpPr>
            <p:spPr>
              <a:xfrm>
                <a:off x="8768119" y="2787546"/>
                <a:ext cx="2437292" cy="446760"/>
              </a:xfrm>
              <a:prstGeom prst="roundRect">
                <a:avLst>
                  <a:gd name="adj" fmla="val 16667"/>
                </a:avLst>
              </a:prstGeom>
              <a:noFill/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  <a:tabLst/>
                  <a:defRPr/>
                </a:pPr>
                <a:r>
                  <a:rPr kumimoji="0" 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6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rPr>
                  <a:t>Enables lateral movement, </a:t>
                </a:r>
                <a:r>
                  <a:rPr kumimoji="0" lang="en-US" sz="1200" b="1" i="0" u="sng" strike="noStrike" kern="0" cap="none" spc="0" normalizeH="0" baseline="0" noProof="0" dirty="0">
                    <a:ln>
                      <a:noFill/>
                    </a:ln>
                    <a:solidFill>
                      <a:schemeClr val="accent6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rPr>
                  <a:t>facilitates</a:t>
                </a:r>
                <a:r>
                  <a:rPr kumimoji="0" 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6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rPr>
                  <a:t> ransomware attacks</a:t>
                </a:r>
                <a:endParaRPr kumimoji="0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2141;p4">
                <a:extLst>
                  <a:ext uri="{FF2B5EF4-FFF2-40B4-BE49-F238E27FC236}">
                    <a16:creationId xmlns:a16="http://schemas.microsoft.com/office/drawing/2014/main" id="{75262DB3-DDAA-3E3B-2ECE-682197AA0EC1}"/>
                  </a:ext>
                </a:extLst>
              </p:cNvPr>
              <p:cNvSpPr/>
              <p:nvPr/>
            </p:nvSpPr>
            <p:spPr>
              <a:xfrm>
                <a:off x="8337184" y="2912903"/>
                <a:ext cx="399380" cy="196045"/>
              </a:xfrm>
              <a:custGeom>
                <a:avLst/>
                <a:gdLst/>
                <a:ahLst/>
                <a:cxnLst/>
                <a:rect l="l" t="t" r="r" b="b"/>
                <a:pathLst>
                  <a:path w="944959" h="463854" extrusionOk="0">
                    <a:moveTo>
                      <a:pt x="502554" y="122771"/>
                    </a:moveTo>
                    <a:cubicBezTo>
                      <a:pt x="507511" y="113491"/>
                      <a:pt x="519051" y="109985"/>
                      <a:pt x="528332" y="114942"/>
                    </a:cubicBezTo>
                    <a:cubicBezTo>
                      <a:pt x="528344" y="114948"/>
                      <a:pt x="528355" y="114955"/>
                      <a:pt x="528367" y="114960"/>
                    </a:cubicBezTo>
                    <a:lnTo>
                      <a:pt x="528367" y="114960"/>
                    </a:lnTo>
                    <a:cubicBezTo>
                      <a:pt x="537891" y="119431"/>
                      <a:pt x="541986" y="130777"/>
                      <a:pt x="537514" y="140301"/>
                    </a:cubicBezTo>
                    <a:cubicBezTo>
                      <a:pt x="534318" y="147111"/>
                      <a:pt x="527411" y="151401"/>
                      <a:pt x="519889" y="151251"/>
                    </a:cubicBezTo>
                    <a:cubicBezTo>
                      <a:pt x="516838" y="151215"/>
                      <a:pt x="513836" y="150465"/>
                      <a:pt x="511126" y="149060"/>
                    </a:cubicBezTo>
                    <a:lnTo>
                      <a:pt x="510269" y="149060"/>
                    </a:lnTo>
                    <a:cubicBezTo>
                      <a:pt x="500951" y="144175"/>
                      <a:pt x="497357" y="132662"/>
                      <a:pt x="502241" y="123343"/>
                    </a:cubicBezTo>
                    <a:cubicBezTo>
                      <a:pt x="502342" y="123151"/>
                      <a:pt x="502446" y="122959"/>
                      <a:pt x="502554" y="122771"/>
                    </a:cubicBezTo>
                    <a:close/>
                    <a:moveTo>
                      <a:pt x="547512" y="331178"/>
                    </a:moveTo>
                    <a:cubicBezTo>
                      <a:pt x="552436" y="331208"/>
                      <a:pt x="557182" y="329331"/>
                      <a:pt x="560752" y="325939"/>
                    </a:cubicBezTo>
                    <a:lnTo>
                      <a:pt x="561990" y="324701"/>
                    </a:lnTo>
                    <a:cubicBezTo>
                      <a:pt x="569189" y="317305"/>
                      <a:pt x="569189" y="305521"/>
                      <a:pt x="561990" y="298126"/>
                    </a:cubicBezTo>
                    <a:cubicBezTo>
                      <a:pt x="554635" y="290603"/>
                      <a:pt x="542573" y="290468"/>
                      <a:pt x="535051" y="297823"/>
                    </a:cubicBezTo>
                    <a:cubicBezTo>
                      <a:pt x="534948" y="297923"/>
                      <a:pt x="534848" y="298024"/>
                      <a:pt x="534748" y="298126"/>
                    </a:cubicBezTo>
                    <a:cubicBezTo>
                      <a:pt x="527173" y="305427"/>
                      <a:pt x="526951" y="317487"/>
                      <a:pt x="534252" y="325062"/>
                    </a:cubicBezTo>
                    <a:cubicBezTo>
                      <a:pt x="537825" y="328769"/>
                      <a:pt x="542745" y="330872"/>
                      <a:pt x="547893" y="330892"/>
                    </a:cubicBezTo>
                    <a:close/>
                    <a:moveTo>
                      <a:pt x="485314" y="362229"/>
                    </a:moveTo>
                    <a:cubicBezTo>
                      <a:pt x="486200" y="362324"/>
                      <a:pt x="487094" y="362324"/>
                      <a:pt x="487981" y="362229"/>
                    </a:cubicBezTo>
                    <a:lnTo>
                      <a:pt x="489314" y="362229"/>
                    </a:lnTo>
                    <a:cubicBezTo>
                      <a:pt x="499544" y="360434"/>
                      <a:pt x="506450" y="350774"/>
                      <a:pt x="504840" y="340512"/>
                    </a:cubicBezTo>
                    <a:cubicBezTo>
                      <a:pt x="503413" y="330088"/>
                      <a:pt x="493807" y="322795"/>
                      <a:pt x="483383" y="324221"/>
                    </a:cubicBezTo>
                    <a:cubicBezTo>
                      <a:pt x="483168" y="324250"/>
                      <a:pt x="482955" y="324284"/>
                      <a:pt x="482742" y="324320"/>
                    </a:cubicBezTo>
                    <a:cubicBezTo>
                      <a:pt x="472220" y="325030"/>
                      <a:pt x="464267" y="334134"/>
                      <a:pt x="464978" y="344656"/>
                    </a:cubicBezTo>
                    <a:cubicBezTo>
                      <a:pt x="465688" y="355177"/>
                      <a:pt x="474792" y="363130"/>
                      <a:pt x="485314" y="362420"/>
                    </a:cubicBezTo>
                    <a:close/>
                    <a:moveTo>
                      <a:pt x="451595" y="139344"/>
                    </a:moveTo>
                    <a:cubicBezTo>
                      <a:pt x="452705" y="139439"/>
                      <a:pt x="453819" y="139439"/>
                      <a:pt x="454929" y="139344"/>
                    </a:cubicBezTo>
                    <a:cubicBezTo>
                      <a:pt x="465450" y="137714"/>
                      <a:pt x="472657" y="127863"/>
                      <a:pt x="471026" y="117342"/>
                    </a:cubicBezTo>
                    <a:cubicBezTo>
                      <a:pt x="469395" y="106820"/>
                      <a:pt x="459545" y="99614"/>
                      <a:pt x="449023" y="101244"/>
                    </a:cubicBezTo>
                    <a:lnTo>
                      <a:pt x="447785" y="101244"/>
                    </a:lnTo>
                    <a:cubicBezTo>
                      <a:pt x="437541" y="103173"/>
                      <a:pt x="430750" y="112978"/>
                      <a:pt x="432545" y="123247"/>
                    </a:cubicBezTo>
                    <a:cubicBezTo>
                      <a:pt x="434012" y="132602"/>
                      <a:pt x="442127" y="139459"/>
                      <a:pt x="451595" y="139344"/>
                    </a:cubicBezTo>
                    <a:close/>
                    <a:moveTo>
                      <a:pt x="63356" y="206019"/>
                    </a:moveTo>
                    <a:cubicBezTo>
                      <a:pt x="68596" y="206040"/>
                      <a:pt x="73630" y="203986"/>
                      <a:pt x="77358" y="200304"/>
                    </a:cubicBezTo>
                    <a:cubicBezTo>
                      <a:pt x="84802" y="192860"/>
                      <a:pt x="84802" y="180792"/>
                      <a:pt x="77358" y="173349"/>
                    </a:cubicBezTo>
                    <a:cubicBezTo>
                      <a:pt x="69914" y="165905"/>
                      <a:pt x="57846" y="165905"/>
                      <a:pt x="50402" y="173349"/>
                    </a:cubicBezTo>
                    <a:lnTo>
                      <a:pt x="49735" y="174015"/>
                    </a:lnTo>
                    <a:cubicBezTo>
                      <a:pt x="42536" y="181411"/>
                      <a:pt x="42536" y="193194"/>
                      <a:pt x="49735" y="200590"/>
                    </a:cubicBezTo>
                    <a:cubicBezTo>
                      <a:pt x="53400" y="204075"/>
                      <a:pt x="58300" y="205960"/>
                      <a:pt x="63356" y="205829"/>
                    </a:cubicBezTo>
                    <a:close/>
                    <a:moveTo>
                      <a:pt x="560371" y="163728"/>
                    </a:moveTo>
                    <a:cubicBezTo>
                      <a:pt x="550942" y="168396"/>
                      <a:pt x="547081" y="179824"/>
                      <a:pt x="551749" y="189252"/>
                    </a:cubicBezTo>
                    <a:cubicBezTo>
                      <a:pt x="551766" y="189285"/>
                      <a:pt x="551782" y="189318"/>
                      <a:pt x="551798" y="189351"/>
                    </a:cubicBezTo>
                    <a:lnTo>
                      <a:pt x="552560" y="190779"/>
                    </a:lnTo>
                    <a:cubicBezTo>
                      <a:pt x="555994" y="196727"/>
                      <a:pt x="562362" y="200366"/>
                      <a:pt x="569229" y="200304"/>
                    </a:cubicBezTo>
                    <a:cubicBezTo>
                      <a:pt x="572388" y="200304"/>
                      <a:pt x="575497" y="199518"/>
                      <a:pt x="578278" y="198018"/>
                    </a:cubicBezTo>
                    <a:cubicBezTo>
                      <a:pt x="587516" y="193057"/>
                      <a:pt x="591007" y="181562"/>
                      <a:pt x="586088" y="172301"/>
                    </a:cubicBezTo>
                    <a:lnTo>
                      <a:pt x="586088" y="172301"/>
                    </a:lnTo>
                    <a:cubicBezTo>
                      <a:pt x="581527" y="162821"/>
                      <a:pt x="570142" y="158832"/>
                      <a:pt x="560662" y="163395"/>
                    </a:cubicBezTo>
                    <a:cubicBezTo>
                      <a:pt x="560565" y="163442"/>
                      <a:pt x="560468" y="163489"/>
                      <a:pt x="560371" y="163538"/>
                    </a:cubicBezTo>
                    <a:close/>
                    <a:moveTo>
                      <a:pt x="836596" y="161538"/>
                    </a:moveTo>
                    <a:cubicBezTo>
                      <a:pt x="847117" y="161598"/>
                      <a:pt x="855693" y="153119"/>
                      <a:pt x="855760" y="142599"/>
                    </a:cubicBezTo>
                    <a:cubicBezTo>
                      <a:pt x="855788" y="137481"/>
                      <a:pt x="853760" y="132566"/>
                      <a:pt x="850121" y="128962"/>
                    </a:cubicBezTo>
                    <a:lnTo>
                      <a:pt x="850121" y="128962"/>
                    </a:lnTo>
                    <a:cubicBezTo>
                      <a:pt x="842702" y="121639"/>
                      <a:pt x="830775" y="121639"/>
                      <a:pt x="823356" y="128962"/>
                    </a:cubicBezTo>
                    <a:cubicBezTo>
                      <a:pt x="815860" y="136344"/>
                      <a:pt x="815767" y="148405"/>
                      <a:pt x="823149" y="155902"/>
                    </a:cubicBezTo>
                    <a:cubicBezTo>
                      <a:pt x="823218" y="155971"/>
                      <a:pt x="823286" y="156040"/>
                      <a:pt x="823356" y="156108"/>
                    </a:cubicBezTo>
                    <a:cubicBezTo>
                      <a:pt x="826854" y="159432"/>
                      <a:pt x="831484" y="161304"/>
                      <a:pt x="836310" y="161347"/>
                    </a:cubicBezTo>
                    <a:close/>
                    <a:moveTo>
                      <a:pt x="579706" y="268980"/>
                    </a:moveTo>
                    <a:cubicBezTo>
                      <a:pt x="589237" y="269080"/>
                      <a:pt x="597375" y="262122"/>
                      <a:pt x="598756" y="252692"/>
                    </a:cubicBezTo>
                    <a:lnTo>
                      <a:pt x="598756" y="251930"/>
                    </a:lnTo>
                    <a:cubicBezTo>
                      <a:pt x="600229" y="241408"/>
                      <a:pt x="592895" y="231685"/>
                      <a:pt x="582373" y="230213"/>
                    </a:cubicBezTo>
                    <a:cubicBezTo>
                      <a:pt x="571852" y="228740"/>
                      <a:pt x="562129" y="236074"/>
                      <a:pt x="560656" y="246596"/>
                    </a:cubicBezTo>
                    <a:lnTo>
                      <a:pt x="560656" y="247548"/>
                    </a:lnTo>
                    <a:cubicBezTo>
                      <a:pt x="559362" y="257925"/>
                      <a:pt x="566674" y="267405"/>
                      <a:pt x="577039" y="268789"/>
                    </a:cubicBezTo>
                    <a:cubicBezTo>
                      <a:pt x="577920" y="268938"/>
                      <a:pt x="578813" y="269001"/>
                      <a:pt x="579706" y="268980"/>
                    </a:cubicBezTo>
                    <a:close/>
                    <a:moveTo>
                      <a:pt x="95360" y="250977"/>
                    </a:moveTo>
                    <a:lnTo>
                      <a:pt x="95836" y="250977"/>
                    </a:lnTo>
                    <a:cubicBezTo>
                      <a:pt x="106358" y="250977"/>
                      <a:pt x="114886" y="242449"/>
                      <a:pt x="114886" y="231927"/>
                    </a:cubicBezTo>
                    <a:cubicBezTo>
                      <a:pt x="114886" y="221406"/>
                      <a:pt x="106358" y="212877"/>
                      <a:pt x="95836" y="212877"/>
                    </a:cubicBezTo>
                    <a:cubicBezTo>
                      <a:pt x="85315" y="212877"/>
                      <a:pt x="76786" y="221406"/>
                      <a:pt x="76786" y="231927"/>
                    </a:cubicBezTo>
                    <a:cubicBezTo>
                      <a:pt x="76786" y="242449"/>
                      <a:pt x="85315" y="250977"/>
                      <a:pt x="95836" y="250977"/>
                    </a:cubicBezTo>
                    <a:close/>
                    <a:moveTo>
                      <a:pt x="848692" y="212877"/>
                    </a:moveTo>
                    <a:cubicBezTo>
                      <a:pt x="838171" y="212877"/>
                      <a:pt x="829642" y="221406"/>
                      <a:pt x="829642" y="231927"/>
                    </a:cubicBezTo>
                    <a:cubicBezTo>
                      <a:pt x="829642" y="242449"/>
                      <a:pt x="838171" y="250977"/>
                      <a:pt x="848692" y="250977"/>
                    </a:cubicBezTo>
                    <a:cubicBezTo>
                      <a:pt x="859217" y="250977"/>
                      <a:pt x="867742" y="242449"/>
                      <a:pt x="867742" y="231927"/>
                    </a:cubicBezTo>
                    <a:cubicBezTo>
                      <a:pt x="867742" y="221406"/>
                      <a:pt x="859217" y="212877"/>
                      <a:pt x="848692" y="212877"/>
                    </a:cubicBezTo>
                    <a:close/>
                    <a:moveTo>
                      <a:pt x="407875" y="348609"/>
                    </a:moveTo>
                    <a:lnTo>
                      <a:pt x="409114" y="349275"/>
                    </a:lnTo>
                    <a:cubicBezTo>
                      <a:pt x="411718" y="350574"/>
                      <a:pt x="414586" y="351257"/>
                      <a:pt x="417496" y="351276"/>
                    </a:cubicBezTo>
                    <a:cubicBezTo>
                      <a:pt x="424608" y="351111"/>
                      <a:pt x="431036" y="346997"/>
                      <a:pt x="434164" y="340608"/>
                    </a:cubicBezTo>
                    <a:cubicBezTo>
                      <a:pt x="438857" y="331191"/>
                      <a:pt x="435027" y="319753"/>
                      <a:pt x="425611" y="315061"/>
                    </a:cubicBezTo>
                    <a:cubicBezTo>
                      <a:pt x="416194" y="310368"/>
                      <a:pt x="404757" y="314198"/>
                      <a:pt x="400064" y="323614"/>
                    </a:cubicBezTo>
                    <a:cubicBezTo>
                      <a:pt x="395574" y="332625"/>
                      <a:pt x="398870" y="343575"/>
                      <a:pt x="407590" y="348609"/>
                    </a:cubicBezTo>
                    <a:close/>
                    <a:moveTo>
                      <a:pt x="266239" y="150679"/>
                    </a:moveTo>
                    <a:cubicBezTo>
                      <a:pt x="273340" y="154089"/>
                      <a:pt x="281862" y="151106"/>
                      <a:pt x="285289" y="144012"/>
                    </a:cubicBezTo>
                    <a:cubicBezTo>
                      <a:pt x="333875" y="42694"/>
                      <a:pt x="455395" y="-53"/>
                      <a:pt x="556712" y="48532"/>
                    </a:cubicBezTo>
                    <a:cubicBezTo>
                      <a:pt x="598480" y="68561"/>
                      <a:pt x="632162" y="102243"/>
                      <a:pt x="652192" y="144012"/>
                    </a:cubicBezTo>
                    <a:cubicBezTo>
                      <a:pt x="655946" y="150951"/>
                      <a:pt x="664616" y="153535"/>
                      <a:pt x="671556" y="149780"/>
                    </a:cubicBezTo>
                    <a:cubicBezTo>
                      <a:pt x="678038" y="146274"/>
                      <a:pt x="680789" y="138413"/>
                      <a:pt x="677909" y="131629"/>
                    </a:cubicBezTo>
                    <a:cubicBezTo>
                      <a:pt x="622377" y="16082"/>
                      <a:pt x="483690" y="-32571"/>
                      <a:pt x="368144" y="22961"/>
                    </a:cubicBezTo>
                    <a:cubicBezTo>
                      <a:pt x="320633" y="45794"/>
                      <a:pt x="282309" y="84118"/>
                      <a:pt x="259476" y="131629"/>
                    </a:cubicBezTo>
                    <a:cubicBezTo>
                      <a:pt x="256135" y="138759"/>
                      <a:pt x="259149" y="147251"/>
                      <a:pt x="266239" y="150679"/>
                    </a:cubicBezTo>
                    <a:close/>
                    <a:moveTo>
                      <a:pt x="351964" y="291935"/>
                    </a:moveTo>
                    <a:cubicBezTo>
                      <a:pt x="355257" y="297928"/>
                      <a:pt x="361605" y="301597"/>
                      <a:pt x="368442" y="301460"/>
                    </a:cubicBezTo>
                    <a:cubicBezTo>
                      <a:pt x="371762" y="301541"/>
                      <a:pt x="375045" y="300753"/>
                      <a:pt x="377967" y="299174"/>
                    </a:cubicBezTo>
                    <a:cubicBezTo>
                      <a:pt x="387239" y="294203"/>
                      <a:pt x="390726" y="282656"/>
                      <a:pt x="385755" y="273384"/>
                    </a:cubicBezTo>
                    <a:cubicBezTo>
                      <a:pt x="385700" y="273280"/>
                      <a:pt x="385644" y="273177"/>
                      <a:pt x="385587" y="273075"/>
                    </a:cubicBezTo>
                    <a:cubicBezTo>
                      <a:pt x="380800" y="263686"/>
                      <a:pt x="369307" y="259954"/>
                      <a:pt x="359917" y="264741"/>
                    </a:cubicBezTo>
                    <a:cubicBezTo>
                      <a:pt x="350527" y="269528"/>
                      <a:pt x="346795" y="281021"/>
                      <a:pt x="351583" y="290411"/>
                    </a:cubicBezTo>
                    <a:close/>
                    <a:moveTo>
                      <a:pt x="403399" y="165919"/>
                    </a:moveTo>
                    <a:cubicBezTo>
                      <a:pt x="410644" y="158290"/>
                      <a:pt x="410334" y="146233"/>
                      <a:pt x="402705" y="138987"/>
                    </a:cubicBezTo>
                    <a:cubicBezTo>
                      <a:pt x="395559" y="132201"/>
                      <a:pt x="384418" y="131984"/>
                      <a:pt x="377014" y="138487"/>
                    </a:cubicBezTo>
                    <a:lnTo>
                      <a:pt x="375871" y="139535"/>
                    </a:lnTo>
                    <a:cubicBezTo>
                      <a:pt x="368486" y="146965"/>
                      <a:pt x="368486" y="158965"/>
                      <a:pt x="375871" y="166395"/>
                    </a:cubicBezTo>
                    <a:cubicBezTo>
                      <a:pt x="383253" y="173891"/>
                      <a:pt x="395315" y="173984"/>
                      <a:pt x="402811" y="166602"/>
                    </a:cubicBezTo>
                    <a:cubicBezTo>
                      <a:pt x="402880" y="166533"/>
                      <a:pt x="402949" y="166465"/>
                      <a:pt x="403018" y="166395"/>
                    </a:cubicBezTo>
                    <a:close/>
                    <a:moveTo>
                      <a:pt x="357202" y="233547"/>
                    </a:moveTo>
                    <a:cubicBezTo>
                      <a:pt x="366609" y="233675"/>
                      <a:pt x="374701" y="226918"/>
                      <a:pt x="376252" y="217640"/>
                    </a:cubicBezTo>
                    <a:lnTo>
                      <a:pt x="376252" y="216687"/>
                    </a:lnTo>
                    <a:cubicBezTo>
                      <a:pt x="377859" y="206395"/>
                      <a:pt x="370900" y="196721"/>
                      <a:pt x="360631" y="194970"/>
                    </a:cubicBezTo>
                    <a:cubicBezTo>
                      <a:pt x="350276" y="193371"/>
                      <a:pt x="340573" y="200436"/>
                      <a:pt x="338914" y="210782"/>
                    </a:cubicBezTo>
                    <a:lnTo>
                      <a:pt x="338914" y="211353"/>
                    </a:lnTo>
                    <a:cubicBezTo>
                      <a:pt x="337192" y="221714"/>
                      <a:pt x="344180" y="231513"/>
                      <a:pt x="354535" y="233261"/>
                    </a:cubicBezTo>
                    <a:cubicBezTo>
                      <a:pt x="355416" y="233419"/>
                      <a:pt x="356308" y="233514"/>
                      <a:pt x="357202" y="233547"/>
                    </a:cubicBezTo>
                    <a:close/>
                    <a:moveTo>
                      <a:pt x="867171" y="263741"/>
                    </a:moveTo>
                    <a:cubicBezTo>
                      <a:pt x="859732" y="271176"/>
                      <a:pt x="859722" y="283238"/>
                      <a:pt x="867152" y="290681"/>
                    </a:cubicBezTo>
                    <a:cubicBezTo>
                      <a:pt x="867161" y="290687"/>
                      <a:pt x="867161" y="290692"/>
                      <a:pt x="867171" y="290697"/>
                    </a:cubicBezTo>
                    <a:cubicBezTo>
                      <a:pt x="870752" y="294297"/>
                      <a:pt x="875619" y="296320"/>
                      <a:pt x="880696" y="296316"/>
                    </a:cubicBezTo>
                    <a:cubicBezTo>
                      <a:pt x="885745" y="296295"/>
                      <a:pt x="890574" y="294274"/>
                      <a:pt x="894127" y="290697"/>
                    </a:cubicBezTo>
                    <a:lnTo>
                      <a:pt x="894793" y="290030"/>
                    </a:lnTo>
                    <a:cubicBezTo>
                      <a:pt x="901994" y="282634"/>
                      <a:pt x="901994" y="270850"/>
                      <a:pt x="894793" y="263455"/>
                    </a:cubicBezTo>
                    <a:cubicBezTo>
                      <a:pt x="887088" y="255906"/>
                      <a:pt x="874734" y="256029"/>
                      <a:pt x="867180" y="263731"/>
                    </a:cubicBezTo>
                    <a:cubicBezTo>
                      <a:pt x="867180" y="263734"/>
                      <a:pt x="867171" y="263738"/>
                      <a:pt x="867171" y="263741"/>
                    </a:cubicBezTo>
                    <a:close/>
                    <a:moveTo>
                      <a:pt x="671242" y="313176"/>
                    </a:moveTo>
                    <a:cubicBezTo>
                      <a:pt x="664140" y="309766"/>
                      <a:pt x="655617" y="312749"/>
                      <a:pt x="652192" y="319843"/>
                    </a:cubicBezTo>
                    <a:cubicBezTo>
                      <a:pt x="603605" y="421160"/>
                      <a:pt x="482086" y="463908"/>
                      <a:pt x="380768" y="415323"/>
                    </a:cubicBezTo>
                    <a:cubicBezTo>
                      <a:pt x="339000" y="395293"/>
                      <a:pt x="305318" y="361611"/>
                      <a:pt x="285289" y="319843"/>
                    </a:cubicBezTo>
                    <a:cubicBezTo>
                      <a:pt x="281869" y="312715"/>
                      <a:pt x="273318" y="309708"/>
                      <a:pt x="266191" y="313128"/>
                    </a:cubicBezTo>
                    <a:cubicBezTo>
                      <a:pt x="259063" y="316547"/>
                      <a:pt x="256056" y="325097"/>
                      <a:pt x="259476" y="332226"/>
                    </a:cubicBezTo>
                    <a:cubicBezTo>
                      <a:pt x="315007" y="447772"/>
                      <a:pt x="453694" y="496425"/>
                      <a:pt x="569241" y="440893"/>
                    </a:cubicBezTo>
                    <a:cubicBezTo>
                      <a:pt x="616752" y="418060"/>
                      <a:pt x="655076" y="379736"/>
                      <a:pt x="677909" y="332226"/>
                    </a:cubicBezTo>
                    <a:cubicBezTo>
                      <a:pt x="681319" y="325123"/>
                      <a:pt x="678336" y="316601"/>
                      <a:pt x="671242" y="313176"/>
                    </a:cubicBezTo>
                    <a:close/>
                    <a:moveTo>
                      <a:pt x="789352" y="212877"/>
                    </a:moveTo>
                    <a:lnTo>
                      <a:pt x="788494" y="212877"/>
                    </a:lnTo>
                    <a:cubicBezTo>
                      <a:pt x="777973" y="212877"/>
                      <a:pt x="769444" y="221406"/>
                      <a:pt x="769444" y="231927"/>
                    </a:cubicBezTo>
                    <a:cubicBezTo>
                      <a:pt x="769444" y="242449"/>
                      <a:pt x="777973" y="250977"/>
                      <a:pt x="788494" y="250977"/>
                    </a:cubicBezTo>
                    <a:cubicBezTo>
                      <a:pt x="799016" y="250977"/>
                      <a:pt x="807544" y="242449"/>
                      <a:pt x="807544" y="231927"/>
                    </a:cubicBezTo>
                    <a:cubicBezTo>
                      <a:pt x="807544" y="221406"/>
                      <a:pt x="799016" y="212877"/>
                      <a:pt x="788494" y="212877"/>
                    </a:cubicBezTo>
                    <a:close/>
                    <a:moveTo>
                      <a:pt x="669051" y="212877"/>
                    </a:moveTo>
                    <a:lnTo>
                      <a:pt x="669051" y="212877"/>
                    </a:lnTo>
                    <a:cubicBezTo>
                      <a:pt x="658529" y="212877"/>
                      <a:pt x="650001" y="221406"/>
                      <a:pt x="650001" y="231927"/>
                    </a:cubicBezTo>
                    <a:cubicBezTo>
                      <a:pt x="650001" y="242449"/>
                      <a:pt x="658529" y="250977"/>
                      <a:pt x="669051" y="250977"/>
                    </a:cubicBezTo>
                    <a:cubicBezTo>
                      <a:pt x="679572" y="250977"/>
                      <a:pt x="688101" y="242449"/>
                      <a:pt x="688101" y="231927"/>
                    </a:cubicBezTo>
                    <a:cubicBezTo>
                      <a:pt x="688101" y="221406"/>
                      <a:pt x="679572" y="212877"/>
                      <a:pt x="669051" y="212877"/>
                    </a:cubicBezTo>
                    <a:close/>
                    <a:moveTo>
                      <a:pt x="729439" y="212877"/>
                    </a:moveTo>
                    <a:lnTo>
                      <a:pt x="728582" y="212877"/>
                    </a:lnTo>
                    <a:cubicBezTo>
                      <a:pt x="718061" y="212877"/>
                      <a:pt x="709532" y="221406"/>
                      <a:pt x="709532" y="231927"/>
                    </a:cubicBezTo>
                    <a:cubicBezTo>
                      <a:pt x="709532" y="242449"/>
                      <a:pt x="718061" y="250977"/>
                      <a:pt x="728582" y="250977"/>
                    </a:cubicBezTo>
                    <a:cubicBezTo>
                      <a:pt x="739103" y="250977"/>
                      <a:pt x="747632" y="242449"/>
                      <a:pt x="747632" y="231927"/>
                    </a:cubicBezTo>
                    <a:cubicBezTo>
                      <a:pt x="747632" y="221406"/>
                      <a:pt x="739103" y="212877"/>
                      <a:pt x="728582" y="212877"/>
                    </a:cubicBezTo>
                    <a:close/>
                    <a:moveTo>
                      <a:pt x="939656" y="218497"/>
                    </a:moveTo>
                    <a:lnTo>
                      <a:pt x="939656" y="218497"/>
                    </a:lnTo>
                    <a:cubicBezTo>
                      <a:pt x="932236" y="211174"/>
                      <a:pt x="920311" y="211174"/>
                      <a:pt x="912891" y="218497"/>
                    </a:cubicBezTo>
                    <a:cubicBezTo>
                      <a:pt x="910900" y="220401"/>
                      <a:pt x="909405" y="222752"/>
                      <a:pt x="908509" y="225355"/>
                    </a:cubicBezTo>
                    <a:cubicBezTo>
                      <a:pt x="904871" y="235228"/>
                      <a:pt x="909928" y="246179"/>
                      <a:pt x="919806" y="249814"/>
                    </a:cubicBezTo>
                    <a:cubicBezTo>
                      <a:pt x="921711" y="250517"/>
                      <a:pt x="923721" y="250910"/>
                      <a:pt x="925750" y="250977"/>
                    </a:cubicBezTo>
                    <a:cubicBezTo>
                      <a:pt x="930903" y="251008"/>
                      <a:pt x="935856" y="248946"/>
                      <a:pt x="939466" y="245262"/>
                    </a:cubicBezTo>
                    <a:cubicBezTo>
                      <a:pt x="946790" y="237843"/>
                      <a:pt x="946790" y="225916"/>
                      <a:pt x="939466" y="218497"/>
                    </a:cubicBezTo>
                    <a:close/>
                    <a:moveTo>
                      <a:pt x="894317" y="173158"/>
                    </a:moveTo>
                    <a:cubicBezTo>
                      <a:pt x="886926" y="165959"/>
                      <a:pt x="875134" y="165959"/>
                      <a:pt x="867742" y="173158"/>
                    </a:cubicBezTo>
                    <a:cubicBezTo>
                      <a:pt x="860218" y="180513"/>
                      <a:pt x="860084" y="192575"/>
                      <a:pt x="867437" y="200097"/>
                    </a:cubicBezTo>
                    <a:cubicBezTo>
                      <a:pt x="867542" y="200199"/>
                      <a:pt x="867638" y="200300"/>
                      <a:pt x="867742" y="200400"/>
                    </a:cubicBezTo>
                    <a:cubicBezTo>
                      <a:pt x="875181" y="207843"/>
                      <a:pt x="887259" y="207843"/>
                      <a:pt x="894698" y="200400"/>
                    </a:cubicBezTo>
                    <a:cubicBezTo>
                      <a:pt x="902137" y="192956"/>
                      <a:pt x="902137" y="180888"/>
                      <a:pt x="894698" y="173444"/>
                    </a:cubicBezTo>
                    <a:close/>
                    <a:moveTo>
                      <a:pt x="822499" y="308127"/>
                    </a:moveTo>
                    <a:cubicBezTo>
                      <a:pt x="815055" y="315571"/>
                      <a:pt x="815055" y="327639"/>
                      <a:pt x="822499" y="335083"/>
                    </a:cubicBezTo>
                    <a:cubicBezTo>
                      <a:pt x="829942" y="342527"/>
                      <a:pt x="842010" y="342527"/>
                      <a:pt x="849454" y="335083"/>
                    </a:cubicBezTo>
                    <a:lnTo>
                      <a:pt x="849454" y="335083"/>
                    </a:lnTo>
                    <a:cubicBezTo>
                      <a:pt x="856779" y="327664"/>
                      <a:pt x="856779" y="315737"/>
                      <a:pt x="849454" y="308318"/>
                    </a:cubicBezTo>
                    <a:cubicBezTo>
                      <a:pt x="842071" y="300822"/>
                      <a:pt x="830011" y="300729"/>
                      <a:pt x="822515" y="308112"/>
                    </a:cubicBezTo>
                    <a:cubicBezTo>
                      <a:pt x="822509" y="308117"/>
                      <a:pt x="822503" y="308122"/>
                      <a:pt x="822499" y="308127"/>
                    </a:cubicBezTo>
                    <a:close/>
                    <a:moveTo>
                      <a:pt x="155177" y="212877"/>
                    </a:moveTo>
                    <a:cubicBezTo>
                      <a:pt x="144656" y="212877"/>
                      <a:pt x="136127" y="221406"/>
                      <a:pt x="136127" y="231927"/>
                    </a:cubicBezTo>
                    <a:cubicBezTo>
                      <a:pt x="136127" y="242449"/>
                      <a:pt x="144656" y="250977"/>
                      <a:pt x="155177" y="250977"/>
                    </a:cubicBezTo>
                    <a:lnTo>
                      <a:pt x="156034" y="250977"/>
                    </a:lnTo>
                    <a:cubicBezTo>
                      <a:pt x="166369" y="250719"/>
                      <a:pt x="174611" y="242265"/>
                      <a:pt x="174608" y="231927"/>
                    </a:cubicBezTo>
                    <a:cubicBezTo>
                      <a:pt x="174610" y="221406"/>
                      <a:pt x="166083" y="212875"/>
                      <a:pt x="155562" y="212873"/>
                    </a:cubicBezTo>
                    <a:cubicBezTo>
                      <a:pt x="155433" y="212873"/>
                      <a:pt x="155306" y="212874"/>
                      <a:pt x="155177" y="212877"/>
                    </a:cubicBezTo>
                    <a:close/>
                    <a:moveTo>
                      <a:pt x="94693" y="308127"/>
                    </a:moveTo>
                    <a:cubicBezTo>
                      <a:pt x="87249" y="315563"/>
                      <a:pt x="87243" y="327624"/>
                      <a:pt x="94678" y="335068"/>
                    </a:cubicBezTo>
                    <a:cubicBezTo>
                      <a:pt x="94684" y="335074"/>
                      <a:pt x="94689" y="335078"/>
                      <a:pt x="94693" y="335083"/>
                    </a:cubicBezTo>
                    <a:lnTo>
                      <a:pt x="94693" y="335083"/>
                    </a:lnTo>
                    <a:cubicBezTo>
                      <a:pt x="98182" y="338632"/>
                      <a:pt x="102956" y="340625"/>
                      <a:pt x="107933" y="340608"/>
                    </a:cubicBezTo>
                    <a:cubicBezTo>
                      <a:pt x="118453" y="340722"/>
                      <a:pt x="127074" y="332286"/>
                      <a:pt x="127189" y="321765"/>
                    </a:cubicBezTo>
                    <a:cubicBezTo>
                      <a:pt x="127244" y="316661"/>
                      <a:pt x="125249" y="311748"/>
                      <a:pt x="121649" y="308127"/>
                    </a:cubicBezTo>
                    <a:cubicBezTo>
                      <a:pt x="114214" y="300683"/>
                      <a:pt x="102152" y="300677"/>
                      <a:pt x="94709" y="308112"/>
                    </a:cubicBezTo>
                    <a:cubicBezTo>
                      <a:pt x="94703" y="308118"/>
                      <a:pt x="94698" y="308122"/>
                      <a:pt x="94693" y="308127"/>
                    </a:cubicBezTo>
                    <a:close/>
                    <a:moveTo>
                      <a:pt x="49735" y="263169"/>
                    </a:moveTo>
                    <a:cubicBezTo>
                      <a:pt x="42291" y="270604"/>
                      <a:pt x="42285" y="282666"/>
                      <a:pt x="49720" y="290110"/>
                    </a:cubicBezTo>
                    <a:cubicBezTo>
                      <a:pt x="49726" y="290116"/>
                      <a:pt x="49731" y="290120"/>
                      <a:pt x="49735" y="290125"/>
                    </a:cubicBezTo>
                    <a:lnTo>
                      <a:pt x="50402" y="290697"/>
                    </a:lnTo>
                    <a:cubicBezTo>
                      <a:pt x="53825" y="294158"/>
                      <a:pt x="58488" y="296112"/>
                      <a:pt x="63356" y="296126"/>
                    </a:cubicBezTo>
                    <a:cubicBezTo>
                      <a:pt x="68480" y="296131"/>
                      <a:pt x="73390" y="294070"/>
                      <a:pt x="76977" y="290411"/>
                    </a:cubicBezTo>
                    <a:cubicBezTo>
                      <a:pt x="84500" y="283056"/>
                      <a:pt x="84635" y="270994"/>
                      <a:pt x="77280" y="263472"/>
                    </a:cubicBezTo>
                    <a:cubicBezTo>
                      <a:pt x="77180" y="263369"/>
                      <a:pt x="77079" y="263269"/>
                      <a:pt x="76977" y="263169"/>
                    </a:cubicBezTo>
                    <a:cubicBezTo>
                      <a:pt x="69622" y="255646"/>
                      <a:pt x="57560" y="255511"/>
                      <a:pt x="50038" y="262867"/>
                    </a:cubicBezTo>
                    <a:cubicBezTo>
                      <a:pt x="49935" y="262966"/>
                      <a:pt x="49835" y="263067"/>
                      <a:pt x="49735" y="263169"/>
                    </a:cubicBezTo>
                    <a:close/>
                    <a:moveTo>
                      <a:pt x="275478" y="250977"/>
                    </a:moveTo>
                    <a:lnTo>
                      <a:pt x="275478" y="250977"/>
                    </a:lnTo>
                    <a:cubicBezTo>
                      <a:pt x="285999" y="250977"/>
                      <a:pt x="294528" y="242449"/>
                      <a:pt x="294528" y="231927"/>
                    </a:cubicBezTo>
                    <a:cubicBezTo>
                      <a:pt x="294528" y="221406"/>
                      <a:pt x="285999" y="212877"/>
                      <a:pt x="275478" y="212877"/>
                    </a:cubicBezTo>
                    <a:cubicBezTo>
                      <a:pt x="264956" y="212877"/>
                      <a:pt x="256428" y="221406"/>
                      <a:pt x="256428" y="231927"/>
                    </a:cubicBezTo>
                    <a:cubicBezTo>
                      <a:pt x="256428" y="242449"/>
                      <a:pt x="264956" y="250977"/>
                      <a:pt x="275478" y="250977"/>
                    </a:cubicBezTo>
                    <a:close/>
                    <a:moveTo>
                      <a:pt x="95074" y="128486"/>
                    </a:moveTo>
                    <a:lnTo>
                      <a:pt x="95074" y="128486"/>
                    </a:lnTo>
                    <a:cubicBezTo>
                      <a:pt x="87762" y="136051"/>
                      <a:pt x="87967" y="148110"/>
                      <a:pt x="95531" y="155422"/>
                    </a:cubicBezTo>
                    <a:cubicBezTo>
                      <a:pt x="99064" y="158838"/>
                      <a:pt x="103781" y="160756"/>
                      <a:pt x="108695" y="160776"/>
                    </a:cubicBezTo>
                    <a:cubicBezTo>
                      <a:pt x="113616" y="160824"/>
                      <a:pt x="118375" y="159023"/>
                      <a:pt x="122030" y="155727"/>
                    </a:cubicBezTo>
                    <a:cubicBezTo>
                      <a:pt x="129474" y="148283"/>
                      <a:pt x="129474" y="136215"/>
                      <a:pt x="122030" y="128772"/>
                    </a:cubicBezTo>
                    <a:cubicBezTo>
                      <a:pt x="114586" y="121328"/>
                      <a:pt x="102518" y="121328"/>
                      <a:pt x="95074" y="128772"/>
                    </a:cubicBezTo>
                    <a:close/>
                    <a:moveTo>
                      <a:pt x="5539" y="218497"/>
                    </a:moveTo>
                    <a:cubicBezTo>
                      <a:pt x="-1846" y="225927"/>
                      <a:pt x="-1846" y="237927"/>
                      <a:pt x="5539" y="245358"/>
                    </a:cubicBezTo>
                    <a:lnTo>
                      <a:pt x="5539" y="245358"/>
                    </a:lnTo>
                    <a:cubicBezTo>
                      <a:pt x="12958" y="252680"/>
                      <a:pt x="24885" y="252680"/>
                      <a:pt x="32305" y="245358"/>
                    </a:cubicBezTo>
                    <a:cubicBezTo>
                      <a:pt x="34291" y="243453"/>
                      <a:pt x="35794" y="241103"/>
                      <a:pt x="36686" y="238500"/>
                    </a:cubicBezTo>
                    <a:cubicBezTo>
                      <a:pt x="39403" y="231438"/>
                      <a:pt x="37683" y="223438"/>
                      <a:pt x="32305" y="218116"/>
                    </a:cubicBezTo>
                    <a:cubicBezTo>
                      <a:pt x="24782" y="210897"/>
                      <a:pt x="12854" y="211068"/>
                      <a:pt x="5539" y="218497"/>
                    </a:cubicBezTo>
                    <a:close/>
                    <a:moveTo>
                      <a:pt x="215089" y="212877"/>
                    </a:moveTo>
                    <a:cubicBezTo>
                      <a:pt x="204568" y="212877"/>
                      <a:pt x="196039" y="221406"/>
                      <a:pt x="196039" y="231927"/>
                    </a:cubicBezTo>
                    <a:cubicBezTo>
                      <a:pt x="196039" y="242449"/>
                      <a:pt x="204568" y="250977"/>
                      <a:pt x="215089" y="250977"/>
                    </a:cubicBezTo>
                    <a:lnTo>
                      <a:pt x="215947" y="250977"/>
                    </a:lnTo>
                    <a:cubicBezTo>
                      <a:pt x="226468" y="250977"/>
                      <a:pt x="234997" y="242449"/>
                      <a:pt x="234997" y="231927"/>
                    </a:cubicBezTo>
                    <a:cubicBezTo>
                      <a:pt x="235007" y="221406"/>
                      <a:pt x="226487" y="212869"/>
                      <a:pt x="215966" y="212858"/>
                    </a:cubicBezTo>
                    <a:cubicBezTo>
                      <a:pt x="215673" y="212857"/>
                      <a:pt x="215382" y="212864"/>
                      <a:pt x="215089" y="212877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  <a:tabLst/>
                  <a:defRPr/>
                </a:pPr>
                <a:endParaRPr kumimoji="0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7" name="Google Shape;2142;p4">
              <a:extLst>
                <a:ext uri="{FF2B5EF4-FFF2-40B4-BE49-F238E27FC236}">
                  <a16:creationId xmlns:a16="http://schemas.microsoft.com/office/drawing/2014/main" id="{5B091F6D-EF40-3C5A-952F-BE7D44AA26F0}"/>
                </a:ext>
              </a:extLst>
            </p:cNvPr>
            <p:cNvGrpSpPr/>
            <p:nvPr/>
          </p:nvGrpSpPr>
          <p:grpSpPr>
            <a:xfrm>
              <a:off x="8856461" y="3405838"/>
              <a:ext cx="2743120" cy="446760"/>
              <a:chOff x="8399261" y="3521745"/>
              <a:chExt cx="2743120" cy="446760"/>
            </a:xfrm>
          </p:grpSpPr>
          <p:sp>
            <p:nvSpPr>
              <p:cNvPr id="181" name="Google Shape;2143;p4">
                <a:extLst>
                  <a:ext uri="{FF2B5EF4-FFF2-40B4-BE49-F238E27FC236}">
                    <a16:creationId xmlns:a16="http://schemas.microsoft.com/office/drawing/2014/main" id="{7CB7A3BE-8A1B-D017-2679-3A947EA8979A}"/>
                  </a:ext>
                </a:extLst>
              </p:cNvPr>
              <p:cNvSpPr/>
              <p:nvPr/>
            </p:nvSpPr>
            <p:spPr>
              <a:xfrm>
                <a:off x="8399261" y="3597083"/>
                <a:ext cx="275226" cy="282920"/>
              </a:xfrm>
              <a:custGeom>
                <a:avLst/>
                <a:gdLst/>
                <a:ahLst/>
                <a:cxnLst/>
                <a:rect l="l" t="t" r="r" b="b"/>
                <a:pathLst>
                  <a:path w="746379" h="767244" extrusionOk="0">
                    <a:moveTo>
                      <a:pt x="645224" y="601817"/>
                    </a:moveTo>
                    <a:lnTo>
                      <a:pt x="645224" y="601817"/>
                    </a:lnTo>
                    <a:cubicBezTo>
                      <a:pt x="645250" y="608650"/>
                      <a:pt x="641616" y="614974"/>
                      <a:pt x="635699" y="618390"/>
                    </a:cubicBezTo>
                    <a:cubicBezTo>
                      <a:pt x="632791" y="620037"/>
                      <a:pt x="629515" y="620922"/>
                      <a:pt x="626174" y="620962"/>
                    </a:cubicBezTo>
                    <a:cubicBezTo>
                      <a:pt x="619340" y="620989"/>
                      <a:pt x="613017" y="617355"/>
                      <a:pt x="609600" y="611437"/>
                    </a:cubicBezTo>
                    <a:cubicBezTo>
                      <a:pt x="605045" y="603604"/>
                      <a:pt x="606638" y="593645"/>
                      <a:pt x="613410" y="587625"/>
                    </a:cubicBezTo>
                    <a:cubicBezTo>
                      <a:pt x="616899" y="584358"/>
                      <a:pt x="621489" y="582522"/>
                      <a:pt x="626269" y="582481"/>
                    </a:cubicBezTo>
                    <a:cubicBezTo>
                      <a:pt x="636790" y="582532"/>
                      <a:pt x="645277" y="591103"/>
                      <a:pt x="645225" y="601623"/>
                    </a:cubicBezTo>
                    <a:cubicBezTo>
                      <a:pt x="645225" y="601688"/>
                      <a:pt x="645224" y="601752"/>
                      <a:pt x="645224" y="601817"/>
                    </a:cubicBezTo>
                    <a:close/>
                    <a:moveTo>
                      <a:pt x="490633" y="658491"/>
                    </a:moveTo>
                    <a:lnTo>
                      <a:pt x="489775" y="658967"/>
                    </a:lnTo>
                    <a:cubicBezTo>
                      <a:pt x="480622" y="664227"/>
                      <a:pt x="477466" y="675912"/>
                      <a:pt x="482727" y="685065"/>
                    </a:cubicBezTo>
                    <a:cubicBezTo>
                      <a:pt x="487988" y="694219"/>
                      <a:pt x="499672" y="697374"/>
                      <a:pt x="508825" y="692114"/>
                    </a:cubicBezTo>
                    <a:lnTo>
                      <a:pt x="509683" y="691542"/>
                    </a:lnTo>
                    <a:cubicBezTo>
                      <a:pt x="518810" y="686282"/>
                      <a:pt x="521944" y="674618"/>
                      <a:pt x="516684" y="665491"/>
                    </a:cubicBezTo>
                    <a:cubicBezTo>
                      <a:pt x="511423" y="656365"/>
                      <a:pt x="499760" y="653230"/>
                      <a:pt x="490633" y="658491"/>
                    </a:cubicBezTo>
                    <a:close/>
                    <a:moveTo>
                      <a:pt x="427292" y="695067"/>
                    </a:moveTo>
                    <a:lnTo>
                      <a:pt x="426339" y="695638"/>
                    </a:lnTo>
                    <a:cubicBezTo>
                      <a:pt x="417238" y="700917"/>
                      <a:pt x="414140" y="712574"/>
                      <a:pt x="419419" y="721675"/>
                    </a:cubicBezTo>
                    <a:cubicBezTo>
                      <a:pt x="422821" y="727540"/>
                      <a:pt x="429084" y="731154"/>
                      <a:pt x="435864" y="731166"/>
                    </a:cubicBezTo>
                    <a:cubicBezTo>
                      <a:pt x="439219" y="731131"/>
                      <a:pt x="442504" y="730212"/>
                      <a:pt x="445389" y="728499"/>
                    </a:cubicBezTo>
                    <a:lnTo>
                      <a:pt x="446246" y="728499"/>
                    </a:lnTo>
                    <a:cubicBezTo>
                      <a:pt x="455126" y="722855"/>
                      <a:pt x="457748" y="711082"/>
                      <a:pt x="452103" y="702203"/>
                    </a:cubicBezTo>
                    <a:cubicBezTo>
                      <a:pt x="446792" y="693848"/>
                      <a:pt x="435968" y="690955"/>
                      <a:pt x="427196" y="695543"/>
                    </a:cubicBezTo>
                    <a:close/>
                    <a:moveTo>
                      <a:pt x="554165" y="622010"/>
                    </a:moveTo>
                    <a:lnTo>
                      <a:pt x="553307" y="622010"/>
                    </a:lnTo>
                    <a:cubicBezTo>
                      <a:pt x="544154" y="627197"/>
                      <a:pt x="540938" y="638822"/>
                      <a:pt x="546125" y="647976"/>
                    </a:cubicBezTo>
                    <a:cubicBezTo>
                      <a:pt x="549531" y="653986"/>
                      <a:pt x="555924" y="657682"/>
                      <a:pt x="562832" y="657633"/>
                    </a:cubicBezTo>
                    <a:cubicBezTo>
                      <a:pt x="566178" y="657628"/>
                      <a:pt x="569464" y="656740"/>
                      <a:pt x="572357" y="655062"/>
                    </a:cubicBezTo>
                    <a:lnTo>
                      <a:pt x="573215" y="654490"/>
                    </a:lnTo>
                    <a:cubicBezTo>
                      <a:pt x="582537" y="649613"/>
                      <a:pt x="586141" y="638102"/>
                      <a:pt x="581264" y="628780"/>
                    </a:cubicBezTo>
                    <a:cubicBezTo>
                      <a:pt x="576387" y="619457"/>
                      <a:pt x="564876" y="615854"/>
                      <a:pt x="555554" y="620731"/>
                    </a:cubicBezTo>
                    <a:cubicBezTo>
                      <a:pt x="555080" y="620978"/>
                      <a:pt x="554616" y="621246"/>
                      <a:pt x="554165" y="621534"/>
                    </a:cubicBezTo>
                    <a:close/>
                    <a:moveTo>
                      <a:pt x="379095" y="730119"/>
                    </a:moveTo>
                    <a:cubicBezTo>
                      <a:pt x="370563" y="727251"/>
                      <a:pt x="361188" y="730747"/>
                      <a:pt x="356616" y="738501"/>
                    </a:cubicBezTo>
                    <a:cubicBezTo>
                      <a:pt x="351257" y="747555"/>
                      <a:pt x="354254" y="759238"/>
                      <a:pt x="363307" y="764599"/>
                    </a:cubicBezTo>
                    <a:cubicBezTo>
                      <a:pt x="363363" y="764628"/>
                      <a:pt x="363419" y="764666"/>
                      <a:pt x="363474" y="764694"/>
                    </a:cubicBezTo>
                    <a:cubicBezTo>
                      <a:pt x="369368" y="768095"/>
                      <a:pt x="376630" y="768095"/>
                      <a:pt x="382524" y="764694"/>
                    </a:cubicBezTo>
                    <a:lnTo>
                      <a:pt x="382524" y="764694"/>
                    </a:lnTo>
                    <a:cubicBezTo>
                      <a:pt x="391445" y="759267"/>
                      <a:pt x="394334" y="747669"/>
                      <a:pt x="389001" y="738691"/>
                    </a:cubicBezTo>
                    <a:cubicBezTo>
                      <a:pt x="386816" y="734752"/>
                      <a:pt x="383307" y="731715"/>
                      <a:pt x="379095" y="730119"/>
                    </a:cubicBezTo>
                    <a:close/>
                    <a:moveTo>
                      <a:pt x="193358" y="622486"/>
                    </a:moveTo>
                    <a:lnTo>
                      <a:pt x="192500" y="622486"/>
                    </a:lnTo>
                    <a:cubicBezTo>
                      <a:pt x="183621" y="616842"/>
                      <a:pt x="171848" y="619464"/>
                      <a:pt x="166204" y="628343"/>
                    </a:cubicBezTo>
                    <a:cubicBezTo>
                      <a:pt x="160559" y="637222"/>
                      <a:pt x="163181" y="648995"/>
                      <a:pt x="172061" y="654640"/>
                    </a:cubicBezTo>
                    <a:cubicBezTo>
                      <a:pt x="172512" y="654926"/>
                      <a:pt x="172976" y="655195"/>
                      <a:pt x="173450" y="655443"/>
                    </a:cubicBezTo>
                    <a:lnTo>
                      <a:pt x="174308" y="656014"/>
                    </a:lnTo>
                    <a:cubicBezTo>
                      <a:pt x="177201" y="657693"/>
                      <a:pt x="180486" y="658580"/>
                      <a:pt x="183833" y="658586"/>
                    </a:cubicBezTo>
                    <a:cubicBezTo>
                      <a:pt x="194353" y="658659"/>
                      <a:pt x="202942" y="650190"/>
                      <a:pt x="203015" y="639669"/>
                    </a:cubicBezTo>
                    <a:cubicBezTo>
                      <a:pt x="203063" y="632762"/>
                      <a:pt x="199368" y="626368"/>
                      <a:pt x="193358" y="622962"/>
                    </a:cubicBezTo>
                    <a:close/>
                    <a:moveTo>
                      <a:pt x="319945" y="695638"/>
                    </a:moveTo>
                    <a:lnTo>
                      <a:pt x="319088" y="695638"/>
                    </a:lnTo>
                    <a:cubicBezTo>
                      <a:pt x="310208" y="689994"/>
                      <a:pt x="298435" y="692616"/>
                      <a:pt x="292791" y="701495"/>
                    </a:cubicBezTo>
                    <a:cubicBezTo>
                      <a:pt x="287146" y="710374"/>
                      <a:pt x="289769" y="722147"/>
                      <a:pt x="298648" y="727792"/>
                    </a:cubicBezTo>
                    <a:cubicBezTo>
                      <a:pt x="299099" y="728078"/>
                      <a:pt x="299563" y="728347"/>
                      <a:pt x="300038" y="728595"/>
                    </a:cubicBezTo>
                    <a:lnTo>
                      <a:pt x="300990" y="729166"/>
                    </a:lnTo>
                    <a:cubicBezTo>
                      <a:pt x="310117" y="734427"/>
                      <a:pt x="321780" y="731292"/>
                      <a:pt x="327041" y="722165"/>
                    </a:cubicBezTo>
                    <a:cubicBezTo>
                      <a:pt x="332302" y="713038"/>
                      <a:pt x="329167" y="701375"/>
                      <a:pt x="320040" y="696114"/>
                    </a:cubicBezTo>
                    <a:close/>
                    <a:moveTo>
                      <a:pt x="256699" y="659157"/>
                    </a:moveTo>
                    <a:lnTo>
                      <a:pt x="255746" y="658586"/>
                    </a:lnTo>
                    <a:cubicBezTo>
                      <a:pt x="246619" y="653325"/>
                      <a:pt x="234956" y="656460"/>
                      <a:pt x="229695" y="665587"/>
                    </a:cubicBezTo>
                    <a:cubicBezTo>
                      <a:pt x="224435" y="674714"/>
                      <a:pt x="227569" y="686377"/>
                      <a:pt x="236696" y="691638"/>
                    </a:cubicBezTo>
                    <a:lnTo>
                      <a:pt x="237553" y="692114"/>
                    </a:lnTo>
                    <a:cubicBezTo>
                      <a:pt x="246644" y="697411"/>
                      <a:pt x="258308" y="694335"/>
                      <a:pt x="263603" y="685244"/>
                    </a:cubicBezTo>
                    <a:cubicBezTo>
                      <a:pt x="263620" y="685216"/>
                      <a:pt x="263636" y="685188"/>
                      <a:pt x="263652" y="685161"/>
                    </a:cubicBezTo>
                    <a:cubicBezTo>
                      <a:pt x="268949" y="676070"/>
                      <a:pt x="265873" y="664407"/>
                      <a:pt x="256783" y="659111"/>
                    </a:cubicBezTo>
                    <a:cubicBezTo>
                      <a:pt x="256754" y="659094"/>
                      <a:pt x="256726" y="659078"/>
                      <a:pt x="256699" y="659062"/>
                    </a:cubicBezTo>
                    <a:close/>
                    <a:moveTo>
                      <a:pt x="120205" y="582957"/>
                    </a:moveTo>
                    <a:cubicBezTo>
                      <a:pt x="109688" y="582688"/>
                      <a:pt x="100943" y="590995"/>
                      <a:pt x="100674" y="601513"/>
                    </a:cubicBezTo>
                    <a:cubicBezTo>
                      <a:pt x="100490" y="608692"/>
                      <a:pt x="104359" y="615364"/>
                      <a:pt x="110680" y="618771"/>
                    </a:cubicBezTo>
                    <a:lnTo>
                      <a:pt x="110680" y="618771"/>
                    </a:lnTo>
                    <a:cubicBezTo>
                      <a:pt x="113574" y="620451"/>
                      <a:pt x="116859" y="621337"/>
                      <a:pt x="120205" y="621343"/>
                    </a:cubicBezTo>
                    <a:cubicBezTo>
                      <a:pt x="127004" y="621336"/>
                      <a:pt x="133284" y="617706"/>
                      <a:pt x="136684" y="611818"/>
                    </a:cubicBezTo>
                    <a:cubicBezTo>
                      <a:pt x="141944" y="602706"/>
                      <a:pt x="138823" y="591056"/>
                      <a:pt x="129712" y="585795"/>
                    </a:cubicBezTo>
                    <a:cubicBezTo>
                      <a:pt x="126765" y="584094"/>
                      <a:pt x="123417" y="583213"/>
                      <a:pt x="120015" y="583243"/>
                    </a:cubicBezTo>
                    <a:close/>
                    <a:moveTo>
                      <a:pt x="120205" y="475706"/>
                    </a:moveTo>
                    <a:cubicBezTo>
                      <a:pt x="130727" y="475706"/>
                      <a:pt x="139255" y="467177"/>
                      <a:pt x="139255" y="456656"/>
                    </a:cubicBezTo>
                    <a:lnTo>
                      <a:pt x="139255" y="455608"/>
                    </a:lnTo>
                    <a:cubicBezTo>
                      <a:pt x="139255" y="445087"/>
                      <a:pt x="130727" y="436558"/>
                      <a:pt x="120205" y="436558"/>
                    </a:cubicBezTo>
                    <a:cubicBezTo>
                      <a:pt x="109684" y="436558"/>
                      <a:pt x="101156" y="445087"/>
                      <a:pt x="101156" y="455608"/>
                    </a:cubicBezTo>
                    <a:lnTo>
                      <a:pt x="101156" y="456656"/>
                    </a:lnTo>
                    <a:cubicBezTo>
                      <a:pt x="101156" y="467177"/>
                      <a:pt x="109684" y="475706"/>
                      <a:pt x="120205" y="475706"/>
                    </a:cubicBezTo>
                    <a:close/>
                    <a:moveTo>
                      <a:pt x="120205" y="548763"/>
                    </a:moveTo>
                    <a:cubicBezTo>
                      <a:pt x="130727" y="548763"/>
                      <a:pt x="139255" y="540234"/>
                      <a:pt x="139255" y="529713"/>
                    </a:cubicBezTo>
                    <a:lnTo>
                      <a:pt x="139255" y="528665"/>
                    </a:lnTo>
                    <a:cubicBezTo>
                      <a:pt x="139255" y="518144"/>
                      <a:pt x="130727" y="509615"/>
                      <a:pt x="120205" y="509615"/>
                    </a:cubicBezTo>
                    <a:cubicBezTo>
                      <a:pt x="109684" y="509615"/>
                      <a:pt x="101156" y="518144"/>
                      <a:pt x="101156" y="528665"/>
                    </a:cubicBezTo>
                    <a:lnTo>
                      <a:pt x="101156" y="529713"/>
                    </a:lnTo>
                    <a:cubicBezTo>
                      <a:pt x="101156" y="540234"/>
                      <a:pt x="109684" y="548763"/>
                      <a:pt x="120205" y="548763"/>
                    </a:cubicBezTo>
                    <a:close/>
                    <a:moveTo>
                      <a:pt x="120205" y="402649"/>
                    </a:moveTo>
                    <a:cubicBezTo>
                      <a:pt x="130727" y="402649"/>
                      <a:pt x="139255" y="394120"/>
                      <a:pt x="139255" y="383599"/>
                    </a:cubicBezTo>
                    <a:lnTo>
                      <a:pt x="139255" y="382551"/>
                    </a:lnTo>
                    <a:cubicBezTo>
                      <a:pt x="139255" y="372030"/>
                      <a:pt x="130727" y="363501"/>
                      <a:pt x="120205" y="363501"/>
                    </a:cubicBezTo>
                    <a:cubicBezTo>
                      <a:pt x="109684" y="363501"/>
                      <a:pt x="101156" y="372030"/>
                      <a:pt x="101156" y="382551"/>
                    </a:cubicBezTo>
                    <a:lnTo>
                      <a:pt x="101156" y="383599"/>
                    </a:lnTo>
                    <a:cubicBezTo>
                      <a:pt x="101156" y="394120"/>
                      <a:pt x="109684" y="402649"/>
                      <a:pt x="120205" y="402649"/>
                    </a:cubicBezTo>
                    <a:close/>
                    <a:moveTo>
                      <a:pt x="110680" y="293588"/>
                    </a:moveTo>
                    <a:cubicBezTo>
                      <a:pt x="104792" y="296987"/>
                      <a:pt x="101162" y="303267"/>
                      <a:pt x="101156" y="310066"/>
                    </a:cubicBezTo>
                    <a:lnTo>
                      <a:pt x="101156" y="310066"/>
                    </a:lnTo>
                    <a:cubicBezTo>
                      <a:pt x="101660" y="320575"/>
                      <a:pt x="110588" y="328686"/>
                      <a:pt x="121097" y="328181"/>
                    </a:cubicBezTo>
                    <a:cubicBezTo>
                      <a:pt x="131606" y="327676"/>
                      <a:pt x="139717" y="318747"/>
                      <a:pt x="139212" y="308238"/>
                    </a:cubicBezTo>
                    <a:cubicBezTo>
                      <a:pt x="139073" y="305341"/>
                      <a:pt x="138273" y="302512"/>
                      <a:pt x="136874" y="299970"/>
                    </a:cubicBezTo>
                    <a:cubicBezTo>
                      <a:pt x="131437" y="290963"/>
                      <a:pt x="119727" y="288068"/>
                      <a:pt x="110720" y="293505"/>
                    </a:cubicBezTo>
                    <a:cubicBezTo>
                      <a:pt x="110676" y="293533"/>
                      <a:pt x="110630" y="293560"/>
                      <a:pt x="110585" y="293588"/>
                    </a:cubicBezTo>
                    <a:close/>
                    <a:moveTo>
                      <a:pt x="309658" y="219864"/>
                    </a:moveTo>
                    <a:cubicBezTo>
                      <a:pt x="313017" y="219867"/>
                      <a:pt x="316313" y="218944"/>
                      <a:pt x="319183" y="217197"/>
                    </a:cubicBezTo>
                    <a:lnTo>
                      <a:pt x="320135" y="216721"/>
                    </a:lnTo>
                    <a:cubicBezTo>
                      <a:pt x="329014" y="211077"/>
                      <a:pt x="331637" y="199304"/>
                      <a:pt x="325992" y="190424"/>
                    </a:cubicBezTo>
                    <a:cubicBezTo>
                      <a:pt x="320681" y="182070"/>
                      <a:pt x="309857" y="179176"/>
                      <a:pt x="301085" y="183765"/>
                    </a:cubicBezTo>
                    <a:lnTo>
                      <a:pt x="300228" y="184336"/>
                    </a:lnTo>
                    <a:cubicBezTo>
                      <a:pt x="291127" y="189615"/>
                      <a:pt x="288029" y="201272"/>
                      <a:pt x="293308" y="210373"/>
                    </a:cubicBezTo>
                    <a:cubicBezTo>
                      <a:pt x="296710" y="216238"/>
                      <a:pt x="302973" y="219852"/>
                      <a:pt x="309753" y="219864"/>
                    </a:cubicBezTo>
                    <a:close/>
                    <a:moveTo>
                      <a:pt x="174403" y="256821"/>
                    </a:moveTo>
                    <a:lnTo>
                      <a:pt x="173165" y="257488"/>
                    </a:lnTo>
                    <a:cubicBezTo>
                      <a:pt x="164011" y="262675"/>
                      <a:pt x="160795" y="274301"/>
                      <a:pt x="165983" y="283454"/>
                    </a:cubicBezTo>
                    <a:cubicBezTo>
                      <a:pt x="169388" y="289464"/>
                      <a:pt x="175781" y="293160"/>
                      <a:pt x="182690" y="293112"/>
                    </a:cubicBezTo>
                    <a:cubicBezTo>
                      <a:pt x="186036" y="293106"/>
                      <a:pt x="189321" y="292219"/>
                      <a:pt x="192215" y="290540"/>
                    </a:cubicBezTo>
                    <a:lnTo>
                      <a:pt x="193072" y="289968"/>
                    </a:lnTo>
                    <a:cubicBezTo>
                      <a:pt x="201951" y="284324"/>
                      <a:pt x="204573" y="272551"/>
                      <a:pt x="198929" y="263672"/>
                    </a:cubicBezTo>
                    <a:cubicBezTo>
                      <a:pt x="193618" y="255317"/>
                      <a:pt x="182793" y="252424"/>
                      <a:pt x="174022" y="257012"/>
                    </a:cubicBezTo>
                    <a:close/>
                    <a:moveTo>
                      <a:pt x="246317" y="256821"/>
                    </a:moveTo>
                    <a:cubicBezTo>
                      <a:pt x="249654" y="256844"/>
                      <a:pt x="252938" y="255991"/>
                      <a:pt x="255842" y="254345"/>
                    </a:cubicBezTo>
                    <a:lnTo>
                      <a:pt x="256699" y="253773"/>
                    </a:lnTo>
                    <a:cubicBezTo>
                      <a:pt x="265826" y="248513"/>
                      <a:pt x="268960" y="236849"/>
                      <a:pt x="263700" y="227722"/>
                    </a:cubicBezTo>
                    <a:cubicBezTo>
                      <a:pt x="258439" y="218596"/>
                      <a:pt x="246776" y="215461"/>
                      <a:pt x="237649" y="220722"/>
                    </a:cubicBezTo>
                    <a:lnTo>
                      <a:pt x="236792" y="221293"/>
                    </a:lnTo>
                    <a:cubicBezTo>
                      <a:pt x="227690" y="226572"/>
                      <a:pt x="224593" y="238229"/>
                      <a:pt x="229872" y="247330"/>
                    </a:cubicBezTo>
                    <a:cubicBezTo>
                      <a:pt x="233274" y="253195"/>
                      <a:pt x="239537" y="256809"/>
                      <a:pt x="246317" y="256821"/>
                    </a:cubicBezTo>
                    <a:close/>
                    <a:moveTo>
                      <a:pt x="356521" y="173668"/>
                    </a:moveTo>
                    <a:cubicBezTo>
                      <a:pt x="358915" y="177767"/>
                      <a:pt x="362754" y="180824"/>
                      <a:pt x="367284" y="182241"/>
                    </a:cubicBezTo>
                    <a:cubicBezTo>
                      <a:pt x="369279" y="182920"/>
                      <a:pt x="371368" y="183274"/>
                      <a:pt x="373475" y="183288"/>
                    </a:cubicBezTo>
                    <a:cubicBezTo>
                      <a:pt x="383995" y="183119"/>
                      <a:pt x="392385" y="174454"/>
                      <a:pt x="392216" y="163934"/>
                    </a:cubicBezTo>
                    <a:cubicBezTo>
                      <a:pt x="392046" y="153414"/>
                      <a:pt x="383381" y="145024"/>
                      <a:pt x="372862" y="145193"/>
                    </a:cubicBezTo>
                    <a:cubicBezTo>
                      <a:pt x="369741" y="145244"/>
                      <a:pt x="366681" y="146060"/>
                      <a:pt x="363950" y="147570"/>
                    </a:cubicBezTo>
                    <a:lnTo>
                      <a:pt x="363950" y="147570"/>
                    </a:lnTo>
                    <a:cubicBezTo>
                      <a:pt x="354721" y="152621"/>
                      <a:pt x="351334" y="164197"/>
                      <a:pt x="356386" y="173427"/>
                    </a:cubicBezTo>
                    <a:cubicBezTo>
                      <a:pt x="356430" y="173507"/>
                      <a:pt x="356475" y="173588"/>
                      <a:pt x="356521" y="173668"/>
                    </a:cubicBezTo>
                    <a:close/>
                    <a:moveTo>
                      <a:pt x="489871" y="253297"/>
                    </a:moveTo>
                    <a:lnTo>
                      <a:pt x="490823" y="253297"/>
                    </a:lnTo>
                    <a:cubicBezTo>
                      <a:pt x="500145" y="258174"/>
                      <a:pt x="511656" y="254570"/>
                      <a:pt x="516533" y="245247"/>
                    </a:cubicBezTo>
                    <a:cubicBezTo>
                      <a:pt x="521122" y="236476"/>
                      <a:pt x="518228" y="225652"/>
                      <a:pt x="509873" y="220341"/>
                    </a:cubicBezTo>
                    <a:lnTo>
                      <a:pt x="509016" y="220341"/>
                    </a:lnTo>
                    <a:cubicBezTo>
                      <a:pt x="500137" y="214696"/>
                      <a:pt x="488364" y="217318"/>
                      <a:pt x="482719" y="226197"/>
                    </a:cubicBezTo>
                    <a:cubicBezTo>
                      <a:pt x="477075" y="235076"/>
                      <a:pt x="479697" y="246850"/>
                      <a:pt x="488576" y="252494"/>
                    </a:cubicBezTo>
                    <a:cubicBezTo>
                      <a:pt x="489028" y="252781"/>
                      <a:pt x="489492" y="253048"/>
                      <a:pt x="489966" y="253297"/>
                    </a:cubicBezTo>
                    <a:close/>
                    <a:moveTo>
                      <a:pt x="426625" y="216721"/>
                    </a:moveTo>
                    <a:lnTo>
                      <a:pt x="427482" y="217293"/>
                    </a:lnTo>
                    <a:cubicBezTo>
                      <a:pt x="436609" y="222553"/>
                      <a:pt x="448272" y="219419"/>
                      <a:pt x="453533" y="210292"/>
                    </a:cubicBezTo>
                    <a:cubicBezTo>
                      <a:pt x="458794" y="201165"/>
                      <a:pt x="455659" y="189501"/>
                      <a:pt x="446532" y="184241"/>
                    </a:cubicBezTo>
                    <a:lnTo>
                      <a:pt x="445580" y="183765"/>
                    </a:lnTo>
                    <a:cubicBezTo>
                      <a:pt x="436257" y="178888"/>
                      <a:pt x="424746" y="182492"/>
                      <a:pt x="419870" y="191814"/>
                    </a:cubicBezTo>
                    <a:cubicBezTo>
                      <a:pt x="415280" y="200586"/>
                      <a:pt x="418175" y="211410"/>
                      <a:pt x="426530" y="216721"/>
                    </a:cubicBezTo>
                    <a:close/>
                    <a:moveTo>
                      <a:pt x="573215" y="257488"/>
                    </a:moveTo>
                    <a:lnTo>
                      <a:pt x="572357" y="257488"/>
                    </a:lnTo>
                    <a:cubicBezTo>
                      <a:pt x="563478" y="251844"/>
                      <a:pt x="551705" y="254466"/>
                      <a:pt x="546061" y="263345"/>
                    </a:cubicBezTo>
                    <a:cubicBezTo>
                      <a:pt x="540416" y="272223"/>
                      <a:pt x="543038" y="283997"/>
                      <a:pt x="551918" y="289642"/>
                    </a:cubicBezTo>
                    <a:cubicBezTo>
                      <a:pt x="552369" y="289928"/>
                      <a:pt x="552833" y="290196"/>
                      <a:pt x="553307" y="290445"/>
                    </a:cubicBezTo>
                    <a:lnTo>
                      <a:pt x="554165" y="291016"/>
                    </a:lnTo>
                    <a:cubicBezTo>
                      <a:pt x="557058" y="292695"/>
                      <a:pt x="560343" y="293582"/>
                      <a:pt x="563690" y="293588"/>
                    </a:cubicBezTo>
                    <a:cubicBezTo>
                      <a:pt x="574194" y="294190"/>
                      <a:pt x="583197" y="286163"/>
                      <a:pt x="583799" y="275660"/>
                    </a:cubicBezTo>
                    <a:cubicBezTo>
                      <a:pt x="584236" y="268027"/>
                      <a:pt x="580069" y="260873"/>
                      <a:pt x="573215" y="257488"/>
                    </a:cubicBezTo>
                    <a:close/>
                    <a:moveTo>
                      <a:pt x="636080" y="293778"/>
                    </a:moveTo>
                    <a:lnTo>
                      <a:pt x="636080" y="293778"/>
                    </a:lnTo>
                    <a:cubicBezTo>
                      <a:pt x="626705" y="289003"/>
                      <a:pt x="615234" y="292732"/>
                      <a:pt x="610458" y="302107"/>
                    </a:cubicBezTo>
                    <a:cubicBezTo>
                      <a:pt x="605683" y="311481"/>
                      <a:pt x="609411" y="322952"/>
                      <a:pt x="618787" y="327728"/>
                    </a:cubicBezTo>
                    <a:cubicBezTo>
                      <a:pt x="621201" y="328957"/>
                      <a:pt x="623849" y="329658"/>
                      <a:pt x="626555" y="329783"/>
                    </a:cubicBezTo>
                    <a:cubicBezTo>
                      <a:pt x="637072" y="330052"/>
                      <a:pt x="645817" y="321745"/>
                      <a:pt x="646086" y="311227"/>
                    </a:cubicBezTo>
                    <a:cubicBezTo>
                      <a:pt x="646270" y="304048"/>
                      <a:pt x="642401" y="297376"/>
                      <a:pt x="636080" y="293969"/>
                    </a:cubicBezTo>
                    <a:close/>
                    <a:moveTo>
                      <a:pt x="626555" y="509805"/>
                    </a:moveTo>
                    <a:cubicBezTo>
                      <a:pt x="616033" y="509805"/>
                      <a:pt x="607505" y="518334"/>
                      <a:pt x="607505" y="528855"/>
                    </a:cubicBezTo>
                    <a:lnTo>
                      <a:pt x="607505" y="529903"/>
                    </a:lnTo>
                    <a:cubicBezTo>
                      <a:pt x="607505" y="540424"/>
                      <a:pt x="616033" y="548953"/>
                      <a:pt x="626555" y="548953"/>
                    </a:cubicBezTo>
                    <a:cubicBezTo>
                      <a:pt x="637076" y="548953"/>
                      <a:pt x="645605" y="540424"/>
                      <a:pt x="645605" y="529903"/>
                    </a:cubicBezTo>
                    <a:lnTo>
                      <a:pt x="645605" y="528855"/>
                    </a:lnTo>
                    <a:cubicBezTo>
                      <a:pt x="645712" y="518335"/>
                      <a:pt x="637270" y="509720"/>
                      <a:pt x="626750" y="509612"/>
                    </a:cubicBezTo>
                    <a:cubicBezTo>
                      <a:pt x="626557" y="509610"/>
                      <a:pt x="626366" y="509611"/>
                      <a:pt x="626174" y="509615"/>
                    </a:cubicBezTo>
                    <a:close/>
                    <a:moveTo>
                      <a:pt x="626555" y="363692"/>
                    </a:moveTo>
                    <a:cubicBezTo>
                      <a:pt x="616033" y="363692"/>
                      <a:pt x="607505" y="372220"/>
                      <a:pt x="607505" y="382742"/>
                    </a:cubicBezTo>
                    <a:lnTo>
                      <a:pt x="607505" y="383790"/>
                    </a:lnTo>
                    <a:cubicBezTo>
                      <a:pt x="607505" y="394311"/>
                      <a:pt x="616033" y="402840"/>
                      <a:pt x="626555" y="402840"/>
                    </a:cubicBezTo>
                    <a:cubicBezTo>
                      <a:pt x="637076" y="402840"/>
                      <a:pt x="645605" y="394311"/>
                      <a:pt x="645605" y="383790"/>
                    </a:cubicBezTo>
                    <a:lnTo>
                      <a:pt x="645605" y="382742"/>
                    </a:lnTo>
                    <a:cubicBezTo>
                      <a:pt x="645712" y="372221"/>
                      <a:pt x="637270" y="363606"/>
                      <a:pt x="626750" y="363498"/>
                    </a:cubicBezTo>
                    <a:cubicBezTo>
                      <a:pt x="626557" y="363497"/>
                      <a:pt x="626366" y="363498"/>
                      <a:pt x="626174" y="363501"/>
                    </a:cubicBezTo>
                    <a:close/>
                    <a:moveTo>
                      <a:pt x="626555" y="436749"/>
                    </a:moveTo>
                    <a:cubicBezTo>
                      <a:pt x="616033" y="436749"/>
                      <a:pt x="607505" y="445277"/>
                      <a:pt x="607505" y="455799"/>
                    </a:cubicBezTo>
                    <a:lnTo>
                      <a:pt x="607505" y="456846"/>
                    </a:lnTo>
                    <a:cubicBezTo>
                      <a:pt x="607505" y="467368"/>
                      <a:pt x="616033" y="475896"/>
                      <a:pt x="626555" y="475896"/>
                    </a:cubicBezTo>
                    <a:cubicBezTo>
                      <a:pt x="637076" y="475896"/>
                      <a:pt x="645605" y="467368"/>
                      <a:pt x="645605" y="456846"/>
                    </a:cubicBezTo>
                    <a:lnTo>
                      <a:pt x="645605" y="455608"/>
                    </a:lnTo>
                    <a:cubicBezTo>
                      <a:pt x="645606" y="445087"/>
                      <a:pt x="637080" y="436556"/>
                      <a:pt x="626558" y="436554"/>
                    </a:cubicBezTo>
                    <a:cubicBezTo>
                      <a:pt x="626430" y="436554"/>
                      <a:pt x="626302" y="436555"/>
                      <a:pt x="626174" y="436558"/>
                    </a:cubicBezTo>
                    <a:close/>
                    <a:moveTo>
                      <a:pt x="529304" y="374265"/>
                    </a:moveTo>
                    <a:lnTo>
                      <a:pt x="529304" y="537999"/>
                    </a:lnTo>
                    <a:cubicBezTo>
                      <a:pt x="529307" y="543107"/>
                      <a:pt x="526584" y="547828"/>
                      <a:pt x="522161" y="550382"/>
                    </a:cubicBezTo>
                    <a:lnTo>
                      <a:pt x="380333" y="632297"/>
                    </a:lnTo>
                    <a:cubicBezTo>
                      <a:pt x="375908" y="634830"/>
                      <a:pt x="370471" y="634830"/>
                      <a:pt x="366046" y="632297"/>
                    </a:cubicBezTo>
                    <a:lnTo>
                      <a:pt x="224219" y="550382"/>
                    </a:lnTo>
                    <a:cubicBezTo>
                      <a:pt x="219795" y="547828"/>
                      <a:pt x="217072" y="543107"/>
                      <a:pt x="217075" y="537999"/>
                    </a:cubicBezTo>
                    <a:lnTo>
                      <a:pt x="217075" y="374265"/>
                    </a:lnTo>
                    <a:cubicBezTo>
                      <a:pt x="217110" y="369167"/>
                      <a:pt x="219824" y="364464"/>
                      <a:pt x="224219" y="361882"/>
                    </a:cubicBezTo>
                    <a:lnTo>
                      <a:pt x="366046" y="280062"/>
                    </a:lnTo>
                    <a:cubicBezTo>
                      <a:pt x="370461" y="277491"/>
                      <a:pt x="375918" y="277491"/>
                      <a:pt x="380333" y="280062"/>
                    </a:cubicBezTo>
                    <a:lnTo>
                      <a:pt x="522161" y="362263"/>
                    </a:lnTo>
                    <a:cubicBezTo>
                      <a:pt x="526441" y="364775"/>
                      <a:pt x="529138" y="369304"/>
                      <a:pt x="529304" y="374265"/>
                    </a:cubicBezTo>
                    <a:close/>
                    <a:moveTo>
                      <a:pt x="500729" y="382551"/>
                    </a:moveTo>
                    <a:lnTo>
                      <a:pt x="373190" y="308923"/>
                    </a:lnTo>
                    <a:lnTo>
                      <a:pt x="245650" y="382551"/>
                    </a:lnTo>
                    <a:lnTo>
                      <a:pt x="245650" y="529808"/>
                    </a:lnTo>
                    <a:lnTo>
                      <a:pt x="373190" y="603436"/>
                    </a:lnTo>
                    <a:lnTo>
                      <a:pt x="500729" y="529808"/>
                    </a:lnTo>
                    <a:close/>
                    <a:moveTo>
                      <a:pt x="290227" y="389790"/>
                    </a:moveTo>
                    <a:cubicBezTo>
                      <a:pt x="283388" y="385845"/>
                      <a:pt x="274646" y="388190"/>
                      <a:pt x="270701" y="395029"/>
                    </a:cubicBezTo>
                    <a:cubicBezTo>
                      <a:pt x="266755" y="401868"/>
                      <a:pt x="269100" y="410610"/>
                      <a:pt x="275939" y="414555"/>
                    </a:cubicBezTo>
                    <a:lnTo>
                      <a:pt x="358902" y="462180"/>
                    </a:lnTo>
                    <a:lnTo>
                      <a:pt x="358902" y="557430"/>
                    </a:lnTo>
                    <a:cubicBezTo>
                      <a:pt x="358902" y="565321"/>
                      <a:pt x="365299" y="571718"/>
                      <a:pt x="373190" y="571718"/>
                    </a:cubicBezTo>
                    <a:cubicBezTo>
                      <a:pt x="381080" y="571718"/>
                      <a:pt x="387477" y="565321"/>
                      <a:pt x="387477" y="557430"/>
                    </a:cubicBezTo>
                    <a:lnTo>
                      <a:pt x="387477" y="462180"/>
                    </a:lnTo>
                    <a:lnTo>
                      <a:pt x="470440" y="414555"/>
                    </a:lnTo>
                    <a:cubicBezTo>
                      <a:pt x="477279" y="410610"/>
                      <a:pt x="479624" y="401868"/>
                      <a:pt x="475679" y="395029"/>
                    </a:cubicBezTo>
                    <a:cubicBezTo>
                      <a:pt x="471733" y="388190"/>
                      <a:pt x="462991" y="385845"/>
                      <a:pt x="456152" y="389790"/>
                    </a:cubicBezTo>
                    <a:lnTo>
                      <a:pt x="373190" y="437415"/>
                    </a:lnTo>
                    <a:close/>
                    <a:moveTo>
                      <a:pt x="355854" y="51843"/>
                    </a:moveTo>
                    <a:lnTo>
                      <a:pt x="373190" y="34508"/>
                    </a:lnTo>
                    <a:lnTo>
                      <a:pt x="390525" y="51843"/>
                    </a:lnTo>
                    <a:cubicBezTo>
                      <a:pt x="396103" y="57414"/>
                      <a:pt x="405140" y="57414"/>
                      <a:pt x="410718" y="51843"/>
                    </a:cubicBezTo>
                    <a:cubicBezTo>
                      <a:pt x="416294" y="46335"/>
                      <a:pt x="416349" y="37349"/>
                      <a:pt x="410841" y="31773"/>
                    </a:cubicBezTo>
                    <a:cubicBezTo>
                      <a:pt x="410800" y="31731"/>
                      <a:pt x="410759" y="31691"/>
                      <a:pt x="410718" y="31650"/>
                    </a:cubicBezTo>
                    <a:lnTo>
                      <a:pt x="383286" y="4218"/>
                    </a:lnTo>
                    <a:cubicBezTo>
                      <a:pt x="377778" y="-1358"/>
                      <a:pt x="368792" y="-1413"/>
                      <a:pt x="363216" y="4095"/>
                    </a:cubicBezTo>
                    <a:cubicBezTo>
                      <a:pt x="363174" y="4136"/>
                      <a:pt x="363134" y="4177"/>
                      <a:pt x="363093" y="4218"/>
                    </a:cubicBezTo>
                    <a:lnTo>
                      <a:pt x="335661" y="31650"/>
                    </a:lnTo>
                    <a:cubicBezTo>
                      <a:pt x="330281" y="37423"/>
                      <a:pt x="330600" y="46464"/>
                      <a:pt x="336373" y="51843"/>
                    </a:cubicBezTo>
                    <a:cubicBezTo>
                      <a:pt x="341861" y="56956"/>
                      <a:pt x="350367" y="56956"/>
                      <a:pt x="355854" y="51843"/>
                    </a:cubicBezTo>
                    <a:close/>
                    <a:moveTo>
                      <a:pt x="392240" y="97182"/>
                    </a:moveTo>
                    <a:cubicBezTo>
                      <a:pt x="392240" y="86661"/>
                      <a:pt x="383711" y="78132"/>
                      <a:pt x="373190" y="78132"/>
                    </a:cubicBezTo>
                    <a:cubicBezTo>
                      <a:pt x="362668" y="78132"/>
                      <a:pt x="354140" y="86661"/>
                      <a:pt x="354140" y="97182"/>
                    </a:cubicBezTo>
                    <a:cubicBezTo>
                      <a:pt x="354140" y="107704"/>
                      <a:pt x="362668" y="116232"/>
                      <a:pt x="373190" y="116232"/>
                    </a:cubicBezTo>
                    <a:cubicBezTo>
                      <a:pt x="383711" y="116232"/>
                      <a:pt x="392240" y="107704"/>
                      <a:pt x="392240" y="97182"/>
                    </a:cubicBezTo>
                    <a:close/>
                    <a:moveTo>
                      <a:pt x="53054" y="693828"/>
                    </a:moveTo>
                    <a:lnTo>
                      <a:pt x="28575" y="693828"/>
                    </a:lnTo>
                    <a:lnTo>
                      <a:pt x="28575" y="669349"/>
                    </a:lnTo>
                    <a:cubicBezTo>
                      <a:pt x="28575" y="661459"/>
                      <a:pt x="22178" y="655062"/>
                      <a:pt x="14288" y="655062"/>
                    </a:cubicBezTo>
                    <a:cubicBezTo>
                      <a:pt x="6397" y="655062"/>
                      <a:pt x="0" y="661459"/>
                      <a:pt x="0" y="669349"/>
                    </a:cubicBezTo>
                    <a:lnTo>
                      <a:pt x="0" y="708116"/>
                    </a:lnTo>
                    <a:cubicBezTo>
                      <a:pt x="0" y="716006"/>
                      <a:pt x="6397" y="722403"/>
                      <a:pt x="14288" y="722403"/>
                    </a:cubicBezTo>
                    <a:lnTo>
                      <a:pt x="53054" y="722403"/>
                    </a:lnTo>
                    <a:cubicBezTo>
                      <a:pt x="60945" y="722403"/>
                      <a:pt x="67342" y="716006"/>
                      <a:pt x="67342" y="708116"/>
                    </a:cubicBezTo>
                    <a:cubicBezTo>
                      <a:pt x="67342" y="700225"/>
                      <a:pt x="60945" y="693828"/>
                      <a:pt x="53054" y="693828"/>
                    </a:cubicBezTo>
                    <a:close/>
                    <a:moveTo>
                      <a:pt x="59341" y="636107"/>
                    </a:moveTo>
                    <a:cubicBezTo>
                      <a:pt x="51906" y="643551"/>
                      <a:pt x="51912" y="655612"/>
                      <a:pt x="59356" y="663047"/>
                    </a:cubicBezTo>
                    <a:cubicBezTo>
                      <a:pt x="66800" y="670483"/>
                      <a:pt x="78861" y="670476"/>
                      <a:pt x="86296" y="663033"/>
                    </a:cubicBezTo>
                    <a:cubicBezTo>
                      <a:pt x="93726" y="655595"/>
                      <a:pt x="93726" y="643545"/>
                      <a:pt x="86296" y="636107"/>
                    </a:cubicBezTo>
                    <a:cubicBezTo>
                      <a:pt x="78861" y="628663"/>
                      <a:pt x="66800" y="628656"/>
                      <a:pt x="59356" y="636092"/>
                    </a:cubicBezTo>
                    <a:cubicBezTo>
                      <a:pt x="59350" y="636097"/>
                      <a:pt x="59346" y="636102"/>
                      <a:pt x="59341" y="636107"/>
                    </a:cubicBezTo>
                    <a:close/>
                    <a:moveTo>
                      <a:pt x="732092" y="655157"/>
                    </a:moveTo>
                    <a:cubicBezTo>
                      <a:pt x="724201" y="655157"/>
                      <a:pt x="717804" y="661554"/>
                      <a:pt x="717804" y="669444"/>
                    </a:cubicBezTo>
                    <a:lnTo>
                      <a:pt x="717804" y="693924"/>
                    </a:lnTo>
                    <a:lnTo>
                      <a:pt x="693325" y="693924"/>
                    </a:lnTo>
                    <a:cubicBezTo>
                      <a:pt x="685434" y="693924"/>
                      <a:pt x="679037" y="700321"/>
                      <a:pt x="679037" y="708211"/>
                    </a:cubicBezTo>
                    <a:cubicBezTo>
                      <a:pt x="679037" y="716102"/>
                      <a:pt x="685434" y="722499"/>
                      <a:pt x="693325" y="722499"/>
                    </a:cubicBezTo>
                    <a:lnTo>
                      <a:pt x="732092" y="722499"/>
                    </a:lnTo>
                    <a:cubicBezTo>
                      <a:pt x="739982" y="722499"/>
                      <a:pt x="746379" y="716102"/>
                      <a:pt x="746379" y="708211"/>
                    </a:cubicBezTo>
                    <a:lnTo>
                      <a:pt x="746379" y="669349"/>
                    </a:lnTo>
                    <a:cubicBezTo>
                      <a:pt x="746379" y="661459"/>
                      <a:pt x="739982" y="655062"/>
                      <a:pt x="732092" y="655062"/>
                    </a:cubicBezTo>
                    <a:close/>
                    <a:moveTo>
                      <a:pt x="687038" y="636107"/>
                    </a:moveTo>
                    <a:cubicBezTo>
                      <a:pt x="679621" y="628645"/>
                      <a:pt x="667560" y="628610"/>
                      <a:pt x="660098" y="636027"/>
                    </a:cubicBezTo>
                    <a:cubicBezTo>
                      <a:pt x="652636" y="643444"/>
                      <a:pt x="652600" y="655505"/>
                      <a:pt x="660018" y="662967"/>
                    </a:cubicBezTo>
                    <a:cubicBezTo>
                      <a:pt x="667435" y="670429"/>
                      <a:pt x="679496" y="670464"/>
                      <a:pt x="686958" y="663047"/>
                    </a:cubicBezTo>
                    <a:cubicBezTo>
                      <a:pt x="686985" y="663021"/>
                      <a:pt x="687012" y="662994"/>
                      <a:pt x="687038" y="662967"/>
                    </a:cubicBezTo>
                    <a:cubicBezTo>
                      <a:pt x="694557" y="655668"/>
                      <a:pt x="694771" y="643668"/>
                      <a:pt x="687515" y="636107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  <a:tabLst/>
                  <a:defRPr/>
                </a:pPr>
                <a:endParaRPr kumimoji="0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2144;p4">
                <a:extLst>
                  <a:ext uri="{FF2B5EF4-FFF2-40B4-BE49-F238E27FC236}">
                    <a16:creationId xmlns:a16="http://schemas.microsoft.com/office/drawing/2014/main" id="{C93C0FB1-3C2E-C703-D011-3C512B07A9B9}"/>
                  </a:ext>
                </a:extLst>
              </p:cNvPr>
              <p:cNvSpPr/>
              <p:nvPr/>
            </p:nvSpPr>
            <p:spPr>
              <a:xfrm>
                <a:off x="8768536" y="3521745"/>
                <a:ext cx="2373845" cy="446760"/>
              </a:xfrm>
              <a:prstGeom prst="roundRect">
                <a:avLst>
                  <a:gd name="adj" fmla="val 16667"/>
                </a:avLst>
              </a:prstGeom>
              <a:noFill/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  <a:tabLst/>
                  <a:defRPr/>
                </a:pPr>
                <a:r>
                  <a:rPr kumimoji="0" lang="en-US" sz="1200" b="1" i="0" u="none" strike="noStrike" kern="0" cap="none" spc="0" normalizeH="0" baseline="0" noProof="0">
                    <a:ln>
                      <a:noFill/>
                    </a:ln>
                    <a:solidFill>
                      <a:schemeClr val="accent6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rPr>
                  <a:t>Expands the attack surface to branches, cloud</a:t>
                </a:r>
                <a:endParaRPr kumimoji="0" sz="1200" b="1" i="0" u="none" strike="noStrike" kern="0" cap="none" spc="0" normalizeH="0" baseline="0" noProof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8" name="Google Shape;2145;p4">
              <a:extLst>
                <a:ext uri="{FF2B5EF4-FFF2-40B4-BE49-F238E27FC236}">
                  <a16:creationId xmlns:a16="http://schemas.microsoft.com/office/drawing/2014/main" id="{DDED8BF9-2B96-8D86-4F68-9BA61C972632}"/>
                </a:ext>
              </a:extLst>
            </p:cNvPr>
            <p:cNvGrpSpPr/>
            <p:nvPr/>
          </p:nvGrpSpPr>
          <p:grpSpPr>
            <a:xfrm>
              <a:off x="8863087" y="4135870"/>
              <a:ext cx="2663503" cy="446760"/>
              <a:chOff x="8405309" y="4350846"/>
              <a:chExt cx="2663503" cy="446760"/>
            </a:xfrm>
          </p:grpSpPr>
          <p:sp>
            <p:nvSpPr>
              <p:cNvPr id="179" name="Google Shape;2146;p4">
                <a:extLst>
                  <a:ext uri="{FF2B5EF4-FFF2-40B4-BE49-F238E27FC236}">
                    <a16:creationId xmlns:a16="http://schemas.microsoft.com/office/drawing/2014/main" id="{24AB53F3-E1C3-53C5-1A1C-37F0C68C5188}"/>
                  </a:ext>
                </a:extLst>
              </p:cNvPr>
              <p:cNvSpPr/>
              <p:nvPr/>
            </p:nvSpPr>
            <p:spPr>
              <a:xfrm>
                <a:off x="8768550" y="4350846"/>
                <a:ext cx="2300262" cy="446760"/>
              </a:xfrm>
              <a:prstGeom prst="roundRect">
                <a:avLst>
                  <a:gd name="adj" fmla="val 16667"/>
                </a:avLst>
              </a:prstGeom>
              <a:noFill/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  <a:tabLst/>
                  <a:defRPr/>
                </a:pPr>
                <a:r>
                  <a:rPr kumimoji="0" 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6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rPr>
                  <a:t>Expensive and complex, routing &amp; firewall rules</a:t>
                </a:r>
                <a:endParaRPr kumimoji="0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" name="Google Shape;2147;p4">
                <a:extLst>
                  <a:ext uri="{FF2B5EF4-FFF2-40B4-BE49-F238E27FC236}">
                    <a16:creationId xmlns:a16="http://schemas.microsoft.com/office/drawing/2014/main" id="{61CCD9B8-5FB0-3F02-F36B-0B8112160121}"/>
                  </a:ext>
                </a:extLst>
              </p:cNvPr>
              <p:cNvSpPr/>
              <p:nvPr/>
            </p:nvSpPr>
            <p:spPr>
              <a:xfrm>
                <a:off x="8405309" y="4477216"/>
                <a:ext cx="264606" cy="196045"/>
              </a:xfrm>
              <a:custGeom>
                <a:avLst/>
                <a:gdLst/>
                <a:ahLst/>
                <a:cxnLst/>
                <a:rect l="l" t="t" r="r" b="b"/>
                <a:pathLst>
                  <a:path w="806481" h="597518" extrusionOk="0">
                    <a:moveTo>
                      <a:pt x="659797" y="519509"/>
                    </a:moveTo>
                    <a:cubicBezTo>
                      <a:pt x="657993" y="519490"/>
                      <a:pt x="656200" y="519234"/>
                      <a:pt x="654463" y="518747"/>
                    </a:cubicBezTo>
                    <a:cubicBezTo>
                      <a:pt x="644339" y="515885"/>
                      <a:pt x="638452" y="505357"/>
                      <a:pt x="641315" y="495232"/>
                    </a:cubicBezTo>
                    <a:cubicBezTo>
                      <a:pt x="641316" y="495228"/>
                      <a:pt x="641317" y="495224"/>
                      <a:pt x="641318" y="495220"/>
                    </a:cubicBezTo>
                    <a:cubicBezTo>
                      <a:pt x="643972" y="485039"/>
                      <a:pt x="654376" y="478937"/>
                      <a:pt x="664557" y="481591"/>
                    </a:cubicBezTo>
                    <a:cubicBezTo>
                      <a:pt x="664685" y="481624"/>
                      <a:pt x="664813" y="481658"/>
                      <a:pt x="664940" y="481695"/>
                    </a:cubicBezTo>
                    <a:cubicBezTo>
                      <a:pt x="674817" y="484480"/>
                      <a:pt x="680713" y="494587"/>
                      <a:pt x="678275" y="504555"/>
                    </a:cubicBezTo>
                    <a:lnTo>
                      <a:pt x="678275" y="505698"/>
                    </a:lnTo>
                    <a:cubicBezTo>
                      <a:pt x="675921" y="513932"/>
                      <a:pt x="668361" y="519582"/>
                      <a:pt x="659797" y="519509"/>
                    </a:cubicBezTo>
                    <a:close/>
                    <a:moveTo>
                      <a:pt x="475202" y="456072"/>
                    </a:moveTo>
                    <a:cubicBezTo>
                      <a:pt x="473395" y="456099"/>
                      <a:pt x="471595" y="455843"/>
                      <a:pt x="469868" y="455310"/>
                    </a:cubicBezTo>
                    <a:cubicBezTo>
                      <a:pt x="459777" y="452404"/>
                      <a:pt x="453942" y="441882"/>
                      <a:pt x="456819" y="431784"/>
                    </a:cubicBezTo>
                    <a:cubicBezTo>
                      <a:pt x="459473" y="421602"/>
                      <a:pt x="469877" y="415501"/>
                      <a:pt x="480058" y="418154"/>
                    </a:cubicBezTo>
                    <a:cubicBezTo>
                      <a:pt x="480186" y="418188"/>
                      <a:pt x="480313" y="418222"/>
                      <a:pt x="480441" y="418258"/>
                    </a:cubicBezTo>
                    <a:cubicBezTo>
                      <a:pt x="490317" y="421043"/>
                      <a:pt x="496213" y="431150"/>
                      <a:pt x="493776" y="441118"/>
                    </a:cubicBezTo>
                    <a:lnTo>
                      <a:pt x="493776" y="442261"/>
                    </a:lnTo>
                    <a:cubicBezTo>
                      <a:pt x="491412" y="450530"/>
                      <a:pt x="483801" y="456189"/>
                      <a:pt x="475202" y="456072"/>
                    </a:cubicBezTo>
                    <a:close/>
                    <a:moveTo>
                      <a:pt x="178403" y="291099"/>
                    </a:moveTo>
                    <a:lnTo>
                      <a:pt x="42863" y="291099"/>
                    </a:lnTo>
                    <a:cubicBezTo>
                      <a:pt x="19212" y="291047"/>
                      <a:pt x="52" y="271887"/>
                      <a:pt x="0" y="248237"/>
                    </a:cubicBezTo>
                    <a:lnTo>
                      <a:pt x="0" y="216328"/>
                    </a:lnTo>
                    <a:cubicBezTo>
                      <a:pt x="52" y="192677"/>
                      <a:pt x="19212" y="173518"/>
                      <a:pt x="42863" y="173466"/>
                    </a:cubicBezTo>
                    <a:lnTo>
                      <a:pt x="178403" y="173466"/>
                    </a:lnTo>
                    <a:cubicBezTo>
                      <a:pt x="202054" y="173518"/>
                      <a:pt x="221213" y="192677"/>
                      <a:pt x="221266" y="216328"/>
                    </a:cubicBezTo>
                    <a:lnTo>
                      <a:pt x="221266" y="248618"/>
                    </a:lnTo>
                    <a:cubicBezTo>
                      <a:pt x="221006" y="272120"/>
                      <a:pt x="201906" y="291049"/>
                      <a:pt x="178403" y="291099"/>
                    </a:cubicBezTo>
                    <a:close/>
                    <a:moveTo>
                      <a:pt x="42863" y="202041"/>
                    </a:moveTo>
                    <a:cubicBezTo>
                      <a:pt x="34972" y="202041"/>
                      <a:pt x="28575" y="208438"/>
                      <a:pt x="28575" y="216328"/>
                    </a:cubicBezTo>
                    <a:lnTo>
                      <a:pt x="28575" y="248618"/>
                    </a:lnTo>
                    <a:cubicBezTo>
                      <a:pt x="28575" y="256508"/>
                      <a:pt x="34972" y="262905"/>
                      <a:pt x="42863" y="262905"/>
                    </a:cubicBezTo>
                    <a:lnTo>
                      <a:pt x="178403" y="262905"/>
                    </a:lnTo>
                    <a:cubicBezTo>
                      <a:pt x="186294" y="262905"/>
                      <a:pt x="192691" y="256508"/>
                      <a:pt x="192691" y="248618"/>
                    </a:cubicBezTo>
                    <a:lnTo>
                      <a:pt x="192691" y="216328"/>
                    </a:lnTo>
                    <a:cubicBezTo>
                      <a:pt x="192691" y="208438"/>
                      <a:pt x="186294" y="202041"/>
                      <a:pt x="178403" y="202041"/>
                    </a:cubicBezTo>
                    <a:close/>
                    <a:moveTo>
                      <a:pt x="178403" y="592566"/>
                    </a:moveTo>
                    <a:lnTo>
                      <a:pt x="42863" y="592566"/>
                    </a:lnTo>
                    <a:cubicBezTo>
                      <a:pt x="19212" y="592513"/>
                      <a:pt x="52" y="573354"/>
                      <a:pt x="0" y="549703"/>
                    </a:cubicBezTo>
                    <a:lnTo>
                      <a:pt x="0" y="517985"/>
                    </a:lnTo>
                    <a:cubicBezTo>
                      <a:pt x="52" y="494334"/>
                      <a:pt x="19212" y="475175"/>
                      <a:pt x="42863" y="475122"/>
                    </a:cubicBezTo>
                    <a:lnTo>
                      <a:pt x="178403" y="475122"/>
                    </a:lnTo>
                    <a:cubicBezTo>
                      <a:pt x="202054" y="475175"/>
                      <a:pt x="221213" y="494334"/>
                      <a:pt x="221266" y="517985"/>
                    </a:cubicBezTo>
                    <a:lnTo>
                      <a:pt x="221266" y="549894"/>
                    </a:lnTo>
                    <a:cubicBezTo>
                      <a:pt x="221213" y="573544"/>
                      <a:pt x="202054" y="592704"/>
                      <a:pt x="178403" y="592756"/>
                    </a:cubicBezTo>
                    <a:close/>
                    <a:moveTo>
                      <a:pt x="42863" y="503697"/>
                    </a:moveTo>
                    <a:cubicBezTo>
                      <a:pt x="34972" y="503697"/>
                      <a:pt x="28575" y="510094"/>
                      <a:pt x="28575" y="517985"/>
                    </a:cubicBezTo>
                    <a:lnTo>
                      <a:pt x="28575" y="549894"/>
                    </a:lnTo>
                    <a:cubicBezTo>
                      <a:pt x="28575" y="557784"/>
                      <a:pt x="34972" y="564181"/>
                      <a:pt x="42863" y="564181"/>
                    </a:cubicBezTo>
                    <a:lnTo>
                      <a:pt x="178403" y="564181"/>
                    </a:lnTo>
                    <a:cubicBezTo>
                      <a:pt x="186294" y="564181"/>
                      <a:pt x="192691" y="557784"/>
                      <a:pt x="192691" y="549894"/>
                    </a:cubicBezTo>
                    <a:lnTo>
                      <a:pt x="192691" y="517985"/>
                    </a:lnTo>
                    <a:cubicBezTo>
                      <a:pt x="192691" y="510094"/>
                      <a:pt x="186294" y="503697"/>
                      <a:pt x="178403" y="503697"/>
                    </a:cubicBezTo>
                    <a:close/>
                    <a:moveTo>
                      <a:pt x="722948" y="526081"/>
                    </a:moveTo>
                    <a:cubicBezTo>
                      <a:pt x="719061" y="526101"/>
                      <a:pt x="715339" y="524515"/>
                      <a:pt x="712661" y="521700"/>
                    </a:cubicBezTo>
                    <a:cubicBezTo>
                      <a:pt x="707089" y="516122"/>
                      <a:pt x="707089" y="507084"/>
                      <a:pt x="712661" y="501507"/>
                    </a:cubicBezTo>
                    <a:cubicBezTo>
                      <a:pt x="753809" y="461883"/>
                      <a:pt x="777431" y="410638"/>
                      <a:pt x="777431" y="361108"/>
                    </a:cubicBezTo>
                    <a:cubicBezTo>
                      <a:pt x="777431" y="280908"/>
                      <a:pt x="727710" y="224805"/>
                      <a:pt x="683895" y="175371"/>
                    </a:cubicBezTo>
                    <a:cubicBezTo>
                      <a:pt x="634270" y="119459"/>
                      <a:pt x="606076" y="72405"/>
                      <a:pt x="598170" y="32019"/>
                    </a:cubicBezTo>
                    <a:lnTo>
                      <a:pt x="597218" y="32591"/>
                    </a:lnTo>
                    <a:cubicBezTo>
                      <a:pt x="575500" y="45640"/>
                      <a:pt x="505587" y="95361"/>
                      <a:pt x="520160" y="189372"/>
                    </a:cubicBezTo>
                    <a:cubicBezTo>
                      <a:pt x="526637" y="231092"/>
                      <a:pt x="515302" y="261000"/>
                      <a:pt x="488442" y="274240"/>
                    </a:cubicBezTo>
                    <a:cubicBezTo>
                      <a:pt x="478039" y="278719"/>
                      <a:pt x="466627" y="280330"/>
                      <a:pt x="455390" y="278907"/>
                    </a:cubicBezTo>
                    <a:cubicBezTo>
                      <a:pt x="426913" y="274051"/>
                      <a:pt x="405939" y="249593"/>
                      <a:pt x="405479" y="220710"/>
                    </a:cubicBezTo>
                    <a:cubicBezTo>
                      <a:pt x="405479" y="216995"/>
                      <a:pt x="405479" y="213471"/>
                      <a:pt x="405479" y="210327"/>
                    </a:cubicBezTo>
                    <a:cubicBezTo>
                      <a:pt x="370487" y="252869"/>
                      <a:pt x="350976" y="306031"/>
                      <a:pt x="350139" y="361108"/>
                    </a:cubicBezTo>
                    <a:cubicBezTo>
                      <a:pt x="350139" y="410638"/>
                      <a:pt x="373761" y="461883"/>
                      <a:pt x="415004" y="501507"/>
                    </a:cubicBezTo>
                    <a:cubicBezTo>
                      <a:pt x="420522" y="507147"/>
                      <a:pt x="420423" y="516193"/>
                      <a:pt x="414783" y="521711"/>
                    </a:cubicBezTo>
                    <a:cubicBezTo>
                      <a:pt x="409379" y="526997"/>
                      <a:pt x="400792" y="527160"/>
                      <a:pt x="395192" y="522081"/>
                    </a:cubicBezTo>
                    <a:cubicBezTo>
                      <a:pt x="348425" y="477123"/>
                      <a:pt x="321564" y="418449"/>
                      <a:pt x="321564" y="361108"/>
                    </a:cubicBezTo>
                    <a:cubicBezTo>
                      <a:pt x="322291" y="293506"/>
                      <a:pt x="348323" y="228631"/>
                      <a:pt x="394526" y="179276"/>
                    </a:cubicBezTo>
                    <a:cubicBezTo>
                      <a:pt x="403145" y="170267"/>
                      <a:pt x="417434" y="169951"/>
                      <a:pt x="426443" y="178570"/>
                    </a:cubicBezTo>
                    <a:cubicBezTo>
                      <a:pt x="430635" y="182581"/>
                      <a:pt x="433122" y="188053"/>
                      <a:pt x="433387" y="193849"/>
                    </a:cubicBezTo>
                    <a:cubicBezTo>
                      <a:pt x="434054" y="201660"/>
                      <a:pt x="434150" y="213661"/>
                      <a:pt x="434150" y="220233"/>
                    </a:cubicBezTo>
                    <a:cubicBezTo>
                      <a:pt x="434501" y="235356"/>
                      <a:pt x="445453" y="248141"/>
                      <a:pt x="460343" y="250809"/>
                    </a:cubicBezTo>
                    <a:cubicBezTo>
                      <a:pt x="463006" y="251010"/>
                      <a:pt x="465681" y="251010"/>
                      <a:pt x="468344" y="250809"/>
                    </a:cubicBezTo>
                    <a:cubicBezTo>
                      <a:pt x="471078" y="250397"/>
                      <a:pt x="473760" y="249695"/>
                      <a:pt x="476345" y="248713"/>
                    </a:cubicBezTo>
                    <a:cubicBezTo>
                      <a:pt x="495395" y="239188"/>
                      <a:pt x="495395" y="214233"/>
                      <a:pt x="492157" y="194611"/>
                    </a:cubicBezTo>
                    <a:cubicBezTo>
                      <a:pt x="474821" y="82407"/>
                      <a:pt x="557117" y="23733"/>
                      <a:pt x="582740" y="8397"/>
                    </a:cubicBezTo>
                    <a:cubicBezTo>
                      <a:pt x="586740" y="5921"/>
                      <a:pt x="592265" y="2873"/>
                      <a:pt x="593789" y="2111"/>
                    </a:cubicBezTo>
                    <a:cubicBezTo>
                      <a:pt x="600269" y="-923"/>
                      <a:pt x="607809" y="-674"/>
                      <a:pt x="614077" y="2778"/>
                    </a:cubicBezTo>
                    <a:cubicBezTo>
                      <a:pt x="620277" y="6196"/>
                      <a:pt x="624431" y="12411"/>
                      <a:pt x="625221" y="19446"/>
                    </a:cubicBezTo>
                    <a:cubicBezTo>
                      <a:pt x="629793" y="55451"/>
                      <a:pt x="656939" y="101647"/>
                      <a:pt x="705707" y="156702"/>
                    </a:cubicBezTo>
                    <a:cubicBezTo>
                      <a:pt x="750665" y="207279"/>
                      <a:pt x="806482" y="270335"/>
                      <a:pt x="806482" y="361394"/>
                    </a:cubicBezTo>
                    <a:cubicBezTo>
                      <a:pt x="806482" y="418544"/>
                      <a:pt x="779717" y="477408"/>
                      <a:pt x="732949" y="522366"/>
                    </a:cubicBezTo>
                    <a:cubicBezTo>
                      <a:pt x="730230" y="524867"/>
                      <a:pt x="726639" y="526201"/>
                      <a:pt x="722948" y="526081"/>
                    </a:cubicBezTo>
                    <a:close/>
                    <a:moveTo>
                      <a:pt x="564356" y="597519"/>
                    </a:moveTo>
                    <a:cubicBezTo>
                      <a:pt x="553835" y="597519"/>
                      <a:pt x="545306" y="588990"/>
                      <a:pt x="545306" y="578469"/>
                    </a:cubicBezTo>
                    <a:cubicBezTo>
                      <a:pt x="545306" y="567947"/>
                      <a:pt x="553835" y="559419"/>
                      <a:pt x="564356" y="559419"/>
                    </a:cubicBezTo>
                    <a:lnTo>
                      <a:pt x="565118" y="559419"/>
                    </a:lnTo>
                    <a:cubicBezTo>
                      <a:pt x="575640" y="559419"/>
                      <a:pt x="584168" y="567947"/>
                      <a:pt x="584168" y="578469"/>
                    </a:cubicBezTo>
                    <a:cubicBezTo>
                      <a:pt x="584168" y="588990"/>
                      <a:pt x="575640" y="597519"/>
                      <a:pt x="565118" y="597519"/>
                    </a:cubicBezTo>
                    <a:close/>
                    <a:moveTo>
                      <a:pt x="503396" y="576659"/>
                    </a:moveTo>
                    <a:cubicBezTo>
                      <a:pt x="499100" y="576634"/>
                      <a:pt x="494937" y="575157"/>
                      <a:pt x="491585" y="572468"/>
                    </a:cubicBezTo>
                    <a:lnTo>
                      <a:pt x="490537" y="571611"/>
                    </a:lnTo>
                    <a:cubicBezTo>
                      <a:pt x="482259" y="565116"/>
                      <a:pt x="480813" y="553143"/>
                      <a:pt x="487307" y="544864"/>
                    </a:cubicBezTo>
                    <a:cubicBezTo>
                      <a:pt x="493801" y="536586"/>
                      <a:pt x="505776" y="535140"/>
                      <a:pt x="514053" y="541634"/>
                    </a:cubicBezTo>
                    <a:cubicBezTo>
                      <a:pt x="514317" y="541840"/>
                      <a:pt x="514574" y="542054"/>
                      <a:pt x="514826" y="542274"/>
                    </a:cubicBezTo>
                    <a:lnTo>
                      <a:pt x="514826" y="542274"/>
                    </a:lnTo>
                    <a:cubicBezTo>
                      <a:pt x="523085" y="548792"/>
                      <a:pt x="524497" y="560770"/>
                      <a:pt x="517979" y="569029"/>
                    </a:cubicBezTo>
                    <a:cubicBezTo>
                      <a:pt x="514364" y="573610"/>
                      <a:pt x="508850" y="576281"/>
                      <a:pt x="503015" y="576278"/>
                    </a:cubicBezTo>
                    <a:close/>
                    <a:moveTo>
                      <a:pt x="625983" y="575611"/>
                    </a:moveTo>
                    <a:cubicBezTo>
                      <a:pt x="615462" y="575643"/>
                      <a:pt x="606907" y="567140"/>
                      <a:pt x="606875" y="556619"/>
                    </a:cubicBezTo>
                    <a:cubicBezTo>
                      <a:pt x="606858" y="550874"/>
                      <a:pt x="609433" y="545428"/>
                      <a:pt x="613886" y="541797"/>
                    </a:cubicBezTo>
                    <a:lnTo>
                      <a:pt x="613886" y="541797"/>
                    </a:lnTo>
                    <a:cubicBezTo>
                      <a:pt x="621029" y="534073"/>
                      <a:pt x="633081" y="533600"/>
                      <a:pt x="640807" y="540742"/>
                    </a:cubicBezTo>
                    <a:cubicBezTo>
                      <a:pt x="648532" y="547885"/>
                      <a:pt x="649004" y="559937"/>
                      <a:pt x="641861" y="567662"/>
                    </a:cubicBezTo>
                    <a:cubicBezTo>
                      <a:pt x="640924" y="568676"/>
                      <a:pt x="639880" y="569585"/>
                      <a:pt x="638747" y="570372"/>
                    </a:cubicBezTo>
                    <a:lnTo>
                      <a:pt x="637794" y="571230"/>
                    </a:lnTo>
                    <a:cubicBezTo>
                      <a:pt x="634442" y="573942"/>
                      <a:pt x="630293" y="575482"/>
                      <a:pt x="625983" y="575611"/>
                    </a:cubicBezTo>
                    <a:close/>
                    <a:moveTo>
                      <a:pt x="468440" y="521128"/>
                    </a:moveTo>
                    <a:cubicBezTo>
                      <a:pt x="459657" y="521111"/>
                      <a:pt x="452025" y="515091"/>
                      <a:pt x="449961" y="506555"/>
                    </a:cubicBezTo>
                    <a:cubicBezTo>
                      <a:pt x="449961" y="506555"/>
                      <a:pt x="449961" y="505412"/>
                      <a:pt x="449961" y="505317"/>
                    </a:cubicBezTo>
                    <a:cubicBezTo>
                      <a:pt x="447966" y="494986"/>
                      <a:pt x="454724" y="484995"/>
                      <a:pt x="465055" y="483001"/>
                    </a:cubicBezTo>
                    <a:cubicBezTo>
                      <a:pt x="474932" y="481094"/>
                      <a:pt x="484589" y="487196"/>
                      <a:pt x="487108" y="496935"/>
                    </a:cubicBezTo>
                    <a:lnTo>
                      <a:pt x="487108" y="497506"/>
                    </a:lnTo>
                    <a:cubicBezTo>
                      <a:pt x="489625" y="507710"/>
                      <a:pt x="483402" y="518025"/>
                      <a:pt x="473202" y="520557"/>
                    </a:cubicBezTo>
                    <a:cubicBezTo>
                      <a:pt x="471645" y="520947"/>
                      <a:pt x="470044" y="521139"/>
                      <a:pt x="468440" y="521128"/>
                    </a:cubicBezTo>
                    <a:close/>
                    <a:moveTo>
                      <a:pt x="651510" y="454453"/>
                    </a:moveTo>
                    <a:cubicBezTo>
                      <a:pt x="644679" y="454568"/>
                      <a:pt x="638342" y="450905"/>
                      <a:pt x="635032" y="444928"/>
                    </a:cubicBezTo>
                    <a:lnTo>
                      <a:pt x="635032" y="444071"/>
                    </a:lnTo>
                    <a:cubicBezTo>
                      <a:pt x="630446" y="434601"/>
                      <a:pt x="634407" y="423208"/>
                      <a:pt x="643876" y="418623"/>
                    </a:cubicBezTo>
                    <a:cubicBezTo>
                      <a:pt x="652983" y="414214"/>
                      <a:pt x="663947" y="417692"/>
                      <a:pt x="668846" y="426545"/>
                    </a:cubicBezTo>
                    <a:cubicBezTo>
                      <a:pt x="673472" y="435913"/>
                      <a:pt x="669689" y="447258"/>
                      <a:pt x="660368" y="451977"/>
                    </a:cubicBezTo>
                    <a:cubicBezTo>
                      <a:pt x="657637" y="453426"/>
                      <a:pt x="654602" y="454209"/>
                      <a:pt x="651510" y="454263"/>
                    </a:cubicBezTo>
                    <a:close/>
                    <a:moveTo>
                      <a:pt x="516065" y="403590"/>
                    </a:moveTo>
                    <a:cubicBezTo>
                      <a:pt x="511576" y="403554"/>
                      <a:pt x="507237" y="401973"/>
                      <a:pt x="503777" y="399113"/>
                    </a:cubicBezTo>
                    <a:cubicBezTo>
                      <a:pt x="495846" y="392346"/>
                      <a:pt x="494827" y="380461"/>
                      <a:pt x="501491" y="372443"/>
                    </a:cubicBezTo>
                    <a:cubicBezTo>
                      <a:pt x="508065" y="364229"/>
                      <a:pt x="520054" y="362899"/>
                      <a:pt x="528268" y="369472"/>
                    </a:cubicBezTo>
                    <a:cubicBezTo>
                      <a:pt x="528392" y="369572"/>
                      <a:pt x="528516" y="369673"/>
                      <a:pt x="528638" y="369776"/>
                    </a:cubicBezTo>
                    <a:cubicBezTo>
                      <a:pt x="536567" y="376415"/>
                      <a:pt x="537750" y="388168"/>
                      <a:pt x="531305" y="396255"/>
                    </a:cubicBezTo>
                    <a:lnTo>
                      <a:pt x="530638" y="396922"/>
                    </a:lnTo>
                    <a:cubicBezTo>
                      <a:pt x="526996" y="401179"/>
                      <a:pt x="521666" y="403618"/>
                      <a:pt x="516065" y="403590"/>
                    </a:cubicBezTo>
                    <a:close/>
                    <a:moveTo>
                      <a:pt x="610267" y="401970"/>
                    </a:moveTo>
                    <a:cubicBezTo>
                      <a:pt x="604824" y="401987"/>
                      <a:pt x="599657" y="399578"/>
                      <a:pt x="596170" y="395398"/>
                    </a:cubicBezTo>
                    <a:lnTo>
                      <a:pt x="595598" y="394636"/>
                    </a:lnTo>
                    <a:cubicBezTo>
                      <a:pt x="588893" y="386579"/>
                      <a:pt x="589957" y="374618"/>
                      <a:pt x="597980" y="367871"/>
                    </a:cubicBezTo>
                    <a:cubicBezTo>
                      <a:pt x="606019" y="361084"/>
                      <a:pt x="618038" y="362100"/>
                      <a:pt x="624825" y="370139"/>
                    </a:cubicBezTo>
                    <a:cubicBezTo>
                      <a:pt x="624830" y="370144"/>
                      <a:pt x="624835" y="370151"/>
                      <a:pt x="624840" y="370157"/>
                    </a:cubicBezTo>
                    <a:cubicBezTo>
                      <a:pt x="631891" y="377964"/>
                      <a:pt x="631279" y="390011"/>
                      <a:pt x="623471" y="397063"/>
                    </a:cubicBezTo>
                    <a:cubicBezTo>
                      <a:pt x="619858" y="400325"/>
                      <a:pt x="615133" y="402082"/>
                      <a:pt x="610267" y="401970"/>
                    </a:cubicBezTo>
                    <a:close/>
                    <a:moveTo>
                      <a:pt x="563594" y="357679"/>
                    </a:moveTo>
                    <a:lnTo>
                      <a:pt x="563594" y="357679"/>
                    </a:lnTo>
                    <a:cubicBezTo>
                      <a:pt x="553073" y="357679"/>
                      <a:pt x="544544" y="349150"/>
                      <a:pt x="544544" y="338629"/>
                    </a:cubicBezTo>
                    <a:cubicBezTo>
                      <a:pt x="544520" y="328608"/>
                      <a:pt x="552263" y="320280"/>
                      <a:pt x="562261" y="319579"/>
                    </a:cubicBezTo>
                    <a:lnTo>
                      <a:pt x="563975" y="319579"/>
                    </a:lnTo>
                    <a:cubicBezTo>
                      <a:pt x="574497" y="319579"/>
                      <a:pt x="583025" y="328108"/>
                      <a:pt x="583025" y="338629"/>
                    </a:cubicBezTo>
                    <a:cubicBezTo>
                      <a:pt x="583027" y="349150"/>
                      <a:pt x="574500" y="357681"/>
                      <a:pt x="563979" y="357683"/>
                    </a:cubicBezTo>
                    <a:cubicBezTo>
                      <a:pt x="563850" y="357683"/>
                      <a:pt x="563723" y="357682"/>
                      <a:pt x="563594" y="357679"/>
                    </a:cubicBezTo>
                    <a:close/>
                    <a:moveTo>
                      <a:pt x="301371" y="427688"/>
                    </a:moveTo>
                    <a:cubicBezTo>
                      <a:pt x="301371" y="419797"/>
                      <a:pt x="294974" y="413400"/>
                      <a:pt x="287084" y="413400"/>
                    </a:cubicBezTo>
                    <a:lnTo>
                      <a:pt x="165068" y="413400"/>
                    </a:lnTo>
                    <a:cubicBezTo>
                      <a:pt x="157199" y="413348"/>
                      <a:pt x="150833" y="406982"/>
                      <a:pt x="150781" y="399113"/>
                    </a:cubicBezTo>
                    <a:lnTo>
                      <a:pt x="150781" y="367204"/>
                    </a:lnTo>
                    <a:cubicBezTo>
                      <a:pt x="151038" y="359500"/>
                      <a:pt x="157360" y="353388"/>
                      <a:pt x="165068" y="353393"/>
                    </a:cubicBezTo>
                    <a:lnTo>
                      <a:pt x="278511" y="353393"/>
                    </a:lnTo>
                    <a:cubicBezTo>
                      <a:pt x="286402" y="353393"/>
                      <a:pt x="292799" y="346996"/>
                      <a:pt x="292799" y="339105"/>
                    </a:cubicBezTo>
                    <a:cubicBezTo>
                      <a:pt x="292799" y="331215"/>
                      <a:pt x="286402" y="324818"/>
                      <a:pt x="278511" y="324818"/>
                    </a:cubicBezTo>
                    <a:lnTo>
                      <a:pt x="165068" y="324818"/>
                    </a:lnTo>
                    <a:cubicBezTo>
                      <a:pt x="141396" y="324818"/>
                      <a:pt x="122206" y="344008"/>
                      <a:pt x="122206" y="367680"/>
                    </a:cubicBezTo>
                    <a:lnTo>
                      <a:pt x="122206" y="399113"/>
                    </a:lnTo>
                    <a:cubicBezTo>
                      <a:pt x="122258" y="422763"/>
                      <a:pt x="141418" y="441923"/>
                      <a:pt x="165068" y="441975"/>
                    </a:cubicBezTo>
                    <a:lnTo>
                      <a:pt x="287084" y="441975"/>
                    </a:lnTo>
                    <a:cubicBezTo>
                      <a:pt x="294974" y="441975"/>
                      <a:pt x="301371" y="435578"/>
                      <a:pt x="301371" y="427688"/>
                    </a:cubicBezTo>
                    <a:close/>
                    <a:moveTo>
                      <a:pt x="98393" y="399113"/>
                    </a:moveTo>
                    <a:lnTo>
                      <a:pt x="98393" y="367204"/>
                    </a:lnTo>
                    <a:cubicBezTo>
                      <a:pt x="98393" y="343532"/>
                      <a:pt x="79203" y="324342"/>
                      <a:pt x="55531" y="324342"/>
                    </a:cubicBezTo>
                    <a:lnTo>
                      <a:pt x="14288" y="324342"/>
                    </a:lnTo>
                    <a:cubicBezTo>
                      <a:pt x="6397" y="324342"/>
                      <a:pt x="0" y="330739"/>
                      <a:pt x="0" y="338629"/>
                    </a:cubicBezTo>
                    <a:cubicBezTo>
                      <a:pt x="0" y="346520"/>
                      <a:pt x="6397" y="352917"/>
                      <a:pt x="14288" y="352917"/>
                    </a:cubicBezTo>
                    <a:lnTo>
                      <a:pt x="55721" y="352917"/>
                    </a:lnTo>
                    <a:cubicBezTo>
                      <a:pt x="63612" y="352917"/>
                      <a:pt x="70009" y="359314"/>
                      <a:pt x="70009" y="367204"/>
                    </a:cubicBezTo>
                    <a:lnTo>
                      <a:pt x="70009" y="399113"/>
                    </a:lnTo>
                    <a:cubicBezTo>
                      <a:pt x="70009" y="407003"/>
                      <a:pt x="63612" y="413400"/>
                      <a:pt x="55721" y="413400"/>
                    </a:cubicBezTo>
                    <a:lnTo>
                      <a:pt x="14288" y="413400"/>
                    </a:lnTo>
                    <a:cubicBezTo>
                      <a:pt x="6397" y="413400"/>
                      <a:pt x="0" y="419797"/>
                      <a:pt x="0" y="427688"/>
                    </a:cubicBezTo>
                    <a:cubicBezTo>
                      <a:pt x="0" y="435578"/>
                      <a:pt x="6397" y="441975"/>
                      <a:pt x="14288" y="441975"/>
                    </a:cubicBezTo>
                    <a:lnTo>
                      <a:pt x="55721" y="441975"/>
                    </a:lnTo>
                    <a:cubicBezTo>
                      <a:pt x="79298" y="441818"/>
                      <a:pt x="98342" y="422689"/>
                      <a:pt x="98393" y="399113"/>
                    </a:cubicBezTo>
                    <a:close/>
                    <a:moveTo>
                      <a:pt x="305276" y="277193"/>
                    </a:moveTo>
                    <a:cubicBezTo>
                      <a:pt x="305276" y="269302"/>
                      <a:pt x="298879" y="262905"/>
                      <a:pt x="290989" y="262905"/>
                    </a:cubicBezTo>
                    <a:lnTo>
                      <a:pt x="288131" y="262905"/>
                    </a:lnTo>
                    <a:cubicBezTo>
                      <a:pt x="280241" y="262905"/>
                      <a:pt x="273844" y="256508"/>
                      <a:pt x="273844" y="248618"/>
                    </a:cubicBezTo>
                    <a:lnTo>
                      <a:pt x="273844" y="216328"/>
                    </a:lnTo>
                    <a:cubicBezTo>
                      <a:pt x="273844" y="208438"/>
                      <a:pt x="280241" y="202041"/>
                      <a:pt x="288131" y="202041"/>
                    </a:cubicBezTo>
                    <a:lnTo>
                      <a:pt x="329660" y="202041"/>
                    </a:lnTo>
                    <a:cubicBezTo>
                      <a:pt x="337551" y="202041"/>
                      <a:pt x="343948" y="195644"/>
                      <a:pt x="343948" y="187753"/>
                    </a:cubicBezTo>
                    <a:cubicBezTo>
                      <a:pt x="343948" y="179863"/>
                      <a:pt x="337551" y="173466"/>
                      <a:pt x="329660" y="173466"/>
                    </a:cubicBezTo>
                    <a:lnTo>
                      <a:pt x="288131" y="173466"/>
                    </a:lnTo>
                    <a:cubicBezTo>
                      <a:pt x="264481" y="173518"/>
                      <a:pt x="245321" y="192677"/>
                      <a:pt x="245269" y="216328"/>
                    </a:cubicBezTo>
                    <a:lnTo>
                      <a:pt x="245269" y="248618"/>
                    </a:lnTo>
                    <a:cubicBezTo>
                      <a:pt x="245321" y="272268"/>
                      <a:pt x="264481" y="291428"/>
                      <a:pt x="288131" y="291480"/>
                    </a:cubicBezTo>
                    <a:lnTo>
                      <a:pt x="290989" y="291480"/>
                    </a:lnTo>
                    <a:cubicBezTo>
                      <a:pt x="298879" y="291480"/>
                      <a:pt x="305276" y="285083"/>
                      <a:pt x="305276" y="277193"/>
                    </a:cubicBezTo>
                    <a:close/>
                    <a:moveTo>
                      <a:pt x="446818" y="578469"/>
                    </a:moveTo>
                    <a:cubicBezTo>
                      <a:pt x="446818" y="570578"/>
                      <a:pt x="440421" y="564181"/>
                      <a:pt x="432530" y="564181"/>
                    </a:cubicBezTo>
                    <a:lnTo>
                      <a:pt x="288131" y="564181"/>
                    </a:lnTo>
                    <a:cubicBezTo>
                      <a:pt x="280241" y="564181"/>
                      <a:pt x="273844" y="557784"/>
                      <a:pt x="273844" y="549894"/>
                    </a:cubicBezTo>
                    <a:lnTo>
                      <a:pt x="273844" y="517985"/>
                    </a:lnTo>
                    <a:cubicBezTo>
                      <a:pt x="273844" y="510094"/>
                      <a:pt x="280241" y="503697"/>
                      <a:pt x="288131" y="503697"/>
                    </a:cubicBezTo>
                    <a:lnTo>
                      <a:pt x="312992" y="503697"/>
                    </a:lnTo>
                    <a:cubicBezTo>
                      <a:pt x="320882" y="503697"/>
                      <a:pt x="327279" y="497300"/>
                      <a:pt x="327279" y="489410"/>
                    </a:cubicBezTo>
                    <a:cubicBezTo>
                      <a:pt x="327279" y="481519"/>
                      <a:pt x="320882" y="475122"/>
                      <a:pt x="312992" y="475122"/>
                    </a:cubicBezTo>
                    <a:lnTo>
                      <a:pt x="288131" y="475122"/>
                    </a:lnTo>
                    <a:cubicBezTo>
                      <a:pt x="264481" y="475175"/>
                      <a:pt x="245321" y="494334"/>
                      <a:pt x="245269" y="517985"/>
                    </a:cubicBezTo>
                    <a:lnTo>
                      <a:pt x="245269" y="549894"/>
                    </a:lnTo>
                    <a:cubicBezTo>
                      <a:pt x="245321" y="573544"/>
                      <a:pt x="264481" y="592704"/>
                      <a:pt x="288131" y="592756"/>
                    </a:cubicBezTo>
                    <a:lnTo>
                      <a:pt x="432530" y="592756"/>
                    </a:lnTo>
                    <a:cubicBezTo>
                      <a:pt x="440421" y="592756"/>
                      <a:pt x="446818" y="586359"/>
                      <a:pt x="446818" y="578469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  <a:tabLst/>
                  <a:defRPr/>
                </a:pPr>
                <a:endParaRPr kumimoji="0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" name="Google Shape;2148;p4">
            <a:extLst>
              <a:ext uri="{FF2B5EF4-FFF2-40B4-BE49-F238E27FC236}">
                <a16:creationId xmlns:a16="http://schemas.microsoft.com/office/drawing/2014/main" id="{608304DD-A866-9A51-BA01-A50C1C3C4E1B}"/>
              </a:ext>
            </a:extLst>
          </p:cNvPr>
          <p:cNvGrpSpPr/>
          <p:nvPr/>
        </p:nvGrpSpPr>
        <p:grpSpPr>
          <a:xfrm>
            <a:off x="1355613" y="918873"/>
            <a:ext cx="4458256" cy="671981"/>
            <a:chOff x="3871175" y="1003557"/>
            <a:chExt cx="4458546" cy="672025"/>
          </a:xfrm>
        </p:grpSpPr>
        <p:grpSp>
          <p:nvGrpSpPr>
            <p:cNvPr id="163" name="Google Shape;2149;p4">
              <a:extLst>
                <a:ext uri="{FF2B5EF4-FFF2-40B4-BE49-F238E27FC236}">
                  <a16:creationId xmlns:a16="http://schemas.microsoft.com/office/drawing/2014/main" id="{C61772D6-3F92-1408-6DE5-6C2237FE7590}"/>
                </a:ext>
              </a:extLst>
            </p:cNvPr>
            <p:cNvGrpSpPr/>
            <p:nvPr/>
          </p:nvGrpSpPr>
          <p:grpSpPr>
            <a:xfrm>
              <a:off x="3871175" y="1003557"/>
              <a:ext cx="4458546" cy="672025"/>
              <a:chOff x="2508327" y="908712"/>
              <a:chExt cx="7186221" cy="635779"/>
            </a:xfrm>
          </p:grpSpPr>
          <p:pic>
            <p:nvPicPr>
              <p:cNvPr id="173" name="Google Shape;2150;p4">
                <a:extLst>
                  <a:ext uri="{FF2B5EF4-FFF2-40B4-BE49-F238E27FC236}">
                    <a16:creationId xmlns:a16="http://schemas.microsoft.com/office/drawing/2014/main" id="{4087B1CD-A89D-1AB8-86F6-F8155C568BC3}"/>
                  </a:ext>
                </a:extLst>
              </p:cNvPr>
              <p:cNvPicPr preferRelativeResize="0"/>
              <p:nvPr/>
            </p:nvPicPr>
            <p:blipFill rotWithShape="1">
              <a:blip r:embed="rId3">
                <a:alphaModFix/>
              </a:blip>
              <a:srcRect/>
              <a:stretch/>
            </p:blipFill>
            <p:spPr>
              <a:xfrm>
                <a:off x="2508327" y="908712"/>
                <a:ext cx="7186221" cy="63577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74" name="Google Shape;2151;p4">
                <a:extLst>
                  <a:ext uri="{FF2B5EF4-FFF2-40B4-BE49-F238E27FC236}">
                    <a16:creationId xmlns:a16="http://schemas.microsoft.com/office/drawing/2014/main" id="{E8A6C25F-4FEA-F313-8120-331007A5E2D6}"/>
                  </a:ext>
                </a:extLst>
              </p:cNvPr>
              <p:cNvSpPr/>
              <p:nvPr/>
            </p:nvSpPr>
            <p:spPr>
              <a:xfrm>
                <a:off x="2521807" y="914569"/>
                <a:ext cx="7160762" cy="577074"/>
              </a:xfrm>
              <a:custGeom>
                <a:avLst/>
                <a:gdLst/>
                <a:ahLst/>
                <a:cxnLst/>
                <a:rect l="l" t="t" r="r" b="b"/>
                <a:pathLst>
                  <a:path w="7517074" h="530258" extrusionOk="0">
                    <a:moveTo>
                      <a:pt x="3754013" y="0"/>
                    </a:moveTo>
                    <a:cubicBezTo>
                      <a:pt x="3936702" y="0"/>
                      <a:pt x="4089388" y="24404"/>
                      <a:pt x="4129203" y="57195"/>
                    </a:cubicBezTo>
                    <a:cubicBezTo>
                      <a:pt x="4165016" y="61341"/>
                      <a:pt x="4192734" y="67560"/>
                      <a:pt x="4212737" y="74627"/>
                    </a:cubicBezTo>
                    <a:cubicBezTo>
                      <a:pt x="4264457" y="71329"/>
                      <a:pt x="4318845" y="69727"/>
                      <a:pt x="4376281" y="69727"/>
                    </a:cubicBezTo>
                    <a:cubicBezTo>
                      <a:pt x="4448862" y="69727"/>
                      <a:pt x="4518001" y="72554"/>
                      <a:pt x="4580884" y="77667"/>
                    </a:cubicBezTo>
                    <a:lnTo>
                      <a:pt x="4720368" y="95750"/>
                    </a:lnTo>
                    <a:lnTo>
                      <a:pt x="4720705" y="95733"/>
                    </a:lnTo>
                    <a:cubicBezTo>
                      <a:pt x="4785666" y="95733"/>
                      <a:pt x="4846887" y="98654"/>
                      <a:pt x="4901478" y="103860"/>
                    </a:cubicBezTo>
                    <a:lnTo>
                      <a:pt x="5034506" y="124465"/>
                    </a:lnTo>
                    <a:lnTo>
                      <a:pt x="5039186" y="123342"/>
                    </a:lnTo>
                    <a:lnTo>
                      <a:pt x="5073821" y="119488"/>
                    </a:lnTo>
                    <a:lnTo>
                      <a:pt x="5196907" y="95121"/>
                    </a:lnTo>
                    <a:cubicBezTo>
                      <a:pt x="5260654" y="87724"/>
                      <a:pt x="5334925" y="83484"/>
                      <a:pt x="5414506" y="83484"/>
                    </a:cubicBezTo>
                    <a:lnTo>
                      <a:pt x="5506838" y="86210"/>
                    </a:lnTo>
                    <a:lnTo>
                      <a:pt x="5613174" y="71094"/>
                    </a:lnTo>
                    <a:cubicBezTo>
                      <a:pt x="5686469" y="65181"/>
                      <a:pt x="5767932" y="62660"/>
                      <a:pt x="5851418" y="64545"/>
                    </a:cubicBezTo>
                    <a:cubicBezTo>
                      <a:pt x="6001532" y="67937"/>
                      <a:pt x="6126404" y="84332"/>
                      <a:pt x="6202890" y="107512"/>
                    </a:cubicBezTo>
                    <a:cubicBezTo>
                      <a:pt x="6306427" y="80281"/>
                      <a:pt x="6477020" y="64262"/>
                      <a:pt x="6660757" y="68408"/>
                    </a:cubicBezTo>
                    <a:cubicBezTo>
                      <a:pt x="6868783" y="73120"/>
                      <a:pt x="7030803" y="101670"/>
                      <a:pt x="7084905" y="139078"/>
                    </a:cubicBezTo>
                    <a:cubicBezTo>
                      <a:pt x="7363798" y="157263"/>
                      <a:pt x="7547630" y="211537"/>
                      <a:pt x="7512863" y="271371"/>
                    </a:cubicBezTo>
                    <a:cubicBezTo>
                      <a:pt x="7473049" y="339967"/>
                      <a:pt x="7158819" y="389153"/>
                      <a:pt x="6810871" y="381332"/>
                    </a:cubicBezTo>
                    <a:lnTo>
                      <a:pt x="6727282" y="376831"/>
                    </a:lnTo>
                    <a:lnTo>
                      <a:pt x="6732861" y="379919"/>
                    </a:lnTo>
                    <a:cubicBezTo>
                      <a:pt x="6732861" y="429011"/>
                      <a:pt x="6530931" y="468774"/>
                      <a:pt x="6281948" y="468774"/>
                    </a:cubicBezTo>
                    <a:cubicBezTo>
                      <a:pt x="6232704" y="468774"/>
                      <a:pt x="6186031" y="467361"/>
                      <a:pt x="6141645" y="464534"/>
                    </a:cubicBezTo>
                    <a:cubicBezTo>
                      <a:pt x="6124500" y="470753"/>
                      <a:pt x="6100782" y="476312"/>
                      <a:pt x="6070016" y="479893"/>
                    </a:cubicBezTo>
                    <a:cubicBezTo>
                      <a:pt x="6035822" y="508726"/>
                      <a:pt x="5904853" y="530209"/>
                      <a:pt x="5748167" y="530209"/>
                    </a:cubicBezTo>
                    <a:cubicBezTo>
                      <a:pt x="5608816" y="530209"/>
                      <a:pt x="5488706" y="513154"/>
                      <a:pt x="5439938" y="489127"/>
                    </a:cubicBezTo>
                    <a:cubicBezTo>
                      <a:pt x="5432889" y="489786"/>
                      <a:pt x="5424793" y="490163"/>
                      <a:pt x="5417363" y="490634"/>
                    </a:cubicBezTo>
                    <a:cubicBezTo>
                      <a:pt x="5399551" y="491671"/>
                      <a:pt x="5380787" y="492236"/>
                      <a:pt x="5361261" y="492236"/>
                    </a:cubicBezTo>
                    <a:cubicBezTo>
                      <a:pt x="5306064" y="492236"/>
                      <a:pt x="5256105" y="487831"/>
                      <a:pt x="5219946" y="480705"/>
                    </a:cubicBezTo>
                    <a:lnTo>
                      <a:pt x="5209241" y="475610"/>
                    </a:lnTo>
                    <a:lnTo>
                      <a:pt x="5132280" y="498749"/>
                    </a:lnTo>
                    <a:cubicBezTo>
                      <a:pt x="5046865" y="512847"/>
                      <a:pt x="4939018" y="522294"/>
                      <a:pt x="4817765" y="524932"/>
                    </a:cubicBezTo>
                    <a:cubicBezTo>
                      <a:pt x="4603548" y="529643"/>
                      <a:pt x="4404666" y="511458"/>
                      <a:pt x="4283984" y="480552"/>
                    </a:cubicBezTo>
                    <a:cubicBezTo>
                      <a:pt x="4194830" y="506841"/>
                      <a:pt x="4049193" y="525592"/>
                      <a:pt x="3874314" y="529455"/>
                    </a:cubicBezTo>
                    <a:cubicBezTo>
                      <a:pt x="3776969" y="531575"/>
                      <a:pt x="3682005" y="528701"/>
                      <a:pt x="3596565" y="521976"/>
                    </a:cubicBezTo>
                    <a:lnTo>
                      <a:pt x="3474274" y="505019"/>
                    </a:lnTo>
                    <a:lnTo>
                      <a:pt x="3365203" y="508161"/>
                    </a:lnTo>
                    <a:cubicBezTo>
                      <a:pt x="3272430" y="508161"/>
                      <a:pt x="3185871" y="503332"/>
                      <a:pt x="3111576" y="494910"/>
                    </a:cubicBezTo>
                    <a:lnTo>
                      <a:pt x="3038677" y="480818"/>
                    </a:lnTo>
                    <a:lnTo>
                      <a:pt x="2996680" y="488361"/>
                    </a:lnTo>
                    <a:cubicBezTo>
                      <a:pt x="2936959" y="494827"/>
                      <a:pt x="2868569" y="498549"/>
                      <a:pt x="2796274" y="498549"/>
                    </a:cubicBezTo>
                    <a:lnTo>
                      <a:pt x="2629032" y="491030"/>
                    </a:lnTo>
                    <a:lnTo>
                      <a:pt x="2556435" y="494215"/>
                    </a:lnTo>
                    <a:lnTo>
                      <a:pt x="2387443" y="485824"/>
                    </a:lnTo>
                    <a:lnTo>
                      <a:pt x="2320072" y="499162"/>
                    </a:lnTo>
                    <a:cubicBezTo>
                      <a:pt x="2256326" y="506558"/>
                      <a:pt x="2182055" y="510798"/>
                      <a:pt x="2102473" y="510798"/>
                    </a:cubicBezTo>
                    <a:lnTo>
                      <a:pt x="2009673" y="508058"/>
                    </a:lnTo>
                    <a:lnTo>
                      <a:pt x="1903900" y="523094"/>
                    </a:lnTo>
                    <a:cubicBezTo>
                      <a:pt x="1830605" y="529007"/>
                      <a:pt x="1749143" y="531528"/>
                      <a:pt x="1665656" y="529643"/>
                    </a:cubicBezTo>
                    <a:cubicBezTo>
                      <a:pt x="1515542" y="526251"/>
                      <a:pt x="1390669" y="509856"/>
                      <a:pt x="1314184" y="486677"/>
                    </a:cubicBezTo>
                    <a:cubicBezTo>
                      <a:pt x="1210647" y="513908"/>
                      <a:pt x="1040055" y="529926"/>
                      <a:pt x="856317" y="525780"/>
                    </a:cubicBezTo>
                    <a:cubicBezTo>
                      <a:pt x="648291" y="521069"/>
                      <a:pt x="486271" y="492518"/>
                      <a:pt x="432169" y="455111"/>
                    </a:cubicBezTo>
                    <a:cubicBezTo>
                      <a:pt x="153277" y="436925"/>
                      <a:pt x="-30555" y="382651"/>
                      <a:pt x="4211" y="322818"/>
                    </a:cubicBezTo>
                    <a:cubicBezTo>
                      <a:pt x="44026" y="254221"/>
                      <a:pt x="358351" y="205036"/>
                      <a:pt x="706108" y="212951"/>
                    </a:cubicBezTo>
                    <a:lnTo>
                      <a:pt x="789696" y="217451"/>
                    </a:lnTo>
                    <a:lnTo>
                      <a:pt x="784118" y="214364"/>
                    </a:lnTo>
                    <a:cubicBezTo>
                      <a:pt x="784118" y="165273"/>
                      <a:pt x="986048" y="125509"/>
                      <a:pt x="1235032" y="125509"/>
                    </a:cubicBezTo>
                    <a:cubicBezTo>
                      <a:pt x="1284276" y="125509"/>
                      <a:pt x="1330948" y="126923"/>
                      <a:pt x="1375335" y="129749"/>
                    </a:cubicBezTo>
                    <a:cubicBezTo>
                      <a:pt x="1392480" y="123530"/>
                      <a:pt x="1416197" y="117971"/>
                      <a:pt x="1446963" y="114391"/>
                    </a:cubicBezTo>
                    <a:cubicBezTo>
                      <a:pt x="1481158" y="85557"/>
                      <a:pt x="1612126" y="64074"/>
                      <a:pt x="1768814" y="64074"/>
                    </a:cubicBezTo>
                    <a:cubicBezTo>
                      <a:pt x="1908163" y="64074"/>
                      <a:pt x="2028274" y="81129"/>
                      <a:pt x="2077042" y="105156"/>
                    </a:cubicBezTo>
                    <a:cubicBezTo>
                      <a:pt x="2084090" y="104497"/>
                      <a:pt x="2092186" y="104120"/>
                      <a:pt x="2099616" y="103649"/>
                    </a:cubicBezTo>
                    <a:cubicBezTo>
                      <a:pt x="2117428" y="102612"/>
                      <a:pt x="2136192" y="102047"/>
                      <a:pt x="2155718" y="102047"/>
                    </a:cubicBezTo>
                    <a:cubicBezTo>
                      <a:pt x="2266113" y="102047"/>
                      <a:pt x="2355553" y="119667"/>
                      <a:pt x="2355553" y="141433"/>
                    </a:cubicBezTo>
                    <a:cubicBezTo>
                      <a:pt x="2355553" y="144260"/>
                      <a:pt x="2355267" y="147275"/>
                      <a:pt x="2352409" y="149914"/>
                    </a:cubicBezTo>
                    <a:cubicBezTo>
                      <a:pt x="2400939" y="150998"/>
                      <a:pt x="2446939" y="153754"/>
                      <a:pt x="2488641" y="157919"/>
                    </a:cubicBezTo>
                    <a:lnTo>
                      <a:pt x="2555665" y="167907"/>
                    </a:lnTo>
                    <a:lnTo>
                      <a:pt x="2677605" y="138642"/>
                    </a:lnTo>
                    <a:lnTo>
                      <a:pt x="2772950" y="129667"/>
                    </a:lnTo>
                    <a:lnTo>
                      <a:pt x="2786213" y="125591"/>
                    </a:lnTo>
                    <a:cubicBezTo>
                      <a:pt x="2859282" y="110315"/>
                      <a:pt x="2960628" y="100256"/>
                      <a:pt x="3073737" y="97806"/>
                    </a:cubicBezTo>
                    <a:cubicBezTo>
                      <a:pt x="3070403" y="94791"/>
                      <a:pt x="3070118" y="91305"/>
                      <a:pt x="3070118" y="88101"/>
                    </a:cubicBezTo>
                    <a:cubicBezTo>
                      <a:pt x="3070118" y="63320"/>
                      <a:pt x="3174321" y="43250"/>
                      <a:pt x="3303004" y="43250"/>
                    </a:cubicBezTo>
                    <a:cubicBezTo>
                      <a:pt x="3325769" y="43250"/>
                      <a:pt x="3347676" y="43909"/>
                      <a:pt x="3368441" y="45040"/>
                    </a:cubicBezTo>
                    <a:cubicBezTo>
                      <a:pt x="3377108" y="45511"/>
                      <a:pt x="3386633" y="46076"/>
                      <a:pt x="3394730" y="46736"/>
                    </a:cubicBezTo>
                    <a:cubicBezTo>
                      <a:pt x="3451594" y="19411"/>
                      <a:pt x="3591612" y="0"/>
                      <a:pt x="3754013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4" name="Google Shape;2152;p4">
              <a:extLst>
                <a:ext uri="{FF2B5EF4-FFF2-40B4-BE49-F238E27FC236}">
                  <a16:creationId xmlns:a16="http://schemas.microsoft.com/office/drawing/2014/main" id="{69AF7BBA-7A84-7D7F-F1E6-7B731FF763BB}"/>
                </a:ext>
              </a:extLst>
            </p:cNvPr>
            <p:cNvSpPr txBox="1"/>
            <p:nvPr/>
          </p:nvSpPr>
          <p:spPr>
            <a:xfrm>
              <a:off x="5774919" y="1292795"/>
              <a:ext cx="653256" cy="23080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75" rIns="91400" bIns="45675" anchor="ctr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Internet</a:t>
              </a: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pic>
          <p:nvPicPr>
            <p:cNvPr id="165" name="Google Shape;2153;p4" descr="corpPitch-assets_threats-exploits.png">
              <a:extLst>
                <a:ext uri="{FF2B5EF4-FFF2-40B4-BE49-F238E27FC236}">
                  <a16:creationId xmlns:a16="http://schemas.microsoft.com/office/drawing/2014/main" id="{117151BD-ACC5-4ED0-6420-800E212A47F8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5443896" y="1307089"/>
              <a:ext cx="159942" cy="22848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6" name="Google Shape;2154;p4" descr="corpPitch-assets_threats-virus.png">
              <a:extLst>
                <a:ext uri="{FF2B5EF4-FFF2-40B4-BE49-F238E27FC236}">
                  <a16:creationId xmlns:a16="http://schemas.microsoft.com/office/drawing/2014/main" id="{6434B194-098C-CE05-F459-91F0F2D1A288}"/>
                </a:ext>
              </a:extLst>
            </p:cNvPr>
            <p:cNvPicPr preferRelativeResize="0"/>
            <p:nvPr/>
          </p:nvPicPr>
          <p:blipFill rotWithShape="1">
            <a:blip r:embed="rId5">
              <a:alphaModFix/>
            </a:blip>
            <a:srcRect/>
            <a:stretch/>
          </p:blipFill>
          <p:spPr>
            <a:xfrm>
              <a:off x="6531200" y="1296883"/>
              <a:ext cx="228489" cy="22848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7" name="Google Shape;2155;p4" descr="corpPitch-assets_threats-virus.png">
              <a:extLst>
                <a:ext uri="{FF2B5EF4-FFF2-40B4-BE49-F238E27FC236}">
                  <a16:creationId xmlns:a16="http://schemas.microsoft.com/office/drawing/2014/main" id="{10AC8653-0D2C-6F10-4B6A-90BA34D7EE8B}"/>
                </a:ext>
              </a:extLst>
            </p:cNvPr>
            <p:cNvPicPr preferRelativeResize="0"/>
            <p:nvPr/>
          </p:nvPicPr>
          <p:blipFill rotWithShape="1">
            <a:blip r:embed="rId5">
              <a:alphaModFix/>
            </a:blip>
            <a:srcRect/>
            <a:stretch/>
          </p:blipFill>
          <p:spPr>
            <a:xfrm>
              <a:off x="4578547" y="1321657"/>
              <a:ext cx="228489" cy="22848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8" name="Google Shape;2156;p4" descr="A blue and black logo&#10;&#10;Description automatically generated">
              <a:extLst>
                <a:ext uri="{FF2B5EF4-FFF2-40B4-BE49-F238E27FC236}">
                  <a16:creationId xmlns:a16="http://schemas.microsoft.com/office/drawing/2014/main" id="{129E5A62-A0E5-62D4-4C8A-B1F84C3D277F}"/>
                </a:ext>
              </a:extLst>
            </p:cNvPr>
            <p:cNvPicPr preferRelativeResize="0"/>
            <p:nvPr/>
          </p:nvPicPr>
          <p:blipFill rotWithShape="1">
            <a:blip r:embed="rId6">
              <a:alphaModFix/>
            </a:blip>
            <a:srcRect/>
            <a:stretch/>
          </p:blipFill>
          <p:spPr>
            <a:xfrm>
              <a:off x="4030315" y="1368598"/>
              <a:ext cx="462691" cy="11213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9" name="Google Shape;2157;p4" descr="A black background with white letters&#10;&#10;Description automatically generated">
              <a:extLst>
                <a:ext uri="{FF2B5EF4-FFF2-40B4-BE49-F238E27FC236}">
                  <a16:creationId xmlns:a16="http://schemas.microsoft.com/office/drawing/2014/main" id="{15113BF8-E1D4-1AB1-1070-3C4040C15366}"/>
                </a:ext>
              </a:extLst>
            </p:cNvPr>
            <p:cNvPicPr preferRelativeResize="0"/>
            <p:nvPr/>
          </p:nvPicPr>
          <p:blipFill rotWithShape="1">
            <a:blip r:embed="rId7">
              <a:alphaModFix/>
            </a:blip>
            <a:srcRect l="27781" t="43655" r="27051" b="43318"/>
            <a:stretch/>
          </p:blipFill>
          <p:spPr>
            <a:xfrm>
              <a:off x="4866668" y="1307089"/>
              <a:ext cx="391739" cy="11296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" name="Google Shape;2158;p4" descr="A red and white logo&#10;&#10;Description automatically generated">
              <a:extLst>
                <a:ext uri="{FF2B5EF4-FFF2-40B4-BE49-F238E27FC236}">
                  <a16:creationId xmlns:a16="http://schemas.microsoft.com/office/drawing/2014/main" id="{3B3AF12F-86E4-7CDD-7D67-898860E8B5AC}"/>
                </a:ext>
              </a:extLst>
            </p:cNvPr>
            <p:cNvPicPr preferRelativeResize="0"/>
            <p:nvPr/>
          </p:nvPicPr>
          <p:blipFill rotWithShape="1">
            <a:blip r:embed="rId8">
              <a:alphaModFix/>
            </a:blip>
            <a:srcRect/>
            <a:stretch/>
          </p:blipFill>
          <p:spPr>
            <a:xfrm>
              <a:off x="7555139" y="1187776"/>
              <a:ext cx="484398" cy="30118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1" name="Google Shape;2159;p4" descr="A logo of a camera&#10;&#10;Description automatically generated">
              <a:extLst>
                <a:ext uri="{FF2B5EF4-FFF2-40B4-BE49-F238E27FC236}">
                  <a16:creationId xmlns:a16="http://schemas.microsoft.com/office/drawing/2014/main" id="{4F5819AF-69C7-DB02-39E4-E7506960B790}"/>
                </a:ext>
              </a:extLst>
            </p:cNvPr>
            <p:cNvPicPr preferRelativeResize="0"/>
            <p:nvPr/>
          </p:nvPicPr>
          <p:blipFill rotWithShape="1">
            <a:blip r:embed="rId9">
              <a:alphaModFix/>
            </a:blip>
            <a:srcRect/>
            <a:stretch/>
          </p:blipFill>
          <p:spPr>
            <a:xfrm>
              <a:off x="6956610" y="1257833"/>
              <a:ext cx="179189" cy="17918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2" name="Google Shape;2160;p4" descr="corpPitch-assets_threats-malware.png">
              <a:extLst>
                <a:ext uri="{FF2B5EF4-FFF2-40B4-BE49-F238E27FC236}">
                  <a16:creationId xmlns:a16="http://schemas.microsoft.com/office/drawing/2014/main" id="{EFDA0E78-E78B-EA30-C7B8-20B963EB35FF}"/>
                </a:ext>
              </a:extLst>
            </p:cNvPr>
            <p:cNvPicPr preferRelativeResize="0"/>
            <p:nvPr/>
          </p:nvPicPr>
          <p:blipFill rotWithShape="1">
            <a:blip r:embed="rId10">
              <a:alphaModFix/>
            </a:blip>
            <a:srcRect/>
            <a:stretch/>
          </p:blipFill>
          <p:spPr>
            <a:xfrm>
              <a:off x="7264242" y="1224988"/>
              <a:ext cx="228489" cy="22848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9" name="Google Shape;2163;p4">
            <a:extLst>
              <a:ext uri="{FF2B5EF4-FFF2-40B4-BE49-F238E27FC236}">
                <a16:creationId xmlns:a16="http://schemas.microsoft.com/office/drawing/2014/main" id="{7936994D-4214-D2DC-BE4F-EE9516734136}"/>
              </a:ext>
            </a:extLst>
          </p:cNvPr>
          <p:cNvGrpSpPr/>
          <p:nvPr/>
        </p:nvGrpSpPr>
        <p:grpSpPr>
          <a:xfrm>
            <a:off x="5250940" y="2212156"/>
            <a:ext cx="308886" cy="182868"/>
            <a:chOff x="1666127" y="5160703"/>
            <a:chExt cx="406212" cy="240488"/>
          </a:xfrm>
        </p:grpSpPr>
        <p:sp>
          <p:nvSpPr>
            <p:cNvPr id="159" name="Google Shape;2092;p4">
              <a:extLst>
                <a:ext uri="{FF2B5EF4-FFF2-40B4-BE49-F238E27FC236}">
                  <a16:creationId xmlns:a16="http://schemas.microsoft.com/office/drawing/2014/main" id="{FF1394E0-E65D-1897-CA9B-CBC8ACEF76CA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2164;p4">
              <a:extLst>
                <a:ext uri="{FF2B5EF4-FFF2-40B4-BE49-F238E27FC236}">
                  <a16:creationId xmlns:a16="http://schemas.microsoft.com/office/drawing/2014/main" id="{23F1B67E-0191-4CF9-9482-D42995B27B91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0" name="Google Shape;2165;p4">
            <a:extLst>
              <a:ext uri="{FF2B5EF4-FFF2-40B4-BE49-F238E27FC236}">
                <a16:creationId xmlns:a16="http://schemas.microsoft.com/office/drawing/2014/main" id="{23D2339E-7225-3C1E-2BF5-7772294A54DA}"/>
              </a:ext>
            </a:extLst>
          </p:cNvPr>
          <p:cNvGrpSpPr/>
          <p:nvPr/>
        </p:nvGrpSpPr>
        <p:grpSpPr>
          <a:xfrm>
            <a:off x="1635100" y="5286045"/>
            <a:ext cx="3908952" cy="314837"/>
            <a:chOff x="1906060" y="5144751"/>
            <a:chExt cx="3909206" cy="314857"/>
          </a:xfrm>
        </p:grpSpPr>
        <p:grpSp>
          <p:nvGrpSpPr>
            <p:cNvPr id="150" name="Google Shape;2166;p4">
              <a:extLst>
                <a:ext uri="{FF2B5EF4-FFF2-40B4-BE49-F238E27FC236}">
                  <a16:creationId xmlns:a16="http://schemas.microsoft.com/office/drawing/2014/main" id="{ABDDB8AC-CA8E-00B5-F7F5-FBCF293779C1}"/>
                </a:ext>
              </a:extLst>
            </p:cNvPr>
            <p:cNvGrpSpPr/>
            <p:nvPr/>
          </p:nvGrpSpPr>
          <p:grpSpPr>
            <a:xfrm>
              <a:off x="1906060" y="5305190"/>
              <a:ext cx="260829" cy="154418"/>
              <a:chOff x="1825492" y="5305360"/>
              <a:chExt cx="260829" cy="154418"/>
            </a:xfrm>
          </p:grpSpPr>
          <p:sp>
            <p:nvSpPr>
              <p:cNvPr id="157" name="Google Shape;2167;p4">
                <a:extLst>
                  <a:ext uri="{FF2B5EF4-FFF2-40B4-BE49-F238E27FC236}">
                    <a16:creationId xmlns:a16="http://schemas.microsoft.com/office/drawing/2014/main" id="{F830C352-7C95-7D60-E850-C7265A5867F5}"/>
                  </a:ext>
                </a:extLst>
              </p:cNvPr>
              <p:cNvSpPr/>
              <p:nvPr/>
            </p:nvSpPr>
            <p:spPr>
              <a:xfrm>
                <a:off x="1825492" y="5305360"/>
                <a:ext cx="260829" cy="154418"/>
              </a:xfrm>
              <a:prstGeom prst="roundRect">
                <a:avLst>
                  <a:gd name="adj" fmla="val 16667"/>
                </a:avLst>
              </a:prstGeom>
              <a:solidFill>
                <a:srgbClr val="C4342C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2168;p4">
                <a:extLst>
                  <a:ext uri="{FF2B5EF4-FFF2-40B4-BE49-F238E27FC236}">
                    <a16:creationId xmlns:a16="http://schemas.microsoft.com/office/drawing/2014/main" id="{0F66EAB0-2A8D-1846-AFE2-24742A0CE2AA}"/>
                  </a:ext>
                </a:extLst>
              </p:cNvPr>
              <p:cNvSpPr/>
              <p:nvPr/>
            </p:nvSpPr>
            <p:spPr>
              <a:xfrm>
                <a:off x="1878217" y="5325009"/>
                <a:ext cx="155378" cy="115119"/>
              </a:xfrm>
              <a:custGeom>
                <a:avLst/>
                <a:gdLst/>
                <a:ahLst/>
                <a:cxnLst/>
                <a:rect l="l" t="t" r="r" b="b"/>
                <a:pathLst>
                  <a:path w="806481" h="597518" extrusionOk="0">
                    <a:moveTo>
                      <a:pt x="659797" y="519509"/>
                    </a:moveTo>
                    <a:cubicBezTo>
                      <a:pt x="657993" y="519490"/>
                      <a:pt x="656200" y="519234"/>
                      <a:pt x="654463" y="518747"/>
                    </a:cubicBezTo>
                    <a:cubicBezTo>
                      <a:pt x="644339" y="515885"/>
                      <a:pt x="638452" y="505357"/>
                      <a:pt x="641315" y="495232"/>
                    </a:cubicBezTo>
                    <a:cubicBezTo>
                      <a:pt x="641316" y="495228"/>
                      <a:pt x="641317" y="495224"/>
                      <a:pt x="641318" y="495220"/>
                    </a:cubicBezTo>
                    <a:cubicBezTo>
                      <a:pt x="643972" y="485039"/>
                      <a:pt x="654376" y="478937"/>
                      <a:pt x="664557" y="481591"/>
                    </a:cubicBezTo>
                    <a:cubicBezTo>
                      <a:pt x="664685" y="481624"/>
                      <a:pt x="664813" y="481658"/>
                      <a:pt x="664940" y="481695"/>
                    </a:cubicBezTo>
                    <a:cubicBezTo>
                      <a:pt x="674817" y="484480"/>
                      <a:pt x="680713" y="494587"/>
                      <a:pt x="678275" y="504555"/>
                    </a:cubicBezTo>
                    <a:lnTo>
                      <a:pt x="678275" y="505698"/>
                    </a:lnTo>
                    <a:cubicBezTo>
                      <a:pt x="675921" y="513932"/>
                      <a:pt x="668361" y="519582"/>
                      <a:pt x="659797" y="519509"/>
                    </a:cubicBezTo>
                    <a:close/>
                    <a:moveTo>
                      <a:pt x="475202" y="456072"/>
                    </a:moveTo>
                    <a:cubicBezTo>
                      <a:pt x="473395" y="456099"/>
                      <a:pt x="471595" y="455843"/>
                      <a:pt x="469868" y="455310"/>
                    </a:cubicBezTo>
                    <a:cubicBezTo>
                      <a:pt x="459777" y="452404"/>
                      <a:pt x="453942" y="441882"/>
                      <a:pt x="456819" y="431784"/>
                    </a:cubicBezTo>
                    <a:cubicBezTo>
                      <a:pt x="459473" y="421602"/>
                      <a:pt x="469877" y="415501"/>
                      <a:pt x="480058" y="418154"/>
                    </a:cubicBezTo>
                    <a:cubicBezTo>
                      <a:pt x="480186" y="418188"/>
                      <a:pt x="480313" y="418222"/>
                      <a:pt x="480441" y="418258"/>
                    </a:cubicBezTo>
                    <a:cubicBezTo>
                      <a:pt x="490317" y="421043"/>
                      <a:pt x="496213" y="431150"/>
                      <a:pt x="493776" y="441118"/>
                    </a:cubicBezTo>
                    <a:lnTo>
                      <a:pt x="493776" y="442261"/>
                    </a:lnTo>
                    <a:cubicBezTo>
                      <a:pt x="491412" y="450530"/>
                      <a:pt x="483801" y="456189"/>
                      <a:pt x="475202" y="456072"/>
                    </a:cubicBezTo>
                    <a:close/>
                    <a:moveTo>
                      <a:pt x="178403" y="291099"/>
                    </a:moveTo>
                    <a:lnTo>
                      <a:pt x="42863" y="291099"/>
                    </a:lnTo>
                    <a:cubicBezTo>
                      <a:pt x="19212" y="291047"/>
                      <a:pt x="52" y="271887"/>
                      <a:pt x="0" y="248237"/>
                    </a:cubicBezTo>
                    <a:lnTo>
                      <a:pt x="0" y="216328"/>
                    </a:lnTo>
                    <a:cubicBezTo>
                      <a:pt x="52" y="192677"/>
                      <a:pt x="19212" y="173518"/>
                      <a:pt x="42863" y="173466"/>
                    </a:cubicBezTo>
                    <a:lnTo>
                      <a:pt x="178403" y="173466"/>
                    </a:lnTo>
                    <a:cubicBezTo>
                      <a:pt x="202054" y="173518"/>
                      <a:pt x="221213" y="192677"/>
                      <a:pt x="221266" y="216328"/>
                    </a:cubicBezTo>
                    <a:lnTo>
                      <a:pt x="221266" y="248618"/>
                    </a:lnTo>
                    <a:cubicBezTo>
                      <a:pt x="221006" y="272120"/>
                      <a:pt x="201906" y="291049"/>
                      <a:pt x="178403" y="291099"/>
                    </a:cubicBezTo>
                    <a:close/>
                    <a:moveTo>
                      <a:pt x="42863" y="202041"/>
                    </a:moveTo>
                    <a:cubicBezTo>
                      <a:pt x="34972" y="202041"/>
                      <a:pt x="28575" y="208438"/>
                      <a:pt x="28575" y="216328"/>
                    </a:cubicBezTo>
                    <a:lnTo>
                      <a:pt x="28575" y="248618"/>
                    </a:lnTo>
                    <a:cubicBezTo>
                      <a:pt x="28575" y="256508"/>
                      <a:pt x="34972" y="262905"/>
                      <a:pt x="42863" y="262905"/>
                    </a:cubicBezTo>
                    <a:lnTo>
                      <a:pt x="178403" y="262905"/>
                    </a:lnTo>
                    <a:cubicBezTo>
                      <a:pt x="186294" y="262905"/>
                      <a:pt x="192691" y="256508"/>
                      <a:pt x="192691" y="248618"/>
                    </a:cubicBezTo>
                    <a:lnTo>
                      <a:pt x="192691" y="216328"/>
                    </a:lnTo>
                    <a:cubicBezTo>
                      <a:pt x="192691" y="208438"/>
                      <a:pt x="186294" y="202041"/>
                      <a:pt x="178403" y="202041"/>
                    </a:cubicBezTo>
                    <a:close/>
                    <a:moveTo>
                      <a:pt x="178403" y="592566"/>
                    </a:moveTo>
                    <a:lnTo>
                      <a:pt x="42863" y="592566"/>
                    </a:lnTo>
                    <a:cubicBezTo>
                      <a:pt x="19212" y="592513"/>
                      <a:pt x="52" y="573354"/>
                      <a:pt x="0" y="549703"/>
                    </a:cubicBezTo>
                    <a:lnTo>
                      <a:pt x="0" y="517985"/>
                    </a:lnTo>
                    <a:cubicBezTo>
                      <a:pt x="52" y="494334"/>
                      <a:pt x="19212" y="475175"/>
                      <a:pt x="42863" y="475122"/>
                    </a:cubicBezTo>
                    <a:lnTo>
                      <a:pt x="178403" y="475122"/>
                    </a:lnTo>
                    <a:cubicBezTo>
                      <a:pt x="202054" y="475175"/>
                      <a:pt x="221213" y="494334"/>
                      <a:pt x="221266" y="517985"/>
                    </a:cubicBezTo>
                    <a:lnTo>
                      <a:pt x="221266" y="549894"/>
                    </a:lnTo>
                    <a:cubicBezTo>
                      <a:pt x="221213" y="573544"/>
                      <a:pt x="202054" y="592704"/>
                      <a:pt x="178403" y="592756"/>
                    </a:cubicBezTo>
                    <a:close/>
                    <a:moveTo>
                      <a:pt x="42863" y="503697"/>
                    </a:moveTo>
                    <a:cubicBezTo>
                      <a:pt x="34972" y="503697"/>
                      <a:pt x="28575" y="510094"/>
                      <a:pt x="28575" y="517985"/>
                    </a:cubicBezTo>
                    <a:lnTo>
                      <a:pt x="28575" y="549894"/>
                    </a:lnTo>
                    <a:cubicBezTo>
                      <a:pt x="28575" y="557784"/>
                      <a:pt x="34972" y="564181"/>
                      <a:pt x="42863" y="564181"/>
                    </a:cubicBezTo>
                    <a:lnTo>
                      <a:pt x="178403" y="564181"/>
                    </a:lnTo>
                    <a:cubicBezTo>
                      <a:pt x="186294" y="564181"/>
                      <a:pt x="192691" y="557784"/>
                      <a:pt x="192691" y="549894"/>
                    </a:cubicBezTo>
                    <a:lnTo>
                      <a:pt x="192691" y="517985"/>
                    </a:lnTo>
                    <a:cubicBezTo>
                      <a:pt x="192691" y="510094"/>
                      <a:pt x="186294" y="503697"/>
                      <a:pt x="178403" y="503697"/>
                    </a:cubicBezTo>
                    <a:close/>
                    <a:moveTo>
                      <a:pt x="722948" y="526081"/>
                    </a:moveTo>
                    <a:cubicBezTo>
                      <a:pt x="719061" y="526101"/>
                      <a:pt x="715339" y="524515"/>
                      <a:pt x="712661" y="521700"/>
                    </a:cubicBezTo>
                    <a:cubicBezTo>
                      <a:pt x="707089" y="516122"/>
                      <a:pt x="707089" y="507084"/>
                      <a:pt x="712661" y="501507"/>
                    </a:cubicBezTo>
                    <a:cubicBezTo>
                      <a:pt x="753809" y="461883"/>
                      <a:pt x="777431" y="410638"/>
                      <a:pt x="777431" y="361108"/>
                    </a:cubicBezTo>
                    <a:cubicBezTo>
                      <a:pt x="777431" y="280908"/>
                      <a:pt x="727710" y="224805"/>
                      <a:pt x="683895" y="175371"/>
                    </a:cubicBezTo>
                    <a:cubicBezTo>
                      <a:pt x="634270" y="119459"/>
                      <a:pt x="606076" y="72405"/>
                      <a:pt x="598170" y="32019"/>
                    </a:cubicBezTo>
                    <a:lnTo>
                      <a:pt x="597218" y="32591"/>
                    </a:lnTo>
                    <a:cubicBezTo>
                      <a:pt x="575500" y="45640"/>
                      <a:pt x="505587" y="95361"/>
                      <a:pt x="520160" y="189372"/>
                    </a:cubicBezTo>
                    <a:cubicBezTo>
                      <a:pt x="526637" y="231092"/>
                      <a:pt x="515302" y="261000"/>
                      <a:pt x="488442" y="274240"/>
                    </a:cubicBezTo>
                    <a:cubicBezTo>
                      <a:pt x="478039" y="278719"/>
                      <a:pt x="466627" y="280330"/>
                      <a:pt x="455390" y="278907"/>
                    </a:cubicBezTo>
                    <a:cubicBezTo>
                      <a:pt x="426913" y="274051"/>
                      <a:pt x="405939" y="249593"/>
                      <a:pt x="405479" y="220710"/>
                    </a:cubicBezTo>
                    <a:cubicBezTo>
                      <a:pt x="405479" y="216995"/>
                      <a:pt x="405479" y="213471"/>
                      <a:pt x="405479" y="210327"/>
                    </a:cubicBezTo>
                    <a:cubicBezTo>
                      <a:pt x="370487" y="252869"/>
                      <a:pt x="350976" y="306031"/>
                      <a:pt x="350139" y="361108"/>
                    </a:cubicBezTo>
                    <a:cubicBezTo>
                      <a:pt x="350139" y="410638"/>
                      <a:pt x="373761" y="461883"/>
                      <a:pt x="415004" y="501507"/>
                    </a:cubicBezTo>
                    <a:cubicBezTo>
                      <a:pt x="420522" y="507147"/>
                      <a:pt x="420423" y="516193"/>
                      <a:pt x="414783" y="521711"/>
                    </a:cubicBezTo>
                    <a:cubicBezTo>
                      <a:pt x="409379" y="526997"/>
                      <a:pt x="400792" y="527160"/>
                      <a:pt x="395192" y="522081"/>
                    </a:cubicBezTo>
                    <a:cubicBezTo>
                      <a:pt x="348425" y="477123"/>
                      <a:pt x="321564" y="418449"/>
                      <a:pt x="321564" y="361108"/>
                    </a:cubicBezTo>
                    <a:cubicBezTo>
                      <a:pt x="322291" y="293506"/>
                      <a:pt x="348323" y="228631"/>
                      <a:pt x="394526" y="179276"/>
                    </a:cubicBezTo>
                    <a:cubicBezTo>
                      <a:pt x="403145" y="170267"/>
                      <a:pt x="417434" y="169951"/>
                      <a:pt x="426443" y="178570"/>
                    </a:cubicBezTo>
                    <a:cubicBezTo>
                      <a:pt x="430635" y="182581"/>
                      <a:pt x="433122" y="188053"/>
                      <a:pt x="433387" y="193849"/>
                    </a:cubicBezTo>
                    <a:cubicBezTo>
                      <a:pt x="434054" y="201660"/>
                      <a:pt x="434150" y="213661"/>
                      <a:pt x="434150" y="220233"/>
                    </a:cubicBezTo>
                    <a:cubicBezTo>
                      <a:pt x="434501" y="235356"/>
                      <a:pt x="445453" y="248141"/>
                      <a:pt x="460343" y="250809"/>
                    </a:cubicBezTo>
                    <a:cubicBezTo>
                      <a:pt x="463006" y="251010"/>
                      <a:pt x="465681" y="251010"/>
                      <a:pt x="468344" y="250809"/>
                    </a:cubicBezTo>
                    <a:cubicBezTo>
                      <a:pt x="471078" y="250397"/>
                      <a:pt x="473760" y="249695"/>
                      <a:pt x="476345" y="248713"/>
                    </a:cubicBezTo>
                    <a:cubicBezTo>
                      <a:pt x="495395" y="239188"/>
                      <a:pt x="495395" y="214233"/>
                      <a:pt x="492157" y="194611"/>
                    </a:cubicBezTo>
                    <a:cubicBezTo>
                      <a:pt x="474821" y="82407"/>
                      <a:pt x="557117" y="23733"/>
                      <a:pt x="582740" y="8397"/>
                    </a:cubicBezTo>
                    <a:cubicBezTo>
                      <a:pt x="586740" y="5921"/>
                      <a:pt x="592265" y="2873"/>
                      <a:pt x="593789" y="2111"/>
                    </a:cubicBezTo>
                    <a:cubicBezTo>
                      <a:pt x="600269" y="-923"/>
                      <a:pt x="607809" y="-674"/>
                      <a:pt x="614077" y="2778"/>
                    </a:cubicBezTo>
                    <a:cubicBezTo>
                      <a:pt x="620277" y="6196"/>
                      <a:pt x="624431" y="12411"/>
                      <a:pt x="625221" y="19446"/>
                    </a:cubicBezTo>
                    <a:cubicBezTo>
                      <a:pt x="629793" y="55451"/>
                      <a:pt x="656939" y="101647"/>
                      <a:pt x="705707" y="156702"/>
                    </a:cubicBezTo>
                    <a:cubicBezTo>
                      <a:pt x="750665" y="207279"/>
                      <a:pt x="806482" y="270335"/>
                      <a:pt x="806482" y="361394"/>
                    </a:cubicBezTo>
                    <a:cubicBezTo>
                      <a:pt x="806482" y="418544"/>
                      <a:pt x="779717" y="477408"/>
                      <a:pt x="732949" y="522366"/>
                    </a:cubicBezTo>
                    <a:cubicBezTo>
                      <a:pt x="730230" y="524867"/>
                      <a:pt x="726639" y="526201"/>
                      <a:pt x="722948" y="526081"/>
                    </a:cubicBezTo>
                    <a:close/>
                    <a:moveTo>
                      <a:pt x="564356" y="597519"/>
                    </a:moveTo>
                    <a:cubicBezTo>
                      <a:pt x="553835" y="597519"/>
                      <a:pt x="545306" y="588990"/>
                      <a:pt x="545306" y="578469"/>
                    </a:cubicBezTo>
                    <a:cubicBezTo>
                      <a:pt x="545306" y="567947"/>
                      <a:pt x="553835" y="559419"/>
                      <a:pt x="564356" y="559419"/>
                    </a:cubicBezTo>
                    <a:lnTo>
                      <a:pt x="565118" y="559419"/>
                    </a:lnTo>
                    <a:cubicBezTo>
                      <a:pt x="575640" y="559419"/>
                      <a:pt x="584168" y="567947"/>
                      <a:pt x="584168" y="578469"/>
                    </a:cubicBezTo>
                    <a:cubicBezTo>
                      <a:pt x="584168" y="588990"/>
                      <a:pt x="575640" y="597519"/>
                      <a:pt x="565118" y="597519"/>
                    </a:cubicBezTo>
                    <a:close/>
                    <a:moveTo>
                      <a:pt x="503396" y="576659"/>
                    </a:moveTo>
                    <a:cubicBezTo>
                      <a:pt x="499100" y="576634"/>
                      <a:pt x="494937" y="575157"/>
                      <a:pt x="491585" y="572468"/>
                    </a:cubicBezTo>
                    <a:lnTo>
                      <a:pt x="490537" y="571611"/>
                    </a:lnTo>
                    <a:cubicBezTo>
                      <a:pt x="482259" y="565116"/>
                      <a:pt x="480813" y="553143"/>
                      <a:pt x="487307" y="544864"/>
                    </a:cubicBezTo>
                    <a:cubicBezTo>
                      <a:pt x="493801" y="536586"/>
                      <a:pt x="505776" y="535140"/>
                      <a:pt x="514053" y="541634"/>
                    </a:cubicBezTo>
                    <a:cubicBezTo>
                      <a:pt x="514317" y="541840"/>
                      <a:pt x="514574" y="542054"/>
                      <a:pt x="514826" y="542274"/>
                    </a:cubicBezTo>
                    <a:lnTo>
                      <a:pt x="514826" y="542274"/>
                    </a:lnTo>
                    <a:cubicBezTo>
                      <a:pt x="523085" y="548792"/>
                      <a:pt x="524497" y="560770"/>
                      <a:pt x="517979" y="569029"/>
                    </a:cubicBezTo>
                    <a:cubicBezTo>
                      <a:pt x="514364" y="573610"/>
                      <a:pt x="508850" y="576281"/>
                      <a:pt x="503015" y="576278"/>
                    </a:cubicBezTo>
                    <a:close/>
                    <a:moveTo>
                      <a:pt x="625983" y="575611"/>
                    </a:moveTo>
                    <a:cubicBezTo>
                      <a:pt x="615462" y="575643"/>
                      <a:pt x="606907" y="567140"/>
                      <a:pt x="606875" y="556619"/>
                    </a:cubicBezTo>
                    <a:cubicBezTo>
                      <a:pt x="606858" y="550874"/>
                      <a:pt x="609433" y="545428"/>
                      <a:pt x="613886" y="541797"/>
                    </a:cubicBezTo>
                    <a:lnTo>
                      <a:pt x="613886" y="541797"/>
                    </a:lnTo>
                    <a:cubicBezTo>
                      <a:pt x="621029" y="534073"/>
                      <a:pt x="633081" y="533600"/>
                      <a:pt x="640807" y="540742"/>
                    </a:cubicBezTo>
                    <a:cubicBezTo>
                      <a:pt x="648532" y="547885"/>
                      <a:pt x="649004" y="559937"/>
                      <a:pt x="641861" y="567662"/>
                    </a:cubicBezTo>
                    <a:cubicBezTo>
                      <a:pt x="640924" y="568676"/>
                      <a:pt x="639880" y="569585"/>
                      <a:pt x="638747" y="570372"/>
                    </a:cubicBezTo>
                    <a:lnTo>
                      <a:pt x="637794" y="571230"/>
                    </a:lnTo>
                    <a:cubicBezTo>
                      <a:pt x="634442" y="573942"/>
                      <a:pt x="630293" y="575482"/>
                      <a:pt x="625983" y="575611"/>
                    </a:cubicBezTo>
                    <a:close/>
                    <a:moveTo>
                      <a:pt x="468440" y="521128"/>
                    </a:moveTo>
                    <a:cubicBezTo>
                      <a:pt x="459657" y="521111"/>
                      <a:pt x="452025" y="515091"/>
                      <a:pt x="449961" y="506555"/>
                    </a:cubicBezTo>
                    <a:cubicBezTo>
                      <a:pt x="449961" y="506555"/>
                      <a:pt x="449961" y="505412"/>
                      <a:pt x="449961" y="505317"/>
                    </a:cubicBezTo>
                    <a:cubicBezTo>
                      <a:pt x="447966" y="494986"/>
                      <a:pt x="454724" y="484995"/>
                      <a:pt x="465055" y="483001"/>
                    </a:cubicBezTo>
                    <a:cubicBezTo>
                      <a:pt x="474932" y="481094"/>
                      <a:pt x="484589" y="487196"/>
                      <a:pt x="487108" y="496935"/>
                    </a:cubicBezTo>
                    <a:lnTo>
                      <a:pt x="487108" y="497506"/>
                    </a:lnTo>
                    <a:cubicBezTo>
                      <a:pt x="489625" y="507710"/>
                      <a:pt x="483402" y="518025"/>
                      <a:pt x="473202" y="520557"/>
                    </a:cubicBezTo>
                    <a:cubicBezTo>
                      <a:pt x="471645" y="520947"/>
                      <a:pt x="470044" y="521139"/>
                      <a:pt x="468440" y="521128"/>
                    </a:cubicBezTo>
                    <a:close/>
                    <a:moveTo>
                      <a:pt x="651510" y="454453"/>
                    </a:moveTo>
                    <a:cubicBezTo>
                      <a:pt x="644679" y="454568"/>
                      <a:pt x="638342" y="450905"/>
                      <a:pt x="635032" y="444928"/>
                    </a:cubicBezTo>
                    <a:lnTo>
                      <a:pt x="635032" y="444071"/>
                    </a:lnTo>
                    <a:cubicBezTo>
                      <a:pt x="630446" y="434601"/>
                      <a:pt x="634407" y="423208"/>
                      <a:pt x="643876" y="418623"/>
                    </a:cubicBezTo>
                    <a:cubicBezTo>
                      <a:pt x="652983" y="414214"/>
                      <a:pt x="663947" y="417692"/>
                      <a:pt x="668846" y="426545"/>
                    </a:cubicBezTo>
                    <a:cubicBezTo>
                      <a:pt x="673472" y="435913"/>
                      <a:pt x="669689" y="447258"/>
                      <a:pt x="660368" y="451977"/>
                    </a:cubicBezTo>
                    <a:cubicBezTo>
                      <a:pt x="657637" y="453426"/>
                      <a:pt x="654602" y="454209"/>
                      <a:pt x="651510" y="454263"/>
                    </a:cubicBezTo>
                    <a:close/>
                    <a:moveTo>
                      <a:pt x="516065" y="403590"/>
                    </a:moveTo>
                    <a:cubicBezTo>
                      <a:pt x="511576" y="403554"/>
                      <a:pt x="507237" y="401973"/>
                      <a:pt x="503777" y="399113"/>
                    </a:cubicBezTo>
                    <a:cubicBezTo>
                      <a:pt x="495846" y="392346"/>
                      <a:pt x="494827" y="380461"/>
                      <a:pt x="501491" y="372443"/>
                    </a:cubicBezTo>
                    <a:cubicBezTo>
                      <a:pt x="508065" y="364229"/>
                      <a:pt x="520054" y="362899"/>
                      <a:pt x="528268" y="369472"/>
                    </a:cubicBezTo>
                    <a:cubicBezTo>
                      <a:pt x="528392" y="369572"/>
                      <a:pt x="528516" y="369673"/>
                      <a:pt x="528638" y="369776"/>
                    </a:cubicBezTo>
                    <a:cubicBezTo>
                      <a:pt x="536567" y="376415"/>
                      <a:pt x="537750" y="388168"/>
                      <a:pt x="531305" y="396255"/>
                    </a:cubicBezTo>
                    <a:lnTo>
                      <a:pt x="530638" y="396922"/>
                    </a:lnTo>
                    <a:cubicBezTo>
                      <a:pt x="526996" y="401179"/>
                      <a:pt x="521666" y="403618"/>
                      <a:pt x="516065" y="403590"/>
                    </a:cubicBezTo>
                    <a:close/>
                    <a:moveTo>
                      <a:pt x="610267" y="401970"/>
                    </a:moveTo>
                    <a:cubicBezTo>
                      <a:pt x="604824" y="401987"/>
                      <a:pt x="599657" y="399578"/>
                      <a:pt x="596170" y="395398"/>
                    </a:cubicBezTo>
                    <a:lnTo>
                      <a:pt x="595598" y="394636"/>
                    </a:lnTo>
                    <a:cubicBezTo>
                      <a:pt x="588893" y="386579"/>
                      <a:pt x="589957" y="374618"/>
                      <a:pt x="597980" y="367871"/>
                    </a:cubicBezTo>
                    <a:cubicBezTo>
                      <a:pt x="606019" y="361084"/>
                      <a:pt x="618038" y="362100"/>
                      <a:pt x="624825" y="370139"/>
                    </a:cubicBezTo>
                    <a:cubicBezTo>
                      <a:pt x="624830" y="370144"/>
                      <a:pt x="624835" y="370151"/>
                      <a:pt x="624840" y="370157"/>
                    </a:cubicBezTo>
                    <a:cubicBezTo>
                      <a:pt x="631891" y="377964"/>
                      <a:pt x="631279" y="390011"/>
                      <a:pt x="623471" y="397063"/>
                    </a:cubicBezTo>
                    <a:cubicBezTo>
                      <a:pt x="619858" y="400325"/>
                      <a:pt x="615133" y="402082"/>
                      <a:pt x="610267" y="401970"/>
                    </a:cubicBezTo>
                    <a:close/>
                    <a:moveTo>
                      <a:pt x="563594" y="357679"/>
                    </a:moveTo>
                    <a:lnTo>
                      <a:pt x="563594" y="357679"/>
                    </a:lnTo>
                    <a:cubicBezTo>
                      <a:pt x="553073" y="357679"/>
                      <a:pt x="544544" y="349150"/>
                      <a:pt x="544544" y="338629"/>
                    </a:cubicBezTo>
                    <a:cubicBezTo>
                      <a:pt x="544520" y="328608"/>
                      <a:pt x="552263" y="320280"/>
                      <a:pt x="562261" y="319579"/>
                    </a:cubicBezTo>
                    <a:lnTo>
                      <a:pt x="563975" y="319579"/>
                    </a:lnTo>
                    <a:cubicBezTo>
                      <a:pt x="574497" y="319579"/>
                      <a:pt x="583025" y="328108"/>
                      <a:pt x="583025" y="338629"/>
                    </a:cubicBezTo>
                    <a:cubicBezTo>
                      <a:pt x="583027" y="349150"/>
                      <a:pt x="574500" y="357681"/>
                      <a:pt x="563979" y="357683"/>
                    </a:cubicBezTo>
                    <a:cubicBezTo>
                      <a:pt x="563850" y="357683"/>
                      <a:pt x="563723" y="357682"/>
                      <a:pt x="563594" y="357679"/>
                    </a:cubicBezTo>
                    <a:close/>
                    <a:moveTo>
                      <a:pt x="301371" y="427688"/>
                    </a:moveTo>
                    <a:cubicBezTo>
                      <a:pt x="301371" y="419797"/>
                      <a:pt x="294974" y="413400"/>
                      <a:pt x="287084" y="413400"/>
                    </a:cubicBezTo>
                    <a:lnTo>
                      <a:pt x="165068" y="413400"/>
                    </a:lnTo>
                    <a:cubicBezTo>
                      <a:pt x="157199" y="413348"/>
                      <a:pt x="150833" y="406982"/>
                      <a:pt x="150781" y="399113"/>
                    </a:cubicBezTo>
                    <a:lnTo>
                      <a:pt x="150781" y="367204"/>
                    </a:lnTo>
                    <a:cubicBezTo>
                      <a:pt x="151038" y="359500"/>
                      <a:pt x="157360" y="353388"/>
                      <a:pt x="165068" y="353393"/>
                    </a:cubicBezTo>
                    <a:lnTo>
                      <a:pt x="278511" y="353393"/>
                    </a:lnTo>
                    <a:cubicBezTo>
                      <a:pt x="286402" y="353393"/>
                      <a:pt x="292799" y="346996"/>
                      <a:pt x="292799" y="339105"/>
                    </a:cubicBezTo>
                    <a:cubicBezTo>
                      <a:pt x="292799" y="331215"/>
                      <a:pt x="286402" y="324818"/>
                      <a:pt x="278511" y="324818"/>
                    </a:cubicBezTo>
                    <a:lnTo>
                      <a:pt x="165068" y="324818"/>
                    </a:lnTo>
                    <a:cubicBezTo>
                      <a:pt x="141396" y="324818"/>
                      <a:pt x="122206" y="344008"/>
                      <a:pt x="122206" y="367680"/>
                    </a:cubicBezTo>
                    <a:lnTo>
                      <a:pt x="122206" y="399113"/>
                    </a:lnTo>
                    <a:cubicBezTo>
                      <a:pt x="122258" y="422763"/>
                      <a:pt x="141418" y="441923"/>
                      <a:pt x="165068" y="441975"/>
                    </a:cubicBezTo>
                    <a:lnTo>
                      <a:pt x="287084" y="441975"/>
                    </a:lnTo>
                    <a:cubicBezTo>
                      <a:pt x="294974" y="441975"/>
                      <a:pt x="301371" y="435578"/>
                      <a:pt x="301371" y="427688"/>
                    </a:cubicBezTo>
                    <a:close/>
                    <a:moveTo>
                      <a:pt x="98393" y="399113"/>
                    </a:moveTo>
                    <a:lnTo>
                      <a:pt x="98393" y="367204"/>
                    </a:lnTo>
                    <a:cubicBezTo>
                      <a:pt x="98393" y="343532"/>
                      <a:pt x="79203" y="324342"/>
                      <a:pt x="55531" y="324342"/>
                    </a:cubicBezTo>
                    <a:lnTo>
                      <a:pt x="14288" y="324342"/>
                    </a:lnTo>
                    <a:cubicBezTo>
                      <a:pt x="6397" y="324342"/>
                      <a:pt x="0" y="330739"/>
                      <a:pt x="0" y="338629"/>
                    </a:cubicBezTo>
                    <a:cubicBezTo>
                      <a:pt x="0" y="346520"/>
                      <a:pt x="6397" y="352917"/>
                      <a:pt x="14288" y="352917"/>
                    </a:cubicBezTo>
                    <a:lnTo>
                      <a:pt x="55721" y="352917"/>
                    </a:lnTo>
                    <a:cubicBezTo>
                      <a:pt x="63612" y="352917"/>
                      <a:pt x="70009" y="359314"/>
                      <a:pt x="70009" y="367204"/>
                    </a:cubicBezTo>
                    <a:lnTo>
                      <a:pt x="70009" y="399113"/>
                    </a:lnTo>
                    <a:cubicBezTo>
                      <a:pt x="70009" y="407003"/>
                      <a:pt x="63612" y="413400"/>
                      <a:pt x="55721" y="413400"/>
                    </a:cubicBezTo>
                    <a:lnTo>
                      <a:pt x="14288" y="413400"/>
                    </a:lnTo>
                    <a:cubicBezTo>
                      <a:pt x="6397" y="413400"/>
                      <a:pt x="0" y="419797"/>
                      <a:pt x="0" y="427688"/>
                    </a:cubicBezTo>
                    <a:cubicBezTo>
                      <a:pt x="0" y="435578"/>
                      <a:pt x="6397" y="441975"/>
                      <a:pt x="14288" y="441975"/>
                    </a:cubicBezTo>
                    <a:lnTo>
                      <a:pt x="55721" y="441975"/>
                    </a:lnTo>
                    <a:cubicBezTo>
                      <a:pt x="79298" y="441818"/>
                      <a:pt x="98342" y="422689"/>
                      <a:pt x="98393" y="399113"/>
                    </a:cubicBezTo>
                    <a:close/>
                    <a:moveTo>
                      <a:pt x="305276" y="277193"/>
                    </a:moveTo>
                    <a:cubicBezTo>
                      <a:pt x="305276" y="269302"/>
                      <a:pt x="298879" y="262905"/>
                      <a:pt x="290989" y="262905"/>
                    </a:cubicBezTo>
                    <a:lnTo>
                      <a:pt x="288131" y="262905"/>
                    </a:lnTo>
                    <a:cubicBezTo>
                      <a:pt x="280241" y="262905"/>
                      <a:pt x="273844" y="256508"/>
                      <a:pt x="273844" y="248618"/>
                    </a:cubicBezTo>
                    <a:lnTo>
                      <a:pt x="273844" y="216328"/>
                    </a:lnTo>
                    <a:cubicBezTo>
                      <a:pt x="273844" y="208438"/>
                      <a:pt x="280241" y="202041"/>
                      <a:pt x="288131" y="202041"/>
                    </a:cubicBezTo>
                    <a:lnTo>
                      <a:pt x="329660" y="202041"/>
                    </a:lnTo>
                    <a:cubicBezTo>
                      <a:pt x="337551" y="202041"/>
                      <a:pt x="343948" y="195644"/>
                      <a:pt x="343948" y="187753"/>
                    </a:cubicBezTo>
                    <a:cubicBezTo>
                      <a:pt x="343948" y="179863"/>
                      <a:pt x="337551" y="173466"/>
                      <a:pt x="329660" y="173466"/>
                    </a:cubicBezTo>
                    <a:lnTo>
                      <a:pt x="288131" y="173466"/>
                    </a:lnTo>
                    <a:cubicBezTo>
                      <a:pt x="264481" y="173518"/>
                      <a:pt x="245321" y="192677"/>
                      <a:pt x="245269" y="216328"/>
                    </a:cubicBezTo>
                    <a:lnTo>
                      <a:pt x="245269" y="248618"/>
                    </a:lnTo>
                    <a:cubicBezTo>
                      <a:pt x="245321" y="272268"/>
                      <a:pt x="264481" y="291428"/>
                      <a:pt x="288131" y="291480"/>
                    </a:cubicBezTo>
                    <a:lnTo>
                      <a:pt x="290989" y="291480"/>
                    </a:lnTo>
                    <a:cubicBezTo>
                      <a:pt x="298879" y="291480"/>
                      <a:pt x="305276" y="285083"/>
                      <a:pt x="305276" y="277193"/>
                    </a:cubicBezTo>
                    <a:close/>
                    <a:moveTo>
                      <a:pt x="446818" y="578469"/>
                    </a:moveTo>
                    <a:cubicBezTo>
                      <a:pt x="446818" y="570578"/>
                      <a:pt x="440421" y="564181"/>
                      <a:pt x="432530" y="564181"/>
                    </a:cubicBezTo>
                    <a:lnTo>
                      <a:pt x="288131" y="564181"/>
                    </a:lnTo>
                    <a:cubicBezTo>
                      <a:pt x="280241" y="564181"/>
                      <a:pt x="273844" y="557784"/>
                      <a:pt x="273844" y="549894"/>
                    </a:cubicBezTo>
                    <a:lnTo>
                      <a:pt x="273844" y="517985"/>
                    </a:lnTo>
                    <a:cubicBezTo>
                      <a:pt x="273844" y="510094"/>
                      <a:pt x="280241" y="503697"/>
                      <a:pt x="288131" y="503697"/>
                    </a:cubicBezTo>
                    <a:lnTo>
                      <a:pt x="312992" y="503697"/>
                    </a:lnTo>
                    <a:cubicBezTo>
                      <a:pt x="320882" y="503697"/>
                      <a:pt x="327279" y="497300"/>
                      <a:pt x="327279" y="489410"/>
                    </a:cubicBezTo>
                    <a:cubicBezTo>
                      <a:pt x="327279" y="481519"/>
                      <a:pt x="320882" y="475122"/>
                      <a:pt x="312992" y="475122"/>
                    </a:cubicBezTo>
                    <a:lnTo>
                      <a:pt x="288131" y="475122"/>
                    </a:lnTo>
                    <a:cubicBezTo>
                      <a:pt x="264481" y="475175"/>
                      <a:pt x="245321" y="494334"/>
                      <a:pt x="245269" y="517985"/>
                    </a:cubicBezTo>
                    <a:lnTo>
                      <a:pt x="245269" y="549894"/>
                    </a:lnTo>
                    <a:cubicBezTo>
                      <a:pt x="245321" y="573544"/>
                      <a:pt x="264481" y="592704"/>
                      <a:pt x="288131" y="592756"/>
                    </a:cubicBezTo>
                    <a:lnTo>
                      <a:pt x="432530" y="592756"/>
                    </a:lnTo>
                    <a:cubicBezTo>
                      <a:pt x="440421" y="592756"/>
                      <a:pt x="446818" y="586359"/>
                      <a:pt x="446818" y="5784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1" name="Google Shape;2169;p4">
              <a:extLst>
                <a:ext uri="{FF2B5EF4-FFF2-40B4-BE49-F238E27FC236}">
                  <a16:creationId xmlns:a16="http://schemas.microsoft.com/office/drawing/2014/main" id="{CD561272-5D46-4CBF-26BD-B2D43D880201}"/>
                </a:ext>
              </a:extLst>
            </p:cNvPr>
            <p:cNvGrpSpPr/>
            <p:nvPr/>
          </p:nvGrpSpPr>
          <p:grpSpPr>
            <a:xfrm>
              <a:off x="3701544" y="5171416"/>
              <a:ext cx="310134" cy="183608"/>
              <a:chOff x="1666127" y="5160703"/>
              <a:chExt cx="406212" cy="240488"/>
            </a:xfrm>
          </p:grpSpPr>
          <p:sp>
            <p:nvSpPr>
              <p:cNvPr id="155" name="Google Shape;2170;p4">
                <a:extLst>
                  <a:ext uri="{FF2B5EF4-FFF2-40B4-BE49-F238E27FC236}">
                    <a16:creationId xmlns:a16="http://schemas.microsoft.com/office/drawing/2014/main" id="{2585B496-08C4-784B-DBB7-5EF70AF8886C}"/>
                  </a:ext>
                </a:extLst>
              </p:cNvPr>
              <p:cNvSpPr/>
              <p:nvPr/>
            </p:nvSpPr>
            <p:spPr>
              <a:xfrm>
                <a:off x="1666127" y="5160703"/>
                <a:ext cx="406212" cy="240488"/>
              </a:xfrm>
              <a:prstGeom prst="roundRect">
                <a:avLst>
                  <a:gd name="adj" fmla="val 16667"/>
                </a:avLst>
              </a:prstGeom>
              <a:solidFill>
                <a:srgbClr val="C4342C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2171;p4">
                <a:extLst>
                  <a:ext uri="{FF2B5EF4-FFF2-40B4-BE49-F238E27FC236}">
                    <a16:creationId xmlns:a16="http://schemas.microsoft.com/office/drawing/2014/main" id="{538D4B43-81F1-1B6B-D6FF-82508C372285}"/>
                  </a:ext>
                </a:extLst>
              </p:cNvPr>
              <p:cNvSpPr/>
              <p:nvPr/>
            </p:nvSpPr>
            <p:spPr>
              <a:xfrm>
                <a:off x="1748241" y="5191304"/>
                <a:ext cx="241984" cy="179285"/>
              </a:xfrm>
              <a:custGeom>
                <a:avLst/>
                <a:gdLst/>
                <a:ahLst/>
                <a:cxnLst/>
                <a:rect l="l" t="t" r="r" b="b"/>
                <a:pathLst>
                  <a:path w="806481" h="597518" extrusionOk="0">
                    <a:moveTo>
                      <a:pt x="659797" y="519509"/>
                    </a:moveTo>
                    <a:cubicBezTo>
                      <a:pt x="657993" y="519490"/>
                      <a:pt x="656200" y="519234"/>
                      <a:pt x="654463" y="518747"/>
                    </a:cubicBezTo>
                    <a:cubicBezTo>
                      <a:pt x="644339" y="515885"/>
                      <a:pt x="638452" y="505357"/>
                      <a:pt x="641315" y="495232"/>
                    </a:cubicBezTo>
                    <a:cubicBezTo>
                      <a:pt x="641316" y="495228"/>
                      <a:pt x="641317" y="495224"/>
                      <a:pt x="641318" y="495220"/>
                    </a:cubicBezTo>
                    <a:cubicBezTo>
                      <a:pt x="643972" y="485039"/>
                      <a:pt x="654376" y="478937"/>
                      <a:pt x="664557" y="481591"/>
                    </a:cubicBezTo>
                    <a:cubicBezTo>
                      <a:pt x="664685" y="481624"/>
                      <a:pt x="664813" y="481658"/>
                      <a:pt x="664940" y="481695"/>
                    </a:cubicBezTo>
                    <a:cubicBezTo>
                      <a:pt x="674817" y="484480"/>
                      <a:pt x="680713" y="494587"/>
                      <a:pt x="678275" y="504555"/>
                    </a:cubicBezTo>
                    <a:lnTo>
                      <a:pt x="678275" y="505698"/>
                    </a:lnTo>
                    <a:cubicBezTo>
                      <a:pt x="675921" y="513932"/>
                      <a:pt x="668361" y="519582"/>
                      <a:pt x="659797" y="519509"/>
                    </a:cubicBezTo>
                    <a:close/>
                    <a:moveTo>
                      <a:pt x="475202" y="456072"/>
                    </a:moveTo>
                    <a:cubicBezTo>
                      <a:pt x="473395" y="456099"/>
                      <a:pt x="471595" y="455843"/>
                      <a:pt x="469868" y="455310"/>
                    </a:cubicBezTo>
                    <a:cubicBezTo>
                      <a:pt x="459777" y="452404"/>
                      <a:pt x="453942" y="441882"/>
                      <a:pt x="456819" y="431784"/>
                    </a:cubicBezTo>
                    <a:cubicBezTo>
                      <a:pt x="459473" y="421602"/>
                      <a:pt x="469877" y="415501"/>
                      <a:pt x="480058" y="418154"/>
                    </a:cubicBezTo>
                    <a:cubicBezTo>
                      <a:pt x="480186" y="418188"/>
                      <a:pt x="480313" y="418222"/>
                      <a:pt x="480441" y="418258"/>
                    </a:cubicBezTo>
                    <a:cubicBezTo>
                      <a:pt x="490317" y="421043"/>
                      <a:pt x="496213" y="431150"/>
                      <a:pt x="493776" y="441118"/>
                    </a:cubicBezTo>
                    <a:lnTo>
                      <a:pt x="493776" y="442261"/>
                    </a:lnTo>
                    <a:cubicBezTo>
                      <a:pt x="491412" y="450530"/>
                      <a:pt x="483801" y="456189"/>
                      <a:pt x="475202" y="456072"/>
                    </a:cubicBezTo>
                    <a:close/>
                    <a:moveTo>
                      <a:pt x="178403" y="291099"/>
                    </a:moveTo>
                    <a:lnTo>
                      <a:pt x="42863" y="291099"/>
                    </a:lnTo>
                    <a:cubicBezTo>
                      <a:pt x="19212" y="291047"/>
                      <a:pt x="52" y="271887"/>
                      <a:pt x="0" y="248237"/>
                    </a:cubicBezTo>
                    <a:lnTo>
                      <a:pt x="0" y="216328"/>
                    </a:lnTo>
                    <a:cubicBezTo>
                      <a:pt x="52" y="192677"/>
                      <a:pt x="19212" y="173518"/>
                      <a:pt x="42863" y="173466"/>
                    </a:cubicBezTo>
                    <a:lnTo>
                      <a:pt x="178403" y="173466"/>
                    </a:lnTo>
                    <a:cubicBezTo>
                      <a:pt x="202054" y="173518"/>
                      <a:pt x="221213" y="192677"/>
                      <a:pt x="221266" y="216328"/>
                    </a:cubicBezTo>
                    <a:lnTo>
                      <a:pt x="221266" y="248618"/>
                    </a:lnTo>
                    <a:cubicBezTo>
                      <a:pt x="221006" y="272120"/>
                      <a:pt x="201906" y="291049"/>
                      <a:pt x="178403" y="291099"/>
                    </a:cubicBezTo>
                    <a:close/>
                    <a:moveTo>
                      <a:pt x="42863" y="202041"/>
                    </a:moveTo>
                    <a:cubicBezTo>
                      <a:pt x="34972" y="202041"/>
                      <a:pt x="28575" y="208438"/>
                      <a:pt x="28575" y="216328"/>
                    </a:cubicBezTo>
                    <a:lnTo>
                      <a:pt x="28575" y="248618"/>
                    </a:lnTo>
                    <a:cubicBezTo>
                      <a:pt x="28575" y="256508"/>
                      <a:pt x="34972" y="262905"/>
                      <a:pt x="42863" y="262905"/>
                    </a:cubicBezTo>
                    <a:lnTo>
                      <a:pt x="178403" y="262905"/>
                    </a:lnTo>
                    <a:cubicBezTo>
                      <a:pt x="186294" y="262905"/>
                      <a:pt x="192691" y="256508"/>
                      <a:pt x="192691" y="248618"/>
                    </a:cubicBezTo>
                    <a:lnTo>
                      <a:pt x="192691" y="216328"/>
                    </a:lnTo>
                    <a:cubicBezTo>
                      <a:pt x="192691" y="208438"/>
                      <a:pt x="186294" y="202041"/>
                      <a:pt x="178403" y="202041"/>
                    </a:cubicBezTo>
                    <a:close/>
                    <a:moveTo>
                      <a:pt x="178403" y="592566"/>
                    </a:moveTo>
                    <a:lnTo>
                      <a:pt x="42863" y="592566"/>
                    </a:lnTo>
                    <a:cubicBezTo>
                      <a:pt x="19212" y="592513"/>
                      <a:pt x="52" y="573354"/>
                      <a:pt x="0" y="549703"/>
                    </a:cubicBezTo>
                    <a:lnTo>
                      <a:pt x="0" y="517985"/>
                    </a:lnTo>
                    <a:cubicBezTo>
                      <a:pt x="52" y="494334"/>
                      <a:pt x="19212" y="475175"/>
                      <a:pt x="42863" y="475122"/>
                    </a:cubicBezTo>
                    <a:lnTo>
                      <a:pt x="178403" y="475122"/>
                    </a:lnTo>
                    <a:cubicBezTo>
                      <a:pt x="202054" y="475175"/>
                      <a:pt x="221213" y="494334"/>
                      <a:pt x="221266" y="517985"/>
                    </a:cubicBezTo>
                    <a:lnTo>
                      <a:pt x="221266" y="549894"/>
                    </a:lnTo>
                    <a:cubicBezTo>
                      <a:pt x="221213" y="573544"/>
                      <a:pt x="202054" y="592704"/>
                      <a:pt x="178403" y="592756"/>
                    </a:cubicBezTo>
                    <a:close/>
                    <a:moveTo>
                      <a:pt x="42863" y="503697"/>
                    </a:moveTo>
                    <a:cubicBezTo>
                      <a:pt x="34972" y="503697"/>
                      <a:pt x="28575" y="510094"/>
                      <a:pt x="28575" y="517985"/>
                    </a:cubicBezTo>
                    <a:lnTo>
                      <a:pt x="28575" y="549894"/>
                    </a:lnTo>
                    <a:cubicBezTo>
                      <a:pt x="28575" y="557784"/>
                      <a:pt x="34972" y="564181"/>
                      <a:pt x="42863" y="564181"/>
                    </a:cubicBezTo>
                    <a:lnTo>
                      <a:pt x="178403" y="564181"/>
                    </a:lnTo>
                    <a:cubicBezTo>
                      <a:pt x="186294" y="564181"/>
                      <a:pt x="192691" y="557784"/>
                      <a:pt x="192691" y="549894"/>
                    </a:cubicBezTo>
                    <a:lnTo>
                      <a:pt x="192691" y="517985"/>
                    </a:lnTo>
                    <a:cubicBezTo>
                      <a:pt x="192691" y="510094"/>
                      <a:pt x="186294" y="503697"/>
                      <a:pt x="178403" y="503697"/>
                    </a:cubicBezTo>
                    <a:close/>
                    <a:moveTo>
                      <a:pt x="722948" y="526081"/>
                    </a:moveTo>
                    <a:cubicBezTo>
                      <a:pt x="719061" y="526101"/>
                      <a:pt x="715339" y="524515"/>
                      <a:pt x="712661" y="521700"/>
                    </a:cubicBezTo>
                    <a:cubicBezTo>
                      <a:pt x="707089" y="516122"/>
                      <a:pt x="707089" y="507084"/>
                      <a:pt x="712661" y="501507"/>
                    </a:cubicBezTo>
                    <a:cubicBezTo>
                      <a:pt x="753809" y="461883"/>
                      <a:pt x="777431" y="410638"/>
                      <a:pt x="777431" y="361108"/>
                    </a:cubicBezTo>
                    <a:cubicBezTo>
                      <a:pt x="777431" y="280908"/>
                      <a:pt x="727710" y="224805"/>
                      <a:pt x="683895" y="175371"/>
                    </a:cubicBezTo>
                    <a:cubicBezTo>
                      <a:pt x="634270" y="119459"/>
                      <a:pt x="606076" y="72405"/>
                      <a:pt x="598170" y="32019"/>
                    </a:cubicBezTo>
                    <a:lnTo>
                      <a:pt x="597218" y="32591"/>
                    </a:lnTo>
                    <a:cubicBezTo>
                      <a:pt x="575500" y="45640"/>
                      <a:pt x="505587" y="95361"/>
                      <a:pt x="520160" y="189372"/>
                    </a:cubicBezTo>
                    <a:cubicBezTo>
                      <a:pt x="526637" y="231092"/>
                      <a:pt x="515302" y="261000"/>
                      <a:pt x="488442" y="274240"/>
                    </a:cubicBezTo>
                    <a:cubicBezTo>
                      <a:pt x="478039" y="278719"/>
                      <a:pt x="466627" y="280330"/>
                      <a:pt x="455390" y="278907"/>
                    </a:cubicBezTo>
                    <a:cubicBezTo>
                      <a:pt x="426913" y="274051"/>
                      <a:pt x="405939" y="249593"/>
                      <a:pt x="405479" y="220710"/>
                    </a:cubicBezTo>
                    <a:cubicBezTo>
                      <a:pt x="405479" y="216995"/>
                      <a:pt x="405479" y="213471"/>
                      <a:pt x="405479" y="210327"/>
                    </a:cubicBezTo>
                    <a:cubicBezTo>
                      <a:pt x="370487" y="252869"/>
                      <a:pt x="350976" y="306031"/>
                      <a:pt x="350139" y="361108"/>
                    </a:cubicBezTo>
                    <a:cubicBezTo>
                      <a:pt x="350139" y="410638"/>
                      <a:pt x="373761" y="461883"/>
                      <a:pt x="415004" y="501507"/>
                    </a:cubicBezTo>
                    <a:cubicBezTo>
                      <a:pt x="420522" y="507147"/>
                      <a:pt x="420423" y="516193"/>
                      <a:pt x="414783" y="521711"/>
                    </a:cubicBezTo>
                    <a:cubicBezTo>
                      <a:pt x="409379" y="526997"/>
                      <a:pt x="400792" y="527160"/>
                      <a:pt x="395192" y="522081"/>
                    </a:cubicBezTo>
                    <a:cubicBezTo>
                      <a:pt x="348425" y="477123"/>
                      <a:pt x="321564" y="418449"/>
                      <a:pt x="321564" y="361108"/>
                    </a:cubicBezTo>
                    <a:cubicBezTo>
                      <a:pt x="322291" y="293506"/>
                      <a:pt x="348323" y="228631"/>
                      <a:pt x="394526" y="179276"/>
                    </a:cubicBezTo>
                    <a:cubicBezTo>
                      <a:pt x="403145" y="170267"/>
                      <a:pt x="417434" y="169951"/>
                      <a:pt x="426443" y="178570"/>
                    </a:cubicBezTo>
                    <a:cubicBezTo>
                      <a:pt x="430635" y="182581"/>
                      <a:pt x="433122" y="188053"/>
                      <a:pt x="433387" y="193849"/>
                    </a:cubicBezTo>
                    <a:cubicBezTo>
                      <a:pt x="434054" y="201660"/>
                      <a:pt x="434150" y="213661"/>
                      <a:pt x="434150" y="220233"/>
                    </a:cubicBezTo>
                    <a:cubicBezTo>
                      <a:pt x="434501" y="235356"/>
                      <a:pt x="445453" y="248141"/>
                      <a:pt x="460343" y="250809"/>
                    </a:cubicBezTo>
                    <a:cubicBezTo>
                      <a:pt x="463006" y="251010"/>
                      <a:pt x="465681" y="251010"/>
                      <a:pt x="468344" y="250809"/>
                    </a:cubicBezTo>
                    <a:cubicBezTo>
                      <a:pt x="471078" y="250397"/>
                      <a:pt x="473760" y="249695"/>
                      <a:pt x="476345" y="248713"/>
                    </a:cubicBezTo>
                    <a:cubicBezTo>
                      <a:pt x="495395" y="239188"/>
                      <a:pt x="495395" y="214233"/>
                      <a:pt x="492157" y="194611"/>
                    </a:cubicBezTo>
                    <a:cubicBezTo>
                      <a:pt x="474821" y="82407"/>
                      <a:pt x="557117" y="23733"/>
                      <a:pt x="582740" y="8397"/>
                    </a:cubicBezTo>
                    <a:cubicBezTo>
                      <a:pt x="586740" y="5921"/>
                      <a:pt x="592265" y="2873"/>
                      <a:pt x="593789" y="2111"/>
                    </a:cubicBezTo>
                    <a:cubicBezTo>
                      <a:pt x="600269" y="-923"/>
                      <a:pt x="607809" y="-674"/>
                      <a:pt x="614077" y="2778"/>
                    </a:cubicBezTo>
                    <a:cubicBezTo>
                      <a:pt x="620277" y="6196"/>
                      <a:pt x="624431" y="12411"/>
                      <a:pt x="625221" y="19446"/>
                    </a:cubicBezTo>
                    <a:cubicBezTo>
                      <a:pt x="629793" y="55451"/>
                      <a:pt x="656939" y="101647"/>
                      <a:pt x="705707" y="156702"/>
                    </a:cubicBezTo>
                    <a:cubicBezTo>
                      <a:pt x="750665" y="207279"/>
                      <a:pt x="806482" y="270335"/>
                      <a:pt x="806482" y="361394"/>
                    </a:cubicBezTo>
                    <a:cubicBezTo>
                      <a:pt x="806482" y="418544"/>
                      <a:pt x="779717" y="477408"/>
                      <a:pt x="732949" y="522366"/>
                    </a:cubicBezTo>
                    <a:cubicBezTo>
                      <a:pt x="730230" y="524867"/>
                      <a:pt x="726639" y="526201"/>
                      <a:pt x="722948" y="526081"/>
                    </a:cubicBezTo>
                    <a:close/>
                    <a:moveTo>
                      <a:pt x="564356" y="597519"/>
                    </a:moveTo>
                    <a:cubicBezTo>
                      <a:pt x="553835" y="597519"/>
                      <a:pt x="545306" y="588990"/>
                      <a:pt x="545306" y="578469"/>
                    </a:cubicBezTo>
                    <a:cubicBezTo>
                      <a:pt x="545306" y="567947"/>
                      <a:pt x="553835" y="559419"/>
                      <a:pt x="564356" y="559419"/>
                    </a:cubicBezTo>
                    <a:lnTo>
                      <a:pt x="565118" y="559419"/>
                    </a:lnTo>
                    <a:cubicBezTo>
                      <a:pt x="575640" y="559419"/>
                      <a:pt x="584168" y="567947"/>
                      <a:pt x="584168" y="578469"/>
                    </a:cubicBezTo>
                    <a:cubicBezTo>
                      <a:pt x="584168" y="588990"/>
                      <a:pt x="575640" y="597519"/>
                      <a:pt x="565118" y="597519"/>
                    </a:cubicBezTo>
                    <a:close/>
                    <a:moveTo>
                      <a:pt x="503396" y="576659"/>
                    </a:moveTo>
                    <a:cubicBezTo>
                      <a:pt x="499100" y="576634"/>
                      <a:pt x="494937" y="575157"/>
                      <a:pt x="491585" y="572468"/>
                    </a:cubicBezTo>
                    <a:lnTo>
                      <a:pt x="490537" y="571611"/>
                    </a:lnTo>
                    <a:cubicBezTo>
                      <a:pt x="482259" y="565116"/>
                      <a:pt x="480813" y="553143"/>
                      <a:pt x="487307" y="544864"/>
                    </a:cubicBezTo>
                    <a:cubicBezTo>
                      <a:pt x="493801" y="536586"/>
                      <a:pt x="505776" y="535140"/>
                      <a:pt x="514053" y="541634"/>
                    </a:cubicBezTo>
                    <a:cubicBezTo>
                      <a:pt x="514317" y="541840"/>
                      <a:pt x="514574" y="542054"/>
                      <a:pt x="514826" y="542274"/>
                    </a:cubicBezTo>
                    <a:lnTo>
                      <a:pt x="514826" y="542274"/>
                    </a:lnTo>
                    <a:cubicBezTo>
                      <a:pt x="523085" y="548792"/>
                      <a:pt x="524497" y="560770"/>
                      <a:pt x="517979" y="569029"/>
                    </a:cubicBezTo>
                    <a:cubicBezTo>
                      <a:pt x="514364" y="573610"/>
                      <a:pt x="508850" y="576281"/>
                      <a:pt x="503015" y="576278"/>
                    </a:cubicBezTo>
                    <a:close/>
                    <a:moveTo>
                      <a:pt x="625983" y="575611"/>
                    </a:moveTo>
                    <a:cubicBezTo>
                      <a:pt x="615462" y="575643"/>
                      <a:pt x="606907" y="567140"/>
                      <a:pt x="606875" y="556619"/>
                    </a:cubicBezTo>
                    <a:cubicBezTo>
                      <a:pt x="606858" y="550874"/>
                      <a:pt x="609433" y="545428"/>
                      <a:pt x="613886" y="541797"/>
                    </a:cubicBezTo>
                    <a:lnTo>
                      <a:pt x="613886" y="541797"/>
                    </a:lnTo>
                    <a:cubicBezTo>
                      <a:pt x="621029" y="534073"/>
                      <a:pt x="633081" y="533600"/>
                      <a:pt x="640807" y="540742"/>
                    </a:cubicBezTo>
                    <a:cubicBezTo>
                      <a:pt x="648532" y="547885"/>
                      <a:pt x="649004" y="559937"/>
                      <a:pt x="641861" y="567662"/>
                    </a:cubicBezTo>
                    <a:cubicBezTo>
                      <a:pt x="640924" y="568676"/>
                      <a:pt x="639880" y="569585"/>
                      <a:pt x="638747" y="570372"/>
                    </a:cubicBezTo>
                    <a:lnTo>
                      <a:pt x="637794" y="571230"/>
                    </a:lnTo>
                    <a:cubicBezTo>
                      <a:pt x="634442" y="573942"/>
                      <a:pt x="630293" y="575482"/>
                      <a:pt x="625983" y="575611"/>
                    </a:cubicBezTo>
                    <a:close/>
                    <a:moveTo>
                      <a:pt x="468440" y="521128"/>
                    </a:moveTo>
                    <a:cubicBezTo>
                      <a:pt x="459657" y="521111"/>
                      <a:pt x="452025" y="515091"/>
                      <a:pt x="449961" y="506555"/>
                    </a:cubicBezTo>
                    <a:cubicBezTo>
                      <a:pt x="449961" y="506555"/>
                      <a:pt x="449961" y="505412"/>
                      <a:pt x="449961" y="505317"/>
                    </a:cubicBezTo>
                    <a:cubicBezTo>
                      <a:pt x="447966" y="494986"/>
                      <a:pt x="454724" y="484995"/>
                      <a:pt x="465055" y="483001"/>
                    </a:cubicBezTo>
                    <a:cubicBezTo>
                      <a:pt x="474932" y="481094"/>
                      <a:pt x="484589" y="487196"/>
                      <a:pt x="487108" y="496935"/>
                    </a:cubicBezTo>
                    <a:lnTo>
                      <a:pt x="487108" y="497506"/>
                    </a:lnTo>
                    <a:cubicBezTo>
                      <a:pt x="489625" y="507710"/>
                      <a:pt x="483402" y="518025"/>
                      <a:pt x="473202" y="520557"/>
                    </a:cubicBezTo>
                    <a:cubicBezTo>
                      <a:pt x="471645" y="520947"/>
                      <a:pt x="470044" y="521139"/>
                      <a:pt x="468440" y="521128"/>
                    </a:cubicBezTo>
                    <a:close/>
                    <a:moveTo>
                      <a:pt x="651510" y="454453"/>
                    </a:moveTo>
                    <a:cubicBezTo>
                      <a:pt x="644679" y="454568"/>
                      <a:pt x="638342" y="450905"/>
                      <a:pt x="635032" y="444928"/>
                    </a:cubicBezTo>
                    <a:lnTo>
                      <a:pt x="635032" y="444071"/>
                    </a:lnTo>
                    <a:cubicBezTo>
                      <a:pt x="630446" y="434601"/>
                      <a:pt x="634407" y="423208"/>
                      <a:pt x="643876" y="418623"/>
                    </a:cubicBezTo>
                    <a:cubicBezTo>
                      <a:pt x="652983" y="414214"/>
                      <a:pt x="663947" y="417692"/>
                      <a:pt x="668846" y="426545"/>
                    </a:cubicBezTo>
                    <a:cubicBezTo>
                      <a:pt x="673472" y="435913"/>
                      <a:pt x="669689" y="447258"/>
                      <a:pt x="660368" y="451977"/>
                    </a:cubicBezTo>
                    <a:cubicBezTo>
                      <a:pt x="657637" y="453426"/>
                      <a:pt x="654602" y="454209"/>
                      <a:pt x="651510" y="454263"/>
                    </a:cubicBezTo>
                    <a:close/>
                    <a:moveTo>
                      <a:pt x="516065" y="403590"/>
                    </a:moveTo>
                    <a:cubicBezTo>
                      <a:pt x="511576" y="403554"/>
                      <a:pt x="507237" y="401973"/>
                      <a:pt x="503777" y="399113"/>
                    </a:cubicBezTo>
                    <a:cubicBezTo>
                      <a:pt x="495846" y="392346"/>
                      <a:pt x="494827" y="380461"/>
                      <a:pt x="501491" y="372443"/>
                    </a:cubicBezTo>
                    <a:cubicBezTo>
                      <a:pt x="508065" y="364229"/>
                      <a:pt x="520054" y="362899"/>
                      <a:pt x="528268" y="369472"/>
                    </a:cubicBezTo>
                    <a:cubicBezTo>
                      <a:pt x="528392" y="369572"/>
                      <a:pt x="528516" y="369673"/>
                      <a:pt x="528638" y="369776"/>
                    </a:cubicBezTo>
                    <a:cubicBezTo>
                      <a:pt x="536567" y="376415"/>
                      <a:pt x="537750" y="388168"/>
                      <a:pt x="531305" y="396255"/>
                    </a:cubicBezTo>
                    <a:lnTo>
                      <a:pt x="530638" y="396922"/>
                    </a:lnTo>
                    <a:cubicBezTo>
                      <a:pt x="526996" y="401179"/>
                      <a:pt x="521666" y="403618"/>
                      <a:pt x="516065" y="403590"/>
                    </a:cubicBezTo>
                    <a:close/>
                    <a:moveTo>
                      <a:pt x="610267" y="401970"/>
                    </a:moveTo>
                    <a:cubicBezTo>
                      <a:pt x="604824" y="401987"/>
                      <a:pt x="599657" y="399578"/>
                      <a:pt x="596170" y="395398"/>
                    </a:cubicBezTo>
                    <a:lnTo>
                      <a:pt x="595598" y="394636"/>
                    </a:lnTo>
                    <a:cubicBezTo>
                      <a:pt x="588893" y="386579"/>
                      <a:pt x="589957" y="374618"/>
                      <a:pt x="597980" y="367871"/>
                    </a:cubicBezTo>
                    <a:cubicBezTo>
                      <a:pt x="606019" y="361084"/>
                      <a:pt x="618038" y="362100"/>
                      <a:pt x="624825" y="370139"/>
                    </a:cubicBezTo>
                    <a:cubicBezTo>
                      <a:pt x="624830" y="370144"/>
                      <a:pt x="624835" y="370151"/>
                      <a:pt x="624840" y="370157"/>
                    </a:cubicBezTo>
                    <a:cubicBezTo>
                      <a:pt x="631891" y="377964"/>
                      <a:pt x="631279" y="390011"/>
                      <a:pt x="623471" y="397063"/>
                    </a:cubicBezTo>
                    <a:cubicBezTo>
                      <a:pt x="619858" y="400325"/>
                      <a:pt x="615133" y="402082"/>
                      <a:pt x="610267" y="401970"/>
                    </a:cubicBezTo>
                    <a:close/>
                    <a:moveTo>
                      <a:pt x="563594" y="357679"/>
                    </a:moveTo>
                    <a:lnTo>
                      <a:pt x="563594" y="357679"/>
                    </a:lnTo>
                    <a:cubicBezTo>
                      <a:pt x="553073" y="357679"/>
                      <a:pt x="544544" y="349150"/>
                      <a:pt x="544544" y="338629"/>
                    </a:cubicBezTo>
                    <a:cubicBezTo>
                      <a:pt x="544520" y="328608"/>
                      <a:pt x="552263" y="320280"/>
                      <a:pt x="562261" y="319579"/>
                    </a:cubicBezTo>
                    <a:lnTo>
                      <a:pt x="563975" y="319579"/>
                    </a:lnTo>
                    <a:cubicBezTo>
                      <a:pt x="574497" y="319579"/>
                      <a:pt x="583025" y="328108"/>
                      <a:pt x="583025" y="338629"/>
                    </a:cubicBezTo>
                    <a:cubicBezTo>
                      <a:pt x="583027" y="349150"/>
                      <a:pt x="574500" y="357681"/>
                      <a:pt x="563979" y="357683"/>
                    </a:cubicBezTo>
                    <a:cubicBezTo>
                      <a:pt x="563850" y="357683"/>
                      <a:pt x="563723" y="357682"/>
                      <a:pt x="563594" y="357679"/>
                    </a:cubicBezTo>
                    <a:close/>
                    <a:moveTo>
                      <a:pt x="301371" y="427688"/>
                    </a:moveTo>
                    <a:cubicBezTo>
                      <a:pt x="301371" y="419797"/>
                      <a:pt x="294974" y="413400"/>
                      <a:pt x="287084" y="413400"/>
                    </a:cubicBezTo>
                    <a:lnTo>
                      <a:pt x="165068" y="413400"/>
                    </a:lnTo>
                    <a:cubicBezTo>
                      <a:pt x="157199" y="413348"/>
                      <a:pt x="150833" y="406982"/>
                      <a:pt x="150781" y="399113"/>
                    </a:cubicBezTo>
                    <a:lnTo>
                      <a:pt x="150781" y="367204"/>
                    </a:lnTo>
                    <a:cubicBezTo>
                      <a:pt x="151038" y="359500"/>
                      <a:pt x="157360" y="353388"/>
                      <a:pt x="165068" y="353393"/>
                    </a:cubicBezTo>
                    <a:lnTo>
                      <a:pt x="278511" y="353393"/>
                    </a:lnTo>
                    <a:cubicBezTo>
                      <a:pt x="286402" y="353393"/>
                      <a:pt x="292799" y="346996"/>
                      <a:pt x="292799" y="339105"/>
                    </a:cubicBezTo>
                    <a:cubicBezTo>
                      <a:pt x="292799" y="331215"/>
                      <a:pt x="286402" y="324818"/>
                      <a:pt x="278511" y="324818"/>
                    </a:cubicBezTo>
                    <a:lnTo>
                      <a:pt x="165068" y="324818"/>
                    </a:lnTo>
                    <a:cubicBezTo>
                      <a:pt x="141396" y="324818"/>
                      <a:pt x="122206" y="344008"/>
                      <a:pt x="122206" y="367680"/>
                    </a:cubicBezTo>
                    <a:lnTo>
                      <a:pt x="122206" y="399113"/>
                    </a:lnTo>
                    <a:cubicBezTo>
                      <a:pt x="122258" y="422763"/>
                      <a:pt x="141418" y="441923"/>
                      <a:pt x="165068" y="441975"/>
                    </a:cubicBezTo>
                    <a:lnTo>
                      <a:pt x="287084" y="441975"/>
                    </a:lnTo>
                    <a:cubicBezTo>
                      <a:pt x="294974" y="441975"/>
                      <a:pt x="301371" y="435578"/>
                      <a:pt x="301371" y="427688"/>
                    </a:cubicBezTo>
                    <a:close/>
                    <a:moveTo>
                      <a:pt x="98393" y="399113"/>
                    </a:moveTo>
                    <a:lnTo>
                      <a:pt x="98393" y="367204"/>
                    </a:lnTo>
                    <a:cubicBezTo>
                      <a:pt x="98393" y="343532"/>
                      <a:pt x="79203" y="324342"/>
                      <a:pt x="55531" y="324342"/>
                    </a:cubicBezTo>
                    <a:lnTo>
                      <a:pt x="14288" y="324342"/>
                    </a:lnTo>
                    <a:cubicBezTo>
                      <a:pt x="6397" y="324342"/>
                      <a:pt x="0" y="330739"/>
                      <a:pt x="0" y="338629"/>
                    </a:cubicBezTo>
                    <a:cubicBezTo>
                      <a:pt x="0" y="346520"/>
                      <a:pt x="6397" y="352917"/>
                      <a:pt x="14288" y="352917"/>
                    </a:cubicBezTo>
                    <a:lnTo>
                      <a:pt x="55721" y="352917"/>
                    </a:lnTo>
                    <a:cubicBezTo>
                      <a:pt x="63612" y="352917"/>
                      <a:pt x="70009" y="359314"/>
                      <a:pt x="70009" y="367204"/>
                    </a:cubicBezTo>
                    <a:lnTo>
                      <a:pt x="70009" y="399113"/>
                    </a:lnTo>
                    <a:cubicBezTo>
                      <a:pt x="70009" y="407003"/>
                      <a:pt x="63612" y="413400"/>
                      <a:pt x="55721" y="413400"/>
                    </a:cubicBezTo>
                    <a:lnTo>
                      <a:pt x="14288" y="413400"/>
                    </a:lnTo>
                    <a:cubicBezTo>
                      <a:pt x="6397" y="413400"/>
                      <a:pt x="0" y="419797"/>
                      <a:pt x="0" y="427688"/>
                    </a:cubicBezTo>
                    <a:cubicBezTo>
                      <a:pt x="0" y="435578"/>
                      <a:pt x="6397" y="441975"/>
                      <a:pt x="14288" y="441975"/>
                    </a:cubicBezTo>
                    <a:lnTo>
                      <a:pt x="55721" y="441975"/>
                    </a:lnTo>
                    <a:cubicBezTo>
                      <a:pt x="79298" y="441818"/>
                      <a:pt x="98342" y="422689"/>
                      <a:pt x="98393" y="399113"/>
                    </a:cubicBezTo>
                    <a:close/>
                    <a:moveTo>
                      <a:pt x="305276" y="277193"/>
                    </a:moveTo>
                    <a:cubicBezTo>
                      <a:pt x="305276" y="269302"/>
                      <a:pt x="298879" y="262905"/>
                      <a:pt x="290989" y="262905"/>
                    </a:cubicBezTo>
                    <a:lnTo>
                      <a:pt x="288131" y="262905"/>
                    </a:lnTo>
                    <a:cubicBezTo>
                      <a:pt x="280241" y="262905"/>
                      <a:pt x="273844" y="256508"/>
                      <a:pt x="273844" y="248618"/>
                    </a:cubicBezTo>
                    <a:lnTo>
                      <a:pt x="273844" y="216328"/>
                    </a:lnTo>
                    <a:cubicBezTo>
                      <a:pt x="273844" y="208438"/>
                      <a:pt x="280241" y="202041"/>
                      <a:pt x="288131" y="202041"/>
                    </a:cubicBezTo>
                    <a:lnTo>
                      <a:pt x="329660" y="202041"/>
                    </a:lnTo>
                    <a:cubicBezTo>
                      <a:pt x="337551" y="202041"/>
                      <a:pt x="343948" y="195644"/>
                      <a:pt x="343948" y="187753"/>
                    </a:cubicBezTo>
                    <a:cubicBezTo>
                      <a:pt x="343948" y="179863"/>
                      <a:pt x="337551" y="173466"/>
                      <a:pt x="329660" y="173466"/>
                    </a:cubicBezTo>
                    <a:lnTo>
                      <a:pt x="288131" y="173466"/>
                    </a:lnTo>
                    <a:cubicBezTo>
                      <a:pt x="264481" y="173518"/>
                      <a:pt x="245321" y="192677"/>
                      <a:pt x="245269" y="216328"/>
                    </a:cubicBezTo>
                    <a:lnTo>
                      <a:pt x="245269" y="248618"/>
                    </a:lnTo>
                    <a:cubicBezTo>
                      <a:pt x="245321" y="272268"/>
                      <a:pt x="264481" y="291428"/>
                      <a:pt x="288131" y="291480"/>
                    </a:cubicBezTo>
                    <a:lnTo>
                      <a:pt x="290989" y="291480"/>
                    </a:lnTo>
                    <a:cubicBezTo>
                      <a:pt x="298879" y="291480"/>
                      <a:pt x="305276" y="285083"/>
                      <a:pt x="305276" y="277193"/>
                    </a:cubicBezTo>
                    <a:close/>
                    <a:moveTo>
                      <a:pt x="446818" y="578469"/>
                    </a:moveTo>
                    <a:cubicBezTo>
                      <a:pt x="446818" y="570578"/>
                      <a:pt x="440421" y="564181"/>
                      <a:pt x="432530" y="564181"/>
                    </a:cubicBezTo>
                    <a:lnTo>
                      <a:pt x="288131" y="564181"/>
                    </a:lnTo>
                    <a:cubicBezTo>
                      <a:pt x="280241" y="564181"/>
                      <a:pt x="273844" y="557784"/>
                      <a:pt x="273844" y="549894"/>
                    </a:cubicBezTo>
                    <a:lnTo>
                      <a:pt x="273844" y="517985"/>
                    </a:lnTo>
                    <a:cubicBezTo>
                      <a:pt x="273844" y="510094"/>
                      <a:pt x="280241" y="503697"/>
                      <a:pt x="288131" y="503697"/>
                    </a:cubicBezTo>
                    <a:lnTo>
                      <a:pt x="312992" y="503697"/>
                    </a:lnTo>
                    <a:cubicBezTo>
                      <a:pt x="320882" y="503697"/>
                      <a:pt x="327279" y="497300"/>
                      <a:pt x="327279" y="489410"/>
                    </a:cubicBezTo>
                    <a:cubicBezTo>
                      <a:pt x="327279" y="481519"/>
                      <a:pt x="320882" y="475122"/>
                      <a:pt x="312992" y="475122"/>
                    </a:cubicBezTo>
                    <a:lnTo>
                      <a:pt x="288131" y="475122"/>
                    </a:lnTo>
                    <a:cubicBezTo>
                      <a:pt x="264481" y="475175"/>
                      <a:pt x="245321" y="494334"/>
                      <a:pt x="245269" y="517985"/>
                    </a:cubicBezTo>
                    <a:lnTo>
                      <a:pt x="245269" y="549894"/>
                    </a:lnTo>
                    <a:cubicBezTo>
                      <a:pt x="245321" y="573544"/>
                      <a:pt x="264481" y="592704"/>
                      <a:pt x="288131" y="592756"/>
                    </a:cubicBezTo>
                    <a:lnTo>
                      <a:pt x="432530" y="592756"/>
                    </a:lnTo>
                    <a:cubicBezTo>
                      <a:pt x="440421" y="592756"/>
                      <a:pt x="446818" y="586359"/>
                      <a:pt x="446818" y="5784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2" name="Google Shape;2172;p4">
              <a:extLst>
                <a:ext uri="{FF2B5EF4-FFF2-40B4-BE49-F238E27FC236}">
                  <a16:creationId xmlns:a16="http://schemas.microsoft.com/office/drawing/2014/main" id="{4BEB8C0F-02DC-A1E5-8C33-6EB0F505335E}"/>
                </a:ext>
              </a:extLst>
            </p:cNvPr>
            <p:cNvGrpSpPr/>
            <p:nvPr/>
          </p:nvGrpSpPr>
          <p:grpSpPr>
            <a:xfrm>
              <a:off x="5505132" y="5144751"/>
              <a:ext cx="310134" cy="183608"/>
              <a:chOff x="5520473" y="5154912"/>
              <a:chExt cx="310134" cy="183608"/>
            </a:xfrm>
          </p:grpSpPr>
          <p:sp>
            <p:nvSpPr>
              <p:cNvPr id="153" name="Google Shape;2173;p4">
                <a:extLst>
                  <a:ext uri="{FF2B5EF4-FFF2-40B4-BE49-F238E27FC236}">
                    <a16:creationId xmlns:a16="http://schemas.microsoft.com/office/drawing/2014/main" id="{E9849BC8-EB5D-BA98-05F3-1B36BC78AE53}"/>
                  </a:ext>
                </a:extLst>
              </p:cNvPr>
              <p:cNvSpPr/>
              <p:nvPr/>
            </p:nvSpPr>
            <p:spPr>
              <a:xfrm>
                <a:off x="5520473" y="5154912"/>
                <a:ext cx="310134" cy="183608"/>
              </a:xfrm>
              <a:prstGeom prst="roundRect">
                <a:avLst>
                  <a:gd name="adj" fmla="val 16667"/>
                </a:avLst>
              </a:pr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2174;p4">
                <a:extLst>
                  <a:ext uri="{FF2B5EF4-FFF2-40B4-BE49-F238E27FC236}">
                    <a16:creationId xmlns:a16="http://schemas.microsoft.com/office/drawing/2014/main" id="{DAFB10AB-1B13-0A30-A6EF-1ECC4CE60DFC}"/>
                  </a:ext>
                </a:extLst>
              </p:cNvPr>
              <p:cNvSpPr/>
              <p:nvPr/>
            </p:nvSpPr>
            <p:spPr>
              <a:xfrm>
                <a:off x="5583165" y="5178275"/>
                <a:ext cx="184750" cy="136881"/>
              </a:xfrm>
              <a:custGeom>
                <a:avLst/>
                <a:gdLst/>
                <a:ahLst/>
                <a:cxnLst/>
                <a:rect l="l" t="t" r="r" b="b"/>
                <a:pathLst>
                  <a:path w="806481" h="597518" extrusionOk="0">
                    <a:moveTo>
                      <a:pt x="659797" y="519509"/>
                    </a:moveTo>
                    <a:cubicBezTo>
                      <a:pt x="657993" y="519490"/>
                      <a:pt x="656200" y="519234"/>
                      <a:pt x="654463" y="518747"/>
                    </a:cubicBezTo>
                    <a:cubicBezTo>
                      <a:pt x="644339" y="515885"/>
                      <a:pt x="638452" y="505357"/>
                      <a:pt x="641315" y="495232"/>
                    </a:cubicBezTo>
                    <a:cubicBezTo>
                      <a:pt x="641316" y="495228"/>
                      <a:pt x="641317" y="495224"/>
                      <a:pt x="641318" y="495220"/>
                    </a:cubicBezTo>
                    <a:cubicBezTo>
                      <a:pt x="643972" y="485039"/>
                      <a:pt x="654376" y="478937"/>
                      <a:pt x="664557" y="481591"/>
                    </a:cubicBezTo>
                    <a:cubicBezTo>
                      <a:pt x="664685" y="481624"/>
                      <a:pt x="664813" y="481658"/>
                      <a:pt x="664940" y="481695"/>
                    </a:cubicBezTo>
                    <a:cubicBezTo>
                      <a:pt x="674817" y="484480"/>
                      <a:pt x="680713" y="494587"/>
                      <a:pt x="678275" y="504555"/>
                    </a:cubicBezTo>
                    <a:lnTo>
                      <a:pt x="678275" y="505698"/>
                    </a:lnTo>
                    <a:cubicBezTo>
                      <a:pt x="675921" y="513932"/>
                      <a:pt x="668361" y="519582"/>
                      <a:pt x="659797" y="519509"/>
                    </a:cubicBezTo>
                    <a:close/>
                    <a:moveTo>
                      <a:pt x="475202" y="456072"/>
                    </a:moveTo>
                    <a:cubicBezTo>
                      <a:pt x="473395" y="456099"/>
                      <a:pt x="471595" y="455843"/>
                      <a:pt x="469868" y="455310"/>
                    </a:cubicBezTo>
                    <a:cubicBezTo>
                      <a:pt x="459777" y="452404"/>
                      <a:pt x="453942" y="441882"/>
                      <a:pt x="456819" y="431784"/>
                    </a:cubicBezTo>
                    <a:cubicBezTo>
                      <a:pt x="459473" y="421602"/>
                      <a:pt x="469877" y="415501"/>
                      <a:pt x="480058" y="418154"/>
                    </a:cubicBezTo>
                    <a:cubicBezTo>
                      <a:pt x="480186" y="418188"/>
                      <a:pt x="480313" y="418222"/>
                      <a:pt x="480441" y="418258"/>
                    </a:cubicBezTo>
                    <a:cubicBezTo>
                      <a:pt x="490317" y="421043"/>
                      <a:pt x="496213" y="431150"/>
                      <a:pt x="493776" y="441118"/>
                    </a:cubicBezTo>
                    <a:lnTo>
                      <a:pt x="493776" y="442261"/>
                    </a:lnTo>
                    <a:cubicBezTo>
                      <a:pt x="491412" y="450530"/>
                      <a:pt x="483801" y="456189"/>
                      <a:pt x="475202" y="456072"/>
                    </a:cubicBezTo>
                    <a:close/>
                    <a:moveTo>
                      <a:pt x="178403" y="291099"/>
                    </a:moveTo>
                    <a:lnTo>
                      <a:pt x="42863" y="291099"/>
                    </a:lnTo>
                    <a:cubicBezTo>
                      <a:pt x="19212" y="291047"/>
                      <a:pt x="52" y="271887"/>
                      <a:pt x="0" y="248237"/>
                    </a:cubicBezTo>
                    <a:lnTo>
                      <a:pt x="0" y="216328"/>
                    </a:lnTo>
                    <a:cubicBezTo>
                      <a:pt x="52" y="192677"/>
                      <a:pt x="19212" y="173518"/>
                      <a:pt x="42863" y="173466"/>
                    </a:cubicBezTo>
                    <a:lnTo>
                      <a:pt x="178403" y="173466"/>
                    </a:lnTo>
                    <a:cubicBezTo>
                      <a:pt x="202054" y="173518"/>
                      <a:pt x="221213" y="192677"/>
                      <a:pt x="221266" y="216328"/>
                    </a:cubicBezTo>
                    <a:lnTo>
                      <a:pt x="221266" y="248618"/>
                    </a:lnTo>
                    <a:cubicBezTo>
                      <a:pt x="221006" y="272120"/>
                      <a:pt x="201906" y="291049"/>
                      <a:pt x="178403" y="291099"/>
                    </a:cubicBezTo>
                    <a:close/>
                    <a:moveTo>
                      <a:pt x="42863" y="202041"/>
                    </a:moveTo>
                    <a:cubicBezTo>
                      <a:pt x="34972" y="202041"/>
                      <a:pt x="28575" y="208438"/>
                      <a:pt x="28575" y="216328"/>
                    </a:cubicBezTo>
                    <a:lnTo>
                      <a:pt x="28575" y="248618"/>
                    </a:lnTo>
                    <a:cubicBezTo>
                      <a:pt x="28575" y="256508"/>
                      <a:pt x="34972" y="262905"/>
                      <a:pt x="42863" y="262905"/>
                    </a:cubicBezTo>
                    <a:lnTo>
                      <a:pt x="178403" y="262905"/>
                    </a:lnTo>
                    <a:cubicBezTo>
                      <a:pt x="186294" y="262905"/>
                      <a:pt x="192691" y="256508"/>
                      <a:pt x="192691" y="248618"/>
                    </a:cubicBezTo>
                    <a:lnTo>
                      <a:pt x="192691" y="216328"/>
                    </a:lnTo>
                    <a:cubicBezTo>
                      <a:pt x="192691" y="208438"/>
                      <a:pt x="186294" y="202041"/>
                      <a:pt x="178403" y="202041"/>
                    </a:cubicBezTo>
                    <a:close/>
                    <a:moveTo>
                      <a:pt x="178403" y="592566"/>
                    </a:moveTo>
                    <a:lnTo>
                      <a:pt x="42863" y="592566"/>
                    </a:lnTo>
                    <a:cubicBezTo>
                      <a:pt x="19212" y="592513"/>
                      <a:pt x="52" y="573354"/>
                      <a:pt x="0" y="549703"/>
                    </a:cubicBezTo>
                    <a:lnTo>
                      <a:pt x="0" y="517985"/>
                    </a:lnTo>
                    <a:cubicBezTo>
                      <a:pt x="52" y="494334"/>
                      <a:pt x="19212" y="475175"/>
                      <a:pt x="42863" y="475122"/>
                    </a:cubicBezTo>
                    <a:lnTo>
                      <a:pt x="178403" y="475122"/>
                    </a:lnTo>
                    <a:cubicBezTo>
                      <a:pt x="202054" y="475175"/>
                      <a:pt x="221213" y="494334"/>
                      <a:pt x="221266" y="517985"/>
                    </a:cubicBezTo>
                    <a:lnTo>
                      <a:pt x="221266" y="549894"/>
                    </a:lnTo>
                    <a:cubicBezTo>
                      <a:pt x="221213" y="573544"/>
                      <a:pt x="202054" y="592704"/>
                      <a:pt x="178403" y="592756"/>
                    </a:cubicBezTo>
                    <a:close/>
                    <a:moveTo>
                      <a:pt x="42863" y="503697"/>
                    </a:moveTo>
                    <a:cubicBezTo>
                      <a:pt x="34972" y="503697"/>
                      <a:pt x="28575" y="510094"/>
                      <a:pt x="28575" y="517985"/>
                    </a:cubicBezTo>
                    <a:lnTo>
                      <a:pt x="28575" y="549894"/>
                    </a:lnTo>
                    <a:cubicBezTo>
                      <a:pt x="28575" y="557784"/>
                      <a:pt x="34972" y="564181"/>
                      <a:pt x="42863" y="564181"/>
                    </a:cubicBezTo>
                    <a:lnTo>
                      <a:pt x="178403" y="564181"/>
                    </a:lnTo>
                    <a:cubicBezTo>
                      <a:pt x="186294" y="564181"/>
                      <a:pt x="192691" y="557784"/>
                      <a:pt x="192691" y="549894"/>
                    </a:cubicBezTo>
                    <a:lnTo>
                      <a:pt x="192691" y="517985"/>
                    </a:lnTo>
                    <a:cubicBezTo>
                      <a:pt x="192691" y="510094"/>
                      <a:pt x="186294" y="503697"/>
                      <a:pt x="178403" y="503697"/>
                    </a:cubicBezTo>
                    <a:close/>
                    <a:moveTo>
                      <a:pt x="722948" y="526081"/>
                    </a:moveTo>
                    <a:cubicBezTo>
                      <a:pt x="719061" y="526101"/>
                      <a:pt x="715339" y="524515"/>
                      <a:pt x="712661" y="521700"/>
                    </a:cubicBezTo>
                    <a:cubicBezTo>
                      <a:pt x="707089" y="516122"/>
                      <a:pt x="707089" y="507084"/>
                      <a:pt x="712661" y="501507"/>
                    </a:cubicBezTo>
                    <a:cubicBezTo>
                      <a:pt x="753809" y="461883"/>
                      <a:pt x="777431" y="410638"/>
                      <a:pt x="777431" y="361108"/>
                    </a:cubicBezTo>
                    <a:cubicBezTo>
                      <a:pt x="777431" y="280908"/>
                      <a:pt x="727710" y="224805"/>
                      <a:pt x="683895" y="175371"/>
                    </a:cubicBezTo>
                    <a:cubicBezTo>
                      <a:pt x="634270" y="119459"/>
                      <a:pt x="606076" y="72405"/>
                      <a:pt x="598170" y="32019"/>
                    </a:cubicBezTo>
                    <a:lnTo>
                      <a:pt x="597218" y="32591"/>
                    </a:lnTo>
                    <a:cubicBezTo>
                      <a:pt x="575500" y="45640"/>
                      <a:pt x="505587" y="95361"/>
                      <a:pt x="520160" y="189372"/>
                    </a:cubicBezTo>
                    <a:cubicBezTo>
                      <a:pt x="526637" y="231092"/>
                      <a:pt x="515302" y="261000"/>
                      <a:pt x="488442" y="274240"/>
                    </a:cubicBezTo>
                    <a:cubicBezTo>
                      <a:pt x="478039" y="278719"/>
                      <a:pt x="466627" y="280330"/>
                      <a:pt x="455390" y="278907"/>
                    </a:cubicBezTo>
                    <a:cubicBezTo>
                      <a:pt x="426913" y="274051"/>
                      <a:pt x="405939" y="249593"/>
                      <a:pt x="405479" y="220710"/>
                    </a:cubicBezTo>
                    <a:cubicBezTo>
                      <a:pt x="405479" y="216995"/>
                      <a:pt x="405479" y="213471"/>
                      <a:pt x="405479" y="210327"/>
                    </a:cubicBezTo>
                    <a:cubicBezTo>
                      <a:pt x="370487" y="252869"/>
                      <a:pt x="350976" y="306031"/>
                      <a:pt x="350139" y="361108"/>
                    </a:cubicBezTo>
                    <a:cubicBezTo>
                      <a:pt x="350139" y="410638"/>
                      <a:pt x="373761" y="461883"/>
                      <a:pt x="415004" y="501507"/>
                    </a:cubicBezTo>
                    <a:cubicBezTo>
                      <a:pt x="420522" y="507147"/>
                      <a:pt x="420423" y="516193"/>
                      <a:pt x="414783" y="521711"/>
                    </a:cubicBezTo>
                    <a:cubicBezTo>
                      <a:pt x="409379" y="526997"/>
                      <a:pt x="400792" y="527160"/>
                      <a:pt x="395192" y="522081"/>
                    </a:cubicBezTo>
                    <a:cubicBezTo>
                      <a:pt x="348425" y="477123"/>
                      <a:pt x="321564" y="418449"/>
                      <a:pt x="321564" y="361108"/>
                    </a:cubicBezTo>
                    <a:cubicBezTo>
                      <a:pt x="322291" y="293506"/>
                      <a:pt x="348323" y="228631"/>
                      <a:pt x="394526" y="179276"/>
                    </a:cubicBezTo>
                    <a:cubicBezTo>
                      <a:pt x="403145" y="170267"/>
                      <a:pt x="417434" y="169951"/>
                      <a:pt x="426443" y="178570"/>
                    </a:cubicBezTo>
                    <a:cubicBezTo>
                      <a:pt x="430635" y="182581"/>
                      <a:pt x="433122" y="188053"/>
                      <a:pt x="433387" y="193849"/>
                    </a:cubicBezTo>
                    <a:cubicBezTo>
                      <a:pt x="434054" y="201660"/>
                      <a:pt x="434150" y="213661"/>
                      <a:pt x="434150" y="220233"/>
                    </a:cubicBezTo>
                    <a:cubicBezTo>
                      <a:pt x="434501" y="235356"/>
                      <a:pt x="445453" y="248141"/>
                      <a:pt x="460343" y="250809"/>
                    </a:cubicBezTo>
                    <a:cubicBezTo>
                      <a:pt x="463006" y="251010"/>
                      <a:pt x="465681" y="251010"/>
                      <a:pt x="468344" y="250809"/>
                    </a:cubicBezTo>
                    <a:cubicBezTo>
                      <a:pt x="471078" y="250397"/>
                      <a:pt x="473760" y="249695"/>
                      <a:pt x="476345" y="248713"/>
                    </a:cubicBezTo>
                    <a:cubicBezTo>
                      <a:pt x="495395" y="239188"/>
                      <a:pt x="495395" y="214233"/>
                      <a:pt x="492157" y="194611"/>
                    </a:cubicBezTo>
                    <a:cubicBezTo>
                      <a:pt x="474821" y="82407"/>
                      <a:pt x="557117" y="23733"/>
                      <a:pt x="582740" y="8397"/>
                    </a:cubicBezTo>
                    <a:cubicBezTo>
                      <a:pt x="586740" y="5921"/>
                      <a:pt x="592265" y="2873"/>
                      <a:pt x="593789" y="2111"/>
                    </a:cubicBezTo>
                    <a:cubicBezTo>
                      <a:pt x="600269" y="-923"/>
                      <a:pt x="607809" y="-674"/>
                      <a:pt x="614077" y="2778"/>
                    </a:cubicBezTo>
                    <a:cubicBezTo>
                      <a:pt x="620277" y="6196"/>
                      <a:pt x="624431" y="12411"/>
                      <a:pt x="625221" y="19446"/>
                    </a:cubicBezTo>
                    <a:cubicBezTo>
                      <a:pt x="629793" y="55451"/>
                      <a:pt x="656939" y="101647"/>
                      <a:pt x="705707" y="156702"/>
                    </a:cubicBezTo>
                    <a:cubicBezTo>
                      <a:pt x="750665" y="207279"/>
                      <a:pt x="806482" y="270335"/>
                      <a:pt x="806482" y="361394"/>
                    </a:cubicBezTo>
                    <a:cubicBezTo>
                      <a:pt x="806482" y="418544"/>
                      <a:pt x="779717" y="477408"/>
                      <a:pt x="732949" y="522366"/>
                    </a:cubicBezTo>
                    <a:cubicBezTo>
                      <a:pt x="730230" y="524867"/>
                      <a:pt x="726639" y="526201"/>
                      <a:pt x="722948" y="526081"/>
                    </a:cubicBezTo>
                    <a:close/>
                    <a:moveTo>
                      <a:pt x="564356" y="597519"/>
                    </a:moveTo>
                    <a:cubicBezTo>
                      <a:pt x="553835" y="597519"/>
                      <a:pt x="545306" y="588990"/>
                      <a:pt x="545306" y="578469"/>
                    </a:cubicBezTo>
                    <a:cubicBezTo>
                      <a:pt x="545306" y="567947"/>
                      <a:pt x="553835" y="559419"/>
                      <a:pt x="564356" y="559419"/>
                    </a:cubicBezTo>
                    <a:lnTo>
                      <a:pt x="565118" y="559419"/>
                    </a:lnTo>
                    <a:cubicBezTo>
                      <a:pt x="575640" y="559419"/>
                      <a:pt x="584168" y="567947"/>
                      <a:pt x="584168" y="578469"/>
                    </a:cubicBezTo>
                    <a:cubicBezTo>
                      <a:pt x="584168" y="588990"/>
                      <a:pt x="575640" y="597519"/>
                      <a:pt x="565118" y="597519"/>
                    </a:cubicBezTo>
                    <a:close/>
                    <a:moveTo>
                      <a:pt x="503396" y="576659"/>
                    </a:moveTo>
                    <a:cubicBezTo>
                      <a:pt x="499100" y="576634"/>
                      <a:pt x="494937" y="575157"/>
                      <a:pt x="491585" y="572468"/>
                    </a:cubicBezTo>
                    <a:lnTo>
                      <a:pt x="490537" y="571611"/>
                    </a:lnTo>
                    <a:cubicBezTo>
                      <a:pt x="482259" y="565116"/>
                      <a:pt x="480813" y="553143"/>
                      <a:pt x="487307" y="544864"/>
                    </a:cubicBezTo>
                    <a:cubicBezTo>
                      <a:pt x="493801" y="536586"/>
                      <a:pt x="505776" y="535140"/>
                      <a:pt x="514053" y="541634"/>
                    </a:cubicBezTo>
                    <a:cubicBezTo>
                      <a:pt x="514317" y="541840"/>
                      <a:pt x="514574" y="542054"/>
                      <a:pt x="514826" y="542274"/>
                    </a:cubicBezTo>
                    <a:lnTo>
                      <a:pt x="514826" y="542274"/>
                    </a:lnTo>
                    <a:cubicBezTo>
                      <a:pt x="523085" y="548792"/>
                      <a:pt x="524497" y="560770"/>
                      <a:pt x="517979" y="569029"/>
                    </a:cubicBezTo>
                    <a:cubicBezTo>
                      <a:pt x="514364" y="573610"/>
                      <a:pt x="508850" y="576281"/>
                      <a:pt x="503015" y="576278"/>
                    </a:cubicBezTo>
                    <a:close/>
                    <a:moveTo>
                      <a:pt x="625983" y="575611"/>
                    </a:moveTo>
                    <a:cubicBezTo>
                      <a:pt x="615462" y="575643"/>
                      <a:pt x="606907" y="567140"/>
                      <a:pt x="606875" y="556619"/>
                    </a:cubicBezTo>
                    <a:cubicBezTo>
                      <a:pt x="606858" y="550874"/>
                      <a:pt x="609433" y="545428"/>
                      <a:pt x="613886" y="541797"/>
                    </a:cubicBezTo>
                    <a:lnTo>
                      <a:pt x="613886" y="541797"/>
                    </a:lnTo>
                    <a:cubicBezTo>
                      <a:pt x="621029" y="534073"/>
                      <a:pt x="633081" y="533600"/>
                      <a:pt x="640807" y="540742"/>
                    </a:cubicBezTo>
                    <a:cubicBezTo>
                      <a:pt x="648532" y="547885"/>
                      <a:pt x="649004" y="559937"/>
                      <a:pt x="641861" y="567662"/>
                    </a:cubicBezTo>
                    <a:cubicBezTo>
                      <a:pt x="640924" y="568676"/>
                      <a:pt x="639880" y="569585"/>
                      <a:pt x="638747" y="570372"/>
                    </a:cubicBezTo>
                    <a:lnTo>
                      <a:pt x="637794" y="571230"/>
                    </a:lnTo>
                    <a:cubicBezTo>
                      <a:pt x="634442" y="573942"/>
                      <a:pt x="630293" y="575482"/>
                      <a:pt x="625983" y="575611"/>
                    </a:cubicBezTo>
                    <a:close/>
                    <a:moveTo>
                      <a:pt x="468440" y="521128"/>
                    </a:moveTo>
                    <a:cubicBezTo>
                      <a:pt x="459657" y="521111"/>
                      <a:pt x="452025" y="515091"/>
                      <a:pt x="449961" y="506555"/>
                    </a:cubicBezTo>
                    <a:cubicBezTo>
                      <a:pt x="449961" y="506555"/>
                      <a:pt x="449961" y="505412"/>
                      <a:pt x="449961" y="505317"/>
                    </a:cubicBezTo>
                    <a:cubicBezTo>
                      <a:pt x="447966" y="494986"/>
                      <a:pt x="454724" y="484995"/>
                      <a:pt x="465055" y="483001"/>
                    </a:cubicBezTo>
                    <a:cubicBezTo>
                      <a:pt x="474932" y="481094"/>
                      <a:pt x="484589" y="487196"/>
                      <a:pt x="487108" y="496935"/>
                    </a:cubicBezTo>
                    <a:lnTo>
                      <a:pt x="487108" y="497506"/>
                    </a:lnTo>
                    <a:cubicBezTo>
                      <a:pt x="489625" y="507710"/>
                      <a:pt x="483402" y="518025"/>
                      <a:pt x="473202" y="520557"/>
                    </a:cubicBezTo>
                    <a:cubicBezTo>
                      <a:pt x="471645" y="520947"/>
                      <a:pt x="470044" y="521139"/>
                      <a:pt x="468440" y="521128"/>
                    </a:cubicBezTo>
                    <a:close/>
                    <a:moveTo>
                      <a:pt x="651510" y="454453"/>
                    </a:moveTo>
                    <a:cubicBezTo>
                      <a:pt x="644679" y="454568"/>
                      <a:pt x="638342" y="450905"/>
                      <a:pt x="635032" y="444928"/>
                    </a:cubicBezTo>
                    <a:lnTo>
                      <a:pt x="635032" y="444071"/>
                    </a:lnTo>
                    <a:cubicBezTo>
                      <a:pt x="630446" y="434601"/>
                      <a:pt x="634407" y="423208"/>
                      <a:pt x="643876" y="418623"/>
                    </a:cubicBezTo>
                    <a:cubicBezTo>
                      <a:pt x="652983" y="414214"/>
                      <a:pt x="663947" y="417692"/>
                      <a:pt x="668846" y="426545"/>
                    </a:cubicBezTo>
                    <a:cubicBezTo>
                      <a:pt x="673472" y="435913"/>
                      <a:pt x="669689" y="447258"/>
                      <a:pt x="660368" y="451977"/>
                    </a:cubicBezTo>
                    <a:cubicBezTo>
                      <a:pt x="657637" y="453426"/>
                      <a:pt x="654602" y="454209"/>
                      <a:pt x="651510" y="454263"/>
                    </a:cubicBezTo>
                    <a:close/>
                    <a:moveTo>
                      <a:pt x="516065" y="403590"/>
                    </a:moveTo>
                    <a:cubicBezTo>
                      <a:pt x="511576" y="403554"/>
                      <a:pt x="507237" y="401973"/>
                      <a:pt x="503777" y="399113"/>
                    </a:cubicBezTo>
                    <a:cubicBezTo>
                      <a:pt x="495846" y="392346"/>
                      <a:pt x="494827" y="380461"/>
                      <a:pt x="501491" y="372443"/>
                    </a:cubicBezTo>
                    <a:cubicBezTo>
                      <a:pt x="508065" y="364229"/>
                      <a:pt x="520054" y="362899"/>
                      <a:pt x="528268" y="369472"/>
                    </a:cubicBezTo>
                    <a:cubicBezTo>
                      <a:pt x="528392" y="369572"/>
                      <a:pt x="528516" y="369673"/>
                      <a:pt x="528638" y="369776"/>
                    </a:cubicBezTo>
                    <a:cubicBezTo>
                      <a:pt x="536567" y="376415"/>
                      <a:pt x="537750" y="388168"/>
                      <a:pt x="531305" y="396255"/>
                    </a:cubicBezTo>
                    <a:lnTo>
                      <a:pt x="530638" y="396922"/>
                    </a:lnTo>
                    <a:cubicBezTo>
                      <a:pt x="526996" y="401179"/>
                      <a:pt x="521666" y="403618"/>
                      <a:pt x="516065" y="403590"/>
                    </a:cubicBezTo>
                    <a:close/>
                    <a:moveTo>
                      <a:pt x="610267" y="401970"/>
                    </a:moveTo>
                    <a:cubicBezTo>
                      <a:pt x="604824" y="401987"/>
                      <a:pt x="599657" y="399578"/>
                      <a:pt x="596170" y="395398"/>
                    </a:cubicBezTo>
                    <a:lnTo>
                      <a:pt x="595598" y="394636"/>
                    </a:lnTo>
                    <a:cubicBezTo>
                      <a:pt x="588893" y="386579"/>
                      <a:pt x="589957" y="374618"/>
                      <a:pt x="597980" y="367871"/>
                    </a:cubicBezTo>
                    <a:cubicBezTo>
                      <a:pt x="606019" y="361084"/>
                      <a:pt x="618038" y="362100"/>
                      <a:pt x="624825" y="370139"/>
                    </a:cubicBezTo>
                    <a:cubicBezTo>
                      <a:pt x="624830" y="370144"/>
                      <a:pt x="624835" y="370151"/>
                      <a:pt x="624840" y="370157"/>
                    </a:cubicBezTo>
                    <a:cubicBezTo>
                      <a:pt x="631891" y="377964"/>
                      <a:pt x="631279" y="390011"/>
                      <a:pt x="623471" y="397063"/>
                    </a:cubicBezTo>
                    <a:cubicBezTo>
                      <a:pt x="619858" y="400325"/>
                      <a:pt x="615133" y="402082"/>
                      <a:pt x="610267" y="401970"/>
                    </a:cubicBezTo>
                    <a:close/>
                    <a:moveTo>
                      <a:pt x="563594" y="357679"/>
                    </a:moveTo>
                    <a:lnTo>
                      <a:pt x="563594" y="357679"/>
                    </a:lnTo>
                    <a:cubicBezTo>
                      <a:pt x="553073" y="357679"/>
                      <a:pt x="544544" y="349150"/>
                      <a:pt x="544544" y="338629"/>
                    </a:cubicBezTo>
                    <a:cubicBezTo>
                      <a:pt x="544520" y="328608"/>
                      <a:pt x="552263" y="320280"/>
                      <a:pt x="562261" y="319579"/>
                    </a:cubicBezTo>
                    <a:lnTo>
                      <a:pt x="563975" y="319579"/>
                    </a:lnTo>
                    <a:cubicBezTo>
                      <a:pt x="574497" y="319579"/>
                      <a:pt x="583025" y="328108"/>
                      <a:pt x="583025" y="338629"/>
                    </a:cubicBezTo>
                    <a:cubicBezTo>
                      <a:pt x="583027" y="349150"/>
                      <a:pt x="574500" y="357681"/>
                      <a:pt x="563979" y="357683"/>
                    </a:cubicBezTo>
                    <a:cubicBezTo>
                      <a:pt x="563850" y="357683"/>
                      <a:pt x="563723" y="357682"/>
                      <a:pt x="563594" y="357679"/>
                    </a:cubicBezTo>
                    <a:close/>
                    <a:moveTo>
                      <a:pt x="301371" y="427688"/>
                    </a:moveTo>
                    <a:cubicBezTo>
                      <a:pt x="301371" y="419797"/>
                      <a:pt x="294974" y="413400"/>
                      <a:pt x="287084" y="413400"/>
                    </a:cubicBezTo>
                    <a:lnTo>
                      <a:pt x="165068" y="413400"/>
                    </a:lnTo>
                    <a:cubicBezTo>
                      <a:pt x="157199" y="413348"/>
                      <a:pt x="150833" y="406982"/>
                      <a:pt x="150781" y="399113"/>
                    </a:cubicBezTo>
                    <a:lnTo>
                      <a:pt x="150781" y="367204"/>
                    </a:lnTo>
                    <a:cubicBezTo>
                      <a:pt x="151038" y="359500"/>
                      <a:pt x="157360" y="353388"/>
                      <a:pt x="165068" y="353393"/>
                    </a:cubicBezTo>
                    <a:lnTo>
                      <a:pt x="278511" y="353393"/>
                    </a:lnTo>
                    <a:cubicBezTo>
                      <a:pt x="286402" y="353393"/>
                      <a:pt x="292799" y="346996"/>
                      <a:pt x="292799" y="339105"/>
                    </a:cubicBezTo>
                    <a:cubicBezTo>
                      <a:pt x="292799" y="331215"/>
                      <a:pt x="286402" y="324818"/>
                      <a:pt x="278511" y="324818"/>
                    </a:cubicBezTo>
                    <a:lnTo>
                      <a:pt x="165068" y="324818"/>
                    </a:lnTo>
                    <a:cubicBezTo>
                      <a:pt x="141396" y="324818"/>
                      <a:pt x="122206" y="344008"/>
                      <a:pt x="122206" y="367680"/>
                    </a:cubicBezTo>
                    <a:lnTo>
                      <a:pt x="122206" y="399113"/>
                    </a:lnTo>
                    <a:cubicBezTo>
                      <a:pt x="122258" y="422763"/>
                      <a:pt x="141418" y="441923"/>
                      <a:pt x="165068" y="441975"/>
                    </a:cubicBezTo>
                    <a:lnTo>
                      <a:pt x="287084" y="441975"/>
                    </a:lnTo>
                    <a:cubicBezTo>
                      <a:pt x="294974" y="441975"/>
                      <a:pt x="301371" y="435578"/>
                      <a:pt x="301371" y="427688"/>
                    </a:cubicBezTo>
                    <a:close/>
                    <a:moveTo>
                      <a:pt x="98393" y="399113"/>
                    </a:moveTo>
                    <a:lnTo>
                      <a:pt x="98393" y="367204"/>
                    </a:lnTo>
                    <a:cubicBezTo>
                      <a:pt x="98393" y="343532"/>
                      <a:pt x="79203" y="324342"/>
                      <a:pt x="55531" y="324342"/>
                    </a:cubicBezTo>
                    <a:lnTo>
                      <a:pt x="14288" y="324342"/>
                    </a:lnTo>
                    <a:cubicBezTo>
                      <a:pt x="6397" y="324342"/>
                      <a:pt x="0" y="330739"/>
                      <a:pt x="0" y="338629"/>
                    </a:cubicBezTo>
                    <a:cubicBezTo>
                      <a:pt x="0" y="346520"/>
                      <a:pt x="6397" y="352917"/>
                      <a:pt x="14288" y="352917"/>
                    </a:cubicBezTo>
                    <a:lnTo>
                      <a:pt x="55721" y="352917"/>
                    </a:lnTo>
                    <a:cubicBezTo>
                      <a:pt x="63612" y="352917"/>
                      <a:pt x="70009" y="359314"/>
                      <a:pt x="70009" y="367204"/>
                    </a:cubicBezTo>
                    <a:lnTo>
                      <a:pt x="70009" y="399113"/>
                    </a:lnTo>
                    <a:cubicBezTo>
                      <a:pt x="70009" y="407003"/>
                      <a:pt x="63612" y="413400"/>
                      <a:pt x="55721" y="413400"/>
                    </a:cubicBezTo>
                    <a:lnTo>
                      <a:pt x="14288" y="413400"/>
                    </a:lnTo>
                    <a:cubicBezTo>
                      <a:pt x="6397" y="413400"/>
                      <a:pt x="0" y="419797"/>
                      <a:pt x="0" y="427688"/>
                    </a:cubicBezTo>
                    <a:cubicBezTo>
                      <a:pt x="0" y="435578"/>
                      <a:pt x="6397" y="441975"/>
                      <a:pt x="14288" y="441975"/>
                    </a:cubicBezTo>
                    <a:lnTo>
                      <a:pt x="55721" y="441975"/>
                    </a:lnTo>
                    <a:cubicBezTo>
                      <a:pt x="79298" y="441818"/>
                      <a:pt x="98342" y="422689"/>
                      <a:pt x="98393" y="399113"/>
                    </a:cubicBezTo>
                    <a:close/>
                    <a:moveTo>
                      <a:pt x="305276" y="277193"/>
                    </a:moveTo>
                    <a:cubicBezTo>
                      <a:pt x="305276" y="269302"/>
                      <a:pt x="298879" y="262905"/>
                      <a:pt x="290989" y="262905"/>
                    </a:cubicBezTo>
                    <a:lnTo>
                      <a:pt x="288131" y="262905"/>
                    </a:lnTo>
                    <a:cubicBezTo>
                      <a:pt x="280241" y="262905"/>
                      <a:pt x="273844" y="256508"/>
                      <a:pt x="273844" y="248618"/>
                    </a:cubicBezTo>
                    <a:lnTo>
                      <a:pt x="273844" y="216328"/>
                    </a:lnTo>
                    <a:cubicBezTo>
                      <a:pt x="273844" y="208438"/>
                      <a:pt x="280241" y="202041"/>
                      <a:pt x="288131" y="202041"/>
                    </a:cubicBezTo>
                    <a:lnTo>
                      <a:pt x="329660" y="202041"/>
                    </a:lnTo>
                    <a:cubicBezTo>
                      <a:pt x="337551" y="202041"/>
                      <a:pt x="343948" y="195644"/>
                      <a:pt x="343948" y="187753"/>
                    </a:cubicBezTo>
                    <a:cubicBezTo>
                      <a:pt x="343948" y="179863"/>
                      <a:pt x="337551" y="173466"/>
                      <a:pt x="329660" y="173466"/>
                    </a:cubicBezTo>
                    <a:lnTo>
                      <a:pt x="288131" y="173466"/>
                    </a:lnTo>
                    <a:cubicBezTo>
                      <a:pt x="264481" y="173518"/>
                      <a:pt x="245321" y="192677"/>
                      <a:pt x="245269" y="216328"/>
                    </a:cubicBezTo>
                    <a:lnTo>
                      <a:pt x="245269" y="248618"/>
                    </a:lnTo>
                    <a:cubicBezTo>
                      <a:pt x="245321" y="272268"/>
                      <a:pt x="264481" y="291428"/>
                      <a:pt x="288131" y="291480"/>
                    </a:cubicBezTo>
                    <a:lnTo>
                      <a:pt x="290989" y="291480"/>
                    </a:lnTo>
                    <a:cubicBezTo>
                      <a:pt x="298879" y="291480"/>
                      <a:pt x="305276" y="285083"/>
                      <a:pt x="305276" y="277193"/>
                    </a:cubicBezTo>
                    <a:close/>
                    <a:moveTo>
                      <a:pt x="446818" y="578469"/>
                    </a:moveTo>
                    <a:cubicBezTo>
                      <a:pt x="446818" y="570578"/>
                      <a:pt x="440421" y="564181"/>
                      <a:pt x="432530" y="564181"/>
                    </a:cubicBezTo>
                    <a:lnTo>
                      <a:pt x="288131" y="564181"/>
                    </a:lnTo>
                    <a:cubicBezTo>
                      <a:pt x="280241" y="564181"/>
                      <a:pt x="273844" y="557784"/>
                      <a:pt x="273844" y="549894"/>
                    </a:cubicBezTo>
                    <a:lnTo>
                      <a:pt x="273844" y="517985"/>
                    </a:lnTo>
                    <a:cubicBezTo>
                      <a:pt x="273844" y="510094"/>
                      <a:pt x="280241" y="503697"/>
                      <a:pt x="288131" y="503697"/>
                    </a:cubicBezTo>
                    <a:lnTo>
                      <a:pt x="312992" y="503697"/>
                    </a:lnTo>
                    <a:cubicBezTo>
                      <a:pt x="320882" y="503697"/>
                      <a:pt x="327279" y="497300"/>
                      <a:pt x="327279" y="489410"/>
                    </a:cubicBezTo>
                    <a:cubicBezTo>
                      <a:pt x="327279" y="481519"/>
                      <a:pt x="320882" y="475122"/>
                      <a:pt x="312992" y="475122"/>
                    </a:cubicBezTo>
                    <a:lnTo>
                      <a:pt x="288131" y="475122"/>
                    </a:lnTo>
                    <a:cubicBezTo>
                      <a:pt x="264481" y="475175"/>
                      <a:pt x="245321" y="494334"/>
                      <a:pt x="245269" y="517985"/>
                    </a:cubicBezTo>
                    <a:lnTo>
                      <a:pt x="245269" y="549894"/>
                    </a:lnTo>
                    <a:cubicBezTo>
                      <a:pt x="245321" y="573544"/>
                      <a:pt x="264481" y="592704"/>
                      <a:pt x="288131" y="592756"/>
                    </a:cubicBezTo>
                    <a:lnTo>
                      <a:pt x="432530" y="592756"/>
                    </a:lnTo>
                    <a:cubicBezTo>
                      <a:pt x="440421" y="592756"/>
                      <a:pt x="446818" y="586359"/>
                      <a:pt x="446818" y="5784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1" name="Google Shape;2175;p4">
            <a:extLst>
              <a:ext uri="{FF2B5EF4-FFF2-40B4-BE49-F238E27FC236}">
                <a16:creationId xmlns:a16="http://schemas.microsoft.com/office/drawing/2014/main" id="{C7ACB506-4E18-DB70-3EAD-31D2E09588F3}"/>
              </a:ext>
            </a:extLst>
          </p:cNvPr>
          <p:cNvGrpSpPr/>
          <p:nvPr/>
        </p:nvGrpSpPr>
        <p:grpSpPr>
          <a:xfrm>
            <a:off x="2578733" y="3569335"/>
            <a:ext cx="308886" cy="182868"/>
            <a:chOff x="1666127" y="5160703"/>
            <a:chExt cx="406212" cy="240488"/>
          </a:xfrm>
        </p:grpSpPr>
        <p:sp>
          <p:nvSpPr>
            <p:cNvPr id="148" name="Google Shape;2176;p4">
              <a:extLst>
                <a:ext uri="{FF2B5EF4-FFF2-40B4-BE49-F238E27FC236}">
                  <a16:creationId xmlns:a16="http://schemas.microsoft.com/office/drawing/2014/main" id="{BB4C020E-9F37-D797-A058-ECA4A706E2D6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rgbClr val="C4342C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2177;p4">
              <a:extLst>
                <a:ext uri="{FF2B5EF4-FFF2-40B4-BE49-F238E27FC236}">
                  <a16:creationId xmlns:a16="http://schemas.microsoft.com/office/drawing/2014/main" id="{7E64D751-BDE0-129A-3AF4-137926D11605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" name="Google Shape;2178;p4">
            <a:extLst>
              <a:ext uri="{FF2B5EF4-FFF2-40B4-BE49-F238E27FC236}">
                <a16:creationId xmlns:a16="http://schemas.microsoft.com/office/drawing/2014/main" id="{79A6F61D-6431-5122-6250-9F53D6F04BE1}"/>
              </a:ext>
            </a:extLst>
          </p:cNvPr>
          <p:cNvGrpSpPr/>
          <p:nvPr/>
        </p:nvGrpSpPr>
        <p:grpSpPr>
          <a:xfrm>
            <a:off x="3449032" y="3435487"/>
            <a:ext cx="308886" cy="182868"/>
            <a:chOff x="1666127" y="5160703"/>
            <a:chExt cx="406212" cy="240488"/>
          </a:xfrm>
        </p:grpSpPr>
        <p:sp>
          <p:nvSpPr>
            <p:cNvPr id="146" name="Google Shape;2179;p4">
              <a:extLst>
                <a:ext uri="{FF2B5EF4-FFF2-40B4-BE49-F238E27FC236}">
                  <a16:creationId xmlns:a16="http://schemas.microsoft.com/office/drawing/2014/main" id="{B3D12892-F5D9-99FA-E4BC-A1EA3EB4B375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rgbClr val="C4342C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2180;p4">
              <a:extLst>
                <a:ext uri="{FF2B5EF4-FFF2-40B4-BE49-F238E27FC236}">
                  <a16:creationId xmlns:a16="http://schemas.microsoft.com/office/drawing/2014/main" id="{3DA4386E-2A77-8884-BEAD-CDCF573D0A46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" name="Google Shape;2181;p4">
            <a:extLst>
              <a:ext uri="{FF2B5EF4-FFF2-40B4-BE49-F238E27FC236}">
                <a16:creationId xmlns:a16="http://schemas.microsoft.com/office/drawing/2014/main" id="{B30CA8CF-D478-D290-5A22-E2BA4A4E8AEB}"/>
              </a:ext>
            </a:extLst>
          </p:cNvPr>
          <p:cNvGrpSpPr/>
          <p:nvPr/>
        </p:nvGrpSpPr>
        <p:grpSpPr>
          <a:xfrm>
            <a:off x="4298515" y="3565800"/>
            <a:ext cx="308886" cy="182868"/>
            <a:chOff x="1666127" y="5160703"/>
            <a:chExt cx="406212" cy="240488"/>
          </a:xfrm>
        </p:grpSpPr>
        <p:sp>
          <p:nvSpPr>
            <p:cNvPr id="144" name="Google Shape;2182;p4">
              <a:extLst>
                <a:ext uri="{FF2B5EF4-FFF2-40B4-BE49-F238E27FC236}">
                  <a16:creationId xmlns:a16="http://schemas.microsoft.com/office/drawing/2014/main" id="{62AD9783-E5A4-4B16-9512-46BFF8D584BD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rgbClr val="C4342C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2183;p4">
              <a:extLst>
                <a:ext uri="{FF2B5EF4-FFF2-40B4-BE49-F238E27FC236}">
                  <a16:creationId xmlns:a16="http://schemas.microsoft.com/office/drawing/2014/main" id="{0BE7D1FB-515B-AE15-F4AE-EC2EC71254C4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" name="Google Shape;2184;p4">
            <a:extLst>
              <a:ext uri="{FF2B5EF4-FFF2-40B4-BE49-F238E27FC236}">
                <a16:creationId xmlns:a16="http://schemas.microsoft.com/office/drawing/2014/main" id="{078ED12B-6637-FEFB-4E0E-1C6238057BF8}"/>
              </a:ext>
            </a:extLst>
          </p:cNvPr>
          <p:cNvGrpSpPr/>
          <p:nvPr/>
        </p:nvGrpSpPr>
        <p:grpSpPr>
          <a:xfrm>
            <a:off x="2575532" y="3988762"/>
            <a:ext cx="308886" cy="182868"/>
            <a:chOff x="1666127" y="5160703"/>
            <a:chExt cx="406212" cy="240488"/>
          </a:xfrm>
        </p:grpSpPr>
        <p:sp>
          <p:nvSpPr>
            <p:cNvPr id="142" name="Google Shape;2185;p4">
              <a:extLst>
                <a:ext uri="{FF2B5EF4-FFF2-40B4-BE49-F238E27FC236}">
                  <a16:creationId xmlns:a16="http://schemas.microsoft.com/office/drawing/2014/main" id="{78E9BB60-F766-622B-F0B0-87A1D5A3BF74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rgbClr val="C4342C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2186;p4">
              <a:extLst>
                <a:ext uri="{FF2B5EF4-FFF2-40B4-BE49-F238E27FC236}">
                  <a16:creationId xmlns:a16="http://schemas.microsoft.com/office/drawing/2014/main" id="{9C08FEA3-CB80-6199-2502-27060828FDD6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" name="Google Shape;2187;p4">
            <a:extLst>
              <a:ext uri="{FF2B5EF4-FFF2-40B4-BE49-F238E27FC236}">
                <a16:creationId xmlns:a16="http://schemas.microsoft.com/office/drawing/2014/main" id="{C5CC877A-F229-8E4B-A618-AEBBBEF93FFA}"/>
              </a:ext>
            </a:extLst>
          </p:cNvPr>
          <p:cNvGrpSpPr/>
          <p:nvPr/>
        </p:nvGrpSpPr>
        <p:grpSpPr>
          <a:xfrm>
            <a:off x="3422830" y="4194418"/>
            <a:ext cx="308886" cy="182868"/>
            <a:chOff x="1666127" y="5160703"/>
            <a:chExt cx="406212" cy="240488"/>
          </a:xfrm>
        </p:grpSpPr>
        <p:sp>
          <p:nvSpPr>
            <p:cNvPr id="140" name="Google Shape;2188;p4">
              <a:extLst>
                <a:ext uri="{FF2B5EF4-FFF2-40B4-BE49-F238E27FC236}">
                  <a16:creationId xmlns:a16="http://schemas.microsoft.com/office/drawing/2014/main" id="{B018C36E-5C12-181C-C017-45311A96BA05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rgbClr val="C4342C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2189;p4">
              <a:extLst>
                <a:ext uri="{FF2B5EF4-FFF2-40B4-BE49-F238E27FC236}">
                  <a16:creationId xmlns:a16="http://schemas.microsoft.com/office/drawing/2014/main" id="{6A99E6B2-4EAA-3835-4C1C-E919E0EE201D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" name="Google Shape;2190;p4">
            <a:extLst>
              <a:ext uri="{FF2B5EF4-FFF2-40B4-BE49-F238E27FC236}">
                <a16:creationId xmlns:a16="http://schemas.microsoft.com/office/drawing/2014/main" id="{6A403362-6FF8-D015-0C88-B4E6DF59B801}"/>
              </a:ext>
            </a:extLst>
          </p:cNvPr>
          <p:cNvGrpSpPr/>
          <p:nvPr/>
        </p:nvGrpSpPr>
        <p:grpSpPr>
          <a:xfrm>
            <a:off x="4320251" y="4040681"/>
            <a:ext cx="308886" cy="182868"/>
            <a:chOff x="1666127" y="5160703"/>
            <a:chExt cx="406212" cy="240488"/>
          </a:xfrm>
        </p:grpSpPr>
        <p:sp>
          <p:nvSpPr>
            <p:cNvPr id="138" name="Google Shape;2191;p4">
              <a:extLst>
                <a:ext uri="{FF2B5EF4-FFF2-40B4-BE49-F238E27FC236}">
                  <a16:creationId xmlns:a16="http://schemas.microsoft.com/office/drawing/2014/main" id="{F9B28FF0-7526-5728-904F-30E8044440C1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rgbClr val="C4342C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2192;p4">
              <a:extLst>
                <a:ext uri="{FF2B5EF4-FFF2-40B4-BE49-F238E27FC236}">
                  <a16:creationId xmlns:a16="http://schemas.microsoft.com/office/drawing/2014/main" id="{16121E8A-41B3-42B6-BF7A-A26C621BCDC6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7" name="Google Shape;2193;p4">
            <a:extLst>
              <a:ext uri="{FF2B5EF4-FFF2-40B4-BE49-F238E27FC236}">
                <a16:creationId xmlns:a16="http://schemas.microsoft.com/office/drawing/2014/main" id="{421DBD12-086A-21FA-27AA-DDF76E6115AF}"/>
              </a:ext>
            </a:extLst>
          </p:cNvPr>
          <p:cNvSpPr txBox="1"/>
          <p:nvPr/>
        </p:nvSpPr>
        <p:spPr>
          <a:xfrm>
            <a:off x="6073369" y="3395254"/>
            <a:ext cx="1704632" cy="893370"/>
          </a:xfrm>
          <a:prstGeom prst="rect">
            <a:avLst/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E5F1F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Firewalls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VPN Concentrators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Proxies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DDoS protection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DMZs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10A91391-F5E7-6DF9-169A-C98C345055BE}"/>
              </a:ext>
            </a:extLst>
          </p:cNvPr>
          <p:cNvGrpSpPr/>
          <p:nvPr/>
        </p:nvGrpSpPr>
        <p:grpSpPr>
          <a:xfrm>
            <a:off x="1232191" y="1827660"/>
            <a:ext cx="956057" cy="620102"/>
            <a:chOff x="1232191" y="1827660"/>
            <a:chExt cx="956057" cy="620102"/>
          </a:xfrm>
        </p:grpSpPr>
        <p:sp>
          <p:nvSpPr>
            <p:cNvPr id="187" name="Google Shape;2132;p4">
              <a:extLst>
                <a:ext uri="{FF2B5EF4-FFF2-40B4-BE49-F238E27FC236}">
                  <a16:creationId xmlns:a16="http://schemas.microsoft.com/office/drawing/2014/main" id="{7B767970-F683-6BEF-1E94-654BA35941F5}"/>
                </a:ext>
              </a:extLst>
            </p:cNvPr>
            <p:cNvSpPr/>
            <p:nvPr/>
          </p:nvSpPr>
          <p:spPr>
            <a:xfrm>
              <a:off x="1232191" y="1827660"/>
              <a:ext cx="956057" cy="620102"/>
            </a:xfrm>
            <a:custGeom>
              <a:avLst/>
              <a:gdLst/>
              <a:ahLst/>
              <a:cxnLst/>
              <a:rect l="l" t="t" r="r" b="b"/>
              <a:pathLst>
                <a:path w="682466" h="477678" extrusionOk="0">
                  <a:moveTo>
                    <a:pt x="511778" y="477679"/>
                  </a:moveTo>
                  <a:lnTo>
                    <a:pt x="136493" y="477679"/>
                  </a:lnTo>
                  <a:cubicBezTo>
                    <a:pt x="61246" y="477679"/>
                    <a:pt x="0" y="416433"/>
                    <a:pt x="0" y="341186"/>
                  </a:cubicBezTo>
                  <a:cubicBezTo>
                    <a:pt x="0" y="277654"/>
                    <a:pt x="43529" y="224219"/>
                    <a:pt x="102394" y="208978"/>
                  </a:cubicBezTo>
                  <a:cubicBezTo>
                    <a:pt x="102394" y="207550"/>
                    <a:pt x="102394" y="206121"/>
                    <a:pt x="102394" y="204692"/>
                  </a:cubicBezTo>
                  <a:cubicBezTo>
                    <a:pt x="102394" y="91821"/>
                    <a:pt x="194215" y="0"/>
                    <a:pt x="307086" y="0"/>
                  </a:cubicBezTo>
                  <a:cubicBezTo>
                    <a:pt x="395383" y="0"/>
                    <a:pt x="471678" y="55912"/>
                    <a:pt x="499872" y="136970"/>
                  </a:cubicBezTo>
                  <a:cubicBezTo>
                    <a:pt x="600265" y="128588"/>
                    <a:pt x="682466" y="209074"/>
                    <a:pt x="682466" y="307086"/>
                  </a:cubicBezTo>
                  <a:cubicBezTo>
                    <a:pt x="682466" y="405098"/>
                    <a:pt x="605885" y="477679"/>
                    <a:pt x="511873" y="47767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800"/>
                <a:buFont typeface="Arial"/>
                <a:buNone/>
                <a:tabLst/>
                <a:defRPr/>
              </a:pPr>
              <a:endParaRPr kumimoji="0" sz="800" b="1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8" name="Google Shape;2161;p4">
              <a:extLst>
                <a:ext uri="{FF2B5EF4-FFF2-40B4-BE49-F238E27FC236}">
                  <a16:creationId xmlns:a16="http://schemas.microsoft.com/office/drawing/2014/main" id="{22594F33-D0DF-F54A-C566-6E47FB9FC6E1}"/>
                </a:ext>
              </a:extLst>
            </p:cNvPr>
            <p:cNvGrpSpPr/>
            <p:nvPr/>
          </p:nvGrpSpPr>
          <p:grpSpPr>
            <a:xfrm>
              <a:off x="1555375" y="2222730"/>
              <a:ext cx="308886" cy="182868"/>
              <a:chOff x="1666127" y="5160703"/>
              <a:chExt cx="406212" cy="240488"/>
            </a:xfrm>
          </p:grpSpPr>
          <p:sp>
            <p:nvSpPr>
              <p:cNvPr id="161" name="Google Shape;2090;p4">
                <a:extLst>
                  <a:ext uri="{FF2B5EF4-FFF2-40B4-BE49-F238E27FC236}">
                    <a16:creationId xmlns:a16="http://schemas.microsoft.com/office/drawing/2014/main" id="{5055AD9B-3FC0-FD00-E400-259F4C73E506}"/>
                  </a:ext>
                </a:extLst>
              </p:cNvPr>
              <p:cNvSpPr/>
              <p:nvPr/>
            </p:nvSpPr>
            <p:spPr>
              <a:xfrm>
                <a:off x="1666127" y="5160703"/>
                <a:ext cx="406212" cy="240488"/>
              </a:xfrm>
              <a:prstGeom prst="roundRect">
                <a:avLst>
                  <a:gd name="adj" fmla="val 16667"/>
                </a:avLst>
              </a:pr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2162;p4">
                <a:extLst>
                  <a:ext uri="{FF2B5EF4-FFF2-40B4-BE49-F238E27FC236}">
                    <a16:creationId xmlns:a16="http://schemas.microsoft.com/office/drawing/2014/main" id="{4CDFFD29-139D-627B-D5F0-8FE1BAB4643F}"/>
                  </a:ext>
                </a:extLst>
              </p:cNvPr>
              <p:cNvSpPr/>
              <p:nvPr/>
            </p:nvSpPr>
            <p:spPr>
              <a:xfrm>
                <a:off x="1748241" y="5191304"/>
                <a:ext cx="241984" cy="179285"/>
              </a:xfrm>
              <a:custGeom>
                <a:avLst/>
                <a:gdLst/>
                <a:ahLst/>
                <a:cxnLst/>
                <a:rect l="l" t="t" r="r" b="b"/>
                <a:pathLst>
                  <a:path w="806481" h="597518" extrusionOk="0">
                    <a:moveTo>
                      <a:pt x="659797" y="519509"/>
                    </a:moveTo>
                    <a:cubicBezTo>
                      <a:pt x="657993" y="519490"/>
                      <a:pt x="656200" y="519234"/>
                      <a:pt x="654463" y="518747"/>
                    </a:cubicBezTo>
                    <a:cubicBezTo>
                      <a:pt x="644339" y="515885"/>
                      <a:pt x="638452" y="505357"/>
                      <a:pt x="641315" y="495232"/>
                    </a:cubicBezTo>
                    <a:cubicBezTo>
                      <a:pt x="641316" y="495228"/>
                      <a:pt x="641317" y="495224"/>
                      <a:pt x="641318" y="495220"/>
                    </a:cubicBezTo>
                    <a:cubicBezTo>
                      <a:pt x="643972" y="485039"/>
                      <a:pt x="654376" y="478937"/>
                      <a:pt x="664557" y="481591"/>
                    </a:cubicBezTo>
                    <a:cubicBezTo>
                      <a:pt x="664685" y="481624"/>
                      <a:pt x="664813" y="481658"/>
                      <a:pt x="664940" y="481695"/>
                    </a:cubicBezTo>
                    <a:cubicBezTo>
                      <a:pt x="674817" y="484480"/>
                      <a:pt x="680713" y="494587"/>
                      <a:pt x="678275" y="504555"/>
                    </a:cubicBezTo>
                    <a:lnTo>
                      <a:pt x="678275" y="505698"/>
                    </a:lnTo>
                    <a:cubicBezTo>
                      <a:pt x="675921" y="513932"/>
                      <a:pt x="668361" y="519582"/>
                      <a:pt x="659797" y="519509"/>
                    </a:cubicBezTo>
                    <a:close/>
                    <a:moveTo>
                      <a:pt x="475202" y="456072"/>
                    </a:moveTo>
                    <a:cubicBezTo>
                      <a:pt x="473395" y="456099"/>
                      <a:pt x="471595" y="455843"/>
                      <a:pt x="469868" y="455310"/>
                    </a:cubicBezTo>
                    <a:cubicBezTo>
                      <a:pt x="459777" y="452404"/>
                      <a:pt x="453942" y="441882"/>
                      <a:pt x="456819" y="431784"/>
                    </a:cubicBezTo>
                    <a:cubicBezTo>
                      <a:pt x="459473" y="421602"/>
                      <a:pt x="469877" y="415501"/>
                      <a:pt x="480058" y="418154"/>
                    </a:cubicBezTo>
                    <a:cubicBezTo>
                      <a:pt x="480186" y="418188"/>
                      <a:pt x="480313" y="418222"/>
                      <a:pt x="480441" y="418258"/>
                    </a:cubicBezTo>
                    <a:cubicBezTo>
                      <a:pt x="490317" y="421043"/>
                      <a:pt x="496213" y="431150"/>
                      <a:pt x="493776" y="441118"/>
                    </a:cubicBezTo>
                    <a:lnTo>
                      <a:pt x="493776" y="442261"/>
                    </a:lnTo>
                    <a:cubicBezTo>
                      <a:pt x="491412" y="450530"/>
                      <a:pt x="483801" y="456189"/>
                      <a:pt x="475202" y="456072"/>
                    </a:cubicBezTo>
                    <a:close/>
                    <a:moveTo>
                      <a:pt x="178403" y="291099"/>
                    </a:moveTo>
                    <a:lnTo>
                      <a:pt x="42863" y="291099"/>
                    </a:lnTo>
                    <a:cubicBezTo>
                      <a:pt x="19212" y="291047"/>
                      <a:pt x="52" y="271887"/>
                      <a:pt x="0" y="248237"/>
                    </a:cubicBezTo>
                    <a:lnTo>
                      <a:pt x="0" y="216328"/>
                    </a:lnTo>
                    <a:cubicBezTo>
                      <a:pt x="52" y="192677"/>
                      <a:pt x="19212" y="173518"/>
                      <a:pt x="42863" y="173466"/>
                    </a:cubicBezTo>
                    <a:lnTo>
                      <a:pt x="178403" y="173466"/>
                    </a:lnTo>
                    <a:cubicBezTo>
                      <a:pt x="202054" y="173518"/>
                      <a:pt x="221213" y="192677"/>
                      <a:pt x="221266" y="216328"/>
                    </a:cubicBezTo>
                    <a:lnTo>
                      <a:pt x="221266" y="248618"/>
                    </a:lnTo>
                    <a:cubicBezTo>
                      <a:pt x="221006" y="272120"/>
                      <a:pt x="201906" y="291049"/>
                      <a:pt x="178403" y="291099"/>
                    </a:cubicBezTo>
                    <a:close/>
                    <a:moveTo>
                      <a:pt x="42863" y="202041"/>
                    </a:moveTo>
                    <a:cubicBezTo>
                      <a:pt x="34972" y="202041"/>
                      <a:pt x="28575" y="208438"/>
                      <a:pt x="28575" y="216328"/>
                    </a:cubicBezTo>
                    <a:lnTo>
                      <a:pt x="28575" y="248618"/>
                    </a:lnTo>
                    <a:cubicBezTo>
                      <a:pt x="28575" y="256508"/>
                      <a:pt x="34972" y="262905"/>
                      <a:pt x="42863" y="262905"/>
                    </a:cubicBezTo>
                    <a:lnTo>
                      <a:pt x="178403" y="262905"/>
                    </a:lnTo>
                    <a:cubicBezTo>
                      <a:pt x="186294" y="262905"/>
                      <a:pt x="192691" y="256508"/>
                      <a:pt x="192691" y="248618"/>
                    </a:cubicBezTo>
                    <a:lnTo>
                      <a:pt x="192691" y="216328"/>
                    </a:lnTo>
                    <a:cubicBezTo>
                      <a:pt x="192691" y="208438"/>
                      <a:pt x="186294" y="202041"/>
                      <a:pt x="178403" y="202041"/>
                    </a:cubicBezTo>
                    <a:close/>
                    <a:moveTo>
                      <a:pt x="178403" y="592566"/>
                    </a:moveTo>
                    <a:lnTo>
                      <a:pt x="42863" y="592566"/>
                    </a:lnTo>
                    <a:cubicBezTo>
                      <a:pt x="19212" y="592513"/>
                      <a:pt x="52" y="573354"/>
                      <a:pt x="0" y="549703"/>
                    </a:cubicBezTo>
                    <a:lnTo>
                      <a:pt x="0" y="517985"/>
                    </a:lnTo>
                    <a:cubicBezTo>
                      <a:pt x="52" y="494334"/>
                      <a:pt x="19212" y="475175"/>
                      <a:pt x="42863" y="475122"/>
                    </a:cubicBezTo>
                    <a:lnTo>
                      <a:pt x="178403" y="475122"/>
                    </a:lnTo>
                    <a:cubicBezTo>
                      <a:pt x="202054" y="475175"/>
                      <a:pt x="221213" y="494334"/>
                      <a:pt x="221266" y="517985"/>
                    </a:cubicBezTo>
                    <a:lnTo>
                      <a:pt x="221266" y="549894"/>
                    </a:lnTo>
                    <a:cubicBezTo>
                      <a:pt x="221213" y="573544"/>
                      <a:pt x="202054" y="592704"/>
                      <a:pt x="178403" y="592756"/>
                    </a:cubicBezTo>
                    <a:close/>
                    <a:moveTo>
                      <a:pt x="42863" y="503697"/>
                    </a:moveTo>
                    <a:cubicBezTo>
                      <a:pt x="34972" y="503697"/>
                      <a:pt x="28575" y="510094"/>
                      <a:pt x="28575" y="517985"/>
                    </a:cubicBezTo>
                    <a:lnTo>
                      <a:pt x="28575" y="549894"/>
                    </a:lnTo>
                    <a:cubicBezTo>
                      <a:pt x="28575" y="557784"/>
                      <a:pt x="34972" y="564181"/>
                      <a:pt x="42863" y="564181"/>
                    </a:cubicBezTo>
                    <a:lnTo>
                      <a:pt x="178403" y="564181"/>
                    </a:lnTo>
                    <a:cubicBezTo>
                      <a:pt x="186294" y="564181"/>
                      <a:pt x="192691" y="557784"/>
                      <a:pt x="192691" y="549894"/>
                    </a:cubicBezTo>
                    <a:lnTo>
                      <a:pt x="192691" y="517985"/>
                    </a:lnTo>
                    <a:cubicBezTo>
                      <a:pt x="192691" y="510094"/>
                      <a:pt x="186294" y="503697"/>
                      <a:pt x="178403" y="503697"/>
                    </a:cubicBezTo>
                    <a:close/>
                    <a:moveTo>
                      <a:pt x="722948" y="526081"/>
                    </a:moveTo>
                    <a:cubicBezTo>
                      <a:pt x="719061" y="526101"/>
                      <a:pt x="715339" y="524515"/>
                      <a:pt x="712661" y="521700"/>
                    </a:cubicBezTo>
                    <a:cubicBezTo>
                      <a:pt x="707089" y="516122"/>
                      <a:pt x="707089" y="507084"/>
                      <a:pt x="712661" y="501507"/>
                    </a:cubicBezTo>
                    <a:cubicBezTo>
                      <a:pt x="753809" y="461883"/>
                      <a:pt x="777431" y="410638"/>
                      <a:pt x="777431" y="361108"/>
                    </a:cubicBezTo>
                    <a:cubicBezTo>
                      <a:pt x="777431" y="280908"/>
                      <a:pt x="727710" y="224805"/>
                      <a:pt x="683895" y="175371"/>
                    </a:cubicBezTo>
                    <a:cubicBezTo>
                      <a:pt x="634270" y="119459"/>
                      <a:pt x="606076" y="72405"/>
                      <a:pt x="598170" y="32019"/>
                    </a:cubicBezTo>
                    <a:lnTo>
                      <a:pt x="597218" y="32591"/>
                    </a:lnTo>
                    <a:cubicBezTo>
                      <a:pt x="575500" y="45640"/>
                      <a:pt x="505587" y="95361"/>
                      <a:pt x="520160" y="189372"/>
                    </a:cubicBezTo>
                    <a:cubicBezTo>
                      <a:pt x="526637" y="231092"/>
                      <a:pt x="515302" y="261000"/>
                      <a:pt x="488442" y="274240"/>
                    </a:cubicBezTo>
                    <a:cubicBezTo>
                      <a:pt x="478039" y="278719"/>
                      <a:pt x="466627" y="280330"/>
                      <a:pt x="455390" y="278907"/>
                    </a:cubicBezTo>
                    <a:cubicBezTo>
                      <a:pt x="426913" y="274051"/>
                      <a:pt x="405939" y="249593"/>
                      <a:pt x="405479" y="220710"/>
                    </a:cubicBezTo>
                    <a:cubicBezTo>
                      <a:pt x="405479" y="216995"/>
                      <a:pt x="405479" y="213471"/>
                      <a:pt x="405479" y="210327"/>
                    </a:cubicBezTo>
                    <a:cubicBezTo>
                      <a:pt x="370487" y="252869"/>
                      <a:pt x="350976" y="306031"/>
                      <a:pt x="350139" y="361108"/>
                    </a:cubicBezTo>
                    <a:cubicBezTo>
                      <a:pt x="350139" y="410638"/>
                      <a:pt x="373761" y="461883"/>
                      <a:pt x="415004" y="501507"/>
                    </a:cubicBezTo>
                    <a:cubicBezTo>
                      <a:pt x="420522" y="507147"/>
                      <a:pt x="420423" y="516193"/>
                      <a:pt x="414783" y="521711"/>
                    </a:cubicBezTo>
                    <a:cubicBezTo>
                      <a:pt x="409379" y="526997"/>
                      <a:pt x="400792" y="527160"/>
                      <a:pt x="395192" y="522081"/>
                    </a:cubicBezTo>
                    <a:cubicBezTo>
                      <a:pt x="348425" y="477123"/>
                      <a:pt x="321564" y="418449"/>
                      <a:pt x="321564" y="361108"/>
                    </a:cubicBezTo>
                    <a:cubicBezTo>
                      <a:pt x="322291" y="293506"/>
                      <a:pt x="348323" y="228631"/>
                      <a:pt x="394526" y="179276"/>
                    </a:cubicBezTo>
                    <a:cubicBezTo>
                      <a:pt x="403145" y="170267"/>
                      <a:pt x="417434" y="169951"/>
                      <a:pt x="426443" y="178570"/>
                    </a:cubicBezTo>
                    <a:cubicBezTo>
                      <a:pt x="430635" y="182581"/>
                      <a:pt x="433122" y="188053"/>
                      <a:pt x="433387" y="193849"/>
                    </a:cubicBezTo>
                    <a:cubicBezTo>
                      <a:pt x="434054" y="201660"/>
                      <a:pt x="434150" y="213661"/>
                      <a:pt x="434150" y="220233"/>
                    </a:cubicBezTo>
                    <a:cubicBezTo>
                      <a:pt x="434501" y="235356"/>
                      <a:pt x="445453" y="248141"/>
                      <a:pt x="460343" y="250809"/>
                    </a:cubicBezTo>
                    <a:cubicBezTo>
                      <a:pt x="463006" y="251010"/>
                      <a:pt x="465681" y="251010"/>
                      <a:pt x="468344" y="250809"/>
                    </a:cubicBezTo>
                    <a:cubicBezTo>
                      <a:pt x="471078" y="250397"/>
                      <a:pt x="473760" y="249695"/>
                      <a:pt x="476345" y="248713"/>
                    </a:cubicBezTo>
                    <a:cubicBezTo>
                      <a:pt x="495395" y="239188"/>
                      <a:pt x="495395" y="214233"/>
                      <a:pt x="492157" y="194611"/>
                    </a:cubicBezTo>
                    <a:cubicBezTo>
                      <a:pt x="474821" y="82407"/>
                      <a:pt x="557117" y="23733"/>
                      <a:pt x="582740" y="8397"/>
                    </a:cubicBezTo>
                    <a:cubicBezTo>
                      <a:pt x="586740" y="5921"/>
                      <a:pt x="592265" y="2873"/>
                      <a:pt x="593789" y="2111"/>
                    </a:cubicBezTo>
                    <a:cubicBezTo>
                      <a:pt x="600269" y="-923"/>
                      <a:pt x="607809" y="-674"/>
                      <a:pt x="614077" y="2778"/>
                    </a:cubicBezTo>
                    <a:cubicBezTo>
                      <a:pt x="620277" y="6196"/>
                      <a:pt x="624431" y="12411"/>
                      <a:pt x="625221" y="19446"/>
                    </a:cubicBezTo>
                    <a:cubicBezTo>
                      <a:pt x="629793" y="55451"/>
                      <a:pt x="656939" y="101647"/>
                      <a:pt x="705707" y="156702"/>
                    </a:cubicBezTo>
                    <a:cubicBezTo>
                      <a:pt x="750665" y="207279"/>
                      <a:pt x="806482" y="270335"/>
                      <a:pt x="806482" y="361394"/>
                    </a:cubicBezTo>
                    <a:cubicBezTo>
                      <a:pt x="806482" y="418544"/>
                      <a:pt x="779717" y="477408"/>
                      <a:pt x="732949" y="522366"/>
                    </a:cubicBezTo>
                    <a:cubicBezTo>
                      <a:pt x="730230" y="524867"/>
                      <a:pt x="726639" y="526201"/>
                      <a:pt x="722948" y="526081"/>
                    </a:cubicBezTo>
                    <a:close/>
                    <a:moveTo>
                      <a:pt x="564356" y="597519"/>
                    </a:moveTo>
                    <a:cubicBezTo>
                      <a:pt x="553835" y="597519"/>
                      <a:pt x="545306" y="588990"/>
                      <a:pt x="545306" y="578469"/>
                    </a:cubicBezTo>
                    <a:cubicBezTo>
                      <a:pt x="545306" y="567947"/>
                      <a:pt x="553835" y="559419"/>
                      <a:pt x="564356" y="559419"/>
                    </a:cubicBezTo>
                    <a:lnTo>
                      <a:pt x="565118" y="559419"/>
                    </a:lnTo>
                    <a:cubicBezTo>
                      <a:pt x="575640" y="559419"/>
                      <a:pt x="584168" y="567947"/>
                      <a:pt x="584168" y="578469"/>
                    </a:cubicBezTo>
                    <a:cubicBezTo>
                      <a:pt x="584168" y="588990"/>
                      <a:pt x="575640" y="597519"/>
                      <a:pt x="565118" y="597519"/>
                    </a:cubicBezTo>
                    <a:close/>
                    <a:moveTo>
                      <a:pt x="503396" y="576659"/>
                    </a:moveTo>
                    <a:cubicBezTo>
                      <a:pt x="499100" y="576634"/>
                      <a:pt x="494937" y="575157"/>
                      <a:pt x="491585" y="572468"/>
                    </a:cubicBezTo>
                    <a:lnTo>
                      <a:pt x="490537" y="571611"/>
                    </a:lnTo>
                    <a:cubicBezTo>
                      <a:pt x="482259" y="565116"/>
                      <a:pt x="480813" y="553143"/>
                      <a:pt x="487307" y="544864"/>
                    </a:cubicBezTo>
                    <a:cubicBezTo>
                      <a:pt x="493801" y="536586"/>
                      <a:pt x="505776" y="535140"/>
                      <a:pt x="514053" y="541634"/>
                    </a:cubicBezTo>
                    <a:cubicBezTo>
                      <a:pt x="514317" y="541840"/>
                      <a:pt x="514574" y="542054"/>
                      <a:pt x="514826" y="542274"/>
                    </a:cubicBezTo>
                    <a:lnTo>
                      <a:pt x="514826" y="542274"/>
                    </a:lnTo>
                    <a:cubicBezTo>
                      <a:pt x="523085" y="548792"/>
                      <a:pt x="524497" y="560770"/>
                      <a:pt x="517979" y="569029"/>
                    </a:cubicBezTo>
                    <a:cubicBezTo>
                      <a:pt x="514364" y="573610"/>
                      <a:pt x="508850" y="576281"/>
                      <a:pt x="503015" y="576278"/>
                    </a:cubicBezTo>
                    <a:close/>
                    <a:moveTo>
                      <a:pt x="625983" y="575611"/>
                    </a:moveTo>
                    <a:cubicBezTo>
                      <a:pt x="615462" y="575643"/>
                      <a:pt x="606907" y="567140"/>
                      <a:pt x="606875" y="556619"/>
                    </a:cubicBezTo>
                    <a:cubicBezTo>
                      <a:pt x="606858" y="550874"/>
                      <a:pt x="609433" y="545428"/>
                      <a:pt x="613886" y="541797"/>
                    </a:cubicBezTo>
                    <a:lnTo>
                      <a:pt x="613886" y="541797"/>
                    </a:lnTo>
                    <a:cubicBezTo>
                      <a:pt x="621029" y="534073"/>
                      <a:pt x="633081" y="533600"/>
                      <a:pt x="640807" y="540742"/>
                    </a:cubicBezTo>
                    <a:cubicBezTo>
                      <a:pt x="648532" y="547885"/>
                      <a:pt x="649004" y="559937"/>
                      <a:pt x="641861" y="567662"/>
                    </a:cubicBezTo>
                    <a:cubicBezTo>
                      <a:pt x="640924" y="568676"/>
                      <a:pt x="639880" y="569585"/>
                      <a:pt x="638747" y="570372"/>
                    </a:cubicBezTo>
                    <a:lnTo>
                      <a:pt x="637794" y="571230"/>
                    </a:lnTo>
                    <a:cubicBezTo>
                      <a:pt x="634442" y="573942"/>
                      <a:pt x="630293" y="575482"/>
                      <a:pt x="625983" y="575611"/>
                    </a:cubicBezTo>
                    <a:close/>
                    <a:moveTo>
                      <a:pt x="468440" y="521128"/>
                    </a:moveTo>
                    <a:cubicBezTo>
                      <a:pt x="459657" y="521111"/>
                      <a:pt x="452025" y="515091"/>
                      <a:pt x="449961" y="506555"/>
                    </a:cubicBezTo>
                    <a:cubicBezTo>
                      <a:pt x="449961" y="506555"/>
                      <a:pt x="449961" y="505412"/>
                      <a:pt x="449961" y="505317"/>
                    </a:cubicBezTo>
                    <a:cubicBezTo>
                      <a:pt x="447966" y="494986"/>
                      <a:pt x="454724" y="484995"/>
                      <a:pt x="465055" y="483001"/>
                    </a:cubicBezTo>
                    <a:cubicBezTo>
                      <a:pt x="474932" y="481094"/>
                      <a:pt x="484589" y="487196"/>
                      <a:pt x="487108" y="496935"/>
                    </a:cubicBezTo>
                    <a:lnTo>
                      <a:pt x="487108" y="497506"/>
                    </a:lnTo>
                    <a:cubicBezTo>
                      <a:pt x="489625" y="507710"/>
                      <a:pt x="483402" y="518025"/>
                      <a:pt x="473202" y="520557"/>
                    </a:cubicBezTo>
                    <a:cubicBezTo>
                      <a:pt x="471645" y="520947"/>
                      <a:pt x="470044" y="521139"/>
                      <a:pt x="468440" y="521128"/>
                    </a:cubicBezTo>
                    <a:close/>
                    <a:moveTo>
                      <a:pt x="651510" y="454453"/>
                    </a:moveTo>
                    <a:cubicBezTo>
                      <a:pt x="644679" y="454568"/>
                      <a:pt x="638342" y="450905"/>
                      <a:pt x="635032" y="444928"/>
                    </a:cubicBezTo>
                    <a:lnTo>
                      <a:pt x="635032" y="444071"/>
                    </a:lnTo>
                    <a:cubicBezTo>
                      <a:pt x="630446" y="434601"/>
                      <a:pt x="634407" y="423208"/>
                      <a:pt x="643876" y="418623"/>
                    </a:cubicBezTo>
                    <a:cubicBezTo>
                      <a:pt x="652983" y="414214"/>
                      <a:pt x="663947" y="417692"/>
                      <a:pt x="668846" y="426545"/>
                    </a:cubicBezTo>
                    <a:cubicBezTo>
                      <a:pt x="673472" y="435913"/>
                      <a:pt x="669689" y="447258"/>
                      <a:pt x="660368" y="451977"/>
                    </a:cubicBezTo>
                    <a:cubicBezTo>
                      <a:pt x="657637" y="453426"/>
                      <a:pt x="654602" y="454209"/>
                      <a:pt x="651510" y="454263"/>
                    </a:cubicBezTo>
                    <a:close/>
                    <a:moveTo>
                      <a:pt x="516065" y="403590"/>
                    </a:moveTo>
                    <a:cubicBezTo>
                      <a:pt x="511576" y="403554"/>
                      <a:pt x="507237" y="401973"/>
                      <a:pt x="503777" y="399113"/>
                    </a:cubicBezTo>
                    <a:cubicBezTo>
                      <a:pt x="495846" y="392346"/>
                      <a:pt x="494827" y="380461"/>
                      <a:pt x="501491" y="372443"/>
                    </a:cubicBezTo>
                    <a:cubicBezTo>
                      <a:pt x="508065" y="364229"/>
                      <a:pt x="520054" y="362899"/>
                      <a:pt x="528268" y="369472"/>
                    </a:cubicBezTo>
                    <a:cubicBezTo>
                      <a:pt x="528392" y="369572"/>
                      <a:pt x="528516" y="369673"/>
                      <a:pt x="528638" y="369776"/>
                    </a:cubicBezTo>
                    <a:cubicBezTo>
                      <a:pt x="536567" y="376415"/>
                      <a:pt x="537750" y="388168"/>
                      <a:pt x="531305" y="396255"/>
                    </a:cubicBezTo>
                    <a:lnTo>
                      <a:pt x="530638" y="396922"/>
                    </a:lnTo>
                    <a:cubicBezTo>
                      <a:pt x="526996" y="401179"/>
                      <a:pt x="521666" y="403618"/>
                      <a:pt x="516065" y="403590"/>
                    </a:cubicBezTo>
                    <a:close/>
                    <a:moveTo>
                      <a:pt x="610267" y="401970"/>
                    </a:moveTo>
                    <a:cubicBezTo>
                      <a:pt x="604824" y="401987"/>
                      <a:pt x="599657" y="399578"/>
                      <a:pt x="596170" y="395398"/>
                    </a:cubicBezTo>
                    <a:lnTo>
                      <a:pt x="595598" y="394636"/>
                    </a:lnTo>
                    <a:cubicBezTo>
                      <a:pt x="588893" y="386579"/>
                      <a:pt x="589957" y="374618"/>
                      <a:pt x="597980" y="367871"/>
                    </a:cubicBezTo>
                    <a:cubicBezTo>
                      <a:pt x="606019" y="361084"/>
                      <a:pt x="618038" y="362100"/>
                      <a:pt x="624825" y="370139"/>
                    </a:cubicBezTo>
                    <a:cubicBezTo>
                      <a:pt x="624830" y="370144"/>
                      <a:pt x="624835" y="370151"/>
                      <a:pt x="624840" y="370157"/>
                    </a:cubicBezTo>
                    <a:cubicBezTo>
                      <a:pt x="631891" y="377964"/>
                      <a:pt x="631279" y="390011"/>
                      <a:pt x="623471" y="397063"/>
                    </a:cubicBezTo>
                    <a:cubicBezTo>
                      <a:pt x="619858" y="400325"/>
                      <a:pt x="615133" y="402082"/>
                      <a:pt x="610267" y="401970"/>
                    </a:cubicBezTo>
                    <a:close/>
                    <a:moveTo>
                      <a:pt x="563594" y="357679"/>
                    </a:moveTo>
                    <a:lnTo>
                      <a:pt x="563594" y="357679"/>
                    </a:lnTo>
                    <a:cubicBezTo>
                      <a:pt x="553073" y="357679"/>
                      <a:pt x="544544" y="349150"/>
                      <a:pt x="544544" y="338629"/>
                    </a:cubicBezTo>
                    <a:cubicBezTo>
                      <a:pt x="544520" y="328608"/>
                      <a:pt x="552263" y="320280"/>
                      <a:pt x="562261" y="319579"/>
                    </a:cubicBezTo>
                    <a:lnTo>
                      <a:pt x="563975" y="319579"/>
                    </a:lnTo>
                    <a:cubicBezTo>
                      <a:pt x="574497" y="319579"/>
                      <a:pt x="583025" y="328108"/>
                      <a:pt x="583025" y="338629"/>
                    </a:cubicBezTo>
                    <a:cubicBezTo>
                      <a:pt x="583027" y="349150"/>
                      <a:pt x="574500" y="357681"/>
                      <a:pt x="563979" y="357683"/>
                    </a:cubicBezTo>
                    <a:cubicBezTo>
                      <a:pt x="563850" y="357683"/>
                      <a:pt x="563723" y="357682"/>
                      <a:pt x="563594" y="357679"/>
                    </a:cubicBezTo>
                    <a:close/>
                    <a:moveTo>
                      <a:pt x="301371" y="427688"/>
                    </a:moveTo>
                    <a:cubicBezTo>
                      <a:pt x="301371" y="419797"/>
                      <a:pt x="294974" y="413400"/>
                      <a:pt x="287084" y="413400"/>
                    </a:cubicBezTo>
                    <a:lnTo>
                      <a:pt x="165068" y="413400"/>
                    </a:lnTo>
                    <a:cubicBezTo>
                      <a:pt x="157199" y="413348"/>
                      <a:pt x="150833" y="406982"/>
                      <a:pt x="150781" y="399113"/>
                    </a:cubicBezTo>
                    <a:lnTo>
                      <a:pt x="150781" y="367204"/>
                    </a:lnTo>
                    <a:cubicBezTo>
                      <a:pt x="151038" y="359500"/>
                      <a:pt x="157360" y="353388"/>
                      <a:pt x="165068" y="353393"/>
                    </a:cubicBezTo>
                    <a:lnTo>
                      <a:pt x="278511" y="353393"/>
                    </a:lnTo>
                    <a:cubicBezTo>
                      <a:pt x="286402" y="353393"/>
                      <a:pt x="292799" y="346996"/>
                      <a:pt x="292799" y="339105"/>
                    </a:cubicBezTo>
                    <a:cubicBezTo>
                      <a:pt x="292799" y="331215"/>
                      <a:pt x="286402" y="324818"/>
                      <a:pt x="278511" y="324818"/>
                    </a:cubicBezTo>
                    <a:lnTo>
                      <a:pt x="165068" y="324818"/>
                    </a:lnTo>
                    <a:cubicBezTo>
                      <a:pt x="141396" y="324818"/>
                      <a:pt x="122206" y="344008"/>
                      <a:pt x="122206" y="367680"/>
                    </a:cubicBezTo>
                    <a:lnTo>
                      <a:pt x="122206" y="399113"/>
                    </a:lnTo>
                    <a:cubicBezTo>
                      <a:pt x="122258" y="422763"/>
                      <a:pt x="141418" y="441923"/>
                      <a:pt x="165068" y="441975"/>
                    </a:cubicBezTo>
                    <a:lnTo>
                      <a:pt x="287084" y="441975"/>
                    </a:lnTo>
                    <a:cubicBezTo>
                      <a:pt x="294974" y="441975"/>
                      <a:pt x="301371" y="435578"/>
                      <a:pt x="301371" y="427688"/>
                    </a:cubicBezTo>
                    <a:close/>
                    <a:moveTo>
                      <a:pt x="98393" y="399113"/>
                    </a:moveTo>
                    <a:lnTo>
                      <a:pt x="98393" y="367204"/>
                    </a:lnTo>
                    <a:cubicBezTo>
                      <a:pt x="98393" y="343532"/>
                      <a:pt x="79203" y="324342"/>
                      <a:pt x="55531" y="324342"/>
                    </a:cubicBezTo>
                    <a:lnTo>
                      <a:pt x="14288" y="324342"/>
                    </a:lnTo>
                    <a:cubicBezTo>
                      <a:pt x="6397" y="324342"/>
                      <a:pt x="0" y="330739"/>
                      <a:pt x="0" y="338629"/>
                    </a:cubicBezTo>
                    <a:cubicBezTo>
                      <a:pt x="0" y="346520"/>
                      <a:pt x="6397" y="352917"/>
                      <a:pt x="14288" y="352917"/>
                    </a:cubicBezTo>
                    <a:lnTo>
                      <a:pt x="55721" y="352917"/>
                    </a:lnTo>
                    <a:cubicBezTo>
                      <a:pt x="63612" y="352917"/>
                      <a:pt x="70009" y="359314"/>
                      <a:pt x="70009" y="367204"/>
                    </a:cubicBezTo>
                    <a:lnTo>
                      <a:pt x="70009" y="399113"/>
                    </a:lnTo>
                    <a:cubicBezTo>
                      <a:pt x="70009" y="407003"/>
                      <a:pt x="63612" y="413400"/>
                      <a:pt x="55721" y="413400"/>
                    </a:cubicBezTo>
                    <a:lnTo>
                      <a:pt x="14288" y="413400"/>
                    </a:lnTo>
                    <a:cubicBezTo>
                      <a:pt x="6397" y="413400"/>
                      <a:pt x="0" y="419797"/>
                      <a:pt x="0" y="427688"/>
                    </a:cubicBezTo>
                    <a:cubicBezTo>
                      <a:pt x="0" y="435578"/>
                      <a:pt x="6397" y="441975"/>
                      <a:pt x="14288" y="441975"/>
                    </a:cubicBezTo>
                    <a:lnTo>
                      <a:pt x="55721" y="441975"/>
                    </a:lnTo>
                    <a:cubicBezTo>
                      <a:pt x="79298" y="441818"/>
                      <a:pt x="98342" y="422689"/>
                      <a:pt x="98393" y="399113"/>
                    </a:cubicBezTo>
                    <a:close/>
                    <a:moveTo>
                      <a:pt x="305276" y="277193"/>
                    </a:moveTo>
                    <a:cubicBezTo>
                      <a:pt x="305276" y="269302"/>
                      <a:pt x="298879" y="262905"/>
                      <a:pt x="290989" y="262905"/>
                    </a:cubicBezTo>
                    <a:lnTo>
                      <a:pt x="288131" y="262905"/>
                    </a:lnTo>
                    <a:cubicBezTo>
                      <a:pt x="280241" y="262905"/>
                      <a:pt x="273844" y="256508"/>
                      <a:pt x="273844" y="248618"/>
                    </a:cubicBezTo>
                    <a:lnTo>
                      <a:pt x="273844" y="216328"/>
                    </a:lnTo>
                    <a:cubicBezTo>
                      <a:pt x="273844" y="208438"/>
                      <a:pt x="280241" y="202041"/>
                      <a:pt x="288131" y="202041"/>
                    </a:cubicBezTo>
                    <a:lnTo>
                      <a:pt x="329660" y="202041"/>
                    </a:lnTo>
                    <a:cubicBezTo>
                      <a:pt x="337551" y="202041"/>
                      <a:pt x="343948" y="195644"/>
                      <a:pt x="343948" y="187753"/>
                    </a:cubicBezTo>
                    <a:cubicBezTo>
                      <a:pt x="343948" y="179863"/>
                      <a:pt x="337551" y="173466"/>
                      <a:pt x="329660" y="173466"/>
                    </a:cubicBezTo>
                    <a:lnTo>
                      <a:pt x="288131" y="173466"/>
                    </a:lnTo>
                    <a:cubicBezTo>
                      <a:pt x="264481" y="173518"/>
                      <a:pt x="245321" y="192677"/>
                      <a:pt x="245269" y="216328"/>
                    </a:cubicBezTo>
                    <a:lnTo>
                      <a:pt x="245269" y="248618"/>
                    </a:lnTo>
                    <a:cubicBezTo>
                      <a:pt x="245321" y="272268"/>
                      <a:pt x="264481" y="291428"/>
                      <a:pt x="288131" y="291480"/>
                    </a:cubicBezTo>
                    <a:lnTo>
                      <a:pt x="290989" y="291480"/>
                    </a:lnTo>
                    <a:cubicBezTo>
                      <a:pt x="298879" y="291480"/>
                      <a:pt x="305276" y="285083"/>
                      <a:pt x="305276" y="277193"/>
                    </a:cubicBezTo>
                    <a:close/>
                    <a:moveTo>
                      <a:pt x="446818" y="578469"/>
                    </a:moveTo>
                    <a:cubicBezTo>
                      <a:pt x="446818" y="570578"/>
                      <a:pt x="440421" y="564181"/>
                      <a:pt x="432530" y="564181"/>
                    </a:cubicBezTo>
                    <a:lnTo>
                      <a:pt x="288131" y="564181"/>
                    </a:lnTo>
                    <a:cubicBezTo>
                      <a:pt x="280241" y="564181"/>
                      <a:pt x="273844" y="557784"/>
                      <a:pt x="273844" y="549894"/>
                    </a:cubicBezTo>
                    <a:lnTo>
                      <a:pt x="273844" y="517985"/>
                    </a:lnTo>
                    <a:cubicBezTo>
                      <a:pt x="273844" y="510094"/>
                      <a:pt x="280241" y="503697"/>
                      <a:pt x="288131" y="503697"/>
                    </a:cubicBezTo>
                    <a:lnTo>
                      <a:pt x="312992" y="503697"/>
                    </a:lnTo>
                    <a:cubicBezTo>
                      <a:pt x="320882" y="503697"/>
                      <a:pt x="327279" y="497300"/>
                      <a:pt x="327279" y="489410"/>
                    </a:cubicBezTo>
                    <a:cubicBezTo>
                      <a:pt x="327279" y="481519"/>
                      <a:pt x="320882" y="475122"/>
                      <a:pt x="312992" y="475122"/>
                    </a:cubicBezTo>
                    <a:lnTo>
                      <a:pt x="288131" y="475122"/>
                    </a:lnTo>
                    <a:cubicBezTo>
                      <a:pt x="264481" y="475175"/>
                      <a:pt x="245321" y="494334"/>
                      <a:pt x="245269" y="517985"/>
                    </a:cubicBezTo>
                    <a:lnTo>
                      <a:pt x="245269" y="549894"/>
                    </a:lnTo>
                    <a:cubicBezTo>
                      <a:pt x="245321" y="573544"/>
                      <a:pt x="264481" y="592704"/>
                      <a:pt x="288131" y="592756"/>
                    </a:cubicBezTo>
                    <a:lnTo>
                      <a:pt x="432530" y="592756"/>
                    </a:lnTo>
                    <a:cubicBezTo>
                      <a:pt x="440421" y="592756"/>
                      <a:pt x="446818" y="586359"/>
                      <a:pt x="446818" y="5784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00" tIns="45675" rIns="91400" bIns="4567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8E6C00E5-1177-11D3-5EC5-F6AF81DEE2AE}"/>
                </a:ext>
              </a:extLst>
            </p:cNvPr>
            <p:cNvSpPr/>
            <p:nvPr/>
          </p:nvSpPr>
          <p:spPr>
            <a:xfrm>
              <a:off x="1593851" y="1994729"/>
              <a:ext cx="220630" cy="131453"/>
            </a:xfrm>
            <a:custGeom>
              <a:avLst/>
              <a:gdLst>
                <a:gd name="csX0" fmla="*/ 4478 w 284504"/>
                <a:gd name="csY0" fmla="*/ 111906 h 169510"/>
                <a:gd name="csX1" fmla="*/ 145277 w 284504"/>
                <a:gd name="csY1" fmla="*/ 149146 h 169510"/>
                <a:gd name="csX2" fmla="*/ 252675 w 284504"/>
                <a:gd name="csY2" fmla="*/ 127274 h 169510"/>
                <a:gd name="csX3" fmla="*/ 257217 w 284504"/>
                <a:gd name="csY3" fmla="*/ 134439 h 169510"/>
                <a:gd name="csX4" fmla="*/ 141966 w 284504"/>
                <a:gd name="csY4" fmla="*/ 169510 h 169510"/>
                <a:gd name="csX5" fmla="*/ 1260 w 284504"/>
                <a:gd name="csY5" fmla="*/ 116055 h 169510"/>
                <a:gd name="csX6" fmla="*/ 4478 w 284504"/>
                <a:gd name="csY6" fmla="*/ 111906 h 169510"/>
                <a:gd name="csX7" fmla="*/ 263604 w 284504"/>
                <a:gd name="csY7" fmla="*/ 105684 h 169510"/>
                <a:gd name="csX8" fmla="*/ 283427 w 284504"/>
                <a:gd name="csY8" fmla="*/ 109550 h 169510"/>
                <a:gd name="csX9" fmla="*/ 265828 w 284504"/>
                <a:gd name="csY9" fmla="*/ 156878 h 169510"/>
                <a:gd name="csX10" fmla="*/ 261948 w 284504"/>
                <a:gd name="csY10" fmla="*/ 155086 h 169510"/>
                <a:gd name="csX11" fmla="*/ 270180 w 284504"/>
                <a:gd name="csY11" fmla="*/ 119732 h 169510"/>
                <a:gd name="csX12" fmla="*/ 233751 w 284504"/>
                <a:gd name="csY12" fmla="*/ 118506 h 169510"/>
                <a:gd name="csX13" fmla="*/ 232994 w 284504"/>
                <a:gd name="csY13" fmla="*/ 114264 h 169510"/>
                <a:gd name="csX14" fmla="*/ 263604 w 284504"/>
                <a:gd name="csY14" fmla="*/ 105684 h 169510"/>
                <a:gd name="csX15" fmla="*/ 47059 w 284504"/>
                <a:gd name="csY15" fmla="*/ 47798 h 169510"/>
                <a:gd name="csX16" fmla="*/ 32960 w 284504"/>
                <a:gd name="csY16" fmla="*/ 51569 h 169510"/>
                <a:gd name="csX17" fmla="*/ 28323 w 284504"/>
                <a:gd name="csY17" fmla="*/ 62411 h 169510"/>
                <a:gd name="csX18" fmla="*/ 31824 w 284504"/>
                <a:gd name="csY18" fmla="*/ 72404 h 169510"/>
                <a:gd name="csX19" fmla="*/ 41760 w 284504"/>
                <a:gd name="csY19" fmla="*/ 75893 h 169510"/>
                <a:gd name="csX20" fmla="*/ 51506 w 284504"/>
                <a:gd name="csY20" fmla="*/ 74196 h 169510"/>
                <a:gd name="csX21" fmla="*/ 60495 w 284504"/>
                <a:gd name="csY21" fmla="*/ 68162 h 169510"/>
                <a:gd name="csX22" fmla="*/ 63712 w 284504"/>
                <a:gd name="csY22" fmla="*/ 62128 h 169510"/>
                <a:gd name="csX23" fmla="*/ 64658 w 284504"/>
                <a:gd name="csY23" fmla="*/ 53926 h 169510"/>
                <a:gd name="csX24" fmla="*/ 64658 w 284504"/>
                <a:gd name="csY24" fmla="*/ 49967 h 169510"/>
                <a:gd name="csX25" fmla="*/ 55953 w 284504"/>
                <a:gd name="csY25" fmla="*/ 48364 h 169510"/>
                <a:gd name="csX26" fmla="*/ 47059 w 284504"/>
                <a:gd name="csY26" fmla="*/ 47798 h 169510"/>
                <a:gd name="csX27" fmla="*/ 91342 w 284504"/>
                <a:gd name="csY27" fmla="*/ 2451 h 169510"/>
                <a:gd name="csX28" fmla="*/ 100615 w 284504"/>
                <a:gd name="csY28" fmla="*/ 2451 h 169510"/>
                <a:gd name="csX29" fmla="*/ 104306 w 284504"/>
                <a:gd name="csY29" fmla="*/ 3394 h 169510"/>
                <a:gd name="csX30" fmla="*/ 106198 w 284504"/>
                <a:gd name="csY30" fmla="*/ 7071 h 169510"/>
                <a:gd name="csX31" fmla="*/ 122095 w 284504"/>
                <a:gd name="csY31" fmla="*/ 69482 h 169510"/>
                <a:gd name="csX32" fmla="*/ 136856 w 284504"/>
                <a:gd name="csY32" fmla="*/ 7071 h 169510"/>
                <a:gd name="csX33" fmla="*/ 138654 w 284504"/>
                <a:gd name="csY33" fmla="*/ 3394 h 169510"/>
                <a:gd name="csX34" fmla="*/ 142439 w 284504"/>
                <a:gd name="csY34" fmla="*/ 2451 h 169510"/>
                <a:gd name="csX35" fmla="*/ 150009 w 284504"/>
                <a:gd name="csY35" fmla="*/ 2451 h 169510"/>
                <a:gd name="csX36" fmla="*/ 153794 w 284504"/>
                <a:gd name="csY36" fmla="*/ 3394 h 169510"/>
                <a:gd name="csX37" fmla="*/ 155591 w 284504"/>
                <a:gd name="csY37" fmla="*/ 7071 h 169510"/>
                <a:gd name="csX38" fmla="*/ 170542 w 284504"/>
                <a:gd name="csY38" fmla="*/ 70236 h 169510"/>
                <a:gd name="csX39" fmla="*/ 186912 w 284504"/>
                <a:gd name="csY39" fmla="*/ 7071 h 169510"/>
                <a:gd name="csX40" fmla="*/ 188804 w 284504"/>
                <a:gd name="csY40" fmla="*/ 3394 h 169510"/>
                <a:gd name="csX41" fmla="*/ 192494 w 284504"/>
                <a:gd name="csY41" fmla="*/ 2451 h 169510"/>
                <a:gd name="csX42" fmla="*/ 201295 w 284504"/>
                <a:gd name="csY42" fmla="*/ 2451 h 169510"/>
                <a:gd name="csX43" fmla="*/ 203660 w 284504"/>
                <a:gd name="csY43" fmla="*/ 4808 h 169510"/>
                <a:gd name="csX44" fmla="*/ 203471 w 284504"/>
                <a:gd name="csY44" fmla="*/ 6316 h 169510"/>
                <a:gd name="csX45" fmla="*/ 202808 w 284504"/>
                <a:gd name="csY45" fmla="*/ 8673 h 169510"/>
                <a:gd name="csX46" fmla="*/ 180004 w 284504"/>
                <a:gd name="csY46" fmla="*/ 81549 h 169510"/>
                <a:gd name="csX47" fmla="*/ 178017 w 284504"/>
                <a:gd name="csY47" fmla="*/ 85226 h 169510"/>
                <a:gd name="csX48" fmla="*/ 174421 w 284504"/>
                <a:gd name="csY48" fmla="*/ 86169 h 169510"/>
                <a:gd name="csX49" fmla="*/ 166284 w 284504"/>
                <a:gd name="csY49" fmla="*/ 86169 h 169510"/>
                <a:gd name="csX50" fmla="*/ 162499 w 284504"/>
                <a:gd name="csY50" fmla="*/ 85226 h 169510"/>
                <a:gd name="csX51" fmla="*/ 160701 w 284504"/>
                <a:gd name="csY51" fmla="*/ 81455 h 169510"/>
                <a:gd name="csX52" fmla="*/ 146034 w 284504"/>
                <a:gd name="csY52" fmla="*/ 20646 h 169510"/>
                <a:gd name="csX53" fmla="*/ 131463 w 284504"/>
                <a:gd name="csY53" fmla="*/ 81361 h 169510"/>
                <a:gd name="csX54" fmla="*/ 129665 w 284504"/>
                <a:gd name="csY54" fmla="*/ 85132 h 169510"/>
                <a:gd name="csX55" fmla="*/ 125880 w 284504"/>
                <a:gd name="csY55" fmla="*/ 86074 h 169510"/>
                <a:gd name="csX56" fmla="*/ 117742 w 284504"/>
                <a:gd name="csY56" fmla="*/ 86074 h 169510"/>
                <a:gd name="csX57" fmla="*/ 114146 w 284504"/>
                <a:gd name="csY57" fmla="*/ 85132 h 169510"/>
                <a:gd name="csX58" fmla="*/ 112159 w 284504"/>
                <a:gd name="csY58" fmla="*/ 81455 h 169510"/>
                <a:gd name="csX59" fmla="*/ 89923 w 284504"/>
                <a:gd name="csY59" fmla="*/ 8579 h 169510"/>
                <a:gd name="csX60" fmla="*/ 89071 w 284504"/>
                <a:gd name="csY60" fmla="*/ 4808 h 169510"/>
                <a:gd name="csX61" fmla="*/ 91342 w 284504"/>
                <a:gd name="csY61" fmla="*/ 2451 h 169510"/>
                <a:gd name="csX62" fmla="*/ 47342 w 284504"/>
                <a:gd name="csY62" fmla="*/ 188 h 169510"/>
                <a:gd name="csX63" fmla="*/ 72134 w 284504"/>
                <a:gd name="csY63" fmla="*/ 7825 h 169510"/>
                <a:gd name="csX64" fmla="*/ 79987 w 284504"/>
                <a:gd name="csY64" fmla="*/ 31017 h 169510"/>
                <a:gd name="csX65" fmla="*/ 79987 w 284504"/>
                <a:gd name="csY65" fmla="*/ 61563 h 169510"/>
                <a:gd name="csX66" fmla="*/ 80177 w 284504"/>
                <a:gd name="csY66" fmla="*/ 61563 h 169510"/>
                <a:gd name="csX67" fmla="*/ 81217 w 284504"/>
                <a:gd name="csY67" fmla="*/ 69953 h 169510"/>
                <a:gd name="csX68" fmla="*/ 84245 w 284504"/>
                <a:gd name="csY68" fmla="*/ 76741 h 169510"/>
                <a:gd name="csX69" fmla="*/ 84908 w 284504"/>
                <a:gd name="csY69" fmla="*/ 78909 h 169510"/>
                <a:gd name="csX70" fmla="*/ 83110 w 284504"/>
                <a:gd name="csY70" fmla="*/ 81738 h 169510"/>
                <a:gd name="csX71" fmla="*/ 77149 w 284504"/>
                <a:gd name="csY71" fmla="*/ 85697 h 169510"/>
                <a:gd name="csX72" fmla="*/ 74689 w 284504"/>
                <a:gd name="csY72" fmla="*/ 86546 h 169510"/>
                <a:gd name="csX73" fmla="*/ 71850 w 284504"/>
                <a:gd name="csY73" fmla="*/ 85226 h 169510"/>
                <a:gd name="csX74" fmla="*/ 68443 w 284504"/>
                <a:gd name="csY74" fmla="*/ 80795 h 169510"/>
                <a:gd name="csX75" fmla="*/ 65510 w 284504"/>
                <a:gd name="csY75" fmla="*/ 75233 h 169510"/>
                <a:gd name="csX76" fmla="*/ 37691 w 284504"/>
                <a:gd name="csY76" fmla="*/ 88243 h 169510"/>
                <a:gd name="csX77" fmla="*/ 18766 w 284504"/>
                <a:gd name="csY77" fmla="*/ 81455 h 169510"/>
                <a:gd name="csX78" fmla="*/ 11764 w 284504"/>
                <a:gd name="csY78" fmla="*/ 63354 h 169510"/>
                <a:gd name="csX79" fmla="*/ 20375 w 284504"/>
                <a:gd name="csY79" fmla="*/ 43933 h 169510"/>
                <a:gd name="csX80" fmla="*/ 43557 w 284504"/>
                <a:gd name="csY80" fmla="*/ 36579 h 169510"/>
                <a:gd name="csX81" fmla="*/ 53587 w 284504"/>
                <a:gd name="csY81" fmla="*/ 37333 h 169510"/>
                <a:gd name="csX82" fmla="*/ 64469 w 284504"/>
                <a:gd name="csY82" fmla="*/ 39408 h 169510"/>
                <a:gd name="csX83" fmla="*/ 64469 w 284504"/>
                <a:gd name="csY83" fmla="*/ 32525 h 169510"/>
                <a:gd name="csX84" fmla="*/ 60022 w 284504"/>
                <a:gd name="csY84" fmla="*/ 17441 h 169510"/>
                <a:gd name="csX85" fmla="*/ 44598 w 284504"/>
                <a:gd name="csY85" fmla="*/ 13104 h 169510"/>
                <a:gd name="csX86" fmla="*/ 34379 w 284504"/>
                <a:gd name="csY86" fmla="*/ 14330 h 169510"/>
                <a:gd name="csX87" fmla="*/ 24160 w 284504"/>
                <a:gd name="csY87" fmla="*/ 17535 h 169510"/>
                <a:gd name="csX88" fmla="*/ 20848 w 284504"/>
                <a:gd name="csY88" fmla="*/ 18761 h 169510"/>
                <a:gd name="csX89" fmla="*/ 19334 w 284504"/>
                <a:gd name="csY89" fmla="*/ 19044 h 169510"/>
                <a:gd name="csX90" fmla="*/ 17347 w 284504"/>
                <a:gd name="csY90" fmla="*/ 16121 h 169510"/>
                <a:gd name="csX91" fmla="*/ 17347 w 284504"/>
                <a:gd name="csY91" fmla="*/ 11502 h 169510"/>
                <a:gd name="csX92" fmla="*/ 18009 w 284504"/>
                <a:gd name="csY92" fmla="*/ 8202 h 169510"/>
                <a:gd name="csX93" fmla="*/ 20659 w 284504"/>
                <a:gd name="csY93" fmla="*/ 6222 h 169510"/>
                <a:gd name="csX94" fmla="*/ 32581 w 284504"/>
                <a:gd name="csY94" fmla="*/ 1980 h 169510"/>
                <a:gd name="csX95" fmla="*/ 47342 w 284504"/>
                <a:gd name="csY95" fmla="*/ 188 h 169510"/>
                <a:gd name="csX96" fmla="*/ 242456 w 284504"/>
                <a:gd name="csY96" fmla="*/ 0 h 169510"/>
                <a:gd name="csX97" fmla="*/ 248796 w 284504"/>
                <a:gd name="csY97" fmla="*/ 377 h 169510"/>
                <a:gd name="csX98" fmla="*/ 254946 w 284504"/>
                <a:gd name="csY98" fmla="*/ 1414 h 169510"/>
                <a:gd name="csX99" fmla="*/ 260340 w 284504"/>
                <a:gd name="csY99" fmla="*/ 2922 h 169510"/>
                <a:gd name="csX100" fmla="*/ 264314 w 284504"/>
                <a:gd name="csY100" fmla="*/ 4620 h 169510"/>
                <a:gd name="csX101" fmla="*/ 267152 w 284504"/>
                <a:gd name="csY101" fmla="*/ 6976 h 169510"/>
                <a:gd name="csX102" fmla="*/ 268004 w 284504"/>
                <a:gd name="csY102" fmla="*/ 10088 h 169510"/>
                <a:gd name="csX103" fmla="*/ 268004 w 284504"/>
                <a:gd name="csY103" fmla="*/ 14519 h 169510"/>
                <a:gd name="csX104" fmla="*/ 265828 w 284504"/>
                <a:gd name="csY104" fmla="*/ 17535 h 169510"/>
                <a:gd name="csX105" fmla="*/ 262232 w 284504"/>
                <a:gd name="csY105" fmla="*/ 16404 h 169510"/>
                <a:gd name="csX106" fmla="*/ 244064 w 284504"/>
                <a:gd name="csY106" fmla="*/ 12727 h 169510"/>
                <a:gd name="csX107" fmla="*/ 231479 w 284504"/>
                <a:gd name="csY107" fmla="*/ 15367 h 169510"/>
                <a:gd name="csX108" fmla="*/ 227032 w 284504"/>
                <a:gd name="csY108" fmla="*/ 23758 h 169510"/>
                <a:gd name="csX109" fmla="*/ 229871 w 284504"/>
                <a:gd name="csY109" fmla="*/ 30451 h 169510"/>
                <a:gd name="csX110" fmla="*/ 240279 w 284504"/>
                <a:gd name="csY110" fmla="*/ 35636 h 169510"/>
                <a:gd name="csX111" fmla="*/ 253716 w 284504"/>
                <a:gd name="csY111" fmla="*/ 39879 h 169510"/>
                <a:gd name="csX112" fmla="*/ 268382 w 284504"/>
                <a:gd name="csY112" fmla="*/ 48930 h 169510"/>
                <a:gd name="csX113" fmla="*/ 272735 w 284504"/>
                <a:gd name="csY113" fmla="*/ 62128 h 169510"/>
                <a:gd name="csX114" fmla="*/ 270275 w 284504"/>
                <a:gd name="csY114" fmla="*/ 73064 h 169510"/>
                <a:gd name="csX115" fmla="*/ 263368 w 284504"/>
                <a:gd name="csY115" fmla="*/ 81361 h 169510"/>
                <a:gd name="csX116" fmla="*/ 252864 w 284504"/>
                <a:gd name="csY116" fmla="*/ 86640 h 169510"/>
                <a:gd name="csX117" fmla="*/ 239333 w 284504"/>
                <a:gd name="csY117" fmla="*/ 88620 h 169510"/>
                <a:gd name="csX118" fmla="*/ 224761 w 284504"/>
                <a:gd name="csY118" fmla="*/ 86923 h 169510"/>
                <a:gd name="csX119" fmla="*/ 213879 w 284504"/>
                <a:gd name="csY119" fmla="*/ 83152 h 169510"/>
                <a:gd name="csX120" fmla="*/ 210946 w 284504"/>
                <a:gd name="csY120" fmla="*/ 80512 h 169510"/>
                <a:gd name="csX121" fmla="*/ 210378 w 284504"/>
                <a:gd name="csY121" fmla="*/ 77872 h 169510"/>
                <a:gd name="csX122" fmla="*/ 210378 w 284504"/>
                <a:gd name="csY122" fmla="*/ 73064 h 169510"/>
                <a:gd name="csX123" fmla="*/ 212555 w 284504"/>
                <a:gd name="csY123" fmla="*/ 70142 h 169510"/>
                <a:gd name="csX124" fmla="*/ 214258 w 284504"/>
                <a:gd name="csY124" fmla="*/ 70425 h 169510"/>
                <a:gd name="csX125" fmla="*/ 216623 w 284504"/>
                <a:gd name="csY125" fmla="*/ 71367 h 169510"/>
                <a:gd name="csX126" fmla="*/ 227032 w 284504"/>
                <a:gd name="csY126" fmla="*/ 74667 h 169510"/>
                <a:gd name="csX127" fmla="*/ 238292 w 284504"/>
                <a:gd name="csY127" fmla="*/ 75798 h 169510"/>
                <a:gd name="csX128" fmla="*/ 252107 w 284504"/>
                <a:gd name="csY128" fmla="*/ 72687 h 169510"/>
                <a:gd name="csX129" fmla="*/ 257028 w 284504"/>
                <a:gd name="csY129" fmla="*/ 63731 h 169510"/>
                <a:gd name="csX130" fmla="*/ 254473 w 284504"/>
                <a:gd name="csY130" fmla="*/ 57132 h 169510"/>
                <a:gd name="csX131" fmla="*/ 244916 w 284504"/>
                <a:gd name="csY131" fmla="*/ 52229 h 169510"/>
                <a:gd name="csX132" fmla="*/ 231196 w 284504"/>
                <a:gd name="csY132" fmla="*/ 47987 h 169510"/>
                <a:gd name="csX133" fmla="*/ 216056 w 284504"/>
                <a:gd name="csY133" fmla="*/ 38370 h 169510"/>
                <a:gd name="csX134" fmla="*/ 211325 w 284504"/>
                <a:gd name="csY134" fmla="*/ 24700 h 169510"/>
                <a:gd name="csX135" fmla="*/ 213879 w 284504"/>
                <a:gd name="csY135" fmla="*/ 14236 h 169510"/>
                <a:gd name="csX136" fmla="*/ 220692 w 284504"/>
                <a:gd name="csY136" fmla="*/ 6505 h 169510"/>
                <a:gd name="csX137" fmla="*/ 230533 w 284504"/>
                <a:gd name="csY137" fmla="*/ 1603 h 169510"/>
                <a:gd name="csX138" fmla="*/ 242456 w 284504"/>
                <a:gd name="csY138" fmla="*/ 0 h 169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</a:cxnLst>
              <a:rect l="l" t="t" r="r" b="b"/>
              <a:pathLst>
                <a:path w="284504" h="169510">
                  <a:moveTo>
                    <a:pt x="4478" y="111906"/>
                  </a:moveTo>
                  <a:cubicBezTo>
                    <a:pt x="44598" y="135099"/>
                    <a:pt x="94086" y="149146"/>
                    <a:pt x="145277" y="149146"/>
                  </a:cubicBezTo>
                  <a:cubicBezTo>
                    <a:pt x="179815" y="149146"/>
                    <a:pt x="217759" y="141981"/>
                    <a:pt x="252675" y="127274"/>
                  </a:cubicBezTo>
                  <a:cubicBezTo>
                    <a:pt x="257880" y="124917"/>
                    <a:pt x="262327" y="130668"/>
                    <a:pt x="257217" y="134439"/>
                  </a:cubicBezTo>
                  <a:cubicBezTo>
                    <a:pt x="226086" y="157348"/>
                    <a:pt x="180856" y="169510"/>
                    <a:pt x="141966" y="169510"/>
                  </a:cubicBezTo>
                  <a:cubicBezTo>
                    <a:pt x="87462" y="169510"/>
                    <a:pt x="38353" y="149429"/>
                    <a:pt x="1260" y="116055"/>
                  </a:cubicBezTo>
                  <a:cubicBezTo>
                    <a:pt x="-1673" y="113415"/>
                    <a:pt x="977" y="109832"/>
                    <a:pt x="4478" y="111906"/>
                  </a:cubicBezTo>
                  <a:close/>
                  <a:moveTo>
                    <a:pt x="263604" y="105684"/>
                  </a:moveTo>
                  <a:cubicBezTo>
                    <a:pt x="273563" y="105543"/>
                    <a:pt x="281724" y="107476"/>
                    <a:pt x="283427" y="109550"/>
                  </a:cubicBezTo>
                  <a:cubicBezTo>
                    <a:pt x="286834" y="113792"/>
                    <a:pt x="282481" y="142924"/>
                    <a:pt x="265828" y="156878"/>
                  </a:cubicBezTo>
                  <a:cubicBezTo>
                    <a:pt x="263273" y="159046"/>
                    <a:pt x="260813" y="157915"/>
                    <a:pt x="261948" y="155086"/>
                  </a:cubicBezTo>
                  <a:cubicBezTo>
                    <a:pt x="265733" y="145753"/>
                    <a:pt x="274154" y="124729"/>
                    <a:pt x="270180" y="119732"/>
                  </a:cubicBezTo>
                  <a:cubicBezTo>
                    <a:pt x="266206" y="114641"/>
                    <a:pt x="243875" y="117281"/>
                    <a:pt x="233751" y="118506"/>
                  </a:cubicBezTo>
                  <a:cubicBezTo>
                    <a:pt x="230722" y="118883"/>
                    <a:pt x="230249" y="116244"/>
                    <a:pt x="232994" y="114264"/>
                  </a:cubicBezTo>
                  <a:cubicBezTo>
                    <a:pt x="241888" y="108041"/>
                    <a:pt x="253645" y="105826"/>
                    <a:pt x="263604" y="105684"/>
                  </a:cubicBezTo>
                  <a:close/>
                  <a:moveTo>
                    <a:pt x="47059" y="47798"/>
                  </a:moveTo>
                  <a:cubicBezTo>
                    <a:pt x="40719" y="47798"/>
                    <a:pt x="36082" y="49024"/>
                    <a:pt x="32960" y="51569"/>
                  </a:cubicBezTo>
                  <a:cubicBezTo>
                    <a:pt x="29837" y="54115"/>
                    <a:pt x="28323" y="57697"/>
                    <a:pt x="28323" y="62411"/>
                  </a:cubicBezTo>
                  <a:cubicBezTo>
                    <a:pt x="28323" y="66842"/>
                    <a:pt x="29458" y="70142"/>
                    <a:pt x="31824" y="72404"/>
                  </a:cubicBezTo>
                  <a:cubicBezTo>
                    <a:pt x="34095" y="74761"/>
                    <a:pt x="37407" y="75893"/>
                    <a:pt x="41760" y="75893"/>
                  </a:cubicBezTo>
                  <a:cubicBezTo>
                    <a:pt x="44882" y="75893"/>
                    <a:pt x="48099" y="75327"/>
                    <a:pt x="51506" y="74196"/>
                  </a:cubicBezTo>
                  <a:cubicBezTo>
                    <a:pt x="54912" y="73064"/>
                    <a:pt x="57940" y="70990"/>
                    <a:pt x="60495" y="68162"/>
                  </a:cubicBezTo>
                  <a:cubicBezTo>
                    <a:pt x="62009" y="66371"/>
                    <a:pt x="63144" y="64391"/>
                    <a:pt x="63712" y="62128"/>
                  </a:cubicBezTo>
                  <a:cubicBezTo>
                    <a:pt x="64280" y="59866"/>
                    <a:pt x="64658" y="57132"/>
                    <a:pt x="64658" y="53926"/>
                  </a:cubicBezTo>
                  <a:lnTo>
                    <a:pt x="64658" y="49967"/>
                  </a:lnTo>
                  <a:cubicBezTo>
                    <a:pt x="61914" y="49307"/>
                    <a:pt x="58981" y="48741"/>
                    <a:pt x="55953" y="48364"/>
                  </a:cubicBezTo>
                  <a:cubicBezTo>
                    <a:pt x="52925" y="47987"/>
                    <a:pt x="49992" y="47798"/>
                    <a:pt x="47059" y="47798"/>
                  </a:cubicBezTo>
                  <a:close/>
                  <a:moveTo>
                    <a:pt x="91342" y="2451"/>
                  </a:moveTo>
                  <a:lnTo>
                    <a:pt x="100615" y="2451"/>
                  </a:lnTo>
                  <a:cubicBezTo>
                    <a:pt x="102413" y="2451"/>
                    <a:pt x="103643" y="2734"/>
                    <a:pt x="104306" y="3394"/>
                  </a:cubicBezTo>
                  <a:cubicBezTo>
                    <a:pt x="105063" y="3960"/>
                    <a:pt x="105630" y="5279"/>
                    <a:pt x="106198" y="7071"/>
                  </a:cubicBezTo>
                  <a:lnTo>
                    <a:pt x="122095" y="69482"/>
                  </a:lnTo>
                  <a:lnTo>
                    <a:pt x="136856" y="7071"/>
                  </a:lnTo>
                  <a:cubicBezTo>
                    <a:pt x="137329" y="5185"/>
                    <a:pt x="137897" y="3960"/>
                    <a:pt x="138654" y="3394"/>
                  </a:cubicBezTo>
                  <a:cubicBezTo>
                    <a:pt x="139411" y="2828"/>
                    <a:pt x="140736" y="2451"/>
                    <a:pt x="142439" y="2451"/>
                  </a:cubicBezTo>
                  <a:lnTo>
                    <a:pt x="150009" y="2451"/>
                  </a:lnTo>
                  <a:cubicBezTo>
                    <a:pt x="151806" y="2451"/>
                    <a:pt x="153037" y="2734"/>
                    <a:pt x="153794" y="3394"/>
                  </a:cubicBezTo>
                  <a:cubicBezTo>
                    <a:pt x="154551" y="3960"/>
                    <a:pt x="155213" y="5279"/>
                    <a:pt x="155591" y="7071"/>
                  </a:cubicBezTo>
                  <a:lnTo>
                    <a:pt x="170542" y="70236"/>
                  </a:lnTo>
                  <a:lnTo>
                    <a:pt x="186912" y="7071"/>
                  </a:lnTo>
                  <a:cubicBezTo>
                    <a:pt x="187480" y="5185"/>
                    <a:pt x="188142" y="3960"/>
                    <a:pt x="188804" y="3394"/>
                  </a:cubicBezTo>
                  <a:cubicBezTo>
                    <a:pt x="189561" y="2828"/>
                    <a:pt x="190791" y="2451"/>
                    <a:pt x="192494" y="2451"/>
                  </a:cubicBezTo>
                  <a:lnTo>
                    <a:pt x="201295" y="2451"/>
                  </a:lnTo>
                  <a:cubicBezTo>
                    <a:pt x="202808" y="2451"/>
                    <a:pt x="203660" y="3205"/>
                    <a:pt x="203660" y="4808"/>
                  </a:cubicBezTo>
                  <a:cubicBezTo>
                    <a:pt x="203660" y="5279"/>
                    <a:pt x="203565" y="5751"/>
                    <a:pt x="203471" y="6316"/>
                  </a:cubicBezTo>
                  <a:cubicBezTo>
                    <a:pt x="203376" y="6882"/>
                    <a:pt x="203187" y="7636"/>
                    <a:pt x="202808" y="8673"/>
                  </a:cubicBezTo>
                  <a:lnTo>
                    <a:pt x="180004" y="81549"/>
                  </a:lnTo>
                  <a:cubicBezTo>
                    <a:pt x="179436" y="83435"/>
                    <a:pt x="178774" y="84660"/>
                    <a:pt x="178017" y="85226"/>
                  </a:cubicBezTo>
                  <a:cubicBezTo>
                    <a:pt x="177260" y="85792"/>
                    <a:pt x="176030" y="86169"/>
                    <a:pt x="174421" y="86169"/>
                  </a:cubicBezTo>
                  <a:lnTo>
                    <a:pt x="166284" y="86169"/>
                  </a:lnTo>
                  <a:cubicBezTo>
                    <a:pt x="164486" y="86169"/>
                    <a:pt x="163256" y="85886"/>
                    <a:pt x="162499" y="85226"/>
                  </a:cubicBezTo>
                  <a:cubicBezTo>
                    <a:pt x="161742" y="84566"/>
                    <a:pt x="161080" y="83341"/>
                    <a:pt x="160701" y="81455"/>
                  </a:cubicBezTo>
                  <a:lnTo>
                    <a:pt x="146034" y="20646"/>
                  </a:lnTo>
                  <a:lnTo>
                    <a:pt x="131463" y="81361"/>
                  </a:lnTo>
                  <a:cubicBezTo>
                    <a:pt x="130989" y="83246"/>
                    <a:pt x="130422" y="84472"/>
                    <a:pt x="129665" y="85132"/>
                  </a:cubicBezTo>
                  <a:cubicBezTo>
                    <a:pt x="128908" y="85792"/>
                    <a:pt x="127583" y="86074"/>
                    <a:pt x="125880" y="86074"/>
                  </a:cubicBezTo>
                  <a:lnTo>
                    <a:pt x="117742" y="86074"/>
                  </a:lnTo>
                  <a:cubicBezTo>
                    <a:pt x="116039" y="86074"/>
                    <a:pt x="114903" y="85792"/>
                    <a:pt x="114146" y="85132"/>
                  </a:cubicBezTo>
                  <a:cubicBezTo>
                    <a:pt x="113389" y="84566"/>
                    <a:pt x="112727" y="83246"/>
                    <a:pt x="112159" y="81455"/>
                  </a:cubicBezTo>
                  <a:lnTo>
                    <a:pt x="89923" y="8579"/>
                  </a:lnTo>
                  <a:cubicBezTo>
                    <a:pt x="89355" y="6694"/>
                    <a:pt x="89071" y="5468"/>
                    <a:pt x="89071" y="4808"/>
                  </a:cubicBezTo>
                  <a:cubicBezTo>
                    <a:pt x="89071" y="3300"/>
                    <a:pt x="89828" y="2451"/>
                    <a:pt x="91342" y="2451"/>
                  </a:cubicBezTo>
                  <a:close/>
                  <a:moveTo>
                    <a:pt x="47342" y="188"/>
                  </a:moveTo>
                  <a:cubicBezTo>
                    <a:pt x="58602" y="188"/>
                    <a:pt x="66835" y="2734"/>
                    <a:pt x="72134" y="7825"/>
                  </a:cubicBezTo>
                  <a:cubicBezTo>
                    <a:pt x="77338" y="12916"/>
                    <a:pt x="79987" y="20646"/>
                    <a:pt x="79987" y="31017"/>
                  </a:cubicBezTo>
                  <a:lnTo>
                    <a:pt x="79987" y="61563"/>
                  </a:lnTo>
                  <a:lnTo>
                    <a:pt x="80177" y="61563"/>
                  </a:lnTo>
                  <a:cubicBezTo>
                    <a:pt x="80177" y="65051"/>
                    <a:pt x="80555" y="67879"/>
                    <a:pt x="81217" y="69953"/>
                  </a:cubicBezTo>
                  <a:cubicBezTo>
                    <a:pt x="81974" y="72027"/>
                    <a:pt x="82921" y="74290"/>
                    <a:pt x="84245" y="76741"/>
                  </a:cubicBezTo>
                  <a:cubicBezTo>
                    <a:pt x="84718" y="77495"/>
                    <a:pt x="84908" y="78250"/>
                    <a:pt x="84908" y="78909"/>
                  </a:cubicBezTo>
                  <a:cubicBezTo>
                    <a:pt x="84908" y="79852"/>
                    <a:pt x="84340" y="80795"/>
                    <a:pt x="83110" y="81738"/>
                  </a:cubicBezTo>
                  <a:lnTo>
                    <a:pt x="77149" y="85697"/>
                  </a:lnTo>
                  <a:cubicBezTo>
                    <a:pt x="76297" y="86263"/>
                    <a:pt x="75446" y="86546"/>
                    <a:pt x="74689" y="86546"/>
                  </a:cubicBezTo>
                  <a:cubicBezTo>
                    <a:pt x="73742" y="86546"/>
                    <a:pt x="72796" y="86074"/>
                    <a:pt x="71850" y="85226"/>
                  </a:cubicBezTo>
                  <a:cubicBezTo>
                    <a:pt x="70525" y="83812"/>
                    <a:pt x="69390" y="82303"/>
                    <a:pt x="68443" y="80795"/>
                  </a:cubicBezTo>
                  <a:cubicBezTo>
                    <a:pt x="67497" y="79192"/>
                    <a:pt x="66551" y="77401"/>
                    <a:pt x="65510" y="75233"/>
                  </a:cubicBezTo>
                  <a:cubicBezTo>
                    <a:pt x="58129" y="83906"/>
                    <a:pt x="48856" y="88243"/>
                    <a:pt x="37691" y="88243"/>
                  </a:cubicBezTo>
                  <a:cubicBezTo>
                    <a:pt x="29742" y="88243"/>
                    <a:pt x="23403" y="85980"/>
                    <a:pt x="18766" y="81455"/>
                  </a:cubicBezTo>
                  <a:cubicBezTo>
                    <a:pt x="14130" y="76930"/>
                    <a:pt x="11764" y="70896"/>
                    <a:pt x="11764" y="63354"/>
                  </a:cubicBezTo>
                  <a:cubicBezTo>
                    <a:pt x="11764" y="55340"/>
                    <a:pt x="14603" y="48835"/>
                    <a:pt x="20375" y="43933"/>
                  </a:cubicBezTo>
                  <a:cubicBezTo>
                    <a:pt x="26147" y="39031"/>
                    <a:pt x="33811" y="36579"/>
                    <a:pt x="43557" y="36579"/>
                  </a:cubicBezTo>
                  <a:cubicBezTo>
                    <a:pt x="46775" y="36579"/>
                    <a:pt x="50086" y="36862"/>
                    <a:pt x="53587" y="37333"/>
                  </a:cubicBezTo>
                  <a:cubicBezTo>
                    <a:pt x="57089" y="37805"/>
                    <a:pt x="60684" y="38559"/>
                    <a:pt x="64469" y="39408"/>
                  </a:cubicBezTo>
                  <a:lnTo>
                    <a:pt x="64469" y="32525"/>
                  </a:lnTo>
                  <a:cubicBezTo>
                    <a:pt x="64469" y="25360"/>
                    <a:pt x="62955" y="20364"/>
                    <a:pt x="60022" y="17441"/>
                  </a:cubicBezTo>
                  <a:cubicBezTo>
                    <a:pt x="56994" y="14519"/>
                    <a:pt x="51884" y="13104"/>
                    <a:pt x="44598" y="13104"/>
                  </a:cubicBezTo>
                  <a:cubicBezTo>
                    <a:pt x="41286" y="13104"/>
                    <a:pt x="37880" y="13482"/>
                    <a:pt x="34379" y="14330"/>
                  </a:cubicBezTo>
                  <a:cubicBezTo>
                    <a:pt x="30878" y="15178"/>
                    <a:pt x="27471" y="16216"/>
                    <a:pt x="24160" y="17535"/>
                  </a:cubicBezTo>
                  <a:cubicBezTo>
                    <a:pt x="22646" y="18195"/>
                    <a:pt x="21510" y="18572"/>
                    <a:pt x="20848" y="18761"/>
                  </a:cubicBezTo>
                  <a:cubicBezTo>
                    <a:pt x="20185" y="18950"/>
                    <a:pt x="19712" y="19044"/>
                    <a:pt x="19334" y="19044"/>
                  </a:cubicBezTo>
                  <a:cubicBezTo>
                    <a:pt x="18009" y="19044"/>
                    <a:pt x="17347" y="18101"/>
                    <a:pt x="17347" y="16121"/>
                  </a:cubicBezTo>
                  <a:lnTo>
                    <a:pt x="17347" y="11502"/>
                  </a:lnTo>
                  <a:cubicBezTo>
                    <a:pt x="17347" y="9993"/>
                    <a:pt x="17536" y="8862"/>
                    <a:pt x="18009" y="8202"/>
                  </a:cubicBezTo>
                  <a:cubicBezTo>
                    <a:pt x="18482" y="7542"/>
                    <a:pt x="19334" y="6882"/>
                    <a:pt x="20659" y="6222"/>
                  </a:cubicBezTo>
                  <a:cubicBezTo>
                    <a:pt x="23970" y="4525"/>
                    <a:pt x="27945" y="3111"/>
                    <a:pt x="32581" y="1980"/>
                  </a:cubicBezTo>
                  <a:cubicBezTo>
                    <a:pt x="37218" y="754"/>
                    <a:pt x="42138" y="188"/>
                    <a:pt x="47342" y="188"/>
                  </a:cubicBezTo>
                  <a:close/>
                  <a:moveTo>
                    <a:pt x="242456" y="0"/>
                  </a:moveTo>
                  <a:cubicBezTo>
                    <a:pt x="244537" y="0"/>
                    <a:pt x="246714" y="94"/>
                    <a:pt x="248796" y="377"/>
                  </a:cubicBezTo>
                  <a:cubicBezTo>
                    <a:pt x="250972" y="660"/>
                    <a:pt x="252959" y="1037"/>
                    <a:pt x="254946" y="1414"/>
                  </a:cubicBezTo>
                  <a:cubicBezTo>
                    <a:pt x="256838" y="1885"/>
                    <a:pt x="258636" y="2357"/>
                    <a:pt x="260340" y="2922"/>
                  </a:cubicBezTo>
                  <a:cubicBezTo>
                    <a:pt x="262043" y="3488"/>
                    <a:pt x="263368" y="4054"/>
                    <a:pt x="264314" y="4620"/>
                  </a:cubicBezTo>
                  <a:cubicBezTo>
                    <a:pt x="265638" y="5374"/>
                    <a:pt x="266585" y="6128"/>
                    <a:pt x="267152" y="6976"/>
                  </a:cubicBezTo>
                  <a:cubicBezTo>
                    <a:pt x="267720" y="7731"/>
                    <a:pt x="268004" y="8768"/>
                    <a:pt x="268004" y="10088"/>
                  </a:cubicBezTo>
                  <a:lnTo>
                    <a:pt x="268004" y="14519"/>
                  </a:lnTo>
                  <a:cubicBezTo>
                    <a:pt x="268004" y="16498"/>
                    <a:pt x="267247" y="17535"/>
                    <a:pt x="265828" y="17535"/>
                  </a:cubicBezTo>
                  <a:cubicBezTo>
                    <a:pt x="265071" y="17535"/>
                    <a:pt x="263841" y="17158"/>
                    <a:pt x="262232" y="16404"/>
                  </a:cubicBezTo>
                  <a:cubicBezTo>
                    <a:pt x="256838" y="13953"/>
                    <a:pt x="250783" y="12727"/>
                    <a:pt x="244064" y="12727"/>
                  </a:cubicBezTo>
                  <a:cubicBezTo>
                    <a:pt x="238671" y="12727"/>
                    <a:pt x="234413" y="13576"/>
                    <a:pt x="231479" y="15367"/>
                  </a:cubicBezTo>
                  <a:cubicBezTo>
                    <a:pt x="228546" y="17158"/>
                    <a:pt x="227032" y="19892"/>
                    <a:pt x="227032" y="23758"/>
                  </a:cubicBezTo>
                  <a:cubicBezTo>
                    <a:pt x="227032" y="26397"/>
                    <a:pt x="227978" y="28660"/>
                    <a:pt x="229871" y="30451"/>
                  </a:cubicBezTo>
                  <a:cubicBezTo>
                    <a:pt x="231763" y="32243"/>
                    <a:pt x="235264" y="34034"/>
                    <a:pt x="240279" y="35636"/>
                  </a:cubicBezTo>
                  <a:lnTo>
                    <a:pt x="253716" y="39879"/>
                  </a:lnTo>
                  <a:cubicBezTo>
                    <a:pt x="260529" y="42047"/>
                    <a:pt x="265449" y="45064"/>
                    <a:pt x="268382" y="48930"/>
                  </a:cubicBezTo>
                  <a:cubicBezTo>
                    <a:pt x="271316" y="52795"/>
                    <a:pt x="272735" y="57226"/>
                    <a:pt x="272735" y="62128"/>
                  </a:cubicBezTo>
                  <a:cubicBezTo>
                    <a:pt x="272735" y="66182"/>
                    <a:pt x="271884" y="69859"/>
                    <a:pt x="270275" y="73064"/>
                  </a:cubicBezTo>
                  <a:cubicBezTo>
                    <a:pt x="268572" y="76270"/>
                    <a:pt x="266301" y="79098"/>
                    <a:pt x="263368" y="81361"/>
                  </a:cubicBezTo>
                  <a:cubicBezTo>
                    <a:pt x="260434" y="83718"/>
                    <a:pt x="256933" y="85415"/>
                    <a:pt x="252864" y="86640"/>
                  </a:cubicBezTo>
                  <a:cubicBezTo>
                    <a:pt x="248606" y="87960"/>
                    <a:pt x="244159" y="88620"/>
                    <a:pt x="239333" y="88620"/>
                  </a:cubicBezTo>
                  <a:cubicBezTo>
                    <a:pt x="234413" y="88620"/>
                    <a:pt x="229492" y="88054"/>
                    <a:pt x="224761" y="86923"/>
                  </a:cubicBezTo>
                  <a:cubicBezTo>
                    <a:pt x="220030" y="85792"/>
                    <a:pt x="216340" y="84566"/>
                    <a:pt x="213879" y="83152"/>
                  </a:cubicBezTo>
                  <a:cubicBezTo>
                    <a:pt x="212365" y="82303"/>
                    <a:pt x="211325" y="81361"/>
                    <a:pt x="210946" y="80512"/>
                  </a:cubicBezTo>
                  <a:cubicBezTo>
                    <a:pt x="210568" y="79664"/>
                    <a:pt x="210378" y="78721"/>
                    <a:pt x="210378" y="77872"/>
                  </a:cubicBezTo>
                  <a:lnTo>
                    <a:pt x="210378" y="73064"/>
                  </a:lnTo>
                  <a:cubicBezTo>
                    <a:pt x="210378" y="71084"/>
                    <a:pt x="211135" y="70142"/>
                    <a:pt x="212555" y="70142"/>
                  </a:cubicBezTo>
                  <a:cubicBezTo>
                    <a:pt x="213122" y="70142"/>
                    <a:pt x="213690" y="70236"/>
                    <a:pt x="214258" y="70425"/>
                  </a:cubicBezTo>
                  <a:cubicBezTo>
                    <a:pt x="214826" y="70613"/>
                    <a:pt x="215677" y="70990"/>
                    <a:pt x="216623" y="71367"/>
                  </a:cubicBezTo>
                  <a:cubicBezTo>
                    <a:pt x="219841" y="72782"/>
                    <a:pt x="223342" y="73913"/>
                    <a:pt x="227032" y="74667"/>
                  </a:cubicBezTo>
                  <a:cubicBezTo>
                    <a:pt x="230817" y="75421"/>
                    <a:pt x="234507" y="75798"/>
                    <a:pt x="238292" y="75798"/>
                  </a:cubicBezTo>
                  <a:cubicBezTo>
                    <a:pt x="244254" y="75798"/>
                    <a:pt x="248890" y="74761"/>
                    <a:pt x="252107" y="72687"/>
                  </a:cubicBezTo>
                  <a:cubicBezTo>
                    <a:pt x="255324" y="70613"/>
                    <a:pt x="257028" y="67596"/>
                    <a:pt x="257028" y="63731"/>
                  </a:cubicBezTo>
                  <a:cubicBezTo>
                    <a:pt x="257028" y="61091"/>
                    <a:pt x="256176" y="58923"/>
                    <a:pt x="254473" y="57132"/>
                  </a:cubicBezTo>
                  <a:cubicBezTo>
                    <a:pt x="252770" y="55340"/>
                    <a:pt x="249553" y="53738"/>
                    <a:pt x="244916" y="52229"/>
                  </a:cubicBezTo>
                  <a:lnTo>
                    <a:pt x="231196" y="47987"/>
                  </a:lnTo>
                  <a:cubicBezTo>
                    <a:pt x="224288" y="45818"/>
                    <a:pt x="219178" y="42613"/>
                    <a:pt x="216056" y="38370"/>
                  </a:cubicBezTo>
                  <a:cubicBezTo>
                    <a:pt x="212933" y="34222"/>
                    <a:pt x="211325" y="29603"/>
                    <a:pt x="211325" y="24700"/>
                  </a:cubicBezTo>
                  <a:cubicBezTo>
                    <a:pt x="211325" y="20741"/>
                    <a:pt x="212176" y="17253"/>
                    <a:pt x="213879" y="14236"/>
                  </a:cubicBezTo>
                  <a:cubicBezTo>
                    <a:pt x="215583" y="11219"/>
                    <a:pt x="217854" y="8579"/>
                    <a:pt x="220692" y="6505"/>
                  </a:cubicBezTo>
                  <a:cubicBezTo>
                    <a:pt x="223531" y="4337"/>
                    <a:pt x="226748" y="2734"/>
                    <a:pt x="230533" y="1603"/>
                  </a:cubicBezTo>
                  <a:cubicBezTo>
                    <a:pt x="234318" y="471"/>
                    <a:pt x="238292" y="0"/>
                    <a:pt x="242456" y="0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32282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E667C1-9221-D679-A26D-8A7D9257DB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Legacy Architecture Inside Branch Enable Lateral Threats </a:t>
            </a:r>
          </a:p>
        </p:txBody>
      </p:sp>
      <p:sp>
        <p:nvSpPr>
          <p:cNvPr id="3" name="Google Shape;2199;p5">
            <a:extLst>
              <a:ext uri="{FF2B5EF4-FFF2-40B4-BE49-F238E27FC236}">
                <a16:creationId xmlns:a16="http://schemas.microsoft.com/office/drawing/2014/main" id="{16AB2A45-EE02-3418-02F7-79BB0FBA5787}"/>
              </a:ext>
            </a:extLst>
          </p:cNvPr>
          <p:cNvSpPr/>
          <p:nvPr/>
        </p:nvSpPr>
        <p:spPr>
          <a:xfrm>
            <a:off x="9635306" y="4188740"/>
            <a:ext cx="1358749" cy="649833"/>
          </a:xfrm>
          <a:prstGeom prst="roundRect">
            <a:avLst>
              <a:gd name="adj" fmla="val 16667"/>
            </a:avLst>
          </a:prstGeom>
          <a:solidFill>
            <a:schemeClr val="bg1">
              <a:lumMod val="50000"/>
            </a:schemeClr>
          </a:solidFill>
          <a:ln>
            <a:solidFill>
              <a:schemeClr val="tx1"/>
            </a:solidFill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1744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" name="Google Shape;2200;p5">
            <a:extLst>
              <a:ext uri="{FF2B5EF4-FFF2-40B4-BE49-F238E27FC236}">
                <a16:creationId xmlns:a16="http://schemas.microsoft.com/office/drawing/2014/main" id="{8700E1EA-E80E-3CF6-9955-0E6F3B827D0F}"/>
              </a:ext>
            </a:extLst>
          </p:cNvPr>
          <p:cNvSpPr/>
          <p:nvPr/>
        </p:nvSpPr>
        <p:spPr>
          <a:xfrm>
            <a:off x="7229551" y="4189417"/>
            <a:ext cx="2126305" cy="649833"/>
          </a:xfrm>
          <a:prstGeom prst="roundRect">
            <a:avLst>
              <a:gd name="adj" fmla="val 16667"/>
            </a:avLst>
          </a:prstGeom>
          <a:solidFill>
            <a:schemeClr val="bg1">
              <a:lumMod val="50000"/>
            </a:schemeClr>
          </a:solidFill>
          <a:ln>
            <a:solidFill>
              <a:schemeClr val="tx1"/>
            </a:solidFill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1744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" name="Google Shape;2201;p5">
            <a:extLst>
              <a:ext uri="{FF2B5EF4-FFF2-40B4-BE49-F238E27FC236}">
                <a16:creationId xmlns:a16="http://schemas.microsoft.com/office/drawing/2014/main" id="{28173950-0975-EAD9-EA12-A1D6685A2285}"/>
              </a:ext>
            </a:extLst>
          </p:cNvPr>
          <p:cNvGrpSpPr/>
          <p:nvPr/>
        </p:nvGrpSpPr>
        <p:grpSpPr>
          <a:xfrm>
            <a:off x="7997644" y="3553999"/>
            <a:ext cx="623271" cy="123825"/>
            <a:chOff x="8187608" y="4926434"/>
            <a:chExt cx="1082700" cy="215100"/>
          </a:xfrm>
        </p:grpSpPr>
        <p:sp>
          <p:nvSpPr>
            <p:cNvPr id="6" name="Google Shape;2202;p5">
              <a:extLst>
                <a:ext uri="{FF2B5EF4-FFF2-40B4-BE49-F238E27FC236}">
                  <a16:creationId xmlns:a16="http://schemas.microsoft.com/office/drawing/2014/main" id="{5A03465F-3181-6A14-EF0C-DC05836D9444}"/>
                </a:ext>
              </a:extLst>
            </p:cNvPr>
            <p:cNvSpPr/>
            <p:nvPr/>
          </p:nvSpPr>
          <p:spPr>
            <a:xfrm>
              <a:off x="8187608" y="4926434"/>
              <a:ext cx="1082700" cy="215100"/>
            </a:xfrm>
            <a:prstGeom prst="roundRect">
              <a:avLst>
                <a:gd name="adj" fmla="val 16667"/>
              </a:avLst>
            </a:prstGeom>
            <a:noFill/>
            <a:ln w="1587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2203;p5">
              <a:extLst>
                <a:ext uri="{FF2B5EF4-FFF2-40B4-BE49-F238E27FC236}">
                  <a16:creationId xmlns:a16="http://schemas.microsoft.com/office/drawing/2014/main" id="{A887C405-E71D-CC6D-7653-928FF7CD9A2F}"/>
                </a:ext>
              </a:extLst>
            </p:cNvPr>
            <p:cNvSpPr/>
            <p:nvPr/>
          </p:nvSpPr>
          <p:spPr>
            <a:xfrm>
              <a:off x="8258373" y="5012530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2204;p5">
              <a:extLst>
                <a:ext uri="{FF2B5EF4-FFF2-40B4-BE49-F238E27FC236}">
                  <a16:creationId xmlns:a16="http://schemas.microsoft.com/office/drawing/2014/main" id="{556F445F-2EDF-05C7-B0C4-3485B05B9DCE}"/>
                </a:ext>
              </a:extLst>
            </p:cNvPr>
            <p:cNvSpPr/>
            <p:nvPr/>
          </p:nvSpPr>
          <p:spPr>
            <a:xfrm>
              <a:off x="8410773" y="5012575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2205;p5">
              <a:extLst>
                <a:ext uri="{FF2B5EF4-FFF2-40B4-BE49-F238E27FC236}">
                  <a16:creationId xmlns:a16="http://schemas.microsoft.com/office/drawing/2014/main" id="{70A03EF6-33CD-F417-63E5-BB05885657BF}"/>
                </a:ext>
              </a:extLst>
            </p:cNvPr>
            <p:cNvSpPr/>
            <p:nvPr/>
          </p:nvSpPr>
          <p:spPr>
            <a:xfrm>
              <a:off x="8563159" y="5012590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2206;p5">
              <a:extLst>
                <a:ext uri="{FF2B5EF4-FFF2-40B4-BE49-F238E27FC236}">
                  <a16:creationId xmlns:a16="http://schemas.microsoft.com/office/drawing/2014/main" id="{90D7CA89-2FE3-27A8-6DC4-763F887E9F46}"/>
                </a:ext>
              </a:extLst>
            </p:cNvPr>
            <p:cNvSpPr/>
            <p:nvPr/>
          </p:nvSpPr>
          <p:spPr>
            <a:xfrm>
              <a:off x="8714727" y="5012578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" name="Google Shape;2207;p5">
            <a:extLst>
              <a:ext uri="{FF2B5EF4-FFF2-40B4-BE49-F238E27FC236}">
                <a16:creationId xmlns:a16="http://schemas.microsoft.com/office/drawing/2014/main" id="{C14BC3E6-3DB4-3FB7-C90B-6C4AB0F8F9E5}"/>
              </a:ext>
            </a:extLst>
          </p:cNvPr>
          <p:cNvSpPr/>
          <p:nvPr/>
        </p:nvSpPr>
        <p:spPr>
          <a:xfrm>
            <a:off x="7456492" y="4474351"/>
            <a:ext cx="232214" cy="197678"/>
          </a:xfrm>
          <a:custGeom>
            <a:avLst/>
            <a:gdLst/>
            <a:ahLst/>
            <a:cxnLst/>
            <a:rect l="l" t="t" r="r" b="b"/>
            <a:pathLst>
              <a:path w="663511" h="564832" extrusionOk="0">
                <a:moveTo>
                  <a:pt x="69342" y="305181"/>
                </a:moveTo>
                <a:lnTo>
                  <a:pt x="594074" y="305181"/>
                </a:lnTo>
                <a:cubicBezTo>
                  <a:pt x="601980" y="305181"/>
                  <a:pt x="608362" y="311563"/>
                  <a:pt x="608362" y="319469"/>
                </a:cubicBezTo>
                <a:cubicBezTo>
                  <a:pt x="608362" y="327374"/>
                  <a:pt x="601980" y="333756"/>
                  <a:pt x="594074" y="333756"/>
                </a:cubicBezTo>
                <a:lnTo>
                  <a:pt x="69342" y="333756"/>
                </a:lnTo>
                <a:cubicBezTo>
                  <a:pt x="61436" y="333756"/>
                  <a:pt x="55055" y="327374"/>
                  <a:pt x="55055" y="319469"/>
                </a:cubicBezTo>
                <a:cubicBezTo>
                  <a:pt x="55055" y="311563"/>
                  <a:pt x="61436" y="305181"/>
                  <a:pt x="69342" y="305181"/>
                </a:cubicBezTo>
                <a:close/>
                <a:moveTo>
                  <a:pt x="609029" y="113919"/>
                </a:moveTo>
                <a:lnTo>
                  <a:pt x="54483" y="113919"/>
                </a:lnTo>
                <a:cubicBezTo>
                  <a:pt x="24479" y="113919"/>
                  <a:pt x="0" y="138303"/>
                  <a:pt x="0" y="168402"/>
                </a:cubicBezTo>
                <a:lnTo>
                  <a:pt x="0" y="395954"/>
                </a:lnTo>
                <a:cubicBezTo>
                  <a:pt x="0" y="425958"/>
                  <a:pt x="24384" y="450437"/>
                  <a:pt x="54483" y="450437"/>
                </a:cubicBezTo>
                <a:lnTo>
                  <a:pt x="90964" y="450437"/>
                </a:lnTo>
                <a:cubicBezTo>
                  <a:pt x="98870" y="450437"/>
                  <a:pt x="105251" y="444056"/>
                  <a:pt x="105251" y="436150"/>
                </a:cubicBezTo>
                <a:cubicBezTo>
                  <a:pt x="105251" y="428244"/>
                  <a:pt x="98870" y="421862"/>
                  <a:pt x="90964" y="421862"/>
                </a:cubicBezTo>
                <a:lnTo>
                  <a:pt x="54483" y="421862"/>
                </a:lnTo>
                <a:cubicBezTo>
                  <a:pt x="40195" y="421862"/>
                  <a:pt x="28575" y="410242"/>
                  <a:pt x="28575" y="395954"/>
                </a:cubicBezTo>
                <a:lnTo>
                  <a:pt x="28575" y="168402"/>
                </a:lnTo>
                <a:cubicBezTo>
                  <a:pt x="28575" y="154115"/>
                  <a:pt x="40195" y="142494"/>
                  <a:pt x="54483" y="142494"/>
                </a:cubicBezTo>
                <a:lnTo>
                  <a:pt x="609029" y="142494"/>
                </a:lnTo>
                <a:cubicBezTo>
                  <a:pt x="623316" y="142494"/>
                  <a:pt x="634937" y="154115"/>
                  <a:pt x="634937" y="168402"/>
                </a:cubicBezTo>
                <a:lnTo>
                  <a:pt x="634937" y="395954"/>
                </a:lnTo>
                <a:cubicBezTo>
                  <a:pt x="634937" y="410242"/>
                  <a:pt x="623316" y="421862"/>
                  <a:pt x="609029" y="421862"/>
                </a:cubicBezTo>
                <a:lnTo>
                  <a:pt x="572548" y="421862"/>
                </a:lnTo>
                <a:cubicBezTo>
                  <a:pt x="564642" y="421862"/>
                  <a:pt x="558260" y="428244"/>
                  <a:pt x="558260" y="436150"/>
                </a:cubicBezTo>
                <a:cubicBezTo>
                  <a:pt x="558260" y="444056"/>
                  <a:pt x="564642" y="450437"/>
                  <a:pt x="572548" y="450437"/>
                </a:cubicBezTo>
                <a:lnTo>
                  <a:pt x="609029" y="450437"/>
                </a:lnTo>
                <a:cubicBezTo>
                  <a:pt x="639032" y="450437"/>
                  <a:pt x="663512" y="426053"/>
                  <a:pt x="663512" y="395954"/>
                </a:cubicBezTo>
                <a:lnTo>
                  <a:pt x="663512" y="168402"/>
                </a:lnTo>
                <a:cubicBezTo>
                  <a:pt x="663512" y="138398"/>
                  <a:pt x="639128" y="113919"/>
                  <a:pt x="609029" y="113919"/>
                </a:cubicBezTo>
                <a:close/>
                <a:moveTo>
                  <a:pt x="521399" y="363474"/>
                </a:moveTo>
                <a:cubicBezTo>
                  <a:pt x="513493" y="363474"/>
                  <a:pt x="507111" y="369856"/>
                  <a:pt x="507111" y="377762"/>
                </a:cubicBezTo>
                <a:lnTo>
                  <a:pt x="507111" y="510350"/>
                </a:lnTo>
                <a:cubicBezTo>
                  <a:pt x="507111" y="524637"/>
                  <a:pt x="495491" y="536258"/>
                  <a:pt x="481203" y="536258"/>
                </a:cubicBezTo>
                <a:lnTo>
                  <a:pt x="182213" y="536258"/>
                </a:lnTo>
                <a:cubicBezTo>
                  <a:pt x="167926" y="536258"/>
                  <a:pt x="156305" y="524637"/>
                  <a:pt x="156305" y="510350"/>
                </a:cubicBezTo>
                <a:lnTo>
                  <a:pt x="156305" y="377762"/>
                </a:lnTo>
                <a:cubicBezTo>
                  <a:pt x="156305" y="369856"/>
                  <a:pt x="149924" y="363474"/>
                  <a:pt x="142018" y="363474"/>
                </a:cubicBezTo>
                <a:cubicBezTo>
                  <a:pt x="134112" y="363474"/>
                  <a:pt x="127730" y="369856"/>
                  <a:pt x="127730" y="377762"/>
                </a:cubicBezTo>
                <a:lnTo>
                  <a:pt x="127730" y="510350"/>
                </a:lnTo>
                <a:cubicBezTo>
                  <a:pt x="127730" y="540353"/>
                  <a:pt x="152210" y="564833"/>
                  <a:pt x="182213" y="564833"/>
                </a:cubicBezTo>
                <a:lnTo>
                  <a:pt x="481108" y="564833"/>
                </a:lnTo>
                <a:cubicBezTo>
                  <a:pt x="511112" y="564833"/>
                  <a:pt x="535591" y="540449"/>
                  <a:pt x="535591" y="510350"/>
                </a:cubicBezTo>
                <a:lnTo>
                  <a:pt x="535591" y="377762"/>
                </a:lnTo>
                <a:cubicBezTo>
                  <a:pt x="535591" y="369856"/>
                  <a:pt x="529209" y="363474"/>
                  <a:pt x="521303" y="363474"/>
                </a:cubicBezTo>
                <a:close/>
                <a:moveTo>
                  <a:pt x="142113" y="92678"/>
                </a:moveTo>
                <a:cubicBezTo>
                  <a:pt x="150019" y="92678"/>
                  <a:pt x="156401" y="86297"/>
                  <a:pt x="156401" y="78391"/>
                </a:cubicBezTo>
                <a:lnTo>
                  <a:pt x="156401" y="54483"/>
                </a:lnTo>
                <a:cubicBezTo>
                  <a:pt x="156401" y="40195"/>
                  <a:pt x="168021" y="28575"/>
                  <a:pt x="182309" y="28575"/>
                </a:cubicBezTo>
                <a:lnTo>
                  <a:pt x="481203" y="28575"/>
                </a:lnTo>
                <a:cubicBezTo>
                  <a:pt x="495491" y="28575"/>
                  <a:pt x="507111" y="40195"/>
                  <a:pt x="507111" y="54483"/>
                </a:cubicBezTo>
                <a:lnTo>
                  <a:pt x="507111" y="78391"/>
                </a:lnTo>
                <a:cubicBezTo>
                  <a:pt x="507111" y="86297"/>
                  <a:pt x="513493" y="92678"/>
                  <a:pt x="521399" y="92678"/>
                </a:cubicBezTo>
                <a:cubicBezTo>
                  <a:pt x="529304" y="92678"/>
                  <a:pt x="535686" y="86297"/>
                  <a:pt x="535686" y="78391"/>
                </a:cubicBezTo>
                <a:lnTo>
                  <a:pt x="535686" y="54483"/>
                </a:lnTo>
                <a:cubicBezTo>
                  <a:pt x="535686" y="24479"/>
                  <a:pt x="511207" y="0"/>
                  <a:pt x="481203" y="0"/>
                </a:cubicBezTo>
                <a:lnTo>
                  <a:pt x="182213" y="0"/>
                </a:lnTo>
                <a:cubicBezTo>
                  <a:pt x="152210" y="0"/>
                  <a:pt x="127730" y="24384"/>
                  <a:pt x="127730" y="54483"/>
                </a:cubicBezTo>
                <a:lnTo>
                  <a:pt x="127730" y="78391"/>
                </a:lnTo>
                <a:cubicBezTo>
                  <a:pt x="127730" y="86297"/>
                  <a:pt x="134112" y="92678"/>
                  <a:pt x="142018" y="92678"/>
                </a:cubicBezTo>
                <a:close/>
                <a:moveTo>
                  <a:pt x="445961" y="363569"/>
                </a:moveTo>
                <a:lnTo>
                  <a:pt x="217456" y="363569"/>
                </a:lnTo>
                <a:cubicBezTo>
                  <a:pt x="209550" y="363569"/>
                  <a:pt x="203168" y="369951"/>
                  <a:pt x="203168" y="377857"/>
                </a:cubicBezTo>
                <a:cubicBezTo>
                  <a:pt x="203168" y="385763"/>
                  <a:pt x="209550" y="392144"/>
                  <a:pt x="217456" y="392144"/>
                </a:cubicBezTo>
                <a:lnTo>
                  <a:pt x="445961" y="392144"/>
                </a:lnTo>
                <a:cubicBezTo>
                  <a:pt x="453866" y="392144"/>
                  <a:pt x="460248" y="385763"/>
                  <a:pt x="460248" y="377857"/>
                </a:cubicBezTo>
                <a:cubicBezTo>
                  <a:pt x="460248" y="369951"/>
                  <a:pt x="453866" y="363569"/>
                  <a:pt x="445961" y="363569"/>
                </a:cubicBezTo>
                <a:close/>
                <a:moveTo>
                  <a:pt x="445961" y="421862"/>
                </a:moveTo>
                <a:lnTo>
                  <a:pt x="217456" y="421862"/>
                </a:lnTo>
                <a:cubicBezTo>
                  <a:pt x="209550" y="421862"/>
                  <a:pt x="203168" y="428244"/>
                  <a:pt x="203168" y="436150"/>
                </a:cubicBezTo>
                <a:cubicBezTo>
                  <a:pt x="203168" y="444056"/>
                  <a:pt x="209550" y="450437"/>
                  <a:pt x="217456" y="450437"/>
                </a:cubicBezTo>
                <a:lnTo>
                  <a:pt x="445961" y="450437"/>
                </a:lnTo>
                <a:cubicBezTo>
                  <a:pt x="453866" y="450437"/>
                  <a:pt x="460248" y="444056"/>
                  <a:pt x="460248" y="436150"/>
                </a:cubicBezTo>
                <a:cubicBezTo>
                  <a:pt x="460248" y="428244"/>
                  <a:pt x="453866" y="421862"/>
                  <a:pt x="445961" y="421862"/>
                </a:cubicBezTo>
                <a:close/>
                <a:moveTo>
                  <a:pt x="608362" y="187547"/>
                </a:moveTo>
                <a:cubicBezTo>
                  <a:pt x="608362" y="177070"/>
                  <a:pt x="599789" y="168497"/>
                  <a:pt x="589312" y="168497"/>
                </a:cubicBezTo>
                <a:cubicBezTo>
                  <a:pt x="578834" y="168497"/>
                  <a:pt x="570262" y="177070"/>
                  <a:pt x="570262" y="187547"/>
                </a:cubicBezTo>
                <a:cubicBezTo>
                  <a:pt x="570262" y="198025"/>
                  <a:pt x="578834" y="206597"/>
                  <a:pt x="589312" y="206597"/>
                </a:cubicBezTo>
                <a:cubicBezTo>
                  <a:pt x="599789" y="206597"/>
                  <a:pt x="608362" y="198025"/>
                  <a:pt x="608362" y="187547"/>
                </a:cubicBezTo>
                <a:close/>
                <a:moveTo>
                  <a:pt x="551212" y="187547"/>
                </a:moveTo>
                <a:cubicBezTo>
                  <a:pt x="551212" y="177070"/>
                  <a:pt x="542639" y="168497"/>
                  <a:pt x="532162" y="168497"/>
                </a:cubicBezTo>
                <a:cubicBezTo>
                  <a:pt x="521684" y="168497"/>
                  <a:pt x="513112" y="177070"/>
                  <a:pt x="513112" y="187547"/>
                </a:cubicBezTo>
                <a:cubicBezTo>
                  <a:pt x="513112" y="198025"/>
                  <a:pt x="521684" y="206597"/>
                  <a:pt x="532162" y="206597"/>
                </a:cubicBezTo>
                <a:cubicBezTo>
                  <a:pt x="542639" y="206597"/>
                  <a:pt x="551212" y="198025"/>
                  <a:pt x="551212" y="18754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1744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12" name="Google Shape;2208;p5">
            <a:extLst>
              <a:ext uri="{FF2B5EF4-FFF2-40B4-BE49-F238E27FC236}">
                <a16:creationId xmlns:a16="http://schemas.microsoft.com/office/drawing/2014/main" id="{D5A107C0-F7F2-4E48-7387-2B28E551F0F3}"/>
              </a:ext>
            </a:extLst>
          </p:cNvPr>
          <p:cNvCxnSpPr/>
          <p:nvPr/>
        </p:nvCxnSpPr>
        <p:spPr>
          <a:xfrm rot="-5400000">
            <a:off x="7534790" y="3724784"/>
            <a:ext cx="602700" cy="530100"/>
          </a:xfrm>
          <a:prstGeom prst="bentConnector3">
            <a:avLst>
              <a:gd name="adj1" fmla="val 49998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3" name="Google Shape;2209;p5">
            <a:extLst>
              <a:ext uri="{FF2B5EF4-FFF2-40B4-BE49-F238E27FC236}">
                <a16:creationId xmlns:a16="http://schemas.microsoft.com/office/drawing/2014/main" id="{1E40FAF0-4197-18FF-463A-C372DDAA82BE}"/>
              </a:ext>
            </a:extLst>
          </p:cNvPr>
          <p:cNvCxnSpPr/>
          <p:nvPr/>
        </p:nvCxnSpPr>
        <p:spPr>
          <a:xfrm rot="-5400000" flipH="1">
            <a:off x="8414720" y="3721096"/>
            <a:ext cx="599400" cy="537600"/>
          </a:xfrm>
          <a:prstGeom prst="bentConnector3">
            <a:avLst>
              <a:gd name="adj1" fmla="val 47937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4" name="Google Shape;2210;p5">
            <a:extLst>
              <a:ext uri="{FF2B5EF4-FFF2-40B4-BE49-F238E27FC236}">
                <a16:creationId xmlns:a16="http://schemas.microsoft.com/office/drawing/2014/main" id="{9A157258-D0A8-15A8-DB34-AB22F843ECFA}"/>
              </a:ext>
            </a:extLst>
          </p:cNvPr>
          <p:cNvCxnSpPr/>
          <p:nvPr/>
        </p:nvCxnSpPr>
        <p:spPr>
          <a:xfrm>
            <a:off x="8275459" y="3688504"/>
            <a:ext cx="0" cy="616411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5" name="Google Shape;2211;p5">
            <a:extLst>
              <a:ext uri="{FF2B5EF4-FFF2-40B4-BE49-F238E27FC236}">
                <a16:creationId xmlns:a16="http://schemas.microsoft.com/office/drawing/2014/main" id="{57FB75F9-9347-A46D-D562-C49EB57E3719}"/>
              </a:ext>
            </a:extLst>
          </p:cNvPr>
          <p:cNvCxnSpPr/>
          <p:nvPr/>
        </p:nvCxnSpPr>
        <p:spPr>
          <a:xfrm rot="10800000">
            <a:off x="8214022" y="3388599"/>
            <a:ext cx="0" cy="170989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" name="Google Shape;2212;p5">
            <a:extLst>
              <a:ext uri="{FF2B5EF4-FFF2-40B4-BE49-F238E27FC236}">
                <a16:creationId xmlns:a16="http://schemas.microsoft.com/office/drawing/2014/main" id="{5611CC79-7030-C572-2374-FB840C78EB87}"/>
              </a:ext>
            </a:extLst>
          </p:cNvPr>
          <p:cNvCxnSpPr/>
          <p:nvPr/>
        </p:nvCxnSpPr>
        <p:spPr>
          <a:xfrm rot="10800000">
            <a:off x="7809804" y="3217670"/>
            <a:ext cx="0" cy="170929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7" name="Google Shape;2213;p5">
            <a:extLst>
              <a:ext uri="{FF2B5EF4-FFF2-40B4-BE49-F238E27FC236}">
                <a16:creationId xmlns:a16="http://schemas.microsoft.com/office/drawing/2014/main" id="{EA8F3DAD-381D-B5CF-B274-6621825C97D7}"/>
              </a:ext>
            </a:extLst>
          </p:cNvPr>
          <p:cNvCxnSpPr/>
          <p:nvPr/>
        </p:nvCxnSpPr>
        <p:spPr>
          <a:xfrm>
            <a:off x="7804467" y="3393380"/>
            <a:ext cx="409557" cy="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8" name="Google Shape;2214;p5">
            <a:extLst>
              <a:ext uri="{FF2B5EF4-FFF2-40B4-BE49-F238E27FC236}">
                <a16:creationId xmlns:a16="http://schemas.microsoft.com/office/drawing/2014/main" id="{BFB899B3-CE78-EC4D-7274-639591C4C374}"/>
              </a:ext>
            </a:extLst>
          </p:cNvPr>
          <p:cNvCxnSpPr/>
          <p:nvPr/>
        </p:nvCxnSpPr>
        <p:spPr>
          <a:xfrm rot="10800000">
            <a:off x="8469369" y="3388599"/>
            <a:ext cx="0" cy="170989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9" name="Google Shape;2215;p5">
            <a:extLst>
              <a:ext uri="{FF2B5EF4-FFF2-40B4-BE49-F238E27FC236}">
                <a16:creationId xmlns:a16="http://schemas.microsoft.com/office/drawing/2014/main" id="{831F2C9C-817B-4406-B90F-86DD8AA12CD3}"/>
              </a:ext>
            </a:extLst>
          </p:cNvPr>
          <p:cNvCxnSpPr/>
          <p:nvPr/>
        </p:nvCxnSpPr>
        <p:spPr>
          <a:xfrm rot="10800000">
            <a:off x="8956375" y="3235782"/>
            <a:ext cx="0" cy="15539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0" name="Google Shape;2216;p5">
            <a:extLst>
              <a:ext uri="{FF2B5EF4-FFF2-40B4-BE49-F238E27FC236}">
                <a16:creationId xmlns:a16="http://schemas.microsoft.com/office/drawing/2014/main" id="{E4821FC1-F2A6-518D-F76D-979D9BA88F01}"/>
              </a:ext>
            </a:extLst>
          </p:cNvPr>
          <p:cNvCxnSpPr/>
          <p:nvPr/>
        </p:nvCxnSpPr>
        <p:spPr>
          <a:xfrm>
            <a:off x="8464214" y="3395299"/>
            <a:ext cx="492163" cy="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" name="Google Shape;2217;p5">
            <a:extLst>
              <a:ext uri="{FF2B5EF4-FFF2-40B4-BE49-F238E27FC236}">
                <a16:creationId xmlns:a16="http://schemas.microsoft.com/office/drawing/2014/main" id="{E06211E5-E714-47D6-7262-CA6DC19BFFE0}"/>
              </a:ext>
            </a:extLst>
          </p:cNvPr>
          <p:cNvSpPr txBox="1"/>
          <p:nvPr/>
        </p:nvSpPr>
        <p:spPr>
          <a:xfrm>
            <a:off x="8376794" y="3663340"/>
            <a:ext cx="528077" cy="276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L2/L3 switch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2" name="Google Shape;2218;p5">
            <a:extLst>
              <a:ext uri="{FF2B5EF4-FFF2-40B4-BE49-F238E27FC236}">
                <a16:creationId xmlns:a16="http://schemas.microsoft.com/office/drawing/2014/main" id="{54F71C0D-BC64-A8AE-0456-3AA5B6529980}"/>
              </a:ext>
            </a:extLst>
          </p:cNvPr>
          <p:cNvSpPr/>
          <p:nvPr/>
        </p:nvSpPr>
        <p:spPr>
          <a:xfrm>
            <a:off x="6919543" y="2969121"/>
            <a:ext cx="4276319" cy="2291914"/>
          </a:xfrm>
          <a:prstGeom prst="roundRect">
            <a:avLst>
              <a:gd name="adj" fmla="val 5436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1744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3" name="Google Shape;2219;p5">
            <a:extLst>
              <a:ext uri="{FF2B5EF4-FFF2-40B4-BE49-F238E27FC236}">
                <a16:creationId xmlns:a16="http://schemas.microsoft.com/office/drawing/2014/main" id="{3A5ADE64-C4A9-E48F-0F09-37C33A12E4E1}"/>
              </a:ext>
            </a:extLst>
          </p:cNvPr>
          <p:cNvSpPr/>
          <p:nvPr/>
        </p:nvSpPr>
        <p:spPr>
          <a:xfrm flipH="1">
            <a:off x="9815959" y="4444854"/>
            <a:ext cx="217211" cy="216527"/>
          </a:xfrm>
          <a:custGeom>
            <a:avLst/>
            <a:gdLst/>
            <a:ahLst/>
            <a:cxnLst/>
            <a:rect l="l" t="t" r="r" b="b"/>
            <a:pathLst>
              <a:path w="636460" h="608457" extrusionOk="0">
                <a:moveTo>
                  <a:pt x="179927" y="551021"/>
                </a:moveTo>
                <a:cubicBezTo>
                  <a:pt x="214027" y="551021"/>
                  <a:pt x="241840" y="523208"/>
                  <a:pt x="241840" y="489109"/>
                </a:cubicBezTo>
                <a:lnTo>
                  <a:pt x="241840" y="400050"/>
                </a:lnTo>
                <a:cubicBezTo>
                  <a:pt x="241840" y="365950"/>
                  <a:pt x="214027" y="338138"/>
                  <a:pt x="179927" y="338138"/>
                </a:cubicBezTo>
                <a:lnTo>
                  <a:pt x="90869" y="338138"/>
                </a:lnTo>
                <a:cubicBezTo>
                  <a:pt x="56769" y="338138"/>
                  <a:pt x="28956" y="365950"/>
                  <a:pt x="28956" y="400050"/>
                </a:cubicBezTo>
                <a:lnTo>
                  <a:pt x="28956" y="489109"/>
                </a:lnTo>
                <a:cubicBezTo>
                  <a:pt x="28956" y="523208"/>
                  <a:pt x="56769" y="551021"/>
                  <a:pt x="90869" y="551021"/>
                </a:cubicBezTo>
                <a:lnTo>
                  <a:pt x="179927" y="551021"/>
                </a:lnTo>
                <a:close/>
                <a:moveTo>
                  <a:pt x="57531" y="489109"/>
                </a:moveTo>
                <a:lnTo>
                  <a:pt x="57531" y="400050"/>
                </a:lnTo>
                <a:cubicBezTo>
                  <a:pt x="57531" y="381667"/>
                  <a:pt x="72485" y="366713"/>
                  <a:pt x="90869" y="366713"/>
                </a:cubicBezTo>
                <a:lnTo>
                  <a:pt x="179927" y="366713"/>
                </a:lnTo>
                <a:cubicBezTo>
                  <a:pt x="198311" y="366713"/>
                  <a:pt x="213265" y="381667"/>
                  <a:pt x="213265" y="400050"/>
                </a:cubicBezTo>
                <a:lnTo>
                  <a:pt x="213265" y="489109"/>
                </a:lnTo>
                <a:cubicBezTo>
                  <a:pt x="213265" y="507492"/>
                  <a:pt x="198311" y="522446"/>
                  <a:pt x="179927" y="522446"/>
                </a:cubicBezTo>
                <a:lnTo>
                  <a:pt x="90869" y="522446"/>
                </a:lnTo>
                <a:cubicBezTo>
                  <a:pt x="72485" y="522446"/>
                  <a:pt x="57531" y="507492"/>
                  <a:pt x="57531" y="489109"/>
                </a:cubicBezTo>
                <a:close/>
                <a:moveTo>
                  <a:pt x="270891" y="300038"/>
                </a:moveTo>
                <a:lnTo>
                  <a:pt x="270891" y="318230"/>
                </a:lnTo>
                <a:cubicBezTo>
                  <a:pt x="270891" y="326136"/>
                  <a:pt x="264509" y="332518"/>
                  <a:pt x="256604" y="332518"/>
                </a:cubicBezTo>
                <a:cubicBezTo>
                  <a:pt x="248698" y="332518"/>
                  <a:pt x="242316" y="326136"/>
                  <a:pt x="242316" y="318230"/>
                </a:cubicBezTo>
                <a:lnTo>
                  <a:pt x="242316" y="300133"/>
                </a:lnTo>
                <a:cubicBezTo>
                  <a:pt x="242316" y="293656"/>
                  <a:pt x="238697" y="287846"/>
                  <a:pt x="232886" y="284988"/>
                </a:cubicBezTo>
                <a:lnTo>
                  <a:pt x="135446" y="236601"/>
                </a:lnTo>
                <a:lnTo>
                  <a:pt x="37910" y="284988"/>
                </a:lnTo>
                <a:cubicBezTo>
                  <a:pt x="32195" y="287846"/>
                  <a:pt x="28575" y="293656"/>
                  <a:pt x="28575" y="300133"/>
                </a:cubicBezTo>
                <a:lnTo>
                  <a:pt x="28575" y="318230"/>
                </a:lnTo>
                <a:cubicBezTo>
                  <a:pt x="28575" y="326136"/>
                  <a:pt x="22193" y="332518"/>
                  <a:pt x="14288" y="332518"/>
                </a:cubicBezTo>
                <a:cubicBezTo>
                  <a:pt x="6382" y="332518"/>
                  <a:pt x="0" y="326136"/>
                  <a:pt x="0" y="318230"/>
                </a:cubicBezTo>
                <a:lnTo>
                  <a:pt x="0" y="300133"/>
                </a:lnTo>
                <a:cubicBezTo>
                  <a:pt x="0" y="282797"/>
                  <a:pt x="9716" y="267176"/>
                  <a:pt x="25146" y="259461"/>
                </a:cubicBezTo>
                <a:lnTo>
                  <a:pt x="121158" y="211836"/>
                </a:lnTo>
                <a:lnTo>
                  <a:pt x="121158" y="180404"/>
                </a:lnTo>
                <a:cubicBezTo>
                  <a:pt x="121158" y="172498"/>
                  <a:pt x="127540" y="166116"/>
                  <a:pt x="135446" y="166116"/>
                </a:cubicBezTo>
                <a:cubicBezTo>
                  <a:pt x="143351" y="166116"/>
                  <a:pt x="149733" y="172498"/>
                  <a:pt x="149733" y="180404"/>
                </a:cubicBezTo>
                <a:lnTo>
                  <a:pt x="149733" y="211836"/>
                </a:lnTo>
                <a:lnTo>
                  <a:pt x="245650" y="259461"/>
                </a:lnTo>
                <a:cubicBezTo>
                  <a:pt x="261176" y="267272"/>
                  <a:pt x="270796" y="282797"/>
                  <a:pt x="270891" y="300133"/>
                </a:cubicBezTo>
                <a:close/>
                <a:moveTo>
                  <a:pt x="502920" y="444532"/>
                </a:moveTo>
                <a:lnTo>
                  <a:pt x="502920" y="331661"/>
                </a:lnTo>
                <a:cubicBezTo>
                  <a:pt x="502920" y="324517"/>
                  <a:pt x="497110" y="318611"/>
                  <a:pt x="489871" y="318611"/>
                </a:cubicBezTo>
                <a:cubicBezTo>
                  <a:pt x="482632" y="318611"/>
                  <a:pt x="476822" y="324422"/>
                  <a:pt x="476822" y="331661"/>
                </a:cubicBezTo>
                <a:lnTo>
                  <a:pt x="476822" y="444532"/>
                </a:lnTo>
                <a:cubicBezTo>
                  <a:pt x="476822" y="452438"/>
                  <a:pt x="470440" y="458819"/>
                  <a:pt x="462534" y="458819"/>
                </a:cubicBezTo>
                <a:cubicBezTo>
                  <a:pt x="454628" y="458819"/>
                  <a:pt x="448247" y="452438"/>
                  <a:pt x="448247" y="444532"/>
                </a:cubicBezTo>
                <a:lnTo>
                  <a:pt x="448247" y="331661"/>
                </a:lnTo>
                <a:cubicBezTo>
                  <a:pt x="448247" y="308705"/>
                  <a:pt x="466916" y="290036"/>
                  <a:pt x="489871" y="290036"/>
                </a:cubicBezTo>
                <a:cubicBezTo>
                  <a:pt x="512826" y="290036"/>
                  <a:pt x="531495" y="308705"/>
                  <a:pt x="531495" y="331661"/>
                </a:cubicBezTo>
                <a:lnTo>
                  <a:pt x="531495" y="444532"/>
                </a:lnTo>
                <a:cubicBezTo>
                  <a:pt x="531495" y="452438"/>
                  <a:pt x="525113" y="458819"/>
                  <a:pt x="517208" y="458819"/>
                </a:cubicBezTo>
                <a:cubicBezTo>
                  <a:pt x="509302" y="458819"/>
                  <a:pt x="502920" y="452438"/>
                  <a:pt x="502920" y="444532"/>
                </a:cubicBezTo>
                <a:close/>
                <a:moveTo>
                  <a:pt x="236411" y="63437"/>
                </a:moveTo>
                <a:lnTo>
                  <a:pt x="416624" y="160973"/>
                </a:lnTo>
                <a:cubicBezTo>
                  <a:pt x="423577" y="164687"/>
                  <a:pt x="426149" y="173355"/>
                  <a:pt x="422434" y="180308"/>
                </a:cubicBezTo>
                <a:cubicBezTo>
                  <a:pt x="418719" y="187262"/>
                  <a:pt x="410051" y="189833"/>
                  <a:pt x="403098" y="186119"/>
                </a:cubicBezTo>
                <a:lnTo>
                  <a:pt x="222980" y="88678"/>
                </a:lnTo>
                <a:cubicBezTo>
                  <a:pt x="216789" y="85439"/>
                  <a:pt x="208883" y="87916"/>
                  <a:pt x="205550" y="94298"/>
                </a:cubicBezTo>
                <a:cubicBezTo>
                  <a:pt x="203930" y="97346"/>
                  <a:pt x="203644" y="100870"/>
                  <a:pt x="204692" y="104203"/>
                </a:cubicBezTo>
                <a:cubicBezTo>
                  <a:pt x="205740" y="107537"/>
                  <a:pt x="208026" y="110204"/>
                  <a:pt x="211074" y="111824"/>
                </a:cubicBezTo>
                <a:lnTo>
                  <a:pt x="394240" y="210884"/>
                </a:lnTo>
                <a:cubicBezTo>
                  <a:pt x="401193" y="214598"/>
                  <a:pt x="403765" y="223266"/>
                  <a:pt x="400050" y="230219"/>
                </a:cubicBezTo>
                <a:cubicBezTo>
                  <a:pt x="397478" y="234982"/>
                  <a:pt x="392525" y="237744"/>
                  <a:pt x="387477" y="237744"/>
                </a:cubicBezTo>
                <a:cubicBezTo>
                  <a:pt x="385191" y="237744"/>
                  <a:pt x="382810" y="237173"/>
                  <a:pt x="380714" y="236030"/>
                </a:cubicBezTo>
                <a:lnTo>
                  <a:pt x="197739" y="137160"/>
                </a:lnTo>
                <a:cubicBezTo>
                  <a:pt x="188119" y="132112"/>
                  <a:pt x="180785" y="123444"/>
                  <a:pt x="177451" y="112871"/>
                </a:cubicBezTo>
                <a:cubicBezTo>
                  <a:pt x="174117" y="102299"/>
                  <a:pt x="175069" y="90964"/>
                  <a:pt x="180213" y="81153"/>
                </a:cubicBezTo>
                <a:cubicBezTo>
                  <a:pt x="190786" y="60770"/>
                  <a:pt x="215932" y="52864"/>
                  <a:pt x="236315" y="63437"/>
                </a:cubicBezTo>
                <a:close/>
                <a:moveTo>
                  <a:pt x="584073" y="478060"/>
                </a:moveTo>
                <a:lnTo>
                  <a:pt x="395669" y="478060"/>
                </a:lnTo>
                <a:cubicBezTo>
                  <a:pt x="366808" y="478060"/>
                  <a:pt x="343281" y="501587"/>
                  <a:pt x="343281" y="530447"/>
                </a:cubicBezTo>
                <a:lnTo>
                  <a:pt x="343281" y="556070"/>
                </a:lnTo>
                <a:cubicBezTo>
                  <a:pt x="343281" y="584930"/>
                  <a:pt x="366808" y="608457"/>
                  <a:pt x="395669" y="608457"/>
                </a:cubicBezTo>
                <a:lnTo>
                  <a:pt x="584073" y="608457"/>
                </a:lnTo>
                <a:cubicBezTo>
                  <a:pt x="612934" y="608457"/>
                  <a:pt x="636461" y="584930"/>
                  <a:pt x="636461" y="556070"/>
                </a:cubicBezTo>
                <a:lnTo>
                  <a:pt x="636461" y="530447"/>
                </a:lnTo>
                <a:cubicBezTo>
                  <a:pt x="636461" y="501587"/>
                  <a:pt x="612934" y="478060"/>
                  <a:pt x="584073" y="478060"/>
                </a:cubicBezTo>
                <a:close/>
                <a:moveTo>
                  <a:pt x="607886" y="556070"/>
                </a:moveTo>
                <a:cubicBezTo>
                  <a:pt x="607886" y="569214"/>
                  <a:pt x="597218" y="579882"/>
                  <a:pt x="584073" y="579882"/>
                </a:cubicBezTo>
                <a:lnTo>
                  <a:pt x="395669" y="579882"/>
                </a:lnTo>
                <a:cubicBezTo>
                  <a:pt x="382524" y="579882"/>
                  <a:pt x="371856" y="569214"/>
                  <a:pt x="371856" y="556070"/>
                </a:cubicBezTo>
                <a:lnTo>
                  <a:pt x="371856" y="530447"/>
                </a:lnTo>
                <a:cubicBezTo>
                  <a:pt x="371856" y="517303"/>
                  <a:pt x="382524" y="506635"/>
                  <a:pt x="395669" y="506635"/>
                </a:cubicBezTo>
                <a:lnTo>
                  <a:pt x="584073" y="506635"/>
                </a:lnTo>
                <a:cubicBezTo>
                  <a:pt x="597218" y="506635"/>
                  <a:pt x="607886" y="517303"/>
                  <a:pt x="607886" y="530447"/>
                </a:cubicBezTo>
                <a:lnTo>
                  <a:pt x="607886" y="556070"/>
                </a:lnTo>
                <a:close/>
                <a:moveTo>
                  <a:pt x="135446" y="51911"/>
                </a:moveTo>
                <a:cubicBezTo>
                  <a:pt x="145923" y="51911"/>
                  <a:pt x="154496" y="60484"/>
                  <a:pt x="154496" y="70961"/>
                </a:cubicBezTo>
                <a:cubicBezTo>
                  <a:pt x="154496" y="81439"/>
                  <a:pt x="145923" y="90011"/>
                  <a:pt x="135446" y="90011"/>
                </a:cubicBezTo>
                <a:cubicBezTo>
                  <a:pt x="124968" y="90011"/>
                  <a:pt x="116396" y="81439"/>
                  <a:pt x="116396" y="70961"/>
                </a:cubicBezTo>
                <a:cubicBezTo>
                  <a:pt x="116396" y="60484"/>
                  <a:pt x="124968" y="51911"/>
                  <a:pt x="135446" y="51911"/>
                </a:cubicBezTo>
                <a:close/>
                <a:moveTo>
                  <a:pt x="64484" y="70961"/>
                </a:moveTo>
                <a:cubicBezTo>
                  <a:pt x="64484" y="31814"/>
                  <a:pt x="96298" y="0"/>
                  <a:pt x="135446" y="0"/>
                </a:cubicBezTo>
                <a:cubicBezTo>
                  <a:pt x="157448" y="0"/>
                  <a:pt x="177832" y="10001"/>
                  <a:pt x="191453" y="27337"/>
                </a:cubicBezTo>
                <a:cubicBezTo>
                  <a:pt x="196310" y="33528"/>
                  <a:pt x="195167" y="42577"/>
                  <a:pt x="188976" y="47435"/>
                </a:cubicBezTo>
                <a:cubicBezTo>
                  <a:pt x="182690" y="52292"/>
                  <a:pt x="173736" y="51149"/>
                  <a:pt x="168878" y="44958"/>
                </a:cubicBezTo>
                <a:cubicBezTo>
                  <a:pt x="160782" y="34576"/>
                  <a:pt x="148590" y="28575"/>
                  <a:pt x="135446" y="28575"/>
                </a:cubicBezTo>
                <a:cubicBezTo>
                  <a:pt x="112109" y="28575"/>
                  <a:pt x="93059" y="47625"/>
                  <a:pt x="93059" y="70961"/>
                </a:cubicBezTo>
                <a:cubicBezTo>
                  <a:pt x="93059" y="94298"/>
                  <a:pt x="112109" y="113348"/>
                  <a:pt x="135446" y="113348"/>
                </a:cubicBezTo>
                <a:cubicBezTo>
                  <a:pt x="138779" y="113348"/>
                  <a:pt x="142018" y="112967"/>
                  <a:pt x="145161" y="112205"/>
                </a:cubicBezTo>
                <a:cubicBezTo>
                  <a:pt x="152876" y="110395"/>
                  <a:pt x="160496" y="115157"/>
                  <a:pt x="162306" y="122873"/>
                </a:cubicBezTo>
                <a:cubicBezTo>
                  <a:pt x="164116" y="130588"/>
                  <a:pt x="159353" y="138208"/>
                  <a:pt x="151638" y="140018"/>
                </a:cubicBezTo>
                <a:cubicBezTo>
                  <a:pt x="146304" y="141256"/>
                  <a:pt x="140875" y="141923"/>
                  <a:pt x="135350" y="141923"/>
                </a:cubicBezTo>
                <a:cubicBezTo>
                  <a:pt x="96203" y="141923"/>
                  <a:pt x="64389" y="110109"/>
                  <a:pt x="64389" y="70961"/>
                </a:cubicBezTo>
                <a:close/>
                <a:moveTo>
                  <a:pt x="471869" y="247079"/>
                </a:moveTo>
                <a:cubicBezTo>
                  <a:pt x="468344" y="237173"/>
                  <a:pt x="473583" y="226314"/>
                  <a:pt x="483489" y="222790"/>
                </a:cubicBezTo>
                <a:cubicBezTo>
                  <a:pt x="493395" y="219266"/>
                  <a:pt x="504254" y="224504"/>
                  <a:pt x="507778" y="234410"/>
                </a:cubicBezTo>
                <a:cubicBezTo>
                  <a:pt x="511302" y="244316"/>
                  <a:pt x="506063" y="255175"/>
                  <a:pt x="496157" y="258699"/>
                </a:cubicBezTo>
                <a:cubicBezTo>
                  <a:pt x="486251" y="262223"/>
                  <a:pt x="475393" y="256985"/>
                  <a:pt x="471869" y="247079"/>
                </a:cubicBezTo>
                <a:close/>
                <a:moveTo>
                  <a:pt x="425863" y="210122"/>
                </a:moveTo>
                <a:cubicBezTo>
                  <a:pt x="434054" y="193072"/>
                  <a:pt x="448437" y="180118"/>
                  <a:pt x="466344" y="173831"/>
                </a:cubicBezTo>
                <a:cubicBezTo>
                  <a:pt x="503301" y="160877"/>
                  <a:pt x="543878" y="180308"/>
                  <a:pt x="556832" y="217265"/>
                </a:cubicBezTo>
                <a:cubicBezTo>
                  <a:pt x="564166" y="238030"/>
                  <a:pt x="561499" y="260604"/>
                  <a:pt x="549593" y="279178"/>
                </a:cubicBezTo>
                <a:cubicBezTo>
                  <a:pt x="546830" y="283464"/>
                  <a:pt x="542258" y="285750"/>
                  <a:pt x="537591" y="285750"/>
                </a:cubicBezTo>
                <a:cubicBezTo>
                  <a:pt x="534924" y="285750"/>
                  <a:pt x="532257" y="284988"/>
                  <a:pt x="529876" y="283464"/>
                </a:cubicBezTo>
                <a:cubicBezTo>
                  <a:pt x="523208" y="279178"/>
                  <a:pt x="521303" y="270415"/>
                  <a:pt x="525590" y="263747"/>
                </a:cubicBezTo>
                <a:cubicBezTo>
                  <a:pt x="532733" y="252698"/>
                  <a:pt x="534257" y="239173"/>
                  <a:pt x="529876" y="226790"/>
                </a:cubicBezTo>
                <a:cubicBezTo>
                  <a:pt x="522161" y="204788"/>
                  <a:pt x="497872" y="193072"/>
                  <a:pt x="475869" y="200882"/>
                </a:cubicBezTo>
                <a:cubicBezTo>
                  <a:pt x="465201" y="204597"/>
                  <a:pt x="456629" y="212312"/>
                  <a:pt x="451675" y="222504"/>
                </a:cubicBezTo>
                <a:cubicBezTo>
                  <a:pt x="446818" y="232696"/>
                  <a:pt x="446151" y="244221"/>
                  <a:pt x="449961" y="254889"/>
                </a:cubicBezTo>
                <a:cubicBezTo>
                  <a:pt x="451104" y="258032"/>
                  <a:pt x="452533" y="260985"/>
                  <a:pt x="454247" y="263747"/>
                </a:cubicBezTo>
                <a:cubicBezTo>
                  <a:pt x="458534" y="270415"/>
                  <a:pt x="456533" y="279273"/>
                  <a:pt x="449866" y="283464"/>
                </a:cubicBezTo>
                <a:cubicBezTo>
                  <a:pt x="443198" y="287655"/>
                  <a:pt x="434435" y="285750"/>
                  <a:pt x="430149" y="279083"/>
                </a:cubicBezTo>
                <a:cubicBezTo>
                  <a:pt x="427196" y="274511"/>
                  <a:pt x="424815" y="269558"/>
                  <a:pt x="423005" y="264319"/>
                </a:cubicBezTo>
                <a:cubicBezTo>
                  <a:pt x="416719" y="246412"/>
                  <a:pt x="417767" y="227171"/>
                  <a:pt x="425958" y="210122"/>
                </a:cubicBezTo>
                <a:close/>
                <a:moveTo>
                  <a:pt x="270891" y="594170"/>
                </a:moveTo>
                <a:cubicBezTo>
                  <a:pt x="270891" y="602075"/>
                  <a:pt x="264509" y="608457"/>
                  <a:pt x="256604" y="608457"/>
                </a:cubicBezTo>
                <a:lnTo>
                  <a:pt x="14288" y="608457"/>
                </a:lnTo>
                <a:cubicBezTo>
                  <a:pt x="6382" y="608457"/>
                  <a:pt x="0" y="602075"/>
                  <a:pt x="0" y="594170"/>
                </a:cubicBezTo>
                <a:cubicBezTo>
                  <a:pt x="0" y="586264"/>
                  <a:pt x="6382" y="579882"/>
                  <a:pt x="14288" y="579882"/>
                </a:cubicBezTo>
                <a:lnTo>
                  <a:pt x="256604" y="579882"/>
                </a:lnTo>
                <a:cubicBezTo>
                  <a:pt x="264509" y="579882"/>
                  <a:pt x="270891" y="586264"/>
                  <a:pt x="270891" y="5941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1744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4" name="Google Shape;2220;p5">
            <a:extLst>
              <a:ext uri="{FF2B5EF4-FFF2-40B4-BE49-F238E27FC236}">
                <a16:creationId xmlns:a16="http://schemas.microsoft.com/office/drawing/2014/main" id="{AA5FC535-8520-3173-2F79-8A9F6FA2F23D}"/>
              </a:ext>
            </a:extLst>
          </p:cNvPr>
          <p:cNvSpPr txBox="1"/>
          <p:nvPr/>
        </p:nvSpPr>
        <p:spPr>
          <a:xfrm>
            <a:off x="8052704" y="5283645"/>
            <a:ext cx="2114351" cy="246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Campus/ Branch/ Factories</a:t>
            </a:r>
            <a:endParaRPr kumimoji="0" sz="10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5" name="Google Shape;2221;p5">
            <a:extLst>
              <a:ext uri="{FF2B5EF4-FFF2-40B4-BE49-F238E27FC236}">
                <a16:creationId xmlns:a16="http://schemas.microsoft.com/office/drawing/2014/main" id="{999BD53F-4C8E-9B02-D589-CBF1E99F0417}"/>
              </a:ext>
            </a:extLst>
          </p:cNvPr>
          <p:cNvSpPr txBox="1"/>
          <p:nvPr/>
        </p:nvSpPr>
        <p:spPr>
          <a:xfrm>
            <a:off x="1343738" y="1044470"/>
            <a:ext cx="3290737" cy="4616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WAN</a:t>
            </a: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: Mesh of site-to-site VPNs with implicit trust</a:t>
            </a:r>
            <a:endParaRPr kumimoji="0" sz="1800" b="0" i="0" u="none" strike="noStrike" kern="0" cap="none" spc="0" normalizeH="0" baseline="0" noProof="0">
              <a:ln>
                <a:noFill/>
              </a:ln>
              <a:solidFill>
                <a:schemeClr val="accent6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26" name="Google Shape;2222;p5">
            <a:extLst>
              <a:ext uri="{FF2B5EF4-FFF2-40B4-BE49-F238E27FC236}">
                <a16:creationId xmlns:a16="http://schemas.microsoft.com/office/drawing/2014/main" id="{245B793A-FB7B-9D0B-0591-C4D52C138D78}"/>
              </a:ext>
            </a:extLst>
          </p:cNvPr>
          <p:cNvGrpSpPr/>
          <p:nvPr/>
        </p:nvGrpSpPr>
        <p:grpSpPr>
          <a:xfrm>
            <a:off x="1536591" y="2290868"/>
            <a:ext cx="2829873" cy="2311749"/>
            <a:chOff x="1653454" y="2434714"/>
            <a:chExt cx="2830057" cy="2311898"/>
          </a:xfrm>
        </p:grpSpPr>
        <p:pic>
          <p:nvPicPr>
            <p:cNvPr id="27" name="Google Shape;2223;p5">
              <a:extLst>
                <a:ext uri="{FF2B5EF4-FFF2-40B4-BE49-F238E27FC236}">
                  <a16:creationId xmlns:a16="http://schemas.microsoft.com/office/drawing/2014/main" id="{D6E6049E-62BC-6DE5-34BF-5EFDE2EDE801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1653454" y="4588634"/>
              <a:ext cx="147817" cy="14781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" name="Google Shape;2224;p5">
              <a:extLst>
                <a:ext uri="{FF2B5EF4-FFF2-40B4-BE49-F238E27FC236}">
                  <a16:creationId xmlns:a16="http://schemas.microsoft.com/office/drawing/2014/main" id="{4D0C973D-716D-D366-597E-4B222507072A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1683934" y="2455034"/>
              <a:ext cx="147817" cy="14781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" name="Google Shape;2225;p5">
              <a:extLst>
                <a:ext uri="{FF2B5EF4-FFF2-40B4-BE49-F238E27FC236}">
                  <a16:creationId xmlns:a16="http://schemas.microsoft.com/office/drawing/2014/main" id="{F832369E-530A-5380-59C3-5FE80DA3D925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218094" y="4588634"/>
              <a:ext cx="147817" cy="14781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2226;p5">
              <a:extLst>
                <a:ext uri="{FF2B5EF4-FFF2-40B4-BE49-F238E27FC236}">
                  <a16:creationId xmlns:a16="http://schemas.microsoft.com/office/drawing/2014/main" id="{6D341B5C-A2DD-7160-9E95-4E2F8C34A9B0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4335694" y="4598794"/>
              <a:ext cx="147817" cy="14781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" name="Google Shape;2227;p5">
              <a:extLst>
                <a:ext uri="{FF2B5EF4-FFF2-40B4-BE49-F238E27FC236}">
                  <a16:creationId xmlns:a16="http://schemas.microsoft.com/office/drawing/2014/main" id="{A98ACF4D-1007-9F09-EE94-A21916465485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4335694" y="2434714"/>
              <a:ext cx="147817" cy="14781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2" name="Google Shape;2228;p5">
              <a:extLst>
                <a:ext uri="{FF2B5EF4-FFF2-40B4-BE49-F238E27FC236}">
                  <a16:creationId xmlns:a16="http://schemas.microsoft.com/office/drawing/2014/main" id="{54E1144C-284F-7A20-3E81-4E9A7D3B7A3E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16494" y="2952874"/>
              <a:ext cx="147817" cy="147818"/>
            </a:xfrm>
            <a:prstGeom prst="rect">
              <a:avLst/>
            </a:prstGeom>
            <a:noFill/>
            <a:ln>
              <a:noFill/>
            </a:ln>
          </p:spPr>
        </p:pic>
      </p:grpSp>
      <p:cxnSp>
        <p:nvCxnSpPr>
          <p:cNvPr id="33" name="Google Shape;2229;p5">
            <a:extLst>
              <a:ext uri="{FF2B5EF4-FFF2-40B4-BE49-F238E27FC236}">
                <a16:creationId xmlns:a16="http://schemas.microsoft.com/office/drawing/2014/main" id="{F8A458E3-3130-D692-12E3-602898CA06B5}"/>
              </a:ext>
            </a:extLst>
          </p:cNvPr>
          <p:cNvCxnSpPr>
            <a:endCxn id="80" idx="2"/>
          </p:cNvCxnSpPr>
          <p:nvPr/>
        </p:nvCxnSpPr>
        <p:spPr>
          <a:xfrm rot="10800000">
            <a:off x="4103717" y="2265506"/>
            <a:ext cx="11100" cy="2402700"/>
          </a:xfrm>
          <a:prstGeom prst="straightConnector1">
            <a:avLst/>
          </a:prstGeom>
          <a:noFill/>
          <a:ln w="19050" cap="flat" cmpd="sng">
            <a:solidFill>
              <a:srgbClr val="FF93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" name="Google Shape;2231;p5">
            <a:extLst>
              <a:ext uri="{FF2B5EF4-FFF2-40B4-BE49-F238E27FC236}">
                <a16:creationId xmlns:a16="http://schemas.microsoft.com/office/drawing/2014/main" id="{CB6AC6C8-15DD-C015-3635-DB0F5FB2B7B9}"/>
              </a:ext>
            </a:extLst>
          </p:cNvPr>
          <p:cNvCxnSpPr/>
          <p:nvPr/>
        </p:nvCxnSpPr>
        <p:spPr>
          <a:xfrm rot="10800000" flipH="1">
            <a:off x="1783698" y="2276082"/>
            <a:ext cx="211" cy="2342063"/>
          </a:xfrm>
          <a:prstGeom prst="straightConnector1">
            <a:avLst/>
          </a:prstGeom>
          <a:noFill/>
          <a:ln w="19050" cap="flat" cmpd="sng">
            <a:solidFill>
              <a:srgbClr val="FF93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" name="Google Shape;2232;p5">
            <a:extLst>
              <a:ext uri="{FF2B5EF4-FFF2-40B4-BE49-F238E27FC236}">
                <a16:creationId xmlns:a16="http://schemas.microsoft.com/office/drawing/2014/main" id="{419C4B89-7913-4ABE-30B7-0390A9FE4EF0}"/>
              </a:ext>
            </a:extLst>
          </p:cNvPr>
          <p:cNvCxnSpPr>
            <a:endCxn id="47" idx="2"/>
          </p:cNvCxnSpPr>
          <p:nvPr/>
        </p:nvCxnSpPr>
        <p:spPr>
          <a:xfrm rot="10800000">
            <a:off x="2958930" y="3636496"/>
            <a:ext cx="0" cy="1464900"/>
          </a:xfrm>
          <a:prstGeom prst="straightConnector1">
            <a:avLst/>
          </a:prstGeom>
          <a:noFill/>
          <a:ln w="19050" cap="flat" cmpd="sng">
            <a:solidFill>
              <a:srgbClr val="FF93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" name="Google Shape;2234;p5">
            <a:extLst>
              <a:ext uri="{FF2B5EF4-FFF2-40B4-BE49-F238E27FC236}">
                <a16:creationId xmlns:a16="http://schemas.microsoft.com/office/drawing/2014/main" id="{C78546C8-925B-5DA8-DEC2-B94E8C70873E}"/>
              </a:ext>
            </a:extLst>
          </p:cNvPr>
          <p:cNvCxnSpPr/>
          <p:nvPr/>
        </p:nvCxnSpPr>
        <p:spPr>
          <a:xfrm rot="10800000">
            <a:off x="2957074" y="2157784"/>
            <a:ext cx="0" cy="1265773"/>
          </a:xfrm>
          <a:prstGeom prst="straightConnector1">
            <a:avLst/>
          </a:prstGeom>
          <a:noFill/>
          <a:ln w="19050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" name="Google Shape;2235;p5">
            <a:extLst>
              <a:ext uri="{FF2B5EF4-FFF2-40B4-BE49-F238E27FC236}">
                <a16:creationId xmlns:a16="http://schemas.microsoft.com/office/drawing/2014/main" id="{FB20A7AF-F86A-C4D7-CF99-60F35A6D6B68}"/>
              </a:ext>
            </a:extLst>
          </p:cNvPr>
          <p:cNvSpPr/>
          <p:nvPr/>
        </p:nvSpPr>
        <p:spPr>
          <a:xfrm>
            <a:off x="3624664" y="1595094"/>
            <a:ext cx="956057" cy="620103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800" b="1" i="0" u="none" strike="noStrike" kern="0" cap="none" spc="0" normalizeH="0" baseline="0" noProof="0">
              <a:ln>
                <a:noFill/>
              </a:ln>
              <a:solidFill>
                <a:srgbClr val="575757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38" name="Google Shape;2236;p5">
            <a:extLst>
              <a:ext uri="{FF2B5EF4-FFF2-40B4-BE49-F238E27FC236}">
                <a16:creationId xmlns:a16="http://schemas.microsoft.com/office/drawing/2014/main" id="{43744386-F1BF-E956-7B31-546D6162394F}"/>
              </a:ext>
            </a:extLst>
          </p:cNvPr>
          <p:cNvSpPr txBox="1"/>
          <p:nvPr/>
        </p:nvSpPr>
        <p:spPr>
          <a:xfrm>
            <a:off x="3724725" y="1742713"/>
            <a:ext cx="757926" cy="2307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Cloud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39" name="Google Shape;2237;p5">
            <a:extLst>
              <a:ext uri="{FF2B5EF4-FFF2-40B4-BE49-F238E27FC236}">
                <a16:creationId xmlns:a16="http://schemas.microsoft.com/office/drawing/2014/main" id="{BEDD6148-264C-9464-0EE0-B86C394C895B}"/>
              </a:ext>
            </a:extLst>
          </p:cNvPr>
          <p:cNvCxnSpPr>
            <a:stCxn id="47" idx="0"/>
            <a:endCxn id="80" idx="2"/>
          </p:cNvCxnSpPr>
          <p:nvPr/>
        </p:nvCxnSpPr>
        <p:spPr>
          <a:xfrm rot="10800000" flipH="1">
            <a:off x="2958930" y="2265421"/>
            <a:ext cx="1144800" cy="881400"/>
          </a:xfrm>
          <a:prstGeom prst="straightConnector1">
            <a:avLst/>
          </a:prstGeom>
          <a:noFill/>
          <a:ln w="19050" cap="flat" cmpd="sng">
            <a:solidFill>
              <a:srgbClr val="FF93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0" name="Google Shape;2238;p5">
            <a:extLst>
              <a:ext uri="{FF2B5EF4-FFF2-40B4-BE49-F238E27FC236}">
                <a16:creationId xmlns:a16="http://schemas.microsoft.com/office/drawing/2014/main" id="{FFC456CF-6329-79D4-9E0D-FBA3D27DB510}"/>
              </a:ext>
            </a:extLst>
          </p:cNvPr>
          <p:cNvCxnSpPr>
            <a:stCxn id="47" idx="0"/>
          </p:cNvCxnSpPr>
          <p:nvPr/>
        </p:nvCxnSpPr>
        <p:spPr>
          <a:xfrm rot="10800000">
            <a:off x="1818929" y="2263921"/>
            <a:ext cx="1140000" cy="882900"/>
          </a:xfrm>
          <a:prstGeom prst="straightConnector1">
            <a:avLst/>
          </a:prstGeom>
          <a:noFill/>
          <a:ln w="19050" cap="flat" cmpd="sng">
            <a:solidFill>
              <a:srgbClr val="FF93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" name="Google Shape;2239;p5">
            <a:extLst>
              <a:ext uri="{FF2B5EF4-FFF2-40B4-BE49-F238E27FC236}">
                <a16:creationId xmlns:a16="http://schemas.microsoft.com/office/drawing/2014/main" id="{B1E4AC27-5E7E-CBAC-A6CD-AD73892BFC0C}"/>
              </a:ext>
            </a:extLst>
          </p:cNvPr>
          <p:cNvCxnSpPr>
            <a:stCxn id="69" idx="0"/>
          </p:cNvCxnSpPr>
          <p:nvPr/>
        </p:nvCxnSpPr>
        <p:spPr>
          <a:xfrm rot="10800000" flipH="1">
            <a:off x="1813859" y="3642958"/>
            <a:ext cx="775200" cy="1002900"/>
          </a:xfrm>
          <a:prstGeom prst="straightConnector1">
            <a:avLst/>
          </a:prstGeom>
          <a:noFill/>
          <a:ln w="19050" cap="flat" cmpd="sng">
            <a:solidFill>
              <a:srgbClr val="FF93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" name="Google Shape;2241;p5">
            <a:extLst>
              <a:ext uri="{FF2B5EF4-FFF2-40B4-BE49-F238E27FC236}">
                <a16:creationId xmlns:a16="http://schemas.microsoft.com/office/drawing/2014/main" id="{46529E1F-42AC-1BDC-309F-A61C40A27305}"/>
              </a:ext>
            </a:extLst>
          </p:cNvPr>
          <p:cNvCxnSpPr/>
          <p:nvPr/>
        </p:nvCxnSpPr>
        <p:spPr>
          <a:xfrm rot="10800000">
            <a:off x="3319241" y="3631472"/>
            <a:ext cx="780760" cy="1037012"/>
          </a:xfrm>
          <a:prstGeom prst="straightConnector1">
            <a:avLst/>
          </a:prstGeom>
          <a:noFill/>
          <a:ln w="19050" cap="flat" cmpd="sng">
            <a:solidFill>
              <a:srgbClr val="FF93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" name="Google Shape;2242;p5">
            <a:extLst>
              <a:ext uri="{FF2B5EF4-FFF2-40B4-BE49-F238E27FC236}">
                <a16:creationId xmlns:a16="http://schemas.microsoft.com/office/drawing/2014/main" id="{F9794623-B048-97EF-60B7-2957591B409B}"/>
              </a:ext>
            </a:extLst>
          </p:cNvPr>
          <p:cNvSpPr/>
          <p:nvPr/>
        </p:nvSpPr>
        <p:spPr>
          <a:xfrm>
            <a:off x="2485210" y="1594486"/>
            <a:ext cx="956057" cy="620103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800" b="1" i="0" u="none" strike="noStrike" kern="0" cap="none" spc="0" normalizeH="0" baseline="0" noProof="0">
              <a:ln>
                <a:noFill/>
              </a:ln>
              <a:solidFill>
                <a:srgbClr val="575757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4" name="Google Shape;2243;p5">
            <a:extLst>
              <a:ext uri="{FF2B5EF4-FFF2-40B4-BE49-F238E27FC236}">
                <a16:creationId xmlns:a16="http://schemas.microsoft.com/office/drawing/2014/main" id="{E8C9CE5C-B239-AFED-7A65-83E6460DAA99}"/>
              </a:ext>
            </a:extLst>
          </p:cNvPr>
          <p:cNvSpPr txBox="1"/>
          <p:nvPr/>
        </p:nvSpPr>
        <p:spPr>
          <a:xfrm>
            <a:off x="2578645" y="1754133"/>
            <a:ext cx="757926" cy="369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Internet/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SaaS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5" name="Google Shape;2244;p5">
            <a:extLst>
              <a:ext uri="{FF2B5EF4-FFF2-40B4-BE49-F238E27FC236}">
                <a16:creationId xmlns:a16="http://schemas.microsoft.com/office/drawing/2014/main" id="{01C57F00-0615-EEAE-B2EE-146FF6BD90C6}"/>
              </a:ext>
            </a:extLst>
          </p:cNvPr>
          <p:cNvSpPr/>
          <p:nvPr/>
        </p:nvSpPr>
        <p:spPr>
          <a:xfrm>
            <a:off x="1337528" y="1593876"/>
            <a:ext cx="956057" cy="620103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800" b="1" i="0" u="none" strike="noStrike" kern="0" cap="none" spc="0" normalizeH="0" baseline="0" noProof="0">
              <a:ln>
                <a:noFill/>
              </a:ln>
              <a:solidFill>
                <a:srgbClr val="575757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6" name="Google Shape;2245;p5">
            <a:extLst>
              <a:ext uri="{FF2B5EF4-FFF2-40B4-BE49-F238E27FC236}">
                <a16:creationId xmlns:a16="http://schemas.microsoft.com/office/drawing/2014/main" id="{12F1E8CE-379D-BC2D-7F32-D8928D7574AF}"/>
              </a:ext>
            </a:extLst>
          </p:cNvPr>
          <p:cNvSpPr txBox="1"/>
          <p:nvPr/>
        </p:nvSpPr>
        <p:spPr>
          <a:xfrm>
            <a:off x="1393492" y="1752143"/>
            <a:ext cx="757926" cy="2307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Cloud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7" name="Google Shape;2233;p5">
            <a:extLst>
              <a:ext uri="{FF2B5EF4-FFF2-40B4-BE49-F238E27FC236}">
                <a16:creationId xmlns:a16="http://schemas.microsoft.com/office/drawing/2014/main" id="{FF50A9FB-252B-454E-7348-E304475898EA}"/>
              </a:ext>
            </a:extLst>
          </p:cNvPr>
          <p:cNvSpPr/>
          <p:nvPr/>
        </p:nvSpPr>
        <p:spPr>
          <a:xfrm>
            <a:off x="2544296" y="3146821"/>
            <a:ext cx="829267" cy="489675"/>
          </a:xfrm>
          <a:prstGeom prst="roundRect">
            <a:avLst>
              <a:gd name="adj" fmla="val 16667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  <a:tabLst/>
              <a:defRPr/>
            </a:pPr>
            <a:endParaRPr kumimoji="0" sz="8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8" name="Google Shape;2246;p5">
            <a:extLst>
              <a:ext uri="{FF2B5EF4-FFF2-40B4-BE49-F238E27FC236}">
                <a16:creationId xmlns:a16="http://schemas.microsoft.com/office/drawing/2014/main" id="{B405C351-CF4E-D38C-48CB-5F7E69924592}"/>
              </a:ext>
            </a:extLst>
          </p:cNvPr>
          <p:cNvSpPr txBox="1"/>
          <p:nvPr/>
        </p:nvSpPr>
        <p:spPr>
          <a:xfrm>
            <a:off x="2599108" y="3258263"/>
            <a:ext cx="709135" cy="3538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06625" tIns="53275" rIns="106625" bIns="53275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Data Center</a:t>
            </a:r>
            <a:endParaRPr kumimoji="0" sz="16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9" name="Google Shape;2247;p5">
            <a:extLst>
              <a:ext uri="{FF2B5EF4-FFF2-40B4-BE49-F238E27FC236}">
                <a16:creationId xmlns:a16="http://schemas.microsoft.com/office/drawing/2014/main" id="{215716AF-5634-D621-AFC7-A34C56615324}"/>
              </a:ext>
            </a:extLst>
          </p:cNvPr>
          <p:cNvSpPr/>
          <p:nvPr/>
        </p:nvSpPr>
        <p:spPr>
          <a:xfrm>
            <a:off x="2425712" y="4718036"/>
            <a:ext cx="1068950" cy="554835"/>
          </a:xfrm>
          <a:prstGeom prst="roundRect">
            <a:avLst>
              <a:gd name="adj" fmla="val 9976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575757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0" name="Google Shape;2248;p5">
            <a:extLst>
              <a:ext uri="{FF2B5EF4-FFF2-40B4-BE49-F238E27FC236}">
                <a16:creationId xmlns:a16="http://schemas.microsoft.com/office/drawing/2014/main" id="{697AD84C-91C0-D301-9563-B2B434E5DDAE}"/>
              </a:ext>
            </a:extLst>
          </p:cNvPr>
          <p:cNvGrpSpPr/>
          <p:nvPr/>
        </p:nvGrpSpPr>
        <p:grpSpPr>
          <a:xfrm>
            <a:off x="2835861" y="4649233"/>
            <a:ext cx="248069" cy="137151"/>
            <a:chOff x="5878384" y="4459875"/>
            <a:chExt cx="438912" cy="252534"/>
          </a:xfrm>
        </p:grpSpPr>
        <p:sp>
          <p:nvSpPr>
            <p:cNvPr id="51" name="Google Shape;2249;p5">
              <a:extLst>
                <a:ext uri="{FF2B5EF4-FFF2-40B4-BE49-F238E27FC236}">
                  <a16:creationId xmlns:a16="http://schemas.microsoft.com/office/drawing/2014/main" id="{C7A16EB1-9E20-0E8F-1303-4FEC786D5816}"/>
                </a:ext>
              </a:extLst>
            </p:cNvPr>
            <p:cNvSpPr/>
            <p:nvPr/>
          </p:nvSpPr>
          <p:spPr>
            <a:xfrm>
              <a:off x="5878384" y="4459875"/>
              <a:ext cx="438912" cy="252534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2250;p5">
              <a:extLst>
                <a:ext uri="{FF2B5EF4-FFF2-40B4-BE49-F238E27FC236}">
                  <a16:creationId xmlns:a16="http://schemas.microsoft.com/office/drawing/2014/main" id="{393324AC-FBA0-C9B9-033E-7084F5788DCB}"/>
                </a:ext>
              </a:extLst>
            </p:cNvPr>
            <p:cNvSpPr/>
            <p:nvPr/>
          </p:nvSpPr>
          <p:spPr>
            <a:xfrm>
              <a:off x="5923745" y="4463052"/>
              <a:ext cx="354409" cy="238767"/>
            </a:xfrm>
            <a:custGeom>
              <a:avLst/>
              <a:gdLst/>
              <a:ahLst/>
              <a:cxnLst/>
              <a:rect l="l" t="t" r="r" b="b"/>
              <a:pathLst>
                <a:path w="2574" h="1738" extrusionOk="0">
                  <a:moveTo>
                    <a:pt x="2573" y="1093"/>
                  </a:moveTo>
                  <a:lnTo>
                    <a:pt x="2573" y="1093"/>
                  </a:lnTo>
                  <a:cubicBezTo>
                    <a:pt x="2573" y="1447"/>
                    <a:pt x="1994" y="1737"/>
                    <a:pt x="1287" y="1737"/>
                  </a:cubicBezTo>
                  <a:cubicBezTo>
                    <a:pt x="579" y="1737"/>
                    <a:pt x="0" y="1447"/>
                    <a:pt x="0" y="109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0" y="1106"/>
                    <a:pt x="579" y="1396"/>
                    <a:pt x="1287" y="1396"/>
                  </a:cubicBezTo>
                  <a:cubicBezTo>
                    <a:pt x="1994" y="1396"/>
                    <a:pt x="2573" y="1106"/>
                    <a:pt x="2573" y="753"/>
                  </a:cubicBezTo>
                  <a:lnTo>
                    <a:pt x="2573" y="1093"/>
                  </a:lnTo>
                  <a:close/>
                  <a:moveTo>
                    <a:pt x="2573" y="644"/>
                  </a:moveTo>
                  <a:lnTo>
                    <a:pt x="2573" y="644"/>
                  </a:lnTo>
                  <a:cubicBezTo>
                    <a:pt x="2573" y="997"/>
                    <a:pt x="1994" y="1286"/>
                    <a:pt x="1287" y="1286"/>
                  </a:cubicBezTo>
                  <a:cubicBezTo>
                    <a:pt x="579" y="1286"/>
                    <a:pt x="0" y="997"/>
                    <a:pt x="0" y="644"/>
                  </a:cubicBezTo>
                  <a:cubicBezTo>
                    <a:pt x="0" y="283"/>
                    <a:pt x="579" y="0"/>
                    <a:pt x="1287" y="0"/>
                  </a:cubicBezTo>
                  <a:cubicBezTo>
                    <a:pt x="1994" y="0"/>
                    <a:pt x="2573" y="283"/>
                    <a:pt x="2573" y="644"/>
                  </a:cubicBezTo>
                  <a:close/>
                  <a:moveTo>
                    <a:pt x="1248" y="997"/>
                  </a:moveTo>
                  <a:lnTo>
                    <a:pt x="1248" y="997"/>
                  </a:lnTo>
                  <a:cubicBezTo>
                    <a:pt x="1004" y="881"/>
                    <a:pt x="1004" y="881"/>
                    <a:pt x="1004" y="881"/>
                  </a:cubicBezTo>
                  <a:cubicBezTo>
                    <a:pt x="1203" y="779"/>
                    <a:pt x="1203" y="779"/>
                    <a:pt x="1203" y="779"/>
                  </a:cubicBezTo>
                  <a:cubicBezTo>
                    <a:pt x="1017" y="682"/>
                    <a:pt x="1017" y="682"/>
                    <a:pt x="1017" y="682"/>
                  </a:cubicBezTo>
                  <a:cubicBezTo>
                    <a:pt x="811" y="785"/>
                    <a:pt x="811" y="785"/>
                    <a:pt x="811" y="785"/>
                  </a:cubicBezTo>
                  <a:cubicBezTo>
                    <a:pt x="573" y="663"/>
                    <a:pt x="573" y="663"/>
                    <a:pt x="573" y="663"/>
                  </a:cubicBezTo>
                  <a:cubicBezTo>
                    <a:pt x="573" y="997"/>
                    <a:pt x="573" y="997"/>
                    <a:pt x="573" y="997"/>
                  </a:cubicBezTo>
                  <a:lnTo>
                    <a:pt x="1248" y="997"/>
                  </a:lnTo>
                  <a:close/>
                  <a:moveTo>
                    <a:pt x="1248" y="283"/>
                  </a:moveTo>
                  <a:lnTo>
                    <a:pt x="1248" y="283"/>
                  </a:lnTo>
                  <a:cubicBezTo>
                    <a:pt x="1004" y="405"/>
                    <a:pt x="1004" y="405"/>
                    <a:pt x="1004" y="405"/>
                  </a:cubicBezTo>
                  <a:cubicBezTo>
                    <a:pt x="804" y="302"/>
                    <a:pt x="804" y="302"/>
                    <a:pt x="804" y="302"/>
                  </a:cubicBezTo>
                  <a:cubicBezTo>
                    <a:pt x="611" y="399"/>
                    <a:pt x="611" y="399"/>
                    <a:pt x="611" y="399"/>
                  </a:cubicBezTo>
                  <a:cubicBezTo>
                    <a:pt x="811" y="502"/>
                    <a:pt x="811" y="502"/>
                    <a:pt x="811" y="502"/>
                  </a:cubicBezTo>
                  <a:cubicBezTo>
                    <a:pt x="573" y="624"/>
                    <a:pt x="573" y="624"/>
                    <a:pt x="573" y="624"/>
                  </a:cubicBezTo>
                  <a:cubicBezTo>
                    <a:pt x="1248" y="624"/>
                    <a:pt x="1248" y="624"/>
                    <a:pt x="1248" y="624"/>
                  </a:cubicBezTo>
                  <a:lnTo>
                    <a:pt x="1248" y="283"/>
                  </a:lnTo>
                  <a:close/>
                  <a:moveTo>
                    <a:pt x="1762" y="785"/>
                  </a:moveTo>
                  <a:lnTo>
                    <a:pt x="1762" y="785"/>
                  </a:lnTo>
                  <a:cubicBezTo>
                    <a:pt x="2000" y="663"/>
                    <a:pt x="2000" y="663"/>
                    <a:pt x="2000" y="663"/>
                  </a:cubicBezTo>
                  <a:cubicBezTo>
                    <a:pt x="1325" y="663"/>
                    <a:pt x="1325" y="663"/>
                    <a:pt x="1325" y="663"/>
                  </a:cubicBezTo>
                  <a:cubicBezTo>
                    <a:pt x="1325" y="997"/>
                    <a:pt x="1325" y="997"/>
                    <a:pt x="1325" y="997"/>
                  </a:cubicBezTo>
                  <a:cubicBezTo>
                    <a:pt x="1569" y="881"/>
                    <a:pt x="1569" y="881"/>
                    <a:pt x="1569" y="881"/>
                  </a:cubicBezTo>
                  <a:cubicBezTo>
                    <a:pt x="1769" y="977"/>
                    <a:pt x="1769" y="977"/>
                    <a:pt x="1769" y="977"/>
                  </a:cubicBezTo>
                  <a:cubicBezTo>
                    <a:pt x="1961" y="881"/>
                    <a:pt x="1961" y="881"/>
                    <a:pt x="1961" y="881"/>
                  </a:cubicBezTo>
                  <a:lnTo>
                    <a:pt x="1762" y="785"/>
                  </a:lnTo>
                  <a:close/>
                  <a:moveTo>
                    <a:pt x="2000" y="283"/>
                  </a:moveTo>
                  <a:lnTo>
                    <a:pt x="2000" y="283"/>
                  </a:lnTo>
                  <a:cubicBezTo>
                    <a:pt x="1325" y="283"/>
                    <a:pt x="1325" y="283"/>
                    <a:pt x="1325" y="283"/>
                  </a:cubicBezTo>
                  <a:cubicBezTo>
                    <a:pt x="1569" y="405"/>
                    <a:pt x="1569" y="405"/>
                    <a:pt x="1569" y="405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556" y="599"/>
                    <a:pt x="1556" y="599"/>
                    <a:pt x="1556" y="599"/>
                  </a:cubicBezTo>
                  <a:cubicBezTo>
                    <a:pt x="1762" y="502"/>
                    <a:pt x="1762" y="502"/>
                    <a:pt x="1762" y="502"/>
                  </a:cubicBezTo>
                  <a:cubicBezTo>
                    <a:pt x="2000" y="624"/>
                    <a:pt x="2000" y="624"/>
                    <a:pt x="2000" y="624"/>
                  </a:cubicBezTo>
                  <a:lnTo>
                    <a:pt x="2000" y="283"/>
                  </a:lnTo>
                  <a:close/>
                </a:path>
              </a:pathLst>
            </a:custGeom>
            <a:solidFill>
              <a:schemeClr val="tx1">
                <a:lumMod val="85000"/>
              </a:schemeClr>
            </a:solidFill>
            <a:ln>
              <a:noFill/>
            </a:ln>
          </p:spPr>
          <p:txBody>
            <a:bodyPr spcFirstLastPara="1" wrap="square" lIns="121875" tIns="60900" rIns="121875" bIns="60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000"/>
                <a:buFont typeface="Arial"/>
                <a:buNone/>
                <a:tabLst/>
                <a:defRPr/>
              </a:pPr>
              <a:endParaRPr kumimoji="0" sz="1333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" name="Google Shape;2251;p5">
            <a:extLst>
              <a:ext uri="{FF2B5EF4-FFF2-40B4-BE49-F238E27FC236}">
                <a16:creationId xmlns:a16="http://schemas.microsoft.com/office/drawing/2014/main" id="{D5617247-9518-2DCF-A161-682632BA9D06}"/>
              </a:ext>
            </a:extLst>
          </p:cNvPr>
          <p:cNvGrpSpPr/>
          <p:nvPr/>
        </p:nvGrpSpPr>
        <p:grpSpPr>
          <a:xfrm>
            <a:off x="2583272" y="5049022"/>
            <a:ext cx="744631" cy="165265"/>
            <a:chOff x="5706589" y="5056475"/>
            <a:chExt cx="744678" cy="165276"/>
          </a:xfrm>
          <a:solidFill>
            <a:schemeClr val="tx1"/>
          </a:solidFill>
        </p:grpSpPr>
        <p:sp>
          <p:nvSpPr>
            <p:cNvPr id="54" name="Google Shape;2252;p5">
              <a:extLst>
                <a:ext uri="{FF2B5EF4-FFF2-40B4-BE49-F238E27FC236}">
                  <a16:creationId xmlns:a16="http://schemas.microsoft.com/office/drawing/2014/main" id="{17230F29-6B55-7C56-B6C2-464F18CDF7B3}"/>
                </a:ext>
              </a:extLst>
            </p:cNvPr>
            <p:cNvSpPr/>
            <p:nvPr/>
          </p:nvSpPr>
          <p:spPr>
            <a:xfrm>
              <a:off x="6013241" y="5056475"/>
              <a:ext cx="169943" cy="165276"/>
            </a:xfrm>
            <a:custGeom>
              <a:avLst/>
              <a:gdLst/>
              <a:ahLst/>
              <a:cxnLst/>
              <a:rect l="l" t="t" r="r" b="b"/>
              <a:pathLst>
                <a:path w="545673" h="474383" extrusionOk="0">
                  <a:moveTo>
                    <a:pt x="541414" y="332110"/>
                  </a:moveTo>
                  <a:lnTo>
                    <a:pt x="213676" y="4448"/>
                  </a:lnTo>
                  <a:cubicBezTo>
                    <a:pt x="207745" y="-1483"/>
                    <a:pt x="198087" y="-1483"/>
                    <a:pt x="192156" y="4448"/>
                  </a:cubicBezTo>
                  <a:lnTo>
                    <a:pt x="51100" y="145505"/>
                  </a:lnTo>
                  <a:cubicBezTo>
                    <a:pt x="48210" y="148395"/>
                    <a:pt x="46613" y="152197"/>
                    <a:pt x="46613" y="156227"/>
                  </a:cubicBezTo>
                  <a:cubicBezTo>
                    <a:pt x="46613" y="160257"/>
                    <a:pt x="48210" y="164135"/>
                    <a:pt x="51100" y="166949"/>
                  </a:cubicBezTo>
                  <a:lnTo>
                    <a:pt x="172233" y="288082"/>
                  </a:lnTo>
                  <a:lnTo>
                    <a:pt x="100755" y="359561"/>
                  </a:lnTo>
                  <a:lnTo>
                    <a:pt x="30417" y="359561"/>
                  </a:lnTo>
                  <a:lnTo>
                    <a:pt x="30417" y="278729"/>
                  </a:lnTo>
                  <a:cubicBezTo>
                    <a:pt x="30417" y="270365"/>
                    <a:pt x="23573" y="263521"/>
                    <a:pt x="15208" y="263521"/>
                  </a:cubicBezTo>
                  <a:cubicBezTo>
                    <a:pt x="6844" y="263521"/>
                    <a:pt x="0" y="270365"/>
                    <a:pt x="0" y="278729"/>
                  </a:cubicBezTo>
                  <a:lnTo>
                    <a:pt x="0" y="459175"/>
                  </a:lnTo>
                  <a:cubicBezTo>
                    <a:pt x="0" y="467540"/>
                    <a:pt x="6844" y="474384"/>
                    <a:pt x="15208" y="474384"/>
                  </a:cubicBezTo>
                  <a:cubicBezTo>
                    <a:pt x="23573" y="474384"/>
                    <a:pt x="30417" y="467540"/>
                    <a:pt x="30417" y="459175"/>
                  </a:cubicBezTo>
                  <a:lnTo>
                    <a:pt x="30417" y="389978"/>
                  </a:lnTo>
                  <a:lnTo>
                    <a:pt x="106990" y="389978"/>
                  </a:lnTo>
                  <a:cubicBezTo>
                    <a:pt x="111020" y="389978"/>
                    <a:pt x="114898" y="388381"/>
                    <a:pt x="117712" y="385491"/>
                  </a:cubicBezTo>
                  <a:lnTo>
                    <a:pt x="193677" y="309526"/>
                  </a:lnTo>
                  <a:lnTo>
                    <a:pt x="316864" y="432713"/>
                  </a:lnTo>
                  <a:cubicBezTo>
                    <a:pt x="319830" y="435679"/>
                    <a:pt x="323708" y="437199"/>
                    <a:pt x="327586" y="437199"/>
                  </a:cubicBezTo>
                  <a:cubicBezTo>
                    <a:pt x="331464" y="437199"/>
                    <a:pt x="335342" y="435679"/>
                    <a:pt x="338308" y="432713"/>
                  </a:cubicBezTo>
                  <a:lnTo>
                    <a:pt x="398760" y="372260"/>
                  </a:lnTo>
                  <a:cubicBezTo>
                    <a:pt x="402638" y="368382"/>
                    <a:pt x="407885" y="366025"/>
                    <a:pt x="413360" y="365645"/>
                  </a:cubicBezTo>
                  <a:lnTo>
                    <a:pt x="531452" y="357888"/>
                  </a:lnTo>
                  <a:cubicBezTo>
                    <a:pt x="537384" y="357508"/>
                    <a:pt x="542554" y="353630"/>
                    <a:pt x="544683" y="348079"/>
                  </a:cubicBezTo>
                  <a:cubicBezTo>
                    <a:pt x="546813" y="342528"/>
                    <a:pt x="545444" y="336217"/>
                    <a:pt x="541186" y="331958"/>
                  </a:cubicBezTo>
                  <a:close/>
                  <a:moveTo>
                    <a:pt x="411535" y="335456"/>
                  </a:moveTo>
                  <a:cubicBezTo>
                    <a:pt x="398684" y="336293"/>
                    <a:pt x="386518" y="341768"/>
                    <a:pt x="377393" y="350969"/>
                  </a:cubicBezTo>
                  <a:lnTo>
                    <a:pt x="327738" y="400624"/>
                  </a:lnTo>
                  <a:lnTo>
                    <a:pt x="83341" y="156303"/>
                  </a:lnTo>
                  <a:lnTo>
                    <a:pt x="202954" y="36690"/>
                  </a:lnTo>
                  <a:lnTo>
                    <a:pt x="496169" y="329905"/>
                  </a:lnTo>
                  <a:lnTo>
                    <a:pt x="411535" y="335456"/>
                  </a:lnTo>
                  <a:close/>
                  <a:moveTo>
                    <a:pt x="311541" y="286333"/>
                  </a:moveTo>
                  <a:cubicBezTo>
                    <a:pt x="305610" y="280402"/>
                    <a:pt x="305306" y="270517"/>
                    <a:pt x="311237" y="264586"/>
                  </a:cubicBezTo>
                  <a:cubicBezTo>
                    <a:pt x="317168" y="258654"/>
                    <a:pt x="326521" y="258350"/>
                    <a:pt x="332452" y="264282"/>
                  </a:cubicBezTo>
                  <a:lnTo>
                    <a:pt x="332985" y="264814"/>
                  </a:lnTo>
                  <a:cubicBezTo>
                    <a:pt x="338916" y="270745"/>
                    <a:pt x="338916" y="280402"/>
                    <a:pt x="332985" y="286333"/>
                  </a:cubicBezTo>
                  <a:cubicBezTo>
                    <a:pt x="330019" y="289299"/>
                    <a:pt x="326141" y="290820"/>
                    <a:pt x="322263" y="290820"/>
                  </a:cubicBezTo>
                  <a:cubicBezTo>
                    <a:pt x="318385" y="290820"/>
                    <a:pt x="314507" y="289299"/>
                    <a:pt x="311541" y="286333"/>
                  </a:cubicBezTo>
                  <a:close/>
                  <a:moveTo>
                    <a:pt x="349181" y="323974"/>
                  </a:moveTo>
                  <a:cubicBezTo>
                    <a:pt x="343250" y="318043"/>
                    <a:pt x="343250" y="308385"/>
                    <a:pt x="349181" y="302454"/>
                  </a:cubicBezTo>
                  <a:cubicBezTo>
                    <a:pt x="355113" y="296523"/>
                    <a:pt x="364770" y="296523"/>
                    <a:pt x="370701" y="302454"/>
                  </a:cubicBezTo>
                  <a:lnTo>
                    <a:pt x="371233" y="302987"/>
                  </a:lnTo>
                  <a:cubicBezTo>
                    <a:pt x="377165" y="308918"/>
                    <a:pt x="377165" y="318575"/>
                    <a:pt x="371233" y="324506"/>
                  </a:cubicBezTo>
                  <a:cubicBezTo>
                    <a:pt x="368268" y="327472"/>
                    <a:pt x="364390" y="328993"/>
                    <a:pt x="360512" y="328993"/>
                  </a:cubicBezTo>
                  <a:cubicBezTo>
                    <a:pt x="356633" y="328993"/>
                    <a:pt x="352755" y="327472"/>
                    <a:pt x="349790" y="324506"/>
                  </a:cubicBezTo>
                  <a:lnTo>
                    <a:pt x="349257" y="323974"/>
                  </a:lnTo>
                  <a:close/>
                  <a:moveTo>
                    <a:pt x="180294" y="112123"/>
                  </a:moveTo>
                  <a:cubicBezTo>
                    <a:pt x="186225" y="118054"/>
                    <a:pt x="186225" y="127711"/>
                    <a:pt x="180294" y="133643"/>
                  </a:cubicBezTo>
                  <a:cubicBezTo>
                    <a:pt x="177328" y="136608"/>
                    <a:pt x="173450" y="138129"/>
                    <a:pt x="169572" y="138129"/>
                  </a:cubicBezTo>
                  <a:cubicBezTo>
                    <a:pt x="165694" y="138129"/>
                    <a:pt x="161816" y="136608"/>
                    <a:pt x="158850" y="133643"/>
                  </a:cubicBezTo>
                  <a:lnTo>
                    <a:pt x="158318" y="133110"/>
                  </a:lnTo>
                  <a:cubicBezTo>
                    <a:pt x="152387" y="127179"/>
                    <a:pt x="152387" y="117522"/>
                    <a:pt x="158318" y="111591"/>
                  </a:cubicBezTo>
                  <a:cubicBezTo>
                    <a:pt x="164249" y="105659"/>
                    <a:pt x="173906" y="105659"/>
                    <a:pt x="179838" y="111591"/>
                  </a:cubicBezTo>
                  <a:lnTo>
                    <a:pt x="180370" y="112123"/>
                  </a:lnTo>
                  <a:close/>
                  <a:moveTo>
                    <a:pt x="272760" y="247628"/>
                  </a:moveTo>
                  <a:cubicBezTo>
                    <a:pt x="266829" y="241697"/>
                    <a:pt x="266829" y="232040"/>
                    <a:pt x="272760" y="226109"/>
                  </a:cubicBezTo>
                  <a:cubicBezTo>
                    <a:pt x="278691" y="220178"/>
                    <a:pt x="288348" y="220178"/>
                    <a:pt x="294280" y="226109"/>
                  </a:cubicBezTo>
                  <a:lnTo>
                    <a:pt x="294812" y="226641"/>
                  </a:lnTo>
                  <a:cubicBezTo>
                    <a:pt x="300743" y="232572"/>
                    <a:pt x="300743" y="242230"/>
                    <a:pt x="294812" y="248161"/>
                  </a:cubicBezTo>
                  <a:cubicBezTo>
                    <a:pt x="291846" y="251126"/>
                    <a:pt x="287968" y="252647"/>
                    <a:pt x="284090" y="252647"/>
                  </a:cubicBezTo>
                  <a:cubicBezTo>
                    <a:pt x="280212" y="252647"/>
                    <a:pt x="276334" y="251126"/>
                    <a:pt x="273368" y="248161"/>
                  </a:cubicBezTo>
                  <a:lnTo>
                    <a:pt x="272836" y="247628"/>
                  </a:lnTo>
                  <a:close/>
                  <a:moveTo>
                    <a:pt x="196415" y="149763"/>
                  </a:moveTo>
                  <a:cubicBezTo>
                    <a:pt x="202346" y="143832"/>
                    <a:pt x="212003" y="143832"/>
                    <a:pt x="217934" y="149763"/>
                  </a:cubicBezTo>
                  <a:lnTo>
                    <a:pt x="218467" y="150296"/>
                  </a:lnTo>
                  <a:cubicBezTo>
                    <a:pt x="224398" y="156227"/>
                    <a:pt x="224398" y="165884"/>
                    <a:pt x="218467" y="171815"/>
                  </a:cubicBezTo>
                  <a:cubicBezTo>
                    <a:pt x="215501" y="174781"/>
                    <a:pt x="211623" y="176302"/>
                    <a:pt x="207745" y="176302"/>
                  </a:cubicBezTo>
                  <a:cubicBezTo>
                    <a:pt x="203867" y="176302"/>
                    <a:pt x="199988" y="174781"/>
                    <a:pt x="197023" y="171815"/>
                  </a:cubicBezTo>
                  <a:lnTo>
                    <a:pt x="196491" y="171283"/>
                  </a:lnTo>
                  <a:cubicBezTo>
                    <a:pt x="190559" y="165352"/>
                    <a:pt x="190559" y="155695"/>
                    <a:pt x="196491" y="149763"/>
                  </a:cubicBezTo>
                  <a:close/>
                  <a:moveTo>
                    <a:pt x="234587" y="209456"/>
                  </a:moveTo>
                  <a:cubicBezTo>
                    <a:pt x="228656" y="203525"/>
                    <a:pt x="228656" y="193867"/>
                    <a:pt x="234587" y="187936"/>
                  </a:cubicBezTo>
                  <a:cubicBezTo>
                    <a:pt x="240518" y="182005"/>
                    <a:pt x="250176" y="182005"/>
                    <a:pt x="256107" y="187936"/>
                  </a:cubicBezTo>
                  <a:lnTo>
                    <a:pt x="256639" y="188468"/>
                  </a:lnTo>
                  <a:cubicBezTo>
                    <a:pt x="262570" y="194400"/>
                    <a:pt x="262570" y="204057"/>
                    <a:pt x="256639" y="209988"/>
                  </a:cubicBezTo>
                  <a:cubicBezTo>
                    <a:pt x="253674" y="212954"/>
                    <a:pt x="249796" y="214474"/>
                    <a:pt x="245917" y="214474"/>
                  </a:cubicBezTo>
                  <a:cubicBezTo>
                    <a:pt x="242039" y="214474"/>
                    <a:pt x="238161" y="212954"/>
                    <a:pt x="235196" y="209988"/>
                  </a:cubicBezTo>
                  <a:lnTo>
                    <a:pt x="234663" y="209456"/>
                  </a:lnTo>
                  <a:close/>
                  <a:moveTo>
                    <a:pt x="478908" y="407924"/>
                  </a:moveTo>
                  <a:cubicBezTo>
                    <a:pt x="467045" y="428151"/>
                    <a:pt x="445146" y="441686"/>
                    <a:pt x="420052" y="441686"/>
                  </a:cubicBezTo>
                  <a:cubicBezTo>
                    <a:pt x="411839" y="441686"/>
                    <a:pt x="403931" y="440241"/>
                    <a:pt x="396631" y="437580"/>
                  </a:cubicBezTo>
                  <a:cubicBezTo>
                    <a:pt x="386137" y="433778"/>
                    <a:pt x="383172" y="420394"/>
                    <a:pt x="391080" y="412486"/>
                  </a:cubicBezTo>
                  <a:lnTo>
                    <a:pt x="410927" y="392639"/>
                  </a:lnTo>
                  <a:cubicBezTo>
                    <a:pt x="413512" y="390054"/>
                    <a:pt x="417010" y="388457"/>
                    <a:pt x="420660" y="388229"/>
                  </a:cubicBezTo>
                  <a:lnTo>
                    <a:pt x="464536" y="385339"/>
                  </a:lnTo>
                  <a:cubicBezTo>
                    <a:pt x="476551" y="384579"/>
                    <a:pt x="484915" y="397506"/>
                    <a:pt x="478832" y="40792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2253;p5">
              <a:extLst>
                <a:ext uri="{FF2B5EF4-FFF2-40B4-BE49-F238E27FC236}">
                  <a16:creationId xmlns:a16="http://schemas.microsoft.com/office/drawing/2014/main" id="{AC821764-A684-829D-8717-00A78713A497}"/>
                </a:ext>
              </a:extLst>
            </p:cNvPr>
            <p:cNvSpPr/>
            <p:nvPr/>
          </p:nvSpPr>
          <p:spPr>
            <a:xfrm>
              <a:off x="6281324" y="5066779"/>
              <a:ext cx="169943" cy="144668"/>
            </a:xfrm>
            <a:custGeom>
              <a:avLst/>
              <a:gdLst/>
              <a:ahLst/>
              <a:cxnLst/>
              <a:rect l="l" t="t" r="r" b="b"/>
              <a:pathLst>
                <a:path w="663511" h="564832" extrusionOk="0">
                  <a:moveTo>
                    <a:pt x="69342" y="305181"/>
                  </a:moveTo>
                  <a:lnTo>
                    <a:pt x="594074" y="305181"/>
                  </a:lnTo>
                  <a:cubicBezTo>
                    <a:pt x="601980" y="305181"/>
                    <a:pt x="608362" y="311563"/>
                    <a:pt x="608362" y="319469"/>
                  </a:cubicBezTo>
                  <a:cubicBezTo>
                    <a:pt x="608362" y="327374"/>
                    <a:pt x="601980" y="333756"/>
                    <a:pt x="594074" y="333756"/>
                  </a:cubicBezTo>
                  <a:lnTo>
                    <a:pt x="69342" y="333756"/>
                  </a:lnTo>
                  <a:cubicBezTo>
                    <a:pt x="61436" y="333756"/>
                    <a:pt x="55055" y="327374"/>
                    <a:pt x="55055" y="319469"/>
                  </a:cubicBezTo>
                  <a:cubicBezTo>
                    <a:pt x="55055" y="311563"/>
                    <a:pt x="61436" y="305181"/>
                    <a:pt x="69342" y="305181"/>
                  </a:cubicBezTo>
                  <a:close/>
                  <a:moveTo>
                    <a:pt x="609029" y="113919"/>
                  </a:moveTo>
                  <a:lnTo>
                    <a:pt x="54483" y="113919"/>
                  </a:lnTo>
                  <a:cubicBezTo>
                    <a:pt x="24479" y="113919"/>
                    <a:pt x="0" y="138303"/>
                    <a:pt x="0" y="168402"/>
                  </a:cubicBezTo>
                  <a:lnTo>
                    <a:pt x="0" y="395954"/>
                  </a:lnTo>
                  <a:cubicBezTo>
                    <a:pt x="0" y="425958"/>
                    <a:pt x="24384" y="450437"/>
                    <a:pt x="54483" y="450437"/>
                  </a:cubicBezTo>
                  <a:lnTo>
                    <a:pt x="90964" y="450437"/>
                  </a:lnTo>
                  <a:cubicBezTo>
                    <a:pt x="98870" y="450437"/>
                    <a:pt x="105251" y="444056"/>
                    <a:pt x="105251" y="436150"/>
                  </a:cubicBezTo>
                  <a:cubicBezTo>
                    <a:pt x="105251" y="428244"/>
                    <a:pt x="98870" y="421862"/>
                    <a:pt x="90964" y="421862"/>
                  </a:cubicBezTo>
                  <a:lnTo>
                    <a:pt x="54483" y="421862"/>
                  </a:lnTo>
                  <a:cubicBezTo>
                    <a:pt x="40195" y="421862"/>
                    <a:pt x="28575" y="410242"/>
                    <a:pt x="28575" y="395954"/>
                  </a:cubicBezTo>
                  <a:lnTo>
                    <a:pt x="28575" y="168402"/>
                  </a:lnTo>
                  <a:cubicBezTo>
                    <a:pt x="28575" y="154115"/>
                    <a:pt x="40195" y="142494"/>
                    <a:pt x="54483" y="142494"/>
                  </a:cubicBezTo>
                  <a:lnTo>
                    <a:pt x="609029" y="142494"/>
                  </a:lnTo>
                  <a:cubicBezTo>
                    <a:pt x="623316" y="142494"/>
                    <a:pt x="634937" y="154115"/>
                    <a:pt x="634937" y="168402"/>
                  </a:cubicBezTo>
                  <a:lnTo>
                    <a:pt x="634937" y="395954"/>
                  </a:lnTo>
                  <a:cubicBezTo>
                    <a:pt x="634937" y="410242"/>
                    <a:pt x="623316" y="421862"/>
                    <a:pt x="609029" y="421862"/>
                  </a:cubicBezTo>
                  <a:lnTo>
                    <a:pt x="572548" y="421862"/>
                  </a:lnTo>
                  <a:cubicBezTo>
                    <a:pt x="564642" y="421862"/>
                    <a:pt x="558260" y="428244"/>
                    <a:pt x="558260" y="436150"/>
                  </a:cubicBezTo>
                  <a:cubicBezTo>
                    <a:pt x="558260" y="444056"/>
                    <a:pt x="564642" y="450437"/>
                    <a:pt x="572548" y="450437"/>
                  </a:cubicBezTo>
                  <a:lnTo>
                    <a:pt x="609029" y="450437"/>
                  </a:lnTo>
                  <a:cubicBezTo>
                    <a:pt x="639032" y="450437"/>
                    <a:pt x="663512" y="426053"/>
                    <a:pt x="663512" y="395954"/>
                  </a:cubicBezTo>
                  <a:lnTo>
                    <a:pt x="663512" y="168402"/>
                  </a:lnTo>
                  <a:cubicBezTo>
                    <a:pt x="663512" y="138398"/>
                    <a:pt x="639128" y="113919"/>
                    <a:pt x="609029" y="113919"/>
                  </a:cubicBezTo>
                  <a:close/>
                  <a:moveTo>
                    <a:pt x="521399" y="363474"/>
                  </a:moveTo>
                  <a:cubicBezTo>
                    <a:pt x="513493" y="363474"/>
                    <a:pt x="507111" y="369856"/>
                    <a:pt x="507111" y="377762"/>
                  </a:cubicBezTo>
                  <a:lnTo>
                    <a:pt x="507111" y="510350"/>
                  </a:lnTo>
                  <a:cubicBezTo>
                    <a:pt x="507111" y="524637"/>
                    <a:pt x="495491" y="536258"/>
                    <a:pt x="481203" y="536258"/>
                  </a:cubicBezTo>
                  <a:lnTo>
                    <a:pt x="182213" y="536258"/>
                  </a:lnTo>
                  <a:cubicBezTo>
                    <a:pt x="167926" y="536258"/>
                    <a:pt x="156305" y="524637"/>
                    <a:pt x="156305" y="510350"/>
                  </a:cubicBezTo>
                  <a:lnTo>
                    <a:pt x="156305" y="377762"/>
                  </a:lnTo>
                  <a:cubicBezTo>
                    <a:pt x="156305" y="369856"/>
                    <a:pt x="149924" y="363474"/>
                    <a:pt x="142018" y="363474"/>
                  </a:cubicBezTo>
                  <a:cubicBezTo>
                    <a:pt x="134112" y="363474"/>
                    <a:pt x="127730" y="369856"/>
                    <a:pt x="127730" y="377762"/>
                  </a:cubicBezTo>
                  <a:lnTo>
                    <a:pt x="127730" y="510350"/>
                  </a:lnTo>
                  <a:cubicBezTo>
                    <a:pt x="127730" y="540353"/>
                    <a:pt x="152210" y="564833"/>
                    <a:pt x="182213" y="564833"/>
                  </a:cubicBezTo>
                  <a:lnTo>
                    <a:pt x="481108" y="564833"/>
                  </a:lnTo>
                  <a:cubicBezTo>
                    <a:pt x="511112" y="564833"/>
                    <a:pt x="535591" y="540449"/>
                    <a:pt x="535591" y="510350"/>
                  </a:cubicBezTo>
                  <a:lnTo>
                    <a:pt x="535591" y="377762"/>
                  </a:lnTo>
                  <a:cubicBezTo>
                    <a:pt x="535591" y="369856"/>
                    <a:pt x="529209" y="363474"/>
                    <a:pt x="521303" y="363474"/>
                  </a:cubicBezTo>
                  <a:close/>
                  <a:moveTo>
                    <a:pt x="142113" y="92678"/>
                  </a:moveTo>
                  <a:cubicBezTo>
                    <a:pt x="150019" y="92678"/>
                    <a:pt x="156401" y="86297"/>
                    <a:pt x="156401" y="78391"/>
                  </a:cubicBezTo>
                  <a:lnTo>
                    <a:pt x="156401" y="54483"/>
                  </a:lnTo>
                  <a:cubicBezTo>
                    <a:pt x="156401" y="40195"/>
                    <a:pt x="168021" y="28575"/>
                    <a:pt x="182309" y="28575"/>
                  </a:cubicBezTo>
                  <a:lnTo>
                    <a:pt x="481203" y="28575"/>
                  </a:lnTo>
                  <a:cubicBezTo>
                    <a:pt x="495491" y="28575"/>
                    <a:pt x="507111" y="40195"/>
                    <a:pt x="507111" y="54483"/>
                  </a:cubicBezTo>
                  <a:lnTo>
                    <a:pt x="507111" y="78391"/>
                  </a:lnTo>
                  <a:cubicBezTo>
                    <a:pt x="507111" y="86297"/>
                    <a:pt x="513493" y="92678"/>
                    <a:pt x="521399" y="92678"/>
                  </a:cubicBezTo>
                  <a:cubicBezTo>
                    <a:pt x="529304" y="92678"/>
                    <a:pt x="535686" y="86297"/>
                    <a:pt x="535686" y="78391"/>
                  </a:cubicBezTo>
                  <a:lnTo>
                    <a:pt x="535686" y="54483"/>
                  </a:lnTo>
                  <a:cubicBezTo>
                    <a:pt x="535686" y="24479"/>
                    <a:pt x="511207" y="0"/>
                    <a:pt x="481203" y="0"/>
                  </a:cubicBezTo>
                  <a:lnTo>
                    <a:pt x="182213" y="0"/>
                  </a:lnTo>
                  <a:cubicBezTo>
                    <a:pt x="152210" y="0"/>
                    <a:pt x="127730" y="24384"/>
                    <a:pt x="127730" y="54483"/>
                  </a:cubicBezTo>
                  <a:lnTo>
                    <a:pt x="127730" y="78391"/>
                  </a:lnTo>
                  <a:cubicBezTo>
                    <a:pt x="127730" y="86297"/>
                    <a:pt x="134112" y="92678"/>
                    <a:pt x="142018" y="92678"/>
                  </a:cubicBezTo>
                  <a:close/>
                  <a:moveTo>
                    <a:pt x="445961" y="363569"/>
                  </a:moveTo>
                  <a:lnTo>
                    <a:pt x="217456" y="363569"/>
                  </a:lnTo>
                  <a:cubicBezTo>
                    <a:pt x="209550" y="363569"/>
                    <a:pt x="203168" y="369951"/>
                    <a:pt x="203168" y="377857"/>
                  </a:cubicBezTo>
                  <a:cubicBezTo>
                    <a:pt x="203168" y="385763"/>
                    <a:pt x="209550" y="392144"/>
                    <a:pt x="217456" y="392144"/>
                  </a:cubicBezTo>
                  <a:lnTo>
                    <a:pt x="445961" y="392144"/>
                  </a:lnTo>
                  <a:cubicBezTo>
                    <a:pt x="453866" y="392144"/>
                    <a:pt x="460248" y="385763"/>
                    <a:pt x="460248" y="377857"/>
                  </a:cubicBezTo>
                  <a:cubicBezTo>
                    <a:pt x="460248" y="369951"/>
                    <a:pt x="453866" y="363569"/>
                    <a:pt x="445961" y="363569"/>
                  </a:cubicBezTo>
                  <a:close/>
                  <a:moveTo>
                    <a:pt x="445961" y="421862"/>
                  </a:moveTo>
                  <a:lnTo>
                    <a:pt x="217456" y="421862"/>
                  </a:lnTo>
                  <a:cubicBezTo>
                    <a:pt x="209550" y="421862"/>
                    <a:pt x="203168" y="428244"/>
                    <a:pt x="203168" y="436150"/>
                  </a:cubicBezTo>
                  <a:cubicBezTo>
                    <a:pt x="203168" y="444056"/>
                    <a:pt x="209550" y="450437"/>
                    <a:pt x="217456" y="450437"/>
                  </a:cubicBezTo>
                  <a:lnTo>
                    <a:pt x="445961" y="450437"/>
                  </a:lnTo>
                  <a:cubicBezTo>
                    <a:pt x="453866" y="450437"/>
                    <a:pt x="460248" y="444056"/>
                    <a:pt x="460248" y="436150"/>
                  </a:cubicBezTo>
                  <a:cubicBezTo>
                    <a:pt x="460248" y="428244"/>
                    <a:pt x="453866" y="421862"/>
                    <a:pt x="445961" y="421862"/>
                  </a:cubicBezTo>
                  <a:close/>
                  <a:moveTo>
                    <a:pt x="608362" y="187547"/>
                  </a:moveTo>
                  <a:cubicBezTo>
                    <a:pt x="608362" y="177070"/>
                    <a:pt x="599789" y="168497"/>
                    <a:pt x="589312" y="168497"/>
                  </a:cubicBezTo>
                  <a:cubicBezTo>
                    <a:pt x="578834" y="168497"/>
                    <a:pt x="570262" y="177070"/>
                    <a:pt x="570262" y="187547"/>
                  </a:cubicBezTo>
                  <a:cubicBezTo>
                    <a:pt x="570262" y="198025"/>
                    <a:pt x="578834" y="206597"/>
                    <a:pt x="589312" y="206597"/>
                  </a:cubicBezTo>
                  <a:cubicBezTo>
                    <a:pt x="599789" y="206597"/>
                    <a:pt x="608362" y="198025"/>
                    <a:pt x="608362" y="187547"/>
                  </a:cubicBezTo>
                  <a:close/>
                  <a:moveTo>
                    <a:pt x="551212" y="187547"/>
                  </a:moveTo>
                  <a:cubicBezTo>
                    <a:pt x="551212" y="177070"/>
                    <a:pt x="542639" y="168497"/>
                    <a:pt x="532162" y="168497"/>
                  </a:cubicBezTo>
                  <a:cubicBezTo>
                    <a:pt x="521684" y="168497"/>
                    <a:pt x="513112" y="177070"/>
                    <a:pt x="513112" y="187547"/>
                  </a:cubicBezTo>
                  <a:cubicBezTo>
                    <a:pt x="513112" y="198025"/>
                    <a:pt x="521684" y="206597"/>
                    <a:pt x="532162" y="206597"/>
                  </a:cubicBezTo>
                  <a:cubicBezTo>
                    <a:pt x="542639" y="206597"/>
                    <a:pt x="551212" y="198025"/>
                    <a:pt x="551212" y="18754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2254;p5">
              <a:extLst>
                <a:ext uri="{FF2B5EF4-FFF2-40B4-BE49-F238E27FC236}">
                  <a16:creationId xmlns:a16="http://schemas.microsoft.com/office/drawing/2014/main" id="{1B57DFDA-9811-579C-3622-5D49A3B78461}"/>
                </a:ext>
              </a:extLst>
            </p:cNvPr>
            <p:cNvSpPr/>
            <p:nvPr/>
          </p:nvSpPr>
          <p:spPr>
            <a:xfrm>
              <a:off x="5706589" y="5071841"/>
              <a:ext cx="198266" cy="134545"/>
            </a:xfrm>
            <a:custGeom>
              <a:avLst/>
              <a:gdLst/>
              <a:ahLst/>
              <a:cxnLst/>
              <a:rect l="l" t="t" r="r" b="b"/>
              <a:pathLst>
                <a:path w="765809" h="519683" extrusionOk="0">
                  <a:moveTo>
                    <a:pt x="673799" y="360807"/>
                  </a:moveTo>
                  <a:cubicBezTo>
                    <a:pt x="665911" y="361018"/>
                    <a:pt x="659345" y="354794"/>
                    <a:pt x="659135" y="346905"/>
                  </a:cubicBezTo>
                  <a:cubicBezTo>
                    <a:pt x="659132" y="346777"/>
                    <a:pt x="659130" y="346648"/>
                    <a:pt x="659130" y="346519"/>
                  </a:cubicBezTo>
                  <a:lnTo>
                    <a:pt x="659130" y="61913"/>
                  </a:lnTo>
                  <a:cubicBezTo>
                    <a:pt x="659130" y="43501"/>
                    <a:pt x="644204" y="28575"/>
                    <a:pt x="625793" y="28575"/>
                  </a:cubicBezTo>
                  <a:lnTo>
                    <a:pt x="139637" y="28575"/>
                  </a:lnTo>
                  <a:cubicBezTo>
                    <a:pt x="121225" y="28575"/>
                    <a:pt x="106299" y="43501"/>
                    <a:pt x="106299" y="61913"/>
                  </a:cubicBezTo>
                  <a:lnTo>
                    <a:pt x="106299" y="346519"/>
                  </a:lnTo>
                  <a:cubicBezTo>
                    <a:pt x="106299" y="354410"/>
                    <a:pt x="99902" y="360807"/>
                    <a:pt x="92012" y="360807"/>
                  </a:cubicBezTo>
                  <a:cubicBezTo>
                    <a:pt x="84121" y="360807"/>
                    <a:pt x="77724" y="354410"/>
                    <a:pt x="77724" y="346519"/>
                  </a:cubicBezTo>
                  <a:lnTo>
                    <a:pt x="77724" y="61913"/>
                  </a:lnTo>
                  <a:cubicBezTo>
                    <a:pt x="77724" y="27719"/>
                    <a:pt x="105443" y="0"/>
                    <a:pt x="139637" y="0"/>
                  </a:cubicBezTo>
                  <a:lnTo>
                    <a:pt x="626174" y="0"/>
                  </a:lnTo>
                  <a:cubicBezTo>
                    <a:pt x="660367" y="0"/>
                    <a:pt x="688086" y="27719"/>
                    <a:pt x="688086" y="61913"/>
                  </a:cubicBezTo>
                  <a:lnTo>
                    <a:pt x="688086" y="346519"/>
                  </a:lnTo>
                  <a:cubicBezTo>
                    <a:pt x="688086" y="354410"/>
                    <a:pt x="681689" y="360807"/>
                    <a:pt x="673799" y="360807"/>
                  </a:cubicBezTo>
                  <a:close/>
                  <a:moveTo>
                    <a:pt x="765810" y="467296"/>
                  </a:moveTo>
                  <a:lnTo>
                    <a:pt x="765810" y="441674"/>
                  </a:lnTo>
                  <a:cubicBezTo>
                    <a:pt x="765753" y="412763"/>
                    <a:pt x="742334" y="389339"/>
                    <a:pt x="713423" y="389287"/>
                  </a:cubicBezTo>
                  <a:lnTo>
                    <a:pt x="52388" y="389287"/>
                  </a:lnTo>
                  <a:cubicBezTo>
                    <a:pt x="23476" y="389339"/>
                    <a:pt x="52" y="412763"/>
                    <a:pt x="0" y="441674"/>
                  </a:cubicBezTo>
                  <a:lnTo>
                    <a:pt x="0" y="467296"/>
                  </a:lnTo>
                  <a:cubicBezTo>
                    <a:pt x="0" y="496230"/>
                    <a:pt x="23454" y="519684"/>
                    <a:pt x="52388" y="519684"/>
                  </a:cubicBezTo>
                  <a:lnTo>
                    <a:pt x="713423" y="519684"/>
                  </a:lnTo>
                  <a:cubicBezTo>
                    <a:pt x="742356" y="519684"/>
                    <a:pt x="765810" y="496230"/>
                    <a:pt x="765810" y="467296"/>
                  </a:cubicBezTo>
                  <a:close/>
                  <a:moveTo>
                    <a:pt x="713423" y="417862"/>
                  </a:moveTo>
                  <a:cubicBezTo>
                    <a:pt x="726552" y="417914"/>
                    <a:pt x="737183" y="428545"/>
                    <a:pt x="737235" y="441674"/>
                  </a:cubicBezTo>
                  <a:lnTo>
                    <a:pt x="737235" y="467296"/>
                  </a:lnTo>
                  <a:cubicBezTo>
                    <a:pt x="737183" y="480426"/>
                    <a:pt x="726552" y="491057"/>
                    <a:pt x="713423" y="491109"/>
                  </a:cubicBezTo>
                  <a:lnTo>
                    <a:pt x="52388" y="491109"/>
                  </a:lnTo>
                  <a:cubicBezTo>
                    <a:pt x="39258" y="491057"/>
                    <a:pt x="28627" y="480426"/>
                    <a:pt x="28575" y="467296"/>
                  </a:cubicBezTo>
                  <a:lnTo>
                    <a:pt x="28575" y="441674"/>
                  </a:lnTo>
                  <a:cubicBezTo>
                    <a:pt x="28627" y="428545"/>
                    <a:pt x="39258" y="417914"/>
                    <a:pt x="52388" y="417862"/>
                  </a:cubicBezTo>
                  <a:close/>
                  <a:moveTo>
                    <a:pt x="382905" y="435483"/>
                  </a:moveTo>
                  <a:cubicBezTo>
                    <a:pt x="372384" y="435483"/>
                    <a:pt x="363855" y="444012"/>
                    <a:pt x="363855" y="454533"/>
                  </a:cubicBezTo>
                  <a:cubicBezTo>
                    <a:pt x="363855" y="465054"/>
                    <a:pt x="372384" y="473583"/>
                    <a:pt x="382905" y="473583"/>
                  </a:cubicBezTo>
                  <a:cubicBezTo>
                    <a:pt x="393426" y="473583"/>
                    <a:pt x="401955" y="465054"/>
                    <a:pt x="401955" y="454533"/>
                  </a:cubicBezTo>
                  <a:cubicBezTo>
                    <a:pt x="401955" y="444012"/>
                    <a:pt x="393426" y="435483"/>
                    <a:pt x="382905" y="4354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57" name="Google Shape;2255;p5">
            <a:extLst>
              <a:ext uri="{FF2B5EF4-FFF2-40B4-BE49-F238E27FC236}">
                <a16:creationId xmlns:a16="http://schemas.microsoft.com/office/drawing/2014/main" id="{09FE362C-0BC0-AB01-F00F-E65969543AFE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921924" y="4810122"/>
            <a:ext cx="64727" cy="101961"/>
          </a:xfrm>
          <a:prstGeom prst="rect">
            <a:avLst/>
          </a:prstGeom>
          <a:noFill/>
          <a:ln>
            <a:noFill/>
          </a:ln>
        </p:spPr>
      </p:pic>
      <p:sp>
        <p:nvSpPr>
          <p:cNvPr id="58" name="Google Shape;2256;p5">
            <a:extLst>
              <a:ext uri="{FF2B5EF4-FFF2-40B4-BE49-F238E27FC236}">
                <a16:creationId xmlns:a16="http://schemas.microsoft.com/office/drawing/2014/main" id="{4C3E6931-5C34-C791-514B-37C7417B6452}"/>
              </a:ext>
            </a:extLst>
          </p:cNvPr>
          <p:cNvSpPr/>
          <p:nvPr/>
        </p:nvSpPr>
        <p:spPr>
          <a:xfrm>
            <a:off x="3565525" y="4719768"/>
            <a:ext cx="1068950" cy="554835"/>
          </a:xfrm>
          <a:prstGeom prst="roundRect">
            <a:avLst>
              <a:gd name="adj" fmla="val 9976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575757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9" name="Google Shape;2257;p5">
            <a:extLst>
              <a:ext uri="{FF2B5EF4-FFF2-40B4-BE49-F238E27FC236}">
                <a16:creationId xmlns:a16="http://schemas.microsoft.com/office/drawing/2014/main" id="{42E4B962-E9E5-5BC5-A1A0-5EF1FC203FA9}"/>
              </a:ext>
            </a:extLst>
          </p:cNvPr>
          <p:cNvGrpSpPr/>
          <p:nvPr/>
        </p:nvGrpSpPr>
        <p:grpSpPr>
          <a:xfrm>
            <a:off x="3975675" y="4650965"/>
            <a:ext cx="248069" cy="137151"/>
            <a:chOff x="5878384" y="4459875"/>
            <a:chExt cx="438912" cy="252534"/>
          </a:xfrm>
        </p:grpSpPr>
        <p:sp>
          <p:nvSpPr>
            <p:cNvPr id="60" name="Google Shape;2258;p5">
              <a:extLst>
                <a:ext uri="{FF2B5EF4-FFF2-40B4-BE49-F238E27FC236}">
                  <a16:creationId xmlns:a16="http://schemas.microsoft.com/office/drawing/2014/main" id="{0D645D58-4ADF-0F0D-A497-DDD4B4620BF8}"/>
                </a:ext>
              </a:extLst>
            </p:cNvPr>
            <p:cNvSpPr/>
            <p:nvPr/>
          </p:nvSpPr>
          <p:spPr>
            <a:xfrm>
              <a:off x="5878384" y="4459875"/>
              <a:ext cx="438912" cy="252534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2259;p5">
              <a:extLst>
                <a:ext uri="{FF2B5EF4-FFF2-40B4-BE49-F238E27FC236}">
                  <a16:creationId xmlns:a16="http://schemas.microsoft.com/office/drawing/2014/main" id="{409078EC-4DE3-6C24-C49D-6A29634672C9}"/>
                </a:ext>
              </a:extLst>
            </p:cNvPr>
            <p:cNvSpPr/>
            <p:nvPr/>
          </p:nvSpPr>
          <p:spPr>
            <a:xfrm>
              <a:off x="5923745" y="4463052"/>
              <a:ext cx="354409" cy="238767"/>
            </a:xfrm>
            <a:custGeom>
              <a:avLst/>
              <a:gdLst/>
              <a:ahLst/>
              <a:cxnLst/>
              <a:rect l="l" t="t" r="r" b="b"/>
              <a:pathLst>
                <a:path w="2574" h="1738" extrusionOk="0">
                  <a:moveTo>
                    <a:pt x="2573" y="1093"/>
                  </a:moveTo>
                  <a:lnTo>
                    <a:pt x="2573" y="1093"/>
                  </a:lnTo>
                  <a:cubicBezTo>
                    <a:pt x="2573" y="1447"/>
                    <a:pt x="1994" y="1737"/>
                    <a:pt x="1287" y="1737"/>
                  </a:cubicBezTo>
                  <a:cubicBezTo>
                    <a:pt x="579" y="1737"/>
                    <a:pt x="0" y="1447"/>
                    <a:pt x="0" y="109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0" y="1106"/>
                    <a:pt x="579" y="1396"/>
                    <a:pt x="1287" y="1396"/>
                  </a:cubicBezTo>
                  <a:cubicBezTo>
                    <a:pt x="1994" y="1396"/>
                    <a:pt x="2573" y="1106"/>
                    <a:pt x="2573" y="753"/>
                  </a:cubicBezTo>
                  <a:lnTo>
                    <a:pt x="2573" y="1093"/>
                  </a:lnTo>
                  <a:close/>
                  <a:moveTo>
                    <a:pt x="2573" y="644"/>
                  </a:moveTo>
                  <a:lnTo>
                    <a:pt x="2573" y="644"/>
                  </a:lnTo>
                  <a:cubicBezTo>
                    <a:pt x="2573" y="997"/>
                    <a:pt x="1994" y="1286"/>
                    <a:pt x="1287" y="1286"/>
                  </a:cubicBezTo>
                  <a:cubicBezTo>
                    <a:pt x="579" y="1286"/>
                    <a:pt x="0" y="997"/>
                    <a:pt x="0" y="644"/>
                  </a:cubicBezTo>
                  <a:cubicBezTo>
                    <a:pt x="0" y="283"/>
                    <a:pt x="579" y="0"/>
                    <a:pt x="1287" y="0"/>
                  </a:cubicBezTo>
                  <a:cubicBezTo>
                    <a:pt x="1994" y="0"/>
                    <a:pt x="2573" y="283"/>
                    <a:pt x="2573" y="644"/>
                  </a:cubicBezTo>
                  <a:close/>
                  <a:moveTo>
                    <a:pt x="1248" y="997"/>
                  </a:moveTo>
                  <a:lnTo>
                    <a:pt x="1248" y="997"/>
                  </a:lnTo>
                  <a:cubicBezTo>
                    <a:pt x="1004" y="881"/>
                    <a:pt x="1004" y="881"/>
                    <a:pt x="1004" y="881"/>
                  </a:cubicBezTo>
                  <a:cubicBezTo>
                    <a:pt x="1203" y="779"/>
                    <a:pt x="1203" y="779"/>
                    <a:pt x="1203" y="779"/>
                  </a:cubicBezTo>
                  <a:cubicBezTo>
                    <a:pt x="1017" y="682"/>
                    <a:pt x="1017" y="682"/>
                    <a:pt x="1017" y="682"/>
                  </a:cubicBezTo>
                  <a:cubicBezTo>
                    <a:pt x="811" y="785"/>
                    <a:pt x="811" y="785"/>
                    <a:pt x="811" y="785"/>
                  </a:cubicBezTo>
                  <a:cubicBezTo>
                    <a:pt x="573" y="663"/>
                    <a:pt x="573" y="663"/>
                    <a:pt x="573" y="663"/>
                  </a:cubicBezTo>
                  <a:cubicBezTo>
                    <a:pt x="573" y="997"/>
                    <a:pt x="573" y="997"/>
                    <a:pt x="573" y="997"/>
                  </a:cubicBezTo>
                  <a:lnTo>
                    <a:pt x="1248" y="997"/>
                  </a:lnTo>
                  <a:close/>
                  <a:moveTo>
                    <a:pt x="1248" y="283"/>
                  </a:moveTo>
                  <a:lnTo>
                    <a:pt x="1248" y="283"/>
                  </a:lnTo>
                  <a:cubicBezTo>
                    <a:pt x="1004" y="405"/>
                    <a:pt x="1004" y="405"/>
                    <a:pt x="1004" y="405"/>
                  </a:cubicBezTo>
                  <a:cubicBezTo>
                    <a:pt x="804" y="302"/>
                    <a:pt x="804" y="302"/>
                    <a:pt x="804" y="302"/>
                  </a:cubicBezTo>
                  <a:cubicBezTo>
                    <a:pt x="611" y="399"/>
                    <a:pt x="611" y="399"/>
                    <a:pt x="611" y="399"/>
                  </a:cubicBezTo>
                  <a:cubicBezTo>
                    <a:pt x="811" y="502"/>
                    <a:pt x="811" y="502"/>
                    <a:pt x="811" y="502"/>
                  </a:cubicBezTo>
                  <a:cubicBezTo>
                    <a:pt x="573" y="624"/>
                    <a:pt x="573" y="624"/>
                    <a:pt x="573" y="624"/>
                  </a:cubicBezTo>
                  <a:cubicBezTo>
                    <a:pt x="1248" y="624"/>
                    <a:pt x="1248" y="624"/>
                    <a:pt x="1248" y="624"/>
                  </a:cubicBezTo>
                  <a:lnTo>
                    <a:pt x="1248" y="283"/>
                  </a:lnTo>
                  <a:close/>
                  <a:moveTo>
                    <a:pt x="1762" y="785"/>
                  </a:moveTo>
                  <a:lnTo>
                    <a:pt x="1762" y="785"/>
                  </a:lnTo>
                  <a:cubicBezTo>
                    <a:pt x="2000" y="663"/>
                    <a:pt x="2000" y="663"/>
                    <a:pt x="2000" y="663"/>
                  </a:cubicBezTo>
                  <a:cubicBezTo>
                    <a:pt x="1325" y="663"/>
                    <a:pt x="1325" y="663"/>
                    <a:pt x="1325" y="663"/>
                  </a:cubicBezTo>
                  <a:cubicBezTo>
                    <a:pt x="1325" y="997"/>
                    <a:pt x="1325" y="997"/>
                    <a:pt x="1325" y="997"/>
                  </a:cubicBezTo>
                  <a:cubicBezTo>
                    <a:pt x="1569" y="881"/>
                    <a:pt x="1569" y="881"/>
                    <a:pt x="1569" y="881"/>
                  </a:cubicBezTo>
                  <a:cubicBezTo>
                    <a:pt x="1769" y="977"/>
                    <a:pt x="1769" y="977"/>
                    <a:pt x="1769" y="977"/>
                  </a:cubicBezTo>
                  <a:cubicBezTo>
                    <a:pt x="1961" y="881"/>
                    <a:pt x="1961" y="881"/>
                    <a:pt x="1961" y="881"/>
                  </a:cubicBezTo>
                  <a:lnTo>
                    <a:pt x="1762" y="785"/>
                  </a:lnTo>
                  <a:close/>
                  <a:moveTo>
                    <a:pt x="2000" y="283"/>
                  </a:moveTo>
                  <a:lnTo>
                    <a:pt x="2000" y="283"/>
                  </a:lnTo>
                  <a:cubicBezTo>
                    <a:pt x="1325" y="283"/>
                    <a:pt x="1325" y="283"/>
                    <a:pt x="1325" y="283"/>
                  </a:cubicBezTo>
                  <a:cubicBezTo>
                    <a:pt x="1569" y="405"/>
                    <a:pt x="1569" y="405"/>
                    <a:pt x="1569" y="405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556" y="599"/>
                    <a:pt x="1556" y="599"/>
                    <a:pt x="1556" y="599"/>
                  </a:cubicBezTo>
                  <a:cubicBezTo>
                    <a:pt x="1762" y="502"/>
                    <a:pt x="1762" y="502"/>
                    <a:pt x="1762" y="502"/>
                  </a:cubicBezTo>
                  <a:cubicBezTo>
                    <a:pt x="2000" y="624"/>
                    <a:pt x="2000" y="624"/>
                    <a:pt x="2000" y="624"/>
                  </a:cubicBezTo>
                  <a:lnTo>
                    <a:pt x="2000" y="283"/>
                  </a:lnTo>
                  <a:close/>
                </a:path>
              </a:pathLst>
            </a:custGeom>
            <a:solidFill>
              <a:schemeClr val="tx1">
                <a:lumMod val="85000"/>
              </a:schemeClr>
            </a:solidFill>
            <a:ln>
              <a:noFill/>
            </a:ln>
          </p:spPr>
          <p:txBody>
            <a:bodyPr spcFirstLastPara="1" wrap="square" lIns="121875" tIns="60900" rIns="121875" bIns="60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000"/>
                <a:buFont typeface="Arial"/>
                <a:buNone/>
                <a:tabLst/>
                <a:defRPr/>
              </a:pPr>
              <a:endParaRPr kumimoji="0" sz="1333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2260;p5">
            <a:extLst>
              <a:ext uri="{FF2B5EF4-FFF2-40B4-BE49-F238E27FC236}">
                <a16:creationId xmlns:a16="http://schemas.microsoft.com/office/drawing/2014/main" id="{82B84664-5700-5B81-D91F-325110CD380B}"/>
              </a:ext>
            </a:extLst>
          </p:cNvPr>
          <p:cNvGrpSpPr/>
          <p:nvPr/>
        </p:nvGrpSpPr>
        <p:grpSpPr>
          <a:xfrm>
            <a:off x="3723086" y="5050754"/>
            <a:ext cx="744631" cy="165265"/>
            <a:chOff x="5706589" y="5056475"/>
            <a:chExt cx="744678" cy="165276"/>
          </a:xfrm>
          <a:solidFill>
            <a:schemeClr val="tx1"/>
          </a:solidFill>
        </p:grpSpPr>
        <p:sp>
          <p:nvSpPr>
            <p:cNvPr id="63" name="Google Shape;2261;p5">
              <a:extLst>
                <a:ext uri="{FF2B5EF4-FFF2-40B4-BE49-F238E27FC236}">
                  <a16:creationId xmlns:a16="http://schemas.microsoft.com/office/drawing/2014/main" id="{A33040E6-A9B5-0327-C969-D2D499B1B5DC}"/>
                </a:ext>
              </a:extLst>
            </p:cNvPr>
            <p:cNvSpPr/>
            <p:nvPr/>
          </p:nvSpPr>
          <p:spPr>
            <a:xfrm>
              <a:off x="6013241" y="5056475"/>
              <a:ext cx="169943" cy="165276"/>
            </a:xfrm>
            <a:custGeom>
              <a:avLst/>
              <a:gdLst/>
              <a:ahLst/>
              <a:cxnLst/>
              <a:rect l="l" t="t" r="r" b="b"/>
              <a:pathLst>
                <a:path w="545673" h="474383" extrusionOk="0">
                  <a:moveTo>
                    <a:pt x="541414" y="332110"/>
                  </a:moveTo>
                  <a:lnTo>
                    <a:pt x="213676" y="4448"/>
                  </a:lnTo>
                  <a:cubicBezTo>
                    <a:pt x="207745" y="-1483"/>
                    <a:pt x="198087" y="-1483"/>
                    <a:pt x="192156" y="4448"/>
                  </a:cubicBezTo>
                  <a:lnTo>
                    <a:pt x="51100" y="145505"/>
                  </a:lnTo>
                  <a:cubicBezTo>
                    <a:pt x="48210" y="148395"/>
                    <a:pt x="46613" y="152197"/>
                    <a:pt x="46613" y="156227"/>
                  </a:cubicBezTo>
                  <a:cubicBezTo>
                    <a:pt x="46613" y="160257"/>
                    <a:pt x="48210" y="164135"/>
                    <a:pt x="51100" y="166949"/>
                  </a:cubicBezTo>
                  <a:lnTo>
                    <a:pt x="172233" y="288082"/>
                  </a:lnTo>
                  <a:lnTo>
                    <a:pt x="100755" y="359561"/>
                  </a:lnTo>
                  <a:lnTo>
                    <a:pt x="30417" y="359561"/>
                  </a:lnTo>
                  <a:lnTo>
                    <a:pt x="30417" y="278729"/>
                  </a:lnTo>
                  <a:cubicBezTo>
                    <a:pt x="30417" y="270365"/>
                    <a:pt x="23573" y="263521"/>
                    <a:pt x="15208" y="263521"/>
                  </a:cubicBezTo>
                  <a:cubicBezTo>
                    <a:pt x="6844" y="263521"/>
                    <a:pt x="0" y="270365"/>
                    <a:pt x="0" y="278729"/>
                  </a:cubicBezTo>
                  <a:lnTo>
                    <a:pt x="0" y="459175"/>
                  </a:lnTo>
                  <a:cubicBezTo>
                    <a:pt x="0" y="467540"/>
                    <a:pt x="6844" y="474384"/>
                    <a:pt x="15208" y="474384"/>
                  </a:cubicBezTo>
                  <a:cubicBezTo>
                    <a:pt x="23573" y="474384"/>
                    <a:pt x="30417" y="467540"/>
                    <a:pt x="30417" y="459175"/>
                  </a:cubicBezTo>
                  <a:lnTo>
                    <a:pt x="30417" y="389978"/>
                  </a:lnTo>
                  <a:lnTo>
                    <a:pt x="106990" y="389978"/>
                  </a:lnTo>
                  <a:cubicBezTo>
                    <a:pt x="111020" y="389978"/>
                    <a:pt x="114898" y="388381"/>
                    <a:pt x="117712" y="385491"/>
                  </a:cubicBezTo>
                  <a:lnTo>
                    <a:pt x="193677" y="309526"/>
                  </a:lnTo>
                  <a:lnTo>
                    <a:pt x="316864" y="432713"/>
                  </a:lnTo>
                  <a:cubicBezTo>
                    <a:pt x="319830" y="435679"/>
                    <a:pt x="323708" y="437199"/>
                    <a:pt x="327586" y="437199"/>
                  </a:cubicBezTo>
                  <a:cubicBezTo>
                    <a:pt x="331464" y="437199"/>
                    <a:pt x="335342" y="435679"/>
                    <a:pt x="338308" y="432713"/>
                  </a:cubicBezTo>
                  <a:lnTo>
                    <a:pt x="398760" y="372260"/>
                  </a:lnTo>
                  <a:cubicBezTo>
                    <a:pt x="402638" y="368382"/>
                    <a:pt x="407885" y="366025"/>
                    <a:pt x="413360" y="365645"/>
                  </a:cubicBezTo>
                  <a:lnTo>
                    <a:pt x="531452" y="357888"/>
                  </a:lnTo>
                  <a:cubicBezTo>
                    <a:pt x="537384" y="357508"/>
                    <a:pt x="542554" y="353630"/>
                    <a:pt x="544683" y="348079"/>
                  </a:cubicBezTo>
                  <a:cubicBezTo>
                    <a:pt x="546813" y="342528"/>
                    <a:pt x="545444" y="336217"/>
                    <a:pt x="541186" y="331958"/>
                  </a:cubicBezTo>
                  <a:close/>
                  <a:moveTo>
                    <a:pt x="411535" y="335456"/>
                  </a:moveTo>
                  <a:cubicBezTo>
                    <a:pt x="398684" y="336293"/>
                    <a:pt x="386518" y="341768"/>
                    <a:pt x="377393" y="350969"/>
                  </a:cubicBezTo>
                  <a:lnTo>
                    <a:pt x="327738" y="400624"/>
                  </a:lnTo>
                  <a:lnTo>
                    <a:pt x="83341" y="156303"/>
                  </a:lnTo>
                  <a:lnTo>
                    <a:pt x="202954" y="36690"/>
                  </a:lnTo>
                  <a:lnTo>
                    <a:pt x="496169" y="329905"/>
                  </a:lnTo>
                  <a:lnTo>
                    <a:pt x="411535" y="335456"/>
                  </a:lnTo>
                  <a:close/>
                  <a:moveTo>
                    <a:pt x="311541" y="286333"/>
                  </a:moveTo>
                  <a:cubicBezTo>
                    <a:pt x="305610" y="280402"/>
                    <a:pt x="305306" y="270517"/>
                    <a:pt x="311237" y="264586"/>
                  </a:cubicBezTo>
                  <a:cubicBezTo>
                    <a:pt x="317168" y="258654"/>
                    <a:pt x="326521" y="258350"/>
                    <a:pt x="332452" y="264282"/>
                  </a:cubicBezTo>
                  <a:lnTo>
                    <a:pt x="332985" y="264814"/>
                  </a:lnTo>
                  <a:cubicBezTo>
                    <a:pt x="338916" y="270745"/>
                    <a:pt x="338916" y="280402"/>
                    <a:pt x="332985" y="286333"/>
                  </a:cubicBezTo>
                  <a:cubicBezTo>
                    <a:pt x="330019" y="289299"/>
                    <a:pt x="326141" y="290820"/>
                    <a:pt x="322263" y="290820"/>
                  </a:cubicBezTo>
                  <a:cubicBezTo>
                    <a:pt x="318385" y="290820"/>
                    <a:pt x="314507" y="289299"/>
                    <a:pt x="311541" y="286333"/>
                  </a:cubicBezTo>
                  <a:close/>
                  <a:moveTo>
                    <a:pt x="349181" y="323974"/>
                  </a:moveTo>
                  <a:cubicBezTo>
                    <a:pt x="343250" y="318043"/>
                    <a:pt x="343250" y="308385"/>
                    <a:pt x="349181" y="302454"/>
                  </a:cubicBezTo>
                  <a:cubicBezTo>
                    <a:pt x="355113" y="296523"/>
                    <a:pt x="364770" y="296523"/>
                    <a:pt x="370701" y="302454"/>
                  </a:cubicBezTo>
                  <a:lnTo>
                    <a:pt x="371233" y="302987"/>
                  </a:lnTo>
                  <a:cubicBezTo>
                    <a:pt x="377165" y="308918"/>
                    <a:pt x="377165" y="318575"/>
                    <a:pt x="371233" y="324506"/>
                  </a:cubicBezTo>
                  <a:cubicBezTo>
                    <a:pt x="368268" y="327472"/>
                    <a:pt x="364390" y="328993"/>
                    <a:pt x="360512" y="328993"/>
                  </a:cubicBezTo>
                  <a:cubicBezTo>
                    <a:pt x="356633" y="328993"/>
                    <a:pt x="352755" y="327472"/>
                    <a:pt x="349790" y="324506"/>
                  </a:cubicBezTo>
                  <a:lnTo>
                    <a:pt x="349257" y="323974"/>
                  </a:lnTo>
                  <a:close/>
                  <a:moveTo>
                    <a:pt x="180294" y="112123"/>
                  </a:moveTo>
                  <a:cubicBezTo>
                    <a:pt x="186225" y="118054"/>
                    <a:pt x="186225" y="127711"/>
                    <a:pt x="180294" y="133643"/>
                  </a:cubicBezTo>
                  <a:cubicBezTo>
                    <a:pt x="177328" y="136608"/>
                    <a:pt x="173450" y="138129"/>
                    <a:pt x="169572" y="138129"/>
                  </a:cubicBezTo>
                  <a:cubicBezTo>
                    <a:pt x="165694" y="138129"/>
                    <a:pt x="161816" y="136608"/>
                    <a:pt x="158850" y="133643"/>
                  </a:cubicBezTo>
                  <a:lnTo>
                    <a:pt x="158318" y="133110"/>
                  </a:lnTo>
                  <a:cubicBezTo>
                    <a:pt x="152387" y="127179"/>
                    <a:pt x="152387" y="117522"/>
                    <a:pt x="158318" y="111591"/>
                  </a:cubicBezTo>
                  <a:cubicBezTo>
                    <a:pt x="164249" y="105659"/>
                    <a:pt x="173906" y="105659"/>
                    <a:pt x="179838" y="111591"/>
                  </a:cubicBezTo>
                  <a:lnTo>
                    <a:pt x="180370" y="112123"/>
                  </a:lnTo>
                  <a:close/>
                  <a:moveTo>
                    <a:pt x="272760" y="247628"/>
                  </a:moveTo>
                  <a:cubicBezTo>
                    <a:pt x="266829" y="241697"/>
                    <a:pt x="266829" y="232040"/>
                    <a:pt x="272760" y="226109"/>
                  </a:cubicBezTo>
                  <a:cubicBezTo>
                    <a:pt x="278691" y="220178"/>
                    <a:pt x="288348" y="220178"/>
                    <a:pt x="294280" y="226109"/>
                  </a:cubicBezTo>
                  <a:lnTo>
                    <a:pt x="294812" y="226641"/>
                  </a:lnTo>
                  <a:cubicBezTo>
                    <a:pt x="300743" y="232572"/>
                    <a:pt x="300743" y="242230"/>
                    <a:pt x="294812" y="248161"/>
                  </a:cubicBezTo>
                  <a:cubicBezTo>
                    <a:pt x="291846" y="251126"/>
                    <a:pt x="287968" y="252647"/>
                    <a:pt x="284090" y="252647"/>
                  </a:cubicBezTo>
                  <a:cubicBezTo>
                    <a:pt x="280212" y="252647"/>
                    <a:pt x="276334" y="251126"/>
                    <a:pt x="273368" y="248161"/>
                  </a:cubicBezTo>
                  <a:lnTo>
                    <a:pt x="272836" y="247628"/>
                  </a:lnTo>
                  <a:close/>
                  <a:moveTo>
                    <a:pt x="196415" y="149763"/>
                  </a:moveTo>
                  <a:cubicBezTo>
                    <a:pt x="202346" y="143832"/>
                    <a:pt x="212003" y="143832"/>
                    <a:pt x="217934" y="149763"/>
                  </a:cubicBezTo>
                  <a:lnTo>
                    <a:pt x="218467" y="150296"/>
                  </a:lnTo>
                  <a:cubicBezTo>
                    <a:pt x="224398" y="156227"/>
                    <a:pt x="224398" y="165884"/>
                    <a:pt x="218467" y="171815"/>
                  </a:cubicBezTo>
                  <a:cubicBezTo>
                    <a:pt x="215501" y="174781"/>
                    <a:pt x="211623" y="176302"/>
                    <a:pt x="207745" y="176302"/>
                  </a:cubicBezTo>
                  <a:cubicBezTo>
                    <a:pt x="203867" y="176302"/>
                    <a:pt x="199988" y="174781"/>
                    <a:pt x="197023" y="171815"/>
                  </a:cubicBezTo>
                  <a:lnTo>
                    <a:pt x="196491" y="171283"/>
                  </a:lnTo>
                  <a:cubicBezTo>
                    <a:pt x="190559" y="165352"/>
                    <a:pt x="190559" y="155695"/>
                    <a:pt x="196491" y="149763"/>
                  </a:cubicBezTo>
                  <a:close/>
                  <a:moveTo>
                    <a:pt x="234587" y="209456"/>
                  </a:moveTo>
                  <a:cubicBezTo>
                    <a:pt x="228656" y="203525"/>
                    <a:pt x="228656" y="193867"/>
                    <a:pt x="234587" y="187936"/>
                  </a:cubicBezTo>
                  <a:cubicBezTo>
                    <a:pt x="240518" y="182005"/>
                    <a:pt x="250176" y="182005"/>
                    <a:pt x="256107" y="187936"/>
                  </a:cubicBezTo>
                  <a:lnTo>
                    <a:pt x="256639" y="188468"/>
                  </a:lnTo>
                  <a:cubicBezTo>
                    <a:pt x="262570" y="194400"/>
                    <a:pt x="262570" y="204057"/>
                    <a:pt x="256639" y="209988"/>
                  </a:cubicBezTo>
                  <a:cubicBezTo>
                    <a:pt x="253674" y="212954"/>
                    <a:pt x="249796" y="214474"/>
                    <a:pt x="245917" y="214474"/>
                  </a:cubicBezTo>
                  <a:cubicBezTo>
                    <a:pt x="242039" y="214474"/>
                    <a:pt x="238161" y="212954"/>
                    <a:pt x="235196" y="209988"/>
                  </a:cubicBezTo>
                  <a:lnTo>
                    <a:pt x="234663" y="209456"/>
                  </a:lnTo>
                  <a:close/>
                  <a:moveTo>
                    <a:pt x="478908" y="407924"/>
                  </a:moveTo>
                  <a:cubicBezTo>
                    <a:pt x="467045" y="428151"/>
                    <a:pt x="445146" y="441686"/>
                    <a:pt x="420052" y="441686"/>
                  </a:cubicBezTo>
                  <a:cubicBezTo>
                    <a:pt x="411839" y="441686"/>
                    <a:pt x="403931" y="440241"/>
                    <a:pt x="396631" y="437580"/>
                  </a:cubicBezTo>
                  <a:cubicBezTo>
                    <a:pt x="386137" y="433778"/>
                    <a:pt x="383172" y="420394"/>
                    <a:pt x="391080" y="412486"/>
                  </a:cubicBezTo>
                  <a:lnTo>
                    <a:pt x="410927" y="392639"/>
                  </a:lnTo>
                  <a:cubicBezTo>
                    <a:pt x="413512" y="390054"/>
                    <a:pt x="417010" y="388457"/>
                    <a:pt x="420660" y="388229"/>
                  </a:cubicBezTo>
                  <a:lnTo>
                    <a:pt x="464536" y="385339"/>
                  </a:lnTo>
                  <a:cubicBezTo>
                    <a:pt x="476551" y="384579"/>
                    <a:pt x="484915" y="397506"/>
                    <a:pt x="478832" y="40792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2262;p5">
              <a:extLst>
                <a:ext uri="{FF2B5EF4-FFF2-40B4-BE49-F238E27FC236}">
                  <a16:creationId xmlns:a16="http://schemas.microsoft.com/office/drawing/2014/main" id="{3096CE97-357B-94F6-B2DD-A1201FA1AD18}"/>
                </a:ext>
              </a:extLst>
            </p:cNvPr>
            <p:cNvSpPr/>
            <p:nvPr/>
          </p:nvSpPr>
          <p:spPr>
            <a:xfrm>
              <a:off x="6281324" y="5066779"/>
              <a:ext cx="169943" cy="144668"/>
            </a:xfrm>
            <a:custGeom>
              <a:avLst/>
              <a:gdLst/>
              <a:ahLst/>
              <a:cxnLst/>
              <a:rect l="l" t="t" r="r" b="b"/>
              <a:pathLst>
                <a:path w="663511" h="564832" extrusionOk="0">
                  <a:moveTo>
                    <a:pt x="69342" y="305181"/>
                  </a:moveTo>
                  <a:lnTo>
                    <a:pt x="594074" y="305181"/>
                  </a:lnTo>
                  <a:cubicBezTo>
                    <a:pt x="601980" y="305181"/>
                    <a:pt x="608362" y="311563"/>
                    <a:pt x="608362" y="319469"/>
                  </a:cubicBezTo>
                  <a:cubicBezTo>
                    <a:pt x="608362" y="327374"/>
                    <a:pt x="601980" y="333756"/>
                    <a:pt x="594074" y="333756"/>
                  </a:cubicBezTo>
                  <a:lnTo>
                    <a:pt x="69342" y="333756"/>
                  </a:lnTo>
                  <a:cubicBezTo>
                    <a:pt x="61436" y="333756"/>
                    <a:pt x="55055" y="327374"/>
                    <a:pt x="55055" y="319469"/>
                  </a:cubicBezTo>
                  <a:cubicBezTo>
                    <a:pt x="55055" y="311563"/>
                    <a:pt x="61436" y="305181"/>
                    <a:pt x="69342" y="305181"/>
                  </a:cubicBezTo>
                  <a:close/>
                  <a:moveTo>
                    <a:pt x="609029" y="113919"/>
                  </a:moveTo>
                  <a:lnTo>
                    <a:pt x="54483" y="113919"/>
                  </a:lnTo>
                  <a:cubicBezTo>
                    <a:pt x="24479" y="113919"/>
                    <a:pt x="0" y="138303"/>
                    <a:pt x="0" y="168402"/>
                  </a:cubicBezTo>
                  <a:lnTo>
                    <a:pt x="0" y="395954"/>
                  </a:lnTo>
                  <a:cubicBezTo>
                    <a:pt x="0" y="425958"/>
                    <a:pt x="24384" y="450437"/>
                    <a:pt x="54483" y="450437"/>
                  </a:cubicBezTo>
                  <a:lnTo>
                    <a:pt x="90964" y="450437"/>
                  </a:lnTo>
                  <a:cubicBezTo>
                    <a:pt x="98870" y="450437"/>
                    <a:pt x="105251" y="444056"/>
                    <a:pt x="105251" y="436150"/>
                  </a:cubicBezTo>
                  <a:cubicBezTo>
                    <a:pt x="105251" y="428244"/>
                    <a:pt x="98870" y="421862"/>
                    <a:pt x="90964" y="421862"/>
                  </a:cubicBezTo>
                  <a:lnTo>
                    <a:pt x="54483" y="421862"/>
                  </a:lnTo>
                  <a:cubicBezTo>
                    <a:pt x="40195" y="421862"/>
                    <a:pt x="28575" y="410242"/>
                    <a:pt x="28575" y="395954"/>
                  </a:cubicBezTo>
                  <a:lnTo>
                    <a:pt x="28575" y="168402"/>
                  </a:lnTo>
                  <a:cubicBezTo>
                    <a:pt x="28575" y="154115"/>
                    <a:pt x="40195" y="142494"/>
                    <a:pt x="54483" y="142494"/>
                  </a:cubicBezTo>
                  <a:lnTo>
                    <a:pt x="609029" y="142494"/>
                  </a:lnTo>
                  <a:cubicBezTo>
                    <a:pt x="623316" y="142494"/>
                    <a:pt x="634937" y="154115"/>
                    <a:pt x="634937" y="168402"/>
                  </a:cubicBezTo>
                  <a:lnTo>
                    <a:pt x="634937" y="395954"/>
                  </a:lnTo>
                  <a:cubicBezTo>
                    <a:pt x="634937" y="410242"/>
                    <a:pt x="623316" y="421862"/>
                    <a:pt x="609029" y="421862"/>
                  </a:cubicBezTo>
                  <a:lnTo>
                    <a:pt x="572548" y="421862"/>
                  </a:lnTo>
                  <a:cubicBezTo>
                    <a:pt x="564642" y="421862"/>
                    <a:pt x="558260" y="428244"/>
                    <a:pt x="558260" y="436150"/>
                  </a:cubicBezTo>
                  <a:cubicBezTo>
                    <a:pt x="558260" y="444056"/>
                    <a:pt x="564642" y="450437"/>
                    <a:pt x="572548" y="450437"/>
                  </a:cubicBezTo>
                  <a:lnTo>
                    <a:pt x="609029" y="450437"/>
                  </a:lnTo>
                  <a:cubicBezTo>
                    <a:pt x="639032" y="450437"/>
                    <a:pt x="663512" y="426053"/>
                    <a:pt x="663512" y="395954"/>
                  </a:cubicBezTo>
                  <a:lnTo>
                    <a:pt x="663512" y="168402"/>
                  </a:lnTo>
                  <a:cubicBezTo>
                    <a:pt x="663512" y="138398"/>
                    <a:pt x="639128" y="113919"/>
                    <a:pt x="609029" y="113919"/>
                  </a:cubicBezTo>
                  <a:close/>
                  <a:moveTo>
                    <a:pt x="521399" y="363474"/>
                  </a:moveTo>
                  <a:cubicBezTo>
                    <a:pt x="513493" y="363474"/>
                    <a:pt x="507111" y="369856"/>
                    <a:pt x="507111" y="377762"/>
                  </a:cubicBezTo>
                  <a:lnTo>
                    <a:pt x="507111" y="510350"/>
                  </a:lnTo>
                  <a:cubicBezTo>
                    <a:pt x="507111" y="524637"/>
                    <a:pt x="495491" y="536258"/>
                    <a:pt x="481203" y="536258"/>
                  </a:cubicBezTo>
                  <a:lnTo>
                    <a:pt x="182213" y="536258"/>
                  </a:lnTo>
                  <a:cubicBezTo>
                    <a:pt x="167926" y="536258"/>
                    <a:pt x="156305" y="524637"/>
                    <a:pt x="156305" y="510350"/>
                  </a:cubicBezTo>
                  <a:lnTo>
                    <a:pt x="156305" y="377762"/>
                  </a:lnTo>
                  <a:cubicBezTo>
                    <a:pt x="156305" y="369856"/>
                    <a:pt x="149924" y="363474"/>
                    <a:pt x="142018" y="363474"/>
                  </a:cubicBezTo>
                  <a:cubicBezTo>
                    <a:pt x="134112" y="363474"/>
                    <a:pt x="127730" y="369856"/>
                    <a:pt x="127730" y="377762"/>
                  </a:cubicBezTo>
                  <a:lnTo>
                    <a:pt x="127730" y="510350"/>
                  </a:lnTo>
                  <a:cubicBezTo>
                    <a:pt x="127730" y="540353"/>
                    <a:pt x="152210" y="564833"/>
                    <a:pt x="182213" y="564833"/>
                  </a:cubicBezTo>
                  <a:lnTo>
                    <a:pt x="481108" y="564833"/>
                  </a:lnTo>
                  <a:cubicBezTo>
                    <a:pt x="511112" y="564833"/>
                    <a:pt x="535591" y="540449"/>
                    <a:pt x="535591" y="510350"/>
                  </a:cubicBezTo>
                  <a:lnTo>
                    <a:pt x="535591" y="377762"/>
                  </a:lnTo>
                  <a:cubicBezTo>
                    <a:pt x="535591" y="369856"/>
                    <a:pt x="529209" y="363474"/>
                    <a:pt x="521303" y="363474"/>
                  </a:cubicBezTo>
                  <a:close/>
                  <a:moveTo>
                    <a:pt x="142113" y="92678"/>
                  </a:moveTo>
                  <a:cubicBezTo>
                    <a:pt x="150019" y="92678"/>
                    <a:pt x="156401" y="86297"/>
                    <a:pt x="156401" y="78391"/>
                  </a:cubicBezTo>
                  <a:lnTo>
                    <a:pt x="156401" y="54483"/>
                  </a:lnTo>
                  <a:cubicBezTo>
                    <a:pt x="156401" y="40195"/>
                    <a:pt x="168021" y="28575"/>
                    <a:pt x="182309" y="28575"/>
                  </a:cubicBezTo>
                  <a:lnTo>
                    <a:pt x="481203" y="28575"/>
                  </a:lnTo>
                  <a:cubicBezTo>
                    <a:pt x="495491" y="28575"/>
                    <a:pt x="507111" y="40195"/>
                    <a:pt x="507111" y="54483"/>
                  </a:cubicBezTo>
                  <a:lnTo>
                    <a:pt x="507111" y="78391"/>
                  </a:lnTo>
                  <a:cubicBezTo>
                    <a:pt x="507111" y="86297"/>
                    <a:pt x="513493" y="92678"/>
                    <a:pt x="521399" y="92678"/>
                  </a:cubicBezTo>
                  <a:cubicBezTo>
                    <a:pt x="529304" y="92678"/>
                    <a:pt x="535686" y="86297"/>
                    <a:pt x="535686" y="78391"/>
                  </a:cubicBezTo>
                  <a:lnTo>
                    <a:pt x="535686" y="54483"/>
                  </a:lnTo>
                  <a:cubicBezTo>
                    <a:pt x="535686" y="24479"/>
                    <a:pt x="511207" y="0"/>
                    <a:pt x="481203" y="0"/>
                  </a:cubicBezTo>
                  <a:lnTo>
                    <a:pt x="182213" y="0"/>
                  </a:lnTo>
                  <a:cubicBezTo>
                    <a:pt x="152210" y="0"/>
                    <a:pt x="127730" y="24384"/>
                    <a:pt x="127730" y="54483"/>
                  </a:cubicBezTo>
                  <a:lnTo>
                    <a:pt x="127730" y="78391"/>
                  </a:lnTo>
                  <a:cubicBezTo>
                    <a:pt x="127730" y="86297"/>
                    <a:pt x="134112" y="92678"/>
                    <a:pt x="142018" y="92678"/>
                  </a:cubicBezTo>
                  <a:close/>
                  <a:moveTo>
                    <a:pt x="445961" y="363569"/>
                  </a:moveTo>
                  <a:lnTo>
                    <a:pt x="217456" y="363569"/>
                  </a:lnTo>
                  <a:cubicBezTo>
                    <a:pt x="209550" y="363569"/>
                    <a:pt x="203168" y="369951"/>
                    <a:pt x="203168" y="377857"/>
                  </a:cubicBezTo>
                  <a:cubicBezTo>
                    <a:pt x="203168" y="385763"/>
                    <a:pt x="209550" y="392144"/>
                    <a:pt x="217456" y="392144"/>
                  </a:cubicBezTo>
                  <a:lnTo>
                    <a:pt x="445961" y="392144"/>
                  </a:lnTo>
                  <a:cubicBezTo>
                    <a:pt x="453866" y="392144"/>
                    <a:pt x="460248" y="385763"/>
                    <a:pt x="460248" y="377857"/>
                  </a:cubicBezTo>
                  <a:cubicBezTo>
                    <a:pt x="460248" y="369951"/>
                    <a:pt x="453866" y="363569"/>
                    <a:pt x="445961" y="363569"/>
                  </a:cubicBezTo>
                  <a:close/>
                  <a:moveTo>
                    <a:pt x="445961" y="421862"/>
                  </a:moveTo>
                  <a:lnTo>
                    <a:pt x="217456" y="421862"/>
                  </a:lnTo>
                  <a:cubicBezTo>
                    <a:pt x="209550" y="421862"/>
                    <a:pt x="203168" y="428244"/>
                    <a:pt x="203168" y="436150"/>
                  </a:cubicBezTo>
                  <a:cubicBezTo>
                    <a:pt x="203168" y="444056"/>
                    <a:pt x="209550" y="450437"/>
                    <a:pt x="217456" y="450437"/>
                  </a:cubicBezTo>
                  <a:lnTo>
                    <a:pt x="445961" y="450437"/>
                  </a:lnTo>
                  <a:cubicBezTo>
                    <a:pt x="453866" y="450437"/>
                    <a:pt x="460248" y="444056"/>
                    <a:pt x="460248" y="436150"/>
                  </a:cubicBezTo>
                  <a:cubicBezTo>
                    <a:pt x="460248" y="428244"/>
                    <a:pt x="453866" y="421862"/>
                    <a:pt x="445961" y="421862"/>
                  </a:cubicBezTo>
                  <a:close/>
                  <a:moveTo>
                    <a:pt x="608362" y="187547"/>
                  </a:moveTo>
                  <a:cubicBezTo>
                    <a:pt x="608362" y="177070"/>
                    <a:pt x="599789" y="168497"/>
                    <a:pt x="589312" y="168497"/>
                  </a:cubicBezTo>
                  <a:cubicBezTo>
                    <a:pt x="578834" y="168497"/>
                    <a:pt x="570262" y="177070"/>
                    <a:pt x="570262" y="187547"/>
                  </a:cubicBezTo>
                  <a:cubicBezTo>
                    <a:pt x="570262" y="198025"/>
                    <a:pt x="578834" y="206597"/>
                    <a:pt x="589312" y="206597"/>
                  </a:cubicBezTo>
                  <a:cubicBezTo>
                    <a:pt x="599789" y="206597"/>
                    <a:pt x="608362" y="198025"/>
                    <a:pt x="608362" y="187547"/>
                  </a:cubicBezTo>
                  <a:close/>
                  <a:moveTo>
                    <a:pt x="551212" y="187547"/>
                  </a:moveTo>
                  <a:cubicBezTo>
                    <a:pt x="551212" y="177070"/>
                    <a:pt x="542639" y="168497"/>
                    <a:pt x="532162" y="168497"/>
                  </a:cubicBezTo>
                  <a:cubicBezTo>
                    <a:pt x="521684" y="168497"/>
                    <a:pt x="513112" y="177070"/>
                    <a:pt x="513112" y="187547"/>
                  </a:cubicBezTo>
                  <a:cubicBezTo>
                    <a:pt x="513112" y="198025"/>
                    <a:pt x="521684" y="206597"/>
                    <a:pt x="532162" y="206597"/>
                  </a:cubicBezTo>
                  <a:cubicBezTo>
                    <a:pt x="542639" y="206597"/>
                    <a:pt x="551212" y="198025"/>
                    <a:pt x="551212" y="18754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2263;p5">
              <a:extLst>
                <a:ext uri="{FF2B5EF4-FFF2-40B4-BE49-F238E27FC236}">
                  <a16:creationId xmlns:a16="http://schemas.microsoft.com/office/drawing/2014/main" id="{0C30FD26-78B4-70CB-9C88-9FE2405B9452}"/>
                </a:ext>
              </a:extLst>
            </p:cNvPr>
            <p:cNvSpPr/>
            <p:nvPr/>
          </p:nvSpPr>
          <p:spPr>
            <a:xfrm>
              <a:off x="5706589" y="5071841"/>
              <a:ext cx="198266" cy="134545"/>
            </a:xfrm>
            <a:custGeom>
              <a:avLst/>
              <a:gdLst/>
              <a:ahLst/>
              <a:cxnLst/>
              <a:rect l="l" t="t" r="r" b="b"/>
              <a:pathLst>
                <a:path w="765809" h="519683" extrusionOk="0">
                  <a:moveTo>
                    <a:pt x="673799" y="360807"/>
                  </a:moveTo>
                  <a:cubicBezTo>
                    <a:pt x="665911" y="361018"/>
                    <a:pt x="659345" y="354794"/>
                    <a:pt x="659135" y="346905"/>
                  </a:cubicBezTo>
                  <a:cubicBezTo>
                    <a:pt x="659132" y="346777"/>
                    <a:pt x="659130" y="346648"/>
                    <a:pt x="659130" y="346519"/>
                  </a:cubicBezTo>
                  <a:lnTo>
                    <a:pt x="659130" y="61913"/>
                  </a:lnTo>
                  <a:cubicBezTo>
                    <a:pt x="659130" y="43501"/>
                    <a:pt x="644204" y="28575"/>
                    <a:pt x="625793" y="28575"/>
                  </a:cubicBezTo>
                  <a:lnTo>
                    <a:pt x="139637" y="28575"/>
                  </a:lnTo>
                  <a:cubicBezTo>
                    <a:pt x="121225" y="28575"/>
                    <a:pt x="106299" y="43501"/>
                    <a:pt x="106299" y="61913"/>
                  </a:cubicBezTo>
                  <a:lnTo>
                    <a:pt x="106299" y="346519"/>
                  </a:lnTo>
                  <a:cubicBezTo>
                    <a:pt x="106299" y="354410"/>
                    <a:pt x="99902" y="360807"/>
                    <a:pt x="92012" y="360807"/>
                  </a:cubicBezTo>
                  <a:cubicBezTo>
                    <a:pt x="84121" y="360807"/>
                    <a:pt x="77724" y="354410"/>
                    <a:pt x="77724" y="346519"/>
                  </a:cubicBezTo>
                  <a:lnTo>
                    <a:pt x="77724" y="61913"/>
                  </a:lnTo>
                  <a:cubicBezTo>
                    <a:pt x="77724" y="27719"/>
                    <a:pt x="105443" y="0"/>
                    <a:pt x="139637" y="0"/>
                  </a:cubicBezTo>
                  <a:lnTo>
                    <a:pt x="626174" y="0"/>
                  </a:lnTo>
                  <a:cubicBezTo>
                    <a:pt x="660367" y="0"/>
                    <a:pt x="688086" y="27719"/>
                    <a:pt x="688086" y="61913"/>
                  </a:cubicBezTo>
                  <a:lnTo>
                    <a:pt x="688086" y="346519"/>
                  </a:lnTo>
                  <a:cubicBezTo>
                    <a:pt x="688086" y="354410"/>
                    <a:pt x="681689" y="360807"/>
                    <a:pt x="673799" y="360807"/>
                  </a:cubicBezTo>
                  <a:close/>
                  <a:moveTo>
                    <a:pt x="765810" y="467296"/>
                  </a:moveTo>
                  <a:lnTo>
                    <a:pt x="765810" y="441674"/>
                  </a:lnTo>
                  <a:cubicBezTo>
                    <a:pt x="765753" y="412763"/>
                    <a:pt x="742334" y="389339"/>
                    <a:pt x="713423" y="389287"/>
                  </a:cubicBezTo>
                  <a:lnTo>
                    <a:pt x="52388" y="389287"/>
                  </a:lnTo>
                  <a:cubicBezTo>
                    <a:pt x="23476" y="389339"/>
                    <a:pt x="52" y="412763"/>
                    <a:pt x="0" y="441674"/>
                  </a:cubicBezTo>
                  <a:lnTo>
                    <a:pt x="0" y="467296"/>
                  </a:lnTo>
                  <a:cubicBezTo>
                    <a:pt x="0" y="496230"/>
                    <a:pt x="23454" y="519684"/>
                    <a:pt x="52388" y="519684"/>
                  </a:cubicBezTo>
                  <a:lnTo>
                    <a:pt x="713423" y="519684"/>
                  </a:lnTo>
                  <a:cubicBezTo>
                    <a:pt x="742356" y="519684"/>
                    <a:pt x="765810" y="496230"/>
                    <a:pt x="765810" y="467296"/>
                  </a:cubicBezTo>
                  <a:close/>
                  <a:moveTo>
                    <a:pt x="713423" y="417862"/>
                  </a:moveTo>
                  <a:cubicBezTo>
                    <a:pt x="726552" y="417914"/>
                    <a:pt x="737183" y="428545"/>
                    <a:pt x="737235" y="441674"/>
                  </a:cubicBezTo>
                  <a:lnTo>
                    <a:pt x="737235" y="467296"/>
                  </a:lnTo>
                  <a:cubicBezTo>
                    <a:pt x="737183" y="480426"/>
                    <a:pt x="726552" y="491057"/>
                    <a:pt x="713423" y="491109"/>
                  </a:cubicBezTo>
                  <a:lnTo>
                    <a:pt x="52388" y="491109"/>
                  </a:lnTo>
                  <a:cubicBezTo>
                    <a:pt x="39258" y="491057"/>
                    <a:pt x="28627" y="480426"/>
                    <a:pt x="28575" y="467296"/>
                  </a:cubicBezTo>
                  <a:lnTo>
                    <a:pt x="28575" y="441674"/>
                  </a:lnTo>
                  <a:cubicBezTo>
                    <a:pt x="28627" y="428545"/>
                    <a:pt x="39258" y="417914"/>
                    <a:pt x="52388" y="417862"/>
                  </a:cubicBezTo>
                  <a:close/>
                  <a:moveTo>
                    <a:pt x="382905" y="435483"/>
                  </a:moveTo>
                  <a:cubicBezTo>
                    <a:pt x="372384" y="435483"/>
                    <a:pt x="363855" y="444012"/>
                    <a:pt x="363855" y="454533"/>
                  </a:cubicBezTo>
                  <a:cubicBezTo>
                    <a:pt x="363855" y="465054"/>
                    <a:pt x="372384" y="473583"/>
                    <a:pt x="382905" y="473583"/>
                  </a:cubicBezTo>
                  <a:cubicBezTo>
                    <a:pt x="393426" y="473583"/>
                    <a:pt x="401955" y="465054"/>
                    <a:pt x="401955" y="454533"/>
                  </a:cubicBezTo>
                  <a:cubicBezTo>
                    <a:pt x="401955" y="444012"/>
                    <a:pt x="393426" y="435483"/>
                    <a:pt x="382905" y="4354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66" name="Google Shape;2264;p5">
            <a:extLst>
              <a:ext uri="{FF2B5EF4-FFF2-40B4-BE49-F238E27FC236}">
                <a16:creationId xmlns:a16="http://schemas.microsoft.com/office/drawing/2014/main" id="{011C5883-A744-DD8F-49C2-91F9E0D0E887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061738" y="4811854"/>
            <a:ext cx="64727" cy="101961"/>
          </a:xfrm>
          <a:prstGeom prst="rect">
            <a:avLst/>
          </a:prstGeom>
          <a:noFill/>
          <a:ln>
            <a:noFill/>
          </a:ln>
        </p:spPr>
      </p:pic>
      <p:sp>
        <p:nvSpPr>
          <p:cNvPr id="67" name="Google Shape;2265;p5">
            <a:extLst>
              <a:ext uri="{FF2B5EF4-FFF2-40B4-BE49-F238E27FC236}">
                <a16:creationId xmlns:a16="http://schemas.microsoft.com/office/drawing/2014/main" id="{37E2B90A-2257-29D7-6779-5A743EFFF896}"/>
              </a:ext>
            </a:extLst>
          </p:cNvPr>
          <p:cNvSpPr/>
          <p:nvPr/>
        </p:nvSpPr>
        <p:spPr>
          <a:xfrm>
            <a:off x="1279674" y="4714661"/>
            <a:ext cx="1068950" cy="554835"/>
          </a:xfrm>
          <a:prstGeom prst="roundRect">
            <a:avLst>
              <a:gd name="adj" fmla="val 9976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575757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68" name="Google Shape;2266;p5">
            <a:extLst>
              <a:ext uri="{FF2B5EF4-FFF2-40B4-BE49-F238E27FC236}">
                <a16:creationId xmlns:a16="http://schemas.microsoft.com/office/drawing/2014/main" id="{D55C74AA-FF4F-B256-1B33-EBEB38885402}"/>
              </a:ext>
            </a:extLst>
          </p:cNvPr>
          <p:cNvGrpSpPr/>
          <p:nvPr/>
        </p:nvGrpSpPr>
        <p:grpSpPr>
          <a:xfrm>
            <a:off x="1689824" y="4645858"/>
            <a:ext cx="248069" cy="137151"/>
            <a:chOff x="5878384" y="4459875"/>
            <a:chExt cx="438912" cy="252534"/>
          </a:xfrm>
        </p:grpSpPr>
        <p:sp>
          <p:nvSpPr>
            <p:cNvPr id="69" name="Google Shape;2240;p5">
              <a:extLst>
                <a:ext uri="{FF2B5EF4-FFF2-40B4-BE49-F238E27FC236}">
                  <a16:creationId xmlns:a16="http://schemas.microsoft.com/office/drawing/2014/main" id="{69697484-7870-006D-E38D-75C63E49A337}"/>
                </a:ext>
              </a:extLst>
            </p:cNvPr>
            <p:cNvSpPr/>
            <p:nvPr/>
          </p:nvSpPr>
          <p:spPr>
            <a:xfrm>
              <a:off x="5878384" y="4459875"/>
              <a:ext cx="438912" cy="252534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267;p5">
              <a:extLst>
                <a:ext uri="{FF2B5EF4-FFF2-40B4-BE49-F238E27FC236}">
                  <a16:creationId xmlns:a16="http://schemas.microsoft.com/office/drawing/2014/main" id="{6E4E9E96-BEC5-EA95-2742-87E8E00A5399}"/>
                </a:ext>
              </a:extLst>
            </p:cNvPr>
            <p:cNvSpPr/>
            <p:nvPr/>
          </p:nvSpPr>
          <p:spPr>
            <a:xfrm>
              <a:off x="5923745" y="4463052"/>
              <a:ext cx="354409" cy="238767"/>
            </a:xfrm>
            <a:custGeom>
              <a:avLst/>
              <a:gdLst/>
              <a:ahLst/>
              <a:cxnLst/>
              <a:rect l="l" t="t" r="r" b="b"/>
              <a:pathLst>
                <a:path w="2574" h="1738" extrusionOk="0">
                  <a:moveTo>
                    <a:pt x="2573" y="1093"/>
                  </a:moveTo>
                  <a:lnTo>
                    <a:pt x="2573" y="1093"/>
                  </a:lnTo>
                  <a:cubicBezTo>
                    <a:pt x="2573" y="1447"/>
                    <a:pt x="1994" y="1737"/>
                    <a:pt x="1287" y="1737"/>
                  </a:cubicBezTo>
                  <a:cubicBezTo>
                    <a:pt x="579" y="1737"/>
                    <a:pt x="0" y="1447"/>
                    <a:pt x="0" y="109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0" y="1106"/>
                    <a:pt x="579" y="1396"/>
                    <a:pt x="1287" y="1396"/>
                  </a:cubicBezTo>
                  <a:cubicBezTo>
                    <a:pt x="1994" y="1396"/>
                    <a:pt x="2573" y="1106"/>
                    <a:pt x="2573" y="753"/>
                  </a:cubicBezTo>
                  <a:lnTo>
                    <a:pt x="2573" y="1093"/>
                  </a:lnTo>
                  <a:close/>
                  <a:moveTo>
                    <a:pt x="2573" y="644"/>
                  </a:moveTo>
                  <a:lnTo>
                    <a:pt x="2573" y="644"/>
                  </a:lnTo>
                  <a:cubicBezTo>
                    <a:pt x="2573" y="997"/>
                    <a:pt x="1994" y="1286"/>
                    <a:pt x="1287" y="1286"/>
                  </a:cubicBezTo>
                  <a:cubicBezTo>
                    <a:pt x="579" y="1286"/>
                    <a:pt x="0" y="997"/>
                    <a:pt x="0" y="644"/>
                  </a:cubicBezTo>
                  <a:cubicBezTo>
                    <a:pt x="0" y="283"/>
                    <a:pt x="579" y="0"/>
                    <a:pt x="1287" y="0"/>
                  </a:cubicBezTo>
                  <a:cubicBezTo>
                    <a:pt x="1994" y="0"/>
                    <a:pt x="2573" y="283"/>
                    <a:pt x="2573" y="644"/>
                  </a:cubicBezTo>
                  <a:close/>
                  <a:moveTo>
                    <a:pt x="1248" y="997"/>
                  </a:moveTo>
                  <a:lnTo>
                    <a:pt x="1248" y="997"/>
                  </a:lnTo>
                  <a:cubicBezTo>
                    <a:pt x="1004" y="881"/>
                    <a:pt x="1004" y="881"/>
                    <a:pt x="1004" y="881"/>
                  </a:cubicBezTo>
                  <a:cubicBezTo>
                    <a:pt x="1203" y="779"/>
                    <a:pt x="1203" y="779"/>
                    <a:pt x="1203" y="779"/>
                  </a:cubicBezTo>
                  <a:cubicBezTo>
                    <a:pt x="1017" y="682"/>
                    <a:pt x="1017" y="682"/>
                    <a:pt x="1017" y="682"/>
                  </a:cubicBezTo>
                  <a:cubicBezTo>
                    <a:pt x="811" y="785"/>
                    <a:pt x="811" y="785"/>
                    <a:pt x="811" y="785"/>
                  </a:cubicBezTo>
                  <a:cubicBezTo>
                    <a:pt x="573" y="663"/>
                    <a:pt x="573" y="663"/>
                    <a:pt x="573" y="663"/>
                  </a:cubicBezTo>
                  <a:cubicBezTo>
                    <a:pt x="573" y="997"/>
                    <a:pt x="573" y="997"/>
                    <a:pt x="573" y="997"/>
                  </a:cubicBezTo>
                  <a:lnTo>
                    <a:pt x="1248" y="997"/>
                  </a:lnTo>
                  <a:close/>
                  <a:moveTo>
                    <a:pt x="1248" y="283"/>
                  </a:moveTo>
                  <a:lnTo>
                    <a:pt x="1248" y="283"/>
                  </a:lnTo>
                  <a:cubicBezTo>
                    <a:pt x="1004" y="405"/>
                    <a:pt x="1004" y="405"/>
                    <a:pt x="1004" y="405"/>
                  </a:cubicBezTo>
                  <a:cubicBezTo>
                    <a:pt x="804" y="302"/>
                    <a:pt x="804" y="302"/>
                    <a:pt x="804" y="302"/>
                  </a:cubicBezTo>
                  <a:cubicBezTo>
                    <a:pt x="611" y="399"/>
                    <a:pt x="611" y="399"/>
                    <a:pt x="611" y="399"/>
                  </a:cubicBezTo>
                  <a:cubicBezTo>
                    <a:pt x="811" y="502"/>
                    <a:pt x="811" y="502"/>
                    <a:pt x="811" y="502"/>
                  </a:cubicBezTo>
                  <a:cubicBezTo>
                    <a:pt x="573" y="624"/>
                    <a:pt x="573" y="624"/>
                    <a:pt x="573" y="624"/>
                  </a:cubicBezTo>
                  <a:cubicBezTo>
                    <a:pt x="1248" y="624"/>
                    <a:pt x="1248" y="624"/>
                    <a:pt x="1248" y="624"/>
                  </a:cubicBezTo>
                  <a:lnTo>
                    <a:pt x="1248" y="283"/>
                  </a:lnTo>
                  <a:close/>
                  <a:moveTo>
                    <a:pt x="1762" y="785"/>
                  </a:moveTo>
                  <a:lnTo>
                    <a:pt x="1762" y="785"/>
                  </a:lnTo>
                  <a:cubicBezTo>
                    <a:pt x="2000" y="663"/>
                    <a:pt x="2000" y="663"/>
                    <a:pt x="2000" y="663"/>
                  </a:cubicBezTo>
                  <a:cubicBezTo>
                    <a:pt x="1325" y="663"/>
                    <a:pt x="1325" y="663"/>
                    <a:pt x="1325" y="663"/>
                  </a:cubicBezTo>
                  <a:cubicBezTo>
                    <a:pt x="1325" y="997"/>
                    <a:pt x="1325" y="997"/>
                    <a:pt x="1325" y="997"/>
                  </a:cubicBezTo>
                  <a:cubicBezTo>
                    <a:pt x="1569" y="881"/>
                    <a:pt x="1569" y="881"/>
                    <a:pt x="1569" y="881"/>
                  </a:cubicBezTo>
                  <a:cubicBezTo>
                    <a:pt x="1769" y="977"/>
                    <a:pt x="1769" y="977"/>
                    <a:pt x="1769" y="977"/>
                  </a:cubicBezTo>
                  <a:cubicBezTo>
                    <a:pt x="1961" y="881"/>
                    <a:pt x="1961" y="881"/>
                    <a:pt x="1961" y="881"/>
                  </a:cubicBezTo>
                  <a:lnTo>
                    <a:pt x="1762" y="785"/>
                  </a:lnTo>
                  <a:close/>
                  <a:moveTo>
                    <a:pt x="2000" y="283"/>
                  </a:moveTo>
                  <a:lnTo>
                    <a:pt x="2000" y="283"/>
                  </a:lnTo>
                  <a:cubicBezTo>
                    <a:pt x="1325" y="283"/>
                    <a:pt x="1325" y="283"/>
                    <a:pt x="1325" y="283"/>
                  </a:cubicBezTo>
                  <a:cubicBezTo>
                    <a:pt x="1569" y="405"/>
                    <a:pt x="1569" y="405"/>
                    <a:pt x="1569" y="405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556" y="599"/>
                    <a:pt x="1556" y="599"/>
                    <a:pt x="1556" y="599"/>
                  </a:cubicBezTo>
                  <a:cubicBezTo>
                    <a:pt x="1762" y="502"/>
                    <a:pt x="1762" y="502"/>
                    <a:pt x="1762" y="502"/>
                  </a:cubicBezTo>
                  <a:cubicBezTo>
                    <a:pt x="2000" y="624"/>
                    <a:pt x="2000" y="624"/>
                    <a:pt x="2000" y="624"/>
                  </a:cubicBezTo>
                  <a:lnTo>
                    <a:pt x="2000" y="283"/>
                  </a:lnTo>
                  <a:close/>
                </a:path>
              </a:pathLst>
            </a:custGeom>
            <a:solidFill>
              <a:schemeClr val="tx1">
                <a:lumMod val="85000"/>
              </a:schemeClr>
            </a:solidFill>
            <a:ln>
              <a:noFill/>
            </a:ln>
          </p:spPr>
          <p:txBody>
            <a:bodyPr spcFirstLastPara="1" wrap="square" lIns="121875" tIns="60900" rIns="121875" bIns="60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000"/>
                <a:buFont typeface="Arial"/>
                <a:buNone/>
                <a:tabLst/>
                <a:defRPr/>
              </a:pPr>
              <a:endParaRPr kumimoji="0" sz="1333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268;p5">
            <a:extLst>
              <a:ext uri="{FF2B5EF4-FFF2-40B4-BE49-F238E27FC236}">
                <a16:creationId xmlns:a16="http://schemas.microsoft.com/office/drawing/2014/main" id="{64EFBEB4-0AFA-98F4-6054-C2DCA2441F06}"/>
              </a:ext>
            </a:extLst>
          </p:cNvPr>
          <p:cNvGrpSpPr/>
          <p:nvPr/>
        </p:nvGrpSpPr>
        <p:grpSpPr>
          <a:xfrm>
            <a:off x="1437235" y="5045647"/>
            <a:ext cx="744631" cy="165265"/>
            <a:chOff x="5706589" y="5056475"/>
            <a:chExt cx="744678" cy="165276"/>
          </a:xfrm>
          <a:solidFill>
            <a:schemeClr val="tx1"/>
          </a:solidFill>
        </p:grpSpPr>
        <p:sp>
          <p:nvSpPr>
            <p:cNvPr id="72" name="Google Shape;2269;p5">
              <a:extLst>
                <a:ext uri="{FF2B5EF4-FFF2-40B4-BE49-F238E27FC236}">
                  <a16:creationId xmlns:a16="http://schemas.microsoft.com/office/drawing/2014/main" id="{864F313D-A2C0-CF28-F7B2-30E3B911282E}"/>
                </a:ext>
              </a:extLst>
            </p:cNvPr>
            <p:cNvSpPr/>
            <p:nvPr/>
          </p:nvSpPr>
          <p:spPr>
            <a:xfrm>
              <a:off x="6013241" y="5056475"/>
              <a:ext cx="169943" cy="165276"/>
            </a:xfrm>
            <a:custGeom>
              <a:avLst/>
              <a:gdLst/>
              <a:ahLst/>
              <a:cxnLst/>
              <a:rect l="l" t="t" r="r" b="b"/>
              <a:pathLst>
                <a:path w="545673" h="474383" extrusionOk="0">
                  <a:moveTo>
                    <a:pt x="541414" y="332110"/>
                  </a:moveTo>
                  <a:lnTo>
                    <a:pt x="213676" y="4448"/>
                  </a:lnTo>
                  <a:cubicBezTo>
                    <a:pt x="207745" y="-1483"/>
                    <a:pt x="198087" y="-1483"/>
                    <a:pt x="192156" y="4448"/>
                  </a:cubicBezTo>
                  <a:lnTo>
                    <a:pt x="51100" y="145505"/>
                  </a:lnTo>
                  <a:cubicBezTo>
                    <a:pt x="48210" y="148395"/>
                    <a:pt x="46613" y="152197"/>
                    <a:pt x="46613" y="156227"/>
                  </a:cubicBezTo>
                  <a:cubicBezTo>
                    <a:pt x="46613" y="160257"/>
                    <a:pt x="48210" y="164135"/>
                    <a:pt x="51100" y="166949"/>
                  </a:cubicBezTo>
                  <a:lnTo>
                    <a:pt x="172233" y="288082"/>
                  </a:lnTo>
                  <a:lnTo>
                    <a:pt x="100755" y="359561"/>
                  </a:lnTo>
                  <a:lnTo>
                    <a:pt x="30417" y="359561"/>
                  </a:lnTo>
                  <a:lnTo>
                    <a:pt x="30417" y="278729"/>
                  </a:lnTo>
                  <a:cubicBezTo>
                    <a:pt x="30417" y="270365"/>
                    <a:pt x="23573" y="263521"/>
                    <a:pt x="15208" y="263521"/>
                  </a:cubicBezTo>
                  <a:cubicBezTo>
                    <a:pt x="6844" y="263521"/>
                    <a:pt x="0" y="270365"/>
                    <a:pt x="0" y="278729"/>
                  </a:cubicBezTo>
                  <a:lnTo>
                    <a:pt x="0" y="459175"/>
                  </a:lnTo>
                  <a:cubicBezTo>
                    <a:pt x="0" y="467540"/>
                    <a:pt x="6844" y="474384"/>
                    <a:pt x="15208" y="474384"/>
                  </a:cubicBezTo>
                  <a:cubicBezTo>
                    <a:pt x="23573" y="474384"/>
                    <a:pt x="30417" y="467540"/>
                    <a:pt x="30417" y="459175"/>
                  </a:cubicBezTo>
                  <a:lnTo>
                    <a:pt x="30417" y="389978"/>
                  </a:lnTo>
                  <a:lnTo>
                    <a:pt x="106990" y="389978"/>
                  </a:lnTo>
                  <a:cubicBezTo>
                    <a:pt x="111020" y="389978"/>
                    <a:pt x="114898" y="388381"/>
                    <a:pt x="117712" y="385491"/>
                  </a:cubicBezTo>
                  <a:lnTo>
                    <a:pt x="193677" y="309526"/>
                  </a:lnTo>
                  <a:lnTo>
                    <a:pt x="316864" y="432713"/>
                  </a:lnTo>
                  <a:cubicBezTo>
                    <a:pt x="319830" y="435679"/>
                    <a:pt x="323708" y="437199"/>
                    <a:pt x="327586" y="437199"/>
                  </a:cubicBezTo>
                  <a:cubicBezTo>
                    <a:pt x="331464" y="437199"/>
                    <a:pt x="335342" y="435679"/>
                    <a:pt x="338308" y="432713"/>
                  </a:cubicBezTo>
                  <a:lnTo>
                    <a:pt x="398760" y="372260"/>
                  </a:lnTo>
                  <a:cubicBezTo>
                    <a:pt x="402638" y="368382"/>
                    <a:pt x="407885" y="366025"/>
                    <a:pt x="413360" y="365645"/>
                  </a:cubicBezTo>
                  <a:lnTo>
                    <a:pt x="531452" y="357888"/>
                  </a:lnTo>
                  <a:cubicBezTo>
                    <a:pt x="537384" y="357508"/>
                    <a:pt x="542554" y="353630"/>
                    <a:pt x="544683" y="348079"/>
                  </a:cubicBezTo>
                  <a:cubicBezTo>
                    <a:pt x="546813" y="342528"/>
                    <a:pt x="545444" y="336217"/>
                    <a:pt x="541186" y="331958"/>
                  </a:cubicBezTo>
                  <a:close/>
                  <a:moveTo>
                    <a:pt x="411535" y="335456"/>
                  </a:moveTo>
                  <a:cubicBezTo>
                    <a:pt x="398684" y="336293"/>
                    <a:pt x="386518" y="341768"/>
                    <a:pt x="377393" y="350969"/>
                  </a:cubicBezTo>
                  <a:lnTo>
                    <a:pt x="327738" y="400624"/>
                  </a:lnTo>
                  <a:lnTo>
                    <a:pt x="83341" y="156303"/>
                  </a:lnTo>
                  <a:lnTo>
                    <a:pt x="202954" y="36690"/>
                  </a:lnTo>
                  <a:lnTo>
                    <a:pt x="496169" y="329905"/>
                  </a:lnTo>
                  <a:lnTo>
                    <a:pt x="411535" y="335456"/>
                  </a:lnTo>
                  <a:close/>
                  <a:moveTo>
                    <a:pt x="311541" y="286333"/>
                  </a:moveTo>
                  <a:cubicBezTo>
                    <a:pt x="305610" y="280402"/>
                    <a:pt x="305306" y="270517"/>
                    <a:pt x="311237" y="264586"/>
                  </a:cubicBezTo>
                  <a:cubicBezTo>
                    <a:pt x="317168" y="258654"/>
                    <a:pt x="326521" y="258350"/>
                    <a:pt x="332452" y="264282"/>
                  </a:cubicBezTo>
                  <a:lnTo>
                    <a:pt x="332985" y="264814"/>
                  </a:lnTo>
                  <a:cubicBezTo>
                    <a:pt x="338916" y="270745"/>
                    <a:pt x="338916" y="280402"/>
                    <a:pt x="332985" y="286333"/>
                  </a:cubicBezTo>
                  <a:cubicBezTo>
                    <a:pt x="330019" y="289299"/>
                    <a:pt x="326141" y="290820"/>
                    <a:pt x="322263" y="290820"/>
                  </a:cubicBezTo>
                  <a:cubicBezTo>
                    <a:pt x="318385" y="290820"/>
                    <a:pt x="314507" y="289299"/>
                    <a:pt x="311541" y="286333"/>
                  </a:cubicBezTo>
                  <a:close/>
                  <a:moveTo>
                    <a:pt x="349181" y="323974"/>
                  </a:moveTo>
                  <a:cubicBezTo>
                    <a:pt x="343250" y="318043"/>
                    <a:pt x="343250" y="308385"/>
                    <a:pt x="349181" y="302454"/>
                  </a:cubicBezTo>
                  <a:cubicBezTo>
                    <a:pt x="355113" y="296523"/>
                    <a:pt x="364770" y="296523"/>
                    <a:pt x="370701" y="302454"/>
                  </a:cubicBezTo>
                  <a:lnTo>
                    <a:pt x="371233" y="302987"/>
                  </a:lnTo>
                  <a:cubicBezTo>
                    <a:pt x="377165" y="308918"/>
                    <a:pt x="377165" y="318575"/>
                    <a:pt x="371233" y="324506"/>
                  </a:cubicBezTo>
                  <a:cubicBezTo>
                    <a:pt x="368268" y="327472"/>
                    <a:pt x="364390" y="328993"/>
                    <a:pt x="360512" y="328993"/>
                  </a:cubicBezTo>
                  <a:cubicBezTo>
                    <a:pt x="356633" y="328993"/>
                    <a:pt x="352755" y="327472"/>
                    <a:pt x="349790" y="324506"/>
                  </a:cubicBezTo>
                  <a:lnTo>
                    <a:pt x="349257" y="323974"/>
                  </a:lnTo>
                  <a:close/>
                  <a:moveTo>
                    <a:pt x="180294" y="112123"/>
                  </a:moveTo>
                  <a:cubicBezTo>
                    <a:pt x="186225" y="118054"/>
                    <a:pt x="186225" y="127711"/>
                    <a:pt x="180294" y="133643"/>
                  </a:cubicBezTo>
                  <a:cubicBezTo>
                    <a:pt x="177328" y="136608"/>
                    <a:pt x="173450" y="138129"/>
                    <a:pt x="169572" y="138129"/>
                  </a:cubicBezTo>
                  <a:cubicBezTo>
                    <a:pt x="165694" y="138129"/>
                    <a:pt x="161816" y="136608"/>
                    <a:pt x="158850" y="133643"/>
                  </a:cubicBezTo>
                  <a:lnTo>
                    <a:pt x="158318" y="133110"/>
                  </a:lnTo>
                  <a:cubicBezTo>
                    <a:pt x="152387" y="127179"/>
                    <a:pt x="152387" y="117522"/>
                    <a:pt x="158318" y="111591"/>
                  </a:cubicBezTo>
                  <a:cubicBezTo>
                    <a:pt x="164249" y="105659"/>
                    <a:pt x="173906" y="105659"/>
                    <a:pt x="179838" y="111591"/>
                  </a:cubicBezTo>
                  <a:lnTo>
                    <a:pt x="180370" y="112123"/>
                  </a:lnTo>
                  <a:close/>
                  <a:moveTo>
                    <a:pt x="272760" y="247628"/>
                  </a:moveTo>
                  <a:cubicBezTo>
                    <a:pt x="266829" y="241697"/>
                    <a:pt x="266829" y="232040"/>
                    <a:pt x="272760" y="226109"/>
                  </a:cubicBezTo>
                  <a:cubicBezTo>
                    <a:pt x="278691" y="220178"/>
                    <a:pt x="288348" y="220178"/>
                    <a:pt x="294280" y="226109"/>
                  </a:cubicBezTo>
                  <a:lnTo>
                    <a:pt x="294812" y="226641"/>
                  </a:lnTo>
                  <a:cubicBezTo>
                    <a:pt x="300743" y="232572"/>
                    <a:pt x="300743" y="242230"/>
                    <a:pt x="294812" y="248161"/>
                  </a:cubicBezTo>
                  <a:cubicBezTo>
                    <a:pt x="291846" y="251126"/>
                    <a:pt x="287968" y="252647"/>
                    <a:pt x="284090" y="252647"/>
                  </a:cubicBezTo>
                  <a:cubicBezTo>
                    <a:pt x="280212" y="252647"/>
                    <a:pt x="276334" y="251126"/>
                    <a:pt x="273368" y="248161"/>
                  </a:cubicBezTo>
                  <a:lnTo>
                    <a:pt x="272836" y="247628"/>
                  </a:lnTo>
                  <a:close/>
                  <a:moveTo>
                    <a:pt x="196415" y="149763"/>
                  </a:moveTo>
                  <a:cubicBezTo>
                    <a:pt x="202346" y="143832"/>
                    <a:pt x="212003" y="143832"/>
                    <a:pt x="217934" y="149763"/>
                  </a:cubicBezTo>
                  <a:lnTo>
                    <a:pt x="218467" y="150296"/>
                  </a:lnTo>
                  <a:cubicBezTo>
                    <a:pt x="224398" y="156227"/>
                    <a:pt x="224398" y="165884"/>
                    <a:pt x="218467" y="171815"/>
                  </a:cubicBezTo>
                  <a:cubicBezTo>
                    <a:pt x="215501" y="174781"/>
                    <a:pt x="211623" y="176302"/>
                    <a:pt x="207745" y="176302"/>
                  </a:cubicBezTo>
                  <a:cubicBezTo>
                    <a:pt x="203867" y="176302"/>
                    <a:pt x="199988" y="174781"/>
                    <a:pt x="197023" y="171815"/>
                  </a:cubicBezTo>
                  <a:lnTo>
                    <a:pt x="196491" y="171283"/>
                  </a:lnTo>
                  <a:cubicBezTo>
                    <a:pt x="190559" y="165352"/>
                    <a:pt x="190559" y="155695"/>
                    <a:pt x="196491" y="149763"/>
                  </a:cubicBezTo>
                  <a:close/>
                  <a:moveTo>
                    <a:pt x="234587" y="209456"/>
                  </a:moveTo>
                  <a:cubicBezTo>
                    <a:pt x="228656" y="203525"/>
                    <a:pt x="228656" y="193867"/>
                    <a:pt x="234587" y="187936"/>
                  </a:cubicBezTo>
                  <a:cubicBezTo>
                    <a:pt x="240518" y="182005"/>
                    <a:pt x="250176" y="182005"/>
                    <a:pt x="256107" y="187936"/>
                  </a:cubicBezTo>
                  <a:lnTo>
                    <a:pt x="256639" y="188468"/>
                  </a:lnTo>
                  <a:cubicBezTo>
                    <a:pt x="262570" y="194400"/>
                    <a:pt x="262570" y="204057"/>
                    <a:pt x="256639" y="209988"/>
                  </a:cubicBezTo>
                  <a:cubicBezTo>
                    <a:pt x="253674" y="212954"/>
                    <a:pt x="249796" y="214474"/>
                    <a:pt x="245917" y="214474"/>
                  </a:cubicBezTo>
                  <a:cubicBezTo>
                    <a:pt x="242039" y="214474"/>
                    <a:pt x="238161" y="212954"/>
                    <a:pt x="235196" y="209988"/>
                  </a:cubicBezTo>
                  <a:lnTo>
                    <a:pt x="234663" y="209456"/>
                  </a:lnTo>
                  <a:close/>
                  <a:moveTo>
                    <a:pt x="478908" y="407924"/>
                  </a:moveTo>
                  <a:cubicBezTo>
                    <a:pt x="467045" y="428151"/>
                    <a:pt x="445146" y="441686"/>
                    <a:pt x="420052" y="441686"/>
                  </a:cubicBezTo>
                  <a:cubicBezTo>
                    <a:pt x="411839" y="441686"/>
                    <a:pt x="403931" y="440241"/>
                    <a:pt x="396631" y="437580"/>
                  </a:cubicBezTo>
                  <a:cubicBezTo>
                    <a:pt x="386137" y="433778"/>
                    <a:pt x="383172" y="420394"/>
                    <a:pt x="391080" y="412486"/>
                  </a:cubicBezTo>
                  <a:lnTo>
                    <a:pt x="410927" y="392639"/>
                  </a:lnTo>
                  <a:cubicBezTo>
                    <a:pt x="413512" y="390054"/>
                    <a:pt x="417010" y="388457"/>
                    <a:pt x="420660" y="388229"/>
                  </a:cubicBezTo>
                  <a:lnTo>
                    <a:pt x="464536" y="385339"/>
                  </a:lnTo>
                  <a:cubicBezTo>
                    <a:pt x="476551" y="384579"/>
                    <a:pt x="484915" y="397506"/>
                    <a:pt x="478832" y="40792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270;p5">
              <a:extLst>
                <a:ext uri="{FF2B5EF4-FFF2-40B4-BE49-F238E27FC236}">
                  <a16:creationId xmlns:a16="http://schemas.microsoft.com/office/drawing/2014/main" id="{B43D2654-1AF7-2FAF-7EDB-027EB5E236DE}"/>
                </a:ext>
              </a:extLst>
            </p:cNvPr>
            <p:cNvSpPr/>
            <p:nvPr/>
          </p:nvSpPr>
          <p:spPr>
            <a:xfrm>
              <a:off x="6281324" y="5066779"/>
              <a:ext cx="169943" cy="144668"/>
            </a:xfrm>
            <a:custGeom>
              <a:avLst/>
              <a:gdLst/>
              <a:ahLst/>
              <a:cxnLst/>
              <a:rect l="l" t="t" r="r" b="b"/>
              <a:pathLst>
                <a:path w="663511" h="564832" extrusionOk="0">
                  <a:moveTo>
                    <a:pt x="69342" y="305181"/>
                  </a:moveTo>
                  <a:lnTo>
                    <a:pt x="594074" y="305181"/>
                  </a:lnTo>
                  <a:cubicBezTo>
                    <a:pt x="601980" y="305181"/>
                    <a:pt x="608362" y="311563"/>
                    <a:pt x="608362" y="319469"/>
                  </a:cubicBezTo>
                  <a:cubicBezTo>
                    <a:pt x="608362" y="327374"/>
                    <a:pt x="601980" y="333756"/>
                    <a:pt x="594074" y="333756"/>
                  </a:cubicBezTo>
                  <a:lnTo>
                    <a:pt x="69342" y="333756"/>
                  </a:lnTo>
                  <a:cubicBezTo>
                    <a:pt x="61436" y="333756"/>
                    <a:pt x="55055" y="327374"/>
                    <a:pt x="55055" y="319469"/>
                  </a:cubicBezTo>
                  <a:cubicBezTo>
                    <a:pt x="55055" y="311563"/>
                    <a:pt x="61436" y="305181"/>
                    <a:pt x="69342" y="305181"/>
                  </a:cubicBezTo>
                  <a:close/>
                  <a:moveTo>
                    <a:pt x="609029" y="113919"/>
                  </a:moveTo>
                  <a:lnTo>
                    <a:pt x="54483" y="113919"/>
                  </a:lnTo>
                  <a:cubicBezTo>
                    <a:pt x="24479" y="113919"/>
                    <a:pt x="0" y="138303"/>
                    <a:pt x="0" y="168402"/>
                  </a:cubicBezTo>
                  <a:lnTo>
                    <a:pt x="0" y="395954"/>
                  </a:lnTo>
                  <a:cubicBezTo>
                    <a:pt x="0" y="425958"/>
                    <a:pt x="24384" y="450437"/>
                    <a:pt x="54483" y="450437"/>
                  </a:cubicBezTo>
                  <a:lnTo>
                    <a:pt x="90964" y="450437"/>
                  </a:lnTo>
                  <a:cubicBezTo>
                    <a:pt x="98870" y="450437"/>
                    <a:pt x="105251" y="444056"/>
                    <a:pt x="105251" y="436150"/>
                  </a:cubicBezTo>
                  <a:cubicBezTo>
                    <a:pt x="105251" y="428244"/>
                    <a:pt x="98870" y="421862"/>
                    <a:pt x="90964" y="421862"/>
                  </a:cubicBezTo>
                  <a:lnTo>
                    <a:pt x="54483" y="421862"/>
                  </a:lnTo>
                  <a:cubicBezTo>
                    <a:pt x="40195" y="421862"/>
                    <a:pt x="28575" y="410242"/>
                    <a:pt x="28575" y="395954"/>
                  </a:cubicBezTo>
                  <a:lnTo>
                    <a:pt x="28575" y="168402"/>
                  </a:lnTo>
                  <a:cubicBezTo>
                    <a:pt x="28575" y="154115"/>
                    <a:pt x="40195" y="142494"/>
                    <a:pt x="54483" y="142494"/>
                  </a:cubicBezTo>
                  <a:lnTo>
                    <a:pt x="609029" y="142494"/>
                  </a:lnTo>
                  <a:cubicBezTo>
                    <a:pt x="623316" y="142494"/>
                    <a:pt x="634937" y="154115"/>
                    <a:pt x="634937" y="168402"/>
                  </a:cubicBezTo>
                  <a:lnTo>
                    <a:pt x="634937" y="395954"/>
                  </a:lnTo>
                  <a:cubicBezTo>
                    <a:pt x="634937" y="410242"/>
                    <a:pt x="623316" y="421862"/>
                    <a:pt x="609029" y="421862"/>
                  </a:cubicBezTo>
                  <a:lnTo>
                    <a:pt x="572548" y="421862"/>
                  </a:lnTo>
                  <a:cubicBezTo>
                    <a:pt x="564642" y="421862"/>
                    <a:pt x="558260" y="428244"/>
                    <a:pt x="558260" y="436150"/>
                  </a:cubicBezTo>
                  <a:cubicBezTo>
                    <a:pt x="558260" y="444056"/>
                    <a:pt x="564642" y="450437"/>
                    <a:pt x="572548" y="450437"/>
                  </a:cubicBezTo>
                  <a:lnTo>
                    <a:pt x="609029" y="450437"/>
                  </a:lnTo>
                  <a:cubicBezTo>
                    <a:pt x="639032" y="450437"/>
                    <a:pt x="663512" y="426053"/>
                    <a:pt x="663512" y="395954"/>
                  </a:cubicBezTo>
                  <a:lnTo>
                    <a:pt x="663512" y="168402"/>
                  </a:lnTo>
                  <a:cubicBezTo>
                    <a:pt x="663512" y="138398"/>
                    <a:pt x="639128" y="113919"/>
                    <a:pt x="609029" y="113919"/>
                  </a:cubicBezTo>
                  <a:close/>
                  <a:moveTo>
                    <a:pt x="521399" y="363474"/>
                  </a:moveTo>
                  <a:cubicBezTo>
                    <a:pt x="513493" y="363474"/>
                    <a:pt x="507111" y="369856"/>
                    <a:pt x="507111" y="377762"/>
                  </a:cubicBezTo>
                  <a:lnTo>
                    <a:pt x="507111" y="510350"/>
                  </a:lnTo>
                  <a:cubicBezTo>
                    <a:pt x="507111" y="524637"/>
                    <a:pt x="495491" y="536258"/>
                    <a:pt x="481203" y="536258"/>
                  </a:cubicBezTo>
                  <a:lnTo>
                    <a:pt x="182213" y="536258"/>
                  </a:lnTo>
                  <a:cubicBezTo>
                    <a:pt x="167926" y="536258"/>
                    <a:pt x="156305" y="524637"/>
                    <a:pt x="156305" y="510350"/>
                  </a:cubicBezTo>
                  <a:lnTo>
                    <a:pt x="156305" y="377762"/>
                  </a:lnTo>
                  <a:cubicBezTo>
                    <a:pt x="156305" y="369856"/>
                    <a:pt x="149924" y="363474"/>
                    <a:pt x="142018" y="363474"/>
                  </a:cubicBezTo>
                  <a:cubicBezTo>
                    <a:pt x="134112" y="363474"/>
                    <a:pt x="127730" y="369856"/>
                    <a:pt x="127730" y="377762"/>
                  </a:cubicBezTo>
                  <a:lnTo>
                    <a:pt x="127730" y="510350"/>
                  </a:lnTo>
                  <a:cubicBezTo>
                    <a:pt x="127730" y="540353"/>
                    <a:pt x="152210" y="564833"/>
                    <a:pt x="182213" y="564833"/>
                  </a:cubicBezTo>
                  <a:lnTo>
                    <a:pt x="481108" y="564833"/>
                  </a:lnTo>
                  <a:cubicBezTo>
                    <a:pt x="511112" y="564833"/>
                    <a:pt x="535591" y="540449"/>
                    <a:pt x="535591" y="510350"/>
                  </a:cubicBezTo>
                  <a:lnTo>
                    <a:pt x="535591" y="377762"/>
                  </a:lnTo>
                  <a:cubicBezTo>
                    <a:pt x="535591" y="369856"/>
                    <a:pt x="529209" y="363474"/>
                    <a:pt x="521303" y="363474"/>
                  </a:cubicBezTo>
                  <a:close/>
                  <a:moveTo>
                    <a:pt x="142113" y="92678"/>
                  </a:moveTo>
                  <a:cubicBezTo>
                    <a:pt x="150019" y="92678"/>
                    <a:pt x="156401" y="86297"/>
                    <a:pt x="156401" y="78391"/>
                  </a:cubicBezTo>
                  <a:lnTo>
                    <a:pt x="156401" y="54483"/>
                  </a:lnTo>
                  <a:cubicBezTo>
                    <a:pt x="156401" y="40195"/>
                    <a:pt x="168021" y="28575"/>
                    <a:pt x="182309" y="28575"/>
                  </a:cubicBezTo>
                  <a:lnTo>
                    <a:pt x="481203" y="28575"/>
                  </a:lnTo>
                  <a:cubicBezTo>
                    <a:pt x="495491" y="28575"/>
                    <a:pt x="507111" y="40195"/>
                    <a:pt x="507111" y="54483"/>
                  </a:cubicBezTo>
                  <a:lnTo>
                    <a:pt x="507111" y="78391"/>
                  </a:lnTo>
                  <a:cubicBezTo>
                    <a:pt x="507111" y="86297"/>
                    <a:pt x="513493" y="92678"/>
                    <a:pt x="521399" y="92678"/>
                  </a:cubicBezTo>
                  <a:cubicBezTo>
                    <a:pt x="529304" y="92678"/>
                    <a:pt x="535686" y="86297"/>
                    <a:pt x="535686" y="78391"/>
                  </a:cubicBezTo>
                  <a:lnTo>
                    <a:pt x="535686" y="54483"/>
                  </a:lnTo>
                  <a:cubicBezTo>
                    <a:pt x="535686" y="24479"/>
                    <a:pt x="511207" y="0"/>
                    <a:pt x="481203" y="0"/>
                  </a:cubicBezTo>
                  <a:lnTo>
                    <a:pt x="182213" y="0"/>
                  </a:lnTo>
                  <a:cubicBezTo>
                    <a:pt x="152210" y="0"/>
                    <a:pt x="127730" y="24384"/>
                    <a:pt x="127730" y="54483"/>
                  </a:cubicBezTo>
                  <a:lnTo>
                    <a:pt x="127730" y="78391"/>
                  </a:lnTo>
                  <a:cubicBezTo>
                    <a:pt x="127730" y="86297"/>
                    <a:pt x="134112" y="92678"/>
                    <a:pt x="142018" y="92678"/>
                  </a:cubicBezTo>
                  <a:close/>
                  <a:moveTo>
                    <a:pt x="445961" y="363569"/>
                  </a:moveTo>
                  <a:lnTo>
                    <a:pt x="217456" y="363569"/>
                  </a:lnTo>
                  <a:cubicBezTo>
                    <a:pt x="209550" y="363569"/>
                    <a:pt x="203168" y="369951"/>
                    <a:pt x="203168" y="377857"/>
                  </a:cubicBezTo>
                  <a:cubicBezTo>
                    <a:pt x="203168" y="385763"/>
                    <a:pt x="209550" y="392144"/>
                    <a:pt x="217456" y="392144"/>
                  </a:cubicBezTo>
                  <a:lnTo>
                    <a:pt x="445961" y="392144"/>
                  </a:lnTo>
                  <a:cubicBezTo>
                    <a:pt x="453866" y="392144"/>
                    <a:pt x="460248" y="385763"/>
                    <a:pt x="460248" y="377857"/>
                  </a:cubicBezTo>
                  <a:cubicBezTo>
                    <a:pt x="460248" y="369951"/>
                    <a:pt x="453866" y="363569"/>
                    <a:pt x="445961" y="363569"/>
                  </a:cubicBezTo>
                  <a:close/>
                  <a:moveTo>
                    <a:pt x="445961" y="421862"/>
                  </a:moveTo>
                  <a:lnTo>
                    <a:pt x="217456" y="421862"/>
                  </a:lnTo>
                  <a:cubicBezTo>
                    <a:pt x="209550" y="421862"/>
                    <a:pt x="203168" y="428244"/>
                    <a:pt x="203168" y="436150"/>
                  </a:cubicBezTo>
                  <a:cubicBezTo>
                    <a:pt x="203168" y="444056"/>
                    <a:pt x="209550" y="450437"/>
                    <a:pt x="217456" y="450437"/>
                  </a:cubicBezTo>
                  <a:lnTo>
                    <a:pt x="445961" y="450437"/>
                  </a:lnTo>
                  <a:cubicBezTo>
                    <a:pt x="453866" y="450437"/>
                    <a:pt x="460248" y="444056"/>
                    <a:pt x="460248" y="436150"/>
                  </a:cubicBezTo>
                  <a:cubicBezTo>
                    <a:pt x="460248" y="428244"/>
                    <a:pt x="453866" y="421862"/>
                    <a:pt x="445961" y="421862"/>
                  </a:cubicBezTo>
                  <a:close/>
                  <a:moveTo>
                    <a:pt x="608362" y="187547"/>
                  </a:moveTo>
                  <a:cubicBezTo>
                    <a:pt x="608362" y="177070"/>
                    <a:pt x="599789" y="168497"/>
                    <a:pt x="589312" y="168497"/>
                  </a:cubicBezTo>
                  <a:cubicBezTo>
                    <a:pt x="578834" y="168497"/>
                    <a:pt x="570262" y="177070"/>
                    <a:pt x="570262" y="187547"/>
                  </a:cubicBezTo>
                  <a:cubicBezTo>
                    <a:pt x="570262" y="198025"/>
                    <a:pt x="578834" y="206597"/>
                    <a:pt x="589312" y="206597"/>
                  </a:cubicBezTo>
                  <a:cubicBezTo>
                    <a:pt x="599789" y="206597"/>
                    <a:pt x="608362" y="198025"/>
                    <a:pt x="608362" y="187547"/>
                  </a:cubicBezTo>
                  <a:close/>
                  <a:moveTo>
                    <a:pt x="551212" y="187547"/>
                  </a:moveTo>
                  <a:cubicBezTo>
                    <a:pt x="551212" y="177070"/>
                    <a:pt x="542639" y="168497"/>
                    <a:pt x="532162" y="168497"/>
                  </a:cubicBezTo>
                  <a:cubicBezTo>
                    <a:pt x="521684" y="168497"/>
                    <a:pt x="513112" y="177070"/>
                    <a:pt x="513112" y="187547"/>
                  </a:cubicBezTo>
                  <a:cubicBezTo>
                    <a:pt x="513112" y="198025"/>
                    <a:pt x="521684" y="206597"/>
                    <a:pt x="532162" y="206597"/>
                  </a:cubicBezTo>
                  <a:cubicBezTo>
                    <a:pt x="542639" y="206597"/>
                    <a:pt x="551212" y="198025"/>
                    <a:pt x="551212" y="18754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271;p5">
              <a:extLst>
                <a:ext uri="{FF2B5EF4-FFF2-40B4-BE49-F238E27FC236}">
                  <a16:creationId xmlns:a16="http://schemas.microsoft.com/office/drawing/2014/main" id="{3C77BC2C-E3E0-0BAB-5CF9-387FA004A0D8}"/>
                </a:ext>
              </a:extLst>
            </p:cNvPr>
            <p:cNvSpPr/>
            <p:nvPr/>
          </p:nvSpPr>
          <p:spPr>
            <a:xfrm>
              <a:off x="5706589" y="5071841"/>
              <a:ext cx="198266" cy="134545"/>
            </a:xfrm>
            <a:custGeom>
              <a:avLst/>
              <a:gdLst/>
              <a:ahLst/>
              <a:cxnLst/>
              <a:rect l="l" t="t" r="r" b="b"/>
              <a:pathLst>
                <a:path w="765809" h="519683" extrusionOk="0">
                  <a:moveTo>
                    <a:pt x="673799" y="360807"/>
                  </a:moveTo>
                  <a:cubicBezTo>
                    <a:pt x="665911" y="361018"/>
                    <a:pt x="659345" y="354794"/>
                    <a:pt x="659135" y="346905"/>
                  </a:cubicBezTo>
                  <a:cubicBezTo>
                    <a:pt x="659132" y="346777"/>
                    <a:pt x="659130" y="346648"/>
                    <a:pt x="659130" y="346519"/>
                  </a:cubicBezTo>
                  <a:lnTo>
                    <a:pt x="659130" y="61913"/>
                  </a:lnTo>
                  <a:cubicBezTo>
                    <a:pt x="659130" y="43501"/>
                    <a:pt x="644204" y="28575"/>
                    <a:pt x="625793" y="28575"/>
                  </a:cubicBezTo>
                  <a:lnTo>
                    <a:pt x="139637" y="28575"/>
                  </a:lnTo>
                  <a:cubicBezTo>
                    <a:pt x="121225" y="28575"/>
                    <a:pt x="106299" y="43501"/>
                    <a:pt x="106299" y="61913"/>
                  </a:cubicBezTo>
                  <a:lnTo>
                    <a:pt x="106299" y="346519"/>
                  </a:lnTo>
                  <a:cubicBezTo>
                    <a:pt x="106299" y="354410"/>
                    <a:pt x="99902" y="360807"/>
                    <a:pt x="92012" y="360807"/>
                  </a:cubicBezTo>
                  <a:cubicBezTo>
                    <a:pt x="84121" y="360807"/>
                    <a:pt x="77724" y="354410"/>
                    <a:pt x="77724" y="346519"/>
                  </a:cubicBezTo>
                  <a:lnTo>
                    <a:pt x="77724" y="61913"/>
                  </a:lnTo>
                  <a:cubicBezTo>
                    <a:pt x="77724" y="27719"/>
                    <a:pt x="105443" y="0"/>
                    <a:pt x="139637" y="0"/>
                  </a:cubicBezTo>
                  <a:lnTo>
                    <a:pt x="626174" y="0"/>
                  </a:lnTo>
                  <a:cubicBezTo>
                    <a:pt x="660367" y="0"/>
                    <a:pt x="688086" y="27719"/>
                    <a:pt x="688086" y="61913"/>
                  </a:cubicBezTo>
                  <a:lnTo>
                    <a:pt x="688086" y="346519"/>
                  </a:lnTo>
                  <a:cubicBezTo>
                    <a:pt x="688086" y="354410"/>
                    <a:pt x="681689" y="360807"/>
                    <a:pt x="673799" y="360807"/>
                  </a:cubicBezTo>
                  <a:close/>
                  <a:moveTo>
                    <a:pt x="765810" y="467296"/>
                  </a:moveTo>
                  <a:lnTo>
                    <a:pt x="765810" y="441674"/>
                  </a:lnTo>
                  <a:cubicBezTo>
                    <a:pt x="765753" y="412763"/>
                    <a:pt x="742334" y="389339"/>
                    <a:pt x="713423" y="389287"/>
                  </a:cubicBezTo>
                  <a:lnTo>
                    <a:pt x="52388" y="389287"/>
                  </a:lnTo>
                  <a:cubicBezTo>
                    <a:pt x="23476" y="389339"/>
                    <a:pt x="52" y="412763"/>
                    <a:pt x="0" y="441674"/>
                  </a:cubicBezTo>
                  <a:lnTo>
                    <a:pt x="0" y="467296"/>
                  </a:lnTo>
                  <a:cubicBezTo>
                    <a:pt x="0" y="496230"/>
                    <a:pt x="23454" y="519684"/>
                    <a:pt x="52388" y="519684"/>
                  </a:cubicBezTo>
                  <a:lnTo>
                    <a:pt x="713423" y="519684"/>
                  </a:lnTo>
                  <a:cubicBezTo>
                    <a:pt x="742356" y="519684"/>
                    <a:pt x="765810" y="496230"/>
                    <a:pt x="765810" y="467296"/>
                  </a:cubicBezTo>
                  <a:close/>
                  <a:moveTo>
                    <a:pt x="713423" y="417862"/>
                  </a:moveTo>
                  <a:cubicBezTo>
                    <a:pt x="726552" y="417914"/>
                    <a:pt x="737183" y="428545"/>
                    <a:pt x="737235" y="441674"/>
                  </a:cubicBezTo>
                  <a:lnTo>
                    <a:pt x="737235" y="467296"/>
                  </a:lnTo>
                  <a:cubicBezTo>
                    <a:pt x="737183" y="480426"/>
                    <a:pt x="726552" y="491057"/>
                    <a:pt x="713423" y="491109"/>
                  </a:cubicBezTo>
                  <a:lnTo>
                    <a:pt x="52388" y="491109"/>
                  </a:lnTo>
                  <a:cubicBezTo>
                    <a:pt x="39258" y="491057"/>
                    <a:pt x="28627" y="480426"/>
                    <a:pt x="28575" y="467296"/>
                  </a:cubicBezTo>
                  <a:lnTo>
                    <a:pt x="28575" y="441674"/>
                  </a:lnTo>
                  <a:cubicBezTo>
                    <a:pt x="28627" y="428545"/>
                    <a:pt x="39258" y="417914"/>
                    <a:pt x="52388" y="417862"/>
                  </a:cubicBezTo>
                  <a:close/>
                  <a:moveTo>
                    <a:pt x="382905" y="435483"/>
                  </a:moveTo>
                  <a:cubicBezTo>
                    <a:pt x="372384" y="435483"/>
                    <a:pt x="363855" y="444012"/>
                    <a:pt x="363855" y="454533"/>
                  </a:cubicBezTo>
                  <a:cubicBezTo>
                    <a:pt x="363855" y="465054"/>
                    <a:pt x="372384" y="473583"/>
                    <a:pt x="382905" y="473583"/>
                  </a:cubicBezTo>
                  <a:cubicBezTo>
                    <a:pt x="393426" y="473583"/>
                    <a:pt x="401955" y="465054"/>
                    <a:pt x="401955" y="454533"/>
                  </a:cubicBezTo>
                  <a:cubicBezTo>
                    <a:pt x="401955" y="444012"/>
                    <a:pt x="393426" y="435483"/>
                    <a:pt x="382905" y="4354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75" name="Google Shape;2272;p5">
            <a:extLst>
              <a:ext uri="{FF2B5EF4-FFF2-40B4-BE49-F238E27FC236}">
                <a16:creationId xmlns:a16="http://schemas.microsoft.com/office/drawing/2014/main" id="{2ACA1C65-17D4-8FF1-B5FC-CC735EAD4382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775887" y="4806747"/>
            <a:ext cx="64727" cy="10196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6" name="Google Shape;2273;p5">
            <a:extLst>
              <a:ext uri="{FF2B5EF4-FFF2-40B4-BE49-F238E27FC236}">
                <a16:creationId xmlns:a16="http://schemas.microsoft.com/office/drawing/2014/main" id="{F0526A29-3D90-1F4D-4438-C21C1D029077}"/>
              </a:ext>
            </a:extLst>
          </p:cNvPr>
          <p:cNvGrpSpPr/>
          <p:nvPr/>
        </p:nvGrpSpPr>
        <p:grpSpPr>
          <a:xfrm>
            <a:off x="1323173" y="4882662"/>
            <a:ext cx="218833" cy="218833"/>
            <a:chOff x="7026813" y="1025832"/>
            <a:chExt cx="211015" cy="211015"/>
          </a:xfrm>
        </p:grpSpPr>
        <p:sp>
          <p:nvSpPr>
            <p:cNvPr id="77" name="Google Shape;2274;p5">
              <a:extLst>
                <a:ext uri="{FF2B5EF4-FFF2-40B4-BE49-F238E27FC236}">
                  <a16:creationId xmlns:a16="http://schemas.microsoft.com/office/drawing/2014/main" id="{561C70A9-6704-74B6-CF28-2F54FF413F83}"/>
                </a:ext>
              </a:extLst>
            </p:cNvPr>
            <p:cNvSpPr/>
            <p:nvPr/>
          </p:nvSpPr>
          <p:spPr>
            <a:xfrm>
              <a:off x="7026813" y="1025832"/>
              <a:ext cx="211015" cy="211015"/>
            </a:xfrm>
            <a:prstGeom prst="ellipse">
              <a:avLst/>
            </a:prstGeom>
            <a:solidFill>
              <a:schemeClr val="accent6"/>
            </a:solidFill>
            <a:ln w="9525" cap="flat" cmpd="sng">
              <a:solidFill>
                <a:srgbClr val="FF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pic>
          <p:nvPicPr>
            <p:cNvPr id="78" name="Google Shape;2275;p5">
              <a:extLst>
                <a:ext uri="{FF2B5EF4-FFF2-40B4-BE49-F238E27FC236}">
                  <a16:creationId xmlns:a16="http://schemas.microsoft.com/office/drawing/2014/main" id="{EF624C6A-67F1-C4B1-76BE-CFA307056D95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7038293" y="1040483"/>
              <a:ext cx="185187" cy="18518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9" name="Google Shape;2276;p5">
            <a:extLst>
              <a:ext uri="{FF2B5EF4-FFF2-40B4-BE49-F238E27FC236}">
                <a16:creationId xmlns:a16="http://schemas.microsoft.com/office/drawing/2014/main" id="{F4156798-D6ED-9D9C-B0F1-7600D03B00B2}"/>
              </a:ext>
            </a:extLst>
          </p:cNvPr>
          <p:cNvGrpSpPr/>
          <p:nvPr/>
        </p:nvGrpSpPr>
        <p:grpSpPr>
          <a:xfrm>
            <a:off x="3949273" y="2082638"/>
            <a:ext cx="308887" cy="182868"/>
            <a:chOff x="1666127" y="5160703"/>
            <a:chExt cx="406212" cy="240488"/>
          </a:xfrm>
        </p:grpSpPr>
        <p:sp>
          <p:nvSpPr>
            <p:cNvPr id="80" name="Google Shape;2230;p5">
              <a:extLst>
                <a:ext uri="{FF2B5EF4-FFF2-40B4-BE49-F238E27FC236}">
                  <a16:creationId xmlns:a16="http://schemas.microsoft.com/office/drawing/2014/main" id="{43023CC7-3406-2ED8-4083-AA1DE349F813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2277;p5">
              <a:extLst>
                <a:ext uri="{FF2B5EF4-FFF2-40B4-BE49-F238E27FC236}">
                  <a16:creationId xmlns:a16="http://schemas.microsoft.com/office/drawing/2014/main" id="{C2EC6BD8-864E-3414-FD3C-9946FD931209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" name="Google Shape;2278;p5">
            <a:extLst>
              <a:ext uri="{FF2B5EF4-FFF2-40B4-BE49-F238E27FC236}">
                <a16:creationId xmlns:a16="http://schemas.microsoft.com/office/drawing/2014/main" id="{B630B284-E7FC-BC6B-6AFB-89F8DDECC3E6}"/>
              </a:ext>
            </a:extLst>
          </p:cNvPr>
          <p:cNvGrpSpPr/>
          <p:nvPr/>
        </p:nvGrpSpPr>
        <p:grpSpPr>
          <a:xfrm>
            <a:off x="2797084" y="3058097"/>
            <a:ext cx="308887" cy="182868"/>
            <a:chOff x="1666127" y="5160703"/>
            <a:chExt cx="406212" cy="240488"/>
          </a:xfrm>
        </p:grpSpPr>
        <p:sp>
          <p:nvSpPr>
            <p:cNvPr id="83" name="Google Shape;2279;p5">
              <a:extLst>
                <a:ext uri="{FF2B5EF4-FFF2-40B4-BE49-F238E27FC236}">
                  <a16:creationId xmlns:a16="http://schemas.microsoft.com/office/drawing/2014/main" id="{521FC4C7-20FA-07B8-8728-F9E7057D6380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2280;p5">
              <a:extLst>
                <a:ext uri="{FF2B5EF4-FFF2-40B4-BE49-F238E27FC236}">
                  <a16:creationId xmlns:a16="http://schemas.microsoft.com/office/drawing/2014/main" id="{074FB721-8B22-FB62-B01A-A44F62DEC914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" name="Google Shape;2281;p5">
            <a:extLst>
              <a:ext uri="{FF2B5EF4-FFF2-40B4-BE49-F238E27FC236}">
                <a16:creationId xmlns:a16="http://schemas.microsoft.com/office/drawing/2014/main" id="{CF8F6D67-4022-FA8A-83E1-13470804EAAC}"/>
              </a:ext>
            </a:extLst>
          </p:cNvPr>
          <p:cNvGrpSpPr/>
          <p:nvPr/>
        </p:nvGrpSpPr>
        <p:grpSpPr>
          <a:xfrm>
            <a:off x="2804951" y="4820400"/>
            <a:ext cx="308887" cy="182868"/>
            <a:chOff x="1666127" y="5160703"/>
            <a:chExt cx="406212" cy="240488"/>
          </a:xfrm>
        </p:grpSpPr>
        <p:sp>
          <p:nvSpPr>
            <p:cNvPr id="86" name="Google Shape;2282;p5">
              <a:extLst>
                <a:ext uri="{FF2B5EF4-FFF2-40B4-BE49-F238E27FC236}">
                  <a16:creationId xmlns:a16="http://schemas.microsoft.com/office/drawing/2014/main" id="{C72D2DA6-6ACD-9785-76C0-16E6563E287D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2283;p5">
              <a:extLst>
                <a:ext uri="{FF2B5EF4-FFF2-40B4-BE49-F238E27FC236}">
                  <a16:creationId xmlns:a16="http://schemas.microsoft.com/office/drawing/2014/main" id="{AEEB9516-F92E-8B1A-1AE7-509B61C276F7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" name="Google Shape;2284;p5">
            <a:extLst>
              <a:ext uri="{FF2B5EF4-FFF2-40B4-BE49-F238E27FC236}">
                <a16:creationId xmlns:a16="http://schemas.microsoft.com/office/drawing/2014/main" id="{3D694184-7FCC-1BBE-1A71-F78989449E5B}"/>
              </a:ext>
            </a:extLst>
          </p:cNvPr>
          <p:cNvGrpSpPr/>
          <p:nvPr/>
        </p:nvGrpSpPr>
        <p:grpSpPr>
          <a:xfrm>
            <a:off x="3944765" y="4822132"/>
            <a:ext cx="308887" cy="182868"/>
            <a:chOff x="1666127" y="5160703"/>
            <a:chExt cx="406212" cy="240488"/>
          </a:xfrm>
        </p:grpSpPr>
        <p:sp>
          <p:nvSpPr>
            <p:cNvPr id="89" name="Google Shape;2285;p5">
              <a:extLst>
                <a:ext uri="{FF2B5EF4-FFF2-40B4-BE49-F238E27FC236}">
                  <a16:creationId xmlns:a16="http://schemas.microsoft.com/office/drawing/2014/main" id="{53953FC3-B123-A4C3-22F0-3759C36DB15D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2286;p5">
              <a:extLst>
                <a:ext uri="{FF2B5EF4-FFF2-40B4-BE49-F238E27FC236}">
                  <a16:creationId xmlns:a16="http://schemas.microsoft.com/office/drawing/2014/main" id="{2BC8895B-1F82-E153-59A1-BCB15463F593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" name="Google Shape;2287;p5">
            <a:extLst>
              <a:ext uri="{FF2B5EF4-FFF2-40B4-BE49-F238E27FC236}">
                <a16:creationId xmlns:a16="http://schemas.microsoft.com/office/drawing/2014/main" id="{8C535216-FD1D-6FAE-C02F-99F7D0ABFA63}"/>
              </a:ext>
            </a:extLst>
          </p:cNvPr>
          <p:cNvGrpSpPr/>
          <p:nvPr/>
        </p:nvGrpSpPr>
        <p:grpSpPr>
          <a:xfrm>
            <a:off x="1658914" y="4817026"/>
            <a:ext cx="308887" cy="182868"/>
            <a:chOff x="1666127" y="5160703"/>
            <a:chExt cx="406212" cy="240488"/>
          </a:xfrm>
        </p:grpSpPr>
        <p:sp>
          <p:nvSpPr>
            <p:cNvPr id="92" name="Google Shape;2288;p5">
              <a:extLst>
                <a:ext uri="{FF2B5EF4-FFF2-40B4-BE49-F238E27FC236}">
                  <a16:creationId xmlns:a16="http://schemas.microsoft.com/office/drawing/2014/main" id="{CDCAD55D-C526-BAB0-02F6-32AE642AF895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2289;p5">
              <a:extLst>
                <a:ext uri="{FF2B5EF4-FFF2-40B4-BE49-F238E27FC236}">
                  <a16:creationId xmlns:a16="http://schemas.microsoft.com/office/drawing/2014/main" id="{2298AE8C-EF22-435E-F800-7279288A2F79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" name="Google Shape;2290;p5">
            <a:extLst>
              <a:ext uri="{FF2B5EF4-FFF2-40B4-BE49-F238E27FC236}">
                <a16:creationId xmlns:a16="http://schemas.microsoft.com/office/drawing/2014/main" id="{EA049983-3E9C-221E-8E52-FE6030610FD9}"/>
              </a:ext>
            </a:extLst>
          </p:cNvPr>
          <p:cNvGrpSpPr/>
          <p:nvPr/>
        </p:nvGrpSpPr>
        <p:grpSpPr>
          <a:xfrm>
            <a:off x="1630064" y="2093212"/>
            <a:ext cx="308887" cy="182868"/>
            <a:chOff x="1666127" y="5160703"/>
            <a:chExt cx="406212" cy="240488"/>
          </a:xfrm>
        </p:grpSpPr>
        <p:sp>
          <p:nvSpPr>
            <p:cNvPr id="95" name="Google Shape;2291;p5">
              <a:extLst>
                <a:ext uri="{FF2B5EF4-FFF2-40B4-BE49-F238E27FC236}">
                  <a16:creationId xmlns:a16="http://schemas.microsoft.com/office/drawing/2014/main" id="{7B1CB110-3E17-3ABD-A18C-6C946A446A4F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2292;p5">
              <a:extLst>
                <a:ext uri="{FF2B5EF4-FFF2-40B4-BE49-F238E27FC236}">
                  <a16:creationId xmlns:a16="http://schemas.microsoft.com/office/drawing/2014/main" id="{5E86A589-7EF9-4E77-7B7A-25D953C6FE45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7" name="Google Shape;2293;p5">
            <a:extLst>
              <a:ext uri="{FF2B5EF4-FFF2-40B4-BE49-F238E27FC236}">
                <a16:creationId xmlns:a16="http://schemas.microsoft.com/office/drawing/2014/main" id="{5FCAA012-2029-1594-AE3E-5E98A82C0356}"/>
              </a:ext>
            </a:extLst>
          </p:cNvPr>
          <p:cNvSpPr txBox="1"/>
          <p:nvPr/>
        </p:nvSpPr>
        <p:spPr>
          <a:xfrm>
            <a:off x="3565525" y="5281005"/>
            <a:ext cx="1068950" cy="200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7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Campus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98" name="Google Shape;2294;p5">
            <a:extLst>
              <a:ext uri="{FF2B5EF4-FFF2-40B4-BE49-F238E27FC236}">
                <a16:creationId xmlns:a16="http://schemas.microsoft.com/office/drawing/2014/main" id="{6D10040B-BF28-AE6D-F708-9ACCECE4DF48}"/>
              </a:ext>
            </a:extLst>
          </p:cNvPr>
          <p:cNvSpPr txBox="1"/>
          <p:nvPr/>
        </p:nvSpPr>
        <p:spPr>
          <a:xfrm>
            <a:off x="2425712" y="5280679"/>
            <a:ext cx="1068950" cy="200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7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Factory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99" name="Google Shape;2295;p5">
            <a:extLst>
              <a:ext uri="{FF2B5EF4-FFF2-40B4-BE49-F238E27FC236}">
                <a16:creationId xmlns:a16="http://schemas.microsoft.com/office/drawing/2014/main" id="{B6CC604B-DAB8-8429-553C-24C47075D88A}"/>
              </a:ext>
            </a:extLst>
          </p:cNvPr>
          <p:cNvSpPr txBox="1"/>
          <p:nvPr/>
        </p:nvSpPr>
        <p:spPr>
          <a:xfrm>
            <a:off x="1279674" y="5269496"/>
            <a:ext cx="1068950" cy="200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7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Branch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00" name="Google Shape;2296;p5">
            <a:extLst>
              <a:ext uri="{FF2B5EF4-FFF2-40B4-BE49-F238E27FC236}">
                <a16:creationId xmlns:a16="http://schemas.microsoft.com/office/drawing/2014/main" id="{22B98CBE-8324-0D00-5FEA-A1F8559D3546}"/>
              </a:ext>
            </a:extLst>
          </p:cNvPr>
          <p:cNvSpPr txBox="1"/>
          <p:nvPr/>
        </p:nvSpPr>
        <p:spPr>
          <a:xfrm>
            <a:off x="1310117" y="3974364"/>
            <a:ext cx="3290737" cy="261564"/>
          </a:xfrm>
          <a:prstGeom prst="rect">
            <a:avLst/>
          </a:prstGeom>
          <a:solidFill>
            <a:schemeClr val="bg1">
              <a:lumMod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1100"/>
              <a:buFont typeface="Arial"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Routed overlays with implicit trust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01" name="Google Shape;2297;p5">
            <a:extLst>
              <a:ext uri="{FF2B5EF4-FFF2-40B4-BE49-F238E27FC236}">
                <a16:creationId xmlns:a16="http://schemas.microsoft.com/office/drawing/2014/main" id="{F4161D03-66BD-AC0F-19CB-BB20CF0BA3E8}"/>
              </a:ext>
            </a:extLst>
          </p:cNvPr>
          <p:cNvSpPr/>
          <p:nvPr/>
        </p:nvSpPr>
        <p:spPr>
          <a:xfrm>
            <a:off x="8147252" y="4487189"/>
            <a:ext cx="291246" cy="197678"/>
          </a:xfrm>
          <a:custGeom>
            <a:avLst/>
            <a:gdLst/>
            <a:ahLst/>
            <a:cxnLst/>
            <a:rect l="l" t="t" r="r" b="b"/>
            <a:pathLst>
              <a:path w="765809" h="519779" extrusionOk="0">
                <a:moveTo>
                  <a:pt x="673799" y="360807"/>
                </a:moveTo>
                <a:cubicBezTo>
                  <a:pt x="665893" y="360807"/>
                  <a:pt x="659511" y="354425"/>
                  <a:pt x="659511" y="346519"/>
                </a:cubicBezTo>
                <a:lnTo>
                  <a:pt x="659511" y="61913"/>
                </a:lnTo>
                <a:cubicBezTo>
                  <a:pt x="659511" y="43529"/>
                  <a:pt x="644557" y="28575"/>
                  <a:pt x="626174" y="28575"/>
                </a:cubicBezTo>
                <a:lnTo>
                  <a:pt x="139637" y="28575"/>
                </a:lnTo>
                <a:cubicBezTo>
                  <a:pt x="121253" y="28575"/>
                  <a:pt x="106299" y="43529"/>
                  <a:pt x="106299" y="61913"/>
                </a:cubicBezTo>
                <a:lnTo>
                  <a:pt x="106299" y="346519"/>
                </a:lnTo>
                <a:cubicBezTo>
                  <a:pt x="106299" y="354425"/>
                  <a:pt x="99917" y="360807"/>
                  <a:pt x="92012" y="360807"/>
                </a:cubicBezTo>
                <a:cubicBezTo>
                  <a:pt x="84106" y="360807"/>
                  <a:pt x="77724" y="354425"/>
                  <a:pt x="77724" y="346519"/>
                </a:cubicBezTo>
                <a:lnTo>
                  <a:pt x="77724" y="61913"/>
                </a:lnTo>
                <a:cubicBezTo>
                  <a:pt x="77724" y="27813"/>
                  <a:pt x="105537" y="0"/>
                  <a:pt x="139637" y="0"/>
                </a:cubicBezTo>
                <a:lnTo>
                  <a:pt x="626174" y="0"/>
                </a:lnTo>
                <a:cubicBezTo>
                  <a:pt x="660273" y="0"/>
                  <a:pt x="688086" y="27813"/>
                  <a:pt x="688086" y="61913"/>
                </a:cubicBezTo>
                <a:lnTo>
                  <a:pt x="688086" y="346519"/>
                </a:lnTo>
                <a:cubicBezTo>
                  <a:pt x="688086" y="354425"/>
                  <a:pt x="681704" y="360807"/>
                  <a:pt x="673799" y="360807"/>
                </a:cubicBezTo>
                <a:close/>
                <a:moveTo>
                  <a:pt x="765715" y="467392"/>
                </a:moveTo>
                <a:lnTo>
                  <a:pt x="765715" y="441769"/>
                </a:lnTo>
                <a:cubicBezTo>
                  <a:pt x="765715" y="412909"/>
                  <a:pt x="742188" y="389382"/>
                  <a:pt x="713327" y="389382"/>
                </a:cubicBezTo>
                <a:lnTo>
                  <a:pt x="52388" y="389382"/>
                </a:lnTo>
                <a:cubicBezTo>
                  <a:pt x="23527" y="389382"/>
                  <a:pt x="0" y="412909"/>
                  <a:pt x="0" y="441769"/>
                </a:cubicBezTo>
                <a:lnTo>
                  <a:pt x="0" y="467392"/>
                </a:lnTo>
                <a:cubicBezTo>
                  <a:pt x="0" y="496253"/>
                  <a:pt x="23527" y="519779"/>
                  <a:pt x="52388" y="519779"/>
                </a:cubicBezTo>
                <a:lnTo>
                  <a:pt x="713423" y="519779"/>
                </a:lnTo>
                <a:cubicBezTo>
                  <a:pt x="742283" y="519779"/>
                  <a:pt x="765810" y="496253"/>
                  <a:pt x="765810" y="467392"/>
                </a:cubicBezTo>
                <a:close/>
                <a:moveTo>
                  <a:pt x="713327" y="417957"/>
                </a:moveTo>
                <a:cubicBezTo>
                  <a:pt x="726472" y="417957"/>
                  <a:pt x="737140" y="428625"/>
                  <a:pt x="737140" y="441769"/>
                </a:cubicBezTo>
                <a:lnTo>
                  <a:pt x="737140" y="467392"/>
                </a:lnTo>
                <a:cubicBezTo>
                  <a:pt x="737140" y="480536"/>
                  <a:pt x="726472" y="491204"/>
                  <a:pt x="713327" y="491204"/>
                </a:cubicBezTo>
                <a:lnTo>
                  <a:pt x="52388" y="491204"/>
                </a:lnTo>
                <a:cubicBezTo>
                  <a:pt x="39243" y="491204"/>
                  <a:pt x="28575" y="480536"/>
                  <a:pt x="28575" y="467392"/>
                </a:cubicBezTo>
                <a:lnTo>
                  <a:pt x="28575" y="441769"/>
                </a:lnTo>
                <a:cubicBezTo>
                  <a:pt x="28575" y="428625"/>
                  <a:pt x="39243" y="417957"/>
                  <a:pt x="52388" y="417957"/>
                </a:cubicBezTo>
                <a:lnTo>
                  <a:pt x="713423" y="417957"/>
                </a:lnTo>
                <a:close/>
                <a:moveTo>
                  <a:pt x="382810" y="435578"/>
                </a:moveTo>
                <a:cubicBezTo>
                  <a:pt x="372332" y="435578"/>
                  <a:pt x="363760" y="444151"/>
                  <a:pt x="363760" y="454628"/>
                </a:cubicBezTo>
                <a:cubicBezTo>
                  <a:pt x="363760" y="465106"/>
                  <a:pt x="372332" y="473678"/>
                  <a:pt x="382810" y="473678"/>
                </a:cubicBezTo>
                <a:cubicBezTo>
                  <a:pt x="393287" y="473678"/>
                  <a:pt x="401860" y="465106"/>
                  <a:pt x="401860" y="454628"/>
                </a:cubicBezTo>
                <a:cubicBezTo>
                  <a:pt x="401860" y="444151"/>
                  <a:pt x="393287" y="435578"/>
                  <a:pt x="382810" y="435578"/>
                </a:cubicBezTo>
                <a:close/>
                <a:moveTo>
                  <a:pt x="487870" y="346615"/>
                </a:moveTo>
                <a:lnTo>
                  <a:pt x="487870" y="305753"/>
                </a:lnTo>
                <a:cubicBezTo>
                  <a:pt x="487870" y="268129"/>
                  <a:pt x="457295" y="237458"/>
                  <a:pt x="419576" y="237458"/>
                </a:cubicBezTo>
                <a:lnTo>
                  <a:pt x="345948" y="237458"/>
                </a:lnTo>
                <a:cubicBezTo>
                  <a:pt x="308324" y="237458"/>
                  <a:pt x="277654" y="268129"/>
                  <a:pt x="277654" y="305753"/>
                </a:cubicBezTo>
                <a:lnTo>
                  <a:pt x="277654" y="346615"/>
                </a:lnTo>
                <a:cubicBezTo>
                  <a:pt x="277654" y="354521"/>
                  <a:pt x="284036" y="360902"/>
                  <a:pt x="291941" y="360902"/>
                </a:cubicBezTo>
                <a:cubicBezTo>
                  <a:pt x="299847" y="360902"/>
                  <a:pt x="306229" y="354521"/>
                  <a:pt x="306229" y="346615"/>
                </a:cubicBezTo>
                <a:lnTo>
                  <a:pt x="306229" y="305753"/>
                </a:lnTo>
                <a:cubicBezTo>
                  <a:pt x="306229" y="283845"/>
                  <a:pt x="324041" y="266033"/>
                  <a:pt x="345948" y="266033"/>
                </a:cubicBezTo>
                <a:lnTo>
                  <a:pt x="419576" y="266033"/>
                </a:lnTo>
                <a:cubicBezTo>
                  <a:pt x="441484" y="266033"/>
                  <a:pt x="459295" y="283845"/>
                  <a:pt x="459295" y="305753"/>
                </a:cubicBezTo>
                <a:lnTo>
                  <a:pt x="459295" y="346615"/>
                </a:lnTo>
                <a:cubicBezTo>
                  <a:pt x="459295" y="354521"/>
                  <a:pt x="465677" y="360902"/>
                  <a:pt x="473583" y="360902"/>
                </a:cubicBezTo>
                <a:cubicBezTo>
                  <a:pt x="481489" y="360902"/>
                  <a:pt x="487870" y="354521"/>
                  <a:pt x="487870" y="346615"/>
                </a:cubicBezTo>
                <a:close/>
                <a:moveTo>
                  <a:pt x="460724" y="144590"/>
                </a:moveTo>
                <a:cubicBezTo>
                  <a:pt x="460724" y="101632"/>
                  <a:pt x="425768" y="66675"/>
                  <a:pt x="382810" y="66675"/>
                </a:cubicBezTo>
                <a:cubicBezTo>
                  <a:pt x="339852" y="66675"/>
                  <a:pt x="304895" y="101632"/>
                  <a:pt x="304895" y="144590"/>
                </a:cubicBezTo>
                <a:cubicBezTo>
                  <a:pt x="304895" y="187547"/>
                  <a:pt x="339852" y="222504"/>
                  <a:pt x="382810" y="222504"/>
                </a:cubicBezTo>
                <a:cubicBezTo>
                  <a:pt x="425768" y="222504"/>
                  <a:pt x="460724" y="187547"/>
                  <a:pt x="460724" y="144590"/>
                </a:cubicBezTo>
                <a:close/>
                <a:moveTo>
                  <a:pt x="432149" y="144590"/>
                </a:moveTo>
                <a:cubicBezTo>
                  <a:pt x="432149" y="171831"/>
                  <a:pt x="410051" y="193929"/>
                  <a:pt x="382810" y="193929"/>
                </a:cubicBezTo>
                <a:cubicBezTo>
                  <a:pt x="355568" y="193929"/>
                  <a:pt x="333470" y="171831"/>
                  <a:pt x="333470" y="144590"/>
                </a:cubicBezTo>
                <a:cubicBezTo>
                  <a:pt x="333470" y="117348"/>
                  <a:pt x="355568" y="95250"/>
                  <a:pt x="382810" y="95250"/>
                </a:cubicBezTo>
                <a:cubicBezTo>
                  <a:pt x="410051" y="95250"/>
                  <a:pt x="432149" y="117348"/>
                  <a:pt x="432149" y="14459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1744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102" name="Google Shape;2298;p5">
            <a:extLst>
              <a:ext uri="{FF2B5EF4-FFF2-40B4-BE49-F238E27FC236}">
                <a16:creationId xmlns:a16="http://schemas.microsoft.com/office/drawing/2014/main" id="{E99727D6-32B6-D0D2-7524-46E45154D553}"/>
              </a:ext>
            </a:extLst>
          </p:cNvPr>
          <p:cNvCxnSpPr/>
          <p:nvPr/>
        </p:nvCxnSpPr>
        <p:spPr>
          <a:xfrm rot="10800000" flipH="1">
            <a:off x="4600851" y="3020635"/>
            <a:ext cx="2347202" cy="1694027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dash"/>
            <a:miter lim="800000"/>
            <a:headEnd type="none" w="sm" len="sm"/>
            <a:tailEnd type="none" w="sm" len="sm"/>
          </a:ln>
        </p:spPr>
      </p:cxnSp>
      <p:cxnSp>
        <p:nvCxnSpPr>
          <p:cNvPr id="103" name="Google Shape;2299;p5">
            <a:extLst>
              <a:ext uri="{FF2B5EF4-FFF2-40B4-BE49-F238E27FC236}">
                <a16:creationId xmlns:a16="http://schemas.microsoft.com/office/drawing/2014/main" id="{EF64C41B-917B-C984-A800-54CFD278CAFB}"/>
              </a:ext>
            </a:extLst>
          </p:cNvPr>
          <p:cNvCxnSpPr>
            <a:cxnSpLocks/>
          </p:cNvCxnSpPr>
          <p:nvPr/>
        </p:nvCxnSpPr>
        <p:spPr>
          <a:xfrm>
            <a:off x="4623508" y="5277640"/>
            <a:ext cx="2403457" cy="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dash"/>
            <a:miter lim="800000"/>
            <a:headEnd type="none" w="sm" len="sm"/>
            <a:tailEnd type="none" w="sm" len="sm"/>
          </a:ln>
        </p:spPr>
      </p:cxnSp>
      <p:sp>
        <p:nvSpPr>
          <p:cNvPr id="104" name="Google Shape;2300;p5">
            <a:extLst>
              <a:ext uri="{FF2B5EF4-FFF2-40B4-BE49-F238E27FC236}">
                <a16:creationId xmlns:a16="http://schemas.microsoft.com/office/drawing/2014/main" id="{91A9BD56-1EB7-0147-F634-4521CFCE5DBD}"/>
              </a:ext>
            </a:extLst>
          </p:cNvPr>
          <p:cNvSpPr txBox="1"/>
          <p:nvPr/>
        </p:nvSpPr>
        <p:spPr>
          <a:xfrm>
            <a:off x="7229551" y="2108671"/>
            <a:ext cx="3183773" cy="276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LAN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: VLAN segments with implicit trust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solidFill>
                <a:schemeClr val="accent6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105" name="Google Shape;2301;p5">
            <a:extLst>
              <a:ext uri="{FF2B5EF4-FFF2-40B4-BE49-F238E27FC236}">
                <a16:creationId xmlns:a16="http://schemas.microsoft.com/office/drawing/2014/main" id="{1643756E-41E2-2AF3-14C1-B189FBD0731C}"/>
              </a:ext>
            </a:extLst>
          </p:cNvPr>
          <p:cNvGrpSpPr/>
          <p:nvPr/>
        </p:nvGrpSpPr>
        <p:grpSpPr>
          <a:xfrm>
            <a:off x="7435058" y="2773757"/>
            <a:ext cx="802516" cy="486944"/>
            <a:chOff x="8632177" y="2258873"/>
            <a:chExt cx="601100" cy="364730"/>
          </a:xfrm>
        </p:grpSpPr>
        <p:sp>
          <p:nvSpPr>
            <p:cNvPr id="106" name="Google Shape;2302;p5">
              <a:extLst>
                <a:ext uri="{FF2B5EF4-FFF2-40B4-BE49-F238E27FC236}">
                  <a16:creationId xmlns:a16="http://schemas.microsoft.com/office/drawing/2014/main" id="{E94CCCC6-EC86-B271-92C5-EEA1FAE72083}"/>
                </a:ext>
              </a:extLst>
            </p:cNvPr>
            <p:cNvSpPr/>
            <p:nvPr/>
          </p:nvSpPr>
          <p:spPr>
            <a:xfrm>
              <a:off x="8632177" y="2258873"/>
              <a:ext cx="601100" cy="36473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2303;p5">
              <a:extLst>
                <a:ext uri="{FF2B5EF4-FFF2-40B4-BE49-F238E27FC236}">
                  <a16:creationId xmlns:a16="http://schemas.microsoft.com/office/drawing/2014/main" id="{ECE69D96-4252-A973-798C-9E562E65C3AB}"/>
                </a:ext>
              </a:extLst>
            </p:cNvPr>
            <p:cNvSpPr/>
            <p:nvPr/>
          </p:nvSpPr>
          <p:spPr>
            <a:xfrm>
              <a:off x="8682520" y="2270433"/>
              <a:ext cx="495816" cy="334034"/>
            </a:xfrm>
            <a:custGeom>
              <a:avLst/>
              <a:gdLst/>
              <a:ahLst/>
              <a:cxnLst/>
              <a:rect l="l" t="t" r="r" b="b"/>
              <a:pathLst>
                <a:path w="2574" h="1738" extrusionOk="0">
                  <a:moveTo>
                    <a:pt x="2573" y="1093"/>
                  </a:moveTo>
                  <a:lnTo>
                    <a:pt x="2573" y="1093"/>
                  </a:lnTo>
                  <a:cubicBezTo>
                    <a:pt x="2573" y="1447"/>
                    <a:pt x="1994" y="1737"/>
                    <a:pt x="1287" y="1737"/>
                  </a:cubicBezTo>
                  <a:cubicBezTo>
                    <a:pt x="579" y="1737"/>
                    <a:pt x="0" y="1447"/>
                    <a:pt x="0" y="109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0" y="1106"/>
                    <a:pt x="579" y="1396"/>
                    <a:pt x="1287" y="1396"/>
                  </a:cubicBezTo>
                  <a:cubicBezTo>
                    <a:pt x="1994" y="1396"/>
                    <a:pt x="2573" y="1106"/>
                    <a:pt x="2573" y="753"/>
                  </a:cubicBezTo>
                  <a:lnTo>
                    <a:pt x="2573" y="1093"/>
                  </a:lnTo>
                  <a:close/>
                  <a:moveTo>
                    <a:pt x="2573" y="644"/>
                  </a:moveTo>
                  <a:lnTo>
                    <a:pt x="2573" y="644"/>
                  </a:lnTo>
                  <a:cubicBezTo>
                    <a:pt x="2573" y="997"/>
                    <a:pt x="1994" y="1286"/>
                    <a:pt x="1287" y="1286"/>
                  </a:cubicBezTo>
                  <a:cubicBezTo>
                    <a:pt x="579" y="1286"/>
                    <a:pt x="0" y="997"/>
                    <a:pt x="0" y="644"/>
                  </a:cubicBezTo>
                  <a:cubicBezTo>
                    <a:pt x="0" y="283"/>
                    <a:pt x="579" y="0"/>
                    <a:pt x="1287" y="0"/>
                  </a:cubicBezTo>
                  <a:cubicBezTo>
                    <a:pt x="1994" y="0"/>
                    <a:pt x="2573" y="283"/>
                    <a:pt x="2573" y="644"/>
                  </a:cubicBezTo>
                  <a:close/>
                  <a:moveTo>
                    <a:pt x="1248" y="997"/>
                  </a:moveTo>
                  <a:lnTo>
                    <a:pt x="1248" y="997"/>
                  </a:lnTo>
                  <a:cubicBezTo>
                    <a:pt x="1004" y="881"/>
                    <a:pt x="1004" y="881"/>
                    <a:pt x="1004" y="881"/>
                  </a:cubicBezTo>
                  <a:cubicBezTo>
                    <a:pt x="1203" y="779"/>
                    <a:pt x="1203" y="779"/>
                    <a:pt x="1203" y="779"/>
                  </a:cubicBezTo>
                  <a:cubicBezTo>
                    <a:pt x="1017" y="682"/>
                    <a:pt x="1017" y="682"/>
                    <a:pt x="1017" y="682"/>
                  </a:cubicBezTo>
                  <a:cubicBezTo>
                    <a:pt x="811" y="785"/>
                    <a:pt x="811" y="785"/>
                    <a:pt x="811" y="785"/>
                  </a:cubicBezTo>
                  <a:cubicBezTo>
                    <a:pt x="573" y="663"/>
                    <a:pt x="573" y="663"/>
                    <a:pt x="573" y="663"/>
                  </a:cubicBezTo>
                  <a:cubicBezTo>
                    <a:pt x="573" y="997"/>
                    <a:pt x="573" y="997"/>
                    <a:pt x="573" y="997"/>
                  </a:cubicBezTo>
                  <a:lnTo>
                    <a:pt x="1248" y="997"/>
                  </a:lnTo>
                  <a:close/>
                  <a:moveTo>
                    <a:pt x="1248" y="283"/>
                  </a:moveTo>
                  <a:lnTo>
                    <a:pt x="1248" y="283"/>
                  </a:lnTo>
                  <a:cubicBezTo>
                    <a:pt x="1004" y="405"/>
                    <a:pt x="1004" y="405"/>
                    <a:pt x="1004" y="405"/>
                  </a:cubicBezTo>
                  <a:cubicBezTo>
                    <a:pt x="804" y="302"/>
                    <a:pt x="804" y="302"/>
                    <a:pt x="804" y="302"/>
                  </a:cubicBezTo>
                  <a:cubicBezTo>
                    <a:pt x="611" y="399"/>
                    <a:pt x="611" y="399"/>
                    <a:pt x="611" y="399"/>
                  </a:cubicBezTo>
                  <a:cubicBezTo>
                    <a:pt x="811" y="502"/>
                    <a:pt x="811" y="502"/>
                    <a:pt x="811" y="502"/>
                  </a:cubicBezTo>
                  <a:cubicBezTo>
                    <a:pt x="573" y="624"/>
                    <a:pt x="573" y="624"/>
                    <a:pt x="573" y="624"/>
                  </a:cubicBezTo>
                  <a:cubicBezTo>
                    <a:pt x="1248" y="624"/>
                    <a:pt x="1248" y="624"/>
                    <a:pt x="1248" y="624"/>
                  </a:cubicBezTo>
                  <a:lnTo>
                    <a:pt x="1248" y="283"/>
                  </a:lnTo>
                  <a:close/>
                  <a:moveTo>
                    <a:pt x="1762" y="785"/>
                  </a:moveTo>
                  <a:lnTo>
                    <a:pt x="1762" y="785"/>
                  </a:lnTo>
                  <a:cubicBezTo>
                    <a:pt x="2000" y="663"/>
                    <a:pt x="2000" y="663"/>
                    <a:pt x="2000" y="663"/>
                  </a:cubicBezTo>
                  <a:cubicBezTo>
                    <a:pt x="1325" y="663"/>
                    <a:pt x="1325" y="663"/>
                    <a:pt x="1325" y="663"/>
                  </a:cubicBezTo>
                  <a:cubicBezTo>
                    <a:pt x="1325" y="997"/>
                    <a:pt x="1325" y="997"/>
                    <a:pt x="1325" y="997"/>
                  </a:cubicBezTo>
                  <a:cubicBezTo>
                    <a:pt x="1569" y="881"/>
                    <a:pt x="1569" y="881"/>
                    <a:pt x="1569" y="881"/>
                  </a:cubicBezTo>
                  <a:cubicBezTo>
                    <a:pt x="1769" y="977"/>
                    <a:pt x="1769" y="977"/>
                    <a:pt x="1769" y="977"/>
                  </a:cubicBezTo>
                  <a:cubicBezTo>
                    <a:pt x="1961" y="881"/>
                    <a:pt x="1961" y="881"/>
                    <a:pt x="1961" y="881"/>
                  </a:cubicBezTo>
                  <a:lnTo>
                    <a:pt x="1762" y="785"/>
                  </a:lnTo>
                  <a:close/>
                  <a:moveTo>
                    <a:pt x="2000" y="283"/>
                  </a:moveTo>
                  <a:lnTo>
                    <a:pt x="2000" y="283"/>
                  </a:lnTo>
                  <a:cubicBezTo>
                    <a:pt x="1325" y="283"/>
                    <a:pt x="1325" y="283"/>
                    <a:pt x="1325" y="283"/>
                  </a:cubicBezTo>
                  <a:cubicBezTo>
                    <a:pt x="1569" y="405"/>
                    <a:pt x="1569" y="405"/>
                    <a:pt x="1569" y="405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556" y="599"/>
                    <a:pt x="1556" y="599"/>
                    <a:pt x="1556" y="599"/>
                  </a:cubicBezTo>
                  <a:cubicBezTo>
                    <a:pt x="1762" y="502"/>
                    <a:pt x="1762" y="502"/>
                    <a:pt x="1762" y="502"/>
                  </a:cubicBezTo>
                  <a:cubicBezTo>
                    <a:pt x="2000" y="624"/>
                    <a:pt x="2000" y="624"/>
                    <a:pt x="2000" y="624"/>
                  </a:cubicBezTo>
                  <a:lnTo>
                    <a:pt x="2000" y="283"/>
                  </a:lnTo>
                  <a:close/>
                </a:path>
              </a:pathLst>
            </a:custGeom>
            <a:solidFill>
              <a:schemeClr val="tx1">
                <a:lumMod val="85000"/>
              </a:schemeClr>
            </a:solidFill>
            <a:ln>
              <a:noFill/>
            </a:ln>
          </p:spPr>
          <p:txBody>
            <a:bodyPr spcFirstLastPara="1" wrap="square" lIns="121875" tIns="60900" rIns="121875" bIns="60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000"/>
                <a:buFont typeface="Arial"/>
                <a:buNone/>
                <a:tabLst/>
                <a:defRPr/>
              </a:pPr>
              <a:endParaRPr kumimoji="0" sz="1333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" name="Google Shape;2304;p5">
            <a:extLst>
              <a:ext uri="{FF2B5EF4-FFF2-40B4-BE49-F238E27FC236}">
                <a16:creationId xmlns:a16="http://schemas.microsoft.com/office/drawing/2014/main" id="{B321DE05-7CC1-7781-F765-4D43CBBB11F9}"/>
              </a:ext>
            </a:extLst>
          </p:cNvPr>
          <p:cNvGrpSpPr/>
          <p:nvPr/>
        </p:nvGrpSpPr>
        <p:grpSpPr>
          <a:xfrm>
            <a:off x="7642638" y="2610392"/>
            <a:ext cx="350602" cy="207566"/>
            <a:chOff x="1666127" y="5160703"/>
            <a:chExt cx="406212" cy="240488"/>
          </a:xfrm>
        </p:grpSpPr>
        <p:sp>
          <p:nvSpPr>
            <p:cNvPr id="109" name="Google Shape;2305;p5">
              <a:extLst>
                <a:ext uri="{FF2B5EF4-FFF2-40B4-BE49-F238E27FC236}">
                  <a16:creationId xmlns:a16="http://schemas.microsoft.com/office/drawing/2014/main" id="{EFE4D7BC-44D4-6AED-1D2F-5EBB6CB4A860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2306;p5">
              <a:extLst>
                <a:ext uri="{FF2B5EF4-FFF2-40B4-BE49-F238E27FC236}">
                  <a16:creationId xmlns:a16="http://schemas.microsoft.com/office/drawing/2014/main" id="{A7D474EE-FFF8-F64D-D3D7-11D783A9BD98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100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" name="Google Shape;2307;p5">
            <a:extLst>
              <a:ext uri="{FF2B5EF4-FFF2-40B4-BE49-F238E27FC236}">
                <a16:creationId xmlns:a16="http://schemas.microsoft.com/office/drawing/2014/main" id="{7A62AEFD-DA90-24C6-C0DD-BE307F1A161A}"/>
              </a:ext>
            </a:extLst>
          </p:cNvPr>
          <p:cNvGrpSpPr/>
          <p:nvPr/>
        </p:nvGrpSpPr>
        <p:grpSpPr>
          <a:xfrm>
            <a:off x="8561951" y="2773757"/>
            <a:ext cx="802516" cy="486944"/>
            <a:chOff x="8632177" y="2258873"/>
            <a:chExt cx="601100" cy="364730"/>
          </a:xfrm>
        </p:grpSpPr>
        <p:sp>
          <p:nvSpPr>
            <p:cNvPr id="112" name="Google Shape;2308;p5">
              <a:extLst>
                <a:ext uri="{FF2B5EF4-FFF2-40B4-BE49-F238E27FC236}">
                  <a16:creationId xmlns:a16="http://schemas.microsoft.com/office/drawing/2014/main" id="{7E7A29B3-A17D-F455-A203-88171D1DD26B}"/>
                </a:ext>
              </a:extLst>
            </p:cNvPr>
            <p:cNvSpPr/>
            <p:nvPr/>
          </p:nvSpPr>
          <p:spPr>
            <a:xfrm>
              <a:off x="8632177" y="2258873"/>
              <a:ext cx="601100" cy="36473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2309;p5">
              <a:extLst>
                <a:ext uri="{FF2B5EF4-FFF2-40B4-BE49-F238E27FC236}">
                  <a16:creationId xmlns:a16="http://schemas.microsoft.com/office/drawing/2014/main" id="{413BE0F9-A5F3-8E90-DDAE-15F2CB121D28}"/>
                </a:ext>
              </a:extLst>
            </p:cNvPr>
            <p:cNvSpPr/>
            <p:nvPr/>
          </p:nvSpPr>
          <p:spPr>
            <a:xfrm>
              <a:off x="8682520" y="2270433"/>
              <a:ext cx="495816" cy="334034"/>
            </a:xfrm>
            <a:custGeom>
              <a:avLst/>
              <a:gdLst/>
              <a:ahLst/>
              <a:cxnLst/>
              <a:rect l="l" t="t" r="r" b="b"/>
              <a:pathLst>
                <a:path w="2574" h="1738" extrusionOk="0">
                  <a:moveTo>
                    <a:pt x="2573" y="1093"/>
                  </a:moveTo>
                  <a:lnTo>
                    <a:pt x="2573" y="1093"/>
                  </a:lnTo>
                  <a:cubicBezTo>
                    <a:pt x="2573" y="1447"/>
                    <a:pt x="1994" y="1737"/>
                    <a:pt x="1287" y="1737"/>
                  </a:cubicBezTo>
                  <a:cubicBezTo>
                    <a:pt x="579" y="1737"/>
                    <a:pt x="0" y="1447"/>
                    <a:pt x="0" y="109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0" y="1106"/>
                    <a:pt x="579" y="1396"/>
                    <a:pt x="1287" y="1396"/>
                  </a:cubicBezTo>
                  <a:cubicBezTo>
                    <a:pt x="1994" y="1396"/>
                    <a:pt x="2573" y="1106"/>
                    <a:pt x="2573" y="753"/>
                  </a:cubicBezTo>
                  <a:lnTo>
                    <a:pt x="2573" y="1093"/>
                  </a:lnTo>
                  <a:close/>
                  <a:moveTo>
                    <a:pt x="2573" y="644"/>
                  </a:moveTo>
                  <a:lnTo>
                    <a:pt x="2573" y="644"/>
                  </a:lnTo>
                  <a:cubicBezTo>
                    <a:pt x="2573" y="997"/>
                    <a:pt x="1994" y="1286"/>
                    <a:pt x="1287" y="1286"/>
                  </a:cubicBezTo>
                  <a:cubicBezTo>
                    <a:pt x="579" y="1286"/>
                    <a:pt x="0" y="997"/>
                    <a:pt x="0" y="644"/>
                  </a:cubicBezTo>
                  <a:cubicBezTo>
                    <a:pt x="0" y="283"/>
                    <a:pt x="579" y="0"/>
                    <a:pt x="1287" y="0"/>
                  </a:cubicBezTo>
                  <a:cubicBezTo>
                    <a:pt x="1994" y="0"/>
                    <a:pt x="2573" y="283"/>
                    <a:pt x="2573" y="644"/>
                  </a:cubicBezTo>
                  <a:close/>
                  <a:moveTo>
                    <a:pt x="1248" y="997"/>
                  </a:moveTo>
                  <a:lnTo>
                    <a:pt x="1248" y="997"/>
                  </a:lnTo>
                  <a:cubicBezTo>
                    <a:pt x="1004" y="881"/>
                    <a:pt x="1004" y="881"/>
                    <a:pt x="1004" y="881"/>
                  </a:cubicBezTo>
                  <a:cubicBezTo>
                    <a:pt x="1203" y="779"/>
                    <a:pt x="1203" y="779"/>
                    <a:pt x="1203" y="779"/>
                  </a:cubicBezTo>
                  <a:cubicBezTo>
                    <a:pt x="1017" y="682"/>
                    <a:pt x="1017" y="682"/>
                    <a:pt x="1017" y="682"/>
                  </a:cubicBezTo>
                  <a:cubicBezTo>
                    <a:pt x="811" y="785"/>
                    <a:pt x="811" y="785"/>
                    <a:pt x="811" y="785"/>
                  </a:cubicBezTo>
                  <a:cubicBezTo>
                    <a:pt x="573" y="663"/>
                    <a:pt x="573" y="663"/>
                    <a:pt x="573" y="663"/>
                  </a:cubicBezTo>
                  <a:cubicBezTo>
                    <a:pt x="573" y="997"/>
                    <a:pt x="573" y="997"/>
                    <a:pt x="573" y="997"/>
                  </a:cubicBezTo>
                  <a:lnTo>
                    <a:pt x="1248" y="997"/>
                  </a:lnTo>
                  <a:close/>
                  <a:moveTo>
                    <a:pt x="1248" y="283"/>
                  </a:moveTo>
                  <a:lnTo>
                    <a:pt x="1248" y="283"/>
                  </a:lnTo>
                  <a:cubicBezTo>
                    <a:pt x="1004" y="405"/>
                    <a:pt x="1004" y="405"/>
                    <a:pt x="1004" y="405"/>
                  </a:cubicBezTo>
                  <a:cubicBezTo>
                    <a:pt x="804" y="302"/>
                    <a:pt x="804" y="302"/>
                    <a:pt x="804" y="302"/>
                  </a:cubicBezTo>
                  <a:cubicBezTo>
                    <a:pt x="611" y="399"/>
                    <a:pt x="611" y="399"/>
                    <a:pt x="611" y="399"/>
                  </a:cubicBezTo>
                  <a:cubicBezTo>
                    <a:pt x="811" y="502"/>
                    <a:pt x="811" y="502"/>
                    <a:pt x="811" y="502"/>
                  </a:cubicBezTo>
                  <a:cubicBezTo>
                    <a:pt x="573" y="624"/>
                    <a:pt x="573" y="624"/>
                    <a:pt x="573" y="624"/>
                  </a:cubicBezTo>
                  <a:cubicBezTo>
                    <a:pt x="1248" y="624"/>
                    <a:pt x="1248" y="624"/>
                    <a:pt x="1248" y="624"/>
                  </a:cubicBezTo>
                  <a:lnTo>
                    <a:pt x="1248" y="283"/>
                  </a:lnTo>
                  <a:close/>
                  <a:moveTo>
                    <a:pt x="1762" y="785"/>
                  </a:moveTo>
                  <a:lnTo>
                    <a:pt x="1762" y="785"/>
                  </a:lnTo>
                  <a:cubicBezTo>
                    <a:pt x="2000" y="663"/>
                    <a:pt x="2000" y="663"/>
                    <a:pt x="2000" y="663"/>
                  </a:cubicBezTo>
                  <a:cubicBezTo>
                    <a:pt x="1325" y="663"/>
                    <a:pt x="1325" y="663"/>
                    <a:pt x="1325" y="663"/>
                  </a:cubicBezTo>
                  <a:cubicBezTo>
                    <a:pt x="1325" y="997"/>
                    <a:pt x="1325" y="997"/>
                    <a:pt x="1325" y="997"/>
                  </a:cubicBezTo>
                  <a:cubicBezTo>
                    <a:pt x="1569" y="881"/>
                    <a:pt x="1569" y="881"/>
                    <a:pt x="1569" y="881"/>
                  </a:cubicBezTo>
                  <a:cubicBezTo>
                    <a:pt x="1769" y="977"/>
                    <a:pt x="1769" y="977"/>
                    <a:pt x="1769" y="977"/>
                  </a:cubicBezTo>
                  <a:cubicBezTo>
                    <a:pt x="1961" y="881"/>
                    <a:pt x="1961" y="881"/>
                    <a:pt x="1961" y="881"/>
                  </a:cubicBezTo>
                  <a:lnTo>
                    <a:pt x="1762" y="785"/>
                  </a:lnTo>
                  <a:close/>
                  <a:moveTo>
                    <a:pt x="2000" y="283"/>
                  </a:moveTo>
                  <a:lnTo>
                    <a:pt x="2000" y="283"/>
                  </a:lnTo>
                  <a:cubicBezTo>
                    <a:pt x="1325" y="283"/>
                    <a:pt x="1325" y="283"/>
                    <a:pt x="1325" y="283"/>
                  </a:cubicBezTo>
                  <a:cubicBezTo>
                    <a:pt x="1569" y="405"/>
                    <a:pt x="1569" y="405"/>
                    <a:pt x="1569" y="405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556" y="599"/>
                    <a:pt x="1556" y="599"/>
                    <a:pt x="1556" y="599"/>
                  </a:cubicBezTo>
                  <a:cubicBezTo>
                    <a:pt x="1762" y="502"/>
                    <a:pt x="1762" y="502"/>
                    <a:pt x="1762" y="502"/>
                  </a:cubicBezTo>
                  <a:cubicBezTo>
                    <a:pt x="2000" y="624"/>
                    <a:pt x="2000" y="624"/>
                    <a:pt x="2000" y="624"/>
                  </a:cubicBezTo>
                  <a:lnTo>
                    <a:pt x="2000" y="283"/>
                  </a:lnTo>
                  <a:close/>
                </a:path>
              </a:pathLst>
            </a:custGeom>
            <a:solidFill>
              <a:schemeClr val="tx1">
                <a:lumMod val="85000"/>
              </a:schemeClr>
            </a:solidFill>
            <a:ln>
              <a:noFill/>
            </a:ln>
          </p:spPr>
          <p:txBody>
            <a:bodyPr spcFirstLastPara="1" wrap="square" lIns="121875" tIns="60900" rIns="121875" bIns="60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000"/>
                <a:buFont typeface="Arial"/>
                <a:buNone/>
                <a:tabLst/>
                <a:defRPr/>
              </a:pPr>
              <a:endParaRPr kumimoji="0" sz="1333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" name="Google Shape;2310;p5">
            <a:extLst>
              <a:ext uri="{FF2B5EF4-FFF2-40B4-BE49-F238E27FC236}">
                <a16:creationId xmlns:a16="http://schemas.microsoft.com/office/drawing/2014/main" id="{CE365953-7156-C50E-26A2-FB45D5C691C3}"/>
              </a:ext>
            </a:extLst>
          </p:cNvPr>
          <p:cNvGrpSpPr/>
          <p:nvPr/>
        </p:nvGrpSpPr>
        <p:grpSpPr>
          <a:xfrm>
            <a:off x="8777611" y="2605561"/>
            <a:ext cx="344630" cy="201175"/>
            <a:chOff x="1666127" y="5160703"/>
            <a:chExt cx="406212" cy="240488"/>
          </a:xfrm>
        </p:grpSpPr>
        <p:sp>
          <p:nvSpPr>
            <p:cNvPr id="115" name="Google Shape;2311;p5">
              <a:extLst>
                <a:ext uri="{FF2B5EF4-FFF2-40B4-BE49-F238E27FC236}">
                  <a16:creationId xmlns:a16="http://schemas.microsoft.com/office/drawing/2014/main" id="{A9F260A7-750D-0680-6F9C-EC0F10E6A0D6}"/>
                </a:ext>
              </a:extLst>
            </p:cNvPr>
            <p:cNvSpPr/>
            <p:nvPr/>
          </p:nvSpPr>
          <p:spPr>
            <a:xfrm>
              <a:off x="1666127" y="5160703"/>
              <a:ext cx="406212" cy="240488"/>
            </a:xfrm>
            <a:prstGeom prst="roundRect">
              <a:avLst>
                <a:gd name="adj" fmla="val 16667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2312;p5">
              <a:extLst>
                <a:ext uri="{FF2B5EF4-FFF2-40B4-BE49-F238E27FC236}">
                  <a16:creationId xmlns:a16="http://schemas.microsoft.com/office/drawing/2014/main" id="{E93A10F1-831A-5F65-2392-D9DC33FCFC53}"/>
                </a:ext>
              </a:extLst>
            </p:cNvPr>
            <p:cNvSpPr/>
            <p:nvPr/>
          </p:nvSpPr>
          <p:spPr>
            <a:xfrm>
              <a:off x="1748241" y="5191304"/>
              <a:ext cx="241984" cy="179285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 typeface="Arial"/>
                <a:buNone/>
                <a:tabLst/>
                <a:defRPr/>
              </a:pPr>
              <a:endParaRPr kumimoji="0" sz="1100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7" name="Google Shape;2313;p5">
            <a:extLst>
              <a:ext uri="{FF2B5EF4-FFF2-40B4-BE49-F238E27FC236}">
                <a16:creationId xmlns:a16="http://schemas.microsoft.com/office/drawing/2014/main" id="{D1A4D970-8FBC-63D7-FDE9-4C0CB3F3D5C9}"/>
              </a:ext>
            </a:extLst>
          </p:cNvPr>
          <p:cNvGrpSpPr/>
          <p:nvPr/>
        </p:nvGrpSpPr>
        <p:grpSpPr>
          <a:xfrm>
            <a:off x="9690965" y="3564681"/>
            <a:ext cx="623271" cy="123825"/>
            <a:chOff x="8187608" y="4926434"/>
            <a:chExt cx="1082700" cy="215100"/>
          </a:xfrm>
        </p:grpSpPr>
        <p:sp>
          <p:nvSpPr>
            <p:cNvPr id="118" name="Google Shape;2314;p5">
              <a:extLst>
                <a:ext uri="{FF2B5EF4-FFF2-40B4-BE49-F238E27FC236}">
                  <a16:creationId xmlns:a16="http://schemas.microsoft.com/office/drawing/2014/main" id="{D701E49F-22A5-767A-A592-FC56E67401E6}"/>
                </a:ext>
              </a:extLst>
            </p:cNvPr>
            <p:cNvSpPr/>
            <p:nvPr/>
          </p:nvSpPr>
          <p:spPr>
            <a:xfrm>
              <a:off x="8187608" y="4926434"/>
              <a:ext cx="1082700" cy="215100"/>
            </a:xfrm>
            <a:prstGeom prst="roundRect">
              <a:avLst>
                <a:gd name="adj" fmla="val 16667"/>
              </a:avLst>
            </a:prstGeom>
            <a:noFill/>
            <a:ln w="1587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2315;p5">
              <a:extLst>
                <a:ext uri="{FF2B5EF4-FFF2-40B4-BE49-F238E27FC236}">
                  <a16:creationId xmlns:a16="http://schemas.microsoft.com/office/drawing/2014/main" id="{5E0F84A0-3729-BB73-269C-82C802DF9C72}"/>
                </a:ext>
              </a:extLst>
            </p:cNvPr>
            <p:cNvSpPr/>
            <p:nvPr/>
          </p:nvSpPr>
          <p:spPr>
            <a:xfrm>
              <a:off x="8258373" y="5012530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2316;p5">
              <a:extLst>
                <a:ext uri="{FF2B5EF4-FFF2-40B4-BE49-F238E27FC236}">
                  <a16:creationId xmlns:a16="http://schemas.microsoft.com/office/drawing/2014/main" id="{50D76013-9AC4-06BD-76A8-E53A641C114F}"/>
                </a:ext>
              </a:extLst>
            </p:cNvPr>
            <p:cNvSpPr/>
            <p:nvPr/>
          </p:nvSpPr>
          <p:spPr>
            <a:xfrm>
              <a:off x="8410773" y="5012575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2317;p5">
              <a:extLst>
                <a:ext uri="{FF2B5EF4-FFF2-40B4-BE49-F238E27FC236}">
                  <a16:creationId xmlns:a16="http://schemas.microsoft.com/office/drawing/2014/main" id="{26CDCDBE-2BC3-1DAB-A3B8-482F828E5623}"/>
                </a:ext>
              </a:extLst>
            </p:cNvPr>
            <p:cNvSpPr/>
            <p:nvPr/>
          </p:nvSpPr>
          <p:spPr>
            <a:xfrm>
              <a:off x="8563159" y="5012590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2318;p5">
              <a:extLst>
                <a:ext uri="{FF2B5EF4-FFF2-40B4-BE49-F238E27FC236}">
                  <a16:creationId xmlns:a16="http://schemas.microsoft.com/office/drawing/2014/main" id="{EE23568A-B8E7-C7C0-E9FF-70C72C1F666E}"/>
                </a:ext>
              </a:extLst>
            </p:cNvPr>
            <p:cNvSpPr/>
            <p:nvPr/>
          </p:nvSpPr>
          <p:spPr>
            <a:xfrm>
              <a:off x="8714727" y="5012578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3" name="Google Shape;2319;p5">
            <a:extLst>
              <a:ext uri="{FF2B5EF4-FFF2-40B4-BE49-F238E27FC236}">
                <a16:creationId xmlns:a16="http://schemas.microsoft.com/office/drawing/2014/main" id="{B5CC1237-893C-0F81-4BBE-C6BCD97DA917}"/>
              </a:ext>
            </a:extLst>
          </p:cNvPr>
          <p:cNvSpPr/>
          <p:nvPr/>
        </p:nvSpPr>
        <p:spPr>
          <a:xfrm>
            <a:off x="10491790" y="4422800"/>
            <a:ext cx="312591" cy="309876"/>
          </a:xfrm>
          <a:custGeom>
            <a:avLst/>
            <a:gdLst/>
            <a:ahLst/>
            <a:cxnLst/>
            <a:rect l="l" t="t" r="r" b="b"/>
            <a:pathLst>
              <a:path w="625220" h="619791" extrusionOk="0">
                <a:moveTo>
                  <a:pt x="343472" y="545211"/>
                </a:moveTo>
                <a:cubicBezTo>
                  <a:pt x="351663" y="553403"/>
                  <a:pt x="356235" y="564547"/>
                  <a:pt x="356235" y="576072"/>
                </a:cubicBezTo>
                <a:cubicBezTo>
                  <a:pt x="356235" y="600170"/>
                  <a:pt x="336709" y="619697"/>
                  <a:pt x="312611" y="619792"/>
                </a:cubicBezTo>
                <a:cubicBezTo>
                  <a:pt x="300990" y="619792"/>
                  <a:pt x="289941" y="615220"/>
                  <a:pt x="281749" y="607028"/>
                </a:cubicBezTo>
                <a:cubicBezTo>
                  <a:pt x="281749" y="607028"/>
                  <a:pt x="281749" y="607028"/>
                  <a:pt x="281749" y="607028"/>
                </a:cubicBezTo>
                <a:cubicBezTo>
                  <a:pt x="264700" y="589979"/>
                  <a:pt x="264700" y="562356"/>
                  <a:pt x="281749" y="545306"/>
                </a:cubicBezTo>
                <a:lnTo>
                  <a:pt x="312611" y="514445"/>
                </a:lnTo>
                <a:lnTo>
                  <a:pt x="343472" y="545306"/>
                </a:lnTo>
                <a:close/>
                <a:moveTo>
                  <a:pt x="312611" y="97631"/>
                </a:moveTo>
                <a:cubicBezTo>
                  <a:pt x="323183" y="97631"/>
                  <a:pt x="331756" y="89059"/>
                  <a:pt x="331756" y="78486"/>
                </a:cubicBezTo>
                <a:cubicBezTo>
                  <a:pt x="331756" y="67913"/>
                  <a:pt x="323183" y="59341"/>
                  <a:pt x="312611" y="59341"/>
                </a:cubicBezTo>
                <a:cubicBezTo>
                  <a:pt x="302038" y="59341"/>
                  <a:pt x="293465" y="67913"/>
                  <a:pt x="293465" y="78486"/>
                </a:cubicBezTo>
                <a:cubicBezTo>
                  <a:pt x="293465" y="89059"/>
                  <a:pt x="302038" y="97631"/>
                  <a:pt x="312611" y="97631"/>
                </a:cubicBezTo>
                <a:close/>
                <a:moveTo>
                  <a:pt x="625221" y="236506"/>
                </a:moveTo>
                <a:lnTo>
                  <a:pt x="625221" y="367475"/>
                </a:lnTo>
                <a:cubicBezTo>
                  <a:pt x="625221" y="395383"/>
                  <a:pt x="602456" y="418148"/>
                  <a:pt x="574548" y="418148"/>
                </a:cubicBezTo>
                <a:lnTo>
                  <a:pt x="461296" y="418148"/>
                </a:lnTo>
                <a:cubicBezTo>
                  <a:pt x="426720" y="462344"/>
                  <a:pt x="372999" y="490919"/>
                  <a:pt x="312611" y="490919"/>
                </a:cubicBezTo>
                <a:cubicBezTo>
                  <a:pt x="252222" y="490919"/>
                  <a:pt x="198501" y="462344"/>
                  <a:pt x="163925" y="418148"/>
                </a:cubicBezTo>
                <a:lnTo>
                  <a:pt x="50673" y="418148"/>
                </a:lnTo>
                <a:cubicBezTo>
                  <a:pt x="22765" y="418148"/>
                  <a:pt x="0" y="395383"/>
                  <a:pt x="0" y="367475"/>
                </a:cubicBezTo>
                <a:lnTo>
                  <a:pt x="0" y="236506"/>
                </a:lnTo>
                <a:cubicBezTo>
                  <a:pt x="0" y="208598"/>
                  <a:pt x="22765" y="185833"/>
                  <a:pt x="50673" y="185833"/>
                </a:cubicBezTo>
                <a:lnTo>
                  <a:pt x="163925" y="185833"/>
                </a:lnTo>
                <a:cubicBezTo>
                  <a:pt x="198501" y="141637"/>
                  <a:pt x="252222" y="113062"/>
                  <a:pt x="312611" y="113062"/>
                </a:cubicBezTo>
                <a:cubicBezTo>
                  <a:pt x="372999" y="113062"/>
                  <a:pt x="426720" y="141637"/>
                  <a:pt x="461296" y="185833"/>
                </a:cubicBezTo>
                <a:lnTo>
                  <a:pt x="574548" y="185833"/>
                </a:lnTo>
                <a:cubicBezTo>
                  <a:pt x="602456" y="185833"/>
                  <a:pt x="625221" y="208598"/>
                  <a:pt x="625221" y="236506"/>
                </a:cubicBezTo>
                <a:close/>
                <a:moveTo>
                  <a:pt x="145351" y="389573"/>
                </a:moveTo>
                <a:cubicBezTo>
                  <a:pt x="131540" y="363379"/>
                  <a:pt x="123634" y="333566"/>
                  <a:pt x="123634" y="301943"/>
                </a:cubicBezTo>
                <a:cubicBezTo>
                  <a:pt x="123634" y="270320"/>
                  <a:pt x="131540" y="240602"/>
                  <a:pt x="145351" y="214313"/>
                </a:cubicBezTo>
                <a:lnTo>
                  <a:pt x="50673" y="214313"/>
                </a:lnTo>
                <a:cubicBezTo>
                  <a:pt x="38481" y="214313"/>
                  <a:pt x="28575" y="224218"/>
                  <a:pt x="28575" y="236411"/>
                </a:cubicBezTo>
                <a:lnTo>
                  <a:pt x="28575" y="367379"/>
                </a:lnTo>
                <a:cubicBezTo>
                  <a:pt x="28575" y="379571"/>
                  <a:pt x="38481" y="389477"/>
                  <a:pt x="50673" y="389477"/>
                </a:cubicBezTo>
                <a:lnTo>
                  <a:pt x="145351" y="389477"/>
                </a:lnTo>
                <a:close/>
                <a:moveTo>
                  <a:pt x="473011" y="301943"/>
                </a:moveTo>
                <a:cubicBezTo>
                  <a:pt x="473011" y="267843"/>
                  <a:pt x="462248" y="236220"/>
                  <a:pt x="443960" y="210217"/>
                </a:cubicBezTo>
                <a:cubicBezTo>
                  <a:pt x="443103" y="209360"/>
                  <a:pt x="442341" y="208312"/>
                  <a:pt x="441674" y="207169"/>
                </a:cubicBezTo>
                <a:cubicBezTo>
                  <a:pt x="412433" y="167450"/>
                  <a:pt x="365569" y="141542"/>
                  <a:pt x="312611" y="141542"/>
                </a:cubicBezTo>
                <a:cubicBezTo>
                  <a:pt x="224219" y="141542"/>
                  <a:pt x="152210" y="213455"/>
                  <a:pt x="152210" y="301943"/>
                </a:cubicBezTo>
                <a:cubicBezTo>
                  <a:pt x="152210" y="390430"/>
                  <a:pt x="224123" y="462344"/>
                  <a:pt x="312611" y="462344"/>
                </a:cubicBezTo>
                <a:cubicBezTo>
                  <a:pt x="401098" y="462344"/>
                  <a:pt x="473011" y="390430"/>
                  <a:pt x="473011" y="301943"/>
                </a:cubicBezTo>
                <a:close/>
                <a:moveTo>
                  <a:pt x="596741" y="236411"/>
                </a:moveTo>
                <a:cubicBezTo>
                  <a:pt x="596741" y="224218"/>
                  <a:pt x="586835" y="214313"/>
                  <a:pt x="574643" y="214313"/>
                </a:cubicBezTo>
                <a:lnTo>
                  <a:pt x="479965" y="214313"/>
                </a:lnTo>
                <a:cubicBezTo>
                  <a:pt x="493776" y="240506"/>
                  <a:pt x="501682" y="270320"/>
                  <a:pt x="501682" y="301943"/>
                </a:cubicBezTo>
                <a:cubicBezTo>
                  <a:pt x="501682" y="333566"/>
                  <a:pt x="493776" y="363284"/>
                  <a:pt x="479965" y="389573"/>
                </a:cubicBezTo>
                <a:lnTo>
                  <a:pt x="574643" y="389573"/>
                </a:lnTo>
                <a:cubicBezTo>
                  <a:pt x="586835" y="389573"/>
                  <a:pt x="596741" y="379667"/>
                  <a:pt x="596741" y="367475"/>
                </a:cubicBezTo>
                <a:lnTo>
                  <a:pt x="596741" y="236506"/>
                </a:lnTo>
                <a:close/>
                <a:moveTo>
                  <a:pt x="439388" y="26289"/>
                </a:moveTo>
                <a:cubicBezTo>
                  <a:pt x="439865" y="27432"/>
                  <a:pt x="440436" y="28575"/>
                  <a:pt x="441103" y="29623"/>
                </a:cubicBezTo>
                <a:cubicBezTo>
                  <a:pt x="441865" y="30671"/>
                  <a:pt x="442627" y="31623"/>
                  <a:pt x="443484" y="32480"/>
                </a:cubicBezTo>
                <a:cubicBezTo>
                  <a:pt x="447104" y="36005"/>
                  <a:pt x="451961" y="38100"/>
                  <a:pt x="457010" y="38100"/>
                </a:cubicBezTo>
                <a:cubicBezTo>
                  <a:pt x="458248" y="38100"/>
                  <a:pt x="459486" y="38100"/>
                  <a:pt x="460724" y="37719"/>
                </a:cubicBezTo>
                <a:cubicBezTo>
                  <a:pt x="461963" y="37433"/>
                  <a:pt x="463106" y="37148"/>
                  <a:pt x="464248" y="36576"/>
                </a:cubicBezTo>
                <a:cubicBezTo>
                  <a:pt x="465392" y="36195"/>
                  <a:pt x="466535" y="35528"/>
                  <a:pt x="467582" y="34862"/>
                </a:cubicBezTo>
                <a:cubicBezTo>
                  <a:pt x="468630" y="34195"/>
                  <a:pt x="469583" y="33338"/>
                  <a:pt x="470440" y="32480"/>
                </a:cubicBezTo>
                <a:cubicBezTo>
                  <a:pt x="473964" y="28956"/>
                  <a:pt x="476060" y="24003"/>
                  <a:pt x="476060" y="19050"/>
                </a:cubicBezTo>
                <a:cubicBezTo>
                  <a:pt x="476060" y="17812"/>
                  <a:pt x="476060" y="16573"/>
                  <a:pt x="475679" y="15335"/>
                </a:cubicBezTo>
                <a:cubicBezTo>
                  <a:pt x="475393" y="14097"/>
                  <a:pt x="475012" y="12859"/>
                  <a:pt x="474536" y="11716"/>
                </a:cubicBezTo>
                <a:cubicBezTo>
                  <a:pt x="474059" y="10573"/>
                  <a:pt x="473488" y="9525"/>
                  <a:pt x="472821" y="8477"/>
                </a:cubicBezTo>
                <a:cubicBezTo>
                  <a:pt x="472154" y="7430"/>
                  <a:pt x="471297" y="6477"/>
                  <a:pt x="470440" y="5524"/>
                </a:cubicBezTo>
                <a:cubicBezTo>
                  <a:pt x="469583" y="4667"/>
                  <a:pt x="468630" y="3905"/>
                  <a:pt x="467582" y="3239"/>
                </a:cubicBezTo>
                <a:cubicBezTo>
                  <a:pt x="466535" y="2477"/>
                  <a:pt x="465392" y="1905"/>
                  <a:pt x="464248" y="1429"/>
                </a:cubicBezTo>
                <a:cubicBezTo>
                  <a:pt x="463106" y="953"/>
                  <a:pt x="461963" y="572"/>
                  <a:pt x="460724" y="381"/>
                </a:cubicBezTo>
                <a:cubicBezTo>
                  <a:pt x="454533" y="-857"/>
                  <a:pt x="447961" y="1143"/>
                  <a:pt x="443484" y="5524"/>
                </a:cubicBezTo>
                <a:cubicBezTo>
                  <a:pt x="442627" y="6477"/>
                  <a:pt x="441865" y="7430"/>
                  <a:pt x="441103" y="8477"/>
                </a:cubicBezTo>
                <a:cubicBezTo>
                  <a:pt x="440436" y="9525"/>
                  <a:pt x="439865" y="10573"/>
                  <a:pt x="439388" y="11716"/>
                </a:cubicBezTo>
                <a:cubicBezTo>
                  <a:pt x="438912" y="12859"/>
                  <a:pt x="438531" y="14097"/>
                  <a:pt x="438340" y="15335"/>
                </a:cubicBezTo>
                <a:cubicBezTo>
                  <a:pt x="438055" y="16573"/>
                  <a:pt x="437960" y="17812"/>
                  <a:pt x="437960" y="19050"/>
                </a:cubicBezTo>
                <a:cubicBezTo>
                  <a:pt x="437960" y="20288"/>
                  <a:pt x="438055" y="21527"/>
                  <a:pt x="438340" y="22765"/>
                </a:cubicBezTo>
                <a:cubicBezTo>
                  <a:pt x="438531" y="24003"/>
                  <a:pt x="438912" y="25146"/>
                  <a:pt x="439388" y="26289"/>
                </a:cubicBezTo>
                <a:close/>
                <a:moveTo>
                  <a:pt x="312706" y="38100"/>
                </a:moveTo>
                <a:lnTo>
                  <a:pt x="312801" y="38100"/>
                </a:lnTo>
                <a:cubicBezTo>
                  <a:pt x="323279" y="38100"/>
                  <a:pt x="331756" y="29528"/>
                  <a:pt x="331756" y="19050"/>
                </a:cubicBezTo>
                <a:cubicBezTo>
                  <a:pt x="331756" y="8573"/>
                  <a:pt x="323183" y="0"/>
                  <a:pt x="312706" y="0"/>
                </a:cubicBezTo>
                <a:cubicBezTo>
                  <a:pt x="302228" y="0"/>
                  <a:pt x="293656" y="8573"/>
                  <a:pt x="293656" y="19050"/>
                </a:cubicBezTo>
                <a:cubicBezTo>
                  <a:pt x="293656" y="29528"/>
                  <a:pt x="302228" y="38100"/>
                  <a:pt x="312706" y="38100"/>
                </a:cubicBezTo>
                <a:close/>
                <a:moveTo>
                  <a:pt x="384810" y="38100"/>
                </a:moveTo>
                <a:lnTo>
                  <a:pt x="384905" y="38100"/>
                </a:lnTo>
                <a:cubicBezTo>
                  <a:pt x="395383" y="38100"/>
                  <a:pt x="403860" y="29528"/>
                  <a:pt x="403860" y="19050"/>
                </a:cubicBezTo>
                <a:cubicBezTo>
                  <a:pt x="403860" y="8573"/>
                  <a:pt x="395288" y="0"/>
                  <a:pt x="384810" y="0"/>
                </a:cubicBezTo>
                <a:cubicBezTo>
                  <a:pt x="374333" y="0"/>
                  <a:pt x="365760" y="8573"/>
                  <a:pt x="365760" y="19050"/>
                </a:cubicBezTo>
                <a:cubicBezTo>
                  <a:pt x="365760" y="29528"/>
                  <a:pt x="374333" y="38100"/>
                  <a:pt x="384810" y="38100"/>
                </a:cubicBezTo>
                <a:close/>
                <a:moveTo>
                  <a:pt x="240506" y="38100"/>
                </a:moveTo>
                <a:lnTo>
                  <a:pt x="240601" y="38100"/>
                </a:lnTo>
                <a:cubicBezTo>
                  <a:pt x="251079" y="38100"/>
                  <a:pt x="259651" y="29528"/>
                  <a:pt x="259651" y="19050"/>
                </a:cubicBezTo>
                <a:cubicBezTo>
                  <a:pt x="259651" y="8573"/>
                  <a:pt x="251079" y="0"/>
                  <a:pt x="240506" y="0"/>
                </a:cubicBezTo>
                <a:cubicBezTo>
                  <a:pt x="229934" y="0"/>
                  <a:pt x="221456" y="8573"/>
                  <a:pt x="221456" y="19050"/>
                </a:cubicBezTo>
                <a:cubicBezTo>
                  <a:pt x="221456" y="29528"/>
                  <a:pt x="230029" y="38100"/>
                  <a:pt x="240506" y="38100"/>
                </a:cubicBezTo>
                <a:close/>
                <a:moveTo>
                  <a:pt x="168402" y="38100"/>
                </a:moveTo>
                <a:cubicBezTo>
                  <a:pt x="169545" y="38100"/>
                  <a:pt x="170878" y="38100"/>
                  <a:pt x="172117" y="37719"/>
                </a:cubicBezTo>
                <a:cubicBezTo>
                  <a:pt x="173260" y="37433"/>
                  <a:pt x="174498" y="37148"/>
                  <a:pt x="175641" y="36671"/>
                </a:cubicBezTo>
                <a:cubicBezTo>
                  <a:pt x="176784" y="36195"/>
                  <a:pt x="177927" y="35528"/>
                  <a:pt x="178879" y="34862"/>
                </a:cubicBezTo>
                <a:cubicBezTo>
                  <a:pt x="179927" y="34195"/>
                  <a:pt x="180975" y="33338"/>
                  <a:pt x="181832" y="32480"/>
                </a:cubicBezTo>
                <a:cubicBezTo>
                  <a:pt x="185356" y="28956"/>
                  <a:pt x="187452" y="24003"/>
                  <a:pt x="187452" y="19050"/>
                </a:cubicBezTo>
                <a:cubicBezTo>
                  <a:pt x="187452" y="17812"/>
                  <a:pt x="187262" y="16573"/>
                  <a:pt x="186976" y="15335"/>
                </a:cubicBezTo>
                <a:cubicBezTo>
                  <a:pt x="186785" y="14097"/>
                  <a:pt x="186404" y="12859"/>
                  <a:pt x="185928" y="11716"/>
                </a:cubicBezTo>
                <a:cubicBezTo>
                  <a:pt x="185452" y="10573"/>
                  <a:pt x="184880" y="9525"/>
                  <a:pt x="184214" y="8477"/>
                </a:cubicBezTo>
                <a:cubicBezTo>
                  <a:pt x="183451" y="7430"/>
                  <a:pt x="182690" y="6382"/>
                  <a:pt x="181832" y="5524"/>
                </a:cubicBezTo>
                <a:cubicBezTo>
                  <a:pt x="180975" y="4667"/>
                  <a:pt x="179927" y="3905"/>
                  <a:pt x="178879" y="3143"/>
                </a:cubicBezTo>
                <a:cubicBezTo>
                  <a:pt x="177927" y="2477"/>
                  <a:pt x="176784" y="1905"/>
                  <a:pt x="175641" y="1429"/>
                </a:cubicBezTo>
                <a:cubicBezTo>
                  <a:pt x="174498" y="953"/>
                  <a:pt x="173260" y="572"/>
                  <a:pt x="172117" y="381"/>
                </a:cubicBezTo>
                <a:cubicBezTo>
                  <a:pt x="169640" y="-95"/>
                  <a:pt x="167069" y="-95"/>
                  <a:pt x="164592" y="381"/>
                </a:cubicBezTo>
                <a:cubicBezTo>
                  <a:pt x="163449" y="572"/>
                  <a:pt x="162211" y="953"/>
                  <a:pt x="161068" y="1429"/>
                </a:cubicBezTo>
                <a:cubicBezTo>
                  <a:pt x="159925" y="1905"/>
                  <a:pt x="158782" y="2477"/>
                  <a:pt x="157734" y="3143"/>
                </a:cubicBezTo>
                <a:cubicBezTo>
                  <a:pt x="156781" y="3905"/>
                  <a:pt x="155734" y="4667"/>
                  <a:pt x="154876" y="5524"/>
                </a:cubicBezTo>
                <a:cubicBezTo>
                  <a:pt x="154019" y="6382"/>
                  <a:pt x="153257" y="7430"/>
                  <a:pt x="152495" y="8477"/>
                </a:cubicBezTo>
                <a:cubicBezTo>
                  <a:pt x="151828" y="9525"/>
                  <a:pt x="151257" y="10573"/>
                  <a:pt x="150781" y="11716"/>
                </a:cubicBezTo>
                <a:cubicBezTo>
                  <a:pt x="150304" y="12859"/>
                  <a:pt x="149923" y="14097"/>
                  <a:pt x="149638" y="15335"/>
                </a:cubicBezTo>
                <a:cubicBezTo>
                  <a:pt x="149447" y="16573"/>
                  <a:pt x="149257" y="17812"/>
                  <a:pt x="149257" y="19050"/>
                </a:cubicBezTo>
                <a:cubicBezTo>
                  <a:pt x="149257" y="24003"/>
                  <a:pt x="151352" y="28956"/>
                  <a:pt x="154876" y="32480"/>
                </a:cubicBezTo>
                <a:cubicBezTo>
                  <a:pt x="158401" y="36100"/>
                  <a:pt x="163354" y="38100"/>
                  <a:pt x="168402" y="3810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1744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24" name="Google Shape;2320;p5">
            <a:extLst>
              <a:ext uri="{FF2B5EF4-FFF2-40B4-BE49-F238E27FC236}">
                <a16:creationId xmlns:a16="http://schemas.microsoft.com/office/drawing/2014/main" id="{CFAE75AF-3751-5C6E-D87E-F476DE459839}"/>
              </a:ext>
            </a:extLst>
          </p:cNvPr>
          <p:cNvSpPr/>
          <p:nvPr/>
        </p:nvSpPr>
        <p:spPr>
          <a:xfrm>
            <a:off x="8867750" y="4457754"/>
            <a:ext cx="230872" cy="230872"/>
          </a:xfrm>
          <a:custGeom>
            <a:avLst/>
            <a:gdLst/>
            <a:ahLst/>
            <a:cxnLst/>
            <a:rect l="l" t="t" r="r" b="b"/>
            <a:pathLst>
              <a:path w="461771" h="461771" extrusionOk="0">
                <a:moveTo>
                  <a:pt x="150971" y="212884"/>
                </a:moveTo>
                <a:lnTo>
                  <a:pt x="61913" y="212884"/>
                </a:lnTo>
                <a:cubicBezTo>
                  <a:pt x="27741" y="212831"/>
                  <a:pt x="52" y="185143"/>
                  <a:pt x="0" y="150971"/>
                </a:cubicBezTo>
                <a:lnTo>
                  <a:pt x="0" y="61913"/>
                </a:lnTo>
                <a:cubicBezTo>
                  <a:pt x="52" y="27741"/>
                  <a:pt x="27741" y="52"/>
                  <a:pt x="61913" y="0"/>
                </a:cubicBezTo>
                <a:lnTo>
                  <a:pt x="150971" y="0"/>
                </a:lnTo>
                <a:cubicBezTo>
                  <a:pt x="185143" y="52"/>
                  <a:pt x="212831" y="27741"/>
                  <a:pt x="212884" y="61913"/>
                </a:cubicBezTo>
                <a:lnTo>
                  <a:pt x="212884" y="150971"/>
                </a:lnTo>
                <a:cubicBezTo>
                  <a:pt x="212831" y="185143"/>
                  <a:pt x="185143" y="212831"/>
                  <a:pt x="150971" y="212884"/>
                </a:cubicBezTo>
                <a:close/>
                <a:moveTo>
                  <a:pt x="61913" y="28575"/>
                </a:moveTo>
                <a:cubicBezTo>
                  <a:pt x="43501" y="28575"/>
                  <a:pt x="28575" y="43501"/>
                  <a:pt x="28575" y="61913"/>
                </a:cubicBezTo>
                <a:lnTo>
                  <a:pt x="28575" y="150971"/>
                </a:lnTo>
                <a:cubicBezTo>
                  <a:pt x="28575" y="169383"/>
                  <a:pt x="43501" y="184309"/>
                  <a:pt x="61913" y="184309"/>
                </a:cubicBezTo>
                <a:lnTo>
                  <a:pt x="150971" y="184309"/>
                </a:lnTo>
                <a:cubicBezTo>
                  <a:pt x="169383" y="184309"/>
                  <a:pt x="184309" y="169383"/>
                  <a:pt x="184309" y="150971"/>
                </a:cubicBezTo>
                <a:lnTo>
                  <a:pt x="184309" y="61913"/>
                </a:lnTo>
                <a:cubicBezTo>
                  <a:pt x="184309" y="43501"/>
                  <a:pt x="169383" y="28575"/>
                  <a:pt x="150971" y="28575"/>
                </a:cubicBezTo>
                <a:close/>
                <a:moveTo>
                  <a:pt x="150971" y="461772"/>
                </a:moveTo>
                <a:lnTo>
                  <a:pt x="61913" y="461772"/>
                </a:lnTo>
                <a:cubicBezTo>
                  <a:pt x="27741" y="461720"/>
                  <a:pt x="52" y="434031"/>
                  <a:pt x="0" y="399860"/>
                </a:cubicBezTo>
                <a:lnTo>
                  <a:pt x="0" y="310801"/>
                </a:lnTo>
                <a:cubicBezTo>
                  <a:pt x="52" y="276629"/>
                  <a:pt x="27741" y="248941"/>
                  <a:pt x="61913" y="248888"/>
                </a:cubicBezTo>
                <a:lnTo>
                  <a:pt x="150971" y="248888"/>
                </a:lnTo>
                <a:cubicBezTo>
                  <a:pt x="185143" y="248941"/>
                  <a:pt x="212831" y="276629"/>
                  <a:pt x="212884" y="310801"/>
                </a:cubicBezTo>
                <a:lnTo>
                  <a:pt x="212884" y="399860"/>
                </a:lnTo>
                <a:cubicBezTo>
                  <a:pt x="212831" y="434031"/>
                  <a:pt x="185143" y="461720"/>
                  <a:pt x="150971" y="461772"/>
                </a:cubicBezTo>
                <a:close/>
                <a:moveTo>
                  <a:pt x="61913" y="277463"/>
                </a:moveTo>
                <a:cubicBezTo>
                  <a:pt x="43501" y="277463"/>
                  <a:pt x="28575" y="292389"/>
                  <a:pt x="28575" y="310801"/>
                </a:cubicBezTo>
                <a:lnTo>
                  <a:pt x="28575" y="399860"/>
                </a:lnTo>
                <a:cubicBezTo>
                  <a:pt x="28575" y="418271"/>
                  <a:pt x="43501" y="433197"/>
                  <a:pt x="61913" y="433197"/>
                </a:cubicBezTo>
                <a:lnTo>
                  <a:pt x="150971" y="433197"/>
                </a:lnTo>
                <a:cubicBezTo>
                  <a:pt x="169383" y="433197"/>
                  <a:pt x="184309" y="418271"/>
                  <a:pt x="184309" y="399860"/>
                </a:cubicBezTo>
                <a:lnTo>
                  <a:pt x="184309" y="310801"/>
                </a:lnTo>
                <a:cubicBezTo>
                  <a:pt x="184309" y="292389"/>
                  <a:pt x="169383" y="277463"/>
                  <a:pt x="150971" y="277463"/>
                </a:cubicBezTo>
                <a:close/>
                <a:moveTo>
                  <a:pt x="399860" y="461772"/>
                </a:moveTo>
                <a:lnTo>
                  <a:pt x="310801" y="461772"/>
                </a:lnTo>
                <a:cubicBezTo>
                  <a:pt x="276629" y="461720"/>
                  <a:pt x="248941" y="434031"/>
                  <a:pt x="248888" y="399860"/>
                </a:cubicBezTo>
                <a:lnTo>
                  <a:pt x="248888" y="310801"/>
                </a:lnTo>
                <a:cubicBezTo>
                  <a:pt x="248941" y="276629"/>
                  <a:pt x="276629" y="248941"/>
                  <a:pt x="310801" y="248888"/>
                </a:cubicBezTo>
                <a:lnTo>
                  <a:pt x="399860" y="248888"/>
                </a:lnTo>
                <a:cubicBezTo>
                  <a:pt x="434031" y="248941"/>
                  <a:pt x="461720" y="276629"/>
                  <a:pt x="461772" y="310801"/>
                </a:cubicBezTo>
                <a:lnTo>
                  <a:pt x="461772" y="399860"/>
                </a:lnTo>
                <a:cubicBezTo>
                  <a:pt x="461720" y="434031"/>
                  <a:pt x="434031" y="461720"/>
                  <a:pt x="399860" y="461772"/>
                </a:cubicBezTo>
                <a:close/>
                <a:moveTo>
                  <a:pt x="310801" y="277463"/>
                </a:moveTo>
                <a:cubicBezTo>
                  <a:pt x="292389" y="277463"/>
                  <a:pt x="277463" y="292389"/>
                  <a:pt x="277463" y="310801"/>
                </a:cubicBezTo>
                <a:lnTo>
                  <a:pt x="277463" y="399860"/>
                </a:lnTo>
                <a:cubicBezTo>
                  <a:pt x="277463" y="418271"/>
                  <a:pt x="292389" y="433197"/>
                  <a:pt x="310801" y="433197"/>
                </a:cubicBezTo>
                <a:lnTo>
                  <a:pt x="399860" y="433197"/>
                </a:lnTo>
                <a:cubicBezTo>
                  <a:pt x="418271" y="433197"/>
                  <a:pt x="433197" y="418271"/>
                  <a:pt x="433197" y="399860"/>
                </a:cubicBezTo>
                <a:lnTo>
                  <a:pt x="433197" y="310801"/>
                </a:lnTo>
                <a:cubicBezTo>
                  <a:pt x="433197" y="292389"/>
                  <a:pt x="418271" y="277463"/>
                  <a:pt x="399860" y="277463"/>
                </a:cubicBezTo>
                <a:close/>
                <a:moveTo>
                  <a:pt x="438341" y="157829"/>
                </a:moveTo>
                <a:cubicBezTo>
                  <a:pt x="427819" y="157829"/>
                  <a:pt x="419291" y="149301"/>
                  <a:pt x="419291" y="138779"/>
                </a:cubicBezTo>
                <a:lnTo>
                  <a:pt x="419291" y="137827"/>
                </a:lnTo>
                <a:cubicBezTo>
                  <a:pt x="419291" y="127305"/>
                  <a:pt x="427819" y="118777"/>
                  <a:pt x="438341" y="118777"/>
                </a:cubicBezTo>
                <a:cubicBezTo>
                  <a:pt x="448862" y="118777"/>
                  <a:pt x="457391" y="127305"/>
                  <a:pt x="457391" y="137827"/>
                </a:cubicBezTo>
                <a:lnTo>
                  <a:pt x="457391" y="138779"/>
                </a:lnTo>
                <a:cubicBezTo>
                  <a:pt x="457391" y="149301"/>
                  <a:pt x="448862" y="157829"/>
                  <a:pt x="438341" y="157829"/>
                </a:cubicBezTo>
                <a:close/>
                <a:moveTo>
                  <a:pt x="438341" y="90202"/>
                </a:moveTo>
                <a:cubicBezTo>
                  <a:pt x="427819" y="90202"/>
                  <a:pt x="419291" y="81673"/>
                  <a:pt x="419291" y="71152"/>
                </a:cubicBezTo>
                <a:lnTo>
                  <a:pt x="419291" y="70199"/>
                </a:lnTo>
                <a:cubicBezTo>
                  <a:pt x="419291" y="59678"/>
                  <a:pt x="427819" y="51149"/>
                  <a:pt x="438341" y="51149"/>
                </a:cubicBezTo>
                <a:cubicBezTo>
                  <a:pt x="448862" y="51149"/>
                  <a:pt x="457391" y="59678"/>
                  <a:pt x="457391" y="70199"/>
                </a:cubicBezTo>
                <a:lnTo>
                  <a:pt x="457391" y="71152"/>
                </a:lnTo>
                <a:cubicBezTo>
                  <a:pt x="457391" y="81673"/>
                  <a:pt x="448862" y="90202"/>
                  <a:pt x="438341" y="90202"/>
                </a:cubicBezTo>
                <a:close/>
                <a:moveTo>
                  <a:pt x="272320" y="157829"/>
                </a:moveTo>
                <a:cubicBezTo>
                  <a:pt x="261798" y="157829"/>
                  <a:pt x="253270" y="149301"/>
                  <a:pt x="253270" y="138779"/>
                </a:cubicBezTo>
                <a:lnTo>
                  <a:pt x="253270" y="137827"/>
                </a:lnTo>
                <a:cubicBezTo>
                  <a:pt x="253270" y="127305"/>
                  <a:pt x="261798" y="118777"/>
                  <a:pt x="272320" y="118777"/>
                </a:cubicBezTo>
                <a:cubicBezTo>
                  <a:pt x="282841" y="118777"/>
                  <a:pt x="291370" y="127305"/>
                  <a:pt x="291370" y="137827"/>
                </a:cubicBezTo>
                <a:lnTo>
                  <a:pt x="291370" y="138779"/>
                </a:lnTo>
                <a:cubicBezTo>
                  <a:pt x="291370" y="149301"/>
                  <a:pt x="282841" y="157829"/>
                  <a:pt x="272320" y="157829"/>
                </a:cubicBezTo>
                <a:close/>
                <a:moveTo>
                  <a:pt x="272320" y="90202"/>
                </a:moveTo>
                <a:cubicBezTo>
                  <a:pt x="261798" y="90202"/>
                  <a:pt x="253270" y="81673"/>
                  <a:pt x="253270" y="71152"/>
                </a:cubicBezTo>
                <a:lnTo>
                  <a:pt x="253270" y="70199"/>
                </a:lnTo>
                <a:cubicBezTo>
                  <a:pt x="253270" y="59678"/>
                  <a:pt x="261798" y="51149"/>
                  <a:pt x="272320" y="51149"/>
                </a:cubicBezTo>
                <a:cubicBezTo>
                  <a:pt x="282841" y="51149"/>
                  <a:pt x="291370" y="59678"/>
                  <a:pt x="291370" y="70199"/>
                </a:cubicBezTo>
                <a:lnTo>
                  <a:pt x="291370" y="71152"/>
                </a:lnTo>
                <a:cubicBezTo>
                  <a:pt x="291370" y="81673"/>
                  <a:pt x="282841" y="90202"/>
                  <a:pt x="272320" y="90202"/>
                </a:cubicBezTo>
                <a:close/>
                <a:moveTo>
                  <a:pt x="387668" y="42577"/>
                </a:moveTo>
                <a:lnTo>
                  <a:pt x="386715" y="42577"/>
                </a:lnTo>
                <a:cubicBezTo>
                  <a:pt x="376194" y="42577"/>
                  <a:pt x="367665" y="34048"/>
                  <a:pt x="367665" y="23527"/>
                </a:cubicBezTo>
                <a:cubicBezTo>
                  <a:pt x="367665" y="13005"/>
                  <a:pt x="376194" y="4477"/>
                  <a:pt x="386715" y="4477"/>
                </a:cubicBezTo>
                <a:lnTo>
                  <a:pt x="387668" y="4477"/>
                </a:lnTo>
                <a:cubicBezTo>
                  <a:pt x="398189" y="4477"/>
                  <a:pt x="406718" y="13005"/>
                  <a:pt x="406718" y="23527"/>
                </a:cubicBezTo>
                <a:cubicBezTo>
                  <a:pt x="406718" y="34048"/>
                  <a:pt x="398189" y="42577"/>
                  <a:pt x="387668" y="42577"/>
                </a:cubicBezTo>
                <a:close/>
                <a:moveTo>
                  <a:pt x="320040" y="42577"/>
                </a:moveTo>
                <a:lnTo>
                  <a:pt x="319088" y="42577"/>
                </a:lnTo>
                <a:cubicBezTo>
                  <a:pt x="308566" y="42577"/>
                  <a:pt x="300038" y="34048"/>
                  <a:pt x="300038" y="23527"/>
                </a:cubicBezTo>
                <a:cubicBezTo>
                  <a:pt x="300038" y="13005"/>
                  <a:pt x="308566" y="4477"/>
                  <a:pt x="319088" y="4477"/>
                </a:cubicBezTo>
                <a:lnTo>
                  <a:pt x="320040" y="4477"/>
                </a:lnTo>
                <a:cubicBezTo>
                  <a:pt x="330561" y="4477"/>
                  <a:pt x="339090" y="13005"/>
                  <a:pt x="339090" y="23527"/>
                </a:cubicBezTo>
                <a:cubicBezTo>
                  <a:pt x="339090" y="34048"/>
                  <a:pt x="330561" y="42577"/>
                  <a:pt x="320040" y="42577"/>
                </a:cubicBezTo>
                <a:close/>
                <a:moveTo>
                  <a:pt x="387668" y="208788"/>
                </a:moveTo>
                <a:lnTo>
                  <a:pt x="386715" y="208788"/>
                </a:lnTo>
                <a:cubicBezTo>
                  <a:pt x="376194" y="208788"/>
                  <a:pt x="367665" y="200259"/>
                  <a:pt x="367665" y="189738"/>
                </a:cubicBezTo>
                <a:cubicBezTo>
                  <a:pt x="367665" y="179217"/>
                  <a:pt x="376194" y="170688"/>
                  <a:pt x="386715" y="170688"/>
                </a:cubicBezTo>
                <a:lnTo>
                  <a:pt x="387668" y="170688"/>
                </a:lnTo>
                <a:cubicBezTo>
                  <a:pt x="398189" y="170688"/>
                  <a:pt x="406718" y="179217"/>
                  <a:pt x="406718" y="189738"/>
                </a:cubicBezTo>
                <a:cubicBezTo>
                  <a:pt x="406718" y="200259"/>
                  <a:pt x="398189" y="208788"/>
                  <a:pt x="387668" y="208788"/>
                </a:cubicBezTo>
                <a:close/>
                <a:moveTo>
                  <a:pt x="320040" y="208788"/>
                </a:moveTo>
                <a:lnTo>
                  <a:pt x="319088" y="208788"/>
                </a:lnTo>
                <a:cubicBezTo>
                  <a:pt x="308566" y="208788"/>
                  <a:pt x="300038" y="200259"/>
                  <a:pt x="300038" y="189738"/>
                </a:cubicBezTo>
                <a:cubicBezTo>
                  <a:pt x="300038" y="179217"/>
                  <a:pt x="308566" y="170688"/>
                  <a:pt x="319088" y="170688"/>
                </a:cubicBezTo>
                <a:lnTo>
                  <a:pt x="320040" y="170688"/>
                </a:lnTo>
                <a:cubicBezTo>
                  <a:pt x="330561" y="170688"/>
                  <a:pt x="339090" y="179217"/>
                  <a:pt x="339090" y="189738"/>
                </a:cubicBezTo>
                <a:cubicBezTo>
                  <a:pt x="339090" y="200259"/>
                  <a:pt x="330561" y="208788"/>
                  <a:pt x="320040" y="20878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1744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125" name="Google Shape;2321;p5">
            <a:extLst>
              <a:ext uri="{FF2B5EF4-FFF2-40B4-BE49-F238E27FC236}">
                <a16:creationId xmlns:a16="http://schemas.microsoft.com/office/drawing/2014/main" id="{A396332C-BDD9-B506-7DC5-3D5211282BFA}"/>
              </a:ext>
            </a:extLst>
          </p:cNvPr>
          <p:cNvCxnSpPr/>
          <p:nvPr/>
        </p:nvCxnSpPr>
        <p:spPr>
          <a:xfrm>
            <a:off x="8634604" y="3621881"/>
            <a:ext cx="1044663" cy="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" name="Google Shape;2322;p5">
            <a:extLst>
              <a:ext uri="{FF2B5EF4-FFF2-40B4-BE49-F238E27FC236}">
                <a16:creationId xmlns:a16="http://schemas.microsoft.com/office/drawing/2014/main" id="{6B57346D-F58F-18DB-ECBD-9C08B2F779FC}"/>
              </a:ext>
            </a:extLst>
          </p:cNvPr>
          <p:cNvSpPr txBox="1"/>
          <p:nvPr/>
        </p:nvSpPr>
        <p:spPr>
          <a:xfrm>
            <a:off x="7684379" y="3529574"/>
            <a:ext cx="283631" cy="1846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IT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27" name="Google Shape;2323;p5">
            <a:extLst>
              <a:ext uri="{FF2B5EF4-FFF2-40B4-BE49-F238E27FC236}">
                <a16:creationId xmlns:a16="http://schemas.microsoft.com/office/drawing/2014/main" id="{EC947E69-5F44-5A49-107F-F6D30B4B3152}"/>
              </a:ext>
            </a:extLst>
          </p:cNvPr>
          <p:cNvSpPr txBox="1"/>
          <p:nvPr/>
        </p:nvSpPr>
        <p:spPr>
          <a:xfrm>
            <a:off x="10270389" y="3538445"/>
            <a:ext cx="367363" cy="1846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OT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28" name="Google Shape;2324;p5">
            <a:extLst>
              <a:ext uri="{FF2B5EF4-FFF2-40B4-BE49-F238E27FC236}">
                <a16:creationId xmlns:a16="http://schemas.microsoft.com/office/drawing/2014/main" id="{F57F5A45-62C5-EE86-4B9C-3C0559DA6E29}"/>
              </a:ext>
            </a:extLst>
          </p:cNvPr>
          <p:cNvSpPr txBox="1"/>
          <p:nvPr/>
        </p:nvSpPr>
        <p:spPr>
          <a:xfrm>
            <a:off x="7993240" y="4839248"/>
            <a:ext cx="587670" cy="2153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IT VLAN</a:t>
            </a:r>
            <a:endParaRPr kumimoji="0" sz="2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29" name="Google Shape;2325;p5">
            <a:extLst>
              <a:ext uri="{FF2B5EF4-FFF2-40B4-BE49-F238E27FC236}">
                <a16:creationId xmlns:a16="http://schemas.microsoft.com/office/drawing/2014/main" id="{1D2BA07E-68E2-E0A3-8D08-7963B21DAEFC}"/>
              </a:ext>
            </a:extLst>
          </p:cNvPr>
          <p:cNvSpPr txBox="1"/>
          <p:nvPr/>
        </p:nvSpPr>
        <p:spPr>
          <a:xfrm>
            <a:off x="9907613" y="4839248"/>
            <a:ext cx="671614" cy="2153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OT VLAN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130" name="Google Shape;2326;p5">
            <a:extLst>
              <a:ext uri="{FF2B5EF4-FFF2-40B4-BE49-F238E27FC236}">
                <a16:creationId xmlns:a16="http://schemas.microsoft.com/office/drawing/2014/main" id="{4378EA6D-74B2-73F3-A815-0AADE617E9AF}"/>
              </a:ext>
            </a:extLst>
          </p:cNvPr>
          <p:cNvCxnSpPr/>
          <p:nvPr/>
        </p:nvCxnSpPr>
        <p:spPr>
          <a:xfrm>
            <a:off x="9914701" y="3693311"/>
            <a:ext cx="1483" cy="590755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31" name="Google Shape;2327;p5">
            <a:extLst>
              <a:ext uri="{FF2B5EF4-FFF2-40B4-BE49-F238E27FC236}">
                <a16:creationId xmlns:a16="http://schemas.microsoft.com/office/drawing/2014/main" id="{1204A42E-ED03-DBD3-4410-FD84C98C80A8}"/>
              </a:ext>
            </a:extLst>
          </p:cNvPr>
          <p:cNvCxnSpPr/>
          <p:nvPr/>
        </p:nvCxnSpPr>
        <p:spPr>
          <a:xfrm rot="-5400000" flipH="1">
            <a:off x="10089978" y="3730271"/>
            <a:ext cx="599400" cy="537600"/>
          </a:xfrm>
          <a:prstGeom prst="bentConnector3">
            <a:avLst>
              <a:gd name="adj1" fmla="val 47937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" name="Google Shape;2328;p5">
            <a:extLst>
              <a:ext uri="{FF2B5EF4-FFF2-40B4-BE49-F238E27FC236}">
                <a16:creationId xmlns:a16="http://schemas.microsoft.com/office/drawing/2014/main" id="{12E4A3F2-CA80-3ABA-72CE-D00F20FD8A08}"/>
              </a:ext>
            </a:extLst>
          </p:cNvPr>
          <p:cNvSpPr txBox="1"/>
          <p:nvPr/>
        </p:nvSpPr>
        <p:spPr>
          <a:xfrm>
            <a:off x="9576485" y="3657324"/>
            <a:ext cx="528077" cy="276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L2/L3 switch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133" name="Google Shape;2329;p5">
            <a:extLst>
              <a:ext uri="{FF2B5EF4-FFF2-40B4-BE49-F238E27FC236}">
                <a16:creationId xmlns:a16="http://schemas.microsoft.com/office/drawing/2014/main" id="{B0350E41-EA0B-CC70-C2FF-46C2C073A93B}"/>
              </a:ext>
            </a:extLst>
          </p:cNvPr>
          <p:cNvGrpSpPr/>
          <p:nvPr/>
        </p:nvGrpSpPr>
        <p:grpSpPr>
          <a:xfrm>
            <a:off x="8254010" y="4325136"/>
            <a:ext cx="218833" cy="218833"/>
            <a:chOff x="7026813" y="1025832"/>
            <a:chExt cx="211015" cy="211015"/>
          </a:xfrm>
        </p:grpSpPr>
        <p:sp>
          <p:nvSpPr>
            <p:cNvPr id="134" name="Google Shape;2330;p5">
              <a:extLst>
                <a:ext uri="{FF2B5EF4-FFF2-40B4-BE49-F238E27FC236}">
                  <a16:creationId xmlns:a16="http://schemas.microsoft.com/office/drawing/2014/main" id="{43330206-2938-C66F-975A-9C6137B63B1B}"/>
                </a:ext>
              </a:extLst>
            </p:cNvPr>
            <p:cNvSpPr/>
            <p:nvPr/>
          </p:nvSpPr>
          <p:spPr>
            <a:xfrm>
              <a:off x="7026813" y="1025832"/>
              <a:ext cx="211015" cy="211015"/>
            </a:xfrm>
            <a:prstGeom prst="ellipse">
              <a:avLst/>
            </a:prstGeom>
            <a:solidFill>
              <a:schemeClr val="accent6"/>
            </a:solidFill>
            <a:ln w="9525" cap="flat" cmpd="sng">
              <a:solidFill>
                <a:srgbClr val="FF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pic>
          <p:nvPicPr>
            <p:cNvPr id="135" name="Google Shape;2331;p5">
              <a:extLst>
                <a:ext uri="{FF2B5EF4-FFF2-40B4-BE49-F238E27FC236}">
                  <a16:creationId xmlns:a16="http://schemas.microsoft.com/office/drawing/2014/main" id="{04AD3D0F-C88F-5D8A-6F30-CA8F8155318B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7038293" y="1040483"/>
              <a:ext cx="185187" cy="18518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36" name="Google Shape;2332;p5">
            <a:extLst>
              <a:ext uri="{FF2B5EF4-FFF2-40B4-BE49-F238E27FC236}">
                <a16:creationId xmlns:a16="http://schemas.microsoft.com/office/drawing/2014/main" id="{AD007E86-8871-CAED-BDAB-4D33E4948522}"/>
              </a:ext>
            </a:extLst>
          </p:cNvPr>
          <p:cNvGrpSpPr/>
          <p:nvPr/>
        </p:nvGrpSpPr>
        <p:grpSpPr>
          <a:xfrm>
            <a:off x="9969565" y="4312881"/>
            <a:ext cx="218833" cy="218833"/>
            <a:chOff x="7026813" y="1025832"/>
            <a:chExt cx="211015" cy="211015"/>
          </a:xfrm>
          <a:solidFill>
            <a:schemeClr val="accent6"/>
          </a:solidFill>
        </p:grpSpPr>
        <p:sp>
          <p:nvSpPr>
            <p:cNvPr id="137" name="Google Shape;2333;p5">
              <a:extLst>
                <a:ext uri="{FF2B5EF4-FFF2-40B4-BE49-F238E27FC236}">
                  <a16:creationId xmlns:a16="http://schemas.microsoft.com/office/drawing/2014/main" id="{DCE4AD48-4D8E-25F5-00C3-28DD751C7ABD}"/>
                </a:ext>
              </a:extLst>
            </p:cNvPr>
            <p:cNvSpPr/>
            <p:nvPr/>
          </p:nvSpPr>
          <p:spPr>
            <a:xfrm>
              <a:off x="7026813" y="1025832"/>
              <a:ext cx="211015" cy="211015"/>
            </a:xfrm>
            <a:prstGeom prst="ellipse">
              <a:avLst/>
            </a:prstGeom>
            <a:grpFill/>
            <a:ln w="9525" cap="flat" cmpd="sng">
              <a:solidFill>
                <a:srgbClr val="FF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pic>
          <p:nvPicPr>
            <p:cNvPr id="138" name="Google Shape;2334;p5">
              <a:extLst>
                <a:ext uri="{FF2B5EF4-FFF2-40B4-BE49-F238E27FC236}">
                  <a16:creationId xmlns:a16="http://schemas.microsoft.com/office/drawing/2014/main" id="{A41D95DC-38C9-D767-FEC1-6983B346F095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7038293" y="1040483"/>
              <a:ext cx="185187" cy="185186"/>
            </a:xfrm>
            <a:prstGeom prst="rect">
              <a:avLst/>
            </a:prstGeom>
            <a:grpFill/>
            <a:ln>
              <a:noFill/>
            </a:ln>
          </p:spPr>
        </p:pic>
      </p:grpSp>
      <p:grpSp>
        <p:nvGrpSpPr>
          <p:cNvPr id="139" name="Google Shape;2335;p5">
            <a:extLst>
              <a:ext uri="{FF2B5EF4-FFF2-40B4-BE49-F238E27FC236}">
                <a16:creationId xmlns:a16="http://schemas.microsoft.com/office/drawing/2014/main" id="{4222DCF7-9449-6F7C-2115-91033C8DBC3F}"/>
              </a:ext>
            </a:extLst>
          </p:cNvPr>
          <p:cNvGrpSpPr/>
          <p:nvPr/>
        </p:nvGrpSpPr>
        <p:grpSpPr>
          <a:xfrm>
            <a:off x="10702808" y="4297688"/>
            <a:ext cx="218833" cy="218833"/>
            <a:chOff x="7026813" y="1025832"/>
            <a:chExt cx="211015" cy="211015"/>
          </a:xfrm>
        </p:grpSpPr>
        <p:sp>
          <p:nvSpPr>
            <p:cNvPr id="140" name="Google Shape;2336;p5">
              <a:extLst>
                <a:ext uri="{FF2B5EF4-FFF2-40B4-BE49-F238E27FC236}">
                  <a16:creationId xmlns:a16="http://schemas.microsoft.com/office/drawing/2014/main" id="{E1296FD3-9942-7272-EC0D-8AFB868D1C30}"/>
                </a:ext>
              </a:extLst>
            </p:cNvPr>
            <p:cNvSpPr/>
            <p:nvPr/>
          </p:nvSpPr>
          <p:spPr>
            <a:xfrm>
              <a:off x="7026813" y="1025832"/>
              <a:ext cx="211015" cy="211015"/>
            </a:xfrm>
            <a:prstGeom prst="ellipse">
              <a:avLst/>
            </a:prstGeom>
            <a:solidFill>
              <a:schemeClr val="accent6"/>
            </a:solidFill>
            <a:ln w="9525" cap="flat" cmpd="sng">
              <a:solidFill>
                <a:srgbClr val="FF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 dirty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pic>
          <p:nvPicPr>
            <p:cNvPr id="141" name="Google Shape;2337;p5">
              <a:extLst>
                <a:ext uri="{FF2B5EF4-FFF2-40B4-BE49-F238E27FC236}">
                  <a16:creationId xmlns:a16="http://schemas.microsoft.com/office/drawing/2014/main" id="{5FBA3EB9-8238-47EC-C812-9CB5377634A0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7038293" y="1040483"/>
              <a:ext cx="185187" cy="18518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2" name="Google Shape;2338;p5">
            <a:extLst>
              <a:ext uri="{FF2B5EF4-FFF2-40B4-BE49-F238E27FC236}">
                <a16:creationId xmlns:a16="http://schemas.microsoft.com/office/drawing/2014/main" id="{FE32F8E5-0C0B-1C80-34AD-8BCDE3E85A82}"/>
              </a:ext>
            </a:extLst>
          </p:cNvPr>
          <p:cNvSpPr txBox="1"/>
          <p:nvPr/>
        </p:nvSpPr>
        <p:spPr>
          <a:xfrm>
            <a:off x="6890439" y="5572438"/>
            <a:ext cx="1965612" cy="5539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VLAN-based network segmentation is complex to manage</a:t>
            </a:r>
            <a:endParaRPr kumimoji="0" sz="1800" b="0" i="0" u="none" strike="noStrike" kern="0" cap="none" spc="0" normalizeH="0" baseline="0" noProof="0">
              <a:ln>
                <a:noFill/>
              </a:ln>
              <a:solidFill>
                <a:schemeClr val="accent6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43" name="Google Shape;2339;p5">
            <a:extLst>
              <a:ext uri="{FF2B5EF4-FFF2-40B4-BE49-F238E27FC236}">
                <a16:creationId xmlns:a16="http://schemas.microsoft.com/office/drawing/2014/main" id="{85513D87-4E89-BF83-2E44-FE8DDC549F6B}"/>
              </a:ext>
            </a:extLst>
          </p:cNvPr>
          <p:cNvSpPr txBox="1"/>
          <p:nvPr/>
        </p:nvSpPr>
        <p:spPr>
          <a:xfrm>
            <a:off x="9005222" y="5572438"/>
            <a:ext cx="3050817" cy="5539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Policy exceptions, out-of-date policies and config errors leave security gaps, allowing ransomware to spread</a:t>
            </a:r>
            <a:endParaRPr kumimoji="0" sz="1800" b="0" i="0" u="none" strike="noStrike" kern="0" cap="none" spc="0" normalizeH="0" baseline="0" noProof="0">
              <a:ln>
                <a:noFill/>
              </a:ln>
              <a:solidFill>
                <a:schemeClr val="accent6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144" name="Google Shape;2340;p5">
            <a:extLst>
              <a:ext uri="{FF2B5EF4-FFF2-40B4-BE49-F238E27FC236}">
                <a16:creationId xmlns:a16="http://schemas.microsoft.com/office/drawing/2014/main" id="{B8D695B3-945B-AEE7-14D0-389BFF4820A1}"/>
              </a:ext>
            </a:extLst>
          </p:cNvPr>
          <p:cNvGrpSpPr/>
          <p:nvPr/>
        </p:nvGrpSpPr>
        <p:grpSpPr>
          <a:xfrm>
            <a:off x="3777131" y="4906532"/>
            <a:ext cx="218833" cy="218833"/>
            <a:chOff x="7026813" y="1025832"/>
            <a:chExt cx="211015" cy="211015"/>
          </a:xfrm>
        </p:grpSpPr>
        <p:sp>
          <p:nvSpPr>
            <p:cNvPr id="145" name="Google Shape;2341;p5">
              <a:extLst>
                <a:ext uri="{FF2B5EF4-FFF2-40B4-BE49-F238E27FC236}">
                  <a16:creationId xmlns:a16="http://schemas.microsoft.com/office/drawing/2014/main" id="{6888843F-93C6-3EEF-BFD2-92B55FDF1234}"/>
                </a:ext>
              </a:extLst>
            </p:cNvPr>
            <p:cNvSpPr/>
            <p:nvPr/>
          </p:nvSpPr>
          <p:spPr>
            <a:xfrm>
              <a:off x="7026813" y="1025832"/>
              <a:ext cx="211015" cy="211015"/>
            </a:xfrm>
            <a:prstGeom prst="ellipse">
              <a:avLst/>
            </a:prstGeom>
            <a:solidFill>
              <a:schemeClr val="accent6"/>
            </a:solidFill>
            <a:ln w="9525" cap="flat" cmpd="sng">
              <a:solidFill>
                <a:srgbClr val="FF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75" rIns="91400" bIns="4567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pic>
          <p:nvPicPr>
            <p:cNvPr id="146" name="Google Shape;2342;p5">
              <a:extLst>
                <a:ext uri="{FF2B5EF4-FFF2-40B4-BE49-F238E27FC236}">
                  <a16:creationId xmlns:a16="http://schemas.microsoft.com/office/drawing/2014/main" id="{1A8EE534-92EE-4D36-21A4-01C2E4A6F691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7038293" y="1040483"/>
              <a:ext cx="185187" cy="185186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2006265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312B86-4B10-E697-E406-50018E511A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Legacy Architecture </a:t>
            </a:r>
            <a:r>
              <a:rPr lang="en-US" dirty="0">
                <a:solidFill>
                  <a:schemeClr val="accent5"/>
                </a:solidFill>
              </a:rPr>
              <a:t>Enable Lateral Movement</a:t>
            </a:r>
          </a:p>
        </p:txBody>
      </p:sp>
      <p:sp>
        <p:nvSpPr>
          <p:cNvPr id="3" name="Triangle 2">
            <a:extLst>
              <a:ext uri="{FF2B5EF4-FFF2-40B4-BE49-F238E27FC236}">
                <a16:creationId xmlns:a16="http://schemas.microsoft.com/office/drawing/2014/main" id="{D1374350-EF55-2298-F375-C6448DD5B042}"/>
              </a:ext>
            </a:extLst>
          </p:cNvPr>
          <p:cNvSpPr/>
          <p:nvPr/>
        </p:nvSpPr>
        <p:spPr>
          <a:xfrm rot="5400000">
            <a:off x="4561376" y="2002880"/>
            <a:ext cx="3373177" cy="3596976"/>
          </a:xfrm>
          <a:prstGeom prst="triangle">
            <a:avLst>
              <a:gd name="adj" fmla="val 100000"/>
            </a:avLst>
          </a:prstGeom>
          <a:gradFill flip="none" rotWithShape="1">
            <a:gsLst>
              <a:gs pos="10000">
                <a:schemeClr val="bg1">
                  <a:alpha val="0"/>
                </a:schemeClr>
              </a:gs>
              <a:gs pos="99000">
                <a:schemeClr val="bg1">
                  <a:alpha val="0"/>
                </a:schemeClr>
              </a:gs>
              <a:gs pos="82000">
                <a:schemeClr val="bg1">
                  <a:alpha val="61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" name="Google Shape;3936;p408">
            <a:extLst>
              <a:ext uri="{FF2B5EF4-FFF2-40B4-BE49-F238E27FC236}">
                <a16:creationId xmlns:a16="http://schemas.microsoft.com/office/drawing/2014/main" id="{A87272F5-1E58-D57E-40FD-506A04EDB1B6}"/>
              </a:ext>
            </a:extLst>
          </p:cNvPr>
          <p:cNvSpPr txBox="1"/>
          <p:nvPr/>
        </p:nvSpPr>
        <p:spPr>
          <a:xfrm>
            <a:off x="7232341" y="4105377"/>
            <a:ext cx="3767865" cy="1723024"/>
          </a:xfrm>
          <a:prstGeom prst="roundRect">
            <a:avLst>
              <a:gd name="adj" fmla="val 5085"/>
            </a:avLst>
          </a:prstGeom>
          <a:solidFill>
            <a:srgbClr val="031E51"/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74320" tIns="45697" rIns="91419" bIns="45697" anchor="ctr" anchorCtr="0">
            <a:noAutofit/>
          </a:bodyPr>
          <a:lstStyle/>
          <a:p>
            <a:pPr marL="285750" marR="0" lvl="0" indent="-285750" algn="l" defTabSz="914355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FA3364"/>
              </a:buClr>
              <a:buSzPts val="1400"/>
              <a:buFont typeface="Wingdings" pitchFamily="2" charset="2"/>
              <a:buChar char="§"/>
              <a:tabLst/>
              <a:defRPr/>
            </a:pPr>
            <a:r>
              <a:rPr kumimoji="0" lang="en-US" sz="13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N / S Firewalls, Internet</a:t>
            </a:r>
            <a:endParaRPr kumimoji="0" sz="135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  <a:sym typeface="Arial"/>
            </a:endParaRPr>
          </a:p>
          <a:p>
            <a:pPr marL="285750" marR="0" lvl="0" indent="-285750" algn="l" defTabSz="914355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FA3364"/>
              </a:buClr>
              <a:buSzPts val="1400"/>
              <a:buFont typeface="Wingdings" pitchFamily="2" charset="2"/>
              <a:buChar char="§"/>
              <a:tabLst/>
              <a:defRPr/>
            </a:pPr>
            <a:r>
              <a:rPr kumimoji="0" lang="en-US" sz="13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N / S Firewalls, VPN</a:t>
            </a:r>
            <a:endParaRPr kumimoji="0" sz="135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  <a:sym typeface="Arial"/>
            </a:endParaRPr>
          </a:p>
          <a:p>
            <a:pPr marL="285750" marR="0" lvl="0" indent="-285750" algn="l" defTabSz="914355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FA3364"/>
              </a:buClr>
              <a:buSzPts val="1400"/>
              <a:buFont typeface="Wingdings" pitchFamily="2" charset="2"/>
              <a:buChar char="§"/>
              <a:tabLst/>
              <a:defRPr/>
            </a:pPr>
            <a:r>
              <a:rPr kumimoji="0" lang="en-US" sz="13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E / W Firewalls, Segmentation</a:t>
            </a:r>
            <a:endParaRPr kumimoji="0" sz="135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  <a:sym typeface="Arial"/>
            </a:endParaRPr>
          </a:p>
          <a:p>
            <a:pPr marL="285750" marR="0" lvl="0" indent="-285750" algn="l" defTabSz="914355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FA3364"/>
              </a:buClr>
              <a:buSzPts val="1400"/>
              <a:buFont typeface="Wingdings" pitchFamily="2" charset="2"/>
              <a:buChar char="§"/>
              <a:tabLst/>
              <a:defRPr/>
            </a:pPr>
            <a:r>
              <a:rPr kumimoji="0" lang="en-US" sz="13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Expensive Switches</a:t>
            </a:r>
            <a:endParaRPr kumimoji="0" sz="135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  <a:sym typeface="Arial"/>
            </a:endParaRPr>
          </a:p>
          <a:p>
            <a:pPr marL="285750" marR="0" lvl="0" indent="-285750" algn="l" defTabSz="914355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FA3364"/>
              </a:buClr>
              <a:buSzPts val="1400"/>
              <a:buFont typeface="Wingdings" pitchFamily="2" charset="2"/>
              <a:buChar char="§"/>
              <a:tabLst/>
              <a:defRPr/>
            </a:pPr>
            <a:r>
              <a:rPr kumimoji="0" lang="en-US" sz="13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Privileged Access Management</a:t>
            </a:r>
            <a:endParaRPr kumimoji="0" sz="135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  <a:sym typeface="Arial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E68643E6-8EDD-76C5-61D1-B00974B61F34}"/>
              </a:ext>
            </a:extLst>
          </p:cNvPr>
          <p:cNvGrpSpPr/>
          <p:nvPr/>
        </p:nvGrpSpPr>
        <p:grpSpPr>
          <a:xfrm>
            <a:off x="1113453" y="1087892"/>
            <a:ext cx="5211442" cy="5093927"/>
            <a:chOff x="1357896" y="1063774"/>
            <a:chExt cx="5211442" cy="5093927"/>
          </a:xfrm>
        </p:grpSpPr>
        <p:grpSp>
          <p:nvGrpSpPr>
            <p:cNvPr id="6" name="Google Shape;3892;p408">
              <a:extLst>
                <a:ext uri="{FF2B5EF4-FFF2-40B4-BE49-F238E27FC236}">
                  <a16:creationId xmlns:a16="http://schemas.microsoft.com/office/drawing/2014/main" id="{20E8B11B-0266-9A90-5A7B-D45F56C93F35}"/>
                </a:ext>
              </a:extLst>
            </p:cNvPr>
            <p:cNvGrpSpPr/>
            <p:nvPr/>
          </p:nvGrpSpPr>
          <p:grpSpPr>
            <a:xfrm>
              <a:off x="2830893" y="1980922"/>
              <a:ext cx="1914456" cy="284690"/>
              <a:chOff x="2880067" y="2266175"/>
              <a:chExt cx="1914705" cy="284725"/>
            </a:xfrm>
          </p:grpSpPr>
          <p:cxnSp>
            <p:nvCxnSpPr>
              <p:cNvPr id="66" name="Google Shape;3893;p408">
                <a:extLst>
                  <a:ext uri="{FF2B5EF4-FFF2-40B4-BE49-F238E27FC236}">
                    <a16:creationId xmlns:a16="http://schemas.microsoft.com/office/drawing/2014/main" id="{EF617E87-88B1-9430-62D2-D6B499F5481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880067" y="2266175"/>
                <a:ext cx="0" cy="284725"/>
              </a:xfrm>
              <a:prstGeom prst="straightConnector1">
                <a:avLst/>
              </a:prstGeom>
              <a:noFill/>
              <a:ln w="44450" cap="flat" cmpd="sng">
                <a:solidFill>
                  <a:srgbClr val="FBD1DC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7" name="Google Shape;3894;p408">
                <a:extLst>
                  <a:ext uri="{FF2B5EF4-FFF2-40B4-BE49-F238E27FC236}">
                    <a16:creationId xmlns:a16="http://schemas.microsoft.com/office/drawing/2014/main" id="{ED93AF62-7E93-FD86-F83A-6855373339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94772" y="2266175"/>
                <a:ext cx="0" cy="284725"/>
              </a:xfrm>
              <a:prstGeom prst="straightConnector1">
                <a:avLst/>
              </a:prstGeom>
              <a:noFill/>
              <a:ln w="44450" cap="flat" cmpd="sng">
                <a:solidFill>
                  <a:srgbClr val="FBD1DC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7" name="Google Shape;3895;p408">
              <a:extLst>
                <a:ext uri="{FF2B5EF4-FFF2-40B4-BE49-F238E27FC236}">
                  <a16:creationId xmlns:a16="http://schemas.microsoft.com/office/drawing/2014/main" id="{AFD58C25-57AD-C998-F919-60BE87620B0B}"/>
                </a:ext>
              </a:extLst>
            </p:cNvPr>
            <p:cNvGrpSpPr/>
            <p:nvPr/>
          </p:nvGrpSpPr>
          <p:grpSpPr>
            <a:xfrm>
              <a:off x="2031726" y="3211789"/>
              <a:ext cx="3686221" cy="1739182"/>
              <a:chOff x="2080798" y="3603010"/>
              <a:chExt cx="3686696" cy="1739410"/>
            </a:xfrm>
          </p:grpSpPr>
          <p:cxnSp>
            <p:nvCxnSpPr>
              <p:cNvPr id="63" name="Google Shape;3896;p408">
                <a:extLst>
                  <a:ext uri="{FF2B5EF4-FFF2-40B4-BE49-F238E27FC236}">
                    <a16:creationId xmlns:a16="http://schemas.microsoft.com/office/drawing/2014/main" id="{B9B3DEC0-47DA-3F10-E159-19A0D814C194}"/>
                  </a:ext>
                </a:extLst>
              </p:cNvPr>
              <p:cNvCxnSpPr/>
              <p:nvPr/>
            </p:nvCxnSpPr>
            <p:spPr>
              <a:xfrm rot="10800000" flipH="1">
                <a:off x="2080798" y="3603010"/>
                <a:ext cx="934143" cy="1684875"/>
              </a:xfrm>
              <a:prstGeom prst="straightConnector1">
                <a:avLst/>
              </a:prstGeom>
              <a:noFill/>
              <a:ln w="44450" cap="flat" cmpd="sng">
                <a:solidFill>
                  <a:srgbClr val="FBD1DC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4" name="Google Shape;3897;p408">
                <a:extLst>
                  <a:ext uri="{FF2B5EF4-FFF2-40B4-BE49-F238E27FC236}">
                    <a16:creationId xmlns:a16="http://schemas.microsoft.com/office/drawing/2014/main" id="{96E0D611-D851-FD7A-3A89-347A4DEB8E6F}"/>
                  </a:ext>
                </a:extLst>
              </p:cNvPr>
              <p:cNvCxnSpPr/>
              <p:nvPr/>
            </p:nvCxnSpPr>
            <p:spPr>
              <a:xfrm rot="10800000">
                <a:off x="3840339" y="3877520"/>
                <a:ext cx="0" cy="1464900"/>
              </a:xfrm>
              <a:prstGeom prst="straightConnector1">
                <a:avLst/>
              </a:prstGeom>
              <a:noFill/>
              <a:ln w="44450" cap="flat" cmpd="sng">
                <a:solidFill>
                  <a:srgbClr val="FBD1DC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5" name="Google Shape;3898;p408">
                <a:extLst>
                  <a:ext uri="{FF2B5EF4-FFF2-40B4-BE49-F238E27FC236}">
                    <a16:creationId xmlns:a16="http://schemas.microsoft.com/office/drawing/2014/main" id="{B433D099-BBD6-4787-919F-9F185C25BA75}"/>
                  </a:ext>
                </a:extLst>
              </p:cNvPr>
              <p:cNvCxnSpPr/>
              <p:nvPr/>
            </p:nvCxnSpPr>
            <p:spPr>
              <a:xfrm rot="10800000">
                <a:off x="4686858" y="3740516"/>
                <a:ext cx="1080636" cy="1515634"/>
              </a:xfrm>
              <a:prstGeom prst="straightConnector1">
                <a:avLst/>
              </a:prstGeom>
              <a:noFill/>
              <a:ln w="44450" cap="flat" cmpd="sng">
                <a:solidFill>
                  <a:srgbClr val="FBD1DC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cxnSp>
          <p:nvCxnSpPr>
            <p:cNvPr id="8" name="Google Shape;3899;p408">
              <a:extLst>
                <a:ext uri="{FF2B5EF4-FFF2-40B4-BE49-F238E27FC236}">
                  <a16:creationId xmlns:a16="http://schemas.microsoft.com/office/drawing/2014/main" id="{855DBE40-163B-C7A7-849D-FEEE1D7DE55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8134" y="1606404"/>
              <a:ext cx="0" cy="659208"/>
            </a:xfrm>
            <a:prstGeom prst="straightConnector1">
              <a:avLst/>
            </a:prstGeom>
            <a:noFill/>
            <a:ln w="44450" cap="flat" cmpd="sng">
              <a:solidFill>
                <a:srgbClr val="FBD1DC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grpSp>
          <p:nvGrpSpPr>
            <p:cNvPr id="9" name="Google Shape;3900;p408">
              <a:extLst>
                <a:ext uri="{FF2B5EF4-FFF2-40B4-BE49-F238E27FC236}">
                  <a16:creationId xmlns:a16="http://schemas.microsoft.com/office/drawing/2014/main" id="{5F3AAF7C-8951-24E4-9F23-C252002B954F}"/>
                </a:ext>
              </a:extLst>
            </p:cNvPr>
            <p:cNvGrpSpPr/>
            <p:nvPr/>
          </p:nvGrpSpPr>
          <p:grpSpPr>
            <a:xfrm>
              <a:off x="4856327" y="4742931"/>
              <a:ext cx="1713011" cy="1414770"/>
              <a:chOff x="5134874" y="5229779"/>
              <a:chExt cx="1078803" cy="890980"/>
            </a:xfrm>
          </p:grpSpPr>
          <p:sp>
            <p:nvSpPr>
              <p:cNvPr id="53" name="Google Shape;3901;p408">
                <a:extLst>
                  <a:ext uri="{FF2B5EF4-FFF2-40B4-BE49-F238E27FC236}">
                    <a16:creationId xmlns:a16="http://schemas.microsoft.com/office/drawing/2014/main" id="{B8E016CF-39B5-B15F-4E6C-1D94E5200F91}"/>
                  </a:ext>
                </a:extLst>
              </p:cNvPr>
              <p:cNvSpPr/>
              <p:nvPr/>
            </p:nvSpPr>
            <p:spPr>
              <a:xfrm>
                <a:off x="5135852" y="5229779"/>
                <a:ext cx="1073268" cy="672025"/>
              </a:xfrm>
              <a:prstGeom prst="roundRect">
                <a:avLst>
                  <a:gd name="adj" fmla="val 9976"/>
                </a:avLst>
              </a:prstGeom>
              <a:solidFill>
                <a:srgbClr val="1A4FB7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394" tIns="45672" rIns="91394" bIns="45672" anchor="ctr" anchorCtr="0">
                <a:noAutofit/>
              </a:bodyPr>
              <a:lstStyle/>
              <a:p>
                <a:pPr marL="0" marR="0" lvl="0" indent="0" algn="l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grpSp>
            <p:nvGrpSpPr>
              <p:cNvPr id="54" name="Google Shape;3902;p408">
                <a:extLst>
                  <a:ext uri="{FF2B5EF4-FFF2-40B4-BE49-F238E27FC236}">
                    <a16:creationId xmlns:a16="http://schemas.microsoft.com/office/drawing/2014/main" id="{46FE772E-EB47-CC3F-A064-85550F8AE174}"/>
                  </a:ext>
                </a:extLst>
              </p:cNvPr>
              <p:cNvGrpSpPr/>
              <p:nvPr/>
            </p:nvGrpSpPr>
            <p:grpSpPr>
              <a:xfrm>
                <a:off x="5216145" y="5620867"/>
                <a:ext cx="922599" cy="180324"/>
                <a:chOff x="4165931" y="5012301"/>
                <a:chExt cx="922599" cy="180324"/>
              </a:xfrm>
            </p:grpSpPr>
            <p:sp>
              <p:nvSpPr>
                <p:cNvPr id="59" name="Google Shape;3903;p408">
                  <a:extLst>
                    <a:ext uri="{FF2B5EF4-FFF2-40B4-BE49-F238E27FC236}">
                      <a16:creationId xmlns:a16="http://schemas.microsoft.com/office/drawing/2014/main" id="{D6D3884E-0E4F-4D8B-F0A7-BD41B566AB34}"/>
                    </a:ext>
                  </a:extLst>
                </p:cNvPr>
                <p:cNvSpPr/>
                <p:nvPr/>
              </p:nvSpPr>
              <p:spPr>
                <a:xfrm>
                  <a:off x="4432298" y="5022750"/>
                  <a:ext cx="170618" cy="165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73" h="474383" extrusionOk="0">
                      <a:moveTo>
                        <a:pt x="541414" y="332110"/>
                      </a:moveTo>
                      <a:lnTo>
                        <a:pt x="213676" y="4448"/>
                      </a:lnTo>
                      <a:cubicBezTo>
                        <a:pt x="207745" y="-1483"/>
                        <a:pt x="198087" y="-1483"/>
                        <a:pt x="192156" y="4448"/>
                      </a:cubicBezTo>
                      <a:lnTo>
                        <a:pt x="51100" y="145505"/>
                      </a:lnTo>
                      <a:cubicBezTo>
                        <a:pt x="48210" y="148395"/>
                        <a:pt x="46613" y="152197"/>
                        <a:pt x="46613" y="156227"/>
                      </a:cubicBezTo>
                      <a:cubicBezTo>
                        <a:pt x="46613" y="160257"/>
                        <a:pt x="48210" y="164135"/>
                        <a:pt x="51100" y="166949"/>
                      </a:cubicBezTo>
                      <a:lnTo>
                        <a:pt x="172233" y="288082"/>
                      </a:lnTo>
                      <a:lnTo>
                        <a:pt x="100755" y="359561"/>
                      </a:lnTo>
                      <a:lnTo>
                        <a:pt x="30417" y="359561"/>
                      </a:lnTo>
                      <a:lnTo>
                        <a:pt x="30417" y="278729"/>
                      </a:lnTo>
                      <a:cubicBezTo>
                        <a:pt x="30417" y="270365"/>
                        <a:pt x="23573" y="263521"/>
                        <a:pt x="15208" y="263521"/>
                      </a:cubicBezTo>
                      <a:cubicBezTo>
                        <a:pt x="6844" y="263521"/>
                        <a:pt x="0" y="270365"/>
                        <a:pt x="0" y="278729"/>
                      </a:cubicBezTo>
                      <a:lnTo>
                        <a:pt x="0" y="459175"/>
                      </a:lnTo>
                      <a:cubicBezTo>
                        <a:pt x="0" y="467540"/>
                        <a:pt x="6844" y="474384"/>
                        <a:pt x="15208" y="474384"/>
                      </a:cubicBezTo>
                      <a:cubicBezTo>
                        <a:pt x="23573" y="474384"/>
                        <a:pt x="30417" y="467540"/>
                        <a:pt x="30417" y="459175"/>
                      </a:cubicBezTo>
                      <a:lnTo>
                        <a:pt x="30417" y="389978"/>
                      </a:lnTo>
                      <a:lnTo>
                        <a:pt x="106990" y="389978"/>
                      </a:lnTo>
                      <a:cubicBezTo>
                        <a:pt x="111020" y="389978"/>
                        <a:pt x="114898" y="388381"/>
                        <a:pt x="117712" y="385491"/>
                      </a:cubicBezTo>
                      <a:lnTo>
                        <a:pt x="193677" y="309526"/>
                      </a:lnTo>
                      <a:lnTo>
                        <a:pt x="316864" y="432713"/>
                      </a:lnTo>
                      <a:cubicBezTo>
                        <a:pt x="319830" y="435679"/>
                        <a:pt x="323708" y="437199"/>
                        <a:pt x="327586" y="437199"/>
                      </a:cubicBezTo>
                      <a:cubicBezTo>
                        <a:pt x="331464" y="437199"/>
                        <a:pt x="335342" y="435679"/>
                        <a:pt x="338308" y="432713"/>
                      </a:cubicBezTo>
                      <a:lnTo>
                        <a:pt x="398760" y="372260"/>
                      </a:lnTo>
                      <a:cubicBezTo>
                        <a:pt x="402638" y="368382"/>
                        <a:pt x="407885" y="366025"/>
                        <a:pt x="413360" y="365645"/>
                      </a:cubicBezTo>
                      <a:lnTo>
                        <a:pt x="531452" y="357888"/>
                      </a:lnTo>
                      <a:cubicBezTo>
                        <a:pt x="537384" y="357508"/>
                        <a:pt x="542554" y="353630"/>
                        <a:pt x="544683" y="348079"/>
                      </a:cubicBezTo>
                      <a:cubicBezTo>
                        <a:pt x="546813" y="342528"/>
                        <a:pt x="545444" y="336217"/>
                        <a:pt x="541186" y="331958"/>
                      </a:cubicBezTo>
                      <a:close/>
                      <a:moveTo>
                        <a:pt x="411535" y="335456"/>
                      </a:moveTo>
                      <a:cubicBezTo>
                        <a:pt x="398684" y="336293"/>
                        <a:pt x="386518" y="341768"/>
                        <a:pt x="377393" y="350969"/>
                      </a:cubicBezTo>
                      <a:lnTo>
                        <a:pt x="327738" y="400624"/>
                      </a:lnTo>
                      <a:lnTo>
                        <a:pt x="83341" y="156303"/>
                      </a:lnTo>
                      <a:lnTo>
                        <a:pt x="202954" y="36690"/>
                      </a:lnTo>
                      <a:lnTo>
                        <a:pt x="496169" y="329905"/>
                      </a:lnTo>
                      <a:lnTo>
                        <a:pt x="411535" y="335456"/>
                      </a:lnTo>
                      <a:close/>
                      <a:moveTo>
                        <a:pt x="311541" y="286333"/>
                      </a:moveTo>
                      <a:cubicBezTo>
                        <a:pt x="305610" y="280402"/>
                        <a:pt x="305306" y="270517"/>
                        <a:pt x="311237" y="264586"/>
                      </a:cubicBezTo>
                      <a:cubicBezTo>
                        <a:pt x="317168" y="258654"/>
                        <a:pt x="326521" y="258350"/>
                        <a:pt x="332452" y="264282"/>
                      </a:cubicBezTo>
                      <a:lnTo>
                        <a:pt x="332985" y="264814"/>
                      </a:lnTo>
                      <a:cubicBezTo>
                        <a:pt x="338916" y="270745"/>
                        <a:pt x="338916" y="280402"/>
                        <a:pt x="332985" y="286333"/>
                      </a:cubicBezTo>
                      <a:cubicBezTo>
                        <a:pt x="330019" y="289299"/>
                        <a:pt x="326141" y="290820"/>
                        <a:pt x="322263" y="290820"/>
                      </a:cubicBezTo>
                      <a:cubicBezTo>
                        <a:pt x="318385" y="290820"/>
                        <a:pt x="314507" y="289299"/>
                        <a:pt x="311541" y="286333"/>
                      </a:cubicBezTo>
                      <a:close/>
                      <a:moveTo>
                        <a:pt x="349181" y="323974"/>
                      </a:moveTo>
                      <a:cubicBezTo>
                        <a:pt x="343250" y="318043"/>
                        <a:pt x="343250" y="308385"/>
                        <a:pt x="349181" y="302454"/>
                      </a:cubicBezTo>
                      <a:cubicBezTo>
                        <a:pt x="355113" y="296523"/>
                        <a:pt x="364770" y="296523"/>
                        <a:pt x="370701" y="302454"/>
                      </a:cubicBezTo>
                      <a:lnTo>
                        <a:pt x="371233" y="302987"/>
                      </a:lnTo>
                      <a:cubicBezTo>
                        <a:pt x="377165" y="308918"/>
                        <a:pt x="377165" y="318575"/>
                        <a:pt x="371233" y="324506"/>
                      </a:cubicBezTo>
                      <a:cubicBezTo>
                        <a:pt x="368268" y="327472"/>
                        <a:pt x="364390" y="328993"/>
                        <a:pt x="360512" y="328993"/>
                      </a:cubicBezTo>
                      <a:cubicBezTo>
                        <a:pt x="356633" y="328993"/>
                        <a:pt x="352755" y="327472"/>
                        <a:pt x="349790" y="324506"/>
                      </a:cubicBezTo>
                      <a:lnTo>
                        <a:pt x="349257" y="323974"/>
                      </a:lnTo>
                      <a:close/>
                      <a:moveTo>
                        <a:pt x="180294" y="112123"/>
                      </a:moveTo>
                      <a:cubicBezTo>
                        <a:pt x="186225" y="118054"/>
                        <a:pt x="186225" y="127711"/>
                        <a:pt x="180294" y="133643"/>
                      </a:cubicBezTo>
                      <a:cubicBezTo>
                        <a:pt x="177328" y="136608"/>
                        <a:pt x="173450" y="138129"/>
                        <a:pt x="169572" y="138129"/>
                      </a:cubicBezTo>
                      <a:cubicBezTo>
                        <a:pt x="165694" y="138129"/>
                        <a:pt x="161816" y="136608"/>
                        <a:pt x="158850" y="133643"/>
                      </a:cubicBezTo>
                      <a:lnTo>
                        <a:pt x="158318" y="133110"/>
                      </a:lnTo>
                      <a:cubicBezTo>
                        <a:pt x="152387" y="127179"/>
                        <a:pt x="152387" y="117522"/>
                        <a:pt x="158318" y="111591"/>
                      </a:cubicBezTo>
                      <a:cubicBezTo>
                        <a:pt x="164249" y="105659"/>
                        <a:pt x="173906" y="105659"/>
                        <a:pt x="179838" y="111591"/>
                      </a:cubicBezTo>
                      <a:lnTo>
                        <a:pt x="180370" y="112123"/>
                      </a:lnTo>
                      <a:close/>
                      <a:moveTo>
                        <a:pt x="272760" y="247628"/>
                      </a:moveTo>
                      <a:cubicBezTo>
                        <a:pt x="266829" y="241697"/>
                        <a:pt x="266829" y="232040"/>
                        <a:pt x="272760" y="226109"/>
                      </a:cubicBezTo>
                      <a:cubicBezTo>
                        <a:pt x="278691" y="220178"/>
                        <a:pt x="288348" y="220178"/>
                        <a:pt x="294280" y="226109"/>
                      </a:cubicBezTo>
                      <a:lnTo>
                        <a:pt x="294812" y="226641"/>
                      </a:lnTo>
                      <a:cubicBezTo>
                        <a:pt x="300743" y="232572"/>
                        <a:pt x="300743" y="242230"/>
                        <a:pt x="294812" y="248161"/>
                      </a:cubicBezTo>
                      <a:cubicBezTo>
                        <a:pt x="291846" y="251126"/>
                        <a:pt x="287968" y="252647"/>
                        <a:pt x="284090" y="252647"/>
                      </a:cubicBezTo>
                      <a:cubicBezTo>
                        <a:pt x="280212" y="252647"/>
                        <a:pt x="276334" y="251126"/>
                        <a:pt x="273368" y="248161"/>
                      </a:cubicBezTo>
                      <a:lnTo>
                        <a:pt x="272836" y="247628"/>
                      </a:lnTo>
                      <a:close/>
                      <a:moveTo>
                        <a:pt x="196415" y="149763"/>
                      </a:moveTo>
                      <a:cubicBezTo>
                        <a:pt x="202346" y="143832"/>
                        <a:pt x="212003" y="143832"/>
                        <a:pt x="217934" y="149763"/>
                      </a:cubicBezTo>
                      <a:lnTo>
                        <a:pt x="218467" y="150296"/>
                      </a:lnTo>
                      <a:cubicBezTo>
                        <a:pt x="224398" y="156227"/>
                        <a:pt x="224398" y="165884"/>
                        <a:pt x="218467" y="171815"/>
                      </a:cubicBezTo>
                      <a:cubicBezTo>
                        <a:pt x="215501" y="174781"/>
                        <a:pt x="211623" y="176302"/>
                        <a:pt x="207745" y="176302"/>
                      </a:cubicBezTo>
                      <a:cubicBezTo>
                        <a:pt x="203867" y="176302"/>
                        <a:pt x="199988" y="174781"/>
                        <a:pt x="197023" y="171815"/>
                      </a:cubicBezTo>
                      <a:lnTo>
                        <a:pt x="196491" y="171283"/>
                      </a:lnTo>
                      <a:cubicBezTo>
                        <a:pt x="190559" y="165352"/>
                        <a:pt x="190559" y="155695"/>
                        <a:pt x="196491" y="149763"/>
                      </a:cubicBezTo>
                      <a:close/>
                      <a:moveTo>
                        <a:pt x="234587" y="209456"/>
                      </a:moveTo>
                      <a:cubicBezTo>
                        <a:pt x="228656" y="203525"/>
                        <a:pt x="228656" y="193867"/>
                        <a:pt x="234587" y="187936"/>
                      </a:cubicBezTo>
                      <a:cubicBezTo>
                        <a:pt x="240518" y="182005"/>
                        <a:pt x="250176" y="182005"/>
                        <a:pt x="256107" y="187936"/>
                      </a:cubicBezTo>
                      <a:lnTo>
                        <a:pt x="256639" y="188468"/>
                      </a:lnTo>
                      <a:cubicBezTo>
                        <a:pt x="262570" y="194400"/>
                        <a:pt x="262570" y="204057"/>
                        <a:pt x="256639" y="209988"/>
                      </a:cubicBezTo>
                      <a:cubicBezTo>
                        <a:pt x="253674" y="212954"/>
                        <a:pt x="249796" y="214474"/>
                        <a:pt x="245917" y="214474"/>
                      </a:cubicBezTo>
                      <a:cubicBezTo>
                        <a:pt x="242039" y="214474"/>
                        <a:pt x="238161" y="212954"/>
                        <a:pt x="235196" y="209988"/>
                      </a:cubicBezTo>
                      <a:lnTo>
                        <a:pt x="234663" y="209456"/>
                      </a:lnTo>
                      <a:close/>
                      <a:moveTo>
                        <a:pt x="478908" y="407924"/>
                      </a:moveTo>
                      <a:cubicBezTo>
                        <a:pt x="467045" y="428151"/>
                        <a:pt x="445146" y="441686"/>
                        <a:pt x="420052" y="441686"/>
                      </a:cubicBezTo>
                      <a:cubicBezTo>
                        <a:pt x="411839" y="441686"/>
                        <a:pt x="403931" y="440241"/>
                        <a:pt x="396631" y="437580"/>
                      </a:cubicBezTo>
                      <a:cubicBezTo>
                        <a:pt x="386137" y="433778"/>
                        <a:pt x="383172" y="420394"/>
                        <a:pt x="391080" y="412486"/>
                      </a:cubicBezTo>
                      <a:lnTo>
                        <a:pt x="410927" y="392639"/>
                      </a:lnTo>
                      <a:cubicBezTo>
                        <a:pt x="413512" y="390054"/>
                        <a:pt x="417010" y="388457"/>
                        <a:pt x="420660" y="388229"/>
                      </a:cubicBezTo>
                      <a:lnTo>
                        <a:pt x="464536" y="385339"/>
                      </a:lnTo>
                      <a:cubicBezTo>
                        <a:pt x="476551" y="384579"/>
                        <a:pt x="484915" y="397506"/>
                        <a:pt x="478832" y="407924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60" name="Google Shape;3904;p408">
                  <a:extLst>
                    <a:ext uri="{FF2B5EF4-FFF2-40B4-BE49-F238E27FC236}">
                      <a16:creationId xmlns:a16="http://schemas.microsoft.com/office/drawing/2014/main" id="{22630AB1-F9D9-E573-14B8-F542C6AAB033}"/>
                    </a:ext>
                  </a:extLst>
                </p:cNvPr>
                <p:cNvSpPr/>
                <p:nvPr/>
              </p:nvSpPr>
              <p:spPr>
                <a:xfrm>
                  <a:off x="4672134" y="5033094"/>
                  <a:ext cx="170618" cy="145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511" h="564832" extrusionOk="0">
                      <a:moveTo>
                        <a:pt x="69342" y="305181"/>
                      </a:moveTo>
                      <a:lnTo>
                        <a:pt x="594074" y="305181"/>
                      </a:lnTo>
                      <a:cubicBezTo>
                        <a:pt x="601980" y="305181"/>
                        <a:pt x="608362" y="311563"/>
                        <a:pt x="608362" y="319469"/>
                      </a:cubicBezTo>
                      <a:cubicBezTo>
                        <a:pt x="608362" y="327374"/>
                        <a:pt x="601980" y="333756"/>
                        <a:pt x="594074" y="333756"/>
                      </a:cubicBezTo>
                      <a:lnTo>
                        <a:pt x="69342" y="333756"/>
                      </a:lnTo>
                      <a:cubicBezTo>
                        <a:pt x="61436" y="333756"/>
                        <a:pt x="55055" y="327374"/>
                        <a:pt x="55055" y="319469"/>
                      </a:cubicBezTo>
                      <a:cubicBezTo>
                        <a:pt x="55055" y="311563"/>
                        <a:pt x="61436" y="305181"/>
                        <a:pt x="69342" y="305181"/>
                      </a:cubicBezTo>
                      <a:close/>
                      <a:moveTo>
                        <a:pt x="609029" y="113919"/>
                      </a:moveTo>
                      <a:lnTo>
                        <a:pt x="54483" y="113919"/>
                      </a:lnTo>
                      <a:cubicBezTo>
                        <a:pt x="24479" y="113919"/>
                        <a:pt x="0" y="138303"/>
                        <a:pt x="0" y="168402"/>
                      </a:cubicBezTo>
                      <a:lnTo>
                        <a:pt x="0" y="395954"/>
                      </a:lnTo>
                      <a:cubicBezTo>
                        <a:pt x="0" y="425958"/>
                        <a:pt x="24384" y="450437"/>
                        <a:pt x="54483" y="450437"/>
                      </a:cubicBezTo>
                      <a:lnTo>
                        <a:pt x="90964" y="450437"/>
                      </a:lnTo>
                      <a:cubicBezTo>
                        <a:pt x="98870" y="450437"/>
                        <a:pt x="105251" y="444056"/>
                        <a:pt x="105251" y="436150"/>
                      </a:cubicBezTo>
                      <a:cubicBezTo>
                        <a:pt x="105251" y="428244"/>
                        <a:pt x="98870" y="421862"/>
                        <a:pt x="90964" y="421862"/>
                      </a:cubicBezTo>
                      <a:lnTo>
                        <a:pt x="54483" y="421862"/>
                      </a:lnTo>
                      <a:cubicBezTo>
                        <a:pt x="40195" y="421862"/>
                        <a:pt x="28575" y="410242"/>
                        <a:pt x="28575" y="395954"/>
                      </a:cubicBezTo>
                      <a:lnTo>
                        <a:pt x="28575" y="168402"/>
                      </a:lnTo>
                      <a:cubicBezTo>
                        <a:pt x="28575" y="154115"/>
                        <a:pt x="40195" y="142494"/>
                        <a:pt x="54483" y="142494"/>
                      </a:cubicBezTo>
                      <a:lnTo>
                        <a:pt x="609029" y="142494"/>
                      </a:lnTo>
                      <a:cubicBezTo>
                        <a:pt x="623316" y="142494"/>
                        <a:pt x="634937" y="154115"/>
                        <a:pt x="634937" y="168402"/>
                      </a:cubicBezTo>
                      <a:lnTo>
                        <a:pt x="634937" y="395954"/>
                      </a:lnTo>
                      <a:cubicBezTo>
                        <a:pt x="634937" y="410242"/>
                        <a:pt x="623316" y="421862"/>
                        <a:pt x="609029" y="421862"/>
                      </a:cubicBezTo>
                      <a:lnTo>
                        <a:pt x="572548" y="421862"/>
                      </a:lnTo>
                      <a:cubicBezTo>
                        <a:pt x="564642" y="421862"/>
                        <a:pt x="558260" y="428244"/>
                        <a:pt x="558260" y="436150"/>
                      </a:cubicBezTo>
                      <a:cubicBezTo>
                        <a:pt x="558260" y="444056"/>
                        <a:pt x="564642" y="450437"/>
                        <a:pt x="572548" y="450437"/>
                      </a:cubicBezTo>
                      <a:lnTo>
                        <a:pt x="609029" y="450437"/>
                      </a:lnTo>
                      <a:cubicBezTo>
                        <a:pt x="639032" y="450437"/>
                        <a:pt x="663512" y="426053"/>
                        <a:pt x="663512" y="395954"/>
                      </a:cubicBezTo>
                      <a:lnTo>
                        <a:pt x="663512" y="168402"/>
                      </a:lnTo>
                      <a:cubicBezTo>
                        <a:pt x="663512" y="138398"/>
                        <a:pt x="639128" y="113919"/>
                        <a:pt x="609029" y="113919"/>
                      </a:cubicBezTo>
                      <a:close/>
                      <a:moveTo>
                        <a:pt x="521399" y="363474"/>
                      </a:moveTo>
                      <a:cubicBezTo>
                        <a:pt x="513493" y="363474"/>
                        <a:pt x="507111" y="369856"/>
                        <a:pt x="507111" y="377762"/>
                      </a:cubicBezTo>
                      <a:lnTo>
                        <a:pt x="507111" y="510350"/>
                      </a:lnTo>
                      <a:cubicBezTo>
                        <a:pt x="507111" y="524637"/>
                        <a:pt x="495491" y="536258"/>
                        <a:pt x="481203" y="536258"/>
                      </a:cubicBezTo>
                      <a:lnTo>
                        <a:pt x="182213" y="536258"/>
                      </a:lnTo>
                      <a:cubicBezTo>
                        <a:pt x="167926" y="536258"/>
                        <a:pt x="156305" y="524637"/>
                        <a:pt x="156305" y="510350"/>
                      </a:cubicBezTo>
                      <a:lnTo>
                        <a:pt x="156305" y="377762"/>
                      </a:lnTo>
                      <a:cubicBezTo>
                        <a:pt x="156305" y="369856"/>
                        <a:pt x="149924" y="363474"/>
                        <a:pt x="142018" y="363474"/>
                      </a:cubicBezTo>
                      <a:cubicBezTo>
                        <a:pt x="134112" y="363474"/>
                        <a:pt x="127730" y="369856"/>
                        <a:pt x="127730" y="377762"/>
                      </a:cubicBezTo>
                      <a:lnTo>
                        <a:pt x="127730" y="510350"/>
                      </a:lnTo>
                      <a:cubicBezTo>
                        <a:pt x="127730" y="540353"/>
                        <a:pt x="152210" y="564833"/>
                        <a:pt x="182213" y="564833"/>
                      </a:cubicBezTo>
                      <a:lnTo>
                        <a:pt x="481108" y="564833"/>
                      </a:lnTo>
                      <a:cubicBezTo>
                        <a:pt x="511112" y="564833"/>
                        <a:pt x="535591" y="540449"/>
                        <a:pt x="535591" y="510350"/>
                      </a:cubicBezTo>
                      <a:lnTo>
                        <a:pt x="535591" y="377762"/>
                      </a:lnTo>
                      <a:cubicBezTo>
                        <a:pt x="535591" y="369856"/>
                        <a:pt x="529209" y="363474"/>
                        <a:pt x="521303" y="363474"/>
                      </a:cubicBezTo>
                      <a:close/>
                      <a:moveTo>
                        <a:pt x="142113" y="92678"/>
                      </a:moveTo>
                      <a:cubicBezTo>
                        <a:pt x="150019" y="92678"/>
                        <a:pt x="156401" y="86297"/>
                        <a:pt x="156401" y="78391"/>
                      </a:cubicBezTo>
                      <a:lnTo>
                        <a:pt x="156401" y="54483"/>
                      </a:lnTo>
                      <a:cubicBezTo>
                        <a:pt x="156401" y="40195"/>
                        <a:pt x="168021" y="28575"/>
                        <a:pt x="182309" y="28575"/>
                      </a:cubicBezTo>
                      <a:lnTo>
                        <a:pt x="481203" y="28575"/>
                      </a:lnTo>
                      <a:cubicBezTo>
                        <a:pt x="495491" y="28575"/>
                        <a:pt x="507111" y="40195"/>
                        <a:pt x="507111" y="54483"/>
                      </a:cubicBezTo>
                      <a:lnTo>
                        <a:pt x="507111" y="78391"/>
                      </a:lnTo>
                      <a:cubicBezTo>
                        <a:pt x="507111" y="86297"/>
                        <a:pt x="513493" y="92678"/>
                        <a:pt x="521399" y="92678"/>
                      </a:cubicBezTo>
                      <a:cubicBezTo>
                        <a:pt x="529304" y="92678"/>
                        <a:pt x="535686" y="86297"/>
                        <a:pt x="535686" y="78391"/>
                      </a:cubicBezTo>
                      <a:lnTo>
                        <a:pt x="535686" y="54483"/>
                      </a:lnTo>
                      <a:cubicBezTo>
                        <a:pt x="535686" y="24479"/>
                        <a:pt x="511207" y="0"/>
                        <a:pt x="481203" y="0"/>
                      </a:cubicBezTo>
                      <a:lnTo>
                        <a:pt x="182213" y="0"/>
                      </a:lnTo>
                      <a:cubicBezTo>
                        <a:pt x="152210" y="0"/>
                        <a:pt x="127730" y="24384"/>
                        <a:pt x="127730" y="54483"/>
                      </a:cubicBezTo>
                      <a:lnTo>
                        <a:pt x="127730" y="78391"/>
                      </a:lnTo>
                      <a:cubicBezTo>
                        <a:pt x="127730" y="86297"/>
                        <a:pt x="134112" y="92678"/>
                        <a:pt x="142018" y="92678"/>
                      </a:cubicBezTo>
                      <a:close/>
                      <a:moveTo>
                        <a:pt x="445961" y="363569"/>
                      </a:moveTo>
                      <a:lnTo>
                        <a:pt x="217456" y="363569"/>
                      </a:lnTo>
                      <a:cubicBezTo>
                        <a:pt x="209550" y="363569"/>
                        <a:pt x="203168" y="369951"/>
                        <a:pt x="203168" y="377857"/>
                      </a:cubicBezTo>
                      <a:cubicBezTo>
                        <a:pt x="203168" y="385763"/>
                        <a:pt x="209550" y="392144"/>
                        <a:pt x="217456" y="392144"/>
                      </a:cubicBezTo>
                      <a:lnTo>
                        <a:pt x="445961" y="392144"/>
                      </a:lnTo>
                      <a:cubicBezTo>
                        <a:pt x="453866" y="392144"/>
                        <a:pt x="460248" y="385763"/>
                        <a:pt x="460248" y="377857"/>
                      </a:cubicBezTo>
                      <a:cubicBezTo>
                        <a:pt x="460248" y="369951"/>
                        <a:pt x="453866" y="363569"/>
                        <a:pt x="445961" y="363569"/>
                      </a:cubicBezTo>
                      <a:close/>
                      <a:moveTo>
                        <a:pt x="445961" y="421862"/>
                      </a:moveTo>
                      <a:lnTo>
                        <a:pt x="217456" y="421862"/>
                      </a:lnTo>
                      <a:cubicBezTo>
                        <a:pt x="209550" y="421862"/>
                        <a:pt x="203168" y="428244"/>
                        <a:pt x="203168" y="436150"/>
                      </a:cubicBezTo>
                      <a:cubicBezTo>
                        <a:pt x="203168" y="444056"/>
                        <a:pt x="209550" y="450437"/>
                        <a:pt x="217456" y="450437"/>
                      </a:cubicBezTo>
                      <a:lnTo>
                        <a:pt x="445961" y="450437"/>
                      </a:lnTo>
                      <a:cubicBezTo>
                        <a:pt x="453866" y="450437"/>
                        <a:pt x="460248" y="444056"/>
                        <a:pt x="460248" y="436150"/>
                      </a:cubicBezTo>
                      <a:cubicBezTo>
                        <a:pt x="460248" y="428244"/>
                        <a:pt x="453866" y="421862"/>
                        <a:pt x="445961" y="421862"/>
                      </a:cubicBezTo>
                      <a:close/>
                      <a:moveTo>
                        <a:pt x="608362" y="187547"/>
                      </a:moveTo>
                      <a:cubicBezTo>
                        <a:pt x="608362" y="177070"/>
                        <a:pt x="599789" y="168497"/>
                        <a:pt x="589312" y="168497"/>
                      </a:cubicBezTo>
                      <a:cubicBezTo>
                        <a:pt x="578834" y="168497"/>
                        <a:pt x="570262" y="177070"/>
                        <a:pt x="570262" y="187547"/>
                      </a:cubicBezTo>
                      <a:cubicBezTo>
                        <a:pt x="570262" y="198025"/>
                        <a:pt x="578834" y="206597"/>
                        <a:pt x="589312" y="206597"/>
                      </a:cubicBezTo>
                      <a:cubicBezTo>
                        <a:pt x="599789" y="206597"/>
                        <a:pt x="608362" y="198025"/>
                        <a:pt x="608362" y="187547"/>
                      </a:cubicBezTo>
                      <a:close/>
                      <a:moveTo>
                        <a:pt x="551212" y="187547"/>
                      </a:moveTo>
                      <a:cubicBezTo>
                        <a:pt x="551212" y="177070"/>
                        <a:pt x="542639" y="168497"/>
                        <a:pt x="532162" y="168497"/>
                      </a:cubicBezTo>
                      <a:cubicBezTo>
                        <a:pt x="521684" y="168497"/>
                        <a:pt x="513112" y="177070"/>
                        <a:pt x="513112" y="187547"/>
                      </a:cubicBezTo>
                      <a:cubicBezTo>
                        <a:pt x="513112" y="198025"/>
                        <a:pt x="521684" y="206597"/>
                        <a:pt x="532162" y="206597"/>
                      </a:cubicBezTo>
                      <a:cubicBezTo>
                        <a:pt x="542639" y="206597"/>
                        <a:pt x="551212" y="198025"/>
                        <a:pt x="551212" y="187547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61" name="Google Shape;3905;p408">
                  <a:extLst>
                    <a:ext uri="{FF2B5EF4-FFF2-40B4-BE49-F238E27FC236}">
                      <a16:creationId xmlns:a16="http://schemas.microsoft.com/office/drawing/2014/main" id="{083017D8-701E-3E80-D735-69C4BAACD02D}"/>
                    </a:ext>
                  </a:extLst>
                </p:cNvPr>
                <p:cNvSpPr/>
                <p:nvPr/>
              </p:nvSpPr>
              <p:spPr>
                <a:xfrm>
                  <a:off x="4165931" y="5049902"/>
                  <a:ext cx="199055" cy="13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809" h="519683" extrusionOk="0">
                      <a:moveTo>
                        <a:pt x="673799" y="360807"/>
                      </a:moveTo>
                      <a:cubicBezTo>
                        <a:pt x="665911" y="361018"/>
                        <a:pt x="659345" y="354794"/>
                        <a:pt x="659135" y="346905"/>
                      </a:cubicBezTo>
                      <a:cubicBezTo>
                        <a:pt x="659132" y="346777"/>
                        <a:pt x="659130" y="346648"/>
                        <a:pt x="659130" y="346519"/>
                      </a:cubicBezTo>
                      <a:lnTo>
                        <a:pt x="659130" y="61913"/>
                      </a:lnTo>
                      <a:cubicBezTo>
                        <a:pt x="659130" y="43501"/>
                        <a:pt x="644204" y="28575"/>
                        <a:pt x="625793" y="28575"/>
                      </a:cubicBezTo>
                      <a:lnTo>
                        <a:pt x="139637" y="28575"/>
                      </a:lnTo>
                      <a:cubicBezTo>
                        <a:pt x="121225" y="28575"/>
                        <a:pt x="106299" y="43501"/>
                        <a:pt x="106299" y="61913"/>
                      </a:cubicBezTo>
                      <a:lnTo>
                        <a:pt x="106299" y="346519"/>
                      </a:lnTo>
                      <a:cubicBezTo>
                        <a:pt x="106299" y="354410"/>
                        <a:pt x="99902" y="360807"/>
                        <a:pt x="92012" y="360807"/>
                      </a:cubicBezTo>
                      <a:cubicBezTo>
                        <a:pt x="84121" y="360807"/>
                        <a:pt x="77724" y="354410"/>
                        <a:pt x="77724" y="346519"/>
                      </a:cubicBezTo>
                      <a:lnTo>
                        <a:pt x="77724" y="61913"/>
                      </a:lnTo>
                      <a:cubicBezTo>
                        <a:pt x="77724" y="27719"/>
                        <a:pt x="105443" y="0"/>
                        <a:pt x="139637" y="0"/>
                      </a:cubicBezTo>
                      <a:lnTo>
                        <a:pt x="626174" y="0"/>
                      </a:lnTo>
                      <a:cubicBezTo>
                        <a:pt x="660367" y="0"/>
                        <a:pt x="688086" y="27719"/>
                        <a:pt x="688086" y="61913"/>
                      </a:cubicBezTo>
                      <a:lnTo>
                        <a:pt x="688086" y="346519"/>
                      </a:lnTo>
                      <a:cubicBezTo>
                        <a:pt x="688086" y="354410"/>
                        <a:pt x="681689" y="360807"/>
                        <a:pt x="673799" y="360807"/>
                      </a:cubicBezTo>
                      <a:close/>
                      <a:moveTo>
                        <a:pt x="765810" y="467296"/>
                      </a:moveTo>
                      <a:lnTo>
                        <a:pt x="765810" y="441674"/>
                      </a:lnTo>
                      <a:cubicBezTo>
                        <a:pt x="765753" y="412763"/>
                        <a:pt x="742334" y="389339"/>
                        <a:pt x="713423" y="389287"/>
                      </a:cubicBezTo>
                      <a:lnTo>
                        <a:pt x="52388" y="389287"/>
                      </a:lnTo>
                      <a:cubicBezTo>
                        <a:pt x="23476" y="389339"/>
                        <a:pt x="52" y="412763"/>
                        <a:pt x="0" y="441674"/>
                      </a:cubicBezTo>
                      <a:lnTo>
                        <a:pt x="0" y="467296"/>
                      </a:lnTo>
                      <a:cubicBezTo>
                        <a:pt x="0" y="496230"/>
                        <a:pt x="23454" y="519684"/>
                        <a:pt x="52388" y="519684"/>
                      </a:cubicBezTo>
                      <a:lnTo>
                        <a:pt x="713423" y="519684"/>
                      </a:lnTo>
                      <a:cubicBezTo>
                        <a:pt x="742356" y="519684"/>
                        <a:pt x="765810" y="496230"/>
                        <a:pt x="765810" y="467296"/>
                      </a:cubicBezTo>
                      <a:close/>
                      <a:moveTo>
                        <a:pt x="713423" y="417862"/>
                      </a:moveTo>
                      <a:cubicBezTo>
                        <a:pt x="726552" y="417914"/>
                        <a:pt x="737183" y="428545"/>
                        <a:pt x="737235" y="441674"/>
                      </a:cubicBezTo>
                      <a:lnTo>
                        <a:pt x="737235" y="467296"/>
                      </a:lnTo>
                      <a:cubicBezTo>
                        <a:pt x="737183" y="480426"/>
                        <a:pt x="726552" y="491057"/>
                        <a:pt x="713423" y="491109"/>
                      </a:cubicBezTo>
                      <a:lnTo>
                        <a:pt x="52388" y="491109"/>
                      </a:lnTo>
                      <a:cubicBezTo>
                        <a:pt x="39258" y="491057"/>
                        <a:pt x="28627" y="480426"/>
                        <a:pt x="28575" y="467296"/>
                      </a:cubicBezTo>
                      <a:lnTo>
                        <a:pt x="28575" y="441674"/>
                      </a:lnTo>
                      <a:cubicBezTo>
                        <a:pt x="28627" y="428545"/>
                        <a:pt x="39258" y="417914"/>
                        <a:pt x="52388" y="417862"/>
                      </a:cubicBezTo>
                      <a:close/>
                      <a:moveTo>
                        <a:pt x="382905" y="435483"/>
                      </a:moveTo>
                      <a:cubicBezTo>
                        <a:pt x="372384" y="435483"/>
                        <a:pt x="363855" y="444012"/>
                        <a:pt x="363855" y="454533"/>
                      </a:cubicBezTo>
                      <a:cubicBezTo>
                        <a:pt x="363855" y="465054"/>
                        <a:pt x="372384" y="473583"/>
                        <a:pt x="382905" y="473583"/>
                      </a:cubicBezTo>
                      <a:cubicBezTo>
                        <a:pt x="393426" y="473583"/>
                        <a:pt x="401955" y="465054"/>
                        <a:pt x="401955" y="454533"/>
                      </a:cubicBezTo>
                      <a:cubicBezTo>
                        <a:pt x="401955" y="444012"/>
                        <a:pt x="393426" y="435483"/>
                        <a:pt x="382905" y="43548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62" name="Google Shape;3906;p408">
                  <a:extLst>
                    <a:ext uri="{FF2B5EF4-FFF2-40B4-BE49-F238E27FC236}">
                      <a16:creationId xmlns:a16="http://schemas.microsoft.com/office/drawing/2014/main" id="{E190D043-4395-0B68-72FA-8F02B986AB8E}"/>
                    </a:ext>
                  </a:extLst>
                </p:cNvPr>
                <p:cNvSpPr/>
                <p:nvPr/>
              </p:nvSpPr>
              <p:spPr>
                <a:xfrm>
                  <a:off x="4907591" y="5012301"/>
                  <a:ext cx="180939" cy="18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37" h="530828" extrusionOk="0">
                      <a:moveTo>
                        <a:pt x="470344" y="530828"/>
                      </a:moveTo>
                      <a:lnTo>
                        <a:pt x="134112" y="530828"/>
                      </a:lnTo>
                      <a:cubicBezTo>
                        <a:pt x="99709" y="530828"/>
                        <a:pt x="71819" y="502938"/>
                        <a:pt x="71819" y="468535"/>
                      </a:cubicBezTo>
                      <a:lnTo>
                        <a:pt x="71819" y="132302"/>
                      </a:lnTo>
                      <a:cubicBezTo>
                        <a:pt x="71871" y="97920"/>
                        <a:pt x="99730" y="70061"/>
                        <a:pt x="134112" y="70009"/>
                      </a:cubicBezTo>
                      <a:lnTo>
                        <a:pt x="470344" y="70009"/>
                      </a:lnTo>
                      <a:cubicBezTo>
                        <a:pt x="504705" y="70114"/>
                        <a:pt x="532533" y="97942"/>
                        <a:pt x="532638" y="132302"/>
                      </a:cubicBezTo>
                      <a:lnTo>
                        <a:pt x="532638" y="468535"/>
                      </a:lnTo>
                      <a:cubicBezTo>
                        <a:pt x="532586" y="502917"/>
                        <a:pt x="504727" y="530776"/>
                        <a:pt x="470344" y="530828"/>
                      </a:cubicBezTo>
                      <a:close/>
                      <a:moveTo>
                        <a:pt x="134112" y="98584"/>
                      </a:moveTo>
                      <a:cubicBezTo>
                        <a:pt x="115512" y="98636"/>
                        <a:pt x="100446" y="113702"/>
                        <a:pt x="100394" y="132302"/>
                      </a:cubicBezTo>
                      <a:lnTo>
                        <a:pt x="100394" y="468535"/>
                      </a:lnTo>
                      <a:cubicBezTo>
                        <a:pt x="100446" y="487135"/>
                        <a:pt x="115512" y="502201"/>
                        <a:pt x="134112" y="502253"/>
                      </a:cubicBezTo>
                      <a:lnTo>
                        <a:pt x="470344" y="502253"/>
                      </a:lnTo>
                      <a:cubicBezTo>
                        <a:pt x="488945" y="502201"/>
                        <a:pt x="504011" y="487135"/>
                        <a:pt x="504063" y="468535"/>
                      </a:cubicBezTo>
                      <a:lnTo>
                        <a:pt x="504063" y="132302"/>
                      </a:lnTo>
                      <a:cubicBezTo>
                        <a:pt x="504011" y="113702"/>
                        <a:pt x="488945" y="98636"/>
                        <a:pt x="470344" y="98584"/>
                      </a:cubicBezTo>
                      <a:close/>
                      <a:moveTo>
                        <a:pt x="38100" y="407575"/>
                      </a:moveTo>
                      <a:cubicBezTo>
                        <a:pt x="38100" y="397053"/>
                        <a:pt x="29571" y="388525"/>
                        <a:pt x="19050" y="388525"/>
                      </a:cubicBezTo>
                      <a:cubicBezTo>
                        <a:pt x="8529" y="388525"/>
                        <a:pt x="0" y="397053"/>
                        <a:pt x="0" y="407575"/>
                      </a:cubicBezTo>
                      <a:lnTo>
                        <a:pt x="0" y="407575"/>
                      </a:lnTo>
                      <a:cubicBezTo>
                        <a:pt x="0" y="418096"/>
                        <a:pt x="8529" y="426625"/>
                        <a:pt x="19050" y="426625"/>
                      </a:cubicBezTo>
                      <a:cubicBezTo>
                        <a:pt x="29571" y="426625"/>
                        <a:pt x="38100" y="418096"/>
                        <a:pt x="38100" y="407575"/>
                      </a:cubicBezTo>
                      <a:close/>
                      <a:moveTo>
                        <a:pt x="19050" y="359950"/>
                      </a:moveTo>
                      <a:cubicBezTo>
                        <a:pt x="8529" y="359950"/>
                        <a:pt x="0" y="351421"/>
                        <a:pt x="0" y="340900"/>
                      </a:cubicBezTo>
                      <a:lnTo>
                        <a:pt x="0" y="339947"/>
                      </a:lnTo>
                      <a:cubicBezTo>
                        <a:pt x="0" y="329426"/>
                        <a:pt x="8529" y="320897"/>
                        <a:pt x="19050" y="320897"/>
                      </a:cubicBezTo>
                      <a:cubicBezTo>
                        <a:pt x="29571" y="320897"/>
                        <a:pt x="38100" y="329426"/>
                        <a:pt x="38100" y="339947"/>
                      </a:cubicBezTo>
                      <a:cubicBezTo>
                        <a:pt x="38626" y="350455"/>
                        <a:pt x="30534" y="359400"/>
                        <a:pt x="20026" y="359926"/>
                      </a:cubicBezTo>
                      <a:cubicBezTo>
                        <a:pt x="19701" y="359942"/>
                        <a:pt x="19376" y="359950"/>
                        <a:pt x="19050" y="359950"/>
                      </a:cubicBezTo>
                      <a:close/>
                      <a:moveTo>
                        <a:pt x="19050" y="293275"/>
                      </a:moveTo>
                      <a:cubicBezTo>
                        <a:pt x="8529" y="293275"/>
                        <a:pt x="0" y="284746"/>
                        <a:pt x="0" y="274225"/>
                      </a:cubicBezTo>
                      <a:lnTo>
                        <a:pt x="0" y="273272"/>
                      </a:lnTo>
                      <a:cubicBezTo>
                        <a:pt x="0" y="262751"/>
                        <a:pt x="8529" y="254222"/>
                        <a:pt x="19050" y="254222"/>
                      </a:cubicBezTo>
                      <a:cubicBezTo>
                        <a:pt x="29571" y="254222"/>
                        <a:pt x="38100" y="262751"/>
                        <a:pt x="38100" y="273272"/>
                      </a:cubicBezTo>
                      <a:cubicBezTo>
                        <a:pt x="38363" y="283790"/>
                        <a:pt x="30050" y="292530"/>
                        <a:pt x="19532" y="292793"/>
                      </a:cubicBezTo>
                      <a:cubicBezTo>
                        <a:pt x="19372" y="292797"/>
                        <a:pt x="19211" y="292798"/>
                        <a:pt x="19050" y="292798"/>
                      </a:cubicBezTo>
                      <a:close/>
                      <a:moveTo>
                        <a:pt x="19050" y="226600"/>
                      </a:moveTo>
                      <a:cubicBezTo>
                        <a:pt x="8529" y="226600"/>
                        <a:pt x="0" y="218071"/>
                        <a:pt x="0" y="207550"/>
                      </a:cubicBezTo>
                      <a:lnTo>
                        <a:pt x="0" y="206597"/>
                      </a:lnTo>
                      <a:cubicBezTo>
                        <a:pt x="0" y="196076"/>
                        <a:pt x="8529" y="187547"/>
                        <a:pt x="19050" y="187547"/>
                      </a:cubicBezTo>
                      <a:cubicBezTo>
                        <a:pt x="29571" y="187547"/>
                        <a:pt x="38100" y="196076"/>
                        <a:pt x="38100" y="206597"/>
                      </a:cubicBezTo>
                      <a:cubicBezTo>
                        <a:pt x="38152" y="217119"/>
                        <a:pt x="29667" y="225690"/>
                        <a:pt x="19145" y="225743"/>
                      </a:cubicBezTo>
                      <a:cubicBezTo>
                        <a:pt x="19114" y="225743"/>
                        <a:pt x="19081" y="225743"/>
                        <a:pt x="19050" y="225743"/>
                      </a:cubicBezTo>
                      <a:close/>
                      <a:moveTo>
                        <a:pt x="19050" y="159448"/>
                      </a:moveTo>
                      <a:cubicBezTo>
                        <a:pt x="8713" y="159451"/>
                        <a:pt x="258" y="151209"/>
                        <a:pt x="0" y="140875"/>
                      </a:cubicBezTo>
                      <a:lnTo>
                        <a:pt x="0" y="139922"/>
                      </a:lnTo>
                      <a:cubicBezTo>
                        <a:pt x="0" y="129401"/>
                        <a:pt x="8529" y="120872"/>
                        <a:pt x="19050" y="120872"/>
                      </a:cubicBezTo>
                      <a:cubicBezTo>
                        <a:pt x="29571" y="120872"/>
                        <a:pt x="38100" y="129401"/>
                        <a:pt x="38100" y="139922"/>
                      </a:cubicBezTo>
                      <a:cubicBezTo>
                        <a:pt x="37892" y="150294"/>
                        <a:pt x="29424" y="158593"/>
                        <a:pt x="19050" y="158591"/>
                      </a:cubicBezTo>
                      <a:close/>
                      <a:moveTo>
                        <a:pt x="27813" y="93631"/>
                      </a:moveTo>
                      <a:cubicBezTo>
                        <a:pt x="25107" y="93622"/>
                        <a:pt x="22437" y="93004"/>
                        <a:pt x="20002" y="91821"/>
                      </a:cubicBezTo>
                      <a:cubicBezTo>
                        <a:pt x="10603" y="87496"/>
                        <a:pt x="6374" y="76459"/>
                        <a:pt x="10477" y="66961"/>
                      </a:cubicBezTo>
                      <a:lnTo>
                        <a:pt x="10954" y="66008"/>
                      </a:lnTo>
                      <a:cubicBezTo>
                        <a:pt x="15247" y="56403"/>
                        <a:pt x="26513" y="52096"/>
                        <a:pt x="36119" y="56388"/>
                      </a:cubicBezTo>
                      <a:cubicBezTo>
                        <a:pt x="45724" y="60681"/>
                        <a:pt x="50031" y="71948"/>
                        <a:pt x="45738" y="81553"/>
                      </a:cubicBezTo>
                      <a:cubicBezTo>
                        <a:pt x="45612" y="81836"/>
                        <a:pt x="45479" y="82115"/>
                        <a:pt x="45339" y="82391"/>
                      </a:cubicBezTo>
                      <a:cubicBezTo>
                        <a:pt x="41860" y="88821"/>
                        <a:pt x="35123" y="92811"/>
                        <a:pt x="27813" y="92773"/>
                      </a:cubicBezTo>
                      <a:close/>
                      <a:moveTo>
                        <a:pt x="74771" y="47053"/>
                      </a:moveTo>
                      <a:cubicBezTo>
                        <a:pt x="67341" y="47144"/>
                        <a:pt x="60535" y="42904"/>
                        <a:pt x="57341" y="36195"/>
                      </a:cubicBezTo>
                      <a:cubicBezTo>
                        <a:pt x="52470" y="26869"/>
                        <a:pt x="56083" y="15361"/>
                        <a:pt x="65410" y="10491"/>
                      </a:cubicBezTo>
                      <a:cubicBezTo>
                        <a:pt x="65607" y="10388"/>
                        <a:pt x="65807" y="10288"/>
                        <a:pt x="66008" y="10192"/>
                      </a:cubicBezTo>
                      <a:lnTo>
                        <a:pt x="67056" y="9620"/>
                      </a:lnTo>
                      <a:cubicBezTo>
                        <a:pt x="76631" y="5227"/>
                        <a:pt x="87952" y="9428"/>
                        <a:pt x="92345" y="19002"/>
                      </a:cubicBezTo>
                      <a:cubicBezTo>
                        <a:pt x="96738" y="28577"/>
                        <a:pt x="92537" y="39898"/>
                        <a:pt x="82963" y="44291"/>
                      </a:cubicBezTo>
                      <a:cubicBezTo>
                        <a:pt x="80394" y="45486"/>
                        <a:pt x="77604" y="46134"/>
                        <a:pt x="74771" y="46196"/>
                      </a:cubicBezTo>
                      <a:close/>
                      <a:moveTo>
                        <a:pt x="342138" y="38100"/>
                      </a:moveTo>
                      <a:cubicBezTo>
                        <a:pt x="331617" y="38100"/>
                        <a:pt x="323088" y="29571"/>
                        <a:pt x="323088" y="19050"/>
                      </a:cubicBezTo>
                      <a:cubicBezTo>
                        <a:pt x="323088" y="8529"/>
                        <a:pt x="331617" y="0"/>
                        <a:pt x="342138" y="0"/>
                      </a:cubicBezTo>
                      <a:lnTo>
                        <a:pt x="342995" y="0"/>
                      </a:lnTo>
                      <a:cubicBezTo>
                        <a:pt x="353517" y="0"/>
                        <a:pt x="362045" y="8529"/>
                        <a:pt x="362045" y="19050"/>
                      </a:cubicBezTo>
                      <a:cubicBezTo>
                        <a:pt x="362045" y="29571"/>
                        <a:pt x="353517" y="38100"/>
                        <a:pt x="342995" y="38100"/>
                      </a:cubicBezTo>
                      <a:close/>
                      <a:moveTo>
                        <a:pt x="275463" y="38100"/>
                      </a:moveTo>
                      <a:cubicBezTo>
                        <a:pt x="264946" y="38363"/>
                        <a:pt x="256205" y="30050"/>
                        <a:pt x="255942" y="19532"/>
                      </a:cubicBezTo>
                      <a:cubicBezTo>
                        <a:pt x="255939" y="19372"/>
                        <a:pt x="255937" y="19211"/>
                        <a:pt x="255937" y="19050"/>
                      </a:cubicBezTo>
                      <a:cubicBezTo>
                        <a:pt x="255937" y="8529"/>
                        <a:pt x="264465" y="0"/>
                        <a:pt x="274987" y="0"/>
                      </a:cubicBezTo>
                      <a:lnTo>
                        <a:pt x="275939" y="0"/>
                      </a:lnTo>
                      <a:cubicBezTo>
                        <a:pt x="286461" y="0"/>
                        <a:pt x="294989" y="8529"/>
                        <a:pt x="294989" y="19050"/>
                      </a:cubicBezTo>
                      <a:cubicBezTo>
                        <a:pt x="294989" y="29571"/>
                        <a:pt x="286461" y="38100"/>
                        <a:pt x="275939" y="38100"/>
                      </a:cubicBezTo>
                      <a:close/>
                      <a:moveTo>
                        <a:pt x="208312" y="38100"/>
                      </a:moveTo>
                      <a:cubicBezTo>
                        <a:pt x="197790" y="38100"/>
                        <a:pt x="189262" y="29571"/>
                        <a:pt x="189262" y="19050"/>
                      </a:cubicBezTo>
                      <a:cubicBezTo>
                        <a:pt x="189262" y="8529"/>
                        <a:pt x="197790" y="0"/>
                        <a:pt x="208312" y="0"/>
                      </a:cubicBezTo>
                      <a:lnTo>
                        <a:pt x="209264" y="0"/>
                      </a:lnTo>
                      <a:cubicBezTo>
                        <a:pt x="219786" y="0"/>
                        <a:pt x="228314" y="8529"/>
                        <a:pt x="228314" y="19050"/>
                      </a:cubicBezTo>
                      <a:cubicBezTo>
                        <a:pt x="228314" y="29571"/>
                        <a:pt x="219786" y="38100"/>
                        <a:pt x="209264" y="38100"/>
                      </a:cubicBezTo>
                      <a:close/>
                      <a:moveTo>
                        <a:pt x="141637" y="38100"/>
                      </a:moveTo>
                      <a:cubicBezTo>
                        <a:pt x="131115" y="38100"/>
                        <a:pt x="122587" y="29571"/>
                        <a:pt x="122587" y="19050"/>
                      </a:cubicBezTo>
                      <a:cubicBezTo>
                        <a:pt x="122584" y="8713"/>
                        <a:pt x="130826" y="258"/>
                        <a:pt x="141161" y="0"/>
                      </a:cubicBezTo>
                      <a:lnTo>
                        <a:pt x="142113" y="0"/>
                      </a:lnTo>
                      <a:cubicBezTo>
                        <a:pt x="152634" y="0"/>
                        <a:pt x="161163" y="8529"/>
                        <a:pt x="161163" y="19050"/>
                      </a:cubicBezTo>
                      <a:cubicBezTo>
                        <a:pt x="161163" y="29571"/>
                        <a:pt x="152634" y="38100"/>
                        <a:pt x="142113" y="38100"/>
                      </a:cubicBezTo>
                      <a:close/>
                      <a:moveTo>
                        <a:pt x="428720" y="19050"/>
                      </a:moveTo>
                      <a:cubicBezTo>
                        <a:pt x="428720" y="8529"/>
                        <a:pt x="420192" y="0"/>
                        <a:pt x="409670" y="0"/>
                      </a:cubicBezTo>
                      <a:lnTo>
                        <a:pt x="409670" y="0"/>
                      </a:lnTo>
                      <a:cubicBezTo>
                        <a:pt x="399149" y="0"/>
                        <a:pt x="390620" y="8529"/>
                        <a:pt x="390620" y="19050"/>
                      </a:cubicBezTo>
                      <a:cubicBezTo>
                        <a:pt x="390620" y="29571"/>
                        <a:pt x="399149" y="38100"/>
                        <a:pt x="409670" y="38100"/>
                      </a:cubicBezTo>
                      <a:cubicBezTo>
                        <a:pt x="420183" y="37690"/>
                        <a:pt x="428374" y="28835"/>
                        <a:pt x="427964" y="18322"/>
                      </a:cubicBezTo>
                      <a:cubicBezTo>
                        <a:pt x="427962" y="18279"/>
                        <a:pt x="427960" y="18236"/>
                        <a:pt x="427958" y="18193"/>
                      </a:cubicBezTo>
                      <a:close/>
                      <a:moveTo>
                        <a:pt x="245459" y="337375"/>
                      </a:moveTo>
                      <a:lnTo>
                        <a:pt x="239173" y="323564"/>
                      </a:lnTo>
                      <a:lnTo>
                        <a:pt x="193643" y="323564"/>
                      </a:lnTo>
                      <a:lnTo>
                        <a:pt x="187262" y="337375"/>
                      </a:lnTo>
                      <a:lnTo>
                        <a:pt x="168212" y="337375"/>
                      </a:lnTo>
                      <a:lnTo>
                        <a:pt x="208312" y="250698"/>
                      </a:lnTo>
                      <a:lnTo>
                        <a:pt x="224409" y="250698"/>
                      </a:lnTo>
                      <a:lnTo>
                        <a:pt x="264605" y="337375"/>
                      </a:lnTo>
                      <a:close/>
                      <a:moveTo>
                        <a:pt x="202025" y="306229"/>
                      </a:moveTo>
                      <a:lnTo>
                        <a:pt x="231553" y="306229"/>
                      </a:lnTo>
                      <a:lnTo>
                        <a:pt x="216789" y="274415"/>
                      </a:lnTo>
                      <a:close/>
                      <a:moveTo>
                        <a:pt x="281178" y="337375"/>
                      </a:moveTo>
                      <a:lnTo>
                        <a:pt x="281178" y="250698"/>
                      </a:lnTo>
                      <a:lnTo>
                        <a:pt x="315087" y="250698"/>
                      </a:lnTo>
                      <a:cubicBezTo>
                        <a:pt x="331789" y="249761"/>
                        <a:pt x="346089" y="262539"/>
                        <a:pt x="347027" y="279242"/>
                      </a:cubicBezTo>
                      <a:cubicBezTo>
                        <a:pt x="347964" y="295945"/>
                        <a:pt x="335185" y="310245"/>
                        <a:pt x="318483" y="311182"/>
                      </a:cubicBezTo>
                      <a:cubicBezTo>
                        <a:pt x="317352" y="311246"/>
                        <a:pt x="316218" y="311246"/>
                        <a:pt x="315087" y="311182"/>
                      </a:cubicBezTo>
                      <a:lnTo>
                        <a:pt x="298133" y="311182"/>
                      </a:lnTo>
                      <a:lnTo>
                        <a:pt x="298133" y="337375"/>
                      </a:lnTo>
                      <a:close/>
                      <a:moveTo>
                        <a:pt x="298514" y="293846"/>
                      </a:moveTo>
                      <a:lnTo>
                        <a:pt x="315087" y="293846"/>
                      </a:lnTo>
                      <a:cubicBezTo>
                        <a:pt x="322215" y="294459"/>
                        <a:pt x="328491" y="289178"/>
                        <a:pt x="329103" y="282050"/>
                      </a:cubicBezTo>
                      <a:cubicBezTo>
                        <a:pt x="329716" y="274922"/>
                        <a:pt x="324435" y="268646"/>
                        <a:pt x="317306" y="268034"/>
                      </a:cubicBezTo>
                      <a:cubicBezTo>
                        <a:pt x="316568" y="267970"/>
                        <a:pt x="315825" y="267970"/>
                        <a:pt x="315087" y="268034"/>
                      </a:cubicBezTo>
                      <a:lnTo>
                        <a:pt x="298133" y="268034"/>
                      </a:lnTo>
                      <a:close/>
                      <a:moveTo>
                        <a:pt x="363950" y="337375"/>
                      </a:moveTo>
                      <a:lnTo>
                        <a:pt x="363950" y="250698"/>
                      </a:lnTo>
                      <a:lnTo>
                        <a:pt x="397859" y="250698"/>
                      </a:lnTo>
                      <a:cubicBezTo>
                        <a:pt x="414561" y="249761"/>
                        <a:pt x="428861" y="262539"/>
                        <a:pt x="429799" y="279242"/>
                      </a:cubicBezTo>
                      <a:cubicBezTo>
                        <a:pt x="430737" y="295945"/>
                        <a:pt x="417957" y="310245"/>
                        <a:pt x="401255" y="311182"/>
                      </a:cubicBezTo>
                      <a:cubicBezTo>
                        <a:pt x="400124" y="311246"/>
                        <a:pt x="398990" y="311246"/>
                        <a:pt x="397859" y="311182"/>
                      </a:cubicBezTo>
                      <a:lnTo>
                        <a:pt x="380809" y="311182"/>
                      </a:lnTo>
                      <a:lnTo>
                        <a:pt x="380809" y="337375"/>
                      </a:lnTo>
                      <a:close/>
                      <a:moveTo>
                        <a:pt x="381286" y="293846"/>
                      </a:moveTo>
                      <a:lnTo>
                        <a:pt x="397859" y="293846"/>
                      </a:lnTo>
                      <a:cubicBezTo>
                        <a:pt x="404987" y="294459"/>
                        <a:pt x="411263" y="289178"/>
                        <a:pt x="411875" y="282050"/>
                      </a:cubicBezTo>
                      <a:cubicBezTo>
                        <a:pt x="412489" y="274922"/>
                        <a:pt x="407207" y="268646"/>
                        <a:pt x="400079" y="268034"/>
                      </a:cubicBezTo>
                      <a:cubicBezTo>
                        <a:pt x="399340" y="267970"/>
                        <a:pt x="398597" y="267970"/>
                        <a:pt x="397859" y="268034"/>
                      </a:cubicBezTo>
                      <a:lnTo>
                        <a:pt x="380809" y="268034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grpSp>
            <p:nvGrpSpPr>
              <p:cNvPr id="55" name="Google Shape;3907;p408">
                <a:extLst>
                  <a:ext uri="{FF2B5EF4-FFF2-40B4-BE49-F238E27FC236}">
                    <a16:creationId xmlns:a16="http://schemas.microsoft.com/office/drawing/2014/main" id="{C3D8CBCD-C5A0-C4AA-6FC3-1CD72CF6B85A}"/>
                  </a:ext>
                </a:extLst>
              </p:cNvPr>
              <p:cNvGrpSpPr/>
              <p:nvPr/>
            </p:nvGrpSpPr>
            <p:grpSpPr>
              <a:xfrm>
                <a:off x="5303302" y="5372923"/>
                <a:ext cx="910375" cy="174416"/>
                <a:chOff x="2029853" y="3599163"/>
                <a:chExt cx="992860" cy="190218"/>
              </a:xfrm>
            </p:grpSpPr>
            <p:sp>
              <p:nvSpPr>
                <p:cNvPr id="57" name="Google Shape;3908;p408">
                  <a:extLst>
                    <a:ext uri="{FF2B5EF4-FFF2-40B4-BE49-F238E27FC236}">
                      <a16:creationId xmlns:a16="http://schemas.microsoft.com/office/drawing/2014/main" id="{2F84992C-C70E-B8A9-4B10-A6A5B28992B5}"/>
                    </a:ext>
                  </a:extLst>
                </p:cNvPr>
                <p:cNvSpPr txBox="1"/>
                <p:nvPr/>
              </p:nvSpPr>
              <p:spPr>
                <a:xfrm>
                  <a:off x="2272541" y="3599163"/>
                  <a:ext cx="750172" cy="190218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sp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ea typeface="Century Gothic"/>
                      <a:cs typeface="Century Gothic"/>
                      <a:sym typeface="Century Gothic"/>
                    </a:rPr>
                    <a:t>SD-WAN</a:t>
                  </a: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8" name="Google Shape;3909;p408">
                  <a:extLst>
                    <a:ext uri="{FF2B5EF4-FFF2-40B4-BE49-F238E27FC236}">
                      <a16:creationId xmlns:a16="http://schemas.microsoft.com/office/drawing/2014/main" id="{29A05C9C-42D5-E319-F112-AD2783792E9D}"/>
                    </a:ext>
                  </a:extLst>
                </p:cNvPr>
                <p:cNvSpPr/>
                <p:nvPr/>
              </p:nvSpPr>
              <p:spPr>
                <a:xfrm>
                  <a:off x="2029853" y="3606144"/>
                  <a:ext cx="259992" cy="175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" h="1738" extrusionOk="0">
                      <a:moveTo>
                        <a:pt x="2573" y="1093"/>
                      </a:moveTo>
                      <a:lnTo>
                        <a:pt x="2573" y="1093"/>
                      </a:lnTo>
                      <a:cubicBezTo>
                        <a:pt x="2573" y="1447"/>
                        <a:pt x="1994" y="1737"/>
                        <a:pt x="1287" y="1737"/>
                      </a:cubicBezTo>
                      <a:cubicBezTo>
                        <a:pt x="579" y="1737"/>
                        <a:pt x="0" y="1447"/>
                        <a:pt x="0" y="1093"/>
                      </a:cubicBezTo>
                      <a:cubicBezTo>
                        <a:pt x="0" y="753"/>
                        <a:pt x="0" y="753"/>
                        <a:pt x="0" y="753"/>
                      </a:cubicBezTo>
                      <a:cubicBezTo>
                        <a:pt x="0" y="1106"/>
                        <a:pt x="579" y="1396"/>
                        <a:pt x="1287" y="1396"/>
                      </a:cubicBezTo>
                      <a:cubicBezTo>
                        <a:pt x="1994" y="1396"/>
                        <a:pt x="2573" y="1106"/>
                        <a:pt x="2573" y="753"/>
                      </a:cubicBezTo>
                      <a:lnTo>
                        <a:pt x="2573" y="1093"/>
                      </a:lnTo>
                      <a:close/>
                      <a:moveTo>
                        <a:pt x="2573" y="644"/>
                      </a:moveTo>
                      <a:lnTo>
                        <a:pt x="2573" y="644"/>
                      </a:lnTo>
                      <a:cubicBezTo>
                        <a:pt x="2573" y="997"/>
                        <a:pt x="1994" y="1286"/>
                        <a:pt x="1287" y="1286"/>
                      </a:cubicBezTo>
                      <a:cubicBezTo>
                        <a:pt x="579" y="1286"/>
                        <a:pt x="0" y="997"/>
                        <a:pt x="0" y="644"/>
                      </a:cubicBezTo>
                      <a:cubicBezTo>
                        <a:pt x="0" y="283"/>
                        <a:pt x="579" y="0"/>
                        <a:pt x="1287" y="0"/>
                      </a:cubicBezTo>
                      <a:cubicBezTo>
                        <a:pt x="1994" y="0"/>
                        <a:pt x="2573" y="283"/>
                        <a:pt x="2573" y="644"/>
                      </a:cubicBezTo>
                      <a:close/>
                      <a:moveTo>
                        <a:pt x="1248" y="997"/>
                      </a:moveTo>
                      <a:lnTo>
                        <a:pt x="1248" y="997"/>
                      </a:lnTo>
                      <a:cubicBezTo>
                        <a:pt x="1004" y="881"/>
                        <a:pt x="1004" y="881"/>
                        <a:pt x="1004" y="881"/>
                      </a:cubicBezTo>
                      <a:cubicBezTo>
                        <a:pt x="1203" y="779"/>
                        <a:pt x="1203" y="779"/>
                        <a:pt x="1203" y="779"/>
                      </a:cubicBezTo>
                      <a:cubicBezTo>
                        <a:pt x="1017" y="682"/>
                        <a:pt x="1017" y="682"/>
                        <a:pt x="1017" y="682"/>
                      </a:cubicBezTo>
                      <a:cubicBezTo>
                        <a:pt x="811" y="785"/>
                        <a:pt x="811" y="785"/>
                        <a:pt x="811" y="785"/>
                      </a:cubicBezTo>
                      <a:cubicBezTo>
                        <a:pt x="573" y="663"/>
                        <a:pt x="573" y="663"/>
                        <a:pt x="573" y="663"/>
                      </a:cubicBezTo>
                      <a:cubicBezTo>
                        <a:pt x="573" y="997"/>
                        <a:pt x="573" y="997"/>
                        <a:pt x="573" y="997"/>
                      </a:cubicBezTo>
                      <a:lnTo>
                        <a:pt x="1248" y="997"/>
                      </a:lnTo>
                      <a:close/>
                      <a:moveTo>
                        <a:pt x="1248" y="283"/>
                      </a:moveTo>
                      <a:lnTo>
                        <a:pt x="1248" y="283"/>
                      </a:lnTo>
                      <a:cubicBezTo>
                        <a:pt x="1004" y="405"/>
                        <a:pt x="1004" y="405"/>
                        <a:pt x="1004" y="405"/>
                      </a:cubicBezTo>
                      <a:cubicBezTo>
                        <a:pt x="804" y="302"/>
                        <a:pt x="804" y="302"/>
                        <a:pt x="804" y="302"/>
                      </a:cubicBezTo>
                      <a:cubicBezTo>
                        <a:pt x="611" y="399"/>
                        <a:pt x="611" y="399"/>
                        <a:pt x="611" y="399"/>
                      </a:cubicBezTo>
                      <a:cubicBezTo>
                        <a:pt x="811" y="502"/>
                        <a:pt x="811" y="502"/>
                        <a:pt x="811" y="502"/>
                      </a:cubicBezTo>
                      <a:cubicBezTo>
                        <a:pt x="573" y="624"/>
                        <a:pt x="573" y="624"/>
                        <a:pt x="573" y="624"/>
                      </a:cubicBezTo>
                      <a:cubicBezTo>
                        <a:pt x="1248" y="624"/>
                        <a:pt x="1248" y="624"/>
                        <a:pt x="1248" y="624"/>
                      </a:cubicBezTo>
                      <a:lnTo>
                        <a:pt x="1248" y="283"/>
                      </a:lnTo>
                      <a:close/>
                      <a:moveTo>
                        <a:pt x="1762" y="785"/>
                      </a:moveTo>
                      <a:lnTo>
                        <a:pt x="1762" y="785"/>
                      </a:lnTo>
                      <a:cubicBezTo>
                        <a:pt x="2000" y="663"/>
                        <a:pt x="2000" y="663"/>
                        <a:pt x="2000" y="663"/>
                      </a:cubicBezTo>
                      <a:cubicBezTo>
                        <a:pt x="1325" y="663"/>
                        <a:pt x="1325" y="663"/>
                        <a:pt x="1325" y="663"/>
                      </a:cubicBezTo>
                      <a:cubicBezTo>
                        <a:pt x="1325" y="997"/>
                        <a:pt x="1325" y="997"/>
                        <a:pt x="1325" y="997"/>
                      </a:cubicBezTo>
                      <a:cubicBezTo>
                        <a:pt x="1569" y="881"/>
                        <a:pt x="1569" y="881"/>
                        <a:pt x="1569" y="881"/>
                      </a:cubicBezTo>
                      <a:cubicBezTo>
                        <a:pt x="1769" y="977"/>
                        <a:pt x="1769" y="977"/>
                        <a:pt x="1769" y="977"/>
                      </a:cubicBezTo>
                      <a:cubicBezTo>
                        <a:pt x="1961" y="881"/>
                        <a:pt x="1961" y="881"/>
                        <a:pt x="1961" y="881"/>
                      </a:cubicBezTo>
                      <a:lnTo>
                        <a:pt x="1762" y="785"/>
                      </a:lnTo>
                      <a:close/>
                      <a:moveTo>
                        <a:pt x="2000" y="283"/>
                      </a:moveTo>
                      <a:lnTo>
                        <a:pt x="2000" y="283"/>
                      </a:lnTo>
                      <a:cubicBezTo>
                        <a:pt x="1325" y="283"/>
                        <a:pt x="1325" y="283"/>
                        <a:pt x="1325" y="283"/>
                      </a:cubicBezTo>
                      <a:cubicBezTo>
                        <a:pt x="1569" y="405"/>
                        <a:pt x="1569" y="405"/>
                        <a:pt x="1569" y="405"/>
                      </a:cubicBezTo>
                      <a:cubicBezTo>
                        <a:pt x="1369" y="508"/>
                        <a:pt x="1369" y="508"/>
                        <a:pt x="1369" y="508"/>
                      </a:cubicBezTo>
                      <a:cubicBezTo>
                        <a:pt x="1556" y="599"/>
                        <a:pt x="1556" y="599"/>
                        <a:pt x="1556" y="599"/>
                      </a:cubicBezTo>
                      <a:cubicBezTo>
                        <a:pt x="1762" y="502"/>
                        <a:pt x="1762" y="502"/>
                        <a:pt x="1762" y="502"/>
                      </a:cubicBezTo>
                      <a:cubicBezTo>
                        <a:pt x="2000" y="624"/>
                        <a:pt x="2000" y="624"/>
                        <a:pt x="2000" y="624"/>
                      </a:cubicBezTo>
                      <a:lnTo>
                        <a:pt x="2000" y="28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121867" tIns="60921" rIns="121867" bIns="60921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sp>
            <p:nvSpPr>
              <p:cNvPr id="56" name="Google Shape;3910;p408">
                <a:extLst>
                  <a:ext uri="{FF2B5EF4-FFF2-40B4-BE49-F238E27FC236}">
                    <a16:creationId xmlns:a16="http://schemas.microsoft.com/office/drawing/2014/main" id="{8DEA0544-05FC-20E5-7097-53BF92B57215}"/>
                  </a:ext>
                </a:extLst>
              </p:cNvPr>
              <p:cNvSpPr txBox="1"/>
              <p:nvPr/>
            </p:nvSpPr>
            <p:spPr>
              <a:xfrm>
                <a:off x="5134874" y="5926960"/>
                <a:ext cx="1078803" cy="1937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45697" rIns="0" bIns="45697" anchor="t" anchorCtr="0">
                <a:sp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Campus / Factory</a:t>
                </a: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0" name="Google Shape;3911;p408">
              <a:extLst>
                <a:ext uri="{FF2B5EF4-FFF2-40B4-BE49-F238E27FC236}">
                  <a16:creationId xmlns:a16="http://schemas.microsoft.com/office/drawing/2014/main" id="{E4FAC580-2B6B-DFCA-6B3B-E17F415D5320}"/>
                </a:ext>
              </a:extLst>
            </p:cNvPr>
            <p:cNvGrpSpPr/>
            <p:nvPr/>
          </p:nvGrpSpPr>
          <p:grpSpPr>
            <a:xfrm>
              <a:off x="1357896" y="4914804"/>
              <a:ext cx="1216035" cy="1242889"/>
              <a:chOff x="1575738" y="5401700"/>
              <a:chExt cx="765822" cy="782738"/>
            </a:xfrm>
          </p:grpSpPr>
          <p:sp>
            <p:nvSpPr>
              <p:cNvPr id="45" name="Google Shape;3912;p408">
                <a:extLst>
                  <a:ext uri="{FF2B5EF4-FFF2-40B4-BE49-F238E27FC236}">
                    <a16:creationId xmlns:a16="http://schemas.microsoft.com/office/drawing/2014/main" id="{39BF4D22-6B91-A270-5123-F3F3B603A5F5}"/>
                  </a:ext>
                </a:extLst>
              </p:cNvPr>
              <p:cNvSpPr txBox="1"/>
              <p:nvPr/>
            </p:nvSpPr>
            <p:spPr>
              <a:xfrm>
                <a:off x="1575738" y="5990638"/>
                <a:ext cx="764441" cy="193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45697" rIns="0" bIns="45697" anchor="t" anchorCtr="0">
                <a:sp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Small Branch</a:t>
                </a: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6" name="Google Shape;3913;p408">
                <a:extLst>
                  <a:ext uri="{FF2B5EF4-FFF2-40B4-BE49-F238E27FC236}">
                    <a16:creationId xmlns:a16="http://schemas.microsoft.com/office/drawing/2014/main" id="{EB0A6A7C-DF5F-3555-1561-631603D387B6}"/>
                  </a:ext>
                </a:extLst>
              </p:cNvPr>
              <p:cNvSpPr/>
              <p:nvPr/>
            </p:nvSpPr>
            <p:spPr>
              <a:xfrm>
                <a:off x="1577120" y="5401700"/>
                <a:ext cx="764440" cy="499414"/>
              </a:xfrm>
              <a:prstGeom prst="roundRect">
                <a:avLst>
                  <a:gd name="adj" fmla="val 9976"/>
                </a:avLst>
              </a:prstGeom>
              <a:solidFill>
                <a:srgbClr val="1A4FB7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394" tIns="45672" rIns="91394" bIns="45672" anchor="ctr" anchorCtr="0">
                <a:noAutofit/>
              </a:bodyPr>
              <a:lstStyle/>
              <a:p>
                <a:pPr marL="0" marR="0" lvl="0" indent="0" algn="l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grpSp>
            <p:nvGrpSpPr>
              <p:cNvPr id="47" name="Google Shape;3914;p408">
                <a:extLst>
                  <a:ext uri="{FF2B5EF4-FFF2-40B4-BE49-F238E27FC236}">
                    <a16:creationId xmlns:a16="http://schemas.microsoft.com/office/drawing/2014/main" id="{B9039610-FB0C-C922-C3F5-7DFACCBDFE36}"/>
                  </a:ext>
                </a:extLst>
              </p:cNvPr>
              <p:cNvGrpSpPr/>
              <p:nvPr/>
            </p:nvGrpSpPr>
            <p:grpSpPr>
              <a:xfrm>
                <a:off x="1622085" y="5455640"/>
                <a:ext cx="718095" cy="174417"/>
                <a:chOff x="1998987" y="3599898"/>
                <a:chExt cx="931205" cy="226175"/>
              </a:xfrm>
            </p:grpSpPr>
            <p:sp>
              <p:nvSpPr>
                <p:cNvPr id="51" name="Google Shape;3915;p408">
                  <a:extLst>
                    <a:ext uri="{FF2B5EF4-FFF2-40B4-BE49-F238E27FC236}">
                      <a16:creationId xmlns:a16="http://schemas.microsoft.com/office/drawing/2014/main" id="{FFF18AE0-B132-68DB-CE12-020016EDC082}"/>
                    </a:ext>
                  </a:extLst>
                </p:cNvPr>
                <p:cNvSpPr txBox="1"/>
                <p:nvPr/>
              </p:nvSpPr>
              <p:spPr>
                <a:xfrm>
                  <a:off x="2212313" y="3599898"/>
                  <a:ext cx="717879" cy="22617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19" tIns="45697" rIns="0" bIns="45697" anchor="ctr" anchorCtr="0">
                  <a:sp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ea typeface="Century Gothic"/>
                      <a:cs typeface="Century Gothic"/>
                      <a:sym typeface="Century Gothic"/>
                    </a:rPr>
                    <a:t>SD-WAN</a:t>
                  </a: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2" name="Google Shape;3916;p408">
                  <a:extLst>
                    <a:ext uri="{FF2B5EF4-FFF2-40B4-BE49-F238E27FC236}">
                      <a16:creationId xmlns:a16="http://schemas.microsoft.com/office/drawing/2014/main" id="{71220446-B6C6-5655-E857-98D83D2CF4FB}"/>
                    </a:ext>
                  </a:extLst>
                </p:cNvPr>
                <p:cNvSpPr/>
                <p:nvPr/>
              </p:nvSpPr>
              <p:spPr>
                <a:xfrm>
                  <a:off x="1998987" y="3606156"/>
                  <a:ext cx="259990" cy="175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" h="1738" extrusionOk="0">
                      <a:moveTo>
                        <a:pt x="2573" y="1093"/>
                      </a:moveTo>
                      <a:lnTo>
                        <a:pt x="2573" y="1093"/>
                      </a:lnTo>
                      <a:cubicBezTo>
                        <a:pt x="2573" y="1447"/>
                        <a:pt x="1994" y="1737"/>
                        <a:pt x="1287" y="1737"/>
                      </a:cubicBezTo>
                      <a:cubicBezTo>
                        <a:pt x="579" y="1737"/>
                        <a:pt x="0" y="1447"/>
                        <a:pt x="0" y="1093"/>
                      </a:cubicBezTo>
                      <a:cubicBezTo>
                        <a:pt x="0" y="753"/>
                        <a:pt x="0" y="753"/>
                        <a:pt x="0" y="753"/>
                      </a:cubicBezTo>
                      <a:cubicBezTo>
                        <a:pt x="0" y="1106"/>
                        <a:pt x="579" y="1396"/>
                        <a:pt x="1287" y="1396"/>
                      </a:cubicBezTo>
                      <a:cubicBezTo>
                        <a:pt x="1994" y="1396"/>
                        <a:pt x="2573" y="1106"/>
                        <a:pt x="2573" y="753"/>
                      </a:cubicBezTo>
                      <a:lnTo>
                        <a:pt x="2573" y="1093"/>
                      </a:lnTo>
                      <a:close/>
                      <a:moveTo>
                        <a:pt x="2573" y="644"/>
                      </a:moveTo>
                      <a:lnTo>
                        <a:pt x="2573" y="644"/>
                      </a:lnTo>
                      <a:cubicBezTo>
                        <a:pt x="2573" y="997"/>
                        <a:pt x="1994" y="1286"/>
                        <a:pt x="1287" y="1286"/>
                      </a:cubicBezTo>
                      <a:cubicBezTo>
                        <a:pt x="579" y="1286"/>
                        <a:pt x="0" y="997"/>
                        <a:pt x="0" y="644"/>
                      </a:cubicBezTo>
                      <a:cubicBezTo>
                        <a:pt x="0" y="283"/>
                        <a:pt x="579" y="0"/>
                        <a:pt x="1287" y="0"/>
                      </a:cubicBezTo>
                      <a:cubicBezTo>
                        <a:pt x="1994" y="0"/>
                        <a:pt x="2573" y="283"/>
                        <a:pt x="2573" y="644"/>
                      </a:cubicBezTo>
                      <a:close/>
                      <a:moveTo>
                        <a:pt x="1248" y="997"/>
                      </a:moveTo>
                      <a:lnTo>
                        <a:pt x="1248" y="997"/>
                      </a:lnTo>
                      <a:cubicBezTo>
                        <a:pt x="1004" y="881"/>
                        <a:pt x="1004" y="881"/>
                        <a:pt x="1004" y="881"/>
                      </a:cubicBezTo>
                      <a:cubicBezTo>
                        <a:pt x="1203" y="779"/>
                        <a:pt x="1203" y="779"/>
                        <a:pt x="1203" y="779"/>
                      </a:cubicBezTo>
                      <a:cubicBezTo>
                        <a:pt x="1017" y="682"/>
                        <a:pt x="1017" y="682"/>
                        <a:pt x="1017" y="682"/>
                      </a:cubicBezTo>
                      <a:cubicBezTo>
                        <a:pt x="811" y="785"/>
                        <a:pt x="811" y="785"/>
                        <a:pt x="811" y="785"/>
                      </a:cubicBezTo>
                      <a:cubicBezTo>
                        <a:pt x="573" y="663"/>
                        <a:pt x="573" y="663"/>
                        <a:pt x="573" y="663"/>
                      </a:cubicBezTo>
                      <a:cubicBezTo>
                        <a:pt x="573" y="997"/>
                        <a:pt x="573" y="997"/>
                        <a:pt x="573" y="997"/>
                      </a:cubicBezTo>
                      <a:lnTo>
                        <a:pt x="1248" y="997"/>
                      </a:lnTo>
                      <a:close/>
                      <a:moveTo>
                        <a:pt x="1248" y="283"/>
                      </a:moveTo>
                      <a:lnTo>
                        <a:pt x="1248" y="283"/>
                      </a:lnTo>
                      <a:cubicBezTo>
                        <a:pt x="1004" y="405"/>
                        <a:pt x="1004" y="405"/>
                        <a:pt x="1004" y="405"/>
                      </a:cubicBezTo>
                      <a:cubicBezTo>
                        <a:pt x="804" y="302"/>
                        <a:pt x="804" y="302"/>
                        <a:pt x="804" y="302"/>
                      </a:cubicBezTo>
                      <a:cubicBezTo>
                        <a:pt x="611" y="399"/>
                        <a:pt x="611" y="399"/>
                        <a:pt x="611" y="399"/>
                      </a:cubicBezTo>
                      <a:cubicBezTo>
                        <a:pt x="811" y="502"/>
                        <a:pt x="811" y="502"/>
                        <a:pt x="811" y="502"/>
                      </a:cubicBezTo>
                      <a:cubicBezTo>
                        <a:pt x="573" y="624"/>
                        <a:pt x="573" y="624"/>
                        <a:pt x="573" y="624"/>
                      </a:cubicBezTo>
                      <a:cubicBezTo>
                        <a:pt x="1248" y="624"/>
                        <a:pt x="1248" y="624"/>
                        <a:pt x="1248" y="624"/>
                      </a:cubicBezTo>
                      <a:lnTo>
                        <a:pt x="1248" y="283"/>
                      </a:lnTo>
                      <a:close/>
                      <a:moveTo>
                        <a:pt x="1762" y="785"/>
                      </a:moveTo>
                      <a:lnTo>
                        <a:pt x="1762" y="785"/>
                      </a:lnTo>
                      <a:cubicBezTo>
                        <a:pt x="2000" y="663"/>
                        <a:pt x="2000" y="663"/>
                        <a:pt x="2000" y="663"/>
                      </a:cubicBezTo>
                      <a:cubicBezTo>
                        <a:pt x="1325" y="663"/>
                        <a:pt x="1325" y="663"/>
                        <a:pt x="1325" y="663"/>
                      </a:cubicBezTo>
                      <a:cubicBezTo>
                        <a:pt x="1325" y="997"/>
                        <a:pt x="1325" y="997"/>
                        <a:pt x="1325" y="997"/>
                      </a:cubicBezTo>
                      <a:cubicBezTo>
                        <a:pt x="1569" y="881"/>
                        <a:pt x="1569" y="881"/>
                        <a:pt x="1569" y="881"/>
                      </a:cubicBezTo>
                      <a:cubicBezTo>
                        <a:pt x="1769" y="977"/>
                        <a:pt x="1769" y="977"/>
                        <a:pt x="1769" y="977"/>
                      </a:cubicBezTo>
                      <a:cubicBezTo>
                        <a:pt x="1961" y="881"/>
                        <a:pt x="1961" y="881"/>
                        <a:pt x="1961" y="881"/>
                      </a:cubicBezTo>
                      <a:lnTo>
                        <a:pt x="1762" y="785"/>
                      </a:lnTo>
                      <a:close/>
                      <a:moveTo>
                        <a:pt x="2000" y="283"/>
                      </a:moveTo>
                      <a:lnTo>
                        <a:pt x="2000" y="283"/>
                      </a:lnTo>
                      <a:cubicBezTo>
                        <a:pt x="1325" y="283"/>
                        <a:pt x="1325" y="283"/>
                        <a:pt x="1325" y="283"/>
                      </a:cubicBezTo>
                      <a:cubicBezTo>
                        <a:pt x="1569" y="405"/>
                        <a:pt x="1569" y="405"/>
                        <a:pt x="1569" y="405"/>
                      </a:cubicBezTo>
                      <a:cubicBezTo>
                        <a:pt x="1369" y="508"/>
                        <a:pt x="1369" y="508"/>
                        <a:pt x="1369" y="508"/>
                      </a:cubicBezTo>
                      <a:cubicBezTo>
                        <a:pt x="1556" y="599"/>
                        <a:pt x="1556" y="599"/>
                        <a:pt x="1556" y="599"/>
                      </a:cubicBezTo>
                      <a:cubicBezTo>
                        <a:pt x="1762" y="502"/>
                        <a:pt x="1762" y="502"/>
                        <a:pt x="1762" y="502"/>
                      </a:cubicBezTo>
                      <a:cubicBezTo>
                        <a:pt x="2000" y="624"/>
                        <a:pt x="2000" y="624"/>
                        <a:pt x="2000" y="624"/>
                      </a:cubicBezTo>
                      <a:lnTo>
                        <a:pt x="2000" y="28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121867" tIns="60921" rIns="121867" bIns="60921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grpSp>
            <p:nvGrpSpPr>
              <p:cNvPr id="48" name="Google Shape;3917;p408">
                <a:extLst>
                  <a:ext uri="{FF2B5EF4-FFF2-40B4-BE49-F238E27FC236}">
                    <a16:creationId xmlns:a16="http://schemas.microsoft.com/office/drawing/2014/main" id="{D5A09C4A-3D7E-AF6E-6A50-23B7B8BE8325}"/>
                  </a:ext>
                </a:extLst>
              </p:cNvPr>
              <p:cNvGrpSpPr/>
              <p:nvPr/>
            </p:nvGrpSpPr>
            <p:grpSpPr>
              <a:xfrm>
                <a:off x="1715080" y="5666514"/>
                <a:ext cx="485286" cy="136767"/>
                <a:chOff x="7239836" y="5063237"/>
                <a:chExt cx="485286" cy="136767"/>
              </a:xfrm>
            </p:grpSpPr>
            <p:sp>
              <p:nvSpPr>
                <p:cNvPr id="49" name="Google Shape;3918;p408">
                  <a:extLst>
                    <a:ext uri="{FF2B5EF4-FFF2-40B4-BE49-F238E27FC236}">
                      <a16:creationId xmlns:a16="http://schemas.microsoft.com/office/drawing/2014/main" id="{B005E009-A429-1CFA-1161-2CE865A38676}"/>
                    </a:ext>
                  </a:extLst>
                </p:cNvPr>
                <p:cNvSpPr/>
                <p:nvPr/>
              </p:nvSpPr>
              <p:spPr>
                <a:xfrm>
                  <a:off x="7239836" y="5063239"/>
                  <a:ext cx="201536" cy="1367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809" h="519683" extrusionOk="0">
                      <a:moveTo>
                        <a:pt x="673799" y="360807"/>
                      </a:moveTo>
                      <a:cubicBezTo>
                        <a:pt x="665911" y="361018"/>
                        <a:pt x="659345" y="354794"/>
                        <a:pt x="659135" y="346905"/>
                      </a:cubicBezTo>
                      <a:cubicBezTo>
                        <a:pt x="659132" y="346777"/>
                        <a:pt x="659130" y="346648"/>
                        <a:pt x="659130" y="346519"/>
                      </a:cubicBezTo>
                      <a:lnTo>
                        <a:pt x="659130" y="61913"/>
                      </a:lnTo>
                      <a:cubicBezTo>
                        <a:pt x="659130" y="43501"/>
                        <a:pt x="644204" y="28575"/>
                        <a:pt x="625793" y="28575"/>
                      </a:cubicBezTo>
                      <a:lnTo>
                        <a:pt x="139637" y="28575"/>
                      </a:lnTo>
                      <a:cubicBezTo>
                        <a:pt x="121225" y="28575"/>
                        <a:pt x="106299" y="43501"/>
                        <a:pt x="106299" y="61913"/>
                      </a:cubicBezTo>
                      <a:lnTo>
                        <a:pt x="106299" y="346519"/>
                      </a:lnTo>
                      <a:cubicBezTo>
                        <a:pt x="106299" y="354410"/>
                        <a:pt x="99902" y="360807"/>
                        <a:pt x="92012" y="360807"/>
                      </a:cubicBezTo>
                      <a:cubicBezTo>
                        <a:pt x="84121" y="360807"/>
                        <a:pt x="77724" y="354410"/>
                        <a:pt x="77724" y="346519"/>
                      </a:cubicBezTo>
                      <a:lnTo>
                        <a:pt x="77724" y="61913"/>
                      </a:lnTo>
                      <a:cubicBezTo>
                        <a:pt x="77724" y="27719"/>
                        <a:pt x="105443" y="0"/>
                        <a:pt x="139637" y="0"/>
                      </a:cubicBezTo>
                      <a:lnTo>
                        <a:pt x="626174" y="0"/>
                      </a:lnTo>
                      <a:cubicBezTo>
                        <a:pt x="660367" y="0"/>
                        <a:pt x="688086" y="27719"/>
                        <a:pt x="688086" y="61913"/>
                      </a:cubicBezTo>
                      <a:lnTo>
                        <a:pt x="688086" y="346519"/>
                      </a:lnTo>
                      <a:cubicBezTo>
                        <a:pt x="688086" y="354410"/>
                        <a:pt x="681689" y="360807"/>
                        <a:pt x="673799" y="360807"/>
                      </a:cubicBezTo>
                      <a:close/>
                      <a:moveTo>
                        <a:pt x="765810" y="467296"/>
                      </a:moveTo>
                      <a:lnTo>
                        <a:pt x="765810" y="441674"/>
                      </a:lnTo>
                      <a:cubicBezTo>
                        <a:pt x="765753" y="412763"/>
                        <a:pt x="742334" y="389339"/>
                        <a:pt x="713423" y="389287"/>
                      </a:cubicBezTo>
                      <a:lnTo>
                        <a:pt x="52388" y="389287"/>
                      </a:lnTo>
                      <a:cubicBezTo>
                        <a:pt x="23476" y="389339"/>
                        <a:pt x="52" y="412763"/>
                        <a:pt x="0" y="441674"/>
                      </a:cubicBezTo>
                      <a:lnTo>
                        <a:pt x="0" y="467296"/>
                      </a:lnTo>
                      <a:cubicBezTo>
                        <a:pt x="0" y="496230"/>
                        <a:pt x="23454" y="519684"/>
                        <a:pt x="52388" y="519684"/>
                      </a:cubicBezTo>
                      <a:lnTo>
                        <a:pt x="713423" y="519684"/>
                      </a:lnTo>
                      <a:cubicBezTo>
                        <a:pt x="742356" y="519684"/>
                        <a:pt x="765810" y="496230"/>
                        <a:pt x="765810" y="467296"/>
                      </a:cubicBezTo>
                      <a:close/>
                      <a:moveTo>
                        <a:pt x="713423" y="417862"/>
                      </a:moveTo>
                      <a:cubicBezTo>
                        <a:pt x="726552" y="417914"/>
                        <a:pt x="737183" y="428545"/>
                        <a:pt x="737235" y="441674"/>
                      </a:cubicBezTo>
                      <a:lnTo>
                        <a:pt x="737235" y="467296"/>
                      </a:lnTo>
                      <a:cubicBezTo>
                        <a:pt x="737183" y="480426"/>
                        <a:pt x="726552" y="491057"/>
                        <a:pt x="713423" y="491109"/>
                      </a:cubicBezTo>
                      <a:lnTo>
                        <a:pt x="52388" y="491109"/>
                      </a:lnTo>
                      <a:cubicBezTo>
                        <a:pt x="39258" y="491057"/>
                        <a:pt x="28627" y="480426"/>
                        <a:pt x="28575" y="467296"/>
                      </a:cubicBezTo>
                      <a:lnTo>
                        <a:pt x="28575" y="441674"/>
                      </a:lnTo>
                      <a:cubicBezTo>
                        <a:pt x="28627" y="428545"/>
                        <a:pt x="39258" y="417914"/>
                        <a:pt x="52388" y="417862"/>
                      </a:cubicBezTo>
                      <a:close/>
                      <a:moveTo>
                        <a:pt x="382905" y="435483"/>
                      </a:moveTo>
                      <a:cubicBezTo>
                        <a:pt x="372384" y="435483"/>
                        <a:pt x="363855" y="444012"/>
                        <a:pt x="363855" y="454533"/>
                      </a:cubicBezTo>
                      <a:cubicBezTo>
                        <a:pt x="363855" y="465054"/>
                        <a:pt x="372384" y="473583"/>
                        <a:pt x="382905" y="473583"/>
                      </a:cubicBezTo>
                      <a:cubicBezTo>
                        <a:pt x="393426" y="473583"/>
                        <a:pt x="401955" y="465054"/>
                        <a:pt x="401955" y="454533"/>
                      </a:cubicBezTo>
                      <a:cubicBezTo>
                        <a:pt x="401955" y="444012"/>
                        <a:pt x="393426" y="435483"/>
                        <a:pt x="382905" y="43548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50" name="Google Shape;3919;p408">
                  <a:extLst>
                    <a:ext uri="{FF2B5EF4-FFF2-40B4-BE49-F238E27FC236}">
                      <a16:creationId xmlns:a16="http://schemas.microsoft.com/office/drawing/2014/main" id="{1E5F3484-22F4-F240-7796-5D6BEC20401F}"/>
                    </a:ext>
                  </a:extLst>
                </p:cNvPr>
                <p:cNvSpPr/>
                <p:nvPr/>
              </p:nvSpPr>
              <p:spPr>
                <a:xfrm>
                  <a:off x="7523586" y="5063237"/>
                  <a:ext cx="201536" cy="1367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809" h="519683" extrusionOk="0">
                      <a:moveTo>
                        <a:pt x="673799" y="360807"/>
                      </a:moveTo>
                      <a:cubicBezTo>
                        <a:pt x="665911" y="361018"/>
                        <a:pt x="659345" y="354794"/>
                        <a:pt x="659135" y="346905"/>
                      </a:cubicBezTo>
                      <a:cubicBezTo>
                        <a:pt x="659132" y="346777"/>
                        <a:pt x="659130" y="346648"/>
                        <a:pt x="659130" y="346519"/>
                      </a:cubicBezTo>
                      <a:lnTo>
                        <a:pt x="659130" y="61913"/>
                      </a:lnTo>
                      <a:cubicBezTo>
                        <a:pt x="659130" y="43501"/>
                        <a:pt x="644204" y="28575"/>
                        <a:pt x="625793" y="28575"/>
                      </a:cubicBezTo>
                      <a:lnTo>
                        <a:pt x="139637" y="28575"/>
                      </a:lnTo>
                      <a:cubicBezTo>
                        <a:pt x="121225" y="28575"/>
                        <a:pt x="106299" y="43501"/>
                        <a:pt x="106299" y="61913"/>
                      </a:cubicBezTo>
                      <a:lnTo>
                        <a:pt x="106299" y="346519"/>
                      </a:lnTo>
                      <a:cubicBezTo>
                        <a:pt x="106299" y="354410"/>
                        <a:pt x="99902" y="360807"/>
                        <a:pt x="92012" y="360807"/>
                      </a:cubicBezTo>
                      <a:cubicBezTo>
                        <a:pt x="84121" y="360807"/>
                        <a:pt x="77724" y="354410"/>
                        <a:pt x="77724" y="346519"/>
                      </a:cubicBezTo>
                      <a:lnTo>
                        <a:pt x="77724" y="61913"/>
                      </a:lnTo>
                      <a:cubicBezTo>
                        <a:pt x="77724" y="27719"/>
                        <a:pt x="105443" y="0"/>
                        <a:pt x="139637" y="0"/>
                      </a:cubicBezTo>
                      <a:lnTo>
                        <a:pt x="626174" y="0"/>
                      </a:lnTo>
                      <a:cubicBezTo>
                        <a:pt x="660367" y="0"/>
                        <a:pt x="688086" y="27719"/>
                        <a:pt x="688086" y="61913"/>
                      </a:cubicBezTo>
                      <a:lnTo>
                        <a:pt x="688086" y="346519"/>
                      </a:lnTo>
                      <a:cubicBezTo>
                        <a:pt x="688086" y="354410"/>
                        <a:pt x="681689" y="360807"/>
                        <a:pt x="673799" y="360807"/>
                      </a:cubicBezTo>
                      <a:close/>
                      <a:moveTo>
                        <a:pt x="765810" y="467296"/>
                      </a:moveTo>
                      <a:lnTo>
                        <a:pt x="765810" y="441674"/>
                      </a:lnTo>
                      <a:cubicBezTo>
                        <a:pt x="765753" y="412763"/>
                        <a:pt x="742334" y="389339"/>
                        <a:pt x="713423" y="389287"/>
                      </a:cubicBezTo>
                      <a:lnTo>
                        <a:pt x="52388" y="389287"/>
                      </a:lnTo>
                      <a:cubicBezTo>
                        <a:pt x="23476" y="389339"/>
                        <a:pt x="52" y="412763"/>
                        <a:pt x="0" y="441674"/>
                      </a:cubicBezTo>
                      <a:lnTo>
                        <a:pt x="0" y="467296"/>
                      </a:lnTo>
                      <a:cubicBezTo>
                        <a:pt x="0" y="496230"/>
                        <a:pt x="23454" y="519684"/>
                        <a:pt x="52388" y="519684"/>
                      </a:cubicBezTo>
                      <a:lnTo>
                        <a:pt x="713423" y="519684"/>
                      </a:lnTo>
                      <a:cubicBezTo>
                        <a:pt x="742356" y="519684"/>
                        <a:pt x="765810" y="496230"/>
                        <a:pt x="765810" y="467296"/>
                      </a:cubicBezTo>
                      <a:close/>
                      <a:moveTo>
                        <a:pt x="713423" y="417862"/>
                      </a:moveTo>
                      <a:cubicBezTo>
                        <a:pt x="726552" y="417914"/>
                        <a:pt x="737183" y="428545"/>
                        <a:pt x="737235" y="441674"/>
                      </a:cubicBezTo>
                      <a:lnTo>
                        <a:pt x="737235" y="467296"/>
                      </a:lnTo>
                      <a:cubicBezTo>
                        <a:pt x="737183" y="480426"/>
                        <a:pt x="726552" y="491057"/>
                        <a:pt x="713423" y="491109"/>
                      </a:cubicBezTo>
                      <a:lnTo>
                        <a:pt x="52388" y="491109"/>
                      </a:lnTo>
                      <a:cubicBezTo>
                        <a:pt x="39258" y="491057"/>
                        <a:pt x="28627" y="480426"/>
                        <a:pt x="28575" y="467296"/>
                      </a:cubicBezTo>
                      <a:lnTo>
                        <a:pt x="28575" y="441674"/>
                      </a:lnTo>
                      <a:cubicBezTo>
                        <a:pt x="28627" y="428545"/>
                        <a:pt x="39258" y="417914"/>
                        <a:pt x="52388" y="417862"/>
                      </a:cubicBezTo>
                      <a:close/>
                      <a:moveTo>
                        <a:pt x="382905" y="435483"/>
                      </a:moveTo>
                      <a:cubicBezTo>
                        <a:pt x="372384" y="435483"/>
                        <a:pt x="363855" y="444012"/>
                        <a:pt x="363855" y="454533"/>
                      </a:cubicBezTo>
                      <a:cubicBezTo>
                        <a:pt x="363855" y="465054"/>
                        <a:pt x="372384" y="473583"/>
                        <a:pt x="382905" y="473583"/>
                      </a:cubicBezTo>
                      <a:cubicBezTo>
                        <a:pt x="393426" y="473583"/>
                        <a:pt x="401955" y="465054"/>
                        <a:pt x="401955" y="454533"/>
                      </a:cubicBezTo>
                      <a:cubicBezTo>
                        <a:pt x="401955" y="444012"/>
                        <a:pt x="393426" y="435483"/>
                        <a:pt x="382905" y="43548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</p:grpSp>
        <p:grpSp>
          <p:nvGrpSpPr>
            <p:cNvPr id="11" name="Google Shape;3920;p408">
              <a:extLst>
                <a:ext uri="{FF2B5EF4-FFF2-40B4-BE49-F238E27FC236}">
                  <a16:creationId xmlns:a16="http://schemas.microsoft.com/office/drawing/2014/main" id="{84570C09-450D-DCD9-E1AE-E3A73D10B15C}"/>
                </a:ext>
              </a:extLst>
            </p:cNvPr>
            <p:cNvGrpSpPr/>
            <p:nvPr/>
          </p:nvGrpSpPr>
          <p:grpSpPr>
            <a:xfrm>
              <a:off x="3054666" y="4814969"/>
              <a:ext cx="1446702" cy="1342731"/>
              <a:chOff x="3385283" y="5301829"/>
              <a:chExt cx="911089" cy="845613"/>
            </a:xfrm>
          </p:grpSpPr>
          <p:sp>
            <p:nvSpPr>
              <p:cNvPr id="37" name="Google Shape;3921;p408">
                <a:extLst>
                  <a:ext uri="{FF2B5EF4-FFF2-40B4-BE49-F238E27FC236}">
                    <a16:creationId xmlns:a16="http://schemas.microsoft.com/office/drawing/2014/main" id="{77FAA324-198A-1324-C97A-7B5AE9CC80F7}"/>
                  </a:ext>
                </a:extLst>
              </p:cNvPr>
              <p:cNvSpPr/>
              <p:nvPr/>
            </p:nvSpPr>
            <p:spPr>
              <a:xfrm>
                <a:off x="3385283" y="5301829"/>
                <a:ext cx="911089" cy="595221"/>
              </a:xfrm>
              <a:prstGeom prst="roundRect">
                <a:avLst>
                  <a:gd name="adj" fmla="val 9976"/>
                </a:avLst>
              </a:prstGeom>
              <a:solidFill>
                <a:srgbClr val="1A4FB7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394" tIns="45672" rIns="91394" bIns="45672" anchor="ctr" anchorCtr="0">
                <a:noAutofit/>
              </a:bodyPr>
              <a:lstStyle/>
              <a:p>
                <a:pPr marL="0" marR="0" lvl="0" indent="0" algn="l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38" name="Google Shape;3922;p408">
                <a:extLst>
                  <a:ext uri="{FF2B5EF4-FFF2-40B4-BE49-F238E27FC236}">
                    <a16:creationId xmlns:a16="http://schemas.microsoft.com/office/drawing/2014/main" id="{E72D194D-0768-5AC1-E3F3-EFE90C4D0FBD}"/>
                  </a:ext>
                </a:extLst>
              </p:cNvPr>
              <p:cNvSpPr/>
              <p:nvPr/>
            </p:nvSpPr>
            <p:spPr>
              <a:xfrm>
                <a:off x="3765286" y="5637905"/>
                <a:ext cx="172747" cy="168002"/>
              </a:xfrm>
              <a:custGeom>
                <a:avLst/>
                <a:gdLst/>
                <a:ahLst/>
                <a:cxnLst/>
                <a:rect l="l" t="t" r="r" b="b"/>
                <a:pathLst>
                  <a:path w="545673" h="474383" extrusionOk="0">
                    <a:moveTo>
                      <a:pt x="541414" y="332110"/>
                    </a:moveTo>
                    <a:lnTo>
                      <a:pt x="213676" y="4448"/>
                    </a:lnTo>
                    <a:cubicBezTo>
                      <a:pt x="207745" y="-1483"/>
                      <a:pt x="198087" y="-1483"/>
                      <a:pt x="192156" y="4448"/>
                    </a:cubicBezTo>
                    <a:lnTo>
                      <a:pt x="51100" y="145505"/>
                    </a:lnTo>
                    <a:cubicBezTo>
                      <a:pt x="48210" y="148395"/>
                      <a:pt x="46613" y="152197"/>
                      <a:pt x="46613" y="156227"/>
                    </a:cubicBezTo>
                    <a:cubicBezTo>
                      <a:pt x="46613" y="160257"/>
                      <a:pt x="48210" y="164135"/>
                      <a:pt x="51100" y="166949"/>
                    </a:cubicBezTo>
                    <a:lnTo>
                      <a:pt x="172233" y="288082"/>
                    </a:lnTo>
                    <a:lnTo>
                      <a:pt x="100755" y="359561"/>
                    </a:lnTo>
                    <a:lnTo>
                      <a:pt x="30417" y="359561"/>
                    </a:lnTo>
                    <a:lnTo>
                      <a:pt x="30417" y="278729"/>
                    </a:lnTo>
                    <a:cubicBezTo>
                      <a:pt x="30417" y="270365"/>
                      <a:pt x="23573" y="263521"/>
                      <a:pt x="15208" y="263521"/>
                    </a:cubicBezTo>
                    <a:cubicBezTo>
                      <a:pt x="6844" y="263521"/>
                      <a:pt x="0" y="270365"/>
                      <a:pt x="0" y="278729"/>
                    </a:cubicBezTo>
                    <a:lnTo>
                      <a:pt x="0" y="459175"/>
                    </a:lnTo>
                    <a:cubicBezTo>
                      <a:pt x="0" y="467540"/>
                      <a:pt x="6844" y="474384"/>
                      <a:pt x="15208" y="474384"/>
                    </a:cubicBezTo>
                    <a:cubicBezTo>
                      <a:pt x="23573" y="474384"/>
                      <a:pt x="30417" y="467540"/>
                      <a:pt x="30417" y="459175"/>
                    </a:cubicBezTo>
                    <a:lnTo>
                      <a:pt x="30417" y="389978"/>
                    </a:lnTo>
                    <a:lnTo>
                      <a:pt x="106990" y="389978"/>
                    </a:lnTo>
                    <a:cubicBezTo>
                      <a:pt x="111020" y="389978"/>
                      <a:pt x="114898" y="388381"/>
                      <a:pt x="117712" y="385491"/>
                    </a:cubicBezTo>
                    <a:lnTo>
                      <a:pt x="193677" y="309526"/>
                    </a:lnTo>
                    <a:lnTo>
                      <a:pt x="316864" y="432713"/>
                    </a:lnTo>
                    <a:cubicBezTo>
                      <a:pt x="319830" y="435679"/>
                      <a:pt x="323708" y="437199"/>
                      <a:pt x="327586" y="437199"/>
                    </a:cubicBezTo>
                    <a:cubicBezTo>
                      <a:pt x="331464" y="437199"/>
                      <a:pt x="335342" y="435679"/>
                      <a:pt x="338308" y="432713"/>
                    </a:cubicBezTo>
                    <a:lnTo>
                      <a:pt x="398760" y="372260"/>
                    </a:lnTo>
                    <a:cubicBezTo>
                      <a:pt x="402638" y="368382"/>
                      <a:pt x="407885" y="366025"/>
                      <a:pt x="413360" y="365645"/>
                    </a:cubicBezTo>
                    <a:lnTo>
                      <a:pt x="531452" y="357888"/>
                    </a:lnTo>
                    <a:cubicBezTo>
                      <a:pt x="537384" y="357508"/>
                      <a:pt x="542554" y="353630"/>
                      <a:pt x="544683" y="348079"/>
                    </a:cubicBezTo>
                    <a:cubicBezTo>
                      <a:pt x="546813" y="342528"/>
                      <a:pt x="545444" y="336217"/>
                      <a:pt x="541186" y="331958"/>
                    </a:cubicBezTo>
                    <a:close/>
                    <a:moveTo>
                      <a:pt x="411535" y="335456"/>
                    </a:moveTo>
                    <a:cubicBezTo>
                      <a:pt x="398684" y="336293"/>
                      <a:pt x="386518" y="341768"/>
                      <a:pt x="377393" y="350969"/>
                    </a:cubicBezTo>
                    <a:lnTo>
                      <a:pt x="327738" y="400624"/>
                    </a:lnTo>
                    <a:lnTo>
                      <a:pt x="83341" y="156303"/>
                    </a:lnTo>
                    <a:lnTo>
                      <a:pt x="202954" y="36690"/>
                    </a:lnTo>
                    <a:lnTo>
                      <a:pt x="496169" y="329905"/>
                    </a:lnTo>
                    <a:lnTo>
                      <a:pt x="411535" y="335456"/>
                    </a:lnTo>
                    <a:close/>
                    <a:moveTo>
                      <a:pt x="311541" y="286333"/>
                    </a:moveTo>
                    <a:cubicBezTo>
                      <a:pt x="305610" y="280402"/>
                      <a:pt x="305306" y="270517"/>
                      <a:pt x="311237" y="264586"/>
                    </a:cubicBezTo>
                    <a:cubicBezTo>
                      <a:pt x="317168" y="258654"/>
                      <a:pt x="326521" y="258350"/>
                      <a:pt x="332452" y="264282"/>
                    </a:cubicBezTo>
                    <a:lnTo>
                      <a:pt x="332985" y="264814"/>
                    </a:lnTo>
                    <a:cubicBezTo>
                      <a:pt x="338916" y="270745"/>
                      <a:pt x="338916" y="280402"/>
                      <a:pt x="332985" y="286333"/>
                    </a:cubicBezTo>
                    <a:cubicBezTo>
                      <a:pt x="330019" y="289299"/>
                      <a:pt x="326141" y="290820"/>
                      <a:pt x="322263" y="290820"/>
                    </a:cubicBezTo>
                    <a:cubicBezTo>
                      <a:pt x="318385" y="290820"/>
                      <a:pt x="314507" y="289299"/>
                      <a:pt x="311541" y="286333"/>
                    </a:cubicBezTo>
                    <a:close/>
                    <a:moveTo>
                      <a:pt x="349181" y="323974"/>
                    </a:moveTo>
                    <a:cubicBezTo>
                      <a:pt x="343250" y="318043"/>
                      <a:pt x="343250" y="308385"/>
                      <a:pt x="349181" y="302454"/>
                    </a:cubicBezTo>
                    <a:cubicBezTo>
                      <a:pt x="355113" y="296523"/>
                      <a:pt x="364770" y="296523"/>
                      <a:pt x="370701" y="302454"/>
                    </a:cubicBezTo>
                    <a:lnTo>
                      <a:pt x="371233" y="302987"/>
                    </a:lnTo>
                    <a:cubicBezTo>
                      <a:pt x="377165" y="308918"/>
                      <a:pt x="377165" y="318575"/>
                      <a:pt x="371233" y="324506"/>
                    </a:cubicBezTo>
                    <a:cubicBezTo>
                      <a:pt x="368268" y="327472"/>
                      <a:pt x="364390" y="328993"/>
                      <a:pt x="360512" y="328993"/>
                    </a:cubicBezTo>
                    <a:cubicBezTo>
                      <a:pt x="356633" y="328993"/>
                      <a:pt x="352755" y="327472"/>
                      <a:pt x="349790" y="324506"/>
                    </a:cubicBezTo>
                    <a:lnTo>
                      <a:pt x="349257" y="323974"/>
                    </a:lnTo>
                    <a:close/>
                    <a:moveTo>
                      <a:pt x="180294" y="112123"/>
                    </a:moveTo>
                    <a:cubicBezTo>
                      <a:pt x="186225" y="118054"/>
                      <a:pt x="186225" y="127711"/>
                      <a:pt x="180294" y="133643"/>
                    </a:cubicBezTo>
                    <a:cubicBezTo>
                      <a:pt x="177328" y="136608"/>
                      <a:pt x="173450" y="138129"/>
                      <a:pt x="169572" y="138129"/>
                    </a:cubicBezTo>
                    <a:cubicBezTo>
                      <a:pt x="165694" y="138129"/>
                      <a:pt x="161816" y="136608"/>
                      <a:pt x="158850" y="133643"/>
                    </a:cubicBezTo>
                    <a:lnTo>
                      <a:pt x="158318" y="133110"/>
                    </a:lnTo>
                    <a:cubicBezTo>
                      <a:pt x="152387" y="127179"/>
                      <a:pt x="152387" y="117522"/>
                      <a:pt x="158318" y="111591"/>
                    </a:cubicBezTo>
                    <a:cubicBezTo>
                      <a:pt x="164249" y="105659"/>
                      <a:pt x="173906" y="105659"/>
                      <a:pt x="179838" y="111591"/>
                    </a:cubicBezTo>
                    <a:lnTo>
                      <a:pt x="180370" y="112123"/>
                    </a:lnTo>
                    <a:close/>
                    <a:moveTo>
                      <a:pt x="272760" y="247628"/>
                    </a:moveTo>
                    <a:cubicBezTo>
                      <a:pt x="266829" y="241697"/>
                      <a:pt x="266829" y="232040"/>
                      <a:pt x="272760" y="226109"/>
                    </a:cubicBezTo>
                    <a:cubicBezTo>
                      <a:pt x="278691" y="220178"/>
                      <a:pt x="288348" y="220178"/>
                      <a:pt x="294280" y="226109"/>
                    </a:cubicBezTo>
                    <a:lnTo>
                      <a:pt x="294812" y="226641"/>
                    </a:lnTo>
                    <a:cubicBezTo>
                      <a:pt x="300743" y="232572"/>
                      <a:pt x="300743" y="242230"/>
                      <a:pt x="294812" y="248161"/>
                    </a:cubicBezTo>
                    <a:cubicBezTo>
                      <a:pt x="291846" y="251126"/>
                      <a:pt x="287968" y="252647"/>
                      <a:pt x="284090" y="252647"/>
                    </a:cubicBezTo>
                    <a:cubicBezTo>
                      <a:pt x="280212" y="252647"/>
                      <a:pt x="276334" y="251126"/>
                      <a:pt x="273368" y="248161"/>
                    </a:cubicBezTo>
                    <a:lnTo>
                      <a:pt x="272836" y="247628"/>
                    </a:lnTo>
                    <a:close/>
                    <a:moveTo>
                      <a:pt x="196415" y="149763"/>
                    </a:moveTo>
                    <a:cubicBezTo>
                      <a:pt x="202346" y="143832"/>
                      <a:pt x="212003" y="143832"/>
                      <a:pt x="217934" y="149763"/>
                    </a:cubicBezTo>
                    <a:lnTo>
                      <a:pt x="218467" y="150296"/>
                    </a:lnTo>
                    <a:cubicBezTo>
                      <a:pt x="224398" y="156227"/>
                      <a:pt x="224398" y="165884"/>
                      <a:pt x="218467" y="171815"/>
                    </a:cubicBezTo>
                    <a:cubicBezTo>
                      <a:pt x="215501" y="174781"/>
                      <a:pt x="211623" y="176302"/>
                      <a:pt x="207745" y="176302"/>
                    </a:cubicBezTo>
                    <a:cubicBezTo>
                      <a:pt x="203867" y="176302"/>
                      <a:pt x="199988" y="174781"/>
                      <a:pt x="197023" y="171815"/>
                    </a:cubicBezTo>
                    <a:lnTo>
                      <a:pt x="196491" y="171283"/>
                    </a:lnTo>
                    <a:cubicBezTo>
                      <a:pt x="190559" y="165352"/>
                      <a:pt x="190559" y="155695"/>
                      <a:pt x="196491" y="149763"/>
                    </a:cubicBezTo>
                    <a:close/>
                    <a:moveTo>
                      <a:pt x="234587" y="209456"/>
                    </a:moveTo>
                    <a:cubicBezTo>
                      <a:pt x="228656" y="203525"/>
                      <a:pt x="228656" y="193867"/>
                      <a:pt x="234587" y="187936"/>
                    </a:cubicBezTo>
                    <a:cubicBezTo>
                      <a:pt x="240518" y="182005"/>
                      <a:pt x="250176" y="182005"/>
                      <a:pt x="256107" y="187936"/>
                    </a:cubicBezTo>
                    <a:lnTo>
                      <a:pt x="256639" y="188468"/>
                    </a:lnTo>
                    <a:cubicBezTo>
                      <a:pt x="262570" y="194400"/>
                      <a:pt x="262570" y="204057"/>
                      <a:pt x="256639" y="209988"/>
                    </a:cubicBezTo>
                    <a:cubicBezTo>
                      <a:pt x="253674" y="212954"/>
                      <a:pt x="249796" y="214474"/>
                      <a:pt x="245917" y="214474"/>
                    </a:cubicBezTo>
                    <a:cubicBezTo>
                      <a:pt x="242039" y="214474"/>
                      <a:pt x="238161" y="212954"/>
                      <a:pt x="235196" y="209988"/>
                    </a:cubicBezTo>
                    <a:lnTo>
                      <a:pt x="234663" y="209456"/>
                    </a:lnTo>
                    <a:close/>
                    <a:moveTo>
                      <a:pt x="478908" y="407924"/>
                    </a:moveTo>
                    <a:cubicBezTo>
                      <a:pt x="467045" y="428151"/>
                      <a:pt x="445146" y="441686"/>
                      <a:pt x="420052" y="441686"/>
                    </a:cubicBezTo>
                    <a:cubicBezTo>
                      <a:pt x="411839" y="441686"/>
                      <a:pt x="403931" y="440241"/>
                      <a:pt x="396631" y="437580"/>
                    </a:cubicBezTo>
                    <a:cubicBezTo>
                      <a:pt x="386137" y="433778"/>
                      <a:pt x="383172" y="420394"/>
                      <a:pt x="391080" y="412486"/>
                    </a:cubicBezTo>
                    <a:lnTo>
                      <a:pt x="410927" y="392639"/>
                    </a:lnTo>
                    <a:cubicBezTo>
                      <a:pt x="413512" y="390054"/>
                      <a:pt x="417010" y="388457"/>
                      <a:pt x="420660" y="388229"/>
                    </a:cubicBezTo>
                    <a:lnTo>
                      <a:pt x="464536" y="385339"/>
                    </a:lnTo>
                    <a:cubicBezTo>
                      <a:pt x="476551" y="384579"/>
                      <a:pt x="484915" y="397506"/>
                      <a:pt x="478832" y="40792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394" tIns="45672" rIns="91394" bIns="45672" anchor="ctr" anchorCtr="0">
                <a:noAutofit/>
              </a:bodyPr>
              <a:lstStyle/>
              <a:p>
                <a:pPr marL="0" marR="0" lvl="0" indent="0" algn="l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39" name="Google Shape;3923;p408">
                <a:extLst>
                  <a:ext uri="{FF2B5EF4-FFF2-40B4-BE49-F238E27FC236}">
                    <a16:creationId xmlns:a16="http://schemas.microsoft.com/office/drawing/2014/main" id="{CCD95EAB-3E0E-BBC5-5A15-3E7B9A752BDE}"/>
                  </a:ext>
                </a:extLst>
              </p:cNvPr>
              <p:cNvSpPr/>
              <p:nvPr/>
            </p:nvSpPr>
            <p:spPr>
              <a:xfrm>
                <a:off x="4037791" y="5648379"/>
                <a:ext cx="172747" cy="147055"/>
              </a:xfrm>
              <a:custGeom>
                <a:avLst/>
                <a:gdLst/>
                <a:ahLst/>
                <a:cxnLst/>
                <a:rect l="l" t="t" r="r" b="b"/>
                <a:pathLst>
                  <a:path w="663511" h="564832" extrusionOk="0">
                    <a:moveTo>
                      <a:pt x="69342" y="305181"/>
                    </a:moveTo>
                    <a:lnTo>
                      <a:pt x="594074" y="305181"/>
                    </a:lnTo>
                    <a:cubicBezTo>
                      <a:pt x="601980" y="305181"/>
                      <a:pt x="608362" y="311563"/>
                      <a:pt x="608362" y="319469"/>
                    </a:cubicBezTo>
                    <a:cubicBezTo>
                      <a:pt x="608362" y="327374"/>
                      <a:pt x="601980" y="333756"/>
                      <a:pt x="594074" y="333756"/>
                    </a:cubicBezTo>
                    <a:lnTo>
                      <a:pt x="69342" y="333756"/>
                    </a:lnTo>
                    <a:cubicBezTo>
                      <a:pt x="61436" y="333756"/>
                      <a:pt x="55055" y="327374"/>
                      <a:pt x="55055" y="319469"/>
                    </a:cubicBezTo>
                    <a:cubicBezTo>
                      <a:pt x="55055" y="311563"/>
                      <a:pt x="61436" y="305181"/>
                      <a:pt x="69342" y="305181"/>
                    </a:cubicBezTo>
                    <a:close/>
                    <a:moveTo>
                      <a:pt x="609029" y="113919"/>
                    </a:moveTo>
                    <a:lnTo>
                      <a:pt x="54483" y="113919"/>
                    </a:lnTo>
                    <a:cubicBezTo>
                      <a:pt x="24479" y="113919"/>
                      <a:pt x="0" y="138303"/>
                      <a:pt x="0" y="168402"/>
                    </a:cubicBezTo>
                    <a:lnTo>
                      <a:pt x="0" y="395954"/>
                    </a:lnTo>
                    <a:cubicBezTo>
                      <a:pt x="0" y="425958"/>
                      <a:pt x="24384" y="450437"/>
                      <a:pt x="54483" y="450437"/>
                    </a:cubicBezTo>
                    <a:lnTo>
                      <a:pt x="90964" y="450437"/>
                    </a:lnTo>
                    <a:cubicBezTo>
                      <a:pt x="98870" y="450437"/>
                      <a:pt x="105251" y="444056"/>
                      <a:pt x="105251" y="436150"/>
                    </a:cubicBezTo>
                    <a:cubicBezTo>
                      <a:pt x="105251" y="428244"/>
                      <a:pt x="98870" y="421862"/>
                      <a:pt x="90964" y="421862"/>
                    </a:cubicBezTo>
                    <a:lnTo>
                      <a:pt x="54483" y="421862"/>
                    </a:lnTo>
                    <a:cubicBezTo>
                      <a:pt x="40195" y="421862"/>
                      <a:pt x="28575" y="410242"/>
                      <a:pt x="28575" y="395954"/>
                    </a:cubicBezTo>
                    <a:lnTo>
                      <a:pt x="28575" y="168402"/>
                    </a:lnTo>
                    <a:cubicBezTo>
                      <a:pt x="28575" y="154115"/>
                      <a:pt x="40195" y="142494"/>
                      <a:pt x="54483" y="142494"/>
                    </a:cubicBezTo>
                    <a:lnTo>
                      <a:pt x="609029" y="142494"/>
                    </a:lnTo>
                    <a:cubicBezTo>
                      <a:pt x="623316" y="142494"/>
                      <a:pt x="634937" y="154115"/>
                      <a:pt x="634937" y="168402"/>
                    </a:cubicBezTo>
                    <a:lnTo>
                      <a:pt x="634937" y="395954"/>
                    </a:lnTo>
                    <a:cubicBezTo>
                      <a:pt x="634937" y="410242"/>
                      <a:pt x="623316" y="421862"/>
                      <a:pt x="609029" y="421862"/>
                    </a:cubicBezTo>
                    <a:lnTo>
                      <a:pt x="572548" y="421862"/>
                    </a:lnTo>
                    <a:cubicBezTo>
                      <a:pt x="564642" y="421862"/>
                      <a:pt x="558260" y="428244"/>
                      <a:pt x="558260" y="436150"/>
                    </a:cubicBezTo>
                    <a:cubicBezTo>
                      <a:pt x="558260" y="444056"/>
                      <a:pt x="564642" y="450437"/>
                      <a:pt x="572548" y="450437"/>
                    </a:cubicBezTo>
                    <a:lnTo>
                      <a:pt x="609029" y="450437"/>
                    </a:lnTo>
                    <a:cubicBezTo>
                      <a:pt x="639032" y="450437"/>
                      <a:pt x="663512" y="426053"/>
                      <a:pt x="663512" y="395954"/>
                    </a:cubicBezTo>
                    <a:lnTo>
                      <a:pt x="663512" y="168402"/>
                    </a:lnTo>
                    <a:cubicBezTo>
                      <a:pt x="663512" y="138398"/>
                      <a:pt x="639128" y="113919"/>
                      <a:pt x="609029" y="113919"/>
                    </a:cubicBezTo>
                    <a:close/>
                    <a:moveTo>
                      <a:pt x="521399" y="363474"/>
                    </a:moveTo>
                    <a:cubicBezTo>
                      <a:pt x="513493" y="363474"/>
                      <a:pt x="507111" y="369856"/>
                      <a:pt x="507111" y="377762"/>
                    </a:cubicBezTo>
                    <a:lnTo>
                      <a:pt x="507111" y="510350"/>
                    </a:lnTo>
                    <a:cubicBezTo>
                      <a:pt x="507111" y="524637"/>
                      <a:pt x="495491" y="536258"/>
                      <a:pt x="481203" y="536258"/>
                    </a:cubicBezTo>
                    <a:lnTo>
                      <a:pt x="182213" y="536258"/>
                    </a:lnTo>
                    <a:cubicBezTo>
                      <a:pt x="167926" y="536258"/>
                      <a:pt x="156305" y="524637"/>
                      <a:pt x="156305" y="510350"/>
                    </a:cubicBezTo>
                    <a:lnTo>
                      <a:pt x="156305" y="377762"/>
                    </a:lnTo>
                    <a:cubicBezTo>
                      <a:pt x="156305" y="369856"/>
                      <a:pt x="149924" y="363474"/>
                      <a:pt x="142018" y="363474"/>
                    </a:cubicBezTo>
                    <a:cubicBezTo>
                      <a:pt x="134112" y="363474"/>
                      <a:pt x="127730" y="369856"/>
                      <a:pt x="127730" y="377762"/>
                    </a:cubicBezTo>
                    <a:lnTo>
                      <a:pt x="127730" y="510350"/>
                    </a:lnTo>
                    <a:cubicBezTo>
                      <a:pt x="127730" y="540353"/>
                      <a:pt x="152210" y="564833"/>
                      <a:pt x="182213" y="564833"/>
                    </a:cubicBezTo>
                    <a:lnTo>
                      <a:pt x="481108" y="564833"/>
                    </a:lnTo>
                    <a:cubicBezTo>
                      <a:pt x="511112" y="564833"/>
                      <a:pt x="535591" y="540449"/>
                      <a:pt x="535591" y="510350"/>
                    </a:cubicBezTo>
                    <a:lnTo>
                      <a:pt x="535591" y="377762"/>
                    </a:lnTo>
                    <a:cubicBezTo>
                      <a:pt x="535591" y="369856"/>
                      <a:pt x="529209" y="363474"/>
                      <a:pt x="521303" y="363474"/>
                    </a:cubicBezTo>
                    <a:close/>
                    <a:moveTo>
                      <a:pt x="142113" y="92678"/>
                    </a:moveTo>
                    <a:cubicBezTo>
                      <a:pt x="150019" y="92678"/>
                      <a:pt x="156401" y="86297"/>
                      <a:pt x="156401" y="78391"/>
                    </a:cubicBezTo>
                    <a:lnTo>
                      <a:pt x="156401" y="54483"/>
                    </a:lnTo>
                    <a:cubicBezTo>
                      <a:pt x="156401" y="40195"/>
                      <a:pt x="168021" y="28575"/>
                      <a:pt x="182309" y="28575"/>
                    </a:cubicBezTo>
                    <a:lnTo>
                      <a:pt x="481203" y="28575"/>
                    </a:lnTo>
                    <a:cubicBezTo>
                      <a:pt x="495491" y="28575"/>
                      <a:pt x="507111" y="40195"/>
                      <a:pt x="507111" y="54483"/>
                    </a:cubicBezTo>
                    <a:lnTo>
                      <a:pt x="507111" y="78391"/>
                    </a:lnTo>
                    <a:cubicBezTo>
                      <a:pt x="507111" y="86297"/>
                      <a:pt x="513493" y="92678"/>
                      <a:pt x="521399" y="92678"/>
                    </a:cubicBezTo>
                    <a:cubicBezTo>
                      <a:pt x="529304" y="92678"/>
                      <a:pt x="535686" y="86297"/>
                      <a:pt x="535686" y="78391"/>
                    </a:cubicBezTo>
                    <a:lnTo>
                      <a:pt x="535686" y="54483"/>
                    </a:lnTo>
                    <a:cubicBezTo>
                      <a:pt x="535686" y="24479"/>
                      <a:pt x="511207" y="0"/>
                      <a:pt x="481203" y="0"/>
                    </a:cubicBezTo>
                    <a:lnTo>
                      <a:pt x="182213" y="0"/>
                    </a:lnTo>
                    <a:cubicBezTo>
                      <a:pt x="152210" y="0"/>
                      <a:pt x="127730" y="24384"/>
                      <a:pt x="127730" y="54483"/>
                    </a:cubicBezTo>
                    <a:lnTo>
                      <a:pt x="127730" y="78391"/>
                    </a:lnTo>
                    <a:cubicBezTo>
                      <a:pt x="127730" y="86297"/>
                      <a:pt x="134112" y="92678"/>
                      <a:pt x="142018" y="92678"/>
                    </a:cubicBezTo>
                    <a:close/>
                    <a:moveTo>
                      <a:pt x="445961" y="363569"/>
                    </a:moveTo>
                    <a:lnTo>
                      <a:pt x="217456" y="363569"/>
                    </a:lnTo>
                    <a:cubicBezTo>
                      <a:pt x="209550" y="363569"/>
                      <a:pt x="203168" y="369951"/>
                      <a:pt x="203168" y="377857"/>
                    </a:cubicBezTo>
                    <a:cubicBezTo>
                      <a:pt x="203168" y="385763"/>
                      <a:pt x="209550" y="392144"/>
                      <a:pt x="217456" y="392144"/>
                    </a:cubicBezTo>
                    <a:lnTo>
                      <a:pt x="445961" y="392144"/>
                    </a:lnTo>
                    <a:cubicBezTo>
                      <a:pt x="453866" y="392144"/>
                      <a:pt x="460248" y="385763"/>
                      <a:pt x="460248" y="377857"/>
                    </a:cubicBezTo>
                    <a:cubicBezTo>
                      <a:pt x="460248" y="369951"/>
                      <a:pt x="453866" y="363569"/>
                      <a:pt x="445961" y="363569"/>
                    </a:cubicBezTo>
                    <a:close/>
                    <a:moveTo>
                      <a:pt x="445961" y="421862"/>
                    </a:moveTo>
                    <a:lnTo>
                      <a:pt x="217456" y="421862"/>
                    </a:lnTo>
                    <a:cubicBezTo>
                      <a:pt x="209550" y="421862"/>
                      <a:pt x="203168" y="428244"/>
                      <a:pt x="203168" y="436150"/>
                    </a:cubicBezTo>
                    <a:cubicBezTo>
                      <a:pt x="203168" y="444056"/>
                      <a:pt x="209550" y="450437"/>
                      <a:pt x="217456" y="450437"/>
                    </a:cubicBezTo>
                    <a:lnTo>
                      <a:pt x="445961" y="450437"/>
                    </a:lnTo>
                    <a:cubicBezTo>
                      <a:pt x="453866" y="450437"/>
                      <a:pt x="460248" y="444056"/>
                      <a:pt x="460248" y="436150"/>
                    </a:cubicBezTo>
                    <a:cubicBezTo>
                      <a:pt x="460248" y="428244"/>
                      <a:pt x="453866" y="421862"/>
                      <a:pt x="445961" y="421862"/>
                    </a:cubicBezTo>
                    <a:close/>
                    <a:moveTo>
                      <a:pt x="608362" y="187547"/>
                    </a:moveTo>
                    <a:cubicBezTo>
                      <a:pt x="608362" y="177070"/>
                      <a:pt x="599789" y="168497"/>
                      <a:pt x="589312" y="168497"/>
                    </a:cubicBezTo>
                    <a:cubicBezTo>
                      <a:pt x="578834" y="168497"/>
                      <a:pt x="570262" y="177070"/>
                      <a:pt x="570262" y="187547"/>
                    </a:cubicBezTo>
                    <a:cubicBezTo>
                      <a:pt x="570262" y="198025"/>
                      <a:pt x="578834" y="206597"/>
                      <a:pt x="589312" y="206597"/>
                    </a:cubicBezTo>
                    <a:cubicBezTo>
                      <a:pt x="599789" y="206597"/>
                      <a:pt x="608362" y="198025"/>
                      <a:pt x="608362" y="187547"/>
                    </a:cubicBezTo>
                    <a:close/>
                    <a:moveTo>
                      <a:pt x="551212" y="187547"/>
                    </a:moveTo>
                    <a:cubicBezTo>
                      <a:pt x="551212" y="177070"/>
                      <a:pt x="542639" y="168497"/>
                      <a:pt x="532162" y="168497"/>
                    </a:cubicBezTo>
                    <a:cubicBezTo>
                      <a:pt x="521684" y="168497"/>
                      <a:pt x="513112" y="177070"/>
                      <a:pt x="513112" y="187547"/>
                    </a:cubicBezTo>
                    <a:cubicBezTo>
                      <a:pt x="513112" y="198025"/>
                      <a:pt x="521684" y="206597"/>
                      <a:pt x="532162" y="206597"/>
                    </a:cubicBezTo>
                    <a:cubicBezTo>
                      <a:pt x="542639" y="206597"/>
                      <a:pt x="551212" y="198025"/>
                      <a:pt x="551212" y="18754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394" tIns="45672" rIns="91394" bIns="45672" anchor="ctr" anchorCtr="0">
                <a:noAutofit/>
              </a:bodyPr>
              <a:lstStyle/>
              <a:p>
                <a:pPr marL="0" marR="0" lvl="0" indent="0" algn="l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40" name="Google Shape;3924;p408">
                <a:extLst>
                  <a:ext uri="{FF2B5EF4-FFF2-40B4-BE49-F238E27FC236}">
                    <a16:creationId xmlns:a16="http://schemas.microsoft.com/office/drawing/2014/main" id="{1C8B51D0-2BEB-91B2-542B-E6E0088D7AA9}"/>
                  </a:ext>
                </a:extLst>
              </p:cNvPr>
              <p:cNvSpPr/>
              <p:nvPr/>
            </p:nvSpPr>
            <p:spPr>
              <a:xfrm>
                <a:off x="3453576" y="5653525"/>
                <a:ext cx="201536" cy="136765"/>
              </a:xfrm>
              <a:custGeom>
                <a:avLst/>
                <a:gdLst/>
                <a:ahLst/>
                <a:cxnLst/>
                <a:rect l="l" t="t" r="r" b="b"/>
                <a:pathLst>
                  <a:path w="765809" h="519683" extrusionOk="0">
                    <a:moveTo>
                      <a:pt x="673799" y="360807"/>
                    </a:moveTo>
                    <a:cubicBezTo>
                      <a:pt x="665911" y="361018"/>
                      <a:pt x="659345" y="354794"/>
                      <a:pt x="659135" y="346905"/>
                    </a:cubicBezTo>
                    <a:cubicBezTo>
                      <a:pt x="659132" y="346777"/>
                      <a:pt x="659130" y="346648"/>
                      <a:pt x="659130" y="346519"/>
                    </a:cubicBezTo>
                    <a:lnTo>
                      <a:pt x="659130" y="61913"/>
                    </a:lnTo>
                    <a:cubicBezTo>
                      <a:pt x="659130" y="43501"/>
                      <a:pt x="644204" y="28575"/>
                      <a:pt x="625793" y="28575"/>
                    </a:cubicBezTo>
                    <a:lnTo>
                      <a:pt x="139637" y="28575"/>
                    </a:lnTo>
                    <a:cubicBezTo>
                      <a:pt x="121225" y="28575"/>
                      <a:pt x="106299" y="43501"/>
                      <a:pt x="106299" y="61913"/>
                    </a:cubicBezTo>
                    <a:lnTo>
                      <a:pt x="106299" y="346519"/>
                    </a:lnTo>
                    <a:cubicBezTo>
                      <a:pt x="106299" y="354410"/>
                      <a:pt x="99902" y="360807"/>
                      <a:pt x="92012" y="360807"/>
                    </a:cubicBezTo>
                    <a:cubicBezTo>
                      <a:pt x="84121" y="360807"/>
                      <a:pt x="77724" y="354410"/>
                      <a:pt x="77724" y="346519"/>
                    </a:cubicBezTo>
                    <a:lnTo>
                      <a:pt x="77724" y="61913"/>
                    </a:lnTo>
                    <a:cubicBezTo>
                      <a:pt x="77724" y="27719"/>
                      <a:pt x="105443" y="0"/>
                      <a:pt x="139637" y="0"/>
                    </a:cubicBezTo>
                    <a:lnTo>
                      <a:pt x="626174" y="0"/>
                    </a:lnTo>
                    <a:cubicBezTo>
                      <a:pt x="660367" y="0"/>
                      <a:pt x="688086" y="27719"/>
                      <a:pt x="688086" y="61913"/>
                    </a:cubicBezTo>
                    <a:lnTo>
                      <a:pt x="688086" y="346519"/>
                    </a:lnTo>
                    <a:cubicBezTo>
                      <a:pt x="688086" y="354410"/>
                      <a:pt x="681689" y="360807"/>
                      <a:pt x="673799" y="360807"/>
                    </a:cubicBezTo>
                    <a:close/>
                    <a:moveTo>
                      <a:pt x="765810" y="467296"/>
                    </a:moveTo>
                    <a:lnTo>
                      <a:pt x="765810" y="441674"/>
                    </a:lnTo>
                    <a:cubicBezTo>
                      <a:pt x="765753" y="412763"/>
                      <a:pt x="742334" y="389339"/>
                      <a:pt x="713423" y="389287"/>
                    </a:cubicBezTo>
                    <a:lnTo>
                      <a:pt x="52388" y="389287"/>
                    </a:lnTo>
                    <a:cubicBezTo>
                      <a:pt x="23476" y="389339"/>
                      <a:pt x="52" y="412763"/>
                      <a:pt x="0" y="441674"/>
                    </a:cubicBezTo>
                    <a:lnTo>
                      <a:pt x="0" y="467296"/>
                    </a:lnTo>
                    <a:cubicBezTo>
                      <a:pt x="0" y="496230"/>
                      <a:pt x="23454" y="519684"/>
                      <a:pt x="52388" y="519684"/>
                    </a:cubicBezTo>
                    <a:lnTo>
                      <a:pt x="713423" y="519684"/>
                    </a:lnTo>
                    <a:cubicBezTo>
                      <a:pt x="742356" y="519684"/>
                      <a:pt x="765810" y="496230"/>
                      <a:pt x="765810" y="467296"/>
                    </a:cubicBezTo>
                    <a:close/>
                    <a:moveTo>
                      <a:pt x="713423" y="417862"/>
                    </a:moveTo>
                    <a:cubicBezTo>
                      <a:pt x="726552" y="417914"/>
                      <a:pt x="737183" y="428545"/>
                      <a:pt x="737235" y="441674"/>
                    </a:cubicBezTo>
                    <a:lnTo>
                      <a:pt x="737235" y="467296"/>
                    </a:lnTo>
                    <a:cubicBezTo>
                      <a:pt x="737183" y="480426"/>
                      <a:pt x="726552" y="491057"/>
                      <a:pt x="713423" y="491109"/>
                    </a:cubicBezTo>
                    <a:lnTo>
                      <a:pt x="52388" y="491109"/>
                    </a:lnTo>
                    <a:cubicBezTo>
                      <a:pt x="39258" y="491057"/>
                      <a:pt x="28627" y="480426"/>
                      <a:pt x="28575" y="467296"/>
                    </a:cubicBezTo>
                    <a:lnTo>
                      <a:pt x="28575" y="441674"/>
                    </a:lnTo>
                    <a:cubicBezTo>
                      <a:pt x="28627" y="428545"/>
                      <a:pt x="39258" y="417914"/>
                      <a:pt x="52388" y="417862"/>
                    </a:cubicBezTo>
                    <a:close/>
                    <a:moveTo>
                      <a:pt x="382905" y="435483"/>
                    </a:moveTo>
                    <a:cubicBezTo>
                      <a:pt x="372384" y="435483"/>
                      <a:pt x="363855" y="444012"/>
                      <a:pt x="363855" y="454533"/>
                    </a:cubicBezTo>
                    <a:cubicBezTo>
                      <a:pt x="363855" y="465054"/>
                      <a:pt x="372384" y="473583"/>
                      <a:pt x="382905" y="473583"/>
                    </a:cubicBezTo>
                    <a:cubicBezTo>
                      <a:pt x="393426" y="473583"/>
                      <a:pt x="401955" y="465054"/>
                      <a:pt x="401955" y="454533"/>
                    </a:cubicBezTo>
                    <a:cubicBezTo>
                      <a:pt x="401955" y="444012"/>
                      <a:pt x="393426" y="435483"/>
                      <a:pt x="382905" y="43548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394" tIns="45672" rIns="91394" bIns="45672" anchor="ctr" anchorCtr="0">
                <a:noAutofit/>
              </a:bodyPr>
              <a:lstStyle/>
              <a:p>
                <a:pPr marL="0" marR="0" lvl="0" indent="0" algn="l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grpSp>
            <p:nvGrpSpPr>
              <p:cNvPr id="41" name="Google Shape;3925;p408">
                <a:extLst>
                  <a:ext uri="{FF2B5EF4-FFF2-40B4-BE49-F238E27FC236}">
                    <a16:creationId xmlns:a16="http://schemas.microsoft.com/office/drawing/2014/main" id="{18BFEDD9-F16C-BD06-DEC9-4D9B8A72ADB6}"/>
                  </a:ext>
                </a:extLst>
              </p:cNvPr>
              <p:cNvGrpSpPr/>
              <p:nvPr/>
            </p:nvGrpSpPr>
            <p:grpSpPr>
              <a:xfrm>
                <a:off x="3479372" y="5392085"/>
                <a:ext cx="816998" cy="182160"/>
                <a:chOff x="2034648" y="3606155"/>
                <a:chExt cx="891023" cy="198666"/>
              </a:xfrm>
            </p:grpSpPr>
            <p:sp>
              <p:nvSpPr>
                <p:cNvPr id="43" name="Google Shape;3926;p408">
                  <a:extLst>
                    <a:ext uri="{FF2B5EF4-FFF2-40B4-BE49-F238E27FC236}">
                      <a16:creationId xmlns:a16="http://schemas.microsoft.com/office/drawing/2014/main" id="{BDF0D991-49ED-DA04-3248-79FEBE19187F}"/>
                    </a:ext>
                  </a:extLst>
                </p:cNvPr>
                <p:cNvSpPr txBox="1"/>
                <p:nvPr/>
              </p:nvSpPr>
              <p:spPr>
                <a:xfrm>
                  <a:off x="2261403" y="3614600"/>
                  <a:ext cx="664268" cy="19022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19" tIns="45697" rIns="0" bIns="45697" anchor="ctr" anchorCtr="0">
                  <a:sp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ea typeface="Century Gothic"/>
                      <a:cs typeface="Century Gothic"/>
                      <a:sym typeface="Century Gothic"/>
                    </a:rPr>
                    <a:t>SD-WAN</a:t>
                  </a: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4" name="Google Shape;3927;p408">
                  <a:extLst>
                    <a:ext uri="{FF2B5EF4-FFF2-40B4-BE49-F238E27FC236}">
                      <a16:creationId xmlns:a16="http://schemas.microsoft.com/office/drawing/2014/main" id="{9BFB16E7-3B27-934F-B59B-CFFE9486E41C}"/>
                    </a:ext>
                  </a:extLst>
                </p:cNvPr>
                <p:cNvSpPr/>
                <p:nvPr/>
              </p:nvSpPr>
              <p:spPr>
                <a:xfrm>
                  <a:off x="2034648" y="3606155"/>
                  <a:ext cx="259992" cy="175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" h="1738" extrusionOk="0">
                      <a:moveTo>
                        <a:pt x="2573" y="1093"/>
                      </a:moveTo>
                      <a:lnTo>
                        <a:pt x="2573" y="1093"/>
                      </a:lnTo>
                      <a:cubicBezTo>
                        <a:pt x="2573" y="1447"/>
                        <a:pt x="1994" y="1737"/>
                        <a:pt x="1287" y="1737"/>
                      </a:cubicBezTo>
                      <a:cubicBezTo>
                        <a:pt x="579" y="1737"/>
                        <a:pt x="0" y="1447"/>
                        <a:pt x="0" y="1093"/>
                      </a:cubicBezTo>
                      <a:cubicBezTo>
                        <a:pt x="0" y="753"/>
                        <a:pt x="0" y="753"/>
                        <a:pt x="0" y="753"/>
                      </a:cubicBezTo>
                      <a:cubicBezTo>
                        <a:pt x="0" y="1106"/>
                        <a:pt x="579" y="1396"/>
                        <a:pt x="1287" y="1396"/>
                      </a:cubicBezTo>
                      <a:cubicBezTo>
                        <a:pt x="1994" y="1396"/>
                        <a:pt x="2573" y="1106"/>
                        <a:pt x="2573" y="753"/>
                      </a:cubicBezTo>
                      <a:lnTo>
                        <a:pt x="2573" y="1093"/>
                      </a:lnTo>
                      <a:close/>
                      <a:moveTo>
                        <a:pt x="2573" y="644"/>
                      </a:moveTo>
                      <a:lnTo>
                        <a:pt x="2573" y="644"/>
                      </a:lnTo>
                      <a:cubicBezTo>
                        <a:pt x="2573" y="997"/>
                        <a:pt x="1994" y="1286"/>
                        <a:pt x="1287" y="1286"/>
                      </a:cubicBezTo>
                      <a:cubicBezTo>
                        <a:pt x="579" y="1286"/>
                        <a:pt x="0" y="997"/>
                        <a:pt x="0" y="644"/>
                      </a:cubicBezTo>
                      <a:cubicBezTo>
                        <a:pt x="0" y="283"/>
                        <a:pt x="579" y="0"/>
                        <a:pt x="1287" y="0"/>
                      </a:cubicBezTo>
                      <a:cubicBezTo>
                        <a:pt x="1994" y="0"/>
                        <a:pt x="2573" y="283"/>
                        <a:pt x="2573" y="644"/>
                      </a:cubicBezTo>
                      <a:close/>
                      <a:moveTo>
                        <a:pt x="1248" y="997"/>
                      </a:moveTo>
                      <a:lnTo>
                        <a:pt x="1248" y="997"/>
                      </a:lnTo>
                      <a:cubicBezTo>
                        <a:pt x="1004" y="881"/>
                        <a:pt x="1004" y="881"/>
                        <a:pt x="1004" y="881"/>
                      </a:cubicBezTo>
                      <a:cubicBezTo>
                        <a:pt x="1203" y="779"/>
                        <a:pt x="1203" y="779"/>
                        <a:pt x="1203" y="779"/>
                      </a:cubicBezTo>
                      <a:cubicBezTo>
                        <a:pt x="1017" y="682"/>
                        <a:pt x="1017" y="682"/>
                        <a:pt x="1017" y="682"/>
                      </a:cubicBezTo>
                      <a:cubicBezTo>
                        <a:pt x="811" y="785"/>
                        <a:pt x="811" y="785"/>
                        <a:pt x="811" y="785"/>
                      </a:cubicBezTo>
                      <a:cubicBezTo>
                        <a:pt x="573" y="663"/>
                        <a:pt x="573" y="663"/>
                        <a:pt x="573" y="663"/>
                      </a:cubicBezTo>
                      <a:cubicBezTo>
                        <a:pt x="573" y="997"/>
                        <a:pt x="573" y="997"/>
                        <a:pt x="573" y="997"/>
                      </a:cubicBezTo>
                      <a:lnTo>
                        <a:pt x="1248" y="997"/>
                      </a:lnTo>
                      <a:close/>
                      <a:moveTo>
                        <a:pt x="1248" y="283"/>
                      </a:moveTo>
                      <a:lnTo>
                        <a:pt x="1248" y="283"/>
                      </a:lnTo>
                      <a:cubicBezTo>
                        <a:pt x="1004" y="405"/>
                        <a:pt x="1004" y="405"/>
                        <a:pt x="1004" y="405"/>
                      </a:cubicBezTo>
                      <a:cubicBezTo>
                        <a:pt x="804" y="302"/>
                        <a:pt x="804" y="302"/>
                        <a:pt x="804" y="302"/>
                      </a:cubicBezTo>
                      <a:cubicBezTo>
                        <a:pt x="611" y="399"/>
                        <a:pt x="611" y="399"/>
                        <a:pt x="611" y="399"/>
                      </a:cubicBezTo>
                      <a:cubicBezTo>
                        <a:pt x="811" y="502"/>
                        <a:pt x="811" y="502"/>
                        <a:pt x="811" y="502"/>
                      </a:cubicBezTo>
                      <a:cubicBezTo>
                        <a:pt x="573" y="624"/>
                        <a:pt x="573" y="624"/>
                        <a:pt x="573" y="624"/>
                      </a:cubicBezTo>
                      <a:cubicBezTo>
                        <a:pt x="1248" y="624"/>
                        <a:pt x="1248" y="624"/>
                        <a:pt x="1248" y="624"/>
                      </a:cubicBezTo>
                      <a:lnTo>
                        <a:pt x="1248" y="283"/>
                      </a:lnTo>
                      <a:close/>
                      <a:moveTo>
                        <a:pt x="1762" y="785"/>
                      </a:moveTo>
                      <a:lnTo>
                        <a:pt x="1762" y="785"/>
                      </a:lnTo>
                      <a:cubicBezTo>
                        <a:pt x="2000" y="663"/>
                        <a:pt x="2000" y="663"/>
                        <a:pt x="2000" y="663"/>
                      </a:cubicBezTo>
                      <a:cubicBezTo>
                        <a:pt x="1325" y="663"/>
                        <a:pt x="1325" y="663"/>
                        <a:pt x="1325" y="663"/>
                      </a:cubicBezTo>
                      <a:cubicBezTo>
                        <a:pt x="1325" y="997"/>
                        <a:pt x="1325" y="997"/>
                        <a:pt x="1325" y="997"/>
                      </a:cubicBezTo>
                      <a:cubicBezTo>
                        <a:pt x="1569" y="881"/>
                        <a:pt x="1569" y="881"/>
                        <a:pt x="1569" y="881"/>
                      </a:cubicBezTo>
                      <a:cubicBezTo>
                        <a:pt x="1769" y="977"/>
                        <a:pt x="1769" y="977"/>
                        <a:pt x="1769" y="977"/>
                      </a:cubicBezTo>
                      <a:cubicBezTo>
                        <a:pt x="1961" y="881"/>
                        <a:pt x="1961" y="881"/>
                        <a:pt x="1961" y="881"/>
                      </a:cubicBezTo>
                      <a:lnTo>
                        <a:pt x="1762" y="785"/>
                      </a:lnTo>
                      <a:close/>
                      <a:moveTo>
                        <a:pt x="2000" y="283"/>
                      </a:moveTo>
                      <a:lnTo>
                        <a:pt x="2000" y="283"/>
                      </a:lnTo>
                      <a:cubicBezTo>
                        <a:pt x="1325" y="283"/>
                        <a:pt x="1325" y="283"/>
                        <a:pt x="1325" y="283"/>
                      </a:cubicBezTo>
                      <a:cubicBezTo>
                        <a:pt x="1569" y="405"/>
                        <a:pt x="1569" y="405"/>
                        <a:pt x="1569" y="405"/>
                      </a:cubicBezTo>
                      <a:cubicBezTo>
                        <a:pt x="1369" y="508"/>
                        <a:pt x="1369" y="508"/>
                        <a:pt x="1369" y="508"/>
                      </a:cubicBezTo>
                      <a:cubicBezTo>
                        <a:pt x="1556" y="599"/>
                        <a:pt x="1556" y="599"/>
                        <a:pt x="1556" y="599"/>
                      </a:cubicBezTo>
                      <a:cubicBezTo>
                        <a:pt x="1762" y="502"/>
                        <a:pt x="1762" y="502"/>
                        <a:pt x="1762" y="502"/>
                      </a:cubicBezTo>
                      <a:cubicBezTo>
                        <a:pt x="2000" y="624"/>
                        <a:pt x="2000" y="624"/>
                        <a:pt x="2000" y="624"/>
                      </a:cubicBezTo>
                      <a:lnTo>
                        <a:pt x="2000" y="28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121867" tIns="60921" rIns="121867" bIns="60921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sp>
            <p:nvSpPr>
              <p:cNvPr id="42" name="Google Shape;3928;p408">
                <a:extLst>
                  <a:ext uri="{FF2B5EF4-FFF2-40B4-BE49-F238E27FC236}">
                    <a16:creationId xmlns:a16="http://schemas.microsoft.com/office/drawing/2014/main" id="{2F227738-7890-ED25-FAA7-27E98AB0C82D}"/>
                  </a:ext>
                </a:extLst>
              </p:cNvPr>
              <p:cNvSpPr txBox="1"/>
              <p:nvPr/>
            </p:nvSpPr>
            <p:spPr>
              <a:xfrm>
                <a:off x="3385283" y="5953643"/>
                <a:ext cx="911089" cy="1937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45697" rIns="0" bIns="45697" anchor="t" anchorCtr="0">
                <a:sp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Medium Branch</a:t>
                </a: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" name="Google Shape;3929;p408">
              <a:extLst>
                <a:ext uri="{FF2B5EF4-FFF2-40B4-BE49-F238E27FC236}">
                  <a16:creationId xmlns:a16="http://schemas.microsoft.com/office/drawing/2014/main" id="{D6DBABCC-EA18-9385-DEDE-59FD024E11BC}"/>
                </a:ext>
              </a:extLst>
            </p:cNvPr>
            <p:cNvSpPr txBox="1"/>
            <p:nvPr/>
          </p:nvSpPr>
          <p:spPr>
            <a:xfrm>
              <a:off x="1783080" y="4070531"/>
              <a:ext cx="4152900" cy="306360"/>
            </a:xfrm>
            <a:prstGeom prst="roundRect">
              <a:avLst>
                <a:gd name="adj" fmla="val 14180"/>
              </a:avLst>
            </a:prstGeom>
            <a:solidFill>
              <a:schemeClr val="tx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394" tIns="45672" rIns="91394" bIns="45672" anchor="t" anchorCtr="0">
              <a:spAutoFit/>
            </a:bodyPr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Traditional SD-WAN / MPLS / Network Monitoring </a:t>
              </a: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13" name="Google Shape;3931;p408">
              <a:extLst>
                <a:ext uri="{FF2B5EF4-FFF2-40B4-BE49-F238E27FC236}">
                  <a16:creationId xmlns:a16="http://schemas.microsoft.com/office/drawing/2014/main" id="{A5056CC6-732F-D4FF-6BFB-D707AE774DF1}"/>
                </a:ext>
              </a:extLst>
            </p:cNvPr>
            <p:cNvSpPr/>
            <p:nvPr/>
          </p:nvSpPr>
          <p:spPr>
            <a:xfrm>
              <a:off x="4263528" y="1402147"/>
              <a:ext cx="955995" cy="620062"/>
            </a:xfrm>
            <a:custGeom>
              <a:avLst/>
              <a:gdLst/>
              <a:ahLst/>
              <a:cxnLst/>
              <a:rect l="l" t="t" r="r" b="b"/>
              <a:pathLst>
                <a:path w="682466" h="477678" extrusionOk="0">
                  <a:moveTo>
                    <a:pt x="511778" y="477679"/>
                  </a:moveTo>
                  <a:lnTo>
                    <a:pt x="136493" y="477679"/>
                  </a:lnTo>
                  <a:cubicBezTo>
                    <a:pt x="61246" y="477679"/>
                    <a:pt x="0" y="416433"/>
                    <a:pt x="0" y="341186"/>
                  </a:cubicBezTo>
                  <a:cubicBezTo>
                    <a:pt x="0" y="277654"/>
                    <a:pt x="43529" y="224219"/>
                    <a:pt x="102394" y="208978"/>
                  </a:cubicBezTo>
                  <a:cubicBezTo>
                    <a:pt x="102394" y="207550"/>
                    <a:pt x="102394" y="206121"/>
                    <a:pt x="102394" y="204692"/>
                  </a:cubicBezTo>
                  <a:cubicBezTo>
                    <a:pt x="102394" y="91821"/>
                    <a:pt x="194215" y="0"/>
                    <a:pt x="307086" y="0"/>
                  </a:cubicBezTo>
                  <a:cubicBezTo>
                    <a:pt x="395383" y="0"/>
                    <a:pt x="471678" y="55912"/>
                    <a:pt x="499872" y="136970"/>
                  </a:cubicBezTo>
                  <a:cubicBezTo>
                    <a:pt x="600265" y="128588"/>
                    <a:pt x="682466" y="209074"/>
                    <a:pt x="682466" y="307086"/>
                  </a:cubicBezTo>
                  <a:cubicBezTo>
                    <a:pt x="682466" y="405098"/>
                    <a:pt x="605885" y="477679"/>
                    <a:pt x="511873" y="477679"/>
                  </a:cubicBezTo>
                  <a:close/>
                </a:path>
              </a:pathLst>
            </a:custGeom>
            <a:solidFill>
              <a:srgbClr val="FFFFFF"/>
            </a:solidFill>
            <a:ln w="1270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394" tIns="45672" rIns="91394" bIns="4567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14" name="Google Shape;3934;p408">
              <a:extLst>
                <a:ext uri="{FF2B5EF4-FFF2-40B4-BE49-F238E27FC236}">
                  <a16:creationId xmlns:a16="http://schemas.microsoft.com/office/drawing/2014/main" id="{53CA7E0B-6F98-0C98-AA86-215E54857274}"/>
                </a:ext>
              </a:extLst>
            </p:cNvPr>
            <p:cNvSpPr/>
            <p:nvPr/>
          </p:nvSpPr>
          <p:spPr>
            <a:xfrm>
              <a:off x="2354862" y="1400930"/>
              <a:ext cx="955995" cy="620062"/>
            </a:xfrm>
            <a:custGeom>
              <a:avLst/>
              <a:gdLst/>
              <a:ahLst/>
              <a:cxnLst/>
              <a:rect l="l" t="t" r="r" b="b"/>
              <a:pathLst>
                <a:path w="682466" h="477678" extrusionOk="0">
                  <a:moveTo>
                    <a:pt x="511778" y="477679"/>
                  </a:moveTo>
                  <a:lnTo>
                    <a:pt x="136493" y="477679"/>
                  </a:lnTo>
                  <a:cubicBezTo>
                    <a:pt x="61246" y="477679"/>
                    <a:pt x="0" y="416433"/>
                    <a:pt x="0" y="341186"/>
                  </a:cubicBezTo>
                  <a:cubicBezTo>
                    <a:pt x="0" y="277654"/>
                    <a:pt x="43529" y="224219"/>
                    <a:pt x="102394" y="208978"/>
                  </a:cubicBezTo>
                  <a:cubicBezTo>
                    <a:pt x="102394" y="207550"/>
                    <a:pt x="102394" y="206121"/>
                    <a:pt x="102394" y="204692"/>
                  </a:cubicBezTo>
                  <a:cubicBezTo>
                    <a:pt x="102394" y="91821"/>
                    <a:pt x="194215" y="0"/>
                    <a:pt x="307086" y="0"/>
                  </a:cubicBezTo>
                  <a:cubicBezTo>
                    <a:pt x="395383" y="0"/>
                    <a:pt x="471678" y="55912"/>
                    <a:pt x="499872" y="136970"/>
                  </a:cubicBezTo>
                  <a:cubicBezTo>
                    <a:pt x="600265" y="128588"/>
                    <a:pt x="682466" y="209074"/>
                    <a:pt x="682466" y="307086"/>
                  </a:cubicBezTo>
                  <a:cubicBezTo>
                    <a:pt x="682466" y="405098"/>
                    <a:pt x="605885" y="477679"/>
                    <a:pt x="511873" y="477679"/>
                  </a:cubicBezTo>
                  <a:close/>
                </a:path>
              </a:pathLst>
            </a:custGeom>
            <a:solidFill>
              <a:srgbClr val="FFFFFF"/>
            </a:solidFill>
            <a:ln w="1270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394" tIns="45672" rIns="91394" bIns="4567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800" b="0" i="0" u="none" strike="noStrike" kern="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grpSp>
          <p:nvGrpSpPr>
            <p:cNvPr id="15" name="Google Shape;3937;p408">
              <a:extLst>
                <a:ext uri="{FF2B5EF4-FFF2-40B4-BE49-F238E27FC236}">
                  <a16:creationId xmlns:a16="http://schemas.microsoft.com/office/drawing/2014/main" id="{2901D3D7-3E7E-B8ED-F734-34A77CF4D104}"/>
                </a:ext>
              </a:extLst>
            </p:cNvPr>
            <p:cNvGrpSpPr/>
            <p:nvPr/>
          </p:nvGrpSpPr>
          <p:grpSpPr>
            <a:xfrm>
              <a:off x="2763031" y="2717141"/>
              <a:ext cx="2022933" cy="856539"/>
              <a:chOff x="2414411" y="3286253"/>
              <a:chExt cx="2863149" cy="1212300"/>
            </a:xfrm>
          </p:grpSpPr>
          <p:sp>
            <p:nvSpPr>
              <p:cNvPr id="35" name="Google Shape;3938;p408">
                <a:extLst>
                  <a:ext uri="{FF2B5EF4-FFF2-40B4-BE49-F238E27FC236}">
                    <a16:creationId xmlns:a16="http://schemas.microsoft.com/office/drawing/2014/main" id="{529CA04F-1A15-0B4B-82F2-A0DB5FE2E5AA}"/>
                  </a:ext>
                </a:extLst>
              </p:cNvPr>
              <p:cNvSpPr/>
              <p:nvPr/>
            </p:nvSpPr>
            <p:spPr>
              <a:xfrm>
                <a:off x="2414411" y="3286253"/>
                <a:ext cx="2863149" cy="1212300"/>
              </a:xfrm>
              <a:prstGeom prst="roundRect">
                <a:avLst>
                  <a:gd name="adj" fmla="val 5303"/>
                </a:avLst>
              </a:prstGeom>
              <a:solidFill>
                <a:srgbClr val="F2F2F2"/>
              </a:solidFill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800" b="0" i="0" u="none" strike="noStrike" kern="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36" name="Google Shape;3939;p408">
                <a:extLst>
                  <a:ext uri="{FF2B5EF4-FFF2-40B4-BE49-F238E27FC236}">
                    <a16:creationId xmlns:a16="http://schemas.microsoft.com/office/drawing/2014/main" id="{AE720DD6-84EB-C7E3-6480-05287767BE53}"/>
                  </a:ext>
                </a:extLst>
              </p:cNvPr>
              <p:cNvSpPr txBox="1"/>
              <p:nvPr/>
            </p:nvSpPr>
            <p:spPr>
              <a:xfrm>
                <a:off x="2581641" y="3743573"/>
                <a:ext cx="2543138" cy="30254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46266" tIns="60896" rIns="121867" bIns="60896" anchor="ctr" anchorCtr="0">
                <a:no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Regional  Communications Hub</a:t>
                </a: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6" name="Google Shape;3950;p408">
              <a:extLst>
                <a:ext uri="{FF2B5EF4-FFF2-40B4-BE49-F238E27FC236}">
                  <a16:creationId xmlns:a16="http://schemas.microsoft.com/office/drawing/2014/main" id="{502D959E-E64C-7867-6D40-DAA4FCBCFEB1}"/>
                </a:ext>
              </a:extLst>
            </p:cNvPr>
            <p:cNvGrpSpPr/>
            <p:nvPr/>
          </p:nvGrpSpPr>
          <p:grpSpPr>
            <a:xfrm>
              <a:off x="1767508" y="4621489"/>
              <a:ext cx="4189045" cy="350295"/>
              <a:chOff x="1852315" y="5228550"/>
              <a:chExt cx="2763093" cy="231058"/>
            </a:xfrm>
          </p:grpSpPr>
          <p:grpSp>
            <p:nvGrpSpPr>
              <p:cNvPr id="26" name="Google Shape;3951;p408">
                <a:extLst>
                  <a:ext uri="{FF2B5EF4-FFF2-40B4-BE49-F238E27FC236}">
                    <a16:creationId xmlns:a16="http://schemas.microsoft.com/office/drawing/2014/main" id="{D5AF5646-D71A-42CC-D04A-049CC57584A6}"/>
                  </a:ext>
                </a:extLst>
              </p:cNvPr>
              <p:cNvGrpSpPr/>
              <p:nvPr/>
            </p:nvGrpSpPr>
            <p:grpSpPr>
              <a:xfrm>
                <a:off x="1852315" y="5305190"/>
                <a:ext cx="260829" cy="154418"/>
                <a:chOff x="1771747" y="5305360"/>
                <a:chExt cx="260829" cy="154418"/>
              </a:xfrm>
            </p:grpSpPr>
            <p:sp>
              <p:nvSpPr>
                <p:cNvPr id="33" name="Google Shape;3952;p408">
                  <a:extLst>
                    <a:ext uri="{FF2B5EF4-FFF2-40B4-BE49-F238E27FC236}">
                      <a16:creationId xmlns:a16="http://schemas.microsoft.com/office/drawing/2014/main" id="{1AC0C5CF-3151-28BB-EA55-3BF33587EEFC}"/>
                    </a:ext>
                  </a:extLst>
                </p:cNvPr>
                <p:cNvSpPr/>
                <p:nvPr/>
              </p:nvSpPr>
              <p:spPr>
                <a:xfrm>
                  <a:off x="1771747" y="5305360"/>
                  <a:ext cx="260829" cy="15441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ED195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ctr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34" name="Google Shape;3953;p408">
                  <a:extLst>
                    <a:ext uri="{FF2B5EF4-FFF2-40B4-BE49-F238E27FC236}">
                      <a16:creationId xmlns:a16="http://schemas.microsoft.com/office/drawing/2014/main" id="{17E94EB6-0EAF-AC6F-0A6C-6BCF2593767C}"/>
                    </a:ext>
                  </a:extLst>
                </p:cNvPr>
                <p:cNvSpPr/>
                <p:nvPr/>
              </p:nvSpPr>
              <p:spPr>
                <a:xfrm>
                  <a:off x="1824466" y="5325009"/>
                  <a:ext cx="155378" cy="1151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6481" h="597518" extrusionOk="0">
                      <a:moveTo>
                        <a:pt x="659797" y="519509"/>
                      </a:moveTo>
                      <a:cubicBezTo>
                        <a:pt x="657993" y="519490"/>
                        <a:pt x="656200" y="519234"/>
                        <a:pt x="654463" y="518747"/>
                      </a:cubicBezTo>
                      <a:cubicBezTo>
                        <a:pt x="644339" y="515885"/>
                        <a:pt x="638452" y="505357"/>
                        <a:pt x="641315" y="495232"/>
                      </a:cubicBezTo>
                      <a:cubicBezTo>
                        <a:pt x="641316" y="495228"/>
                        <a:pt x="641317" y="495224"/>
                        <a:pt x="641318" y="495220"/>
                      </a:cubicBezTo>
                      <a:cubicBezTo>
                        <a:pt x="643972" y="485039"/>
                        <a:pt x="654376" y="478937"/>
                        <a:pt x="664557" y="481591"/>
                      </a:cubicBezTo>
                      <a:cubicBezTo>
                        <a:pt x="664685" y="481624"/>
                        <a:pt x="664813" y="481658"/>
                        <a:pt x="664940" y="481695"/>
                      </a:cubicBezTo>
                      <a:cubicBezTo>
                        <a:pt x="674817" y="484480"/>
                        <a:pt x="680713" y="494587"/>
                        <a:pt x="678275" y="504555"/>
                      </a:cubicBezTo>
                      <a:lnTo>
                        <a:pt x="678275" y="505698"/>
                      </a:lnTo>
                      <a:cubicBezTo>
                        <a:pt x="675921" y="513932"/>
                        <a:pt x="668361" y="519582"/>
                        <a:pt x="659797" y="519509"/>
                      </a:cubicBezTo>
                      <a:close/>
                      <a:moveTo>
                        <a:pt x="475202" y="456072"/>
                      </a:moveTo>
                      <a:cubicBezTo>
                        <a:pt x="473395" y="456099"/>
                        <a:pt x="471595" y="455843"/>
                        <a:pt x="469868" y="455310"/>
                      </a:cubicBezTo>
                      <a:cubicBezTo>
                        <a:pt x="459777" y="452404"/>
                        <a:pt x="453942" y="441882"/>
                        <a:pt x="456819" y="431784"/>
                      </a:cubicBezTo>
                      <a:cubicBezTo>
                        <a:pt x="459473" y="421602"/>
                        <a:pt x="469877" y="415501"/>
                        <a:pt x="480058" y="418154"/>
                      </a:cubicBezTo>
                      <a:cubicBezTo>
                        <a:pt x="480186" y="418188"/>
                        <a:pt x="480313" y="418222"/>
                        <a:pt x="480441" y="418258"/>
                      </a:cubicBezTo>
                      <a:cubicBezTo>
                        <a:pt x="490317" y="421043"/>
                        <a:pt x="496213" y="431150"/>
                        <a:pt x="493776" y="441118"/>
                      </a:cubicBezTo>
                      <a:lnTo>
                        <a:pt x="493776" y="442261"/>
                      </a:lnTo>
                      <a:cubicBezTo>
                        <a:pt x="491412" y="450530"/>
                        <a:pt x="483801" y="456189"/>
                        <a:pt x="475202" y="456072"/>
                      </a:cubicBezTo>
                      <a:close/>
                      <a:moveTo>
                        <a:pt x="178403" y="291099"/>
                      </a:moveTo>
                      <a:lnTo>
                        <a:pt x="42863" y="291099"/>
                      </a:lnTo>
                      <a:cubicBezTo>
                        <a:pt x="19212" y="291047"/>
                        <a:pt x="52" y="271887"/>
                        <a:pt x="0" y="248237"/>
                      </a:cubicBezTo>
                      <a:lnTo>
                        <a:pt x="0" y="216328"/>
                      </a:lnTo>
                      <a:cubicBezTo>
                        <a:pt x="52" y="192677"/>
                        <a:pt x="19212" y="173518"/>
                        <a:pt x="42863" y="173466"/>
                      </a:cubicBezTo>
                      <a:lnTo>
                        <a:pt x="178403" y="173466"/>
                      </a:lnTo>
                      <a:cubicBezTo>
                        <a:pt x="202054" y="173518"/>
                        <a:pt x="221213" y="192677"/>
                        <a:pt x="221266" y="216328"/>
                      </a:cubicBezTo>
                      <a:lnTo>
                        <a:pt x="221266" y="248618"/>
                      </a:lnTo>
                      <a:cubicBezTo>
                        <a:pt x="221006" y="272120"/>
                        <a:pt x="201906" y="291049"/>
                        <a:pt x="178403" y="291099"/>
                      </a:cubicBezTo>
                      <a:close/>
                      <a:moveTo>
                        <a:pt x="42863" y="202041"/>
                      </a:moveTo>
                      <a:cubicBezTo>
                        <a:pt x="34972" y="202041"/>
                        <a:pt x="28575" y="208438"/>
                        <a:pt x="28575" y="216328"/>
                      </a:cubicBezTo>
                      <a:lnTo>
                        <a:pt x="28575" y="248618"/>
                      </a:lnTo>
                      <a:cubicBezTo>
                        <a:pt x="28575" y="256508"/>
                        <a:pt x="34972" y="262905"/>
                        <a:pt x="42863" y="262905"/>
                      </a:cubicBezTo>
                      <a:lnTo>
                        <a:pt x="178403" y="262905"/>
                      </a:lnTo>
                      <a:cubicBezTo>
                        <a:pt x="186294" y="262905"/>
                        <a:pt x="192691" y="256508"/>
                        <a:pt x="192691" y="248618"/>
                      </a:cubicBezTo>
                      <a:lnTo>
                        <a:pt x="192691" y="216328"/>
                      </a:lnTo>
                      <a:cubicBezTo>
                        <a:pt x="192691" y="208438"/>
                        <a:pt x="186294" y="202041"/>
                        <a:pt x="178403" y="202041"/>
                      </a:cubicBezTo>
                      <a:close/>
                      <a:moveTo>
                        <a:pt x="178403" y="592566"/>
                      </a:moveTo>
                      <a:lnTo>
                        <a:pt x="42863" y="592566"/>
                      </a:lnTo>
                      <a:cubicBezTo>
                        <a:pt x="19212" y="592513"/>
                        <a:pt x="52" y="573354"/>
                        <a:pt x="0" y="549703"/>
                      </a:cubicBezTo>
                      <a:lnTo>
                        <a:pt x="0" y="517985"/>
                      </a:lnTo>
                      <a:cubicBezTo>
                        <a:pt x="52" y="494334"/>
                        <a:pt x="19212" y="475175"/>
                        <a:pt x="42863" y="475122"/>
                      </a:cubicBezTo>
                      <a:lnTo>
                        <a:pt x="178403" y="475122"/>
                      </a:lnTo>
                      <a:cubicBezTo>
                        <a:pt x="202054" y="475175"/>
                        <a:pt x="221213" y="494334"/>
                        <a:pt x="221266" y="517985"/>
                      </a:cubicBezTo>
                      <a:lnTo>
                        <a:pt x="221266" y="549894"/>
                      </a:lnTo>
                      <a:cubicBezTo>
                        <a:pt x="221213" y="573544"/>
                        <a:pt x="202054" y="592704"/>
                        <a:pt x="178403" y="592756"/>
                      </a:cubicBezTo>
                      <a:close/>
                      <a:moveTo>
                        <a:pt x="42863" y="503697"/>
                      </a:moveTo>
                      <a:cubicBezTo>
                        <a:pt x="34972" y="503697"/>
                        <a:pt x="28575" y="510094"/>
                        <a:pt x="28575" y="517985"/>
                      </a:cubicBezTo>
                      <a:lnTo>
                        <a:pt x="28575" y="549894"/>
                      </a:lnTo>
                      <a:cubicBezTo>
                        <a:pt x="28575" y="557784"/>
                        <a:pt x="34972" y="564181"/>
                        <a:pt x="42863" y="564181"/>
                      </a:cubicBezTo>
                      <a:lnTo>
                        <a:pt x="178403" y="564181"/>
                      </a:lnTo>
                      <a:cubicBezTo>
                        <a:pt x="186294" y="564181"/>
                        <a:pt x="192691" y="557784"/>
                        <a:pt x="192691" y="549894"/>
                      </a:cubicBezTo>
                      <a:lnTo>
                        <a:pt x="192691" y="517985"/>
                      </a:lnTo>
                      <a:cubicBezTo>
                        <a:pt x="192691" y="510094"/>
                        <a:pt x="186294" y="503697"/>
                        <a:pt x="178403" y="503697"/>
                      </a:cubicBezTo>
                      <a:close/>
                      <a:moveTo>
                        <a:pt x="722948" y="526081"/>
                      </a:moveTo>
                      <a:cubicBezTo>
                        <a:pt x="719061" y="526101"/>
                        <a:pt x="715339" y="524515"/>
                        <a:pt x="712661" y="521700"/>
                      </a:cubicBezTo>
                      <a:cubicBezTo>
                        <a:pt x="707089" y="516122"/>
                        <a:pt x="707089" y="507084"/>
                        <a:pt x="712661" y="501507"/>
                      </a:cubicBezTo>
                      <a:cubicBezTo>
                        <a:pt x="753809" y="461883"/>
                        <a:pt x="777431" y="410638"/>
                        <a:pt x="777431" y="361108"/>
                      </a:cubicBezTo>
                      <a:cubicBezTo>
                        <a:pt x="777431" y="280908"/>
                        <a:pt x="727710" y="224805"/>
                        <a:pt x="683895" y="175371"/>
                      </a:cubicBezTo>
                      <a:cubicBezTo>
                        <a:pt x="634270" y="119459"/>
                        <a:pt x="606076" y="72405"/>
                        <a:pt x="598170" y="32019"/>
                      </a:cubicBezTo>
                      <a:lnTo>
                        <a:pt x="597218" y="32591"/>
                      </a:lnTo>
                      <a:cubicBezTo>
                        <a:pt x="575500" y="45640"/>
                        <a:pt x="505587" y="95361"/>
                        <a:pt x="520160" y="189372"/>
                      </a:cubicBezTo>
                      <a:cubicBezTo>
                        <a:pt x="526637" y="231092"/>
                        <a:pt x="515302" y="261000"/>
                        <a:pt x="488442" y="274240"/>
                      </a:cubicBezTo>
                      <a:cubicBezTo>
                        <a:pt x="478039" y="278719"/>
                        <a:pt x="466627" y="280330"/>
                        <a:pt x="455390" y="278907"/>
                      </a:cubicBezTo>
                      <a:cubicBezTo>
                        <a:pt x="426913" y="274051"/>
                        <a:pt x="405939" y="249593"/>
                        <a:pt x="405479" y="220710"/>
                      </a:cubicBezTo>
                      <a:cubicBezTo>
                        <a:pt x="405479" y="216995"/>
                        <a:pt x="405479" y="213471"/>
                        <a:pt x="405479" y="210327"/>
                      </a:cubicBezTo>
                      <a:cubicBezTo>
                        <a:pt x="370487" y="252869"/>
                        <a:pt x="350976" y="306031"/>
                        <a:pt x="350139" y="361108"/>
                      </a:cubicBezTo>
                      <a:cubicBezTo>
                        <a:pt x="350139" y="410638"/>
                        <a:pt x="373761" y="461883"/>
                        <a:pt x="415004" y="501507"/>
                      </a:cubicBezTo>
                      <a:cubicBezTo>
                        <a:pt x="420522" y="507147"/>
                        <a:pt x="420423" y="516193"/>
                        <a:pt x="414783" y="521711"/>
                      </a:cubicBezTo>
                      <a:cubicBezTo>
                        <a:pt x="409379" y="526997"/>
                        <a:pt x="400792" y="527160"/>
                        <a:pt x="395192" y="522081"/>
                      </a:cubicBezTo>
                      <a:cubicBezTo>
                        <a:pt x="348425" y="477123"/>
                        <a:pt x="321564" y="418449"/>
                        <a:pt x="321564" y="361108"/>
                      </a:cubicBezTo>
                      <a:cubicBezTo>
                        <a:pt x="322291" y="293506"/>
                        <a:pt x="348323" y="228631"/>
                        <a:pt x="394526" y="179276"/>
                      </a:cubicBezTo>
                      <a:cubicBezTo>
                        <a:pt x="403145" y="170267"/>
                        <a:pt x="417434" y="169951"/>
                        <a:pt x="426443" y="178570"/>
                      </a:cubicBezTo>
                      <a:cubicBezTo>
                        <a:pt x="430635" y="182581"/>
                        <a:pt x="433122" y="188053"/>
                        <a:pt x="433387" y="193849"/>
                      </a:cubicBezTo>
                      <a:cubicBezTo>
                        <a:pt x="434054" y="201660"/>
                        <a:pt x="434150" y="213661"/>
                        <a:pt x="434150" y="220233"/>
                      </a:cubicBezTo>
                      <a:cubicBezTo>
                        <a:pt x="434501" y="235356"/>
                        <a:pt x="445453" y="248141"/>
                        <a:pt x="460343" y="250809"/>
                      </a:cubicBezTo>
                      <a:cubicBezTo>
                        <a:pt x="463006" y="251010"/>
                        <a:pt x="465681" y="251010"/>
                        <a:pt x="468344" y="250809"/>
                      </a:cubicBezTo>
                      <a:cubicBezTo>
                        <a:pt x="471078" y="250397"/>
                        <a:pt x="473760" y="249695"/>
                        <a:pt x="476345" y="248713"/>
                      </a:cubicBezTo>
                      <a:cubicBezTo>
                        <a:pt x="495395" y="239188"/>
                        <a:pt x="495395" y="214233"/>
                        <a:pt x="492157" y="194611"/>
                      </a:cubicBezTo>
                      <a:cubicBezTo>
                        <a:pt x="474821" y="82407"/>
                        <a:pt x="557117" y="23733"/>
                        <a:pt x="582740" y="8397"/>
                      </a:cubicBezTo>
                      <a:cubicBezTo>
                        <a:pt x="586740" y="5921"/>
                        <a:pt x="592265" y="2873"/>
                        <a:pt x="593789" y="2111"/>
                      </a:cubicBezTo>
                      <a:cubicBezTo>
                        <a:pt x="600269" y="-923"/>
                        <a:pt x="607809" y="-674"/>
                        <a:pt x="614077" y="2778"/>
                      </a:cubicBezTo>
                      <a:cubicBezTo>
                        <a:pt x="620277" y="6196"/>
                        <a:pt x="624431" y="12411"/>
                        <a:pt x="625221" y="19446"/>
                      </a:cubicBezTo>
                      <a:cubicBezTo>
                        <a:pt x="629793" y="55451"/>
                        <a:pt x="656939" y="101647"/>
                        <a:pt x="705707" y="156702"/>
                      </a:cubicBezTo>
                      <a:cubicBezTo>
                        <a:pt x="750665" y="207279"/>
                        <a:pt x="806482" y="270335"/>
                        <a:pt x="806482" y="361394"/>
                      </a:cubicBezTo>
                      <a:cubicBezTo>
                        <a:pt x="806482" y="418544"/>
                        <a:pt x="779717" y="477408"/>
                        <a:pt x="732949" y="522366"/>
                      </a:cubicBezTo>
                      <a:cubicBezTo>
                        <a:pt x="730230" y="524867"/>
                        <a:pt x="726639" y="526201"/>
                        <a:pt x="722948" y="526081"/>
                      </a:cubicBezTo>
                      <a:close/>
                      <a:moveTo>
                        <a:pt x="564356" y="597519"/>
                      </a:moveTo>
                      <a:cubicBezTo>
                        <a:pt x="553835" y="597519"/>
                        <a:pt x="545306" y="588990"/>
                        <a:pt x="545306" y="578469"/>
                      </a:cubicBezTo>
                      <a:cubicBezTo>
                        <a:pt x="545306" y="567947"/>
                        <a:pt x="553835" y="559419"/>
                        <a:pt x="564356" y="559419"/>
                      </a:cubicBezTo>
                      <a:lnTo>
                        <a:pt x="565118" y="559419"/>
                      </a:lnTo>
                      <a:cubicBezTo>
                        <a:pt x="575640" y="559419"/>
                        <a:pt x="584168" y="567947"/>
                        <a:pt x="584168" y="578469"/>
                      </a:cubicBezTo>
                      <a:cubicBezTo>
                        <a:pt x="584168" y="588990"/>
                        <a:pt x="575640" y="597519"/>
                        <a:pt x="565118" y="597519"/>
                      </a:cubicBezTo>
                      <a:close/>
                      <a:moveTo>
                        <a:pt x="503396" y="576659"/>
                      </a:moveTo>
                      <a:cubicBezTo>
                        <a:pt x="499100" y="576634"/>
                        <a:pt x="494937" y="575157"/>
                        <a:pt x="491585" y="572468"/>
                      </a:cubicBezTo>
                      <a:lnTo>
                        <a:pt x="490537" y="571611"/>
                      </a:lnTo>
                      <a:cubicBezTo>
                        <a:pt x="482259" y="565116"/>
                        <a:pt x="480813" y="553143"/>
                        <a:pt x="487307" y="544864"/>
                      </a:cubicBezTo>
                      <a:cubicBezTo>
                        <a:pt x="493801" y="536586"/>
                        <a:pt x="505776" y="535140"/>
                        <a:pt x="514053" y="541634"/>
                      </a:cubicBezTo>
                      <a:cubicBezTo>
                        <a:pt x="514317" y="541840"/>
                        <a:pt x="514574" y="542054"/>
                        <a:pt x="514826" y="542274"/>
                      </a:cubicBezTo>
                      <a:lnTo>
                        <a:pt x="514826" y="542274"/>
                      </a:lnTo>
                      <a:cubicBezTo>
                        <a:pt x="523085" y="548792"/>
                        <a:pt x="524497" y="560770"/>
                        <a:pt x="517979" y="569029"/>
                      </a:cubicBezTo>
                      <a:cubicBezTo>
                        <a:pt x="514364" y="573610"/>
                        <a:pt x="508850" y="576281"/>
                        <a:pt x="503015" y="576278"/>
                      </a:cubicBezTo>
                      <a:close/>
                      <a:moveTo>
                        <a:pt x="625983" y="575611"/>
                      </a:moveTo>
                      <a:cubicBezTo>
                        <a:pt x="615462" y="575643"/>
                        <a:pt x="606907" y="567140"/>
                        <a:pt x="606875" y="556619"/>
                      </a:cubicBezTo>
                      <a:cubicBezTo>
                        <a:pt x="606858" y="550874"/>
                        <a:pt x="609433" y="545428"/>
                        <a:pt x="613886" y="541797"/>
                      </a:cubicBezTo>
                      <a:lnTo>
                        <a:pt x="613886" y="541797"/>
                      </a:lnTo>
                      <a:cubicBezTo>
                        <a:pt x="621029" y="534073"/>
                        <a:pt x="633081" y="533600"/>
                        <a:pt x="640807" y="540742"/>
                      </a:cubicBezTo>
                      <a:cubicBezTo>
                        <a:pt x="648532" y="547885"/>
                        <a:pt x="649004" y="559937"/>
                        <a:pt x="641861" y="567662"/>
                      </a:cubicBezTo>
                      <a:cubicBezTo>
                        <a:pt x="640924" y="568676"/>
                        <a:pt x="639880" y="569585"/>
                        <a:pt x="638747" y="570372"/>
                      </a:cubicBezTo>
                      <a:lnTo>
                        <a:pt x="637794" y="571230"/>
                      </a:lnTo>
                      <a:cubicBezTo>
                        <a:pt x="634442" y="573942"/>
                        <a:pt x="630293" y="575482"/>
                        <a:pt x="625983" y="575611"/>
                      </a:cubicBezTo>
                      <a:close/>
                      <a:moveTo>
                        <a:pt x="468440" y="521128"/>
                      </a:moveTo>
                      <a:cubicBezTo>
                        <a:pt x="459657" y="521111"/>
                        <a:pt x="452025" y="515091"/>
                        <a:pt x="449961" y="506555"/>
                      </a:cubicBezTo>
                      <a:cubicBezTo>
                        <a:pt x="449961" y="506555"/>
                        <a:pt x="449961" y="505412"/>
                        <a:pt x="449961" y="505317"/>
                      </a:cubicBezTo>
                      <a:cubicBezTo>
                        <a:pt x="447966" y="494986"/>
                        <a:pt x="454724" y="484995"/>
                        <a:pt x="465055" y="483001"/>
                      </a:cubicBezTo>
                      <a:cubicBezTo>
                        <a:pt x="474932" y="481094"/>
                        <a:pt x="484589" y="487196"/>
                        <a:pt x="487108" y="496935"/>
                      </a:cubicBezTo>
                      <a:lnTo>
                        <a:pt x="487108" y="497506"/>
                      </a:lnTo>
                      <a:cubicBezTo>
                        <a:pt x="489625" y="507710"/>
                        <a:pt x="483402" y="518025"/>
                        <a:pt x="473202" y="520557"/>
                      </a:cubicBezTo>
                      <a:cubicBezTo>
                        <a:pt x="471645" y="520947"/>
                        <a:pt x="470044" y="521139"/>
                        <a:pt x="468440" y="521128"/>
                      </a:cubicBezTo>
                      <a:close/>
                      <a:moveTo>
                        <a:pt x="651510" y="454453"/>
                      </a:moveTo>
                      <a:cubicBezTo>
                        <a:pt x="644679" y="454568"/>
                        <a:pt x="638342" y="450905"/>
                        <a:pt x="635032" y="444928"/>
                      </a:cubicBezTo>
                      <a:lnTo>
                        <a:pt x="635032" y="444071"/>
                      </a:lnTo>
                      <a:cubicBezTo>
                        <a:pt x="630446" y="434601"/>
                        <a:pt x="634407" y="423208"/>
                        <a:pt x="643876" y="418623"/>
                      </a:cubicBezTo>
                      <a:cubicBezTo>
                        <a:pt x="652983" y="414214"/>
                        <a:pt x="663947" y="417692"/>
                        <a:pt x="668846" y="426545"/>
                      </a:cubicBezTo>
                      <a:cubicBezTo>
                        <a:pt x="673472" y="435913"/>
                        <a:pt x="669689" y="447258"/>
                        <a:pt x="660368" y="451977"/>
                      </a:cubicBezTo>
                      <a:cubicBezTo>
                        <a:pt x="657637" y="453426"/>
                        <a:pt x="654602" y="454209"/>
                        <a:pt x="651510" y="454263"/>
                      </a:cubicBezTo>
                      <a:close/>
                      <a:moveTo>
                        <a:pt x="516065" y="403590"/>
                      </a:moveTo>
                      <a:cubicBezTo>
                        <a:pt x="511576" y="403554"/>
                        <a:pt x="507237" y="401973"/>
                        <a:pt x="503777" y="399113"/>
                      </a:cubicBezTo>
                      <a:cubicBezTo>
                        <a:pt x="495846" y="392346"/>
                        <a:pt x="494827" y="380461"/>
                        <a:pt x="501491" y="372443"/>
                      </a:cubicBezTo>
                      <a:cubicBezTo>
                        <a:pt x="508065" y="364229"/>
                        <a:pt x="520054" y="362899"/>
                        <a:pt x="528268" y="369472"/>
                      </a:cubicBezTo>
                      <a:cubicBezTo>
                        <a:pt x="528392" y="369572"/>
                        <a:pt x="528516" y="369673"/>
                        <a:pt x="528638" y="369776"/>
                      </a:cubicBezTo>
                      <a:cubicBezTo>
                        <a:pt x="536567" y="376415"/>
                        <a:pt x="537750" y="388168"/>
                        <a:pt x="531305" y="396255"/>
                      </a:cubicBezTo>
                      <a:lnTo>
                        <a:pt x="530638" y="396922"/>
                      </a:lnTo>
                      <a:cubicBezTo>
                        <a:pt x="526996" y="401179"/>
                        <a:pt x="521666" y="403618"/>
                        <a:pt x="516065" y="403590"/>
                      </a:cubicBezTo>
                      <a:close/>
                      <a:moveTo>
                        <a:pt x="610267" y="401970"/>
                      </a:moveTo>
                      <a:cubicBezTo>
                        <a:pt x="604824" y="401987"/>
                        <a:pt x="599657" y="399578"/>
                        <a:pt x="596170" y="395398"/>
                      </a:cubicBezTo>
                      <a:lnTo>
                        <a:pt x="595598" y="394636"/>
                      </a:lnTo>
                      <a:cubicBezTo>
                        <a:pt x="588893" y="386579"/>
                        <a:pt x="589957" y="374618"/>
                        <a:pt x="597980" y="367871"/>
                      </a:cubicBezTo>
                      <a:cubicBezTo>
                        <a:pt x="606019" y="361084"/>
                        <a:pt x="618038" y="362100"/>
                        <a:pt x="624825" y="370139"/>
                      </a:cubicBezTo>
                      <a:cubicBezTo>
                        <a:pt x="624830" y="370144"/>
                        <a:pt x="624835" y="370151"/>
                        <a:pt x="624840" y="370157"/>
                      </a:cubicBezTo>
                      <a:cubicBezTo>
                        <a:pt x="631891" y="377964"/>
                        <a:pt x="631279" y="390011"/>
                        <a:pt x="623471" y="397063"/>
                      </a:cubicBezTo>
                      <a:cubicBezTo>
                        <a:pt x="619858" y="400325"/>
                        <a:pt x="615133" y="402082"/>
                        <a:pt x="610267" y="401970"/>
                      </a:cubicBezTo>
                      <a:close/>
                      <a:moveTo>
                        <a:pt x="563594" y="357679"/>
                      </a:moveTo>
                      <a:lnTo>
                        <a:pt x="563594" y="357679"/>
                      </a:lnTo>
                      <a:cubicBezTo>
                        <a:pt x="553073" y="357679"/>
                        <a:pt x="544544" y="349150"/>
                        <a:pt x="544544" y="338629"/>
                      </a:cubicBezTo>
                      <a:cubicBezTo>
                        <a:pt x="544520" y="328608"/>
                        <a:pt x="552263" y="320280"/>
                        <a:pt x="562261" y="319579"/>
                      </a:cubicBezTo>
                      <a:lnTo>
                        <a:pt x="563975" y="319579"/>
                      </a:lnTo>
                      <a:cubicBezTo>
                        <a:pt x="574497" y="319579"/>
                        <a:pt x="583025" y="328108"/>
                        <a:pt x="583025" y="338629"/>
                      </a:cubicBezTo>
                      <a:cubicBezTo>
                        <a:pt x="583027" y="349150"/>
                        <a:pt x="574500" y="357681"/>
                        <a:pt x="563979" y="357683"/>
                      </a:cubicBezTo>
                      <a:cubicBezTo>
                        <a:pt x="563850" y="357683"/>
                        <a:pt x="563723" y="357682"/>
                        <a:pt x="563594" y="357679"/>
                      </a:cubicBezTo>
                      <a:close/>
                      <a:moveTo>
                        <a:pt x="301371" y="427688"/>
                      </a:moveTo>
                      <a:cubicBezTo>
                        <a:pt x="301371" y="419797"/>
                        <a:pt x="294974" y="413400"/>
                        <a:pt x="287084" y="413400"/>
                      </a:cubicBezTo>
                      <a:lnTo>
                        <a:pt x="165068" y="413400"/>
                      </a:lnTo>
                      <a:cubicBezTo>
                        <a:pt x="157199" y="413348"/>
                        <a:pt x="150833" y="406982"/>
                        <a:pt x="150781" y="399113"/>
                      </a:cubicBezTo>
                      <a:lnTo>
                        <a:pt x="150781" y="367204"/>
                      </a:lnTo>
                      <a:cubicBezTo>
                        <a:pt x="151038" y="359500"/>
                        <a:pt x="157360" y="353388"/>
                        <a:pt x="165068" y="353393"/>
                      </a:cubicBezTo>
                      <a:lnTo>
                        <a:pt x="278511" y="353393"/>
                      </a:lnTo>
                      <a:cubicBezTo>
                        <a:pt x="286402" y="353393"/>
                        <a:pt x="292799" y="346996"/>
                        <a:pt x="292799" y="339105"/>
                      </a:cubicBezTo>
                      <a:cubicBezTo>
                        <a:pt x="292799" y="331215"/>
                        <a:pt x="286402" y="324818"/>
                        <a:pt x="278511" y="324818"/>
                      </a:cubicBezTo>
                      <a:lnTo>
                        <a:pt x="165068" y="324818"/>
                      </a:lnTo>
                      <a:cubicBezTo>
                        <a:pt x="141396" y="324818"/>
                        <a:pt x="122206" y="344008"/>
                        <a:pt x="122206" y="367680"/>
                      </a:cubicBezTo>
                      <a:lnTo>
                        <a:pt x="122206" y="399113"/>
                      </a:lnTo>
                      <a:cubicBezTo>
                        <a:pt x="122258" y="422763"/>
                        <a:pt x="141418" y="441923"/>
                        <a:pt x="165068" y="441975"/>
                      </a:cubicBezTo>
                      <a:lnTo>
                        <a:pt x="287084" y="441975"/>
                      </a:lnTo>
                      <a:cubicBezTo>
                        <a:pt x="294974" y="441975"/>
                        <a:pt x="301371" y="435578"/>
                        <a:pt x="301371" y="427688"/>
                      </a:cubicBezTo>
                      <a:close/>
                      <a:moveTo>
                        <a:pt x="98393" y="399113"/>
                      </a:moveTo>
                      <a:lnTo>
                        <a:pt x="98393" y="367204"/>
                      </a:lnTo>
                      <a:cubicBezTo>
                        <a:pt x="98393" y="343532"/>
                        <a:pt x="79203" y="324342"/>
                        <a:pt x="55531" y="324342"/>
                      </a:cubicBezTo>
                      <a:lnTo>
                        <a:pt x="14288" y="324342"/>
                      </a:lnTo>
                      <a:cubicBezTo>
                        <a:pt x="6397" y="324342"/>
                        <a:pt x="0" y="330739"/>
                        <a:pt x="0" y="338629"/>
                      </a:cubicBezTo>
                      <a:cubicBezTo>
                        <a:pt x="0" y="346520"/>
                        <a:pt x="6397" y="352917"/>
                        <a:pt x="14288" y="352917"/>
                      </a:cubicBezTo>
                      <a:lnTo>
                        <a:pt x="55721" y="352917"/>
                      </a:lnTo>
                      <a:cubicBezTo>
                        <a:pt x="63612" y="352917"/>
                        <a:pt x="70009" y="359314"/>
                        <a:pt x="70009" y="367204"/>
                      </a:cubicBezTo>
                      <a:lnTo>
                        <a:pt x="70009" y="399113"/>
                      </a:lnTo>
                      <a:cubicBezTo>
                        <a:pt x="70009" y="407003"/>
                        <a:pt x="63612" y="413400"/>
                        <a:pt x="55721" y="413400"/>
                      </a:cubicBezTo>
                      <a:lnTo>
                        <a:pt x="14288" y="413400"/>
                      </a:lnTo>
                      <a:cubicBezTo>
                        <a:pt x="6397" y="413400"/>
                        <a:pt x="0" y="419797"/>
                        <a:pt x="0" y="427688"/>
                      </a:cubicBezTo>
                      <a:cubicBezTo>
                        <a:pt x="0" y="435578"/>
                        <a:pt x="6397" y="441975"/>
                        <a:pt x="14288" y="441975"/>
                      </a:cubicBezTo>
                      <a:lnTo>
                        <a:pt x="55721" y="441975"/>
                      </a:lnTo>
                      <a:cubicBezTo>
                        <a:pt x="79298" y="441818"/>
                        <a:pt x="98342" y="422689"/>
                        <a:pt x="98393" y="399113"/>
                      </a:cubicBezTo>
                      <a:close/>
                      <a:moveTo>
                        <a:pt x="305276" y="277193"/>
                      </a:moveTo>
                      <a:cubicBezTo>
                        <a:pt x="305276" y="269302"/>
                        <a:pt x="298879" y="262905"/>
                        <a:pt x="290989" y="262905"/>
                      </a:cubicBezTo>
                      <a:lnTo>
                        <a:pt x="288131" y="262905"/>
                      </a:lnTo>
                      <a:cubicBezTo>
                        <a:pt x="280241" y="262905"/>
                        <a:pt x="273844" y="256508"/>
                        <a:pt x="273844" y="248618"/>
                      </a:cubicBezTo>
                      <a:lnTo>
                        <a:pt x="273844" y="216328"/>
                      </a:lnTo>
                      <a:cubicBezTo>
                        <a:pt x="273844" y="208438"/>
                        <a:pt x="280241" y="202041"/>
                        <a:pt x="288131" y="202041"/>
                      </a:cubicBezTo>
                      <a:lnTo>
                        <a:pt x="329660" y="202041"/>
                      </a:lnTo>
                      <a:cubicBezTo>
                        <a:pt x="337551" y="202041"/>
                        <a:pt x="343948" y="195644"/>
                        <a:pt x="343948" y="187753"/>
                      </a:cubicBezTo>
                      <a:cubicBezTo>
                        <a:pt x="343948" y="179863"/>
                        <a:pt x="337551" y="173466"/>
                        <a:pt x="329660" y="173466"/>
                      </a:cubicBezTo>
                      <a:lnTo>
                        <a:pt x="288131" y="173466"/>
                      </a:lnTo>
                      <a:cubicBezTo>
                        <a:pt x="264481" y="173518"/>
                        <a:pt x="245321" y="192677"/>
                        <a:pt x="245269" y="216328"/>
                      </a:cubicBezTo>
                      <a:lnTo>
                        <a:pt x="245269" y="248618"/>
                      </a:lnTo>
                      <a:cubicBezTo>
                        <a:pt x="245321" y="272268"/>
                        <a:pt x="264481" y="291428"/>
                        <a:pt x="288131" y="291480"/>
                      </a:cubicBezTo>
                      <a:lnTo>
                        <a:pt x="290989" y="291480"/>
                      </a:lnTo>
                      <a:cubicBezTo>
                        <a:pt x="298879" y="291480"/>
                        <a:pt x="305276" y="285083"/>
                        <a:pt x="305276" y="277193"/>
                      </a:cubicBezTo>
                      <a:close/>
                      <a:moveTo>
                        <a:pt x="446818" y="578469"/>
                      </a:moveTo>
                      <a:cubicBezTo>
                        <a:pt x="446818" y="570578"/>
                        <a:pt x="440421" y="564181"/>
                        <a:pt x="432530" y="564181"/>
                      </a:cubicBezTo>
                      <a:lnTo>
                        <a:pt x="288131" y="564181"/>
                      </a:lnTo>
                      <a:cubicBezTo>
                        <a:pt x="280241" y="564181"/>
                        <a:pt x="273844" y="557784"/>
                        <a:pt x="273844" y="549894"/>
                      </a:cubicBezTo>
                      <a:lnTo>
                        <a:pt x="273844" y="517985"/>
                      </a:lnTo>
                      <a:cubicBezTo>
                        <a:pt x="273844" y="510094"/>
                        <a:pt x="280241" y="503697"/>
                        <a:pt x="288131" y="503697"/>
                      </a:cubicBezTo>
                      <a:lnTo>
                        <a:pt x="312992" y="503697"/>
                      </a:lnTo>
                      <a:cubicBezTo>
                        <a:pt x="320882" y="503697"/>
                        <a:pt x="327279" y="497300"/>
                        <a:pt x="327279" y="489410"/>
                      </a:cubicBezTo>
                      <a:cubicBezTo>
                        <a:pt x="327279" y="481519"/>
                        <a:pt x="320882" y="475122"/>
                        <a:pt x="312992" y="475122"/>
                      </a:cubicBezTo>
                      <a:lnTo>
                        <a:pt x="288131" y="475122"/>
                      </a:lnTo>
                      <a:cubicBezTo>
                        <a:pt x="264481" y="475175"/>
                        <a:pt x="245321" y="494334"/>
                        <a:pt x="245269" y="517985"/>
                      </a:cubicBezTo>
                      <a:lnTo>
                        <a:pt x="245269" y="549894"/>
                      </a:lnTo>
                      <a:cubicBezTo>
                        <a:pt x="245321" y="573544"/>
                        <a:pt x="264481" y="592704"/>
                        <a:pt x="288131" y="592756"/>
                      </a:cubicBezTo>
                      <a:lnTo>
                        <a:pt x="432530" y="592756"/>
                      </a:lnTo>
                      <a:cubicBezTo>
                        <a:pt x="440421" y="592756"/>
                        <a:pt x="446818" y="586359"/>
                        <a:pt x="446818" y="57846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grpSp>
            <p:nvGrpSpPr>
              <p:cNvPr id="27" name="Google Shape;3954;p408">
                <a:extLst>
                  <a:ext uri="{FF2B5EF4-FFF2-40B4-BE49-F238E27FC236}">
                    <a16:creationId xmlns:a16="http://schemas.microsoft.com/office/drawing/2014/main" id="{185C4A7D-DBB3-CC60-44F9-A211AAFD2829}"/>
                  </a:ext>
                </a:extLst>
              </p:cNvPr>
              <p:cNvGrpSpPr/>
              <p:nvPr/>
            </p:nvGrpSpPr>
            <p:grpSpPr>
              <a:xfrm>
                <a:off x="3022263" y="5228550"/>
                <a:ext cx="310134" cy="183608"/>
                <a:chOff x="776405" y="5235540"/>
                <a:chExt cx="406212" cy="240488"/>
              </a:xfrm>
            </p:grpSpPr>
            <p:sp>
              <p:nvSpPr>
                <p:cNvPr id="31" name="Google Shape;3955;p408">
                  <a:extLst>
                    <a:ext uri="{FF2B5EF4-FFF2-40B4-BE49-F238E27FC236}">
                      <a16:creationId xmlns:a16="http://schemas.microsoft.com/office/drawing/2014/main" id="{9B925D99-3F21-91B4-1F15-DBC1F346B283}"/>
                    </a:ext>
                  </a:extLst>
                </p:cNvPr>
                <p:cNvSpPr/>
                <p:nvPr/>
              </p:nvSpPr>
              <p:spPr>
                <a:xfrm>
                  <a:off x="776405" y="5235540"/>
                  <a:ext cx="406212" cy="24048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ED195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ctr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32" name="Google Shape;3956;p408">
                  <a:extLst>
                    <a:ext uri="{FF2B5EF4-FFF2-40B4-BE49-F238E27FC236}">
                      <a16:creationId xmlns:a16="http://schemas.microsoft.com/office/drawing/2014/main" id="{353633D6-BE44-8BD7-1905-3184A0DA29FE}"/>
                    </a:ext>
                  </a:extLst>
                </p:cNvPr>
                <p:cNvSpPr/>
                <p:nvPr/>
              </p:nvSpPr>
              <p:spPr>
                <a:xfrm>
                  <a:off x="858521" y="5266141"/>
                  <a:ext cx="241984" cy="179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6481" h="597518" extrusionOk="0">
                      <a:moveTo>
                        <a:pt x="659797" y="519509"/>
                      </a:moveTo>
                      <a:cubicBezTo>
                        <a:pt x="657993" y="519490"/>
                        <a:pt x="656200" y="519234"/>
                        <a:pt x="654463" y="518747"/>
                      </a:cubicBezTo>
                      <a:cubicBezTo>
                        <a:pt x="644339" y="515885"/>
                        <a:pt x="638452" y="505357"/>
                        <a:pt x="641315" y="495232"/>
                      </a:cubicBezTo>
                      <a:cubicBezTo>
                        <a:pt x="641316" y="495228"/>
                        <a:pt x="641317" y="495224"/>
                        <a:pt x="641318" y="495220"/>
                      </a:cubicBezTo>
                      <a:cubicBezTo>
                        <a:pt x="643972" y="485039"/>
                        <a:pt x="654376" y="478937"/>
                        <a:pt x="664557" y="481591"/>
                      </a:cubicBezTo>
                      <a:cubicBezTo>
                        <a:pt x="664685" y="481624"/>
                        <a:pt x="664813" y="481658"/>
                        <a:pt x="664940" y="481695"/>
                      </a:cubicBezTo>
                      <a:cubicBezTo>
                        <a:pt x="674817" y="484480"/>
                        <a:pt x="680713" y="494587"/>
                        <a:pt x="678275" y="504555"/>
                      </a:cubicBezTo>
                      <a:lnTo>
                        <a:pt x="678275" y="505698"/>
                      </a:lnTo>
                      <a:cubicBezTo>
                        <a:pt x="675921" y="513932"/>
                        <a:pt x="668361" y="519582"/>
                        <a:pt x="659797" y="519509"/>
                      </a:cubicBezTo>
                      <a:close/>
                      <a:moveTo>
                        <a:pt x="475202" y="456072"/>
                      </a:moveTo>
                      <a:cubicBezTo>
                        <a:pt x="473395" y="456099"/>
                        <a:pt x="471595" y="455843"/>
                        <a:pt x="469868" y="455310"/>
                      </a:cubicBezTo>
                      <a:cubicBezTo>
                        <a:pt x="459777" y="452404"/>
                        <a:pt x="453942" y="441882"/>
                        <a:pt x="456819" y="431784"/>
                      </a:cubicBezTo>
                      <a:cubicBezTo>
                        <a:pt x="459473" y="421602"/>
                        <a:pt x="469877" y="415501"/>
                        <a:pt x="480058" y="418154"/>
                      </a:cubicBezTo>
                      <a:cubicBezTo>
                        <a:pt x="480186" y="418188"/>
                        <a:pt x="480313" y="418222"/>
                        <a:pt x="480441" y="418258"/>
                      </a:cubicBezTo>
                      <a:cubicBezTo>
                        <a:pt x="490317" y="421043"/>
                        <a:pt x="496213" y="431150"/>
                        <a:pt x="493776" y="441118"/>
                      </a:cubicBezTo>
                      <a:lnTo>
                        <a:pt x="493776" y="442261"/>
                      </a:lnTo>
                      <a:cubicBezTo>
                        <a:pt x="491412" y="450530"/>
                        <a:pt x="483801" y="456189"/>
                        <a:pt x="475202" y="456072"/>
                      </a:cubicBezTo>
                      <a:close/>
                      <a:moveTo>
                        <a:pt x="178403" y="291099"/>
                      </a:moveTo>
                      <a:lnTo>
                        <a:pt x="42863" y="291099"/>
                      </a:lnTo>
                      <a:cubicBezTo>
                        <a:pt x="19212" y="291047"/>
                        <a:pt x="52" y="271887"/>
                        <a:pt x="0" y="248237"/>
                      </a:cubicBezTo>
                      <a:lnTo>
                        <a:pt x="0" y="216328"/>
                      </a:lnTo>
                      <a:cubicBezTo>
                        <a:pt x="52" y="192677"/>
                        <a:pt x="19212" y="173518"/>
                        <a:pt x="42863" y="173466"/>
                      </a:cubicBezTo>
                      <a:lnTo>
                        <a:pt x="178403" y="173466"/>
                      </a:lnTo>
                      <a:cubicBezTo>
                        <a:pt x="202054" y="173518"/>
                        <a:pt x="221213" y="192677"/>
                        <a:pt x="221266" y="216328"/>
                      </a:cubicBezTo>
                      <a:lnTo>
                        <a:pt x="221266" y="248618"/>
                      </a:lnTo>
                      <a:cubicBezTo>
                        <a:pt x="221006" y="272120"/>
                        <a:pt x="201906" y="291049"/>
                        <a:pt x="178403" y="291099"/>
                      </a:cubicBezTo>
                      <a:close/>
                      <a:moveTo>
                        <a:pt x="42863" y="202041"/>
                      </a:moveTo>
                      <a:cubicBezTo>
                        <a:pt x="34972" y="202041"/>
                        <a:pt x="28575" y="208438"/>
                        <a:pt x="28575" y="216328"/>
                      </a:cubicBezTo>
                      <a:lnTo>
                        <a:pt x="28575" y="248618"/>
                      </a:lnTo>
                      <a:cubicBezTo>
                        <a:pt x="28575" y="256508"/>
                        <a:pt x="34972" y="262905"/>
                        <a:pt x="42863" y="262905"/>
                      </a:cubicBezTo>
                      <a:lnTo>
                        <a:pt x="178403" y="262905"/>
                      </a:lnTo>
                      <a:cubicBezTo>
                        <a:pt x="186294" y="262905"/>
                        <a:pt x="192691" y="256508"/>
                        <a:pt x="192691" y="248618"/>
                      </a:cubicBezTo>
                      <a:lnTo>
                        <a:pt x="192691" y="216328"/>
                      </a:lnTo>
                      <a:cubicBezTo>
                        <a:pt x="192691" y="208438"/>
                        <a:pt x="186294" y="202041"/>
                        <a:pt x="178403" y="202041"/>
                      </a:cubicBezTo>
                      <a:close/>
                      <a:moveTo>
                        <a:pt x="178403" y="592566"/>
                      </a:moveTo>
                      <a:lnTo>
                        <a:pt x="42863" y="592566"/>
                      </a:lnTo>
                      <a:cubicBezTo>
                        <a:pt x="19212" y="592513"/>
                        <a:pt x="52" y="573354"/>
                        <a:pt x="0" y="549703"/>
                      </a:cubicBezTo>
                      <a:lnTo>
                        <a:pt x="0" y="517985"/>
                      </a:lnTo>
                      <a:cubicBezTo>
                        <a:pt x="52" y="494334"/>
                        <a:pt x="19212" y="475175"/>
                        <a:pt x="42863" y="475122"/>
                      </a:cubicBezTo>
                      <a:lnTo>
                        <a:pt x="178403" y="475122"/>
                      </a:lnTo>
                      <a:cubicBezTo>
                        <a:pt x="202054" y="475175"/>
                        <a:pt x="221213" y="494334"/>
                        <a:pt x="221266" y="517985"/>
                      </a:cubicBezTo>
                      <a:lnTo>
                        <a:pt x="221266" y="549894"/>
                      </a:lnTo>
                      <a:cubicBezTo>
                        <a:pt x="221213" y="573544"/>
                        <a:pt x="202054" y="592704"/>
                        <a:pt x="178403" y="592756"/>
                      </a:cubicBezTo>
                      <a:close/>
                      <a:moveTo>
                        <a:pt x="42863" y="503697"/>
                      </a:moveTo>
                      <a:cubicBezTo>
                        <a:pt x="34972" y="503697"/>
                        <a:pt x="28575" y="510094"/>
                        <a:pt x="28575" y="517985"/>
                      </a:cubicBezTo>
                      <a:lnTo>
                        <a:pt x="28575" y="549894"/>
                      </a:lnTo>
                      <a:cubicBezTo>
                        <a:pt x="28575" y="557784"/>
                        <a:pt x="34972" y="564181"/>
                        <a:pt x="42863" y="564181"/>
                      </a:cubicBezTo>
                      <a:lnTo>
                        <a:pt x="178403" y="564181"/>
                      </a:lnTo>
                      <a:cubicBezTo>
                        <a:pt x="186294" y="564181"/>
                        <a:pt x="192691" y="557784"/>
                        <a:pt x="192691" y="549894"/>
                      </a:cubicBezTo>
                      <a:lnTo>
                        <a:pt x="192691" y="517985"/>
                      </a:lnTo>
                      <a:cubicBezTo>
                        <a:pt x="192691" y="510094"/>
                        <a:pt x="186294" y="503697"/>
                        <a:pt x="178403" y="503697"/>
                      </a:cubicBezTo>
                      <a:close/>
                      <a:moveTo>
                        <a:pt x="722948" y="526081"/>
                      </a:moveTo>
                      <a:cubicBezTo>
                        <a:pt x="719061" y="526101"/>
                        <a:pt x="715339" y="524515"/>
                        <a:pt x="712661" y="521700"/>
                      </a:cubicBezTo>
                      <a:cubicBezTo>
                        <a:pt x="707089" y="516122"/>
                        <a:pt x="707089" y="507084"/>
                        <a:pt x="712661" y="501507"/>
                      </a:cubicBezTo>
                      <a:cubicBezTo>
                        <a:pt x="753809" y="461883"/>
                        <a:pt x="777431" y="410638"/>
                        <a:pt x="777431" y="361108"/>
                      </a:cubicBezTo>
                      <a:cubicBezTo>
                        <a:pt x="777431" y="280908"/>
                        <a:pt x="727710" y="224805"/>
                        <a:pt x="683895" y="175371"/>
                      </a:cubicBezTo>
                      <a:cubicBezTo>
                        <a:pt x="634270" y="119459"/>
                        <a:pt x="606076" y="72405"/>
                        <a:pt x="598170" y="32019"/>
                      </a:cubicBezTo>
                      <a:lnTo>
                        <a:pt x="597218" y="32591"/>
                      </a:lnTo>
                      <a:cubicBezTo>
                        <a:pt x="575500" y="45640"/>
                        <a:pt x="505587" y="95361"/>
                        <a:pt x="520160" y="189372"/>
                      </a:cubicBezTo>
                      <a:cubicBezTo>
                        <a:pt x="526637" y="231092"/>
                        <a:pt x="515302" y="261000"/>
                        <a:pt x="488442" y="274240"/>
                      </a:cubicBezTo>
                      <a:cubicBezTo>
                        <a:pt x="478039" y="278719"/>
                        <a:pt x="466627" y="280330"/>
                        <a:pt x="455390" y="278907"/>
                      </a:cubicBezTo>
                      <a:cubicBezTo>
                        <a:pt x="426913" y="274051"/>
                        <a:pt x="405939" y="249593"/>
                        <a:pt x="405479" y="220710"/>
                      </a:cubicBezTo>
                      <a:cubicBezTo>
                        <a:pt x="405479" y="216995"/>
                        <a:pt x="405479" y="213471"/>
                        <a:pt x="405479" y="210327"/>
                      </a:cubicBezTo>
                      <a:cubicBezTo>
                        <a:pt x="370487" y="252869"/>
                        <a:pt x="350976" y="306031"/>
                        <a:pt x="350139" y="361108"/>
                      </a:cubicBezTo>
                      <a:cubicBezTo>
                        <a:pt x="350139" y="410638"/>
                        <a:pt x="373761" y="461883"/>
                        <a:pt x="415004" y="501507"/>
                      </a:cubicBezTo>
                      <a:cubicBezTo>
                        <a:pt x="420522" y="507147"/>
                        <a:pt x="420423" y="516193"/>
                        <a:pt x="414783" y="521711"/>
                      </a:cubicBezTo>
                      <a:cubicBezTo>
                        <a:pt x="409379" y="526997"/>
                        <a:pt x="400792" y="527160"/>
                        <a:pt x="395192" y="522081"/>
                      </a:cubicBezTo>
                      <a:cubicBezTo>
                        <a:pt x="348425" y="477123"/>
                        <a:pt x="321564" y="418449"/>
                        <a:pt x="321564" y="361108"/>
                      </a:cubicBezTo>
                      <a:cubicBezTo>
                        <a:pt x="322291" y="293506"/>
                        <a:pt x="348323" y="228631"/>
                        <a:pt x="394526" y="179276"/>
                      </a:cubicBezTo>
                      <a:cubicBezTo>
                        <a:pt x="403145" y="170267"/>
                        <a:pt x="417434" y="169951"/>
                        <a:pt x="426443" y="178570"/>
                      </a:cubicBezTo>
                      <a:cubicBezTo>
                        <a:pt x="430635" y="182581"/>
                        <a:pt x="433122" y="188053"/>
                        <a:pt x="433387" y="193849"/>
                      </a:cubicBezTo>
                      <a:cubicBezTo>
                        <a:pt x="434054" y="201660"/>
                        <a:pt x="434150" y="213661"/>
                        <a:pt x="434150" y="220233"/>
                      </a:cubicBezTo>
                      <a:cubicBezTo>
                        <a:pt x="434501" y="235356"/>
                        <a:pt x="445453" y="248141"/>
                        <a:pt x="460343" y="250809"/>
                      </a:cubicBezTo>
                      <a:cubicBezTo>
                        <a:pt x="463006" y="251010"/>
                        <a:pt x="465681" y="251010"/>
                        <a:pt x="468344" y="250809"/>
                      </a:cubicBezTo>
                      <a:cubicBezTo>
                        <a:pt x="471078" y="250397"/>
                        <a:pt x="473760" y="249695"/>
                        <a:pt x="476345" y="248713"/>
                      </a:cubicBezTo>
                      <a:cubicBezTo>
                        <a:pt x="495395" y="239188"/>
                        <a:pt x="495395" y="214233"/>
                        <a:pt x="492157" y="194611"/>
                      </a:cubicBezTo>
                      <a:cubicBezTo>
                        <a:pt x="474821" y="82407"/>
                        <a:pt x="557117" y="23733"/>
                        <a:pt x="582740" y="8397"/>
                      </a:cubicBezTo>
                      <a:cubicBezTo>
                        <a:pt x="586740" y="5921"/>
                        <a:pt x="592265" y="2873"/>
                        <a:pt x="593789" y="2111"/>
                      </a:cubicBezTo>
                      <a:cubicBezTo>
                        <a:pt x="600269" y="-923"/>
                        <a:pt x="607809" y="-674"/>
                        <a:pt x="614077" y="2778"/>
                      </a:cubicBezTo>
                      <a:cubicBezTo>
                        <a:pt x="620277" y="6196"/>
                        <a:pt x="624431" y="12411"/>
                        <a:pt x="625221" y="19446"/>
                      </a:cubicBezTo>
                      <a:cubicBezTo>
                        <a:pt x="629793" y="55451"/>
                        <a:pt x="656939" y="101647"/>
                        <a:pt x="705707" y="156702"/>
                      </a:cubicBezTo>
                      <a:cubicBezTo>
                        <a:pt x="750665" y="207279"/>
                        <a:pt x="806482" y="270335"/>
                        <a:pt x="806482" y="361394"/>
                      </a:cubicBezTo>
                      <a:cubicBezTo>
                        <a:pt x="806482" y="418544"/>
                        <a:pt x="779717" y="477408"/>
                        <a:pt x="732949" y="522366"/>
                      </a:cubicBezTo>
                      <a:cubicBezTo>
                        <a:pt x="730230" y="524867"/>
                        <a:pt x="726639" y="526201"/>
                        <a:pt x="722948" y="526081"/>
                      </a:cubicBezTo>
                      <a:close/>
                      <a:moveTo>
                        <a:pt x="564356" y="597519"/>
                      </a:moveTo>
                      <a:cubicBezTo>
                        <a:pt x="553835" y="597519"/>
                        <a:pt x="545306" y="588990"/>
                        <a:pt x="545306" y="578469"/>
                      </a:cubicBezTo>
                      <a:cubicBezTo>
                        <a:pt x="545306" y="567947"/>
                        <a:pt x="553835" y="559419"/>
                        <a:pt x="564356" y="559419"/>
                      </a:cubicBezTo>
                      <a:lnTo>
                        <a:pt x="565118" y="559419"/>
                      </a:lnTo>
                      <a:cubicBezTo>
                        <a:pt x="575640" y="559419"/>
                        <a:pt x="584168" y="567947"/>
                        <a:pt x="584168" y="578469"/>
                      </a:cubicBezTo>
                      <a:cubicBezTo>
                        <a:pt x="584168" y="588990"/>
                        <a:pt x="575640" y="597519"/>
                        <a:pt x="565118" y="597519"/>
                      </a:cubicBezTo>
                      <a:close/>
                      <a:moveTo>
                        <a:pt x="503396" y="576659"/>
                      </a:moveTo>
                      <a:cubicBezTo>
                        <a:pt x="499100" y="576634"/>
                        <a:pt x="494937" y="575157"/>
                        <a:pt x="491585" y="572468"/>
                      </a:cubicBezTo>
                      <a:lnTo>
                        <a:pt x="490537" y="571611"/>
                      </a:lnTo>
                      <a:cubicBezTo>
                        <a:pt x="482259" y="565116"/>
                        <a:pt x="480813" y="553143"/>
                        <a:pt x="487307" y="544864"/>
                      </a:cubicBezTo>
                      <a:cubicBezTo>
                        <a:pt x="493801" y="536586"/>
                        <a:pt x="505776" y="535140"/>
                        <a:pt x="514053" y="541634"/>
                      </a:cubicBezTo>
                      <a:cubicBezTo>
                        <a:pt x="514317" y="541840"/>
                        <a:pt x="514574" y="542054"/>
                        <a:pt x="514826" y="542274"/>
                      </a:cubicBezTo>
                      <a:lnTo>
                        <a:pt x="514826" y="542274"/>
                      </a:lnTo>
                      <a:cubicBezTo>
                        <a:pt x="523085" y="548792"/>
                        <a:pt x="524497" y="560770"/>
                        <a:pt x="517979" y="569029"/>
                      </a:cubicBezTo>
                      <a:cubicBezTo>
                        <a:pt x="514364" y="573610"/>
                        <a:pt x="508850" y="576281"/>
                        <a:pt x="503015" y="576278"/>
                      </a:cubicBezTo>
                      <a:close/>
                      <a:moveTo>
                        <a:pt x="625983" y="575611"/>
                      </a:moveTo>
                      <a:cubicBezTo>
                        <a:pt x="615462" y="575643"/>
                        <a:pt x="606907" y="567140"/>
                        <a:pt x="606875" y="556619"/>
                      </a:cubicBezTo>
                      <a:cubicBezTo>
                        <a:pt x="606858" y="550874"/>
                        <a:pt x="609433" y="545428"/>
                        <a:pt x="613886" y="541797"/>
                      </a:cubicBezTo>
                      <a:lnTo>
                        <a:pt x="613886" y="541797"/>
                      </a:lnTo>
                      <a:cubicBezTo>
                        <a:pt x="621029" y="534073"/>
                        <a:pt x="633081" y="533600"/>
                        <a:pt x="640807" y="540742"/>
                      </a:cubicBezTo>
                      <a:cubicBezTo>
                        <a:pt x="648532" y="547885"/>
                        <a:pt x="649004" y="559937"/>
                        <a:pt x="641861" y="567662"/>
                      </a:cubicBezTo>
                      <a:cubicBezTo>
                        <a:pt x="640924" y="568676"/>
                        <a:pt x="639880" y="569585"/>
                        <a:pt x="638747" y="570372"/>
                      </a:cubicBezTo>
                      <a:lnTo>
                        <a:pt x="637794" y="571230"/>
                      </a:lnTo>
                      <a:cubicBezTo>
                        <a:pt x="634442" y="573942"/>
                        <a:pt x="630293" y="575482"/>
                        <a:pt x="625983" y="575611"/>
                      </a:cubicBezTo>
                      <a:close/>
                      <a:moveTo>
                        <a:pt x="468440" y="521128"/>
                      </a:moveTo>
                      <a:cubicBezTo>
                        <a:pt x="459657" y="521111"/>
                        <a:pt x="452025" y="515091"/>
                        <a:pt x="449961" y="506555"/>
                      </a:cubicBezTo>
                      <a:cubicBezTo>
                        <a:pt x="449961" y="506555"/>
                        <a:pt x="449961" y="505412"/>
                        <a:pt x="449961" y="505317"/>
                      </a:cubicBezTo>
                      <a:cubicBezTo>
                        <a:pt x="447966" y="494986"/>
                        <a:pt x="454724" y="484995"/>
                        <a:pt x="465055" y="483001"/>
                      </a:cubicBezTo>
                      <a:cubicBezTo>
                        <a:pt x="474932" y="481094"/>
                        <a:pt x="484589" y="487196"/>
                        <a:pt x="487108" y="496935"/>
                      </a:cubicBezTo>
                      <a:lnTo>
                        <a:pt x="487108" y="497506"/>
                      </a:lnTo>
                      <a:cubicBezTo>
                        <a:pt x="489625" y="507710"/>
                        <a:pt x="483402" y="518025"/>
                        <a:pt x="473202" y="520557"/>
                      </a:cubicBezTo>
                      <a:cubicBezTo>
                        <a:pt x="471645" y="520947"/>
                        <a:pt x="470044" y="521139"/>
                        <a:pt x="468440" y="521128"/>
                      </a:cubicBezTo>
                      <a:close/>
                      <a:moveTo>
                        <a:pt x="651510" y="454453"/>
                      </a:moveTo>
                      <a:cubicBezTo>
                        <a:pt x="644679" y="454568"/>
                        <a:pt x="638342" y="450905"/>
                        <a:pt x="635032" y="444928"/>
                      </a:cubicBezTo>
                      <a:lnTo>
                        <a:pt x="635032" y="444071"/>
                      </a:lnTo>
                      <a:cubicBezTo>
                        <a:pt x="630446" y="434601"/>
                        <a:pt x="634407" y="423208"/>
                        <a:pt x="643876" y="418623"/>
                      </a:cubicBezTo>
                      <a:cubicBezTo>
                        <a:pt x="652983" y="414214"/>
                        <a:pt x="663947" y="417692"/>
                        <a:pt x="668846" y="426545"/>
                      </a:cubicBezTo>
                      <a:cubicBezTo>
                        <a:pt x="673472" y="435913"/>
                        <a:pt x="669689" y="447258"/>
                        <a:pt x="660368" y="451977"/>
                      </a:cubicBezTo>
                      <a:cubicBezTo>
                        <a:pt x="657637" y="453426"/>
                        <a:pt x="654602" y="454209"/>
                        <a:pt x="651510" y="454263"/>
                      </a:cubicBezTo>
                      <a:close/>
                      <a:moveTo>
                        <a:pt x="516065" y="403590"/>
                      </a:moveTo>
                      <a:cubicBezTo>
                        <a:pt x="511576" y="403554"/>
                        <a:pt x="507237" y="401973"/>
                        <a:pt x="503777" y="399113"/>
                      </a:cubicBezTo>
                      <a:cubicBezTo>
                        <a:pt x="495846" y="392346"/>
                        <a:pt x="494827" y="380461"/>
                        <a:pt x="501491" y="372443"/>
                      </a:cubicBezTo>
                      <a:cubicBezTo>
                        <a:pt x="508065" y="364229"/>
                        <a:pt x="520054" y="362899"/>
                        <a:pt x="528268" y="369472"/>
                      </a:cubicBezTo>
                      <a:cubicBezTo>
                        <a:pt x="528392" y="369572"/>
                        <a:pt x="528516" y="369673"/>
                        <a:pt x="528638" y="369776"/>
                      </a:cubicBezTo>
                      <a:cubicBezTo>
                        <a:pt x="536567" y="376415"/>
                        <a:pt x="537750" y="388168"/>
                        <a:pt x="531305" y="396255"/>
                      </a:cubicBezTo>
                      <a:lnTo>
                        <a:pt x="530638" y="396922"/>
                      </a:lnTo>
                      <a:cubicBezTo>
                        <a:pt x="526996" y="401179"/>
                        <a:pt x="521666" y="403618"/>
                        <a:pt x="516065" y="403590"/>
                      </a:cubicBezTo>
                      <a:close/>
                      <a:moveTo>
                        <a:pt x="610267" y="401970"/>
                      </a:moveTo>
                      <a:cubicBezTo>
                        <a:pt x="604824" y="401987"/>
                        <a:pt x="599657" y="399578"/>
                        <a:pt x="596170" y="395398"/>
                      </a:cubicBezTo>
                      <a:lnTo>
                        <a:pt x="595598" y="394636"/>
                      </a:lnTo>
                      <a:cubicBezTo>
                        <a:pt x="588893" y="386579"/>
                        <a:pt x="589957" y="374618"/>
                        <a:pt x="597980" y="367871"/>
                      </a:cubicBezTo>
                      <a:cubicBezTo>
                        <a:pt x="606019" y="361084"/>
                        <a:pt x="618038" y="362100"/>
                        <a:pt x="624825" y="370139"/>
                      </a:cubicBezTo>
                      <a:cubicBezTo>
                        <a:pt x="624830" y="370144"/>
                        <a:pt x="624835" y="370151"/>
                        <a:pt x="624840" y="370157"/>
                      </a:cubicBezTo>
                      <a:cubicBezTo>
                        <a:pt x="631891" y="377964"/>
                        <a:pt x="631279" y="390011"/>
                        <a:pt x="623471" y="397063"/>
                      </a:cubicBezTo>
                      <a:cubicBezTo>
                        <a:pt x="619858" y="400325"/>
                        <a:pt x="615133" y="402082"/>
                        <a:pt x="610267" y="401970"/>
                      </a:cubicBezTo>
                      <a:close/>
                      <a:moveTo>
                        <a:pt x="563594" y="357679"/>
                      </a:moveTo>
                      <a:lnTo>
                        <a:pt x="563594" y="357679"/>
                      </a:lnTo>
                      <a:cubicBezTo>
                        <a:pt x="553073" y="357679"/>
                        <a:pt x="544544" y="349150"/>
                        <a:pt x="544544" y="338629"/>
                      </a:cubicBezTo>
                      <a:cubicBezTo>
                        <a:pt x="544520" y="328608"/>
                        <a:pt x="552263" y="320280"/>
                        <a:pt x="562261" y="319579"/>
                      </a:cubicBezTo>
                      <a:lnTo>
                        <a:pt x="563975" y="319579"/>
                      </a:lnTo>
                      <a:cubicBezTo>
                        <a:pt x="574497" y="319579"/>
                        <a:pt x="583025" y="328108"/>
                        <a:pt x="583025" y="338629"/>
                      </a:cubicBezTo>
                      <a:cubicBezTo>
                        <a:pt x="583027" y="349150"/>
                        <a:pt x="574500" y="357681"/>
                        <a:pt x="563979" y="357683"/>
                      </a:cubicBezTo>
                      <a:cubicBezTo>
                        <a:pt x="563850" y="357683"/>
                        <a:pt x="563723" y="357682"/>
                        <a:pt x="563594" y="357679"/>
                      </a:cubicBezTo>
                      <a:close/>
                      <a:moveTo>
                        <a:pt x="301371" y="427688"/>
                      </a:moveTo>
                      <a:cubicBezTo>
                        <a:pt x="301371" y="419797"/>
                        <a:pt x="294974" y="413400"/>
                        <a:pt x="287084" y="413400"/>
                      </a:cubicBezTo>
                      <a:lnTo>
                        <a:pt x="165068" y="413400"/>
                      </a:lnTo>
                      <a:cubicBezTo>
                        <a:pt x="157199" y="413348"/>
                        <a:pt x="150833" y="406982"/>
                        <a:pt x="150781" y="399113"/>
                      </a:cubicBezTo>
                      <a:lnTo>
                        <a:pt x="150781" y="367204"/>
                      </a:lnTo>
                      <a:cubicBezTo>
                        <a:pt x="151038" y="359500"/>
                        <a:pt x="157360" y="353388"/>
                        <a:pt x="165068" y="353393"/>
                      </a:cubicBezTo>
                      <a:lnTo>
                        <a:pt x="278511" y="353393"/>
                      </a:lnTo>
                      <a:cubicBezTo>
                        <a:pt x="286402" y="353393"/>
                        <a:pt x="292799" y="346996"/>
                        <a:pt x="292799" y="339105"/>
                      </a:cubicBezTo>
                      <a:cubicBezTo>
                        <a:pt x="292799" y="331215"/>
                        <a:pt x="286402" y="324818"/>
                        <a:pt x="278511" y="324818"/>
                      </a:cubicBezTo>
                      <a:lnTo>
                        <a:pt x="165068" y="324818"/>
                      </a:lnTo>
                      <a:cubicBezTo>
                        <a:pt x="141396" y="324818"/>
                        <a:pt x="122206" y="344008"/>
                        <a:pt x="122206" y="367680"/>
                      </a:cubicBezTo>
                      <a:lnTo>
                        <a:pt x="122206" y="399113"/>
                      </a:lnTo>
                      <a:cubicBezTo>
                        <a:pt x="122258" y="422763"/>
                        <a:pt x="141418" y="441923"/>
                        <a:pt x="165068" y="441975"/>
                      </a:cubicBezTo>
                      <a:lnTo>
                        <a:pt x="287084" y="441975"/>
                      </a:lnTo>
                      <a:cubicBezTo>
                        <a:pt x="294974" y="441975"/>
                        <a:pt x="301371" y="435578"/>
                        <a:pt x="301371" y="427688"/>
                      </a:cubicBezTo>
                      <a:close/>
                      <a:moveTo>
                        <a:pt x="98393" y="399113"/>
                      </a:moveTo>
                      <a:lnTo>
                        <a:pt x="98393" y="367204"/>
                      </a:lnTo>
                      <a:cubicBezTo>
                        <a:pt x="98393" y="343532"/>
                        <a:pt x="79203" y="324342"/>
                        <a:pt x="55531" y="324342"/>
                      </a:cubicBezTo>
                      <a:lnTo>
                        <a:pt x="14288" y="324342"/>
                      </a:lnTo>
                      <a:cubicBezTo>
                        <a:pt x="6397" y="324342"/>
                        <a:pt x="0" y="330739"/>
                        <a:pt x="0" y="338629"/>
                      </a:cubicBezTo>
                      <a:cubicBezTo>
                        <a:pt x="0" y="346520"/>
                        <a:pt x="6397" y="352917"/>
                        <a:pt x="14288" y="352917"/>
                      </a:cubicBezTo>
                      <a:lnTo>
                        <a:pt x="55721" y="352917"/>
                      </a:lnTo>
                      <a:cubicBezTo>
                        <a:pt x="63612" y="352917"/>
                        <a:pt x="70009" y="359314"/>
                        <a:pt x="70009" y="367204"/>
                      </a:cubicBezTo>
                      <a:lnTo>
                        <a:pt x="70009" y="399113"/>
                      </a:lnTo>
                      <a:cubicBezTo>
                        <a:pt x="70009" y="407003"/>
                        <a:pt x="63612" y="413400"/>
                        <a:pt x="55721" y="413400"/>
                      </a:cubicBezTo>
                      <a:lnTo>
                        <a:pt x="14288" y="413400"/>
                      </a:lnTo>
                      <a:cubicBezTo>
                        <a:pt x="6397" y="413400"/>
                        <a:pt x="0" y="419797"/>
                        <a:pt x="0" y="427688"/>
                      </a:cubicBezTo>
                      <a:cubicBezTo>
                        <a:pt x="0" y="435578"/>
                        <a:pt x="6397" y="441975"/>
                        <a:pt x="14288" y="441975"/>
                      </a:cubicBezTo>
                      <a:lnTo>
                        <a:pt x="55721" y="441975"/>
                      </a:lnTo>
                      <a:cubicBezTo>
                        <a:pt x="79298" y="441818"/>
                        <a:pt x="98342" y="422689"/>
                        <a:pt x="98393" y="399113"/>
                      </a:cubicBezTo>
                      <a:close/>
                      <a:moveTo>
                        <a:pt x="305276" y="277193"/>
                      </a:moveTo>
                      <a:cubicBezTo>
                        <a:pt x="305276" y="269302"/>
                        <a:pt x="298879" y="262905"/>
                        <a:pt x="290989" y="262905"/>
                      </a:cubicBezTo>
                      <a:lnTo>
                        <a:pt x="288131" y="262905"/>
                      </a:lnTo>
                      <a:cubicBezTo>
                        <a:pt x="280241" y="262905"/>
                        <a:pt x="273844" y="256508"/>
                        <a:pt x="273844" y="248618"/>
                      </a:cubicBezTo>
                      <a:lnTo>
                        <a:pt x="273844" y="216328"/>
                      </a:lnTo>
                      <a:cubicBezTo>
                        <a:pt x="273844" y="208438"/>
                        <a:pt x="280241" y="202041"/>
                        <a:pt x="288131" y="202041"/>
                      </a:cubicBezTo>
                      <a:lnTo>
                        <a:pt x="329660" y="202041"/>
                      </a:lnTo>
                      <a:cubicBezTo>
                        <a:pt x="337551" y="202041"/>
                        <a:pt x="343948" y="195644"/>
                        <a:pt x="343948" y="187753"/>
                      </a:cubicBezTo>
                      <a:cubicBezTo>
                        <a:pt x="343948" y="179863"/>
                        <a:pt x="337551" y="173466"/>
                        <a:pt x="329660" y="173466"/>
                      </a:cubicBezTo>
                      <a:lnTo>
                        <a:pt x="288131" y="173466"/>
                      </a:lnTo>
                      <a:cubicBezTo>
                        <a:pt x="264481" y="173518"/>
                        <a:pt x="245321" y="192677"/>
                        <a:pt x="245269" y="216328"/>
                      </a:cubicBezTo>
                      <a:lnTo>
                        <a:pt x="245269" y="248618"/>
                      </a:lnTo>
                      <a:cubicBezTo>
                        <a:pt x="245321" y="272268"/>
                        <a:pt x="264481" y="291428"/>
                        <a:pt x="288131" y="291480"/>
                      </a:cubicBezTo>
                      <a:lnTo>
                        <a:pt x="290989" y="291480"/>
                      </a:lnTo>
                      <a:cubicBezTo>
                        <a:pt x="298879" y="291480"/>
                        <a:pt x="305276" y="285083"/>
                        <a:pt x="305276" y="277193"/>
                      </a:cubicBezTo>
                      <a:close/>
                      <a:moveTo>
                        <a:pt x="446818" y="578469"/>
                      </a:moveTo>
                      <a:cubicBezTo>
                        <a:pt x="446818" y="570578"/>
                        <a:pt x="440421" y="564181"/>
                        <a:pt x="432530" y="564181"/>
                      </a:cubicBezTo>
                      <a:lnTo>
                        <a:pt x="288131" y="564181"/>
                      </a:lnTo>
                      <a:cubicBezTo>
                        <a:pt x="280241" y="564181"/>
                        <a:pt x="273844" y="557784"/>
                        <a:pt x="273844" y="549894"/>
                      </a:cubicBezTo>
                      <a:lnTo>
                        <a:pt x="273844" y="517985"/>
                      </a:lnTo>
                      <a:cubicBezTo>
                        <a:pt x="273844" y="510094"/>
                        <a:pt x="280241" y="503697"/>
                        <a:pt x="288131" y="503697"/>
                      </a:cubicBezTo>
                      <a:lnTo>
                        <a:pt x="312992" y="503697"/>
                      </a:lnTo>
                      <a:cubicBezTo>
                        <a:pt x="320882" y="503697"/>
                        <a:pt x="327279" y="497300"/>
                        <a:pt x="327279" y="489410"/>
                      </a:cubicBezTo>
                      <a:cubicBezTo>
                        <a:pt x="327279" y="481519"/>
                        <a:pt x="320882" y="475122"/>
                        <a:pt x="312992" y="475122"/>
                      </a:cubicBezTo>
                      <a:lnTo>
                        <a:pt x="288131" y="475122"/>
                      </a:lnTo>
                      <a:cubicBezTo>
                        <a:pt x="264481" y="475175"/>
                        <a:pt x="245321" y="494334"/>
                        <a:pt x="245269" y="517985"/>
                      </a:cubicBezTo>
                      <a:lnTo>
                        <a:pt x="245269" y="549894"/>
                      </a:lnTo>
                      <a:cubicBezTo>
                        <a:pt x="245321" y="573544"/>
                        <a:pt x="264481" y="592704"/>
                        <a:pt x="288131" y="592756"/>
                      </a:cubicBezTo>
                      <a:lnTo>
                        <a:pt x="432530" y="592756"/>
                      </a:lnTo>
                      <a:cubicBezTo>
                        <a:pt x="440421" y="592756"/>
                        <a:pt x="446818" y="586359"/>
                        <a:pt x="446818" y="57846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grpSp>
            <p:nvGrpSpPr>
              <p:cNvPr id="28" name="Google Shape;3957;p408">
                <a:extLst>
                  <a:ext uri="{FF2B5EF4-FFF2-40B4-BE49-F238E27FC236}">
                    <a16:creationId xmlns:a16="http://schemas.microsoft.com/office/drawing/2014/main" id="{F28EAFCD-C0F9-04B9-40B5-1CFF910E1F6A}"/>
                  </a:ext>
                </a:extLst>
              </p:cNvPr>
              <p:cNvGrpSpPr/>
              <p:nvPr/>
            </p:nvGrpSpPr>
            <p:grpSpPr>
              <a:xfrm>
                <a:off x="4305274" y="5233623"/>
                <a:ext cx="310134" cy="183608"/>
                <a:chOff x="4320615" y="5243784"/>
                <a:chExt cx="310134" cy="183608"/>
              </a:xfrm>
            </p:grpSpPr>
            <p:sp>
              <p:nvSpPr>
                <p:cNvPr id="29" name="Google Shape;3958;p408">
                  <a:extLst>
                    <a:ext uri="{FF2B5EF4-FFF2-40B4-BE49-F238E27FC236}">
                      <a16:creationId xmlns:a16="http://schemas.microsoft.com/office/drawing/2014/main" id="{ECF289A0-06D6-80B3-8850-3AA3A57D3A8E}"/>
                    </a:ext>
                  </a:extLst>
                </p:cNvPr>
                <p:cNvSpPr/>
                <p:nvPr/>
              </p:nvSpPr>
              <p:spPr>
                <a:xfrm>
                  <a:off x="4320615" y="5243784"/>
                  <a:ext cx="310134" cy="18360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ED195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ctr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30" name="Google Shape;3959;p408">
                  <a:extLst>
                    <a:ext uri="{FF2B5EF4-FFF2-40B4-BE49-F238E27FC236}">
                      <a16:creationId xmlns:a16="http://schemas.microsoft.com/office/drawing/2014/main" id="{B6E3B83D-AA2F-C5E4-5864-D210F92853E8}"/>
                    </a:ext>
                  </a:extLst>
                </p:cNvPr>
                <p:cNvSpPr/>
                <p:nvPr/>
              </p:nvSpPr>
              <p:spPr>
                <a:xfrm>
                  <a:off x="4383308" y="5267147"/>
                  <a:ext cx="184750" cy="13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6481" h="597518" extrusionOk="0">
                      <a:moveTo>
                        <a:pt x="659797" y="519509"/>
                      </a:moveTo>
                      <a:cubicBezTo>
                        <a:pt x="657993" y="519490"/>
                        <a:pt x="656200" y="519234"/>
                        <a:pt x="654463" y="518747"/>
                      </a:cubicBezTo>
                      <a:cubicBezTo>
                        <a:pt x="644339" y="515885"/>
                        <a:pt x="638452" y="505357"/>
                        <a:pt x="641315" y="495232"/>
                      </a:cubicBezTo>
                      <a:cubicBezTo>
                        <a:pt x="641316" y="495228"/>
                        <a:pt x="641317" y="495224"/>
                        <a:pt x="641318" y="495220"/>
                      </a:cubicBezTo>
                      <a:cubicBezTo>
                        <a:pt x="643972" y="485039"/>
                        <a:pt x="654376" y="478937"/>
                        <a:pt x="664557" y="481591"/>
                      </a:cubicBezTo>
                      <a:cubicBezTo>
                        <a:pt x="664685" y="481624"/>
                        <a:pt x="664813" y="481658"/>
                        <a:pt x="664940" y="481695"/>
                      </a:cubicBezTo>
                      <a:cubicBezTo>
                        <a:pt x="674817" y="484480"/>
                        <a:pt x="680713" y="494587"/>
                        <a:pt x="678275" y="504555"/>
                      </a:cubicBezTo>
                      <a:lnTo>
                        <a:pt x="678275" y="505698"/>
                      </a:lnTo>
                      <a:cubicBezTo>
                        <a:pt x="675921" y="513932"/>
                        <a:pt x="668361" y="519582"/>
                        <a:pt x="659797" y="519509"/>
                      </a:cubicBezTo>
                      <a:close/>
                      <a:moveTo>
                        <a:pt x="475202" y="456072"/>
                      </a:moveTo>
                      <a:cubicBezTo>
                        <a:pt x="473395" y="456099"/>
                        <a:pt x="471595" y="455843"/>
                        <a:pt x="469868" y="455310"/>
                      </a:cubicBezTo>
                      <a:cubicBezTo>
                        <a:pt x="459777" y="452404"/>
                        <a:pt x="453942" y="441882"/>
                        <a:pt x="456819" y="431784"/>
                      </a:cubicBezTo>
                      <a:cubicBezTo>
                        <a:pt x="459473" y="421602"/>
                        <a:pt x="469877" y="415501"/>
                        <a:pt x="480058" y="418154"/>
                      </a:cubicBezTo>
                      <a:cubicBezTo>
                        <a:pt x="480186" y="418188"/>
                        <a:pt x="480313" y="418222"/>
                        <a:pt x="480441" y="418258"/>
                      </a:cubicBezTo>
                      <a:cubicBezTo>
                        <a:pt x="490317" y="421043"/>
                        <a:pt x="496213" y="431150"/>
                        <a:pt x="493776" y="441118"/>
                      </a:cubicBezTo>
                      <a:lnTo>
                        <a:pt x="493776" y="442261"/>
                      </a:lnTo>
                      <a:cubicBezTo>
                        <a:pt x="491412" y="450530"/>
                        <a:pt x="483801" y="456189"/>
                        <a:pt x="475202" y="456072"/>
                      </a:cubicBezTo>
                      <a:close/>
                      <a:moveTo>
                        <a:pt x="178403" y="291099"/>
                      </a:moveTo>
                      <a:lnTo>
                        <a:pt x="42863" y="291099"/>
                      </a:lnTo>
                      <a:cubicBezTo>
                        <a:pt x="19212" y="291047"/>
                        <a:pt x="52" y="271887"/>
                        <a:pt x="0" y="248237"/>
                      </a:cubicBezTo>
                      <a:lnTo>
                        <a:pt x="0" y="216328"/>
                      </a:lnTo>
                      <a:cubicBezTo>
                        <a:pt x="52" y="192677"/>
                        <a:pt x="19212" y="173518"/>
                        <a:pt x="42863" y="173466"/>
                      </a:cubicBezTo>
                      <a:lnTo>
                        <a:pt x="178403" y="173466"/>
                      </a:lnTo>
                      <a:cubicBezTo>
                        <a:pt x="202054" y="173518"/>
                        <a:pt x="221213" y="192677"/>
                        <a:pt x="221266" y="216328"/>
                      </a:cubicBezTo>
                      <a:lnTo>
                        <a:pt x="221266" y="248618"/>
                      </a:lnTo>
                      <a:cubicBezTo>
                        <a:pt x="221006" y="272120"/>
                        <a:pt x="201906" y="291049"/>
                        <a:pt x="178403" y="291099"/>
                      </a:cubicBezTo>
                      <a:close/>
                      <a:moveTo>
                        <a:pt x="42863" y="202041"/>
                      </a:moveTo>
                      <a:cubicBezTo>
                        <a:pt x="34972" y="202041"/>
                        <a:pt x="28575" y="208438"/>
                        <a:pt x="28575" y="216328"/>
                      </a:cubicBezTo>
                      <a:lnTo>
                        <a:pt x="28575" y="248618"/>
                      </a:lnTo>
                      <a:cubicBezTo>
                        <a:pt x="28575" y="256508"/>
                        <a:pt x="34972" y="262905"/>
                        <a:pt x="42863" y="262905"/>
                      </a:cubicBezTo>
                      <a:lnTo>
                        <a:pt x="178403" y="262905"/>
                      </a:lnTo>
                      <a:cubicBezTo>
                        <a:pt x="186294" y="262905"/>
                        <a:pt x="192691" y="256508"/>
                        <a:pt x="192691" y="248618"/>
                      </a:cubicBezTo>
                      <a:lnTo>
                        <a:pt x="192691" y="216328"/>
                      </a:lnTo>
                      <a:cubicBezTo>
                        <a:pt x="192691" y="208438"/>
                        <a:pt x="186294" y="202041"/>
                        <a:pt x="178403" y="202041"/>
                      </a:cubicBezTo>
                      <a:close/>
                      <a:moveTo>
                        <a:pt x="178403" y="592566"/>
                      </a:moveTo>
                      <a:lnTo>
                        <a:pt x="42863" y="592566"/>
                      </a:lnTo>
                      <a:cubicBezTo>
                        <a:pt x="19212" y="592513"/>
                        <a:pt x="52" y="573354"/>
                        <a:pt x="0" y="549703"/>
                      </a:cubicBezTo>
                      <a:lnTo>
                        <a:pt x="0" y="517985"/>
                      </a:lnTo>
                      <a:cubicBezTo>
                        <a:pt x="52" y="494334"/>
                        <a:pt x="19212" y="475175"/>
                        <a:pt x="42863" y="475122"/>
                      </a:cubicBezTo>
                      <a:lnTo>
                        <a:pt x="178403" y="475122"/>
                      </a:lnTo>
                      <a:cubicBezTo>
                        <a:pt x="202054" y="475175"/>
                        <a:pt x="221213" y="494334"/>
                        <a:pt x="221266" y="517985"/>
                      </a:cubicBezTo>
                      <a:lnTo>
                        <a:pt x="221266" y="549894"/>
                      </a:lnTo>
                      <a:cubicBezTo>
                        <a:pt x="221213" y="573544"/>
                        <a:pt x="202054" y="592704"/>
                        <a:pt x="178403" y="592756"/>
                      </a:cubicBezTo>
                      <a:close/>
                      <a:moveTo>
                        <a:pt x="42863" y="503697"/>
                      </a:moveTo>
                      <a:cubicBezTo>
                        <a:pt x="34972" y="503697"/>
                        <a:pt x="28575" y="510094"/>
                        <a:pt x="28575" y="517985"/>
                      </a:cubicBezTo>
                      <a:lnTo>
                        <a:pt x="28575" y="549894"/>
                      </a:lnTo>
                      <a:cubicBezTo>
                        <a:pt x="28575" y="557784"/>
                        <a:pt x="34972" y="564181"/>
                        <a:pt x="42863" y="564181"/>
                      </a:cubicBezTo>
                      <a:lnTo>
                        <a:pt x="178403" y="564181"/>
                      </a:lnTo>
                      <a:cubicBezTo>
                        <a:pt x="186294" y="564181"/>
                        <a:pt x="192691" y="557784"/>
                        <a:pt x="192691" y="549894"/>
                      </a:cubicBezTo>
                      <a:lnTo>
                        <a:pt x="192691" y="517985"/>
                      </a:lnTo>
                      <a:cubicBezTo>
                        <a:pt x="192691" y="510094"/>
                        <a:pt x="186294" y="503697"/>
                        <a:pt x="178403" y="503697"/>
                      </a:cubicBezTo>
                      <a:close/>
                      <a:moveTo>
                        <a:pt x="722948" y="526081"/>
                      </a:moveTo>
                      <a:cubicBezTo>
                        <a:pt x="719061" y="526101"/>
                        <a:pt x="715339" y="524515"/>
                        <a:pt x="712661" y="521700"/>
                      </a:cubicBezTo>
                      <a:cubicBezTo>
                        <a:pt x="707089" y="516122"/>
                        <a:pt x="707089" y="507084"/>
                        <a:pt x="712661" y="501507"/>
                      </a:cubicBezTo>
                      <a:cubicBezTo>
                        <a:pt x="753809" y="461883"/>
                        <a:pt x="777431" y="410638"/>
                        <a:pt x="777431" y="361108"/>
                      </a:cubicBezTo>
                      <a:cubicBezTo>
                        <a:pt x="777431" y="280908"/>
                        <a:pt x="727710" y="224805"/>
                        <a:pt x="683895" y="175371"/>
                      </a:cubicBezTo>
                      <a:cubicBezTo>
                        <a:pt x="634270" y="119459"/>
                        <a:pt x="606076" y="72405"/>
                        <a:pt x="598170" y="32019"/>
                      </a:cubicBezTo>
                      <a:lnTo>
                        <a:pt x="597218" y="32591"/>
                      </a:lnTo>
                      <a:cubicBezTo>
                        <a:pt x="575500" y="45640"/>
                        <a:pt x="505587" y="95361"/>
                        <a:pt x="520160" y="189372"/>
                      </a:cubicBezTo>
                      <a:cubicBezTo>
                        <a:pt x="526637" y="231092"/>
                        <a:pt x="515302" y="261000"/>
                        <a:pt x="488442" y="274240"/>
                      </a:cubicBezTo>
                      <a:cubicBezTo>
                        <a:pt x="478039" y="278719"/>
                        <a:pt x="466627" y="280330"/>
                        <a:pt x="455390" y="278907"/>
                      </a:cubicBezTo>
                      <a:cubicBezTo>
                        <a:pt x="426913" y="274051"/>
                        <a:pt x="405939" y="249593"/>
                        <a:pt x="405479" y="220710"/>
                      </a:cubicBezTo>
                      <a:cubicBezTo>
                        <a:pt x="405479" y="216995"/>
                        <a:pt x="405479" y="213471"/>
                        <a:pt x="405479" y="210327"/>
                      </a:cubicBezTo>
                      <a:cubicBezTo>
                        <a:pt x="370487" y="252869"/>
                        <a:pt x="350976" y="306031"/>
                        <a:pt x="350139" y="361108"/>
                      </a:cubicBezTo>
                      <a:cubicBezTo>
                        <a:pt x="350139" y="410638"/>
                        <a:pt x="373761" y="461883"/>
                        <a:pt x="415004" y="501507"/>
                      </a:cubicBezTo>
                      <a:cubicBezTo>
                        <a:pt x="420522" y="507147"/>
                        <a:pt x="420423" y="516193"/>
                        <a:pt x="414783" y="521711"/>
                      </a:cubicBezTo>
                      <a:cubicBezTo>
                        <a:pt x="409379" y="526997"/>
                        <a:pt x="400792" y="527160"/>
                        <a:pt x="395192" y="522081"/>
                      </a:cubicBezTo>
                      <a:cubicBezTo>
                        <a:pt x="348425" y="477123"/>
                        <a:pt x="321564" y="418449"/>
                        <a:pt x="321564" y="361108"/>
                      </a:cubicBezTo>
                      <a:cubicBezTo>
                        <a:pt x="322291" y="293506"/>
                        <a:pt x="348323" y="228631"/>
                        <a:pt x="394526" y="179276"/>
                      </a:cubicBezTo>
                      <a:cubicBezTo>
                        <a:pt x="403145" y="170267"/>
                        <a:pt x="417434" y="169951"/>
                        <a:pt x="426443" y="178570"/>
                      </a:cubicBezTo>
                      <a:cubicBezTo>
                        <a:pt x="430635" y="182581"/>
                        <a:pt x="433122" y="188053"/>
                        <a:pt x="433387" y="193849"/>
                      </a:cubicBezTo>
                      <a:cubicBezTo>
                        <a:pt x="434054" y="201660"/>
                        <a:pt x="434150" y="213661"/>
                        <a:pt x="434150" y="220233"/>
                      </a:cubicBezTo>
                      <a:cubicBezTo>
                        <a:pt x="434501" y="235356"/>
                        <a:pt x="445453" y="248141"/>
                        <a:pt x="460343" y="250809"/>
                      </a:cubicBezTo>
                      <a:cubicBezTo>
                        <a:pt x="463006" y="251010"/>
                        <a:pt x="465681" y="251010"/>
                        <a:pt x="468344" y="250809"/>
                      </a:cubicBezTo>
                      <a:cubicBezTo>
                        <a:pt x="471078" y="250397"/>
                        <a:pt x="473760" y="249695"/>
                        <a:pt x="476345" y="248713"/>
                      </a:cubicBezTo>
                      <a:cubicBezTo>
                        <a:pt x="495395" y="239188"/>
                        <a:pt x="495395" y="214233"/>
                        <a:pt x="492157" y="194611"/>
                      </a:cubicBezTo>
                      <a:cubicBezTo>
                        <a:pt x="474821" y="82407"/>
                        <a:pt x="557117" y="23733"/>
                        <a:pt x="582740" y="8397"/>
                      </a:cubicBezTo>
                      <a:cubicBezTo>
                        <a:pt x="586740" y="5921"/>
                        <a:pt x="592265" y="2873"/>
                        <a:pt x="593789" y="2111"/>
                      </a:cubicBezTo>
                      <a:cubicBezTo>
                        <a:pt x="600269" y="-923"/>
                        <a:pt x="607809" y="-674"/>
                        <a:pt x="614077" y="2778"/>
                      </a:cubicBezTo>
                      <a:cubicBezTo>
                        <a:pt x="620277" y="6196"/>
                        <a:pt x="624431" y="12411"/>
                        <a:pt x="625221" y="19446"/>
                      </a:cubicBezTo>
                      <a:cubicBezTo>
                        <a:pt x="629793" y="55451"/>
                        <a:pt x="656939" y="101647"/>
                        <a:pt x="705707" y="156702"/>
                      </a:cubicBezTo>
                      <a:cubicBezTo>
                        <a:pt x="750665" y="207279"/>
                        <a:pt x="806482" y="270335"/>
                        <a:pt x="806482" y="361394"/>
                      </a:cubicBezTo>
                      <a:cubicBezTo>
                        <a:pt x="806482" y="418544"/>
                        <a:pt x="779717" y="477408"/>
                        <a:pt x="732949" y="522366"/>
                      </a:cubicBezTo>
                      <a:cubicBezTo>
                        <a:pt x="730230" y="524867"/>
                        <a:pt x="726639" y="526201"/>
                        <a:pt x="722948" y="526081"/>
                      </a:cubicBezTo>
                      <a:close/>
                      <a:moveTo>
                        <a:pt x="564356" y="597519"/>
                      </a:moveTo>
                      <a:cubicBezTo>
                        <a:pt x="553835" y="597519"/>
                        <a:pt x="545306" y="588990"/>
                        <a:pt x="545306" y="578469"/>
                      </a:cubicBezTo>
                      <a:cubicBezTo>
                        <a:pt x="545306" y="567947"/>
                        <a:pt x="553835" y="559419"/>
                        <a:pt x="564356" y="559419"/>
                      </a:cubicBezTo>
                      <a:lnTo>
                        <a:pt x="565118" y="559419"/>
                      </a:lnTo>
                      <a:cubicBezTo>
                        <a:pt x="575640" y="559419"/>
                        <a:pt x="584168" y="567947"/>
                        <a:pt x="584168" y="578469"/>
                      </a:cubicBezTo>
                      <a:cubicBezTo>
                        <a:pt x="584168" y="588990"/>
                        <a:pt x="575640" y="597519"/>
                        <a:pt x="565118" y="597519"/>
                      </a:cubicBezTo>
                      <a:close/>
                      <a:moveTo>
                        <a:pt x="503396" y="576659"/>
                      </a:moveTo>
                      <a:cubicBezTo>
                        <a:pt x="499100" y="576634"/>
                        <a:pt x="494937" y="575157"/>
                        <a:pt x="491585" y="572468"/>
                      </a:cubicBezTo>
                      <a:lnTo>
                        <a:pt x="490537" y="571611"/>
                      </a:lnTo>
                      <a:cubicBezTo>
                        <a:pt x="482259" y="565116"/>
                        <a:pt x="480813" y="553143"/>
                        <a:pt x="487307" y="544864"/>
                      </a:cubicBezTo>
                      <a:cubicBezTo>
                        <a:pt x="493801" y="536586"/>
                        <a:pt x="505776" y="535140"/>
                        <a:pt x="514053" y="541634"/>
                      </a:cubicBezTo>
                      <a:cubicBezTo>
                        <a:pt x="514317" y="541840"/>
                        <a:pt x="514574" y="542054"/>
                        <a:pt x="514826" y="542274"/>
                      </a:cubicBezTo>
                      <a:lnTo>
                        <a:pt x="514826" y="542274"/>
                      </a:lnTo>
                      <a:cubicBezTo>
                        <a:pt x="523085" y="548792"/>
                        <a:pt x="524497" y="560770"/>
                        <a:pt x="517979" y="569029"/>
                      </a:cubicBezTo>
                      <a:cubicBezTo>
                        <a:pt x="514364" y="573610"/>
                        <a:pt x="508850" y="576281"/>
                        <a:pt x="503015" y="576278"/>
                      </a:cubicBezTo>
                      <a:close/>
                      <a:moveTo>
                        <a:pt x="625983" y="575611"/>
                      </a:moveTo>
                      <a:cubicBezTo>
                        <a:pt x="615462" y="575643"/>
                        <a:pt x="606907" y="567140"/>
                        <a:pt x="606875" y="556619"/>
                      </a:cubicBezTo>
                      <a:cubicBezTo>
                        <a:pt x="606858" y="550874"/>
                        <a:pt x="609433" y="545428"/>
                        <a:pt x="613886" y="541797"/>
                      </a:cubicBezTo>
                      <a:lnTo>
                        <a:pt x="613886" y="541797"/>
                      </a:lnTo>
                      <a:cubicBezTo>
                        <a:pt x="621029" y="534073"/>
                        <a:pt x="633081" y="533600"/>
                        <a:pt x="640807" y="540742"/>
                      </a:cubicBezTo>
                      <a:cubicBezTo>
                        <a:pt x="648532" y="547885"/>
                        <a:pt x="649004" y="559937"/>
                        <a:pt x="641861" y="567662"/>
                      </a:cubicBezTo>
                      <a:cubicBezTo>
                        <a:pt x="640924" y="568676"/>
                        <a:pt x="639880" y="569585"/>
                        <a:pt x="638747" y="570372"/>
                      </a:cubicBezTo>
                      <a:lnTo>
                        <a:pt x="637794" y="571230"/>
                      </a:lnTo>
                      <a:cubicBezTo>
                        <a:pt x="634442" y="573942"/>
                        <a:pt x="630293" y="575482"/>
                        <a:pt x="625983" y="575611"/>
                      </a:cubicBezTo>
                      <a:close/>
                      <a:moveTo>
                        <a:pt x="468440" y="521128"/>
                      </a:moveTo>
                      <a:cubicBezTo>
                        <a:pt x="459657" y="521111"/>
                        <a:pt x="452025" y="515091"/>
                        <a:pt x="449961" y="506555"/>
                      </a:cubicBezTo>
                      <a:cubicBezTo>
                        <a:pt x="449961" y="506555"/>
                        <a:pt x="449961" y="505412"/>
                        <a:pt x="449961" y="505317"/>
                      </a:cubicBezTo>
                      <a:cubicBezTo>
                        <a:pt x="447966" y="494986"/>
                        <a:pt x="454724" y="484995"/>
                        <a:pt x="465055" y="483001"/>
                      </a:cubicBezTo>
                      <a:cubicBezTo>
                        <a:pt x="474932" y="481094"/>
                        <a:pt x="484589" y="487196"/>
                        <a:pt x="487108" y="496935"/>
                      </a:cubicBezTo>
                      <a:lnTo>
                        <a:pt x="487108" y="497506"/>
                      </a:lnTo>
                      <a:cubicBezTo>
                        <a:pt x="489625" y="507710"/>
                        <a:pt x="483402" y="518025"/>
                        <a:pt x="473202" y="520557"/>
                      </a:cubicBezTo>
                      <a:cubicBezTo>
                        <a:pt x="471645" y="520947"/>
                        <a:pt x="470044" y="521139"/>
                        <a:pt x="468440" y="521128"/>
                      </a:cubicBezTo>
                      <a:close/>
                      <a:moveTo>
                        <a:pt x="651510" y="454453"/>
                      </a:moveTo>
                      <a:cubicBezTo>
                        <a:pt x="644679" y="454568"/>
                        <a:pt x="638342" y="450905"/>
                        <a:pt x="635032" y="444928"/>
                      </a:cubicBezTo>
                      <a:lnTo>
                        <a:pt x="635032" y="444071"/>
                      </a:lnTo>
                      <a:cubicBezTo>
                        <a:pt x="630446" y="434601"/>
                        <a:pt x="634407" y="423208"/>
                        <a:pt x="643876" y="418623"/>
                      </a:cubicBezTo>
                      <a:cubicBezTo>
                        <a:pt x="652983" y="414214"/>
                        <a:pt x="663947" y="417692"/>
                        <a:pt x="668846" y="426545"/>
                      </a:cubicBezTo>
                      <a:cubicBezTo>
                        <a:pt x="673472" y="435913"/>
                        <a:pt x="669689" y="447258"/>
                        <a:pt x="660368" y="451977"/>
                      </a:cubicBezTo>
                      <a:cubicBezTo>
                        <a:pt x="657637" y="453426"/>
                        <a:pt x="654602" y="454209"/>
                        <a:pt x="651510" y="454263"/>
                      </a:cubicBezTo>
                      <a:close/>
                      <a:moveTo>
                        <a:pt x="516065" y="403590"/>
                      </a:moveTo>
                      <a:cubicBezTo>
                        <a:pt x="511576" y="403554"/>
                        <a:pt x="507237" y="401973"/>
                        <a:pt x="503777" y="399113"/>
                      </a:cubicBezTo>
                      <a:cubicBezTo>
                        <a:pt x="495846" y="392346"/>
                        <a:pt x="494827" y="380461"/>
                        <a:pt x="501491" y="372443"/>
                      </a:cubicBezTo>
                      <a:cubicBezTo>
                        <a:pt x="508065" y="364229"/>
                        <a:pt x="520054" y="362899"/>
                        <a:pt x="528268" y="369472"/>
                      </a:cubicBezTo>
                      <a:cubicBezTo>
                        <a:pt x="528392" y="369572"/>
                        <a:pt x="528516" y="369673"/>
                        <a:pt x="528638" y="369776"/>
                      </a:cubicBezTo>
                      <a:cubicBezTo>
                        <a:pt x="536567" y="376415"/>
                        <a:pt x="537750" y="388168"/>
                        <a:pt x="531305" y="396255"/>
                      </a:cubicBezTo>
                      <a:lnTo>
                        <a:pt x="530638" y="396922"/>
                      </a:lnTo>
                      <a:cubicBezTo>
                        <a:pt x="526996" y="401179"/>
                        <a:pt x="521666" y="403618"/>
                        <a:pt x="516065" y="403590"/>
                      </a:cubicBezTo>
                      <a:close/>
                      <a:moveTo>
                        <a:pt x="610267" y="401970"/>
                      </a:moveTo>
                      <a:cubicBezTo>
                        <a:pt x="604824" y="401987"/>
                        <a:pt x="599657" y="399578"/>
                        <a:pt x="596170" y="395398"/>
                      </a:cubicBezTo>
                      <a:lnTo>
                        <a:pt x="595598" y="394636"/>
                      </a:lnTo>
                      <a:cubicBezTo>
                        <a:pt x="588893" y="386579"/>
                        <a:pt x="589957" y="374618"/>
                        <a:pt x="597980" y="367871"/>
                      </a:cubicBezTo>
                      <a:cubicBezTo>
                        <a:pt x="606019" y="361084"/>
                        <a:pt x="618038" y="362100"/>
                        <a:pt x="624825" y="370139"/>
                      </a:cubicBezTo>
                      <a:cubicBezTo>
                        <a:pt x="624830" y="370144"/>
                        <a:pt x="624835" y="370151"/>
                        <a:pt x="624840" y="370157"/>
                      </a:cubicBezTo>
                      <a:cubicBezTo>
                        <a:pt x="631891" y="377964"/>
                        <a:pt x="631279" y="390011"/>
                        <a:pt x="623471" y="397063"/>
                      </a:cubicBezTo>
                      <a:cubicBezTo>
                        <a:pt x="619858" y="400325"/>
                        <a:pt x="615133" y="402082"/>
                        <a:pt x="610267" y="401970"/>
                      </a:cubicBezTo>
                      <a:close/>
                      <a:moveTo>
                        <a:pt x="563594" y="357679"/>
                      </a:moveTo>
                      <a:lnTo>
                        <a:pt x="563594" y="357679"/>
                      </a:lnTo>
                      <a:cubicBezTo>
                        <a:pt x="553073" y="357679"/>
                        <a:pt x="544544" y="349150"/>
                        <a:pt x="544544" y="338629"/>
                      </a:cubicBezTo>
                      <a:cubicBezTo>
                        <a:pt x="544520" y="328608"/>
                        <a:pt x="552263" y="320280"/>
                        <a:pt x="562261" y="319579"/>
                      </a:cubicBezTo>
                      <a:lnTo>
                        <a:pt x="563975" y="319579"/>
                      </a:lnTo>
                      <a:cubicBezTo>
                        <a:pt x="574497" y="319579"/>
                        <a:pt x="583025" y="328108"/>
                        <a:pt x="583025" y="338629"/>
                      </a:cubicBezTo>
                      <a:cubicBezTo>
                        <a:pt x="583027" y="349150"/>
                        <a:pt x="574500" y="357681"/>
                        <a:pt x="563979" y="357683"/>
                      </a:cubicBezTo>
                      <a:cubicBezTo>
                        <a:pt x="563850" y="357683"/>
                        <a:pt x="563723" y="357682"/>
                        <a:pt x="563594" y="357679"/>
                      </a:cubicBezTo>
                      <a:close/>
                      <a:moveTo>
                        <a:pt x="301371" y="427688"/>
                      </a:moveTo>
                      <a:cubicBezTo>
                        <a:pt x="301371" y="419797"/>
                        <a:pt x="294974" y="413400"/>
                        <a:pt x="287084" y="413400"/>
                      </a:cubicBezTo>
                      <a:lnTo>
                        <a:pt x="165068" y="413400"/>
                      </a:lnTo>
                      <a:cubicBezTo>
                        <a:pt x="157199" y="413348"/>
                        <a:pt x="150833" y="406982"/>
                        <a:pt x="150781" y="399113"/>
                      </a:cubicBezTo>
                      <a:lnTo>
                        <a:pt x="150781" y="367204"/>
                      </a:lnTo>
                      <a:cubicBezTo>
                        <a:pt x="151038" y="359500"/>
                        <a:pt x="157360" y="353388"/>
                        <a:pt x="165068" y="353393"/>
                      </a:cubicBezTo>
                      <a:lnTo>
                        <a:pt x="278511" y="353393"/>
                      </a:lnTo>
                      <a:cubicBezTo>
                        <a:pt x="286402" y="353393"/>
                        <a:pt x="292799" y="346996"/>
                        <a:pt x="292799" y="339105"/>
                      </a:cubicBezTo>
                      <a:cubicBezTo>
                        <a:pt x="292799" y="331215"/>
                        <a:pt x="286402" y="324818"/>
                        <a:pt x="278511" y="324818"/>
                      </a:cubicBezTo>
                      <a:lnTo>
                        <a:pt x="165068" y="324818"/>
                      </a:lnTo>
                      <a:cubicBezTo>
                        <a:pt x="141396" y="324818"/>
                        <a:pt x="122206" y="344008"/>
                        <a:pt x="122206" y="367680"/>
                      </a:cubicBezTo>
                      <a:lnTo>
                        <a:pt x="122206" y="399113"/>
                      </a:lnTo>
                      <a:cubicBezTo>
                        <a:pt x="122258" y="422763"/>
                        <a:pt x="141418" y="441923"/>
                        <a:pt x="165068" y="441975"/>
                      </a:cubicBezTo>
                      <a:lnTo>
                        <a:pt x="287084" y="441975"/>
                      </a:lnTo>
                      <a:cubicBezTo>
                        <a:pt x="294974" y="441975"/>
                        <a:pt x="301371" y="435578"/>
                        <a:pt x="301371" y="427688"/>
                      </a:cubicBezTo>
                      <a:close/>
                      <a:moveTo>
                        <a:pt x="98393" y="399113"/>
                      </a:moveTo>
                      <a:lnTo>
                        <a:pt x="98393" y="367204"/>
                      </a:lnTo>
                      <a:cubicBezTo>
                        <a:pt x="98393" y="343532"/>
                        <a:pt x="79203" y="324342"/>
                        <a:pt x="55531" y="324342"/>
                      </a:cubicBezTo>
                      <a:lnTo>
                        <a:pt x="14288" y="324342"/>
                      </a:lnTo>
                      <a:cubicBezTo>
                        <a:pt x="6397" y="324342"/>
                        <a:pt x="0" y="330739"/>
                        <a:pt x="0" y="338629"/>
                      </a:cubicBezTo>
                      <a:cubicBezTo>
                        <a:pt x="0" y="346520"/>
                        <a:pt x="6397" y="352917"/>
                        <a:pt x="14288" y="352917"/>
                      </a:cubicBezTo>
                      <a:lnTo>
                        <a:pt x="55721" y="352917"/>
                      </a:lnTo>
                      <a:cubicBezTo>
                        <a:pt x="63612" y="352917"/>
                        <a:pt x="70009" y="359314"/>
                        <a:pt x="70009" y="367204"/>
                      </a:cubicBezTo>
                      <a:lnTo>
                        <a:pt x="70009" y="399113"/>
                      </a:lnTo>
                      <a:cubicBezTo>
                        <a:pt x="70009" y="407003"/>
                        <a:pt x="63612" y="413400"/>
                        <a:pt x="55721" y="413400"/>
                      </a:cubicBezTo>
                      <a:lnTo>
                        <a:pt x="14288" y="413400"/>
                      </a:lnTo>
                      <a:cubicBezTo>
                        <a:pt x="6397" y="413400"/>
                        <a:pt x="0" y="419797"/>
                        <a:pt x="0" y="427688"/>
                      </a:cubicBezTo>
                      <a:cubicBezTo>
                        <a:pt x="0" y="435578"/>
                        <a:pt x="6397" y="441975"/>
                        <a:pt x="14288" y="441975"/>
                      </a:cubicBezTo>
                      <a:lnTo>
                        <a:pt x="55721" y="441975"/>
                      </a:lnTo>
                      <a:cubicBezTo>
                        <a:pt x="79298" y="441818"/>
                        <a:pt x="98342" y="422689"/>
                        <a:pt x="98393" y="399113"/>
                      </a:cubicBezTo>
                      <a:close/>
                      <a:moveTo>
                        <a:pt x="305276" y="277193"/>
                      </a:moveTo>
                      <a:cubicBezTo>
                        <a:pt x="305276" y="269302"/>
                        <a:pt x="298879" y="262905"/>
                        <a:pt x="290989" y="262905"/>
                      </a:cubicBezTo>
                      <a:lnTo>
                        <a:pt x="288131" y="262905"/>
                      </a:lnTo>
                      <a:cubicBezTo>
                        <a:pt x="280241" y="262905"/>
                        <a:pt x="273844" y="256508"/>
                        <a:pt x="273844" y="248618"/>
                      </a:cubicBezTo>
                      <a:lnTo>
                        <a:pt x="273844" y="216328"/>
                      </a:lnTo>
                      <a:cubicBezTo>
                        <a:pt x="273844" y="208438"/>
                        <a:pt x="280241" y="202041"/>
                        <a:pt x="288131" y="202041"/>
                      </a:cubicBezTo>
                      <a:lnTo>
                        <a:pt x="329660" y="202041"/>
                      </a:lnTo>
                      <a:cubicBezTo>
                        <a:pt x="337551" y="202041"/>
                        <a:pt x="343948" y="195644"/>
                        <a:pt x="343948" y="187753"/>
                      </a:cubicBezTo>
                      <a:cubicBezTo>
                        <a:pt x="343948" y="179863"/>
                        <a:pt x="337551" y="173466"/>
                        <a:pt x="329660" y="173466"/>
                      </a:cubicBezTo>
                      <a:lnTo>
                        <a:pt x="288131" y="173466"/>
                      </a:lnTo>
                      <a:cubicBezTo>
                        <a:pt x="264481" y="173518"/>
                        <a:pt x="245321" y="192677"/>
                        <a:pt x="245269" y="216328"/>
                      </a:cubicBezTo>
                      <a:lnTo>
                        <a:pt x="245269" y="248618"/>
                      </a:lnTo>
                      <a:cubicBezTo>
                        <a:pt x="245321" y="272268"/>
                        <a:pt x="264481" y="291428"/>
                        <a:pt x="288131" y="291480"/>
                      </a:cubicBezTo>
                      <a:lnTo>
                        <a:pt x="290989" y="291480"/>
                      </a:lnTo>
                      <a:cubicBezTo>
                        <a:pt x="298879" y="291480"/>
                        <a:pt x="305276" y="285083"/>
                        <a:pt x="305276" y="277193"/>
                      </a:cubicBezTo>
                      <a:close/>
                      <a:moveTo>
                        <a:pt x="446818" y="578469"/>
                      </a:moveTo>
                      <a:cubicBezTo>
                        <a:pt x="446818" y="570578"/>
                        <a:pt x="440421" y="564181"/>
                        <a:pt x="432530" y="564181"/>
                      </a:cubicBezTo>
                      <a:lnTo>
                        <a:pt x="288131" y="564181"/>
                      </a:lnTo>
                      <a:cubicBezTo>
                        <a:pt x="280241" y="564181"/>
                        <a:pt x="273844" y="557784"/>
                        <a:pt x="273844" y="549894"/>
                      </a:cubicBezTo>
                      <a:lnTo>
                        <a:pt x="273844" y="517985"/>
                      </a:lnTo>
                      <a:cubicBezTo>
                        <a:pt x="273844" y="510094"/>
                        <a:pt x="280241" y="503697"/>
                        <a:pt x="288131" y="503697"/>
                      </a:cubicBezTo>
                      <a:lnTo>
                        <a:pt x="312992" y="503697"/>
                      </a:lnTo>
                      <a:cubicBezTo>
                        <a:pt x="320882" y="503697"/>
                        <a:pt x="327279" y="497300"/>
                        <a:pt x="327279" y="489410"/>
                      </a:cubicBezTo>
                      <a:cubicBezTo>
                        <a:pt x="327279" y="481519"/>
                        <a:pt x="320882" y="475122"/>
                        <a:pt x="312992" y="475122"/>
                      </a:cubicBezTo>
                      <a:lnTo>
                        <a:pt x="288131" y="475122"/>
                      </a:lnTo>
                      <a:cubicBezTo>
                        <a:pt x="264481" y="475175"/>
                        <a:pt x="245321" y="494334"/>
                        <a:pt x="245269" y="517985"/>
                      </a:cubicBezTo>
                      <a:lnTo>
                        <a:pt x="245269" y="549894"/>
                      </a:lnTo>
                      <a:cubicBezTo>
                        <a:pt x="245321" y="573544"/>
                        <a:pt x="264481" y="592704"/>
                        <a:pt x="288131" y="592756"/>
                      </a:cubicBezTo>
                      <a:lnTo>
                        <a:pt x="432530" y="592756"/>
                      </a:lnTo>
                      <a:cubicBezTo>
                        <a:pt x="440421" y="592756"/>
                        <a:pt x="446818" y="586359"/>
                        <a:pt x="446818" y="57846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394" tIns="45672" rIns="91394" bIns="45672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</p:grpSp>
        <p:grpSp>
          <p:nvGrpSpPr>
            <p:cNvPr id="17" name="Google Shape;3960;p408">
              <a:extLst>
                <a:ext uri="{FF2B5EF4-FFF2-40B4-BE49-F238E27FC236}">
                  <a16:creationId xmlns:a16="http://schemas.microsoft.com/office/drawing/2014/main" id="{7F489923-8ECE-EA29-BE9F-4FDC578E4F02}"/>
                </a:ext>
              </a:extLst>
            </p:cNvPr>
            <p:cNvGrpSpPr/>
            <p:nvPr/>
          </p:nvGrpSpPr>
          <p:grpSpPr>
            <a:xfrm>
              <a:off x="2364180" y="2265612"/>
              <a:ext cx="2862777" cy="1525429"/>
              <a:chOff x="2428925" y="2979426"/>
              <a:chExt cx="2863149" cy="1525628"/>
            </a:xfrm>
          </p:grpSpPr>
          <p:sp>
            <p:nvSpPr>
              <p:cNvPr id="21" name="Google Shape;3961;p408">
                <a:extLst>
                  <a:ext uri="{FF2B5EF4-FFF2-40B4-BE49-F238E27FC236}">
                    <a16:creationId xmlns:a16="http://schemas.microsoft.com/office/drawing/2014/main" id="{534EBA0F-FCB4-7F42-22FE-F733DF524C71}"/>
                  </a:ext>
                </a:extLst>
              </p:cNvPr>
              <p:cNvSpPr/>
              <p:nvPr/>
            </p:nvSpPr>
            <p:spPr>
              <a:xfrm>
                <a:off x="2428925" y="2979426"/>
                <a:ext cx="2863149" cy="1525628"/>
              </a:xfrm>
              <a:prstGeom prst="roundRect">
                <a:avLst>
                  <a:gd name="adj" fmla="val 5303"/>
                </a:avLst>
              </a:prstGeom>
              <a:solidFill>
                <a:srgbClr val="1545A5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800" b="0" i="0" u="none" strike="noStrike" kern="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22" name="Google Shape;3962;p408">
                <a:extLst>
                  <a:ext uri="{FF2B5EF4-FFF2-40B4-BE49-F238E27FC236}">
                    <a16:creationId xmlns:a16="http://schemas.microsoft.com/office/drawing/2014/main" id="{2CCEEF3F-27D9-FBA1-1A1A-29B0CB3AAFBC}"/>
                  </a:ext>
                </a:extLst>
              </p:cNvPr>
              <p:cNvSpPr txBox="1"/>
              <p:nvPr/>
            </p:nvSpPr>
            <p:spPr>
              <a:xfrm>
                <a:off x="2610142" y="3036725"/>
                <a:ext cx="2501100" cy="2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46266" tIns="60896" rIns="121867" bIns="60896" anchor="ctr" anchorCtr="0">
                <a:no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Regional Communications Hub</a:t>
                </a: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" name="Google Shape;3963;p408">
                <a:extLst>
                  <a:ext uri="{FF2B5EF4-FFF2-40B4-BE49-F238E27FC236}">
                    <a16:creationId xmlns:a16="http://schemas.microsoft.com/office/drawing/2014/main" id="{E87BC4D0-2076-E042-3E49-73EA951FAA84}"/>
                  </a:ext>
                </a:extLst>
              </p:cNvPr>
              <p:cNvSpPr txBox="1"/>
              <p:nvPr/>
            </p:nvSpPr>
            <p:spPr>
              <a:xfrm>
                <a:off x="2609981" y="3280313"/>
                <a:ext cx="2501037" cy="369283"/>
              </a:xfrm>
              <a:prstGeom prst="rect">
                <a:avLst/>
              </a:prstGeom>
              <a:solidFill>
                <a:srgbClr val="FFFFFF"/>
              </a:solidFill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394" tIns="45672" rIns="91394" bIns="45672" anchor="ctr" anchorCtr="0">
                <a:sp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Outbound DMZ</a:t>
                </a:r>
                <a:endParaRPr kumimoji="0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Firewalls, SWG, Load Balancers</a:t>
                </a: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" name="Google Shape;3964;p408">
                <a:extLst>
                  <a:ext uri="{FF2B5EF4-FFF2-40B4-BE49-F238E27FC236}">
                    <a16:creationId xmlns:a16="http://schemas.microsoft.com/office/drawing/2014/main" id="{20C5E438-9159-6742-0E6C-C25B8255E45A}"/>
                  </a:ext>
                </a:extLst>
              </p:cNvPr>
              <p:cNvSpPr txBox="1"/>
              <p:nvPr/>
            </p:nvSpPr>
            <p:spPr>
              <a:xfrm>
                <a:off x="2609981" y="3709079"/>
                <a:ext cx="2501037" cy="369283"/>
              </a:xfrm>
              <a:prstGeom prst="rect">
                <a:avLst/>
              </a:prstGeom>
              <a:solidFill>
                <a:srgbClr val="FFFFFF"/>
              </a:solidFill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394" tIns="45672" rIns="91394" bIns="45672" anchor="ctr" anchorCtr="0">
                <a:sp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Inbound DMZ</a:t>
                </a:r>
                <a:endParaRPr kumimoji="0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DDoS, Load Balances, Firewalls, VDI, VPN</a:t>
                </a: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" name="Google Shape;3965;p408">
                <a:extLst>
                  <a:ext uri="{FF2B5EF4-FFF2-40B4-BE49-F238E27FC236}">
                    <a16:creationId xmlns:a16="http://schemas.microsoft.com/office/drawing/2014/main" id="{DB8AB358-6336-7BD3-C565-FC90BC01105C}"/>
                  </a:ext>
                </a:extLst>
              </p:cNvPr>
              <p:cNvSpPr txBox="1"/>
              <p:nvPr/>
            </p:nvSpPr>
            <p:spPr>
              <a:xfrm>
                <a:off x="2609981" y="4137852"/>
                <a:ext cx="2501037" cy="230765"/>
              </a:xfrm>
              <a:prstGeom prst="rect">
                <a:avLst/>
              </a:prstGeom>
              <a:solidFill>
                <a:srgbClr val="FFFFFF"/>
              </a:solidFill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394" tIns="45672" rIns="91394" bIns="45672" anchor="ctr" anchorCtr="0">
                <a:sp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Segmentation, NAC, VDI</a:t>
                </a:r>
                <a:endParaRPr kumimoji="0" sz="900" b="0" i="0" u="none" strike="noStrike" kern="0" cap="none" spc="0" normalizeH="0" baseline="0" noProof="0">
                  <a:ln>
                    <a:noFill/>
                  </a:ln>
                  <a:solidFill>
                    <a:srgbClr val="001744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grpSp>
          <p:nvGrpSpPr>
            <p:cNvPr id="18" name="Google Shape;3966;p408">
              <a:extLst>
                <a:ext uri="{FF2B5EF4-FFF2-40B4-BE49-F238E27FC236}">
                  <a16:creationId xmlns:a16="http://schemas.microsoft.com/office/drawing/2014/main" id="{5A8285E3-4DB3-B721-8704-FA065803C703}"/>
                </a:ext>
              </a:extLst>
            </p:cNvPr>
            <p:cNvGrpSpPr/>
            <p:nvPr/>
          </p:nvGrpSpPr>
          <p:grpSpPr>
            <a:xfrm>
              <a:off x="3310137" y="1063774"/>
              <a:ext cx="955995" cy="620062"/>
              <a:chOff x="3305384" y="1343819"/>
              <a:chExt cx="956057" cy="620102"/>
            </a:xfrm>
          </p:grpSpPr>
          <p:sp>
            <p:nvSpPr>
              <p:cNvPr id="19" name="Google Shape;3967;p408">
                <a:extLst>
                  <a:ext uri="{FF2B5EF4-FFF2-40B4-BE49-F238E27FC236}">
                    <a16:creationId xmlns:a16="http://schemas.microsoft.com/office/drawing/2014/main" id="{BFD36ED2-788C-7E5B-4E4C-07167E871F75}"/>
                  </a:ext>
                </a:extLst>
              </p:cNvPr>
              <p:cNvSpPr/>
              <p:nvPr/>
            </p:nvSpPr>
            <p:spPr>
              <a:xfrm>
                <a:off x="3305384" y="1343819"/>
                <a:ext cx="956057" cy="620102"/>
              </a:xfrm>
              <a:custGeom>
                <a:avLst/>
                <a:gdLst/>
                <a:ahLst/>
                <a:cxnLst/>
                <a:rect l="l" t="t" r="r" b="b"/>
                <a:pathLst>
                  <a:path w="682466" h="477678" extrusionOk="0">
                    <a:moveTo>
                      <a:pt x="511778" y="477679"/>
                    </a:moveTo>
                    <a:lnTo>
                      <a:pt x="136493" y="477679"/>
                    </a:lnTo>
                    <a:cubicBezTo>
                      <a:pt x="61246" y="477679"/>
                      <a:pt x="0" y="416433"/>
                      <a:pt x="0" y="341186"/>
                    </a:cubicBezTo>
                    <a:cubicBezTo>
                      <a:pt x="0" y="277654"/>
                      <a:pt x="43529" y="224219"/>
                      <a:pt x="102394" y="208978"/>
                    </a:cubicBezTo>
                    <a:cubicBezTo>
                      <a:pt x="102394" y="207550"/>
                      <a:pt x="102394" y="206121"/>
                      <a:pt x="102394" y="204692"/>
                    </a:cubicBezTo>
                    <a:cubicBezTo>
                      <a:pt x="102394" y="91821"/>
                      <a:pt x="194215" y="0"/>
                      <a:pt x="307086" y="0"/>
                    </a:cubicBezTo>
                    <a:cubicBezTo>
                      <a:pt x="395383" y="0"/>
                      <a:pt x="471678" y="55912"/>
                      <a:pt x="499872" y="136970"/>
                    </a:cubicBezTo>
                    <a:cubicBezTo>
                      <a:pt x="600265" y="128588"/>
                      <a:pt x="682466" y="209074"/>
                      <a:pt x="682466" y="307086"/>
                    </a:cubicBezTo>
                    <a:cubicBezTo>
                      <a:pt x="682466" y="405098"/>
                      <a:pt x="605885" y="477679"/>
                      <a:pt x="511873" y="4776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394" tIns="45672" rIns="91394" bIns="45672" anchor="ctr" anchorCtr="0">
                <a:noAutofit/>
              </a:bodyPr>
              <a:lstStyle/>
              <a:p>
                <a:pPr marL="0" marR="0" lvl="0" indent="0" algn="l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800" b="0" i="0" u="none" strike="noStrike" kern="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20" name="Google Shape;3968;p408">
                <a:extLst>
                  <a:ext uri="{FF2B5EF4-FFF2-40B4-BE49-F238E27FC236}">
                    <a16:creationId xmlns:a16="http://schemas.microsoft.com/office/drawing/2014/main" id="{75C33621-7A00-52F8-0FAA-79801404DB91}"/>
                  </a:ext>
                </a:extLst>
              </p:cNvPr>
              <p:cNvSpPr txBox="1"/>
              <p:nvPr/>
            </p:nvSpPr>
            <p:spPr>
              <a:xfrm>
                <a:off x="3443390" y="1616274"/>
                <a:ext cx="653214" cy="23075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394" tIns="45672" rIns="91394" bIns="45672" anchor="ctr" anchorCtr="0">
                <a:sp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Internet</a:t>
                </a:r>
                <a:endParaRPr kumimoji="0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8" name="Google Shape;3941;p408">
            <a:extLst>
              <a:ext uri="{FF2B5EF4-FFF2-40B4-BE49-F238E27FC236}">
                <a16:creationId xmlns:a16="http://schemas.microsoft.com/office/drawing/2014/main" id="{D46CEF8E-B16F-9774-712B-7A1CF625788F}"/>
              </a:ext>
            </a:extLst>
          </p:cNvPr>
          <p:cNvGrpSpPr/>
          <p:nvPr/>
        </p:nvGrpSpPr>
        <p:grpSpPr>
          <a:xfrm>
            <a:off x="7135845" y="1527526"/>
            <a:ext cx="4403485" cy="446671"/>
            <a:chOff x="6527534" y="1721775"/>
            <a:chExt cx="4403771" cy="446700"/>
          </a:xfrm>
        </p:grpSpPr>
        <p:sp>
          <p:nvSpPr>
            <p:cNvPr id="69" name="Google Shape;3942;p408">
              <a:extLst>
                <a:ext uri="{FF2B5EF4-FFF2-40B4-BE49-F238E27FC236}">
                  <a16:creationId xmlns:a16="http://schemas.microsoft.com/office/drawing/2014/main" id="{95687491-257F-9AE1-5283-CEB878269A47}"/>
                </a:ext>
              </a:extLst>
            </p:cNvPr>
            <p:cNvSpPr/>
            <p:nvPr/>
          </p:nvSpPr>
          <p:spPr>
            <a:xfrm>
              <a:off x="7101603" y="1721775"/>
              <a:ext cx="3829702" cy="446700"/>
            </a:xfrm>
            <a:prstGeom prst="roundRect">
              <a:avLst>
                <a:gd name="adj" fmla="val 16667"/>
              </a:avLst>
            </a:prstGeom>
            <a:noFill/>
            <a:ln>
              <a:noFill/>
            </a:ln>
          </p:spPr>
          <p:txBody>
            <a:bodyPr spcFirstLastPara="1" wrap="square" lIns="91394" tIns="45672" rIns="91394" bIns="4567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Enables lateral movement, </a:t>
              </a:r>
              <a:r>
                <a:rPr kumimoji="0" lang="en-US" sz="1700" b="0" i="0" u="sng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facilitates</a:t>
              </a:r>
              <a:r>
                <a:rPr kumimoji="0" lang="en-US" sz="1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 </a:t>
              </a:r>
              <a:r>
                <a:rPr kumimoji="0" lang="en-US" sz="1700" b="0" i="0" u="none" strike="noStrike" kern="0" cap="none" spc="0" normalizeH="0" baseline="0" noProof="0" dirty="0">
                  <a:ln>
                    <a:noFill/>
                  </a:ln>
                  <a:solidFill>
                    <a:srgbClr val="ED1951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ransomware attacks</a:t>
              </a:r>
              <a:endParaRPr kumimoji="0" sz="1700" b="0" i="0" u="none" strike="noStrike" kern="0" cap="none" spc="0" normalizeH="0" baseline="0" noProof="0" dirty="0">
                <a:ln>
                  <a:noFill/>
                </a:ln>
                <a:solidFill>
                  <a:srgbClr val="ED1951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70" name="Google Shape;3943;p408">
              <a:extLst>
                <a:ext uri="{FF2B5EF4-FFF2-40B4-BE49-F238E27FC236}">
                  <a16:creationId xmlns:a16="http://schemas.microsoft.com/office/drawing/2014/main" id="{CD6FC0C5-CFA8-7473-42C1-CBB980C90DDF}"/>
                </a:ext>
              </a:extLst>
            </p:cNvPr>
            <p:cNvSpPr/>
            <p:nvPr/>
          </p:nvSpPr>
          <p:spPr>
            <a:xfrm>
              <a:off x="6527534" y="1807715"/>
              <a:ext cx="574063" cy="274833"/>
            </a:xfrm>
            <a:custGeom>
              <a:avLst/>
              <a:gdLst/>
              <a:ahLst/>
              <a:cxnLst/>
              <a:rect l="l" t="t" r="r" b="b"/>
              <a:pathLst>
                <a:path w="944959" h="463854" extrusionOk="0">
                  <a:moveTo>
                    <a:pt x="502554" y="122771"/>
                  </a:moveTo>
                  <a:cubicBezTo>
                    <a:pt x="507511" y="113491"/>
                    <a:pt x="519051" y="109985"/>
                    <a:pt x="528332" y="114942"/>
                  </a:cubicBezTo>
                  <a:cubicBezTo>
                    <a:pt x="528344" y="114948"/>
                    <a:pt x="528355" y="114955"/>
                    <a:pt x="528367" y="114960"/>
                  </a:cubicBezTo>
                  <a:lnTo>
                    <a:pt x="528367" y="114960"/>
                  </a:lnTo>
                  <a:cubicBezTo>
                    <a:pt x="537891" y="119431"/>
                    <a:pt x="541986" y="130777"/>
                    <a:pt x="537514" y="140301"/>
                  </a:cubicBezTo>
                  <a:cubicBezTo>
                    <a:pt x="534318" y="147111"/>
                    <a:pt x="527411" y="151401"/>
                    <a:pt x="519889" y="151251"/>
                  </a:cubicBezTo>
                  <a:cubicBezTo>
                    <a:pt x="516838" y="151215"/>
                    <a:pt x="513836" y="150465"/>
                    <a:pt x="511126" y="149060"/>
                  </a:cubicBezTo>
                  <a:lnTo>
                    <a:pt x="510269" y="149060"/>
                  </a:lnTo>
                  <a:cubicBezTo>
                    <a:pt x="500951" y="144175"/>
                    <a:pt x="497357" y="132662"/>
                    <a:pt x="502241" y="123343"/>
                  </a:cubicBezTo>
                  <a:cubicBezTo>
                    <a:pt x="502342" y="123151"/>
                    <a:pt x="502446" y="122959"/>
                    <a:pt x="502554" y="122771"/>
                  </a:cubicBezTo>
                  <a:close/>
                  <a:moveTo>
                    <a:pt x="547512" y="331178"/>
                  </a:moveTo>
                  <a:cubicBezTo>
                    <a:pt x="552436" y="331208"/>
                    <a:pt x="557182" y="329331"/>
                    <a:pt x="560752" y="325939"/>
                  </a:cubicBezTo>
                  <a:lnTo>
                    <a:pt x="561990" y="324701"/>
                  </a:lnTo>
                  <a:cubicBezTo>
                    <a:pt x="569189" y="317305"/>
                    <a:pt x="569189" y="305521"/>
                    <a:pt x="561990" y="298126"/>
                  </a:cubicBezTo>
                  <a:cubicBezTo>
                    <a:pt x="554635" y="290603"/>
                    <a:pt x="542573" y="290468"/>
                    <a:pt x="535051" y="297823"/>
                  </a:cubicBezTo>
                  <a:cubicBezTo>
                    <a:pt x="534948" y="297923"/>
                    <a:pt x="534848" y="298024"/>
                    <a:pt x="534748" y="298126"/>
                  </a:cubicBezTo>
                  <a:cubicBezTo>
                    <a:pt x="527173" y="305427"/>
                    <a:pt x="526951" y="317487"/>
                    <a:pt x="534252" y="325062"/>
                  </a:cubicBezTo>
                  <a:cubicBezTo>
                    <a:pt x="537825" y="328769"/>
                    <a:pt x="542745" y="330872"/>
                    <a:pt x="547893" y="330892"/>
                  </a:cubicBezTo>
                  <a:close/>
                  <a:moveTo>
                    <a:pt x="485314" y="362229"/>
                  </a:moveTo>
                  <a:cubicBezTo>
                    <a:pt x="486200" y="362324"/>
                    <a:pt x="487094" y="362324"/>
                    <a:pt x="487981" y="362229"/>
                  </a:cubicBezTo>
                  <a:lnTo>
                    <a:pt x="489314" y="362229"/>
                  </a:lnTo>
                  <a:cubicBezTo>
                    <a:pt x="499544" y="360434"/>
                    <a:pt x="506450" y="350774"/>
                    <a:pt x="504840" y="340512"/>
                  </a:cubicBezTo>
                  <a:cubicBezTo>
                    <a:pt x="503413" y="330088"/>
                    <a:pt x="493807" y="322795"/>
                    <a:pt x="483383" y="324221"/>
                  </a:cubicBezTo>
                  <a:cubicBezTo>
                    <a:pt x="483168" y="324250"/>
                    <a:pt x="482955" y="324284"/>
                    <a:pt x="482742" y="324320"/>
                  </a:cubicBezTo>
                  <a:cubicBezTo>
                    <a:pt x="472220" y="325030"/>
                    <a:pt x="464267" y="334134"/>
                    <a:pt x="464978" y="344656"/>
                  </a:cubicBezTo>
                  <a:cubicBezTo>
                    <a:pt x="465688" y="355177"/>
                    <a:pt x="474792" y="363130"/>
                    <a:pt x="485314" y="362420"/>
                  </a:cubicBezTo>
                  <a:close/>
                  <a:moveTo>
                    <a:pt x="451595" y="139344"/>
                  </a:moveTo>
                  <a:cubicBezTo>
                    <a:pt x="452705" y="139439"/>
                    <a:pt x="453819" y="139439"/>
                    <a:pt x="454929" y="139344"/>
                  </a:cubicBezTo>
                  <a:cubicBezTo>
                    <a:pt x="465450" y="137714"/>
                    <a:pt x="472657" y="127863"/>
                    <a:pt x="471026" y="117342"/>
                  </a:cubicBezTo>
                  <a:cubicBezTo>
                    <a:pt x="469395" y="106820"/>
                    <a:pt x="459545" y="99614"/>
                    <a:pt x="449023" y="101244"/>
                  </a:cubicBezTo>
                  <a:lnTo>
                    <a:pt x="447785" y="101244"/>
                  </a:lnTo>
                  <a:cubicBezTo>
                    <a:pt x="437541" y="103173"/>
                    <a:pt x="430750" y="112978"/>
                    <a:pt x="432545" y="123247"/>
                  </a:cubicBezTo>
                  <a:cubicBezTo>
                    <a:pt x="434012" y="132602"/>
                    <a:pt x="442127" y="139459"/>
                    <a:pt x="451595" y="139344"/>
                  </a:cubicBezTo>
                  <a:close/>
                  <a:moveTo>
                    <a:pt x="63356" y="206019"/>
                  </a:moveTo>
                  <a:cubicBezTo>
                    <a:pt x="68596" y="206040"/>
                    <a:pt x="73630" y="203986"/>
                    <a:pt x="77358" y="200304"/>
                  </a:cubicBezTo>
                  <a:cubicBezTo>
                    <a:pt x="84802" y="192860"/>
                    <a:pt x="84802" y="180792"/>
                    <a:pt x="77358" y="173349"/>
                  </a:cubicBezTo>
                  <a:cubicBezTo>
                    <a:pt x="69914" y="165905"/>
                    <a:pt x="57846" y="165905"/>
                    <a:pt x="50402" y="173349"/>
                  </a:cubicBezTo>
                  <a:lnTo>
                    <a:pt x="49735" y="174015"/>
                  </a:lnTo>
                  <a:cubicBezTo>
                    <a:pt x="42536" y="181411"/>
                    <a:pt x="42536" y="193194"/>
                    <a:pt x="49735" y="200590"/>
                  </a:cubicBezTo>
                  <a:cubicBezTo>
                    <a:pt x="53400" y="204075"/>
                    <a:pt x="58300" y="205960"/>
                    <a:pt x="63356" y="205829"/>
                  </a:cubicBezTo>
                  <a:close/>
                  <a:moveTo>
                    <a:pt x="560371" y="163728"/>
                  </a:moveTo>
                  <a:cubicBezTo>
                    <a:pt x="550942" y="168396"/>
                    <a:pt x="547081" y="179824"/>
                    <a:pt x="551749" y="189252"/>
                  </a:cubicBezTo>
                  <a:cubicBezTo>
                    <a:pt x="551766" y="189285"/>
                    <a:pt x="551782" y="189318"/>
                    <a:pt x="551798" y="189351"/>
                  </a:cubicBezTo>
                  <a:lnTo>
                    <a:pt x="552560" y="190779"/>
                  </a:lnTo>
                  <a:cubicBezTo>
                    <a:pt x="555994" y="196727"/>
                    <a:pt x="562362" y="200366"/>
                    <a:pt x="569229" y="200304"/>
                  </a:cubicBezTo>
                  <a:cubicBezTo>
                    <a:pt x="572388" y="200304"/>
                    <a:pt x="575497" y="199518"/>
                    <a:pt x="578278" y="198018"/>
                  </a:cubicBezTo>
                  <a:cubicBezTo>
                    <a:pt x="587516" y="193057"/>
                    <a:pt x="591007" y="181562"/>
                    <a:pt x="586088" y="172301"/>
                  </a:cubicBezTo>
                  <a:lnTo>
                    <a:pt x="586088" y="172301"/>
                  </a:lnTo>
                  <a:cubicBezTo>
                    <a:pt x="581527" y="162821"/>
                    <a:pt x="570142" y="158832"/>
                    <a:pt x="560662" y="163395"/>
                  </a:cubicBezTo>
                  <a:cubicBezTo>
                    <a:pt x="560565" y="163442"/>
                    <a:pt x="560468" y="163489"/>
                    <a:pt x="560371" y="163538"/>
                  </a:cubicBezTo>
                  <a:close/>
                  <a:moveTo>
                    <a:pt x="836596" y="161538"/>
                  </a:moveTo>
                  <a:cubicBezTo>
                    <a:pt x="847117" y="161598"/>
                    <a:pt x="855693" y="153119"/>
                    <a:pt x="855760" y="142599"/>
                  </a:cubicBezTo>
                  <a:cubicBezTo>
                    <a:pt x="855788" y="137481"/>
                    <a:pt x="853760" y="132566"/>
                    <a:pt x="850121" y="128962"/>
                  </a:cubicBezTo>
                  <a:lnTo>
                    <a:pt x="850121" y="128962"/>
                  </a:lnTo>
                  <a:cubicBezTo>
                    <a:pt x="842702" y="121639"/>
                    <a:pt x="830775" y="121639"/>
                    <a:pt x="823356" y="128962"/>
                  </a:cubicBezTo>
                  <a:cubicBezTo>
                    <a:pt x="815860" y="136344"/>
                    <a:pt x="815767" y="148405"/>
                    <a:pt x="823149" y="155902"/>
                  </a:cubicBezTo>
                  <a:cubicBezTo>
                    <a:pt x="823218" y="155971"/>
                    <a:pt x="823286" y="156040"/>
                    <a:pt x="823356" y="156108"/>
                  </a:cubicBezTo>
                  <a:cubicBezTo>
                    <a:pt x="826854" y="159432"/>
                    <a:pt x="831484" y="161304"/>
                    <a:pt x="836310" y="161347"/>
                  </a:cubicBezTo>
                  <a:close/>
                  <a:moveTo>
                    <a:pt x="579706" y="268980"/>
                  </a:moveTo>
                  <a:cubicBezTo>
                    <a:pt x="589237" y="269080"/>
                    <a:pt x="597375" y="262122"/>
                    <a:pt x="598756" y="252692"/>
                  </a:cubicBezTo>
                  <a:lnTo>
                    <a:pt x="598756" y="251930"/>
                  </a:lnTo>
                  <a:cubicBezTo>
                    <a:pt x="600229" y="241408"/>
                    <a:pt x="592895" y="231685"/>
                    <a:pt x="582373" y="230213"/>
                  </a:cubicBezTo>
                  <a:cubicBezTo>
                    <a:pt x="571852" y="228740"/>
                    <a:pt x="562129" y="236074"/>
                    <a:pt x="560656" y="246596"/>
                  </a:cubicBezTo>
                  <a:lnTo>
                    <a:pt x="560656" y="247548"/>
                  </a:lnTo>
                  <a:cubicBezTo>
                    <a:pt x="559362" y="257925"/>
                    <a:pt x="566674" y="267405"/>
                    <a:pt x="577039" y="268789"/>
                  </a:cubicBezTo>
                  <a:cubicBezTo>
                    <a:pt x="577920" y="268938"/>
                    <a:pt x="578813" y="269001"/>
                    <a:pt x="579706" y="268980"/>
                  </a:cubicBezTo>
                  <a:close/>
                  <a:moveTo>
                    <a:pt x="95360" y="250977"/>
                  </a:moveTo>
                  <a:lnTo>
                    <a:pt x="95836" y="250977"/>
                  </a:lnTo>
                  <a:cubicBezTo>
                    <a:pt x="106358" y="250977"/>
                    <a:pt x="114886" y="242449"/>
                    <a:pt x="114886" y="231927"/>
                  </a:cubicBezTo>
                  <a:cubicBezTo>
                    <a:pt x="114886" y="221406"/>
                    <a:pt x="106358" y="212877"/>
                    <a:pt x="95836" y="212877"/>
                  </a:cubicBezTo>
                  <a:cubicBezTo>
                    <a:pt x="85315" y="212877"/>
                    <a:pt x="76786" y="221406"/>
                    <a:pt x="76786" y="231927"/>
                  </a:cubicBezTo>
                  <a:cubicBezTo>
                    <a:pt x="76786" y="242449"/>
                    <a:pt x="85315" y="250977"/>
                    <a:pt x="95836" y="250977"/>
                  </a:cubicBezTo>
                  <a:close/>
                  <a:moveTo>
                    <a:pt x="848692" y="212877"/>
                  </a:moveTo>
                  <a:cubicBezTo>
                    <a:pt x="838171" y="212877"/>
                    <a:pt x="829642" y="221406"/>
                    <a:pt x="829642" y="231927"/>
                  </a:cubicBezTo>
                  <a:cubicBezTo>
                    <a:pt x="829642" y="242449"/>
                    <a:pt x="838171" y="250977"/>
                    <a:pt x="848692" y="250977"/>
                  </a:cubicBezTo>
                  <a:cubicBezTo>
                    <a:pt x="859217" y="250977"/>
                    <a:pt x="867742" y="242449"/>
                    <a:pt x="867742" y="231927"/>
                  </a:cubicBezTo>
                  <a:cubicBezTo>
                    <a:pt x="867742" y="221406"/>
                    <a:pt x="859217" y="212877"/>
                    <a:pt x="848692" y="212877"/>
                  </a:cubicBezTo>
                  <a:close/>
                  <a:moveTo>
                    <a:pt x="407875" y="348609"/>
                  </a:moveTo>
                  <a:lnTo>
                    <a:pt x="409114" y="349275"/>
                  </a:lnTo>
                  <a:cubicBezTo>
                    <a:pt x="411718" y="350574"/>
                    <a:pt x="414586" y="351257"/>
                    <a:pt x="417496" y="351276"/>
                  </a:cubicBezTo>
                  <a:cubicBezTo>
                    <a:pt x="424608" y="351111"/>
                    <a:pt x="431036" y="346997"/>
                    <a:pt x="434164" y="340608"/>
                  </a:cubicBezTo>
                  <a:cubicBezTo>
                    <a:pt x="438857" y="331191"/>
                    <a:pt x="435027" y="319753"/>
                    <a:pt x="425611" y="315061"/>
                  </a:cubicBezTo>
                  <a:cubicBezTo>
                    <a:pt x="416194" y="310368"/>
                    <a:pt x="404757" y="314198"/>
                    <a:pt x="400064" y="323614"/>
                  </a:cubicBezTo>
                  <a:cubicBezTo>
                    <a:pt x="395574" y="332625"/>
                    <a:pt x="398870" y="343575"/>
                    <a:pt x="407590" y="348609"/>
                  </a:cubicBezTo>
                  <a:close/>
                  <a:moveTo>
                    <a:pt x="266239" y="150679"/>
                  </a:moveTo>
                  <a:cubicBezTo>
                    <a:pt x="273340" y="154089"/>
                    <a:pt x="281862" y="151106"/>
                    <a:pt x="285289" y="144012"/>
                  </a:cubicBezTo>
                  <a:cubicBezTo>
                    <a:pt x="333875" y="42694"/>
                    <a:pt x="455395" y="-53"/>
                    <a:pt x="556712" y="48532"/>
                  </a:cubicBezTo>
                  <a:cubicBezTo>
                    <a:pt x="598480" y="68561"/>
                    <a:pt x="632162" y="102243"/>
                    <a:pt x="652192" y="144012"/>
                  </a:cubicBezTo>
                  <a:cubicBezTo>
                    <a:pt x="655946" y="150951"/>
                    <a:pt x="664616" y="153535"/>
                    <a:pt x="671556" y="149780"/>
                  </a:cubicBezTo>
                  <a:cubicBezTo>
                    <a:pt x="678038" y="146274"/>
                    <a:pt x="680789" y="138413"/>
                    <a:pt x="677909" y="131629"/>
                  </a:cubicBezTo>
                  <a:cubicBezTo>
                    <a:pt x="622377" y="16082"/>
                    <a:pt x="483690" y="-32571"/>
                    <a:pt x="368144" y="22961"/>
                  </a:cubicBezTo>
                  <a:cubicBezTo>
                    <a:pt x="320633" y="45794"/>
                    <a:pt x="282309" y="84118"/>
                    <a:pt x="259476" y="131629"/>
                  </a:cubicBezTo>
                  <a:cubicBezTo>
                    <a:pt x="256135" y="138759"/>
                    <a:pt x="259149" y="147251"/>
                    <a:pt x="266239" y="150679"/>
                  </a:cubicBezTo>
                  <a:close/>
                  <a:moveTo>
                    <a:pt x="351964" y="291935"/>
                  </a:moveTo>
                  <a:cubicBezTo>
                    <a:pt x="355257" y="297928"/>
                    <a:pt x="361605" y="301597"/>
                    <a:pt x="368442" y="301460"/>
                  </a:cubicBezTo>
                  <a:cubicBezTo>
                    <a:pt x="371762" y="301541"/>
                    <a:pt x="375045" y="300753"/>
                    <a:pt x="377967" y="299174"/>
                  </a:cubicBezTo>
                  <a:cubicBezTo>
                    <a:pt x="387239" y="294203"/>
                    <a:pt x="390726" y="282656"/>
                    <a:pt x="385755" y="273384"/>
                  </a:cubicBezTo>
                  <a:cubicBezTo>
                    <a:pt x="385700" y="273280"/>
                    <a:pt x="385644" y="273177"/>
                    <a:pt x="385587" y="273075"/>
                  </a:cubicBezTo>
                  <a:cubicBezTo>
                    <a:pt x="380800" y="263686"/>
                    <a:pt x="369307" y="259954"/>
                    <a:pt x="359917" y="264741"/>
                  </a:cubicBezTo>
                  <a:cubicBezTo>
                    <a:pt x="350527" y="269528"/>
                    <a:pt x="346795" y="281021"/>
                    <a:pt x="351583" y="290411"/>
                  </a:cubicBezTo>
                  <a:close/>
                  <a:moveTo>
                    <a:pt x="403399" y="165919"/>
                  </a:moveTo>
                  <a:cubicBezTo>
                    <a:pt x="410644" y="158290"/>
                    <a:pt x="410334" y="146233"/>
                    <a:pt x="402705" y="138987"/>
                  </a:cubicBezTo>
                  <a:cubicBezTo>
                    <a:pt x="395559" y="132201"/>
                    <a:pt x="384418" y="131984"/>
                    <a:pt x="377014" y="138487"/>
                  </a:cubicBezTo>
                  <a:lnTo>
                    <a:pt x="375871" y="139535"/>
                  </a:lnTo>
                  <a:cubicBezTo>
                    <a:pt x="368486" y="146965"/>
                    <a:pt x="368486" y="158965"/>
                    <a:pt x="375871" y="166395"/>
                  </a:cubicBezTo>
                  <a:cubicBezTo>
                    <a:pt x="383253" y="173891"/>
                    <a:pt x="395315" y="173984"/>
                    <a:pt x="402811" y="166602"/>
                  </a:cubicBezTo>
                  <a:cubicBezTo>
                    <a:pt x="402880" y="166533"/>
                    <a:pt x="402949" y="166465"/>
                    <a:pt x="403018" y="166395"/>
                  </a:cubicBezTo>
                  <a:close/>
                  <a:moveTo>
                    <a:pt x="357202" y="233547"/>
                  </a:moveTo>
                  <a:cubicBezTo>
                    <a:pt x="366609" y="233675"/>
                    <a:pt x="374701" y="226918"/>
                    <a:pt x="376252" y="217640"/>
                  </a:cubicBezTo>
                  <a:lnTo>
                    <a:pt x="376252" y="216687"/>
                  </a:lnTo>
                  <a:cubicBezTo>
                    <a:pt x="377859" y="206395"/>
                    <a:pt x="370900" y="196721"/>
                    <a:pt x="360631" y="194970"/>
                  </a:cubicBezTo>
                  <a:cubicBezTo>
                    <a:pt x="350276" y="193371"/>
                    <a:pt x="340573" y="200436"/>
                    <a:pt x="338914" y="210782"/>
                  </a:cubicBezTo>
                  <a:lnTo>
                    <a:pt x="338914" y="211353"/>
                  </a:lnTo>
                  <a:cubicBezTo>
                    <a:pt x="337192" y="221714"/>
                    <a:pt x="344180" y="231513"/>
                    <a:pt x="354535" y="233261"/>
                  </a:cubicBezTo>
                  <a:cubicBezTo>
                    <a:pt x="355416" y="233419"/>
                    <a:pt x="356308" y="233514"/>
                    <a:pt x="357202" y="233547"/>
                  </a:cubicBezTo>
                  <a:close/>
                  <a:moveTo>
                    <a:pt x="867171" y="263741"/>
                  </a:moveTo>
                  <a:cubicBezTo>
                    <a:pt x="859732" y="271176"/>
                    <a:pt x="859722" y="283238"/>
                    <a:pt x="867152" y="290681"/>
                  </a:cubicBezTo>
                  <a:cubicBezTo>
                    <a:pt x="867161" y="290687"/>
                    <a:pt x="867161" y="290692"/>
                    <a:pt x="867171" y="290697"/>
                  </a:cubicBezTo>
                  <a:cubicBezTo>
                    <a:pt x="870752" y="294297"/>
                    <a:pt x="875619" y="296320"/>
                    <a:pt x="880696" y="296316"/>
                  </a:cubicBezTo>
                  <a:cubicBezTo>
                    <a:pt x="885745" y="296295"/>
                    <a:pt x="890574" y="294274"/>
                    <a:pt x="894127" y="290697"/>
                  </a:cubicBezTo>
                  <a:lnTo>
                    <a:pt x="894793" y="290030"/>
                  </a:lnTo>
                  <a:cubicBezTo>
                    <a:pt x="901994" y="282634"/>
                    <a:pt x="901994" y="270850"/>
                    <a:pt x="894793" y="263455"/>
                  </a:cubicBezTo>
                  <a:cubicBezTo>
                    <a:pt x="887088" y="255906"/>
                    <a:pt x="874734" y="256029"/>
                    <a:pt x="867180" y="263731"/>
                  </a:cubicBezTo>
                  <a:cubicBezTo>
                    <a:pt x="867180" y="263734"/>
                    <a:pt x="867171" y="263738"/>
                    <a:pt x="867171" y="263741"/>
                  </a:cubicBezTo>
                  <a:close/>
                  <a:moveTo>
                    <a:pt x="671242" y="313176"/>
                  </a:moveTo>
                  <a:cubicBezTo>
                    <a:pt x="664140" y="309766"/>
                    <a:pt x="655617" y="312749"/>
                    <a:pt x="652192" y="319843"/>
                  </a:cubicBezTo>
                  <a:cubicBezTo>
                    <a:pt x="603605" y="421160"/>
                    <a:pt x="482086" y="463908"/>
                    <a:pt x="380768" y="415323"/>
                  </a:cubicBezTo>
                  <a:cubicBezTo>
                    <a:pt x="339000" y="395293"/>
                    <a:pt x="305318" y="361611"/>
                    <a:pt x="285289" y="319843"/>
                  </a:cubicBezTo>
                  <a:cubicBezTo>
                    <a:pt x="281869" y="312715"/>
                    <a:pt x="273318" y="309708"/>
                    <a:pt x="266191" y="313128"/>
                  </a:cubicBezTo>
                  <a:cubicBezTo>
                    <a:pt x="259063" y="316547"/>
                    <a:pt x="256056" y="325097"/>
                    <a:pt x="259476" y="332226"/>
                  </a:cubicBezTo>
                  <a:cubicBezTo>
                    <a:pt x="315007" y="447772"/>
                    <a:pt x="453694" y="496425"/>
                    <a:pt x="569241" y="440893"/>
                  </a:cubicBezTo>
                  <a:cubicBezTo>
                    <a:pt x="616752" y="418060"/>
                    <a:pt x="655076" y="379736"/>
                    <a:pt x="677909" y="332226"/>
                  </a:cubicBezTo>
                  <a:cubicBezTo>
                    <a:pt x="681319" y="325123"/>
                    <a:pt x="678336" y="316601"/>
                    <a:pt x="671242" y="313176"/>
                  </a:cubicBezTo>
                  <a:close/>
                  <a:moveTo>
                    <a:pt x="789352" y="212877"/>
                  </a:moveTo>
                  <a:lnTo>
                    <a:pt x="788494" y="212877"/>
                  </a:lnTo>
                  <a:cubicBezTo>
                    <a:pt x="777973" y="212877"/>
                    <a:pt x="769444" y="221406"/>
                    <a:pt x="769444" y="231927"/>
                  </a:cubicBezTo>
                  <a:cubicBezTo>
                    <a:pt x="769444" y="242449"/>
                    <a:pt x="777973" y="250977"/>
                    <a:pt x="788494" y="250977"/>
                  </a:cubicBezTo>
                  <a:cubicBezTo>
                    <a:pt x="799016" y="250977"/>
                    <a:pt x="807544" y="242449"/>
                    <a:pt x="807544" y="231927"/>
                  </a:cubicBezTo>
                  <a:cubicBezTo>
                    <a:pt x="807544" y="221406"/>
                    <a:pt x="799016" y="212877"/>
                    <a:pt x="788494" y="212877"/>
                  </a:cubicBezTo>
                  <a:close/>
                  <a:moveTo>
                    <a:pt x="669051" y="212877"/>
                  </a:moveTo>
                  <a:lnTo>
                    <a:pt x="669051" y="212877"/>
                  </a:lnTo>
                  <a:cubicBezTo>
                    <a:pt x="658529" y="212877"/>
                    <a:pt x="650001" y="221406"/>
                    <a:pt x="650001" y="231927"/>
                  </a:cubicBezTo>
                  <a:cubicBezTo>
                    <a:pt x="650001" y="242449"/>
                    <a:pt x="658529" y="250977"/>
                    <a:pt x="669051" y="250977"/>
                  </a:cubicBezTo>
                  <a:cubicBezTo>
                    <a:pt x="679572" y="250977"/>
                    <a:pt x="688101" y="242449"/>
                    <a:pt x="688101" y="231927"/>
                  </a:cubicBezTo>
                  <a:cubicBezTo>
                    <a:pt x="688101" y="221406"/>
                    <a:pt x="679572" y="212877"/>
                    <a:pt x="669051" y="212877"/>
                  </a:cubicBezTo>
                  <a:close/>
                  <a:moveTo>
                    <a:pt x="729439" y="212877"/>
                  </a:moveTo>
                  <a:lnTo>
                    <a:pt x="728582" y="212877"/>
                  </a:lnTo>
                  <a:cubicBezTo>
                    <a:pt x="718061" y="212877"/>
                    <a:pt x="709532" y="221406"/>
                    <a:pt x="709532" y="231927"/>
                  </a:cubicBezTo>
                  <a:cubicBezTo>
                    <a:pt x="709532" y="242449"/>
                    <a:pt x="718061" y="250977"/>
                    <a:pt x="728582" y="250977"/>
                  </a:cubicBezTo>
                  <a:cubicBezTo>
                    <a:pt x="739103" y="250977"/>
                    <a:pt x="747632" y="242449"/>
                    <a:pt x="747632" y="231927"/>
                  </a:cubicBezTo>
                  <a:cubicBezTo>
                    <a:pt x="747632" y="221406"/>
                    <a:pt x="739103" y="212877"/>
                    <a:pt x="728582" y="212877"/>
                  </a:cubicBezTo>
                  <a:close/>
                  <a:moveTo>
                    <a:pt x="939656" y="218497"/>
                  </a:moveTo>
                  <a:lnTo>
                    <a:pt x="939656" y="218497"/>
                  </a:lnTo>
                  <a:cubicBezTo>
                    <a:pt x="932236" y="211174"/>
                    <a:pt x="920311" y="211174"/>
                    <a:pt x="912891" y="218497"/>
                  </a:cubicBezTo>
                  <a:cubicBezTo>
                    <a:pt x="910900" y="220401"/>
                    <a:pt x="909405" y="222752"/>
                    <a:pt x="908509" y="225355"/>
                  </a:cubicBezTo>
                  <a:cubicBezTo>
                    <a:pt x="904871" y="235228"/>
                    <a:pt x="909928" y="246179"/>
                    <a:pt x="919806" y="249814"/>
                  </a:cubicBezTo>
                  <a:cubicBezTo>
                    <a:pt x="921711" y="250517"/>
                    <a:pt x="923721" y="250910"/>
                    <a:pt x="925750" y="250977"/>
                  </a:cubicBezTo>
                  <a:cubicBezTo>
                    <a:pt x="930903" y="251008"/>
                    <a:pt x="935856" y="248946"/>
                    <a:pt x="939466" y="245262"/>
                  </a:cubicBezTo>
                  <a:cubicBezTo>
                    <a:pt x="946790" y="237843"/>
                    <a:pt x="946790" y="225916"/>
                    <a:pt x="939466" y="218497"/>
                  </a:cubicBezTo>
                  <a:close/>
                  <a:moveTo>
                    <a:pt x="894317" y="173158"/>
                  </a:moveTo>
                  <a:cubicBezTo>
                    <a:pt x="886926" y="165959"/>
                    <a:pt x="875134" y="165959"/>
                    <a:pt x="867742" y="173158"/>
                  </a:cubicBezTo>
                  <a:cubicBezTo>
                    <a:pt x="860218" y="180513"/>
                    <a:pt x="860084" y="192575"/>
                    <a:pt x="867437" y="200097"/>
                  </a:cubicBezTo>
                  <a:cubicBezTo>
                    <a:pt x="867542" y="200199"/>
                    <a:pt x="867638" y="200300"/>
                    <a:pt x="867742" y="200400"/>
                  </a:cubicBezTo>
                  <a:cubicBezTo>
                    <a:pt x="875181" y="207843"/>
                    <a:pt x="887259" y="207843"/>
                    <a:pt x="894698" y="200400"/>
                  </a:cubicBezTo>
                  <a:cubicBezTo>
                    <a:pt x="902137" y="192956"/>
                    <a:pt x="902137" y="180888"/>
                    <a:pt x="894698" y="173444"/>
                  </a:cubicBezTo>
                  <a:close/>
                  <a:moveTo>
                    <a:pt x="822499" y="308127"/>
                  </a:moveTo>
                  <a:cubicBezTo>
                    <a:pt x="815055" y="315571"/>
                    <a:pt x="815055" y="327639"/>
                    <a:pt x="822499" y="335083"/>
                  </a:cubicBezTo>
                  <a:cubicBezTo>
                    <a:pt x="829942" y="342527"/>
                    <a:pt x="842010" y="342527"/>
                    <a:pt x="849454" y="335083"/>
                  </a:cubicBezTo>
                  <a:lnTo>
                    <a:pt x="849454" y="335083"/>
                  </a:lnTo>
                  <a:cubicBezTo>
                    <a:pt x="856779" y="327664"/>
                    <a:pt x="856779" y="315737"/>
                    <a:pt x="849454" y="308318"/>
                  </a:cubicBezTo>
                  <a:cubicBezTo>
                    <a:pt x="842071" y="300822"/>
                    <a:pt x="830011" y="300729"/>
                    <a:pt x="822515" y="308112"/>
                  </a:cubicBezTo>
                  <a:cubicBezTo>
                    <a:pt x="822509" y="308117"/>
                    <a:pt x="822503" y="308122"/>
                    <a:pt x="822499" y="308127"/>
                  </a:cubicBezTo>
                  <a:close/>
                  <a:moveTo>
                    <a:pt x="155177" y="212877"/>
                  </a:moveTo>
                  <a:cubicBezTo>
                    <a:pt x="144656" y="212877"/>
                    <a:pt x="136127" y="221406"/>
                    <a:pt x="136127" y="231927"/>
                  </a:cubicBezTo>
                  <a:cubicBezTo>
                    <a:pt x="136127" y="242449"/>
                    <a:pt x="144656" y="250977"/>
                    <a:pt x="155177" y="250977"/>
                  </a:cubicBezTo>
                  <a:lnTo>
                    <a:pt x="156034" y="250977"/>
                  </a:lnTo>
                  <a:cubicBezTo>
                    <a:pt x="166369" y="250719"/>
                    <a:pt x="174611" y="242265"/>
                    <a:pt x="174608" y="231927"/>
                  </a:cubicBezTo>
                  <a:cubicBezTo>
                    <a:pt x="174610" y="221406"/>
                    <a:pt x="166083" y="212875"/>
                    <a:pt x="155562" y="212873"/>
                  </a:cubicBezTo>
                  <a:cubicBezTo>
                    <a:pt x="155433" y="212873"/>
                    <a:pt x="155306" y="212874"/>
                    <a:pt x="155177" y="212877"/>
                  </a:cubicBezTo>
                  <a:close/>
                  <a:moveTo>
                    <a:pt x="94693" y="308127"/>
                  </a:moveTo>
                  <a:cubicBezTo>
                    <a:pt x="87249" y="315563"/>
                    <a:pt x="87243" y="327624"/>
                    <a:pt x="94678" y="335068"/>
                  </a:cubicBezTo>
                  <a:cubicBezTo>
                    <a:pt x="94684" y="335074"/>
                    <a:pt x="94689" y="335078"/>
                    <a:pt x="94693" y="335083"/>
                  </a:cubicBezTo>
                  <a:lnTo>
                    <a:pt x="94693" y="335083"/>
                  </a:lnTo>
                  <a:cubicBezTo>
                    <a:pt x="98182" y="338632"/>
                    <a:pt x="102956" y="340625"/>
                    <a:pt x="107933" y="340608"/>
                  </a:cubicBezTo>
                  <a:cubicBezTo>
                    <a:pt x="118453" y="340722"/>
                    <a:pt x="127074" y="332286"/>
                    <a:pt x="127189" y="321765"/>
                  </a:cubicBezTo>
                  <a:cubicBezTo>
                    <a:pt x="127244" y="316661"/>
                    <a:pt x="125249" y="311748"/>
                    <a:pt x="121649" y="308127"/>
                  </a:cubicBezTo>
                  <a:cubicBezTo>
                    <a:pt x="114214" y="300683"/>
                    <a:pt x="102152" y="300677"/>
                    <a:pt x="94709" y="308112"/>
                  </a:cubicBezTo>
                  <a:cubicBezTo>
                    <a:pt x="94703" y="308118"/>
                    <a:pt x="94698" y="308122"/>
                    <a:pt x="94693" y="308127"/>
                  </a:cubicBezTo>
                  <a:close/>
                  <a:moveTo>
                    <a:pt x="49735" y="263169"/>
                  </a:moveTo>
                  <a:cubicBezTo>
                    <a:pt x="42291" y="270604"/>
                    <a:pt x="42285" y="282666"/>
                    <a:pt x="49720" y="290110"/>
                  </a:cubicBezTo>
                  <a:cubicBezTo>
                    <a:pt x="49726" y="290116"/>
                    <a:pt x="49731" y="290120"/>
                    <a:pt x="49735" y="290125"/>
                  </a:cubicBezTo>
                  <a:lnTo>
                    <a:pt x="50402" y="290697"/>
                  </a:lnTo>
                  <a:cubicBezTo>
                    <a:pt x="53825" y="294158"/>
                    <a:pt x="58488" y="296112"/>
                    <a:pt x="63356" y="296126"/>
                  </a:cubicBezTo>
                  <a:cubicBezTo>
                    <a:pt x="68480" y="296131"/>
                    <a:pt x="73390" y="294070"/>
                    <a:pt x="76977" y="290411"/>
                  </a:cubicBezTo>
                  <a:cubicBezTo>
                    <a:pt x="84500" y="283056"/>
                    <a:pt x="84635" y="270994"/>
                    <a:pt x="77280" y="263472"/>
                  </a:cubicBezTo>
                  <a:cubicBezTo>
                    <a:pt x="77180" y="263369"/>
                    <a:pt x="77079" y="263269"/>
                    <a:pt x="76977" y="263169"/>
                  </a:cubicBezTo>
                  <a:cubicBezTo>
                    <a:pt x="69622" y="255646"/>
                    <a:pt x="57560" y="255511"/>
                    <a:pt x="50038" y="262867"/>
                  </a:cubicBezTo>
                  <a:cubicBezTo>
                    <a:pt x="49935" y="262966"/>
                    <a:pt x="49835" y="263067"/>
                    <a:pt x="49735" y="263169"/>
                  </a:cubicBezTo>
                  <a:close/>
                  <a:moveTo>
                    <a:pt x="275478" y="250977"/>
                  </a:moveTo>
                  <a:lnTo>
                    <a:pt x="275478" y="250977"/>
                  </a:lnTo>
                  <a:cubicBezTo>
                    <a:pt x="285999" y="250977"/>
                    <a:pt x="294528" y="242449"/>
                    <a:pt x="294528" y="231927"/>
                  </a:cubicBezTo>
                  <a:cubicBezTo>
                    <a:pt x="294528" y="221406"/>
                    <a:pt x="285999" y="212877"/>
                    <a:pt x="275478" y="212877"/>
                  </a:cubicBezTo>
                  <a:cubicBezTo>
                    <a:pt x="264956" y="212877"/>
                    <a:pt x="256428" y="221406"/>
                    <a:pt x="256428" y="231927"/>
                  </a:cubicBezTo>
                  <a:cubicBezTo>
                    <a:pt x="256428" y="242449"/>
                    <a:pt x="264956" y="250977"/>
                    <a:pt x="275478" y="250977"/>
                  </a:cubicBezTo>
                  <a:close/>
                  <a:moveTo>
                    <a:pt x="95074" y="128486"/>
                  </a:moveTo>
                  <a:lnTo>
                    <a:pt x="95074" y="128486"/>
                  </a:lnTo>
                  <a:cubicBezTo>
                    <a:pt x="87762" y="136051"/>
                    <a:pt x="87967" y="148110"/>
                    <a:pt x="95531" y="155422"/>
                  </a:cubicBezTo>
                  <a:cubicBezTo>
                    <a:pt x="99064" y="158838"/>
                    <a:pt x="103781" y="160756"/>
                    <a:pt x="108695" y="160776"/>
                  </a:cubicBezTo>
                  <a:cubicBezTo>
                    <a:pt x="113616" y="160824"/>
                    <a:pt x="118375" y="159023"/>
                    <a:pt x="122030" y="155727"/>
                  </a:cubicBezTo>
                  <a:cubicBezTo>
                    <a:pt x="129474" y="148283"/>
                    <a:pt x="129474" y="136215"/>
                    <a:pt x="122030" y="128772"/>
                  </a:cubicBezTo>
                  <a:cubicBezTo>
                    <a:pt x="114586" y="121328"/>
                    <a:pt x="102518" y="121328"/>
                    <a:pt x="95074" y="128772"/>
                  </a:cubicBezTo>
                  <a:close/>
                  <a:moveTo>
                    <a:pt x="5539" y="218497"/>
                  </a:moveTo>
                  <a:cubicBezTo>
                    <a:pt x="-1846" y="225927"/>
                    <a:pt x="-1846" y="237927"/>
                    <a:pt x="5539" y="245358"/>
                  </a:cubicBezTo>
                  <a:lnTo>
                    <a:pt x="5539" y="245358"/>
                  </a:lnTo>
                  <a:cubicBezTo>
                    <a:pt x="12958" y="252680"/>
                    <a:pt x="24885" y="252680"/>
                    <a:pt x="32305" y="245358"/>
                  </a:cubicBezTo>
                  <a:cubicBezTo>
                    <a:pt x="34291" y="243453"/>
                    <a:pt x="35794" y="241103"/>
                    <a:pt x="36686" y="238500"/>
                  </a:cubicBezTo>
                  <a:cubicBezTo>
                    <a:pt x="39403" y="231438"/>
                    <a:pt x="37683" y="223438"/>
                    <a:pt x="32305" y="218116"/>
                  </a:cubicBezTo>
                  <a:cubicBezTo>
                    <a:pt x="24782" y="210897"/>
                    <a:pt x="12854" y="211068"/>
                    <a:pt x="5539" y="218497"/>
                  </a:cubicBezTo>
                  <a:close/>
                  <a:moveTo>
                    <a:pt x="215089" y="212877"/>
                  </a:moveTo>
                  <a:cubicBezTo>
                    <a:pt x="204568" y="212877"/>
                    <a:pt x="196039" y="221406"/>
                    <a:pt x="196039" y="231927"/>
                  </a:cubicBezTo>
                  <a:cubicBezTo>
                    <a:pt x="196039" y="242449"/>
                    <a:pt x="204568" y="250977"/>
                    <a:pt x="215089" y="250977"/>
                  </a:cubicBezTo>
                  <a:lnTo>
                    <a:pt x="215947" y="250977"/>
                  </a:lnTo>
                  <a:cubicBezTo>
                    <a:pt x="226468" y="250977"/>
                    <a:pt x="234997" y="242449"/>
                    <a:pt x="234997" y="231927"/>
                  </a:cubicBezTo>
                  <a:cubicBezTo>
                    <a:pt x="235007" y="221406"/>
                    <a:pt x="226487" y="212869"/>
                    <a:pt x="215966" y="212858"/>
                  </a:cubicBezTo>
                  <a:cubicBezTo>
                    <a:pt x="215673" y="212857"/>
                    <a:pt x="215382" y="212864"/>
                    <a:pt x="215089" y="212877"/>
                  </a:cubicBezTo>
                  <a:close/>
                </a:path>
              </a:pathLst>
            </a:custGeom>
            <a:solidFill>
              <a:srgbClr val="FA3364"/>
            </a:solidFill>
            <a:ln>
              <a:noFill/>
            </a:ln>
          </p:spPr>
          <p:txBody>
            <a:bodyPr spcFirstLastPara="1" wrap="square" lIns="91394" tIns="45672" rIns="91394" bIns="4567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grpSp>
        <p:nvGrpSpPr>
          <p:cNvPr id="71" name="Google Shape;3944;p408">
            <a:extLst>
              <a:ext uri="{FF2B5EF4-FFF2-40B4-BE49-F238E27FC236}">
                <a16:creationId xmlns:a16="http://schemas.microsoft.com/office/drawing/2014/main" id="{2901CEA2-F30C-F861-99C2-46C47BE8B15E}"/>
              </a:ext>
            </a:extLst>
          </p:cNvPr>
          <p:cNvGrpSpPr/>
          <p:nvPr/>
        </p:nvGrpSpPr>
        <p:grpSpPr>
          <a:xfrm>
            <a:off x="7177952" y="2290884"/>
            <a:ext cx="3914685" cy="489570"/>
            <a:chOff x="6569642" y="2437025"/>
            <a:chExt cx="3914938" cy="489602"/>
          </a:xfrm>
        </p:grpSpPr>
        <p:sp>
          <p:nvSpPr>
            <p:cNvPr id="72" name="Google Shape;3945;p408">
              <a:extLst>
                <a:ext uri="{FF2B5EF4-FFF2-40B4-BE49-F238E27FC236}">
                  <a16:creationId xmlns:a16="http://schemas.microsoft.com/office/drawing/2014/main" id="{109F1DCA-6F4F-1007-C282-7BDC3B447FE7}"/>
                </a:ext>
              </a:extLst>
            </p:cNvPr>
            <p:cNvSpPr/>
            <p:nvPr/>
          </p:nvSpPr>
          <p:spPr>
            <a:xfrm>
              <a:off x="6569642" y="2437025"/>
              <a:ext cx="489834" cy="489602"/>
            </a:xfrm>
            <a:custGeom>
              <a:avLst/>
              <a:gdLst/>
              <a:ahLst/>
              <a:cxnLst/>
              <a:rect l="l" t="t" r="r" b="b"/>
              <a:pathLst>
                <a:path w="746379" h="767244" extrusionOk="0">
                  <a:moveTo>
                    <a:pt x="645224" y="601817"/>
                  </a:moveTo>
                  <a:lnTo>
                    <a:pt x="645224" y="601817"/>
                  </a:lnTo>
                  <a:cubicBezTo>
                    <a:pt x="645250" y="608650"/>
                    <a:pt x="641616" y="614974"/>
                    <a:pt x="635699" y="618390"/>
                  </a:cubicBezTo>
                  <a:cubicBezTo>
                    <a:pt x="632791" y="620037"/>
                    <a:pt x="629515" y="620922"/>
                    <a:pt x="626174" y="620962"/>
                  </a:cubicBezTo>
                  <a:cubicBezTo>
                    <a:pt x="619340" y="620989"/>
                    <a:pt x="613017" y="617355"/>
                    <a:pt x="609600" y="611437"/>
                  </a:cubicBezTo>
                  <a:cubicBezTo>
                    <a:pt x="605045" y="603604"/>
                    <a:pt x="606638" y="593645"/>
                    <a:pt x="613410" y="587625"/>
                  </a:cubicBezTo>
                  <a:cubicBezTo>
                    <a:pt x="616899" y="584358"/>
                    <a:pt x="621489" y="582522"/>
                    <a:pt x="626269" y="582481"/>
                  </a:cubicBezTo>
                  <a:cubicBezTo>
                    <a:pt x="636790" y="582532"/>
                    <a:pt x="645277" y="591103"/>
                    <a:pt x="645225" y="601623"/>
                  </a:cubicBezTo>
                  <a:cubicBezTo>
                    <a:pt x="645225" y="601688"/>
                    <a:pt x="645224" y="601752"/>
                    <a:pt x="645224" y="601817"/>
                  </a:cubicBezTo>
                  <a:close/>
                  <a:moveTo>
                    <a:pt x="490633" y="658491"/>
                  </a:moveTo>
                  <a:lnTo>
                    <a:pt x="489775" y="658967"/>
                  </a:lnTo>
                  <a:cubicBezTo>
                    <a:pt x="480622" y="664227"/>
                    <a:pt x="477466" y="675912"/>
                    <a:pt x="482727" y="685065"/>
                  </a:cubicBezTo>
                  <a:cubicBezTo>
                    <a:pt x="487988" y="694219"/>
                    <a:pt x="499672" y="697374"/>
                    <a:pt x="508825" y="692114"/>
                  </a:cubicBezTo>
                  <a:lnTo>
                    <a:pt x="509683" y="691542"/>
                  </a:lnTo>
                  <a:cubicBezTo>
                    <a:pt x="518810" y="686282"/>
                    <a:pt x="521944" y="674618"/>
                    <a:pt x="516684" y="665491"/>
                  </a:cubicBezTo>
                  <a:cubicBezTo>
                    <a:pt x="511423" y="656365"/>
                    <a:pt x="499760" y="653230"/>
                    <a:pt x="490633" y="658491"/>
                  </a:cubicBezTo>
                  <a:close/>
                  <a:moveTo>
                    <a:pt x="427292" y="695067"/>
                  </a:moveTo>
                  <a:lnTo>
                    <a:pt x="426339" y="695638"/>
                  </a:lnTo>
                  <a:cubicBezTo>
                    <a:pt x="417238" y="700917"/>
                    <a:pt x="414140" y="712574"/>
                    <a:pt x="419419" y="721675"/>
                  </a:cubicBezTo>
                  <a:cubicBezTo>
                    <a:pt x="422821" y="727540"/>
                    <a:pt x="429084" y="731154"/>
                    <a:pt x="435864" y="731166"/>
                  </a:cubicBezTo>
                  <a:cubicBezTo>
                    <a:pt x="439219" y="731131"/>
                    <a:pt x="442504" y="730212"/>
                    <a:pt x="445389" y="728499"/>
                  </a:cubicBezTo>
                  <a:lnTo>
                    <a:pt x="446246" y="728499"/>
                  </a:lnTo>
                  <a:cubicBezTo>
                    <a:pt x="455126" y="722855"/>
                    <a:pt x="457748" y="711082"/>
                    <a:pt x="452103" y="702203"/>
                  </a:cubicBezTo>
                  <a:cubicBezTo>
                    <a:pt x="446792" y="693848"/>
                    <a:pt x="435968" y="690955"/>
                    <a:pt x="427196" y="695543"/>
                  </a:cubicBezTo>
                  <a:close/>
                  <a:moveTo>
                    <a:pt x="554165" y="622010"/>
                  </a:moveTo>
                  <a:lnTo>
                    <a:pt x="553307" y="622010"/>
                  </a:lnTo>
                  <a:cubicBezTo>
                    <a:pt x="544154" y="627197"/>
                    <a:pt x="540938" y="638822"/>
                    <a:pt x="546125" y="647976"/>
                  </a:cubicBezTo>
                  <a:cubicBezTo>
                    <a:pt x="549531" y="653986"/>
                    <a:pt x="555924" y="657682"/>
                    <a:pt x="562832" y="657633"/>
                  </a:cubicBezTo>
                  <a:cubicBezTo>
                    <a:pt x="566178" y="657628"/>
                    <a:pt x="569464" y="656740"/>
                    <a:pt x="572357" y="655062"/>
                  </a:cubicBezTo>
                  <a:lnTo>
                    <a:pt x="573215" y="654490"/>
                  </a:lnTo>
                  <a:cubicBezTo>
                    <a:pt x="582537" y="649613"/>
                    <a:pt x="586141" y="638102"/>
                    <a:pt x="581264" y="628780"/>
                  </a:cubicBezTo>
                  <a:cubicBezTo>
                    <a:pt x="576387" y="619457"/>
                    <a:pt x="564876" y="615854"/>
                    <a:pt x="555554" y="620731"/>
                  </a:cubicBezTo>
                  <a:cubicBezTo>
                    <a:pt x="555080" y="620978"/>
                    <a:pt x="554616" y="621246"/>
                    <a:pt x="554165" y="621534"/>
                  </a:cubicBezTo>
                  <a:close/>
                  <a:moveTo>
                    <a:pt x="379095" y="730119"/>
                  </a:moveTo>
                  <a:cubicBezTo>
                    <a:pt x="370563" y="727251"/>
                    <a:pt x="361188" y="730747"/>
                    <a:pt x="356616" y="738501"/>
                  </a:cubicBezTo>
                  <a:cubicBezTo>
                    <a:pt x="351257" y="747555"/>
                    <a:pt x="354254" y="759238"/>
                    <a:pt x="363307" y="764599"/>
                  </a:cubicBezTo>
                  <a:cubicBezTo>
                    <a:pt x="363363" y="764628"/>
                    <a:pt x="363419" y="764666"/>
                    <a:pt x="363474" y="764694"/>
                  </a:cubicBezTo>
                  <a:cubicBezTo>
                    <a:pt x="369368" y="768095"/>
                    <a:pt x="376630" y="768095"/>
                    <a:pt x="382524" y="764694"/>
                  </a:cubicBezTo>
                  <a:lnTo>
                    <a:pt x="382524" y="764694"/>
                  </a:lnTo>
                  <a:cubicBezTo>
                    <a:pt x="391445" y="759267"/>
                    <a:pt x="394334" y="747669"/>
                    <a:pt x="389001" y="738691"/>
                  </a:cubicBezTo>
                  <a:cubicBezTo>
                    <a:pt x="386816" y="734752"/>
                    <a:pt x="383307" y="731715"/>
                    <a:pt x="379095" y="730119"/>
                  </a:cubicBezTo>
                  <a:close/>
                  <a:moveTo>
                    <a:pt x="193358" y="622486"/>
                  </a:moveTo>
                  <a:lnTo>
                    <a:pt x="192500" y="622486"/>
                  </a:lnTo>
                  <a:cubicBezTo>
                    <a:pt x="183621" y="616842"/>
                    <a:pt x="171848" y="619464"/>
                    <a:pt x="166204" y="628343"/>
                  </a:cubicBezTo>
                  <a:cubicBezTo>
                    <a:pt x="160559" y="637222"/>
                    <a:pt x="163181" y="648995"/>
                    <a:pt x="172061" y="654640"/>
                  </a:cubicBezTo>
                  <a:cubicBezTo>
                    <a:pt x="172512" y="654926"/>
                    <a:pt x="172976" y="655195"/>
                    <a:pt x="173450" y="655443"/>
                  </a:cubicBezTo>
                  <a:lnTo>
                    <a:pt x="174308" y="656014"/>
                  </a:lnTo>
                  <a:cubicBezTo>
                    <a:pt x="177201" y="657693"/>
                    <a:pt x="180486" y="658580"/>
                    <a:pt x="183833" y="658586"/>
                  </a:cubicBezTo>
                  <a:cubicBezTo>
                    <a:pt x="194353" y="658659"/>
                    <a:pt x="202942" y="650190"/>
                    <a:pt x="203015" y="639669"/>
                  </a:cubicBezTo>
                  <a:cubicBezTo>
                    <a:pt x="203063" y="632762"/>
                    <a:pt x="199368" y="626368"/>
                    <a:pt x="193358" y="622962"/>
                  </a:cubicBezTo>
                  <a:close/>
                  <a:moveTo>
                    <a:pt x="319945" y="695638"/>
                  </a:moveTo>
                  <a:lnTo>
                    <a:pt x="319088" y="695638"/>
                  </a:lnTo>
                  <a:cubicBezTo>
                    <a:pt x="310208" y="689994"/>
                    <a:pt x="298435" y="692616"/>
                    <a:pt x="292791" y="701495"/>
                  </a:cubicBezTo>
                  <a:cubicBezTo>
                    <a:pt x="287146" y="710374"/>
                    <a:pt x="289769" y="722147"/>
                    <a:pt x="298648" y="727792"/>
                  </a:cubicBezTo>
                  <a:cubicBezTo>
                    <a:pt x="299099" y="728078"/>
                    <a:pt x="299563" y="728347"/>
                    <a:pt x="300038" y="728595"/>
                  </a:cubicBezTo>
                  <a:lnTo>
                    <a:pt x="300990" y="729166"/>
                  </a:lnTo>
                  <a:cubicBezTo>
                    <a:pt x="310117" y="734427"/>
                    <a:pt x="321780" y="731292"/>
                    <a:pt x="327041" y="722165"/>
                  </a:cubicBezTo>
                  <a:cubicBezTo>
                    <a:pt x="332302" y="713038"/>
                    <a:pt x="329167" y="701375"/>
                    <a:pt x="320040" y="696114"/>
                  </a:cubicBezTo>
                  <a:close/>
                  <a:moveTo>
                    <a:pt x="256699" y="659157"/>
                  </a:moveTo>
                  <a:lnTo>
                    <a:pt x="255746" y="658586"/>
                  </a:lnTo>
                  <a:cubicBezTo>
                    <a:pt x="246619" y="653325"/>
                    <a:pt x="234956" y="656460"/>
                    <a:pt x="229695" y="665587"/>
                  </a:cubicBezTo>
                  <a:cubicBezTo>
                    <a:pt x="224435" y="674714"/>
                    <a:pt x="227569" y="686377"/>
                    <a:pt x="236696" y="691638"/>
                  </a:cubicBezTo>
                  <a:lnTo>
                    <a:pt x="237553" y="692114"/>
                  </a:lnTo>
                  <a:cubicBezTo>
                    <a:pt x="246644" y="697411"/>
                    <a:pt x="258308" y="694335"/>
                    <a:pt x="263603" y="685244"/>
                  </a:cubicBezTo>
                  <a:cubicBezTo>
                    <a:pt x="263620" y="685216"/>
                    <a:pt x="263636" y="685188"/>
                    <a:pt x="263652" y="685161"/>
                  </a:cubicBezTo>
                  <a:cubicBezTo>
                    <a:pt x="268949" y="676070"/>
                    <a:pt x="265873" y="664407"/>
                    <a:pt x="256783" y="659111"/>
                  </a:cubicBezTo>
                  <a:cubicBezTo>
                    <a:pt x="256754" y="659094"/>
                    <a:pt x="256726" y="659078"/>
                    <a:pt x="256699" y="659062"/>
                  </a:cubicBezTo>
                  <a:close/>
                  <a:moveTo>
                    <a:pt x="120205" y="582957"/>
                  </a:moveTo>
                  <a:cubicBezTo>
                    <a:pt x="109688" y="582688"/>
                    <a:pt x="100943" y="590995"/>
                    <a:pt x="100674" y="601513"/>
                  </a:cubicBezTo>
                  <a:cubicBezTo>
                    <a:pt x="100490" y="608692"/>
                    <a:pt x="104359" y="615364"/>
                    <a:pt x="110680" y="618771"/>
                  </a:cubicBezTo>
                  <a:lnTo>
                    <a:pt x="110680" y="618771"/>
                  </a:lnTo>
                  <a:cubicBezTo>
                    <a:pt x="113574" y="620451"/>
                    <a:pt x="116859" y="621337"/>
                    <a:pt x="120205" y="621343"/>
                  </a:cubicBezTo>
                  <a:cubicBezTo>
                    <a:pt x="127004" y="621336"/>
                    <a:pt x="133284" y="617706"/>
                    <a:pt x="136684" y="611818"/>
                  </a:cubicBezTo>
                  <a:cubicBezTo>
                    <a:pt x="141944" y="602706"/>
                    <a:pt x="138823" y="591056"/>
                    <a:pt x="129712" y="585795"/>
                  </a:cubicBezTo>
                  <a:cubicBezTo>
                    <a:pt x="126765" y="584094"/>
                    <a:pt x="123417" y="583213"/>
                    <a:pt x="120015" y="583243"/>
                  </a:cubicBezTo>
                  <a:close/>
                  <a:moveTo>
                    <a:pt x="120205" y="475706"/>
                  </a:moveTo>
                  <a:cubicBezTo>
                    <a:pt x="130727" y="475706"/>
                    <a:pt x="139255" y="467177"/>
                    <a:pt x="139255" y="456656"/>
                  </a:cubicBezTo>
                  <a:lnTo>
                    <a:pt x="139255" y="455608"/>
                  </a:lnTo>
                  <a:cubicBezTo>
                    <a:pt x="139255" y="445087"/>
                    <a:pt x="130727" y="436558"/>
                    <a:pt x="120205" y="436558"/>
                  </a:cubicBezTo>
                  <a:cubicBezTo>
                    <a:pt x="109684" y="436558"/>
                    <a:pt x="101156" y="445087"/>
                    <a:pt x="101156" y="455608"/>
                  </a:cubicBezTo>
                  <a:lnTo>
                    <a:pt x="101156" y="456656"/>
                  </a:lnTo>
                  <a:cubicBezTo>
                    <a:pt x="101156" y="467177"/>
                    <a:pt x="109684" y="475706"/>
                    <a:pt x="120205" y="475706"/>
                  </a:cubicBezTo>
                  <a:close/>
                  <a:moveTo>
                    <a:pt x="120205" y="548763"/>
                  </a:moveTo>
                  <a:cubicBezTo>
                    <a:pt x="130727" y="548763"/>
                    <a:pt x="139255" y="540234"/>
                    <a:pt x="139255" y="529713"/>
                  </a:cubicBezTo>
                  <a:lnTo>
                    <a:pt x="139255" y="528665"/>
                  </a:lnTo>
                  <a:cubicBezTo>
                    <a:pt x="139255" y="518144"/>
                    <a:pt x="130727" y="509615"/>
                    <a:pt x="120205" y="509615"/>
                  </a:cubicBezTo>
                  <a:cubicBezTo>
                    <a:pt x="109684" y="509615"/>
                    <a:pt x="101156" y="518144"/>
                    <a:pt x="101156" y="528665"/>
                  </a:cubicBezTo>
                  <a:lnTo>
                    <a:pt x="101156" y="529713"/>
                  </a:lnTo>
                  <a:cubicBezTo>
                    <a:pt x="101156" y="540234"/>
                    <a:pt x="109684" y="548763"/>
                    <a:pt x="120205" y="548763"/>
                  </a:cubicBezTo>
                  <a:close/>
                  <a:moveTo>
                    <a:pt x="120205" y="402649"/>
                  </a:moveTo>
                  <a:cubicBezTo>
                    <a:pt x="130727" y="402649"/>
                    <a:pt x="139255" y="394120"/>
                    <a:pt x="139255" y="383599"/>
                  </a:cubicBezTo>
                  <a:lnTo>
                    <a:pt x="139255" y="382551"/>
                  </a:lnTo>
                  <a:cubicBezTo>
                    <a:pt x="139255" y="372030"/>
                    <a:pt x="130727" y="363501"/>
                    <a:pt x="120205" y="363501"/>
                  </a:cubicBezTo>
                  <a:cubicBezTo>
                    <a:pt x="109684" y="363501"/>
                    <a:pt x="101156" y="372030"/>
                    <a:pt x="101156" y="382551"/>
                  </a:cubicBezTo>
                  <a:lnTo>
                    <a:pt x="101156" y="383599"/>
                  </a:lnTo>
                  <a:cubicBezTo>
                    <a:pt x="101156" y="394120"/>
                    <a:pt x="109684" y="402649"/>
                    <a:pt x="120205" y="402649"/>
                  </a:cubicBezTo>
                  <a:close/>
                  <a:moveTo>
                    <a:pt x="110680" y="293588"/>
                  </a:moveTo>
                  <a:cubicBezTo>
                    <a:pt x="104792" y="296987"/>
                    <a:pt x="101162" y="303267"/>
                    <a:pt x="101156" y="310066"/>
                  </a:cubicBezTo>
                  <a:lnTo>
                    <a:pt x="101156" y="310066"/>
                  </a:lnTo>
                  <a:cubicBezTo>
                    <a:pt x="101660" y="320575"/>
                    <a:pt x="110588" y="328686"/>
                    <a:pt x="121097" y="328181"/>
                  </a:cubicBezTo>
                  <a:cubicBezTo>
                    <a:pt x="131606" y="327676"/>
                    <a:pt x="139717" y="318747"/>
                    <a:pt x="139212" y="308238"/>
                  </a:cubicBezTo>
                  <a:cubicBezTo>
                    <a:pt x="139073" y="305341"/>
                    <a:pt x="138273" y="302512"/>
                    <a:pt x="136874" y="299970"/>
                  </a:cubicBezTo>
                  <a:cubicBezTo>
                    <a:pt x="131437" y="290963"/>
                    <a:pt x="119727" y="288068"/>
                    <a:pt x="110720" y="293505"/>
                  </a:cubicBezTo>
                  <a:cubicBezTo>
                    <a:pt x="110676" y="293533"/>
                    <a:pt x="110630" y="293560"/>
                    <a:pt x="110585" y="293588"/>
                  </a:cubicBezTo>
                  <a:close/>
                  <a:moveTo>
                    <a:pt x="309658" y="219864"/>
                  </a:moveTo>
                  <a:cubicBezTo>
                    <a:pt x="313017" y="219867"/>
                    <a:pt x="316313" y="218944"/>
                    <a:pt x="319183" y="217197"/>
                  </a:cubicBezTo>
                  <a:lnTo>
                    <a:pt x="320135" y="216721"/>
                  </a:lnTo>
                  <a:cubicBezTo>
                    <a:pt x="329014" y="211077"/>
                    <a:pt x="331637" y="199304"/>
                    <a:pt x="325992" y="190424"/>
                  </a:cubicBezTo>
                  <a:cubicBezTo>
                    <a:pt x="320681" y="182070"/>
                    <a:pt x="309857" y="179176"/>
                    <a:pt x="301085" y="183765"/>
                  </a:cubicBezTo>
                  <a:lnTo>
                    <a:pt x="300228" y="184336"/>
                  </a:lnTo>
                  <a:cubicBezTo>
                    <a:pt x="291127" y="189615"/>
                    <a:pt x="288029" y="201272"/>
                    <a:pt x="293308" y="210373"/>
                  </a:cubicBezTo>
                  <a:cubicBezTo>
                    <a:pt x="296710" y="216238"/>
                    <a:pt x="302973" y="219852"/>
                    <a:pt x="309753" y="219864"/>
                  </a:cubicBezTo>
                  <a:close/>
                  <a:moveTo>
                    <a:pt x="174403" y="256821"/>
                  </a:moveTo>
                  <a:lnTo>
                    <a:pt x="173165" y="257488"/>
                  </a:lnTo>
                  <a:cubicBezTo>
                    <a:pt x="164011" y="262675"/>
                    <a:pt x="160795" y="274301"/>
                    <a:pt x="165983" y="283454"/>
                  </a:cubicBezTo>
                  <a:cubicBezTo>
                    <a:pt x="169388" y="289464"/>
                    <a:pt x="175781" y="293160"/>
                    <a:pt x="182690" y="293112"/>
                  </a:cubicBezTo>
                  <a:cubicBezTo>
                    <a:pt x="186036" y="293106"/>
                    <a:pt x="189321" y="292219"/>
                    <a:pt x="192215" y="290540"/>
                  </a:cubicBezTo>
                  <a:lnTo>
                    <a:pt x="193072" y="289968"/>
                  </a:lnTo>
                  <a:cubicBezTo>
                    <a:pt x="201951" y="284324"/>
                    <a:pt x="204573" y="272551"/>
                    <a:pt x="198929" y="263672"/>
                  </a:cubicBezTo>
                  <a:cubicBezTo>
                    <a:pt x="193618" y="255317"/>
                    <a:pt x="182793" y="252424"/>
                    <a:pt x="174022" y="257012"/>
                  </a:cubicBezTo>
                  <a:close/>
                  <a:moveTo>
                    <a:pt x="246317" y="256821"/>
                  </a:moveTo>
                  <a:cubicBezTo>
                    <a:pt x="249654" y="256844"/>
                    <a:pt x="252938" y="255991"/>
                    <a:pt x="255842" y="254345"/>
                  </a:cubicBezTo>
                  <a:lnTo>
                    <a:pt x="256699" y="253773"/>
                  </a:lnTo>
                  <a:cubicBezTo>
                    <a:pt x="265826" y="248513"/>
                    <a:pt x="268960" y="236849"/>
                    <a:pt x="263700" y="227722"/>
                  </a:cubicBezTo>
                  <a:cubicBezTo>
                    <a:pt x="258439" y="218596"/>
                    <a:pt x="246776" y="215461"/>
                    <a:pt x="237649" y="220722"/>
                  </a:cubicBezTo>
                  <a:lnTo>
                    <a:pt x="236792" y="221293"/>
                  </a:lnTo>
                  <a:cubicBezTo>
                    <a:pt x="227690" y="226572"/>
                    <a:pt x="224593" y="238229"/>
                    <a:pt x="229872" y="247330"/>
                  </a:cubicBezTo>
                  <a:cubicBezTo>
                    <a:pt x="233274" y="253195"/>
                    <a:pt x="239537" y="256809"/>
                    <a:pt x="246317" y="256821"/>
                  </a:cubicBezTo>
                  <a:close/>
                  <a:moveTo>
                    <a:pt x="356521" y="173668"/>
                  </a:moveTo>
                  <a:cubicBezTo>
                    <a:pt x="358915" y="177767"/>
                    <a:pt x="362754" y="180824"/>
                    <a:pt x="367284" y="182241"/>
                  </a:cubicBezTo>
                  <a:cubicBezTo>
                    <a:pt x="369279" y="182920"/>
                    <a:pt x="371368" y="183274"/>
                    <a:pt x="373475" y="183288"/>
                  </a:cubicBezTo>
                  <a:cubicBezTo>
                    <a:pt x="383995" y="183119"/>
                    <a:pt x="392385" y="174454"/>
                    <a:pt x="392216" y="163934"/>
                  </a:cubicBezTo>
                  <a:cubicBezTo>
                    <a:pt x="392046" y="153414"/>
                    <a:pt x="383381" y="145024"/>
                    <a:pt x="372862" y="145193"/>
                  </a:cubicBezTo>
                  <a:cubicBezTo>
                    <a:pt x="369741" y="145244"/>
                    <a:pt x="366681" y="146060"/>
                    <a:pt x="363950" y="147570"/>
                  </a:cubicBezTo>
                  <a:lnTo>
                    <a:pt x="363950" y="147570"/>
                  </a:lnTo>
                  <a:cubicBezTo>
                    <a:pt x="354721" y="152621"/>
                    <a:pt x="351334" y="164197"/>
                    <a:pt x="356386" y="173427"/>
                  </a:cubicBezTo>
                  <a:cubicBezTo>
                    <a:pt x="356430" y="173507"/>
                    <a:pt x="356475" y="173588"/>
                    <a:pt x="356521" y="173668"/>
                  </a:cubicBezTo>
                  <a:close/>
                  <a:moveTo>
                    <a:pt x="489871" y="253297"/>
                  </a:moveTo>
                  <a:lnTo>
                    <a:pt x="490823" y="253297"/>
                  </a:lnTo>
                  <a:cubicBezTo>
                    <a:pt x="500145" y="258174"/>
                    <a:pt x="511656" y="254570"/>
                    <a:pt x="516533" y="245247"/>
                  </a:cubicBezTo>
                  <a:cubicBezTo>
                    <a:pt x="521122" y="236476"/>
                    <a:pt x="518228" y="225652"/>
                    <a:pt x="509873" y="220341"/>
                  </a:cubicBezTo>
                  <a:lnTo>
                    <a:pt x="509016" y="220341"/>
                  </a:lnTo>
                  <a:cubicBezTo>
                    <a:pt x="500137" y="214696"/>
                    <a:pt x="488364" y="217318"/>
                    <a:pt x="482719" y="226197"/>
                  </a:cubicBezTo>
                  <a:cubicBezTo>
                    <a:pt x="477075" y="235076"/>
                    <a:pt x="479697" y="246850"/>
                    <a:pt x="488576" y="252494"/>
                  </a:cubicBezTo>
                  <a:cubicBezTo>
                    <a:pt x="489028" y="252781"/>
                    <a:pt x="489492" y="253048"/>
                    <a:pt x="489966" y="253297"/>
                  </a:cubicBezTo>
                  <a:close/>
                  <a:moveTo>
                    <a:pt x="426625" y="216721"/>
                  </a:moveTo>
                  <a:lnTo>
                    <a:pt x="427482" y="217293"/>
                  </a:lnTo>
                  <a:cubicBezTo>
                    <a:pt x="436609" y="222553"/>
                    <a:pt x="448272" y="219419"/>
                    <a:pt x="453533" y="210292"/>
                  </a:cubicBezTo>
                  <a:cubicBezTo>
                    <a:pt x="458794" y="201165"/>
                    <a:pt x="455659" y="189501"/>
                    <a:pt x="446532" y="184241"/>
                  </a:cubicBezTo>
                  <a:lnTo>
                    <a:pt x="445580" y="183765"/>
                  </a:lnTo>
                  <a:cubicBezTo>
                    <a:pt x="436257" y="178888"/>
                    <a:pt x="424746" y="182492"/>
                    <a:pt x="419870" y="191814"/>
                  </a:cubicBezTo>
                  <a:cubicBezTo>
                    <a:pt x="415280" y="200586"/>
                    <a:pt x="418175" y="211410"/>
                    <a:pt x="426530" y="216721"/>
                  </a:cubicBezTo>
                  <a:close/>
                  <a:moveTo>
                    <a:pt x="573215" y="257488"/>
                  </a:moveTo>
                  <a:lnTo>
                    <a:pt x="572357" y="257488"/>
                  </a:lnTo>
                  <a:cubicBezTo>
                    <a:pt x="563478" y="251844"/>
                    <a:pt x="551705" y="254466"/>
                    <a:pt x="546061" y="263345"/>
                  </a:cubicBezTo>
                  <a:cubicBezTo>
                    <a:pt x="540416" y="272223"/>
                    <a:pt x="543038" y="283997"/>
                    <a:pt x="551918" y="289642"/>
                  </a:cubicBezTo>
                  <a:cubicBezTo>
                    <a:pt x="552369" y="289928"/>
                    <a:pt x="552833" y="290196"/>
                    <a:pt x="553307" y="290445"/>
                  </a:cubicBezTo>
                  <a:lnTo>
                    <a:pt x="554165" y="291016"/>
                  </a:lnTo>
                  <a:cubicBezTo>
                    <a:pt x="557058" y="292695"/>
                    <a:pt x="560343" y="293582"/>
                    <a:pt x="563690" y="293588"/>
                  </a:cubicBezTo>
                  <a:cubicBezTo>
                    <a:pt x="574194" y="294190"/>
                    <a:pt x="583197" y="286163"/>
                    <a:pt x="583799" y="275660"/>
                  </a:cubicBezTo>
                  <a:cubicBezTo>
                    <a:pt x="584236" y="268027"/>
                    <a:pt x="580069" y="260873"/>
                    <a:pt x="573215" y="257488"/>
                  </a:cubicBezTo>
                  <a:close/>
                  <a:moveTo>
                    <a:pt x="636080" y="293778"/>
                  </a:moveTo>
                  <a:lnTo>
                    <a:pt x="636080" y="293778"/>
                  </a:lnTo>
                  <a:cubicBezTo>
                    <a:pt x="626705" y="289003"/>
                    <a:pt x="615234" y="292732"/>
                    <a:pt x="610458" y="302107"/>
                  </a:cubicBezTo>
                  <a:cubicBezTo>
                    <a:pt x="605683" y="311481"/>
                    <a:pt x="609411" y="322952"/>
                    <a:pt x="618787" y="327728"/>
                  </a:cubicBezTo>
                  <a:cubicBezTo>
                    <a:pt x="621201" y="328957"/>
                    <a:pt x="623849" y="329658"/>
                    <a:pt x="626555" y="329783"/>
                  </a:cubicBezTo>
                  <a:cubicBezTo>
                    <a:pt x="637072" y="330052"/>
                    <a:pt x="645817" y="321745"/>
                    <a:pt x="646086" y="311227"/>
                  </a:cubicBezTo>
                  <a:cubicBezTo>
                    <a:pt x="646270" y="304048"/>
                    <a:pt x="642401" y="297376"/>
                    <a:pt x="636080" y="293969"/>
                  </a:cubicBezTo>
                  <a:close/>
                  <a:moveTo>
                    <a:pt x="626555" y="509805"/>
                  </a:moveTo>
                  <a:cubicBezTo>
                    <a:pt x="616033" y="509805"/>
                    <a:pt x="607505" y="518334"/>
                    <a:pt x="607505" y="528855"/>
                  </a:cubicBezTo>
                  <a:lnTo>
                    <a:pt x="607505" y="529903"/>
                  </a:lnTo>
                  <a:cubicBezTo>
                    <a:pt x="607505" y="540424"/>
                    <a:pt x="616033" y="548953"/>
                    <a:pt x="626555" y="548953"/>
                  </a:cubicBezTo>
                  <a:cubicBezTo>
                    <a:pt x="637076" y="548953"/>
                    <a:pt x="645605" y="540424"/>
                    <a:pt x="645605" y="529903"/>
                  </a:cubicBezTo>
                  <a:lnTo>
                    <a:pt x="645605" y="528855"/>
                  </a:lnTo>
                  <a:cubicBezTo>
                    <a:pt x="645712" y="518335"/>
                    <a:pt x="637270" y="509720"/>
                    <a:pt x="626750" y="509612"/>
                  </a:cubicBezTo>
                  <a:cubicBezTo>
                    <a:pt x="626557" y="509610"/>
                    <a:pt x="626366" y="509611"/>
                    <a:pt x="626174" y="509615"/>
                  </a:cubicBezTo>
                  <a:close/>
                  <a:moveTo>
                    <a:pt x="626555" y="363692"/>
                  </a:moveTo>
                  <a:cubicBezTo>
                    <a:pt x="616033" y="363692"/>
                    <a:pt x="607505" y="372220"/>
                    <a:pt x="607505" y="382742"/>
                  </a:cubicBezTo>
                  <a:lnTo>
                    <a:pt x="607505" y="383790"/>
                  </a:lnTo>
                  <a:cubicBezTo>
                    <a:pt x="607505" y="394311"/>
                    <a:pt x="616033" y="402840"/>
                    <a:pt x="626555" y="402840"/>
                  </a:cubicBezTo>
                  <a:cubicBezTo>
                    <a:pt x="637076" y="402840"/>
                    <a:pt x="645605" y="394311"/>
                    <a:pt x="645605" y="383790"/>
                  </a:cubicBezTo>
                  <a:lnTo>
                    <a:pt x="645605" y="382742"/>
                  </a:lnTo>
                  <a:cubicBezTo>
                    <a:pt x="645712" y="372221"/>
                    <a:pt x="637270" y="363606"/>
                    <a:pt x="626750" y="363498"/>
                  </a:cubicBezTo>
                  <a:cubicBezTo>
                    <a:pt x="626557" y="363497"/>
                    <a:pt x="626366" y="363498"/>
                    <a:pt x="626174" y="363501"/>
                  </a:cubicBezTo>
                  <a:close/>
                  <a:moveTo>
                    <a:pt x="626555" y="436749"/>
                  </a:moveTo>
                  <a:cubicBezTo>
                    <a:pt x="616033" y="436749"/>
                    <a:pt x="607505" y="445277"/>
                    <a:pt x="607505" y="455799"/>
                  </a:cubicBezTo>
                  <a:lnTo>
                    <a:pt x="607505" y="456846"/>
                  </a:lnTo>
                  <a:cubicBezTo>
                    <a:pt x="607505" y="467368"/>
                    <a:pt x="616033" y="475896"/>
                    <a:pt x="626555" y="475896"/>
                  </a:cubicBezTo>
                  <a:cubicBezTo>
                    <a:pt x="637076" y="475896"/>
                    <a:pt x="645605" y="467368"/>
                    <a:pt x="645605" y="456846"/>
                  </a:cubicBezTo>
                  <a:lnTo>
                    <a:pt x="645605" y="455608"/>
                  </a:lnTo>
                  <a:cubicBezTo>
                    <a:pt x="645606" y="445087"/>
                    <a:pt x="637080" y="436556"/>
                    <a:pt x="626558" y="436554"/>
                  </a:cubicBezTo>
                  <a:cubicBezTo>
                    <a:pt x="626430" y="436554"/>
                    <a:pt x="626302" y="436555"/>
                    <a:pt x="626174" y="436558"/>
                  </a:cubicBezTo>
                  <a:close/>
                  <a:moveTo>
                    <a:pt x="529304" y="374265"/>
                  </a:moveTo>
                  <a:lnTo>
                    <a:pt x="529304" y="537999"/>
                  </a:lnTo>
                  <a:cubicBezTo>
                    <a:pt x="529307" y="543107"/>
                    <a:pt x="526584" y="547828"/>
                    <a:pt x="522161" y="550382"/>
                  </a:cubicBezTo>
                  <a:lnTo>
                    <a:pt x="380333" y="632297"/>
                  </a:lnTo>
                  <a:cubicBezTo>
                    <a:pt x="375908" y="634830"/>
                    <a:pt x="370471" y="634830"/>
                    <a:pt x="366046" y="632297"/>
                  </a:cubicBezTo>
                  <a:lnTo>
                    <a:pt x="224219" y="550382"/>
                  </a:lnTo>
                  <a:cubicBezTo>
                    <a:pt x="219795" y="547828"/>
                    <a:pt x="217072" y="543107"/>
                    <a:pt x="217075" y="537999"/>
                  </a:cubicBezTo>
                  <a:lnTo>
                    <a:pt x="217075" y="374265"/>
                  </a:lnTo>
                  <a:cubicBezTo>
                    <a:pt x="217110" y="369167"/>
                    <a:pt x="219824" y="364464"/>
                    <a:pt x="224219" y="361882"/>
                  </a:cubicBezTo>
                  <a:lnTo>
                    <a:pt x="366046" y="280062"/>
                  </a:lnTo>
                  <a:cubicBezTo>
                    <a:pt x="370461" y="277491"/>
                    <a:pt x="375918" y="277491"/>
                    <a:pt x="380333" y="280062"/>
                  </a:cubicBezTo>
                  <a:lnTo>
                    <a:pt x="522161" y="362263"/>
                  </a:lnTo>
                  <a:cubicBezTo>
                    <a:pt x="526441" y="364775"/>
                    <a:pt x="529138" y="369304"/>
                    <a:pt x="529304" y="374265"/>
                  </a:cubicBezTo>
                  <a:close/>
                  <a:moveTo>
                    <a:pt x="500729" y="382551"/>
                  </a:moveTo>
                  <a:lnTo>
                    <a:pt x="373190" y="308923"/>
                  </a:lnTo>
                  <a:lnTo>
                    <a:pt x="245650" y="382551"/>
                  </a:lnTo>
                  <a:lnTo>
                    <a:pt x="245650" y="529808"/>
                  </a:lnTo>
                  <a:lnTo>
                    <a:pt x="373190" y="603436"/>
                  </a:lnTo>
                  <a:lnTo>
                    <a:pt x="500729" y="529808"/>
                  </a:lnTo>
                  <a:close/>
                  <a:moveTo>
                    <a:pt x="290227" y="389790"/>
                  </a:moveTo>
                  <a:cubicBezTo>
                    <a:pt x="283388" y="385845"/>
                    <a:pt x="274646" y="388190"/>
                    <a:pt x="270701" y="395029"/>
                  </a:cubicBezTo>
                  <a:cubicBezTo>
                    <a:pt x="266755" y="401868"/>
                    <a:pt x="269100" y="410610"/>
                    <a:pt x="275939" y="414555"/>
                  </a:cubicBezTo>
                  <a:lnTo>
                    <a:pt x="358902" y="462180"/>
                  </a:lnTo>
                  <a:lnTo>
                    <a:pt x="358902" y="557430"/>
                  </a:lnTo>
                  <a:cubicBezTo>
                    <a:pt x="358902" y="565321"/>
                    <a:pt x="365299" y="571718"/>
                    <a:pt x="373190" y="571718"/>
                  </a:cubicBezTo>
                  <a:cubicBezTo>
                    <a:pt x="381080" y="571718"/>
                    <a:pt x="387477" y="565321"/>
                    <a:pt x="387477" y="557430"/>
                  </a:cubicBezTo>
                  <a:lnTo>
                    <a:pt x="387477" y="462180"/>
                  </a:lnTo>
                  <a:lnTo>
                    <a:pt x="470440" y="414555"/>
                  </a:lnTo>
                  <a:cubicBezTo>
                    <a:pt x="477279" y="410610"/>
                    <a:pt x="479624" y="401868"/>
                    <a:pt x="475679" y="395029"/>
                  </a:cubicBezTo>
                  <a:cubicBezTo>
                    <a:pt x="471733" y="388190"/>
                    <a:pt x="462991" y="385845"/>
                    <a:pt x="456152" y="389790"/>
                  </a:cubicBezTo>
                  <a:lnTo>
                    <a:pt x="373190" y="437415"/>
                  </a:lnTo>
                  <a:close/>
                  <a:moveTo>
                    <a:pt x="355854" y="51843"/>
                  </a:moveTo>
                  <a:lnTo>
                    <a:pt x="373190" y="34508"/>
                  </a:lnTo>
                  <a:lnTo>
                    <a:pt x="390525" y="51843"/>
                  </a:lnTo>
                  <a:cubicBezTo>
                    <a:pt x="396103" y="57414"/>
                    <a:pt x="405140" y="57414"/>
                    <a:pt x="410718" y="51843"/>
                  </a:cubicBezTo>
                  <a:cubicBezTo>
                    <a:pt x="416294" y="46335"/>
                    <a:pt x="416349" y="37349"/>
                    <a:pt x="410841" y="31773"/>
                  </a:cubicBezTo>
                  <a:cubicBezTo>
                    <a:pt x="410800" y="31731"/>
                    <a:pt x="410759" y="31691"/>
                    <a:pt x="410718" y="31650"/>
                  </a:cubicBezTo>
                  <a:lnTo>
                    <a:pt x="383286" y="4218"/>
                  </a:lnTo>
                  <a:cubicBezTo>
                    <a:pt x="377778" y="-1358"/>
                    <a:pt x="368792" y="-1413"/>
                    <a:pt x="363216" y="4095"/>
                  </a:cubicBezTo>
                  <a:cubicBezTo>
                    <a:pt x="363174" y="4136"/>
                    <a:pt x="363134" y="4177"/>
                    <a:pt x="363093" y="4218"/>
                  </a:cubicBezTo>
                  <a:lnTo>
                    <a:pt x="335661" y="31650"/>
                  </a:lnTo>
                  <a:cubicBezTo>
                    <a:pt x="330281" y="37423"/>
                    <a:pt x="330600" y="46464"/>
                    <a:pt x="336373" y="51843"/>
                  </a:cubicBezTo>
                  <a:cubicBezTo>
                    <a:pt x="341861" y="56956"/>
                    <a:pt x="350367" y="56956"/>
                    <a:pt x="355854" y="51843"/>
                  </a:cubicBezTo>
                  <a:close/>
                  <a:moveTo>
                    <a:pt x="392240" y="97182"/>
                  </a:moveTo>
                  <a:cubicBezTo>
                    <a:pt x="392240" y="86661"/>
                    <a:pt x="383711" y="78132"/>
                    <a:pt x="373190" y="78132"/>
                  </a:cubicBezTo>
                  <a:cubicBezTo>
                    <a:pt x="362668" y="78132"/>
                    <a:pt x="354140" y="86661"/>
                    <a:pt x="354140" y="97182"/>
                  </a:cubicBezTo>
                  <a:cubicBezTo>
                    <a:pt x="354140" y="107704"/>
                    <a:pt x="362668" y="116232"/>
                    <a:pt x="373190" y="116232"/>
                  </a:cubicBezTo>
                  <a:cubicBezTo>
                    <a:pt x="383711" y="116232"/>
                    <a:pt x="392240" y="107704"/>
                    <a:pt x="392240" y="97182"/>
                  </a:cubicBezTo>
                  <a:close/>
                  <a:moveTo>
                    <a:pt x="53054" y="693828"/>
                  </a:moveTo>
                  <a:lnTo>
                    <a:pt x="28575" y="693828"/>
                  </a:lnTo>
                  <a:lnTo>
                    <a:pt x="28575" y="669349"/>
                  </a:lnTo>
                  <a:cubicBezTo>
                    <a:pt x="28575" y="661459"/>
                    <a:pt x="22178" y="655062"/>
                    <a:pt x="14288" y="655062"/>
                  </a:cubicBezTo>
                  <a:cubicBezTo>
                    <a:pt x="6397" y="655062"/>
                    <a:pt x="0" y="661459"/>
                    <a:pt x="0" y="669349"/>
                  </a:cubicBezTo>
                  <a:lnTo>
                    <a:pt x="0" y="708116"/>
                  </a:lnTo>
                  <a:cubicBezTo>
                    <a:pt x="0" y="716006"/>
                    <a:pt x="6397" y="722403"/>
                    <a:pt x="14288" y="722403"/>
                  </a:cubicBezTo>
                  <a:lnTo>
                    <a:pt x="53054" y="722403"/>
                  </a:lnTo>
                  <a:cubicBezTo>
                    <a:pt x="60945" y="722403"/>
                    <a:pt x="67342" y="716006"/>
                    <a:pt x="67342" y="708116"/>
                  </a:cubicBezTo>
                  <a:cubicBezTo>
                    <a:pt x="67342" y="700225"/>
                    <a:pt x="60945" y="693828"/>
                    <a:pt x="53054" y="693828"/>
                  </a:cubicBezTo>
                  <a:close/>
                  <a:moveTo>
                    <a:pt x="59341" y="636107"/>
                  </a:moveTo>
                  <a:cubicBezTo>
                    <a:pt x="51906" y="643551"/>
                    <a:pt x="51912" y="655612"/>
                    <a:pt x="59356" y="663047"/>
                  </a:cubicBezTo>
                  <a:cubicBezTo>
                    <a:pt x="66800" y="670483"/>
                    <a:pt x="78861" y="670476"/>
                    <a:pt x="86296" y="663033"/>
                  </a:cubicBezTo>
                  <a:cubicBezTo>
                    <a:pt x="93726" y="655595"/>
                    <a:pt x="93726" y="643545"/>
                    <a:pt x="86296" y="636107"/>
                  </a:cubicBezTo>
                  <a:cubicBezTo>
                    <a:pt x="78861" y="628663"/>
                    <a:pt x="66800" y="628656"/>
                    <a:pt x="59356" y="636092"/>
                  </a:cubicBezTo>
                  <a:cubicBezTo>
                    <a:pt x="59350" y="636097"/>
                    <a:pt x="59346" y="636102"/>
                    <a:pt x="59341" y="636107"/>
                  </a:cubicBezTo>
                  <a:close/>
                  <a:moveTo>
                    <a:pt x="732092" y="655157"/>
                  </a:moveTo>
                  <a:cubicBezTo>
                    <a:pt x="724201" y="655157"/>
                    <a:pt x="717804" y="661554"/>
                    <a:pt x="717804" y="669444"/>
                  </a:cubicBezTo>
                  <a:lnTo>
                    <a:pt x="717804" y="693924"/>
                  </a:lnTo>
                  <a:lnTo>
                    <a:pt x="693325" y="693924"/>
                  </a:lnTo>
                  <a:cubicBezTo>
                    <a:pt x="685434" y="693924"/>
                    <a:pt x="679037" y="700321"/>
                    <a:pt x="679037" y="708211"/>
                  </a:cubicBezTo>
                  <a:cubicBezTo>
                    <a:pt x="679037" y="716102"/>
                    <a:pt x="685434" y="722499"/>
                    <a:pt x="693325" y="722499"/>
                  </a:cubicBezTo>
                  <a:lnTo>
                    <a:pt x="732092" y="722499"/>
                  </a:lnTo>
                  <a:cubicBezTo>
                    <a:pt x="739982" y="722499"/>
                    <a:pt x="746379" y="716102"/>
                    <a:pt x="746379" y="708211"/>
                  </a:cubicBezTo>
                  <a:lnTo>
                    <a:pt x="746379" y="669349"/>
                  </a:lnTo>
                  <a:cubicBezTo>
                    <a:pt x="746379" y="661459"/>
                    <a:pt x="739982" y="655062"/>
                    <a:pt x="732092" y="655062"/>
                  </a:cubicBezTo>
                  <a:close/>
                  <a:moveTo>
                    <a:pt x="687038" y="636107"/>
                  </a:moveTo>
                  <a:cubicBezTo>
                    <a:pt x="679621" y="628645"/>
                    <a:pt x="667560" y="628610"/>
                    <a:pt x="660098" y="636027"/>
                  </a:cubicBezTo>
                  <a:cubicBezTo>
                    <a:pt x="652636" y="643444"/>
                    <a:pt x="652600" y="655505"/>
                    <a:pt x="660018" y="662967"/>
                  </a:cubicBezTo>
                  <a:cubicBezTo>
                    <a:pt x="667435" y="670429"/>
                    <a:pt x="679496" y="670464"/>
                    <a:pt x="686958" y="663047"/>
                  </a:cubicBezTo>
                  <a:cubicBezTo>
                    <a:pt x="686985" y="663021"/>
                    <a:pt x="687012" y="662994"/>
                    <a:pt x="687038" y="662967"/>
                  </a:cubicBezTo>
                  <a:cubicBezTo>
                    <a:pt x="694557" y="655668"/>
                    <a:pt x="694771" y="643668"/>
                    <a:pt x="687515" y="636107"/>
                  </a:cubicBezTo>
                  <a:close/>
                </a:path>
              </a:pathLst>
            </a:custGeom>
            <a:solidFill>
              <a:srgbClr val="FA3364"/>
            </a:solidFill>
            <a:ln>
              <a:noFill/>
            </a:ln>
          </p:spPr>
          <p:txBody>
            <a:bodyPr spcFirstLastPara="1" wrap="square" lIns="91394" tIns="45672" rIns="91394" bIns="4567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73" name="Google Shape;3946;p408">
              <a:extLst>
                <a:ext uri="{FF2B5EF4-FFF2-40B4-BE49-F238E27FC236}">
                  <a16:creationId xmlns:a16="http://schemas.microsoft.com/office/drawing/2014/main" id="{C4510D09-40D9-9C6F-3379-F9223857720C}"/>
                </a:ext>
              </a:extLst>
            </p:cNvPr>
            <p:cNvSpPr/>
            <p:nvPr/>
          </p:nvSpPr>
          <p:spPr>
            <a:xfrm>
              <a:off x="7101603" y="2475410"/>
              <a:ext cx="3382977" cy="446700"/>
            </a:xfrm>
            <a:prstGeom prst="roundRect">
              <a:avLst>
                <a:gd name="adj" fmla="val 16667"/>
              </a:avLst>
            </a:prstGeom>
            <a:noFill/>
            <a:ln>
              <a:noFill/>
            </a:ln>
          </p:spPr>
          <p:txBody>
            <a:bodyPr spcFirstLastPara="1" wrap="square" lIns="91394" tIns="45672" rIns="91394" bIns="4567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Expands the </a:t>
              </a:r>
              <a:r>
                <a:rPr kumimoji="0" lang="en-US" sz="1700" b="0" i="0" u="none" strike="noStrike" kern="0" cap="none" spc="0" normalizeH="0" baseline="0" noProof="0" dirty="0">
                  <a:ln>
                    <a:noFill/>
                  </a:ln>
                  <a:solidFill>
                    <a:srgbClr val="ED1951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attack surface</a:t>
              </a:r>
              <a:r>
                <a:rPr kumimoji="0" lang="en-US" sz="1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, every internet firewall</a:t>
              </a:r>
              <a:endParaRPr kumimoji="0" sz="17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grpSp>
        <p:nvGrpSpPr>
          <p:cNvPr id="74" name="Google Shape;3947;p408">
            <a:extLst>
              <a:ext uri="{FF2B5EF4-FFF2-40B4-BE49-F238E27FC236}">
                <a16:creationId xmlns:a16="http://schemas.microsoft.com/office/drawing/2014/main" id="{3584B51D-7A26-050F-8A15-C09894A4C6B9}"/>
              </a:ext>
            </a:extLst>
          </p:cNvPr>
          <p:cNvGrpSpPr/>
          <p:nvPr/>
        </p:nvGrpSpPr>
        <p:grpSpPr>
          <a:xfrm>
            <a:off x="7223260" y="3118490"/>
            <a:ext cx="3869711" cy="446671"/>
            <a:chOff x="6614955" y="3195200"/>
            <a:chExt cx="3869962" cy="446700"/>
          </a:xfrm>
        </p:grpSpPr>
        <p:sp>
          <p:nvSpPr>
            <p:cNvPr id="75" name="Google Shape;3948;p408">
              <a:extLst>
                <a:ext uri="{FF2B5EF4-FFF2-40B4-BE49-F238E27FC236}">
                  <a16:creationId xmlns:a16="http://schemas.microsoft.com/office/drawing/2014/main" id="{3A743477-45ED-E89E-B456-A988E44178A3}"/>
                </a:ext>
              </a:extLst>
            </p:cNvPr>
            <p:cNvSpPr/>
            <p:nvPr/>
          </p:nvSpPr>
          <p:spPr>
            <a:xfrm>
              <a:off x="7102797" y="3195200"/>
              <a:ext cx="3382120" cy="446700"/>
            </a:xfrm>
            <a:prstGeom prst="roundRect">
              <a:avLst>
                <a:gd name="adj" fmla="val 16667"/>
              </a:avLst>
            </a:prstGeom>
            <a:noFill/>
            <a:ln>
              <a:noFill/>
            </a:ln>
          </p:spPr>
          <p:txBody>
            <a:bodyPr spcFirstLastPara="1" wrap="square" lIns="91394" tIns="45672" rIns="91394" bIns="4567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700" b="0" i="0" u="none" strike="noStrike" kern="0" cap="none" spc="0" normalizeH="0" baseline="0" noProof="0">
                  <a:ln>
                    <a:noFill/>
                  </a:ln>
                  <a:solidFill>
                    <a:srgbClr val="ED1951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Expensive</a:t>
              </a:r>
              <a:r>
                <a:rPr kumimoji="0" lang="en-US" sz="17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 and </a:t>
              </a:r>
              <a:r>
                <a:rPr kumimoji="0" lang="en-US" sz="1700" b="0" i="0" u="none" strike="noStrike" kern="0" cap="none" spc="0" normalizeH="0" baseline="0" noProof="0">
                  <a:ln>
                    <a:noFill/>
                  </a:ln>
                  <a:solidFill>
                    <a:srgbClr val="ED1951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complex</a:t>
              </a:r>
              <a:r>
                <a:rPr kumimoji="0" lang="en-US" sz="17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, routing &amp; firewall rules</a:t>
              </a:r>
              <a:endParaRPr kumimoji="0" sz="1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76" name="Google Shape;3949;p408">
              <a:extLst>
                <a:ext uri="{FF2B5EF4-FFF2-40B4-BE49-F238E27FC236}">
                  <a16:creationId xmlns:a16="http://schemas.microsoft.com/office/drawing/2014/main" id="{ADE7AB5D-729C-EA06-2ED4-96334EA6C9CA}"/>
                </a:ext>
              </a:extLst>
            </p:cNvPr>
            <p:cNvSpPr/>
            <p:nvPr/>
          </p:nvSpPr>
          <p:spPr>
            <a:xfrm>
              <a:off x="6614955" y="3249738"/>
              <a:ext cx="444522" cy="307721"/>
            </a:xfrm>
            <a:custGeom>
              <a:avLst/>
              <a:gdLst/>
              <a:ahLst/>
              <a:cxnLst/>
              <a:rect l="l" t="t" r="r" b="b"/>
              <a:pathLst>
                <a:path w="806481" h="597518" extrusionOk="0">
                  <a:moveTo>
                    <a:pt x="659797" y="519509"/>
                  </a:moveTo>
                  <a:cubicBezTo>
                    <a:pt x="657993" y="519490"/>
                    <a:pt x="656200" y="519234"/>
                    <a:pt x="654463" y="518747"/>
                  </a:cubicBezTo>
                  <a:cubicBezTo>
                    <a:pt x="644339" y="515885"/>
                    <a:pt x="638452" y="505357"/>
                    <a:pt x="641315" y="495232"/>
                  </a:cubicBezTo>
                  <a:cubicBezTo>
                    <a:pt x="641316" y="495228"/>
                    <a:pt x="641317" y="495224"/>
                    <a:pt x="641318" y="495220"/>
                  </a:cubicBezTo>
                  <a:cubicBezTo>
                    <a:pt x="643972" y="485039"/>
                    <a:pt x="654376" y="478937"/>
                    <a:pt x="664557" y="481591"/>
                  </a:cubicBezTo>
                  <a:cubicBezTo>
                    <a:pt x="664685" y="481624"/>
                    <a:pt x="664813" y="481658"/>
                    <a:pt x="664940" y="481695"/>
                  </a:cubicBezTo>
                  <a:cubicBezTo>
                    <a:pt x="674817" y="484480"/>
                    <a:pt x="680713" y="494587"/>
                    <a:pt x="678275" y="504555"/>
                  </a:cubicBezTo>
                  <a:lnTo>
                    <a:pt x="678275" y="505698"/>
                  </a:lnTo>
                  <a:cubicBezTo>
                    <a:pt x="675921" y="513932"/>
                    <a:pt x="668361" y="519582"/>
                    <a:pt x="659797" y="519509"/>
                  </a:cubicBezTo>
                  <a:close/>
                  <a:moveTo>
                    <a:pt x="475202" y="456072"/>
                  </a:moveTo>
                  <a:cubicBezTo>
                    <a:pt x="473395" y="456099"/>
                    <a:pt x="471595" y="455843"/>
                    <a:pt x="469868" y="455310"/>
                  </a:cubicBezTo>
                  <a:cubicBezTo>
                    <a:pt x="459777" y="452404"/>
                    <a:pt x="453942" y="441882"/>
                    <a:pt x="456819" y="431784"/>
                  </a:cubicBezTo>
                  <a:cubicBezTo>
                    <a:pt x="459473" y="421602"/>
                    <a:pt x="469877" y="415501"/>
                    <a:pt x="480058" y="418154"/>
                  </a:cubicBezTo>
                  <a:cubicBezTo>
                    <a:pt x="480186" y="418188"/>
                    <a:pt x="480313" y="418222"/>
                    <a:pt x="480441" y="418258"/>
                  </a:cubicBezTo>
                  <a:cubicBezTo>
                    <a:pt x="490317" y="421043"/>
                    <a:pt x="496213" y="431150"/>
                    <a:pt x="493776" y="441118"/>
                  </a:cubicBezTo>
                  <a:lnTo>
                    <a:pt x="493776" y="442261"/>
                  </a:lnTo>
                  <a:cubicBezTo>
                    <a:pt x="491412" y="450530"/>
                    <a:pt x="483801" y="456189"/>
                    <a:pt x="475202" y="456072"/>
                  </a:cubicBezTo>
                  <a:close/>
                  <a:moveTo>
                    <a:pt x="178403" y="291099"/>
                  </a:moveTo>
                  <a:lnTo>
                    <a:pt x="42863" y="291099"/>
                  </a:lnTo>
                  <a:cubicBezTo>
                    <a:pt x="19212" y="291047"/>
                    <a:pt x="52" y="271887"/>
                    <a:pt x="0" y="248237"/>
                  </a:cubicBezTo>
                  <a:lnTo>
                    <a:pt x="0" y="216328"/>
                  </a:lnTo>
                  <a:cubicBezTo>
                    <a:pt x="52" y="192677"/>
                    <a:pt x="19212" y="173518"/>
                    <a:pt x="42863" y="173466"/>
                  </a:cubicBezTo>
                  <a:lnTo>
                    <a:pt x="178403" y="173466"/>
                  </a:lnTo>
                  <a:cubicBezTo>
                    <a:pt x="202054" y="173518"/>
                    <a:pt x="221213" y="192677"/>
                    <a:pt x="221266" y="216328"/>
                  </a:cubicBezTo>
                  <a:lnTo>
                    <a:pt x="221266" y="248618"/>
                  </a:lnTo>
                  <a:cubicBezTo>
                    <a:pt x="221006" y="272120"/>
                    <a:pt x="201906" y="291049"/>
                    <a:pt x="178403" y="291099"/>
                  </a:cubicBezTo>
                  <a:close/>
                  <a:moveTo>
                    <a:pt x="42863" y="202041"/>
                  </a:moveTo>
                  <a:cubicBezTo>
                    <a:pt x="34972" y="202041"/>
                    <a:pt x="28575" y="208438"/>
                    <a:pt x="28575" y="216328"/>
                  </a:cubicBezTo>
                  <a:lnTo>
                    <a:pt x="28575" y="248618"/>
                  </a:lnTo>
                  <a:cubicBezTo>
                    <a:pt x="28575" y="256508"/>
                    <a:pt x="34972" y="262905"/>
                    <a:pt x="42863" y="262905"/>
                  </a:cubicBezTo>
                  <a:lnTo>
                    <a:pt x="178403" y="262905"/>
                  </a:lnTo>
                  <a:cubicBezTo>
                    <a:pt x="186294" y="262905"/>
                    <a:pt x="192691" y="256508"/>
                    <a:pt x="192691" y="248618"/>
                  </a:cubicBezTo>
                  <a:lnTo>
                    <a:pt x="192691" y="216328"/>
                  </a:lnTo>
                  <a:cubicBezTo>
                    <a:pt x="192691" y="208438"/>
                    <a:pt x="186294" y="202041"/>
                    <a:pt x="178403" y="202041"/>
                  </a:cubicBezTo>
                  <a:close/>
                  <a:moveTo>
                    <a:pt x="178403" y="592566"/>
                  </a:moveTo>
                  <a:lnTo>
                    <a:pt x="42863" y="592566"/>
                  </a:lnTo>
                  <a:cubicBezTo>
                    <a:pt x="19212" y="592513"/>
                    <a:pt x="52" y="573354"/>
                    <a:pt x="0" y="549703"/>
                  </a:cubicBezTo>
                  <a:lnTo>
                    <a:pt x="0" y="517985"/>
                  </a:lnTo>
                  <a:cubicBezTo>
                    <a:pt x="52" y="494334"/>
                    <a:pt x="19212" y="475175"/>
                    <a:pt x="42863" y="475122"/>
                  </a:cubicBezTo>
                  <a:lnTo>
                    <a:pt x="178403" y="475122"/>
                  </a:lnTo>
                  <a:cubicBezTo>
                    <a:pt x="202054" y="475175"/>
                    <a:pt x="221213" y="494334"/>
                    <a:pt x="221266" y="517985"/>
                  </a:cubicBezTo>
                  <a:lnTo>
                    <a:pt x="221266" y="549894"/>
                  </a:lnTo>
                  <a:cubicBezTo>
                    <a:pt x="221213" y="573544"/>
                    <a:pt x="202054" y="592704"/>
                    <a:pt x="178403" y="592756"/>
                  </a:cubicBezTo>
                  <a:close/>
                  <a:moveTo>
                    <a:pt x="42863" y="503697"/>
                  </a:moveTo>
                  <a:cubicBezTo>
                    <a:pt x="34972" y="503697"/>
                    <a:pt x="28575" y="510094"/>
                    <a:pt x="28575" y="517985"/>
                  </a:cubicBezTo>
                  <a:lnTo>
                    <a:pt x="28575" y="549894"/>
                  </a:lnTo>
                  <a:cubicBezTo>
                    <a:pt x="28575" y="557784"/>
                    <a:pt x="34972" y="564181"/>
                    <a:pt x="42863" y="564181"/>
                  </a:cubicBezTo>
                  <a:lnTo>
                    <a:pt x="178403" y="564181"/>
                  </a:lnTo>
                  <a:cubicBezTo>
                    <a:pt x="186294" y="564181"/>
                    <a:pt x="192691" y="557784"/>
                    <a:pt x="192691" y="549894"/>
                  </a:cubicBezTo>
                  <a:lnTo>
                    <a:pt x="192691" y="517985"/>
                  </a:lnTo>
                  <a:cubicBezTo>
                    <a:pt x="192691" y="510094"/>
                    <a:pt x="186294" y="503697"/>
                    <a:pt x="178403" y="503697"/>
                  </a:cubicBezTo>
                  <a:close/>
                  <a:moveTo>
                    <a:pt x="722948" y="526081"/>
                  </a:moveTo>
                  <a:cubicBezTo>
                    <a:pt x="719061" y="526101"/>
                    <a:pt x="715339" y="524515"/>
                    <a:pt x="712661" y="521700"/>
                  </a:cubicBezTo>
                  <a:cubicBezTo>
                    <a:pt x="707089" y="516122"/>
                    <a:pt x="707089" y="507084"/>
                    <a:pt x="712661" y="501507"/>
                  </a:cubicBezTo>
                  <a:cubicBezTo>
                    <a:pt x="753809" y="461883"/>
                    <a:pt x="777431" y="410638"/>
                    <a:pt x="777431" y="361108"/>
                  </a:cubicBezTo>
                  <a:cubicBezTo>
                    <a:pt x="777431" y="280908"/>
                    <a:pt x="727710" y="224805"/>
                    <a:pt x="683895" y="175371"/>
                  </a:cubicBezTo>
                  <a:cubicBezTo>
                    <a:pt x="634270" y="119459"/>
                    <a:pt x="606076" y="72405"/>
                    <a:pt x="598170" y="32019"/>
                  </a:cubicBezTo>
                  <a:lnTo>
                    <a:pt x="597218" y="32591"/>
                  </a:lnTo>
                  <a:cubicBezTo>
                    <a:pt x="575500" y="45640"/>
                    <a:pt x="505587" y="95361"/>
                    <a:pt x="520160" y="189372"/>
                  </a:cubicBezTo>
                  <a:cubicBezTo>
                    <a:pt x="526637" y="231092"/>
                    <a:pt x="515302" y="261000"/>
                    <a:pt x="488442" y="274240"/>
                  </a:cubicBezTo>
                  <a:cubicBezTo>
                    <a:pt x="478039" y="278719"/>
                    <a:pt x="466627" y="280330"/>
                    <a:pt x="455390" y="278907"/>
                  </a:cubicBezTo>
                  <a:cubicBezTo>
                    <a:pt x="426913" y="274051"/>
                    <a:pt x="405939" y="249593"/>
                    <a:pt x="405479" y="220710"/>
                  </a:cubicBezTo>
                  <a:cubicBezTo>
                    <a:pt x="405479" y="216995"/>
                    <a:pt x="405479" y="213471"/>
                    <a:pt x="405479" y="210327"/>
                  </a:cubicBezTo>
                  <a:cubicBezTo>
                    <a:pt x="370487" y="252869"/>
                    <a:pt x="350976" y="306031"/>
                    <a:pt x="350139" y="361108"/>
                  </a:cubicBezTo>
                  <a:cubicBezTo>
                    <a:pt x="350139" y="410638"/>
                    <a:pt x="373761" y="461883"/>
                    <a:pt x="415004" y="501507"/>
                  </a:cubicBezTo>
                  <a:cubicBezTo>
                    <a:pt x="420522" y="507147"/>
                    <a:pt x="420423" y="516193"/>
                    <a:pt x="414783" y="521711"/>
                  </a:cubicBezTo>
                  <a:cubicBezTo>
                    <a:pt x="409379" y="526997"/>
                    <a:pt x="400792" y="527160"/>
                    <a:pt x="395192" y="522081"/>
                  </a:cubicBezTo>
                  <a:cubicBezTo>
                    <a:pt x="348425" y="477123"/>
                    <a:pt x="321564" y="418449"/>
                    <a:pt x="321564" y="361108"/>
                  </a:cubicBezTo>
                  <a:cubicBezTo>
                    <a:pt x="322291" y="293506"/>
                    <a:pt x="348323" y="228631"/>
                    <a:pt x="394526" y="179276"/>
                  </a:cubicBezTo>
                  <a:cubicBezTo>
                    <a:pt x="403145" y="170267"/>
                    <a:pt x="417434" y="169951"/>
                    <a:pt x="426443" y="178570"/>
                  </a:cubicBezTo>
                  <a:cubicBezTo>
                    <a:pt x="430635" y="182581"/>
                    <a:pt x="433122" y="188053"/>
                    <a:pt x="433387" y="193849"/>
                  </a:cubicBezTo>
                  <a:cubicBezTo>
                    <a:pt x="434054" y="201660"/>
                    <a:pt x="434150" y="213661"/>
                    <a:pt x="434150" y="220233"/>
                  </a:cubicBezTo>
                  <a:cubicBezTo>
                    <a:pt x="434501" y="235356"/>
                    <a:pt x="445453" y="248141"/>
                    <a:pt x="460343" y="250809"/>
                  </a:cubicBezTo>
                  <a:cubicBezTo>
                    <a:pt x="463006" y="251010"/>
                    <a:pt x="465681" y="251010"/>
                    <a:pt x="468344" y="250809"/>
                  </a:cubicBezTo>
                  <a:cubicBezTo>
                    <a:pt x="471078" y="250397"/>
                    <a:pt x="473760" y="249695"/>
                    <a:pt x="476345" y="248713"/>
                  </a:cubicBezTo>
                  <a:cubicBezTo>
                    <a:pt x="495395" y="239188"/>
                    <a:pt x="495395" y="214233"/>
                    <a:pt x="492157" y="194611"/>
                  </a:cubicBezTo>
                  <a:cubicBezTo>
                    <a:pt x="474821" y="82407"/>
                    <a:pt x="557117" y="23733"/>
                    <a:pt x="582740" y="8397"/>
                  </a:cubicBezTo>
                  <a:cubicBezTo>
                    <a:pt x="586740" y="5921"/>
                    <a:pt x="592265" y="2873"/>
                    <a:pt x="593789" y="2111"/>
                  </a:cubicBezTo>
                  <a:cubicBezTo>
                    <a:pt x="600269" y="-923"/>
                    <a:pt x="607809" y="-674"/>
                    <a:pt x="614077" y="2778"/>
                  </a:cubicBezTo>
                  <a:cubicBezTo>
                    <a:pt x="620277" y="6196"/>
                    <a:pt x="624431" y="12411"/>
                    <a:pt x="625221" y="19446"/>
                  </a:cubicBezTo>
                  <a:cubicBezTo>
                    <a:pt x="629793" y="55451"/>
                    <a:pt x="656939" y="101647"/>
                    <a:pt x="705707" y="156702"/>
                  </a:cubicBezTo>
                  <a:cubicBezTo>
                    <a:pt x="750665" y="207279"/>
                    <a:pt x="806482" y="270335"/>
                    <a:pt x="806482" y="361394"/>
                  </a:cubicBezTo>
                  <a:cubicBezTo>
                    <a:pt x="806482" y="418544"/>
                    <a:pt x="779717" y="477408"/>
                    <a:pt x="732949" y="522366"/>
                  </a:cubicBezTo>
                  <a:cubicBezTo>
                    <a:pt x="730230" y="524867"/>
                    <a:pt x="726639" y="526201"/>
                    <a:pt x="722948" y="526081"/>
                  </a:cubicBezTo>
                  <a:close/>
                  <a:moveTo>
                    <a:pt x="564356" y="597519"/>
                  </a:moveTo>
                  <a:cubicBezTo>
                    <a:pt x="553835" y="597519"/>
                    <a:pt x="545306" y="588990"/>
                    <a:pt x="545306" y="578469"/>
                  </a:cubicBezTo>
                  <a:cubicBezTo>
                    <a:pt x="545306" y="567947"/>
                    <a:pt x="553835" y="559419"/>
                    <a:pt x="564356" y="559419"/>
                  </a:cubicBezTo>
                  <a:lnTo>
                    <a:pt x="565118" y="559419"/>
                  </a:lnTo>
                  <a:cubicBezTo>
                    <a:pt x="575640" y="559419"/>
                    <a:pt x="584168" y="567947"/>
                    <a:pt x="584168" y="578469"/>
                  </a:cubicBezTo>
                  <a:cubicBezTo>
                    <a:pt x="584168" y="588990"/>
                    <a:pt x="575640" y="597519"/>
                    <a:pt x="565118" y="597519"/>
                  </a:cubicBezTo>
                  <a:close/>
                  <a:moveTo>
                    <a:pt x="503396" y="576659"/>
                  </a:moveTo>
                  <a:cubicBezTo>
                    <a:pt x="499100" y="576634"/>
                    <a:pt x="494937" y="575157"/>
                    <a:pt x="491585" y="572468"/>
                  </a:cubicBezTo>
                  <a:lnTo>
                    <a:pt x="490537" y="571611"/>
                  </a:lnTo>
                  <a:cubicBezTo>
                    <a:pt x="482259" y="565116"/>
                    <a:pt x="480813" y="553143"/>
                    <a:pt x="487307" y="544864"/>
                  </a:cubicBezTo>
                  <a:cubicBezTo>
                    <a:pt x="493801" y="536586"/>
                    <a:pt x="505776" y="535140"/>
                    <a:pt x="514053" y="541634"/>
                  </a:cubicBezTo>
                  <a:cubicBezTo>
                    <a:pt x="514317" y="541840"/>
                    <a:pt x="514574" y="542054"/>
                    <a:pt x="514826" y="542274"/>
                  </a:cubicBezTo>
                  <a:lnTo>
                    <a:pt x="514826" y="542274"/>
                  </a:lnTo>
                  <a:cubicBezTo>
                    <a:pt x="523085" y="548792"/>
                    <a:pt x="524497" y="560770"/>
                    <a:pt x="517979" y="569029"/>
                  </a:cubicBezTo>
                  <a:cubicBezTo>
                    <a:pt x="514364" y="573610"/>
                    <a:pt x="508850" y="576281"/>
                    <a:pt x="503015" y="576278"/>
                  </a:cubicBezTo>
                  <a:close/>
                  <a:moveTo>
                    <a:pt x="625983" y="575611"/>
                  </a:moveTo>
                  <a:cubicBezTo>
                    <a:pt x="615462" y="575643"/>
                    <a:pt x="606907" y="567140"/>
                    <a:pt x="606875" y="556619"/>
                  </a:cubicBezTo>
                  <a:cubicBezTo>
                    <a:pt x="606858" y="550874"/>
                    <a:pt x="609433" y="545428"/>
                    <a:pt x="613886" y="541797"/>
                  </a:cubicBezTo>
                  <a:lnTo>
                    <a:pt x="613886" y="541797"/>
                  </a:lnTo>
                  <a:cubicBezTo>
                    <a:pt x="621029" y="534073"/>
                    <a:pt x="633081" y="533600"/>
                    <a:pt x="640807" y="540742"/>
                  </a:cubicBezTo>
                  <a:cubicBezTo>
                    <a:pt x="648532" y="547885"/>
                    <a:pt x="649004" y="559937"/>
                    <a:pt x="641861" y="567662"/>
                  </a:cubicBezTo>
                  <a:cubicBezTo>
                    <a:pt x="640924" y="568676"/>
                    <a:pt x="639880" y="569585"/>
                    <a:pt x="638747" y="570372"/>
                  </a:cubicBezTo>
                  <a:lnTo>
                    <a:pt x="637794" y="571230"/>
                  </a:lnTo>
                  <a:cubicBezTo>
                    <a:pt x="634442" y="573942"/>
                    <a:pt x="630293" y="575482"/>
                    <a:pt x="625983" y="575611"/>
                  </a:cubicBezTo>
                  <a:close/>
                  <a:moveTo>
                    <a:pt x="468440" y="521128"/>
                  </a:moveTo>
                  <a:cubicBezTo>
                    <a:pt x="459657" y="521111"/>
                    <a:pt x="452025" y="515091"/>
                    <a:pt x="449961" y="506555"/>
                  </a:cubicBezTo>
                  <a:cubicBezTo>
                    <a:pt x="449961" y="506555"/>
                    <a:pt x="449961" y="505412"/>
                    <a:pt x="449961" y="505317"/>
                  </a:cubicBezTo>
                  <a:cubicBezTo>
                    <a:pt x="447966" y="494986"/>
                    <a:pt x="454724" y="484995"/>
                    <a:pt x="465055" y="483001"/>
                  </a:cubicBezTo>
                  <a:cubicBezTo>
                    <a:pt x="474932" y="481094"/>
                    <a:pt x="484589" y="487196"/>
                    <a:pt x="487108" y="496935"/>
                  </a:cubicBezTo>
                  <a:lnTo>
                    <a:pt x="487108" y="497506"/>
                  </a:lnTo>
                  <a:cubicBezTo>
                    <a:pt x="489625" y="507710"/>
                    <a:pt x="483402" y="518025"/>
                    <a:pt x="473202" y="520557"/>
                  </a:cubicBezTo>
                  <a:cubicBezTo>
                    <a:pt x="471645" y="520947"/>
                    <a:pt x="470044" y="521139"/>
                    <a:pt x="468440" y="521128"/>
                  </a:cubicBezTo>
                  <a:close/>
                  <a:moveTo>
                    <a:pt x="651510" y="454453"/>
                  </a:moveTo>
                  <a:cubicBezTo>
                    <a:pt x="644679" y="454568"/>
                    <a:pt x="638342" y="450905"/>
                    <a:pt x="635032" y="444928"/>
                  </a:cubicBezTo>
                  <a:lnTo>
                    <a:pt x="635032" y="444071"/>
                  </a:lnTo>
                  <a:cubicBezTo>
                    <a:pt x="630446" y="434601"/>
                    <a:pt x="634407" y="423208"/>
                    <a:pt x="643876" y="418623"/>
                  </a:cubicBezTo>
                  <a:cubicBezTo>
                    <a:pt x="652983" y="414214"/>
                    <a:pt x="663947" y="417692"/>
                    <a:pt x="668846" y="426545"/>
                  </a:cubicBezTo>
                  <a:cubicBezTo>
                    <a:pt x="673472" y="435913"/>
                    <a:pt x="669689" y="447258"/>
                    <a:pt x="660368" y="451977"/>
                  </a:cubicBezTo>
                  <a:cubicBezTo>
                    <a:pt x="657637" y="453426"/>
                    <a:pt x="654602" y="454209"/>
                    <a:pt x="651510" y="454263"/>
                  </a:cubicBezTo>
                  <a:close/>
                  <a:moveTo>
                    <a:pt x="516065" y="403590"/>
                  </a:moveTo>
                  <a:cubicBezTo>
                    <a:pt x="511576" y="403554"/>
                    <a:pt x="507237" y="401973"/>
                    <a:pt x="503777" y="399113"/>
                  </a:cubicBezTo>
                  <a:cubicBezTo>
                    <a:pt x="495846" y="392346"/>
                    <a:pt x="494827" y="380461"/>
                    <a:pt x="501491" y="372443"/>
                  </a:cubicBezTo>
                  <a:cubicBezTo>
                    <a:pt x="508065" y="364229"/>
                    <a:pt x="520054" y="362899"/>
                    <a:pt x="528268" y="369472"/>
                  </a:cubicBezTo>
                  <a:cubicBezTo>
                    <a:pt x="528392" y="369572"/>
                    <a:pt x="528516" y="369673"/>
                    <a:pt x="528638" y="369776"/>
                  </a:cubicBezTo>
                  <a:cubicBezTo>
                    <a:pt x="536567" y="376415"/>
                    <a:pt x="537750" y="388168"/>
                    <a:pt x="531305" y="396255"/>
                  </a:cubicBezTo>
                  <a:lnTo>
                    <a:pt x="530638" y="396922"/>
                  </a:lnTo>
                  <a:cubicBezTo>
                    <a:pt x="526996" y="401179"/>
                    <a:pt x="521666" y="403618"/>
                    <a:pt x="516065" y="403590"/>
                  </a:cubicBezTo>
                  <a:close/>
                  <a:moveTo>
                    <a:pt x="610267" y="401970"/>
                  </a:moveTo>
                  <a:cubicBezTo>
                    <a:pt x="604824" y="401987"/>
                    <a:pt x="599657" y="399578"/>
                    <a:pt x="596170" y="395398"/>
                  </a:cubicBezTo>
                  <a:lnTo>
                    <a:pt x="595598" y="394636"/>
                  </a:lnTo>
                  <a:cubicBezTo>
                    <a:pt x="588893" y="386579"/>
                    <a:pt x="589957" y="374618"/>
                    <a:pt x="597980" y="367871"/>
                  </a:cubicBezTo>
                  <a:cubicBezTo>
                    <a:pt x="606019" y="361084"/>
                    <a:pt x="618038" y="362100"/>
                    <a:pt x="624825" y="370139"/>
                  </a:cubicBezTo>
                  <a:cubicBezTo>
                    <a:pt x="624830" y="370144"/>
                    <a:pt x="624835" y="370151"/>
                    <a:pt x="624840" y="370157"/>
                  </a:cubicBezTo>
                  <a:cubicBezTo>
                    <a:pt x="631891" y="377964"/>
                    <a:pt x="631279" y="390011"/>
                    <a:pt x="623471" y="397063"/>
                  </a:cubicBezTo>
                  <a:cubicBezTo>
                    <a:pt x="619858" y="400325"/>
                    <a:pt x="615133" y="402082"/>
                    <a:pt x="610267" y="401970"/>
                  </a:cubicBezTo>
                  <a:close/>
                  <a:moveTo>
                    <a:pt x="563594" y="357679"/>
                  </a:moveTo>
                  <a:lnTo>
                    <a:pt x="563594" y="357679"/>
                  </a:lnTo>
                  <a:cubicBezTo>
                    <a:pt x="553073" y="357679"/>
                    <a:pt x="544544" y="349150"/>
                    <a:pt x="544544" y="338629"/>
                  </a:cubicBezTo>
                  <a:cubicBezTo>
                    <a:pt x="544520" y="328608"/>
                    <a:pt x="552263" y="320280"/>
                    <a:pt x="562261" y="319579"/>
                  </a:cubicBezTo>
                  <a:lnTo>
                    <a:pt x="563975" y="319579"/>
                  </a:lnTo>
                  <a:cubicBezTo>
                    <a:pt x="574497" y="319579"/>
                    <a:pt x="583025" y="328108"/>
                    <a:pt x="583025" y="338629"/>
                  </a:cubicBezTo>
                  <a:cubicBezTo>
                    <a:pt x="583027" y="349150"/>
                    <a:pt x="574500" y="357681"/>
                    <a:pt x="563979" y="357683"/>
                  </a:cubicBezTo>
                  <a:cubicBezTo>
                    <a:pt x="563850" y="357683"/>
                    <a:pt x="563723" y="357682"/>
                    <a:pt x="563594" y="357679"/>
                  </a:cubicBezTo>
                  <a:close/>
                  <a:moveTo>
                    <a:pt x="301371" y="427688"/>
                  </a:moveTo>
                  <a:cubicBezTo>
                    <a:pt x="301371" y="419797"/>
                    <a:pt x="294974" y="413400"/>
                    <a:pt x="287084" y="413400"/>
                  </a:cubicBezTo>
                  <a:lnTo>
                    <a:pt x="165068" y="413400"/>
                  </a:lnTo>
                  <a:cubicBezTo>
                    <a:pt x="157199" y="413348"/>
                    <a:pt x="150833" y="406982"/>
                    <a:pt x="150781" y="399113"/>
                  </a:cubicBezTo>
                  <a:lnTo>
                    <a:pt x="150781" y="367204"/>
                  </a:lnTo>
                  <a:cubicBezTo>
                    <a:pt x="151038" y="359500"/>
                    <a:pt x="157360" y="353388"/>
                    <a:pt x="165068" y="353393"/>
                  </a:cubicBezTo>
                  <a:lnTo>
                    <a:pt x="278511" y="353393"/>
                  </a:lnTo>
                  <a:cubicBezTo>
                    <a:pt x="286402" y="353393"/>
                    <a:pt x="292799" y="346996"/>
                    <a:pt x="292799" y="339105"/>
                  </a:cubicBezTo>
                  <a:cubicBezTo>
                    <a:pt x="292799" y="331215"/>
                    <a:pt x="286402" y="324818"/>
                    <a:pt x="278511" y="324818"/>
                  </a:cubicBezTo>
                  <a:lnTo>
                    <a:pt x="165068" y="324818"/>
                  </a:lnTo>
                  <a:cubicBezTo>
                    <a:pt x="141396" y="324818"/>
                    <a:pt x="122206" y="344008"/>
                    <a:pt x="122206" y="367680"/>
                  </a:cubicBezTo>
                  <a:lnTo>
                    <a:pt x="122206" y="399113"/>
                  </a:lnTo>
                  <a:cubicBezTo>
                    <a:pt x="122258" y="422763"/>
                    <a:pt x="141418" y="441923"/>
                    <a:pt x="165068" y="441975"/>
                  </a:cubicBezTo>
                  <a:lnTo>
                    <a:pt x="287084" y="441975"/>
                  </a:lnTo>
                  <a:cubicBezTo>
                    <a:pt x="294974" y="441975"/>
                    <a:pt x="301371" y="435578"/>
                    <a:pt x="301371" y="427688"/>
                  </a:cubicBezTo>
                  <a:close/>
                  <a:moveTo>
                    <a:pt x="98393" y="399113"/>
                  </a:moveTo>
                  <a:lnTo>
                    <a:pt x="98393" y="367204"/>
                  </a:lnTo>
                  <a:cubicBezTo>
                    <a:pt x="98393" y="343532"/>
                    <a:pt x="79203" y="324342"/>
                    <a:pt x="55531" y="324342"/>
                  </a:cubicBezTo>
                  <a:lnTo>
                    <a:pt x="14288" y="324342"/>
                  </a:lnTo>
                  <a:cubicBezTo>
                    <a:pt x="6397" y="324342"/>
                    <a:pt x="0" y="330739"/>
                    <a:pt x="0" y="338629"/>
                  </a:cubicBezTo>
                  <a:cubicBezTo>
                    <a:pt x="0" y="346520"/>
                    <a:pt x="6397" y="352917"/>
                    <a:pt x="14288" y="352917"/>
                  </a:cubicBezTo>
                  <a:lnTo>
                    <a:pt x="55721" y="352917"/>
                  </a:lnTo>
                  <a:cubicBezTo>
                    <a:pt x="63612" y="352917"/>
                    <a:pt x="70009" y="359314"/>
                    <a:pt x="70009" y="367204"/>
                  </a:cubicBezTo>
                  <a:lnTo>
                    <a:pt x="70009" y="399113"/>
                  </a:lnTo>
                  <a:cubicBezTo>
                    <a:pt x="70009" y="407003"/>
                    <a:pt x="63612" y="413400"/>
                    <a:pt x="55721" y="413400"/>
                  </a:cubicBezTo>
                  <a:lnTo>
                    <a:pt x="14288" y="413400"/>
                  </a:lnTo>
                  <a:cubicBezTo>
                    <a:pt x="6397" y="413400"/>
                    <a:pt x="0" y="419797"/>
                    <a:pt x="0" y="427688"/>
                  </a:cubicBezTo>
                  <a:cubicBezTo>
                    <a:pt x="0" y="435578"/>
                    <a:pt x="6397" y="441975"/>
                    <a:pt x="14288" y="441975"/>
                  </a:cubicBezTo>
                  <a:lnTo>
                    <a:pt x="55721" y="441975"/>
                  </a:lnTo>
                  <a:cubicBezTo>
                    <a:pt x="79298" y="441818"/>
                    <a:pt x="98342" y="422689"/>
                    <a:pt x="98393" y="399113"/>
                  </a:cubicBezTo>
                  <a:close/>
                  <a:moveTo>
                    <a:pt x="305276" y="277193"/>
                  </a:moveTo>
                  <a:cubicBezTo>
                    <a:pt x="305276" y="269302"/>
                    <a:pt x="298879" y="262905"/>
                    <a:pt x="290989" y="262905"/>
                  </a:cubicBezTo>
                  <a:lnTo>
                    <a:pt x="288131" y="262905"/>
                  </a:lnTo>
                  <a:cubicBezTo>
                    <a:pt x="280241" y="262905"/>
                    <a:pt x="273844" y="256508"/>
                    <a:pt x="273844" y="248618"/>
                  </a:cubicBezTo>
                  <a:lnTo>
                    <a:pt x="273844" y="216328"/>
                  </a:lnTo>
                  <a:cubicBezTo>
                    <a:pt x="273844" y="208438"/>
                    <a:pt x="280241" y="202041"/>
                    <a:pt x="288131" y="202041"/>
                  </a:cubicBezTo>
                  <a:lnTo>
                    <a:pt x="329660" y="202041"/>
                  </a:lnTo>
                  <a:cubicBezTo>
                    <a:pt x="337551" y="202041"/>
                    <a:pt x="343948" y="195644"/>
                    <a:pt x="343948" y="187753"/>
                  </a:cubicBezTo>
                  <a:cubicBezTo>
                    <a:pt x="343948" y="179863"/>
                    <a:pt x="337551" y="173466"/>
                    <a:pt x="329660" y="173466"/>
                  </a:cubicBezTo>
                  <a:lnTo>
                    <a:pt x="288131" y="173466"/>
                  </a:lnTo>
                  <a:cubicBezTo>
                    <a:pt x="264481" y="173518"/>
                    <a:pt x="245321" y="192677"/>
                    <a:pt x="245269" y="216328"/>
                  </a:cubicBezTo>
                  <a:lnTo>
                    <a:pt x="245269" y="248618"/>
                  </a:lnTo>
                  <a:cubicBezTo>
                    <a:pt x="245321" y="272268"/>
                    <a:pt x="264481" y="291428"/>
                    <a:pt x="288131" y="291480"/>
                  </a:cubicBezTo>
                  <a:lnTo>
                    <a:pt x="290989" y="291480"/>
                  </a:lnTo>
                  <a:cubicBezTo>
                    <a:pt x="298879" y="291480"/>
                    <a:pt x="305276" y="285083"/>
                    <a:pt x="305276" y="277193"/>
                  </a:cubicBezTo>
                  <a:close/>
                  <a:moveTo>
                    <a:pt x="446818" y="578469"/>
                  </a:moveTo>
                  <a:cubicBezTo>
                    <a:pt x="446818" y="570578"/>
                    <a:pt x="440421" y="564181"/>
                    <a:pt x="432530" y="564181"/>
                  </a:cubicBezTo>
                  <a:lnTo>
                    <a:pt x="288131" y="564181"/>
                  </a:lnTo>
                  <a:cubicBezTo>
                    <a:pt x="280241" y="564181"/>
                    <a:pt x="273844" y="557784"/>
                    <a:pt x="273844" y="549894"/>
                  </a:cubicBezTo>
                  <a:lnTo>
                    <a:pt x="273844" y="517985"/>
                  </a:lnTo>
                  <a:cubicBezTo>
                    <a:pt x="273844" y="510094"/>
                    <a:pt x="280241" y="503697"/>
                    <a:pt x="288131" y="503697"/>
                  </a:cubicBezTo>
                  <a:lnTo>
                    <a:pt x="312992" y="503697"/>
                  </a:lnTo>
                  <a:cubicBezTo>
                    <a:pt x="320882" y="503697"/>
                    <a:pt x="327279" y="497300"/>
                    <a:pt x="327279" y="489410"/>
                  </a:cubicBezTo>
                  <a:cubicBezTo>
                    <a:pt x="327279" y="481519"/>
                    <a:pt x="320882" y="475122"/>
                    <a:pt x="312992" y="475122"/>
                  </a:cubicBezTo>
                  <a:lnTo>
                    <a:pt x="288131" y="475122"/>
                  </a:lnTo>
                  <a:cubicBezTo>
                    <a:pt x="264481" y="475175"/>
                    <a:pt x="245321" y="494334"/>
                    <a:pt x="245269" y="517985"/>
                  </a:cubicBezTo>
                  <a:lnTo>
                    <a:pt x="245269" y="549894"/>
                  </a:lnTo>
                  <a:cubicBezTo>
                    <a:pt x="245321" y="573544"/>
                    <a:pt x="264481" y="592704"/>
                    <a:pt x="288131" y="592756"/>
                  </a:cubicBezTo>
                  <a:lnTo>
                    <a:pt x="432530" y="592756"/>
                  </a:lnTo>
                  <a:cubicBezTo>
                    <a:pt x="440421" y="592756"/>
                    <a:pt x="446818" y="586359"/>
                    <a:pt x="446818" y="578469"/>
                  </a:cubicBezTo>
                  <a:close/>
                </a:path>
              </a:pathLst>
            </a:custGeom>
            <a:solidFill>
              <a:srgbClr val="FA3364"/>
            </a:solidFill>
            <a:ln>
              <a:noFill/>
            </a:ln>
          </p:spPr>
          <p:txBody>
            <a:bodyPr spcFirstLastPara="1" wrap="square" lIns="91394" tIns="45672" rIns="91394" bIns="45672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sp>
        <p:nvSpPr>
          <p:cNvPr id="77" name="Google Shape;3968;p408">
            <a:extLst>
              <a:ext uri="{FF2B5EF4-FFF2-40B4-BE49-F238E27FC236}">
                <a16:creationId xmlns:a16="http://schemas.microsoft.com/office/drawing/2014/main" id="{DFF42DB6-5E0A-ECD2-8E21-69D35E5AAB37}"/>
              </a:ext>
            </a:extLst>
          </p:cNvPr>
          <p:cNvSpPr txBox="1"/>
          <p:nvPr/>
        </p:nvSpPr>
        <p:spPr>
          <a:xfrm>
            <a:off x="2259864" y="1608959"/>
            <a:ext cx="653172" cy="3692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394" tIns="45672" rIns="91394" bIns="45672" anchor="ctr" anchorCtr="0">
            <a:sp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+mn-ea"/>
                <a:cs typeface="Arial"/>
                <a:sym typeface="Century Gothic"/>
              </a:rPr>
              <a:t>Public</a:t>
            </a:r>
          </a:p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+mn-ea"/>
                <a:cs typeface="Arial"/>
                <a:sym typeface="Century Gothic"/>
              </a:rPr>
              <a:t>Cloud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/>
              <a:sym typeface="Arial"/>
            </a:endParaRPr>
          </a:p>
        </p:txBody>
      </p:sp>
      <p:sp>
        <p:nvSpPr>
          <p:cNvPr id="78" name="Google Shape;3968;p408">
            <a:extLst>
              <a:ext uri="{FF2B5EF4-FFF2-40B4-BE49-F238E27FC236}">
                <a16:creationId xmlns:a16="http://schemas.microsoft.com/office/drawing/2014/main" id="{02D4E32D-D1C5-F8B2-D39A-8167C03F97D5}"/>
              </a:ext>
            </a:extLst>
          </p:cNvPr>
          <p:cNvSpPr txBox="1"/>
          <p:nvPr/>
        </p:nvSpPr>
        <p:spPr>
          <a:xfrm>
            <a:off x="4171798" y="1604962"/>
            <a:ext cx="653172" cy="3692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394" tIns="45672" rIns="91394" bIns="45672" anchor="ctr" anchorCtr="0">
            <a:sp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+mn-ea"/>
                <a:cs typeface="Arial"/>
                <a:sym typeface="Century Gothic"/>
              </a:rPr>
              <a:t>Public</a:t>
            </a:r>
          </a:p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+mn-ea"/>
                <a:cs typeface="Arial"/>
                <a:sym typeface="Century Gothic"/>
              </a:rPr>
              <a:t>Cloud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01921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42" presetClass="entr" presetSubtype="0" fill="hold" grpId="0" nodeType="after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500"/>
                            </p:stCondLst>
                            <p:childTnLst>
                              <p:par>
                                <p:cTn id="18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2257;p62">
            <a:extLst>
              <a:ext uri="{FF2B5EF4-FFF2-40B4-BE49-F238E27FC236}">
                <a16:creationId xmlns:a16="http://schemas.microsoft.com/office/drawing/2014/main" id="{A247BFE8-1436-7117-B36B-D7D87126AF13}"/>
              </a:ext>
            </a:extLst>
          </p:cNvPr>
          <p:cNvSpPr txBox="1">
            <a:spLocks/>
          </p:cNvSpPr>
          <p:nvPr/>
        </p:nvSpPr>
        <p:spPr>
          <a:xfrm>
            <a:off x="711527" y="1323601"/>
            <a:ext cx="4608360" cy="18051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t" anchorCtr="0">
            <a:noAutofit/>
          </a:bodyPr>
          <a:lstStyle>
            <a:lvl1pPr algn="ctr" defTabSz="914355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200" b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355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DA7756"/>
                </a:solidFill>
                <a:effectLst/>
                <a:uLnTx/>
                <a:uFillTx/>
                <a:ea typeface="+mj-ea"/>
                <a:cs typeface="+mj-cs"/>
              </a:rPr>
              <a:t>Mythos</a:t>
            </a:r>
            <a:r>
              <a: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j-ea"/>
                <a:cs typeface="+mj-cs"/>
              </a:rPr>
              <a:t> 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j-ea"/>
                <a:cs typeface="+mj-cs"/>
              </a:rPr>
              <a:t>finds and exploits vulnerabilities at machine speed.</a:t>
            </a:r>
            <a:endParaRPr kumimoji="0" lang="en-US" sz="3200" b="1" i="0" u="none" strike="noStrike" kern="1200" cap="none" spc="0" normalizeH="0" baseline="0" noProof="0">
              <a:ln>
                <a:noFill/>
              </a:ln>
              <a:solidFill>
                <a:srgbClr val="ED1951"/>
              </a:solidFill>
              <a:effectLst/>
              <a:uLnTx/>
              <a:uFillTx/>
              <a:ea typeface="+mj-ea"/>
              <a:cs typeface="+mj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9DFEA79-CEB8-2E74-6ED0-A22CCBA81A1B}"/>
              </a:ext>
            </a:extLst>
          </p:cNvPr>
          <p:cNvGrpSpPr/>
          <p:nvPr/>
        </p:nvGrpSpPr>
        <p:grpSpPr>
          <a:xfrm>
            <a:off x="5516358" y="1160463"/>
            <a:ext cx="5855358" cy="4630304"/>
            <a:chOff x="5893730" y="1160463"/>
            <a:chExt cx="5855358" cy="4630304"/>
          </a:xfrm>
        </p:grpSpPr>
        <p:sp>
          <p:nvSpPr>
            <p:cNvPr id="6" name="Rounded Rectangle 5">
              <a:extLst>
                <a:ext uri="{FF2B5EF4-FFF2-40B4-BE49-F238E27FC236}">
                  <a16:creationId xmlns:a16="http://schemas.microsoft.com/office/drawing/2014/main" id="{1467A2BC-090E-6E55-0958-CF3952FAED41}"/>
                </a:ext>
              </a:extLst>
            </p:cNvPr>
            <p:cNvSpPr/>
            <p:nvPr/>
          </p:nvSpPr>
          <p:spPr>
            <a:xfrm>
              <a:off x="5893730" y="1160463"/>
              <a:ext cx="5855358" cy="4630304"/>
            </a:xfrm>
            <a:prstGeom prst="roundRect">
              <a:avLst>
                <a:gd name="adj" fmla="val 2463"/>
              </a:avLst>
            </a:prstGeom>
            <a:solidFill>
              <a:schemeClr val="tx2"/>
            </a:solidFill>
            <a:ln w="9525">
              <a:solidFill>
                <a:srgbClr val="ED195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1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O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endParaRPr>
            </a:p>
          </p:txBody>
        </p:sp>
        <p:sp>
          <p:nvSpPr>
            <p:cNvPr id="7" name="Google Shape;2268;p62">
              <a:extLst>
                <a:ext uri="{FF2B5EF4-FFF2-40B4-BE49-F238E27FC236}">
                  <a16:creationId xmlns:a16="http://schemas.microsoft.com/office/drawing/2014/main" id="{201FF44F-EBB6-B1D6-2ED1-1F29C5F04EA9}"/>
                </a:ext>
              </a:extLst>
            </p:cNvPr>
            <p:cNvSpPr/>
            <p:nvPr/>
          </p:nvSpPr>
          <p:spPr>
            <a:xfrm>
              <a:off x="8310741" y="5410720"/>
              <a:ext cx="1053082" cy="21540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B3E42"/>
                </a:buClr>
                <a:buSzPts val="700"/>
                <a:buFont typeface="Arial"/>
                <a:buNone/>
                <a:tabLst/>
                <a:defRPr/>
              </a:pPr>
              <a:r>
                <a:rPr kumimoji="0" lang="en-US" sz="8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j-lt"/>
                  <a:ea typeface="Century Gothic"/>
                  <a:cs typeface="Century Gothic"/>
                  <a:sym typeface="Century Gothic"/>
                </a:rPr>
                <a:t>Data Centers</a:t>
              </a: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2270;p62">
              <a:extLst>
                <a:ext uri="{FF2B5EF4-FFF2-40B4-BE49-F238E27FC236}">
                  <a16:creationId xmlns:a16="http://schemas.microsoft.com/office/drawing/2014/main" id="{D22B10CA-F3EF-BB37-B288-25FD306E8090}"/>
                </a:ext>
              </a:extLst>
            </p:cNvPr>
            <p:cNvSpPr/>
            <p:nvPr/>
          </p:nvSpPr>
          <p:spPr>
            <a:xfrm>
              <a:off x="6144717" y="5410720"/>
              <a:ext cx="1562520" cy="21540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B3E42"/>
                </a:buClr>
                <a:buSzPts val="700"/>
                <a:buFont typeface="Arial"/>
                <a:buNone/>
                <a:tabLst/>
                <a:defRPr/>
              </a:pPr>
              <a:r>
                <a:rPr kumimoji="0" lang="en-US" sz="8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j-lt"/>
                  <a:ea typeface="Century Gothic"/>
                  <a:cs typeface="Century Gothic"/>
                  <a:sym typeface="Century Gothic"/>
                </a:rPr>
                <a:t>Factories</a:t>
              </a: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2271;p62">
              <a:extLst>
                <a:ext uri="{FF2B5EF4-FFF2-40B4-BE49-F238E27FC236}">
                  <a16:creationId xmlns:a16="http://schemas.microsoft.com/office/drawing/2014/main" id="{3FE494B4-1EC5-6142-CB36-475518E29A1C}"/>
                </a:ext>
              </a:extLst>
            </p:cNvPr>
            <p:cNvSpPr/>
            <p:nvPr/>
          </p:nvSpPr>
          <p:spPr>
            <a:xfrm>
              <a:off x="9967327" y="5410720"/>
              <a:ext cx="1527763" cy="21540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B3E42"/>
                </a:buClr>
                <a:buSzPts val="700"/>
                <a:buFont typeface="Arial"/>
                <a:buNone/>
                <a:tabLst/>
                <a:defRPr/>
              </a:pPr>
              <a:r>
                <a:rPr kumimoji="0" lang="en-US" sz="8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j-lt"/>
                  <a:ea typeface="Century Gothic"/>
                  <a:cs typeface="Century Gothic"/>
                  <a:sym typeface="Century Gothic"/>
                </a:rPr>
                <a:t>Public Clouds</a:t>
              </a: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0" name="Google Shape;2272;p62">
              <a:extLst>
                <a:ext uri="{FF2B5EF4-FFF2-40B4-BE49-F238E27FC236}">
                  <a16:creationId xmlns:a16="http://schemas.microsoft.com/office/drawing/2014/main" id="{7F7C19B9-D535-6067-6814-B7F046A00401}"/>
                </a:ext>
              </a:extLst>
            </p:cNvPr>
            <p:cNvGrpSpPr/>
            <p:nvPr/>
          </p:nvGrpSpPr>
          <p:grpSpPr>
            <a:xfrm>
              <a:off x="8570418" y="4883170"/>
              <a:ext cx="501983" cy="476673"/>
              <a:chOff x="5814992" y="4215003"/>
              <a:chExt cx="577770" cy="548639"/>
            </a:xfrm>
          </p:grpSpPr>
          <p:sp>
            <p:nvSpPr>
              <p:cNvPr id="68" name="Google Shape;2273;p62">
                <a:extLst>
                  <a:ext uri="{FF2B5EF4-FFF2-40B4-BE49-F238E27FC236}">
                    <a16:creationId xmlns:a16="http://schemas.microsoft.com/office/drawing/2014/main" id="{818D6FEE-3BDA-242B-B548-B4587B56EE64}"/>
                  </a:ext>
                </a:extLst>
              </p:cNvPr>
              <p:cNvSpPr/>
              <p:nvPr/>
            </p:nvSpPr>
            <p:spPr>
              <a:xfrm>
                <a:off x="5814992" y="4215003"/>
                <a:ext cx="577770" cy="548639"/>
              </a:xfrm>
              <a:prstGeom prst="roundRect">
                <a:avLst>
                  <a:gd name="adj" fmla="val 16667"/>
                </a:avLst>
              </a:prstGeom>
              <a:solidFill>
                <a:schemeClr val="tx1">
                  <a:alpha val="80000"/>
                </a:schemeClr>
              </a:solidFill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050"/>
                  <a:buFont typeface="Century Gothic"/>
                  <a:buNone/>
                  <a:tabLst/>
                  <a:defRPr/>
                </a:pPr>
                <a:endParaRPr kumimoji="0" sz="1050" b="0" i="0" u="none" strike="noStrike" kern="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+mj-lt"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69" name="Google Shape;2274;p62">
                <a:extLst>
                  <a:ext uri="{FF2B5EF4-FFF2-40B4-BE49-F238E27FC236}">
                    <a16:creationId xmlns:a16="http://schemas.microsoft.com/office/drawing/2014/main" id="{D027B20E-BA66-93E8-1D3A-9F1E58F7F54A}"/>
                  </a:ext>
                </a:extLst>
              </p:cNvPr>
              <p:cNvSpPr/>
              <p:nvPr/>
            </p:nvSpPr>
            <p:spPr>
              <a:xfrm>
                <a:off x="5981891" y="4481447"/>
                <a:ext cx="268512" cy="208376"/>
              </a:xfrm>
              <a:custGeom>
                <a:avLst/>
                <a:gdLst/>
                <a:ahLst/>
                <a:cxnLst/>
                <a:rect l="l" t="t" r="r" b="b"/>
                <a:pathLst>
                  <a:path w="828484" h="642937" extrusionOk="0">
                    <a:moveTo>
                      <a:pt x="605885" y="642938"/>
                    </a:moveTo>
                    <a:lnTo>
                      <a:pt x="222599" y="642938"/>
                    </a:lnTo>
                    <a:cubicBezTo>
                      <a:pt x="188427" y="642885"/>
                      <a:pt x="160739" y="615197"/>
                      <a:pt x="160687" y="581025"/>
                    </a:cubicBezTo>
                    <a:lnTo>
                      <a:pt x="160687" y="61913"/>
                    </a:lnTo>
                    <a:cubicBezTo>
                      <a:pt x="160739" y="27741"/>
                      <a:pt x="188427" y="52"/>
                      <a:pt x="222599" y="0"/>
                    </a:cubicBezTo>
                    <a:lnTo>
                      <a:pt x="605885" y="0"/>
                    </a:lnTo>
                    <a:cubicBezTo>
                      <a:pt x="640057" y="52"/>
                      <a:pt x="667745" y="27741"/>
                      <a:pt x="667798" y="61913"/>
                    </a:cubicBezTo>
                    <a:lnTo>
                      <a:pt x="667798" y="581025"/>
                    </a:lnTo>
                    <a:cubicBezTo>
                      <a:pt x="667745" y="615197"/>
                      <a:pt x="640057" y="642885"/>
                      <a:pt x="605885" y="642938"/>
                    </a:cubicBezTo>
                    <a:close/>
                    <a:moveTo>
                      <a:pt x="222599" y="28575"/>
                    </a:moveTo>
                    <a:cubicBezTo>
                      <a:pt x="204187" y="28575"/>
                      <a:pt x="189262" y="43501"/>
                      <a:pt x="189262" y="61913"/>
                    </a:cubicBezTo>
                    <a:lnTo>
                      <a:pt x="189262" y="581025"/>
                    </a:lnTo>
                    <a:cubicBezTo>
                      <a:pt x="189262" y="599437"/>
                      <a:pt x="204187" y="614363"/>
                      <a:pt x="222599" y="614363"/>
                    </a:cubicBezTo>
                    <a:lnTo>
                      <a:pt x="605885" y="614363"/>
                    </a:lnTo>
                    <a:cubicBezTo>
                      <a:pt x="624297" y="614363"/>
                      <a:pt x="639223" y="599437"/>
                      <a:pt x="639223" y="581025"/>
                    </a:cubicBezTo>
                    <a:lnTo>
                      <a:pt x="639223" y="61913"/>
                    </a:lnTo>
                    <a:cubicBezTo>
                      <a:pt x="639223" y="43501"/>
                      <a:pt x="624297" y="28575"/>
                      <a:pt x="605885" y="28575"/>
                    </a:cubicBezTo>
                    <a:close/>
                    <a:moveTo>
                      <a:pt x="130778" y="567595"/>
                    </a:moveTo>
                    <a:cubicBezTo>
                      <a:pt x="130778" y="557073"/>
                      <a:pt x="122250" y="548545"/>
                      <a:pt x="111728" y="548545"/>
                    </a:cubicBezTo>
                    <a:cubicBezTo>
                      <a:pt x="101207" y="548545"/>
                      <a:pt x="92678" y="557073"/>
                      <a:pt x="92678" y="567595"/>
                    </a:cubicBezTo>
                    <a:cubicBezTo>
                      <a:pt x="92678" y="578116"/>
                      <a:pt x="101207" y="586645"/>
                      <a:pt x="111728" y="586645"/>
                    </a:cubicBezTo>
                    <a:lnTo>
                      <a:pt x="112205" y="586645"/>
                    </a:lnTo>
                    <a:cubicBezTo>
                      <a:pt x="122539" y="586387"/>
                      <a:pt x="130781" y="577932"/>
                      <a:pt x="130778" y="567595"/>
                    </a:cubicBezTo>
                    <a:close/>
                    <a:moveTo>
                      <a:pt x="43910" y="583311"/>
                    </a:moveTo>
                    <a:cubicBezTo>
                      <a:pt x="41318" y="583289"/>
                      <a:pt x="38757" y="582738"/>
                      <a:pt x="36385" y="581692"/>
                    </a:cubicBezTo>
                    <a:lnTo>
                      <a:pt x="35338" y="581692"/>
                    </a:lnTo>
                    <a:cubicBezTo>
                      <a:pt x="25737" y="577352"/>
                      <a:pt x="21473" y="566051"/>
                      <a:pt x="25813" y="556451"/>
                    </a:cubicBezTo>
                    <a:cubicBezTo>
                      <a:pt x="30152" y="546850"/>
                      <a:pt x="41454" y="542586"/>
                      <a:pt x="51054" y="546926"/>
                    </a:cubicBezTo>
                    <a:cubicBezTo>
                      <a:pt x="60762" y="550981"/>
                      <a:pt x="65343" y="562139"/>
                      <a:pt x="61288" y="571847"/>
                    </a:cubicBezTo>
                    <a:cubicBezTo>
                      <a:pt x="61243" y="571954"/>
                      <a:pt x="61197" y="572060"/>
                      <a:pt x="61151" y="572167"/>
                    </a:cubicBezTo>
                    <a:cubicBezTo>
                      <a:pt x="58068" y="578925"/>
                      <a:pt x="51338" y="583275"/>
                      <a:pt x="43910" y="583311"/>
                    </a:cubicBezTo>
                    <a:close/>
                    <a:moveTo>
                      <a:pt x="19050" y="524542"/>
                    </a:moveTo>
                    <a:cubicBezTo>
                      <a:pt x="8529" y="524542"/>
                      <a:pt x="0" y="516013"/>
                      <a:pt x="0" y="505492"/>
                    </a:cubicBezTo>
                    <a:lnTo>
                      <a:pt x="0" y="504539"/>
                    </a:lnTo>
                    <a:cubicBezTo>
                      <a:pt x="0" y="494018"/>
                      <a:pt x="8529" y="485489"/>
                      <a:pt x="19050" y="485489"/>
                    </a:cubicBezTo>
                    <a:cubicBezTo>
                      <a:pt x="29571" y="485489"/>
                      <a:pt x="38100" y="494018"/>
                      <a:pt x="38100" y="504539"/>
                    </a:cubicBezTo>
                    <a:lnTo>
                      <a:pt x="38100" y="505492"/>
                    </a:lnTo>
                    <a:cubicBezTo>
                      <a:pt x="38100" y="516013"/>
                      <a:pt x="29571" y="524542"/>
                      <a:pt x="19050" y="524542"/>
                    </a:cubicBezTo>
                    <a:close/>
                    <a:moveTo>
                      <a:pt x="19050" y="455771"/>
                    </a:moveTo>
                    <a:cubicBezTo>
                      <a:pt x="8529" y="455771"/>
                      <a:pt x="0" y="447243"/>
                      <a:pt x="0" y="436721"/>
                    </a:cubicBezTo>
                    <a:lnTo>
                      <a:pt x="0" y="435769"/>
                    </a:lnTo>
                    <a:cubicBezTo>
                      <a:pt x="0" y="425247"/>
                      <a:pt x="8529" y="416719"/>
                      <a:pt x="19050" y="416719"/>
                    </a:cubicBezTo>
                    <a:cubicBezTo>
                      <a:pt x="29571" y="416719"/>
                      <a:pt x="38100" y="425247"/>
                      <a:pt x="38100" y="435769"/>
                    </a:cubicBezTo>
                    <a:lnTo>
                      <a:pt x="38100" y="436817"/>
                    </a:lnTo>
                    <a:cubicBezTo>
                      <a:pt x="38048" y="447301"/>
                      <a:pt x="29534" y="455771"/>
                      <a:pt x="19050" y="455771"/>
                    </a:cubicBezTo>
                    <a:close/>
                    <a:moveTo>
                      <a:pt x="19050" y="386906"/>
                    </a:moveTo>
                    <a:cubicBezTo>
                      <a:pt x="8529" y="386906"/>
                      <a:pt x="0" y="378377"/>
                      <a:pt x="0" y="367856"/>
                    </a:cubicBezTo>
                    <a:lnTo>
                      <a:pt x="0" y="366903"/>
                    </a:lnTo>
                    <a:cubicBezTo>
                      <a:pt x="0" y="356382"/>
                      <a:pt x="8529" y="347853"/>
                      <a:pt x="19050" y="347853"/>
                    </a:cubicBezTo>
                    <a:cubicBezTo>
                      <a:pt x="29571" y="347853"/>
                      <a:pt x="38100" y="356382"/>
                      <a:pt x="38100" y="366903"/>
                    </a:cubicBezTo>
                    <a:lnTo>
                      <a:pt x="38100" y="367856"/>
                    </a:lnTo>
                    <a:cubicBezTo>
                      <a:pt x="38100" y="378377"/>
                      <a:pt x="29571" y="386906"/>
                      <a:pt x="19050" y="386906"/>
                    </a:cubicBezTo>
                    <a:close/>
                    <a:moveTo>
                      <a:pt x="19050" y="318135"/>
                    </a:moveTo>
                    <a:cubicBezTo>
                      <a:pt x="8529" y="318135"/>
                      <a:pt x="0" y="309606"/>
                      <a:pt x="0" y="299085"/>
                    </a:cubicBezTo>
                    <a:lnTo>
                      <a:pt x="0" y="298133"/>
                    </a:lnTo>
                    <a:cubicBezTo>
                      <a:pt x="0" y="287611"/>
                      <a:pt x="8529" y="279083"/>
                      <a:pt x="19050" y="279083"/>
                    </a:cubicBezTo>
                    <a:cubicBezTo>
                      <a:pt x="29571" y="279083"/>
                      <a:pt x="38100" y="287611"/>
                      <a:pt x="38100" y="298133"/>
                    </a:cubicBezTo>
                    <a:lnTo>
                      <a:pt x="38100" y="299085"/>
                    </a:lnTo>
                    <a:cubicBezTo>
                      <a:pt x="38100" y="309606"/>
                      <a:pt x="29571" y="318135"/>
                      <a:pt x="19050" y="318135"/>
                    </a:cubicBezTo>
                    <a:close/>
                    <a:moveTo>
                      <a:pt x="19050" y="249269"/>
                    </a:moveTo>
                    <a:cubicBezTo>
                      <a:pt x="8529" y="249269"/>
                      <a:pt x="0" y="240741"/>
                      <a:pt x="0" y="230219"/>
                    </a:cubicBezTo>
                    <a:lnTo>
                      <a:pt x="0" y="229267"/>
                    </a:lnTo>
                    <a:cubicBezTo>
                      <a:pt x="0" y="218745"/>
                      <a:pt x="8529" y="210217"/>
                      <a:pt x="19050" y="210217"/>
                    </a:cubicBezTo>
                    <a:cubicBezTo>
                      <a:pt x="29571" y="210217"/>
                      <a:pt x="38100" y="218745"/>
                      <a:pt x="38100" y="229267"/>
                    </a:cubicBezTo>
                    <a:lnTo>
                      <a:pt x="38100" y="230219"/>
                    </a:lnTo>
                    <a:cubicBezTo>
                      <a:pt x="38100" y="240741"/>
                      <a:pt x="29571" y="249269"/>
                      <a:pt x="19050" y="249269"/>
                    </a:cubicBezTo>
                    <a:close/>
                    <a:moveTo>
                      <a:pt x="43529" y="189643"/>
                    </a:moveTo>
                    <a:cubicBezTo>
                      <a:pt x="36054" y="189699"/>
                      <a:pt x="29238" y="185377"/>
                      <a:pt x="26098" y="178594"/>
                    </a:cubicBezTo>
                    <a:cubicBezTo>
                      <a:pt x="21730" y="169173"/>
                      <a:pt x="25713" y="157988"/>
                      <a:pt x="35052" y="153448"/>
                    </a:cubicBezTo>
                    <a:lnTo>
                      <a:pt x="36195" y="153448"/>
                    </a:lnTo>
                    <a:cubicBezTo>
                      <a:pt x="45389" y="148334"/>
                      <a:pt x="56989" y="151642"/>
                      <a:pt x="62103" y="160836"/>
                    </a:cubicBezTo>
                    <a:cubicBezTo>
                      <a:pt x="67217" y="170031"/>
                      <a:pt x="63909" y="181630"/>
                      <a:pt x="54714" y="186744"/>
                    </a:cubicBezTo>
                    <a:cubicBezTo>
                      <a:pt x="53728" y="187293"/>
                      <a:pt x="52694" y="187753"/>
                      <a:pt x="51626" y="188119"/>
                    </a:cubicBezTo>
                    <a:cubicBezTo>
                      <a:pt x="49070" y="189211"/>
                      <a:pt x="46307" y="189731"/>
                      <a:pt x="43529" y="189643"/>
                    </a:cubicBezTo>
                    <a:close/>
                    <a:moveTo>
                      <a:pt x="130969" y="167069"/>
                    </a:moveTo>
                    <a:cubicBezTo>
                      <a:pt x="130969" y="156547"/>
                      <a:pt x="122440" y="148019"/>
                      <a:pt x="111919" y="148019"/>
                    </a:cubicBezTo>
                    <a:lnTo>
                      <a:pt x="111442" y="148019"/>
                    </a:lnTo>
                    <a:cubicBezTo>
                      <a:pt x="100921" y="148019"/>
                      <a:pt x="92392" y="156547"/>
                      <a:pt x="92392" y="167069"/>
                    </a:cubicBezTo>
                    <a:cubicBezTo>
                      <a:pt x="92392" y="177590"/>
                      <a:pt x="100921" y="186119"/>
                      <a:pt x="111442" y="186119"/>
                    </a:cubicBezTo>
                    <a:cubicBezTo>
                      <a:pt x="121960" y="186381"/>
                      <a:pt x="130700" y="178069"/>
                      <a:pt x="130963" y="167550"/>
                    </a:cubicBezTo>
                    <a:cubicBezTo>
                      <a:pt x="130967" y="167390"/>
                      <a:pt x="130969" y="167229"/>
                      <a:pt x="130969" y="167069"/>
                    </a:cubicBezTo>
                    <a:close/>
                    <a:moveTo>
                      <a:pt x="736092" y="567595"/>
                    </a:moveTo>
                    <a:cubicBezTo>
                      <a:pt x="736092" y="557073"/>
                      <a:pt x="727563" y="548545"/>
                      <a:pt x="717042" y="548545"/>
                    </a:cubicBezTo>
                    <a:lnTo>
                      <a:pt x="716566" y="548545"/>
                    </a:lnTo>
                    <a:cubicBezTo>
                      <a:pt x="706044" y="548545"/>
                      <a:pt x="697516" y="557073"/>
                      <a:pt x="697516" y="567595"/>
                    </a:cubicBezTo>
                    <a:cubicBezTo>
                      <a:pt x="697516" y="578116"/>
                      <a:pt x="706044" y="586645"/>
                      <a:pt x="716566" y="586645"/>
                    </a:cubicBezTo>
                    <a:cubicBezTo>
                      <a:pt x="727087" y="586645"/>
                      <a:pt x="735616" y="578116"/>
                      <a:pt x="735616" y="567595"/>
                    </a:cubicBezTo>
                    <a:close/>
                    <a:moveTo>
                      <a:pt x="784384" y="583311"/>
                    </a:moveTo>
                    <a:cubicBezTo>
                      <a:pt x="773862" y="583275"/>
                      <a:pt x="765363" y="574717"/>
                      <a:pt x="765399" y="564195"/>
                    </a:cubicBezTo>
                    <a:cubicBezTo>
                      <a:pt x="765425" y="556671"/>
                      <a:pt x="769878" y="549866"/>
                      <a:pt x="776764" y="546830"/>
                    </a:cubicBezTo>
                    <a:lnTo>
                      <a:pt x="777431" y="546830"/>
                    </a:lnTo>
                    <a:cubicBezTo>
                      <a:pt x="787031" y="542491"/>
                      <a:pt x="798328" y="546755"/>
                      <a:pt x="802672" y="556355"/>
                    </a:cubicBezTo>
                    <a:cubicBezTo>
                      <a:pt x="807015" y="565956"/>
                      <a:pt x="802748" y="577257"/>
                      <a:pt x="793147" y="581597"/>
                    </a:cubicBezTo>
                    <a:lnTo>
                      <a:pt x="792099" y="581597"/>
                    </a:lnTo>
                    <a:cubicBezTo>
                      <a:pt x="789663" y="582666"/>
                      <a:pt x="787043" y="583248"/>
                      <a:pt x="784384" y="583311"/>
                    </a:cubicBezTo>
                    <a:close/>
                    <a:moveTo>
                      <a:pt x="809435" y="524542"/>
                    </a:moveTo>
                    <a:cubicBezTo>
                      <a:pt x="798909" y="524542"/>
                      <a:pt x="790385" y="516013"/>
                      <a:pt x="790385" y="505492"/>
                    </a:cubicBezTo>
                    <a:lnTo>
                      <a:pt x="790385" y="504539"/>
                    </a:lnTo>
                    <a:cubicBezTo>
                      <a:pt x="790385" y="494018"/>
                      <a:pt x="798909" y="485489"/>
                      <a:pt x="809435" y="485489"/>
                    </a:cubicBezTo>
                    <a:cubicBezTo>
                      <a:pt x="819960" y="485489"/>
                      <a:pt x="828485" y="494018"/>
                      <a:pt x="828485" y="504539"/>
                    </a:cubicBezTo>
                    <a:lnTo>
                      <a:pt x="828485" y="505492"/>
                    </a:lnTo>
                    <a:cubicBezTo>
                      <a:pt x="828485" y="516013"/>
                      <a:pt x="819960" y="524542"/>
                      <a:pt x="809435" y="524542"/>
                    </a:cubicBezTo>
                    <a:close/>
                    <a:moveTo>
                      <a:pt x="809435" y="455771"/>
                    </a:moveTo>
                    <a:cubicBezTo>
                      <a:pt x="798909" y="455771"/>
                      <a:pt x="790385" y="447243"/>
                      <a:pt x="790385" y="436721"/>
                    </a:cubicBezTo>
                    <a:lnTo>
                      <a:pt x="790385" y="435769"/>
                    </a:lnTo>
                    <a:cubicBezTo>
                      <a:pt x="790385" y="425247"/>
                      <a:pt x="798909" y="416719"/>
                      <a:pt x="809435" y="416719"/>
                    </a:cubicBezTo>
                    <a:cubicBezTo>
                      <a:pt x="819960" y="416719"/>
                      <a:pt x="828485" y="425247"/>
                      <a:pt x="828485" y="435769"/>
                    </a:cubicBezTo>
                    <a:lnTo>
                      <a:pt x="828485" y="436817"/>
                    </a:lnTo>
                    <a:cubicBezTo>
                      <a:pt x="828427" y="447301"/>
                      <a:pt x="819922" y="455771"/>
                      <a:pt x="809435" y="455771"/>
                    </a:cubicBezTo>
                    <a:close/>
                    <a:moveTo>
                      <a:pt x="809435" y="386906"/>
                    </a:moveTo>
                    <a:cubicBezTo>
                      <a:pt x="798909" y="386906"/>
                      <a:pt x="790385" y="378377"/>
                      <a:pt x="790385" y="367856"/>
                    </a:cubicBezTo>
                    <a:lnTo>
                      <a:pt x="790385" y="366903"/>
                    </a:lnTo>
                    <a:cubicBezTo>
                      <a:pt x="790385" y="356382"/>
                      <a:pt x="798909" y="347853"/>
                      <a:pt x="809435" y="347853"/>
                    </a:cubicBezTo>
                    <a:cubicBezTo>
                      <a:pt x="819960" y="347853"/>
                      <a:pt x="828485" y="356382"/>
                      <a:pt x="828485" y="366903"/>
                    </a:cubicBezTo>
                    <a:lnTo>
                      <a:pt x="828485" y="367856"/>
                    </a:lnTo>
                    <a:cubicBezTo>
                      <a:pt x="828485" y="378377"/>
                      <a:pt x="819960" y="386906"/>
                      <a:pt x="809435" y="386906"/>
                    </a:cubicBezTo>
                    <a:close/>
                    <a:moveTo>
                      <a:pt x="809435" y="318135"/>
                    </a:moveTo>
                    <a:cubicBezTo>
                      <a:pt x="798909" y="318135"/>
                      <a:pt x="790385" y="309606"/>
                      <a:pt x="790385" y="299085"/>
                    </a:cubicBezTo>
                    <a:lnTo>
                      <a:pt x="790385" y="298133"/>
                    </a:lnTo>
                    <a:cubicBezTo>
                      <a:pt x="790385" y="287611"/>
                      <a:pt x="798909" y="279083"/>
                      <a:pt x="809435" y="279083"/>
                    </a:cubicBezTo>
                    <a:cubicBezTo>
                      <a:pt x="819960" y="279083"/>
                      <a:pt x="828485" y="287611"/>
                      <a:pt x="828485" y="298133"/>
                    </a:cubicBezTo>
                    <a:lnTo>
                      <a:pt x="828485" y="299085"/>
                    </a:lnTo>
                    <a:cubicBezTo>
                      <a:pt x="828485" y="309606"/>
                      <a:pt x="819960" y="318135"/>
                      <a:pt x="809435" y="318135"/>
                    </a:cubicBezTo>
                    <a:close/>
                    <a:moveTo>
                      <a:pt x="809435" y="249269"/>
                    </a:moveTo>
                    <a:cubicBezTo>
                      <a:pt x="798909" y="249269"/>
                      <a:pt x="790385" y="240741"/>
                      <a:pt x="790385" y="230219"/>
                    </a:cubicBezTo>
                    <a:lnTo>
                      <a:pt x="790385" y="229267"/>
                    </a:lnTo>
                    <a:cubicBezTo>
                      <a:pt x="790385" y="218745"/>
                      <a:pt x="798909" y="210217"/>
                      <a:pt x="809435" y="210217"/>
                    </a:cubicBezTo>
                    <a:cubicBezTo>
                      <a:pt x="819960" y="210217"/>
                      <a:pt x="828485" y="218745"/>
                      <a:pt x="828485" y="229267"/>
                    </a:cubicBezTo>
                    <a:lnTo>
                      <a:pt x="828485" y="230219"/>
                    </a:lnTo>
                    <a:cubicBezTo>
                      <a:pt x="828485" y="240741"/>
                      <a:pt x="819960" y="249269"/>
                      <a:pt x="809435" y="249269"/>
                    </a:cubicBezTo>
                    <a:close/>
                    <a:moveTo>
                      <a:pt x="785717" y="189928"/>
                    </a:moveTo>
                    <a:cubicBezTo>
                      <a:pt x="782979" y="189931"/>
                      <a:pt x="780276" y="189312"/>
                      <a:pt x="777812" y="188119"/>
                    </a:cubicBezTo>
                    <a:lnTo>
                      <a:pt x="777145" y="188119"/>
                    </a:lnTo>
                    <a:cubicBezTo>
                      <a:pt x="767299" y="184412"/>
                      <a:pt x="762322" y="173425"/>
                      <a:pt x="766028" y="163579"/>
                    </a:cubicBezTo>
                    <a:cubicBezTo>
                      <a:pt x="769735" y="153732"/>
                      <a:pt x="780722" y="148755"/>
                      <a:pt x="790569" y="152462"/>
                    </a:cubicBezTo>
                    <a:cubicBezTo>
                      <a:pt x="791254" y="152720"/>
                      <a:pt x="791924" y="153017"/>
                      <a:pt x="792575" y="153352"/>
                    </a:cubicBezTo>
                    <a:lnTo>
                      <a:pt x="793718" y="153352"/>
                    </a:lnTo>
                    <a:cubicBezTo>
                      <a:pt x="803405" y="157465"/>
                      <a:pt x="807920" y="168650"/>
                      <a:pt x="803805" y="178334"/>
                    </a:cubicBezTo>
                    <a:cubicBezTo>
                      <a:pt x="800738" y="185555"/>
                      <a:pt x="793559" y="190156"/>
                      <a:pt x="785717" y="189928"/>
                    </a:cubicBezTo>
                    <a:close/>
                    <a:moveTo>
                      <a:pt x="736092" y="167069"/>
                    </a:moveTo>
                    <a:cubicBezTo>
                      <a:pt x="736092" y="156547"/>
                      <a:pt x="727563" y="148019"/>
                      <a:pt x="717042" y="148019"/>
                    </a:cubicBezTo>
                    <a:cubicBezTo>
                      <a:pt x="706521" y="148019"/>
                      <a:pt x="697992" y="156547"/>
                      <a:pt x="697992" y="167069"/>
                    </a:cubicBezTo>
                    <a:cubicBezTo>
                      <a:pt x="697992" y="177590"/>
                      <a:pt x="706521" y="186119"/>
                      <a:pt x="717042" y="186119"/>
                    </a:cubicBezTo>
                    <a:lnTo>
                      <a:pt x="717518" y="186119"/>
                    </a:lnTo>
                    <a:cubicBezTo>
                      <a:pt x="727741" y="185709"/>
                      <a:pt x="735815" y="177299"/>
                      <a:pt x="735806" y="167069"/>
                    </a:cubicBezTo>
                    <a:close/>
                    <a:moveTo>
                      <a:pt x="546735" y="181356"/>
                    </a:moveTo>
                    <a:lnTo>
                      <a:pt x="355378" y="181356"/>
                    </a:lnTo>
                    <a:cubicBezTo>
                      <a:pt x="332389" y="181356"/>
                      <a:pt x="313754" y="162720"/>
                      <a:pt x="313754" y="139732"/>
                    </a:cubicBezTo>
                    <a:cubicBezTo>
                      <a:pt x="313754" y="116743"/>
                      <a:pt x="332389" y="98107"/>
                      <a:pt x="355378" y="98107"/>
                    </a:cubicBezTo>
                    <a:lnTo>
                      <a:pt x="546449" y="98107"/>
                    </a:lnTo>
                    <a:cubicBezTo>
                      <a:pt x="569438" y="98107"/>
                      <a:pt x="588074" y="116743"/>
                      <a:pt x="588074" y="139732"/>
                    </a:cubicBezTo>
                    <a:cubicBezTo>
                      <a:pt x="588074" y="162720"/>
                      <a:pt x="569438" y="181356"/>
                      <a:pt x="546449" y="181356"/>
                    </a:cubicBezTo>
                    <a:close/>
                    <a:moveTo>
                      <a:pt x="355378" y="126682"/>
                    </a:moveTo>
                    <a:cubicBezTo>
                      <a:pt x="348171" y="126682"/>
                      <a:pt x="342329" y="132525"/>
                      <a:pt x="342329" y="139732"/>
                    </a:cubicBezTo>
                    <a:cubicBezTo>
                      <a:pt x="342329" y="146938"/>
                      <a:pt x="348171" y="152781"/>
                      <a:pt x="355378" y="152781"/>
                    </a:cubicBezTo>
                    <a:lnTo>
                      <a:pt x="546449" y="152781"/>
                    </a:lnTo>
                    <a:cubicBezTo>
                      <a:pt x="553656" y="152781"/>
                      <a:pt x="559499" y="146938"/>
                      <a:pt x="559499" y="139732"/>
                    </a:cubicBezTo>
                    <a:cubicBezTo>
                      <a:pt x="559499" y="132525"/>
                      <a:pt x="553656" y="126682"/>
                      <a:pt x="546449" y="126682"/>
                    </a:cubicBezTo>
                    <a:close/>
                    <a:moveTo>
                      <a:pt x="546449" y="302419"/>
                    </a:moveTo>
                    <a:lnTo>
                      <a:pt x="355378" y="302419"/>
                    </a:lnTo>
                    <a:cubicBezTo>
                      <a:pt x="332389" y="302419"/>
                      <a:pt x="313754" y="283783"/>
                      <a:pt x="313754" y="260795"/>
                    </a:cubicBezTo>
                    <a:cubicBezTo>
                      <a:pt x="313754" y="237806"/>
                      <a:pt x="332389" y="219170"/>
                      <a:pt x="355378" y="219170"/>
                    </a:cubicBezTo>
                    <a:lnTo>
                      <a:pt x="546449" y="219170"/>
                    </a:lnTo>
                    <a:cubicBezTo>
                      <a:pt x="569438" y="219170"/>
                      <a:pt x="588074" y="237806"/>
                      <a:pt x="588074" y="260795"/>
                    </a:cubicBezTo>
                    <a:cubicBezTo>
                      <a:pt x="588074" y="283783"/>
                      <a:pt x="569438" y="302419"/>
                      <a:pt x="546449" y="302419"/>
                    </a:cubicBezTo>
                    <a:close/>
                    <a:moveTo>
                      <a:pt x="355378" y="247841"/>
                    </a:moveTo>
                    <a:cubicBezTo>
                      <a:pt x="348171" y="247841"/>
                      <a:pt x="342329" y="253683"/>
                      <a:pt x="342329" y="260890"/>
                    </a:cubicBezTo>
                    <a:cubicBezTo>
                      <a:pt x="342329" y="268096"/>
                      <a:pt x="348171" y="273939"/>
                      <a:pt x="355378" y="273939"/>
                    </a:cubicBezTo>
                    <a:lnTo>
                      <a:pt x="546449" y="273939"/>
                    </a:lnTo>
                    <a:cubicBezTo>
                      <a:pt x="553656" y="273939"/>
                      <a:pt x="559499" y="268096"/>
                      <a:pt x="559499" y="260890"/>
                    </a:cubicBezTo>
                    <a:cubicBezTo>
                      <a:pt x="559499" y="253683"/>
                      <a:pt x="553656" y="247841"/>
                      <a:pt x="546449" y="247841"/>
                    </a:cubicBezTo>
                    <a:close/>
                    <a:moveTo>
                      <a:pt x="546449" y="423672"/>
                    </a:moveTo>
                    <a:lnTo>
                      <a:pt x="355378" y="423672"/>
                    </a:lnTo>
                    <a:cubicBezTo>
                      <a:pt x="332389" y="423672"/>
                      <a:pt x="313754" y="405036"/>
                      <a:pt x="313754" y="382048"/>
                    </a:cubicBezTo>
                    <a:cubicBezTo>
                      <a:pt x="313754" y="359059"/>
                      <a:pt x="332389" y="340424"/>
                      <a:pt x="355378" y="340424"/>
                    </a:cubicBezTo>
                    <a:lnTo>
                      <a:pt x="546449" y="340424"/>
                    </a:lnTo>
                    <a:cubicBezTo>
                      <a:pt x="569438" y="340424"/>
                      <a:pt x="588074" y="359059"/>
                      <a:pt x="588074" y="382048"/>
                    </a:cubicBezTo>
                    <a:cubicBezTo>
                      <a:pt x="588074" y="405036"/>
                      <a:pt x="569438" y="423672"/>
                      <a:pt x="546449" y="423672"/>
                    </a:cubicBezTo>
                    <a:close/>
                    <a:moveTo>
                      <a:pt x="355378" y="369094"/>
                    </a:moveTo>
                    <a:cubicBezTo>
                      <a:pt x="348171" y="369094"/>
                      <a:pt x="342329" y="374936"/>
                      <a:pt x="342329" y="382143"/>
                    </a:cubicBezTo>
                    <a:cubicBezTo>
                      <a:pt x="342329" y="389350"/>
                      <a:pt x="348171" y="395192"/>
                      <a:pt x="355378" y="395192"/>
                    </a:cubicBezTo>
                    <a:lnTo>
                      <a:pt x="546449" y="395192"/>
                    </a:lnTo>
                    <a:cubicBezTo>
                      <a:pt x="553656" y="395192"/>
                      <a:pt x="559499" y="389350"/>
                      <a:pt x="559499" y="382143"/>
                    </a:cubicBezTo>
                    <a:cubicBezTo>
                      <a:pt x="559499" y="374936"/>
                      <a:pt x="553656" y="369094"/>
                      <a:pt x="546449" y="369094"/>
                    </a:cubicBezTo>
                    <a:close/>
                    <a:moveTo>
                      <a:pt x="546449" y="544830"/>
                    </a:moveTo>
                    <a:lnTo>
                      <a:pt x="355378" y="544830"/>
                    </a:lnTo>
                    <a:cubicBezTo>
                      <a:pt x="332389" y="544830"/>
                      <a:pt x="313754" y="526194"/>
                      <a:pt x="313754" y="503206"/>
                    </a:cubicBezTo>
                    <a:cubicBezTo>
                      <a:pt x="313754" y="480217"/>
                      <a:pt x="332389" y="461582"/>
                      <a:pt x="355378" y="461582"/>
                    </a:cubicBezTo>
                    <a:lnTo>
                      <a:pt x="546449" y="461582"/>
                    </a:lnTo>
                    <a:cubicBezTo>
                      <a:pt x="569438" y="461582"/>
                      <a:pt x="588074" y="480217"/>
                      <a:pt x="588074" y="503206"/>
                    </a:cubicBezTo>
                    <a:cubicBezTo>
                      <a:pt x="588074" y="526194"/>
                      <a:pt x="569438" y="544830"/>
                      <a:pt x="546449" y="544830"/>
                    </a:cubicBezTo>
                    <a:close/>
                    <a:moveTo>
                      <a:pt x="355378" y="490157"/>
                    </a:moveTo>
                    <a:cubicBezTo>
                      <a:pt x="348171" y="490157"/>
                      <a:pt x="342329" y="495999"/>
                      <a:pt x="342329" y="503206"/>
                    </a:cubicBezTo>
                    <a:cubicBezTo>
                      <a:pt x="342329" y="510412"/>
                      <a:pt x="348171" y="516255"/>
                      <a:pt x="355378" y="516255"/>
                    </a:cubicBezTo>
                    <a:lnTo>
                      <a:pt x="546449" y="516255"/>
                    </a:lnTo>
                    <a:cubicBezTo>
                      <a:pt x="553656" y="516255"/>
                      <a:pt x="559499" y="510412"/>
                      <a:pt x="559499" y="503206"/>
                    </a:cubicBezTo>
                    <a:cubicBezTo>
                      <a:pt x="559499" y="495999"/>
                      <a:pt x="553656" y="490157"/>
                      <a:pt x="546449" y="490157"/>
                    </a:cubicBezTo>
                    <a:close/>
                    <a:moveTo>
                      <a:pt x="259461" y="120682"/>
                    </a:moveTo>
                    <a:cubicBezTo>
                      <a:pt x="248940" y="120682"/>
                      <a:pt x="240411" y="129210"/>
                      <a:pt x="240411" y="139732"/>
                    </a:cubicBezTo>
                    <a:cubicBezTo>
                      <a:pt x="240411" y="150253"/>
                      <a:pt x="248940" y="158782"/>
                      <a:pt x="259461" y="158782"/>
                    </a:cubicBezTo>
                    <a:cubicBezTo>
                      <a:pt x="269982" y="158782"/>
                      <a:pt x="278511" y="150253"/>
                      <a:pt x="278511" y="139732"/>
                    </a:cubicBezTo>
                    <a:cubicBezTo>
                      <a:pt x="278511" y="129210"/>
                      <a:pt x="269982" y="120682"/>
                      <a:pt x="259461" y="120682"/>
                    </a:cubicBezTo>
                    <a:close/>
                    <a:moveTo>
                      <a:pt x="259461" y="241840"/>
                    </a:moveTo>
                    <a:cubicBezTo>
                      <a:pt x="248940" y="241840"/>
                      <a:pt x="240411" y="250368"/>
                      <a:pt x="240411" y="260890"/>
                    </a:cubicBezTo>
                    <a:cubicBezTo>
                      <a:pt x="240411" y="271411"/>
                      <a:pt x="248940" y="279940"/>
                      <a:pt x="259461" y="279940"/>
                    </a:cubicBezTo>
                    <a:cubicBezTo>
                      <a:pt x="269982" y="279940"/>
                      <a:pt x="278511" y="271411"/>
                      <a:pt x="278511" y="260890"/>
                    </a:cubicBezTo>
                    <a:cubicBezTo>
                      <a:pt x="278511" y="250368"/>
                      <a:pt x="269982" y="241840"/>
                      <a:pt x="259461" y="241840"/>
                    </a:cubicBezTo>
                    <a:close/>
                    <a:moveTo>
                      <a:pt x="259461" y="362998"/>
                    </a:moveTo>
                    <a:cubicBezTo>
                      <a:pt x="248940" y="362998"/>
                      <a:pt x="240411" y="371526"/>
                      <a:pt x="240411" y="382048"/>
                    </a:cubicBezTo>
                    <a:cubicBezTo>
                      <a:pt x="240411" y="392569"/>
                      <a:pt x="248940" y="401098"/>
                      <a:pt x="259461" y="401098"/>
                    </a:cubicBezTo>
                    <a:cubicBezTo>
                      <a:pt x="269982" y="401098"/>
                      <a:pt x="278511" y="392569"/>
                      <a:pt x="278511" y="382048"/>
                    </a:cubicBezTo>
                    <a:cubicBezTo>
                      <a:pt x="278511" y="371526"/>
                      <a:pt x="269982" y="362998"/>
                      <a:pt x="259461" y="362998"/>
                    </a:cubicBezTo>
                    <a:close/>
                    <a:moveTo>
                      <a:pt x="259461" y="484156"/>
                    </a:moveTo>
                    <a:cubicBezTo>
                      <a:pt x="248940" y="484156"/>
                      <a:pt x="240411" y="492684"/>
                      <a:pt x="240411" y="503206"/>
                    </a:cubicBezTo>
                    <a:cubicBezTo>
                      <a:pt x="240411" y="513727"/>
                      <a:pt x="248940" y="522256"/>
                      <a:pt x="259461" y="522256"/>
                    </a:cubicBezTo>
                    <a:cubicBezTo>
                      <a:pt x="269982" y="522256"/>
                      <a:pt x="278511" y="513727"/>
                      <a:pt x="278511" y="503206"/>
                    </a:cubicBezTo>
                    <a:cubicBezTo>
                      <a:pt x="278511" y="492684"/>
                      <a:pt x="269982" y="484156"/>
                      <a:pt x="259461" y="484156"/>
                    </a:cubicBez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grpSp>
          <p:nvGrpSpPr>
            <p:cNvPr id="11" name="Google Shape;2275;p62">
              <a:extLst>
                <a:ext uri="{FF2B5EF4-FFF2-40B4-BE49-F238E27FC236}">
                  <a16:creationId xmlns:a16="http://schemas.microsoft.com/office/drawing/2014/main" id="{95F85821-3434-69D3-E4D9-CC761D70AA89}"/>
                </a:ext>
              </a:extLst>
            </p:cNvPr>
            <p:cNvGrpSpPr/>
            <p:nvPr/>
          </p:nvGrpSpPr>
          <p:grpSpPr>
            <a:xfrm>
              <a:off x="8628028" y="4938305"/>
              <a:ext cx="386762" cy="127004"/>
              <a:chOff x="2906026" y="4396010"/>
              <a:chExt cx="620453" cy="203743"/>
            </a:xfrm>
          </p:grpSpPr>
          <p:grpSp>
            <p:nvGrpSpPr>
              <p:cNvPr id="64" name="Google Shape;2276;p62">
                <a:extLst>
                  <a:ext uri="{FF2B5EF4-FFF2-40B4-BE49-F238E27FC236}">
                    <a16:creationId xmlns:a16="http://schemas.microsoft.com/office/drawing/2014/main" id="{DA779FA5-6EE0-20CE-C939-2A26905C0B1D}"/>
                  </a:ext>
                </a:extLst>
              </p:cNvPr>
              <p:cNvGrpSpPr/>
              <p:nvPr/>
            </p:nvGrpSpPr>
            <p:grpSpPr>
              <a:xfrm>
                <a:off x="2906026" y="4396010"/>
                <a:ext cx="620453" cy="203743"/>
                <a:chOff x="2268057" y="4173068"/>
                <a:chExt cx="629838" cy="206823"/>
              </a:xfrm>
            </p:grpSpPr>
            <p:sp>
              <p:nvSpPr>
                <p:cNvPr id="66" name="Google Shape;2277;p62">
                  <a:extLst>
                    <a:ext uri="{FF2B5EF4-FFF2-40B4-BE49-F238E27FC236}">
                      <a16:creationId xmlns:a16="http://schemas.microsoft.com/office/drawing/2014/main" id="{BB04A7D6-2A00-61C0-05A6-C5F23D6F2565}"/>
                    </a:ext>
                  </a:extLst>
                </p:cNvPr>
                <p:cNvSpPr/>
                <p:nvPr/>
              </p:nvSpPr>
              <p:spPr>
                <a:xfrm>
                  <a:off x="2268057" y="4173068"/>
                  <a:ext cx="629838" cy="206823"/>
                </a:xfrm>
                <a:prstGeom prst="roundRect">
                  <a:avLst>
                    <a:gd name="adj" fmla="val 27456"/>
                  </a:avLst>
                </a:prstGeom>
                <a:solidFill>
                  <a:srgbClr val="ED195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400"/>
                    <a:buFont typeface="Century Gothic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67" name="Google Shape;2278;p62">
                  <a:extLst>
                    <a:ext uri="{FF2B5EF4-FFF2-40B4-BE49-F238E27FC236}">
                      <a16:creationId xmlns:a16="http://schemas.microsoft.com/office/drawing/2014/main" id="{4A700D68-AFAF-5870-8BEA-72FAFCF5D668}"/>
                    </a:ext>
                  </a:extLst>
                </p:cNvPr>
                <p:cNvSpPr/>
                <p:nvPr/>
              </p:nvSpPr>
              <p:spPr>
                <a:xfrm>
                  <a:off x="2540546" y="4232900"/>
                  <a:ext cx="270751" cy="86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751" h="86035" extrusionOk="0">
                      <a:moveTo>
                        <a:pt x="127146" y="17207"/>
                      </a:moveTo>
                      <a:lnTo>
                        <a:pt x="127146" y="42923"/>
                      </a:lnTo>
                      <a:lnTo>
                        <a:pt x="143606" y="42923"/>
                      </a:lnTo>
                      <a:cubicBezTo>
                        <a:pt x="151837" y="42923"/>
                        <a:pt x="156661" y="37534"/>
                        <a:pt x="156661" y="30160"/>
                      </a:cubicBezTo>
                      <a:cubicBezTo>
                        <a:pt x="156661" y="22785"/>
                        <a:pt x="151837" y="17207"/>
                        <a:pt x="143606" y="17207"/>
                      </a:cubicBezTo>
                      <a:close/>
                      <a:moveTo>
                        <a:pt x="192042" y="0"/>
                      </a:moveTo>
                      <a:lnTo>
                        <a:pt x="207084" y="0"/>
                      </a:lnTo>
                      <a:lnTo>
                        <a:pt x="253533" y="56538"/>
                      </a:lnTo>
                      <a:lnTo>
                        <a:pt x="253533" y="0"/>
                      </a:lnTo>
                      <a:lnTo>
                        <a:pt x="270751" y="0"/>
                      </a:lnTo>
                      <a:lnTo>
                        <a:pt x="270751" y="86035"/>
                      </a:lnTo>
                      <a:lnTo>
                        <a:pt x="255709" y="86035"/>
                      </a:lnTo>
                      <a:lnTo>
                        <a:pt x="209260" y="29498"/>
                      </a:lnTo>
                      <a:lnTo>
                        <a:pt x="209260" y="86035"/>
                      </a:lnTo>
                      <a:lnTo>
                        <a:pt x="192042" y="86035"/>
                      </a:lnTo>
                      <a:close/>
                      <a:moveTo>
                        <a:pt x="109928" y="0"/>
                      </a:moveTo>
                      <a:lnTo>
                        <a:pt x="143606" y="0"/>
                      </a:lnTo>
                      <a:cubicBezTo>
                        <a:pt x="161202" y="0"/>
                        <a:pt x="173879" y="12763"/>
                        <a:pt x="173879" y="30160"/>
                      </a:cubicBezTo>
                      <a:cubicBezTo>
                        <a:pt x="173879" y="47556"/>
                        <a:pt x="161202" y="60130"/>
                        <a:pt x="143606" y="60130"/>
                      </a:cubicBezTo>
                      <a:lnTo>
                        <a:pt x="127146" y="60130"/>
                      </a:lnTo>
                      <a:lnTo>
                        <a:pt x="127146" y="86035"/>
                      </a:lnTo>
                      <a:lnTo>
                        <a:pt x="109928" y="86035"/>
                      </a:lnTo>
                      <a:close/>
                      <a:moveTo>
                        <a:pt x="0" y="0"/>
                      </a:moveTo>
                      <a:lnTo>
                        <a:pt x="19110" y="0"/>
                      </a:lnTo>
                      <a:lnTo>
                        <a:pt x="48342" y="61832"/>
                      </a:lnTo>
                      <a:lnTo>
                        <a:pt x="77479" y="0"/>
                      </a:lnTo>
                      <a:lnTo>
                        <a:pt x="96494" y="0"/>
                      </a:lnTo>
                      <a:lnTo>
                        <a:pt x="55815" y="86035"/>
                      </a:lnTo>
                      <a:lnTo>
                        <a:pt x="40679" y="86035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75757"/>
                    </a:buClr>
                    <a:buSzPts val="1600"/>
                    <a:buFont typeface="Century Gothic"/>
                    <a:buNone/>
                    <a:tabLst/>
                    <a:defRPr/>
                  </a:pPr>
                  <a:endParaRPr kumimoji="0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sp>
            <p:nvSpPr>
              <p:cNvPr id="65" name="Google Shape;2280;p62">
                <a:extLst>
                  <a:ext uri="{FF2B5EF4-FFF2-40B4-BE49-F238E27FC236}">
                    <a16:creationId xmlns:a16="http://schemas.microsoft.com/office/drawing/2014/main" id="{6930127B-2250-B85D-02F1-A645D5853D37}"/>
                  </a:ext>
                </a:extLst>
              </p:cNvPr>
              <p:cNvSpPr/>
              <p:nvPr/>
            </p:nvSpPr>
            <p:spPr>
              <a:xfrm>
                <a:off x="2960081" y="4432594"/>
                <a:ext cx="171857" cy="127327"/>
              </a:xfrm>
              <a:custGeom>
                <a:avLst/>
                <a:gdLst/>
                <a:ahLst/>
                <a:cxnLst/>
                <a:rect l="l" t="t" r="r" b="b"/>
                <a:pathLst>
                  <a:path w="806481" h="597518" extrusionOk="0">
                    <a:moveTo>
                      <a:pt x="659797" y="519509"/>
                    </a:moveTo>
                    <a:cubicBezTo>
                      <a:pt x="657993" y="519490"/>
                      <a:pt x="656200" y="519234"/>
                      <a:pt x="654463" y="518747"/>
                    </a:cubicBezTo>
                    <a:cubicBezTo>
                      <a:pt x="644339" y="515885"/>
                      <a:pt x="638452" y="505357"/>
                      <a:pt x="641315" y="495232"/>
                    </a:cubicBezTo>
                    <a:cubicBezTo>
                      <a:pt x="641316" y="495228"/>
                      <a:pt x="641317" y="495224"/>
                      <a:pt x="641318" y="495220"/>
                    </a:cubicBezTo>
                    <a:cubicBezTo>
                      <a:pt x="643972" y="485039"/>
                      <a:pt x="654376" y="478937"/>
                      <a:pt x="664557" y="481591"/>
                    </a:cubicBezTo>
                    <a:cubicBezTo>
                      <a:pt x="664685" y="481624"/>
                      <a:pt x="664813" y="481658"/>
                      <a:pt x="664940" y="481695"/>
                    </a:cubicBezTo>
                    <a:cubicBezTo>
                      <a:pt x="674817" y="484480"/>
                      <a:pt x="680713" y="494587"/>
                      <a:pt x="678275" y="504555"/>
                    </a:cubicBezTo>
                    <a:lnTo>
                      <a:pt x="678275" y="505698"/>
                    </a:lnTo>
                    <a:cubicBezTo>
                      <a:pt x="675921" y="513932"/>
                      <a:pt x="668361" y="519582"/>
                      <a:pt x="659797" y="519509"/>
                    </a:cubicBezTo>
                    <a:close/>
                    <a:moveTo>
                      <a:pt x="475202" y="456072"/>
                    </a:moveTo>
                    <a:cubicBezTo>
                      <a:pt x="473395" y="456099"/>
                      <a:pt x="471595" y="455843"/>
                      <a:pt x="469868" y="455310"/>
                    </a:cubicBezTo>
                    <a:cubicBezTo>
                      <a:pt x="459777" y="452404"/>
                      <a:pt x="453942" y="441882"/>
                      <a:pt x="456819" y="431784"/>
                    </a:cubicBezTo>
                    <a:cubicBezTo>
                      <a:pt x="459473" y="421602"/>
                      <a:pt x="469877" y="415501"/>
                      <a:pt x="480058" y="418154"/>
                    </a:cubicBezTo>
                    <a:cubicBezTo>
                      <a:pt x="480186" y="418188"/>
                      <a:pt x="480313" y="418222"/>
                      <a:pt x="480441" y="418258"/>
                    </a:cubicBezTo>
                    <a:cubicBezTo>
                      <a:pt x="490317" y="421043"/>
                      <a:pt x="496213" y="431150"/>
                      <a:pt x="493776" y="441118"/>
                    </a:cubicBezTo>
                    <a:lnTo>
                      <a:pt x="493776" y="442261"/>
                    </a:lnTo>
                    <a:cubicBezTo>
                      <a:pt x="491412" y="450530"/>
                      <a:pt x="483801" y="456189"/>
                      <a:pt x="475202" y="456072"/>
                    </a:cubicBezTo>
                    <a:close/>
                    <a:moveTo>
                      <a:pt x="178403" y="291099"/>
                    </a:moveTo>
                    <a:lnTo>
                      <a:pt x="42863" y="291099"/>
                    </a:lnTo>
                    <a:cubicBezTo>
                      <a:pt x="19212" y="291047"/>
                      <a:pt x="52" y="271887"/>
                      <a:pt x="0" y="248237"/>
                    </a:cubicBezTo>
                    <a:lnTo>
                      <a:pt x="0" y="216328"/>
                    </a:lnTo>
                    <a:cubicBezTo>
                      <a:pt x="52" y="192677"/>
                      <a:pt x="19212" y="173518"/>
                      <a:pt x="42863" y="173466"/>
                    </a:cubicBezTo>
                    <a:lnTo>
                      <a:pt x="178403" y="173466"/>
                    </a:lnTo>
                    <a:cubicBezTo>
                      <a:pt x="202054" y="173518"/>
                      <a:pt x="221213" y="192677"/>
                      <a:pt x="221266" y="216328"/>
                    </a:cubicBezTo>
                    <a:lnTo>
                      <a:pt x="221266" y="248618"/>
                    </a:lnTo>
                    <a:cubicBezTo>
                      <a:pt x="221006" y="272120"/>
                      <a:pt x="201906" y="291049"/>
                      <a:pt x="178403" y="291099"/>
                    </a:cubicBezTo>
                    <a:close/>
                    <a:moveTo>
                      <a:pt x="42863" y="202041"/>
                    </a:moveTo>
                    <a:cubicBezTo>
                      <a:pt x="34972" y="202041"/>
                      <a:pt x="28575" y="208438"/>
                      <a:pt x="28575" y="216328"/>
                    </a:cubicBezTo>
                    <a:lnTo>
                      <a:pt x="28575" y="248618"/>
                    </a:lnTo>
                    <a:cubicBezTo>
                      <a:pt x="28575" y="256508"/>
                      <a:pt x="34972" y="262905"/>
                      <a:pt x="42863" y="262905"/>
                    </a:cubicBezTo>
                    <a:lnTo>
                      <a:pt x="178403" y="262905"/>
                    </a:lnTo>
                    <a:cubicBezTo>
                      <a:pt x="186294" y="262905"/>
                      <a:pt x="192691" y="256508"/>
                      <a:pt x="192691" y="248618"/>
                    </a:cubicBezTo>
                    <a:lnTo>
                      <a:pt x="192691" y="216328"/>
                    </a:lnTo>
                    <a:cubicBezTo>
                      <a:pt x="192691" y="208438"/>
                      <a:pt x="186294" y="202041"/>
                      <a:pt x="178403" y="202041"/>
                    </a:cubicBezTo>
                    <a:close/>
                    <a:moveTo>
                      <a:pt x="178403" y="592566"/>
                    </a:moveTo>
                    <a:lnTo>
                      <a:pt x="42863" y="592566"/>
                    </a:lnTo>
                    <a:cubicBezTo>
                      <a:pt x="19212" y="592513"/>
                      <a:pt x="52" y="573354"/>
                      <a:pt x="0" y="549703"/>
                    </a:cubicBezTo>
                    <a:lnTo>
                      <a:pt x="0" y="517985"/>
                    </a:lnTo>
                    <a:cubicBezTo>
                      <a:pt x="52" y="494334"/>
                      <a:pt x="19212" y="475175"/>
                      <a:pt x="42863" y="475122"/>
                    </a:cubicBezTo>
                    <a:lnTo>
                      <a:pt x="178403" y="475122"/>
                    </a:lnTo>
                    <a:cubicBezTo>
                      <a:pt x="202054" y="475175"/>
                      <a:pt x="221213" y="494334"/>
                      <a:pt x="221266" y="517985"/>
                    </a:cubicBezTo>
                    <a:lnTo>
                      <a:pt x="221266" y="549894"/>
                    </a:lnTo>
                    <a:cubicBezTo>
                      <a:pt x="221213" y="573544"/>
                      <a:pt x="202054" y="592704"/>
                      <a:pt x="178403" y="592756"/>
                    </a:cubicBezTo>
                    <a:close/>
                    <a:moveTo>
                      <a:pt x="42863" y="503697"/>
                    </a:moveTo>
                    <a:cubicBezTo>
                      <a:pt x="34972" y="503697"/>
                      <a:pt x="28575" y="510094"/>
                      <a:pt x="28575" y="517985"/>
                    </a:cubicBezTo>
                    <a:lnTo>
                      <a:pt x="28575" y="549894"/>
                    </a:lnTo>
                    <a:cubicBezTo>
                      <a:pt x="28575" y="557784"/>
                      <a:pt x="34972" y="564181"/>
                      <a:pt x="42863" y="564181"/>
                    </a:cubicBezTo>
                    <a:lnTo>
                      <a:pt x="178403" y="564181"/>
                    </a:lnTo>
                    <a:cubicBezTo>
                      <a:pt x="186294" y="564181"/>
                      <a:pt x="192691" y="557784"/>
                      <a:pt x="192691" y="549894"/>
                    </a:cubicBezTo>
                    <a:lnTo>
                      <a:pt x="192691" y="517985"/>
                    </a:lnTo>
                    <a:cubicBezTo>
                      <a:pt x="192691" y="510094"/>
                      <a:pt x="186294" y="503697"/>
                      <a:pt x="178403" y="503697"/>
                    </a:cubicBezTo>
                    <a:close/>
                    <a:moveTo>
                      <a:pt x="722948" y="526081"/>
                    </a:moveTo>
                    <a:cubicBezTo>
                      <a:pt x="719061" y="526101"/>
                      <a:pt x="715339" y="524515"/>
                      <a:pt x="712661" y="521700"/>
                    </a:cubicBezTo>
                    <a:cubicBezTo>
                      <a:pt x="707089" y="516122"/>
                      <a:pt x="707089" y="507084"/>
                      <a:pt x="712661" y="501507"/>
                    </a:cubicBezTo>
                    <a:cubicBezTo>
                      <a:pt x="753809" y="461883"/>
                      <a:pt x="777431" y="410638"/>
                      <a:pt x="777431" y="361108"/>
                    </a:cubicBezTo>
                    <a:cubicBezTo>
                      <a:pt x="777431" y="280908"/>
                      <a:pt x="727710" y="224805"/>
                      <a:pt x="683895" y="175371"/>
                    </a:cubicBezTo>
                    <a:cubicBezTo>
                      <a:pt x="634270" y="119459"/>
                      <a:pt x="606076" y="72405"/>
                      <a:pt x="598170" y="32019"/>
                    </a:cubicBezTo>
                    <a:lnTo>
                      <a:pt x="597218" y="32591"/>
                    </a:lnTo>
                    <a:cubicBezTo>
                      <a:pt x="575500" y="45640"/>
                      <a:pt x="505587" y="95361"/>
                      <a:pt x="520160" y="189372"/>
                    </a:cubicBezTo>
                    <a:cubicBezTo>
                      <a:pt x="526637" y="231092"/>
                      <a:pt x="515302" y="261000"/>
                      <a:pt x="488442" y="274240"/>
                    </a:cubicBezTo>
                    <a:cubicBezTo>
                      <a:pt x="478039" y="278719"/>
                      <a:pt x="466627" y="280330"/>
                      <a:pt x="455390" y="278907"/>
                    </a:cubicBezTo>
                    <a:cubicBezTo>
                      <a:pt x="426913" y="274051"/>
                      <a:pt x="405939" y="249593"/>
                      <a:pt x="405479" y="220710"/>
                    </a:cubicBezTo>
                    <a:cubicBezTo>
                      <a:pt x="405479" y="216995"/>
                      <a:pt x="405479" y="213471"/>
                      <a:pt x="405479" y="210327"/>
                    </a:cubicBezTo>
                    <a:cubicBezTo>
                      <a:pt x="370487" y="252869"/>
                      <a:pt x="350976" y="306031"/>
                      <a:pt x="350139" y="361108"/>
                    </a:cubicBezTo>
                    <a:cubicBezTo>
                      <a:pt x="350139" y="410638"/>
                      <a:pt x="373761" y="461883"/>
                      <a:pt x="415004" y="501507"/>
                    </a:cubicBezTo>
                    <a:cubicBezTo>
                      <a:pt x="420522" y="507147"/>
                      <a:pt x="420423" y="516193"/>
                      <a:pt x="414783" y="521711"/>
                    </a:cubicBezTo>
                    <a:cubicBezTo>
                      <a:pt x="409379" y="526997"/>
                      <a:pt x="400792" y="527160"/>
                      <a:pt x="395192" y="522081"/>
                    </a:cubicBezTo>
                    <a:cubicBezTo>
                      <a:pt x="348425" y="477123"/>
                      <a:pt x="321564" y="418449"/>
                      <a:pt x="321564" y="361108"/>
                    </a:cubicBezTo>
                    <a:cubicBezTo>
                      <a:pt x="322291" y="293506"/>
                      <a:pt x="348323" y="228631"/>
                      <a:pt x="394526" y="179276"/>
                    </a:cubicBezTo>
                    <a:cubicBezTo>
                      <a:pt x="403145" y="170267"/>
                      <a:pt x="417434" y="169951"/>
                      <a:pt x="426443" y="178570"/>
                    </a:cubicBezTo>
                    <a:cubicBezTo>
                      <a:pt x="430635" y="182581"/>
                      <a:pt x="433122" y="188053"/>
                      <a:pt x="433387" y="193849"/>
                    </a:cubicBezTo>
                    <a:cubicBezTo>
                      <a:pt x="434054" y="201660"/>
                      <a:pt x="434150" y="213661"/>
                      <a:pt x="434150" y="220233"/>
                    </a:cubicBezTo>
                    <a:cubicBezTo>
                      <a:pt x="434501" y="235356"/>
                      <a:pt x="445453" y="248141"/>
                      <a:pt x="460343" y="250809"/>
                    </a:cubicBezTo>
                    <a:cubicBezTo>
                      <a:pt x="463006" y="251010"/>
                      <a:pt x="465681" y="251010"/>
                      <a:pt x="468344" y="250809"/>
                    </a:cubicBezTo>
                    <a:cubicBezTo>
                      <a:pt x="471078" y="250397"/>
                      <a:pt x="473760" y="249695"/>
                      <a:pt x="476345" y="248713"/>
                    </a:cubicBezTo>
                    <a:cubicBezTo>
                      <a:pt x="495395" y="239188"/>
                      <a:pt x="495395" y="214233"/>
                      <a:pt x="492157" y="194611"/>
                    </a:cubicBezTo>
                    <a:cubicBezTo>
                      <a:pt x="474821" y="82407"/>
                      <a:pt x="557117" y="23733"/>
                      <a:pt x="582740" y="8397"/>
                    </a:cubicBezTo>
                    <a:cubicBezTo>
                      <a:pt x="586740" y="5921"/>
                      <a:pt x="592265" y="2873"/>
                      <a:pt x="593789" y="2111"/>
                    </a:cubicBezTo>
                    <a:cubicBezTo>
                      <a:pt x="600269" y="-923"/>
                      <a:pt x="607809" y="-674"/>
                      <a:pt x="614077" y="2778"/>
                    </a:cubicBezTo>
                    <a:cubicBezTo>
                      <a:pt x="620277" y="6196"/>
                      <a:pt x="624431" y="12411"/>
                      <a:pt x="625221" y="19446"/>
                    </a:cubicBezTo>
                    <a:cubicBezTo>
                      <a:pt x="629793" y="55451"/>
                      <a:pt x="656939" y="101647"/>
                      <a:pt x="705707" y="156702"/>
                    </a:cubicBezTo>
                    <a:cubicBezTo>
                      <a:pt x="750665" y="207279"/>
                      <a:pt x="806482" y="270335"/>
                      <a:pt x="806482" y="361394"/>
                    </a:cubicBezTo>
                    <a:cubicBezTo>
                      <a:pt x="806482" y="418544"/>
                      <a:pt x="779717" y="477408"/>
                      <a:pt x="732949" y="522366"/>
                    </a:cubicBezTo>
                    <a:cubicBezTo>
                      <a:pt x="730230" y="524867"/>
                      <a:pt x="726639" y="526201"/>
                      <a:pt x="722948" y="526081"/>
                    </a:cubicBezTo>
                    <a:close/>
                    <a:moveTo>
                      <a:pt x="564356" y="597519"/>
                    </a:moveTo>
                    <a:cubicBezTo>
                      <a:pt x="553835" y="597519"/>
                      <a:pt x="545306" y="588990"/>
                      <a:pt x="545306" y="578469"/>
                    </a:cubicBezTo>
                    <a:cubicBezTo>
                      <a:pt x="545306" y="567947"/>
                      <a:pt x="553835" y="559419"/>
                      <a:pt x="564356" y="559419"/>
                    </a:cubicBezTo>
                    <a:lnTo>
                      <a:pt x="565118" y="559419"/>
                    </a:lnTo>
                    <a:cubicBezTo>
                      <a:pt x="575640" y="559419"/>
                      <a:pt x="584168" y="567947"/>
                      <a:pt x="584168" y="578469"/>
                    </a:cubicBezTo>
                    <a:cubicBezTo>
                      <a:pt x="584168" y="588990"/>
                      <a:pt x="575640" y="597519"/>
                      <a:pt x="565118" y="597519"/>
                    </a:cubicBezTo>
                    <a:close/>
                    <a:moveTo>
                      <a:pt x="503396" y="576659"/>
                    </a:moveTo>
                    <a:cubicBezTo>
                      <a:pt x="499100" y="576634"/>
                      <a:pt x="494937" y="575157"/>
                      <a:pt x="491585" y="572468"/>
                    </a:cubicBezTo>
                    <a:lnTo>
                      <a:pt x="490537" y="571611"/>
                    </a:lnTo>
                    <a:cubicBezTo>
                      <a:pt x="482259" y="565116"/>
                      <a:pt x="480813" y="553143"/>
                      <a:pt x="487307" y="544864"/>
                    </a:cubicBezTo>
                    <a:cubicBezTo>
                      <a:pt x="493801" y="536586"/>
                      <a:pt x="505776" y="535140"/>
                      <a:pt x="514053" y="541634"/>
                    </a:cubicBezTo>
                    <a:cubicBezTo>
                      <a:pt x="514317" y="541840"/>
                      <a:pt x="514574" y="542054"/>
                      <a:pt x="514826" y="542274"/>
                    </a:cubicBezTo>
                    <a:lnTo>
                      <a:pt x="514826" y="542274"/>
                    </a:lnTo>
                    <a:cubicBezTo>
                      <a:pt x="523085" y="548792"/>
                      <a:pt x="524497" y="560770"/>
                      <a:pt x="517979" y="569029"/>
                    </a:cubicBezTo>
                    <a:cubicBezTo>
                      <a:pt x="514364" y="573610"/>
                      <a:pt x="508850" y="576281"/>
                      <a:pt x="503015" y="576278"/>
                    </a:cubicBezTo>
                    <a:close/>
                    <a:moveTo>
                      <a:pt x="625983" y="575611"/>
                    </a:moveTo>
                    <a:cubicBezTo>
                      <a:pt x="615462" y="575643"/>
                      <a:pt x="606907" y="567140"/>
                      <a:pt x="606875" y="556619"/>
                    </a:cubicBezTo>
                    <a:cubicBezTo>
                      <a:pt x="606858" y="550874"/>
                      <a:pt x="609433" y="545428"/>
                      <a:pt x="613886" y="541797"/>
                    </a:cubicBezTo>
                    <a:lnTo>
                      <a:pt x="613886" y="541797"/>
                    </a:lnTo>
                    <a:cubicBezTo>
                      <a:pt x="621029" y="534073"/>
                      <a:pt x="633081" y="533600"/>
                      <a:pt x="640807" y="540742"/>
                    </a:cubicBezTo>
                    <a:cubicBezTo>
                      <a:pt x="648532" y="547885"/>
                      <a:pt x="649004" y="559937"/>
                      <a:pt x="641861" y="567662"/>
                    </a:cubicBezTo>
                    <a:cubicBezTo>
                      <a:pt x="640924" y="568676"/>
                      <a:pt x="639880" y="569585"/>
                      <a:pt x="638747" y="570372"/>
                    </a:cubicBezTo>
                    <a:lnTo>
                      <a:pt x="637794" y="571230"/>
                    </a:lnTo>
                    <a:cubicBezTo>
                      <a:pt x="634442" y="573942"/>
                      <a:pt x="630293" y="575482"/>
                      <a:pt x="625983" y="575611"/>
                    </a:cubicBezTo>
                    <a:close/>
                    <a:moveTo>
                      <a:pt x="468440" y="521128"/>
                    </a:moveTo>
                    <a:cubicBezTo>
                      <a:pt x="459657" y="521111"/>
                      <a:pt x="452025" y="515091"/>
                      <a:pt x="449961" y="506555"/>
                    </a:cubicBezTo>
                    <a:cubicBezTo>
                      <a:pt x="449961" y="506555"/>
                      <a:pt x="449961" y="505412"/>
                      <a:pt x="449961" y="505317"/>
                    </a:cubicBezTo>
                    <a:cubicBezTo>
                      <a:pt x="447966" y="494986"/>
                      <a:pt x="454724" y="484995"/>
                      <a:pt x="465055" y="483001"/>
                    </a:cubicBezTo>
                    <a:cubicBezTo>
                      <a:pt x="474932" y="481094"/>
                      <a:pt x="484589" y="487196"/>
                      <a:pt x="487108" y="496935"/>
                    </a:cubicBezTo>
                    <a:lnTo>
                      <a:pt x="487108" y="497506"/>
                    </a:lnTo>
                    <a:cubicBezTo>
                      <a:pt x="489625" y="507710"/>
                      <a:pt x="483402" y="518025"/>
                      <a:pt x="473202" y="520557"/>
                    </a:cubicBezTo>
                    <a:cubicBezTo>
                      <a:pt x="471645" y="520947"/>
                      <a:pt x="470044" y="521139"/>
                      <a:pt x="468440" y="521128"/>
                    </a:cubicBezTo>
                    <a:close/>
                    <a:moveTo>
                      <a:pt x="651510" y="454453"/>
                    </a:moveTo>
                    <a:cubicBezTo>
                      <a:pt x="644679" y="454568"/>
                      <a:pt x="638342" y="450905"/>
                      <a:pt x="635032" y="444928"/>
                    </a:cubicBezTo>
                    <a:lnTo>
                      <a:pt x="635032" y="444071"/>
                    </a:lnTo>
                    <a:cubicBezTo>
                      <a:pt x="630446" y="434601"/>
                      <a:pt x="634407" y="423208"/>
                      <a:pt x="643876" y="418623"/>
                    </a:cubicBezTo>
                    <a:cubicBezTo>
                      <a:pt x="652983" y="414214"/>
                      <a:pt x="663947" y="417692"/>
                      <a:pt x="668846" y="426545"/>
                    </a:cubicBezTo>
                    <a:cubicBezTo>
                      <a:pt x="673472" y="435913"/>
                      <a:pt x="669689" y="447258"/>
                      <a:pt x="660368" y="451977"/>
                    </a:cubicBezTo>
                    <a:cubicBezTo>
                      <a:pt x="657637" y="453426"/>
                      <a:pt x="654602" y="454209"/>
                      <a:pt x="651510" y="454263"/>
                    </a:cubicBezTo>
                    <a:close/>
                    <a:moveTo>
                      <a:pt x="516065" y="403590"/>
                    </a:moveTo>
                    <a:cubicBezTo>
                      <a:pt x="511576" y="403554"/>
                      <a:pt x="507237" y="401973"/>
                      <a:pt x="503777" y="399113"/>
                    </a:cubicBezTo>
                    <a:cubicBezTo>
                      <a:pt x="495846" y="392346"/>
                      <a:pt x="494827" y="380461"/>
                      <a:pt x="501491" y="372443"/>
                    </a:cubicBezTo>
                    <a:cubicBezTo>
                      <a:pt x="508065" y="364229"/>
                      <a:pt x="520054" y="362899"/>
                      <a:pt x="528268" y="369472"/>
                    </a:cubicBezTo>
                    <a:cubicBezTo>
                      <a:pt x="528392" y="369572"/>
                      <a:pt x="528516" y="369673"/>
                      <a:pt x="528638" y="369776"/>
                    </a:cubicBezTo>
                    <a:cubicBezTo>
                      <a:pt x="536567" y="376415"/>
                      <a:pt x="537750" y="388168"/>
                      <a:pt x="531305" y="396255"/>
                    </a:cubicBezTo>
                    <a:lnTo>
                      <a:pt x="530638" y="396922"/>
                    </a:lnTo>
                    <a:cubicBezTo>
                      <a:pt x="526996" y="401179"/>
                      <a:pt x="521666" y="403618"/>
                      <a:pt x="516065" y="403590"/>
                    </a:cubicBezTo>
                    <a:close/>
                    <a:moveTo>
                      <a:pt x="610267" y="401970"/>
                    </a:moveTo>
                    <a:cubicBezTo>
                      <a:pt x="604824" y="401987"/>
                      <a:pt x="599657" y="399578"/>
                      <a:pt x="596170" y="395398"/>
                    </a:cubicBezTo>
                    <a:lnTo>
                      <a:pt x="595598" y="394636"/>
                    </a:lnTo>
                    <a:cubicBezTo>
                      <a:pt x="588893" y="386579"/>
                      <a:pt x="589957" y="374618"/>
                      <a:pt x="597980" y="367871"/>
                    </a:cubicBezTo>
                    <a:cubicBezTo>
                      <a:pt x="606019" y="361084"/>
                      <a:pt x="618038" y="362100"/>
                      <a:pt x="624825" y="370139"/>
                    </a:cubicBezTo>
                    <a:cubicBezTo>
                      <a:pt x="624830" y="370144"/>
                      <a:pt x="624835" y="370151"/>
                      <a:pt x="624840" y="370157"/>
                    </a:cubicBezTo>
                    <a:cubicBezTo>
                      <a:pt x="631891" y="377964"/>
                      <a:pt x="631279" y="390011"/>
                      <a:pt x="623471" y="397063"/>
                    </a:cubicBezTo>
                    <a:cubicBezTo>
                      <a:pt x="619858" y="400325"/>
                      <a:pt x="615133" y="402082"/>
                      <a:pt x="610267" y="401970"/>
                    </a:cubicBezTo>
                    <a:close/>
                    <a:moveTo>
                      <a:pt x="563594" y="357679"/>
                    </a:moveTo>
                    <a:lnTo>
                      <a:pt x="563594" y="357679"/>
                    </a:lnTo>
                    <a:cubicBezTo>
                      <a:pt x="553073" y="357679"/>
                      <a:pt x="544544" y="349150"/>
                      <a:pt x="544544" y="338629"/>
                    </a:cubicBezTo>
                    <a:cubicBezTo>
                      <a:pt x="544520" y="328608"/>
                      <a:pt x="552263" y="320280"/>
                      <a:pt x="562261" y="319579"/>
                    </a:cubicBezTo>
                    <a:lnTo>
                      <a:pt x="563975" y="319579"/>
                    </a:lnTo>
                    <a:cubicBezTo>
                      <a:pt x="574497" y="319579"/>
                      <a:pt x="583025" y="328108"/>
                      <a:pt x="583025" y="338629"/>
                    </a:cubicBezTo>
                    <a:cubicBezTo>
                      <a:pt x="583027" y="349150"/>
                      <a:pt x="574500" y="357681"/>
                      <a:pt x="563979" y="357683"/>
                    </a:cubicBezTo>
                    <a:cubicBezTo>
                      <a:pt x="563850" y="357683"/>
                      <a:pt x="563723" y="357682"/>
                      <a:pt x="563594" y="357679"/>
                    </a:cubicBezTo>
                    <a:close/>
                    <a:moveTo>
                      <a:pt x="301371" y="427688"/>
                    </a:moveTo>
                    <a:cubicBezTo>
                      <a:pt x="301371" y="419797"/>
                      <a:pt x="294974" y="413400"/>
                      <a:pt x="287084" y="413400"/>
                    </a:cubicBezTo>
                    <a:lnTo>
                      <a:pt x="165068" y="413400"/>
                    </a:lnTo>
                    <a:cubicBezTo>
                      <a:pt x="157199" y="413348"/>
                      <a:pt x="150833" y="406982"/>
                      <a:pt x="150781" y="399113"/>
                    </a:cubicBezTo>
                    <a:lnTo>
                      <a:pt x="150781" y="367204"/>
                    </a:lnTo>
                    <a:cubicBezTo>
                      <a:pt x="151038" y="359500"/>
                      <a:pt x="157360" y="353388"/>
                      <a:pt x="165068" y="353393"/>
                    </a:cubicBezTo>
                    <a:lnTo>
                      <a:pt x="278511" y="353393"/>
                    </a:lnTo>
                    <a:cubicBezTo>
                      <a:pt x="286402" y="353393"/>
                      <a:pt x="292799" y="346996"/>
                      <a:pt x="292799" y="339105"/>
                    </a:cubicBezTo>
                    <a:cubicBezTo>
                      <a:pt x="292799" y="331215"/>
                      <a:pt x="286402" y="324818"/>
                      <a:pt x="278511" y="324818"/>
                    </a:cubicBezTo>
                    <a:lnTo>
                      <a:pt x="165068" y="324818"/>
                    </a:lnTo>
                    <a:cubicBezTo>
                      <a:pt x="141396" y="324818"/>
                      <a:pt x="122206" y="344008"/>
                      <a:pt x="122206" y="367680"/>
                    </a:cubicBezTo>
                    <a:lnTo>
                      <a:pt x="122206" y="399113"/>
                    </a:lnTo>
                    <a:cubicBezTo>
                      <a:pt x="122258" y="422763"/>
                      <a:pt x="141418" y="441923"/>
                      <a:pt x="165068" y="441975"/>
                    </a:cubicBezTo>
                    <a:lnTo>
                      <a:pt x="287084" y="441975"/>
                    </a:lnTo>
                    <a:cubicBezTo>
                      <a:pt x="294974" y="441975"/>
                      <a:pt x="301371" y="435578"/>
                      <a:pt x="301371" y="427688"/>
                    </a:cubicBezTo>
                    <a:close/>
                    <a:moveTo>
                      <a:pt x="98393" y="399113"/>
                    </a:moveTo>
                    <a:lnTo>
                      <a:pt x="98393" y="367204"/>
                    </a:lnTo>
                    <a:cubicBezTo>
                      <a:pt x="98393" y="343532"/>
                      <a:pt x="79203" y="324342"/>
                      <a:pt x="55531" y="324342"/>
                    </a:cubicBezTo>
                    <a:lnTo>
                      <a:pt x="14288" y="324342"/>
                    </a:lnTo>
                    <a:cubicBezTo>
                      <a:pt x="6397" y="324342"/>
                      <a:pt x="0" y="330739"/>
                      <a:pt x="0" y="338629"/>
                    </a:cubicBezTo>
                    <a:cubicBezTo>
                      <a:pt x="0" y="346520"/>
                      <a:pt x="6397" y="352917"/>
                      <a:pt x="14288" y="352917"/>
                    </a:cubicBezTo>
                    <a:lnTo>
                      <a:pt x="55721" y="352917"/>
                    </a:lnTo>
                    <a:cubicBezTo>
                      <a:pt x="63612" y="352917"/>
                      <a:pt x="70009" y="359314"/>
                      <a:pt x="70009" y="367204"/>
                    </a:cubicBezTo>
                    <a:lnTo>
                      <a:pt x="70009" y="399113"/>
                    </a:lnTo>
                    <a:cubicBezTo>
                      <a:pt x="70009" y="407003"/>
                      <a:pt x="63612" y="413400"/>
                      <a:pt x="55721" y="413400"/>
                    </a:cubicBezTo>
                    <a:lnTo>
                      <a:pt x="14288" y="413400"/>
                    </a:lnTo>
                    <a:cubicBezTo>
                      <a:pt x="6397" y="413400"/>
                      <a:pt x="0" y="419797"/>
                      <a:pt x="0" y="427688"/>
                    </a:cubicBezTo>
                    <a:cubicBezTo>
                      <a:pt x="0" y="435578"/>
                      <a:pt x="6397" y="441975"/>
                      <a:pt x="14288" y="441975"/>
                    </a:cubicBezTo>
                    <a:lnTo>
                      <a:pt x="55721" y="441975"/>
                    </a:lnTo>
                    <a:cubicBezTo>
                      <a:pt x="79298" y="441818"/>
                      <a:pt x="98342" y="422689"/>
                      <a:pt x="98393" y="399113"/>
                    </a:cubicBezTo>
                    <a:close/>
                    <a:moveTo>
                      <a:pt x="305276" y="277193"/>
                    </a:moveTo>
                    <a:cubicBezTo>
                      <a:pt x="305276" y="269302"/>
                      <a:pt x="298879" y="262905"/>
                      <a:pt x="290989" y="262905"/>
                    </a:cubicBezTo>
                    <a:lnTo>
                      <a:pt x="288131" y="262905"/>
                    </a:lnTo>
                    <a:cubicBezTo>
                      <a:pt x="280241" y="262905"/>
                      <a:pt x="273844" y="256508"/>
                      <a:pt x="273844" y="248618"/>
                    </a:cubicBezTo>
                    <a:lnTo>
                      <a:pt x="273844" y="216328"/>
                    </a:lnTo>
                    <a:cubicBezTo>
                      <a:pt x="273844" y="208438"/>
                      <a:pt x="280241" y="202041"/>
                      <a:pt x="288131" y="202041"/>
                    </a:cubicBezTo>
                    <a:lnTo>
                      <a:pt x="329660" y="202041"/>
                    </a:lnTo>
                    <a:cubicBezTo>
                      <a:pt x="337551" y="202041"/>
                      <a:pt x="343948" y="195644"/>
                      <a:pt x="343948" y="187753"/>
                    </a:cubicBezTo>
                    <a:cubicBezTo>
                      <a:pt x="343948" y="179863"/>
                      <a:pt x="337551" y="173466"/>
                      <a:pt x="329660" y="173466"/>
                    </a:cubicBezTo>
                    <a:lnTo>
                      <a:pt x="288131" y="173466"/>
                    </a:lnTo>
                    <a:cubicBezTo>
                      <a:pt x="264481" y="173518"/>
                      <a:pt x="245321" y="192677"/>
                      <a:pt x="245269" y="216328"/>
                    </a:cubicBezTo>
                    <a:lnTo>
                      <a:pt x="245269" y="248618"/>
                    </a:lnTo>
                    <a:cubicBezTo>
                      <a:pt x="245321" y="272268"/>
                      <a:pt x="264481" y="291428"/>
                      <a:pt x="288131" y="291480"/>
                    </a:cubicBezTo>
                    <a:lnTo>
                      <a:pt x="290989" y="291480"/>
                    </a:lnTo>
                    <a:cubicBezTo>
                      <a:pt x="298879" y="291480"/>
                      <a:pt x="305276" y="285083"/>
                      <a:pt x="305276" y="277193"/>
                    </a:cubicBezTo>
                    <a:close/>
                    <a:moveTo>
                      <a:pt x="446818" y="578469"/>
                    </a:moveTo>
                    <a:cubicBezTo>
                      <a:pt x="446818" y="570578"/>
                      <a:pt x="440421" y="564181"/>
                      <a:pt x="432530" y="564181"/>
                    </a:cubicBezTo>
                    <a:lnTo>
                      <a:pt x="288131" y="564181"/>
                    </a:lnTo>
                    <a:cubicBezTo>
                      <a:pt x="280241" y="564181"/>
                      <a:pt x="273844" y="557784"/>
                      <a:pt x="273844" y="549894"/>
                    </a:cubicBezTo>
                    <a:lnTo>
                      <a:pt x="273844" y="517985"/>
                    </a:lnTo>
                    <a:cubicBezTo>
                      <a:pt x="273844" y="510094"/>
                      <a:pt x="280241" y="503697"/>
                      <a:pt x="288131" y="503697"/>
                    </a:cubicBezTo>
                    <a:lnTo>
                      <a:pt x="312992" y="503697"/>
                    </a:lnTo>
                    <a:cubicBezTo>
                      <a:pt x="320882" y="503697"/>
                      <a:pt x="327279" y="497300"/>
                      <a:pt x="327279" y="489410"/>
                    </a:cubicBezTo>
                    <a:cubicBezTo>
                      <a:pt x="327279" y="481519"/>
                      <a:pt x="320882" y="475122"/>
                      <a:pt x="312992" y="475122"/>
                    </a:cubicBezTo>
                    <a:lnTo>
                      <a:pt x="288131" y="475122"/>
                    </a:lnTo>
                    <a:cubicBezTo>
                      <a:pt x="264481" y="475175"/>
                      <a:pt x="245321" y="494334"/>
                      <a:pt x="245269" y="517985"/>
                    </a:cubicBezTo>
                    <a:lnTo>
                      <a:pt x="245269" y="549894"/>
                    </a:lnTo>
                    <a:cubicBezTo>
                      <a:pt x="245321" y="573544"/>
                      <a:pt x="264481" y="592704"/>
                      <a:pt x="288131" y="592756"/>
                    </a:cubicBezTo>
                    <a:lnTo>
                      <a:pt x="432530" y="592756"/>
                    </a:lnTo>
                    <a:cubicBezTo>
                      <a:pt x="440421" y="592756"/>
                      <a:pt x="446818" y="586359"/>
                      <a:pt x="446818" y="57846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  <a:tabLst/>
                  <a:defRPr/>
                </a:pPr>
                <a:endParaRPr kumimoji="0" sz="11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grpSp>
          <p:nvGrpSpPr>
            <p:cNvPr id="12" name="Google Shape;2281;p62">
              <a:extLst>
                <a:ext uri="{FF2B5EF4-FFF2-40B4-BE49-F238E27FC236}">
                  <a16:creationId xmlns:a16="http://schemas.microsoft.com/office/drawing/2014/main" id="{A29FC544-B6CC-3666-6060-9C0C89DCFDCD}"/>
                </a:ext>
              </a:extLst>
            </p:cNvPr>
            <p:cNvGrpSpPr/>
            <p:nvPr/>
          </p:nvGrpSpPr>
          <p:grpSpPr>
            <a:xfrm>
              <a:off x="6436196" y="4878215"/>
              <a:ext cx="986487" cy="490601"/>
              <a:chOff x="876262" y="4691485"/>
              <a:chExt cx="986487" cy="490601"/>
            </a:xfrm>
          </p:grpSpPr>
          <p:grpSp>
            <p:nvGrpSpPr>
              <p:cNvPr id="52" name="Google Shape;2282;p62">
                <a:extLst>
                  <a:ext uri="{FF2B5EF4-FFF2-40B4-BE49-F238E27FC236}">
                    <a16:creationId xmlns:a16="http://schemas.microsoft.com/office/drawing/2014/main" id="{2B7BEBD5-71FC-5D02-C706-FD9F46A59784}"/>
                  </a:ext>
                </a:extLst>
              </p:cNvPr>
              <p:cNvGrpSpPr/>
              <p:nvPr/>
            </p:nvGrpSpPr>
            <p:grpSpPr>
              <a:xfrm>
                <a:off x="876262" y="4691485"/>
                <a:ext cx="476674" cy="476674"/>
                <a:chOff x="876262" y="4691485"/>
                <a:chExt cx="476674" cy="476674"/>
              </a:xfrm>
            </p:grpSpPr>
            <p:sp>
              <p:nvSpPr>
                <p:cNvPr id="59" name="Google Shape;2283;p62">
                  <a:extLst>
                    <a:ext uri="{FF2B5EF4-FFF2-40B4-BE49-F238E27FC236}">
                      <a16:creationId xmlns:a16="http://schemas.microsoft.com/office/drawing/2014/main" id="{9DC11DE1-E9BA-9E2F-DDEB-BBBD6D8B0DD7}"/>
                    </a:ext>
                  </a:extLst>
                </p:cNvPr>
                <p:cNvSpPr/>
                <p:nvPr/>
              </p:nvSpPr>
              <p:spPr>
                <a:xfrm>
                  <a:off x="876262" y="4691485"/>
                  <a:ext cx="476674" cy="476674"/>
                </a:xfrm>
                <a:prstGeom prst="ellipse">
                  <a:avLst/>
                </a:prstGeom>
                <a:solidFill>
                  <a:schemeClr val="tx1">
                    <a:alpha val="80000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entury Gothic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60" name="Google Shape;2284;p62">
                  <a:extLst>
                    <a:ext uri="{FF2B5EF4-FFF2-40B4-BE49-F238E27FC236}">
                      <a16:creationId xmlns:a16="http://schemas.microsoft.com/office/drawing/2014/main" id="{8A653227-D428-7EBB-9FDD-2F44250208FB}"/>
                    </a:ext>
                  </a:extLst>
                </p:cNvPr>
                <p:cNvSpPr/>
                <p:nvPr/>
              </p:nvSpPr>
              <p:spPr>
                <a:xfrm>
                  <a:off x="997412" y="4927914"/>
                  <a:ext cx="239560" cy="1954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9902" h="603694" extrusionOk="0">
                      <a:moveTo>
                        <a:pt x="641318" y="547402"/>
                      </a:moveTo>
                      <a:cubicBezTo>
                        <a:pt x="630797" y="547402"/>
                        <a:pt x="622268" y="538873"/>
                        <a:pt x="622268" y="528352"/>
                      </a:cubicBezTo>
                      <a:cubicBezTo>
                        <a:pt x="622268" y="517830"/>
                        <a:pt x="630797" y="509302"/>
                        <a:pt x="641318" y="509302"/>
                      </a:cubicBezTo>
                      <a:lnTo>
                        <a:pt x="641318" y="509302"/>
                      </a:lnTo>
                      <a:cubicBezTo>
                        <a:pt x="651840" y="509302"/>
                        <a:pt x="660368" y="517830"/>
                        <a:pt x="660368" y="528352"/>
                      </a:cubicBezTo>
                      <a:cubicBezTo>
                        <a:pt x="660368" y="538873"/>
                        <a:pt x="651840" y="547402"/>
                        <a:pt x="641318" y="547402"/>
                      </a:cubicBezTo>
                      <a:close/>
                      <a:moveTo>
                        <a:pt x="717518" y="529209"/>
                      </a:moveTo>
                      <a:lnTo>
                        <a:pt x="718471" y="528257"/>
                      </a:lnTo>
                      <a:cubicBezTo>
                        <a:pt x="725915" y="520813"/>
                        <a:pt x="725915" y="508745"/>
                        <a:pt x="718471" y="501301"/>
                      </a:cubicBezTo>
                      <a:cubicBezTo>
                        <a:pt x="711027" y="493857"/>
                        <a:pt x="698959" y="493857"/>
                        <a:pt x="691515" y="501301"/>
                      </a:cubicBezTo>
                      <a:lnTo>
                        <a:pt x="691515" y="501301"/>
                      </a:lnTo>
                      <a:cubicBezTo>
                        <a:pt x="683887" y="508547"/>
                        <a:pt x="683578" y="520605"/>
                        <a:pt x="690824" y="528233"/>
                      </a:cubicBezTo>
                      <a:cubicBezTo>
                        <a:pt x="694427" y="532025"/>
                        <a:pt x="699429" y="534169"/>
                        <a:pt x="704660" y="534162"/>
                      </a:cubicBezTo>
                      <a:cubicBezTo>
                        <a:pt x="709479" y="534221"/>
                        <a:pt x="714143" y="532451"/>
                        <a:pt x="717709" y="529209"/>
                      </a:cubicBezTo>
                      <a:close/>
                      <a:moveTo>
                        <a:pt x="739902" y="452437"/>
                      </a:moveTo>
                      <a:lnTo>
                        <a:pt x="739902" y="451485"/>
                      </a:lnTo>
                      <a:cubicBezTo>
                        <a:pt x="739902" y="440964"/>
                        <a:pt x="731373" y="432435"/>
                        <a:pt x="720852" y="432435"/>
                      </a:cubicBezTo>
                      <a:cubicBezTo>
                        <a:pt x="710331" y="432435"/>
                        <a:pt x="701802" y="440964"/>
                        <a:pt x="701802" y="451485"/>
                      </a:cubicBezTo>
                      <a:lnTo>
                        <a:pt x="701802" y="452437"/>
                      </a:lnTo>
                      <a:cubicBezTo>
                        <a:pt x="701802" y="462959"/>
                        <a:pt x="710331" y="471487"/>
                        <a:pt x="720852" y="471487"/>
                      </a:cubicBezTo>
                      <a:cubicBezTo>
                        <a:pt x="731373" y="471487"/>
                        <a:pt x="739902" y="462959"/>
                        <a:pt x="739902" y="452437"/>
                      </a:cubicBezTo>
                      <a:close/>
                      <a:moveTo>
                        <a:pt x="739902" y="384905"/>
                      </a:moveTo>
                      <a:lnTo>
                        <a:pt x="739902" y="383953"/>
                      </a:lnTo>
                      <a:cubicBezTo>
                        <a:pt x="739902" y="373431"/>
                        <a:pt x="731373" y="364903"/>
                        <a:pt x="720852" y="364903"/>
                      </a:cubicBezTo>
                      <a:cubicBezTo>
                        <a:pt x="710331" y="364903"/>
                        <a:pt x="701802" y="373431"/>
                        <a:pt x="701802" y="383953"/>
                      </a:cubicBezTo>
                      <a:lnTo>
                        <a:pt x="701802" y="384905"/>
                      </a:lnTo>
                      <a:cubicBezTo>
                        <a:pt x="701802" y="395427"/>
                        <a:pt x="710331" y="403955"/>
                        <a:pt x="720852" y="403955"/>
                      </a:cubicBezTo>
                      <a:cubicBezTo>
                        <a:pt x="731373" y="403955"/>
                        <a:pt x="739902" y="395427"/>
                        <a:pt x="739902" y="384905"/>
                      </a:cubicBezTo>
                      <a:close/>
                      <a:moveTo>
                        <a:pt x="739902" y="317373"/>
                      </a:moveTo>
                      <a:lnTo>
                        <a:pt x="739902" y="316421"/>
                      </a:lnTo>
                      <a:cubicBezTo>
                        <a:pt x="739902" y="305899"/>
                        <a:pt x="731373" y="297371"/>
                        <a:pt x="720852" y="297371"/>
                      </a:cubicBezTo>
                      <a:cubicBezTo>
                        <a:pt x="710331" y="297371"/>
                        <a:pt x="701802" y="305899"/>
                        <a:pt x="701802" y="316421"/>
                      </a:cubicBezTo>
                      <a:lnTo>
                        <a:pt x="701802" y="317373"/>
                      </a:lnTo>
                      <a:cubicBezTo>
                        <a:pt x="701802" y="327894"/>
                        <a:pt x="710331" y="336423"/>
                        <a:pt x="720852" y="336423"/>
                      </a:cubicBezTo>
                      <a:cubicBezTo>
                        <a:pt x="731373" y="336423"/>
                        <a:pt x="739902" y="327894"/>
                        <a:pt x="739902" y="317373"/>
                      </a:cubicBezTo>
                      <a:close/>
                      <a:moveTo>
                        <a:pt x="739902" y="249936"/>
                      </a:moveTo>
                      <a:lnTo>
                        <a:pt x="739902" y="248984"/>
                      </a:lnTo>
                      <a:cubicBezTo>
                        <a:pt x="739902" y="238462"/>
                        <a:pt x="731373" y="229934"/>
                        <a:pt x="720852" y="229934"/>
                      </a:cubicBezTo>
                      <a:cubicBezTo>
                        <a:pt x="710331" y="229934"/>
                        <a:pt x="701802" y="238462"/>
                        <a:pt x="701802" y="248984"/>
                      </a:cubicBezTo>
                      <a:lnTo>
                        <a:pt x="701802" y="249936"/>
                      </a:lnTo>
                      <a:cubicBezTo>
                        <a:pt x="701802" y="260457"/>
                        <a:pt x="710331" y="268986"/>
                        <a:pt x="720852" y="268986"/>
                      </a:cubicBezTo>
                      <a:cubicBezTo>
                        <a:pt x="731373" y="268986"/>
                        <a:pt x="739902" y="260457"/>
                        <a:pt x="739902" y="249936"/>
                      </a:cubicBezTo>
                      <a:close/>
                      <a:moveTo>
                        <a:pt x="739902" y="182404"/>
                      </a:moveTo>
                      <a:lnTo>
                        <a:pt x="739902" y="181451"/>
                      </a:lnTo>
                      <a:cubicBezTo>
                        <a:pt x="739902" y="170930"/>
                        <a:pt x="731373" y="162401"/>
                        <a:pt x="720852" y="162401"/>
                      </a:cubicBezTo>
                      <a:cubicBezTo>
                        <a:pt x="710331" y="162401"/>
                        <a:pt x="701802" y="170930"/>
                        <a:pt x="701802" y="181451"/>
                      </a:cubicBezTo>
                      <a:lnTo>
                        <a:pt x="701802" y="182404"/>
                      </a:lnTo>
                      <a:cubicBezTo>
                        <a:pt x="701802" y="192925"/>
                        <a:pt x="710331" y="201454"/>
                        <a:pt x="720852" y="201454"/>
                      </a:cubicBezTo>
                      <a:cubicBezTo>
                        <a:pt x="731373" y="201454"/>
                        <a:pt x="739902" y="192925"/>
                        <a:pt x="739902" y="182404"/>
                      </a:cubicBezTo>
                      <a:close/>
                      <a:moveTo>
                        <a:pt x="739902" y="114871"/>
                      </a:moveTo>
                      <a:lnTo>
                        <a:pt x="739902" y="113729"/>
                      </a:lnTo>
                      <a:cubicBezTo>
                        <a:pt x="739902" y="103207"/>
                        <a:pt x="731373" y="94679"/>
                        <a:pt x="720852" y="94679"/>
                      </a:cubicBezTo>
                      <a:cubicBezTo>
                        <a:pt x="710331" y="94679"/>
                        <a:pt x="701802" y="103207"/>
                        <a:pt x="701802" y="113729"/>
                      </a:cubicBezTo>
                      <a:lnTo>
                        <a:pt x="701802" y="114681"/>
                      </a:lnTo>
                      <a:cubicBezTo>
                        <a:pt x="701802" y="125202"/>
                        <a:pt x="710331" y="133731"/>
                        <a:pt x="720852" y="133731"/>
                      </a:cubicBezTo>
                      <a:cubicBezTo>
                        <a:pt x="731373" y="133731"/>
                        <a:pt x="739902" y="125202"/>
                        <a:pt x="739902" y="114681"/>
                      </a:cubicBezTo>
                      <a:close/>
                      <a:moveTo>
                        <a:pt x="723519" y="65437"/>
                      </a:moveTo>
                      <a:cubicBezTo>
                        <a:pt x="733077" y="61109"/>
                        <a:pt x="737336" y="49865"/>
                        <a:pt x="733044" y="40291"/>
                      </a:cubicBezTo>
                      <a:cubicBezTo>
                        <a:pt x="733044" y="40291"/>
                        <a:pt x="733044" y="39148"/>
                        <a:pt x="733044" y="39053"/>
                      </a:cubicBezTo>
                      <a:cubicBezTo>
                        <a:pt x="728520" y="29531"/>
                        <a:pt x="717133" y="25479"/>
                        <a:pt x="707612" y="30004"/>
                      </a:cubicBezTo>
                      <a:cubicBezTo>
                        <a:pt x="698091" y="34528"/>
                        <a:pt x="694039" y="45914"/>
                        <a:pt x="698564" y="55436"/>
                      </a:cubicBezTo>
                      <a:lnTo>
                        <a:pt x="698564" y="55436"/>
                      </a:lnTo>
                      <a:cubicBezTo>
                        <a:pt x="701633" y="62262"/>
                        <a:pt x="708414" y="66660"/>
                        <a:pt x="715899" y="66675"/>
                      </a:cubicBezTo>
                      <a:cubicBezTo>
                        <a:pt x="718560" y="66813"/>
                        <a:pt x="721222" y="66391"/>
                        <a:pt x="723710" y="65437"/>
                      </a:cubicBezTo>
                      <a:close/>
                      <a:moveTo>
                        <a:pt x="608743" y="45625"/>
                      </a:moveTo>
                      <a:lnTo>
                        <a:pt x="608743" y="45625"/>
                      </a:lnTo>
                      <a:cubicBezTo>
                        <a:pt x="616502" y="38497"/>
                        <a:pt x="617013" y="26428"/>
                        <a:pt x="609886" y="18669"/>
                      </a:cubicBezTo>
                      <a:cubicBezTo>
                        <a:pt x="602758" y="10910"/>
                        <a:pt x="590689" y="10398"/>
                        <a:pt x="582930" y="17526"/>
                      </a:cubicBezTo>
                      <a:lnTo>
                        <a:pt x="581787" y="18574"/>
                      </a:lnTo>
                      <a:cubicBezTo>
                        <a:pt x="574264" y="25938"/>
                        <a:pt x="574137" y="38007"/>
                        <a:pt x="581501" y="45530"/>
                      </a:cubicBezTo>
                      <a:cubicBezTo>
                        <a:pt x="588866" y="53052"/>
                        <a:pt x="600934" y="53180"/>
                        <a:pt x="608457" y="45815"/>
                      </a:cubicBezTo>
                      <a:close/>
                      <a:moveTo>
                        <a:pt x="679418" y="19050"/>
                      </a:moveTo>
                      <a:cubicBezTo>
                        <a:pt x="679418" y="8529"/>
                        <a:pt x="670890" y="0"/>
                        <a:pt x="660368" y="0"/>
                      </a:cubicBezTo>
                      <a:lnTo>
                        <a:pt x="659416" y="0"/>
                      </a:lnTo>
                      <a:cubicBezTo>
                        <a:pt x="648894" y="0"/>
                        <a:pt x="640366" y="8529"/>
                        <a:pt x="640366" y="19050"/>
                      </a:cubicBezTo>
                      <a:cubicBezTo>
                        <a:pt x="640366" y="29571"/>
                        <a:pt x="648894" y="38100"/>
                        <a:pt x="659416" y="38100"/>
                      </a:cubicBezTo>
                      <a:lnTo>
                        <a:pt x="660368" y="38100"/>
                      </a:lnTo>
                      <a:cubicBezTo>
                        <a:pt x="670890" y="38100"/>
                        <a:pt x="679418" y="29571"/>
                        <a:pt x="679418" y="19050"/>
                      </a:cubicBezTo>
                      <a:close/>
                      <a:moveTo>
                        <a:pt x="597980" y="95250"/>
                      </a:moveTo>
                      <a:lnTo>
                        <a:pt x="597980" y="95250"/>
                      </a:lnTo>
                      <a:cubicBezTo>
                        <a:pt x="597980" y="84729"/>
                        <a:pt x="589451" y="76200"/>
                        <a:pt x="578930" y="76200"/>
                      </a:cubicBezTo>
                      <a:cubicBezTo>
                        <a:pt x="568408" y="76200"/>
                        <a:pt x="559880" y="84729"/>
                        <a:pt x="559880" y="95250"/>
                      </a:cubicBezTo>
                      <a:cubicBezTo>
                        <a:pt x="559880" y="105771"/>
                        <a:pt x="568408" y="114300"/>
                        <a:pt x="578930" y="114300"/>
                      </a:cubicBezTo>
                      <a:cubicBezTo>
                        <a:pt x="589451" y="114305"/>
                        <a:pt x="597983" y="105780"/>
                        <a:pt x="597988" y="95259"/>
                      </a:cubicBezTo>
                      <a:cubicBezTo>
                        <a:pt x="597988" y="95065"/>
                        <a:pt x="597985" y="94872"/>
                        <a:pt x="597980" y="94679"/>
                      </a:cubicBezTo>
                      <a:close/>
                      <a:moveTo>
                        <a:pt x="593217" y="541973"/>
                      </a:moveTo>
                      <a:lnTo>
                        <a:pt x="593217" y="271653"/>
                      </a:lnTo>
                      <a:cubicBezTo>
                        <a:pt x="593217" y="263762"/>
                        <a:pt x="586820" y="257366"/>
                        <a:pt x="578930" y="257366"/>
                      </a:cubicBezTo>
                      <a:cubicBezTo>
                        <a:pt x="571039" y="257366"/>
                        <a:pt x="564642" y="263762"/>
                        <a:pt x="564642" y="271653"/>
                      </a:cubicBezTo>
                      <a:lnTo>
                        <a:pt x="564642" y="541782"/>
                      </a:lnTo>
                      <a:cubicBezTo>
                        <a:pt x="564642" y="560194"/>
                        <a:pt x="549716" y="575120"/>
                        <a:pt x="531305" y="575120"/>
                      </a:cubicBezTo>
                      <a:lnTo>
                        <a:pt x="208121" y="575120"/>
                      </a:lnTo>
                      <a:lnTo>
                        <a:pt x="208121" y="491490"/>
                      </a:lnTo>
                      <a:cubicBezTo>
                        <a:pt x="208069" y="467839"/>
                        <a:pt x="188909" y="448680"/>
                        <a:pt x="165259" y="448628"/>
                      </a:cubicBezTo>
                      <a:lnTo>
                        <a:pt x="123825" y="448628"/>
                      </a:lnTo>
                      <a:cubicBezTo>
                        <a:pt x="100174" y="448680"/>
                        <a:pt x="81015" y="467839"/>
                        <a:pt x="80963" y="491490"/>
                      </a:cubicBezTo>
                      <a:lnTo>
                        <a:pt x="80963" y="575120"/>
                      </a:lnTo>
                      <a:lnTo>
                        <a:pt x="61913" y="575120"/>
                      </a:lnTo>
                      <a:cubicBezTo>
                        <a:pt x="43501" y="575120"/>
                        <a:pt x="28575" y="560194"/>
                        <a:pt x="28575" y="541782"/>
                      </a:cubicBezTo>
                      <a:lnTo>
                        <a:pt x="28575" y="271653"/>
                      </a:lnTo>
                      <a:cubicBezTo>
                        <a:pt x="28575" y="263762"/>
                        <a:pt x="22178" y="257366"/>
                        <a:pt x="14288" y="257366"/>
                      </a:cubicBezTo>
                      <a:cubicBezTo>
                        <a:pt x="6397" y="257366"/>
                        <a:pt x="0" y="263762"/>
                        <a:pt x="0" y="271653"/>
                      </a:cubicBezTo>
                      <a:lnTo>
                        <a:pt x="0" y="541782"/>
                      </a:lnTo>
                      <a:cubicBezTo>
                        <a:pt x="0" y="575976"/>
                        <a:pt x="27719" y="603695"/>
                        <a:pt x="61913" y="603695"/>
                      </a:cubicBezTo>
                      <a:lnTo>
                        <a:pt x="95250" y="603695"/>
                      </a:lnTo>
                      <a:cubicBezTo>
                        <a:pt x="103141" y="603695"/>
                        <a:pt x="109538" y="597298"/>
                        <a:pt x="109538" y="589407"/>
                      </a:cubicBezTo>
                      <a:lnTo>
                        <a:pt x="109538" y="491490"/>
                      </a:lnTo>
                      <a:cubicBezTo>
                        <a:pt x="109538" y="483599"/>
                        <a:pt x="115935" y="477203"/>
                        <a:pt x="123825" y="477203"/>
                      </a:cubicBezTo>
                      <a:lnTo>
                        <a:pt x="165259" y="477203"/>
                      </a:lnTo>
                      <a:cubicBezTo>
                        <a:pt x="173149" y="477203"/>
                        <a:pt x="179546" y="483599"/>
                        <a:pt x="179546" y="491490"/>
                      </a:cubicBezTo>
                      <a:lnTo>
                        <a:pt x="179546" y="589407"/>
                      </a:lnTo>
                      <a:cubicBezTo>
                        <a:pt x="179546" y="597298"/>
                        <a:pt x="185943" y="603695"/>
                        <a:pt x="193834" y="603695"/>
                      </a:cubicBezTo>
                      <a:lnTo>
                        <a:pt x="531305" y="603695"/>
                      </a:lnTo>
                      <a:cubicBezTo>
                        <a:pt x="565498" y="603695"/>
                        <a:pt x="593217" y="575976"/>
                        <a:pt x="593217" y="541782"/>
                      </a:cubicBezTo>
                      <a:close/>
                      <a:moveTo>
                        <a:pt x="208121" y="352806"/>
                      </a:moveTo>
                      <a:lnTo>
                        <a:pt x="208121" y="311372"/>
                      </a:lnTo>
                      <a:cubicBezTo>
                        <a:pt x="208069" y="287722"/>
                        <a:pt x="188909" y="268562"/>
                        <a:pt x="165259" y="268510"/>
                      </a:cubicBezTo>
                      <a:lnTo>
                        <a:pt x="123825" y="268510"/>
                      </a:lnTo>
                      <a:cubicBezTo>
                        <a:pt x="100174" y="268562"/>
                        <a:pt x="81015" y="287722"/>
                        <a:pt x="80963" y="311372"/>
                      </a:cubicBezTo>
                      <a:lnTo>
                        <a:pt x="80963" y="352806"/>
                      </a:lnTo>
                      <a:cubicBezTo>
                        <a:pt x="81015" y="376457"/>
                        <a:pt x="100174" y="395616"/>
                        <a:pt x="123825" y="395669"/>
                      </a:cubicBezTo>
                      <a:lnTo>
                        <a:pt x="165259" y="395669"/>
                      </a:lnTo>
                      <a:cubicBezTo>
                        <a:pt x="188909" y="395616"/>
                        <a:pt x="208069" y="376457"/>
                        <a:pt x="208121" y="352806"/>
                      </a:cubicBezTo>
                      <a:close/>
                      <a:moveTo>
                        <a:pt x="165259" y="297085"/>
                      </a:moveTo>
                      <a:cubicBezTo>
                        <a:pt x="173149" y="297085"/>
                        <a:pt x="179546" y="303482"/>
                        <a:pt x="179546" y="311372"/>
                      </a:cubicBezTo>
                      <a:lnTo>
                        <a:pt x="179546" y="352806"/>
                      </a:lnTo>
                      <a:cubicBezTo>
                        <a:pt x="179546" y="360697"/>
                        <a:pt x="173149" y="367094"/>
                        <a:pt x="165259" y="367094"/>
                      </a:cubicBezTo>
                      <a:lnTo>
                        <a:pt x="123825" y="367094"/>
                      </a:lnTo>
                      <a:cubicBezTo>
                        <a:pt x="115935" y="367094"/>
                        <a:pt x="109538" y="360697"/>
                        <a:pt x="109538" y="352806"/>
                      </a:cubicBezTo>
                      <a:lnTo>
                        <a:pt x="109538" y="311372"/>
                      </a:lnTo>
                      <a:cubicBezTo>
                        <a:pt x="109538" y="303482"/>
                        <a:pt x="115935" y="297085"/>
                        <a:pt x="123825" y="297085"/>
                      </a:cubicBezTo>
                      <a:close/>
                      <a:moveTo>
                        <a:pt x="360140" y="352806"/>
                      </a:moveTo>
                      <a:lnTo>
                        <a:pt x="360140" y="311372"/>
                      </a:lnTo>
                      <a:cubicBezTo>
                        <a:pt x="360088" y="287722"/>
                        <a:pt x="340928" y="268562"/>
                        <a:pt x="317278" y="268510"/>
                      </a:cubicBezTo>
                      <a:lnTo>
                        <a:pt x="275939" y="268510"/>
                      </a:lnTo>
                      <a:cubicBezTo>
                        <a:pt x="252267" y="268510"/>
                        <a:pt x="233077" y="287700"/>
                        <a:pt x="233077" y="311372"/>
                      </a:cubicBezTo>
                      <a:lnTo>
                        <a:pt x="233077" y="352806"/>
                      </a:lnTo>
                      <a:cubicBezTo>
                        <a:pt x="233077" y="376478"/>
                        <a:pt x="252267" y="395669"/>
                        <a:pt x="275939" y="395669"/>
                      </a:cubicBezTo>
                      <a:lnTo>
                        <a:pt x="317278" y="395669"/>
                      </a:lnTo>
                      <a:cubicBezTo>
                        <a:pt x="340928" y="395616"/>
                        <a:pt x="360088" y="376457"/>
                        <a:pt x="360140" y="352806"/>
                      </a:cubicBezTo>
                      <a:close/>
                      <a:moveTo>
                        <a:pt x="317278" y="297085"/>
                      </a:moveTo>
                      <a:cubicBezTo>
                        <a:pt x="325168" y="297085"/>
                        <a:pt x="331565" y="303482"/>
                        <a:pt x="331565" y="311372"/>
                      </a:cubicBezTo>
                      <a:lnTo>
                        <a:pt x="331565" y="352806"/>
                      </a:lnTo>
                      <a:cubicBezTo>
                        <a:pt x="331565" y="360697"/>
                        <a:pt x="325168" y="367094"/>
                        <a:pt x="317278" y="367094"/>
                      </a:cubicBezTo>
                      <a:lnTo>
                        <a:pt x="275939" y="367094"/>
                      </a:lnTo>
                      <a:cubicBezTo>
                        <a:pt x="268049" y="367094"/>
                        <a:pt x="261652" y="360697"/>
                        <a:pt x="261652" y="352806"/>
                      </a:cubicBezTo>
                      <a:lnTo>
                        <a:pt x="261652" y="311372"/>
                      </a:lnTo>
                      <a:cubicBezTo>
                        <a:pt x="261652" y="303482"/>
                        <a:pt x="268049" y="297085"/>
                        <a:pt x="275939" y="297085"/>
                      </a:cubicBezTo>
                      <a:close/>
                      <a:moveTo>
                        <a:pt x="512255" y="352806"/>
                      </a:moveTo>
                      <a:lnTo>
                        <a:pt x="512255" y="311372"/>
                      </a:lnTo>
                      <a:cubicBezTo>
                        <a:pt x="512202" y="287722"/>
                        <a:pt x="493043" y="268562"/>
                        <a:pt x="469392" y="268510"/>
                      </a:cubicBezTo>
                      <a:lnTo>
                        <a:pt x="427958" y="268510"/>
                      </a:lnTo>
                      <a:cubicBezTo>
                        <a:pt x="404308" y="268562"/>
                        <a:pt x="385148" y="287722"/>
                        <a:pt x="385096" y="311372"/>
                      </a:cubicBezTo>
                      <a:lnTo>
                        <a:pt x="385096" y="352806"/>
                      </a:lnTo>
                      <a:cubicBezTo>
                        <a:pt x="385148" y="376457"/>
                        <a:pt x="404308" y="395616"/>
                        <a:pt x="427958" y="395669"/>
                      </a:cubicBezTo>
                      <a:lnTo>
                        <a:pt x="469392" y="395669"/>
                      </a:lnTo>
                      <a:cubicBezTo>
                        <a:pt x="493043" y="395616"/>
                        <a:pt x="512202" y="376457"/>
                        <a:pt x="512255" y="352806"/>
                      </a:cubicBezTo>
                      <a:close/>
                      <a:moveTo>
                        <a:pt x="469392" y="297085"/>
                      </a:moveTo>
                      <a:cubicBezTo>
                        <a:pt x="477283" y="297085"/>
                        <a:pt x="483680" y="303482"/>
                        <a:pt x="483680" y="311372"/>
                      </a:cubicBezTo>
                      <a:lnTo>
                        <a:pt x="483680" y="352806"/>
                      </a:lnTo>
                      <a:cubicBezTo>
                        <a:pt x="483680" y="360697"/>
                        <a:pt x="477283" y="367094"/>
                        <a:pt x="469392" y="367094"/>
                      </a:cubicBezTo>
                      <a:lnTo>
                        <a:pt x="427958" y="367094"/>
                      </a:lnTo>
                      <a:cubicBezTo>
                        <a:pt x="420068" y="367094"/>
                        <a:pt x="413671" y="360697"/>
                        <a:pt x="413671" y="352806"/>
                      </a:cubicBezTo>
                      <a:lnTo>
                        <a:pt x="413671" y="311372"/>
                      </a:lnTo>
                      <a:cubicBezTo>
                        <a:pt x="413671" y="303482"/>
                        <a:pt x="420068" y="297085"/>
                        <a:pt x="427958" y="297085"/>
                      </a:cubicBezTo>
                      <a:close/>
                      <a:moveTo>
                        <a:pt x="18193" y="237554"/>
                      </a:moveTo>
                      <a:lnTo>
                        <a:pt x="206502" y="183928"/>
                      </a:lnTo>
                      <a:lnTo>
                        <a:pt x="206502" y="223742"/>
                      </a:lnTo>
                      <a:cubicBezTo>
                        <a:pt x="206539" y="228349"/>
                        <a:pt x="208767" y="232665"/>
                        <a:pt x="212503" y="235363"/>
                      </a:cubicBezTo>
                      <a:cubicBezTo>
                        <a:pt x="216190" y="238039"/>
                        <a:pt x="220937" y="238783"/>
                        <a:pt x="225266" y="237363"/>
                      </a:cubicBezTo>
                      <a:lnTo>
                        <a:pt x="385096" y="185166"/>
                      </a:lnTo>
                      <a:lnTo>
                        <a:pt x="385096" y="224123"/>
                      </a:lnTo>
                      <a:cubicBezTo>
                        <a:pt x="385013" y="232014"/>
                        <a:pt x="391341" y="238477"/>
                        <a:pt x="399232" y="238560"/>
                      </a:cubicBezTo>
                      <a:cubicBezTo>
                        <a:pt x="400905" y="238578"/>
                        <a:pt x="402568" y="238302"/>
                        <a:pt x="404146" y="237744"/>
                      </a:cubicBezTo>
                      <a:lnTo>
                        <a:pt x="564642" y="185166"/>
                      </a:lnTo>
                      <a:lnTo>
                        <a:pt x="564642" y="224123"/>
                      </a:lnTo>
                      <a:cubicBezTo>
                        <a:pt x="564642" y="232014"/>
                        <a:pt x="571039" y="238411"/>
                        <a:pt x="578930" y="238411"/>
                      </a:cubicBezTo>
                      <a:cubicBezTo>
                        <a:pt x="586820" y="238411"/>
                        <a:pt x="593217" y="232014"/>
                        <a:pt x="593217" y="224123"/>
                      </a:cubicBezTo>
                      <a:lnTo>
                        <a:pt x="593217" y="165449"/>
                      </a:lnTo>
                      <a:cubicBezTo>
                        <a:pt x="593202" y="160858"/>
                        <a:pt x="591011" y="156547"/>
                        <a:pt x="587312" y="153829"/>
                      </a:cubicBezTo>
                      <a:cubicBezTo>
                        <a:pt x="583624" y="151152"/>
                        <a:pt x="578877" y="150408"/>
                        <a:pt x="574548" y="151829"/>
                      </a:cubicBezTo>
                      <a:lnTo>
                        <a:pt x="413671" y="204407"/>
                      </a:lnTo>
                      <a:lnTo>
                        <a:pt x="413671" y="165449"/>
                      </a:lnTo>
                      <a:cubicBezTo>
                        <a:pt x="413754" y="157559"/>
                        <a:pt x="407425" y="151095"/>
                        <a:pt x="399535" y="151012"/>
                      </a:cubicBezTo>
                      <a:cubicBezTo>
                        <a:pt x="397861" y="150994"/>
                        <a:pt x="396198" y="151270"/>
                        <a:pt x="394621" y="151829"/>
                      </a:cubicBezTo>
                      <a:lnTo>
                        <a:pt x="235077" y="204407"/>
                      </a:lnTo>
                      <a:lnTo>
                        <a:pt x="235077" y="165449"/>
                      </a:lnTo>
                      <a:cubicBezTo>
                        <a:pt x="235079" y="157611"/>
                        <a:pt x="228727" y="151255"/>
                        <a:pt x="220889" y="151253"/>
                      </a:cubicBezTo>
                      <a:cubicBezTo>
                        <a:pt x="219533" y="151252"/>
                        <a:pt x="218184" y="151447"/>
                        <a:pt x="216884" y="151829"/>
                      </a:cubicBezTo>
                      <a:lnTo>
                        <a:pt x="10382" y="210407"/>
                      </a:lnTo>
                      <a:cubicBezTo>
                        <a:pt x="3216" y="213709"/>
                        <a:pt x="82" y="222195"/>
                        <a:pt x="3383" y="229362"/>
                      </a:cubicBezTo>
                      <a:cubicBezTo>
                        <a:pt x="5998" y="235037"/>
                        <a:pt x="11996" y="238355"/>
                        <a:pt x="18193" y="237554"/>
                      </a:cubicBez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grpSp>
              <p:nvGrpSpPr>
                <p:cNvPr id="61" name="Google Shape;2285;p62">
                  <a:extLst>
                    <a:ext uri="{FF2B5EF4-FFF2-40B4-BE49-F238E27FC236}">
                      <a16:creationId xmlns:a16="http://schemas.microsoft.com/office/drawing/2014/main" id="{B0A4144B-F6F9-A9C2-6B74-ED17B67FC106}"/>
                    </a:ext>
                  </a:extLst>
                </p:cNvPr>
                <p:cNvGrpSpPr/>
                <p:nvPr/>
              </p:nvGrpSpPr>
              <p:grpSpPr>
                <a:xfrm>
                  <a:off x="978574" y="4752128"/>
                  <a:ext cx="262009" cy="155116"/>
                  <a:chOff x="5865735" y="4774905"/>
                  <a:chExt cx="461473" cy="273204"/>
                </a:xfrm>
              </p:grpSpPr>
              <p:sp>
                <p:nvSpPr>
                  <p:cNvPr id="62" name="Google Shape;2286;p62">
                    <a:extLst>
                      <a:ext uri="{FF2B5EF4-FFF2-40B4-BE49-F238E27FC236}">
                        <a16:creationId xmlns:a16="http://schemas.microsoft.com/office/drawing/2014/main" id="{EBBA2AAA-A0D0-AFE2-C634-48AE040FF07D}"/>
                      </a:ext>
                    </a:extLst>
                  </p:cNvPr>
                  <p:cNvSpPr/>
                  <p:nvPr/>
                </p:nvSpPr>
                <p:spPr>
                  <a:xfrm>
                    <a:off x="5865735" y="4774905"/>
                    <a:ext cx="461473" cy="273204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rgbClr val="ED195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FFFFFF"/>
                      </a:buClr>
                      <a:buSzPts val="1800"/>
                      <a:buFont typeface="Arial"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endParaRPr>
                  </a:p>
                </p:txBody>
              </p:sp>
              <p:sp>
                <p:nvSpPr>
                  <p:cNvPr id="63" name="Google Shape;2287;p62">
                    <a:extLst>
                      <a:ext uri="{FF2B5EF4-FFF2-40B4-BE49-F238E27FC236}">
                        <a16:creationId xmlns:a16="http://schemas.microsoft.com/office/drawing/2014/main" id="{57604407-2E2C-7DF6-3421-2A01680682F5}"/>
                      </a:ext>
                    </a:extLst>
                  </p:cNvPr>
                  <p:cNvSpPr/>
                  <p:nvPr/>
                </p:nvSpPr>
                <p:spPr>
                  <a:xfrm>
                    <a:off x="5959020" y="4802056"/>
                    <a:ext cx="274903" cy="203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6481" h="597518" extrusionOk="0">
                        <a:moveTo>
                          <a:pt x="659797" y="519509"/>
                        </a:moveTo>
                        <a:cubicBezTo>
                          <a:pt x="657993" y="519490"/>
                          <a:pt x="656200" y="519234"/>
                          <a:pt x="654463" y="518747"/>
                        </a:cubicBezTo>
                        <a:cubicBezTo>
                          <a:pt x="644339" y="515885"/>
                          <a:pt x="638452" y="505357"/>
                          <a:pt x="641315" y="495232"/>
                        </a:cubicBezTo>
                        <a:cubicBezTo>
                          <a:pt x="641316" y="495228"/>
                          <a:pt x="641317" y="495224"/>
                          <a:pt x="641318" y="495220"/>
                        </a:cubicBezTo>
                        <a:cubicBezTo>
                          <a:pt x="643972" y="485039"/>
                          <a:pt x="654376" y="478937"/>
                          <a:pt x="664557" y="481591"/>
                        </a:cubicBezTo>
                        <a:cubicBezTo>
                          <a:pt x="664685" y="481624"/>
                          <a:pt x="664813" y="481658"/>
                          <a:pt x="664940" y="481695"/>
                        </a:cubicBezTo>
                        <a:cubicBezTo>
                          <a:pt x="674817" y="484480"/>
                          <a:pt x="680713" y="494587"/>
                          <a:pt x="678275" y="504555"/>
                        </a:cubicBezTo>
                        <a:lnTo>
                          <a:pt x="678275" y="505698"/>
                        </a:lnTo>
                        <a:cubicBezTo>
                          <a:pt x="675921" y="513932"/>
                          <a:pt x="668361" y="519582"/>
                          <a:pt x="659797" y="519509"/>
                        </a:cubicBezTo>
                        <a:close/>
                        <a:moveTo>
                          <a:pt x="475202" y="456072"/>
                        </a:moveTo>
                        <a:cubicBezTo>
                          <a:pt x="473395" y="456099"/>
                          <a:pt x="471595" y="455843"/>
                          <a:pt x="469868" y="455310"/>
                        </a:cubicBezTo>
                        <a:cubicBezTo>
                          <a:pt x="459777" y="452404"/>
                          <a:pt x="453942" y="441882"/>
                          <a:pt x="456819" y="431784"/>
                        </a:cubicBezTo>
                        <a:cubicBezTo>
                          <a:pt x="459473" y="421602"/>
                          <a:pt x="469877" y="415501"/>
                          <a:pt x="480058" y="418154"/>
                        </a:cubicBezTo>
                        <a:cubicBezTo>
                          <a:pt x="480186" y="418188"/>
                          <a:pt x="480313" y="418222"/>
                          <a:pt x="480441" y="418258"/>
                        </a:cubicBezTo>
                        <a:cubicBezTo>
                          <a:pt x="490317" y="421043"/>
                          <a:pt x="496213" y="431150"/>
                          <a:pt x="493776" y="441118"/>
                        </a:cubicBezTo>
                        <a:lnTo>
                          <a:pt x="493776" y="442261"/>
                        </a:lnTo>
                        <a:cubicBezTo>
                          <a:pt x="491412" y="450530"/>
                          <a:pt x="483801" y="456189"/>
                          <a:pt x="475202" y="456072"/>
                        </a:cubicBezTo>
                        <a:close/>
                        <a:moveTo>
                          <a:pt x="178403" y="291099"/>
                        </a:moveTo>
                        <a:lnTo>
                          <a:pt x="42863" y="291099"/>
                        </a:lnTo>
                        <a:cubicBezTo>
                          <a:pt x="19212" y="291047"/>
                          <a:pt x="52" y="271887"/>
                          <a:pt x="0" y="248237"/>
                        </a:cubicBezTo>
                        <a:lnTo>
                          <a:pt x="0" y="216328"/>
                        </a:lnTo>
                        <a:cubicBezTo>
                          <a:pt x="52" y="192677"/>
                          <a:pt x="19212" y="173518"/>
                          <a:pt x="42863" y="173466"/>
                        </a:cubicBezTo>
                        <a:lnTo>
                          <a:pt x="178403" y="173466"/>
                        </a:lnTo>
                        <a:cubicBezTo>
                          <a:pt x="202054" y="173518"/>
                          <a:pt x="221213" y="192677"/>
                          <a:pt x="221266" y="216328"/>
                        </a:cubicBezTo>
                        <a:lnTo>
                          <a:pt x="221266" y="248618"/>
                        </a:lnTo>
                        <a:cubicBezTo>
                          <a:pt x="221006" y="272120"/>
                          <a:pt x="201906" y="291049"/>
                          <a:pt x="178403" y="291099"/>
                        </a:cubicBezTo>
                        <a:close/>
                        <a:moveTo>
                          <a:pt x="42863" y="202041"/>
                        </a:moveTo>
                        <a:cubicBezTo>
                          <a:pt x="34972" y="202041"/>
                          <a:pt x="28575" y="208438"/>
                          <a:pt x="28575" y="216328"/>
                        </a:cubicBezTo>
                        <a:lnTo>
                          <a:pt x="28575" y="248618"/>
                        </a:lnTo>
                        <a:cubicBezTo>
                          <a:pt x="28575" y="256508"/>
                          <a:pt x="34972" y="262905"/>
                          <a:pt x="42863" y="262905"/>
                        </a:cubicBezTo>
                        <a:lnTo>
                          <a:pt x="178403" y="262905"/>
                        </a:lnTo>
                        <a:cubicBezTo>
                          <a:pt x="186294" y="262905"/>
                          <a:pt x="192691" y="256508"/>
                          <a:pt x="192691" y="248618"/>
                        </a:cubicBezTo>
                        <a:lnTo>
                          <a:pt x="192691" y="216328"/>
                        </a:lnTo>
                        <a:cubicBezTo>
                          <a:pt x="192691" y="208438"/>
                          <a:pt x="186294" y="202041"/>
                          <a:pt x="178403" y="202041"/>
                        </a:cubicBezTo>
                        <a:close/>
                        <a:moveTo>
                          <a:pt x="178403" y="592566"/>
                        </a:moveTo>
                        <a:lnTo>
                          <a:pt x="42863" y="592566"/>
                        </a:lnTo>
                        <a:cubicBezTo>
                          <a:pt x="19212" y="592513"/>
                          <a:pt x="52" y="573354"/>
                          <a:pt x="0" y="549703"/>
                        </a:cubicBezTo>
                        <a:lnTo>
                          <a:pt x="0" y="517985"/>
                        </a:lnTo>
                        <a:cubicBezTo>
                          <a:pt x="52" y="494334"/>
                          <a:pt x="19212" y="475175"/>
                          <a:pt x="42863" y="475122"/>
                        </a:cubicBezTo>
                        <a:lnTo>
                          <a:pt x="178403" y="475122"/>
                        </a:lnTo>
                        <a:cubicBezTo>
                          <a:pt x="202054" y="475175"/>
                          <a:pt x="221213" y="494334"/>
                          <a:pt x="221266" y="517985"/>
                        </a:cubicBezTo>
                        <a:lnTo>
                          <a:pt x="221266" y="549894"/>
                        </a:lnTo>
                        <a:cubicBezTo>
                          <a:pt x="221213" y="573544"/>
                          <a:pt x="202054" y="592704"/>
                          <a:pt x="178403" y="592756"/>
                        </a:cubicBezTo>
                        <a:close/>
                        <a:moveTo>
                          <a:pt x="42863" y="503697"/>
                        </a:moveTo>
                        <a:cubicBezTo>
                          <a:pt x="34972" y="503697"/>
                          <a:pt x="28575" y="510094"/>
                          <a:pt x="28575" y="517985"/>
                        </a:cubicBezTo>
                        <a:lnTo>
                          <a:pt x="28575" y="549894"/>
                        </a:lnTo>
                        <a:cubicBezTo>
                          <a:pt x="28575" y="557784"/>
                          <a:pt x="34972" y="564181"/>
                          <a:pt x="42863" y="564181"/>
                        </a:cubicBezTo>
                        <a:lnTo>
                          <a:pt x="178403" y="564181"/>
                        </a:lnTo>
                        <a:cubicBezTo>
                          <a:pt x="186294" y="564181"/>
                          <a:pt x="192691" y="557784"/>
                          <a:pt x="192691" y="549894"/>
                        </a:cubicBezTo>
                        <a:lnTo>
                          <a:pt x="192691" y="517985"/>
                        </a:lnTo>
                        <a:cubicBezTo>
                          <a:pt x="192691" y="510094"/>
                          <a:pt x="186294" y="503697"/>
                          <a:pt x="178403" y="503697"/>
                        </a:cubicBezTo>
                        <a:close/>
                        <a:moveTo>
                          <a:pt x="722948" y="526081"/>
                        </a:moveTo>
                        <a:cubicBezTo>
                          <a:pt x="719061" y="526101"/>
                          <a:pt x="715339" y="524515"/>
                          <a:pt x="712661" y="521700"/>
                        </a:cubicBezTo>
                        <a:cubicBezTo>
                          <a:pt x="707089" y="516122"/>
                          <a:pt x="707089" y="507084"/>
                          <a:pt x="712661" y="501507"/>
                        </a:cubicBezTo>
                        <a:cubicBezTo>
                          <a:pt x="753809" y="461883"/>
                          <a:pt x="777431" y="410638"/>
                          <a:pt x="777431" y="361108"/>
                        </a:cubicBezTo>
                        <a:cubicBezTo>
                          <a:pt x="777431" y="280908"/>
                          <a:pt x="727710" y="224805"/>
                          <a:pt x="683895" y="175371"/>
                        </a:cubicBezTo>
                        <a:cubicBezTo>
                          <a:pt x="634270" y="119459"/>
                          <a:pt x="606076" y="72405"/>
                          <a:pt x="598170" y="32019"/>
                        </a:cubicBezTo>
                        <a:lnTo>
                          <a:pt x="597218" y="32591"/>
                        </a:lnTo>
                        <a:cubicBezTo>
                          <a:pt x="575500" y="45640"/>
                          <a:pt x="505587" y="95361"/>
                          <a:pt x="520160" y="189372"/>
                        </a:cubicBezTo>
                        <a:cubicBezTo>
                          <a:pt x="526637" y="231092"/>
                          <a:pt x="515302" y="261000"/>
                          <a:pt x="488442" y="274240"/>
                        </a:cubicBezTo>
                        <a:cubicBezTo>
                          <a:pt x="478039" y="278719"/>
                          <a:pt x="466627" y="280330"/>
                          <a:pt x="455390" y="278907"/>
                        </a:cubicBezTo>
                        <a:cubicBezTo>
                          <a:pt x="426913" y="274051"/>
                          <a:pt x="405939" y="249593"/>
                          <a:pt x="405479" y="220710"/>
                        </a:cubicBezTo>
                        <a:cubicBezTo>
                          <a:pt x="405479" y="216995"/>
                          <a:pt x="405479" y="213471"/>
                          <a:pt x="405479" y="210327"/>
                        </a:cubicBezTo>
                        <a:cubicBezTo>
                          <a:pt x="370487" y="252869"/>
                          <a:pt x="350976" y="306031"/>
                          <a:pt x="350139" y="361108"/>
                        </a:cubicBezTo>
                        <a:cubicBezTo>
                          <a:pt x="350139" y="410638"/>
                          <a:pt x="373761" y="461883"/>
                          <a:pt x="415004" y="501507"/>
                        </a:cubicBezTo>
                        <a:cubicBezTo>
                          <a:pt x="420522" y="507147"/>
                          <a:pt x="420423" y="516193"/>
                          <a:pt x="414783" y="521711"/>
                        </a:cubicBezTo>
                        <a:cubicBezTo>
                          <a:pt x="409379" y="526997"/>
                          <a:pt x="400792" y="527160"/>
                          <a:pt x="395192" y="522081"/>
                        </a:cubicBezTo>
                        <a:cubicBezTo>
                          <a:pt x="348425" y="477123"/>
                          <a:pt x="321564" y="418449"/>
                          <a:pt x="321564" y="361108"/>
                        </a:cubicBezTo>
                        <a:cubicBezTo>
                          <a:pt x="322291" y="293506"/>
                          <a:pt x="348323" y="228631"/>
                          <a:pt x="394526" y="179276"/>
                        </a:cubicBezTo>
                        <a:cubicBezTo>
                          <a:pt x="403145" y="170267"/>
                          <a:pt x="417434" y="169951"/>
                          <a:pt x="426443" y="178570"/>
                        </a:cubicBezTo>
                        <a:cubicBezTo>
                          <a:pt x="430635" y="182581"/>
                          <a:pt x="433122" y="188053"/>
                          <a:pt x="433387" y="193849"/>
                        </a:cubicBezTo>
                        <a:cubicBezTo>
                          <a:pt x="434054" y="201660"/>
                          <a:pt x="434150" y="213661"/>
                          <a:pt x="434150" y="220233"/>
                        </a:cubicBezTo>
                        <a:cubicBezTo>
                          <a:pt x="434501" y="235356"/>
                          <a:pt x="445453" y="248141"/>
                          <a:pt x="460343" y="250809"/>
                        </a:cubicBezTo>
                        <a:cubicBezTo>
                          <a:pt x="463006" y="251010"/>
                          <a:pt x="465681" y="251010"/>
                          <a:pt x="468344" y="250809"/>
                        </a:cubicBezTo>
                        <a:cubicBezTo>
                          <a:pt x="471078" y="250397"/>
                          <a:pt x="473760" y="249695"/>
                          <a:pt x="476345" y="248713"/>
                        </a:cubicBezTo>
                        <a:cubicBezTo>
                          <a:pt x="495395" y="239188"/>
                          <a:pt x="495395" y="214233"/>
                          <a:pt x="492157" y="194611"/>
                        </a:cubicBezTo>
                        <a:cubicBezTo>
                          <a:pt x="474821" y="82407"/>
                          <a:pt x="557117" y="23733"/>
                          <a:pt x="582740" y="8397"/>
                        </a:cubicBezTo>
                        <a:cubicBezTo>
                          <a:pt x="586740" y="5921"/>
                          <a:pt x="592265" y="2873"/>
                          <a:pt x="593789" y="2111"/>
                        </a:cubicBezTo>
                        <a:cubicBezTo>
                          <a:pt x="600269" y="-923"/>
                          <a:pt x="607809" y="-674"/>
                          <a:pt x="614077" y="2778"/>
                        </a:cubicBezTo>
                        <a:cubicBezTo>
                          <a:pt x="620277" y="6196"/>
                          <a:pt x="624431" y="12411"/>
                          <a:pt x="625221" y="19446"/>
                        </a:cubicBezTo>
                        <a:cubicBezTo>
                          <a:pt x="629793" y="55451"/>
                          <a:pt x="656939" y="101647"/>
                          <a:pt x="705707" y="156702"/>
                        </a:cubicBezTo>
                        <a:cubicBezTo>
                          <a:pt x="750665" y="207279"/>
                          <a:pt x="806482" y="270335"/>
                          <a:pt x="806482" y="361394"/>
                        </a:cubicBezTo>
                        <a:cubicBezTo>
                          <a:pt x="806482" y="418544"/>
                          <a:pt x="779717" y="477408"/>
                          <a:pt x="732949" y="522366"/>
                        </a:cubicBezTo>
                        <a:cubicBezTo>
                          <a:pt x="730230" y="524867"/>
                          <a:pt x="726639" y="526201"/>
                          <a:pt x="722948" y="526081"/>
                        </a:cubicBezTo>
                        <a:close/>
                        <a:moveTo>
                          <a:pt x="564356" y="597519"/>
                        </a:moveTo>
                        <a:cubicBezTo>
                          <a:pt x="553835" y="597519"/>
                          <a:pt x="545306" y="588990"/>
                          <a:pt x="545306" y="578469"/>
                        </a:cubicBezTo>
                        <a:cubicBezTo>
                          <a:pt x="545306" y="567947"/>
                          <a:pt x="553835" y="559419"/>
                          <a:pt x="564356" y="559419"/>
                        </a:cubicBezTo>
                        <a:lnTo>
                          <a:pt x="565118" y="559419"/>
                        </a:lnTo>
                        <a:cubicBezTo>
                          <a:pt x="575640" y="559419"/>
                          <a:pt x="584168" y="567947"/>
                          <a:pt x="584168" y="578469"/>
                        </a:cubicBezTo>
                        <a:cubicBezTo>
                          <a:pt x="584168" y="588990"/>
                          <a:pt x="575640" y="597519"/>
                          <a:pt x="565118" y="597519"/>
                        </a:cubicBezTo>
                        <a:close/>
                        <a:moveTo>
                          <a:pt x="503396" y="576659"/>
                        </a:moveTo>
                        <a:cubicBezTo>
                          <a:pt x="499100" y="576634"/>
                          <a:pt x="494937" y="575157"/>
                          <a:pt x="491585" y="572468"/>
                        </a:cubicBezTo>
                        <a:lnTo>
                          <a:pt x="490537" y="571611"/>
                        </a:lnTo>
                        <a:cubicBezTo>
                          <a:pt x="482259" y="565116"/>
                          <a:pt x="480813" y="553143"/>
                          <a:pt x="487307" y="544864"/>
                        </a:cubicBezTo>
                        <a:cubicBezTo>
                          <a:pt x="493801" y="536586"/>
                          <a:pt x="505776" y="535140"/>
                          <a:pt x="514053" y="541634"/>
                        </a:cubicBezTo>
                        <a:cubicBezTo>
                          <a:pt x="514317" y="541840"/>
                          <a:pt x="514574" y="542054"/>
                          <a:pt x="514826" y="542274"/>
                        </a:cubicBezTo>
                        <a:lnTo>
                          <a:pt x="514826" y="542274"/>
                        </a:lnTo>
                        <a:cubicBezTo>
                          <a:pt x="523085" y="548792"/>
                          <a:pt x="524497" y="560770"/>
                          <a:pt x="517979" y="569029"/>
                        </a:cubicBezTo>
                        <a:cubicBezTo>
                          <a:pt x="514364" y="573610"/>
                          <a:pt x="508850" y="576281"/>
                          <a:pt x="503015" y="576278"/>
                        </a:cubicBezTo>
                        <a:close/>
                        <a:moveTo>
                          <a:pt x="625983" y="575611"/>
                        </a:moveTo>
                        <a:cubicBezTo>
                          <a:pt x="615462" y="575643"/>
                          <a:pt x="606907" y="567140"/>
                          <a:pt x="606875" y="556619"/>
                        </a:cubicBezTo>
                        <a:cubicBezTo>
                          <a:pt x="606858" y="550874"/>
                          <a:pt x="609433" y="545428"/>
                          <a:pt x="613886" y="541797"/>
                        </a:cubicBezTo>
                        <a:lnTo>
                          <a:pt x="613886" y="541797"/>
                        </a:lnTo>
                        <a:cubicBezTo>
                          <a:pt x="621029" y="534073"/>
                          <a:pt x="633081" y="533600"/>
                          <a:pt x="640807" y="540742"/>
                        </a:cubicBezTo>
                        <a:cubicBezTo>
                          <a:pt x="648532" y="547885"/>
                          <a:pt x="649004" y="559937"/>
                          <a:pt x="641861" y="567662"/>
                        </a:cubicBezTo>
                        <a:cubicBezTo>
                          <a:pt x="640924" y="568676"/>
                          <a:pt x="639880" y="569585"/>
                          <a:pt x="638747" y="570372"/>
                        </a:cubicBezTo>
                        <a:lnTo>
                          <a:pt x="637794" y="571230"/>
                        </a:lnTo>
                        <a:cubicBezTo>
                          <a:pt x="634442" y="573942"/>
                          <a:pt x="630293" y="575482"/>
                          <a:pt x="625983" y="575611"/>
                        </a:cubicBezTo>
                        <a:close/>
                        <a:moveTo>
                          <a:pt x="468440" y="521128"/>
                        </a:moveTo>
                        <a:cubicBezTo>
                          <a:pt x="459657" y="521111"/>
                          <a:pt x="452025" y="515091"/>
                          <a:pt x="449961" y="506555"/>
                        </a:cubicBezTo>
                        <a:cubicBezTo>
                          <a:pt x="449961" y="506555"/>
                          <a:pt x="449961" y="505412"/>
                          <a:pt x="449961" y="505317"/>
                        </a:cubicBezTo>
                        <a:cubicBezTo>
                          <a:pt x="447966" y="494986"/>
                          <a:pt x="454724" y="484995"/>
                          <a:pt x="465055" y="483001"/>
                        </a:cubicBezTo>
                        <a:cubicBezTo>
                          <a:pt x="474932" y="481094"/>
                          <a:pt x="484589" y="487196"/>
                          <a:pt x="487108" y="496935"/>
                        </a:cubicBezTo>
                        <a:lnTo>
                          <a:pt x="487108" y="497506"/>
                        </a:lnTo>
                        <a:cubicBezTo>
                          <a:pt x="489625" y="507710"/>
                          <a:pt x="483402" y="518025"/>
                          <a:pt x="473202" y="520557"/>
                        </a:cubicBezTo>
                        <a:cubicBezTo>
                          <a:pt x="471645" y="520947"/>
                          <a:pt x="470044" y="521139"/>
                          <a:pt x="468440" y="521128"/>
                        </a:cubicBezTo>
                        <a:close/>
                        <a:moveTo>
                          <a:pt x="651510" y="454453"/>
                        </a:moveTo>
                        <a:cubicBezTo>
                          <a:pt x="644679" y="454568"/>
                          <a:pt x="638342" y="450905"/>
                          <a:pt x="635032" y="444928"/>
                        </a:cubicBezTo>
                        <a:lnTo>
                          <a:pt x="635032" y="444071"/>
                        </a:lnTo>
                        <a:cubicBezTo>
                          <a:pt x="630446" y="434601"/>
                          <a:pt x="634407" y="423208"/>
                          <a:pt x="643876" y="418623"/>
                        </a:cubicBezTo>
                        <a:cubicBezTo>
                          <a:pt x="652983" y="414214"/>
                          <a:pt x="663947" y="417692"/>
                          <a:pt x="668846" y="426545"/>
                        </a:cubicBezTo>
                        <a:cubicBezTo>
                          <a:pt x="673472" y="435913"/>
                          <a:pt x="669689" y="447258"/>
                          <a:pt x="660368" y="451977"/>
                        </a:cubicBezTo>
                        <a:cubicBezTo>
                          <a:pt x="657637" y="453426"/>
                          <a:pt x="654602" y="454209"/>
                          <a:pt x="651510" y="454263"/>
                        </a:cubicBezTo>
                        <a:close/>
                        <a:moveTo>
                          <a:pt x="516065" y="403590"/>
                        </a:moveTo>
                        <a:cubicBezTo>
                          <a:pt x="511576" y="403554"/>
                          <a:pt x="507237" y="401973"/>
                          <a:pt x="503777" y="399113"/>
                        </a:cubicBezTo>
                        <a:cubicBezTo>
                          <a:pt x="495846" y="392346"/>
                          <a:pt x="494827" y="380461"/>
                          <a:pt x="501491" y="372443"/>
                        </a:cubicBezTo>
                        <a:cubicBezTo>
                          <a:pt x="508065" y="364229"/>
                          <a:pt x="520054" y="362899"/>
                          <a:pt x="528268" y="369472"/>
                        </a:cubicBezTo>
                        <a:cubicBezTo>
                          <a:pt x="528392" y="369572"/>
                          <a:pt x="528516" y="369673"/>
                          <a:pt x="528638" y="369776"/>
                        </a:cubicBezTo>
                        <a:cubicBezTo>
                          <a:pt x="536567" y="376415"/>
                          <a:pt x="537750" y="388168"/>
                          <a:pt x="531305" y="396255"/>
                        </a:cubicBezTo>
                        <a:lnTo>
                          <a:pt x="530638" y="396922"/>
                        </a:lnTo>
                        <a:cubicBezTo>
                          <a:pt x="526996" y="401179"/>
                          <a:pt x="521666" y="403618"/>
                          <a:pt x="516065" y="403590"/>
                        </a:cubicBezTo>
                        <a:close/>
                        <a:moveTo>
                          <a:pt x="610267" y="401970"/>
                        </a:moveTo>
                        <a:cubicBezTo>
                          <a:pt x="604824" y="401987"/>
                          <a:pt x="599657" y="399578"/>
                          <a:pt x="596170" y="395398"/>
                        </a:cubicBezTo>
                        <a:lnTo>
                          <a:pt x="595598" y="394636"/>
                        </a:lnTo>
                        <a:cubicBezTo>
                          <a:pt x="588893" y="386579"/>
                          <a:pt x="589957" y="374618"/>
                          <a:pt x="597980" y="367871"/>
                        </a:cubicBezTo>
                        <a:cubicBezTo>
                          <a:pt x="606019" y="361084"/>
                          <a:pt x="618038" y="362100"/>
                          <a:pt x="624825" y="370139"/>
                        </a:cubicBezTo>
                        <a:cubicBezTo>
                          <a:pt x="624830" y="370144"/>
                          <a:pt x="624835" y="370151"/>
                          <a:pt x="624840" y="370157"/>
                        </a:cubicBezTo>
                        <a:cubicBezTo>
                          <a:pt x="631891" y="377964"/>
                          <a:pt x="631279" y="390011"/>
                          <a:pt x="623471" y="397063"/>
                        </a:cubicBezTo>
                        <a:cubicBezTo>
                          <a:pt x="619858" y="400325"/>
                          <a:pt x="615133" y="402082"/>
                          <a:pt x="610267" y="401970"/>
                        </a:cubicBezTo>
                        <a:close/>
                        <a:moveTo>
                          <a:pt x="563594" y="357679"/>
                        </a:moveTo>
                        <a:lnTo>
                          <a:pt x="563594" y="357679"/>
                        </a:lnTo>
                        <a:cubicBezTo>
                          <a:pt x="553073" y="357679"/>
                          <a:pt x="544544" y="349150"/>
                          <a:pt x="544544" y="338629"/>
                        </a:cubicBezTo>
                        <a:cubicBezTo>
                          <a:pt x="544520" y="328608"/>
                          <a:pt x="552263" y="320280"/>
                          <a:pt x="562261" y="319579"/>
                        </a:cubicBezTo>
                        <a:lnTo>
                          <a:pt x="563975" y="319579"/>
                        </a:lnTo>
                        <a:cubicBezTo>
                          <a:pt x="574497" y="319579"/>
                          <a:pt x="583025" y="328108"/>
                          <a:pt x="583025" y="338629"/>
                        </a:cubicBezTo>
                        <a:cubicBezTo>
                          <a:pt x="583027" y="349150"/>
                          <a:pt x="574500" y="357681"/>
                          <a:pt x="563979" y="357683"/>
                        </a:cubicBezTo>
                        <a:cubicBezTo>
                          <a:pt x="563850" y="357683"/>
                          <a:pt x="563723" y="357682"/>
                          <a:pt x="563594" y="357679"/>
                        </a:cubicBezTo>
                        <a:close/>
                        <a:moveTo>
                          <a:pt x="301371" y="427688"/>
                        </a:moveTo>
                        <a:cubicBezTo>
                          <a:pt x="301371" y="419797"/>
                          <a:pt x="294974" y="413400"/>
                          <a:pt x="287084" y="413400"/>
                        </a:cubicBezTo>
                        <a:lnTo>
                          <a:pt x="165068" y="413400"/>
                        </a:lnTo>
                        <a:cubicBezTo>
                          <a:pt x="157199" y="413348"/>
                          <a:pt x="150833" y="406982"/>
                          <a:pt x="150781" y="399113"/>
                        </a:cubicBezTo>
                        <a:lnTo>
                          <a:pt x="150781" y="367204"/>
                        </a:lnTo>
                        <a:cubicBezTo>
                          <a:pt x="151038" y="359500"/>
                          <a:pt x="157360" y="353388"/>
                          <a:pt x="165068" y="353393"/>
                        </a:cubicBezTo>
                        <a:lnTo>
                          <a:pt x="278511" y="353393"/>
                        </a:lnTo>
                        <a:cubicBezTo>
                          <a:pt x="286402" y="353393"/>
                          <a:pt x="292799" y="346996"/>
                          <a:pt x="292799" y="339105"/>
                        </a:cubicBezTo>
                        <a:cubicBezTo>
                          <a:pt x="292799" y="331215"/>
                          <a:pt x="286402" y="324818"/>
                          <a:pt x="278511" y="324818"/>
                        </a:cubicBezTo>
                        <a:lnTo>
                          <a:pt x="165068" y="324818"/>
                        </a:lnTo>
                        <a:cubicBezTo>
                          <a:pt x="141396" y="324818"/>
                          <a:pt x="122206" y="344008"/>
                          <a:pt x="122206" y="367680"/>
                        </a:cubicBezTo>
                        <a:lnTo>
                          <a:pt x="122206" y="399113"/>
                        </a:lnTo>
                        <a:cubicBezTo>
                          <a:pt x="122258" y="422763"/>
                          <a:pt x="141418" y="441923"/>
                          <a:pt x="165068" y="441975"/>
                        </a:cubicBezTo>
                        <a:lnTo>
                          <a:pt x="287084" y="441975"/>
                        </a:lnTo>
                        <a:cubicBezTo>
                          <a:pt x="294974" y="441975"/>
                          <a:pt x="301371" y="435578"/>
                          <a:pt x="301371" y="427688"/>
                        </a:cubicBezTo>
                        <a:close/>
                        <a:moveTo>
                          <a:pt x="98393" y="399113"/>
                        </a:moveTo>
                        <a:lnTo>
                          <a:pt x="98393" y="367204"/>
                        </a:lnTo>
                        <a:cubicBezTo>
                          <a:pt x="98393" y="343532"/>
                          <a:pt x="79203" y="324342"/>
                          <a:pt x="55531" y="324342"/>
                        </a:cubicBezTo>
                        <a:lnTo>
                          <a:pt x="14288" y="324342"/>
                        </a:lnTo>
                        <a:cubicBezTo>
                          <a:pt x="6397" y="324342"/>
                          <a:pt x="0" y="330739"/>
                          <a:pt x="0" y="338629"/>
                        </a:cubicBezTo>
                        <a:cubicBezTo>
                          <a:pt x="0" y="346520"/>
                          <a:pt x="6397" y="352917"/>
                          <a:pt x="14288" y="352917"/>
                        </a:cubicBezTo>
                        <a:lnTo>
                          <a:pt x="55721" y="352917"/>
                        </a:lnTo>
                        <a:cubicBezTo>
                          <a:pt x="63612" y="352917"/>
                          <a:pt x="70009" y="359314"/>
                          <a:pt x="70009" y="367204"/>
                        </a:cubicBezTo>
                        <a:lnTo>
                          <a:pt x="70009" y="399113"/>
                        </a:lnTo>
                        <a:cubicBezTo>
                          <a:pt x="70009" y="407003"/>
                          <a:pt x="63612" y="413400"/>
                          <a:pt x="55721" y="413400"/>
                        </a:cubicBezTo>
                        <a:lnTo>
                          <a:pt x="14288" y="413400"/>
                        </a:lnTo>
                        <a:cubicBezTo>
                          <a:pt x="6397" y="413400"/>
                          <a:pt x="0" y="419797"/>
                          <a:pt x="0" y="427688"/>
                        </a:cubicBezTo>
                        <a:cubicBezTo>
                          <a:pt x="0" y="435578"/>
                          <a:pt x="6397" y="441975"/>
                          <a:pt x="14288" y="441975"/>
                        </a:cubicBezTo>
                        <a:lnTo>
                          <a:pt x="55721" y="441975"/>
                        </a:lnTo>
                        <a:cubicBezTo>
                          <a:pt x="79298" y="441818"/>
                          <a:pt x="98342" y="422689"/>
                          <a:pt x="98393" y="399113"/>
                        </a:cubicBezTo>
                        <a:close/>
                        <a:moveTo>
                          <a:pt x="305276" y="277193"/>
                        </a:moveTo>
                        <a:cubicBezTo>
                          <a:pt x="305276" y="269302"/>
                          <a:pt x="298879" y="262905"/>
                          <a:pt x="290989" y="262905"/>
                        </a:cubicBezTo>
                        <a:lnTo>
                          <a:pt x="288131" y="262905"/>
                        </a:lnTo>
                        <a:cubicBezTo>
                          <a:pt x="280241" y="262905"/>
                          <a:pt x="273844" y="256508"/>
                          <a:pt x="273844" y="248618"/>
                        </a:cubicBezTo>
                        <a:lnTo>
                          <a:pt x="273844" y="216328"/>
                        </a:lnTo>
                        <a:cubicBezTo>
                          <a:pt x="273844" y="208438"/>
                          <a:pt x="280241" y="202041"/>
                          <a:pt x="288131" y="202041"/>
                        </a:cubicBezTo>
                        <a:lnTo>
                          <a:pt x="329660" y="202041"/>
                        </a:lnTo>
                        <a:cubicBezTo>
                          <a:pt x="337551" y="202041"/>
                          <a:pt x="343948" y="195644"/>
                          <a:pt x="343948" y="187753"/>
                        </a:cubicBezTo>
                        <a:cubicBezTo>
                          <a:pt x="343948" y="179863"/>
                          <a:pt x="337551" y="173466"/>
                          <a:pt x="329660" y="173466"/>
                        </a:cubicBezTo>
                        <a:lnTo>
                          <a:pt x="288131" y="173466"/>
                        </a:lnTo>
                        <a:cubicBezTo>
                          <a:pt x="264481" y="173518"/>
                          <a:pt x="245321" y="192677"/>
                          <a:pt x="245269" y="216328"/>
                        </a:cubicBezTo>
                        <a:lnTo>
                          <a:pt x="245269" y="248618"/>
                        </a:lnTo>
                        <a:cubicBezTo>
                          <a:pt x="245321" y="272268"/>
                          <a:pt x="264481" y="291428"/>
                          <a:pt x="288131" y="291480"/>
                        </a:cubicBezTo>
                        <a:lnTo>
                          <a:pt x="290989" y="291480"/>
                        </a:lnTo>
                        <a:cubicBezTo>
                          <a:pt x="298879" y="291480"/>
                          <a:pt x="305276" y="285083"/>
                          <a:pt x="305276" y="277193"/>
                        </a:cubicBezTo>
                        <a:close/>
                        <a:moveTo>
                          <a:pt x="446818" y="578469"/>
                        </a:moveTo>
                        <a:cubicBezTo>
                          <a:pt x="446818" y="570578"/>
                          <a:pt x="440421" y="564181"/>
                          <a:pt x="432530" y="564181"/>
                        </a:cubicBezTo>
                        <a:lnTo>
                          <a:pt x="288131" y="564181"/>
                        </a:lnTo>
                        <a:cubicBezTo>
                          <a:pt x="280241" y="564181"/>
                          <a:pt x="273844" y="557784"/>
                          <a:pt x="273844" y="549894"/>
                        </a:cubicBezTo>
                        <a:lnTo>
                          <a:pt x="273844" y="517985"/>
                        </a:lnTo>
                        <a:cubicBezTo>
                          <a:pt x="273844" y="510094"/>
                          <a:pt x="280241" y="503697"/>
                          <a:pt x="288131" y="503697"/>
                        </a:cubicBezTo>
                        <a:lnTo>
                          <a:pt x="312992" y="503697"/>
                        </a:lnTo>
                        <a:cubicBezTo>
                          <a:pt x="320882" y="503697"/>
                          <a:pt x="327279" y="497300"/>
                          <a:pt x="327279" y="489410"/>
                        </a:cubicBezTo>
                        <a:cubicBezTo>
                          <a:pt x="327279" y="481519"/>
                          <a:pt x="320882" y="475122"/>
                          <a:pt x="312992" y="475122"/>
                        </a:cubicBezTo>
                        <a:lnTo>
                          <a:pt x="288131" y="475122"/>
                        </a:lnTo>
                        <a:cubicBezTo>
                          <a:pt x="264481" y="475175"/>
                          <a:pt x="245321" y="494334"/>
                          <a:pt x="245269" y="517985"/>
                        </a:cubicBezTo>
                        <a:lnTo>
                          <a:pt x="245269" y="549894"/>
                        </a:lnTo>
                        <a:cubicBezTo>
                          <a:pt x="245321" y="573544"/>
                          <a:pt x="264481" y="592704"/>
                          <a:pt x="288131" y="592756"/>
                        </a:cubicBezTo>
                        <a:lnTo>
                          <a:pt x="432530" y="592756"/>
                        </a:lnTo>
                        <a:cubicBezTo>
                          <a:pt x="440421" y="592756"/>
                          <a:pt x="446818" y="586359"/>
                          <a:pt x="446818" y="578469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endParaRPr>
                  </a:p>
                </p:txBody>
              </p:sp>
            </p:grpSp>
          </p:grpSp>
          <p:grpSp>
            <p:nvGrpSpPr>
              <p:cNvPr id="53" name="Google Shape;2288;p62">
                <a:extLst>
                  <a:ext uri="{FF2B5EF4-FFF2-40B4-BE49-F238E27FC236}">
                    <a16:creationId xmlns:a16="http://schemas.microsoft.com/office/drawing/2014/main" id="{571FC95C-ADB9-D84C-26DB-2F09D2305183}"/>
                  </a:ext>
                </a:extLst>
              </p:cNvPr>
              <p:cNvGrpSpPr/>
              <p:nvPr/>
            </p:nvGrpSpPr>
            <p:grpSpPr>
              <a:xfrm>
                <a:off x="1386075" y="4705412"/>
                <a:ext cx="476674" cy="476674"/>
                <a:chOff x="1386075" y="4705412"/>
                <a:chExt cx="476674" cy="476674"/>
              </a:xfrm>
            </p:grpSpPr>
            <p:sp>
              <p:nvSpPr>
                <p:cNvPr id="54" name="Google Shape;2289;p62">
                  <a:extLst>
                    <a:ext uri="{FF2B5EF4-FFF2-40B4-BE49-F238E27FC236}">
                      <a16:creationId xmlns:a16="http://schemas.microsoft.com/office/drawing/2014/main" id="{16DD5839-AC67-FFC6-0058-EB441D1017E4}"/>
                    </a:ext>
                  </a:extLst>
                </p:cNvPr>
                <p:cNvSpPr/>
                <p:nvPr/>
              </p:nvSpPr>
              <p:spPr>
                <a:xfrm>
                  <a:off x="1386075" y="4705412"/>
                  <a:ext cx="476674" cy="476674"/>
                </a:xfrm>
                <a:prstGeom prst="ellipse">
                  <a:avLst/>
                </a:prstGeom>
                <a:solidFill>
                  <a:schemeClr val="tx1">
                    <a:alpha val="80000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entury Gothic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55" name="Google Shape;2290;p62">
                  <a:extLst>
                    <a:ext uri="{FF2B5EF4-FFF2-40B4-BE49-F238E27FC236}">
                      <a16:creationId xmlns:a16="http://schemas.microsoft.com/office/drawing/2014/main" id="{7980D82C-4773-23F0-885F-73EEB0966A44}"/>
                    </a:ext>
                  </a:extLst>
                </p:cNvPr>
                <p:cNvSpPr/>
                <p:nvPr/>
              </p:nvSpPr>
              <p:spPr>
                <a:xfrm>
                  <a:off x="1527331" y="4936278"/>
                  <a:ext cx="189490" cy="1855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976" h="565975" extrusionOk="0">
                      <a:moveTo>
                        <a:pt x="233648" y="357854"/>
                      </a:moveTo>
                      <a:lnTo>
                        <a:pt x="192215" y="357854"/>
                      </a:lnTo>
                      <a:cubicBezTo>
                        <a:pt x="168564" y="357802"/>
                        <a:pt x="149404" y="338642"/>
                        <a:pt x="149352" y="314992"/>
                      </a:cubicBezTo>
                      <a:lnTo>
                        <a:pt x="149352" y="273368"/>
                      </a:lnTo>
                      <a:cubicBezTo>
                        <a:pt x="149404" y="249717"/>
                        <a:pt x="168564" y="230557"/>
                        <a:pt x="192215" y="230505"/>
                      </a:cubicBezTo>
                      <a:lnTo>
                        <a:pt x="233648" y="230505"/>
                      </a:lnTo>
                      <a:cubicBezTo>
                        <a:pt x="257299" y="230557"/>
                        <a:pt x="276458" y="249717"/>
                        <a:pt x="276511" y="273368"/>
                      </a:cubicBezTo>
                      <a:lnTo>
                        <a:pt x="276511" y="314801"/>
                      </a:lnTo>
                      <a:cubicBezTo>
                        <a:pt x="276563" y="338526"/>
                        <a:pt x="257373" y="357802"/>
                        <a:pt x="233648" y="357854"/>
                      </a:cubicBezTo>
                      <a:close/>
                      <a:moveTo>
                        <a:pt x="192215" y="259271"/>
                      </a:moveTo>
                      <a:cubicBezTo>
                        <a:pt x="184345" y="259323"/>
                        <a:pt x="177979" y="265688"/>
                        <a:pt x="177927" y="273558"/>
                      </a:cubicBezTo>
                      <a:lnTo>
                        <a:pt x="177927" y="314992"/>
                      </a:lnTo>
                      <a:cubicBezTo>
                        <a:pt x="177927" y="322882"/>
                        <a:pt x="184324" y="329279"/>
                        <a:pt x="192215" y="329279"/>
                      </a:cubicBezTo>
                      <a:lnTo>
                        <a:pt x="233648" y="329279"/>
                      </a:lnTo>
                      <a:cubicBezTo>
                        <a:pt x="241539" y="329279"/>
                        <a:pt x="247936" y="322882"/>
                        <a:pt x="247936" y="314992"/>
                      </a:cubicBezTo>
                      <a:lnTo>
                        <a:pt x="247936" y="273368"/>
                      </a:lnTo>
                      <a:cubicBezTo>
                        <a:pt x="247936" y="265477"/>
                        <a:pt x="241539" y="259080"/>
                        <a:pt x="233648" y="259080"/>
                      </a:cubicBezTo>
                      <a:close/>
                      <a:moveTo>
                        <a:pt x="385763" y="357854"/>
                      </a:moveTo>
                      <a:lnTo>
                        <a:pt x="344329" y="357854"/>
                      </a:lnTo>
                      <a:cubicBezTo>
                        <a:pt x="320678" y="357802"/>
                        <a:pt x="301519" y="338642"/>
                        <a:pt x="301466" y="314992"/>
                      </a:cubicBezTo>
                      <a:lnTo>
                        <a:pt x="301466" y="273368"/>
                      </a:lnTo>
                      <a:cubicBezTo>
                        <a:pt x="301519" y="249717"/>
                        <a:pt x="320678" y="230557"/>
                        <a:pt x="344329" y="230505"/>
                      </a:cubicBezTo>
                      <a:lnTo>
                        <a:pt x="385763" y="230505"/>
                      </a:lnTo>
                      <a:cubicBezTo>
                        <a:pt x="409413" y="230557"/>
                        <a:pt x="428573" y="249717"/>
                        <a:pt x="428625" y="273368"/>
                      </a:cubicBezTo>
                      <a:lnTo>
                        <a:pt x="428625" y="314801"/>
                      </a:lnTo>
                      <a:cubicBezTo>
                        <a:pt x="428677" y="338526"/>
                        <a:pt x="409487" y="357802"/>
                        <a:pt x="385763" y="357854"/>
                      </a:cubicBezTo>
                      <a:close/>
                      <a:moveTo>
                        <a:pt x="344329" y="259271"/>
                      </a:moveTo>
                      <a:cubicBezTo>
                        <a:pt x="336438" y="259271"/>
                        <a:pt x="330041" y="265668"/>
                        <a:pt x="330041" y="273558"/>
                      </a:cubicBezTo>
                      <a:lnTo>
                        <a:pt x="330041" y="314992"/>
                      </a:lnTo>
                      <a:cubicBezTo>
                        <a:pt x="330041" y="322882"/>
                        <a:pt x="336438" y="329279"/>
                        <a:pt x="344329" y="329279"/>
                      </a:cubicBezTo>
                      <a:lnTo>
                        <a:pt x="385763" y="329279"/>
                      </a:lnTo>
                      <a:cubicBezTo>
                        <a:pt x="393653" y="329279"/>
                        <a:pt x="400050" y="322882"/>
                        <a:pt x="400050" y="314992"/>
                      </a:cubicBezTo>
                      <a:lnTo>
                        <a:pt x="400050" y="273368"/>
                      </a:lnTo>
                      <a:cubicBezTo>
                        <a:pt x="399998" y="265498"/>
                        <a:pt x="393632" y="259132"/>
                        <a:pt x="385763" y="259080"/>
                      </a:cubicBezTo>
                      <a:close/>
                      <a:moveTo>
                        <a:pt x="233648" y="208502"/>
                      </a:moveTo>
                      <a:lnTo>
                        <a:pt x="192215" y="208502"/>
                      </a:lnTo>
                      <a:cubicBezTo>
                        <a:pt x="168542" y="208502"/>
                        <a:pt x="149352" y="189312"/>
                        <a:pt x="149352" y="165640"/>
                      </a:cubicBezTo>
                      <a:lnTo>
                        <a:pt x="149352" y="124301"/>
                      </a:lnTo>
                      <a:cubicBezTo>
                        <a:pt x="149404" y="100651"/>
                        <a:pt x="168564" y="81491"/>
                        <a:pt x="192215" y="81439"/>
                      </a:cubicBezTo>
                      <a:lnTo>
                        <a:pt x="233648" y="81439"/>
                      </a:lnTo>
                      <a:cubicBezTo>
                        <a:pt x="257299" y="81491"/>
                        <a:pt x="276458" y="100651"/>
                        <a:pt x="276511" y="124301"/>
                      </a:cubicBezTo>
                      <a:lnTo>
                        <a:pt x="276511" y="165640"/>
                      </a:lnTo>
                      <a:cubicBezTo>
                        <a:pt x="276511" y="189312"/>
                        <a:pt x="257321" y="208502"/>
                        <a:pt x="233648" y="208502"/>
                      </a:cubicBezTo>
                      <a:close/>
                      <a:moveTo>
                        <a:pt x="192215" y="110014"/>
                      </a:moveTo>
                      <a:cubicBezTo>
                        <a:pt x="184324" y="110014"/>
                        <a:pt x="177927" y="116411"/>
                        <a:pt x="177927" y="124301"/>
                      </a:cubicBezTo>
                      <a:lnTo>
                        <a:pt x="177927" y="165640"/>
                      </a:lnTo>
                      <a:cubicBezTo>
                        <a:pt x="177927" y="173530"/>
                        <a:pt x="184324" y="179927"/>
                        <a:pt x="192215" y="179927"/>
                      </a:cubicBezTo>
                      <a:lnTo>
                        <a:pt x="233648" y="179927"/>
                      </a:lnTo>
                      <a:cubicBezTo>
                        <a:pt x="241539" y="179927"/>
                        <a:pt x="247936" y="173530"/>
                        <a:pt x="247936" y="165640"/>
                      </a:cubicBezTo>
                      <a:lnTo>
                        <a:pt x="247936" y="124301"/>
                      </a:lnTo>
                      <a:cubicBezTo>
                        <a:pt x="247936" y="116411"/>
                        <a:pt x="241539" y="110014"/>
                        <a:pt x="233648" y="110014"/>
                      </a:cubicBezTo>
                      <a:close/>
                      <a:moveTo>
                        <a:pt x="385763" y="208502"/>
                      </a:moveTo>
                      <a:lnTo>
                        <a:pt x="344329" y="208502"/>
                      </a:lnTo>
                      <a:cubicBezTo>
                        <a:pt x="320656" y="208502"/>
                        <a:pt x="301466" y="189312"/>
                        <a:pt x="301466" y="165640"/>
                      </a:cubicBezTo>
                      <a:lnTo>
                        <a:pt x="301466" y="124301"/>
                      </a:lnTo>
                      <a:cubicBezTo>
                        <a:pt x="301519" y="100651"/>
                        <a:pt x="320678" y="81491"/>
                        <a:pt x="344329" y="81439"/>
                      </a:cubicBezTo>
                      <a:lnTo>
                        <a:pt x="385763" y="81439"/>
                      </a:lnTo>
                      <a:cubicBezTo>
                        <a:pt x="409413" y="81491"/>
                        <a:pt x="428573" y="100651"/>
                        <a:pt x="428625" y="124301"/>
                      </a:cubicBezTo>
                      <a:lnTo>
                        <a:pt x="428625" y="165640"/>
                      </a:lnTo>
                      <a:cubicBezTo>
                        <a:pt x="428625" y="189312"/>
                        <a:pt x="409435" y="208502"/>
                        <a:pt x="385763" y="208502"/>
                      </a:cubicBezTo>
                      <a:close/>
                      <a:moveTo>
                        <a:pt x="344329" y="110014"/>
                      </a:moveTo>
                      <a:cubicBezTo>
                        <a:pt x="336438" y="110014"/>
                        <a:pt x="330041" y="116411"/>
                        <a:pt x="330041" y="124301"/>
                      </a:cubicBezTo>
                      <a:lnTo>
                        <a:pt x="330041" y="165640"/>
                      </a:lnTo>
                      <a:cubicBezTo>
                        <a:pt x="330041" y="173530"/>
                        <a:pt x="336438" y="179927"/>
                        <a:pt x="344329" y="179927"/>
                      </a:cubicBezTo>
                      <a:lnTo>
                        <a:pt x="385763" y="179927"/>
                      </a:lnTo>
                      <a:cubicBezTo>
                        <a:pt x="393653" y="179927"/>
                        <a:pt x="400050" y="173530"/>
                        <a:pt x="400050" y="165640"/>
                      </a:cubicBezTo>
                      <a:lnTo>
                        <a:pt x="400050" y="124301"/>
                      </a:lnTo>
                      <a:cubicBezTo>
                        <a:pt x="400050" y="116411"/>
                        <a:pt x="393653" y="110014"/>
                        <a:pt x="385763" y="110014"/>
                      </a:cubicBezTo>
                      <a:close/>
                      <a:moveTo>
                        <a:pt x="511302" y="504063"/>
                      </a:moveTo>
                      <a:lnTo>
                        <a:pt x="511302" y="71438"/>
                      </a:lnTo>
                      <a:cubicBezTo>
                        <a:pt x="511302" y="63547"/>
                        <a:pt x="504905" y="57150"/>
                        <a:pt x="497014" y="57150"/>
                      </a:cubicBezTo>
                      <a:cubicBezTo>
                        <a:pt x="489124" y="57150"/>
                        <a:pt x="482727" y="63547"/>
                        <a:pt x="482727" y="71438"/>
                      </a:cubicBezTo>
                      <a:lnTo>
                        <a:pt x="482727" y="504063"/>
                      </a:lnTo>
                      <a:cubicBezTo>
                        <a:pt x="482727" y="522475"/>
                        <a:pt x="467801" y="537401"/>
                        <a:pt x="449389" y="537401"/>
                      </a:cubicBezTo>
                      <a:lnTo>
                        <a:pt x="352520" y="537401"/>
                      </a:lnTo>
                      <a:lnTo>
                        <a:pt x="352520" y="453676"/>
                      </a:lnTo>
                      <a:cubicBezTo>
                        <a:pt x="352520" y="430003"/>
                        <a:pt x="333330" y="410813"/>
                        <a:pt x="309658" y="410813"/>
                      </a:cubicBezTo>
                      <a:lnTo>
                        <a:pt x="268319" y="410813"/>
                      </a:lnTo>
                      <a:cubicBezTo>
                        <a:pt x="244647" y="410813"/>
                        <a:pt x="225457" y="430003"/>
                        <a:pt x="225457" y="453676"/>
                      </a:cubicBezTo>
                      <a:lnTo>
                        <a:pt x="225457" y="537305"/>
                      </a:lnTo>
                      <a:lnTo>
                        <a:pt x="128588" y="537305"/>
                      </a:lnTo>
                      <a:cubicBezTo>
                        <a:pt x="110176" y="537305"/>
                        <a:pt x="95250" y="522380"/>
                        <a:pt x="95250" y="503968"/>
                      </a:cubicBezTo>
                      <a:lnTo>
                        <a:pt x="95250" y="71438"/>
                      </a:lnTo>
                      <a:cubicBezTo>
                        <a:pt x="95250" y="63547"/>
                        <a:pt x="88853" y="57150"/>
                        <a:pt x="80963" y="57150"/>
                      </a:cubicBezTo>
                      <a:cubicBezTo>
                        <a:pt x="73072" y="57150"/>
                        <a:pt x="66675" y="63547"/>
                        <a:pt x="66675" y="71438"/>
                      </a:cubicBezTo>
                      <a:lnTo>
                        <a:pt x="66675" y="504063"/>
                      </a:lnTo>
                      <a:cubicBezTo>
                        <a:pt x="66727" y="538235"/>
                        <a:pt x="94416" y="565923"/>
                        <a:pt x="128588" y="565976"/>
                      </a:cubicBezTo>
                      <a:lnTo>
                        <a:pt x="239744" y="565976"/>
                      </a:lnTo>
                      <a:cubicBezTo>
                        <a:pt x="247635" y="565976"/>
                        <a:pt x="254032" y="559579"/>
                        <a:pt x="254032" y="551688"/>
                      </a:cubicBezTo>
                      <a:lnTo>
                        <a:pt x="254032" y="453676"/>
                      </a:lnTo>
                      <a:cubicBezTo>
                        <a:pt x="254032" y="445785"/>
                        <a:pt x="260429" y="439388"/>
                        <a:pt x="268319" y="439388"/>
                      </a:cubicBezTo>
                      <a:lnTo>
                        <a:pt x="309658" y="439388"/>
                      </a:lnTo>
                      <a:cubicBezTo>
                        <a:pt x="317548" y="439388"/>
                        <a:pt x="323945" y="445785"/>
                        <a:pt x="323945" y="453676"/>
                      </a:cubicBezTo>
                      <a:lnTo>
                        <a:pt x="323945" y="551688"/>
                      </a:lnTo>
                      <a:cubicBezTo>
                        <a:pt x="323998" y="559558"/>
                        <a:pt x="330363" y="565923"/>
                        <a:pt x="338233" y="565976"/>
                      </a:cubicBezTo>
                      <a:lnTo>
                        <a:pt x="449389" y="565976"/>
                      </a:lnTo>
                      <a:cubicBezTo>
                        <a:pt x="483561" y="565923"/>
                        <a:pt x="511250" y="538235"/>
                        <a:pt x="511302" y="504063"/>
                      </a:cubicBezTo>
                      <a:close/>
                      <a:moveTo>
                        <a:pt x="38100" y="194691"/>
                      </a:moveTo>
                      <a:lnTo>
                        <a:pt x="38100" y="194215"/>
                      </a:lnTo>
                      <a:cubicBezTo>
                        <a:pt x="38100" y="183693"/>
                        <a:pt x="29571" y="175165"/>
                        <a:pt x="19050" y="175165"/>
                      </a:cubicBezTo>
                      <a:cubicBezTo>
                        <a:pt x="8529" y="175165"/>
                        <a:pt x="0" y="183693"/>
                        <a:pt x="0" y="194215"/>
                      </a:cubicBezTo>
                      <a:cubicBezTo>
                        <a:pt x="0" y="204736"/>
                        <a:pt x="8529" y="213265"/>
                        <a:pt x="19050" y="213265"/>
                      </a:cubicBezTo>
                      <a:cubicBezTo>
                        <a:pt x="29571" y="213265"/>
                        <a:pt x="38100" y="204736"/>
                        <a:pt x="38100" y="194215"/>
                      </a:cubicBezTo>
                      <a:close/>
                      <a:moveTo>
                        <a:pt x="19050" y="436055"/>
                      </a:moveTo>
                      <a:cubicBezTo>
                        <a:pt x="8529" y="436055"/>
                        <a:pt x="0" y="427526"/>
                        <a:pt x="0" y="417005"/>
                      </a:cubicBezTo>
                      <a:lnTo>
                        <a:pt x="0" y="416243"/>
                      </a:lnTo>
                      <a:cubicBezTo>
                        <a:pt x="0" y="405721"/>
                        <a:pt x="8529" y="397193"/>
                        <a:pt x="19050" y="397193"/>
                      </a:cubicBezTo>
                      <a:cubicBezTo>
                        <a:pt x="29571" y="397193"/>
                        <a:pt x="38100" y="405721"/>
                        <a:pt x="38100" y="416243"/>
                      </a:cubicBezTo>
                      <a:lnTo>
                        <a:pt x="38100" y="417290"/>
                      </a:lnTo>
                      <a:cubicBezTo>
                        <a:pt x="37944" y="427699"/>
                        <a:pt x="29461" y="436055"/>
                        <a:pt x="19050" y="436055"/>
                      </a:cubicBezTo>
                      <a:close/>
                      <a:moveTo>
                        <a:pt x="19050" y="361950"/>
                      </a:moveTo>
                      <a:cubicBezTo>
                        <a:pt x="8529" y="361950"/>
                        <a:pt x="0" y="353421"/>
                        <a:pt x="0" y="342900"/>
                      </a:cubicBezTo>
                      <a:lnTo>
                        <a:pt x="0" y="341852"/>
                      </a:lnTo>
                      <a:cubicBezTo>
                        <a:pt x="0" y="331331"/>
                        <a:pt x="8529" y="322802"/>
                        <a:pt x="19050" y="322802"/>
                      </a:cubicBezTo>
                      <a:cubicBezTo>
                        <a:pt x="29571" y="322802"/>
                        <a:pt x="38100" y="331331"/>
                        <a:pt x="38100" y="341852"/>
                      </a:cubicBezTo>
                      <a:lnTo>
                        <a:pt x="38100" y="342900"/>
                      </a:lnTo>
                      <a:cubicBezTo>
                        <a:pt x="38100" y="353421"/>
                        <a:pt x="29571" y="361950"/>
                        <a:pt x="19050" y="361950"/>
                      </a:cubicBezTo>
                      <a:close/>
                      <a:moveTo>
                        <a:pt x="19050" y="287846"/>
                      </a:moveTo>
                      <a:cubicBezTo>
                        <a:pt x="8529" y="287846"/>
                        <a:pt x="0" y="279317"/>
                        <a:pt x="0" y="268796"/>
                      </a:cubicBezTo>
                      <a:lnTo>
                        <a:pt x="0" y="267748"/>
                      </a:lnTo>
                      <a:cubicBezTo>
                        <a:pt x="0" y="257226"/>
                        <a:pt x="8529" y="248698"/>
                        <a:pt x="19050" y="248698"/>
                      </a:cubicBezTo>
                      <a:cubicBezTo>
                        <a:pt x="29571" y="248698"/>
                        <a:pt x="38100" y="257226"/>
                        <a:pt x="38100" y="267748"/>
                      </a:cubicBezTo>
                      <a:lnTo>
                        <a:pt x="38100" y="268796"/>
                      </a:lnTo>
                      <a:cubicBezTo>
                        <a:pt x="38100" y="279317"/>
                        <a:pt x="29571" y="287846"/>
                        <a:pt x="19050" y="287846"/>
                      </a:cubicBezTo>
                      <a:close/>
                      <a:moveTo>
                        <a:pt x="38100" y="490538"/>
                      </a:moveTo>
                      <a:lnTo>
                        <a:pt x="38100" y="490538"/>
                      </a:lnTo>
                      <a:cubicBezTo>
                        <a:pt x="38100" y="480016"/>
                        <a:pt x="29571" y="471488"/>
                        <a:pt x="19050" y="471488"/>
                      </a:cubicBezTo>
                      <a:cubicBezTo>
                        <a:pt x="8529" y="471488"/>
                        <a:pt x="0" y="480016"/>
                        <a:pt x="0" y="490538"/>
                      </a:cubicBezTo>
                      <a:cubicBezTo>
                        <a:pt x="0" y="501059"/>
                        <a:pt x="8529" y="509588"/>
                        <a:pt x="19050" y="509588"/>
                      </a:cubicBezTo>
                      <a:cubicBezTo>
                        <a:pt x="29571" y="509588"/>
                        <a:pt x="38100" y="501059"/>
                        <a:pt x="38100" y="490538"/>
                      </a:cubicBezTo>
                      <a:close/>
                      <a:moveTo>
                        <a:pt x="577977" y="194691"/>
                      </a:moveTo>
                      <a:lnTo>
                        <a:pt x="577977" y="194215"/>
                      </a:lnTo>
                      <a:cubicBezTo>
                        <a:pt x="577977" y="183693"/>
                        <a:pt x="569448" y="175165"/>
                        <a:pt x="558927" y="175165"/>
                      </a:cubicBezTo>
                      <a:cubicBezTo>
                        <a:pt x="548406" y="175165"/>
                        <a:pt x="539877" y="183693"/>
                        <a:pt x="539877" y="194215"/>
                      </a:cubicBezTo>
                      <a:cubicBezTo>
                        <a:pt x="539877" y="204736"/>
                        <a:pt x="548406" y="213265"/>
                        <a:pt x="558927" y="213265"/>
                      </a:cubicBezTo>
                      <a:cubicBezTo>
                        <a:pt x="569448" y="213265"/>
                        <a:pt x="577977" y="204736"/>
                        <a:pt x="577977" y="194215"/>
                      </a:cubicBezTo>
                      <a:close/>
                      <a:moveTo>
                        <a:pt x="558927" y="436055"/>
                      </a:moveTo>
                      <a:cubicBezTo>
                        <a:pt x="548406" y="436055"/>
                        <a:pt x="539877" y="427526"/>
                        <a:pt x="539877" y="417005"/>
                      </a:cubicBezTo>
                      <a:lnTo>
                        <a:pt x="539877" y="416243"/>
                      </a:lnTo>
                      <a:cubicBezTo>
                        <a:pt x="539877" y="405721"/>
                        <a:pt x="548406" y="397193"/>
                        <a:pt x="558927" y="397193"/>
                      </a:cubicBezTo>
                      <a:cubicBezTo>
                        <a:pt x="569448" y="397193"/>
                        <a:pt x="577977" y="405721"/>
                        <a:pt x="577977" y="416243"/>
                      </a:cubicBezTo>
                      <a:lnTo>
                        <a:pt x="577977" y="417290"/>
                      </a:lnTo>
                      <a:cubicBezTo>
                        <a:pt x="577821" y="427699"/>
                        <a:pt x="569338" y="436055"/>
                        <a:pt x="558927" y="436055"/>
                      </a:cubicBezTo>
                      <a:close/>
                      <a:moveTo>
                        <a:pt x="558927" y="361950"/>
                      </a:moveTo>
                      <a:cubicBezTo>
                        <a:pt x="548406" y="361950"/>
                        <a:pt x="539877" y="353421"/>
                        <a:pt x="539877" y="342900"/>
                      </a:cubicBezTo>
                      <a:lnTo>
                        <a:pt x="539877" y="341852"/>
                      </a:lnTo>
                      <a:cubicBezTo>
                        <a:pt x="539877" y="331331"/>
                        <a:pt x="548406" y="322802"/>
                        <a:pt x="558927" y="322802"/>
                      </a:cubicBezTo>
                      <a:cubicBezTo>
                        <a:pt x="569448" y="322802"/>
                        <a:pt x="577977" y="331331"/>
                        <a:pt x="577977" y="341852"/>
                      </a:cubicBezTo>
                      <a:lnTo>
                        <a:pt x="577977" y="342900"/>
                      </a:lnTo>
                      <a:cubicBezTo>
                        <a:pt x="577977" y="353421"/>
                        <a:pt x="569448" y="361950"/>
                        <a:pt x="558927" y="361950"/>
                      </a:cubicBezTo>
                      <a:close/>
                      <a:moveTo>
                        <a:pt x="558927" y="287846"/>
                      </a:moveTo>
                      <a:cubicBezTo>
                        <a:pt x="548406" y="287846"/>
                        <a:pt x="539877" y="279317"/>
                        <a:pt x="539877" y="268796"/>
                      </a:cubicBezTo>
                      <a:lnTo>
                        <a:pt x="539877" y="267748"/>
                      </a:lnTo>
                      <a:cubicBezTo>
                        <a:pt x="539877" y="257226"/>
                        <a:pt x="548406" y="248698"/>
                        <a:pt x="558927" y="248698"/>
                      </a:cubicBezTo>
                      <a:cubicBezTo>
                        <a:pt x="569448" y="248698"/>
                        <a:pt x="577977" y="257226"/>
                        <a:pt x="577977" y="267748"/>
                      </a:cubicBezTo>
                      <a:lnTo>
                        <a:pt x="577977" y="268796"/>
                      </a:lnTo>
                      <a:cubicBezTo>
                        <a:pt x="577977" y="279317"/>
                        <a:pt x="569448" y="287846"/>
                        <a:pt x="558927" y="287846"/>
                      </a:cubicBezTo>
                      <a:close/>
                      <a:moveTo>
                        <a:pt x="577977" y="490538"/>
                      </a:moveTo>
                      <a:lnTo>
                        <a:pt x="577977" y="490538"/>
                      </a:lnTo>
                      <a:cubicBezTo>
                        <a:pt x="577977" y="480016"/>
                        <a:pt x="569448" y="471488"/>
                        <a:pt x="558927" y="471488"/>
                      </a:cubicBezTo>
                      <a:cubicBezTo>
                        <a:pt x="548406" y="471488"/>
                        <a:pt x="539877" y="480016"/>
                        <a:pt x="539877" y="490538"/>
                      </a:cubicBezTo>
                      <a:cubicBezTo>
                        <a:pt x="539877" y="501059"/>
                        <a:pt x="548406" y="509588"/>
                        <a:pt x="558927" y="509588"/>
                      </a:cubicBezTo>
                      <a:cubicBezTo>
                        <a:pt x="569448" y="509588"/>
                        <a:pt x="577977" y="501059"/>
                        <a:pt x="577977" y="490538"/>
                      </a:cubicBezTo>
                      <a:close/>
                      <a:moveTo>
                        <a:pt x="511302" y="14288"/>
                      </a:moveTo>
                      <a:cubicBezTo>
                        <a:pt x="511302" y="6397"/>
                        <a:pt x="504905" y="0"/>
                        <a:pt x="497014" y="0"/>
                      </a:cubicBezTo>
                      <a:lnTo>
                        <a:pt x="80963" y="0"/>
                      </a:lnTo>
                      <a:cubicBezTo>
                        <a:pt x="73072" y="0"/>
                        <a:pt x="66675" y="6397"/>
                        <a:pt x="66675" y="14288"/>
                      </a:cubicBezTo>
                      <a:cubicBezTo>
                        <a:pt x="66675" y="22178"/>
                        <a:pt x="73072" y="28575"/>
                        <a:pt x="80963" y="28575"/>
                      </a:cubicBezTo>
                      <a:lnTo>
                        <a:pt x="497014" y="28575"/>
                      </a:lnTo>
                      <a:cubicBezTo>
                        <a:pt x="504905" y="28576"/>
                        <a:pt x="511303" y="22180"/>
                        <a:pt x="511303" y="14288"/>
                      </a:cubicBezTo>
                      <a:cubicBezTo>
                        <a:pt x="511303" y="14225"/>
                        <a:pt x="511303" y="14161"/>
                        <a:pt x="511302" y="14097"/>
                      </a:cubicBez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grpSp>
              <p:nvGrpSpPr>
                <p:cNvPr id="56" name="Google Shape;2291;p62">
                  <a:extLst>
                    <a:ext uri="{FF2B5EF4-FFF2-40B4-BE49-F238E27FC236}">
                      <a16:creationId xmlns:a16="http://schemas.microsoft.com/office/drawing/2014/main" id="{75E7699A-AEEC-4EFB-3AC3-7368A60B77A7}"/>
                    </a:ext>
                  </a:extLst>
                </p:cNvPr>
                <p:cNvGrpSpPr/>
                <p:nvPr/>
              </p:nvGrpSpPr>
              <p:grpSpPr>
                <a:xfrm>
                  <a:off x="1498560" y="4748788"/>
                  <a:ext cx="262009" cy="155116"/>
                  <a:chOff x="5865735" y="4774905"/>
                  <a:chExt cx="461473" cy="273204"/>
                </a:xfrm>
              </p:grpSpPr>
              <p:sp>
                <p:nvSpPr>
                  <p:cNvPr id="57" name="Google Shape;2292;p62">
                    <a:extLst>
                      <a:ext uri="{FF2B5EF4-FFF2-40B4-BE49-F238E27FC236}">
                        <a16:creationId xmlns:a16="http://schemas.microsoft.com/office/drawing/2014/main" id="{BB7112AA-9E41-62CA-7CDC-4DBD97F385E0}"/>
                      </a:ext>
                    </a:extLst>
                  </p:cNvPr>
                  <p:cNvSpPr/>
                  <p:nvPr/>
                </p:nvSpPr>
                <p:spPr>
                  <a:xfrm>
                    <a:off x="5865735" y="4774905"/>
                    <a:ext cx="461473" cy="273204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rgbClr val="ED195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FFFFFF"/>
                      </a:buClr>
                      <a:buSzPts val="1800"/>
                      <a:buFont typeface="Arial"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endParaRPr>
                  </a:p>
                </p:txBody>
              </p:sp>
              <p:sp>
                <p:nvSpPr>
                  <p:cNvPr id="58" name="Google Shape;2293;p62">
                    <a:extLst>
                      <a:ext uri="{FF2B5EF4-FFF2-40B4-BE49-F238E27FC236}">
                        <a16:creationId xmlns:a16="http://schemas.microsoft.com/office/drawing/2014/main" id="{A0A668F2-C0E5-5114-5DBA-C623B823A72A}"/>
                      </a:ext>
                    </a:extLst>
                  </p:cNvPr>
                  <p:cNvSpPr/>
                  <p:nvPr/>
                </p:nvSpPr>
                <p:spPr>
                  <a:xfrm>
                    <a:off x="5959020" y="4802056"/>
                    <a:ext cx="274903" cy="203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6481" h="597518" extrusionOk="0">
                        <a:moveTo>
                          <a:pt x="659797" y="519509"/>
                        </a:moveTo>
                        <a:cubicBezTo>
                          <a:pt x="657993" y="519490"/>
                          <a:pt x="656200" y="519234"/>
                          <a:pt x="654463" y="518747"/>
                        </a:cubicBezTo>
                        <a:cubicBezTo>
                          <a:pt x="644339" y="515885"/>
                          <a:pt x="638452" y="505357"/>
                          <a:pt x="641315" y="495232"/>
                        </a:cubicBezTo>
                        <a:cubicBezTo>
                          <a:pt x="641316" y="495228"/>
                          <a:pt x="641317" y="495224"/>
                          <a:pt x="641318" y="495220"/>
                        </a:cubicBezTo>
                        <a:cubicBezTo>
                          <a:pt x="643972" y="485039"/>
                          <a:pt x="654376" y="478937"/>
                          <a:pt x="664557" y="481591"/>
                        </a:cubicBezTo>
                        <a:cubicBezTo>
                          <a:pt x="664685" y="481624"/>
                          <a:pt x="664813" y="481658"/>
                          <a:pt x="664940" y="481695"/>
                        </a:cubicBezTo>
                        <a:cubicBezTo>
                          <a:pt x="674817" y="484480"/>
                          <a:pt x="680713" y="494587"/>
                          <a:pt x="678275" y="504555"/>
                        </a:cubicBezTo>
                        <a:lnTo>
                          <a:pt x="678275" y="505698"/>
                        </a:lnTo>
                        <a:cubicBezTo>
                          <a:pt x="675921" y="513932"/>
                          <a:pt x="668361" y="519582"/>
                          <a:pt x="659797" y="519509"/>
                        </a:cubicBezTo>
                        <a:close/>
                        <a:moveTo>
                          <a:pt x="475202" y="456072"/>
                        </a:moveTo>
                        <a:cubicBezTo>
                          <a:pt x="473395" y="456099"/>
                          <a:pt x="471595" y="455843"/>
                          <a:pt x="469868" y="455310"/>
                        </a:cubicBezTo>
                        <a:cubicBezTo>
                          <a:pt x="459777" y="452404"/>
                          <a:pt x="453942" y="441882"/>
                          <a:pt x="456819" y="431784"/>
                        </a:cubicBezTo>
                        <a:cubicBezTo>
                          <a:pt x="459473" y="421602"/>
                          <a:pt x="469877" y="415501"/>
                          <a:pt x="480058" y="418154"/>
                        </a:cubicBezTo>
                        <a:cubicBezTo>
                          <a:pt x="480186" y="418188"/>
                          <a:pt x="480313" y="418222"/>
                          <a:pt x="480441" y="418258"/>
                        </a:cubicBezTo>
                        <a:cubicBezTo>
                          <a:pt x="490317" y="421043"/>
                          <a:pt x="496213" y="431150"/>
                          <a:pt x="493776" y="441118"/>
                        </a:cubicBezTo>
                        <a:lnTo>
                          <a:pt x="493776" y="442261"/>
                        </a:lnTo>
                        <a:cubicBezTo>
                          <a:pt x="491412" y="450530"/>
                          <a:pt x="483801" y="456189"/>
                          <a:pt x="475202" y="456072"/>
                        </a:cubicBezTo>
                        <a:close/>
                        <a:moveTo>
                          <a:pt x="178403" y="291099"/>
                        </a:moveTo>
                        <a:lnTo>
                          <a:pt x="42863" y="291099"/>
                        </a:lnTo>
                        <a:cubicBezTo>
                          <a:pt x="19212" y="291047"/>
                          <a:pt x="52" y="271887"/>
                          <a:pt x="0" y="248237"/>
                        </a:cubicBezTo>
                        <a:lnTo>
                          <a:pt x="0" y="216328"/>
                        </a:lnTo>
                        <a:cubicBezTo>
                          <a:pt x="52" y="192677"/>
                          <a:pt x="19212" y="173518"/>
                          <a:pt x="42863" y="173466"/>
                        </a:cubicBezTo>
                        <a:lnTo>
                          <a:pt x="178403" y="173466"/>
                        </a:lnTo>
                        <a:cubicBezTo>
                          <a:pt x="202054" y="173518"/>
                          <a:pt x="221213" y="192677"/>
                          <a:pt x="221266" y="216328"/>
                        </a:cubicBezTo>
                        <a:lnTo>
                          <a:pt x="221266" y="248618"/>
                        </a:lnTo>
                        <a:cubicBezTo>
                          <a:pt x="221006" y="272120"/>
                          <a:pt x="201906" y="291049"/>
                          <a:pt x="178403" y="291099"/>
                        </a:cubicBezTo>
                        <a:close/>
                        <a:moveTo>
                          <a:pt x="42863" y="202041"/>
                        </a:moveTo>
                        <a:cubicBezTo>
                          <a:pt x="34972" y="202041"/>
                          <a:pt x="28575" y="208438"/>
                          <a:pt x="28575" y="216328"/>
                        </a:cubicBezTo>
                        <a:lnTo>
                          <a:pt x="28575" y="248618"/>
                        </a:lnTo>
                        <a:cubicBezTo>
                          <a:pt x="28575" y="256508"/>
                          <a:pt x="34972" y="262905"/>
                          <a:pt x="42863" y="262905"/>
                        </a:cubicBezTo>
                        <a:lnTo>
                          <a:pt x="178403" y="262905"/>
                        </a:lnTo>
                        <a:cubicBezTo>
                          <a:pt x="186294" y="262905"/>
                          <a:pt x="192691" y="256508"/>
                          <a:pt x="192691" y="248618"/>
                        </a:cubicBezTo>
                        <a:lnTo>
                          <a:pt x="192691" y="216328"/>
                        </a:lnTo>
                        <a:cubicBezTo>
                          <a:pt x="192691" y="208438"/>
                          <a:pt x="186294" y="202041"/>
                          <a:pt x="178403" y="202041"/>
                        </a:cubicBezTo>
                        <a:close/>
                        <a:moveTo>
                          <a:pt x="178403" y="592566"/>
                        </a:moveTo>
                        <a:lnTo>
                          <a:pt x="42863" y="592566"/>
                        </a:lnTo>
                        <a:cubicBezTo>
                          <a:pt x="19212" y="592513"/>
                          <a:pt x="52" y="573354"/>
                          <a:pt x="0" y="549703"/>
                        </a:cubicBezTo>
                        <a:lnTo>
                          <a:pt x="0" y="517985"/>
                        </a:lnTo>
                        <a:cubicBezTo>
                          <a:pt x="52" y="494334"/>
                          <a:pt x="19212" y="475175"/>
                          <a:pt x="42863" y="475122"/>
                        </a:cubicBezTo>
                        <a:lnTo>
                          <a:pt x="178403" y="475122"/>
                        </a:lnTo>
                        <a:cubicBezTo>
                          <a:pt x="202054" y="475175"/>
                          <a:pt x="221213" y="494334"/>
                          <a:pt x="221266" y="517985"/>
                        </a:cubicBezTo>
                        <a:lnTo>
                          <a:pt x="221266" y="549894"/>
                        </a:lnTo>
                        <a:cubicBezTo>
                          <a:pt x="221213" y="573544"/>
                          <a:pt x="202054" y="592704"/>
                          <a:pt x="178403" y="592756"/>
                        </a:cubicBezTo>
                        <a:close/>
                        <a:moveTo>
                          <a:pt x="42863" y="503697"/>
                        </a:moveTo>
                        <a:cubicBezTo>
                          <a:pt x="34972" y="503697"/>
                          <a:pt x="28575" y="510094"/>
                          <a:pt x="28575" y="517985"/>
                        </a:cubicBezTo>
                        <a:lnTo>
                          <a:pt x="28575" y="549894"/>
                        </a:lnTo>
                        <a:cubicBezTo>
                          <a:pt x="28575" y="557784"/>
                          <a:pt x="34972" y="564181"/>
                          <a:pt x="42863" y="564181"/>
                        </a:cubicBezTo>
                        <a:lnTo>
                          <a:pt x="178403" y="564181"/>
                        </a:lnTo>
                        <a:cubicBezTo>
                          <a:pt x="186294" y="564181"/>
                          <a:pt x="192691" y="557784"/>
                          <a:pt x="192691" y="549894"/>
                        </a:cubicBezTo>
                        <a:lnTo>
                          <a:pt x="192691" y="517985"/>
                        </a:lnTo>
                        <a:cubicBezTo>
                          <a:pt x="192691" y="510094"/>
                          <a:pt x="186294" y="503697"/>
                          <a:pt x="178403" y="503697"/>
                        </a:cubicBezTo>
                        <a:close/>
                        <a:moveTo>
                          <a:pt x="722948" y="526081"/>
                        </a:moveTo>
                        <a:cubicBezTo>
                          <a:pt x="719061" y="526101"/>
                          <a:pt x="715339" y="524515"/>
                          <a:pt x="712661" y="521700"/>
                        </a:cubicBezTo>
                        <a:cubicBezTo>
                          <a:pt x="707089" y="516122"/>
                          <a:pt x="707089" y="507084"/>
                          <a:pt x="712661" y="501507"/>
                        </a:cubicBezTo>
                        <a:cubicBezTo>
                          <a:pt x="753809" y="461883"/>
                          <a:pt x="777431" y="410638"/>
                          <a:pt x="777431" y="361108"/>
                        </a:cubicBezTo>
                        <a:cubicBezTo>
                          <a:pt x="777431" y="280908"/>
                          <a:pt x="727710" y="224805"/>
                          <a:pt x="683895" y="175371"/>
                        </a:cubicBezTo>
                        <a:cubicBezTo>
                          <a:pt x="634270" y="119459"/>
                          <a:pt x="606076" y="72405"/>
                          <a:pt x="598170" y="32019"/>
                        </a:cubicBezTo>
                        <a:lnTo>
                          <a:pt x="597218" y="32591"/>
                        </a:lnTo>
                        <a:cubicBezTo>
                          <a:pt x="575500" y="45640"/>
                          <a:pt x="505587" y="95361"/>
                          <a:pt x="520160" y="189372"/>
                        </a:cubicBezTo>
                        <a:cubicBezTo>
                          <a:pt x="526637" y="231092"/>
                          <a:pt x="515302" y="261000"/>
                          <a:pt x="488442" y="274240"/>
                        </a:cubicBezTo>
                        <a:cubicBezTo>
                          <a:pt x="478039" y="278719"/>
                          <a:pt x="466627" y="280330"/>
                          <a:pt x="455390" y="278907"/>
                        </a:cubicBezTo>
                        <a:cubicBezTo>
                          <a:pt x="426913" y="274051"/>
                          <a:pt x="405939" y="249593"/>
                          <a:pt x="405479" y="220710"/>
                        </a:cubicBezTo>
                        <a:cubicBezTo>
                          <a:pt x="405479" y="216995"/>
                          <a:pt x="405479" y="213471"/>
                          <a:pt x="405479" y="210327"/>
                        </a:cubicBezTo>
                        <a:cubicBezTo>
                          <a:pt x="370487" y="252869"/>
                          <a:pt x="350976" y="306031"/>
                          <a:pt x="350139" y="361108"/>
                        </a:cubicBezTo>
                        <a:cubicBezTo>
                          <a:pt x="350139" y="410638"/>
                          <a:pt x="373761" y="461883"/>
                          <a:pt x="415004" y="501507"/>
                        </a:cubicBezTo>
                        <a:cubicBezTo>
                          <a:pt x="420522" y="507147"/>
                          <a:pt x="420423" y="516193"/>
                          <a:pt x="414783" y="521711"/>
                        </a:cubicBezTo>
                        <a:cubicBezTo>
                          <a:pt x="409379" y="526997"/>
                          <a:pt x="400792" y="527160"/>
                          <a:pt x="395192" y="522081"/>
                        </a:cubicBezTo>
                        <a:cubicBezTo>
                          <a:pt x="348425" y="477123"/>
                          <a:pt x="321564" y="418449"/>
                          <a:pt x="321564" y="361108"/>
                        </a:cubicBezTo>
                        <a:cubicBezTo>
                          <a:pt x="322291" y="293506"/>
                          <a:pt x="348323" y="228631"/>
                          <a:pt x="394526" y="179276"/>
                        </a:cubicBezTo>
                        <a:cubicBezTo>
                          <a:pt x="403145" y="170267"/>
                          <a:pt x="417434" y="169951"/>
                          <a:pt x="426443" y="178570"/>
                        </a:cubicBezTo>
                        <a:cubicBezTo>
                          <a:pt x="430635" y="182581"/>
                          <a:pt x="433122" y="188053"/>
                          <a:pt x="433387" y="193849"/>
                        </a:cubicBezTo>
                        <a:cubicBezTo>
                          <a:pt x="434054" y="201660"/>
                          <a:pt x="434150" y="213661"/>
                          <a:pt x="434150" y="220233"/>
                        </a:cubicBezTo>
                        <a:cubicBezTo>
                          <a:pt x="434501" y="235356"/>
                          <a:pt x="445453" y="248141"/>
                          <a:pt x="460343" y="250809"/>
                        </a:cubicBezTo>
                        <a:cubicBezTo>
                          <a:pt x="463006" y="251010"/>
                          <a:pt x="465681" y="251010"/>
                          <a:pt x="468344" y="250809"/>
                        </a:cubicBezTo>
                        <a:cubicBezTo>
                          <a:pt x="471078" y="250397"/>
                          <a:pt x="473760" y="249695"/>
                          <a:pt x="476345" y="248713"/>
                        </a:cubicBezTo>
                        <a:cubicBezTo>
                          <a:pt x="495395" y="239188"/>
                          <a:pt x="495395" y="214233"/>
                          <a:pt x="492157" y="194611"/>
                        </a:cubicBezTo>
                        <a:cubicBezTo>
                          <a:pt x="474821" y="82407"/>
                          <a:pt x="557117" y="23733"/>
                          <a:pt x="582740" y="8397"/>
                        </a:cubicBezTo>
                        <a:cubicBezTo>
                          <a:pt x="586740" y="5921"/>
                          <a:pt x="592265" y="2873"/>
                          <a:pt x="593789" y="2111"/>
                        </a:cubicBezTo>
                        <a:cubicBezTo>
                          <a:pt x="600269" y="-923"/>
                          <a:pt x="607809" y="-674"/>
                          <a:pt x="614077" y="2778"/>
                        </a:cubicBezTo>
                        <a:cubicBezTo>
                          <a:pt x="620277" y="6196"/>
                          <a:pt x="624431" y="12411"/>
                          <a:pt x="625221" y="19446"/>
                        </a:cubicBezTo>
                        <a:cubicBezTo>
                          <a:pt x="629793" y="55451"/>
                          <a:pt x="656939" y="101647"/>
                          <a:pt x="705707" y="156702"/>
                        </a:cubicBezTo>
                        <a:cubicBezTo>
                          <a:pt x="750665" y="207279"/>
                          <a:pt x="806482" y="270335"/>
                          <a:pt x="806482" y="361394"/>
                        </a:cubicBezTo>
                        <a:cubicBezTo>
                          <a:pt x="806482" y="418544"/>
                          <a:pt x="779717" y="477408"/>
                          <a:pt x="732949" y="522366"/>
                        </a:cubicBezTo>
                        <a:cubicBezTo>
                          <a:pt x="730230" y="524867"/>
                          <a:pt x="726639" y="526201"/>
                          <a:pt x="722948" y="526081"/>
                        </a:cubicBezTo>
                        <a:close/>
                        <a:moveTo>
                          <a:pt x="564356" y="597519"/>
                        </a:moveTo>
                        <a:cubicBezTo>
                          <a:pt x="553835" y="597519"/>
                          <a:pt x="545306" y="588990"/>
                          <a:pt x="545306" y="578469"/>
                        </a:cubicBezTo>
                        <a:cubicBezTo>
                          <a:pt x="545306" y="567947"/>
                          <a:pt x="553835" y="559419"/>
                          <a:pt x="564356" y="559419"/>
                        </a:cubicBezTo>
                        <a:lnTo>
                          <a:pt x="565118" y="559419"/>
                        </a:lnTo>
                        <a:cubicBezTo>
                          <a:pt x="575640" y="559419"/>
                          <a:pt x="584168" y="567947"/>
                          <a:pt x="584168" y="578469"/>
                        </a:cubicBezTo>
                        <a:cubicBezTo>
                          <a:pt x="584168" y="588990"/>
                          <a:pt x="575640" y="597519"/>
                          <a:pt x="565118" y="597519"/>
                        </a:cubicBezTo>
                        <a:close/>
                        <a:moveTo>
                          <a:pt x="503396" y="576659"/>
                        </a:moveTo>
                        <a:cubicBezTo>
                          <a:pt x="499100" y="576634"/>
                          <a:pt x="494937" y="575157"/>
                          <a:pt x="491585" y="572468"/>
                        </a:cubicBezTo>
                        <a:lnTo>
                          <a:pt x="490537" y="571611"/>
                        </a:lnTo>
                        <a:cubicBezTo>
                          <a:pt x="482259" y="565116"/>
                          <a:pt x="480813" y="553143"/>
                          <a:pt x="487307" y="544864"/>
                        </a:cubicBezTo>
                        <a:cubicBezTo>
                          <a:pt x="493801" y="536586"/>
                          <a:pt x="505776" y="535140"/>
                          <a:pt x="514053" y="541634"/>
                        </a:cubicBezTo>
                        <a:cubicBezTo>
                          <a:pt x="514317" y="541840"/>
                          <a:pt x="514574" y="542054"/>
                          <a:pt x="514826" y="542274"/>
                        </a:cubicBezTo>
                        <a:lnTo>
                          <a:pt x="514826" y="542274"/>
                        </a:lnTo>
                        <a:cubicBezTo>
                          <a:pt x="523085" y="548792"/>
                          <a:pt x="524497" y="560770"/>
                          <a:pt x="517979" y="569029"/>
                        </a:cubicBezTo>
                        <a:cubicBezTo>
                          <a:pt x="514364" y="573610"/>
                          <a:pt x="508850" y="576281"/>
                          <a:pt x="503015" y="576278"/>
                        </a:cubicBezTo>
                        <a:close/>
                        <a:moveTo>
                          <a:pt x="625983" y="575611"/>
                        </a:moveTo>
                        <a:cubicBezTo>
                          <a:pt x="615462" y="575643"/>
                          <a:pt x="606907" y="567140"/>
                          <a:pt x="606875" y="556619"/>
                        </a:cubicBezTo>
                        <a:cubicBezTo>
                          <a:pt x="606858" y="550874"/>
                          <a:pt x="609433" y="545428"/>
                          <a:pt x="613886" y="541797"/>
                        </a:cubicBezTo>
                        <a:lnTo>
                          <a:pt x="613886" y="541797"/>
                        </a:lnTo>
                        <a:cubicBezTo>
                          <a:pt x="621029" y="534073"/>
                          <a:pt x="633081" y="533600"/>
                          <a:pt x="640807" y="540742"/>
                        </a:cubicBezTo>
                        <a:cubicBezTo>
                          <a:pt x="648532" y="547885"/>
                          <a:pt x="649004" y="559937"/>
                          <a:pt x="641861" y="567662"/>
                        </a:cubicBezTo>
                        <a:cubicBezTo>
                          <a:pt x="640924" y="568676"/>
                          <a:pt x="639880" y="569585"/>
                          <a:pt x="638747" y="570372"/>
                        </a:cubicBezTo>
                        <a:lnTo>
                          <a:pt x="637794" y="571230"/>
                        </a:lnTo>
                        <a:cubicBezTo>
                          <a:pt x="634442" y="573942"/>
                          <a:pt x="630293" y="575482"/>
                          <a:pt x="625983" y="575611"/>
                        </a:cubicBezTo>
                        <a:close/>
                        <a:moveTo>
                          <a:pt x="468440" y="521128"/>
                        </a:moveTo>
                        <a:cubicBezTo>
                          <a:pt x="459657" y="521111"/>
                          <a:pt x="452025" y="515091"/>
                          <a:pt x="449961" y="506555"/>
                        </a:cubicBezTo>
                        <a:cubicBezTo>
                          <a:pt x="449961" y="506555"/>
                          <a:pt x="449961" y="505412"/>
                          <a:pt x="449961" y="505317"/>
                        </a:cubicBezTo>
                        <a:cubicBezTo>
                          <a:pt x="447966" y="494986"/>
                          <a:pt x="454724" y="484995"/>
                          <a:pt x="465055" y="483001"/>
                        </a:cubicBezTo>
                        <a:cubicBezTo>
                          <a:pt x="474932" y="481094"/>
                          <a:pt x="484589" y="487196"/>
                          <a:pt x="487108" y="496935"/>
                        </a:cubicBezTo>
                        <a:lnTo>
                          <a:pt x="487108" y="497506"/>
                        </a:lnTo>
                        <a:cubicBezTo>
                          <a:pt x="489625" y="507710"/>
                          <a:pt x="483402" y="518025"/>
                          <a:pt x="473202" y="520557"/>
                        </a:cubicBezTo>
                        <a:cubicBezTo>
                          <a:pt x="471645" y="520947"/>
                          <a:pt x="470044" y="521139"/>
                          <a:pt x="468440" y="521128"/>
                        </a:cubicBezTo>
                        <a:close/>
                        <a:moveTo>
                          <a:pt x="651510" y="454453"/>
                        </a:moveTo>
                        <a:cubicBezTo>
                          <a:pt x="644679" y="454568"/>
                          <a:pt x="638342" y="450905"/>
                          <a:pt x="635032" y="444928"/>
                        </a:cubicBezTo>
                        <a:lnTo>
                          <a:pt x="635032" y="444071"/>
                        </a:lnTo>
                        <a:cubicBezTo>
                          <a:pt x="630446" y="434601"/>
                          <a:pt x="634407" y="423208"/>
                          <a:pt x="643876" y="418623"/>
                        </a:cubicBezTo>
                        <a:cubicBezTo>
                          <a:pt x="652983" y="414214"/>
                          <a:pt x="663947" y="417692"/>
                          <a:pt x="668846" y="426545"/>
                        </a:cubicBezTo>
                        <a:cubicBezTo>
                          <a:pt x="673472" y="435913"/>
                          <a:pt x="669689" y="447258"/>
                          <a:pt x="660368" y="451977"/>
                        </a:cubicBezTo>
                        <a:cubicBezTo>
                          <a:pt x="657637" y="453426"/>
                          <a:pt x="654602" y="454209"/>
                          <a:pt x="651510" y="454263"/>
                        </a:cubicBezTo>
                        <a:close/>
                        <a:moveTo>
                          <a:pt x="516065" y="403590"/>
                        </a:moveTo>
                        <a:cubicBezTo>
                          <a:pt x="511576" y="403554"/>
                          <a:pt x="507237" y="401973"/>
                          <a:pt x="503777" y="399113"/>
                        </a:cubicBezTo>
                        <a:cubicBezTo>
                          <a:pt x="495846" y="392346"/>
                          <a:pt x="494827" y="380461"/>
                          <a:pt x="501491" y="372443"/>
                        </a:cubicBezTo>
                        <a:cubicBezTo>
                          <a:pt x="508065" y="364229"/>
                          <a:pt x="520054" y="362899"/>
                          <a:pt x="528268" y="369472"/>
                        </a:cubicBezTo>
                        <a:cubicBezTo>
                          <a:pt x="528392" y="369572"/>
                          <a:pt x="528516" y="369673"/>
                          <a:pt x="528638" y="369776"/>
                        </a:cubicBezTo>
                        <a:cubicBezTo>
                          <a:pt x="536567" y="376415"/>
                          <a:pt x="537750" y="388168"/>
                          <a:pt x="531305" y="396255"/>
                        </a:cubicBezTo>
                        <a:lnTo>
                          <a:pt x="530638" y="396922"/>
                        </a:lnTo>
                        <a:cubicBezTo>
                          <a:pt x="526996" y="401179"/>
                          <a:pt x="521666" y="403618"/>
                          <a:pt x="516065" y="403590"/>
                        </a:cubicBezTo>
                        <a:close/>
                        <a:moveTo>
                          <a:pt x="610267" y="401970"/>
                        </a:moveTo>
                        <a:cubicBezTo>
                          <a:pt x="604824" y="401987"/>
                          <a:pt x="599657" y="399578"/>
                          <a:pt x="596170" y="395398"/>
                        </a:cubicBezTo>
                        <a:lnTo>
                          <a:pt x="595598" y="394636"/>
                        </a:lnTo>
                        <a:cubicBezTo>
                          <a:pt x="588893" y="386579"/>
                          <a:pt x="589957" y="374618"/>
                          <a:pt x="597980" y="367871"/>
                        </a:cubicBezTo>
                        <a:cubicBezTo>
                          <a:pt x="606019" y="361084"/>
                          <a:pt x="618038" y="362100"/>
                          <a:pt x="624825" y="370139"/>
                        </a:cubicBezTo>
                        <a:cubicBezTo>
                          <a:pt x="624830" y="370144"/>
                          <a:pt x="624835" y="370151"/>
                          <a:pt x="624840" y="370157"/>
                        </a:cubicBezTo>
                        <a:cubicBezTo>
                          <a:pt x="631891" y="377964"/>
                          <a:pt x="631279" y="390011"/>
                          <a:pt x="623471" y="397063"/>
                        </a:cubicBezTo>
                        <a:cubicBezTo>
                          <a:pt x="619858" y="400325"/>
                          <a:pt x="615133" y="402082"/>
                          <a:pt x="610267" y="401970"/>
                        </a:cubicBezTo>
                        <a:close/>
                        <a:moveTo>
                          <a:pt x="563594" y="357679"/>
                        </a:moveTo>
                        <a:lnTo>
                          <a:pt x="563594" y="357679"/>
                        </a:lnTo>
                        <a:cubicBezTo>
                          <a:pt x="553073" y="357679"/>
                          <a:pt x="544544" y="349150"/>
                          <a:pt x="544544" y="338629"/>
                        </a:cubicBezTo>
                        <a:cubicBezTo>
                          <a:pt x="544520" y="328608"/>
                          <a:pt x="552263" y="320280"/>
                          <a:pt x="562261" y="319579"/>
                        </a:cubicBezTo>
                        <a:lnTo>
                          <a:pt x="563975" y="319579"/>
                        </a:lnTo>
                        <a:cubicBezTo>
                          <a:pt x="574497" y="319579"/>
                          <a:pt x="583025" y="328108"/>
                          <a:pt x="583025" y="338629"/>
                        </a:cubicBezTo>
                        <a:cubicBezTo>
                          <a:pt x="583027" y="349150"/>
                          <a:pt x="574500" y="357681"/>
                          <a:pt x="563979" y="357683"/>
                        </a:cubicBezTo>
                        <a:cubicBezTo>
                          <a:pt x="563850" y="357683"/>
                          <a:pt x="563723" y="357682"/>
                          <a:pt x="563594" y="357679"/>
                        </a:cubicBezTo>
                        <a:close/>
                        <a:moveTo>
                          <a:pt x="301371" y="427688"/>
                        </a:moveTo>
                        <a:cubicBezTo>
                          <a:pt x="301371" y="419797"/>
                          <a:pt x="294974" y="413400"/>
                          <a:pt x="287084" y="413400"/>
                        </a:cubicBezTo>
                        <a:lnTo>
                          <a:pt x="165068" y="413400"/>
                        </a:lnTo>
                        <a:cubicBezTo>
                          <a:pt x="157199" y="413348"/>
                          <a:pt x="150833" y="406982"/>
                          <a:pt x="150781" y="399113"/>
                        </a:cubicBezTo>
                        <a:lnTo>
                          <a:pt x="150781" y="367204"/>
                        </a:lnTo>
                        <a:cubicBezTo>
                          <a:pt x="151038" y="359500"/>
                          <a:pt x="157360" y="353388"/>
                          <a:pt x="165068" y="353393"/>
                        </a:cubicBezTo>
                        <a:lnTo>
                          <a:pt x="278511" y="353393"/>
                        </a:lnTo>
                        <a:cubicBezTo>
                          <a:pt x="286402" y="353393"/>
                          <a:pt x="292799" y="346996"/>
                          <a:pt x="292799" y="339105"/>
                        </a:cubicBezTo>
                        <a:cubicBezTo>
                          <a:pt x="292799" y="331215"/>
                          <a:pt x="286402" y="324818"/>
                          <a:pt x="278511" y="324818"/>
                        </a:cubicBezTo>
                        <a:lnTo>
                          <a:pt x="165068" y="324818"/>
                        </a:lnTo>
                        <a:cubicBezTo>
                          <a:pt x="141396" y="324818"/>
                          <a:pt x="122206" y="344008"/>
                          <a:pt x="122206" y="367680"/>
                        </a:cubicBezTo>
                        <a:lnTo>
                          <a:pt x="122206" y="399113"/>
                        </a:lnTo>
                        <a:cubicBezTo>
                          <a:pt x="122258" y="422763"/>
                          <a:pt x="141418" y="441923"/>
                          <a:pt x="165068" y="441975"/>
                        </a:cubicBezTo>
                        <a:lnTo>
                          <a:pt x="287084" y="441975"/>
                        </a:lnTo>
                        <a:cubicBezTo>
                          <a:pt x="294974" y="441975"/>
                          <a:pt x="301371" y="435578"/>
                          <a:pt x="301371" y="427688"/>
                        </a:cubicBezTo>
                        <a:close/>
                        <a:moveTo>
                          <a:pt x="98393" y="399113"/>
                        </a:moveTo>
                        <a:lnTo>
                          <a:pt x="98393" y="367204"/>
                        </a:lnTo>
                        <a:cubicBezTo>
                          <a:pt x="98393" y="343532"/>
                          <a:pt x="79203" y="324342"/>
                          <a:pt x="55531" y="324342"/>
                        </a:cubicBezTo>
                        <a:lnTo>
                          <a:pt x="14288" y="324342"/>
                        </a:lnTo>
                        <a:cubicBezTo>
                          <a:pt x="6397" y="324342"/>
                          <a:pt x="0" y="330739"/>
                          <a:pt x="0" y="338629"/>
                        </a:cubicBezTo>
                        <a:cubicBezTo>
                          <a:pt x="0" y="346520"/>
                          <a:pt x="6397" y="352917"/>
                          <a:pt x="14288" y="352917"/>
                        </a:cubicBezTo>
                        <a:lnTo>
                          <a:pt x="55721" y="352917"/>
                        </a:lnTo>
                        <a:cubicBezTo>
                          <a:pt x="63612" y="352917"/>
                          <a:pt x="70009" y="359314"/>
                          <a:pt x="70009" y="367204"/>
                        </a:cubicBezTo>
                        <a:lnTo>
                          <a:pt x="70009" y="399113"/>
                        </a:lnTo>
                        <a:cubicBezTo>
                          <a:pt x="70009" y="407003"/>
                          <a:pt x="63612" y="413400"/>
                          <a:pt x="55721" y="413400"/>
                        </a:cubicBezTo>
                        <a:lnTo>
                          <a:pt x="14288" y="413400"/>
                        </a:lnTo>
                        <a:cubicBezTo>
                          <a:pt x="6397" y="413400"/>
                          <a:pt x="0" y="419797"/>
                          <a:pt x="0" y="427688"/>
                        </a:cubicBezTo>
                        <a:cubicBezTo>
                          <a:pt x="0" y="435578"/>
                          <a:pt x="6397" y="441975"/>
                          <a:pt x="14288" y="441975"/>
                        </a:cubicBezTo>
                        <a:lnTo>
                          <a:pt x="55721" y="441975"/>
                        </a:lnTo>
                        <a:cubicBezTo>
                          <a:pt x="79298" y="441818"/>
                          <a:pt x="98342" y="422689"/>
                          <a:pt x="98393" y="399113"/>
                        </a:cubicBezTo>
                        <a:close/>
                        <a:moveTo>
                          <a:pt x="305276" y="277193"/>
                        </a:moveTo>
                        <a:cubicBezTo>
                          <a:pt x="305276" y="269302"/>
                          <a:pt x="298879" y="262905"/>
                          <a:pt x="290989" y="262905"/>
                        </a:cubicBezTo>
                        <a:lnTo>
                          <a:pt x="288131" y="262905"/>
                        </a:lnTo>
                        <a:cubicBezTo>
                          <a:pt x="280241" y="262905"/>
                          <a:pt x="273844" y="256508"/>
                          <a:pt x="273844" y="248618"/>
                        </a:cubicBezTo>
                        <a:lnTo>
                          <a:pt x="273844" y="216328"/>
                        </a:lnTo>
                        <a:cubicBezTo>
                          <a:pt x="273844" y="208438"/>
                          <a:pt x="280241" y="202041"/>
                          <a:pt x="288131" y="202041"/>
                        </a:cubicBezTo>
                        <a:lnTo>
                          <a:pt x="329660" y="202041"/>
                        </a:lnTo>
                        <a:cubicBezTo>
                          <a:pt x="337551" y="202041"/>
                          <a:pt x="343948" y="195644"/>
                          <a:pt x="343948" y="187753"/>
                        </a:cubicBezTo>
                        <a:cubicBezTo>
                          <a:pt x="343948" y="179863"/>
                          <a:pt x="337551" y="173466"/>
                          <a:pt x="329660" y="173466"/>
                        </a:cubicBezTo>
                        <a:lnTo>
                          <a:pt x="288131" y="173466"/>
                        </a:lnTo>
                        <a:cubicBezTo>
                          <a:pt x="264481" y="173518"/>
                          <a:pt x="245321" y="192677"/>
                          <a:pt x="245269" y="216328"/>
                        </a:cubicBezTo>
                        <a:lnTo>
                          <a:pt x="245269" y="248618"/>
                        </a:lnTo>
                        <a:cubicBezTo>
                          <a:pt x="245321" y="272268"/>
                          <a:pt x="264481" y="291428"/>
                          <a:pt x="288131" y="291480"/>
                        </a:cubicBezTo>
                        <a:lnTo>
                          <a:pt x="290989" y="291480"/>
                        </a:lnTo>
                        <a:cubicBezTo>
                          <a:pt x="298879" y="291480"/>
                          <a:pt x="305276" y="285083"/>
                          <a:pt x="305276" y="277193"/>
                        </a:cubicBezTo>
                        <a:close/>
                        <a:moveTo>
                          <a:pt x="446818" y="578469"/>
                        </a:moveTo>
                        <a:cubicBezTo>
                          <a:pt x="446818" y="570578"/>
                          <a:pt x="440421" y="564181"/>
                          <a:pt x="432530" y="564181"/>
                        </a:cubicBezTo>
                        <a:lnTo>
                          <a:pt x="288131" y="564181"/>
                        </a:lnTo>
                        <a:cubicBezTo>
                          <a:pt x="280241" y="564181"/>
                          <a:pt x="273844" y="557784"/>
                          <a:pt x="273844" y="549894"/>
                        </a:cubicBezTo>
                        <a:lnTo>
                          <a:pt x="273844" y="517985"/>
                        </a:lnTo>
                        <a:cubicBezTo>
                          <a:pt x="273844" y="510094"/>
                          <a:pt x="280241" y="503697"/>
                          <a:pt x="288131" y="503697"/>
                        </a:cubicBezTo>
                        <a:lnTo>
                          <a:pt x="312992" y="503697"/>
                        </a:lnTo>
                        <a:cubicBezTo>
                          <a:pt x="320882" y="503697"/>
                          <a:pt x="327279" y="497300"/>
                          <a:pt x="327279" y="489410"/>
                        </a:cubicBezTo>
                        <a:cubicBezTo>
                          <a:pt x="327279" y="481519"/>
                          <a:pt x="320882" y="475122"/>
                          <a:pt x="312992" y="475122"/>
                        </a:cubicBezTo>
                        <a:lnTo>
                          <a:pt x="288131" y="475122"/>
                        </a:lnTo>
                        <a:cubicBezTo>
                          <a:pt x="264481" y="475175"/>
                          <a:pt x="245321" y="494334"/>
                          <a:pt x="245269" y="517985"/>
                        </a:cubicBezTo>
                        <a:lnTo>
                          <a:pt x="245269" y="549894"/>
                        </a:lnTo>
                        <a:cubicBezTo>
                          <a:pt x="245321" y="573544"/>
                          <a:pt x="264481" y="592704"/>
                          <a:pt x="288131" y="592756"/>
                        </a:cubicBezTo>
                        <a:lnTo>
                          <a:pt x="432530" y="592756"/>
                        </a:lnTo>
                        <a:cubicBezTo>
                          <a:pt x="440421" y="592756"/>
                          <a:pt x="446818" y="586359"/>
                          <a:pt x="446818" y="578469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endParaRPr>
                  </a:p>
                </p:txBody>
              </p:sp>
            </p:grpSp>
          </p:grpSp>
        </p:grpSp>
        <p:grpSp>
          <p:nvGrpSpPr>
            <p:cNvPr id="13" name="Google Shape;2294;p62">
              <a:extLst>
                <a:ext uri="{FF2B5EF4-FFF2-40B4-BE49-F238E27FC236}">
                  <a16:creationId xmlns:a16="http://schemas.microsoft.com/office/drawing/2014/main" id="{2CA673D1-FD77-9927-7F57-A01B0A588FBC}"/>
                </a:ext>
              </a:extLst>
            </p:cNvPr>
            <p:cNvGrpSpPr/>
            <p:nvPr/>
          </p:nvGrpSpPr>
          <p:grpSpPr>
            <a:xfrm>
              <a:off x="9920565" y="4890314"/>
              <a:ext cx="769268" cy="480636"/>
              <a:chOff x="3339296" y="4703584"/>
              <a:chExt cx="769268" cy="480636"/>
            </a:xfrm>
          </p:grpSpPr>
          <p:grpSp>
            <p:nvGrpSpPr>
              <p:cNvPr id="46" name="Google Shape;2295;p62">
                <a:extLst>
                  <a:ext uri="{FF2B5EF4-FFF2-40B4-BE49-F238E27FC236}">
                    <a16:creationId xmlns:a16="http://schemas.microsoft.com/office/drawing/2014/main" id="{A41DFF1D-56E8-3AB8-3652-D4418D77FF6B}"/>
                  </a:ext>
                </a:extLst>
              </p:cNvPr>
              <p:cNvGrpSpPr/>
              <p:nvPr/>
            </p:nvGrpSpPr>
            <p:grpSpPr>
              <a:xfrm>
                <a:off x="3339296" y="4703584"/>
                <a:ext cx="769268" cy="480636"/>
                <a:chOff x="5839523" y="5370566"/>
                <a:chExt cx="774792" cy="487564"/>
              </a:xfrm>
            </p:grpSpPr>
            <p:sp>
              <p:nvSpPr>
                <p:cNvPr id="50" name="Google Shape;2297;p62">
                  <a:extLst>
                    <a:ext uri="{FF2B5EF4-FFF2-40B4-BE49-F238E27FC236}">
                      <a16:creationId xmlns:a16="http://schemas.microsoft.com/office/drawing/2014/main" id="{2BA5BFA4-2068-FD48-5CCB-9A68C732054B}"/>
                    </a:ext>
                  </a:extLst>
                </p:cNvPr>
                <p:cNvSpPr/>
                <p:nvPr/>
              </p:nvSpPr>
              <p:spPr>
                <a:xfrm>
                  <a:off x="5886621" y="5370566"/>
                  <a:ext cx="696590" cy="487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466" h="477678" extrusionOk="0">
                      <a:moveTo>
                        <a:pt x="511778" y="477679"/>
                      </a:moveTo>
                      <a:lnTo>
                        <a:pt x="136493" y="477679"/>
                      </a:lnTo>
                      <a:cubicBezTo>
                        <a:pt x="61246" y="477679"/>
                        <a:pt x="0" y="416433"/>
                        <a:pt x="0" y="341186"/>
                      </a:cubicBezTo>
                      <a:cubicBezTo>
                        <a:pt x="0" y="277654"/>
                        <a:pt x="43529" y="224219"/>
                        <a:pt x="102394" y="208978"/>
                      </a:cubicBezTo>
                      <a:cubicBezTo>
                        <a:pt x="102394" y="207550"/>
                        <a:pt x="102394" y="206121"/>
                        <a:pt x="102394" y="204692"/>
                      </a:cubicBezTo>
                      <a:cubicBezTo>
                        <a:pt x="102394" y="91821"/>
                        <a:pt x="194215" y="0"/>
                        <a:pt x="307086" y="0"/>
                      </a:cubicBezTo>
                      <a:cubicBezTo>
                        <a:pt x="395383" y="0"/>
                        <a:pt x="471678" y="55912"/>
                        <a:pt x="499872" y="136970"/>
                      </a:cubicBezTo>
                      <a:cubicBezTo>
                        <a:pt x="600265" y="128588"/>
                        <a:pt x="682466" y="209074"/>
                        <a:pt x="682466" y="307086"/>
                      </a:cubicBezTo>
                      <a:cubicBezTo>
                        <a:pt x="682466" y="405098"/>
                        <a:pt x="605885" y="477679"/>
                        <a:pt x="511873" y="477679"/>
                      </a:cubicBezTo>
                      <a:close/>
                    </a:path>
                  </a:pathLst>
                </a:custGeom>
                <a:solidFill>
                  <a:schemeClr val="tx1">
                    <a:alpha val="80000"/>
                  </a:schemeClr>
                </a:solidFill>
                <a:ln w="9525" cap="flat" cmpd="sng">
                  <a:noFill/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200"/>
                    <a:buFont typeface="Arial"/>
                    <a:buNone/>
                    <a:tabLst/>
                    <a:defRPr/>
                  </a:pPr>
                  <a:endParaRPr kumimoji="0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51" name="Google Shape;2296;p62">
                  <a:extLst>
                    <a:ext uri="{FF2B5EF4-FFF2-40B4-BE49-F238E27FC236}">
                      <a16:creationId xmlns:a16="http://schemas.microsoft.com/office/drawing/2014/main" id="{292E7090-C7A8-7241-ED93-BA8BAF8BBF48}"/>
                    </a:ext>
                  </a:extLst>
                </p:cNvPr>
                <p:cNvSpPr/>
                <p:nvPr/>
              </p:nvSpPr>
              <p:spPr>
                <a:xfrm>
                  <a:off x="5839523" y="5605091"/>
                  <a:ext cx="774792" cy="202897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B3E42"/>
                    </a:buClr>
                    <a:buSzPts val="700"/>
                    <a:buFont typeface="Arial"/>
                    <a:buNone/>
                    <a:tabLst/>
                    <a:defRPr/>
                  </a:pPr>
                  <a:r>
                    <a:rPr kumimoji="0" 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1744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rPr>
                    <a:t>Private Apps</a:t>
                  </a:r>
                  <a:endParaRPr kumimoji="0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grpSp>
            <p:nvGrpSpPr>
              <p:cNvPr id="47" name="Google Shape;2298;p62">
                <a:extLst>
                  <a:ext uri="{FF2B5EF4-FFF2-40B4-BE49-F238E27FC236}">
                    <a16:creationId xmlns:a16="http://schemas.microsoft.com/office/drawing/2014/main" id="{A7B4AD74-F274-83B3-7438-593B4BDDAFE3}"/>
                  </a:ext>
                </a:extLst>
              </p:cNvPr>
              <p:cNvGrpSpPr/>
              <p:nvPr/>
            </p:nvGrpSpPr>
            <p:grpSpPr>
              <a:xfrm>
                <a:off x="3574359" y="4753130"/>
                <a:ext cx="262009" cy="155116"/>
                <a:chOff x="5865735" y="4748098"/>
                <a:chExt cx="461473" cy="273204"/>
              </a:xfrm>
            </p:grpSpPr>
            <p:sp>
              <p:nvSpPr>
                <p:cNvPr id="48" name="Google Shape;2299;p62">
                  <a:extLst>
                    <a:ext uri="{FF2B5EF4-FFF2-40B4-BE49-F238E27FC236}">
                      <a16:creationId xmlns:a16="http://schemas.microsoft.com/office/drawing/2014/main" id="{A780DC64-309C-14FF-ED76-E82114035F47}"/>
                    </a:ext>
                  </a:extLst>
                </p:cNvPr>
                <p:cNvSpPr/>
                <p:nvPr/>
              </p:nvSpPr>
              <p:spPr>
                <a:xfrm>
                  <a:off x="5865735" y="4748098"/>
                  <a:ext cx="461473" cy="273204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ED195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49" name="Google Shape;2300;p62">
                  <a:extLst>
                    <a:ext uri="{FF2B5EF4-FFF2-40B4-BE49-F238E27FC236}">
                      <a16:creationId xmlns:a16="http://schemas.microsoft.com/office/drawing/2014/main" id="{E17DCCFF-1892-80BA-892D-05C8D6C85EB1}"/>
                    </a:ext>
                  </a:extLst>
                </p:cNvPr>
                <p:cNvSpPr/>
                <p:nvPr/>
              </p:nvSpPr>
              <p:spPr>
                <a:xfrm>
                  <a:off x="5959020" y="4782862"/>
                  <a:ext cx="274903" cy="2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6481" h="597518" extrusionOk="0">
                      <a:moveTo>
                        <a:pt x="659797" y="519509"/>
                      </a:moveTo>
                      <a:cubicBezTo>
                        <a:pt x="657993" y="519490"/>
                        <a:pt x="656200" y="519234"/>
                        <a:pt x="654463" y="518747"/>
                      </a:cubicBezTo>
                      <a:cubicBezTo>
                        <a:pt x="644339" y="515885"/>
                        <a:pt x="638452" y="505357"/>
                        <a:pt x="641315" y="495232"/>
                      </a:cubicBezTo>
                      <a:cubicBezTo>
                        <a:pt x="641316" y="495228"/>
                        <a:pt x="641317" y="495224"/>
                        <a:pt x="641318" y="495220"/>
                      </a:cubicBezTo>
                      <a:cubicBezTo>
                        <a:pt x="643972" y="485039"/>
                        <a:pt x="654376" y="478937"/>
                        <a:pt x="664557" y="481591"/>
                      </a:cubicBezTo>
                      <a:cubicBezTo>
                        <a:pt x="664685" y="481624"/>
                        <a:pt x="664813" y="481658"/>
                        <a:pt x="664940" y="481695"/>
                      </a:cubicBezTo>
                      <a:cubicBezTo>
                        <a:pt x="674817" y="484480"/>
                        <a:pt x="680713" y="494587"/>
                        <a:pt x="678275" y="504555"/>
                      </a:cubicBezTo>
                      <a:lnTo>
                        <a:pt x="678275" y="505698"/>
                      </a:lnTo>
                      <a:cubicBezTo>
                        <a:pt x="675921" y="513932"/>
                        <a:pt x="668361" y="519582"/>
                        <a:pt x="659797" y="519509"/>
                      </a:cubicBezTo>
                      <a:close/>
                      <a:moveTo>
                        <a:pt x="475202" y="456072"/>
                      </a:moveTo>
                      <a:cubicBezTo>
                        <a:pt x="473395" y="456099"/>
                        <a:pt x="471595" y="455843"/>
                        <a:pt x="469868" y="455310"/>
                      </a:cubicBezTo>
                      <a:cubicBezTo>
                        <a:pt x="459777" y="452404"/>
                        <a:pt x="453942" y="441882"/>
                        <a:pt x="456819" y="431784"/>
                      </a:cubicBezTo>
                      <a:cubicBezTo>
                        <a:pt x="459473" y="421602"/>
                        <a:pt x="469877" y="415501"/>
                        <a:pt x="480058" y="418154"/>
                      </a:cubicBezTo>
                      <a:cubicBezTo>
                        <a:pt x="480186" y="418188"/>
                        <a:pt x="480313" y="418222"/>
                        <a:pt x="480441" y="418258"/>
                      </a:cubicBezTo>
                      <a:cubicBezTo>
                        <a:pt x="490317" y="421043"/>
                        <a:pt x="496213" y="431150"/>
                        <a:pt x="493776" y="441118"/>
                      </a:cubicBezTo>
                      <a:lnTo>
                        <a:pt x="493776" y="442261"/>
                      </a:lnTo>
                      <a:cubicBezTo>
                        <a:pt x="491412" y="450530"/>
                        <a:pt x="483801" y="456189"/>
                        <a:pt x="475202" y="456072"/>
                      </a:cubicBezTo>
                      <a:close/>
                      <a:moveTo>
                        <a:pt x="178403" y="291099"/>
                      </a:moveTo>
                      <a:lnTo>
                        <a:pt x="42863" y="291099"/>
                      </a:lnTo>
                      <a:cubicBezTo>
                        <a:pt x="19212" y="291047"/>
                        <a:pt x="52" y="271887"/>
                        <a:pt x="0" y="248237"/>
                      </a:cubicBezTo>
                      <a:lnTo>
                        <a:pt x="0" y="216328"/>
                      </a:lnTo>
                      <a:cubicBezTo>
                        <a:pt x="52" y="192677"/>
                        <a:pt x="19212" y="173518"/>
                        <a:pt x="42863" y="173466"/>
                      </a:cubicBezTo>
                      <a:lnTo>
                        <a:pt x="178403" y="173466"/>
                      </a:lnTo>
                      <a:cubicBezTo>
                        <a:pt x="202054" y="173518"/>
                        <a:pt x="221213" y="192677"/>
                        <a:pt x="221266" y="216328"/>
                      </a:cubicBezTo>
                      <a:lnTo>
                        <a:pt x="221266" y="248618"/>
                      </a:lnTo>
                      <a:cubicBezTo>
                        <a:pt x="221006" y="272120"/>
                        <a:pt x="201906" y="291049"/>
                        <a:pt x="178403" y="291099"/>
                      </a:cubicBezTo>
                      <a:close/>
                      <a:moveTo>
                        <a:pt x="42863" y="202041"/>
                      </a:moveTo>
                      <a:cubicBezTo>
                        <a:pt x="34972" y="202041"/>
                        <a:pt x="28575" y="208438"/>
                        <a:pt x="28575" y="216328"/>
                      </a:cubicBezTo>
                      <a:lnTo>
                        <a:pt x="28575" y="248618"/>
                      </a:lnTo>
                      <a:cubicBezTo>
                        <a:pt x="28575" y="256508"/>
                        <a:pt x="34972" y="262905"/>
                        <a:pt x="42863" y="262905"/>
                      </a:cubicBezTo>
                      <a:lnTo>
                        <a:pt x="178403" y="262905"/>
                      </a:lnTo>
                      <a:cubicBezTo>
                        <a:pt x="186294" y="262905"/>
                        <a:pt x="192691" y="256508"/>
                        <a:pt x="192691" y="248618"/>
                      </a:cubicBezTo>
                      <a:lnTo>
                        <a:pt x="192691" y="216328"/>
                      </a:lnTo>
                      <a:cubicBezTo>
                        <a:pt x="192691" y="208438"/>
                        <a:pt x="186294" y="202041"/>
                        <a:pt x="178403" y="202041"/>
                      </a:cubicBezTo>
                      <a:close/>
                      <a:moveTo>
                        <a:pt x="178403" y="592566"/>
                      </a:moveTo>
                      <a:lnTo>
                        <a:pt x="42863" y="592566"/>
                      </a:lnTo>
                      <a:cubicBezTo>
                        <a:pt x="19212" y="592513"/>
                        <a:pt x="52" y="573354"/>
                        <a:pt x="0" y="549703"/>
                      </a:cubicBezTo>
                      <a:lnTo>
                        <a:pt x="0" y="517985"/>
                      </a:lnTo>
                      <a:cubicBezTo>
                        <a:pt x="52" y="494334"/>
                        <a:pt x="19212" y="475175"/>
                        <a:pt x="42863" y="475122"/>
                      </a:cubicBezTo>
                      <a:lnTo>
                        <a:pt x="178403" y="475122"/>
                      </a:lnTo>
                      <a:cubicBezTo>
                        <a:pt x="202054" y="475175"/>
                        <a:pt x="221213" y="494334"/>
                        <a:pt x="221266" y="517985"/>
                      </a:cubicBezTo>
                      <a:lnTo>
                        <a:pt x="221266" y="549894"/>
                      </a:lnTo>
                      <a:cubicBezTo>
                        <a:pt x="221213" y="573544"/>
                        <a:pt x="202054" y="592704"/>
                        <a:pt x="178403" y="592756"/>
                      </a:cubicBezTo>
                      <a:close/>
                      <a:moveTo>
                        <a:pt x="42863" y="503697"/>
                      </a:moveTo>
                      <a:cubicBezTo>
                        <a:pt x="34972" y="503697"/>
                        <a:pt x="28575" y="510094"/>
                        <a:pt x="28575" y="517985"/>
                      </a:cubicBezTo>
                      <a:lnTo>
                        <a:pt x="28575" y="549894"/>
                      </a:lnTo>
                      <a:cubicBezTo>
                        <a:pt x="28575" y="557784"/>
                        <a:pt x="34972" y="564181"/>
                        <a:pt x="42863" y="564181"/>
                      </a:cubicBezTo>
                      <a:lnTo>
                        <a:pt x="178403" y="564181"/>
                      </a:lnTo>
                      <a:cubicBezTo>
                        <a:pt x="186294" y="564181"/>
                        <a:pt x="192691" y="557784"/>
                        <a:pt x="192691" y="549894"/>
                      </a:cubicBezTo>
                      <a:lnTo>
                        <a:pt x="192691" y="517985"/>
                      </a:lnTo>
                      <a:cubicBezTo>
                        <a:pt x="192691" y="510094"/>
                        <a:pt x="186294" y="503697"/>
                        <a:pt x="178403" y="503697"/>
                      </a:cubicBezTo>
                      <a:close/>
                      <a:moveTo>
                        <a:pt x="722948" y="526081"/>
                      </a:moveTo>
                      <a:cubicBezTo>
                        <a:pt x="719061" y="526101"/>
                        <a:pt x="715339" y="524515"/>
                        <a:pt x="712661" y="521700"/>
                      </a:cubicBezTo>
                      <a:cubicBezTo>
                        <a:pt x="707089" y="516122"/>
                        <a:pt x="707089" y="507084"/>
                        <a:pt x="712661" y="501507"/>
                      </a:cubicBezTo>
                      <a:cubicBezTo>
                        <a:pt x="753809" y="461883"/>
                        <a:pt x="777431" y="410638"/>
                        <a:pt x="777431" y="361108"/>
                      </a:cubicBezTo>
                      <a:cubicBezTo>
                        <a:pt x="777431" y="280908"/>
                        <a:pt x="727710" y="224805"/>
                        <a:pt x="683895" y="175371"/>
                      </a:cubicBezTo>
                      <a:cubicBezTo>
                        <a:pt x="634270" y="119459"/>
                        <a:pt x="606076" y="72405"/>
                        <a:pt x="598170" y="32019"/>
                      </a:cubicBezTo>
                      <a:lnTo>
                        <a:pt x="597218" y="32591"/>
                      </a:lnTo>
                      <a:cubicBezTo>
                        <a:pt x="575500" y="45640"/>
                        <a:pt x="505587" y="95361"/>
                        <a:pt x="520160" y="189372"/>
                      </a:cubicBezTo>
                      <a:cubicBezTo>
                        <a:pt x="526637" y="231092"/>
                        <a:pt x="515302" y="261000"/>
                        <a:pt x="488442" y="274240"/>
                      </a:cubicBezTo>
                      <a:cubicBezTo>
                        <a:pt x="478039" y="278719"/>
                        <a:pt x="466627" y="280330"/>
                        <a:pt x="455390" y="278907"/>
                      </a:cubicBezTo>
                      <a:cubicBezTo>
                        <a:pt x="426913" y="274051"/>
                        <a:pt x="405939" y="249593"/>
                        <a:pt x="405479" y="220710"/>
                      </a:cubicBezTo>
                      <a:cubicBezTo>
                        <a:pt x="405479" y="216995"/>
                        <a:pt x="405479" y="213471"/>
                        <a:pt x="405479" y="210327"/>
                      </a:cubicBezTo>
                      <a:cubicBezTo>
                        <a:pt x="370487" y="252869"/>
                        <a:pt x="350976" y="306031"/>
                        <a:pt x="350139" y="361108"/>
                      </a:cubicBezTo>
                      <a:cubicBezTo>
                        <a:pt x="350139" y="410638"/>
                        <a:pt x="373761" y="461883"/>
                        <a:pt x="415004" y="501507"/>
                      </a:cubicBezTo>
                      <a:cubicBezTo>
                        <a:pt x="420522" y="507147"/>
                        <a:pt x="420423" y="516193"/>
                        <a:pt x="414783" y="521711"/>
                      </a:cubicBezTo>
                      <a:cubicBezTo>
                        <a:pt x="409379" y="526997"/>
                        <a:pt x="400792" y="527160"/>
                        <a:pt x="395192" y="522081"/>
                      </a:cubicBezTo>
                      <a:cubicBezTo>
                        <a:pt x="348425" y="477123"/>
                        <a:pt x="321564" y="418449"/>
                        <a:pt x="321564" y="361108"/>
                      </a:cubicBezTo>
                      <a:cubicBezTo>
                        <a:pt x="322291" y="293506"/>
                        <a:pt x="348323" y="228631"/>
                        <a:pt x="394526" y="179276"/>
                      </a:cubicBezTo>
                      <a:cubicBezTo>
                        <a:pt x="403145" y="170267"/>
                        <a:pt x="417434" y="169951"/>
                        <a:pt x="426443" y="178570"/>
                      </a:cubicBezTo>
                      <a:cubicBezTo>
                        <a:pt x="430635" y="182581"/>
                        <a:pt x="433122" y="188053"/>
                        <a:pt x="433387" y="193849"/>
                      </a:cubicBezTo>
                      <a:cubicBezTo>
                        <a:pt x="434054" y="201660"/>
                        <a:pt x="434150" y="213661"/>
                        <a:pt x="434150" y="220233"/>
                      </a:cubicBezTo>
                      <a:cubicBezTo>
                        <a:pt x="434501" y="235356"/>
                        <a:pt x="445453" y="248141"/>
                        <a:pt x="460343" y="250809"/>
                      </a:cubicBezTo>
                      <a:cubicBezTo>
                        <a:pt x="463006" y="251010"/>
                        <a:pt x="465681" y="251010"/>
                        <a:pt x="468344" y="250809"/>
                      </a:cubicBezTo>
                      <a:cubicBezTo>
                        <a:pt x="471078" y="250397"/>
                        <a:pt x="473760" y="249695"/>
                        <a:pt x="476345" y="248713"/>
                      </a:cubicBezTo>
                      <a:cubicBezTo>
                        <a:pt x="495395" y="239188"/>
                        <a:pt x="495395" y="214233"/>
                        <a:pt x="492157" y="194611"/>
                      </a:cubicBezTo>
                      <a:cubicBezTo>
                        <a:pt x="474821" y="82407"/>
                        <a:pt x="557117" y="23733"/>
                        <a:pt x="582740" y="8397"/>
                      </a:cubicBezTo>
                      <a:cubicBezTo>
                        <a:pt x="586740" y="5921"/>
                        <a:pt x="592265" y="2873"/>
                        <a:pt x="593789" y="2111"/>
                      </a:cubicBezTo>
                      <a:cubicBezTo>
                        <a:pt x="600269" y="-923"/>
                        <a:pt x="607809" y="-674"/>
                        <a:pt x="614077" y="2778"/>
                      </a:cubicBezTo>
                      <a:cubicBezTo>
                        <a:pt x="620277" y="6196"/>
                        <a:pt x="624431" y="12411"/>
                        <a:pt x="625221" y="19446"/>
                      </a:cubicBezTo>
                      <a:cubicBezTo>
                        <a:pt x="629793" y="55451"/>
                        <a:pt x="656939" y="101647"/>
                        <a:pt x="705707" y="156702"/>
                      </a:cubicBezTo>
                      <a:cubicBezTo>
                        <a:pt x="750665" y="207279"/>
                        <a:pt x="806482" y="270335"/>
                        <a:pt x="806482" y="361394"/>
                      </a:cubicBezTo>
                      <a:cubicBezTo>
                        <a:pt x="806482" y="418544"/>
                        <a:pt x="779717" y="477408"/>
                        <a:pt x="732949" y="522366"/>
                      </a:cubicBezTo>
                      <a:cubicBezTo>
                        <a:pt x="730230" y="524867"/>
                        <a:pt x="726639" y="526201"/>
                        <a:pt x="722948" y="526081"/>
                      </a:cubicBezTo>
                      <a:close/>
                      <a:moveTo>
                        <a:pt x="564356" y="597519"/>
                      </a:moveTo>
                      <a:cubicBezTo>
                        <a:pt x="553835" y="597519"/>
                        <a:pt x="545306" y="588990"/>
                        <a:pt x="545306" y="578469"/>
                      </a:cubicBezTo>
                      <a:cubicBezTo>
                        <a:pt x="545306" y="567947"/>
                        <a:pt x="553835" y="559419"/>
                        <a:pt x="564356" y="559419"/>
                      </a:cubicBezTo>
                      <a:lnTo>
                        <a:pt x="565118" y="559419"/>
                      </a:lnTo>
                      <a:cubicBezTo>
                        <a:pt x="575640" y="559419"/>
                        <a:pt x="584168" y="567947"/>
                        <a:pt x="584168" y="578469"/>
                      </a:cubicBezTo>
                      <a:cubicBezTo>
                        <a:pt x="584168" y="588990"/>
                        <a:pt x="575640" y="597519"/>
                        <a:pt x="565118" y="597519"/>
                      </a:cubicBezTo>
                      <a:close/>
                      <a:moveTo>
                        <a:pt x="503396" y="576659"/>
                      </a:moveTo>
                      <a:cubicBezTo>
                        <a:pt x="499100" y="576634"/>
                        <a:pt x="494937" y="575157"/>
                        <a:pt x="491585" y="572468"/>
                      </a:cubicBezTo>
                      <a:lnTo>
                        <a:pt x="490537" y="571611"/>
                      </a:lnTo>
                      <a:cubicBezTo>
                        <a:pt x="482259" y="565116"/>
                        <a:pt x="480813" y="553143"/>
                        <a:pt x="487307" y="544864"/>
                      </a:cubicBezTo>
                      <a:cubicBezTo>
                        <a:pt x="493801" y="536586"/>
                        <a:pt x="505776" y="535140"/>
                        <a:pt x="514053" y="541634"/>
                      </a:cubicBezTo>
                      <a:cubicBezTo>
                        <a:pt x="514317" y="541840"/>
                        <a:pt x="514574" y="542054"/>
                        <a:pt x="514826" y="542274"/>
                      </a:cubicBezTo>
                      <a:lnTo>
                        <a:pt x="514826" y="542274"/>
                      </a:lnTo>
                      <a:cubicBezTo>
                        <a:pt x="523085" y="548792"/>
                        <a:pt x="524497" y="560770"/>
                        <a:pt x="517979" y="569029"/>
                      </a:cubicBezTo>
                      <a:cubicBezTo>
                        <a:pt x="514364" y="573610"/>
                        <a:pt x="508850" y="576281"/>
                        <a:pt x="503015" y="576278"/>
                      </a:cubicBezTo>
                      <a:close/>
                      <a:moveTo>
                        <a:pt x="625983" y="575611"/>
                      </a:moveTo>
                      <a:cubicBezTo>
                        <a:pt x="615462" y="575643"/>
                        <a:pt x="606907" y="567140"/>
                        <a:pt x="606875" y="556619"/>
                      </a:cubicBezTo>
                      <a:cubicBezTo>
                        <a:pt x="606858" y="550874"/>
                        <a:pt x="609433" y="545428"/>
                        <a:pt x="613886" y="541797"/>
                      </a:cubicBezTo>
                      <a:lnTo>
                        <a:pt x="613886" y="541797"/>
                      </a:lnTo>
                      <a:cubicBezTo>
                        <a:pt x="621029" y="534073"/>
                        <a:pt x="633081" y="533600"/>
                        <a:pt x="640807" y="540742"/>
                      </a:cubicBezTo>
                      <a:cubicBezTo>
                        <a:pt x="648532" y="547885"/>
                        <a:pt x="649004" y="559937"/>
                        <a:pt x="641861" y="567662"/>
                      </a:cubicBezTo>
                      <a:cubicBezTo>
                        <a:pt x="640924" y="568676"/>
                        <a:pt x="639880" y="569585"/>
                        <a:pt x="638747" y="570372"/>
                      </a:cubicBezTo>
                      <a:lnTo>
                        <a:pt x="637794" y="571230"/>
                      </a:lnTo>
                      <a:cubicBezTo>
                        <a:pt x="634442" y="573942"/>
                        <a:pt x="630293" y="575482"/>
                        <a:pt x="625983" y="575611"/>
                      </a:cubicBezTo>
                      <a:close/>
                      <a:moveTo>
                        <a:pt x="468440" y="521128"/>
                      </a:moveTo>
                      <a:cubicBezTo>
                        <a:pt x="459657" y="521111"/>
                        <a:pt x="452025" y="515091"/>
                        <a:pt x="449961" y="506555"/>
                      </a:cubicBezTo>
                      <a:cubicBezTo>
                        <a:pt x="449961" y="506555"/>
                        <a:pt x="449961" y="505412"/>
                        <a:pt x="449961" y="505317"/>
                      </a:cubicBezTo>
                      <a:cubicBezTo>
                        <a:pt x="447966" y="494986"/>
                        <a:pt x="454724" y="484995"/>
                        <a:pt x="465055" y="483001"/>
                      </a:cubicBezTo>
                      <a:cubicBezTo>
                        <a:pt x="474932" y="481094"/>
                        <a:pt x="484589" y="487196"/>
                        <a:pt x="487108" y="496935"/>
                      </a:cubicBezTo>
                      <a:lnTo>
                        <a:pt x="487108" y="497506"/>
                      </a:lnTo>
                      <a:cubicBezTo>
                        <a:pt x="489625" y="507710"/>
                        <a:pt x="483402" y="518025"/>
                        <a:pt x="473202" y="520557"/>
                      </a:cubicBezTo>
                      <a:cubicBezTo>
                        <a:pt x="471645" y="520947"/>
                        <a:pt x="470044" y="521139"/>
                        <a:pt x="468440" y="521128"/>
                      </a:cubicBezTo>
                      <a:close/>
                      <a:moveTo>
                        <a:pt x="651510" y="454453"/>
                      </a:moveTo>
                      <a:cubicBezTo>
                        <a:pt x="644679" y="454568"/>
                        <a:pt x="638342" y="450905"/>
                        <a:pt x="635032" y="444928"/>
                      </a:cubicBezTo>
                      <a:lnTo>
                        <a:pt x="635032" y="444071"/>
                      </a:lnTo>
                      <a:cubicBezTo>
                        <a:pt x="630446" y="434601"/>
                        <a:pt x="634407" y="423208"/>
                        <a:pt x="643876" y="418623"/>
                      </a:cubicBezTo>
                      <a:cubicBezTo>
                        <a:pt x="652983" y="414214"/>
                        <a:pt x="663947" y="417692"/>
                        <a:pt x="668846" y="426545"/>
                      </a:cubicBezTo>
                      <a:cubicBezTo>
                        <a:pt x="673472" y="435913"/>
                        <a:pt x="669689" y="447258"/>
                        <a:pt x="660368" y="451977"/>
                      </a:cubicBezTo>
                      <a:cubicBezTo>
                        <a:pt x="657637" y="453426"/>
                        <a:pt x="654602" y="454209"/>
                        <a:pt x="651510" y="454263"/>
                      </a:cubicBezTo>
                      <a:close/>
                      <a:moveTo>
                        <a:pt x="516065" y="403590"/>
                      </a:moveTo>
                      <a:cubicBezTo>
                        <a:pt x="511576" y="403554"/>
                        <a:pt x="507237" y="401973"/>
                        <a:pt x="503777" y="399113"/>
                      </a:cubicBezTo>
                      <a:cubicBezTo>
                        <a:pt x="495846" y="392346"/>
                        <a:pt x="494827" y="380461"/>
                        <a:pt x="501491" y="372443"/>
                      </a:cubicBezTo>
                      <a:cubicBezTo>
                        <a:pt x="508065" y="364229"/>
                        <a:pt x="520054" y="362899"/>
                        <a:pt x="528268" y="369472"/>
                      </a:cubicBezTo>
                      <a:cubicBezTo>
                        <a:pt x="528392" y="369572"/>
                        <a:pt x="528516" y="369673"/>
                        <a:pt x="528638" y="369776"/>
                      </a:cubicBezTo>
                      <a:cubicBezTo>
                        <a:pt x="536567" y="376415"/>
                        <a:pt x="537750" y="388168"/>
                        <a:pt x="531305" y="396255"/>
                      </a:cubicBezTo>
                      <a:lnTo>
                        <a:pt x="530638" y="396922"/>
                      </a:lnTo>
                      <a:cubicBezTo>
                        <a:pt x="526996" y="401179"/>
                        <a:pt x="521666" y="403618"/>
                        <a:pt x="516065" y="403590"/>
                      </a:cubicBezTo>
                      <a:close/>
                      <a:moveTo>
                        <a:pt x="610267" y="401970"/>
                      </a:moveTo>
                      <a:cubicBezTo>
                        <a:pt x="604824" y="401987"/>
                        <a:pt x="599657" y="399578"/>
                        <a:pt x="596170" y="395398"/>
                      </a:cubicBezTo>
                      <a:lnTo>
                        <a:pt x="595598" y="394636"/>
                      </a:lnTo>
                      <a:cubicBezTo>
                        <a:pt x="588893" y="386579"/>
                        <a:pt x="589957" y="374618"/>
                        <a:pt x="597980" y="367871"/>
                      </a:cubicBezTo>
                      <a:cubicBezTo>
                        <a:pt x="606019" y="361084"/>
                        <a:pt x="618038" y="362100"/>
                        <a:pt x="624825" y="370139"/>
                      </a:cubicBezTo>
                      <a:cubicBezTo>
                        <a:pt x="624830" y="370144"/>
                        <a:pt x="624835" y="370151"/>
                        <a:pt x="624840" y="370157"/>
                      </a:cubicBezTo>
                      <a:cubicBezTo>
                        <a:pt x="631891" y="377964"/>
                        <a:pt x="631279" y="390011"/>
                        <a:pt x="623471" y="397063"/>
                      </a:cubicBezTo>
                      <a:cubicBezTo>
                        <a:pt x="619858" y="400325"/>
                        <a:pt x="615133" y="402082"/>
                        <a:pt x="610267" y="401970"/>
                      </a:cubicBezTo>
                      <a:close/>
                      <a:moveTo>
                        <a:pt x="563594" y="357679"/>
                      </a:moveTo>
                      <a:lnTo>
                        <a:pt x="563594" y="357679"/>
                      </a:lnTo>
                      <a:cubicBezTo>
                        <a:pt x="553073" y="357679"/>
                        <a:pt x="544544" y="349150"/>
                        <a:pt x="544544" y="338629"/>
                      </a:cubicBezTo>
                      <a:cubicBezTo>
                        <a:pt x="544520" y="328608"/>
                        <a:pt x="552263" y="320280"/>
                        <a:pt x="562261" y="319579"/>
                      </a:cubicBezTo>
                      <a:lnTo>
                        <a:pt x="563975" y="319579"/>
                      </a:lnTo>
                      <a:cubicBezTo>
                        <a:pt x="574497" y="319579"/>
                        <a:pt x="583025" y="328108"/>
                        <a:pt x="583025" y="338629"/>
                      </a:cubicBezTo>
                      <a:cubicBezTo>
                        <a:pt x="583027" y="349150"/>
                        <a:pt x="574500" y="357681"/>
                        <a:pt x="563979" y="357683"/>
                      </a:cubicBezTo>
                      <a:cubicBezTo>
                        <a:pt x="563850" y="357683"/>
                        <a:pt x="563723" y="357682"/>
                        <a:pt x="563594" y="357679"/>
                      </a:cubicBezTo>
                      <a:close/>
                      <a:moveTo>
                        <a:pt x="301371" y="427688"/>
                      </a:moveTo>
                      <a:cubicBezTo>
                        <a:pt x="301371" y="419797"/>
                        <a:pt x="294974" y="413400"/>
                        <a:pt x="287084" y="413400"/>
                      </a:cubicBezTo>
                      <a:lnTo>
                        <a:pt x="165068" y="413400"/>
                      </a:lnTo>
                      <a:cubicBezTo>
                        <a:pt x="157199" y="413348"/>
                        <a:pt x="150833" y="406982"/>
                        <a:pt x="150781" y="399113"/>
                      </a:cubicBezTo>
                      <a:lnTo>
                        <a:pt x="150781" y="367204"/>
                      </a:lnTo>
                      <a:cubicBezTo>
                        <a:pt x="151038" y="359500"/>
                        <a:pt x="157360" y="353388"/>
                        <a:pt x="165068" y="353393"/>
                      </a:cubicBezTo>
                      <a:lnTo>
                        <a:pt x="278511" y="353393"/>
                      </a:lnTo>
                      <a:cubicBezTo>
                        <a:pt x="286402" y="353393"/>
                        <a:pt x="292799" y="346996"/>
                        <a:pt x="292799" y="339105"/>
                      </a:cubicBezTo>
                      <a:cubicBezTo>
                        <a:pt x="292799" y="331215"/>
                        <a:pt x="286402" y="324818"/>
                        <a:pt x="278511" y="324818"/>
                      </a:cubicBezTo>
                      <a:lnTo>
                        <a:pt x="165068" y="324818"/>
                      </a:lnTo>
                      <a:cubicBezTo>
                        <a:pt x="141396" y="324818"/>
                        <a:pt x="122206" y="344008"/>
                        <a:pt x="122206" y="367680"/>
                      </a:cubicBezTo>
                      <a:lnTo>
                        <a:pt x="122206" y="399113"/>
                      </a:lnTo>
                      <a:cubicBezTo>
                        <a:pt x="122258" y="422763"/>
                        <a:pt x="141418" y="441923"/>
                        <a:pt x="165068" y="441975"/>
                      </a:cubicBezTo>
                      <a:lnTo>
                        <a:pt x="287084" y="441975"/>
                      </a:lnTo>
                      <a:cubicBezTo>
                        <a:pt x="294974" y="441975"/>
                        <a:pt x="301371" y="435578"/>
                        <a:pt x="301371" y="427688"/>
                      </a:cubicBezTo>
                      <a:close/>
                      <a:moveTo>
                        <a:pt x="98393" y="399113"/>
                      </a:moveTo>
                      <a:lnTo>
                        <a:pt x="98393" y="367204"/>
                      </a:lnTo>
                      <a:cubicBezTo>
                        <a:pt x="98393" y="343532"/>
                        <a:pt x="79203" y="324342"/>
                        <a:pt x="55531" y="324342"/>
                      </a:cubicBezTo>
                      <a:lnTo>
                        <a:pt x="14288" y="324342"/>
                      </a:lnTo>
                      <a:cubicBezTo>
                        <a:pt x="6397" y="324342"/>
                        <a:pt x="0" y="330739"/>
                        <a:pt x="0" y="338629"/>
                      </a:cubicBezTo>
                      <a:cubicBezTo>
                        <a:pt x="0" y="346520"/>
                        <a:pt x="6397" y="352917"/>
                        <a:pt x="14288" y="352917"/>
                      </a:cubicBezTo>
                      <a:lnTo>
                        <a:pt x="55721" y="352917"/>
                      </a:lnTo>
                      <a:cubicBezTo>
                        <a:pt x="63612" y="352917"/>
                        <a:pt x="70009" y="359314"/>
                        <a:pt x="70009" y="367204"/>
                      </a:cubicBezTo>
                      <a:lnTo>
                        <a:pt x="70009" y="399113"/>
                      </a:lnTo>
                      <a:cubicBezTo>
                        <a:pt x="70009" y="407003"/>
                        <a:pt x="63612" y="413400"/>
                        <a:pt x="55721" y="413400"/>
                      </a:cubicBezTo>
                      <a:lnTo>
                        <a:pt x="14288" y="413400"/>
                      </a:lnTo>
                      <a:cubicBezTo>
                        <a:pt x="6397" y="413400"/>
                        <a:pt x="0" y="419797"/>
                        <a:pt x="0" y="427688"/>
                      </a:cubicBezTo>
                      <a:cubicBezTo>
                        <a:pt x="0" y="435578"/>
                        <a:pt x="6397" y="441975"/>
                        <a:pt x="14288" y="441975"/>
                      </a:cubicBezTo>
                      <a:lnTo>
                        <a:pt x="55721" y="441975"/>
                      </a:lnTo>
                      <a:cubicBezTo>
                        <a:pt x="79298" y="441818"/>
                        <a:pt x="98342" y="422689"/>
                        <a:pt x="98393" y="399113"/>
                      </a:cubicBezTo>
                      <a:close/>
                      <a:moveTo>
                        <a:pt x="305276" y="277193"/>
                      </a:moveTo>
                      <a:cubicBezTo>
                        <a:pt x="305276" y="269302"/>
                        <a:pt x="298879" y="262905"/>
                        <a:pt x="290989" y="262905"/>
                      </a:cubicBezTo>
                      <a:lnTo>
                        <a:pt x="288131" y="262905"/>
                      </a:lnTo>
                      <a:cubicBezTo>
                        <a:pt x="280241" y="262905"/>
                        <a:pt x="273844" y="256508"/>
                        <a:pt x="273844" y="248618"/>
                      </a:cubicBezTo>
                      <a:lnTo>
                        <a:pt x="273844" y="216328"/>
                      </a:lnTo>
                      <a:cubicBezTo>
                        <a:pt x="273844" y="208438"/>
                        <a:pt x="280241" y="202041"/>
                        <a:pt x="288131" y="202041"/>
                      </a:cubicBezTo>
                      <a:lnTo>
                        <a:pt x="329660" y="202041"/>
                      </a:lnTo>
                      <a:cubicBezTo>
                        <a:pt x="337551" y="202041"/>
                        <a:pt x="343948" y="195644"/>
                        <a:pt x="343948" y="187753"/>
                      </a:cubicBezTo>
                      <a:cubicBezTo>
                        <a:pt x="343948" y="179863"/>
                        <a:pt x="337551" y="173466"/>
                        <a:pt x="329660" y="173466"/>
                      </a:cubicBezTo>
                      <a:lnTo>
                        <a:pt x="288131" y="173466"/>
                      </a:lnTo>
                      <a:cubicBezTo>
                        <a:pt x="264481" y="173518"/>
                        <a:pt x="245321" y="192677"/>
                        <a:pt x="245269" y="216328"/>
                      </a:cubicBezTo>
                      <a:lnTo>
                        <a:pt x="245269" y="248618"/>
                      </a:lnTo>
                      <a:cubicBezTo>
                        <a:pt x="245321" y="272268"/>
                        <a:pt x="264481" y="291428"/>
                        <a:pt x="288131" y="291480"/>
                      </a:cubicBezTo>
                      <a:lnTo>
                        <a:pt x="290989" y="291480"/>
                      </a:lnTo>
                      <a:cubicBezTo>
                        <a:pt x="298879" y="291480"/>
                        <a:pt x="305276" y="285083"/>
                        <a:pt x="305276" y="277193"/>
                      </a:cubicBezTo>
                      <a:close/>
                      <a:moveTo>
                        <a:pt x="446818" y="578469"/>
                      </a:moveTo>
                      <a:cubicBezTo>
                        <a:pt x="446818" y="570578"/>
                        <a:pt x="440421" y="564181"/>
                        <a:pt x="432530" y="564181"/>
                      </a:cubicBezTo>
                      <a:lnTo>
                        <a:pt x="288131" y="564181"/>
                      </a:lnTo>
                      <a:cubicBezTo>
                        <a:pt x="280241" y="564181"/>
                        <a:pt x="273844" y="557784"/>
                        <a:pt x="273844" y="549894"/>
                      </a:cubicBezTo>
                      <a:lnTo>
                        <a:pt x="273844" y="517985"/>
                      </a:lnTo>
                      <a:cubicBezTo>
                        <a:pt x="273844" y="510094"/>
                        <a:pt x="280241" y="503697"/>
                        <a:pt x="288131" y="503697"/>
                      </a:cubicBezTo>
                      <a:lnTo>
                        <a:pt x="312992" y="503697"/>
                      </a:lnTo>
                      <a:cubicBezTo>
                        <a:pt x="320882" y="503697"/>
                        <a:pt x="327279" y="497300"/>
                        <a:pt x="327279" y="489410"/>
                      </a:cubicBezTo>
                      <a:cubicBezTo>
                        <a:pt x="327279" y="481519"/>
                        <a:pt x="320882" y="475122"/>
                        <a:pt x="312992" y="475122"/>
                      </a:cubicBezTo>
                      <a:lnTo>
                        <a:pt x="288131" y="475122"/>
                      </a:lnTo>
                      <a:cubicBezTo>
                        <a:pt x="264481" y="475175"/>
                        <a:pt x="245321" y="494334"/>
                        <a:pt x="245269" y="517985"/>
                      </a:cubicBezTo>
                      <a:lnTo>
                        <a:pt x="245269" y="549894"/>
                      </a:lnTo>
                      <a:cubicBezTo>
                        <a:pt x="245321" y="573544"/>
                        <a:pt x="264481" y="592704"/>
                        <a:pt x="288131" y="592756"/>
                      </a:cubicBezTo>
                      <a:lnTo>
                        <a:pt x="432530" y="592756"/>
                      </a:lnTo>
                      <a:cubicBezTo>
                        <a:pt x="440421" y="592756"/>
                        <a:pt x="446818" y="586359"/>
                        <a:pt x="446818" y="578469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</p:grpSp>
        <p:grpSp>
          <p:nvGrpSpPr>
            <p:cNvPr id="14" name="Google Shape;2301;p62">
              <a:extLst>
                <a:ext uri="{FF2B5EF4-FFF2-40B4-BE49-F238E27FC236}">
                  <a16:creationId xmlns:a16="http://schemas.microsoft.com/office/drawing/2014/main" id="{9EA627AC-B3E5-3BF7-DC37-C2DB7122A28A}"/>
                </a:ext>
              </a:extLst>
            </p:cNvPr>
            <p:cNvGrpSpPr/>
            <p:nvPr/>
          </p:nvGrpSpPr>
          <p:grpSpPr>
            <a:xfrm>
              <a:off x="10737587" y="4896911"/>
              <a:ext cx="824776" cy="480636"/>
              <a:chOff x="4161787" y="4710181"/>
              <a:chExt cx="824776" cy="480636"/>
            </a:xfrm>
          </p:grpSpPr>
          <p:grpSp>
            <p:nvGrpSpPr>
              <p:cNvPr id="40" name="Google Shape;2302;p62">
                <a:extLst>
                  <a:ext uri="{FF2B5EF4-FFF2-40B4-BE49-F238E27FC236}">
                    <a16:creationId xmlns:a16="http://schemas.microsoft.com/office/drawing/2014/main" id="{5CFFB132-C5FB-CDD4-0EAE-AB983AC3B7C1}"/>
                  </a:ext>
                </a:extLst>
              </p:cNvPr>
              <p:cNvGrpSpPr/>
              <p:nvPr/>
            </p:nvGrpSpPr>
            <p:grpSpPr>
              <a:xfrm>
                <a:off x="4161787" y="4710181"/>
                <a:ext cx="824776" cy="480636"/>
                <a:chOff x="5801083" y="5370566"/>
                <a:chExt cx="830697" cy="487564"/>
              </a:xfrm>
            </p:grpSpPr>
            <p:sp>
              <p:nvSpPr>
                <p:cNvPr id="44" name="Google Shape;2304;p62">
                  <a:extLst>
                    <a:ext uri="{FF2B5EF4-FFF2-40B4-BE49-F238E27FC236}">
                      <a16:creationId xmlns:a16="http://schemas.microsoft.com/office/drawing/2014/main" id="{B54017FB-B65A-3CCC-DBC1-167784BE8FDE}"/>
                    </a:ext>
                  </a:extLst>
                </p:cNvPr>
                <p:cNvSpPr/>
                <p:nvPr/>
              </p:nvSpPr>
              <p:spPr>
                <a:xfrm>
                  <a:off x="5867434" y="5370566"/>
                  <a:ext cx="696590" cy="487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466" h="477678" extrusionOk="0">
                      <a:moveTo>
                        <a:pt x="511778" y="477679"/>
                      </a:moveTo>
                      <a:lnTo>
                        <a:pt x="136493" y="477679"/>
                      </a:lnTo>
                      <a:cubicBezTo>
                        <a:pt x="61246" y="477679"/>
                        <a:pt x="0" y="416433"/>
                        <a:pt x="0" y="341186"/>
                      </a:cubicBezTo>
                      <a:cubicBezTo>
                        <a:pt x="0" y="277654"/>
                        <a:pt x="43529" y="224219"/>
                        <a:pt x="102394" y="208978"/>
                      </a:cubicBezTo>
                      <a:cubicBezTo>
                        <a:pt x="102394" y="207550"/>
                        <a:pt x="102394" y="206121"/>
                        <a:pt x="102394" y="204692"/>
                      </a:cubicBezTo>
                      <a:cubicBezTo>
                        <a:pt x="102394" y="91821"/>
                        <a:pt x="194215" y="0"/>
                        <a:pt x="307086" y="0"/>
                      </a:cubicBezTo>
                      <a:cubicBezTo>
                        <a:pt x="395383" y="0"/>
                        <a:pt x="471678" y="55912"/>
                        <a:pt x="499872" y="136970"/>
                      </a:cubicBezTo>
                      <a:cubicBezTo>
                        <a:pt x="600265" y="128588"/>
                        <a:pt x="682466" y="209074"/>
                        <a:pt x="682466" y="307086"/>
                      </a:cubicBezTo>
                      <a:cubicBezTo>
                        <a:pt x="682466" y="405098"/>
                        <a:pt x="605885" y="477679"/>
                        <a:pt x="511873" y="477679"/>
                      </a:cubicBezTo>
                      <a:close/>
                    </a:path>
                  </a:pathLst>
                </a:custGeom>
                <a:solidFill>
                  <a:schemeClr val="tx1">
                    <a:alpha val="80000"/>
                  </a:schemeClr>
                </a:solidFill>
                <a:ln w="9525" cap="flat" cmpd="sng">
                  <a:noFill/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200"/>
                    <a:buFont typeface="Arial"/>
                    <a:buNone/>
                    <a:tabLst/>
                    <a:defRPr/>
                  </a:pPr>
                  <a:endParaRPr kumimoji="0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45" name="Google Shape;2303;p62">
                  <a:extLst>
                    <a:ext uri="{FF2B5EF4-FFF2-40B4-BE49-F238E27FC236}">
                      <a16:creationId xmlns:a16="http://schemas.microsoft.com/office/drawing/2014/main" id="{D47984A8-CC11-EAAE-8D0C-9BF6FFD5AA58}"/>
                    </a:ext>
                  </a:extLst>
                </p:cNvPr>
                <p:cNvSpPr/>
                <p:nvPr/>
              </p:nvSpPr>
              <p:spPr>
                <a:xfrm>
                  <a:off x="5801083" y="5605091"/>
                  <a:ext cx="830697" cy="202897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B3E42"/>
                    </a:buClr>
                    <a:buSzPts val="700"/>
                    <a:buFont typeface="Arial"/>
                    <a:buNone/>
                    <a:tabLst/>
                    <a:defRPr/>
                  </a:pPr>
                  <a:r>
                    <a:rPr kumimoji="0" lang="en-US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1744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rPr>
                    <a:t>Supplier Portal</a:t>
                  </a:r>
                  <a:endParaRPr kumimoji="0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grpSp>
            <p:nvGrpSpPr>
              <p:cNvPr id="41" name="Google Shape;2305;p62">
                <a:extLst>
                  <a:ext uri="{FF2B5EF4-FFF2-40B4-BE49-F238E27FC236}">
                    <a16:creationId xmlns:a16="http://schemas.microsoft.com/office/drawing/2014/main" id="{48524512-64E0-ACA6-E6FD-4AFA7F09A159}"/>
                  </a:ext>
                </a:extLst>
              </p:cNvPr>
              <p:cNvGrpSpPr/>
              <p:nvPr/>
            </p:nvGrpSpPr>
            <p:grpSpPr>
              <a:xfrm>
                <a:off x="4409603" y="4753130"/>
                <a:ext cx="262009" cy="155116"/>
                <a:chOff x="5865735" y="4736479"/>
                <a:chExt cx="461473" cy="273204"/>
              </a:xfrm>
            </p:grpSpPr>
            <p:sp>
              <p:nvSpPr>
                <p:cNvPr id="42" name="Google Shape;2306;p62">
                  <a:extLst>
                    <a:ext uri="{FF2B5EF4-FFF2-40B4-BE49-F238E27FC236}">
                      <a16:creationId xmlns:a16="http://schemas.microsoft.com/office/drawing/2014/main" id="{47DF3C66-A672-17BC-A710-99B20800A0EF}"/>
                    </a:ext>
                  </a:extLst>
                </p:cNvPr>
                <p:cNvSpPr/>
                <p:nvPr/>
              </p:nvSpPr>
              <p:spPr>
                <a:xfrm>
                  <a:off x="5865735" y="4736479"/>
                  <a:ext cx="461473" cy="273204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ED195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43" name="Google Shape;2307;p62">
                  <a:extLst>
                    <a:ext uri="{FF2B5EF4-FFF2-40B4-BE49-F238E27FC236}">
                      <a16:creationId xmlns:a16="http://schemas.microsoft.com/office/drawing/2014/main" id="{18F46351-DCA8-A632-4FC1-131EEA639B72}"/>
                    </a:ext>
                  </a:extLst>
                </p:cNvPr>
                <p:cNvSpPr/>
                <p:nvPr/>
              </p:nvSpPr>
              <p:spPr>
                <a:xfrm>
                  <a:off x="5959020" y="4771243"/>
                  <a:ext cx="274903" cy="2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6481" h="597518" extrusionOk="0">
                      <a:moveTo>
                        <a:pt x="659797" y="519509"/>
                      </a:moveTo>
                      <a:cubicBezTo>
                        <a:pt x="657993" y="519490"/>
                        <a:pt x="656200" y="519234"/>
                        <a:pt x="654463" y="518747"/>
                      </a:cubicBezTo>
                      <a:cubicBezTo>
                        <a:pt x="644339" y="515885"/>
                        <a:pt x="638452" y="505357"/>
                        <a:pt x="641315" y="495232"/>
                      </a:cubicBezTo>
                      <a:cubicBezTo>
                        <a:pt x="641316" y="495228"/>
                        <a:pt x="641317" y="495224"/>
                        <a:pt x="641318" y="495220"/>
                      </a:cubicBezTo>
                      <a:cubicBezTo>
                        <a:pt x="643972" y="485039"/>
                        <a:pt x="654376" y="478937"/>
                        <a:pt x="664557" y="481591"/>
                      </a:cubicBezTo>
                      <a:cubicBezTo>
                        <a:pt x="664685" y="481624"/>
                        <a:pt x="664813" y="481658"/>
                        <a:pt x="664940" y="481695"/>
                      </a:cubicBezTo>
                      <a:cubicBezTo>
                        <a:pt x="674817" y="484480"/>
                        <a:pt x="680713" y="494587"/>
                        <a:pt x="678275" y="504555"/>
                      </a:cubicBezTo>
                      <a:lnTo>
                        <a:pt x="678275" y="505698"/>
                      </a:lnTo>
                      <a:cubicBezTo>
                        <a:pt x="675921" y="513932"/>
                        <a:pt x="668361" y="519582"/>
                        <a:pt x="659797" y="519509"/>
                      </a:cubicBezTo>
                      <a:close/>
                      <a:moveTo>
                        <a:pt x="475202" y="456072"/>
                      </a:moveTo>
                      <a:cubicBezTo>
                        <a:pt x="473395" y="456099"/>
                        <a:pt x="471595" y="455843"/>
                        <a:pt x="469868" y="455310"/>
                      </a:cubicBezTo>
                      <a:cubicBezTo>
                        <a:pt x="459777" y="452404"/>
                        <a:pt x="453942" y="441882"/>
                        <a:pt x="456819" y="431784"/>
                      </a:cubicBezTo>
                      <a:cubicBezTo>
                        <a:pt x="459473" y="421602"/>
                        <a:pt x="469877" y="415501"/>
                        <a:pt x="480058" y="418154"/>
                      </a:cubicBezTo>
                      <a:cubicBezTo>
                        <a:pt x="480186" y="418188"/>
                        <a:pt x="480313" y="418222"/>
                        <a:pt x="480441" y="418258"/>
                      </a:cubicBezTo>
                      <a:cubicBezTo>
                        <a:pt x="490317" y="421043"/>
                        <a:pt x="496213" y="431150"/>
                        <a:pt x="493776" y="441118"/>
                      </a:cubicBezTo>
                      <a:lnTo>
                        <a:pt x="493776" y="442261"/>
                      </a:lnTo>
                      <a:cubicBezTo>
                        <a:pt x="491412" y="450530"/>
                        <a:pt x="483801" y="456189"/>
                        <a:pt x="475202" y="456072"/>
                      </a:cubicBezTo>
                      <a:close/>
                      <a:moveTo>
                        <a:pt x="178403" y="291099"/>
                      </a:moveTo>
                      <a:lnTo>
                        <a:pt x="42863" y="291099"/>
                      </a:lnTo>
                      <a:cubicBezTo>
                        <a:pt x="19212" y="291047"/>
                        <a:pt x="52" y="271887"/>
                        <a:pt x="0" y="248237"/>
                      </a:cubicBezTo>
                      <a:lnTo>
                        <a:pt x="0" y="216328"/>
                      </a:lnTo>
                      <a:cubicBezTo>
                        <a:pt x="52" y="192677"/>
                        <a:pt x="19212" y="173518"/>
                        <a:pt x="42863" y="173466"/>
                      </a:cubicBezTo>
                      <a:lnTo>
                        <a:pt x="178403" y="173466"/>
                      </a:lnTo>
                      <a:cubicBezTo>
                        <a:pt x="202054" y="173518"/>
                        <a:pt x="221213" y="192677"/>
                        <a:pt x="221266" y="216328"/>
                      </a:cubicBezTo>
                      <a:lnTo>
                        <a:pt x="221266" y="248618"/>
                      </a:lnTo>
                      <a:cubicBezTo>
                        <a:pt x="221006" y="272120"/>
                        <a:pt x="201906" y="291049"/>
                        <a:pt x="178403" y="291099"/>
                      </a:cubicBezTo>
                      <a:close/>
                      <a:moveTo>
                        <a:pt x="42863" y="202041"/>
                      </a:moveTo>
                      <a:cubicBezTo>
                        <a:pt x="34972" y="202041"/>
                        <a:pt x="28575" y="208438"/>
                        <a:pt x="28575" y="216328"/>
                      </a:cubicBezTo>
                      <a:lnTo>
                        <a:pt x="28575" y="248618"/>
                      </a:lnTo>
                      <a:cubicBezTo>
                        <a:pt x="28575" y="256508"/>
                        <a:pt x="34972" y="262905"/>
                        <a:pt x="42863" y="262905"/>
                      </a:cubicBezTo>
                      <a:lnTo>
                        <a:pt x="178403" y="262905"/>
                      </a:lnTo>
                      <a:cubicBezTo>
                        <a:pt x="186294" y="262905"/>
                        <a:pt x="192691" y="256508"/>
                        <a:pt x="192691" y="248618"/>
                      </a:cubicBezTo>
                      <a:lnTo>
                        <a:pt x="192691" y="216328"/>
                      </a:lnTo>
                      <a:cubicBezTo>
                        <a:pt x="192691" y="208438"/>
                        <a:pt x="186294" y="202041"/>
                        <a:pt x="178403" y="202041"/>
                      </a:cubicBezTo>
                      <a:close/>
                      <a:moveTo>
                        <a:pt x="178403" y="592566"/>
                      </a:moveTo>
                      <a:lnTo>
                        <a:pt x="42863" y="592566"/>
                      </a:lnTo>
                      <a:cubicBezTo>
                        <a:pt x="19212" y="592513"/>
                        <a:pt x="52" y="573354"/>
                        <a:pt x="0" y="549703"/>
                      </a:cubicBezTo>
                      <a:lnTo>
                        <a:pt x="0" y="517985"/>
                      </a:lnTo>
                      <a:cubicBezTo>
                        <a:pt x="52" y="494334"/>
                        <a:pt x="19212" y="475175"/>
                        <a:pt x="42863" y="475122"/>
                      </a:cubicBezTo>
                      <a:lnTo>
                        <a:pt x="178403" y="475122"/>
                      </a:lnTo>
                      <a:cubicBezTo>
                        <a:pt x="202054" y="475175"/>
                        <a:pt x="221213" y="494334"/>
                        <a:pt x="221266" y="517985"/>
                      </a:cubicBezTo>
                      <a:lnTo>
                        <a:pt x="221266" y="549894"/>
                      </a:lnTo>
                      <a:cubicBezTo>
                        <a:pt x="221213" y="573544"/>
                        <a:pt x="202054" y="592704"/>
                        <a:pt x="178403" y="592756"/>
                      </a:cubicBezTo>
                      <a:close/>
                      <a:moveTo>
                        <a:pt x="42863" y="503697"/>
                      </a:moveTo>
                      <a:cubicBezTo>
                        <a:pt x="34972" y="503697"/>
                        <a:pt x="28575" y="510094"/>
                        <a:pt x="28575" y="517985"/>
                      </a:cubicBezTo>
                      <a:lnTo>
                        <a:pt x="28575" y="549894"/>
                      </a:lnTo>
                      <a:cubicBezTo>
                        <a:pt x="28575" y="557784"/>
                        <a:pt x="34972" y="564181"/>
                        <a:pt x="42863" y="564181"/>
                      </a:cubicBezTo>
                      <a:lnTo>
                        <a:pt x="178403" y="564181"/>
                      </a:lnTo>
                      <a:cubicBezTo>
                        <a:pt x="186294" y="564181"/>
                        <a:pt x="192691" y="557784"/>
                        <a:pt x="192691" y="549894"/>
                      </a:cubicBezTo>
                      <a:lnTo>
                        <a:pt x="192691" y="517985"/>
                      </a:lnTo>
                      <a:cubicBezTo>
                        <a:pt x="192691" y="510094"/>
                        <a:pt x="186294" y="503697"/>
                        <a:pt x="178403" y="503697"/>
                      </a:cubicBezTo>
                      <a:close/>
                      <a:moveTo>
                        <a:pt x="722948" y="526081"/>
                      </a:moveTo>
                      <a:cubicBezTo>
                        <a:pt x="719061" y="526101"/>
                        <a:pt x="715339" y="524515"/>
                        <a:pt x="712661" y="521700"/>
                      </a:cubicBezTo>
                      <a:cubicBezTo>
                        <a:pt x="707089" y="516122"/>
                        <a:pt x="707089" y="507084"/>
                        <a:pt x="712661" y="501507"/>
                      </a:cubicBezTo>
                      <a:cubicBezTo>
                        <a:pt x="753809" y="461883"/>
                        <a:pt x="777431" y="410638"/>
                        <a:pt x="777431" y="361108"/>
                      </a:cubicBezTo>
                      <a:cubicBezTo>
                        <a:pt x="777431" y="280908"/>
                        <a:pt x="727710" y="224805"/>
                        <a:pt x="683895" y="175371"/>
                      </a:cubicBezTo>
                      <a:cubicBezTo>
                        <a:pt x="634270" y="119459"/>
                        <a:pt x="606076" y="72405"/>
                        <a:pt x="598170" y="32019"/>
                      </a:cubicBezTo>
                      <a:lnTo>
                        <a:pt x="597218" y="32591"/>
                      </a:lnTo>
                      <a:cubicBezTo>
                        <a:pt x="575500" y="45640"/>
                        <a:pt x="505587" y="95361"/>
                        <a:pt x="520160" y="189372"/>
                      </a:cubicBezTo>
                      <a:cubicBezTo>
                        <a:pt x="526637" y="231092"/>
                        <a:pt x="515302" y="261000"/>
                        <a:pt x="488442" y="274240"/>
                      </a:cubicBezTo>
                      <a:cubicBezTo>
                        <a:pt x="478039" y="278719"/>
                        <a:pt x="466627" y="280330"/>
                        <a:pt x="455390" y="278907"/>
                      </a:cubicBezTo>
                      <a:cubicBezTo>
                        <a:pt x="426913" y="274051"/>
                        <a:pt x="405939" y="249593"/>
                        <a:pt x="405479" y="220710"/>
                      </a:cubicBezTo>
                      <a:cubicBezTo>
                        <a:pt x="405479" y="216995"/>
                        <a:pt x="405479" y="213471"/>
                        <a:pt x="405479" y="210327"/>
                      </a:cubicBezTo>
                      <a:cubicBezTo>
                        <a:pt x="370487" y="252869"/>
                        <a:pt x="350976" y="306031"/>
                        <a:pt x="350139" y="361108"/>
                      </a:cubicBezTo>
                      <a:cubicBezTo>
                        <a:pt x="350139" y="410638"/>
                        <a:pt x="373761" y="461883"/>
                        <a:pt x="415004" y="501507"/>
                      </a:cubicBezTo>
                      <a:cubicBezTo>
                        <a:pt x="420522" y="507147"/>
                        <a:pt x="420423" y="516193"/>
                        <a:pt x="414783" y="521711"/>
                      </a:cubicBezTo>
                      <a:cubicBezTo>
                        <a:pt x="409379" y="526997"/>
                        <a:pt x="400792" y="527160"/>
                        <a:pt x="395192" y="522081"/>
                      </a:cubicBezTo>
                      <a:cubicBezTo>
                        <a:pt x="348425" y="477123"/>
                        <a:pt x="321564" y="418449"/>
                        <a:pt x="321564" y="361108"/>
                      </a:cubicBezTo>
                      <a:cubicBezTo>
                        <a:pt x="322291" y="293506"/>
                        <a:pt x="348323" y="228631"/>
                        <a:pt x="394526" y="179276"/>
                      </a:cubicBezTo>
                      <a:cubicBezTo>
                        <a:pt x="403145" y="170267"/>
                        <a:pt x="417434" y="169951"/>
                        <a:pt x="426443" y="178570"/>
                      </a:cubicBezTo>
                      <a:cubicBezTo>
                        <a:pt x="430635" y="182581"/>
                        <a:pt x="433122" y="188053"/>
                        <a:pt x="433387" y="193849"/>
                      </a:cubicBezTo>
                      <a:cubicBezTo>
                        <a:pt x="434054" y="201660"/>
                        <a:pt x="434150" y="213661"/>
                        <a:pt x="434150" y="220233"/>
                      </a:cubicBezTo>
                      <a:cubicBezTo>
                        <a:pt x="434501" y="235356"/>
                        <a:pt x="445453" y="248141"/>
                        <a:pt x="460343" y="250809"/>
                      </a:cubicBezTo>
                      <a:cubicBezTo>
                        <a:pt x="463006" y="251010"/>
                        <a:pt x="465681" y="251010"/>
                        <a:pt x="468344" y="250809"/>
                      </a:cubicBezTo>
                      <a:cubicBezTo>
                        <a:pt x="471078" y="250397"/>
                        <a:pt x="473760" y="249695"/>
                        <a:pt x="476345" y="248713"/>
                      </a:cubicBezTo>
                      <a:cubicBezTo>
                        <a:pt x="495395" y="239188"/>
                        <a:pt x="495395" y="214233"/>
                        <a:pt x="492157" y="194611"/>
                      </a:cubicBezTo>
                      <a:cubicBezTo>
                        <a:pt x="474821" y="82407"/>
                        <a:pt x="557117" y="23733"/>
                        <a:pt x="582740" y="8397"/>
                      </a:cubicBezTo>
                      <a:cubicBezTo>
                        <a:pt x="586740" y="5921"/>
                        <a:pt x="592265" y="2873"/>
                        <a:pt x="593789" y="2111"/>
                      </a:cubicBezTo>
                      <a:cubicBezTo>
                        <a:pt x="600269" y="-923"/>
                        <a:pt x="607809" y="-674"/>
                        <a:pt x="614077" y="2778"/>
                      </a:cubicBezTo>
                      <a:cubicBezTo>
                        <a:pt x="620277" y="6196"/>
                        <a:pt x="624431" y="12411"/>
                        <a:pt x="625221" y="19446"/>
                      </a:cubicBezTo>
                      <a:cubicBezTo>
                        <a:pt x="629793" y="55451"/>
                        <a:pt x="656939" y="101647"/>
                        <a:pt x="705707" y="156702"/>
                      </a:cubicBezTo>
                      <a:cubicBezTo>
                        <a:pt x="750665" y="207279"/>
                        <a:pt x="806482" y="270335"/>
                        <a:pt x="806482" y="361394"/>
                      </a:cubicBezTo>
                      <a:cubicBezTo>
                        <a:pt x="806482" y="418544"/>
                        <a:pt x="779717" y="477408"/>
                        <a:pt x="732949" y="522366"/>
                      </a:cubicBezTo>
                      <a:cubicBezTo>
                        <a:pt x="730230" y="524867"/>
                        <a:pt x="726639" y="526201"/>
                        <a:pt x="722948" y="526081"/>
                      </a:cubicBezTo>
                      <a:close/>
                      <a:moveTo>
                        <a:pt x="564356" y="597519"/>
                      </a:moveTo>
                      <a:cubicBezTo>
                        <a:pt x="553835" y="597519"/>
                        <a:pt x="545306" y="588990"/>
                        <a:pt x="545306" y="578469"/>
                      </a:cubicBezTo>
                      <a:cubicBezTo>
                        <a:pt x="545306" y="567947"/>
                        <a:pt x="553835" y="559419"/>
                        <a:pt x="564356" y="559419"/>
                      </a:cubicBezTo>
                      <a:lnTo>
                        <a:pt x="565118" y="559419"/>
                      </a:lnTo>
                      <a:cubicBezTo>
                        <a:pt x="575640" y="559419"/>
                        <a:pt x="584168" y="567947"/>
                        <a:pt x="584168" y="578469"/>
                      </a:cubicBezTo>
                      <a:cubicBezTo>
                        <a:pt x="584168" y="588990"/>
                        <a:pt x="575640" y="597519"/>
                        <a:pt x="565118" y="597519"/>
                      </a:cubicBezTo>
                      <a:close/>
                      <a:moveTo>
                        <a:pt x="503396" y="576659"/>
                      </a:moveTo>
                      <a:cubicBezTo>
                        <a:pt x="499100" y="576634"/>
                        <a:pt x="494937" y="575157"/>
                        <a:pt x="491585" y="572468"/>
                      </a:cubicBezTo>
                      <a:lnTo>
                        <a:pt x="490537" y="571611"/>
                      </a:lnTo>
                      <a:cubicBezTo>
                        <a:pt x="482259" y="565116"/>
                        <a:pt x="480813" y="553143"/>
                        <a:pt x="487307" y="544864"/>
                      </a:cubicBezTo>
                      <a:cubicBezTo>
                        <a:pt x="493801" y="536586"/>
                        <a:pt x="505776" y="535140"/>
                        <a:pt x="514053" y="541634"/>
                      </a:cubicBezTo>
                      <a:cubicBezTo>
                        <a:pt x="514317" y="541840"/>
                        <a:pt x="514574" y="542054"/>
                        <a:pt x="514826" y="542274"/>
                      </a:cubicBezTo>
                      <a:lnTo>
                        <a:pt x="514826" y="542274"/>
                      </a:lnTo>
                      <a:cubicBezTo>
                        <a:pt x="523085" y="548792"/>
                        <a:pt x="524497" y="560770"/>
                        <a:pt x="517979" y="569029"/>
                      </a:cubicBezTo>
                      <a:cubicBezTo>
                        <a:pt x="514364" y="573610"/>
                        <a:pt x="508850" y="576281"/>
                        <a:pt x="503015" y="576278"/>
                      </a:cubicBezTo>
                      <a:close/>
                      <a:moveTo>
                        <a:pt x="625983" y="575611"/>
                      </a:moveTo>
                      <a:cubicBezTo>
                        <a:pt x="615462" y="575643"/>
                        <a:pt x="606907" y="567140"/>
                        <a:pt x="606875" y="556619"/>
                      </a:cubicBezTo>
                      <a:cubicBezTo>
                        <a:pt x="606858" y="550874"/>
                        <a:pt x="609433" y="545428"/>
                        <a:pt x="613886" y="541797"/>
                      </a:cubicBezTo>
                      <a:lnTo>
                        <a:pt x="613886" y="541797"/>
                      </a:lnTo>
                      <a:cubicBezTo>
                        <a:pt x="621029" y="534073"/>
                        <a:pt x="633081" y="533600"/>
                        <a:pt x="640807" y="540742"/>
                      </a:cubicBezTo>
                      <a:cubicBezTo>
                        <a:pt x="648532" y="547885"/>
                        <a:pt x="649004" y="559937"/>
                        <a:pt x="641861" y="567662"/>
                      </a:cubicBezTo>
                      <a:cubicBezTo>
                        <a:pt x="640924" y="568676"/>
                        <a:pt x="639880" y="569585"/>
                        <a:pt x="638747" y="570372"/>
                      </a:cubicBezTo>
                      <a:lnTo>
                        <a:pt x="637794" y="571230"/>
                      </a:lnTo>
                      <a:cubicBezTo>
                        <a:pt x="634442" y="573942"/>
                        <a:pt x="630293" y="575482"/>
                        <a:pt x="625983" y="575611"/>
                      </a:cubicBezTo>
                      <a:close/>
                      <a:moveTo>
                        <a:pt x="468440" y="521128"/>
                      </a:moveTo>
                      <a:cubicBezTo>
                        <a:pt x="459657" y="521111"/>
                        <a:pt x="452025" y="515091"/>
                        <a:pt x="449961" y="506555"/>
                      </a:cubicBezTo>
                      <a:cubicBezTo>
                        <a:pt x="449961" y="506555"/>
                        <a:pt x="449961" y="505412"/>
                        <a:pt x="449961" y="505317"/>
                      </a:cubicBezTo>
                      <a:cubicBezTo>
                        <a:pt x="447966" y="494986"/>
                        <a:pt x="454724" y="484995"/>
                        <a:pt x="465055" y="483001"/>
                      </a:cubicBezTo>
                      <a:cubicBezTo>
                        <a:pt x="474932" y="481094"/>
                        <a:pt x="484589" y="487196"/>
                        <a:pt x="487108" y="496935"/>
                      </a:cubicBezTo>
                      <a:lnTo>
                        <a:pt x="487108" y="497506"/>
                      </a:lnTo>
                      <a:cubicBezTo>
                        <a:pt x="489625" y="507710"/>
                        <a:pt x="483402" y="518025"/>
                        <a:pt x="473202" y="520557"/>
                      </a:cubicBezTo>
                      <a:cubicBezTo>
                        <a:pt x="471645" y="520947"/>
                        <a:pt x="470044" y="521139"/>
                        <a:pt x="468440" y="521128"/>
                      </a:cubicBezTo>
                      <a:close/>
                      <a:moveTo>
                        <a:pt x="651510" y="454453"/>
                      </a:moveTo>
                      <a:cubicBezTo>
                        <a:pt x="644679" y="454568"/>
                        <a:pt x="638342" y="450905"/>
                        <a:pt x="635032" y="444928"/>
                      </a:cubicBezTo>
                      <a:lnTo>
                        <a:pt x="635032" y="444071"/>
                      </a:lnTo>
                      <a:cubicBezTo>
                        <a:pt x="630446" y="434601"/>
                        <a:pt x="634407" y="423208"/>
                        <a:pt x="643876" y="418623"/>
                      </a:cubicBezTo>
                      <a:cubicBezTo>
                        <a:pt x="652983" y="414214"/>
                        <a:pt x="663947" y="417692"/>
                        <a:pt x="668846" y="426545"/>
                      </a:cubicBezTo>
                      <a:cubicBezTo>
                        <a:pt x="673472" y="435913"/>
                        <a:pt x="669689" y="447258"/>
                        <a:pt x="660368" y="451977"/>
                      </a:cubicBezTo>
                      <a:cubicBezTo>
                        <a:pt x="657637" y="453426"/>
                        <a:pt x="654602" y="454209"/>
                        <a:pt x="651510" y="454263"/>
                      </a:cubicBezTo>
                      <a:close/>
                      <a:moveTo>
                        <a:pt x="516065" y="403590"/>
                      </a:moveTo>
                      <a:cubicBezTo>
                        <a:pt x="511576" y="403554"/>
                        <a:pt x="507237" y="401973"/>
                        <a:pt x="503777" y="399113"/>
                      </a:cubicBezTo>
                      <a:cubicBezTo>
                        <a:pt x="495846" y="392346"/>
                        <a:pt x="494827" y="380461"/>
                        <a:pt x="501491" y="372443"/>
                      </a:cubicBezTo>
                      <a:cubicBezTo>
                        <a:pt x="508065" y="364229"/>
                        <a:pt x="520054" y="362899"/>
                        <a:pt x="528268" y="369472"/>
                      </a:cubicBezTo>
                      <a:cubicBezTo>
                        <a:pt x="528392" y="369572"/>
                        <a:pt x="528516" y="369673"/>
                        <a:pt x="528638" y="369776"/>
                      </a:cubicBezTo>
                      <a:cubicBezTo>
                        <a:pt x="536567" y="376415"/>
                        <a:pt x="537750" y="388168"/>
                        <a:pt x="531305" y="396255"/>
                      </a:cubicBezTo>
                      <a:lnTo>
                        <a:pt x="530638" y="396922"/>
                      </a:lnTo>
                      <a:cubicBezTo>
                        <a:pt x="526996" y="401179"/>
                        <a:pt x="521666" y="403618"/>
                        <a:pt x="516065" y="403590"/>
                      </a:cubicBezTo>
                      <a:close/>
                      <a:moveTo>
                        <a:pt x="610267" y="401970"/>
                      </a:moveTo>
                      <a:cubicBezTo>
                        <a:pt x="604824" y="401987"/>
                        <a:pt x="599657" y="399578"/>
                        <a:pt x="596170" y="395398"/>
                      </a:cubicBezTo>
                      <a:lnTo>
                        <a:pt x="595598" y="394636"/>
                      </a:lnTo>
                      <a:cubicBezTo>
                        <a:pt x="588893" y="386579"/>
                        <a:pt x="589957" y="374618"/>
                        <a:pt x="597980" y="367871"/>
                      </a:cubicBezTo>
                      <a:cubicBezTo>
                        <a:pt x="606019" y="361084"/>
                        <a:pt x="618038" y="362100"/>
                        <a:pt x="624825" y="370139"/>
                      </a:cubicBezTo>
                      <a:cubicBezTo>
                        <a:pt x="624830" y="370144"/>
                        <a:pt x="624835" y="370151"/>
                        <a:pt x="624840" y="370157"/>
                      </a:cubicBezTo>
                      <a:cubicBezTo>
                        <a:pt x="631891" y="377964"/>
                        <a:pt x="631279" y="390011"/>
                        <a:pt x="623471" y="397063"/>
                      </a:cubicBezTo>
                      <a:cubicBezTo>
                        <a:pt x="619858" y="400325"/>
                        <a:pt x="615133" y="402082"/>
                        <a:pt x="610267" y="401970"/>
                      </a:cubicBezTo>
                      <a:close/>
                      <a:moveTo>
                        <a:pt x="563594" y="357679"/>
                      </a:moveTo>
                      <a:lnTo>
                        <a:pt x="563594" y="357679"/>
                      </a:lnTo>
                      <a:cubicBezTo>
                        <a:pt x="553073" y="357679"/>
                        <a:pt x="544544" y="349150"/>
                        <a:pt x="544544" y="338629"/>
                      </a:cubicBezTo>
                      <a:cubicBezTo>
                        <a:pt x="544520" y="328608"/>
                        <a:pt x="552263" y="320280"/>
                        <a:pt x="562261" y="319579"/>
                      </a:cubicBezTo>
                      <a:lnTo>
                        <a:pt x="563975" y="319579"/>
                      </a:lnTo>
                      <a:cubicBezTo>
                        <a:pt x="574497" y="319579"/>
                        <a:pt x="583025" y="328108"/>
                        <a:pt x="583025" y="338629"/>
                      </a:cubicBezTo>
                      <a:cubicBezTo>
                        <a:pt x="583027" y="349150"/>
                        <a:pt x="574500" y="357681"/>
                        <a:pt x="563979" y="357683"/>
                      </a:cubicBezTo>
                      <a:cubicBezTo>
                        <a:pt x="563850" y="357683"/>
                        <a:pt x="563723" y="357682"/>
                        <a:pt x="563594" y="357679"/>
                      </a:cubicBezTo>
                      <a:close/>
                      <a:moveTo>
                        <a:pt x="301371" y="427688"/>
                      </a:moveTo>
                      <a:cubicBezTo>
                        <a:pt x="301371" y="419797"/>
                        <a:pt x="294974" y="413400"/>
                        <a:pt x="287084" y="413400"/>
                      </a:cubicBezTo>
                      <a:lnTo>
                        <a:pt x="165068" y="413400"/>
                      </a:lnTo>
                      <a:cubicBezTo>
                        <a:pt x="157199" y="413348"/>
                        <a:pt x="150833" y="406982"/>
                        <a:pt x="150781" y="399113"/>
                      </a:cubicBezTo>
                      <a:lnTo>
                        <a:pt x="150781" y="367204"/>
                      </a:lnTo>
                      <a:cubicBezTo>
                        <a:pt x="151038" y="359500"/>
                        <a:pt x="157360" y="353388"/>
                        <a:pt x="165068" y="353393"/>
                      </a:cubicBezTo>
                      <a:lnTo>
                        <a:pt x="278511" y="353393"/>
                      </a:lnTo>
                      <a:cubicBezTo>
                        <a:pt x="286402" y="353393"/>
                        <a:pt x="292799" y="346996"/>
                        <a:pt x="292799" y="339105"/>
                      </a:cubicBezTo>
                      <a:cubicBezTo>
                        <a:pt x="292799" y="331215"/>
                        <a:pt x="286402" y="324818"/>
                        <a:pt x="278511" y="324818"/>
                      </a:cubicBezTo>
                      <a:lnTo>
                        <a:pt x="165068" y="324818"/>
                      </a:lnTo>
                      <a:cubicBezTo>
                        <a:pt x="141396" y="324818"/>
                        <a:pt x="122206" y="344008"/>
                        <a:pt x="122206" y="367680"/>
                      </a:cubicBezTo>
                      <a:lnTo>
                        <a:pt x="122206" y="399113"/>
                      </a:lnTo>
                      <a:cubicBezTo>
                        <a:pt x="122258" y="422763"/>
                        <a:pt x="141418" y="441923"/>
                        <a:pt x="165068" y="441975"/>
                      </a:cubicBezTo>
                      <a:lnTo>
                        <a:pt x="287084" y="441975"/>
                      </a:lnTo>
                      <a:cubicBezTo>
                        <a:pt x="294974" y="441975"/>
                        <a:pt x="301371" y="435578"/>
                        <a:pt x="301371" y="427688"/>
                      </a:cubicBezTo>
                      <a:close/>
                      <a:moveTo>
                        <a:pt x="98393" y="399113"/>
                      </a:moveTo>
                      <a:lnTo>
                        <a:pt x="98393" y="367204"/>
                      </a:lnTo>
                      <a:cubicBezTo>
                        <a:pt x="98393" y="343532"/>
                        <a:pt x="79203" y="324342"/>
                        <a:pt x="55531" y="324342"/>
                      </a:cubicBezTo>
                      <a:lnTo>
                        <a:pt x="14288" y="324342"/>
                      </a:lnTo>
                      <a:cubicBezTo>
                        <a:pt x="6397" y="324342"/>
                        <a:pt x="0" y="330739"/>
                        <a:pt x="0" y="338629"/>
                      </a:cubicBezTo>
                      <a:cubicBezTo>
                        <a:pt x="0" y="346520"/>
                        <a:pt x="6397" y="352917"/>
                        <a:pt x="14288" y="352917"/>
                      </a:cubicBezTo>
                      <a:lnTo>
                        <a:pt x="55721" y="352917"/>
                      </a:lnTo>
                      <a:cubicBezTo>
                        <a:pt x="63612" y="352917"/>
                        <a:pt x="70009" y="359314"/>
                        <a:pt x="70009" y="367204"/>
                      </a:cubicBezTo>
                      <a:lnTo>
                        <a:pt x="70009" y="399113"/>
                      </a:lnTo>
                      <a:cubicBezTo>
                        <a:pt x="70009" y="407003"/>
                        <a:pt x="63612" y="413400"/>
                        <a:pt x="55721" y="413400"/>
                      </a:cubicBezTo>
                      <a:lnTo>
                        <a:pt x="14288" y="413400"/>
                      </a:lnTo>
                      <a:cubicBezTo>
                        <a:pt x="6397" y="413400"/>
                        <a:pt x="0" y="419797"/>
                        <a:pt x="0" y="427688"/>
                      </a:cubicBezTo>
                      <a:cubicBezTo>
                        <a:pt x="0" y="435578"/>
                        <a:pt x="6397" y="441975"/>
                        <a:pt x="14288" y="441975"/>
                      </a:cubicBezTo>
                      <a:lnTo>
                        <a:pt x="55721" y="441975"/>
                      </a:lnTo>
                      <a:cubicBezTo>
                        <a:pt x="79298" y="441818"/>
                        <a:pt x="98342" y="422689"/>
                        <a:pt x="98393" y="399113"/>
                      </a:cubicBezTo>
                      <a:close/>
                      <a:moveTo>
                        <a:pt x="305276" y="277193"/>
                      </a:moveTo>
                      <a:cubicBezTo>
                        <a:pt x="305276" y="269302"/>
                        <a:pt x="298879" y="262905"/>
                        <a:pt x="290989" y="262905"/>
                      </a:cubicBezTo>
                      <a:lnTo>
                        <a:pt x="288131" y="262905"/>
                      </a:lnTo>
                      <a:cubicBezTo>
                        <a:pt x="280241" y="262905"/>
                        <a:pt x="273844" y="256508"/>
                        <a:pt x="273844" y="248618"/>
                      </a:cubicBezTo>
                      <a:lnTo>
                        <a:pt x="273844" y="216328"/>
                      </a:lnTo>
                      <a:cubicBezTo>
                        <a:pt x="273844" y="208438"/>
                        <a:pt x="280241" y="202041"/>
                        <a:pt x="288131" y="202041"/>
                      </a:cubicBezTo>
                      <a:lnTo>
                        <a:pt x="329660" y="202041"/>
                      </a:lnTo>
                      <a:cubicBezTo>
                        <a:pt x="337551" y="202041"/>
                        <a:pt x="343948" y="195644"/>
                        <a:pt x="343948" y="187753"/>
                      </a:cubicBezTo>
                      <a:cubicBezTo>
                        <a:pt x="343948" y="179863"/>
                        <a:pt x="337551" y="173466"/>
                        <a:pt x="329660" y="173466"/>
                      </a:cubicBezTo>
                      <a:lnTo>
                        <a:pt x="288131" y="173466"/>
                      </a:lnTo>
                      <a:cubicBezTo>
                        <a:pt x="264481" y="173518"/>
                        <a:pt x="245321" y="192677"/>
                        <a:pt x="245269" y="216328"/>
                      </a:cubicBezTo>
                      <a:lnTo>
                        <a:pt x="245269" y="248618"/>
                      </a:lnTo>
                      <a:cubicBezTo>
                        <a:pt x="245321" y="272268"/>
                        <a:pt x="264481" y="291428"/>
                        <a:pt x="288131" y="291480"/>
                      </a:cubicBezTo>
                      <a:lnTo>
                        <a:pt x="290989" y="291480"/>
                      </a:lnTo>
                      <a:cubicBezTo>
                        <a:pt x="298879" y="291480"/>
                        <a:pt x="305276" y="285083"/>
                        <a:pt x="305276" y="277193"/>
                      </a:cubicBezTo>
                      <a:close/>
                      <a:moveTo>
                        <a:pt x="446818" y="578469"/>
                      </a:moveTo>
                      <a:cubicBezTo>
                        <a:pt x="446818" y="570578"/>
                        <a:pt x="440421" y="564181"/>
                        <a:pt x="432530" y="564181"/>
                      </a:cubicBezTo>
                      <a:lnTo>
                        <a:pt x="288131" y="564181"/>
                      </a:lnTo>
                      <a:cubicBezTo>
                        <a:pt x="280241" y="564181"/>
                        <a:pt x="273844" y="557784"/>
                        <a:pt x="273844" y="549894"/>
                      </a:cubicBezTo>
                      <a:lnTo>
                        <a:pt x="273844" y="517985"/>
                      </a:lnTo>
                      <a:cubicBezTo>
                        <a:pt x="273844" y="510094"/>
                        <a:pt x="280241" y="503697"/>
                        <a:pt x="288131" y="503697"/>
                      </a:cubicBezTo>
                      <a:lnTo>
                        <a:pt x="312992" y="503697"/>
                      </a:lnTo>
                      <a:cubicBezTo>
                        <a:pt x="320882" y="503697"/>
                        <a:pt x="327279" y="497300"/>
                        <a:pt x="327279" y="489410"/>
                      </a:cubicBezTo>
                      <a:cubicBezTo>
                        <a:pt x="327279" y="481519"/>
                        <a:pt x="320882" y="475122"/>
                        <a:pt x="312992" y="475122"/>
                      </a:cubicBezTo>
                      <a:lnTo>
                        <a:pt x="288131" y="475122"/>
                      </a:lnTo>
                      <a:cubicBezTo>
                        <a:pt x="264481" y="475175"/>
                        <a:pt x="245321" y="494334"/>
                        <a:pt x="245269" y="517985"/>
                      </a:cubicBezTo>
                      <a:lnTo>
                        <a:pt x="245269" y="549894"/>
                      </a:lnTo>
                      <a:cubicBezTo>
                        <a:pt x="245321" y="573544"/>
                        <a:pt x="264481" y="592704"/>
                        <a:pt x="288131" y="592756"/>
                      </a:cubicBezTo>
                      <a:lnTo>
                        <a:pt x="432530" y="592756"/>
                      </a:lnTo>
                      <a:cubicBezTo>
                        <a:pt x="440421" y="592756"/>
                        <a:pt x="446818" y="586359"/>
                        <a:pt x="446818" y="578469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F92D64E-6A99-7666-FEEC-BFD29210A495}"/>
                </a:ext>
              </a:extLst>
            </p:cNvPr>
            <p:cNvGrpSpPr/>
            <p:nvPr/>
          </p:nvGrpSpPr>
          <p:grpSpPr>
            <a:xfrm>
              <a:off x="6372383" y="1733067"/>
              <a:ext cx="4898052" cy="2911438"/>
              <a:chOff x="6108572" y="1686452"/>
              <a:chExt cx="4898052" cy="2911438"/>
            </a:xfrm>
          </p:grpSpPr>
          <p:grpSp>
            <p:nvGrpSpPr>
              <p:cNvPr id="17" name="Google Shape;2259;p62">
                <a:extLst>
                  <a:ext uri="{FF2B5EF4-FFF2-40B4-BE49-F238E27FC236}">
                    <a16:creationId xmlns:a16="http://schemas.microsoft.com/office/drawing/2014/main" id="{9409909E-52E3-CCF3-D543-3BDDE53A8134}"/>
                  </a:ext>
                </a:extLst>
              </p:cNvPr>
              <p:cNvGrpSpPr/>
              <p:nvPr/>
            </p:nvGrpSpPr>
            <p:grpSpPr>
              <a:xfrm>
                <a:off x="6290927" y="2601354"/>
                <a:ext cx="4520125" cy="605747"/>
                <a:chOff x="372310" y="1635320"/>
                <a:chExt cx="5202550" cy="697199"/>
              </a:xfrm>
            </p:grpSpPr>
            <p:grpSp>
              <p:nvGrpSpPr>
                <p:cNvPr id="32" name="Google Shape;2260;p62">
                  <a:extLst>
                    <a:ext uri="{FF2B5EF4-FFF2-40B4-BE49-F238E27FC236}">
                      <a16:creationId xmlns:a16="http://schemas.microsoft.com/office/drawing/2014/main" id="{8EE3A180-6C75-A3F0-2DD3-A40CD2D0DBF9}"/>
                    </a:ext>
                  </a:extLst>
                </p:cNvPr>
                <p:cNvGrpSpPr/>
                <p:nvPr/>
              </p:nvGrpSpPr>
              <p:grpSpPr>
                <a:xfrm>
                  <a:off x="372310" y="1635320"/>
                  <a:ext cx="2882780" cy="693898"/>
                  <a:chOff x="4111658" y="1408750"/>
                  <a:chExt cx="3209021" cy="871856"/>
                </a:xfrm>
              </p:grpSpPr>
              <p:pic>
                <p:nvPicPr>
                  <p:cNvPr id="37" name="Google Shape;2261;p62">
                    <a:extLst>
                      <a:ext uri="{FF2B5EF4-FFF2-40B4-BE49-F238E27FC236}">
                        <a16:creationId xmlns:a16="http://schemas.microsoft.com/office/drawing/2014/main" id="{3F61091E-D45C-025D-A273-DE1199B4D5B8}"/>
                      </a:ext>
                    </a:extLst>
                  </p:cNvPr>
                  <p:cNvPicPr preferRelativeResize="0"/>
                  <p:nvPr/>
                </p:nvPicPr>
                <p:blipFill rotWithShape="1">
                  <a:blip r:embed="rId2">
                    <a:alphaModFix amt="49000"/>
                  </a:blip>
                  <a:srcRect/>
                  <a:stretch/>
                </p:blipFill>
                <p:spPr>
                  <a:xfrm>
                    <a:off x="5674528" y="1408750"/>
                    <a:ext cx="1646151" cy="86340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38" name="Google Shape;2262;p62">
                    <a:extLst>
                      <a:ext uri="{FF2B5EF4-FFF2-40B4-BE49-F238E27FC236}">
                        <a16:creationId xmlns:a16="http://schemas.microsoft.com/office/drawing/2014/main" id="{F8F5D50C-79F0-6D5B-21C5-0B1C688A8D46}"/>
                      </a:ext>
                    </a:extLst>
                  </p:cNvPr>
                  <p:cNvPicPr preferRelativeResize="0"/>
                  <p:nvPr/>
                </p:nvPicPr>
                <p:blipFill rotWithShape="1">
                  <a:blip r:embed="rId2">
                    <a:alphaModFix amt="49000"/>
                  </a:blip>
                  <a:srcRect/>
                  <a:stretch/>
                </p:blipFill>
                <p:spPr>
                  <a:xfrm>
                    <a:off x="4111658" y="1417203"/>
                    <a:ext cx="1646151" cy="86340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39" name="Google Shape;2263;p62">
                    <a:extLst>
                      <a:ext uri="{FF2B5EF4-FFF2-40B4-BE49-F238E27FC236}">
                        <a16:creationId xmlns:a16="http://schemas.microsoft.com/office/drawing/2014/main" id="{1B866289-0D07-BB99-5D34-E6DBFC10A070}"/>
                      </a:ext>
                    </a:extLst>
                  </p:cNvPr>
                  <p:cNvPicPr preferRelativeResize="0"/>
                  <p:nvPr/>
                </p:nvPicPr>
                <p:blipFill rotWithShape="1">
                  <a:blip r:embed="rId2">
                    <a:alphaModFix amt="49000"/>
                  </a:blip>
                  <a:srcRect/>
                  <a:stretch/>
                </p:blipFill>
                <p:spPr>
                  <a:xfrm>
                    <a:off x="5075979" y="1408750"/>
                    <a:ext cx="1646151" cy="86340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</p:grpSp>
            <p:grpSp>
              <p:nvGrpSpPr>
                <p:cNvPr id="33" name="Google Shape;2264;p62">
                  <a:extLst>
                    <a:ext uri="{FF2B5EF4-FFF2-40B4-BE49-F238E27FC236}">
                      <a16:creationId xmlns:a16="http://schemas.microsoft.com/office/drawing/2014/main" id="{8BBC2D2F-2FBE-A55B-BAE9-CC65088DE498}"/>
                    </a:ext>
                  </a:extLst>
                </p:cNvPr>
                <p:cNvGrpSpPr/>
                <p:nvPr/>
              </p:nvGrpSpPr>
              <p:grpSpPr>
                <a:xfrm>
                  <a:off x="2692080" y="1638621"/>
                  <a:ext cx="2882780" cy="693898"/>
                  <a:chOff x="4111658" y="1408750"/>
                  <a:chExt cx="3209021" cy="871856"/>
                </a:xfrm>
              </p:grpSpPr>
              <p:pic>
                <p:nvPicPr>
                  <p:cNvPr id="34" name="Google Shape;2265;p62">
                    <a:extLst>
                      <a:ext uri="{FF2B5EF4-FFF2-40B4-BE49-F238E27FC236}">
                        <a16:creationId xmlns:a16="http://schemas.microsoft.com/office/drawing/2014/main" id="{76B3BA30-5191-0E2C-2CD7-6D41A5DA06F8}"/>
                      </a:ext>
                    </a:extLst>
                  </p:cNvPr>
                  <p:cNvPicPr preferRelativeResize="0"/>
                  <p:nvPr/>
                </p:nvPicPr>
                <p:blipFill rotWithShape="1">
                  <a:blip r:embed="rId2">
                    <a:alphaModFix amt="49000"/>
                  </a:blip>
                  <a:srcRect/>
                  <a:stretch/>
                </p:blipFill>
                <p:spPr>
                  <a:xfrm>
                    <a:off x="5674528" y="1408750"/>
                    <a:ext cx="1646151" cy="86340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35" name="Google Shape;2266;p62">
                    <a:extLst>
                      <a:ext uri="{FF2B5EF4-FFF2-40B4-BE49-F238E27FC236}">
                        <a16:creationId xmlns:a16="http://schemas.microsoft.com/office/drawing/2014/main" id="{10159472-195F-BCD0-D95C-05DE0E31F015}"/>
                      </a:ext>
                    </a:extLst>
                  </p:cNvPr>
                  <p:cNvPicPr preferRelativeResize="0"/>
                  <p:nvPr/>
                </p:nvPicPr>
                <p:blipFill rotWithShape="1">
                  <a:blip r:embed="rId2">
                    <a:alphaModFix amt="49000"/>
                  </a:blip>
                  <a:srcRect/>
                  <a:stretch/>
                </p:blipFill>
                <p:spPr>
                  <a:xfrm>
                    <a:off x="4111658" y="1417203"/>
                    <a:ext cx="1646151" cy="86340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36" name="Google Shape;2267;p62">
                    <a:extLst>
                      <a:ext uri="{FF2B5EF4-FFF2-40B4-BE49-F238E27FC236}">
                        <a16:creationId xmlns:a16="http://schemas.microsoft.com/office/drawing/2014/main" id="{BAEF2AA8-54F0-6442-34F7-A6D3095B8010}"/>
                      </a:ext>
                    </a:extLst>
                  </p:cNvPr>
                  <p:cNvPicPr preferRelativeResize="0"/>
                  <p:nvPr/>
                </p:nvPicPr>
                <p:blipFill rotWithShape="1">
                  <a:blip r:embed="rId2">
                    <a:alphaModFix amt="49000"/>
                  </a:blip>
                  <a:srcRect/>
                  <a:stretch/>
                </p:blipFill>
                <p:spPr>
                  <a:xfrm>
                    <a:off x="5075979" y="1408750"/>
                    <a:ext cx="1646151" cy="86340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</p:grpSp>
          </p:grpSp>
          <p:sp>
            <p:nvSpPr>
              <p:cNvPr id="18" name="Google Shape;2269;p62">
                <a:extLst>
                  <a:ext uri="{FF2B5EF4-FFF2-40B4-BE49-F238E27FC236}">
                    <a16:creationId xmlns:a16="http://schemas.microsoft.com/office/drawing/2014/main" id="{4789ABBF-C5DC-4802-8580-079BB2C4DB55}"/>
                  </a:ext>
                </a:extLst>
              </p:cNvPr>
              <p:cNvSpPr/>
              <p:nvPr/>
            </p:nvSpPr>
            <p:spPr>
              <a:xfrm>
                <a:off x="6501187" y="2832674"/>
                <a:ext cx="1074560" cy="1740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B3E42"/>
                  </a:buClr>
                  <a:buSzPts val="700"/>
                  <a:buFont typeface="Arial"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rPr>
                  <a:t>Internet </a:t>
                </a:r>
                <a:endPara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j-lt"/>
                  <a:ea typeface="+mn-ea"/>
                  <a:cs typeface="Arial"/>
                  <a:sym typeface="Arial"/>
                </a:endParaRPr>
              </a:p>
            </p:txBody>
          </p:sp>
          <p:cxnSp>
            <p:nvCxnSpPr>
              <p:cNvPr id="19" name="Google Shape;2308;p62">
                <a:extLst>
                  <a:ext uri="{FF2B5EF4-FFF2-40B4-BE49-F238E27FC236}">
                    <a16:creationId xmlns:a16="http://schemas.microsoft.com/office/drawing/2014/main" id="{16213CF2-F603-2178-F2A2-C36BC6D15EF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82717" y="2050811"/>
                <a:ext cx="1802100" cy="18582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triangle" w="med" len="med"/>
              </a:ln>
            </p:spPr>
          </p:cxnSp>
          <p:cxnSp>
            <p:nvCxnSpPr>
              <p:cNvPr id="20" name="Google Shape;2312;p62">
                <a:extLst>
                  <a:ext uri="{FF2B5EF4-FFF2-40B4-BE49-F238E27FC236}">
                    <a16:creationId xmlns:a16="http://schemas.microsoft.com/office/drawing/2014/main" id="{3339C992-5CCD-3ABA-32C1-5F6891194D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0367" y="2113211"/>
                <a:ext cx="0" cy="1832541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triangle" w="med" len="med"/>
              </a:ln>
            </p:spPr>
          </p:cxnSp>
          <p:cxnSp>
            <p:nvCxnSpPr>
              <p:cNvPr id="21" name="Google Shape;2314;p62">
                <a:extLst>
                  <a:ext uri="{FF2B5EF4-FFF2-40B4-BE49-F238E27FC236}">
                    <a16:creationId xmlns:a16="http://schemas.microsoft.com/office/drawing/2014/main" id="{972B6D0A-9B46-9FCA-4F64-6B3118EE21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21298" y="2050680"/>
                <a:ext cx="1909800" cy="18576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triangle" w="med" len="med"/>
              </a:ln>
            </p:spPr>
          </p:cxnSp>
          <p:sp>
            <p:nvSpPr>
              <p:cNvPr id="22" name="Google Shape;2316;p62">
                <a:extLst>
                  <a:ext uri="{FF2B5EF4-FFF2-40B4-BE49-F238E27FC236}">
                    <a16:creationId xmlns:a16="http://schemas.microsoft.com/office/drawing/2014/main" id="{689FF5AE-1545-F900-0436-9D82008E6814}"/>
                  </a:ext>
                </a:extLst>
              </p:cNvPr>
              <p:cNvSpPr/>
              <p:nvPr/>
            </p:nvSpPr>
            <p:spPr>
              <a:xfrm>
                <a:off x="8403790" y="1686452"/>
                <a:ext cx="313155" cy="426759"/>
              </a:xfrm>
              <a:custGeom>
                <a:avLst/>
                <a:gdLst/>
                <a:ahLst/>
                <a:cxnLst/>
                <a:rect l="l" t="t" r="r" b="b"/>
                <a:pathLst>
                  <a:path w="379514" h="493657" extrusionOk="0">
                    <a:moveTo>
                      <a:pt x="69098" y="333901"/>
                    </a:moveTo>
                    <a:cubicBezTo>
                      <a:pt x="69098" y="333901"/>
                      <a:pt x="69098" y="333901"/>
                      <a:pt x="314253" y="333901"/>
                    </a:cubicBezTo>
                    <a:cubicBezTo>
                      <a:pt x="317941" y="333901"/>
                      <a:pt x="321747" y="333901"/>
                      <a:pt x="325434" y="337589"/>
                    </a:cubicBezTo>
                    <a:cubicBezTo>
                      <a:pt x="329122" y="341276"/>
                      <a:pt x="332809" y="348770"/>
                      <a:pt x="332809" y="352458"/>
                    </a:cubicBezTo>
                    <a:lnTo>
                      <a:pt x="317941" y="482594"/>
                    </a:lnTo>
                    <a:cubicBezTo>
                      <a:pt x="317941" y="489970"/>
                      <a:pt x="310566" y="493657"/>
                      <a:pt x="306759" y="493657"/>
                    </a:cubicBezTo>
                    <a:cubicBezTo>
                      <a:pt x="306759" y="493657"/>
                      <a:pt x="306759" y="493657"/>
                      <a:pt x="76473" y="493657"/>
                    </a:cubicBezTo>
                    <a:cubicBezTo>
                      <a:pt x="69098" y="493657"/>
                      <a:pt x="65292" y="489970"/>
                      <a:pt x="61604" y="482594"/>
                    </a:cubicBezTo>
                    <a:cubicBezTo>
                      <a:pt x="61604" y="482594"/>
                      <a:pt x="61604" y="482594"/>
                      <a:pt x="50423" y="352458"/>
                    </a:cubicBezTo>
                    <a:cubicBezTo>
                      <a:pt x="46736" y="348770"/>
                      <a:pt x="50423" y="341276"/>
                      <a:pt x="54230" y="337589"/>
                    </a:cubicBezTo>
                    <a:cubicBezTo>
                      <a:pt x="57917" y="333901"/>
                      <a:pt x="61604" y="333901"/>
                      <a:pt x="69098" y="333901"/>
                    </a:cubicBezTo>
                    <a:close/>
                    <a:moveTo>
                      <a:pt x="157857" y="219106"/>
                    </a:moveTo>
                    <a:lnTo>
                      <a:pt x="220638" y="219106"/>
                    </a:lnTo>
                    <a:lnTo>
                      <a:pt x="220638" y="226329"/>
                    </a:lnTo>
                    <a:lnTo>
                      <a:pt x="157857" y="226329"/>
                    </a:lnTo>
                    <a:close/>
                    <a:moveTo>
                      <a:pt x="180461" y="189228"/>
                    </a:moveTo>
                    <a:cubicBezTo>
                      <a:pt x="180461" y="192968"/>
                      <a:pt x="184162" y="196708"/>
                      <a:pt x="191683" y="196708"/>
                    </a:cubicBezTo>
                    <a:cubicBezTo>
                      <a:pt x="195265" y="196708"/>
                      <a:pt x="198966" y="192968"/>
                      <a:pt x="202786" y="189228"/>
                    </a:cubicBezTo>
                    <a:cubicBezTo>
                      <a:pt x="202786" y="189228"/>
                      <a:pt x="206487" y="189228"/>
                      <a:pt x="206487" y="192968"/>
                    </a:cubicBezTo>
                    <a:cubicBezTo>
                      <a:pt x="206487" y="196708"/>
                      <a:pt x="195265" y="204308"/>
                      <a:pt x="191683" y="204308"/>
                    </a:cubicBezTo>
                    <a:cubicBezTo>
                      <a:pt x="184162" y="204308"/>
                      <a:pt x="176760" y="196708"/>
                      <a:pt x="173059" y="192968"/>
                    </a:cubicBezTo>
                    <a:cubicBezTo>
                      <a:pt x="173059" y="189228"/>
                      <a:pt x="176760" y="189228"/>
                      <a:pt x="180461" y="189228"/>
                    </a:cubicBezTo>
                    <a:close/>
                    <a:moveTo>
                      <a:pt x="165386" y="174375"/>
                    </a:moveTo>
                    <a:lnTo>
                      <a:pt x="165435" y="174375"/>
                    </a:lnTo>
                    <a:lnTo>
                      <a:pt x="165337" y="174431"/>
                    </a:lnTo>
                    <a:close/>
                    <a:moveTo>
                      <a:pt x="187787" y="163543"/>
                    </a:moveTo>
                    <a:cubicBezTo>
                      <a:pt x="183980" y="163543"/>
                      <a:pt x="183980" y="171016"/>
                      <a:pt x="180293" y="178370"/>
                    </a:cubicBezTo>
                    <a:cubicBezTo>
                      <a:pt x="176605" y="182047"/>
                      <a:pt x="169111" y="189520"/>
                      <a:pt x="158048" y="189520"/>
                    </a:cubicBezTo>
                    <a:cubicBezTo>
                      <a:pt x="158048" y="189520"/>
                      <a:pt x="158048" y="189520"/>
                      <a:pt x="146867" y="189520"/>
                    </a:cubicBezTo>
                    <a:cubicBezTo>
                      <a:pt x="131998" y="189520"/>
                      <a:pt x="128191" y="178370"/>
                      <a:pt x="128191" y="167220"/>
                    </a:cubicBezTo>
                    <a:cubicBezTo>
                      <a:pt x="120817" y="167220"/>
                      <a:pt x="117129" y="171016"/>
                      <a:pt x="109635" y="174692"/>
                    </a:cubicBezTo>
                    <a:cubicBezTo>
                      <a:pt x="109635" y="174692"/>
                      <a:pt x="109635" y="174692"/>
                      <a:pt x="113323" y="185843"/>
                    </a:cubicBezTo>
                    <a:cubicBezTo>
                      <a:pt x="120817" y="208024"/>
                      <a:pt x="128191" y="230323"/>
                      <a:pt x="143179" y="241354"/>
                    </a:cubicBezTo>
                    <a:cubicBezTo>
                      <a:pt x="165423" y="259857"/>
                      <a:pt x="180293" y="267212"/>
                      <a:pt x="191474" y="267212"/>
                    </a:cubicBezTo>
                    <a:cubicBezTo>
                      <a:pt x="198730" y="267212"/>
                      <a:pt x="213599" y="259857"/>
                      <a:pt x="235962" y="241354"/>
                    </a:cubicBezTo>
                    <a:cubicBezTo>
                      <a:pt x="250830" y="230323"/>
                      <a:pt x="262011" y="208024"/>
                      <a:pt x="269386" y="182047"/>
                    </a:cubicBezTo>
                    <a:lnTo>
                      <a:pt x="269386" y="174692"/>
                    </a:lnTo>
                    <a:cubicBezTo>
                      <a:pt x="265699" y="171016"/>
                      <a:pt x="258205" y="167220"/>
                      <a:pt x="254517" y="167220"/>
                    </a:cubicBezTo>
                    <a:cubicBezTo>
                      <a:pt x="250830" y="178370"/>
                      <a:pt x="247142" y="189520"/>
                      <a:pt x="232274" y="189520"/>
                    </a:cubicBezTo>
                    <a:cubicBezTo>
                      <a:pt x="232274" y="189520"/>
                      <a:pt x="232274" y="189520"/>
                      <a:pt x="221093" y="189520"/>
                    </a:cubicBezTo>
                    <a:cubicBezTo>
                      <a:pt x="209912" y="189520"/>
                      <a:pt x="206224" y="182047"/>
                      <a:pt x="202537" y="178370"/>
                    </a:cubicBezTo>
                    <a:cubicBezTo>
                      <a:pt x="195043" y="171016"/>
                      <a:pt x="195043" y="163543"/>
                      <a:pt x="191474" y="163543"/>
                    </a:cubicBezTo>
                    <a:cubicBezTo>
                      <a:pt x="191474" y="163543"/>
                      <a:pt x="191474" y="163543"/>
                      <a:pt x="187787" y="163543"/>
                    </a:cubicBezTo>
                    <a:close/>
                    <a:moveTo>
                      <a:pt x="206081" y="159350"/>
                    </a:moveTo>
                    <a:cubicBezTo>
                      <a:pt x="206081" y="161221"/>
                      <a:pt x="207016" y="164055"/>
                      <a:pt x="208418" y="166891"/>
                    </a:cubicBezTo>
                    <a:lnTo>
                      <a:pt x="213523" y="174374"/>
                    </a:lnTo>
                    <a:lnTo>
                      <a:pt x="213419" y="174374"/>
                    </a:lnTo>
                    <a:cubicBezTo>
                      <a:pt x="217109" y="178101"/>
                      <a:pt x="217109" y="178101"/>
                      <a:pt x="220918" y="178101"/>
                    </a:cubicBezTo>
                    <a:cubicBezTo>
                      <a:pt x="220918" y="178101"/>
                      <a:pt x="220918" y="178101"/>
                      <a:pt x="232107" y="178101"/>
                    </a:cubicBezTo>
                    <a:cubicBezTo>
                      <a:pt x="239487" y="178101"/>
                      <a:pt x="239487" y="178101"/>
                      <a:pt x="239487" y="174374"/>
                    </a:cubicBezTo>
                    <a:cubicBezTo>
                      <a:pt x="239487" y="174374"/>
                      <a:pt x="243177" y="170649"/>
                      <a:pt x="243177" y="163077"/>
                    </a:cubicBezTo>
                    <a:cubicBezTo>
                      <a:pt x="239487" y="163077"/>
                      <a:pt x="232107" y="163077"/>
                      <a:pt x="228298" y="159350"/>
                    </a:cubicBezTo>
                    <a:cubicBezTo>
                      <a:pt x="232107" y="163077"/>
                      <a:pt x="235797" y="166802"/>
                      <a:pt x="235797" y="170649"/>
                    </a:cubicBezTo>
                    <a:lnTo>
                      <a:pt x="232107" y="174374"/>
                    </a:lnTo>
                    <a:cubicBezTo>
                      <a:pt x="232107" y="174374"/>
                      <a:pt x="232107" y="174374"/>
                      <a:pt x="228298" y="174374"/>
                    </a:cubicBezTo>
                    <a:lnTo>
                      <a:pt x="224608" y="170649"/>
                    </a:lnTo>
                    <a:cubicBezTo>
                      <a:pt x="220918" y="170649"/>
                      <a:pt x="217109" y="174374"/>
                      <a:pt x="217109" y="174374"/>
                    </a:cubicBezTo>
                    <a:cubicBezTo>
                      <a:pt x="217109" y="174374"/>
                      <a:pt x="217109" y="174374"/>
                      <a:pt x="216648" y="174374"/>
                    </a:cubicBezTo>
                    <a:lnTo>
                      <a:pt x="213561" y="174374"/>
                    </a:lnTo>
                    <a:lnTo>
                      <a:pt x="213561" y="170691"/>
                    </a:lnTo>
                    <a:cubicBezTo>
                      <a:pt x="213561" y="163090"/>
                      <a:pt x="217300" y="159350"/>
                      <a:pt x="221161" y="159350"/>
                    </a:cubicBezTo>
                    <a:cubicBezTo>
                      <a:pt x="217300" y="159350"/>
                      <a:pt x="209820" y="159350"/>
                      <a:pt x="206081" y="159350"/>
                    </a:cubicBezTo>
                    <a:close/>
                    <a:moveTo>
                      <a:pt x="157857" y="159350"/>
                    </a:moveTo>
                    <a:cubicBezTo>
                      <a:pt x="161597" y="159350"/>
                      <a:pt x="164402" y="160286"/>
                      <a:pt x="166272" y="162171"/>
                    </a:cubicBezTo>
                    <a:lnTo>
                      <a:pt x="168957" y="170326"/>
                    </a:lnTo>
                    <a:lnTo>
                      <a:pt x="168957" y="170326"/>
                    </a:lnTo>
                    <a:lnTo>
                      <a:pt x="171987" y="166891"/>
                    </a:lnTo>
                    <a:cubicBezTo>
                      <a:pt x="172937" y="164055"/>
                      <a:pt x="172937" y="161221"/>
                      <a:pt x="172937" y="159350"/>
                    </a:cubicBezTo>
                    <a:cubicBezTo>
                      <a:pt x="169077" y="159350"/>
                      <a:pt x="165337" y="159350"/>
                      <a:pt x="157857" y="159350"/>
                    </a:cubicBezTo>
                    <a:close/>
                    <a:moveTo>
                      <a:pt x="150711" y="159350"/>
                    </a:moveTo>
                    <a:cubicBezTo>
                      <a:pt x="147017" y="163077"/>
                      <a:pt x="143324" y="163077"/>
                      <a:pt x="139512" y="163077"/>
                    </a:cubicBezTo>
                    <a:cubicBezTo>
                      <a:pt x="139512" y="166802"/>
                      <a:pt x="139512" y="174374"/>
                      <a:pt x="139512" y="174374"/>
                    </a:cubicBezTo>
                    <a:cubicBezTo>
                      <a:pt x="139512" y="178101"/>
                      <a:pt x="143324" y="178101"/>
                      <a:pt x="147017" y="178101"/>
                    </a:cubicBezTo>
                    <a:cubicBezTo>
                      <a:pt x="147017" y="178101"/>
                      <a:pt x="147017" y="178101"/>
                      <a:pt x="158216" y="178101"/>
                    </a:cubicBezTo>
                    <a:cubicBezTo>
                      <a:pt x="161909" y="178101"/>
                      <a:pt x="165601" y="178101"/>
                      <a:pt x="165601" y="174374"/>
                    </a:cubicBezTo>
                    <a:lnTo>
                      <a:pt x="165435" y="174374"/>
                    </a:lnTo>
                    <a:lnTo>
                      <a:pt x="168609" y="172561"/>
                    </a:lnTo>
                    <a:cubicBezTo>
                      <a:pt x="169077" y="171626"/>
                      <a:pt x="169077" y="170691"/>
                      <a:pt x="169077" y="170691"/>
                    </a:cubicBezTo>
                    <a:lnTo>
                      <a:pt x="169077" y="170691"/>
                    </a:lnTo>
                    <a:lnTo>
                      <a:pt x="168609" y="172560"/>
                    </a:lnTo>
                    <a:lnTo>
                      <a:pt x="165435" y="174374"/>
                    </a:lnTo>
                    <a:lnTo>
                      <a:pt x="165387" y="174374"/>
                    </a:lnTo>
                    <a:lnTo>
                      <a:pt x="165387" y="174374"/>
                    </a:lnTo>
                    <a:lnTo>
                      <a:pt x="165140" y="174374"/>
                    </a:lnTo>
                    <a:cubicBezTo>
                      <a:pt x="164678" y="174374"/>
                      <a:pt x="163755" y="174374"/>
                      <a:pt x="161909" y="174374"/>
                    </a:cubicBezTo>
                    <a:lnTo>
                      <a:pt x="158216" y="170649"/>
                    </a:lnTo>
                    <a:cubicBezTo>
                      <a:pt x="154403" y="170649"/>
                      <a:pt x="154403" y="174374"/>
                      <a:pt x="150711" y="174374"/>
                    </a:cubicBezTo>
                    <a:cubicBezTo>
                      <a:pt x="150711" y="174374"/>
                      <a:pt x="150711" y="174374"/>
                      <a:pt x="147017" y="174374"/>
                    </a:cubicBezTo>
                    <a:lnTo>
                      <a:pt x="147017" y="170649"/>
                    </a:lnTo>
                    <a:cubicBezTo>
                      <a:pt x="147017" y="166802"/>
                      <a:pt x="147017" y="163077"/>
                      <a:pt x="150711" y="159350"/>
                    </a:cubicBezTo>
                    <a:close/>
                    <a:moveTo>
                      <a:pt x="191674" y="0"/>
                    </a:moveTo>
                    <a:cubicBezTo>
                      <a:pt x="254675" y="0"/>
                      <a:pt x="288077" y="89113"/>
                      <a:pt x="302935" y="141155"/>
                    </a:cubicBezTo>
                    <a:cubicBezTo>
                      <a:pt x="310424" y="163374"/>
                      <a:pt x="328968" y="219099"/>
                      <a:pt x="325282" y="237635"/>
                    </a:cubicBezTo>
                    <a:cubicBezTo>
                      <a:pt x="325282" y="245121"/>
                      <a:pt x="317794" y="263537"/>
                      <a:pt x="302935" y="282073"/>
                    </a:cubicBezTo>
                    <a:cubicBezTo>
                      <a:pt x="325282" y="289559"/>
                      <a:pt x="355000" y="296925"/>
                      <a:pt x="369858" y="322946"/>
                    </a:cubicBezTo>
                    <a:cubicBezTo>
                      <a:pt x="381031" y="345165"/>
                      <a:pt x="381031" y="363819"/>
                      <a:pt x="377228" y="389722"/>
                    </a:cubicBezTo>
                    <a:cubicBezTo>
                      <a:pt x="373543" y="412059"/>
                      <a:pt x="358685" y="430595"/>
                      <a:pt x="340141" y="441763"/>
                    </a:cubicBezTo>
                    <a:cubicBezTo>
                      <a:pt x="340141" y="441763"/>
                      <a:pt x="340141" y="441763"/>
                      <a:pt x="351315" y="356334"/>
                    </a:cubicBezTo>
                    <a:cubicBezTo>
                      <a:pt x="351315" y="345165"/>
                      <a:pt x="347511" y="334115"/>
                      <a:pt x="340141" y="326629"/>
                    </a:cubicBezTo>
                    <a:cubicBezTo>
                      <a:pt x="332652" y="319262"/>
                      <a:pt x="321598" y="311777"/>
                      <a:pt x="314109" y="311777"/>
                    </a:cubicBezTo>
                    <a:cubicBezTo>
                      <a:pt x="314109" y="311777"/>
                      <a:pt x="314109" y="311777"/>
                      <a:pt x="228643" y="311777"/>
                    </a:cubicBezTo>
                    <a:cubicBezTo>
                      <a:pt x="236132" y="304410"/>
                      <a:pt x="243501" y="296925"/>
                      <a:pt x="250990" y="289559"/>
                    </a:cubicBezTo>
                    <a:cubicBezTo>
                      <a:pt x="291881" y="263537"/>
                      <a:pt x="302935" y="226466"/>
                      <a:pt x="302935" y="222783"/>
                    </a:cubicBezTo>
                    <a:cubicBezTo>
                      <a:pt x="302935" y="207931"/>
                      <a:pt x="295566" y="196761"/>
                      <a:pt x="288077" y="189396"/>
                    </a:cubicBezTo>
                    <a:cubicBezTo>
                      <a:pt x="280707" y="215416"/>
                      <a:pt x="269533" y="241318"/>
                      <a:pt x="250990" y="256052"/>
                    </a:cubicBezTo>
                    <a:cubicBezTo>
                      <a:pt x="198926" y="296925"/>
                      <a:pt x="180501" y="296925"/>
                      <a:pt x="132240" y="256052"/>
                    </a:cubicBezTo>
                    <a:cubicBezTo>
                      <a:pt x="113577" y="241318"/>
                      <a:pt x="102523" y="215416"/>
                      <a:pt x="95034" y="189396"/>
                    </a:cubicBezTo>
                    <a:cubicBezTo>
                      <a:pt x="91349" y="189396"/>
                      <a:pt x="91349" y="189396"/>
                      <a:pt x="91349" y="189396"/>
                    </a:cubicBezTo>
                    <a:cubicBezTo>
                      <a:pt x="83980" y="196761"/>
                      <a:pt x="80175" y="207931"/>
                      <a:pt x="80175" y="222783"/>
                    </a:cubicBezTo>
                    <a:cubicBezTo>
                      <a:pt x="80175" y="248685"/>
                      <a:pt x="106208" y="274707"/>
                      <a:pt x="128436" y="289559"/>
                    </a:cubicBezTo>
                    <a:cubicBezTo>
                      <a:pt x="139610" y="296925"/>
                      <a:pt x="143413" y="304410"/>
                      <a:pt x="150783" y="311777"/>
                    </a:cubicBezTo>
                    <a:cubicBezTo>
                      <a:pt x="150783" y="311777"/>
                      <a:pt x="150783" y="311777"/>
                      <a:pt x="69121" y="311777"/>
                    </a:cubicBezTo>
                    <a:cubicBezTo>
                      <a:pt x="57947" y="311777"/>
                      <a:pt x="46774" y="319262"/>
                      <a:pt x="39404" y="326629"/>
                    </a:cubicBezTo>
                    <a:cubicBezTo>
                      <a:pt x="31915" y="334115"/>
                      <a:pt x="28231" y="345165"/>
                      <a:pt x="31915" y="356334"/>
                    </a:cubicBezTo>
                    <a:cubicBezTo>
                      <a:pt x="31915" y="356334"/>
                      <a:pt x="31915" y="356334"/>
                      <a:pt x="39404" y="441763"/>
                    </a:cubicBezTo>
                    <a:cubicBezTo>
                      <a:pt x="20742" y="430595"/>
                      <a:pt x="5882" y="412059"/>
                      <a:pt x="2198" y="389722"/>
                    </a:cubicBezTo>
                    <a:cubicBezTo>
                      <a:pt x="-1487" y="363819"/>
                      <a:pt x="-1487" y="345165"/>
                      <a:pt x="9686" y="322946"/>
                    </a:cubicBezTo>
                    <a:cubicBezTo>
                      <a:pt x="24426" y="296925"/>
                      <a:pt x="54262" y="289559"/>
                      <a:pt x="76491" y="282073"/>
                    </a:cubicBezTo>
                    <a:cubicBezTo>
                      <a:pt x="61632" y="263537"/>
                      <a:pt x="54262" y="245121"/>
                      <a:pt x="54262" y="237635"/>
                    </a:cubicBezTo>
                    <a:cubicBezTo>
                      <a:pt x="54262" y="219099"/>
                      <a:pt x="69121" y="163374"/>
                      <a:pt x="76491" y="141155"/>
                    </a:cubicBezTo>
                    <a:cubicBezTo>
                      <a:pt x="83980" y="118818"/>
                      <a:pt x="95034" y="89113"/>
                      <a:pt x="109893" y="59409"/>
                    </a:cubicBezTo>
                    <a:cubicBezTo>
                      <a:pt x="113577" y="55725"/>
                      <a:pt x="113577" y="52042"/>
                      <a:pt x="117381" y="52042"/>
                    </a:cubicBezTo>
                    <a:cubicBezTo>
                      <a:pt x="135924" y="22338"/>
                      <a:pt x="158272" y="0"/>
                      <a:pt x="191674" y="0"/>
                    </a:cubicBezTo>
                    <a:close/>
                  </a:path>
                </a:pathLst>
              </a:custGeom>
              <a:solidFill>
                <a:srgbClr val="ED195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75757"/>
                  </a:buClr>
                  <a:buSzPts val="1200"/>
                  <a:buFont typeface="Century Gothic"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3B3E42"/>
                  </a:solidFill>
                  <a:effectLst/>
                  <a:uLnTx/>
                  <a:uFillTx/>
                  <a:latin typeface="+mj-lt"/>
                  <a:ea typeface="Century Gothic"/>
                  <a:cs typeface="Century Gothic"/>
                  <a:sym typeface="Century Gothic"/>
                </a:endParaRPr>
              </a:p>
            </p:txBody>
          </p:sp>
          <p:grpSp>
            <p:nvGrpSpPr>
              <p:cNvPr id="23" name="Google Shape;2339;p62">
                <a:extLst>
                  <a:ext uri="{FF2B5EF4-FFF2-40B4-BE49-F238E27FC236}">
                    <a16:creationId xmlns:a16="http://schemas.microsoft.com/office/drawing/2014/main" id="{6F4D8746-8C2B-3BD0-575A-CE810496BCA8}"/>
                  </a:ext>
                </a:extLst>
              </p:cNvPr>
              <p:cNvGrpSpPr/>
              <p:nvPr/>
            </p:nvGrpSpPr>
            <p:grpSpPr>
              <a:xfrm>
                <a:off x="6108572" y="3909011"/>
                <a:ext cx="1143493" cy="676296"/>
                <a:chOff x="684047" y="3441717"/>
                <a:chExt cx="1143493" cy="676296"/>
              </a:xfrm>
            </p:grpSpPr>
            <p:sp>
              <p:nvSpPr>
                <p:cNvPr id="30" name="Google Shape;2340;p62">
                  <a:extLst>
                    <a:ext uri="{FF2B5EF4-FFF2-40B4-BE49-F238E27FC236}">
                      <a16:creationId xmlns:a16="http://schemas.microsoft.com/office/drawing/2014/main" id="{AEC36FC0-85EA-50BD-5358-004C627773A1}"/>
                    </a:ext>
                  </a:extLst>
                </p:cNvPr>
                <p:cNvSpPr/>
                <p:nvPr/>
              </p:nvSpPr>
              <p:spPr>
                <a:xfrm>
                  <a:off x="684047" y="3656389"/>
                  <a:ext cx="1143493" cy="46162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B3E42"/>
                    </a:buClr>
                    <a:buSzPts val="700"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rPr>
                    <a:t>Targeted Attacks</a:t>
                  </a:r>
                  <a:endParaRPr kumimoji="0" sz="3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j-l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1" name="Google Shape;2309;p62">
                  <a:extLst>
                    <a:ext uri="{FF2B5EF4-FFF2-40B4-BE49-F238E27FC236}">
                      <a16:creationId xmlns:a16="http://schemas.microsoft.com/office/drawing/2014/main" id="{2757211E-A2E0-ECEC-AC6A-F3878E6137B2}"/>
                    </a:ext>
                  </a:extLst>
                </p:cNvPr>
                <p:cNvSpPr/>
                <p:nvPr/>
              </p:nvSpPr>
              <p:spPr>
                <a:xfrm>
                  <a:off x="947866" y="3441717"/>
                  <a:ext cx="620652" cy="21540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B3E42"/>
                    </a:buClr>
                    <a:buSzPts val="700"/>
                    <a:buFont typeface="Century Gothic"/>
                    <a:buNone/>
                    <a:tabLst/>
                    <a:defRPr/>
                  </a:pPr>
                  <a:r>
                    <a:rPr kumimoji="0" lang="en-US" sz="80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D1951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rPr>
                    <a:t>Public IP</a:t>
                  </a:r>
                  <a:endParaRPr kumimoji="0" sz="800" b="1" i="0" u="none" strike="noStrike" kern="0" cap="none" spc="0" normalizeH="0" baseline="0" noProof="0">
                    <a:ln>
                      <a:noFill/>
                    </a:ln>
                    <a:solidFill>
                      <a:srgbClr val="ED1951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grpSp>
            <p:nvGrpSpPr>
              <p:cNvPr id="24" name="Google Shape;2342;p62">
                <a:extLst>
                  <a:ext uri="{FF2B5EF4-FFF2-40B4-BE49-F238E27FC236}">
                    <a16:creationId xmlns:a16="http://schemas.microsoft.com/office/drawing/2014/main" id="{3B970B5E-9551-689E-2E42-660522ACF9E6}"/>
                  </a:ext>
                </a:extLst>
              </p:cNvPr>
              <p:cNvGrpSpPr/>
              <p:nvPr/>
            </p:nvGrpSpPr>
            <p:grpSpPr>
              <a:xfrm>
                <a:off x="7762905" y="3908370"/>
                <a:ext cx="1594924" cy="676937"/>
                <a:chOff x="1758351" y="3441076"/>
                <a:chExt cx="1594924" cy="676937"/>
              </a:xfrm>
            </p:grpSpPr>
            <p:sp>
              <p:nvSpPr>
                <p:cNvPr id="28" name="Google Shape;2343;p62">
                  <a:extLst>
                    <a:ext uri="{FF2B5EF4-FFF2-40B4-BE49-F238E27FC236}">
                      <a16:creationId xmlns:a16="http://schemas.microsoft.com/office/drawing/2014/main" id="{E432ED58-B2BE-1EA5-0BB0-9ED365F9E9E3}"/>
                    </a:ext>
                  </a:extLst>
                </p:cNvPr>
                <p:cNvSpPr/>
                <p:nvPr/>
              </p:nvSpPr>
              <p:spPr>
                <a:xfrm>
                  <a:off x="1758351" y="3656389"/>
                  <a:ext cx="1594924" cy="46162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B3E42"/>
                    </a:buClr>
                    <a:buSzPts val="700"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rPr>
                    <a:t>VPN Vulnerabilities</a:t>
                  </a: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j-l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9" name="Google Shape;2313;p62">
                  <a:extLst>
                    <a:ext uri="{FF2B5EF4-FFF2-40B4-BE49-F238E27FC236}">
                      <a16:creationId xmlns:a16="http://schemas.microsoft.com/office/drawing/2014/main" id="{01CAF8FB-0545-DE91-C6C9-F793C991B529}"/>
                    </a:ext>
                  </a:extLst>
                </p:cNvPr>
                <p:cNvSpPr/>
                <p:nvPr/>
              </p:nvSpPr>
              <p:spPr>
                <a:xfrm>
                  <a:off x="2248780" y="3441076"/>
                  <a:ext cx="620652" cy="21540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B3E42"/>
                    </a:buClr>
                    <a:buSzPts val="700"/>
                    <a:buFont typeface="Century Gothic"/>
                    <a:buNone/>
                    <a:tabLst/>
                    <a:defRPr/>
                  </a:pPr>
                  <a:r>
                    <a:rPr kumimoji="0" lang="en-US" sz="80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D1951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rPr>
                    <a:t>Public IP</a:t>
                  </a:r>
                  <a:endParaRPr kumimoji="0" sz="800" b="1" i="0" u="none" strike="noStrike" kern="0" cap="none" spc="0" normalizeH="0" baseline="0" noProof="0">
                    <a:ln>
                      <a:noFill/>
                    </a:ln>
                    <a:solidFill>
                      <a:srgbClr val="ED1951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grpSp>
            <p:nvGrpSpPr>
              <p:cNvPr id="25" name="Google Shape;2346;p62">
                <a:extLst>
                  <a:ext uri="{FF2B5EF4-FFF2-40B4-BE49-F238E27FC236}">
                    <a16:creationId xmlns:a16="http://schemas.microsoft.com/office/drawing/2014/main" id="{A5F4F187-31F5-9F00-9D25-D2A03509D049}"/>
                  </a:ext>
                </a:extLst>
              </p:cNvPr>
              <p:cNvGrpSpPr/>
              <p:nvPr/>
            </p:nvGrpSpPr>
            <p:grpSpPr>
              <a:xfrm>
                <a:off x="10055571" y="3908280"/>
                <a:ext cx="951053" cy="689610"/>
                <a:chOff x="4631046" y="3440986"/>
                <a:chExt cx="951053" cy="689610"/>
              </a:xfrm>
            </p:grpSpPr>
            <p:sp>
              <p:nvSpPr>
                <p:cNvPr id="26" name="Google Shape;2347;p62">
                  <a:extLst>
                    <a:ext uri="{FF2B5EF4-FFF2-40B4-BE49-F238E27FC236}">
                      <a16:creationId xmlns:a16="http://schemas.microsoft.com/office/drawing/2014/main" id="{E0734551-9D12-FB4D-2849-A176797E7FF5}"/>
                    </a:ext>
                  </a:extLst>
                </p:cNvPr>
                <p:cNvSpPr/>
                <p:nvPr/>
              </p:nvSpPr>
              <p:spPr>
                <a:xfrm>
                  <a:off x="4631046" y="3668972"/>
                  <a:ext cx="951053" cy="46162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B3E42"/>
                    </a:buClr>
                    <a:buSzPts val="700"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rPr>
                    <a:t>SSL/TLS Risks </a:t>
                  </a: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j-l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7" name="Google Shape;2315;p62">
                  <a:extLst>
                    <a:ext uri="{FF2B5EF4-FFF2-40B4-BE49-F238E27FC236}">
                      <a16:creationId xmlns:a16="http://schemas.microsoft.com/office/drawing/2014/main" id="{B49CC8FC-CB3C-7B33-6A90-2A729581839F}"/>
                    </a:ext>
                  </a:extLst>
                </p:cNvPr>
                <p:cNvSpPr/>
                <p:nvPr/>
              </p:nvSpPr>
              <p:spPr>
                <a:xfrm>
                  <a:off x="4796247" y="3440986"/>
                  <a:ext cx="620652" cy="21540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B3E42"/>
                    </a:buClr>
                    <a:buSzPts val="700"/>
                    <a:buFont typeface="Century Gothic"/>
                    <a:buNone/>
                    <a:tabLst/>
                    <a:defRPr/>
                  </a:pPr>
                  <a:r>
                    <a:rPr kumimoji="0" lang="en-US" sz="80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D1951"/>
                      </a:solidFill>
                      <a:effectLst/>
                      <a:uLnTx/>
                      <a:uFillTx/>
                      <a:latin typeface="+mj-lt"/>
                      <a:ea typeface="Century Gothic"/>
                      <a:cs typeface="Century Gothic"/>
                      <a:sym typeface="Century Gothic"/>
                    </a:rPr>
                    <a:t>Public IP</a:t>
                  </a:r>
                  <a:endParaRPr kumimoji="0" sz="800" b="1" i="0" u="none" strike="noStrike" kern="0" cap="none" spc="0" normalizeH="0" baseline="0" noProof="0">
                    <a:ln>
                      <a:noFill/>
                    </a:ln>
                    <a:solidFill>
                      <a:srgbClr val="ED1951"/>
                    </a:solidFill>
                    <a:effectLst/>
                    <a:uLnTx/>
                    <a:uFillTx/>
                    <a:latin typeface="+mj-lt"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</p:grpSp>
        <p:sp>
          <p:nvSpPr>
            <p:cNvPr id="16" name="Google Shape;2348;p62">
              <a:extLst>
                <a:ext uri="{FF2B5EF4-FFF2-40B4-BE49-F238E27FC236}">
                  <a16:creationId xmlns:a16="http://schemas.microsoft.com/office/drawing/2014/main" id="{8CF7815A-E558-368D-04B4-438BD2C5E6AD}"/>
                </a:ext>
              </a:extLst>
            </p:cNvPr>
            <p:cNvSpPr txBox="1"/>
            <p:nvPr/>
          </p:nvSpPr>
          <p:spPr>
            <a:xfrm>
              <a:off x="6259754" y="1323601"/>
              <a:ext cx="5123310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1200"/>
                <a:buFont typeface="Arial"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j-lt"/>
                  <a:ea typeface="Arial"/>
                  <a:cs typeface="Arial"/>
                  <a:sym typeface="Arial"/>
                </a:rPr>
                <a:t>Firewall / VPN Architecture </a:t>
              </a: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2DA9BD5F-60DD-1B22-F73C-EA0C111F0397}"/>
              </a:ext>
            </a:extLst>
          </p:cNvPr>
          <p:cNvSpPr txBox="1"/>
          <p:nvPr/>
        </p:nvSpPr>
        <p:spPr>
          <a:xfrm>
            <a:off x="706567" y="3429000"/>
            <a:ext cx="461332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6CF7"/>
              </a:buClr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ED195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If you are reachable, you are </a:t>
            </a:r>
            <a:r>
              <a:rPr kumimoji="0" lang="en-US" sz="3200" b="1" i="0" u="none" strike="noStrike" kern="1200" cap="none" spc="0" normalizeH="0" baseline="0" noProof="0" err="1">
                <a:ln>
                  <a:noFill/>
                </a:ln>
                <a:solidFill>
                  <a:srgbClr val="ED195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breachable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ED195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.</a:t>
            </a:r>
            <a:endParaRPr kumimoji="0" lang="en-US" sz="3200" b="1" i="0" u="none" strike="noStrike" kern="1200" cap="none" spc="0" normalizeH="0" baseline="0" noProof="0">
              <a:ln>
                <a:noFill/>
              </a:ln>
              <a:solidFill>
                <a:srgbClr val="6BFFB3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817285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D47F9C-3D03-A635-0011-876C31C21F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3378E65-0296-7D20-74DB-DA6F66F14E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The Two Highest Impact Ways to Defend Against AI Attacks</a:t>
            </a:r>
          </a:p>
        </p:txBody>
      </p:sp>
      <p:sp>
        <p:nvSpPr>
          <p:cNvPr id="4" name="Google Shape;319;p34">
            <a:extLst>
              <a:ext uri="{FF2B5EF4-FFF2-40B4-BE49-F238E27FC236}">
                <a16:creationId xmlns:a16="http://schemas.microsoft.com/office/drawing/2014/main" id="{04568E4F-8814-D21F-C53A-7D617AFAF619}"/>
              </a:ext>
            </a:extLst>
          </p:cNvPr>
          <p:cNvSpPr/>
          <p:nvPr/>
        </p:nvSpPr>
        <p:spPr>
          <a:xfrm>
            <a:off x="1944007" y="1723715"/>
            <a:ext cx="3503200" cy="3163600"/>
          </a:xfrm>
          <a:prstGeom prst="roundRect">
            <a:avLst>
              <a:gd name="adj" fmla="val 9350"/>
            </a:avLst>
          </a:prstGeom>
          <a:solidFill>
            <a:schemeClr val="bg1">
              <a:alpha val="10000"/>
            </a:schemeClr>
          </a:solidFill>
          <a:ln w="9525" cap="flat" cmpd="sng">
            <a:solidFill>
              <a:srgbClr val="12D3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82867" tIns="182880" rIns="182867" bIns="45700" anchor="t" anchorCtr="0">
            <a:noAutofit/>
          </a:bodyPr>
          <a:lstStyle/>
          <a:p>
            <a:pPr defTabSz="1219170"/>
            <a:r>
              <a:rPr lang="en" sz="2000" b="1" dirty="0">
                <a:solidFill>
                  <a:schemeClr val="accent5"/>
                </a:solidFill>
                <a:ea typeface="Century Gothic"/>
                <a:cs typeface="Century Gothic"/>
                <a:sym typeface="Century Gothic"/>
              </a:rPr>
              <a:t>Minimize your external attack surface</a:t>
            </a:r>
            <a:r>
              <a:rPr lang="en" sz="2000" b="1" dirty="0">
                <a:solidFill>
                  <a:schemeClr val="accent5"/>
                </a:solidFill>
              </a:rPr>
              <a:t> </a:t>
            </a:r>
            <a:endParaRPr sz="1867" b="1" dirty="0">
              <a:solidFill>
                <a:schemeClr val="accent5"/>
              </a:solidFill>
            </a:endParaRPr>
          </a:p>
        </p:txBody>
      </p:sp>
      <p:sp>
        <p:nvSpPr>
          <p:cNvPr id="5" name="Google Shape;321;p34">
            <a:extLst>
              <a:ext uri="{FF2B5EF4-FFF2-40B4-BE49-F238E27FC236}">
                <a16:creationId xmlns:a16="http://schemas.microsoft.com/office/drawing/2014/main" id="{5C306F81-A82D-59FC-41B7-BDB59F4FE5FB}"/>
              </a:ext>
            </a:extLst>
          </p:cNvPr>
          <p:cNvSpPr/>
          <p:nvPr/>
        </p:nvSpPr>
        <p:spPr>
          <a:xfrm>
            <a:off x="6785840" y="1723715"/>
            <a:ext cx="3503200" cy="3163600"/>
          </a:xfrm>
          <a:prstGeom prst="roundRect">
            <a:avLst>
              <a:gd name="adj" fmla="val 9350"/>
            </a:avLst>
          </a:prstGeom>
          <a:solidFill>
            <a:schemeClr val="bg1">
              <a:alpha val="10000"/>
            </a:schemeClr>
          </a:solidFill>
          <a:ln w="9525" cap="flat" cmpd="sng">
            <a:solidFill>
              <a:srgbClr val="12D3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82867" tIns="182880" rIns="182867" bIns="45700" anchor="t" anchorCtr="0">
            <a:noAutofit/>
          </a:bodyPr>
          <a:lstStyle/>
          <a:p>
            <a:pPr defTabSz="1219170"/>
            <a:r>
              <a:rPr lang="en" sz="2000" b="1" dirty="0">
                <a:solidFill>
                  <a:schemeClr val="accent5"/>
                </a:solidFill>
                <a:ea typeface="Century Gothic"/>
                <a:cs typeface="Century Gothic"/>
                <a:sym typeface="Century Gothic"/>
              </a:rPr>
              <a:t>Eliminate lateral movement</a:t>
            </a:r>
            <a:endParaRPr sz="1867" b="1" dirty="0">
              <a:solidFill>
                <a:schemeClr val="accent5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6" name="Google Shape;324;p34">
            <a:extLst>
              <a:ext uri="{FF2B5EF4-FFF2-40B4-BE49-F238E27FC236}">
                <a16:creationId xmlns:a16="http://schemas.microsoft.com/office/drawing/2014/main" id="{6B5819C8-9CB8-BF4A-C590-9914690407B3}"/>
              </a:ext>
            </a:extLst>
          </p:cNvPr>
          <p:cNvSpPr txBox="1"/>
          <p:nvPr/>
        </p:nvSpPr>
        <p:spPr>
          <a:xfrm>
            <a:off x="1944007" y="2696636"/>
            <a:ext cx="3503200" cy="9848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20" tIns="121900" rIns="274320" bIns="121900" anchor="t" anchorCtr="0">
            <a:spAutoFit/>
          </a:bodyPr>
          <a:lstStyle/>
          <a:p>
            <a:pPr defTabSz="1219170"/>
            <a:r>
              <a:rPr lang="en" sz="1600" dirty="0">
                <a:ea typeface="Century Gothic"/>
                <a:cs typeface="Century Gothic"/>
                <a:sym typeface="Century Gothic"/>
              </a:rPr>
              <a:t>Remove public exposure so attackers can’t even find your assets.</a:t>
            </a:r>
            <a:endParaRPr sz="1600" dirty="0"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7" name="Google Shape;325;p34">
            <a:extLst>
              <a:ext uri="{FF2B5EF4-FFF2-40B4-BE49-F238E27FC236}">
                <a16:creationId xmlns:a16="http://schemas.microsoft.com/office/drawing/2014/main" id="{3DCF1E98-EA82-EE3F-58A4-EE8C747B01B1}"/>
              </a:ext>
            </a:extLst>
          </p:cNvPr>
          <p:cNvSpPr txBox="1"/>
          <p:nvPr/>
        </p:nvSpPr>
        <p:spPr>
          <a:xfrm>
            <a:off x="6785840" y="2699036"/>
            <a:ext cx="3503200" cy="9848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20" tIns="121900" rIns="274320" bIns="121900" anchor="t" anchorCtr="0">
            <a:spAutoFit/>
          </a:bodyPr>
          <a:lstStyle/>
          <a:p>
            <a:pPr defTabSz="1219170"/>
            <a:r>
              <a:rPr lang="en" sz="1600" dirty="0">
                <a:ea typeface="Century Gothic"/>
                <a:cs typeface="Century Gothic"/>
                <a:sym typeface="Century Gothic"/>
              </a:rPr>
              <a:t>In the event of compromise, limit the blast radius to one device or location.</a:t>
            </a:r>
            <a:endParaRPr sz="1600" dirty="0"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8" name="Google Shape;320;p34">
            <a:extLst>
              <a:ext uri="{FF2B5EF4-FFF2-40B4-BE49-F238E27FC236}">
                <a16:creationId xmlns:a16="http://schemas.microsoft.com/office/drawing/2014/main" id="{6DDC33F0-B26E-F402-7DDD-7AC7D902398C}"/>
              </a:ext>
            </a:extLst>
          </p:cNvPr>
          <p:cNvSpPr txBox="1"/>
          <p:nvPr/>
        </p:nvSpPr>
        <p:spPr>
          <a:xfrm>
            <a:off x="3862007" y="3681888"/>
            <a:ext cx="1546000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33" tIns="45700" rIns="182867" bIns="45700" anchor="t" anchorCtr="0">
            <a:spAutoFit/>
          </a:bodyPr>
          <a:lstStyle/>
          <a:p>
            <a:pPr algn="r" defTabSz="1219170"/>
            <a:r>
              <a:rPr lang="en" sz="7200" b="1" dirty="0">
                <a:solidFill>
                  <a:schemeClr val="accent5"/>
                </a:solidFill>
              </a:rPr>
              <a:t>1</a:t>
            </a:r>
            <a:endParaRPr sz="2667" dirty="0">
              <a:solidFill>
                <a:schemeClr val="accent5"/>
              </a:solidFill>
            </a:endParaRPr>
          </a:p>
        </p:txBody>
      </p:sp>
      <p:sp>
        <p:nvSpPr>
          <p:cNvPr id="9" name="Google Shape;323;p34">
            <a:extLst>
              <a:ext uri="{FF2B5EF4-FFF2-40B4-BE49-F238E27FC236}">
                <a16:creationId xmlns:a16="http://schemas.microsoft.com/office/drawing/2014/main" id="{9E9A09C1-467F-4883-7B96-470989B5EFFF}"/>
              </a:ext>
            </a:extLst>
          </p:cNvPr>
          <p:cNvSpPr txBox="1"/>
          <p:nvPr/>
        </p:nvSpPr>
        <p:spPr>
          <a:xfrm>
            <a:off x="8703073" y="3681888"/>
            <a:ext cx="1546000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33" tIns="45700" rIns="182867" bIns="45700" anchor="t" anchorCtr="0">
            <a:spAutoFit/>
          </a:bodyPr>
          <a:lstStyle/>
          <a:p>
            <a:pPr algn="r" defTabSz="1219170"/>
            <a:r>
              <a:rPr lang="en" sz="7200" b="1" dirty="0">
                <a:solidFill>
                  <a:schemeClr val="accent5"/>
                </a:solidFill>
              </a:rPr>
              <a:t>2</a:t>
            </a:r>
            <a:endParaRPr sz="2667" dirty="0">
              <a:solidFill>
                <a:schemeClr val="accent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07217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B8A279B-9CD3-F2C1-E142-414A6C7CC5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Action #1: </a:t>
            </a:r>
            <a:r>
              <a:rPr lang="en-US" dirty="0">
                <a:solidFill>
                  <a:schemeClr val="accent5"/>
                </a:solidFill>
              </a:rPr>
              <a:t>Zero Trust Branch</a:t>
            </a:r>
            <a:r>
              <a:rPr lang="en-US" dirty="0"/>
              <a:t> – Make Branches Go Dark</a:t>
            </a:r>
          </a:p>
        </p:txBody>
      </p:sp>
      <p:sp>
        <p:nvSpPr>
          <p:cNvPr id="3" name="Google Shape;330;p35">
            <a:extLst>
              <a:ext uri="{FF2B5EF4-FFF2-40B4-BE49-F238E27FC236}">
                <a16:creationId xmlns:a16="http://schemas.microsoft.com/office/drawing/2014/main" id="{44048468-ED71-EBBA-0F8A-D46D10CDF15D}"/>
              </a:ext>
            </a:extLst>
          </p:cNvPr>
          <p:cNvSpPr txBox="1"/>
          <p:nvPr/>
        </p:nvSpPr>
        <p:spPr>
          <a:xfrm>
            <a:off x="807831" y="4837142"/>
            <a:ext cx="4278014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t" anchorCtr="0">
            <a:noAutofit/>
          </a:bodyPr>
          <a:lstStyle/>
          <a:p>
            <a:pPr defTabSz="1219170"/>
            <a:r>
              <a:rPr lang="en" sz="3200" b="1" dirty="0">
                <a:solidFill>
                  <a:srgbClr val="63DBF6"/>
                </a:solidFill>
              </a:rPr>
              <a:t>You can’t attack what you can’t see.</a:t>
            </a:r>
            <a:endParaRPr sz="1467" dirty="0"/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98909B61-12B0-C553-3FBF-4FF50F15B256}"/>
              </a:ext>
            </a:extLst>
          </p:cNvPr>
          <p:cNvGrpSpPr/>
          <p:nvPr/>
        </p:nvGrpSpPr>
        <p:grpSpPr>
          <a:xfrm>
            <a:off x="508000" y="1160462"/>
            <a:ext cx="5334000" cy="3037894"/>
            <a:chOff x="508000" y="1590914"/>
            <a:chExt cx="5334000" cy="3037894"/>
          </a:xfrm>
        </p:grpSpPr>
        <p:sp>
          <p:nvSpPr>
            <p:cNvPr id="5" name="Google Shape;333;p35">
              <a:extLst>
                <a:ext uri="{FF2B5EF4-FFF2-40B4-BE49-F238E27FC236}">
                  <a16:creationId xmlns:a16="http://schemas.microsoft.com/office/drawing/2014/main" id="{5C16430C-98BA-DCAA-A736-9E8821CBA03D}"/>
                </a:ext>
              </a:extLst>
            </p:cNvPr>
            <p:cNvSpPr/>
            <p:nvPr/>
          </p:nvSpPr>
          <p:spPr>
            <a:xfrm>
              <a:off x="508000" y="1590914"/>
              <a:ext cx="5334000" cy="3037894"/>
            </a:xfrm>
            <a:prstGeom prst="roundRect">
              <a:avLst>
                <a:gd name="adj" fmla="val 5518"/>
              </a:avLst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defTabSz="1219170"/>
              <a:endParaRPr sz="1867"/>
            </a:p>
          </p:txBody>
        </p:sp>
        <p:sp>
          <p:nvSpPr>
            <p:cNvPr id="6" name="Google Shape;334;p35">
              <a:extLst>
                <a:ext uri="{FF2B5EF4-FFF2-40B4-BE49-F238E27FC236}">
                  <a16:creationId xmlns:a16="http://schemas.microsoft.com/office/drawing/2014/main" id="{6AF9779B-0BCC-0E29-1FB4-225E2E730434}"/>
                </a:ext>
              </a:extLst>
            </p:cNvPr>
            <p:cNvSpPr txBox="1"/>
            <p:nvPr/>
          </p:nvSpPr>
          <p:spPr>
            <a:xfrm>
              <a:off x="807831" y="1934209"/>
              <a:ext cx="4734339" cy="172647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defTabSz="1219170">
                <a:spcBef>
                  <a:spcPts val="500"/>
                </a:spcBef>
              </a:pPr>
              <a:r>
                <a:rPr lang="en" sz="2000" b="1" dirty="0">
                  <a:solidFill>
                    <a:srgbClr val="12D4FF"/>
                  </a:solidFill>
                  <a:ea typeface="Century Gothic"/>
                  <a:cs typeface="Century Gothic"/>
                  <a:sym typeface="Century Gothic"/>
                </a:rPr>
                <a:t>Shrink attack surface</a:t>
              </a:r>
              <a:endParaRPr sz="2000" b="1" dirty="0">
                <a:solidFill>
                  <a:srgbClr val="12D4FF"/>
                </a:solidFill>
                <a:ea typeface="Century Gothic"/>
                <a:cs typeface="Century Gothic"/>
                <a:sym typeface="Century Gothic"/>
              </a:endParaRPr>
            </a:p>
            <a:p>
              <a:pPr defTabSz="1219170">
                <a:spcBef>
                  <a:spcPts val="500"/>
                </a:spcBef>
              </a:pPr>
              <a:r>
                <a:rPr lang="en" sz="1400" dirty="0">
                  <a:solidFill>
                    <a:srgbClr val="E5F1FA"/>
                  </a:solidFill>
                  <a:ea typeface="Century Gothic"/>
                  <a:cs typeface="Century Gothic"/>
                  <a:sym typeface="Century Gothic"/>
                </a:rPr>
                <a:t>No inbound VPN ports to exploit. Branches invisible to attackers.</a:t>
              </a:r>
              <a:endParaRPr sz="1400" dirty="0">
                <a:solidFill>
                  <a:srgbClr val="E5F1FA"/>
                </a:solidFill>
                <a:ea typeface="Century Gothic"/>
                <a:cs typeface="Century Gothic"/>
                <a:sym typeface="Century Gothic"/>
              </a:endParaRPr>
            </a:p>
            <a:p>
              <a:pPr defTabSz="1219170">
                <a:spcBef>
                  <a:spcPts val="1500"/>
                </a:spcBef>
              </a:pPr>
              <a:r>
                <a:rPr lang="en" sz="2000" b="1" dirty="0">
                  <a:solidFill>
                    <a:srgbClr val="12D4FF"/>
                  </a:solidFill>
                  <a:ea typeface="Century Gothic"/>
                  <a:cs typeface="Century Gothic"/>
                  <a:sym typeface="Century Gothic"/>
                </a:rPr>
                <a:t>Reduce cost and complexity</a:t>
              </a:r>
              <a:endParaRPr sz="2000" b="1" dirty="0">
                <a:solidFill>
                  <a:srgbClr val="12D4FF"/>
                </a:solidFill>
                <a:ea typeface="Century Gothic"/>
                <a:cs typeface="Century Gothic"/>
                <a:sym typeface="Century Gothic"/>
              </a:endParaRPr>
            </a:p>
            <a:p>
              <a:pPr defTabSz="1219170">
                <a:spcBef>
                  <a:spcPts val="500"/>
                </a:spcBef>
              </a:pPr>
              <a:r>
                <a:rPr lang="en" sz="1400" dirty="0">
                  <a:solidFill>
                    <a:srgbClr val="E5F1FA"/>
                  </a:solidFill>
                  <a:ea typeface="Century Gothic"/>
                  <a:cs typeface="Century Gothic"/>
                  <a:sym typeface="Century Gothic"/>
                </a:rPr>
                <a:t>Eliminate additional firewalls at branches</a:t>
              </a:r>
              <a:endParaRPr sz="1400" dirty="0">
                <a:solidFill>
                  <a:srgbClr val="E5F1FA"/>
                </a:solidFill>
                <a:ea typeface="Century Gothic"/>
                <a:cs typeface="Century Gothic"/>
                <a:sym typeface="Century Gothic"/>
              </a:endParaRPr>
            </a:p>
          </p:txBody>
        </p:sp>
      </p:grpSp>
      <p:sp>
        <p:nvSpPr>
          <p:cNvPr id="7" name="Google Shape;335;p35">
            <a:extLst>
              <a:ext uri="{FF2B5EF4-FFF2-40B4-BE49-F238E27FC236}">
                <a16:creationId xmlns:a16="http://schemas.microsoft.com/office/drawing/2014/main" id="{560598A4-C2AF-C687-9E80-7218D972F4AB}"/>
              </a:ext>
            </a:extLst>
          </p:cNvPr>
          <p:cNvSpPr/>
          <p:nvPr/>
        </p:nvSpPr>
        <p:spPr>
          <a:xfrm>
            <a:off x="6151540" y="1160463"/>
            <a:ext cx="5597200" cy="4891200"/>
          </a:xfrm>
          <a:prstGeom prst="roundRect">
            <a:avLst>
              <a:gd name="adj" fmla="val 2938"/>
            </a:avLst>
          </a:prstGeom>
          <a:solidFill>
            <a:schemeClr val="bg1">
              <a:alpha val="10000"/>
            </a:schemeClr>
          </a:solidFill>
          <a:ln w="9525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67" tIns="0" rIns="91433" bIns="45700" anchor="t" anchorCtr="0">
            <a:noAutofit/>
          </a:bodyPr>
          <a:lstStyle/>
          <a:p>
            <a:pPr defTabSz="1219170">
              <a:spcBef>
                <a:spcPts val="667"/>
              </a:spcBef>
              <a:buSzPts val="900"/>
            </a:pPr>
            <a:endParaRPr sz="1200">
              <a:solidFill>
                <a:srgbClr val="FFFFFF"/>
              </a:solidFill>
            </a:endParaRPr>
          </a:p>
        </p:txBody>
      </p:sp>
      <p:grpSp>
        <p:nvGrpSpPr>
          <p:cNvPr id="8" name="Google Shape;336;p35">
            <a:extLst>
              <a:ext uri="{FF2B5EF4-FFF2-40B4-BE49-F238E27FC236}">
                <a16:creationId xmlns:a16="http://schemas.microsoft.com/office/drawing/2014/main" id="{C6D695CD-B5EF-7ECE-23DC-C83E2FC6E3CE}"/>
              </a:ext>
            </a:extLst>
          </p:cNvPr>
          <p:cNvGrpSpPr/>
          <p:nvPr/>
        </p:nvGrpSpPr>
        <p:grpSpPr>
          <a:xfrm>
            <a:off x="6713860" y="2624494"/>
            <a:ext cx="4519875" cy="605737"/>
            <a:chOff x="372161" y="1635340"/>
            <a:chExt cx="5202434" cy="697211"/>
          </a:xfrm>
        </p:grpSpPr>
        <p:grpSp>
          <p:nvGrpSpPr>
            <p:cNvPr id="9" name="Google Shape;337;p35">
              <a:extLst>
                <a:ext uri="{FF2B5EF4-FFF2-40B4-BE49-F238E27FC236}">
                  <a16:creationId xmlns:a16="http://schemas.microsoft.com/office/drawing/2014/main" id="{24C62EBF-A3D0-2A99-CCA3-BC3E3B56027A}"/>
                </a:ext>
              </a:extLst>
            </p:cNvPr>
            <p:cNvGrpSpPr/>
            <p:nvPr/>
          </p:nvGrpSpPr>
          <p:grpSpPr>
            <a:xfrm>
              <a:off x="372161" y="1635340"/>
              <a:ext cx="2882664" cy="693910"/>
              <a:chOff x="4111658" y="1408750"/>
              <a:chExt cx="3209021" cy="871856"/>
            </a:xfrm>
          </p:grpSpPr>
          <p:pic>
            <p:nvPicPr>
              <p:cNvPr id="14" name="Google Shape;338;p35">
                <a:extLst>
                  <a:ext uri="{FF2B5EF4-FFF2-40B4-BE49-F238E27FC236}">
                    <a16:creationId xmlns:a16="http://schemas.microsoft.com/office/drawing/2014/main" id="{B0CC4D26-3688-1EA3-5BAE-83D6AAD50537}"/>
                  </a:ext>
                </a:extLst>
              </p:cNvPr>
              <p:cNvPicPr preferRelativeResize="0"/>
              <p:nvPr/>
            </p:nvPicPr>
            <p:blipFill rotWithShape="1">
              <a:blip r:embed="rId2">
                <a:alphaModFix amt="49000"/>
              </a:blip>
              <a:srcRect/>
              <a:stretch/>
            </p:blipFill>
            <p:spPr>
              <a:xfrm>
                <a:off x="5674528" y="1408750"/>
                <a:ext cx="1646151" cy="86340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5" name="Google Shape;339;p35">
                <a:extLst>
                  <a:ext uri="{FF2B5EF4-FFF2-40B4-BE49-F238E27FC236}">
                    <a16:creationId xmlns:a16="http://schemas.microsoft.com/office/drawing/2014/main" id="{8D84362C-0FD5-96C6-EA47-87FA7AA96CFE}"/>
                  </a:ext>
                </a:extLst>
              </p:cNvPr>
              <p:cNvPicPr preferRelativeResize="0"/>
              <p:nvPr/>
            </p:nvPicPr>
            <p:blipFill rotWithShape="1">
              <a:blip r:embed="rId2">
                <a:alphaModFix amt="49000"/>
              </a:blip>
              <a:srcRect/>
              <a:stretch/>
            </p:blipFill>
            <p:spPr>
              <a:xfrm>
                <a:off x="4111658" y="1417203"/>
                <a:ext cx="1646151" cy="86340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6" name="Google Shape;340;p35">
                <a:extLst>
                  <a:ext uri="{FF2B5EF4-FFF2-40B4-BE49-F238E27FC236}">
                    <a16:creationId xmlns:a16="http://schemas.microsoft.com/office/drawing/2014/main" id="{B5E3CC36-541E-25BE-6AAB-1370B7B7997A}"/>
                  </a:ext>
                </a:extLst>
              </p:cNvPr>
              <p:cNvPicPr preferRelativeResize="0"/>
              <p:nvPr/>
            </p:nvPicPr>
            <p:blipFill rotWithShape="1">
              <a:blip r:embed="rId2">
                <a:alphaModFix amt="49000"/>
              </a:blip>
              <a:srcRect/>
              <a:stretch/>
            </p:blipFill>
            <p:spPr>
              <a:xfrm>
                <a:off x="5075979" y="1408750"/>
                <a:ext cx="1646151" cy="863403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0" name="Google Shape;341;p35">
              <a:extLst>
                <a:ext uri="{FF2B5EF4-FFF2-40B4-BE49-F238E27FC236}">
                  <a16:creationId xmlns:a16="http://schemas.microsoft.com/office/drawing/2014/main" id="{BDD64244-F214-C392-A64F-8690AEB9EE29}"/>
                </a:ext>
              </a:extLst>
            </p:cNvPr>
            <p:cNvGrpSpPr/>
            <p:nvPr/>
          </p:nvGrpSpPr>
          <p:grpSpPr>
            <a:xfrm>
              <a:off x="2691931" y="1638641"/>
              <a:ext cx="2882664" cy="693910"/>
              <a:chOff x="4111658" y="1408750"/>
              <a:chExt cx="3209021" cy="871856"/>
            </a:xfrm>
          </p:grpSpPr>
          <p:pic>
            <p:nvPicPr>
              <p:cNvPr id="11" name="Google Shape;342;p35">
                <a:extLst>
                  <a:ext uri="{FF2B5EF4-FFF2-40B4-BE49-F238E27FC236}">
                    <a16:creationId xmlns:a16="http://schemas.microsoft.com/office/drawing/2014/main" id="{C2D36808-754A-3B0C-1CB8-64C47FF1F44E}"/>
                  </a:ext>
                </a:extLst>
              </p:cNvPr>
              <p:cNvPicPr preferRelativeResize="0"/>
              <p:nvPr/>
            </p:nvPicPr>
            <p:blipFill rotWithShape="1">
              <a:blip r:embed="rId2">
                <a:alphaModFix amt="49000"/>
              </a:blip>
              <a:srcRect/>
              <a:stretch/>
            </p:blipFill>
            <p:spPr>
              <a:xfrm>
                <a:off x="5674528" y="1408750"/>
                <a:ext cx="1646151" cy="86340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2" name="Google Shape;343;p35">
                <a:extLst>
                  <a:ext uri="{FF2B5EF4-FFF2-40B4-BE49-F238E27FC236}">
                    <a16:creationId xmlns:a16="http://schemas.microsoft.com/office/drawing/2014/main" id="{9CA3E0DF-75EA-FEC4-A2C7-D9CB5BE7E766}"/>
                  </a:ext>
                </a:extLst>
              </p:cNvPr>
              <p:cNvPicPr preferRelativeResize="0"/>
              <p:nvPr/>
            </p:nvPicPr>
            <p:blipFill rotWithShape="1">
              <a:blip r:embed="rId2">
                <a:alphaModFix amt="49000"/>
              </a:blip>
              <a:srcRect/>
              <a:stretch/>
            </p:blipFill>
            <p:spPr>
              <a:xfrm>
                <a:off x="4111658" y="1417203"/>
                <a:ext cx="1646151" cy="86340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3" name="Google Shape;344;p35">
                <a:extLst>
                  <a:ext uri="{FF2B5EF4-FFF2-40B4-BE49-F238E27FC236}">
                    <a16:creationId xmlns:a16="http://schemas.microsoft.com/office/drawing/2014/main" id="{D1E8D1DE-4C3D-9C2A-E8B3-3704F6C7710E}"/>
                  </a:ext>
                </a:extLst>
              </p:cNvPr>
              <p:cNvPicPr preferRelativeResize="0"/>
              <p:nvPr/>
            </p:nvPicPr>
            <p:blipFill rotWithShape="1">
              <a:blip r:embed="rId2">
                <a:alphaModFix amt="49000"/>
              </a:blip>
              <a:srcRect/>
              <a:stretch/>
            </p:blipFill>
            <p:spPr>
              <a:xfrm>
                <a:off x="5075979" y="1408750"/>
                <a:ext cx="1646151" cy="863403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cxnSp>
        <p:nvCxnSpPr>
          <p:cNvPr id="17" name="Google Shape;345;p35">
            <a:extLst>
              <a:ext uri="{FF2B5EF4-FFF2-40B4-BE49-F238E27FC236}">
                <a16:creationId xmlns:a16="http://schemas.microsoft.com/office/drawing/2014/main" id="{7572B41E-EAA9-20CC-004B-B39D50CA4274}"/>
              </a:ext>
            </a:extLst>
          </p:cNvPr>
          <p:cNvCxnSpPr/>
          <p:nvPr/>
        </p:nvCxnSpPr>
        <p:spPr>
          <a:xfrm rot="10800000" flipH="1">
            <a:off x="7808303" y="3095955"/>
            <a:ext cx="2000" cy="469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18" name="Google Shape;346;p35">
            <a:extLst>
              <a:ext uri="{FF2B5EF4-FFF2-40B4-BE49-F238E27FC236}">
                <a16:creationId xmlns:a16="http://schemas.microsoft.com/office/drawing/2014/main" id="{73588C08-7E13-40EE-B4D3-A330551141F8}"/>
              </a:ext>
            </a:extLst>
          </p:cNvPr>
          <p:cNvCxnSpPr/>
          <p:nvPr/>
        </p:nvCxnSpPr>
        <p:spPr>
          <a:xfrm rot="10800000" flipH="1">
            <a:off x="10134316" y="3095955"/>
            <a:ext cx="2000" cy="469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19" name="Google Shape;347;p35">
            <a:extLst>
              <a:ext uri="{FF2B5EF4-FFF2-40B4-BE49-F238E27FC236}">
                <a16:creationId xmlns:a16="http://schemas.microsoft.com/office/drawing/2014/main" id="{07031293-489E-0388-A5F0-8AD9A7CCFA9B}"/>
              </a:ext>
            </a:extLst>
          </p:cNvPr>
          <p:cNvCxnSpPr/>
          <p:nvPr/>
        </p:nvCxnSpPr>
        <p:spPr>
          <a:xfrm rot="10800000" flipH="1">
            <a:off x="8983507" y="3019755"/>
            <a:ext cx="2000" cy="469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20" name="Google Shape;348;p35">
            <a:extLst>
              <a:ext uri="{FF2B5EF4-FFF2-40B4-BE49-F238E27FC236}">
                <a16:creationId xmlns:a16="http://schemas.microsoft.com/office/drawing/2014/main" id="{D1F385B9-758A-85FB-4DDB-81BD38662348}"/>
              </a:ext>
            </a:extLst>
          </p:cNvPr>
          <p:cNvCxnSpPr/>
          <p:nvPr/>
        </p:nvCxnSpPr>
        <p:spPr>
          <a:xfrm>
            <a:off x="8987948" y="2037493"/>
            <a:ext cx="0" cy="500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grpSp>
        <p:nvGrpSpPr>
          <p:cNvPr id="21" name="Google Shape;349;p35">
            <a:extLst>
              <a:ext uri="{FF2B5EF4-FFF2-40B4-BE49-F238E27FC236}">
                <a16:creationId xmlns:a16="http://schemas.microsoft.com/office/drawing/2014/main" id="{8A0C0A5D-5658-9A8F-4AC7-D4AC076D34B0}"/>
              </a:ext>
            </a:extLst>
          </p:cNvPr>
          <p:cNvGrpSpPr/>
          <p:nvPr/>
        </p:nvGrpSpPr>
        <p:grpSpPr>
          <a:xfrm>
            <a:off x="7104443" y="3538929"/>
            <a:ext cx="3791275" cy="1352984"/>
            <a:chOff x="7184295" y="2729305"/>
            <a:chExt cx="3791274" cy="1648640"/>
          </a:xfrm>
        </p:grpSpPr>
        <p:cxnSp>
          <p:nvCxnSpPr>
            <p:cNvPr id="22" name="Google Shape;350;p35">
              <a:extLst>
                <a:ext uri="{FF2B5EF4-FFF2-40B4-BE49-F238E27FC236}">
                  <a16:creationId xmlns:a16="http://schemas.microsoft.com/office/drawing/2014/main" id="{EC0ABC0F-88B8-D676-C997-9764C4E21C16}"/>
                </a:ext>
              </a:extLst>
            </p:cNvPr>
            <p:cNvCxnSpPr/>
            <p:nvPr/>
          </p:nvCxnSpPr>
          <p:spPr>
            <a:xfrm rot="10800000">
              <a:off x="8496303" y="2729305"/>
              <a:ext cx="0" cy="1581900"/>
            </a:xfrm>
            <a:prstGeom prst="straightConnector1">
              <a:avLst/>
            </a:prstGeom>
            <a:noFill/>
            <a:ln w="9525" cap="rnd" cmpd="sng">
              <a:solidFill>
                <a:schemeClr val="dk1"/>
              </a:solidFill>
              <a:prstDash val="dash"/>
              <a:round/>
              <a:headEnd type="none" w="sm" len="sm"/>
              <a:tailEnd type="none" w="sm" len="sm"/>
            </a:ln>
          </p:spPr>
        </p:cxnSp>
        <p:cxnSp>
          <p:nvCxnSpPr>
            <p:cNvPr id="23" name="Google Shape;351;p35">
              <a:extLst>
                <a:ext uri="{FF2B5EF4-FFF2-40B4-BE49-F238E27FC236}">
                  <a16:creationId xmlns:a16="http://schemas.microsoft.com/office/drawing/2014/main" id="{00CB55ED-1BA0-7396-F6BB-3E6597A17D4E}"/>
                </a:ext>
              </a:extLst>
            </p:cNvPr>
            <p:cNvCxnSpPr/>
            <p:nvPr/>
          </p:nvCxnSpPr>
          <p:spPr>
            <a:xfrm rot="10800000">
              <a:off x="7184295" y="2732145"/>
              <a:ext cx="0" cy="1645800"/>
            </a:xfrm>
            <a:prstGeom prst="straightConnector1">
              <a:avLst/>
            </a:prstGeom>
            <a:noFill/>
            <a:ln w="9525" cap="rnd" cmpd="sng">
              <a:solidFill>
                <a:schemeClr val="dk1"/>
              </a:solidFill>
              <a:prstDash val="dash"/>
              <a:round/>
              <a:headEnd type="none" w="sm" len="sm"/>
              <a:tailEnd type="none" w="sm" len="sm"/>
            </a:ln>
          </p:spPr>
        </p:cxnSp>
        <p:cxnSp>
          <p:nvCxnSpPr>
            <p:cNvPr id="24" name="Google Shape;352;p35">
              <a:extLst>
                <a:ext uri="{FF2B5EF4-FFF2-40B4-BE49-F238E27FC236}">
                  <a16:creationId xmlns:a16="http://schemas.microsoft.com/office/drawing/2014/main" id="{32C6283B-8BA3-EA9E-027D-410C0DFDBDBC}"/>
                </a:ext>
              </a:extLst>
            </p:cNvPr>
            <p:cNvCxnSpPr/>
            <p:nvPr/>
          </p:nvCxnSpPr>
          <p:spPr>
            <a:xfrm rot="10800000">
              <a:off x="9677835" y="2733069"/>
              <a:ext cx="0" cy="1581900"/>
            </a:xfrm>
            <a:prstGeom prst="straightConnector1">
              <a:avLst/>
            </a:prstGeom>
            <a:noFill/>
            <a:ln w="9525" cap="rnd" cmpd="sng">
              <a:solidFill>
                <a:schemeClr val="dk1"/>
              </a:solidFill>
              <a:prstDash val="dash"/>
              <a:round/>
              <a:headEnd type="none" w="sm" len="sm"/>
              <a:tailEnd type="none" w="sm" len="sm"/>
            </a:ln>
          </p:spPr>
        </p:cxnSp>
        <p:cxnSp>
          <p:nvCxnSpPr>
            <p:cNvPr id="25" name="Google Shape;353;p35">
              <a:extLst>
                <a:ext uri="{FF2B5EF4-FFF2-40B4-BE49-F238E27FC236}">
                  <a16:creationId xmlns:a16="http://schemas.microsoft.com/office/drawing/2014/main" id="{670AE1C0-909F-ACF8-AA3D-E56133AB38B1}"/>
                </a:ext>
              </a:extLst>
            </p:cNvPr>
            <p:cNvCxnSpPr/>
            <p:nvPr/>
          </p:nvCxnSpPr>
          <p:spPr>
            <a:xfrm rot="10800000">
              <a:off x="10975569" y="2733694"/>
              <a:ext cx="0" cy="1581900"/>
            </a:xfrm>
            <a:prstGeom prst="straightConnector1">
              <a:avLst/>
            </a:prstGeom>
            <a:noFill/>
            <a:ln w="9525" cap="rnd" cmpd="sng">
              <a:solidFill>
                <a:schemeClr val="dk1"/>
              </a:solidFill>
              <a:prstDash val="dash"/>
              <a:round/>
              <a:headEnd type="none" w="sm" len="sm"/>
              <a:tailEnd type="none" w="sm" len="sm"/>
            </a:ln>
          </p:spPr>
        </p:cxnSp>
      </p:grpSp>
      <p:sp>
        <p:nvSpPr>
          <p:cNvPr id="26" name="Google Shape;354;p35">
            <a:extLst>
              <a:ext uri="{FF2B5EF4-FFF2-40B4-BE49-F238E27FC236}">
                <a16:creationId xmlns:a16="http://schemas.microsoft.com/office/drawing/2014/main" id="{B00CDB8D-D6BB-4F3F-774D-1479DDC6C580}"/>
              </a:ext>
            </a:extLst>
          </p:cNvPr>
          <p:cNvSpPr/>
          <p:nvPr/>
        </p:nvSpPr>
        <p:spPr>
          <a:xfrm>
            <a:off x="9257283" y="4215040"/>
            <a:ext cx="1977600" cy="457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algn="ctr" defTabSz="1219170">
              <a:buClr>
                <a:srgbClr val="3B3E42"/>
              </a:buClr>
              <a:buSzPts val="500"/>
            </a:pPr>
            <a:r>
              <a:rPr lang="en" sz="800" b="1">
                <a:solidFill>
                  <a:srgbClr val="FFFFFF"/>
                </a:solidFill>
              </a:rPr>
              <a:t>Inside-out Connections Only.</a:t>
            </a:r>
            <a:endParaRPr sz="800" b="1">
              <a:solidFill>
                <a:srgbClr val="FFFFFF"/>
              </a:solidFill>
            </a:endParaRPr>
          </a:p>
          <a:p>
            <a:pPr algn="ctr" defTabSz="1219170">
              <a:buClr>
                <a:srgbClr val="3B3E42"/>
              </a:buClr>
              <a:buSzPts val="500"/>
            </a:pPr>
            <a:r>
              <a:rPr lang="en" sz="800" b="1">
                <a:solidFill>
                  <a:srgbClr val="FFFFFF"/>
                </a:solidFill>
              </a:rPr>
              <a:t>No Exposed Apps or VPN Ports.</a:t>
            </a:r>
            <a:endParaRPr sz="800" b="1">
              <a:solidFill>
                <a:srgbClr val="FFFFFF"/>
              </a:solidFill>
            </a:endParaRPr>
          </a:p>
        </p:txBody>
      </p:sp>
      <p:sp>
        <p:nvSpPr>
          <p:cNvPr id="27" name="Google Shape;355;p35">
            <a:extLst>
              <a:ext uri="{FF2B5EF4-FFF2-40B4-BE49-F238E27FC236}">
                <a16:creationId xmlns:a16="http://schemas.microsoft.com/office/drawing/2014/main" id="{A0DD5A1E-F938-6BF1-0231-27B2C6702D85}"/>
              </a:ext>
            </a:extLst>
          </p:cNvPr>
          <p:cNvSpPr/>
          <p:nvPr/>
        </p:nvSpPr>
        <p:spPr>
          <a:xfrm>
            <a:off x="7769421" y="4219897"/>
            <a:ext cx="1302800" cy="457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algn="ctr" defTabSz="1219170">
              <a:buClr>
                <a:srgbClr val="3B3E42"/>
              </a:buClr>
              <a:buSzPts val="500"/>
            </a:pPr>
            <a:r>
              <a:rPr lang="en" sz="800" b="1">
                <a:solidFill>
                  <a:srgbClr val="FFFFFF"/>
                </a:solidFill>
              </a:rPr>
              <a:t>No Exposed</a:t>
            </a:r>
            <a:endParaRPr sz="800" b="1">
              <a:solidFill>
                <a:srgbClr val="FFFFFF"/>
              </a:solidFill>
            </a:endParaRPr>
          </a:p>
          <a:p>
            <a:pPr algn="ctr" defTabSz="1219170">
              <a:buClr>
                <a:srgbClr val="3B3E42"/>
              </a:buClr>
              <a:buSzPts val="500"/>
            </a:pPr>
            <a:r>
              <a:rPr lang="en" sz="800" b="1">
                <a:solidFill>
                  <a:srgbClr val="FFFFFF"/>
                </a:solidFill>
              </a:rPr>
              <a:t>VPN Ports</a:t>
            </a:r>
            <a:endParaRPr sz="800" b="1">
              <a:solidFill>
                <a:srgbClr val="FFFFFF"/>
              </a:solidFill>
            </a:endParaRPr>
          </a:p>
        </p:txBody>
      </p:sp>
      <p:sp>
        <p:nvSpPr>
          <p:cNvPr id="28" name="Google Shape;356;p35">
            <a:extLst>
              <a:ext uri="{FF2B5EF4-FFF2-40B4-BE49-F238E27FC236}">
                <a16:creationId xmlns:a16="http://schemas.microsoft.com/office/drawing/2014/main" id="{B573E59D-F587-5298-51C8-22C44082B462}"/>
              </a:ext>
            </a:extLst>
          </p:cNvPr>
          <p:cNvSpPr/>
          <p:nvPr/>
        </p:nvSpPr>
        <p:spPr>
          <a:xfrm>
            <a:off x="6617796" y="4218101"/>
            <a:ext cx="981600" cy="457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algn="ctr" defTabSz="1219170">
              <a:buClr>
                <a:srgbClr val="3B3E42"/>
              </a:buClr>
              <a:buSzPts val="500"/>
            </a:pPr>
            <a:r>
              <a:rPr lang="en" sz="800" b="1">
                <a:solidFill>
                  <a:srgbClr val="FFFFFF"/>
                </a:solidFill>
              </a:rPr>
              <a:t>No Exposed VPN Ports</a:t>
            </a:r>
            <a:endParaRPr sz="1467">
              <a:solidFill>
                <a:srgbClr val="FFFFFF"/>
              </a:solidFill>
            </a:endParaRPr>
          </a:p>
        </p:txBody>
      </p:sp>
      <p:sp>
        <p:nvSpPr>
          <p:cNvPr id="29" name="Google Shape;357;p35">
            <a:extLst>
              <a:ext uri="{FF2B5EF4-FFF2-40B4-BE49-F238E27FC236}">
                <a16:creationId xmlns:a16="http://schemas.microsoft.com/office/drawing/2014/main" id="{F029EB6B-0245-7B48-B682-0B5EAC71A42B}"/>
              </a:ext>
            </a:extLst>
          </p:cNvPr>
          <p:cNvSpPr/>
          <p:nvPr/>
        </p:nvSpPr>
        <p:spPr>
          <a:xfrm>
            <a:off x="8517499" y="2791299"/>
            <a:ext cx="982800" cy="20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algn="ctr" defTabSz="1219170">
              <a:buClr>
                <a:srgbClr val="3B3E42"/>
              </a:buClr>
              <a:buSzPts val="500"/>
            </a:pPr>
            <a:r>
              <a:rPr lang="en" sz="1467" b="1">
                <a:solidFill>
                  <a:srgbClr val="FFFFFF"/>
                </a:solidFill>
              </a:rPr>
              <a:t>Internet </a:t>
            </a:r>
            <a:endParaRPr sz="1467">
              <a:solidFill>
                <a:srgbClr val="FFFFFF"/>
              </a:solidFill>
            </a:endParaRPr>
          </a:p>
        </p:txBody>
      </p:sp>
      <p:sp>
        <p:nvSpPr>
          <p:cNvPr id="30" name="Google Shape;358;p35">
            <a:extLst>
              <a:ext uri="{FF2B5EF4-FFF2-40B4-BE49-F238E27FC236}">
                <a16:creationId xmlns:a16="http://schemas.microsoft.com/office/drawing/2014/main" id="{7D668FD7-01AC-C82C-3783-BC7B14B328DF}"/>
              </a:ext>
            </a:extLst>
          </p:cNvPr>
          <p:cNvSpPr/>
          <p:nvPr/>
        </p:nvSpPr>
        <p:spPr>
          <a:xfrm>
            <a:off x="8825757" y="1733067"/>
            <a:ext cx="313732" cy="427836"/>
          </a:xfrm>
          <a:custGeom>
            <a:avLst/>
            <a:gdLst/>
            <a:ahLst/>
            <a:cxnLst/>
            <a:rect l="l" t="t" r="r" b="b"/>
            <a:pathLst>
              <a:path w="379514" h="493657" extrusionOk="0">
                <a:moveTo>
                  <a:pt x="69098" y="333901"/>
                </a:moveTo>
                <a:cubicBezTo>
                  <a:pt x="69098" y="333901"/>
                  <a:pt x="69098" y="333901"/>
                  <a:pt x="314253" y="333901"/>
                </a:cubicBezTo>
                <a:cubicBezTo>
                  <a:pt x="317941" y="333901"/>
                  <a:pt x="321747" y="333901"/>
                  <a:pt x="325434" y="337589"/>
                </a:cubicBezTo>
                <a:cubicBezTo>
                  <a:pt x="329122" y="341276"/>
                  <a:pt x="332809" y="348770"/>
                  <a:pt x="332809" y="352458"/>
                </a:cubicBezTo>
                <a:lnTo>
                  <a:pt x="317941" y="482594"/>
                </a:lnTo>
                <a:cubicBezTo>
                  <a:pt x="317941" y="489970"/>
                  <a:pt x="310566" y="493657"/>
                  <a:pt x="306759" y="493657"/>
                </a:cubicBezTo>
                <a:cubicBezTo>
                  <a:pt x="306759" y="493657"/>
                  <a:pt x="306759" y="493657"/>
                  <a:pt x="76473" y="493657"/>
                </a:cubicBezTo>
                <a:cubicBezTo>
                  <a:pt x="69098" y="493657"/>
                  <a:pt x="65292" y="489970"/>
                  <a:pt x="61604" y="482594"/>
                </a:cubicBezTo>
                <a:cubicBezTo>
                  <a:pt x="61604" y="482594"/>
                  <a:pt x="61604" y="482594"/>
                  <a:pt x="50423" y="352458"/>
                </a:cubicBezTo>
                <a:cubicBezTo>
                  <a:pt x="46736" y="348770"/>
                  <a:pt x="50423" y="341276"/>
                  <a:pt x="54230" y="337589"/>
                </a:cubicBezTo>
                <a:cubicBezTo>
                  <a:pt x="57917" y="333901"/>
                  <a:pt x="61604" y="333901"/>
                  <a:pt x="69098" y="333901"/>
                </a:cubicBezTo>
                <a:close/>
                <a:moveTo>
                  <a:pt x="157857" y="219106"/>
                </a:moveTo>
                <a:lnTo>
                  <a:pt x="220638" y="219106"/>
                </a:lnTo>
                <a:lnTo>
                  <a:pt x="220638" y="226329"/>
                </a:lnTo>
                <a:lnTo>
                  <a:pt x="157857" y="226329"/>
                </a:lnTo>
                <a:close/>
                <a:moveTo>
                  <a:pt x="180461" y="189228"/>
                </a:moveTo>
                <a:cubicBezTo>
                  <a:pt x="180461" y="192968"/>
                  <a:pt x="184162" y="196708"/>
                  <a:pt x="191683" y="196708"/>
                </a:cubicBezTo>
                <a:cubicBezTo>
                  <a:pt x="195265" y="196708"/>
                  <a:pt x="198966" y="192968"/>
                  <a:pt x="202786" y="189228"/>
                </a:cubicBezTo>
                <a:cubicBezTo>
                  <a:pt x="202786" y="189228"/>
                  <a:pt x="206487" y="189228"/>
                  <a:pt x="206487" y="192968"/>
                </a:cubicBezTo>
                <a:cubicBezTo>
                  <a:pt x="206487" y="196708"/>
                  <a:pt x="195265" y="204308"/>
                  <a:pt x="191683" y="204308"/>
                </a:cubicBezTo>
                <a:cubicBezTo>
                  <a:pt x="184162" y="204308"/>
                  <a:pt x="176760" y="196708"/>
                  <a:pt x="173059" y="192968"/>
                </a:cubicBezTo>
                <a:cubicBezTo>
                  <a:pt x="173059" y="189228"/>
                  <a:pt x="176760" y="189228"/>
                  <a:pt x="180461" y="189228"/>
                </a:cubicBezTo>
                <a:close/>
                <a:moveTo>
                  <a:pt x="165386" y="174375"/>
                </a:moveTo>
                <a:lnTo>
                  <a:pt x="165435" y="174375"/>
                </a:lnTo>
                <a:lnTo>
                  <a:pt x="165337" y="174431"/>
                </a:lnTo>
                <a:close/>
                <a:moveTo>
                  <a:pt x="187787" y="163543"/>
                </a:moveTo>
                <a:cubicBezTo>
                  <a:pt x="183980" y="163543"/>
                  <a:pt x="183980" y="171016"/>
                  <a:pt x="180293" y="178370"/>
                </a:cubicBezTo>
                <a:cubicBezTo>
                  <a:pt x="176605" y="182047"/>
                  <a:pt x="169111" y="189520"/>
                  <a:pt x="158048" y="189520"/>
                </a:cubicBezTo>
                <a:cubicBezTo>
                  <a:pt x="158048" y="189520"/>
                  <a:pt x="158048" y="189520"/>
                  <a:pt x="146867" y="189520"/>
                </a:cubicBezTo>
                <a:cubicBezTo>
                  <a:pt x="131998" y="189520"/>
                  <a:pt x="128191" y="178370"/>
                  <a:pt x="128191" y="167220"/>
                </a:cubicBezTo>
                <a:cubicBezTo>
                  <a:pt x="120817" y="167220"/>
                  <a:pt x="117129" y="171016"/>
                  <a:pt x="109635" y="174692"/>
                </a:cubicBezTo>
                <a:cubicBezTo>
                  <a:pt x="109635" y="174692"/>
                  <a:pt x="109635" y="174692"/>
                  <a:pt x="113323" y="185843"/>
                </a:cubicBezTo>
                <a:cubicBezTo>
                  <a:pt x="120817" y="208024"/>
                  <a:pt x="128191" y="230323"/>
                  <a:pt x="143179" y="241354"/>
                </a:cubicBezTo>
                <a:cubicBezTo>
                  <a:pt x="165423" y="259857"/>
                  <a:pt x="180293" y="267212"/>
                  <a:pt x="191474" y="267212"/>
                </a:cubicBezTo>
                <a:cubicBezTo>
                  <a:pt x="198730" y="267212"/>
                  <a:pt x="213599" y="259857"/>
                  <a:pt x="235962" y="241354"/>
                </a:cubicBezTo>
                <a:cubicBezTo>
                  <a:pt x="250830" y="230323"/>
                  <a:pt x="262011" y="208024"/>
                  <a:pt x="269386" y="182047"/>
                </a:cubicBezTo>
                <a:lnTo>
                  <a:pt x="269386" y="174692"/>
                </a:lnTo>
                <a:cubicBezTo>
                  <a:pt x="265699" y="171016"/>
                  <a:pt x="258205" y="167220"/>
                  <a:pt x="254517" y="167220"/>
                </a:cubicBezTo>
                <a:cubicBezTo>
                  <a:pt x="250830" y="178370"/>
                  <a:pt x="247142" y="189520"/>
                  <a:pt x="232274" y="189520"/>
                </a:cubicBezTo>
                <a:cubicBezTo>
                  <a:pt x="232274" y="189520"/>
                  <a:pt x="232274" y="189520"/>
                  <a:pt x="221093" y="189520"/>
                </a:cubicBezTo>
                <a:cubicBezTo>
                  <a:pt x="209912" y="189520"/>
                  <a:pt x="206224" y="182047"/>
                  <a:pt x="202537" y="178370"/>
                </a:cubicBezTo>
                <a:cubicBezTo>
                  <a:pt x="195043" y="171016"/>
                  <a:pt x="195043" y="163543"/>
                  <a:pt x="191474" y="163543"/>
                </a:cubicBezTo>
                <a:cubicBezTo>
                  <a:pt x="191474" y="163543"/>
                  <a:pt x="191474" y="163543"/>
                  <a:pt x="187787" y="163543"/>
                </a:cubicBezTo>
                <a:close/>
                <a:moveTo>
                  <a:pt x="206081" y="159350"/>
                </a:moveTo>
                <a:cubicBezTo>
                  <a:pt x="206081" y="161221"/>
                  <a:pt x="207016" y="164055"/>
                  <a:pt x="208418" y="166891"/>
                </a:cubicBezTo>
                <a:lnTo>
                  <a:pt x="213523" y="174374"/>
                </a:lnTo>
                <a:lnTo>
                  <a:pt x="213419" y="174374"/>
                </a:lnTo>
                <a:cubicBezTo>
                  <a:pt x="217109" y="178101"/>
                  <a:pt x="217109" y="178101"/>
                  <a:pt x="220918" y="178101"/>
                </a:cubicBezTo>
                <a:cubicBezTo>
                  <a:pt x="220918" y="178101"/>
                  <a:pt x="220918" y="178101"/>
                  <a:pt x="232107" y="178101"/>
                </a:cubicBezTo>
                <a:cubicBezTo>
                  <a:pt x="239487" y="178101"/>
                  <a:pt x="239487" y="178101"/>
                  <a:pt x="239487" y="174374"/>
                </a:cubicBezTo>
                <a:cubicBezTo>
                  <a:pt x="239487" y="174374"/>
                  <a:pt x="243177" y="170649"/>
                  <a:pt x="243177" y="163077"/>
                </a:cubicBezTo>
                <a:cubicBezTo>
                  <a:pt x="239487" y="163077"/>
                  <a:pt x="232107" y="163077"/>
                  <a:pt x="228298" y="159350"/>
                </a:cubicBezTo>
                <a:cubicBezTo>
                  <a:pt x="232107" y="163077"/>
                  <a:pt x="235797" y="166802"/>
                  <a:pt x="235797" y="170649"/>
                </a:cubicBezTo>
                <a:lnTo>
                  <a:pt x="232107" y="174374"/>
                </a:lnTo>
                <a:cubicBezTo>
                  <a:pt x="232107" y="174374"/>
                  <a:pt x="232107" y="174374"/>
                  <a:pt x="228298" y="174374"/>
                </a:cubicBezTo>
                <a:lnTo>
                  <a:pt x="224608" y="170649"/>
                </a:lnTo>
                <a:cubicBezTo>
                  <a:pt x="220918" y="170649"/>
                  <a:pt x="217109" y="174374"/>
                  <a:pt x="217109" y="174374"/>
                </a:cubicBezTo>
                <a:cubicBezTo>
                  <a:pt x="217109" y="174374"/>
                  <a:pt x="217109" y="174374"/>
                  <a:pt x="216648" y="174374"/>
                </a:cubicBezTo>
                <a:lnTo>
                  <a:pt x="213561" y="174374"/>
                </a:lnTo>
                <a:lnTo>
                  <a:pt x="213561" y="170691"/>
                </a:lnTo>
                <a:cubicBezTo>
                  <a:pt x="213561" y="163090"/>
                  <a:pt x="217300" y="159350"/>
                  <a:pt x="221161" y="159350"/>
                </a:cubicBezTo>
                <a:cubicBezTo>
                  <a:pt x="217300" y="159350"/>
                  <a:pt x="209820" y="159350"/>
                  <a:pt x="206081" y="159350"/>
                </a:cubicBezTo>
                <a:close/>
                <a:moveTo>
                  <a:pt x="157857" y="159350"/>
                </a:moveTo>
                <a:cubicBezTo>
                  <a:pt x="161597" y="159350"/>
                  <a:pt x="164402" y="160286"/>
                  <a:pt x="166272" y="162171"/>
                </a:cubicBezTo>
                <a:lnTo>
                  <a:pt x="168957" y="170326"/>
                </a:lnTo>
                <a:lnTo>
                  <a:pt x="168957" y="170326"/>
                </a:lnTo>
                <a:lnTo>
                  <a:pt x="171987" y="166891"/>
                </a:lnTo>
                <a:cubicBezTo>
                  <a:pt x="172937" y="164055"/>
                  <a:pt x="172937" y="161221"/>
                  <a:pt x="172937" y="159350"/>
                </a:cubicBezTo>
                <a:cubicBezTo>
                  <a:pt x="169077" y="159350"/>
                  <a:pt x="165337" y="159350"/>
                  <a:pt x="157857" y="159350"/>
                </a:cubicBezTo>
                <a:close/>
                <a:moveTo>
                  <a:pt x="150711" y="159350"/>
                </a:moveTo>
                <a:cubicBezTo>
                  <a:pt x="147017" y="163077"/>
                  <a:pt x="143324" y="163077"/>
                  <a:pt x="139512" y="163077"/>
                </a:cubicBezTo>
                <a:cubicBezTo>
                  <a:pt x="139512" y="166802"/>
                  <a:pt x="139512" y="174374"/>
                  <a:pt x="139512" y="174374"/>
                </a:cubicBezTo>
                <a:cubicBezTo>
                  <a:pt x="139512" y="178101"/>
                  <a:pt x="143324" y="178101"/>
                  <a:pt x="147017" y="178101"/>
                </a:cubicBezTo>
                <a:cubicBezTo>
                  <a:pt x="147017" y="178101"/>
                  <a:pt x="147017" y="178101"/>
                  <a:pt x="158216" y="178101"/>
                </a:cubicBezTo>
                <a:cubicBezTo>
                  <a:pt x="161909" y="178101"/>
                  <a:pt x="165601" y="178101"/>
                  <a:pt x="165601" y="174374"/>
                </a:cubicBezTo>
                <a:lnTo>
                  <a:pt x="165435" y="174374"/>
                </a:lnTo>
                <a:lnTo>
                  <a:pt x="168609" y="172561"/>
                </a:lnTo>
                <a:cubicBezTo>
                  <a:pt x="169077" y="171626"/>
                  <a:pt x="169077" y="170691"/>
                  <a:pt x="169077" y="170691"/>
                </a:cubicBezTo>
                <a:lnTo>
                  <a:pt x="169077" y="170691"/>
                </a:lnTo>
                <a:lnTo>
                  <a:pt x="168609" y="172560"/>
                </a:lnTo>
                <a:lnTo>
                  <a:pt x="165435" y="174374"/>
                </a:lnTo>
                <a:lnTo>
                  <a:pt x="165387" y="174374"/>
                </a:lnTo>
                <a:lnTo>
                  <a:pt x="165387" y="174374"/>
                </a:lnTo>
                <a:lnTo>
                  <a:pt x="165140" y="174374"/>
                </a:lnTo>
                <a:cubicBezTo>
                  <a:pt x="164678" y="174374"/>
                  <a:pt x="163755" y="174374"/>
                  <a:pt x="161909" y="174374"/>
                </a:cubicBezTo>
                <a:lnTo>
                  <a:pt x="158216" y="170649"/>
                </a:lnTo>
                <a:cubicBezTo>
                  <a:pt x="154403" y="170649"/>
                  <a:pt x="154403" y="174374"/>
                  <a:pt x="150711" y="174374"/>
                </a:cubicBezTo>
                <a:cubicBezTo>
                  <a:pt x="150711" y="174374"/>
                  <a:pt x="150711" y="174374"/>
                  <a:pt x="147017" y="174374"/>
                </a:cubicBezTo>
                <a:lnTo>
                  <a:pt x="147017" y="170649"/>
                </a:lnTo>
                <a:cubicBezTo>
                  <a:pt x="147017" y="166802"/>
                  <a:pt x="147017" y="163077"/>
                  <a:pt x="150711" y="159350"/>
                </a:cubicBezTo>
                <a:close/>
                <a:moveTo>
                  <a:pt x="191674" y="0"/>
                </a:moveTo>
                <a:cubicBezTo>
                  <a:pt x="254675" y="0"/>
                  <a:pt x="288077" y="89113"/>
                  <a:pt x="302935" y="141155"/>
                </a:cubicBezTo>
                <a:cubicBezTo>
                  <a:pt x="310424" y="163374"/>
                  <a:pt x="328968" y="219099"/>
                  <a:pt x="325282" y="237635"/>
                </a:cubicBezTo>
                <a:cubicBezTo>
                  <a:pt x="325282" y="245121"/>
                  <a:pt x="317794" y="263537"/>
                  <a:pt x="302935" y="282073"/>
                </a:cubicBezTo>
                <a:cubicBezTo>
                  <a:pt x="325282" y="289559"/>
                  <a:pt x="355000" y="296925"/>
                  <a:pt x="369858" y="322946"/>
                </a:cubicBezTo>
                <a:cubicBezTo>
                  <a:pt x="381031" y="345165"/>
                  <a:pt x="381031" y="363819"/>
                  <a:pt x="377228" y="389722"/>
                </a:cubicBezTo>
                <a:cubicBezTo>
                  <a:pt x="373543" y="412059"/>
                  <a:pt x="358685" y="430595"/>
                  <a:pt x="340141" y="441763"/>
                </a:cubicBezTo>
                <a:cubicBezTo>
                  <a:pt x="340141" y="441763"/>
                  <a:pt x="340141" y="441763"/>
                  <a:pt x="351315" y="356334"/>
                </a:cubicBezTo>
                <a:cubicBezTo>
                  <a:pt x="351315" y="345165"/>
                  <a:pt x="347511" y="334115"/>
                  <a:pt x="340141" y="326629"/>
                </a:cubicBezTo>
                <a:cubicBezTo>
                  <a:pt x="332652" y="319262"/>
                  <a:pt x="321598" y="311777"/>
                  <a:pt x="314109" y="311777"/>
                </a:cubicBezTo>
                <a:cubicBezTo>
                  <a:pt x="314109" y="311777"/>
                  <a:pt x="314109" y="311777"/>
                  <a:pt x="228643" y="311777"/>
                </a:cubicBezTo>
                <a:cubicBezTo>
                  <a:pt x="236132" y="304410"/>
                  <a:pt x="243501" y="296925"/>
                  <a:pt x="250990" y="289559"/>
                </a:cubicBezTo>
                <a:cubicBezTo>
                  <a:pt x="291881" y="263537"/>
                  <a:pt x="302935" y="226466"/>
                  <a:pt x="302935" y="222783"/>
                </a:cubicBezTo>
                <a:cubicBezTo>
                  <a:pt x="302935" y="207931"/>
                  <a:pt x="295566" y="196761"/>
                  <a:pt x="288077" y="189396"/>
                </a:cubicBezTo>
                <a:cubicBezTo>
                  <a:pt x="280707" y="215416"/>
                  <a:pt x="269533" y="241318"/>
                  <a:pt x="250990" y="256052"/>
                </a:cubicBezTo>
                <a:cubicBezTo>
                  <a:pt x="198926" y="296925"/>
                  <a:pt x="180501" y="296925"/>
                  <a:pt x="132240" y="256052"/>
                </a:cubicBezTo>
                <a:cubicBezTo>
                  <a:pt x="113577" y="241318"/>
                  <a:pt x="102523" y="215416"/>
                  <a:pt x="95034" y="189396"/>
                </a:cubicBezTo>
                <a:cubicBezTo>
                  <a:pt x="91349" y="189396"/>
                  <a:pt x="91349" y="189396"/>
                  <a:pt x="91349" y="189396"/>
                </a:cubicBezTo>
                <a:cubicBezTo>
                  <a:pt x="83980" y="196761"/>
                  <a:pt x="80175" y="207931"/>
                  <a:pt x="80175" y="222783"/>
                </a:cubicBezTo>
                <a:cubicBezTo>
                  <a:pt x="80175" y="248685"/>
                  <a:pt x="106208" y="274707"/>
                  <a:pt x="128436" y="289559"/>
                </a:cubicBezTo>
                <a:cubicBezTo>
                  <a:pt x="139610" y="296925"/>
                  <a:pt x="143413" y="304410"/>
                  <a:pt x="150783" y="311777"/>
                </a:cubicBezTo>
                <a:cubicBezTo>
                  <a:pt x="150783" y="311777"/>
                  <a:pt x="150783" y="311777"/>
                  <a:pt x="69121" y="311777"/>
                </a:cubicBezTo>
                <a:cubicBezTo>
                  <a:pt x="57947" y="311777"/>
                  <a:pt x="46774" y="319262"/>
                  <a:pt x="39404" y="326629"/>
                </a:cubicBezTo>
                <a:cubicBezTo>
                  <a:pt x="31915" y="334115"/>
                  <a:pt x="28231" y="345165"/>
                  <a:pt x="31915" y="356334"/>
                </a:cubicBezTo>
                <a:cubicBezTo>
                  <a:pt x="31915" y="356334"/>
                  <a:pt x="31915" y="356334"/>
                  <a:pt x="39404" y="441763"/>
                </a:cubicBezTo>
                <a:cubicBezTo>
                  <a:pt x="20742" y="430595"/>
                  <a:pt x="5882" y="412059"/>
                  <a:pt x="2198" y="389722"/>
                </a:cubicBezTo>
                <a:cubicBezTo>
                  <a:pt x="-1487" y="363819"/>
                  <a:pt x="-1487" y="345165"/>
                  <a:pt x="9686" y="322946"/>
                </a:cubicBezTo>
                <a:cubicBezTo>
                  <a:pt x="24426" y="296925"/>
                  <a:pt x="54262" y="289559"/>
                  <a:pt x="76491" y="282073"/>
                </a:cubicBezTo>
                <a:cubicBezTo>
                  <a:pt x="61632" y="263537"/>
                  <a:pt x="54262" y="245121"/>
                  <a:pt x="54262" y="237635"/>
                </a:cubicBezTo>
                <a:cubicBezTo>
                  <a:pt x="54262" y="219099"/>
                  <a:pt x="69121" y="163374"/>
                  <a:pt x="76491" y="141155"/>
                </a:cubicBezTo>
                <a:cubicBezTo>
                  <a:pt x="83980" y="118818"/>
                  <a:pt x="95034" y="89113"/>
                  <a:pt x="109893" y="59409"/>
                </a:cubicBezTo>
                <a:cubicBezTo>
                  <a:pt x="113577" y="55725"/>
                  <a:pt x="113577" y="52042"/>
                  <a:pt x="117381" y="52042"/>
                </a:cubicBezTo>
                <a:cubicBezTo>
                  <a:pt x="135924" y="22338"/>
                  <a:pt x="158272" y="0"/>
                  <a:pt x="191674" y="0"/>
                </a:cubicBezTo>
                <a:close/>
              </a:path>
            </a:pathLst>
          </a:custGeom>
          <a:solidFill>
            <a:srgbClr val="BA310A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defTabSz="1219170">
              <a:buClr>
                <a:srgbClr val="575757"/>
              </a:buClr>
              <a:buSzPts val="900"/>
            </a:pPr>
            <a:endParaRPr sz="1200">
              <a:solidFill>
                <a:srgbClr val="3B3E42"/>
              </a:solidFill>
            </a:endParaRPr>
          </a:p>
        </p:txBody>
      </p:sp>
      <p:grpSp>
        <p:nvGrpSpPr>
          <p:cNvPr id="31" name="Google Shape;359;p35">
            <a:extLst>
              <a:ext uri="{FF2B5EF4-FFF2-40B4-BE49-F238E27FC236}">
                <a16:creationId xmlns:a16="http://schemas.microsoft.com/office/drawing/2014/main" id="{1E41459E-6A7A-FC8C-AFE2-684DD6BD3ACA}"/>
              </a:ext>
            </a:extLst>
          </p:cNvPr>
          <p:cNvGrpSpPr/>
          <p:nvPr/>
        </p:nvGrpSpPr>
        <p:grpSpPr>
          <a:xfrm>
            <a:off x="8919029" y="2562949"/>
            <a:ext cx="138312" cy="138416"/>
            <a:chOff x="4418353" y="3010230"/>
            <a:chExt cx="318300" cy="321600"/>
          </a:xfrm>
        </p:grpSpPr>
        <p:sp>
          <p:nvSpPr>
            <p:cNvPr id="32" name="Google Shape;360;p35">
              <a:extLst>
                <a:ext uri="{FF2B5EF4-FFF2-40B4-BE49-F238E27FC236}">
                  <a16:creationId xmlns:a16="http://schemas.microsoft.com/office/drawing/2014/main" id="{72683DD0-29FE-49C3-3194-D3051C42AF80}"/>
                </a:ext>
              </a:extLst>
            </p:cNvPr>
            <p:cNvSpPr/>
            <p:nvPr/>
          </p:nvSpPr>
          <p:spPr>
            <a:xfrm>
              <a:off x="4418353" y="3010230"/>
              <a:ext cx="318300" cy="321600"/>
            </a:xfrm>
            <a:prstGeom prst="ellipse">
              <a:avLst/>
            </a:prstGeom>
            <a:solidFill>
              <a:srgbClr val="BA310A"/>
            </a:solidFill>
            <a:ln>
              <a:noFill/>
            </a:ln>
          </p:spPr>
          <p:txBody>
            <a:bodyPr spcFirstLastPara="1" wrap="square" lIns="68567" tIns="34267" rIns="68567" bIns="34267" anchor="ctr" anchorCtr="0">
              <a:noAutofit/>
            </a:bodyPr>
            <a:lstStyle/>
            <a:p>
              <a:pPr algn="ctr" defTabSz="1219170">
                <a:buSzPts val="800"/>
              </a:pPr>
              <a:endParaRPr sz="1067">
                <a:solidFill>
                  <a:srgbClr val="FFFFFF"/>
                </a:solidFill>
              </a:endParaRPr>
            </a:p>
          </p:txBody>
        </p:sp>
        <p:pic>
          <p:nvPicPr>
            <p:cNvPr id="33" name="Google Shape;361;p35" descr="Close">
              <a:extLst>
                <a:ext uri="{FF2B5EF4-FFF2-40B4-BE49-F238E27FC236}">
                  <a16:creationId xmlns:a16="http://schemas.microsoft.com/office/drawing/2014/main" id="{74385AD5-4FDE-1699-8283-66B86C85CCDE}"/>
                </a:ext>
              </a:extLst>
            </p:cNvPr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>
              <a:off x="4469881" y="3063287"/>
              <a:ext cx="215373" cy="21537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4" name="Google Shape;362;p35">
            <a:extLst>
              <a:ext uri="{FF2B5EF4-FFF2-40B4-BE49-F238E27FC236}">
                <a16:creationId xmlns:a16="http://schemas.microsoft.com/office/drawing/2014/main" id="{93CA1A62-9725-E411-787C-F1BCA4C76664}"/>
              </a:ext>
            </a:extLst>
          </p:cNvPr>
          <p:cNvSpPr txBox="1"/>
          <p:nvPr/>
        </p:nvSpPr>
        <p:spPr>
          <a:xfrm>
            <a:off x="6433273" y="1323602"/>
            <a:ext cx="5123600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33" tIns="45700" rIns="91433" bIns="45700" anchor="t" anchorCtr="0">
            <a:spAutoFit/>
          </a:bodyPr>
          <a:lstStyle/>
          <a:p>
            <a:pPr algn="ctr" defTabSz="1219170">
              <a:buClr>
                <a:srgbClr val="236BF5"/>
              </a:buClr>
              <a:buSzPts val="900"/>
            </a:pPr>
            <a:r>
              <a:rPr lang="en" sz="1200" b="1">
                <a:solidFill>
                  <a:srgbClr val="FFFFFF"/>
                </a:solidFill>
              </a:rPr>
              <a:t>Zscaler Architecture </a:t>
            </a:r>
            <a:endParaRPr sz="1200">
              <a:solidFill>
                <a:srgbClr val="FFFFFF"/>
              </a:solidFill>
            </a:endParaRPr>
          </a:p>
        </p:txBody>
      </p:sp>
      <p:grpSp>
        <p:nvGrpSpPr>
          <p:cNvPr id="35" name="Google Shape;363;p35">
            <a:extLst>
              <a:ext uri="{FF2B5EF4-FFF2-40B4-BE49-F238E27FC236}">
                <a16:creationId xmlns:a16="http://schemas.microsoft.com/office/drawing/2014/main" id="{2AFCFBDD-8C36-6C0B-0E03-16D621615E36}"/>
              </a:ext>
            </a:extLst>
          </p:cNvPr>
          <p:cNvGrpSpPr/>
          <p:nvPr/>
        </p:nvGrpSpPr>
        <p:grpSpPr>
          <a:xfrm>
            <a:off x="6380042" y="4892082"/>
            <a:ext cx="5140191" cy="755333"/>
            <a:chOff x="6465426" y="4364306"/>
            <a:chExt cx="5140191" cy="755333"/>
          </a:xfrm>
        </p:grpSpPr>
        <p:sp>
          <p:nvSpPr>
            <p:cNvPr id="36" name="Google Shape;364;p35">
              <a:extLst>
                <a:ext uri="{FF2B5EF4-FFF2-40B4-BE49-F238E27FC236}">
                  <a16:creationId xmlns:a16="http://schemas.microsoft.com/office/drawing/2014/main" id="{8EFAB601-E260-460B-9599-AE51BD13290B}"/>
                </a:ext>
              </a:extLst>
            </p:cNvPr>
            <p:cNvSpPr/>
            <p:nvPr/>
          </p:nvSpPr>
          <p:spPr>
            <a:xfrm>
              <a:off x="7976182" y="4890974"/>
              <a:ext cx="1053000" cy="215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33" tIns="45700" rIns="91433" bIns="45700" anchor="t" anchorCtr="0">
              <a:noAutofit/>
            </a:bodyPr>
            <a:lstStyle/>
            <a:p>
              <a:pPr algn="ctr" defTabSz="1219170">
                <a:buClr>
                  <a:srgbClr val="3B3E42"/>
                </a:buClr>
                <a:buSzPts val="500"/>
              </a:pPr>
              <a:r>
                <a:rPr lang="en" sz="800" b="1">
                  <a:solidFill>
                    <a:srgbClr val="FFFFFF"/>
                  </a:solidFill>
                </a:rPr>
                <a:t>Data Centers</a:t>
              </a:r>
              <a:endParaRPr sz="1467">
                <a:solidFill>
                  <a:srgbClr val="FFFFFF"/>
                </a:solidFill>
              </a:endParaRPr>
            </a:p>
          </p:txBody>
        </p:sp>
        <p:sp>
          <p:nvSpPr>
            <p:cNvPr id="37" name="Google Shape;365;p35">
              <a:extLst>
                <a:ext uri="{FF2B5EF4-FFF2-40B4-BE49-F238E27FC236}">
                  <a16:creationId xmlns:a16="http://schemas.microsoft.com/office/drawing/2014/main" id="{86896C76-DAB2-9AA2-F4E9-E20731EB6B38}"/>
                </a:ext>
              </a:extLst>
            </p:cNvPr>
            <p:cNvSpPr/>
            <p:nvPr/>
          </p:nvSpPr>
          <p:spPr>
            <a:xfrm>
              <a:off x="6465426" y="4894425"/>
              <a:ext cx="1536000" cy="215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33" tIns="45700" rIns="91433" bIns="45700" anchor="t" anchorCtr="0">
              <a:noAutofit/>
            </a:bodyPr>
            <a:lstStyle/>
            <a:p>
              <a:pPr algn="ctr" defTabSz="1219170">
                <a:buClr>
                  <a:srgbClr val="3B3E42"/>
                </a:buClr>
                <a:buSzPts val="500"/>
              </a:pPr>
              <a:r>
                <a:rPr lang="en" sz="800" b="1">
                  <a:solidFill>
                    <a:srgbClr val="FFFFFF"/>
                  </a:solidFill>
                </a:rPr>
                <a:t> Branches, Factories</a:t>
              </a:r>
              <a:endParaRPr sz="1467">
                <a:solidFill>
                  <a:srgbClr val="FFFFFF"/>
                </a:solidFill>
              </a:endParaRPr>
            </a:p>
          </p:txBody>
        </p:sp>
        <p:sp>
          <p:nvSpPr>
            <p:cNvPr id="38" name="Google Shape;366;p35">
              <a:extLst>
                <a:ext uri="{FF2B5EF4-FFF2-40B4-BE49-F238E27FC236}">
                  <a16:creationId xmlns:a16="http://schemas.microsoft.com/office/drawing/2014/main" id="{D873EE37-7EFC-2B49-DA3C-76853F2AC7E6}"/>
                </a:ext>
              </a:extLst>
            </p:cNvPr>
            <p:cNvSpPr/>
            <p:nvPr/>
          </p:nvSpPr>
          <p:spPr>
            <a:xfrm>
              <a:off x="9137817" y="4904239"/>
              <a:ext cx="2467800" cy="215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33" tIns="45700" rIns="91433" bIns="45700" anchor="t" anchorCtr="0">
              <a:noAutofit/>
            </a:bodyPr>
            <a:lstStyle/>
            <a:p>
              <a:pPr algn="ctr" defTabSz="1219170">
                <a:buClr>
                  <a:srgbClr val="3B3E42"/>
                </a:buClr>
                <a:buSzPts val="500"/>
              </a:pPr>
              <a:r>
                <a:rPr lang="en" sz="800" b="1">
                  <a:solidFill>
                    <a:srgbClr val="FFFFFF"/>
                  </a:solidFill>
                </a:rPr>
                <a:t>Public Clouds</a:t>
              </a:r>
              <a:endParaRPr sz="1467">
                <a:solidFill>
                  <a:srgbClr val="FFFFFF"/>
                </a:solidFill>
              </a:endParaRPr>
            </a:p>
          </p:txBody>
        </p:sp>
        <p:sp>
          <p:nvSpPr>
            <p:cNvPr id="39" name="Google Shape;367;p35">
              <a:extLst>
                <a:ext uri="{FF2B5EF4-FFF2-40B4-BE49-F238E27FC236}">
                  <a16:creationId xmlns:a16="http://schemas.microsoft.com/office/drawing/2014/main" id="{95B5D037-1BFC-6AE8-DE00-C8E52364DBBE}"/>
                </a:ext>
              </a:extLst>
            </p:cNvPr>
            <p:cNvSpPr/>
            <p:nvPr/>
          </p:nvSpPr>
          <p:spPr>
            <a:xfrm>
              <a:off x="8251726" y="4364306"/>
              <a:ext cx="501900" cy="476700"/>
            </a:xfrm>
            <a:prstGeom prst="roundRect">
              <a:avLst>
                <a:gd name="adj" fmla="val 16667"/>
              </a:avLst>
            </a:prstGeom>
            <a:solidFill>
              <a:schemeClr val="dk1">
                <a:alpha val="80000"/>
              </a:schemeClr>
            </a:solidFill>
            <a:ln>
              <a:noFill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defTabSz="1219170">
                <a:buSzPts val="800"/>
              </a:pPr>
              <a:endParaRPr sz="1067">
                <a:solidFill>
                  <a:srgbClr val="575757"/>
                </a:solidFill>
              </a:endParaRPr>
            </a:p>
          </p:txBody>
        </p:sp>
        <p:sp>
          <p:nvSpPr>
            <p:cNvPr id="40" name="Google Shape;368;p35">
              <a:extLst>
                <a:ext uri="{FF2B5EF4-FFF2-40B4-BE49-F238E27FC236}">
                  <a16:creationId xmlns:a16="http://schemas.microsoft.com/office/drawing/2014/main" id="{48D6E752-19DD-93BB-8C62-64D516AA3EC0}"/>
                </a:ext>
              </a:extLst>
            </p:cNvPr>
            <p:cNvSpPr/>
            <p:nvPr/>
          </p:nvSpPr>
          <p:spPr>
            <a:xfrm>
              <a:off x="8385779" y="4591601"/>
              <a:ext cx="234047" cy="181630"/>
            </a:xfrm>
            <a:custGeom>
              <a:avLst/>
              <a:gdLst/>
              <a:ahLst/>
              <a:cxnLst/>
              <a:rect l="l" t="t" r="r" b="b"/>
              <a:pathLst>
                <a:path w="828484" h="642937" extrusionOk="0">
                  <a:moveTo>
                    <a:pt x="605885" y="642938"/>
                  </a:moveTo>
                  <a:lnTo>
                    <a:pt x="222599" y="642938"/>
                  </a:lnTo>
                  <a:cubicBezTo>
                    <a:pt x="188427" y="642885"/>
                    <a:pt x="160739" y="615197"/>
                    <a:pt x="160687" y="581025"/>
                  </a:cubicBezTo>
                  <a:lnTo>
                    <a:pt x="160687" y="61913"/>
                  </a:lnTo>
                  <a:cubicBezTo>
                    <a:pt x="160739" y="27741"/>
                    <a:pt x="188427" y="52"/>
                    <a:pt x="222599" y="0"/>
                  </a:cubicBezTo>
                  <a:lnTo>
                    <a:pt x="605885" y="0"/>
                  </a:lnTo>
                  <a:cubicBezTo>
                    <a:pt x="640057" y="52"/>
                    <a:pt x="667745" y="27741"/>
                    <a:pt x="667798" y="61913"/>
                  </a:cubicBezTo>
                  <a:lnTo>
                    <a:pt x="667798" y="581025"/>
                  </a:lnTo>
                  <a:cubicBezTo>
                    <a:pt x="667745" y="615197"/>
                    <a:pt x="640057" y="642885"/>
                    <a:pt x="605885" y="642938"/>
                  </a:cubicBezTo>
                  <a:close/>
                  <a:moveTo>
                    <a:pt x="222599" y="28575"/>
                  </a:moveTo>
                  <a:cubicBezTo>
                    <a:pt x="204187" y="28575"/>
                    <a:pt x="189262" y="43501"/>
                    <a:pt x="189262" y="61913"/>
                  </a:cubicBezTo>
                  <a:lnTo>
                    <a:pt x="189262" y="581025"/>
                  </a:lnTo>
                  <a:cubicBezTo>
                    <a:pt x="189262" y="599437"/>
                    <a:pt x="204187" y="614363"/>
                    <a:pt x="222599" y="614363"/>
                  </a:cubicBezTo>
                  <a:lnTo>
                    <a:pt x="605885" y="614363"/>
                  </a:lnTo>
                  <a:cubicBezTo>
                    <a:pt x="624297" y="614363"/>
                    <a:pt x="639223" y="599437"/>
                    <a:pt x="639223" y="581025"/>
                  </a:cubicBezTo>
                  <a:lnTo>
                    <a:pt x="639223" y="61913"/>
                  </a:lnTo>
                  <a:cubicBezTo>
                    <a:pt x="639223" y="43501"/>
                    <a:pt x="624297" y="28575"/>
                    <a:pt x="605885" y="28575"/>
                  </a:cubicBezTo>
                  <a:close/>
                  <a:moveTo>
                    <a:pt x="130778" y="567595"/>
                  </a:moveTo>
                  <a:cubicBezTo>
                    <a:pt x="130778" y="557073"/>
                    <a:pt x="122250" y="548545"/>
                    <a:pt x="111728" y="548545"/>
                  </a:cubicBezTo>
                  <a:cubicBezTo>
                    <a:pt x="101207" y="548545"/>
                    <a:pt x="92678" y="557073"/>
                    <a:pt x="92678" y="567595"/>
                  </a:cubicBezTo>
                  <a:cubicBezTo>
                    <a:pt x="92678" y="578116"/>
                    <a:pt x="101207" y="586645"/>
                    <a:pt x="111728" y="586645"/>
                  </a:cubicBezTo>
                  <a:lnTo>
                    <a:pt x="112205" y="586645"/>
                  </a:lnTo>
                  <a:cubicBezTo>
                    <a:pt x="122539" y="586387"/>
                    <a:pt x="130781" y="577932"/>
                    <a:pt x="130778" y="567595"/>
                  </a:cubicBezTo>
                  <a:close/>
                  <a:moveTo>
                    <a:pt x="43910" y="583311"/>
                  </a:moveTo>
                  <a:cubicBezTo>
                    <a:pt x="41318" y="583289"/>
                    <a:pt x="38757" y="582738"/>
                    <a:pt x="36385" y="581692"/>
                  </a:cubicBezTo>
                  <a:lnTo>
                    <a:pt x="35338" y="581692"/>
                  </a:lnTo>
                  <a:cubicBezTo>
                    <a:pt x="25737" y="577352"/>
                    <a:pt x="21473" y="566051"/>
                    <a:pt x="25813" y="556451"/>
                  </a:cubicBezTo>
                  <a:cubicBezTo>
                    <a:pt x="30152" y="546850"/>
                    <a:pt x="41454" y="542586"/>
                    <a:pt x="51054" y="546926"/>
                  </a:cubicBezTo>
                  <a:cubicBezTo>
                    <a:pt x="60762" y="550981"/>
                    <a:pt x="65343" y="562139"/>
                    <a:pt x="61288" y="571847"/>
                  </a:cubicBezTo>
                  <a:cubicBezTo>
                    <a:pt x="61243" y="571954"/>
                    <a:pt x="61197" y="572060"/>
                    <a:pt x="61151" y="572167"/>
                  </a:cubicBezTo>
                  <a:cubicBezTo>
                    <a:pt x="58068" y="578925"/>
                    <a:pt x="51338" y="583275"/>
                    <a:pt x="43910" y="583311"/>
                  </a:cubicBezTo>
                  <a:close/>
                  <a:moveTo>
                    <a:pt x="19050" y="524542"/>
                  </a:moveTo>
                  <a:cubicBezTo>
                    <a:pt x="8529" y="524542"/>
                    <a:pt x="0" y="516013"/>
                    <a:pt x="0" y="505492"/>
                  </a:cubicBezTo>
                  <a:lnTo>
                    <a:pt x="0" y="504539"/>
                  </a:lnTo>
                  <a:cubicBezTo>
                    <a:pt x="0" y="494018"/>
                    <a:pt x="8529" y="485489"/>
                    <a:pt x="19050" y="485489"/>
                  </a:cubicBezTo>
                  <a:cubicBezTo>
                    <a:pt x="29571" y="485489"/>
                    <a:pt x="38100" y="494018"/>
                    <a:pt x="38100" y="504539"/>
                  </a:cubicBezTo>
                  <a:lnTo>
                    <a:pt x="38100" y="505492"/>
                  </a:lnTo>
                  <a:cubicBezTo>
                    <a:pt x="38100" y="516013"/>
                    <a:pt x="29571" y="524542"/>
                    <a:pt x="19050" y="524542"/>
                  </a:cubicBezTo>
                  <a:close/>
                  <a:moveTo>
                    <a:pt x="19050" y="455771"/>
                  </a:moveTo>
                  <a:cubicBezTo>
                    <a:pt x="8529" y="455771"/>
                    <a:pt x="0" y="447243"/>
                    <a:pt x="0" y="436721"/>
                  </a:cubicBezTo>
                  <a:lnTo>
                    <a:pt x="0" y="435769"/>
                  </a:lnTo>
                  <a:cubicBezTo>
                    <a:pt x="0" y="425247"/>
                    <a:pt x="8529" y="416719"/>
                    <a:pt x="19050" y="416719"/>
                  </a:cubicBezTo>
                  <a:cubicBezTo>
                    <a:pt x="29571" y="416719"/>
                    <a:pt x="38100" y="425247"/>
                    <a:pt x="38100" y="435769"/>
                  </a:cubicBezTo>
                  <a:lnTo>
                    <a:pt x="38100" y="436817"/>
                  </a:lnTo>
                  <a:cubicBezTo>
                    <a:pt x="38048" y="447301"/>
                    <a:pt x="29534" y="455771"/>
                    <a:pt x="19050" y="455771"/>
                  </a:cubicBezTo>
                  <a:close/>
                  <a:moveTo>
                    <a:pt x="19050" y="386906"/>
                  </a:moveTo>
                  <a:cubicBezTo>
                    <a:pt x="8529" y="386906"/>
                    <a:pt x="0" y="378377"/>
                    <a:pt x="0" y="367856"/>
                  </a:cubicBezTo>
                  <a:lnTo>
                    <a:pt x="0" y="366903"/>
                  </a:lnTo>
                  <a:cubicBezTo>
                    <a:pt x="0" y="356382"/>
                    <a:pt x="8529" y="347853"/>
                    <a:pt x="19050" y="347853"/>
                  </a:cubicBezTo>
                  <a:cubicBezTo>
                    <a:pt x="29571" y="347853"/>
                    <a:pt x="38100" y="356382"/>
                    <a:pt x="38100" y="366903"/>
                  </a:cubicBezTo>
                  <a:lnTo>
                    <a:pt x="38100" y="367856"/>
                  </a:lnTo>
                  <a:cubicBezTo>
                    <a:pt x="38100" y="378377"/>
                    <a:pt x="29571" y="386906"/>
                    <a:pt x="19050" y="386906"/>
                  </a:cubicBezTo>
                  <a:close/>
                  <a:moveTo>
                    <a:pt x="19050" y="318135"/>
                  </a:moveTo>
                  <a:cubicBezTo>
                    <a:pt x="8529" y="318135"/>
                    <a:pt x="0" y="309606"/>
                    <a:pt x="0" y="299085"/>
                  </a:cubicBezTo>
                  <a:lnTo>
                    <a:pt x="0" y="298133"/>
                  </a:lnTo>
                  <a:cubicBezTo>
                    <a:pt x="0" y="287611"/>
                    <a:pt x="8529" y="279083"/>
                    <a:pt x="19050" y="279083"/>
                  </a:cubicBezTo>
                  <a:cubicBezTo>
                    <a:pt x="29571" y="279083"/>
                    <a:pt x="38100" y="287611"/>
                    <a:pt x="38100" y="298133"/>
                  </a:cubicBezTo>
                  <a:lnTo>
                    <a:pt x="38100" y="299085"/>
                  </a:lnTo>
                  <a:cubicBezTo>
                    <a:pt x="38100" y="309606"/>
                    <a:pt x="29571" y="318135"/>
                    <a:pt x="19050" y="318135"/>
                  </a:cubicBezTo>
                  <a:close/>
                  <a:moveTo>
                    <a:pt x="19050" y="249269"/>
                  </a:moveTo>
                  <a:cubicBezTo>
                    <a:pt x="8529" y="249269"/>
                    <a:pt x="0" y="240741"/>
                    <a:pt x="0" y="230219"/>
                  </a:cubicBezTo>
                  <a:lnTo>
                    <a:pt x="0" y="229267"/>
                  </a:lnTo>
                  <a:cubicBezTo>
                    <a:pt x="0" y="218745"/>
                    <a:pt x="8529" y="210217"/>
                    <a:pt x="19050" y="210217"/>
                  </a:cubicBezTo>
                  <a:cubicBezTo>
                    <a:pt x="29571" y="210217"/>
                    <a:pt x="38100" y="218745"/>
                    <a:pt x="38100" y="229267"/>
                  </a:cubicBezTo>
                  <a:lnTo>
                    <a:pt x="38100" y="230219"/>
                  </a:lnTo>
                  <a:cubicBezTo>
                    <a:pt x="38100" y="240741"/>
                    <a:pt x="29571" y="249269"/>
                    <a:pt x="19050" y="249269"/>
                  </a:cubicBezTo>
                  <a:close/>
                  <a:moveTo>
                    <a:pt x="43529" y="189643"/>
                  </a:moveTo>
                  <a:cubicBezTo>
                    <a:pt x="36054" y="189699"/>
                    <a:pt x="29238" y="185377"/>
                    <a:pt x="26098" y="178594"/>
                  </a:cubicBezTo>
                  <a:cubicBezTo>
                    <a:pt x="21730" y="169173"/>
                    <a:pt x="25713" y="157988"/>
                    <a:pt x="35052" y="153448"/>
                  </a:cubicBezTo>
                  <a:lnTo>
                    <a:pt x="36195" y="153448"/>
                  </a:lnTo>
                  <a:cubicBezTo>
                    <a:pt x="45389" y="148334"/>
                    <a:pt x="56989" y="151642"/>
                    <a:pt x="62103" y="160836"/>
                  </a:cubicBezTo>
                  <a:cubicBezTo>
                    <a:pt x="67217" y="170031"/>
                    <a:pt x="63909" y="181630"/>
                    <a:pt x="54714" y="186744"/>
                  </a:cubicBezTo>
                  <a:cubicBezTo>
                    <a:pt x="53728" y="187293"/>
                    <a:pt x="52694" y="187753"/>
                    <a:pt x="51626" y="188119"/>
                  </a:cubicBezTo>
                  <a:cubicBezTo>
                    <a:pt x="49070" y="189211"/>
                    <a:pt x="46307" y="189731"/>
                    <a:pt x="43529" y="189643"/>
                  </a:cubicBezTo>
                  <a:close/>
                  <a:moveTo>
                    <a:pt x="130969" y="167069"/>
                  </a:moveTo>
                  <a:cubicBezTo>
                    <a:pt x="130969" y="156547"/>
                    <a:pt x="122440" y="148019"/>
                    <a:pt x="111919" y="148019"/>
                  </a:cubicBezTo>
                  <a:lnTo>
                    <a:pt x="111442" y="148019"/>
                  </a:lnTo>
                  <a:cubicBezTo>
                    <a:pt x="100921" y="148019"/>
                    <a:pt x="92392" y="156547"/>
                    <a:pt x="92392" y="167069"/>
                  </a:cubicBezTo>
                  <a:cubicBezTo>
                    <a:pt x="92392" y="177590"/>
                    <a:pt x="100921" y="186119"/>
                    <a:pt x="111442" y="186119"/>
                  </a:cubicBezTo>
                  <a:cubicBezTo>
                    <a:pt x="121960" y="186381"/>
                    <a:pt x="130700" y="178069"/>
                    <a:pt x="130963" y="167550"/>
                  </a:cubicBezTo>
                  <a:cubicBezTo>
                    <a:pt x="130967" y="167390"/>
                    <a:pt x="130969" y="167229"/>
                    <a:pt x="130969" y="167069"/>
                  </a:cubicBezTo>
                  <a:close/>
                  <a:moveTo>
                    <a:pt x="736092" y="567595"/>
                  </a:moveTo>
                  <a:cubicBezTo>
                    <a:pt x="736092" y="557073"/>
                    <a:pt x="727563" y="548545"/>
                    <a:pt x="717042" y="548545"/>
                  </a:cubicBezTo>
                  <a:lnTo>
                    <a:pt x="716566" y="548545"/>
                  </a:lnTo>
                  <a:cubicBezTo>
                    <a:pt x="706044" y="548545"/>
                    <a:pt x="697516" y="557073"/>
                    <a:pt x="697516" y="567595"/>
                  </a:cubicBezTo>
                  <a:cubicBezTo>
                    <a:pt x="697516" y="578116"/>
                    <a:pt x="706044" y="586645"/>
                    <a:pt x="716566" y="586645"/>
                  </a:cubicBezTo>
                  <a:cubicBezTo>
                    <a:pt x="727087" y="586645"/>
                    <a:pt x="735616" y="578116"/>
                    <a:pt x="735616" y="567595"/>
                  </a:cubicBezTo>
                  <a:close/>
                  <a:moveTo>
                    <a:pt x="784384" y="583311"/>
                  </a:moveTo>
                  <a:cubicBezTo>
                    <a:pt x="773862" y="583275"/>
                    <a:pt x="765363" y="574717"/>
                    <a:pt x="765399" y="564195"/>
                  </a:cubicBezTo>
                  <a:cubicBezTo>
                    <a:pt x="765425" y="556671"/>
                    <a:pt x="769878" y="549866"/>
                    <a:pt x="776764" y="546830"/>
                  </a:cubicBezTo>
                  <a:lnTo>
                    <a:pt x="777431" y="546830"/>
                  </a:lnTo>
                  <a:cubicBezTo>
                    <a:pt x="787031" y="542491"/>
                    <a:pt x="798328" y="546755"/>
                    <a:pt x="802672" y="556355"/>
                  </a:cubicBezTo>
                  <a:cubicBezTo>
                    <a:pt x="807015" y="565956"/>
                    <a:pt x="802748" y="577257"/>
                    <a:pt x="793147" y="581597"/>
                  </a:cubicBezTo>
                  <a:lnTo>
                    <a:pt x="792099" y="581597"/>
                  </a:lnTo>
                  <a:cubicBezTo>
                    <a:pt x="789663" y="582666"/>
                    <a:pt x="787043" y="583248"/>
                    <a:pt x="784384" y="583311"/>
                  </a:cubicBezTo>
                  <a:close/>
                  <a:moveTo>
                    <a:pt x="809435" y="524542"/>
                  </a:moveTo>
                  <a:cubicBezTo>
                    <a:pt x="798909" y="524542"/>
                    <a:pt x="790385" y="516013"/>
                    <a:pt x="790385" y="505492"/>
                  </a:cubicBezTo>
                  <a:lnTo>
                    <a:pt x="790385" y="504539"/>
                  </a:lnTo>
                  <a:cubicBezTo>
                    <a:pt x="790385" y="494018"/>
                    <a:pt x="798909" y="485489"/>
                    <a:pt x="809435" y="485489"/>
                  </a:cubicBezTo>
                  <a:cubicBezTo>
                    <a:pt x="819960" y="485489"/>
                    <a:pt x="828485" y="494018"/>
                    <a:pt x="828485" y="504539"/>
                  </a:cubicBezTo>
                  <a:lnTo>
                    <a:pt x="828485" y="505492"/>
                  </a:lnTo>
                  <a:cubicBezTo>
                    <a:pt x="828485" y="516013"/>
                    <a:pt x="819960" y="524542"/>
                    <a:pt x="809435" y="524542"/>
                  </a:cubicBezTo>
                  <a:close/>
                  <a:moveTo>
                    <a:pt x="809435" y="455771"/>
                  </a:moveTo>
                  <a:cubicBezTo>
                    <a:pt x="798909" y="455771"/>
                    <a:pt x="790385" y="447243"/>
                    <a:pt x="790385" y="436721"/>
                  </a:cubicBezTo>
                  <a:lnTo>
                    <a:pt x="790385" y="435769"/>
                  </a:lnTo>
                  <a:cubicBezTo>
                    <a:pt x="790385" y="425247"/>
                    <a:pt x="798909" y="416719"/>
                    <a:pt x="809435" y="416719"/>
                  </a:cubicBezTo>
                  <a:cubicBezTo>
                    <a:pt x="819960" y="416719"/>
                    <a:pt x="828485" y="425247"/>
                    <a:pt x="828485" y="435769"/>
                  </a:cubicBezTo>
                  <a:lnTo>
                    <a:pt x="828485" y="436817"/>
                  </a:lnTo>
                  <a:cubicBezTo>
                    <a:pt x="828427" y="447301"/>
                    <a:pt x="819922" y="455771"/>
                    <a:pt x="809435" y="455771"/>
                  </a:cubicBezTo>
                  <a:close/>
                  <a:moveTo>
                    <a:pt x="809435" y="386906"/>
                  </a:moveTo>
                  <a:cubicBezTo>
                    <a:pt x="798909" y="386906"/>
                    <a:pt x="790385" y="378377"/>
                    <a:pt x="790385" y="367856"/>
                  </a:cubicBezTo>
                  <a:lnTo>
                    <a:pt x="790385" y="366903"/>
                  </a:lnTo>
                  <a:cubicBezTo>
                    <a:pt x="790385" y="356382"/>
                    <a:pt x="798909" y="347853"/>
                    <a:pt x="809435" y="347853"/>
                  </a:cubicBezTo>
                  <a:cubicBezTo>
                    <a:pt x="819960" y="347853"/>
                    <a:pt x="828485" y="356382"/>
                    <a:pt x="828485" y="366903"/>
                  </a:cubicBezTo>
                  <a:lnTo>
                    <a:pt x="828485" y="367856"/>
                  </a:lnTo>
                  <a:cubicBezTo>
                    <a:pt x="828485" y="378377"/>
                    <a:pt x="819960" y="386906"/>
                    <a:pt x="809435" y="386906"/>
                  </a:cubicBezTo>
                  <a:close/>
                  <a:moveTo>
                    <a:pt x="809435" y="318135"/>
                  </a:moveTo>
                  <a:cubicBezTo>
                    <a:pt x="798909" y="318135"/>
                    <a:pt x="790385" y="309606"/>
                    <a:pt x="790385" y="299085"/>
                  </a:cubicBezTo>
                  <a:lnTo>
                    <a:pt x="790385" y="298133"/>
                  </a:lnTo>
                  <a:cubicBezTo>
                    <a:pt x="790385" y="287611"/>
                    <a:pt x="798909" y="279083"/>
                    <a:pt x="809435" y="279083"/>
                  </a:cubicBezTo>
                  <a:cubicBezTo>
                    <a:pt x="819960" y="279083"/>
                    <a:pt x="828485" y="287611"/>
                    <a:pt x="828485" y="298133"/>
                  </a:cubicBezTo>
                  <a:lnTo>
                    <a:pt x="828485" y="299085"/>
                  </a:lnTo>
                  <a:cubicBezTo>
                    <a:pt x="828485" y="309606"/>
                    <a:pt x="819960" y="318135"/>
                    <a:pt x="809435" y="318135"/>
                  </a:cubicBezTo>
                  <a:close/>
                  <a:moveTo>
                    <a:pt x="809435" y="249269"/>
                  </a:moveTo>
                  <a:cubicBezTo>
                    <a:pt x="798909" y="249269"/>
                    <a:pt x="790385" y="240741"/>
                    <a:pt x="790385" y="230219"/>
                  </a:cubicBezTo>
                  <a:lnTo>
                    <a:pt x="790385" y="229267"/>
                  </a:lnTo>
                  <a:cubicBezTo>
                    <a:pt x="790385" y="218745"/>
                    <a:pt x="798909" y="210217"/>
                    <a:pt x="809435" y="210217"/>
                  </a:cubicBezTo>
                  <a:cubicBezTo>
                    <a:pt x="819960" y="210217"/>
                    <a:pt x="828485" y="218745"/>
                    <a:pt x="828485" y="229267"/>
                  </a:cubicBezTo>
                  <a:lnTo>
                    <a:pt x="828485" y="230219"/>
                  </a:lnTo>
                  <a:cubicBezTo>
                    <a:pt x="828485" y="240741"/>
                    <a:pt x="819960" y="249269"/>
                    <a:pt x="809435" y="249269"/>
                  </a:cubicBezTo>
                  <a:close/>
                  <a:moveTo>
                    <a:pt x="785717" y="189928"/>
                  </a:moveTo>
                  <a:cubicBezTo>
                    <a:pt x="782979" y="189931"/>
                    <a:pt x="780276" y="189312"/>
                    <a:pt x="777812" y="188119"/>
                  </a:cubicBezTo>
                  <a:lnTo>
                    <a:pt x="777145" y="188119"/>
                  </a:lnTo>
                  <a:cubicBezTo>
                    <a:pt x="767299" y="184412"/>
                    <a:pt x="762322" y="173425"/>
                    <a:pt x="766028" y="163579"/>
                  </a:cubicBezTo>
                  <a:cubicBezTo>
                    <a:pt x="769735" y="153732"/>
                    <a:pt x="780722" y="148755"/>
                    <a:pt x="790569" y="152462"/>
                  </a:cubicBezTo>
                  <a:cubicBezTo>
                    <a:pt x="791254" y="152720"/>
                    <a:pt x="791924" y="153017"/>
                    <a:pt x="792575" y="153352"/>
                  </a:cubicBezTo>
                  <a:lnTo>
                    <a:pt x="793718" y="153352"/>
                  </a:lnTo>
                  <a:cubicBezTo>
                    <a:pt x="803405" y="157465"/>
                    <a:pt x="807920" y="168650"/>
                    <a:pt x="803805" y="178334"/>
                  </a:cubicBezTo>
                  <a:cubicBezTo>
                    <a:pt x="800738" y="185555"/>
                    <a:pt x="793559" y="190156"/>
                    <a:pt x="785717" y="189928"/>
                  </a:cubicBezTo>
                  <a:close/>
                  <a:moveTo>
                    <a:pt x="736092" y="167069"/>
                  </a:moveTo>
                  <a:cubicBezTo>
                    <a:pt x="736092" y="156547"/>
                    <a:pt x="727563" y="148019"/>
                    <a:pt x="717042" y="148019"/>
                  </a:cubicBezTo>
                  <a:cubicBezTo>
                    <a:pt x="706521" y="148019"/>
                    <a:pt x="697992" y="156547"/>
                    <a:pt x="697992" y="167069"/>
                  </a:cubicBezTo>
                  <a:cubicBezTo>
                    <a:pt x="697992" y="177590"/>
                    <a:pt x="706521" y="186119"/>
                    <a:pt x="717042" y="186119"/>
                  </a:cubicBezTo>
                  <a:lnTo>
                    <a:pt x="717518" y="186119"/>
                  </a:lnTo>
                  <a:cubicBezTo>
                    <a:pt x="727741" y="185709"/>
                    <a:pt x="735815" y="177299"/>
                    <a:pt x="735806" y="167069"/>
                  </a:cubicBezTo>
                  <a:close/>
                  <a:moveTo>
                    <a:pt x="546735" y="181356"/>
                  </a:moveTo>
                  <a:lnTo>
                    <a:pt x="355378" y="181356"/>
                  </a:lnTo>
                  <a:cubicBezTo>
                    <a:pt x="332389" y="181356"/>
                    <a:pt x="313754" y="162720"/>
                    <a:pt x="313754" y="139732"/>
                  </a:cubicBezTo>
                  <a:cubicBezTo>
                    <a:pt x="313754" y="116743"/>
                    <a:pt x="332389" y="98107"/>
                    <a:pt x="355378" y="98107"/>
                  </a:cubicBezTo>
                  <a:lnTo>
                    <a:pt x="546449" y="98107"/>
                  </a:lnTo>
                  <a:cubicBezTo>
                    <a:pt x="569438" y="98107"/>
                    <a:pt x="588074" y="116743"/>
                    <a:pt x="588074" y="139732"/>
                  </a:cubicBezTo>
                  <a:cubicBezTo>
                    <a:pt x="588074" y="162720"/>
                    <a:pt x="569438" y="181356"/>
                    <a:pt x="546449" y="181356"/>
                  </a:cubicBezTo>
                  <a:close/>
                  <a:moveTo>
                    <a:pt x="355378" y="126682"/>
                  </a:moveTo>
                  <a:cubicBezTo>
                    <a:pt x="348171" y="126682"/>
                    <a:pt x="342329" y="132525"/>
                    <a:pt x="342329" y="139732"/>
                  </a:cubicBezTo>
                  <a:cubicBezTo>
                    <a:pt x="342329" y="146938"/>
                    <a:pt x="348171" y="152781"/>
                    <a:pt x="355378" y="152781"/>
                  </a:cubicBezTo>
                  <a:lnTo>
                    <a:pt x="546449" y="152781"/>
                  </a:lnTo>
                  <a:cubicBezTo>
                    <a:pt x="553656" y="152781"/>
                    <a:pt x="559499" y="146938"/>
                    <a:pt x="559499" y="139732"/>
                  </a:cubicBezTo>
                  <a:cubicBezTo>
                    <a:pt x="559499" y="132525"/>
                    <a:pt x="553656" y="126682"/>
                    <a:pt x="546449" y="126682"/>
                  </a:cubicBezTo>
                  <a:close/>
                  <a:moveTo>
                    <a:pt x="546449" y="302419"/>
                  </a:moveTo>
                  <a:lnTo>
                    <a:pt x="355378" y="302419"/>
                  </a:lnTo>
                  <a:cubicBezTo>
                    <a:pt x="332389" y="302419"/>
                    <a:pt x="313754" y="283783"/>
                    <a:pt x="313754" y="260795"/>
                  </a:cubicBezTo>
                  <a:cubicBezTo>
                    <a:pt x="313754" y="237806"/>
                    <a:pt x="332389" y="219170"/>
                    <a:pt x="355378" y="219170"/>
                  </a:cubicBezTo>
                  <a:lnTo>
                    <a:pt x="546449" y="219170"/>
                  </a:lnTo>
                  <a:cubicBezTo>
                    <a:pt x="569438" y="219170"/>
                    <a:pt x="588074" y="237806"/>
                    <a:pt x="588074" y="260795"/>
                  </a:cubicBezTo>
                  <a:cubicBezTo>
                    <a:pt x="588074" y="283783"/>
                    <a:pt x="569438" y="302419"/>
                    <a:pt x="546449" y="302419"/>
                  </a:cubicBezTo>
                  <a:close/>
                  <a:moveTo>
                    <a:pt x="355378" y="247841"/>
                  </a:moveTo>
                  <a:cubicBezTo>
                    <a:pt x="348171" y="247841"/>
                    <a:pt x="342329" y="253683"/>
                    <a:pt x="342329" y="260890"/>
                  </a:cubicBezTo>
                  <a:cubicBezTo>
                    <a:pt x="342329" y="268096"/>
                    <a:pt x="348171" y="273939"/>
                    <a:pt x="355378" y="273939"/>
                  </a:cubicBezTo>
                  <a:lnTo>
                    <a:pt x="546449" y="273939"/>
                  </a:lnTo>
                  <a:cubicBezTo>
                    <a:pt x="553656" y="273939"/>
                    <a:pt x="559499" y="268096"/>
                    <a:pt x="559499" y="260890"/>
                  </a:cubicBezTo>
                  <a:cubicBezTo>
                    <a:pt x="559499" y="253683"/>
                    <a:pt x="553656" y="247841"/>
                    <a:pt x="546449" y="247841"/>
                  </a:cubicBezTo>
                  <a:close/>
                  <a:moveTo>
                    <a:pt x="546449" y="423672"/>
                  </a:moveTo>
                  <a:lnTo>
                    <a:pt x="355378" y="423672"/>
                  </a:lnTo>
                  <a:cubicBezTo>
                    <a:pt x="332389" y="423672"/>
                    <a:pt x="313754" y="405036"/>
                    <a:pt x="313754" y="382048"/>
                  </a:cubicBezTo>
                  <a:cubicBezTo>
                    <a:pt x="313754" y="359059"/>
                    <a:pt x="332389" y="340424"/>
                    <a:pt x="355378" y="340424"/>
                  </a:cubicBezTo>
                  <a:lnTo>
                    <a:pt x="546449" y="340424"/>
                  </a:lnTo>
                  <a:cubicBezTo>
                    <a:pt x="569438" y="340424"/>
                    <a:pt x="588074" y="359059"/>
                    <a:pt x="588074" y="382048"/>
                  </a:cubicBezTo>
                  <a:cubicBezTo>
                    <a:pt x="588074" y="405036"/>
                    <a:pt x="569438" y="423672"/>
                    <a:pt x="546449" y="423672"/>
                  </a:cubicBezTo>
                  <a:close/>
                  <a:moveTo>
                    <a:pt x="355378" y="369094"/>
                  </a:moveTo>
                  <a:cubicBezTo>
                    <a:pt x="348171" y="369094"/>
                    <a:pt x="342329" y="374936"/>
                    <a:pt x="342329" y="382143"/>
                  </a:cubicBezTo>
                  <a:cubicBezTo>
                    <a:pt x="342329" y="389350"/>
                    <a:pt x="348171" y="395192"/>
                    <a:pt x="355378" y="395192"/>
                  </a:cubicBezTo>
                  <a:lnTo>
                    <a:pt x="546449" y="395192"/>
                  </a:lnTo>
                  <a:cubicBezTo>
                    <a:pt x="553656" y="395192"/>
                    <a:pt x="559499" y="389350"/>
                    <a:pt x="559499" y="382143"/>
                  </a:cubicBezTo>
                  <a:cubicBezTo>
                    <a:pt x="559499" y="374936"/>
                    <a:pt x="553656" y="369094"/>
                    <a:pt x="546449" y="369094"/>
                  </a:cubicBezTo>
                  <a:close/>
                  <a:moveTo>
                    <a:pt x="546449" y="544830"/>
                  </a:moveTo>
                  <a:lnTo>
                    <a:pt x="355378" y="544830"/>
                  </a:lnTo>
                  <a:cubicBezTo>
                    <a:pt x="332389" y="544830"/>
                    <a:pt x="313754" y="526194"/>
                    <a:pt x="313754" y="503206"/>
                  </a:cubicBezTo>
                  <a:cubicBezTo>
                    <a:pt x="313754" y="480217"/>
                    <a:pt x="332389" y="461582"/>
                    <a:pt x="355378" y="461582"/>
                  </a:cubicBezTo>
                  <a:lnTo>
                    <a:pt x="546449" y="461582"/>
                  </a:lnTo>
                  <a:cubicBezTo>
                    <a:pt x="569438" y="461582"/>
                    <a:pt x="588074" y="480217"/>
                    <a:pt x="588074" y="503206"/>
                  </a:cubicBezTo>
                  <a:cubicBezTo>
                    <a:pt x="588074" y="526194"/>
                    <a:pt x="569438" y="544830"/>
                    <a:pt x="546449" y="544830"/>
                  </a:cubicBezTo>
                  <a:close/>
                  <a:moveTo>
                    <a:pt x="355378" y="490157"/>
                  </a:moveTo>
                  <a:cubicBezTo>
                    <a:pt x="348171" y="490157"/>
                    <a:pt x="342329" y="495999"/>
                    <a:pt x="342329" y="503206"/>
                  </a:cubicBezTo>
                  <a:cubicBezTo>
                    <a:pt x="342329" y="510412"/>
                    <a:pt x="348171" y="516255"/>
                    <a:pt x="355378" y="516255"/>
                  </a:cubicBezTo>
                  <a:lnTo>
                    <a:pt x="546449" y="516255"/>
                  </a:lnTo>
                  <a:cubicBezTo>
                    <a:pt x="553656" y="516255"/>
                    <a:pt x="559499" y="510412"/>
                    <a:pt x="559499" y="503206"/>
                  </a:cubicBezTo>
                  <a:cubicBezTo>
                    <a:pt x="559499" y="495999"/>
                    <a:pt x="553656" y="490157"/>
                    <a:pt x="546449" y="490157"/>
                  </a:cubicBezTo>
                  <a:close/>
                  <a:moveTo>
                    <a:pt x="259461" y="120682"/>
                  </a:moveTo>
                  <a:cubicBezTo>
                    <a:pt x="248940" y="120682"/>
                    <a:pt x="240411" y="129210"/>
                    <a:pt x="240411" y="139732"/>
                  </a:cubicBezTo>
                  <a:cubicBezTo>
                    <a:pt x="240411" y="150253"/>
                    <a:pt x="248940" y="158782"/>
                    <a:pt x="259461" y="158782"/>
                  </a:cubicBezTo>
                  <a:cubicBezTo>
                    <a:pt x="269982" y="158782"/>
                    <a:pt x="278511" y="150253"/>
                    <a:pt x="278511" y="139732"/>
                  </a:cubicBezTo>
                  <a:cubicBezTo>
                    <a:pt x="278511" y="129210"/>
                    <a:pt x="269982" y="120682"/>
                    <a:pt x="259461" y="120682"/>
                  </a:cubicBezTo>
                  <a:close/>
                  <a:moveTo>
                    <a:pt x="259461" y="241840"/>
                  </a:moveTo>
                  <a:cubicBezTo>
                    <a:pt x="248940" y="241840"/>
                    <a:pt x="240411" y="250368"/>
                    <a:pt x="240411" y="260890"/>
                  </a:cubicBezTo>
                  <a:cubicBezTo>
                    <a:pt x="240411" y="271411"/>
                    <a:pt x="248940" y="279940"/>
                    <a:pt x="259461" y="279940"/>
                  </a:cubicBezTo>
                  <a:cubicBezTo>
                    <a:pt x="269982" y="279940"/>
                    <a:pt x="278511" y="271411"/>
                    <a:pt x="278511" y="260890"/>
                  </a:cubicBezTo>
                  <a:cubicBezTo>
                    <a:pt x="278511" y="250368"/>
                    <a:pt x="269982" y="241840"/>
                    <a:pt x="259461" y="241840"/>
                  </a:cubicBezTo>
                  <a:close/>
                  <a:moveTo>
                    <a:pt x="259461" y="362998"/>
                  </a:moveTo>
                  <a:cubicBezTo>
                    <a:pt x="248940" y="362998"/>
                    <a:pt x="240411" y="371526"/>
                    <a:pt x="240411" y="382048"/>
                  </a:cubicBezTo>
                  <a:cubicBezTo>
                    <a:pt x="240411" y="392569"/>
                    <a:pt x="248940" y="401098"/>
                    <a:pt x="259461" y="401098"/>
                  </a:cubicBezTo>
                  <a:cubicBezTo>
                    <a:pt x="269982" y="401098"/>
                    <a:pt x="278511" y="392569"/>
                    <a:pt x="278511" y="382048"/>
                  </a:cubicBezTo>
                  <a:cubicBezTo>
                    <a:pt x="278511" y="371526"/>
                    <a:pt x="269982" y="362998"/>
                    <a:pt x="259461" y="362998"/>
                  </a:cubicBezTo>
                  <a:close/>
                  <a:moveTo>
                    <a:pt x="259461" y="484156"/>
                  </a:moveTo>
                  <a:cubicBezTo>
                    <a:pt x="248940" y="484156"/>
                    <a:pt x="240411" y="492684"/>
                    <a:pt x="240411" y="503206"/>
                  </a:cubicBezTo>
                  <a:cubicBezTo>
                    <a:pt x="240411" y="513727"/>
                    <a:pt x="248940" y="522256"/>
                    <a:pt x="259461" y="522256"/>
                  </a:cubicBezTo>
                  <a:cubicBezTo>
                    <a:pt x="269982" y="522256"/>
                    <a:pt x="278511" y="513727"/>
                    <a:pt x="278511" y="503206"/>
                  </a:cubicBezTo>
                  <a:cubicBezTo>
                    <a:pt x="278511" y="492684"/>
                    <a:pt x="269982" y="484156"/>
                    <a:pt x="259461" y="4841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defTabSz="1219170">
                <a:buSzPts val="1100"/>
              </a:pPr>
              <a:endParaRPr sz="1467"/>
            </a:p>
          </p:txBody>
        </p:sp>
        <p:sp>
          <p:nvSpPr>
            <p:cNvPr id="41" name="Google Shape;369;p35">
              <a:extLst>
                <a:ext uri="{FF2B5EF4-FFF2-40B4-BE49-F238E27FC236}">
                  <a16:creationId xmlns:a16="http://schemas.microsoft.com/office/drawing/2014/main" id="{ADB56F56-82A5-BA13-2F02-7041D9280D47}"/>
                </a:ext>
              </a:extLst>
            </p:cNvPr>
            <p:cNvSpPr/>
            <p:nvPr/>
          </p:nvSpPr>
          <p:spPr>
            <a:xfrm>
              <a:off x="6722808" y="4364306"/>
              <a:ext cx="476700" cy="476700"/>
            </a:xfrm>
            <a:prstGeom prst="ellipse">
              <a:avLst/>
            </a:prstGeom>
            <a:solidFill>
              <a:schemeClr val="dk1">
                <a:alpha val="80000"/>
              </a:schemeClr>
            </a:solidFill>
            <a:ln>
              <a:noFill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defTabSz="1219170">
                <a:buSzPts val="1100"/>
              </a:pPr>
              <a:endParaRPr sz="1467"/>
            </a:p>
          </p:txBody>
        </p:sp>
        <p:sp>
          <p:nvSpPr>
            <p:cNvPr id="42" name="Google Shape;370;p35">
              <a:extLst>
                <a:ext uri="{FF2B5EF4-FFF2-40B4-BE49-F238E27FC236}">
                  <a16:creationId xmlns:a16="http://schemas.microsoft.com/office/drawing/2014/main" id="{E7D1AB1E-BF02-EC18-232B-1C05D89D7C98}"/>
                </a:ext>
              </a:extLst>
            </p:cNvPr>
            <p:cNvSpPr/>
            <p:nvPr/>
          </p:nvSpPr>
          <p:spPr>
            <a:xfrm>
              <a:off x="6843958" y="4600735"/>
              <a:ext cx="240468" cy="196201"/>
            </a:xfrm>
            <a:custGeom>
              <a:avLst/>
              <a:gdLst/>
              <a:ahLst/>
              <a:cxnLst/>
              <a:rect l="l" t="t" r="r" b="b"/>
              <a:pathLst>
                <a:path w="739902" h="603694" extrusionOk="0">
                  <a:moveTo>
                    <a:pt x="641318" y="547402"/>
                  </a:moveTo>
                  <a:cubicBezTo>
                    <a:pt x="630797" y="547402"/>
                    <a:pt x="622268" y="538873"/>
                    <a:pt x="622268" y="528352"/>
                  </a:cubicBezTo>
                  <a:cubicBezTo>
                    <a:pt x="622268" y="517830"/>
                    <a:pt x="630797" y="509302"/>
                    <a:pt x="641318" y="509302"/>
                  </a:cubicBezTo>
                  <a:lnTo>
                    <a:pt x="641318" y="509302"/>
                  </a:lnTo>
                  <a:cubicBezTo>
                    <a:pt x="651840" y="509302"/>
                    <a:pt x="660368" y="517830"/>
                    <a:pt x="660368" y="528352"/>
                  </a:cubicBezTo>
                  <a:cubicBezTo>
                    <a:pt x="660368" y="538873"/>
                    <a:pt x="651840" y="547402"/>
                    <a:pt x="641318" y="547402"/>
                  </a:cubicBezTo>
                  <a:close/>
                  <a:moveTo>
                    <a:pt x="717518" y="529209"/>
                  </a:moveTo>
                  <a:lnTo>
                    <a:pt x="718471" y="528257"/>
                  </a:lnTo>
                  <a:cubicBezTo>
                    <a:pt x="725915" y="520813"/>
                    <a:pt x="725915" y="508745"/>
                    <a:pt x="718471" y="501301"/>
                  </a:cubicBezTo>
                  <a:cubicBezTo>
                    <a:pt x="711027" y="493857"/>
                    <a:pt x="698959" y="493857"/>
                    <a:pt x="691515" y="501301"/>
                  </a:cubicBezTo>
                  <a:lnTo>
                    <a:pt x="691515" y="501301"/>
                  </a:lnTo>
                  <a:cubicBezTo>
                    <a:pt x="683887" y="508547"/>
                    <a:pt x="683578" y="520605"/>
                    <a:pt x="690824" y="528233"/>
                  </a:cubicBezTo>
                  <a:cubicBezTo>
                    <a:pt x="694427" y="532025"/>
                    <a:pt x="699429" y="534169"/>
                    <a:pt x="704660" y="534162"/>
                  </a:cubicBezTo>
                  <a:cubicBezTo>
                    <a:pt x="709479" y="534221"/>
                    <a:pt x="714143" y="532451"/>
                    <a:pt x="717709" y="529209"/>
                  </a:cubicBezTo>
                  <a:close/>
                  <a:moveTo>
                    <a:pt x="739902" y="452437"/>
                  </a:moveTo>
                  <a:lnTo>
                    <a:pt x="739902" y="451485"/>
                  </a:lnTo>
                  <a:cubicBezTo>
                    <a:pt x="739902" y="440964"/>
                    <a:pt x="731373" y="432435"/>
                    <a:pt x="720852" y="432435"/>
                  </a:cubicBezTo>
                  <a:cubicBezTo>
                    <a:pt x="710331" y="432435"/>
                    <a:pt x="701802" y="440964"/>
                    <a:pt x="701802" y="451485"/>
                  </a:cubicBezTo>
                  <a:lnTo>
                    <a:pt x="701802" y="452437"/>
                  </a:lnTo>
                  <a:cubicBezTo>
                    <a:pt x="701802" y="462959"/>
                    <a:pt x="710331" y="471487"/>
                    <a:pt x="720852" y="471487"/>
                  </a:cubicBezTo>
                  <a:cubicBezTo>
                    <a:pt x="731373" y="471487"/>
                    <a:pt x="739902" y="462959"/>
                    <a:pt x="739902" y="452437"/>
                  </a:cubicBezTo>
                  <a:close/>
                  <a:moveTo>
                    <a:pt x="739902" y="384905"/>
                  </a:moveTo>
                  <a:lnTo>
                    <a:pt x="739902" y="383953"/>
                  </a:lnTo>
                  <a:cubicBezTo>
                    <a:pt x="739902" y="373431"/>
                    <a:pt x="731373" y="364903"/>
                    <a:pt x="720852" y="364903"/>
                  </a:cubicBezTo>
                  <a:cubicBezTo>
                    <a:pt x="710331" y="364903"/>
                    <a:pt x="701802" y="373431"/>
                    <a:pt x="701802" y="383953"/>
                  </a:cubicBezTo>
                  <a:lnTo>
                    <a:pt x="701802" y="384905"/>
                  </a:lnTo>
                  <a:cubicBezTo>
                    <a:pt x="701802" y="395427"/>
                    <a:pt x="710331" y="403955"/>
                    <a:pt x="720852" y="403955"/>
                  </a:cubicBezTo>
                  <a:cubicBezTo>
                    <a:pt x="731373" y="403955"/>
                    <a:pt x="739902" y="395427"/>
                    <a:pt x="739902" y="384905"/>
                  </a:cubicBezTo>
                  <a:close/>
                  <a:moveTo>
                    <a:pt x="739902" y="317373"/>
                  </a:moveTo>
                  <a:lnTo>
                    <a:pt x="739902" y="316421"/>
                  </a:lnTo>
                  <a:cubicBezTo>
                    <a:pt x="739902" y="305899"/>
                    <a:pt x="731373" y="297371"/>
                    <a:pt x="720852" y="297371"/>
                  </a:cubicBezTo>
                  <a:cubicBezTo>
                    <a:pt x="710331" y="297371"/>
                    <a:pt x="701802" y="305899"/>
                    <a:pt x="701802" y="316421"/>
                  </a:cubicBezTo>
                  <a:lnTo>
                    <a:pt x="701802" y="317373"/>
                  </a:lnTo>
                  <a:cubicBezTo>
                    <a:pt x="701802" y="327894"/>
                    <a:pt x="710331" y="336423"/>
                    <a:pt x="720852" y="336423"/>
                  </a:cubicBezTo>
                  <a:cubicBezTo>
                    <a:pt x="731373" y="336423"/>
                    <a:pt x="739902" y="327894"/>
                    <a:pt x="739902" y="317373"/>
                  </a:cubicBezTo>
                  <a:close/>
                  <a:moveTo>
                    <a:pt x="739902" y="249936"/>
                  </a:moveTo>
                  <a:lnTo>
                    <a:pt x="739902" y="248984"/>
                  </a:lnTo>
                  <a:cubicBezTo>
                    <a:pt x="739902" y="238462"/>
                    <a:pt x="731373" y="229934"/>
                    <a:pt x="720852" y="229934"/>
                  </a:cubicBezTo>
                  <a:cubicBezTo>
                    <a:pt x="710331" y="229934"/>
                    <a:pt x="701802" y="238462"/>
                    <a:pt x="701802" y="248984"/>
                  </a:cubicBezTo>
                  <a:lnTo>
                    <a:pt x="701802" y="249936"/>
                  </a:lnTo>
                  <a:cubicBezTo>
                    <a:pt x="701802" y="260457"/>
                    <a:pt x="710331" y="268986"/>
                    <a:pt x="720852" y="268986"/>
                  </a:cubicBezTo>
                  <a:cubicBezTo>
                    <a:pt x="731373" y="268986"/>
                    <a:pt x="739902" y="260457"/>
                    <a:pt x="739902" y="249936"/>
                  </a:cubicBezTo>
                  <a:close/>
                  <a:moveTo>
                    <a:pt x="739902" y="182404"/>
                  </a:moveTo>
                  <a:lnTo>
                    <a:pt x="739902" y="181451"/>
                  </a:lnTo>
                  <a:cubicBezTo>
                    <a:pt x="739902" y="170930"/>
                    <a:pt x="731373" y="162401"/>
                    <a:pt x="720852" y="162401"/>
                  </a:cubicBezTo>
                  <a:cubicBezTo>
                    <a:pt x="710331" y="162401"/>
                    <a:pt x="701802" y="170930"/>
                    <a:pt x="701802" y="181451"/>
                  </a:cubicBezTo>
                  <a:lnTo>
                    <a:pt x="701802" y="182404"/>
                  </a:lnTo>
                  <a:cubicBezTo>
                    <a:pt x="701802" y="192925"/>
                    <a:pt x="710331" y="201454"/>
                    <a:pt x="720852" y="201454"/>
                  </a:cubicBezTo>
                  <a:cubicBezTo>
                    <a:pt x="731373" y="201454"/>
                    <a:pt x="739902" y="192925"/>
                    <a:pt x="739902" y="182404"/>
                  </a:cubicBezTo>
                  <a:close/>
                  <a:moveTo>
                    <a:pt x="739902" y="114871"/>
                  </a:moveTo>
                  <a:lnTo>
                    <a:pt x="739902" y="113729"/>
                  </a:lnTo>
                  <a:cubicBezTo>
                    <a:pt x="739902" y="103207"/>
                    <a:pt x="731373" y="94679"/>
                    <a:pt x="720852" y="94679"/>
                  </a:cubicBezTo>
                  <a:cubicBezTo>
                    <a:pt x="710331" y="94679"/>
                    <a:pt x="701802" y="103207"/>
                    <a:pt x="701802" y="113729"/>
                  </a:cubicBezTo>
                  <a:lnTo>
                    <a:pt x="701802" y="114681"/>
                  </a:lnTo>
                  <a:cubicBezTo>
                    <a:pt x="701802" y="125202"/>
                    <a:pt x="710331" y="133731"/>
                    <a:pt x="720852" y="133731"/>
                  </a:cubicBezTo>
                  <a:cubicBezTo>
                    <a:pt x="731373" y="133731"/>
                    <a:pt x="739902" y="125202"/>
                    <a:pt x="739902" y="114681"/>
                  </a:cubicBezTo>
                  <a:close/>
                  <a:moveTo>
                    <a:pt x="723519" y="65437"/>
                  </a:moveTo>
                  <a:cubicBezTo>
                    <a:pt x="733077" y="61109"/>
                    <a:pt x="737336" y="49865"/>
                    <a:pt x="733044" y="40291"/>
                  </a:cubicBezTo>
                  <a:cubicBezTo>
                    <a:pt x="733044" y="40291"/>
                    <a:pt x="733044" y="39148"/>
                    <a:pt x="733044" y="39053"/>
                  </a:cubicBezTo>
                  <a:cubicBezTo>
                    <a:pt x="728520" y="29531"/>
                    <a:pt x="717133" y="25479"/>
                    <a:pt x="707612" y="30004"/>
                  </a:cubicBezTo>
                  <a:cubicBezTo>
                    <a:pt x="698091" y="34528"/>
                    <a:pt x="694039" y="45914"/>
                    <a:pt x="698564" y="55436"/>
                  </a:cubicBezTo>
                  <a:lnTo>
                    <a:pt x="698564" y="55436"/>
                  </a:lnTo>
                  <a:cubicBezTo>
                    <a:pt x="701633" y="62262"/>
                    <a:pt x="708414" y="66660"/>
                    <a:pt x="715899" y="66675"/>
                  </a:cubicBezTo>
                  <a:cubicBezTo>
                    <a:pt x="718560" y="66813"/>
                    <a:pt x="721222" y="66391"/>
                    <a:pt x="723710" y="65437"/>
                  </a:cubicBezTo>
                  <a:close/>
                  <a:moveTo>
                    <a:pt x="608743" y="45625"/>
                  </a:moveTo>
                  <a:lnTo>
                    <a:pt x="608743" y="45625"/>
                  </a:lnTo>
                  <a:cubicBezTo>
                    <a:pt x="616502" y="38497"/>
                    <a:pt x="617013" y="26428"/>
                    <a:pt x="609886" y="18669"/>
                  </a:cubicBezTo>
                  <a:cubicBezTo>
                    <a:pt x="602758" y="10910"/>
                    <a:pt x="590689" y="10398"/>
                    <a:pt x="582930" y="17526"/>
                  </a:cubicBezTo>
                  <a:lnTo>
                    <a:pt x="581787" y="18574"/>
                  </a:lnTo>
                  <a:cubicBezTo>
                    <a:pt x="574264" y="25938"/>
                    <a:pt x="574137" y="38007"/>
                    <a:pt x="581501" y="45530"/>
                  </a:cubicBezTo>
                  <a:cubicBezTo>
                    <a:pt x="588866" y="53052"/>
                    <a:pt x="600934" y="53180"/>
                    <a:pt x="608457" y="45815"/>
                  </a:cubicBezTo>
                  <a:close/>
                  <a:moveTo>
                    <a:pt x="679418" y="19050"/>
                  </a:moveTo>
                  <a:cubicBezTo>
                    <a:pt x="679418" y="8529"/>
                    <a:pt x="670890" y="0"/>
                    <a:pt x="660368" y="0"/>
                  </a:cubicBezTo>
                  <a:lnTo>
                    <a:pt x="659416" y="0"/>
                  </a:lnTo>
                  <a:cubicBezTo>
                    <a:pt x="648894" y="0"/>
                    <a:pt x="640366" y="8529"/>
                    <a:pt x="640366" y="19050"/>
                  </a:cubicBezTo>
                  <a:cubicBezTo>
                    <a:pt x="640366" y="29571"/>
                    <a:pt x="648894" y="38100"/>
                    <a:pt x="659416" y="38100"/>
                  </a:cubicBezTo>
                  <a:lnTo>
                    <a:pt x="660368" y="38100"/>
                  </a:lnTo>
                  <a:cubicBezTo>
                    <a:pt x="670890" y="38100"/>
                    <a:pt x="679418" y="29571"/>
                    <a:pt x="679418" y="19050"/>
                  </a:cubicBezTo>
                  <a:close/>
                  <a:moveTo>
                    <a:pt x="597980" y="95250"/>
                  </a:moveTo>
                  <a:lnTo>
                    <a:pt x="597980" y="95250"/>
                  </a:lnTo>
                  <a:cubicBezTo>
                    <a:pt x="597980" y="84729"/>
                    <a:pt x="589451" y="76200"/>
                    <a:pt x="578930" y="76200"/>
                  </a:cubicBezTo>
                  <a:cubicBezTo>
                    <a:pt x="568408" y="76200"/>
                    <a:pt x="559880" y="84729"/>
                    <a:pt x="559880" y="95250"/>
                  </a:cubicBezTo>
                  <a:cubicBezTo>
                    <a:pt x="559880" y="105771"/>
                    <a:pt x="568408" y="114300"/>
                    <a:pt x="578930" y="114300"/>
                  </a:cubicBezTo>
                  <a:cubicBezTo>
                    <a:pt x="589451" y="114305"/>
                    <a:pt x="597983" y="105780"/>
                    <a:pt x="597988" y="95259"/>
                  </a:cubicBezTo>
                  <a:cubicBezTo>
                    <a:pt x="597988" y="95065"/>
                    <a:pt x="597985" y="94872"/>
                    <a:pt x="597980" y="94679"/>
                  </a:cubicBezTo>
                  <a:close/>
                  <a:moveTo>
                    <a:pt x="593217" y="541973"/>
                  </a:moveTo>
                  <a:lnTo>
                    <a:pt x="593217" y="271653"/>
                  </a:lnTo>
                  <a:cubicBezTo>
                    <a:pt x="593217" y="263762"/>
                    <a:pt x="586820" y="257366"/>
                    <a:pt x="578930" y="257366"/>
                  </a:cubicBezTo>
                  <a:cubicBezTo>
                    <a:pt x="571039" y="257366"/>
                    <a:pt x="564642" y="263762"/>
                    <a:pt x="564642" y="271653"/>
                  </a:cubicBezTo>
                  <a:lnTo>
                    <a:pt x="564642" y="541782"/>
                  </a:lnTo>
                  <a:cubicBezTo>
                    <a:pt x="564642" y="560194"/>
                    <a:pt x="549716" y="575120"/>
                    <a:pt x="531305" y="575120"/>
                  </a:cubicBezTo>
                  <a:lnTo>
                    <a:pt x="208121" y="575120"/>
                  </a:lnTo>
                  <a:lnTo>
                    <a:pt x="208121" y="491490"/>
                  </a:lnTo>
                  <a:cubicBezTo>
                    <a:pt x="208069" y="467839"/>
                    <a:pt x="188909" y="448680"/>
                    <a:pt x="165259" y="448628"/>
                  </a:cubicBezTo>
                  <a:lnTo>
                    <a:pt x="123825" y="448628"/>
                  </a:lnTo>
                  <a:cubicBezTo>
                    <a:pt x="100174" y="448680"/>
                    <a:pt x="81015" y="467839"/>
                    <a:pt x="80963" y="491490"/>
                  </a:cubicBezTo>
                  <a:lnTo>
                    <a:pt x="80963" y="575120"/>
                  </a:lnTo>
                  <a:lnTo>
                    <a:pt x="61913" y="575120"/>
                  </a:lnTo>
                  <a:cubicBezTo>
                    <a:pt x="43501" y="575120"/>
                    <a:pt x="28575" y="560194"/>
                    <a:pt x="28575" y="541782"/>
                  </a:cubicBezTo>
                  <a:lnTo>
                    <a:pt x="28575" y="271653"/>
                  </a:lnTo>
                  <a:cubicBezTo>
                    <a:pt x="28575" y="263762"/>
                    <a:pt x="22178" y="257366"/>
                    <a:pt x="14288" y="257366"/>
                  </a:cubicBezTo>
                  <a:cubicBezTo>
                    <a:pt x="6397" y="257366"/>
                    <a:pt x="0" y="263762"/>
                    <a:pt x="0" y="271653"/>
                  </a:cubicBezTo>
                  <a:lnTo>
                    <a:pt x="0" y="541782"/>
                  </a:lnTo>
                  <a:cubicBezTo>
                    <a:pt x="0" y="575976"/>
                    <a:pt x="27719" y="603695"/>
                    <a:pt x="61913" y="603695"/>
                  </a:cubicBezTo>
                  <a:lnTo>
                    <a:pt x="95250" y="603695"/>
                  </a:lnTo>
                  <a:cubicBezTo>
                    <a:pt x="103141" y="603695"/>
                    <a:pt x="109538" y="597298"/>
                    <a:pt x="109538" y="589407"/>
                  </a:cubicBezTo>
                  <a:lnTo>
                    <a:pt x="109538" y="491490"/>
                  </a:lnTo>
                  <a:cubicBezTo>
                    <a:pt x="109538" y="483599"/>
                    <a:pt x="115935" y="477203"/>
                    <a:pt x="123825" y="477203"/>
                  </a:cubicBezTo>
                  <a:lnTo>
                    <a:pt x="165259" y="477203"/>
                  </a:lnTo>
                  <a:cubicBezTo>
                    <a:pt x="173149" y="477203"/>
                    <a:pt x="179546" y="483599"/>
                    <a:pt x="179546" y="491490"/>
                  </a:cubicBezTo>
                  <a:lnTo>
                    <a:pt x="179546" y="589407"/>
                  </a:lnTo>
                  <a:cubicBezTo>
                    <a:pt x="179546" y="597298"/>
                    <a:pt x="185943" y="603695"/>
                    <a:pt x="193834" y="603695"/>
                  </a:cubicBezTo>
                  <a:lnTo>
                    <a:pt x="531305" y="603695"/>
                  </a:lnTo>
                  <a:cubicBezTo>
                    <a:pt x="565498" y="603695"/>
                    <a:pt x="593217" y="575976"/>
                    <a:pt x="593217" y="541782"/>
                  </a:cubicBezTo>
                  <a:close/>
                  <a:moveTo>
                    <a:pt x="208121" y="352806"/>
                  </a:moveTo>
                  <a:lnTo>
                    <a:pt x="208121" y="311372"/>
                  </a:lnTo>
                  <a:cubicBezTo>
                    <a:pt x="208069" y="287722"/>
                    <a:pt x="188909" y="268562"/>
                    <a:pt x="165259" y="268510"/>
                  </a:cubicBezTo>
                  <a:lnTo>
                    <a:pt x="123825" y="268510"/>
                  </a:lnTo>
                  <a:cubicBezTo>
                    <a:pt x="100174" y="268562"/>
                    <a:pt x="81015" y="287722"/>
                    <a:pt x="80963" y="311372"/>
                  </a:cubicBezTo>
                  <a:lnTo>
                    <a:pt x="80963" y="352806"/>
                  </a:lnTo>
                  <a:cubicBezTo>
                    <a:pt x="81015" y="376457"/>
                    <a:pt x="100174" y="395616"/>
                    <a:pt x="123825" y="395669"/>
                  </a:cubicBezTo>
                  <a:lnTo>
                    <a:pt x="165259" y="395669"/>
                  </a:lnTo>
                  <a:cubicBezTo>
                    <a:pt x="188909" y="395616"/>
                    <a:pt x="208069" y="376457"/>
                    <a:pt x="208121" y="352806"/>
                  </a:cubicBezTo>
                  <a:close/>
                  <a:moveTo>
                    <a:pt x="165259" y="297085"/>
                  </a:moveTo>
                  <a:cubicBezTo>
                    <a:pt x="173149" y="297085"/>
                    <a:pt x="179546" y="303482"/>
                    <a:pt x="179546" y="311372"/>
                  </a:cubicBezTo>
                  <a:lnTo>
                    <a:pt x="179546" y="352806"/>
                  </a:lnTo>
                  <a:cubicBezTo>
                    <a:pt x="179546" y="360697"/>
                    <a:pt x="173149" y="367094"/>
                    <a:pt x="165259" y="367094"/>
                  </a:cubicBezTo>
                  <a:lnTo>
                    <a:pt x="123825" y="367094"/>
                  </a:lnTo>
                  <a:cubicBezTo>
                    <a:pt x="115935" y="367094"/>
                    <a:pt x="109538" y="360697"/>
                    <a:pt x="109538" y="352806"/>
                  </a:cubicBezTo>
                  <a:lnTo>
                    <a:pt x="109538" y="311372"/>
                  </a:lnTo>
                  <a:cubicBezTo>
                    <a:pt x="109538" y="303482"/>
                    <a:pt x="115935" y="297085"/>
                    <a:pt x="123825" y="297085"/>
                  </a:cubicBezTo>
                  <a:close/>
                  <a:moveTo>
                    <a:pt x="360140" y="352806"/>
                  </a:moveTo>
                  <a:lnTo>
                    <a:pt x="360140" y="311372"/>
                  </a:lnTo>
                  <a:cubicBezTo>
                    <a:pt x="360088" y="287722"/>
                    <a:pt x="340928" y="268562"/>
                    <a:pt x="317278" y="268510"/>
                  </a:cubicBezTo>
                  <a:lnTo>
                    <a:pt x="275939" y="268510"/>
                  </a:lnTo>
                  <a:cubicBezTo>
                    <a:pt x="252267" y="268510"/>
                    <a:pt x="233077" y="287700"/>
                    <a:pt x="233077" y="311372"/>
                  </a:cubicBezTo>
                  <a:lnTo>
                    <a:pt x="233077" y="352806"/>
                  </a:lnTo>
                  <a:cubicBezTo>
                    <a:pt x="233077" y="376478"/>
                    <a:pt x="252267" y="395669"/>
                    <a:pt x="275939" y="395669"/>
                  </a:cubicBezTo>
                  <a:lnTo>
                    <a:pt x="317278" y="395669"/>
                  </a:lnTo>
                  <a:cubicBezTo>
                    <a:pt x="340928" y="395616"/>
                    <a:pt x="360088" y="376457"/>
                    <a:pt x="360140" y="352806"/>
                  </a:cubicBezTo>
                  <a:close/>
                  <a:moveTo>
                    <a:pt x="317278" y="297085"/>
                  </a:moveTo>
                  <a:cubicBezTo>
                    <a:pt x="325168" y="297085"/>
                    <a:pt x="331565" y="303482"/>
                    <a:pt x="331565" y="311372"/>
                  </a:cubicBezTo>
                  <a:lnTo>
                    <a:pt x="331565" y="352806"/>
                  </a:lnTo>
                  <a:cubicBezTo>
                    <a:pt x="331565" y="360697"/>
                    <a:pt x="325168" y="367094"/>
                    <a:pt x="317278" y="367094"/>
                  </a:cubicBezTo>
                  <a:lnTo>
                    <a:pt x="275939" y="367094"/>
                  </a:lnTo>
                  <a:cubicBezTo>
                    <a:pt x="268049" y="367094"/>
                    <a:pt x="261652" y="360697"/>
                    <a:pt x="261652" y="352806"/>
                  </a:cubicBezTo>
                  <a:lnTo>
                    <a:pt x="261652" y="311372"/>
                  </a:lnTo>
                  <a:cubicBezTo>
                    <a:pt x="261652" y="303482"/>
                    <a:pt x="268049" y="297085"/>
                    <a:pt x="275939" y="297085"/>
                  </a:cubicBezTo>
                  <a:close/>
                  <a:moveTo>
                    <a:pt x="512255" y="352806"/>
                  </a:moveTo>
                  <a:lnTo>
                    <a:pt x="512255" y="311372"/>
                  </a:lnTo>
                  <a:cubicBezTo>
                    <a:pt x="512202" y="287722"/>
                    <a:pt x="493043" y="268562"/>
                    <a:pt x="469392" y="268510"/>
                  </a:cubicBezTo>
                  <a:lnTo>
                    <a:pt x="427958" y="268510"/>
                  </a:lnTo>
                  <a:cubicBezTo>
                    <a:pt x="404308" y="268562"/>
                    <a:pt x="385148" y="287722"/>
                    <a:pt x="385096" y="311372"/>
                  </a:cubicBezTo>
                  <a:lnTo>
                    <a:pt x="385096" y="352806"/>
                  </a:lnTo>
                  <a:cubicBezTo>
                    <a:pt x="385148" y="376457"/>
                    <a:pt x="404308" y="395616"/>
                    <a:pt x="427958" y="395669"/>
                  </a:cubicBezTo>
                  <a:lnTo>
                    <a:pt x="469392" y="395669"/>
                  </a:lnTo>
                  <a:cubicBezTo>
                    <a:pt x="493043" y="395616"/>
                    <a:pt x="512202" y="376457"/>
                    <a:pt x="512255" y="352806"/>
                  </a:cubicBezTo>
                  <a:close/>
                  <a:moveTo>
                    <a:pt x="469392" y="297085"/>
                  </a:moveTo>
                  <a:cubicBezTo>
                    <a:pt x="477283" y="297085"/>
                    <a:pt x="483680" y="303482"/>
                    <a:pt x="483680" y="311372"/>
                  </a:cubicBezTo>
                  <a:lnTo>
                    <a:pt x="483680" y="352806"/>
                  </a:lnTo>
                  <a:cubicBezTo>
                    <a:pt x="483680" y="360697"/>
                    <a:pt x="477283" y="367094"/>
                    <a:pt x="469392" y="367094"/>
                  </a:cubicBezTo>
                  <a:lnTo>
                    <a:pt x="427958" y="367094"/>
                  </a:lnTo>
                  <a:cubicBezTo>
                    <a:pt x="420068" y="367094"/>
                    <a:pt x="413671" y="360697"/>
                    <a:pt x="413671" y="352806"/>
                  </a:cubicBezTo>
                  <a:lnTo>
                    <a:pt x="413671" y="311372"/>
                  </a:lnTo>
                  <a:cubicBezTo>
                    <a:pt x="413671" y="303482"/>
                    <a:pt x="420068" y="297085"/>
                    <a:pt x="427958" y="297085"/>
                  </a:cubicBezTo>
                  <a:close/>
                  <a:moveTo>
                    <a:pt x="18193" y="237554"/>
                  </a:moveTo>
                  <a:lnTo>
                    <a:pt x="206502" y="183928"/>
                  </a:lnTo>
                  <a:lnTo>
                    <a:pt x="206502" y="223742"/>
                  </a:lnTo>
                  <a:cubicBezTo>
                    <a:pt x="206539" y="228349"/>
                    <a:pt x="208767" y="232665"/>
                    <a:pt x="212503" y="235363"/>
                  </a:cubicBezTo>
                  <a:cubicBezTo>
                    <a:pt x="216190" y="238039"/>
                    <a:pt x="220937" y="238783"/>
                    <a:pt x="225266" y="237363"/>
                  </a:cubicBezTo>
                  <a:lnTo>
                    <a:pt x="385096" y="185166"/>
                  </a:lnTo>
                  <a:lnTo>
                    <a:pt x="385096" y="224123"/>
                  </a:lnTo>
                  <a:cubicBezTo>
                    <a:pt x="385013" y="232014"/>
                    <a:pt x="391341" y="238477"/>
                    <a:pt x="399232" y="238560"/>
                  </a:cubicBezTo>
                  <a:cubicBezTo>
                    <a:pt x="400905" y="238578"/>
                    <a:pt x="402568" y="238302"/>
                    <a:pt x="404146" y="237744"/>
                  </a:cubicBezTo>
                  <a:lnTo>
                    <a:pt x="564642" y="185166"/>
                  </a:lnTo>
                  <a:lnTo>
                    <a:pt x="564642" y="224123"/>
                  </a:lnTo>
                  <a:cubicBezTo>
                    <a:pt x="564642" y="232014"/>
                    <a:pt x="571039" y="238411"/>
                    <a:pt x="578930" y="238411"/>
                  </a:cubicBezTo>
                  <a:cubicBezTo>
                    <a:pt x="586820" y="238411"/>
                    <a:pt x="593217" y="232014"/>
                    <a:pt x="593217" y="224123"/>
                  </a:cubicBezTo>
                  <a:lnTo>
                    <a:pt x="593217" y="165449"/>
                  </a:lnTo>
                  <a:cubicBezTo>
                    <a:pt x="593202" y="160858"/>
                    <a:pt x="591011" y="156547"/>
                    <a:pt x="587312" y="153829"/>
                  </a:cubicBezTo>
                  <a:cubicBezTo>
                    <a:pt x="583624" y="151152"/>
                    <a:pt x="578877" y="150408"/>
                    <a:pt x="574548" y="151829"/>
                  </a:cubicBezTo>
                  <a:lnTo>
                    <a:pt x="413671" y="204407"/>
                  </a:lnTo>
                  <a:lnTo>
                    <a:pt x="413671" y="165449"/>
                  </a:lnTo>
                  <a:cubicBezTo>
                    <a:pt x="413754" y="157559"/>
                    <a:pt x="407425" y="151095"/>
                    <a:pt x="399535" y="151012"/>
                  </a:cubicBezTo>
                  <a:cubicBezTo>
                    <a:pt x="397861" y="150994"/>
                    <a:pt x="396198" y="151270"/>
                    <a:pt x="394621" y="151829"/>
                  </a:cubicBezTo>
                  <a:lnTo>
                    <a:pt x="235077" y="204407"/>
                  </a:lnTo>
                  <a:lnTo>
                    <a:pt x="235077" y="165449"/>
                  </a:lnTo>
                  <a:cubicBezTo>
                    <a:pt x="235079" y="157611"/>
                    <a:pt x="228727" y="151255"/>
                    <a:pt x="220889" y="151253"/>
                  </a:cubicBezTo>
                  <a:cubicBezTo>
                    <a:pt x="219533" y="151252"/>
                    <a:pt x="218184" y="151447"/>
                    <a:pt x="216884" y="151829"/>
                  </a:cubicBezTo>
                  <a:lnTo>
                    <a:pt x="10382" y="210407"/>
                  </a:lnTo>
                  <a:cubicBezTo>
                    <a:pt x="3216" y="213709"/>
                    <a:pt x="82" y="222195"/>
                    <a:pt x="3383" y="229362"/>
                  </a:cubicBezTo>
                  <a:cubicBezTo>
                    <a:pt x="5998" y="235037"/>
                    <a:pt x="11996" y="238355"/>
                    <a:pt x="18193" y="237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defTabSz="1219170">
                <a:buSzPts val="1100"/>
              </a:pPr>
              <a:endParaRPr sz="1467"/>
            </a:p>
          </p:txBody>
        </p:sp>
        <p:sp>
          <p:nvSpPr>
            <p:cNvPr id="43" name="Google Shape;371;p35">
              <a:extLst>
                <a:ext uri="{FF2B5EF4-FFF2-40B4-BE49-F238E27FC236}">
                  <a16:creationId xmlns:a16="http://schemas.microsoft.com/office/drawing/2014/main" id="{0DD3CD77-8712-06EA-6500-255E6AC6E0B6}"/>
                </a:ext>
              </a:extLst>
            </p:cNvPr>
            <p:cNvSpPr/>
            <p:nvPr/>
          </p:nvSpPr>
          <p:spPr>
            <a:xfrm>
              <a:off x="7232621" y="4378233"/>
              <a:ext cx="476700" cy="476700"/>
            </a:xfrm>
            <a:prstGeom prst="ellipse">
              <a:avLst/>
            </a:prstGeom>
            <a:solidFill>
              <a:schemeClr val="dk1">
                <a:alpha val="80000"/>
              </a:schemeClr>
            </a:solidFill>
            <a:ln>
              <a:noFill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defTabSz="1219170">
                <a:buSzPts val="1100"/>
              </a:pPr>
              <a:endParaRPr sz="1467"/>
            </a:p>
          </p:txBody>
        </p:sp>
        <p:sp>
          <p:nvSpPr>
            <p:cNvPr id="44" name="Google Shape;372;p35">
              <a:extLst>
                <a:ext uri="{FF2B5EF4-FFF2-40B4-BE49-F238E27FC236}">
                  <a16:creationId xmlns:a16="http://schemas.microsoft.com/office/drawing/2014/main" id="{9DFC6651-DB8C-29C3-F5A7-CC5FF91427FD}"/>
                </a:ext>
              </a:extLst>
            </p:cNvPr>
            <p:cNvSpPr/>
            <p:nvPr/>
          </p:nvSpPr>
          <p:spPr>
            <a:xfrm>
              <a:off x="7373877" y="4609099"/>
              <a:ext cx="189287" cy="185357"/>
            </a:xfrm>
            <a:custGeom>
              <a:avLst/>
              <a:gdLst/>
              <a:ahLst/>
              <a:cxnLst/>
              <a:rect l="l" t="t" r="r" b="b"/>
              <a:pathLst>
                <a:path w="577976" h="565975" extrusionOk="0">
                  <a:moveTo>
                    <a:pt x="233648" y="357854"/>
                  </a:moveTo>
                  <a:lnTo>
                    <a:pt x="192215" y="357854"/>
                  </a:lnTo>
                  <a:cubicBezTo>
                    <a:pt x="168564" y="357802"/>
                    <a:pt x="149404" y="338642"/>
                    <a:pt x="149352" y="314992"/>
                  </a:cubicBezTo>
                  <a:lnTo>
                    <a:pt x="149352" y="273368"/>
                  </a:lnTo>
                  <a:cubicBezTo>
                    <a:pt x="149404" y="249717"/>
                    <a:pt x="168564" y="230557"/>
                    <a:pt x="192215" y="230505"/>
                  </a:cubicBezTo>
                  <a:lnTo>
                    <a:pt x="233648" y="230505"/>
                  </a:lnTo>
                  <a:cubicBezTo>
                    <a:pt x="257299" y="230557"/>
                    <a:pt x="276458" y="249717"/>
                    <a:pt x="276511" y="273368"/>
                  </a:cubicBezTo>
                  <a:lnTo>
                    <a:pt x="276511" y="314801"/>
                  </a:lnTo>
                  <a:cubicBezTo>
                    <a:pt x="276563" y="338526"/>
                    <a:pt x="257373" y="357802"/>
                    <a:pt x="233648" y="357854"/>
                  </a:cubicBezTo>
                  <a:close/>
                  <a:moveTo>
                    <a:pt x="192215" y="259271"/>
                  </a:moveTo>
                  <a:cubicBezTo>
                    <a:pt x="184345" y="259323"/>
                    <a:pt x="177979" y="265688"/>
                    <a:pt x="177927" y="273558"/>
                  </a:cubicBezTo>
                  <a:lnTo>
                    <a:pt x="177927" y="314992"/>
                  </a:lnTo>
                  <a:cubicBezTo>
                    <a:pt x="177927" y="322882"/>
                    <a:pt x="184324" y="329279"/>
                    <a:pt x="192215" y="329279"/>
                  </a:cubicBezTo>
                  <a:lnTo>
                    <a:pt x="233648" y="329279"/>
                  </a:lnTo>
                  <a:cubicBezTo>
                    <a:pt x="241539" y="329279"/>
                    <a:pt x="247936" y="322882"/>
                    <a:pt x="247936" y="314992"/>
                  </a:cubicBezTo>
                  <a:lnTo>
                    <a:pt x="247936" y="273368"/>
                  </a:lnTo>
                  <a:cubicBezTo>
                    <a:pt x="247936" y="265477"/>
                    <a:pt x="241539" y="259080"/>
                    <a:pt x="233648" y="259080"/>
                  </a:cubicBezTo>
                  <a:close/>
                  <a:moveTo>
                    <a:pt x="385763" y="357854"/>
                  </a:moveTo>
                  <a:lnTo>
                    <a:pt x="344329" y="357854"/>
                  </a:lnTo>
                  <a:cubicBezTo>
                    <a:pt x="320678" y="357802"/>
                    <a:pt x="301519" y="338642"/>
                    <a:pt x="301466" y="314992"/>
                  </a:cubicBezTo>
                  <a:lnTo>
                    <a:pt x="301466" y="273368"/>
                  </a:lnTo>
                  <a:cubicBezTo>
                    <a:pt x="301519" y="249717"/>
                    <a:pt x="320678" y="230557"/>
                    <a:pt x="344329" y="230505"/>
                  </a:cubicBezTo>
                  <a:lnTo>
                    <a:pt x="385763" y="230505"/>
                  </a:lnTo>
                  <a:cubicBezTo>
                    <a:pt x="409413" y="230557"/>
                    <a:pt x="428573" y="249717"/>
                    <a:pt x="428625" y="273368"/>
                  </a:cubicBezTo>
                  <a:lnTo>
                    <a:pt x="428625" y="314801"/>
                  </a:lnTo>
                  <a:cubicBezTo>
                    <a:pt x="428677" y="338526"/>
                    <a:pt x="409487" y="357802"/>
                    <a:pt x="385763" y="357854"/>
                  </a:cubicBezTo>
                  <a:close/>
                  <a:moveTo>
                    <a:pt x="344329" y="259271"/>
                  </a:moveTo>
                  <a:cubicBezTo>
                    <a:pt x="336438" y="259271"/>
                    <a:pt x="330041" y="265668"/>
                    <a:pt x="330041" y="273558"/>
                  </a:cubicBezTo>
                  <a:lnTo>
                    <a:pt x="330041" y="314992"/>
                  </a:lnTo>
                  <a:cubicBezTo>
                    <a:pt x="330041" y="322882"/>
                    <a:pt x="336438" y="329279"/>
                    <a:pt x="344329" y="329279"/>
                  </a:cubicBezTo>
                  <a:lnTo>
                    <a:pt x="385763" y="329279"/>
                  </a:lnTo>
                  <a:cubicBezTo>
                    <a:pt x="393653" y="329279"/>
                    <a:pt x="400050" y="322882"/>
                    <a:pt x="400050" y="314992"/>
                  </a:cubicBezTo>
                  <a:lnTo>
                    <a:pt x="400050" y="273368"/>
                  </a:lnTo>
                  <a:cubicBezTo>
                    <a:pt x="399998" y="265498"/>
                    <a:pt x="393632" y="259132"/>
                    <a:pt x="385763" y="259080"/>
                  </a:cubicBezTo>
                  <a:close/>
                  <a:moveTo>
                    <a:pt x="233648" y="208502"/>
                  </a:moveTo>
                  <a:lnTo>
                    <a:pt x="192215" y="208502"/>
                  </a:lnTo>
                  <a:cubicBezTo>
                    <a:pt x="168542" y="208502"/>
                    <a:pt x="149352" y="189312"/>
                    <a:pt x="149352" y="165640"/>
                  </a:cubicBezTo>
                  <a:lnTo>
                    <a:pt x="149352" y="124301"/>
                  </a:lnTo>
                  <a:cubicBezTo>
                    <a:pt x="149404" y="100651"/>
                    <a:pt x="168564" y="81491"/>
                    <a:pt x="192215" y="81439"/>
                  </a:cubicBezTo>
                  <a:lnTo>
                    <a:pt x="233648" y="81439"/>
                  </a:lnTo>
                  <a:cubicBezTo>
                    <a:pt x="257299" y="81491"/>
                    <a:pt x="276458" y="100651"/>
                    <a:pt x="276511" y="124301"/>
                  </a:cubicBezTo>
                  <a:lnTo>
                    <a:pt x="276511" y="165640"/>
                  </a:lnTo>
                  <a:cubicBezTo>
                    <a:pt x="276511" y="189312"/>
                    <a:pt x="257321" y="208502"/>
                    <a:pt x="233648" y="208502"/>
                  </a:cubicBezTo>
                  <a:close/>
                  <a:moveTo>
                    <a:pt x="192215" y="110014"/>
                  </a:moveTo>
                  <a:cubicBezTo>
                    <a:pt x="184324" y="110014"/>
                    <a:pt x="177927" y="116411"/>
                    <a:pt x="177927" y="124301"/>
                  </a:cubicBezTo>
                  <a:lnTo>
                    <a:pt x="177927" y="165640"/>
                  </a:lnTo>
                  <a:cubicBezTo>
                    <a:pt x="177927" y="173530"/>
                    <a:pt x="184324" y="179927"/>
                    <a:pt x="192215" y="179927"/>
                  </a:cubicBezTo>
                  <a:lnTo>
                    <a:pt x="233648" y="179927"/>
                  </a:lnTo>
                  <a:cubicBezTo>
                    <a:pt x="241539" y="179927"/>
                    <a:pt x="247936" y="173530"/>
                    <a:pt x="247936" y="165640"/>
                  </a:cubicBezTo>
                  <a:lnTo>
                    <a:pt x="247936" y="124301"/>
                  </a:lnTo>
                  <a:cubicBezTo>
                    <a:pt x="247936" y="116411"/>
                    <a:pt x="241539" y="110014"/>
                    <a:pt x="233648" y="110014"/>
                  </a:cubicBezTo>
                  <a:close/>
                  <a:moveTo>
                    <a:pt x="385763" y="208502"/>
                  </a:moveTo>
                  <a:lnTo>
                    <a:pt x="344329" y="208502"/>
                  </a:lnTo>
                  <a:cubicBezTo>
                    <a:pt x="320656" y="208502"/>
                    <a:pt x="301466" y="189312"/>
                    <a:pt x="301466" y="165640"/>
                  </a:cubicBezTo>
                  <a:lnTo>
                    <a:pt x="301466" y="124301"/>
                  </a:lnTo>
                  <a:cubicBezTo>
                    <a:pt x="301519" y="100651"/>
                    <a:pt x="320678" y="81491"/>
                    <a:pt x="344329" y="81439"/>
                  </a:cubicBezTo>
                  <a:lnTo>
                    <a:pt x="385763" y="81439"/>
                  </a:lnTo>
                  <a:cubicBezTo>
                    <a:pt x="409413" y="81491"/>
                    <a:pt x="428573" y="100651"/>
                    <a:pt x="428625" y="124301"/>
                  </a:cubicBezTo>
                  <a:lnTo>
                    <a:pt x="428625" y="165640"/>
                  </a:lnTo>
                  <a:cubicBezTo>
                    <a:pt x="428625" y="189312"/>
                    <a:pt x="409435" y="208502"/>
                    <a:pt x="385763" y="208502"/>
                  </a:cubicBezTo>
                  <a:close/>
                  <a:moveTo>
                    <a:pt x="344329" y="110014"/>
                  </a:moveTo>
                  <a:cubicBezTo>
                    <a:pt x="336438" y="110014"/>
                    <a:pt x="330041" y="116411"/>
                    <a:pt x="330041" y="124301"/>
                  </a:cubicBezTo>
                  <a:lnTo>
                    <a:pt x="330041" y="165640"/>
                  </a:lnTo>
                  <a:cubicBezTo>
                    <a:pt x="330041" y="173530"/>
                    <a:pt x="336438" y="179927"/>
                    <a:pt x="344329" y="179927"/>
                  </a:cubicBezTo>
                  <a:lnTo>
                    <a:pt x="385763" y="179927"/>
                  </a:lnTo>
                  <a:cubicBezTo>
                    <a:pt x="393653" y="179927"/>
                    <a:pt x="400050" y="173530"/>
                    <a:pt x="400050" y="165640"/>
                  </a:cubicBezTo>
                  <a:lnTo>
                    <a:pt x="400050" y="124301"/>
                  </a:lnTo>
                  <a:cubicBezTo>
                    <a:pt x="400050" y="116411"/>
                    <a:pt x="393653" y="110014"/>
                    <a:pt x="385763" y="110014"/>
                  </a:cubicBezTo>
                  <a:close/>
                  <a:moveTo>
                    <a:pt x="511302" y="504063"/>
                  </a:moveTo>
                  <a:lnTo>
                    <a:pt x="511302" y="71438"/>
                  </a:lnTo>
                  <a:cubicBezTo>
                    <a:pt x="511302" y="63547"/>
                    <a:pt x="504905" y="57150"/>
                    <a:pt x="497014" y="57150"/>
                  </a:cubicBezTo>
                  <a:cubicBezTo>
                    <a:pt x="489124" y="57150"/>
                    <a:pt x="482727" y="63547"/>
                    <a:pt x="482727" y="71438"/>
                  </a:cubicBezTo>
                  <a:lnTo>
                    <a:pt x="482727" y="504063"/>
                  </a:lnTo>
                  <a:cubicBezTo>
                    <a:pt x="482727" y="522475"/>
                    <a:pt x="467801" y="537401"/>
                    <a:pt x="449389" y="537401"/>
                  </a:cubicBezTo>
                  <a:lnTo>
                    <a:pt x="352520" y="537401"/>
                  </a:lnTo>
                  <a:lnTo>
                    <a:pt x="352520" y="453676"/>
                  </a:lnTo>
                  <a:cubicBezTo>
                    <a:pt x="352520" y="430003"/>
                    <a:pt x="333330" y="410813"/>
                    <a:pt x="309658" y="410813"/>
                  </a:cubicBezTo>
                  <a:lnTo>
                    <a:pt x="268319" y="410813"/>
                  </a:lnTo>
                  <a:cubicBezTo>
                    <a:pt x="244647" y="410813"/>
                    <a:pt x="225457" y="430003"/>
                    <a:pt x="225457" y="453676"/>
                  </a:cubicBezTo>
                  <a:lnTo>
                    <a:pt x="225457" y="537305"/>
                  </a:lnTo>
                  <a:lnTo>
                    <a:pt x="128588" y="537305"/>
                  </a:lnTo>
                  <a:cubicBezTo>
                    <a:pt x="110176" y="537305"/>
                    <a:pt x="95250" y="522380"/>
                    <a:pt x="95250" y="503968"/>
                  </a:cubicBezTo>
                  <a:lnTo>
                    <a:pt x="95250" y="71438"/>
                  </a:lnTo>
                  <a:cubicBezTo>
                    <a:pt x="95250" y="63547"/>
                    <a:pt x="88853" y="57150"/>
                    <a:pt x="80963" y="57150"/>
                  </a:cubicBezTo>
                  <a:cubicBezTo>
                    <a:pt x="73072" y="57150"/>
                    <a:pt x="66675" y="63547"/>
                    <a:pt x="66675" y="71438"/>
                  </a:cubicBezTo>
                  <a:lnTo>
                    <a:pt x="66675" y="504063"/>
                  </a:lnTo>
                  <a:cubicBezTo>
                    <a:pt x="66727" y="538235"/>
                    <a:pt x="94416" y="565923"/>
                    <a:pt x="128588" y="565976"/>
                  </a:cubicBezTo>
                  <a:lnTo>
                    <a:pt x="239744" y="565976"/>
                  </a:lnTo>
                  <a:cubicBezTo>
                    <a:pt x="247635" y="565976"/>
                    <a:pt x="254032" y="559579"/>
                    <a:pt x="254032" y="551688"/>
                  </a:cubicBezTo>
                  <a:lnTo>
                    <a:pt x="254032" y="453676"/>
                  </a:lnTo>
                  <a:cubicBezTo>
                    <a:pt x="254032" y="445785"/>
                    <a:pt x="260429" y="439388"/>
                    <a:pt x="268319" y="439388"/>
                  </a:cubicBezTo>
                  <a:lnTo>
                    <a:pt x="309658" y="439388"/>
                  </a:lnTo>
                  <a:cubicBezTo>
                    <a:pt x="317548" y="439388"/>
                    <a:pt x="323945" y="445785"/>
                    <a:pt x="323945" y="453676"/>
                  </a:cubicBezTo>
                  <a:lnTo>
                    <a:pt x="323945" y="551688"/>
                  </a:lnTo>
                  <a:cubicBezTo>
                    <a:pt x="323998" y="559558"/>
                    <a:pt x="330363" y="565923"/>
                    <a:pt x="338233" y="565976"/>
                  </a:cubicBezTo>
                  <a:lnTo>
                    <a:pt x="449389" y="565976"/>
                  </a:lnTo>
                  <a:cubicBezTo>
                    <a:pt x="483561" y="565923"/>
                    <a:pt x="511250" y="538235"/>
                    <a:pt x="511302" y="504063"/>
                  </a:cubicBezTo>
                  <a:close/>
                  <a:moveTo>
                    <a:pt x="38100" y="194691"/>
                  </a:moveTo>
                  <a:lnTo>
                    <a:pt x="38100" y="194215"/>
                  </a:lnTo>
                  <a:cubicBezTo>
                    <a:pt x="38100" y="183693"/>
                    <a:pt x="29571" y="175165"/>
                    <a:pt x="19050" y="175165"/>
                  </a:cubicBezTo>
                  <a:cubicBezTo>
                    <a:pt x="8529" y="175165"/>
                    <a:pt x="0" y="183693"/>
                    <a:pt x="0" y="194215"/>
                  </a:cubicBezTo>
                  <a:cubicBezTo>
                    <a:pt x="0" y="204736"/>
                    <a:pt x="8529" y="213265"/>
                    <a:pt x="19050" y="213265"/>
                  </a:cubicBezTo>
                  <a:cubicBezTo>
                    <a:pt x="29571" y="213265"/>
                    <a:pt x="38100" y="204736"/>
                    <a:pt x="38100" y="194215"/>
                  </a:cubicBezTo>
                  <a:close/>
                  <a:moveTo>
                    <a:pt x="19050" y="436055"/>
                  </a:moveTo>
                  <a:cubicBezTo>
                    <a:pt x="8529" y="436055"/>
                    <a:pt x="0" y="427526"/>
                    <a:pt x="0" y="417005"/>
                  </a:cubicBezTo>
                  <a:lnTo>
                    <a:pt x="0" y="416243"/>
                  </a:lnTo>
                  <a:cubicBezTo>
                    <a:pt x="0" y="405721"/>
                    <a:pt x="8529" y="397193"/>
                    <a:pt x="19050" y="397193"/>
                  </a:cubicBezTo>
                  <a:cubicBezTo>
                    <a:pt x="29571" y="397193"/>
                    <a:pt x="38100" y="405721"/>
                    <a:pt x="38100" y="416243"/>
                  </a:cubicBezTo>
                  <a:lnTo>
                    <a:pt x="38100" y="417290"/>
                  </a:lnTo>
                  <a:cubicBezTo>
                    <a:pt x="37944" y="427699"/>
                    <a:pt x="29461" y="436055"/>
                    <a:pt x="19050" y="436055"/>
                  </a:cubicBezTo>
                  <a:close/>
                  <a:moveTo>
                    <a:pt x="19050" y="361950"/>
                  </a:moveTo>
                  <a:cubicBezTo>
                    <a:pt x="8529" y="361950"/>
                    <a:pt x="0" y="353421"/>
                    <a:pt x="0" y="342900"/>
                  </a:cubicBezTo>
                  <a:lnTo>
                    <a:pt x="0" y="341852"/>
                  </a:lnTo>
                  <a:cubicBezTo>
                    <a:pt x="0" y="331331"/>
                    <a:pt x="8529" y="322802"/>
                    <a:pt x="19050" y="322802"/>
                  </a:cubicBezTo>
                  <a:cubicBezTo>
                    <a:pt x="29571" y="322802"/>
                    <a:pt x="38100" y="331331"/>
                    <a:pt x="38100" y="341852"/>
                  </a:cubicBezTo>
                  <a:lnTo>
                    <a:pt x="38100" y="342900"/>
                  </a:lnTo>
                  <a:cubicBezTo>
                    <a:pt x="38100" y="353421"/>
                    <a:pt x="29571" y="361950"/>
                    <a:pt x="19050" y="361950"/>
                  </a:cubicBezTo>
                  <a:close/>
                  <a:moveTo>
                    <a:pt x="19050" y="287846"/>
                  </a:moveTo>
                  <a:cubicBezTo>
                    <a:pt x="8529" y="287846"/>
                    <a:pt x="0" y="279317"/>
                    <a:pt x="0" y="268796"/>
                  </a:cubicBezTo>
                  <a:lnTo>
                    <a:pt x="0" y="267748"/>
                  </a:lnTo>
                  <a:cubicBezTo>
                    <a:pt x="0" y="257226"/>
                    <a:pt x="8529" y="248698"/>
                    <a:pt x="19050" y="248698"/>
                  </a:cubicBezTo>
                  <a:cubicBezTo>
                    <a:pt x="29571" y="248698"/>
                    <a:pt x="38100" y="257226"/>
                    <a:pt x="38100" y="267748"/>
                  </a:cubicBezTo>
                  <a:lnTo>
                    <a:pt x="38100" y="268796"/>
                  </a:lnTo>
                  <a:cubicBezTo>
                    <a:pt x="38100" y="279317"/>
                    <a:pt x="29571" y="287846"/>
                    <a:pt x="19050" y="287846"/>
                  </a:cubicBezTo>
                  <a:close/>
                  <a:moveTo>
                    <a:pt x="38100" y="490538"/>
                  </a:moveTo>
                  <a:lnTo>
                    <a:pt x="38100" y="490538"/>
                  </a:lnTo>
                  <a:cubicBezTo>
                    <a:pt x="38100" y="480016"/>
                    <a:pt x="29571" y="471488"/>
                    <a:pt x="19050" y="471488"/>
                  </a:cubicBezTo>
                  <a:cubicBezTo>
                    <a:pt x="8529" y="471488"/>
                    <a:pt x="0" y="480016"/>
                    <a:pt x="0" y="490538"/>
                  </a:cubicBezTo>
                  <a:cubicBezTo>
                    <a:pt x="0" y="501059"/>
                    <a:pt x="8529" y="509588"/>
                    <a:pt x="19050" y="509588"/>
                  </a:cubicBezTo>
                  <a:cubicBezTo>
                    <a:pt x="29571" y="509588"/>
                    <a:pt x="38100" y="501059"/>
                    <a:pt x="38100" y="490538"/>
                  </a:cubicBezTo>
                  <a:close/>
                  <a:moveTo>
                    <a:pt x="577977" y="194691"/>
                  </a:moveTo>
                  <a:lnTo>
                    <a:pt x="577977" y="194215"/>
                  </a:lnTo>
                  <a:cubicBezTo>
                    <a:pt x="577977" y="183693"/>
                    <a:pt x="569448" y="175165"/>
                    <a:pt x="558927" y="175165"/>
                  </a:cubicBezTo>
                  <a:cubicBezTo>
                    <a:pt x="548406" y="175165"/>
                    <a:pt x="539877" y="183693"/>
                    <a:pt x="539877" y="194215"/>
                  </a:cubicBezTo>
                  <a:cubicBezTo>
                    <a:pt x="539877" y="204736"/>
                    <a:pt x="548406" y="213265"/>
                    <a:pt x="558927" y="213265"/>
                  </a:cubicBezTo>
                  <a:cubicBezTo>
                    <a:pt x="569448" y="213265"/>
                    <a:pt x="577977" y="204736"/>
                    <a:pt x="577977" y="194215"/>
                  </a:cubicBezTo>
                  <a:close/>
                  <a:moveTo>
                    <a:pt x="558927" y="436055"/>
                  </a:moveTo>
                  <a:cubicBezTo>
                    <a:pt x="548406" y="436055"/>
                    <a:pt x="539877" y="427526"/>
                    <a:pt x="539877" y="417005"/>
                  </a:cubicBezTo>
                  <a:lnTo>
                    <a:pt x="539877" y="416243"/>
                  </a:lnTo>
                  <a:cubicBezTo>
                    <a:pt x="539877" y="405721"/>
                    <a:pt x="548406" y="397193"/>
                    <a:pt x="558927" y="397193"/>
                  </a:cubicBezTo>
                  <a:cubicBezTo>
                    <a:pt x="569448" y="397193"/>
                    <a:pt x="577977" y="405721"/>
                    <a:pt x="577977" y="416243"/>
                  </a:cubicBezTo>
                  <a:lnTo>
                    <a:pt x="577977" y="417290"/>
                  </a:lnTo>
                  <a:cubicBezTo>
                    <a:pt x="577821" y="427699"/>
                    <a:pt x="569338" y="436055"/>
                    <a:pt x="558927" y="436055"/>
                  </a:cubicBezTo>
                  <a:close/>
                  <a:moveTo>
                    <a:pt x="558927" y="361950"/>
                  </a:moveTo>
                  <a:cubicBezTo>
                    <a:pt x="548406" y="361950"/>
                    <a:pt x="539877" y="353421"/>
                    <a:pt x="539877" y="342900"/>
                  </a:cubicBezTo>
                  <a:lnTo>
                    <a:pt x="539877" y="341852"/>
                  </a:lnTo>
                  <a:cubicBezTo>
                    <a:pt x="539877" y="331331"/>
                    <a:pt x="548406" y="322802"/>
                    <a:pt x="558927" y="322802"/>
                  </a:cubicBezTo>
                  <a:cubicBezTo>
                    <a:pt x="569448" y="322802"/>
                    <a:pt x="577977" y="331331"/>
                    <a:pt x="577977" y="341852"/>
                  </a:cubicBezTo>
                  <a:lnTo>
                    <a:pt x="577977" y="342900"/>
                  </a:lnTo>
                  <a:cubicBezTo>
                    <a:pt x="577977" y="353421"/>
                    <a:pt x="569448" y="361950"/>
                    <a:pt x="558927" y="361950"/>
                  </a:cubicBezTo>
                  <a:close/>
                  <a:moveTo>
                    <a:pt x="558927" y="287846"/>
                  </a:moveTo>
                  <a:cubicBezTo>
                    <a:pt x="548406" y="287846"/>
                    <a:pt x="539877" y="279317"/>
                    <a:pt x="539877" y="268796"/>
                  </a:cubicBezTo>
                  <a:lnTo>
                    <a:pt x="539877" y="267748"/>
                  </a:lnTo>
                  <a:cubicBezTo>
                    <a:pt x="539877" y="257226"/>
                    <a:pt x="548406" y="248698"/>
                    <a:pt x="558927" y="248698"/>
                  </a:cubicBezTo>
                  <a:cubicBezTo>
                    <a:pt x="569448" y="248698"/>
                    <a:pt x="577977" y="257226"/>
                    <a:pt x="577977" y="267748"/>
                  </a:cubicBezTo>
                  <a:lnTo>
                    <a:pt x="577977" y="268796"/>
                  </a:lnTo>
                  <a:cubicBezTo>
                    <a:pt x="577977" y="279317"/>
                    <a:pt x="569448" y="287846"/>
                    <a:pt x="558927" y="287846"/>
                  </a:cubicBezTo>
                  <a:close/>
                  <a:moveTo>
                    <a:pt x="577977" y="490538"/>
                  </a:moveTo>
                  <a:lnTo>
                    <a:pt x="577977" y="490538"/>
                  </a:lnTo>
                  <a:cubicBezTo>
                    <a:pt x="577977" y="480016"/>
                    <a:pt x="569448" y="471488"/>
                    <a:pt x="558927" y="471488"/>
                  </a:cubicBezTo>
                  <a:cubicBezTo>
                    <a:pt x="548406" y="471488"/>
                    <a:pt x="539877" y="480016"/>
                    <a:pt x="539877" y="490538"/>
                  </a:cubicBezTo>
                  <a:cubicBezTo>
                    <a:pt x="539877" y="501059"/>
                    <a:pt x="548406" y="509588"/>
                    <a:pt x="558927" y="509588"/>
                  </a:cubicBezTo>
                  <a:cubicBezTo>
                    <a:pt x="569448" y="509588"/>
                    <a:pt x="577977" y="501059"/>
                    <a:pt x="577977" y="490538"/>
                  </a:cubicBezTo>
                  <a:close/>
                  <a:moveTo>
                    <a:pt x="511302" y="14288"/>
                  </a:moveTo>
                  <a:cubicBezTo>
                    <a:pt x="511302" y="6397"/>
                    <a:pt x="504905" y="0"/>
                    <a:pt x="497014" y="0"/>
                  </a:cubicBezTo>
                  <a:lnTo>
                    <a:pt x="80963" y="0"/>
                  </a:lnTo>
                  <a:cubicBezTo>
                    <a:pt x="73072" y="0"/>
                    <a:pt x="66675" y="6397"/>
                    <a:pt x="66675" y="14288"/>
                  </a:cubicBezTo>
                  <a:cubicBezTo>
                    <a:pt x="66675" y="22178"/>
                    <a:pt x="73072" y="28575"/>
                    <a:pt x="80963" y="28575"/>
                  </a:cubicBezTo>
                  <a:lnTo>
                    <a:pt x="497014" y="28575"/>
                  </a:lnTo>
                  <a:cubicBezTo>
                    <a:pt x="504905" y="28576"/>
                    <a:pt x="511303" y="22180"/>
                    <a:pt x="511303" y="14288"/>
                  </a:cubicBezTo>
                  <a:cubicBezTo>
                    <a:pt x="511303" y="14225"/>
                    <a:pt x="511303" y="14161"/>
                    <a:pt x="511302" y="140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defTabSz="1219170">
                <a:buSzPts val="1100"/>
              </a:pPr>
              <a:endParaRPr sz="1467"/>
            </a:p>
          </p:txBody>
        </p:sp>
        <p:grpSp>
          <p:nvGrpSpPr>
            <p:cNvPr id="45" name="Google Shape;373;p35">
              <a:extLst>
                <a:ext uri="{FF2B5EF4-FFF2-40B4-BE49-F238E27FC236}">
                  <a16:creationId xmlns:a16="http://schemas.microsoft.com/office/drawing/2014/main" id="{B9BA7932-6FB3-9887-93EF-75127E29F636}"/>
                </a:ext>
              </a:extLst>
            </p:cNvPr>
            <p:cNvGrpSpPr/>
            <p:nvPr/>
          </p:nvGrpSpPr>
          <p:grpSpPr>
            <a:xfrm>
              <a:off x="9323651" y="4376456"/>
              <a:ext cx="763143" cy="480313"/>
              <a:chOff x="5762297" y="5370566"/>
              <a:chExt cx="768600" cy="487232"/>
            </a:xfrm>
          </p:grpSpPr>
          <p:sp>
            <p:nvSpPr>
              <p:cNvPr id="51" name="Google Shape;374;p35">
                <a:extLst>
                  <a:ext uri="{FF2B5EF4-FFF2-40B4-BE49-F238E27FC236}">
                    <a16:creationId xmlns:a16="http://schemas.microsoft.com/office/drawing/2014/main" id="{10758711-66C4-CF2A-A922-65459059D6BA}"/>
                  </a:ext>
                </a:extLst>
              </p:cNvPr>
              <p:cNvSpPr/>
              <p:nvPr/>
            </p:nvSpPr>
            <p:spPr>
              <a:xfrm>
                <a:off x="5800177" y="5370566"/>
                <a:ext cx="696115" cy="487232"/>
              </a:xfrm>
              <a:custGeom>
                <a:avLst/>
                <a:gdLst/>
                <a:ahLst/>
                <a:cxnLst/>
                <a:rect l="l" t="t" r="r" b="b"/>
                <a:pathLst>
                  <a:path w="682466" h="477678" extrusionOk="0">
                    <a:moveTo>
                      <a:pt x="511778" y="477679"/>
                    </a:moveTo>
                    <a:lnTo>
                      <a:pt x="136493" y="477679"/>
                    </a:lnTo>
                    <a:cubicBezTo>
                      <a:pt x="61246" y="477679"/>
                      <a:pt x="0" y="416433"/>
                      <a:pt x="0" y="341186"/>
                    </a:cubicBezTo>
                    <a:cubicBezTo>
                      <a:pt x="0" y="277654"/>
                      <a:pt x="43529" y="224219"/>
                      <a:pt x="102394" y="208978"/>
                    </a:cubicBezTo>
                    <a:cubicBezTo>
                      <a:pt x="102394" y="207550"/>
                      <a:pt x="102394" y="206121"/>
                      <a:pt x="102394" y="204692"/>
                    </a:cubicBezTo>
                    <a:cubicBezTo>
                      <a:pt x="102394" y="91821"/>
                      <a:pt x="194215" y="0"/>
                      <a:pt x="307086" y="0"/>
                    </a:cubicBezTo>
                    <a:cubicBezTo>
                      <a:pt x="395383" y="0"/>
                      <a:pt x="471678" y="55912"/>
                      <a:pt x="499872" y="136970"/>
                    </a:cubicBezTo>
                    <a:cubicBezTo>
                      <a:pt x="600265" y="128588"/>
                      <a:pt x="682466" y="209074"/>
                      <a:pt x="682466" y="307086"/>
                    </a:cubicBezTo>
                    <a:cubicBezTo>
                      <a:pt x="682466" y="405098"/>
                      <a:pt x="605885" y="477679"/>
                      <a:pt x="511873" y="477679"/>
                    </a:cubicBezTo>
                    <a:close/>
                  </a:path>
                </a:pathLst>
              </a:custGeom>
              <a:solidFill>
                <a:schemeClr val="dk1">
                  <a:alpha val="80000"/>
                </a:schemeClr>
              </a:solidFill>
              <a:ln>
                <a:noFill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defTabSz="1219170">
                  <a:buSzPts val="900"/>
                </a:pPr>
                <a:endParaRPr sz="1200">
                  <a:solidFill>
                    <a:srgbClr val="575757"/>
                  </a:solidFill>
                </a:endParaRPr>
              </a:p>
            </p:txBody>
          </p:sp>
          <p:sp>
            <p:nvSpPr>
              <p:cNvPr id="52" name="Google Shape;375;p35">
                <a:extLst>
                  <a:ext uri="{FF2B5EF4-FFF2-40B4-BE49-F238E27FC236}">
                    <a16:creationId xmlns:a16="http://schemas.microsoft.com/office/drawing/2014/main" id="{E7232F0E-CBDF-94FA-1B9A-93B4BED6E6F6}"/>
                  </a:ext>
                </a:extLst>
              </p:cNvPr>
              <p:cNvSpPr/>
              <p:nvPr/>
            </p:nvSpPr>
            <p:spPr>
              <a:xfrm>
                <a:off x="5762297" y="5605091"/>
                <a:ext cx="768600" cy="202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33" tIns="45700" rIns="91433" bIns="45700" anchor="t" anchorCtr="0">
                <a:noAutofit/>
              </a:bodyPr>
              <a:lstStyle/>
              <a:p>
                <a:pPr algn="ctr" defTabSz="1219170">
                  <a:buClr>
                    <a:srgbClr val="3B3E42"/>
                  </a:buClr>
                  <a:buSzPts val="500"/>
                </a:pPr>
                <a:r>
                  <a:rPr lang="en" sz="667">
                    <a:solidFill>
                      <a:srgbClr val="001744"/>
                    </a:solidFill>
                  </a:rPr>
                  <a:t>Private Apps</a:t>
                </a:r>
                <a:endParaRPr sz="667">
                  <a:solidFill>
                    <a:srgbClr val="001744"/>
                  </a:solidFill>
                </a:endParaRPr>
              </a:p>
            </p:txBody>
          </p:sp>
        </p:grpSp>
        <p:grpSp>
          <p:nvGrpSpPr>
            <p:cNvPr id="46" name="Google Shape;376;p35">
              <a:extLst>
                <a:ext uri="{FF2B5EF4-FFF2-40B4-BE49-F238E27FC236}">
                  <a16:creationId xmlns:a16="http://schemas.microsoft.com/office/drawing/2014/main" id="{62B0AEED-6211-CA22-8984-ED0491663232}"/>
                </a:ext>
              </a:extLst>
            </p:cNvPr>
            <p:cNvGrpSpPr/>
            <p:nvPr/>
          </p:nvGrpSpPr>
          <p:grpSpPr>
            <a:xfrm>
              <a:off x="10589522" y="4383053"/>
              <a:ext cx="824802" cy="480313"/>
              <a:chOff x="5724334" y="5370566"/>
              <a:chExt cx="830700" cy="487232"/>
            </a:xfrm>
          </p:grpSpPr>
          <p:sp>
            <p:nvSpPr>
              <p:cNvPr id="49" name="Google Shape;377;p35">
                <a:extLst>
                  <a:ext uri="{FF2B5EF4-FFF2-40B4-BE49-F238E27FC236}">
                    <a16:creationId xmlns:a16="http://schemas.microsoft.com/office/drawing/2014/main" id="{FC5D1D05-D59A-3059-EB21-17BD4D77EF22}"/>
                  </a:ext>
                </a:extLst>
              </p:cNvPr>
              <p:cNvSpPr/>
              <p:nvPr/>
            </p:nvSpPr>
            <p:spPr>
              <a:xfrm>
                <a:off x="5790685" y="5370566"/>
                <a:ext cx="696115" cy="487232"/>
              </a:xfrm>
              <a:custGeom>
                <a:avLst/>
                <a:gdLst/>
                <a:ahLst/>
                <a:cxnLst/>
                <a:rect l="l" t="t" r="r" b="b"/>
                <a:pathLst>
                  <a:path w="682466" h="477678" extrusionOk="0">
                    <a:moveTo>
                      <a:pt x="511778" y="477679"/>
                    </a:moveTo>
                    <a:lnTo>
                      <a:pt x="136493" y="477679"/>
                    </a:lnTo>
                    <a:cubicBezTo>
                      <a:pt x="61246" y="477679"/>
                      <a:pt x="0" y="416433"/>
                      <a:pt x="0" y="341186"/>
                    </a:cubicBezTo>
                    <a:cubicBezTo>
                      <a:pt x="0" y="277654"/>
                      <a:pt x="43529" y="224219"/>
                      <a:pt x="102394" y="208978"/>
                    </a:cubicBezTo>
                    <a:cubicBezTo>
                      <a:pt x="102394" y="207550"/>
                      <a:pt x="102394" y="206121"/>
                      <a:pt x="102394" y="204692"/>
                    </a:cubicBezTo>
                    <a:cubicBezTo>
                      <a:pt x="102394" y="91821"/>
                      <a:pt x="194215" y="0"/>
                      <a:pt x="307086" y="0"/>
                    </a:cubicBezTo>
                    <a:cubicBezTo>
                      <a:pt x="395383" y="0"/>
                      <a:pt x="471678" y="55912"/>
                      <a:pt x="499872" y="136970"/>
                    </a:cubicBezTo>
                    <a:cubicBezTo>
                      <a:pt x="600265" y="128588"/>
                      <a:pt x="682466" y="209074"/>
                      <a:pt x="682466" y="307086"/>
                    </a:cubicBezTo>
                    <a:cubicBezTo>
                      <a:pt x="682466" y="405098"/>
                      <a:pt x="605885" y="477679"/>
                      <a:pt x="511873" y="477679"/>
                    </a:cubicBezTo>
                    <a:close/>
                  </a:path>
                </a:pathLst>
              </a:custGeom>
              <a:solidFill>
                <a:schemeClr val="dk1">
                  <a:alpha val="80000"/>
                </a:schemeClr>
              </a:solidFill>
              <a:ln>
                <a:noFill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defTabSz="1219170">
                  <a:buSzPts val="900"/>
                </a:pPr>
                <a:endParaRPr sz="1200">
                  <a:solidFill>
                    <a:srgbClr val="575757"/>
                  </a:solidFill>
                </a:endParaRPr>
              </a:p>
            </p:txBody>
          </p:sp>
          <p:sp>
            <p:nvSpPr>
              <p:cNvPr id="50" name="Google Shape;378;p35">
                <a:extLst>
                  <a:ext uri="{FF2B5EF4-FFF2-40B4-BE49-F238E27FC236}">
                    <a16:creationId xmlns:a16="http://schemas.microsoft.com/office/drawing/2014/main" id="{C9A7F274-7014-0FA0-A705-FF0196649EF4}"/>
                  </a:ext>
                </a:extLst>
              </p:cNvPr>
              <p:cNvSpPr/>
              <p:nvPr/>
            </p:nvSpPr>
            <p:spPr>
              <a:xfrm>
                <a:off x="5724334" y="5605091"/>
                <a:ext cx="830700" cy="202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33" tIns="45700" rIns="91433" bIns="45700" anchor="t" anchorCtr="0">
                <a:noAutofit/>
              </a:bodyPr>
              <a:lstStyle/>
              <a:p>
                <a:pPr algn="ctr" defTabSz="1219170">
                  <a:buClr>
                    <a:srgbClr val="3B3E42"/>
                  </a:buClr>
                  <a:buSzPts val="500"/>
                </a:pPr>
                <a:r>
                  <a:rPr lang="en" sz="667">
                    <a:solidFill>
                      <a:srgbClr val="001744"/>
                    </a:solidFill>
                  </a:rPr>
                  <a:t>Supplier Portal</a:t>
                </a:r>
                <a:endParaRPr sz="667">
                  <a:solidFill>
                    <a:srgbClr val="001744"/>
                  </a:solidFill>
                </a:endParaRPr>
              </a:p>
            </p:txBody>
          </p:sp>
        </p:grpSp>
        <p:pic>
          <p:nvPicPr>
            <p:cNvPr id="47" name="Google Shape;379;p35">
              <a:extLst>
                <a:ext uri="{FF2B5EF4-FFF2-40B4-BE49-F238E27FC236}">
                  <a16:creationId xmlns:a16="http://schemas.microsoft.com/office/drawing/2014/main" id="{8D8C0CBE-AB9D-1186-705F-3F4EA610C1EC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9621854" y="4423264"/>
              <a:ext cx="11430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8" name="Google Shape;380;p35">
              <a:extLst>
                <a:ext uri="{FF2B5EF4-FFF2-40B4-BE49-F238E27FC236}">
                  <a16:creationId xmlns:a16="http://schemas.microsoft.com/office/drawing/2014/main" id="{59CAFCFF-6646-CE6D-6562-ED1F1DCB8FDB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10917242" y="4424447"/>
              <a:ext cx="114300" cy="1143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3" name="Google Shape;381;p35">
            <a:extLst>
              <a:ext uri="{FF2B5EF4-FFF2-40B4-BE49-F238E27FC236}">
                <a16:creationId xmlns:a16="http://schemas.microsoft.com/office/drawing/2014/main" id="{243754BF-2435-4207-4325-C9E9E6216D49}"/>
              </a:ext>
            </a:extLst>
          </p:cNvPr>
          <p:cNvSpPr/>
          <p:nvPr/>
        </p:nvSpPr>
        <p:spPr>
          <a:xfrm>
            <a:off x="7728693" y="3514396"/>
            <a:ext cx="164960" cy="102265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defTabSz="1219170">
              <a:buSzPts val="1100"/>
            </a:pPr>
            <a:endParaRPr sz="1467"/>
          </a:p>
        </p:txBody>
      </p:sp>
      <p:sp>
        <p:nvSpPr>
          <p:cNvPr id="54" name="Google Shape;382;p35">
            <a:extLst>
              <a:ext uri="{FF2B5EF4-FFF2-40B4-BE49-F238E27FC236}">
                <a16:creationId xmlns:a16="http://schemas.microsoft.com/office/drawing/2014/main" id="{5C4E6224-3820-2FEE-AC92-C17A72391890}"/>
              </a:ext>
            </a:extLst>
          </p:cNvPr>
          <p:cNvSpPr/>
          <p:nvPr/>
        </p:nvSpPr>
        <p:spPr>
          <a:xfrm>
            <a:off x="10059615" y="3513024"/>
            <a:ext cx="164960" cy="102265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defTabSz="1219170">
              <a:buSzPts val="1100"/>
            </a:pPr>
            <a:endParaRPr sz="1467"/>
          </a:p>
        </p:txBody>
      </p:sp>
      <p:grpSp>
        <p:nvGrpSpPr>
          <p:cNvPr id="55" name="Google Shape;383;p35">
            <a:extLst>
              <a:ext uri="{FF2B5EF4-FFF2-40B4-BE49-F238E27FC236}">
                <a16:creationId xmlns:a16="http://schemas.microsoft.com/office/drawing/2014/main" id="{BD751113-0A19-1226-5469-1147E3E93468}"/>
              </a:ext>
            </a:extLst>
          </p:cNvPr>
          <p:cNvGrpSpPr/>
          <p:nvPr/>
        </p:nvGrpSpPr>
        <p:grpSpPr>
          <a:xfrm>
            <a:off x="6961264" y="3269215"/>
            <a:ext cx="4084243" cy="596045"/>
            <a:chOff x="7041116" y="3010601"/>
            <a:chExt cx="4084242" cy="596045"/>
          </a:xfrm>
        </p:grpSpPr>
        <p:grpSp>
          <p:nvGrpSpPr>
            <p:cNvPr id="56" name="Google Shape;384;p35">
              <a:extLst>
                <a:ext uri="{FF2B5EF4-FFF2-40B4-BE49-F238E27FC236}">
                  <a16:creationId xmlns:a16="http://schemas.microsoft.com/office/drawing/2014/main" id="{18EF5AAD-7F8D-45B1-EB9B-26F71F493D47}"/>
                </a:ext>
              </a:extLst>
            </p:cNvPr>
            <p:cNvGrpSpPr/>
            <p:nvPr/>
          </p:nvGrpSpPr>
          <p:grpSpPr>
            <a:xfrm>
              <a:off x="7041116" y="3010601"/>
              <a:ext cx="4084242" cy="596045"/>
              <a:chOff x="3367169" y="3292891"/>
              <a:chExt cx="4946400" cy="721866"/>
            </a:xfrm>
          </p:grpSpPr>
          <p:sp>
            <p:nvSpPr>
              <p:cNvPr id="58" name="Google Shape;385;p35">
                <a:extLst>
                  <a:ext uri="{FF2B5EF4-FFF2-40B4-BE49-F238E27FC236}">
                    <a16:creationId xmlns:a16="http://schemas.microsoft.com/office/drawing/2014/main" id="{C0E0B429-980A-D341-73F6-7C2BD828BB2E}"/>
                  </a:ext>
                </a:extLst>
              </p:cNvPr>
              <p:cNvSpPr/>
              <p:nvPr/>
            </p:nvSpPr>
            <p:spPr>
              <a:xfrm>
                <a:off x="3367169" y="3581990"/>
                <a:ext cx="4946400" cy="136800"/>
              </a:xfrm>
              <a:prstGeom prst="roundRect">
                <a:avLst>
                  <a:gd name="adj" fmla="val 50000"/>
                </a:avLst>
              </a:pr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 defTabSz="1219170">
                  <a:buClr>
                    <a:srgbClr val="FFFFFF"/>
                  </a:buClr>
                  <a:buSzPts val="1400"/>
                </a:pPr>
                <a:endParaRPr sz="1867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59" name="Google Shape;386;p35">
                <a:extLst>
                  <a:ext uri="{FF2B5EF4-FFF2-40B4-BE49-F238E27FC236}">
                    <a16:creationId xmlns:a16="http://schemas.microsoft.com/office/drawing/2014/main" id="{6D52B963-DC53-3E9C-5609-00D3406770A9}"/>
                  </a:ext>
                </a:extLst>
              </p:cNvPr>
              <p:cNvGrpSpPr/>
              <p:nvPr/>
            </p:nvGrpSpPr>
            <p:grpSpPr>
              <a:xfrm>
                <a:off x="5264361" y="3292891"/>
                <a:ext cx="1152136" cy="721866"/>
                <a:chOff x="6964763" y="5528244"/>
                <a:chExt cx="981878" cy="615192"/>
              </a:xfrm>
            </p:grpSpPr>
            <p:sp>
              <p:nvSpPr>
                <p:cNvPr id="60" name="Google Shape;387;p35">
                  <a:extLst>
                    <a:ext uri="{FF2B5EF4-FFF2-40B4-BE49-F238E27FC236}">
                      <a16:creationId xmlns:a16="http://schemas.microsoft.com/office/drawing/2014/main" id="{88A4A093-DAA0-3DD4-D205-445195541F53}"/>
                    </a:ext>
                  </a:extLst>
                </p:cNvPr>
                <p:cNvSpPr/>
                <p:nvPr/>
              </p:nvSpPr>
              <p:spPr>
                <a:xfrm>
                  <a:off x="6964763" y="5528244"/>
                  <a:ext cx="981878" cy="615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878" h="615192" extrusionOk="0">
                      <a:moveTo>
                        <a:pt x="980036" y="313893"/>
                      </a:moveTo>
                      <a:cubicBezTo>
                        <a:pt x="965413" y="222739"/>
                        <a:pt x="891259" y="178543"/>
                        <a:pt x="803332" y="169971"/>
                      </a:cubicBezTo>
                      <a:cubicBezTo>
                        <a:pt x="801068" y="169780"/>
                        <a:pt x="798804" y="169494"/>
                        <a:pt x="796445" y="169304"/>
                      </a:cubicBezTo>
                      <a:lnTo>
                        <a:pt x="796822" y="169304"/>
                      </a:lnTo>
                      <a:cubicBezTo>
                        <a:pt x="796822" y="169304"/>
                        <a:pt x="773425" y="104724"/>
                        <a:pt x="716159" y="55290"/>
                      </a:cubicBezTo>
                      <a:cubicBezTo>
                        <a:pt x="716159" y="55290"/>
                        <a:pt x="716159" y="55290"/>
                        <a:pt x="716065" y="55194"/>
                      </a:cubicBezTo>
                      <a:cubicBezTo>
                        <a:pt x="715782" y="54909"/>
                        <a:pt x="715499" y="54718"/>
                        <a:pt x="715216" y="54432"/>
                      </a:cubicBezTo>
                      <a:cubicBezTo>
                        <a:pt x="704932" y="45479"/>
                        <a:pt x="694460" y="37954"/>
                        <a:pt x="683705" y="31668"/>
                      </a:cubicBezTo>
                      <a:cubicBezTo>
                        <a:pt x="657572" y="18237"/>
                        <a:pt x="621156" y="7569"/>
                        <a:pt x="579645" y="2807"/>
                      </a:cubicBezTo>
                      <a:cubicBezTo>
                        <a:pt x="554456" y="-146"/>
                        <a:pt x="527473" y="-908"/>
                        <a:pt x="499831" y="1188"/>
                      </a:cubicBezTo>
                      <a:cubicBezTo>
                        <a:pt x="424828" y="6712"/>
                        <a:pt x="345109" y="33096"/>
                        <a:pt x="284918" y="93961"/>
                      </a:cubicBezTo>
                      <a:cubicBezTo>
                        <a:pt x="220859" y="81198"/>
                        <a:pt x="163970" y="93771"/>
                        <a:pt x="118214" y="121393"/>
                      </a:cubicBezTo>
                      <a:cubicBezTo>
                        <a:pt x="117648" y="121774"/>
                        <a:pt x="116988" y="122155"/>
                        <a:pt x="116422" y="122536"/>
                      </a:cubicBezTo>
                      <a:cubicBezTo>
                        <a:pt x="113591" y="124251"/>
                        <a:pt x="110855" y="126060"/>
                        <a:pt x="108214" y="127870"/>
                      </a:cubicBezTo>
                      <a:cubicBezTo>
                        <a:pt x="106893" y="128727"/>
                        <a:pt x="105666" y="129680"/>
                        <a:pt x="104346" y="130537"/>
                      </a:cubicBezTo>
                      <a:cubicBezTo>
                        <a:pt x="102176" y="132061"/>
                        <a:pt x="100006" y="133680"/>
                        <a:pt x="97836" y="135300"/>
                      </a:cubicBezTo>
                      <a:cubicBezTo>
                        <a:pt x="96610" y="136157"/>
                        <a:pt x="95477" y="137109"/>
                        <a:pt x="94251" y="138062"/>
                      </a:cubicBezTo>
                      <a:cubicBezTo>
                        <a:pt x="91515" y="140253"/>
                        <a:pt x="88873" y="142443"/>
                        <a:pt x="86232" y="144729"/>
                      </a:cubicBezTo>
                      <a:cubicBezTo>
                        <a:pt x="85854" y="145015"/>
                        <a:pt x="85571" y="145301"/>
                        <a:pt x="85194" y="145587"/>
                      </a:cubicBezTo>
                      <a:cubicBezTo>
                        <a:pt x="28683" y="194831"/>
                        <a:pt x="-3394" y="269412"/>
                        <a:pt x="286" y="340468"/>
                      </a:cubicBezTo>
                      <a:cubicBezTo>
                        <a:pt x="7173" y="474390"/>
                        <a:pt x="151895" y="557829"/>
                        <a:pt x="234350" y="535254"/>
                      </a:cubicBezTo>
                      <a:cubicBezTo>
                        <a:pt x="236331" y="534683"/>
                        <a:pt x="238407" y="535254"/>
                        <a:pt x="240294" y="535254"/>
                      </a:cubicBezTo>
                      <a:cubicBezTo>
                        <a:pt x="246898" y="539255"/>
                        <a:pt x="272087" y="539160"/>
                        <a:pt x="272087" y="539160"/>
                      </a:cubicBezTo>
                      <a:cubicBezTo>
                        <a:pt x="302277" y="573545"/>
                        <a:pt x="341429" y="591547"/>
                        <a:pt x="412658" y="580593"/>
                      </a:cubicBezTo>
                      <a:cubicBezTo>
                        <a:pt x="553040" y="650031"/>
                        <a:pt x="711725" y="606692"/>
                        <a:pt x="790973" y="523634"/>
                      </a:cubicBezTo>
                      <a:cubicBezTo>
                        <a:pt x="792105" y="522396"/>
                        <a:pt x="793237" y="521157"/>
                        <a:pt x="794275" y="519919"/>
                      </a:cubicBezTo>
                      <a:cubicBezTo>
                        <a:pt x="795124" y="518967"/>
                        <a:pt x="795973" y="518109"/>
                        <a:pt x="796728" y="517157"/>
                      </a:cubicBezTo>
                      <a:cubicBezTo>
                        <a:pt x="807011" y="504965"/>
                        <a:pt x="815974" y="492011"/>
                        <a:pt x="823616" y="478581"/>
                      </a:cubicBezTo>
                      <a:cubicBezTo>
                        <a:pt x="824559" y="476866"/>
                        <a:pt x="825502" y="475056"/>
                        <a:pt x="826352" y="473342"/>
                      </a:cubicBezTo>
                      <a:cubicBezTo>
                        <a:pt x="882486" y="469151"/>
                        <a:pt x="938148" y="443910"/>
                        <a:pt x="965413" y="399333"/>
                      </a:cubicBezTo>
                      <a:cubicBezTo>
                        <a:pt x="979187" y="375996"/>
                        <a:pt x="985319" y="347421"/>
                        <a:pt x="979942" y="313989"/>
                      </a:cubicBezTo>
                      <a:close/>
                    </a:path>
                  </a:pathLst>
                </a:custGeom>
                <a:solidFill>
                  <a:srgbClr val="236BF5"/>
                </a:solidFill>
                <a:ln>
                  <a:noFill/>
                </a:ln>
              </p:spPr>
              <p:txBody>
                <a:bodyPr spcFirstLastPara="1" wrap="square" lIns="91433" tIns="45700" rIns="91433" bIns="45700" anchor="ctr" anchorCtr="0">
                  <a:noAutofit/>
                </a:bodyPr>
                <a:lstStyle/>
                <a:p>
                  <a:pPr defTabSz="1219170">
                    <a:buClr>
                      <a:srgbClr val="575757"/>
                    </a:buClr>
                    <a:buSzPts val="1400"/>
                  </a:pPr>
                  <a:endParaRPr sz="1867">
                    <a:solidFill>
                      <a:srgbClr val="575757"/>
                    </a:solidFill>
                  </a:endParaRPr>
                </a:p>
              </p:txBody>
            </p:sp>
            <p:sp>
              <p:nvSpPr>
                <p:cNvPr id="61" name="Google Shape;388;p35">
                  <a:extLst>
                    <a:ext uri="{FF2B5EF4-FFF2-40B4-BE49-F238E27FC236}">
                      <a16:creationId xmlns:a16="http://schemas.microsoft.com/office/drawing/2014/main" id="{EFA0F3B1-1D8B-7BAE-6518-06A74C116A9B}"/>
                    </a:ext>
                  </a:extLst>
                </p:cNvPr>
                <p:cNvSpPr/>
                <p:nvPr/>
              </p:nvSpPr>
              <p:spPr>
                <a:xfrm>
                  <a:off x="7205149" y="5580952"/>
                  <a:ext cx="635148" cy="486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148" h="486452" extrusionOk="0">
                      <a:moveTo>
                        <a:pt x="624267" y="250613"/>
                      </a:moveTo>
                      <a:cubicBezTo>
                        <a:pt x="510678" y="120311"/>
                        <a:pt x="254065" y="237659"/>
                        <a:pt x="244914" y="247374"/>
                      </a:cubicBezTo>
                      <a:cubicBezTo>
                        <a:pt x="301425" y="160125"/>
                        <a:pt x="439543" y="108119"/>
                        <a:pt x="556057" y="116691"/>
                      </a:cubicBezTo>
                      <a:lnTo>
                        <a:pt x="556434" y="116691"/>
                      </a:lnTo>
                      <a:cubicBezTo>
                        <a:pt x="556434" y="116691"/>
                        <a:pt x="533037" y="52112"/>
                        <a:pt x="475771" y="2677"/>
                      </a:cubicBezTo>
                      <a:cubicBezTo>
                        <a:pt x="475771" y="2677"/>
                        <a:pt x="475771" y="2677"/>
                        <a:pt x="475677" y="2582"/>
                      </a:cubicBezTo>
                      <a:cubicBezTo>
                        <a:pt x="392466" y="-9705"/>
                        <a:pt x="295199" y="21918"/>
                        <a:pt x="184157" y="96308"/>
                      </a:cubicBezTo>
                      <a:cubicBezTo>
                        <a:pt x="184157" y="96308"/>
                        <a:pt x="197177" y="102594"/>
                        <a:pt x="197837" y="102213"/>
                      </a:cubicBezTo>
                      <a:cubicBezTo>
                        <a:pt x="313218" y="51921"/>
                        <a:pt x="395768" y="81354"/>
                        <a:pt x="395108" y="81544"/>
                      </a:cubicBezTo>
                      <a:cubicBezTo>
                        <a:pt x="92833" y="188129"/>
                        <a:pt x="18397" y="394059"/>
                        <a:pt x="0" y="482547"/>
                      </a:cubicBezTo>
                      <a:cubicBezTo>
                        <a:pt x="6604" y="486547"/>
                        <a:pt x="31794" y="486452"/>
                        <a:pt x="31794" y="486452"/>
                      </a:cubicBezTo>
                      <a:cubicBezTo>
                        <a:pt x="92739" y="407204"/>
                        <a:pt x="277462" y="264710"/>
                        <a:pt x="502942" y="338243"/>
                      </a:cubicBezTo>
                      <a:cubicBezTo>
                        <a:pt x="623323" y="377486"/>
                        <a:pt x="654645" y="285189"/>
                        <a:pt x="624361" y="250613"/>
                      </a:cubicBezTo>
                      <a:close/>
                    </a:path>
                  </a:pathLst>
                </a:custGeom>
                <a:solidFill>
                  <a:srgbClr val="A6C1FF">
                    <a:alpha val="29800"/>
                  </a:srgbClr>
                </a:solidFill>
                <a:ln>
                  <a:noFill/>
                </a:ln>
              </p:spPr>
              <p:txBody>
                <a:bodyPr spcFirstLastPara="1" wrap="square" lIns="91433" tIns="45700" rIns="91433" bIns="45700" anchor="ctr" anchorCtr="0">
                  <a:noAutofit/>
                </a:bodyPr>
                <a:lstStyle/>
                <a:p>
                  <a:pPr defTabSz="1219170">
                    <a:buClr>
                      <a:srgbClr val="575757"/>
                    </a:buClr>
                    <a:buSzPts val="1400"/>
                  </a:pPr>
                  <a:endParaRPr sz="1867">
                    <a:solidFill>
                      <a:srgbClr val="575757"/>
                    </a:solidFill>
                  </a:endParaRPr>
                </a:p>
              </p:txBody>
            </p:sp>
          </p:grpSp>
        </p:grpSp>
        <p:sp>
          <p:nvSpPr>
            <p:cNvPr id="57" name="Google Shape;389;p35">
              <a:extLst>
                <a:ext uri="{FF2B5EF4-FFF2-40B4-BE49-F238E27FC236}">
                  <a16:creationId xmlns:a16="http://schemas.microsoft.com/office/drawing/2014/main" id="{82090075-0AA2-F630-A89F-9FC48F65610D}"/>
                </a:ext>
              </a:extLst>
            </p:cNvPr>
            <p:cNvSpPr/>
            <p:nvPr/>
          </p:nvSpPr>
          <p:spPr>
            <a:xfrm>
              <a:off x="8787449" y="3207555"/>
              <a:ext cx="591644" cy="214931"/>
            </a:xfrm>
            <a:custGeom>
              <a:avLst/>
              <a:gdLst/>
              <a:ahLst/>
              <a:cxnLst/>
              <a:rect l="l" t="t" r="r" b="b"/>
              <a:pathLst>
                <a:path w="717144" h="260523" extrusionOk="0">
                  <a:moveTo>
                    <a:pt x="405915" y="197319"/>
                  </a:moveTo>
                  <a:cubicBezTo>
                    <a:pt x="403661" y="198743"/>
                    <a:pt x="400931" y="199573"/>
                    <a:pt x="397846" y="200048"/>
                  </a:cubicBezTo>
                  <a:lnTo>
                    <a:pt x="388829" y="201232"/>
                  </a:lnTo>
                  <a:cubicBezTo>
                    <a:pt x="382658" y="201945"/>
                    <a:pt x="379455" y="204909"/>
                    <a:pt x="379455" y="209178"/>
                  </a:cubicBezTo>
                  <a:cubicBezTo>
                    <a:pt x="379455" y="214158"/>
                    <a:pt x="383253" y="217241"/>
                    <a:pt x="389659" y="217241"/>
                  </a:cubicBezTo>
                  <a:cubicBezTo>
                    <a:pt x="399152" y="217241"/>
                    <a:pt x="405915" y="210363"/>
                    <a:pt x="405915" y="200996"/>
                  </a:cubicBezTo>
                  <a:close/>
                  <a:moveTo>
                    <a:pt x="564793" y="175737"/>
                  </a:moveTo>
                  <a:cubicBezTo>
                    <a:pt x="553639" y="175737"/>
                    <a:pt x="546045" y="183564"/>
                    <a:pt x="546045" y="194830"/>
                  </a:cubicBezTo>
                  <a:cubicBezTo>
                    <a:pt x="546045" y="206095"/>
                    <a:pt x="553757" y="213921"/>
                    <a:pt x="564793" y="213921"/>
                  </a:cubicBezTo>
                  <a:cubicBezTo>
                    <a:pt x="575828" y="213921"/>
                    <a:pt x="583184" y="206213"/>
                    <a:pt x="583184" y="194830"/>
                  </a:cubicBezTo>
                  <a:cubicBezTo>
                    <a:pt x="583184" y="183445"/>
                    <a:pt x="575828" y="175737"/>
                    <a:pt x="564793" y="175737"/>
                  </a:cubicBezTo>
                  <a:close/>
                  <a:moveTo>
                    <a:pt x="653545" y="173367"/>
                  </a:moveTo>
                  <a:cubicBezTo>
                    <a:pt x="644527" y="173367"/>
                    <a:pt x="638595" y="178110"/>
                    <a:pt x="636696" y="186766"/>
                  </a:cubicBezTo>
                  <a:lnTo>
                    <a:pt x="668733" y="186766"/>
                  </a:lnTo>
                  <a:cubicBezTo>
                    <a:pt x="667902" y="179058"/>
                    <a:pt x="662564" y="173367"/>
                    <a:pt x="653545" y="173367"/>
                  </a:cubicBezTo>
                  <a:close/>
                  <a:moveTo>
                    <a:pt x="112246" y="159018"/>
                  </a:moveTo>
                  <a:lnTo>
                    <a:pt x="134910" y="159018"/>
                  </a:lnTo>
                  <a:lnTo>
                    <a:pt x="150098" y="178939"/>
                  </a:lnTo>
                  <a:lnTo>
                    <a:pt x="165285" y="159018"/>
                  </a:lnTo>
                  <a:lnTo>
                    <a:pt x="188066" y="159018"/>
                  </a:lnTo>
                  <a:lnTo>
                    <a:pt x="161489" y="193762"/>
                  </a:lnTo>
                  <a:lnTo>
                    <a:pt x="189254" y="230167"/>
                  </a:lnTo>
                  <a:lnTo>
                    <a:pt x="166590" y="230167"/>
                  </a:lnTo>
                  <a:lnTo>
                    <a:pt x="150098" y="208704"/>
                  </a:lnTo>
                  <a:lnTo>
                    <a:pt x="133723" y="230167"/>
                  </a:lnTo>
                  <a:lnTo>
                    <a:pt x="111060" y="230167"/>
                  </a:lnTo>
                  <a:lnTo>
                    <a:pt x="138825" y="193762"/>
                  </a:lnTo>
                  <a:close/>
                  <a:moveTo>
                    <a:pt x="654020" y="157476"/>
                  </a:moveTo>
                  <a:cubicBezTo>
                    <a:pt x="675734" y="157476"/>
                    <a:pt x="689141" y="172417"/>
                    <a:pt x="689141" y="195303"/>
                  </a:cubicBezTo>
                  <a:lnTo>
                    <a:pt x="689141" y="200403"/>
                  </a:lnTo>
                  <a:lnTo>
                    <a:pt x="636816" y="200403"/>
                  </a:lnTo>
                  <a:lnTo>
                    <a:pt x="636816" y="200641"/>
                  </a:lnTo>
                  <a:cubicBezTo>
                    <a:pt x="639188" y="210126"/>
                    <a:pt x="647732" y="214276"/>
                    <a:pt x="656037" y="214276"/>
                  </a:cubicBezTo>
                  <a:cubicBezTo>
                    <a:pt x="664343" y="214276"/>
                    <a:pt x="671225" y="211312"/>
                    <a:pt x="676208" y="207043"/>
                  </a:cubicBezTo>
                  <a:lnTo>
                    <a:pt x="684040" y="222577"/>
                  </a:lnTo>
                  <a:cubicBezTo>
                    <a:pt x="678225" y="227440"/>
                    <a:pt x="669326" y="231946"/>
                    <a:pt x="655682" y="231946"/>
                  </a:cubicBezTo>
                  <a:cubicBezTo>
                    <a:pt x="631594" y="231946"/>
                    <a:pt x="617593" y="215819"/>
                    <a:pt x="617593" y="194712"/>
                  </a:cubicBezTo>
                  <a:cubicBezTo>
                    <a:pt x="617593" y="173603"/>
                    <a:pt x="631713" y="157476"/>
                    <a:pt x="654020" y="157476"/>
                  </a:cubicBezTo>
                  <a:close/>
                  <a:moveTo>
                    <a:pt x="485769" y="157358"/>
                  </a:moveTo>
                  <a:cubicBezTo>
                    <a:pt x="501668" y="157358"/>
                    <a:pt x="510805" y="167556"/>
                    <a:pt x="510805" y="185699"/>
                  </a:cubicBezTo>
                  <a:lnTo>
                    <a:pt x="510805" y="230167"/>
                  </a:lnTo>
                  <a:lnTo>
                    <a:pt x="491583" y="230167"/>
                  </a:lnTo>
                  <a:lnTo>
                    <a:pt x="491583" y="190797"/>
                  </a:lnTo>
                  <a:cubicBezTo>
                    <a:pt x="491583" y="180718"/>
                    <a:pt x="487074" y="175501"/>
                    <a:pt x="478294" y="175501"/>
                  </a:cubicBezTo>
                  <a:cubicBezTo>
                    <a:pt x="468327" y="175501"/>
                    <a:pt x="463107" y="182734"/>
                    <a:pt x="463107" y="196253"/>
                  </a:cubicBezTo>
                  <a:lnTo>
                    <a:pt x="463107" y="230285"/>
                  </a:lnTo>
                  <a:lnTo>
                    <a:pt x="444359" y="230285"/>
                  </a:lnTo>
                  <a:lnTo>
                    <a:pt x="444241" y="230285"/>
                  </a:lnTo>
                  <a:lnTo>
                    <a:pt x="444241" y="159137"/>
                  </a:lnTo>
                  <a:lnTo>
                    <a:pt x="462512" y="159137"/>
                  </a:lnTo>
                  <a:lnTo>
                    <a:pt x="462512" y="169928"/>
                  </a:lnTo>
                  <a:cubicBezTo>
                    <a:pt x="467970" y="161627"/>
                    <a:pt x="476158" y="157358"/>
                    <a:pt x="485769" y="157358"/>
                  </a:cubicBezTo>
                  <a:close/>
                  <a:moveTo>
                    <a:pt x="393812" y="157358"/>
                  </a:moveTo>
                  <a:cubicBezTo>
                    <a:pt x="412085" y="157358"/>
                    <a:pt x="424544" y="165422"/>
                    <a:pt x="424544" y="183802"/>
                  </a:cubicBezTo>
                  <a:lnTo>
                    <a:pt x="424662" y="183920"/>
                  </a:lnTo>
                  <a:lnTo>
                    <a:pt x="424662" y="230404"/>
                  </a:lnTo>
                  <a:lnTo>
                    <a:pt x="405915" y="230404"/>
                  </a:lnTo>
                  <a:lnTo>
                    <a:pt x="405915" y="220680"/>
                  </a:lnTo>
                  <a:cubicBezTo>
                    <a:pt x="401406" y="227677"/>
                    <a:pt x="393931" y="231946"/>
                    <a:pt x="384082" y="231946"/>
                  </a:cubicBezTo>
                  <a:cubicBezTo>
                    <a:pt x="369845" y="231946"/>
                    <a:pt x="359877" y="222815"/>
                    <a:pt x="359877" y="210126"/>
                  </a:cubicBezTo>
                  <a:cubicBezTo>
                    <a:pt x="359877" y="197439"/>
                    <a:pt x="368776" y="190086"/>
                    <a:pt x="383727" y="188426"/>
                  </a:cubicBezTo>
                  <a:lnTo>
                    <a:pt x="397135" y="187004"/>
                  </a:lnTo>
                  <a:cubicBezTo>
                    <a:pt x="403779" y="186292"/>
                    <a:pt x="405796" y="184275"/>
                    <a:pt x="405796" y="180837"/>
                  </a:cubicBezTo>
                  <a:cubicBezTo>
                    <a:pt x="405796" y="176805"/>
                    <a:pt x="401524" y="174315"/>
                    <a:pt x="394169" y="174315"/>
                  </a:cubicBezTo>
                  <a:cubicBezTo>
                    <a:pt x="384320" y="174315"/>
                    <a:pt x="377913" y="177754"/>
                    <a:pt x="375658" y="183564"/>
                  </a:cubicBezTo>
                  <a:lnTo>
                    <a:pt x="361657" y="173603"/>
                  </a:lnTo>
                  <a:cubicBezTo>
                    <a:pt x="366047" y="163168"/>
                    <a:pt x="377320" y="157358"/>
                    <a:pt x="393812" y="157358"/>
                  </a:cubicBezTo>
                  <a:close/>
                  <a:moveTo>
                    <a:pt x="235647" y="157358"/>
                  </a:moveTo>
                  <a:cubicBezTo>
                    <a:pt x="246444" y="157358"/>
                    <a:pt x="255818" y="160916"/>
                    <a:pt x="262700" y="167793"/>
                  </a:cubicBezTo>
                  <a:lnTo>
                    <a:pt x="252021" y="182852"/>
                  </a:lnTo>
                  <a:cubicBezTo>
                    <a:pt x="247274" y="178110"/>
                    <a:pt x="241936" y="175737"/>
                    <a:pt x="235647" y="175737"/>
                  </a:cubicBezTo>
                  <a:cubicBezTo>
                    <a:pt x="224730" y="175737"/>
                    <a:pt x="217017" y="183564"/>
                    <a:pt x="217017" y="194712"/>
                  </a:cubicBezTo>
                  <a:cubicBezTo>
                    <a:pt x="217017" y="205858"/>
                    <a:pt x="224730" y="213565"/>
                    <a:pt x="235647" y="213565"/>
                  </a:cubicBezTo>
                  <a:cubicBezTo>
                    <a:pt x="241936" y="213565"/>
                    <a:pt x="247630" y="210956"/>
                    <a:pt x="252495" y="206332"/>
                  </a:cubicBezTo>
                  <a:lnTo>
                    <a:pt x="262937" y="221391"/>
                  </a:lnTo>
                  <a:cubicBezTo>
                    <a:pt x="256055" y="228270"/>
                    <a:pt x="246444" y="231946"/>
                    <a:pt x="235410" y="231946"/>
                  </a:cubicBezTo>
                  <a:cubicBezTo>
                    <a:pt x="213103" y="231946"/>
                    <a:pt x="197677" y="216767"/>
                    <a:pt x="197677" y="194712"/>
                  </a:cubicBezTo>
                  <a:cubicBezTo>
                    <a:pt x="197677" y="172655"/>
                    <a:pt x="213340" y="157476"/>
                    <a:pt x="235647" y="157476"/>
                  </a:cubicBezTo>
                  <a:close/>
                  <a:moveTo>
                    <a:pt x="559453" y="157239"/>
                  </a:moveTo>
                  <a:lnTo>
                    <a:pt x="559572" y="157476"/>
                  </a:lnTo>
                  <a:cubicBezTo>
                    <a:pt x="569420" y="157476"/>
                    <a:pt x="578201" y="161864"/>
                    <a:pt x="582710" y="169097"/>
                  </a:cubicBezTo>
                  <a:lnTo>
                    <a:pt x="582710" y="159137"/>
                  </a:lnTo>
                  <a:lnTo>
                    <a:pt x="601456" y="159137"/>
                  </a:lnTo>
                  <a:lnTo>
                    <a:pt x="601456" y="225542"/>
                  </a:lnTo>
                  <a:cubicBezTo>
                    <a:pt x="601456" y="248310"/>
                    <a:pt x="587930" y="260523"/>
                    <a:pt x="562775" y="260523"/>
                  </a:cubicBezTo>
                  <a:cubicBezTo>
                    <a:pt x="549487" y="260523"/>
                    <a:pt x="539400" y="256966"/>
                    <a:pt x="531332" y="249377"/>
                  </a:cubicBezTo>
                  <a:lnTo>
                    <a:pt x="540587" y="233842"/>
                  </a:lnTo>
                  <a:cubicBezTo>
                    <a:pt x="546757" y="239773"/>
                    <a:pt x="553639" y="242736"/>
                    <a:pt x="562182" y="242736"/>
                  </a:cubicBezTo>
                  <a:cubicBezTo>
                    <a:pt x="575946" y="242736"/>
                    <a:pt x="582946" y="236571"/>
                    <a:pt x="582946" y="224356"/>
                  </a:cubicBezTo>
                  <a:lnTo>
                    <a:pt x="582946" y="219850"/>
                  </a:lnTo>
                  <a:cubicBezTo>
                    <a:pt x="578081" y="226847"/>
                    <a:pt x="569895" y="230760"/>
                    <a:pt x="560046" y="230760"/>
                  </a:cubicBezTo>
                  <a:cubicBezTo>
                    <a:pt x="539875" y="230760"/>
                    <a:pt x="526587" y="216293"/>
                    <a:pt x="526587" y="194237"/>
                  </a:cubicBezTo>
                  <a:cubicBezTo>
                    <a:pt x="526587" y="172181"/>
                    <a:pt x="540113" y="157239"/>
                    <a:pt x="559453" y="157239"/>
                  </a:cubicBezTo>
                  <a:close/>
                  <a:moveTo>
                    <a:pt x="277176" y="130795"/>
                  </a:moveTo>
                  <a:lnTo>
                    <a:pt x="295923" y="130795"/>
                  </a:lnTo>
                  <a:lnTo>
                    <a:pt x="295923" y="169808"/>
                  </a:lnTo>
                  <a:cubicBezTo>
                    <a:pt x="301143" y="161389"/>
                    <a:pt x="308857" y="157476"/>
                    <a:pt x="318467" y="157476"/>
                  </a:cubicBezTo>
                  <a:cubicBezTo>
                    <a:pt x="334723" y="157476"/>
                    <a:pt x="343622" y="167674"/>
                    <a:pt x="343622" y="186173"/>
                  </a:cubicBezTo>
                  <a:lnTo>
                    <a:pt x="343622" y="230285"/>
                  </a:lnTo>
                  <a:lnTo>
                    <a:pt x="324400" y="230285"/>
                  </a:lnTo>
                  <a:lnTo>
                    <a:pt x="324400" y="190917"/>
                  </a:lnTo>
                  <a:cubicBezTo>
                    <a:pt x="324400" y="180837"/>
                    <a:pt x="319891" y="175619"/>
                    <a:pt x="311467" y="175619"/>
                  </a:cubicBezTo>
                  <a:cubicBezTo>
                    <a:pt x="301262" y="175619"/>
                    <a:pt x="295923" y="182734"/>
                    <a:pt x="295923" y="196371"/>
                  </a:cubicBezTo>
                  <a:lnTo>
                    <a:pt x="295923" y="230404"/>
                  </a:lnTo>
                  <a:lnTo>
                    <a:pt x="277176" y="230404"/>
                  </a:lnTo>
                  <a:close/>
                  <a:moveTo>
                    <a:pt x="34409" y="130558"/>
                  </a:moveTo>
                  <a:lnTo>
                    <a:pt x="98720" y="130558"/>
                  </a:lnTo>
                  <a:lnTo>
                    <a:pt x="98720" y="150480"/>
                  </a:lnTo>
                  <a:lnTo>
                    <a:pt x="54344" y="150480"/>
                  </a:lnTo>
                  <a:lnTo>
                    <a:pt x="54344" y="170401"/>
                  </a:lnTo>
                  <a:lnTo>
                    <a:pt x="98720" y="170401"/>
                  </a:lnTo>
                  <a:lnTo>
                    <a:pt x="98720" y="190324"/>
                  </a:lnTo>
                  <a:lnTo>
                    <a:pt x="54344" y="190324"/>
                  </a:lnTo>
                  <a:lnTo>
                    <a:pt x="54344" y="210245"/>
                  </a:lnTo>
                  <a:lnTo>
                    <a:pt x="98720" y="210245"/>
                  </a:lnTo>
                  <a:lnTo>
                    <a:pt x="98720" y="230167"/>
                  </a:lnTo>
                  <a:lnTo>
                    <a:pt x="34409" y="230167"/>
                  </a:lnTo>
                  <a:close/>
                  <a:moveTo>
                    <a:pt x="273497" y="45179"/>
                  </a:moveTo>
                  <a:cubicBezTo>
                    <a:pt x="262819" y="45179"/>
                    <a:pt x="254512" y="52769"/>
                    <a:pt x="254512" y="64152"/>
                  </a:cubicBezTo>
                  <a:cubicBezTo>
                    <a:pt x="254512" y="75537"/>
                    <a:pt x="262819" y="83007"/>
                    <a:pt x="273497" y="83007"/>
                  </a:cubicBezTo>
                  <a:cubicBezTo>
                    <a:pt x="284176" y="83007"/>
                    <a:pt x="292363" y="75418"/>
                    <a:pt x="292363" y="64152"/>
                  </a:cubicBezTo>
                  <a:cubicBezTo>
                    <a:pt x="292363" y="52887"/>
                    <a:pt x="284058" y="45179"/>
                    <a:pt x="273497" y="45179"/>
                  </a:cubicBezTo>
                  <a:close/>
                  <a:moveTo>
                    <a:pt x="129808" y="42689"/>
                  </a:moveTo>
                  <a:cubicBezTo>
                    <a:pt x="120790" y="42689"/>
                    <a:pt x="114858" y="47433"/>
                    <a:pt x="112959" y="56089"/>
                  </a:cubicBezTo>
                  <a:lnTo>
                    <a:pt x="144995" y="56089"/>
                  </a:lnTo>
                  <a:cubicBezTo>
                    <a:pt x="144165" y="48381"/>
                    <a:pt x="138825" y="42689"/>
                    <a:pt x="129808" y="42689"/>
                  </a:cubicBezTo>
                  <a:close/>
                  <a:moveTo>
                    <a:pt x="562775" y="28579"/>
                  </a:moveTo>
                  <a:lnTo>
                    <a:pt x="581641" y="28579"/>
                  </a:lnTo>
                  <a:lnTo>
                    <a:pt x="581879" y="28579"/>
                  </a:lnTo>
                  <a:lnTo>
                    <a:pt x="581879" y="99727"/>
                  </a:lnTo>
                  <a:lnTo>
                    <a:pt x="563606" y="99727"/>
                  </a:lnTo>
                  <a:lnTo>
                    <a:pt x="563606" y="88936"/>
                  </a:lnTo>
                  <a:cubicBezTo>
                    <a:pt x="558741" y="96169"/>
                    <a:pt x="551622" y="101506"/>
                    <a:pt x="540942" y="101506"/>
                  </a:cubicBezTo>
                  <a:cubicBezTo>
                    <a:pt x="524450" y="101506"/>
                    <a:pt x="516263" y="90360"/>
                    <a:pt x="516263" y="72928"/>
                  </a:cubicBezTo>
                  <a:lnTo>
                    <a:pt x="516263" y="28697"/>
                  </a:lnTo>
                  <a:lnTo>
                    <a:pt x="535484" y="28697"/>
                  </a:lnTo>
                  <a:lnTo>
                    <a:pt x="535484" y="68185"/>
                  </a:lnTo>
                  <a:cubicBezTo>
                    <a:pt x="535484" y="78264"/>
                    <a:pt x="539163" y="83363"/>
                    <a:pt x="547469" y="83363"/>
                  </a:cubicBezTo>
                  <a:cubicBezTo>
                    <a:pt x="558029" y="83363"/>
                    <a:pt x="562775" y="74825"/>
                    <a:pt x="562775" y="62611"/>
                  </a:cubicBezTo>
                  <a:close/>
                  <a:moveTo>
                    <a:pt x="630645" y="26799"/>
                  </a:moveTo>
                  <a:lnTo>
                    <a:pt x="630645" y="26918"/>
                  </a:lnTo>
                  <a:cubicBezTo>
                    <a:pt x="643341" y="26918"/>
                    <a:pt x="652597" y="30713"/>
                    <a:pt x="659003" y="37471"/>
                  </a:cubicBezTo>
                  <a:lnTo>
                    <a:pt x="648443" y="51108"/>
                  </a:lnTo>
                  <a:cubicBezTo>
                    <a:pt x="644172" y="46365"/>
                    <a:pt x="636341" y="43875"/>
                    <a:pt x="629103" y="43875"/>
                  </a:cubicBezTo>
                  <a:cubicBezTo>
                    <a:pt x="623288" y="43875"/>
                    <a:pt x="620085" y="45772"/>
                    <a:pt x="620085" y="48856"/>
                  </a:cubicBezTo>
                  <a:cubicBezTo>
                    <a:pt x="620085" y="52294"/>
                    <a:pt x="623526" y="53006"/>
                    <a:pt x="636578" y="55971"/>
                  </a:cubicBezTo>
                  <a:cubicBezTo>
                    <a:pt x="650105" y="59054"/>
                    <a:pt x="659359" y="64034"/>
                    <a:pt x="659359" y="78264"/>
                  </a:cubicBezTo>
                  <a:cubicBezTo>
                    <a:pt x="659359" y="93917"/>
                    <a:pt x="648206" y="101506"/>
                    <a:pt x="628628" y="101506"/>
                  </a:cubicBezTo>
                  <a:cubicBezTo>
                    <a:pt x="614390" y="101506"/>
                    <a:pt x="603118" y="97237"/>
                    <a:pt x="597067" y="89647"/>
                  </a:cubicBezTo>
                  <a:lnTo>
                    <a:pt x="607983" y="75418"/>
                  </a:lnTo>
                  <a:cubicBezTo>
                    <a:pt x="612492" y="80636"/>
                    <a:pt x="619967" y="84668"/>
                    <a:pt x="630645" y="84668"/>
                  </a:cubicBezTo>
                  <a:cubicBezTo>
                    <a:pt x="635866" y="84668"/>
                    <a:pt x="640019" y="83245"/>
                    <a:pt x="640019" y="79212"/>
                  </a:cubicBezTo>
                  <a:cubicBezTo>
                    <a:pt x="640019" y="75537"/>
                    <a:pt x="636459" y="74707"/>
                    <a:pt x="624238" y="71979"/>
                  </a:cubicBezTo>
                  <a:cubicBezTo>
                    <a:pt x="613085" y="69608"/>
                    <a:pt x="600626" y="64745"/>
                    <a:pt x="600626" y="49449"/>
                  </a:cubicBezTo>
                  <a:cubicBezTo>
                    <a:pt x="600626" y="34151"/>
                    <a:pt x="612017" y="26799"/>
                    <a:pt x="630645" y="26799"/>
                  </a:cubicBezTo>
                  <a:close/>
                  <a:moveTo>
                    <a:pt x="496092" y="26799"/>
                  </a:moveTo>
                  <a:cubicBezTo>
                    <a:pt x="498702" y="26799"/>
                    <a:pt x="500838" y="27274"/>
                    <a:pt x="503092" y="27749"/>
                  </a:cubicBezTo>
                  <a:lnTo>
                    <a:pt x="503092" y="47907"/>
                  </a:lnTo>
                  <a:cubicBezTo>
                    <a:pt x="500482" y="47077"/>
                    <a:pt x="497516" y="46722"/>
                    <a:pt x="494549" y="46722"/>
                  </a:cubicBezTo>
                  <a:cubicBezTo>
                    <a:pt x="482209" y="46722"/>
                    <a:pt x="476633" y="53717"/>
                    <a:pt x="476633" y="67354"/>
                  </a:cubicBezTo>
                  <a:lnTo>
                    <a:pt x="476633" y="99491"/>
                  </a:lnTo>
                  <a:lnTo>
                    <a:pt x="457885" y="99491"/>
                  </a:lnTo>
                  <a:lnTo>
                    <a:pt x="457885" y="28341"/>
                  </a:lnTo>
                  <a:lnTo>
                    <a:pt x="475920" y="28341"/>
                  </a:lnTo>
                  <a:lnTo>
                    <a:pt x="475920" y="39962"/>
                  </a:lnTo>
                  <a:lnTo>
                    <a:pt x="475920" y="40200"/>
                  </a:lnTo>
                  <a:cubicBezTo>
                    <a:pt x="479718" y="31899"/>
                    <a:pt x="486125" y="26799"/>
                    <a:pt x="496092" y="26799"/>
                  </a:cubicBezTo>
                  <a:close/>
                  <a:moveTo>
                    <a:pt x="273497" y="26799"/>
                  </a:moveTo>
                  <a:cubicBezTo>
                    <a:pt x="295449" y="26799"/>
                    <a:pt x="311823" y="41859"/>
                    <a:pt x="311823" y="64034"/>
                  </a:cubicBezTo>
                  <a:cubicBezTo>
                    <a:pt x="311823" y="86209"/>
                    <a:pt x="295449" y="101268"/>
                    <a:pt x="273497" y="101268"/>
                  </a:cubicBezTo>
                  <a:cubicBezTo>
                    <a:pt x="251546" y="101268"/>
                    <a:pt x="235172" y="86209"/>
                    <a:pt x="235172" y="64034"/>
                  </a:cubicBezTo>
                  <a:cubicBezTo>
                    <a:pt x="235172" y="41859"/>
                    <a:pt x="251546" y="26799"/>
                    <a:pt x="273497" y="26799"/>
                  </a:cubicBezTo>
                  <a:close/>
                  <a:moveTo>
                    <a:pt x="219391" y="26799"/>
                  </a:moveTo>
                  <a:cubicBezTo>
                    <a:pt x="222002" y="26799"/>
                    <a:pt x="224137" y="27274"/>
                    <a:pt x="226391" y="27749"/>
                  </a:cubicBezTo>
                  <a:lnTo>
                    <a:pt x="226391" y="47907"/>
                  </a:lnTo>
                  <a:cubicBezTo>
                    <a:pt x="223781" y="47077"/>
                    <a:pt x="220815" y="46722"/>
                    <a:pt x="217848" y="46722"/>
                  </a:cubicBezTo>
                  <a:cubicBezTo>
                    <a:pt x="205508" y="46722"/>
                    <a:pt x="199932" y="53717"/>
                    <a:pt x="199932" y="67354"/>
                  </a:cubicBezTo>
                  <a:lnTo>
                    <a:pt x="199932" y="99491"/>
                  </a:lnTo>
                  <a:lnTo>
                    <a:pt x="181184" y="99491"/>
                  </a:lnTo>
                  <a:lnTo>
                    <a:pt x="181184" y="28341"/>
                  </a:lnTo>
                  <a:lnTo>
                    <a:pt x="199220" y="28341"/>
                  </a:lnTo>
                  <a:lnTo>
                    <a:pt x="199220" y="39962"/>
                  </a:lnTo>
                  <a:lnTo>
                    <a:pt x="199220" y="40200"/>
                  </a:lnTo>
                  <a:cubicBezTo>
                    <a:pt x="203016" y="31899"/>
                    <a:pt x="209424" y="26799"/>
                    <a:pt x="219391" y="26799"/>
                  </a:cubicBezTo>
                  <a:close/>
                  <a:moveTo>
                    <a:pt x="130282" y="26799"/>
                  </a:moveTo>
                  <a:cubicBezTo>
                    <a:pt x="151995" y="26799"/>
                    <a:pt x="165403" y="41741"/>
                    <a:pt x="165403" y="64627"/>
                  </a:cubicBezTo>
                  <a:lnTo>
                    <a:pt x="165403" y="69726"/>
                  </a:lnTo>
                  <a:lnTo>
                    <a:pt x="113077" y="69726"/>
                  </a:lnTo>
                  <a:lnTo>
                    <a:pt x="113077" y="69963"/>
                  </a:lnTo>
                  <a:cubicBezTo>
                    <a:pt x="115451" y="79450"/>
                    <a:pt x="123993" y="83600"/>
                    <a:pt x="132299" y="83600"/>
                  </a:cubicBezTo>
                  <a:cubicBezTo>
                    <a:pt x="140604" y="83600"/>
                    <a:pt x="147486" y="80636"/>
                    <a:pt x="152470" y="76367"/>
                  </a:cubicBezTo>
                  <a:lnTo>
                    <a:pt x="160301" y="91901"/>
                  </a:lnTo>
                  <a:cubicBezTo>
                    <a:pt x="154487" y="96762"/>
                    <a:pt x="145588" y="101268"/>
                    <a:pt x="131943" y="101268"/>
                  </a:cubicBezTo>
                  <a:cubicBezTo>
                    <a:pt x="107856" y="101268"/>
                    <a:pt x="93855" y="85142"/>
                    <a:pt x="93855" y="64034"/>
                  </a:cubicBezTo>
                  <a:cubicBezTo>
                    <a:pt x="93855" y="42927"/>
                    <a:pt x="107975" y="26799"/>
                    <a:pt x="130282" y="26799"/>
                  </a:cubicBezTo>
                  <a:close/>
                  <a:moveTo>
                    <a:pt x="680362" y="9487"/>
                  </a:moveTo>
                  <a:lnTo>
                    <a:pt x="699108" y="9487"/>
                  </a:lnTo>
                  <a:lnTo>
                    <a:pt x="699108" y="28579"/>
                  </a:lnTo>
                  <a:lnTo>
                    <a:pt x="717144" y="28579"/>
                  </a:lnTo>
                  <a:lnTo>
                    <a:pt x="717144" y="44350"/>
                  </a:lnTo>
                  <a:lnTo>
                    <a:pt x="699108" y="44350"/>
                  </a:lnTo>
                  <a:lnTo>
                    <a:pt x="699108" y="75180"/>
                  </a:lnTo>
                  <a:cubicBezTo>
                    <a:pt x="699108" y="79687"/>
                    <a:pt x="701363" y="81584"/>
                    <a:pt x="706228" y="81584"/>
                  </a:cubicBezTo>
                  <a:cubicBezTo>
                    <a:pt x="709075" y="81584"/>
                    <a:pt x="711448" y="81347"/>
                    <a:pt x="716670" y="80398"/>
                  </a:cubicBezTo>
                  <a:lnTo>
                    <a:pt x="716670" y="98186"/>
                  </a:lnTo>
                  <a:lnTo>
                    <a:pt x="716670" y="98305"/>
                  </a:lnTo>
                  <a:cubicBezTo>
                    <a:pt x="711448" y="99609"/>
                    <a:pt x="705990" y="100439"/>
                    <a:pt x="701245" y="100439"/>
                  </a:cubicBezTo>
                  <a:cubicBezTo>
                    <a:pt x="687955" y="100439"/>
                    <a:pt x="680362" y="94153"/>
                    <a:pt x="680362" y="77908"/>
                  </a:cubicBezTo>
                  <a:lnTo>
                    <a:pt x="680362" y="44350"/>
                  </a:lnTo>
                  <a:lnTo>
                    <a:pt x="667427" y="44350"/>
                  </a:lnTo>
                  <a:lnTo>
                    <a:pt x="667427" y="28579"/>
                  </a:lnTo>
                  <a:lnTo>
                    <a:pt x="680362" y="28579"/>
                  </a:lnTo>
                  <a:close/>
                  <a:moveTo>
                    <a:pt x="353351" y="0"/>
                  </a:moveTo>
                  <a:lnTo>
                    <a:pt x="445308" y="0"/>
                  </a:lnTo>
                  <a:lnTo>
                    <a:pt x="445308" y="19922"/>
                  </a:lnTo>
                  <a:lnTo>
                    <a:pt x="409237" y="19922"/>
                  </a:lnTo>
                  <a:lnTo>
                    <a:pt x="409237" y="99609"/>
                  </a:lnTo>
                  <a:lnTo>
                    <a:pt x="389304" y="99609"/>
                  </a:lnTo>
                  <a:lnTo>
                    <a:pt x="389304" y="19922"/>
                  </a:lnTo>
                  <a:lnTo>
                    <a:pt x="353351" y="19922"/>
                  </a:lnTo>
                  <a:close/>
                  <a:moveTo>
                    <a:pt x="0" y="0"/>
                  </a:moveTo>
                  <a:lnTo>
                    <a:pt x="81278" y="0"/>
                  </a:lnTo>
                  <a:lnTo>
                    <a:pt x="81278" y="14348"/>
                  </a:lnTo>
                  <a:lnTo>
                    <a:pt x="29782" y="79568"/>
                  </a:lnTo>
                  <a:lnTo>
                    <a:pt x="81278" y="79568"/>
                  </a:lnTo>
                  <a:lnTo>
                    <a:pt x="81278" y="99491"/>
                  </a:lnTo>
                  <a:lnTo>
                    <a:pt x="0" y="99491"/>
                  </a:lnTo>
                  <a:lnTo>
                    <a:pt x="0" y="85261"/>
                  </a:lnTo>
                  <a:lnTo>
                    <a:pt x="51496" y="19922"/>
                  </a:lnTo>
                  <a:lnTo>
                    <a:pt x="0" y="199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defTabSz="1219170">
                <a:buClr>
                  <a:srgbClr val="575757"/>
                </a:buClr>
                <a:buSzPts val="1400"/>
              </a:pPr>
              <a:endParaRPr sz="1867">
                <a:solidFill>
                  <a:srgbClr val="FF0000"/>
                </a:solidFill>
              </a:endParaRPr>
            </a:p>
          </p:txBody>
        </p:sp>
      </p:grpSp>
      <p:sp>
        <p:nvSpPr>
          <p:cNvPr id="62" name="Google Shape;390;p35">
            <a:extLst>
              <a:ext uri="{FF2B5EF4-FFF2-40B4-BE49-F238E27FC236}">
                <a16:creationId xmlns:a16="http://schemas.microsoft.com/office/drawing/2014/main" id="{F5503DC2-960E-3E6F-1A95-6D28E5CF80C2}"/>
              </a:ext>
            </a:extLst>
          </p:cNvPr>
          <p:cNvSpPr/>
          <p:nvPr/>
        </p:nvSpPr>
        <p:spPr>
          <a:xfrm>
            <a:off x="6693067" y="4995800"/>
            <a:ext cx="364400" cy="86800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/>
            <a:r>
              <a:rPr lang="en" sz="400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ZT Branch</a:t>
            </a:r>
            <a:endParaRPr sz="400" b="1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63" name="Google Shape;391;p35">
            <a:extLst>
              <a:ext uri="{FF2B5EF4-FFF2-40B4-BE49-F238E27FC236}">
                <a16:creationId xmlns:a16="http://schemas.microsoft.com/office/drawing/2014/main" id="{FE6F1D8C-E038-1EDB-E458-3BA00D1FB431}"/>
              </a:ext>
            </a:extLst>
          </p:cNvPr>
          <p:cNvSpPr/>
          <p:nvPr/>
        </p:nvSpPr>
        <p:spPr>
          <a:xfrm>
            <a:off x="7202733" y="4995800"/>
            <a:ext cx="364800" cy="86800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/>
            <a:r>
              <a:rPr lang="en" sz="400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ZT Branch</a:t>
            </a:r>
            <a:endParaRPr sz="400" b="1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64" name="Google Shape;392;p35">
            <a:extLst>
              <a:ext uri="{FF2B5EF4-FFF2-40B4-BE49-F238E27FC236}">
                <a16:creationId xmlns:a16="http://schemas.microsoft.com/office/drawing/2014/main" id="{BB6C3FCD-5481-37DA-E361-739B9867F7CE}"/>
              </a:ext>
            </a:extLst>
          </p:cNvPr>
          <p:cNvSpPr/>
          <p:nvPr/>
        </p:nvSpPr>
        <p:spPr>
          <a:xfrm>
            <a:off x="8238436" y="4974067"/>
            <a:ext cx="364800" cy="86800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/>
            <a:r>
              <a:rPr lang="en" sz="400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ZT Branch</a:t>
            </a:r>
            <a:endParaRPr sz="400" b="1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</p:txBody>
      </p:sp>
    </p:spTree>
    <p:extLst>
      <p:ext uri="{BB962C8B-B14F-4D97-AF65-F5344CB8AC3E}">
        <p14:creationId xmlns:p14="http://schemas.microsoft.com/office/powerpoint/2010/main" val="644866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D43D0A-7CB0-6A3F-5A9D-6DE1D59FE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DE4A94-5232-9A73-B9BE-C7133B06EE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Action #2: </a:t>
            </a:r>
            <a:r>
              <a:rPr lang="en-US" dirty="0">
                <a:solidFill>
                  <a:schemeClr val="accent5"/>
                </a:solidFill>
              </a:rPr>
              <a:t>Zero Trust Branch &amp; Micro-segmentation</a:t>
            </a:r>
          </a:p>
        </p:txBody>
      </p:sp>
      <p:sp>
        <p:nvSpPr>
          <p:cNvPr id="3" name="Google Shape;330;p35">
            <a:extLst>
              <a:ext uri="{FF2B5EF4-FFF2-40B4-BE49-F238E27FC236}">
                <a16:creationId xmlns:a16="http://schemas.microsoft.com/office/drawing/2014/main" id="{4E5A0ECA-D387-FC7C-64F3-8B1E0C9D6B92}"/>
              </a:ext>
            </a:extLst>
          </p:cNvPr>
          <p:cNvSpPr txBox="1"/>
          <p:nvPr/>
        </p:nvSpPr>
        <p:spPr>
          <a:xfrm>
            <a:off x="807831" y="4837142"/>
            <a:ext cx="4719190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t" anchorCtr="0">
            <a:noAutofit/>
          </a:bodyPr>
          <a:lstStyle/>
          <a:p>
            <a:pPr defTabSz="1219170"/>
            <a:r>
              <a:rPr lang="en-US" sz="3200" b="1" dirty="0">
                <a:solidFill>
                  <a:srgbClr val="63DBF6"/>
                </a:solidFill>
              </a:rPr>
              <a:t>Shrinks the blast radius</a:t>
            </a: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766C1E57-8F17-8E50-83E2-6A19DD97F95E}"/>
              </a:ext>
            </a:extLst>
          </p:cNvPr>
          <p:cNvGrpSpPr/>
          <p:nvPr/>
        </p:nvGrpSpPr>
        <p:grpSpPr>
          <a:xfrm>
            <a:off x="508000" y="1160463"/>
            <a:ext cx="5334000" cy="3037894"/>
            <a:chOff x="508000" y="1424366"/>
            <a:chExt cx="5334000" cy="3037894"/>
          </a:xfrm>
        </p:grpSpPr>
        <p:sp>
          <p:nvSpPr>
            <p:cNvPr id="5" name="Google Shape;333;p35">
              <a:extLst>
                <a:ext uri="{FF2B5EF4-FFF2-40B4-BE49-F238E27FC236}">
                  <a16:creationId xmlns:a16="http://schemas.microsoft.com/office/drawing/2014/main" id="{9F6068A0-0C93-0629-4E05-79518D0D3842}"/>
                </a:ext>
              </a:extLst>
            </p:cNvPr>
            <p:cNvSpPr/>
            <p:nvPr/>
          </p:nvSpPr>
          <p:spPr>
            <a:xfrm>
              <a:off x="508000" y="1424366"/>
              <a:ext cx="5334000" cy="3037894"/>
            </a:xfrm>
            <a:prstGeom prst="roundRect">
              <a:avLst>
                <a:gd name="adj" fmla="val 5518"/>
              </a:avLst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defTabSz="1219170"/>
              <a:endParaRPr sz="1867"/>
            </a:p>
          </p:txBody>
        </p:sp>
        <p:sp>
          <p:nvSpPr>
            <p:cNvPr id="6" name="Google Shape;334;p35">
              <a:extLst>
                <a:ext uri="{FF2B5EF4-FFF2-40B4-BE49-F238E27FC236}">
                  <a16:creationId xmlns:a16="http://schemas.microsoft.com/office/drawing/2014/main" id="{DDA3F9FD-BD58-3E8E-7115-A52957B54CFB}"/>
                </a:ext>
              </a:extLst>
            </p:cNvPr>
            <p:cNvSpPr txBox="1"/>
            <p:nvPr/>
          </p:nvSpPr>
          <p:spPr>
            <a:xfrm>
              <a:off x="807831" y="1764714"/>
              <a:ext cx="4734339" cy="23571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defTabSz="1219170">
                <a:lnSpc>
                  <a:spcPct val="90000"/>
                </a:lnSpc>
              </a:pPr>
              <a:r>
                <a:rPr lang="en-US" sz="2000" b="1" dirty="0">
                  <a:solidFill>
                    <a:srgbClr val="63DBF6"/>
                  </a:solidFill>
                  <a:ea typeface="Century Gothic"/>
                  <a:cs typeface="Century Gothic"/>
                  <a:sym typeface="Century Gothic"/>
                </a:rPr>
                <a:t>Eliminates Lateral Threat Movement</a:t>
              </a:r>
              <a:endParaRPr lang="en-US" sz="2000" b="1" dirty="0">
                <a:solidFill>
                  <a:srgbClr val="12D3FF"/>
                </a:solidFill>
                <a:ea typeface="Century Gothic"/>
                <a:cs typeface="Century Gothic"/>
                <a:sym typeface="Century Gothic"/>
              </a:endParaRPr>
            </a:p>
            <a:p>
              <a:pPr defTabSz="1219170">
                <a:spcBef>
                  <a:spcPts val="1333"/>
                </a:spcBef>
              </a:pPr>
              <a:r>
                <a:rPr lang="en-US" sz="1600" b="1" dirty="0">
                  <a:solidFill>
                    <a:srgbClr val="12D3FF"/>
                  </a:solidFill>
                  <a:ea typeface="Century Gothic"/>
                  <a:cs typeface="Century Gothic"/>
                  <a:sym typeface="Century Gothic"/>
                </a:rPr>
                <a:t>Between Sites</a:t>
              </a:r>
            </a:p>
            <a:p>
              <a:pPr defTabSz="1219170">
                <a:spcBef>
                  <a:spcPts val="500"/>
                </a:spcBef>
              </a:pPr>
              <a:r>
                <a:rPr lang="en-US" sz="1400" dirty="0">
                  <a:solidFill>
                    <a:srgbClr val="FFFFFF"/>
                  </a:solidFill>
                  <a:ea typeface="Century Gothic"/>
                  <a:cs typeface="Century Gothic"/>
                  <a:sym typeface="Century Gothic"/>
                </a:rPr>
                <a:t>No routable overlay — everything connects through the Zero Trust Exchange</a:t>
              </a:r>
            </a:p>
            <a:p>
              <a:pPr defTabSz="1219170">
                <a:spcBef>
                  <a:spcPts val="1500"/>
                </a:spcBef>
              </a:pPr>
              <a:r>
                <a:rPr lang="en-US" sz="1600" b="1" dirty="0">
                  <a:solidFill>
                    <a:srgbClr val="12D3FF"/>
                  </a:solidFill>
                  <a:ea typeface="Century Gothic"/>
                  <a:cs typeface="Century Gothic"/>
                  <a:sym typeface="Century Gothic"/>
                </a:rPr>
                <a:t>Within Sites</a:t>
              </a:r>
            </a:p>
            <a:p>
              <a:pPr defTabSz="1219170">
                <a:spcBef>
                  <a:spcPts val="500"/>
                </a:spcBef>
              </a:pPr>
              <a:r>
                <a:rPr lang="en-US" sz="1400" dirty="0">
                  <a:solidFill>
                    <a:srgbClr val="FFFFFF"/>
                  </a:solidFill>
                  <a:ea typeface="Century Gothic"/>
                  <a:cs typeface="Century Gothic"/>
                  <a:sym typeface="Century Gothic"/>
                </a:rPr>
                <a:t>“Network-of-one” agentless </a:t>
              </a:r>
              <a:r>
                <a:rPr lang="en-US" sz="1400" dirty="0" err="1">
                  <a:solidFill>
                    <a:srgbClr val="FFFFFF"/>
                  </a:solidFill>
                  <a:ea typeface="Century Gothic"/>
                  <a:cs typeface="Century Gothic"/>
                  <a:sym typeface="Century Gothic"/>
                </a:rPr>
                <a:t>microsegmentation</a:t>
              </a:r>
              <a:r>
                <a:rPr lang="en-US" sz="1400" dirty="0">
                  <a:solidFill>
                    <a:srgbClr val="FFFFFF"/>
                  </a:solidFill>
                  <a:ea typeface="Century Gothic"/>
                  <a:cs typeface="Century Gothic"/>
                  <a:sym typeface="Century Gothic"/>
                </a:rPr>
                <a:t> isolates each device and prevents lateral threat propagation</a:t>
              </a:r>
            </a:p>
          </p:txBody>
        </p:sp>
      </p:grpSp>
      <p:sp>
        <p:nvSpPr>
          <p:cNvPr id="7" name="Google Shape;335;p35">
            <a:extLst>
              <a:ext uri="{FF2B5EF4-FFF2-40B4-BE49-F238E27FC236}">
                <a16:creationId xmlns:a16="http://schemas.microsoft.com/office/drawing/2014/main" id="{5878F06C-3304-470C-79E6-0A0BC2B5DB6C}"/>
              </a:ext>
            </a:extLst>
          </p:cNvPr>
          <p:cNvSpPr/>
          <p:nvPr/>
        </p:nvSpPr>
        <p:spPr>
          <a:xfrm>
            <a:off x="6151540" y="1160463"/>
            <a:ext cx="5597200" cy="4891200"/>
          </a:xfrm>
          <a:prstGeom prst="roundRect">
            <a:avLst>
              <a:gd name="adj" fmla="val 2938"/>
            </a:avLst>
          </a:prstGeom>
          <a:solidFill>
            <a:schemeClr val="bg1">
              <a:alpha val="10000"/>
            </a:schemeClr>
          </a:solidFill>
          <a:ln w="9525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67" tIns="0" rIns="91433" bIns="45700" anchor="t" anchorCtr="0">
            <a:noAutofit/>
          </a:bodyPr>
          <a:lstStyle/>
          <a:p>
            <a:pPr defTabSz="1219170">
              <a:spcBef>
                <a:spcPts val="667"/>
              </a:spcBef>
              <a:buSzPts val="900"/>
            </a:pPr>
            <a:endParaRPr sz="1200">
              <a:solidFill>
                <a:srgbClr val="FFFFFF"/>
              </a:solidFill>
            </a:endParaRPr>
          </a:p>
        </p:txBody>
      </p:sp>
      <p:sp>
        <p:nvSpPr>
          <p:cNvPr id="4" name="Google Shape;397;p36">
            <a:extLst>
              <a:ext uri="{FF2B5EF4-FFF2-40B4-BE49-F238E27FC236}">
                <a16:creationId xmlns:a16="http://schemas.microsoft.com/office/drawing/2014/main" id="{F139C8C0-7462-AB33-5278-310C4E2460C2}"/>
              </a:ext>
            </a:extLst>
          </p:cNvPr>
          <p:cNvSpPr/>
          <p:nvPr/>
        </p:nvSpPr>
        <p:spPr>
          <a:xfrm>
            <a:off x="7402433" y="2906500"/>
            <a:ext cx="3158800" cy="2443600"/>
          </a:xfrm>
          <a:prstGeom prst="roundRect">
            <a:avLst>
              <a:gd name="adj" fmla="val 8882"/>
            </a:avLst>
          </a:prstGeom>
          <a:solidFill>
            <a:schemeClr val="accent5">
              <a:alpha val="50000"/>
            </a:schemeClr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/>
            <a:endParaRPr sz="1867"/>
          </a:p>
        </p:txBody>
      </p:sp>
      <p:cxnSp>
        <p:nvCxnSpPr>
          <p:cNvPr id="66" name="Google Shape;404;p36">
            <a:extLst>
              <a:ext uri="{FF2B5EF4-FFF2-40B4-BE49-F238E27FC236}">
                <a16:creationId xmlns:a16="http://schemas.microsoft.com/office/drawing/2014/main" id="{60060502-2481-399E-B447-B61F79006419}"/>
              </a:ext>
            </a:extLst>
          </p:cNvPr>
          <p:cNvCxnSpPr/>
          <p:nvPr/>
        </p:nvCxnSpPr>
        <p:spPr>
          <a:xfrm>
            <a:off x="8982669" y="3194495"/>
            <a:ext cx="0" cy="419100"/>
          </a:xfrm>
          <a:prstGeom prst="straightConnector1">
            <a:avLst/>
          </a:prstGeom>
          <a:noFill/>
          <a:ln w="15875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7" name="Google Shape;405;p36">
            <a:extLst>
              <a:ext uri="{FF2B5EF4-FFF2-40B4-BE49-F238E27FC236}">
                <a16:creationId xmlns:a16="http://schemas.microsoft.com/office/drawing/2014/main" id="{D7E9A705-77C8-B259-1F8D-0414A1201AB7}"/>
              </a:ext>
            </a:extLst>
          </p:cNvPr>
          <p:cNvGrpSpPr/>
          <p:nvPr/>
        </p:nvGrpSpPr>
        <p:grpSpPr>
          <a:xfrm>
            <a:off x="7905311" y="3701182"/>
            <a:ext cx="2139235" cy="972649"/>
            <a:chOff x="5027852" y="3730483"/>
            <a:chExt cx="2139449" cy="972747"/>
          </a:xfrm>
        </p:grpSpPr>
        <p:cxnSp>
          <p:nvCxnSpPr>
            <p:cNvPr id="68" name="Google Shape;406;p36">
              <a:extLst>
                <a:ext uri="{FF2B5EF4-FFF2-40B4-BE49-F238E27FC236}">
                  <a16:creationId xmlns:a16="http://schemas.microsoft.com/office/drawing/2014/main" id="{7FBD2BCB-BE7A-1E58-55CF-5D4641398E99}"/>
                </a:ext>
              </a:extLst>
            </p:cNvPr>
            <p:cNvCxnSpPr>
              <a:stCxn id="87" idx="0"/>
              <a:endCxn id="100" idx="3"/>
            </p:cNvCxnSpPr>
            <p:nvPr/>
          </p:nvCxnSpPr>
          <p:spPr>
            <a:xfrm rot="5400000" flipH="1">
              <a:off x="6361501" y="3895842"/>
              <a:ext cx="970800" cy="640800"/>
            </a:xfrm>
            <a:prstGeom prst="bentConnector2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" name="Google Shape;409;p36">
              <a:extLst>
                <a:ext uri="{FF2B5EF4-FFF2-40B4-BE49-F238E27FC236}">
                  <a16:creationId xmlns:a16="http://schemas.microsoft.com/office/drawing/2014/main" id="{73DCF89B-7B5F-0D84-D484-26B4A1415705}"/>
                </a:ext>
              </a:extLst>
            </p:cNvPr>
            <p:cNvCxnSpPr>
              <a:stCxn id="97" idx="0"/>
              <a:endCxn id="100" idx="1"/>
            </p:cNvCxnSpPr>
            <p:nvPr/>
          </p:nvCxnSpPr>
          <p:spPr>
            <a:xfrm rot="-5400000">
              <a:off x="5050357" y="4070080"/>
              <a:ext cx="972600" cy="293700"/>
            </a:xfrm>
            <a:prstGeom prst="bentConnector2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0" name="Google Shape;411;p36">
              <a:extLst>
                <a:ext uri="{FF2B5EF4-FFF2-40B4-BE49-F238E27FC236}">
                  <a16:creationId xmlns:a16="http://schemas.microsoft.com/office/drawing/2014/main" id="{1BF21054-2BCD-D9DF-2569-A02FEF50024A}"/>
                </a:ext>
              </a:extLst>
            </p:cNvPr>
            <p:cNvCxnSpPr>
              <a:stCxn id="89" idx="0"/>
              <a:endCxn id="100" idx="3"/>
            </p:cNvCxnSpPr>
            <p:nvPr/>
          </p:nvCxnSpPr>
          <p:spPr>
            <a:xfrm rot="5400000" flipH="1">
              <a:off x="6180299" y="4076984"/>
              <a:ext cx="971400" cy="278700"/>
            </a:xfrm>
            <a:prstGeom prst="bentConnector2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1" name="Google Shape;413;p36">
              <a:extLst>
                <a:ext uri="{FF2B5EF4-FFF2-40B4-BE49-F238E27FC236}">
                  <a16:creationId xmlns:a16="http://schemas.microsoft.com/office/drawing/2014/main" id="{6122368B-A10C-FAA6-0C0B-AC572F0D6B1A}"/>
                </a:ext>
              </a:extLst>
            </p:cNvPr>
            <p:cNvCxnSpPr>
              <a:stCxn id="95" idx="0"/>
              <a:endCxn id="100" idx="1"/>
            </p:cNvCxnSpPr>
            <p:nvPr/>
          </p:nvCxnSpPr>
          <p:spPr>
            <a:xfrm rot="-5400000">
              <a:off x="4869452" y="3889030"/>
              <a:ext cx="972600" cy="655800"/>
            </a:xfrm>
            <a:prstGeom prst="bentConnector2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2" name="Google Shape;415;p36">
              <a:extLst>
                <a:ext uri="{FF2B5EF4-FFF2-40B4-BE49-F238E27FC236}">
                  <a16:creationId xmlns:a16="http://schemas.microsoft.com/office/drawing/2014/main" id="{002108B9-B569-CBB7-2AE1-E2DFBAEC31A3}"/>
                </a:ext>
              </a:extLst>
            </p:cNvPr>
            <p:cNvCxnSpPr/>
            <p:nvPr/>
          </p:nvCxnSpPr>
          <p:spPr>
            <a:xfrm rot="5400000" flipH="1">
              <a:off x="5751029" y="4084183"/>
              <a:ext cx="909600" cy="202200"/>
            </a:xfrm>
            <a:prstGeom prst="bentConnector3">
              <a:avLst>
                <a:gd name="adj1" fmla="val 53046"/>
              </a:avLst>
            </a:prstGeom>
            <a:noFill/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3" name="Google Shape;416;p36">
              <a:extLst>
                <a:ext uri="{FF2B5EF4-FFF2-40B4-BE49-F238E27FC236}">
                  <a16:creationId xmlns:a16="http://schemas.microsoft.com/office/drawing/2014/main" id="{F6B0D07C-B470-A72E-7850-64E588EDEE84}"/>
                </a:ext>
              </a:extLst>
            </p:cNvPr>
            <p:cNvCxnSpPr/>
            <p:nvPr/>
          </p:nvCxnSpPr>
          <p:spPr>
            <a:xfrm rot="-5400000">
              <a:off x="5561839" y="4093502"/>
              <a:ext cx="902700" cy="183300"/>
            </a:xfrm>
            <a:prstGeom prst="bentConnector3">
              <a:avLst>
                <a:gd name="adj1" fmla="val 53069"/>
              </a:avLst>
            </a:prstGeom>
            <a:noFill/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74" name="Google Shape;417;p36">
            <a:extLst>
              <a:ext uri="{FF2B5EF4-FFF2-40B4-BE49-F238E27FC236}">
                <a16:creationId xmlns:a16="http://schemas.microsoft.com/office/drawing/2014/main" id="{71FA4911-AED5-D92D-ED89-61C33B712376}"/>
              </a:ext>
            </a:extLst>
          </p:cNvPr>
          <p:cNvGrpSpPr/>
          <p:nvPr/>
        </p:nvGrpSpPr>
        <p:grpSpPr>
          <a:xfrm>
            <a:off x="7685204" y="4601595"/>
            <a:ext cx="2593033" cy="678145"/>
            <a:chOff x="4807719" y="4650001"/>
            <a:chExt cx="2593292" cy="678214"/>
          </a:xfrm>
        </p:grpSpPr>
        <p:sp>
          <p:nvSpPr>
            <p:cNvPr id="75" name="Google Shape;418;p36">
              <a:extLst>
                <a:ext uri="{FF2B5EF4-FFF2-40B4-BE49-F238E27FC236}">
                  <a16:creationId xmlns:a16="http://schemas.microsoft.com/office/drawing/2014/main" id="{5194B4B7-FFB9-6383-9FED-F99795B8CDDB}"/>
                </a:ext>
              </a:extLst>
            </p:cNvPr>
            <p:cNvSpPr/>
            <p:nvPr/>
          </p:nvSpPr>
          <p:spPr>
            <a:xfrm>
              <a:off x="4807719" y="4650005"/>
              <a:ext cx="806700" cy="451500"/>
            </a:xfrm>
            <a:prstGeom prst="roundRect">
              <a:avLst>
                <a:gd name="adj" fmla="val 8755"/>
              </a:avLst>
            </a:prstGeom>
            <a:solidFill>
              <a:srgbClr val="1449AC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67" rIns="91400" bIns="45667" anchor="ctr" anchorCtr="0">
              <a:noAutofit/>
            </a:bodyPr>
            <a:lstStyle/>
            <a:p>
              <a:pPr algn="ctr" defTabSz="1219170">
                <a:buClr>
                  <a:srgbClr val="FFFFFF"/>
                </a:buClr>
                <a:buSzPts val="1400"/>
              </a:pPr>
              <a:endParaRPr sz="1867">
                <a:solidFill>
                  <a:srgbClr val="FFFFFF"/>
                </a:solidFill>
              </a:endParaRPr>
            </a:p>
          </p:txBody>
        </p:sp>
        <p:grpSp>
          <p:nvGrpSpPr>
            <p:cNvPr id="76" name="Google Shape;419;p36">
              <a:extLst>
                <a:ext uri="{FF2B5EF4-FFF2-40B4-BE49-F238E27FC236}">
                  <a16:creationId xmlns:a16="http://schemas.microsoft.com/office/drawing/2014/main" id="{1C4386D7-85F5-D98F-0A98-484FB5B75FC7}"/>
                </a:ext>
              </a:extLst>
            </p:cNvPr>
            <p:cNvGrpSpPr/>
            <p:nvPr/>
          </p:nvGrpSpPr>
          <p:grpSpPr>
            <a:xfrm>
              <a:off x="5235605" y="4722241"/>
              <a:ext cx="308400" cy="308700"/>
              <a:chOff x="5163339" y="4212732"/>
              <a:chExt cx="308400" cy="308700"/>
            </a:xfrm>
          </p:grpSpPr>
          <p:sp>
            <p:nvSpPr>
              <p:cNvPr id="97" name="Google Shape;410;p36">
                <a:extLst>
                  <a:ext uri="{FF2B5EF4-FFF2-40B4-BE49-F238E27FC236}">
                    <a16:creationId xmlns:a16="http://schemas.microsoft.com/office/drawing/2014/main" id="{FE6E6A54-98AC-289D-156F-AAEF55A0CBBC}"/>
                  </a:ext>
                </a:extLst>
              </p:cNvPr>
              <p:cNvSpPr/>
              <p:nvPr/>
            </p:nvSpPr>
            <p:spPr>
              <a:xfrm>
                <a:off x="5163339" y="4212732"/>
                <a:ext cx="308400" cy="308700"/>
              </a:xfrm>
              <a:prstGeom prst="ellipse">
                <a:avLst/>
              </a:prstGeom>
              <a:solidFill>
                <a:srgbClr val="246CF7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Clr>
                    <a:srgbClr val="FFFFFF"/>
                  </a:buClr>
                  <a:buSzPts val="1400"/>
                </a:pPr>
                <a:endParaRPr sz="1867" b="1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Google Shape;420;p36">
                <a:extLst>
                  <a:ext uri="{FF2B5EF4-FFF2-40B4-BE49-F238E27FC236}">
                    <a16:creationId xmlns:a16="http://schemas.microsoft.com/office/drawing/2014/main" id="{397C4B35-40F7-CBDA-BFA0-1F07B20D71F6}"/>
                  </a:ext>
                </a:extLst>
              </p:cNvPr>
              <p:cNvSpPr/>
              <p:nvPr/>
            </p:nvSpPr>
            <p:spPr>
              <a:xfrm>
                <a:off x="5214190" y="4293459"/>
                <a:ext cx="204775" cy="142925"/>
              </a:xfrm>
              <a:custGeom>
                <a:avLst/>
                <a:gdLst/>
                <a:ahLst/>
                <a:cxnLst/>
                <a:rect l="l" t="t" r="r" b="b"/>
                <a:pathLst>
                  <a:path w="630078" h="439769" extrusionOk="0">
                    <a:moveTo>
                      <a:pt x="568262" y="0"/>
                    </a:moveTo>
                    <a:lnTo>
                      <a:pt x="61912" y="0"/>
                    </a:lnTo>
                    <a:cubicBezTo>
                      <a:pt x="27813" y="0"/>
                      <a:pt x="0" y="27813"/>
                      <a:pt x="0" y="61913"/>
                    </a:cubicBezTo>
                    <a:lnTo>
                      <a:pt x="0" y="377857"/>
                    </a:lnTo>
                    <a:cubicBezTo>
                      <a:pt x="0" y="411956"/>
                      <a:pt x="27813" y="439769"/>
                      <a:pt x="61912" y="439769"/>
                    </a:cubicBezTo>
                    <a:lnTo>
                      <a:pt x="568166" y="439769"/>
                    </a:lnTo>
                    <a:cubicBezTo>
                      <a:pt x="602266" y="439769"/>
                      <a:pt x="630079" y="411956"/>
                      <a:pt x="630079" y="377857"/>
                    </a:cubicBezTo>
                    <a:lnTo>
                      <a:pt x="630079" y="61913"/>
                    </a:lnTo>
                    <a:cubicBezTo>
                      <a:pt x="630079" y="27813"/>
                      <a:pt x="602266" y="0"/>
                      <a:pt x="568166" y="0"/>
                    </a:cubicBezTo>
                    <a:close/>
                    <a:moveTo>
                      <a:pt x="601599" y="377857"/>
                    </a:moveTo>
                    <a:cubicBezTo>
                      <a:pt x="601599" y="396240"/>
                      <a:pt x="586645" y="411194"/>
                      <a:pt x="568262" y="411194"/>
                    </a:cubicBezTo>
                    <a:lnTo>
                      <a:pt x="61912" y="411194"/>
                    </a:lnTo>
                    <a:cubicBezTo>
                      <a:pt x="43529" y="411194"/>
                      <a:pt x="28575" y="396240"/>
                      <a:pt x="28575" y="377857"/>
                    </a:cubicBezTo>
                    <a:lnTo>
                      <a:pt x="28575" y="61913"/>
                    </a:lnTo>
                    <a:cubicBezTo>
                      <a:pt x="28575" y="43529"/>
                      <a:pt x="43529" y="28575"/>
                      <a:pt x="61912" y="28575"/>
                    </a:cubicBezTo>
                    <a:lnTo>
                      <a:pt x="568166" y="28575"/>
                    </a:lnTo>
                    <a:cubicBezTo>
                      <a:pt x="586550" y="28575"/>
                      <a:pt x="601504" y="43529"/>
                      <a:pt x="601504" y="61913"/>
                    </a:cubicBezTo>
                    <a:lnTo>
                      <a:pt x="601504" y="377857"/>
                    </a:lnTo>
                    <a:close/>
                    <a:moveTo>
                      <a:pt x="503682" y="238982"/>
                    </a:moveTo>
                    <a:lnTo>
                      <a:pt x="437864" y="238982"/>
                    </a:lnTo>
                    <a:cubicBezTo>
                      <a:pt x="437864" y="238982"/>
                      <a:pt x="437864" y="238982"/>
                      <a:pt x="437864" y="238982"/>
                    </a:cubicBezTo>
                    <a:cubicBezTo>
                      <a:pt x="426815" y="238982"/>
                      <a:pt x="417862" y="243650"/>
                      <a:pt x="413195" y="251746"/>
                    </a:cubicBezTo>
                    <a:cubicBezTo>
                      <a:pt x="408527" y="259842"/>
                      <a:pt x="409004" y="270034"/>
                      <a:pt x="414433" y="279559"/>
                    </a:cubicBezTo>
                    <a:lnTo>
                      <a:pt x="447294" y="336614"/>
                    </a:lnTo>
                    <a:cubicBezTo>
                      <a:pt x="452819" y="346139"/>
                      <a:pt x="461296" y="351663"/>
                      <a:pt x="470725" y="351663"/>
                    </a:cubicBezTo>
                    <a:lnTo>
                      <a:pt x="470725" y="351663"/>
                    </a:lnTo>
                    <a:cubicBezTo>
                      <a:pt x="480060" y="351663"/>
                      <a:pt x="488633" y="346234"/>
                      <a:pt x="494157" y="336614"/>
                    </a:cubicBezTo>
                    <a:lnTo>
                      <a:pt x="527114" y="279654"/>
                    </a:lnTo>
                    <a:cubicBezTo>
                      <a:pt x="532638" y="270129"/>
                      <a:pt x="533114" y="259937"/>
                      <a:pt x="528447" y="251841"/>
                    </a:cubicBezTo>
                    <a:cubicBezTo>
                      <a:pt x="523780" y="243745"/>
                      <a:pt x="514731" y="239077"/>
                      <a:pt x="503682" y="239077"/>
                    </a:cubicBezTo>
                    <a:close/>
                    <a:moveTo>
                      <a:pt x="470725" y="319945"/>
                    </a:moveTo>
                    <a:lnTo>
                      <a:pt x="440531" y="267462"/>
                    </a:lnTo>
                    <a:lnTo>
                      <a:pt x="501015" y="267462"/>
                    </a:lnTo>
                    <a:cubicBezTo>
                      <a:pt x="501015" y="267462"/>
                      <a:pt x="470725" y="319945"/>
                      <a:pt x="470725" y="319945"/>
                    </a:cubicBezTo>
                    <a:close/>
                    <a:moveTo>
                      <a:pt x="494157" y="102679"/>
                    </a:moveTo>
                    <a:lnTo>
                      <a:pt x="494157" y="102679"/>
                    </a:lnTo>
                    <a:cubicBezTo>
                      <a:pt x="488633" y="93154"/>
                      <a:pt x="480060" y="87630"/>
                      <a:pt x="470725" y="87630"/>
                    </a:cubicBezTo>
                    <a:lnTo>
                      <a:pt x="470725" y="87630"/>
                    </a:lnTo>
                    <a:cubicBezTo>
                      <a:pt x="461391" y="87630"/>
                      <a:pt x="452819" y="93154"/>
                      <a:pt x="447294" y="102679"/>
                    </a:cubicBezTo>
                    <a:lnTo>
                      <a:pt x="414433" y="159734"/>
                    </a:lnTo>
                    <a:cubicBezTo>
                      <a:pt x="408908" y="169259"/>
                      <a:pt x="408432" y="179451"/>
                      <a:pt x="413099" y="187547"/>
                    </a:cubicBezTo>
                    <a:cubicBezTo>
                      <a:pt x="417767" y="195644"/>
                      <a:pt x="426815" y="200311"/>
                      <a:pt x="437769" y="200311"/>
                    </a:cubicBezTo>
                    <a:lnTo>
                      <a:pt x="503682" y="200311"/>
                    </a:lnTo>
                    <a:cubicBezTo>
                      <a:pt x="514731" y="200311"/>
                      <a:pt x="523685" y="195548"/>
                      <a:pt x="528447" y="187452"/>
                    </a:cubicBezTo>
                    <a:cubicBezTo>
                      <a:pt x="533114" y="179356"/>
                      <a:pt x="532638" y="169164"/>
                      <a:pt x="527114" y="159639"/>
                    </a:cubicBezTo>
                    <a:lnTo>
                      <a:pt x="494157" y="102679"/>
                    </a:lnTo>
                    <a:close/>
                    <a:moveTo>
                      <a:pt x="440531" y="171736"/>
                    </a:moveTo>
                    <a:lnTo>
                      <a:pt x="470725" y="119253"/>
                    </a:lnTo>
                    <a:lnTo>
                      <a:pt x="501015" y="171641"/>
                    </a:lnTo>
                    <a:lnTo>
                      <a:pt x="440531" y="171641"/>
                    </a:lnTo>
                    <a:close/>
                    <a:moveTo>
                      <a:pt x="297942" y="286607"/>
                    </a:moveTo>
                    <a:cubicBezTo>
                      <a:pt x="297942" y="304991"/>
                      <a:pt x="283083" y="319849"/>
                      <a:pt x="264700" y="319849"/>
                    </a:cubicBezTo>
                    <a:cubicBezTo>
                      <a:pt x="246316" y="319849"/>
                      <a:pt x="231458" y="304991"/>
                      <a:pt x="231458" y="286607"/>
                    </a:cubicBezTo>
                    <a:cubicBezTo>
                      <a:pt x="231458" y="273368"/>
                      <a:pt x="239268" y="262033"/>
                      <a:pt x="250412" y="256699"/>
                    </a:cubicBezTo>
                    <a:lnTo>
                      <a:pt x="250412" y="181642"/>
                    </a:lnTo>
                    <a:cubicBezTo>
                      <a:pt x="250412" y="173736"/>
                      <a:pt x="256794" y="167354"/>
                      <a:pt x="264700" y="167354"/>
                    </a:cubicBezTo>
                    <a:cubicBezTo>
                      <a:pt x="272606" y="167354"/>
                      <a:pt x="278987" y="173736"/>
                      <a:pt x="278987" y="181642"/>
                    </a:cubicBezTo>
                    <a:lnTo>
                      <a:pt x="278987" y="256699"/>
                    </a:lnTo>
                    <a:cubicBezTo>
                      <a:pt x="290132" y="262033"/>
                      <a:pt x="297942" y="273368"/>
                      <a:pt x="297942" y="286607"/>
                    </a:cubicBezTo>
                    <a:close/>
                    <a:moveTo>
                      <a:pt x="328136" y="130207"/>
                    </a:moveTo>
                    <a:cubicBezTo>
                      <a:pt x="328422" y="114109"/>
                      <a:pt x="322802" y="98584"/>
                      <a:pt x="312325" y="86392"/>
                    </a:cubicBezTo>
                    <a:cubicBezTo>
                      <a:pt x="301752" y="74200"/>
                      <a:pt x="287179" y="66389"/>
                      <a:pt x="270796" y="64389"/>
                    </a:cubicBezTo>
                    <a:cubicBezTo>
                      <a:pt x="252889" y="62579"/>
                      <a:pt x="235077" y="68580"/>
                      <a:pt x="221837" y="80677"/>
                    </a:cubicBezTo>
                    <a:cubicBezTo>
                      <a:pt x="208598" y="92774"/>
                      <a:pt x="200978" y="110014"/>
                      <a:pt x="201073" y="127826"/>
                    </a:cubicBezTo>
                    <a:lnTo>
                      <a:pt x="201073" y="223361"/>
                    </a:lnTo>
                    <a:cubicBezTo>
                      <a:pt x="184499" y="239935"/>
                      <a:pt x="174974" y="262414"/>
                      <a:pt x="175069" y="286036"/>
                    </a:cubicBezTo>
                    <a:cubicBezTo>
                      <a:pt x="174974" y="316516"/>
                      <a:pt x="190119" y="344710"/>
                      <a:pt x="215646" y="361379"/>
                    </a:cubicBezTo>
                    <a:cubicBezTo>
                      <a:pt x="230505" y="371094"/>
                      <a:pt x="247460" y="376047"/>
                      <a:pt x="264605" y="376047"/>
                    </a:cubicBezTo>
                    <a:cubicBezTo>
                      <a:pt x="276892" y="376047"/>
                      <a:pt x="289274" y="373475"/>
                      <a:pt x="300895" y="368332"/>
                    </a:cubicBezTo>
                    <a:cubicBezTo>
                      <a:pt x="328803" y="355949"/>
                      <a:pt x="348329" y="330613"/>
                      <a:pt x="353092" y="300514"/>
                    </a:cubicBezTo>
                    <a:cubicBezTo>
                      <a:pt x="357664" y="272034"/>
                      <a:pt x="348234" y="243840"/>
                      <a:pt x="328041" y="223647"/>
                    </a:cubicBezTo>
                    <a:lnTo>
                      <a:pt x="328041" y="130302"/>
                    </a:lnTo>
                    <a:close/>
                    <a:moveTo>
                      <a:pt x="324993" y="295942"/>
                    </a:moveTo>
                    <a:cubicBezTo>
                      <a:pt x="321755" y="316420"/>
                      <a:pt x="308420" y="333756"/>
                      <a:pt x="289465" y="342138"/>
                    </a:cubicBezTo>
                    <a:cubicBezTo>
                      <a:pt x="270510" y="350520"/>
                      <a:pt x="248793" y="348806"/>
                      <a:pt x="231362" y="337376"/>
                    </a:cubicBezTo>
                    <a:cubicBezTo>
                      <a:pt x="213932" y="326041"/>
                      <a:pt x="203644" y="306800"/>
                      <a:pt x="203740" y="285941"/>
                    </a:cubicBezTo>
                    <a:cubicBezTo>
                      <a:pt x="203740" y="268605"/>
                      <a:pt x="211169" y="252127"/>
                      <a:pt x="224123" y="240697"/>
                    </a:cubicBezTo>
                    <a:cubicBezTo>
                      <a:pt x="225647" y="239363"/>
                      <a:pt x="226886" y="237649"/>
                      <a:pt x="227648" y="235934"/>
                    </a:cubicBezTo>
                    <a:cubicBezTo>
                      <a:pt x="228981" y="233744"/>
                      <a:pt x="229743" y="231267"/>
                      <a:pt x="229743" y="228505"/>
                    </a:cubicBezTo>
                    <a:lnTo>
                      <a:pt x="229743" y="127635"/>
                    </a:lnTo>
                    <a:cubicBezTo>
                      <a:pt x="229743" y="117729"/>
                      <a:pt x="233839" y="108299"/>
                      <a:pt x="241173" y="101632"/>
                    </a:cubicBezTo>
                    <a:cubicBezTo>
                      <a:pt x="248507" y="94964"/>
                      <a:pt x="258318" y="91726"/>
                      <a:pt x="267748" y="92678"/>
                    </a:cubicBezTo>
                    <a:cubicBezTo>
                      <a:pt x="276701" y="93821"/>
                      <a:pt x="284893" y="98203"/>
                      <a:pt x="290798" y="104966"/>
                    </a:cubicBezTo>
                    <a:cubicBezTo>
                      <a:pt x="296704" y="111824"/>
                      <a:pt x="299847" y="120491"/>
                      <a:pt x="299657" y="129826"/>
                    </a:cubicBezTo>
                    <a:lnTo>
                      <a:pt x="299657" y="228981"/>
                    </a:lnTo>
                    <a:cubicBezTo>
                      <a:pt x="299657" y="232505"/>
                      <a:pt x="300990" y="235649"/>
                      <a:pt x="303086" y="238125"/>
                    </a:cubicBezTo>
                    <a:cubicBezTo>
                      <a:pt x="303752" y="239173"/>
                      <a:pt x="304514" y="240125"/>
                      <a:pt x="305467" y="240983"/>
                    </a:cubicBezTo>
                    <a:cubicBezTo>
                      <a:pt x="320993" y="254794"/>
                      <a:pt x="328327" y="275177"/>
                      <a:pt x="324993" y="295751"/>
                    </a:cubicBezTo>
                    <a:close/>
                    <a:moveTo>
                      <a:pt x="132683" y="120587"/>
                    </a:moveTo>
                    <a:lnTo>
                      <a:pt x="132683" y="121063"/>
                    </a:lnTo>
                    <a:cubicBezTo>
                      <a:pt x="132683" y="131540"/>
                      <a:pt x="124111" y="140113"/>
                      <a:pt x="113633" y="140113"/>
                    </a:cubicBezTo>
                    <a:cubicBezTo>
                      <a:pt x="103156" y="140113"/>
                      <a:pt x="94583" y="131540"/>
                      <a:pt x="94583" y="121063"/>
                    </a:cubicBezTo>
                    <a:cubicBezTo>
                      <a:pt x="94583" y="110585"/>
                      <a:pt x="103156" y="101822"/>
                      <a:pt x="113633" y="101822"/>
                    </a:cubicBezTo>
                    <a:cubicBezTo>
                      <a:pt x="124111" y="101822"/>
                      <a:pt x="132683" y="110109"/>
                      <a:pt x="132683" y="120682"/>
                    </a:cubicBezTo>
                    <a:close/>
                    <a:moveTo>
                      <a:pt x="132683" y="186214"/>
                    </a:moveTo>
                    <a:lnTo>
                      <a:pt x="132683" y="187166"/>
                    </a:lnTo>
                    <a:cubicBezTo>
                      <a:pt x="132683" y="197644"/>
                      <a:pt x="124111" y="206216"/>
                      <a:pt x="113633" y="206216"/>
                    </a:cubicBezTo>
                    <a:cubicBezTo>
                      <a:pt x="103156" y="206216"/>
                      <a:pt x="94583" y="197644"/>
                      <a:pt x="94583" y="187166"/>
                    </a:cubicBezTo>
                    <a:cubicBezTo>
                      <a:pt x="94583" y="176689"/>
                      <a:pt x="103156" y="167640"/>
                      <a:pt x="113633" y="167640"/>
                    </a:cubicBezTo>
                    <a:cubicBezTo>
                      <a:pt x="124111" y="167640"/>
                      <a:pt x="132683" y="175736"/>
                      <a:pt x="132683" y="186214"/>
                    </a:cubicBezTo>
                    <a:close/>
                    <a:moveTo>
                      <a:pt x="132683" y="252317"/>
                    </a:moveTo>
                    <a:lnTo>
                      <a:pt x="132683" y="253270"/>
                    </a:lnTo>
                    <a:cubicBezTo>
                      <a:pt x="132683" y="263747"/>
                      <a:pt x="124111" y="272320"/>
                      <a:pt x="113633" y="272320"/>
                    </a:cubicBezTo>
                    <a:cubicBezTo>
                      <a:pt x="103156" y="272320"/>
                      <a:pt x="94583" y="263747"/>
                      <a:pt x="94583" y="253270"/>
                    </a:cubicBezTo>
                    <a:cubicBezTo>
                      <a:pt x="94583" y="242792"/>
                      <a:pt x="103156" y="233744"/>
                      <a:pt x="113633" y="233744"/>
                    </a:cubicBezTo>
                    <a:cubicBezTo>
                      <a:pt x="124111" y="233744"/>
                      <a:pt x="132683" y="241840"/>
                      <a:pt x="132683" y="252317"/>
                    </a:cubicBezTo>
                    <a:close/>
                    <a:moveTo>
                      <a:pt x="132683" y="318421"/>
                    </a:moveTo>
                    <a:lnTo>
                      <a:pt x="132683" y="318897"/>
                    </a:lnTo>
                    <a:cubicBezTo>
                      <a:pt x="132683" y="329374"/>
                      <a:pt x="124111" y="337947"/>
                      <a:pt x="113633" y="337947"/>
                    </a:cubicBezTo>
                    <a:cubicBezTo>
                      <a:pt x="103156" y="337947"/>
                      <a:pt x="94583" y="329374"/>
                      <a:pt x="94583" y="318897"/>
                    </a:cubicBezTo>
                    <a:cubicBezTo>
                      <a:pt x="94583" y="308420"/>
                      <a:pt x="103156" y="299657"/>
                      <a:pt x="113633" y="299657"/>
                    </a:cubicBezTo>
                    <a:cubicBezTo>
                      <a:pt x="124111" y="299657"/>
                      <a:pt x="132683" y="307943"/>
                      <a:pt x="132683" y="3184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Clr>
                    <a:srgbClr val="FFFFFF"/>
                  </a:buClr>
                  <a:buSzPts val="1100"/>
                </a:pPr>
                <a:endParaRPr sz="1467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7" name="Google Shape;421;p36">
              <a:extLst>
                <a:ext uri="{FF2B5EF4-FFF2-40B4-BE49-F238E27FC236}">
                  <a16:creationId xmlns:a16="http://schemas.microsoft.com/office/drawing/2014/main" id="{1EB0E3F8-B964-BB4B-EAEF-0D84A309A9B0}"/>
                </a:ext>
              </a:extLst>
            </p:cNvPr>
            <p:cNvGrpSpPr/>
            <p:nvPr/>
          </p:nvGrpSpPr>
          <p:grpSpPr>
            <a:xfrm>
              <a:off x="4873650" y="4722241"/>
              <a:ext cx="308400" cy="308700"/>
              <a:chOff x="5161434" y="3804329"/>
              <a:chExt cx="308400" cy="308700"/>
            </a:xfrm>
          </p:grpSpPr>
          <p:sp>
            <p:nvSpPr>
              <p:cNvPr id="95" name="Google Shape;414;p36">
                <a:extLst>
                  <a:ext uri="{FF2B5EF4-FFF2-40B4-BE49-F238E27FC236}">
                    <a16:creationId xmlns:a16="http://schemas.microsoft.com/office/drawing/2014/main" id="{CCDE9E20-7911-BBC4-F13F-F8FF01A41418}"/>
                  </a:ext>
                </a:extLst>
              </p:cNvPr>
              <p:cNvSpPr/>
              <p:nvPr/>
            </p:nvSpPr>
            <p:spPr>
              <a:xfrm>
                <a:off x="5161434" y="3804329"/>
                <a:ext cx="308400" cy="308700"/>
              </a:xfrm>
              <a:prstGeom prst="ellipse">
                <a:avLst/>
              </a:prstGeom>
              <a:solidFill>
                <a:srgbClr val="246CF7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Clr>
                    <a:srgbClr val="FFFFFF"/>
                  </a:buClr>
                  <a:buSzPts val="1400"/>
                </a:pPr>
                <a:endParaRPr sz="1867" b="1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Google Shape;422;p36">
                <a:extLst>
                  <a:ext uri="{FF2B5EF4-FFF2-40B4-BE49-F238E27FC236}">
                    <a16:creationId xmlns:a16="http://schemas.microsoft.com/office/drawing/2014/main" id="{785D7F1E-69D4-9B60-B15F-A1C832B806EF}"/>
                  </a:ext>
                </a:extLst>
              </p:cNvPr>
              <p:cNvSpPr/>
              <p:nvPr/>
            </p:nvSpPr>
            <p:spPr>
              <a:xfrm>
                <a:off x="5221869" y="3874336"/>
                <a:ext cx="189929" cy="164061"/>
              </a:xfrm>
              <a:custGeom>
                <a:avLst/>
                <a:gdLst/>
                <a:ahLst/>
                <a:cxnLst/>
                <a:rect l="l" t="t" r="r" b="b"/>
                <a:pathLst>
                  <a:path w="155999" h="134752" extrusionOk="0">
                    <a:moveTo>
                      <a:pt x="93861" y="124033"/>
                    </a:moveTo>
                    <a:lnTo>
                      <a:pt x="93883" y="124042"/>
                    </a:lnTo>
                    <a:lnTo>
                      <a:pt x="93839" y="124042"/>
                    </a:lnTo>
                    <a:close/>
                    <a:moveTo>
                      <a:pt x="133584" y="110129"/>
                    </a:moveTo>
                    <a:cubicBezTo>
                      <a:pt x="137066" y="109888"/>
                      <a:pt x="139491" y="113640"/>
                      <a:pt x="137728" y="116647"/>
                    </a:cubicBezTo>
                    <a:cubicBezTo>
                      <a:pt x="134289" y="122463"/>
                      <a:pt x="127940" y="126391"/>
                      <a:pt x="120666" y="126391"/>
                    </a:cubicBezTo>
                    <a:cubicBezTo>
                      <a:pt x="118285" y="126391"/>
                      <a:pt x="115993" y="125974"/>
                      <a:pt x="113877" y="125206"/>
                    </a:cubicBezTo>
                    <a:cubicBezTo>
                      <a:pt x="110857" y="124108"/>
                      <a:pt x="109975" y="120246"/>
                      <a:pt x="112267" y="117964"/>
                    </a:cubicBezTo>
                    <a:lnTo>
                      <a:pt x="112290" y="117964"/>
                    </a:lnTo>
                    <a:lnTo>
                      <a:pt x="118043" y="112236"/>
                    </a:lnTo>
                    <a:cubicBezTo>
                      <a:pt x="118792" y="111490"/>
                      <a:pt x="119806" y="111029"/>
                      <a:pt x="120864" y="110963"/>
                    </a:cubicBezTo>
                    <a:close/>
                    <a:moveTo>
                      <a:pt x="106316" y="86208"/>
                    </a:moveTo>
                    <a:lnTo>
                      <a:pt x="106470" y="86362"/>
                    </a:lnTo>
                    <a:cubicBezTo>
                      <a:pt x="108189" y="88074"/>
                      <a:pt x="108189" y="90861"/>
                      <a:pt x="106470" y="92572"/>
                    </a:cubicBezTo>
                    <a:cubicBezTo>
                      <a:pt x="105610" y="93428"/>
                      <a:pt x="104486" y="93867"/>
                      <a:pt x="103362" y="93867"/>
                    </a:cubicBezTo>
                    <a:cubicBezTo>
                      <a:pt x="102238" y="93867"/>
                      <a:pt x="101114" y="93428"/>
                      <a:pt x="100254" y="92572"/>
                    </a:cubicBezTo>
                    <a:cubicBezTo>
                      <a:pt x="98534" y="90861"/>
                      <a:pt x="98446" y="88008"/>
                      <a:pt x="100166" y="86296"/>
                    </a:cubicBezTo>
                    <a:cubicBezTo>
                      <a:pt x="101885" y="84584"/>
                      <a:pt x="104596" y="84496"/>
                      <a:pt x="106316" y="86208"/>
                    </a:cubicBezTo>
                    <a:close/>
                    <a:moveTo>
                      <a:pt x="95250" y="75191"/>
                    </a:moveTo>
                    <a:lnTo>
                      <a:pt x="95404" y="75345"/>
                    </a:lnTo>
                    <a:cubicBezTo>
                      <a:pt x="97124" y="77057"/>
                      <a:pt x="97124" y="79844"/>
                      <a:pt x="95404" y="81556"/>
                    </a:cubicBezTo>
                    <a:cubicBezTo>
                      <a:pt x="94545" y="82412"/>
                      <a:pt x="93420" y="82850"/>
                      <a:pt x="92296" y="82850"/>
                    </a:cubicBezTo>
                    <a:cubicBezTo>
                      <a:pt x="91172" y="82850"/>
                      <a:pt x="90048" y="82412"/>
                      <a:pt x="89188" y="81556"/>
                    </a:cubicBezTo>
                    <a:cubicBezTo>
                      <a:pt x="87469" y="79844"/>
                      <a:pt x="87380" y="76991"/>
                      <a:pt x="89100" y="75279"/>
                    </a:cubicBezTo>
                    <a:cubicBezTo>
                      <a:pt x="90819" y="73568"/>
                      <a:pt x="93531" y="73480"/>
                      <a:pt x="95250" y="75191"/>
                    </a:cubicBezTo>
                    <a:close/>
                    <a:moveTo>
                      <a:pt x="84184" y="64153"/>
                    </a:moveTo>
                    <a:lnTo>
                      <a:pt x="84338" y="64306"/>
                    </a:lnTo>
                    <a:cubicBezTo>
                      <a:pt x="86058" y="66018"/>
                      <a:pt x="86058" y="68805"/>
                      <a:pt x="84338" y="70517"/>
                    </a:cubicBezTo>
                    <a:cubicBezTo>
                      <a:pt x="83479" y="71373"/>
                      <a:pt x="82354" y="71812"/>
                      <a:pt x="81230" y="71812"/>
                    </a:cubicBezTo>
                    <a:cubicBezTo>
                      <a:pt x="80106" y="71812"/>
                      <a:pt x="78982" y="71373"/>
                      <a:pt x="78122" y="70517"/>
                    </a:cubicBezTo>
                    <a:cubicBezTo>
                      <a:pt x="76403" y="68805"/>
                      <a:pt x="76315" y="65952"/>
                      <a:pt x="78034" y="64241"/>
                    </a:cubicBezTo>
                    <a:cubicBezTo>
                      <a:pt x="79753" y="62529"/>
                      <a:pt x="82465" y="62441"/>
                      <a:pt x="84184" y="64153"/>
                    </a:cubicBezTo>
                    <a:close/>
                    <a:moveTo>
                      <a:pt x="73118" y="53136"/>
                    </a:moveTo>
                    <a:lnTo>
                      <a:pt x="73273" y="53290"/>
                    </a:lnTo>
                    <a:cubicBezTo>
                      <a:pt x="74992" y="55002"/>
                      <a:pt x="74992" y="57789"/>
                      <a:pt x="73273" y="59500"/>
                    </a:cubicBezTo>
                    <a:cubicBezTo>
                      <a:pt x="72413" y="60356"/>
                      <a:pt x="71289" y="60795"/>
                      <a:pt x="70164" y="60795"/>
                    </a:cubicBezTo>
                    <a:cubicBezTo>
                      <a:pt x="69040" y="60795"/>
                      <a:pt x="67916" y="60356"/>
                      <a:pt x="67056" y="59500"/>
                    </a:cubicBezTo>
                    <a:cubicBezTo>
                      <a:pt x="65337" y="57789"/>
                      <a:pt x="65249" y="54936"/>
                      <a:pt x="66968" y="53224"/>
                    </a:cubicBezTo>
                    <a:cubicBezTo>
                      <a:pt x="68687" y="51512"/>
                      <a:pt x="71399" y="51424"/>
                      <a:pt x="73118" y="53136"/>
                    </a:cubicBezTo>
                    <a:close/>
                    <a:moveTo>
                      <a:pt x="62052" y="42119"/>
                    </a:moveTo>
                    <a:lnTo>
                      <a:pt x="62207" y="42273"/>
                    </a:lnTo>
                    <a:cubicBezTo>
                      <a:pt x="63926" y="43985"/>
                      <a:pt x="63926" y="46772"/>
                      <a:pt x="62207" y="48484"/>
                    </a:cubicBezTo>
                    <a:cubicBezTo>
                      <a:pt x="61347" y="49340"/>
                      <a:pt x="60223" y="49778"/>
                      <a:pt x="59098" y="49778"/>
                    </a:cubicBezTo>
                    <a:cubicBezTo>
                      <a:pt x="57974" y="49778"/>
                      <a:pt x="56850" y="49340"/>
                      <a:pt x="55990" y="48484"/>
                    </a:cubicBezTo>
                    <a:cubicBezTo>
                      <a:pt x="54271" y="46772"/>
                      <a:pt x="54183" y="43919"/>
                      <a:pt x="55902" y="42207"/>
                    </a:cubicBezTo>
                    <a:cubicBezTo>
                      <a:pt x="57622" y="40495"/>
                      <a:pt x="60333" y="40408"/>
                      <a:pt x="62052" y="42119"/>
                    </a:cubicBezTo>
                    <a:close/>
                    <a:moveTo>
                      <a:pt x="50986" y="31103"/>
                    </a:moveTo>
                    <a:lnTo>
                      <a:pt x="51141" y="31256"/>
                    </a:lnTo>
                    <a:cubicBezTo>
                      <a:pt x="52860" y="32968"/>
                      <a:pt x="52860" y="35755"/>
                      <a:pt x="51141" y="37467"/>
                    </a:cubicBezTo>
                    <a:cubicBezTo>
                      <a:pt x="50281" y="38323"/>
                      <a:pt x="49157" y="38762"/>
                      <a:pt x="48033" y="38762"/>
                    </a:cubicBezTo>
                    <a:cubicBezTo>
                      <a:pt x="46908" y="38762"/>
                      <a:pt x="45784" y="38323"/>
                      <a:pt x="44924" y="37467"/>
                    </a:cubicBezTo>
                    <a:cubicBezTo>
                      <a:pt x="43205" y="35755"/>
                      <a:pt x="43117" y="32902"/>
                      <a:pt x="44836" y="31191"/>
                    </a:cubicBezTo>
                    <a:cubicBezTo>
                      <a:pt x="46556" y="29479"/>
                      <a:pt x="49267" y="29391"/>
                      <a:pt x="50986" y="31103"/>
                    </a:cubicBezTo>
                    <a:close/>
                    <a:moveTo>
                      <a:pt x="57710" y="7950"/>
                    </a:moveTo>
                    <a:lnTo>
                      <a:pt x="21470" y="44028"/>
                    </a:lnTo>
                    <a:lnTo>
                      <a:pt x="21492" y="44028"/>
                    </a:lnTo>
                    <a:lnTo>
                      <a:pt x="93883" y="116098"/>
                    </a:lnTo>
                    <a:lnTo>
                      <a:pt x="109071" y="100977"/>
                    </a:lnTo>
                    <a:cubicBezTo>
                      <a:pt x="111518" y="98519"/>
                      <a:pt x="114781" y="97049"/>
                      <a:pt x="118263" y="96829"/>
                    </a:cubicBezTo>
                    <a:lnTo>
                      <a:pt x="145223" y="95074"/>
                    </a:lnTo>
                    <a:close/>
                    <a:moveTo>
                      <a:pt x="55373" y="971"/>
                    </a:moveTo>
                    <a:cubicBezTo>
                      <a:pt x="56674" y="-324"/>
                      <a:pt x="58768" y="-324"/>
                      <a:pt x="60046" y="971"/>
                    </a:cubicBezTo>
                    <a:lnTo>
                      <a:pt x="155032" y="95535"/>
                    </a:lnTo>
                    <a:cubicBezTo>
                      <a:pt x="155958" y="96456"/>
                      <a:pt x="156245" y="97817"/>
                      <a:pt x="155782" y="99024"/>
                    </a:cubicBezTo>
                    <a:cubicBezTo>
                      <a:pt x="155319" y="100231"/>
                      <a:pt x="154195" y="101065"/>
                      <a:pt x="152894" y="101153"/>
                    </a:cubicBezTo>
                    <a:lnTo>
                      <a:pt x="118660" y="103391"/>
                    </a:lnTo>
                    <a:cubicBezTo>
                      <a:pt x="116787" y="103523"/>
                      <a:pt x="115045" y="104313"/>
                      <a:pt x="113700" y="105630"/>
                    </a:cubicBezTo>
                    <a:lnTo>
                      <a:pt x="96176" y="123076"/>
                    </a:lnTo>
                    <a:lnTo>
                      <a:pt x="93861" y="124033"/>
                    </a:lnTo>
                    <a:lnTo>
                      <a:pt x="91547" y="123076"/>
                    </a:lnTo>
                    <a:lnTo>
                      <a:pt x="55054" y="86746"/>
                    </a:lnTo>
                    <a:lnTo>
                      <a:pt x="32272" y="109427"/>
                    </a:lnTo>
                    <a:cubicBezTo>
                      <a:pt x="31655" y="110041"/>
                      <a:pt x="30817" y="110392"/>
                      <a:pt x="29935" y="110392"/>
                    </a:cubicBezTo>
                    <a:lnTo>
                      <a:pt x="29913" y="110414"/>
                    </a:lnTo>
                    <a:lnTo>
                      <a:pt x="6613" y="110414"/>
                    </a:lnTo>
                    <a:lnTo>
                      <a:pt x="6613" y="131460"/>
                    </a:lnTo>
                    <a:cubicBezTo>
                      <a:pt x="6613" y="133281"/>
                      <a:pt x="5136" y="134752"/>
                      <a:pt x="3307" y="134752"/>
                    </a:cubicBezTo>
                    <a:cubicBezTo>
                      <a:pt x="1477" y="134752"/>
                      <a:pt x="0" y="133281"/>
                      <a:pt x="0" y="131460"/>
                    </a:cubicBezTo>
                    <a:lnTo>
                      <a:pt x="0" y="107123"/>
                    </a:lnTo>
                    <a:lnTo>
                      <a:pt x="0" y="79383"/>
                    </a:lnTo>
                    <a:cubicBezTo>
                      <a:pt x="0" y="77561"/>
                      <a:pt x="1477" y="76091"/>
                      <a:pt x="3307" y="76091"/>
                    </a:cubicBezTo>
                    <a:cubicBezTo>
                      <a:pt x="5136" y="76091"/>
                      <a:pt x="6613" y="77561"/>
                      <a:pt x="6613" y="79383"/>
                    </a:cubicBezTo>
                    <a:lnTo>
                      <a:pt x="6613" y="103831"/>
                    </a:lnTo>
                    <a:lnTo>
                      <a:pt x="28546" y="103831"/>
                    </a:lnTo>
                    <a:lnTo>
                      <a:pt x="50381" y="82094"/>
                    </a:lnTo>
                    <a:lnTo>
                      <a:pt x="14482" y="46355"/>
                    </a:lnTo>
                    <a:cubicBezTo>
                      <a:pt x="13182" y="45060"/>
                      <a:pt x="13182" y="42975"/>
                      <a:pt x="14482" y="417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Clr>
                    <a:srgbClr val="FFFFFF"/>
                  </a:buClr>
                  <a:buSzPts val="1400"/>
                </a:pPr>
                <a:endParaRPr sz="1867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78" name="Google Shape;423;p36">
              <a:extLst>
                <a:ext uri="{FF2B5EF4-FFF2-40B4-BE49-F238E27FC236}">
                  <a16:creationId xmlns:a16="http://schemas.microsoft.com/office/drawing/2014/main" id="{C7E4D0E3-3608-4727-77C4-224A2F8AFDD4}"/>
                </a:ext>
              </a:extLst>
            </p:cNvPr>
            <p:cNvSpPr/>
            <p:nvPr/>
          </p:nvSpPr>
          <p:spPr>
            <a:xfrm>
              <a:off x="5701015" y="4650002"/>
              <a:ext cx="806700" cy="451500"/>
            </a:xfrm>
            <a:prstGeom prst="roundRect">
              <a:avLst>
                <a:gd name="adj" fmla="val 8755"/>
              </a:avLst>
            </a:prstGeom>
            <a:solidFill>
              <a:srgbClr val="1449AC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67" rIns="91400" bIns="45667" anchor="ctr" anchorCtr="0">
              <a:noAutofit/>
            </a:bodyPr>
            <a:lstStyle/>
            <a:p>
              <a:pPr algn="ctr" defTabSz="1219170">
                <a:buClr>
                  <a:srgbClr val="FFFFFF"/>
                </a:buClr>
                <a:buSzPts val="1400"/>
              </a:pPr>
              <a:endParaRPr sz="1867">
                <a:solidFill>
                  <a:srgbClr val="FFFFFF"/>
                </a:solidFill>
              </a:endParaRPr>
            </a:p>
          </p:txBody>
        </p:sp>
        <p:grpSp>
          <p:nvGrpSpPr>
            <p:cNvPr id="79" name="Google Shape;424;p36">
              <a:extLst>
                <a:ext uri="{FF2B5EF4-FFF2-40B4-BE49-F238E27FC236}">
                  <a16:creationId xmlns:a16="http://schemas.microsoft.com/office/drawing/2014/main" id="{97FDFEF0-EC21-5C52-CF31-EB4015081264}"/>
                </a:ext>
              </a:extLst>
            </p:cNvPr>
            <p:cNvGrpSpPr/>
            <p:nvPr/>
          </p:nvGrpSpPr>
          <p:grpSpPr>
            <a:xfrm>
              <a:off x="5767283" y="4717306"/>
              <a:ext cx="308400" cy="308700"/>
              <a:chOff x="5780169" y="4812324"/>
              <a:chExt cx="308400" cy="308700"/>
            </a:xfrm>
          </p:grpSpPr>
          <p:sp>
            <p:nvSpPr>
              <p:cNvPr id="93" name="Google Shape;425;p36">
                <a:extLst>
                  <a:ext uri="{FF2B5EF4-FFF2-40B4-BE49-F238E27FC236}">
                    <a16:creationId xmlns:a16="http://schemas.microsoft.com/office/drawing/2014/main" id="{FA7C886A-BB0A-A037-2CAD-22615E88029E}"/>
                  </a:ext>
                </a:extLst>
              </p:cNvPr>
              <p:cNvSpPr/>
              <p:nvPr/>
            </p:nvSpPr>
            <p:spPr>
              <a:xfrm>
                <a:off x="5780169" y="4812324"/>
                <a:ext cx="308400" cy="308700"/>
              </a:xfrm>
              <a:prstGeom prst="ellipse">
                <a:avLst/>
              </a:prstGeom>
              <a:solidFill>
                <a:srgbClr val="246CF7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Clr>
                    <a:srgbClr val="FFFFFF"/>
                  </a:buClr>
                  <a:buSzPts val="1400"/>
                </a:pPr>
                <a:endParaRPr sz="1867" b="1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Google Shape;426;p36">
                <a:extLst>
                  <a:ext uri="{FF2B5EF4-FFF2-40B4-BE49-F238E27FC236}">
                    <a16:creationId xmlns:a16="http://schemas.microsoft.com/office/drawing/2014/main" id="{2C6D27FB-F443-5E1F-92B7-AB975EAC69DA}"/>
                  </a:ext>
                </a:extLst>
              </p:cNvPr>
              <p:cNvSpPr/>
              <p:nvPr/>
            </p:nvSpPr>
            <p:spPr>
              <a:xfrm flipH="1">
                <a:off x="5849754" y="4905854"/>
                <a:ext cx="162297" cy="161241"/>
              </a:xfrm>
              <a:custGeom>
                <a:avLst/>
                <a:gdLst/>
                <a:ahLst/>
                <a:cxnLst/>
                <a:rect l="l" t="t" r="r" b="b"/>
                <a:pathLst>
                  <a:path w="636460" h="608457" extrusionOk="0">
                    <a:moveTo>
                      <a:pt x="179927" y="551021"/>
                    </a:moveTo>
                    <a:cubicBezTo>
                      <a:pt x="214027" y="551021"/>
                      <a:pt x="241840" y="523208"/>
                      <a:pt x="241840" y="489109"/>
                    </a:cubicBezTo>
                    <a:lnTo>
                      <a:pt x="241840" y="400050"/>
                    </a:lnTo>
                    <a:cubicBezTo>
                      <a:pt x="241840" y="365950"/>
                      <a:pt x="214027" y="338138"/>
                      <a:pt x="179927" y="338138"/>
                    </a:cubicBezTo>
                    <a:lnTo>
                      <a:pt x="90869" y="338138"/>
                    </a:lnTo>
                    <a:cubicBezTo>
                      <a:pt x="56769" y="338138"/>
                      <a:pt x="28956" y="365950"/>
                      <a:pt x="28956" y="400050"/>
                    </a:cubicBezTo>
                    <a:lnTo>
                      <a:pt x="28956" y="489109"/>
                    </a:lnTo>
                    <a:cubicBezTo>
                      <a:pt x="28956" y="523208"/>
                      <a:pt x="56769" y="551021"/>
                      <a:pt x="90869" y="551021"/>
                    </a:cubicBezTo>
                    <a:lnTo>
                      <a:pt x="179927" y="551021"/>
                    </a:lnTo>
                    <a:close/>
                    <a:moveTo>
                      <a:pt x="57531" y="489109"/>
                    </a:moveTo>
                    <a:lnTo>
                      <a:pt x="57531" y="400050"/>
                    </a:lnTo>
                    <a:cubicBezTo>
                      <a:pt x="57531" y="381667"/>
                      <a:pt x="72485" y="366713"/>
                      <a:pt x="90869" y="366713"/>
                    </a:cubicBezTo>
                    <a:lnTo>
                      <a:pt x="179927" y="366713"/>
                    </a:lnTo>
                    <a:cubicBezTo>
                      <a:pt x="198311" y="366713"/>
                      <a:pt x="213265" y="381667"/>
                      <a:pt x="213265" y="400050"/>
                    </a:cubicBezTo>
                    <a:lnTo>
                      <a:pt x="213265" y="489109"/>
                    </a:lnTo>
                    <a:cubicBezTo>
                      <a:pt x="213265" y="507492"/>
                      <a:pt x="198311" y="522446"/>
                      <a:pt x="179927" y="522446"/>
                    </a:cubicBezTo>
                    <a:lnTo>
                      <a:pt x="90869" y="522446"/>
                    </a:lnTo>
                    <a:cubicBezTo>
                      <a:pt x="72485" y="522446"/>
                      <a:pt x="57531" y="507492"/>
                      <a:pt x="57531" y="489109"/>
                    </a:cubicBezTo>
                    <a:close/>
                    <a:moveTo>
                      <a:pt x="270891" y="300038"/>
                    </a:moveTo>
                    <a:lnTo>
                      <a:pt x="270891" y="318230"/>
                    </a:lnTo>
                    <a:cubicBezTo>
                      <a:pt x="270891" y="326136"/>
                      <a:pt x="264509" y="332518"/>
                      <a:pt x="256604" y="332518"/>
                    </a:cubicBezTo>
                    <a:cubicBezTo>
                      <a:pt x="248698" y="332518"/>
                      <a:pt x="242316" y="326136"/>
                      <a:pt x="242316" y="318230"/>
                    </a:cubicBezTo>
                    <a:lnTo>
                      <a:pt x="242316" y="300133"/>
                    </a:lnTo>
                    <a:cubicBezTo>
                      <a:pt x="242316" y="293656"/>
                      <a:pt x="238697" y="287846"/>
                      <a:pt x="232886" y="284988"/>
                    </a:cubicBezTo>
                    <a:lnTo>
                      <a:pt x="135446" y="236601"/>
                    </a:lnTo>
                    <a:lnTo>
                      <a:pt x="37910" y="284988"/>
                    </a:lnTo>
                    <a:cubicBezTo>
                      <a:pt x="32195" y="287846"/>
                      <a:pt x="28575" y="293656"/>
                      <a:pt x="28575" y="300133"/>
                    </a:cubicBezTo>
                    <a:lnTo>
                      <a:pt x="28575" y="318230"/>
                    </a:lnTo>
                    <a:cubicBezTo>
                      <a:pt x="28575" y="326136"/>
                      <a:pt x="22193" y="332518"/>
                      <a:pt x="14288" y="332518"/>
                    </a:cubicBezTo>
                    <a:cubicBezTo>
                      <a:pt x="6382" y="332518"/>
                      <a:pt x="0" y="326136"/>
                      <a:pt x="0" y="318230"/>
                    </a:cubicBezTo>
                    <a:lnTo>
                      <a:pt x="0" y="300133"/>
                    </a:lnTo>
                    <a:cubicBezTo>
                      <a:pt x="0" y="282797"/>
                      <a:pt x="9716" y="267176"/>
                      <a:pt x="25146" y="259461"/>
                    </a:cubicBezTo>
                    <a:lnTo>
                      <a:pt x="121158" y="211836"/>
                    </a:lnTo>
                    <a:lnTo>
                      <a:pt x="121158" y="180404"/>
                    </a:lnTo>
                    <a:cubicBezTo>
                      <a:pt x="121158" y="172498"/>
                      <a:pt x="127540" y="166116"/>
                      <a:pt x="135446" y="166116"/>
                    </a:cubicBezTo>
                    <a:cubicBezTo>
                      <a:pt x="143351" y="166116"/>
                      <a:pt x="149733" y="172498"/>
                      <a:pt x="149733" y="180404"/>
                    </a:cubicBezTo>
                    <a:lnTo>
                      <a:pt x="149733" y="211836"/>
                    </a:lnTo>
                    <a:lnTo>
                      <a:pt x="245650" y="259461"/>
                    </a:lnTo>
                    <a:cubicBezTo>
                      <a:pt x="261176" y="267272"/>
                      <a:pt x="270796" y="282797"/>
                      <a:pt x="270891" y="300133"/>
                    </a:cubicBezTo>
                    <a:close/>
                    <a:moveTo>
                      <a:pt x="502920" y="444532"/>
                    </a:moveTo>
                    <a:lnTo>
                      <a:pt x="502920" y="331661"/>
                    </a:lnTo>
                    <a:cubicBezTo>
                      <a:pt x="502920" y="324517"/>
                      <a:pt x="497110" y="318611"/>
                      <a:pt x="489871" y="318611"/>
                    </a:cubicBezTo>
                    <a:cubicBezTo>
                      <a:pt x="482632" y="318611"/>
                      <a:pt x="476822" y="324422"/>
                      <a:pt x="476822" y="331661"/>
                    </a:cubicBezTo>
                    <a:lnTo>
                      <a:pt x="476822" y="444532"/>
                    </a:lnTo>
                    <a:cubicBezTo>
                      <a:pt x="476822" y="452438"/>
                      <a:pt x="470440" y="458819"/>
                      <a:pt x="462534" y="458819"/>
                    </a:cubicBezTo>
                    <a:cubicBezTo>
                      <a:pt x="454628" y="458819"/>
                      <a:pt x="448247" y="452438"/>
                      <a:pt x="448247" y="444532"/>
                    </a:cubicBezTo>
                    <a:lnTo>
                      <a:pt x="448247" y="331661"/>
                    </a:lnTo>
                    <a:cubicBezTo>
                      <a:pt x="448247" y="308705"/>
                      <a:pt x="466916" y="290036"/>
                      <a:pt x="489871" y="290036"/>
                    </a:cubicBezTo>
                    <a:cubicBezTo>
                      <a:pt x="512826" y="290036"/>
                      <a:pt x="531495" y="308705"/>
                      <a:pt x="531495" y="331661"/>
                    </a:cubicBezTo>
                    <a:lnTo>
                      <a:pt x="531495" y="444532"/>
                    </a:lnTo>
                    <a:cubicBezTo>
                      <a:pt x="531495" y="452438"/>
                      <a:pt x="525113" y="458819"/>
                      <a:pt x="517208" y="458819"/>
                    </a:cubicBezTo>
                    <a:cubicBezTo>
                      <a:pt x="509302" y="458819"/>
                      <a:pt x="502920" y="452438"/>
                      <a:pt x="502920" y="444532"/>
                    </a:cubicBezTo>
                    <a:close/>
                    <a:moveTo>
                      <a:pt x="236411" y="63437"/>
                    </a:moveTo>
                    <a:lnTo>
                      <a:pt x="416624" y="160973"/>
                    </a:lnTo>
                    <a:cubicBezTo>
                      <a:pt x="423577" y="164687"/>
                      <a:pt x="426149" y="173355"/>
                      <a:pt x="422434" y="180308"/>
                    </a:cubicBezTo>
                    <a:cubicBezTo>
                      <a:pt x="418719" y="187262"/>
                      <a:pt x="410051" y="189833"/>
                      <a:pt x="403098" y="186119"/>
                    </a:cubicBezTo>
                    <a:lnTo>
                      <a:pt x="222980" y="88678"/>
                    </a:lnTo>
                    <a:cubicBezTo>
                      <a:pt x="216789" y="85439"/>
                      <a:pt x="208883" y="87916"/>
                      <a:pt x="205550" y="94298"/>
                    </a:cubicBezTo>
                    <a:cubicBezTo>
                      <a:pt x="203930" y="97346"/>
                      <a:pt x="203644" y="100870"/>
                      <a:pt x="204692" y="104203"/>
                    </a:cubicBezTo>
                    <a:cubicBezTo>
                      <a:pt x="205740" y="107537"/>
                      <a:pt x="208026" y="110204"/>
                      <a:pt x="211074" y="111824"/>
                    </a:cubicBezTo>
                    <a:lnTo>
                      <a:pt x="394240" y="210884"/>
                    </a:lnTo>
                    <a:cubicBezTo>
                      <a:pt x="401193" y="214598"/>
                      <a:pt x="403765" y="223266"/>
                      <a:pt x="400050" y="230219"/>
                    </a:cubicBezTo>
                    <a:cubicBezTo>
                      <a:pt x="397478" y="234982"/>
                      <a:pt x="392525" y="237744"/>
                      <a:pt x="387477" y="237744"/>
                    </a:cubicBezTo>
                    <a:cubicBezTo>
                      <a:pt x="385191" y="237744"/>
                      <a:pt x="382810" y="237173"/>
                      <a:pt x="380714" y="236030"/>
                    </a:cubicBezTo>
                    <a:lnTo>
                      <a:pt x="197739" y="137160"/>
                    </a:lnTo>
                    <a:cubicBezTo>
                      <a:pt x="188119" y="132112"/>
                      <a:pt x="180785" y="123444"/>
                      <a:pt x="177451" y="112871"/>
                    </a:cubicBezTo>
                    <a:cubicBezTo>
                      <a:pt x="174117" y="102299"/>
                      <a:pt x="175069" y="90964"/>
                      <a:pt x="180213" y="81153"/>
                    </a:cubicBezTo>
                    <a:cubicBezTo>
                      <a:pt x="190786" y="60770"/>
                      <a:pt x="215932" y="52864"/>
                      <a:pt x="236315" y="63437"/>
                    </a:cubicBezTo>
                    <a:close/>
                    <a:moveTo>
                      <a:pt x="584073" y="478060"/>
                    </a:moveTo>
                    <a:lnTo>
                      <a:pt x="395669" y="478060"/>
                    </a:lnTo>
                    <a:cubicBezTo>
                      <a:pt x="366808" y="478060"/>
                      <a:pt x="343281" y="501587"/>
                      <a:pt x="343281" y="530447"/>
                    </a:cubicBezTo>
                    <a:lnTo>
                      <a:pt x="343281" y="556070"/>
                    </a:lnTo>
                    <a:cubicBezTo>
                      <a:pt x="343281" y="584930"/>
                      <a:pt x="366808" y="608457"/>
                      <a:pt x="395669" y="608457"/>
                    </a:cubicBezTo>
                    <a:lnTo>
                      <a:pt x="584073" y="608457"/>
                    </a:lnTo>
                    <a:cubicBezTo>
                      <a:pt x="612934" y="608457"/>
                      <a:pt x="636461" y="584930"/>
                      <a:pt x="636461" y="556070"/>
                    </a:cubicBezTo>
                    <a:lnTo>
                      <a:pt x="636461" y="530447"/>
                    </a:lnTo>
                    <a:cubicBezTo>
                      <a:pt x="636461" y="501587"/>
                      <a:pt x="612934" y="478060"/>
                      <a:pt x="584073" y="478060"/>
                    </a:cubicBezTo>
                    <a:close/>
                    <a:moveTo>
                      <a:pt x="607886" y="556070"/>
                    </a:moveTo>
                    <a:cubicBezTo>
                      <a:pt x="607886" y="569214"/>
                      <a:pt x="597218" y="579882"/>
                      <a:pt x="584073" y="579882"/>
                    </a:cubicBezTo>
                    <a:lnTo>
                      <a:pt x="395669" y="579882"/>
                    </a:lnTo>
                    <a:cubicBezTo>
                      <a:pt x="382524" y="579882"/>
                      <a:pt x="371856" y="569214"/>
                      <a:pt x="371856" y="556070"/>
                    </a:cubicBezTo>
                    <a:lnTo>
                      <a:pt x="371856" y="530447"/>
                    </a:lnTo>
                    <a:cubicBezTo>
                      <a:pt x="371856" y="517303"/>
                      <a:pt x="382524" y="506635"/>
                      <a:pt x="395669" y="506635"/>
                    </a:cubicBezTo>
                    <a:lnTo>
                      <a:pt x="584073" y="506635"/>
                    </a:lnTo>
                    <a:cubicBezTo>
                      <a:pt x="597218" y="506635"/>
                      <a:pt x="607886" y="517303"/>
                      <a:pt x="607886" y="530447"/>
                    </a:cubicBezTo>
                    <a:lnTo>
                      <a:pt x="607886" y="556070"/>
                    </a:lnTo>
                    <a:close/>
                    <a:moveTo>
                      <a:pt x="135446" y="51911"/>
                    </a:moveTo>
                    <a:cubicBezTo>
                      <a:pt x="145923" y="51911"/>
                      <a:pt x="154496" y="60484"/>
                      <a:pt x="154496" y="70961"/>
                    </a:cubicBezTo>
                    <a:cubicBezTo>
                      <a:pt x="154496" y="81439"/>
                      <a:pt x="145923" y="90011"/>
                      <a:pt x="135446" y="90011"/>
                    </a:cubicBezTo>
                    <a:cubicBezTo>
                      <a:pt x="124968" y="90011"/>
                      <a:pt x="116396" y="81439"/>
                      <a:pt x="116396" y="70961"/>
                    </a:cubicBezTo>
                    <a:cubicBezTo>
                      <a:pt x="116396" y="60484"/>
                      <a:pt x="124968" y="51911"/>
                      <a:pt x="135446" y="51911"/>
                    </a:cubicBezTo>
                    <a:close/>
                    <a:moveTo>
                      <a:pt x="64484" y="70961"/>
                    </a:moveTo>
                    <a:cubicBezTo>
                      <a:pt x="64484" y="31814"/>
                      <a:pt x="96298" y="0"/>
                      <a:pt x="135446" y="0"/>
                    </a:cubicBezTo>
                    <a:cubicBezTo>
                      <a:pt x="157448" y="0"/>
                      <a:pt x="177832" y="10001"/>
                      <a:pt x="191453" y="27337"/>
                    </a:cubicBezTo>
                    <a:cubicBezTo>
                      <a:pt x="196310" y="33528"/>
                      <a:pt x="195167" y="42577"/>
                      <a:pt x="188976" y="47435"/>
                    </a:cubicBezTo>
                    <a:cubicBezTo>
                      <a:pt x="182690" y="52292"/>
                      <a:pt x="173736" y="51149"/>
                      <a:pt x="168878" y="44958"/>
                    </a:cubicBezTo>
                    <a:cubicBezTo>
                      <a:pt x="160782" y="34576"/>
                      <a:pt x="148590" y="28575"/>
                      <a:pt x="135446" y="28575"/>
                    </a:cubicBezTo>
                    <a:cubicBezTo>
                      <a:pt x="112109" y="28575"/>
                      <a:pt x="93059" y="47625"/>
                      <a:pt x="93059" y="70961"/>
                    </a:cubicBezTo>
                    <a:cubicBezTo>
                      <a:pt x="93059" y="94298"/>
                      <a:pt x="112109" y="113348"/>
                      <a:pt x="135446" y="113348"/>
                    </a:cubicBezTo>
                    <a:cubicBezTo>
                      <a:pt x="138779" y="113348"/>
                      <a:pt x="142018" y="112967"/>
                      <a:pt x="145161" y="112205"/>
                    </a:cubicBezTo>
                    <a:cubicBezTo>
                      <a:pt x="152876" y="110395"/>
                      <a:pt x="160496" y="115157"/>
                      <a:pt x="162306" y="122873"/>
                    </a:cubicBezTo>
                    <a:cubicBezTo>
                      <a:pt x="164116" y="130588"/>
                      <a:pt x="159353" y="138208"/>
                      <a:pt x="151638" y="140018"/>
                    </a:cubicBezTo>
                    <a:cubicBezTo>
                      <a:pt x="146304" y="141256"/>
                      <a:pt x="140875" y="141923"/>
                      <a:pt x="135350" y="141923"/>
                    </a:cubicBezTo>
                    <a:cubicBezTo>
                      <a:pt x="96203" y="141923"/>
                      <a:pt x="64389" y="110109"/>
                      <a:pt x="64389" y="70961"/>
                    </a:cubicBezTo>
                    <a:close/>
                    <a:moveTo>
                      <a:pt x="471869" y="247079"/>
                    </a:moveTo>
                    <a:cubicBezTo>
                      <a:pt x="468344" y="237173"/>
                      <a:pt x="473583" y="226314"/>
                      <a:pt x="483489" y="222790"/>
                    </a:cubicBezTo>
                    <a:cubicBezTo>
                      <a:pt x="493395" y="219266"/>
                      <a:pt x="504254" y="224504"/>
                      <a:pt x="507778" y="234410"/>
                    </a:cubicBezTo>
                    <a:cubicBezTo>
                      <a:pt x="511302" y="244316"/>
                      <a:pt x="506063" y="255175"/>
                      <a:pt x="496157" y="258699"/>
                    </a:cubicBezTo>
                    <a:cubicBezTo>
                      <a:pt x="486251" y="262223"/>
                      <a:pt x="475393" y="256985"/>
                      <a:pt x="471869" y="247079"/>
                    </a:cubicBezTo>
                    <a:close/>
                    <a:moveTo>
                      <a:pt x="425863" y="210122"/>
                    </a:moveTo>
                    <a:cubicBezTo>
                      <a:pt x="434054" y="193072"/>
                      <a:pt x="448437" y="180118"/>
                      <a:pt x="466344" y="173831"/>
                    </a:cubicBezTo>
                    <a:cubicBezTo>
                      <a:pt x="503301" y="160877"/>
                      <a:pt x="543878" y="180308"/>
                      <a:pt x="556832" y="217265"/>
                    </a:cubicBezTo>
                    <a:cubicBezTo>
                      <a:pt x="564166" y="238030"/>
                      <a:pt x="561499" y="260604"/>
                      <a:pt x="549593" y="279178"/>
                    </a:cubicBezTo>
                    <a:cubicBezTo>
                      <a:pt x="546830" y="283464"/>
                      <a:pt x="542258" y="285750"/>
                      <a:pt x="537591" y="285750"/>
                    </a:cubicBezTo>
                    <a:cubicBezTo>
                      <a:pt x="534924" y="285750"/>
                      <a:pt x="532257" y="284988"/>
                      <a:pt x="529876" y="283464"/>
                    </a:cubicBezTo>
                    <a:cubicBezTo>
                      <a:pt x="523208" y="279178"/>
                      <a:pt x="521303" y="270415"/>
                      <a:pt x="525590" y="263747"/>
                    </a:cubicBezTo>
                    <a:cubicBezTo>
                      <a:pt x="532733" y="252698"/>
                      <a:pt x="534257" y="239173"/>
                      <a:pt x="529876" y="226790"/>
                    </a:cubicBezTo>
                    <a:cubicBezTo>
                      <a:pt x="522161" y="204788"/>
                      <a:pt x="497872" y="193072"/>
                      <a:pt x="475869" y="200882"/>
                    </a:cubicBezTo>
                    <a:cubicBezTo>
                      <a:pt x="465201" y="204597"/>
                      <a:pt x="456629" y="212312"/>
                      <a:pt x="451675" y="222504"/>
                    </a:cubicBezTo>
                    <a:cubicBezTo>
                      <a:pt x="446818" y="232696"/>
                      <a:pt x="446151" y="244221"/>
                      <a:pt x="449961" y="254889"/>
                    </a:cubicBezTo>
                    <a:cubicBezTo>
                      <a:pt x="451104" y="258032"/>
                      <a:pt x="452533" y="260985"/>
                      <a:pt x="454247" y="263747"/>
                    </a:cubicBezTo>
                    <a:cubicBezTo>
                      <a:pt x="458534" y="270415"/>
                      <a:pt x="456533" y="279273"/>
                      <a:pt x="449866" y="283464"/>
                    </a:cubicBezTo>
                    <a:cubicBezTo>
                      <a:pt x="443198" y="287655"/>
                      <a:pt x="434435" y="285750"/>
                      <a:pt x="430149" y="279083"/>
                    </a:cubicBezTo>
                    <a:cubicBezTo>
                      <a:pt x="427196" y="274511"/>
                      <a:pt x="424815" y="269558"/>
                      <a:pt x="423005" y="264319"/>
                    </a:cubicBezTo>
                    <a:cubicBezTo>
                      <a:pt x="416719" y="246412"/>
                      <a:pt x="417767" y="227171"/>
                      <a:pt x="425958" y="210122"/>
                    </a:cubicBezTo>
                    <a:close/>
                    <a:moveTo>
                      <a:pt x="270891" y="594170"/>
                    </a:moveTo>
                    <a:cubicBezTo>
                      <a:pt x="270891" y="602075"/>
                      <a:pt x="264509" y="608457"/>
                      <a:pt x="256604" y="608457"/>
                    </a:cubicBezTo>
                    <a:lnTo>
                      <a:pt x="14288" y="608457"/>
                    </a:lnTo>
                    <a:cubicBezTo>
                      <a:pt x="6382" y="608457"/>
                      <a:pt x="0" y="602075"/>
                      <a:pt x="0" y="594170"/>
                    </a:cubicBezTo>
                    <a:cubicBezTo>
                      <a:pt x="0" y="586264"/>
                      <a:pt x="6382" y="579882"/>
                      <a:pt x="14288" y="579882"/>
                    </a:cubicBezTo>
                    <a:lnTo>
                      <a:pt x="256604" y="579882"/>
                    </a:lnTo>
                    <a:cubicBezTo>
                      <a:pt x="264509" y="579882"/>
                      <a:pt x="270891" y="586264"/>
                      <a:pt x="270891" y="5941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SzPts val="1100"/>
                </a:pPr>
                <a:endParaRPr sz="1467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80" name="Google Shape;427;p36">
              <a:extLst>
                <a:ext uri="{FF2B5EF4-FFF2-40B4-BE49-F238E27FC236}">
                  <a16:creationId xmlns:a16="http://schemas.microsoft.com/office/drawing/2014/main" id="{B78A2CC5-EE17-4E4A-B604-10F446B23B74}"/>
                </a:ext>
              </a:extLst>
            </p:cNvPr>
            <p:cNvGrpSpPr/>
            <p:nvPr/>
          </p:nvGrpSpPr>
          <p:grpSpPr>
            <a:xfrm>
              <a:off x="6152673" y="4724062"/>
              <a:ext cx="308400" cy="308700"/>
              <a:chOff x="6135385" y="4821191"/>
              <a:chExt cx="308400" cy="308700"/>
            </a:xfrm>
          </p:grpSpPr>
          <p:sp>
            <p:nvSpPr>
              <p:cNvPr id="91" name="Google Shape;428;p36">
                <a:extLst>
                  <a:ext uri="{FF2B5EF4-FFF2-40B4-BE49-F238E27FC236}">
                    <a16:creationId xmlns:a16="http://schemas.microsoft.com/office/drawing/2014/main" id="{164491B1-9110-11B7-7D91-F59F0FB73F95}"/>
                  </a:ext>
                </a:extLst>
              </p:cNvPr>
              <p:cNvSpPr/>
              <p:nvPr/>
            </p:nvSpPr>
            <p:spPr>
              <a:xfrm>
                <a:off x="6135385" y="4821191"/>
                <a:ext cx="308400" cy="308700"/>
              </a:xfrm>
              <a:prstGeom prst="ellipse">
                <a:avLst/>
              </a:prstGeom>
              <a:solidFill>
                <a:srgbClr val="246CF7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Clr>
                    <a:srgbClr val="FFFFFF"/>
                  </a:buClr>
                  <a:buSzPts val="1400"/>
                </a:pPr>
                <a:endParaRPr sz="1867" b="1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Google Shape;429;p36">
                <a:extLst>
                  <a:ext uri="{FF2B5EF4-FFF2-40B4-BE49-F238E27FC236}">
                    <a16:creationId xmlns:a16="http://schemas.microsoft.com/office/drawing/2014/main" id="{2FFA8B78-4F77-7326-0024-42FCBA5BCE04}"/>
                  </a:ext>
                </a:extLst>
              </p:cNvPr>
              <p:cNvSpPr/>
              <p:nvPr/>
            </p:nvSpPr>
            <p:spPr>
              <a:xfrm>
                <a:off x="6194794" y="4896811"/>
                <a:ext cx="178188" cy="176640"/>
              </a:xfrm>
              <a:custGeom>
                <a:avLst/>
                <a:gdLst/>
                <a:ahLst/>
                <a:cxnLst/>
                <a:rect l="l" t="t" r="r" b="b"/>
                <a:pathLst>
                  <a:path w="625220" h="619791" extrusionOk="0">
                    <a:moveTo>
                      <a:pt x="343472" y="545211"/>
                    </a:moveTo>
                    <a:cubicBezTo>
                      <a:pt x="351663" y="553403"/>
                      <a:pt x="356235" y="564547"/>
                      <a:pt x="356235" y="576072"/>
                    </a:cubicBezTo>
                    <a:cubicBezTo>
                      <a:pt x="356235" y="600170"/>
                      <a:pt x="336709" y="619697"/>
                      <a:pt x="312611" y="619792"/>
                    </a:cubicBezTo>
                    <a:cubicBezTo>
                      <a:pt x="300990" y="619792"/>
                      <a:pt x="289941" y="615220"/>
                      <a:pt x="281749" y="607028"/>
                    </a:cubicBezTo>
                    <a:cubicBezTo>
                      <a:pt x="281749" y="607028"/>
                      <a:pt x="281749" y="607028"/>
                      <a:pt x="281749" y="607028"/>
                    </a:cubicBezTo>
                    <a:cubicBezTo>
                      <a:pt x="264700" y="589979"/>
                      <a:pt x="264700" y="562356"/>
                      <a:pt x="281749" y="545306"/>
                    </a:cubicBezTo>
                    <a:lnTo>
                      <a:pt x="312611" y="514445"/>
                    </a:lnTo>
                    <a:lnTo>
                      <a:pt x="343472" y="545306"/>
                    </a:lnTo>
                    <a:close/>
                    <a:moveTo>
                      <a:pt x="312611" y="97631"/>
                    </a:moveTo>
                    <a:cubicBezTo>
                      <a:pt x="323183" y="97631"/>
                      <a:pt x="331756" y="89059"/>
                      <a:pt x="331756" y="78486"/>
                    </a:cubicBezTo>
                    <a:cubicBezTo>
                      <a:pt x="331756" y="67913"/>
                      <a:pt x="323183" y="59341"/>
                      <a:pt x="312611" y="59341"/>
                    </a:cubicBezTo>
                    <a:cubicBezTo>
                      <a:pt x="302038" y="59341"/>
                      <a:pt x="293465" y="67913"/>
                      <a:pt x="293465" y="78486"/>
                    </a:cubicBezTo>
                    <a:cubicBezTo>
                      <a:pt x="293465" y="89059"/>
                      <a:pt x="302038" y="97631"/>
                      <a:pt x="312611" y="97631"/>
                    </a:cubicBezTo>
                    <a:close/>
                    <a:moveTo>
                      <a:pt x="625221" y="236506"/>
                    </a:moveTo>
                    <a:lnTo>
                      <a:pt x="625221" y="367475"/>
                    </a:lnTo>
                    <a:cubicBezTo>
                      <a:pt x="625221" y="395383"/>
                      <a:pt x="602456" y="418148"/>
                      <a:pt x="574548" y="418148"/>
                    </a:cubicBezTo>
                    <a:lnTo>
                      <a:pt x="461296" y="418148"/>
                    </a:lnTo>
                    <a:cubicBezTo>
                      <a:pt x="426720" y="462344"/>
                      <a:pt x="372999" y="490919"/>
                      <a:pt x="312611" y="490919"/>
                    </a:cubicBezTo>
                    <a:cubicBezTo>
                      <a:pt x="252222" y="490919"/>
                      <a:pt x="198501" y="462344"/>
                      <a:pt x="163925" y="418148"/>
                    </a:cubicBezTo>
                    <a:lnTo>
                      <a:pt x="50673" y="418148"/>
                    </a:lnTo>
                    <a:cubicBezTo>
                      <a:pt x="22765" y="418148"/>
                      <a:pt x="0" y="395383"/>
                      <a:pt x="0" y="367475"/>
                    </a:cubicBezTo>
                    <a:lnTo>
                      <a:pt x="0" y="236506"/>
                    </a:lnTo>
                    <a:cubicBezTo>
                      <a:pt x="0" y="208598"/>
                      <a:pt x="22765" y="185833"/>
                      <a:pt x="50673" y="185833"/>
                    </a:cubicBezTo>
                    <a:lnTo>
                      <a:pt x="163925" y="185833"/>
                    </a:lnTo>
                    <a:cubicBezTo>
                      <a:pt x="198501" y="141637"/>
                      <a:pt x="252222" y="113062"/>
                      <a:pt x="312611" y="113062"/>
                    </a:cubicBezTo>
                    <a:cubicBezTo>
                      <a:pt x="372999" y="113062"/>
                      <a:pt x="426720" y="141637"/>
                      <a:pt x="461296" y="185833"/>
                    </a:cubicBezTo>
                    <a:lnTo>
                      <a:pt x="574548" y="185833"/>
                    </a:lnTo>
                    <a:cubicBezTo>
                      <a:pt x="602456" y="185833"/>
                      <a:pt x="625221" y="208598"/>
                      <a:pt x="625221" y="236506"/>
                    </a:cubicBezTo>
                    <a:close/>
                    <a:moveTo>
                      <a:pt x="145351" y="389573"/>
                    </a:moveTo>
                    <a:cubicBezTo>
                      <a:pt x="131540" y="363379"/>
                      <a:pt x="123634" y="333566"/>
                      <a:pt x="123634" y="301943"/>
                    </a:cubicBezTo>
                    <a:cubicBezTo>
                      <a:pt x="123634" y="270320"/>
                      <a:pt x="131540" y="240602"/>
                      <a:pt x="145351" y="214313"/>
                    </a:cubicBezTo>
                    <a:lnTo>
                      <a:pt x="50673" y="214313"/>
                    </a:lnTo>
                    <a:cubicBezTo>
                      <a:pt x="38481" y="214313"/>
                      <a:pt x="28575" y="224218"/>
                      <a:pt x="28575" y="236411"/>
                    </a:cubicBezTo>
                    <a:lnTo>
                      <a:pt x="28575" y="367379"/>
                    </a:lnTo>
                    <a:cubicBezTo>
                      <a:pt x="28575" y="379571"/>
                      <a:pt x="38481" y="389477"/>
                      <a:pt x="50673" y="389477"/>
                    </a:cubicBezTo>
                    <a:lnTo>
                      <a:pt x="145351" y="389477"/>
                    </a:lnTo>
                    <a:close/>
                    <a:moveTo>
                      <a:pt x="473011" y="301943"/>
                    </a:moveTo>
                    <a:cubicBezTo>
                      <a:pt x="473011" y="267843"/>
                      <a:pt x="462248" y="236220"/>
                      <a:pt x="443960" y="210217"/>
                    </a:cubicBezTo>
                    <a:cubicBezTo>
                      <a:pt x="443103" y="209360"/>
                      <a:pt x="442341" y="208312"/>
                      <a:pt x="441674" y="207169"/>
                    </a:cubicBezTo>
                    <a:cubicBezTo>
                      <a:pt x="412433" y="167450"/>
                      <a:pt x="365569" y="141542"/>
                      <a:pt x="312611" y="141542"/>
                    </a:cubicBezTo>
                    <a:cubicBezTo>
                      <a:pt x="224219" y="141542"/>
                      <a:pt x="152210" y="213455"/>
                      <a:pt x="152210" y="301943"/>
                    </a:cubicBezTo>
                    <a:cubicBezTo>
                      <a:pt x="152210" y="390430"/>
                      <a:pt x="224123" y="462344"/>
                      <a:pt x="312611" y="462344"/>
                    </a:cubicBezTo>
                    <a:cubicBezTo>
                      <a:pt x="401098" y="462344"/>
                      <a:pt x="473011" y="390430"/>
                      <a:pt x="473011" y="301943"/>
                    </a:cubicBezTo>
                    <a:close/>
                    <a:moveTo>
                      <a:pt x="596741" y="236411"/>
                    </a:moveTo>
                    <a:cubicBezTo>
                      <a:pt x="596741" y="224218"/>
                      <a:pt x="586835" y="214313"/>
                      <a:pt x="574643" y="214313"/>
                    </a:cubicBezTo>
                    <a:lnTo>
                      <a:pt x="479965" y="214313"/>
                    </a:lnTo>
                    <a:cubicBezTo>
                      <a:pt x="493776" y="240506"/>
                      <a:pt x="501682" y="270320"/>
                      <a:pt x="501682" y="301943"/>
                    </a:cubicBezTo>
                    <a:cubicBezTo>
                      <a:pt x="501682" y="333566"/>
                      <a:pt x="493776" y="363284"/>
                      <a:pt x="479965" y="389573"/>
                    </a:cubicBezTo>
                    <a:lnTo>
                      <a:pt x="574643" y="389573"/>
                    </a:lnTo>
                    <a:cubicBezTo>
                      <a:pt x="586835" y="389573"/>
                      <a:pt x="596741" y="379667"/>
                      <a:pt x="596741" y="367475"/>
                    </a:cubicBezTo>
                    <a:lnTo>
                      <a:pt x="596741" y="236506"/>
                    </a:lnTo>
                    <a:close/>
                    <a:moveTo>
                      <a:pt x="439388" y="26289"/>
                    </a:moveTo>
                    <a:cubicBezTo>
                      <a:pt x="439865" y="27432"/>
                      <a:pt x="440436" y="28575"/>
                      <a:pt x="441103" y="29623"/>
                    </a:cubicBezTo>
                    <a:cubicBezTo>
                      <a:pt x="441865" y="30671"/>
                      <a:pt x="442627" y="31623"/>
                      <a:pt x="443484" y="32480"/>
                    </a:cubicBezTo>
                    <a:cubicBezTo>
                      <a:pt x="447104" y="36005"/>
                      <a:pt x="451961" y="38100"/>
                      <a:pt x="457010" y="38100"/>
                    </a:cubicBezTo>
                    <a:cubicBezTo>
                      <a:pt x="458248" y="38100"/>
                      <a:pt x="459486" y="38100"/>
                      <a:pt x="460724" y="37719"/>
                    </a:cubicBezTo>
                    <a:cubicBezTo>
                      <a:pt x="461963" y="37433"/>
                      <a:pt x="463106" y="37148"/>
                      <a:pt x="464248" y="36576"/>
                    </a:cubicBezTo>
                    <a:cubicBezTo>
                      <a:pt x="465392" y="36195"/>
                      <a:pt x="466535" y="35528"/>
                      <a:pt x="467582" y="34862"/>
                    </a:cubicBezTo>
                    <a:cubicBezTo>
                      <a:pt x="468630" y="34195"/>
                      <a:pt x="469583" y="33338"/>
                      <a:pt x="470440" y="32480"/>
                    </a:cubicBezTo>
                    <a:cubicBezTo>
                      <a:pt x="473964" y="28956"/>
                      <a:pt x="476060" y="24003"/>
                      <a:pt x="476060" y="19050"/>
                    </a:cubicBezTo>
                    <a:cubicBezTo>
                      <a:pt x="476060" y="17812"/>
                      <a:pt x="476060" y="16573"/>
                      <a:pt x="475679" y="15335"/>
                    </a:cubicBezTo>
                    <a:cubicBezTo>
                      <a:pt x="475393" y="14097"/>
                      <a:pt x="475012" y="12859"/>
                      <a:pt x="474536" y="11716"/>
                    </a:cubicBezTo>
                    <a:cubicBezTo>
                      <a:pt x="474059" y="10573"/>
                      <a:pt x="473488" y="9525"/>
                      <a:pt x="472821" y="8477"/>
                    </a:cubicBezTo>
                    <a:cubicBezTo>
                      <a:pt x="472154" y="7430"/>
                      <a:pt x="471297" y="6477"/>
                      <a:pt x="470440" y="5524"/>
                    </a:cubicBezTo>
                    <a:cubicBezTo>
                      <a:pt x="469583" y="4667"/>
                      <a:pt x="468630" y="3905"/>
                      <a:pt x="467582" y="3239"/>
                    </a:cubicBezTo>
                    <a:cubicBezTo>
                      <a:pt x="466535" y="2477"/>
                      <a:pt x="465392" y="1905"/>
                      <a:pt x="464248" y="1429"/>
                    </a:cubicBezTo>
                    <a:cubicBezTo>
                      <a:pt x="463106" y="953"/>
                      <a:pt x="461963" y="572"/>
                      <a:pt x="460724" y="381"/>
                    </a:cubicBezTo>
                    <a:cubicBezTo>
                      <a:pt x="454533" y="-857"/>
                      <a:pt x="447961" y="1143"/>
                      <a:pt x="443484" y="5524"/>
                    </a:cubicBezTo>
                    <a:cubicBezTo>
                      <a:pt x="442627" y="6477"/>
                      <a:pt x="441865" y="7430"/>
                      <a:pt x="441103" y="8477"/>
                    </a:cubicBezTo>
                    <a:cubicBezTo>
                      <a:pt x="440436" y="9525"/>
                      <a:pt x="439865" y="10573"/>
                      <a:pt x="439388" y="11716"/>
                    </a:cubicBezTo>
                    <a:cubicBezTo>
                      <a:pt x="438912" y="12859"/>
                      <a:pt x="438531" y="14097"/>
                      <a:pt x="438340" y="15335"/>
                    </a:cubicBezTo>
                    <a:cubicBezTo>
                      <a:pt x="438055" y="16573"/>
                      <a:pt x="437960" y="17812"/>
                      <a:pt x="437960" y="19050"/>
                    </a:cubicBezTo>
                    <a:cubicBezTo>
                      <a:pt x="437960" y="20288"/>
                      <a:pt x="438055" y="21527"/>
                      <a:pt x="438340" y="22765"/>
                    </a:cubicBezTo>
                    <a:cubicBezTo>
                      <a:pt x="438531" y="24003"/>
                      <a:pt x="438912" y="25146"/>
                      <a:pt x="439388" y="26289"/>
                    </a:cubicBezTo>
                    <a:close/>
                    <a:moveTo>
                      <a:pt x="312706" y="38100"/>
                    </a:moveTo>
                    <a:lnTo>
                      <a:pt x="312801" y="38100"/>
                    </a:lnTo>
                    <a:cubicBezTo>
                      <a:pt x="323279" y="38100"/>
                      <a:pt x="331756" y="29528"/>
                      <a:pt x="331756" y="19050"/>
                    </a:cubicBezTo>
                    <a:cubicBezTo>
                      <a:pt x="331756" y="8573"/>
                      <a:pt x="323183" y="0"/>
                      <a:pt x="312706" y="0"/>
                    </a:cubicBezTo>
                    <a:cubicBezTo>
                      <a:pt x="302228" y="0"/>
                      <a:pt x="293656" y="8573"/>
                      <a:pt x="293656" y="19050"/>
                    </a:cubicBezTo>
                    <a:cubicBezTo>
                      <a:pt x="293656" y="29528"/>
                      <a:pt x="302228" y="38100"/>
                      <a:pt x="312706" y="38100"/>
                    </a:cubicBezTo>
                    <a:close/>
                    <a:moveTo>
                      <a:pt x="384810" y="38100"/>
                    </a:moveTo>
                    <a:lnTo>
                      <a:pt x="384905" y="38100"/>
                    </a:lnTo>
                    <a:cubicBezTo>
                      <a:pt x="395383" y="38100"/>
                      <a:pt x="403860" y="29528"/>
                      <a:pt x="403860" y="19050"/>
                    </a:cubicBezTo>
                    <a:cubicBezTo>
                      <a:pt x="403860" y="8573"/>
                      <a:pt x="395288" y="0"/>
                      <a:pt x="384810" y="0"/>
                    </a:cubicBezTo>
                    <a:cubicBezTo>
                      <a:pt x="374333" y="0"/>
                      <a:pt x="365760" y="8573"/>
                      <a:pt x="365760" y="19050"/>
                    </a:cubicBezTo>
                    <a:cubicBezTo>
                      <a:pt x="365760" y="29528"/>
                      <a:pt x="374333" y="38100"/>
                      <a:pt x="384810" y="38100"/>
                    </a:cubicBezTo>
                    <a:close/>
                    <a:moveTo>
                      <a:pt x="240506" y="38100"/>
                    </a:moveTo>
                    <a:lnTo>
                      <a:pt x="240601" y="38100"/>
                    </a:lnTo>
                    <a:cubicBezTo>
                      <a:pt x="251079" y="38100"/>
                      <a:pt x="259651" y="29528"/>
                      <a:pt x="259651" y="19050"/>
                    </a:cubicBezTo>
                    <a:cubicBezTo>
                      <a:pt x="259651" y="8573"/>
                      <a:pt x="251079" y="0"/>
                      <a:pt x="240506" y="0"/>
                    </a:cubicBezTo>
                    <a:cubicBezTo>
                      <a:pt x="229934" y="0"/>
                      <a:pt x="221456" y="8573"/>
                      <a:pt x="221456" y="19050"/>
                    </a:cubicBezTo>
                    <a:cubicBezTo>
                      <a:pt x="221456" y="29528"/>
                      <a:pt x="230029" y="38100"/>
                      <a:pt x="240506" y="38100"/>
                    </a:cubicBezTo>
                    <a:close/>
                    <a:moveTo>
                      <a:pt x="168402" y="38100"/>
                    </a:moveTo>
                    <a:cubicBezTo>
                      <a:pt x="169545" y="38100"/>
                      <a:pt x="170878" y="38100"/>
                      <a:pt x="172117" y="37719"/>
                    </a:cubicBezTo>
                    <a:cubicBezTo>
                      <a:pt x="173260" y="37433"/>
                      <a:pt x="174498" y="37148"/>
                      <a:pt x="175641" y="36671"/>
                    </a:cubicBezTo>
                    <a:cubicBezTo>
                      <a:pt x="176784" y="36195"/>
                      <a:pt x="177927" y="35528"/>
                      <a:pt x="178879" y="34862"/>
                    </a:cubicBezTo>
                    <a:cubicBezTo>
                      <a:pt x="179927" y="34195"/>
                      <a:pt x="180975" y="33338"/>
                      <a:pt x="181832" y="32480"/>
                    </a:cubicBezTo>
                    <a:cubicBezTo>
                      <a:pt x="185356" y="28956"/>
                      <a:pt x="187452" y="24003"/>
                      <a:pt x="187452" y="19050"/>
                    </a:cubicBezTo>
                    <a:cubicBezTo>
                      <a:pt x="187452" y="17812"/>
                      <a:pt x="187262" y="16573"/>
                      <a:pt x="186976" y="15335"/>
                    </a:cubicBezTo>
                    <a:cubicBezTo>
                      <a:pt x="186785" y="14097"/>
                      <a:pt x="186404" y="12859"/>
                      <a:pt x="185928" y="11716"/>
                    </a:cubicBezTo>
                    <a:cubicBezTo>
                      <a:pt x="185452" y="10573"/>
                      <a:pt x="184880" y="9525"/>
                      <a:pt x="184214" y="8477"/>
                    </a:cubicBezTo>
                    <a:cubicBezTo>
                      <a:pt x="183451" y="7430"/>
                      <a:pt x="182690" y="6382"/>
                      <a:pt x="181832" y="5524"/>
                    </a:cubicBezTo>
                    <a:cubicBezTo>
                      <a:pt x="180975" y="4667"/>
                      <a:pt x="179927" y="3905"/>
                      <a:pt x="178879" y="3143"/>
                    </a:cubicBezTo>
                    <a:cubicBezTo>
                      <a:pt x="177927" y="2477"/>
                      <a:pt x="176784" y="1905"/>
                      <a:pt x="175641" y="1429"/>
                    </a:cubicBezTo>
                    <a:cubicBezTo>
                      <a:pt x="174498" y="953"/>
                      <a:pt x="173260" y="572"/>
                      <a:pt x="172117" y="381"/>
                    </a:cubicBezTo>
                    <a:cubicBezTo>
                      <a:pt x="169640" y="-95"/>
                      <a:pt x="167069" y="-95"/>
                      <a:pt x="164592" y="381"/>
                    </a:cubicBezTo>
                    <a:cubicBezTo>
                      <a:pt x="163449" y="572"/>
                      <a:pt x="162211" y="953"/>
                      <a:pt x="161068" y="1429"/>
                    </a:cubicBezTo>
                    <a:cubicBezTo>
                      <a:pt x="159925" y="1905"/>
                      <a:pt x="158782" y="2477"/>
                      <a:pt x="157734" y="3143"/>
                    </a:cubicBezTo>
                    <a:cubicBezTo>
                      <a:pt x="156781" y="3905"/>
                      <a:pt x="155734" y="4667"/>
                      <a:pt x="154876" y="5524"/>
                    </a:cubicBezTo>
                    <a:cubicBezTo>
                      <a:pt x="154019" y="6382"/>
                      <a:pt x="153257" y="7430"/>
                      <a:pt x="152495" y="8477"/>
                    </a:cubicBezTo>
                    <a:cubicBezTo>
                      <a:pt x="151828" y="9525"/>
                      <a:pt x="151257" y="10573"/>
                      <a:pt x="150781" y="11716"/>
                    </a:cubicBezTo>
                    <a:cubicBezTo>
                      <a:pt x="150304" y="12859"/>
                      <a:pt x="149923" y="14097"/>
                      <a:pt x="149638" y="15335"/>
                    </a:cubicBezTo>
                    <a:cubicBezTo>
                      <a:pt x="149447" y="16573"/>
                      <a:pt x="149257" y="17812"/>
                      <a:pt x="149257" y="19050"/>
                    </a:cubicBezTo>
                    <a:cubicBezTo>
                      <a:pt x="149257" y="24003"/>
                      <a:pt x="151352" y="28956"/>
                      <a:pt x="154876" y="32480"/>
                    </a:cubicBezTo>
                    <a:cubicBezTo>
                      <a:pt x="158401" y="36100"/>
                      <a:pt x="163354" y="38100"/>
                      <a:pt x="168402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Clr>
                    <a:srgbClr val="FFFFFF"/>
                  </a:buClr>
                  <a:buSzPts val="1100"/>
                </a:pPr>
                <a:endParaRPr sz="1467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81" name="Google Shape;430;p36">
              <a:extLst>
                <a:ext uri="{FF2B5EF4-FFF2-40B4-BE49-F238E27FC236}">
                  <a16:creationId xmlns:a16="http://schemas.microsoft.com/office/drawing/2014/main" id="{F178AF4B-52B1-28BC-C33F-F33B830254EA}"/>
                </a:ext>
              </a:extLst>
            </p:cNvPr>
            <p:cNvSpPr/>
            <p:nvPr/>
          </p:nvSpPr>
          <p:spPr>
            <a:xfrm>
              <a:off x="6594311" y="4650001"/>
              <a:ext cx="806700" cy="451500"/>
            </a:xfrm>
            <a:prstGeom prst="roundRect">
              <a:avLst>
                <a:gd name="adj" fmla="val 8755"/>
              </a:avLst>
            </a:prstGeom>
            <a:solidFill>
              <a:srgbClr val="1449AC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00" tIns="45667" rIns="91400" bIns="45667" anchor="ctr" anchorCtr="0">
              <a:noAutofit/>
            </a:bodyPr>
            <a:lstStyle/>
            <a:p>
              <a:pPr algn="ctr" defTabSz="1219170">
                <a:buClr>
                  <a:srgbClr val="FFFFFF"/>
                </a:buClr>
                <a:buSzPts val="1400"/>
              </a:pPr>
              <a:endParaRPr sz="1867">
                <a:solidFill>
                  <a:srgbClr val="FFFFFF"/>
                </a:solidFill>
              </a:endParaRPr>
            </a:p>
          </p:txBody>
        </p:sp>
        <p:grpSp>
          <p:nvGrpSpPr>
            <p:cNvPr id="82" name="Google Shape;431;p36">
              <a:extLst>
                <a:ext uri="{FF2B5EF4-FFF2-40B4-BE49-F238E27FC236}">
                  <a16:creationId xmlns:a16="http://schemas.microsoft.com/office/drawing/2014/main" id="{BFFBB476-2DDA-0685-5FDF-E5293135A686}"/>
                </a:ext>
              </a:extLst>
            </p:cNvPr>
            <p:cNvGrpSpPr/>
            <p:nvPr/>
          </p:nvGrpSpPr>
          <p:grpSpPr>
            <a:xfrm>
              <a:off x="6651147" y="4721045"/>
              <a:ext cx="308400" cy="308700"/>
              <a:chOff x="6747306" y="3845128"/>
              <a:chExt cx="308400" cy="308700"/>
            </a:xfrm>
          </p:grpSpPr>
          <p:sp>
            <p:nvSpPr>
              <p:cNvPr id="89" name="Google Shape;412;p36">
                <a:extLst>
                  <a:ext uri="{FF2B5EF4-FFF2-40B4-BE49-F238E27FC236}">
                    <a16:creationId xmlns:a16="http://schemas.microsoft.com/office/drawing/2014/main" id="{6E4C2CFF-E813-64ED-AACE-D8F78C102CA0}"/>
                  </a:ext>
                </a:extLst>
              </p:cNvPr>
              <p:cNvSpPr/>
              <p:nvPr/>
            </p:nvSpPr>
            <p:spPr>
              <a:xfrm>
                <a:off x="6747306" y="3845128"/>
                <a:ext cx="308400" cy="308700"/>
              </a:xfrm>
              <a:prstGeom prst="ellipse">
                <a:avLst/>
              </a:prstGeom>
              <a:solidFill>
                <a:srgbClr val="246CF7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Clr>
                    <a:srgbClr val="FFFFFF"/>
                  </a:buClr>
                  <a:buSzPts val="1400"/>
                </a:pPr>
                <a:endParaRPr sz="1867" b="1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Google Shape;432;p36">
                <a:extLst>
                  <a:ext uri="{FF2B5EF4-FFF2-40B4-BE49-F238E27FC236}">
                    <a16:creationId xmlns:a16="http://schemas.microsoft.com/office/drawing/2014/main" id="{43025712-931A-19C2-1DCB-5A3083CA4721}"/>
                  </a:ext>
                </a:extLst>
              </p:cNvPr>
              <p:cNvSpPr/>
              <p:nvPr/>
            </p:nvSpPr>
            <p:spPr>
              <a:xfrm>
                <a:off x="6835380" y="3924091"/>
                <a:ext cx="129386" cy="150736"/>
              </a:xfrm>
              <a:custGeom>
                <a:avLst/>
                <a:gdLst/>
                <a:ahLst/>
                <a:cxnLst/>
                <a:rect l="l" t="t" r="r" b="b"/>
                <a:pathLst>
                  <a:path w="434911" h="519779" extrusionOk="0">
                    <a:moveTo>
                      <a:pt x="362522" y="144780"/>
                    </a:moveTo>
                    <a:lnTo>
                      <a:pt x="72390" y="144780"/>
                    </a:lnTo>
                    <a:cubicBezTo>
                      <a:pt x="32480" y="144780"/>
                      <a:pt x="0" y="112300"/>
                      <a:pt x="0" y="72390"/>
                    </a:cubicBezTo>
                    <a:cubicBezTo>
                      <a:pt x="0" y="32480"/>
                      <a:pt x="32480" y="0"/>
                      <a:pt x="72390" y="0"/>
                    </a:cubicBezTo>
                    <a:lnTo>
                      <a:pt x="362522" y="0"/>
                    </a:lnTo>
                    <a:cubicBezTo>
                      <a:pt x="402431" y="0"/>
                      <a:pt x="434912" y="32480"/>
                      <a:pt x="434912" y="72390"/>
                    </a:cubicBezTo>
                    <a:cubicBezTo>
                      <a:pt x="434912" y="112300"/>
                      <a:pt x="402431" y="144780"/>
                      <a:pt x="362522" y="144780"/>
                    </a:cubicBezTo>
                    <a:close/>
                    <a:moveTo>
                      <a:pt x="72390" y="28575"/>
                    </a:moveTo>
                    <a:cubicBezTo>
                      <a:pt x="48197" y="28575"/>
                      <a:pt x="28575" y="48196"/>
                      <a:pt x="28575" y="72390"/>
                    </a:cubicBezTo>
                    <a:cubicBezTo>
                      <a:pt x="28575" y="96583"/>
                      <a:pt x="48197" y="116205"/>
                      <a:pt x="72390" y="116205"/>
                    </a:cubicBezTo>
                    <a:lnTo>
                      <a:pt x="362522" y="116205"/>
                    </a:lnTo>
                    <a:cubicBezTo>
                      <a:pt x="386715" y="116205"/>
                      <a:pt x="406337" y="96583"/>
                      <a:pt x="406337" y="72390"/>
                    </a:cubicBezTo>
                    <a:cubicBezTo>
                      <a:pt x="406337" y="48196"/>
                      <a:pt x="386715" y="28575"/>
                      <a:pt x="362522" y="28575"/>
                    </a:cubicBezTo>
                    <a:lnTo>
                      <a:pt x="72390" y="28575"/>
                    </a:lnTo>
                    <a:close/>
                    <a:moveTo>
                      <a:pt x="362522" y="519779"/>
                    </a:moveTo>
                    <a:lnTo>
                      <a:pt x="72390" y="519779"/>
                    </a:lnTo>
                    <a:cubicBezTo>
                      <a:pt x="32480" y="519779"/>
                      <a:pt x="0" y="487299"/>
                      <a:pt x="0" y="447389"/>
                    </a:cubicBezTo>
                    <a:cubicBezTo>
                      <a:pt x="0" y="407480"/>
                      <a:pt x="32480" y="374999"/>
                      <a:pt x="72390" y="374999"/>
                    </a:cubicBezTo>
                    <a:lnTo>
                      <a:pt x="362522" y="374999"/>
                    </a:lnTo>
                    <a:cubicBezTo>
                      <a:pt x="402431" y="374999"/>
                      <a:pt x="434912" y="407480"/>
                      <a:pt x="434912" y="447389"/>
                    </a:cubicBezTo>
                    <a:cubicBezTo>
                      <a:pt x="434912" y="487299"/>
                      <a:pt x="402431" y="519779"/>
                      <a:pt x="362522" y="519779"/>
                    </a:cubicBezTo>
                    <a:close/>
                    <a:moveTo>
                      <a:pt x="72390" y="403574"/>
                    </a:moveTo>
                    <a:cubicBezTo>
                      <a:pt x="48197" y="403574"/>
                      <a:pt x="28575" y="423196"/>
                      <a:pt x="28575" y="447389"/>
                    </a:cubicBezTo>
                    <a:cubicBezTo>
                      <a:pt x="28575" y="471583"/>
                      <a:pt x="48197" y="491204"/>
                      <a:pt x="72390" y="491204"/>
                    </a:cubicBezTo>
                    <a:lnTo>
                      <a:pt x="362522" y="491204"/>
                    </a:lnTo>
                    <a:cubicBezTo>
                      <a:pt x="386715" y="491204"/>
                      <a:pt x="406337" y="471583"/>
                      <a:pt x="406337" y="447389"/>
                    </a:cubicBezTo>
                    <a:cubicBezTo>
                      <a:pt x="406337" y="423196"/>
                      <a:pt x="386715" y="403574"/>
                      <a:pt x="362522" y="403574"/>
                    </a:cubicBezTo>
                    <a:lnTo>
                      <a:pt x="72390" y="403574"/>
                    </a:lnTo>
                    <a:close/>
                    <a:moveTo>
                      <a:pt x="362522" y="332327"/>
                    </a:moveTo>
                    <a:lnTo>
                      <a:pt x="72390" y="332327"/>
                    </a:lnTo>
                    <a:cubicBezTo>
                      <a:pt x="32480" y="332327"/>
                      <a:pt x="0" y="299847"/>
                      <a:pt x="0" y="259937"/>
                    </a:cubicBezTo>
                    <a:cubicBezTo>
                      <a:pt x="0" y="220027"/>
                      <a:pt x="32480" y="187547"/>
                      <a:pt x="72390" y="187547"/>
                    </a:cubicBezTo>
                    <a:lnTo>
                      <a:pt x="362522" y="187547"/>
                    </a:lnTo>
                    <a:cubicBezTo>
                      <a:pt x="402431" y="187547"/>
                      <a:pt x="434912" y="220027"/>
                      <a:pt x="434912" y="259937"/>
                    </a:cubicBezTo>
                    <a:cubicBezTo>
                      <a:pt x="434912" y="299847"/>
                      <a:pt x="402431" y="332327"/>
                      <a:pt x="362522" y="332327"/>
                    </a:cubicBezTo>
                    <a:close/>
                    <a:moveTo>
                      <a:pt x="72390" y="216122"/>
                    </a:moveTo>
                    <a:cubicBezTo>
                      <a:pt x="48197" y="216122"/>
                      <a:pt x="28575" y="235744"/>
                      <a:pt x="28575" y="259937"/>
                    </a:cubicBezTo>
                    <a:cubicBezTo>
                      <a:pt x="28575" y="284131"/>
                      <a:pt x="48197" y="303752"/>
                      <a:pt x="72390" y="303752"/>
                    </a:cubicBezTo>
                    <a:lnTo>
                      <a:pt x="362522" y="303752"/>
                    </a:lnTo>
                    <a:cubicBezTo>
                      <a:pt x="386715" y="303752"/>
                      <a:pt x="406337" y="284131"/>
                      <a:pt x="406337" y="259937"/>
                    </a:cubicBezTo>
                    <a:cubicBezTo>
                      <a:pt x="406337" y="235744"/>
                      <a:pt x="386715" y="216122"/>
                      <a:pt x="362522" y="216122"/>
                    </a:cubicBezTo>
                    <a:lnTo>
                      <a:pt x="72390" y="216122"/>
                    </a:lnTo>
                    <a:close/>
                    <a:moveTo>
                      <a:pt x="99346" y="53435"/>
                    </a:moveTo>
                    <a:cubicBezTo>
                      <a:pt x="88868" y="53435"/>
                      <a:pt x="80296" y="62008"/>
                      <a:pt x="80296" y="72485"/>
                    </a:cubicBezTo>
                    <a:cubicBezTo>
                      <a:pt x="80296" y="82963"/>
                      <a:pt x="88868" y="91535"/>
                      <a:pt x="99346" y="91535"/>
                    </a:cubicBezTo>
                    <a:cubicBezTo>
                      <a:pt x="109823" y="91535"/>
                      <a:pt x="118396" y="82963"/>
                      <a:pt x="118396" y="72485"/>
                    </a:cubicBezTo>
                    <a:cubicBezTo>
                      <a:pt x="118396" y="62008"/>
                      <a:pt x="109823" y="53435"/>
                      <a:pt x="99346" y="53435"/>
                    </a:cubicBezTo>
                    <a:close/>
                    <a:moveTo>
                      <a:pt x="99346" y="240887"/>
                    </a:moveTo>
                    <a:cubicBezTo>
                      <a:pt x="88868" y="240887"/>
                      <a:pt x="80296" y="249460"/>
                      <a:pt x="80296" y="259937"/>
                    </a:cubicBezTo>
                    <a:cubicBezTo>
                      <a:pt x="80296" y="270415"/>
                      <a:pt x="88868" y="278987"/>
                      <a:pt x="99346" y="278987"/>
                    </a:cubicBezTo>
                    <a:cubicBezTo>
                      <a:pt x="109823" y="278987"/>
                      <a:pt x="118396" y="270415"/>
                      <a:pt x="118396" y="259937"/>
                    </a:cubicBezTo>
                    <a:cubicBezTo>
                      <a:pt x="118396" y="249460"/>
                      <a:pt x="109823" y="240887"/>
                      <a:pt x="99346" y="240887"/>
                    </a:cubicBezTo>
                    <a:close/>
                    <a:moveTo>
                      <a:pt x="99346" y="428339"/>
                    </a:moveTo>
                    <a:cubicBezTo>
                      <a:pt x="88868" y="428339"/>
                      <a:pt x="80296" y="436912"/>
                      <a:pt x="80296" y="447389"/>
                    </a:cubicBezTo>
                    <a:cubicBezTo>
                      <a:pt x="80296" y="457867"/>
                      <a:pt x="88868" y="466439"/>
                      <a:pt x="99346" y="466439"/>
                    </a:cubicBezTo>
                    <a:cubicBezTo>
                      <a:pt x="109823" y="466439"/>
                      <a:pt x="118396" y="457867"/>
                      <a:pt x="118396" y="447389"/>
                    </a:cubicBezTo>
                    <a:cubicBezTo>
                      <a:pt x="118396" y="436912"/>
                      <a:pt x="109823" y="428339"/>
                      <a:pt x="99346" y="428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Clr>
                    <a:srgbClr val="FFFFFF"/>
                  </a:buClr>
                  <a:buSzPts val="1100"/>
                </a:pPr>
                <a:endParaRPr sz="1467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83" name="Google Shape;433;p36">
              <a:extLst>
                <a:ext uri="{FF2B5EF4-FFF2-40B4-BE49-F238E27FC236}">
                  <a16:creationId xmlns:a16="http://schemas.microsoft.com/office/drawing/2014/main" id="{842DE309-294C-7CAA-AB67-0463BD5BD673}"/>
                </a:ext>
              </a:extLst>
            </p:cNvPr>
            <p:cNvGrpSpPr/>
            <p:nvPr/>
          </p:nvGrpSpPr>
          <p:grpSpPr>
            <a:xfrm>
              <a:off x="7013099" y="4720653"/>
              <a:ext cx="308400" cy="308700"/>
              <a:chOff x="6746837" y="4252917"/>
              <a:chExt cx="308400" cy="308700"/>
            </a:xfrm>
          </p:grpSpPr>
          <p:sp>
            <p:nvSpPr>
              <p:cNvPr id="87" name="Google Shape;407;p36">
                <a:extLst>
                  <a:ext uri="{FF2B5EF4-FFF2-40B4-BE49-F238E27FC236}">
                    <a16:creationId xmlns:a16="http://schemas.microsoft.com/office/drawing/2014/main" id="{1B20A485-25A9-FAF5-C0DD-32E0BE9DA6CD}"/>
                  </a:ext>
                </a:extLst>
              </p:cNvPr>
              <p:cNvSpPr/>
              <p:nvPr/>
            </p:nvSpPr>
            <p:spPr>
              <a:xfrm>
                <a:off x="6746837" y="4252917"/>
                <a:ext cx="308400" cy="308700"/>
              </a:xfrm>
              <a:prstGeom prst="ellipse">
                <a:avLst/>
              </a:prstGeom>
              <a:solidFill>
                <a:srgbClr val="246CF7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Clr>
                    <a:srgbClr val="FFFFFF"/>
                  </a:buClr>
                  <a:buSzPts val="1400"/>
                </a:pPr>
                <a:endParaRPr sz="1867" b="1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Google Shape;434;p36">
                <a:extLst>
                  <a:ext uri="{FF2B5EF4-FFF2-40B4-BE49-F238E27FC236}">
                    <a16:creationId xmlns:a16="http://schemas.microsoft.com/office/drawing/2014/main" id="{A06620E3-DE67-34C8-023F-7098043C7C1B}"/>
                  </a:ext>
                </a:extLst>
              </p:cNvPr>
              <p:cNvSpPr/>
              <p:nvPr/>
            </p:nvSpPr>
            <p:spPr>
              <a:xfrm>
                <a:off x="6835950" y="4331293"/>
                <a:ext cx="129386" cy="150736"/>
              </a:xfrm>
              <a:custGeom>
                <a:avLst/>
                <a:gdLst/>
                <a:ahLst/>
                <a:cxnLst/>
                <a:rect l="l" t="t" r="r" b="b"/>
                <a:pathLst>
                  <a:path w="434911" h="519779" extrusionOk="0">
                    <a:moveTo>
                      <a:pt x="362522" y="144780"/>
                    </a:moveTo>
                    <a:lnTo>
                      <a:pt x="72390" y="144780"/>
                    </a:lnTo>
                    <a:cubicBezTo>
                      <a:pt x="32480" y="144780"/>
                      <a:pt x="0" y="112300"/>
                      <a:pt x="0" y="72390"/>
                    </a:cubicBezTo>
                    <a:cubicBezTo>
                      <a:pt x="0" y="32480"/>
                      <a:pt x="32480" y="0"/>
                      <a:pt x="72390" y="0"/>
                    </a:cubicBezTo>
                    <a:lnTo>
                      <a:pt x="362522" y="0"/>
                    </a:lnTo>
                    <a:cubicBezTo>
                      <a:pt x="402431" y="0"/>
                      <a:pt x="434912" y="32480"/>
                      <a:pt x="434912" y="72390"/>
                    </a:cubicBezTo>
                    <a:cubicBezTo>
                      <a:pt x="434912" y="112300"/>
                      <a:pt x="402431" y="144780"/>
                      <a:pt x="362522" y="144780"/>
                    </a:cubicBezTo>
                    <a:close/>
                    <a:moveTo>
                      <a:pt x="72390" y="28575"/>
                    </a:moveTo>
                    <a:cubicBezTo>
                      <a:pt x="48197" y="28575"/>
                      <a:pt x="28575" y="48196"/>
                      <a:pt x="28575" y="72390"/>
                    </a:cubicBezTo>
                    <a:cubicBezTo>
                      <a:pt x="28575" y="96583"/>
                      <a:pt x="48197" y="116205"/>
                      <a:pt x="72390" y="116205"/>
                    </a:cubicBezTo>
                    <a:lnTo>
                      <a:pt x="362522" y="116205"/>
                    </a:lnTo>
                    <a:cubicBezTo>
                      <a:pt x="386715" y="116205"/>
                      <a:pt x="406337" y="96583"/>
                      <a:pt x="406337" y="72390"/>
                    </a:cubicBezTo>
                    <a:cubicBezTo>
                      <a:pt x="406337" y="48196"/>
                      <a:pt x="386715" y="28575"/>
                      <a:pt x="362522" y="28575"/>
                    </a:cubicBezTo>
                    <a:lnTo>
                      <a:pt x="72390" y="28575"/>
                    </a:lnTo>
                    <a:close/>
                    <a:moveTo>
                      <a:pt x="362522" y="519779"/>
                    </a:moveTo>
                    <a:lnTo>
                      <a:pt x="72390" y="519779"/>
                    </a:lnTo>
                    <a:cubicBezTo>
                      <a:pt x="32480" y="519779"/>
                      <a:pt x="0" y="487299"/>
                      <a:pt x="0" y="447389"/>
                    </a:cubicBezTo>
                    <a:cubicBezTo>
                      <a:pt x="0" y="407480"/>
                      <a:pt x="32480" y="374999"/>
                      <a:pt x="72390" y="374999"/>
                    </a:cubicBezTo>
                    <a:lnTo>
                      <a:pt x="362522" y="374999"/>
                    </a:lnTo>
                    <a:cubicBezTo>
                      <a:pt x="402431" y="374999"/>
                      <a:pt x="434912" y="407480"/>
                      <a:pt x="434912" y="447389"/>
                    </a:cubicBezTo>
                    <a:cubicBezTo>
                      <a:pt x="434912" y="487299"/>
                      <a:pt x="402431" y="519779"/>
                      <a:pt x="362522" y="519779"/>
                    </a:cubicBezTo>
                    <a:close/>
                    <a:moveTo>
                      <a:pt x="72390" y="403574"/>
                    </a:moveTo>
                    <a:cubicBezTo>
                      <a:pt x="48197" y="403574"/>
                      <a:pt x="28575" y="423196"/>
                      <a:pt x="28575" y="447389"/>
                    </a:cubicBezTo>
                    <a:cubicBezTo>
                      <a:pt x="28575" y="471583"/>
                      <a:pt x="48197" y="491204"/>
                      <a:pt x="72390" y="491204"/>
                    </a:cubicBezTo>
                    <a:lnTo>
                      <a:pt x="362522" y="491204"/>
                    </a:lnTo>
                    <a:cubicBezTo>
                      <a:pt x="386715" y="491204"/>
                      <a:pt x="406337" y="471583"/>
                      <a:pt x="406337" y="447389"/>
                    </a:cubicBezTo>
                    <a:cubicBezTo>
                      <a:pt x="406337" y="423196"/>
                      <a:pt x="386715" y="403574"/>
                      <a:pt x="362522" y="403574"/>
                    </a:cubicBezTo>
                    <a:lnTo>
                      <a:pt x="72390" y="403574"/>
                    </a:lnTo>
                    <a:close/>
                    <a:moveTo>
                      <a:pt x="362522" y="332327"/>
                    </a:moveTo>
                    <a:lnTo>
                      <a:pt x="72390" y="332327"/>
                    </a:lnTo>
                    <a:cubicBezTo>
                      <a:pt x="32480" y="332327"/>
                      <a:pt x="0" y="299847"/>
                      <a:pt x="0" y="259937"/>
                    </a:cubicBezTo>
                    <a:cubicBezTo>
                      <a:pt x="0" y="220027"/>
                      <a:pt x="32480" y="187547"/>
                      <a:pt x="72390" y="187547"/>
                    </a:cubicBezTo>
                    <a:lnTo>
                      <a:pt x="362522" y="187547"/>
                    </a:lnTo>
                    <a:cubicBezTo>
                      <a:pt x="402431" y="187547"/>
                      <a:pt x="434912" y="220027"/>
                      <a:pt x="434912" y="259937"/>
                    </a:cubicBezTo>
                    <a:cubicBezTo>
                      <a:pt x="434912" y="299847"/>
                      <a:pt x="402431" y="332327"/>
                      <a:pt x="362522" y="332327"/>
                    </a:cubicBezTo>
                    <a:close/>
                    <a:moveTo>
                      <a:pt x="72390" y="216122"/>
                    </a:moveTo>
                    <a:cubicBezTo>
                      <a:pt x="48197" y="216122"/>
                      <a:pt x="28575" y="235744"/>
                      <a:pt x="28575" y="259937"/>
                    </a:cubicBezTo>
                    <a:cubicBezTo>
                      <a:pt x="28575" y="284131"/>
                      <a:pt x="48197" y="303752"/>
                      <a:pt x="72390" y="303752"/>
                    </a:cubicBezTo>
                    <a:lnTo>
                      <a:pt x="362522" y="303752"/>
                    </a:lnTo>
                    <a:cubicBezTo>
                      <a:pt x="386715" y="303752"/>
                      <a:pt x="406337" y="284131"/>
                      <a:pt x="406337" y="259937"/>
                    </a:cubicBezTo>
                    <a:cubicBezTo>
                      <a:pt x="406337" y="235744"/>
                      <a:pt x="386715" y="216122"/>
                      <a:pt x="362522" y="216122"/>
                    </a:cubicBezTo>
                    <a:lnTo>
                      <a:pt x="72390" y="216122"/>
                    </a:lnTo>
                    <a:close/>
                    <a:moveTo>
                      <a:pt x="99346" y="53435"/>
                    </a:moveTo>
                    <a:cubicBezTo>
                      <a:pt x="88868" y="53435"/>
                      <a:pt x="80296" y="62008"/>
                      <a:pt x="80296" y="72485"/>
                    </a:cubicBezTo>
                    <a:cubicBezTo>
                      <a:pt x="80296" y="82963"/>
                      <a:pt x="88868" y="91535"/>
                      <a:pt x="99346" y="91535"/>
                    </a:cubicBezTo>
                    <a:cubicBezTo>
                      <a:pt x="109823" y="91535"/>
                      <a:pt x="118396" y="82963"/>
                      <a:pt x="118396" y="72485"/>
                    </a:cubicBezTo>
                    <a:cubicBezTo>
                      <a:pt x="118396" y="62008"/>
                      <a:pt x="109823" y="53435"/>
                      <a:pt x="99346" y="53435"/>
                    </a:cubicBezTo>
                    <a:close/>
                    <a:moveTo>
                      <a:pt x="99346" y="240887"/>
                    </a:moveTo>
                    <a:cubicBezTo>
                      <a:pt x="88868" y="240887"/>
                      <a:pt x="80296" y="249460"/>
                      <a:pt x="80296" y="259937"/>
                    </a:cubicBezTo>
                    <a:cubicBezTo>
                      <a:pt x="80296" y="270415"/>
                      <a:pt x="88868" y="278987"/>
                      <a:pt x="99346" y="278987"/>
                    </a:cubicBezTo>
                    <a:cubicBezTo>
                      <a:pt x="109823" y="278987"/>
                      <a:pt x="118396" y="270415"/>
                      <a:pt x="118396" y="259937"/>
                    </a:cubicBezTo>
                    <a:cubicBezTo>
                      <a:pt x="118396" y="249460"/>
                      <a:pt x="109823" y="240887"/>
                      <a:pt x="99346" y="240887"/>
                    </a:cubicBezTo>
                    <a:close/>
                    <a:moveTo>
                      <a:pt x="99346" y="428339"/>
                    </a:moveTo>
                    <a:cubicBezTo>
                      <a:pt x="88868" y="428339"/>
                      <a:pt x="80296" y="436912"/>
                      <a:pt x="80296" y="447389"/>
                    </a:cubicBezTo>
                    <a:cubicBezTo>
                      <a:pt x="80296" y="457867"/>
                      <a:pt x="88868" y="466439"/>
                      <a:pt x="99346" y="466439"/>
                    </a:cubicBezTo>
                    <a:cubicBezTo>
                      <a:pt x="109823" y="466439"/>
                      <a:pt x="118396" y="457867"/>
                      <a:pt x="118396" y="447389"/>
                    </a:cubicBezTo>
                    <a:cubicBezTo>
                      <a:pt x="118396" y="436912"/>
                      <a:pt x="109823" y="428339"/>
                      <a:pt x="99346" y="428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00" tIns="45667" rIns="91400" bIns="45667" anchor="ctr" anchorCtr="0">
                <a:noAutofit/>
              </a:bodyPr>
              <a:lstStyle/>
              <a:p>
                <a:pPr defTabSz="1219170">
                  <a:buClr>
                    <a:srgbClr val="FFFFFF"/>
                  </a:buClr>
                  <a:buSzPts val="1100"/>
                </a:pPr>
                <a:endParaRPr sz="1467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84" name="Google Shape;435;p36">
              <a:extLst>
                <a:ext uri="{FF2B5EF4-FFF2-40B4-BE49-F238E27FC236}">
                  <a16:creationId xmlns:a16="http://schemas.microsoft.com/office/drawing/2014/main" id="{C3407824-B8F3-ED51-D136-6F16BDDB6BB0}"/>
                </a:ext>
              </a:extLst>
            </p:cNvPr>
            <p:cNvSpPr txBox="1"/>
            <p:nvPr/>
          </p:nvSpPr>
          <p:spPr>
            <a:xfrm>
              <a:off x="6656439" y="5112128"/>
              <a:ext cx="629100" cy="21535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67" rIns="91400" bIns="45667" anchor="t" anchorCtr="0">
              <a:spAutoFit/>
            </a:bodyPr>
            <a:lstStyle/>
            <a:p>
              <a:pPr marL="16933" algn="ctr" defTabSz="1219170">
                <a:buClr>
                  <a:srgbClr val="061F48"/>
                </a:buClr>
                <a:buSzPts val="900"/>
              </a:pPr>
              <a:r>
                <a:rPr lang="en" sz="800" b="1">
                  <a:solidFill>
                    <a:srgbClr val="FFFFFF"/>
                  </a:solidFill>
                  <a:ea typeface="Century Gothic"/>
                  <a:cs typeface="Century Gothic"/>
                  <a:sym typeface="Century Gothic"/>
                </a:rPr>
                <a:t>Servers</a:t>
              </a:r>
              <a:endParaRPr sz="1867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85" name="Google Shape;436;p36">
              <a:extLst>
                <a:ext uri="{FF2B5EF4-FFF2-40B4-BE49-F238E27FC236}">
                  <a16:creationId xmlns:a16="http://schemas.microsoft.com/office/drawing/2014/main" id="{A96B9E6D-9DC0-B1E2-60D6-57AAD8C81991}"/>
                </a:ext>
              </a:extLst>
            </p:cNvPr>
            <p:cNvSpPr txBox="1"/>
            <p:nvPr/>
          </p:nvSpPr>
          <p:spPr>
            <a:xfrm>
              <a:off x="4983447" y="5112854"/>
              <a:ext cx="440400" cy="21535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67" rIns="91400" bIns="45667" anchor="t" anchorCtr="0">
              <a:spAutoFit/>
            </a:bodyPr>
            <a:lstStyle/>
            <a:p>
              <a:pPr marL="16933" algn="ctr" defTabSz="1219170">
                <a:buClr>
                  <a:srgbClr val="061F48"/>
                </a:buClr>
                <a:buSzPts val="900"/>
              </a:pPr>
              <a:r>
                <a:rPr lang="en" sz="800" b="1">
                  <a:solidFill>
                    <a:srgbClr val="FFFFFF"/>
                  </a:solidFill>
                  <a:ea typeface="Century Gothic"/>
                  <a:cs typeface="Century Gothic"/>
                  <a:sym typeface="Century Gothic"/>
                </a:rPr>
                <a:t>IOT</a:t>
              </a:r>
              <a:endParaRPr sz="1867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86" name="Google Shape;437;p36">
              <a:extLst>
                <a:ext uri="{FF2B5EF4-FFF2-40B4-BE49-F238E27FC236}">
                  <a16:creationId xmlns:a16="http://schemas.microsoft.com/office/drawing/2014/main" id="{56D59543-5784-B3D9-42A9-58F01E58B95E}"/>
                </a:ext>
              </a:extLst>
            </p:cNvPr>
            <p:cNvSpPr txBox="1"/>
            <p:nvPr/>
          </p:nvSpPr>
          <p:spPr>
            <a:xfrm>
              <a:off x="5878420" y="5112856"/>
              <a:ext cx="440400" cy="21535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00" tIns="45667" rIns="91400" bIns="45667" anchor="t" anchorCtr="0">
              <a:spAutoFit/>
            </a:bodyPr>
            <a:lstStyle/>
            <a:p>
              <a:pPr marL="16933" algn="ctr" defTabSz="1219170">
                <a:buClr>
                  <a:srgbClr val="061F48"/>
                </a:buClr>
                <a:buSzPts val="900"/>
              </a:pPr>
              <a:r>
                <a:rPr lang="en" sz="800" b="1">
                  <a:solidFill>
                    <a:srgbClr val="FFFFFF"/>
                  </a:solidFill>
                  <a:ea typeface="Century Gothic"/>
                  <a:cs typeface="Century Gothic"/>
                  <a:sym typeface="Century Gothic"/>
                </a:rPr>
                <a:t>OT</a:t>
              </a:r>
              <a:endParaRPr sz="1867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endParaRPr>
            </a:p>
          </p:txBody>
        </p:sp>
      </p:grpSp>
      <p:sp>
        <p:nvSpPr>
          <p:cNvPr id="99" name="Google Shape;438;p36">
            <a:extLst>
              <a:ext uri="{FF2B5EF4-FFF2-40B4-BE49-F238E27FC236}">
                <a16:creationId xmlns:a16="http://schemas.microsoft.com/office/drawing/2014/main" id="{D317C23C-0B83-FAB9-C7EF-7BE4A9CEA111}"/>
              </a:ext>
            </a:extLst>
          </p:cNvPr>
          <p:cNvSpPr/>
          <p:nvPr/>
        </p:nvSpPr>
        <p:spPr>
          <a:xfrm>
            <a:off x="8381524" y="3132092"/>
            <a:ext cx="1197600" cy="264800"/>
          </a:xfrm>
          <a:prstGeom prst="roundRect">
            <a:avLst>
              <a:gd name="adj" fmla="val 16667"/>
            </a:avLst>
          </a:prstGeom>
          <a:solidFill>
            <a:srgbClr val="246CF7"/>
          </a:solidFill>
          <a:ln>
            <a:noFill/>
          </a:ln>
        </p:spPr>
        <p:txBody>
          <a:bodyPr spcFirstLastPara="1" wrap="square" lIns="91433" tIns="0" rIns="91433" bIns="0" anchor="ctr" anchorCtr="0">
            <a:noAutofit/>
          </a:bodyPr>
          <a:lstStyle/>
          <a:p>
            <a:pPr algn="ctr" defTabSz="1219170">
              <a:buClr>
                <a:srgbClr val="FFFFFF"/>
              </a:buClr>
              <a:buSzPts val="700"/>
            </a:pPr>
            <a:r>
              <a:rPr lang="en" sz="933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Zero Trust Branch</a:t>
            </a:r>
            <a:endParaRPr sz="1467"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100" name="Google Shape;408;p36">
            <a:extLst>
              <a:ext uri="{FF2B5EF4-FFF2-40B4-BE49-F238E27FC236}">
                <a16:creationId xmlns:a16="http://schemas.microsoft.com/office/drawing/2014/main" id="{72774A70-DA5E-E314-7F28-7F934AEF4F3F}"/>
              </a:ext>
            </a:extLst>
          </p:cNvPr>
          <p:cNvSpPr/>
          <p:nvPr/>
        </p:nvSpPr>
        <p:spPr>
          <a:xfrm>
            <a:off x="8560932" y="3606483"/>
            <a:ext cx="843000" cy="189900"/>
          </a:xfrm>
          <a:prstGeom prst="roundRect">
            <a:avLst>
              <a:gd name="adj" fmla="val 16667"/>
            </a:avLst>
          </a:prstGeom>
          <a:solidFill>
            <a:srgbClr val="D8D8D8"/>
          </a:solidFill>
          <a:ln w="12700" cap="flat" cmpd="sng">
            <a:solidFill>
              <a:srgbClr val="00174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00" tIns="0" rIns="91400" bIns="0" anchor="ctr" anchorCtr="0">
            <a:noAutofit/>
          </a:bodyPr>
          <a:lstStyle/>
          <a:p>
            <a:pPr algn="ctr" defTabSz="1219170">
              <a:buClr>
                <a:srgbClr val="001744"/>
              </a:buClr>
              <a:buSzPts val="600"/>
            </a:pPr>
            <a:r>
              <a:rPr lang="en" sz="800">
                <a:solidFill>
                  <a:srgbClr val="001744"/>
                </a:solidFill>
                <a:ea typeface="Century Gothic"/>
                <a:cs typeface="Century Gothic"/>
                <a:sym typeface="Century Gothic"/>
              </a:rPr>
              <a:t>L2 Switch</a:t>
            </a:r>
            <a:endParaRPr sz="1867">
              <a:solidFill>
                <a:srgbClr val="001744"/>
              </a:solidFill>
              <a:ea typeface="Century Gothic"/>
              <a:cs typeface="Century Gothic"/>
              <a:sym typeface="Century Gothic"/>
            </a:endParaRPr>
          </a:p>
        </p:txBody>
      </p:sp>
      <p:cxnSp>
        <p:nvCxnSpPr>
          <p:cNvPr id="101" name="Google Shape;439;p36">
            <a:extLst>
              <a:ext uri="{FF2B5EF4-FFF2-40B4-BE49-F238E27FC236}">
                <a16:creationId xmlns:a16="http://schemas.microsoft.com/office/drawing/2014/main" id="{B7F77323-D521-3210-AB67-B3418AF0A3D7}"/>
              </a:ext>
            </a:extLst>
          </p:cNvPr>
          <p:cNvCxnSpPr>
            <a:endCxn id="99" idx="0"/>
          </p:cNvCxnSpPr>
          <p:nvPr/>
        </p:nvCxnSpPr>
        <p:spPr>
          <a:xfrm flipH="1">
            <a:off x="8980324" y="2505292"/>
            <a:ext cx="2400" cy="626800"/>
          </a:xfrm>
          <a:prstGeom prst="straightConnector1">
            <a:avLst/>
          </a:prstGeom>
          <a:noFill/>
          <a:ln w="15875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2" name="Google Shape;440;p36">
            <a:extLst>
              <a:ext uri="{FF2B5EF4-FFF2-40B4-BE49-F238E27FC236}">
                <a16:creationId xmlns:a16="http://schemas.microsoft.com/office/drawing/2014/main" id="{D75A2E4A-69BD-C157-9BB5-151BFCA072E8}"/>
              </a:ext>
            </a:extLst>
          </p:cNvPr>
          <p:cNvGrpSpPr/>
          <p:nvPr/>
        </p:nvGrpSpPr>
        <p:grpSpPr>
          <a:xfrm>
            <a:off x="7727297" y="1970191"/>
            <a:ext cx="2438400" cy="579707"/>
            <a:chOff x="6629749" y="3431938"/>
            <a:chExt cx="1828800" cy="434780"/>
          </a:xfrm>
        </p:grpSpPr>
        <p:sp>
          <p:nvSpPr>
            <p:cNvPr id="103" name="Google Shape;441;p36">
              <a:extLst>
                <a:ext uri="{FF2B5EF4-FFF2-40B4-BE49-F238E27FC236}">
                  <a16:creationId xmlns:a16="http://schemas.microsoft.com/office/drawing/2014/main" id="{4D8E6A2F-3220-7F05-1CF3-459D59E48BA8}"/>
                </a:ext>
              </a:extLst>
            </p:cNvPr>
            <p:cNvSpPr/>
            <p:nvPr/>
          </p:nvSpPr>
          <p:spPr>
            <a:xfrm>
              <a:off x="6629749" y="3600255"/>
              <a:ext cx="1828800" cy="118800"/>
            </a:xfrm>
            <a:prstGeom prst="roundRect">
              <a:avLst>
                <a:gd name="adj" fmla="val 50000"/>
              </a:avLst>
            </a:prstGeom>
            <a:solidFill>
              <a:srgbClr val="D8D8D8"/>
            </a:solidFill>
            <a:ln>
              <a:noFill/>
            </a:ln>
          </p:spPr>
          <p:txBody>
            <a:bodyPr spcFirstLastPara="1" wrap="square" lIns="121900" tIns="60933" rIns="121900" bIns="60933" anchor="ctr" anchorCtr="0">
              <a:noAutofit/>
            </a:bodyPr>
            <a:lstStyle/>
            <a:p>
              <a:pPr algn="ctr" defTabSz="1219170"/>
              <a:endParaRPr sz="1200">
                <a:solidFill>
                  <a:srgbClr val="FFFFFF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grpSp>
          <p:nvGrpSpPr>
            <p:cNvPr id="104" name="Google Shape;442;p36">
              <a:extLst>
                <a:ext uri="{FF2B5EF4-FFF2-40B4-BE49-F238E27FC236}">
                  <a16:creationId xmlns:a16="http://schemas.microsoft.com/office/drawing/2014/main" id="{71630441-8FEC-C05F-72E5-BEE6C5B21115}"/>
                </a:ext>
              </a:extLst>
            </p:cNvPr>
            <p:cNvGrpSpPr/>
            <p:nvPr/>
          </p:nvGrpSpPr>
          <p:grpSpPr>
            <a:xfrm>
              <a:off x="7198251" y="3431938"/>
              <a:ext cx="693931" cy="434780"/>
              <a:chOff x="1933058" y="3319356"/>
              <a:chExt cx="1152136" cy="721866"/>
            </a:xfrm>
          </p:grpSpPr>
          <p:grpSp>
            <p:nvGrpSpPr>
              <p:cNvPr id="107" name="Google Shape;443;p36">
                <a:extLst>
                  <a:ext uri="{FF2B5EF4-FFF2-40B4-BE49-F238E27FC236}">
                    <a16:creationId xmlns:a16="http://schemas.microsoft.com/office/drawing/2014/main" id="{23752E68-6E2D-CB6E-900B-CBF8EEBCE341}"/>
                  </a:ext>
                </a:extLst>
              </p:cNvPr>
              <p:cNvGrpSpPr/>
              <p:nvPr/>
            </p:nvGrpSpPr>
            <p:grpSpPr>
              <a:xfrm>
                <a:off x="1933058" y="3319356"/>
                <a:ext cx="1152136" cy="721866"/>
                <a:chOff x="6923681" y="5192222"/>
                <a:chExt cx="981878" cy="615192"/>
              </a:xfrm>
            </p:grpSpPr>
            <p:sp>
              <p:nvSpPr>
                <p:cNvPr id="109" name="Google Shape;444;p36">
                  <a:extLst>
                    <a:ext uri="{FF2B5EF4-FFF2-40B4-BE49-F238E27FC236}">
                      <a16:creationId xmlns:a16="http://schemas.microsoft.com/office/drawing/2014/main" id="{BEFB8354-0F2E-CC6A-7454-45C5975FCEF7}"/>
                    </a:ext>
                  </a:extLst>
                </p:cNvPr>
                <p:cNvSpPr/>
                <p:nvPr/>
              </p:nvSpPr>
              <p:spPr>
                <a:xfrm>
                  <a:off x="6923681" y="5192222"/>
                  <a:ext cx="981878" cy="615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878" h="615192" extrusionOk="0">
                      <a:moveTo>
                        <a:pt x="980036" y="313893"/>
                      </a:moveTo>
                      <a:cubicBezTo>
                        <a:pt x="965413" y="222739"/>
                        <a:pt x="891259" y="178543"/>
                        <a:pt x="803332" y="169971"/>
                      </a:cubicBezTo>
                      <a:cubicBezTo>
                        <a:pt x="801068" y="169780"/>
                        <a:pt x="798804" y="169494"/>
                        <a:pt x="796445" y="169304"/>
                      </a:cubicBezTo>
                      <a:lnTo>
                        <a:pt x="796822" y="169304"/>
                      </a:lnTo>
                      <a:cubicBezTo>
                        <a:pt x="796822" y="169304"/>
                        <a:pt x="773425" y="104724"/>
                        <a:pt x="716159" y="55290"/>
                      </a:cubicBezTo>
                      <a:cubicBezTo>
                        <a:pt x="716159" y="55290"/>
                        <a:pt x="716159" y="55290"/>
                        <a:pt x="716065" y="55194"/>
                      </a:cubicBezTo>
                      <a:cubicBezTo>
                        <a:pt x="715782" y="54909"/>
                        <a:pt x="715499" y="54718"/>
                        <a:pt x="715216" y="54432"/>
                      </a:cubicBezTo>
                      <a:cubicBezTo>
                        <a:pt x="704932" y="45479"/>
                        <a:pt x="694460" y="37954"/>
                        <a:pt x="683705" y="31668"/>
                      </a:cubicBezTo>
                      <a:cubicBezTo>
                        <a:pt x="657572" y="18237"/>
                        <a:pt x="621156" y="7569"/>
                        <a:pt x="579645" y="2807"/>
                      </a:cubicBezTo>
                      <a:cubicBezTo>
                        <a:pt x="554456" y="-146"/>
                        <a:pt x="527473" y="-908"/>
                        <a:pt x="499831" y="1188"/>
                      </a:cubicBezTo>
                      <a:cubicBezTo>
                        <a:pt x="424828" y="6712"/>
                        <a:pt x="345109" y="33096"/>
                        <a:pt x="284918" y="93961"/>
                      </a:cubicBezTo>
                      <a:cubicBezTo>
                        <a:pt x="220859" y="81198"/>
                        <a:pt x="163970" y="93771"/>
                        <a:pt x="118214" y="121393"/>
                      </a:cubicBezTo>
                      <a:cubicBezTo>
                        <a:pt x="117648" y="121774"/>
                        <a:pt x="116988" y="122155"/>
                        <a:pt x="116422" y="122536"/>
                      </a:cubicBezTo>
                      <a:cubicBezTo>
                        <a:pt x="113591" y="124251"/>
                        <a:pt x="110855" y="126060"/>
                        <a:pt x="108214" y="127870"/>
                      </a:cubicBezTo>
                      <a:cubicBezTo>
                        <a:pt x="106893" y="128727"/>
                        <a:pt x="105666" y="129680"/>
                        <a:pt x="104346" y="130537"/>
                      </a:cubicBezTo>
                      <a:cubicBezTo>
                        <a:pt x="102176" y="132061"/>
                        <a:pt x="100006" y="133680"/>
                        <a:pt x="97836" y="135300"/>
                      </a:cubicBezTo>
                      <a:cubicBezTo>
                        <a:pt x="96610" y="136157"/>
                        <a:pt x="95477" y="137109"/>
                        <a:pt x="94251" y="138062"/>
                      </a:cubicBezTo>
                      <a:cubicBezTo>
                        <a:pt x="91515" y="140253"/>
                        <a:pt x="88873" y="142443"/>
                        <a:pt x="86232" y="144729"/>
                      </a:cubicBezTo>
                      <a:cubicBezTo>
                        <a:pt x="85854" y="145015"/>
                        <a:pt x="85571" y="145301"/>
                        <a:pt x="85194" y="145587"/>
                      </a:cubicBezTo>
                      <a:cubicBezTo>
                        <a:pt x="28683" y="194831"/>
                        <a:pt x="-3394" y="269412"/>
                        <a:pt x="286" y="340468"/>
                      </a:cubicBezTo>
                      <a:cubicBezTo>
                        <a:pt x="7173" y="474390"/>
                        <a:pt x="151895" y="557829"/>
                        <a:pt x="234350" y="535254"/>
                      </a:cubicBezTo>
                      <a:cubicBezTo>
                        <a:pt x="236331" y="534683"/>
                        <a:pt x="238407" y="535254"/>
                        <a:pt x="240294" y="535254"/>
                      </a:cubicBezTo>
                      <a:cubicBezTo>
                        <a:pt x="246898" y="539255"/>
                        <a:pt x="272087" y="539160"/>
                        <a:pt x="272087" y="539160"/>
                      </a:cubicBezTo>
                      <a:cubicBezTo>
                        <a:pt x="302277" y="573545"/>
                        <a:pt x="341429" y="591547"/>
                        <a:pt x="412658" y="580593"/>
                      </a:cubicBezTo>
                      <a:cubicBezTo>
                        <a:pt x="553040" y="650031"/>
                        <a:pt x="711725" y="606692"/>
                        <a:pt x="790973" y="523634"/>
                      </a:cubicBezTo>
                      <a:cubicBezTo>
                        <a:pt x="792105" y="522396"/>
                        <a:pt x="793237" y="521157"/>
                        <a:pt x="794275" y="519919"/>
                      </a:cubicBezTo>
                      <a:cubicBezTo>
                        <a:pt x="795124" y="518967"/>
                        <a:pt x="795973" y="518109"/>
                        <a:pt x="796728" y="517157"/>
                      </a:cubicBezTo>
                      <a:cubicBezTo>
                        <a:pt x="807011" y="504965"/>
                        <a:pt x="815974" y="492011"/>
                        <a:pt x="823616" y="478581"/>
                      </a:cubicBezTo>
                      <a:cubicBezTo>
                        <a:pt x="824559" y="476866"/>
                        <a:pt x="825502" y="475056"/>
                        <a:pt x="826352" y="473342"/>
                      </a:cubicBezTo>
                      <a:cubicBezTo>
                        <a:pt x="882486" y="469151"/>
                        <a:pt x="938148" y="443910"/>
                        <a:pt x="965413" y="399333"/>
                      </a:cubicBezTo>
                      <a:cubicBezTo>
                        <a:pt x="979187" y="375996"/>
                        <a:pt x="985319" y="347421"/>
                        <a:pt x="979942" y="313989"/>
                      </a:cubicBezTo>
                      <a:close/>
                    </a:path>
                  </a:pathLst>
                </a:custGeom>
                <a:solidFill>
                  <a:srgbClr val="236BF5"/>
                </a:solidFill>
                <a:ln>
                  <a:noFill/>
                </a:ln>
              </p:spPr>
              <p:txBody>
                <a:bodyPr spcFirstLastPara="1" wrap="square" lIns="121900" tIns="60933" rIns="121900" bIns="60933" anchor="ctr" anchorCtr="0">
                  <a:noAutofit/>
                </a:bodyPr>
                <a:lstStyle/>
                <a:p>
                  <a:pPr defTabSz="1219170"/>
                  <a:endParaRPr sz="1200">
                    <a:solidFill>
                      <a:srgbClr val="575757"/>
                    </a:solidFill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110" name="Google Shape;445;p36">
                  <a:extLst>
                    <a:ext uri="{FF2B5EF4-FFF2-40B4-BE49-F238E27FC236}">
                      <a16:creationId xmlns:a16="http://schemas.microsoft.com/office/drawing/2014/main" id="{233CCD68-0E7E-F40B-0B82-6E9907B7B405}"/>
                    </a:ext>
                  </a:extLst>
                </p:cNvPr>
                <p:cNvSpPr/>
                <p:nvPr/>
              </p:nvSpPr>
              <p:spPr>
                <a:xfrm>
                  <a:off x="7164069" y="5244930"/>
                  <a:ext cx="635148" cy="486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148" h="486452" extrusionOk="0">
                      <a:moveTo>
                        <a:pt x="624267" y="250613"/>
                      </a:moveTo>
                      <a:cubicBezTo>
                        <a:pt x="510678" y="120311"/>
                        <a:pt x="254065" y="237659"/>
                        <a:pt x="244914" y="247374"/>
                      </a:cubicBezTo>
                      <a:cubicBezTo>
                        <a:pt x="301425" y="160125"/>
                        <a:pt x="439543" y="108119"/>
                        <a:pt x="556057" y="116691"/>
                      </a:cubicBezTo>
                      <a:lnTo>
                        <a:pt x="556434" y="116691"/>
                      </a:lnTo>
                      <a:cubicBezTo>
                        <a:pt x="556434" y="116691"/>
                        <a:pt x="533037" y="52112"/>
                        <a:pt x="475771" y="2677"/>
                      </a:cubicBezTo>
                      <a:cubicBezTo>
                        <a:pt x="475771" y="2677"/>
                        <a:pt x="475771" y="2677"/>
                        <a:pt x="475677" y="2582"/>
                      </a:cubicBezTo>
                      <a:cubicBezTo>
                        <a:pt x="392466" y="-9705"/>
                        <a:pt x="295199" y="21918"/>
                        <a:pt x="184157" y="96308"/>
                      </a:cubicBezTo>
                      <a:cubicBezTo>
                        <a:pt x="184157" y="96308"/>
                        <a:pt x="197177" y="102594"/>
                        <a:pt x="197837" y="102213"/>
                      </a:cubicBezTo>
                      <a:cubicBezTo>
                        <a:pt x="313218" y="51921"/>
                        <a:pt x="395768" y="81354"/>
                        <a:pt x="395108" y="81544"/>
                      </a:cubicBezTo>
                      <a:cubicBezTo>
                        <a:pt x="92833" y="188129"/>
                        <a:pt x="18397" y="394059"/>
                        <a:pt x="0" y="482547"/>
                      </a:cubicBezTo>
                      <a:cubicBezTo>
                        <a:pt x="6604" y="486547"/>
                        <a:pt x="31794" y="486452"/>
                        <a:pt x="31794" y="486452"/>
                      </a:cubicBezTo>
                      <a:cubicBezTo>
                        <a:pt x="92739" y="407204"/>
                        <a:pt x="277462" y="264710"/>
                        <a:pt x="502942" y="338243"/>
                      </a:cubicBezTo>
                      <a:cubicBezTo>
                        <a:pt x="623323" y="377486"/>
                        <a:pt x="654645" y="285189"/>
                        <a:pt x="624361" y="250613"/>
                      </a:cubicBezTo>
                      <a:close/>
                    </a:path>
                  </a:pathLst>
                </a:custGeom>
                <a:solidFill>
                  <a:srgbClr val="A6C1FF">
                    <a:alpha val="29800"/>
                  </a:srgbClr>
                </a:solidFill>
                <a:ln>
                  <a:noFill/>
                </a:ln>
              </p:spPr>
              <p:txBody>
                <a:bodyPr spcFirstLastPara="1" wrap="square" lIns="121900" tIns="60933" rIns="121900" bIns="60933" anchor="ctr" anchorCtr="0">
                  <a:noAutofit/>
                </a:bodyPr>
                <a:lstStyle/>
                <a:p>
                  <a:pPr defTabSz="1219170"/>
                  <a:endParaRPr sz="1200">
                    <a:solidFill>
                      <a:srgbClr val="575757"/>
                    </a:solidFill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sp>
            <p:nvSpPr>
              <p:cNvPr id="108" name="Google Shape;446;p36">
                <a:extLst>
                  <a:ext uri="{FF2B5EF4-FFF2-40B4-BE49-F238E27FC236}">
                    <a16:creationId xmlns:a16="http://schemas.microsoft.com/office/drawing/2014/main" id="{B50EEAF0-FC0A-5195-6412-C8D5039AAFF7}"/>
                  </a:ext>
                </a:extLst>
              </p:cNvPr>
              <p:cNvSpPr/>
              <p:nvPr/>
            </p:nvSpPr>
            <p:spPr>
              <a:xfrm>
                <a:off x="2150617" y="3557739"/>
                <a:ext cx="717144" cy="260523"/>
              </a:xfrm>
              <a:custGeom>
                <a:avLst/>
                <a:gdLst/>
                <a:ahLst/>
                <a:cxnLst/>
                <a:rect l="l" t="t" r="r" b="b"/>
                <a:pathLst>
                  <a:path w="717144" h="260523" extrusionOk="0">
                    <a:moveTo>
                      <a:pt x="405915" y="197319"/>
                    </a:moveTo>
                    <a:cubicBezTo>
                      <a:pt x="403661" y="198743"/>
                      <a:pt x="400931" y="199573"/>
                      <a:pt x="397846" y="200048"/>
                    </a:cubicBezTo>
                    <a:lnTo>
                      <a:pt x="388829" y="201232"/>
                    </a:lnTo>
                    <a:cubicBezTo>
                      <a:pt x="382658" y="201945"/>
                      <a:pt x="379455" y="204909"/>
                      <a:pt x="379455" y="209178"/>
                    </a:cubicBezTo>
                    <a:cubicBezTo>
                      <a:pt x="379455" y="214158"/>
                      <a:pt x="383253" y="217241"/>
                      <a:pt x="389659" y="217241"/>
                    </a:cubicBezTo>
                    <a:cubicBezTo>
                      <a:pt x="399152" y="217241"/>
                      <a:pt x="405915" y="210363"/>
                      <a:pt x="405915" y="200996"/>
                    </a:cubicBezTo>
                    <a:close/>
                    <a:moveTo>
                      <a:pt x="564793" y="175737"/>
                    </a:moveTo>
                    <a:cubicBezTo>
                      <a:pt x="553639" y="175737"/>
                      <a:pt x="546045" y="183564"/>
                      <a:pt x="546045" y="194830"/>
                    </a:cubicBezTo>
                    <a:cubicBezTo>
                      <a:pt x="546045" y="206095"/>
                      <a:pt x="553757" y="213921"/>
                      <a:pt x="564793" y="213921"/>
                    </a:cubicBezTo>
                    <a:cubicBezTo>
                      <a:pt x="575828" y="213921"/>
                      <a:pt x="583184" y="206213"/>
                      <a:pt x="583184" y="194830"/>
                    </a:cubicBezTo>
                    <a:cubicBezTo>
                      <a:pt x="583184" y="183445"/>
                      <a:pt x="575828" y="175737"/>
                      <a:pt x="564793" y="175737"/>
                    </a:cubicBezTo>
                    <a:close/>
                    <a:moveTo>
                      <a:pt x="653545" y="173367"/>
                    </a:moveTo>
                    <a:cubicBezTo>
                      <a:pt x="644527" y="173367"/>
                      <a:pt x="638595" y="178110"/>
                      <a:pt x="636696" y="186766"/>
                    </a:cubicBezTo>
                    <a:lnTo>
                      <a:pt x="668733" y="186766"/>
                    </a:lnTo>
                    <a:cubicBezTo>
                      <a:pt x="667902" y="179058"/>
                      <a:pt x="662564" y="173367"/>
                      <a:pt x="653545" y="173367"/>
                    </a:cubicBezTo>
                    <a:close/>
                    <a:moveTo>
                      <a:pt x="112246" y="159018"/>
                    </a:moveTo>
                    <a:lnTo>
                      <a:pt x="134910" y="159018"/>
                    </a:lnTo>
                    <a:lnTo>
                      <a:pt x="150098" y="178939"/>
                    </a:lnTo>
                    <a:lnTo>
                      <a:pt x="165285" y="159018"/>
                    </a:lnTo>
                    <a:lnTo>
                      <a:pt x="188066" y="159018"/>
                    </a:lnTo>
                    <a:lnTo>
                      <a:pt x="161489" y="193762"/>
                    </a:lnTo>
                    <a:lnTo>
                      <a:pt x="189254" y="230167"/>
                    </a:lnTo>
                    <a:lnTo>
                      <a:pt x="166590" y="230167"/>
                    </a:lnTo>
                    <a:lnTo>
                      <a:pt x="150098" y="208704"/>
                    </a:lnTo>
                    <a:lnTo>
                      <a:pt x="133723" y="230167"/>
                    </a:lnTo>
                    <a:lnTo>
                      <a:pt x="111060" y="230167"/>
                    </a:lnTo>
                    <a:lnTo>
                      <a:pt x="138825" y="193762"/>
                    </a:lnTo>
                    <a:close/>
                    <a:moveTo>
                      <a:pt x="654020" y="157476"/>
                    </a:moveTo>
                    <a:cubicBezTo>
                      <a:pt x="675734" y="157476"/>
                      <a:pt x="689141" y="172417"/>
                      <a:pt x="689141" y="195303"/>
                    </a:cubicBezTo>
                    <a:lnTo>
                      <a:pt x="689141" y="200403"/>
                    </a:lnTo>
                    <a:lnTo>
                      <a:pt x="636816" y="200403"/>
                    </a:lnTo>
                    <a:lnTo>
                      <a:pt x="636816" y="200641"/>
                    </a:lnTo>
                    <a:cubicBezTo>
                      <a:pt x="639188" y="210126"/>
                      <a:pt x="647732" y="214276"/>
                      <a:pt x="656037" y="214276"/>
                    </a:cubicBezTo>
                    <a:cubicBezTo>
                      <a:pt x="664343" y="214276"/>
                      <a:pt x="671225" y="211312"/>
                      <a:pt x="676208" y="207043"/>
                    </a:cubicBezTo>
                    <a:lnTo>
                      <a:pt x="684040" y="222577"/>
                    </a:lnTo>
                    <a:cubicBezTo>
                      <a:pt x="678225" y="227440"/>
                      <a:pt x="669326" y="231946"/>
                      <a:pt x="655682" y="231946"/>
                    </a:cubicBezTo>
                    <a:cubicBezTo>
                      <a:pt x="631594" y="231946"/>
                      <a:pt x="617593" y="215819"/>
                      <a:pt x="617593" y="194712"/>
                    </a:cubicBezTo>
                    <a:cubicBezTo>
                      <a:pt x="617593" y="173603"/>
                      <a:pt x="631713" y="157476"/>
                      <a:pt x="654020" y="157476"/>
                    </a:cubicBezTo>
                    <a:close/>
                    <a:moveTo>
                      <a:pt x="485769" y="157358"/>
                    </a:moveTo>
                    <a:cubicBezTo>
                      <a:pt x="501668" y="157358"/>
                      <a:pt x="510805" y="167556"/>
                      <a:pt x="510805" y="185699"/>
                    </a:cubicBezTo>
                    <a:lnTo>
                      <a:pt x="510805" y="230167"/>
                    </a:lnTo>
                    <a:lnTo>
                      <a:pt x="491583" y="230167"/>
                    </a:lnTo>
                    <a:lnTo>
                      <a:pt x="491583" y="190797"/>
                    </a:lnTo>
                    <a:cubicBezTo>
                      <a:pt x="491583" y="180718"/>
                      <a:pt x="487074" y="175501"/>
                      <a:pt x="478294" y="175501"/>
                    </a:cubicBezTo>
                    <a:cubicBezTo>
                      <a:pt x="468327" y="175501"/>
                      <a:pt x="463107" y="182734"/>
                      <a:pt x="463107" y="196253"/>
                    </a:cubicBezTo>
                    <a:lnTo>
                      <a:pt x="463107" y="230285"/>
                    </a:lnTo>
                    <a:lnTo>
                      <a:pt x="444359" y="230285"/>
                    </a:lnTo>
                    <a:lnTo>
                      <a:pt x="444241" y="230285"/>
                    </a:lnTo>
                    <a:lnTo>
                      <a:pt x="444241" y="159137"/>
                    </a:lnTo>
                    <a:lnTo>
                      <a:pt x="462512" y="159137"/>
                    </a:lnTo>
                    <a:lnTo>
                      <a:pt x="462512" y="169928"/>
                    </a:lnTo>
                    <a:cubicBezTo>
                      <a:pt x="467970" y="161627"/>
                      <a:pt x="476158" y="157358"/>
                      <a:pt x="485769" y="157358"/>
                    </a:cubicBezTo>
                    <a:close/>
                    <a:moveTo>
                      <a:pt x="393812" y="157358"/>
                    </a:moveTo>
                    <a:cubicBezTo>
                      <a:pt x="412085" y="157358"/>
                      <a:pt x="424544" y="165422"/>
                      <a:pt x="424544" y="183802"/>
                    </a:cubicBezTo>
                    <a:lnTo>
                      <a:pt x="424662" y="183920"/>
                    </a:lnTo>
                    <a:lnTo>
                      <a:pt x="424662" y="230404"/>
                    </a:lnTo>
                    <a:lnTo>
                      <a:pt x="405915" y="230404"/>
                    </a:lnTo>
                    <a:lnTo>
                      <a:pt x="405915" y="220680"/>
                    </a:lnTo>
                    <a:cubicBezTo>
                      <a:pt x="401406" y="227677"/>
                      <a:pt x="393931" y="231946"/>
                      <a:pt x="384082" y="231946"/>
                    </a:cubicBezTo>
                    <a:cubicBezTo>
                      <a:pt x="369845" y="231946"/>
                      <a:pt x="359877" y="222815"/>
                      <a:pt x="359877" y="210126"/>
                    </a:cubicBezTo>
                    <a:cubicBezTo>
                      <a:pt x="359877" y="197439"/>
                      <a:pt x="368776" y="190086"/>
                      <a:pt x="383727" y="188426"/>
                    </a:cubicBezTo>
                    <a:lnTo>
                      <a:pt x="397135" y="187004"/>
                    </a:lnTo>
                    <a:cubicBezTo>
                      <a:pt x="403779" y="186292"/>
                      <a:pt x="405796" y="184275"/>
                      <a:pt x="405796" y="180837"/>
                    </a:cubicBezTo>
                    <a:cubicBezTo>
                      <a:pt x="405796" y="176805"/>
                      <a:pt x="401524" y="174315"/>
                      <a:pt x="394169" y="174315"/>
                    </a:cubicBezTo>
                    <a:cubicBezTo>
                      <a:pt x="384320" y="174315"/>
                      <a:pt x="377913" y="177754"/>
                      <a:pt x="375658" y="183564"/>
                    </a:cubicBezTo>
                    <a:lnTo>
                      <a:pt x="361657" y="173603"/>
                    </a:lnTo>
                    <a:cubicBezTo>
                      <a:pt x="366047" y="163168"/>
                      <a:pt x="377320" y="157358"/>
                      <a:pt x="393812" y="157358"/>
                    </a:cubicBezTo>
                    <a:close/>
                    <a:moveTo>
                      <a:pt x="235647" y="157358"/>
                    </a:moveTo>
                    <a:cubicBezTo>
                      <a:pt x="246444" y="157358"/>
                      <a:pt x="255818" y="160916"/>
                      <a:pt x="262700" y="167793"/>
                    </a:cubicBezTo>
                    <a:lnTo>
                      <a:pt x="252021" y="182852"/>
                    </a:lnTo>
                    <a:cubicBezTo>
                      <a:pt x="247274" y="178110"/>
                      <a:pt x="241936" y="175737"/>
                      <a:pt x="235647" y="175737"/>
                    </a:cubicBezTo>
                    <a:cubicBezTo>
                      <a:pt x="224730" y="175737"/>
                      <a:pt x="217017" y="183564"/>
                      <a:pt x="217017" y="194712"/>
                    </a:cubicBezTo>
                    <a:cubicBezTo>
                      <a:pt x="217017" y="205858"/>
                      <a:pt x="224730" y="213565"/>
                      <a:pt x="235647" y="213565"/>
                    </a:cubicBezTo>
                    <a:cubicBezTo>
                      <a:pt x="241936" y="213565"/>
                      <a:pt x="247630" y="210956"/>
                      <a:pt x="252495" y="206332"/>
                    </a:cubicBezTo>
                    <a:lnTo>
                      <a:pt x="262937" y="221391"/>
                    </a:lnTo>
                    <a:cubicBezTo>
                      <a:pt x="256055" y="228270"/>
                      <a:pt x="246444" y="231946"/>
                      <a:pt x="235410" y="231946"/>
                    </a:cubicBezTo>
                    <a:cubicBezTo>
                      <a:pt x="213103" y="231946"/>
                      <a:pt x="197677" y="216767"/>
                      <a:pt x="197677" y="194712"/>
                    </a:cubicBezTo>
                    <a:cubicBezTo>
                      <a:pt x="197677" y="172655"/>
                      <a:pt x="213340" y="157476"/>
                      <a:pt x="235647" y="157476"/>
                    </a:cubicBezTo>
                    <a:close/>
                    <a:moveTo>
                      <a:pt x="559453" y="157239"/>
                    </a:moveTo>
                    <a:lnTo>
                      <a:pt x="559572" y="157476"/>
                    </a:lnTo>
                    <a:cubicBezTo>
                      <a:pt x="569420" y="157476"/>
                      <a:pt x="578201" y="161864"/>
                      <a:pt x="582710" y="169097"/>
                    </a:cubicBezTo>
                    <a:lnTo>
                      <a:pt x="582710" y="159137"/>
                    </a:lnTo>
                    <a:lnTo>
                      <a:pt x="601456" y="159137"/>
                    </a:lnTo>
                    <a:lnTo>
                      <a:pt x="601456" y="225542"/>
                    </a:lnTo>
                    <a:cubicBezTo>
                      <a:pt x="601456" y="248310"/>
                      <a:pt x="587930" y="260523"/>
                      <a:pt x="562775" y="260523"/>
                    </a:cubicBezTo>
                    <a:cubicBezTo>
                      <a:pt x="549487" y="260523"/>
                      <a:pt x="539400" y="256966"/>
                      <a:pt x="531332" y="249377"/>
                    </a:cubicBezTo>
                    <a:lnTo>
                      <a:pt x="540587" y="233842"/>
                    </a:lnTo>
                    <a:cubicBezTo>
                      <a:pt x="546757" y="239773"/>
                      <a:pt x="553639" y="242736"/>
                      <a:pt x="562182" y="242736"/>
                    </a:cubicBezTo>
                    <a:cubicBezTo>
                      <a:pt x="575946" y="242736"/>
                      <a:pt x="582946" y="236571"/>
                      <a:pt x="582946" y="224356"/>
                    </a:cubicBezTo>
                    <a:lnTo>
                      <a:pt x="582946" y="219850"/>
                    </a:lnTo>
                    <a:cubicBezTo>
                      <a:pt x="578081" y="226847"/>
                      <a:pt x="569895" y="230760"/>
                      <a:pt x="560046" y="230760"/>
                    </a:cubicBezTo>
                    <a:cubicBezTo>
                      <a:pt x="539875" y="230760"/>
                      <a:pt x="526587" y="216293"/>
                      <a:pt x="526587" y="194237"/>
                    </a:cubicBezTo>
                    <a:cubicBezTo>
                      <a:pt x="526587" y="172181"/>
                      <a:pt x="540113" y="157239"/>
                      <a:pt x="559453" y="157239"/>
                    </a:cubicBezTo>
                    <a:close/>
                    <a:moveTo>
                      <a:pt x="277176" y="130795"/>
                    </a:moveTo>
                    <a:lnTo>
                      <a:pt x="295923" y="130795"/>
                    </a:lnTo>
                    <a:lnTo>
                      <a:pt x="295923" y="169808"/>
                    </a:lnTo>
                    <a:cubicBezTo>
                      <a:pt x="301143" y="161389"/>
                      <a:pt x="308857" y="157476"/>
                      <a:pt x="318467" y="157476"/>
                    </a:cubicBezTo>
                    <a:cubicBezTo>
                      <a:pt x="334723" y="157476"/>
                      <a:pt x="343622" y="167674"/>
                      <a:pt x="343622" y="186173"/>
                    </a:cubicBezTo>
                    <a:lnTo>
                      <a:pt x="343622" y="230285"/>
                    </a:lnTo>
                    <a:lnTo>
                      <a:pt x="324400" y="230285"/>
                    </a:lnTo>
                    <a:lnTo>
                      <a:pt x="324400" y="190917"/>
                    </a:lnTo>
                    <a:cubicBezTo>
                      <a:pt x="324400" y="180837"/>
                      <a:pt x="319891" y="175619"/>
                      <a:pt x="311467" y="175619"/>
                    </a:cubicBezTo>
                    <a:cubicBezTo>
                      <a:pt x="301262" y="175619"/>
                      <a:pt x="295923" y="182734"/>
                      <a:pt x="295923" y="196371"/>
                    </a:cubicBezTo>
                    <a:lnTo>
                      <a:pt x="295923" y="230404"/>
                    </a:lnTo>
                    <a:lnTo>
                      <a:pt x="277176" y="230404"/>
                    </a:lnTo>
                    <a:close/>
                    <a:moveTo>
                      <a:pt x="34409" y="130558"/>
                    </a:moveTo>
                    <a:lnTo>
                      <a:pt x="98720" y="130558"/>
                    </a:lnTo>
                    <a:lnTo>
                      <a:pt x="98720" y="150480"/>
                    </a:lnTo>
                    <a:lnTo>
                      <a:pt x="54344" y="150480"/>
                    </a:lnTo>
                    <a:lnTo>
                      <a:pt x="54344" y="170401"/>
                    </a:lnTo>
                    <a:lnTo>
                      <a:pt x="98720" y="170401"/>
                    </a:lnTo>
                    <a:lnTo>
                      <a:pt x="98720" y="190324"/>
                    </a:lnTo>
                    <a:lnTo>
                      <a:pt x="54344" y="190324"/>
                    </a:lnTo>
                    <a:lnTo>
                      <a:pt x="54344" y="210245"/>
                    </a:lnTo>
                    <a:lnTo>
                      <a:pt x="98720" y="210245"/>
                    </a:lnTo>
                    <a:lnTo>
                      <a:pt x="98720" y="230167"/>
                    </a:lnTo>
                    <a:lnTo>
                      <a:pt x="34409" y="230167"/>
                    </a:lnTo>
                    <a:close/>
                    <a:moveTo>
                      <a:pt x="273497" y="45179"/>
                    </a:moveTo>
                    <a:cubicBezTo>
                      <a:pt x="262819" y="45179"/>
                      <a:pt x="254512" y="52769"/>
                      <a:pt x="254512" y="64152"/>
                    </a:cubicBezTo>
                    <a:cubicBezTo>
                      <a:pt x="254512" y="75537"/>
                      <a:pt x="262819" y="83007"/>
                      <a:pt x="273497" y="83007"/>
                    </a:cubicBezTo>
                    <a:cubicBezTo>
                      <a:pt x="284176" y="83007"/>
                      <a:pt x="292363" y="75418"/>
                      <a:pt x="292363" y="64152"/>
                    </a:cubicBezTo>
                    <a:cubicBezTo>
                      <a:pt x="292363" y="52887"/>
                      <a:pt x="284058" y="45179"/>
                      <a:pt x="273497" y="45179"/>
                    </a:cubicBezTo>
                    <a:close/>
                    <a:moveTo>
                      <a:pt x="129808" y="42689"/>
                    </a:moveTo>
                    <a:cubicBezTo>
                      <a:pt x="120790" y="42689"/>
                      <a:pt x="114858" y="47433"/>
                      <a:pt x="112959" y="56089"/>
                    </a:cubicBezTo>
                    <a:lnTo>
                      <a:pt x="144995" y="56089"/>
                    </a:lnTo>
                    <a:cubicBezTo>
                      <a:pt x="144165" y="48381"/>
                      <a:pt x="138825" y="42689"/>
                      <a:pt x="129808" y="42689"/>
                    </a:cubicBezTo>
                    <a:close/>
                    <a:moveTo>
                      <a:pt x="562775" y="28579"/>
                    </a:moveTo>
                    <a:lnTo>
                      <a:pt x="581641" y="28579"/>
                    </a:lnTo>
                    <a:lnTo>
                      <a:pt x="581879" y="28579"/>
                    </a:lnTo>
                    <a:lnTo>
                      <a:pt x="581879" y="99727"/>
                    </a:lnTo>
                    <a:lnTo>
                      <a:pt x="563606" y="99727"/>
                    </a:lnTo>
                    <a:lnTo>
                      <a:pt x="563606" y="88936"/>
                    </a:lnTo>
                    <a:cubicBezTo>
                      <a:pt x="558741" y="96169"/>
                      <a:pt x="551622" y="101506"/>
                      <a:pt x="540942" y="101506"/>
                    </a:cubicBezTo>
                    <a:cubicBezTo>
                      <a:pt x="524450" y="101506"/>
                      <a:pt x="516263" y="90360"/>
                      <a:pt x="516263" y="72928"/>
                    </a:cubicBezTo>
                    <a:lnTo>
                      <a:pt x="516263" y="28697"/>
                    </a:lnTo>
                    <a:lnTo>
                      <a:pt x="535484" y="28697"/>
                    </a:lnTo>
                    <a:lnTo>
                      <a:pt x="535484" y="68185"/>
                    </a:lnTo>
                    <a:cubicBezTo>
                      <a:pt x="535484" y="78264"/>
                      <a:pt x="539163" y="83363"/>
                      <a:pt x="547469" y="83363"/>
                    </a:cubicBezTo>
                    <a:cubicBezTo>
                      <a:pt x="558029" y="83363"/>
                      <a:pt x="562775" y="74825"/>
                      <a:pt x="562775" y="62611"/>
                    </a:cubicBezTo>
                    <a:close/>
                    <a:moveTo>
                      <a:pt x="630645" y="26799"/>
                    </a:moveTo>
                    <a:lnTo>
                      <a:pt x="630645" y="26918"/>
                    </a:lnTo>
                    <a:cubicBezTo>
                      <a:pt x="643341" y="26918"/>
                      <a:pt x="652597" y="30713"/>
                      <a:pt x="659003" y="37471"/>
                    </a:cubicBezTo>
                    <a:lnTo>
                      <a:pt x="648443" y="51108"/>
                    </a:lnTo>
                    <a:cubicBezTo>
                      <a:pt x="644172" y="46365"/>
                      <a:pt x="636341" y="43875"/>
                      <a:pt x="629103" y="43875"/>
                    </a:cubicBezTo>
                    <a:cubicBezTo>
                      <a:pt x="623288" y="43875"/>
                      <a:pt x="620085" y="45772"/>
                      <a:pt x="620085" y="48856"/>
                    </a:cubicBezTo>
                    <a:cubicBezTo>
                      <a:pt x="620085" y="52294"/>
                      <a:pt x="623526" y="53006"/>
                      <a:pt x="636578" y="55971"/>
                    </a:cubicBezTo>
                    <a:cubicBezTo>
                      <a:pt x="650105" y="59054"/>
                      <a:pt x="659359" y="64034"/>
                      <a:pt x="659359" y="78264"/>
                    </a:cubicBezTo>
                    <a:cubicBezTo>
                      <a:pt x="659359" y="93917"/>
                      <a:pt x="648206" y="101506"/>
                      <a:pt x="628628" y="101506"/>
                    </a:cubicBezTo>
                    <a:cubicBezTo>
                      <a:pt x="614390" y="101506"/>
                      <a:pt x="603118" y="97237"/>
                      <a:pt x="597067" y="89647"/>
                    </a:cubicBezTo>
                    <a:lnTo>
                      <a:pt x="607983" y="75418"/>
                    </a:lnTo>
                    <a:cubicBezTo>
                      <a:pt x="612492" y="80636"/>
                      <a:pt x="619967" y="84668"/>
                      <a:pt x="630645" y="84668"/>
                    </a:cubicBezTo>
                    <a:cubicBezTo>
                      <a:pt x="635866" y="84668"/>
                      <a:pt x="640019" y="83245"/>
                      <a:pt x="640019" y="79212"/>
                    </a:cubicBezTo>
                    <a:cubicBezTo>
                      <a:pt x="640019" y="75537"/>
                      <a:pt x="636459" y="74707"/>
                      <a:pt x="624238" y="71979"/>
                    </a:cubicBezTo>
                    <a:cubicBezTo>
                      <a:pt x="613085" y="69608"/>
                      <a:pt x="600626" y="64745"/>
                      <a:pt x="600626" y="49449"/>
                    </a:cubicBezTo>
                    <a:cubicBezTo>
                      <a:pt x="600626" y="34151"/>
                      <a:pt x="612017" y="26799"/>
                      <a:pt x="630645" y="26799"/>
                    </a:cubicBezTo>
                    <a:close/>
                    <a:moveTo>
                      <a:pt x="496092" y="26799"/>
                    </a:moveTo>
                    <a:cubicBezTo>
                      <a:pt x="498702" y="26799"/>
                      <a:pt x="500838" y="27274"/>
                      <a:pt x="503092" y="27749"/>
                    </a:cubicBezTo>
                    <a:lnTo>
                      <a:pt x="503092" y="47907"/>
                    </a:lnTo>
                    <a:cubicBezTo>
                      <a:pt x="500482" y="47077"/>
                      <a:pt x="497516" y="46722"/>
                      <a:pt x="494549" y="46722"/>
                    </a:cubicBezTo>
                    <a:cubicBezTo>
                      <a:pt x="482209" y="46722"/>
                      <a:pt x="476633" y="53717"/>
                      <a:pt x="476633" y="67354"/>
                    </a:cubicBezTo>
                    <a:lnTo>
                      <a:pt x="476633" y="99491"/>
                    </a:lnTo>
                    <a:lnTo>
                      <a:pt x="457885" y="99491"/>
                    </a:lnTo>
                    <a:lnTo>
                      <a:pt x="457885" y="28341"/>
                    </a:lnTo>
                    <a:lnTo>
                      <a:pt x="475920" y="28341"/>
                    </a:lnTo>
                    <a:lnTo>
                      <a:pt x="475920" y="39962"/>
                    </a:lnTo>
                    <a:lnTo>
                      <a:pt x="475920" y="40200"/>
                    </a:lnTo>
                    <a:cubicBezTo>
                      <a:pt x="479718" y="31899"/>
                      <a:pt x="486125" y="26799"/>
                      <a:pt x="496092" y="26799"/>
                    </a:cubicBezTo>
                    <a:close/>
                    <a:moveTo>
                      <a:pt x="273497" y="26799"/>
                    </a:moveTo>
                    <a:cubicBezTo>
                      <a:pt x="295449" y="26799"/>
                      <a:pt x="311823" y="41859"/>
                      <a:pt x="311823" y="64034"/>
                    </a:cubicBezTo>
                    <a:cubicBezTo>
                      <a:pt x="311823" y="86209"/>
                      <a:pt x="295449" y="101268"/>
                      <a:pt x="273497" y="101268"/>
                    </a:cubicBezTo>
                    <a:cubicBezTo>
                      <a:pt x="251546" y="101268"/>
                      <a:pt x="235172" y="86209"/>
                      <a:pt x="235172" y="64034"/>
                    </a:cubicBezTo>
                    <a:cubicBezTo>
                      <a:pt x="235172" y="41859"/>
                      <a:pt x="251546" y="26799"/>
                      <a:pt x="273497" y="26799"/>
                    </a:cubicBezTo>
                    <a:close/>
                    <a:moveTo>
                      <a:pt x="219391" y="26799"/>
                    </a:moveTo>
                    <a:cubicBezTo>
                      <a:pt x="222002" y="26799"/>
                      <a:pt x="224137" y="27274"/>
                      <a:pt x="226391" y="27749"/>
                    </a:cubicBezTo>
                    <a:lnTo>
                      <a:pt x="226391" y="47907"/>
                    </a:lnTo>
                    <a:cubicBezTo>
                      <a:pt x="223781" y="47077"/>
                      <a:pt x="220815" y="46722"/>
                      <a:pt x="217848" y="46722"/>
                    </a:cubicBezTo>
                    <a:cubicBezTo>
                      <a:pt x="205508" y="46722"/>
                      <a:pt x="199932" y="53717"/>
                      <a:pt x="199932" y="67354"/>
                    </a:cubicBezTo>
                    <a:lnTo>
                      <a:pt x="199932" y="99491"/>
                    </a:lnTo>
                    <a:lnTo>
                      <a:pt x="181184" y="99491"/>
                    </a:lnTo>
                    <a:lnTo>
                      <a:pt x="181184" y="28341"/>
                    </a:lnTo>
                    <a:lnTo>
                      <a:pt x="199220" y="28341"/>
                    </a:lnTo>
                    <a:lnTo>
                      <a:pt x="199220" y="39962"/>
                    </a:lnTo>
                    <a:lnTo>
                      <a:pt x="199220" y="40200"/>
                    </a:lnTo>
                    <a:cubicBezTo>
                      <a:pt x="203016" y="31899"/>
                      <a:pt x="209424" y="26799"/>
                      <a:pt x="219391" y="26799"/>
                    </a:cubicBezTo>
                    <a:close/>
                    <a:moveTo>
                      <a:pt x="130282" y="26799"/>
                    </a:moveTo>
                    <a:cubicBezTo>
                      <a:pt x="151995" y="26799"/>
                      <a:pt x="165403" y="41741"/>
                      <a:pt x="165403" y="64627"/>
                    </a:cubicBezTo>
                    <a:lnTo>
                      <a:pt x="165403" y="69726"/>
                    </a:lnTo>
                    <a:lnTo>
                      <a:pt x="113077" y="69726"/>
                    </a:lnTo>
                    <a:lnTo>
                      <a:pt x="113077" y="69963"/>
                    </a:lnTo>
                    <a:cubicBezTo>
                      <a:pt x="115451" y="79450"/>
                      <a:pt x="123993" y="83600"/>
                      <a:pt x="132299" y="83600"/>
                    </a:cubicBezTo>
                    <a:cubicBezTo>
                      <a:pt x="140604" y="83600"/>
                      <a:pt x="147486" y="80636"/>
                      <a:pt x="152470" y="76367"/>
                    </a:cubicBezTo>
                    <a:lnTo>
                      <a:pt x="160301" y="91901"/>
                    </a:lnTo>
                    <a:cubicBezTo>
                      <a:pt x="154487" y="96762"/>
                      <a:pt x="145588" y="101268"/>
                      <a:pt x="131943" y="101268"/>
                    </a:cubicBezTo>
                    <a:cubicBezTo>
                      <a:pt x="107856" y="101268"/>
                      <a:pt x="93855" y="85142"/>
                      <a:pt x="93855" y="64034"/>
                    </a:cubicBezTo>
                    <a:cubicBezTo>
                      <a:pt x="93855" y="42927"/>
                      <a:pt x="107975" y="26799"/>
                      <a:pt x="130282" y="26799"/>
                    </a:cubicBezTo>
                    <a:close/>
                    <a:moveTo>
                      <a:pt x="680362" y="9487"/>
                    </a:moveTo>
                    <a:lnTo>
                      <a:pt x="699108" y="9487"/>
                    </a:lnTo>
                    <a:lnTo>
                      <a:pt x="699108" y="28579"/>
                    </a:lnTo>
                    <a:lnTo>
                      <a:pt x="717144" y="28579"/>
                    </a:lnTo>
                    <a:lnTo>
                      <a:pt x="717144" y="44350"/>
                    </a:lnTo>
                    <a:lnTo>
                      <a:pt x="699108" y="44350"/>
                    </a:lnTo>
                    <a:lnTo>
                      <a:pt x="699108" y="75180"/>
                    </a:lnTo>
                    <a:cubicBezTo>
                      <a:pt x="699108" y="79687"/>
                      <a:pt x="701363" y="81584"/>
                      <a:pt x="706228" y="81584"/>
                    </a:cubicBezTo>
                    <a:cubicBezTo>
                      <a:pt x="709075" y="81584"/>
                      <a:pt x="711448" y="81347"/>
                      <a:pt x="716670" y="80398"/>
                    </a:cubicBezTo>
                    <a:lnTo>
                      <a:pt x="716670" y="98186"/>
                    </a:lnTo>
                    <a:lnTo>
                      <a:pt x="716670" y="98305"/>
                    </a:lnTo>
                    <a:cubicBezTo>
                      <a:pt x="711448" y="99609"/>
                      <a:pt x="705990" y="100439"/>
                      <a:pt x="701245" y="100439"/>
                    </a:cubicBezTo>
                    <a:cubicBezTo>
                      <a:pt x="687955" y="100439"/>
                      <a:pt x="680362" y="94153"/>
                      <a:pt x="680362" y="77908"/>
                    </a:cubicBezTo>
                    <a:lnTo>
                      <a:pt x="680362" y="44350"/>
                    </a:lnTo>
                    <a:lnTo>
                      <a:pt x="667427" y="44350"/>
                    </a:lnTo>
                    <a:lnTo>
                      <a:pt x="667427" y="28579"/>
                    </a:lnTo>
                    <a:lnTo>
                      <a:pt x="680362" y="28579"/>
                    </a:lnTo>
                    <a:close/>
                    <a:moveTo>
                      <a:pt x="353351" y="0"/>
                    </a:moveTo>
                    <a:lnTo>
                      <a:pt x="445308" y="0"/>
                    </a:lnTo>
                    <a:lnTo>
                      <a:pt x="445308" y="19922"/>
                    </a:lnTo>
                    <a:lnTo>
                      <a:pt x="409237" y="19922"/>
                    </a:lnTo>
                    <a:lnTo>
                      <a:pt x="409237" y="99609"/>
                    </a:lnTo>
                    <a:lnTo>
                      <a:pt x="389304" y="99609"/>
                    </a:lnTo>
                    <a:lnTo>
                      <a:pt x="389304" y="19922"/>
                    </a:lnTo>
                    <a:lnTo>
                      <a:pt x="353351" y="19922"/>
                    </a:lnTo>
                    <a:close/>
                    <a:moveTo>
                      <a:pt x="0" y="0"/>
                    </a:moveTo>
                    <a:lnTo>
                      <a:pt x="81278" y="0"/>
                    </a:lnTo>
                    <a:lnTo>
                      <a:pt x="81278" y="14348"/>
                    </a:lnTo>
                    <a:lnTo>
                      <a:pt x="29782" y="79568"/>
                    </a:lnTo>
                    <a:lnTo>
                      <a:pt x="81278" y="79568"/>
                    </a:lnTo>
                    <a:lnTo>
                      <a:pt x="81278" y="99491"/>
                    </a:lnTo>
                    <a:lnTo>
                      <a:pt x="0" y="99491"/>
                    </a:lnTo>
                    <a:lnTo>
                      <a:pt x="0" y="85261"/>
                    </a:lnTo>
                    <a:lnTo>
                      <a:pt x="51496" y="19922"/>
                    </a:lnTo>
                    <a:lnTo>
                      <a:pt x="0" y="199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33" rIns="121900" bIns="60933" anchor="ctr" anchorCtr="0">
                <a:noAutofit/>
              </a:bodyPr>
              <a:lstStyle/>
              <a:p>
                <a:pPr defTabSz="1219170"/>
                <a:endParaRPr sz="1200">
                  <a:solidFill>
                    <a:srgbClr val="FFFFFF"/>
                  </a:solidFill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sp>
          <p:nvSpPr>
            <p:cNvPr id="105" name="Google Shape;447;p36">
              <a:extLst>
                <a:ext uri="{FF2B5EF4-FFF2-40B4-BE49-F238E27FC236}">
                  <a16:creationId xmlns:a16="http://schemas.microsoft.com/office/drawing/2014/main" id="{8BAE7CF4-2A87-197E-D6B4-84DD9EBB4F6E}"/>
                </a:ext>
              </a:extLst>
            </p:cNvPr>
            <p:cNvSpPr/>
            <p:nvPr/>
          </p:nvSpPr>
          <p:spPr>
            <a:xfrm>
              <a:off x="6723892" y="3626261"/>
              <a:ext cx="109714" cy="68016"/>
            </a:xfrm>
            <a:custGeom>
              <a:avLst/>
              <a:gdLst/>
              <a:ahLst/>
              <a:cxnLst/>
              <a:rect l="l" t="t" r="r" b="b"/>
              <a:pathLst>
                <a:path w="933738" h="578857" extrusionOk="0">
                  <a:moveTo>
                    <a:pt x="931888" y="294460"/>
                  </a:moveTo>
                  <a:cubicBezTo>
                    <a:pt x="947033" y="387043"/>
                    <a:pt x="866642" y="439240"/>
                    <a:pt x="785203" y="445241"/>
                  </a:cubicBezTo>
                  <a:cubicBezTo>
                    <a:pt x="733673" y="551826"/>
                    <a:pt x="550507" y="623740"/>
                    <a:pt x="392202" y="546492"/>
                  </a:cubicBezTo>
                  <a:cubicBezTo>
                    <a:pt x="324574" y="556779"/>
                    <a:pt x="287427" y="539824"/>
                    <a:pt x="258852" y="507439"/>
                  </a:cubicBezTo>
                  <a:cubicBezTo>
                    <a:pt x="316764" y="432954"/>
                    <a:pt x="492119" y="298747"/>
                    <a:pt x="706527" y="367993"/>
                  </a:cubicBezTo>
                  <a:cubicBezTo>
                    <a:pt x="820827" y="404950"/>
                    <a:pt x="850640" y="318082"/>
                    <a:pt x="821779" y="285507"/>
                  </a:cubicBezTo>
                  <a:cubicBezTo>
                    <a:pt x="713956" y="163015"/>
                    <a:pt x="470211" y="273315"/>
                    <a:pt x="461448" y="282459"/>
                  </a:cubicBezTo>
                  <a:cubicBezTo>
                    <a:pt x="556984" y="135869"/>
                    <a:pt x="899313" y="94721"/>
                    <a:pt x="931888" y="294460"/>
                  </a:cubicBezTo>
                  <a:close/>
                  <a:moveTo>
                    <a:pt x="603847" y="126154"/>
                  </a:moveTo>
                  <a:cubicBezTo>
                    <a:pt x="604419" y="126154"/>
                    <a:pt x="526028" y="98341"/>
                    <a:pt x="416395" y="145680"/>
                  </a:cubicBezTo>
                  <a:cubicBezTo>
                    <a:pt x="411982" y="144033"/>
                    <a:pt x="407659" y="142157"/>
                    <a:pt x="403441" y="140060"/>
                  </a:cubicBezTo>
                  <a:cubicBezTo>
                    <a:pt x="508883" y="70242"/>
                    <a:pt x="601275" y="40238"/>
                    <a:pt x="680333" y="51859"/>
                  </a:cubicBezTo>
                  <a:cubicBezTo>
                    <a:pt x="632708" y="-3291"/>
                    <a:pt x="402489" y="-43391"/>
                    <a:pt x="270758" y="88244"/>
                  </a:cubicBezTo>
                  <a:cubicBezTo>
                    <a:pt x="107880" y="56240"/>
                    <a:pt x="-6039" y="194067"/>
                    <a:pt x="248" y="320273"/>
                  </a:cubicBezTo>
                  <a:cubicBezTo>
                    <a:pt x="6534" y="446479"/>
                    <a:pt x="144456" y="524775"/>
                    <a:pt x="222752" y="503534"/>
                  </a:cubicBezTo>
                  <a:cubicBezTo>
                    <a:pt x="224649" y="503297"/>
                    <a:pt x="226569" y="503297"/>
                    <a:pt x="228467" y="503534"/>
                  </a:cubicBezTo>
                  <a:cubicBezTo>
                    <a:pt x="245898" y="420286"/>
                    <a:pt x="316668" y="226452"/>
                    <a:pt x="603847" y="126154"/>
                  </a:cubicBezTo>
                  <a:close/>
                </a:path>
              </a:pathLst>
            </a:custGeom>
            <a:solidFill>
              <a:srgbClr val="246CF7"/>
            </a:solidFill>
            <a:ln>
              <a:noFill/>
            </a:ln>
          </p:spPr>
          <p:txBody>
            <a:bodyPr spcFirstLastPara="1" wrap="square" lIns="121900" tIns="60933" rIns="121900" bIns="60933" anchor="ctr" anchorCtr="0">
              <a:noAutofit/>
            </a:bodyPr>
            <a:lstStyle/>
            <a:p>
              <a:pPr defTabSz="1219170"/>
              <a:endParaRPr sz="1867"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106" name="Google Shape;448;p36">
              <a:extLst>
                <a:ext uri="{FF2B5EF4-FFF2-40B4-BE49-F238E27FC236}">
                  <a16:creationId xmlns:a16="http://schemas.microsoft.com/office/drawing/2014/main" id="{3C3AF006-4BC2-6DA3-4FAE-3E1EB493FAC8}"/>
                </a:ext>
              </a:extLst>
            </p:cNvPr>
            <p:cNvSpPr/>
            <p:nvPr/>
          </p:nvSpPr>
          <p:spPr>
            <a:xfrm>
              <a:off x="8249353" y="3623086"/>
              <a:ext cx="109714" cy="68016"/>
            </a:xfrm>
            <a:custGeom>
              <a:avLst/>
              <a:gdLst/>
              <a:ahLst/>
              <a:cxnLst/>
              <a:rect l="l" t="t" r="r" b="b"/>
              <a:pathLst>
                <a:path w="933738" h="578857" extrusionOk="0">
                  <a:moveTo>
                    <a:pt x="931888" y="294460"/>
                  </a:moveTo>
                  <a:cubicBezTo>
                    <a:pt x="947033" y="387043"/>
                    <a:pt x="866642" y="439240"/>
                    <a:pt x="785203" y="445241"/>
                  </a:cubicBezTo>
                  <a:cubicBezTo>
                    <a:pt x="733673" y="551826"/>
                    <a:pt x="550507" y="623740"/>
                    <a:pt x="392202" y="546492"/>
                  </a:cubicBezTo>
                  <a:cubicBezTo>
                    <a:pt x="324574" y="556779"/>
                    <a:pt x="287427" y="539824"/>
                    <a:pt x="258852" y="507439"/>
                  </a:cubicBezTo>
                  <a:cubicBezTo>
                    <a:pt x="316764" y="432954"/>
                    <a:pt x="492119" y="298747"/>
                    <a:pt x="706527" y="367993"/>
                  </a:cubicBezTo>
                  <a:cubicBezTo>
                    <a:pt x="820827" y="404950"/>
                    <a:pt x="850640" y="318082"/>
                    <a:pt x="821779" y="285507"/>
                  </a:cubicBezTo>
                  <a:cubicBezTo>
                    <a:pt x="713956" y="163015"/>
                    <a:pt x="470211" y="273315"/>
                    <a:pt x="461448" y="282459"/>
                  </a:cubicBezTo>
                  <a:cubicBezTo>
                    <a:pt x="556984" y="135869"/>
                    <a:pt x="899313" y="94721"/>
                    <a:pt x="931888" y="294460"/>
                  </a:cubicBezTo>
                  <a:close/>
                  <a:moveTo>
                    <a:pt x="603847" y="126154"/>
                  </a:moveTo>
                  <a:cubicBezTo>
                    <a:pt x="604419" y="126154"/>
                    <a:pt x="526028" y="98341"/>
                    <a:pt x="416395" y="145680"/>
                  </a:cubicBezTo>
                  <a:cubicBezTo>
                    <a:pt x="411982" y="144033"/>
                    <a:pt x="407659" y="142157"/>
                    <a:pt x="403441" y="140060"/>
                  </a:cubicBezTo>
                  <a:cubicBezTo>
                    <a:pt x="508883" y="70242"/>
                    <a:pt x="601275" y="40238"/>
                    <a:pt x="680333" y="51859"/>
                  </a:cubicBezTo>
                  <a:cubicBezTo>
                    <a:pt x="632708" y="-3291"/>
                    <a:pt x="402489" y="-43391"/>
                    <a:pt x="270758" y="88244"/>
                  </a:cubicBezTo>
                  <a:cubicBezTo>
                    <a:pt x="107880" y="56240"/>
                    <a:pt x="-6039" y="194067"/>
                    <a:pt x="248" y="320273"/>
                  </a:cubicBezTo>
                  <a:cubicBezTo>
                    <a:pt x="6534" y="446479"/>
                    <a:pt x="144456" y="524775"/>
                    <a:pt x="222752" y="503534"/>
                  </a:cubicBezTo>
                  <a:cubicBezTo>
                    <a:pt x="224649" y="503297"/>
                    <a:pt x="226569" y="503297"/>
                    <a:pt x="228467" y="503534"/>
                  </a:cubicBezTo>
                  <a:cubicBezTo>
                    <a:pt x="245898" y="420286"/>
                    <a:pt x="316668" y="226452"/>
                    <a:pt x="603847" y="126154"/>
                  </a:cubicBezTo>
                  <a:close/>
                </a:path>
              </a:pathLst>
            </a:custGeom>
            <a:solidFill>
              <a:srgbClr val="246CF7"/>
            </a:solidFill>
            <a:ln>
              <a:noFill/>
            </a:ln>
          </p:spPr>
          <p:txBody>
            <a:bodyPr spcFirstLastPara="1" wrap="square" lIns="121900" tIns="60933" rIns="121900" bIns="60933" anchor="ctr" anchorCtr="0">
              <a:noAutofit/>
            </a:bodyPr>
            <a:lstStyle/>
            <a:p>
              <a:pPr defTabSz="1219170"/>
              <a:endParaRPr sz="1867">
                <a:ea typeface="Century Gothic"/>
                <a:cs typeface="Century Gothic"/>
                <a:sym typeface="Century Gothic"/>
              </a:endParaRPr>
            </a:p>
          </p:txBody>
        </p:sp>
      </p:grpSp>
      <p:sp>
        <p:nvSpPr>
          <p:cNvPr id="111" name="Google Shape;449;p36">
            <a:extLst>
              <a:ext uri="{FF2B5EF4-FFF2-40B4-BE49-F238E27FC236}">
                <a16:creationId xmlns:a16="http://schemas.microsoft.com/office/drawing/2014/main" id="{33B65FE8-5198-7951-FD46-7E5A904E3985}"/>
              </a:ext>
            </a:extLst>
          </p:cNvPr>
          <p:cNvSpPr txBox="1"/>
          <p:nvPr/>
        </p:nvSpPr>
        <p:spPr>
          <a:xfrm>
            <a:off x="7474533" y="5414367"/>
            <a:ext cx="3158800" cy="15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/>
            <a:r>
              <a:rPr lang="en" sz="1067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Branch / Factory / Campus</a:t>
            </a:r>
            <a:endParaRPr sz="1067" b="1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112" name="Google Shape;450;p36">
            <a:extLst>
              <a:ext uri="{FF2B5EF4-FFF2-40B4-BE49-F238E27FC236}">
                <a16:creationId xmlns:a16="http://schemas.microsoft.com/office/drawing/2014/main" id="{10DA9919-5036-4790-8BF7-A92385F1DF26}"/>
              </a:ext>
            </a:extLst>
          </p:cNvPr>
          <p:cNvSpPr txBox="1"/>
          <p:nvPr/>
        </p:nvSpPr>
        <p:spPr>
          <a:xfrm>
            <a:off x="6207317" y="3933100"/>
            <a:ext cx="1094349" cy="5980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7300" tIns="38633" rIns="77300" bIns="38633" anchor="t" anchorCtr="0">
            <a:spAutoFit/>
          </a:bodyPr>
          <a:lstStyle/>
          <a:p>
            <a:pPr defTabSz="1219170">
              <a:buClr>
                <a:srgbClr val="246CF7"/>
              </a:buClr>
              <a:buSzPts val="507"/>
            </a:pPr>
            <a:r>
              <a:rPr lang="en" sz="676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Internal Communication</a:t>
            </a:r>
            <a:endParaRPr sz="1240" dirty="0">
              <a:solidFill>
                <a:srgbClr val="FFFFFF"/>
              </a:solidFill>
            </a:endParaRPr>
          </a:p>
          <a:p>
            <a:pPr defTabSz="1219170"/>
            <a:r>
              <a:rPr lang="en" sz="676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Each device isolated to a /32 “network of one”</a:t>
            </a:r>
            <a:endParaRPr sz="676" dirty="0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</p:txBody>
      </p:sp>
      <p:cxnSp>
        <p:nvCxnSpPr>
          <p:cNvPr id="113" name="Google Shape;451;p36">
            <a:extLst>
              <a:ext uri="{FF2B5EF4-FFF2-40B4-BE49-F238E27FC236}">
                <a16:creationId xmlns:a16="http://schemas.microsoft.com/office/drawing/2014/main" id="{57CC60AC-856C-15F0-6103-1DA0779751CD}"/>
              </a:ext>
            </a:extLst>
          </p:cNvPr>
          <p:cNvCxnSpPr/>
          <p:nvPr/>
        </p:nvCxnSpPr>
        <p:spPr>
          <a:xfrm>
            <a:off x="8974917" y="1571113"/>
            <a:ext cx="0" cy="380400"/>
          </a:xfrm>
          <a:prstGeom prst="straightConnector1">
            <a:avLst/>
          </a:prstGeom>
          <a:noFill/>
          <a:ln w="15875" cap="flat" cmpd="sng">
            <a:solidFill>
              <a:schemeClr val="dk1"/>
            </a:solidFill>
            <a:prstDash val="solid"/>
            <a:miter lim="800000"/>
            <a:headEnd type="triangle" w="sm" len="sm"/>
            <a:tailEnd type="none" w="sm" len="sm"/>
          </a:ln>
        </p:spPr>
      </p:cxnSp>
      <p:cxnSp>
        <p:nvCxnSpPr>
          <p:cNvPr id="114" name="Google Shape;452;p36">
            <a:extLst>
              <a:ext uri="{FF2B5EF4-FFF2-40B4-BE49-F238E27FC236}">
                <a16:creationId xmlns:a16="http://schemas.microsoft.com/office/drawing/2014/main" id="{FAE9E297-533D-817E-6BC0-932A7671DBDD}"/>
              </a:ext>
            </a:extLst>
          </p:cNvPr>
          <p:cNvCxnSpPr/>
          <p:nvPr/>
        </p:nvCxnSpPr>
        <p:spPr>
          <a:xfrm rot="10800000" flipH="1">
            <a:off x="7216421" y="4152553"/>
            <a:ext cx="628000" cy="3600"/>
          </a:xfrm>
          <a:prstGeom prst="straightConnector1">
            <a:avLst/>
          </a:prstGeom>
          <a:noFill/>
          <a:ln w="8050" cap="flat" cmpd="sng">
            <a:solidFill>
              <a:srgbClr val="FFFFFF"/>
            </a:solidFill>
            <a:prstDash val="dot"/>
            <a:miter lim="800000"/>
            <a:headEnd type="none" w="sm" len="sm"/>
            <a:tailEnd type="triangle" w="med" len="med"/>
          </a:ln>
        </p:spPr>
      </p:cxnSp>
      <p:cxnSp>
        <p:nvCxnSpPr>
          <p:cNvPr id="115" name="Google Shape;453;p36">
            <a:extLst>
              <a:ext uri="{FF2B5EF4-FFF2-40B4-BE49-F238E27FC236}">
                <a16:creationId xmlns:a16="http://schemas.microsoft.com/office/drawing/2014/main" id="{6F1163C5-248A-1F09-A401-E8B99AAF066C}"/>
              </a:ext>
            </a:extLst>
          </p:cNvPr>
          <p:cNvCxnSpPr/>
          <p:nvPr/>
        </p:nvCxnSpPr>
        <p:spPr>
          <a:xfrm>
            <a:off x="9058000" y="2723000"/>
            <a:ext cx="1442400" cy="0"/>
          </a:xfrm>
          <a:prstGeom prst="straightConnector1">
            <a:avLst/>
          </a:prstGeom>
          <a:noFill/>
          <a:ln w="8050" cap="flat" cmpd="sng">
            <a:solidFill>
              <a:srgbClr val="FFFFFF"/>
            </a:solidFill>
            <a:prstDash val="dot"/>
            <a:miter lim="800000"/>
            <a:headEnd type="triangle" w="sm" len="sm"/>
            <a:tailEnd type="none" w="med" len="med"/>
          </a:ln>
        </p:spPr>
      </p:cxnSp>
      <p:sp>
        <p:nvSpPr>
          <p:cNvPr id="116" name="Google Shape;454;p36">
            <a:extLst>
              <a:ext uri="{FF2B5EF4-FFF2-40B4-BE49-F238E27FC236}">
                <a16:creationId xmlns:a16="http://schemas.microsoft.com/office/drawing/2014/main" id="{60D67C2C-F686-41EA-F733-4DBD3584B834}"/>
              </a:ext>
            </a:extLst>
          </p:cNvPr>
          <p:cNvSpPr txBox="1"/>
          <p:nvPr/>
        </p:nvSpPr>
        <p:spPr>
          <a:xfrm>
            <a:off x="10545779" y="2412101"/>
            <a:ext cx="1197600" cy="4940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7300" tIns="38633" rIns="77300" bIns="38633" anchor="t" anchorCtr="0">
            <a:spAutoFit/>
          </a:bodyPr>
          <a:lstStyle/>
          <a:p>
            <a:pPr defTabSz="1219170">
              <a:buClr>
                <a:srgbClr val="246CF7"/>
              </a:buClr>
              <a:buSzPts val="507"/>
            </a:pPr>
            <a:r>
              <a:rPr lang="en" sz="676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External Communication</a:t>
            </a:r>
            <a:endParaRPr sz="1240" dirty="0">
              <a:solidFill>
                <a:srgbClr val="FFFFFF"/>
              </a:solidFill>
            </a:endParaRPr>
          </a:p>
          <a:p>
            <a:pPr defTabSz="1219170"/>
            <a:r>
              <a:rPr lang="en" sz="676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All communication proxied through the</a:t>
            </a:r>
            <a:endParaRPr sz="676" dirty="0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  <a:p>
            <a:pPr defTabSz="1219170"/>
            <a:r>
              <a:rPr lang="en" sz="676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Zero Trust Exchange</a:t>
            </a:r>
            <a:endParaRPr sz="676" dirty="0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117" name="Google Shape;455;p36">
            <a:extLst>
              <a:ext uri="{FF2B5EF4-FFF2-40B4-BE49-F238E27FC236}">
                <a16:creationId xmlns:a16="http://schemas.microsoft.com/office/drawing/2014/main" id="{46EE178A-F80B-1A67-DD86-6AA886EEB1A3}"/>
              </a:ext>
            </a:extLst>
          </p:cNvPr>
          <p:cNvSpPr txBox="1"/>
          <p:nvPr/>
        </p:nvSpPr>
        <p:spPr>
          <a:xfrm>
            <a:off x="10625579" y="4593563"/>
            <a:ext cx="1197600" cy="5980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7300" tIns="38633" rIns="77300" bIns="38633" anchor="t" anchorCtr="0">
            <a:spAutoFit/>
          </a:bodyPr>
          <a:lstStyle/>
          <a:p>
            <a:pPr defTabSz="1219170">
              <a:buClr>
                <a:srgbClr val="246CF7"/>
              </a:buClr>
              <a:buSzPts val="507"/>
            </a:pPr>
            <a:r>
              <a:rPr lang="en" sz="676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Automated</a:t>
            </a:r>
            <a:endParaRPr sz="676" b="1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  <a:p>
            <a:pPr defTabSz="1219170">
              <a:buClr>
                <a:srgbClr val="246CF7"/>
              </a:buClr>
              <a:buSzPts val="507"/>
            </a:pPr>
            <a:r>
              <a:rPr lang="en" sz="676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Asset Discovery</a:t>
            </a:r>
            <a:endParaRPr sz="1240">
              <a:solidFill>
                <a:srgbClr val="FFFFFF"/>
              </a:solidFill>
            </a:endParaRPr>
          </a:p>
          <a:p>
            <a:pPr defTabSz="1219170"/>
            <a:r>
              <a:rPr lang="en" sz="676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See all assets and communication within</a:t>
            </a:r>
            <a:endParaRPr sz="676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  <a:p>
            <a:pPr defTabSz="1219170"/>
            <a:r>
              <a:rPr lang="en" sz="676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the branch</a:t>
            </a:r>
            <a:endParaRPr sz="676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118" name="Google Shape;456;p36">
            <a:extLst>
              <a:ext uri="{FF2B5EF4-FFF2-40B4-BE49-F238E27FC236}">
                <a16:creationId xmlns:a16="http://schemas.microsoft.com/office/drawing/2014/main" id="{C456FB94-5654-0CB9-FB58-D3ED87197687}"/>
              </a:ext>
            </a:extLst>
          </p:cNvPr>
          <p:cNvSpPr txBox="1"/>
          <p:nvPr/>
        </p:nvSpPr>
        <p:spPr>
          <a:xfrm>
            <a:off x="6214925" y="4600743"/>
            <a:ext cx="1211679" cy="4940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7300" tIns="38633" rIns="77300" bIns="38633" anchor="t" anchorCtr="0">
            <a:spAutoFit/>
          </a:bodyPr>
          <a:lstStyle/>
          <a:p>
            <a:pPr defTabSz="1219170">
              <a:buClr>
                <a:srgbClr val="246CF7"/>
              </a:buClr>
              <a:buSzPts val="507"/>
            </a:pPr>
            <a:r>
              <a:rPr lang="en" sz="676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Auto-grouping</a:t>
            </a:r>
            <a:endParaRPr sz="1240">
              <a:solidFill>
                <a:srgbClr val="FFFFFF"/>
              </a:solidFill>
            </a:endParaRPr>
          </a:p>
          <a:p>
            <a:pPr defTabSz="1219170"/>
            <a:r>
              <a:rPr lang="en" sz="676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Segment based on device types and communication patterns</a:t>
            </a:r>
            <a:endParaRPr sz="676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</p:txBody>
      </p:sp>
      <p:cxnSp>
        <p:nvCxnSpPr>
          <p:cNvPr id="119" name="Google Shape;457;p36">
            <a:extLst>
              <a:ext uri="{FF2B5EF4-FFF2-40B4-BE49-F238E27FC236}">
                <a16:creationId xmlns:a16="http://schemas.microsoft.com/office/drawing/2014/main" id="{81515D0F-24D8-17DF-4C57-397287747E0C}"/>
              </a:ext>
            </a:extLst>
          </p:cNvPr>
          <p:cNvCxnSpPr/>
          <p:nvPr/>
        </p:nvCxnSpPr>
        <p:spPr>
          <a:xfrm rot="10800000" flipH="1">
            <a:off x="7339603" y="4853171"/>
            <a:ext cx="304800" cy="5600"/>
          </a:xfrm>
          <a:prstGeom prst="straightConnector1">
            <a:avLst/>
          </a:prstGeom>
          <a:noFill/>
          <a:ln w="8050" cap="flat" cmpd="sng">
            <a:solidFill>
              <a:srgbClr val="FFFFFF"/>
            </a:solidFill>
            <a:prstDash val="dot"/>
            <a:miter lim="800000"/>
            <a:headEnd type="none" w="sm" len="sm"/>
            <a:tailEnd type="triangle" w="med" len="med"/>
          </a:ln>
        </p:spPr>
      </p:cxnSp>
      <p:cxnSp>
        <p:nvCxnSpPr>
          <p:cNvPr id="120" name="Google Shape;458;p36">
            <a:extLst>
              <a:ext uri="{FF2B5EF4-FFF2-40B4-BE49-F238E27FC236}">
                <a16:creationId xmlns:a16="http://schemas.microsoft.com/office/drawing/2014/main" id="{37BBDDC9-04DE-452D-2D8F-86D9E2F86B5E}"/>
              </a:ext>
            </a:extLst>
          </p:cNvPr>
          <p:cNvCxnSpPr>
            <a:cxnSpLocks/>
          </p:cNvCxnSpPr>
          <p:nvPr/>
        </p:nvCxnSpPr>
        <p:spPr>
          <a:xfrm>
            <a:off x="10335933" y="4835487"/>
            <a:ext cx="302283" cy="0"/>
          </a:xfrm>
          <a:prstGeom prst="straightConnector1">
            <a:avLst/>
          </a:prstGeom>
          <a:noFill/>
          <a:ln w="8050" cap="flat" cmpd="sng">
            <a:solidFill>
              <a:srgbClr val="FFFFFF"/>
            </a:solidFill>
            <a:prstDash val="dot"/>
            <a:miter lim="800000"/>
            <a:headEnd type="triangle" w="sm" len="sm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779325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DFD4A217-9A76-C0C0-AA32-676E9CDB1224}"/>
              </a:ext>
            </a:extLst>
          </p:cNvPr>
          <p:cNvSpPr/>
          <p:nvPr/>
        </p:nvSpPr>
        <p:spPr>
          <a:xfrm>
            <a:off x="429629" y="2335150"/>
            <a:ext cx="11332742" cy="1764551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rgbClr val="082254">
                  <a:alpha val="0"/>
                </a:srgbClr>
              </a:gs>
              <a:gs pos="31000">
                <a:schemeClr val="bg1">
                  <a:alpha val="40000"/>
                </a:schemeClr>
              </a:gs>
              <a:gs pos="85000">
                <a:schemeClr val="bg1">
                  <a:alpha val="40000"/>
                </a:schemeClr>
              </a:gs>
              <a:gs pos="100000">
                <a:srgbClr val="082254">
                  <a:alpha val="0"/>
                </a:srgbClr>
              </a:gs>
            </a:gsLst>
            <a:lin ang="10800000" scaled="0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55">
              <a:defRPr/>
            </a:pPr>
            <a:endParaRPr lang="en-US" sz="2000">
              <a:solidFill>
                <a:srgbClr val="FFFFFF"/>
              </a:solidFill>
              <a:latin typeface="GT Haptik Z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1D016CB-D9E1-8430-0FDD-A82BDD9A2137}"/>
              </a:ext>
            </a:extLst>
          </p:cNvPr>
          <p:cNvGrpSpPr/>
          <p:nvPr/>
        </p:nvGrpSpPr>
        <p:grpSpPr>
          <a:xfrm>
            <a:off x="2782475" y="2544797"/>
            <a:ext cx="6901317" cy="1326804"/>
            <a:chOff x="2782258" y="1322751"/>
            <a:chExt cx="6901766" cy="1326890"/>
          </a:xfrm>
        </p:grpSpPr>
        <p:sp>
          <p:nvSpPr>
            <p:cNvPr id="4" name="Google Shape;1615;g274ae08a854_2_0">
              <a:extLst>
                <a:ext uri="{FF2B5EF4-FFF2-40B4-BE49-F238E27FC236}">
                  <a16:creationId xmlns:a16="http://schemas.microsoft.com/office/drawing/2014/main" id="{BAED989A-73AF-4AF9-52A1-E11AE70FE833}"/>
                </a:ext>
              </a:extLst>
            </p:cNvPr>
            <p:cNvSpPr/>
            <p:nvPr/>
          </p:nvSpPr>
          <p:spPr>
            <a:xfrm>
              <a:off x="6777519" y="1322751"/>
              <a:ext cx="2906505" cy="132689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algn="ctr" defTabSz="914355">
                <a:buClr>
                  <a:srgbClr val="575757"/>
                </a:buClr>
                <a:buSzPts val="1100"/>
                <a:defRPr/>
              </a:pPr>
              <a:r>
                <a:rPr lang="en-US" sz="3200" b="1" kern="0" dirty="0">
                  <a:solidFill>
                    <a:srgbClr val="6BFFB3"/>
                  </a:solidFill>
                  <a:latin typeface="GT Haptik ZS"/>
                  <a:ea typeface="Century Gothic"/>
                  <a:cs typeface="Century Gothic"/>
                  <a:sym typeface="Century Gothic"/>
                </a:rPr>
                <a:t>OT / IoT</a:t>
              </a: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r>
                <a:rPr lang="en-US" sz="3200" b="1" kern="0" dirty="0">
                  <a:solidFill>
                    <a:srgbClr val="6BFFB3"/>
                  </a:solidFill>
                  <a:latin typeface="GT Haptik ZS"/>
                  <a:ea typeface="Century Gothic"/>
                  <a:cs typeface="Century Gothic"/>
                  <a:sym typeface="Century Gothic"/>
                </a:rPr>
                <a:t>Segmentation</a:t>
              </a: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endParaRPr lang="en-US" sz="2400" b="1" kern="0" dirty="0">
                <a:solidFill>
                  <a:srgbClr val="6BFFB3"/>
                </a:solidFill>
                <a:latin typeface="GT Haptik ZS"/>
                <a:ea typeface="Century Gothic"/>
                <a:cs typeface="Century Gothic"/>
                <a:sym typeface="Century Gothic"/>
              </a:endParaRP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endParaRPr lang="en-US" sz="2400" b="1" kern="0" dirty="0">
                <a:solidFill>
                  <a:srgbClr val="6BFFB3"/>
                </a:solidFill>
                <a:latin typeface="GT Haptik ZS"/>
                <a:ea typeface="Century Gothic"/>
                <a:cs typeface="Century Gothic"/>
                <a:sym typeface="Century Gothic"/>
              </a:endParaRP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endParaRPr lang="en-US" sz="2400" b="1" kern="0" dirty="0">
                <a:solidFill>
                  <a:srgbClr val="6BFFB3"/>
                </a:solidFill>
                <a:latin typeface="GT Haptik ZS"/>
                <a:ea typeface="Century Gothic"/>
                <a:cs typeface="Century Gothic"/>
                <a:sym typeface="Century Gothic"/>
              </a:endParaRP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endParaRPr lang="en-US" sz="2400" b="1" kern="0" dirty="0">
                <a:solidFill>
                  <a:srgbClr val="6BFFB3"/>
                </a:solidFill>
                <a:latin typeface="GT Haptik ZS"/>
                <a:ea typeface="Century Gothic"/>
                <a:cs typeface="Century Gothic"/>
                <a:sym typeface="Century Gothic"/>
              </a:endParaRP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endParaRPr lang="en-US" sz="2400" b="1" kern="0" dirty="0">
                <a:solidFill>
                  <a:srgbClr val="FFFFFF"/>
                </a:solidFill>
                <a:latin typeface="GT Haptik ZS"/>
                <a:ea typeface="Arial"/>
                <a:cs typeface="Arial"/>
                <a:sym typeface="Century Gothic"/>
              </a:endParaRP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r>
                <a:rPr lang="en-US" sz="2400" b="1" kern="0" dirty="0">
                  <a:solidFill>
                    <a:srgbClr val="6BFFB3"/>
                  </a:solidFill>
                  <a:latin typeface="GT Haptik ZS"/>
                  <a:ea typeface="Arial"/>
                  <a:cs typeface="Arial"/>
                  <a:sym typeface="Century Gothic"/>
                </a:rPr>
                <a:t>Device-Device</a:t>
              </a:r>
              <a:br>
                <a:rPr lang="en-US" sz="2400" kern="0" dirty="0">
                  <a:solidFill>
                    <a:srgbClr val="FFFFFF"/>
                  </a:solidFill>
                  <a:latin typeface="GT Haptik ZS"/>
                  <a:ea typeface="Arial"/>
                  <a:cs typeface="Arial"/>
                  <a:sym typeface="Century Gothic"/>
                </a:rPr>
              </a:br>
              <a:r>
                <a:rPr lang="en-US" sz="2400" kern="0" dirty="0">
                  <a:solidFill>
                    <a:srgbClr val="FFFFFF"/>
                  </a:solidFill>
                  <a:latin typeface="GT Haptik ZS"/>
                  <a:ea typeface="Arial"/>
                  <a:cs typeface="Arial"/>
                  <a:sym typeface="Century Gothic"/>
                </a:rPr>
                <a:t>Segmentation</a:t>
              </a:r>
              <a:endParaRPr sz="3200" kern="0" dirty="0">
                <a:solidFill>
                  <a:srgbClr val="FFFFFF"/>
                </a:solidFill>
                <a:latin typeface="GT Haptik ZS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1615;g274ae08a854_2_0">
              <a:extLst>
                <a:ext uri="{FF2B5EF4-FFF2-40B4-BE49-F238E27FC236}">
                  <a16:creationId xmlns:a16="http://schemas.microsoft.com/office/drawing/2014/main" id="{E7D5F986-6F21-C676-4391-ED5F8E99CFE9}"/>
                </a:ext>
              </a:extLst>
            </p:cNvPr>
            <p:cNvSpPr/>
            <p:nvPr/>
          </p:nvSpPr>
          <p:spPr>
            <a:xfrm>
              <a:off x="2782258" y="1322751"/>
              <a:ext cx="2755013" cy="132689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algn="ctr" defTabSz="914355">
                <a:buClr>
                  <a:srgbClr val="575757"/>
                </a:buClr>
                <a:buSzPts val="1100"/>
                <a:defRPr/>
              </a:pPr>
              <a:r>
                <a:rPr lang="en-US" sz="3200" b="1" kern="0" dirty="0">
                  <a:solidFill>
                    <a:srgbClr val="6BFFB3"/>
                  </a:solidFill>
                  <a:latin typeface="GT Haptik ZS"/>
                  <a:ea typeface="Century Gothic"/>
                  <a:cs typeface="Century Gothic"/>
                  <a:sym typeface="Century Gothic"/>
                </a:rPr>
                <a:t>Zero Trust </a:t>
              </a: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r>
                <a:rPr lang="en-US" sz="3200" b="1" kern="0" dirty="0">
                  <a:solidFill>
                    <a:srgbClr val="6BFFB3"/>
                  </a:solidFill>
                  <a:latin typeface="GT Haptik ZS"/>
                  <a:ea typeface="Century Gothic"/>
                  <a:cs typeface="Century Gothic"/>
                  <a:sym typeface="Century Gothic"/>
                </a:rPr>
                <a:t>Connectivity</a:t>
              </a: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endParaRPr lang="en-US" sz="2400" b="1" kern="0" dirty="0">
                <a:solidFill>
                  <a:srgbClr val="6BFFB3"/>
                </a:solidFill>
                <a:latin typeface="GT Haptik ZS"/>
                <a:ea typeface="Century Gothic"/>
                <a:cs typeface="Century Gothic"/>
                <a:sym typeface="Century Gothic"/>
              </a:endParaRP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endParaRPr lang="en-US" sz="2400" b="1" kern="0" dirty="0">
                <a:solidFill>
                  <a:srgbClr val="6BFFB3"/>
                </a:solidFill>
                <a:latin typeface="GT Haptik ZS"/>
                <a:ea typeface="Century Gothic"/>
                <a:cs typeface="Century Gothic"/>
                <a:sym typeface="Century Gothic"/>
              </a:endParaRP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endParaRPr lang="en-US" sz="2400" b="1" kern="0" dirty="0">
                <a:solidFill>
                  <a:srgbClr val="6BFFB3"/>
                </a:solidFill>
                <a:latin typeface="GT Haptik ZS"/>
                <a:ea typeface="Century Gothic"/>
                <a:cs typeface="Century Gothic"/>
                <a:sym typeface="Century Gothic"/>
              </a:endParaRP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endParaRPr lang="en-US" sz="2400" b="1" kern="0" dirty="0">
                <a:solidFill>
                  <a:srgbClr val="6BFFB3"/>
                </a:solidFill>
                <a:latin typeface="GT Haptik ZS"/>
                <a:ea typeface="Century Gothic"/>
                <a:cs typeface="Century Gothic"/>
                <a:sym typeface="Century Gothic"/>
              </a:endParaRP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endParaRPr lang="en-US" sz="2400" kern="0" dirty="0">
                <a:solidFill>
                  <a:srgbClr val="FFFFFF"/>
                </a:solidFill>
                <a:latin typeface="GT Haptik ZS"/>
                <a:ea typeface="Arial"/>
                <a:cs typeface="Arial"/>
                <a:sym typeface="Century Gothic"/>
              </a:endParaRPr>
            </a:p>
            <a:p>
              <a:pPr algn="ctr" defTabSz="914355">
                <a:buClr>
                  <a:srgbClr val="575757"/>
                </a:buClr>
                <a:buSzPts val="1100"/>
                <a:defRPr/>
              </a:pPr>
              <a:r>
                <a:rPr lang="en-US" sz="2400" kern="0" dirty="0">
                  <a:solidFill>
                    <a:srgbClr val="FFFFFF"/>
                  </a:solidFill>
                  <a:latin typeface="GT Haptik ZS"/>
                  <a:ea typeface="Arial"/>
                  <a:cs typeface="Arial"/>
                  <a:sym typeface="Century Gothic"/>
                </a:rPr>
                <a:t>Secure </a:t>
              </a:r>
              <a:r>
                <a:rPr lang="en-US" sz="2400" b="1" kern="0" dirty="0">
                  <a:solidFill>
                    <a:srgbClr val="6BFFB3"/>
                  </a:solidFill>
                  <a:latin typeface="GT Haptik ZS"/>
                  <a:ea typeface="Arial"/>
                  <a:cs typeface="Arial"/>
                  <a:sym typeface="Century Gothic"/>
                </a:rPr>
                <a:t>Internet</a:t>
              </a:r>
              <a:r>
                <a:rPr lang="en-US" sz="2400" kern="0" dirty="0">
                  <a:solidFill>
                    <a:srgbClr val="FFFFFF"/>
                  </a:solidFill>
                  <a:latin typeface="GT Haptik ZS"/>
                  <a:ea typeface="Arial"/>
                  <a:cs typeface="Arial"/>
                  <a:sym typeface="Century Gothic"/>
                </a:rPr>
                <a:t> Secure </a:t>
              </a:r>
              <a:r>
                <a:rPr lang="en-US" sz="2400" b="1" kern="0" dirty="0">
                  <a:solidFill>
                    <a:srgbClr val="6BFFB3"/>
                  </a:solidFill>
                  <a:latin typeface="GT Haptik ZS"/>
                  <a:ea typeface="Arial"/>
                  <a:cs typeface="Arial"/>
                  <a:sym typeface="Century Gothic"/>
                </a:rPr>
                <a:t>Private Apps</a:t>
              </a: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202DB9BC-AA79-F8A5-4BB0-CFC25BD002BA}"/>
              </a:ext>
            </a:extLst>
          </p:cNvPr>
          <p:cNvSpPr txBox="1"/>
          <p:nvPr/>
        </p:nvSpPr>
        <p:spPr>
          <a:xfrm>
            <a:off x="1657119" y="1169210"/>
            <a:ext cx="9192487" cy="4124206"/>
          </a:xfrm>
          <a:prstGeom prst="rect">
            <a:avLst/>
          </a:prstGeom>
          <a:noFill/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algn="ctr" defTabSz="914355">
              <a:buClr>
                <a:srgbClr val="246CF7"/>
              </a:buClr>
              <a:defRPr/>
            </a:pPr>
            <a:r>
              <a:rPr lang="en-US" sz="4400" dirty="0">
                <a:solidFill>
                  <a:srgbClr val="FFFFFF"/>
                </a:solidFill>
                <a:latin typeface="Century Gothic" panose="020B0502020202020204" pitchFamily="34" charset="0"/>
              </a:rPr>
              <a:t>Introducing</a:t>
            </a:r>
          </a:p>
          <a:p>
            <a:pPr algn="ctr" defTabSz="914355">
              <a:buClr>
                <a:srgbClr val="246CF7"/>
              </a:buClr>
              <a:defRPr/>
            </a:pPr>
            <a:endParaRPr lang="en-US" sz="4400" b="1" dirty="0">
              <a:solidFill>
                <a:srgbClr val="FFFFFF"/>
              </a:solidFill>
              <a:latin typeface="Century Gothic" panose="020B0502020202020204" pitchFamily="34" charset="0"/>
            </a:endParaRPr>
          </a:p>
          <a:p>
            <a:pPr algn="ctr" defTabSz="914355">
              <a:buClr>
                <a:srgbClr val="246CF7"/>
              </a:buClr>
              <a:defRPr/>
            </a:pPr>
            <a:r>
              <a:rPr lang="en-US" sz="6600" b="1" dirty="0">
                <a:solidFill>
                  <a:srgbClr val="6BFFB3"/>
                </a:solidFill>
                <a:latin typeface="Century Gothic" panose="020B0502020202020204" pitchFamily="34" charset="0"/>
              </a:rPr>
              <a:t>Zero Trust Branch</a:t>
            </a:r>
          </a:p>
          <a:p>
            <a:pPr algn="ctr" defTabSz="914355">
              <a:buClr>
                <a:srgbClr val="246CF7"/>
              </a:buClr>
              <a:defRPr/>
            </a:pPr>
            <a:endParaRPr lang="en-US" sz="4400" b="1" dirty="0">
              <a:solidFill>
                <a:srgbClr val="FFFFFF"/>
              </a:solidFill>
              <a:latin typeface="Century Gothic" panose="020B0502020202020204" pitchFamily="34" charset="0"/>
            </a:endParaRPr>
          </a:p>
          <a:p>
            <a:pPr algn="ctr" defTabSz="914355">
              <a:buClr>
                <a:srgbClr val="246CF7"/>
              </a:buClr>
              <a:defRPr/>
            </a:pPr>
            <a:r>
              <a:rPr lang="en-US" sz="3200" dirty="0">
                <a:solidFill>
                  <a:srgbClr val="FFFFFF"/>
                </a:solidFill>
                <a:latin typeface="Century Gothic" panose="020B0502020202020204" pitchFamily="34" charset="0"/>
              </a:rPr>
              <a:t>The Only Solution that Enables </a:t>
            </a:r>
          </a:p>
          <a:p>
            <a:pPr algn="ctr" defTabSz="914355">
              <a:buClr>
                <a:srgbClr val="246CF7"/>
              </a:buClr>
              <a:defRPr/>
            </a:pPr>
            <a:r>
              <a:rPr lang="en-US" sz="3200" b="1" dirty="0">
                <a:solidFill>
                  <a:srgbClr val="6BFFB3"/>
                </a:solidFill>
                <a:latin typeface="Century Gothic" panose="020B0502020202020204" pitchFamily="34" charset="0"/>
              </a:rPr>
              <a:t>Café-Like Branches </a:t>
            </a:r>
          </a:p>
        </p:txBody>
      </p:sp>
      <p:pic>
        <p:nvPicPr>
          <p:cNvPr id="7" name="Picture 6" descr="A back of a grey device&#10;&#10;AI-generated content may be incorrect.">
            <a:extLst>
              <a:ext uri="{FF2B5EF4-FFF2-40B4-BE49-F238E27FC236}">
                <a16:creationId xmlns:a16="http://schemas.microsoft.com/office/drawing/2014/main" id="{BFBC22FB-E553-4DD6-FCBA-9DA15BA3A78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311706" y="2864576"/>
            <a:ext cx="3611527" cy="817347"/>
          </a:xfrm>
          <a:prstGeom prst="rect">
            <a:avLst/>
          </a:prstGeom>
          <a:effectLst>
            <a:outerShdw blurRad="215900" algn="ctr" rotWithShape="0">
              <a:schemeClr val="bg1">
                <a:alpha val="76372"/>
              </a:schemeClr>
            </a:outerShdw>
          </a:effectLst>
        </p:spPr>
      </p:pic>
      <p:pic>
        <p:nvPicPr>
          <p:cNvPr id="8" name="Picture 7" descr="A back of a black device&#10;&#10;AI-generated content may be incorrect.">
            <a:extLst>
              <a:ext uri="{FF2B5EF4-FFF2-40B4-BE49-F238E27FC236}">
                <a16:creationId xmlns:a16="http://schemas.microsoft.com/office/drawing/2014/main" id="{B5D54E3C-D95A-7AD7-631E-E3C943287158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633429" y="2820421"/>
            <a:ext cx="3270516" cy="844431"/>
          </a:xfrm>
          <a:prstGeom prst="rect">
            <a:avLst/>
          </a:prstGeom>
          <a:effectLst>
            <a:outerShdw blurRad="215900" algn="ctr" rotWithShape="0">
              <a:schemeClr val="bg1">
                <a:alpha val="76372"/>
              </a:schemeClr>
            </a:outerShdw>
          </a:effectLst>
        </p:spPr>
      </p:pic>
    </p:spTree>
    <p:extLst>
      <p:ext uri="{BB962C8B-B14F-4D97-AF65-F5344CB8AC3E}">
        <p14:creationId xmlns:p14="http://schemas.microsoft.com/office/powerpoint/2010/main" val="20730398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3.33333E-6 L 0.16445 0.00047 " pathEditMode="relative" rAng="0" ptsTypes="AA">
                                      <p:cBhvr>
                                        <p:cTn id="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216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3.33333E-6 L -0.17513 0.0025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63" y="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6" presetClass="entr" presetSubtype="37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F4F8BC-85DD-1CC8-1A11-6C502D18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Zero Trust Branch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3FEDC9E-FA5A-6ADD-EA05-15CF3B70E24B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en-US" dirty="0"/>
              <a:t>Components &amp; Connectivity Flows</a:t>
            </a:r>
          </a:p>
        </p:txBody>
      </p:sp>
      <p:sp>
        <p:nvSpPr>
          <p:cNvPr id="4" name="Rounded Rectangle 3">
            <a:extLst>
              <a:ext uri="{FF2B5EF4-FFF2-40B4-BE49-F238E27FC236}">
                <a16:creationId xmlns:a16="http://schemas.microsoft.com/office/drawing/2014/main" id="{0F8F7797-92A3-433D-F879-2BC22A5CD96F}"/>
              </a:ext>
            </a:extLst>
          </p:cNvPr>
          <p:cNvSpPr/>
          <p:nvPr/>
        </p:nvSpPr>
        <p:spPr>
          <a:xfrm>
            <a:off x="4313557" y="4423775"/>
            <a:ext cx="3934369" cy="1890013"/>
          </a:xfrm>
          <a:prstGeom prst="roundRect">
            <a:avLst/>
          </a:prstGeom>
          <a:noFill/>
          <a:ln w="127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rPr>
              <a:t>Clinic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DD926AF-5361-D16C-603B-DBE8427DB51A}"/>
              </a:ext>
            </a:extLst>
          </p:cNvPr>
          <p:cNvCxnSpPr>
            <a:cxnSpLocks/>
            <a:endCxn id="11" idx="4"/>
          </p:cNvCxnSpPr>
          <p:nvPr/>
        </p:nvCxnSpPr>
        <p:spPr>
          <a:xfrm flipH="1" flipV="1">
            <a:off x="5652174" y="5277722"/>
            <a:ext cx="1642" cy="154506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Google Shape;72;p3">
            <a:extLst>
              <a:ext uri="{FF2B5EF4-FFF2-40B4-BE49-F238E27FC236}">
                <a16:creationId xmlns:a16="http://schemas.microsoft.com/office/drawing/2014/main" id="{466A55BD-BE64-9361-522A-F286BEBFDF7B}"/>
              </a:ext>
            </a:extLst>
          </p:cNvPr>
          <p:cNvSpPr/>
          <p:nvPr/>
        </p:nvSpPr>
        <p:spPr>
          <a:xfrm>
            <a:off x="5637664" y="5595296"/>
            <a:ext cx="155858" cy="239326"/>
          </a:xfrm>
          <a:custGeom>
            <a:avLst/>
            <a:gdLst/>
            <a:ahLst/>
            <a:cxnLst/>
            <a:rect l="l" t="t" r="r" b="b"/>
            <a:pathLst>
              <a:path w="514540" h="790098" extrusionOk="0">
                <a:moveTo>
                  <a:pt x="444532" y="298418"/>
                </a:moveTo>
                <a:lnTo>
                  <a:pt x="70009" y="298418"/>
                </a:lnTo>
                <a:cubicBezTo>
                  <a:pt x="62103" y="298418"/>
                  <a:pt x="55721" y="292037"/>
                  <a:pt x="55721" y="284131"/>
                </a:cubicBezTo>
                <a:cubicBezTo>
                  <a:pt x="55721" y="276225"/>
                  <a:pt x="62103" y="269843"/>
                  <a:pt x="70009" y="269843"/>
                </a:cubicBezTo>
                <a:lnTo>
                  <a:pt x="444627" y="269843"/>
                </a:lnTo>
                <a:cubicBezTo>
                  <a:pt x="452533" y="269843"/>
                  <a:pt x="458914" y="276225"/>
                  <a:pt x="458914" y="284131"/>
                </a:cubicBezTo>
                <a:cubicBezTo>
                  <a:pt x="458914" y="292037"/>
                  <a:pt x="452533" y="298418"/>
                  <a:pt x="444627" y="298418"/>
                </a:cubicBezTo>
                <a:close/>
                <a:moveTo>
                  <a:pt x="70009" y="90488"/>
                </a:moveTo>
                <a:lnTo>
                  <a:pt x="444627" y="90488"/>
                </a:lnTo>
                <a:cubicBezTo>
                  <a:pt x="452533" y="90488"/>
                  <a:pt x="458914" y="84106"/>
                  <a:pt x="458914" y="76200"/>
                </a:cubicBezTo>
                <a:cubicBezTo>
                  <a:pt x="458914" y="68294"/>
                  <a:pt x="452533" y="61913"/>
                  <a:pt x="444627" y="61913"/>
                </a:cubicBezTo>
                <a:lnTo>
                  <a:pt x="70009" y="61913"/>
                </a:lnTo>
                <a:cubicBezTo>
                  <a:pt x="62103" y="61913"/>
                  <a:pt x="55721" y="68294"/>
                  <a:pt x="55721" y="76200"/>
                </a:cubicBezTo>
                <a:cubicBezTo>
                  <a:pt x="55721" y="84106"/>
                  <a:pt x="62103" y="90488"/>
                  <a:pt x="70009" y="90488"/>
                </a:cubicBezTo>
                <a:close/>
                <a:moveTo>
                  <a:pt x="271558" y="360331"/>
                </a:moveTo>
                <a:lnTo>
                  <a:pt x="271558" y="416719"/>
                </a:lnTo>
                <a:lnTo>
                  <a:pt x="463582" y="416719"/>
                </a:lnTo>
                <a:cubicBezTo>
                  <a:pt x="491681" y="416719"/>
                  <a:pt x="514541" y="439579"/>
                  <a:pt x="514541" y="467678"/>
                </a:cubicBezTo>
                <a:cubicBezTo>
                  <a:pt x="514541" y="495776"/>
                  <a:pt x="491681" y="518636"/>
                  <a:pt x="463582" y="518636"/>
                </a:cubicBezTo>
                <a:lnTo>
                  <a:pt x="271558" y="518636"/>
                </a:lnTo>
                <a:lnTo>
                  <a:pt x="271558" y="612267"/>
                </a:lnTo>
                <a:lnTo>
                  <a:pt x="381286" y="689896"/>
                </a:lnTo>
                <a:cubicBezTo>
                  <a:pt x="391097" y="681704"/>
                  <a:pt x="403765" y="676751"/>
                  <a:pt x="417576" y="676751"/>
                </a:cubicBezTo>
                <a:cubicBezTo>
                  <a:pt x="448818" y="676751"/>
                  <a:pt x="474250" y="702183"/>
                  <a:pt x="474250" y="733425"/>
                </a:cubicBezTo>
                <a:cubicBezTo>
                  <a:pt x="474250" y="764667"/>
                  <a:pt x="448818" y="790099"/>
                  <a:pt x="417576" y="790099"/>
                </a:cubicBezTo>
                <a:cubicBezTo>
                  <a:pt x="386334" y="790099"/>
                  <a:pt x="360902" y="764667"/>
                  <a:pt x="360902" y="733425"/>
                </a:cubicBezTo>
                <a:cubicBezTo>
                  <a:pt x="360902" y="726281"/>
                  <a:pt x="362331" y="719519"/>
                  <a:pt x="364712" y="713232"/>
                </a:cubicBezTo>
                <a:lnTo>
                  <a:pt x="257270" y="637223"/>
                </a:lnTo>
                <a:lnTo>
                  <a:pt x="149828" y="713232"/>
                </a:lnTo>
                <a:cubicBezTo>
                  <a:pt x="152210" y="719519"/>
                  <a:pt x="153638" y="726377"/>
                  <a:pt x="153638" y="733425"/>
                </a:cubicBezTo>
                <a:cubicBezTo>
                  <a:pt x="153638" y="764667"/>
                  <a:pt x="128206" y="790099"/>
                  <a:pt x="96964" y="790099"/>
                </a:cubicBezTo>
                <a:cubicBezTo>
                  <a:pt x="65722" y="790099"/>
                  <a:pt x="40291" y="764667"/>
                  <a:pt x="40291" y="733425"/>
                </a:cubicBezTo>
                <a:cubicBezTo>
                  <a:pt x="40291" y="702183"/>
                  <a:pt x="65722" y="676751"/>
                  <a:pt x="96964" y="676751"/>
                </a:cubicBezTo>
                <a:cubicBezTo>
                  <a:pt x="110776" y="676751"/>
                  <a:pt x="123349" y="681704"/>
                  <a:pt x="133255" y="689896"/>
                </a:cubicBezTo>
                <a:lnTo>
                  <a:pt x="242983" y="612267"/>
                </a:lnTo>
                <a:lnTo>
                  <a:pt x="242983" y="518636"/>
                </a:lnTo>
                <a:lnTo>
                  <a:pt x="50959" y="518636"/>
                </a:lnTo>
                <a:cubicBezTo>
                  <a:pt x="22860" y="518636"/>
                  <a:pt x="0" y="495776"/>
                  <a:pt x="0" y="467678"/>
                </a:cubicBezTo>
                <a:cubicBezTo>
                  <a:pt x="0" y="439579"/>
                  <a:pt x="22860" y="416719"/>
                  <a:pt x="50959" y="416719"/>
                </a:cubicBezTo>
                <a:lnTo>
                  <a:pt x="242983" y="416719"/>
                </a:lnTo>
                <a:lnTo>
                  <a:pt x="242983" y="360331"/>
                </a:lnTo>
                <a:lnTo>
                  <a:pt x="45148" y="360331"/>
                </a:lnTo>
                <a:cubicBezTo>
                  <a:pt x="20288" y="360331"/>
                  <a:pt x="95" y="340138"/>
                  <a:pt x="95" y="315278"/>
                </a:cubicBezTo>
                <a:lnTo>
                  <a:pt x="95" y="45053"/>
                </a:lnTo>
                <a:cubicBezTo>
                  <a:pt x="95" y="20193"/>
                  <a:pt x="20288" y="0"/>
                  <a:pt x="45148" y="0"/>
                </a:cubicBezTo>
                <a:lnTo>
                  <a:pt x="469487" y="0"/>
                </a:lnTo>
                <a:cubicBezTo>
                  <a:pt x="494347" y="0"/>
                  <a:pt x="514541" y="20193"/>
                  <a:pt x="514541" y="45053"/>
                </a:cubicBezTo>
                <a:lnTo>
                  <a:pt x="514541" y="315182"/>
                </a:lnTo>
                <a:cubicBezTo>
                  <a:pt x="514541" y="340043"/>
                  <a:pt x="494347" y="360236"/>
                  <a:pt x="469487" y="360236"/>
                </a:cubicBezTo>
                <a:lnTo>
                  <a:pt x="271653" y="360236"/>
                </a:lnTo>
                <a:close/>
                <a:moveTo>
                  <a:pt x="125063" y="733330"/>
                </a:moveTo>
                <a:cubicBezTo>
                  <a:pt x="125063" y="717804"/>
                  <a:pt x="112490" y="705231"/>
                  <a:pt x="96964" y="705231"/>
                </a:cubicBezTo>
                <a:cubicBezTo>
                  <a:pt x="81439" y="705231"/>
                  <a:pt x="68866" y="717804"/>
                  <a:pt x="68866" y="733330"/>
                </a:cubicBezTo>
                <a:cubicBezTo>
                  <a:pt x="68866" y="748856"/>
                  <a:pt x="81439" y="761429"/>
                  <a:pt x="96964" y="761429"/>
                </a:cubicBezTo>
                <a:cubicBezTo>
                  <a:pt x="112490" y="761429"/>
                  <a:pt x="125063" y="748856"/>
                  <a:pt x="125063" y="733330"/>
                </a:cubicBezTo>
                <a:close/>
                <a:moveTo>
                  <a:pt x="389477" y="733330"/>
                </a:moveTo>
                <a:cubicBezTo>
                  <a:pt x="389477" y="748856"/>
                  <a:pt x="402050" y="761429"/>
                  <a:pt x="417576" y="761429"/>
                </a:cubicBezTo>
                <a:cubicBezTo>
                  <a:pt x="433102" y="761429"/>
                  <a:pt x="445675" y="748856"/>
                  <a:pt x="445675" y="733330"/>
                </a:cubicBezTo>
                <a:cubicBezTo>
                  <a:pt x="445675" y="717804"/>
                  <a:pt x="433102" y="705231"/>
                  <a:pt x="417576" y="705231"/>
                </a:cubicBezTo>
                <a:cubicBezTo>
                  <a:pt x="402050" y="705231"/>
                  <a:pt x="389477" y="717804"/>
                  <a:pt x="389477" y="733330"/>
                </a:cubicBezTo>
                <a:close/>
                <a:moveTo>
                  <a:pt x="463582" y="445294"/>
                </a:moveTo>
                <a:lnTo>
                  <a:pt x="50959" y="445294"/>
                </a:lnTo>
                <a:cubicBezTo>
                  <a:pt x="38671" y="445294"/>
                  <a:pt x="28575" y="455295"/>
                  <a:pt x="28575" y="467678"/>
                </a:cubicBezTo>
                <a:cubicBezTo>
                  <a:pt x="28575" y="480060"/>
                  <a:pt x="38576" y="490061"/>
                  <a:pt x="50959" y="490061"/>
                </a:cubicBezTo>
                <a:lnTo>
                  <a:pt x="463487" y="490061"/>
                </a:lnTo>
                <a:cubicBezTo>
                  <a:pt x="475774" y="490061"/>
                  <a:pt x="485870" y="480060"/>
                  <a:pt x="485870" y="467678"/>
                </a:cubicBezTo>
                <a:cubicBezTo>
                  <a:pt x="485870" y="455295"/>
                  <a:pt x="475869" y="445294"/>
                  <a:pt x="463487" y="445294"/>
                </a:cubicBezTo>
                <a:close/>
                <a:moveTo>
                  <a:pt x="45148" y="331756"/>
                </a:moveTo>
                <a:lnTo>
                  <a:pt x="469487" y="331756"/>
                </a:lnTo>
                <a:cubicBezTo>
                  <a:pt x="478536" y="331756"/>
                  <a:pt x="485966" y="324422"/>
                  <a:pt x="485966" y="315278"/>
                </a:cubicBezTo>
                <a:lnTo>
                  <a:pt x="485966" y="45053"/>
                </a:lnTo>
                <a:cubicBezTo>
                  <a:pt x="485966" y="36005"/>
                  <a:pt x="478631" y="28575"/>
                  <a:pt x="469487" y="28575"/>
                </a:cubicBezTo>
                <a:lnTo>
                  <a:pt x="45148" y="28575"/>
                </a:lnTo>
                <a:cubicBezTo>
                  <a:pt x="36100" y="28575"/>
                  <a:pt x="28670" y="35909"/>
                  <a:pt x="28670" y="45053"/>
                </a:cubicBezTo>
                <a:lnTo>
                  <a:pt x="28670" y="315182"/>
                </a:lnTo>
                <a:cubicBezTo>
                  <a:pt x="28670" y="324231"/>
                  <a:pt x="36004" y="331661"/>
                  <a:pt x="45148" y="331661"/>
                </a:cubicBezTo>
                <a:close/>
                <a:moveTo>
                  <a:pt x="313944" y="733330"/>
                </a:moveTo>
                <a:cubicBezTo>
                  <a:pt x="313944" y="764572"/>
                  <a:pt x="288512" y="790004"/>
                  <a:pt x="257270" y="790004"/>
                </a:cubicBezTo>
                <a:cubicBezTo>
                  <a:pt x="226028" y="790004"/>
                  <a:pt x="200596" y="764572"/>
                  <a:pt x="200596" y="733330"/>
                </a:cubicBezTo>
                <a:cubicBezTo>
                  <a:pt x="200596" y="702088"/>
                  <a:pt x="226028" y="676656"/>
                  <a:pt x="257270" y="676656"/>
                </a:cubicBezTo>
                <a:cubicBezTo>
                  <a:pt x="288512" y="676656"/>
                  <a:pt x="313944" y="702088"/>
                  <a:pt x="313944" y="733330"/>
                </a:cubicBezTo>
                <a:close/>
                <a:moveTo>
                  <a:pt x="285369" y="733330"/>
                </a:moveTo>
                <a:cubicBezTo>
                  <a:pt x="285369" y="717804"/>
                  <a:pt x="272796" y="705231"/>
                  <a:pt x="257270" y="705231"/>
                </a:cubicBezTo>
                <a:cubicBezTo>
                  <a:pt x="241744" y="705231"/>
                  <a:pt x="229171" y="717804"/>
                  <a:pt x="229171" y="733330"/>
                </a:cubicBezTo>
                <a:cubicBezTo>
                  <a:pt x="229171" y="748856"/>
                  <a:pt x="241744" y="761429"/>
                  <a:pt x="257270" y="761429"/>
                </a:cubicBezTo>
                <a:cubicBezTo>
                  <a:pt x="272796" y="761429"/>
                  <a:pt x="285369" y="748856"/>
                  <a:pt x="285369" y="733330"/>
                </a:cubicBezTo>
                <a:close/>
                <a:moveTo>
                  <a:pt x="257270" y="222314"/>
                </a:moveTo>
                <a:cubicBezTo>
                  <a:pt x="265176" y="222314"/>
                  <a:pt x="271558" y="215932"/>
                  <a:pt x="271558" y="208026"/>
                </a:cubicBezTo>
                <a:lnTo>
                  <a:pt x="271558" y="194024"/>
                </a:lnTo>
                <a:lnTo>
                  <a:pt x="285560" y="194024"/>
                </a:lnTo>
                <a:cubicBezTo>
                  <a:pt x="293465" y="194024"/>
                  <a:pt x="299847" y="187643"/>
                  <a:pt x="299847" y="179737"/>
                </a:cubicBezTo>
                <a:cubicBezTo>
                  <a:pt x="299847" y="171831"/>
                  <a:pt x="293465" y="165449"/>
                  <a:pt x="285560" y="165449"/>
                </a:cubicBezTo>
                <a:lnTo>
                  <a:pt x="271558" y="165449"/>
                </a:lnTo>
                <a:lnTo>
                  <a:pt x="271558" y="151448"/>
                </a:lnTo>
                <a:cubicBezTo>
                  <a:pt x="271558" y="143542"/>
                  <a:pt x="265176" y="137160"/>
                  <a:pt x="257270" y="137160"/>
                </a:cubicBezTo>
                <a:cubicBezTo>
                  <a:pt x="249364" y="137160"/>
                  <a:pt x="242983" y="143542"/>
                  <a:pt x="242983" y="151448"/>
                </a:cubicBezTo>
                <a:lnTo>
                  <a:pt x="242983" y="165449"/>
                </a:lnTo>
                <a:lnTo>
                  <a:pt x="228981" y="165449"/>
                </a:lnTo>
                <a:cubicBezTo>
                  <a:pt x="221075" y="165449"/>
                  <a:pt x="214693" y="171831"/>
                  <a:pt x="214693" y="179737"/>
                </a:cubicBezTo>
                <a:cubicBezTo>
                  <a:pt x="214693" y="187643"/>
                  <a:pt x="221075" y="194024"/>
                  <a:pt x="228981" y="194024"/>
                </a:cubicBezTo>
                <a:lnTo>
                  <a:pt x="242983" y="194024"/>
                </a:lnTo>
                <a:lnTo>
                  <a:pt x="242983" y="208026"/>
                </a:lnTo>
                <a:cubicBezTo>
                  <a:pt x="242983" y="215932"/>
                  <a:pt x="249364" y="222314"/>
                  <a:pt x="257270" y="22231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D38388F2-611A-A86C-7333-AEE46DA976E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5973179" y="5570119"/>
            <a:ext cx="316227" cy="273657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A1B8560F-6C25-CB35-2546-88EDB06AB5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478814" y="5551428"/>
            <a:ext cx="331666" cy="288672"/>
          </a:xfrm>
          <a:prstGeom prst="rect">
            <a:avLst/>
          </a:prstGeom>
        </p:spPr>
      </p:pic>
      <p:pic>
        <p:nvPicPr>
          <p:cNvPr id="9" name="Graphic 8">
            <a:extLst>
              <a:ext uri="{FF2B5EF4-FFF2-40B4-BE49-F238E27FC236}">
                <a16:creationId xmlns:a16="http://schemas.microsoft.com/office/drawing/2014/main" id="{C7896C11-0A36-230D-C6AC-FA959B15D8D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938662" y="5575319"/>
            <a:ext cx="287087" cy="259303"/>
          </a:xfrm>
          <a:prstGeom prst="rect">
            <a:avLst/>
          </a:prstGeom>
        </p:spPr>
      </p:pic>
      <p:pic>
        <p:nvPicPr>
          <p:cNvPr id="10" name="Graphic 9">
            <a:extLst>
              <a:ext uri="{FF2B5EF4-FFF2-40B4-BE49-F238E27FC236}">
                <a16:creationId xmlns:a16="http://schemas.microsoft.com/office/drawing/2014/main" id="{0529E220-EDF4-6CF8-D091-CD718CC5903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444464" y="5563926"/>
            <a:ext cx="197816" cy="270696"/>
          </a:xfrm>
          <a:prstGeom prst="rect">
            <a:avLst/>
          </a:prstGeom>
        </p:spPr>
      </p:pic>
      <p:sp>
        <p:nvSpPr>
          <p:cNvPr id="11" name="Oval 10">
            <a:extLst>
              <a:ext uri="{FF2B5EF4-FFF2-40B4-BE49-F238E27FC236}">
                <a16:creationId xmlns:a16="http://schemas.microsoft.com/office/drawing/2014/main" id="{C6EF5091-C759-08B4-B0DB-AD73716CD294}"/>
              </a:ext>
            </a:extLst>
          </p:cNvPr>
          <p:cNvSpPr/>
          <p:nvPr/>
        </p:nvSpPr>
        <p:spPr>
          <a:xfrm>
            <a:off x="5507476" y="4988326"/>
            <a:ext cx="289396" cy="28939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2" name="Graphic 14">
            <a:extLst>
              <a:ext uri="{FF2B5EF4-FFF2-40B4-BE49-F238E27FC236}">
                <a16:creationId xmlns:a16="http://schemas.microsoft.com/office/drawing/2014/main" id="{7A98FB96-6FE6-4F49-A67C-F43374D86AC8}"/>
              </a:ext>
            </a:extLst>
          </p:cNvPr>
          <p:cNvSpPr/>
          <p:nvPr/>
        </p:nvSpPr>
        <p:spPr>
          <a:xfrm>
            <a:off x="5556448" y="5037282"/>
            <a:ext cx="194046" cy="195606"/>
          </a:xfrm>
          <a:custGeom>
            <a:avLst/>
            <a:gdLst>
              <a:gd name="connsiteX0" fmla="*/ 533305 w 616458"/>
              <a:gd name="connsiteY0" fmla="*/ 300609 h 621411"/>
              <a:gd name="connsiteX1" fmla="*/ 474059 w 616458"/>
              <a:gd name="connsiteY1" fmla="*/ 241364 h 621411"/>
              <a:gd name="connsiteX2" fmla="*/ 453866 w 616458"/>
              <a:gd name="connsiteY2" fmla="*/ 241364 h 621411"/>
              <a:gd name="connsiteX3" fmla="*/ 453866 w 616458"/>
              <a:gd name="connsiteY3" fmla="*/ 261557 h 621411"/>
              <a:gd name="connsiteX4" fmla="*/ 503015 w 616458"/>
              <a:gd name="connsiteY4" fmla="*/ 310706 h 621411"/>
              <a:gd name="connsiteX5" fmla="*/ 453866 w 616458"/>
              <a:gd name="connsiteY5" fmla="*/ 359855 h 621411"/>
              <a:gd name="connsiteX6" fmla="*/ 453866 w 616458"/>
              <a:gd name="connsiteY6" fmla="*/ 380048 h 621411"/>
              <a:gd name="connsiteX7" fmla="*/ 474059 w 616458"/>
              <a:gd name="connsiteY7" fmla="*/ 380048 h 621411"/>
              <a:gd name="connsiteX8" fmla="*/ 533305 w 616458"/>
              <a:gd name="connsiteY8" fmla="*/ 320802 h 621411"/>
              <a:gd name="connsiteX9" fmla="*/ 537496 w 616458"/>
              <a:gd name="connsiteY9" fmla="*/ 310706 h 621411"/>
              <a:gd name="connsiteX10" fmla="*/ 533305 w 616458"/>
              <a:gd name="connsiteY10" fmla="*/ 300609 h 621411"/>
              <a:gd name="connsiteX11" fmla="*/ 433197 w 616458"/>
              <a:gd name="connsiteY11" fmla="*/ 291656 h 621411"/>
              <a:gd name="connsiteX12" fmla="*/ 432721 w 616458"/>
              <a:gd name="connsiteY12" fmla="*/ 291656 h 621411"/>
              <a:gd name="connsiteX13" fmla="*/ 413957 w 616458"/>
              <a:gd name="connsiteY13" fmla="*/ 310706 h 621411"/>
              <a:gd name="connsiteX14" fmla="*/ 433197 w 616458"/>
              <a:gd name="connsiteY14" fmla="*/ 329756 h 621411"/>
              <a:gd name="connsiteX15" fmla="*/ 452247 w 616458"/>
              <a:gd name="connsiteY15" fmla="*/ 310706 h 621411"/>
              <a:gd name="connsiteX16" fmla="*/ 433197 w 616458"/>
              <a:gd name="connsiteY16" fmla="*/ 291656 h 621411"/>
              <a:gd name="connsiteX17" fmla="*/ 369665 w 616458"/>
              <a:gd name="connsiteY17" fmla="*/ 291656 h 621411"/>
              <a:gd name="connsiteX18" fmla="*/ 369189 w 616458"/>
              <a:gd name="connsiteY18" fmla="*/ 291656 h 621411"/>
              <a:gd name="connsiteX19" fmla="*/ 350330 w 616458"/>
              <a:gd name="connsiteY19" fmla="*/ 310706 h 621411"/>
              <a:gd name="connsiteX20" fmla="*/ 369665 w 616458"/>
              <a:gd name="connsiteY20" fmla="*/ 329756 h 621411"/>
              <a:gd name="connsiteX21" fmla="*/ 388715 w 616458"/>
              <a:gd name="connsiteY21" fmla="*/ 310706 h 621411"/>
              <a:gd name="connsiteX22" fmla="*/ 369665 w 616458"/>
              <a:gd name="connsiteY22" fmla="*/ 291656 h 621411"/>
              <a:gd name="connsiteX23" fmla="*/ 259080 w 616458"/>
              <a:gd name="connsiteY23" fmla="*/ 165068 h 621411"/>
              <a:gd name="connsiteX24" fmla="*/ 308229 w 616458"/>
              <a:gd name="connsiteY24" fmla="*/ 115919 h 621411"/>
              <a:gd name="connsiteX25" fmla="*/ 357378 w 616458"/>
              <a:gd name="connsiteY25" fmla="*/ 165068 h 621411"/>
              <a:gd name="connsiteX26" fmla="*/ 367475 w 616458"/>
              <a:gd name="connsiteY26" fmla="*/ 169259 h 621411"/>
              <a:gd name="connsiteX27" fmla="*/ 377571 w 616458"/>
              <a:gd name="connsiteY27" fmla="*/ 165068 h 621411"/>
              <a:gd name="connsiteX28" fmla="*/ 377571 w 616458"/>
              <a:gd name="connsiteY28" fmla="*/ 144875 h 621411"/>
              <a:gd name="connsiteX29" fmla="*/ 318326 w 616458"/>
              <a:gd name="connsiteY29" fmla="*/ 85630 h 621411"/>
              <a:gd name="connsiteX30" fmla="*/ 298133 w 616458"/>
              <a:gd name="connsiteY30" fmla="*/ 85630 h 621411"/>
              <a:gd name="connsiteX31" fmla="*/ 238887 w 616458"/>
              <a:gd name="connsiteY31" fmla="*/ 144875 h 621411"/>
              <a:gd name="connsiteX32" fmla="*/ 238887 w 616458"/>
              <a:gd name="connsiteY32" fmla="*/ 165068 h 621411"/>
              <a:gd name="connsiteX33" fmla="*/ 259080 w 616458"/>
              <a:gd name="connsiteY33" fmla="*/ 165068 h 621411"/>
              <a:gd name="connsiteX34" fmla="*/ 357378 w 616458"/>
              <a:gd name="connsiteY34" fmla="*/ 456343 h 621411"/>
              <a:gd name="connsiteX35" fmla="*/ 308229 w 616458"/>
              <a:gd name="connsiteY35" fmla="*/ 505492 h 621411"/>
              <a:gd name="connsiteX36" fmla="*/ 259080 w 616458"/>
              <a:gd name="connsiteY36" fmla="*/ 456343 h 621411"/>
              <a:gd name="connsiteX37" fmla="*/ 238887 w 616458"/>
              <a:gd name="connsiteY37" fmla="*/ 456343 h 621411"/>
              <a:gd name="connsiteX38" fmla="*/ 238887 w 616458"/>
              <a:gd name="connsiteY38" fmla="*/ 476536 h 621411"/>
              <a:gd name="connsiteX39" fmla="*/ 298133 w 616458"/>
              <a:gd name="connsiteY39" fmla="*/ 535781 h 621411"/>
              <a:gd name="connsiteX40" fmla="*/ 308229 w 616458"/>
              <a:gd name="connsiteY40" fmla="*/ 539972 h 621411"/>
              <a:gd name="connsiteX41" fmla="*/ 318326 w 616458"/>
              <a:gd name="connsiteY41" fmla="*/ 535781 h 621411"/>
              <a:gd name="connsiteX42" fmla="*/ 377571 w 616458"/>
              <a:gd name="connsiteY42" fmla="*/ 476536 h 621411"/>
              <a:gd name="connsiteX43" fmla="*/ 377571 w 616458"/>
              <a:gd name="connsiteY43" fmla="*/ 456343 h 621411"/>
              <a:gd name="connsiteX44" fmla="*/ 357378 w 616458"/>
              <a:gd name="connsiteY44" fmla="*/ 456343 h 621411"/>
              <a:gd name="connsiteX45" fmla="*/ 308229 w 616458"/>
              <a:gd name="connsiteY45" fmla="*/ 416433 h 621411"/>
              <a:gd name="connsiteX46" fmla="*/ 289179 w 616458"/>
              <a:gd name="connsiteY46" fmla="*/ 435674 h 621411"/>
              <a:gd name="connsiteX47" fmla="*/ 308229 w 616458"/>
              <a:gd name="connsiteY47" fmla="*/ 454724 h 621411"/>
              <a:gd name="connsiteX48" fmla="*/ 327279 w 616458"/>
              <a:gd name="connsiteY48" fmla="*/ 435674 h 621411"/>
              <a:gd name="connsiteX49" fmla="*/ 327279 w 616458"/>
              <a:gd name="connsiteY49" fmla="*/ 435197 h 621411"/>
              <a:gd name="connsiteX50" fmla="*/ 308229 w 616458"/>
              <a:gd name="connsiteY50" fmla="*/ 416433 h 621411"/>
              <a:gd name="connsiteX51" fmla="*/ 327279 w 616458"/>
              <a:gd name="connsiteY51" fmla="*/ 371666 h 621411"/>
              <a:gd name="connsiteX52" fmla="*/ 308229 w 616458"/>
              <a:gd name="connsiteY52" fmla="*/ 352806 h 621411"/>
              <a:gd name="connsiteX53" fmla="*/ 289179 w 616458"/>
              <a:gd name="connsiteY53" fmla="*/ 372142 h 621411"/>
              <a:gd name="connsiteX54" fmla="*/ 308229 w 616458"/>
              <a:gd name="connsiteY54" fmla="*/ 391192 h 621411"/>
              <a:gd name="connsiteX55" fmla="*/ 327279 w 616458"/>
              <a:gd name="connsiteY55" fmla="*/ 372142 h 621411"/>
              <a:gd name="connsiteX56" fmla="*/ 327279 w 616458"/>
              <a:gd name="connsiteY56" fmla="*/ 371666 h 621411"/>
              <a:gd name="connsiteX57" fmla="*/ 308229 w 616458"/>
              <a:gd name="connsiteY57" fmla="*/ 166688 h 621411"/>
              <a:gd name="connsiteX58" fmla="*/ 289179 w 616458"/>
              <a:gd name="connsiteY58" fmla="*/ 185738 h 621411"/>
              <a:gd name="connsiteX59" fmla="*/ 289179 w 616458"/>
              <a:gd name="connsiteY59" fmla="*/ 186214 h 621411"/>
              <a:gd name="connsiteX60" fmla="*/ 308229 w 616458"/>
              <a:gd name="connsiteY60" fmla="*/ 204978 h 621411"/>
              <a:gd name="connsiteX61" fmla="*/ 327279 w 616458"/>
              <a:gd name="connsiteY61" fmla="*/ 185738 h 621411"/>
              <a:gd name="connsiteX62" fmla="*/ 308229 w 616458"/>
              <a:gd name="connsiteY62" fmla="*/ 166688 h 621411"/>
              <a:gd name="connsiteX63" fmla="*/ 308229 w 616458"/>
              <a:gd name="connsiteY63" fmla="*/ 230219 h 621411"/>
              <a:gd name="connsiteX64" fmla="*/ 289179 w 616458"/>
              <a:gd name="connsiteY64" fmla="*/ 249269 h 621411"/>
              <a:gd name="connsiteX65" fmla="*/ 289179 w 616458"/>
              <a:gd name="connsiteY65" fmla="*/ 249746 h 621411"/>
              <a:gd name="connsiteX66" fmla="*/ 308229 w 616458"/>
              <a:gd name="connsiteY66" fmla="*/ 268605 h 621411"/>
              <a:gd name="connsiteX67" fmla="*/ 327279 w 616458"/>
              <a:gd name="connsiteY67" fmla="*/ 249269 h 621411"/>
              <a:gd name="connsiteX68" fmla="*/ 308229 w 616458"/>
              <a:gd name="connsiteY68" fmla="*/ 230219 h 621411"/>
              <a:gd name="connsiteX69" fmla="*/ 247269 w 616458"/>
              <a:gd name="connsiteY69" fmla="*/ 329756 h 621411"/>
              <a:gd name="connsiteX70" fmla="*/ 266129 w 616458"/>
              <a:gd name="connsiteY70" fmla="*/ 310706 h 621411"/>
              <a:gd name="connsiteX71" fmla="*/ 246793 w 616458"/>
              <a:gd name="connsiteY71" fmla="*/ 291656 h 621411"/>
              <a:gd name="connsiteX72" fmla="*/ 227743 w 616458"/>
              <a:gd name="connsiteY72" fmla="*/ 310706 h 621411"/>
              <a:gd name="connsiteX73" fmla="*/ 246793 w 616458"/>
              <a:gd name="connsiteY73" fmla="*/ 329756 h 621411"/>
              <a:gd name="connsiteX74" fmla="*/ 247269 w 616458"/>
              <a:gd name="connsiteY74" fmla="*/ 329756 h 621411"/>
              <a:gd name="connsiteX75" fmla="*/ 183261 w 616458"/>
              <a:gd name="connsiteY75" fmla="*/ 291656 h 621411"/>
              <a:gd name="connsiteX76" fmla="*/ 164211 w 616458"/>
              <a:gd name="connsiteY76" fmla="*/ 310706 h 621411"/>
              <a:gd name="connsiteX77" fmla="*/ 183261 w 616458"/>
              <a:gd name="connsiteY77" fmla="*/ 329756 h 621411"/>
              <a:gd name="connsiteX78" fmla="*/ 183737 w 616458"/>
              <a:gd name="connsiteY78" fmla="*/ 329756 h 621411"/>
              <a:gd name="connsiteX79" fmla="*/ 202502 w 616458"/>
              <a:gd name="connsiteY79" fmla="*/ 310706 h 621411"/>
              <a:gd name="connsiteX80" fmla="*/ 183261 w 616458"/>
              <a:gd name="connsiteY80" fmla="*/ 291656 h 621411"/>
              <a:gd name="connsiteX81" fmla="*/ 113443 w 616458"/>
              <a:gd name="connsiteY81" fmla="*/ 310706 h 621411"/>
              <a:gd name="connsiteX82" fmla="*/ 162592 w 616458"/>
              <a:gd name="connsiteY82" fmla="*/ 261557 h 621411"/>
              <a:gd name="connsiteX83" fmla="*/ 166783 w 616458"/>
              <a:gd name="connsiteY83" fmla="*/ 251460 h 621411"/>
              <a:gd name="connsiteX84" fmla="*/ 162592 w 616458"/>
              <a:gd name="connsiteY84" fmla="*/ 241364 h 621411"/>
              <a:gd name="connsiteX85" fmla="*/ 142399 w 616458"/>
              <a:gd name="connsiteY85" fmla="*/ 241364 h 621411"/>
              <a:gd name="connsiteX86" fmla="*/ 83153 w 616458"/>
              <a:gd name="connsiteY86" fmla="*/ 300609 h 621411"/>
              <a:gd name="connsiteX87" fmla="*/ 83153 w 616458"/>
              <a:gd name="connsiteY87" fmla="*/ 320802 h 621411"/>
              <a:gd name="connsiteX88" fmla="*/ 142399 w 616458"/>
              <a:gd name="connsiteY88" fmla="*/ 380048 h 621411"/>
              <a:gd name="connsiteX89" fmla="*/ 162592 w 616458"/>
              <a:gd name="connsiteY89" fmla="*/ 380048 h 621411"/>
              <a:gd name="connsiteX90" fmla="*/ 162592 w 616458"/>
              <a:gd name="connsiteY90" fmla="*/ 359855 h 621411"/>
              <a:gd name="connsiteX91" fmla="*/ 113443 w 616458"/>
              <a:gd name="connsiteY91" fmla="*/ 310706 h 621411"/>
              <a:gd name="connsiteX92" fmla="*/ 533114 w 616458"/>
              <a:gd name="connsiteY92" fmla="*/ 0 h 621411"/>
              <a:gd name="connsiteX93" fmla="*/ 83344 w 616458"/>
              <a:gd name="connsiteY93" fmla="*/ 0 h 621411"/>
              <a:gd name="connsiteX94" fmla="*/ 0 w 616458"/>
              <a:gd name="connsiteY94" fmla="*/ 83344 h 621411"/>
              <a:gd name="connsiteX95" fmla="*/ 0 w 616458"/>
              <a:gd name="connsiteY95" fmla="*/ 538067 h 621411"/>
              <a:gd name="connsiteX96" fmla="*/ 83344 w 616458"/>
              <a:gd name="connsiteY96" fmla="*/ 621411 h 621411"/>
              <a:gd name="connsiteX97" fmla="*/ 533114 w 616458"/>
              <a:gd name="connsiteY97" fmla="*/ 621411 h 621411"/>
              <a:gd name="connsiteX98" fmla="*/ 616458 w 616458"/>
              <a:gd name="connsiteY98" fmla="*/ 538067 h 621411"/>
              <a:gd name="connsiteX99" fmla="*/ 616458 w 616458"/>
              <a:gd name="connsiteY99" fmla="*/ 83344 h 621411"/>
              <a:gd name="connsiteX100" fmla="*/ 533114 w 616458"/>
              <a:gd name="connsiteY100" fmla="*/ 0 h 621411"/>
              <a:gd name="connsiteX101" fmla="*/ 587883 w 616458"/>
              <a:gd name="connsiteY101" fmla="*/ 538067 h 621411"/>
              <a:gd name="connsiteX102" fmla="*/ 533114 w 616458"/>
              <a:gd name="connsiteY102" fmla="*/ 592836 h 621411"/>
              <a:gd name="connsiteX103" fmla="*/ 83344 w 616458"/>
              <a:gd name="connsiteY103" fmla="*/ 592836 h 621411"/>
              <a:gd name="connsiteX104" fmla="*/ 28575 w 616458"/>
              <a:gd name="connsiteY104" fmla="*/ 538067 h 621411"/>
              <a:gd name="connsiteX105" fmla="*/ 28575 w 616458"/>
              <a:gd name="connsiteY105" fmla="*/ 83344 h 621411"/>
              <a:gd name="connsiteX106" fmla="*/ 83344 w 616458"/>
              <a:gd name="connsiteY106" fmla="*/ 28575 h 621411"/>
              <a:gd name="connsiteX107" fmla="*/ 533114 w 616458"/>
              <a:gd name="connsiteY107" fmla="*/ 28575 h 621411"/>
              <a:gd name="connsiteX108" fmla="*/ 587883 w 616458"/>
              <a:gd name="connsiteY108" fmla="*/ 83344 h 621411"/>
              <a:gd name="connsiteX109" fmla="*/ 587883 w 616458"/>
              <a:gd name="connsiteY109" fmla="*/ 538067 h 621411"/>
              <a:gd name="connsiteX110" fmla="*/ 474059 w 616458"/>
              <a:gd name="connsiteY110" fmla="*/ 241364 h 621411"/>
              <a:gd name="connsiteX111" fmla="*/ 453866 w 616458"/>
              <a:gd name="connsiteY111" fmla="*/ 241364 h 621411"/>
              <a:gd name="connsiteX112" fmla="*/ 453866 w 616458"/>
              <a:gd name="connsiteY112" fmla="*/ 261557 h 621411"/>
              <a:gd name="connsiteX113" fmla="*/ 503015 w 616458"/>
              <a:gd name="connsiteY113" fmla="*/ 310706 h 621411"/>
              <a:gd name="connsiteX114" fmla="*/ 453866 w 616458"/>
              <a:gd name="connsiteY114" fmla="*/ 359855 h 621411"/>
              <a:gd name="connsiteX115" fmla="*/ 453866 w 616458"/>
              <a:gd name="connsiteY115" fmla="*/ 380048 h 621411"/>
              <a:gd name="connsiteX116" fmla="*/ 474059 w 616458"/>
              <a:gd name="connsiteY116" fmla="*/ 380048 h 621411"/>
              <a:gd name="connsiteX117" fmla="*/ 533305 w 616458"/>
              <a:gd name="connsiteY117" fmla="*/ 320802 h 621411"/>
              <a:gd name="connsiteX118" fmla="*/ 537496 w 616458"/>
              <a:gd name="connsiteY118" fmla="*/ 310706 h 621411"/>
              <a:gd name="connsiteX119" fmla="*/ 533305 w 616458"/>
              <a:gd name="connsiteY119" fmla="*/ 300609 h 621411"/>
              <a:gd name="connsiteX120" fmla="*/ 474059 w 616458"/>
              <a:gd name="connsiteY120" fmla="*/ 241364 h 621411"/>
              <a:gd name="connsiteX121" fmla="*/ 433197 w 616458"/>
              <a:gd name="connsiteY121" fmla="*/ 291656 h 621411"/>
              <a:gd name="connsiteX122" fmla="*/ 432721 w 616458"/>
              <a:gd name="connsiteY122" fmla="*/ 291656 h 621411"/>
              <a:gd name="connsiteX123" fmla="*/ 413957 w 616458"/>
              <a:gd name="connsiteY123" fmla="*/ 310706 h 621411"/>
              <a:gd name="connsiteX124" fmla="*/ 433197 w 616458"/>
              <a:gd name="connsiteY124" fmla="*/ 329756 h 621411"/>
              <a:gd name="connsiteX125" fmla="*/ 452247 w 616458"/>
              <a:gd name="connsiteY125" fmla="*/ 310706 h 621411"/>
              <a:gd name="connsiteX126" fmla="*/ 433197 w 616458"/>
              <a:gd name="connsiteY126" fmla="*/ 291656 h 621411"/>
              <a:gd name="connsiteX127" fmla="*/ 369665 w 616458"/>
              <a:gd name="connsiteY127" fmla="*/ 291656 h 621411"/>
              <a:gd name="connsiteX128" fmla="*/ 369189 w 616458"/>
              <a:gd name="connsiteY128" fmla="*/ 291656 h 621411"/>
              <a:gd name="connsiteX129" fmla="*/ 350330 w 616458"/>
              <a:gd name="connsiteY129" fmla="*/ 310706 h 621411"/>
              <a:gd name="connsiteX130" fmla="*/ 369665 w 616458"/>
              <a:gd name="connsiteY130" fmla="*/ 329756 h 621411"/>
              <a:gd name="connsiteX131" fmla="*/ 388715 w 616458"/>
              <a:gd name="connsiteY131" fmla="*/ 310706 h 621411"/>
              <a:gd name="connsiteX132" fmla="*/ 369665 w 616458"/>
              <a:gd name="connsiteY132" fmla="*/ 291656 h 621411"/>
              <a:gd name="connsiteX133" fmla="*/ 259080 w 616458"/>
              <a:gd name="connsiteY133" fmla="*/ 165068 h 621411"/>
              <a:gd name="connsiteX134" fmla="*/ 308229 w 616458"/>
              <a:gd name="connsiteY134" fmla="*/ 115919 h 621411"/>
              <a:gd name="connsiteX135" fmla="*/ 357378 w 616458"/>
              <a:gd name="connsiteY135" fmla="*/ 165068 h 621411"/>
              <a:gd name="connsiteX136" fmla="*/ 367475 w 616458"/>
              <a:gd name="connsiteY136" fmla="*/ 169259 h 621411"/>
              <a:gd name="connsiteX137" fmla="*/ 377571 w 616458"/>
              <a:gd name="connsiteY137" fmla="*/ 165068 h 621411"/>
              <a:gd name="connsiteX138" fmla="*/ 377571 w 616458"/>
              <a:gd name="connsiteY138" fmla="*/ 144875 h 621411"/>
              <a:gd name="connsiteX139" fmla="*/ 318326 w 616458"/>
              <a:gd name="connsiteY139" fmla="*/ 85630 h 621411"/>
              <a:gd name="connsiteX140" fmla="*/ 298133 w 616458"/>
              <a:gd name="connsiteY140" fmla="*/ 85630 h 621411"/>
              <a:gd name="connsiteX141" fmla="*/ 238887 w 616458"/>
              <a:gd name="connsiteY141" fmla="*/ 144875 h 621411"/>
              <a:gd name="connsiteX142" fmla="*/ 238887 w 616458"/>
              <a:gd name="connsiteY142" fmla="*/ 165068 h 621411"/>
              <a:gd name="connsiteX143" fmla="*/ 259080 w 616458"/>
              <a:gd name="connsiteY143" fmla="*/ 165068 h 621411"/>
              <a:gd name="connsiteX144" fmla="*/ 357378 w 616458"/>
              <a:gd name="connsiteY144" fmla="*/ 456343 h 621411"/>
              <a:gd name="connsiteX145" fmla="*/ 308229 w 616458"/>
              <a:gd name="connsiteY145" fmla="*/ 505492 h 621411"/>
              <a:gd name="connsiteX146" fmla="*/ 259080 w 616458"/>
              <a:gd name="connsiteY146" fmla="*/ 456343 h 621411"/>
              <a:gd name="connsiteX147" fmla="*/ 238887 w 616458"/>
              <a:gd name="connsiteY147" fmla="*/ 456343 h 621411"/>
              <a:gd name="connsiteX148" fmla="*/ 238887 w 616458"/>
              <a:gd name="connsiteY148" fmla="*/ 476536 h 621411"/>
              <a:gd name="connsiteX149" fmla="*/ 298133 w 616458"/>
              <a:gd name="connsiteY149" fmla="*/ 535781 h 621411"/>
              <a:gd name="connsiteX150" fmla="*/ 308229 w 616458"/>
              <a:gd name="connsiteY150" fmla="*/ 539972 h 621411"/>
              <a:gd name="connsiteX151" fmla="*/ 318326 w 616458"/>
              <a:gd name="connsiteY151" fmla="*/ 535781 h 621411"/>
              <a:gd name="connsiteX152" fmla="*/ 377571 w 616458"/>
              <a:gd name="connsiteY152" fmla="*/ 476536 h 621411"/>
              <a:gd name="connsiteX153" fmla="*/ 377571 w 616458"/>
              <a:gd name="connsiteY153" fmla="*/ 456343 h 621411"/>
              <a:gd name="connsiteX154" fmla="*/ 357378 w 616458"/>
              <a:gd name="connsiteY154" fmla="*/ 456343 h 621411"/>
              <a:gd name="connsiteX155" fmla="*/ 308229 w 616458"/>
              <a:gd name="connsiteY155" fmla="*/ 416433 h 621411"/>
              <a:gd name="connsiteX156" fmla="*/ 289179 w 616458"/>
              <a:gd name="connsiteY156" fmla="*/ 435674 h 621411"/>
              <a:gd name="connsiteX157" fmla="*/ 308229 w 616458"/>
              <a:gd name="connsiteY157" fmla="*/ 454724 h 621411"/>
              <a:gd name="connsiteX158" fmla="*/ 327279 w 616458"/>
              <a:gd name="connsiteY158" fmla="*/ 435674 h 621411"/>
              <a:gd name="connsiteX159" fmla="*/ 327279 w 616458"/>
              <a:gd name="connsiteY159" fmla="*/ 435197 h 621411"/>
              <a:gd name="connsiteX160" fmla="*/ 308229 w 616458"/>
              <a:gd name="connsiteY160" fmla="*/ 416433 h 621411"/>
              <a:gd name="connsiteX161" fmla="*/ 327279 w 616458"/>
              <a:gd name="connsiteY161" fmla="*/ 371666 h 621411"/>
              <a:gd name="connsiteX162" fmla="*/ 308229 w 616458"/>
              <a:gd name="connsiteY162" fmla="*/ 352806 h 621411"/>
              <a:gd name="connsiteX163" fmla="*/ 289179 w 616458"/>
              <a:gd name="connsiteY163" fmla="*/ 372142 h 621411"/>
              <a:gd name="connsiteX164" fmla="*/ 308229 w 616458"/>
              <a:gd name="connsiteY164" fmla="*/ 391192 h 621411"/>
              <a:gd name="connsiteX165" fmla="*/ 327279 w 616458"/>
              <a:gd name="connsiteY165" fmla="*/ 372142 h 621411"/>
              <a:gd name="connsiteX166" fmla="*/ 327279 w 616458"/>
              <a:gd name="connsiteY166" fmla="*/ 371666 h 621411"/>
              <a:gd name="connsiteX167" fmla="*/ 308229 w 616458"/>
              <a:gd name="connsiteY167" fmla="*/ 166688 h 621411"/>
              <a:gd name="connsiteX168" fmla="*/ 289179 w 616458"/>
              <a:gd name="connsiteY168" fmla="*/ 185738 h 621411"/>
              <a:gd name="connsiteX169" fmla="*/ 289179 w 616458"/>
              <a:gd name="connsiteY169" fmla="*/ 186214 h 621411"/>
              <a:gd name="connsiteX170" fmla="*/ 308229 w 616458"/>
              <a:gd name="connsiteY170" fmla="*/ 204978 h 621411"/>
              <a:gd name="connsiteX171" fmla="*/ 327279 w 616458"/>
              <a:gd name="connsiteY171" fmla="*/ 185738 h 621411"/>
              <a:gd name="connsiteX172" fmla="*/ 308229 w 616458"/>
              <a:gd name="connsiteY172" fmla="*/ 166688 h 621411"/>
              <a:gd name="connsiteX173" fmla="*/ 308229 w 616458"/>
              <a:gd name="connsiteY173" fmla="*/ 230219 h 621411"/>
              <a:gd name="connsiteX174" fmla="*/ 289179 w 616458"/>
              <a:gd name="connsiteY174" fmla="*/ 249269 h 621411"/>
              <a:gd name="connsiteX175" fmla="*/ 289179 w 616458"/>
              <a:gd name="connsiteY175" fmla="*/ 249746 h 621411"/>
              <a:gd name="connsiteX176" fmla="*/ 308229 w 616458"/>
              <a:gd name="connsiteY176" fmla="*/ 268605 h 621411"/>
              <a:gd name="connsiteX177" fmla="*/ 327279 w 616458"/>
              <a:gd name="connsiteY177" fmla="*/ 249269 h 621411"/>
              <a:gd name="connsiteX178" fmla="*/ 308229 w 616458"/>
              <a:gd name="connsiteY178" fmla="*/ 230219 h 621411"/>
              <a:gd name="connsiteX179" fmla="*/ 247269 w 616458"/>
              <a:gd name="connsiteY179" fmla="*/ 329756 h 621411"/>
              <a:gd name="connsiteX180" fmla="*/ 266129 w 616458"/>
              <a:gd name="connsiteY180" fmla="*/ 310706 h 621411"/>
              <a:gd name="connsiteX181" fmla="*/ 246793 w 616458"/>
              <a:gd name="connsiteY181" fmla="*/ 291656 h 621411"/>
              <a:gd name="connsiteX182" fmla="*/ 227743 w 616458"/>
              <a:gd name="connsiteY182" fmla="*/ 310706 h 621411"/>
              <a:gd name="connsiteX183" fmla="*/ 246793 w 616458"/>
              <a:gd name="connsiteY183" fmla="*/ 329756 h 621411"/>
              <a:gd name="connsiteX184" fmla="*/ 247269 w 616458"/>
              <a:gd name="connsiteY184" fmla="*/ 329756 h 621411"/>
              <a:gd name="connsiteX185" fmla="*/ 183261 w 616458"/>
              <a:gd name="connsiteY185" fmla="*/ 291656 h 621411"/>
              <a:gd name="connsiteX186" fmla="*/ 164211 w 616458"/>
              <a:gd name="connsiteY186" fmla="*/ 310706 h 621411"/>
              <a:gd name="connsiteX187" fmla="*/ 183261 w 616458"/>
              <a:gd name="connsiteY187" fmla="*/ 329756 h 621411"/>
              <a:gd name="connsiteX188" fmla="*/ 183737 w 616458"/>
              <a:gd name="connsiteY188" fmla="*/ 329756 h 621411"/>
              <a:gd name="connsiteX189" fmla="*/ 202502 w 616458"/>
              <a:gd name="connsiteY189" fmla="*/ 310706 h 621411"/>
              <a:gd name="connsiteX190" fmla="*/ 183261 w 616458"/>
              <a:gd name="connsiteY190" fmla="*/ 291656 h 621411"/>
              <a:gd name="connsiteX191" fmla="*/ 113443 w 616458"/>
              <a:gd name="connsiteY191" fmla="*/ 310706 h 621411"/>
              <a:gd name="connsiteX192" fmla="*/ 162592 w 616458"/>
              <a:gd name="connsiteY192" fmla="*/ 261557 h 621411"/>
              <a:gd name="connsiteX193" fmla="*/ 166783 w 616458"/>
              <a:gd name="connsiteY193" fmla="*/ 251460 h 621411"/>
              <a:gd name="connsiteX194" fmla="*/ 162592 w 616458"/>
              <a:gd name="connsiteY194" fmla="*/ 241364 h 621411"/>
              <a:gd name="connsiteX195" fmla="*/ 142399 w 616458"/>
              <a:gd name="connsiteY195" fmla="*/ 241364 h 621411"/>
              <a:gd name="connsiteX196" fmla="*/ 83153 w 616458"/>
              <a:gd name="connsiteY196" fmla="*/ 300609 h 621411"/>
              <a:gd name="connsiteX197" fmla="*/ 83153 w 616458"/>
              <a:gd name="connsiteY197" fmla="*/ 320802 h 621411"/>
              <a:gd name="connsiteX198" fmla="*/ 142399 w 616458"/>
              <a:gd name="connsiteY198" fmla="*/ 380048 h 621411"/>
              <a:gd name="connsiteX199" fmla="*/ 162592 w 616458"/>
              <a:gd name="connsiteY199" fmla="*/ 380048 h 621411"/>
              <a:gd name="connsiteX200" fmla="*/ 162592 w 616458"/>
              <a:gd name="connsiteY200" fmla="*/ 359855 h 621411"/>
              <a:gd name="connsiteX201" fmla="*/ 113443 w 616458"/>
              <a:gd name="connsiteY201" fmla="*/ 310706 h 621411"/>
              <a:gd name="connsiteX202" fmla="*/ 433197 w 616458"/>
              <a:gd name="connsiteY202" fmla="*/ 291656 h 621411"/>
              <a:gd name="connsiteX203" fmla="*/ 432721 w 616458"/>
              <a:gd name="connsiteY203" fmla="*/ 291656 h 621411"/>
              <a:gd name="connsiteX204" fmla="*/ 413957 w 616458"/>
              <a:gd name="connsiteY204" fmla="*/ 310706 h 621411"/>
              <a:gd name="connsiteX205" fmla="*/ 433197 w 616458"/>
              <a:gd name="connsiteY205" fmla="*/ 329756 h 621411"/>
              <a:gd name="connsiteX206" fmla="*/ 452247 w 616458"/>
              <a:gd name="connsiteY206" fmla="*/ 310706 h 621411"/>
              <a:gd name="connsiteX207" fmla="*/ 433197 w 616458"/>
              <a:gd name="connsiteY207" fmla="*/ 291656 h 621411"/>
              <a:gd name="connsiteX208" fmla="*/ 533305 w 616458"/>
              <a:gd name="connsiteY208" fmla="*/ 300609 h 621411"/>
              <a:gd name="connsiteX209" fmla="*/ 474059 w 616458"/>
              <a:gd name="connsiteY209" fmla="*/ 241364 h 621411"/>
              <a:gd name="connsiteX210" fmla="*/ 453866 w 616458"/>
              <a:gd name="connsiteY210" fmla="*/ 241364 h 621411"/>
              <a:gd name="connsiteX211" fmla="*/ 453866 w 616458"/>
              <a:gd name="connsiteY211" fmla="*/ 261557 h 621411"/>
              <a:gd name="connsiteX212" fmla="*/ 503015 w 616458"/>
              <a:gd name="connsiteY212" fmla="*/ 310706 h 621411"/>
              <a:gd name="connsiteX213" fmla="*/ 453866 w 616458"/>
              <a:gd name="connsiteY213" fmla="*/ 359855 h 621411"/>
              <a:gd name="connsiteX214" fmla="*/ 453866 w 616458"/>
              <a:gd name="connsiteY214" fmla="*/ 380048 h 621411"/>
              <a:gd name="connsiteX215" fmla="*/ 474059 w 616458"/>
              <a:gd name="connsiteY215" fmla="*/ 380048 h 621411"/>
              <a:gd name="connsiteX216" fmla="*/ 533305 w 616458"/>
              <a:gd name="connsiteY216" fmla="*/ 320802 h 621411"/>
              <a:gd name="connsiteX217" fmla="*/ 537496 w 616458"/>
              <a:gd name="connsiteY217" fmla="*/ 310706 h 621411"/>
              <a:gd name="connsiteX218" fmla="*/ 533305 w 616458"/>
              <a:gd name="connsiteY218" fmla="*/ 300609 h 621411"/>
              <a:gd name="connsiteX219" fmla="*/ 162592 w 616458"/>
              <a:gd name="connsiteY219" fmla="*/ 359855 h 621411"/>
              <a:gd name="connsiteX220" fmla="*/ 113443 w 616458"/>
              <a:gd name="connsiteY220" fmla="*/ 310706 h 621411"/>
              <a:gd name="connsiteX221" fmla="*/ 162592 w 616458"/>
              <a:gd name="connsiteY221" fmla="*/ 261557 h 621411"/>
              <a:gd name="connsiteX222" fmla="*/ 166783 w 616458"/>
              <a:gd name="connsiteY222" fmla="*/ 251460 h 621411"/>
              <a:gd name="connsiteX223" fmla="*/ 162592 w 616458"/>
              <a:gd name="connsiteY223" fmla="*/ 241364 h 621411"/>
              <a:gd name="connsiteX224" fmla="*/ 142399 w 616458"/>
              <a:gd name="connsiteY224" fmla="*/ 241364 h 621411"/>
              <a:gd name="connsiteX225" fmla="*/ 83153 w 616458"/>
              <a:gd name="connsiteY225" fmla="*/ 300609 h 621411"/>
              <a:gd name="connsiteX226" fmla="*/ 83153 w 616458"/>
              <a:gd name="connsiteY226" fmla="*/ 320802 h 621411"/>
              <a:gd name="connsiteX227" fmla="*/ 142399 w 616458"/>
              <a:gd name="connsiteY227" fmla="*/ 380048 h 621411"/>
              <a:gd name="connsiteX228" fmla="*/ 162592 w 616458"/>
              <a:gd name="connsiteY228" fmla="*/ 380048 h 621411"/>
              <a:gd name="connsiteX229" fmla="*/ 162592 w 616458"/>
              <a:gd name="connsiteY229" fmla="*/ 359855 h 621411"/>
              <a:gd name="connsiteX230" fmla="*/ 369665 w 616458"/>
              <a:gd name="connsiteY230" fmla="*/ 291656 h 621411"/>
              <a:gd name="connsiteX231" fmla="*/ 369189 w 616458"/>
              <a:gd name="connsiteY231" fmla="*/ 291656 h 621411"/>
              <a:gd name="connsiteX232" fmla="*/ 350330 w 616458"/>
              <a:gd name="connsiteY232" fmla="*/ 310706 h 621411"/>
              <a:gd name="connsiteX233" fmla="*/ 369665 w 616458"/>
              <a:gd name="connsiteY233" fmla="*/ 329756 h 621411"/>
              <a:gd name="connsiteX234" fmla="*/ 388715 w 616458"/>
              <a:gd name="connsiteY234" fmla="*/ 310706 h 621411"/>
              <a:gd name="connsiteX235" fmla="*/ 369665 w 616458"/>
              <a:gd name="connsiteY235" fmla="*/ 291656 h 621411"/>
              <a:gd name="connsiteX236" fmla="*/ 246793 w 616458"/>
              <a:gd name="connsiteY236" fmla="*/ 291656 h 621411"/>
              <a:gd name="connsiteX237" fmla="*/ 227743 w 616458"/>
              <a:gd name="connsiteY237" fmla="*/ 310706 h 621411"/>
              <a:gd name="connsiteX238" fmla="*/ 246793 w 616458"/>
              <a:gd name="connsiteY238" fmla="*/ 329756 h 621411"/>
              <a:gd name="connsiteX239" fmla="*/ 247269 w 616458"/>
              <a:gd name="connsiteY239" fmla="*/ 329756 h 621411"/>
              <a:gd name="connsiteX240" fmla="*/ 266129 w 616458"/>
              <a:gd name="connsiteY240" fmla="*/ 310706 h 621411"/>
              <a:gd name="connsiteX241" fmla="*/ 246793 w 616458"/>
              <a:gd name="connsiteY241" fmla="*/ 291656 h 621411"/>
              <a:gd name="connsiteX242" fmla="*/ 183261 w 616458"/>
              <a:gd name="connsiteY242" fmla="*/ 291656 h 621411"/>
              <a:gd name="connsiteX243" fmla="*/ 164211 w 616458"/>
              <a:gd name="connsiteY243" fmla="*/ 310706 h 621411"/>
              <a:gd name="connsiteX244" fmla="*/ 183261 w 616458"/>
              <a:gd name="connsiteY244" fmla="*/ 329756 h 621411"/>
              <a:gd name="connsiteX245" fmla="*/ 183737 w 616458"/>
              <a:gd name="connsiteY245" fmla="*/ 329756 h 621411"/>
              <a:gd name="connsiteX246" fmla="*/ 202502 w 616458"/>
              <a:gd name="connsiteY246" fmla="*/ 310706 h 621411"/>
              <a:gd name="connsiteX247" fmla="*/ 183261 w 616458"/>
              <a:gd name="connsiteY247" fmla="*/ 291656 h 621411"/>
              <a:gd name="connsiteX248" fmla="*/ 308229 w 616458"/>
              <a:gd name="connsiteY248" fmla="*/ 230219 h 621411"/>
              <a:gd name="connsiteX249" fmla="*/ 289179 w 616458"/>
              <a:gd name="connsiteY249" fmla="*/ 249269 h 621411"/>
              <a:gd name="connsiteX250" fmla="*/ 289179 w 616458"/>
              <a:gd name="connsiteY250" fmla="*/ 249746 h 621411"/>
              <a:gd name="connsiteX251" fmla="*/ 308229 w 616458"/>
              <a:gd name="connsiteY251" fmla="*/ 268605 h 621411"/>
              <a:gd name="connsiteX252" fmla="*/ 327279 w 616458"/>
              <a:gd name="connsiteY252" fmla="*/ 249269 h 621411"/>
              <a:gd name="connsiteX253" fmla="*/ 308229 w 616458"/>
              <a:gd name="connsiteY253" fmla="*/ 230219 h 621411"/>
              <a:gd name="connsiteX254" fmla="*/ 308229 w 616458"/>
              <a:gd name="connsiteY254" fmla="*/ 166688 h 621411"/>
              <a:gd name="connsiteX255" fmla="*/ 289179 w 616458"/>
              <a:gd name="connsiteY255" fmla="*/ 185738 h 621411"/>
              <a:gd name="connsiteX256" fmla="*/ 289179 w 616458"/>
              <a:gd name="connsiteY256" fmla="*/ 186214 h 621411"/>
              <a:gd name="connsiteX257" fmla="*/ 308229 w 616458"/>
              <a:gd name="connsiteY257" fmla="*/ 204978 h 621411"/>
              <a:gd name="connsiteX258" fmla="*/ 327279 w 616458"/>
              <a:gd name="connsiteY258" fmla="*/ 185738 h 621411"/>
              <a:gd name="connsiteX259" fmla="*/ 308229 w 616458"/>
              <a:gd name="connsiteY259" fmla="*/ 166688 h 621411"/>
              <a:gd name="connsiteX260" fmla="*/ 377571 w 616458"/>
              <a:gd name="connsiteY260" fmla="*/ 456343 h 621411"/>
              <a:gd name="connsiteX261" fmla="*/ 357378 w 616458"/>
              <a:gd name="connsiteY261" fmla="*/ 456343 h 621411"/>
              <a:gd name="connsiteX262" fmla="*/ 308229 w 616458"/>
              <a:gd name="connsiteY262" fmla="*/ 505492 h 621411"/>
              <a:gd name="connsiteX263" fmla="*/ 259080 w 616458"/>
              <a:gd name="connsiteY263" fmla="*/ 456343 h 621411"/>
              <a:gd name="connsiteX264" fmla="*/ 238887 w 616458"/>
              <a:gd name="connsiteY264" fmla="*/ 456343 h 621411"/>
              <a:gd name="connsiteX265" fmla="*/ 238887 w 616458"/>
              <a:gd name="connsiteY265" fmla="*/ 476536 h 621411"/>
              <a:gd name="connsiteX266" fmla="*/ 298133 w 616458"/>
              <a:gd name="connsiteY266" fmla="*/ 535781 h 621411"/>
              <a:gd name="connsiteX267" fmla="*/ 308229 w 616458"/>
              <a:gd name="connsiteY267" fmla="*/ 539972 h 621411"/>
              <a:gd name="connsiteX268" fmla="*/ 318326 w 616458"/>
              <a:gd name="connsiteY268" fmla="*/ 535781 h 621411"/>
              <a:gd name="connsiteX269" fmla="*/ 377571 w 616458"/>
              <a:gd name="connsiteY269" fmla="*/ 476536 h 621411"/>
              <a:gd name="connsiteX270" fmla="*/ 377571 w 616458"/>
              <a:gd name="connsiteY270" fmla="*/ 456343 h 621411"/>
              <a:gd name="connsiteX271" fmla="*/ 308229 w 616458"/>
              <a:gd name="connsiteY271" fmla="*/ 416433 h 621411"/>
              <a:gd name="connsiteX272" fmla="*/ 289179 w 616458"/>
              <a:gd name="connsiteY272" fmla="*/ 435674 h 621411"/>
              <a:gd name="connsiteX273" fmla="*/ 308229 w 616458"/>
              <a:gd name="connsiteY273" fmla="*/ 454724 h 621411"/>
              <a:gd name="connsiteX274" fmla="*/ 327279 w 616458"/>
              <a:gd name="connsiteY274" fmla="*/ 435674 h 621411"/>
              <a:gd name="connsiteX275" fmla="*/ 327279 w 616458"/>
              <a:gd name="connsiteY275" fmla="*/ 435197 h 621411"/>
              <a:gd name="connsiteX276" fmla="*/ 308229 w 616458"/>
              <a:gd name="connsiteY276" fmla="*/ 416433 h 621411"/>
              <a:gd name="connsiteX277" fmla="*/ 377571 w 616458"/>
              <a:gd name="connsiteY277" fmla="*/ 144875 h 621411"/>
              <a:gd name="connsiteX278" fmla="*/ 318326 w 616458"/>
              <a:gd name="connsiteY278" fmla="*/ 85630 h 621411"/>
              <a:gd name="connsiteX279" fmla="*/ 298133 w 616458"/>
              <a:gd name="connsiteY279" fmla="*/ 85630 h 621411"/>
              <a:gd name="connsiteX280" fmla="*/ 238887 w 616458"/>
              <a:gd name="connsiteY280" fmla="*/ 144875 h 621411"/>
              <a:gd name="connsiteX281" fmla="*/ 238887 w 616458"/>
              <a:gd name="connsiteY281" fmla="*/ 165068 h 621411"/>
              <a:gd name="connsiteX282" fmla="*/ 259080 w 616458"/>
              <a:gd name="connsiteY282" fmla="*/ 165068 h 621411"/>
              <a:gd name="connsiteX283" fmla="*/ 308229 w 616458"/>
              <a:gd name="connsiteY283" fmla="*/ 115919 h 621411"/>
              <a:gd name="connsiteX284" fmla="*/ 357378 w 616458"/>
              <a:gd name="connsiteY284" fmla="*/ 165068 h 621411"/>
              <a:gd name="connsiteX285" fmla="*/ 367475 w 616458"/>
              <a:gd name="connsiteY285" fmla="*/ 169259 h 621411"/>
              <a:gd name="connsiteX286" fmla="*/ 377571 w 616458"/>
              <a:gd name="connsiteY286" fmla="*/ 165068 h 621411"/>
              <a:gd name="connsiteX287" fmla="*/ 377571 w 616458"/>
              <a:gd name="connsiteY287" fmla="*/ 144875 h 621411"/>
              <a:gd name="connsiteX288" fmla="*/ 308229 w 616458"/>
              <a:gd name="connsiteY288" fmla="*/ 352806 h 621411"/>
              <a:gd name="connsiteX289" fmla="*/ 289179 w 616458"/>
              <a:gd name="connsiteY289" fmla="*/ 372142 h 621411"/>
              <a:gd name="connsiteX290" fmla="*/ 308229 w 616458"/>
              <a:gd name="connsiteY290" fmla="*/ 391192 h 621411"/>
              <a:gd name="connsiteX291" fmla="*/ 327279 w 616458"/>
              <a:gd name="connsiteY291" fmla="*/ 372142 h 621411"/>
              <a:gd name="connsiteX292" fmla="*/ 327279 w 616458"/>
              <a:gd name="connsiteY292" fmla="*/ 371666 h 621411"/>
              <a:gd name="connsiteX293" fmla="*/ 308229 w 616458"/>
              <a:gd name="connsiteY293" fmla="*/ 352806 h 621411"/>
              <a:gd name="connsiteX294" fmla="*/ 533305 w 616458"/>
              <a:gd name="connsiteY294" fmla="*/ 300609 h 621411"/>
              <a:gd name="connsiteX295" fmla="*/ 474059 w 616458"/>
              <a:gd name="connsiteY295" fmla="*/ 241364 h 621411"/>
              <a:gd name="connsiteX296" fmla="*/ 453866 w 616458"/>
              <a:gd name="connsiteY296" fmla="*/ 241364 h 621411"/>
              <a:gd name="connsiteX297" fmla="*/ 453866 w 616458"/>
              <a:gd name="connsiteY297" fmla="*/ 261557 h 621411"/>
              <a:gd name="connsiteX298" fmla="*/ 503015 w 616458"/>
              <a:gd name="connsiteY298" fmla="*/ 310706 h 621411"/>
              <a:gd name="connsiteX299" fmla="*/ 453866 w 616458"/>
              <a:gd name="connsiteY299" fmla="*/ 359855 h 621411"/>
              <a:gd name="connsiteX300" fmla="*/ 453866 w 616458"/>
              <a:gd name="connsiteY300" fmla="*/ 380048 h 621411"/>
              <a:gd name="connsiteX301" fmla="*/ 474059 w 616458"/>
              <a:gd name="connsiteY301" fmla="*/ 380048 h 621411"/>
              <a:gd name="connsiteX302" fmla="*/ 533305 w 616458"/>
              <a:gd name="connsiteY302" fmla="*/ 320802 h 621411"/>
              <a:gd name="connsiteX303" fmla="*/ 537496 w 616458"/>
              <a:gd name="connsiteY303" fmla="*/ 310706 h 621411"/>
              <a:gd name="connsiteX304" fmla="*/ 533305 w 616458"/>
              <a:gd name="connsiteY304" fmla="*/ 300609 h 621411"/>
              <a:gd name="connsiteX305" fmla="*/ 433197 w 616458"/>
              <a:gd name="connsiteY305" fmla="*/ 291656 h 621411"/>
              <a:gd name="connsiteX306" fmla="*/ 432721 w 616458"/>
              <a:gd name="connsiteY306" fmla="*/ 291656 h 621411"/>
              <a:gd name="connsiteX307" fmla="*/ 413957 w 616458"/>
              <a:gd name="connsiteY307" fmla="*/ 310706 h 621411"/>
              <a:gd name="connsiteX308" fmla="*/ 433197 w 616458"/>
              <a:gd name="connsiteY308" fmla="*/ 329756 h 621411"/>
              <a:gd name="connsiteX309" fmla="*/ 452247 w 616458"/>
              <a:gd name="connsiteY309" fmla="*/ 310706 h 621411"/>
              <a:gd name="connsiteX310" fmla="*/ 433197 w 616458"/>
              <a:gd name="connsiteY310" fmla="*/ 291656 h 621411"/>
              <a:gd name="connsiteX311" fmla="*/ 369665 w 616458"/>
              <a:gd name="connsiteY311" fmla="*/ 291656 h 621411"/>
              <a:gd name="connsiteX312" fmla="*/ 369189 w 616458"/>
              <a:gd name="connsiteY312" fmla="*/ 291656 h 621411"/>
              <a:gd name="connsiteX313" fmla="*/ 350330 w 616458"/>
              <a:gd name="connsiteY313" fmla="*/ 310706 h 621411"/>
              <a:gd name="connsiteX314" fmla="*/ 369665 w 616458"/>
              <a:gd name="connsiteY314" fmla="*/ 329756 h 621411"/>
              <a:gd name="connsiteX315" fmla="*/ 388715 w 616458"/>
              <a:gd name="connsiteY315" fmla="*/ 310706 h 621411"/>
              <a:gd name="connsiteX316" fmla="*/ 369665 w 616458"/>
              <a:gd name="connsiteY316" fmla="*/ 291656 h 621411"/>
              <a:gd name="connsiteX317" fmla="*/ 377571 w 616458"/>
              <a:gd name="connsiteY317" fmla="*/ 456343 h 621411"/>
              <a:gd name="connsiteX318" fmla="*/ 357378 w 616458"/>
              <a:gd name="connsiteY318" fmla="*/ 456343 h 621411"/>
              <a:gd name="connsiteX319" fmla="*/ 308229 w 616458"/>
              <a:gd name="connsiteY319" fmla="*/ 505492 h 621411"/>
              <a:gd name="connsiteX320" fmla="*/ 259080 w 616458"/>
              <a:gd name="connsiteY320" fmla="*/ 456343 h 621411"/>
              <a:gd name="connsiteX321" fmla="*/ 238887 w 616458"/>
              <a:gd name="connsiteY321" fmla="*/ 456343 h 621411"/>
              <a:gd name="connsiteX322" fmla="*/ 238887 w 616458"/>
              <a:gd name="connsiteY322" fmla="*/ 476536 h 621411"/>
              <a:gd name="connsiteX323" fmla="*/ 298133 w 616458"/>
              <a:gd name="connsiteY323" fmla="*/ 535781 h 621411"/>
              <a:gd name="connsiteX324" fmla="*/ 308229 w 616458"/>
              <a:gd name="connsiteY324" fmla="*/ 539972 h 621411"/>
              <a:gd name="connsiteX325" fmla="*/ 318326 w 616458"/>
              <a:gd name="connsiteY325" fmla="*/ 535781 h 621411"/>
              <a:gd name="connsiteX326" fmla="*/ 377571 w 616458"/>
              <a:gd name="connsiteY326" fmla="*/ 476536 h 621411"/>
              <a:gd name="connsiteX327" fmla="*/ 377571 w 616458"/>
              <a:gd name="connsiteY327" fmla="*/ 456343 h 621411"/>
              <a:gd name="connsiteX328" fmla="*/ 246793 w 616458"/>
              <a:gd name="connsiteY328" fmla="*/ 291656 h 621411"/>
              <a:gd name="connsiteX329" fmla="*/ 227743 w 616458"/>
              <a:gd name="connsiteY329" fmla="*/ 310706 h 621411"/>
              <a:gd name="connsiteX330" fmla="*/ 246793 w 616458"/>
              <a:gd name="connsiteY330" fmla="*/ 329756 h 621411"/>
              <a:gd name="connsiteX331" fmla="*/ 247269 w 616458"/>
              <a:gd name="connsiteY331" fmla="*/ 329756 h 621411"/>
              <a:gd name="connsiteX332" fmla="*/ 266129 w 616458"/>
              <a:gd name="connsiteY332" fmla="*/ 310706 h 621411"/>
              <a:gd name="connsiteX333" fmla="*/ 246793 w 616458"/>
              <a:gd name="connsiteY333" fmla="*/ 291656 h 621411"/>
              <a:gd name="connsiteX334" fmla="*/ 183261 w 616458"/>
              <a:gd name="connsiteY334" fmla="*/ 291656 h 621411"/>
              <a:gd name="connsiteX335" fmla="*/ 164211 w 616458"/>
              <a:gd name="connsiteY335" fmla="*/ 310706 h 621411"/>
              <a:gd name="connsiteX336" fmla="*/ 183261 w 616458"/>
              <a:gd name="connsiteY336" fmla="*/ 329756 h 621411"/>
              <a:gd name="connsiteX337" fmla="*/ 183737 w 616458"/>
              <a:gd name="connsiteY337" fmla="*/ 329756 h 621411"/>
              <a:gd name="connsiteX338" fmla="*/ 202502 w 616458"/>
              <a:gd name="connsiteY338" fmla="*/ 310706 h 621411"/>
              <a:gd name="connsiteX339" fmla="*/ 183261 w 616458"/>
              <a:gd name="connsiteY339" fmla="*/ 291656 h 621411"/>
              <a:gd name="connsiteX340" fmla="*/ 162592 w 616458"/>
              <a:gd name="connsiteY340" fmla="*/ 359855 h 621411"/>
              <a:gd name="connsiteX341" fmla="*/ 113443 w 616458"/>
              <a:gd name="connsiteY341" fmla="*/ 310706 h 621411"/>
              <a:gd name="connsiteX342" fmla="*/ 162592 w 616458"/>
              <a:gd name="connsiteY342" fmla="*/ 261557 h 621411"/>
              <a:gd name="connsiteX343" fmla="*/ 166783 w 616458"/>
              <a:gd name="connsiteY343" fmla="*/ 251460 h 621411"/>
              <a:gd name="connsiteX344" fmla="*/ 162592 w 616458"/>
              <a:gd name="connsiteY344" fmla="*/ 241364 h 621411"/>
              <a:gd name="connsiteX345" fmla="*/ 142399 w 616458"/>
              <a:gd name="connsiteY345" fmla="*/ 241364 h 621411"/>
              <a:gd name="connsiteX346" fmla="*/ 83153 w 616458"/>
              <a:gd name="connsiteY346" fmla="*/ 300609 h 621411"/>
              <a:gd name="connsiteX347" fmla="*/ 83153 w 616458"/>
              <a:gd name="connsiteY347" fmla="*/ 320802 h 621411"/>
              <a:gd name="connsiteX348" fmla="*/ 142399 w 616458"/>
              <a:gd name="connsiteY348" fmla="*/ 380048 h 621411"/>
              <a:gd name="connsiteX349" fmla="*/ 162592 w 616458"/>
              <a:gd name="connsiteY349" fmla="*/ 380048 h 621411"/>
              <a:gd name="connsiteX350" fmla="*/ 162592 w 616458"/>
              <a:gd name="connsiteY350" fmla="*/ 359855 h 621411"/>
              <a:gd name="connsiteX351" fmla="*/ 308229 w 616458"/>
              <a:gd name="connsiteY351" fmla="*/ 166688 h 621411"/>
              <a:gd name="connsiteX352" fmla="*/ 289179 w 616458"/>
              <a:gd name="connsiteY352" fmla="*/ 185738 h 621411"/>
              <a:gd name="connsiteX353" fmla="*/ 289179 w 616458"/>
              <a:gd name="connsiteY353" fmla="*/ 186214 h 621411"/>
              <a:gd name="connsiteX354" fmla="*/ 308229 w 616458"/>
              <a:gd name="connsiteY354" fmla="*/ 204978 h 621411"/>
              <a:gd name="connsiteX355" fmla="*/ 327279 w 616458"/>
              <a:gd name="connsiteY355" fmla="*/ 185738 h 621411"/>
              <a:gd name="connsiteX356" fmla="*/ 308229 w 616458"/>
              <a:gd name="connsiteY356" fmla="*/ 166688 h 621411"/>
              <a:gd name="connsiteX357" fmla="*/ 308229 w 616458"/>
              <a:gd name="connsiteY357" fmla="*/ 230219 h 621411"/>
              <a:gd name="connsiteX358" fmla="*/ 289179 w 616458"/>
              <a:gd name="connsiteY358" fmla="*/ 249269 h 621411"/>
              <a:gd name="connsiteX359" fmla="*/ 289179 w 616458"/>
              <a:gd name="connsiteY359" fmla="*/ 249746 h 621411"/>
              <a:gd name="connsiteX360" fmla="*/ 308229 w 616458"/>
              <a:gd name="connsiteY360" fmla="*/ 268605 h 621411"/>
              <a:gd name="connsiteX361" fmla="*/ 327279 w 616458"/>
              <a:gd name="connsiteY361" fmla="*/ 249269 h 621411"/>
              <a:gd name="connsiteX362" fmla="*/ 308229 w 616458"/>
              <a:gd name="connsiteY362" fmla="*/ 230219 h 621411"/>
              <a:gd name="connsiteX363" fmla="*/ 308229 w 616458"/>
              <a:gd name="connsiteY363" fmla="*/ 416433 h 621411"/>
              <a:gd name="connsiteX364" fmla="*/ 289179 w 616458"/>
              <a:gd name="connsiteY364" fmla="*/ 435674 h 621411"/>
              <a:gd name="connsiteX365" fmla="*/ 308229 w 616458"/>
              <a:gd name="connsiteY365" fmla="*/ 454724 h 621411"/>
              <a:gd name="connsiteX366" fmla="*/ 327279 w 616458"/>
              <a:gd name="connsiteY366" fmla="*/ 435674 h 621411"/>
              <a:gd name="connsiteX367" fmla="*/ 327279 w 616458"/>
              <a:gd name="connsiteY367" fmla="*/ 435197 h 621411"/>
              <a:gd name="connsiteX368" fmla="*/ 308229 w 616458"/>
              <a:gd name="connsiteY368" fmla="*/ 416433 h 621411"/>
              <a:gd name="connsiteX369" fmla="*/ 308229 w 616458"/>
              <a:gd name="connsiteY369" fmla="*/ 352806 h 621411"/>
              <a:gd name="connsiteX370" fmla="*/ 289179 w 616458"/>
              <a:gd name="connsiteY370" fmla="*/ 372142 h 621411"/>
              <a:gd name="connsiteX371" fmla="*/ 308229 w 616458"/>
              <a:gd name="connsiteY371" fmla="*/ 391192 h 621411"/>
              <a:gd name="connsiteX372" fmla="*/ 327279 w 616458"/>
              <a:gd name="connsiteY372" fmla="*/ 372142 h 621411"/>
              <a:gd name="connsiteX373" fmla="*/ 327279 w 616458"/>
              <a:gd name="connsiteY373" fmla="*/ 371666 h 621411"/>
              <a:gd name="connsiteX374" fmla="*/ 308229 w 616458"/>
              <a:gd name="connsiteY374" fmla="*/ 352806 h 621411"/>
              <a:gd name="connsiteX375" fmla="*/ 377571 w 616458"/>
              <a:gd name="connsiteY375" fmla="*/ 144875 h 621411"/>
              <a:gd name="connsiteX376" fmla="*/ 318326 w 616458"/>
              <a:gd name="connsiteY376" fmla="*/ 85630 h 621411"/>
              <a:gd name="connsiteX377" fmla="*/ 298133 w 616458"/>
              <a:gd name="connsiteY377" fmla="*/ 85630 h 621411"/>
              <a:gd name="connsiteX378" fmla="*/ 238887 w 616458"/>
              <a:gd name="connsiteY378" fmla="*/ 144875 h 621411"/>
              <a:gd name="connsiteX379" fmla="*/ 238887 w 616458"/>
              <a:gd name="connsiteY379" fmla="*/ 165068 h 621411"/>
              <a:gd name="connsiteX380" fmla="*/ 259080 w 616458"/>
              <a:gd name="connsiteY380" fmla="*/ 165068 h 621411"/>
              <a:gd name="connsiteX381" fmla="*/ 308229 w 616458"/>
              <a:gd name="connsiteY381" fmla="*/ 115919 h 621411"/>
              <a:gd name="connsiteX382" fmla="*/ 357378 w 616458"/>
              <a:gd name="connsiteY382" fmla="*/ 165068 h 621411"/>
              <a:gd name="connsiteX383" fmla="*/ 367475 w 616458"/>
              <a:gd name="connsiteY383" fmla="*/ 169259 h 621411"/>
              <a:gd name="connsiteX384" fmla="*/ 377571 w 616458"/>
              <a:gd name="connsiteY384" fmla="*/ 165068 h 621411"/>
              <a:gd name="connsiteX385" fmla="*/ 377571 w 616458"/>
              <a:gd name="connsiteY385" fmla="*/ 144875 h 621411"/>
              <a:gd name="connsiteX386" fmla="*/ 533305 w 616458"/>
              <a:gd name="connsiteY386" fmla="*/ 300609 h 621411"/>
              <a:gd name="connsiteX387" fmla="*/ 474059 w 616458"/>
              <a:gd name="connsiteY387" fmla="*/ 241364 h 621411"/>
              <a:gd name="connsiteX388" fmla="*/ 453866 w 616458"/>
              <a:gd name="connsiteY388" fmla="*/ 241364 h 621411"/>
              <a:gd name="connsiteX389" fmla="*/ 453866 w 616458"/>
              <a:gd name="connsiteY389" fmla="*/ 261557 h 621411"/>
              <a:gd name="connsiteX390" fmla="*/ 503015 w 616458"/>
              <a:gd name="connsiteY390" fmla="*/ 310706 h 621411"/>
              <a:gd name="connsiteX391" fmla="*/ 453866 w 616458"/>
              <a:gd name="connsiteY391" fmla="*/ 359855 h 621411"/>
              <a:gd name="connsiteX392" fmla="*/ 453866 w 616458"/>
              <a:gd name="connsiteY392" fmla="*/ 380048 h 621411"/>
              <a:gd name="connsiteX393" fmla="*/ 474059 w 616458"/>
              <a:gd name="connsiteY393" fmla="*/ 380048 h 621411"/>
              <a:gd name="connsiteX394" fmla="*/ 533305 w 616458"/>
              <a:gd name="connsiteY394" fmla="*/ 320802 h 621411"/>
              <a:gd name="connsiteX395" fmla="*/ 537496 w 616458"/>
              <a:gd name="connsiteY395" fmla="*/ 310706 h 621411"/>
              <a:gd name="connsiteX396" fmla="*/ 533305 w 616458"/>
              <a:gd name="connsiteY396" fmla="*/ 300609 h 621411"/>
              <a:gd name="connsiteX397" fmla="*/ 433197 w 616458"/>
              <a:gd name="connsiteY397" fmla="*/ 291656 h 621411"/>
              <a:gd name="connsiteX398" fmla="*/ 432721 w 616458"/>
              <a:gd name="connsiteY398" fmla="*/ 291656 h 621411"/>
              <a:gd name="connsiteX399" fmla="*/ 413957 w 616458"/>
              <a:gd name="connsiteY399" fmla="*/ 310706 h 621411"/>
              <a:gd name="connsiteX400" fmla="*/ 433197 w 616458"/>
              <a:gd name="connsiteY400" fmla="*/ 329756 h 621411"/>
              <a:gd name="connsiteX401" fmla="*/ 452247 w 616458"/>
              <a:gd name="connsiteY401" fmla="*/ 310706 h 621411"/>
              <a:gd name="connsiteX402" fmla="*/ 433197 w 616458"/>
              <a:gd name="connsiteY402" fmla="*/ 291656 h 621411"/>
              <a:gd name="connsiteX403" fmla="*/ 369665 w 616458"/>
              <a:gd name="connsiteY403" fmla="*/ 291656 h 621411"/>
              <a:gd name="connsiteX404" fmla="*/ 369189 w 616458"/>
              <a:gd name="connsiteY404" fmla="*/ 291656 h 621411"/>
              <a:gd name="connsiteX405" fmla="*/ 350330 w 616458"/>
              <a:gd name="connsiteY405" fmla="*/ 310706 h 621411"/>
              <a:gd name="connsiteX406" fmla="*/ 369665 w 616458"/>
              <a:gd name="connsiteY406" fmla="*/ 329756 h 621411"/>
              <a:gd name="connsiteX407" fmla="*/ 388715 w 616458"/>
              <a:gd name="connsiteY407" fmla="*/ 310706 h 621411"/>
              <a:gd name="connsiteX408" fmla="*/ 369665 w 616458"/>
              <a:gd name="connsiteY408" fmla="*/ 291656 h 621411"/>
              <a:gd name="connsiteX409" fmla="*/ 259080 w 616458"/>
              <a:gd name="connsiteY409" fmla="*/ 165068 h 621411"/>
              <a:gd name="connsiteX410" fmla="*/ 308229 w 616458"/>
              <a:gd name="connsiteY410" fmla="*/ 115919 h 621411"/>
              <a:gd name="connsiteX411" fmla="*/ 357378 w 616458"/>
              <a:gd name="connsiteY411" fmla="*/ 165068 h 621411"/>
              <a:gd name="connsiteX412" fmla="*/ 367475 w 616458"/>
              <a:gd name="connsiteY412" fmla="*/ 169259 h 621411"/>
              <a:gd name="connsiteX413" fmla="*/ 377571 w 616458"/>
              <a:gd name="connsiteY413" fmla="*/ 165068 h 621411"/>
              <a:gd name="connsiteX414" fmla="*/ 377571 w 616458"/>
              <a:gd name="connsiteY414" fmla="*/ 144875 h 621411"/>
              <a:gd name="connsiteX415" fmla="*/ 318326 w 616458"/>
              <a:gd name="connsiteY415" fmla="*/ 85630 h 621411"/>
              <a:gd name="connsiteX416" fmla="*/ 298133 w 616458"/>
              <a:gd name="connsiteY416" fmla="*/ 85630 h 621411"/>
              <a:gd name="connsiteX417" fmla="*/ 238887 w 616458"/>
              <a:gd name="connsiteY417" fmla="*/ 144875 h 621411"/>
              <a:gd name="connsiteX418" fmla="*/ 238887 w 616458"/>
              <a:gd name="connsiteY418" fmla="*/ 165068 h 621411"/>
              <a:gd name="connsiteX419" fmla="*/ 259080 w 616458"/>
              <a:gd name="connsiteY419" fmla="*/ 165068 h 621411"/>
              <a:gd name="connsiteX420" fmla="*/ 357378 w 616458"/>
              <a:gd name="connsiteY420" fmla="*/ 456343 h 621411"/>
              <a:gd name="connsiteX421" fmla="*/ 308229 w 616458"/>
              <a:gd name="connsiteY421" fmla="*/ 505492 h 621411"/>
              <a:gd name="connsiteX422" fmla="*/ 259080 w 616458"/>
              <a:gd name="connsiteY422" fmla="*/ 456343 h 621411"/>
              <a:gd name="connsiteX423" fmla="*/ 238887 w 616458"/>
              <a:gd name="connsiteY423" fmla="*/ 456343 h 621411"/>
              <a:gd name="connsiteX424" fmla="*/ 238887 w 616458"/>
              <a:gd name="connsiteY424" fmla="*/ 476536 h 621411"/>
              <a:gd name="connsiteX425" fmla="*/ 298133 w 616458"/>
              <a:gd name="connsiteY425" fmla="*/ 535781 h 621411"/>
              <a:gd name="connsiteX426" fmla="*/ 308229 w 616458"/>
              <a:gd name="connsiteY426" fmla="*/ 539972 h 621411"/>
              <a:gd name="connsiteX427" fmla="*/ 318326 w 616458"/>
              <a:gd name="connsiteY427" fmla="*/ 535781 h 621411"/>
              <a:gd name="connsiteX428" fmla="*/ 377571 w 616458"/>
              <a:gd name="connsiteY428" fmla="*/ 476536 h 621411"/>
              <a:gd name="connsiteX429" fmla="*/ 377571 w 616458"/>
              <a:gd name="connsiteY429" fmla="*/ 456343 h 621411"/>
              <a:gd name="connsiteX430" fmla="*/ 357378 w 616458"/>
              <a:gd name="connsiteY430" fmla="*/ 456343 h 621411"/>
              <a:gd name="connsiteX431" fmla="*/ 308229 w 616458"/>
              <a:gd name="connsiteY431" fmla="*/ 416433 h 621411"/>
              <a:gd name="connsiteX432" fmla="*/ 289179 w 616458"/>
              <a:gd name="connsiteY432" fmla="*/ 435674 h 621411"/>
              <a:gd name="connsiteX433" fmla="*/ 308229 w 616458"/>
              <a:gd name="connsiteY433" fmla="*/ 454724 h 621411"/>
              <a:gd name="connsiteX434" fmla="*/ 327279 w 616458"/>
              <a:gd name="connsiteY434" fmla="*/ 435674 h 621411"/>
              <a:gd name="connsiteX435" fmla="*/ 327279 w 616458"/>
              <a:gd name="connsiteY435" fmla="*/ 435197 h 621411"/>
              <a:gd name="connsiteX436" fmla="*/ 308229 w 616458"/>
              <a:gd name="connsiteY436" fmla="*/ 416433 h 621411"/>
              <a:gd name="connsiteX437" fmla="*/ 327279 w 616458"/>
              <a:gd name="connsiteY437" fmla="*/ 371666 h 621411"/>
              <a:gd name="connsiteX438" fmla="*/ 308229 w 616458"/>
              <a:gd name="connsiteY438" fmla="*/ 352806 h 621411"/>
              <a:gd name="connsiteX439" fmla="*/ 289179 w 616458"/>
              <a:gd name="connsiteY439" fmla="*/ 372142 h 621411"/>
              <a:gd name="connsiteX440" fmla="*/ 308229 w 616458"/>
              <a:gd name="connsiteY440" fmla="*/ 391192 h 621411"/>
              <a:gd name="connsiteX441" fmla="*/ 327279 w 616458"/>
              <a:gd name="connsiteY441" fmla="*/ 372142 h 621411"/>
              <a:gd name="connsiteX442" fmla="*/ 327279 w 616458"/>
              <a:gd name="connsiteY442" fmla="*/ 371666 h 621411"/>
              <a:gd name="connsiteX443" fmla="*/ 308229 w 616458"/>
              <a:gd name="connsiteY443" fmla="*/ 166688 h 621411"/>
              <a:gd name="connsiteX444" fmla="*/ 289179 w 616458"/>
              <a:gd name="connsiteY444" fmla="*/ 185738 h 621411"/>
              <a:gd name="connsiteX445" fmla="*/ 289179 w 616458"/>
              <a:gd name="connsiteY445" fmla="*/ 186214 h 621411"/>
              <a:gd name="connsiteX446" fmla="*/ 308229 w 616458"/>
              <a:gd name="connsiteY446" fmla="*/ 204978 h 621411"/>
              <a:gd name="connsiteX447" fmla="*/ 327279 w 616458"/>
              <a:gd name="connsiteY447" fmla="*/ 185738 h 621411"/>
              <a:gd name="connsiteX448" fmla="*/ 308229 w 616458"/>
              <a:gd name="connsiteY448" fmla="*/ 166688 h 621411"/>
              <a:gd name="connsiteX449" fmla="*/ 308229 w 616458"/>
              <a:gd name="connsiteY449" fmla="*/ 230219 h 621411"/>
              <a:gd name="connsiteX450" fmla="*/ 289179 w 616458"/>
              <a:gd name="connsiteY450" fmla="*/ 249269 h 621411"/>
              <a:gd name="connsiteX451" fmla="*/ 289179 w 616458"/>
              <a:gd name="connsiteY451" fmla="*/ 249746 h 621411"/>
              <a:gd name="connsiteX452" fmla="*/ 308229 w 616458"/>
              <a:gd name="connsiteY452" fmla="*/ 268605 h 621411"/>
              <a:gd name="connsiteX453" fmla="*/ 327279 w 616458"/>
              <a:gd name="connsiteY453" fmla="*/ 249269 h 621411"/>
              <a:gd name="connsiteX454" fmla="*/ 308229 w 616458"/>
              <a:gd name="connsiteY454" fmla="*/ 230219 h 621411"/>
              <a:gd name="connsiteX455" fmla="*/ 247269 w 616458"/>
              <a:gd name="connsiteY455" fmla="*/ 329756 h 621411"/>
              <a:gd name="connsiteX456" fmla="*/ 266129 w 616458"/>
              <a:gd name="connsiteY456" fmla="*/ 310706 h 621411"/>
              <a:gd name="connsiteX457" fmla="*/ 246793 w 616458"/>
              <a:gd name="connsiteY457" fmla="*/ 291656 h 621411"/>
              <a:gd name="connsiteX458" fmla="*/ 227743 w 616458"/>
              <a:gd name="connsiteY458" fmla="*/ 310706 h 621411"/>
              <a:gd name="connsiteX459" fmla="*/ 246793 w 616458"/>
              <a:gd name="connsiteY459" fmla="*/ 329756 h 621411"/>
              <a:gd name="connsiteX460" fmla="*/ 247269 w 616458"/>
              <a:gd name="connsiteY460" fmla="*/ 329756 h 621411"/>
              <a:gd name="connsiteX461" fmla="*/ 183261 w 616458"/>
              <a:gd name="connsiteY461" fmla="*/ 291656 h 621411"/>
              <a:gd name="connsiteX462" fmla="*/ 164211 w 616458"/>
              <a:gd name="connsiteY462" fmla="*/ 310706 h 621411"/>
              <a:gd name="connsiteX463" fmla="*/ 183261 w 616458"/>
              <a:gd name="connsiteY463" fmla="*/ 329756 h 621411"/>
              <a:gd name="connsiteX464" fmla="*/ 183737 w 616458"/>
              <a:gd name="connsiteY464" fmla="*/ 329756 h 621411"/>
              <a:gd name="connsiteX465" fmla="*/ 202502 w 616458"/>
              <a:gd name="connsiteY465" fmla="*/ 310706 h 621411"/>
              <a:gd name="connsiteX466" fmla="*/ 183261 w 616458"/>
              <a:gd name="connsiteY466" fmla="*/ 291656 h 621411"/>
              <a:gd name="connsiteX467" fmla="*/ 113443 w 616458"/>
              <a:gd name="connsiteY467" fmla="*/ 310706 h 621411"/>
              <a:gd name="connsiteX468" fmla="*/ 162592 w 616458"/>
              <a:gd name="connsiteY468" fmla="*/ 261557 h 621411"/>
              <a:gd name="connsiteX469" fmla="*/ 166783 w 616458"/>
              <a:gd name="connsiteY469" fmla="*/ 251460 h 621411"/>
              <a:gd name="connsiteX470" fmla="*/ 162592 w 616458"/>
              <a:gd name="connsiteY470" fmla="*/ 241364 h 621411"/>
              <a:gd name="connsiteX471" fmla="*/ 142399 w 616458"/>
              <a:gd name="connsiteY471" fmla="*/ 241364 h 621411"/>
              <a:gd name="connsiteX472" fmla="*/ 83153 w 616458"/>
              <a:gd name="connsiteY472" fmla="*/ 300609 h 621411"/>
              <a:gd name="connsiteX473" fmla="*/ 83153 w 616458"/>
              <a:gd name="connsiteY473" fmla="*/ 320802 h 621411"/>
              <a:gd name="connsiteX474" fmla="*/ 142399 w 616458"/>
              <a:gd name="connsiteY474" fmla="*/ 380048 h 621411"/>
              <a:gd name="connsiteX475" fmla="*/ 162592 w 616458"/>
              <a:gd name="connsiteY475" fmla="*/ 380048 h 621411"/>
              <a:gd name="connsiteX476" fmla="*/ 162592 w 616458"/>
              <a:gd name="connsiteY476" fmla="*/ 359855 h 621411"/>
              <a:gd name="connsiteX477" fmla="*/ 113443 w 616458"/>
              <a:gd name="connsiteY477" fmla="*/ 310706 h 621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</a:cxnLst>
            <a:rect l="l" t="t" r="r" b="b"/>
            <a:pathLst>
              <a:path w="616458" h="621411">
                <a:moveTo>
                  <a:pt x="533305" y="300609"/>
                </a:moveTo>
                <a:lnTo>
                  <a:pt x="474059" y="241364"/>
                </a:lnTo>
                <a:cubicBezTo>
                  <a:pt x="468440" y="235744"/>
                  <a:pt x="459391" y="235744"/>
                  <a:pt x="453866" y="241364"/>
                </a:cubicBezTo>
                <a:cubicBezTo>
                  <a:pt x="448246" y="246888"/>
                  <a:pt x="448246" y="255937"/>
                  <a:pt x="453866" y="261557"/>
                </a:cubicBezTo>
                <a:lnTo>
                  <a:pt x="503015" y="310706"/>
                </a:lnTo>
                <a:lnTo>
                  <a:pt x="453866" y="359855"/>
                </a:lnTo>
                <a:cubicBezTo>
                  <a:pt x="448246" y="365474"/>
                  <a:pt x="448246" y="374523"/>
                  <a:pt x="453866" y="380048"/>
                </a:cubicBezTo>
                <a:cubicBezTo>
                  <a:pt x="459391" y="385667"/>
                  <a:pt x="468440" y="385667"/>
                  <a:pt x="474059" y="380048"/>
                </a:cubicBezTo>
                <a:lnTo>
                  <a:pt x="533305" y="320802"/>
                </a:lnTo>
                <a:cubicBezTo>
                  <a:pt x="536162" y="318040"/>
                  <a:pt x="537496" y="314325"/>
                  <a:pt x="537496" y="310706"/>
                </a:cubicBezTo>
                <a:cubicBezTo>
                  <a:pt x="537496" y="307086"/>
                  <a:pt x="536162" y="303371"/>
                  <a:pt x="533305" y="300609"/>
                </a:cubicBezTo>
                <a:close/>
                <a:moveTo>
                  <a:pt x="433197" y="291656"/>
                </a:moveTo>
                <a:lnTo>
                  <a:pt x="432721" y="291656"/>
                </a:lnTo>
                <a:cubicBezTo>
                  <a:pt x="422243" y="291656"/>
                  <a:pt x="413957" y="300228"/>
                  <a:pt x="413957" y="310706"/>
                </a:cubicBezTo>
                <a:cubicBezTo>
                  <a:pt x="413957" y="321183"/>
                  <a:pt x="422719" y="329756"/>
                  <a:pt x="433197" y="329756"/>
                </a:cubicBezTo>
                <a:cubicBezTo>
                  <a:pt x="443675" y="329756"/>
                  <a:pt x="452247" y="321183"/>
                  <a:pt x="452247" y="310706"/>
                </a:cubicBezTo>
                <a:cubicBezTo>
                  <a:pt x="452247" y="300228"/>
                  <a:pt x="443770" y="291656"/>
                  <a:pt x="433197" y="291656"/>
                </a:cubicBezTo>
                <a:close/>
                <a:moveTo>
                  <a:pt x="369665" y="291656"/>
                </a:moveTo>
                <a:lnTo>
                  <a:pt x="369189" y="291656"/>
                </a:lnTo>
                <a:cubicBezTo>
                  <a:pt x="358616" y="291656"/>
                  <a:pt x="350330" y="300228"/>
                  <a:pt x="350330" y="310706"/>
                </a:cubicBezTo>
                <a:cubicBezTo>
                  <a:pt x="350330" y="321183"/>
                  <a:pt x="359092" y="329756"/>
                  <a:pt x="369665" y="329756"/>
                </a:cubicBezTo>
                <a:cubicBezTo>
                  <a:pt x="380238" y="329756"/>
                  <a:pt x="388715" y="321183"/>
                  <a:pt x="388715" y="310706"/>
                </a:cubicBezTo>
                <a:cubicBezTo>
                  <a:pt x="388715" y="300228"/>
                  <a:pt x="380143" y="291656"/>
                  <a:pt x="369665" y="291656"/>
                </a:cubicBezTo>
                <a:close/>
                <a:moveTo>
                  <a:pt x="259080" y="165068"/>
                </a:moveTo>
                <a:lnTo>
                  <a:pt x="308229" y="115919"/>
                </a:lnTo>
                <a:lnTo>
                  <a:pt x="357378" y="165068"/>
                </a:lnTo>
                <a:cubicBezTo>
                  <a:pt x="360236" y="167831"/>
                  <a:pt x="363855" y="169259"/>
                  <a:pt x="367475" y="169259"/>
                </a:cubicBezTo>
                <a:cubicBezTo>
                  <a:pt x="371094" y="169259"/>
                  <a:pt x="374809" y="167831"/>
                  <a:pt x="377571" y="165068"/>
                </a:cubicBezTo>
                <a:cubicBezTo>
                  <a:pt x="383191" y="159544"/>
                  <a:pt x="383191" y="150495"/>
                  <a:pt x="377571" y="144875"/>
                </a:cubicBezTo>
                <a:lnTo>
                  <a:pt x="318326" y="85630"/>
                </a:lnTo>
                <a:cubicBezTo>
                  <a:pt x="312706" y="80010"/>
                  <a:pt x="303752" y="80010"/>
                  <a:pt x="298133" y="85630"/>
                </a:cubicBezTo>
                <a:lnTo>
                  <a:pt x="238887" y="144875"/>
                </a:lnTo>
                <a:cubicBezTo>
                  <a:pt x="233267" y="150495"/>
                  <a:pt x="233267" y="159544"/>
                  <a:pt x="238887" y="165068"/>
                </a:cubicBezTo>
                <a:cubicBezTo>
                  <a:pt x="244412" y="170688"/>
                  <a:pt x="253460" y="170688"/>
                  <a:pt x="259080" y="165068"/>
                </a:cubicBezTo>
                <a:close/>
                <a:moveTo>
                  <a:pt x="357378" y="456343"/>
                </a:moveTo>
                <a:lnTo>
                  <a:pt x="308229" y="505492"/>
                </a:lnTo>
                <a:lnTo>
                  <a:pt x="259080" y="456343"/>
                </a:lnTo>
                <a:cubicBezTo>
                  <a:pt x="253460" y="450723"/>
                  <a:pt x="244412" y="450723"/>
                  <a:pt x="238887" y="456343"/>
                </a:cubicBezTo>
                <a:cubicBezTo>
                  <a:pt x="233267" y="461867"/>
                  <a:pt x="233267" y="470916"/>
                  <a:pt x="238887" y="476536"/>
                </a:cubicBezTo>
                <a:lnTo>
                  <a:pt x="298133" y="535781"/>
                </a:lnTo>
                <a:cubicBezTo>
                  <a:pt x="300895" y="538639"/>
                  <a:pt x="304610" y="539972"/>
                  <a:pt x="308229" y="539972"/>
                </a:cubicBezTo>
                <a:cubicBezTo>
                  <a:pt x="311849" y="539972"/>
                  <a:pt x="315563" y="538639"/>
                  <a:pt x="318326" y="535781"/>
                </a:cubicBezTo>
                <a:lnTo>
                  <a:pt x="377571" y="476536"/>
                </a:lnTo>
                <a:cubicBezTo>
                  <a:pt x="383191" y="470916"/>
                  <a:pt x="383191" y="461867"/>
                  <a:pt x="377571" y="456343"/>
                </a:cubicBezTo>
                <a:cubicBezTo>
                  <a:pt x="372046" y="450723"/>
                  <a:pt x="362998" y="450723"/>
                  <a:pt x="357378" y="456343"/>
                </a:cubicBezTo>
                <a:close/>
                <a:moveTo>
                  <a:pt x="308229" y="416433"/>
                </a:moveTo>
                <a:cubicBezTo>
                  <a:pt x="297752" y="416433"/>
                  <a:pt x="289179" y="425196"/>
                  <a:pt x="289179" y="435674"/>
                </a:cubicBezTo>
                <a:cubicBezTo>
                  <a:pt x="289179" y="446151"/>
                  <a:pt x="297752" y="454724"/>
                  <a:pt x="308229" y="454724"/>
                </a:cubicBezTo>
                <a:cubicBezTo>
                  <a:pt x="318707" y="454724"/>
                  <a:pt x="327279" y="446246"/>
                  <a:pt x="327279" y="435674"/>
                </a:cubicBezTo>
                <a:lnTo>
                  <a:pt x="327279" y="435197"/>
                </a:lnTo>
                <a:cubicBezTo>
                  <a:pt x="327279" y="424720"/>
                  <a:pt x="318707" y="416433"/>
                  <a:pt x="308229" y="416433"/>
                </a:cubicBezTo>
                <a:close/>
                <a:moveTo>
                  <a:pt x="327279" y="371666"/>
                </a:moveTo>
                <a:cubicBezTo>
                  <a:pt x="327279" y="361093"/>
                  <a:pt x="318707" y="352806"/>
                  <a:pt x="308229" y="352806"/>
                </a:cubicBezTo>
                <a:cubicBezTo>
                  <a:pt x="297752" y="352806"/>
                  <a:pt x="289179" y="361569"/>
                  <a:pt x="289179" y="372142"/>
                </a:cubicBezTo>
                <a:cubicBezTo>
                  <a:pt x="289179" y="382715"/>
                  <a:pt x="297752" y="391192"/>
                  <a:pt x="308229" y="391192"/>
                </a:cubicBezTo>
                <a:cubicBezTo>
                  <a:pt x="318707" y="391192"/>
                  <a:pt x="327279" y="382619"/>
                  <a:pt x="327279" y="372142"/>
                </a:cubicBezTo>
                <a:lnTo>
                  <a:pt x="327279" y="371666"/>
                </a:lnTo>
                <a:close/>
                <a:moveTo>
                  <a:pt x="308229" y="166688"/>
                </a:moveTo>
                <a:cubicBezTo>
                  <a:pt x="297752" y="166688"/>
                  <a:pt x="289179" y="175165"/>
                  <a:pt x="289179" y="185738"/>
                </a:cubicBezTo>
                <a:lnTo>
                  <a:pt x="289179" y="186214"/>
                </a:lnTo>
                <a:cubicBezTo>
                  <a:pt x="289179" y="196691"/>
                  <a:pt x="297752" y="204978"/>
                  <a:pt x="308229" y="204978"/>
                </a:cubicBezTo>
                <a:cubicBezTo>
                  <a:pt x="318707" y="204978"/>
                  <a:pt x="327279" y="196215"/>
                  <a:pt x="327279" y="185738"/>
                </a:cubicBezTo>
                <a:cubicBezTo>
                  <a:pt x="327279" y="175260"/>
                  <a:pt x="318707" y="166688"/>
                  <a:pt x="308229" y="166688"/>
                </a:cubicBezTo>
                <a:close/>
                <a:moveTo>
                  <a:pt x="308229" y="230219"/>
                </a:moveTo>
                <a:cubicBezTo>
                  <a:pt x="297752" y="230219"/>
                  <a:pt x="289179" y="238792"/>
                  <a:pt x="289179" y="249269"/>
                </a:cubicBezTo>
                <a:lnTo>
                  <a:pt x="289179" y="249746"/>
                </a:lnTo>
                <a:cubicBezTo>
                  <a:pt x="289179" y="260318"/>
                  <a:pt x="297752" y="268605"/>
                  <a:pt x="308229" y="268605"/>
                </a:cubicBezTo>
                <a:cubicBezTo>
                  <a:pt x="318707" y="268605"/>
                  <a:pt x="327279" y="259842"/>
                  <a:pt x="327279" y="249269"/>
                </a:cubicBezTo>
                <a:cubicBezTo>
                  <a:pt x="327279" y="238697"/>
                  <a:pt x="318707" y="230219"/>
                  <a:pt x="308229" y="230219"/>
                </a:cubicBezTo>
                <a:close/>
                <a:moveTo>
                  <a:pt x="247269" y="329756"/>
                </a:moveTo>
                <a:cubicBezTo>
                  <a:pt x="257842" y="329756"/>
                  <a:pt x="266129" y="321183"/>
                  <a:pt x="266129" y="310706"/>
                </a:cubicBezTo>
                <a:cubicBezTo>
                  <a:pt x="266129" y="300228"/>
                  <a:pt x="257366" y="291656"/>
                  <a:pt x="246793" y="291656"/>
                </a:cubicBezTo>
                <a:cubicBezTo>
                  <a:pt x="236220" y="291656"/>
                  <a:pt x="227743" y="300228"/>
                  <a:pt x="227743" y="310706"/>
                </a:cubicBezTo>
                <a:cubicBezTo>
                  <a:pt x="227743" y="321183"/>
                  <a:pt x="236315" y="329756"/>
                  <a:pt x="246793" y="329756"/>
                </a:cubicBezTo>
                <a:lnTo>
                  <a:pt x="247269" y="329756"/>
                </a:lnTo>
                <a:close/>
                <a:moveTo>
                  <a:pt x="183261" y="291656"/>
                </a:moveTo>
                <a:cubicBezTo>
                  <a:pt x="172688" y="291656"/>
                  <a:pt x="164211" y="300228"/>
                  <a:pt x="164211" y="310706"/>
                </a:cubicBezTo>
                <a:cubicBezTo>
                  <a:pt x="164211" y="321183"/>
                  <a:pt x="172688" y="329756"/>
                  <a:pt x="183261" y="329756"/>
                </a:cubicBezTo>
                <a:lnTo>
                  <a:pt x="183737" y="329756"/>
                </a:lnTo>
                <a:cubicBezTo>
                  <a:pt x="194215" y="329756"/>
                  <a:pt x="202502" y="321183"/>
                  <a:pt x="202502" y="310706"/>
                </a:cubicBezTo>
                <a:cubicBezTo>
                  <a:pt x="202502" y="300228"/>
                  <a:pt x="193739" y="291656"/>
                  <a:pt x="183261" y="291656"/>
                </a:cubicBezTo>
                <a:close/>
                <a:moveTo>
                  <a:pt x="113443" y="310706"/>
                </a:moveTo>
                <a:lnTo>
                  <a:pt x="162592" y="261557"/>
                </a:lnTo>
                <a:cubicBezTo>
                  <a:pt x="165354" y="258699"/>
                  <a:pt x="166783" y="255080"/>
                  <a:pt x="166783" y="251460"/>
                </a:cubicBezTo>
                <a:cubicBezTo>
                  <a:pt x="166783" y="247841"/>
                  <a:pt x="165354" y="244126"/>
                  <a:pt x="162592" y="241364"/>
                </a:cubicBezTo>
                <a:cubicBezTo>
                  <a:pt x="157067" y="235744"/>
                  <a:pt x="148019" y="235744"/>
                  <a:pt x="142399" y="241364"/>
                </a:cubicBezTo>
                <a:lnTo>
                  <a:pt x="83153" y="300609"/>
                </a:lnTo>
                <a:cubicBezTo>
                  <a:pt x="77533" y="306229"/>
                  <a:pt x="77533" y="315182"/>
                  <a:pt x="83153" y="320802"/>
                </a:cubicBezTo>
                <a:lnTo>
                  <a:pt x="142399" y="380048"/>
                </a:lnTo>
                <a:cubicBezTo>
                  <a:pt x="148019" y="385667"/>
                  <a:pt x="157067" y="385667"/>
                  <a:pt x="162592" y="380048"/>
                </a:cubicBezTo>
                <a:cubicBezTo>
                  <a:pt x="168212" y="374523"/>
                  <a:pt x="168212" y="365474"/>
                  <a:pt x="162592" y="359855"/>
                </a:cubicBezTo>
                <a:lnTo>
                  <a:pt x="113443" y="310706"/>
                </a:lnTo>
                <a:close/>
                <a:moveTo>
                  <a:pt x="533114" y="0"/>
                </a:moveTo>
                <a:lnTo>
                  <a:pt x="83344" y="0"/>
                </a:lnTo>
                <a:cubicBezTo>
                  <a:pt x="37433" y="0"/>
                  <a:pt x="0" y="37338"/>
                  <a:pt x="0" y="83344"/>
                </a:cubicBezTo>
                <a:lnTo>
                  <a:pt x="0" y="538067"/>
                </a:lnTo>
                <a:cubicBezTo>
                  <a:pt x="0" y="584073"/>
                  <a:pt x="37433" y="621411"/>
                  <a:pt x="83344" y="621411"/>
                </a:cubicBezTo>
                <a:lnTo>
                  <a:pt x="533114" y="621411"/>
                </a:lnTo>
                <a:cubicBezTo>
                  <a:pt x="579025" y="621411"/>
                  <a:pt x="616458" y="584073"/>
                  <a:pt x="616458" y="538067"/>
                </a:cubicBezTo>
                <a:lnTo>
                  <a:pt x="616458" y="83344"/>
                </a:lnTo>
                <a:cubicBezTo>
                  <a:pt x="616458" y="37338"/>
                  <a:pt x="579025" y="0"/>
                  <a:pt x="533114" y="0"/>
                </a:cubicBezTo>
                <a:close/>
                <a:moveTo>
                  <a:pt x="587883" y="538067"/>
                </a:moveTo>
                <a:cubicBezTo>
                  <a:pt x="587883" y="568262"/>
                  <a:pt x="563309" y="592836"/>
                  <a:pt x="533114" y="592836"/>
                </a:cubicBezTo>
                <a:lnTo>
                  <a:pt x="83344" y="592836"/>
                </a:lnTo>
                <a:cubicBezTo>
                  <a:pt x="53150" y="592836"/>
                  <a:pt x="28575" y="568262"/>
                  <a:pt x="28575" y="538067"/>
                </a:cubicBezTo>
                <a:lnTo>
                  <a:pt x="28575" y="83344"/>
                </a:lnTo>
                <a:cubicBezTo>
                  <a:pt x="28575" y="53150"/>
                  <a:pt x="53150" y="28575"/>
                  <a:pt x="83344" y="28575"/>
                </a:cubicBezTo>
                <a:lnTo>
                  <a:pt x="533114" y="28575"/>
                </a:lnTo>
                <a:cubicBezTo>
                  <a:pt x="563309" y="28575"/>
                  <a:pt x="587883" y="53150"/>
                  <a:pt x="587883" y="83344"/>
                </a:cubicBezTo>
                <a:lnTo>
                  <a:pt x="587883" y="538067"/>
                </a:lnTo>
                <a:close/>
                <a:moveTo>
                  <a:pt x="474059" y="241364"/>
                </a:moveTo>
                <a:cubicBezTo>
                  <a:pt x="468440" y="235744"/>
                  <a:pt x="459391" y="235744"/>
                  <a:pt x="453866" y="241364"/>
                </a:cubicBezTo>
                <a:cubicBezTo>
                  <a:pt x="448246" y="246888"/>
                  <a:pt x="448246" y="255937"/>
                  <a:pt x="453866" y="261557"/>
                </a:cubicBezTo>
                <a:lnTo>
                  <a:pt x="503015" y="310706"/>
                </a:lnTo>
                <a:lnTo>
                  <a:pt x="453866" y="359855"/>
                </a:lnTo>
                <a:cubicBezTo>
                  <a:pt x="448246" y="365474"/>
                  <a:pt x="448246" y="374523"/>
                  <a:pt x="453866" y="380048"/>
                </a:cubicBezTo>
                <a:cubicBezTo>
                  <a:pt x="459391" y="385667"/>
                  <a:pt x="468440" y="385667"/>
                  <a:pt x="474059" y="380048"/>
                </a:cubicBezTo>
                <a:lnTo>
                  <a:pt x="533305" y="320802"/>
                </a:lnTo>
                <a:cubicBezTo>
                  <a:pt x="536162" y="318040"/>
                  <a:pt x="537496" y="314325"/>
                  <a:pt x="537496" y="310706"/>
                </a:cubicBezTo>
                <a:cubicBezTo>
                  <a:pt x="537496" y="307086"/>
                  <a:pt x="536162" y="303371"/>
                  <a:pt x="533305" y="300609"/>
                </a:cubicBezTo>
                <a:lnTo>
                  <a:pt x="474059" y="241364"/>
                </a:lnTo>
                <a:close/>
                <a:moveTo>
                  <a:pt x="433197" y="291656"/>
                </a:moveTo>
                <a:lnTo>
                  <a:pt x="432721" y="291656"/>
                </a:lnTo>
                <a:cubicBezTo>
                  <a:pt x="422243" y="291656"/>
                  <a:pt x="413957" y="300228"/>
                  <a:pt x="413957" y="310706"/>
                </a:cubicBezTo>
                <a:cubicBezTo>
                  <a:pt x="413957" y="321183"/>
                  <a:pt x="422719" y="329756"/>
                  <a:pt x="433197" y="329756"/>
                </a:cubicBezTo>
                <a:cubicBezTo>
                  <a:pt x="443675" y="329756"/>
                  <a:pt x="452247" y="321183"/>
                  <a:pt x="452247" y="310706"/>
                </a:cubicBezTo>
                <a:cubicBezTo>
                  <a:pt x="452247" y="300228"/>
                  <a:pt x="443770" y="291656"/>
                  <a:pt x="433197" y="291656"/>
                </a:cubicBezTo>
                <a:close/>
                <a:moveTo>
                  <a:pt x="369665" y="291656"/>
                </a:moveTo>
                <a:lnTo>
                  <a:pt x="369189" y="291656"/>
                </a:lnTo>
                <a:cubicBezTo>
                  <a:pt x="358616" y="291656"/>
                  <a:pt x="350330" y="300228"/>
                  <a:pt x="350330" y="310706"/>
                </a:cubicBezTo>
                <a:cubicBezTo>
                  <a:pt x="350330" y="321183"/>
                  <a:pt x="359092" y="329756"/>
                  <a:pt x="369665" y="329756"/>
                </a:cubicBezTo>
                <a:cubicBezTo>
                  <a:pt x="380238" y="329756"/>
                  <a:pt x="388715" y="321183"/>
                  <a:pt x="388715" y="310706"/>
                </a:cubicBezTo>
                <a:cubicBezTo>
                  <a:pt x="388715" y="300228"/>
                  <a:pt x="380143" y="291656"/>
                  <a:pt x="369665" y="291656"/>
                </a:cubicBezTo>
                <a:close/>
                <a:moveTo>
                  <a:pt x="259080" y="165068"/>
                </a:moveTo>
                <a:lnTo>
                  <a:pt x="308229" y="115919"/>
                </a:lnTo>
                <a:lnTo>
                  <a:pt x="357378" y="165068"/>
                </a:lnTo>
                <a:cubicBezTo>
                  <a:pt x="360236" y="167831"/>
                  <a:pt x="363855" y="169259"/>
                  <a:pt x="367475" y="169259"/>
                </a:cubicBezTo>
                <a:cubicBezTo>
                  <a:pt x="371094" y="169259"/>
                  <a:pt x="374809" y="167831"/>
                  <a:pt x="377571" y="165068"/>
                </a:cubicBezTo>
                <a:cubicBezTo>
                  <a:pt x="383191" y="159544"/>
                  <a:pt x="383191" y="150495"/>
                  <a:pt x="377571" y="144875"/>
                </a:cubicBezTo>
                <a:lnTo>
                  <a:pt x="318326" y="85630"/>
                </a:lnTo>
                <a:cubicBezTo>
                  <a:pt x="312706" y="80010"/>
                  <a:pt x="303752" y="80010"/>
                  <a:pt x="298133" y="85630"/>
                </a:cubicBezTo>
                <a:lnTo>
                  <a:pt x="238887" y="144875"/>
                </a:lnTo>
                <a:cubicBezTo>
                  <a:pt x="233267" y="150495"/>
                  <a:pt x="233267" y="159544"/>
                  <a:pt x="238887" y="165068"/>
                </a:cubicBezTo>
                <a:cubicBezTo>
                  <a:pt x="244412" y="170688"/>
                  <a:pt x="253460" y="170688"/>
                  <a:pt x="259080" y="165068"/>
                </a:cubicBezTo>
                <a:close/>
                <a:moveTo>
                  <a:pt x="357378" y="456343"/>
                </a:moveTo>
                <a:lnTo>
                  <a:pt x="308229" y="505492"/>
                </a:lnTo>
                <a:lnTo>
                  <a:pt x="259080" y="456343"/>
                </a:lnTo>
                <a:cubicBezTo>
                  <a:pt x="253460" y="450723"/>
                  <a:pt x="244412" y="450723"/>
                  <a:pt x="238887" y="456343"/>
                </a:cubicBezTo>
                <a:cubicBezTo>
                  <a:pt x="233267" y="461867"/>
                  <a:pt x="233267" y="470916"/>
                  <a:pt x="238887" y="476536"/>
                </a:cubicBezTo>
                <a:lnTo>
                  <a:pt x="298133" y="535781"/>
                </a:lnTo>
                <a:cubicBezTo>
                  <a:pt x="300895" y="538639"/>
                  <a:pt x="304610" y="539972"/>
                  <a:pt x="308229" y="539972"/>
                </a:cubicBezTo>
                <a:cubicBezTo>
                  <a:pt x="311849" y="539972"/>
                  <a:pt x="315563" y="538639"/>
                  <a:pt x="318326" y="535781"/>
                </a:cubicBezTo>
                <a:lnTo>
                  <a:pt x="377571" y="476536"/>
                </a:lnTo>
                <a:cubicBezTo>
                  <a:pt x="383191" y="470916"/>
                  <a:pt x="383191" y="461867"/>
                  <a:pt x="377571" y="456343"/>
                </a:cubicBezTo>
                <a:cubicBezTo>
                  <a:pt x="372046" y="450723"/>
                  <a:pt x="362998" y="450723"/>
                  <a:pt x="357378" y="456343"/>
                </a:cubicBezTo>
                <a:close/>
                <a:moveTo>
                  <a:pt x="308229" y="416433"/>
                </a:moveTo>
                <a:cubicBezTo>
                  <a:pt x="297752" y="416433"/>
                  <a:pt x="289179" y="425196"/>
                  <a:pt x="289179" y="435674"/>
                </a:cubicBezTo>
                <a:cubicBezTo>
                  <a:pt x="289179" y="446151"/>
                  <a:pt x="297752" y="454724"/>
                  <a:pt x="308229" y="454724"/>
                </a:cubicBezTo>
                <a:cubicBezTo>
                  <a:pt x="318707" y="454724"/>
                  <a:pt x="327279" y="446246"/>
                  <a:pt x="327279" y="435674"/>
                </a:cubicBezTo>
                <a:lnTo>
                  <a:pt x="327279" y="435197"/>
                </a:lnTo>
                <a:cubicBezTo>
                  <a:pt x="327279" y="424720"/>
                  <a:pt x="318707" y="416433"/>
                  <a:pt x="308229" y="416433"/>
                </a:cubicBezTo>
                <a:close/>
                <a:moveTo>
                  <a:pt x="327279" y="371666"/>
                </a:moveTo>
                <a:cubicBezTo>
                  <a:pt x="327279" y="361093"/>
                  <a:pt x="318707" y="352806"/>
                  <a:pt x="308229" y="352806"/>
                </a:cubicBezTo>
                <a:cubicBezTo>
                  <a:pt x="297752" y="352806"/>
                  <a:pt x="289179" y="361569"/>
                  <a:pt x="289179" y="372142"/>
                </a:cubicBezTo>
                <a:cubicBezTo>
                  <a:pt x="289179" y="382715"/>
                  <a:pt x="297752" y="391192"/>
                  <a:pt x="308229" y="391192"/>
                </a:cubicBezTo>
                <a:cubicBezTo>
                  <a:pt x="318707" y="391192"/>
                  <a:pt x="327279" y="382619"/>
                  <a:pt x="327279" y="372142"/>
                </a:cubicBezTo>
                <a:lnTo>
                  <a:pt x="327279" y="371666"/>
                </a:lnTo>
                <a:close/>
                <a:moveTo>
                  <a:pt x="308229" y="166688"/>
                </a:moveTo>
                <a:cubicBezTo>
                  <a:pt x="297752" y="166688"/>
                  <a:pt x="289179" y="175165"/>
                  <a:pt x="289179" y="185738"/>
                </a:cubicBezTo>
                <a:lnTo>
                  <a:pt x="289179" y="186214"/>
                </a:lnTo>
                <a:cubicBezTo>
                  <a:pt x="289179" y="196691"/>
                  <a:pt x="297752" y="204978"/>
                  <a:pt x="308229" y="204978"/>
                </a:cubicBezTo>
                <a:cubicBezTo>
                  <a:pt x="318707" y="204978"/>
                  <a:pt x="327279" y="196215"/>
                  <a:pt x="327279" y="185738"/>
                </a:cubicBezTo>
                <a:cubicBezTo>
                  <a:pt x="327279" y="175260"/>
                  <a:pt x="318707" y="166688"/>
                  <a:pt x="308229" y="166688"/>
                </a:cubicBezTo>
                <a:close/>
                <a:moveTo>
                  <a:pt x="308229" y="230219"/>
                </a:moveTo>
                <a:cubicBezTo>
                  <a:pt x="297752" y="230219"/>
                  <a:pt x="289179" y="238792"/>
                  <a:pt x="289179" y="249269"/>
                </a:cubicBezTo>
                <a:lnTo>
                  <a:pt x="289179" y="249746"/>
                </a:lnTo>
                <a:cubicBezTo>
                  <a:pt x="289179" y="260318"/>
                  <a:pt x="297752" y="268605"/>
                  <a:pt x="308229" y="268605"/>
                </a:cubicBezTo>
                <a:cubicBezTo>
                  <a:pt x="318707" y="268605"/>
                  <a:pt x="327279" y="259842"/>
                  <a:pt x="327279" y="249269"/>
                </a:cubicBezTo>
                <a:cubicBezTo>
                  <a:pt x="327279" y="238697"/>
                  <a:pt x="318707" y="230219"/>
                  <a:pt x="308229" y="230219"/>
                </a:cubicBezTo>
                <a:close/>
                <a:moveTo>
                  <a:pt x="247269" y="329756"/>
                </a:moveTo>
                <a:cubicBezTo>
                  <a:pt x="257842" y="329756"/>
                  <a:pt x="266129" y="321183"/>
                  <a:pt x="266129" y="310706"/>
                </a:cubicBezTo>
                <a:cubicBezTo>
                  <a:pt x="266129" y="300228"/>
                  <a:pt x="257366" y="291656"/>
                  <a:pt x="246793" y="291656"/>
                </a:cubicBezTo>
                <a:cubicBezTo>
                  <a:pt x="236220" y="291656"/>
                  <a:pt x="227743" y="300228"/>
                  <a:pt x="227743" y="310706"/>
                </a:cubicBezTo>
                <a:cubicBezTo>
                  <a:pt x="227743" y="321183"/>
                  <a:pt x="236315" y="329756"/>
                  <a:pt x="246793" y="329756"/>
                </a:cubicBezTo>
                <a:lnTo>
                  <a:pt x="247269" y="329756"/>
                </a:lnTo>
                <a:close/>
                <a:moveTo>
                  <a:pt x="183261" y="291656"/>
                </a:moveTo>
                <a:cubicBezTo>
                  <a:pt x="172688" y="291656"/>
                  <a:pt x="164211" y="300228"/>
                  <a:pt x="164211" y="310706"/>
                </a:cubicBezTo>
                <a:cubicBezTo>
                  <a:pt x="164211" y="321183"/>
                  <a:pt x="172688" y="329756"/>
                  <a:pt x="183261" y="329756"/>
                </a:cubicBezTo>
                <a:lnTo>
                  <a:pt x="183737" y="329756"/>
                </a:lnTo>
                <a:cubicBezTo>
                  <a:pt x="194215" y="329756"/>
                  <a:pt x="202502" y="321183"/>
                  <a:pt x="202502" y="310706"/>
                </a:cubicBezTo>
                <a:cubicBezTo>
                  <a:pt x="202502" y="300228"/>
                  <a:pt x="193739" y="291656"/>
                  <a:pt x="183261" y="291656"/>
                </a:cubicBezTo>
                <a:close/>
                <a:moveTo>
                  <a:pt x="113443" y="310706"/>
                </a:moveTo>
                <a:lnTo>
                  <a:pt x="162592" y="261557"/>
                </a:lnTo>
                <a:cubicBezTo>
                  <a:pt x="165354" y="258699"/>
                  <a:pt x="166783" y="255080"/>
                  <a:pt x="166783" y="251460"/>
                </a:cubicBezTo>
                <a:cubicBezTo>
                  <a:pt x="166783" y="247841"/>
                  <a:pt x="165354" y="244126"/>
                  <a:pt x="162592" y="241364"/>
                </a:cubicBezTo>
                <a:cubicBezTo>
                  <a:pt x="157067" y="235744"/>
                  <a:pt x="148019" y="235744"/>
                  <a:pt x="142399" y="241364"/>
                </a:cubicBezTo>
                <a:lnTo>
                  <a:pt x="83153" y="300609"/>
                </a:lnTo>
                <a:cubicBezTo>
                  <a:pt x="77533" y="306229"/>
                  <a:pt x="77533" y="315182"/>
                  <a:pt x="83153" y="320802"/>
                </a:cubicBezTo>
                <a:lnTo>
                  <a:pt x="142399" y="380048"/>
                </a:lnTo>
                <a:cubicBezTo>
                  <a:pt x="148019" y="385667"/>
                  <a:pt x="157067" y="385667"/>
                  <a:pt x="162592" y="380048"/>
                </a:cubicBezTo>
                <a:cubicBezTo>
                  <a:pt x="168212" y="374523"/>
                  <a:pt x="168212" y="365474"/>
                  <a:pt x="162592" y="359855"/>
                </a:cubicBezTo>
                <a:lnTo>
                  <a:pt x="113443" y="310706"/>
                </a:lnTo>
                <a:close/>
                <a:moveTo>
                  <a:pt x="433197" y="291656"/>
                </a:moveTo>
                <a:lnTo>
                  <a:pt x="432721" y="291656"/>
                </a:lnTo>
                <a:cubicBezTo>
                  <a:pt x="422243" y="291656"/>
                  <a:pt x="413957" y="300228"/>
                  <a:pt x="413957" y="310706"/>
                </a:cubicBezTo>
                <a:cubicBezTo>
                  <a:pt x="413957" y="321183"/>
                  <a:pt x="422719" y="329756"/>
                  <a:pt x="433197" y="329756"/>
                </a:cubicBezTo>
                <a:cubicBezTo>
                  <a:pt x="443675" y="329756"/>
                  <a:pt x="452247" y="321183"/>
                  <a:pt x="452247" y="310706"/>
                </a:cubicBezTo>
                <a:cubicBezTo>
                  <a:pt x="452247" y="300228"/>
                  <a:pt x="443770" y="291656"/>
                  <a:pt x="433197" y="291656"/>
                </a:cubicBezTo>
                <a:close/>
                <a:moveTo>
                  <a:pt x="533305" y="300609"/>
                </a:moveTo>
                <a:lnTo>
                  <a:pt x="474059" y="241364"/>
                </a:lnTo>
                <a:cubicBezTo>
                  <a:pt x="468440" y="235744"/>
                  <a:pt x="459391" y="235744"/>
                  <a:pt x="453866" y="241364"/>
                </a:cubicBezTo>
                <a:cubicBezTo>
                  <a:pt x="448246" y="246888"/>
                  <a:pt x="448246" y="255937"/>
                  <a:pt x="453866" y="261557"/>
                </a:cubicBezTo>
                <a:lnTo>
                  <a:pt x="503015" y="310706"/>
                </a:lnTo>
                <a:lnTo>
                  <a:pt x="453866" y="359855"/>
                </a:lnTo>
                <a:cubicBezTo>
                  <a:pt x="448246" y="365474"/>
                  <a:pt x="448246" y="374523"/>
                  <a:pt x="453866" y="380048"/>
                </a:cubicBezTo>
                <a:cubicBezTo>
                  <a:pt x="459391" y="385667"/>
                  <a:pt x="468440" y="385667"/>
                  <a:pt x="474059" y="380048"/>
                </a:cubicBezTo>
                <a:lnTo>
                  <a:pt x="533305" y="320802"/>
                </a:lnTo>
                <a:cubicBezTo>
                  <a:pt x="536162" y="318040"/>
                  <a:pt x="537496" y="314325"/>
                  <a:pt x="537496" y="310706"/>
                </a:cubicBezTo>
                <a:cubicBezTo>
                  <a:pt x="537496" y="307086"/>
                  <a:pt x="536162" y="303371"/>
                  <a:pt x="533305" y="300609"/>
                </a:cubicBezTo>
                <a:close/>
                <a:moveTo>
                  <a:pt x="162592" y="359855"/>
                </a:moveTo>
                <a:lnTo>
                  <a:pt x="113443" y="310706"/>
                </a:lnTo>
                <a:lnTo>
                  <a:pt x="162592" y="261557"/>
                </a:lnTo>
                <a:cubicBezTo>
                  <a:pt x="165354" y="258699"/>
                  <a:pt x="166783" y="255080"/>
                  <a:pt x="166783" y="251460"/>
                </a:cubicBezTo>
                <a:cubicBezTo>
                  <a:pt x="166783" y="247841"/>
                  <a:pt x="165354" y="244126"/>
                  <a:pt x="162592" y="241364"/>
                </a:cubicBezTo>
                <a:cubicBezTo>
                  <a:pt x="157067" y="235744"/>
                  <a:pt x="148019" y="235744"/>
                  <a:pt x="142399" y="241364"/>
                </a:cubicBezTo>
                <a:lnTo>
                  <a:pt x="83153" y="300609"/>
                </a:lnTo>
                <a:cubicBezTo>
                  <a:pt x="77533" y="306229"/>
                  <a:pt x="77533" y="315182"/>
                  <a:pt x="83153" y="320802"/>
                </a:cubicBezTo>
                <a:lnTo>
                  <a:pt x="142399" y="380048"/>
                </a:lnTo>
                <a:cubicBezTo>
                  <a:pt x="148019" y="385667"/>
                  <a:pt x="157067" y="385667"/>
                  <a:pt x="162592" y="380048"/>
                </a:cubicBezTo>
                <a:cubicBezTo>
                  <a:pt x="168212" y="374523"/>
                  <a:pt x="168212" y="365474"/>
                  <a:pt x="162592" y="359855"/>
                </a:cubicBezTo>
                <a:close/>
                <a:moveTo>
                  <a:pt x="369665" y="291656"/>
                </a:moveTo>
                <a:lnTo>
                  <a:pt x="369189" y="291656"/>
                </a:lnTo>
                <a:cubicBezTo>
                  <a:pt x="358616" y="291656"/>
                  <a:pt x="350330" y="300228"/>
                  <a:pt x="350330" y="310706"/>
                </a:cubicBezTo>
                <a:cubicBezTo>
                  <a:pt x="350330" y="321183"/>
                  <a:pt x="359092" y="329756"/>
                  <a:pt x="369665" y="329756"/>
                </a:cubicBezTo>
                <a:cubicBezTo>
                  <a:pt x="380238" y="329756"/>
                  <a:pt x="388715" y="321183"/>
                  <a:pt x="388715" y="310706"/>
                </a:cubicBezTo>
                <a:cubicBezTo>
                  <a:pt x="388715" y="300228"/>
                  <a:pt x="380143" y="291656"/>
                  <a:pt x="369665" y="291656"/>
                </a:cubicBezTo>
                <a:close/>
                <a:moveTo>
                  <a:pt x="246793" y="291656"/>
                </a:moveTo>
                <a:cubicBezTo>
                  <a:pt x="236315" y="291656"/>
                  <a:pt x="227743" y="300228"/>
                  <a:pt x="227743" y="310706"/>
                </a:cubicBezTo>
                <a:cubicBezTo>
                  <a:pt x="227743" y="321183"/>
                  <a:pt x="236315" y="329756"/>
                  <a:pt x="246793" y="329756"/>
                </a:cubicBezTo>
                <a:lnTo>
                  <a:pt x="247269" y="329756"/>
                </a:lnTo>
                <a:cubicBezTo>
                  <a:pt x="257842" y="329756"/>
                  <a:pt x="266129" y="321183"/>
                  <a:pt x="266129" y="310706"/>
                </a:cubicBezTo>
                <a:cubicBezTo>
                  <a:pt x="266129" y="300228"/>
                  <a:pt x="257366" y="291656"/>
                  <a:pt x="246793" y="291656"/>
                </a:cubicBezTo>
                <a:close/>
                <a:moveTo>
                  <a:pt x="183261" y="291656"/>
                </a:moveTo>
                <a:cubicBezTo>
                  <a:pt x="172688" y="291656"/>
                  <a:pt x="164211" y="300228"/>
                  <a:pt x="164211" y="310706"/>
                </a:cubicBezTo>
                <a:cubicBezTo>
                  <a:pt x="164211" y="321183"/>
                  <a:pt x="172688" y="329756"/>
                  <a:pt x="183261" y="329756"/>
                </a:cubicBezTo>
                <a:lnTo>
                  <a:pt x="183737" y="329756"/>
                </a:lnTo>
                <a:cubicBezTo>
                  <a:pt x="194215" y="329756"/>
                  <a:pt x="202502" y="321183"/>
                  <a:pt x="202502" y="310706"/>
                </a:cubicBezTo>
                <a:cubicBezTo>
                  <a:pt x="202502" y="300228"/>
                  <a:pt x="193739" y="291656"/>
                  <a:pt x="183261" y="291656"/>
                </a:cubicBezTo>
                <a:close/>
                <a:moveTo>
                  <a:pt x="308229" y="230219"/>
                </a:moveTo>
                <a:cubicBezTo>
                  <a:pt x="297752" y="230219"/>
                  <a:pt x="289179" y="238792"/>
                  <a:pt x="289179" y="249269"/>
                </a:cubicBezTo>
                <a:lnTo>
                  <a:pt x="289179" y="249746"/>
                </a:lnTo>
                <a:cubicBezTo>
                  <a:pt x="289179" y="260318"/>
                  <a:pt x="297752" y="268605"/>
                  <a:pt x="308229" y="268605"/>
                </a:cubicBezTo>
                <a:cubicBezTo>
                  <a:pt x="318707" y="268605"/>
                  <a:pt x="327279" y="259842"/>
                  <a:pt x="327279" y="249269"/>
                </a:cubicBezTo>
                <a:cubicBezTo>
                  <a:pt x="327279" y="238697"/>
                  <a:pt x="318707" y="230219"/>
                  <a:pt x="308229" y="230219"/>
                </a:cubicBezTo>
                <a:close/>
                <a:moveTo>
                  <a:pt x="308229" y="166688"/>
                </a:moveTo>
                <a:cubicBezTo>
                  <a:pt x="297752" y="166688"/>
                  <a:pt x="289179" y="175165"/>
                  <a:pt x="289179" y="185738"/>
                </a:cubicBezTo>
                <a:lnTo>
                  <a:pt x="289179" y="186214"/>
                </a:lnTo>
                <a:cubicBezTo>
                  <a:pt x="289179" y="196691"/>
                  <a:pt x="297752" y="204978"/>
                  <a:pt x="308229" y="204978"/>
                </a:cubicBezTo>
                <a:cubicBezTo>
                  <a:pt x="318707" y="204978"/>
                  <a:pt x="327279" y="196215"/>
                  <a:pt x="327279" y="185738"/>
                </a:cubicBezTo>
                <a:cubicBezTo>
                  <a:pt x="327279" y="175260"/>
                  <a:pt x="318707" y="166688"/>
                  <a:pt x="308229" y="166688"/>
                </a:cubicBezTo>
                <a:close/>
                <a:moveTo>
                  <a:pt x="377571" y="456343"/>
                </a:moveTo>
                <a:cubicBezTo>
                  <a:pt x="372046" y="450723"/>
                  <a:pt x="362998" y="450723"/>
                  <a:pt x="357378" y="456343"/>
                </a:cubicBezTo>
                <a:lnTo>
                  <a:pt x="308229" y="505492"/>
                </a:lnTo>
                <a:lnTo>
                  <a:pt x="259080" y="456343"/>
                </a:lnTo>
                <a:cubicBezTo>
                  <a:pt x="253460" y="450723"/>
                  <a:pt x="244412" y="450723"/>
                  <a:pt x="238887" y="456343"/>
                </a:cubicBezTo>
                <a:cubicBezTo>
                  <a:pt x="233267" y="461867"/>
                  <a:pt x="233267" y="470916"/>
                  <a:pt x="238887" y="476536"/>
                </a:cubicBezTo>
                <a:lnTo>
                  <a:pt x="298133" y="535781"/>
                </a:lnTo>
                <a:cubicBezTo>
                  <a:pt x="300895" y="538639"/>
                  <a:pt x="304610" y="539972"/>
                  <a:pt x="308229" y="539972"/>
                </a:cubicBezTo>
                <a:cubicBezTo>
                  <a:pt x="311849" y="539972"/>
                  <a:pt x="315563" y="538639"/>
                  <a:pt x="318326" y="535781"/>
                </a:cubicBezTo>
                <a:lnTo>
                  <a:pt x="377571" y="476536"/>
                </a:lnTo>
                <a:cubicBezTo>
                  <a:pt x="383191" y="470916"/>
                  <a:pt x="383191" y="461867"/>
                  <a:pt x="377571" y="456343"/>
                </a:cubicBezTo>
                <a:close/>
                <a:moveTo>
                  <a:pt x="308229" y="416433"/>
                </a:moveTo>
                <a:cubicBezTo>
                  <a:pt x="297752" y="416433"/>
                  <a:pt x="289179" y="425196"/>
                  <a:pt x="289179" y="435674"/>
                </a:cubicBezTo>
                <a:cubicBezTo>
                  <a:pt x="289179" y="446151"/>
                  <a:pt x="297752" y="454724"/>
                  <a:pt x="308229" y="454724"/>
                </a:cubicBezTo>
                <a:cubicBezTo>
                  <a:pt x="318707" y="454724"/>
                  <a:pt x="327279" y="446246"/>
                  <a:pt x="327279" y="435674"/>
                </a:cubicBezTo>
                <a:lnTo>
                  <a:pt x="327279" y="435197"/>
                </a:lnTo>
                <a:cubicBezTo>
                  <a:pt x="327279" y="424720"/>
                  <a:pt x="318707" y="416433"/>
                  <a:pt x="308229" y="416433"/>
                </a:cubicBezTo>
                <a:close/>
                <a:moveTo>
                  <a:pt x="377571" y="144875"/>
                </a:moveTo>
                <a:lnTo>
                  <a:pt x="318326" y="85630"/>
                </a:lnTo>
                <a:cubicBezTo>
                  <a:pt x="312706" y="80010"/>
                  <a:pt x="303752" y="80010"/>
                  <a:pt x="298133" y="85630"/>
                </a:cubicBezTo>
                <a:lnTo>
                  <a:pt x="238887" y="144875"/>
                </a:lnTo>
                <a:cubicBezTo>
                  <a:pt x="233267" y="150495"/>
                  <a:pt x="233267" y="159544"/>
                  <a:pt x="238887" y="165068"/>
                </a:cubicBezTo>
                <a:cubicBezTo>
                  <a:pt x="244412" y="170688"/>
                  <a:pt x="253460" y="170688"/>
                  <a:pt x="259080" y="165068"/>
                </a:cubicBezTo>
                <a:lnTo>
                  <a:pt x="308229" y="115919"/>
                </a:lnTo>
                <a:lnTo>
                  <a:pt x="357378" y="165068"/>
                </a:lnTo>
                <a:cubicBezTo>
                  <a:pt x="360236" y="167831"/>
                  <a:pt x="363855" y="169259"/>
                  <a:pt x="367475" y="169259"/>
                </a:cubicBezTo>
                <a:cubicBezTo>
                  <a:pt x="371094" y="169259"/>
                  <a:pt x="374809" y="167831"/>
                  <a:pt x="377571" y="165068"/>
                </a:cubicBezTo>
                <a:cubicBezTo>
                  <a:pt x="383191" y="159544"/>
                  <a:pt x="383191" y="150495"/>
                  <a:pt x="377571" y="144875"/>
                </a:cubicBezTo>
                <a:close/>
                <a:moveTo>
                  <a:pt x="308229" y="352806"/>
                </a:moveTo>
                <a:cubicBezTo>
                  <a:pt x="297752" y="352806"/>
                  <a:pt x="289179" y="361569"/>
                  <a:pt x="289179" y="372142"/>
                </a:cubicBezTo>
                <a:cubicBezTo>
                  <a:pt x="289179" y="382715"/>
                  <a:pt x="297752" y="391192"/>
                  <a:pt x="308229" y="391192"/>
                </a:cubicBezTo>
                <a:cubicBezTo>
                  <a:pt x="318707" y="391192"/>
                  <a:pt x="327279" y="382619"/>
                  <a:pt x="327279" y="372142"/>
                </a:cubicBezTo>
                <a:lnTo>
                  <a:pt x="327279" y="371666"/>
                </a:lnTo>
                <a:cubicBezTo>
                  <a:pt x="327279" y="361093"/>
                  <a:pt x="318707" y="352806"/>
                  <a:pt x="308229" y="352806"/>
                </a:cubicBezTo>
                <a:close/>
                <a:moveTo>
                  <a:pt x="533305" y="300609"/>
                </a:moveTo>
                <a:lnTo>
                  <a:pt x="474059" y="241364"/>
                </a:lnTo>
                <a:cubicBezTo>
                  <a:pt x="468440" y="235744"/>
                  <a:pt x="459391" y="235744"/>
                  <a:pt x="453866" y="241364"/>
                </a:cubicBezTo>
                <a:cubicBezTo>
                  <a:pt x="448246" y="246888"/>
                  <a:pt x="448246" y="255937"/>
                  <a:pt x="453866" y="261557"/>
                </a:cubicBezTo>
                <a:lnTo>
                  <a:pt x="503015" y="310706"/>
                </a:lnTo>
                <a:lnTo>
                  <a:pt x="453866" y="359855"/>
                </a:lnTo>
                <a:cubicBezTo>
                  <a:pt x="448246" y="365474"/>
                  <a:pt x="448246" y="374523"/>
                  <a:pt x="453866" y="380048"/>
                </a:cubicBezTo>
                <a:cubicBezTo>
                  <a:pt x="459391" y="385667"/>
                  <a:pt x="468440" y="385667"/>
                  <a:pt x="474059" y="380048"/>
                </a:cubicBezTo>
                <a:lnTo>
                  <a:pt x="533305" y="320802"/>
                </a:lnTo>
                <a:cubicBezTo>
                  <a:pt x="536162" y="318040"/>
                  <a:pt x="537496" y="314325"/>
                  <a:pt x="537496" y="310706"/>
                </a:cubicBezTo>
                <a:cubicBezTo>
                  <a:pt x="537496" y="307086"/>
                  <a:pt x="536162" y="303371"/>
                  <a:pt x="533305" y="300609"/>
                </a:cubicBezTo>
                <a:close/>
                <a:moveTo>
                  <a:pt x="433197" y="291656"/>
                </a:moveTo>
                <a:lnTo>
                  <a:pt x="432721" y="291656"/>
                </a:lnTo>
                <a:cubicBezTo>
                  <a:pt x="422243" y="291656"/>
                  <a:pt x="413957" y="300228"/>
                  <a:pt x="413957" y="310706"/>
                </a:cubicBezTo>
                <a:cubicBezTo>
                  <a:pt x="413957" y="321183"/>
                  <a:pt x="422719" y="329756"/>
                  <a:pt x="433197" y="329756"/>
                </a:cubicBezTo>
                <a:cubicBezTo>
                  <a:pt x="443675" y="329756"/>
                  <a:pt x="452247" y="321183"/>
                  <a:pt x="452247" y="310706"/>
                </a:cubicBezTo>
                <a:cubicBezTo>
                  <a:pt x="452247" y="300228"/>
                  <a:pt x="443770" y="291656"/>
                  <a:pt x="433197" y="291656"/>
                </a:cubicBezTo>
                <a:close/>
                <a:moveTo>
                  <a:pt x="369665" y="291656"/>
                </a:moveTo>
                <a:lnTo>
                  <a:pt x="369189" y="291656"/>
                </a:lnTo>
                <a:cubicBezTo>
                  <a:pt x="358616" y="291656"/>
                  <a:pt x="350330" y="300228"/>
                  <a:pt x="350330" y="310706"/>
                </a:cubicBezTo>
                <a:cubicBezTo>
                  <a:pt x="350330" y="321183"/>
                  <a:pt x="359092" y="329756"/>
                  <a:pt x="369665" y="329756"/>
                </a:cubicBezTo>
                <a:cubicBezTo>
                  <a:pt x="380238" y="329756"/>
                  <a:pt x="388715" y="321183"/>
                  <a:pt x="388715" y="310706"/>
                </a:cubicBezTo>
                <a:cubicBezTo>
                  <a:pt x="388715" y="300228"/>
                  <a:pt x="380143" y="291656"/>
                  <a:pt x="369665" y="291656"/>
                </a:cubicBezTo>
                <a:close/>
                <a:moveTo>
                  <a:pt x="377571" y="456343"/>
                </a:moveTo>
                <a:cubicBezTo>
                  <a:pt x="372046" y="450723"/>
                  <a:pt x="362998" y="450723"/>
                  <a:pt x="357378" y="456343"/>
                </a:cubicBezTo>
                <a:lnTo>
                  <a:pt x="308229" y="505492"/>
                </a:lnTo>
                <a:lnTo>
                  <a:pt x="259080" y="456343"/>
                </a:lnTo>
                <a:cubicBezTo>
                  <a:pt x="253460" y="450723"/>
                  <a:pt x="244412" y="450723"/>
                  <a:pt x="238887" y="456343"/>
                </a:cubicBezTo>
                <a:cubicBezTo>
                  <a:pt x="233267" y="461867"/>
                  <a:pt x="233267" y="470916"/>
                  <a:pt x="238887" y="476536"/>
                </a:cubicBezTo>
                <a:lnTo>
                  <a:pt x="298133" y="535781"/>
                </a:lnTo>
                <a:cubicBezTo>
                  <a:pt x="300895" y="538639"/>
                  <a:pt x="304610" y="539972"/>
                  <a:pt x="308229" y="539972"/>
                </a:cubicBezTo>
                <a:cubicBezTo>
                  <a:pt x="311849" y="539972"/>
                  <a:pt x="315563" y="538639"/>
                  <a:pt x="318326" y="535781"/>
                </a:cubicBezTo>
                <a:lnTo>
                  <a:pt x="377571" y="476536"/>
                </a:lnTo>
                <a:cubicBezTo>
                  <a:pt x="383191" y="470916"/>
                  <a:pt x="383191" y="461867"/>
                  <a:pt x="377571" y="456343"/>
                </a:cubicBezTo>
                <a:close/>
                <a:moveTo>
                  <a:pt x="246793" y="291656"/>
                </a:moveTo>
                <a:cubicBezTo>
                  <a:pt x="236315" y="291656"/>
                  <a:pt x="227743" y="300228"/>
                  <a:pt x="227743" y="310706"/>
                </a:cubicBezTo>
                <a:cubicBezTo>
                  <a:pt x="227743" y="321183"/>
                  <a:pt x="236315" y="329756"/>
                  <a:pt x="246793" y="329756"/>
                </a:cubicBezTo>
                <a:lnTo>
                  <a:pt x="247269" y="329756"/>
                </a:lnTo>
                <a:cubicBezTo>
                  <a:pt x="257842" y="329756"/>
                  <a:pt x="266129" y="321183"/>
                  <a:pt x="266129" y="310706"/>
                </a:cubicBezTo>
                <a:cubicBezTo>
                  <a:pt x="266129" y="300228"/>
                  <a:pt x="257366" y="291656"/>
                  <a:pt x="246793" y="291656"/>
                </a:cubicBezTo>
                <a:close/>
                <a:moveTo>
                  <a:pt x="183261" y="291656"/>
                </a:moveTo>
                <a:cubicBezTo>
                  <a:pt x="172688" y="291656"/>
                  <a:pt x="164211" y="300228"/>
                  <a:pt x="164211" y="310706"/>
                </a:cubicBezTo>
                <a:cubicBezTo>
                  <a:pt x="164211" y="321183"/>
                  <a:pt x="172688" y="329756"/>
                  <a:pt x="183261" y="329756"/>
                </a:cubicBezTo>
                <a:lnTo>
                  <a:pt x="183737" y="329756"/>
                </a:lnTo>
                <a:cubicBezTo>
                  <a:pt x="194215" y="329756"/>
                  <a:pt x="202502" y="321183"/>
                  <a:pt x="202502" y="310706"/>
                </a:cubicBezTo>
                <a:cubicBezTo>
                  <a:pt x="202502" y="300228"/>
                  <a:pt x="193739" y="291656"/>
                  <a:pt x="183261" y="291656"/>
                </a:cubicBezTo>
                <a:close/>
                <a:moveTo>
                  <a:pt x="162592" y="359855"/>
                </a:moveTo>
                <a:lnTo>
                  <a:pt x="113443" y="310706"/>
                </a:lnTo>
                <a:lnTo>
                  <a:pt x="162592" y="261557"/>
                </a:lnTo>
                <a:cubicBezTo>
                  <a:pt x="165354" y="258699"/>
                  <a:pt x="166783" y="255080"/>
                  <a:pt x="166783" y="251460"/>
                </a:cubicBezTo>
                <a:cubicBezTo>
                  <a:pt x="166783" y="247841"/>
                  <a:pt x="165354" y="244126"/>
                  <a:pt x="162592" y="241364"/>
                </a:cubicBezTo>
                <a:cubicBezTo>
                  <a:pt x="157067" y="235744"/>
                  <a:pt x="148019" y="235744"/>
                  <a:pt x="142399" y="241364"/>
                </a:cubicBezTo>
                <a:lnTo>
                  <a:pt x="83153" y="300609"/>
                </a:lnTo>
                <a:cubicBezTo>
                  <a:pt x="77533" y="306229"/>
                  <a:pt x="77533" y="315182"/>
                  <a:pt x="83153" y="320802"/>
                </a:cubicBezTo>
                <a:lnTo>
                  <a:pt x="142399" y="380048"/>
                </a:lnTo>
                <a:cubicBezTo>
                  <a:pt x="148019" y="385667"/>
                  <a:pt x="157067" y="385667"/>
                  <a:pt x="162592" y="380048"/>
                </a:cubicBezTo>
                <a:cubicBezTo>
                  <a:pt x="168212" y="374523"/>
                  <a:pt x="168212" y="365474"/>
                  <a:pt x="162592" y="359855"/>
                </a:cubicBezTo>
                <a:close/>
                <a:moveTo>
                  <a:pt x="308229" y="166688"/>
                </a:moveTo>
                <a:cubicBezTo>
                  <a:pt x="297752" y="166688"/>
                  <a:pt x="289179" y="175165"/>
                  <a:pt x="289179" y="185738"/>
                </a:cubicBezTo>
                <a:lnTo>
                  <a:pt x="289179" y="186214"/>
                </a:lnTo>
                <a:cubicBezTo>
                  <a:pt x="289179" y="196691"/>
                  <a:pt x="297752" y="204978"/>
                  <a:pt x="308229" y="204978"/>
                </a:cubicBezTo>
                <a:cubicBezTo>
                  <a:pt x="318707" y="204978"/>
                  <a:pt x="327279" y="196215"/>
                  <a:pt x="327279" y="185738"/>
                </a:cubicBezTo>
                <a:cubicBezTo>
                  <a:pt x="327279" y="175260"/>
                  <a:pt x="318707" y="166688"/>
                  <a:pt x="308229" y="166688"/>
                </a:cubicBezTo>
                <a:close/>
                <a:moveTo>
                  <a:pt x="308229" y="230219"/>
                </a:moveTo>
                <a:cubicBezTo>
                  <a:pt x="297752" y="230219"/>
                  <a:pt x="289179" y="238792"/>
                  <a:pt x="289179" y="249269"/>
                </a:cubicBezTo>
                <a:lnTo>
                  <a:pt x="289179" y="249746"/>
                </a:lnTo>
                <a:cubicBezTo>
                  <a:pt x="289179" y="260318"/>
                  <a:pt x="297752" y="268605"/>
                  <a:pt x="308229" y="268605"/>
                </a:cubicBezTo>
                <a:cubicBezTo>
                  <a:pt x="318707" y="268605"/>
                  <a:pt x="327279" y="259842"/>
                  <a:pt x="327279" y="249269"/>
                </a:cubicBezTo>
                <a:cubicBezTo>
                  <a:pt x="327279" y="238697"/>
                  <a:pt x="318707" y="230219"/>
                  <a:pt x="308229" y="230219"/>
                </a:cubicBezTo>
                <a:close/>
                <a:moveTo>
                  <a:pt x="308229" y="416433"/>
                </a:moveTo>
                <a:cubicBezTo>
                  <a:pt x="297752" y="416433"/>
                  <a:pt x="289179" y="425196"/>
                  <a:pt x="289179" y="435674"/>
                </a:cubicBezTo>
                <a:cubicBezTo>
                  <a:pt x="289179" y="446151"/>
                  <a:pt x="297752" y="454724"/>
                  <a:pt x="308229" y="454724"/>
                </a:cubicBezTo>
                <a:cubicBezTo>
                  <a:pt x="318707" y="454724"/>
                  <a:pt x="327279" y="446246"/>
                  <a:pt x="327279" y="435674"/>
                </a:cubicBezTo>
                <a:lnTo>
                  <a:pt x="327279" y="435197"/>
                </a:lnTo>
                <a:cubicBezTo>
                  <a:pt x="327279" y="424720"/>
                  <a:pt x="318707" y="416433"/>
                  <a:pt x="308229" y="416433"/>
                </a:cubicBezTo>
                <a:close/>
                <a:moveTo>
                  <a:pt x="308229" y="352806"/>
                </a:moveTo>
                <a:cubicBezTo>
                  <a:pt x="297752" y="352806"/>
                  <a:pt x="289179" y="361569"/>
                  <a:pt x="289179" y="372142"/>
                </a:cubicBezTo>
                <a:cubicBezTo>
                  <a:pt x="289179" y="382715"/>
                  <a:pt x="297752" y="391192"/>
                  <a:pt x="308229" y="391192"/>
                </a:cubicBezTo>
                <a:cubicBezTo>
                  <a:pt x="318707" y="391192"/>
                  <a:pt x="327279" y="382619"/>
                  <a:pt x="327279" y="372142"/>
                </a:cubicBezTo>
                <a:lnTo>
                  <a:pt x="327279" y="371666"/>
                </a:lnTo>
                <a:cubicBezTo>
                  <a:pt x="327279" y="361093"/>
                  <a:pt x="318707" y="352806"/>
                  <a:pt x="308229" y="352806"/>
                </a:cubicBezTo>
                <a:close/>
                <a:moveTo>
                  <a:pt x="377571" y="144875"/>
                </a:moveTo>
                <a:lnTo>
                  <a:pt x="318326" y="85630"/>
                </a:lnTo>
                <a:cubicBezTo>
                  <a:pt x="312706" y="80010"/>
                  <a:pt x="303752" y="80010"/>
                  <a:pt x="298133" y="85630"/>
                </a:cubicBezTo>
                <a:lnTo>
                  <a:pt x="238887" y="144875"/>
                </a:lnTo>
                <a:cubicBezTo>
                  <a:pt x="233267" y="150495"/>
                  <a:pt x="233267" y="159544"/>
                  <a:pt x="238887" y="165068"/>
                </a:cubicBezTo>
                <a:cubicBezTo>
                  <a:pt x="244412" y="170688"/>
                  <a:pt x="253460" y="170688"/>
                  <a:pt x="259080" y="165068"/>
                </a:cubicBezTo>
                <a:lnTo>
                  <a:pt x="308229" y="115919"/>
                </a:lnTo>
                <a:lnTo>
                  <a:pt x="357378" y="165068"/>
                </a:lnTo>
                <a:cubicBezTo>
                  <a:pt x="360236" y="167831"/>
                  <a:pt x="363855" y="169259"/>
                  <a:pt x="367475" y="169259"/>
                </a:cubicBezTo>
                <a:cubicBezTo>
                  <a:pt x="371094" y="169259"/>
                  <a:pt x="374809" y="167831"/>
                  <a:pt x="377571" y="165068"/>
                </a:cubicBezTo>
                <a:cubicBezTo>
                  <a:pt x="383191" y="159544"/>
                  <a:pt x="383191" y="150495"/>
                  <a:pt x="377571" y="144875"/>
                </a:cubicBezTo>
                <a:close/>
                <a:moveTo>
                  <a:pt x="533305" y="300609"/>
                </a:moveTo>
                <a:lnTo>
                  <a:pt x="474059" y="241364"/>
                </a:lnTo>
                <a:cubicBezTo>
                  <a:pt x="468440" y="235744"/>
                  <a:pt x="459391" y="235744"/>
                  <a:pt x="453866" y="241364"/>
                </a:cubicBezTo>
                <a:cubicBezTo>
                  <a:pt x="448246" y="246888"/>
                  <a:pt x="448246" y="255937"/>
                  <a:pt x="453866" y="261557"/>
                </a:cubicBezTo>
                <a:lnTo>
                  <a:pt x="503015" y="310706"/>
                </a:lnTo>
                <a:lnTo>
                  <a:pt x="453866" y="359855"/>
                </a:lnTo>
                <a:cubicBezTo>
                  <a:pt x="448246" y="365474"/>
                  <a:pt x="448246" y="374523"/>
                  <a:pt x="453866" y="380048"/>
                </a:cubicBezTo>
                <a:cubicBezTo>
                  <a:pt x="459391" y="385667"/>
                  <a:pt x="468440" y="385667"/>
                  <a:pt x="474059" y="380048"/>
                </a:cubicBezTo>
                <a:lnTo>
                  <a:pt x="533305" y="320802"/>
                </a:lnTo>
                <a:cubicBezTo>
                  <a:pt x="536162" y="318040"/>
                  <a:pt x="537496" y="314325"/>
                  <a:pt x="537496" y="310706"/>
                </a:cubicBezTo>
                <a:cubicBezTo>
                  <a:pt x="537496" y="307086"/>
                  <a:pt x="536162" y="303371"/>
                  <a:pt x="533305" y="300609"/>
                </a:cubicBezTo>
                <a:close/>
                <a:moveTo>
                  <a:pt x="433197" y="291656"/>
                </a:moveTo>
                <a:lnTo>
                  <a:pt x="432721" y="291656"/>
                </a:lnTo>
                <a:cubicBezTo>
                  <a:pt x="422243" y="291656"/>
                  <a:pt x="413957" y="300228"/>
                  <a:pt x="413957" y="310706"/>
                </a:cubicBezTo>
                <a:cubicBezTo>
                  <a:pt x="413957" y="321183"/>
                  <a:pt x="422719" y="329756"/>
                  <a:pt x="433197" y="329756"/>
                </a:cubicBezTo>
                <a:cubicBezTo>
                  <a:pt x="443675" y="329756"/>
                  <a:pt x="452247" y="321183"/>
                  <a:pt x="452247" y="310706"/>
                </a:cubicBezTo>
                <a:cubicBezTo>
                  <a:pt x="452247" y="300228"/>
                  <a:pt x="443770" y="291656"/>
                  <a:pt x="433197" y="291656"/>
                </a:cubicBezTo>
                <a:close/>
                <a:moveTo>
                  <a:pt x="369665" y="291656"/>
                </a:moveTo>
                <a:lnTo>
                  <a:pt x="369189" y="291656"/>
                </a:lnTo>
                <a:cubicBezTo>
                  <a:pt x="358616" y="291656"/>
                  <a:pt x="350330" y="300228"/>
                  <a:pt x="350330" y="310706"/>
                </a:cubicBezTo>
                <a:cubicBezTo>
                  <a:pt x="350330" y="321183"/>
                  <a:pt x="359092" y="329756"/>
                  <a:pt x="369665" y="329756"/>
                </a:cubicBezTo>
                <a:cubicBezTo>
                  <a:pt x="380238" y="329756"/>
                  <a:pt x="388715" y="321183"/>
                  <a:pt x="388715" y="310706"/>
                </a:cubicBezTo>
                <a:cubicBezTo>
                  <a:pt x="388715" y="300228"/>
                  <a:pt x="380143" y="291656"/>
                  <a:pt x="369665" y="291656"/>
                </a:cubicBezTo>
                <a:close/>
                <a:moveTo>
                  <a:pt x="259080" y="165068"/>
                </a:moveTo>
                <a:lnTo>
                  <a:pt x="308229" y="115919"/>
                </a:lnTo>
                <a:lnTo>
                  <a:pt x="357378" y="165068"/>
                </a:lnTo>
                <a:cubicBezTo>
                  <a:pt x="360236" y="167831"/>
                  <a:pt x="363855" y="169259"/>
                  <a:pt x="367475" y="169259"/>
                </a:cubicBezTo>
                <a:cubicBezTo>
                  <a:pt x="371094" y="169259"/>
                  <a:pt x="374809" y="167831"/>
                  <a:pt x="377571" y="165068"/>
                </a:cubicBezTo>
                <a:cubicBezTo>
                  <a:pt x="383191" y="159544"/>
                  <a:pt x="383191" y="150495"/>
                  <a:pt x="377571" y="144875"/>
                </a:cubicBezTo>
                <a:lnTo>
                  <a:pt x="318326" y="85630"/>
                </a:lnTo>
                <a:cubicBezTo>
                  <a:pt x="312706" y="80010"/>
                  <a:pt x="303752" y="80010"/>
                  <a:pt x="298133" y="85630"/>
                </a:cubicBezTo>
                <a:lnTo>
                  <a:pt x="238887" y="144875"/>
                </a:lnTo>
                <a:cubicBezTo>
                  <a:pt x="233267" y="150495"/>
                  <a:pt x="233267" y="159544"/>
                  <a:pt x="238887" y="165068"/>
                </a:cubicBezTo>
                <a:cubicBezTo>
                  <a:pt x="244412" y="170688"/>
                  <a:pt x="253460" y="170688"/>
                  <a:pt x="259080" y="165068"/>
                </a:cubicBezTo>
                <a:close/>
                <a:moveTo>
                  <a:pt x="357378" y="456343"/>
                </a:moveTo>
                <a:lnTo>
                  <a:pt x="308229" y="505492"/>
                </a:lnTo>
                <a:lnTo>
                  <a:pt x="259080" y="456343"/>
                </a:lnTo>
                <a:cubicBezTo>
                  <a:pt x="253460" y="450723"/>
                  <a:pt x="244412" y="450723"/>
                  <a:pt x="238887" y="456343"/>
                </a:cubicBezTo>
                <a:cubicBezTo>
                  <a:pt x="233267" y="461867"/>
                  <a:pt x="233267" y="470916"/>
                  <a:pt x="238887" y="476536"/>
                </a:cubicBezTo>
                <a:lnTo>
                  <a:pt x="298133" y="535781"/>
                </a:lnTo>
                <a:cubicBezTo>
                  <a:pt x="300895" y="538639"/>
                  <a:pt x="304610" y="539972"/>
                  <a:pt x="308229" y="539972"/>
                </a:cubicBezTo>
                <a:cubicBezTo>
                  <a:pt x="311849" y="539972"/>
                  <a:pt x="315563" y="538639"/>
                  <a:pt x="318326" y="535781"/>
                </a:cubicBezTo>
                <a:lnTo>
                  <a:pt x="377571" y="476536"/>
                </a:lnTo>
                <a:cubicBezTo>
                  <a:pt x="383191" y="470916"/>
                  <a:pt x="383191" y="461867"/>
                  <a:pt x="377571" y="456343"/>
                </a:cubicBezTo>
                <a:cubicBezTo>
                  <a:pt x="372046" y="450723"/>
                  <a:pt x="362998" y="450723"/>
                  <a:pt x="357378" y="456343"/>
                </a:cubicBezTo>
                <a:close/>
                <a:moveTo>
                  <a:pt x="308229" y="416433"/>
                </a:moveTo>
                <a:cubicBezTo>
                  <a:pt x="297752" y="416433"/>
                  <a:pt x="289179" y="425196"/>
                  <a:pt x="289179" y="435674"/>
                </a:cubicBezTo>
                <a:cubicBezTo>
                  <a:pt x="289179" y="446151"/>
                  <a:pt x="297752" y="454724"/>
                  <a:pt x="308229" y="454724"/>
                </a:cubicBezTo>
                <a:cubicBezTo>
                  <a:pt x="318707" y="454724"/>
                  <a:pt x="327279" y="446246"/>
                  <a:pt x="327279" y="435674"/>
                </a:cubicBezTo>
                <a:lnTo>
                  <a:pt x="327279" y="435197"/>
                </a:lnTo>
                <a:cubicBezTo>
                  <a:pt x="327279" y="424720"/>
                  <a:pt x="318707" y="416433"/>
                  <a:pt x="308229" y="416433"/>
                </a:cubicBezTo>
                <a:close/>
                <a:moveTo>
                  <a:pt x="327279" y="371666"/>
                </a:moveTo>
                <a:cubicBezTo>
                  <a:pt x="327279" y="361093"/>
                  <a:pt x="318707" y="352806"/>
                  <a:pt x="308229" y="352806"/>
                </a:cubicBezTo>
                <a:cubicBezTo>
                  <a:pt x="297752" y="352806"/>
                  <a:pt x="289179" y="361569"/>
                  <a:pt x="289179" y="372142"/>
                </a:cubicBezTo>
                <a:cubicBezTo>
                  <a:pt x="289179" y="382715"/>
                  <a:pt x="297752" y="391192"/>
                  <a:pt x="308229" y="391192"/>
                </a:cubicBezTo>
                <a:cubicBezTo>
                  <a:pt x="318707" y="391192"/>
                  <a:pt x="327279" y="382619"/>
                  <a:pt x="327279" y="372142"/>
                </a:cubicBezTo>
                <a:lnTo>
                  <a:pt x="327279" y="371666"/>
                </a:lnTo>
                <a:close/>
                <a:moveTo>
                  <a:pt x="308229" y="166688"/>
                </a:moveTo>
                <a:cubicBezTo>
                  <a:pt x="297752" y="166688"/>
                  <a:pt x="289179" y="175165"/>
                  <a:pt x="289179" y="185738"/>
                </a:cubicBezTo>
                <a:lnTo>
                  <a:pt x="289179" y="186214"/>
                </a:lnTo>
                <a:cubicBezTo>
                  <a:pt x="289179" y="196691"/>
                  <a:pt x="297752" y="204978"/>
                  <a:pt x="308229" y="204978"/>
                </a:cubicBezTo>
                <a:cubicBezTo>
                  <a:pt x="318707" y="204978"/>
                  <a:pt x="327279" y="196215"/>
                  <a:pt x="327279" y="185738"/>
                </a:cubicBezTo>
                <a:cubicBezTo>
                  <a:pt x="327279" y="175260"/>
                  <a:pt x="318707" y="166688"/>
                  <a:pt x="308229" y="166688"/>
                </a:cubicBezTo>
                <a:close/>
                <a:moveTo>
                  <a:pt x="308229" y="230219"/>
                </a:moveTo>
                <a:cubicBezTo>
                  <a:pt x="297752" y="230219"/>
                  <a:pt x="289179" y="238792"/>
                  <a:pt x="289179" y="249269"/>
                </a:cubicBezTo>
                <a:lnTo>
                  <a:pt x="289179" y="249746"/>
                </a:lnTo>
                <a:cubicBezTo>
                  <a:pt x="289179" y="260318"/>
                  <a:pt x="297752" y="268605"/>
                  <a:pt x="308229" y="268605"/>
                </a:cubicBezTo>
                <a:cubicBezTo>
                  <a:pt x="318707" y="268605"/>
                  <a:pt x="327279" y="259842"/>
                  <a:pt x="327279" y="249269"/>
                </a:cubicBezTo>
                <a:cubicBezTo>
                  <a:pt x="327279" y="238697"/>
                  <a:pt x="318707" y="230219"/>
                  <a:pt x="308229" y="230219"/>
                </a:cubicBezTo>
                <a:close/>
                <a:moveTo>
                  <a:pt x="247269" y="329756"/>
                </a:moveTo>
                <a:cubicBezTo>
                  <a:pt x="257842" y="329756"/>
                  <a:pt x="266129" y="321183"/>
                  <a:pt x="266129" y="310706"/>
                </a:cubicBezTo>
                <a:cubicBezTo>
                  <a:pt x="266129" y="300228"/>
                  <a:pt x="257366" y="291656"/>
                  <a:pt x="246793" y="291656"/>
                </a:cubicBezTo>
                <a:cubicBezTo>
                  <a:pt x="236220" y="291656"/>
                  <a:pt x="227743" y="300228"/>
                  <a:pt x="227743" y="310706"/>
                </a:cubicBezTo>
                <a:cubicBezTo>
                  <a:pt x="227743" y="321183"/>
                  <a:pt x="236315" y="329756"/>
                  <a:pt x="246793" y="329756"/>
                </a:cubicBezTo>
                <a:lnTo>
                  <a:pt x="247269" y="329756"/>
                </a:lnTo>
                <a:close/>
                <a:moveTo>
                  <a:pt x="183261" y="291656"/>
                </a:moveTo>
                <a:cubicBezTo>
                  <a:pt x="172688" y="291656"/>
                  <a:pt x="164211" y="300228"/>
                  <a:pt x="164211" y="310706"/>
                </a:cubicBezTo>
                <a:cubicBezTo>
                  <a:pt x="164211" y="321183"/>
                  <a:pt x="172688" y="329756"/>
                  <a:pt x="183261" y="329756"/>
                </a:cubicBezTo>
                <a:lnTo>
                  <a:pt x="183737" y="329756"/>
                </a:lnTo>
                <a:cubicBezTo>
                  <a:pt x="194215" y="329756"/>
                  <a:pt x="202502" y="321183"/>
                  <a:pt x="202502" y="310706"/>
                </a:cubicBezTo>
                <a:cubicBezTo>
                  <a:pt x="202502" y="300228"/>
                  <a:pt x="193739" y="291656"/>
                  <a:pt x="183261" y="291656"/>
                </a:cubicBezTo>
                <a:close/>
                <a:moveTo>
                  <a:pt x="113443" y="310706"/>
                </a:moveTo>
                <a:lnTo>
                  <a:pt x="162592" y="261557"/>
                </a:lnTo>
                <a:cubicBezTo>
                  <a:pt x="165354" y="258699"/>
                  <a:pt x="166783" y="255080"/>
                  <a:pt x="166783" y="251460"/>
                </a:cubicBezTo>
                <a:cubicBezTo>
                  <a:pt x="166783" y="247841"/>
                  <a:pt x="165354" y="244126"/>
                  <a:pt x="162592" y="241364"/>
                </a:cubicBezTo>
                <a:cubicBezTo>
                  <a:pt x="157067" y="235744"/>
                  <a:pt x="148019" y="235744"/>
                  <a:pt x="142399" y="241364"/>
                </a:cubicBezTo>
                <a:lnTo>
                  <a:pt x="83153" y="300609"/>
                </a:lnTo>
                <a:cubicBezTo>
                  <a:pt x="77533" y="306229"/>
                  <a:pt x="77533" y="315182"/>
                  <a:pt x="83153" y="320802"/>
                </a:cubicBezTo>
                <a:lnTo>
                  <a:pt x="142399" y="380048"/>
                </a:lnTo>
                <a:cubicBezTo>
                  <a:pt x="148019" y="385667"/>
                  <a:pt x="157067" y="385667"/>
                  <a:pt x="162592" y="380048"/>
                </a:cubicBezTo>
                <a:cubicBezTo>
                  <a:pt x="168212" y="374523"/>
                  <a:pt x="168212" y="365474"/>
                  <a:pt x="162592" y="359855"/>
                </a:cubicBezTo>
                <a:lnTo>
                  <a:pt x="113443" y="310706"/>
                </a:lnTo>
                <a:close/>
              </a:path>
            </a:pathLst>
          </a:custGeom>
          <a:solidFill>
            <a:schemeClr val="tx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29FD6CD4-F7AE-CC20-82EF-3AD6C795E3BB}"/>
              </a:ext>
            </a:extLst>
          </p:cNvPr>
          <p:cNvCxnSpPr>
            <a:cxnSpLocks/>
          </p:cNvCxnSpPr>
          <p:nvPr/>
        </p:nvCxnSpPr>
        <p:spPr>
          <a:xfrm flipV="1">
            <a:off x="5047670" y="5429479"/>
            <a:ext cx="2752861" cy="2749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Google Shape;259;p8">
            <a:extLst>
              <a:ext uri="{FF2B5EF4-FFF2-40B4-BE49-F238E27FC236}">
                <a16:creationId xmlns:a16="http://schemas.microsoft.com/office/drawing/2014/main" id="{7A0D24BC-8C4B-4CFB-FA9B-A19C55830B5F}"/>
              </a:ext>
            </a:extLst>
          </p:cNvPr>
          <p:cNvSpPr/>
          <p:nvPr/>
        </p:nvSpPr>
        <p:spPr>
          <a:xfrm>
            <a:off x="5336962" y="3819257"/>
            <a:ext cx="641629" cy="445608"/>
          </a:xfrm>
          <a:custGeom>
            <a:avLst/>
            <a:gdLst/>
            <a:ahLst/>
            <a:cxnLst/>
            <a:rect l="l" t="t" r="r" b="b"/>
            <a:pathLst>
              <a:path w="711361" h="505198" extrusionOk="0">
                <a:moveTo>
                  <a:pt x="526271" y="505198"/>
                </a:moveTo>
                <a:lnTo>
                  <a:pt x="150986" y="505198"/>
                </a:lnTo>
                <a:cubicBezTo>
                  <a:pt x="67711" y="505312"/>
                  <a:pt x="113" y="437896"/>
                  <a:pt x="0" y="354622"/>
                </a:cubicBezTo>
                <a:cubicBezTo>
                  <a:pt x="-88" y="289841"/>
                  <a:pt x="41214" y="232243"/>
                  <a:pt x="102599" y="211542"/>
                </a:cubicBezTo>
                <a:cubicBezTo>
                  <a:pt x="106760" y="90623"/>
                  <a:pt x="208159" y="-4029"/>
                  <a:pt x="329079" y="132"/>
                </a:cubicBezTo>
                <a:cubicBezTo>
                  <a:pt x="414940" y="3088"/>
                  <a:pt x="491147" y="55955"/>
                  <a:pt x="523985" y="135342"/>
                </a:cubicBezTo>
                <a:cubicBezTo>
                  <a:pt x="570978" y="133918"/>
                  <a:pt x="616648" y="151023"/>
                  <a:pt x="651143" y="182967"/>
                </a:cubicBezTo>
                <a:cubicBezTo>
                  <a:pt x="726684" y="252133"/>
                  <a:pt x="731854" y="369440"/>
                  <a:pt x="662688" y="444982"/>
                </a:cubicBezTo>
                <a:cubicBezTo>
                  <a:pt x="627643" y="483256"/>
                  <a:pt x="578166" y="505097"/>
                  <a:pt x="526271" y="505198"/>
                </a:cubicBezTo>
                <a:close/>
                <a:moveTo>
                  <a:pt x="321578" y="27424"/>
                </a:moveTo>
                <a:cubicBezTo>
                  <a:pt x="216368" y="27424"/>
                  <a:pt x="131078" y="112714"/>
                  <a:pt x="131078" y="217924"/>
                </a:cubicBezTo>
                <a:cubicBezTo>
                  <a:pt x="131078" y="219162"/>
                  <a:pt x="131078" y="220496"/>
                  <a:pt x="131078" y="221734"/>
                </a:cubicBezTo>
                <a:cubicBezTo>
                  <a:pt x="131285" y="228431"/>
                  <a:pt x="126809" y="234372"/>
                  <a:pt x="120315" y="236022"/>
                </a:cubicBezTo>
                <a:cubicBezTo>
                  <a:pt x="54927" y="252743"/>
                  <a:pt x="15474" y="319304"/>
                  <a:pt x="32195" y="384694"/>
                </a:cubicBezTo>
                <a:cubicBezTo>
                  <a:pt x="46054" y="438893"/>
                  <a:pt x="94947" y="476760"/>
                  <a:pt x="150890" y="476623"/>
                </a:cubicBezTo>
                <a:lnTo>
                  <a:pt x="526175" y="476623"/>
                </a:lnTo>
                <a:cubicBezTo>
                  <a:pt x="612816" y="476294"/>
                  <a:pt x="682784" y="405790"/>
                  <a:pt x="682454" y="319150"/>
                </a:cubicBezTo>
                <a:cubicBezTo>
                  <a:pt x="682287" y="275536"/>
                  <a:pt x="663973" y="233959"/>
                  <a:pt x="631903" y="204399"/>
                </a:cubicBezTo>
                <a:cubicBezTo>
                  <a:pt x="600516" y="175188"/>
                  <a:pt x="558219" y="160651"/>
                  <a:pt x="515507" y="164394"/>
                </a:cubicBezTo>
                <a:cubicBezTo>
                  <a:pt x="509001" y="165002"/>
                  <a:pt x="502930" y="161060"/>
                  <a:pt x="500839" y="154869"/>
                </a:cubicBezTo>
                <a:cubicBezTo>
                  <a:pt x="474265" y="78591"/>
                  <a:pt x="402353" y="27465"/>
                  <a:pt x="321578" y="27424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</a:br>
            <a:endParaRPr kumimoji="0" sz="12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E990C80E-4634-9746-0CAF-6A450041BA08}"/>
              </a:ext>
            </a:extLst>
          </p:cNvPr>
          <p:cNvSpPr/>
          <p:nvPr/>
        </p:nvSpPr>
        <p:spPr>
          <a:xfrm>
            <a:off x="6697187" y="1752849"/>
            <a:ext cx="295637" cy="29563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8" name="Rounded Rectangle 17">
            <a:extLst>
              <a:ext uri="{FF2B5EF4-FFF2-40B4-BE49-F238E27FC236}">
                <a16:creationId xmlns:a16="http://schemas.microsoft.com/office/drawing/2014/main" id="{CA403C83-DF51-0402-DA70-A7CEECCDF7A7}"/>
              </a:ext>
            </a:extLst>
          </p:cNvPr>
          <p:cNvSpPr/>
          <p:nvPr/>
        </p:nvSpPr>
        <p:spPr>
          <a:xfrm>
            <a:off x="6495869" y="1445331"/>
            <a:ext cx="1864107" cy="699279"/>
          </a:xfrm>
          <a:prstGeom prst="roundRect">
            <a:avLst/>
          </a:prstGeom>
          <a:noFill/>
          <a:ln w="127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+mn-ea"/>
                <a:cs typeface="+mn-cs"/>
              </a:rPr>
              <a:t>DC/Cloud</a:t>
            </a:r>
          </a:p>
        </p:txBody>
      </p:sp>
      <p:sp>
        <p:nvSpPr>
          <p:cNvPr id="19" name="Google Shape;209;p7">
            <a:extLst>
              <a:ext uri="{FF2B5EF4-FFF2-40B4-BE49-F238E27FC236}">
                <a16:creationId xmlns:a16="http://schemas.microsoft.com/office/drawing/2014/main" id="{68FA7DD4-5874-B9D8-5C2A-31196455F390}"/>
              </a:ext>
            </a:extLst>
          </p:cNvPr>
          <p:cNvSpPr/>
          <p:nvPr/>
        </p:nvSpPr>
        <p:spPr>
          <a:xfrm>
            <a:off x="7325821" y="1756205"/>
            <a:ext cx="255041" cy="264950"/>
          </a:xfrm>
          <a:custGeom>
            <a:avLst/>
            <a:gdLst/>
            <a:ahLst/>
            <a:cxnLst/>
            <a:rect l="l" t="t" r="r" b="b"/>
            <a:pathLst>
              <a:path w="619314" h="622000" extrusionOk="0">
                <a:moveTo>
                  <a:pt x="557021" y="622000"/>
                </a:moveTo>
                <a:lnTo>
                  <a:pt x="220313" y="622000"/>
                </a:lnTo>
                <a:cubicBezTo>
                  <a:pt x="185909" y="622000"/>
                  <a:pt x="158019" y="594110"/>
                  <a:pt x="158019" y="559707"/>
                </a:cubicBezTo>
                <a:lnTo>
                  <a:pt x="158019" y="223474"/>
                </a:lnTo>
                <a:cubicBezTo>
                  <a:pt x="158072" y="189092"/>
                  <a:pt x="185930" y="161233"/>
                  <a:pt x="220313" y="161181"/>
                </a:cubicBezTo>
                <a:lnTo>
                  <a:pt x="557021" y="161181"/>
                </a:lnTo>
                <a:cubicBezTo>
                  <a:pt x="591382" y="161285"/>
                  <a:pt x="619210" y="189114"/>
                  <a:pt x="619315" y="223474"/>
                </a:cubicBezTo>
                <a:lnTo>
                  <a:pt x="619315" y="559707"/>
                </a:lnTo>
                <a:cubicBezTo>
                  <a:pt x="619263" y="594089"/>
                  <a:pt x="591404" y="621948"/>
                  <a:pt x="557021" y="622000"/>
                </a:cubicBezTo>
                <a:close/>
                <a:moveTo>
                  <a:pt x="220313" y="189756"/>
                </a:moveTo>
                <a:cubicBezTo>
                  <a:pt x="201712" y="189808"/>
                  <a:pt x="186647" y="204874"/>
                  <a:pt x="186594" y="223474"/>
                </a:cubicBezTo>
                <a:lnTo>
                  <a:pt x="186594" y="559707"/>
                </a:lnTo>
                <a:cubicBezTo>
                  <a:pt x="186647" y="578307"/>
                  <a:pt x="201712" y="593373"/>
                  <a:pt x="220313" y="593425"/>
                </a:cubicBezTo>
                <a:lnTo>
                  <a:pt x="557021" y="593425"/>
                </a:lnTo>
                <a:cubicBezTo>
                  <a:pt x="575622" y="593373"/>
                  <a:pt x="590688" y="578307"/>
                  <a:pt x="590740" y="559707"/>
                </a:cubicBezTo>
                <a:lnTo>
                  <a:pt x="590740" y="223474"/>
                </a:lnTo>
                <a:cubicBezTo>
                  <a:pt x="590688" y="204874"/>
                  <a:pt x="575622" y="189808"/>
                  <a:pt x="557021" y="189756"/>
                </a:cubicBezTo>
                <a:close/>
                <a:moveTo>
                  <a:pt x="331660" y="428547"/>
                </a:moveTo>
                <a:lnTo>
                  <a:pt x="325373" y="414736"/>
                </a:lnTo>
                <a:lnTo>
                  <a:pt x="279844" y="414736"/>
                </a:lnTo>
                <a:lnTo>
                  <a:pt x="273462" y="428547"/>
                </a:lnTo>
                <a:lnTo>
                  <a:pt x="254412" y="428547"/>
                </a:lnTo>
                <a:lnTo>
                  <a:pt x="294512" y="341870"/>
                </a:lnTo>
                <a:lnTo>
                  <a:pt x="310610" y="341870"/>
                </a:lnTo>
                <a:lnTo>
                  <a:pt x="350805" y="428547"/>
                </a:lnTo>
                <a:close/>
                <a:moveTo>
                  <a:pt x="287845" y="397401"/>
                </a:moveTo>
                <a:lnTo>
                  <a:pt x="317372" y="397401"/>
                </a:lnTo>
                <a:lnTo>
                  <a:pt x="302609" y="365587"/>
                </a:lnTo>
                <a:close/>
                <a:moveTo>
                  <a:pt x="366998" y="428547"/>
                </a:moveTo>
                <a:lnTo>
                  <a:pt x="366998" y="341870"/>
                </a:lnTo>
                <a:lnTo>
                  <a:pt x="400907" y="341870"/>
                </a:lnTo>
                <a:cubicBezTo>
                  <a:pt x="417609" y="340933"/>
                  <a:pt x="431909" y="353711"/>
                  <a:pt x="432847" y="370413"/>
                </a:cubicBezTo>
                <a:cubicBezTo>
                  <a:pt x="433784" y="387116"/>
                  <a:pt x="421004" y="401416"/>
                  <a:pt x="404302" y="402354"/>
                </a:cubicBezTo>
                <a:cubicBezTo>
                  <a:pt x="403172" y="402417"/>
                  <a:pt x="402037" y="402417"/>
                  <a:pt x="400907" y="402354"/>
                </a:cubicBezTo>
                <a:lnTo>
                  <a:pt x="384333" y="402354"/>
                </a:lnTo>
                <a:lnTo>
                  <a:pt x="384333" y="428547"/>
                </a:lnTo>
                <a:close/>
                <a:moveTo>
                  <a:pt x="384333" y="385018"/>
                </a:moveTo>
                <a:lnTo>
                  <a:pt x="400907" y="385018"/>
                </a:lnTo>
                <a:cubicBezTo>
                  <a:pt x="408034" y="385631"/>
                  <a:pt x="414310" y="380350"/>
                  <a:pt x="414923" y="373221"/>
                </a:cubicBezTo>
                <a:cubicBezTo>
                  <a:pt x="415536" y="366094"/>
                  <a:pt x="410255" y="359818"/>
                  <a:pt x="403126" y="359205"/>
                </a:cubicBezTo>
                <a:cubicBezTo>
                  <a:pt x="402388" y="359142"/>
                  <a:pt x="401645" y="359142"/>
                  <a:pt x="400907" y="359205"/>
                </a:cubicBezTo>
                <a:lnTo>
                  <a:pt x="384333" y="359205"/>
                </a:lnTo>
                <a:close/>
                <a:moveTo>
                  <a:pt x="449675" y="428547"/>
                </a:moveTo>
                <a:lnTo>
                  <a:pt x="449675" y="341870"/>
                </a:lnTo>
                <a:lnTo>
                  <a:pt x="483584" y="341870"/>
                </a:lnTo>
                <a:cubicBezTo>
                  <a:pt x="500286" y="340933"/>
                  <a:pt x="514586" y="353711"/>
                  <a:pt x="515524" y="370413"/>
                </a:cubicBezTo>
                <a:cubicBezTo>
                  <a:pt x="516461" y="387116"/>
                  <a:pt x="503681" y="401416"/>
                  <a:pt x="486979" y="402354"/>
                </a:cubicBezTo>
                <a:cubicBezTo>
                  <a:pt x="485849" y="402417"/>
                  <a:pt x="484714" y="402417"/>
                  <a:pt x="483584" y="402354"/>
                </a:cubicBezTo>
                <a:lnTo>
                  <a:pt x="467010" y="402354"/>
                </a:lnTo>
                <a:lnTo>
                  <a:pt x="467010" y="428547"/>
                </a:lnTo>
                <a:close/>
                <a:moveTo>
                  <a:pt x="467010" y="385018"/>
                </a:moveTo>
                <a:lnTo>
                  <a:pt x="483584" y="385018"/>
                </a:lnTo>
                <a:cubicBezTo>
                  <a:pt x="490711" y="385631"/>
                  <a:pt x="496987" y="380350"/>
                  <a:pt x="497600" y="373221"/>
                </a:cubicBezTo>
                <a:cubicBezTo>
                  <a:pt x="498213" y="366094"/>
                  <a:pt x="492932" y="359818"/>
                  <a:pt x="485803" y="359205"/>
                </a:cubicBezTo>
                <a:cubicBezTo>
                  <a:pt x="485065" y="359142"/>
                  <a:pt x="484322" y="359142"/>
                  <a:pt x="483584" y="359205"/>
                </a:cubicBezTo>
                <a:lnTo>
                  <a:pt x="467010" y="359205"/>
                </a:lnTo>
                <a:close/>
                <a:moveTo>
                  <a:pt x="415004" y="140988"/>
                </a:moveTo>
                <a:cubicBezTo>
                  <a:pt x="425348" y="139982"/>
                  <a:pt x="432977" y="130869"/>
                  <a:pt x="432149" y="120509"/>
                </a:cubicBezTo>
                <a:cubicBezTo>
                  <a:pt x="431860" y="116772"/>
                  <a:pt x="430430" y="113215"/>
                  <a:pt x="428053" y="110317"/>
                </a:cubicBezTo>
                <a:cubicBezTo>
                  <a:pt x="423000" y="103653"/>
                  <a:pt x="414191" y="101065"/>
                  <a:pt x="406336" y="103935"/>
                </a:cubicBezTo>
                <a:cubicBezTo>
                  <a:pt x="396465" y="107577"/>
                  <a:pt x="391415" y="118531"/>
                  <a:pt x="395055" y="128401"/>
                </a:cubicBezTo>
                <a:cubicBezTo>
                  <a:pt x="395069" y="128437"/>
                  <a:pt x="395083" y="128474"/>
                  <a:pt x="395096" y="128510"/>
                </a:cubicBezTo>
                <a:cubicBezTo>
                  <a:pt x="398030" y="136090"/>
                  <a:pt x="405352" y="141060"/>
                  <a:pt x="413480" y="140988"/>
                </a:cubicBezTo>
                <a:close/>
                <a:moveTo>
                  <a:pt x="133254" y="332821"/>
                </a:moveTo>
                <a:cubicBezTo>
                  <a:pt x="133254" y="322300"/>
                  <a:pt x="124726" y="313771"/>
                  <a:pt x="114204" y="313771"/>
                </a:cubicBezTo>
                <a:cubicBezTo>
                  <a:pt x="103683" y="313771"/>
                  <a:pt x="95154" y="322300"/>
                  <a:pt x="95154" y="332821"/>
                </a:cubicBezTo>
                <a:cubicBezTo>
                  <a:pt x="95154" y="343342"/>
                  <a:pt x="103683" y="351871"/>
                  <a:pt x="114204" y="351871"/>
                </a:cubicBezTo>
                <a:lnTo>
                  <a:pt x="114680" y="351871"/>
                </a:lnTo>
                <a:cubicBezTo>
                  <a:pt x="125015" y="351613"/>
                  <a:pt x="133257" y="343159"/>
                  <a:pt x="133254" y="332821"/>
                </a:cubicBezTo>
                <a:close/>
                <a:moveTo>
                  <a:pt x="85629" y="173849"/>
                </a:moveTo>
                <a:cubicBezTo>
                  <a:pt x="82021" y="173850"/>
                  <a:pt x="78486" y="172826"/>
                  <a:pt x="75437" y="170896"/>
                </a:cubicBezTo>
                <a:cubicBezTo>
                  <a:pt x="66844" y="165224"/>
                  <a:pt x="64312" y="153749"/>
                  <a:pt x="69722" y="144988"/>
                </a:cubicBezTo>
                <a:lnTo>
                  <a:pt x="70294" y="144036"/>
                </a:lnTo>
                <a:cubicBezTo>
                  <a:pt x="75935" y="135155"/>
                  <a:pt x="87708" y="132528"/>
                  <a:pt x="96588" y="138169"/>
                </a:cubicBezTo>
                <a:cubicBezTo>
                  <a:pt x="105469" y="143810"/>
                  <a:pt x="108096" y="155582"/>
                  <a:pt x="102455" y="164463"/>
                </a:cubicBezTo>
                <a:cubicBezTo>
                  <a:pt x="102342" y="164641"/>
                  <a:pt x="102227" y="164816"/>
                  <a:pt x="102107" y="164991"/>
                </a:cubicBezTo>
                <a:cubicBezTo>
                  <a:pt x="98350" y="170657"/>
                  <a:pt x="91950" y="174001"/>
                  <a:pt x="85153" y="173849"/>
                </a:cubicBezTo>
                <a:close/>
                <a:moveTo>
                  <a:pt x="52196" y="332535"/>
                </a:moveTo>
                <a:cubicBezTo>
                  <a:pt x="48078" y="332502"/>
                  <a:pt x="44089" y="331094"/>
                  <a:pt x="40862" y="328535"/>
                </a:cubicBezTo>
                <a:lnTo>
                  <a:pt x="39909" y="327773"/>
                </a:lnTo>
                <a:cubicBezTo>
                  <a:pt x="31729" y="321144"/>
                  <a:pt x="30471" y="309140"/>
                  <a:pt x="37099" y="300960"/>
                </a:cubicBezTo>
                <a:cubicBezTo>
                  <a:pt x="43728" y="292780"/>
                  <a:pt x="55732" y="291522"/>
                  <a:pt x="63912" y="298150"/>
                </a:cubicBezTo>
                <a:cubicBezTo>
                  <a:pt x="72143" y="304801"/>
                  <a:pt x="73579" y="316796"/>
                  <a:pt x="67151" y="325201"/>
                </a:cubicBezTo>
                <a:cubicBezTo>
                  <a:pt x="63555" y="329811"/>
                  <a:pt x="58043" y="332514"/>
                  <a:pt x="52196" y="332535"/>
                </a:cubicBezTo>
                <a:close/>
                <a:moveTo>
                  <a:pt x="18859" y="276147"/>
                </a:moveTo>
                <a:cubicBezTo>
                  <a:pt x="9704" y="276265"/>
                  <a:pt x="1843" y="269660"/>
                  <a:pt x="380" y="260622"/>
                </a:cubicBezTo>
                <a:cubicBezTo>
                  <a:pt x="335" y="260242"/>
                  <a:pt x="335" y="259859"/>
                  <a:pt x="380" y="259479"/>
                </a:cubicBezTo>
                <a:cubicBezTo>
                  <a:pt x="-1702" y="249166"/>
                  <a:pt x="4972" y="239118"/>
                  <a:pt x="15284" y="237036"/>
                </a:cubicBezTo>
                <a:cubicBezTo>
                  <a:pt x="25598" y="234955"/>
                  <a:pt x="35646" y="241627"/>
                  <a:pt x="37727" y="251940"/>
                </a:cubicBezTo>
                <a:cubicBezTo>
                  <a:pt x="37849" y="252543"/>
                  <a:pt x="37941" y="253152"/>
                  <a:pt x="38004" y="253764"/>
                </a:cubicBezTo>
                <a:cubicBezTo>
                  <a:pt x="39823" y="264126"/>
                  <a:pt x="32897" y="274001"/>
                  <a:pt x="22535" y="275820"/>
                </a:cubicBezTo>
                <a:cubicBezTo>
                  <a:pt x="22453" y="275834"/>
                  <a:pt x="22370" y="275848"/>
                  <a:pt x="22288" y="275862"/>
                </a:cubicBezTo>
                <a:close/>
                <a:moveTo>
                  <a:pt x="32289" y="212235"/>
                </a:moveTo>
                <a:cubicBezTo>
                  <a:pt x="28681" y="212236"/>
                  <a:pt x="25146" y="211212"/>
                  <a:pt x="22097" y="209282"/>
                </a:cubicBezTo>
                <a:cubicBezTo>
                  <a:pt x="13470" y="203640"/>
                  <a:pt x="10895" y="192160"/>
                  <a:pt x="16287" y="183374"/>
                </a:cubicBezTo>
                <a:cubicBezTo>
                  <a:pt x="16287" y="183374"/>
                  <a:pt x="16859" y="182421"/>
                  <a:pt x="16954" y="182421"/>
                </a:cubicBezTo>
                <a:cubicBezTo>
                  <a:pt x="22156" y="173276"/>
                  <a:pt x="33786" y="170079"/>
                  <a:pt x="42932" y="175280"/>
                </a:cubicBezTo>
                <a:cubicBezTo>
                  <a:pt x="52076" y="180481"/>
                  <a:pt x="55274" y="192112"/>
                  <a:pt x="50072" y="201257"/>
                </a:cubicBezTo>
                <a:cubicBezTo>
                  <a:pt x="49653" y="201994"/>
                  <a:pt x="49186" y="202702"/>
                  <a:pt x="48672" y="203376"/>
                </a:cubicBezTo>
                <a:cubicBezTo>
                  <a:pt x="45062" y="208911"/>
                  <a:pt x="38898" y="212244"/>
                  <a:pt x="32289" y="212235"/>
                </a:cubicBezTo>
                <a:close/>
                <a:moveTo>
                  <a:pt x="98964" y="112413"/>
                </a:moveTo>
                <a:cubicBezTo>
                  <a:pt x="88445" y="112234"/>
                  <a:pt x="80062" y="103561"/>
                  <a:pt x="80241" y="93041"/>
                </a:cubicBezTo>
                <a:cubicBezTo>
                  <a:pt x="80286" y="90458"/>
                  <a:pt x="80854" y="87910"/>
                  <a:pt x="81914" y="85552"/>
                </a:cubicBezTo>
                <a:lnTo>
                  <a:pt x="81914" y="84504"/>
                </a:lnTo>
                <a:cubicBezTo>
                  <a:pt x="86596" y="75009"/>
                  <a:pt x="98089" y="71107"/>
                  <a:pt x="107584" y="75789"/>
                </a:cubicBezTo>
                <a:cubicBezTo>
                  <a:pt x="117080" y="80471"/>
                  <a:pt x="120981" y="91963"/>
                  <a:pt x="116300" y="101459"/>
                </a:cubicBezTo>
                <a:cubicBezTo>
                  <a:pt x="112993" y="108124"/>
                  <a:pt x="106215" y="112361"/>
                  <a:pt x="98774" y="112413"/>
                </a:cubicBezTo>
                <a:close/>
                <a:moveTo>
                  <a:pt x="314705" y="73646"/>
                </a:moveTo>
                <a:cubicBezTo>
                  <a:pt x="309801" y="73626"/>
                  <a:pt x="305093" y="71716"/>
                  <a:pt x="301561" y="68312"/>
                </a:cubicBezTo>
                <a:cubicBezTo>
                  <a:pt x="293806" y="61201"/>
                  <a:pt x="293284" y="49151"/>
                  <a:pt x="300393" y="41396"/>
                </a:cubicBezTo>
                <a:cubicBezTo>
                  <a:pt x="300465" y="41319"/>
                  <a:pt x="300536" y="41242"/>
                  <a:pt x="300608" y="41166"/>
                </a:cubicBezTo>
                <a:cubicBezTo>
                  <a:pt x="307680" y="33701"/>
                  <a:pt x="319399" y="33195"/>
                  <a:pt x="327088" y="40023"/>
                </a:cubicBezTo>
                <a:lnTo>
                  <a:pt x="327945" y="40785"/>
                </a:lnTo>
                <a:cubicBezTo>
                  <a:pt x="335573" y="48030"/>
                  <a:pt x="335882" y="60089"/>
                  <a:pt x="328637" y="67717"/>
                </a:cubicBezTo>
                <a:cubicBezTo>
                  <a:pt x="325012" y="71532"/>
                  <a:pt x="319969" y="73679"/>
                  <a:pt x="314705" y="73646"/>
                </a:cubicBezTo>
                <a:close/>
                <a:moveTo>
                  <a:pt x="138969" y="63359"/>
                </a:moveTo>
                <a:cubicBezTo>
                  <a:pt x="128449" y="63286"/>
                  <a:pt x="119979" y="54698"/>
                  <a:pt x="120052" y="44177"/>
                </a:cubicBezTo>
                <a:cubicBezTo>
                  <a:pt x="120091" y="38499"/>
                  <a:pt x="122661" y="33134"/>
                  <a:pt x="127063" y="29545"/>
                </a:cubicBezTo>
                <a:lnTo>
                  <a:pt x="127825" y="29545"/>
                </a:lnTo>
                <a:cubicBezTo>
                  <a:pt x="135819" y="22705"/>
                  <a:pt x="147845" y="23641"/>
                  <a:pt x="154685" y="31634"/>
                </a:cubicBezTo>
                <a:cubicBezTo>
                  <a:pt x="161524" y="39628"/>
                  <a:pt x="160589" y="51654"/>
                  <a:pt x="152596" y="58494"/>
                </a:cubicBezTo>
                <a:cubicBezTo>
                  <a:pt x="152077" y="58938"/>
                  <a:pt x="151535" y="59354"/>
                  <a:pt x="150971" y="59739"/>
                </a:cubicBezTo>
                <a:cubicBezTo>
                  <a:pt x="147493" y="62265"/>
                  <a:pt x="143263" y="63541"/>
                  <a:pt x="138969" y="63359"/>
                </a:cubicBezTo>
                <a:close/>
                <a:moveTo>
                  <a:pt x="260127" y="41547"/>
                </a:moveTo>
                <a:cubicBezTo>
                  <a:pt x="258159" y="41542"/>
                  <a:pt x="256203" y="41253"/>
                  <a:pt x="254317" y="40689"/>
                </a:cubicBezTo>
                <a:cubicBezTo>
                  <a:pt x="244286" y="37490"/>
                  <a:pt x="238598" y="26914"/>
                  <a:pt x="241458" y="16782"/>
                </a:cubicBezTo>
                <a:cubicBezTo>
                  <a:pt x="244447" y="6958"/>
                  <a:pt x="254684" y="1270"/>
                  <a:pt x="264604" y="3923"/>
                </a:cubicBezTo>
                <a:lnTo>
                  <a:pt x="266033" y="3923"/>
                </a:lnTo>
                <a:cubicBezTo>
                  <a:pt x="276027" y="7208"/>
                  <a:pt x="281467" y="17973"/>
                  <a:pt x="278182" y="27969"/>
                </a:cubicBezTo>
                <a:cubicBezTo>
                  <a:pt x="275618" y="35772"/>
                  <a:pt x="268341" y="41052"/>
                  <a:pt x="260127" y="41070"/>
                </a:cubicBezTo>
                <a:close/>
                <a:moveTo>
                  <a:pt x="197072" y="37927"/>
                </a:moveTo>
                <a:cubicBezTo>
                  <a:pt x="187786" y="38087"/>
                  <a:pt x="179738" y="31528"/>
                  <a:pt x="178022" y="22401"/>
                </a:cubicBezTo>
                <a:cubicBezTo>
                  <a:pt x="176143" y="12252"/>
                  <a:pt x="182690" y="2453"/>
                  <a:pt x="192785" y="303"/>
                </a:cubicBezTo>
                <a:lnTo>
                  <a:pt x="193928" y="303"/>
                </a:lnTo>
                <a:cubicBezTo>
                  <a:pt x="204284" y="-1557"/>
                  <a:pt x="214186" y="5331"/>
                  <a:pt x="216046" y="15686"/>
                </a:cubicBezTo>
                <a:cubicBezTo>
                  <a:pt x="217906" y="26041"/>
                  <a:pt x="211018" y="35944"/>
                  <a:pt x="200664" y="37803"/>
                </a:cubicBezTo>
                <a:cubicBezTo>
                  <a:pt x="200609" y="37813"/>
                  <a:pt x="200555" y="37822"/>
                  <a:pt x="200501" y="37832"/>
                </a:cubicBezTo>
                <a:cubicBezTo>
                  <a:pt x="199368" y="38027"/>
                  <a:pt x="198221" y="38122"/>
                  <a:pt x="197072" y="38118"/>
                </a:cubicBezTo>
                <a:close/>
                <a:moveTo>
                  <a:pt x="350519" y="126319"/>
                </a:moveTo>
                <a:cubicBezTo>
                  <a:pt x="360905" y="125313"/>
                  <a:pt x="368547" y="116141"/>
                  <a:pt x="367665" y="105745"/>
                </a:cubicBezTo>
                <a:cubicBezTo>
                  <a:pt x="367376" y="102008"/>
                  <a:pt x="365946" y="98451"/>
                  <a:pt x="363569" y="95553"/>
                </a:cubicBezTo>
                <a:cubicBezTo>
                  <a:pt x="358490" y="88924"/>
                  <a:pt x="349686" y="86376"/>
                  <a:pt x="341852" y="89267"/>
                </a:cubicBezTo>
                <a:cubicBezTo>
                  <a:pt x="331964" y="92862"/>
                  <a:pt x="326862" y="103792"/>
                  <a:pt x="330457" y="113679"/>
                </a:cubicBezTo>
                <a:cubicBezTo>
                  <a:pt x="330477" y="113734"/>
                  <a:pt x="330497" y="113787"/>
                  <a:pt x="330517" y="113841"/>
                </a:cubicBezTo>
                <a:cubicBezTo>
                  <a:pt x="333451" y="121421"/>
                  <a:pt x="340773" y="126392"/>
                  <a:pt x="348900" y="12631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72C41A7-00E2-582F-C3B9-539E2392066C}"/>
              </a:ext>
            </a:extLst>
          </p:cNvPr>
          <p:cNvSpPr/>
          <p:nvPr/>
        </p:nvSpPr>
        <p:spPr>
          <a:xfrm>
            <a:off x="7314041" y="1758557"/>
            <a:ext cx="255041" cy="27613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6243736C-0BD2-6426-C647-1BBD16F72B7A}"/>
              </a:ext>
            </a:extLst>
          </p:cNvPr>
          <p:cNvCxnSpPr>
            <a:cxnSpLocks/>
          </p:cNvCxnSpPr>
          <p:nvPr/>
        </p:nvCxnSpPr>
        <p:spPr>
          <a:xfrm flipV="1">
            <a:off x="5665510" y="3660347"/>
            <a:ext cx="0" cy="899562"/>
          </a:xfrm>
          <a:prstGeom prst="straightConnector1">
            <a:avLst/>
          </a:prstGeom>
          <a:ln w="38100">
            <a:solidFill>
              <a:schemeClr val="accent5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Google Shape;259;p8">
            <a:extLst>
              <a:ext uri="{FF2B5EF4-FFF2-40B4-BE49-F238E27FC236}">
                <a16:creationId xmlns:a16="http://schemas.microsoft.com/office/drawing/2014/main" id="{FE91577A-719A-77B6-688F-6AAF8016BB61}"/>
              </a:ext>
            </a:extLst>
          </p:cNvPr>
          <p:cNvSpPr/>
          <p:nvPr/>
        </p:nvSpPr>
        <p:spPr>
          <a:xfrm>
            <a:off x="3911118" y="1508788"/>
            <a:ext cx="950616" cy="660197"/>
          </a:xfrm>
          <a:custGeom>
            <a:avLst/>
            <a:gdLst/>
            <a:ahLst/>
            <a:cxnLst/>
            <a:rect l="l" t="t" r="r" b="b"/>
            <a:pathLst>
              <a:path w="711361" h="505198" extrusionOk="0">
                <a:moveTo>
                  <a:pt x="526271" y="505198"/>
                </a:moveTo>
                <a:lnTo>
                  <a:pt x="150986" y="505198"/>
                </a:lnTo>
                <a:cubicBezTo>
                  <a:pt x="67711" y="505312"/>
                  <a:pt x="113" y="437896"/>
                  <a:pt x="0" y="354622"/>
                </a:cubicBezTo>
                <a:cubicBezTo>
                  <a:pt x="-88" y="289841"/>
                  <a:pt x="41214" y="232243"/>
                  <a:pt x="102599" y="211542"/>
                </a:cubicBezTo>
                <a:cubicBezTo>
                  <a:pt x="106760" y="90623"/>
                  <a:pt x="208159" y="-4029"/>
                  <a:pt x="329079" y="132"/>
                </a:cubicBezTo>
                <a:cubicBezTo>
                  <a:pt x="414940" y="3088"/>
                  <a:pt x="491147" y="55955"/>
                  <a:pt x="523985" y="135342"/>
                </a:cubicBezTo>
                <a:cubicBezTo>
                  <a:pt x="570978" y="133918"/>
                  <a:pt x="616648" y="151023"/>
                  <a:pt x="651143" y="182967"/>
                </a:cubicBezTo>
                <a:cubicBezTo>
                  <a:pt x="726684" y="252133"/>
                  <a:pt x="731854" y="369440"/>
                  <a:pt x="662688" y="444982"/>
                </a:cubicBezTo>
                <a:cubicBezTo>
                  <a:pt x="627643" y="483256"/>
                  <a:pt x="578166" y="505097"/>
                  <a:pt x="526271" y="505198"/>
                </a:cubicBezTo>
                <a:close/>
                <a:moveTo>
                  <a:pt x="321578" y="27424"/>
                </a:moveTo>
                <a:cubicBezTo>
                  <a:pt x="216368" y="27424"/>
                  <a:pt x="131078" y="112714"/>
                  <a:pt x="131078" y="217924"/>
                </a:cubicBezTo>
                <a:cubicBezTo>
                  <a:pt x="131078" y="219162"/>
                  <a:pt x="131078" y="220496"/>
                  <a:pt x="131078" y="221734"/>
                </a:cubicBezTo>
                <a:cubicBezTo>
                  <a:pt x="131285" y="228431"/>
                  <a:pt x="126809" y="234372"/>
                  <a:pt x="120315" y="236022"/>
                </a:cubicBezTo>
                <a:cubicBezTo>
                  <a:pt x="54927" y="252743"/>
                  <a:pt x="15474" y="319304"/>
                  <a:pt x="32195" y="384694"/>
                </a:cubicBezTo>
                <a:cubicBezTo>
                  <a:pt x="46054" y="438893"/>
                  <a:pt x="94947" y="476760"/>
                  <a:pt x="150890" y="476623"/>
                </a:cubicBezTo>
                <a:lnTo>
                  <a:pt x="526175" y="476623"/>
                </a:lnTo>
                <a:cubicBezTo>
                  <a:pt x="612816" y="476294"/>
                  <a:pt x="682784" y="405790"/>
                  <a:pt x="682454" y="319150"/>
                </a:cubicBezTo>
                <a:cubicBezTo>
                  <a:pt x="682287" y="275536"/>
                  <a:pt x="663973" y="233959"/>
                  <a:pt x="631903" y="204399"/>
                </a:cubicBezTo>
                <a:cubicBezTo>
                  <a:pt x="600516" y="175188"/>
                  <a:pt x="558219" y="160651"/>
                  <a:pt x="515507" y="164394"/>
                </a:cubicBezTo>
                <a:cubicBezTo>
                  <a:pt x="509001" y="165002"/>
                  <a:pt x="502930" y="161060"/>
                  <a:pt x="500839" y="154869"/>
                </a:cubicBezTo>
                <a:cubicBezTo>
                  <a:pt x="474265" y="78591"/>
                  <a:pt x="402353" y="27465"/>
                  <a:pt x="321578" y="2742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txBody>
          <a:bodyPr spcFirstLastPara="1" wrap="square" lIns="91413" tIns="45694" rIns="91413" bIns="45694" anchor="ctr" anchorCtr="0">
            <a:noAutofit/>
          </a:bodyPr>
          <a:lstStyle/>
          <a:p>
            <a:pPr marL="0" marR="0" lvl="0" indent="0" algn="ctr" defTabSz="91431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</a:b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Internet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418A2369-54B8-E522-448E-4AC13ACA7330}"/>
              </a:ext>
            </a:extLst>
          </p:cNvPr>
          <p:cNvCxnSpPr>
            <a:cxnSpLocks/>
            <a:stCxn id="15" idx="6"/>
          </p:cNvCxnSpPr>
          <p:nvPr/>
        </p:nvCxnSpPr>
        <p:spPr>
          <a:xfrm flipV="1">
            <a:off x="6992824" y="1900667"/>
            <a:ext cx="303846" cy="1"/>
          </a:xfrm>
          <a:prstGeom prst="straightConnector1">
            <a:avLst/>
          </a:prstGeom>
          <a:ln w="38100">
            <a:prstDash val="sysDot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31A16A7E-CBE0-8A54-3D4A-2A9143FD3DC1}"/>
              </a:ext>
            </a:extLst>
          </p:cNvPr>
          <p:cNvCxnSpPr>
            <a:cxnSpLocks/>
            <a:endCxn id="11" idx="1"/>
          </p:cNvCxnSpPr>
          <p:nvPr/>
        </p:nvCxnSpPr>
        <p:spPr>
          <a:xfrm>
            <a:off x="5549857" y="4878427"/>
            <a:ext cx="0" cy="15228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8D55067-2811-F0F1-2673-7ADE94DCD5B4}"/>
              </a:ext>
            </a:extLst>
          </p:cNvPr>
          <p:cNvCxnSpPr>
            <a:cxnSpLocks/>
            <a:stCxn id="11" idx="7"/>
          </p:cNvCxnSpPr>
          <p:nvPr/>
        </p:nvCxnSpPr>
        <p:spPr>
          <a:xfrm flipH="1" flipV="1">
            <a:off x="5754490" y="4872864"/>
            <a:ext cx="1" cy="15784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Google Shape;3424;p119">
            <a:extLst>
              <a:ext uri="{FF2B5EF4-FFF2-40B4-BE49-F238E27FC236}">
                <a16:creationId xmlns:a16="http://schemas.microsoft.com/office/drawing/2014/main" id="{8B3EB543-0CC4-0A37-992D-35A1F3337DBA}"/>
              </a:ext>
            </a:extLst>
          </p:cNvPr>
          <p:cNvSpPr/>
          <p:nvPr/>
        </p:nvSpPr>
        <p:spPr>
          <a:xfrm>
            <a:off x="5369819" y="4550280"/>
            <a:ext cx="567302" cy="170162"/>
          </a:xfrm>
          <a:custGeom>
            <a:avLst/>
            <a:gdLst/>
            <a:ahLst/>
            <a:cxnLst/>
            <a:rect l="l" t="t" r="r" b="b"/>
            <a:pathLst>
              <a:path w="774191" h="232219" extrusionOk="0">
                <a:moveTo>
                  <a:pt x="723519" y="0"/>
                </a:moveTo>
                <a:lnTo>
                  <a:pt x="50673" y="0"/>
                </a:lnTo>
                <a:cubicBezTo>
                  <a:pt x="22765" y="0"/>
                  <a:pt x="0" y="22765"/>
                  <a:pt x="0" y="50673"/>
                </a:cubicBezTo>
                <a:lnTo>
                  <a:pt x="0" y="181547"/>
                </a:lnTo>
                <a:cubicBezTo>
                  <a:pt x="0" y="209455"/>
                  <a:pt x="22765" y="232220"/>
                  <a:pt x="50673" y="232220"/>
                </a:cubicBezTo>
                <a:lnTo>
                  <a:pt x="723519" y="232220"/>
                </a:lnTo>
                <a:cubicBezTo>
                  <a:pt x="751427" y="232220"/>
                  <a:pt x="774192" y="209455"/>
                  <a:pt x="774192" y="181547"/>
                </a:cubicBezTo>
                <a:lnTo>
                  <a:pt x="774192" y="50673"/>
                </a:lnTo>
                <a:cubicBezTo>
                  <a:pt x="774192" y="22765"/>
                  <a:pt x="751427" y="0"/>
                  <a:pt x="723519" y="0"/>
                </a:cubicBezTo>
                <a:close/>
                <a:moveTo>
                  <a:pt x="723519" y="200311"/>
                </a:moveTo>
                <a:lnTo>
                  <a:pt x="50673" y="200311"/>
                </a:lnTo>
                <a:cubicBezTo>
                  <a:pt x="40291" y="200311"/>
                  <a:pt x="31909" y="191929"/>
                  <a:pt x="31909" y="181547"/>
                </a:cubicBezTo>
                <a:lnTo>
                  <a:pt x="31909" y="50673"/>
                </a:lnTo>
                <a:cubicBezTo>
                  <a:pt x="31909" y="40291"/>
                  <a:pt x="40291" y="31909"/>
                  <a:pt x="50673" y="31909"/>
                </a:cubicBezTo>
                <a:lnTo>
                  <a:pt x="723519" y="31909"/>
                </a:lnTo>
                <a:cubicBezTo>
                  <a:pt x="733901" y="31909"/>
                  <a:pt x="742283" y="40291"/>
                  <a:pt x="742283" y="50673"/>
                </a:cubicBezTo>
                <a:lnTo>
                  <a:pt x="742283" y="181547"/>
                </a:lnTo>
                <a:lnTo>
                  <a:pt x="742283" y="181547"/>
                </a:lnTo>
                <a:cubicBezTo>
                  <a:pt x="742283" y="191929"/>
                  <a:pt x="733901" y="200311"/>
                  <a:pt x="723519" y="200311"/>
                </a:cubicBezTo>
                <a:close/>
                <a:moveTo>
                  <a:pt x="218980" y="119539"/>
                </a:moveTo>
                <a:cubicBezTo>
                  <a:pt x="214122" y="89249"/>
                  <a:pt x="162401" y="95250"/>
                  <a:pt x="147542" y="117443"/>
                </a:cubicBezTo>
                <a:cubicBezTo>
                  <a:pt x="151543" y="114967"/>
                  <a:pt x="186404" y="100203"/>
                  <a:pt x="202216" y="118110"/>
                </a:cubicBezTo>
                <a:cubicBezTo>
                  <a:pt x="206597" y="123158"/>
                  <a:pt x="202216" y="136398"/>
                  <a:pt x="184595" y="130778"/>
                </a:cubicBezTo>
                <a:cubicBezTo>
                  <a:pt x="151924" y="120205"/>
                  <a:pt x="125158" y="140589"/>
                  <a:pt x="116395" y="152019"/>
                </a:cubicBezTo>
                <a:cubicBezTo>
                  <a:pt x="120682" y="156972"/>
                  <a:pt x="126397" y="159449"/>
                  <a:pt x="136779" y="157924"/>
                </a:cubicBezTo>
                <a:cubicBezTo>
                  <a:pt x="160877" y="169831"/>
                  <a:pt x="188786" y="158782"/>
                  <a:pt x="196596" y="142589"/>
                </a:cubicBezTo>
                <a:cubicBezTo>
                  <a:pt x="209074" y="141637"/>
                  <a:pt x="221266" y="133636"/>
                  <a:pt x="218980" y="119539"/>
                </a:cubicBezTo>
                <a:close/>
                <a:moveTo>
                  <a:pt x="180689" y="82582"/>
                </a:moveTo>
                <a:cubicBezTo>
                  <a:pt x="173355" y="74104"/>
                  <a:pt x="138208" y="68008"/>
                  <a:pt x="118205" y="88201"/>
                </a:cubicBezTo>
                <a:cubicBezTo>
                  <a:pt x="93345" y="83248"/>
                  <a:pt x="76009" y="104299"/>
                  <a:pt x="76962" y="123539"/>
                </a:cubicBezTo>
                <a:cubicBezTo>
                  <a:pt x="78010" y="142780"/>
                  <a:pt x="98965" y="154686"/>
                  <a:pt x="110871" y="151447"/>
                </a:cubicBezTo>
                <a:cubicBezTo>
                  <a:pt x="111157" y="151447"/>
                  <a:pt x="111442" y="151447"/>
                  <a:pt x="111728" y="151447"/>
                </a:cubicBezTo>
                <a:cubicBezTo>
                  <a:pt x="114395" y="138779"/>
                  <a:pt x="125158" y="109252"/>
                  <a:pt x="169069" y="93916"/>
                </a:cubicBezTo>
                <a:cubicBezTo>
                  <a:pt x="169069" y="93916"/>
                  <a:pt x="157163" y="89630"/>
                  <a:pt x="140398" y="96869"/>
                </a:cubicBezTo>
                <a:lnTo>
                  <a:pt x="138398" y="96012"/>
                </a:lnTo>
                <a:cubicBezTo>
                  <a:pt x="154496" y="85344"/>
                  <a:pt x="168593" y="80867"/>
                  <a:pt x="180689" y="82582"/>
                </a:cubicBezTo>
                <a:close/>
                <a:moveTo>
                  <a:pt x="576929" y="103727"/>
                </a:moveTo>
                <a:cubicBezTo>
                  <a:pt x="576929" y="108109"/>
                  <a:pt x="573786" y="110966"/>
                  <a:pt x="569309" y="110966"/>
                </a:cubicBezTo>
                <a:cubicBezTo>
                  <a:pt x="564833" y="110966"/>
                  <a:pt x="561689" y="108014"/>
                  <a:pt x="561689" y="103727"/>
                </a:cubicBezTo>
                <a:cubicBezTo>
                  <a:pt x="561689" y="99441"/>
                  <a:pt x="564833" y="96488"/>
                  <a:pt x="569309" y="96488"/>
                </a:cubicBezTo>
                <a:cubicBezTo>
                  <a:pt x="573786" y="96488"/>
                  <a:pt x="576929" y="99346"/>
                  <a:pt x="576929" y="103632"/>
                </a:cubicBezTo>
                <a:close/>
                <a:moveTo>
                  <a:pt x="685514" y="95250"/>
                </a:moveTo>
                <a:cubicBezTo>
                  <a:pt x="685514" y="104966"/>
                  <a:pt x="679323" y="110966"/>
                  <a:pt x="670941" y="110966"/>
                </a:cubicBezTo>
                <a:cubicBezTo>
                  <a:pt x="662559" y="110966"/>
                  <a:pt x="656368" y="104870"/>
                  <a:pt x="656368" y="95250"/>
                </a:cubicBezTo>
                <a:cubicBezTo>
                  <a:pt x="656368" y="85630"/>
                  <a:pt x="662464" y="79534"/>
                  <a:pt x="670941" y="79534"/>
                </a:cubicBezTo>
                <a:cubicBezTo>
                  <a:pt x="679418" y="79534"/>
                  <a:pt x="685514" y="85630"/>
                  <a:pt x="685514" y="95250"/>
                </a:cubicBezTo>
                <a:close/>
                <a:moveTo>
                  <a:pt x="704755" y="55245"/>
                </a:moveTo>
                <a:lnTo>
                  <a:pt x="283464" y="55245"/>
                </a:lnTo>
                <a:cubicBezTo>
                  <a:pt x="276225" y="55245"/>
                  <a:pt x="270510" y="61055"/>
                  <a:pt x="270510" y="68199"/>
                </a:cubicBezTo>
                <a:lnTo>
                  <a:pt x="270510" y="164020"/>
                </a:lnTo>
                <a:cubicBezTo>
                  <a:pt x="270510" y="171164"/>
                  <a:pt x="276225" y="176974"/>
                  <a:pt x="283464" y="176974"/>
                </a:cubicBezTo>
                <a:lnTo>
                  <a:pt x="704755" y="176974"/>
                </a:lnTo>
                <a:cubicBezTo>
                  <a:pt x="711899" y="176974"/>
                  <a:pt x="717709" y="171164"/>
                  <a:pt x="717709" y="164020"/>
                </a:cubicBezTo>
                <a:lnTo>
                  <a:pt x="717709" y="68199"/>
                </a:lnTo>
                <a:cubicBezTo>
                  <a:pt x="717709" y="61055"/>
                  <a:pt x="711899" y="55245"/>
                  <a:pt x="704755" y="55245"/>
                </a:cubicBezTo>
                <a:close/>
                <a:moveTo>
                  <a:pt x="321945" y="148399"/>
                </a:moveTo>
                <a:cubicBezTo>
                  <a:pt x="321659" y="149257"/>
                  <a:pt x="321373" y="150209"/>
                  <a:pt x="321088" y="151162"/>
                </a:cubicBezTo>
                <a:cubicBezTo>
                  <a:pt x="320707" y="152114"/>
                  <a:pt x="320135" y="152876"/>
                  <a:pt x="319659" y="153638"/>
                </a:cubicBezTo>
                <a:cubicBezTo>
                  <a:pt x="319088" y="154591"/>
                  <a:pt x="318516" y="155258"/>
                  <a:pt x="317754" y="155924"/>
                </a:cubicBezTo>
                <a:cubicBezTo>
                  <a:pt x="317087" y="156686"/>
                  <a:pt x="316421" y="157258"/>
                  <a:pt x="315468" y="157829"/>
                </a:cubicBezTo>
                <a:cubicBezTo>
                  <a:pt x="314706" y="158305"/>
                  <a:pt x="313944" y="158877"/>
                  <a:pt x="312896" y="159258"/>
                </a:cubicBezTo>
                <a:cubicBezTo>
                  <a:pt x="312039" y="159544"/>
                  <a:pt x="311087" y="159829"/>
                  <a:pt x="310229" y="160020"/>
                </a:cubicBezTo>
                <a:cubicBezTo>
                  <a:pt x="309277" y="160306"/>
                  <a:pt x="308229" y="160401"/>
                  <a:pt x="307276" y="160401"/>
                </a:cubicBezTo>
                <a:cubicBezTo>
                  <a:pt x="306324" y="160401"/>
                  <a:pt x="305276" y="160401"/>
                  <a:pt x="304324" y="160020"/>
                </a:cubicBezTo>
                <a:cubicBezTo>
                  <a:pt x="303371" y="159829"/>
                  <a:pt x="302419" y="159544"/>
                  <a:pt x="301562" y="159258"/>
                </a:cubicBezTo>
                <a:cubicBezTo>
                  <a:pt x="300704" y="158877"/>
                  <a:pt x="299752" y="158305"/>
                  <a:pt x="298990" y="157829"/>
                </a:cubicBezTo>
                <a:cubicBezTo>
                  <a:pt x="298133" y="157258"/>
                  <a:pt x="297371" y="156686"/>
                  <a:pt x="296704" y="155924"/>
                </a:cubicBezTo>
                <a:cubicBezTo>
                  <a:pt x="293846" y="153257"/>
                  <a:pt x="292322" y="149352"/>
                  <a:pt x="292322" y="145447"/>
                </a:cubicBezTo>
                <a:cubicBezTo>
                  <a:pt x="292322" y="141541"/>
                  <a:pt x="293846" y="137636"/>
                  <a:pt x="296704" y="134874"/>
                </a:cubicBezTo>
                <a:cubicBezTo>
                  <a:pt x="297371" y="134207"/>
                  <a:pt x="298133" y="133541"/>
                  <a:pt x="298990" y="133064"/>
                </a:cubicBezTo>
                <a:cubicBezTo>
                  <a:pt x="299752" y="132493"/>
                  <a:pt x="300704" y="132016"/>
                  <a:pt x="301562" y="131636"/>
                </a:cubicBezTo>
                <a:cubicBezTo>
                  <a:pt x="302419" y="131254"/>
                  <a:pt x="303371" y="130969"/>
                  <a:pt x="304324" y="130873"/>
                </a:cubicBezTo>
                <a:cubicBezTo>
                  <a:pt x="306229" y="130397"/>
                  <a:pt x="308229" y="130397"/>
                  <a:pt x="310229" y="130873"/>
                </a:cubicBezTo>
                <a:cubicBezTo>
                  <a:pt x="311087" y="130969"/>
                  <a:pt x="312039" y="131254"/>
                  <a:pt x="312896" y="131636"/>
                </a:cubicBezTo>
                <a:cubicBezTo>
                  <a:pt x="313944" y="132016"/>
                  <a:pt x="314706" y="132493"/>
                  <a:pt x="315468" y="133064"/>
                </a:cubicBezTo>
                <a:cubicBezTo>
                  <a:pt x="316421" y="133541"/>
                  <a:pt x="317087" y="134207"/>
                  <a:pt x="317754" y="134874"/>
                </a:cubicBezTo>
                <a:cubicBezTo>
                  <a:pt x="318516" y="135636"/>
                  <a:pt x="319088" y="136303"/>
                  <a:pt x="319659" y="137160"/>
                </a:cubicBezTo>
                <a:cubicBezTo>
                  <a:pt x="320135" y="138017"/>
                  <a:pt x="320707" y="138779"/>
                  <a:pt x="321088" y="139732"/>
                </a:cubicBezTo>
                <a:cubicBezTo>
                  <a:pt x="321373" y="140589"/>
                  <a:pt x="321659" y="141637"/>
                  <a:pt x="321945" y="142494"/>
                </a:cubicBezTo>
                <a:cubicBezTo>
                  <a:pt x="322136" y="143446"/>
                  <a:pt x="322231" y="144494"/>
                  <a:pt x="322231" y="145447"/>
                </a:cubicBezTo>
                <a:cubicBezTo>
                  <a:pt x="322231" y="146399"/>
                  <a:pt x="322136" y="147447"/>
                  <a:pt x="321945" y="148399"/>
                </a:cubicBezTo>
                <a:close/>
                <a:moveTo>
                  <a:pt x="365379" y="160401"/>
                </a:moveTo>
                <a:cubicBezTo>
                  <a:pt x="357092" y="160401"/>
                  <a:pt x="350425" y="153638"/>
                  <a:pt x="350425" y="145447"/>
                </a:cubicBezTo>
                <a:cubicBezTo>
                  <a:pt x="350425" y="141351"/>
                  <a:pt x="352044" y="137636"/>
                  <a:pt x="354806" y="134874"/>
                </a:cubicBezTo>
                <a:cubicBezTo>
                  <a:pt x="357569" y="132207"/>
                  <a:pt x="361283" y="130492"/>
                  <a:pt x="365379" y="130492"/>
                </a:cubicBezTo>
                <a:cubicBezTo>
                  <a:pt x="369475" y="130492"/>
                  <a:pt x="373285" y="132207"/>
                  <a:pt x="375857" y="134874"/>
                </a:cubicBezTo>
                <a:cubicBezTo>
                  <a:pt x="378619" y="137636"/>
                  <a:pt x="380333" y="141351"/>
                  <a:pt x="380333" y="145447"/>
                </a:cubicBezTo>
                <a:cubicBezTo>
                  <a:pt x="380333" y="153638"/>
                  <a:pt x="373571" y="160401"/>
                  <a:pt x="365379" y="160401"/>
                </a:cubicBezTo>
                <a:close/>
                <a:moveTo>
                  <a:pt x="434054" y="155924"/>
                </a:moveTo>
                <a:cubicBezTo>
                  <a:pt x="433388" y="156686"/>
                  <a:pt x="432625" y="157258"/>
                  <a:pt x="431768" y="157829"/>
                </a:cubicBezTo>
                <a:cubicBezTo>
                  <a:pt x="430911" y="158305"/>
                  <a:pt x="430149" y="158877"/>
                  <a:pt x="429196" y="159258"/>
                </a:cubicBezTo>
                <a:cubicBezTo>
                  <a:pt x="428244" y="159544"/>
                  <a:pt x="427387" y="159829"/>
                  <a:pt x="426434" y="160020"/>
                </a:cubicBezTo>
                <a:cubicBezTo>
                  <a:pt x="425482" y="160306"/>
                  <a:pt x="424529" y="160401"/>
                  <a:pt x="423482" y="160401"/>
                </a:cubicBezTo>
                <a:cubicBezTo>
                  <a:pt x="422529" y="160401"/>
                  <a:pt x="421576" y="160401"/>
                  <a:pt x="420624" y="160020"/>
                </a:cubicBezTo>
                <a:cubicBezTo>
                  <a:pt x="419671" y="159829"/>
                  <a:pt x="418624" y="159544"/>
                  <a:pt x="417767" y="159258"/>
                </a:cubicBezTo>
                <a:cubicBezTo>
                  <a:pt x="416909" y="158877"/>
                  <a:pt x="416052" y="158305"/>
                  <a:pt x="415195" y="157829"/>
                </a:cubicBezTo>
                <a:cubicBezTo>
                  <a:pt x="414433" y="157258"/>
                  <a:pt x="413671" y="156686"/>
                  <a:pt x="412909" y="155924"/>
                </a:cubicBezTo>
                <a:cubicBezTo>
                  <a:pt x="410242" y="153257"/>
                  <a:pt x="408527" y="149352"/>
                  <a:pt x="408527" y="145447"/>
                </a:cubicBezTo>
                <a:cubicBezTo>
                  <a:pt x="408527" y="144494"/>
                  <a:pt x="408718" y="143446"/>
                  <a:pt x="408908" y="142494"/>
                </a:cubicBezTo>
                <a:cubicBezTo>
                  <a:pt x="409099" y="141637"/>
                  <a:pt x="409289" y="140589"/>
                  <a:pt x="409766" y="139732"/>
                </a:cubicBezTo>
                <a:cubicBezTo>
                  <a:pt x="410146" y="138874"/>
                  <a:pt x="410528" y="138017"/>
                  <a:pt x="411099" y="137160"/>
                </a:cubicBezTo>
                <a:cubicBezTo>
                  <a:pt x="411575" y="136303"/>
                  <a:pt x="412242" y="135636"/>
                  <a:pt x="412909" y="134874"/>
                </a:cubicBezTo>
                <a:cubicBezTo>
                  <a:pt x="413671" y="134207"/>
                  <a:pt x="414433" y="133541"/>
                  <a:pt x="415195" y="133064"/>
                </a:cubicBezTo>
                <a:cubicBezTo>
                  <a:pt x="416052" y="132493"/>
                  <a:pt x="416909" y="132016"/>
                  <a:pt x="417767" y="131636"/>
                </a:cubicBezTo>
                <a:cubicBezTo>
                  <a:pt x="418624" y="131254"/>
                  <a:pt x="419671" y="130969"/>
                  <a:pt x="420624" y="130873"/>
                </a:cubicBezTo>
                <a:cubicBezTo>
                  <a:pt x="422529" y="130397"/>
                  <a:pt x="424529" y="130397"/>
                  <a:pt x="426434" y="130873"/>
                </a:cubicBezTo>
                <a:cubicBezTo>
                  <a:pt x="427387" y="130969"/>
                  <a:pt x="428244" y="131254"/>
                  <a:pt x="429196" y="131636"/>
                </a:cubicBezTo>
                <a:cubicBezTo>
                  <a:pt x="430149" y="132016"/>
                  <a:pt x="430911" y="132493"/>
                  <a:pt x="431768" y="133064"/>
                </a:cubicBezTo>
                <a:cubicBezTo>
                  <a:pt x="432625" y="133541"/>
                  <a:pt x="433388" y="134207"/>
                  <a:pt x="434054" y="134874"/>
                </a:cubicBezTo>
                <a:cubicBezTo>
                  <a:pt x="436817" y="137636"/>
                  <a:pt x="438436" y="141541"/>
                  <a:pt x="438436" y="145447"/>
                </a:cubicBezTo>
                <a:cubicBezTo>
                  <a:pt x="438436" y="149352"/>
                  <a:pt x="436817" y="153257"/>
                  <a:pt x="434054" y="155924"/>
                </a:cubicBezTo>
                <a:close/>
                <a:moveTo>
                  <a:pt x="497300" y="76581"/>
                </a:moveTo>
                <a:lnTo>
                  <a:pt x="470154" y="110966"/>
                </a:lnTo>
                <a:lnTo>
                  <a:pt x="497300" y="110966"/>
                </a:lnTo>
                <a:lnTo>
                  <a:pt x="497300" y="121444"/>
                </a:lnTo>
                <a:lnTo>
                  <a:pt x="454438" y="121444"/>
                </a:lnTo>
                <a:lnTo>
                  <a:pt x="454438" y="113824"/>
                </a:lnTo>
                <a:lnTo>
                  <a:pt x="481584" y="79439"/>
                </a:lnTo>
                <a:lnTo>
                  <a:pt x="454438" y="79439"/>
                </a:lnTo>
                <a:lnTo>
                  <a:pt x="454438" y="68961"/>
                </a:lnTo>
                <a:lnTo>
                  <a:pt x="497300" y="68961"/>
                </a:lnTo>
                <a:lnTo>
                  <a:pt x="497300" y="76581"/>
                </a:lnTo>
                <a:close/>
                <a:moveTo>
                  <a:pt x="548831" y="79534"/>
                </a:moveTo>
                <a:lnTo>
                  <a:pt x="529876" y="79534"/>
                </a:lnTo>
                <a:lnTo>
                  <a:pt x="529876" y="121539"/>
                </a:lnTo>
                <a:lnTo>
                  <a:pt x="519398" y="121539"/>
                </a:lnTo>
                <a:lnTo>
                  <a:pt x="519398" y="79534"/>
                </a:lnTo>
                <a:lnTo>
                  <a:pt x="500444" y="79534"/>
                </a:lnTo>
                <a:lnTo>
                  <a:pt x="500444" y="69056"/>
                </a:lnTo>
                <a:lnTo>
                  <a:pt x="548926" y="69056"/>
                </a:lnTo>
                <a:lnTo>
                  <a:pt x="548926" y="79534"/>
                </a:lnTo>
                <a:close/>
                <a:moveTo>
                  <a:pt x="569690" y="121539"/>
                </a:moveTo>
                <a:cubicBezTo>
                  <a:pt x="562832" y="121539"/>
                  <a:pt x="557498" y="118681"/>
                  <a:pt x="554260" y="113443"/>
                </a:cubicBezTo>
                <a:cubicBezTo>
                  <a:pt x="551974" y="109442"/>
                  <a:pt x="550736" y="104108"/>
                  <a:pt x="550736" y="97441"/>
                </a:cubicBezTo>
                <a:cubicBezTo>
                  <a:pt x="550736" y="79629"/>
                  <a:pt x="558832" y="69056"/>
                  <a:pt x="572643" y="69056"/>
                </a:cubicBezTo>
                <a:cubicBezTo>
                  <a:pt x="577025" y="69056"/>
                  <a:pt x="581120" y="70009"/>
                  <a:pt x="585311" y="72295"/>
                </a:cubicBezTo>
                <a:lnTo>
                  <a:pt x="581215" y="81820"/>
                </a:lnTo>
                <a:cubicBezTo>
                  <a:pt x="578263" y="80296"/>
                  <a:pt x="575120" y="79534"/>
                  <a:pt x="572072" y="79534"/>
                </a:cubicBezTo>
                <a:cubicBezTo>
                  <a:pt x="566547" y="79534"/>
                  <a:pt x="562547" y="83248"/>
                  <a:pt x="561975" y="88582"/>
                </a:cubicBezTo>
                <a:cubicBezTo>
                  <a:pt x="564547" y="87058"/>
                  <a:pt x="567785" y="86106"/>
                  <a:pt x="570262" y="86106"/>
                </a:cubicBezTo>
                <a:cubicBezTo>
                  <a:pt x="580263" y="86106"/>
                  <a:pt x="587311" y="93345"/>
                  <a:pt x="587311" y="103537"/>
                </a:cubicBezTo>
                <a:cubicBezTo>
                  <a:pt x="587311" y="113728"/>
                  <a:pt x="579977" y="121444"/>
                  <a:pt x="569595" y="121444"/>
                </a:cubicBezTo>
                <a:close/>
                <a:moveTo>
                  <a:pt x="617982" y="121539"/>
                </a:moveTo>
                <a:cubicBezTo>
                  <a:pt x="603980" y="121539"/>
                  <a:pt x="592931" y="110966"/>
                  <a:pt x="592931" y="95250"/>
                </a:cubicBezTo>
                <a:cubicBezTo>
                  <a:pt x="592931" y="79534"/>
                  <a:pt x="603980" y="68961"/>
                  <a:pt x="617982" y="68961"/>
                </a:cubicBezTo>
                <a:cubicBezTo>
                  <a:pt x="631984" y="68961"/>
                  <a:pt x="643033" y="79534"/>
                  <a:pt x="643033" y="95250"/>
                </a:cubicBezTo>
                <a:cubicBezTo>
                  <a:pt x="643033" y="110966"/>
                  <a:pt x="631984" y="121539"/>
                  <a:pt x="617982" y="121539"/>
                </a:cubicBezTo>
                <a:close/>
                <a:moveTo>
                  <a:pt x="670941" y="121539"/>
                </a:moveTo>
                <a:cubicBezTo>
                  <a:pt x="656939" y="121539"/>
                  <a:pt x="645890" y="110966"/>
                  <a:pt x="645890" y="95250"/>
                </a:cubicBezTo>
                <a:cubicBezTo>
                  <a:pt x="645890" y="79534"/>
                  <a:pt x="656939" y="68961"/>
                  <a:pt x="670941" y="68961"/>
                </a:cubicBezTo>
                <a:cubicBezTo>
                  <a:pt x="684943" y="68961"/>
                  <a:pt x="695992" y="79534"/>
                  <a:pt x="695992" y="95250"/>
                </a:cubicBezTo>
                <a:cubicBezTo>
                  <a:pt x="695992" y="110966"/>
                  <a:pt x="684943" y="121539"/>
                  <a:pt x="670941" y="121539"/>
                </a:cubicBezTo>
                <a:close/>
                <a:moveTo>
                  <a:pt x="632460" y="95250"/>
                </a:moveTo>
                <a:cubicBezTo>
                  <a:pt x="632460" y="104966"/>
                  <a:pt x="626269" y="110966"/>
                  <a:pt x="617887" y="110966"/>
                </a:cubicBezTo>
                <a:cubicBezTo>
                  <a:pt x="609505" y="110966"/>
                  <a:pt x="603313" y="104870"/>
                  <a:pt x="603313" y="95250"/>
                </a:cubicBezTo>
                <a:cubicBezTo>
                  <a:pt x="603313" y="85630"/>
                  <a:pt x="609409" y="79534"/>
                  <a:pt x="617887" y="79534"/>
                </a:cubicBezTo>
                <a:cubicBezTo>
                  <a:pt x="626364" y="79534"/>
                  <a:pt x="632460" y="85630"/>
                  <a:pt x="632460" y="952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29" name="Google Shape;3424;p119">
            <a:extLst>
              <a:ext uri="{FF2B5EF4-FFF2-40B4-BE49-F238E27FC236}">
                <a16:creationId xmlns:a16="http://schemas.microsoft.com/office/drawing/2014/main" id="{87847D7C-C0D1-A3F8-355A-72B28C759548}"/>
              </a:ext>
            </a:extLst>
          </p:cNvPr>
          <p:cNvSpPr/>
          <p:nvPr/>
        </p:nvSpPr>
        <p:spPr>
          <a:xfrm>
            <a:off x="5369819" y="4720284"/>
            <a:ext cx="567302" cy="170162"/>
          </a:xfrm>
          <a:custGeom>
            <a:avLst/>
            <a:gdLst/>
            <a:ahLst/>
            <a:cxnLst/>
            <a:rect l="l" t="t" r="r" b="b"/>
            <a:pathLst>
              <a:path w="774191" h="232219" extrusionOk="0">
                <a:moveTo>
                  <a:pt x="723519" y="0"/>
                </a:moveTo>
                <a:lnTo>
                  <a:pt x="50673" y="0"/>
                </a:lnTo>
                <a:cubicBezTo>
                  <a:pt x="22765" y="0"/>
                  <a:pt x="0" y="22765"/>
                  <a:pt x="0" y="50673"/>
                </a:cubicBezTo>
                <a:lnTo>
                  <a:pt x="0" y="181547"/>
                </a:lnTo>
                <a:cubicBezTo>
                  <a:pt x="0" y="209455"/>
                  <a:pt x="22765" y="232220"/>
                  <a:pt x="50673" y="232220"/>
                </a:cubicBezTo>
                <a:lnTo>
                  <a:pt x="723519" y="232220"/>
                </a:lnTo>
                <a:cubicBezTo>
                  <a:pt x="751427" y="232220"/>
                  <a:pt x="774192" y="209455"/>
                  <a:pt x="774192" y="181547"/>
                </a:cubicBezTo>
                <a:lnTo>
                  <a:pt x="774192" y="50673"/>
                </a:lnTo>
                <a:cubicBezTo>
                  <a:pt x="774192" y="22765"/>
                  <a:pt x="751427" y="0"/>
                  <a:pt x="723519" y="0"/>
                </a:cubicBezTo>
                <a:close/>
                <a:moveTo>
                  <a:pt x="723519" y="200311"/>
                </a:moveTo>
                <a:lnTo>
                  <a:pt x="50673" y="200311"/>
                </a:lnTo>
                <a:cubicBezTo>
                  <a:pt x="40291" y="200311"/>
                  <a:pt x="31909" y="191929"/>
                  <a:pt x="31909" y="181547"/>
                </a:cubicBezTo>
                <a:lnTo>
                  <a:pt x="31909" y="50673"/>
                </a:lnTo>
                <a:cubicBezTo>
                  <a:pt x="31909" y="40291"/>
                  <a:pt x="40291" y="31909"/>
                  <a:pt x="50673" y="31909"/>
                </a:cubicBezTo>
                <a:lnTo>
                  <a:pt x="723519" y="31909"/>
                </a:lnTo>
                <a:cubicBezTo>
                  <a:pt x="733901" y="31909"/>
                  <a:pt x="742283" y="40291"/>
                  <a:pt x="742283" y="50673"/>
                </a:cubicBezTo>
                <a:lnTo>
                  <a:pt x="742283" y="181547"/>
                </a:lnTo>
                <a:lnTo>
                  <a:pt x="742283" y="181547"/>
                </a:lnTo>
                <a:cubicBezTo>
                  <a:pt x="742283" y="191929"/>
                  <a:pt x="733901" y="200311"/>
                  <a:pt x="723519" y="200311"/>
                </a:cubicBezTo>
                <a:close/>
                <a:moveTo>
                  <a:pt x="218980" y="119539"/>
                </a:moveTo>
                <a:cubicBezTo>
                  <a:pt x="214122" y="89249"/>
                  <a:pt x="162401" y="95250"/>
                  <a:pt x="147542" y="117443"/>
                </a:cubicBezTo>
                <a:cubicBezTo>
                  <a:pt x="151543" y="114967"/>
                  <a:pt x="186404" y="100203"/>
                  <a:pt x="202216" y="118110"/>
                </a:cubicBezTo>
                <a:cubicBezTo>
                  <a:pt x="206597" y="123158"/>
                  <a:pt x="202216" y="136398"/>
                  <a:pt x="184595" y="130778"/>
                </a:cubicBezTo>
                <a:cubicBezTo>
                  <a:pt x="151924" y="120205"/>
                  <a:pt x="125158" y="140589"/>
                  <a:pt x="116395" y="152019"/>
                </a:cubicBezTo>
                <a:cubicBezTo>
                  <a:pt x="120682" y="156972"/>
                  <a:pt x="126397" y="159449"/>
                  <a:pt x="136779" y="157924"/>
                </a:cubicBezTo>
                <a:cubicBezTo>
                  <a:pt x="160877" y="169831"/>
                  <a:pt x="188786" y="158782"/>
                  <a:pt x="196596" y="142589"/>
                </a:cubicBezTo>
                <a:cubicBezTo>
                  <a:pt x="209074" y="141637"/>
                  <a:pt x="221266" y="133636"/>
                  <a:pt x="218980" y="119539"/>
                </a:cubicBezTo>
                <a:close/>
                <a:moveTo>
                  <a:pt x="180689" y="82582"/>
                </a:moveTo>
                <a:cubicBezTo>
                  <a:pt x="173355" y="74104"/>
                  <a:pt x="138208" y="68008"/>
                  <a:pt x="118205" y="88201"/>
                </a:cubicBezTo>
                <a:cubicBezTo>
                  <a:pt x="93345" y="83248"/>
                  <a:pt x="76009" y="104299"/>
                  <a:pt x="76962" y="123539"/>
                </a:cubicBezTo>
                <a:cubicBezTo>
                  <a:pt x="78010" y="142780"/>
                  <a:pt x="98965" y="154686"/>
                  <a:pt x="110871" y="151447"/>
                </a:cubicBezTo>
                <a:cubicBezTo>
                  <a:pt x="111157" y="151447"/>
                  <a:pt x="111442" y="151447"/>
                  <a:pt x="111728" y="151447"/>
                </a:cubicBezTo>
                <a:cubicBezTo>
                  <a:pt x="114395" y="138779"/>
                  <a:pt x="125158" y="109252"/>
                  <a:pt x="169069" y="93916"/>
                </a:cubicBezTo>
                <a:cubicBezTo>
                  <a:pt x="169069" y="93916"/>
                  <a:pt x="157163" y="89630"/>
                  <a:pt x="140398" y="96869"/>
                </a:cubicBezTo>
                <a:lnTo>
                  <a:pt x="138398" y="96012"/>
                </a:lnTo>
                <a:cubicBezTo>
                  <a:pt x="154496" y="85344"/>
                  <a:pt x="168593" y="80867"/>
                  <a:pt x="180689" y="82582"/>
                </a:cubicBezTo>
                <a:close/>
                <a:moveTo>
                  <a:pt x="576929" y="103727"/>
                </a:moveTo>
                <a:cubicBezTo>
                  <a:pt x="576929" y="108109"/>
                  <a:pt x="573786" y="110966"/>
                  <a:pt x="569309" y="110966"/>
                </a:cubicBezTo>
                <a:cubicBezTo>
                  <a:pt x="564833" y="110966"/>
                  <a:pt x="561689" y="108014"/>
                  <a:pt x="561689" y="103727"/>
                </a:cubicBezTo>
                <a:cubicBezTo>
                  <a:pt x="561689" y="99441"/>
                  <a:pt x="564833" y="96488"/>
                  <a:pt x="569309" y="96488"/>
                </a:cubicBezTo>
                <a:cubicBezTo>
                  <a:pt x="573786" y="96488"/>
                  <a:pt x="576929" y="99346"/>
                  <a:pt x="576929" y="103632"/>
                </a:cubicBezTo>
                <a:close/>
                <a:moveTo>
                  <a:pt x="685514" y="95250"/>
                </a:moveTo>
                <a:cubicBezTo>
                  <a:pt x="685514" y="104966"/>
                  <a:pt x="679323" y="110966"/>
                  <a:pt x="670941" y="110966"/>
                </a:cubicBezTo>
                <a:cubicBezTo>
                  <a:pt x="662559" y="110966"/>
                  <a:pt x="656368" y="104870"/>
                  <a:pt x="656368" y="95250"/>
                </a:cubicBezTo>
                <a:cubicBezTo>
                  <a:pt x="656368" y="85630"/>
                  <a:pt x="662464" y="79534"/>
                  <a:pt x="670941" y="79534"/>
                </a:cubicBezTo>
                <a:cubicBezTo>
                  <a:pt x="679418" y="79534"/>
                  <a:pt x="685514" y="85630"/>
                  <a:pt x="685514" y="95250"/>
                </a:cubicBezTo>
                <a:close/>
                <a:moveTo>
                  <a:pt x="704755" y="55245"/>
                </a:moveTo>
                <a:lnTo>
                  <a:pt x="283464" y="55245"/>
                </a:lnTo>
                <a:cubicBezTo>
                  <a:pt x="276225" y="55245"/>
                  <a:pt x="270510" y="61055"/>
                  <a:pt x="270510" y="68199"/>
                </a:cubicBezTo>
                <a:lnTo>
                  <a:pt x="270510" y="164020"/>
                </a:lnTo>
                <a:cubicBezTo>
                  <a:pt x="270510" y="171164"/>
                  <a:pt x="276225" y="176974"/>
                  <a:pt x="283464" y="176974"/>
                </a:cubicBezTo>
                <a:lnTo>
                  <a:pt x="704755" y="176974"/>
                </a:lnTo>
                <a:cubicBezTo>
                  <a:pt x="711899" y="176974"/>
                  <a:pt x="717709" y="171164"/>
                  <a:pt x="717709" y="164020"/>
                </a:cubicBezTo>
                <a:lnTo>
                  <a:pt x="717709" y="68199"/>
                </a:lnTo>
                <a:cubicBezTo>
                  <a:pt x="717709" y="61055"/>
                  <a:pt x="711899" y="55245"/>
                  <a:pt x="704755" y="55245"/>
                </a:cubicBezTo>
                <a:close/>
                <a:moveTo>
                  <a:pt x="321945" y="148399"/>
                </a:moveTo>
                <a:cubicBezTo>
                  <a:pt x="321659" y="149257"/>
                  <a:pt x="321373" y="150209"/>
                  <a:pt x="321088" y="151162"/>
                </a:cubicBezTo>
                <a:cubicBezTo>
                  <a:pt x="320707" y="152114"/>
                  <a:pt x="320135" y="152876"/>
                  <a:pt x="319659" y="153638"/>
                </a:cubicBezTo>
                <a:cubicBezTo>
                  <a:pt x="319088" y="154591"/>
                  <a:pt x="318516" y="155258"/>
                  <a:pt x="317754" y="155924"/>
                </a:cubicBezTo>
                <a:cubicBezTo>
                  <a:pt x="317087" y="156686"/>
                  <a:pt x="316421" y="157258"/>
                  <a:pt x="315468" y="157829"/>
                </a:cubicBezTo>
                <a:cubicBezTo>
                  <a:pt x="314706" y="158305"/>
                  <a:pt x="313944" y="158877"/>
                  <a:pt x="312896" y="159258"/>
                </a:cubicBezTo>
                <a:cubicBezTo>
                  <a:pt x="312039" y="159544"/>
                  <a:pt x="311087" y="159829"/>
                  <a:pt x="310229" y="160020"/>
                </a:cubicBezTo>
                <a:cubicBezTo>
                  <a:pt x="309277" y="160306"/>
                  <a:pt x="308229" y="160401"/>
                  <a:pt x="307276" y="160401"/>
                </a:cubicBezTo>
                <a:cubicBezTo>
                  <a:pt x="306324" y="160401"/>
                  <a:pt x="305276" y="160401"/>
                  <a:pt x="304324" y="160020"/>
                </a:cubicBezTo>
                <a:cubicBezTo>
                  <a:pt x="303371" y="159829"/>
                  <a:pt x="302419" y="159544"/>
                  <a:pt x="301562" y="159258"/>
                </a:cubicBezTo>
                <a:cubicBezTo>
                  <a:pt x="300704" y="158877"/>
                  <a:pt x="299752" y="158305"/>
                  <a:pt x="298990" y="157829"/>
                </a:cubicBezTo>
                <a:cubicBezTo>
                  <a:pt x="298133" y="157258"/>
                  <a:pt x="297371" y="156686"/>
                  <a:pt x="296704" y="155924"/>
                </a:cubicBezTo>
                <a:cubicBezTo>
                  <a:pt x="293846" y="153257"/>
                  <a:pt x="292322" y="149352"/>
                  <a:pt x="292322" y="145447"/>
                </a:cubicBezTo>
                <a:cubicBezTo>
                  <a:pt x="292322" y="141541"/>
                  <a:pt x="293846" y="137636"/>
                  <a:pt x="296704" y="134874"/>
                </a:cubicBezTo>
                <a:cubicBezTo>
                  <a:pt x="297371" y="134207"/>
                  <a:pt x="298133" y="133541"/>
                  <a:pt x="298990" y="133064"/>
                </a:cubicBezTo>
                <a:cubicBezTo>
                  <a:pt x="299752" y="132493"/>
                  <a:pt x="300704" y="132016"/>
                  <a:pt x="301562" y="131636"/>
                </a:cubicBezTo>
                <a:cubicBezTo>
                  <a:pt x="302419" y="131254"/>
                  <a:pt x="303371" y="130969"/>
                  <a:pt x="304324" y="130873"/>
                </a:cubicBezTo>
                <a:cubicBezTo>
                  <a:pt x="306229" y="130397"/>
                  <a:pt x="308229" y="130397"/>
                  <a:pt x="310229" y="130873"/>
                </a:cubicBezTo>
                <a:cubicBezTo>
                  <a:pt x="311087" y="130969"/>
                  <a:pt x="312039" y="131254"/>
                  <a:pt x="312896" y="131636"/>
                </a:cubicBezTo>
                <a:cubicBezTo>
                  <a:pt x="313944" y="132016"/>
                  <a:pt x="314706" y="132493"/>
                  <a:pt x="315468" y="133064"/>
                </a:cubicBezTo>
                <a:cubicBezTo>
                  <a:pt x="316421" y="133541"/>
                  <a:pt x="317087" y="134207"/>
                  <a:pt x="317754" y="134874"/>
                </a:cubicBezTo>
                <a:cubicBezTo>
                  <a:pt x="318516" y="135636"/>
                  <a:pt x="319088" y="136303"/>
                  <a:pt x="319659" y="137160"/>
                </a:cubicBezTo>
                <a:cubicBezTo>
                  <a:pt x="320135" y="138017"/>
                  <a:pt x="320707" y="138779"/>
                  <a:pt x="321088" y="139732"/>
                </a:cubicBezTo>
                <a:cubicBezTo>
                  <a:pt x="321373" y="140589"/>
                  <a:pt x="321659" y="141637"/>
                  <a:pt x="321945" y="142494"/>
                </a:cubicBezTo>
                <a:cubicBezTo>
                  <a:pt x="322136" y="143446"/>
                  <a:pt x="322231" y="144494"/>
                  <a:pt x="322231" y="145447"/>
                </a:cubicBezTo>
                <a:cubicBezTo>
                  <a:pt x="322231" y="146399"/>
                  <a:pt x="322136" y="147447"/>
                  <a:pt x="321945" y="148399"/>
                </a:cubicBezTo>
                <a:close/>
                <a:moveTo>
                  <a:pt x="365379" y="160401"/>
                </a:moveTo>
                <a:cubicBezTo>
                  <a:pt x="357092" y="160401"/>
                  <a:pt x="350425" y="153638"/>
                  <a:pt x="350425" y="145447"/>
                </a:cubicBezTo>
                <a:cubicBezTo>
                  <a:pt x="350425" y="141351"/>
                  <a:pt x="352044" y="137636"/>
                  <a:pt x="354806" y="134874"/>
                </a:cubicBezTo>
                <a:cubicBezTo>
                  <a:pt x="357569" y="132207"/>
                  <a:pt x="361283" y="130492"/>
                  <a:pt x="365379" y="130492"/>
                </a:cubicBezTo>
                <a:cubicBezTo>
                  <a:pt x="369475" y="130492"/>
                  <a:pt x="373285" y="132207"/>
                  <a:pt x="375857" y="134874"/>
                </a:cubicBezTo>
                <a:cubicBezTo>
                  <a:pt x="378619" y="137636"/>
                  <a:pt x="380333" y="141351"/>
                  <a:pt x="380333" y="145447"/>
                </a:cubicBezTo>
                <a:cubicBezTo>
                  <a:pt x="380333" y="153638"/>
                  <a:pt x="373571" y="160401"/>
                  <a:pt x="365379" y="160401"/>
                </a:cubicBezTo>
                <a:close/>
                <a:moveTo>
                  <a:pt x="434054" y="155924"/>
                </a:moveTo>
                <a:cubicBezTo>
                  <a:pt x="433388" y="156686"/>
                  <a:pt x="432625" y="157258"/>
                  <a:pt x="431768" y="157829"/>
                </a:cubicBezTo>
                <a:cubicBezTo>
                  <a:pt x="430911" y="158305"/>
                  <a:pt x="430149" y="158877"/>
                  <a:pt x="429196" y="159258"/>
                </a:cubicBezTo>
                <a:cubicBezTo>
                  <a:pt x="428244" y="159544"/>
                  <a:pt x="427387" y="159829"/>
                  <a:pt x="426434" y="160020"/>
                </a:cubicBezTo>
                <a:cubicBezTo>
                  <a:pt x="425482" y="160306"/>
                  <a:pt x="424529" y="160401"/>
                  <a:pt x="423482" y="160401"/>
                </a:cubicBezTo>
                <a:cubicBezTo>
                  <a:pt x="422529" y="160401"/>
                  <a:pt x="421576" y="160401"/>
                  <a:pt x="420624" y="160020"/>
                </a:cubicBezTo>
                <a:cubicBezTo>
                  <a:pt x="419671" y="159829"/>
                  <a:pt x="418624" y="159544"/>
                  <a:pt x="417767" y="159258"/>
                </a:cubicBezTo>
                <a:cubicBezTo>
                  <a:pt x="416909" y="158877"/>
                  <a:pt x="416052" y="158305"/>
                  <a:pt x="415195" y="157829"/>
                </a:cubicBezTo>
                <a:cubicBezTo>
                  <a:pt x="414433" y="157258"/>
                  <a:pt x="413671" y="156686"/>
                  <a:pt x="412909" y="155924"/>
                </a:cubicBezTo>
                <a:cubicBezTo>
                  <a:pt x="410242" y="153257"/>
                  <a:pt x="408527" y="149352"/>
                  <a:pt x="408527" y="145447"/>
                </a:cubicBezTo>
                <a:cubicBezTo>
                  <a:pt x="408527" y="144494"/>
                  <a:pt x="408718" y="143446"/>
                  <a:pt x="408908" y="142494"/>
                </a:cubicBezTo>
                <a:cubicBezTo>
                  <a:pt x="409099" y="141637"/>
                  <a:pt x="409289" y="140589"/>
                  <a:pt x="409766" y="139732"/>
                </a:cubicBezTo>
                <a:cubicBezTo>
                  <a:pt x="410146" y="138874"/>
                  <a:pt x="410528" y="138017"/>
                  <a:pt x="411099" y="137160"/>
                </a:cubicBezTo>
                <a:cubicBezTo>
                  <a:pt x="411575" y="136303"/>
                  <a:pt x="412242" y="135636"/>
                  <a:pt x="412909" y="134874"/>
                </a:cubicBezTo>
                <a:cubicBezTo>
                  <a:pt x="413671" y="134207"/>
                  <a:pt x="414433" y="133541"/>
                  <a:pt x="415195" y="133064"/>
                </a:cubicBezTo>
                <a:cubicBezTo>
                  <a:pt x="416052" y="132493"/>
                  <a:pt x="416909" y="132016"/>
                  <a:pt x="417767" y="131636"/>
                </a:cubicBezTo>
                <a:cubicBezTo>
                  <a:pt x="418624" y="131254"/>
                  <a:pt x="419671" y="130969"/>
                  <a:pt x="420624" y="130873"/>
                </a:cubicBezTo>
                <a:cubicBezTo>
                  <a:pt x="422529" y="130397"/>
                  <a:pt x="424529" y="130397"/>
                  <a:pt x="426434" y="130873"/>
                </a:cubicBezTo>
                <a:cubicBezTo>
                  <a:pt x="427387" y="130969"/>
                  <a:pt x="428244" y="131254"/>
                  <a:pt x="429196" y="131636"/>
                </a:cubicBezTo>
                <a:cubicBezTo>
                  <a:pt x="430149" y="132016"/>
                  <a:pt x="430911" y="132493"/>
                  <a:pt x="431768" y="133064"/>
                </a:cubicBezTo>
                <a:cubicBezTo>
                  <a:pt x="432625" y="133541"/>
                  <a:pt x="433388" y="134207"/>
                  <a:pt x="434054" y="134874"/>
                </a:cubicBezTo>
                <a:cubicBezTo>
                  <a:pt x="436817" y="137636"/>
                  <a:pt x="438436" y="141541"/>
                  <a:pt x="438436" y="145447"/>
                </a:cubicBezTo>
                <a:cubicBezTo>
                  <a:pt x="438436" y="149352"/>
                  <a:pt x="436817" y="153257"/>
                  <a:pt x="434054" y="155924"/>
                </a:cubicBezTo>
                <a:close/>
                <a:moveTo>
                  <a:pt x="497300" y="76581"/>
                </a:moveTo>
                <a:lnTo>
                  <a:pt x="470154" y="110966"/>
                </a:lnTo>
                <a:lnTo>
                  <a:pt x="497300" y="110966"/>
                </a:lnTo>
                <a:lnTo>
                  <a:pt x="497300" y="121444"/>
                </a:lnTo>
                <a:lnTo>
                  <a:pt x="454438" y="121444"/>
                </a:lnTo>
                <a:lnTo>
                  <a:pt x="454438" y="113824"/>
                </a:lnTo>
                <a:lnTo>
                  <a:pt x="481584" y="79439"/>
                </a:lnTo>
                <a:lnTo>
                  <a:pt x="454438" y="79439"/>
                </a:lnTo>
                <a:lnTo>
                  <a:pt x="454438" y="68961"/>
                </a:lnTo>
                <a:lnTo>
                  <a:pt x="497300" y="68961"/>
                </a:lnTo>
                <a:lnTo>
                  <a:pt x="497300" y="76581"/>
                </a:lnTo>
                <a:close/>
                <a:moveTo>
                  <a:pt x="548831" y="79534"/>
                </a:moveTo>
                <a:lnTo>
                  <a:pt x="529876" y="79534"/>
                </a:lnTo>
                <a:lnTo>
                  <a:pt x="529876" y="121539"/>
                </a:lnTo>
                <a:lnTo>
                  <a:pt x="519398" y="121539"/>
                </a:lnTo>
                <a:lnTo>
                  <a:pt x="519398" y="79534"/>
                </a:lnTo>
                <a:lnTo>
                  <a:pt x="500444" y="79534"/>
                </a:lnTo>
                <a:lnTo>
                  <a:pt x="500444" y="69056"/>
                </a:lnTo>
                <a:lnTo>
                  <a:pt x="548926" y="69056"/>
                </a:lnTo>
                <a:lnTo>
                  <a:pt x="548926" y="79534"/>
                </a:lnTo>
                <a:close/>
                <a:moveTo>
                  <a:pt x="569690" y="121539"/>
                </a:moveTo>
                <a:cubicBezTo>
                  <a:pt x="562832" y="121539"/>
                  <a:pt x="557498" y="118681"/>
                  <a:pt x="554260" y="113443"/>
                </a:cubicBezTo>
                <a:cubicBezTo>
                  <a:pt x="551974" y="109442"/>
                  <a:pt x="550736" y="104108"/>
                  <a:pt x="550736" y="97441"/>
                </a:cubicBezTo>
                <a:cubicBezTo>
                  <a:pt x="550736" y="79629"/>
                  <a:pt x="558832" y="69056"/>
                  <a:pt x="572643" y="69056"/>
                </a:cubicBezTo>
                <a:cubicBezTo>
                  <a:pt x="577025" y="69056"/>
                  <a:pt x="581120" y="70009"/>
                  <a:pt x="585311" y="72295"/>
                </a:cubicBezTo>
                <a:lnTo>
                  <a:pt x="581215" y="81820"/>
                </a:lnTo>
                <a:cubicBezTo>
                  <a:pt x="578263" y="80296"/>
                  <a:pt x="575120" y="79534"/>
                  <a:pt x="572072" y="79534"/>
                </a:cubicBezTo>
                <a:cubicBezTo>
                  <a:pt x="566547" y="79534"/>
                  <a:pt x="562547" y="83248"/>
                  <a:pt x="561975" y="88582"/>
                </a:cubicBezTo>
                <a:cubicBezTo>
                  <a:pt x="564547" y="87058"/>
                  <a:pt x="567785" y="86106"/>
                  <a:pt x="570262" y="86106"/>
                </a:cubicBezTo>
                <a:cubicBezTo>
                  <a:pt x="580263" y="86106"/>
                  <a:pt x="587311" y="93345"/>
                  <a:pt x="587311" y="103537"/>
                </a:cubicBezTo>
                <a:cubicBezTo>
                  <a:pt x="587311" y="113728"/>
                  <a:pt x="579977" y="121444"/>
                  <a:pt x="569595" y="121444"/>
                </a:cubicBezTo>
                <a:close/>
                <a:moveTo>
                  <a:pt x="617982" y="121539"/>
                </a:moveTo>
                <a:cubicBezTo>
                  <a:pt x="603980" y="121539"/>
                  <a:pt x="592931" y="110966"/>
                  <a:pt x="592931" y="95250"/>
                </a:cubicBezTo>
                <a:cubicBezTo>
                  <a:pt x="592931" y="79534"/>
                  <a:pt x="603980" y="68961"/>
                  <a:pt x="617982" y="68961"/>
                </a:cubicBezTo>
                <a:cubicBezTo>
                  <a:pt x="631984" y="68961"/>
                  <a:pt x="643033" y="79534"/>
                  <a:pt x="643033" y="95250"/>
                </a:cubicBezTo>
                <a:cubicBezTo>
                  <a:pt x="643033" y="110966"/>
                  <a:pt x="631984" y="121539"/>
                  <a:pt x="617982" y="121539"/>
                </a:cubicBezTo>
                <a:close/>
                <a:moveTo>
                  <a:pt x="670941" y="121539"/>
                </a:moveTo>
                <a:cubicBezTo>
                  <a:pt x="656939" y="121539"/>
                  <a:pt x="645890" y="110966"/>
                  <a:pt x="645890" y="95250"/>
                </a:cubicBezTo>
                <a:cubicBezTo>
                  <a:pt x="645890" y="79534"/>
                  <a:pt x="656939" y="68961"/>
                  <a:pt x="670941" y="68961"/>
                </a:cubicBezTo>
                <a:cubicBezTo>
                  <a:pt x="684943" y="68961"/>
                  <a:pt x="695992" y="79534"/>
                  <a:pt x="695992" y="95250"/>
                </a:cubicBezTo>
                <a:cubicBezTo>
                  <a:pt x="695992" y="110966"/>
                  <a:pt x="684943" y="121539"/>
                  <a:pt x="670941" y="121539"/>
                </a:cubicBezTo>
                <a:close/>
                <a:moveTo>
                  <a:pt x="632460" y="95250"/>
                </a:moveTo>
                <a:cubicBezTo>
                  <a:pt x="632460" y="104966"/>
                  <a:pt x="626269" y="110966"/>
                  <a:pt x="617887" y="110966"/>
                </a:cubicBezTo>
                <a:cubicBezTo>
                  <a:pt x="609505" y="110966"/>
                  <a:pt x="603313" y="104870"/>
                  <a:pt x="603313" y="95250"/>
                </a:cubicBezTo>
                <a:cubicBezTo>
                  <a:pt x="603313" y="85630"/>
                  <a:pt x="609409" y="79534"/>
                  <a:pt x="617887" y="79534"/>
                </a:cubicBezTo>
                <a:cubicBezTo>
                  <a:pt x="626364" y="79534"/>
                  <a:pt x="632460" y="85630"/>
                  <a:pt x="632460" y="952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3D42ED58-45E8-FE12-56E1-0E1C01546605}"/>
              </a:ext>
            </a:extLst>
          </p:cNvPr>
          <p:cNvSpPr/>
          <p:nvPr/>
        </p:nvSpPr>
        <p:spPr>
          <a:xfrm>
            <a:off x="5351667" y="4482243"/>
            <a:ext cx="185217" cy="29043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0BC3A303-1D53-8EEE-7CAC-DB4A8A841BEB}"/>
              </a:ext>
            </a:extLst>
          </p:cNvPr>
          <p:cNvSpPr/>
          <p:nvPr/>
        </p:nvSpPr>
        <p:spPr>
          <a:xfrm>
            <a:off x="5348949" y="4644038"/>
            <a:ext cx="185216" cy="22882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0115C16-D338-FAF6-6054-4EF3CDF2E3B9}"/>
              </a:ext>
            </a:extLst>
          </p:cNvPr>
          <p:cNvSpPr/>
          <p:nvPr/>
        </p:nvSpPr>
        <p:spPr>
          <a:xfrm>
            <a:off x="5351990" y="4710517"/>
            <a:ext cx="185216" cy="22882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F3FB5979-A188-B6F2-D208-23B4A6FE8530}"/>
              </a:ext>
            </a:extLst>
          </p:cNvPr>
          <p:cNvSpPr/>
          <p:nvPr/>
        </p:nvSpPr>
        <p:spPr>
          <a:xfrm>
            <a:off x="5715593" y="4547532"/>
            <a:ext cx="150583" cy="10307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D330393-BB46-5F47-9619-55540E266A16}"/>
              </a:ext>
            </a:extLst>
          </p:cNvPr>
          <p:cNvSpPr txBox="1"/>
          <p:nvPr/>
        </p:nvSpPr>
        <p:spPr>
          <a:xfrm>
            <a:off x="4566703" y="4524000"/>
            <a:ext cx="80502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ea typeface="+mn-ea"/>
                <a:cs typeface="+mn-cs"/>
              </a:rPr>
              <a:t>Zero Trust</a:t>
            </a:r>
          </a:p>
          <a:p>
            <a:pPr marL="0" marR="0" lvl="0" indent="0" algn="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ea typeface="+mn-ea"/>
                <a:cs typeface="+mn-cs"/>
              </a:rPr>
              <a:t>Branch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DDE57B36-1056-2DE4-CE97-4EDAEE363238}"/>
              </a:ext>
            </a:extLst>
          </p:cNvPr>
          <p:cNvCxnSpPr>
            <a:cxnSpLocks/>
          </p:cNvCxnSpPr>
          <p:nvPr/>
        </p:nvCxnSpPr>
        <p:spPr>
          <a:xfrm flipV="1">
            <a:off x="4382546" y="2168985"/>
            <a:ext cx="0" cy="994734"/>
          </a:xfrm>
          <a:prstGeom prst="straightConnector1">
            <a:avLst/>
          </a:prstGeom>
          <a:ln w="38100">
            <a:solidFill>
              <a:schemeClr val="accent5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ounded Rectangle 35">
            <a:extLst>
              <a:ext uri="{FF2B5EF4-FFF2-40B4-BE49-F238E27FC236}">
                <a16:creationId xmlns:a16="http://schemas.microsoft.com/office/drawing/2014/main" id="{80B959E8-7CAD-1211-7FD3-FDC3F350B2B5}"/>
              </a:ext>
            </a:extLst>
          </p:cNvPr>
          <p:cNvSpPr/>
          <p:nvPr/>
        </p:nvSpPr>
        <p:spPr>
          <a:xfrm>
            <a:off x="6388856" y="5480702"/>
            <a:ext cx="451766" cy="448147"/>
          </a:xfrm>
          <a:prstGeom prst="roundRect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7" name="Rounded Rectangle 36">
            <a:extLst>
              <a:ext uri="{FF2B5EF4-FFF2-40B4-BE49-F238E27FC236}">
                <a16:creationId xmlns:a16="http://schemas.microsoft.com/office/drawing/2014/main" id="{0308A4D5-D479-4568-4E9E-E063A608480A}"/>
              </a:ext>
            </a:extLst>
          </p:cNvPr>
          <p:cNvSpPr/>
          <p:nvPr/>
        </p:nvSpPr>
        <p:spPr>
          <a:xfrm>
            <a:off x="6855914" y="5480702"/>
            <a:ext cx="451766" cy="448147"/>
          </a:xfrm>
          <a:prstGeom prst="roundRect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8" name="Rounded Rectangle 37">
            <a:extLst>
              <a:ext uri="{FF2B5EF4-FFF2-40B4-BE49-F238E27FC236}">
                <a16:creationId xmlns:a16="http://schemas.microsoft.com/office/drawing/2014/main" id="{75903E3B-6F83-9E98-2269-B58775B27E21}"/>
              </a:ext>
            </a:extLst>
          </p:cNvPr>
          <p:cNvSpPr/>
          <p:nvPr/>
        </p:nvSpPr>
        <p:spPr>
          <a:xfrm>
            <a:off x="7322972" y="5480702"/>
            <a:ext cx="451766" cy="448147"/>
          </a:xfrm>
          <a:prstGeom prst="roundRect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57B3773-48E6-C7DA-454A-5AC05AAABF2F}"/>
              </a:ext>
            </a:extLst>
          </p:cNvPr>
          <p:cNvSpPr/>
          <p:nvPr/>
        </p:nvSpPr>
        <p:spPr>
          <a:xfrm>
            <a:off x="5609201" y="4825098"/>
            <a:ext cx="101369" cy="645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3C5CD659-C8F8-69D9-2564-AE95A8BD30DC}"/>
              </a:ext>
            </a:extLst>
          </p:cNvPr>
          <p:cNvGrpSpPr/>
          <p:nvPr/>
        </p:nvGrpSpPr>
        <p:grpSpPr>
          <a:xfrm>
            <a:off x="5659887" y="4889616"/>
            <a:ext cx="1888969" cy="591091"/>
            <a:chOff x="11318973" y="9779222"/>
            <a:chExt cx="3777935" cy="1182181"/>
          </a:xfrm>
        </p:grpSpPr>
        <p:cxnSp>
          <p:nvCxnSpPr>
            <p:cNvPr id="41" name="Elbow Connector 40">
              <a:extLst>
                <a:ext uri="{FF2B5EF4-FFF2-40B4-BE49-F238E27FC236}">
                  <a16:creationId xmlns:a16="http://schemas.microsoft.com/office/drawing/2014/main" id="{FD5DF54D-75AD-E974-779B-93E2D61D0865}"/>
                </a:ext>
              </a:extLst>
            </p:cNvPr>
            <p:cNvCxnSpPr>
              <a:cxnSpLocks/>
              <a:stCxn id="36" idx="0"/>
              <a:endCxn id="39" idx="2"/>
            </p:cNvCxnSpPr>
            <p:nvPr/>
          </p:nvCxnSpPr>
          <p:spPr>
            <a:xfrm rot="16200000" flipV="1">
              <a:off x="11682743" y="9415455"/>
              <a:ext cx="1182171" cy="1909705"/>
            </a:xfrm>
            <a:prstGeom prst="bentConnector3">
              <a:avLst>
                <a:gd name="adj1" fmla="val 50000"/>
              </a:avLst>
            </a:prstGeom>
            <a:ln w="28575"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42" name="Elbow Connector 41">
              <a:extLst>
                <a:ext uri="{FF2B5EF4-FFF2-40B4-BE49-F238E27FC236}">
                  <a16:creationId xmlns:a16="http://schemas.microsoft.com/office/drawing/2014/main" id="{B96D6BFA-968F-8FC0-F90A-6899B14E887F}"/>
                </a:ext>
              </a:extLst>
            </p:cNvPr>
            <p:cNvCxnSpPr>
              <a:cxnSpLocks/>
              <a:stCxn id="37" idx="0"/>
              <a:endCxn id="39" idx="2"/>
            </p:cNvCxnSpPr>
            <p:nvPr/>
          </p:nvCxnSpPr>
          <p:spPr>
            <a:xfrm rot="16200000" flipV="1">
              <a:off x="12149804" y="8948406"/>
              <a:ext cx="1182172" cy="2843821"/>
            </a:xfrm>
            <a:prstGeom prst="bentConnector3">
              <a:avLst>
                <a:gd name="adj1" fmla="val 50000"/>
              </a:avLst>
            </a:prstGeom>
            <a:ln w="28575"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43" name="Elbow Connector 42">
              <a:extLst>
                <a:ext uri="{FF2B5EF4-FFF2-40B4-BE49-F238E27FC236}">
                  <a16:creationId xmlns:a16="http://schemas.microsoft.com/office/drawing/2014/main" id="{80F87C43-8096-1CA7-C74A-5C8D6A391F6B}"/>
                </a:ext>
              </a:extLst>
            </p:cNvPr>
            <p:cNvCxnSpPr>
              <a:cxnSpLocks/>
              <a:stCxn id="38" idx="0"/>
              <a:endCxn id="39" idx="2"/>
            </p:cNvCxnSpPr>
            <p:nvPr/>
          </p:nvCxnSpPr>
          <p:spPr>
            <a:xfrm rot="16200000" flipV="1">
              <a:off x="12616855" y="8481341"/>
              <a:ext cx="1182171" cy="3777935"/>
            </a:xfrm>
            <a:prstGeom prst="bentConnector3">
              <a:avLst>
                <a:gd name="adj1" fmla="val 50000"/>
              </a:avLst>
            </a:prstGeom>
            <a:ln w="28575"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6EC09EA2-3471-D247-E297-5859FE33BF80}"/>
              </a:ext>
            </a:extLst>
          </p:cNvPr>
          <p:cNvCxnSpPr>
            <a:cxnSpLocks/>
            <a:stCxn id="15" idx="4"/>
          </p:cNvCxnSpPr>
          <p:nvPr/>
        </p:nvCxnSpPr>
        <p:spPr>
          <a:xfrm flipH="1">
            <a:off x="6845005" y="2048486"/>
            <a:ext cx="1" cy="1115881"/>
          </a:xfrm>
          <a:prstGeom prst="straightConnector1">
            <a:avLst/>
          </a:prstGeom>
          <a:ln w="38100">
            <a:solidFill>
              <a:schemeClr val="accent5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606282D9-97FB-39AB-2B0C-D43985765408}"/>
              </a:ext>
            </a:extLst>
          </p:cNvPr>
          <p:cNvSpPr txBox="1"/>
          <p:nvPr/>
        </p:nvSpPr>
        <p:spPr>
          <a:xfrm>
            <a:off x="7619503" y="1676156"/>
            <a:ext cx="652743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Private</a:t>
            </a:r>
            <a:br>
              <a:rPr kumimoji="0" 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</a:b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Apps</a:t>
            </a:r>
            <a:endParaRPr kumimoji="0" lang="en-US" sz="1100" b="0" i="1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F9F68A2E-D9E2-384F-A172-BB75C6569B5F}"/>
              </a:ext>
            </a:extLst>
          </p:cNvPr>
          <p:cNvGrpSpPr/>
          <p:nvPr/>
        </p:nvGrpSpPr>
        <p:grpSpPr>
          <a:xfrm>
            <a:off x="2163327" y="2283180"/>
            <a:ext cx="2336332" cy="830997"/>
            <a:chOff x="4483519" y="4881670"/>
            <a:chExt cx="4672664" cy="1661994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10F1F7A2-AE85-6D27-C22C-4EFBB06138FD}"/>
                </a:ext>
              </a:extLst>
            </p:cNvPr>
            <p:cNvSpPr txBox="1"/>
            <p:nvPr/>
          </p:nvSpPr>
          <p:spPr>
            <a:xfrm>
              <a:off x="4483519" y="4881670"/>
              <a:ext cx="4142802" cy="16619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ea typeface="+mn-ea"/>
                  <a:cs typeface="+mn-cs"/>
                </a:rPr>
                <a:t>INTERNET SECURITY</a:t>
              </a:r>
            </a:p>
            <a:p>
              <a:pPr marL="0" marR="0" lvl="0" indent="0" algn="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Fully Brokered (Not NAT)</a:t>
              </a:r>
            </a:p>
            <a:p>
              <a:pPr marL="0" marR="0" lvl="0" indent="0" algn="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Scalable Data Protection</a:t>
              </a:r>
            </a:p>
            <a:p>
              <a:pPr marL="0" marR="0" lvl="0" indent="0" algn="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Risk-Based Policies</a:t>
              </a:r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4A23C4F7-B921-9B15-3FAE-D1EC1A6B6DAC}"/>
                </a:ext>
              </a:extLst>
            </p:cNvPr>
            <p:cNvSpPr/>
            <p:nvPr/>
          </p:nvSpPr>
          <p:spPr>
            <a:xfrm>
              <a:off x="8703250" y="5421547"/>
              <a:ext cx="452933" cy="452933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ea typeface="+mn-ea"/>
                  <a:cs typeface="+mn-cs"/>
                </a:rPr>
                <a:t>A</a:t>
              </a: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B2D4BD07-8B95-CE0B-0C08-395AEAD8213F}"/>
              </a:ext>
            </a:extLst>
          </p:cNvPr>
          <p:cNvGrpSpPr/>
          <p:nvPr/>
        </p:nvGrpSpPr>
        <p:grpSpPr>
          <a:xfrm>
            <a:off x="6731993" y="2281751"/>
            <a:ext cx="2988560" cy="830997"/>
            <a:chOff x="13463192" y="4878812"/>
            <a:chExt cx="5977118" cy="1661994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1D262EB6-3830-D5BA-6038-34DB22816632}"/>
                </a:ext>
              </a:extLst>
            </p:cNvPr>
            <p:cNvSpPr txBox="1"/>
            <p:nvPr/>
          </p:nvSpPr>
          <p:spPr>
            <a:xfrm>
              <a:off x="14066404" y="4878812"/>
              <a:ext cx="5373906" cy="16619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ea typeface="+mn-ea"/>
                  <a:cs typeface="+mn-cs"/>
                </a:rPr>
                <a:t>APPS | FULLY BROKERED</a:t>
              </a:r>
            </a:p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Handles IP Overlap + Epic Printing</a:t>
              </a:r>
            </a:p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App Health Pathing</a:t>
              </a:r>
            </a:p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ea typeface="+mn-ea"/>
                  <a:cs typeface="+mn-cs"/>
                </a:rPr>
                <a:t>Apps Hidden / Users Hidden</a:t>
              </a: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23455C5-D127-9049-366C-096EAB5D45EB}"/>
                </a:ext>
              </a:extLst>
            </p:cNvPr>
            <p:cNvSpPr/>
            <p:nvPr/>
          </p:nvSpPr>
          <p:spPr>
            <a:xfrm>
              <a:off x="13463192" y="5446137"/>
              <a:ext cx="452933" cy="452933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ea typeface="+mn-ea"/>
                  <a:cs typeface="+mn-cs"/>
                </a:rPr>
                <a:t>B</a:t>
              </a: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CD6F2DFA-9B62-9BA9-E864-28614AFC631C}"/>
              </a:ext>
            </a:extLst>
          </p:cNvPr>
          <p:cNvGrpSpPr/>
          <p:nvPr/>
        </p:nvGrpSpPr>
        <p:grpSpPr>
          <a:xfrm>
            <a:off x="6442073" y="5486592"/>
            <a:ext cx="4030495" cy="712048"/>
            <a:chOff x="12883352" y="11288496"/>
            <a:chExt cx="8060988" cy="142409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10A76C0E-6B63-512F-FAC6-0EAB8FBD232E}"/>
                </a:ext>
              </a:extLst>
            </p:cNvPr>
            <p:cNvSpPr txBox="1"/>
            <p:nvPr/>
          </p:nvSpPr>
          <p:spPr>
            <a:xfrm>
              <a:off x="12883352" y="12154541"/>
              <a:ext cx="84382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/32</a:t>
              </a:r>
              <a:endParaRPr kumimoji="0" lang="en-US" sz="12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1F929F3-3339-3356-F9BD-B26427E5C18C}"/>
                </a:ext>
              </a:extLst>
            </p:cNvPr>
            <p:cNvSpPr txBox="1"/>
            <p:nvPr/>
          </p:nvSpPr>
          <p:spPr>
            <a:xfrm>
              <a:off x="13770516" y="12156405"/>
              <a:ext cx="84382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/32</a:t>
              </a:r>
              <a:endParaRPr kumimoji="0" lang="en-US" sz="12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49A85DDD-247D-01A0-CEBA-F5B665DAA0F1}"/>
                </a:ext>
              </a:extLst>
            </p:cNvPr>
            <p:cNvSpPr txBox="1"/>
            <p:nvPr/>
          </p:nvSpPr>
          <p:spPr>
            <a:xfrm>
              <a:off x="14752610" y="12158593"/>
              <a:ext cx="84382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/32</a:t>
              </a:r>
              <a:endParaRPr kumimoji="0" lang="en-US" sz="12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A50BA65-FEED-AF43-5A45-45078470E2AE}"/>
                </a:ext>
              </a:extLst>
            </p:cNvPr>
            <p:cNvSpPr txBox="1"/>
            <p:nvPr/>
          </p:nvSpPr>
          <p:spPr>
            <a:xfrm>
              <a:off x="15903857" y="11288496"/>
              <a:ext cx="5040483" cy="923329"/>
            </a:xfrm>
            <a:prstGeom prst="rect">
              <a:avLst/>
            </a:prstGeom>
            <a:solidFill>
              <a:schemeClr val="tx2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ea typeface="+mn-ea"/>
                  <a:cs typeface="+mn-cs"/>
                </a:rPr>
                <a:t>DEVICE-DEVICE SEGMENTATION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Agentless / Switch Agnostic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6BC8A992-97EB-82B1-3C68-60681FD2DE41}"/>
                </a:ext>
              </a:extLst>
            </p:cNvPr>
            <p:cNvSpPr/>
            <p:nvPr/>
          </p:nvSpPr>
          <p:spPr>
            <a:xfrm>
              <a:off x="15359129" y="11465947"/>
              <a:ext cx="452933" cy="452933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ea typeface="+mn-ea"/>
                  <a:cs typeface="+mn-cs"/>
                </a:rPr>
                <a:t>C</a:t>
              </a:r>
            </a:p>
          </p:txBody>
        </p:sp>
      </p:grp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D2519AE6-5097-1A96-9D5F-8C1DD7FE18BF}"/>
              </a:ext>
            </a:extLst>
          </p:cNvPr>
          <p:cNvCxnSpPr>
            <a:cxnSpLocks/>
          </p:cNvCxnSpPr>
          <p:nvPr/>
        </p:nvCxnSpPr>
        <p:spPr>
          <a:xfrm flipV="1">
            <a:off x="5817252" y="3658565"/>
            <a:ext cx="0" cy="897477"/>
          </a:xfrm>
          <a:prstGeom prst="straightConnector1">
            <a:avLst/>
          </a:prstGeom>
          <a:ln w="38100">
            <a:solidFill>
              <a:schemeClr val="accent5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Google Shape;52;p3">
            <a:extLst>
              <a:ext uri="{FF2B5EF4-FFF2-40B4-BE49-F238E27FC236}">
                <a16:creationId xmlns:a16="http://schemas.microsoft.com/office/drawing/2014/main" id="{7FEA97C4-605C-9C30-BDDA-8A49022599A8}"/>
              </a:ext>
            </a:extLst>
          </p:cNvPr>
          <p:cNvSpPr/>
          <p:nvPr/>
        </p:nvSpPr>
        <p:spPr>
          <a:xfrm>
            <a:off x="5101902" y="5578203"/>
            <a:ext cx="316227" cy="256419"/>
          </a:xfrm>
          <a:custGeom>
            <a:avLst/>
            <a:gdLst/>
            <a:ahLst/>
            <a:cxnLst/>
            <a:rect l="l" t="t" r="r" b="b"/>
            <a:pathLst>
              <a:path w="765809" h="519683" extrusionOk="0">
                <a:moveTo>
                  <a:pt x="673799" y="360807"/>
                </a:moveTo>
                <a:cubicBezTo>
                  <a:pt x="665911" y="361018"/>
                  <a:pt x="659345" y="354794"/>
                  <a:pt x="659135" y="346905"/>
                </a:cubicBezTo>
                <a:cubicBezTo>
                  <a:pt x="659132" y="346777"/>
                  <a:pt x="659130" y="346648"/>
                  <a:pt x="659130" y="346519"/>
                </a:cubicBezTo>
                <a:lnTo>
                  <a:pt x="659130" y="61913"/>
                </a:lnTo>
                <a:cubicBezTo>
                  <a:pt x="659130" y="43501"/>
                  <a:pt x="644204" y="28575"/>
                  <a:pt x="625793" y="28575"/>
                </a:cubicBezTo>
                <a:lnTo>
                  <a:pt x="139637" y="28575"/>
                </a:lnTo>
                <a:cubicBezTo>
                  <a:pt x="121225" y="28575"/>
                  <a:pt x="106299" y="43501"/>
                  <a:pt x="106299" y="61913"/>
                </a:cubicBezTo>
                <a:lnTo>
                  <a:pt x="106299" y="346519"/>
                </a:lnTo>
                <a:cubicBezTo>
                  <a:pt x="106299" y="354410"/>
                  <a:pt x="99902" y="360807"/>
                  <a:pt x="92012" y="360807"/>
                </a:cubicBezTo>
                <a:cubicBezTo>
                  <a:pt x="84121" y="360807"/>
                  <a:pt x="77724" y="354410"/>
                  <a:pt x="77724" y="346519"/>
                </a:cubicBezTo>
                <a:lnTo>
                  <a:pt x="77724" y="61913"/>
                </a:lnTo>
                <a:cubicBezTo>
                  <a:pt x="77724" y="27719"/>
                  <a:pt x="105443" y="0"/>
                  <a:pt x="139637" y="0"/>
                </a:cubicBezTo>
                <a:lnTo>
                  <a:pt x="626174" y="0"/>
                </a:lnTo>
                <a:cubicBezTo>
                  <a:pt x="660367" y="0"/>
                  <a:pt x="688086" y="27719"/>
                  <a:pt x="688086" y="61913"/>
                </a:cubicBezTo>
                <a:lnTo>
                  <a:pt x="688086" y="346519"/>
                </a:lnTo>
                <a:cubicBezTo>
                  <a:pt x="688086" y="354410"/>
                  <a:pt x="681689" y="360807"/>
                  <a:pt x="673799" y="360807"/>
                </a:cubicBezTo>
                <a:close/>
                <a:moveTo>
                  <a:pt x="765810" y="467296"/>
                </a:moveTo>
                <a:lnTo>
                  <a:pt x="765810" y="441674"/>
                </a:lnTo>
                <a:cubicBezTo>
                  <a:pt x="765753" y="412763"/>
                  <a:pt x="742334" y="389339"/>
                  <a:pt x="713423" y="389287"/>
                </a:cubicBezTo>
                <a:lnTo>
                  <a:pt x="52388" y="389287"/>
                </a:lnTo>
                <a:cubicBezTo>
                  <a:pt x="23476" y="389339"/>
                  <a:pt x="52" y="412763"/>
                  <a:pt x="0" y="441674"/>
                </a:cubicBezTo>
                <a:lnTo>
                  <a:pt x="0" y="467296"/>
                </a:lnTo>
                <a:cubicBezTo>
                  <a:pt x="0" y="496230"/>
                  <a:pt x="23454" y="519684"/>
                  <a:pt x="52388" y="519684"/>
                </a:cubicBezTo>
                <a:lnTo>
                  <a:pt x="713423" y="519684"/>
                </a:lnTo>
                <a:cubicBezTo>
                  <a:pt x="742356" y="519684"/>
                  <a:pt x="765810" y="496230"/>
                  <a:pt x="765810" y="467296"/>
                </a:cubicBezTo>
                <a:close/>
                <a:moveTo>
                  <a:pt x="713423" y="417862"/>
                </a:moveTo>
                <a:cubicBezTo>
                  <a:pt x="726552" y="417914"/>
                  <a:pt x="737183" y="428545"/>
                  <a:pt x="737235" y="441674"/>
                </a:cubicBezTo>
                <a:lnTo>
                  <a:pt x="737235" y="467296"/>
                </a:lnTo>
                <a:cubicBezTo>
                  <a:pt x="737183" y="480426"/>
                  <a:pt x="726552" y="491057"/>
                  <a:pt x="713423" y="491109"/>
                </a:cubicBezTo>
                <a:lnTo>
                  <a:pt x="52388" y="491109"/>
                </a:lnTo>
                <a:cubicBezTo>
                  <a:pt x="39258" y="491057"/>
                  <a:pt x="28627" y="480426"/>
                  <a:pt x="28575" y="467296"/>
                </a:cubicBezTo>
                <a:lnTo>
                  <a:pt x="28575" y="441674"/>
                </a:lnTo>
                <a:cubicBezTo>
                  <a:pt x="28627" y="428545"/>
                  <a:pt x="39258" y="417914"/>
                  <a:pt x="52388" y="417862"/>
                </a:cubicBezTo>
                <a:close/>
                <a:moveTo>
                  <a:pt x="382905" y="435483"/>
                </a:moveTo>
                <a:cubicBezTo>
                  <a:pt x="372384" y="435483"/>
                  <a:pt x="363855" y="444012"/>
                  <a:pt x="363855" y="454533"/>
                </a:cubicBezTo>
                <a:cubicBezTo>
                  <a:pt x="363855" y="465054"/>
                  <a:pt x="372384" y="473583"/>
                  <a:pt x="382905" y="473583"/>
                </a:cubicBezTo>
                <a:cubicBezTo>
                  <a:pt x="393426" y="473583"/>
                  <a:pt x="401955" y="465054"/>
                  <a:pt x="401955" y="454533"/>
                </a:cubicBezTo>
                <a:cubicBezTo>
                  <a:pt x="401955" y="444012"/>
                  <a:pt x="393426" y="435483"/>
                  <a:pt x="382905" y="43548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60" name="Google Shape;627;p11">
            <a:extLst>
              <a:ext uri="{FF2B5EF4-FFF2-40B4-BE49-F238E27FC236}">
                <a16:creationId xmlns:a16="http://schemas.microsoft.com/office/drawing/2014/main" id="{FE81448D-0348-6BBD-B2FE-AAC5C7ADCE5C}"/>
              </a:ext>
            </a:extLst>
          </p:cNvPr>
          <p:cNvSpPr/>
          <p:nvPr/>
        </p:nvSpPr>
        <p:spPr>
          <a:xfrm>
            <a:off x="5158792" y="5615850"/>
            <a:ext cx="203930" cy="126424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E1B2BEFD-DD02-BF65-406C-BA41C354660C}"/>
              </a:ext>
            </a:extLst>
          </p:cNvPr>
          <p:cNvSpPr txBox="1"/>
          <p:nvPr/>
        </p:nvSpPr>
        <p:spPr>
          <a:xfrm>
            <a:off x="5740115" y="1704496"/>
            <a:ext cx="931665" cy="430887"/>
          </a:xfrm>
          <a:prstGeom prst="rect">
            <a:avLst/>
          </a:prstGeom>
          <a:solidFill>
            <a:schemeClr val="tx2"/>
          </a:solidFill>
        </p:spPr>
        <p:txBody>
          <a:bodyPr wrap="none" rtlCol="0">
            <a:spAutoFit/>
          </a:bodyPr>
          <a:lstStyle/>
          <a:p>
            <a:pPr marL="0" marR="0" lvl="0" indent="0" algn="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App</a:t>
            </a:r>
          </a:p>
          <a:p>
            <a:pPr marL="0" marR="0" lvl="0" indent="0" algn="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Connector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B57C4325-650B-4724-6ACB-8C045CE8BFF8}"/>
              </a:ext>
            </a:extLst>
          </p:cNvPr>
          <p:cNvSpPr txBox="1"/>
          <p:nvPr/>
        </p:nvSpPr>
        <p:spPr>
          <a:xfrm>
            <a:off x="5989622" y="3916138"/>
            <a:ext cx="14125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ea typeface="+mn-ea"/>
                <a:cs typeface="+mn-cs"/>
              </a:rPr>
              <a:t>Direct Internet Access</a:t>
            </a:r>
            <a:br>
              <a:rPr kumimoji="0" 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</a:b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(DIA)</a:t>
            </a:r>
          </a:p>
        </p:txBody>
      </p:sp>
      <p:cxnSp>
        <p:nvCxnSpPr>
          <p:cNvPr id="63" name="Elbow Connector 62">
            <a:extLst>
              <a:ext uri="{FF2B5EF4-FFF2-40B4-BE49-F238E27FC236}">
                <a16:creationId xmlns:a16="http://schemas.microsoft.com/office/drawing/2014/main" id="{546937FD-BB9B-CB3D-B899-AEE3A475CFD7}"/>
              </a:ext>
            </a:extLst>
          </p:cNvPr>
          <p:cNvCxnSpPr/>
          <p:nvPr/>
        </p:nvCxnSpPr>
        <p:spPr>
          <a:xfrm rot="5400000" flipH="1" flipV="1">
            <a:off x="4438205" y="4482157"/>
            <a:ext cx="1891082" cy="247461"/>
          </a:xfrm>
          <a:prstGeom prst="bentConnector3">
            <a:avLst>
              <a:gd name="adj1" fmla="val 19779"/>
            </a:avLst>
          </a:prstGeom>
          <a:ln w="38100">
            <a:solidFill>
              <a:schemeClr val="accent5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>
            <a:extLst>
              <a:ext uri="{FF2B5EF4-FFF2-40B4-BE49-F238E27FC236}">
                <a16:creationId xmlns:a16="http://schemas.microsoft.com/office/drawing/2014/main" id="{6D5BBE90-E907-000D-977C-73B80FFF8333}"/>
              </a:ext>
            </a:extLst>
          </p:cNvPr>
          <p:cNvSpPr txBox="1"/>
          <p:nvPr/>
        </p:nvSpPr>
        <p:spPr>
          <a:xfrm>
            <a:off x="3317584" y="5547321"/>
            <a:ext cx="1627370" cy="600164"/>
          </a:xfrm>
          <a:prstGeom prst="rect">
            <a:avLst/>
          </a:prstGeom>
          <a:solidFill>
            <a:schemeClr val="tx2"/>
          </a:solidFill>
        </p:spPr>
        <p:txBody>
          <a:bodyPr wrap="none" rtlCol="0">
            <a:spAutoFit/>
          </a:bodyPr>
          <a:lstStyle/>
          <a:p>
            <a:pPr marL="0" marR="0" lvl="0" indent="0" algn="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ea typeface="+mn-ea"/>
                <a:cs typeface="+mn-cs"/>
              </a:rPr>
              <a:t>Client Connector</a:t>
            </a:r>
            <a:b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ea typeface="+mn-ea"/>
                <a:cs typeface="+mn-cs"/>
              </a:rPr>
            </a:b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ea typeface="+mn-ea"/>
                <a:cs typeface="+mn-cs"/>
              </a:rPr>
              <a:t>ZIA/ZPA Always On</a:t>
            </a:r>
          </a:p>
          <a:p>
            <a:pPr marL="0" marR="0" lvl="0" indent="0" algn="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ea typeface="+mn-ea"/>
                <a:cs typeface="+mn-cs"/>
              </a:rPr>
              <a:t>Goes Direct to Cloud</a:t>
            </a:r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16ECA917-8952-DE79-E5C0-9D1C784B56E6}"/>
              </a:ext>
            </a:extLst>
          </p:cNvPr>
          <p:cNvCxnSpPr>
            <a:cxnSpLocks/>
          </p:cNvCxnSpPr>
          <p:nvPr/>
        </p:nvCxnSpPr>
        <p:spPr>
          <a:xfrm>
            <a:off x="4911843" y="5683136"/>
            <a:ext cx="171961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69" name="Group 68">
            <a:extLst>
              <a:ext uri="{FF2B5EF4-FFF2-40B4-BE49-F238E27FC236}">
                <a16:creationId xmlns:a16="http://schemas.microsoft.com/office/drawing/2014/main" id="{275C4FF7-5FD4-C9C5-226C-9C5B10981D7D}"/>
              </a:ext>
            </a:extLst>
          </p:cNvPr>
          <p:cNvGrpSpPr/>
          <p:nvPr/>
        </p:nvGrpSpPr>
        <p:grpSpPr>
          <a:xfrm>
            <a:off x="3334808" y="3017689"/>
            <a:ext cx="4548789" cy="608805"/>
            <a:chOff x="5919936" y="3431885"/>
            <a:chExt cx="3248428" cy="434766"/>
          </a:xfrm>
        </p:grpSpPr>
        <p:sp>
          <p:nvSpPr>
            <p:cNvPr id="70" name="Google Shape;1131;p18">
              <a:extLst>
                <a:ext uri="{FF2B5EF4-FFF2-40B4-BE49-F238E27FC236}">
                  <a16:creationId xmlns:a16="http://schemas.microsoft.com/office/drawing/2014/main" id="{081334EA-C451-34E7-7EB7-AF446974E3C1}"/>
                </a:ext>
              </a:extLst>
            </p:cNvPr>
            <p:cNvSpPr/>
            <p:nvPr/>
          </p:nvSpPr>
          <p:spPr>
            <a:xfrm>
              <a:off x="5919936" y="3600255"/>
              <a:ext cx="3248428" cy="118872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85000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algn="ctr">
                <a:buClr>
                  <a:srgbClr val="FFFFFF"/>
                </a:buClr>
                <a:buSzPts val="1800"/>
                <a:defRPr/>
              </a:pPr>
              <a:endParaRPr sz="900">
                <a:ea typeface="+mn-ea"/>
                <a:cs typeface="+mn-cs"/>
                <a:sym typeface="Century Gothic" panose="020B0502020202020204" pitchFamily="34" charset="0"/>
              </a:endParaRPr>
            </a:p>
          </p:txBody>
        </p: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1FD966D4-B10B-E80E-8149-E7AE2E555BCC}"/>
                </a:ext>
              </a:extLst>
            </p:cNvPr>
            <p:cNvGrpSpPr/>
            <p:nvPr/>
          </p:nvGrpSpPr>
          <p:grpSpPr>
            <a:xfrm>
              <a:off x="7198237" y="3431885"/>
              <a:ext cx="693908" cy="434766"/>
              <a:chOff x="1933113" y="3319401"/>
              <a:chExt cx="1152144" cy="721872"/>
            </a:xfrm>
          </p:grpSpPr>
          <p:grpSp>
            <p:nvGrpSpPr>
              <p:cNvPr id="74" name="Group 73">
                <a:extLst>
                  <a:ext uri="{FF2B5EF4-FFF2-40B4-BE49-F238E27FC236}">
                    <a16:creationId xmlns:a16="http://schemas.microsoft.com/office/drawing/2014/main" id="{54966E58-5545-5C7D-B41A-7327D73B2E9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933113" y="3319401"/>
                <a:ext cx="1152144" cy="721872"/>
                <a:chOff x="6923678" y="5192220"/>
                <a:chExt cx="981878" cy="615192"/>
              </a:xfrm>
            </p:grpSpPr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7852C4B8-B806-83D1-7BB9-C55C16E7EE00}"/>
                    </a:ext>
                  </a:extLst>
                </p:cNvPr>
                <p:cNvSpPr/>
                <p:nvPr/>
              </p:nvSpPr>
              <p:spPr>
                <a:xfrm>
                  <a:off x="6923678" y="5192220"/>
                  <a:ext cx="981878" cy="615192"/>
                </a:xfrm>
                <a:custGeom>
                  <a:avLst/>
                  <a:gdLst>
                    <a:gd name="connsiteX0" fmla="*/ 980036 w 981878"/>
                    <a:gd name="connsiteY0" fmla="*/ 313893 h 615192"/>
                    <a:gd name="connsiteX1" fmla="*/ 803332 w 981878"/>
                    <a:gd name="connsiteY1" fmla="*/ 169971 h 615192"/>
                    <a:gd name="connsiteX2" fmla="*/ 796445 w 981878"/>
                    <a:gd name="connsiteY2" fmla="*/ 169304 h 615192"/>
                    <a:gd name="connsiteX3" fmla="*/ 796822 w 981878"/>
                    <a:gd name="connsiteY3" fmla="*/ 169304 h 615192"/>
                    <a:gd name="connsiteX4" fmla="*/ 716159 w 981878"/>
                    <a:gd name="connsiteY4" fmla="*/ 55290 h 615192"/>
                    <a:gd name="connsiteX5" fmla="*/ 716065 w 981878"/>
                    <a:gd name="connsiteY5" fmla="*/ 55194 h 615192"/>
                    <a:gd name="connsiteX6" fmla="*/ 715216 w 981878"/>
                    <a:gd name="connsiteY6" fmla="*/ 54432 h 615192"/>
                    <a:gd name="connsiteX7" fmla="*/ 683705 w 981878"/>
                    <a:gd name="connsiteY7" fmla="*/ 31668 h 615192"/>
                    <a:gd name="connsiteX8" fmla="*/ 579645 w 981878"/>
                    <a:gd name="connsiteY8" fmla="*/ 2807 h 615192"/>
                    <a:gd name="connsiteX9" fmla="*/ 499831 w 981878"/>
                    <a:gd name="connsiteY9" fmla="*/ 1188 h 615192"/>
                    <a:gd name="connsiteX10" fmla="*/ 284918 w 981878"/>
                    <a:gd name="connsiteY10" fmla="*/ 93961 h 615192"/>
                    <a:gd name="connsiteX11" fmla="*/ 118214 w 981878"/>
                    <a:gd name="connsiteY11" fmla="*/ 121393 h 615192"/>
                    <a:gd name="connsiteX12" fmla="*/ 116422 w 981878"/>
                    <a:gd name="connsiteY12" fmla="*/ 122536 h 615192"/>
                    <a:gd name="connsiteX13" fmla="*/ 108214 w 981878"/>
                    <a:gd name="connsiteY13" fmla="*/ 127870 h 615192"/>
                    <a:gd name="connsiteX14" fmla="*/ 104346 w 981878"/>
                    <a:gd name="connsiteY14" fmla="*/ 130537 h 615192"/>
                    <a:gd name="connsiteX15" fmla="*/ 97836 w 981878"/>
                    <a:gd name="connsiteY15" fmla="*/ 135300 h 615192"/>
                    <a:gd name="connsiteX16" fmla="*/ 94251 w 981878"/>
                    <a:gd name="connsiteY16" fmla="*/ 138062 h 615192"/>
                    <a:gd name="connsiteX17" fmla="*/ 86232 w 981878"/>
                    <a:gd name="connsiteY17" fmla="*/ 144729 h 615192"/>
                    <a:gd name="connsiteX18" fmla="*/ 85194 w 981878"/>
                    <a:gd name="connsiteY18" fmla="*/ 145587 h 615192"/>
                    <a:gd name="connsiteX19" fmla="*/ 286 w 981878"/>
                    <a:gd name="connsiteY19" fmla="*/ 340468 h 615192"/>
                    <a:gd name="connsiteX20" fmla="*/ 234350 w 981878"/>
                    <a:gd name="connsiteY20" fmla="*/ 535254 h 615192"/>
                    <a:gd name="connsiteX21" fmla="*/ 240294 w 981878"/>
                    <a:gd name="connsiteY21" fmla="*/ 535254 h 615192"/>
                    <a:gd name="connsiteX22" fmla="*/ 272087 w 981878"/>
                    <a:gd name="connsiteY22" fmla="*/ 539160 h 615192"/>
                    <a:gd name="connsiteX23" fmla="*/ 412658 w 981878"/>
                    <a:gd name="connsiteY23" fmla="*/ 580593 h 615192"/>
                    <a:gd name="connsiteX24" fmla="*/ 790973 w 981878"/>
                    <a:gd name="connsiteY24" fmla="*/ 523634 h 615192"/>
                    <a:gd name="connsiteX25" fmla="*/ 794275 w 981878"/>
                    <a:gd name="connsiteY25" fmla="*/ 519919 h 615192"/>
                    <a:gd name="connsiteX26" fmla="*/ 796728 w 981878"/>
                    <a:gd name="connsiteY26" fmla="*/ 517157 h 615192"/>
                    <a:gd name="connsiteX27" fmla="*/ 823616 w 981878"/>
                    <a:gd name="connsiteY27" fmla="*/ 478581 h 615192"/>
                    <a:gd name="connsiteX28" fmla="*/ 826352 w 981878"/>
                    <a:gd name="connsiteY28" fmla="*/ 473342 h 615192"/>
                    <a:gd name="connsiteX29" fmla="*/ 965413 w 981878"/>
                    <a:gd name="connsiteY29" fmla="*/ 399333 h 615192"/>
                    <a:gd name="connsiteX30" fmla="*/ 979942 w 981878"/>
                    <a:gd name="connsiteY30" fmla="*/ 313989 h 615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81878" h="615192">
                      <a:moveTo>
                        <a:pt x="980036" y="313893"/>
                      </a:moveTo>
                      <a:cubicBezTo>
                        <a:pt x="965413" y="222739"/>
                        <a:pt x="891259" y="178543"/>
                        <a:pt x="803332" y="169971"/>
                      </a:cubicBezTo>
                      <a:cubicBezTo>
                        <a:pt x="801068" y="169780"/>
                        <a:pt x="798804" y="169494"/>
                        <a:pt x="796445" y="169304"/>
                      </a:cubicBezTo>
                      <a:lnTo>
                        <a:pt x="796822" y="169304"/>
                      </a:lnTo>
                      <a:cubicBezTo>
                        <a:pt x="796822" y="169304"/>
                        <a:pt x="773425" y="104724"/>
                        <a:pt x="716159" y="55290"/>
                      </a:cubicBezTo>
                      <a:cubicBezTo>
                        <a:pt x="716159" y="55290"/>
                        <a:pt x="716159" y="55290"/>
                        <a:pt x="716065" y="55194"/>
                      </a:cubicBezTo>
                      <a:cubicBezTo>
                        <a:pt x="715782" y="54909"/>
                        <a:pt x="715499" y="54718"/>
                        <a:pt x="715216" y="54432"/>
                      </a:cubicBezTo>
                      <a:cubicBezTo>
                        <a:pt x="704932" y="45479"/>
                        <a:pt x="694460" y="37954"/>
                        <a:pt x="683705" y="31668"/>
                      </a:cubicBezTo>
                      <a:cubicBezTo>
                        <a:pt x="657572" y="18237"/>
                        <a:pt x="621156" y="7569"/>
                        <a:pt x="579645" y="2807"/>
                      </a:cubicBezTo>
                      <a:cubicBezTo>
                        <a:pt x="554456" y="-146"/>
                        <a:pt x="527473" y="-908"/>
                        <a:pt x="499831" y="1188"/>
                      </a:cubicBezTo>
                      <a:cubicBezTo>
                        <a:pt x="424828" y="6712"/>
                        <a:pt x="345109" y="33096"/>
                        <a:pt x="284918" y="93961"/>
                      </a:cubicBezTo>
                      <a:cubicBezTo>
                        <a:pt x="220859" y="81198"/>
                        <a:pt x="163970" y="93771"/>
                        <a:pt x="118214" y="121393"/>
                      </a:cubicBezTo>
                      <a:cubicBezTo>
                        <a:pt x="117648" y="121774"/>
                        <a:pt x="116988" y="122155"/>
                        <a:pt x="116422" y="122536"/>
                      </a:cubicBezTo>
                      <a:cubicBezTo>
                        <a:pt x="113591" y="124251"/>
                        <a:pt x="110855" y="126060"/>
                        <a:pt x="108214" y="127870"/>
                      </a:cubicBezTo>
                      <a:cubicBezTo>
                        <a:pt x="106893" y="128727"/>
                        <a:pt x="105666" y="129680"/>
                        <a:pt x="104346" y="130537"/>
                      </a:cubicBezTo>
                      <a:cubicBezTo>
                        <a:pt x="102176" y="132061"/>
                        <a:pt x="100006" y="133680"/>
                        <a:pt x="97836" y="135300"/>
                      </a:cubicBezTo>
                      <a:cubicBezTo>
                        <a:pt x="96610" y="136157"/>
                        <a:pt x="95477" y="137109"/>
                        <a:pt x="94251" y="138062"/>
                      </a:cubicBezTo>
                      <a:cubicBezTo>
                        <a:pt x="91515" y="140253"/>
                        <a:pt x="88873" y="142443"/>
                        <a:pt x="86232" y="144729"/>
                      </a:cubicBezTo>
                      <a:cubicBezTo>
                        <a:pt x="85854" y="145015"/>
                        <a:pt x="85571" y="145301"/>
                        <a:pt x="85194" y="145587"/>
                      </a:cubicBezTo>
                      <a:cubicBezTo>
                        <a:pt x="28683" y="194831"/>
                        <a:pt x="-3394" y="269412"/>
                        <a:pt x="286" y="340468"/>
                      </a:cubicBezTo>
                      <a:cubicBezTo>
                        <a:pt x="7173" y="474390"/>
                        <a:pt x="151895" y="557829"/>
                        <a:pt x="234350" y="535254"/>
                      </a:cubicBezTo>
                      <a:cubicBezTo>
                        <a:pt x="236331" y="534683"/>
                        <a:pt x="238407" y="535254"/>
                        <a:pt x="240294" y="535254"/>
                      </a:cubicBezTo>
                      <a:cubicBezTo>
                        <a:pt x="246898" y="539255"/>
                        <a:pt x="272087" y="539160"/>
                        <a:pt x="272087" y="539160"/>
                      </a:cubicBezTo>
                      <a:cubicBezTo>
                        <a:pt x="302277" y="573545"/>
                        <a:pt x="341429" y="591547"/>
                        <a:pt x="412658" y="580593"/>
                      </a:cubicBezTo>
                      <a:cubicBezTo>
                        <a:pt x="553040" y="650031"/>
                        <a:pt x="711725" y="606692"/>
                        <a:pt x="790973" y="523634"/>
                      </a:cubicBezTo>
                      <a:cubicBezTo>
                        <a:pt x="792105" y="522396"/>
                        <a:pt x="793237" y="521157"/>
                        <a:pt x="794275" y="519919"/>
                      </a:cubicBezTo>
                      <a:cubicBezTo>
                        <a:pt x="795124" y="518967"/>
                        <a:pt x="795973" y="518109"/>
                        <a:pt x="796728" y="517157"/>
                      </a:cubicBezTo>
                      <a:cubicBezTo>
                        <a:pt x="807011" y="504965"/>
                        <a:pt x="815974" y="492011"/>
                        <a:pt x="823616" y="478581"/>
                      </a:cubicBezTo>
                      <a:cubicBezTo>
                        <a:pt x="824559" y="476866"/>
                        <a:pt x="825502" y="475056"/>
                        <a:pt x="826352" y="473342"/>
                      </a:cubicBezTo>
                      <a:cubicBezTo>
                        <a:pt x="882486" y="469151"/>
                        <a:pt x="938148" y="443910"/>
                        <a:pt x="965413" y="399333"/>
                      </a:cubicBezTo>
                      <a:cubicBezTo>
                        <a:pt x="979187" y="375996"/>
                        <a:pt x="985319" y="347421"/>
                        <a:pt x="979942" y="313989"/>
                      </a:cubicBezTo>
                      <a:close/>
                    </a:path>
                  </a:pathLst>
                </a:custGeom>
                <a:solidFill>
                  <a:srgbClr val="236BF5"/>
                </a:solidFill>
                <a:ln w="94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 sz="900"/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F490FBD8-4AC1-FF96-5842-2B8DA9FB9C9A}"/>
                    </a:ext>
                  </a:extLst>
                </p:cNvPr>
                <p:cNvSpPr/>
                <p:nvPr/>
              </p:nvSpPr>
              <p:spPr>
                <a:xfrm>
                  <a:off x="7164069" y="5244930"/>
                  <a:ext cx="635148" cy="486452"/>
                </a:xfrm>
                <a:custGeom>
                  <a:avLst/>
                  <a:gdLst>
                    <a:gd name="connsiteX0" fmla="*/ 624267 w 635148"/>
                    <a:gd name="connsiteY0" fmla="*/ 250613 h 486452"/>
                    <a:gd name="connsiteX1" fmla="*/ 244914 w 635148"/>
                    <a:gd name="connsiteY1" fmla="*/ 247374 h 486452"/>
                    <a:gd name="connsiteX2" fmla="*/ 556057 w 635148"/>
                    <a:gd name="connsiteY2" fmla="*/ 116691 h 486452"/>
                    <a:gd name="connsiteX3" fmla="*/ 556434 w 635148"/>
                    <a:gd name="connsiteY3" fmla="*/ 116691 h 486452"/>
                    <a:gd name="connsiteX4" fmla="*/ 475771 w 635148"/>
                    <a:gd name="connsiteY4" fmla="*/ 2677 h 486452"/>
                    <a:gd name="connsiteX5" fmla="*/ 475677 w 635148"/>
                    <a:gd name="connsiteY5" fmla="*/ 2582 h 486452"/>
                    <a:gd name="connsiteX6" fmla="*/ 184157 w 635148"/>
                    <a:gd name="connsiteY6" fmla="*/ 96308 h 486452"/>
                    <a:gd name="connsiteX7" fmla="*/ 197837 w 635148"/>
                    <a:gd name="connsiteY7" fmla="*/ 102213 h 486452"/>
                    <a:gd name="connsiteX8" fmla="*/ 395108 w 635148"/>
                    <a:gd name="connsiteY8" fmla="*/ 81544 h 486452"/>
                    <a:gd name="connsiteX9" fmla="*/ 0 w 635148"/>
                    <a:gd name="connsiteY9" fmla="*/ 482547 h 486452"/>
                    <a:gd name="connsiteX10" fmla="*/ 31794 w 635148"/>
                    <a:gd name="connsiteY10" fmla="*/ 486452 h 486452"/>
                    <a:gd name="connsiteX11" fmla="*/ 502942 w 635148"/>
                    <a:gd name="connsiteY11" fmla="*/ 338243 h 486452"/>
                    <a:gd name="connsiteX12" fmla="*/ 624361 w 635148"/>
                    <a:gd name="connsiteY12" fmla="*/ 250613 h 486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5148" h="486452">
                      <a:moveTo>
                        <a:pt x="624267" y="250613"/>
                      </a:moveTo>
                      <a:cubicBezTo>
                        <a:pt x="510678" y="120311"/>
                        <a:pt x="254065" y="237659"/>
                        <a:pt x="244914" y="247374"/>
                      </a:cubicBezTo>
                      <a:cubicBezTo>
                        <a:pt x="301425" y="160125"/>
                        <a:pt x="439543" y="108119"/>
                        <a:pt x="556057" y="116691"/>
                      </a:cubicBezTo>
                      <a:lnTo>
                        <a:pt x="556434" y="116691"/>
                      </a:lnTo>
                      <a:cubicBezTo>
                        <a:pt x="556434" y="116691"/>
                        <a:pt x="533037" y="52112"/>
                        <a:pt x="475771" y="2677"/>
                      </a:cubicBezTo>
                      <a:cubicBezTo>
                        <a:pt x="475771" y="2677"/>
                        <a:pt x="475771" y="2677"/>
                        <a:pt x="475677" y="2582"/>
                      </a:cubicBezTo>
                      <a:cubicBezTo>
                        <a:pt x="392466" y="-9705"/>
                        <a:pt x="295199" y="21918"/>
                        <a:pt x="184157" y="96308"/>
                      </a:cubicBezTo>
                      <a:cubicBezTo>
                        <a:pt x="184157" y="96308"/>
                        <a:pt x="197177" y="102594"/>
                        <a:pt x="197837" y="102213"/>
                      </a:cubicBezTo>
                      <a:cubicBezTo>
                        <a:pt x="313218" y="51921"/>
                        <a:pt x="395768" y="81354"/>
                        <a:pt x="395108" y="81544"/>
                      </a:cubicBezTo>
                      <a:cubicBezTo>
                        <a:pt x="92833" y="188129"/>
                        <a:pt x="18397" y="394059"/>
                        <a:pt x="0" y="482547"/>
                      </a:cubicBezTo>
                      <a:cubicBezTo>
                        <a:pt x="6604" y="486547"/>
                        <a:pt x="31794" y="486452"/>
                        <a:pt x="31794" y="486452"/>
                      </a:cubicBezTo>
                      <a:cubicBezTo>
                        <a:pt x="92739" y="407204"/>
                        <a:pt x="277462" y="264710"/>
                        <a:pt x="502942" y="338243"/>
                      </a:cubicBezTo>
                      <a:cubicBezTo>
                        <a:pt x="623323" y="377486"/>
                        <a:pt x="654645" y="285189"/>
                        <a:pt x="624361" y="250613"/>
                      </a:cubicBezTo>
                      <a:close/>
                    </a:path>
                  </a:pathLst>
                </a:custGeom>
                <a:solidFill>
                  <a:schemeClr val="tx2">
                    <a:lumMod val="20000"/>
                    <a:lumOff val="80000"/>
                    <a:alpha val="30000"/>
                  </a:schemeClr>
                </a:solidFill>
                <a:ln w="94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 sz="900"/>
                </a:p>
              </p:txBody>
            </p:sp>
          </p:grpSp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1EBD4E42-9FFD-DCC9-7697-AFB0153BD558}"/>
                  </a:ext>
                </a:extLst>
              </p:cNvPr>
              <p:cNvSpPr/>
              <p:nvPr/>
            </p:nvSpPr>
            <p:spPr>
              <a:xfrm>
                <a:off x="2150617" y="3557739"/>
                <a:ext cx="717144" cy="260523"/>
              </a:xfrm>
              <a:custGeom>
                <a:avLst/>
                <a:gdLst>
                  <a:gd name="connsiteX0" fmla="*/ 405915 w 717144"/>
                  <a:gd name="connsiteY0" fmla="*/ 197319 h 260523"/>
                  <a:gd name="connsiteX1" fmla="*/ 397846 w 717144"/>
                  <a:gd name="connsiteY1" fmla="*/ 200048 h 260523"/>
                  <a:gd name="connsiteX2" fmla="*/ 388829 w 717144"/>
                  <a:gd name="connsiteY2" fmla="*/ 201232 h 260523"/>
                  <a:gd name="connsiteX3" fmla="*/ 379455 w 717144"/>
                  <a:gd name="connsiteY3" fmla="*/ 209178 h 260523"/>
                  <a:gd name="connsiteX4" fmla="*/ 389659 w 717144"/>
                  <a:gd name="connsiteY4" fmla="*/ 217241 h 260523"/>
                  <a:gd name="connsiteX5" fmla="*/ 405915 w 717144"/>
                  <a:gd name="connsiteY5" fmla="*/ 200996 h 260523"/>
                  <a:gd name="connsiteX6" fmla="*/ 564793 w 717144"/>
                  <a:gd name="connsiteY6" fmla="*/ 175737 h 260523"/>
                  <a:gd name="connsiteX7" fmla="*/ 546045 w 717144"/>
                  <a:gd name="connsiteY7" fmla="*/ 194830 h 260523"/>
                  <a:gd name="connsiteX8" fmla="*/ 564793 w 717144"/>
                  <a:gd name="connsiteY8" fmla="*/ 213921 h 260523"/>
                  <a:gd name="connsiteX9" fmla="*/ 583184 w 717144"/>
                  <a:gd name="connsiteY9" fmla="*/ 194830 h 260523"/>
                  <a:gd name="connsiteX10" fmla="*/ 564793 w 717144"/>
                  <a:gd name="connsiteY10" fmla="*/ 175737 h 260523"/>
                  <a:gd name="connsiteX11" fmla="*/ 653545 w 717144"/>
                  <a:gd name="connsiteY11" fmla="*/ 173367 h 260523"/>
                  <a:gd name="connsiteX12" fmla="*/ 636696 w 717144"/>
                  <a:gd name="connsiteY12" fmla="*/ 186766 h 260523"/>
                  <a:gd name="connsiteX13" fmla="*/ 668733 w 717144"/>
                  <a:gd name="connsiteY13" fmla="*/ 186766 h 260523"/>
                  <a:gd name="connsiteX14" fmla="*/ 653545 w 717144"/>
                  <a:gd name="connsiteY14" fmla="*/ 173367 h 260523"/>
                  <a:gd name="connsiteX15" fmla="*/ 112246 w 717144"/>
                  <a:gd name="connsiteY15" fmla="*/ 159018 h 260523"/>
                  <a:gd name="connsiteX16" fmla="*/ 134910 w 717144"/>
                  <a:gd name="connsiteY16" fmla="*/ 159018 h 260523"/>
                  <a:gd name="connsiteX17" fmla="*/ 150098 w 717144"/>
                  <a:gd name="connsiteY17" fmla="*/ 178939 h 260523"/>
                  <a:gd name="connsiteX18" fmla="*/ 165285 w 717144"/>
                  <a:gd name="connsiteY18" fmla="*/ 159018 h 260523"/>
                  <a:gd name="connsiteX19" fmla="*/ 188066 w 717144"/>
                  <a:gd name="connsiteY19" fmla="*/ 159018 h 260523"/>
                  <a:gd name="connsiteX20" fmla="*/ 161489 w 717144"/>
                  <a:gd name="connsiteY20" fmla="*/ 193762 h 260523"/>
                  <a:gd name="connsiteX21" fmla="*/ 189254 w 717144"/>
                  <a:gd name="connsiteY21" fmla="*/ 230167 h 260523"/>
                  <a:gd name="connsiteX22" fmla="*/ 166590 w 717144"/>
                  <a:gd name="connsiteY22" fmla="*/ 230167 h 260523"/>
                  <a:gd name="connsiteX23" fmla="*/ 150098 w 717144"/>
                  <a:gd name="connsiteY23" fmla="*/ 208704 h 260523"/>
                  <a:gd name="connsiteX24" fmla="*/ 133723 w 717144"/>
                  <a:gd name="connsiteY24" fmla="*/ 230167 h 260523"/>
                  <a:gd name="connsiteX25" fmla="*/ 111060 w 717144"/>
                  <a:gd name="connsiteY25" fmla="*/ 230167 h 260523"/>
                  <a:gd name="connsiteX26" fmla="*/ 138825 w 717144"/>
                  <a:gd name="connsiteY26" fmla="*/ 193762 h 260523"/>
                  <a:gd name="connsiteX27" fmla="*/ 654020 w 717144"/>
                  <a:gd name="connsiteY27" fmla="*/ 157476 h 260523"/>
                  <a:gd name="connsiteX28" fmla="*/ 689141 w 717144"/>
                  <a:gd name="connsiteY28" fmla="*/ 195303 h 260523"/>
                  <a:gd name="connsiteX29" fmla="*/ 689141 w 717144"/>
                  <a:gd name="connsiteY29" fmla="*/ 200403 h 260523"/>
                  <a:gd name="connsiteX30" fmla="*/ 636816 w 717144"/>
                  <a:gd name="connsiteY30" fmla="*/ 200403 h 260523"/>
                  <a:gd name="connsiteX31" fmla="*/ 636816 w 717144"/>
                  <a:gd name="connsiteY31" fmla="*/ 200641 h 260523"/>
                  <a:gd name="connsiteX32" fmla="*/ 656037 w 717144"/>
                  <a:gd name="connsiteY32" fmla="*/ 214276 h 260523"/>
                  <a:gd name="connsiteX33" fmla="*/ 676208 w 717144"/>
                  <a:gd name="connsiteY33" fmla="*/ 207043 h 260523"/>
                  <a:gd name="connsiteX34" fmla="*/ 684040 w 717144"/>
                  <a:gd name="connsiteY34" fmla="*/ 222577 h 260523"/>
                  <a:gd name="connsiteX35" fmla="*/ 655682 w 717144"/>
                  <a:gd name="connsiteY35" fmla="*/ 231946 h 260523"/>
                  <a:gd name="connsiteX36" fmla="*/ 617593 w 717144"/>
                  <a:gd name="connsiteY36" fmla="*/ 194712 h 260523"/>
                  <a:gd name="connsiteX37" fmla="*/ 654020 w 717144"/>
                  <a:gd name="connsiteY37" fmla="*/ 157476 h 260523"/>
                  <a:gd name="connsiteX38" fmla="*/ 485769 w 717144"/>
                  <a:gd name="connsiteY38" fmla="*/ 157358 h 260523"/>
                  <a:gd name="connsiteX39" fmla="*/ 510805 w 717144"/>
                  <a:gd name="connsiteY39" fmla="*/ 185699 h 260523"/>
                  <a:gd name="connsiteX40" fmla="*/ 510805 w 717144"/>
                  <a:gd name="connsiteY40" fmla="*/ 230167 h 260523"/>
                  <a:gd name="connsiteX41" fmla="*/ 491583 w 717144"/>
                  <a:gd name="connsiteY41" fmla="*/ 230167 h 260523"/>
                  <a:gd name="connsiteX42" fmla="*/ 491583 w 717144"/>
                  <a:gd name="connsiteY42" fmla="*/ 190797 h 260523"/>
                  <a:gd name="connsiteX43" fmla="*/ 478294 w 717144"/>
                  <a:gd name="connsiteY43" fmla="*/ 175501 h 260523"/>
                  <a:gd name="connsiteX44" fmla="*/ 463107 w 717144"/>
                  <a:gd name="connsiteY44" fmla="*/ 196253 h 260523"/>
                  <a:gd name="connsiteX45" fmla="*/ 463107 w 717144"/>
                  <a:gd name="connsiteY45" fmla="*/ 230285 h 260523"/>
                  <a:gd name="connsiteX46" fmla="*/ 444359 w 717144"/>
                  <a:gd name="connsiteY46" fmla="*/ 230285 h 260523"/>
                  <a:gd name="connsiteX47" fmla="*/ 444241 w 717144"/>
                  <a:gd name="connsiteY47" fmla="*/ 230285 h 260523"/>
                  <a:gd name="connsiteX48" fmla="*/ 444241 w 717144"/>
                  <a:gd name="connsiteY48" fmla="*/ 159137 h 260523"/>
                  <a:gd name="connsiteX49" fmla="*/ 462512 w 717144"/>
                  <a:gd name="connsiteY49" fmla="*/ 159137 h 260523"/>
                  <a:gd name="connsiteX50" fmla="*/ 462512 w 717144"/>
                  <a:gd name="connsiteY50" fmla="*/ 169928 h 260523"/>
                  <a:gd name="connsiteX51" fmla="*/ 485769 w 717144"/>
                  <a:gd name="connsiteY51" fmla="*/ 157358 h 260523"/>
                  <a:gd name="connsiteX52" fmla="*/ 393812 w 717144"/>
                  <a:gd name="connsiteY52" fmla="*/ 157358 h 260523"/>
                  <a:gd name="connsiteX53" fmla="*/ 424544 w 717144"/>
                  <a:gd name="connsiteY53" fmla="*/ 183802 h 260523"/>
                  <a:gd name="connsiteX54" fmla="*/ 424662 w 717144"/>
                  <a:gd name="connsiteY54" fmla="*/ 183920 h 260523"/>
                  <a:gd name="connsiteX55" fmla="*/ 424662 w 717144"/>
                  <a:gd name="connsiteY55" fmla="*/ 230404 h 260523"/>
                  <a:gd name="connsiteX56" fmla="*/ 405915 w 717144"/>
                  <a:gd name="connsiteY56" fmla="*/ 230404 h 260523"/>
                  <a:gd name="connsiteX57" fmla="*/ 405915 w 717144"/>
                  <a:gd name="connsiteY57" fmla="*/ 220680 h 260523"/>
                  <a:gd name="connsiteX58" fmla="*/ 384082 w 717144"/>
                  <a:gd name="connsiteY58" fmla="*/ 231946 h 260523"/>
                  <a:gd name="connsiteX59" fmla="*/ 359877 w 717144"/>
                  <a:gd name="connsiteY59" fmla="*/ 210126 h 260523"/>
                  <a:gd name="connsiteX60" fmla="*/ 383727 w 717144"/>
                  <a:gd name="connsiteY60" fmla="*/ 188426 h 260523"/>
                  <a:gd name="connsiteX61" fmla="*/ 397135 w 717144"/>
                  <a:gd name="connsiteY61" fmla="*/ 187004 h 260523"/>
                  <a:gd name="connsiteX62" fmla="*/ 405796 w 717144"/>
                  <a:gd name="connsiteY62" fmla="*/ 180837 h 260523"/>
                  <a:gd name="connsiteX63" fmla="*/ 394169 w 717144"/>
                  <a:gd name="connsiteY63" fmla="*/ 174315 h 260523"/>
                  <a:gd name="connsiteX64" fmla="*/ 375658 w 717144"/>
                  <a:gd name="connsiteY64" fmla="*/ 183564 h 260523"/>
                  <a:gd name="connsiteX65" fmla="*/ 361657 w 717144"/>
                  <a:gd name="connsiteY65" fmla="*/ 173603 h 260523"/>
                  <a:gd name="connsiteX66" fmla="*/ 393812 w 717144"/>
                  <a:gd name="connsiteY66" fmla="*/ 157358 h 260523"/>
                  <a:gd name="connsiteX67" fmla="*/ 235647 w 717144"/>
                  <a:gd name="connsiteY67" fmla="*/ 157358 h 260523"/>
                  <a:gd name="connsiteX68" fmla="*/ 262700 w 717144"/>
                  <a:gd name="connsiteY68" fmla="*/ 167793 h 260523"/>
                  <a:gd name="connsiteX69" fmla="*/ 252021 w 717144"/>
                  <a:gd name="connsiteY69" fmla="*/ 182852 h 260523"/>
                  <a:gd name="connsiteX70" fmla="*/ 235647 w 717144"/>
                  <a:gd name="connsiteY70" fmla="*/ 175737 h 260523"/>
                  <a:gd name="connsiteX71" fmla="*/ 217017 w 717144"/>
                  <a:gd name="connsiteY71" fmla="*/ 194712 h 260523"/>
                  <a:gd name="connsiteX72" fmla="*/ 235647 w 717144"/>
                  <a:gd name="connsiteY72" fmla="*/ 213565 h 260523"/>
                  <a:gd name="connsiteX73" fmla="*/ 252495 w 717144"/>
                  <a:gd name="connsiteY73" fmla="*/ 206332 h 260523"/>
                  <a:gd name="connsiteX74" fmla="*/ 262937 w 717144"/>
                  <a:gd name="connsiteY74" fmla="*/ 221391 h 260523"/>
                  <a:gd name="connsiteX75" fmla="*/ 235410 w 717144"/>
                  <a:gd name="connsiteY75" fmla="*/ 231946 h 260523"/>
                  <a:gd name="connsiteX76" fmla="*/ 197677 w 717144"/>
                  <a:gd name="connsiteY76" fmla="*/ 194712 h 260523"/>
                  <a:gd name="connsiteX77" fmla="*/ 235647 w 717144"/>
                  <a:gd name="connsiteY77" fmla="*/ 157476 h 260523"/>
                  <a:gd name="connsiteX78" fmla="*/ 559453 w 717144"/>
                  <a:gd name="connsiteY78" fmla="*/ 157239 h 260523"/>
                  <a:gd name="connsiteX79" fmla="*/ 559572 w 717144"/>
                  <a:gd name="connsiteY79" fmla="*/ 157476 h 260523"/>
                  <a:gd name="connsiteX80" fmla="*/ 582710 w 717144"/>
                  <a:gd name="connsiteY80" fmla="*/ 169097 h 260523"/>
                  <a:gd name="connsiteX81" fmla="*/ 582710 w 717144"/>
                  <a:gd name="connsiteY81" fmla="*/ 159137 h 260523"/>
                  <a:gd name="connsiteX82" fmla="*/ 601456 w 717144"/>
                  <a:gd name="connsiteY82" fmla="*/ 159137 h 260523"/>
                  <a:gd name="connsiteX83" fmla="*/ 601456 w 717144"/>
                  <a:gd name="connsiteY83" fmla="*/ 225542 h 260523"/>
                  <a:gd name="connsiteX84" fmla="*/ 562775 w 717144"/>
                  <a:gd name="connsiteY84" fmla="*/ 260523 h 260523"/>
                  <a:gd name="connsiteX85" fmla="*/ 531332 w 717144"/>
                  <a:gd name="connsiteY85" fmla="*/ 249377 h 260523"/>
                  <a:gd name="connsiteX86" fmla="*/ 540587 w 717144"/>
                  <a:gd name="connsiteY86" fmla="*/ 233842 h 260523"/>
                  <a:gd name="connsiteX87" fmla="*/ 562182 w 717144"/>
                  <a:gd name="connsiteY87" fmla="*/ 242736 h 260523"/>
                  <a:gd name="connsiteX88" fmla="*/ 582946 w 717144"/>
                  <a:gd name="connsiteY88" fmla="*/ 224356 h 260523"/>
                  <a:gd name="connsiteX89" fmla="*/ 582946 w 717144"/>
                  <a:gd name="connsiteY89" fmla="*/ 219850 h 260523"/>
                  <a:gd name="connsiteX90" fmla="*/ 560046 w 717144"/>
                  <a:gd name="connsiteY90" fmla="*/ 230760 h 260523"/>
                  <a:gd name="connsiteX91" fmla="*/ 526587 w 717144"/>
                  <a:gd name="connsiteY91" fmla="*/ 194237 h 260523"/>
                  <a:gd name="connsiteX92" fmla="*/ 559453 w 717144"/>
                  <a:gd name="connsiteY92" fmla="*/ 157239 h 260523"/>
                  <a:gd name="connsiteX93" fmla="*/ 277176 w 717144"/>
                  <a:gd name="connsiteY93" fmla="*/ 130795 h 260523"/>
                  <a:gd name="connsiteX94" fmla="*/ 295923 w 717144"/>
                  <a:gd name="connsiteY94" fmla="*/ 130795 h 260523"/>
                  <a:gd name="connsiteX95" fmla="*/ 295923 w 717144"/>
                  <a:gd name="connsiteY95" fmla="*/ 169808 h 260523"/>
                  <a:gd name="connsiteX96" fmla="*/ 318467 w 717144"/>
                  <a:gd name="connsiteY96" fmla="*/ 157476 h 260523"/>
                  <a:gd name="connsiteX97" fmla="*/ 343622 w 717144"/>
                  <a:gd name="connsiteY97" fmla="*/ 186173 h 260523"/>
                  <a:gd name="connsiteX98" fmla="*/ 343622 w 717144"/>
                  <a:gd name="connsiteY98" fmla="*/ 230285 h 260523"/>
                  <a:gd name="connsiteX99" fmla="*/ 324400 w 717144"/>
                  <a:gd name="connsiteY99" fmla="*/ 230285 h 260523"/>
                  <a:gd name="connsiteX100" fmla="*/ 324400 w 717144"/>
                  <a:gd name="connsiteY100" fmla="*/ 190917 h 260523"/>
                  <a:gd name="connsiteX101" fmla="*/ 311467 w 717144"/>
                  <a:gd name="connsiteY101" fmla="*/ 175619 h 260523"/>
                  <a:gd name="connsiteX102" fmla="*/ 295923 w 717144"/>
                  <a:gd name="connsiteY102" fmla="*/ 196371 h 260523"/>
                  <a:gd name="connsiteX103" fmla="*/ 295923 w 717144"/>
                  <a:gd name="connsiteY103" fmla="*/ 230404 h 260523"/>
                  <a:gd name="connsiteX104" fmla="*/ 277176 w 717144"/>
                  <a:gd name="connsiteY104" fmla="*/ 230404 h 260523"/>
                  <a:gd name="connsiteX105" fmla="*/ 34409 w 717144"/>
                  <a:gd name="connsiteY105" fmla="*/ 130558 h 260523"/>
                  <a:gd name="connsiteX106" fmla="*/ 98720 w 717144"/>
                  <a:gd name="connsiteY106" fmla="*/ 130558 h 260523"/>
                  <a:gd name="connsiteX107" fmla="*/ 98720 w 717144"/>
                  <a:gd name="connsiteY107" fmla="*/ 150480 h 260523"/>
                  <a:gd name="connsiteX108" fmla="*/ 54344 w 717144"/>
                  <a:gd name="connsiteY108" fmla="*/ 150480 h 260523"/>
                  <a:gd name="connsiteX109" fmla="*/ 54344 w 717144"/>
                  <a:gd name="connsiteY109" fmla="*/ 170401 h 260523"/>
                  <a:gd name="connsiteX110" fmla="*/ 98720 w 717144"/>
                  <a:gd name="connsiteY110" fmla="*/ 170401 h 260523"/>
                  <a:gd name="connsiteX111" fmla="*/ 98720 w 717144"/>
                  <a:gd name="connsiteY111" fmla="*/ 190324 h 260523"/>
                  <a:gd name="connsiteX112" fmla="*/ 54344 w 717144"/>
                  <a:gd name="connsiteY112" fmla="*/ 190324 h 260523"/>
                  <a:gd name="connsiteX113" fmla="*/ 54344 w 717144"/>
                  <a:gd name="connsiteY113" fmla="*/ 210245 h 260523"/>
                  <a:gd name="connsiteX114" fmla="*/ 98720 w 717144"/>
                  <a:gd name="connsiteY114" fmla="*/ 210245 h 260523"/>
                  <a:gd name="connsiteX115" fmla="*/ 98720 w 717144"/>
                  <a:gd name="connsiteY115" fmla="*/ 230167 h 260523"/>
                  <a:gd name="connsiteX116" fmla="*/ 34409 w 717144"/>
                  <a:gd name="connsiteY116" fmla="*/ 230167 h 260523"/>
                  <a:gd name="connsiteX117" fmla="*/ 273497 w 717144"/>
                  <a:gd name="connsiteY117" fmla="*/ 45179 h 260523"/>
                  <a:gd name="connsiteX118" fmla="*/ 254512 w 717144"/>
                  <a:gd name="connsiteY118" fmla="*/ 64152 h 260523"/>
                  <a:gd name="connsiteX119" fmla="*/ 273497 w 717144"/>
                  <a:gd name="connsiteY119" fmla="*/ 83007 h 260523"/>
                  <a:gd name="connsiteX120" fmla="*/ 292363 w 717144"/>
                  <a:gd name="connsiteY120" fmla="*/ 64152 h 260523"/>
                  <a:gd name="connsiteX121" fmla="*/ 273497 w 717144"/>
                  <a:gd name="connsiteY121" fmla="*/ 45179 h 260523"/>
                  <a:gd name="connsiteX122" fmla="*/ 129808 w 717144"/>
                  <a:gd name="connsiteY122" fmla="*/ 42689 h 260523"/>
                  <a:gd name="connsiteX123" fmla="*/ 112959 w 717144"/>
                  <a:gd name="connsiteY123" fmla="*/ 56089 h 260523"/>
                  <a:gd name="connsiteX124" fmla="*/ 144995 w 717144"/>
                  <a:gd name="connsiteY124" fmla="*/ 56089 h 260523"/>
                  <a:gd name="connsiteX125" fmla="*/ 129808 w 717144"/>
                  <a:gd name="connsiteY125" fmla="*/ 42689 h 260523"/>
                  <a:gd name="connsiteX126" fmla="*/ 562775 w 717144"/>
                  <a:gd name="connsiteY126" fmla="*/ 28579 h 260523"/>
                  <a:gd name="connsiteX127" fmla="*/ 581641 w 717144"/>
                  <a:gd name="connsiteY127" fmla="*/ 28579 h 260523"/>
                  <a:gd name="connsiteX128" fmla="*/ 581879 w 717144"/>
                  <a:gd name="connsiteY128" fmla="*/ 28579 h 260523"/>
                  <a:gd name="connsiteX129" fmla="*/ 581879 w 717144"/>
                  <a:gd name="connsiteY129" fmla="*/ 99727 h 260523"/>
                  <a:gd name="connsiteX130" fmla="*/ 563606 w 717144"/>
                  <a:gd name="connsiteY130" fmla="*/ 99727 h 260523"/>
                  <a:gd name="connsiteX131" fmla="*/ 563606 w 717144"/>
                  <a:gd name="connsiteY131" fmla="*/ 88936 h 260523"/>
                  <a:gd name="connsiteX132" fmla="*/ 540942 w 717144"/>
                  <a:gd name="connsiteY132" fmla="*/ 101506 h 260523"/>
                  <a:gd name="connsiteX133" fmla="*/ 516263 w 717144"/>
                  <a:gd name="connsiteY133" fmla="*/ 72928 h 260523"/>
                  <a:gd name="connsiteX134" fmla="*/ 516263 w 717144"/>
                  <a:gd name="connsiteY134" fmla="*/ 28697 h 260523"/>
                  <a:gd name="connsiteX135" fmla="*/ 535484 w 717144"/>
                  <a:gd name="connsiteY135" fmla="*/ 28697 h 260523"/>
                  <a:gd name="connsiteX136" fmla="*/ 535484 w 717144"/>
                  <a:gd name="connsiteY136" fmla="*/ 68185 h 260523"/>
                  <a:gd name="connsiteX137" fmla="*/ 547469 w 717144"/>
                  <a:gd name="connsiteY137" fmla="*/ 83363 h 260523"/>
                  <a:gd name="connsiteX138" fmla="*/ 562775 w 717144"/>
                  <a:gd name="connsiteY138" fmla="*/ 62611 h 260523"/>
                  <a:gd name="connsiteX139" fmla="*/ 630645 w 717144"/>
                  <a:gd name="connsiteY139" fmla="*/ 26799 h 260523"/>
                  <a:gd name="connsiteX140" fmla="*/ 630645 w 717144"/>
                  <a:gd name="connsiteY140" fmla="*/ 26918 h 260523"/>
                  <a:gd name="connsiteX141" fmla="*/ 659003 w 717144"/>
                  <a:gd name="connsiteY141" fmla="*/ 37471 h 260523"/>
                  <a:gd name="connsiteX142" fmla="*/ 648443 w 717144"/>
                  <a:gd name="connsiteY142" fmla="*/ 51108 h 260523"/>
                  <a:gd name="connsiteX143" fmla="*/ 629103 w 717144"/>
                  <a:gd name="connsiteY143" fmla="*/ 43875 h 260523"/>
                  <a:gd name="connsiteX144" fmla="*/ 620085 w 717144"/>
                  <a:gd name="connsiteY144" fmla="*/ 48856 h 260523"/>
                  <a:gd name="connsiteX145" fmla="*/ 636578 w 717144"/>
                  <a:gd name="connsiteY145" fmla="*/ 55971 h 260523"/>
                  <a:gd name="connsiteX146" fmla="*/ 659359 w 717144"/>
                  <a:gd name="connsiteY146" fmla="*/ 78264 h 260523"/>
                  <a:gd name="connsiteX147" fmla="*/ 628628 w 717144"/>
                  <a:gd name="connsiteY147" fmla="*/ 101506 h 260523"/>
                  <a:gd name="connsiteX148" fmla="*/ 597067 w 717144"/>
                  <a:gd name="connsiteY148" fmla="*/ 89647 h 260523"/>
                  <a:gd name="connsiteX149" fmla="*/ 607983 w 717144"/>
                  <a:gd name="connsiteY149" fmla="*/ 75418 h 260523"/>
                  <a:gd name="connsiteX150" fmla="*/ 630645 w 717144"/>
                  <a:gd name="connsiteY150" fmla="*/ 84668 h 260523"/>
                  <a:gd name="connsiteX151" fmla="*/ 640019 w 717144"/>
                  <a:gd name="connsiteY151" fmla="*/ 79212 h 260523"/>
                  <a:gd name="connsiteX152" fmla="*/ 624238 w 717144"/>
                  <a:gd name="connsiteY152" fmla="*/ 71979 h 260523"/>
                  <a:gd name="connsiteX153" fmla="*/ 600626 w 717144"/>
                  <a:gd name="connsiteY153" fmla="*/ 49449 h 260523"/>
                  <a:gd name="connsiteX154" fmla="*/ 630645 w 717144"/>
                  <a:gd name="connsiteY154" fmla="*/ 26799 h 260523"/>
                  <a:gd name="connsiteX155" fmla="*/ 496092 w 717144"/>
                  <a:gd name="connsiteY155" fmla="*/ 26799 h 260523"/>
                  <a:gd name="connsiteX156" fmla="*/ 503092 w 717144"/>
                  <a:gd name="connsiteY156" fmla="*/ 27749 h 260523"/>
                  <a:gd name="connsiteX157" fmla="*/ 503092 w 717144"/>
                  <a:gd name="connsiteY157" fmla="*/ 47907 h 260523"/>
                  <a:gd name="connsiteX158" fmla="*/ 494549 w 717144"/>
                  <a:gd name="connsiteY158" fmla="*/ 46722 h 260523"/>
                  <a:gd name="connsiteX159" fmla="*/ 476633 w 717144"/>
                  <a:gd name="connsiteY159" fmla="*/ 67354 h 260523"/>
                  <a:gd name="connsiteX160" fmla="*/ 476633 w 717144"/>
                  <a:gd name="connsiteY160" fmla="*/ 99491 h 260523"/>
                  <a:gd name="connsiteX161" fmla="*/ 457885 w 717144"/>
                  <a:gd name="connsiteY161" fmla="*/ 99491 h 260523"/>
                  <a:gd name="connsiteX162" fmla="*/ 457885 w 717144"/>
                  <a:gd name="connsiteY162" fmla="*/ 28341 h 260523"/>
                  <a:gd name="connsiteX163" fmla="*/ 475920 w 717144"/>
                  <a:gd name="connsiteY163" fmla="*/ 28341 h 260523"/>
                  <a:gd name="connsiteX164" fmla="*/ 475920 w 717144"/>
                  <a:gd name="connsiteY164" fmla="*/ 39962 h 260523"/>
                  <a:gd name="connsiteX165" fmla="*/ 475920 w 717144"/>
                  <a:gd name="connsiteY165" fmla="*/ 40200 h 260523"/>
                  <a:gd name="connsiteX166" fmla="*/ 496092 w 717144"/>
                  <a:gd name="connsiteY166" fmla="*/ 26799 h 260523"/>
                  <a:gd name="connsiteX167" fmla="*/ 273497 w 717144"/>
                  <a:gd name="connsiteY167" fmla="*/ 26799 h 260523"/>
                  <a:gd name="connsiteX168" fmla="*/ 311823 w 717144"/>
                  <a:gd name="connsiteY168" fmla="*/ 64034 h 260523"/>
                  <a:gd name="connsiteX169" fmla="*/ 273497 w 717144"/>
                  <a:gd name="connsiteY169" fmla="*/ 101268 h 260523"/>
                  <a:gd name="connsiteX170" fmla="*/ 235172 w 717144"/>
                  <a:gd name="connsiteY170" fmla="*/ 64034 h 260523"/>
                  <a:gd name="connsiteX171" fmla="*/ 273497 w 717144"/>
                  <a:gd name="connsiteY171" fmla="*/ 26799 h 260523"/>
                  <a:gd name="connsiteX172" fmla="*/ 219391 w 717144"/>
                  <a:gd name="connsiteY172" fmla="*/ 26799 h 260523"/>
                  <a:gd name="connsiteX173" fmla="*/ 226391 w 717144"/>
                  <a:gd name="connsiteY173" fmla="*/ 27749 h 260523"/>
                  <a:gd name="connsiteX174" fmla="*/ 226391 w 717144"/>
                  <a:gd name="connsiteY174" fmla="*/ 47907 h 260523"/>
                  <a:gd name="connsiteX175" fmla="*/ 217848 w 717144"/>
                  <a:gd name="connsiteY175" fmla="*/ 46722 h 260523"/>
                  <a:gd name="connsiteX176" fmla="*/ 199932 w 717144"/>
                  <a:gd name="connsiteY176" fmla="*/ 67354 h 260523"/>
                  <a:gd name="connsiteX177" fmla="*/ 199932 w 717144"/>
                  <a:gd name="connsiteY177" fmla="*/ 99491 h 260523"/>
                  <a:gd name="connsiteX178" fmla="*/ 181184 w 717144"/>
                  <a:gd name="connsiteY178" fmla="*/ 99491 h 260523"/>
                  <a:gd name="connsiteX179" fmla="*/ 181184 w 717144"/>
                  <a:gd name="connsiteY179" fmla="*/ 28341 h 260523"/>
                  <a:gd name="connsiteX180" fmla="*/ 199220 w 717144"/>
                  <a:gd name="connsiteY180" fmla="*/ 28341 h 260523"/>
                  <a:gd name="connsiteX181" fmla="*/ 199220 w 717144"/>
                  <a:gd name="connsiteY181" fmla="*/ 39962 h 260523"/>
                  <a:gd name="connsiteX182" fmla="*/ 199220 w 717144"/>
                  <a:gd name="connsiteY182" fmla="*/ 40200 h 260523"/>
                  <a:gd name="connsiteX183" fmla="*/ 219391 w 717144"/>
                  <a:gd name="connsiteY183" fmla="*/ 26799 h 260523"/>
                  <a:gd name="connsiteX184" fmla="*/ 130282 w 717144"/>
                  <a:gd name="connsiteY184" fmla="*/ 26799 h 260523"/>
                  <a:gd name="connsiteX185" fmla="*/ 165403 w 717144"/>
                  <a:gd name="connsiteY185" fmla="*/ 64627 h 260523"/>
                  <a:gd name="connsiteX186" fmla="*/ 165403 w 717144"/>
                  <a:gd name="connsiteY186" fmla="*/ 69726 h 260523"/>
                  <a:gd name="connsiteX187" fmla="*/ 113077 w 717144"/>
                  <a:gd name="connsiteY187" fmla="*/ 69726 h 260523"/>
                  <a:gd name="connsiteX188" fmla="*/ 113077 w 717144"/>
                  <a:gd name="connsiteY188" fmla="*/ 69963 h 260523"/>
                  <a:gd name="connsiteX189" fmla="*/ 132299 w 717144"/>
                  <a:gd name="connsiteY189" fmla="*/ 83600 h 260523"/>
                  <a:gd name="connsiteX190" fmla="*/ 152470 w 717144"/>
                  <a:gd name="connsiteY190" fmla="*/ 76367 h 260523"/>
                  <a:gd name="connsiteX191" fmla="*/ 160301 w 717144"/>
                  <a:gd name="connsiteY191" fmla="*/ 91901 h 260523"/>
                  <a:gd name="connsiteX192" fmla="*/ 131943 w 717144"/>
                  <a:gd name="connsiteY192" fmla="*/ 101268 h 260523"/>
                  <a:gd name="connsiteX193" fmla="*/ 93855 w 717144"/>
                  <a:gd name="connsiteY193" fmla="*/ 64034 h 260523"/>
                  <a:gd name="connsiteX194" fmla="*/ 130282 w 717144"/>
                  <a:gd name="connsiteY194" fmla="*/ 26799 h 260523"/>
                  <a:gd name="connsiteX195" fmla="*/ 680362 w 717144"/>
                  <a:gd name="connsiteY195" fmla="*/ 9487 h 260523"/>
                  <a:gd name="connsiteX196" fmla="*/ 699108 w 717144"/>
                  <a:gd name="connsiteY196" fmla="*/ 9487 h 260523"/>
                  <a:gd name="connsiteX197" fmla="*/ 699108 w 717144"/>
                  <a:gd name="connsiteY197" fmla="*/ 28579 h 260523"/>
                  <a:gd name="connsiteX198" fmla="*/ 717144 w 717144"/>
                  <a:gd name="connsiteY198" fmla="*/ 28579 h 260523"/>
                  <a:gd name="connsiteX199" fmla="*/ 717144 w 717144"/>
                  <a:gd name="connsiteY199" fmla="*/ 44350 h 260523"/>
                  <a:gd name="connsiteX200" fmla="*/ 699108 w 717144"/>
                  <a:gd name="connsiteY200" fmla="*/ 44350 h 260523"/>
                  <a:gd name="connsiteX201" fmla="*/ 699108 w 717144"/>
                  <a:gd name="connsiteY201" fmla="*/ 75180 h 260523"/>
                  <a:gd name="connsiteX202" fmla="*/ 706228 w 717144"/>
                  <a:gd name="connsiteY202" fmla="*/ 81584 h 260523"/>
                  <a:gd name="connsiteX203" fmla="*/ 716670 w 717144"/>
                  <a:gd name="connsiteY203" fmla="*/ 80398 h 260523"/>
                  <a:gd name="connsiteX204" fmla="*/ 716670 w 717144"/>
                  <a:gd name="connsiteY204" fmla="*/ 98186 h 260523"/>
                  <a:gd name="connsiteX205" fmla="*/ 716670 w 717144"/>
                  <a:gd name="connsiteY205" fmla="*/ 98305 h 260523"/>
                  <a:gd name="connsiteX206" fmla="*/ 701245 w 717144"/>
                  <a:gd name="connsiteY206" fmla="*/ 100439 h 260523"/>
                  <a:gd name="connsiteX207" fmla="*/ 680362 w 717144"/>
                  <a:gd name="connsiteY207" fmla="*/ 77908 h 260523"/>
                  <a:gd name="connsiteX208" fmla="*/ 680362 w 717144"/>
                  <a:gd name="connsiteY208" fmla="*/ 44350 h 260523"/>
                  <a:gd name="connsiteX209" fmla="*/ 667427 w 717144"/>
                  <a:gd name="connsiteY209" fmla="*/ 44350 h 260523"/>
                  <a:gd name="connsiteX210" fmla="*/ 667427 w 717144"/>
                  <a:gd name="connsiteY210" fmla="*/ 28579 h 260523"/>
                  <a:gd name="connsiteX211" fmla="*/ 680362 w 717144"/>
                  <a:gd name="connsiteY211" fmla="*/ 28579 h 260523"/>
                  <a:gd name="connsiteX212" fmla="*/ 353351 w 717144"/>
                  <a:gd name="connsiteY212" fmla="*/ 0 h 260523"/>
                  <a:gd name="connsiteX213" fmla="*/ 445308 w 717144"/>
                  <a:gd name="connsiteY213" fmla="*/ 0 h 260523"/>
                  <a:gd name="connsiteX214" fmla="*/ 445308 w 717144"/>
                  <a:gd name="connsiteY214" fmla="*/ 19922 h 260523"/>
                  <a:gd name="connsiteX215" fmla="*/ 409237 w 717144"/>
                  <a:gd name="connsiteY215" fmla="*/ 19922 h 260523"/>
                  <a:gd name="connsiteX216" fmla="*/ 409237 w 717144"/>
                  <a:gd name="connsiteY216" fmla="*/ 99609 h 260523"/>
                  <a:gd name="connsiteX217" fmla="*/ 389304 w 717144"/>
                  <a:gd name="connsiteY217" fmla="*/ 99609 h 260523"/>
                  <a:gd name="connsiteX218" fmla="*/ 389304 w 717144"/>
                  <a:gd name="connsiteY218" fmla="*/ 19922 h 260523"/>
                  <a:gd name="connsiteX219" fmla="*/ 353351 w 717144"/>
                  <a:gd name="connsiteY219" fmla="*/ 19922 h 260523"/>
                  <a:gd name="connsiteX220" fmla="*/ 0 w 717144"/>
                  <a:gd name="connsiteY220" fmla="*/ 0 h 260523"/>
                  <a:gd name="connsiteX221" fmla="*/ 81278 w 717144"/>
                  <a:gd name="connsiteY221" fmla="*/ 0 h 260523"/>
                  <a:gd name="connsiteX222" fmla="*/ 81278 w 717144"/>
                  <a:gd name="connsiteY222" fmla="*/ 14348 h 260523"/>
                  <a:gd name="connsiteX223" fmla="*/ 29782 w 717144"/>
                  <a:gd name="connsiteY223" fmla="*/ 79568 h 260523"/>
                  <a:gd name="connsiteX224" fmla="*/ 81278 w 717144"/>
                  <a:gd name="connsiteY224" fmla="*/ 79568 h 260523"/>
                  <a:gd name="connsiteX225" fmla="*/ 81278 w 717144"/>
                  <a:gd name="connsiteY225" fmla="*/ 99491 h 260523"/>
                  <a:gd name="connsiteX226" fmla="*/ 0 w 717144"/>
                  <a:gd name="connsiteY226" fmla="*/ 99491 h 260523"/>
                  <a:gd name="connsiteX227" fmla="*/ 0 w 717144"/>
                  <a:gd name="connsiteY227" fmla="*/ 85261 h 260523"/>
                  <a:gd name="connsiteX228" fmla="*/ 51496 w 717144"/>
                  <a:gd name="connsiteY228" fmla="*/ 19922 h 260523"/>
                  <a:gd name="connsiteX229" fmla="*/ 0 w 717144"/>
                  <a:gd name="connsiteY229" fmla="*/ 19922 h 260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</a:cxnLst>
                <a:rect l="l" t="t" r="r" b="b"/>
                <a:pathLst>
                  <a:path w="717144" h="260523">
                    <a:moveTo>
                      <a:pt x="405915" y="197319"/>
                    </a:moveTo>
                    <a:cubicBezTo>
                      <a:pt x="403661" y="198743"/>
                      <a:pt x="400931" y="199573"/>
                      <a:pt x="397846" y="200048"/>
                    </a:cubicBezTo>
                    <a:lnTo>
                      <a:pt x="388829" y="201232"/>
                    </a:lnTo>
                    <a:cubicBezTo>
                      <a:pt x="382658" y="201945"/>
                      <a:pt x="379455" y="204909"/>
                      <a:pt x="379455" y="209178"/>
                    </a:cubicBezTo>
                    <a:cubicBezTo>
                      <a:pt x="379455" y="214158"/>
                      <a:pt x="383253" y="217241"/>
                      <a:pt x="389659" y="217241"/>
                    </a:cubicBezTo>
                    <a:cubicBezTo>
                      <a:pt x="399152" y="217241"/>
                      <a:pt x="405915" y="210363"/>
                      <a:pt x="405915" y="200996"/>
                    </a:cubicBezTo>
                    <a:close/>
                    <a:moveTo>
                      <a:pt x="564793" y="175737"/>
                    </a:moveTo>
                    <a:cubicBezTo>
                      <a:pt x="553639" y="175737"/>
                      <a:pt x="546045" y="183564"/>
                      <a:pt x="546045" y="194830"/>
                    </a:cubicBezTo>
                    <a:cubicBezTo>
                      <a:pt x="546045" y="206095"/>
                      <a:pt x="553757" y="213921"/>
                      <a:pt x="564793" y="213921"/>
                    </a:cubicBezTo>
                    <a:cubicBezTo>
                      <a:pt x="575828" y="213921"/>
                      <a:pt x="583184" y="206213"/>
                      <a:pt x="583184" y="194830"/>
                    </a:cubicBezTo>
                    <a:cubicBezTo>
                      <a:pt x="583184" y="183445"/>
                      <a:pt x="575828" y="175737"/>
                      <a:pt x="564793" y="175737"/>
                    </a:cubicBezTo>
                    <a:close/>
                    <a:moveTo>
                      <a:pt x="653545" y="173367"/>
                    </a:moveTo>
                    <a:cubicBezTo>
                      <a:pt x="644527" y="173367"/>
                      <a:pt x="638595" y="178110"/>
                      <a:pt x="636696" y="186766"/>
                    </a:cubicBezTo>
                    <a:lnTo>
                      <a:pt x="668733" y="186766"/>
                    </a:lnTo>
                    <a:cubicBezTo>
                      <a:pt x="667902" y="179058"/>
                      <a:pt x="662564" y="173367"/>
                      <a:pt x="653545" y="173367"/>
                    </a:cubicBezTo>
                    <a:close/>
                    <a:moveTo>
                      <a:pt x="112246" y="159018"/>
                    </a:moveTo>
                    <a:lnTo>
                      <a:pt x="134910" y="159018"/>
                    </a:lnTo>
                    <a:lnTo>
                      <a:pt x="150098" y="178939"/>
                    </a:lnTo>
                    <a:lnTo>
                      <a:pt x="165285" y="159018"/>
                    </a:lnTo>
                    <a:lnTo>
                      <a:pt x="188066" y="159018"/>
                    </a:lnTo>
                    <a:lnTo>
                      <a:pt x="161489" y="193762"/>
                    </a:lnTo>
                    <a:lnTo>
                      <a:pt x="189254" y="230167"/>
                    </a:lnTo>
                    <a:lnTo>
                      <a:pt x="166590" y="230167"/>
                    </a:lnTo>
                    <a:lnTo>
                      <a:pt x="150098" y="208704"/>
                    </a:lnTo>
                    <a:lnTo>
                      <a:pt x="133723" y="230167"/>
                    </a:lnTo>
                    <a:lnTo>
                      <a:pt x="111060" y="230167"/>
                    </a:lnTo>
                    <a:lnTo>
                      <a:pt x="138825" y="193762"/>
                    </a:lnTo>
                    <a:close/>
                    <a:moveTo>
                      <a:pt x="654020" y="157476"/>
                    </a:moveTo>
                    <a:cubicBezTo>
                      <a:pt x="675734" y="157476"/>
                      <a:pt x="689141" y="172417"/>
                      <a:pt x="689141" y="195303"/>
                    </a:cubicBezTo>
                    <a:lnTo>
                      <a:pt x="689141" y="200403"/>
                    </a:lnTo>
                    <a:lnTo>
                      <a:pt x="636816" y="200403"/>
                    </a:lnTo>
                    <a:lnTo>
                      <a:pt x="636816" y="200641"/>
                    </a:lnTo>
                    <a:cubicBezTo>
                      <a:pt x="639188" y="210126"/>
                      <a:pt x="647732" y="214276"/>
                      <a:pt x="656037" y="214276"/>
                    </a:cubicBezTo>
                    <a:cubicBezTo>
                      <a:pt x="664343" y="214276"/>
                      <a:pt x="671225" y="211312"/>
                      <a:pt x="676208" y="207043"/>
                    </a:cubicBezTo>
                    <a:lnTo>
                      <a:pt x="684040" y="222577"/>
                    </a:lnTo>
                    <a:cubicBezTo>
                      <a:pt x="678225" y="227440"/>
                      <a:pt x="669326" y="231946"/>
                      <a:pt x="655682" y="231946"/>
                    </a:cubicBezTo>
                    <a:cubicBezTo>
                      <a:pt x="631594" y="231946"/>
                      <a:pt x="617593" y="215819"/>
                      <a:pt x="617593" y="194712"/>
                    </a:cubicBezTo>
                    <a:cubicBezTo>
                      <a:pt x="617593" y="173603"/>
                      <a:pt x="631713" y="157476"/>
                      <a:pt x="654020" y="157476"/>
                    </a:cubicBezTo>
                    <a:close/>
                    <a:moveTo>
                      <a:pt x="485769" y="157358"/>
                    </a:moveTo>
                    <a:cubicBezTo>
                      <a:pt x="501668" y="157358"/>
                      <a:pt x="510805" y="167556"/>
                      <a:pt x="510805" y="185699"/>
                    </a:cubicBezTo>
                    <a:lnTo>
                      <a:pt x="510805" y="230167"/>
                    </a:lnTo>
                    <a:lnTo>
                      <a:pt x="491583" y="230167"/>
                    </a:lnTo>
                    <a:lnTo>
                      <a:pt x="491583" y="190797"/>
                    </a:lnTo>
                    <a:cubicBezTo>
                      <a:pt x="491583" y="180718"/>
                      <a:pt x="487074" y="175501"/>
                      <a:pt x="478294" y="175501"/>
                    </a:cubicBezTo>
                    <a:cubicBezTo>
                      <a:pt x="468327" y="175501"/>
                      <a:pt x="463107" y="182734"/>
                      <a:pt x="463107" y="196253"/>
                    </a:cubicBezTo>
                    <a:lnTo>
                      <a:pt x="463107" y="230285"/>
                    </a:lnTo>
                    <a:lnTo>
                      <a:pt x="444359" y="230285"/>
                    </a:lnTo>
                    <a:lnTo>
                      <a:pt x="444241" y="230285"/>
                    </a:lnTo>
                    <a:lnTo>
                      <a:pt x="444241" y="159137"/>
                    </a:lnTo>
                    <a:lnTo>
                      <a:pt x="462512" y="159137"/>
                    </a:lnTo>
                    <a:lnTo>
                      <a:pt x="462512" y="169928"/>
                    </a:lnTo>
                    <a:cubicBezTo>
                      <a:pt x="467970" y="161627"/>
                      <a:pt x="476158" y="157358"/>
                      <a:pt x="485769" y="157358"/>
                    </a:cubicBezTo>
                    <a:close/>
                    <a:moveTo>
                      <a:pt x="393812" y="157358"/>
                    </a:moveTo>
                    <a:cubicBezTo>
                      <a:pt x="412085" y="157358"/>
                      <a:pt x="424544" y="165422"/>
                      <a:pt x="424544" y="183802"/>
                    </a:cubicBezTo>
                    <a:lnTo>
                      <a:pt x="424662" y="183920"/>
                    </a:lnTo>
                    <a:lnTo>
                      <a:pt x="424662" y="230404"/>
                    </a:lnTo>
                    <a:lnTo>
                      <a:pt x="405915" y="230404"/>
                    </a:lnTo>
                    <a:lnTo>
                      <a:pt x="405915" y="220680"/>
                    </a:lnTo>
                    <a:cubicBezTo>
                      <a:pt x="401406" y="227677"/>
                      <a:pt x="393931" y="231946"/>
                      <a:pt x="384082" y="231946"/>
                    </a:cubicBezTo>
                    <a:cubicBezTo>
                      <a:pt x="369845" y="231946"/>
                      <a:pt x="359877" y="222815"/>
                      <a:pt x="359877" y="210126"/>
                    </a:cubicBezTo>
                    <a:cubicBezTo>
                      <a:pt x="359877" y="197439"/>
                      <a:pt x="368776" y="190086"/>
                      <a:pt x="383727" y="188426"/>
                    </a:cubicBezTo>
                    <a:lnTo>
                      <a:pt x="397135" y="187004"/>
                    </a:lnTo>
                    <a:cubicBezTo>
                      <a:pt x="403779" y="186292"/>
                      <a:pt x="405796" y="184275"/>
                      <a:pt x="405796" y="180837"/>
                    </a:cubicBezTo>
                    <a:cubicBezTo>
                      <a:pt x="405796" y="176805"/>
                      <a:pt x="401524" y="174315"/>
                      <a:pt x="394169" y="174315"/>
                    </a:cubicBezTo>
                    <a:cubicBezTo>
                      <a:pt x="384320" y="174315"/>
                      <a:pt x="377913" y="177754"/>
                      <a:pt x="375658" y="183564"/>
                    </a:cubicBezTo>
                    <a:lnTo>
                      <a:pt x="361657" y="173603"/>
                    </a:lnTo>
                    <a:cubicBezTo>
                      <a:pt x="366047" y="163168"/>
                      <a:pt x="377320" y="157358"/>
                      <a:pt x="393812" y="157358"/>
                    </a:cubicBezTo>
                    <a:close/>
                    <a:moveTo>
                      <a:pt x="235647" y="157358"/>
                    </a:moveTo>
                    <a:cubicBezTo>
                      <a:pt x="246444" y="157358"/>
                      <a:pt x="255818" y="160916"/>
                      <a:pt x="262700" y="167793"/>
                    </a:cubicBezTo>
                    <a:lnTo>
                      <a:pt x="252021" y="182852"/>
                    </a:lnTo>
                    <a:cubicBezTo>
                      <a:pt x="247274" y="178110"/>
                      <a:pt x="241936" y="175737"/>
                      <a:pt x="235647" y="175737"/>
                    </a:cubicBezTo>
                    <a:cubicBezTo>
                      <a:pt x="224730" y="175737"/>
                      <a:pt x="217017" y="183564"/>
                      <a:pt x="217017" y="194712"/>
                    </a:cubicBezTo>
                    <a:cubicBezTo>
                      <a:pt x="217017" y="205858"/>
                      <a:pt x="224730" y="213565"/>
                      <a:pt x="235647" y="213565"/>
                    </a:cubicBezTo>
                    <a:cubicBezTo>
                      <a:pt x="241936" y="213565"/>
                      <a:pt x="247630" y="210956"/>
                      <a:pt x="252495" y="206332"/>
                    </a:cubicBezTo>
                    <a:lnTo>
                      <a:pt x="262937" y="221391"/>
                    </a:lnTo>
                    <a:cubicBezTo>
                      <a:pt x="256055" y="228270"/>
                      <a:pt x="246444" y="231946"/>
                      <a:pt x="235410" y="231946"/>
                    </a:cubicBezTo>
                    <a:cubicBezTo>
                      <a:pt x="213103" y="231946"/>
                      <a:pt x="197677" y="216767"/>
                      <a:pt x="197677" y="194712"/>
                    </a:cubicBezTo>
                    <a:cubicBezTo>
                      <a:pt x="197677" y="172655"/>
                      <a:pt x="213340" y="157476"/>
                      <a:pt x="235647" y="157476"/>
                    </a:cubicBezTo>
                    <a:close/>
                    <a:moveTo>
                      <a:pt x="559453" y="157239"/>
                    </a:moveTo>
                    <a:lnTo>
                      <a:pt x="559572" y="157476"/>
                    </a:lnTo>
                    <a:cubicBezTo>
                      <a:pt x="569420" y="157476"/>
                      <a:pt x="578201" y="161864"/>
                      <a:pt x="582710" y="169097"/>
                    </a:cubicBezTo>
                    <a:lnTo>
                      <a:pt x="582710" y="159137"/>
                    </a:lnTo>
                    <a:lnTo>
                      <a:pt x="601456" y="159137"/>
                    </a:lnTo>
                    <a:lnTo>
                      <a:pt x="601456" y="225542"/>
                    </a:lnTo>
                    <a:cubicBezTo>
                      <a:pt x="601456" y="248310"/>
                      <a:pt x="587930" y="260523"/>
                      <a:pt x="562775" y="260523"/>
                    </a:cubicBezTo>
                    <a:cubicBezTo>
                      <a:pt x="549487" y="260523"/>
                      <a:pt x="539400" y="256966"/>
                      <a:pt x="531332" y="249377"/>
                    </a:cubicBezTo>
                    <a:lnTo>
                      <a:pt x="540587" y="233842"/>
                    </a:lnTo>
                    <a:cubicBezTo>
                      <a:pt x="546757" y="239773"/>
                      <a:pt x="553639" y="242736"/>
                      <a:pt x="562182" y="242736"/>
                    </a:cubicBezTo>
                    <a:cubicBezTo>
                      <a:pt x="575946" y="242736"/>
                      <a:pt x="582946" y="236571"/>
                      <a:pt x="582946" y="224356"/>
                    </a:cubicBezTo>
                    <a:lnTo>
                      <a:pt x="582946" y="219850"/>
                    </a:lnTo>
                    <a:cubicBezTo>
                      <a:pt x="578081" y="226847"/>
                      <a:pt x="569895" y="230760"/>
                      <a:pt x="560046" y="230760"/>
                    </a:cubicBezTo>
                    <a:cubicBezTo>
                      <a:pt x="539875" y="230760"/>
                      <a:pt x="526587" y="216293"/>
                      <a:pt x="526587" y="194237"/>
                    </a:cubicBezTo>
                    <a:cubicBezTo>
                      <a:pt x="526587" y="172181"/>
                      <a:pt x="540113" y="157239"/>
                      <a:pt x="559453" y="157239"/>
                    </a:cubicBezTo>
                    <a:close/>
                    <a:moveTo>
                      <a:pt x="277176" y="130795"/>
                    </a:moveTo>
                    <a:lnTo>
                      <a:pt x="295923" y="130795"/>
                    </a:lnTo>
                    <a:lnTo>
                      <a:pt x="295923" y="169808"/>
                    </a:lnTo>
                    <a:cubicBezTo>
                      <a:pt x="301143" y="161389"/>
                      <a:pt x="308857" y="157476"/>
                      <a:pt x="318467" y="157476"/>
                    </a:cubicBezTo>
                    <a:cubicBezTo>
                      <a:pt x="334723" y="157476"/>
                      <a:pt x="343622" y="167674"/>
                      <a:pt x="343622" y="186173"/>
                    </a:cubicBezTo>
                    <a:lnTo>
                      <a:pt x="343622" y="230285"/>
                    </a:lnTo>
                    <a:lnTo>
                      <a:pt x="324400" y="230285"/>
                    </a:lnTo>
                    <a:lnTo>
                      <a:pt x="324400" y="190917"/>
                    </a:lnTo>
                    <a:cubicBezTo>
                      <a:pt x="324400" y="180837"/>
                      <a:pt x="319891" y="175619"/>
                      <a:pt x="311467" y="175619"/>
                    </a:cubicBezTo>
                    <a:cubicBezTo>
                      <a:pt x="301262" y="175619"/>
                      <a:pt x="295923" y="182734"/>
                      <a:pt x="295923" y="196371"/>
                    </a:cubicBezTo>
                    <a:lnTo>
                      <a:pt x="295923" y="230404"/>
                    </a:lnTo>
                    <a:lnTo>
                      <a:pt x="277176" y="230404"/>
                    </a:lnTo>
                    <a:close/>
                    <a:moveTo>
                      <a:pt x="34409" y="130558"/>
                    </a:moveTo>
                    <a:lnTo>
                      <a:pt x="98720" y="130558"/>
                    </a:lnTo>
                    <a:lnTo>
                      <a:pt x="98720" y="150480"/>
                    </a:lnTo>
                    <a:lnTo>
                      <a:pt x="54344" y="150480"/>
                    </a:lnTo>
                    <a:lnTo>
                      <a:pt x="54344" y="170401"/>
                    </a:lnTo>
                    <a:lnTo>
                      <a:pt x="98720" y="170401"/>
                    </a:lnTo>
                    <a:lnTo>
                      <a:pt x="98720" y="190324"/>
                    </a:lnTo>
                    <a:lnTo>
                      <a:pt x="54344" y="190324"/>
                    </a:lnTo>
                    <a:lnTo>
                      <a:pt x="54344" y="210245"/>
                    </a:lnTo>
                    <a:lnTo>
                      <a:pt x="98720" y="210245"/>
                    </a:lnTo>
                    <a:lnTo>
                      <a:pt x="98720" y="230167"/>
                    </a:lnTo>
                    <a:lnTo>
                      <a:pt x="34409" y="230167"/>
                    </a:lnTo>
                    <a:close/>
                    <a:moveTo>
                      <a:pt x="273497" y="45179"/>
                    </a:moveTo>
                    <a:cubicBezTo>
                      <a:pt x="262819" y="45179"/>
                      <a:pt x="254512" y="52769"/>
                      <a:pt x="254512" y="64152"/>
                    </a:cubicBezTo>
                    <a:cubicBezTo>
                      <a:pt x="254512" y="75537"/>
                      <a:pt x="262819" y="83007"/>
                      <a:pt x="273497" y="83007"/>
                    </a:cubicBezTo>
                    <a:cubicBezTo>
                      <a:pt x="284176" y="83007"/>
                      <a:pt x="292363" y="75418"/>
                      <a:pt x="292363" y="64152"/>
                    </a:cubicBezTo>
                    <a:cubicBezTo>
                      <a:pt x="292363" y="52887"/>
                      <a:pt x="284058" y="45179"/>
                      <a:pt x="273497" y="45179"/>
                    </a:cubicBezTo>
                    <a:close/>
                    <a:moveTo>
                      <a:pt x="129808" y="42689"/>
                    </a:moveTo>
                    <a:cubicBezTo>
                      <a:pt x="120790" y="42689"/>
                      <a:pt x="114858" y="47433"/>
                      <a:pt x="112959" y="56089"/>
                    </a:cubicBezTo>
                    <a:lnTo>
                      <a:pt x="144995" y="56089"/>
                    </a:lnTo>
                    <a:cubicBezTo>
                      <a:pt x="144165" y="48381"/>
                      <a:pt x="138825" y="42689"/>
                      <a:pt x="129808" y="42689"/>
                    </a:cubicBezTo>
                    <a:close/>
                    <a:moveTo>
                      <a:pt x="562775" y="28579"/>
                    </a:moveTo>
                    <a:lnTo>
                      <a:pt x="581641" y="28579"/>
                    </a:lnTo>
                    <a:lnTo>
                      <a:pt x="581879" y="28579"/>
                    </a:lnTo>
                    <a:lnTo>
                      <a:pt x="581879" y="99727"/>
                    </a:lnTo>
                    <a:lnTo>
                      <a:pt x="563606" y="99727"/>
                    </a:lnTo>
                    <a:lnTo>
                      <a:pt x="563606" y="88936"/>
                    </a:lnTo>
                    <a:cubicBezTo>
                      <a:pt x="558741" y="96169"/>
                      <a:pt x="551622" y="101506"/>
                      <a:pt x="540942" y="101506"/>
                    </a:cubicBezTo>
                    <a:cubicBezTo>
                      <a:pt x="524450" y="101506"/>
                      <a:pt x="516263" y="90360"/>
                      <a:pt x="516263" y="72928"/>
                    </a:cubicBezTo>
                    <a:lnTo>
                      <a:pt x="516263" y="28697"/>
                    </a:lnTo>
                    <a:lnTo>
                      <a:pt x="535484" y="28697"/>
                    </a:lnTo>
                    <a:lnTo>
                      <a:pt x="535484" y="68185"/>
                    </a:lnTo>
                    <a:cubicBezTo>
                      <a:pt x="535484" y="78264"/>
                      <a:pt x="539163" y="83363"/>
                      <a:pt x="547469" y="83363"/>
                    </a:cubicBezTo>
                    <a:cubicBezTo>
                      <a:pt x="558029" y="83363"/>
                      <a:pt x="562775" y="74825"/>
                      <a:pt x="562775" y="62611"/>
                    </a:cubicBezTo>
                    <a:close/>
                    <a:moveTo>
                      <a:pt x="630645" y="26799"/>
                    </a:moveTo>
                    <a:lnTo>
                      <a:pt x="630645" y="26918"/>
                    </a:lnTo>
                    <a:cubicBezTo>
                      <a:pt x="643341" y="26918"/>
                      <a:pt x="652597" y="30713"/>
                      <a:pt x="659003" y="37471"/>
                    </a:cubicBezTo>
                    <a:lnTo>
                      <a:pt x="648443" y="51108"/>
                    </a:lnTo>
                    <a:cubicBezTo>
                      <a:pt x="644172" y="46365"/>
                      <a:pt x="636341" y="43875"/>
                      <a:pt x="629103" y="43875"/>
                    </a:cubicBezTo>
                    <a:cubicBezTo>
                      <a:pt x="623288" y="43875"/>
                      <a:pt x="620085" y="45772"/>
                      <a:pt x="620085" y="48856"/>
                    </a:cubicBezTo>
                    <a:cubicBezTo>
                      <a:pt x="620085" y="52294"/>
                      <a:pt x="623526" y="53006"/>
                      <a:pt x="636578" y="55971"/>
                    </a:cubicBezTo>
                    <a:cubicBezTo>
                      <a:pt x="650105" y="59054"/>
                      <a:pt x="659359" y="64034"/>
                      <a:pt x="659359" y="78264"/>
                    </a:cubicBezTo>
                    <a:cubicBezTo>
                      <a:pt x="659359" y="93917"/>
                      <a:pt x="648206" y="101506"/>
                      <a:pt x="628628" y="101506"/>
                    </a:cubicBezTo>
                    <a:cubicBezTo>
                      <a:pt x="614390" y="101506"/>
                      <a:pt x="603118" y="97237"/>
                      <a:pt x="597067" y="89647"/>
                    </a:cubicBezTo>
                    <a:lnTo>
                      <a:pt x="607983" y="75418"/>
                    </a:lnTo>
                    <a:cubicBezTo>
                      <a:pt x="612492" y="80636"/>
                      <a:pt x="619967" y="84668"/>
                      <a:pt x="630645" y="84668"/>
                    </a:cubicBezTo>
                    <a:cubicBezTo>
                      <a:pt x="635866" y="84668"/>
                      <a:pt x="640019" y="83245"/>
                      <a:pt x="640019" y="79212"/>
                    </a:cubicBezTo>
                    <a:cubicBezTo>
                      <a:pt x="640019" y="75537"/>
                      <a:pt x="636459" y="74707"/>
                      <a:pt x="624238" y="71979"/>
                    </a:cubicBezTo>
                    <a:cubicBezTo>
                      <a:pt x="613085" y="69608"/>
                      <a:pt x="600626" y="64745"/>
                      <a:pt x="600626" y="49449"/>
                    </a:cubicBezTo>
                    <a:cubicBezTo>
                      <a:pt x="600626" y="34151"/>
                      <a:pt x="612017" y="26799"/>
                      <a:pt x="630645" y="26799"/>
                    </a:cubicBezTo>
                    <a:close/>
                    <a:moveTo>
                      <a:pt x="496092" y="26799"/>
                    </a:moveTo>
                    <a:cubicBezTo>
                      <a:pt x="498702" y="26799"/>
                      <a:pt x="500838" y="27274"/>
                      <a:pt x="503092" y="27749"/>
                    </a:cubicBezTo>
                    <a:lnTo>
                      <a:pt x="503092" y="47907"/>
                    </a:lnTo>
                    <a:cubicBezTo>
                      <a:pt x="500482" y="47077"/>
                      <a:pt x="497516" y="46722"/>
                      <a:pt x="494549" y="46722"/>
                    </a:cubicBezTo>
                    <a:cubicBezTo>
                      <a:pt x="482209" y="46722"/>
                      <a:pt x="476633" y="53717"/>
                      <a:pt x="476633" y="67354"/>
                    </a:cubicBezTo>
                    <a:lnTo>
                      <a:pt x="476633" y="99491"/>
                    </a:lnTo>
                    <a:lnTo>
                      <a:pt x="457885" y="99491"/>
                    </a:lnTo>
                    <a:lnTo>
                      <a:pt x="457885" y="28341"/>
                    </a:lnTo>
                    <a:lnTo>
                      <a:pt x="475920" y="28341"/>
                    </a:lnTo>
                    <a:lnTo>
                      <a:pt x="475920" y="39962"/>
                    </a:lnTo>
                    <a:lnTo>
                      <a:pt x="475920" y="40200"/>
                    </a:lnTo>
                    <a:cubicBezTo>
                      <a:pt x="479718" y="31899"/>
                      <a:pt x="486125" y="26799"/>
                      <a:pt x="496092" y="26799"/>
                    </a:cubicBezTo>
                    <a:close/>
                    <a:moveTo>
                      <a:pt x="273497" y="26799"/>
                    </a:moveTo>
                    <a:cubicBezTo>
                      <a:pt x="295449" y="26799"/>
                      <a:pt x="311823" y="41859"/>
                      <a:pt x="311823" y="64034"/>
                    </a:cubicBezTo>
                    <a:cubicBezTo>
                      <a:pt x="311823" y="86209"/>
                      <a:pt x="295449" y="101268"/>
                      <a:pt x="273497" y="101268"/>
                    </a:cubicBezTo>
                    <a:cubicBezTo>
                      <a:pt x="251546" y="101268"/>
                      <a:pt x="235172" y="86209"/>
                      <a:pt x="235172" y="64034"/>
                    </a:cubicBezTo>
                    <a:cubicBezTo>
                      <a:pt x="235172" y="41859"/>
                      <a:pt x="251546" y="26799"/>
                      <a:pt x="273497" y="26799"/>
                    </a:cubicBezTo>
                    <a:close/>
                    <a:moveTo>
                      <a:pt x="219391" y="26799"/>
                    </a:moveTo>
                    <a:cubicBezTo>
                      <a:pt x="222002" y="26799"/>
                      <a:pt x="224137" y="27274"/>
                      <a:pt x="226391" y="27749"/>
                    </a:cubicBezTo>
                    <a:lnTo>
                      <a:pt x="226391" y="47907"/>
                    </a:lnTo>
                    <a:cubicBezTo>
                      <a:pt x="223781" y="47077"/>
                      <a:pt x="220815" y="46722"/>
                      <a:pt x="217848" y="46722"/>
                    </a:cubicBezTo>
                    <a:cubicBezTo>
                      <a:pt x="205508" y="46722"/>
                      <a:pt x="199932" y="53717"/>
                      <a:pt x="199932" y="67354"/>
                    </a:cubicBezTo>
                    <a:lnTo>
                      <a:pt x="199932" y="99491"/>
                    </a:lnTo>
                    <a:lnTo>
                      <a:pt x="181184" y="99491"/>
                    </a:lnTo>
                    <a:lnTo>
                      <a:pt x="181184" y="28341"/>
                    </a:lnTo>
                    <a:lnTo>
                      <a:pt x="199220" y="28341"/>
                    </a:lnTo>
                    <a:lnTo>
                      <a:pt x="199220" y="39962"/>
                    </a:lnTo>
                    <a:lnTo>
                      <a:pt x="199220" y="40200"/>
                    </a:lnTo>
                    <a:cubicBezTo>
                      <a:pt x="203016" y="31899"/>
                      <a:pt x="209424" y="26799"/>
                      <a:pt x="219391" y="26799"/>
                    </a:cubicBezTo>
                    <a:close/>
                    <a:moveTo>
                      <a:pt x="130282" y="26799"/>
                    </a:moveTo>
                    <a:cubicBezTo>
                      <a:pt x="151995" y="26799"/>
                      <a:pt x="165403" y="41741"/>
                      <a:pt x="165403" y="64627"/>
                    </a:cubicBezTo>
                    <a:lnTo>
                      <a:pt x="165403" y="69726"/>
                    </a:lnTo>
                    <a:lnTo>
                      <a:pt x="113077" y="69726"/>
                    </a:lnTo>
                    <a:lnTo>
                      <a:pt x="113077" y="69963"/>
                    </a:lnTo>
                    <a:cubicBezTo>
                      <a:pt x="115451" y="79450"/>
                      <a:pt x="123993" y="83600"/>
                      <a:pt x="132299" y="83600"/>
                    </a:cubicBezTo>
                    <a:cubicBezTo>
                      <a:pt x="140604" y="83600"/>
                      <a:pt x="147486" y="80636"/>
                      <a:pt x="152470" y="76367"/>
                    </a:cubicBezTo>
                    <a:lnTo>
                      <a:pt x="160301" y="91901"/>
                    </a:lnTo>
                    <a:cubicBezTo>
                      <a:pt x="154487" y="96762"/>
                      <a:pt x="145588" y="101268"/>
                      <a:pt x="131943" y="101268"/>
                    </a:cubicBezTo>
                    <a:cubicBezTo>
                      <a:pt x="107856" y="101268"/>
                      <a:pt x="93855" y="85142"/>
                      <a:pt x="93855" y="64034"/>
                    </a:cubicBezTo>
                    <a:cubicBezTo>
                      <a:pt x="93855" y="42927"/>
                      <a:pt x="107975" y="26799"/>
                      <a:pt x="130282" y="26799"/>
                    </a:cubicBezTo>
                    <a:close/>
                    <a:moveTo>
                      <a:pt x="680362" y="9487"/>
                    </a:moveTo>
                    <a:lnTo>
                      <a:pt x="699108" y="9487"/>
                    </a:lnTo>
                    <a:lnTo>
                      <a:pt x="699108" y="28579"/>
                    </a:lnTo>
                    <a:lnTo>
                      <a:pt x="717144" y="28579"/>
                    </a:lnTo>
                    <a:lnTo>
                      <a:pt x="717144" y="44350"/>
                    </a:lnTo>
                    <a:lnTo>
                      <a:pt x="699108" y="44350"/>
                    </a:lnTo>
                    <a:lnTo>
                      <a:pt x="699108" y="75180"/>
                    </a:lnTo>
                    <a:cubicBezTo>
                      <a:pt x="699108" y="79687"/>
                      <a:pt x="701363" y="81584"/>
                      <a:pt x="706228" y="81584"/>
                    </a:cubicBezTo>
                    <a:cubicBezTo>
                      <a:pt x="709075" y="81584"/>
                      <a:pt x="711448" y="81347"/>
                      <a:pt x="716670" y="80398"/>
                    </a:cubicBezTo>
                    <a:lnTo>
                      <a:pt x="716670" y="98186"/>
                    </a:lnTo>
                    <a:lnTo>
                      <a:pt x="716670" y="98305"/>
                    </a:lnTo>
                    <a:cubicBezTo>
                      <a:pt x="711448" y="99609"/>
                      <a:pt x="705990" y="100439"/>
                      <a:pt x="701245" y="100439"/>
                    </a:cubicBezTo>
                    <a:cubicBezTo>
                      <a:pt x="687955" y="100439"/>
                      <a:pt x="680362" y="94153"/>
                      <a:pt x="680362" y="77908"/>
                    </a:cubicBezTo>
                    <a:lnTo>
                      <a:pt x="680362" y="44350"/>
                    </a:lnTo>
                    <a:lnTo>
                      <a:pt x="667427" y="44350"/>
                    </a:lnTo>
                    <a:lnTo>
                      <a:pt x="667427" y="28579"/>
                    </a:lnTo>
                    <a:lnTo>
                      <a:pt x="680362" y="28579"/>
                    </a:lnTo>
                    <a:close/>
                    <a:moveTo>
                      <a:pt x="353351" y="0"/>
                    </a:moveTo>
                    <a:lnTo>
                      <a:pt x="445308" y="0"/>
                    </a:lnTo>
                    <a:lnTo>
                      <a:pt x="445308" y="19922"/>
                    </a:lnTo>
                    <a:lnTo>
                      <a:pt x="409237" y="19922"/>
                    </a:lnTo>
                    <a:lnTo>
                      <a:pt x="409237" y="99609"/>
                    </a:lnTo>
                    <a:lnTo>
                      <a:pt x="389304" y="99609"/>
                    </a:lnTo>
                    <a:lnTo>
                      <a:pt x="389304" y="19922"/>
                    </a:lnTo>
                    <a:lnTo>
                      <a:pt x="353351" y="19922"/>
                    </a:lnTo>
                    <a:close/>
                    <a:moveTo>
                      <a:pt x="0" y="0"/>
                    </a:moveTo>
                    <a:lnTo>
                      <a:pt x="81278" y="0"/>
                    </a:lnTo>
                    <a:lnTo>
                      <a:pt x="81278" y="14348"/>
                    </a:lnTo>
                    <a:lnTo>
                      <a:pt x="29782" y="79568"/>
                    </a:lnTo>
                    <a:lnTo>
                      <a:pt x="81278" y="79568"/>
                    </a:lnTo>
                    <a:lnTo>
                      <a:pt x="81278" y="99491"/>
                    </a:lnTo>
                    <a:lnTo>
                      <a:pt x="0" y="99491"/>
                    </a:lnTo>
                    <a:lnTo>
                      <a:pt x="0" y="85261"/>
                    </a:lnTo>
                    <a:lnTo>
                      <a:pt x="51496" y="19922"/>
                    </a:lnTo>
                    <a:lnTo>
                      <a:pt x="0" y="19922"/>
                    </a:lnTo>
                    <a:close/>
                  </a:path>
                </a:pathLst>
              </a:custGeom>
              <a:solidFill>
                <a:schemeClr val="tx1"/>
              </a:solidFill>
              <a:ln w="9331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>
                  <a:defRPr/>
                </a:pPr>
                <a:endParaRPr lang="en-US" sz="900"/>
              </a:p>
            </p:txBody>
          </p:sp>
        </p:grpSp>
        <p:sp>
          <p:nvSpPr>
            <p:cNvPr id="72" name="Google Shape;359;p11">
              <a:extLst>
                <a:ext uri="{FF2B5EF4-FFF2-40B4-BE49-F238E27FC236}">
                  <a16:creationId xmlns:a16="http://schemas.microsoft.com/office/drawing/2014/main" id="{0F19BEA2-1CD2-7CB6-4BFF-2FB6AA40B99F}"/>
                </a:ext>
              </a:extLst>
            </p:cNvPr>
            <p:cNvSpPr/>
            <p:nvPr/>
          </p:nvSpPr>
          <p:spPr>
            <a:xfrm>
              <a:off x="6610284" y="3626261"/>
              <a:ext cx="110673" cy="68611"/>
            </a:xfrm>
            <a:custGeom>
              <a:avLst/>
              <a:gdLst/>
              <a:ahLst/>
              <a:cxnLst/>
              <a:rect l="l" t="t" r="r" b="b"/>
              <a:pathLst>
                <a:path w="933738" h="578857" extrusionOk="0">
                  <a:moveTo>
                    <a:pt x="931888" y="294460"/>
                  </a:moveTo>
                  <a:cubicBezTo>
                    <a:pt x="947033" y="387043"/>
                    <a:pt x="866642" y="439240"/>
                    <a:pt x="785203" y="445241"/>
                  </a:cubicBezTo>
                  <a:cubicBezTo>
                    <a:pt x="733673" y="551826"/>
                    <a:pt x="550507" y="623740"/>
                    <a:pt x="392202" y="546492"/>
                  </a:cubicBezTo>
                  <a:cubicBezTo>
                    <a:pt x="324574" y="556779"/>
                    <a:pt x="287427" y="539824"/>
                    <a:pt x="258852" y="507439"/>
                  </a:cubicBezTo>
                  <a:cubicBezTo>
                    <a:pt x="316764" y="432954"/>
                    <a:pt x="492119" y="298747"/>
                    <a:pt x="706527" y="367993"/>
                  </a:cubicBezTo>
                  <a:cubicBezTo>
                    <a:pt x="820827" y="404950"/>
                    <a:pt x="850640" y="318082"/>
                    <a:pt x="821779" y="285507"/>
                  </a:cubicBezTo>
                  <a:cubicBezTo>
                    <a:pt x="713956" y="163015"/>
                    <a:pt x="470211" y="273315"/>
                    <a:pt x="461448" y="282459"/>
                  </a:cubicBezTo>
                  <a:cubicBezTo>
                    <a:pt x="556984" y="135869"/>
                    <a:pt x="899313" y="94721"/>
                    <a:pt x="931888" y="294460"/>
                  </a:cubicBezTo>
                  <a:close/>
                  <a:moveTo>
                    <a:pt x="603847" y="126154"/>
                  </a:moveTo>
                  <a:cubicBezTo>
                    <a:pt x="604419" y="126154"/>
                    <a:pt x="526028" y="98341"/>
                    <a:pt x="416395" y="145680"/>
                  </a:cubicBezTo>
                  <a:cubicBezTo>
                    <a:pt x="411982" y="144033"/>
                    <a:pt x="407659" y="142157"/>
                    <a:pt x="403441" y="140060"/>
                  </a:cubicBezTo>
                  <a:cubicBezTo>
                    <a:pt x="508883" y="70242"/>
                    <a:pt x="601275" y="40238"/>
                    <a:pt x="680333" y="51859"/>
                  </a:cubicBezTo>
                  <a:cubicBezTo>
                    <a:pt x="632708" y="-3291"/>
                    <a:pt x="402489" y="-43391"/>
                    <a:pt x="270758" y="88244"/>
                  </a:cubicBezTo>
                  <a:cubicBezTo>
                    <a:pt x="107880" y="56240"/>
                    <a:pt x="-6039" y="194067"/>
                    <a:pt x="248" y="320273"/>
                  </a:cubicBezTo>
                  <a:cubicBezTo>
                    <a:pt x="6534" y="446479"/>
                    <a:pt x="144456" y="524775"/>
                    <a:pt x="222752" y="503534"/>
                  </a:cubicBezTo>
                  <a:cubicBezTo>
                    <a:pt x="224649" y="503297"/>
                    <a:pt x="226569" y="503297"/>
                    <a:pt x="228467" y="503534"/>
                  </a:cubicBezTo>
                  <a:cubicBezTo>
                    <a:pt x="245898" y="420286"/>
                    <a:pt x="316668" y="226452"/>
                    <a:pt x="603847" y="12615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>
                <a:buClr>
                  <a:srgbClr val="000000"/>
                </a:buClr>
                <a:buSzPts val="1400"/>
                <a:defRPr/>
              </a:pPr>
              <a:endParaRPr sz="1400">
                <a:ea typeface="+mn-ea"/>
                <a:cs typeface="+mn-cs"/>
                <a:sym typeface="Century Gothic" panose="020B0502020202020204" pitchFamily="34" charset="0"/>
              </a:endParaRPr>
            </a:p>
          </p:txBody>
        </p:sp>
        <p:sp>
          <p:nvSpPr>
            <p:cNvPr id="73" name="Google Shape;359;p11">
              <a:extLst>
                <a:ext uri="{FF2B5EF4-FFF2-40B4-BE49-F238E27FC236}">
                  <a16:creationId xmlns:a16="http://schemas.microsoft.com/office/drawing/2014/main" id="{A4A3A0A4-2F41-9BE0-321F-BB27D68C03F9}"/>
                </a:ext>
              </a:extLst>
            </p:cNvPr>
            <p:cNvSpPr/>
            <p:nvPr/>
          </p:nvSpPr>
          <p:spPr>
            <a:xfrm>
              <a:off x="8376610" y="3623086"/>
              <a:ext cx="110673" cy="68611"/>
            </a:xfrm>
            <a:custGeom>
              <a:avLst/>
              <a:gdLst/>
              <a:ahLst/>
              <a:cxnLst/>
              <a:rect l="l" t="t" r="r" b="b"/>
              <a:pathLst>
                <a:path w="933738" h="578857" extrusionOk="0">
                  <a:moveTo>
                    <a:pt x="931888" y="294460"/>
                  </a:moveTo>
                  <a:cubicBezTo>
                    <a:pt x="947033" y="387043"/>
                    <a:pt x="866642" y="439240"/>
                    <a:pt x="785203" y="445241"/>
                  </a:cubicBezTo>
                  <a:cubicBezTo>
                    <a:pt x="733673" y="551826"/>
                    <a:pt x="550507" y="623740"/>
                    <a:pt x="392202" y="546492"/>
                  </a:cubicBezTo>
                  <a:cubicBezTo>
                    <a:pt x="324574" y="556779"/>
                    <a:pt x="287427" y="539824"/>
                    <a:pt x="258852" y="507439"/>
                  </a:cubicBezTo>
                  <a:cubicBezTo>
                    <a:pt x="316764" y="432954"/>
                    <a:pt x="492119" y="298747"/>
                    <a:pt x="706527" y="367993"/>
                  </a:cubicBezTo>
                  <a:cubicBezTo>
                    <a:pt x="820827" y="404950"/>
                    <a:pt x="850640" y="318082"/>
                    <a:pt x="821779" y="285507"/>
                  </a:cubicBezTo>
                  <a:cubicBezTo>
                    <a:pt x="713956" y="163015"/>
                    <a:pt x="470211" y="273315"/>
                    <a:pt x="461448" y="282459"/>
                  </a:cubicBezTo>
                  <a:cubicBezTo>
                    <a:pt x="556984" y="135869"/>
                    <a:pt x="899313" y="94721"/>
                    <a:pt x="931888" y="294460"/>
                  </a:cubicBezTo>
                  <a:close/>
                  <a:moveTo>
                    <a:pt x="603847" y="126154"/>
                  </a:moveTo>
                  <a:cubicBezTo>
                    <a:pt x="604419" y="126154"/>
                    <a:pt x="526028" y="98341"/>
                    <a:pt x="416395" y="145680"/>
                  </a:cubicBezTo>
                  <a:cubicBezTo>
                    <a:pt x="411982" y="144033"/>
                    <a:pt x="407659" y="142157"/>
                    <a:pt x="403441" y="140060"/>
                  </a:cubicBezTo>
                  <a:cubicBezTo>
                    <a:pt x="508883" y="70242"/>
                    <a:pt x="601275" y="40238"/>
                    <a:pt x="680333" y="51859"/>
                  </a:cubicBezTo>
                  <a:cubicBezTo>
                    <a:pt x="632708" y="-3291"/>
                    <a:pt x="402489" y="-43391"/>
                    <a:pt x="270758" y="88244"/>
                  </a:cubicBezTo>
                  <a:cubicBezTo>
                    <a:pt x="107880" y="56240"/>
                    <a:pt x="-6039" y="194067"/>
                    <a:pt x="248" y="320273"/>
                  </a:cubicBezTo>
                  <a:cubicBezTo>
                    <a:pt x="6534" y="446479"/>
                    <a:pt x="144456" y="524775"/>
                    <a:pt x="222752" y="503534"/>
                  </a:cubicBezTo>
                  <a:cubicBezTo>
                    <a:pt x="224649" y="503297"/>
                    <a:pt x="226569" y="503297"/>
                    <a:pt x="228467" y="503534"/>
                  </a:cubicBezTo>
                  <a:cubicBezTo>
                    <a:pt x="245898" y="420286"/>
                    <a:pt x="316668" y="226452"/>
                    <a:pt x="603847" y="12615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>
                <a:buClr>
                  <a:srgbClr val="000000"/>
                </a:buClr>
                <a:buSzPts val="1400"/>
                <a:defRPr/>
              </a:pPr>
              <a:endParaRPr sz="1400">
                <a:ea typeface="+mn-ea"/>
                <a:cs typeface="+mn-cs"/>
                <a:sym typeface="Century Gothic" panose="020B0502020202020204" pitchFamily="34" charset="0"/>
              </a:endParaRP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7647F268-64B0-C804-6B5B-BCD4E3A3E4B6}"/>
              </a:ext>
            </a:extLst>
          </p:cNvPr>
          <p:cNvGrpSpPr/>
          <p:nvPr/>
        </p:nvGrpSpPr>
        <p:grpSpPr>
          <a:xfrm>
            <a:off x="6756992" y="1812654"/>
            <a:ext cx="176027" cy="176027"/>
            <a:chOff x="8321179" y="2331252"/>
            <a:chExt cx="274320" cy="274320"/>
          </a:xfrm>
        </p:grpSpPr>
        <p:sp>
          <p:nvSpPr>
            <p:cNvPr id="79" name="Rounded Rectangle 78">
              <a:extLst>
                <a:ext uri="{FF2B5EF4-FFF2-40B4-BE49-F238E27FC236}">
                  <a16:creationId xmlns:a16="http://schemas.microsoft.com/office/drawing/2014/main" id="{5984BC80-8CDD-A08D-FF86-13403D19E4BF}"/>
                </a:ext>
              </a:extLst>
            </p:cNvPr>
            <p:cNvSpPr/>
            <p:nvPr/>
          </p:nvSpPr>
          <p:spPr>
            <a:xfrm>
              <a:off x="8350733" y="2359761"/>
              <a:ext cx="218794" cy="228295"/>
            </a:xfrm>
            <a:prstGeom prst="round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7A566B4F-70CF-DC6E-D75B-6F4CBEFF409A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321179" y="2331252"/>
              <a:ext cx="274320" cy="274320"/>
            </a:xfrm>
            <a:custGeom>
              <a:avLst/>
              <a:gdLst>
                <a:gd name="connsiteX0" fmla="*/ 582773 w 2051014"/>
                <a:gd name="connsiteY0" fmla="*/ 577488 h 2051014"/>
                <a:gd name="connsiteX1" fmla="*/ 584384 w 2051014"/>
                <a:gd name="connsiteY1" fmla="*/ 579098 h 2051014"/>
                <a:gd name="connsiteX2" fmla="*/ 1033544 w 2051014"/>
                <a:gd name="connsiteY2" fmla="*/ 1029869 h 2051014"/>
                <a:gd name="connsiteX3" fmla="*/ 1484315 w 2051014"/>
                <a:gd name="connsiteY3" fmla="*/ 580709 h 2051014"/>
                <a:gd name="connsiteX4" fmla="*/ 1357136 w 2051014"/>
                <a:gd name="connsiteY4" fmla="*/ 241018 h 2051014"/>
                <a:gd name="connsiteX5" fmla="*/ 1189707 w 2051014"/>
                <a:gd name="connsiteY5" fmla="*/ 329565 h 2051014"/>
                <a:gd name="connsiteX6" fmla="*/ 1304008 w 2051014"/>
                <a:gd name="connsiteY6" fmla="*/ 582320 h 2051014"/>
                <a:gd name="connsiteX7" fmla="*/ 1033544 w 2051014"/>
                <a:gd name="connsiteY7" fmla="*/ 849562 h 2051014"/>
                <a:gd name="connsiteX8" fmla="*/ 763080 w 2051014"/>
                <a:gd name="connsiteY8" fmla="*/ 579098 h 2051014"/>
                <a:gd name="connsiteX9" fmla="*/ 869336 w 2051014"/>
                <a:gd name="connsiteY9" fmla="*/ 340831 h 2051014"/>
                <a:gd name="connsiteX10" fmla="*/ 705128 w 2051014"/>
                <a:gd name="connsiteY10" fmla="*/ 253895 h 2051014"/>
                <a:gd name="connsiteX11" fmla="*/ 582773 w 2051014"/>
                <a:gd name="connsiteY11" fmla="*/ 577488 h 2051014"/>
                <a:gd name="connsiteX12" fmla="*/ 582773 w 2051014"/>
                <a:gd name="connsiteY12" fmla="*/ 1759149 h 2051014"/>
                <a:gd name="connsiteX13" fmla="*/ 763080 w 2051014"/>
                <a:gd name="connsiteY13" fmla="*/ 1759149 h 2051014"/>
                <a:gd name="connsiteX14" fmla="*/ 763080 w 2051014"/>
                <a:gd name="connsiteY14" fmla="*/ 1293890 h 2051014"/>
                <a:gd name="connsiteX15" fmla="*/ 1352304 w 2051014"/>
                <a:gd name="connsiteY15" fmla="*/ 1759149 h 2051014"/>
                <a:gd name="connsiteX16" fmla="*/ 1482704 w 2051014"/>
                <a:gd name="connsiteY16" fmla="*/ 1759149 h 2051014"/>
                <a:gd name="connsiteX17" fmla="*/ 1482704 w 2051014"/>
                <a:gd name="connsiteY17" fmla="*/ 1025037 h 2051014"/>
                <a:gd name="connsiteX18" fmla="*/ 1302398 w 2051014"/>
                <a:gd name="connsiteY18" fmla="*/ 1025037 h 2051014"/>
                <a:gd name="connsiteX19" fmla="*/ 1302398 w 2051014"/>
                <a:gd name="connsiteY19" fmla="*/ 1490296 h 2051014"/>
                <a:gd name="connsiteX20" fmla="*/ 713173 w 2051014"/>
                <a:gd name="connsiteY20" fmla="*/ 1025037 h 2051014"/>
                <a:gd name="connsiteX21" fmla="*/ 582773 w 2051014"/>
                <a:gd name="connsiteY21" fmla="*/ 1025037 h 2051014"/>
                <a:gd name="connsiteX22" fmla="*/ 0 w 2051014"/>
                <a:gd name="connsiteY22" fmla="*/ 1568038 h 2051014"/>
                <a:gd name="connsiteX23" fmla="*/ 0 w 2051014"/>
                <a:gd name="connsiteY23" fmla="*/ 482968 h 2051014"/>
                <a:gd name="connsiteX24" fmla="*/ 482968 w 2051014"/>
                <a:gd name="connsiteY24" fmla="*/ 0 h 2051014"/>
                <a:gd name="connsiteX25" fmla="*/ 1568038 w 2051014"/>
                <a:gd name="connsiteY25" fmla="*/ 0 h 2051014"/>
                <a:gd name="connsiteX26" fmla="*/ 2051014 w 2051014"/>
                <a:gd name="connsiteY26" fmla="*/ 482968 h 2051014"/>
                <a:gd name="connsiteX27" fmla="*/ 2051014 w 2051014"/>
                <a:gd name="connsiteY27" fmla="*/ 1568038 h 2051014"/>
                <a:gd name="connsiteX28" fmla="*/ 1568038 w 2051014"/>
                <a:gd name="connsiteY28" fmla="*/ 2051014 h 2051014"/>
                <a:gd name="connsiteX29" fmla="*/ 482968 w 2051014"/>
                <a:gd name="connsiteY29" fmla="*/ 2051014 h 2051014"/>
                <a:gd name="connsiteX30" fmla="*/ 0 w 2051014"/>
                <a:gd name="connsiteY30" fmla="*/ 1568038 h 2051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051014" h="2051014">
                  <a:moveTo>
                    <a:pt x="582773" y="577488"/>
                  </a:moveTo>
                  <a:lnTo>
                    <a:pt x="584384" y="579098"/>
                  </a:lnTo>
                  <a:cubicBezTo>
                    <a:pt x="584384" y="835074"/>
                    <a:pt x="777568" y="1029869"/>
                    <a:pt x="1033544" y="1029869"/>
                  </a:cubicBezTo>
                  <a:cubicBezTo>
                    <a:pt x="1289520" y="1029869"/>
                    <a:pt x="1484315" y="836685"/>
                    <a:pt x="1484315" y="580709"/>
                  </a:cubicBezTo>
                  <a:cubicBezTo>
                    <a:pt x="1484315" y="445477"/>
                    <a:pt x="1439240" y="331176"/>
                    <a:pt x="1357136" y="241018"/>
                  </a:cubicBezTo>
                  <a:lnTo>
                    <a:pt x="1189707" y="329565"/>
                  </a:lnTo>
                  <a:cubicBezTo>
                    <a:pt x="1266979" y="400402"/>
                    <a:pt x="1304008" y="484117"/>
                    <a:pt x="1304008" y="582320"/>
                  </a:cubicBezTo>
                  <a:cubicBezTo>
                    <a:pt x="1304008" y="736863"/>
                    <a:pt x="1192928" y="849562"/>
                    <a:pt x="1033544" y="849562"/>
                  </a:cubicBezTo>
                  <a:cubicBezTo>
                    <a:pt x="874168" y="849562"/>
                    <a:pt x="763080" y="735261"/>
                    <a:pt x="763080" y="579098"/>
                  </a:cubicBezTo>
                  <a:cubicBezTo>
                    <a:pt x="763080" y="482506"/>
                    <a:pt x="801720" y="408447"/>
                    <a:pt x="869336" y="340831"/>
                  </a:cubicBezTo>
                  <a:lnTo>
                    <a:pt x="705128" y="253895"/>
                  </a:lnTo>
                  <a:cubicBezTo>
                    <a:pt x="624635" y="339221"/>
                    <a:pt x="582773" y="453522"/>
                    <a:pt x="582773" y="577488"/>
                  </a:cubicBezTo>
                  <a:close/>
                  <a:moveTo>
                    <a:pt x="582773" y="1759149"/>
                  </a:moveTo>
                  <a:lnTo>
                    <a:pt x="763080" y="1759149"/>
                  </a:lnTo>
                  <a:lnTo>
                    <a:pt x="763080" y="1293890"/>
                  </a:lnTo>
                  <a:lnTo>
                    <a:pt x="1352304" y="1759149"/>
                  </a:lnTo>
                  <a:lnTo>
                    <a:pt x="1482704" y="1759149"/>
                  </a:lnTo>
                  <a:lnTo>
                    <a:pt x="1482704" y="1025037"/>
                  </a:lnTo>
                  <a:lnTo>
                    <a:pt x="1302398" y="1025037"/>
                  </a:lnTo>
                  <a:lnTo>
                    <a:pt x="1302398" y="1490296"/>
                  </a:lnTo>
                  <a:lnTo>
                    <a:pt x="713173" y="1025037"/>
                  </a:lnTo>
                  <a:lnTo>
                    <a:pt x="582773" y="1025037"/>
                  </a:lnTo>
                  <a:close/>
                  <a:moveTo>
                    <a:pt x="0" y="1568038"/>
                  </a:moveTo>
                  <a:lnTo>
                    <a:pt x="0" y="482968"/>
                  </a:lnTo>
                  <a:cubicBezTo>
                    <a:pt x="0" y="216229"/>
                    <a:pt x="216229" y="0"/>
                    <a:pt x="482968" y="0"/>
                  </a:cubicBezTo>
                  <a:lnTo>
                    <a:pt x="1568038" y="0"/>
                  </a:lnTo>
                  <a:cubicBezTo>
                    <a:pt x="1834777" y="0"/>
                    <a:pt x="2051014" y="216229"/>
                    <a:pt x="2051014" y="482968"/>
                  </a:cubicBezTo>
                  <a:lnTo>
                    <a:pt x="2051014" y="1568038"/>
                  </a:lnTo>
                  <a:cubicBezTo>
                    <a:pt x="2051014" y="1834777"/>
                    <a:pt x="1834777" y="2051014"/>
                    <a:pt x="1568038" y="2051014"/>
                  </a:cubicBezTo>
                  <a:lnTo>
                    <a:pt x="482968" y="2051014"/>
                  </a:lnTo>
                  <a:cubicBezTo>
                    <a:pt x="216229" y="2051014"/>
                    <a:pt x="0" y="1834777"/>
                    <a:pt x="0" y="1568038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</p:spTree>
    <p:extLst>
      <p:ext uri="{BB962C8B-B14F-4D97-AF65-F5344CB8AC3E}">
        <p14:creationId xmlns:p14="http://schemas.microsoft.com/office/powerpoint/2010/main" val="4104458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2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5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8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6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Rounded Rectangle 86">
            <a:extLst>
              <a:ext uri="{FF2B5EF4-FFF2-40B4-BE49-F238E27FC236}">
                <a16:creationId xmlns:a16="http://schemas.microsoft.com/office/drawing/2014/main" id="{4FCD0767-A635-968E-51D5-E1BE840587E6}"/>
              </a:ext>
            </a:extLst>
          </p:cNvPr>
          <p:cNvSpPr/>
          <p:nvPr/>
        </p:nvSpPr>
        <p:spPr>
          <a:xfrm>
            <a:off x="9825049" y="4286640"/>
            <a:ext cx="1610589" cy="2184804"/>
          </a:xfrm>
          <a:prstGeom prst="roundRect">
            <a:avLst>
              <a:gd name="adj" fmla="val 5980"/>
            </a:avLst>
          </a:prstGeom>
          <a:gradFill flip="none" rotWithShape="1">
            <a:gsLst>
              <a:gs pos="0">
                <a:schemeClr val="bg1">
                  <a:lumMod val="50000"/>
                </a:schemeClr>
              </a:gs>
              <a:gs pos="100000">
                <a:schemeClr val="tx2">
                  <a:alpha val="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86" name="Rounded Rectangle 85">
            <a:extLst>
              <a:ext uri="{FF2B5EF4-FFF2-40B4-BE49-F238E27FC236}">
                <a16:creationId xmlns:a16="http://schemas.microsoft.com/office/drawing/2014/main" id="{5B843145-7BE1-7C00-1E81-DA02353E4E61}"/>
              </a:ext>
            </a:extLst>
          </p:cNvPr>
          <p:cNvSpPr/>
          <p:nvPr/>
        </p:nvSpPr>
        <p:spPr>
          <a:xfrm>
            <a:off x="6117520" y="4286640"/>
            <a:ext cx="3519244" cy="2184804"/>
          </a:xfrm>
          <a:prstGeom prst="roundRect">
            <a:avLst>
              <a:gd name="adj" fmla="val 5980"/>
            </a:avLst>
          </a:prstGeom>
          <a:gradFill flip="none" rotWithShape="1">
            <a:gsLst>
              <a:gs pos="0">
                <a:schemeClr val="bg1">
                  <a:lumMod val="50000"/>
                </a:schemeClr>
              </a:gs>
              <a:gs pos="100000">
                <a:schemeClr val="tx2">
                  <a:alpha val="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85" name="Rounded Rectangle 84">
            <a:extLst>
              <a:ext uri="{FF2B5EF4-FFF2-40B4-BE49-F238E27FC236}">
                <a16:creationId xmlns:a16="http://schemas.microsoft.com/office/drawing/2014/main" id="{9DF2AF5B-9757-8D24-A315-E6B2D5600CCE}"/>
              </a:ext>
            </a:extLst>
          </p:cNvPr>
          <p:cNvSpPr/>
          <p:nvPr/>
        </p:nvSpPr>
        <p:spPr>
          <a:xfrm>
            <a:off x="2709690" y="4286640"/>
            <a:ext cx="3213398" cy="2184804"/>
          </a:xfrm>
          <a:prstGeom prst="roundRect">
            <a:avLst>
              <a:gd name="adj" fmla="val 5980"/>
            </a:avLst>
          </a:prstGeom>
          <a:gradFill flip="none" rotWithShape="1">
            <a:gsLst>
              <a:gs pos="0">
                <a:schemeClr val="bg1">
                  <a:lumMod val="50000"/>
                </a:schemeClr>
              </a:gs>
              <a:gs pos="100000">
                <a:schemeClr val="tx2">
                  <a:alpha val="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84" name="Rounded Rectangle 83">
            <a:extLst>
              <a:ext uri="{FF2B5EF4-FFF2-40B4-BE49-F238E27FC236}">
                <a16:creationId xmlns:a16="http://schemas.microsoft.com/office/drawing/2014/main" id="{A6178091-ECEF-5D38-0BE3-56B88ECFB9D0}"/>
              </a:ext>
            </a:extLst>
          </p:cNvPr>
          <p:cNvSpPr/>
          <p:nvPr/>
        </p:nvSpPr>
        <p:spPr>
          <a:xfrm>
            <a:off x="370818" y="4286640"/>
            <a:ext cx="2134887" cy="2184804"/>
          </a:xfrm>
          <a:prstGeom prst="roundRect">
            <a:avLst>
              <a:gd name="adj" fmla="val 5980"/>
            </a:avLst>
          </a:prstGeom>
          <a:gradFill flip="none" rotWithShape="1">
            <a:gsLst>
              <a:gs pos="0">
                <a:schemeClr val="bg1">
                  <a:lumMod val="50000"/>
                </a:schemeClr>
              </a:gs>
              <a:gs pos="100000">
                <a:schemeClr val="tx2">
                  <a:alpha val="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A44A944-5F1D-E193-919F-BE0819EF18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Defense In-Depth at Every Stage of the Attack Chain</a:t>
            </a:r>
          </a:p>
        </p:txBody>
      </p:sp>
      <p:sp>
        <p:nvSpPr>
          <p:cNvPr id="3" name="Google Shape;463;p37">
            <a:extLst>
              <a:ext uri="{FF2B5EF4-FFF2-40B4-BE49-F238E27FC236}">
                <a16:creationId xmlns:a16="http://schemas.microsoft.com/office/drawing/2014/main" id="{205E1AC1-6080-C4F0-B69E-02E8C8982833}"/>
              </a:ext>
            </a:extLst>
          </p:cNvPr>
          <p:cNvSpPr/>
          <p:nvPr/>
        </p:nvSpPr>
        <p:spPr>
          <a:xfrm>
            <a:off x="1001800" y="2853289"/>
            <a:ext cx="10440000" cy="360000"/>
          </a:xfrm>
          <a:prstGeom prst="homePlate">
            <a:avLst>
              <a:gd name="adj" fmla="val 50000"/>
            </a:avLst>
          </a:prstGeom>
          <a:gradFill>
            <a:gsLst>
              <a:gs pos="0">
                <a:srgbClr val="236BF5">
                  <a:alpha val="40000"/>
                </a:srgbClr>
              </a:gs>
              <a:gs pos="100000">
                <a:srgbClr val="3CA592">
                  <a:alpha val="8000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SzPts val="1800"/>
            </a:pPr>
            <a:endParaRPr sz="2400">
              <a:solidFill>
                <a:srgbClr val="001744"/>
              </a:solidFill>
              <a:ea typeface="Century Gothic"/>
              <a:cs typeface="Century Gothic"/>
              <a:sym typeface="Century Gothic"/>
            </a:endParaRPr>
          </a:p>
        </p:txBody>
      </p:sp>
      <p:cxnSp>
        <p:nvCxnSpPr>
          <p:cNvPr id="27" name="Google Shape;487;p37">
            <a:extLst>
              <a:ext uri="{FF2B5EF4-FFF2-40B4-BE49-F238E27FC236}">
                <a16:creationId xmlns:a16="http://schemas.microsoft.com/office/drawing/2014/main" id="{E2BB8CCC-286C-C9C5-828F-09F50F4CAD99}"/>
              </a:ext>
            </a:extLst>
          </p:cNvPr>
          <p:cNvCxnSpPr/>
          <p:nvPr/>
        </p:nvCxnSpPr>
        <p:spPr>
          <a:xfrm rot="10800000">
            <a:off x="1254697" y="2312993"/>
            <a:ext cx="0" cy="1800000"/>
          </a:xfrm>
          <a:prstGeom prst="straightConnector1">
            <a:avLst/>
          </a:prstGeom>
          <a:noFill/>
          <a:ln w="46575" cap="rnd" cmpd="sng">
            <a:solidFill>
              <a:schemeClr val="accent5"/>
            </a:solidFill>
            <a:prstDash val="dot"/>
            <a:round/>
            <a:headEnd type="none" w="sm" len="sm"/>
            <a:tailEnd type="none" w="sm" len="sm"/>
          </a:ln>
        </p:spPr>
      </p:cxnSp>
      <p:cxnSp>
        <p:nvCxnSpPr>
          <p:cNvPr id="28" name="Google Shape;488;p37">
            <a:extLst>
              <a:ext uri="{FF2B5EF4-FFF2-40B4-BE49-F238E27FC236}">
                <a16:creationId xmlns:a16="http://schemas.microsoft.com/office/drawing/2014/main" id="{7C53E7CA-8C37-6A9F-E642-0902AD076B17}"/>
              </a:ext>
            </a:extLst>
          </p:cNvPr>
          <p:cNvCxnSpPr/>
          <p:nvPr/>
        </p:nvCxnSpPr>
        <p:spPr>
          <a:xfrm rot="10800000">
            <a:off x="2622783" y="2294993"/>
            <a:ext cx="0" cy="1800000"/>
          </a:xfrm>
          <a:prstGeom prst="straightConnector1">
            <a:avLst/>
          </a:prstGeom>
          <a:noFill/>
          <a:ln w="46575" cap="rnd" cmpd="sng">
            <a:solidFill>
              <a:schemeClr val="accent5"/>
            </a:solidFill>
            <a:prstDash val="dot"/>
            <a:round/>
            <a:headEnd type="none" w="sm" len="sm"/>
            <a:tailEnd type="none" w="sm" len="sm"/>
          </a:ln>
        </p:spPr>
      </p:cxnSp>
      <p:cxnSp>
        <p:nvCxnSpPr>
          <p:cNvPr id="29" name="Google Shape;489;p37">
            <a:extLst>
              <a:ext uri="{FF2B5EF4-FFF2-40B4-BE49-F238E27FC236}">
                <a16:creationId xmlns:a16="http://schemas.microsoft.com/office/drawing/2014/main" id="{DF0349F3-32C4-032D-0168-64CEB4BEFC18}"/>
              </a:ext>
            </a:extLst>
          </p:cNvPr>
          <p:cNvCxnSpPr/>
          <p:nvPr/>
        </p:nvCxnSpPr>
        <p:spPr>
          <a:xfrm rot="10800000">
            <a:off x="6018013" y="2143496"/>
            <a:ext cx="0" cy="1800000"/>
          </a:xfrm>
          <a:prstGeom prst="straightConnector1">
            <a:avLst/>
          </a:prstGeom>
          <a:noFill/>
          <a:ln w="46575" cap="rnd" cmpd="sng">
            <a:solidFill>
              <a:schemeClr val="accent5"/>
            </a:solidFill>
            <a:prstDash val="dot"/>
            <a:round/>
            <a:headEnd type="none" w="sm" len="sm"/>
            <a:tailEnd type="none" w="sm" len="sm"/>
          </a:ln>
        </p:spPr>
      </p:cxnSp>
      <p:cxnSp>
        <p:nvCxnSpPr>
          <p:cNvPr id="30" name="Google Shape;490;p37">
            <a:extLst>
              <a:ext uri="{FF2B5EF4-FFF2-40B4-BE49-F238E27FC236}">
                <a16:creationId xmlns:a16="http://schemas.microsoft.com/office/drawing/2014/main" id="{F63C1CA6-30A5-E262-D532-EEE1028177E4}"/>
              </a:ext>
            </a:extLst>
          </p:cNvPr>
          <p:cNvCxnSpPr/>
          <p:nvPr/>
        </p:nvCxnSpPr>
        <p:spPr>
          <a:xfrm rot="10800000">
            <a:off x="9733965" y="2150224"/>
            <a:ext cx="0" cy="1800000"/>
          </a:xfrm>
          <a:prstGeom prst="straightConnector1">
            <a:avLst/>
          </a:prstGeom>
          <a:noFill/>
          <a:ln w="46575" cap="rnd" cmpd="sng">
            <a:solidFill>
              <a:schemeClr val="accent5"/>
            </a:solidFill>
            <a:prstDash val="dot"/>
            <a:round/>
            <a:headEnd type="none" w="sm" len="sm"/>
            <a:tailEnd type="none" w="sm" len="sm"/>
          </a:ln>
        </p:spPr>
      </p:cxnSp>
      <p:sp>
        <p:nvSpPr>
          <p:cNvPr id="31" name="Google Shape;491;p37">
            <a:extLst>
              <a:ext uri="{FF2B5EF4-FFF2-40B4-BE49-F238E27FC236}">
                <a16:creationId xmlns:a16="http://schemas.microsoft.com/office/drawing/2014/main" id="{2E1AEF47-087C-E109-46BF-9A9FA1665391}"/>
              </a:ext>
            </a:extLst>
          </p:cNvPr>
          <p:cNvSpPr/>
          <p:nvPr/>
        </p:nvSpPr>
        <p:spPr>
          <a:xfrm>
            <a:off x="1030493" y="1723740"/>
            <a:ext cx="1800000" cy="6616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SzPts val="900"/>
            </a:pPr>
            <a:r>
              <a:rPr lang="en" sz="1200" b="1" dirty="0">
                <a:solidFill>
                  <a:schemeClr val="accent5"/>
                </a:solidFill>
                <a:ea typeface="Century Gothic"/>
                <a:cs typeface="Century Gothic"/>
                <a:sym typeface="Century Gothic"/>
              </a:rPr>
              <a:t>Eliminate Exposure</a:t>
            </a:r>
            <a:endParaRPr sz="1500" dirty="0">
              <a:solidFill>
                <a:schemeClr val="accent5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32" name="Google Shape;492;p37">
            <a:extLst>
              <a:ext uri="{FF2B5EF4-FFF2-40B4-BE49-F238E27FC236}">
                <a16:creationId xmlns:a16="http://schemas.microsoft.com/office/drawing/2014/main" id="{F9BE29CB-1C3A-CBFF-0FF2-6941F3BB9F59}"/>
              </a:ext>
            </a:extLst>
          </p:cNvPr>
          <p:cNvSpPr/>
          <p:nvPr/>
        </p:nvSpPr>
        <p:spPr>
          <a:xfrm>
            <a:off x="2618920" y="1725172"/>
            <a:ext cx="3399085" cy="6616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SzPts val="900"/>
            </a:pPr>
            <a:r>
              <a:rPr lang="en" sz="1200" b="1" dirty="0">
                <a:solidFill>
                  <a:schemeClr val="accent5"/>
                </a:solidFill>
                <a:ea typeface="Century Gothic"/>
                <a:cs typeface="Century Gothic"/>
                <a:sym typeface="Century Gothic"/>
              </a:rPr>
              <a:t>Inspect All Traffic</a:t>
            </a:r>
            <a:endParaRPr sz="1200" b="1" dirty="0">
              <a:solidFill>
                <a:schemeClr val="accent5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33" name="Google Shape;493;p37">
            <a:extLst>
              <a:ext uri="{FF2B5EF4-FFF2-40B4-BE49-F238E27FC236}">
                <a16:creationId xmlns:a16="http://schemas.microsoft.com/office/drawing/2014/main" id="{24F16522-B821-606C-372E-80C2A3FC7EC9}"/>
              </a:ext>
            </a:extLst>
          </p:cNvPr>
          <p:cNvSpPr/>
          <p:nvPr/>
        </p:nvSpPr>
        <p:spPr>
          <a:xfrm>
            <a:off x="6018012" y="1725172"/>
            <a:ext cx="3715952" cy="6616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SzPts val="900"/>
            </a:pPr>
            <a:r>
              <a:rPr lang="en" sz="1200" b="1" dirty="0">
                <a:solidFill>
                  <a:schemeClr val="accent5"/>
                </a:solidFill>
                <a:ea typeface="Century Gothic"/>
                <a:cs typeface="Century Gothic"/>
                <a:sym typeface="Century Gothic"/>
              </a:rPr>
              <a:t>Reduce the Blast Radius</a:t>
            </a:r>
            <a:endParaRPr sz="1500" dirty="0">
              <a:solidFill>
                <a:schemeClr val="accent5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34" name="Google Shape;494;p37">
            <a:extLst>
              <a:ext uri="{FF2B5EF4-FFF2-40B4-BE49-F238E27FC236}">
                <a16:creationId xmlns:a16="http://schemas.microsoft.com/office/drawing/2014/main" id="{E4721A73-4D84-730C-EFA3-0307D519899D}"/>
              </a:ext>
            </a:extLst>
          </p:cNvPr>
          <p:cNvSpPr/>
          <p:nvPr/>
        </p:nvSpPr>
        <p:spPr>
          <a:xfrm>
            <a:off x="9733965" y="1723740"/>
            <a:ext cx="1707821" cy="6616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SzPts val="900"/>
            </a:pPr>
            <a:r>
              <a:rPr lang="en" sz="1200" b="1" dirty="0">
                <a:solidFill>
                  <a:schemeClr val="accent5"/>
                </a:solidFill>
                <a:ea typeface="Century Gothic"/>
                <a:cs typeface="Century Gothic"/>
                <a:sym typeface="Century Gothic"/>
              </a:rPr>
              <a:t>Prepare to Remediate</a:t>
            </a:r>
            <a:endParaRPr sz="1500" dirty="0">
              <a:solidFill>
                <a:schemeClr val="accent5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35" name="Google Shape;495;p37">
            <a:extLst>
              <a:ext uri="{FF2B5EF4-FFF2-40B4-BE49-F238E27FC236}">
                <a16:creationId xmlns:a16="http://schemas.microsoft.com/office/drawing/2014/main" id="{68777909-1A41-AF9C-A048-296ECFC960D5}"/>
              </a:ext>
            </a:extLst>
          </p:cNvPr>
          <p:cNvSpPr/>
          <p:nvPr/>
        </p:nvSpPr>
        <p:spPr>
          <a:xfrm>
            <a:off x="1300493" y="3461307"/>
            <a:ext cx="1260000" cy="1384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 defTabSz="1219170">
              <a:buSzPts val="800"/>
            </a:pPr>
            <a:r>
              <a:rPr lang="en" sz="900" b="1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Gain initial entry</a:t>
            </a:r>
            <a:endParaRPr sz="900" b="1"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36" name="Google Shape;496;p37">
            <a:extLst>
              <a:ext uri="{FF2B5EF4-FFF2-40B4-BE49-F238E27FC236}">
                <a16:creationId xmlns:a16="http://schemas.microsoft.com/office/drawing/2014/main" id="{D974DEDA-5FF7-B313-D0C0-642CD1A9B9AE}"/>
              </a:ext>
            </a:extLst>
          </p:cNvPr>
          <p:cNvSpPr/>
          <p:nvPr/>
        </p:nvSpPr>
        <p:spPr>
          <a:xfrm>
            <a:off x="2749607" y="3461307"/>
            <a:ext cx="9348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 defTabSz="1219170">
              <a:buSzPts val="800"/>
            </a:pPr>
            <a:r>
              <a:rPr lang="en" sz="900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Establish foothold </a:t>
            </a:r>
            <a:endParaRPr sz="900" b="1" dirty="0"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37" name="Google Shape;497;p37">
            <a:extLst>
              <a:ext uri="{FF2B5EF4-FFF2-40B4-BE49-F238E27FC236}">
                <a16:creationId xmlns:a16="http://schemas.microsoft.com/office/drawing/2014/main" id="{BD5FAA7F-8089-76F9-E099-705C54689352}"/>
              </a:ext>
            </a:extLst>
          </p:cNvPr>
          <p:cNvSpPr/>
          <p:nvPr/>
        </p:nvSpPr>
        <p:spPr>
          <a:xfrm>
            <a:off x="3943979" y="3461307"/>
            <a:ext cx="75848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 defTabSz="1219170">
              <a:buSzPts val="800"/>
            </a:pPr>
            <a:r>
              <a:rPr lang="en" sz="900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Deliver malware </a:t>
            </a:r>
            <a:endParaRPr sz="900" b="1" dirty="0"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38" name="Google Shape;498;p37">
            <a:extLst>
              <a:ext uri="{FF2B5EF4-FFF2-40B4-BE49-F238E27FC236}">
                <a16:creationId xmlns:a16="http://schemas.microsoft.com/office/drawing/2014/main" id="{2D58F564-0C06-ED60-8292-3BCA74587C02}"/>
              </a:ext>
            </a:extLst>
          </p:cNvPr>
          <p:cNvSpPr/>
          <p:nvPr/>
        </p:nvSpPr>
        <p:spPr>
          <a:xfrm>
            <a:off x="5081326" y="3461307"/>
            <a:ext cx="697332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 defTabSz="1219170">
              <a:buSzPts val="800"/>
            </a:pPr>
            <a:r>
              <a:rPr lang="en" sz="900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Install </a:t>
            </a:r>
            <a:br>
              <a:rPr lang="en" sz="900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</a:br>
            <a:r>
              <a:rPr lang="en" sz="900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malware</a:t>
            </a:r>
            <a:endParaRPr sz="900" b="1" dirty="0"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39" name="Google Shape;499;p37">
            <a:extLst>
              <a:ext uri="{FF2B5EF4-FFF2-40B4-BE49-F238E27FC236}">
                <a16:creationId xmlns:a16="http://schemas.microsoft.com/office/drawing/2014/main" id="{85BA91A3-AC6F-CAF5-FA61-82EA34E2289E}"/>
              </a:ext>
            </a:extLst>
          </p:cNvPr>
          <p:cNvSpPr/>
          <p:nvPr/>
        </p:nvSpPr>
        <p:spPr>
          <a:xfrm>
            <a:off x="6150722" y="3461307"/>
            <a:ext cx="1096026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 defTabSz="1219170">
              <a:buSzPts val="600"/>
            </a:pPr>
            <a:r>
              <a:rPr lang="en" sz="900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Steal credentials </a:t>
            </a:r>
            <a:br>
              <a:rPr lang="en" sz="900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</a:br>
            <a:r>
              <a:rPr lang="en" sz="900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and compromise additional systems </a:t>
            </a:r>
            <a:endParaRPr sz="900" b="1" dirty="0">
              <a:ea typeface="Century Gothic"/>
              <a:cs typeface="Century Gothic"/>
              <a:sym typeface="Century Gothic"/>
            </a:endParaRPr>
          </a:p>
          <a:p>
            <a:pPr algn="ctr" defTabSz="1219170">
              <a:buSzPts val="600"/>
            </a:pPr>
            <a:r>
              <a:rPr lang="en" sz="900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Domain controller</a:t>
            </a:r>
            <a:endParaRPr sz="900" b="1" dirty="0"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40" name="Google Shape;500;p37">
            <a:extLst>
              <a:ext uri="{FF2B5EF4-FFF2-40B4-BE49-F238E27FC236}">
                <a16:creationId xmlns:a16="http://schemas.microsoft.com/office/drawing/2014/main" id="{352A0D14-1CB3-B904-1A8E-0A8527A6B0E8}"/>
              </a:ext>
            </a:extLst>
          </p:cNvPr>
          <p:cNvSpPr/>
          <p:nvPr/>
        </p:nvSpPr>
        <p:spPr>
          <a:xfrm>
            <a:off x="7656380" y="3461307"/>
            <a:ext cx="441314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 defTabSz="1219170">
              <a:buSzPts val="800"/>
            </a:pPr>
            <a:r>
              <a:rPr lang="en" sz="900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Steal data</a:t>
            </a:r>
            <a:endParaRPr sz="900" b="1" dirty="0"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41" name="Google Shape;501;p37">
            <a:extLst>
              <a:ext uri="{FF2B5EF4-FFF2-40B4-BE49-F238E27FC236}">
                <a16:creationId xmlns:a16="http://schemas.microsoft.com/office/drawing/2014/main" id="{88E4EA1C-B8CD-E114-78F6-7E1C4E4781D3}"/>
              </a:ext>
            </a:extLst>
          </p:cNvPr>
          <p:cNvSpPr/>
          <p:nvPr/>
        </p:nvSpPr>
        <p:spPr>
          <a:xfrm>
            <a:off x="8410615" y="3461307"/>
            <a:ext cx="1260000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 defTabSz="1219170">
              <a:buSzPts val="600"/>
            </a:pPr>
            <a:r>
              <a:rPr lang="en" sz="900" b="1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Install ransomware and demand payment</a:t>
            </a:r>
            <a:endParaRPr sz="900" b="1" dirty="0">
              <a:ea typeface="Century Gothic"/>
              <a:cs typeface="Century Gothic"/>
              <a:sym typeface="Century Gothic"/>
            </a:endParaRPr>
          </a:p>
        </p:txBody>
      </p:sp>
      <p:cxnSp>
        <p:nvCxnSpPr>
          <p:cNvPr id="43" name="Google Shape;503;p37">
            <a:extLst>
              <a:ext uri="{FF2B5EF4-FFF2-40B4-BE49-F238E27FC236}">
                <a16:creationId xmlns:a16="http://schemas.microsoft.com/office/drawing/2014/main" id="{E4A7CD78-D6FE-44F4-1D58-E8DCD02EC5E7}"/>
              </a:ext>
            </a:extLst>
          </p:cNvPr>
          <p:cNvCxnSpPr>
            <a:cxnSpLocks/>
            <a:endCxn id="34" idx="0"/>
          </p:cNvCxnSpPr>
          <p:nvPr/>
        </p:nvCxnSpPr>
        <p:spPr>
          <a:xfrm>
            <a:off x="7346791" y="1247423"/>
            <a:ext cx="3241085" cy="476317"/>
          </a:xfrm>
          <a:prstGeom prst="bentConnector2">
            <a:avLst/>
          </a:prstGeom>
          <a:noFill/>
          <a:ln w="33875" cap="rnd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44" name="Google Shape;504;p37">
            <a:extLst>
              <a:ext uri="{FF2B5EF4-FFF2-40B4-BE49-F238E27FC236}">
                <a16:creationId xmlns:a16="http://schemas.microsoft.com/office/drawing/2014/main" id="{284D2C9F-90EE-F947-1299-0B1E504C207B}"/>
              </a:ext>
            </a:extLst>
          </p:cNvPr>
          <p:cNvSpPr/>
          <p:nvPr/>
        </p:nvSpPr>
        <p:spPr>
          <a:xfrm>
            <a:off x="455406" y="4378400"/>
            <a:ext cx="1965710" cy="9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Clr>
                <a:srgbClr val="FFFFFF"/>
              </a:buClr>
              <a:buSzPts val="800"/>
            </a:pPr>
            <a:r>
              <a:rPr lang="en" sz="1067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Hide apps and assets behind the Zero Trust Exchange. Replace exposed VPNs and edge firewalls.</a:t>
            </a:r>
            <a:endParaRPr sz="1067" dirty="0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  <a:p>
            <a:pPr algn="ctr" defTabSz="1219170">
              <a:buClr>
                <a:srgbClr val="FFFFFF"/>
              </a:buClr>
              <a:buSzPts val="800"/>
            </a:pPr>
            <a:r>
              <a:rPr lang="en" sz="1067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Accelerate vuln remediation.</a:t>
            </a:r>
            <a:endParaRPr sz="1067" dirty="0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45" name="Google Shape;505;p37">
            <a:extLst>
              <a:ext uri="{FF2B5EF4-FFF2-40B4-BE49-F238E27FC236}">
                <a16:creationId xmlns:a16="http://schemas.microsoft.com/office/drawing/2014/main" id="{9DF550A3-97DE-EEFE-AD40-42AB95FFF21F}"/>
              </a:ext>
            </a:extLst>
          </p:cNvPr>
          <p:cNvSpPr/>
          <p:nvPr/>
        </p:nvSpPr>
        <p:spPr>
          <a:xfrm>
            <a:off x="3111965" y="4559000"/>
            <a:ext cx="2408848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SzPts val="800"/>
            </a:pPr>
            <a:r>
              <a:rPr lang="en" sz="1067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TLS decryption, sandboxing, and App Protection for all user, device and app traffic</a:t>
            </a:r>
            <a:endParaRPr sz="1867" dirty="0"/>
          </a:p>
        </p:txBody>
      </p:sp>
      <p:sp>
        <p:nvSpPr>
          <p:cNvPr id="46" name="Google Shape;506;p37">
            <a:extLst>
              <a:ext uri="{FF2B5EF4-FFF2-40B4-BE49-F238E27FC236}">
                <a16:creationId xmlns:a16="http://schemas.microsoft.com/office/drawing/2014/main" id="{136C5844-3390-6A8D-F1A3-B01344C10142}"/>
              </a:ext>
            </a:extLst>
          </p:cNvPr>
          <p:cNvSpPr/>
          <p:nvPr/>
        </p:nvSpPr>
        <p:spPr>
          <a:xfrm>
            <a:off x="6228508" y="4588000"/>
            <a:ext cx="3297268" cy="5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SzPts val="800"/>
            </a:pPr>
            <a:r>
              <a:rPr lang="en" sz="1067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Zero Trust Segmentation for users, devices and apps prevents lateral threat movement. Deception catches what segmentation didn't</a:t>
            </a:r>
            <a:endParaRPr sz="1067" dirty="0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47" name="Google Shape;507;p37">
            <a:extLst>
              <a:ext uri="{FF2B5EF4-FFF2-40B4-BE49-F238E27FC236}">
                <a16:creationId xmlns:a16="http://schemas.microsoft.com/office/drawing/2014/main" id="{0252D691-DA25-D4E2-56CA-95281C595F49}"/>
              </a:ext>
            </a:extLst>
          </p:cNvPr>
          <p:cNvSpPr/>
          <p:nvPr/>
        </p:nvSpPr>
        <p:spPr>
          <a:xfrm>
            <a:off x="455407" y="5519151"/>
            <a:ext cx="1965708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SzPts val="1050"/>
            </a:pPr>
            <a:r>
              <a:rPr lang="en" sz="1400" b="1" dirty="0">
                <a:solidFill>
                  <a:srgbClr val="6BFFB3"/>
                </a:solidFill>
                <a:ea typeface="Century Gothic"/>
                <a:cs typeface="Century Gothic"/>
                <a:sym typeface="Century Gothic"/>
              </a:rPr>
              <a:t>ZPA</a:t>
            </a:r>
            <a:br>
              <a:rPr lang="en" sz="1400" b="1" dirty="0">
                <a:solidFill>
                  <a:srgbClr val="6BFFB3"/>
                </a:solidFill>
                <a:ea typeface="Century Gothic"/>
                <a:cs typeface="Century Gothic"/>
                <a:sym typeface="Century Gothic"/>
              </a:rPr>
            </a:br>
            <a:r>
              <a:rPr lang="en" sz="1400" b="1" dirty="0">
                <a:solidFill>
                  <a:srgbClr val="6BFFB3"/>
                </a:solidFill>
                <a:ea typeface="Century Gothic"/>
                <a:cs typeface="Century Gothic"/>
                <a:sym typeface="Century Gothic"/>
              </a:rPr>
              <a:t>ZT Branch</a:t>
            </a:r>
            <a:endParaRPr sz="1400" b="1" dirty="0">
              <a:solidFill>
                <a:srgbClr val="6BFFB3"/>
              </a:solidFill>
              <a:ea typeface="Century Gothic"/>
              <a:cs typeface="Century Gothic"/>
              <a:sym typeface="Century Gothic"/>
            </a:endParaRPr>
          </a:p>
          <a:p>
            <a:pPr algn="ctr" defTabSz="1219170">
              <a:buSzPts val="1050"/>
            </a:pPr>
            <a:r>
              <a:rPr lang="en" sz="1400" b="1" dirty="0">
                <a:solidFill>
                  <a:srgbClr val="6BFFB3"/>
                </a:solidFill>
                <a:ea typeface="Century Gothic"/>
                <a:cs typeface="Century Gothic"/>
                <a:sym typeface="Century Gothic"/>
              </a:rPr>
              <a:t>Exposure </a:t>
            </a:r>
            <a:r>
              <a:rPr lang="en" sz="1400" b="1" dirty="0" err="1">
                <a:solidFill>
                  <a:srgbClr val="6BFFB3"/>
                </a:solidFill>
                <a:ea typeface="Century Gothic"/>
                <a:cs typeface="Century Gothic"/>
                <a:sym typeface="Century Gothic"/>
              </a:rPr>
              <a:t>Mgmt</a:t>
            </a:r>
            <a:endParaRPr sz="1400" b="1" dirty="0">
              <a:solidFill>
                <a:srgbClr val="6BFFB3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48" name="Google Shape;508;p37">
            <a:extLst>
              <a:ext uri="{FF2B5EF4-FFF2-40B4-BE49-F238E27FC236}">
                <a16:creationId xmlns:a16="http://schemas.microsoft.com/office/drawing/2014/main" id="{5DD4217A-E1D0-D1F9-11E4-DAE036761DE7}"/>
              </a:ext>
            </a:extLst>
          </p:cNvPr>
          <p:cNvSpPr/>
          <p:nvPr/>
        </p:nvSpPr>
        <p:spPr>
          <a:xfrm>
            <a:off x="9895799" y="4588000"/>
            <a:ext cx="1469088" cy="5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SzPts val="800"/>
            </a:pPr>
            <a:r>
              <a:rPr lang="en" sz="1067" dirty="0">
                <a:solidFill>
                  <a:srgbClr val="FFFFFF"/>
                </a:solidFill>
                <a:ea typeface="Century Gothic"/>
                <a:cs typeface="Century Gothic"/>
                <a:sym typeface="Century Gothic"/>
              </a:rPr>
              <a:t>Keep the business operating during incident response.</a:t>
            </a:r>
            <a:endParaRPr sz="1067" dirty="0">
              <a:solidFill>
                <a:srgbClr val="FFFFFF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49" name="Google Shape;509;p37">
            <a:extLst>
              <a:ext uri="{FF2B5EF4-FFF2-40B4-BE49-F238E27FC236}">
                <a16:creationId xmlns:a16="http://schemas.microsoft.com/office/drawing/2014/main" id="{76756DB4-0AA4-5FEF-73DE-F83E9C991CC0}"/>
              </a:ext>
            </a:extLst>
          </p:cNvPr>
          <p:cNvSpPr/>
          <p:nvPr/>
        </p:nvSpPr>
        <p:spPr>
          <a:xfrm>
            <a:off x="2858260" y="5519151"/>
            <a:ext cx="2920398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SzPts val="1050"/>
            </a:pPr>
            <a:r>
              <a:rPr lang="en" sz="1400" b="1" dirty="0">
                <a:solidFill>
                  <a:srgbClr val="6BFFB3"/>
                </a:solidFill>
                <a:ea typeface="Century Gothic"/>
                <a:cs typeface="Century Gothic"/>
                <a:sym typeface="Century Gothic"/>
              </a:rPr>
              <a:t>ZIA + Firewall + Sandbox</a:t>
            </a:r>
            <a:endParaRPr sz="1400" b="1" dirty="0">
              <a:solidFill>
                <a:srgbClr val="6BFFB3"/>
              </a:solidFill>
              <a:ea typeface="Century Gothic"/>
              <a:cs typeface="Century Gothic"/>
              <a:sym typeface="Century Gothic"/>
            </a:endParaRPr>
          </a:p>
          <a:p>
            <a:pPr algn="ctr" defTabSz="1219170">
              <a:buSzPts val="1050"/>
            </a:pPr>
            <a:r>
              <a:rPr lang="en" sz="1400" b="1" dirty="0">
                <a:solidFill>
                  <a:srgbClr val="6BFFB3"/>
                </a:solidFill>
                <a:ea typeface="Century Gothic"/>
                <a:cs typeface="Century Gothic"/>
                <a:sym typeface="Century Gothic"/>
              </a:rPr>
              <a:t>ZPA App Protection</a:t>
            </a:r>
            <a:endParaRPr sz="1400" b="1" dirty="0">
              <a:solidFill>
                <a:srgbClr val="6BFFB3"/>
              </a:solidFill>
              <a:ea typeface="Century Gothic"/>
              <a:cs typeface="Century Gothic"/>
              <a:sym typeface="Century Gothic"/>
            </a:endParaRPr>
          </a:p>
          <a:p>
            <a:pPr algn="ctr" defTabSz="1219170">
              <a:buSzPts val="1050"/>
            </a:pPr>
            <a:r>
              <a:rPr lang="en" sz="1400" b="1" dirty="0">
                <a:solidFill>
                  <a:srgbClr val="6BFFB3"/>
                </a:solidFill>
                <a:ea typeface="Century Gothic"/>
                <a:cs typeface="Century Gothic"/>
                <a:sym typeface="Century Gothic"/>
              </a:rPr>
              <a:t>ZT Branch  •  ZT Cloud</a:t>
            </a:r>
            <a:endParaRPr sz="1400" b="1" dirty="0">
              <a:solidFill>
                <a:srgbClr val="6BFFB3"/>
              </a:solidFill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50" name="Google Shape;510;p37">
            <a:extLst>
              <a:ext uri="{FF2B5EF4-FFF2-40B4-BE49-F238E27FC236}">
                <a16:creationId xmlns:a16="http://schemas.microsoft.com/office/drawing/2014/main" id="{A1DF02E6-8C4F-3239-BDDF-6B3E7598E43C}"/>
              </a:ext>
            </a:extLst>
          </p:cNvPr>
          <p:cNvSpPr/>
          <p:nvPr/>
        </p:nvSpPr>
        <p:spPr>
          <a:xfrm>
            <a:off x="6350716" y="5519151"/>
            <a:ext cx="3052852" cy="6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SzPts val="1050"/>
            </a:pPr>
            <a:r>
              <a:rPr lang="en" sz="1400" b="1" dirty="0">
                <a:solidFill>
                  <a:srgbClr val="6BFFB3"/>
                </a:solidFill>
                <a:ea typeface="Century Gothic"/>
                <a:cs typeface="Century Gothic"/>
                <a:sym typeface="Century Gothic"/>
              </a:rPr>
              <a:t>ZPA • ZT Branch • ZT Cloud Deception</a:t>
            </a:r>
            <a:endParaRPr sz="1600" dirty="0"/>
          </a:p>
        </p:txBody>
      </p:sp>
      <p:sp>
        <p:nvSpPr>
          <p:cNvPr id="51" name="Google Shape;511;p37">
            <a:extLst>
              <a:ext uri="{FF2B5EF4-FFF2-40B4-BE49-F238E27FC236}">
                <a16:creationId xmlns:a16="http://schemas.microsoft.com/office/drawing/2014/main" id="{3A003822-218F-C489-32DD-2ABD28CFDB2A}"/>
              </a:ext>
            </a:extLst>
          </p:cNvPr>
          <p:cNvSpPr/>
          <p:nvPr/>
        </p:nvSpPr>
        <p:spPr>
          <a:xfrm>
            <a:off x="10030264" y="5519151"/>
            <a:ext cx="1200158" cy="5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 defTabSz="1219170">
              <a:buSzPts val="1050"/>
            </a:pPr>
            <a:r>
              <a:rPr lang="en" sz="1400" b="1" dirty="0">
                <a:solidFill>
                  <a:srgbClr val="6BFFB3"/>
                </a:solidFill>
                <a:ea typeface="Century Gothic"/>
                <a:cs typeface="Century Gothic"/>
                <a:sym typeface="Century Gothic"/>
              </a:rPr>
              <a:t>AI Red Teaming BCC</a:t>
            </a:r>
            <a:endParaRPr sz="1600" dirty="0"/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0739FE7B-18B2-49DD-66FE-F4C2662E28BD}"/>
              </a:ext>
            </a:extLst>
          </p:cNvPr>
          <p:cNvGrpSpPr/>
          <p:nvPr/>
        </p:nvGrpSpPr>
        <p:grpSpPr>
          <a:xfrm>
            <a:off x="10227876" y="2673289"/>
            <a:ext cx="720000" cy="720000"/>
            <a:chOff x="10337316" y="2681223"/>
            <a:chExt cx="720000" cy="720000"/>
          </a:xfrm>
        </p:grpSpPr>
        <p:sp>
          <p:nvSpPr>
            <p:cNvPr id="53" name="Google Shape;513;p37">
              <a:extLst>
                <a:ext uri="{FF2B5EF4-FFF2-40B4-BE49-F238E27FC236}">
                  <a16:creationId xmlns:a16="http://schemas.microsoft.com/office/drawing/2014/main" id="{B6285541-489E-9880-A517-ED4DEAE23D97}"/>
                </a:ext>
              </a:extLst>
            </p:cNvPr>
            <p:cNvSpPr/>
            <p:nvPr/>
          </p:nvSpPr>
          <p:spPr>
            <a:xfrm>
              <a:off x="10337316" y="2681223"/>
              <a:ext cx="720000" cy="720000"/>
            </a:xfrm>
            <a:prstGeom prst="ellipse">
              <a:avLst/>
            </a:prstGeom>
            <a:solidFill>
              <a:srgbClr val="001744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00" tIns="45700" rIns="91400" bIns="45700" anchor="ctr" anchorCtr="0">
              <a:noAutofit/>
            </a:bodyPr>
            <a:lstStyle/>
            <a:p>
              <a:pPr algn="ctr" defTabSz="1219170">
                <a:buSzPts val="1425"/>
              </a:pPr>
              <a:endParaRPr sz="1900">
                <a:solidFill>
                  <a:srgbClr val="001744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54" name="Google Shape;514;p37">
              <a:extLst>
                <a:ext uri="{FF2B5EF4-FFF2-40B4-BE49-F238E27FC236}">
                  <a16:creationId xmlns:a16="http://schemas.microsoft.com/office/drawing/2014/main" id="{364FDA0C-D71B-9D17-16A4-4F79C697D6B9}"/>
                </a:ext>
              </a:extLst>
            </p:cNvPr>
            <p:cNvSpPr/>
            <p:nvPr/>
          </p:nvSpPr>
          <p:spPr>
            <a:xfrm>
              <a:off x="10490257" y="2906484"/>
              <a:ext cx="414119" cy="269479"/>
            </a:xfrm>
            <a:custGeom>
              <a:avLst/>
              <a:gdLst/>
              <a:ahLst/>
              <a:cxnLst/>
              <a:rect l="l" t="t" r="r" b="b"/>
              <a:pathLst>
                <a:path w="5647078" h="3514947" extrusionOk="0">
                  <a:moveTo>
                    <a:pt x="3677697" y="2706898"/>
                  </a:moveTo>
                  <a:cubicBezTo>
                    <a:pt x="3740795" y="2706898"/>
                    <a:pt x="3791956" y="2758473"/>
                    <a:pt x="3791956" y="2822080"/>
                  </a:cubicBezTo>
                  <a:cubicBezTo>
                    <a:pt x="3791956" y="2885701"/>
                    <a:pt x="3740795" y="2937276"/>
                    <a:pt x="3677697" y="2937276"/>
                  </a:cubicBezTo>
                  <a:cubicBezTo>
                    <a:pt x="3614585" y="2937276"/>
                    <a:pt x="3563423" y="2885701"/>
                    <a:pt x="3563423" y="2822080"/>
                  </a:cubicBezTo>
                  <a:cubicBezTo>
                    <a:pt x="3563423" y="2758473"/>
                    <a:pt x="3614585" y="2706898"/>
                    <a:pt x="3677697" y="2706898"/>
                  </a:cubicBezTo>
                  <a:close/>
                  <a:moveTo>
                    <a:pt x="3611996" y="2300292"/>
                  </a:moveTo>
                  <a:cubicBezTo>
                    <a:pt x="3606283" y="2300292"/>
                    <a:pt x="3603419" y="2308924"/>
                    <a:pt x="3603419" y="2308924"/>
                  </a:cubicBezTo>
                  <a:lnTo>
                    <a:pt x="3600569" y="2357305"/>
                  </a:lnTo>
                  <a:cubicBezTo>
                    <a:pt x="3595420" y="2417787"/>
                    <a:pt x="3565144" y="2467888"/>
                    <a:pt x="3516007" y="2501289"/>
                  </a:cubicBezTo>
                  <a:cubicBezTo>
                    <a:pt x="3514299" y="2502445"/>
                    <a:pt x="3510871" y="2504744"/>
                    <a:pt x="3510871" y="2504744"/>
                  </a:cubicBezTo>
                  <a:lnTo>
                    <a:pt x="3497723" y="2512234"/>
                  </a:lnTo>
                  <a:cubicBezTo>
                    <a:pt x="3439444" y="2544492"/>
                    <a:pt x="3365180" y="2543914"/>
                    <a:pt x="3306900" y="2511656"/>
                  </a:cubicBezTo>
                  <a:lnTo>
                    <a:pt x="3268626" y="2492656"/>
                  </a:lnTo>
                  <a:cubicBezTo>
                    <a:pt x="3268626" y="2492656"/>
                    <a:pt x="3267469" y="2492656"/>
                    <a:pt x="3265762" y="2492656"/>
                  </a:cubicBezTo>
                  <a:cubicBezTo>
                    <a:pt x="3264055" y="2492656"/>
                    <a:pt x="3261769" y="2494377"/>
                    <a:pt x="3261769" y="2494377"/>
                  </a:cubicBezTo>
                  <a:lnTo>
                    <a:pt x="3186914" y="2623960"/>
                  </a:lnTo>
                  <a:cubicBezTo>
                    <a:pt x="3185771" y="2625695"/>
                    <a:pt x="3188635" y="2632028"/>
                    <a:pt x="3188635" y="2632028"/>
                  </a:cubicBezTo>
                  <a:lnTo>
                    <a:pt x="3229195" y="2660252"/>
                  </a:lnTo>
                  <a:cubicBezTo>
                    <a:pt x="3281182" y="2696531"/>
                    <a:pt x="3313179" y="2758734"/>
                    <a:pt x="3313179" y="2822658"/>
                  </a:cubicBezTo>
                  <a:cubicBezTo>
                    <a:pt x="3313179" y="2886596"/>
                    <a:pt x="3281182" y="2948799"/>
                    <a:pt x="3229773" y="2985077"/>
                  </a:cubicBezTo>
                  <a:lnTo>
                    <a:pt x="3191485" y="3012145"/>
                  </a:lnTo>
                  <a:cubicBezTo>
                    <a:pt x="3188056" y="3015023"/>
                    <a:pt x="3188056" y="3022512"/>
                    <a:pt x="3188056" y="3022512"/>
                  </a:cubicBezTo>
                  <a:lnTo>
                    <a:pt x="3261191" y="3149218"/>
                  </a:lnTo>
                  <a:cubicBezTo>
                    <a:pt x="3262912" y="3152673"/>
                    <a:pt x="3267469" y="3154408"/>
                    <a:pt x="3270897" y="3152673"/>
                  </a:cubicBezTo>
                  <a:lnTo>
                    <a:pt x="3314900" y="3131939"/>
                  </a:lnTo>
                  <a:cubicBezTo>
                    <a:pt x="3342325" y="3119851"/>
                    <a:pt x="3370893" y="3113518"/>
                    <a:pt x="3398883" y="3113518"/>
                  </a:cubicBezTo>
                  <a:cubicBezTo>
                    <a:pt x="3430880" y="3113518"/>
                    <a:pt x="3462876" y="3121572"/>
                    <a:pt x="3492009" y="3137708"/>
                  </a:cubicBezTo>
                  <a:lnTo>
                    <a:pt x="3495437" y="3139429"/>
                  </a:lnTo>
                  <a:cubicBezTo>
                    <a:pt x="3497158" y="3140585"/>
                    <a:pt x="3499444" y="3141728"/>
                    <a:pt x="3501151" y="3142885"/>
                  </a:cubicBezTo>
                  <a:cubicBezTo>
                    <a:pt x="3554281" y="3175143"/>
                    <a:pt x="3586856" y="3225822"/>
                    <a:pt x="3591992" y="3285712"/>
                  </a:cubicBezTo>
                  <a:lnTo>
                    <a:pt x="3595420" y="3338705"/>
                  </a:lnTo>
                  <a:cubicBezTo>
                    <a:pt x="3595420" y="3338705"/>
                    <a:pt x="3598284" y="3342739"/>
                    <a:pt x="3603419" y="3342739"/>
                  </a:cubicBezTo>
                  <a:lnTo>
                    <a:pt x="3749689" y="3342739"/>
                  </a:lnTo>
                  <a:cubicBezTo>
                    <a:pt x="3754824" y="3342739"/>
                    <a:pt x="3757688" y="3338126"/>
                    <a:pt x="3757688" y="3338126"/>
                  </a:cubicBezTo>
                  <a:lnTo>
                    <a:pt x="3760538" y="3290903"/>
                  </a:lnTo>
                  <a:cubicBezTo>
                    <a:pt x="3766251" y="3225822"/>
                    <a:pt x="3801112" y="3168796"/>
                    <a:pt x="3854806" y="3136551"/>
                  </a:cubicBezTo>
                  <a:cubicBezTo>
                    <a:pt x="3856527" y="3135395"/>
                    <a:pt x="3860520" y="3133096"/>
                    <a:pt x="3860520" y="3133096"/>
                  </a:cubicBezTo>
                  <a:lnTo>
                    <a:pt x="3866234" y="3130218"/>
                  </a:lnTo>
                  <a:cubicBezTo>
                    <a:pt x="3915371" y="3102572"/>
                    <a:pt x="3981071" y="3100838"/>
                    <a:pt x="4033637" y="3127341"/>
                  </a:cubicBezTo>
                  <a:lnTo>
                    <a:pt x="4080489" y="3150953"/>
                  </a:lnTo>
                  <a:cubicBezTo>
                    <a:pt x="4081632" y="3151531"/>
                    <a:pt x="4087910" y="3146919"/>
                    <a:pt x="4087910" y="3146919"/>
                  </a:cubicBezTo>
                  <a:lnTo>
                    <a:pt x="4161623" y="3019635"/>
                  </a:lnTo>
                  <a:cubicBezTo>
                    <a:pt x="4162766" y="3017914"/>
                    <a:pt x="4159902" y="3011567"/>
                    <a:pt x="4159902" y="3011567"/>
                  </a:cubicBezTo>
                  <a:lnTo>
                    <a:pt x="4123334" y="2985077"/>
                  </a:lnTo>
                  <a:cubicBezTo>
                    <a:pt x="4074211" y="2950520"/>
                    <a:pt x="4042214" y="2890052"/>
                    <a:pt x="4041072" y="2827270"/>
                  </a:cubicBezTo>
                  <a:cubicBezTo>
                    <a:pt x="4037065" y="2761033"/>
                    <a:pt x="4069640" y="2697687"/>
                    <a:pt x="4126198" y="2660252"/>
                  </a:cubicBezTo>
                  <a:lnTo>
                    <a:pt x="4163330" y="2634327"/>
                  </a:lnTo>
                  <a:lnTo>
                    <a:pt x="4163908" y="2633185"/>
                  </a:lnTo>
                  <a:cubicBezTo>
                    <a:pt x="4167336" y="2630307"/>
                    <a:pt x="4167336" y="2622818"/>
                    <a:pt x="4167336" y="2622818"/>
                  </a:cubicBezTo>
                  <a:lnTo>
                    <a:pt x="4094202" y="2496690"/>
                  </a:lnTo>
                  <a:cubicBezTo>
                    <a:pt x="4092481" y="2493235"/>
                    <a:pt x="4087910" y="2491500"/>
                    <a:pt x="4084482" y="2493235"/>
                  </a:cubicBezTo>
                  <a:lnTo>
                    <a:pt x="4045642" y="2512812"/>
                  </a:lnTo>
                  <a:cubicBezTo>
                    <a:pt x="3984499" y="2541036"/>
                    <a:pt x="3918799" y="2538723"/>
                    <a:pt x="3866812" y="2508778"/>
                  </a:cubicBezTo>
                  <a:lnTo>
                    <a:pt x="3863384" y="2507057"/>
                  </a:lnTo>
                  <a:cubicBezTo>
                    <a:pt x="3804526" y="2474221"/>
                    <a:pt x="3769115" y="2414331"/>
                    <a:pt x="3769115" y="2352706"/>
                  </a:cubicBezTo>
                  <a:lnTo>
                    <a:pt x="3766251" y="2304326"/>
                  </a:lnTo>
                  <a:cubicBezTo>
                    <a:pt x="3766251" y="2300292"/>
                    <a:pt x="3758252" y="2300292"/>
                    <a:pt x="3758252" y="2300292"/>
                  </a:cubicBezTo>
                  <a:close/>
                  <a:moveTo>
                    <a:pt x="4604397" y="2285312"/>
                  </a:moveTo>
                  <a:lnTo>
                    <a:pt x="5043179" y="2285312"/>
                  </a:lnTo>
                  <a:cubicBezTo>
                    <a:pt x="5376264" y="2285312"/>
                    <a:pt x="5647078" y="2558301"/>
                    <a:pt x="5647078" y="2894072"/>
                  </a:cubicBezTo>
                  <a:lnTo>
                    <a:pt x="5647078" y="3273046"/>
                  </a:lnTo>
                  <a:cubicBezTo>
                    <a:pt x="5647078" y="3320848"/>
                    <a:pt x="5608804" y="3359439"/>
                    <a:pt x="5561387" y="3359439"/>
                  </a:cubicBezTo>
                  <a:cubicBezTo>
                    <a:pt x="5513957" y="3359439"/>
                    <a:pt x="5475682" y="3320848"/>
                    <a:pt x="5475682" y="3273046"/>
                  </a:cubicBezTo>
                  <a:lnTo>
                    <a:pt x="5475682" y="2894072"/>
                  </a:lnTo>
                  <a:cubicBezTo>
                    <a:pt x="5475682" y="2653340"/>
                    <a:pt x="5281431" y="2458098"/>
                    <a:pt x="5043179" y="2458098"/>
                  </a:cubicBezTo>
                  <a:lnTo>
                    <a:pt x="4604397" y="2458098"/>
                  </a:lnTo>
                  <a:cubicBezTo>
                    <a:pt x="4556967" y="2458098"/>
                    <a:pt x="4518692" y="2419507"/>
                    <a:pt x="4518692" y="2371705"/>
                  </a:cubicBezTo>
                  <a:cubicBezTo>
                    <a:pt x="4518692" y="2323903"/>
                    <a:pt x="4556967" y="2285312"/>
                    <a:pt x="4604397" y="2285312"/>
                  </a:cubicBezTo>
                  <a:close/>
                  <a:moveTo>
                    <a:pt x="603899" y="2285312"/>
                  </a:moveTo>
                  <a:lnTo>
                    <a:pt x="1310645" y="2285312"/>
                  </a:lnTo>
                  <a:cubicBezTo>
                    <a:pt x="1358061" y="2285312"/>
                    <a:pt x="1396350" y="2323903"/>
                    <a:pt x="1396350" y="2371705"/>
                  </a:cubicBezTo>
                  <a:cubicBezTo>
                    <a:pt x="1396350" y="2419507"/>
                    <a:pt x="1358061" y="2458098"/>
                    <a:pt x="1310645" y="2458098"/>
                  </a:cubicBezTo>
                  <a:lnTo>
                    <a:pt x="603899" y="2458098"/>
                  </a:lnTo>
                  <a:cubicBezTo>
                    <a:pt x="365082" y="2458098"/>
                    <a:pt x="171396" y="2653905"/>
                    <a:pt x="171396" y="2894072"/>
                  </a:cubicBezTo>
                  <a:lnTo>
                    <a:pt x="171396" y="3273046"/>
                  </a:lnTo>
                  <a:cubicBezTo>
                    <a:pt x="171396" y="3320848"/>
                    <a:pt x="133121" y="3359439"/>
                    <a:pt x="85705" y="3359439"/>
                  </a:cubicBezTo>
                  <a:cubicBezTo>
                    <a:pt x="38275" y="3359439"/>
                    <a:pt x="0" y="3320848"/>
                    <a:pt x="0" y="3273046"/>
                  </a:cubicBezTo>
                  <a:lnTo>
                    <a:pt x="0" y="2894072"/>
                  </a:lnTo>
                  <a:cubicBezTo>
                    <a:pt x="0" y="2558301"/>
                    <a:pt x="270814" y="2285312"/>
                    <a:pt x="603899" y="2285312"/>
                  </a:cubicBezTo>
                  <a:close/>
                  <a:moveTo>
                    <a:pt x="3610854" y="2128662"/>
                  </a:moveTo>
                  <a:lnTo>
                    <a:pt x="3757110" y="2128662"/>
                  </a:lnTo>
                  <a:cubicBezTo>
                    <a:pt x="3853664" y="2128662"/>
                    <a:pt x="3930805" y="2200654"/>
                    <a:pt x="3936518" y="2295680"/>
                  </a:cubicBezTo>
                  <a:lnTo>
                    <a:pt x="3939368" y="2349250"/>
                  </a:lnTo>
                  <a:lnTo>
                    <a:pt x="3945082" y="2356726"/>
                  </a:lnTo>
                  <a:cubicBezTo>
                    <a:pt x="3946789" y="2357883"/>
                    <a:pt x="3949075" y="2359039"/>
                    <a:pt x="3950796" y="2360182"/>
                  </a:cubicBezTo>
                  <a:cubicBezTo>
                    <a:pt x="3953646" y="2361917"/>
                    <a:pt x="3962223" y="2362495"/>
                    <a:pt x="3970787" y="2358461"/>
                  </a:cubicBezTo>
                  <a:lnTo>
                    <a:pt x="4009075" y="2339448"/>
                  </a:lnTo>
                  <a:cubicBezTo>
                    <a:pt x="4094766" y="2299135"/>
                    <a:pt x="4196469" y="2331393"/>
                    <a:pt x="4242179" y="2412018"/>
                  </a:cubicBezTo>
                  <a:lnTo>
                    <a:pt x="4315313" y="2538159"/>
                  </a:lnTo>
                  <a:cubicBezTo>
                    <a:pt x="4361587" y="2620505"/>
                    <a:pt x="4335883" y="2727632"/>
                    <a:pt x="4258177" y="2778312"/>
                  </a:cubicBezTo>
                  <a:lnTo>
                    <a:pt x="4222752" y="2803080"/>
                  </a:lnTo>
                  <a:cubicBezTo>
                    <a:pt x="4221609" y="2803659"/>
                    <a:pt x="4219888" y="2804815"/>
                    <a:pt x="4219888" y="2804815"/>
                  </a:cubicBezTo>
                  <a:lnTo>
                    <a:pt x="4221031" y="2805393"/>
                  </a:lnTo>
                  <a:cubicBezTo>
                    <a:pt x="4215317" y="2808849"/>
                    <a:pt x="4213610" y="2814026"/>
                    <a:pt x="4213610" y="2816903"/>
                  </a:cubicBezTo>
                  <a:cubicBezTo>
                    <a:pt x="4213610" y="2819216"/>
                    <a:pt x="4213610" y="2821515"/>
                    <a:pt x="4213610" y="2823815"/>
                  </a:cubicBezTo>
                  <a:cubicBezTo>
                    <a:pt x="4213610" y="2831304"/>
                    <a:pt x="4218181" y="2840515"/>
                    <a:pt x="4223895" y="2844549"/>
                  </a:cubicBezTo>
                  <a:lnTo>
                    <a:pt x="4257599" y="2869317"/>
                  </a:lnTo>
                  <a:cubicBezTo>
                    <a:pt x="4331312" y="2917119"/>
                    <a:pt x="4357016" y="3024247"/>
                    <a:pt x="4310742" y="3106028"/>
                  </a:cubicBezTo>
                  <a:lnTo>
                    <a:pt x="4237029" y="3233312"/>
                  </a:lnTo>
                  <a:cubicBezTo>
                    <a:pt x="4191898" y="3313358"/>
                    <a:pt x="4090195" y="3345616"/>
                    <a:pt x="4006790" y="3306447"/>
                  </a:cubicBezTo>
                  <a:lnTo>
                    <a:pt x="3957652" y="3281692"/>
                  </a:lnTo>
                  <a:cubicBezTo>
                    <a:pt x="3955367" y="3280536"/>
                    <a:pt x="3950217" y="3281114"/>
                    <a:pt x="3946789" y="3282835"/>
                  </a:cubicBezTo>
                  <a:lnTo>
                    <a:pt x="3942232" y="3285148"/>
                  </a:lnTo>
                  <a:cubicBezTo>
                    <a:pt x="3937083" y="3289168"/>
                    <a:pt x="3932512" y="3296079"/>
                    <a:pt x="3932512" y="3302991"/>
                  </a:cubicBezTo>
                  <a:lnTo>
                    <a:pt x="3929662" y="3348494"/>
                  </a:lnTo>
                  <a:cubicBezTo>
                    <a:pt x="3923948" y="3441798"/>
                    <a:pt x="3845100" y="3514947"/>
                    <a:pt x="3750253" y="3514947"/>
                  </a:cubicBezTo>
                  <a:lnTo>
                    <a:pt x="3603997" y="3514947"/>
                  </a:lnTo>
                  <a:cubicBezTo>
                    <a:pt x="3509150" y="3514947"/>
                    <a:pt x="3430302" y="3441798"/>
                    <a:pt x="3424588" y="3348494"/>
                  </a:cubicBezTo>
                  <a:cubicBezTo>
                    <a:pt x="3424588" y="3348494"/>
                    <a:pt x="3421738" y="3297814"/>
                    <a:pt x="3421738" y="3297814"/>
                  </a:cubicBezTo>
                  <a:cubicBezTo>
                    <a:pt x="3421738" y="3297814"/>
                    <a:pt x="3421160" y="3295515"/>
                    <a:pt x="3415446" y="3291481"/>
                  </a:cubicBezTo>
                  <a:lnTo>
                    <a:pt x="3413161" y="3290324"/>
                  </a:lnTo>
                  <a:cubicBezTo>
                    <a:pt x="3405162" y="3285712"/>
                    <a:pt x="3398319" y="3283413"/>
                    <a:pt x="3387456" y="3288604"/>
                  </a:cubicBezTo>
                  <a:lnTo>
                    <a:pt x="3344032" y="3308760"/>
                  </a:lnTo>
                  <a:cubicBezTo>
                    <a:pt x="3260627" y="3347915"/>
                    <a:pt x="3158924" y="3315671"/>
                    <a:pt x="3113214" y="3235033"/>
                  </a:cubicBezTo>
                  <a:lnTo>
                    <a:pt x="3040079" y="3108327"/>
                  </a:lnTo>
                  <a:cubicBezTo>
                    <a:pt x="2993806" y="3025968"/>
                    <a:pt x="3019510" y="2918840"/>
                    <a:pt x="3097216" y="2868161"/>
                  </a:cubicBezTo>
                  <a:lnTo>
                    <a:pt x="3132641" y="2843393"/>
                  </a:lnTo>
                  <a:cubicBezTo>
                    <a:pt x="3137776" y="2839372"/>
                    <a:pt x="3142347" y="2830726"/>
                    <a:pt x="3142347" y="2822658"/>
                  </a:cubicBezTo>
                  <a:cubicBezTo>
                    <a:pt x="3142347" y="2814604"/>
                    <a:pt x="3137776" y="2805958"/>
                    <a:pt x="3132076" y="2801938"/>
                  </a:cubicBezTo>
                  <a:lnTo>
                    <a:pt x="3094366" y="2775434"/>
                  </a:lnTo>
                  <a:cubicBezTo>
                    <a:pt x="3018946" y="2726490"/>
                    <a:pt x="2993241" y="2619362"/>
                    <a:pt x="3039515" y="2537581"/>
                  </a:cubicBezTo>
                  <a:lnTo>
                    <a:pt x="3113214" y="2410297"/>
                  </a:lnTo>
                  <a:cubicBezTo>
                    <a:pt x="3155495" y="2330237"/>
                    <a:pt x="3257198" y="2296836"/>
                    <a:pt x="3343468" y="2337148"/>
                  </a:cubicBezTo>
                  <a:lnTo>
                    <a:pt x="3386313" y="2359039"/>
                  </a:lnTo>
                  <a:cubicBezTo>
                    <a:pt x="3396598" y="2364794"/>
                    <a:pt x="3408590" y="2364794"/>
                    <a:pt x="3413739" y="2361917"/>
                  </a:cubicBezTo>
                  <a:lnTo>
                    <a:pt x="3421738" y="2357305"/>
                  </a:lnTo>
                  <a:cubicBezTo>
                    <a:pt x="3428594" y="2352128"/>
                    <a:pt x="3429159" y="2345795"/>
                    <a:pt x="3429159" y="2345795"/>
                  </a:cubicBezTo>
                  <a:lnTo>
                    <a:pt x="3432023" y="2295680"/>
                  </a:lnTo>
                  <a:cubicBezTo>
                    <a:pt x="3432023" y="2293959"/>
                    <a:pt x="3432023" y="2291646"/>
                    <a:pt x="3432023" y="2289925"/>
                  </a:cubicBezTo>
                  <a:cubicBezTo>
                    <a:pt x="3443450" y="2197776"/>
                    <a:pt x="3520577" y="2128662"/>
                    <a:pt x="3610854" y="2128662"/>
                  </a:cubicBezTo>
                  <a:close/>
                  <a:moveTo>
                    <a:pt x="2355611" y="1972575"/>
                  </a:moveTo>
                  <a:lnTo>
                    <a:pt x="2913815" y="1972575"/>
                  </a:lnTo>
                  <a:cubicBezTo>
                    <a:pt x="2961231" y="1972575"/>
                    <a:pt x="2999506" y="2011166"/>
                    <a:pt x="2999506" y="2058968"/>
                  </a:cubicBezTo>
                  <a:cubicBezTo>
                    <a:pt x="2999506" y="2106770"/>
                    <a:pt x="2961231" y="2145361"/>
                    <a:pt x="2913815" y="2145361"/>
                  </a:cubicBezTo>
                  <a:lnTo>
                    <a:pt x="2355611" y="2145361"/>
                  </a:lnTo>
                  <a:cubicBezTo>
                    <a:pt x="2024810" y="2145361"/>
                    <a:pt x="1755704" y="2416616"/>
                    <a:pt x="1755704" y="2750087"/>
                  </a:cubicBezTo>
                  <a:lnTo>
                    <a:pt x="1755704" y="3272467"/>
                  </a:lnTo>
                  <a:cubicBezTo>
                    <a:pt x="1755704" y="3320269"/>
                    <a:pt x="1717429" y="3358860"/>
                    <a:pt x="1670013" y="3358860"/>
                  </a:cubicBezTo>
                  <a:cubicBezTo>
                    <a:pt x="1622583" y="3358860"/>
                    <a:pt x="1584308" y="3320269"/>
                    <a:pt x="1584308" y="3272467"/>
                  </a:cubicBezTo>
                  <a:lnTo>
                    <a:pt x="1584308" y="2750087"/>
                  </a:lnTo>
                  <a:cubicBezTo>
                    <a:pt x="1584308" y="2321590"/>
                    <a:pt x="1930542" y="1972575"/>
                    <a:pt x="2355611" y="1972575"/>
                  </a:cubicBezTo>
                  <a:close/>
                  <a:moveTo>
                    <a:pt x="4668954" y="983121"/>
                  </a:moveTo>
                  <a:cubicBezTo>
                    <a:pt x="4406718" y="983121"/>
                    <a:pt x="4193027" y="1198533"/>
                    <a:pt x="4193027" y="1462876"/>
                  </a:cubicBezTo>
                  <a:cubicBezTo>
                    <a:pt x="4193027" y="1727232"/>
                    <a:pt x="4406718" y="1942630"/>
                    <a:pt x="4668954" y="1942630"/>
                  </a:cubicBezTo>
                  <a:cubicBezTo>
                    <a:pt x="4931204" y="1942630"/>
                    <a:pt x="5144881" y="1727232"/>
                    <a:pt x="5144881" y="1462876"/>
                  </a:cubicBezTo>
                  <a:cubicBezTo>
                    <a:pt x="5144881" y="1198533"/>
                    <a:pt x="4931204" y="983121"/>
                    <a:pt x="4668954" y="983121"/>
                  </a:cubicBezTo>
                  <a:close/>
                  <a:moveTo>
                    <a:pt x="978123" y="982556"/>
                  </a:moveTo>
                  <a:cubicBezTo>
                    <a:pt x="715887" y="982556"/>
                    <a:pt x="502196" y="1197954"/>
                    <a:pt x="502196" y="1462311"/>
                  </a:cubicBezTo>
                  <a:cubicBezTo>
                    <a:pt x="502196" y="1726668"/>
                    <a:pt x="715887" y="1942066"/>
                    <a:pt x="978123" y="1942066"/>
                  </a:cubicBezTo>
                  <a:cubicBezTo>
                    <a:pt x="1240373" y="1942066"/>
                    <a:pt x="1454050" y="1726668"/>
                    <a:pt x="1454050" y="1462311"/>
                  </a:cubicBezTo>
                  <a:cubicBezTo>
                    <a:pt x="1454050" y="1197954"/>
                    <a:pt x="1240373" y="982556"/>
                    <a:pt x="978123" y="982556"/>
                  </a:cubicBezTo>
                  <a:close/>
                  <a:moveTo>
                    <a:pt x="978123" y="810348"/>
                  </a:moveTo>
                  <a:cubicBezTo>
                    <a:pt x="1335206" y="810348"/>
                    <a:pt x="1625446" y="1102929"/>
                    <a:pt x="1625446" y="1462889"/>
                  </a:cubicBezTo>
                  <a:cubicBezTo>
                    <a:pt x="1625446" y="1822850"/>
                    <a:pt x="1335206" y="2115417"/>
                    <a:pt x="978123" y="2115417"/>
                  </a:cubicBezTo>
                  <a:cubicBezTo>
                    <a:pt x="621040" y="2115417"/>
                    <a:pt x="330800" y="1822850"/>
                    <a:pt x="330800" y="1462889"/>
                  </a:cubicBezTo>
                  <a:cubicBezTo>
                    <a:pt x="330800" y="1102929"/>
                    <a:pt x="621040" y="810348"/>
                    <a:pt x="978123" y="810348"/>
                  </a:cubicBezTo>
                  <a:close/>
                  <a:moveTo>
                    <a:pt x="4668954" y="809770"/>
                  </a:moveTo>
                  <a:cubicBezTo>
                    <a:pt x="5026037" y="809770"/>
                    <a:pt x="5316277" y="1102351"/>
                    <a:pt x="5316277" y="1462311"/>
                  </a:cubicBezTo>
                  <a:cubicBezTo>
                    <a:pt x="5316277" y="1822272"/>
                    <a:pt x="5026037" y="2114839"/>
                    <a:pt x="4668954" y="2114839"/>
                  </a:cubicBezTo>
                  <a:cubicBezTo>
                    <a:pt x="4311871" y="2114839"/>
                    <a:pt x="4021631" y="1822272"/>
                    <a:pt x="4021631" y="1462311"/>
                  </a:cubicBezTo>
                  <a:cubicBezTo>
                    <a:pt x="4021631" y="1102351"/>
                    <a:pt x="4311871" y="809770"/>
                    <a:pt x="4668954" y="809770"/>
                  </a:cubicBezTo>
                  <a:close/>
                  <a:moveTo>
                    <a:pt x="2823553" y="172787"/>
                  </a:moveTo>
                  <a:cubicBezTo>
                    <a:pt x="2425331" y="172787"/>
                    <a:pt x="2101374" y="498754"/>
                    <a:pt x="2101374" y="900762"/>
                  </a:cubicBezTo>
                  <a:cubicBezTo>
                    <a:pt x="2101374" y="1302769"/>
                    <a:pt x="2425331" y="1629329"/>
                    <a:pt x="2823553" y="1629329"/>
                  </a:cubicBezTo>
                  <a:cubicBezTo>
                    <a:pt x="3221774" y="1629329"/>
                    <a:pt x="3545718" y="1302191"/>
                    <a:pt x="3545718" y="900762"/>
                  </a:cubicBezTo>
                  <a:cubicBezTo>
                    <a:pt x="3545718" y="499332"/>
                    <a:pt x="3221774" y="172787"/>
                    <a:pt x="2823553" y="172787"/>
                  </a:cubicBezTo>
                  <a:close/>
                  <a:moveTo>
                    <a:pt x="2823553" y="0"/>
                  </a:moveTo>
                  <a:cubicBezTo>
                    <a:pt x="3316043" y="0"/>
                    <a:pt x="3717114" y="403728"/>
                    <a:pt x="3717114" y="900762"/>
                  </a:cubicBezTo>
                  <a:cubicBezTo>
                    <a:pt x="3717114" y="1397795"/>
                    <a:pt x="3316607" y="1802102"/>
                    <a:pt x="2823553" y="1802102"/>
                  </a:cubicBezTo>
                  <a:cubicBezTo>
                    <a:pt x="2331063" y="1802102"/>
                    <a:pt x="1929978" y="1397217"/>
                    <a:pt x="1929978" y="900762"/>
                  </a:cubicBezTo>
                  <a:cubicBezTo>
                    <a:pt x="1929978" y="404307"/>
                    <a:pt x="2331063" y="0"/>
                    <a:pt x="2823553" y="0"/>
                  </a:cubicBezTo>
                  <a:close/>
                </a:path>
              </a:pathLst>
            </a:custGeom>
            <a:solidFill>
              <a:schemeClr val="tx1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933" tIns="39467" rIns="78933" bIns="39467" anchor="ctr" anchorCtr="0">
              <a:noAutofit/>
            </a:bodyPr>
            <a:lstStyle/>
            <a:p>
              <a:pPr defTabSz="1219170">
                <a:buClr>
                  <a:srgbClr val="FFFFFF"/>
                </a:buClr>
                <a:buSzPts val="900"/>
              </a:pPr>
              <a:endParaRPr sz="1600" dirty="0">
                <a:solidFill>
                  <a:srgbClr val="FFFFFF"/>
                </a:solidFill>
              </a:endParaRPr>
            </a:p>
          </p:txBody>
        </p:sp>
      </p:grpSp>
      <p:cxnSp>
        <p:nvCxnSpPr>
          <p:cNvPr id="55" name="Google Shape;515;p37">
            <a:extLst>
              <a:ext uri="{FF2B5EF4-FFF2-40B4-BE49-F238E27FC236}">
                <a16:creationId xmlns:a16="http://schemas.microsoft.com/office/drawing/2014/main" id="{9841CFDF-8EBE-6B5C-45A1-87992E640090}"/>
              </a:ext>
            </a:extLst>
          </p:cNvPr>
          <p:cNvCxnSpPr>
            <a:cxnSpLocks/>
            <a:endCxn id="31" idx="0"/>
          </p:cNvCxnSpPr>
          <p:nvPr/>
        </p:nvCxnSpPr>
        <p:spPr>
          <a:xfrm rot="10800000" flipV="1">
            <a:off x="1930493" y="1247404"/>
            <a:ext cx="3076236" cy="476336"/>
          </a:xfrm>
          <a:prstGeom prst="bentConnector2">
            <a:avLst/>
          </a:prstGeom>
          <a:noFill/>
          <a:ln w="33875" cap="rnd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</p:cxn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A4DE63C-DB3E-33AC-211D-B344A7BBB0B5}"/>
              </a:ext>
            </a:extLst>
          </p:cNvPr>
          <p:cNvGrpSpPr/>
          <p:nvPr/>
        </p:nvGrpSpPr>
        <p:grpSpPr>
          <a:xfrm>
            <a:off x="1570493" y="2673289"/>
            <a:ext cx="720000" cy="720000"/>
            <a:chOff x="1458447" y="2672224"/>
            <a:chExt cx="720000" cy="720000"/>
          </a:xfrm>
        </p:grpSpPr>
        <p:sp>
          <p:nvSpPr>
            <p:cNvPr id="10" name="Google Shape;470;p37">
              <a:extLst>
                <a:ext uri="{FF2B5EF4-FFF2-40B4-BE49-F238E27FC236}">
                  <a16:creationId xmlns:a16="http://schemas.microsoft.com/office/drawing/2014/main" id="{8724AC9A-4302-C0C9-22FC-4F80CCFFE94D}"/>
                </a:ext>
              </a:extLst>
            </p:cNvPr>
            <p:cNvSpPr/>
            <p:nvPr/>
          </p:nvSpPr>
          <p:spPr>
            <a:xfrm>
              <a:off x="1458447" y="2672224"/>
              <a:ext cx="720000" cy="720000"/>
            </a:xfrm>
            <a:prstGeom prst="ellipse">
              <a:avLst/>
            </a:prstGeom>
            <a:solidFill>
              <a:srgbClr val="001744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00" tIns="45700" rIns="91400" bIns="45700" anchor="ctr" anchorCtr="0">
              <a:noAutofit/>
            </a:bodyPr>
            <a:lstStyle/>
            <a:p>
              <a:pPr algn="ctr" defTabSz="1219170">
                <a:buSzPts val="1425"/>
              </a:pPr>
              <a:endParaRPr sz="1900">
                <a:solidFill>
                  <a:srgbClr val="001744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8C973C60-6920-6927-50AD-27C9CDA5ACB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6615" y="2850733"/>
              <a:ext cx="343664" cy="362982"/>
            </a:xfrm>
            <a:custGeom>
              <a:avLst/>
              <a:gdLst>
                <a:gd name="connsiteX0" fmla="*/ 5033461 w 5697083"/>
                <a:gd name="connsiteY0" fmla="*/ 4882651 h 6017330"/>
                <a:gd name="connsiteX1" fmla="*/ 4883786 w 5697083"/>
                <a:gd name="connsiteY1" fmla="*/ 5034076 h 6017330"/>
                <a:gd name="connsiteX2" fmla="*/ 4883786 w 5697083"/>
                <a:gd name="connsiteY2" fmla="*/ 5239004 h 6017330"/>
                <a:gd name="connsiteX3" fmla="*/ 5033461 w 5697083"/>
                <a:gd name="connsiteY3" fmla="*/ 5390429 h 6017330"/>
                <a:gd name="connsiteX4" fmla="*/ 5183158 w 5697083"/>
                <a:gd name="connsiteY4" fmla="*/ 5239004 h 6017330"/>
                <a:gd name="connsiteX5" fmla="*/ 5183158 w 5697083"/>
                <a:gd name="connsiteY5" fmla="*/ 5034076 h 6017330"/>
                <a:gd name="connsiteX6" fmla="*/ 5033461 w 5697083"/>
                <a:gd name="connsiteY6" fmla="*/ 4882651 h 6017330"/>
                <a:gd name="connsiteX7" fmla="*/ 842945 w 5697083"/>
                <a:gd name="connsiteY7" fmla="*/ 4769863 h 6017330"/>
                <a:gd name="connsiteX8" fmla="*/ 987006 w 5697083"/>
                <a:gd name="connsiteY8" fmla="*/ 4815038 h 6017330"/>
                <a:gd name="connsiteX9" fmla="*/ 986019 w 5697083"/>
                <a:gd name="connsiteY9" fmla="*/ 4816047 h 6017330"/>
                <a:gd name="connsiteX10" fmla="*/ 992008 w 5697083"/>
                <a:gd name="connsiteY10" fmla="*/ 4821095 h 6017330"/>
                <a:gd name="connsiteX11" fmla="*/ 1012961 w 5697083"/>
                <a:gd name="connsiteY11" fmla="*/ 5105774 h 6017330"/>
                <a:gd name="connsiteX12" fmla="*/ 862277 w 5697083"/>
                <a:gd name="connsiteY12" fmla="*/ 5175429 h 6017330"/>
                <a:gd name="connsiteX13" fmla="*/ 731558 w 5697083"/>
                <a:gd name="connsiteY13" fmla="*/ 5125964 h 6017330"/>
                <a:gd name="connsiteX14" fmla="*/ 708608 w 5697083"/>
                <a:gd name="connsiteY14" fmla="*/ 4841285 h 6017330"/>
                <a:gd name="connsiteX15" fmla="*/ 842945 w 5697083"/>
                <a:gd name="connsiteY15" fmla="*/ 4769863 h 6017330"/>
                <a:gd name="connsiteX16" fmla="*/ 458566 w 5697083"/>
                <a:gd name="connsiteY16" fmla="*/ 4147002 h 6017330"/>
                <a:gd name="connsiteX17" fmla="*/ 648712 w 5697083"/>
                <a:gd name="connsiteY17" fmla="*/ 4253756 h 6017330"/>
                <a:gd name="connsiteX18" fmla="*/ 653715 w 5697083"/>
                <a:gd name="connsiteY18" fmla="*/ 4263851 h 6017330"/>
                <a:gd name="connsiteX19" fmla="*/ 652705 w 5697083"/>
                <a:gd name="connsiteY19" fmla="*/ 4264861 h 6017330"/>
                <a:gd name="connsiteX20" fmla="*/ 563892 w 5697083"/>
                <a:gd name="connsiteY20" fmla="*/ 4535407 h 6017330"/>
                <a:gd name="connsiteX21" fmla="*/ 475078 w 5697083"/>
                <a:gd name="connsiteY21" fmla="*/ 4556606 h 6017330"/>
                <a:gd name="connsiteX22" fmla="*/ 296464 w 5697083"/>
                <a:gd name="connsiteY22" fmla="*/ 4444552 h 6017330"/>
                <a:gd name="connsiteX23" fmla="*/ 382271 w 5697083"/>
                <a:gd name="connsiteY23" fmla="*/ 4168958 h 6017330"/>
                <a:gd name="connsiteX24" fmla="*/ 458566 w 5697083"/>
                <a:gd name="connsiteY24" fmla="*/ 4147002 h 6017330"/>
                <a:gd name="connsiteX25" fmla="*/ 5033461 w 5697083"/>
                <a:gd name="connsiteY25" fmla="*/ 3954921 h 6017330"/>
                <a:gd name="connsiteX26" fmla="*/ 5466559 w 5697083"/>
                <a:gd name="connsiteY26" fmla="*/ 4393044 h 6017330"/>
                <a:gd name="connsiteX27" fmla="*/ 5466559 w 5697083"/>
                <a:gd name="connsiteY27" fmla="*/ 4540431 h 6017330"/>
                <a:gd name="connsiteX28" fmla="*/ 5464562 w 5697083"/>
                <a:gd name="connsiteY28" fmla="*/ 4541440 h 6017330"/>
                <a:gd name="connsiteX29" fmla="*/ 5697083 w 5697083"/>
                <a:gd name="connsiteY29" fmla="*/ 4850347 h 6017330"/>
                <a:gd name="connsiteX30" fmla="*/ 5697083 w 5697083"/>
                <a:gd name="connsiteY30" fmla="*/ 5424752 h 6017330"/>
                <a:gd name="connsiteX31" fmla="*/ 5377745 w 5697083"/>
                <a:gd name="connsiteY31" fmla="*/ 5747792 h 6017330"/>
                <a:gd name="connsiteX32" fmla="*/ 4686193 w 5697083"/>
                <a:gd name="connsiteY32" fmla="*/ 5747792 h 6017330"/>
                <a:gd name="connsiteX33" fmla="*/ 4366877 w 5697083"/>
                <a:gd name="connsiteY33" fmla="*/ 5424752 h 6017330"/>
                <a:gd name="connsiteX34" fmla="*/ 4366877 w 5697083"/>
                <a:gd name="connsiteY34" fmla="*/ 4850347 h 6017330"/>
                <a:gd name="connsiteX35" fmla="*/ 4686193 w 5697083"/>
                <a:gd name="connsiteY35" fmla="*/ 4527307 h 6017330"/>
                <a:gd name="connsiteX36" fmla="*/ 5166199 w 5697083"/>
                <a:gd name="connsiteY36" fmla="*/ 4527307 h 6017330"/>
                <a:gd name="connsiteX37" fmla="*/ 5166199 w 5697083"/>
                <a:gd name="connsiteY37" fmla="*/ 4394053 h 6017330"/>
                <a:gd name="connsiteX38" fmla="*/ 5032474 w 5697083"/>
                <a:gd name="connsiteY38" fmla="*/ 4258781 h 6017330"/>
                <a:gd name="connsiteX39" fmla="*/ 4928697 w 5697083"/>
                <a:gd name="connsiteY39" fmla="*/ 4309256 h 6017330"/>
                <a:gd name="connsiteX40" fmla="*/ 4718138 w 5697083"/>
                <a:gd name="connsiteY40" fmla="*/ 4331465 h 6017330"/>
                <a:gd name="connsiteX41" fmla="*/ 4696176 w 5697083"/>
                <a:gd name="connsiteY41" fmla="*/ 4118460 h 6017330"/>
                <a:gd name="connsiteX42" fmla="*/ 5033461 w 5697083"/>
                <a:gd name="connsiteY42" fmla="*/ 3954921 h 6017330"/>
                <a:gd name="connsiteX43" fmla="*/ 238633 w 5697083"/>
                <a:gd name="connsiteY43" fmla="*/ 3450329 h 6017330"/>
                <a:gd name="connsiteX44" fmla="*/ 424177 w 5697083"/>
                <a:gd name="connsiteY44" fmla="*/ 3620822 h 6017330"/>
                <a:gd name="connsiteX45" fmla="*/ 426174 w 5697083"/>
                <a:gd name="connsiteY45" fmla="*/ 3636974 h 6017330"/>
                <a:gd name="connsiteX46" fmla="*/ 426174 w 5697083"/>
                <a:gd name="connsiteY46" fmla="*/ 3637984 h 6017330"/>
                <a:gd name="connsiteX47" fmla="*/ 250543 w 5697083"/>
                <a:gd name="connsiteY47" fmla="*/ 3861083 h 6017330"/>
                <a:gd name="connsiteX48" fmla="*/ 227594 w 5697083"/>
                <a:gd name="connsiteY48" fmla="*/ 3862093 h 6017330"/>
                <a:gd name="connsiteX49" fmla="*/ 30023 w 5697083"/>
                <a:gd name="connsiteY49" fmla="*/ 3683411 h 6017330"/>
                <a:gd name="connsiteX50" fmla="*/ 198655 w 5697083"/>
                <a:gd name="connsiteY50" fmla="*/ 3452236 h 6017330"/>
                <a:gd name="connsiteX51" fmla="*/ 238633 w 5697083"/>
                <a:gd name="connsiteY51" fmla="*/ 3450329 h 6017330"/>
                <a:gd name="connsiteX52" fmla="*/ 2969820 w 5697083"/>
                <a:gd name="connsiteY52" fmla="*/ 2898985 h 6017330"/>
                <a:gd name="connsiteX53" fmla="*/ 2969820 w 5697083"/>
                <a:gd name="connsiteY53" fmla="*/ 3173569 h 6017330"/>
                <a:gd name="connsiteX54" fmla="*/ 3143454 w 5697083"/>
                <a:gd name="connsiteY54" fmla="*/ 3173569 h 6017330"/>
                <a:gd name="connsiteX55" fmla="*/ 3281150 w 5697083"/>
                <a:gd name="connsiteY55" fmla="*/ 3037287 h 6017330"/>
                <a:gd name="connsiteX56" fmla="*/ 3143454 w 5697083"/>
                <a:gd name="connsiteY56" fmla="*/ 2898985 h 6017330"/>
                <a:gd name="connsiteX57" fmla="*/ 3655382 w 5697083"/>
                <a:gd name="connsiteY57" fmla="*/ 2716266 h 6017330"/>
                <a:gd name="connsiteX58" fmla="*/ 3813043 w 5697083"/>
                <a:gd name="connsiteY58" fmla="*/ 2716266 h 6017330"/>
                <a:gd name="connsiteX59" fmla="*/ 4304019 w 5697083"/>
                <a:gd name="connsiteY59" fmla="*/ 3319947 h 6017330"/>
                <a:gd name="connsiteX60" fmla="*/ 4304019 w 5697083"/>
                <a:gd name="connsiteY60" fmla="*/ 2716266 h 6017330"/>
                <a:gd name="connsiteX61" fmla="*/ 4485639 w 5697083"/>
                <a:gd name="connsiteY61" fmla="*/ 2716266 h 6017330"/>
                <a:gd name="connsiteX62" fmla="*/ 4485639 w 5697083"/>
                <a:gd name="connsiteY62" fmla="*/ 3634911 h 6017330"/>
                <a:gd name="connsiteX63" fmla="*/ 4326969 w 5697083"/>
                <a:gd name="connsiteY63" fmla="*/ 3634911 h 6017330"/>
                <a:gd name="connsiteX64" fmla="*/ 3837002 w 5697083"/>
                <a:gd name="connsiteY64" fmla="*/ 3031230 h 6017330"/>
                <a:gd name="connsiteX65" fmla="*/ 3837002 w 5697083"/>
                <a:gd name="connsiteY65" fmla="*/ 3634911 h 6017330"/>
                <a:gd name="connsiteX66" fmla="*/ 3655382 w 5697083"/>
                <a:gd name="connsiteY66" fmla="*/ 3634911 h 6017330"/>
                <a:gd name="connsiteX67" fmla="*/ 2788200 w 5697083"/>
                <a:gd name="connsiteY67" fmla="*/ 2716266 h 6017330"/>
                <a:gd name="connsiteX68" fmla="*/ 3143454 w 5697083"/>
                <a:gd name="connsiteY68" fmla="*/ 2716266 h 6017330"/>
                <a:gd name="connsiteX69" fmla="*/ 3462770 w 5697083"/>
                <a:gd name="connsiteY69" fmla="*/ 3038296 h 6017330"/>
                <a:gd name="connsiteX70" fmla="*/ 3143454 w 5697083"/>
                <a:gd name="connsiteY70" fmla="*/ 3358308 h 6017330"/>
                <a:gd name="connsiteX71" fmla="*/ 2969820 w 5697083"/>
                <a:gd name="connsiteY71" fmla="*/ 3358308 h 6017330"/>
                <a:gd name="connsiteX72" fmla="*/ 2969820 w 5697083"/>
                <a:gd name="connsiteY72" fmla="*/ 3634911 h 6017330"/>
                <a:gd name="connsiteX73" fmla="*/ 2788200 w 5697083"/>
                <a:gd name="connsiteY73" fmla="*/ 3634911 h 6017330"/>
                <a:gd name="connsiteX74" fmla="*/ 1628644 w 5697083"/>
                <a:gd name="connsiteY74" fmla="*/ 2716266 h 6017330"/>
                <a:gd name="connsiteX75" fmla="*/ 1830230 w 5697083"/>
                <a:gd name="connsiteY75" fmla="*/ 2716266 h 6017330"/>
                <a:gd name="connsiteX76" fmla="*/ 2138576 w 5697083"/>
                <a:gd name="connsiteY76" fmla="*/ 3376479 h 6017330"/>
                <a:gd name="connsiteX77" fmla="*/ 2445913 w 5697083"/>
                <a:gd name="connsiteY77" fmla="*/ 2716266 h 6017330"/>
                <a:gd name="connsiteX78" fmla="*/ 2647499 w 5697083"/>
                <a:gd name="connsiteY78" fmla="*/ 2716266 h 6017330"/>
                <a:gd name="connsiteX79" fmla="*/ 2217407 w 5697083"/>
                <a:gd name="connsiteY79" fmla="*/ 3634911 h 6017330"/>
                <a:gd name="connsiteX80" fmla="*/ 2058736 w 5697083"/>
                <a:gd name="connsiteY80" fmla="*/ 3634911 h 6017330"/>
                <a:gd name="connsiteX81" fmla="*/ 205654 w 5697083"/>
                <a:gd name="connsiteY81" fmla="*/ 2707157 h 6017330"/>
                <a:gd name="connsiteX82" fmla="*/ 399231 w 5697083"/>
                <a:gd name="connsiteY82" fmla="*/ 2915114 h 6017330"/>
                <a:gd name="connsiteX83" fmla="*/ 399231 w 5697083"/>
                <a:gd name="connsiteY83" fmla="*/ 2925209 h 6017330"/>
                <a:gd name="connsiteX84" fmla="*/ 199664 w 5697083"/>
                <a:gd name="connsiteY84" fmla="*/ 3121052 h 6017330"/>
                <a:gd name="connsiteX85" fmla="*/ 193674 w 5697083"/>
                <a:gd name="connsiteY85" fmla="*/ 3121052 h 6017330"/>
                <a:gd name="connsiteX86" fmla="*/ 74 w 5697083"/>
                <a:gd name="connsiteY86" fmla="*/ 2914105 h 6017330"/>
                <a:gd name="connsiteX87" fmla="*/ 74 w 5697083"/>
                <a:gd name="connsiteY87" fmla="*/ 2903000 h 6017330"/>
                <a:gd name="connsiteX88" fmla="*/ 205654 w 5697083"/>
                <a:gd name="connsiteY88" fmla="*/ 2707157 h 6017330"/>
                <a:gd name="connsiteX89" fmla="*/ 242579 w 5697083"/>
                <a:gd name="connsiteY89" fmla="*/ 1965220 h 6017330"/>
                <a:gd name="connsiteX90" fmla="*/ 430189 w 5697083"/>
                <a:gd name="connsiteY90" fmla="*/ 2178225 h 6017330"/>
                <a:gd name="connsiteX91" fmla="*/ 430189 w 5697083"/>
                <a:gd name="connsiteY91" fmla="*/ 2189329 h 6017330"/>
                <a:gd name="connsiteX92" fmla="*/ 230600 w 5697083"/>
                <a:gd name="connsiteY92" fmla="*/ 2380124 h 6017330"/>
                <a:gd name="connsiteX93" fmla="*/ 218620 w 5697083"/>
                <a:gd name="connsiteY93" fmla="*/ 2380124 h 6017330"/>
                <a:gd name="connsiteX94" fmla="*/ 219630 w 5697083"/>
                <a:gd name="connsiteY94" fmla="*/ 2378106 h 6017330"/>
                <a:gd name="connsiteX95" fmla="*/ 32020 w 5697083"/>
                <a:gd name="connsiteY95" fmla="*/ 2165101 h 6017330"/>
                <a:gd name="connsiteX96" fmla="*/ 32020 w 5697083"/>
                <a:gd name="connsiteY96" fmla="*/ 2155006 h 6017330"/>
                <a:gd name="connsiteX97" fmla="*/ 242579 w 5697083"/>
                <a:gd name="connsiteY97" fmla="*/ 1965220 h 6017330"/>
                <a:gd name="connsiteX98" fmla="*/ 276498 w 5697083"/>
                <a:gd name="connsiteY98" fmla="*/ 1224271 h 6017330"/>
                <a:gd name="connsiteX99" fmla="*/ 464108 w 5697083"/>
                <a:gd name="connsiteY99" fmla="*/ 1437276 h 6017330"/>
                <a:gd name="connsiteX100" fmla="*/ 464108 w 5697083"/>
                <a:gd name="connsiteY100" fmla="*/ 1448380 h 6017330"/>
                <a:gd name="connsiteX101" fmla="*/ 264519 w 5697083"/>
                <a:gd name="connsiteY101" fmla="*/ 1639176 h 6017330"/>
                <a:gd name="connsiteX102" fmla="*/ 252539 w 5697083"/>
                <a:gd name="connsiteY102" fmla="*/ 1639176 h 6017330"/>
                <a:gd name="connsiteX103" fmla="*/ 253549 w 5697083"/>
                <a:gd name="connsiteY103" fmla="*/ 1637157 h 6017330"/>
                <a:gd name="connsiteX104" fmla="*/ 65939 w 5697083"/>
                <a:gd name="connsiteY104" fmla="*/ 1424152 h 6017330"/>
                <a:gd name="connsiteX105" fmla="*/ 65939 w 5697083"/>
                <a:gd name="connsiteY105" fmla="*/ 1414057 h 6017330"/>
                <a:gd name="connsiteX106" fmla="*/ 276498 w 5697083"/>
                <a:gd name="connsiteY106" fmla="*/ 1224271 h 6017330"/>
                <a:gd name="connsiteX107" fmla="*/ 595310 w 5697083"/>
                <a:gd name="connsiteY107" fmla="*/ 1117183 h 6017330"/>
                <a:gd name="connsiteX108" fmla="*/ 595836 w 5697083"/>
                <a:gd name="connsiteY108" fmla="*/ 1117265 h 6017330"/>
                <a:gd name="connsiteX109" fmla="*/ 594826 w 5697083"/>
                <a:gd name="connsiteY109" fmla="*/ 1117265 h 6017330"/>
                <a:gd name="connsiteX110" fmla="*/ 622674 w 5697083"/>
                <a:gd name="connsiteY110" fmla="*/ 710484 h 6017330"/>
                <a:gd name="connsiteX111" fmla="*/ 795403 w 5697083"/>
                <a:gd name="connsiteY111" fmla="*/ 849747 h 6017330"/>
                <a:gd name="connsiteX112" fmla="*/ 666680 w 5697083"/>
                <a:gd name="connsiteY112" fmla="*/ 1104141 h 6017330"/>
                <a:gd name="connsiteX113" fmla="*/ 660691 w 5697083"/>
                <a:gd name="connsiteY113" fmla="*/ 1106160 h 6017330"/>
                <a:gd name="connsiteX114" fmla="*/ 595310 w 5697083"/>
                <a:gd name="connsiteY114" fmla="*/ 1117183 h 6017330"/>
                <a:gd name="connsiteX115" fmla="*/ 535496 w 5697083"/>
                <a:gd name="connsiteY115" fmla="*/ 1107911 h 6017330"/>
                <a:gd name="connsiteX116" fmla="*/ 407239 w 5697083"/>
                <a:gd name="connsiteY116" fmla="*/ 981992 h 6017330"/>
                <a:gd name="connsiteX117" fmla="*/ 529972 w 5697083"/>
                <a:gd name="connsiteY117" fmla="*/ 724570 h 6017330"/>
                <a:gd name="connsiteX118" fmla="*/ 543948 w 5697083"/>
                <a:gd name="connsiteY118" fmla="*/ 719522 h 6017330"/>
                <a:gd name="connsiteX119" fmla="*/ 622674 w 5697083"/>
                <a:gd name="connsiteY119" fmla="*/ 710484 h 6017330"/>
                <a:gd name="connsiteX120" fmla="*/ 3103545 w 5697083"/>
                <a:gd name="connsiteY120" fmla="*/ 648811 h 6017330"/>
                <a:gd name="connsiteX121" fmla="*/ 3220311 w 5697083"/>
                <a:gd name="connsiteY121" fmla="*/ 665973 h 6017330"/>
                <a:gd name="connsiteX122" fmla="*/ 4344938 w 5697083"/>
                <a:gd name="connsiteY122" fmla="*/ 1037468 h 6017330"/>
                <a:gd name="connsiteX123" fmla="*/ 5351813 w 5697083"/>
                <a:gd name="connsiteY123" fmla="*/ 1370603 h 6017330"/>
                <a:gd name="connsiteX124" fmla="*/ 5520467 w 5697083"/>
                <a:gd name="connsiteY124" fmla="*/ 1602788 h 6017330"/>
                <a:gd name="connsiteX125" fmla="*/ 5520467 w 5697083"/>
                <a:gd name="connsiteY125" fmla="*/ 2301362 h 6017330"/>
                <a:gd name="connsiteX126" fmla="*/ 5520467 w 5697083"/>
                <a:gd name="connsiteY126" fmla="*/ 2741503 h 6017330"/>
                <a:gd name="connsiteX127" fmla="*/ 5520467 w 5697083"/>
                <a:gd name="connsiteY127" fmla="*/ 3312880 h 6017330"/>
                <a:gd name="connsiteX128" fmla="*/ 5507477 w 5697083"/>
                <a:gd name="connsiteY128" fmla="*/ 3553141 h 6017330"/>
                <a:gd name="connsiteX129" fmla="*/ 5489531 w 5697083"/>
                <a:gd name="connsiteY129" fmla="*/ 3664186 h 6017330"/>
                <a:gd name="connsiteX130" fmla="*/ 5313901 w 5697083"/>
                <a:gd name="connsiteY130" fmla="*/ 3783307 h 6017330"/>
                <a:gd name="connsiteX131" fmla="*/ 5196148 w 5697083"/>
                <a:gd name="connsiteY131" fmla="*/ 3605635 h 6017330"/>
                <a:gd name="connsiteX132" fmla="*/ 5211111 w 5697083"/>
                <a:gd name="connsiteY132" fmla="*/ 3512761 h 6017330"/>
                <a:gd name="connsiteX133" fmla="*/ 5221093 w 5697083"/>
                <a:gd name="connsiteY133" fmla="*/ 3310861 h 6017330"/>
                <a:gd name="connsiteX134" fmla="*/ 5221093 w 5697083"/>
                <a:gd name="connsiteY134" fmla="*/ 2741503 h 6017330"/>
                <a:gd name="connsiteX135" fmla="*/ 5221093 w 5697083"/>
                <a:gd name="connsiteY135" fmla="*/ 2301362 h 6017330"/>
                <a:gd name="connsiteX136" fmla="*/ 5221093 w 5697083"/>
                <a:gd name="connsiteY136" fmla="*/ 1646197 h 6017330"/>
                <a:gd name="connsiteX137" fmla="*/ 4252131 w 5697083"/>
                <a:gd name="connsiteY137" fmla="*/ 1325176 h 6017330"/>
                <a:gd name="connsiteX138" fmla="*/ 3128491 w 5697083"/>
                <a:gd name="connsiteY138" fmla="*/ 953680 h 6017330"/>
                <a:gd name="connsiteX139" fmla="*/ 3084589 w 5697083"/>
                <a:gd name="connsiteY139" fmla="*/ 953680 h 6017330"/>
                <a:gd name="connsiteX140" fmla="*/ 1961958 w 5697083"/>
                <a:gd name="connsiteY140" fmla="*/ 1325176 h 6017330"/>
                <a:gd name="connsiteX141" fmla="*/ 992996 w 5697083"/>
                <a:gd name="connsiteY141" fmla="*/ 1646197 h 6017330"/>
                <a:gd name="connsiteX142" fmla="*/ 992996 w 5697083"/>
                <a:gd name="connsiteY142" fmla="*/ 2301362 h 6017330"/>
                <a:gd name="connsiteX143" fmla="*/ 992996 w 5697083"/>
                <a:gd name="connsiteY143" fmla="*/ 2741503 h 6017330"/>
                <a:gd name="connsiteX144" fmla="*/ 992996 w 5697083"/>
                <a:gd name="connsiteY144" fmla="*/ 3310861 h 6017330"/>
                <a:gd name="connsiteX145" fmla="*/ 1002979 w 5697083"/>
                <a:gd name="connsiteY145" fmla="*/ 3512761 h 6017330"/>
                <a:gd name="connsiteX146" fmla="*/ 1421091 w 5697083"/>
                <a:gd name="connsiteY146" fmla="*/ 4411216 h 6017330"/>
                <a:gd name="connsiteX147" fmla="*/ 3105542 w 5697083"/>
                <a:gd name="connsiteY147" fmla="*/ 5707413 h 6017330"/>
                <a:gd name="connsiteX148" fmla="*/ 3783118 w 5697083"/>
                <a:gd name="connsiteY148" fmla="*/ 5308661 h 6017330"/>
                <a:gd name="connsiteX149" fmla="*/ 3792091 w 5697083"/>
                <a:gd name="connsiteY149" fmla="*/ 5302604 h 6017330"/>
                <a:gd name="connsiteX150" fmla="*/ 3872941 w 5697083"/>
                <a:gd name="connsiteY150" fmla="*/ 5248091 h 6017330"/>
                <a:gd name="connsiteX151" fmla="*/ 4081481 w 5697083"/>
                <a:gd name="connsiteY151" fmla="*/ 5287462 h 6017330"/>
                <a:gd name="connsiteX152" fmla="*/ 4042581 w 5697083"/>
                <a:gd name="connsiteY152" fmla="*/ 5498447 h 6017330"/>
                <a:gd name="connsiteX153" fmla="*/ 3958748 w 5697083"/>
                <a:gd name="connsiteY153" fmla="*/ 5555988 h 6017330"/>
                <a:gd name="connsiteX154" fmla="*/ 3948765 w 5697083"/>
                <a:gd name="connsiteY154" fmla="*/ 5562045 h 6017330"/>
                <a:gd name="connsiteX155" fmla="*/ 3214321 w 5697083"/>
                <a:gd name="connsiteY155" fmla="*/ 5993102 h 6017330"/>
                <a:gd name="connsiteX156" fmla="*/ 3109535 w 5697083"/>
                <a:gd name="connsiteY156" fmla="*/ 6017330 h 6017330"/>
                <a:gd name="connsiteX157" fmla="*/ 3098565 w 5697083"/>
                <a:gd name="connsiteY157" fmla="*/ 6017330 h 6017330"/>
                <a:gd name="connsiteX158" fmla="*/ 2998782 w 5697083"/>
                <a:gd name="connsiteY158" fmla="*/ 5993102 h 6017330"/>
                <a:gd name="connsiteX159" fmla="*/ 1190589 w 5697083"/>
                <a:gd name="connsiteY159" fmla="*/ 4604030 h 6017330"/>
                <a:gd name="connsiteX160" fmla="*/ 707599 w 5697083"/>
                <a:gd name="connsiteY160" fmla="*/ 3553141 h 6017330"/>
                <a:gd name="connsiteX161" fmla="*/ 694633 w 5697083"/>
                <a:gd name="connsiteY161" fmla="*/ 3312880 h 6017330"/>
                <a:gd name="connsiteX162" fmla="*/ 694633 w 5697083"/>
                <a:gd name="connsiteY162" fmla="*/ 2741503 h 6017330"/>
                <a:gd name="connsiteX163" fmla="*/ 694633 w 5697083"/>
                <a:gd name="connsiteY163" fmla="*/ 2301362 h 6017330"/>
                <a:gd name="connsiteX164" fmla="*/ 693646 w 5697083"/>
                <a:gd name="connsiteY164" fmla="*/ 1602788 h 6017330"/>
                <a:gd name="connsiteX165" fmla="*/ 862277 w 5697083"/>
                <a:gd name="connsiteY165" fmla="*/ 1370603 h 6017330"/>
                <a:gd name="connsiteX166" fmla="*/ 1869152 w 5697083"/>
                <a:gd name="connsiteY166" fmla="*/ 1037468 h 6017330"/>
                <a:gd name="connsiteX167" fmla="*/ 2992792 w 5697083"/>
                <a:gd name="connsiteY167" fmla="*/ 665973 h 6017330"/>
                <a:gd name="connsiteX168" fmla="*/ 3103545 w 5697083"/>
                <a:gd name="connsiteY168" fmla="*/ 648811 h 6017330"/>
                <a:gd name="connsiteX169" fmla="*/ 4775589 w 5697083"/>
                <a:gd name="connsiteY169" fmla="*/ 481865 h 6017330"/>
                <a:gd name="connsiteX170" fmla="*/ 4853837 w 5697083"/>
                <a:gd name="connsiteY170" fmla="*/ 490319 h 6017330"/>
                <a:gd name="connsiteX171" fmla="*/ 4863820 w 5697083"/>
                <a:gd name="connsiteY171" fmla="*/ 493348 h 6017330"/>
                <a:gd name="connsiteX172" fmla="*/ 4987562 w 5697083"/>
                <a:gd name="connsiteY172" fmla="*/ 749761 h 6017330"/>
                <a:gd name="connsiteX173" fmla="*/ 4798965 w 5697083"/>
                <a:gd name="connsiteY173" fmla="*/ 886043 h 6017330"/>
                <a:gd name="connsiteX174" fmla="*/ 4734088 w 5697083"/>
                <a:gd name="connsiteY174" fmla="*/ 874939 h 6017330"/>
                <a:gd name="connsiteX175" fmla="*/ 4733101 w 5697083"/>
                <a:gd name="connsiteY175" fmla="*/ 875948 h 6017330"/>
                <a:gd name="connsiteX176" fmla="*/ 4605366 w 5697083"/>
                <a:gd name="connsiteY176" fmla="*/ 621554 h 6017330"/>
                <a:gd name="connsiteX177" fmla="*/ 4775589 w 5697083"/>
                <a:gd name="connsiteY177" fmla="*/ 481865 h 6017330"/>
                <a:gd name="connsiteX178" fmla="*/ 1309299 w 5697083"/>
                <a:gd name="connsiteY178" fmla="*/ 475451 h 6017330"/>
                <a:gd name="connsiteX179" fmla="*/ 1486955 w 5697083"/>
                <a:gd name="connsiteY179" fmla="*/ 609462 h 6017330"/>
                <a:gd name="connsiteX180" fmla="*/ 1367206 w 5697083"/>
                <a:gd name="connsiteY180" fmla="*/ 865875 h 6017330"/>
                <a:gd name="connsiteX181" fmla="*/ 1353230 w 5697083"/>
                <a:gd name="connsiteY181" fmla="*/ 870923 h 6017330"/>
                <a:gd name="connsiteX182" fmla="*/ 1291359 w 5697083"/>
                <a:gd name="connsiteY182" fmla="*/ 881017 h 6017330"/>
                <a:gd name="connsiteX183" fmla="*/ 1291359 w 5697083"/>
                <a:gd name="connsiteY183" fmla="*/ 880008 h 6017330"/>
                <a:gd name="connsiteX184" fmla="*/ 1101775 w 5697083"/>
                <a:gd name="connsiteY184" fmla="*/ 740697 h 6017330"/>
                <a:gd name="connsiteX185" fmla="*/ 1230497 w 5697083"/>
                <a:gd name="connsiteY185" fmla="*/ 486304 h 6017330"/>
                <a:gd name="connsiteX186" fmla="*/ 1309299 w 5697083"/>
                <a:gd name="connsiteY186" fmla="*/ 475451 h 6017330"/>
                <a:gd name="connsiteX187" fmla="*/ 4086966 w 5697083"/>
                <a:gd name="connsiteY187" fmla="*/ 245444 h 6017330"/>
                <a:gd name="connsiteX188" fmla="*/ 4165314 w 5697083"/>
                <a:gd name="connsiteY188" fmla="*/ 256139 h 6017330"/>
                <a:gd name="connsiteX189" fmla="*/ 4297043 w 5697083"/>
                <a:gd name="connsiteY189" fmla="*/ 511542 h 6017330"/>
                <a:gd name="connsiteX190" fmla="*/ 4109433 w 5697083"/>
                <a:gd name="connsiteY190" fmla="*/ 651863 h 6017330"/>
                <a:gd name="connsiteX191" fmla="*/ 4048549 w 5697083"/>
                <a:gd name="connsiteY191" fmla="*/ 641768 h 6017330"/>
                <a:gd name="connsiteX192" fmla="*/ 4034595 w 5697083"/>
                <a:gd name="connsiteY192" fmla="*/ 636720 h 6017330"/>
                <a:gd name="connsiteX193" fmla="*/ 4033586 w 5697083"/>
                <a:gd name="connsiteY193" fmla="*/ 637730 h 6017330"/>
                <a:gd name="connsiteX194" fmla="*/ 3910853 w 5697083"/>
                <a:gd name="connsiteY194" fmla="*/ 380307 h 6017330"/>
                <a:gd name="connsiteX195" fmla="*/ 4086966 w 5697083"/>
                <a:gd name="connsiteY195" fmla="*/ 245444 h 6017330"/>
                <a:gd name="connsiteX196" fmla="*/ 2003693 w 5697083"/>
                <a:gd name="connsiteY196" fmla="*/ 237045 h 6017330"/>
                <a:gd name="connsiteX197" fmla="*/ 2181491 w 5697083"/>
                <a:gd name="connsiteY197" fmla="*/ 371198 h 6017330"/>
                <a:gd name="connsiteX198" fmla="*/ 2061742 w 5697083"/>
                <a:gd name="connsiteY198" fmla="*/ 627612 h 6017330"/>
                <a:gd name="connsiteX199" fmla="*/ 2047766 w 5697083"/>
                <a:gd name="connsiteY199" fmla="*/ 632659 h 6017330"/>
                <a:gd name="connsiteX200" fmla="*/ 1985895 w 5697083"/>
                <a:gd name="connsiteY200" fmla="*/ 642754 h 6017330"/>
                <a:gd name="connsiteX201" fmla="*/ 1985895 w 5697083"/>
                <a:gd name="connsiteY201" fmla="*/ 641745 h 6017330"/>
                <a:gd name="connsiteX202" fmla="*/ 1796311 w 5697083"/>
                <a:gd name="connsiteY202" fmla="*/ 502433 h 6017330"/>
                <a:gd name="connsiteX203" fmla="*/ 1925033 w 5697083"/>
                <a:gd name="connsiteY203" fmla="*/ 248039 h 6017330"/>
                <a:gd name="connsiteX204" fmla="*/ 2003693 w 5697083"/>
                <a:gd name="connsiteY204" fmla="*/ 237045 h 6017330"/>
                <a:gd name="connsiteX205" fmla="*/ 3408844 w 5697083"/>
                <a:gd name="connsiteY205" fmla="*/ 27771 h 6017330"/>
                <a:gd name="connsiteX206" fmla="*/ 3448816 w 5697083"/>
                <a:gd name="connsiteY206" fmla="*/ 34070 h 6017330"/>
                <a:gd name="connsiteX207" fmla="*/ 3459786 w 5697083"/>
                <a:gd name="connsiteY207" fmla="*/ 37099 h 6017330"/>
                <a:gd name="connsiteX208" fmla="*/ 3601497 w 5697083"/>
                <a:gd name="connsiteY208" fmla="*/ 284426 h 6017330"/>
                <a:gd name="connsiteX209" fmla="*/ 3408908 w 5697083"/>
                <a:gd name="connsiteY209" fmla="*/ 434842 h 6017330"/>
                <a:gd name="connsiteX210" fmla="*/ 3358006 w 5697083"/>
                <a:gd name="connsiteY210" fmla="*/ 427775 h 6017330"/>
                <a:gd name="connsiteX211" fmla="*/ 3349033 w 5697083"/>
                <a:gd name="connsiteY211" fmla="*/ 425756 h 6017330"/>
                <a:gd name="connsiteX212" fmla="*/ 3350020 w 5697083"/>
                <a:gd name="connsiteY212" fmla="*/ 425756 h 6017330"/>
                <a:gd name="connsiteX213" fmla="*/ 3206335 w 5697083"/>
                <a:gd name="connsiteY213" fmla="*/ 179438 h 6017330"/>
                <a:gd name="connsiteX214" fmla="*/ 3408844 w 5697083"/>
                <a:gd name="connsiteY214" fmla="*/ 27771 h 6017330"/>
                <a:gd name="connsiteX215" fmla="*/ 2708278 w 5697083"/>
                <a:gd name="connsiteY215" fmla="*/ 783 h 6017330"/>
                <a:gd name="connsiteX216" fmla="*/ 2881029 w 5697083"/>
                <a:gd name="connsiteY216" fmla="*/ 140046 h 6017330"/>
                <a:gd name="connsiteX217" fmla="*/ 2752284 w 5697083"/>
                <a:gd name="connsiteY217" fmla="*/ 394440 h 6017330"/>
                <a:gd name="connsiteX218" fmla="*/ 2744320 w 5697083"/>
                <a:gd name="connsiteY218" fmla="*/ 397468 h 6017330"/>
                <a:gd name="connsiteX219" fmla="*/ 2681440 w 5697083"/>
                <a:gd name="connsiteY219" fmla="*/ 407563 h 6017330"/>
                <a:gd name="connsiteX220" fmla="*/ 2491833 w 5697083"/>
                <a:gd name="connsiteY220" fmla="*/ 269262 h 6017330"/>
                <a:gd name="connsiteX221" fmla="*/ 2617572 w 5697083"/>
                <a:gd name="connsiteY221" fmla="*/ 13859 h 6017330"/>
                <a:gd name="connsiteX222" fmla="*/ 2629551 w 5697083"/>
                <a:gd name="connsiteY222" fmla="*/ 9821 h 6017330"/>
                <a:gd name="connsiteX223" fmla="*/ 2708278 w 5697083"/>
                <a:gd name="connsiteY223" fmla="*/ 783 h 6017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</a:cxnLst>
              <a:rect l="l" t="t" r="r" b="b"/>
              <a:pathLst>
                <a:path w="5697083" h="6017330">
                  <a:moveTo>
                    <a:pt x="5033461" y="4882651"/>
                  </a:moveTo>
                  <a:cubicBezTo>
                    <a:pt x="4950637" y="4882651"/>
                    <a:pt x="4883786" y="4950288"/>
                    <a:pt x="4883786" y="5034076"/>
                  </a:cubicBezTo>
                  <a:lnTo>
                    <a:pt x="4883786" y="5239004"/>
                  </a:lnTo>
                  <a:cubicBezTo>
                    <a:pt x="4883786" y="5322793"/>
                    <a:pt x="4950637" y="5390429"/>
                    <a:pt x="5033461" y="5390429"/>
                  </a:cubicBezTo>
                  <a:cubicBezTo>
                    <a:pt x="5116307" y="5390429"/>
                    <a:pt x="5183158" y="5322793"/>
                    <a:pt x="5183158" y="5239004"/>
                  </a:cubicBezTo>
                  <a:lnTo>
                    <a:pt x="5183158" y="5034076"/>
                  </a:lnTo>
                  <a:cubicBezTo>
                    <a:pt x="5183158" y="4950288"/>
                    <a:pt x="5116307" y="4882651"/>
                    <a:pt x="5033461" y="4882651"/>
                  </a:cubicBezTo>
                  <a:close/>
                  <a:moveTo>
                    <a:pt x="842945" y="4769863"/>
                  </a:moveTo>
                  <a:cubicBezTo>
                    <a:pt x="893212" y="4765067"/>
                    <a:pt x="945100" y="4779705"/>
                    <a:pt x="987006" y="4815038"/>
                  </a:cubicBezTo>
                  <a:lnTo>
                    <a:pt x="986019" y="4816047"/>
                  </a:lnTo>
                  <a:cubicBezTo>
                    <a:pt x="987006" y="4817057"/>
                    <a:pt x="992008" y="4821095"/>
                    <a:pt x="992008" y="4821095"/>
                  </a:cubicBezTo>
                  <a:cubicBezTo>
                    <a:pt x="1075819" y="4893779"/>
                    <a:pt x="1084815" y="5020976"/>
                    <a:pt x="1012961" y="5105774"/>
                  </a:cubicBezTo>
                  <a:cubicBezTo>
                    <a:pt x="974039" y="5152211"/>
                    <a:pt x="918158" y="5175429"/>
                    <a:pt x="862277" y="5175429"/>
                  </a:cubicBezTo>
                  <a:cubicBezTo>
                    <a:pt x="815369" y="5175429"/>
                    <a:pt x="769470" y="5159277"/>
                    <a:pt x="731558" y="5125964"/>
                  </a:cubicBezTo>
                  <a:cubicBezTo>
                    <a:pt x="648734" y="5053280"/>
                    <a:pt x="637742" y="4926083"/>
                    <a:pt x="708608" y="4841285"/>
                  </a:cubicBezTo>
                  <a:cubicBezTo>
                    <a:pt x="744031" y="4798886"/>
                    <a:pt x="792677" y="4774658"/>
                    <a:pt x="842945" y="4769863"/>
                  </a:cubicBezTo>
                  <a:close/>
                  <a:moveTo>
                    <a:pt x="458566" y="4147002"/>
                  </a:moveTo>
                  <a:cubicBezTo>
                    <a:pt x="535703" y="4140566"/>
                    <a:pt x="611293" y="4179558"/>
                    <a:pt x="648712" y="4253756"/>
                  </a:cubicBezTo>
                  <a:lnTo>
                    <a:pt x="653715" y="4263851"/>
                  </a:lnTo>
                  <a:lnTo>
                    <a:pt x="652705" y="4264861"/>
                  </a:lnTo>
                  <a:cubicBezTo>
                    <a:pt x="702597" y="4363792"/>
                    <a:pt x="662688" y="4485941"/>
                    <a:pt x="563892" y="4535407"/>
                  </a:cubicBezTo>
                  <a:cubicBezTo>
                    <a:pt x="535962" y="4549540"/>
                    <a:pt x="505027" y="4556606"/>
                    <a:pt x="475078" y="4556606"/>
                  </a:cubicBezTo>
                  <a:cubicBezTo>
                    <a:pt x="402237" y="4556606"/>
                    <a:pt x="331393" y="4515217"/>
                    <a:pt x="296464" y="4444552"/>
                  </a:cubicBezTo>
                  <a:cubicBezTo>
                    <a:pt x="246572" y="4344611"/>
                    <a:pt x="283497" y="4219433"/>
                    <a:pt x="382271" y="4168958"/>
                  </a:cubicBezTo>
                  <a:cubicBezTo>
                    <a:pt x="406970" y="4156339"/>
                    <a:pt x="432854" y="4149147"/>
                    <a:pt x="458566" y="4147002"/>
                  </a:cubicBezTo>
                  <a:close/>
                  <a:moveTo>
                    <a:pt x="5033461" y="3954921"/>
                  </a:moveTo>
                  <a:cubicBezTo>
                    <a:pt x="5271972" y="3954921"/>
                    <a:pt x="5466559" y="4151774"/>
                    <a:pt x="5466559" y="4393044"/>
                  </a:cubicBezTo>
                  <a:lnTo>
                    <a:pt x="5466559" y="4540431"/>
                  </a:lnTo>
                  <a:lnTo>
                    <a:pt x="5464562" y="4541440"/>
                  </a:lnTo>
                  <a:cubicBezTo>
                    <a:pt x="5598287" y="4579801"/>
                    <a:pt x="5697083" y="4702960"/>
                    <a:pt x="5697083" y="4850347"/>
                  </a:cubicBezTo>
                  <a:lnTo>
                    <a:pt x="5697083" y="5424752"/>
                  </a:lnTo>
                  <a:cubicBezTo>
                    <a:pt x="5697083" y="5603434"/>
                    <a:pt x="5553375" y="5747792"/>
                    <a:pt x="5377745" y="5747792"/>
                  </a:cubicBezTo>
                  <a:lnTo>
                    <a:pt x="4686193" y="5747792"/>
                  </a:lnTo>
                  <a:cubicBezTo>
                    <a:pt x="4509575" y="5747792"/>
                    <a:pt x="4366877" y="5602424"/>
                    <a:pt x="4366877" y="5424752"/>
                  </a:cubicBezTo>
                  <a:lnTo>
                    <a:pt x="4366877" y="4850347"/>
                  </a:lnTo>
                  <a:cubicBezTo>
                    <a:pt x="4366877" y="4671666"/>
                    <a:pt x="4510585" y="4527307"/>
                    <a:pt x="4686193" y="4527307"/>
                  </a:cubicBezTo>
                  <a:lnTo>
                    <a:pt x="5166199" y="4527307"/>
                  </a:lnTo>
                  <a:lnTo>
                    <a:pt x="5166199" y="4394053"/>
                  </a:lnTo>
                  <a:cubicBezTo>
                    <a:pt x="5166199" y="4319351"/>
                    <a:pt x="5106324" y="4258781"/>
                    <a:pt x="5032474" y="4258781"/>
                  </a:cubicBezTo>
                  <a:cubicBezTo>
                    <a:pt x="4992565" y="4258781"/>
                    <a:pt x="4954630" y="4276952"/>
                    <a:pt x="4928697" y="4309256"/>
                  </a:cubicBezTo>
                  <a:cubicBezTo>
                    <a:pt x="4876809" y="4373864"/>
                    <a:pt x="4782006" y="4383958"/>
                    <a:pt x="4718138" y="4331465"/>
                  </a:cubicBezTo>
                  <a:cubicBezTo>
                    <a:pt x="4654270" y="4278971"/>
                    <a:pt x="4644287" y="4184078"/>
                    <a:pt x="4696176" y="4118460"/>
                  </a:cubicBezTo>
                  <a:cubicBezTo>
                    <a:pt x="4779000" y="4014482"/>
                    <a:pt x="4901755" y="3954921"/>
                    <a:pt x="5033461" y="3954921"/>
                  </a:cubicBezTo>
                  <a:close/>
                  <a:moveTo>
                    <a:pt x="238633" y="3450329"/>
                  </a:moveTo>
                  <a:cubicBezTo>
                    <a:pt x="330534" y="3455311"/>
                    <a:pt x="410221" y="3524541"/>
                    <a:pt x="424177" y="3620822"/>
                  </a:cubicBezTo>
                  <a:lnTo>
                    <a:pt x="426174" y="3636974"/>
                  </a:lnTo>
                  <a:lnTo>
                    <a:pt x="426174" y="3637984"/>
                  </a:lnTo>
                  <a:cubicBezTo>
                    <a:pt x="438153" y="3748019"/>
                    <a:pt x="360310" y="3847960"/>
                    <a:pt x="250543" y="3861083"/>
                  </a:cubicBezTo>
                  <a:cubicBezTo>
                    <a:pt x="242557" y="3862093"/>
                    <a:pt x="235580" y="3862093"/>
                    <a:pt x="227594" y="3862093"/>
                  </a:cubicBezTo>
                  <a:cubicBezTo>
                    <a:pt x="127810" y="3862093"/>
                    <a:pt x="41980" y="3786380"/>
                    <a:pt x="30023" y="3683411"/>
                  </a:cubicBezTo>
                  <a:cubicBezTo>
                    <a:pt x="14050" y="3572366"/>
                    <a:pt x="89898" y="3468388"/>
                    <a:pt x="198655" y="3452236"/>
                  </a:cubicBezTo>
                  <a:cubicBezTo>
                    <a:pt x="212126" y="3450217"/>
                    <a:pt x="225504" y="3449617"/>
                    <a:pt x="238633" y="3450329"/>
                  </a:cubicBezTo>
                  <a:close/>
                  <a:moveTo>
                    <a:pt x="2969820" y="2898985"/>
                  </a:moveTo>
                  <a:lnTo>
                    <a:pt x="2969820" y="3173569"/>
                  </a:lnTo>
                  <a:lnTo>
                    <a:pt x="3143454" y="3173569"/>
                  </a:lnTo>
                  <a:cubicBezTo>
                    <a:pt x="3230271" y="3173569"/>
                    <a:pt x="3281150" y="3116028"/>
                    <a:pt x="3281150" y="3037287"/>
                  </a:cubicBezTo>
                  <a:cubicBezTo>
                    <a:pt x="3281150" y="2956527"/>
                    <a:pt x="3230271" y="2898985"/>
                    <a:pt x="3143454" y="2898985"/>
                  </a:cubicBezTo>
                  <a:close/>
                  <a:moveTo>
                    <a:pt x="3655382" y="2716266"/>
                  </a:moveTo>
                  <a:lnTo>
                    <a:pt x="3813043" y="2716266"/>
                  </a:lnTo>
                  <a:lnTo>
                    <a:pt x="4304019" y="3319947"/>
                  </a:lnTo>
                  <a:lnTo>
                    <a:pt x="4304019" y="2716266"/>
                  </a:lnTo>
                  <a:lnTo>
                    <a:pt x="4485639" y="2716266"/>
                  </a:lnTo>
                  <a:lnTo>
                    <a:pt x="4485639" y="3634911"/>
                  </a:lnTo>
                  <a:lnTo>
                    <a:pt x="4326969" y="3634911"/>
                  </a:lnTo>
                  <a:lnTo>
                    <a:pt x="3837002" y="3031230"/>
                  </a:lnTo>
                  <a:lnTo>
                    <a:pt x="3837002" y="3634911"/>
                  </a:lnTo>
                  <a:lnTo>
                    <a:pt x="3655382" y="3634911"/>
                  </a:lnTo>
                  <a:close/>
                  <a:moveTo>
                    <a:pt x="2788200" y="2716266"/>
                  </a:moveTo>
                  <a:lnTo>
                    <a:pt x="3143454" y="2716266"/>
                  </a:lnTo>
                  <a:cubicBezTo>
                    <a:pt x="3329068" y="2716266"/>
                    <a:pt x="3462770" y="2853558"/>
                    <a:pt x="3462770" y="3038296"/>
                  </a:cubicBezTo>
                  <a:cubicBezTo>
                    <a:pt x="3462770" y="3223035"/>
                    <a:pt x="3329068" y="3358308"/>
                    <a:pt x="3143454" y="3358308"/>
                  </a:cubicBezTo>
                  <a:lnTo>
                    <a:pt x="2969820" y="3358308"/>
                  </a:lnTo>
                  <a:lnTo>
                    <a:pt x="2969820" y="3634911"/>
                  </a:lnTo>
                  <a:lnTo>
                    <a:pt x="2788200" y="3634911"/>
                  </a:lnTo>
                  <a:close/>
                  <a:moveTo>
                    <a:pt x="1628644" y="2716266"/>
                  </a:moveTo>
                  <a:lnTo>
                    <a:pt x="1830230" y="2716266"/>
                  </a:lnTo>
                  <a:lnTo>
                    <a:pt x="2138576" y="3376479"/>
                  </a:lnTo>
                  <a:lnTo>
                    <a:pt x="2445913" y="2716266"/>
                  </a:lnTo>
                  <a:lnTo>
                    <a:pt x="2647499" y="2716266"/>
                  </a:lnTo>
                  <a:lnTo>
                    <a:pt x="2217407" y="3634911"/>
                  </a:lnTo>
                  <a:lnTo>
                    <a:pt x="2058736" y="3634911"/>
                  </a:lnTo>
                  <a:close/>
                  <a:moveTo>
                    <a:pt x="205654" y="2707157"/>
                  </a:moveTo>
                  <a:cubicBezTo>
                    <a:pt x="316407" y="2710186"/>
                    <a:pt x="403224" y="2804069"/>
                    <a:pt x="399231" y="2915114"/>
                  </a:cubicBezTo>
                  <a:lnTo>
                    <a:pt x="399231" y="2925209"/>
                  </a:lnTo>
                  <a:cubicBezTo>
                    <a:pt x="396247" y="3034235"/>
                    <a:pt x="307433" y="3121052"/>
                    <a:pt x="199664" y="3121052"/>
                  </a:cubicBezTo>
                  <a:cubicBezTo>
                    <a:pt x="197667" y="3121052"/>
                    <a:pt x="193674" y="3121052"/>
                    <a:pt x="193674" y="3121052"/>
                  </a:cubicBezTo>
                  <a:cubicBezTo>
                    <a:pt x="83908" y="3118023"/>
                    <a:pt x="-2910" y="3025149"/>
                    <a:pt x="74" y="2914105"/>
                  </a:cubicBezTo>
                  <a:lnTo>
                    <a:pt x="74" y="2903000"/>
                  </a:lnTo>
                  <a:cubicBezTo>
                    <a:pt x="4067" y="2791955"/>
                    <a:pt x="97884" y="2704129"/>
                    <a:pt x="205654" y="2707157"/>
                  </a:cubicBezTo>
                  <a:close/>
                  <a:moveTo>
                    <a:pt x="242579" y="1965220"/>
                  </a:moveTo>
                  <a:cubicBezTo>
                    <a:pt x="352345" y="1971277"/>
                    <a:pt x="437166" y="2067179"/>
                    <a:pt x="430189" y="2178225"/>
                  </a:cubicBezTo>
                  <a:lnTo>
                    <a:pt x="430189" y="2189329"/>
                  </a:lnTo>
                  <a:cubicBezTo>
                    <a:pt x="423190" y="2297345"/>
                    <a:pt x="335386" y="2380124"/>
                    <a:pt x="230600" y="2380124"/>
                  </a:cubicBezTo>
                  <a:cubicBezTo>
                    <a:pt x="226607" y="2380124"/>
                    <a:pt x="218620" y="2380124"/>
                    <a:pt x="218620" y="2380124"/>
                  </a:cubicBezTo>
                  <a:lnTo>
                    <a:pt x="219630" y="2378106"/>
                  </a:lnTo>
                  <a:cubicBezTo>
                    <a:pt x="108854" y="2372048"/>
                    <a:pt x="25043" y="2276146"/>
                    <a:pt x="32020" y="2165101"/>
                  </a:cubicBezTo>
                  <a:lnTo>
                    <a:pt x="32020" y="2155006"/>
                  </a:lnTo>
                  <a:cubicBezTo>
                    <a:pt x="38010" y="2043961"/>
                    <a:pt x="134809" y="1959163"/>
                    <a:pt x="242579" y="1965220"/>
                  </a:cubicBezTo>
                  <a:close/>
                  <a:moveTo>
                    <a:pt x="276498" y="1224271"/>
                  </a:moveTo>
                  <a:cubicBezTo>
                    <a:pt x="386264" y="1230328"/>
                    <a:pt x="471085" y="1326231"/>
                    <a:pt x="464108" y="1437276"/>
                  </a:cubicBezTo>
                  <a:lnTo>
                    <a:pt x="464108" y="1448380"/>
                  </a:lnTo>
                  <a:cubicBezTo>
                    <a:pt x="457109" y="1556396"/>
                    <a:pt x="369305" y="1639176"/>
                    <a:pt x="264519" y="1639176"/>
                  </a:cubicBezTo>
                  <a:cubicBezTo>
                    <a:pt x="260526" y="1639176"/>
                    <a:pt x="252539" y="1639176"/>
                    <a:pt x="252539" y="1639176"/>
                  </a:cubicBezTo>
                  <a:lnTo>
                    <a:pt x="253549" y="1637157"/>
                  </a:lnTo>
                  <a:cubicBezTo>
                    <a:pt x="142773" y="1631099"/>
                    <a:pt x="58962" y="1535197"/>
                    <a:pt x="65939" y="1424152"/>
                  </a:cubicBezTo>
                  <a:lnTo>
                    <a:pt x="65939" y="1414057"/>
                  </a:lnTo>
                  <a:cubicBezTo>
                    <a:pt x="71929" y="1303012"/>
                    <a:pt x="168728" y="1218214"/>
                    <a:pt x="276498" y="1224271"/>
                  </a:cubicBezTo>
                  <a:close/>
                  <a:moveTo>
                    <a:pt x="595310" y="1117183"/>
                  </a:moveTo>
                  <a:lnTo>
                    <a:pt x="595836" y="1117265"/>
                  </a:lnTo>
                  <a:lnTo>
                    <a:pt x="594826" y="1117265"/>
                  </a:lnTo>
                  <a:close/>
                  <a:moveTo>
                    <a:pt x="622674" y="710484"/>
                  </a:moveTo>
                  <a:cubicBezTo>
                    <a:pt x="700182" y="717440"/>
                    <a:pt x="769963" y="770249"/>
                    <a:pt x="795403" y="849747"/>
                  </a:cubicBezTo>
                  <a:cubicBezTo>
                    <a:pt x="829344" y="955745"/>
                    <a:pt x="771466" y="1069818"/>
                    <a:pt x="666680" y="1104141"/>
                  </a:cubicBezTo>
                  <a:lnTo>
                    <a:pt x="660691" y="1106160"/>
                  </a:lnTo>
                  <a:lnTo>
                    <a:pt x="595310" y="1117183"/>
                  </a:lnTo>
                  <a:lnTo>
                    <a:pt x="535496" y="1107911"/>
                  </a:lnTo>
                  <a:cubicBezTo>
                    <a:pt x="477589" y="1089504"/>
                    <a:pt x="428943" y="1044833"/>
                    <a:pt x="407239" y="981992"/>
                  </a:cubicBezTo>
                  <a:cubicBezTo>
                    <a:pt x="371301" y="875994"/>
                    <a:pt x="426195" y="760912"/>
                    <a:pt x="529972" y="724570"/>
                  </a:cubicBezTo>
                  <a:lnTo>
                    <a:pt x="543948" y="719522"/>
                  </a:lnTo>
                  <a:cubicBezTo>
                    <a:pt x="570144" y="710941"/>
                    <a:pt x="596839" y="708165"/>
                    <a:pt x="622674" y="710484"/>
                  </a:cubicBezTo>
                  <a:close/>
                  <a:moveTo>
                    <a:pt x="3103545" y="648811"/>
                  </a:moveTo>
                  <a:cubicBezTo>
                    <a:pt x="3148457" y="648811"/>
                    <a:pt x="3187379" y="654868"/>
                    <a:pt x="3220311" y="665973"/>
                  </a:cubicBezTo>
                  <a:cubicBezTo>
                    <a:pt x="3595508" y="789132"/>
                    <a:pt x="3970728" y="913300"/>
                    <a:pt x="4344938" y="1037468"/>
                  </a:cubicBezTo>
                  <a:cubicBezTo>
                    <a:pt x="4680226" y="1148513"/>
                    <a:pt x="5015515" y="1259558"/>
                    <a:pt x="5351813" y="1370603"/>
                  </a:cubicBezTo>
                  <a:cubicBezTo>
                    <a:pt x="5462589" y="1406945"/>
                    <a:pt x="5520467" y="1487705"/>
                    <a:pt x="5520467" y="1602788"/>
                  </a:cubicBezTo>
                  <a:cubicBezTo>
                    <a:pt x="5520467" y="1835982"/>
                    <a:pt x="5520467" y="2068167"/>
                    <a:pt x="5520467" y="2301362"/>
                  </a:cubicBezTo>
                  <a:lnTo>
                    <a:pt x="5520467" y="2741503"/>
                  </a:lnTo>
                  <a:cubicBezTo>
                    <a:pt x="5520467" y="2932299"/>
                    <a:pt x="5520467" y="3122085"/>
                    <a:pt x="5520467" y="3312880"/>
                  </a:cubicBezTo>
                  <a:cubicBezTo>
                    <a:pt x="5519457" y="3401716"/>
                    <a:pt x="5517461" y="3476419"/>
                    <a:pt x="5507477" y="3553141"/>
                  </a:cubicBezTo>
                  <a:cubicBezTo>
                    <a:pt x="5502497" y="3590493"/>
                    <a:pt x="5496507" y="3627844"/>
                    <a:pt x="5489531" y="3664186"/>
                  </a:cubicBezTo>
                  <a:cubicBezTo>
                    <a:pt x="5473559" y="3745956"/>
                    <a:pt x="5393718" y="3799459"/>
                    <a:pt x="5313901" y="3783307"/>
                  </a:cubicBezTo>
                  <a:cubicBezTo>
                    <a:pt x="5233073" y="3767155"/>
                    <a:pt x="5180175" y="3687405"/>
                    <a:pt x="5196148" y="3605635"/>
                  </a:cubicBezTo>
                  <a:cubicBezTo>
                    <a:pt x="5202137" y="3575350"/>
                    <a:pt x="5207118" y="3544056"/>
                    <a:pt x="5211111" y="3512761"/>
                  </a:cubicBezTo>
                  <a:cubicBezTo>
                    <a:pt x="5219097" y="3451182"/>
                    <a:pt x="5221093" y="3387583"/>
                    <a:pt x="5221093" y="3310861"/>
                  </a:cubicBezTo>
                  <a:cubicBezTo>
                    <a:pt x="5221093" y="3121075"/>
                    <a:pt x="5221093" y="2931289"/>
                    <a:pt x="5221093" y="2741503"/>
                  </a:cubicBezTo>
                  <a:lnTo>
                    <a:pt x="5221093" y="2301362"/>
                  </a:lnTo>
                  <a:cubicBezTo>
                    <a:pt x="5221093" y="2083310"/>
                    <a:pt x="5220084" y="1864248"/>
                    <a:pt x="5221093" y="1646197"/>
                  </a:cubicBezTo>
                  <a:cubicBezTo>
                    <a:pt x="4895765" y="1539190"/>
                    <a:pt x="4573444" y="1432183"/>
                    <a:pt x="4252131" y="1325176"/>
                  </a:cubicBezTo>
                  <a:cubicBezTo>
                    <a:pt x="3876911" y="1201007"/>
                    <a:pt x="3502701" y="1076839"/>
                    <a:pt x="3128491" y="953680"/>
                  </a:cubicBezTo>
                  <a:cubicBezTo>
                    <a:pt x="3123511" y="951661"/>
                    <a:pt x="3089592" y="952670"/>
                    <a:pt x="3084589" y="953680"/>
                  </a:cubicBezTo>
                  <a:cubicBezTo>
                    <a:pt x="2710379" y="1076839"/>
                    <a:pt x="2336169" y="1201007"/>
                    <a:pt x="1961958" y="1325176"/>
                  </a:cubicBezTo>
                  <a:cubicBezTo>
                    <a:pt x="1639636" y="1432183"/>
                    <a:pt x="1316327" y="1539190"/>
                    <a:pt x="992996" y="1646197"/>
                  </a:cubicBezTo>
                  <a:cubicBezTo>
                    <a:pt x="992996" y="1866267"/>
                    <a:pt x="992996" y="2083310"/>
                    <a:pt x="992996" y="2301362"/>
                  </a:cubicBezTo>
                  <a:lnTo>
                    <a:pt x="992996" y="2741503"/>
                  </a:lnTo>
                  <a:cubicBezTo>
                    <a:pt x="992996" y="2931289"/>
                    <a:pt x="992996" y="3121075"/>
                    <a:pt x="992996" y="3310861"/>
                  </a:cubicBezTo>
                  <a:cubicBezTo>
                    <a:pt x="992996" y="3387583"/>
                    <a:pt x="994992" y="3451182"/>
                    <a:pt x="1002979" y="3512761"/>
                  </a:cubicBezTo>
                  <a:cubicBezTo>
                    <a:pt x="1042888" y="3817630"/>
                    <a:pt x="1179619" y="4112404"/>
                    <a:pt x="1421091" y="4411216"/>
                  </a:cubicBezTo>
                  <a:cubicBezTo>
                    <a:pt x="1815267" y="4898804"/>
                    <a:pt x="2351132" y="5311690"/>
                    <a:pt x="3105542" y="5707413"/>
                  </a:cubicBezTo>
                  <a:cubicBezTo>
                    <a:pt x="3358006" y="5575169"/>
                    <a:pt x="3579558" y="5444943"/>
                    <a:pt x="3783118" y="5308661"/>
                  </a:cubicBezTo>
                  <a:lnTo>
                    <a:pt x="3792091" y="5302604"/>
                  </a:lnTo>
                  <a:lnTo>
                    <a:pt x="3872941" y="5248091"/>
                  </a:lnTo>
                  <a:cubicBezTo>
                    <a:pt x="3941789" y="5200645"/>
                    <a:pt x="4034595" y="5217806"/>
                    <a:pt x="4081481" y="5287462"/>
                  </a:cubicBezTo>
                  <a:cubicBezTo>
                    <a:pt x="4128389" y="5357117"/>
                    <a:pt x="4110420" y="5451000"/>
                    <a:pt x="4042581" y="5498447"/>
                  </a:cubicBezTo>
                  <a:lnTo>
                    <a:pt x="3958748" y="5555988"/>
                  </a:lnTo>
                  <a:lnTo>
                    <a:pt x="3948765" y="5562045"/>
                  </a:lnTo>
                  <a:cubicBezTo>
                    <a:pt x="3728246" y="5709432"/>
                    <a:pt x="3488748" y="5850762"/>
                    <a:pt x="3214321" y="5993102"/>
                  </a:cubicBezTo>
                  <a:cubicBezTo>
                    <a:pt x="3177396" y="6013292"/>
                    <a:pt x="3138474" y="6017330"/>
                    <a:pt x="3109535" y="6017330"/>
                  </a:cubicBezTo>
                  <a:cubicBezTo>
                    <a:pt x="3105542" y="6017330"/>
                    <a:pt x="3102558" y="6017330"/>
                    <a:pt x="3098565" y="6017330"/>
                  </a:cubicBezTo>
                  <a:cubicBezTo>
                    <a:pt x="3075616" y="6017330"/>
                    <a:pt x="3035707" y="6012282"/>
                    <a:pt x="2998782" y="5993102"/>
                  </a:cubicBezTo>
                  <a:cubicBezTo>
                    <a:pt x="2191474" y="5572140"/>
                    <a:pt x="1616687" y="5130989"/>
                    <a:pt x="1190589" y="4604030"/>
                  </a:cubicBezTo>
                  <a:cubicBezTo>
                    <a:pt x="913178" y="4259791"/>
                    <a:pt x="754507" y="3916561"/>
                    <a:pt x="707599" y="3553141"/>
                  </a:cubicBezTo>
                  <a:cubicBezTo>
                    <a:pt x="697616" y="3475410"/>
                    <a:pt x="694633" y="3401716"/>
                    <a:pt x="694633" y="3312880"/>
                  </a:cubicBezTo>
                  <a:cubicBezTo>
                    <a:pt x="694633" y="3122085"/>
                    <a:pt x="694633" y="2932299"/>
                    <a:pt x="694633" y="2741503"/>
                  </a:cubicBezTo>
                  <a:lnTo>
                    <a:pt x="694633" y="2301362"/>
                  </a:lnTo>
                  <a:cubicBezTo>
                    <a:pt x="694633" y="2068167"/>
                    <a:pt x="694633" y="1835982"/>
                    <a:pt x="693646" y="1602788"/>
                  </a:cubicBezTo>
                  <a:cubicBezTo>
                    <a:pt x="692636" y="1487705"/>
                    <a:pt x="751524" y="1406945"/>
                    <a:pt x="862277" y="1370603"/>
                  </a:cubicBezTo>
                  <a:cubicBezTo>
                    <a:pt x="1197565" y="1260568"/>
                    <a:pt x="1533863" y="1148513"/>
                    <a:pt x="1869152" y="1037468"/>
                  </a:cubicBezTo>
                  <a:cubicBezTo>
                    <a:pt x="2243362" y="913300"/>
                    <a:pt x="2617572" y="789132"/>
                    <a:pt x="2992792" y="665973"/>
                  </a:cubicBezTo>
                  <a:cubicBezTo>
                    <a:pt x="3026711" y="654868"/>
                    <a:pt x="3064646" y="648811"/>
                    <a:pt x="3103545" y="648811"/>
                  </a:cubicBezTo>
                  <a:close/>
                  <a:moveTo>
                    <a:pt x="4775589" y="481865"/>
                  </a:moveTo>
                  <a:cubicBezTo>
                    <a:pt x="4801142" y="479404"/>
                    <a:pt x="4827646" y="481991"/>
                    <a:pt x="4853837" y="490319"/>
                  </a:cubicBezTo>
                  <a:cubicBezTo>
                    <a:pt x="4855833" y="490319"/>
                    <a:pt x="4861823" y="493348"/>
                    <a:pt x="4863820" y="493348"/>
                  </a:cubicBezTo>
                  <a:cubicBezTo>
                    <a:pt x="4967596" y="529690"/>
                    <a:pt x="5023478" y="644773"/>
                    <a:pt x="4987562" y="749761"/>
                  </a:cubicBezTo>
                  <a:cubicBezTo>
                    <a:pt x="4959610" y="833549"/>
                    <a:pt x="4881789" y="886043"/>
                    <a:pt x="4798965" y="886043"/>
                  </a:cubicBezTo>
                  <a:cubicBezTo>
                    <a:pt x="4777003" y="886043"/>
                    <a:pt x="4756050" y="883015"/>
                    <a:pt x="4734088" y="874939"/>
                  </a:cubicBezTo>
                  <a:lnTo>
                    <a:pt x="4733101" y="875948"/>
                  </a:lnTo>
                  <a:cubicBezTo>
                    <a:pt x="4629324" y="840616"/>
                    <a:pt x="4571446" y="726543"/>
                    <a:pt x="4605366" y="621554"/>
                  </a:cubicBezTo>
                  <a:cubicBezTo>
                    <a:pt x="4630822" y="542056"/>
                    <a:pt x="4698929" y="489247"/>
                    <a:pt x="4775589" y="481865"/>
                  </a:cubicBezTo>
                  <a:close/>
                  <a:moveTo>
                    <a:pt x="1309299" y="475451"/>
                  </a:moveTo>
                  <a:cubicBezTo>
                    <a:pt x="1387603" y="480373"/>
                    <a:pt x="1460018" y="530722"/>
                    <a:pt x="1486955" y="609462"/>
                  </a:cubicBezTo>
                  <a:cubicBezTo>
                    <a:pt x="1523880" y="715460"/>
                    <a:pt x="1470982" y="829533"/>
                    <a:pt x="1367206" y="865875"/>
                  </a:cubicBezTo>
                  <a:lnTo>
                    <a:pt x="1353230" y="870923"/>
                  </a:lnTo>
                  <a:cubicBezTo>
                    <a:pt x="1332277" y="877989"/>
                    <a:pt x="1311324" y="881017"/>
                    <a:pt x="1291359" y="881017"/>
                  </a:cubicBezTo>
                  <a:lnTo>
                    <a:pt x="1291359" y="880008"/>
                  </a:lnTo>
                  <a:cubicBezTo>
                    <a:pt x="1207548" y="880008"/>
                    <a:pt x="1128717" y="826505"/>
                    <a:pt x="1101775" y="740697"/>
                  </a:cubicBezTo>
                  <a:cubicBezTo>
                    <a:pt x="1067833" y="634700"/>
                    <a:pt x="1125711" y="520627"/>
                    <a:pt x="1230497" y="486304"/>
                  </a:cubicBezTo>
                  <a:cubicBezTo>
                    <a:pt x="1256441" y="477218"/>
                    <a:pt x="1283197" y="473811"/>
                    <a:pt x="1309299" y="475451"/>
                  </a:cubicBezTo>
                  <a:close/>
                  <a:moveTo>
                    <a:pt x="4086966" y="245444"/>
                  </a:moveTo>
                  <a:cubicBezTo>
                    <a:pt x="4112802" y="243709"/>
                    <a:pt x="4139370" y="247053"/>
                    <a:pt x="4165314" y="256139"/>
                  </a:cubicBezTo>
                  <a:cubicBezTo>
                    <a:pt x="4271087" y="290462"/>
                    <a:pt x="4330962" y="405545"/>
                    <a:pt x="4297043" y="511542"/>
                  </a:cubicBezTo>
                  <a:cubicBezTo>
                    <a:pt x="4270078" y="597350"/>
                    <a:pt x="4193244" y="651863"/>
                    <a:pt x="4109433" y="651863"/>
                  </a:cubicBezTo>
                  <a:cubicBezTo>
                    <a:pt x="4089467" y="651863"/>
                    <a:pt x="4068514" y="648834"/>
                    <a:pt x="4048549" y="641768"/>
                  </a:cubicBezTo>
                  <a:lnTo>
                    <a:pt x="4034595" y="636720"/>
                  </a:lnTo>
                  <a:lnTo>
                    <a:pt x="4033586" y="637730"/>
                  </a:lnTo>
                  <a:cubicBezTo>
                    <a:pt x="3929809" y="600378"/>
                    <a:pt x="3874915" y="485295"/>
                    <a:pt x="3910853" y="380307"/>
                  </a:cubicBezTo>
                  <a:cubicBezTo>
                    <a:pt x="3938547" y="301566"/>
                    <a:pt x="4009460" y="250650"/>
                    <a:pt x="4086966" y="245444"/>
                  </a:cubicBezTo>
                  <a:close/>
                  <a:moveTo>
                    <a:pt x="2003693" y="237045"/>
                  </a:moveTo>
                  <a:cubicBezTo>
                    <a:pt x="2081761" y="241730"/>
                    <a:pt x="2153797" y="291700"/>
                    <a:pt x="2181491" y="371198"/>
                  </a:cubicBezTo>
                  <a:cubicBezTo>
                    <a:pt x="2218416" y="477196"/>
                    <a:pt x="2165518" y="591270"/>
                    <a:pt x="2061742" y="627612"/>
                  </a:cubicBezTo>
                  <a:lnTo>
                    <a:pt x="2047766" y="632659"/>
                  </a:lnTo>
                  <a:cubicBezTo>
                    <a:pt x="2026813" y="639726"/>
                    <a:pt x="2005860" y="642754"/>
                    <a:pt x="1985895" y="642754"/>
                  </a:cubicBezTo>
                  <a:lnTo>
                    <a:pt x="1985895" y="641745"/>
                  </a:lnTo>
                  <a:cubicBezTo>
                    <a:pt x="1902084" y="641745"/>
                    <a:pt x="1823253" y="588241"/>
                    <a:pt x="1796311" y="502433"/>
                  </a:cubicBezTo>
                  <a:cubicBezTo>
                    <a:pt x="1762369" y="396436"/>
                    <a:pt x="1820247" y="282362"/>
                    <a:pt x="1925033" y="248039"/>
                  </a:cubicBezTo>
                  <a:cubicBezTo>
                    <a:pt x="1950977" y="238954"/>
                    <a:pt x="1977670" y="235484"/>
                    <a:pt x="2003693" y="237045"/>
                  </a:cubicBezTo>
                  <a:close/>
                  <a:moveTo>
                    <a:pt x="3408844" y="27771"/>
                  </a:moveTo>
                  <a:cubicBezTo>
                    <a:pt x="3422090" y="28471"/>
                    <a:pt x="3435468" y="30537"/>
                    <a:pt x="3448816" y="34070"/>
                  </a:cubicBezTo>
                  <a:lnTo>
                    <a:pt x="3459786" y="37099"/>
                  </a:lnTo>
                  <a:cubicBezTo>
                    <a:pt x="3566569" y="66374"/>
                    <a:pt x="3629427" y="176410"/>
                    <a:pt x="3601497" y="284426"/>
                  </a:cubicBezTo>
                  <a:cubicBezTo>
                    <a:pt x="3578548" y="375281"/>
                    <a:pt x="3497698" y="434842"/>
                    <a:pt x="3408908" y="434842"/>
                  </a:cubicBezTo>
                  <a:cubicBezTo>
                    <a:pt x="3391926" y="434842"/>
                    <a:pt x="3374966" y="432823"/>
                    <a:pt x="3358006" y="427775"/>
                  </a:cubicBezTo>
                  <a:lnTo>
                    <a:pt x="3349033" y="425756"/>
                  </a:lnTo>
                  <a:lnTo>
                    <a:pt x="3350020" y="425756"/>
                  </a:lnTo>
                  <a:cubicBezTo>
                    <a:pt x="3243238" y="397490"/>
                    <a:pt x="3178383" y="287455"/>
                    <a:pt x="3206335" y="179438"/>
                  </a:cubicBezTo>
                  <a:cubicBezTo>
                    <a:pt x="3229909" y="84924"/>
                    <a:pt x="3316123" y="22871"/>
                    <a:pt x="3408844" y="27771"/>
                  </a:cubicBezTo>
                  <a:close/>
                  <a:moveTo>
                    <a:pt x="2708278" y="783"/>
                  </a:moveTo>
                  <a:cubicBezTo>
                    <a:pt x="2785787" y="7739"/>
                    <a:pt x="2855573" y="60548"/>
                    <a:pt x="2881029" y="140046"/>
                  </a:cubicBezTo>
                  <a:cubicBezTo>
                    <a:pt x="2914948" y="246044"/>
                    <a:pt x="2857070" y="360117"/>
                    <a:pt x="2752284" y="394440"/>
                  </a:cubicBezTo>
                  <a:lnTo>
                    <a:pt x="2744320" y="397468"/>
                  </a:lnTo>
                  <a:cubicBezTo>
                    <a:pt x="2723345" y="404535"/>
                    <a:pt x="2702392" y="407563"/>
                    <a:pt x="2681440" y="407563"/>
                  </a:cubicBezTo>
                  <a:cubicBezTo>
                    <a:pt x="2597629" y="407563"/>
                    <a:pt x="2519785" y="354060"/>
                    <a:pt x="2491833" y="269262"/>
                  </a:cubicBezTo>
                  <a:cubicBezTo>
                    <a:pt x="2456904" y="163265"/>
                    <a:pt x="2512808" y="49191"/>
                    <a:pt x="2617572" y="13859"/>
                  </a:cubicBezTo>
                  <a:lnTo>
                    <a:pt x="2629551" y="9821"/>
                  </a:lnTo>
                  <a:cubicBezTo>
                    <a:pt x="2655748" y="1240"/>
                    <a:pt x="2682442" y="-1536"/>
                    <a:pt x="2708278" y="783"/>
                  </a:cubicBezTo>
                  <a:close/>
                </a:path>
              </a:pathLst>
            </a:custGeom>
            <a:solidFill>
              <a:schemeClr val="tx1"/>
            </a:solidFill>
            <a:ln w="443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CO"/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D0BE8821-E5AF-7D15-3BA2-85775BAC9B90}"/>
              </a:ext>
            </a:extLst>
          </p:cNvPr>
          <p:cNvGrpSpPr/>
          <p:nvPr/>
        </p:nvGrpSpPr>
        <p:grpSpPr>
          <a:xfrm>
            <a:off x="370819" y="2673289"/>
            <a:ext cx="720000" cy="720000"/>
            <a:chOff x="370819" y="2672223"/>
            <a:chExt cx="720000" cy="720000"/>
          </a:xfrm>
        </p:grpSpPr>
        <p:sp>
          <p:nvSpPr>
            <p:cNvPr id="4" name="Google Shape;464;p37">
              <a:extLst>
                <a:ext uri="{FF2B5EF4-FFF2-40B4-BE49-F238E27FC236}">
                  <a16:creationId xmlns:a16="http://schemas.microsoft.com/office/drawing/2014/main" id="{064C7726-A2D7-DA33-3E85-6AA7092F0E56}"/>
                </a:ext>
              </a:extLst>
            </p:cNvPr>
            <p:cNvSpPr/>
            <p:nvPr/>
          </p:nvSpPr>
          <p:spPr>
            <a:xfrm>
              <a:off x="370819" y="2672223"/>
              <a:ext cx="720000" cy="720000"/>
            </a:xfrm>
            <a:prstGeom prst="ellipse">
              <a:avLst/>
            </a:prstGeom>
            <a:solidFill>
              <a:srgbClr val="001744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00" tIns="45700" rIns="91400" bIns="45700" anchor="ctr" anchorCtr="0">
              <a:noAutofit/>
            </a:bodyPr>
            <a:lstStyle/>
            <a:p>
              <a:pPr algn="ctr" defTabSz="1219170">
                <a:buSzPts val="1425"/>
              </a:pPr>
              <a:endParaRPr sz="1900">
                <a:solidFill>
                  <a:srgbClr val="001744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58" name="Graphic 23">
              <a:extLst>
                <a:ext uri="{FF2B5EF4-FFF2-40B4-BE49-F238E27FC236}">
                  <a16:creationId xmlns:a16="http://schemas.microsoft.com/office/drawing/2014/main" id="{B06E3794-6498-FB80-33F0-EBF19FC5E09C}"/>
                </a:ext>
              </a:extLst>
            </p:cNvPr>
            <p:cNvSpPr/>
            <p:nvPr/>
          </p:nvSpPr>
          <p:spPr>
            <a:xfrm>
              <a:off x="591425" y="2845869"/>
              <a:ext cx="278788" cy="372708"/>
            </a:xfrm>
            <a:custGeom>
              <a:avLst/>
              <a:gdLst>
                <a:gd name="connsiteX0" fmla="*/ 199601 w 199600"/>
                <a:gd name="connsiteY0" fmla="*/ 218471 h 266842"/>
                <a:gd name="connsiteX1" fmla="*/ 199601 w 199600"/>
                <a:gd name="connsiteY1" fmla="*/ 259978 h 266842"/>
                <a:gd name="connsiteX2" fmla="*/ 192697 w 199600"/>
                <a:gd name="connsiteY2" fmla="*/ 266842 h 266842"/>
                <a:gd name="connsiteX3" fmla="*/ 185794 w 199600"/>
                <a:gd name="connsiteY3" fmla="*/ 259978 h 266842"/>
                <a:gd name="connsiteX4" fmla="*/ 185794 w 199600"/>
                <a:gd name="connsiteY4" fmla="*/ 218471 h 266842"/>
                <a:gd name="connsiteX5" fmla="*/ 178660 w 199600"/>
                <a:gd name="connsiteY5" fmla="*/ 193531 h 266842"/>
                <a:gd name="connsiteX6" fmla="*/ 180915 w 199600"/>
                <a:gd name="connsiteY6" fmla="*/ 184103 h 266842"/>
                <a:gd name="connsiteX7" fmla="*/ 190396 w 199600"/>
                <a:gd name="connsiteY7" fmla="*/ 186346 h 266842"/>
                <a:gd name="connsiteX8" fmla="*/ 199601 w 199600"/>
                <a:gd name="connsiteY8" fmla="*/ 218471 h 266842"/>
                <a:gd name="connsiteX9" fmla="*/ 18685 w 199600"/>
                <a:gd name="connsiteY9" fmla="*/ 184103 h 266842"/>
                <a:gd name="connsiteX10" fmla="*/ 9205 w 199600"/>
                <a:gd name="connsiteY10" fmla="*/ 186346 h 266842"/>
                <a:gd name="connsiteX11" fmla="*/ 0 w 199600"/>
                <a:gd name="connsiteY11" fmla="*/ 218471 h 266842"/>
                <a:gd name="connsiteX12" fmla="*/ 0 w 199600"/>
                <a:gd name="connsiteY12" fmla="*/ 259978 h 266842"/>
                <a:gd name="connsiteX13" fmla="*/ 6903 w 199600"/>
                <a:gd name="connsiteY13" fmla="*/ 266842 h 266842"/>
                <a:gd name="connsiteX14" fmla="*/ 13807 w 199600"/>
                <a:gd name="connsiteY14" fmla="*/ 259978 h 266842"/>
                <a:gd name="connsiteX15" fmla="*/ 13807 w 199600"/>
                <a:gd name="connsiteY15" fmla="*/ 218471 h 266842"/>
                <a:gd name="connsiteX16" fmla="*/ 20940 w 199600"/>
                <a:gd name="connsiteY16" fmla="*/ 193531 h 266842"/>
                <a:gd name="connsiteX17" fmla="*/ 18685 w 199600"/>
                <a:gd name="connsiteY17" fmla="*/ 184103 h 266842"/>
                <a:gd name="connsiteX18" fmla="*/ 67239 w 199600"/>
                <a:gd name="connsiteY18" fmla="*/ 74547 h 266842"/>
                <a:gd name="connsiteX19" fmla="*/ 82289 w 199600"/>
                <a:gd name="connsiteY19" fmla="*/ 73586 h 266842"/>
                <a:gd name="connsiteX20" fmla="*/ 81506 w 199600"/>
                <a:gd name="connsiteY20" fmla="*/ 64251 h 266842"/>
                <a:gd name="connsiteX21" fmla="*/ 66273 w 199600"/>
                <a:gd name="connsiteY21" fmla="*/ 57020 h 266842"/>
                <a:gd name="connsiteX22" fmla="*/ 58495 w 199600"/>
                <a:gd name="connsiteY22" fmla="*/ 62283 h 266842"/>
                <a:gd name="connsiteX23" fmla="*/ 67239 w 199600"/>
                <a:gd name="connsiteY23" fmla="*/ 74502 h 266842"/>
                <a:gd name="connsiteX24" fmla="*/ 67239 w 199600"/>
                <a:gd name="connsiteY24" fmla="*/ 74547 h 266842"/>
                <a:gd name="connsiteX25" fmla="*/ 117910 w 199600"/>
                <a:gd name="connsiteY25" fmla="*/ 73175 h 266842"/>
                <a:gd name="connsiteX26" fmla="*/ 132960 w 199600"/>
                <a:gd name="connsiteY26" fmla="*/ 74136 h 266842"/>
                <a:gd name="connsiteX27" fmla="*/ 141704 w 199600"/>
                <a:gd name="connsiteY27" fmla="*/ 61917 h 266842"/>
                <a:gd name="connsiteX28" fmla="*/ 133926 w 199600"/>
                <a:gd name="connsiteY28" fmla="*/ 56654 h 266842"/>
                <a:gd name="connsiteX29" fmla="*/ 118693 w 199600"/>
                <a:gd name="connsiteY29" fmla="*/ 63885 h 266842"/>
                <a:gd name="connsiteX30" fmla="*/ 117910 w 199600"/>
                <a:gd name="connsiteY30" fmla="*/ 73220 h 266842"/>
                <a:gd name="connsiteX31" fmla="*/ 117910 w 199600"/>
                <a:gd name="connsiteY31" fmla="*/ 73175 h 266842"/>
                <a:gd name="connsiteX32" fmla="*/ 67377 w 199600"/>
                <a:gd name="connsiteY32" fmla="*/ 223825 h 266842"/>
                <a:gd name="connsiteX33" fmla="*/ 58173 w 199600"/>
                <a:gd name="connsiteY33" fmla="*/ 232978 h 266842"/>
                <a:gd name="connsiteX34" fmla="*/ 58173 w 199600"/>
                <a:gd name="connsiteY34" fmla="*/ 233436 h 266842"/>
                <a:gd name="connsiteX35" fmla="*/ 67377 w 199600"/>
                <a:gd name="connsiteY35" fmla="*/ 242588 h 266842"/>
                <a:gd name="connsiteX36" fmla="*/ 76582 w 199600"/>
                <a:gd name="connsiteY36" fmla="*/ 233436 h 266842"/>
                <a:gd name="connsiteX37" fmla="*/ 76582 w 199600"/>
                <a:gd name="connsiteY37" fmla="*/ 232978 h 266842"/>
                <a:gd name="connsiteX38" fmla="*/ 67377 w 199600"/>
                <a:gd name="connsiteY38" fmla="*/ 223825 h 266842"/>
                <a:gd name="connsiteX39" fmla="*/ 67377 w 199600"/>
                <a:gd name="connsiteY39" fmla="*/ 191334 h 266842"/>
                <a:gd name="connsiteX40" fmla="*/ 58173 w 199600"/>
                <a:gd name="connsiteY40" fmla="*/ 200486 h 266842"/>
                <a:gd name="connsiteX41" fmla="*/ 58173 w 199600"/>
                <a:gd name="connsiteY41" fmla="*/ 200944 h 266842"/>
                <a:gd name="connsiteX42" fmla="*/ 67377 w 199600"/>
                <a:gd name="connsiteY42" fmla="*/ 210097 h 266842"/>
                <a:gd name="connsiteX43" fmla="*/ 76582 w 199600"/>
                <a:gd name="connsiteY43" fmla="*/ 200944 h 266842"/>
                <a:gd name="connsiteX44" fmla="*/ 76582 w 199600"/>
                <a:gd name="connsiteY44" fmla="*/ 200486 h 266842"/>
                <a:gd name="connsiteX45" fmla="*/ 67377 w 199600"/>
                <a:gd name="connsiteY45" fmla="*/ 191334 h 266842"/>
                <a:gd name="connsiteX46" fmla="*/ 132223 w 199600"/>
                <a:gd name="connsiteY46" fmla="*/ 223825 h 266842"/>
                <a:gd name="connsiteX47" fmla="*/ 123019 w 199600"/>
                <a:gd name="connsiteY47" fmla="*/ 232978 h 266842"/>
                <a:gd name="connsiteX48" fmla="*/ 123019 w 199600"/>
                <a:gd name="connsiteY48" fmla="*/ 233436 h 266842"/>
                <a:gd name="connsiteX49" fmla="*/ 132223 w 199600"/>
                <a:gd name="connsiteY49" fmla="*/ 242588 h 266842"/>
                <a:gd name="connsiteX50" fmla="*/ 141428 w 199600"/>
                <a:gd name="connsiteY50" fmla="*/ 233436 h 266842"/>
                <a:gd name="connsiteX51" fmla="*/ 141428 w 199600"/>
                <a:gd name="connsiteY51" fmla="*/ 232978 h 266842"/>
                <a:gd name="connsiteX52" fmla="*/ 132223 w 199600"/>
                <a:gd name="connsiteY52" fmla="*/ 223825 h 266842"/>
                <a:gd name="connsiteX53" fmla="*/ 132223 w 199600"/>
                <a:gd name="connsiteY53" fmla="*/ 191334 h 266842"/>
                <a:gd name="connsiteX54" fmla="*/ 123019 w 199600"/>
                <a:gd name="connsiteY54" fmla="*/ 200486 h 266842"/>
                <a:gd name="connsiteX55" fmla="*/ 123019 w 199600"/>
                <a:gd name="connsiteY55" fmla="*/ 200944 h 266842"/>
                <a:gd name="connsiteX56" fmla="*/ 132223 w 199600"/>
                <a:gd name="connsiteY56" fmla="*/ 210097 h 266842"/>
                <a:gd name="connsiteX57" fmla="*/ 141428 w 199600"/>
                <a:gd name="connsiteY57" fmla="*/ 200944 h 266842"/>
                <a:gd name="connsiteX58" fmla="*/ 141428 w 199600"/>
                <a:gd name="connsiteY58" fmla="*/ 200486 h 266842"/>
                <a:gd name="connsiteX59" fmla="*/ 132223 w 199600"/>
                <a:gd name="connsiteY59" fmla="*/ 191334 h 266842"/>
                <a:gd name="connsiteX60" fmla="*/ 178384 w 199600"/>
                <a:gd name="connsiteY60" fmla="*/ 170283 h 266842"/>
                <a:gd name="connsiteX61" fmla="*/ 172033 w 199600"/>
                <a:gd name="connsiteY61" fmla="*/ 166073 h 266842"/>
                <a:gd name="connsiteX62" fmla="*/ 175669 w 199600"/>
                <a:gd name="connsiteY62" fmla="*/ 157058 h 266842"/>
                <a:gd name="connsiteX63" fmla="*/ 179995 w 199600"/>
                <a:gd name="connsiteY63" fmla="*/ 149598 h 266842"/>
                <a:gd name="connsiteX64" fmla="*/ 179995 w 199600"/>
                <a:gd name="connsiteY64" fmla="*/ 144747 h 266842"/>
                <a:gd name="connsiteX65" fmla="*/ 161954 w 199600"/>
                <a:gd name="connsiteY65" fmla="*/ 152664 h 266842"/>
                <a:gd name="connsiteX66" fmla="*/ 161172 w 199600"/>
                <a:gd name="connsiteY66" fmla="*/ 152893 h 266842"/>
                <a:gd name="connsiteX67" fmla="*/ 139311 w 199600"/>
                <a:gd name="connsiteY67" fmla="*/ 170649 h 266842"/>
                <a:gd name="connsiteX68" fmla="*/ 132407 w 199600"/>
                <a:gd name="connsiteY68" fmla="*/ 177514 h 266842"/>
                <a:gd name="connsiteX69" fmla="*/ 125504 w 199600"/>
                <a:gd name="connsiteY69" fmla="*/ 170649 h 266842"/>
                <a:gd name="connsiteX70" fmla="*/ 157628 w 199600"/>
                <a:gd name="connsiteY70" fmla="*/ 139668 h 266842"/>
                <a:gd name="connsiteX71" fmla="*/ 158364 w 199600"/>
                <a:gd name="connsiteY71" fmla="*/ 139485 h 266842"/>
                <a:gd name="connsiteX72" fmla="*/ 174748 w 199600"/>
                <a:gd name="connsiteY72" fmla="*/ 131156 h 266842"/>
                <a:gd name="connsiteX73" fmla="*/ 173322 w 199600"/>
                <a:gd name="connsiteY73" fmla="*/ 129646 h 266842"/>
                <a:gd name="connsiteX74" fmla="*/ 152703 w 199600"/>
                <a:gd name="connsiteY74" fmla="*/ 120036 h 266842"/>
                <a:gd name="connsiteX75" fmla="*/ 99869 w 199600"/>
                <a:gd name="connsiteY75" fmla="*/ 143192 h 266842"/>
                <a:gd name="connsiteX76" fmla="*/ 47035 w 199600"/>
                <a:gd name="connsiteY76" fmla="*/ 120036 h 266842"/>
                <a:gd name="connsiteX77" fmla="*/ 26417 w 199600"/>
                <a:gd name="connsiteY77" fmla="*/ 129646 h 266842"/>
                <a:gd name="connsiteX78" fmla="*/ 24990 w 199600"/>
                <a:gd name="connsiteY78" fmla="*/ 131156 h 266842"/>
                <a:gd name="connsiteX79" fmla="*/ 41374 w 199600"/>
                <a:gd name="connsiteY79" fmla="*/ 139485 h 266842"/>
                <a:gd name="connsiteX80" fmla="*/ 42111 w 199600"/>
                <a:gd name="connsiteY80" fmla="*/ 139668 h 266842"/>
                <a:gd name="connsiteX81" fmla="*/ 74235 w 199600"/>
                <a:gd name="connsiteY81" fmla="*/ 170649 h 266842"/>
                <a:gd name="connsiteX82" fmla="*/ 67331 w 199600"/>
                <a:gd name="connsiteY82" fmla="*/ 177514 h 266842"/>
                <a:gd name="connsiteX83" fmla="*/ 60428 w 199600"/>
                <a:gd name="connsiteY83" fmla="*/ 170649 h 266842"/>
                <a:gd name="connsiteX84" fmla="*/ 38567 w 199600"/>
                <a:gd name="connsiteY84" fmla="*/ 152893 h 266842"/>
                <a:gd name="connsiteX85" fmla="*/ 37785 w 199600"/>
                <a:gd name="connsiteY85" fmla="*/ 152664 h 266842"/>
                <a:gd name="connsiteX86" fmla="*/ 19744 w 199600"/>
                <a:gd name="connsiteY86" fmla="*/ 144747 h 266842"/>
                <a:gd name="connsiteX87" fmla="*/ 19744 w 199600"/>
                <a:gd name="connsiteY87" fmla="*/ 149598 h 266842"/>
                <a:gd name="connsiteX88" fmla="*/ 24070 w 199600"/>
                <a:gd name="connsiteY88" fmla="*/ 157058 h 266842"/>
                <a:gd name="connsiteX89" fmla="*/ 27706 w 199600"/>
                <a:gd name="connsiteY89" fmla="*/ 166073 h 266842"/>
                <a:gd name="connsiteX90" fmla="*/ 21355 w 199600"/>
                <a:gd name="connsiteY90" fmla="*/ 170283 h 266842"/>
                <a:gd name="connsiteX91" fmla="*/ 18685 w 199600"/>
                <a:gd name="connsiteY91" fmla="*/ 169734 h 266842"/>
                <a:gd name="connsiteX92" fmla="*/ 6075 w 199600"/>
                <a:gd name="connsiteY92" fmla="*/ 151292 h 266842"/>
                <a:gd name="connsiteX93" fmla="*/ 12104 w 199600"/>
                <a:gd name="connsiteY93" fmla="*/ 125253 h 266842"/>
                <a:gd name="connsiteX94" fmla="*/ 12656 w 199600"/>
                <a:gd name="connsiteY94" fmla="*/ 124292 h 266842"/>
                <a:gd name="connsiteX95" fmla="*/ 38199 w 199600"/>
                <a:gd name="connsiteY95" fmla="*/ 108229 h 266842"/>
                <a:gd name="connsiteX96" fmla="*/ 27936 w 199600"/>
                <a:gd name="connsiteY96" fmla="*/ 71573 h 266842"/>
                <a:gd name="connsiteX97" fmla="*/ 99823 w 199600"/>
                <a:gd name="connsiteY97" fmla="*/ 0 h 266842"/>
                <a:gd name="connsiteX98" fmla="*/ 171849 w 199600"/>
                <a:gd name="connsiteY98" fmla="*/ 71573 h 266842"/>
                <a:gd name="connsiteX99" fmla="*/ 161586 w 199600"/>
                <a:gd name="connsiteY99" fmla="*/ 108229 h 266842"/>
                <a:gd name="connsiteX100" fmla="*/ 187128 w 199600"/>
                <a:gd name="connsiteY100" fmla="*/ 124292 h 266842"/>
                <a:gd name="connsiteX101" fmla="*/ 187681 w 199600"/>
                <a:gd name="connsiteY101" fmla="*/ 125253 h 266842"/>
                <a:gd name="connsiteX102" fmla="*/ 193710 w 199600"/>
                <a:gd name="connsiteY102" fmla="*/ 151292 h 266842"/>
                <a:gd name="connsiteX103" fmla="*/ 181099 w 199600"/>
                <a:gd name="connsiteY103" fmla="*/ 169734 h 266842"/>
                <a:gd name="connsiteX104" fmla="*/ 178430 w 199600"/>
                <a:gd name="connsiteY104" fmla="*/ 170283 h 266842"/>
                <a:gd name="connsiteX105" fmla="*/ 178384 w 199600"/>
                <a:gd name="connsiteY105" fmla="*/ 170283 h 266842"/>
                <a:gd name="connsiteX106" fmla="*/ 43445 w 199600"/>
                <a:gd name="connsiteY106" fmla="*/ 64983 h 266842"/>
                <a:gd name="connsiteX107" fmla="*/ 54215 w 199600"/>
                <a:gd name="connsiteY107" fmla="*/ 83563 h 266842"/>
                <a:gd name="connsiteX108" fmla="*/ 75799 w 199600"/>
                <a:gd name="connsiteY108" fmla="*/ 83563 h 266842"/>
                <a:gd name="connsiteX109" fmla="*/ 82105 w 199600"/>
                <a:gd name="connsiteY109" fmla="*/ 79947 h 266842"/>
                <a:gd name="connsiteX110" fmla="*/ 99777 w 199600"/>
                <a:gd name="connsiteY110" fmla="*/ 75234 h 266842"/>
                <a:gd name="connsiteX111" fmla="*/ 117450 w 199600"/>
                <a:gd name="connsiteY111" fmla="*/ 79947 h 266842"/>
                <a:gd name="connsiteX112" fmla="*/ 123755 w 199600"/>
                <a:gd name="connsiteY112" fmla="*/ 83563 h 266842"/>
                <a:gd name="connsiteX113" fmla="*/ 145340 w 199600"/>
                <a:gd name="connsiteY113" fmla="*/ 83563 h 266842"/>
                <a:gd name="connsiteX114" fmla="*/ 156109 w 199600"/>
                <a:gd name="connsiteY114" fmla="*/ 64983 h 266842"/>
                <a:gd name="connsiteX115" fmla="*/ 150632 w 199600"/>
                <a:gd name="connsiteY115" fmla="*/ 51941 h 266842"/>
                <a:gd name="connsiteX116" fmla="*/ 121684 w 199600"/>
                <a:gd name="connsiteY116" fmla="*/ 47181 h 266842"/>
                <a:gd name="connsiteX117" fmla="*/ 104564 w 199600"/>
                <a:gd name="connsiteY117" fmla="*/ 51437 h 266842"/>
                <a:gd name="connsiteX118" fmla="*/ 94162 w 199600"/>
                <a:gd name="connsiteY118" fmla="*/ 51437 h 266842"/>
                <a:gd name="connsiteX119" fmla="*/ 93426 w 199600"/>
                <a:gd name="connsiteY119" fmla="*/ 51300 h 266842"/>
                <a:gd name="connsiteX120" fmla="*/ 77778 w 199600"/>
                <a:gd name="connsiteY120" fmla="*/ 47227 h 266842"/>
                <a:gd name="connsiteX121" fmla="*/ 48830 w 199600"/>
                <a:gd name="connsiteY121" fmla="*/ 52124 h 266842"/>
                <a:gd name="connsiteX122" fmla="*/ 43399 w 199600"/>
                <a:gd name="connsiteY122" fmla="*/ 65029 h 266842"/>
                <a:gd name="connsiteX123" fmla="*/ 43445 w 199600"/>
                <a:gd name="connsiteY123" fmla="*/ 64983 h 266842"/>
                <a:gd name="connsiteX124" fmla="*/ 55457 w 199600"/>
                <a:gd name="connsiteY124" fmla="*/ 34231 h 266842"/>
                <a:gd name="connsiteX125" fmla="*/ 80402 w 199600"/>
                <a:gd name="connsiteY125" fmla="*/ 33681 h 266842"/>
                <a:gd name="connsiteX126" fmla="*/ 81046 w 199600"/>
                <a:gd name="connsiteY126" fmla="*/ 33819 h 266842"/>
                <a:gd name="connsiteX127" fmla="*/ 96602 w 199600"/>
                <a:gd name="connsiteY127" fmla="*/ 37892 h 266842"/>
                <a:gd name="connsiteX128" fmla="*/ 102263 w 199600"/>
                <a:gd name="connsiteY128" fmla="*/ 37892 h 266842"/>
                <a:gd name="connsiteX129" fmla="*/ 119153 w 199600"/>
                <a:gd name="connsiteY129" fmla="*/ 33681 h 266842"/>
                <a:gd name="connsiteX130" fmla="*/ 144051 w 199600"/>
                <a:gd name="connsiteY130" fmla="*/ 34093 h 266842"/>
                <a:gd name="connsiteX131" fmla="*/ 99777 w 199600"/>
                <a:gd name="connsiteY131" fmla="*/ 13683 h 266842"/>
                <a:gd name="connsiteX132" fmla="*/ 55411 w 199600"/>
                <a:gd name="connsiteY132" fmla="*/ 34185 h 266842"/>
                <a:gd name="connsiteX133" fmla="*/ 55457 w 199600"/>
                <a:gd name="connsiteY133" fmla="*/ 34231 h 266842"/>
                <a:gd name="connsiteX134" fmla="*/ 152980 w 199600"/>
                <a:gd name="connsiteY134" fmla="*/ 94958 h 266842"/>
                <a:gd name="connsiteX135" fmla="*/ 152243 w 199600"/>
                <a:gd name="connsiteY135" fmla="*/ 95461 h 266842"/>
                <a:gd name="connsiteX136" fmla="*/ 134570 w 199600"/>
                <a:gd name="connsiteY136" fmla="*/ 100220 h 266842"/>
                <a:gd name="connsiteX137" fmla="*/ 116898 w 199600"/>
                <a:gd name="connsiteY137" fmla="*/ 95461 h 266842"/>
                <a:gd name="connsiteX138" fmla="*/ 110593 w 199600"/>
                <a:gd name="connsiteY138" fmla="*/ 91846 h 266842"/>
                <a:gd name="connsiteX139" fmla="*/ 89008 w 199600"/>
                <a:gd name="connsiteY139" fmla="*/ 91846 h 266842"/>
                <a:gd name="connsiteX140" fmla="*/ 82703 w 199600"/>
                <a:gd name="connsiteY140" fmla="*/ 95461 h 266842"/>
                <a:gd name="connsiteX141" fmla="*/ 47311 w 199600"/>
                <a:gd name="connsiteY141" fmla="*/ 95461 h 266842"/>
                <a:gd name="connsiteX142" fmla="*/ 46575 w 199600"/>
                <a:gd name="connsiteY142" fmla="*/ 94958 h 266842"/>
                <a:gd name="connsiteX143" fmla="*/ 99777 w 199600"/>
                <a:gd name="connsiteY143" fmla="*/ 129463 h 266842"/>
                <a:gd name="connsiteX144" fmla="*/ 152980 w 199600"/>
                <a:gd name="connsiteY144" fmla="*/ 94958 h 266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199600" h="266842">
                  <a:moveTo>
                    <a:pt x="199601" y="218471"/>
                  </a:moveTo>
                  <a:lnTo>
                    <a:pt x="199601" y="259978"/>
                  </a:lnTo>
                  <a:cubicBezTo>
                    <a:pt x="199601" y="263776"/>
                    <a:pt x="196517" y="266842"/>
                    <a:pt x="192697" y="266842"/>
                  </a:cubicBezTo>
                  <a:cubicBezTo>
                    <a:pt x="188877" y="266842"/>
                    <a:pt x="185794" y="263776"/>
                    <a:pt x="185794" y="259978"/>
                  </a:cubicBezTo>
                  <a:lnTo>
                    <a:pt x="185794" y="218471"/>
                  </a:lnTo>
                  <a:cubicBezTo>
                    <a:pt x="185794" y="209731"/>
                    <a:pt x="183309" y="201127"/>
                    <a:pt x="178660" y="193531"/>
                  </a:cubicBezTo>
                  <a:cubicBezTo>
                    <a:pt x="176681" y="190281"/>
                    <a:pt x="177694" y="186071"/>
                    <a:pt x="180915" y="184103"/>
                  </a:cubicBezTo>
                  <a:cubicBezTo>
                    <a:pt x="184183" y="182136"/>
                    <a:pt x="188417" y="183142"/>
                    <a:pt x="190396" y="186346"/>
                  </a:cubicBezTo>
                  <a:cubicBezTo>
                    <a:pt x="196425" y="196093"/>
                    <a:pt x="199601" y="207214"/>
                    <a:pt x="199601" y="218471"/>
                  </a:cubicBezTo>
                  <a:close/>
                  <a:moveTo>
                    <a:pt x="18685" y="184103"/>
                  </a:moveTo>
                  <a:cubicBezTo>
                    <a:pt x="15418" y="182136"/>
                    <a:pt x="11184" y="183142"/>
                    <a:pt x="9205" y="186346"/>
                  </a:cubicBezTo>
                  <a:cubicBezTo>
                    <a:pt x="3176" y="196093"/>
                    <a:pt x="0" y="207168"/>
                    <a:pt x="0" y="218471"/>
                  </a:cubicBezTo>
                  <a:lnTo>
                    <a:pt x="0" y="259978"/>
                  </a:lnTo>
                  <a:cubicBezTo>
                    <a:pt x="0" y="263776"/>
                    <a:pt x="3084" y="266842"/>
                    <a:pt x="6903" y="266842"/>
                  </a:cubicBezTo>
                  <a:cubicBezTo>
                    <a:pt x="10723" y="266842"/>
                    <a:pt x="13807" y="263776"/>
                    <a:pt x="13807" y="259978"/>
                  </a:cubicBezTo>
                  <a:lnTo>
                    <a:pt x="13807" y="218471"/>
                  </a:lnTo>
                  <a:cubicBezTo>
                    <a:pt x="13807" y="209731"/>
                    <a:pt x="16292" y="201127"/>
                    <a:pt x="20940" y="193531"/>
                  </a:cubicBezTo>
                  <a:cubicBezTo>
                    <a:pt x="22919" y="190281"/>
                    <a:pt x="21907" y="186071"/>
                    <a:pt x="18685" y="184103"/>
                  </a:cubicBezTo>
                  <a:close/>
                  <a:moveTo>
                    <a:pt x="67239" y="74547"/>
                  </a:moveTo>
                  <a:cubicBezTo>
                    <a:pt x="72256" y="76927"/>
                    <a:pt x="77916" y="76378"/>
                    <a:pt x="82289" y="73586"/>
                  </a:cubicBezTo>
                  <a:cubicBezTo>
                    <a:pt x="85786" y="71344"/>
                    <a:pt x="85280" y="66036"/>
                    <a:pt x="81506" y="64251"/>
                  </a:cubicBezTo>
                  <a:lnTo>
                    <a:pt x="66273" y="57020"/>
                  </a:lnTo>
                  <a:cubicBezTo>
                    <a:pt x="62499" y="55236"/>
                    <a:pt x="58035" y="58164"/>
                    <a:pt x="58495" y="62283"/>
                  </a:cubicBezTo>
                  <a:cubicBezTo>
                    <a:pt x="59047" y="67408"/>
                    <a:pt x="62223" y="72122"/>
                    <a:pt x="67239" y="74502"/>
                  </a:cubicBezTo>
                  <a:lnTo>
                    <a:pt x="67239" y="74547"/>
                  </a:lnTo>
                  <a:close/>
                  <a:moveTo>
                    <a:pt x="117910" y="73175"/>
                  </a:moveTo>
                  <a:cubicBezTo>
                    <a:pt x="122282" y="75966"/>
                    <a:pt x="127943" y="76515"/>
                    <a:pt x="132960" y="74136"/>
                  </a:cubicBezTo>
                  <a:cubicBezTo>
                    <a:pt x="137976" y="71756"/>
                    <a:pt x="141106" y="67042"/>
                    <a:pt x="141704" y="61917"/>
                  </a:cubicBezTo>
                  <a:cubicBezTo>
                    <a:pt x="142164" y="57798"/>
                    <a:pt x="137700" y="54869"/>
                    <a:pt x="133926" y="56654"/>
                  </a:cubicBezTo>
                  <a:lnTo>
                    <a:pt x="118693" y="63885"/>
                  </a:lnTo>
                  <a:cubicBezTo>
                    <a:pt x="114919" y="65669"/>
                    <a:pt x="114413" y="70978"/>
                    <a:pt x="117910" y="73220"/>
                  </a:cubicBezTo>
                  <a:lnTo>
                    <a:pt x="117910" y="73175"/>
                  </a:lnTo>
                  <a:close/>
                  <a:moveTo>
                    <a:pt x="67377" y="223825"/>
                  </a:moveTo>
                  <a:cubicBezTo>
                    <a:pt x="62315" y="223825"/>
                    <a:pt x="58173" y="227944"/>
                    <a:pt x="58173" y="232978"/>
                  </a:cubicBezTo>
                  <a:lnTo>
                    <a:pt x="58173" y="233436"/>
                  </a:lnTo>
                  <a:cubicBezTo>
                    <a:pt x="58173" y="238470"/>
                    <a:pt x="62315" y="242588"/>
                    <a:pt x="67377" y="242588"/>
                  </a:cubicBezTo>
                  <a:cubicBezTo>
                    <a:pt x="72440" y="242588"/>
                    <a:pt x="76582" y="238470"/>
                    <a:pt x="76582" y="233436"/>
                  </a:cubicBezTo>
                  <a:lnTo>
                    <a:pt x="76582" y="232978"/>
                  </a:lnTo>
                  <a:cubicBezTo>
                    <a:pt x="76582" y="227944"/>
                    <a:pt x="72440" y="223825"/>
                    <a:pt x="67377" y="223825"/>
                  </a:cubicBezTo>
                  <a:close/>
                  <a:moveTo>
                    <a:pt x="67377" y="191334"/>
                  </a:moveTo>
                  <a:cubicBezTo>
                    <a:pt x="62315" y="191334"/>
                    <a:pt x="58173" y="195453"/>
                    <a:pt x="58173" y="200486"/>
                  </a:cubicBezTo>
                  <a:lnTo>
                    <a:pt x="58173" y="200944"/>
                  </a:lnTo>
                  <a:cubicBezTo>
                    <a:pt x="58173" y="205978"/>
                    <a:pt x="62315" y="210097"/>
                    <a:pt x="67377" y="210097"/>
                  </a:cubicBezTo>
                  <a:cubicBezTo>
                    <a:pt x="72440" y="210097"/>
                    <a:pt x="76582" y="205978"/>
                    <a:pt x="76582" y="200944"/>
                  </a:cubicBezTo>
                  <a:lnTo>
                    <a:pt x="76582" y="200486"/>
                  </a:lnTo>
                  <a:cubicBezTo>
                    <a:pt x="76582" y="195453"/>
                    <a:pt x="72440" y="191334"/>
                    <a:pt x="67377" y="191334"/>
                  </a:cubicBezTo>
                  <a:close/>
                  <a:moveTo>
                    <a:pt x="132223" y="223825"/>
                  </a:moveTo>
                  <a:cubicBezTo>
                    <a:pt x="127161" y="223825"/>
                    <a:pt x="123019" y="227944"/>
                    <a:pt x="123019" y="232978"/>
                  </a:cubicBezTo>
                  <a:lnTo>
                    <a:pt x="123019" y="233436"/>
                  </a:lnTo>
                  <a:cubicBezTo>
                    <a:pt x="123019" y="238470"/>
                    <a:pt x="127161" y="242588"/>
                    <a:pt x="132223" y="242588"/>
                  </a:cubicBezTo>
                  <a:cubicBezTo>
                    <a:pt x="137286" y="242588"/>
                    <a:pt x="141428" y="238470"/>
                    <a:pt x="141428" y="233436"/>
                  </a:cubicBezTo>
                  <a:lnTo>
                    <a:pt x="141428" y="232978"/>
                  </a:lnTo>
                  <a:cubicBezTo>
                    <a:pt x="141428" y="227944"/>
                    <a:pt x="137286" y="223825"/>
                    <a:pt x="132223" y="223825"/>
                  </a:cubicBezTo>
                  <a:close/>
                  <a:moveTo>
                    <a:pt x="132223" y="191334"/>
                  </a:moveTo>
                  <a:cubicBezTo>
                    <a:pt x="127161" y="191334"/>
                    <a:pt x="123019" y="195453"/>
                    <a:pt x="123019" y="200486"/>
                  </a:cubicBezTo>
                  <a:lnTo>
                    <a:pt x="123019" y="200944"/>
                  </a:lnTo>
                  <a:cubicBezTo>
                    <a:pt x="123019" y="205978"/>
                    <a:pt x="127161" y="210097"/>
                    <a:pt x="132223" y="210097"/>
                  </a:cubicBezTo>
                  <a:cubicBezTo>
                    <a:pt x="137286" y="210097"/>
                    <a:pt x="141428" y="205978"/>
                    <a:pt x="141428" y="200944"/>
                  </a:cubicBezTo>
                  <a:lnTo>
                    <a:pt x="141428" y="200486"/>
                  </a:lnTo>
                  <a:cubicBezTo>
                    <a:pt x="141428" y="195453"/>
                    <a:pt x="137286" y="191334"/>
                    <a:pt x="132223" y="191334"/>
                  </a:cubicBezTo>
                  <a:close/>
                  <a:moveTo>
                    <a:pt x="178384" y="170283"/>
                  </a:moveTo>
                  <a:cubicBezTo>
                    <a:pt x="175715" y="170283"/>
                    <a:pt x="173138" y="168727"/>
                    <a:pt x="172033" y="166073"/>
                  </a:cubicBezTo>
                  <a:cubicBezTo>
                    <a:pt x="170560" y="162595"/>
                    <a:pt x="172171" y="158568"/>
                    <a:pt x="175669" y="157058"/>
                  </a:cubicBezTo>
                  <a:cubicBezTo>
                    <a:pt x="178016" y="156051"/>
                    <a:pt x="179489" y="153534"/>
                    <a:pt x="179995" y="149598"/>
                  </a:cubicBezTo>
                  <a:cubicBezTo>
                    <a:pt x="180179" y="147997"/>
                    <a:pt x="180179" y="146395"/>
                    <a:pt x="179995" y="144747"/>
                  </a:cubicBezTo>
                  <a:cubicBezTo>
                    <a:pt x="175899" y="147676"/>
                    <a:pt x="170100" y="150468"/>
                    <a:pt x="161954" y="152664"/>
                  </a:cubicBezTo>
                  <a:lnTo>
                    <a:pt x="161172" y="152893"/>
                  </a:lnTo>
                  <a:cubicBezTo>
                    <a:pt x="151783" y="155364"/>
                    <a:pt x="139311" y="159941"/>
                    <a:pt x="139311" y="170649"/>
                  </a:cubicBezTo>
                  <a:cubicBezTo>
                    <a:pt x="139311" y="174447"/>
                    <a:pt x="136227" y="177514"/>
                    <a:pt x="132407" y="177514"/>
                  </a:cubicBezTo>
                  <a:cubicBezTo>
                    <a:pt x="128588" y="177514"/>
                    <a:pt x="125504" y="174447"/>
                    <a:pt x="125504" y="170649"/>
                  </a:cubicBezTo>
                  <a:cubicBezTo>
                    <a:pt x="125504" y="155731"/>
                    <a:pt x="136319" y="145297"/>
                    <a:pt x="157628" y="139668"/>
                  </a:cubicBezTo>
                  <a:lnTo>
                    <a:pt x="158364" y="139485"/>
                  </a:lnTo>
                  <a:cubicBezTo>
                    <a:pt x="167569" y="137014"/>
                    <a:pt x="172631" y="133810"/>
                    <a:pt x="174748" y="131156"/>
                  </a:cubicBezTo>
                  <a:cubicBezTo>
                    <a:pt x="174196" y="130698"/>
                    <a:pt x="173736" y="130195"/>
                    <a:pt x="173322" y="129646"/>
                  </a:cubicBezTo>
                  <a:cubicBezTo>
                    <a:pt x="168305" y="125710"/>
                    <a:pt x="157398" y="120402"/>
                    <a:pt x="152703" y="120036"/>
                  </a:cubicBezTo>
                  <a:cubicBezTo>
                    <a:pt x="139541" y="134222"/>
                    <a:pt x="120764" y="143192"/>
                    <a:pt x="99869" y="143192"/>
                  </a:cubicBezTo>
                  <a:cubicBezTo>
                    <a:pt x="78975" y="143192"/>
                    <a:pt x="60198" y="134222"/>
                    <a:pt x="47035" y="120036"/>
                  </a:cubicBezTo>
                  <a:cubicBezTo>
                    <a:pt x="42341" y="120402"/>
                    <a:pt x="31434" y="125710"/>
                    <a:pt x="26417" y="129646"/>
                  </a:cubicBezTo>
                  <a:cubicBezTo>
                    <a:pt x="26003" y="130195"/>
                    <a:pt x="25543" y="130744"/>
                    <a:pt x="24990" y="131156"/>
                  </a:cubicBezTo>
                  <a:cubicBezTo>
                    <a:pt x="27107" y="133764"/>
                    <a:pt x="32170" y="136968"/>
                    <a:pt x="41374" y="139485"/>
                  </a:cubicBezTo>
                  <a:lnTo>
                    <a:pt x="42111" y="139668"/>
                  </a:lnTo>
                  <a:cubicBezTo>
                    <a:pt x="63419" y="145342"/>
                    <a:pt x="74235" y="155776"/>
                    <a:pt x="74235" y="170649"/>
                  </a:cubicBezTo>
                  <a:cubicBezTo>
                    <a:pt x="74235" y="174447"/>
                    <a:pt x="71151" y="177514"/>
                    <a:pt x="67331" y="177514"/>
                  </a:cubicBezTo>
                  <a:cubicBezTo>
                    <a:pt x="63511" y="177514"/>
                    <a:pt x="60428" y="174447"/>
                    <a:pt x="60428" y="170649"/>
                  </a:cubicBezTo>
                  <a:cubicBezTo>
                    <a:pt x="60428" y="159941"/>
                    <a:pt x="47956" y="155410"/>
                    <a:pt x="38567" y="152893"/>
                  </a:cubicBezTo>
                  <a:lnTo>
                    <a:pt x="37785" y="152664"/>
                  </a:lnTo>
                  <a:cubicBezTo>
                    <a:pt x="29593" y="150468"/>
                    <a:pt x="23794" y="147676"/>
                    <a:pt x="19744" y="144747"/>
                  </a:cubicBezTo>
                  <a:cubicBezTo>
                    <a:pt x="19606" y="146349"/>
                    <a:pt x="19606" y="147997"/>
                    <a:pt x="19744" y="149598"/>
                  </a:cubicBezTo>
                  <a:cubicBezTo>
                    <a:pt x="20250" y="153534"/>
                    <a:pt x="21677" y="156051"/>
                    <a:pt x="24070" y="157058"/>
                  </a:cubicBezTo>
                  <a:cubicBezTo>
                    <a:pt x="27568" y="158522"/>
                    <a:pt x="29224" y="162549"/>
                    <a:pt x="27706" y="166073"/>
                  </a:cubicBezTo>
                  <a:cubicBezTo>
                    <a:pt x="26601" y="168681"/>
                    <a:pt x="24024" y="170283"/>
                    <a:pt x="21355" y="170283"/>
                  </a:cubicBezTo>
                  <a:cubicBezTo>
                    <a:pt x="20434" y="170283"/>
                    <a:pt x="19560" y="170100"/>
                    <a:pt x="18685" y="169734"/>
                  </a:cubicBezTo>
                  <a:cubicBezTo>
                    <a:pt x="11644" y="166759"/>
                    <a:pt x="7180" y="160215"/>
                    <a:pt x="6075" y="151292"/>
                  </a:cubicBezTo>
                  <a:cubicBezTo>
                    <a:pt x="4924" y="142139"/>
                    <a:pt x="7502" y="131980"/>
                    <a:pt x="12104" y="125253"/>
                  </a:cubicBezTo>
                  <a:cubicBezTo>
                    <a:pt x="12288" y="124932"/>
                    <a:pt x="12472" y="124612"/>
                    <a:pt x="12656" y="124292"/>
                  </a:cubicBezTo>
                  <a:cubicBezTo>
                    <a:pt x="16982" y="117976"/>
                    <a:pt x="28902" y="111386"/>
                    <a:pt x="38199" y="108229"/>
                  </a:cubicBezTo>
                  <a:cubicBezTo>
                    <a:pt x="31710" y="97475"/>
                    <a:pt x="27936" y="84981"/>
                    <a:pt x="27936" y="71573"/>
                  </a:cubicBezTo>
                  <a:cubicBezTo>
                    <a:pt x="27798" y="32125"/>
                    <a:pt x="60106" y="0"/>
                    <a:pt x="99823" y="0"/>
                  </a:cubicBezTo>
                  <a:cubicBezTo>
                    <a:pt x="139541" y="0"/>
                    <a:pt x="171849" y="32125"/>
                    <a:pt x="171849" y="71573"/>
                  </a:cubicBezTo>
                  <a:cubicBezTo>
                    <a:pt x="171849" y="84981"/>
                    <a:pt x="168075" y="97475"/>
                    <a:pt x="161586" y="108229"/>
                  </a:cubicBezTo>
                  <a:cubicBezTo>
                    <a:pt x="170882" y="111432"/>
                    <a:pt x="182802" y="117976"/>
                    <a:pt x="187128" y="124292"/>
                  </a:cubicBezTo>
                  <a:cubicBezTo>
                    <a:pt x="187359" y="124612"/>
                    <a:pt x="187497" y="124932"/>
                    <a:pt x="187681" y="125253"/>
                  </a:cubicBezTo>
                  <a:cubicBezTo>
                    <a:pt x="192283" y="131980"/>
                    <a:pt x="194814" y="142139"/>
                    <a:pt x="193710" y="151292"/>
                  </a:cubicBezTo>
                  <a:cubicBezTo>
                    <a:pt x="192605" y="160215"/>
                    <a:pt x="188141" y="166759"/>
                    <a:pt x="181099" y="169734"/>
                  </a:cubicBezTo>
                  <a:cubicBezTo>
                    <a:pt x="180225" y="170100"/>
                    <a:pt x="179305" y="170283"/>
                    <a:pt x="178430" y="170283"/>
                  </a:cubicBezTo>
                  <a:lnTo>
                    <a:pt x="178384" y="170283"/>
                  </a:lnTo>
                  <a:close/>
                  <a:moveTo>
                    <a:pt x="43445" y="64983"/>
                  </a:moveTo>
                  <a:cubicBezTo>
                    <a:pt x="43445" y="72717"/>
                    <a:pt x="47495" y="79673"/>
                    <a:pt x="54215" y="83563"/>
                  </a:cubicBezTo>
                  <a:cubicBezTo>
                    <a:pt x="60934" y="87453"/>
                    <a:pt x="69034" y="87453"/>
                    <a:pt x="75799" y="83563"/>
                  </a:cubicBezTo>
                  <a:lnTo>
                    <a:pt x="82105" y="79947"/>
                  </a:lnTo>
                  <a:cubicBezTo>
                    <a:pt x="87581" y="76836"/>
                    <a:pt x="93656" y="75234"/>
                    <a:pt x="99777" y="75234"/>
                  </a:cubicBezTo>
                  <a:cubicBezTo>
                    <a:pt x="105898" y="75234"/>
                    <a:pt x="112019" y="76790"/>
                    <a:pt x="117450" y="79947"/>
                  </a:cubicBezTo>
                  <a:lnTo>
                    <a:pt x="123755" y="83563"/>
                  </a:lnTo>
                  <a:cubicBezTo>
                    <a:pt x="130520" y="87453"/>
                    <a:pt x="138574" y="87453"/>
                    <a:pt x="145340" y="83563"/>
                  </a:cubicBezTo>
                  <a:cubicBezTo>
                    <a:pt x="152105" y="79673"/>
                    <a:pt x="156109" y="72717"/>
                    <a:pt x="156109" y="64983"/>
                  </a:cubicBezTo>
                  <a:cubicBezTo>
                    <a:pt x="156109" y="59308"/>
                    <a:pt x="154314" y="55053"/>
                    <a:pt x="150632" y="51941"/>
                  </a:cubicBezTo>
                  <a:cubicBezTo>
                    <a:pt x="144695" y="46953"/>
                    <a:pt x="133880" y="45168"/>
                    <a:pt x="121684" y="47181"/>
                  </a:cubicBezTo>
                  <a:lnTo>
                    <a:pt x="104564" y="51437"/>
                  </a:lnTo>
                  <a:cubicBezTo>
                    <a:pt x="101112" y="51941"/>
                    <a:pt x="97614" y="51941"/>
                    <a:pt x="94162" y="51437"/>
                  </a:cubicBezTo>
                  <a:lnTo>
                    <a:pt x="93426" y="51300"/>
                  </a:lnTo>
                  <a:lnTo>
                    <a:pt x="77778" y="47227"/>
                  </a:lnTo>
                  <a:cubicBezTo>
                    <a:pt x="65582" y="45259"/>
                    <a:pt x="54813" y="47090"/>
                    <a:pt x="48830" y="52124"/>
                  </a:cubicBezTo>
                  <a:cubicBezTo>
                    <a:pt x="45194" y="55190"/>
                    <a:pt x="43399" y="59446"/>
                    <a:pt x="43399" y="65029"/>
                  </a:cubicBezTo>
                  <a:lnTo>
                    <a:pt x="43445" y="64983"/>
                  </a:lnTo>
                  <a:close/>
                  <a:moveTo>
                    <a:pt x="55457" y="34231"/>
                  </a:moveTo>
                  <a:cubicBezTo>
                    <a:pt x="62821" y="32446"/>
                    <a:pt x="71335" y="32217"/>
                    <a:pt x="80402" y="33681"/>
                  </a:cubicBezTo>
                  <a:lnTo>
                    <a:pt x="81046" y="33819"/>
                  </a:lnTo>
                  <a:lnTo>
                    <a:pt x="96602" y="37892"/>
                  </a:lnTo>
                  <a:cubicBezTo>
                    <a:pt x="98489" y="38166"/>
                    <a:pt x="100376" y="38166"/>
                    <a:pt x="102263" y="37892"/>
                  </a:cubicBezTo>
                  <a:lnTo>
                    <a:pt x="119153" y="33681"/>
                  </a:lnTo>
                  <a:cubicBezTo>
                    <a:pt x="128219" y="32171"/>
                    <a:pt x="136688" y="32400"/>
                    <a:pt x="144051" y="34093"/>
                  </a:cubicBezTo>
                  <a:cubicBezTo>
                    <a:pt x="133374" y="21646"/>
                    <a:pt x="117496" y="13683"/>
                    <a:pt x="99777" y="13683"/>
                  </a:cubicBezTo>
                  <a:cubicBezTo>
                    <a:pt x="82059" y="13683"/>
                    <a:pt x="66089" y="21646"/>
                    <a:pt x="55411" y="34185"/>
                  </a:cubicBezTo>
                  <a:lnTo>
                    <a:pt x="55457" y="34231"/>
                  </a:lnTo>
                  <a:close/>
                  <a:moveTo>
                    <a:pt x="152980" y="94958"/>
                  </a:moveTo>
                  <a:cubicBezTo>
                    <a:pt x="152703" y="95095"/>
                    <a:pt x="152519" y="95278"/>
                    <a:pt x="152243" y="95461"/>
                  </a:cubicBezTo>
                  <a:cubicBezTo>
                    <a:pt x="146720" y="98664"/>
                    <a:pt x="140645" y="100220"/>
                    <a:pt x="134570" y="100220"/>
                  </a:cubicBezTo>
                  <a:cubicBezTo>
                    <a:pt x="128495" y="100220"/>
                    <a:pt x="122420" y="98619"/>
                    <a:pt x="116898" y="95461"/>
                  </a:cubicBezTo>
                  <a:lnTo>
                    <a:pt x="110593" y="91846"/>
                  </a:lnTo>
                  <a:cubicBezTo>
                    <a:pt x="103919" y="88047"/>
                    <a:pt x="95681" y="88047"/>
                    <a:pt x="89008" y="91846"/>
                  </a:cubicBezTo>
                  <a:lnTo>
                    <a:pt x="82703" y="95461"/>
                  </a:lnTo>
                  <a:cubicBezTo>
                    <a:pt x="71611" y="101822"/>
                    <a:pt x="58403" y="101822"/>
                    <a:pt x="47311" y="95461"/>
                  </a:cubicBezTo>
                  <a:cubicBezTo>
                    <a:pt x="47035" y="95324"/>
                    <a:pt x="46851" y="95141"/>
                    <a:pt x="46575" y="94958"/>
                  </a:cubicBezTo>
                  <a:cubicBezTo>
                    <a:pt x="55641" y="115231"/>
                    <a:pt x="76030" y="129463"/>
                    <a:pt x="99777" y="129463"/>
                  </a:cubicBezTo>
                  <a:cubicBezTo>
                    <a:pt x="123525" y="129463"/>
                    <a:pt x="143913" y="115276"/>
                    <a:pt x="152980" y="94958"/>
                  </a:cubicBezTo>
                  <a:close/>
                </a:path>
              </a:pathLst>
            </a:custGeom>
            <a:solidFill>
              <a:schemeClr val="tx1"/>
            </a:solidFill>
            <a:ln w="4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O"/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B9D1514F-2F91-97FC-9774-56F09E18DD2A}"/>
              </a:ext>
            </a:extLst>
          </p:cNvPr>
          <p:cNvGrpSpPr/>
          <p:nvPr/>
        </p:nvGrpSpPr>
        <p:grpSpPr>
          <a:xfrm>
            <a:off x="2856452" y="2673289"/>
            <a:ext cx="720000" cy="720000"/>
            <a:chOff x="2899563" y="2656356"/>
            <a:chExt cx="720000" cy="720000"/>
          </a:xfrm>
        </p:grpSpPr>
        <p:sp>
          <p:nvSpPr>
            <p:cNvPr id="7" name="Google Shape;467;p37">
              <a:extLst>
                <a:ext uri="{FF2B5EF4-FFF2-40B4-BE49-F238E27FC236}">
                  <a16:creationId xmlns:a16="http://schemas.microsoft.com/office/drawing/2014/main" id="{2053B662-EBEC-A9F6-4B65-A8DA54D18607}"/>
                </a:ext>
              </a:extLst>
            </p:cNvPr>
            <p:cNvSpPr/>
            <p:nvPr/>
          </p:nvSpPr>
          <p:spPr>
            <a:xfrm>
              <a:off x="2899563" y="2656356"/>
              <a:ext cx="720000" cy="720000"/>
            </a:xfrm>
            <a:prstGeom prst="ellipse">
              <a:avLst/>
            </a:prstGeom>
            <a:solidFill>
              <a:srgbClr val="001744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00" tIns="45700" rIns="91400" bIns="45700" anchor="ctr" anchorCtr="0">
              <a:noAutofit/>
            </a:bodyPr>
            <a:lstStyle/>
            <a:p>
              <a:pPr algn="ctr" defTabSz="1219170">
                <a:buSzPts val="1425"/>
              </a:pPr>
              <a:endParaRPr sz="1900">
                <a:solidFill>
                  <a:srgbClr val="001744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CB131784-1654-2763-1127-3617E13B26F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97643" y="2801751"/>
              <a:ext cx="323840" cy="429210"/>
            </a:xfrm>
            <a:custGeom>
              <a:avLst/>
              <a:gdLst>
                <a:gd name="connsiteX0" fmla="*/ 3078468 w 3968926"/>
                <a:gd name="connsiteY0" fmla="*/ 4673246 h 5260304"/>
                <a:gd name="connsiteX1" fmla="*/ 3165173 w 3968926"/>
                <a:gd name="connsiteY1" fmla="*/ 4725783 h 5260304"/>
                <a:gd name="connsiteX2" fmla="*/ 3140091 w 3968926"/>
                <a:gd name="connsiteY2" fmla="*/ 4915530 h 5260304"/>
                <a:gd name="connsiteX3" fmla="*/ 3059566 w 3968926"/>
                <a:gd name="connsiteY3" fmla="*/ 4942919 h 5260304"/>
                <a:gd name="connsiteX4" fmla="*/ 2957264 w 3968926"/>
                <a:gd name="connsiteY4" fmla="*/ 4890820 h 5260304"/>
                <a:gd name="connsiteX5" fmla="*/ 2953315 w 3968926"/>
                <a:gd name="connsiteY5" fmla="*/ 4885463 h 5260304"/>
                <a:gd name="connsiteX6" fmla="*/ 2980372 w 3968926"/>
                <a:gd name="connsiteY6" fmla="*/ 4698375 h 5260304"/>
                <a:gd name="connsiteX7" fmla="*/ 3078468 w 3968926"/>
                <a:gd name="connsiteY7" fmla="*/ 4673246 h 5260304"/>
                <a:gd name="connsiteX8" fmla="*/ 2797457 w 3968926"/>
                <a:gd name="connsiteY8" fmla="*/ 4291742 h 5260304"/>
                <a:gd name="connsiteX9" fmla="*/ 2884657 w 3968926"/>
                <a:gd name="connsiteY9" fmla="*/ 4343611 h 5260304"/>
                <a:gd name="connsiteX10" fmla="*/ 2888626 w 3968926"/>
                <a:gd name="connsiteY10" fmla="*/ 4348948 h 5260304"/>
                <a:gd name="connsiteX11" fmla="*/ 2862879 w 3968926"/>
                <a:gd name="connsiteY11" fmla="*/ 4536036 h 5260304"/>
                <a:gd name="connsiteX12" fmla="*/ 2783684 w 3968926"/>
                <a:gd name="connsiteY12" fmla="*/ 4562760 h 5260304"/>
                <a:gd name="connsiteX13" fmla="*/ 2678078 w 3968926"/>
                <a:gd name="connsiteY13" fmla="*/ 4509977 h 5260304"/>
                <a:gd name="connsiteX14" fmla="*/ 2674129 w 3968926"/>
                <a:gd name="connsiteY14" fmla="*/ 4504620 h 5260304"/>
                <a:gd name="connsiteX15" fmla="*/ 2699876 w 3968926"/>
                <a:gd name="connsiteY15" fmla="*/ 4317552 h 5260304"/>
                <a:gd name="connsiteX16" fmla="*/ 2797457 w 3968926"/>
                <a:gd name="connsiteY16" fmla="*/ 4291742 h 5260304"/>
                <a:gd name="connsiteX17" fmla="*/ 2519452 w 3968926"/>
                <a:gd name="connsiteY17" fmla="*/ 3910897 h 5260304"/>
                <a:gd name="connsiteX18" fmla="*/ 2606156 w 3968926"/>
                <a:gd name="connsiteY18" fmla="*/ 3963434 h 5260304"/>
                <a:gd name="connsiteX19" fmla="*/ 2581074 w 3968926"/>
                <a:gd name="connsiteY19" fmla="*/ 4153181 h 5260304"/>
                <a:gd name="connsiteX20" fmla="*/ 2500550 w 3968926"/>
                <a:gd name="connsiteY20" fmla="*/ 4180570 h 5260304"/>
                <a:gd name="connsiteX21" fmla="*/ 2398248 w 3968926"/>
                <a:gd name="connsiteY21" fmla="*/ 4128470 h 5260304"/>
                <a:gd name="connsiteX22" fmla="*/ 2394299 w 3968926"/>
                <a:gd name="connsiteY22" fmla="*/ 4123114 h 5260304"/>
                <a:gd name="connsiteX23" fmla="*/ 2421355 w 3968926"/>
                <a:gd name="connsiteY23" fmla="*/ 3936025 h 5260304"/>
                <a:gd name="connsiteX24" fmla="*/ 2519452 w 3968926"/>
                <a:gd name="connsiteY24" fmla="*/ 3910897 h 5260304"/>
                <a:gd name="connsiteX25" fmla="*/ 478738 w 3968926"/>
                <a:gd name="connsiteY25" fmla="*/ 3866821 h 5260304"/>
                <a:gd name="connsiteX26" fmla="*/ 595202 w 3968926"/>
                <a:gd name="connsiteY26" fmla="*/ 3956083 h 5260304"/>
                <a:gd name="connsiteX27" fmla="*/ 514033 w 3968926"/>
                <a:gd name="connsiteY27" fmla="*/ 4126456 h 5260304"/>
                <a:gd name="connsiteX28" fmla="*/ 508090 w 3968926"/>
                <a:gd name="connsiteY28" fmla="*/ 4128470 h 5260304"/>
                <a:gd name="connsiteX29" fmla="*/ 464534 w 3968926"/>
                <a:gd name="connsiteY29" fmla="*/ 4135801 h 5260304"/>
                <a:gd name="connsiteX30" fmla="*/ 339789 w 3968926"/>
                <a:gd name="connsiteY30" fmla="*/ 4046284 h 5260304"/>
                <a:gd name="connsiteX31" fmla="*/ 420978 w 3968926"/>
                <a:gd name="connsiteY31" fmla="*/ 3875910 h 5260304"/>
                <a:gd name="connsiteX32" fmla="*/ 426921 w 3968926"/>
                <a:gd name="connsiteY32" fmla="*/ 3873897 h 5260304"/>
                <a:gd name="connsiteX33" fmla="*/ 478738 w 3968926"/>
                <a:gd name="connsiteY33" fmla="*/ 3866821 h 5260304"/>
                <a:gd name="connsiteX34" fmla="*/ 921581 w 3968926"/>
                <a:gd name="connsiteY34" fmla="*/ 3710571 h 5260304"/>
                <a:gd name="connsiteX35" fmla="*/ 1037411 w 3968926"/>
                <a:gd name="connsiteY35" fmla="*/ 3800391 h 5260304"/>
                <a:gd name="connsiteX36" fmla="*/ 955557 w 3968926"/>
                <a:gd name="connsiteY36" fmla="*/ 3970100 h 5260304"/>
                <a:gd name="connsiteX37" fmla="*/ 949634 w 3968926"/>
                <a:gd name="connsiteY37" fmla="*/ 3972114 h 5260304"/>
                <a:gd name="connsiteX38" fmla="*/ 906723 w 3968926"/>
                <a:gd name="connsiteY38" fmla="*/ 3979464 h 5260304"/>
                <a:gd name="connsiteX39" fmla="*/ 781997 w 3968926"/>
                <a:gd name="connsiteY39" fmla="*/ 3889263 h 5260304"/>
                <a:gd name="connsiteX40" fmla="*/ 863831 w 3968926"/>
                <a:gd name="connsiteY40" fmla="*/ 3719554 h 5260304"/>
                <a:gd name="connsiteX41" fmla="*/ 869774 w 3968926"/>
                <a:gd name="connsiteY41" fmla="*/ 3717541 h 5260304"/>
                <a:gd name="connsiteX42" fmla="*/ 921581 w 3968926"/>
                <a:gd name="connsiteY42" fmla="*/ 3710571 h 5260304"/>
                <a:gd name="connsiteX43" fmla="*/ 1363855 w 3968926"/>
                <a:gd name="connsiteY43" fmla="*/ 3554108 h 5260304"/>
                <a:gd name="connsiteX44" fmla="*/ 1480245 w 3968926"/>
                <a:gd name="connsiteY44" fmla="*/ 3643370 h 5260304"/>
                <a:gd name="connsiteX45" fmla="*/ 1399057 w 3968926"/>
                <a:gd name="connsiteY45" fmla="*/ 3813743 h 5260304"/>
                <a:gd name="connsiteX46" fmla="*/ 1354836 w 3968926"/>
                <a:gd name="connsiteY46" fmla="*/ 3821093 h 5260304"/>
                <a:gd name="connsiteX47" fmla="*/ 1228136 w 3968926"/>
                <a:gd name="connsiteY47" fmla="*/ 3732222 h 5260304"/>
                <a:gd name="connsiteX48" fmla="*/ 1306001 w 3968926"/>
                <a:gd name="connsiteY48" fmla="*/ 3563197 h 5260304"/>
                <a:gd name="connsiteX49" fmla="*/ 1311944 w 3968926"/>
                <a:gd name="connsiteY49" fmla="*/ 3561184 h 5260304"/>
                <a:gd name="connsiteX50" fmla="*/ 1363855 w 3968926"/>
                <a:gd name="connsiteY50" fmla="*/ 3554108 h 5260304"/>
                <a:gd name="connsiteX51" fmla="*/ 663176 w 3968926"/>
                <a:gd name="connsiteY51" fmla="*/ 2436055 h 5260304"/>
                <a:gd name="connsiteX52" fmla="*/ 652620 w 3968926"/>
                <a:gd name="connsiteY52" fmla="*/ 2463444 h 5260304"/>
                <a:gd name="connsiteX53" fmla="*/ 207792 w 3968926"/>
                <a:gd name="connsiteY53" fmla="*/ 3928029 h 5260304"/>
                <a:gd name="connsiteX54" fmla="*/ 224956 w 3968926"/>
                <a:gd name="connsiteY54" fmla="*/ 4105753 h 5260304"/>
                <a:gd name="connsiteX55" fmla="*/ 360903 w 3968926"/>
                <a:gd name="connsiteY55" fmla="*/ 4220000 h 5260304"/>
                <a:gd name="connsiteX56" fmla="*/ 3027877 w 3968926"/>
                <a:gd name="connsiteY56" fmla="*/ 5049835 h 5260304"/>
                <a:gd name="connsiteX57" fmla="*/ 3203431 w 3968926"/>
                <a:gd name="connsiteY57" fmla="*/ 5032475 h 5260304"/>
                <a:gd name="connsiteX58" fmla="*/ 3316270 w 3968926"/>
                <a:gd name="connsiteY58" fmla="*/ 4894828 h 5260304"/>
                <a:gd name="connsiteX59" fmla="*/ 3760433 w 3968926"/>
                <a:gd name="connsiteY59" fmla="*/ 3430261 h 5260304"/>
                <a:gd name="connsiteX60" fmla="*/ 3759788 w 3968926"/>
                <a:gd name="connsiteY60" fmla="*/ 3428913 h 5260304"/>
                <a:gd name="connsiteX61" fmla="*/ 3765731 w 3968926"/>
                <a:gd name="connsiteY61" fmla="*/ 3400859 h 5260304"/>
                <a:gd name="connsiteX62" fmla="*/ 3763092 w 3968926"/>
                <a:gd name="connsiteY62" fmla="*/ 3402188 h 5260304"/>
                <a:gd name="connsiteX63" fmla="*/ 2012166 w 3968926"/>
                <a:gd name="connsiteY63" fmla="*/ 3956083 h 5260304"/>
                <a:gd name="connsiteX64" fmla="*/ 1956059 w 3968926"/>
                <a:gd name="connsiteY64" fmla="*/ 3964782 h 5260304"/>
                <a:gd name="connsiteX65" fmla="*/ 1806252 w 3968926"/>
                <a:gd name="connsiteY65" fmla="*/ 3891941 h 5260304"/>
                <a:gd name="connsiteX66" fmla="*/ 665151 w 3968926"/>
                <a:gd name="connsiteY66" fmla="*/ 2438734 h 5260304"/>
                <a:gd name="connsiteX67" fmla="*/ 663176 w 3968926"/>
                <a:gd name="connsiteY67" fmla="*/ 2436055 h 5260304"/>
                <a:gd name="connsiteX68" fmla="*/ 874369 w 3968926"/>
                <a:gd name="connsiteY68" fmla="*/ 2297078 h 5260304"/>
                <a:gd name="connsiteX69" fmla="*/ 818927 w 3968926"/>
                <a:gd name="connsiteY69" fmla="*/ 2305094 h 5260304"/>
                <a:gd name="connsiteX70" fmla="*/ 827509 w 3968926"/>
                <a:gd name="connsiteY70" fmla="*/ 2321808 h 5260304"/>
                <a:gd name="connsiteX71" fmla="*/ 1959363 w 3968926"/>
                <a:gd name="connsiteY71" fmla="*/ 3763658 h 5260304"/>
                <a:gd name="connsiteX72" fmla="*/ 3698403 w 3968926"/>
                <a:gd name="connsiteY72" fmla="*/ 3213106 h 5260304"/>
                <a:gd name="connsiteX73" fmla="*/ 3712928 w 3968926"/>
                <a:gd name="connsiteY73" fmla="*/ 3207105 h 5260304"/>
                <a:gd name="connsiteX74" fmla="*/ 3607987 w 3968926"/>
                <a:gd name="connsiteY74" fmla="*/ 3137606 h 5260304"/>
                <a:gd name="connsiteX75" fmla="*/ 2633212 w 3968926"/>
                <a:gd name="connsiteY75" fmla="*/ 2834277 h 5260304"/>
                <a:gd name="connsiteX76" fmla="*/ 1943528 w 3968926"/>
                <a:gd name="connsiteY76" fmla="*/ 3208434 h 5260304"/>
                <a:gd name="connsiteX77" fmla="*/ 1844529 w 3968926"/>
                <a:gd name="connsiteY77" fmla="*/ 3108204 h 5260304"/>
                <a:gd name="connsiteX78" fmla="*/ 1943528 w 3968926"/>
                <a:gd name="connsiteY78" fmla="*/ 3007994 h 5260304"/>
                <a:gd name="connsiteX79" fmla="*/ 2432577 w 3968926"/>
                <a:gd name="connsiteY79" fmla="*/ 2772130 h 5260304"/>
                <a:gd name="connsiteX80" fmla="*/ 941678 w 3968926"/>
                <a:gd name="connsiteY80" fmla="*/ 2308437 h 5260304"/>
                <a:gd name="connsiteX81" fmla="*/ 873704 w 3968926"/>
                <a:gd name="connsiteY81" fmla="*/ 2298427 h 5260304"/>
                <a:gd name="connsiteX82" fmla="*/ 1212926 w 3968926"/>
                <a:gd name="connsiteY82" fmla="*/ 200440 h 5260304"/>
                <a:gd name="connsiteX83" fmla="*/ 1014284 w 3968926"/>
                <a:gd name="connsiteY83" fmla="*/ 401565 h 5260304"/>
                <a:gd name="connsiteX84" fmla="*/ 1212926 w 3968926"/>
                <a:gd name="connsiteY84" fmla="*/ 602670 h 5260304"/>
                <a:gd name="connsiteX85" fmla="*/ 1411588 w 3968926"/>
                <a:gd name="connsiteY85" fmla="*/ 401565 h 5260304"/>
                <a:gd name="connsiteX86" fmla="*/ 1212926 w 3968926"/>
                <a:gd name="connsiteY86" fmla="*/ 200440 h 5260304"/>
                <a:gd name="connsiteX87" fmla="*/ 1212926 w 3968926"/>
                <a:gd name="connsiteY87" fmla="*/ 0 h 5260304"/>
                <a:gd name="connsiteX88" fmla="*/ 1609584 w 3968926"/>
                <a:gd name="connsiteY88" fmla="*/ 401565 h 5260304"/>
                <a:gd name="connsiteX89" fmla="*/ 1311925 w 3968926"/>
                <a:gd name="connsiteY89" fmla="*/ 790423 h 5260304"/>
                <a:gd name="connsiteX90" fmla="*/ 1311925 w 3968926"/>
                <a:gd name="connsiteY90" fmla="*/ 2213563 h 5260304"/>
                <a:gd name="connsiteX91" fmla="*/ 2532885 w 3968926"/>
                <a:gd name="connsiteY91" fmla="*/ 2593741 h 5260304"/>
                <a:gd name="connsiteX92" fmla="*/ 2573802 w 3968926"/>
                <a:gd name="connsiteY92" fmla="*/ 2369235 h 5260304"/>
                <a:gd name="connsiteX93" fmla="*/ 2573802 w 3968926"/>
                <a:gd name="connsiteY93" fmla="*/ 2309101 h 5260304"/>
                <a:gd name="connsiteX94" fmla="*/ 2404856 w 3968926"/>
                <a:gd name="connsiteY94" fmla="*/ 2309101 h 5260304"/>
                <a:gd name="connsiteX95" fmla="*/ 2357995 w 3968926"/>
                <a:gd name="connsiteY95" fmla="*/ 2194854 h 5260304"/>
                <a:gd name="connsiteX96" fmla="*/ 2597574 w 3968926"/>
                <a:gd name="connsiteY96" fmla="*/ 1952324 h 5260304"/>
                <a:gd name="connsiteX97" fmla="*/ 2617358 w 3968926"/>
                <a:gd name="connsiteY97" fmla="*/ 1936958 h 5260304"/>
                <a:gd name="connsiteX98" fmla="*/ 2672800 w 3968926"/>
                <a:gd name="connsiteY98" fmla="*/ 1919579 h 5260304"/>
                <a:gd name="connsiteX99" fmla="*/ 2771798 w 3968926"/>
                <a:gd name="connsiteY99" fmla="*/ 2019809 h 5260304"/>
                <a:gd name="connsiteX100" fmla="*/ 2771798 w 3968926"/>
                <a:gd name="connsiteY100" fmla="*/ 2369235 h 5260304"/>
                <a:gd name="connsiteX101" fmla="*/ 2722299 w 3968926"/>
                <a:gd name="connsiteY101" fmla="*/ 2653210 h 5260304"/>
                <a:gd name="connsiteX102" fmla="*/ 3665404 w 3968926"/>
                <a:gd name="connsiteY102" fmla="*/ 2946530 h 5260304"/>
                <a:gd name="connsiteX103" fmla="*/ 3918178 w 3968926"/>
                <a:gd name="connsiteY103" fmla="*/ 3158329 h 5260304"/>
                <a:gd name="connsiteX104" fmla="*/ 3918842 w 3968926"/>
                <a:gd name="connsiteY104" fmla="*/ 3158329 h 5260304"/>
                <a:gd name="connsiteX105" fmla="*/ 3949848 w 3968926"/>
                <a:gd name="connsiteY105" fmla="*/ 3489047 h 5260304"/>
                <a:gd name="connsiteX106" fmla="*/ 3505685 w 3968926"/>
                <a:gd name="connsiteY106" fmla="*/ 4953632 h 5260304"/>
                <a:gd name="connsiteX107" fmla="*/ 3296486 w 3968926"/>
                <a:gd name="connsiteY107" fmla="*/ 5209534 h 5260304"/>
                <a:gd name="connsiteX108" fmla="*/ 3095850 w 3968926"/>
                <a:gd name="connsiteY108" fmla="*/ 5260304 h 5260304"/>
                <a:gd name="connsiteX109" fmla="*/ 2969795 w 3968926"/>
                <a:gd name="connsiteY109" fmla="*/ 5240931 h 5260304"/>
                <a:gd name="connsiteX110" fmla="*/ 303486 w 3968926"/>
                <a:gd name="connsiteY110" fmla="*/ 4411760 h 5260304"/>
                <a:gd name="connsiteX111" fmla="*/ 50712 w 3968926"/>
                <a:gd name="connsiteY111" fmla="*/ 4199962 h 5260304"/>
                <a:gd name="connsiteX112" fmla="*/ 19042 w 3968926"/>
                <a:gd name="connsiteY112" fmla="*/ 3869225 h 5260304"/>
                <a:gd name="connsiteX113" fmla="*/ 463205 w 3968926"/>
                <a:gd name="connsiteY113" fmla="*/ 2404659 h 5260304"/>
                <a:gd name="connsiteX114" fmla="*/ 999094 w 3968926"/>
                <a:gd name="connsiteY114" fmla="*/ 2117360 h 5260304"/>
                <a:gd name="connsiteX115" fmla="*/ 1113928 w 3968926"/>
                <a:gd name="connsiteY115" fmla="*/ 2152764 h 5260304"/>
                <a:gd name="connsiteX116" fmla="*/ 1113928 w 3968926"/>
                <a:gd name="connsiteY116" fmla="*/ 790423 h 5260304"/>
                <a:gd name="connsiteX117" fmla="*/ 816288 w 3968926"/>
                <a:gd name="connsiteY117" fmla="*/ 401565 h 5260304"/>
                <a:gd name="connsiteX118" fmla="*/ 1212926 w 3968926"/>
                <a:gd name="connsiteY118" fmla="*/ 0 h 5260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3968926" h="5260304">
                  <a:moveTo>
                    <a:pt x="3078468" y="4673246"/>
                  </a:moveTo>
                  <a:cubicBezTo>
                    <a:pt x="3111881" y="4678175"/>
                    <a:pt x="3143394" y="4696049"/>
                    <a:pt x="3165173" y="4725783"/>
                  </a:cubicBezTo>
                  <a:cubicBezTo>
                    <a:pt x="3208729" y="4785253"/>
                    <a:pt x="3198817" y="4871427"/>
                    <a:pt x="3140091" y="4915530"/>
                  </a:cubicBezTo>
                  <a:cubicBezTo>
                    <a:pt x="3115673" y="4933575"/>
                    <a:pt x="3087288" y="4942919"/>
                    <a:pt x="3059566" y="4942919"/>
                  </a:cubicBezTo>
                  <a:cubicBezTo>
                    <a:pt x="3020624" y="4942919"/>
                    <a:pt x="2982346" y="4925559"/>
                    <a:pt x="2957264" y="4890820"/>
                  </a:cubicBezTo>
                  <a:lnTo>
                    <a:pt x="2953315" y="4885463"/>
                  </a:lnTo>
                  <a:cubicBezTo>
                    <a:pt x="2909758" y="4825994"/>
                    <a:pt x="2921625" y="4742478"/>
                    <a:pt x="2980372" y="4698375"/>
                  </a:cubicBezTo>
                  <a:cubicBezTo>
                    <a:pt x="3009745" y="4676333"/>
                    <a:pt x="3045056" y="4668317"/>
                    <a:pt x="3078468" y="4673246"/>
                  </a:cubicBezTo>
                  <a:close/>
                  <a:moveTo>
                    <a:pt x="2797457" y="4291742"/>
                  </a:moveTo>
                  <a:cubicBezTo>
                    <a:pt x="2830867" y="4296502"/>
                    <a:pt x="2862547" y="4314209"/>
                    <a:pt x="2884657" y="4343611"/>
                  </a:cubicBezTo>
                  <a:lnTo>
                    <a:pt x="2888626" y="4348948"/>
                  </a:lnTo>
                  <a:cubicBezTo>
                    <a:pt x="2932847" y="4407753"/>
                    <a:pt x="2920960" y="4491268"/>
                    <a:pt x="2862879" y="4536036"/>
                  </a:cubicBezTo>
                  <a:cubicBezTo>
                    <a:pt x="2839126" y="4554080"/>
                    <a:pt x="2811405" y="4562760"/>
                    <a:pt x="2783684" y="4562760"/>
                  </a:cubicBezTo>
                  <a:cubicBezTo>
                    <a:pt x="2743432" y="4562760"/>
                    <a:pt x="2703825" y="4544716"/>
                    <a:pt x="2678078" y="4509977"/>
                  </a:cubicBezTo>
                  <a:lnTo>
                    <a:pt x="2674129" y="4504620"/>
                  </a:lnTo>
                  <a:cubicBezTo>
                    <a:pt x="2629909" y="4445835"/>
                    <a:pt x="2641795" y="4362320"/>
                    <a:pt x="2699876" y="4317552"/>
                  </a:cubicBezTo>
                  <a:cubicBezTo>
                    <a:pt x="2728907" y="4295168"/>
                    <a:pt x="2764047" y="4286982"/>
                    <a:pt x="2797457" y="4291742"/>
                  </a:cubicBezTo>
                  <a:close/>
                  <a:moveTo>
                    <a:pt x="2519452" y="3910897"/>
                  </a:moveTo>
                  <a:cubicBezTo>
                    <a:pt x="2552864" y="3915826"/>
                    <a:pt x="2584378" y="3933699"/>
                    <a:pt x="2606156" y="3963434"/>
                  </a:cubicBezTo>
                  <a:cubicBezTo>
                    <a:pt x="2649712" y="4022903"/>
                    <a:pt x="2639801" y="4109077"/>
                    <a:pt x="2581074" y="4153181"/>
                  </a:cubicBezTo>
                  <a:cubicBezTo>
                    <a:pt x="2556657" y="4171225"/>
                    <a:pt x="2528271" y="4180570"/>
                    <a:pt x="2500550" y="4180570"/>
                  </a:cubicBezTo>
                  <a:cubicBezTo>
                    <a:pt x="2461607" y="4180570"/>
                    <a:pt x="2423330" y="4163210"/>
                    <a:pt x="2398248" y="4128470"/>
                  </a:cubicBezTo>
                  <a:lnTo>
                    <a:pt x="2394299" y="4123114"/>
                  </a:lnTo>
                  <a:cubicBezTo>
                    <a:pt x="2350742" y="4063644"/>
                    <a:pt x="2362609" y="3980129"/>
                    <a:pt x="2421355" y="3936025"/>
                  </a:cubicBezTo>
                  <a:cubicBezTo>
                    <a:pt x="2450728" y="3913983"/>
                    <a:pt x="2486039" y="3905968"/>
                    <a:pt x="2519452" y="3910897"/>
                  </a:cubicBezTo>
                  <a:close/>
                  <a:moveTo>
                    <a:pt x="478738" y="3866821"/>
                  </a:moveTo>
                  <a:cubicBezTo>
                    <a:pt x="529996" y="3870266"/>
                    <a:pt x="576890" y="3903959"/>
                    <a:pt x="595202" y="3956083"/>
                  </a:cubicBezTo>
                  <a:cubicBezTo>
                    <a:pt x="618974" y="4025561"/>
                    <a:pt x="582671" y="4101726"/>
                    <a:pt x="514033" y="4126456"/>
                  </a:cubicBezTo>
                  <a:lnTo>
                    <a:pt x="508090" y="4128470"/>
                  </a:lnTo>
                  <a:cubicBezTo>
                    <a:pt x="493565" y="4133142"/>
                    <a:pt x="479059" y="4135801"/>
                    <a:pt x="464534" y="4135801"/>
                  </a:cubicBezTo>
                  <a:cubicBezTo>
                    <a:pt x="409757" y="4135801"/>
                    <a:pt x="358928" y="4101061"/>
                    <a:pt x="339789" y="4046284"/>
                  </a:cubicBezTo>
                  <a:cubicBezTo>
                    <a:pt x="316037" y="3976786"/>
                    <a:pt x="352340" y="3900621"/>
                    <a:pt x="420978" y="3875910"/>
                  </a:cubicBezTo>
                  <a:lnTo>
                    <a:pt x="426921" y="3873897"/>
                  </a:lnTo>
                  <a:cubicBezTo>
                    <a:pt x="444081" y="3867885"/>
                    <a:pt x="461652" y="3865673"/>
                    <a:pt x="478738" y="3866821"/>
                  </a:cubicBezTo>
                  <a:close/>
                  <a:moveTo>
                    <a:pt x="921581" y="3710571"/>
                  </a:moveTo>
                  <a:cubicBezTo>
                    <a:pt x="972809" y="3714208"/>
                    <a:pt x="1019581" y="3748282"/>
                    <a:pt x="1037411" y="3800391"/>
                  </a:cubicBezTo>
                  <a:cubicBezTo>
                    <a:pt x="1061163" y="3869890"/>
                    <a:pt x="1024195" y="3946054"/>
                    <a:pt x="955557" y="3970100"/>
                  </a:cubicBezTo>
                  <a:lnTo>
                    <a:pt x="949634" y="3972114"/>
                  </a:lnTo>
                  <a:cubicBezTo>
                    <a:pt x="935773" y="3976786"/>
                    <a:pt x="921248" y="3979464"/>
                    <a:pt x="906723" y="3979464"/>
                  </a:cubicBezTo>
                  <a:cubicBezTo>
                    <a:pt x="851945" y="3979464"/>
                    <a:pt x="801136" y="3944705"/>
                    <a:pt x="781997" y="3889263"/>
                  </a:cubicBezTo>
                  <a:cubicBezTo>
                    <a:pt x="758225" y="3819765"/>
                    <a:pt x="795193" y="3743600"/>
                    <a:pt x="863831" y="3719554"/>
                  </a:cubicBezTo>
                  <a:lnTo>
                    <a:pt x="869774" y="3717541"/>
                  </a:lnTo>
                  <a:cubicBezTo>
                    <a:pt x="886934" y="3711529"/>
                    <a:pt x="904505" y="3709359"/>
                    <a:pt x="921581" y="3710571"/>
                  </a:cubicBezTo>
                  <a:close/>
                  <a:moveTo>
                    <a:pt x="1363855" y="3554108"/>
                  </a:moveTo>
                  <a:cubicBezTo>
                    <a:pt x="1415270" y="3557553"/>
                    <a:pt x="1462416" y="3591246"/>
                    <a:pt x="1480245" y="3643370"/>
                  </a:cubicBezTo>
                  <a:cubicBezTo>
                    <a:pt x="1503998" y="3713513"/>
                    <a:pt x="1467695" y="3789697"/>
                    <a:pt x="1399057" y="3813743"/>
                  </a:cubicBezTo>
                  <a:cubicBezTo>
                    <a:pt x="1384551" y="3818415"/>
                    <a:pt x="1369361" y="3821093"/>
                    <a:pt x="1354836" y="3821093"/>
                  </a:cubicBezTo>
                  <a:cubicBezTo>
                    <a:pt x="1299413" y="3821093"/>
                    <a:pt x="1247275" y="3787019"/>
                    <a:pt x="1228136" y="3732222"/>
                  </a:cubicBezTo>
                  <a:cubicBezTo>
                    <a:pt x="1203719" y="3662743"/>
                    <a:pt x="1237363" y="3587243"/>
                    <a:pt x="1306001" y="3563197"/>
                  </a:cubicBezTo>
                  <a:lnTo>
                    <a:pt x="1311944" y="3561184"/>
                  </a:lnTo>
                  <a:cubicBezTo>
                    <a:pt x="1329104" y="3555172"/>
                    <a:pt x="1346717" y="3552960"/>
                    <a:pt x="1363855" y="3554108"/>
                  </a:cubicBezTo>
                  <a:close/>
                  <a:moveTo>
                    <a:pt x="663176" y="2436055"/>
                  </a:moveTo>
                  <a:cubicBezTo>
                    <a:pt x="659208" y="2445419"/>
                    <a:pt x="655259" y="2454099"/>
                    <a:pt x="652620" y="2463444"/>
                  </a:cubicBezTo>
                  <a:lnTo>
                    <a:pt x="207792" y="3928029"/>
                  </a:lnTo>
                  <a:cubicBezTo>
                    <a:pt x="189982" y="3986814"/>
                    <a:pt x="195906" y="4050291"/>
                    <a:pt x="224956" y="4105753"/>
                  </a:cubicBezTo>
                  <a:cubicBezTo>
                    <a:pt x="253987" y="4161215"/>
                    <a:pt x="302177" y="4201975"/>
                    <a:pt x="360903" y="4220000"/>
                  </a:cubicBezTo>
                  <a:lnTo>
                    <a:pt x="3027877" y="5049835"/>
                  </a:lnTo>
                  <a:cubicBezTo>
                    <a:pt x="3085939" y="5067879"/>
                    <a:pt x="3148653" y="5061877"/>
                    <a:pt x="3203431" y="5032475"/>
                  </a:cubicBezTo>
                  <a:cubicBezTo>
                    <a:pt x="3258208" y="5003073"/>
                    <a:pt x="3298461" y="4954297"/>
                    <a:pt x="3316270" y="4894828"/>
                  </a:cubicBezTo>
                  <a:lnTo>
                    <a:pt x="3760433" y="3430261"/>
                  </a:lnTo>
                  <a:lnTo>
                    <a:pt x="3759788" y="3428913"/>
                  </a:lnTo>
                  <a:cubicBezTo>
                    <a:pt x="3763092" y="3419568"/>
                    <a:pt x="3764402" y="3410223"/>
                    <a:pt x="3765731" y="3400859"/>
                  </a:cubicBezTo>
                  <a:cubicBezTo>
                    <a:pt x="3764402" y="3401524"/>
                    <a:pt x="3763092" y="3402188"/>
                    <a:pt x="3763092" y="3402188"/>
                  </a:cubicBezTo>
                  <a:lnTo>
                    <a:pt x="2012166" y="3956083"/>
                  </a:lnTo>
                  <a:cubicBezTo>
                    <a:pt x="1993692" y="3962104"/>
                    <a:pt x="1975198" y="3964782"/>
                    <a:pt x="1956059" y="3964782"/>
                  </a:cubicBezTo>
                  <a:cubicBezTo>
                    <a:pt x="1899307" y="3964782"/>
                    <a:pt x="1843220" y="3938723"/>
                    <a:pt x="1806252" y="3891941"/>
                  </a:cubicBezTo>
                  <a:lnTo>
                    <a:pt x="665151" y="2438734"/>
                  </a:lnTo>
                  <a:cubicBezTo>
                    <a:pt x="664486" y="2438069"/>
                    <a:pt x="663841" y="2436720"/>
                    <a:pt x="663176" y="2436055"/>
                  </a:cubicBezTo>
                  <a:close/>
                  <a:moveTo>
                    <a:pt x="874369" y="2297078"/>
                  </a:moveTo>
                  <a:cubicBezTo>
                    <a:pt x="855895" y="2297078"/>
                    <a:pt x="836756" y="2300421"/>
                    <a:pt x="818927" y="2305094"/>
                  </a:cubicBezTo>
                  <a:cubicBezTo>
                    <a:pt x="820901" y="2310450"/>
                    <a:pt x="822895" y="2315787"/>
                    <a:pt x="827509" y="2321808"/>
                  </a:cubicBezTo>
                  <a:lnTo>
                    <a:pt x="1959363" y="3763658"/>
                  </a:lnTo>
                  <a:lnTo>
                    <a:pt x="3698403" y="3213106"/>
                  </a:lnTo>
                  <a:cubicBezTo>
                    <a:pt x="3703681" y="3211112"/>
                    <a:pt x="3708295" y="3209099"/>
                    <a:pt x="3712928" y="3207105"/>
                  </a:cubicBezTo>
                  <a:cubicBezTo>
                    <a:pt x="3685207" y="3175024"/>
                    <a:pt x="3649568" y="3150314"/>
                    <a:pt x="3607987" y="3137606"/>
                  </a:cubicBezTo>
                  <a:lnTo>
                    <a:pt x="2633212" y="2834277"/>
                  </a:lnTo>
                  <a:cubicBezTo>
                    <a:pt x="2484050" y="3059428"/>
                    <a:pt x="2230611" y="3208434"/>
                    <a:pt x="1943528" y="3208434"/>
                  </a:cubicBezTo>
                  <a:cubicBezTo>
                    <a:pt x="1888750" y="3208434"/>
                    <a:pt x="1844529" y="3163666"/>
                    <a:pt x="1844529" y="3108204"/>
                  </a:cubicBezTo>
                  <a:cubicBezTo>
                    <a:pt x="1844529" y="3052762"/>
                    <a:pt x="1888750" y="3007994"/>
                    <a:pt x="1943528" y="3007994"/>
                  </a:cubicBezTo>
                  <a:cubicBezTo>
                    <a:pt x="2140195" y="3007994"/>
                    <a:pt x="2316414" y="2915779"/>
                    <a:pt x="2432577" y="2772130"/>
                  </a:cubicBezTo>
                  <a:lnTo>
                    <a:pt x="941678" y="2308437"/>
                  </a:lnTo>
                  <a:cubicBezTo>
                    <a:pt x="919235" y="2301770"/>
                    <a:pt x="896147" y="2298427"/>
                    <a:pt x="873704" y="2298427"/>
                  </a:cubicBezTo>
                  <a:close/>
                  <a:moveTo>
                    <a:pt x="1212926" y="200440"/>
                  </a:moveTo>
                  <a:cubicBezTo>
                    <a:pt x="1103371" y="200440"/>
                    <a:pt x="1014284" y="290642"/>
                    <a:pt x="1014284" y="401565"/>
                  </a:cubicBezTo>
                  <a:cubicBezTo>
                    <a:pt x="1014284" y="512469"/>
                    <a:pt x="1103371" y="602670"/>
                    <a:pt x="1212926" y="602670"/>
                  </a:cubicBezTo>
                  <a:cubicBezTo>
                    <a:pt x="1322481" y="602670"/>
                    <a:pt x="1411588" y="512469"/>
                    <a:pt x="1411588" y="401565"/>
                  </a:cubicBezTo>
                  <a:cubicBezTo>
                    <a:pt x="1411588" y="290642"/>
                    <a:pt x="1322481" y="200440"/>
                    <a:pt x="1212926" y="200440"/>
                  </a:cubicBezTo>
                  <a:close/>
                  <a:moveTo>
                    <a:pt x="1212926" y="0"/>
                  </a:moveTo>
                  <a:cubicBezTo>
                    <a:pt x="1431391" y="0"/>
                    <a:pt x="1609584" y="179738"/>
                    <a:pt x="1609584" y="401565"/>
                  </a:cubicBezTo>
                  <a:cubicBezTo>
                    <a:pt x="1609584" y="588634"/>
                    <a:pt x="1482865" y="745655"/>
                    <a:pt x="1311925" y="790423"/>
                  </a:cubicBezTo>
                  <a:lnTo>
                    <a:pt x="1311925" y="2213563"/>
                  </a:lnTo>
                  <a:lnTo>
                    <a:pt x="2532885" y="2593741"/>
                  </a:lnTo>
                  <a:cubicBezTo>
                    <a:pt x="2558631" y="2524262"/>
                    <a:pt x="2573802" y="2448762"/>
                    <a:pt x="2573802" y="2369235"/>
                  </a:cubicBezTo>
                  <a:lnTo>
                    <a:pt x="2573802" y="2309101"/>
                  </a:lnTo>
                  <a:lnTo>
                    <a:pt x="2404856" y="2309101"/>
                  </a:lnTo>
                  <a:cubicBezTo>
                    <a:pt x="2346109" y="2309101"/>
                    <a:pt x="2316414" y="2236944"/>
                    <a:pt x="2357995" y="2194854"/>
                  </a:cubicBezTo>
                  <a:lnTo>
                    <a:pt x="2597574" y="1952324"/>
                  </a:lnTo>
                  <a:cubicBezTo>
                    <a:pt x="2600213" y="1949646"/>
                    <a:pt x="2613409" y="1939617"/>
                    <a:pt x="2617358" y="1936958"/>
                  </a:cubicBezTo>
                  <a:cubicBezTo>
                    <a:pt x="2633212" y="1926265"/>
                    <a:pt x="2652351" y="1919579"/>
                    <a:pt x="2672800" y="1919579"/>
                  </a:cubicBezTo>
                  <a:cubicBezTo>
                    <a:pt x="2727578" y="1919579"/>
                    <a:pt x="2771798" y="1964347"/>
                    <a:pt x="2771798" y="2019809"/>
                  </a:cubicBezTo>
                  <a:lnTo>
                    <a:pt x="2771798" y="2369235"/>
                  </a:lnTo>
                  <a:cubicBezTo>
                    <a:pt x="2771798" y="2469465"/>
                    <a:pt x="2753969" y="2564339"/>
                    <a:pt x="2722299" y="2653210"/>
                  </a:cubicBezTo>
                  <a:lnTo>
                    <a:pt x="3665404" y="2946530"/>
                  </a:lnTo>
                  <a:cubicBezTo>
                    <a:pt x="3774959" y="2980605"/>
                    <a:pt x="3864710" y="3055421"/>
                    <a:pt x="3918178" y="3158329"/>
                  </a:cubicBezTo>
                  <a:lnTo>
                    <a:pt x="3918842" y="3158329"/>
                  </a:lnTo>
                  <a:cubicBezTo>
                    <a:pt x="3972291" y="3261217"/>
                    <a:pt x="3983512" y="3378807"/>
                    <a:pt x="3949848" y="3489047"/>
                  </a:cubicBezTo>
                  <a:lnTo>
                    <a:pt x="3505685" y="4953632"/>
                  </a:lnTo>
                  <a:cubicBezTo>
                    <a:pt x="3472040" y="5064536"/>
                    <a:pt x="3398124" y="5155402"/>
                    <a:pt x="3296486" y="5209534"/>
                  </a:cubicBezTo>
                  <a:cubicBezTo>
                    <a:pt x="3233791" y="5242944"/>
                    <a:pt x="3165153" y="5260304"/>
                    <a:pt x="3095850" y="5260304"/>
                  </a:cubicBezTo>
                  <a:cubicBezTo>
                    <a:pt x="3053604" y="5260304"/>
                    <a:pt x="3011377" y="5253618"/>
                    <a:pt x="2969795" y="5240931"/>
                  </a:cubicBezTo>
                  <a:lnTo>
                    <a:pt x="303486" y="4411760"/>
                  </a:lnTo>
                  <a:cubicBezTo>
                    <a:pt x="193931" y="4377686"/>
                    <a:pt x="104180" y="4302850"/>
                    <a:pt x="50712" y="4199962"/>
                  </a:cubicBezTo>
                  <a:cubicBezTo>
                    <a:pt x="-3401" y="4097073"/>
                    <a:pt x="-14622" y="3979483"/>
                    <a:pt x="19042" y="3869225"/>
                  </a:cubicBezTo>
                  <a:lnTo>
                    <a:pt x="463205" y="2404659"/>
                  </a:lnTo>
                  <a:cubicBezTo>
                    <a:pt x="532508" y="2176146"/>
                    <a:pt x="773396" y="2047197"/>
                    <a:pt x="999094" y="2117360"/>
                  </a:cubicBezTo>
                  <a:lnTo>
                    <a:pt x="1113928" y="2152764"/>
                  </a:lnTo>
                  <a:lnTo>
                    <a:pt x="1113928" y="790423"/>
                  </a:lnTo>
                  <a:cubicBezTo>
                    <a:pt x="943007" y="745655"/>
                    <a:pt x="816288" y="588634"/>
                    <a:pt x="816288" y="401565"/>
                  </a:cubicBezTo>
                  <a:cubicBezTo>
                    <a:pt x="816288" y="180402"/>
                    <a:pt x="994481" y="0"/>
                    <a:pt x="1212926" y="0"/>
                  </a:cubicBezTo>
                  <a:close/>
                </a:path>
              </a:pathLst>
            </a:custGeom>
            <a:solidFill>
              <a:schemeClr val="tx1"/>
            </a:solidFill>
            <a:ln w="327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CO"/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2743B736-6202-43F5-6F04-C778C51E49EA}"/>
              </a:ext>
            </a:extLst>
          </p:cNvPr>
          <p:cNvGrpSpPr/>
          <p:nvPr/>
        </p:nvGrpSpPr>
        <p:grpSpPr>
          <a:xfrm>
            <a:off x="5069992" y="2673289"/>
            <a:ext cx="720000" cy="720000"/>
            <a:chOff x="5069992" y="2672608"/>
            <a:chExt cx="720000" cy="720000"/>
          </a:xfrm>
        </p:grpSpPr>
        <p:sp>
          <p:nvSpPr>
            <p:cNvPr id="13" name="Google Shape;473;p37">
              <a:extLst>
                <a:ext uri="{FF2B5EF4-FFF2-40B4-BE49-F238E27FC236}">
                  <a16:creationId xmlns:a16="http://schemas.microsoft.com/office/drawing/2014/main" id="{9374A4F4-5F56-5746-0B99-A152E11669A2}"/>
                </a:ext>
              </a:extLst>
            </p:cNvPr>
            <p:cNvSpPr/>
            <p:nvPr/>
          </p:nvSpPr>
          <p:spPr>
            <a:xfrm>
              <a:off x="5069992" y="2672608"/>
              <a:ext cx="720000" cy="720000"/>
            </a:xfrm>
            <a:prstGeom prst="ellipse">
              <a:avLst/>
            </a:prstGeom>
            <a:solidFill>
              <a:srgbClr val="001744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00" tIns="45700" rIns="91400" bIns="45700" anchor="ctr" anchorCtr="0">
              <a:noAutofit/>
            </a:bodyPr>
            <a:lstStyle/>
            <a:p>
              <a:pPr algn="ctr" defTabSz="1219170">
                <a:buSzPts val="1425"/>
              </a:pPr>
              <a:endParaRPr sz="1900">
                <a:solidFill>
                  <a:srgbClr val="001744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F82544CC-DBFE-715B-3807-27E9D014E76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08132" y="2881048"/>
              <a:ext cx="443720" cy="303120"/>
            </a:xfrm>
            <a:custGeom>
              <a:avLst/>
              <a:gdLst>
                <a:gd name="connsiteX0" fmla="*/ 3742670 w 7484425"/>
                <a:gd name="connsiteY0" fmla="*/ 4283696 h 5112860"/>
                <a:gd name="connsiteX1" fmla="*/ 3928871 w 7484425"/>
                <a:gd name="connsiteY1" fmla="*/ 4471081 h 5112860"/>
                <a:gd name="connsiteX2" fmla="*/ 3742670 w 7484425"/>
                <a:gd name="connsiteY2" fmla="*/ 4658465 h 5112860"/>
                <a:gd name="connsiteX3" fmla="*/ 3556469 w 7484425"/>
                <a:gd name="connsiteY3" fmla="*/ 4471081 h 5112860"/>
                <a:gd name="connsiteX4" fmla="*/ 3742670 w 7484425"/>
                <a:gd name="connsiteY4" fmla="*/ 4283696 h 5112860"/>
                <a:gd name="connsiteX5" fmla="*/ 512053 w 7484425"/>
                <a:gd name="connsiteY5" fmla="*/ 4111275 h 5112860"/>
                <a:gd name="connsiteX6" fmla="*/ 279301 w 7484425"/>
                <a:gd name="connsiteY6" fmla="*/ 4345515 h 5112860"/>
                <a:gd name="connsiteX7" fmla="*/ 279301 w 7484425"/>
                <a:gd name="connsiteY7" fmla="*/ 4597543 h 5112860"/>
                <a:gd name="connsiteX8" fmla="*/ 512053 w 7484425"/>
                <a:gd name="connsiteY8" fmla="*/ 4831783 h 5112860"/>
                <a:gd name="connsiteX9" fmla="*/ 6972371 w 7484425"/>
                <a:gd name="connsiteY9" fmla="*/ 4831783 h 5112860"/>
                <a:gd name="connsiteX10" fmla="*/ 7205123 w 7484425"/>
                <a:gd name="connsiteY10" fmla="*/ 4597543 h 5112860"/>
                <a:gd name="connsiteX11" fmla="*/ 7205123 w 7484425"/>
                <a:gd name="connsiteY11" fmla="*/ 4345515 h 5112860"/>
                <a:gd name="connsiteX12" fmla="*/ 6972371 w 7484425"/>
                <a:gd name="connsiteY12" fmla="*/ 4111275 h 5112860"/>
                <a:gd name="connsiteX13" fmla="*/ 512053 w 7484425"/>
                <a:gd name="connsiteY13" fmla="*/ 3830198 h 5112860"/>
                <a:gd name="connsiteX14" fmla="*/ 6972371 w 7484425"/>
                <a:gd name="connsiteY14" fmla="*/ 3830198 h 5112860"/>
                <a:gd name="connsiteX15" fmla="*/ 7484425 w 7484425"/>
                <a:gd name="connsiteY15" fmla="*/ 4345515 h 5112860"/>
                <a:gd name="connsiteX16" fmla="*/ 7484425 w 7484425"/>
                <a:gd name="connsiteY16" fmla="*/ 4597543 h 5112860"/>
                <a:gd name="connsiteX17" fmla="*/ 6972371 w 7484425"/>
                <a:gd name="connsiteY17" fmla="*/ 5112860 h 5112860"/>
                <a:gd name="connsiteX18" fmla="*/ 512053 w 7484425"/>
                <a:gd name="connsiteY18" fmla="*/ 5112860 h 5112860"/>
                <a:gd name="connsiteX19" fmla="*/ 0 w 7484425"/>
                <a:gd name="connsiteY19" fmla="*/ 4597543 h 5112860"/>
                <a:gd name="connsiteX20" fmla="*/ 0 w 7484425"/>
                <a:gd name="connsiteY20" fmla="*/ 4345515 h 5112860"/>
                <a:gd name="connsiteX21" fmla="*/ 512053 w 7484425"/>
                <a:gd name="connsiteY21" fmla="*/ 3830198 h 5112860"/>
                <a:gd name="connsiteX22" fmla="*/ 4197597 w 7484425"/>
                <a:gd name="connsiteY22" fmla="*/ 2575509 h 5112860"/>
                <a:gd name="connsiteX23" fmla="*/ 4326429 w 7484425"/>
                <a:gd name="connsiteY23" fmla="*/ 2638404 h 5112860"/>
                <a:gd name="connsiteX24" fmla="*/ 4310607 w 7484425"/>
                <a:gd name="connsiteY24" fmla="*/ 2900738 h 5112860"/>
                <a:gd name="connsiteX25" fmla="*/ 4302228 w 7484425"/>
                <a:gd name="connsiteY25" fmla="*/ 2908239 h 5112860"/>
                <a:gd name="connsiteX26" fmla="*/ 4182121 w 7484425"/>
                <a:gd name="connsiteY26" fmla="*/ 2952270 h 5112860"/>
                <a:gd name="connsiteX27" fmla="*/ 4039664 w 7484425"/>
                <a:gd name="connsiteY27" fmla="*/ 2885756 h 5112860"/>
                <a:gd name="connsiteX28" fmla="*/ 4061079 w 7484425"/>
                <a:gd name="connsiteY28" fmla="*/ 2621532 h 5112860"/>
                <a:gd name="connsiteX29" fmla="*/ 4197597 w 7484425"/>
                <a:gd name="connsiteY29" fmla="*/ 2575509 h 5112860"/>
                <a:gd name="connsiteX30" fmla="*/ 3252492 w 7484425"/>
                <a:gd name="connsiteY30" fmla="*/ 2575047 h 5112860"/>
                <a:gd name="connsiteX31" fmla="*/ 3387960 w 7484425"/>
                <a:gd name="connsiteY31" fmla="*/ 2618725 h 5112860"/>
                <a:gd name="connsiteX32" fmla="*/ 3414012 w 7484425"/>
                <a:gd name="connsiteY32" fmla="*/ 2884820 h 5112860"/>
                <a:gd name="connsiteX33" fmla="*/ 3269705 w 7484425"/>
                <a:gd name="connsiteY33" fmla="*/ 2954158 h 5112860"/>
                <a:gd name="connsiteX34" fmla="*/ 3156125 w 7484425"/>
                <a:gd name="connsiteY34" fmla="*/ 2912933 h 5112860"/>
                <a:gd name="connsiteX35" fmla="*/ 3146811 w 7484425"/>
                <a:gd name="connsiteY35" fmla="*/ 2905432 h 5112860"/>
                <a:gd name="connsiteX36" fmla="*/ 3146811 w 7484425"/>
                <a:gd name="connsiteY36" fmla="*/ 2904497 h 5112860"/>
                <a:gd name="connsiteX37" fmla="*/ 3125397 w 7484425"/>
                <a:gd name="connsiteY37" fmla="*/ 2640273 h 5112860"/>
                <a:gd name="connsiteX38" fmla="*/ 3252492 w 7484425"/>
                <a:gd name="connsiteY38" fmla="*/ 2575047 h 5112860"/>
                <a:gd name="connsiteX39" fmla="*/ 3030879 w 7484425"/>
                <a:gd name="connsiteY39" fmla="*/ 2154051 h 5112860"/>
                <a:gd name="connsiteX40" fmla="*/ 3209183 w 7484425"/>
                <a:gd name="connsiteY40" fmla="*/ 2308619 h 5112860"/>
                <a:gd name="connsiteX41" fmla="*/ 3061153 w 7484425"/>
                <a:gd name="connsiteY41" fmla="*/ 2530663 h 5112860"/>
                <a:gd name="connsiteX42" fmla="*/ 3025768 w 7484425"/>
                <a:gd name="connsiteY42" fmla="*/ 2534423 h 5112860"/>
                <a:gd name="connsiteX43" fmla="*/ 2845159 w 7484425"/>
                <a:gd name="connsiteY43" fmla="*/ 2384504 h 5112860"/>
                <a:gd name="connsiteX44" fmla="*/ 2843288 w 7484425"/>
                <a:gd name="connsiteY44" fmla="*/ 2373263 h 5112860"/>
                <a:gd name="connsiteX45" fmla="*/ 2994124 w 7484425"/>
                <a:gd name="connsiteY45" fmla="*/ 2155895 h 5112860"/>
                <a:gd name="connsiteX46" fmla="*/ 2993188 w 7484425"/>
                <a:gd name="connsiteY46" fmla="*/ 2156830 h 5112860"/>
                <a:gd name="connsiteX47" fmla="*/ 3030879 w 7484425"/>
                <a:gd name="connsiteY47" fmla="*/ 2154051 h 5112860"/>
                <a:gd name="connsiteX48" fmla="*/ 4417247 w 7484425"/>
                <a:gd name="connsiteY48" fmla="*/ 2149872 h 5112860"/>
                <a:gd name="connsiteX49" fmla="*/ 4454896 w 7484425"/>
                <a:gd name="connsiteY49" fmla="*/ 2152135 h 5112860"/>
                <a:gd name="connsiteX50" fmla="*/ 4608518 w 7484425"/>
                <a:gd name="connsiteY50" fmla="*/ 2364827 h 5112860"/>
                <a:gd name="connsiteX51" fmla="*/ 4606648 w 7484425"/>
                <a:gd name="connsiteY51" fmla="*/ 2377939 h 5112860"/>
                <a:gd name="connsiteX52" fmla="*/ 4424168 w 7484425"/>
                <a:gd name="connsiteY52" fmla="*/ 2531599 h 5112860"/>
                <a:gd name="connsiteX53" fmla="*/ 4424168 w 7484425"/>
                <a:gd name="connsiteY53" fmla="*/ 2530664 h 5112860"/>
                <a:gd name="connsiteX54" fmla="*/ 4390653 w 7484425"/>
                <a:gd name="connsiteY54" fmla="*/ 2527858 h 5112860"/>
                <a:gd name="connsiteX55" fmla="*/ 4240772 w 7484425"/>
                <a:gd name="connsiteY55" fmla="*/ 2309555 h 5112860"/>
                <a:gd name="connsiteX56" fmla="*/ 4417247 w 7484425"/>
                <a:gd name="connsiteY56" fmla="*/ 2149872 h 5112860"/>
                <a:gd name="connsiteX57" fmla="*/ 3722191 w 7484425"/>
                <a:gd name="connsiteY57" fmla="*/ 2031264 h 5112860"/>
                <a:gd name="connsiteX58" fmla="*/ 3539712 w 7484425"/>
                <a:gd name="connsiteY58" fmla="*/ 2221473 h 5112860"/>
                <a:gd name="connsiteX59" fmla="*/ 3728719 w 7484425"/>
                <a:gd name="connsiteY59" fmla="*/ 2405098 h 5112860"/>
                <a:gd name="connsiteX60" fmla="*/ 3911198 w 7484425"/>
                <a:gd name="connsiteY60" fmla="*/ 2214908 h 5112860"/>
                <a:gd name="connsiteX61" fmla="*/ 3722191 w 7484425"/>
                <a:gd name="connsiteY61" fmla="*/ 2031264 h 5112860"/>
                <a:gd name="connsiteX62" fmla="*/ 3953970 w 7484425"/>
                <a:gd name="connsiteY62" fmla="*/ 1359306 h 5112860"/>
                <a:gd name="connsiteX63" fmla="*/ 4026629 w 7484425"/>
                <a:gd name="connsiteY63" fmla="*/ 1369769 h 5112860"/>
                <a:gd name="connsiteX64" fmla="*/ 4037813 w 7484425"/>
                <a:gd name="connsiteY64" fmla="*/ 1374464 h 5112860"/>
                <a:gd name="connsiteX65" fmla="*/ 4146755 w 7484425"/>
                <a:gd name="connsiteY65" fmla="*/ 1615250 h 5112860"/>
                <a:gd name="connsiteX66" fmla="*/ 3972635 w 7484425"/>
                <a:gd name="connsiteY66" fmla="*/ 1737056 h 5112860"/>
                <a:gd name="connsiteX67" fmla="*/ 3907476 w 7484425"/>
                <a:gd name="connsiteY67" fmla="*/ 1724879 h 5112860"/>
                <a:gd name="connsiteX68" fmla="*/ 3792026 w 7484425"/>
                <a:gd name="connsiteY68" fmla="*/ 1484073 h 5112860"/>
                <a:gd name="connsiteX69" fmla="*/ 3953970 w 7484425"/>
                <a:gd name="connsiteY69" fmla="*/ 1359306 h 5112860"/>
                <a:gd name="connsiteX70" fmla="*/ 3499356 w 7484425"/>
                <a:gd name="connsiteY70" fmla="*/ 1355419 h 5112860"/>
                <a:gd name="connsiteX71" fmla="*/ 3664456 w 7484425"/>
                <a:gd name="connsiteY71" fmla="*/ 1479398 h 5112860"/>
                <a:gd name="connsiteX72" fmla="*/ 3551793 w 7484425"/>
                <a:gd name="connsiteY72" fmla="*/ 1719249 h 5112860"/>
                <a:gd name="connsiteX73" fmla="*/ 3487550 w 7484425"/>
                <a:gd name="connsiteY73" fmla="*/ 1730491 h 5112860"/>
                <a:gd name="connsiteX74" fmla="*/ 3309727 w 7484425"/>
                <a:gd name="connsiteY74" fmla="*/ 1607769 h 5112860"/>
                <a:gd name="connsiteX75" fmla="*/ 3308792 w 7484425"/>
                <a:gd name="connsiteY75" fmla="*/ 1607769 h 5112860"/>
                <a:gd name="connsiteX76" fmla="*/ 3416799 w 7484425"/>
                <a:gd name="connsiteY76" fmla="*/ 1369769 h 5112860"/>
                <a:gd name="connsiteX77" fmla="*/ 3426113 w 7484425"/>
                <a:gd name="connsiteY77" fmla="*/ 1366028 h 5112860"/>
                <a:gd name="connsiteX78" fmla="*/ 3499356 w 7484425"/>
                <a:gd name="connsiteY78" fmla="*/ 1355419 h 5112860"/>
                <a:gd name="connsiteX79" fmla="*/ 4136847 w 7484425"/>
                <a:gd name="connsiteY79" fmla="*/ 625272 h 5112860"/>
                <a:gd name="connsiteX80" fmla="*/ 4240772 w 7484425"/>
                <a:gd name="connsiteY80" fmla="*/ 650215 h 5112860"/>
                <a:gd name="connsiteX81" fmla="*/ 4602926 w 7484425"/>
                <a:gd name="connsiteY81" fmla="*/ 1363223 h 5112860"/>
                <a:gd name="connsiteX82" fmla="*/ 4504252 w 7484425"/>
                <a:gd name="connsiteY82" fmla="*/ 1767994 h 5112860"/>
                <a:gd name="connsiteX83" fmla="*/ 5335649 w 7484425"/>
                <a:gd name="connsiteY83" fmla="*/ 2645904 h 5112860"/>
                <a:gd name="connsiteX84" fmla="*/ 5325400 w 7484425"/>
                <a:gd name="connsiteY84" fmla="*/ 2783627 h 5112860"/>
                <a:gd name="connsiteX85" fmla="*/ 5165270 w 7484425"/>
                <a:gd name="connsiteY85" fmla="*/ 2900737 h 5112860"/>
                <a:gd name="connsiteX86" fmla="*/ 5164335 w 7484425"/>
                <a:gd name="connsiteY86" fmla="*/ 2898867 h 5112860"/>
                <a:gd name="connsiteX87" fmla="*/ 5047969 w 7484425"/>
                <a:gd name="connsiteY87" fmla="*/ 2737726 h 5112860"/>
                <a:gd name="connsiteX88" fmla="*/ 5055412 w 7484425"/>
                <a:gd name="connsiteY88" fmla="*/ 2644033 h 5112860"/>
                <a:gd name="connsiteX89" fmla="*/ 4460488 w 7484425"/>
                <a:gd name="connsiteY89" fmla="*/ 2045311 h 5112860"/>
                <a:gd name="connsiteX90" fmla="*/ 3865564 w 7484425"/>
                <a:gd name="connsiteY90" fmla="*/ 2644033 h 5112860"/>
                <a:gd name="connsiteX91" fmla="*/ 4460488 w 7484425"/>
                <a:gd name="connsiteY91" fmla="*/ 3242736 h 5112860"/>
                <a:gd name="connsiteX92" fmla="*/ 4550802 w 7484425"/>
                <a:gd name="connsiteY92" fmla="*/ 3236171 h 5112860"/>
                <a:gd name="connsiteX93" fmla="*/ 4709997 w 7484425"/>
                <a:gd name="connsiteY93" fmla="*/ 3354216 h 5112860"/>
                <a:gd name="connsiteX94" fmla="*/ 4592696 w 7484425"/>
                <a:gd name="connsiteY94" fmla="*/ 3514442 h 5112860"/>
                <a:gd name="connsiteX95" fmla="*/ 4460488 w 7484425"/>
                <a:gd name="connsiteY95" fmla="*/ 3524748 h 5112860"/>
                <a:gd name="connsiteX96" fmla="*/ 3724978 w 7484425"/>
                <a:gd name="connsiteY96" fmla="*/ 3118125 h 5112860"/>
                <a:gd name="connsiteX97" fmla="*/ 2989487 w 7484425"/>
                <a:gd name="connsiteY97" fmla="*/ 3524748 h 5112860"/>
                <a:gd name="connsiteX98" fmla="*/ 2848901 w 7484425"/>
                <a:gd name="connsiteY98" fmla="*/ 3513507 h 5112860"/>
                <a:gd name="connsiteX99" fmla="*/ 2733450 w 7484425"/>
                <a:gd name="connsiteY99" fmla="*/ 3352346 h 5112860"/>
                <a:gd name="connsiteX100" fmla="*/ 2893580 w 7484425"/>
                <a:gd name="connsiteY100" fmla="*/ 3236171 h 5112860"/>
                <a:gd name="connsiteX101" fmla="*/ 2989487 w 7484425"/>
                <a:gd name="connsiteY101" fmla="*/ 3243671 h 5112860"/>
                <a:gd name="connsiteX102" fmla="*/ 3584411 w 7484425"/>
                <a:gd name="connsiteY102" fmla="*/ 2644969 h 5112860"/>
                <a:gd name="connsiteX103" fmla="*/ 2989487 w 7484425"/>
                <a:gd name="connsiteY103" fmla="*/ 2046265 h 5112860"/>
                <a:gd name="connsiteX104" fmla="*/ 2394563 w 7484425"/>
                <a:gd name="connsiteY104" fmla="*/ 2644969 h 5112860"/>
                <a:gd name="connsiteX105" fmla="*/ 2402006 w 7484425"/>
                <a:gd name="connsiteY105" fmla="*/ 2738661 h 5112860"/>
                <a:gd name="connsiteX106" fmla="*/ 2285641 w 7484425"/>
                <a:gd name="connsiteY106" fmla="*/ 2899802 h 5112860"/>
                <a:gd name="connsiteX107" fmla="*/ 2125510 w 7484425"/>
                <a:gd name="connsiteY107" fmla="*/ 2782692 h 5112860"/>
                <a:gd name="connsiteX108" fmla="*/ 2115262 w 7484425"/>
                <a:gd name="connsiteY108" fmla="*/ 2644969 h 5112860"/>
                <a:gd name="connsiteX109" fmla="*/ 2952250 w 7484425"/>
                <a:gd name="connsiteY109" fmla="*/ 1767040 h 5112860"/>
                <a:gd name="connsiteX110" fmla="*/ 2853557 w 7484425"/>
                <a:gd name="connsiteY110" fmla="*/ 1362288 h 5112860"/>
                <a:gd name="connsiteX111" fmla="*/ 3211989 w 7484425"/>
                <a:gd name="connsiteY111" fmla="*/ 652085 h 5112860"/>
                <a:gd name="connsiteX112" fmla="*/ 3407504 w 7484425"/>
                <a:gd name="connsiteY112" fmla="*/ 682069 h 5112860"/>
                <a:gd name="connsiteX113" fmla="*/ 3377711 w 7484425"/>
                <a:gd name="connsiteY113" fmla="*/ 878825 h 5112860"/>
                <a:gd name="connsiteX114" fmla="*/ 3133794 w 7484425"/>
                <a:gd name="connsiteY114" fmla="*/ 1362288 h 5112860"/>
                <a:gd name="connsiteX115" fmla="*/ 3728719 w 7484425"/>
                <a:gd name="connsiteY115" fmla="*/ 1960990 h 5112860"/>
                <a:gd name="connsiteX116" fmla="*/ 4323624 w 7484425"/>
                <a:gd name="connsiteY116" fmla="*/ 1362288 h 5112860"/>
                <a:gd name="connsiteX117" fmla="*/ 4076920 w 7484425"/>
                <a:gd name="connsiteY117" fmla="*/ 876954 h 5112860"/>
                <a:gd name="connsiteX118" fmla="*/ 4046192 w 7484425"/>
                <a:gd name="connsiteY118" fmla="*/ 681134 h 5112860"/>
                <a:gd name="connsiteX119" fmla="*/ 4136847 w 7484425"/>
                <a:gd name="connsiteY119" fmla="*/ 625272 h 5112860"/>
                <a:gd name="connsiteX120" fmla="*/ 1363910 w 7484425"/>
                <a:gd name="connsiteY120" fmla="*/ 0 h 5112860"/>
                <a:gd name="connsiteX121" fmla="*/ 6119541 w 7484425"/>
                <a:gd name="connsiteY121" fmla="*/ 0 h 5112860"/>
                <a:gd name="connsiteX122" fmla="*/ 6724695 w 7484425"/>
                <a:gd name="connsiteY122" fmla="*/ 609009 h 5112860"/>
                <a:gd name="connsiteX123" fmla="*/ 6724695 w 7484425"/>
                <a:gd name="connsiteY123" fmla="*/ 3408592 h 5112860"/>
                <a:gd name="connsiteX124" fmla="*/ 6585044 w 7484425"/>
                <a:gd name="connsiteY124" fmla="*/ 3549121 h 5112860"/>
                <a:gd name="connsiteX125" fmla="*/ 6445393 w 7484425"/>
                <a:gd name="connsiteY125" fmla="*/ 3408592 h 5112860"/>
                <a:gd name="connsiteX126" fmla="*/ 6445393 w 7484425"/>
                <a:gd name="connsiteY126" fmla="*/ 609009 h 5112860"/>
                <a:gd name="connsiteX127" fmla="*/ 6119541 w 7484425"/>
                <a:gd name="connsiteY127" fmla="*/ 281076 h 5112860"/>
                <a:gd name="connsiteX128" fmla="*/ 1363910 w 7484425"/>
                <a:gd name="connsiteY128" fmla="*/ 281076 h 5112860"/>
                <a:gd name="connsiteX129" fmla="*/ 1038059 w 7484425"/>
                <a:gd name="connsiteY129" fmla="*/ 609009 h 5112860"/>
                <a:gd name="connsiteX130" fmla="*/ 1038059 w 7484425"/>
                <a:gd name="connsiteY130" fmla="*/ 3408592 h 5112860"/>
                <a:gd name="connsiteX131" fmla="*/ 898407 w 7484425"/>
                <a:gd name="connsiteY131" fmla="*/ 3549121 h 5112860"/>
                <a:gd name="connsiteX132" fmla="*/ 758757 w 7484425"/>
                <a:gd name="connsiteY132" fmla="*/ 3408592 h 5112860"/>
                <a:gd name="connsiteX133" fmla="*/ 758757 w 7484425"/>
                <a:gd name="connsiteY133" fmla="*/ 609009 h 5112860"/>
                <a:gd name="connsiteX134" fmla="*/ 1363910 w 7484425"/>
                <a:gd name="connsiteY134" fmla="*/ 0 h 511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484425" h="5112860">
                  <a:moveTo>
                    <a:pt x="3742670" y="4283696"/>
                  </a:moveTo>
                  <a:cubicBezTo>
                    <a:pt x="3845504" y="4283696"/>
                    <a:pt x="3928871" y="4367597"/>
                    <a:pt x="3928871" y="4471081"/>
                  </a:cubicBezTo>
                  <a:cubicBezTo>
                    <a:pt x="3928871" y="4574583"/>
                    <a:pt x="3845504" y="4658465"/>
                    <a:pt x="3742670" y="4658465"/>
                  </a:cubicBezTo>
                  <a:cubicBezTo>
                    <a:pt x="3639835" y="4658465"/>
                    <a:pt x="3556469" y="4574583"/>
                    <a:pt x="3556469" y="4471081"/>
                  </a:cubicBezTo>
                  <a:cubicBezTo>
                    <a:pt x="3556469" y="4367597"/>
                    <a:pt x="3639835" y="4283696"/>
                    <a:pt x="3742670" y="4283696"/>
                  </a:cubicBezTo>
                  <a:close/>
                  <a:moveTo>
                    <a:pt x="512053" y="4111275"/>
                  </a:moveTo>
                  <a:cubicBezTo>
                    <a:pt x="383586" y="4111275"/>
                    <a:pt x="279301" y="4216209"/>
                    <a:pt x="279301" y="4345515"/>
                  </a:cubicBezTo>
                  <a:lnTo>
                    <a:pt x="279301" y="4597543"/>
                  </a:lnTo>
                  <a:cubicBezTo>
                    <a:pt x="279301" y="4726850"/>
                    <a:pt x="383586" y="4831783"/>
                    <a:pt x="512053" y="4831783"/>
                  </a:cubicBezTo>
                  <a:lnTo>
                    <a:pt x="6972371" y="4831783"/>
                  </a:lnTo>
                  <a:cubicBezTo>
                    <a:pt x="7100857" y="4831783"/>
                    <a:pt x="7205123" y="4726850"/>
                    <a:pt x="7205123" y="4597543"/>
                  </a:cubicBezTo>
                  <a:lnTo>
                    <a:pt x="7205123" y="4345515"/>
                  </a:lnTo>
                  <a:cubicBezTo>
                    <a:pt x="7205123" y="4216209"/>
                    <a:pt x="7100857" y="4111275"/>
                    <a:pt x="6972371" y="4111275"/>
                  </a:cubicBezTo>
                  <a:close/>
                  <a:moveTo>
                    <a:pt x="512053" y="3830198"/>
                  </a:moveTo>
                  <a:lnTo>
                    <a:pt x="6972371" y="3830198"/>
                  </a:lnTo>
                  <a:cubicBezTo>
                    <a:pt x="7254479" y="3830198"/>
                    <a:pt x="7484425" y="4061614"/>
                    <a:pt x="7484425" y="4345515"/>
                  </a:cubicBezTo>
                  <a:lnTo>
                    <a:pt x="7484425" y="4597543"/>
                  </a:lnTo>
                  <a:cubicBezTo>
                    <a:pt x="7484425" y="4881445"/>
                    <a:pt x="7254479" y="5112860"/>
                    <a:pt x="6972371" y="5112860"/>
                  </a:cubicBezTo>
                  <a:lnTo>
                    <a:pt x="512053" y="5112860"/>
                  </a:lnTo>
                  <a:cubicBezTo>
                    <a:pt x="229965" y="5112860"/>
                    <a:pt x="0" y="4881445"/>
                    <a:pt x="0" y="4597543"/>
                  </a:cubicBezTo>
                  <a:lnTo>
                    <a:pt x="0" y="4345515"/>
                  </a:lnTo>
                  <a:cubicBezTo>
                    <a:pt x="0" y="4061614"/>
                    <a:pt x="229965" y="3830198"/>
                    <a:pt x="512053" y="3830198"/>
                  </a:cubicBezTo>
                  <a:close/>
                  <a:moveTo>
                    <a:pt x="4197597" y="2575509"/>
                  </a:moveTo>
                  <a:cubicBezTo>
                    <a:pt x="4245897" y="2578436"/>
                    <a:pt x="4292915" y="2599516"/>
                    <a:pt x="4326429" y="2638404"/>
                  </a:cubicBezTo>
                  <a:cubicBezTo>
                    <a:pt x="4394394" y="2717094"/>
                    <a:pt x="4388802" y="2833289"/>
                    <a:pt x="4310607" y="2900738"/>
                  </a:cubicBezTo>
                  <a:lnTo>
                    <a:pt x="4302228" y="2908239"/>
                  </a:lnTo>
                  <a:cubicBezTo>
                    <a:pt x="4267778" y="2937288"/>
                    <a:pt x="4224949" y="2952270"/>
                    <a:pt x="4182121" y="2952270"/>
                  </a:cubicBezTo>
                  <a:cubicBezTo>
                    <a:pt x="4129043" y="2952270"/>
                    <a:pt x="4076920" y="2929787"/>
                    <a:pt x="4039664" y="2885756"/>
                  </a:cubicBezTo>
                  <a:cubicBezTo>
                    <a:pt x="3972635" y="2807046"/>
                    <a:pt x="3982884" y="2688065"/>
                    <a:pt x="4061079" y="2621532"/>
                  </a:cubicBezTo>
                  <a:cubicBezTo>
                    <a:pt x="4099718" y="2587807"/>
                    <a:pt x="4149298" y="2572581"/>
                    <a:pt x="4197597" y="2575509"/>
                  </a:cubicBezTo>
                  <a:close/>
                  <a:moveTo>
                    <a:pt x="3252492" y="2575047"/>
                  </a:moveTo>
                  <a:cubicBezTo>
                    <a:pt x="3299975" y="2571183"/>
                    <a:pt x="3348854" y="2585468"/>
                    <a:pt x="3387960" y="2618725"/>
                  </a:cubicBezTo>
                  <a:cubicBezTo>
                    <a:pt x="3465220" y="2685258"/>
                    <a:pt x="3479191" y="2806110"/>
                    <a:pt x="3414012" y="2884820"/>
                  </a:cubicBezTo>
                  <a:cubicBezTo>
                    <a:pt x="3375841" y="2929786"/>
                    <a:pt x="3322782" y="2954158"/>
                    <a:pt x="3269705" y="2954158"/>
                  </a:cubicBezTo>
                  <a:cubicBezTo>
                    <a:pt x="3229682" y="2954158"/>
                    <a:pt x="3189640" y="2941027"/>
                    <a:pt x="3156125" y="2912933"/>
                  </a:cubicBezTo>
                  <a:cubicBezTo>
                    <a:pt x="3155190" y="2912933"/>
                    <a:pt x="3146811" y="2905432"/>
                    <a:pt x="3146811" y="2905432"/>
                  </a:cubicBezTo>
                  <a:lnTo>
                    <a:pt x="3146811" y="2904497"/>
                  </a:lnTo>
                  <a:cubicBezTo>
                    <a:pt x="3068616" y="2837964"/>
                    <a:pt x="3059302" y="2718983"/>
                    <a:pt x="3125397" y="2640273"/>
                  </a:cubicBezTo>
                  <a:cubicBezTo>
                    <a:pt x="3158921" y="2600928"/>
                    <a:pt x="3205009" y="2578912"/>
                    <a:pt x="3252492" y="2575047"/>
                  </a:cubicBezTo>
                  <a:close/>
                  <a:moveTo>
                    <a:pt x="3030879" y="2154051"/>
                  </a:moveTo>
                  <a:cubicBezTo>
                    <a:pt x="3117637" y="2156432"/>
                    <a:pt x="3193702" y="2219257"/>
                    <a:pt x="3209183" y="2308619"/>
                  </a:cubicBezTo>
                  <a:cubicBezTo>
                    <a:pt x="3227810" y="2409812"/>
                    <a:pt x="3162632" y="2511940"/>
                    <a:pt x="3061153" y="2530663"/>
                  </a:cubicBezTo>
                  <a:cubicBezTo>
                    <a:pt x="3049988" y="2533488"/>
                    <a:pt x="3037868" y="2534423"/>
                    <a:pt x="3025768" y="2534423"/>
                  </a:cubicBezTo>
                  <a:cubicBezTo>
                    <a:pt x="2938259" y="2534423"/>
                    <a:pt x="2861916" y="2474456"/>
                    <a:pt x="2845159" y="2384504"/>
                  </a:cubicBezTo>
                  <a:lnTo>
                    <a:pt x="2843288" y="2373263"/>
                  </a:lnTo>
                  <a:cubicBezTo>
                    <a:pt x="2825596" y="2271135"/>
                    <a:pt x="2892644" y="2173702"/>
                    <a:pt x="2994124" y="2155895"/>
                  </a:cubicBezTo>
                  <a:lnTo>
                    <a:pt x="2993188" y="2156830"/>
                  </a:lnTo>
                  <a:cubicBezTo>
                    <a:pt x="3005873" y="2154604"/>
                    <a:pt x="3018485" y="2153711"/>
                    <a:pt x="3030879" y="2154051"/>
                  </a:cubicBezTo>
                  <a:close/>
                  <a:moveTo>
                    <a:pt x="4417247" y="2149872"/>
                  </a:moveTo>
                  <a:cubicBezTo>
                    <a:pt x="4429614" y="2149312"/>
                    <a:pt x="4442211" y="2150029"/>
                    <a:pt x="4454896" y="2152135"/>
                  </a:cubicBezTo>
                  <a:cubicBezTo>
                    <a:pt x="4556376" y="2169007"/>
                    <a:pt x="4625275" y="2262699"/>
                    <a:pt x="4608518" y="2364827"/>
                  </a:cubicBezTo>
                  <a:lnTo>
                    <a:pt x="4606648" y="2377939"/>
                  </a:lnTo>
                  <a:cubicBezTo>
                    <a:pt x="4590825" y="2468826"/>
                    <a:pt x="4512631" y="2531599"/>
                    <a:pt x="4424168" y="2531599"/>
                  </a:cubicBezTo>
                  <a:lnTo>
                    <a:pt x="4424168" y="2530664"/>
                  </a:lnTo>
                  <a:cubicBezTo>
                    <a:pt x="4413003" y="2530664"/>
                    <a:pt x="4401838" y="2529729"/>
                    <a:pt x="4390653" y="2527858"/>
                  </a:cubicBezTo>
                  <a:cubicBezTo>
                    <a:pt x="4289174" y="2509116"/>
                    <a:pt x="4222144" y="2411683"/>
                    <a:pt x="4240772" y="2309555"/>
                  </a:cubicBezTo>
                  <a:cubicBezTo>
                    <a:pt x="4255435" y="2220193"/>
                    <a:pt x="4330681" y="2153787"/>
                    <a:pt x="4417247" y="2149872"/>
                  </a:cubicBezTo>
                  <a:close/>
                  <a:moveTo>
                    <a:pt x="3722191" y="2031264"/>
                  </a:moveTo>
                  <a:cubicBezTo>
                    <a:pt x="3619777" y="2032199"/>
                    <a:pt x="3537860" y="2118410"/>
                    <a:pt x="3539712" y="2221473"/>
                  </a:cubicBezTo>
                  <a:cubicBezTo>
                    <a:pt x="3540647" y="2324537"/>
                    <a:pt x="3626304" y="2406987"/>
                    <a:pt x="3728719" y="2405098"/>
                  </a:cubicBezTo>
                  <a:cubicBezTo>
                    <a:pt x="3831114" y="2404163"/>
                    <a:pt x="3913049" y="2317971"/>
                    <a:pt x="3911198" y="2214908"/>
                  </a:cubicBezTo>
                  <a:cubicBezTo>
                    <a:pt x="3910263" y="2111844"/>
                    <a:pt x="3824606" y="2029393"/>
                    <a:pt x="3722191" y="2031264"/>
                  </a:cubicBezTo>
                  <a:close/>
                  <a:moveTo>
                    <a:pt x="3953970" y="1359306"/>
                  </a:moveTo>
                  <a:cubicBezTo>
                    <a:pt x="3977811" y="1357826"/>
                    <a:pt x="4002423" y="1361104"/>
                    <a:pt x="4026629" y="1369769"/>
                  </a:cubicBezTo>
                  <a:lnTo>
                    <a:pt x="4037813" y="1374464"/>
                  </a:lnTo>
                  <a:cubicBezTo>
                    <a:pt x="4133700" y="1410059"/>
                    <a:pt x="4183037" y="1518752"/>
                    <a:pt x="4146755" y="1615250"/>
                  </a:cubicBezTo>
                  <a:cubicBezTo>
                    <a:pt x="4118813" y="1690200"/>
                    <a:pt x="4048043" y="1737056"/>
                    <a:pt x="3972635" y="1737056"/>
                  </a:cubicBezTo>
                  <a:cubicBezTo>
                    <a:pt x="3951221" y="1737056"/>
                    <a:pt x="3928891" y="1733315"/>
                    <a:pt x="3907476" y="1724879"/>
                  </a:cubicBezTo>
                  <a:cubicBezTo>
                    <a:pt x="3810654" y="1690200"/>
                    <a:pt x="3757576" y="1581526"/>
                    <a:pt x="3792026" y="1484073"/>
                  </a:cubicBezTo>
                  <a:cubicBezTo>
                    <a:pt x="3817864" y="1410999"/>
                    <a:pt x="3882447" y="1363744"/>
                    <a:pt x="3953970" y="1359306"/>
                  </a:cubicBezTo>
                  <a:close/>
                  <a:moveTo>
                    <a:pt x="3499356" y="1355419"/>
                  </a:moveTo>
                  <a:cubicBezTo>
                    <a:pt x="3571932" y="1359594"/>
                    <a:pt x="3638619" y="1406323"/>
                    <a:pt x="3664456" y="1479398"/>
                  </a:cubicBezTo>
                  <a:cubicBezTo>
                    <a:pt x="3698887" y="1576850"/>
                    <a:pt x="3648615" y="1684589"/>
                    <a:pt x="3551793" y="1719249"/>
                  </a:cubicBezTo>
                  <a:cubicBezTo>
                    <a:pt x="3531313" y="1726750"/>
                    <a:pt x="3508964" y="1730491"/>
                    <a:pt x="3487550" y="1730491"/>
                  </a:cubicBezTo>
                  <a:cubicBezTo>
                    <a:pt x="3410271" y="1730491"/>
                    <a:pt x="3336734" y="1683654"/>
                    <a:pt x="3309727" y="1607769"/>
                  </a:cubicBezTo>
                  <a:lnTo>
                    <a:pt x="3308792" y="1607769"/>
                  </a:lnTo>
                  <a:cubicBezTo>
                    <a:pt x="3274361" y="1510317"/>
                    <a:pt x="3319976" y="1404448"/>
                    <a:pt x="3416799" y="1369769"/>
                  </a:cubicBezTo>
                  <a:lnTo>
                    <a:pt x="3426113" y="1366028"/>
                  </a:lnTo>
                  <a:cubicBezTo>
                    <a:pt x="3450318" y="1357363"/>
                    <a:pt x="3475164" y="1354027"/>
                    <a:pt x="3499356" y="1355419"/>
                  </a:cubicBezTo>
                  <a:close/>
                  <a:moveTo>
                    <a:pt x="4136847" y="625272"/>
                  </a:moveTo>
                  <a:cubicBezTo>
                    <a:pt x="4172110" y="619534"/>
                    <a:pt x="4209585" y="627264"/>
                    <a:pt x="4240772" y="650215"/>
                  </a:cubicBezTo>
                  <a:cubicBezTo>
                    <a:pt x="4467932" y="815116"/>
                    <a:pt x="4602926" y="1082146"/>
                    <a:pt x="4602926" y="1363223"/>
                  </a:cubicBezTo>
                  <a:cubicBezTo>
                    <a:pt x="4602926" y="1509381"/>
                    <a:pt x="4566624" y="1647124"/>
                    <a:pt x="4504252" y="1767994"/>
                  </a:cubicBezTo>
                  <a:cubicBezTo>
                    <a:pt x="4966033" y="1790477"/>
                    <a:pt x="5335649" y="2175553"/>
                    <a:pt x="5335649" y="2645904"/>
                  </a:cubicBezTo>
                  <a:cubicBezTo>
                    <a:pt x="5335649" y="2691805"/>
                    <a:pt x="5332844" y="2738661"/>
                    <a:pt x="5325400" y="2783627"/>
                  </a:cubicBezTo>
                  <a:cubicBezTo>
                    <a:pt x="5313300" y="2860466"/>
                    <a:pt x="5241613" y="2911998"/>
                    <a:pt x="5165270" y="2900737"/>
                  </a:cubicBezTo>
                  <a:lnTo>
                    <a:pt x="5164335" y="2898867"/>
                  </a:lnTo>
                  <a:cubicBezTo>
                    <a:pt x="5087992" y="2886690"/>
                    <a:pt x="5035849" y="2814546"/>
                    <a:pt x="5047969" y="2737726"/>
                  </a:cubicBezTo>
                  <a:cubicBezTo>
                    <a:pt x="5052607" y="2706807"/>
                    <a:pt x="5055412" y="2675888"/>
                    <a:pt x="5055412" y="2644033"/>
                  </a:cubicBezTo>
                  <a:cubicBezTo>
                    <a:pt x="5055412" y="2314230"/>
                    <a:pt x="4788211" y="2045311"/>
                    <a:pt x="4460488" y="2045311"/>
                  </a:cubicBezTo>
                  <a:cubicBezTo>
                    <a:pt x="4132765" y="2045311"/>
                    <a:pt x="3865564" y="2314230"/>
                    <a:pt x="3865564" y="2644033"/>
                  </a:cubicBezTo>
                  <a:cubicBezTo>
                    <a:pt x="3865564" y="2973836"/>
                    <a:pt x="4132765" y="3242736"/>
                    <a:pt x="4460488" y="3242736"/>
                  </a:cubicBezTo>
                  <a:cubicBezTo>
                    <a:pt x="4490281" y="3242736"/>
                    <a:pt x="4521009" y="3240847"/>
                    <a:pt x="4550802" y="3236171"/>
                  </a:cubicBezTo>
                  <a:cubicBezTo>
                    <a:pt x="4627146" y="3224929"/>
                    <a:pt x="4698832" y="3277396"/>
                    <a:pt x="4709997" y="3354216"/>
                  </a:cubicBezTo>
                  <a:cubicBezTo>
                    <a:pt x="4721181" y="3431056"/>
                    <a:pt x="4669039" y="3503200"/>
                    <a:pt x="4592696" y="3514442"/>
                  </a:cubicBezTo>
                  <a:cubicBezTo>
                    <a:pt x="4549867" y="3521007"/>
                    <a:pt x="4505187" y="3524748"/>
                    <a:pt x="4460488" y="3524748"/>
                  </a:cubicBezTo>
                  <a:cubicBezTo>
                    <a:pt x="4152328" y="3524748"/>
                    <a:pt x="3880470" y="3361717"/>
                    <a:pt x="3724978" y="3118125"/>
                  </a:cubicBezTo>
                  <a:cubicBezTo>
                    <a:pt x="3569505" y="3362652"/>
                    <a:pt x="3298581" y="3524748"/>
                    <a:pt x="2989487" y="3524748"/>
                  </a:cubicBezTo>
                  <a:cubicBezTo>
                    <a:pt x="2942001" y="3524748"/>
                    <a:pt x="2895451" y="3521007"/>
                    <a:pt x="2848901" y="3513507"/>
                  </a:cubicBezTo>
                  <a:cubicBezTo>
                    <a:pt x="2772557" y="3501330"/>
                    <a:pt x="2721350" y="3429186"/>
                    <a:pt x="2733450" y="3352346"/>
                  </a:cubicBezTo>
                  <a:cubicBezTo>
                    <a:pt x="2745551" y="3275526"/>
                    <a:pt x="2817237" y="3223994"/>
                    <a:pt x="2893580" y="3236171"/>
                  </a:cubicBezTo>
                  <a:cubicBezTo>
                    <a:pt x="2925244" y="3240847"/>
                    <a:pt x="2956907" y="3243671"/>
                    <a:pt x="2989487" y="3243671"/>
                  </a:cubicBezTo>
                  <a:cubicBezTo>
                    <a:pt x="3317209" y="3243671"/>
                    <a:pt x="3584411" y="2974771"/>
                    <a:pt x="3584411" y="2644969"/>
                  </a:cubicBezTo>
                  <a:cubicBezTo>
                    <a:pt x="3584411" y="2315166"/>
                    <a:pt x="3317209" y="2046265"/>
                    <a:pt x="2989487" y="2046265"/>
                  </a:cubicBezTo>
                  <a:cubicBezTo>
                    <a:pt x="2661764" y="2046265"/>
                    <a:pt x="2394563" y="2315166"/>
                    <a:pt x="2394563" y="2644969"/>
                  </a:cubicBezTo>
                  <a:cubicBezTo>
                    <a:pt x="2394563" y="2676823"/>
                    <a:pt x="2397349" y="2707742"/>
                    <a:pt x="2402006" y="2738661"/>
                  </a:cubicBezTo>
                  <a:cubicBezTo>
                    <a:pt x="2414126" y="2815481"/>
                    <a:pt x="2361984" y="2887626"/>
                    <a:pt x="2285641" y="2899802"/>
                  </a:cubicBezTo>
                  <a:cubicBezTo>
                    <a:pt x="2209297" y="2911998"/>
                    <a:pt x="2137611" y="2859512"/>
                    <a:pt x="2125510" y="2782692"/>
                  </a:cubicBezTo>
                  <a:cubicBezTo>
                    <a:pt x="2118983" y="2737726"/>
                    <a:pt x="2115262" y="2690870"/>
                    <a:pt x="2115262" y="2644969"/>
                  </a:cubicBezTo>
                  <a:cubicBezTo>
                    <a:pt x="2115262" y="2172747"/>
                    <a:pt x="2487663" y="1786717"/>
                    <a:pt x="2952250" y="1767040"/>
                  </a:cubicBezTo>
                  <a:cubicBezTo>
                    <a:pt x="2889859" y="1645253"/>
                    <a:pt x="2853557" y="1508446"/>
                    <a:pt x="2853557" y="1362288"/>
                  </a:cubicBezTo>
                  <a:cubicBezTo>
                    <a:pt x="2853557" y="1083081"/>
                    <a:pt x="2987616" y="816986"/>
                    <a:pt x="3211989" y="652085"/>
                  </a:cubicBezTo>
                  <a:cubicBezTo>
                    <a:pt x="3274381" y="606184"/>
                    <a:pt x="3361889" y="619296"/>
                    <a:pt x="3407504" y="682069"/>
                  </a:cubicBezTo>
                  <a:cubicBezTo>
                    <a:pt x="3453138" y="744842"/>
                    <a:pt x="3440103" y="832923"/>
                    <a:pt x="3377711" y="878825"/>
                  </a:cubicBezTo>
                  <a:cubicBezTo>
                    <a:pt x="3225025" y="991259"/>
                    <a:pt x="3133794" y="1172098"/>
                    <a:pt x="3133794" y="1362288"/>
                  </a:cubicBezTo>
                  <a:cubicBezTo>
                    <a:pt x="3133794" y="1692090"/>
                    <a:pt x="3400996" y="1960990"/>
                    <a:pt x="3728719" y="1960990"/>
                  </a:cubicBezTo>
                  <a:cubicBezTo>
                    <a:pt x="4056422" y="1960990"/>
                    <a:pt x="4323624" y="1692090"/>
                    <a:pt x="4323624" y="1362288"/>
                  </a:cubicBezTo>
                  <a:cubicBezTo>
                    <a:pt x="4323624" y="1171162"/>
                    <a:pt x="4231458" y="989389"/>
                    <a:pt x="4076920" y="876954"/>
                  </a:cubicBezTo>
                  <a:cubicBezTo>
                    <a:pt x="4014529" y="831988"/>
                    <a:pt x="4000577" y="743907"/>
                    <a:pt x="4046192" y="681134"/>
                  </a:cubicBezTo>
                  <a:cubicBezTo>
                    <a:pt x="4068532" y="650215"/>
                    <a:pt x="4101584" y="631010"/>
                    <a:pt x="4136847" y="625272"/>
                  </a:cubicBezTo>
                  <a:close/>
                  <a:moveTo>
                    <a:pt x="1363910" y="0"/>
                  </a:moveTo>
                  <a:lnTo>
                    <a:pt x="6119541" y="0"/>
                  </a:lnTo>
                  <a:cubicBezTo>
                    <a:pt x="6452856" y="0"/>
                    <a:pt x="6724695" y="273595"/>
                    <a:pt x="6724695" y="609009"/>
                  </a:cubicBezTo>
                  <a:lnTo>
                    <a:pt x="6724695" y="3408592"/>
                  </a:lnTo>
                  <a:cubicBezTo>
                    <a:pt x="6724695" y="3486348"/>
                    <a:pt x="6662323" y="3549121"/>
                    <a:pt x="6585044" y="3549121"/>
                  </a:cubicBezTo>
                  <a:cubicBezTo>
                    <a:pt x="6507785" y="3549121"/>
                    <a:pt x="6445393" y="3486348"/>
                    <a:pt x="6445393" y="3408592"/>
                  </a:cubicBezTo>
                  <a:lnTo>
                    <a:pt x="6445393" y="609009"/>
                  </a:lnTo>
                  <a:cubicBezTo>
                    <a:pt x="6445393" y="428190"/>
                    <a:pt x="6299234" y="281076"/>
                    <a:pt x="6119541" y="281076"/>
                  </a:cubicBezTo>
                  <a:lnTo>
                    <a:pt x="1363910" y="281076"/>
                  </a:lnTo>
                  <a:cubicBezTo>
                    <a:pt x="1184236" y="281076"/>
                    <a:pt x="1038059" y="428190"/>
                    <a:pt x="1038059" y="609009"/>
                  </a:cubicBezTo>
                  <a:lnTo>
                    <a:pt x="1038059" y="3408592"/>
                  </a:lnTo>
                  <a:cubicBezTo>
                    <a:pt x="1038059" y="3486348"/>
                    <a:pt x="975686" y="3549121"/>
                    <a:pt x="898407" y="3549121"/>
                  </a:cubicBezTo>
                  <a:cubicBezTo>
                    <a:pt x="821129" y="3549121"/>
                    <a:pt x="758757" y="3486348"/>
                    <a:pt x="758757" y="3408592"/>
                  </a:cubicBezTo>
                  <a:lnTo>
                    <a:pt x="758757" y="609009"/>
                  </a:lnTo>
                  <a:cubicBezTo>
                    <a:pt x="758757" y="273595"/>
                    <a:pt x="1030615" y="0"/>
                    <a:pt x="1363910" y="0"/>
                  </a:cubicBezTo>
                  <a:close/>
                </a:path>
              </a:pathLst>
            </a:custGeom>
            <a:solidFill>
              <a:schemeClr val="tx1"/>
            </a:solidFill>
            <a:ln w="482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CO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1EBA00F-815D-5263-0993-F599E3F374C8}"/>
              </a:ext>
            </a:extLst>
          </p:cNvPr>
          <p:cNvGrpSpPr/>
          <p:nvPr/>
        </p:nvGrpSpPr>
        <p:grpSpPr>
          <a:xfrm>
            <a:off x="3963222" y="2673289"/>
            <a:ext cx="720000" cy="720000"/>
            <a:chOff x="3967013" y="2681223"/>
            <a:chExt cx="720000" cy="720000"/>
          </a:xfrm>
        </p:grpSpPr>
        <p:sp>
          <p:nvSpPr>
            <p:cNvPr id="19" name="Google Shape;479;p37">
              <a:extLst>
                <a:ext uri="{FF2B5EF4-FFF2-40B4-BE49-F238E27FC236}">
                  <a16:creationId xmlns:a16="http://schemas.microsoft.com/office/drawing/2014/main" id="{CEA59850-16A8-F823-E0CF-6414B9C78C7D}"/>
                </a:ext>
              </a:extLst>
            </p:cNvPr>
            <p:cNvSpPr/>
            <p:nvPr/>
          </p:nvSpPr>
          <p:spPr>
            <a:xfrm>
              <a:off x="3967013" y="2681223"/>
              <a:ext cx="720000" cy="720000"/>
            </a:xfrm>
            <a:prstGeom prst="ellipse">
              <a:avLst/>
            </a:prstGeom>
            <a:solidFill>
              <a:srgbClr val="001744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00" tIns="45700" rIns="91400" bIns="45700" anchor="ctr" anchorCtr="0">
              <a:noAutofit/>
            </a:bodyPr>
            <a:lstStyle/>
            <a:p>
              <a:pPr algn="ctr" defTabSz="1219170">
                <a:buSzPts val="1425"/>
              </a:pPr>
              <a:endParaRPr sz="1900">
                <a:solidFill>
                  <a:srgbClr val="001744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7F358624-5772-3696-DCAE-26E36ED120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29220" y="2859791"/>
              <a:ext cx="478138" cy="362864"/>
            </a:xfrm>
            <a:custGeom>
              <a:avLst/>
              <a:gdLst>
                <a:gd name="connsiteX0" fmla="*/ 5849519 w 6797621"/>
                <a:gd name="connsiteY0" fmla="*/ 4818100 h 5157131"/>
                <a:gd name="connsiteX1" fmla="*/ 5896288 w 6797621"/>
                <a:gd name="connsiteY1" fmla="*/ 4828841 h 5157131"/>
                <a:gd name="connsiteX2" fmla="*/ 5956808 w 6797621"/>
                <a:gd name="connsiteY2" fmla="*/ 4866727 h 5157131"/>
                <a:gd name="connsiteX3" fmla="*/ 5960172 w 6797621"/>
                <a:gd name="connsiteY3" fmla="*/ 5103260 h 5157131"/>
                <a:gd name="connsiteX4" fmla="*/ 5956808 w 6797621"/>
                <a:gd name="connsiteY4" fmla="*/ 5106624 h 5157131"/>
                <a:gd name="connsiteX5" fmla="*/ 5838300 w 6797621"/>
                <a:gd name="connsiteY5" fmla="*/ 5157131 h 5157131"/>
                <a:gd name="connsiteX6" fmla="*/ 5837469 w 6797621"/>
                <a:gd name="connsiteY6" fmla="*/ 5157131 h 5157131"/>
                <a:gd name="connsiteX7" fmla="*/ 5719811 w 6797621"/>
                <a:gd name="connsiteY7" fmla="*/ 5108305 h 5157131"/>
                <a:gd name="connsiteX8" fmla="*/ 5716448 w 6797621"/>
                <a:gd name="connsiteY8" fmla="*/ 4868408 h 5157131"/>
                <a:gd name="connsiteX9" fmla="*/ 5849519 w 6797621"/>
                <a:gd name="connsiteY9" fmla="*/ 4818100 h 5157131"/>
                <a:gd name="connsiteX10" fmla="*/ 6233294 w 6797621"/>
                <a:gd name="connsiteY10" fmla="*/ 4423945 h 5157131"/>
                <a:gd name="connsiteX11" fmla="*/ 6353467 w 6797621"/>
                <a:gd name="connsiteY11" fmla="*/ 4471925 h 5157131"/>
                <a:gd name="connsiteX12" fmla="*/ 6355999 w 6797621"/>
                <a:gd name="connsiteY12" fmla="*/ 4706777 h 5157131"/>
                <a:gd name="connsiteX13" fmla="*/ 6350103 w 6797621"/>
                <a:gd name="connsiteY13" fmla="*/ 4712672 h 5157131"/>
                <a:gd name="connsiteX14" fmla="*/ 6231614 w 6797621"/>
                <a:gd name="connsiteY14" fmla="*/ 4762329 h 5157131"/>
                <a:gd name="connsiteX15" fmla="*/ 6113106 w 6797621"/>
                <a:gd name="connsiteY15" fmla="*/ 4712672 h 5157131"/>
                <a:gd name="connsiteX16" fmla="*/ 6113106 w 6797621"/>
                <a:gd name="connsiteY16" fmla="*/ 4474457 h 5157131"/>
                <a:gd name="connsiteX17" fmla="*/ 6233294 w 6797621"/>
                <a:gd name="connsiteY17" fmla="*/ 4423945 h 5157131"/>
                <a:gd name="connsiteX18" fmla="*/ 5438685 w 6797621"/>
                <a:gd name="connsiteY18" fmla="*/ 4421016 h 5157131"/>
                <a:gd name="connsiteX19" fmla="*/ 5557599 w 6797621"/>
                <a:gd name="connsiteY19" fmla="*/ 4470263 h 5157131"/>
                <a:gd name="connsiteX20" fmla="*/ 5560131 w 6797621"/>
                <a:gd name="connsiteY20" fmla="*/ 4710991 h 5157131"/>
                <a:gd name="connsiteX21" fmla="*/ 5439941 w 6797621"/>
                <a:gd name="connsiteY21" fmla="*/ 4761498 h 5157131"/>
                <a:gd name="connsiteX22" fmla="*/ 5324815 w 6797621"/>
                <a:gd name="connsiteY22" fmla="*/ 4713523 h 5157131"/>
                <a:gd name="connsiteX23" fmla="*/ 5318920 w 6797621"/>
                <a:gd name="connsiteY23" fmla="*/ 4707627 h 5157131"/>
                <a:gd name="connsiteX24" fmla="*/ 5318920 w 6797621"/>
                <a:gd name="connsiteY24" fmla="*/ 4469412 h 5157131"/>
                <a:gd name="connsiteX25" fmla="*/ 5319770 w 6797621"/>
                <a:gd name="connsiteY25" fmla="*/ 4470263 h 5157131"/>
                <a:gd name="connsiteX26" fmla="*/ 5438685 w 6797621"/>
                <a:gd name="connsiteY26" fmla="*/ 4421016 h 5157131"/>
                <a:gd name="connsiteX27" fmla="*/ 5837469 w 6797621"/>
                <a:gd name="connsiteY27" fmla="*/ 4138609 h 5157131"/>
                <a:gd name="connsiteX28" fmla="*/ 6005538 w 6797621"/>
                <a:gd name="connsiteY28" fmla="*/ 4305286 h 5157131"/>
                <a:gd name="connsiteX29" fmla="*/ 6005538 w 6797621"/>
                <a:gd name="connsiteY29" fmla="*/ 4309481 h 5157131"/>
                <a:gd name="connsiteX30" fmla="*/ 5837469 w 6797621"/>
                <a:gd name="connsiteY30" fmla="*/ 4477839 h 5157131"/>
                <a:gd name="connsiteX31" fmla="*/ 5669381 w 6797621"/>
                <a:gd name="connsiteY31" fmla="*/ 4309481 h 5157131"/>
                <a:gd name="connsiteX32" fmla="*/ 5837469 w 6797621"/>
                <a:gd name="connsiteY32" fmla="*/ 4138609 h 5157131"/>
                <a:gd name="connsiteX33" fmla="*/ 6631010 w 6797621"/>
                <a:gd name="connsiteY33" fmla="*/ 4027062 h 5157131"/>
                <a:gd name="connsiteX34" fmla="*/ 6750144 w 6797621"/>
                <a:gd name="connsiteY34" fmla="*/ 4077142 h 5157131"/>
                <a:gd name="connsiteX35" fmla="*/ 6749294 w 6797621"/>
                <a:gd name="connsiteY35" fmla="*/ 4077142 h 5157131"/>
                <a:gd name="connsiteX36" fmla="*/ 6747612 w 6797621"/>
                <a:gd name="connsiteY36" fmla="*/ 4313675 h 5157131"/>
                <a:gd name="connsiteX37" fmla="*/ 6744249 w 6797621"/>
                <a:gd name="connsiteY37" fmla="*/ 4317058 h 5157131"/>
                <a:gd name="connsiteX38" fmla="*/ 6627441 w 6797621"/>
                <a:gd name="connsiteY38" fmla="*/ 4365034 h 5157131"/>
                <a:gd name="connsiteX39" fmla="*/ 6507251 w 6797621"/>
                <a:gd name="connsiteY39" fmla="*/ 4313675 h 5157131"/>
                <a:gd name="connsiteX40" fmla="*/ 6510615 w 6797621"/>
                <a:gd name="connsiteY40" fmla="*/ 4075460 h 5157131"/>
                <a:gd name="connsiteX41" fmla="*/ 6631010 w 6797621"/>
                <a:gd name="connsiteY41" fmla="*/ 4027062 h 5157131"/>
                <a:gd name="connsiteX42" fmla="*/ 5043687 w 6797621"/>
                <a:gd name="connsiteY42" fmla="*/ 4025383 h 5157131"/>
                <a:gd name="connsiteX43" fmla="*/ 5162604 w 6797621"/>
                <a:gd name="connsiteY43" fmla="*/ 4074629 h 5157131"/>
                <a:gd name="connsiteX44" fmla="*/ 5164285 w 6797621"/>
                <a:gd name="connsiteY44" fmla="*/ 4314526 h 5157131"/>
                <a:gd name="connsiteX45" fmla="*/ 5044946 w 6797621"/>
                <a:gd name="connsiteY45" fmla="*/ 4364183 h 5157131"/>
                <a:gd name="connsiteX46" fmla="*/ 4928119 w 6797621"/>
                <a:gd name="connsiteY46" fmla="*/ 4315357 h 5157131"/>
                <a:gd name="connsiteX47" fmla="*/ 4924756 w 6797621"/>
                <a:gd name="connsiteY47" fmla="*/ 4311994 h 5157131"/>
                <a:gd name="connsiteX48" fmla="*/ 4924756 w 6797621"/>
                <a:gd name="connsiteY48" fmla="*/ 4073779 h 5157131"/>
                <a:gd name="connsiteX49" fmla="*/ 4924756 w 6797621"/>
                <a:gd name="connsiteY49" fmla="*/ 4074629 h 5157131"/>
                <a:gd name="connsiteX50" fmla="*/ 5043687 w 6797621"/>
                <a:gd name="connsiteY50" fmla="*/ 4025383 h 5157131"/>
                <a:gd name="connsiteX51" fmla="*/ 5837469 w 6797621"/>
                <a:gd name="connsiteY51" fmla="*/ 3608269 h 5157131"/>
                <a:gd name="connsiteX52" fmla="*/ 6005538 w 6797621"/>
                <a:gd name="connsiteY52" fmla="*/ 3773245 h 5157131"/>
                <a:gd name="connsiteX53" fmla="*/ 6005538 w 6797621"/>
                <a:gd name="connsiteY53" fmla="*/ 3780822 h 5157131"/>
                <a:gd name="connsiteX54" fmla="*/ 5837469 w 6797621"/>
                <a:gd name="connsiteY54" fmla="*/ 3949181 h 5157131"/>
                <a:gd name="connsiteX55" fmla="*/ 5837469 w 6797621"/>
                <a:gd name="connsiteY55" fmla="*/ 3948350 h 5157131"/>
                <a:gd name="connsiteX56" fmla="*/ 5669381 w 6797621"/>
                <a:gd name="connsiteY56" fmla="*/ 3779991 h 5157131"/>
                <a:gd name="connsiteX57" fmla="*/ 5837469 w 6797621"/>
                <a:gd name="connsiteY57" fmla="*/ 3608269 h 5157131"/>
                <a:gd name="connsiteX58" fmla="*/ 2126361 w 6797621"/>
                <a:gd name="connsiteY58" fmla="*/ 3585362 h 5157131"/>
                <a:gd name="connsiteX59" fmla="*/ 2190094 w 6797621"/>
                <a:gd name="connsiteY59" fmla="*/ 3605756 h 5157131"/>
                <a:gd name="connsiteX60" fmla="*/ 2259834 w 6797621"/>
                <a:gd name="connsiteY60" fmla="*/ 3835562 h 5157131"/>
                <a:gd name="connsiteX61" fmla="*/ 2113608 w 6797621"/>
                <a:gd name="connsiteY61" fmla="*/ 3924787 h 5157131"/>
                <a:gd name="connsiteX62" fmla="*/ 2037141 w 6797621"/>
                <a:gd name="connsiteY62" fmla="*/ 3905438 h 5157131"/>
                <a:gd name="connsiteX63" fmla="*/ 2027051 w 6797621"/>
                <a:gd name="connsiteY63" fmla="*/ 3900374 h 5157131"/>
                <a:gd name="connsiteX64" fmla="*/ 1961505 w 6797621"/>
                <a:gd name="connsiteY64" fmla="*/ 3671418 h 5157131"/>
                <a:gd name="connsiteX65" fmla="*/ 2126361 w 6797621"/>
                <a:gd name="connsiteY65" fmla="*/ 3585362 h 5157131"/>
                <a:gd name="connsiteX66" fmla="*/ 3280470 w 6797621"/>
                <a:gd name="connsiteY66" fmla="*/ 3584619 h 5157131"/>
                <a:gd name="connsiteX67" fmla="*/ 3448166 w 6797621"/>
                <a:gd name="connsiteY67" fmla="*/ 3668905 h 5157131"/>
                <a:gd name="connsiteX68" fmla="*/ 3385983 w 6797621"/>
                <a:gd name="connsiteY68" fmla="*/ 3896180 h 5157131"/>
                <a:gd name="connsiteX69" fmla="*/ 3378425 w 6797621"/>
                <a:gd name="connsiteY69" fmla="*/ 3900393 h 5157131"/>
                <a:gd name="connsiteX70" fmla="*/ 3297745 w 6797621"/>
                <a:gd name="connsiteY70" fmla="*/ 3921443 h 5157131"/>
                <a:gd name="connsiteX71" fmla="*/ 3150667 w 6797621"/>
                <a:gd name="connsiteY71" fmla="*/ 3833881 h 5157131"/>
                <a:gd name="connsiteX72" fmla="*/ 3217064 w 6797621"/>
                <a:gd name="connsiteY72" fmla="*/ 3604924 h 5157131"/>
                <a:gd name="connsiteX73" fmla="*/ 3216213 w 6797621"/>
                <a:gd name="connsiteY73" fmla="*/ 3604924 h 5157131"/>
                <a:gd name="connsiteX74" fmla="*/ 3280470 w 6797621"/>
                <a:gd name="connsiteY74" fmla="*/ 3584619 h 5157131"/>
                <a:gd name="connsiteX75" fmla="*/ 1611033 w 6797621"/>
                <a:gd name="connsiteY75" fmla="*/ 3113332 h 5157131"/>
                <a:gd name="connsiteX76" fmla="*/ 1776601 w 6797621"/>
                <a:gd name="connsiteY76" fmla="*/ 3197501 h 5157131"/>
                <a:gd name="connsiteX77" fmla="*/ 1717782 w 6797621"/>
                <a:gd name="connsiteY77" fmla="*/ 3430671 h 5157131"/>
                <a:gd name="connsiteX78" fmla="*/ 1631205 w 6797621"/>
                <a:gd name="connsiteY78" fmla="*/ 3454233 h 5157131"/>
                <a:gd name="connsiteX79" fmla="*/ 1489192 w 6797621"/>
                <a:gd name="connsiteY79" fmla="*/ 3372586 h 5157131"/>
                <a:gd name="connsiteX80" fmla="*/ 1484147 w 6797621"/>
                <a:gd name="connsiteY80" fmla="*/ 3363327 h 5157131"/>
                <a:gd name="connsiteX81" fmla="*/ 1484147 w 6797621"/>
                <a:gd name="connsiteY81" fmla="*/ 3364158 h 5157131"/>
                <a:gd name="connsiteX82" fmla="*/ 1547180 w 6797621"/>
                <a:gd name="connsiteY82" fmla="*/ 3134371 h 5157131"/>
                <a:gd name="connsiteX83" fmla="*/ 1611033 w 6797621"/>
                <a:gd name="connsiteY83" fmla="*/ 3113332 h 5157131"/>
                <a:gd name="connsiteX84" fmla="*/ 3799619 w 6797621"/>
                <a:gd name="connsiteY84" fmla="*/ 3104695 h 5157131"/>
                <a:gd name="connsiteX85" fmla="*/ 3863341 w 6797621"/>
                <a:gd name="connsiteY85" fmla="*/ 3125112 h 5157131"/>
                <a:gd name="connsiteX86" fmla="*/ 3928056 w 6797621"/>
                <a:gd name="connsiteY86" fmla="*/ 3354069 h 5157131"/>
                <a:gd name="connsiteX87" fmla="*/ 3925543 w 6797621"/>
                <a:gd name="connsiteY87" fmla="*/ 3358283 h 5157131"/>
                <a:gd name="connsiteX88" fmla="*/ 3776784 w 6797621"/>
                <a:gd name="connsiteY88" fmla="*/ 3445825 h 5157131"/>
                <a:gd name="connsiteX89" fmla="*/ 3696103 w 6797621"/>
                <a:gd name="connsiteY89" fmla="*/ 3424775 h 5157131"/>
                <a:gd name="connsiteX90" fmla="*/ 3630557 w 6797621"/>
                <a:gd name="connsiteY90" fmla="*/ 3197501 h 5157131"/>
                <a:gd name="connsiteX91" fmla="*/ 3634752 w 6797621"/>
                <a:gd name="connsiteY91" fmla="*/ 3189924 h 5157131"/>
                <a:gd name="connsiteX92" fmla="*/ 3799619 w 6797621"/>
                <a:gd name="connsiteY92" fmla="*/ 3104695 h 5157131"/>
                <a:gd name="connsiteX93" fmla="*/ 5837469 w 6797621"/>
                <a:gd name="connsiteY93" fmla="*/ 3077117 h 5157131"/>
                <a:gd name="connsiteX94" fmla="*/ 6005538 w 6797621"/>
                <a:gd name="connsiteY94" fmla="*/ 3242093 h 5157131"/>
                <a:gd name="connsiteX95" fmla="*/ 6005538 w 6797621"/>
                <a:gd name="connsiteY95" fmla="*/ 3249670 h 5157131"/>
                <a:gd name="connsiteX96" fmla="*/ 5837469 w 6797621"/>
                <a:gd name="connsiteY96" fmla="*/ 3418029 h 5157131"/>
                <a:gd name="connsiteX97" fmla="*/ 5837469 w 6797621"/>
                <a:gd name="connsiteY97" fmla="*/ 3417198 h 5157131"/>
                <a:gd name="connsiteX98" fmla="*/ 5669381 w 6797621"/>
                <a:gd name="connsiteY98" fmla="*/ 3248839 h 5157131"/>
                <a:gd name="connsiteX99" fmla="*/ 5837469 w 6797621"/>
                <a:gd name="connsiteY99" fmla="*/ 3077117 h 5157131"/>
                <a:gd name="connsiteX100" fmla="*/ 5837469 w 6797621"/>
                <a:gd name="connsiteY100" fmla="*/ 2546816 h 5157131"/>
                <a:gd name="connsiteX101" fmla="*/ 6005538 w 6797621"/>
                <a:gd name="connsiteY101" fmla="*/ 2713493 h 5157131"/>
                <a:gd name="connsiteX102" fmla="*/ 6005538 w 6797621"/>
                <a:gd name="connsiteY102" fmla="*/ 2717687 h 5157131"/>
                <a:gd name="connsiteX103" fmla="*/ 5837469 w 6797621"/>
                <a:gd name="connsiteY103" fmla="*/ 2886046 h 5157131"/>
                <a:gd name="connsiteX104" fmla="*/ 5837469 w 6797621"/>
                <a:gd name="connsiteY104" fmla="*/ 2885196 h 5157131"/>
                <a:gd name="connsiteX105" fmla="*/ 5669381 w 6797621"/>
                <a:gd name="connsiteY105" fmla="*/ 2716856 h 5157131"/>
                <a:gd name="connsiteX106" fmla="*/ 5837469 w 6797621"/>
                <a:gd name="connsiteY106" fmla="*/ 2546816 h 5157131"/>
                <a:gd name="connsiteX107" fmla="*/ 2704430 w 6797621"/>
                <a:gd name="connsiteY107" fmla="*/ 2494627 h 5157131"/>
                <a:gd name="connsiteX108" fmla="*/ 2536342 w 6797621"/>
                <a:gd name="connsiteY108" fmla="*/ 2662966 h 5157131"/>
                <a:gd name="connsiteX109" fmla="*/ 2704430 w 6797621"/>
                <a:gd name="connsiteY109" fmla="*/ 2831325 h 5157131"/>
                <a:gd name="connsiteX110" fmla="*/ 2705280 w 6797621"/>
                <a:gd name="connsiteY110" fmla="*/ 2833007 h 5157131"/>
                <a:gd name="connsiteX111" fmla="*/ 2706111 w 6797621"/>
                <a:gd name="connsiteY111" fmla="*/ 2831325 h 5157131"/>
                <a:gd name="connsiteX112" fmla="*/ 2706962 w 6797621"/>
                <a:gd name="connsiteY112" fmla="*/ 2831325 h 5157131"/>
                <a:gd name="connsiteX113" fmla="*/ 2872518 w 6797621"/>
                <a:gd name="connsiteY113" fmla="*/ 2662966 h 5157131"/>
                <a:gd name="connsiteX114" fmla="*/ 2850656 w 6797621"/>
                <a:gd name="connsiteY114" fmla="*/ 2582170 h 5157131"/>
                <a:gd name="connsiteX115" fmla="*/ 2704430 w 6797621"/>
                <a:gd name="connsiteY115" fmla="*/ 2494627 h 5157131"/>
                <a:gd name="connsiteX116" fmla="*/ 1473227 w 6797621"/>
                <a:gd name="connsiteY116" fmla="*/ 2458442 h 5157131"/>
                <a:gd name="connsiteX117" fmla="*/ 1636270 w 6797621"/>
                <a:gd name="connsiteY117" fmla="*/ 2631846 h 5157131"/>
                <a:gd name="connsiteX118" fmla="*/ 1636270 w 6797621"/>
                <a:gd name="connsiteY118" fmla="*/ 2640273 h 5157131"/>
                <a:gd name="connsiteX119" fmla="*/ 1468182 w 6797621"/>
                <a:gd name="connsiteY119" fmla="*/ 2803568 h 5157131"/>
                <a:gd name="connsiteX120" fmla="*/ 1463156 w 6797621"/>
                <a:gd name="connsiteY120" fmla="*/ 2803568 h 5157131"/>
                <a:gd name="connsiteX121" fmla="*/ 1300113 w 6797621"/>
                <a:gd name="connsiteY121" fmla="*/ 2630164 h 5157131"/>
                <a:gd name="connsiteX122" fmla="*/ 1300113 w 6797621"/>
                <a:gd name="connsiteY122" fmla="*/ 2621756 h 5157131"/>
                <a:gd name="connsiteX123" fmla="*/ 1473227 w 6797621"/>
                <a:gd name="connsiteY123" fmla="*/ 2458442 h 5157131"/>
                <a:gd name="connsiteX124" fmla="*/ 3931419 w 6797621"/>
                <a:gd name="connsiteY124" fmla="*/ 2454248 h 5157131"/>
                <a:gd name="connsiteX125" fmla="*/ 4106215 w 6797621"/>
                <a:gd name="connsiteY125" fmla="*/ 2610816 h 5157131"/>
                <a:gd name="connsiteX126" fmla="*/ 4106215 w 6797621"/>
                <a:gd name="connsiteY126" fmla="*/ 2620075 h 5157131"/>
                <a:gd name="connsiteX127" fmla="*/ 4106215 w 6797621"/>
                <a:gd name="connsiteY127" fmla="*/ 2620906 h 5157131"/>
                <a:gd name="connsiteX128" fmla="*/ 3944853 w 6797621"/>
                <a:gd name="connsiteY128" fmla="*/ 2795160 h 5157131"/>
                <a:gd name="connsiteX129" fmla="*/ 3938127 w 6797621"/>
                <a:gd name="connsiteY129" fmla="*/ 2795160 h 5157131"/>
                <a:gd name="connsiteX130" fmla="*/ 3770058 w 6797621"/>
                <a:gd name="connsiteY130" fmla="*/ 2632697 h 5157131"/>
                <a:gd name="connsiteX131" fmla="*/ 3931419 w 6797621"/>
                <a:gd name="connsiteY131" fmla="*/ 2454248 h 5157131"/>
                <a:gd name="connsiteX132" fmla="*/ 3328889 w 6797621"/>
                <a:gd name="connsiteY132" fmla="*/ 1448093 h 5157131"/>
                <a:gd name="connsiteX133" fmla="*/ 3376736 w 6797621"/>
                <a:gd name="connsiteY133" fmla="*/ 1448132 h 5157131"/>
                <a:gd name="connsiteX134" fmla="*/ 3438926 w 6797621"/>
                <a:gd name="connsiteY134" fmla="*/ 1471059 h 5157131"/>
                <a:gd name="connsiteX135" fmla="*/ 3448165 w 6797621"/>
                <a:gd name="connsiteY135" fmla="*/ 1476935 h 5157131"/>
                <a:gd name="connsiteX136" fmla="*/ 3499446 w 6797621"/>
                <a:gd name="connsiteY136" fmla="*/ 1709274 h 5157131"/>
                <a:gd name="connsiteX137" fmla="*/ 3357414 w 6797621"/>
                <a:gd name="connsiteY137" fmla="*/ 1786708 h 5157131"/>
                <a:gd name="connsiteX138" fmla="*/ 3267494 w 6797621"/>
                <a:gd name="connsiteY138" fmla="*/ 1760613 h 5157131"/>
                <a:gd name="connsiteX139" fmla="*/ 3267494 w 6797621"/>
                <a:gd name="connsiteY139" fmla="*/ 1759782 h 5157131"/>
                <a:gd name="connsiteX140" fmla="*/ 3210337 w 6797621"/>
                <a:gd name="connsiteY140" fmla="*/ 1526612 h 5157131"/>
                <a:gd name="connsiteX141" fmla="*/ 3328889 w 6797621"/>
                <a:gd name="connsiteY141" fmla="*/ 1448093 h 5157131"/>
                <a:gd name="connsiteX142" fmla="*/ 2042072 w 6797621"/>
                <a:gd name="connsiteY142" fmla="*/ 1442002 h 5157131"/>
                <a:gd name="connsiteX143" fmla="*/ 2209423 w 6797621"/>
                <a:gd name="connsiteY143" fmla="*/ 1522379 h 5157131"/>
                <a:gd name="connsiteX144" fmla="*/ 2151435 w 6797621"/>
                <a:gd name="connsiteY144" fmla="*/ 1753017 h 5157131"/>
                <a:gd name="connsiteX145" fmla="*/ 2062346 w 6797621"/>
                <a:gd name="connsiteY145" fmla="*/ 1777430 h 5157131"/>
                <a:gd name="connsiteX146" fmla="*/ 1917801 w 6797621"/>
                <a:gd name="connsiteY146" fmla="*/ 1698315 h 5157131"/>
                <a:gd name="connsiteX147" fmla="*/ 1969063 w 6797621"/>
                <a:gd name="connsiteY147" fmla="*/ 1470190 h 5157131"/>
                <a:gd name="connsiteX148" fmla="*/ 1978302 w 6797621"/>
                <a:gd name="connsiteY148" fmla="*/ 1464294 h 5157131"/>
                <a:gd name="connsiteX149" fmla="*/ 1979153 w 6797621"/>
                <a:gd name="connsiteY149" fmla="*/ 1464294 h 5157131"/>
                <a:gd name="connsiteX150" fmla="*/ 2042072 w 6797621"/>
                <a:gd name="connsiteY150" fmla="*/ 1442002 h 5157131"/>
                <a:gd name="connsiteX151" fmla="*/ 2704429 w 6797621"/>
                <a:gd name="connsiteY151" fmla="*/ 1262302 h 5157131"/>
                <a:gd name="connsiteX152" fmla="*/ 2715351 w 6797621"/>
                <a:gd name="connsiteY152" fmla="*/ 1262302 h 5157131"/>
                <a:gd name="connsiteX153" fmla="*/ 2880906 w 6797621"/>
                <a:gd name="connsiteY153" fmla="*/ 1433174 h 5157131"/>
                <a:gd name="connsiteX154" fmla="*/ 2712838 w 6797621"/>
                <a:gd name="connsiteY154" fmla="*/ 1599001 h 5157131"/>
                <a:gd name="connsiteX155" fmla="*/ 2539705 w 6797621"/>
                <a:gd name="connsiteY155" fmla="*/ 1430661 h 5157131"/>
                <a:gd name="connsiteX156" fmla="*/ 2704429 w 6797621"/>
                <a:gd name="connsiteY156" fmla="*/ 1262302 h 5157131"/>
                <a:gd name="connsiteX157" fmla="*/ 3445145 w 6797621"/>
                <a:gd name="connsiteY157" fmla="*/ 1632 h 5157131"/>
                <a:gd name="connsiteX158" fmla="*/ 3538956 w 6797621"/>
                <a:gd name="connsiteY158" fmla="*/ 24044 h 5157131"/>
                <a:gd name="connsiteX159" fmla="*/ 4124713 w 6797621"/>
                <a:gd name="connsiteY159" fmla="*/ 1172209 h 5157131"/>
                <a:gd name="connsiteX160" fmla="*/ 3854952 w 6797621"/>
                <a:gd name="connsiteY160" fmla="*/ 2001341 h 5157131"/>
                <a:gd name="connsiteX161" fmla="*/ 3995303 w 6797621"/>
                <a:gd name="connsiteY161" fmla="*/ 1994615 h 5157131"/>
                <a:gd name="connsiteX162" fmla="*/ 5409711 w 6797621"/>
                <a:gd name="connsiteY162" fmla="*/ 3411303 h 5157131"/>
                <a:gd name="connsiteX163" fmla="*/ 5392063 w 6797621"/>
                <a:gd name="connsiteY163" fmla="*/ 3633513 h 5157131"/>
                <a:gd name="connsiteX164" fmla="*/ 5247499 w 6797621"/>
                <a:gd name="connsiteY164" fmla="*/ 3738743 h 5157131"/>
                <a:gd name="connsiteX165" fmla="*/ 5142463 w 6797621"/>
                <a:gd name="connsiteY165" fmla="*/ 3593966 h 5157131"/>
                <a:gd name="connsiteX166" fmla="*/ 5156747 w 6797621"/>
                <a:gd name="connsiteY166" fmla="*/ 3411303 h 5157131"/>
                <a:gd name="connsiteX167" fmla="*/ 3994453 w 6797621"/>
                <a:gd name="connsiteY167" fmla="*/ 2247134 h 5157131"/>
                <a:gd name="connsiteX168" fmla="*/ 2832178 w 6797621"/>
                <a:gd name="connsiteY168" fmla="*/ 3411303 h 5157131"/>
                <a:gd name="connsiteX169" fmla="*/ 3994453 w 6797621"/>
                <a:gd name="connsiteY169" fmla="*/ 4575453 h 5157131"/>
                <a:gd name="connsiteX170" fmla="*/ 4170949 w 6797621"/>
                <a:gd name="connsiteY170" fmla="*/ 4561981 h 5157131"/>
                <a:gd name="connsiteX171" fmla="*/ 4314643 w 6797621"/>
                <a:gd name="connsiteY171" fmla="*/ 4668041 h 5157131"/>
                <a:gd name="connsiteX172" fmla="*/ 4208757 w 6797621"/>
                <a:gd name="connsiteY172" fmla="*/ 4811987 h 5157131"/>
                <a:gd name="connsiteX173" fmla="*/ 3994453 w 6797621"/>
                <a:gd name="connsiteY173" fmla="*/ 4827992 h 5157131"/>
                <a:gd name="connsiteX174" fmla="*/ 2704430 w 6797621"/>
                <a:gd name="connsiteY174" fmla="*/ 3988749 h 5157131"/>
                <a:gd name="connsiteX175" fmla="*/ 1414407 w 6797621"/>
                <a:gd name="connsiteY175" fmla="*/ 4827992 h 5157131"/>
                <a:gd name="connsiteX176" fmla="*/ 1186649 w 6797621"/>
                <a:gd name="connsiteY176" fmla="*/ 4809474 h 5157131"/>
                <a:gd name="connsiteX177" fmla="*/ 1082444 w 6797621"/>
                <a:gd name="connsiteY177" fmla="*/ 4664678 h 5157131"/>
                <a:gd name="connsiteX178" fmla="*/ 1226989 w 6797621"/>
                <a:gd name="connsiteY178" fmla="*/ 4560299 h 5157131"/>
                <a:gd name="connsiteX179" fmla="*/ 1414407 w 6797621"/>
                <a:gd name="connsiteY179" fmla="*/ 4575453 h 5157131"/>
                <a:gd name="connsiteX180" fmla="*/ 2576682 w 6797621"/>
                <a:gd name="connsiteY180" fmla="*/ 3411303 h 5157131"/>
                <a:gd name="connsiteX181" fmla="*/ 1414407 w 6797621"/>
                <a:gd name="connsiteY181" fmla="*/ 2247134 h 5157131"/>
                <a:gd name="connsiteX182" fmla="*/ 252113 w 6797621"/>
                <a:gd name="connsiteY182" fmla="*/ 3411303 h 5157131"/>
                <a:gd name="connsiteX183" fmla="*/ 266417 w 6797621"/>
                <a:gd name="connsiteY183" fmla="*/ 3593115 h 5157131"/>
                <a:gd name="connsiteX184" fmla="*/ 161362 w 6797621"/>
                <a:gd name="connsiteY184" fmla="*/ 3737892 h 5157131"/>
                <a:gd name="connsiteX185" fmla="*/ 17648 w 6797621"/>
                <a:gd name="connsiteY185" fmla="*/ 3632682 h 5157131"/>
                <a:gd name="connsiteX186" fmla="*/ 0 w 6797621"/>
                <a:gd name="connsiteY186" fmla="*/ 3411303 h 5157131"/>
                <a:gd name="connsiteX187" fmla="*/ 1414407 w 6797621"/>
                <a:gd name="connsiteY187" fmla="*/ 1992933 h 5157131"/>
                <a:gd name="connsiteX188" fmla="*/ 1565679 w 6797621"/>
                <a:gd name="connsiteY188" fmla="*/ 2001341 h 5157131"/>
                <a:gd name="connsiteX189" fmla="*/ 1295067 w 6797621"/>
                <a:gd name="connsiteY189" fmla="*/ 1171359 h 5157131"/>
                <a:gd name="connsiteX190" fmla="*/ 1874949 w 6797621"/>
                <a:gd name="connsiteY190" fmla="*/ 27408 h 5157131"/>
                <a:gd name="connsiteX191" fmla="*/ 2051426 w 6797621"/>
                <a:gd name="connsiteY191" fmla="*/ 54353 h 5157131"/>
                <a:gd name="connsiteX192" fmla="*/ 2024539 w 6797621"/>
                <a:gd name="connsiteY192" fmla="*/ 231120 h 5157131"/>
                <a:gd name="connsiteX193" fmla="*/ 1548031 w 6797621"/>
                <a:gd name="connsiteY193" fmla="*/ 1171359 h 5157131"/>
                <a:gd name="connsiteX194" fmla="*/ 2710306 w 6797621"/>
                <a:gd name="connsiteY194" fmla="*/ 2335527 h 5157131"/>
                <a:gd name="connsiteX195" fmla="*/ 3872600 w 6797621"/>
                <a:gd name="connsiteY195" fmla="*/ 1171359 h 5157131"/>
                <a:gd name="connsiteX196" fmla="*/ 3391048 w 6797621"/>
                <a:gd name="connsiteY196" fmla="*/ 227757 h 5157131"/>
                <a:gd name="connsiteX197" fmla="*/ 3363310 w 6797621"/>
                <a:gd name="connsiteY197" fmla="*/ 51821 h 5157131"/>
                <a:gd name="connsiteX198" fmla="*/ 3445145 w 6797621"/>
                <a:gd name="connsiteY198" fmla="*/ 1632 h 5157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</a:cxnLst>
              <a:rect l="l" t="t" r="r" b="b"/>
              <a:pathLst>
                <a:path w="6797621" h="5157131">
                  <a:moveTo>
                    <a:pt x="5849519" y="4818100"/>
                  </a:moveTo>
                  <a:cubicBezTo>
                    <a:pt x="5865407" y="4819375"/>
                    <a:pt x="5881163" y="4822951"/>
                    <a:pt x="5896288" y="4828841"/>
                  </a:cubicBezTo>
                  <a:cubicBezTo>
                    <a:pt x="5918150" y="4836418"/>
                    <a:pt x="5939161" y="4849060"/>
                    <a:pt x="5956808" y="4866727"/>
                  </a:cubicBezTo>
                  <a:cubicBezTo>
                    <a:pt x="6023205" y="4932389"/>
                    <a:pt x="6025717" y="5036767"/>
                    <a:pt x="5960172" y="5103260"/>
                  </a:cubicBezTo>
                  <a:lnTo>
                    <a:pt x="5956808" y="5106624"/>
                  </a:lnTo>
                  <a:cubicBezTo>
                    <a:pt x="5925707" y="5138614"/>
                    <a:pt x="5882854" y="5157131"/>
                    <a:pt x="5838300" y="5157131"/>
                  </a:cubicBezTo>
                  <a:lnTo>
                    <a:pt x="5837469" y="5157131"/>
                  </a:lnTo>
                  <a:cubicBezTo>
                    <a:pt x="5793765" y="5157131"/>
                    <a:pt x="5750912" y="5139464"/>
                    <a:pt x="5719811" y="5108305"/>
                  </a:cubicBezTo>
                  <a:cubicBezTo>
                    <a:pt x="5653415" y="5042663"/>
                    <a:pt x="5650902" y="4934902"/>
                    <a:pt x="5716448" y="4868408"/>
                  </a:cubicBezTo>
                  <a:cubicBezTo>
                    <a:pt x="5753009" y="4831165"/>
                    <a:pt x="5801857" y="4814277"/>
                    <a:pt x="5849519" y="4818100"/>
                  </a:cubicBezTo>
                  <a:close/>
                  <a:moveTo>
                    <a:pt x="6233294" y="4423945"/>
                  </a:moveTo>
                  <a:cubicBezTo>
                    <a:pt x="6276995" y="4423312"/>
                    <a:pt x="6320694" y="4439094"/>
                    <a:pt x="6353467" y="4471925"/>
                  </a:cubicBezTo>
                  <a:cubicBezTo>
                    <a:pt x="6419032" y="4537587"/>
                    <a:pt x="6421545" y="4641115"/>
                    <a:pt x="6355999" y="4706777"/>
                  </a:cubicBezTo>
                  <a:lnTo>
                    <a:pt x="6350103" y="4712672"/>
                  </a:lnTo>
                  <a:cubicBezTo>
                    <a:pt x="6317340" y="4745493"/>
                    <a:pt x="6274467" y="4762329"/>
                    <a:pt x="6231614" y="4762329"/>
                  </a:cubicBezTo>
                  <a:cubicBezTo>
                    <a:pt x="6188761" y="4762329"/>
                    <a:pt x="6145888" y="4745493"/>
                    <a:pt x="6113106" y="4712672"/>
                  </a:cubicBezTo>
                  <a:cubicBezTo>
                    <a:pt x="6047560" y="4647010"/>
                    <a:pt x="6047560" y="4540119"/>
                    <a:pt x="6113106" y="4474457"/>
                  </a:cubicBezTo>
                  <a:cubicBezTo>
                    <a:pt x="6145889" y="4441626"/>
                    <a:pt x="6189592" y="4424578"/>
                    <a:pt x="6233294" y="4423945"/>
                  </a:cubicBezTo>
                  <a:close/>
                  <a:moveTo>
                    <a:pt x="5438685" y="4421016"/>
                  </a:moveTo>
                  <a:cubicBezTo>
                    <a:pt x="5481755" y="4421016"/>
                    <a:pt x="5524826" y="4437432"/>
                    <a:pt x="5557599" y="4470263"/>
                  </a:cubicBezTo>
                  <a:cubicBezTo>
                    <a:pt x="5623164" y="4535905"/>
                    <a:pt x="5625677" y="4645348"/>
                    <a:pt x="5560131" y="4710991"/>
                  </a:cubicBezTo>
                  <a:cubicBezTo>
                    <a:pt x="5526517" y="4744662"/>
                    <a:pt x="5481963" y="4761498"/>
                    <a:pt x="5439941" y="4761498"/>
                  </a:cubicBezTo>
                  <a:cubicBezTo>
                    <a:pt x="5397919" y="4761498"/>
                    <a:pt x="5356747" y="4745513"/>
                    <a:pt x="5324815" y="4713523"/>
                  </a:cubicBezTo>
                  <a:lnTo>
                    <a:pt x="5318920" y="4707627"/>
                  </a:lnTo>
                  <a:cubicBezTo>
                    <a:pt x="5253374" y="4641965"/>
                    <a:pt x="5253374" y="4535074"/>
                    <a:pt x="5318920" y="4469412"/>
                  </a:cubicBezTo>
                  <a:lnTo>
                    <a:pt x="5319770" y="4470263"/>
                  </a:lnTo>
                  <a:cubicBezTo>
                    <a:pt x="5352543" y="4437432"/>
                    <a:pt x="5395614" y="4421016"/>
                    <a:pt x="5438685" y="4421016"/>
                  </a:cubicBezTo>
                  <a:close/>
                  <a:moveTo>
                    <a:pt x="5837469" y="4138609"/>
                  </a:moveTo>
                  <a:cubicBezTo>
                    <a:pt x="5929902" y="4138609"/>
                    <a:pt x="6005538" y="4212679"/>
                    <a:pt x="6005538" y="4305286"/>
                  </a:cubicBezTo>
                  <a:lnTo>
                    <a:pt x="6005538" y="4309481"/>
                  </a:lnTo>
                  <a:cubicBezTo>
                    <a:pt x="6005538" y="4402088"/>
                    <a:pt x="5929902" y="4477839"/>
                    <a:pt x="5837469" y="4477839"/>
                  </a:cubicBezTo>
                  <a:cubicBezTo>
                    <a:pt x="5745017" y="4477839"/>
                    <a:pt x="5669381" y="4402919"/>
                    <a:pt x="5669381" y="4309481"/>
                  </a:cubicBezTo>
                  <a:cubicBezTo>
                    <a:pt x="5669381" y="4216043"/>
                    <a:pt x="5745017" y="4138609"/>
                    <a:pt x="5837469" y="4138609"/>
                  </a:cubicBezTo>
                  <a:close/>
                  <a:moveTo>
                    <a:pt x="6631010" y="4027062"/>
                  </a:moveTo>
                  <a:cubicBezTo>
                    <a:pt x="6674503" y="4027272"/>
                    <a:pt x="6717786" y="4043895"/>
                    <a:pt x="6750144" y="4077142"/>
                  </a:cubicBezTo>
                  <a:lnTo>
                    <a:pt x="6749294" y="4077142"/>
                  </a:lnTo>
                  <a:cubicBezTo>
                    <a:pt x="6814008" y="4143654"/>
                    <a:pt x="6814008" y="4248864"/>
                    <a:pt x="6747612" y="4313675"/>
                  </a:cubicBezTo>
                  <a:lnTo>
                    <a:pt x="6744249" y="4317058"/>
                  </a:lnTo>
                  <a:cubicBezTo>
                    <a:pt x="6712317" y="4349029"/>
                    <a:pt x="6671145" y="4365034"/>
                    <a:pt x="6627441" y="4365034"/>
                  </a:cubicBezTo>
                  <a:cubicBezTo>
                    <a:pt x="6583738" y="4365034"/>
                    <a:pt x="6540034" y="4347347"/>
                    <a:pt x="6507251" y="4313675"/>
                  </a:cubicBezTo>
                  <a:cubicBezTo>
                    <a:pt x="6442556" y="4247182"/>
                    <a:pt x="6444238" y="4140271"/>
                    <a:pt x="6510615" y="4075460"/>
                  </a:cubicBezTo>
                  <a:cubicBezTo>
                    <a:pt x="6543813" y="4043054"/>
                    <a:pt x="6587516" y="4026852"/>
                    <a:pt x="6631010" y="4027062"/>
                  </a:cubicBezTo>
                  <a:close/>
                  <a:moveTo>
                    <a:pt x="5043687" y="4025383"/>
                  </a:moveTo>
                  <a:cubicBezTo>
                    <a:pt x="5086760" y="4025383"/>
                    <a:pt x="5129831" y="4041798"/>
                    <a:pt x="5162604" y="4074629"/>
                  </a:cubicBezTo>
                  <a:cubicBezTo>
                    <a:pt x="5228150" y="4141122"/>
                    <a:pt x="5229831" y="4248864"/>
                    <a:pt x="5164285" y="4314526"/>
                  </a:cubicBezTo>
                  <a:cubicBezTo>
                    <a:pt x="5131503" y="4347347"/>
                    <a:pt x="5086968" y="4364183"/>
                    <a:pt x="5044946" y="4364183"/>
                  </a:cubicBezTo>
                  <a:cubicBezTo>
                    <a:pt x="5002924" y="4364183"/>
                    <a:pt x="4960902" y="4348198"/>
                    <a:pt x="4928119" y="4315357"/>
                  </a:cubicBezTo>
                  <a:lnTo>
                    <a:pt x="4924756" y="4311994"/>
                  </a:lnTo>
                  <a:cubicBezTo>
                    <a:pt x="4859210" y="4246332"/>
                    <a:pt x="4859210" y="4139441"/>
                    <a:pt x="4924756" y="4073779"/>
                  </a:cubicBezTo>
                  <a:lnTo>
                    <a:pt x="4924756" y="4074629"/>
                  </a:lnTo>
                  <a:cubicBezTo>
                    <a:pt x="4957539" y="4041798"/>
                    <a:pt x="5000614" y="4025383"/>
                    <a:pt x="5043687" y="4025383"/>
                  </a:cubicBezTo>
                  <a:close/>
                  <a:moveTo>
                    <a:pt x="5837469" y="3608269"/>
                  </a:moveTo>
                  <a:cubicBezTo>
                    <a:pt x="5929902" y="3608269"/>
                    <a:pt x="6005538" y="3680657"/>
                    <a:pt x="6005538" y="3773245"/>
                  </a:cubicBezTo>
                  <a:lnTo>
                    <a:pt x="6005538" y="3780822"/>
                  </a:lnTo>
                  <a:cubicBezTo>
                    <a:pt x="6005538" y="3873429"/>
                    <a:pt x="5929902" y="3949181"/>
                    <a:pt x="5837469" y="3949181"/>
                  </a:cubicBezTo>
                  <a:lnTo>
                    <a:pt x="5837469" y="3948350"/>
                  </a:lnTo>
                  <a:cubicBezTo>
                    <a:pt x="5745017" y="3948350"/>
                    <a:pt x="5669381" y="3872578"/>
                    <a:pt x="5669381" y="3779991"/>
                  </a:cubicBezTo>
                  <a:cubicBezTo>
                    <a:pt x="5669381" y="3687403"/>
                    <a:pt x="5745017" y="3608269"/>
                    <a:pt x="5837469" y="3608269"/>
                  </a:cubicBezTo>
                  <a:close/>
                  <a:moveTo>
                    <a:pt x="2126361" y="3585362"/>
                  </a:moveTo>
                  <a:cubicBezTo>
                    <a:pt x="2148069" y="3587715"/>
                    <a:pt x="2169711" y="3594395"/>
                    <a:pt x="2190094" y="3605756"/>
                  </a:cubicBezTo>
                  <a:cubicBezTo>
                    <a:pt x="2270775" y="3650387"/>
                    <a:pt x="2303538" y="3754746"/>
                    <a:pt x="2259834" y="3835562"/>
                  </a:cubicBezTo>
                  <a:cubicBezTo>
                    <a:pt x="2229584" y="3891966"/>
                    <a:pt x="2172446" y="3924787"/>
                    <a:pt x="2113608" y="3924787"/>
                  </a:cubicBezTo>
                  <a:cubicBezTo>
                    <a:pt x="2087552" y="3924787"/>
                    <a:pt x="2061515" y="3918891"/>
                    <a:pt x="2037141" y="3905438"/>
                  </a:cubicBezTo>
                  <a:cubicBezTo>
                    <a:pt x="2036291" y="3905438"/>
                    <a:pt x="2027051" y="3900374"/>
                    <a:pt x="2027051" y="3900374"/>
                  </a:cubicBezTo>
                  <a:cubicBezTo>
                    <a:pt x="1945539" y="3854930"/>
                    <a:pt x="1916120" y="3753065"/>
                    <a:pt x="1961505" y="3671418"/>
                  </a:cubicBezTo>
                  <a:cubicBezTo>
                    <a:pt x="1995530" y="3610182"/>
                    <a:pt x="2061237" y="3578303"/>
                    <a:pt x="2126361" y="3585362"/>
                  </a:cubicBezTo>
                  <a:close/>
                  <a:moveTo>
                    <a:pt x="3280470" y="3584619"/>
                  </a:moveTo>
                  <a:cubicBezTo>
                    <a:pt x="3346534" y="3577204"/>
                    <a:pt x="3414127" y="3607669"/>
                    <a:pt x="3448166" y="3668905"/>
                  </a:cubicBezTo>
                  <a:cubicBezTo>
                    <a:pt x="3492720" y="3750552"/>
                    <a:pt x="3467495" y="3850717"/>
                    <a:pt x="3385983" y="3896180"/>
                  </a:cubicBezTo>
                  <a:lnTo>
                    <a:pt x="3378425" y="3900393"/>
                  </a:lnTo>
                  <a:cubicBezTo>
                    <a:pt x="3353200" y="3914697"/>
                    <a:pt x="3325482" y="3921443"/>
                    <a:pt x="3297745" y="3921443"/>
                  </a:cubicBezTo>
                  <a:cubicBezTo>
                    <a:pt x="3238906" y="3921443"/>
                    <a:pt x="3180918" y="3889453"/>
                    <a:pt x="3150667" y="3833881"/>
                  </a:cubicBezTo>
                  <a:cubicBezTo>
                    <a:pt x="3106133" y="3752234"/>
                    <a:pt x="3135533" y="3649537"/>
                    <a:pt x="3217064" y="3604924"/>
                  </a:cubicBezTo>
                  <a:lnTo>
                    <a:pt x="3216213" y="3604924"/>
                  </a:lnTo>
                  <a:cubicBezTo>
                    <a:pt x="3236596" y="3593771"/>
                    <a:pt x="3258448" y="3587091"/>
                    <a:pt x="3280470" y="3584619"/>
                  </a:cubicBezTo>
                  <a:close/>
                  <a:moveTo>
                    <a:pt x="1611033" y="3113332"/>
                  </a:moveTo>
                  <a:cubicBezTo>
                    <a:pt x="1676383" y="3105633"/>
                    <a:pt x="1742562" y="3136889"/>
                    <a:pt x="1776601" y="3197501"/>
                  </a:cubicBezTo>
                  <a:cubicBezTo>
                    <a:pt x="1823668" y="3278297"/>
                    <a:pt x="1797612" y="3383526"/>
                    <a:pt x="1717782" y="3430671"/>
                  </a:cubicBezTo>
                  <a:cubicBezTo>
                    <a:pt x="1690044" y="3446656"/>
                    <a:pt x="1660625" y="3454233"/>
                    <a:pt x="1631205" y="3454233"/>
                  </a:cubicBezTo>
                  <a:cubicBezTo>
                    <a:pt x="1574068" y="3454233"/>
                    <a:pt x="1520274" y="3425606"/>
                    <a:pt x="1489192" y="3372586"/>
                  </a:cubicBezTo>
                  <a:lnTo>
                    <a:pt x="1484147" y="3363327"/>
                  </a:lnTo>
                  <a:lnTo>
                    <a:pt x="1484147" y="3364158"/>
                  </a:lnTo>
                  <a:cubicBezTo>
                    <a:pt x="1437911" y="3283362"/>
                    <a:pt x="1466499" y="3179814"/>
                    <a:pt x="1547180" y="3134371"/>
                  </a:cubicBezTo>
                  <a:cubicBezTo>
                    <a:pt x="1567558" y="3122793"/>
                    <a:pt x="1589250" y="3115898"/>
                    <a:pt x="1611033" y="3113332"/>
                  </a:cubicBezTo>
                  <a:close/>
                  <a:moveTo>
                    <a:pt x="3799619" y="3104695"/>
                  </a:moveTo>
                  <a:cubicBezTo>
                    <a:pt x="3821324" y="3107064"/>
                    <a:pt x="3842963" y="3113747"/>
                    <a:pt x="3863341" y="3125112"/>
                  </a:cubicBezTo>
                  <a:cubicBezTo>
                    <a:pt x="3944022" y="3170556"/>
                    <a:pt x="3973441" y="3273253"/>
                    <a:pt x="3928056" y="3354069"/>
                  </a:cubicBezTo>
                  <a:lnTo>
                    <a:pt x="3925543" y="3358283"/>
                  </a:lnTo>
                  <a:cubicBezTo>
                    <a:pt x="3894442" y="3413835"/>
                    <a:pt x="3836454" y="3445825"/>
                    <a:pt x="3776784" y="3445825"/>
                  </a:cubicBezTo>
                  <a:cubicBezTo>
                    <a:pt x="3749046" y="3445825"/>
                    <a:pt x="3721309" y="3439079"/>
                    <a:pt x="3696103" y="3424775"/>
                  </a:cubicBezTo>
                  <a:cubicBezTo>
                    <a:pt x="3615423" y="3379313"/>
                    <a:pt x="3585172" y="3278317"/>
                    <a:pt x="3630557" y="3197501"/>
                  </a:cubicBezTo>
                  <a:lnTo>
                    <a:pt x="3634752" y="3189924"/>
                  </a:lnTo>
                  <a:cubicBezTo>
                    <a:pt x="3668791" y="3129312"/>
                    <a:pt x="3734502" y="3097589"/>
                    <a:pt x="3799619" y="3104695"/>
                  </a:cubicBezTo>
                  <a:close/>
                  <a:moveTo>
                    <a:pt x="5837469" y="3077117"/>
                  </a:moveTo>
                  <a:cubicBezTo>
                    <a:pt x="5929902" y="3077117"/>
                    <a:pt x="6005538" y="3149505"/>
                    <a:pt x="6005538" y="3242093"/>
                  </a:cubicBezTo>
                  <a:lnTo>
                    <a:pt x="6005538" y="3249670"/>
                  </a:lnTo>
                  <a:cubicBezTo>
                    <a:pt x="6005538" y="3342277"/>
                    <a:pt x="5929902" y="3418029"/>
                    <a:pt x="5837469" y="3418029"/>
                  </a:cubicBezTo>
                  <a:lnTo>
                    <a:pt x="5837469" y="3417198"/>
                  </a:lnTo>
                  <a:cubicBezTo>
                    <a:pt x="5745017" y="3417198"/>
                    <a:pt x="5669381" y="3341427"/>
                    <a:pt x="5669381" y="3248839"/>
                  </a:cubicBezTo>
                  <a:cubicBezTo>
                    <a:pt x="5669381" y="3156251"/>
                    <a:pt x="5745017" y="3077117"/>
                    <a:pt x="5837469" y="3077117"/>
                  </a:cubicBezTo>
                  <a:close/>
                  <a:moveTo>
                    <a:pt x="5837469" y="2546816"/>
                  </a:moveTo>
                  <a:cubicBezTo>
                    <a:pt x="5929902" y="2546816"/>
                    <a:pt x="6005538" y="2620886"/>
                    <a:pt x="6005538" y="2713493"/>
                  </a:cubicBezTo>
                  <a:lnTo>
                    <a:pt x="6005538" y="2717687"/>
                  </a:lnTo>
                  <a:cubicBezTo>
                    <a:pt x="6005538" y="2810294"/>
                    <a:pt x="5929902" y="2886046"/>
                    <a:pt x="5837469" y="2886046"/>
                  </a:cubicBezTo>
                  <a:lnTo>
                    <a:pt x="5837469" y="2885196"/>
                  </a:lnTo>
                  <a:cubicBezTo>
                    <a:pt x="5745017" y="2885196"/>
                    <a:pt x="5669381" y="2809444"/>
                    <a:pt x="5669381" y="2716856"/>
                  </a:cubicBezTo>
                  <a:cubicBezTo>
                    <a:pt x="5669381" y="2624249"/>
                    <a:pt x="5745017" y="2546816"/>
                    <a:pt x="5837469" y="2546816"/>
                  </a:cubicBezTo>
                  <a:close/>
                  <a:moveTo>
                    <a:pt x="2704430" y="2494627"/>
                  </a:moveTo>
                  <a:cubicBezTo>
                    <a:pt x="2611977" y="2494627"/>
                    <a:pt x="2536342" y="2570379"/>
                    <a:pt x="2536342" y="2662966"/>
                  </a:cubicBezTo>
                  <a:cubicBezTo>
                    <a:pt x="2536342" y="2755573"/>
                    <a:pt x="2611977" y="2831325"/>
                    <a:pt x="2704430" y="2831325"/>
                  </a:cubicBezTo>
                  <a:cubicBezTo>
                    <a:pt x="2705280" y="2832156"/>
                    <a:pt x="2705280" y="2833007"/>
                    <a:pt x="2705280" y="2833007"/>
                  </a:cubicBezTo>
                  <a:cubicBezTo>
                    <a:pt x="2706111" y="2833007"/>
                    <a:pt x="2706111" y="2831325"/>
                    <a:pt x="2706111" y="2831325"/>
                  </a:cubicBezTo>
                  <a:lnTo>
                    <a:pt x="2706962" y="2831325"/>
                  </a:lnTo>
                  <a:cubicBezTo>
                    <a:pt x="2798564" y="2829644"/>
                    <a:pt x="2872518" y="2754723"/>
                    <a:pt x="2872518" y="2662966"/>
                  </a:cubicBezTo>
                  <a:cubicBezTo>
                    <a:pt x="2872518" y="2633509"/>
                    <a:pt x="2864110" y="2606563"/>
                    <a:pt x="2850656" y="2582170"/>
                  </a:cubicBezTo>
                  <a:cubicBezTo>
                    <a:pt x="2822088" y="2529980"/>
                    <a:pt x="2767463" y="2494627"/>
                    <a:pt x="2704430" y="2494627"/>
                  </a:cubicBezTo>
                  <a:close/>
                  <a:moveTo>
                    <a:pt x="1473227" y="2458442"/>
                  </a:moveTo>
                  <a:cubicBezTo>
                    <a:pt x="1566510" y="2460974"/>
                    <a:pt x="1639633" y="2539258"/>
                    <a:pt x="1636270" y="2631846"/>
                  </a:cubicBezTo>
                  <a:lnTo>
                    <a:pt x="1636270" y="2640273"/>
                  </a:lnTo>
                  <a:cubicBezTo>
                    <a:pt x="1633757" y="2731179"/>
                    <a:pt x="1558953" y="2803568"/>
                    <a:pt x="1468182" y="2803568"/>
                  </a:cubicBezTo>
                  <a:cubicBezTo>
                    <a:pt x="1466500" y="2803568"/>
                    <a:pt x="1464838" y="2803568"/>
                    <a:pt x="1463156" y="2803568"/>
                  </a:cubicBezTo>
                  <a:cubicBezTo>
                    <a:pt x="1369853" y="2801036"/>
                    <a:pt x="1296749" y="2722752"/>
                    <a:pt x="1300113" y="2630164"/>
                  </a:cubicBezTo>
                  <a:lnTo>
                    <a:pt x="1300113" y="2621756"/>
                  </a:lnTo>
                  <a:cubicBezTo>
                    <a:pt x="1303476" y="2529149"/>
                    <a:pt x="1379943" y="2455929"/>
                    <a:pt x="1473227" y="2458442"/>
                  </a:cubicBezTo>
                  <a:close/>
                  <a:moveTo>
                    <a:pt x="3931419" y="2454248"/>
                  </a:moveTo>
                  <a:cubicBezTo>
                    <a:pt x="4023852" y="2451716"/>
                    <a:pt x="4102020" y="2518209"/>
                    <a:pt x="4106215" y="2610816"/>
                  </a:cubicBezTo>
                  <a:lnTo>
                    <a:pt x="4106215" y="2620075"/>
                  </a:lnTo>
                  <a:lnTo>
                    <a:pt x="4106215" y="2620906"/>
                  </a:lnTo>
                  <a:cubicBezTo>
                    <a:pt x="4110429" y="2713513"/>
                    <a:pt x="4037306" y="2791778"/>
                    <a:pt x="3944853" y="2795160"/>
                  </a:cubicBezTo>
                  <a:cubicBezTo>
                    <a:pt x="3942340" y="2795160"/>
                    <a:pt x="3939808" y="2795160"/>
                    <a:pt x="3938127" y="2795160"/>
                  </a:cubicBezTo>
                  <a:cubicBezTo>
                    <a:pt x="3848206" y="2795160"/>
                    <a:pt x="3773421" y="2723603"/>
                    <a:pt x="3770058" y="2632697"/>
                  </a:cubicBezTo>
                  <a:cubicBezTo>
                    <a:pt x="3766694" y="2540109"/>
                    <a:pt x="3838967" y="2457612"/>
                    <a:pt x="3931419" y="2454248"/>
                  </a:cubicBezTo>
                  <a:close/>
                  <a:moveTo>
                    <a:pt x="3328889" y="1448093"/>
                  </a:moveTo>
                  <a:cubicBezTo>
                    <a:pt x="3344631" y="1445771"/>
                    <a:pt x="3360743" y="1445735"/>
                    <a:pt x="3376736" y="1448132"/>
                  </a:cubicBezTo>
                  <a:cubicBezTo>
                    <a:pt x="3398061" y="1451329"/>
                    <a:pt x="3419176" y="1458853"/>
                    <a:pt x="3438926" y="1471059"/>
                  </a:cubicBezTo>
                  <a:lnTo>
                    <a:pt x="3448165" y="1476935"/>
                  </a:lnTo>
                  <a:cubicBezTo>
                    <a:pt x="3526333" y="1526612"/>
                    <a:pt x="3549026" y="1630990"/>
                    <a:pt x="3499446" y="1709274"/>
                  </a:cubicBezTo>
                  <a:cubicBezTo>
                    <a:pt x="3467495" y="1758932"/>
                    <a:pt x="3412870" y="1786708"/>
                    <a:pt x="3357414" y="1786708"/>
                  </a:cubicBezTo>
                  <a:cubicBezTo>
                    <a:pt x="3327144" y="1786708"/>
                    <a:pt x="3295212" y="1778300"/>
                    <a:pt x="3267494" y="1760613"/>
                  </a:cubicBezTo>
                  <a:lnTo>
                    <a:pt x="3267494" y="1759782"/>
                  </a:lnTo>
                  <a:cubicBezTo>
                    <a:pt x="3188495" y="1710956"/>
                    <a:pt x="3161588" y="1605727"/>
                    <a:pt x="3210337" y="1526612"/>
                  </a:cubicBezTo>
                  <a:cubicBezTo>
                    <a:pt x="3237758" y="1482577"/>
                    <a:pt x="3281661" y="1455055"/>
                    <a:pt x="3328889" y="1448093"/>
                  </a:cubicBezTo>
                  <a:close/>
                  <a:moveTo>
                    <a:pt x="2042072" y="1442002"/>
                  </a:moveTo>
                  <a:cubicBezTo>
                    <a:pt x="2106831" y="1433045"/>
                    <a:pt x="2173485" y="1463028"/>
                    <a:pt x="2209423" y="1522379"/>
                  </a:cubicBezTo>
                  <a:cubicBezTo>
                    <a:pt x="2257321" y="1601494"/>
                    <a:pt x="2231265" y="1705041"/>
                    <a:pt x="2151435" y="1753017"/>
                  </a:cubicBezTo>
                  <a:cubicBezTo>
                    <a:pt x="2123697" y="1769853"/>
                    <a:pt x="2092596" y="1777430"/>
                    <a:pt x="2062346" y="1777430"/>
                  </a:cubicBezTo>
                  <a:cubicBezTo>
                    <a:pt x="2005208" y="1777430"/>
                    <a:pt x="1948883" y="1749654"/>
                    <a:pt x="1917801" y="1698315"/>
                  </a:cubicBezTo>
                  <a:cubicBezTo>
                    <a:pt x="1869903" y="1620031"/>
                    <a:pt x="1890895" y="1519016"/>
                    <a:pt x="1969063" y="1470190"/>
                  </a:cubicBezTo>
                  <a:cubicBezTo>
                    <a:pt x="1969894" y="1469339"/>
                    <a:pt x="1978302" y="1464294"/>
                    <a:pt x="1978302" y="1464294"/>
                  </a:cubicBezTo>
                  <a:lnTo>
                    <a:pt x="1979153" y="1464294"/>
                  </a:lnTo>
                  <a:cubicBezTo>
                    <a:pt x="1999110" y="1452301"/>
                    <a:pt x="2020486" y="1444988"/>
                    <a:pt x="2042072" y="1442002"/>
                  </a:cubicBezTo>
                  <a:close/>
                  <a:moveTo>
                    <a:pt x="2704429" y="1262302"/>
                  </a:moveTo>
                  <a:lnTo>
                    <a:pt x="2715351" y="1262302"/>
                  </a:lnTo>
                  <a:cubicBezTo>
                    <a:pt x="2807803" y="1263984"/>
                    <a:pt x="2882588" y="1340586"/>
                    <a:pt x="2880906" y="1433174"/>
                  </a:cubicBezTo>
                  <a:cubicBezTo>
                    <a:pt x="2879225" y="1524930"/>
                    <a:pt x="2804440" y="1599001"/>
                    <a:pt x="2712838" y="1599001"/>
                  </a:cubicBezTo>
                  <a:cubicBezTo>
                    <a:pt x="2620385" y="1600682"/>
                    <a:pt x="2539705" y="1523249"/>
                    <a:pt x="2539705" y="1430661"/>
                  </a:cubicBezTo>
                  <a:cubicBezTo>
                    <a:pt x="2539705" y="1338054"/>
                    <a:pt x="2611977" y="1262302"/>
                    <a:pt x="2704429" y="1262302"/>
                  </a:cubicBezTo>
                  <a:close/>
                  <a:moveTo>
                    <a:pt x="3445145" y="1632"/>
                  </a:moveTo>
                  <a:cubicBezTo>
                    <a:pt x="3476976" y="-3524"/>
                    <a:pt x="3510802" y="3420"/>
                    <a:pt x="3538956" y="24044"/>
                  </a:cubicBezTo>
                  <a:cubicBezTo>
                    <a:pt x="3905383" y="290036"/>
                    <a:pt x="4124713" y="719341"/>
                    <a:pt x="4124713" y="1172209"/>
                  </a:cubicBezTo>
                  <a:cubicBezTo>
                    <a:pt x="4124713" y="1481981"/>
                    <a:pt x="4023872" y="1768171"/>
                    <a:pt x="3854952" y="2001341"/>
                  </a:cubicBezTo>
                  <a:cubicBezTo>
                    <a:pt x="3901169" y="1997128"/>
                    <a:pt x="3948236" y="1994615"/>
                    <a:pt x="3995303" y="1994615"/>
                  </a:cubicBezTo>
                  <a:cubicBezTo>
                    <a:pt x="4775205" y="1994615"/>
                    <a:pt x="5409711" y="2630145"/>
                    <a:pt x="5409711" y="3411303"/>
                  </a:cubicBezTo>
                  <a:cubicBezTo>
                    <a:pt x="5409711" y="3486224"/>
                    <a:pt x="5403815" y="3561125"/>
                    <a:pt x="5392063" y="3633513"/>
                  </a:cubicBezTo>
                  <a:cubicBezTo>
                    <a:pt x="5381122" y="3702539"/>
                    <a:pt x="5315577" y="3749683"/>
                    <a:pt x="5247499" y="3738743"/>
                  </a:cubicBezTo>
                  <a:cubicBezTo>
                    <a:pt x="5178589" y="3727802"/>
                    <a:pt x="5131522" y="3662991"/>
                    <a:pt x="5142463" y="3593966"/>
                  </a:cubicBezTo>
                  <a:cubicBezTo>
                    <a:pt x="5151702" y="3534199"/>
                    <a:pt x="5156747" y="3472751"/>
                    <a:pt x="5156747" y="3411303"/>
                  </a:cubicBezTo>
                  <a:cubicBezTo>
                    <a:pt x="5156747" y="2769027"/>
                    <a:pt x="4635685" y="2247134"/>
                    <a:pt x="3994453" y="2247134"/>
                  </a:cubicBezTo>
                  <a:cubicBezTo>
                    <a:pt x="3353220" y="2247134"/>
                    <a:pt x="2832178" y="2769027"/>
                    <a:pt x="2832178" y="3411303"/>
                  </a:cubicBezTo>
                  <a:cubicBezTo>
                    <a:pt x="2832178" y="4053560"/>
                    <a:pt x="3353220" y="4575453"/>
                    <a:pt x="3994453" y="4575453"/>
                  </a:cubicBezTo>
                  <a:cubicBezTo>
                    <a:pt x="4053291" y="4575453"/>
                    <a:pt x="4112961" y="4571240"/>
                    <a:pt x="4170949" y="4561981"/>
                  </a:cubicBezTo>
                  <a:cubicBezTo>
                    <a:pt x="4239858" y="4551891"/>
                    <a:pt x="4304573" y="4599016"/>
                    <a:pt x="4314643" y="4668041"/>
                  </a:cubicBezTo>
                  <a:cubicBezTo>
                    <a:pt x="4324733" y="4737066"/>
                    <a:pt x="4277666" y="4801897"/>
                    <a:pt x="4208757" y="4811987"/>
                  </a:cubicBezTo>
                  <a:cubicBezTo>
                    <a:pt x="4138166" y="4822927"/>
                    <a:pt x="4066725" y="4827992"/>
                    <a:pt x="3994453" y="4827992"/>
                  </a:cubicBezTo>
                  <a:cubicBezTo>
                    <a:pt x="3420467" y="4827992"/>
                    <a:pt x="2925461" y="4482866"/>
                    <a:pt x="2704430" y="3988749"/>
                  </a:cubicBezTo>
                  <a:cubicBezTo>
                    <a:pt x="2483398" y="4482866"/>
                    <a:pt x="1989243" y="4827992"/>
                    <a:pt x="1414407" y="4827992"/>
                  </a:cubicBezTo>
                  <a:cubicBezTo>
                    <a:pt x="1337921" y="4827992"/>
                    <a:pt x="1261454" y="4821246"/>
                    <a:pt x="1186649" y="4809474"/>
                  </a:cubicBezTo>
                  <a:cubicBezTo>
                    <a:pt x="1117740" y="4798514"/>
                    <a:pt x="1071523" y="4733703"/>
                    <a:pt x="1082444" y="4664678"/>
                  </a:cubicBezTo>
                  <a:cubicBezTo>
                    <a:pt x="1093366" y="4595653"/>
                    <a:pt x="1158931" y="4549359"/>
                    <a:pt x="1226989" y="4560299"/>
                  </a:cubicBezTo>
                  <a:cubicBezTo>
                    <a:pt x="1288341" y="4570408"/>
                    <a:pt x="1351374" y="4575453"/>
                    <a:pt x="1414407" y="4575453"/>
                  </a:cubicBezTo>
                  <a:cubicBezTo>
                    <a:pt x="2055639" y="4575453"/>
                    <a:pt x="2576682" y="4053560"/>
                    <a:pt x="2576682" y="3411303"/>
                  </a:cubicBezTo>
                  <a:cubicBezTo>
                    <a:pt x="2576682" y="2769027"/>
                    <a:pt x="2055639" y="2247134"/>
                    <a:pt x="1414407" y="2247134"/>
                  </a:cubicBezTo>
                  <a:cubicBezTo>
                    <a:pt x="773175" y="2247134"/>
                    <a:pt x="252113" y="2769027"/>
                    <a:pt x="252113" y="3411303"/>
                  </a:cubicBezTo>
                  <a:cubicBezTo>
                    <a:pt x="252113" y="3471901"/>
                    <a:pt x="257158" y="3533349"/>
                    <a:pt x="266417" y="3593115"/>
                  </a:cubicBezTo>
                  <a:cubicBezTo>
                    <a:pt x="277338" y="3662140"/>
                    <a:pt x="230271" y="3726952"/>
                    <a:pt x="161362" y="3737892"/>
                  </a:cubicBezTo>
                  <a:cubicBezTo>
                    <a:pt x="93283" y="3748001"/>
                    <a:pt x="28569" y="3701707"/>
                    <a:pt x="17648" y="3632682"/>
                  </a:cubicBezTo>
                  <a:cubicBezTo>
                    <a:pt x="5876" y="3560294"/>
                    <a:pt x="0" y="3485373"/>
                    <a:pt x="0" y="3411303"/>
                  </a:cubicBezTo>
                  <a:cubicBezTo>
                    <a:pt x="0" y="2630145"/>
                    <a:pt x="634506" y="1994615"/>
                    <a:pt x="1414407" y="1992933"/>
                  </a:cubicBezTo>
                  <a:cubicBezTo>
                    <a:pt x="1465668" y="1992933"/>
                    <a:pt x="1516099" y="1996296"/>
                    <a:pt x="1565679" y="2001341"/>
                  </a:cubicBezTo>
                  <a:cubicBezTo>
                    <a:pt x="1395909" y="1768171"/>
                    <a:pt x="1295067" y="1481130"/>
                    <a:pt x="1295067" y="1171359"/>
                  </a:cubicBezTo>
                  <a:cubicBezTo>
                    <a:pt x="1295067" y="721023"/>
                    <a:pt x="1511885" y="293399"/>
                    <a:pt x="1874949" y="27408"/>
                  </a:cubicBezTo>
                  <a:cubicBezTo>
                    <a:pt x="1931255" y="-13841"/>
                    <a:pt x="2010254" y="-2050"/>
                    <a:pt x="2051426" y="54353"/>
                  </a:cubicBezTo>
                  <a:cubicBezTo>
                    <a:pt x="2092617" y="110737"/>
                    <a:pt x="2080845" y="189871"/>
                    <a:pt x="2024539" y="231120"/>
                  </a:cubicBezTo>
                  <a:cubicBezTo>
                    <a:pt x="1726190" y="449967"/>
                    <a:pt x="1548031" y="801839"/>
                    <a:pt x="1548031" y="1171359"/>
                  </a:cubicBezTo>
                  <a:cubicBezTo>
                    <a:pt x="1548031" y="1813634"/>
                    <a:pt x="2069093" y="2335527"/>
                    <a:pt x="2710306" y="2335527"/>
                  </a:cubicBezTo>
                  <a:cubicBezTo>
                    <a:pt x="3351538" y="2335527"/>
                    <a:pt x="3872600" y="1813634"/>
                    <a:pt x="3872600" y="1171359"/>
                  </a:cubicBezTo>
                  <a:cubicBezTo>
                    <a:pt x="3872600" y="799307"/>
                    <a:pt x="3692760" y="446604"/>
                    <a:pt x="3391048" y="227757"/>
                  </a:cubicBezTo>
                  <a:cubicBezTo>
                    <a:pt x="3334741" y="187339"/>
                    <a:pt x="3322138" y="108224"/>
                    <a:pt x="3363310" y="51821"/>
                  </a:cubicBezTo>
                  <a:cubicBezTo>
                    <a:pt x="3383480" y="24044"/>
                    <a:pt x="3413315" y="6788"/>
                    <a:pt x="3445145" y="1632"/>
                  </a:cubicBezTo>
                  <a:close/>
                </a:path>
              </a:pathLst>
            </a:custGeom>
            <a:solidFill>
              <a:schemeClr val="tx1"/>
            </a:solidFill>
            <a:ln w="423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CO"/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7625FB0-9CB4-E4FE-84B3-56947334F419}"/>
              </a:ext>
            </a:extLst>
          </p:cNvPr>
          <p:cNvGrpSpPr/>
          <p:nvPr/>
        </p:nvGrpSpPr>
        <p:grpSpPr>
          <a:xfrm>
            <a:off x="7512908" y="2673289"/>
            <a:ext cx="720000" cy="720000"/>
            <a:chOff x="7582761" y="2690223"/>
            <a:chExt cx="720000" cy="720000"/>
          </a:xfrm>
        </p:grpSpPr>
        <p:sp>
          <p:nvSpPr>
            <p:cNvPr id="22" name="Google Shape;482;p37">
              <a:extLst>
                <a:ext uri="{FF2B5EF4-FFF2-40B4-BE49-F238E27FC236}">
                  <a16:creationId xmlns:a16="http://schemas.microsoft.com/office/drawing/2014/main" id="{542E10FC-35D3-2CF2-6A8E-FCCEB7DCD721}"/>
                </a:ext>
              </a:extLst>
            </p:cNvPr>
            <p:cNvSpPr/>
            <p:nvPr/>
          </p:nvSpPr>
          <p:spPr>
            <a:xfrm>
              <a:off x="7582761" y="2690223"/>
              <a:ext cx="720000" cy="720000"/>
            </a:xfrm>
            <a:prstGeom prst="ellipse">
              <a:avLst/>
            </a:prstGeom>
            <a:solidFill>
              <a:srgbClr val="001744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00" tIns="45700" rIns="91400" bIns="45700" anchor="ctr" anchorCtr="0">
              <a:noAutofit/>
            </a:bodyPr>
            <a:lstStyle/>
            <a:p>
              <a:pPr algn="ctr" defTabSz="1219170">
                <a:buSzPts val="1425"/>
              </a:pPr>
              <a:endParaRPr sz="1900">
                <a:solidFill>
                  <a:srgbClr val="001744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66" name="Graphic 11">
              <a:extLst>
                <a:ext uri="{FF2B5EF4-FFF2-40B4-BE49-F238E27FC236}">
                  <a16:creationId xmlns:a16="http://schemas.microsoft.com/office/drawing/2014/main" id="{970863D3-169D-146E-E1FC-83D9ED9833A5}"/>
                </a:ext>
              </a:extLst>
            </p:cNvPr>
            <p:cNvSpPr/>
            <p:nvPr/>
          </p:nvSpPr>
          <p:spPr>
            <a:xfrm>
              <a:off x="7803282" y="2875495"/>
              <a:ext cx="278960" cy="349458"/>
            </a:xfrm>
            <a:custGeom>
              <a:avLst/>
              <a:gdLst>
                <a:gd name="connsiteX0" fmla="*/ 190844 w 215317"/>
                <a:gd name="connsiteY0" fmla="*/ 26277 h 269733"/>
                <a:gd name="connsiteX1" fmla="*/ 85999 w 215317"/>
                <a:gd name="connsiteY1" fmla="*/ 26277 h 269733"/>
                <a:gd name="connsiteX2" fmla="*/ 84866 w 215317"/>
                <a:gd name="connsiteY2" fmla="*/ 26392 h 269733"/>
                <a:gd name="connsiteX3" fmla="*/ 84148 w 215317"/>
                <a:gd name="connsiteY3" fmla="*/ 26620 h 269733"/>
                <a:gd name="connsiteX4" fmla="*/ 83808 w 215317"/>
                <a:gd name="connsiteY4" fmla="*/ 26734 h 269733"/>
                <a:gd name="connsiteX5" fmla="*/ 83015 w 215317"/>
                <a:gd name="connsiteY5" fmla="*/ 27152 h 269733"/>
                <a:gd name="connsiteX6" fmla="*/ 82826 w 215317"/>
                <a:gd name="connsiteY6" fmla="*/ 27266 h 269733"/>
                <a:gd name="connsiteX7" fmla="*/ 81958 w 215317"/>
                <a:gd name="connsiteY7" fmla="*/ 27989 h 269733"/>
                <a:gd name="connsiteX8" fmla="*/ 27382 w 215317"/>
                <a:gd name="connsiteY8" fmla="*/ 82939 h 269733"/>
                <a:gd name="connsiteX9" fmla="*/ 26665 w 215317"/>
                <a:gd name="connsiteY9" fmla="*/ 83814 h 269733"/>
                <a:gd name="connsiteX10" fmla="*/ 26551 w 215317"/>
                <a:gd name="connsiteY10" fmla="*/ 84004 h 269733"/>
                <a:gd name="connsiteX11" fmla="*/ 26136 w 215317"/>
                <a:gd name="connsiteY11" fmla="*/ 84803 h 269733"/>
                <a:gd name="connsiteX12" fmla="*/ 26022 w 215317"/>
                <a:gd name="connsiteY12" fmla="*/ 85145 h 269733"/>
                <a:gd name="connsiteX13" fmla="*/ 25796 w 215317"/>
                <a:gd name="connsiteY13" fmla="*/ 85868 h 269733"/>
                <a:gd name="connsiteX14" fmla="*/ 25683 w 215317"/>
                <a:gd name="connsiteY14" fmla="*/ 87008 h 269733"/>
                <a:gd name="connsiteX15" fmla="*/ 25683 w 215317"/>
                <a:gd name="connsiteY15" fmla="*/ 245016 h 269733"/>
                <a:gd name="connsiteX16" fmla="*/ 50232 w 215317"/>
                <a:gd name="connsiteY16" fmla="*/ 269734 h 269733"/>
                <a:gd name="connsiteX17" fmla="*/ 190768 w 215317"/>
                <a:gd name="connsiteY17" fmla="*/ 269734 h 269733"/>
                <a:gd name="connsiteX18" fmla="*/ 215318 w 215317"/>
                <a:gd name="connsiteY18" fmla="*/ 245016 h 269733"/>
                <a:gd name="connsiteX19" fmla="*/ 215318 w 215317"/>
                <a:gd name="connsiteY19" fmla="*/ 50996 h 269733"/>
                <a:gd name="connsiteX20" fmla="*/ 190768 w 215317"/>
                <a:gd name="connsiteY20" fmla="*/ 26277 h 269733"/>
                <a:gd name="connsiteX21" fmla="*/ 190844 w 215317"/>
                <a:gd name="connsiteY21" fmla="*/ 26277 h 269733"/>
                <a:gd name="connsiteX22" fmla="*/ 80333 w 215317"/>
                <a:gd name="connsiteY22" fmla="*/ 45748 h 269733"/>
                <a:gd name="connsiteX23" fmla="*/ 80333 w 215317"/>
                <a:gd name="connsiteY23" fmla="*/ 67918 h 269733"/>
                <a:gd name="connsiteX24" fmla="*/ 67115 w 215317"/>
                <a:gd name="connsiteY24" fmla="*/ 81228 h 269733"/>
                <a:gd name="connsiteX25" fmla="*/ 45096 w 215317"/>
                <a:gd name="connsiteY25" fmla="*/ 81228 h 269733"/>
                <a:gd name="connsiteX26" fmla="*/ 80333 w 215317"/>
                <a:gd name="connsiteY26" fmla="*/ 45748 h 269733"/>
                <a:gd name="connsiteX27" fmla="*/ 204063 w 215317"/>
                <a:gd name="connsiteY27" fmla="*/ 244939 h 269733"/>
                <a:gd name="connsiteX28" fmla="*/ 190844 w 215317"/>
                <a:gd name="connsiteY28" fmla="*/ 258249 h 269733"/>
                <a:gd name="connsiteX29" fmla="*/ 50308 w 215317"/>
                <a:gd name="connsiteY29" fmla="*/ 258249 h 269733"/>
                <a:gd name="connsiteX30" fmla="*/ 37089 w 215317"/>
                <a:gd name="connsiteY30" fmla="*/ 244939 h 269733"/>
                <a:gd name="connsiteX31" fmla="*/ 37089 w 215317"/>
                <a:gd name="connsiteY31" fmla="*/ 92637 h 269733"/>
                <a:gd name="connsiteX32" fmla="*/ 67115 w 215317"/>
                <a:gd name="connsiteY32" fmla="*/ 92637 h 269733"/>
                <a:gd name="connsiteX33" fmla="*/ 91664 w 215317"/>
                <a:gd name="connsiteY33" fmla="*/ 67918 h 269733"/>
                <a:gd name="connsiteX34" fmla="*/ 91664 w 215317"/>
                <a:gd name="connsiteY34" fmla="*/ 37686 h 269733"/>
                <a:gd name="connsiteX35" fmla="*/ 190844 w 215317"/>
                <a:gd name="connsiteY35" fmla="*/ 37686 h 269733"/>
                <a:gd name="connsiteX36" fmla="*/ 204063 w 215317"/>
                <a:gd name="connsiteY36" fmla="*/ 50996 h 269733"/>
                <a:gd name="connsiteX37" fmla="*/ 204063 w 215317"/>
                <a:gd name="connsiteY37" fmla="*/ 244939 h 269733"/>
                <a:gd name="connsiteX38" fmla="*/ 179967 w 215317"/>
                <a:gd name="connsiteY38" fmla="*/ 127014 h 269733"/>
                <a:gd name="connsiteX39" fmla="*/ 174301 w 215317"/>
                <a:gd name="connsiteY39" fmla="*/ 132718 h 269733"/>
                <a:gd name="connsiteX40" fmla="*/ 66888 w 215317"/>
                <a:gd name="connsiteY40" fmla="*/ 132718 h 269733"/>
                <a:gd name="connsiteX41" fmla="*/ 61223 w 215317"/>
                <a:gd name="connsiteY41" fmla="*/ 127014 h 269733"/>
                <a:gd name="connsiteX42" fmla="*/ 66888 w 215317"/>
                <a:gd name="connsiteY42" fmla="*/ 121310 h 269733"/>
                <a:gd name="connsiteX43" fmla="*/ 174301 w 215317"/>
                <a:gd name="connsiteY43" fmla="*/ 121310 h 269733"/>
                <a:gd name="connsiteX44" fmla="*/ 179967 w 215317"/>
                <a:gd name="connsiteY44" fmla="*/ 127014 h 269733"/>
                <a:gd name="connsiteX45" fmla="*/ 179967 w 215317"/>
                <a:gd name="connsiteY45" fmla="*/ 154623 h 269733"/>
                <a:gd name="connsiteX46" fmla="*/ 174301 w 215317"/>
                <a:gd name="connsiteY46" fmla="*/ 160327 h 269733"/>
                <a:gd name="connsiteX47" fmla="*/ 66888 w 215317"/>
                <a:gd name="connsiteY47" fmla="*/ 160327 h 269733"/>
                <a:gd name="connsiteX48" fmla="*/ 61223 w 215317"/>
                <a:gd name="connsiteY48" fmla="*/ 154623 h 269733"/>
                <a:gd name="connsiteX49" fmla="*/ 66888 w 215317"/>
                <a:gd name="connsiteY49" fmla="*/ 148918 h 269733"/>
                <a:gd name="connsiteX50" fmla="*/ 174301 w 215317"/>
                <a:gd name="connsiteY50" fmla="*/ 148918 h 269733"/>
                <a:gd name="connsiteX51" fmla="*/ 179967 w 215317"/>
                <a:gd name="connsiteY51" fmla="*/ 154623 h 269733"/>
                <a:gd name="connsiteX52" fmla="*/ 179967 w 215317"/>
                <a:gd name="connsiteY52" fmla="*/ 182193 h 269733"/>
                <a:gd name="connsiteX53" fmla="*/ 174301 w 215317"/>
                <a:gd name="connsiteY53" fmla="*/ 187897 h 269733"/>
                <a:gd name="connsiteX54" fmla="*/ 66888 w 215317"/>
                <a:gd name="connsiteY54" fmla="*/ 187897 h 269733"/>
                <a:gd name="connsiteX55" fmla="*/ 61223 w 215317"/>
                <a:gd name="connsiteY55" fmla="*/ 182193 h 269733"/>
                <a:gd name="connsiteX56" fmla="*/ 66888 w 215317"/>
                <a:gd name="connsiteY56" fmla="*/ 176489 h 269733"/>
                <a:gd name="connsiteX57" fmla="*/ 174301 w 215317"/>
                <a:gd name="connsiteY57" fmla="*/ 176489 h 269733"/>
                <a:gd name="connsiteX58" fmla="*/ 179967 w 215317"/>
                <a:gd name="connsiteY58" fmla="*/ 182193 h 269733"/>
                <a:gd name="connsiteX59" fmla="*/ 179967 w 215317"/>
                <a:gd name="connsiteY59" fmla="*/ 209801 h 269733"/>
                <a:gd name="connsiteX60" fmla="*/ 174301 w 215317"/>
                <a:gd name="connsiteY60" fmla="*/ 215506 h 269733"/>
                <a:gd name="connsiteX61" fmla="*/ 66888 w 215317"/>
                <a:gd name="connsiteY61" fmla="*/ 215506 h 269733"/>
                <a:gd name="connsiteX62" fmla="*/ 61223 w 215317"/>
                <a:gd name="connsiteY62" fmla="*/ 209801 h 269733"/>
                <a:gd name="connsiteX63" fmla="*/ 66888 w 215317"/>
                <a:gd name="connsiteY63" fmla="*/ 204097 h 269733"/>
                <a:gd name="connsiteX64" fmla="*/ 174301 w 215317"/>
                <a:gd name="connsiteY64" fmla="*/ 204097 h 269733"/>
                <a:gd name="connsiteX65" fmla="*/ 179967 w 215317"/>
                <a:gd name="connsiteY65" fmla="*/ 209801 h 269733"/>
                <a:gd name="connsiteX66" fmla="*/ 15107 w 215317"/>
                <a:gd name="connsiteY66" fmla="*/ 220373 h 269733"/>
                <a:gd name="connsiteX67" fmla="*/ 7554 w 215317"/>
                <a:gd name="connsiteY67" fmla="*/ 228055 h 269733"/>
                <a:gd name="connsiteX68" fmla="*/ 0 w 215317"/>
                <a:gd name="connsiteY68" fmla="*/ 220525 h 269733"/>
                <a:gd name="connsiteX69" fmla="*/ 0 w 215317"/>
                <a:gd name="connsiteY69" fmla="*/ 220335 h 269733"/>
                <a:gd name="connsiteX70" fmla="*/ 7554 w 215317"/>
                <a:gd name="connsiteY70" fmla="*/ 212730 h 269733"/>
                <a:gd name="connsiteX71" fmla="*/ 15107 w 215317"/>
                <a:gd name="connsiteY71" fmla="*/ 220335 h 269733"/>
                <a:gd name="connsiteX72" fmla="*/ 15107 w 215317"/>
                <a:gd name="connsiteY72" fmla="*/ 220373 h 269733"/>
                <a:gd name="connsiteX73" fmla="*/ 15107 w 215317"/>
                <a:gd name="connsiteY73" fmla="*/ 194058 h 269733"/>
                <a:gd name="connsiteX74" fmla="*/ 7554 w 215317"/>
                <a:gd name="connsiteY74" fmla="*/ 201854 h 269733"/>
                <a:gd name="connsiteX75" fmla="*/ 0 w 215317"/>
                <a:gd name="connsiteY75" fmla="*/ 194438 h 269733"/>
                <a:gd name="connsiteX76" fmla="*/ 0 w 215317"/>
                <a:gd name="connsiteY76" fmla="*/ 194058 h 269733"/>
                <a:gd name="connsiteX77" fmla="*/ 7554 w 215317"/>
                <a:gd name="connsiteY77" fmla="*/ 186452 h 269733"/>
                <a:gd name="connsiteX78" fmla="*/ 15107 w 215317"/>
                <a:gd name="connsiteY78" fmla="*/ 194058 h 269733"/>
                <a:gd name="connsiteX79" fmla="*/ 15107 w 215317"/>
                <a:gd name="connsiteY79" fmla="*/ 141389 h 269733"/>
                <a:gd name="connsiteX80" fmla="*/ 7554 w 215317"/>
                <a:gd name="connsiteY80" fmla="*/ 149185 h 269733"/>
                <a:gd name="connsiteX81" fmla="*/ 0 w 215317"/>
                <a:gd name="connsiteY81" fmla="*/ 141769 h 269733"/>
                <a:gd name="connsiteX82" fmla="*/ 0 w 215317"/>
                <a:gd name="connsiteY82" fmla="*/ 141389 h 269733"/>
                <a:gd name="connsiteX83" fmla="*/ 7554 w 215317"/>
                <a:gd name="connsiteY83" fmla="*/ 133783 h 269733"/>
                <a:gd name="connsiteX84" fmla="*/ 15107 w 215317"/>
                <a:gd name="connsiteY84" fmla="*/ 141389 h 269733"/>
                <a:gd name="connsiteX85" fmla="*/ 15107 w 215317"/>
                <a:gd name="connsiteY85" fmla="*/ 167704 h 269733"/>
                <a:gd name="connsiteX86" fmla="*/ 7554 w 215317"/>
                <a:gd name="connsiteY86" fmla="*/ 175500 h 269733"/>
                <a:gd name="connsiteX87" fmla="*/ 0 w 215317"/>
                <a:gd name="connsiteY87" fmla="*/ 168085 h 269733"/>
                <a:gd name="connsiteX88" fmla="*/ 0 w 215317"/>
                <a:gd name="connsiteY88" fmla="*/ 167704 h 269733"/>
                <a:gd name="connsiteX89" fmla="*/ 7554 w 215317"/>
                <a:gd name="connsiteY89" fmla="*/ 160099 h 269733"/>
                <a:gd name="connsiteX90" fmla="*/ 15107 w 215317"/>
                <a:gd name="connsiteY90" fmla="*/ 167704 h 269733"/>
                <a:gd name="connsiteX91" fmla="*/ 15107 w 215317"/>
                <a:gd name="connsiteY91" fmla="*/ 115035 h 269733"/>
                <a:gd name="connsiteX92" fmla="*/ 7554 w 215317"/>
                <a:gd name="connsiteY92" fmla="*/ 122831 h 269733"/>
                <a:gd name="connsiteX93" fmla="*/ 0 w 215317"/>
                <a:gd name="connsiteY93" fmla="*/ 115415 h 269733"/>
                <a:gd name="connsiteX94" fmla="*/ 0 w 215317"/>
                <a:gd name="connsiteY94" fmla="*/ 115035 h 269733"/>
                <a:gd name="connsiteX95" fmla="*/ 7554 w 215317"/>
                <a:gd name="connsiteY95" fmla="*/ 107430 h 269733"/>
                <a:gd name="connsiteX96" fmla="*/ 15107 w 215317"/>
                <a:gd name="connsiteY96" fmla="*/ 115035 h 269733"/>
                <a:gd name="connsiteX97" fmla="*/ 15107 w 215317"/>
                <a:gd name="connsiteY97" fmla="*/ 88720 h 269733"/>
                <a:gd name="connsiteX98" fmla="*/ 7554 w 215317"/>
                <a:gd name="connsiteY98" fmla="*/ 96515 h 269733"/>
                <a:gd name="connsiteX99" fmla="*/ 0 w 215317"/>
                <a:gd name="connsiteY99" fmla="*/ 89100 h 269733"/>
                <a:gd name="connsiteX100" fmla="*/ 0 w 215317"/>
                <a:gd name="connsiteY100" fmla="*/ 88720 h 269733"/>
                <a:gd name="connsiteX101" fmla="*/ 7554 w 215317"/>
                <a:gd name="connsiteY101" fmla="*/ 81114 h 269733"/>
                <a:gd name="connsiteX102" fmla="*/ 15107 w 215317"/>
                <a:gd name="connsiteY102" fmla="*/ 88720 h 269733"/>
                <a:gd name="connsiteX103" fmla="*/ 12955 w 215317"/>
                <a:gd name="connsiteY103" fmla="*/ 57118 h 269733"/>
                <a:gd name="connsiteX104" fmla="*/ 13521 w 215317"/>
                <a:gd name="connsiteY104" fmla="*/ 67234 h 269733"/>
                <a:gd name="connsiteX105" fmla="*/ 7554 w 215317"/>
                <a:gd name="connsiteY105" fmla="*/ 70276 h 269733"/>
                <a:gd name="connsiteX106" fmla="*/ 0 w 215317"/>
                <a:gd name="connsiteY106" fmla="*/ 62746 h 269733"/>
                <a:gd name="connsiteX107" fmla="*/ 0 w 215317"/>
                <a:gd name="connsiteY107" fmla="*/ 62556 h 269733"/>
                <a:gd name="connsiteX108" fmla="*/ 2228 w 215317"/>
                <a:gd name="connsiteY108" fmla="*/ 57194 h 269733"/>
                <a:gd name="connsiteX109" fmla="*/ 12992 w 215317"/>
                <a:gd name="connsiteY109" fmla="*/ 57118 h 269733"/>
                <a:gd name="connsiteX110" fmla="*/ 12955 w 215317"/>
                <a:gd name="connsiteY110" fmla="*/ 57118 h 269733"/>
                <a:gd name="connsiteX111" fmla="*/ 107413 w 215317"/>
                <a:gd name="connsiteY111" fmla="*/ 7606 h 269733"/>
                <a:gd name="connsiteX112" fmla="*/ 114778 w 215317"/>
                <a:gd name="connsiteY112" fmla="*/ 0 h 269733"/>
                <a:gd name="connsiteX113" fmla="*/ 115156 w 215317"/>
                <a:gd name="connsiteY113" fmla="*/ 0 h 269733"/>
                <a:gd name="connsiteX114" fmla="*/ 122710 w 215317"/>
                <a:gd name="connsiteY114" fmla="*/ 7606 h 269733"/>
                <a:gd name="connsiteX115" fmla="*/ 115156 w 215317"/>
                <a:gd name="connsiteY115" fmla="*/ 15211 h 269733"/>
                <a:gd name="connsiteX116" fmla="*/ 107413 w 215317"/>
                <a:gd name="connsiteY116" fmla="*/ 7606 h 269733"/>
                <a:gd name="connsiteX117" fmla="*/ 81391 w 215317"/>
                <a:gd name="connsiteY117" fmla="*/ 7606 h 269733"/>
                <a:gd name="connsiteX118" fmla="*/ 88756 w 215317"/>
                <a:gd name="connsiteY118" fmla="*/ 0 h 269733"/>
                <a:gd name="connsiteX119" fmla="*/ 89134 w 215317"/>
                <a:gd name="connsiteY119" fmla="*/ 0 h 269733"/>
                <a:gd name="connsiteX120" fmla="*/ 96687 w 215317"/>
                <a:gd name="connsiteY120" fmla="*/ 7606 h 269733"/>
                <a:gd name="connsiteX121" fmla="*/ 89134 w 215317"/>
                <a:gd name="connsiteY121" fmla="*/ 15211 h 269733"/>
                <a:gd name="connsiteX122" fmla="*/ 81391 w 215317"/>
                <a:gd name="connsiteY122" fmla="*/ 7606 h 269733"/>
                <a:gd name="connsiteX123" fmla="*/ 133398 w 215317"/>
                <a:gd name="connsiteY123" fmla="*/ 7606 h 269733"/>
                <a:gd name="connsiteX124" fmla="*/ 140763 w 215317"/>
                <a:gd name="connsiteY124" fmla="*/ 0 h 269733"/>
                <a:gd name="connsiteX125" fmla="*/ 141141 w 215317"/>
                <a:gd name="connsiteY125" fmla="*/ 0 h 269733"/>
                <a:gd name="connsiteX126" fmla="*/ 148694 w 215317"/>
                <a:gd name="connsiteY126" fmla="*/ 7606 h 269733"/>
                <a:gd name="connsiteX127" fmla="*/ 141141 w 215317"/>
                <a:gd name="connsiteY127" fmla="*/ 15211 h 269733"/>
                <a:gd name="connsiteX128" fmla="*/ 133398 w 215317"/>
                <a:gd name="connsiteY128" fmla="*/ 7606 h 269733"/>
                <a:gd name="connsiteX129" fmla="*/ 55406 w 215317"/>
                <a:gd name="connsiteY129" fmla="*/ 7606 h 269733"/>
                <a:gd name="connsiteX130" fmla="*/ 62771 w 215317"/>
                <a:gd name="connsiteY130" fmla="*/ 0 h 269733"/>
                <a:gd name="connsiteX131" fmla="*/ 63149 w 215317"/>
                <a:gd name="connsiteY131" fmla="*/ 0 h 269733"/>
                <a:gd name="connsiteX132" fmla="*/ 70703 w 215317"/>
                <a:gd name="connsiteY132" fmla="*/ 7606 h 269733"/>
                <a:gd name="connsiteX133" fmla="*/ 63149 w 215317"/>
                <a:gd name="connsiteY133" fmla="*/ 15211 h 269733"/>
                <a:gd name="connsiteX134" fmla="*/ 55406 w 215317"/>
                <a:gd name="connsiteY134" fmla="*/ 7606 h 269733"/>
                <a:gd name="connsiteX135" fmla="*/ 25871 w 215317"/>
                <a:gd name="connsiteY135" fmla="*/ 51566 h 269733"/>
                <a:gd name="connsiteX136" fmla="*/ 20584 w 215317"/>
                <a:gd name="connsiteY136" fmla="*/ 49399 h 269733"/>
                <a:gd name="connsiteX137" fmla="*/ 20471 w 215317"/>
                <a:gd name="connsiteY137" fmla="*/ 38789 h 269733"/>
                <a:gd name="connsiteX138" fmla="*/ 20735 w 215317"/>
                <a:gd name="connsiteY138" fmla="*/ 38523 h 269733"/>
                <a:gd name="connsiteX139" fmla="*/ 31423 w 215317"/>
                <a:gd name="connsiteY139" fmla="*/ 38523 h 269733"/>
                <a:gd name="connsiteX140" fmla="*/ 31423 w 215317"/>
                <a:gd name="connsiteY140" fmla="*/ 49285 h 269733"/>
                <a:gd name="connsiteX141" fmla="*/ 25871 w 215317"/>
                <a:gd name="connsiteY141" fmla="*/ 51566 h 269733"/>
                <a:gd name="connsiteX142" fmla="*/ 38977 w 215317"/>
                <a:gd name="connsiteY142" fmla="*/ 30917 h 269733"/>
                <a:gd name="connsiteX143" fmla="*/ 38864 w 215317"/>
                <a:gd name="connsiteY143" fmla="*/ 20307 h 269733"/>
                <a:gd name="connsiteX144" fmla="*/ 39128 w 215317"/>
                <a:gd name="connsiteY144" fmla="*/ 20041 h 269733"/>
                <a:gd name="connsiteX145" fmla="*/ 49817 w 215317"/>
                <a:gd name="connsiteY145" fmla="*/ 20041 h 269733"/>
                <a:gd name="connsiteX146" fmla="*/ 49817 w 215317"/>
                <a:gd name="connsiteY146" fmla="*/ 30803 h 269733"/>
                <a:gd name="connsiteX147" fmla="*/ 44265 w 215317"/>
                <a:gd name="connsiteY147" fmla="*/ 33085 h 269733"/>
                <a:gd name="connsiteX148" fmla="*/ 38977 w 215317"/>
                <a:gd name="connsiteY148" fmla="*/ 30917 h 269733"/>
                <a:gd name="connsiteX149" fmla="*/ 159307 w 215317"/>
                <a:gd name="connsiteY149" fmla="*/ 7606 h 269733"/>
                <a:gd name="connsiteX150" fmla="*/ 166785 w 215317"/>
                <a:gd name="connsiteY150" fmla="*/ 0 h 269733"/>
                <a:gd name="connsiteX151" fmla="*/ 166974 w 215317"/>
                <a:gd name="connsiteY151" fmla="*/ 0 h 269733"/>
                <a:gd name="connsiteX152" fmla="*/ 174528 w 215317"/>
                <a:gd name="connsiteY152" fmla="*/ 7606 h 269733"/>
                <a:gd name="connsiteX153" fmla="*/ 166974 w 215317"/>
                <a:gd name="connsiteY153" fmla="*/ 15211 h 269733"/>
                <a:gd name="connsiteX154" fmla="*/ 159345 w 215317"/>
                <a:gd name="connsiteY154" fmla="*/ 7606 h 269733"/>
                <a:gd name="connsiteX155" fmla="*/ 159307 w 215317"/>
                <a:gd name="connsiteY155" fmla="*/ 7606 h 26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215317" h="269733">
                  <a:moveTo>
                    <a:pt x="190844" y="26277"/>
                  </a:moveTo>
                  <a:lnTo>
                    <a:pt x="85999" y="26277"/>
                  </a:lnTo>
                  <a:cubicBezTo>
                    <a:pt x="85621" y="26277"/>
                    <a:pt x="85243" y="26315"/>
                    <a:pt x="84866" y="26392"/>
                  </a:cubicBezTo>
                  <a:cubicBezTo>
                    <a:pt x="84601" y="26430"/>
                    <a:pt x="84375" y="26544"/>
                    <a:pt x="84148" y="26620"/>
                  </a:cubicBezTo>
                  <a:cubicBezTo>
                    <a:pt x="84035" y="26620"/>
                    <a:pt x="83921" y="26696"/>
                    <a:pt x="83808" y="26734"/>
                  </a:cubicBezTo>
                  <a:cubicBezTo>
                    <a:pt x="83544" y="26848"/>
                    <a:pt x="83279" y="27000"/>
                    <a:pt x="83015" y="27152"/>
                  </a:cubicBezTo>
                  <a:cubicBezTo>
                    <a:pt x="82940" y="27152"/>
                    <a:pt x="82902" y="27228"/>
                    <a:pt x="82826" y="27266"/>
                  </a:cubicBezTo>
                  <a:cubicBezTo>
                    <a:pt x="82524" y="27494"/>
                    <a:pt x="82222" y="27723"/>
                    <a:pt x="81958" y="27989"/>
                  </a:cubicBezTo>
                  <a:lnTo>
                    <a:pt x="27382" y="82939"/>
                  </a:lnTo>
                  <a:cubicBezTo>
                    <a:pt x="27118" y="83206"/>
                    <a:pt x="26891" y="83510"/>
                    <a:pt x="26665" y="83814"/>
                  </a:cubicBezTo>
                  <a:cubicBezTo>
                    <a:pt x="26627" y="83890"/>
                    <a:pt x="26589" y="83928"/>
                    <a:pt x="26551" y="84004"/>
                  </a:cubicBezTo>
                  <a:cubicBezTo>
                    <a:pt x="26400" y="84270"/>
                    <a:pt x="26249" y="84537"/>
                    <a:pt x="26136" y="84803"/>
                  </a:cubicBezTo>
                  <a:cubicBezTo>
                    <a:pt x="26098" y="84917"/>
                    <a:pt x="26060" y="85031"/>
                    <a:pt x="26022" y="85145"/>
                  </a:cubicBezTo>
                  <a:cubicBezTo>
                    <a:pt x="25947" y="85373"/>
                    <a:pt x="25834" y="85639"/>
                    <a:pt x="25796" y="85868"/>
                  </a:cubicBezTo>
                  <a:cubicBezTo>
                    <a:pt x="25720" y="86248"/>
                    <a:pt x="25683" y="86628"/>
                    <a:pt x="25683" y="87008"/>
                  </a:cubicBezTo>
                  <a:lnTo>
                    <a:pt x="25683" y="245016"/>
                  </a:lnTo>
                  <a:cubicBezTo>
                    <a:pt x="25683" y="258630"/>
                    <a:pt x="36711" y="269734"/>
                    <a:pt x="50232" y="269734"/>
                  </a:cubicBezTo>
                  <a:lnTo>
                    <a:pt x="190768" y="269734"/>
                  </a:lnTo>
                  <a:cubicBezTo>
                    <a:pt x="204290" y="269734"/>
                    <a:pt x="215318" y="258630"/>
                    <a:pt x="215318" y="245016"/>
                  </a:cubicBezTo>
                  <a:lnTo>
                    <a:pt x="215318" y="50996"/>
                  </a:lnTo>
                  <a:cubicBezTo>
                    <a:pt x="215318" y="37382"/>
                    <a:pt x="204290" y="26277"/>
                    <a:pt x="190768" y="26277"/>
                  </a:cubicBezTo>
                  <a:lnTo>
                    <a:pt x="190844" y="26277"/>
                  </a:lnTo>
                  <a:close/>
                  <a:moveTo>
                    <a:pt x="80333" y="45748"/>
                  </a:moveTo>
                  <a:lnTo>
                    <a:pt x="80333" y="67918"/>
                  </a:lnTo>
                  <a:cubicBezTo>
                    <a:pt x="80333" y="75258"/>
                    <a:pt x="74404" y="81228"/>
                    <a:pt x="67115" y="81228"/>
                  </a:cubicBezTo>
                  <a:lnTo>
                    <a:pt x="45096" y="81228"/>
                  </a:lnTo>
                  <a:lnTo>
                    <a:pt x="80333" y="45748"/>
                  </a:lnTo>
                  <a:close/>
                  <a:moveTo>
                    <a:pt x="204063" y="244939"/>
                  </a:moveTo>
                  <a:cubicBezTo>
                    <a:pt x="204063" y="252279"/>
                    <a:pt x="198133" y="258249"/>
                    <a:pt x="190844" y="258249"/>
                  </a:cubicBezTo>
                  <a:lnTo>
                    <a:pt x="50308" y="258249"/>
                  </a:lnTo>
                  <a:cubicBezTo>
                    <a:pt x="43018" y="258249"/>
                    <a:pt x="37089" y="252279"/>
                    <a:pt x="37089" y="244939"/>
                  </a:cubicBezTo>
                  <a:lnTo>
                    <a:pt x="37089" y="92637"/>
                  </a:lnTo>
                  <a:lnTo>
                    <a:pt x="67115" y="92637"/>
                  </a:lnTo>
                  <a:cubicBezTo>
                    <a:pt x="80636" y="92637"/>
                    <a:pt x="91664" y="81532"/>
                    <a:pt x="91664" y="67918"/>
                  </a:cubicBezTo>
                  <a:lnTo>
                    <a:pt x="91664" y="37686"/>
                  </a:lnTo>
                  <a:lnTo>
                    <a:pt x="190844" y="37686"/>
                  </a:lnTo>
                  <a:cubicBezTo>
                    <a:pt x="198133" y="37686"/>
                    <a:pt x="204063" y="43656"/>
                    <a:pt x="204063" y="50996"/>
                  </a:cubicBezTo>
                  <a:lnTo>
                    <a:pt x="204063" y="244939"/>
                  </a:lnTo>
                  <a:close/>
                  <a:moveTo>
                    <a:pt x="179967" y="127014"/>
                  </a:moveTo>
                  <a:cubicBezTo>
                    <a:pt x="179967" y="130170"/>
                    <a:pt x="177436" y="132718"/>
                    <a:pt x="174301" y="132718"/>
                  </a:cubicBezTo>
                  <a:lnTo>
                    <a:pt x="66888" y="132718"/>
                  </a:lnTo>
                  <a:cubicBezTo>
                    <a:pt x="63753" y="132718"/>
                    <a:pt x="61223" y="130170"/>
                    <a:pt x="61223" y="127014"/>
                  </a:cubicBezTo>
                  <a:cubicBezTo>
                    <a:pt x="61223" y="123858"/>
                    <a:pt x="63753" y="121310"/>
                    <a:pt x="66888" y="121310"/>
                  </a:cubicBezTo>
                  <a:lnTo>
                    <a:pt x="174301" y="121310"/>
                  </a:lnTo>
                  <a:cubicBezTo>
                    <a:pt x="177436" y="121310"/>
                    <a:pt x="179967" y="123858"/>
                    <a:pt x="179967" y="127014"/>
                  </a:cubicBezTo>
                  <a:close/>
                  <a:moveTo>
                    <a:pt x="179967" y="154623"/>
                  </a:moveTo>
                  <a:cubicBezTo>
                    <a:pt x="179967" y="157779"/>
                    <a:pt x="177436" y="160327"/>
                    <a:pt x="174301" y="160327"/>
                  </a:cubicBezTo>
                  <a:lnTo>
                    <a:pt x="66888" y="160327"/>
                  </a:lnTo>
                  <a:cubicBezTo>
                    <a:pt x="63753" y="160327"/>
                    <a:pt x="61223" y="157779"/>
                    <a:pt x="61223" y="154623"/>
                  </a:cubicBezTo>
                  <a:cubicBezTo>
                    <a:pt x="61223" y="151466"/>
                    <a:pt x="63753" y="148918"/>
                    <a:pt x="66888" y="148918"/>
                  </a:cubicBezTo>
                  <a:lnTo>
                    <a:pt x="174301" y="148918"/>
                  </a:lnTo>
                  <a:cubicBezTo>
                    <a:pt x="177436" y="148918"/>
                    <a:pt x="179967" y="151466"/>
                    <a:pt x="179967" y="154623"/>
                  </a:cubicBezTo>
                  <a:close/>
                  <a:moveTo>
                    <a:pt x="179967" y="182193"/>
                  </a:moveTo>
                  <a:cubicBezTo>
                    <a:pt x="179967" y="185349"/>
                    <a:pt x="177436" y="187897"/>
                    <a:pt x="174301" y="187897"/>
                  </a:cubicBezTo>
                  <a:lnTo>
                    <a:pt x="66888" y="187897"/>
                  </a:lnTo>
                  <a:cubicBezTo>
                    <a:pt x="63753" y="187897"/>
                    <a:pt x="61223" y="185349"/>
                    <a:pt x="61223" y="182193"/>
                  </a:cubicBezTo>
                  <a:cubicBezTo>
                    <a:pt x="61223" y="179037"/>
                    <a:pt x="63753" y="176489"/>
                    <a:pt x="66888" y="176489"/>
                  </a:cubicBezTo>
                  <a:lnTo>
                    <a:pt x="174301" y="176489"/>
                  </a:lnTo>
                  <a:cubicBezTo>
                    <a:pt x="177436" y="176489"/>
                    <a:pt x="179967" y="179037"/>
                    <a:pt x="179967" y="182193"/>
                  </a:cubicBezTo>
                  <a:close/>
                  <a:moveTo>
                    <a:pt x="179967" y="209801"/>
                  </a:moveTo>
                  <a:cubicBezTo>
                    <a:pt x="179967" y="212958"/>
                    <a:pt x="177436" y="215506"/>
                    <a:pt x="174301" y="215506"/>
                  </a:cubicBezTo>
                  <a:lnTo>
                    <a:pt x="66888" y="215506"/>
                  </a:lnTo>
                  <a:cubicBezTo>
                    <a:pt x="63753" y="215506"/>
                    <a:pt x="61223" y="212958"/>
                    <a:pt x="61223" y="209801"/>
                  </a:cubicBezTo>
                  <a:cubicBezTo>
                    <a:pt x="61223" y="206645"/>
                    <a:pt x="63753" y="204097"/>
                    <a:pt x="66888" y="204097"/>
                  </a:cubicBezTo>
                  <a:lnTo>
                    <a:pt x="174301" y="204097"/>
                  </a:lnTo>
                  <a:cubicBezTo>
                    <a:pt x="177436" y="204097"/>
                    <a:pt x="179967" y="206645"/>
                    <a:pt x="179967" y="209801"/>
                  </a:cubicBezTo>
                  <a:close/>
                  <a:moveTo>
                    <a:pt x="15107" y="220373"/>
                  </a:moveTo>
                  <a:cubicBezTo>
                    <a:pt x="15107" y="224556"/>
                    <a:pt x="11708" y="228055"/>
                    <a:pt x="7554" y="228055"/>
                  </a:cubicBezTo>
                  <a:cubicBezTo>
                    <a:pt x="3399" y="228055"/>
                    <a:pt x="0" y="224746"/>
                    <a:pt x="0" y="220525"/>
                  </a:cubicBezTo>
                  <a:lnTo>
                    <a:pt x="0" y="220335"/>
                  </a:lnTo>
                  <a:cubicBezTo>
                    <a:pt x="0" y="216152"/>
                    <a:pt x="3399" y="212730"/>
                    <a:pt x="7554" y="212730"/>
                  </a:cubicBezTo>
                  <a:cubicBezTo>
                    <a:pt x="11708" y="212730"/>
                    <a:pt x="15107" y="216152"/>
                    <a:pt x="15107" y="220335"/>
                  </a:cubicBezTo>
                  <a:lnTo>
                    <a:pt x="15107" y="220373"/>
                  </a:lnTo>
                  <a:close/>
                  <a:moveTo>
                    <a:pt x="15107" y="194058"/>
                  </a:moveTo>
                  <a:cubicBezTo>
                    <a:pt x="15107" y="198241"/>
                    <a:pt x="11708" y="201854"/>
                    <a:pt x="7554" y="201854"/>
                  </a:cubicBezTo>
                  <a:cubicBezTo>
                    <a:pt x="3399" y="201854"/>
                    <a:pt x="0" y="198621"/>
                    <a:pt x="0" y="194438"/>
                  </a:cubicBezTo>
                  <a:lnTo>
                    <a:pt x="0" y="194058"/>
                  </a:lnTo>
                  <a:cubicBezTo>
                    <a:pt x="0" y="189875"/>
                    <a:pt x="3399" y="186452"/>
                    <a:pt x="7554" y="186452"/>
                  </a:cubicBezTo>
                  <a:cubicBezTo>
                    <a:pt x="11708" y="186452"/>
                    <a:pt x="15107" y="189875"/>
                    <a:pt x="15107" y="194058"/>
                  </a:cubicBezTo>
                  <a:close/>
                  <a:moveTo>
                    <a:pt x="15107" y="141389"/>
                  </a:moveTo>
                  <a:cubicBezTo>
                    <a:pt x="15107" y="145572"/>
                    <a:pt x="11708" y="149185"/>
                    <a:pt x="7554" y="149185"/>
                  </a:cubicBezTo>
                  <a:cubicBezTo>
                    <a:pt x="3399" y="149185"/>
                    <a:pt x="0" y="145952"/>
                    <a:pt x="0" y="141769"/>
                  </a:cubicBezTo>
                  <a:lnTo>
                    <a:pt x="0" y="141389"/>
                  </a:lnTo>
                  <a:cubicBezTo>
                    <a:pt x="0" y="137206"/>
                    <a:pt x="3399" y="133783"/>
                    <a:pt x="7554" y="133783"/>
                  </a:cubicBezTo>
                  <a:cubicBezTo>
                    <a:pt x="11708" y="133783"/>
                    <a:pt x="15107" y="137206"/>
                    <a:pt x="15107" y="141389"/>
                  </a:cubicBezTo>
                  <a:close/>
                  <a:moveTo>
                    <a:pt x="15107" y="167704"/>
                  </a:moveTo>
                  <a:cubicBezTo>
                    <a:pt x="15107" y="171887"/>
                    <a:pt x="11708" y="175500"/>
                    <a:pt x="7554" y="175500"/>
                  </a:cubicBezTo>
                  <a:cubicBezTo>
                    <a:pt x="3399" y="175500"/>
                    <a:pt x="0" y="172268"/>
                    <a:pt x="0" y="168085"/>
                  </a:cubicBezTo>
                  <a:lnTo>
                    <a:pt x="0" y="167704"/>
                  </a:lnTo>
                  <a:cubicBezTo>
                    <a:pt x="0" y="163521"/>
                    <a:pt x="3399" y="160099"/>
                    <a:pt x="7554" y="160099"/>
                  </a:cubicBezTo>
                  <a:cubicBezTo>
                    <a:pt x="11708" y="160099"/>
                    <a:pt x="15107" y="163521"/>
                    <a:pt x="15107" y="167704"/>
                  </a:cubicBezTo>
                  <a:close/>
                  <a:moveTo>
                    <a:pt x="15107" y="115035"/>
                  </a:moveTo>
                  <a:cubicBezTo>
                    <a:pt x="15107" y="119218"/>
                    <a:pt x="11708" y="122831"/>
                    <a:pt x="7554" y="122831"/>
                  </a:cubicBezTo>
                  <a:cubicBezTo>
                    <a:pt x="3399" y="122831"/>
                    <a:pt x="0" y="119599"/>
                    <a:pt x="0" y="115415"/>
                  </a:cubicBezTo>
                  <a:lnTo>
                    <a:pt x="0" y="115035"/>
                  </a:lnTo>
                  <a:cubicBezTo>
                    <a:pt x="0" y="110852"/>
                    <a:pt x="3399" y="107430"/>
                    <a:pt x="7554" y="107430"/>
                  </a:cubicBezTo>
                  <a:cubicBezTo>
                    <a:pt x="11708" y="107430"/>
                    <a:pt x="15107" y="110852"/>
                    <a:pt x="15107" y="115035"/>
                  </a:cubicBezTo>
                  <a:close/>
                  <a:moveTo>
                    <a:pt x="15107" y="88720"/>
                  </a:moveTo>
                  <a:cubicBezTo>
                    <a:pt x="15107" y="92903"/>
                    <a:pt x="11708" y="96515"/>
                    <a:pt x="7554" y="96515"/>
                  </a:cubicBezTo>
                  <a:cubicBezTo>
                    <a:pt x="3399" y="96515"/>
                    <a:pt x="0" y="93283"/>
                    <a:pt x="0" y="89100"/>
                  </a:cubicBezTo>
                  <a:lnTo>
                    <a:pt x="0" y="88720"/>
                  </a:lnTo>
                  <a:cubicBezTo>
                    <a:pt x="0" y="84537"/>
                    <a:pt x="3399" y="81114"/>
                    <a:pt x="7554" y="81114"/>
                  </a:cubicBezTo>
                  <a:cubicBezTo>
                    <a:pt x="11708" y="81114"/>
                    <a:pt x="15107" y="84537"/>
                    <a:pt x="15107" y="88720"/>
                  </a:cubicBezTo>
                  <a:close/>
                  <a:moveTo>
                    <a:pt x="12955" y="57118"/>
                  </a:moveTo>
                  <a:cubicBezTo>
                    <a:pt x="15712" y="59894"/>
                    <a:pt x="15938" y="64268"/>
                    <a:pt x="13521" y="67234"/>
                  </a:cubicBezTo>
                  <a:cubicBezTo>
                    <a:pt x="12124" y="69059"/>
                    <a:pt x="9971" y="70276"/>
                    <a:pt x="7554" y="70276"/>
                  </a:cubicBezTo>
                  <a:cubicBezTo>
                    <a:pt x="3399" y="70276"/>
                    <a:pt x="0" y="66968"/>
                    <a:pt x="0" y="62746"/>
                  </a:cubicBezTo>
                  <a:lnTo>
                    <a:pt x="0" y="62556"/>
                  </a:lnTo>
                  <a:cubicBezTo>
                    <a:pt x="0" y="60541"/>
                    <a:pt x="793" y="58601"/>
                    <a:pt x="2228" y="57194"/>
                  </a:cubicBezTo>
                  <a:cubicBezTo>
                    <a:pt x="5174" y="54228"/>
                    <a:pt x="10046" y="54152"/>
                    <a:pt x="12992" y="57118"/>
                  </a:cubicBezTo>
                  <a:lnTo>
                    <a:pt x="12955" y="57118"/>
                  </a:lnTo>
                  <a:close/>
                  <a:moveTo>
                    <a:pt x="107413" y="7606"/>
                  </a:moveTo>
                  <a:cubicBezTo>
                    <a:pt x="107413" y="3423"/>
                    <a:pt x="110624" y="0"/>
                    <a:pt x="114778" y="0"/>
                  </a:cubicBezTo>
                  <a:lnTo>
                    <a:pt x="115156" y="0"/>
                  </a:lnTo>
                  <a:cubicBezTo>
                    <a:pt x="119311" y="0"/>
                    <a:pt x="122710" y="3423"/>
                    <a:pt x="122710" y="7606"/>
                  </a:cubicBezTo>
                  <a:cubicBezTo>
                    <a:pt x="122710" y="11789"/>
                    <a:pt x="119311" y="15211"/>
                    <a:pt x="115156" y="15211"/>
                  </a:cubicBezTo>
                  <a:cubicBezTo>
                    <a:pt x="111001" y="15211"/>
                    <a:pt x="107413" y="11789"/>
                    <a:pt x="107413" y="7606"/>
                  </a:cubicBezTo>
                  <a:close/>
                  <a:moveTo>
                    <a:pt x="81391" y="7606"/>
                  </a:moveTo>
                  <a:cubicBezTo>
                    <a:pt x="81391" y="3423"/>
                    <a:pt x="84601" y="0"/>
                    <a:pt x="88756" y="0"/>
                  </a:cubicBezTo>
                  <a:lnTo>
                    <a:pt x="89134" y="0"/>
                  </a:lnTo>
                  <a:cubicBezTo>
                    <a:pt x="93288" y="0"/>
                    <a:pt x="96687" y="3423"/>
                    <a:pt x="96687" y="7606"/>
                  </a:cubicBezTo>
                  <a:cubicBezTo>
                    <a:pt x="96687" y="11789"/>
                    <a:pt x="93288" y="15211"/>
                    <a:pt x="89134" y="15211"/>
                  </a:cubicBezTo>
                  <a:cubicBezTo>
                    <a:pt x="84979" y="15211"/>
                    <a:pt x="81391" y="11789"/>
                    <a:pt x="81391" y="7606"/>
                  </a:cubicBezTo>
                  <a:close/>
                  <a:moveTo>
                    <a:pt x="133398" y="7606"/>
                  </a:moveTo>
                  <a:cubicBezTo>
                    <a:pt x="133398" y="3423"/>
                    <a:pt x="136608" y="0"/>
                    <a:pt x="140763" y="0"/>
                  </a:cubicBezTo>
                  <a:lnTo>
                    <a:pt x="141141" y="0"/>
                  </a:lnTo>
                  <a:cubicBezTo>
                    <a:pt x="145295" y="0"/>
                    <a:pt x="148694" y="3423"/>
                    <a:pt x="148694" y="7606"/>
                  </a:cubicBezTo>
                  <a:cubicBezTo>
                    <a:pt x="148694" y="11789"/>
                    <a:pt x="145295" y="15211"/>
                    <a:pt x="141141" y="15211"/>
                  </a:cubicBezTo>
                  <a:cubicBezTo>
                    <a:pt x="136986" y="15211"/>
                    <a:pt x="133398" y="11789"/>
                    <a:pt x="133398" y="7606"/>
                  </a:cubicBezTo>
                  <a:close/>
                  <a:moveTo>
                    <a:pt x="55406" y="7606"/>
                  </a:moveTo>
                  <a:cubicBezTo>
                    <a:pt x="55406" y="3423"/>
                    <a:pt x="58617" y="0"/>
                    <a:pt x="62771" y="0"/>
                  </a:cubicBezTo>
                  <a:lnTo>
                    <a:pt x="63149" y="0"/>
                  </a:lnTo>
                  <a:cubicBezTo>
                    <a:pt x="67303" y="0"/>
                    <a:pt x="70703" y="3423"/>
                    <a:pt x="70703" y="7606"/>
                  </a:cubicBezTo>
                  <a:cubicBezTo>
                    <a:pt x="70703" y="11789"/>
                    <a:pt x="67303" y="15211"/>
                    <a:pt x="63149" y="15211"/>
                  </a:cubicBezTo>
                  <a:cubicBezTo>
                    <a:pt x="58994" y="15211"/>
                    <a:pt x="55406" y="11789"/>
                    <a:pt x="55406" y="7606"/>
                  </a:cubicBezTo>
                  <a:close/>
                  <a:moveTo>
                    <a:pt x="25871" y="51566"/>
                  </a:moveTo>
                  <a:cubicBezTo>
                    <a:pt x="23945" y="51566"/>
                    <a:pt x="22019" y="50844"/>
                    <a:pt x="20584" y="49399"/>
                  </a:cubicBezTo>
                  <a:cubicBezTo>
                    <a:pt x="17638" y="46432"/>
                    <a:pt x="17487" y="41755"/>
                    <a:pt x="20471" y="38789"/>
                  </a:cubicBezTo>
                  <a:lnTo>
                    <a:pt x="20735" y="38523"/>
                  </a:lnTo>
                  <a:cubicBezTo>
                    <a:pt x="23681" y="35556"/>
                    <a:pt x="28477" y="35556"/>
                    <a:pt x="31423" y="38523"/>
                  </a:cubicBezTo>
                  <a:cubicBezTo>
                    <a:pt x="34369" y="41489"/>
                    <a:pt x="34369" y="46318"/>
                    <a:pt x="31423" y="49285"/>
                  </a:cubicBezTo>
                  <a:cubicBezTo>
                    <a:pt x="29913" y="50806"/>
                    <a:pt x="27911" y="51566"/>
                    <a:pt x="25871" y="51566"/>
                  </a:cubicBezTo>
                  <a:close/>
                  <a:moveTo>
                    <a:pt x="38977" y="30917"/>
                  </a:moveTo>
                  <a:cubicBezTo>
                    <a:pt x="36031" y="27951"/>
                    <a:pt x="35880" y="23273"/>
                    <a:pt x="38864" y="20307"/>
                  </a:cubicBezTo>
                  <a:lnTo>
                    <a:pt x="39128" y="20041"/>
                  </a:lnTo>
                  <a:cubicBezTo>
                    <a:pt x="42074" y="17075"/>
                    <a:pt x="46871" y="17075"/>
                    <a:pt x="49817" y="20041"/>
                  </a:cubicBezTo>
                  <a:cubicBezTo>
                    <a:pt x="52763" y="23007"/>
                    <a:pt x="52763" y="27837"/>
                    <a:pt x="49817" y="30803"/>
                  </a:cubicBezTo>
                  <a:cubicBezTo>
                    <a:pt x="48306" y="32324"/>
                    <a:pt x="46304" y="33085"/>
                    <a:pt x="44265" y="33085"/>
                  </a:cubicBezTo>
                  <a:cubicBezTo>
                    <a:pt x="42225" y="33085"/>
                    <a:pt x="40412" y="32362"/>
                    <a:pt x="38977" y="30917"/>
                  </a:cubicBezTo>
                  <a:close/>
                  <a:moveTo>
                    <a:pt x="159307" y="7606"/>
                  </a:moveTo>
                  <a:cubicBezTo>
                    <a:pt x="159307" y="3423"/>
                    <a:pt x="162593" y="0"/>
                    <a:pt x="166785" y="0"/>
                  </a:cubicBezTo>
                  <a:lnTo>
                    <a:pt x="166974" y="0"/>
                  </a:lnTo>
                  <a:cubicBezTo>
                    <a:pt x="171129" y="0"/>
                    <a:pt x="174528" y="3423"/>
                    <a:pt x="174528" y="7606"/>
                  </a:cubicBezTo>
                  <a:cubicBezTo>
                    <a:pt x="174528" y="11789"/>
                    <a:pt x="171129" y="15211"/>
                    <a:pt x="166974" y="15211"/>
                  </a:cubicBezTo>
                  <a:cubicBezTo>
                    <a:pt x="162820" y="15211"/>
                    <a:pt x="159345" y="11789"/>
                    <a:pt x="159345" y="7606"/>
                  </a:cubicBezTo>
                  <a:lnTo>
                    <a:pt x="159307" y="7606"/>
                  </a:lnTo>
                  <a:close/>
                </a:path>
              </a:pathLst>
            </a:custGeom>
            <a:solidFill>
              <a:schemeClr val="tx1"/>
            </a:solidFill>
            <a:ln w="36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O"/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C1798759-AF2A-F74C-CA0C-674C71C993FE}"/>
              </a:ext>
            </a:extLst>
          </p:cNvPr>
          <p:cNvGrpSpPr/>
          <p:nvPr/>
        </p:nvGrpSpPr>
        <p:grpSpPr>
          <a:xfrm>
            <a:off x="6338735" y="2673289"/>
            <a:ext cx="720000" cy="720000"/>
            <a:chOff x="6299596" y="2663223"/>
            <a:chExt cx="720000" cy="720000"/>
          </a:xfrm>
        </p:grpSpPr>
        <p:sp>
          <p:nvSpPr>
            <p:cNvPr id="16" name="Google Shape;476;p37">
              <a:extLst>
                <a:ext uri="{FF2B5EF4-FFF2-40B4-BE49-F238E27FC236}">
                  <a16:creationId xmlns:a16="http://schemas.microsoft.com/office/drawing/2014/main" id="{9F687CEC-5A93-C002-2F16-32AA205C283F}"/>
                </a:ext>
              </a:extLst>
            </p:cNvPr>
            <p:cNvSpPr/>
            <p:nvPr/>
          </p:nvSpPr>
          <p:spPr>
            <a:xfrm>
              <a:off x="6299596" y="2663223"/>
              <a:ext cx="720000" cy="720000"/>
            </a:xfrm>
            <a:prstGeom prst="ellipse">
              <a:avLst/>
            </a:prstGeom>
            <a:solidFill>
              <a:srgbClr val="001744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00" tIns="45700" rIns="91400" bIns="45700" anchor="ctr" anchorCtr="0">
              <a:noAutofit/>
            </a:bodyPr>
            <a:lstStyle/>
            <a:p>
              <a:pPr algn="ctr" defTabSz="1219170">
                <a:buSzPts val="1425"/>
              </a:pPr>
              <a:endParaRPr sz="1900">
                <a:solidFill>
                  <a:srgbClr val="001744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67" name="Graphic 320">
              <a:extLst>
                <a:ext uri="{FF2B5EF4-FFF2-40B4-BE49-F238E27FC236}">
                  <a16:creationId xmlns:a16="http://schemas.microsoft.com/office/drawing/2014/main" id="{0D1D6BC3-51B7-B84D-9B84-9B0B1179F428}"/>
                </a:ext>
              </a:extLst>
            </p:cNvPr>
            <p:cNvSpPr/>
            <p:nvPr/>
          </p:nvSpPr>
          <p:spPr>
            <a:xfrm>
              <a:off x="6426267" y="2855287"/>
              <a:ext cx="466658" cy="335872"/>
            </a:xfrm>
            <a:custGeom>
              <a:avLst/>
              <a:gdLst>
                <a:gd name="connsiteX0" fmla="*/ 153445 w 372858"/>
                <a:gd name="connsiteY0" fmla="*/ 205634 h 268360"/>
                <a:gd name="connsiteX1" fmla="*/ 153445 w 372858"/>
                <a:gd name="connsiteY1" fmla="*/ 229066 h 268360"/>
                <a:gd name="connsiteX2" fmla="*/ 146275 w 372858"/>
                <a:gd name="connsiteY2" fmla="*/ 236298 h 268360"/>
                <a:gd name="connsiteX3" fmla="*/ 139105 w 372858"/>
                <a:gd name="connsiteY3" fmla="*/ 229066 h 268360"/>
                <a:gd name="connsiteX4" fmla="*/ 139105 w 372858"/>
                <a:gd name="connsiteY4" fmla="*/ 205634 h 268360"/>
                <a:gd name="connsiteX5" fmla="*/ 115586 w 372858"/>
                <a:gd name="connsiteY5" fmla="*/ 181913 h 268360"/>
                <a:gd name="connsiteX6" fmla="*/ 73711 w 372858"/>
                <a:gd name="connsiteY6" fmla="*/ 181913 h 268360"/>
                <a:gd name="connsiteX7" fmla="*/ 50192 w 372858"/>
                <a:gd name="connsiteY7" fmla="*/ 205634 h 268360"/>
                <a:gd name="connsiteX8" fmla="*/ 50192 w 372858"/>
                <a:gd name="connsiteY8" fmla="*/ 229066 h 268360"/>
                <a:gd name="connsiteX9" fmla="*/ 43022 w 372858"/>
                <a:gd name="connsiteY9" fmla="*/ 236298 h 268360"/>
                <a:gd name="connsiteX10" fmla="*/ 35852 w 372858"/>
                <a:gd name="connsiteY10" fmla="*/ 229066 h 268360"/>
                <a:gd name="connsiteX11" fmla="*/ 35852 w 372858"/>
                <a:gd name="connsiteY11" fmla="*/ 205634 h 268360"/>
                <a:gd name="connsiteX12" fmla="*/ 73711 w 372858"/>
                <a:gd name="connsiteY12" fmla="*/ 167448 h 268360"/>
                <a:gd name="connsiteX13" fmla="*/ 115586 w 372858"/>
                <a:gd name="connsiteY13" fmla="*/ 167448 h 268360"/>
                <a:gd name="connsiteX14" fmla="*/ 153445 w 372858"/>
                <a:gd name="connsiteY14" fmla="*/ 205634 h 268360"/>
                <a:gd name="connsiteX15" fmla="*/ 51244 w 372858"/>
                <a:gd name="connsiteY15" fmla="*/ 113159 h 268360"/>
                <a:gd name="connsiteX16" fmla="*/ 94601 w 372858"/>
                <a:gd name="connsiteY16" fmla="*/ 69429 h 268360"/>
                <a:gd name="connsiteX17" fmla="*/ 137957 w 372858"/>
                <a:gd name="connsiteY17" fmla="*/ 113159 h 268360"/>
                <a:gd name="connsiteX18" fmla="*/ 94601 w 372858"/>
                <a:gd name="connsiteY18" fmla="*/ 156889 h 268360"/>
                <a:gd name="connsiteX19" fmla="*/ 51244 w 372858"/>
                <a:gd name="connsiteY19" fmla="*/ 113159 h 268360"/>
                <a:gd name="connsiteX20" fmla="*/ 65585 w 372858"/>
                <a:gd name="connsiteY20" fmla="*/ 113159 h 268360"/>
                <a:gd name="connsiteX21" fmla="*/ 94601 w 372858"/>
                <a:gd name="connsiteY21" fmla="*/ 142425 h 268360"/>
                <a:gd name="connsiteX22" fmla="*/ 123617 w 372858"/>
                <a:gd name="connsiteY22" fmla="*/ 113159 h 268360"/>
                <a:gd name="connsiteX23" fmla="*/ 94601 w 372858"/>
                <a:gd name="connsiteY23" fmla="*/ 83893 h 268360"/>
                <a:gd name="connsiteX24" fmla="*/ 65585 w 372858"/>
                <a:gd name="connsiteY24" fmla="*/ 113159 h 268360"/>
                <a:gd name="connsiteX25" fmla="*/ 186668 w 372858"/>
                <a:gd name="connsiteY25" fmla="*/ 103757 h 268360"/>
                <a:gd name="connsiteX26" fmla="*/ 186429 w 372858"/>
                <a:gd name="connsiteY26" fmla="*/ 103757 h 268360"/>
                <a:gd name="connsiteX27" fmla="*/ 176964 w 372858"/>
                <a:gd name="connsiteY27" fmla="*/ 113400 h 268360"/>
                <a:gd name="connsiteX28" fmla="*/ 186620 w 372858"/>
                <a:gd name="connsiteY28" fmla="*/ 123043 h 268360"/>
                <a:gd name="connsiteX29" fmla="*/ 196181 w 372858"/>
                <a:gd name="connsiteY29" fmla="*/ 113400 h 268360"/>
                <a:gd name="connsiteX30" fmla="*/ 186620 w 372858"/>
                <a:gd name="connsiteY30" fmla="*/ 103757 h 268360"/>
                <a:gd name="connsiteX31" fmla="*/ 186668 w 372858"/>
                <a:gd name="connsiteY31" fmla="*/ 103757 h 268360"/>
                <a:gd name="connsiteX32" fmla="*/ 257511 w 372858"/>
                <a:gd name="connsiteY32" fmla="*/ 103757 h 268360"/>
                <a:gd name="connsiteX33" fmla="*/ 257033 w 372858"/>
                <a:gd name="connsiteY33" fmla="*/ 103757 h 268360"/>
                <a:gd name="connsiteX34" fmla="*/ 247473 w 372858"/>
                <a:gd name="connsiteY34" fmla="*/ 113400 h 268360"/>
                <a:gd name="connsiteX35" fmla="*/ 257033 w 372858"/>
                <a:gd name="connsiteY35" fmla="*/ 123043 h 268360"/>
                <a:gd name="connsiteX36" fmla="*/ 257511 w 372858"/>
                <a:gd name="connsiteY36" fmla="*/ 123043 h 268360"/>
                <a:gd name="connsiteX37" fmla="*/ 267072 w 372858"/>
                <a:gd name="connsiteY37" fmla="*/ 113400 h 268360"/>
                <a:gd name="connsiteX38" fmla="*/ 257511 w 372858"/>
                <a:gd name="connsiteY38" fmla="*/ 103757 h 268360"/>
                <a:gd name="connsiteX39" fmla="*/ 221564 w 372858"/>
                <a:gd name="connsiteY39" fmla="*/ 123043 h 268360"/>
                <a:gd name="connsiteX40" fmla="*/ 222042 w 372858"/>
                <a:gd name="connsiteY40" fmla="*/ 123043 h 268360"/>
                <a:gd name="connsiteX41" fmla="*/ 231602 w 372858"/>
                <a:gd name="connsiteY41" fmla="*/ 113400 h 268360"/>
                <a:gd name="connsiteX42" fmla="*/ 222042 w 372858"/>
                <a:gd name="connsiteY42" fmla="*/ 103757 h 268360"/>
                <a:gd name="connsiteX43" fmla="*/ 221564 w 372858"/>
                <a:gd name="connsiteY43" fmla="*/ 103757 h 268360"/>
                <a:gd name="connsiteX44" fmla="*/ 212003 w 372858"/>
                <a:gd name="connsiteY44" fmla="*/ 113400 h 268360"/>
                <a:gd name="connsiteX45" fmla="*/ 221564 w 372858"/>
                <a:gd name="connsiteY45" fmla="*/ 123043 h 268360"/>
                <a:gd name="connsiteX46" fmla="*/ 292933 w 372858"/>
                <a:gd name="connsiteY46" fmla="*/ 103757 h 268360"/>
                <a:gd name="connsiteX47" fmla="*/ 292455 w 372858"/>
                <a:gd name="connsiteY47" fmla="*/ 103757 h 268360"/>
                <a:gd name="connsiteX48" fmla="*/ 282894 w 372858"/>
                <a:gd name="connsiteY48" fmla="*/ 113400 h 268360"/>
                <a:gd name="connsiteX49" fmla="*/ 292455 w 372858"/>
                <a:gd name="connsiteY49" fmla="*/ 123043 h 268360"/>
                <a:gd name="connsiteX50" fmla="*/ 292933 w 372858"/>
                <a:gd name="connsiteY50" fmla="*/ 123043 h 268360"/>
                <a:gd name="connsiteX51" fmla="*/ 302493 w 372858"/>
                <a:gd name="connsiteY51" fmla="*/ 113400 h 268360"/>
                <a:gd name="connsiteX52" fmla="*/ 292933 w 372858"/>
                <a:gd name="connsiteY52" fmla="*/ 103757 h 268360"/>
                <a:gd name="connsiteX53" fmla="*/ 328067 w 372858"/>
                <a:gd name="connsiteY53" fmla="*/ 103757 h 268360"/>
                <a:gd name="connsiteX54" fmla="*/ 327828 w 372858"/>
                <a:gd name="connsiteY54" fmla="*/ 103757 h 268360"/>
                <a:gd name="connsiteX55" fmla="*/ 318411 w 372858"/>
                <a:gd name="connsiteY55" fmla="*/ 113400 h 268360"/>
                <a:gd name="connsiteX56" fmla="*/ 328067 w 372858"/>
                <a:gd name="connsiteY56" fmla="*/ 123043 h 268360"/>
                <a:gd name="connsiteX57" fmla="*/ 337628 w 372858"/>
                <a:gd name="connsiteY57" fmla="*/ 113400 h 268360"/>
                <a:gd name="connsiteX58" fmla="*/ 328067 w 372858"/>
                <a:gd name="connsiteY58" fmla="*/ 103757 h 268360"/>
                <a:gd name="connsiteX59" fmla="*/ 186668 w 372858"/>
                <a:gd name="connsiteY59" fmla="*/ 144402 h 268360"/>
                <a:gd name="connsiteX60" fmla="*/ 186429 w 372858"/>
                <a:gd name="connsiteY60" fmla="*/ 144402 h 268360"/>
                <a:gd name="connsiteX61" fmla="*/ 176964 w 372858"/>
                <a:gd name="connsiteY61" fmla="*/ 154045 h 268360"/>
                <a:gd name="connsiteX62" fmla="*/ 186620 w 372858"/>
                <a:gd name="connsiteY62" fmla="*/ 163688 h 268360"/>
                <a:gd name="connsiteX63" fmla="*/ 196181 w 372858"/>
                <a:gd name="connsiteY63" fmla="*/ 154045 h 268360"/>
                <a:gd name="connsiteX64" fmla="*/ 186620 w 372858"/>
                <a:gd name="connsiteY64" fmla="*/ 144402 h 268360"/>
                <a:gd name="connsiteX65" fmla="*/ 186668 w 372858"/>
                <a:gd name="connsiteY65" fmla="*/ 144402 h 268360"/>
                <a:gd name="connsiteX66" fmla="*/ 222090 w 372858"/>
                <a:gd name="connsiteY66" fmla="*/ 144402 h 268360"/>
                <a:gd name="connsiteX67" fmla="*/ 221612 w 372858"/>
                <a:gd name="connsiteY67" fmla="*/ 144402 h 268360"/>
                <a:gd name="connsiteX68" fmla="*/ 212051 w 372858"/>
                <a:gd name="connsiteY68" fmla="*/ 154045 h 268360"/>
                <a:gd name="connsiteX69" fmla="*/ 221612 w 372858"/>
                <a:gd name="connsiteY69" fmla="*/ 163688 h 268360"/>
                <a:gd name="connsiteX70" fmla="*/ 222090 w 372858"/>
                <a:gd name="connsiteY70" fmla="*/ 163688 h 268360"/>
                <a:gd name="connsiteX71" fmla="*/ 231650 w 372858"/>
                <a:gd name="connsiteY71" fmla="*/ 154045 h 268360"/>
                <a:gd name="connsiteX72" fmla="*/ 222090 w 372858"/>
                <a:gd name="connsiteY72" fmla="*/ 144402 h 268360"/>
                <a:gd name="connsiteX73" fmla="*/ 257272 w 372858"/>
                <a:gd name="connsiteY73" fmla="*/ 144402 h 268360"/>
                <a:gd name="connsiteX74" fmla="*/ 257033 w 372858"/>
                <a:gd name="connsiteY74" fmla="*/ 144402 h 268360"/>
                <a:gd name="connsiteX75" fmla="*/ 247568 w 372858"/>
                <a:gd name="connsiteY75" fmla="*/ 154045 h 268360"/>
                <a:gd name="connsiteX76" fmla="*/ 257272 w 372858"/>
                <a:gd name="connsiteY76" fmla="*/ 163688 h 268360"/>
                <a:gd name="connsiteX77" fmla="*/ 266832 w 372858"/>
                <a:gd name="connsiteY77" fmla="*/ 154045 h 268360"/>
                <a:gd name="connsiteX78" fmla="*/ 257272 w 372858"/>
                <a:gd name="connsiteY78" fmla="*/ 144402 h 268360"/>
                <a:gd name="connsiteX79" fmla="*/ 186668 w 372858"/>
                <a:gd name="connsiteY79" fmla="*/ 182588 h 268360"/>
                <a:gd name="connsiteX80" fmla="*/ 186429 w 372858"/>
                <a:gd name="connsiteY80" fmla="*/ 182588 h 268360"/>
                <a:gd name="connsiteX81" fmla="*/ 176964 w 372858"/>
                <a:gd name="connsiteY81" fmla="*/ 192231 h 268360"/>
                <a:gd name="connsiteX82" fmla="*/ 186620 w 372858"/>
                <a:gd name="connsiteY82" fmla="*/ 201873 h 268360"/>
                <a:gd name="connsiteX83" fmla="*/ 196181 w 372858"/>
                <a:gd name="connsiteY83" fmla="*/ 192231 h 268360"/>
                <a:gd name="connsiteX84" fmla="*/ 186620 w 372858"/>
                <a:gd name="connsiteY84" fmla="*/ 182588 h 268360"/>
                <a:gd name="connsiteX85" fmla="*/ 186668 w 372858"/>
                <a:gd name="connsiteY85" fmla="*/ 182588 h 268360"/>
                <a:gd name="connsiteX86" fmla="*/ 222090 w 372858"/>
                <a:gd name="connsiteY86" fmla="*/ 182588 h 268360"/>
                <a:gd name="connsiteX87" fmla="*/ 221612 w 372858"/>
                <a:gd name="connsiteY87" fmla="*/ 182588 h 268360"/>
                <a:gd name="connsiteX88" fmla="*/ 212051 w 372858"/>
                <a:gd name="connsiteY88" fmla="*/ 192231 h 268360"/>
                <a:gd name="connsiteX89" fmla="*/ 221612 w 372858"/>
                <a:gd name="connsiteY89" fmla="*/ 201873 h 268360"/>
                <a:gd name="connsiteX90" fmla="*/ 222090 w 372858"/>
                <a:gd name="connsiteY90" fmla="*/ 201873 h 268360"/>
                <a:gd name="connsiteX91" fmla="*/ 231650 w 372858"/>
                <a:gd name="connsiteY91" fmla="*/ 192231 h 268360"/>
                <a:gd name="connsiteX92" fmla="*/ 222090 w 372858"/>
                <a:gd name="connsiteY92" fmla="*/ 182588 h 268360"/>
                <a:gd name="connsiteX93" fmla="*/ 257272 w 372858"/>
                <a:gd name="connsiteY93" fmla="*/ 182588 h 268360"/>
                <a:gd name="connsiteX94" fmla="*/ 257033 w 372858"/>
                <a:gd name="connsiteY94" fmla="*/ 182588 h 268360"/>
                <a:gd name="connsiteX95" fmla="*/ 247568 w 372858"/>
                <a:gd name="connsiteY95" fmla="*/ 192231 h 268360"/>
                <a:gd name="connsiteX96" fmla="*/ 257272 w 372858"/>
                <a:gd name="connsiteY96" fmla="*/ 201873 h 268360"/>
                <a:gd name="connsiteX97" fmla="*/ 266832 w 372858"/>
                <a:gd name="connsiteY97" fmla="*/ 192231 h 268360"/>
                <a:gd name="connsiteX98" fmla="*/ 257272 w 372858"/>
                <a:gd name="connsiteY98" fmla="*/ 182588 h 268360"/>
                <a:gd name="connsiteX99" fmla="*/ 372858 w 372858"/>
                <a:gd name="connsiteY99" fmla="*/ 83122 h 268360"/>
                <a:gd name="connsiteX100" fmla="*/ 372858 w 372858"/>
                <a:gd name="connsiteY100" fmla="*/ 222557 h 268360"/>
                <a:gd name="connsiteX101" fmla="*/ 327446 w 372858"/>
                <a:gd name="connsiteY101" fmla="*/ 268361 h 268360"/>
                <a:gd name="connsiteX102" fmla="*/ 45412 w 372858"/>
                <a:gd name="connsiteY102" fmla="*/ 268361 h 268360"/>
                <a:gd name="connsiteX103" fmla="*/ 0 w 372858"/>
                <a:gd name="connsiteY103" fmla="*/ 222557 h 268360"/>
                <a:gd name="connsiteX104" fmla="*/ 0 w 372858"/>
                <a:gd name="connsiteY104" fmla="*/ 83122 h 268360"/>
                <a:gd name="connsiteX105" fmla="*/ 45412 w 372858"/>
                <a:gd name="connsiteY105" fmla="*/ 37318 h 268360"/>
                <a:gd name="connsiteX106" fmla="*/ 161859 w 372858"/>
                <a:gd name="connsiteY106" fmla="*/ 37318 h 268360"/>
                <a:gd name="connsiteX107" fmla="*/ 174909 w 372858"/>
                <a:gd name="connsiteY107" fmla="*/ 21504 h 268360"/>
                <a:gd name="connsiteX108" fmla="*/ 174670 w 372858"/>
                <a:gd name="connsiteY108" fmla="*/ 21118 h 268360"/>
                <a:gd name="connsiteX109" fmla="*/ 170845 w 372858"/>
                <a:gd name="connsiteY109" fmla="*/ 14464 h 268360"/>
                <a:gd name="connsiteX110" fmla="*/ 179115 w 372858"/>
                <a:gd name="connsiteY110" fmla="*/ 0 h 268360"/>
                <a:gd name="connsiteX111" fmla="*/ 194412 w 372858"/>
                <a:gd name="connsiteY111" fmla="*/ 0 h 268360"/>
                <a:gd name="connsiteX112" fmla="*/ 202682 w 372858"/>
                <a:gd name="connsiteY112" fmla="*/ 14464 h 268360"/>
                <a:gd name="connsiteX113" fmla="*/ 198858 w 372858"/>
                <a:gd name="connsiteY113" fmla="*/ 21118 h 268360"/>
                <a:gd name="connsiteX114" fmla="*/ 198475 w 372858"/>
                <a:gd name="connsiteY114" fmla="*/ 21793 h 268360"/>
                <a:gd name="connsiteX115" fmla="*/ 210999 w 372858"/>
                <a:gd name="connsiteY115" fmla="*/ 37366 h 268360"/>
                <a:gd name="connsiteX116" fmla="*/ 327446 w 372858"/>
                <a:gd name="connsiteY116" fmla="*/ 37366 h 268360"/>
                <a:gd name="connsiteX117" fmla="*/ 372858 w 372858"/>
                <a:gd name="connsiteY117" fmla="*/ 83170 h 268360"/>
                <a:gd name="connsiteX118" fmla="*/ 372858 w 372858"/>
                <a:gd name="connsiteY118" fmla="*/ 83122 h 268360"/>
                <a:gd name="connsiteX119" fmla="*/ 175052 w 372858"/>
                <a:gd name="connsiteY119" fmla="*/ 44550 h 268360"/>
                <a:gd name="connsiteX120" fmla="*/ 186429 w 372858"/>
                <a:gd name="connsiteY120" fmla="*/ 56025 h 268360"/>
                <a:gd name="connsiteX121" fmla="*/ 197806 w 372858"/>
                <a:gd name="connsiteY121" fmla="*/ 44550 h 268360"/>
                <a:gd name="connsiteX122" fmla="*/ 186429 w 372858"/>
                <a:gd name="connsiteY122" fmla="*/ 33075 h 268360"/>
                <a:gd name="connsiteX123" fmla="*/ 175052 w 372858"/>
                <a:gd name="connsiteY123" fmla="*/ 44550 h 268360"/>
                <a:gd name="connsiteX124" fmla="*/ 358517 w 372858"/>
                <a:gd name="connsiteY124" fmla="*/ 83122 h 268360"/>
                <a:gd name="connsiteX125" fmla="*/ 327446 w 372858"/>
                <a:gd name="connsiteY125" fmla="*/ 51782 h 268360"/>
                <a:gd name="connsiteX126" fmla="*/ 210999 w 372858"/>
                <a:gd name="connsiteY126" fmla="*/ 51782 h 268360"/>
                <a:gd name="connsiteX127" fmla="*/ 186429 w 372858"/>
                <a:gd name="connsiteY127" fmla="*/ 70489 h 268360"/>
                <a:gd name="connsiteX128" fmla="*/ 161859 w 372858"/>
                <a:gd name="connsiteY128" fmla="*/ 51782 h 268360"/>
                <a:gd name="connsiteX129" fmla="*/ 45412 w 372858"/>
                <a:gd name="connsiteY129" fmla="*/ 51782 h 268360"/>
                <a:gd name="connsiteX130" fmla="*/ 14341 w 372858"/>
                <a:gd name="connsiteY130" fmla="*/ 83122 h 268360"/>
                <a:gd name="connsiteX131" fmla="*/ 14341 w 372858"/>
                <a:gd name="connsiteY131" fmla="*/ 222557 h 268360"/>
                <a:gd name="connsiteX132" fmla="*/ 45412 w 372858"/>
                <a:gd name="connsiteY132" fmla="*/ 253897 h 268360"/>
                <a:gd name="connsiteX133" fmla="*/ 327446 w 372858"/>
                <a:gd name="connsiteY133" fmla="*/ 253897 h 268360"/>
                <a:gd name="connsiteX134" fmla="*/ 358517 w 372858"/>
                <a:gd name="connsiteY134" fmla="*/ 222557 h 268360"/>
                <a:gd name="connsiteX135" fmla="*/ 358517 w 372858"/>
                <a:gd name="connsiteY135" fmla="*/ 83122 h 26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372858" h="268360">
                  <a:moveTo>
                    <a:pt x="153445" y="205634"/>
                  </a:moveTo>
                  <a:lnTo>
                    <a:pt x="153445" y="229066"/>
                  </a:lnTo>
                  <a:cubicBezTo>
                    <a:pt x="153445" y="233068"/>
                    <a:pt x="150243" y="236298"/>
                    <a:pt x="146275" y="236298"/>
                  </a:cubicBezTo>
                  <a:cubicBezTo>
                    <a:pt x="142307" y="236298"/>
                    <a:pt x="139105" y="233068"/>
                    <a:pt x="139105" y="229066"/>
                  </a:cubicBezTo>
                  <a:lnTo>
                    <a:pt x="139105" y="205634"/>
                  </a:lnTo>
                  <a:cubicBezTo>
                    <a:pt x="139105" y="192568"/>
                    <a:pt x="128540" y="181913"/>
                    <a:pt x="115586" y="181913"/>
                  </a:cubicBezTo>
                  <a:lnTo>
                    <a:pt x="73711" y="181913"/>
                  </a:lnTo>
                  <a:cubicBezTo>
                    <a:pt x="60757" y="181913"/>
                    <a:pt x="50192" y="192568"/>
                    <a:pt x="50192" y="205634"/>
                  </a:cubicBezTo>
                  <a:lnTo>
                    <a:pt x="50192" y="229066"/>
                  </a:lnTo>
                  <a:cubicBezTo>
                    <a:pt x="50192" y="233068"/>
                    <a:pt x="46990" y="236298"/>
                    <a:pt x="43022" y="236298"/>
                  </a:cubicBezTo>
                  <a:cubicBezTo>
                    <a:pt x="39054" y="236298"/>
                    <a:pt x="35852" y="233068"/>
                    <a:pt x="35852" y="229066"/>
                  </a:cubicBezTo>
                  <a:lnTo>
                    <a:pt x="35852" y="205634"/>
                  </a:lnTo>
                  <a:cubicBezTo>
                    <a:pt x="35852" y="184564"/>
                    <a:pt x="52822" y="167448"/>
                    <a:pt x="73711" y="167448"/>
                  </a:cubicBezTo>
                  <a:lnTo>
                    <a:pt x="115586" y="167448"/>
                  </a:lnTo>
                  <a:cubicBezTo>
                    <a:pt x="136476" y="167448"/>
                    <a:pt x="153445" y="184564"/>
                    <a:pt x="153445" y="205634"/>
                  </a:cubicBezTo>
                  <a:close/>
                  <a:moveTo>
                    <a:pt x="51244" y="113159"/>
                  </a:moveTo>
                  <a:cubicBezTo>
                    <a:pt x="51244" y="89052"/>
                    <a:pt x="70700" y="69429"/>
                    <a:pt x="94601" y="69429"/>
                  </a:cubicBezTo>
                  <a:cubicBezTo>
                    <a:pt x="118502" y="69429"/>
                    <a:pt x="137957" y="89052"/>
                    <a:pt x="137957" y="113159"/>
                  </a:cubicBezTo>
                  <a:cubicBezTo>
                    <a:pt x="137957" y="137266"/>
                    <a:pt x="118502" y="156889"/>
                    <a:pt x="94601" y="156889"/>
                  </a:cubicBezTo>
                  <a:cubicBezTo>
                    <a:pt x="70700" y="156889"/>
                    <a:pt x="51244" y="137266"/>
                    <a:pt x="51244" y="113159"/>
                  </a:cubicBezTo>
                  <a:close/>
                  <a:moveTo>
                    <a:pt x="65585" y="113159"/>
                  </a:moveTo>
                  <a:cubicBezTo>
                    <a:pt x="65585" y="129311"/>
                    <a:pt x="78587" y="142425"/>
                    <a:pt x="94601" y="142425"/>
                  </a:cubicBezTo>
                  <a:cubicBezTo>
                    <a:pt x="110615" y="142425"/>
                    <a:pt x="123617" y="129311"/>
                    <a:pt x="123617" y="113159"/>
                  </a:cubicBezTo>
                  <a:cubicBezTo>
                    <a:pt x="123617" y="97007"/>
                    <a:pt x="110615" y="83893"/>
                    <a:pt x="94601" y="83893"/>
                  </a:cubicBezTo>
                  <a:cubicBezTo>
                    <a:pt x="78587" y="83893"/>
                    <a:pt x="65585" y="97007"/>
                    <a:pt x="65585" y="113159"/>
                  </a:cubicBezTo>
                  <a:close/>
                  <a:moveTo>
                    <a:pt x="186668" y="103757"/>
                  </a:moveTo>
                  <a:lnTo>
                    <a:pt x="186429" y="103757"/>
                  </a:lnTo>
                  <a:cubicBezTo>
                    <a:pt x="181171" y="103757"/>
                    <a:pt x="176964" y="108097"/>
                    <a:pt x="176964" y="113400"/>
                  </a:cubicBezTo>
                  <a:cubicBezTo>
                    <a:pt x="176964" y="118704"/>
                    <a:pt x="181362" y="123043"/>
                    <a:pt x="186620" y="123043"/>
                  </a:cubicBezTo>
                  <a:cubicBezTo>
                    <a:pt x="191878" y="123043"/>
                    <a:pt x="196181" y="118704"/>
                    <a:pt x="196181" y="113400"/>
                  </a:cubicBezTo>
                  <a:cubicBezTo>
                    <a:pt x="196181" y="108097"/>
                    <a:pt x="191878" y="103757"/>
                    <a:pt x="186620" y="103757"/>
                  </a:cubicBezTo>
                  <a:lnTo>
                    <a:pt x="186668" y="103757"/>
                  </a:lnTo>
                  <a:close/>
                  <a:moveTo>
                    <a:pt x="257511" y="103757"/>
                  </a:moveTo>
                  <a:lnTo>
                    <a:pt x="257033" y="103757"/>
                  </a:lnTo>
                  <a:cubicBezTo>
                    <a:pt x="251775" y="103757"/>
                    <a:pt x="247473" y="108097"/>
                    <a:pt x="247473" y="113400"/>
                  </a:cubicBezTo>
                  <a:cubicBezTo>
                    <a:pt x="247473" y="118704"/>
                    <a:pt x="251775" y="123043"/>
                    <a:pt x="257033" y="123043"/>
                  </a:cubicBezTo>
                  <a:lnTo>
                    <a:pt x="257511" y="123043"/>
                  </a:lnTo>
                  <a:cubicBezTo>
                    <a:pt x="262769" y="123043"/>
                    <a:pt x="267072" y="118704"/>
                    <a:pt x="267072" y="113400"/>
                  </a:cubicBezTo>
                  <a:cubicBezTo>
                    <a:pt x="267072" y="108097"/>
                    <a:pt x="262769" y="103757"/>
                    <a:pt x="257511" y="103757"/>
                  </a:cubicBezTo>
                  <a:close/>
                  <a:moveTo>
                    <a:pt x="221564" y="123043"/>
                  </a:moveTo>
                  <a:lnTo>
                    <a:pt x="222042" y="123043"/>
                  </a:lnTo>
                  <a:cubicBezTo>
                    <a:pt x="227300" y="123043"/>
                    <a:pt x="231602" y="118704"/>
                    <a:pt x="231602" y="113400"/>
                  </a:cubicBezTo>
                  <a:cubicBezTo>
                    <a:pt x="231602" y="108097"/>
                    <a:pt x="227300" y="103757"/>
                    <a:pt x="222042" y="103757"/>
                  </a:cubicBezTo>
                  <a:lnTo>
                    <a:pt x="221564" y="103757"/>
                  </a:lnTo>
                  <a:cubicBezTo>
                    <a:pt x="216305" y="103757"/>
                    <a:pt x="212003" y="108097"/>
                    <a:pt x="212003" y="113400"/>
                  </a:cubicBezTo>
                  <a:cubicBezTo>
                    <a:pt x="212003" y="118704"/>
                    <a:pt x="216305" y="123043"/>
                    <a:pt x="221564" y="123043"/>
                  </a:cubicBezTo>
                  <a:close/>
                  <a:moveTo>
                    <a:pt x="292933" y="103757"/>
                  </a:moveTo>
                  <a:lnTo>
                    <a:pt x="292455" y="103757"/>
                  </a:lnTo>
                  <a:cubicBezTo>
                    <a:pt x="287196" y="103757"/>
                    <a:pt x="282894" y="108097"/>
                    <a:pt x="282894" y="113400"/>
                  </a:cubicBezTo>
                  <a:cubicBezTo>
                    <a:pt x="282894" y="118704"/>
                    <a:pt x="287196" y="123043"/>
                    <a:pt x="292455" y="123043"/>
                  </a:cubicBezTo>
                  <a:lnTo>
                    <a:pt x="292933" y="123043"/>
                  </a:lnTo>
                  <a:cubicBezTo>
                    <a:pt x="298191" y="123043"/>
                    <a:pt x="302493" y="118704"/>
                    <a:pt x="302493" y="113400"/>
                  </a:cubicBezTo>
                  <a:cubicBezTo>
                    <a:pt x="302493" y="108097"/>
                    <a:pt x="298191" y="103757"/>
                    <a:pt x="292933" y="103757"/>
                  </a:cubicBezTo>
                  <a:close/>
                  <a:moveTo>
                    <a:pt x="328067" y="103757"/>
                  </a:moveTo>
                  <a:lnTo>
                    <a:pt x="327828" y="103757"/>
                  </a:lnTo>
                  <a:cubicBezTo>
                    <a:pt x="322570" y="103757"/>
                    <a:pt x="318411" y="108097"/>
                    <a:pt x="318411" y="113400"/>
                  </a:cubicBezTo>
                  <a:cubicBezTo>
                    <a:pt x="318411" y="118704"/>
                    <a:pt x="322809" y="123043"/>
                    <a:pt x="328067" y="123043"/>
                  </a:cubicBezTo>
                  <a:cubicBezTo>
                    <a:pt x="333326" y="123043"/>
                    <a:pt x="337628" y="118704"/>
                    <a:pt x="337628" y="113400"/>
                  </a:cubicBezTo>
                  <a:cubicBezTo>
                    <a:pt x="337628" y="108097"/>
                    <a:pt x="333326" y="103757"/>
                    <a:pt x="328067" y="103757"/>
                  </a:cubicBezTo>
                  <a:close/>
                  <a:moveTo>
                    <a:pt x="186668" y="144402"/>
                  </a:moveTo>
                  <a:lnTo>
                    <a:pt x="186429" y="144402"/>
                  </a:lnTo>
                  <a:cubicBezTo>
                    <a:pt x="181171" y="144402"/>
                    <a:pt x="176964" y="148741"/>
                    <a:pt x="176964" y="154045"/>
                  </a:cubicBezTo>
                  <a:cubicBezTo>
                    <a:pt x="176964" y="159348"/>
                    <a:pt x="181362" y="163688"/>
                    <a:pt x="186620" y="163688"/>
                  </a:cubicBezTo>
                  <a:cubicBezTo>
                    <a:pt x="191878" y="163688"/>
                    <a:pt x="196181" y="159348"/>
                    <a:pt x="196181" y="154045"/>
                  </a:cubicBezTo>
                  <a:cubicBezTo>
                    <a:pt x="196181" y="148741"/>
                    <a:pt x="191878" y="144402"/>
                    <a:pt x="186620" y="144402"/>
                  </a:cubicBezTo>
                  <a:lnTo>
                    <a:pt x="186668" y="144402"/>
                  </a:lnTo>
                  <a:close/>
                  <a:moveTo>
                    <a:pt x="222090" y="144402"/>
                  </a:moveTo>
                  <a:lnTo>
                    <a:pt x="221612" y="144402"/>
                  </a:lnTo>
                  <a:cubicBezTo>
                    <a:pt x="216353" y="144402"/>
                    <a:pt x="212051" y="148741"/>
                    <a:pt x="212051" y="154045"/>
                  </a:cubicBezTo>
                  <a:cubicBezTo>
                    <a:pt x="212051" y="159348"/>
                    <a:pt x="216353" y="163688"/>
                    <a:pt x="221612" y="163688"/>
                  </a:cubicBezTo>
                  <a:lnTo>
                    <a:pt x="222090" y="163688"/>
                  </a:lnTo>
                  <a:cubicBezTo>
                    <a:pt x="227348" y="163688"/>
                    <a:pt x="231650" y="159348"/>
                    <a:pt x="231650" y="154045"/>
                  </a:cubicBezTo>
                  <a:cubicBezTo>
                    <a:pt x="231650" y="148741"/>
                    <a:pt x="227348" y="144402"/>
                    <a:pt x="222090" y="144402"/>
                  </a:cubicBezTo>
                  <a:close/>
                  <a:moveTo>
                    <a:pt x="257272" y="144402"/>
                  </a:moveTo>
                  <a:lnTo>
                    <a:pt x="257033" y="144402"/>
                  </a:lnTo>
                  <a:cubicBezTo>
                    <a:pt x="251775" y="144402"/>
                    <a:pt x="247568" y="148741"/>
                    <a:pt x="247568" y="154045"/>
                  </a:cubicBezTo>
                  <a:cubicBezTo>
                    <a:pt x="247568" y="159348"/>
                    <a:pt x="251966" y="163688"/>
                    <a:pt x="257272" y="163688"/>
                  </a:cubicBezTo>
                  <a:cubicBezTo>
                    <a:pt x="262578" y="163688"/>
                    <a:pt x="266832" y="159348"/>
                    <a:pt x="266832" y="154045"/>
                  </a:cubicBezTo>
                  <a:cubicBezTo>
                    <a:pt x="266832" y="148741"/>
                    <a:pt x="262530" y="144402"/>
                    <a:pt x="257272" y="144402"/>
                  </a:cubicBezTo>
                  <a:close/>
                  <a:moveTo>
                    <a:pt x="186668" y="182588"/>
                  </a:moveTo>
                  <a:lnTo>
                    <a:pt x="186429" y="182588"/>
                  </a:lnTo>
                  <a:cubicBezTo>
                    <a:pt x="181171" y="182588"/>
                    <a:pt x="176964" y="186927"/>
                    <a:pt x="176964" y="192231"/>
                  </a:cubicBezTo>
                  <a:cubicBezTo>
                    <a:pt x="176964" y="197534"/>
                    <a:pt x="181362" y="201873"/>
                    <a:pt x="186620" y="201873"/>
                  </a:cubicBezTo>
                  <a:cubicBezTo>
                    <a:pt x="191878" y="201873"/>
                    <a:pt x="196181" y="197534"/>
                    <a:pt x="196181" y="192231"/>
                  </a:cubicBezTo>
                  <a:cubicBezTo>
                    <a:pt x="196181" y="186927"/>
                    <a:pt x="191878" y="182588"/>
                    <a:pt x="186620" y="182588"/>
                  </a:cubicBezTo>
                  <a:lnTo>
                    <a:pt x="186668" y="182588"/>
                  </a:lnTo>
                  <a:close/>
                  <a:moveTo>
                    <a:pt x="222090" y="182588"/>
                  </a:moveTo>
                  <a:lnTo>
                    <a:pt x="221612" y="182588"/>
                  </a:lnTo>
                  <a:cubicBezTo>
                    <a:pt x="216353" y="182588"/>
                    <a:pt x="212051" y="186927"/>
                    <a:pt x="212051" y="192231"/>
                  </a:cubicBezTo>
                  <a:cubicBezTo>
                    <a:pt x="212051" y="197534"/>
                    <a:pt x="216353" y="201873"/>
                    <a:pt x="221612" y="201873"/>
                  </a:cubicBezTo>
                  <a:lnTo>
                    <a:pt x="222090" y="201873"/>
                  </a:lnTo>
                  <a:cubicBezTo>
                    <a:pt x="227348" y="201873"/>
                    <a:pt x="231650" y="197534"/>
                    <a:pt x="231650" y="192231"/>
                  </a:cubicBezTo>
                  <a:cubicBezTo>
                    <a:pt x="231650" y="186927"/>
                    <a:pt x="227348" y="182588"/>
                    <a:pt x="222090" y="182588"/>
                  </a:cubicBezTo>
                  <a:close/>
                  <a:moveTo>
                    <a:pt x="257272" y="182588"/>
                  </a:moveTo>
                  <a:lnTo>
                    <a:pt x="257033" y="182588"/>
                  </a:lnTo>
                  <a:cubicBezTo>
                    <a:pt x="251775" y="182588"/>
                    <a:pt x="247568" y="186927"/>
                    <a:pt x="247568" y="192231"/>
                  </a:cubicBezTo>
                  <a:cubicBezTo>
                    <a:pt x="247568" y="197534"/>
                    <a:pt x="251966" y="201873"/>
                    <a:pt x="257272" y="201873"/>
                  </a:cubicBezTo>
                  <a:cubicBezTo>
                    <a:pt x="262578" y="201873"/>
                    <a:pt x="266832" y="197534"/>
                    <a:pt x="266832" y="192231"/>
                  </a:cubicBezTo>
                  <a:cubicBezTo>
                    <a:pt x="266832" y="186927"/>
                    <a:pt x="262530" y="182588"/>
                    <a:pt x="257272" y="182588"/>
                  </a:cubicBezTo>
                  <a:close/>
                  <a:moveTo>
                    <a:pt x="372858" y="83122"/>
                  </a:moveTo>
                  <a:lnTo>
                    <a:pt x="372858" y="222557"/>
                  </a:lnTo>
                  <a:cubicBezTo>
                    <a:pt x="372858" y="247822"/>
                    <a:pt x="352494" y="268361"/>
                    <a:pt x="327446" y="268361"/>
                  </a:cubicBezTo>
                  <a:lnTo>
                    <a:pt x="45412" y="268361"/>
                  </a:lnTo>
                  <a:cubicBezTo>
                    <a:pt x="20364" y="268361"/>
                    <a:pt x="0" y="247822"/>
                    <a:pt x="0" y="222557"/>
                  </a:cubicBezTo>
                  <a:lnTo>
                    <a:pt x="0" y="83122"/>
                  </a:lnTo>
                  <a:cubicBezTo>
                    <a:pt x="0" y="57857"/>
                    <a:pt x="20364" y="37318"/>
                    <a:pt x="45412" y="37318"/>
                  </a:cubicBezTo>
                  <a:lnTo>
                    <a:pt x="161859" y="37318"/>
                  </a:lnTo>
                  <a:cubicBezTo>
                    <a:pt x="163866" y="30375"/>
                    <a:pt x="168599" y="24686"/>
                    <a:pt x="174909" y="21504"/>
                  </a:cubicBezTo>
                  <a:lnTo>
                    <a:pt x="174670" y="21118"/>
                  </a:lnTo>
                  <a:lnTo>
                    <a:pt x="170845" y="14464"/>
                  </a:lnTo>
                  <a:cubicBezTo>
                    <a:pt x="167165" y="8052"/>
                    <a:pt x="171754" y="0"/>
                    <a:pt x="179115" y="0"/>
                  </a:cubicBezTo>
                  <a:lnTo>
                    <a:pt x="194412" y="0"/>
                  </a:lnTo>
                  <a:cubicBezTo>
                    <a:pt x="201774" y="0"/>
                    <a:pt x="206363" y="8052"/>
                    <a:pt x="202682" y="14464"/>
                  </a:cubicBezTo>
                  <a:lnTo>
                    <a:pt x="198858" y="21118"/>
                  </a:lnTo>
                  <a:lnTo>
                    <a:pt x="198475" y="21793"/>
                  </a:lnTo>
                  <a:cubicBezTo>
                    <a:pt x="204498" y="25071"/>
                    <a:pt x="209039" y="30616"/>
                    <a:pt x="210999" y="37366"/>
                  </a:cubicBezTo>
                  <a:lnTo>
                    <a:pt x="327446" y="37366"/>
                  </a:lnTo>
                  <a:cubicBezTo>
                    <a:pt x="352494" y="37366"/>
                    <a:pt x="372858" y="57906"/>
                    <a:pt x="372858" y="83170"/>
                  </a:cubicBezTo>
                  <a:lnTo>
                    <a:pt x="372858" y="83122"/>
                  </a:lnTo>
                  <a:close/>
                  <a:moveTo>
                    <a:pt x="175052" y="44550"/>
                  </a:moveTo>
                  <a:cubicBezTo>
                    <a:pt x="175052" y="50866"/>
                    <a:pt x="180167" y="56025"/>
                    <a:pt x="186429" y="56025"/>
                  </a:cubicBezTo>
                  <a:cubicBezTo>
                    <a:pt x="192691" y="56025"/>
                    <a:pt x="197806" y="50866"/>
                    <a:pt x="197806" y="44550"/>
                  </a:cubicBezTo>
                  <a:cubicBezTo>
                    <a:pt x="197806" y="38234"/>
                    <a:pt x="192691" y="33075"/>
                    <a:pt x="186429" y="33075"/>
                  </a:cubicBezTo>
                  <a:cubicBezTo>
                    <a:pt x="180167" y="33075"/>
                    <a:pt x="175052" y="38234"/>
                    <a:pt x="175052" y="44550"/>
                  </a:cubicBezTo>
                  <a:close/>
                  <a:moveTo>
                    <a:pt x="358517" y="83122"/>
                  </a:moveTo>
                  <a:cubicBezTo>
                    <a:pt x="358517" y="65861"/>
                    <a:pt x="344559" y="51782"/>
                    <a:pt x="327446" y="51782"/>
                  </a:cubicBezTo>
                  <a:lnTo>
                    <a:pt x="210999" y="51782"/>
                  </a:lnTo>
                  <a:cubicBezTo>
                    <a:pt x="207892" y="62582"/>
                    <a:pt x="198093" y="70489"/>
                    <a:pt x="186429" y="70489"/>
                  </a:cubicBezTo>
                  <a:cubicBezTo>
                    <a:pt x="174765" y="70489"/>
                    <a:pt x="164966" y="62534"/>
                    <a:pt x="161859" y="51782"/>
                  </a:cubicBezTo>
                  <a:lnTo>
                    <a:pt x="45412" y="51782"/>
                  </a:lnTo>
                  <a:cubicBezTo>
                    <a:pt x="28299" y="51782"/>
                    <a:pt x="14341" y="65861"/>
                    <a:pt x="14341" y="83122"/>
                  </a:cubicBezTo>
                  <a:lnTo>
                    <a:pt x="14341" y="222557"/>
                  </a:lnTo>
                  <a:cubicBezTo>
                    <a:pt x="14341" y="239818"/>
                    <a:pt x="28299" y="253897"/>
                    <a:pt x="45412" y="253897"/>
                  </a:cubicBezTo>
                  <a:lnTo>
                    <a:pt x="327446" y="253897"/>
                  </a:lnTo>
                  <a:cubicBezTo>
                    <a:pt x="344559" y="253897"/>
                    <a:pt x="358517" y="239818"/>
                    <a:pt x="358517" y="222557"/>
                  </a:cubicBezTo>
                  <a:lnTo>
                    <a:pt x="358517" y="83122"/>
                  </a:lnTo>
                  <a:close/>
                </a:path>
              </a:pathLst>
            </a:custGeom>
            <a:solidFill>
              <a:schemeClr val="tx1"/>
            </a:solidFill>
            <a:ln w="47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O"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6EBCE429-7BEA-8302-1FE5-A006FCBDC1FA}"/>
              </a:ext>
            </a:extLst>
          </p:cNvPr>
          <p:cNvGrpSpPr/>
          <p:nvPr/>
        </p:nvGrpSpPr>
        <p:grpSpPr>
          <a:xfrm>
            <a:off x="8682406" y="2673289"/>
            <a:ext cx="720000" cy="720000"/>
            <a:chOff x="8729577" y="2690223"/>
            <a:chExt cx="720000" cy="720000"/>
          </a:xfrm>
        </p:grpSpPr>
        <p:sp>
          <p:nvSpPr>
            <p:cNvPr id="25" name="Google Shape;485;p37">
              <a:extLst>
                <a:ext uri="{FF2B5EF4-FFF2-40B4-BE49-F238E27FC236}">
                  <a16:creationId xmlns:a16="http://schemas.microsoft.com/office/drawing/2014/main" id="{874C117D-9727-C03D-6C68-3E462B778014}"/>
                </a:ext>
              </a:extLst>
            </p:cNvPr>
            <p:cNvSpPr/>
            <p:nvPr/>
          </p:nvSpPr>
          <p:spPr>
            <a:xfrm>
              <a:off x="8729577" y="2690223"/>
              <a:ext cx="720000" cy="720000"/>
            </a:xfrm>
            <a:prstGeom prst="ellipse">
              <a:avLst/>
            </a:prstGeom>
            <a:solidFill>
              <a:srgbClr val="001744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00" tIns="45700" rIns="91400" bIns="45700" anchor="ctr" anchorCtr="0">
              <a:noAutofit/>
            </a:bodyPr>
            <a:lstStyle/>
            <a:p>
              <a:pPr algn="ctr" defTabSz="1219170">
                <a:buSzPts val="1425"/>
              </a:pPr>
              <a:endParaRPr sz="1900">
                <a:solidFill>
                  <a:srgbClr val="001744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14781DA2-A771-5001-9B0F-6550115522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865926" y="2879557"/>
              <a:ext cx="443721" cy="303120"/>
            </a:xfrm>
            <a:custGeom>
              <a:avLst/>
              <a:gdLst>
                <a:gd name="connsiteX0" fmla="*/ 3797315 w 7593701"/>
                <a:gd name="connsiteY0" fmla="*/ 4346240 h 5187510"/>
                <a:gd name="connsiteX1" fmla="*/ 3986235 w 7593701"/>
                <a:gd name="connsiteY1" fmla="*/ 4536361 h 5187510"/>
                <a:gd name="connsiteX2" fmla="*/ 3797315 w 7593701"/>
                <a:gd name="connsiteY2" fmla="*/ 4726481 h 5187510"/>
                <a:gd name="connsiteX3" fmla="*/ 3608395 w 7593701"/>
                <a:gd name="connsiteY3" fmla="*/ 4536361 h 5187510"/>
                <a:gd name="connsiteX4" fmla="*/ 3797315 w 7593701"/>
                <a:gd name="connsiteY4" fmla="*/ 4346240 h 5187510"/>
                <a:gd name="connsiteX5" fmla="*/ 519530 w 7593701"/>
                <a:gd name="connsiteY5" fmla="*/ 4171302 h 5187510"/>
                <a:gd name="connsiteX6" fmla="*/ 283380 w 7593701"/>
                <a:gd name="connsiteY6" fmla="*/ 4408962 h 5187510"/>
                <a:gd name="connsiteX7" fmla="*/ 283380 w 7593701"/>
                <a:gd name="connsiteY7" fmla="*/ 4664670 h 5187510"/>
                <a:gd name="connsiteX8" fmla="*/ 519530 w 7593701"/>
                <a:gd name="connsiteY8" fmla="*/ 4902330 h 5187510"/>
                <a:gd name="connsiteX9" fmla="*/ 7074172 w 7593701"/>
                <a:gd name="connsiteY9" fmla="*/ 4902330 h 5187510"/>
                <a:gd name="connsiteX10" fmla="*/ 7310322 w 7593701"/>
                <a:gd name="connsiteY10" fmla="*/ 4664670 h 5187510"/>
                <a:gd name="connsiteX11" fmla="*/ 7310322 w 7593701"/>
                <a:gd name="connsiteY11" fmla="*/ 4408962 h 5187510"/>
                <a:gd name="connsiteX12" fmla="*/ 7074172 w 7593701"/>
                <a:gd name="connsiteY12" fmla="*/ 4171302 h 5187510"/>
                <a:gd name="connsiteX13" fmla="*/ 519530 w 7593701"/>
                <a:gd name="connsiteY13" fmla="*/ 3886121 h 5187510"/>
                <a:gd name="connsiteX14" fmla="*/ 7074172 w 7593701"/>
                <a:gd name="connsiteY14" fmla="*/ 3886121 h 5187510"/>
                <a:gd name="connsiteX15" fmla="*/ 7593701 w 7593701"/>
                <a:gd name="connsiteY15" fmla="*/ 4408962 h 5187510"/>
                <a:gd name="connsiteX16" fmla="*/ 7593701 w 7593701"/>
                <a:gd name="connsiteY16" fmla="*/ 4664670 h 5187510"/>
                <a:gd name="connsiteX17" fmla="*/ 7074172 w 7593701"/>
                <a:gd name="connsiteY17" fmla="*/ 5187510 h 5187510"/>
                <a:gd name="connsiteX18" fmla="*/ 519530 w 7593701"/>
                <a:gd name="connsiteY18" fmla="*/ 5187510 h 5187510"/>
                <a:gd name="connsiteX19" fmla="*/ 0 w 7593701"/>
                <a:gd name="connsiteY19" fmla="*/ 4664670 h 5187510"/>
                <a:gd name="connsiteX20" fmla="*/ 0 w 7593701"/>
                <a:gd name="connsiteY20" fmla="*/ 4408962 h 5187510"/>
                <a:gd name="connsiteX21" fmla="*/ 519530 w 7593701"/>
                <a:gd name="connsiteY21" fmla="*/ 3886121 h 5187510"/>
                <a:gd name="connsiteX22" fmla="*/ 6080525 w 7593701"/>
                <a:gd name="connsiteY22" fmla="*/ 3068674 h 5187510"/>
                <a:gd name="connsiteX23" fmla="*/ 6154126 w 7593701"/>
                <a:gd name="connsiteY23" fmla="*/ 3083812 h 5187510"/>
                <a:gd name="connsiteX24" fmla="*/ 6155075 w 7593701"/>
                <a:gd name="connsiteY24" fmla="*/ 3084761 h 5187510"/>
                <a:gd name="connsiteX25" fmla="*/ 6258985 w 7593701"/>
                <a:gd name="connsiteY25" fmla="*/ 3335724 h 5187510"/>
                <a:gd name="connsiteX26" fmla="*/ 6087067 w 7593701"/>
                <a:gd name="connsiteY26" fmla="*/ 3452647 h 5187510"/>
                <a:gd name="connsiteX27" fmla="*/ 6015264 w 7593701"/>
                <a:gd name="connsiteY27" fmla="*/ 3437427 h 5187510"/>
                <a:gd name="connsiteX28" fmla="*/ 6006763 w 7593701"/>
                <a:gd name="connsiteY28" fmla="*/ 3433631 h 5187510"/>
                <a:gd name="connsiteX29" fmla="*/ 5906648 w 7593701"/>
                <a:gd name="connsiteY29" fmla="*/ 3184565 h 5187510"/>
                <a:gd name="connsiteX30" fmla="*/ 6080525 w 7593701"/>
                <a:gd name="connsiteY30" fmla="*/ 3068674 h 5187510"/>
                <a:gd name="connsiteX31" fmla="*/ 1514662 w 7593701"/>
                <a:gd name="connsiteY31" fmla="*/ 3068674 h 5187510"/>
                <a:gd name="connsiteX32" fmla="*/ 1688950 w 7593701"/>
                <a:gd name="connsiteY32" fmla="*/ 3184565 h 5187510"/>
                <a:gd name="connsiteX33" fmla="*/ 1588817 w 7593701"/>
                <a:gd name="connsiteY33" fmla="*/ 3433631 h 5187510"/>
                <a:gd name="connsiteX34" fmla="*/ 1513257 w 7593701"/>
                <a:gd name="connsiteY34" fmla="*/ 3448851 h 5187510"/>
                <a:gd name="connsiteX35" fmla="*/ 1336614 w 7593701"/>
                <a:gd name="connsiteY35" fmla="*/ 3334775 h 5187510"/>
                <a:gd name="connsiteX36" fmla="*/ 1432023 w 7593701"/>
                <a:gd name="connsiteY36" fmla="*/ 3087607 h 5187510"/>
                <a:gd name="connsiteX37" fmla="*/ 1440524 w 7593701"/>
                <a:gd name="connsiteY37" fmla="*/ 3083812 h 5187510"/>
                <a:gd name="connsiteX38" fmla="*/ 1441453 w 7593701"/>
                <a:gd name="connsiteY38" fmla="*/ 3083812 h 5187510"/>
                <a:gd name="connsiteX39" fmla="*/ 1514662 w 7593701"/>
                <a:gd name="connsiteY39" fmla="*/ 3068674 h 5187510"/>
                <a:gd name="connsiteX40" fmla="*/ 5462741 w 7593701"/>
                <a:gd name="connsiteY40" fmla="*/ 2805356 h 5187510"/>
                <a:gd name="connsiteX41" fmla="*/ 5536342 w 7593701"/>
                <a:gd name="connsiteY41" fmla="*/ 2820494 h 5187510"/>
                <a:gd name="connsiteX42" fmla="*/ 5537291 w 7593701"/>
                <a:gd name="connsiteY42" fmla="*/ 2821443 h 5187510"/>
                <a:gd name="connsiteX43" fmla="*/ 5641201 w 7593701"/>
                <a:gd name="connsiteY43" fmla="*/ 3072406 h 5187510"/>
                <a:gd name="connsiteX44" fmla="*/ 5469283 w 7593701"/>
                <a:gd name="connsiteY44" fmla="*/ 3189329 h 5187510"/>
                <a:gd name="connsiteX45" fmla="*/ 5397480 w 7593701"/>
                <a:gd name="connsiteY45" fmla="*/ 3174109 h 5187510"/>
                <a:gd name="connsiteX46" fmla="*/ 5388979 w 7593701"/>
                <a:gd name="connsiteY46" fmla="*/ 3170313 h 5187510"/>
                <a:gd name="connsiteX47" fmla="*/ 5288864 w 7593701"/>
                <a:gd name="connsiteY47" fmla="*/ 2921247 h 5187510"/>
                <a:gd name="connsiteX48" fmla="*/ 5462741 w 7593701"/>
                <a:gd name="connsiteY48" fmla="*/ 2805356 h 5187510"/>
                <a:gd name="connsiteX49" fmla="*/ 2131498 w 7593701"/>
                <a:gd name="connsiteY49" fmla="*/ 2805356 h 5187510"/>
                <a:gd name="connsiteX50" fmla="*/ 2305786 w 7593701"/>
                <a:gd name="connsiteY50" fmla="*/ 2921247 h 5187510"/>
                <a:gd name="connsiteX51" fmla="*/ 2205653 w 7593701"/>
                <a:gd name="connsiteY51" fmla="*/ 3170313 h 5187510"/>
                <a:gd name="connsiteX52" fmla="*/ 2130093 w 7593701"/>
                <a:gd name="connsiteY52" fmla="*/ 3185533 h 5187510"/>
                <a:gd name="connsiteX53" fmla="*/ 1953450 w 7593701"/>
                <a:gd name="connsiteY53" fmla="*/ 3071457 h 5187510"/>
                <a:gd name="connsiteX54" fmla="*/ 2048859 w 7593701"/>
                <a:gd name="connsiteY54" fmla="*/ 2824289 h 5187510"/>
                <a:gd name="connsiteX55" fmla="*/ 2057360 w 7593701"/>
                <a:gd name="connsiteY55" fmla="*/ 2820494 h 5187510"/>
                <a:gd name="connsiteX56" fmla="*/ 2058289 w 7593701"/>
                <a:gd name="connsiteY56" fmla="*/ 2820494 h 5187510"/>
                <a:gd name="connsiteX57" fmla="*/ 2131498 w 7593701"/>
                <a:gd name="connsiteY57" fmla="*/ 2805356 h 5187510"/>
                <a:gd name="connsiteX58" fmla="*/ 2749266 w 7593701"/>
                <a:gd name="connsiteY58" fmla="*/ 2541222 h 5187510"/>
                <a:gd name="connsiteX59" fmla="*/ 2923551 w 7593701"/>
                <a:gd name="connsiteY59" fmla="*/ 2656980 h 5187510"/>
                <a:gd name="connsiteX60" fmla="*/ 2823418 w 7593701"/>
                <a:gd name="connsiteY60" fmla="*/ 2906046 h 5187510"/>
                <a:gd name="connsiteX61" fmla="*/ 2747858 w 7593701"/>
                <a:gd name="connsiteY61" fmla="*/ 2921266 h 5187510"/>
                <a:gd name="connsiteX62" fmla="*/ 2571215 w 7593701"/>
                <a:gd name="connsiteY62" fmla="*/ 2807190 h 5187510"/>
                <a:gd name="connsiteX63" fmla="*/ 2666624 w 7593701"/>
                <a:gd name="connsiteY63" fmla="*/ 2560022 h 5187510"/>
                <a:gd name="connsiteX64" fmla="*/ 2675125 w 7593701"/>
                <a:gd name="connsiteY64" fmla="*/ 2556226 h 5187510"/>
                <a:gd name="connsiteX65" fmla="*/ 2676054 w 7593701"/>
                <a:gd name="connsiteY65" fmla="*/ 2556226 h 5187510"/>
                <a:gd name="connsiteX66" fmla="*/ 2749266 w 7593701"/>
                <a:gd name="connsiteY66" fmla="*/ 2541222 h 5187510"/>
                <a:gd name="connsiteX67" fmla="*/ 4845905 w 7593701"/>
                <a:gd name="connsiteY67" fmla="*/ 2541089 h 5187510"/>
                <a:gd name="connsiteX68" fmla="*/ 4919506 w 7593701"/>
                <a:gd name="connsiteY68" fmla="*/ 2556227 h 5187510"/>
                <a:gd name="connsiteX69" fmla="*/ 4920455 w 7593701"/>
                <a:gd name="connsiteY69" fmla="*/ 2557176 h 5187510"/>
                <a:gd name="connsiteX70" fmla="*/ 5024365 w 7593701"/>
                <a:gd name="connsiteY70" fmla="*/ 2808139 h 5187510"/>
                <a:gd name="connsiteX71" fmla="*/ 4852447 w 7593701"/>
                <a:gd name="connsiteY71" fmla="*/ 2925062 h 5187510"/>
                <a:gd name="connsiteX72" fmla="*/ 4780644 w 7593701"/>
                <a:gd name="connsiteY72" fmla="*/ 2909842 h 5187510"/>
                <a:gd name="connsiteX73" fmla="*/ 4772143 w 7593701"/>
                <a:gd name="connsiteY73" fmla="*/ 2906046 h 5187510"/>
                <a:gd name="connsiteX74" fmla="*/ 4672028 w 7593701"/>
                <a:gd name="connsiteY74" fmla="*/ 2656980 h 5187510"/>
                <a:gd name="connsiteX75" fmla="*/ 4845905 w 7593701"/>
                <a:gd name="connsiteY75" fmla="*/ 2541089 h 5187510"/>
                <a:gd name="connsiteX76" fmla="*/ 3797315 w 7593701"/>
                <a:gd name="connsiteY76" fmla="*/ 1982050 h 5187510"/>
                <a:gd name="connsiteX77" fmla="*/ 3655625 w 7593701"/>
                <a:gd name="connsiteY77" fmla="*/ 2124631 h 5187510"/>
                <a:gd name="connsiteX78" fmla="*/ 3655625 w 7593701"/>
                <a:gd name="connsiteY78" fmla="*/ 2317617 h 5187510"/>
                <a:gd name="connsiteX79" fmla="*/ 3797315 w 7593701"/>
                <a:gd name="connsiteY79" fmla="*/ 2460198 h 5187510"/>
                <a:gd name="connsiteX80" fmla="*/ 3939005 w 7593701"/>
                <a:gd name="connsiteY80" fmla="*/ 2317617 h 5187510"/>
                <a:gd name="connsiteX81" fmla="*/ 3939005 w 7593701"/>
                <a:gd name="connsiteY81" fmla="*/ 2124631 h 5187510"/>
                <a:gd name="connsiteX82" fmla="*/ 3797315 w 7593701"/>
                <a:gd name="connsiteY82" fmla="*/ 1982050 h 5187510"/>
                <a:gd name="connsiteX83" fmla="*/ 3797315 w 7593701"/>
                <a:gd name="connsiteY83" fmla="*/ 1393604 h 5187510"/>
                <a:gd name="connsiteX84" fmla="*/ 3670730 w 7593701"/>
                <a:gd name="connsiteY84" fmla="*/ 1520982 h 5187510"/>
                <a:gd name="connsiteX85" fmla="*/ 3670730 w 7593701"/>
                <a:gd name="connsiteY85" fmla="*/ 1646464 h 5187510"/>
                <a:gd name="connsiteX86" fmla="*/ 3923882 w 7593701"/>
                <a:gd name="connsiteY86" fmla="*/ 1646464 h 5187510"/>
                <a:gd name="connsiteX87" fmla="*/ 3923882 w 7593701"/>
                <a:gd name="connsiteY87" fmla="*/ 1520982 h 5187510"/>
                <a:gd name="connsiteX88" fmla="*/ 3797315 w 7593701"/>
                <a:gd name="connsiteY88" fmla="*/ 1393604 h 5187510"/>
                <a:gd name="connsiteX89" fmla="*/ 4845541 w 7593701"/>
                <a:gd name="connsiteY89" fmla="*/ 1369613 h 5187510"/>
                <a:gd name="connsiteX90" fmla="*/ 5023415 w 7593701"/>
                <a:gd name="connsiteY90" fmla="*/ 1483918 h 5187510"/>
                <a:gd name="connsiteX91" fmla="*/ 5022467 w 7593701"/>
                <a:gd name="connsiteY91" fmla="*/ 1483918 h 5187510"/>
                <a:gd name="connsiteX92" fmla="*/ 4927058 w 7593701"/>
                <a:gd name="connsiteY92" fmla="*/ 1731067 h 5187510"/>
                <a:gd name="connsiteX93" fmla="*/ 4918557 w 7593701"/>
                <a:gd name="connsiteY93" fmla="*/ 1734882 h 5187510"/>
                <a:gd name="connsiteX94" fmla="*/ 4844875 w 7593701"/>
                <a:gd name="connsiteY94" fmla="*/ 1750083 h 5187510"/>
                <a:gd name="connsiteX95" fmla="*/ 4671079 w 7593701"/>
                <a:gd name="connsiteY95" fmla="*/ 1634109 h 5187510"/>
                <a:gd name="connsiteX96" fmla="*/ 4771193 w 7593701"/>
                <a:gd name="connsiteY96" fmla="*/ 1385044 h 5187510"/>
                <a:gd name="connsiteX97" fmla="*/ 4845541 w 7593701"/>
                <a:gd name="connsiteY97" fmla="*/ 1369613 h 5187510"/>
                <a:gd name="connsiteX98" fmla="*/ 2740968 w 7593701"/>
                <a:gd name="connsiteY98" fmla="*/ 1366419 h 5187510"/>
                <a:gd name="connsiteX99" fmla="*/ 2813987 w 7593701"/>
                <a:gd name="connsiteY99" fmla="*/ 1381249 h 5187510"/>
                <a:gd name="connsiteX100" fmla="*/ 2822488 w 7593701"/>
                <a:gd name="connsiteY100" fmla="*/ 1385064 h 5187510"/>
                <a:gd name="connsiteX101" fmla="*/ 2821540 w 7593701"/>
                <a:gd name="connsiteY101" fmla="*/ 1385064 h 5187510"/>
                <a:gd name="connsiteX102" fmla="*/ 2921673 w 7593701"/>
                <a:gd name="connsiteY102" fmla="*/ 1634128 h 5187510"/>
                <a:gd name="connsiteX103" fmla="*/ 2747858 w 7593701"/>
                <a:gd name="connsiteY103" fmla="*/ 1750102 h 5187510"/>
                <a:gd name="connsiteX104" fmla="*/ 2674176 w 7593701"/>
                <a:gd name="connsiteY104" fmla="*/ 1734882 h 5187510"/>
                <a:gd name="connsiteX105" fmla="*/ 2570266 w 7593701"/>
                <a:gd name="connsiteY105" fmla="*/ 1483918 h 5187510"/>
                <a:gd name="connsiteX106" fmla="*/ 2740968 w 7593701"/>
                <a:gd name="connsiteY106" fmla="*/ 1366419 h 5187510"/>
                <a:gd name="connsiteX107" fmla="*/ 3797315 w 7593701"/>
                <a:gd name="connsiteY107" fmla="*/ 1108423 h 5187510"/>
                <a:gd name="connsiteX108" fmla="*/ 4207261 w 7593701"/>
                <a:gd name="connsiteY108" fmla="*/ 1520982 h 5187510"/>
                <a:gd name="connsiteX109" fmla="*/ 4207261 w 7593701"/>
                <a:gd name="connsiteY109" fmla="*/ 1659787 h 5187510"/>
                <a:gd name="connsiteX110" fmla="*/ 4426409 w 7593701"/>
                <a:gd name="connsiteY110" fmla="*/ 1950680 h 5187510"/>
                <a:gd name="connsiteX111" fmla="*/ 4426409 w 7593701"/>
                <a:gd name="connsiteY111" fmla="*/ 2491568 h 5187510"/>
                <a:gd name="connsiteX112" fmla="*/ 4124149 w 7593701"/>
                <a:gd name="connsiteY112" fmla="*/ 2795765 h 5187510"/>
                <a:gd name="connsiteX113" fmla="*/ 3469533 w 7593701"/>
                <a:gd name="connsiteY113" fmla="*/ 2795765 h 5187510"/>
                <a:gd name="connsiteX114" fmla="*/ 3167253 w 7593701"/>
                <a:gd name="connsiteY114" fmla="*/ 2491568 h 5187510"/>
                <a:gd name="connsiteX115" fmla="*/ 3167253 w 7593701"/>
                <a:gd name="connsiteY115" fmla="*/ 1950680 h 5187510"/>
                <a:gd name="connsiteX116" fmla="*/ 3387350 w 7593701"/>
                <a:gd name="connsiteY116" fmla="*/ 1659787 h 5187510"/>
                <a:gd name="connsiteX117" fmla="*/ 3387350 w 7593701"/>
                <a:gd name="connsiteY117" fmla="*/ 1520982 h 5187510"/>
                <a:gd name="connsiteX118" fmla="*/ 3797315 w 7593701"/>
                <a:gd name="connsiteY118" fmla="*/ 1108423 h 5187510"/>
                <a:gd name="connsiteX119" fmla="*/ 5462377 w 7593701"/>
                <a:gd name="connsiteY119" fmla="*/ 1105327 h 5187510"/>
                <a:gd name="connsiteX120" fmla="*/ 5640251 w 7593701"/>
                <a:gd name="connsiteY120" fmla="*/ 1219633 h 5187510"/>
                <a:gd name="connsiteX121" fmla="*/ 5639303 w 7593701"/>
                <a:gd name="connsiteY121" fmla="*/ 1219633 h 5187510"/>
                <a:gd name="connsiteX122" fmla="*/ 5543894 w 7593701"/>
                <a:gd name="connsiteY122" fmla="*/ 1466781 h 5187510"/>
                <a:gd name="connsiteX123" fmla="*/ 5535393 w 7593701"/>
                <a:gd name="connsiteY123" fmla="*/ 1470596 h 5187510"/>
                <a:gd name="connsiteX124" fmla="*/ 5461711 w 7593701"/>
                <a:gd name="connsiteY124" fmla="*/ 1485797 h 5187510"/>
                <a:gd name="connsiteX125" fmla="*/ 5287915 w 7593701"/>
                <a:gd name="connsiteY125" fmla="*/ 1369824 h 5187510"/>
                <a:gd name="connsiteX126" fmla="*/ 5388029 w 7593701"/>
                <a:gd name="connsiteY126" fmla="*/ 1120758 h 5187510"/>
                <a:gd name="connsiteX127" fmla="*/ 5462377 w 7593701"/>
                <a:gd name="connsiteY127" fmla="*/ 1105327 h 5187510"/>
                <a:gd name="connsiteX128" fmla="*/ 2124132 w 7593701"/>
                <a:gd name="connsiteY128" fmla="*/ 1102114 h 5187510"/>
                <a:gd name="connsiteX129" fmla="*/ 2197151 w 7593701"/>
                <a:gd name="connsiteY129" fmla="*/ 1116944 h 5187510"/>
                <a:gd name="connsiteX130" fmla="*/ 2205652 w 7593701"/>
                <a:gd name="connsiteY130" fmla="*/ 1120759 h 5187510"/>
                <a:gd name="connsiteX131" fmla="*/ 2204704 w 7593701"/>
                <a:gd name="connsiteY131" fmla="*/ 1120759 h 5187510"/>
                <a:gd name="connsiteX132" fmla="*/ 2304837 w 7593701"/>
                <a:gd name="connsiteY132" fmla="*/ 1369824 h 5187510"/>
                <a:gd name="connsiteX133" fmla="*/ 2131022 w 7593701"/>
                <a:gd name="connsiteY133" fmla="*/ 1485797 h 5187510"/>
                <a:gd name="connsiteX134" fmla="*/ 2057340 w 7593701"/>
                <a:gd name="connsiteY134" fmla="*/ 1470577 h 5187510"/>
                <a:gd name="connsiteX135" fmla="*/ 1953430 w 7593701"/>
                <a:gd name="connsiteY135" fmla="*/ 1219614 h 5187510"/>
                <a:gd name="connsiteX136" fmla="*/ 2124132 w 7593701"/>
                <a:gd name="connsiteY136" fmla="*/ 1102114 h 5187510"/>
                <a:gd name="connsiteX137" fmla="*/ 6080162 w 7593701"/>
                <a:gd name="connsiteY137" fmla="*/ 841060 h 5187510"/>
                <a:gd name="connsiteX138" fmla="*/ 6258036 w 7593701"/>
                <a:gd name="connsiteY138" fmla="*/ 955366 h 5187510"/>
                <a:gd name="connsiteX139" fmla="*/ 6257088 w 7593701"/>
                <a:gd name="connsiteY139" fmla="*/ 955366 h 5187510"/>
                <a:gd name="connsiteX140" fmla="*/ 6161679 w 7593701"/>
                <a:gd name="connsiteY140" fmla="*/ 1202534 h 5187510"/>
                <a:gd name="connsiteX141" fmla="*/ 6153178 w 7593701"/>
                <a:gd name="connsiteY141" fmla="*/ 1206329 h 5187510"/>
                <a:gd name="connsiteX142" fmla="*/ 6079496 w 7593701"/>
                <a:gd name="connsiteY142" fmla="*/ 1221530 h 5187510"/>
                <a:gd name="connsiteX143" fmla="*/ 5905700 w 7593701"/>
                <a:gd name="connsiteY143" fmla="*/ 1105557 h 5187510"/>
                <a:gd name="connsiteX144" fmla="*/ 6005814 w 7593701"/>
                <a:gd name="connsiteY144" fmla="*/ 856491 h 5187510"/>
                <a:gd name="connsiteX145" fmla="*/ 6080162 w 7593701"/>
                <a:gd name="connsiteY145" fmla="*/ 841060 h 5187510"/>
                <a:gd name="connsiteX146" fmla="*/ 1506367 w 7593701"/>
                <a:gd name="connsiteY146" fmla="*/ 838795 h 5187510"/>
                <a:gd name="connsiteX147" fmla="*/ 1579386 w 7593701"/>
                <a:gd name="connsiteY147" fmla="*/ 853625 h 5187510"/>
                <a:gd name="connsiteX148" fmla="*/ 1587887 w 7593701"/>
                <a:gd name="connsiteY148" fmla="*/ 857440 h 5187510"/>
                <a:gd name="connsiteX149" fmla="*/ 1586939 w 7593701"/>
                <a:gd name="connsiteY149" fmla="*/ 857440 h 5187510"/>
                <a:gd name="connsiteX150" fmla="*/ 1687072 w 7593701"/>
                <a:gd name="connsiteY150" fmla="*/ 1106506 h 5187510"/>
                <a:gd name="connsiteX151" fmla="*/ 1513257 w 7593701"/>
                <a:gd name="connsiteY151" fmla="*/ 1222480 h 5187510"/>
                <a:gd name="connsiteX152" fmla="*/ 1439575 w 7593701"/>
                <a:gd name="connsiteY152" fmla="*/ 1207259 h 5187510"/>
                <a:gd name="connsiteX153" fmla="*/ 1335665 w 7593701"/>
                <a:gd name="connsiteY153" fmla="*/ 956296 h 5187510"/>
                <a:gd name="connsiteX154" fmla="*/ 1506367 w 7593701"/>
                <a:gd name="connsiteY154" fmla="*/ 838795 h 5187510"/>
                <a:gd name="connsiteX155" fmla="*/ 1383844 w 7593701"/>
                <a:gd name="connsiteY155" fmla="*/ 0 h 5187510"/>
                <a:gd name="connsiteX156" fmla="*/ 6208908 w 7593701"/>
                <a:gd name="connsiteY156" fmla="*/ 0 h 5187510"/>
                <a:gd name="connsiteX157" fmla="*/ 6822898 w 7593701"/>
                <a:gd name="connsiteY157" fmla="*/ 617901 h 5187510"/>
                <a:gd name="connsiteX158" fmla="*/ 6822898 w 7593701"/>
                <a:gd name="connsiteY158" fmla="*/ 3458359 h 5187510"/>
                <a:gd name="connsiteX159" fmla="*/ 6681208 w 7593701"/>
                <a:gd name="connsiteY159" fmla="*/ 3600940 h 5187510"/>
                <a:gd name="connsiteX160" fmla="*/ 6539518 w 7593701"/>
                <a:gd name="connsiteY160" fmla="*/ 3458359 h 5187510"/>
                <a:gd name="connsiteX161" fmla="*/ 6539518 w 7593701"/>
                <a:gd name="connsiteY161" fmla="*/ 617901 h 5187510"/>
                <a:gd name="connsiteX162" fmla="*/ 6208908 w 7593701"/>
                <a:gd name="connsiteY162" fmla="*/ 285181 h 5187510"/>
                <a:gd name="connsiteX163" fmla="*/ 1383844 w 7593701"/>
                <a:gd name="connsiteY163" fmla="*/ 285181 h 5187510"/>
                <a:gd name="connsiteX164" fmla="*/ 1053234 w 7593701"/>
                <a:gd name="connsiteY164" fmla="*/ 617901 h 5187510"/>
                <a:gd name="connsiteX165" fmla="*/ 1053234 w 7593701"/>
                <a:gd name="connsiteY165" fmla="*/ 3458359 h 5187510"/>
                <a:gd name="connsiteX166" fmla="*/ 911544 w 7593701"/>
                <a:gd name="connsiteY166" fmla="*/ 3600940 h 5187510"/>
                <a:gd name="connsiteX167" fmla="*/ 769854 w 7593701"/>
                <a:gd name="connsiteY167" fmla="*/ 3458359 h 5187510"/>
                <a:gd name="connsiteX168" fmla="*/ 769854 w 7593701"/>
                <a:gd name="connsiteY168" fmla="*/ 617901 h 5187510"/>
                <a:gd name="connsiteX169" fmla="*/ 1383844 w 7593701"/>
                <a:gd name="connsiteY169" fmla="*/ 0 h 5187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7593701" h="5187510">
                  <a:moveTo>
                    <a:pt x="3797315" y="4346240"/>
                  </a:moveTo>
                  <a:cubicBezTo>
                    <a:pt x="3901651" y="4346240"/>
                    <a:pt x="3986235" y="4431367"/>
                    <a:pt x="3986235" y="4536361"/>
                  </a:cubicBezTo>
                  <a:cubicBezTo>
                    <a:pt x="3986235" y="4641374"/>
                    <a:pt x="3901651" y="4726481"/>
                    <a:pt x="3797315" y="4726481"/>
                  </a:cubicBezTo>
                  <a:cubicBezTo>
                    <a:pt x="3692979" y="4726481"/>
                    <a:pt x="3608395" y="4641374"/>
                    <a:pt x="3608395" y="4536361"/>
                  </a:cubicBezTo>
                  <a:cubicBezTo>
                    <a:pt x="3608395" y="4431367"/>
                    <a:pt x="3692979" y="4346240"/>
                    <a:pt x="3797315" y="4346240"/>
                  </a:cubicBezTo>
                  <a:close/>
                  <a:moveTo>
                    <a:pt x="519530" y="4171302"/>
                  </a:moveTo>
                  <a:cubicBezTo>
                    <a:pt x="389188" y="4171302"/>
                    <a:pt x="283380" y="4277768"/>
                    <a:pt x="283380" y="4408962"/>
                  </a:cubicBezTo>
                  <a:lnTo>
                    <a:pt x="283380" y="4664670"/>
                  </a:lnTo>
                  <a:cubicBezTo>
                    <a:pt x="283380" y="4795864"/>
                    <a:pt x="389188" y="4902330"/>
                    <a:pt x="519530" y="4902330"/>
                  </a:cubicBezTo>
                  <a:lnTo>
                    <a:pt x="7074172" y="4902330"/>
                  </a:lnTo>
                  <a:cubicBezTo>
                    <a:pt x="7204533" y="4902330"/>
                    <a:pt x="7310322" y="4795864"/>
                    <a:pt x="7310322" y="4664670"/>
                  </a:cubicBezTo>
                  <a:lnTo>
                    <a:pt x="7310322" y="4408962"/>
                  </a:lnTo>
                  <a:cubicBezTo>
                    <a:pt x="7310322" y="4277768"/>
                    <a:pt x="7204533" y="4171302"/>
                    <a:pt x="7074172" y="4171302"/>
                  </a:cubicBezTo>
                  <a:close/>
                  <a:moveTo>
                    <a:pt x="519530" y="3886121"/>
                  </a:moveTo>
                  <a:lnTo>
                    <a:pt x="7074172" y="3886121"/>
                  </a:lnTo>
                  <a:cubicBezTo>
                    <a:pt x="7360398" y="3886121"/>
                    <a:pt x="7593701" y="4120915"/>
                    <a:pt x="7593701" y="4408962"/>
                  </a:cubicBezTo>
                  <a:lnTo>
                    <a:pt x="7593701" y="4664670"/>
                  </a:lnTo>
                  <a:cubicBezTo>
                    <a:pt x="7593701" y="4952716"/>
                    <a:pt x="7360398" y="5187510"/>
                    <a:pt x="7074172" y="5187510"/>
                  </a:cubicBezTo>
                  <a:lnTo>
                    <a:pt x="519530" y="5187510"/>
                  </a:lnTo>
                  <a:cubicBezTo>
                    <a:pt x="233323" y="5187510"/>
                    <a:pt x="0" y="4952716"/>
                    <a:pt x="0" y="4664670"/>
                  </a:cubicBezTo>
                  <a:lnTo>
                    <a:pt x="0" y="4408962"/>
                  </a:lnTo>
                  <a:cubicBezTo>
                    <a:pt x="0" y="4120915"/>
                    <a:pt x="233323" y="3886121"/>
                    <a:pt x="519530" y="3886121"/>
                  </a:cubicBezTo>
                  <a:close/>
                  <a:moveTo>
                    <a:pt x="6080525" y="3068674"/>
                  </a:moveTo>
                  <a:cubicBezTo>
                    <a:pt x="6105070" y="3068720"/>
                    <a:pt x="6130041" y="3073592"/>
                    <a:pt x="6154126" y="3083812"/>
                  </a:cubicBezTo>
                  <a:lnTo>
                    <a:pt x="6155075" y="3084761"/>
                  </a:lnTo>
                  <a:cubicBezTo>
                    <a:pt x="6250484" y="3125639"/>
                    <a:pt x="6299593" y="3238747"/>
                    <a:pt x="6258985" y="3335724"/>
                  </a:cubicBezTo>
                  <a:cubicBezTo>
                    <a:pt x="6227808" y="3407973"/>
                    <a:pt x="6159800" y="3452647"/>
                    <a:pt x="6087067" y="3452647"/>
                  </a:cubicBezTo>
                  <a:cubicBezTo>
                    <a:pt x="6063443" y="3452647"/>
                    <a:pt x="6038888" y="3447884"/>
                    <a:pt x="6015264" y="3437427"/>
                  </a:cubicBezTo>
                  <a:lnTo>
                    <a:pt x="6006763" y="3433631"/>
                  </a:lnTo>
                  <a:cubicBezTo>
                    <a:pt x="5910424" y="3392753"/>
                    <a:pt x="5866021" y="3281543"/>
                    <a:pt x="5906648" y="3184565"/>
                  </a:cubicBezTo>
                  <a:cubicBezTo>
                    <a:pt x="5937104" y="3111847"/>
                    <a:pt x="6006892" y="3068538"/>
                    <a:pt x="6080525" y="3068674"/>
                  </a:cubicBezTo>
                  <a:close/>
                  <a:moveTo>
                    <a:pt x="1514662" y="3068674"/>
                  </a:moveTo>
                  <a:cubicBezTo>
                    <a:pt x="1588166" y="3068538"/>
                    <a:pt x="1658481" y="3111847"/>
                    <a:pt x="1688950" y="3184565"/>
                  </a:cubicBezTo>
                  <a:cubicBezTo>
                    <a:pt x="1729558" y="3280574"/>
                    <a:pt x="1685174" y="3392752"/>
                    <a:pt x="1588817" y="3433631"/>
                  </a:cubicBezTo>
                  <a:cubicBezTo>
                    <a:pt x="1564263" y="3444088"/>
                    <a:pt x="1538760" y="3448851"/>
                    <a:pt x="1513257" y="3448851"/>
                  </a:cubicBezTo>
                  <a:cubicBezTo>
                    <a:pt x="1438626" y="3448851"/>
                    <a:pt x="1366842" y="3407024"/>
                    <a:pt x="1336614" y="3334775"/>
                  </a:cubicBezTo>
                  <a:cubicBezTo>
                    <a:pt x="1295987" y="3238747"/>
                    <a:pt x="1335665" y="3128486"/>
                    <a:pt x="1432023" y="3087607"/>
                  </a:cubicBezTo>
                  <a:lnTo>
                    <a:pt x="1440524" y="3083812"/>
                  </a:lnTo>
                  <a:lnTo>
                    <a:pt x="1441453" y="3083812"/>
                  </a:lnTo>
                  <a:cubicBezTo>
                    <a:pt x="1465305" y="3073592"/>
                    <a:pt x="1490161" y="3068720"/>
                    <a:pt x="1514662" y="3068674"/>
                  </a:cubicBezTo>
                  <a:close/>
                  <a:moveTo>
                    <a:pt x="5462741" y="2805356"/>
                  </a:moveTo>
                  <a:cubicBezTo>
                    <a:pt x="5487286" y="2805402"/>
                    <a:pt x="5512257" y="2810274"/>
                    <a:pt x="5536342" y="2820494"/>
                  </a:cubicBezTo>
                  <a:lnTo>
                    <a:pt x="5537291" y="2821443"/>
                  </a:lnTo>
                  <a:cubicBezTo>
                    <a:pt x="5632700" y="2862321"/>
                    <a:pt x="5681809" y="2975429"/>
                    <a:pt x="5641201" y="3072406"/>
                  </a:cubicBezTo>
                  <a:cubicBezTo>
                    <a:pt x="5610024" y="3144655"/>
                    <a:pt x="5542016" y="3189329"/>
                    <a:pt x="5469283" y="3189329"/>
                  </a:cubicBezTo>
                  <a:cubicBezTo>
                    <a:pt x="5445659" y="3189329"/>
                    <a:pt x="5421104" y="3184566"/>
                    <a:pt x="5397480" y="3174109"/>
                  </a:cubicBezTo>
                  <a:lnTo>
                    <a:pt x="5388979" y="3170313"/>
                  </a:lnTo>
                  <a:cubicBezTo>
                    <a:pt x="5292640" y="3129435"/>
                    <a:pt x="5248237" y="3018225"/>
                    <a:pt x="5288864" y="2921247"/>
                  </a:cubicBezTo>
                  <a:cubicBezTo>
                    <a:pt x="5319320" y="2848529"/>
                    <a:pt x="5389108" y="2805220"/>
                    <a:pt x="5462741" y="2805356"/>
                  </a:cubicBezTo>
                  <a:close/>
                  <a:moveTo>
                    <a:pt x="2131498" y="2805356"/>
                  </a:moveTo>
                  <a:cubicBezTo>
                    <a:pt x="2205002" y="2805220"/>
                    <a:pt x="2275317" y="2848529"/>
                    <a:pt x="2305786" y="2921247"/>
                  </a:cubicBezTo>
                  <a:cubicBezTo>
                    <a:pt x="2346394" y="3017256"/>
                    <a:pt x="2302010" y="3129434"/>
                    <a:pt x="2205653" y="3170313"/>
                  </a:cubicBezTo>
                  <a:cubicBezTo>
                    <a:pt x="2181099" y="3180770"/>
                    <a:pt x="2155596" y="3185533"/>
                    <a:pt x="2130093" y="3185533"/>
                  </a:cubicBezTo>
                  <a:cubicBezTo>
                    <a:pt x="2055462" y="3185533"/>
                    <a:pt x="1983678" y="3143706"/>
                    <a:pt x="1953450" y="3071457"/>
                  </a:cubicBezTo>
                  <a:cubicBezTo>
                    <a:pt x="1912823" y="2975429"/>
                    <a:pt x="1952501" y="2865168"/>
                    <a:pt x="2048859" y="2824289"/>
                  </a:cubicBezTo>
                  <a:lnTo>
                    <a:pt x="2057360" y="2820494"/>
                  </a:lnTo>
                  <a:lnTo>
                    <a:pt x="2058289" y="2820494"/>
                  </a:lnTo>
                  <a:cubicBezTo>
                    <a:pt x="2082141" y="2810274"/>
                    <a:pt x="2106997" y="2805402"/>
                    <a:pt x="2131498" y="2805356"/>
                  </a:cubicBezTo>
                  <a:close/>
                  <a:moveTo>
                    <a:pt x="2749266" y="2541222"/>
                  </a:moveTo>
                  <a:cubicBezTo>
                    <a:pt x="2822774" y="2541308"/>
                    <a:pt x="2893096" y="2584973"/>
                    <a:pt x="2923551" y="2656980"/>
                  </a:cubicBezTo>
                  <a:cubicBezTo>
                    <a:pt x="2964178" y="2753008"/>
                    <a:pt x="2919775" y="2865167"/>
                    <a:pt x="2823418" y="2906046"/>
                  </a:cubicBezTo>
                  <a:cubicBezTo>
                    <a:pt x="2798864" y="2916503"/>
                    <a:pt x="2773361" y="2921266"/>
                    <a:pt x="2747858" y="2921266"/>
                  </a:cubicBezTo>
                  <a:cubicBezTo>
                    <a:pt x="2673246" y="2921266"/>
                    <a:pt x="2601443" y="2879439"/>
                    <a:pt x="2571215" y="2807190"/>
                  </a:cubicBezTo>
                  <a:cubicBezTo>
                    <a:pt x="2530588" y="2711181"/>
                    <a:pt x="2570266" y="2600900"/>
                    <a:pt x="2666624" y="2560022"/>
                  </a:cubicBezTo>
                  <a:lnTo>
                    <a:pt x="2675125" y="2556226"/>
                  </a:lnTo>
                  <a:lnTo>
                    <a:pt x="2676054" y="2556226"/>
                  </a:lnTo>
                  <a:cubicBezTo>
                    <a:pt x="2699907" y="2546007"/>
                    <a:pt x="2724763" y="2541194"/>
                    <a:pt x="2749266" y="2541222"/>
                  </a:cubicBezTo>
                  <a:close/>
                  <a:moveTo>
                    <a:pt x="4845905" y="2541089"/>
                  </a:moveTo>
                  <a:cubicBezTo>
                    <a:pt x="4870450" y="2541135"/>
                    <a:pt x="4895421" y="2546007"/>
                    <a:pt x="4919506" y="2556227"/>
                  </a:cubicBezTo>
                  <a:lnTo>
                    <a:pt x="4920455" y="2557176"/>
                  </a:lnTo>
                  <a:cubicBezTo>
                    <a:pt x="5015864" y="2598054"/>
                    <a:pt x="5064973" y="2711162"/>
                    <a:pt x="5024365" y="2808139"/>
                  </a:cubicBezTo>
                  <a:cubicBezTo>
                    <a:pt x="4993188" y="2880388"/>
                    <a:pt x="4925180" y="2925062"/>
                    <a:pt x="4852447" y="2925062"/>
                  </a:cubicBezTo>
                  <a:cubicBezTo>
                    <a:pt x="4828823" y="2925062"/>
                    <a:pt x="4804268" y="2920299"/>
                    <a:pt x="4780644" y="2909842"/>
                  </a:cubicBezTo>
                  <a:lnTo>
                    <a:pt x="4772143" y="2906046"/>
                  </a:lnTo>
                  <a:cubicBezTo>
                    <a:pt x="4675804" y="2865168"/>
                    <a:pt x="4631402" y="2753958"/>
                    <a:pt x="4672028" y="2656980"/>
                  </a:cubicBezTo>
                  <a:cubicBezTo>
                    <a:pt x="4702484" y="2584262"/>
                    <a:pt x="4772272" y="2540953"/>
                    <a:pt x="4845905" y="2541089"/>
                  </a:cubicBezTo>
                  <a:close/>
                  <a:moveTo>
                    <a:pt x="3797315" y="1982050"/>
                  </a:moveTo>
                  <a:cubicBezTo>
                    <a:pt x="3718909" y="1982050"/>
                    <a:pt x="3655625" y="2045740"/>
                    <a:pt x="3655625" y="2124631"/>
                  </a:cubicBezTo>
                  <a:lnTo>
                    <a:pt x="3655625" y="2317617"/>
                  </a:lnTo>
                  <a:cubicBezTo>
                    <a:pt x="3655625" y="2396508"/>
                    <a:pt x="3718909" y="2460198"/>
                    <a:pt x="3797315" y="2460198"/>
                  </a:cubicBezTo>
                  <a:cubicBezTo>
                    <a:pt x="3875703" y="2460198"/>
                    <a:pt x="3939005" y="2396508"/>
                    <a:pt x="3939005" y="2317617"/>
                  </a:cubicBezTo>
                  <a:lnTo>
                    <a:pt x="3939005" y="2124631"/>
                  </a:lnTo>
                  <a:cubicBezTo>
                    <a:pt x="3939005" y="2045740"/>
                    <a:pt x="3875703" y="1982050"/>
                    <a:pt x="3797315" y="1982050"/>
                  </a:cubicBezTo>
                  <a:close/>
                  <a:moveTo>
                    <a:pt x="3797315" y="1393604"/>
                  </a:moveTo>
                  <a:cubicBezTo>
                    <a:pt x="3727410" y="1393604"/>
                    <a:pt x="3670730" y="1450650"/>
                    <a:pt x="3670730" y="1520982"/>
                  </a:cubicBezTo>
                  <a:lnTo>
                    <a:pt x="3670730" y="1646464"/>
                  </a:lnTo>
                  <a:lnTo>
                    <a:pt x="3923882" y="1646464"/>
                  </a:lnTo>
                  <a:lnTo>
                    <a:pt x="3923882" y="1520982"/>
                  </a:lnTo>
                  <a:cubicBezTo>
                    <a:pt x="3923882" y="1450650"/>
                    <a:pt x="3867202" y="1393604"/>
                    <a:pt x="3797315" y="1393604"/>
                  </a:cubicBezTo>
                  <a:close/>
                  <a:moveTo>
                    <a:pt x="4845541" y="1369613"/>
                  </a:moveTo>
                  <a:cubicBezTo>
                    <a:pt x="4920507" y="1368948"/>
                    <a:pt x="4992946" y="1411200"/>
                    <a:pt x="5023415" y="1483918"/>
                  </a:cubicBezTo>
                  <a:lnTo>
                    <a:pt x="5022467" y="1483918"/>
                  </a:lnTo>
                  <a:cubicBezTo>
                    <a:pt x="5063093" y="1579927"/>
                    <a:pt x="5023415" y="1690208"/>
                    <a:pt x="4927058" y="1731067"/>
                  </a:cubicBezTo>
                  <a:lnTo>
                    <a:pt x="4918557" y="1734882"/>
                  </a:lnTo>
                  <a:cubicBezTo>
                    <a:pt x="4894952" y="1745339"/>
                    <a:pt x="4869449" y="1750083"/>
                    <a:pt x="4844875" y="1750083"/>
                  </a:cubicBezTo>
                  <a:cubicBezTo>
                    <a:pt x="4771193" y="1750083"/>
                    <a:pt x="4701307" y="1706358"/>
                    <a:pt x="4671079" y="1634109"/>
                  </a:cubicBezTo>
                  <a:cubicBezTo>
                    <a:pt x="4630453" y="1538100"/>
                    <a:pt x="4674855" y="1425922"/>
                    <a:pt x="4771193" y="1385044"/>
                  </a:cubicBezTo>
                  <a:cubicBezTo>
                    <a:pt x="4795282" y="1374825"/>
                    <a:pt x="4820552" y="1369835"/>
                    <a:pt x="4845541" y="1369613"/>
                  </a:cubicBezTo>
                  <a:close/>
                  <a:moveTo>
                    <a:pt x="2740968" y="1366419"/>
                  </a:moveTo>
                  <a:cubicBezTo>
                    <a:pt x="2765160" y="1366284"/>
                    <a:pt x="2789898" y="1371035"/>
                    <a:pt x="2813987" y="1381249"/>
                  </a:cubicBezTo>
                  <a:lnTo>
                    <a:pt x="2822488" y="1385064"/>
                  </a:lnTo>
                  <a:lnTo>
                    <a:pt x="2821540" y="1385064"/>
                  </a:lnTo>
                  <a:cubicBezTo>
                    <a:pt x="2917897" y="1425941"/>
                    <a:pt x="2962281" y="1537151"/>
                    <a:pt x="2921673" y="1634128"/>
                  </a:cubicBezTo>
                  <a:cubicBezTo>
                    <a:pt x="2891445" y="1706377"/>
                    <a:pt x="2821540" y="1750102"/>
                    <a:pt x="2747858" y="1750102"/>
                  </a:cubicBezTo>
                  <a:cubicBezTo>
                    <a:pt x="2723304" y="1750102"/>
                    <a:pt x="2698749" y="1745339"/>
                    <a:pt x="2674176" y="1734882"/>
                  </a:cubicBezTo>
                  <a:cubicBezTo>
                    <a:pt x="2578786" y="1694003"/>
                    <a:pt x="2529659" y="1580896"/>
                    <a:pt x="2570266" y="1483918"/>
                  </a:cubicBezTo>
                  <a:cubicBezTo>
                    <a:pt x="2600736" y="1411201"/>
                    <a:pt x="2668393" y="1366825"/>
                    <a:pt x="2740968" y="1366419"/>
                  </a:cubicBezTo>
                  <a:close/>
                  <a:moveTo>
                    <a:pt x="3797315" y="1108423"/>
                  </a:moveTo>
                  <a:cubicBezTo>
                    <a:pt x="4023066" y="1108423"/>
                    <a:pt x="4207261" y="1293799"/>
                    <a:pt x="4207261" y="1520982"/>
                  </a:cubicBezTo>
                  <a:lnTo>
                    <a:pt x="4207261" y="1659787"/>
                  </a:lnTo>
                  <a:cubicBezTo>
                    <a:pt x="4332898" y="1695901"/>
                    <a:pt x="4426409" y="1811875"/>
                    <a:pt x="4426409" y="1950680"/>
                  </a:cubicBezTo>
                  <a:lnTo>
                    <a:pt x="4426409" y="2491568"/>
                  </a:lnTo>
                  <a:cubicBezTo>
                    <a:pt x="4426409" y="2659826"/>
                    <a:pt x="4290393" y="2795765"/>
                    <a:pt x="4124149" y="2795765"/>
                  </a:cubicBezTo>
                  <a:lnTo>
                    <a:pt x="3469533" y="2795765"/>
                  </a:lnTo>
                  <a:cubicBezTo>
                    <a:pt x="3302340" y="2795765"/>
                    <a:pt x="3167253" y="2658877"/>
                    <a:pt x="3167253" y="2491568"/>
                  </a:cubicBezTo>
                  <a:lnTo>
                    <a:pt x="3167253" y="1950680"/>
                  </a:lnTo>
                  <a:cubicBezTo>
                    <a:pt x="3167253" y="1811875"/>
                    <a:pt x="3260764" y="1695901"/>
                    <a:pt x="3387350" y="1659787"/>
                  </a:cubicBezTo>
                  <a:lnTo>
                    <a:pt x="3387350" y="1520982"/>
                  </a:lnTo>
                  <a:cubicBezTo>
                    <a:pt x="3387350" y="1293799"/>
                    <a:pt x="3571545" y="1108423"/>
                    <a:pt x="3797315" y="1108423"/>
                  </a:cubicBezTo>
                  <a:close/>
                  <a:moveTo>
                    <a:pt x="5462377" y="1105327"/>
                  </a:moveTo>
                  <a:cubicBezTo>
                    <a:pt x="5537343" y="1104662"/>
                    <a:pt x="5609782" y="1146915"/>
                    <a:pt x="5640251" y="1219633"/>
                  </a:cubicBezTo>
                  <a:lnTo>
                    <a:pt x="5639303" y="1219633"/>
                  </a:lnTo>
                  <a:cubicBezTo>
                    <a:pt x="5679929" y="1315642"/>
                    <a:pt x="5640251" y="1425922"/>
                    <a:pt x="5543894" y="1466781"/>
                  </a:cubicBezTo>
                  <a:lnTo>
                    <a:pt x="5535393" y="1470596"/>
                  </a:lnTo>
                  <a:cubicBezTo>
                    <a:pt x="5511788" y="1481053"/>
                    <a:pt x="5486285" y="1485797"/>
                    <a:pt x="5461711" y="1485797"/>
                  </a:cubicBezTo>
                  <a:cubicBezTo>
                    <a:pt x="5388029" y="1485797"/>
                    <a:pt x="5318143" y="1442072"/>
                    <a:pt x="5287915" y="1369824"/>
                  </a:cubicBezTo>
                  <a:cubicBezTo>
                    <a:pt x="5247289" y="1273815"/>
                    <a:pt x="5291691" y="1161636"/>
                    <a:pt x="5388029" y="1120758"/>
                  </a:cubicBezTo>
                  <a:cubicBezTo>
                    <a:pt x="5412118" y="1110538"/>
                    <a:pt x="5437388" y="1105548"/>
                    <a:pt x="5462377" y="1105327"/>
                  </a:cubicBezTo>
                  <a:close/>
                  <a:moveTo>
                    <a:pt x="2124132" y="1102114"/>
                  </a:moveTo>
                  <a:cubicBezTo>
                    <a:pt x="2148324" y="1101979"/>
                    <a:pt x="2173062" y="1106730"/>
                    <a:pt x="2197151" y="1116944"/>
                  </a:cubicBezTo>
                  <a:lnTo>
                    <a:pt x="2205652" y="1120759"/>
                  </a:lnTo>
                  <a:lnTo>
                    <a:pt x="2204704" y="1120759"/>
                  </a:lnTo>
                  <a:cubicBezTo>
                    <a:pt x="2301061" y="1161638"/>
                    <a:pt x="2345445" y="1272848"/>
                    <a:pt x="2304837" y="1369824"/>
                  </a:cubicBezTo>
                  <a:cubicBezTo>
                    <a:pt x="2274609" y="1442072"/>
                    <a:pt x="2204704" y="1485797"/>
                    <a:pt x="2131022" y="1485797"/>
                  </a:cubicBezTo>
                  <a:cubicBezTo>
                    <a:pt x="2106468" y="1485797"/>
                    <a:pt x="2081913" y="1481034"/>
                    <a:pt x="2057340" y="1470577"/>
                  </a:cubicBezTo>
                  <a:cubicBezTo>
                    <a:pt x="1961950" y="1429698"/>
                    <a:pt x="1912823" y="1316592"/>
                    <a:pt x="1953430" y="1219614"/>
                  </a:cubicBezTo>
                  <a:cubicBezTo>
                    <a:pt x="1983900" y="1146896"/>
                    <a:pt x="2051557" y="1102520"/>
                    <a:pt x="2124132" y="1102114"/>
                  </a:cubicBezTo>
                  <a:close/>
                  <a:moveTo>
                    <a:pt x="6080162" y="841060"/>
                  </a:moveTo>
                  <a:cubicBezTo>
                    <a:pt x="6155128" y="840396"/>
                    <a:pt x="6227567" y="882648"/>
                    <a:pt x="6258036" y="955366"/>
                  </a:cubicBezTo>
                  <a:lnTo>
                    <a:pt x="6257088" y="955366"/>
                  </a:lnTo>
                  <a:cubicBezTo>
                    <a:pt x="6297714" y="1051375"/>
                    <a:pt x="6258036" y="1161655"/>
                    <a:pt x="6161679" y="1202534"/>
                  </a:cubicBezTo>
                  <a:lnTo>
                    <a:pt x="6153178" y="1206329"/>
                  </a:lnTo>
                  <a:cubicBezTo>
                    <a:pt x="6129573" y="1216786"/>
                    <a:pt x="6104070" y="1221530"/>
                    <a:pt x="6079496" y="1221530"/>
                  </a:cubicBezTo>
                  <a:cubicBezTo>
                    <a:pt x="6005814" y="1221530"/>
                    <a:pt x="5935928" y="1177806"/>
                    <a:pt x="5905700" y="1105557"/>
                  </a:cubicBezTo>
                  <a:cubicBezTo>
                    <a:pt x="5865074" y="1009548"/>
                    <a:pt x="5909476" y="897369"/>
                    <a:pt x="6005814" y="856491"/>
                  </a:cubicBezTo>
                  <a:cubicBezTo>
                    <a:pt x="6029903" y="846271"/>
                    <a:pt x="6055173" y="841281"/>
                    <a:pt x="6080162" y="841060"/>
                  </a:cubicBezTo>
                  <a:close/>
                  <a:moveTo>
                    <a:pt x="1506367" y="838795"/>
                  </a:moveTo>
                  <a:cubicBezTo>
                    <a:pt x="1530559" y="838660"/>
                    <a:pt x="1555297" y="843411"/>
                    <a:pt x="1579386" y="853625"/>
                  </a:cubicBezTo>
                  <a:lnTo>
                    <a:pt x="1587887" y="857440"/>
                  </a:lnTo>
                  <a:lnTo>
                    <a:pt x="1586939" y="857440"/>
                  </a:lnTo>
                  <a:cubicBezTo>
                    <a:pt x="1683296" y="898319"/>
                    <a:pt x="1727680" y="1009548"/>
                    <a:pt x="1687072" y="1106506"/>
                  </a:cubicBezTo>
                  <a:cubicBezTo>
                    <a:pt x="1656844" y="1178755"/>
                    <a:pt x="1586939" y="1222480"/>
                    <a:pt x="1513257" y="1222480"/>
                  </a:cubicBezTo>
                  <a:cubicBezTo>
                    <a:pt x="1488703" y="1222480"/>
                    <a:pt x="1464148" y="1217716"/>
                    <a:pt x="1439575" y="1207259"/>
                  </a:cubicBezTo>
                  <a:cubicBezTo>
                    <a:pt x="1344185" y="1166400"/>
                    <a:pt x="1295058" y="1053273"/>
                    <a:pt x="1335665" y="956296"/>
                  </a:cubicBezTo>
                  <a:cubicBezTo>
                    <a:pt x="1366135" y="883577"/>
                    <a:pt x="1433792" y="839201"/>
                    <a:pt x="1506367" y="838795"/>
                  </a:cubicBezTo>
                  <a:close/>
                  <a:moveTo>
                    <a:pt x="1383844" y="0"/>
                  </a:moveTo>
                  <a:lnTo>
                    <a:pt x="6208908" y="0"/>
                  </a:lnTo>
                  <a:cubicBezTo>
                    <a:pt x="6547070" y="0"/>
                    <a:pt x="6822898" y="277590"/>
                    <a:pt x="6822898" y="617901"/>
                  </a:cubicBezTo>
                  <a:lnTo>
                    <a:pt x="6822898" y="3458359"/>
                  </a:lnTo>
                  <a:cubicBezTo>
                    <a:pt x="6822898" y="3537250"/>
                    <a:pt x="6759615" y="3600940"/>
                    <a:pt x="6681208" y="3600940"/>
                  </a:cubicBezTo>
                  <a:cubicBezTo>
                    <a:pt x="6602802" y="3600940"/>
                    <a:pt x="6539518" y="3537250"/>
                    <a:pt x="6539518" y="3458359"/>
                  </a:cubicBezTo>
                  <a:lnTo>
                    <a:pt x="6539518" y="617901"/>
                  </a:lnTo>
                  <a:cubicBezTo>
                    <a:pt x="6539518" y="434442"/>
                    <a:pt x="6391225" y="285181"/>
                    <a:pt x="6208908" y="285181"/>
                  </a:cubicBezTo>
                  <a:lnTo>
                    <a:pt x="1383844" y="285181"/>
                  </a:lnTo>
                  <a:cubicBezTo>
                    <a:pt x="1201546" y="285181"/>
                    <a:pt x="1053234" y="434442"/>
                    <a:pt x="1053234" y="617901"/>
                  </a:cubicBezTo>
                  <a:lnTo>
                    <a:pt x="1053234" y="3458359"/>
                  </a:lnTo>
                  <a:cubicBezTo>
                    <a:pt x="1053234" y="3537250"/>
                    <a:pt x="989951" y="3600940"/>
                    <a:pt x="911544" y="3600940"/>
                  </a:cubicBezTo>
                  <a:cubicBezTo>
                    <a:pt x="833137" y="3600940"/>
                    <a:pt x="769854" y="3537250"/>
                    <a:pt x="769854" y="3458359"/>
                  </a:cubicBezTo>
                  <a:lnTo>
                    <a:pt x="769854" y="617901"/>
                  </a:lnTo>
                  <a:cubicBezTo>
                    <a:pt x="769854" y="277590"/>
                    <a:pt x="1045682" y="0"/>
                    <a:pt x="1383844" y="0"/>
                  </a:cubicBezTo>
                  <a:close/>
                </a:path>
              </a:pathLst>
            </a:custGeom>
            <a:solidFill>
              <a:schemeClr val="tx1"/>
            </a:solidFill>
            <a:ln w="482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CO"/>
            </a:p>
          </p:txBody>
        </p:sp>
      </p:grpSp>
      <p:sp>
        <p:nvSpPr>
          <p:cNvPr id="74" name="Graphic 59">
            <a:extLst>
              <a:ext uri="{FF2B5EF4-FFF2-40B4-BE49-F238E27FC236}">
                <a16:creationId xmlns:a16="http://schemas.microsoft.com/office/drawing/2014/main" id="{A62D020B-FA25-1D51-BD37-DD63B925E12E}"/>
              </a:ext>
            </a:extLst>
          </p:cNvPr>
          <p:cNvSpPr>
            <a:spLocks noChangeAspect="1"/>
          </p:cNvSpPr>
          <p:nvPr/>
        </p:nvSpPr>
        <p:spPr>
          <a:xfrm>
            <a:off x="5243188" y="1047687"/>
            <a:ext cx="1957225" cy="388138"/>
          </a:xfrm>
          <a:custGeom>
            <a:avLst/>
            <a:gdLst>
              <a:gd name="connsiteX0" fmla="*/ 358736 w 1075636"/>
              <a:gd name="connsiteY0" fmla="*/ 108544 h 213309"/>
              <a:gd name="connsiteX1" fmla="*/ 302271 w 1075636"/>
              <a:gd name="connsiteY1" fmla="*/ 164088 h 213309"/>
              <a:gd name="connsiteX2" fmla="*/ 151007 w 1075636"/>
              <a:gd name="connsiteY2" fmla="*/ 201321 h 213309"/>
              <a:gd name="connsiteX3" fmla="*/ 99619 w 1075636"/>
              <a:gd name="connsiteY3" fmla="*/ 186914 h 213309"/>
              <a:gd name="connsiteX4" fmla="*/ 271910 w 1075636"/>
              <a:gd name="connsiteY4" fmla="*/ 135535 h 213309"/>
              <a:gd name="connsiteX5" fmla="*/ 316320 w 1075636"/>
              <a:gd name="connsiteY5" fmla="*/ 105159 h 213309"/>
              <a:gd name="connsiteX6" fmla="*/ 177652 w 1075636"/>
              <a:gd name="connsiteY6" fmla="*/ 104030 h 213309"/>
              <a:gd name="connsiteX7" fmla="*/ 358827 w 1075636"/>
              <a:gd name="connsiteY7" fmla="*/ 108544 h 213309"/>
              <a:gd name="connsiteX8" fmla="*/ 358736 w 1075636"/>
              <a:gd name="connsiteY8" fmla="*/ 108544 h 213309"/>
              <a:gd name="connsiteX9" fmla="*/ 232394 w 1075636"/>
              <a:gd name="connsiteY9" fmla="*/ 46576 h 213309"/>
              <a:gd name="connsiteX10" fmla="*/ 160252 w 1075636"/>
              <a:gd name="connsiteY10" fmla="*/ 53780 h 213309"/>
              <a:gd name="connsiteX11" fmla="*/ 155267 w 1075636"/>
              <a:gd name="connsiteY11" fmla="*/ 51696 h 213309"/>
              <a:gd name="connsiteX12" fmla="*/ 261850 w 1075636"/>
              <a:gd name="connsiteY12" fmla="*/ 19151 h 213309"/>
              <a:gd name="connsiteX13" fmla="*/ 104150 w 1075636"/>
              <a:gd name="connsiteY13" fmla="*/ 32603 h 213309"/>
              <a:gd name="connsiteX14" fmla="*/ 105 w 1075636"/>
              <a:gd name="connsiteY14" fmla="*/ 118090 h 213309"/>
              <a:gd name="connsiteX15" fmla="*/ 85662 w 1075636"/>
              <a:gd name="connsiteY15" fmla="*/ 185612 h 213309"/>
              <a:gd name="connsiteX16" fmla="*/ 87837 w 1075636"/>
              <a:gd name="connsiteY16" fmla="*/ 185612 h 213309"/>
              <a:gd name="connsiteX17" fmla="*/ 232304 w 1075636"/>
              <a:gd name="connsiteY17" fmla="*/ 46576 h 213309"/>
              <a:gd name="connsiteX18" fmla="*/ 232394 w 1075636"/>
              <a:gd name="connsiteY18" fmla="*/ 46576 h 213309"/>
              <a:gd name="connsiteX19" fmla="*/ 484895 w 1075636"/>
              <a:gd name="connsiteY19" fmla="*/ 89016 h 213309"/>
              <a:gd name="connsiteX20" fmla="*/ 490514 w 1075636"/>
              <a:gd name="connsiteY20" fmla="*/ 65322 h 213309"/>
              <a:gd name="connsiteX21" fmla="*/ 396077 w 1075636"/>
              <a:gd name="connsiteY21" fmla="*/ 65322 h 213309"/>
              <a:gd name="connsiteX22" fmla="*/ 393901 w 1075636"/>
              <a:gd name="connsiteY22" fmla="*/ 74522 h 213309"/>
              <a:gd name="connsiteX23" fmla="*/ 405321 w 1075636"/>
              <a:gd name="connsiteY23" fmla="*/ 88148 h 213309"/>
              <a:gd name="connsiteX24" fmla="*/ 449096 w 1075636"/>
              <a:gd name="connsiteY24" fmla="*/ 88148 h 213309"/>
              <a:gd name="connsiteX25" fmla="*/ 371514 w 1075636"/>
              <a:gd name="connsiteY25" fmla="*/ 153673 h 213309"/>
              <a:gd name="connsiteX26" fmla="*/ 366258 w 1075636"/>
              <a:gd name="connsiteY26" fmla="*/ 175632 h 213309"/>
              <a:gd name="connsiteX27" fmla="*/ 466316 w 1075636"/>
              <a:gd name="connsiteY27" fmla="*/ 175632 h 213309"/>
              <a:gd name="connsiteX28" fmla="*/ 472026 w 1075636"/>
              <a:gd name="connsiteY28" fmla="*/ 151591 h 213309"/>
              <a:gd name="connsiteX29" fmla="*/ 408764 w 1075636"/>
              <a:gd name="connsiteY29" fmla="*/ 151591 h 213309"/>
              <a:gd name="connsiteX30" fmla="*/ 484805 w 1075636"/>
              <a:gd name="connsiteY30" fmla="*/ 89016 h 213309"/>
              <a:gd name="connsiteX31" fmla="*/ 484895 w 1075636"/>
              <a:gd name="connsiteY31" fmla="*/ 89016 h 213309"/>
              <a:gd name="connsiteX32" fmla="*/ 547885 w 1075636"/>
              <a:gd name="connsiteY32" fmla="*/ 108109 h 213309"/>
              <a:gd name="connsiteX33" fmla="*/ 520151 w 1075636"/>
              <a:gd name="connsiteY33" fmla="*/ 95264 h 213309"/>
              <a:gd name="connsiteX34" fmla="*/ 539365 w 1075636"/>
              <a:gd name="connsiteY34" fmla="*/ 85370 h 213309"/>
              <a:gd name="connsiteX35" fmla="*/ 555497 w 1075636"/>
              <a:gd name="connsiteY35" fmla="*/ 92400 h 213309"/>
              <a:gd name="connsiteX36" fmla="*/ 566373 w 1075636"/>
              <a:gd name="connsiteY36" fmla="*/ 99430 h 213309"/>
              <a:gd name="connsiteX37" fmla="*/ 585044 w 1075636"/>
              <a:gd name="connsiteY37" fmla="*/ 99430 h 213309"/>
              <a:gd name="connsiteX38" fmla="*/ 544350 w 1075636"/>
              <a:gd name="connsiteY38" fmla="*/ 62893 h 213309"/>
              <a:gd name="connsiteX39" fmla="*/ 499668 w 1075636"/>
              <a:gd name="connsiteY39" fmla="*/ 79730 h 213309"/>
              <a:gd name="connsiteX40" fmla="*/ 493415 w 1075636"/>
              <a:gd name="connsiteY40" fmla="*/ 118437 h 213309"/>
              <a:gd name="connsiteX41" fmla="*/ 532115 w 1075636"/>
              <a:gd name="connsiteY41" fmla="*/ 133799 h 213309"/>
              <a:gd name="connsiteX42" fmla="*/ 547612 w 1075636"/>
              <a:gd name="connsiteY42" fmla="*/ 144995 h 213309"/>
              <a:gd name="connsiteX43" fmla="*/ 526405 w 1075636"/>
              <a:gd name="connsiteY43" fmla="*/ 155757 h 213309"/>
              <a:gd name="connsiteX44" fmla="*/ 506556 w 1075636"/>
              <a:gd name="connsiteY44" fmla="*/ 139180 h 213309"/>
              <a:gd name="connsiteX45" fmla="*/ 477101 w 1075636"/>
              <a:gd name="connsiteY45" fmla="*/ 139180 h 213309"/>
              <a:gd name="connsiteX46" fmla="*/ 517251 w 1075636"/>
              <a:gd name="connsiteY46" fmla="*/ 177715 h 213309"/>
              <a:gd name="connsiteX47" fmla="*/ 578971 w 1075636"/>
              <a:gd name="connsiteY47" fmla="*/ 140396 h 213309"/>
              <a:gd name="connsiteX48" fmla="*/ 547703 w 1075636"/>
              <a:gd name="connsiteY48" fmla="*/ 108023 h 213309"/>
              <a:gd name="connsiteX49" fmla="*/ 547885 w 1075636"/>
              <a:gd name="connsiteY49" fmla="*/ 108109 h 213309"/>
              <a:gd name="connsiteX50" fmla="*/ 651930 w 1075636"/>
              <a:gd name="connsiteY50" fmla="*/ 147078 h 213309"/>
              <a:gd name="connsiteX51" fmla="*/ 632989 w 1075636"/>
              <a:gd name="connsiteY51" fmla="*/ 153760 h 213309"/>
              <a:gd name="connsiteX52" fmla="*/ 616312 w 1075636"/>
              <a:gd name="connsiteY52" fmla="*/ 120173 h 213309"/>
              <a:gd name="connsiteX53" fmla="*/ 647671 w 1075636"/>
              <a:gd name="connsiteY53" fmla="*/ 87020 h 213309"/>
              <a:gd name="connsiteX54" fmla="*/ 665162 w 1075636"/>
              <a:gd name="connsiteY54" fmla="*/ 98997 h 213309"/>
              <a:gd name="connsiteX55" fmla="*/ 695433 w 1075636"/>
              <a:gd name="connsiteY55" fmla="*/ 98997 h 213309"/>
              <a:gd name="connsiteX56" fmla="*/ 652473 w 1075636"/>
              <a:gd name="connsiteY56" fmla="*/ 62893 h 213309"/>
              <a:gd name="connsiteX57" fmla="*/ 586947 w 1075636"/>
              <a:gd name="connsiteY57" fmla="*/ 119739 h 213309"/>
              <a:gd name="connsiteX58" fmla="*/ 625466 w 1075636"/>
              <a:gd name="connsiteY58" fmla="*/ 177802 h 213309"/>
              <a:gd name="connsiteX59" fmla="*/ 686008 w 1075636"/>
              <a:gd name="connsiteY59" fmla="*/ 141697 h 213309"/>
              <a:gd name="connsiteX60" fmla="*/ 664347 w 1075636"/>
              <a:gd name="connsiteY60" fmla="*/ 141697 h 213309"/>
              <a:gd name="connsiteX61" fmla="*/ 651749 w 1075636"/>
              <a:gd name="connsiteY61" fmla="*/ 147078 h 213309"/>
              <a:gd name="connsiteX62" fmla="*/ 651930 w 1075636"/>
              <a:gd name="connsiteY62" fmla="*/ 147078 h 213309"/>
              <a:gd name="connsiteX63" fmla="*/ 775734 w 1075636"/>
              <a:gd name="connsiteY63" fmla="*/ 157666 h 213309"/>
              <a:gd name="connsiteX64" fmla="*/ 741475 w 1075636"/>
              <a:gd name="connsiteY64" fmla="*/ 176152 h 213309"/>
              <a:gd name="connsiteX65" fmla="*/ 688093 w 1075636"/>
              <a:gd name="connsiteY65" fmla="*/ 142999 h 213309"/>
              <a:gd name="connsiteX66" fmla="*/ 704587 w 1075636"/>
              <a:gd name="connsiteY66" fmla="*/ 118090 h 213309"/>
              <a:gd name="connsiteX67" fmla="*/ 746549 w 1075636"/>
              <a:gd name="connsiteY67" fmla="*/ 106460 h 213309"/>
              <a:gd name="connsiteX68" fmla="*/ 768210 w 1075636"/>
              <a:gd name="connsiteY68" fmla="*/ 95612 h 213309"/>
              <a:gd name="connsiteX69" fmla="*/ 751534 w 1075636"/>
              <a:gd name="connsiteY69" fmla="*/ 85718 h 213309"/>
              <a:gd name="connsiteX70" fmla="*/ 731867 w 1075636"/>
              <a:gd name="connsiteY70" fmla="*/ 93615 h 213309"/>
              <a:gd name="connsiteX71" fmla="*/ 702865 w 1075636"/>
              <a:gd name="connsiteY71" fmla="*/ 93615 h 213309"/>
              <a:gd name="connsiteX72" fmla="*/ 755703 w 1075636"/>
              <a:gd name="connsiteY72" fmla="*/ 62980 h 213309"/>
              <a:gd name="connsiteX73" fmla="*/ 797213 w 1075636"/>
              <a:gd name="connsiteY73" fmla="*/ 94136 h 213309"/>
              <a:gd name="connsiteX74" fmla="*/ 775734 w 1075636"/>
              <a:gd name="connsiteY74" fmla="*/ 157753 h 213309"/>
              <a:gd name="connsiteX75" fmla="*/ 775734 w 1075636"/>
              <a:gd name="connsiteY75" fmla="*/ 157666 h 213309"/>
              <a:gd name="connsiteX76" fmla="*/ 762773 w 1075636"/>
              <a:gd name="connsiteY76" fmla="*/ 120086 h 213309"/>
              <a:gd name="connsiteX77" fmla="*/ 744647 w 1075636"/>
              <a:gd name="connsiteY77" fmla="*/ 125467 h 213309"/>
              <a:gd name="connsiteX78" fmla="*/ 721625 w 1075636"/>
              <a:gd name="connsiteY78" fmla="*/ 132932 h 213309"/>
              <a:gd name="connsiteX79" fmla="*/ 728423 w 1075636"/>
              <a:gd name="connsiteY79" fmla="*/ 155322 h 213309"/>
              <a:gd name="connsiteX80" fmla="*/ 760508 w 1075636"/>
              <a:gd name="connsiteY80" fmla="*/ 129633 h 213309"/>
              <a:gd name="connsiteX81" fmla="*/ 762773 w 1075636"/>
              <a:gd name="connsiteY81" fmla="*/ 120086 h 213309"/>
              <a:gd name="connsiteX82" fmla="*/ 837363 w 1075636"/>
              <a:gd name="connsiteY82" fmla="*/ 33037 h 213309"/>
              <a:gd name="connsiteX83" fmla="*/ 821774 w 1075636"/>
              <a:gd name="connsiteY83" fmla="*/ 33037 h 213309"/>
              <a:gd name="connsiteX84" fmla="*/ 787787 w 1075636"/>
              <a:gd name="connsiteY84" fmla="*/ 175718 h 213309"/>
              <a:gd name="connsiteX85" fmla="*/ 818149 w 1075636"/>
              <a:gd name="connsiteY85" fmla="*/ 175718 h 213309"/>
              <a:gd name="connsiteX86" fmla="*/ 848873 w 1075636"/>
              <a:gd name="connsiteY86" fmla="*/ 46749 h 213309"/>
              <a:gd name="connsiteX87" fmla="*/ 837454 w 1075636"/>
              <a:gd name="connsiteY87" fmla="*/ 33037 h 213309"/>
              <a:gd name="connsiteX88" fmla="*/ 837363 w 1075636"/>
              <a:gd name="connsiteY88" fmla="*/ 33037 h 213309"/>
              <a:gd name="connsiteX89" fmla="*/ 915855 w 1075636"/>
              <a:gd name="connsiteY89" fmla="*/ 141697 h 213309"/>
              <a:gd name="connsiteX90" fmla="*/ 937512 w 1075636"/>
              <a:gd name="connsiteY90" fmla="*/ 141697 h 213309"/>
              <a:gd name="connsiteX91" fmla="*/ 876969 w 1075636"/>
              <a:gd name="connsiteY91" fmla="*/ 177802 h 213309"/>
              <a:gd name="connsiteX92" fmla="*/ 838450 w 1075636"/>
              <a:gd name="connsiteY92" fmla="*/ 119739 h 213309"/>
              <a:gd name="connsiteX93" fmla="*/ 903977 w 1075636"/>
              <a:gd name="connsiteY93" fmla="*/ 62893 h 213309"/>
              <a:gd name="connsiteX94" fmla="*/ 942135 w 1075636"/>
              <a:gd name="connsiteY94" fmla="*/ 127984 h 213309"/>
              <a:gd name="connsiteX95" fmla="*/ 867181 w 1075636"/>
              <a:gd name="connsiteY95" fmla="*/ 127984 h 213309"/>
              <a:gd name="connsiteX96" fmla="*/ 884492 w 1075636"/>
              <a:gd name="connsiteY96" fmla="*/ 153673 h 213309"/>
              <a:gd name="connsiteX97" fmla="*/ 900438 w 1075636"/>
              <a:gd name="connsiteY97" fmla="*/ 149334 h 213309"/>
              <a:gd name="connsiteX98" fmla="*/ 915944 w 1075636"/>
              <a:gd name="connsiteY98" fmla="*/ 141697 h 213309"/>
              <a:gd name="connsiteX99" fmla="*/ 915855 w 1075636"/>
              <a:gd name="connsiteY99" fmla="*/ 141697 h 213309"/>
              <a:gd name="connsiteX100" fmla="*/ 871622 w 1075636"/>
              <a:gd name="connsiteY100" fmla="*/ 109324 h 213309"/>
              <a:gd name="connsiteX101" fmla="*/ 915757 w 1075636"/>
              <a:gd name="connsiteY101" fmla="*/ 109324 h 213309"/>
              <a:gd name="connsiteX102" fmla="*/ 898989 w 1075636"/>
              <a:gd name="connsiteY102" fmla="*/ 86933 h 213309"/>
              <a:gd name="connsiteX103" fmla="*/ 871532 w 1075636"/>
              <a:gd name="connsiteY103" fmla="*/ 109324 h 213309"/>
              <a:gd name="connsiteX104" fmla="*/ 871622 w 1075636"/>
              <a:gd name="connsiteY104" fmla="*/ 109324 h 213309"/>
              <a:gd name="connsiteX105" fmla="*/ 980836 w 1075636"/>
              <a:gd name="connsiteY105" fmla="*/ 77386 h 213309"/>
              <a:gd name="connsiteX106" fmla="*/ 951470 w 1075636"/>
              <a:gd name="connsiteY106" fmla="*/ 122169 h 213309"/>
              <a:gd name="connsiteX107" fmla="*/ 938686 w 1075636"/>
              <a:gd name="connsiteY107" fmla="*/ 175632 h 213309"/>
              <a:gd name="connsiteX108" fmla="*/ 969047 w 1075636"/>
              <a:gd name="connsiteY108" fmla="*/ 175632 h 213309"/>
              <a:gd name="connsiteX109" fmla="*/ 982552 w 1075636"/>
              <a:gd name="connsiteY109" fmla="*/ 118785 h 213309"/>
              <a:gd name="connsiteX110" fmla="*/ 1022978 w 1075636"/>
              <a:gd name="connsiteY110" fmla="*/ 90057 h 213309"/>
              <a:gd name="connsiteX111" fmla="*/ 1029957 w 1075636"/>
              <a:gd name="connsiteY111" fmla="*/ 65322 h 213309"/>
              <a:gd name="connsiteX112" fmla="*/ 980747 w 1075636"/>
              <a:gd name="connsiteY112" fmla="*/ 77386 h 213309"/>
              <a:gd name="connsiteX113" fmla="*/ 980836 w 1075636"/>
              <a:gd name="connsiteY113" fmla="*/ 77386 h 213309"/>
              <a:gd name="connsiteX114" fmla="*/ 1033762 w 1075636"/>
              <a:gd name="connsiteY114" fmla="*/ 43799 h 213309"/>
              <a:gd name="connsiteX115" fmla="*/ 1034491 w 1075636"/>
              <a:gd name="connsiteY115" fmla="*/ 40327 h 213309"/>
              <a:gd name="connsiteX116" fmla="*/ 1050805 w 1075636"/>
              <a:gd name="connsiteY116" fmla="*/ 40327 h 213309"/>
              <a:gd name="connsiteX117" fmla="*/ 1050076 w 1075636"/>
              <a:gd name="connsiteY117" fmla="*/ 43799 h 213309"/>
              <a:gd name="connsiteX118" fmla="*/ 1044182 w 1075636"/>
              <a:gd name="connsiteY118" fmla="*/ 43799 h 213309"/>
              <a:gd name="connsiteX119" fmla="*/ 1040830 w 1075636"/>
              <a:gd name="connsiteY119" fmla="*/ 59074 h 213309"/>
              <a:gd name="connsiteX120" fmla="*/ 1036482 w 1075636"/>
              <a:gd name="connsiteY120" fmla="*/ 59074 h 213309"/>
              <a:gd name="connsiteX121" fmla="*/ 1039834 w 1075636"/>
              <a:gd name="connsiteY121" fmla="*/ 43799 h 213309"/>
              <a:gd name="connsiteX122" fmla="*/ 1033673 w 1075636"/>
              <a:gd name="connsiteY122" fmla="*/ 43799 h 213309"/>
              <a:gd name="connsiteX123" fmla="*/ 1033762 w 1075636"/>
              <a:gd name="connsiteY123" fmla="*/ 43799 h 213309"/>
              <a:gd name="connsiteX124" fmla="*/ 1060594 w 1075636"/>
              <a:gd name="connsiteY124" fmla="*/ 40414 h 213309"/>
              <a:gd name="connsiteX125" fmla="*/ 1062132 w 1075636"/>
              <a:gd name="connsiteY125" fmla="*/ 53953 h 213309"/>
              <a:gd name="connsiteX126" fmla="*/ 1069653 w 1075636"/>
              <a:gd name="connsiteY126" fmla="*/ 40414 h 213309"/>
              <a:gd name="connsiteX127" fmla="*/ 1075637 w 1075636"/>
              <a:gd name="connsiteY127" fmla="*/ 40414 h 213309"/>
              <a:gd name="connsiteX128" fmla="*/ 1071467 w 1075636"/>
              <a:gd name="connsiteY128" fmla="*/ 59161 h 213309"/>
              <a:gd name="connsiteX129" fmla="*/ 1067475 w 1075636"/>
              <a:gd name="connsiteY129" fmla="*/ 59161 h 213309"/>
              <a:gd name="connsiteX130" fmla="*/ 1071013 w 1075636"/>
              <a:gd name="connsiteY130" fmla="*/ 44233 h 213309"/>
              <a:gd name="connsiteX131" fmla="*/ 1062763 w 1075636"/>
              <a:gd name="connsiteY131" fmla="*/ 59161 h 213309"/>
              <a:gd name="connsiteX132" fmla="*/ 1059500 w 1075636"/>
              <a:gd name="connsiteY132" fmla="*/ 59161 h 213309"/>
              <a:gd name="connsiteX133" fmla="*/ 1057598 w 1075636"/>
              <a:gd name="connsiteY133" fmla="*/ 44233 h 213309"/>
              <a:gd name="connsiteX134" fmla="*/ 1054699 w 1075636"/>
              <a:gd name="connsiteY134" fmla="*/ 59161 h 213309"/>
              <a:gd name="connsiteX135" fmla="*/ 1050618 w 1075636"/>
              <a:gd name="connsiteY135" fmla="*/ 59161 h 213309"/>
              <a:gd name="connsiteX136" fmla="*/ 1054699 w 1075636"/>
              <a:gd name="connsiteY136" fmla="*/ 40414 h 213309"/>
              <a:gd name="connsiteX137" fmla="*/ 1060683 w 1075636"/>
              <a:gd name="connsiteY137" fmla="*/ 40414 h 213309"/>
              <a:gd name="connsiteX138" fmla="*/ 1060594 w 1075636"/>
              <a:gd name="connsiteY138" fmla="*/ 40414 h 213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1075636" h="213309">
                <a:moveTo>
                  <a:pt x="358736" y="108544"/>
                </a:moveTo>
                <a:cubicBezTo>
                  <a:pt x="364536" y="142651"/>
                  <a:pt x="333630" y="161918"/>
                  <a:pt x="302271" y="164088"/>
                </a:cubicBezTo>
                <a:cubicBezTo>
                  <a:pt x="282332" y="203404"/>
                  <a:pt x="211912" y="229875"/>
                  <a:pt x="151007" y="201321"/>
                </a:cubicBezTo>
                <a:cubicBezTo>
                  <a:pt x="124996" y="205140"/>
                  <a:pt x="110585" y="198891"/>
                  <a:pt x="99619" y="186914"/>
                </a:cubicBezTo>
                <a:cubicBezTo>
                  <a:pt x="121914" y="159402"/>
                  <a:pt x="189435" y="110019"/>
                  <a:pt x="271910" y="135535"/>
                </a:cubicBezTo>
                <a:cubicBezTo>
                  <a:pt x="315957" y="149161"/>
                  <a:pt x="327377" y="117136"/>
                  <a:pt x="316320" y="105159"/>
                </a:cubicBezTo>
                <a:cubicBezTo>
                  <a:pt x="274811" y="59942"/>
                  <a:pt x="181006" y="100646"/>
                  <a:pt x="177652" y="104030"/>
                </a:cubicBezTo>
                <a:cubicBezTo>
                  <a:pt x="214539" y="50048"/>
                  <a:pt x="346229" y="34947"/>
                  <a:pt x="358827" y="108544"/>
                </a:cubicBezTo>
                <a:lnTo>
                  <a:pt x="358736" y="108544"/>
                </a:lnTo>
                <a:close/>
                <a:moveTo>
                  <a:pt x="232394" y="46576"/>
                </a:moveTo>
                <a:cubicBezTo>
                  <a:pt x="232394" y="46576"/>
                  <a:pt x="202486" y="36335"/>
                  <a:pt x="160252" y="53780"/>
                </a:cubicBezTo>
                <a:cubicBezTo>
                  <a:pt x="160070" y="53867"/>
                  <a:pt x="155267" y="51696"/>
                  <a:pt x="155267" y="51696"/>
                </a:cubicBezTo>
                <a:cubicBezTo>
                  <a:pt x="195870" y="25920"/>
                  <a:pt x="231398" y="14898"/>
                  <a:pt x="261850" y="19151"/>
                </a:cubicBezTo>
                <a:cubicBezTo>
                  <a:pt x="243452" y="-1158"/>
                  <a:pt x="154904" y="-16085"/>
                  <a:pt x="104150" y="32603"/>
                </a:cubicBezTo>
                <a:cubicBezTo>
                  <a:pt x="41433" y="20800"/>
                  <a:pt x="-2433" y="71658"/>
                  <a:pt x="105" y="118090"/>
                </a:cubicBezTo>
                <a:cubicBezTo>
                  <a:pt x="2642" y="164523"/>
                  <a:pt x="55572" y="193510"/>
                  <a:pt x="85662" y="185612"/>
                </a:cubicBezTo>
                <a:cubicBezTo>
                  <a:pt x="86387" y="185439"/>
                  <a:pt x="87112" y="185612"/>
                  <a:pt x="87837" y="185612"/>
                </a:cubicBezTo>
                <a:cubicBezTo>
                  <a:pt x="94544" y="154888"/>
                  <a:pt x="121824" y="83462"/>
                  <a:pt x="232304" y="46576"/>
                </a:cubicBezTo>
                <a:lnTo>
                  <a:pt x="232394" y="46576"/>
                </a:lnTo>
                <a:close/>
                <a:moveTo>
                  <a:pt x="484895" y="89016"/>
                </a:moveTo>
                <a:lnTo>
                  <a:pt x="490514" y="65322"/>
                </a:lnTo>
                <a:lnTo>
                  <a:pt x="396077" y="65322"/>
                </a:lnTo>
                <a:lnTo>
                  <a:pt x="393901" y="74522"/>
                </a:lnTo>
                <a:cubicBezTo>
                  <a:pt x="391454" y="82594"/>
                  <a:pt x="398161" y="88321"/>
                  <a:pt x="405321" y="88148"/>
                </a:cubicBezTo>
                <a:lnTo>
                  <a:pt x="449096" y="88148"/>
                </a:lnTo>
                <a:lnTo>
                  <a:pt x="371514" y="153673"/>
                </a:lnTo>
                <a:lnTo>
                  <a:pt x="366258" y="175632"/>
                </a:lnTo>
                <a:lnTo>
                  <a:pt x="466316" y="175632"/>
                </a:lnTo>
                <a:lnTo>
                  <a:pt x="472026" y="151591"/>
                </a:lnTo>
                <a:lnTo>
                  <a:pt x="408764" y="151591"/>
                </a:lnTo>
                <a:lnTo>
                  <a:pt x="484805" y="89016"/>
                </a:lnTo>
                <a:lnTo>
                  <a:pt x="484895" y="89016"/>
                </a:lnTo>
                <a:close/>
                <a:moveTo>
                  <a:pt x="547885" y="108109"/>
                </a:moveTo>
                <a:cubicBezTo>
                  <a:pt x="543444" y="107068"/>
                  <a:pt x="518610" y="103509"/>
                  <a:pt x="520151" y="95264"/>
                </a:cubicBezTo>
                <a:cubicBezTo>
                  <a:pt x="521873" y="86065"/>
                  <a:pt x="533655" y="85197"/>
                  <a:pt x="539365" y="85370"/>
                </a:cubicBezTo>
                <a:cubicBezTo>
                  <a:pt x="551147" y="85718"/>
                  <a:pt x="554864" y="90664"/>
                  <a:pt x="555497" y="92400"/>
                </a:cubicBezTo>
                <a:cubicBezTo>
                  <a:pt x="557129" y="97087"/>
                  <a:pt x="560935" y="99430"/>
                  <a:pt x="566373" y="99430"/>
                </a:cubicBezTo>
                <a:lnTo>
                  <a:pt x="585044" y="99430"/>
                </a:lnTo>
                <a:cubicBezTo>
                  <a:pt x="587038" y="88409"/>
                  <a:pt x="587673" y="62893"/>
                  <a:pt x="544350" y="62893"/>
                </a:cubicBezTo>
                <a:cubicBezTo>
                  <a:pt x="530484" y="62893"/>
                  <a:pt x="511994" y="66191"/>
                  <a:pt x="499668" y="79730"/>
                </a:cubicBezTo>
                <a:cubicBezTo>
                  <a:pt x="493142" y="86933"/>
                  <a:pt x="481814" y="104985"/>
                  <a:pt x="493415" y="118437"/>
                </a:cubicBezTo>
                <a:cubicBezTo>
                  <a:pt x="499488" y="125294"/>
                  <a:pt x="515258" y="130588"/>
                  <a:pt x="532115" y="133799"/>
                </a:cubicBezTo>
                <a:cubicBezTo>
                  <a:pt x="543082" y="135882"/>
                  <a:pt x="548882" y="140048"/>
                  <a:pt x="547612" y="144995"/>
                </a:cubicBezTo>
                <a:cubicBezTo>
                  <a:pt x="546888" y="148293"/>
                  <a:pt x="542538" y="155844"/>
                  <a:pt x="526405" y="155757"/>
                </a:cubicBezTo>
                <a:cubicBezTo>
                  <a:pt x="519154" y="155757"/>
                  <a:pt x="503656" y="154715"/>
                  <a:pt x="506556" y="139180"/>
                </a:cubicBezTo>
                <a:lnTo>
                  <a:pt x="477101" y="139180"/>
                </a:lnTo>
                <a:cubicBezTo>
                  <a:pt x="473657" y="153240"/>
                  <a:pt x="472388" y="177715"/>
                  <a:pt x="517251" y="177715"/>
                </a:cubicBezTo>
                <a:cubicBezTo>
                  <a:pt x="534562" y="177715"/>
                  <a:pt x="569818" y="175632"/>
                  <a:pt x="578971" y="140396"/>
                </a:cubicBezTo>
                <a:cubicBezTo>
                  <a:pt x="585587" y="115053"/>
                  <a:pt x="555769" y="110019"/>
                  <a:pt x="547703" y="108023"/>
                </a:cubicBezTo>
                <a:lnTo>
                  <a:pt x="547885" y="108109"/>
                </a:lnTo>
                <a:close/>
                <a:moveTo>
                  <a:pt x="651930" y="147078"/>
                </a:moveTo>
                <a:cubicBezTo>
                  <a:pt x="644589" y="153240"/>
                  <a:pt x="637973" y="153673"/>
                  <a:pt x="632989" y="153760"/>
                </a:cubicBezTo>
                <a:cubicBezTo>
                  <a:pt x="610784" y="153934"/>
                  <a:pt x="613230" y="132931"/>
                  <a:pt x="616312" y="120173"/>
                </a:cubicBezTo>
                <a:cubicBezTo>
                  <a:pt x="619393" y="107502"/>
                  <a:pt x="626463" y="86933"/>
                  <a:pt x="647671" y="87020"/>
                </a:cubicBezTo>
                <a:cubicBezTo>
                  <a:pt x="662625" y="87020"/>
                  <a:pt x="664347" y="96306"/>
                  <a:pt x="665162" y="98997"/>
                </a:cubicBezTo>
                <a:lnTo>
                  <a:pt x="695433" y="98997"/>
                </a:lnTo>
                <a:cubicBezTo>
                  <a:pt x="694345" y="68360"/>
                  <a:pt x="669875" y="62545"/>
                  <a:pt x="652473" y="62893"/>
                </a:cubicBezTo>
                <a:cubicBezTo>
                  <a:pt x="604982" y="64021"/>
                  <a:pt x="591207" y="102035"/>
                  <a:pt x="586947" y="119739"/>
                </a:cubicBezTo>
                <a:cubicBezTo>
                  <a:pt x="574530" y="171379"/>
                  <a:pt x="608970" y="177802"/>
                  <a:pt x="625466" y="177802"/>
                </a:cubicBezTo>
                <a:cubicBezTo>
                  <a:pt x="638969" y="177802"/>
                  <a:pt x="668606" y="174676"/>
                  <a:pt x="686008" y="141697"/>
                </a:cubicBezTo>
                <a:lnTo>
                  <a:pt x="664347" y="141697"/>
                </a:lnTo>
                <a:cubicBezTo>
                  <a:pt x="658093" y="141523"/>
                  <a:pt x="655193" y="144127"/>
                  <a:pt x="651749" y="147078"/>
                </a:cubicBezTo>
                <a:lnTo>
                  <a:pt x="651930" y="147078"/>
                </a:lnTo>
                <a:close/>
                <a:moveTo>
                  <a:pt x="775734" y="157666"/>
                </a:moveTo>
                <a:cubicBezTo>
                  <a:pt x="770024" y="164436"/>
                  <a:pt x="758423" y="173462"/>
                  <a:pt x="741475" y="176152"/>
                </a:cubicBezTo>
                <a:cubicBezTo>
                  <a:pt x="715101" y="180318"/>
                  <a:pt x="678939" y="179276"/>
                  <a:pt x="688093" y="142999"/>
                </a:cubicBezTo>
                <a:cubicBezTo>
                  <a:pt x="690993" y="131369"/>
                  <a:pt x="695523" y="123818"/>
                  <a:pt x="704587" y="118090"/>
                </a:cubicBezTo>
                <a:cubicBezTo>
                  <a:pt x="719813" y="108544"/>
                  <a:pt x="740024" y="107155"/>
                  <a:pt x="746549" y="106460"/>
                </a:cubicBezTo>
                <a:cubicBezTo>
                  <a:pt x="748815" y="106200"/>
                  <a:pt x="765310" y="105072"/>
                  <a:pt x="768210" y="95612"/>
                </a:cubicBezTo>
                <a:cubicBezTo>
                  <a:pt x="771111" y="86152"/>
                  <a:pt x="755795" y="85718"/>
                  <a:pt x="751534" y="85718"/>
                </a:cubicBezTo>
                <a:cubicBezTo>
                  <a:pt x="738574" y="85545"/>
                  <a:pt x="734042" y="90578"/>
                  <a:pt x="731867" y="93615"/>
                </a:cubicBezTo>
                <a:lnTo>
                  <a:pt x="702865" y="93615"/>
                </a:lnTo>
                <a:cubicBezTo>
                  <a:pt x="714556" y="64107"/>
                  <a:pt x="746912" y="62980"/>
                  <a:pt x="755703" y="62980"/>
                </a:cubicBezTo>
                <a:cubicBezTo>
                  <a:pt x="765492" y="62980"/>
                  <a:pt x="804736" y="62979"/>
                  <a:pt x="797213" y="94136"/>
                </a:cubicBezTo>
                <a:cubicBezTo>
                  <a:pt x="785794" y="141610"/>
                  <a:pt x="785431" y="146384"/>
                  <a:pt x="775734" y="157753"/>
                </a:cubicBezTo>
                <a:lnTo>
                  <a:pt x="775734" y="157666"/>
                </a:lnTo>
                <a:close/>
                <a:moveTo>
                  <a:pt x="762773" y="120086"/>
                </a:moveTo>
                <a:cubicBezTo>
                  <a:pt x="758060" y="122516"/>
                  <a:pt x="746369" y="124946"/>
                  <a:pt x="744647" y="125467"/>
                </a:cubicBezTo>
                <a:cubicBezTo>
                  <a:pt x="738574" y="127203"/>
                  <a:pt x="727245" y="127898"/>
                  <a:pt x="721625" y="132932"/>
                </a:cubicBezTo>
                <a:cubicBezTo>
                  <a:pt x="716912" y="137184"/>
                  <a:pt x="708484" y="154976"/>
                  <a:pt x="728423" y="155322"/>
                </a:cubicBezTo>
                <a:cubicBezTo>
                  <a:pt x="740749" y="155583"/>
                  <a:pt x="756156" y="148900"/>
                  <a:pt x="760508" y="129633"/>
                </a:cubicBezTo>
                <a:cubicBezTo>
                  <a:pt x="761504" y="125294"/>
                  <a:pt x="762773" y="120086"/>
                  <a:pt x="762773" y="120086"/>
                </a:cubicBezTo>
                <a:close/>
                <a:moveTo>
                  <a:pt x="837363" y="33037"/>
                </a:moveTo>
                <a:lnTo>
                  <a:pt x="821774" y="33037"/>
                </a:lnTo>
                <a:lnTo>
                  <a:pt x="787787" y="175718"/>
                </a:lnTo>
                <a:lnTo>
                  <a:pt x="818149" y="175718"/>
                </a:lnTo>
                <a:lnTo>
                  <a:pt x="848873" y="46749"/>
                </a:lnTo>
                <a:cubicBezTo>
                  <a:pt x="850143" y="42670"/>
                  <a:pt x="849326" y="33471"/>
                  <a:pt x="837454" y="33037"/>
                </a:cubicBezTo>
                <a:lnTo>
                  <a:pt x="837363" y="33037"/>
                </a:lnTo>
                <a:close/>
                <a:moveTo>
                  <a:pt x="915855" y="141697"/>
                </a:moveTo>
                <a:lnTo>
                  <a:pt x="937512" y="141697"/>
                </a:lnTo>
                <a:cubicBezTo>
                  <a:pt x="930711" y="154888"/>
                  <a:pt x="913134" y="177802"/>
                  <a:pt x="876969" y="177802"/>
                </a:cubicBezTo>
                <a:cubicBezTo>
                  <a:pt x="830837" y="177802"/>
                  <a:pt x="833738" y="138399"/>
                  <a:pt x="838450" y="119739"/>
                </a:cubicBezTo>
                <a:cubicBezTo>
                  <a:pt x="851501" y="67839"/>
                  <a:pt x="887840" y="62893"/>
                  <a:pt x="903977" y="62893"/>
                </a:cubicBezTo>
                <a:cubicBezTo>
                  <a:pt x="925545" y="62893"/>
                  <a:pt x="959268" y="71398"/>
                  <a:pt x="942135" y="127984"/>
                </a:cubicBezTo>
                <a:lnTo>
                  <a:pt x="867181" y="127984"/>
                </a:lnTo>
                <a:cubicBezTo>
                  <a:pt x="865369" y="135448"/>
                  <a:pt x="863737" y="153934"/>
                  <a:pt x="884492" y="153673"/>
                </a:cubicBezTo>
                <a:cubicBezTo>
                  <a:pt x="895371" y="153587"/>
                  <a:pt x="899443" y="149768"/>
                  <a:pt x="900438" y="149334"/>
                </a:cubicBezTo>
                <a:cubicBezTo>
                  <a:pt x="903248" y="147946"/>
                  <a:pt x="905879" y="141870"/>
                  <a:pt x="915944" y="141697"/>
                </a:cubicBezTo>
                <a:lnTo>
                  <a:pt x="915855" y="141697"/>
                </a:lnTo>
                <a:close/>
                <a:moveTo>
                  <a:pt x="871622" y="109324"/>
                </a:moveTo>
                <a:lnTo>
                  <a:pt x="915757" y="109324"/>
                </a:lnTo>
                <a:cubicBezTo>
                  <a:pt x="919562" y="89103"/>
                  <a:pt x="906422" y="86933"/>
                  <a:pt x="898989" y="86933"/>
                </a:cubicBezTo>
                <a:cubicBezTo>
                  <a:pt x="892650" y="86933"/>
                  <a:pt x="877604" y="89103"/>
                  <a:pt x="871532" y="109324"/>
                </a:cubicBezTo>
                <a:lnTo>
                  <a:pt x="871622" y="109324"/>
                </a:lnTo>
                <a:close/>
                <a:moveTo>
                  <a:pt x="980836" y="77386"/>
                </a:moveTo>
                <a:cubicBezTo>
                  <a:pt x="960530" y="90665"/>
                  <a:pt x="953826" y="111928"/>
                  <a:pt x="951470" y="122169"/>
                </a:cubicBezTo>
                <a:cubicBezTo>
                  <a:pt x="949657" y="130240"/>
                  <a:pt x="938686" y="175632"/>
                  <a:pt x="938686" y="175632"/>
                </a:cubicBezTo>
                <a:lnTo>
                  <a:pt x="969047" y="175632"/>
                </a:lnTo>
                <a:cubicBezTo>
                  <a:pt x="969047" y="175632"/>
                  <a:pt x="980560" y="125641"/>
                  <a:pt x="982552" y="118785"/>
                </a:cubicBezTo>
                <a:cubicBezTo>
                  <a:pt x="984908" y="110800"/>
                  <a:pt x="992705" y="89103"/>
                  <a:pt x="1022978" y="90057"/>
                </a:cubicBezTo>
                <a:lnTo>
                  <a:pt x="1029957" y="65322"/>
                </a:lnTo>
                <a:cubicBezTo>
                  <a:pt x="1005481" y="64541"/>
                  <a:pt x="989353" y="71745"/>
                  <a:pt x="980747" y="77386"/>
                </a:cubicBezTo>
                <a:lnTo>
                  <a:pt x="980836" y="77386"/>
                </a:lnTo>
                <a:close/>
                <a:moveTo>
                  <a:pt x="1033762" y="43799"/>
                </a:moveTo>
                <a:lnTo>
                  <a:pt x="1034491" y="40327"/>
                </a:lnTo>
                <a:lnTo>
                  <a:pt x="1050805" y="40327"/>
                </a:lnTo>
                <a:lnTo>
                  <a:pt x="1050076" y="43799"/>
                </a:lnTo>
                <a:lnTo>
                  <a:pt x="1044182" y="43799"/>
                </a:lnTo>
                <a:lnTo>
                  <a:pt x="1040830" y="59074"/>
                </a:lnTo>
                <a:lnTo>
                  <a:pt x="1036482" y="59074"/>
                </a:lnTo>
                <a:lnTo>
                  <a:pt x="1039834" y="43799"/>
                </a:lnTo>
                <a:lnTo>
                  <a:pt x="1033673" y="43799"/>
                </a:lnTo>
                <a:lnTo>
                  <a:pt x="1033762" y="43799"/>
                </a:lnTo>
                <a:close/>
                <a:moveTo>
                  <a:pt x="1060594" y="40414"/>
                </a:moveTo>
                <a:lnTo>
                  <a:pt x="1062132" y="53953"/>
                </a:lnTo>
                <a:lnTo>
                  <a:pt x="1069653" y="40414"/>
                </a:lnTo>
                <a:lnTo>
                  <a:pt x="1075637" y="40414"/>
                </a:lnTo>
                <a:lnTo>
                  <a:pt x="1071467" y="59161"/>
                </a:lnTo>
                <a:lnTo>
                  <a:pt x="1067475" y="59161"/>
                </a:lnTo>
                <a:lnTo>
                  <a:pt x="1071013" y="44233"/>
                </a:lnTo>
                <a:lnTo>
                  <a:pt x="1062763" y="59161"/>
                </a:lnTo>
                <a:lnTo>
                  <a:pt x="1059500" y="59161"/>
                </a:lnTo>
                <a:lnTo>
                  <a:pt x="1057598" y="44233"/>
                </a:lnTo>
                <a:lnTo>
                  <a:pt x="1054699" y="59161"/>
                </a:lnTo>
                <a:lnTo>
                  <a:pt x="1050618" y="59161"/>
                </a:lnTo>
                <a:lnTo>
                  <a:pt x="1054699" y="40414"/>
                </a:lnTo>
                <a:lnTo>
                  <a:pt x="1060683" y="40414"/>
                </a:lnTo>
                <a:lnTo>
                  <a:pt x="1060594" y="40414"/>
                </a:lnTo>
                <a:close/>
              </a:path>
            </a:pathLst>
          </a:custGeom>
          <a:solidFill>
            <a:schemeClr val="tx1"/>
          </a:solidFill>
          <a:ln w="8822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1FE3F502-EBA1-81C0-698B-7A1AF2D9748D}"/>
              </a:ext>
            </a:extLst>
          </p:cNvPr>
          <p:cNvCxnSpPr>
            <a:cxnSpLocks/>
          </p:cNvCxnSpPr>
          <p:nvPr/>
        </p:nvCxnSpPr>
        <p:spPr>
          <a:xfrm>
            <a:off x="843901" y="5405937"/>
            <a:ext cx="1188720" cy="0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Straight Connector 89">
            <a:extLst>
              <a:ext uri="{FF2B5EF4-FFF2-40B4-BE49-F238E27FC236}">
                <a16:creationId xmlns:a16="http://schemas.microsoft.com/office/drawing/2014/main" id="{48E4FC71-0AA6-0250-A378-9EE74D11E2C2}"/>
              </a:ext>
            </a:extLst>
          </p:cNvPr>
          <p:cNvCxnSpPr>
            <a:cxnSpLocks/>
          </p:cNvCxnSpPr>
          <p:nvPr/>
        </p:nvCxnSpPr>
        <p:spPr>
          <a:xfrm>
            <a:off x="3264829" y="5405937"/>
            <a:ext cx="2103120" cy="0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32ED729B-EF16-23A3-A93B-C971FF7614A7}"/>
              </a:ext>
            </a:extLst>
          </p:cNvPr>
          <p:cNvCxnSpPr>
            <a:cxnSpLocks/>
          </p:cNvCxnSpPr>
          <p:nvPr/>
        </p:nvCxnSpPr>
        <p:spPr>
          <a:xfrm>
            <a:off x="6825582" y="5405937"/>
            <a:ext cx="2103120" cy="0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D86F11E8-39D0-F11C-922D-23A3FDE50B99}"/>
              </a:ext>
            </a:extLst>
          </p:cNvPr>
          <p:cNvCxnSpPr>
            <a:cxnSpLocks/>
          </p:cNvCxnSpPr>
          <p:nvPr/>
        </p:nvCxnSpPr>
        <p:spPr>
          <a:xfrm>
            <a:off x="10035983" y="5405937"/>
            <a:ext cx="1188720" cy="0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71452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8BBA21-D4DC-DB25-3AED-B0A7D4269E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Zero Trust </a:t>
            </a:r>
            <a:r>
              <a:rPr lang="en-US" dirty="0">
                <a:solidFill>
                  <a:schemeClr val="accent2"/>
                </a:solidFill>
              </a:rPr>
              <a:t>Branch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26B5C38-E7A7-FAC9-AF78-FE0C9010D485}"/>
              </a:ext>
            </a:extLst>
          </p:cNvPr>
          <p:cNvGrpSpPr/>
          <p:nvPr/>
        </p:nvGrpSpPr>
        <p:grpSpPr>
          <a:xfrm>
            <a:off x="4920793" y="5413275"/>
            <a:ext cx="2350413" cy="461568"/>
            <a:chOff x="4934969" y="5673556"/>
            <a:chExt cx="2350413" cy="461568"/>
          </a:xfrm>
        </p:grpSpPr>
        <p:pic>
          <p:nvPicPr>
            <p:cNvPr id="5" name="Google Shape;4273;p412">
              <a:extLst>
                <a:ext uri="{FF2B5EF4-FFF2-40B4-BE49-F238E27FC236}">
                  <a16:creationId xmlns:a16="http://schemas.microsoft.com/office/drawing/2014/main" id="{8E2DD64D-ED95-49EB-7463-E3C9D9CA92C0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4934969" y="5808992"/>
              <a:ext cx="268737" cy="2639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" name="Google Shape;4270;p412">
              <a:extLst>
                <a:ext uri="{FF2B5EF4-FFF2-40B4-BE49-F238E27FC236}">
                  <a16:creationId xmlns:a16="http://schemas.microsoft.com/office/drawing/2014/main" id="{9B0840B2-8851-8DA3-180C-88A216E6F937}"/>
                </a:ext>
              </a:extLst>
            </p:cNvPr>
            <p:cNvSpPr txBox="1"/>
            <p:nvPr/>
          </p:nvSpPr>
          <p:spPr>
            <a:xfrm>
              <a:off x="5223586" y="5673556"/>
              <a:ext cx="2061796" cy="46156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394" tIns="45672" rIns="91394" bIns="45672" anchor="t" anchorCtr="0">
              <a:sp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E-W Firewalls, ACLs, Expensive Switches</a:t>
              </a:r>
              <a:endParaRPr kumimoji="0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BFAB6A59-EEDC-EDC0-66E7-ABC0C77CFFA3}"/>
              </a:ext>
            </a:extLst>
          </p:cNvPr>
          <p:cNvGrpSpPr/>
          <p:nvPr/>
        </p:nvGrpSpPr>
        <p:grpSpPr>
          <a:xfrm>
            <a:off x="8998485" y="5449232"/>
            <a:ext cx="1795958" cy="461568"/>
            <a:chOff x="9131498" y="5667620"/>
            <a:chExt cx="1795958" cy="461568"/>
          </a:xfrm>
        </p:grpSpPr>
        <p:sp>
          <p:nvSpPr>
            <p:cNvPr id="8" name="Google Shape;4274;p412">
              <a:extLst>
                <a:ext uri="{FF2B5EF4-FFF2-40B4-BE49-F238E27FC236}">
                  <a16:creationId xmlns:a16="http://schemas.microsoft.com/office/drawing/2014/main" id="{B843E197-0C38-E3C4-6A27-11C9DCD78B1B}"/>
                </a:ext>
              </a:extLst>
            </p:cNvPr>
            <p:cNvSpPr txBox="1"/>
            <p:nvPr/>
          </p:nvSpPr>
          <p:spPr>
            <a:xfrm>
              <a:off x="9426141" y="5667620"/>
              <a:ext cx="1501315" cy="46156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394" tIns="45672" rIns="91394" bIns="45672" anchor="t" anchorCtr="0">
              <a:sp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Agents, Scanners,</a:t>
              </a:r>
            </a:p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Span Ports</a:t>
              </a:r>
              <a:endParaRPr kumimoji="0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pic>
          <p:nvPicPr>
            <p:cNvPr id="9" name="Google Shape;4275;p412">
              <a:extLst>
                <a:ext uri="{FF2B5EF4-FFF2-40B4-BE49-F238E27FC236}">
                  <a16:creationId xmlns:a16="http://schemas.microsoft.com/office/drawing/2014/main" id="{D6A49379-A445-1FCF-235D-4A725C5C6D4F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131498" y="5766454"/>
              <a:ext cx="276052" cy="2639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39A3E39-272E-8980-332B-6B5E13A7ED96}"/>
              </a:ext>
            </a:extLst>
          </p:cNvPr>
          <p:cNvGrpSpPr/>
          <p:nvPr/>
        </p:nvGrpSpPr>
        <p:grpSpPr>
          <a:xfrm>
            <a:off x="8322767" y="1163496"/>
            <a:ext cx="3147395" cy="4196117"/>
            <a:chOff x="8328482" y="993400"/>
            <a:chExt cx="3147395" cy="4196117"/>
          </a:xfrm>
        </p:grpSpPr>
        <p:grpSp>
          <p:nvGrpSpPr>
            <p:cNvPr id="11" name="Google Shape;4320;p412">
              <a:extLst>
                <a:ext uri="{FF2B5EF4-FFF2-40B4-BE49-F238E27FC236}">
                  <a16:creationId xmlns:a16="http://schemas.microsoft.com/office/drawing/2014/main" id="{2DB733EA-E742-A851-69E9-F1282F9CBCD7}"/>
                </a:ext>
              </a:extLst>
            </p:cNvPr>
            <p:cNvGrpSpPr/>
            <p:nvPr/>
          </p:nvGrpSpPr>
          <p:grpSpPr>
            <a:xfrm>
              <a:off x="8328482" y="993400"/>
              <a:ext cx="3147395" cy="4196117"/>
              <a:chOff x="8328628" y="1466387"/>
              <a:chExt cx="3147600" cy="4196390"/>
            </a:xfrm>
          </p:grpSpPr>
          <p:sp>
            <p:nvSpPr>
              <p:cNvPr id="35" name="Google Shape;4321;p412">
                <a:extLst>
                  <a:ext uri="{FF2B5EF4-FFF2-40B4-BE49-F238E27FC236}">
                    <a16:creationId xmlns:a16="http://schemas.microsoft.com/office/drawing/2014/main" id="{E3BBD341-4A54-1D14-21FD-7D5F4D30B264}"/>
                  </a:ext>
                </a:extLst>
              </p:cNvPr>
              <p:cNvSpPr/>
              <p:nvPr/>
            </p:nvSpPr>
            <p:spPr>
              <a:xfrm>
                <a:off x="8328628" y="1466387"/>
                <a:ext cx="3147600" cy="4196390"/>
              </a:xfrm>
              <a:prstGeom prst="roundRect">
                <a:avLst>
                  <a:gd name="adj" fmla="val 2908"/>
                </a:avLst>
              </a:prstGeom>
              <a:solidFill>
                <a:schemeClr val="bg1">
                  <a:alpha val="10000"/>
                </a:schemeClr>
              </a:solidFill>
              <a:ln w="952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4322;p412">
                <a:extLst>
                  <a:ext uri="{FF2B5EF4-FFF2-40B4-BE49-F238E27FC236}">
                    <a16:creationId xmlns:a16="http://schemas.microsoft.com/office/drawing/2014/main" id="{C86867B3-10C7-E543-A751-D7DFF44B89F7}"/>
                  </a:ext>
                </a:extLst>
              </p:cNvPr>
              <p:cNvSpPr txBox="1"/>
              <p:nvPr/>
            </p:nvSpPr>
            <p:spPr>
              <a:xfrm>
                <a:off x="8716522" y="1567577"/>
                <a:ext cx="2398274" cy="58476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19" tIns="45697" rIns="91419" bIns="45697" anchor="t" anchorCtr="0">
                <a:sp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ea typeface="Century Gothic"/>
                    <a:cs typeface="Arial"/>
                    <a:sym typeface="Arial"/>
                  </a:rPr>
                  <a:t>Automate Asset &amp; Network Visibility</a:t>
                </a:r>
                <a:endParaRPr kumimoji="0" sz="16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cxnSp>
            <p:nvCxnSpPr>
              <p:cNvPr id="37" name="Google Shape;4324;p412">
                <a:extLst>
                  <a:ext uri="{FF2B5EF4-FFF2-40B4-BE49-F238E27FC236}">
                    <a16:creationId xmlns:a16="http://schemas.microsoft.com/office/drawing/2014/main" id="{799B3ADA-1C6C-52D4-C382-A0DE6632ADEC}"/>
                  </a:ext>
                </a:extLst>
              </p:cNvPr>
              <p:cNvCxnSpPr/>
              <p:nvPr/>
            </p:nvCxnSpPr>
            <p:spPr>
              <a:xfrm>
                <a:off x="9534018" y="2241309"/>
                <a:ext cx="7494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cxnSp>
          <p:nvCxnSpPr>
            <p:cNvPr id="12" name="Google Shape;4327;p412">
              <a:extLst>
                <a:ext uri="{FF2B5EF4-FFF2-40B4-BE49-F238E27FC236}">
                  <a16:creationId xmlns:a16="http://schemas.microsoft.com/office/drawing/2014/main" id="{3609FED7-00C3-4957-A7C9-5BBE8783209D}"/>
                </a:ext>
              </a:extLst>
            </p:cNvPr>
            <p:cNvCxnSpPr/>
            <p:nvPr/>
          </p:nvCxnSpPr>
          <p:spPr>
            <a:xfrm rot="10800000">
              <a:off x="9910715" y="3837385"/>
              <a:ext cx="300" cy="544264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grpSp>
          <p:nvGrpSpPr>
            <p:cNvPr id="13" name="Google Shape;4328;p412">
              <a:extLst>
                <a:ext uri="{FF2B5EF4-FFF2-40B4-BE49-F238E27FC236}">
                  <a16:creationId xmlns:a16="http://schemas.microsoft.com/office/drawing/2014/main" id="{B7A06769-6DFE-56C9-33C6-82F192547077}"/>
                </a:ext>
              </a:extLst>
            </p:cNvPr>
            <p:cNvGrpSpPr/>
            <p:nvPr/>
          </p:nvGrpSpPr>
          <p:grpSpPr>
            <a:xfrm>
              <a:off x="9566479" y="3410375"/>
              <a:ext cx="683978" cy="428544"/>
              <a:chOff x="1933058" y="3319356"/>
              <a:chExt cx="1152136" cy="721866"/>
            </a:xfrm>
          </p:grpSpPr>
          <p:grpSp>
            <p:nvGrpSpPr>
              <p:cNvPr id="31" name="Google Shape;4329;p412">
                <a:extLst>
                  <a:ext uri="{FF2B5EF4-FFF2-40B4-BE49-F238E27FC236}">
                    <a16:creationId xmlns:a16="http://schemas.microsoft.com/office/drawing/2014/main" id="{ACF3142D-E135-B71F-3F83-9056ED638478}"/>
                  </a:ext>
                </a:extLst>
              </p:cNvPr>
              <p:cNvGrpSpPr/>
              <p:nvPr/>
            </p:nvGrpSpPr>
            <p:grpSpPr>
              <a:xfrm>
                <a:off x="1933058" y="3319356"/>
                <a:ext cx="1152136" cy="721866"/>
                <a:chOff x="6923681" y="5192222"/>
                <a:chExt cx="981878" cy="615192"/>
              </a:xfrm>
            </p:grpSpPr>
            <p:sp>
              <p:nvSpPr>
                <p:cNvPr id="33" name="Google Shape;4330;p412">
                  <a:extLst>
                    <a:ext uri="{FF2B5EF4-FFF2-40B4-BE49-F238E27FC236}">
                      <a16:creationId xmlns:a16="http://schemas.microsoft.com/office/drawing/2014/main" id="{528F0C0C-212C-71E4-F606-29A413BC0344}"/>
                    </a:ext>
                  </a:extLst>
                </p:cNvPr>
                <p:cNvSpPr/>
                <p:nvPr/>
              </p:nvSpPr>
              <p:spPr>
                <a:xfrm>
                  <a:off x="6923681" y="5192222"/>
                  <a:ext cx="981878" cy="615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878" h="615192" extrusionOk="0">
                      <a:moveTo>
                        <a:pt x="980036" y="313893"/>
                      </a:moveTo>
                      <a:cubicBezTo>
                        <a:pt x="965413" y="222739"/>
                        <a:pt x="891259" y="178543"/>
                        <a:pt x="803332" y="169971"/>
                      </a:cubicBezTo>
                      <a:cubicBezTo>
                        <a:pt x="801068" y="169780"/>
                        <a:pt x="798804" y="169494"/>
                        <a:pt x="796445" y="169304"/>
                      </a:cubicBezTo>
                      <a:lnTo>
                        <a:pt x="796822" y="169304"/>
                      </a:lnTo>
                      <a:cubicBezTo>
                        <a:pt x="796822" y="169304"/>
                        <a:pt x="773425" y="104724"/>
                        <a:pt x="716159" y="55290"/>
                      </a:cubicBezTo>
                      <a:cubicBezTo>
                        <a:pt x="716159" y="55290"/>
                        <a:pt x="716159" y="55290"/>
                        <a:pt x="716065" y="55194"/>
                      </a:cubicBezTo>
                      <a:cubicBezTo>
                        <a:pt x="715782" y="54909"/>
                        <a:pt x="715499" y="54718"/>
                        <a:pt x="715216" y="54432"/>
                      </a:cubicBezTo>
                      <a:cubicBezTo>
                        <a:pt x="704932" y="45479"/>
                        <a:pt x="694460" y="37954"/>
                        <a:pt x="683705" y="31668"/>
                      </a:cubicBezTo>
                      <a:cubicBezTo>
                        <a:pt x="657572" y="18237"/>
                        <a:pt x="621156" y="7569"/>
                        <a:pt x="579645" y="2807"/>
                      </a:cubicBezTo>
                      <a:cubicBezTo>
                        <a:pt x="554456" y="-146"/>
                        <a:pt x="527473" y="-908"/>
                        <a:pt x="499831" y="1188"/>
                      </a:cubicBezTo>
                      <a:cubicBezTo>
                        <a:pt x="424828" y="6712"/>
                        <a:pt x="345109" y="33096"/>
                        <a:pt x="284918" y="93961"/>
                      </a:cubicBezTo>
                      <a:cubicBezTo>
                        <a:pt x="220859" y="81198"/>
                        <a:pt x="163970" y="93771"/>
                        <a:pt x="118214" y="121393"/>
                      </a:cubicBezTo>
                      <a:cubicBezTo>
                        <a:pt x="117648" y="121774"/>
                        <a:pt x="116988" y="122155"/>
                        <a:pt x="116422" y="122536"/>
                      </a:cubicBezTo>
                      <a:cubicBezTo>
                        <a:pt x="113591" y="124251"/>
                        <a:pt x="110855" y="126060"/>
                        <a:pt x="108214" y="127870"/>
                      </a:cubicBezTo>
                      <a:cubicBezTo>
                        <a:pt x="106893" y="128727"/>
                        <a:pt x="105666" y="129680"/>
                        <a:pt x="104346" y="130537"/>
                      </a:cubicBezTo>
                      <a:cubicBezTo>
                        <a:pt x="102176" y="132061"/>
                        <a:pt x="100006" y="133680"/>
                        <a:pt x="97836" y="135300"/>
                      </a:cubicBezTo>
                      <a:cubicBezTo>
                        <a:pt x="96610" y="136157"/>
                        <a:pt x="95477" y="137109"/>
                        <a:pt x="94251" y="138062"/>
                      </a:cubicBezTo>
                      <a:cubicBezTo>
                        <a:pt x="91515" y="140253"/>
                        <a:pt x="88873" y="142443"/>
                        <a:pt x="86232" y="144729"/>
                      </a:cubicBezTo>
                      <a:cubicBezTo>
                        <a:pt x="85854" y="145015"/>
                        <a:pt x="85571" y="145301"/>
                        <a:pt x="85194" y="145587"/>
                      </a:cubicBezTo>
                      <a:cubicBezTo>
                        <a:pt x="28683" y="194831"/>
                        <a:pt x="-3394" y="269412"/>
                        <a:pt x="286" y="340468"/>
                      </a:cubicBezTo>
                      <a:cubicBezTo>
                        <a:pt x="7173" y="474390"/>
                        <a:pt x="151895" y="557829"/>
                        <a:pt x="234350" y="535254"/>
                      </a:cubicBezTo>
                      <a:cubicBezTo>
                        <a:pt x="236331" y="534683"/>
                        <a:pt x="238407" y="535254"/>
                        <a:pt x="240294" y="535254"/>
                      </a:cubicBezTo>
                      <a:cubicBezTo>
                        <a:pt x="246898" y="539255"/>
                        <a:pt x="272087" y="539160"/>
                        <a:pt x="272087" y="539160"/>
                      </a:cubicBezTo>
                      <a:cubicBezTo>
                        <a:pt x="302277" y="573545"/>
                        <a:pt x="341429" y="591547"/>
                        <a:pt x="412658" y="580593"/>
                      </a:cubicBezTo>
                      <a:cubicBezTo>
                        <a:pt x="553040" y="650031"/>
                        <a:pt x="711725" y="606692"/>
                        <a:pt x="790973" y="523634"/>
                      </a:cubicBezTo>
                      <a:cubicBezTo>
                        <a:pt x="792105" y="522396"/>
                        <a:pt x="793237" y="521157"/>
                        <a:pt x="794275" y="519919"/>
                      </a:cubicBezTo>
                      <a:cubicBezTo>
                        <a:pt x="795124" y="518967"/>
                        <a:pt x="795973" y="518109"/>
                        <a:pt x="796728" y="517157"/>
                      </a:cubicBezTo>
                      <a:cubicBezTo>
                        <a:pt x="807011" y="504965"/>
                        <a:pt x="815974" y="492011"/>
                        <a:pt x="823616" y="478581"/>
                      </a:cubicBezTo>
                      <a:cubicBezTo>
                        <a:pt x="824559" y="476866"/>
                        <a:pt x="825502" y="475056"/>
                        <a:pt x="826352" y="473342"/>
                      </a:cubicBezTo>
                      <a:cubicBezTo>
                        <a:pt x="882486" y="469151"/>
                        <a:pt x="938148" y="443910"/>
                        <a:pt x="965413" y="399333"/>
                      </a:cubicBezTo>
                      <a:cubicBezTo>
                        <a:pt x="979187" y="375996"/>
                        <a:pt x="985319" y="347421"/>
                        <a:pt x="979942" y="313989"/>
                      </a:cubicBezTo>
                      <a:close/>
                    </a:path>
                  </a:pathLst>
                </a:custGeom>
                <a:solidFill>
                  <a:srgbClr val="236BF5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34" name="Google Shape;4331;p412">
                  <a:extLst>
                    <a:ext uri="{FF2B5EF4-FFF2-40B4-BE49-F238E27FC236}">
                      <a16:creationId xmlns:a16="http://schemas.microsoft.com/office/drawing/2014/main" id="{ACE51E3B-7AC5-F9FC-5E44-7E721810B541}"/>
                    </a:ext>
                  </a:extLst>
                </p:cNvPr>
                <p:cNvSpPr/>
                <p:nvPr/>
              </p:nvSpPr>
              <p:spPr>
                <a:xfrm>
                  <a:off x="7164069" y="5244930"/>
                  <a:ext cx="635148" cy="486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148" h="486452" extrusionOk="0">
                      <a:moveTo>
                        <a:pt x="624267" y="250613"/>
                      </a:moveTo>
                      <a:cubicBezTo>
                        <a:pt x="510678" y="120311"/>
                        <a:pt x="254065" y="237659"/>
                        <a:pt x="244914" y="247374"/>
                      </a:cubicBezTo>
                      <a:cubicBezTo>
                        <a:pt x="301425" y="160125"/>
                        <a:pt x="439543" y="108119"/>
                        <a:pt x="556057" y="116691"/>
                      </a:cubicBezTo>
                      <a:lnTo>
                        <a:pt x="556434" y="116691"/>
                      </a:lnTo>
                      <a:cubicBezTo>
                        <a:pt x="556434" y="116691"/>
                        <a:pt x="533037" y="52112"/>
                        <a:pt x="475771" y="2677"/>
                      </a:cubicBezTo>
                      <a:cubicBezTo>
                        <a:pt x="475771" y="2677"/>
                        <a:pt x="475771" y="2677"/>
                        <a:pt x="475677" y="2582"/>
                      </a:cubicBezTo>
                      <a:cubicBezTo>
                        <a:pt x="392466" y="-9705"/>
                        <a:pt x="295199" y="21918"/>
                        <a:pt x="184157" y="96308"/>
                      </a:cubicBezTo>
                      <a:cubicBezTo>
                        <a:pt x="184157" y="96308"/>
                        <a:pt x="197177" y="102594"/>
                        <a:pt x="197837" y="102213"/>
                      </a:cubicBezTo>
                      <a:cubicBezTo>
                        <a:pt x="313218" y="51921"/>
                        <a:pt x="395768" y="81354"/>
                        <a:pt x="395108" y="81544"/>
                      </a:cubicBezTo>
                      <a:cubicBezTo>
                        <a:pt x="92833" y="188129"/>
                        <a:pt x="18397" y="394059"/>
                        <a:pt x="0" y="482547"/>
                      </a:cubicBezTo>
                      <a:cubicBezTo>
                        <a:pt x="6604" y="486547"/>
                        <a:pt x="31794" y="486452"/>
                        <a:pt x="31794" y="486452"/>
                      </a:cubicBezTo>
                      <a:cubicBezTo>
                        <a:pt x="92739" y="407204"/>
                        <a:pt x="277462" y="264710"/>
                        <a:pt x="502942" y="338243"/>
                      </a:cubicBezTo>
                      <a:cubicBezTo>
                        <a:pt x="623323" y="377486"/>
                        <a:pt x="654645" y="285189"/>
                        <a:pt x="624361" y="250613"/>
                      </a:cubicBezTo>
                      <a:close/>
                    </a:path>
                  </a:pathLst>
                </a:custGeom>
                <a:solidFill>
                  <a:srgbClr val="A6C1FF">
                    <a:alpha val="29800"/>
                  </a:srgbClr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sp>
            <p:nvSpPr>
              <p:cNvPr id="32" name="Google Shape;4332;p412">
                <a:extLst>
                  <a:ext uri="{FF2B5EF4-FFF2-40B4-BE49-F238E27FC236}">
                    <a16:creationId xmlns:a16="http://schemas.microsoft.com/office/drawing/2014/main" id="{D3DF83ED-E61D-EBED-8A62-F3A628DBFB70}"/>
                  </a:ext>
                </a:extLst>
              </p:cNvPr>
              <p:cNvSpPr/>
              <p:nvPr/>
            </p:nvSpPr>
            <p:spPr>
              <a:xfrm>
                <a:off x="2150617" y="3557739"/>
                <a:ext cx="717144" cy="260523"/>
              </a:xfrm>
              <a:custGeom>
                <a:avLst/>
                <a:gdLst/>
                <a:ahLst/>
                <a:cxnLst/>
                <a:rect l="l" t="t" r="r" b="b"/>
                <a:pathLst>
                  <a:path w="717144" h="260523" extrusionOk="0">
                    <a:moveTo>
                      <a:pt x="405915" y="197319"/>
                    </a:moveTo>
                    <a:cubicBezTo>
                      <a:pt x="403661" y="198743"/>
                      <a:pt x="400931" y="199573"/>
                      <a:pt x="397846" y="200048"/>
                    </a:cubicBezTo>
                    <a:lnTo>
                      <a:pt x="388829" y="201232"/>
                    </a:lnTo>
                    <a:cubicBezTo>
                      <a:pt x="382658" y="201945"/>
                      <a:pt x="379455" y="204909"/>
                      <a:pt x="379455" y="209178"/>
                    </a:cubicBezTo>
                    <a:cubicBezTo>
                      <a:pt x="379455" y="214158"/>
                      <a:pt x="383253" y="217241"/>
                      <a:pt x="389659" y="217241"/>
                    </a:cubicBezTo>
                    <a:cubicBezTo>
                      <a:pt x="399152" y="217241"/>
                      <a:pt x="405915" y="210363"/>
                      <a:pt x="405915" y="200996"/>
                    </a:cubicBezTo>
                    <a:close/>
                    <a:moveTo>
                      <a:pt x="564793" y="175737"/>
                    </a:moveTo>
                    <a:cubicBezTo>
                      <a:pt x="553639" y="175737"/>
                      <a:pt x="546045" y="183564"/>
                      <a:pt x="546045" y="194830"/>
                    </a:cubicBezTo>
                    <a:cubicBezTo>
                      <a:pt x="546045" y="206095"/>
                      <a:pt x="553757" y="213921"/>
                      <a:pt x="564793" y="213921"/>
                    </a:cubicBezTo>
                    <a:cubicBezTo>
                      <a:pt x="575828" y="213921"/>
                      <a:pt x="583184" y="206213"/>
                      <a:pt x="583184" y="194830"/>
                    </a:cubicBezTo>
                    <a:cubicBezTo>
                      <a:pt x="583184" y="183445"/>
                      <a:pt x="575828" y="175737"/>
                      <a:pt x="564793" y="175737"/>
                    </a:cubicBezTo>
                    <a:close/>
                    <a:moveTo>
                      <a:pt x="653545" y="173367"/>
                    </a:moveTo>
                    <a:cubicBezTo>
                      <a:pt x="644527" y="173367"/>
                      <a:pt x="638595" y="178110"/>
                      <a:pt x="636696" y="186766"/>
                    </a:cubicBezTo>
                    <a:lnTo>
                      <a:pt x="668733" y="186766"/>
                    </a:lnTo>
                    <a:cubicBezTo>
                      <a:pt x="667902" y="179058"/>
                      <a:pt x="662564" y="173367"/>
                      <a:pt x="653545" y="173367"/>
                    </a:cubicBezTo>
                    <a:close/>
                    <a:moveTo>
                      <a:pt x="112246" y="159018"/>
                    </a:moveTo>
                    <a:lnTo>
                      <a:pt x="134910" y="159018"/>
                    </a:lnTo>
                    <a:lnTo>
                      <a:pt x="150098" y="178939"/>
                    </a:lnTo>
                    <a:lnTo>
                      <a:pt x="165285" y="159018"/>
                    </a:lnTo>
                    <a:lnTo>
                      <a:pt x="188066" y="159018"/>
                    </a:lnTo>
                    <a:lnTo>
                      <a:pt x="161489" y="193762"/>
                    </a:lnTo>
                    <a:lnTo>
                      <a:pt x="189254" y="230167"/>
                    </a:lnTo>
                    <a:lnTo>
                      <a:pt x="166590" y="230167"/>
                    </a:lnTo>
                    <a:lnTo>
                      <a:pt x="150098" y="208704"/>
                    </a:lnTo>
                    <a:lnTo>
                      <a:pt x="133723" y="230167"/>
                    </a:lnTo>
                    <a:lnTo>
                      <a:pt x="111060" y="230167"/>
                    </a:lnTo>
                    <a:lnTo>
                      <a:pt x="138825" y="193762"/>
                    </a:lnTo>
                    <a:close/>
                    <a:moveTo>
                      <a:pt x="654020" y="157476"/>
                    </a:moveTo>
                    <a:cubicBezTo>
                      <a:pt x="675734" y="157476"/>
                      <a:pt x="689141" y="172417"/>
                      <a:pt x="689141" y="195303"/>
                    </a:cubicBezTo>
                    <a:lnTo>
                      <a:pt x="689141" y="200403"/>
                    </a:lnTo>
                    <a:lnTo>
                      <a:pt x="636816" y="200403"/>
                    </a:lnTo>
                    <a:lnTo>
                      <a:pt x="636816" y="200641"/>
                    </a:lnTo>
                    <a:cubicBezTo>
                      <a:pt x="639188" y="210126"/>
                      <a:pt x="647732" y="214276"/>
                      <a:pt x="656037" y="214276"/>
                    </a:cubicBezTo>
                    <a:cubicBezTo>
                      <a:pt x="664343" y="214276"/>
                      <a:pt x="671225" y="211312"/>
                      <a:pt x="676208" y="207043"/>
                    </a:cubicBezTo>
                    <a:lnTo>
                      <a:pt x="684040" y="222577"/>
                    </a:lnTo>
                    <a:cubicBezTo>
                      <a:pt x="678225" y="227440"/>
                      <a:pt x="669326" y="231946"/>
                      <a:pt x="655682" y="231946"/>
                    </a:cubicBezTo>
                    <a:cubicBezTo>
                      <a:pt x="631594" y="231946"/>
                      <a:pt x="617593" y="215819"/>
                      <a:pt x="617593" y="194712"/>
                    </a:cubicBezTo>
                    <a:cubicBezTo>
                      <a:pt x="617593" y="173603"/>
                      <a:pt x="631713" y="157476"/>
                      <a:pt x="654020" y="157476"/>
                    </a:cubicBezTo>
                    <a:close/>
                    <a:moveTo>
                      <a:pt x="485769" y="157358"/>
                    </a:moveTo>
                    <a:cubicBezTo>
                      <a:pt x="501668" y="157358"/>
                      <a:pt x="510805" y="167556"/>
                      <a:pt x="510805" y="185699"/>
                    </a:cubicBezTo>
                    <a:lnTo>
                      <a:pt x="510805" y="230167"/>
                    </a:lnTo>
                    <a:lnTo>
                      <a:pt x="491583" y="230167"/>
                    </a:lnTo>
                    <a:lnTo>
                      <a:pt x="491583" y="190797"/>
                    </a:lnTo>
                    <a:cubicBezTo>
                      <a:pt x="491583" y="180718"/>
                      <a:pt x="487074" y="175501"/>
                      <a:pt x="478294" y="175501"/>
                    </a:cubicBezTo>
                    <a:cubicBezTo>
                      <a:pt x="468327" y="175501"/>
                      <a:pt x="463107" y="182734"/>
                      <a:pt x="463107" y="196253"/>
                    </a:cubicBezTo>
                    <a:lnTo>
                      <a:pt x="463107" y="230285"/>
                    </a:lnTo>
                    <a:lnTo>
                      <a:pt x="444359" y="230285"/>
                    </a:lnTo>
                    <a:lnTo>
                      <a:pt x="444241" y="230285"/>
                    </a:lnTo>
                    <a:lnTo>
                      <a:pt x="444241" y="159137"/>
                    </a:lnTo>
                    <a:lnTo>
                      <a:pt x="462512" y="159137"/>
                    </a:lnTo>
                    <a:lnTo>
                      <a:pt x="462512" y="169928"/>
                    </a:lnTo>
                    <a:cubicBezTo>
                      <a:pt x="467970" y="161627"/>
                      <a:pt x="476158" y="157358"/>
                      <a:pt x="485769" y="157358"/>
                    </a:cubicBezTo>
                    <a:close/>
                    <a:moveTo>
                      <a:pt x="393812" y="157358"/>
                    </a:moveTo>
                    <a:cubicBezTo>
                      <a:pt x="412085" y="157358"/>
                      <a:pt x="424544" y="165422"/>
                      <a:pt x="424544" y="183802"/>
                    </a:cubicBezTo>
                    <a:lnTo>
                      <a:pt x="424662" y="183920"/>
                    </a:lnTo>
                    <a:lnTo>
                      <a:pt x="424662" y="230404"/>
                    </a:lnTo>
                    <a:lnTo>
                      <a:pt x="405915" y="230404"/>
                    </a:lnTo>
                    <a:lnTo>
                      <a:pt x="405915" y="220680"/>
                    </a:lnTo>
                    <a:cubicBezTo>
                      <a:pt x="401406" y="227677"/>
                      <a:pt x="393931" y="231946"/>
                      <a:pt x="384082" y="231946"/>
                    </a:cubicBezTo>
                    <a:cubicBezTo>
                      <a:pt x="369845" y="231946"/>
                      <a:pt x="359877" y="222815"/>
                      <a:pt x="359877" y="210126"/>
                    </a:cubicBezTo>
                    <a:cubicBezTo>
                      <a:pt x="359877" y="197439"/>
                      <a:pt x="368776" y="190086"/>
                      <a:pt x="383727" y="188426"/>
                    </a:cubicBezTo>
                    <a:lnTo>
                      <a:pt x="397135" y="187004"/>
                    </a:lnTo>
                    <a:cubicBezTo>
                      <a:pt x="403779" y="186292"/>
                      <a:pt x="405796" y="184275"/>
                      <a:pt x="405796" y="180837"/>
                    </a:cubicBezTo>
                    <a:cubicBezTo>
                      <a:pt x="405796" y="176805"/>
                      <a:pt x="401524" y="174315"/>
                      <a:pt x="394169" y="174315"/>
                    </a:cubicBezTo>
                    <a:cubicBezTo>
                      <a:pt x="384320" y="174315"/>
                      <a:pt x="377913" y="177754"/>
                      <a:pt x="375658" y="183564"/>
                    </a:cubicBezTo>
                    <a:lnTo>
                      <a:pt x="361657" y="173603"/>
                    </a:lnTo>
                    <a:cubicBezTo>
                      <a:pt x="366047" y="163168"/>
                      <a:pt x="377320" y="157358"/>
                      <a:pt x="393812" y="157358"/>
                    </a:cubicBezTo>
                    <a:close/>
                    <a:moveTo>
                      <a:pt x="235647" y="157358"/>
                    </a:moveTo>
                    <a:cubicBezTo>
                      <a:pt x="246444" y="157358"/>
                      <a:pt x="255818" y="160916"/>
                      <a:pt x="262700" y="167793"/>
                    </a:cubicBezTo>
                    <a:lnTo>
                      <a:pt x="252021" y="182852"/>
                    </a:lnTo>
                    <a:cubicBezTo>
                      <a:pt x="247274" y="178110"/>
                      <a:pt x="241936" y="175737"/>
                      <a:pt x="235647" y="175737"/>
                    </a:cubicBezTo>
                    <a:cubicBezTo>
                      <a:pt x="224730" y="175737"/>
                      <a:pt x="217017" y="183564"/>
                      <a:pt x="217017" y="194712"/>
                    </a:cubicBezTo>
                    <a:cubicBezTo>
                      <a:pt x="217017" y="205858"/>
                      <a:pt x="224730" y="213565"/>
                      <a:pt x="235647" y="213565"/>
                    </a:cubicBezTo>
                    <a:cubicBezTo>
                      <a:pt x="241936" y="213565"/>
                      <a:pt x="247630" y="210956"/>
                      <a:pt x="252495" y="206332"/>
                    </a:cubicBezTo>
                    <a:lnTo>
                      <a:pt x="262937" y="221391"/>
                    </a:lnTo>
                    <a:cubicBezTo>
                      <a:pt x="256055" y="228270"/>
                      <a:pt x="246444" y="231946"/>
                      <a:pt x="235410" y="231946"/>
                    </a:cubicBezTo>
                    <a:cubicBezTo>
                      <a:pt x="213103" y="231946"/>
                      <a:pt x="197677" y="216767"/>
                      <a:pt x="197677" y="194712"/>
                    </a:cubicBezTo>
                    <a:cubicBezTo>
                      <a:pt x="197677" y="172655"/>
                      <a:pt x="213340" y="157476"/>
                      <a:pt x="235647" y="157476"/>
                    </a:cubicBezTo>
                    <a:close/>
                    <a:moveTo>
                      <a:pt x="559453" y="157239"/>
                    </a:moveTo>
                    <a:lnTo>
                      <a:pt x="559572" y="157476"/>
                    </a:lnTo>
                    <a:cubicBezTo>
                      <a:pt x="569420" y="157476"/>
                      <a:pt x="578201" y="161864"/>
                      <a:pt x="582710" y="169097"/>
                    </a:cubicBezTo>
                    <a:lnTo>
                      <a:pt x="582710" y="159137"/>
                    </a:lnTo>
                    <a:lnTo>
                      <a:pt x="601456" y="159137"/>
                    </a:lnTo>
                    <a:lnTo>
                      <a:pt x="601456" y="225542"/>
                    </a:lnTo>
                    <a:cubicBezTo>
                      <a:pt x="601456" y="248310"/>
                      <a:pt x="587930" y="260523"/>
                      <a:pt x="562775" y="260523"/>
                    </a:cubicBezTo>
                    <a:cubicBezTo>
                      <a:pt x="549487" y="260523"/>
                      <a:pt x="539400" y="256966"/>
                      <a:pt x="531332" y="249377"/>
                    </a:cubicBezTo>
                    <a:lnTo>
                      <a:pt x="540587" y="233842"/>
                    </a:lnTo>
                    <a:cubicBezTo>
                      <a:pt x="546757" y="239773"/>
                      <a:pt x="553639" y="242736"/>
                      <a:pt x="562182" y="242736"/>
                    </a:cubicBezTo>
                    <a:cubicBezTo>
                      <a:pt x="575946" y="242736"/>
                      <a:pt x="582946" y="236571"/>
                      <a:pt x="582946" y="224356"/>
                    </a:cubicBezTo>
                    <a:lnTo>
                      <a:pt x="582946" y="219850"/>
                    </a:lnTo>
                    <a:cubicBezTo>
                      <a:pt x="578081" y="226847"/>
                      <a:pt x="569895" y="230760"/>
                      <a:pt x="560046" y="230760"/>
                    </a:cubicBezTo>
                    <a:cubicBezTo>
                      <a:pt x="539875" y="230760"/>
                      <a:pt x="526587" y="216293"/>
                      <a:pt x="526587" y="194237"/>
                    </a:cubicBezTo>
                    <a:cubicBezTo>
                      <a:pt x="526587" y="172181"/>
                      <a:pt x="540113" y="157239"/>
                      <a:pt x="559453" y="157239"/>
                    </a:cubicBezTo>
                    <a:close/>
                    <a:moveTo>
                      <a:pt x="277176" y="130795"/>
                    </a:moveTo>
                    <a:lnTo>
                      <a:pt x="295923" y="130795"/>
                    </a:lnTo>
                    <a:lnTo>
                      <a:pt x="295923" y="169808"/>
                    </a:lnTo>
                    <a:cubicBezTo>
                      <a:pt x="301143" y="161389"/>
                      <a:pt x="308857" y="157476"/>
                      <a:pt x="318467" y="157476"/>
                    </a:cubicBezTo>
                    <a:cubicBezTo>
                      <a:pt x="334723" y="157476"/>
                      <a:pt x="343622" y="167674"/>
                      <a:pt x="343622" y="186173"/>
                    </a:cubicBezTo>
                    <a:lnTo>
                      <a:pt x="343622" y="230285"/>
                    </a:lnTo>
                    <a:lnTo>
                      <a:pt x="324400" y="230285"/>
                    </a:lnTo>
                    <a:lnTo>
                      <a:pt x="324400" y="190917"/>
                    </a:lnTo>
                    <a:cubicBezTo>
                      <a:pt x="324400" y="180837"/>
                      <a:pt x="319891" y="175619"/>
                      <a:pt x="311467" y="175619"/>
                    </a:cubicBezTo>
                    <a:cubicBezTo>
                      <a:pt x="301262" y="175619"/>
                      <a:pt x="295923" y="182734"/>
                      <a:pt x="295923" y="196371"/>
                    </a:cubicBezTo>
                    <a:lnTo>
                      <a:pt x="295923" y="230404"/>
                    </a:lnTo>
                    <a:lnTo>
                      <a:pt x="277176" y="230404"/>
                    </a:lnTo>
                    <a:close/>
                    <a:moveTo>
                      <a:pt x="34409" y="130558"/>
                    </a:moveTo>
                    <a:lnTo>
                      <a:pt x="98720" y="130558"/>
                    </a:lnTo>
                    <a:lnTo>
                      <a:pt x="98720" y="150480"/>
                    </a:lnTo>
                    <a:lnTo>
                      <a:pt x="54344" y="150480"/>
                    </a:lnTo>
                    <a:lnTo>
                      <a:pt x="54344" y="170401"/>
                    </a:lnTo>
                    <a:lnTo>
                      <a:pt x="98720" y="170401"/>
                    </a:lnTo>
                    <a:lnTo>
                      <a:pt x="98720" y="190324"/>
                    </a:lnTo>
                    <a:lnTo>
                      <a:pt x="54344" y="190324"/>
                    </a:lnTo>
                    <a:lnTo>
                      <a:pt x="54344" y="210245"/>
                    </a:lnTo>
                    <a:lnTo>
                      <a:pt x="98720" y="210245"/>
                    </a:lnTo>
                    <a:lnTo>
                      <a:pt x="98720" y="230167"/>
                    </a:lnTo>
                    <a:lnTo>
                      <a:pt x="34409" y="230167"/>
                    </a:lnTo>
                    <a:close/>
                    <a:moveTo>
                      <a:pt x="273497" y="45179"/>
                    </a:moveTo>
                    <a:cubicBezTo>
                      <a:pt x="262819" y="45179"/>
                      <a:pt x="254512" y="52769"/>
                      <a:pt x="254512" y="64152"/>
                    </a:cubicBezTo>
                    <a:cubicBezTo>
                      <a:pt x="254512" y="75537"/>
                      <a:pt x="262819" y="83007"/>
                      <a:pt x="273497" y="83007"/>
                    </a:cubicBezTo>
                    <a:cubicBezTo>
                      <a:pt x="284176" y="83007"/>
                      <a:pt x="292363" y="75418"/>
                      <a:pt x="292363" y="64152"/>
                    </a:cubicBezTo>
                    <a:cubicBezTo>
                      <a:pt x="292363" y="52887"/>
                      <a:pt x="284058" y="45179"/>
                      <a:pt x="273497" y="45179"/>
                    </a:cubicBezTo>
                    <a:close/>
                    <a:moveTo>
                      <a:pt x="129808" y="42689"/>
                    </a:moveTo>
                    <a:cubicBezTo>
                      <a:pt x="120790" y="42689"/>
                      <a:pt x="114858" y="47433"/>
                      <a:pt x="112959" y="56089"/>
                    </a:cubicBezTo>
                    <a:lnTo>
                      <a:pt x="144995" y="56089"/>
                    </a:lnTo>
                    <a:cubicBezTo>
                      <a:pt x="144165" y="48381"/>
                      <a:pt x="138825" y="42689"/>
                      <a:pt x="129808" y="42689"/>
                    </a:cubicBezTo>
                    <a:close/>
                    <a:moveTo>
                      <a:pt x="562775" y="28579"/>
                    </a:moveTo>
                    <a:lnTo>
                      <a:pt x="581641" y="28579"/>
                    </a:lnTo>
                    <a:lnTo>
                      <a:pt x="581879" y="28579"/>
                    </a:lnTo>
                    <a:lnTo>
                      <a:pt x="581879" y="99727"/>
                    </a:lnTo>
                    <a:lnTo>
                      <a:pt x="563606" y="99727"/>
                    </a:lnTo>
                    <a:lnTo>
                      <a:pt x="563606" y="88936"/>
                    </a:lnTo>
                    <a:cubicBezTo>
                      <a:pt x="558741" y="96169"/>
                      <a:pt x="551622" y="101506"/>
                      <a:pt x="540942" y="101506"/>
                    </a:cubicBezTo>
                    <a:cubicBezTo>
                      <a:pt x="524450" y="101506"/>
                      <a:pt x="516263" y="90360"/>
                      <a:pt x="516263" y="72928"/>
                    </a:cubicBezTo>
                    <a:lnTo>
                      <a:pt x="516263" y="28697"/>
                    </a:lnTo>
                    <a:lnTo>
                      <a:pt x="535484" y="28697"/>
                    </a:lnTo>
                    <a:lnTo>
                      <a:pt x="535484" y="68185"/>
                    </a:lnTo>
                    <a:cubicBezTo>
                      <a:pt x="535484" y="78264"/>
                      <a:pt x="539163" y="83363"/>
                      <a:pt x="547469" y="83363"/>
                    </a:cubicBezTo>
                    <a:cubicBezTo>
                      <a:pt x="558029" y="83363"/>
                      <a:pt x="562775" y="74825"/>
                      <a:pt x="562775" y="62611"/>
                    </a:cubicBezTo>
                    <a:close/>
                    <a:moveTo>
                      <a:pt x="630645" y="26799"/>
                    </a:moveTo>
                    <a:lnTo>
                      <a:pt x="630645" y="26918"/>
                    </a:lnTo>
                    <a:cubicBezTo>
                      <a:pt x="643341" y="26918"/>
                      <a:pt x="652597" y="30713"/>
                      <a:pt x="659003" y="37471"/>
                    </a:cubicBezTo>
                    <a:lnTo>
                      <a:pt x="648443" y="51108"/>
                    </a:lnTo>
                    <a:cubicBezTo>
                      <a:pt x="644172" y="46365"/>
                      <a:pt x="636341" y="43875"/>
                      <a:pt x="629103" y="43875"/>
                    </a:cubicBezTo>
                    <a:cubicBezTo>
                      <a:pt x="623288" y="43875"/>
                      <a:pt x="620085" y="45772"/>
                      <a:pt x="620085" y="48856"/>
                    </a:cubicBezTo>
                    <a:cubicBezTo>
                      <a:pt x="620085" y="52294"/>
                      <a:pt x="623526" y="53006"/>
                      <a:pt x="636578" y="55971"/>
                    </a:cubicBezTo>
                    <a:cubicBezTo>
                      <a:pt x="650105" y="59054"/>
                      <a:pt x="659359" y="64034"/>
                      <a:pt x="659359" y="78264"/>
                    </a:cubicBezTo>
                    <a:cubicBezTo>
                      <a:pt x="659359" y="93917"/>
                      <a:pt x="648206" y="101506"/>
                      <a:pt x="628628" y="101506"/>
                    </a:cubicBezTo>
                    <a:cubicBezTo>
                      <a:pt x="614390" y="101506"/>
                      <a:pt x="603118" y="97237"/>
                      <a:pt x="597067" y="89647"/>
                    </a:cubicBezTo>
                    <a:lnTo>
                      <a:pt x="607983" y="75418"/>
                    </a:lnTo>
                    <a:cubicBezTo>
                      <a:pt x="612492" y="80636"/>
                      <a:pt x="619967" y="84668"/>
                      <a:pt x="630645" y="84668"/>
                    </a:cubicBezTo>
                    <a:cubicBezTo>
                      <a:pt x="635866" y="84668"/>
                      <a:pt x="640019" y="83245"/>
                      <a:pt x="640019" y="79212"/>
                    </a:cubicBezTo>
                    <a:cubicBezTo>
                      <a:pt x="640019" y="75537"/>
                      <a:pt x="636459" y="74707"/>
                      <a:pt x="624238" y="71979"/>
                    </a:cubicBezTo>
                    <a:cubicBezTo>
                      <a:pt x="613085" y="69608"/>
                      <a:pt x="600626" y="64745"/>
                      <a:pt x="600626" y="49449"/>
                    </a:cubicBezTo>
                    <a:cubicBezTo>
                      <a:pt x="600626" y="34151"/>
                      <a:pt x="612017" y="26799"/>
                      <a:pt x="630645" y="26799"/>
                    </a:cubicBezTo>
                    <a:close/>
                    <a:moveTo>
                      <a:pt x="496092" y="26799"/>
                    </a:moveTo>
                    <a:cubicBezTo>
                      <a:pt x="498702" y="26799"/>
                      <a:pt x="500838" y="27274"/>
                      <a:pt x="503092" y="27749"/>
                    </a:cubicBezTo>
                    <a:lnTo>
                      <a:pt x="503092" y="47907"/>
                    </a:lnTo>
                    <a:cubicBezTo>
                      <a:pt x="500482" y="47077"/>
                      <a:pt x="497516" y="46722"/>
                      <a:pt x="494549" y="46722"/>
                    </a:cubicBezTo>
                    <a:cubicBezTo>
                      <a:pt x="482209" y="46722"/>
                      <a:pt x="476633" y="53717"/>
                      <a:pt x="476633" y="67354"/>
                    </a:cubicBezTo>
                    <a:lnTo>
                      <a:pt x="476633" y="99491"/>
                    </a:lnTo>
                    <a:lnTo>
                      <a:pt x="457885" y="99491"/>
                    </a:lnTo>
                    <a:lnTo>
                      <a:pt x="457885" y="28341"/>
                    </a:lnTo>
                    <a:lnTo>
                      <a:pt x="475920" y="28341"/>
                    </a:lnTo>
                    <a:lnTo>
                      <a:pt x="475920" y="39962"/>
                    </a:lnTo>
                    <a:lnTo>
                      <a:pt x="475920" y="40200"/>
                    </a:lnTo>
                    <a:cubicBezTo>
                      <a:pt x="479718" y="31899"/>
                      <a:pt x="486125" y="26799"/>
                      <a:pt x="496092" y="26799"/>
                    </a:cubicBezTo>
                    <a:close/>
                    <a:moveTo>
                      <a:pt x="273497" y="26799"/>
                    </a:moveTo>
                    <a:cubicBezTo>
                      <a:pt x="295449" y="26799"/>
                      <a:pt x="311823" y="41859"/>
                      <a:pt x="311823" y="64034"/>
                    </a:cubicBezTo>
                    <a:cubicBezTo>
                      <a:pt x="311823" y="86209"/>
                      <a:pt x="295449" y="101268"/>
                      <a:pt x="273497" y="101268"/>
                    </a:cubicBezTo>
                    <a:cubicBezTo>
                      <a:pt x="251546" y="101268"/>
                      <a:pt x="235172" y="86209"/>
                      <a:pt x="235172" y="64034"/>
                    </a:cubicBezTo>
                    <a:cubicBezTo>
                      <a:pt x="235172" y="41859"/>
                      <a:pt x="251546" y="26799"/>
                      <a:pt x="273497" y="26799"/>
                    </a:cubicBezTo>
                    <a:close/>
                    <a:moveTo>
                      <a:pt x="219391" y="26799"/>
                    </a:moveTo>
                    <a:cubicBezTo>
                      <a:pt x="222002" y="26799"/>
                      <a:pt x="224137" y="27274"/>
                      <a:pt x="226391" y="27749"/>
                    </a:cubicBezTo>
                    <a:lnTo>
                      <a:pt x="226391" y="47907"/>
                    </a:lnTo>
                    <a:cubicBezTo>
                      <a:pt x="223781" y="47077"/>
                      <a:pt x="220815" y="46722"/>
                      <a:pt x="217848" y="46722"/>
                    </a:cubicBezTo>
                    <a:cubicBezTo>
                      <a:pt x="205508" y="46722"/>
                      <a:pt x="199932" y="53717"/>
                      <a:pt x="199932" y="67354"/>
                    </a:cubicBezTo>
                    <a:lnTo>
                      <a:pt x="199932" y="99491"/>
                    </a:lnTo>
                    <a:lnTo>
                      <a:pt x="181184" y="99491"/>
                    </a:lnTo>
                    <a:lnTo>
                      <a:pt x="181184" y="28341"/>
                    </a:lnTo>
                    <a:lnTo>
                      <a:pt x="199220" y="28341"/>
                    </a:lnTo>
                    <a:lnTo>
                      <a:pt x="199220" y="39962"/>
                    </a:lnTo>
                    <a:lnTo>
                      <a:pt x="199220" y="40200"/>
                    </a:lnTo>
                    <a:cubicBezTo>
                      <a:pt x="203016" y="31899"/>
                      <a:pt x="209424" y="26799"/>
                      <a:pt x="219391" y="26799"/>
                    </a:cubicBezTo>
                    <a:close/>
                    <a:moveTo>
                      <a:pt x="130282" y="26799"/>
                    </a:moveTo>
                    <a:cubicBezTo>
                      <a:pt x="151995" y="26799"/>
                      <a:pt x="165403" y="41741"/>
                      <a:pt x="165403" y="64627"/>
                    </a:cubicBezTo>
                    <a:lnTo>
                      <a:pt x="165403" y="69726"/>
                    </a:lnTo>
                    <a:lnTo>
                      <a:pt x="113077" y="69726"/>
                    </a:lnTo>
                    <a:lnTo>
                      <a:pt x="113077" y="69963"/>
                    </a:lnTo>
                    <a:cubicBezTo>
                      <a:pt x="115451" y="79450"/>
                      <a:pt x="123993" y="83600"/>
                      <a:pt x="132299" y="83600"/>
                    </a:cubicBezTo>
                    <a:cubicBezTo>
                      <a:pt x="140604" y="83600"/>
                      <a:pt x="147486" y="80636"/>
                      <a:pt x="152470" y="76367"/>
                    </a:cubicBezTo>
                    <a:lnTo>
                      <a:pt x="160301" y="91901"/>
                    </a:lnTo>
                    <a:cubicBezTo>
                      <a:pt x="154487" y="96762"/>
                      <a:pt x="145588" y="101268"/>
                      <a:pt x="131943" y="101268"/>
                    </a:cubicBezTo>
                    <a:cubicBezTo>
                      <a:pt x="107856" y="101268"/>
                      <a:pt x="93855" y="85142"/>
                      <a:pt x="93855" y="64034"/>
                    </a:cubicBezTo>
                    <a:cubicBezTo>
                      <a:pt x="93855" y="42927"/>
                      <a:pt x="107975" y="26799"/>
                      <a:pt x="130282" y="26799"/>
                    </a:cubicBezTo>
                    <a:close/>
                    <a:moveTo>
                      <a:pt x="680362" y="9487"/>
                    </a:moveTo>
                    <a:lnTo>
                      <a:pt x="699108" y="9487"/>
                    </a:lnTo>
                    <a:lnTo>
                      <a:pt x="699108" y="28579"/>
                    </a:lnTo>
                    <a:lnTo>
                      <a:pt x="717144" y="28579"/>
                    </a:lnTo>
                    <a:lnTo>
                      <a:pt x="717144" y="44350"/>
                    </a:lnTo>
                    <a:lnTo>
                      <a:pt x="699108" y="44350"/>
                    </a:lnTo>
                    <a:lnTo>
                      <a:pt x="699108" y="75180"/>
                    </a:lnTo>
                    <a:cubicBezTo>
                      <a:pt x="699108" y="79687"/>
                      <a:pt x="701363" y="81584"/>
                      <a:pt x="706228" y="81584"/>
                    </a:cubicBezTo>
                    <a:cubicBezTo>
                      <a:pt x="709075" y="81584"/>
                      <a:pt x="711448" y="81347"/>
                      <a:pt x="716670" y="80398"/>
                    </a:cubicBezTo>
                    <a:lnTo>
                      <a:pt x="716670" y="98186"/>
                    </a:lnTo>
                    <a:lnTo>
                      <a:pt x="716670" y="98305"/>
                    </a:lnTo>
                    <a:cubicBezTo>
                      <a:pt x="711448" y="99609"/>
                      <a:pt x="705990" y="100439"/>
                      <a:pt x="701245" y="100439"/>
                    </a:cubicBezTo>
                    <a:cubicBezTo>
                      <a:pt x="687955" y="100439"/>
                      <a:pt x="680362" y="94153"/>
                      <a:pt x="680362" y="77908"/>
                    </a:cubicBezTo>
                    <a:lnTo>
                      <a:pt x="680362" y="44350"/>
                    </a:lnTo>
                    <a:lnTo>
                      <a:pt x="667427" y="44350"/>
                    </a:lnTo>
                    <a:lnTo>
                      <a:pt x="667427" y="28579"/>
                    </a:lnTo>
                    <a:lnTo>
                      <a:pt x="680362" y="28579"/>
                    </a:lnTo>
                    <a:close/>
                    <a:moveTo>
                      <a:pt x="353351" y="0"/>
                    </a:moveTo>
                    <a:lnTo>
                      <a:pt x="445308" y="0"/>
                    </a:lnTo>
                    <a:lnTo>
                      <a:pt x="445308" y="19922"/>
                    </a:lnTo>
                    <a:lnTo>
                      <a:pt x="409237" y="19922"/>
                    </a:lnTo>
                    <a:lnTo>
                      <a:pt x="409237" y="99609"/>
                    </a:lnTo>
                    <a:lnTo>
                      <a:pt x="389304" y="99609"/>
                    </a:lnTo>
                    <a:lnTo>
                      <a:pt x="389304" y="19922"/>
                    </a:lnTo>
                    <a:lnTo>
                      <a:pt x="353351" y="19922"/>
                    </a:lnTo>
                    <a:close/>
                    <a:moveTo>
                      <a:pt x="0" y="0"/>
                    </a:moveTo>
                    <a:lnTo>
                      <a:pt x="81278" y="0"/>
                    </a:lnTo>
                    <a:lnTo>
                      <a:pt x="81278" y="14348"/>
                    </a:lnTo>
                    <a:lnTo>
                      <a:pt x="29782" y="79568"/>
                    </a:lnTo>
                    <a:lnTo>
                      <a:pt x="81278" y="79568"/>
                    </a:lnTo>
                    <a:lnTo>
                      <a:pt x="81278" y="99491"/>
                    </a:lnTo>
                    <a:lnTo>
                      <a:pt x="0" y="99491"/>
                    </a:lnTo>
                    <a:lnTo>
                      <a:pt x="0" y="85261"/>
                    </a:lnTo>
                    <a:lnTo>
                      <a:pt x="51496" y="19922"/>
                    </a:lnTo>
                    <a:lnTo>
                      <a:pt x="0" y="199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grpSp>
          <p:nvGrpSpPr>
            <p:cNvPr id="14" name="Google Shape;4336;p412">
              <a:extLst>
                <a:ext uri="{FF2B5EF4-FFF2-40B4-BE49-F238E27FC236}">
                  <a16:creationId xmlns:a16="http://schemas.microsoft.com/office/drawing/2014/main" id="{EC94DCA8-5819-2020-C13D-6896D7F58163}"/>
                </a:ext>
              </a:extLst>
            </p:cNvPr>
            <p:cNvGrpSpPr/>
            <p:nvPr/>
          </p:nvGrpSpPr>
          <p:grpSpPr>
            <a:xfrm>
              <a:off x="9074505" y="4218658"/>
              <a:ext cx="1671561" cy="765044"/>
              <a:chOff x="9074700" y="4691858"/>
              <a:chExt cx="1671670" cy="765094"/>
            </a:xfrm>
          </p:grpSpPr>
          <p:sp>
            <p:nvSpPr>
              <p:cNvPr id="20" name="Google Shape;4337;p412">
                <a:extLst>
                  <a:ext uri="{FF2B5EF4-FFF2-40B4-BE49-F238E27FC236}">
                    <a16:creationId xmlns:a16="http://schemas.microsoft.com/office/drawing/2014/main" id="{F2BC876A-F0DB-D40B-D6CA-477A7C8C0DFF}"/>
                  </a:ext>
                </a:extLst>
              </p:cNvPr>
              <p:cNvSpPr/>
              <p:nvPr/>
            </p:nvSpPr>
            <p:spPr>
              <a:xfrm>
                <a:off x="9209023" y="4691858"/>
                <a:ext cx="1386900" cy="516300"/>
              </a:xfrm>
              <a:prstGeom prst="roundRect">
                <a:avLst>
                  <a:gd name="adj" fmla="val 9976"/>
                </a:avLst>
              </a:prstGeom>
              <a:solidFill>
                <a:srgbClr val="1449AC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Tx/>
                  <a:buNone/>
                  <a:tabLst/>
                  <a:defRPr/>
                </a:pPr>
                <a:endParaRPr kumimoji="0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21" name="Google Shape;4338;p412">
                <a:extLst>
                  <a:ext uri="{FF2B5EF4-FFF2-40B4-BE49-F238E27FC236}">
                    <a16:creationId xmlns:a16="http://schemas.microsoft.com/office/drawing/2014/main" id="{CB6880D6-21AF-7757-E077-17A8C0FE6965}"/>
                  </a:ext>
                </a:extLst>
              </p:cNvPr>
              <p:cNvSpPr txBox="1"/>
              <p:nvPr/>
            </p:nvSpPr>
            <p:spPr>
              <a:xfrm>
                <a:off x="9074700" y="5226151"/>
                <a:ext cx="1671670" cy="2308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19" tIns="45697" rIns="91419" bIns="45697" anchor="t" anchorCtr="0">
                <a:spAutoFit/>
              </a:bodyPr>
              <a:lstStyle/>
              <a:p>
                <a:pPr marL="2438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61F48"/>
                  </a:buClr>
                  <a:buSzPts val="1200"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Factory, Branch, Campus</a:t>
                </a:r>
                <a:endParaRPr kumimoji="0" sz="20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2" name="Google Shape;4339;p412">
                <a:extLst>
                  <a:ext uri="{FF2B5EF4-FFF2-40B4-BE49-F238E27FC236}">
                    <a16:creationId xmlns:a16="http://schemas.microsoft.com/office/drawing/2014/main" id="{AE2BDB1F-0D6E-4499-CDB7-1BE699719F12}"/>
                  </a:ext>
                </a:extLst>
              </p:cNvPr>
              <p:cNvGrpSpPr/>
              <p:nvPr/>
            </p:nvGrpSpPr>
            <p:grpSpPr>
              <a:xfrm>
                <a:off x="9291162" y="4834997"/>
                <a:ext cx="308400" cy="308700"/>
                <a:chOff x="5161434" y="3902473"/>
                <a:chExt cx="308400" cy="308700"/>
              </a:xfrm>
            </p:grpSpPr>
            <p:sp>
              <p:nvSpPr>
                <p:cNvPr id="29" name="Google Shape;4340;p412">
                  <a:extLst>
                    <a:ext uri="{FF2B5EF4-FFF2-40B4-BE49-F238E27FC236}">
                      <a16:creationId xmlns:a16="http://schemas.microsoft.com/office/drawing/2014/main" id="{FB948512-8446-EE30-1B97-C0AEC07B508F}"/>
                    </a:ext>
                  </a:extLst>
                </p:cNvPr>
                <p:cNvSpPr/>
                <p:nvPr/>
              </p:nvSpPr>
              <p:spPr>
                <a:xfrm>
                  <a:off x="5161434" y="3902473"/>
                  <a:ext cx="308400" cy="308700"/>
                </a:xfrm>
                <a:prstGeom prst="ellipse">
                  <a:avLst/>
                </a:prstGeom>
                <a:solidFill>
                  <a:srgbClr val="246CF7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" name="Google Shape;4341;p412">
                  <a:extLst>
                    <a:ext uri="{FF2B5EF4-FFF2-40B4-BE49-F238E27FC236}">
                      <a16:creationId xmlns:a16="http://schemas.microsoft.com/office/drawing/2014/main" id="{F9B466C1-B148-56CD-5BAA-3FB7B8EEE77E}"/>
                    </a:ext>
                  </a:extLst>
                </p:cNvPr>
                <p:cNvSpPr/>
                <p:nvPr/>
              </p:nvSpPr>
              <p:spPr>
                <a:xfrm>
                  <a:off x="5226007" y="3963240"/>
                  <a:ext cx="189929" cy="1640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9" h="134752" extrusionOk="0">
                      <a:moveTo>
                        <a:pt x="93861" y="124033"/>
                      </a:moveTo>
                      <a:lnTo>
                        <a:pt x="93883" y="124042"/>
                      </a:lnTo>
                      <a:lnTo>
                        <a:pt x="93839" y="124042"/>
                      </a:lnTo>
                      <a:close/>
                      <a:moveTo>
                        <a:pt x="133584" y="110129"/>
                      </a:moveTo>
                      <a:cubicBezTo>
                        <a:pt x="137066" y="109888"/>
                        <a:pt x="139491" y="113640"/>
                        <a:pt x="137728" y="116647"/>
                      </a:cubicBezTo>
                      <a:cubicBezTo>
                        <a:pt x="134289" y="122463"/>
                        <a:pt x="127940" y="126391"/>
                        <a:pt x="120666" y="126391"/>
                      </a:cubicBezTo>
                      <a:cubicBezTo>
                        <a:pt x="118285" y="126391"/>
                        <a:pt x="115993" y="125974"/>
                        <a:pt x="113877" y="125206"/>
                      </a:cubicBezTo>
                      <a:cubicBezTo>
                        <a:pt x="110857" y="124108"/>
                        <a:pt x="109975" y="120246"/>
                        <a:pt x="112267" y="117964"/>
                      </a:cubicBezTo>
                      <a:lnTo>
                        <a:pt x="112290" y="117964"/>
                      </a:lnTo>
                      <a:lnTo>
                        <a:pt x="118043" y="112236"/>
                      </a:lnTo>
                      <a:cubicBezTo>
                        <a:pt x="118792" y="111490"/>
                        <a:pt x="119806" y="111029"/>
                        <a:pt x="120864" y="110963"/>
                      </a:cubicBezTo>
                      <a:close/>
                      <a:moveTo>
                        <a:pt x="106316" y="86208"/>
                      </a:moveTo>
                      <a:lnTo>
                        <a:pt x="106470" y="86362"/>
                      </a:lnTo>
                      <a:cubicBezTo>
                        <a:pt x="108189" y="88074"/>
                        <a:pt x="108189" y="90861"/>
                        <a:pt x="106470" y="92572"/>
                      </a:cubicBezTo>
                      <a:cubicBezTo>
                        <a:pt x="105610" y="93428"/>
                        <a:pt x="104486" y="93867"/>
                        <a:pt x="103362" y="93867"/>
                      </a:cubicBezTo>
                      <a:cubicBezTo>
                        <a:pt x="102238" y="93867"/>
                        <a:pt x="101114" y="93428"/>
                        <a:pt x="100254" y="92572"/>
                      </a:cubicBezTo>
                      <a:cubicBezTo>
                        <a:pt x="98534" y="90861"/>
                        <a:pt x="98446" y="88008"/>
                        <a:pt x="100166" y="86296"/>
                      </a:cubicBezTo>
                      <a:cubicBezTo>
                        <a:pt x="101885" y="84584"/>
                        <a:pt x="104596" y="84496"/>
                        <a:pt x="106316" y="86208"/>
                      </a:cubicBezTo>
                      <a:close/>
                      <a:moveTo>
                        <a:pt x="95250" y="75191"/>
                      </a:moveTo>
                      <a:lnTo>
                        <a:pt x="95404" y="75345"/>
                      </a:lnTo>
                      <a:cubicBezTo>
                        <a:pt x="97124" y="77057"/>
                        <a:pt x="97124" y="79844"/>
                        <a:pt x="95404" y="81556"/>
                      </a:cubicBezTo>
                      <a:cubicBezTo>
                        <a:pt x="94545" y="82412"/>
                        <a:pt x="93420" y="82850"/>
                        <a:pt x="92296" y="82850"/>
                      </a:cubicBezTo>
                      <a:cubicBezTo>
                        <a:pt x="91172" y="82850"/>
                        <a:pt x="90048" y="82412"/>
                        <a:pt x="89188" y="81556"/>
                      </a:cubicBezTo>
                      <a:cubicBezTo>
                        <a:pt x="87469" y="79844"/>
                        <a:pt x="87380" y="76991"/>
                        <a:pt x="89100" y="75279"/>
                      </a:cubicBezTo>
                      <a:cubicBezTo>
                        <a:pt x="90819" y="73568"/>
                        <a:pt x="93531" y="73480"/>
                        <a:pt x="95250" y="75191"/>
                      </a:cubicBezTo>
                      <a:close/>
                      <a:moveTo>
                        <a:pt x="84184" y="64153"/>
                      </a:moveTo>
                      <a:lnTo>
                        <a:pt x="84338" y="64306"/>
                      </a:lnTo>
                      <a:cubicBezTo>
                        <a:pt x="86058" y="66018"/>
                        <a:pt x="86058" y="68805"/>
                        <a:pt x="84338" y="70517"/>
                      </a:cubicBezTo>
                      <a:cubicBezTo>
                        <a:pt x="83479" y="71373"/>
                        <a:pt x="82354" y="71812"/>
                        <a:pt x="81230" y="71812"/>
                      </a:cubicBezTo>
                      <a:cubicBezTo>
                        <a:pt x="80106" y="71812"/>
                        <a:pt x="78982" y="71373"/>
                        <a:pt x="78122" y="70517"/>
                      </a:cubicBezTo>
                      <a:cubicBezTo>
                        <a:pt x="76403" y="68805"/>
                        <a:pt x="76315" y="65952"/>
                        <a:pt x="78034" y="64241"/>
                      </a:cubicBezTo>
                      <a:cubicBezTo>
                        <a:pt x="79753" y="62529"/>
                        <a:pt x="82465" y="62441"/>
                        <a:pt x="84184" y="64153"/>
                      </a:cubicBezTo>
                      <a:close/>
                      <a:moveTo>
                        <a:pt x="73118" y="53136"/>
                      </a:moveTo>
                      <a:lnTo>
                        <a:pt x="73273" y="53290"/>
                      </a:lnTo>
                      <a:cubicBezTo>
                        <a:pt x="74992" y="55002"/>
                        <a:pt x="74992" y="57789"/>
                        <a:pt x="73273" y="59500"/>
                      </a:cubicBezTo>
                      <a:cubicBezTo>
                        <a:pt x="72413" y="60356"/>
                        <a:pt x="71289" y="60795"/>
                        <a:pt x="70164" y="60795"/>
                      </a:cubicBezTo>
                      <a:cubicBezTo>
                        <a:pt x="69040" y="60795"/>
                        <a:pt x="67916" y="60356"/>
                        <a:pt x="67056" y="59500"/>
                      </a:cubicBezTo>
                      <a:cubicBezTo>
                        <a:pt x="65337" y="57789"/>
                        <a:pt x="65249" y="54936"/>
                        <a:pt x="66968" y="53224"/>
                      </a:cubicBezTo>
                      <a:cubicBezTo>
                        <a:pt x="68687" y="51512"/>
                        <a:pt x="71399" y="51424"/>
                        <a:pt x="73118" y="53136"/>
                      </a:cubicBezTo>
                      <a:close/>
                      <a:moveTo>
                        <a:pt x="62052" y="42119"/>
                      </a:moveTo>
                      <a:lnTo>
                        <a:pt x="62207" y="42273"/>
                      </a:lnTo>
                      <a:cubicBezTo>
                        <a:pt x="63926" y="43985"/>
                        <a:pt x="63926" y="46772"/>
                        <a:pt x="62207" y="48484"/>
                      </a:cubicBezTo>
                      <a:cubicBezTo>
                        <a:pt x="61347" y="49340"/>
                        <a:pt x="60223" y="49778"/>
                        <a:pt x="59098" y="49778"/>
                      </a:cubicBezTo>
                      <a:cubicBezTo>
                        <a:pt x="57974" y="49778"/>
                        <a:pt x="56850" y="49340"/>
                        <a:pt x="55990" y="48484"/>
                      </a:cubicBezTo>
                      <a:cubicBezTo>
                        <a:pt x="54271" y="46772"/>
                        <a:pt x="54183" y="43919"/>
                        <a:pt x="55902" y="42207"/>
                      </a:cubicBezTo>
                      <a:cubicBezTo>
                        <a:pt x="57622" y="40495"/>
                        <a:pt x="60333" y="40408"/>
                        <a:pt x="62052" y="42119"/>
                      </a:cubicBezTo>
                      <a:close/>
                      <a:moveTo>
                        <a:pt x="50986" y="31103"/>
                      </a:moveTo>
                      <a:lnTo>
                        <a:pt x="51141" y="31256"/>
                      </a:lnTo>
                      <a:cubicBezTo>
                        <a:pt x="52860" y="32968"/>
                        <a:pt x="52860" y="35755"/>
                        <a:pt x="51141" y="37467"/>
                      </a:cubicBezTo>
                      <a:cubicBezTo>
                        <a:pt x="50281" y="38323"/>
                        <a:pt x="49157" y="38762"/>
                        <a:pt x="48033" y="38762"/>
                      </a:cubicBezTo>
                      <a:cubicBezTo>
                        <a:pt x="46908" y="38762"/>
                        <a:pt x="45784" y="38323"/>
                        <a:pt x="44924" y="37467"/>
                      </a:cubicBezTo>
                      <a:cubicBezTo>
                        <a:pt x="43205" y="35755"/>
                        <a:pt x="43117" y="32902"/>
                        <a:pt x="44836" y="31191"/>
                      </a:cubicBezTo>
                      <a:cubicBezTo>
                        <a:pt x="46556" y="29479"/>
                        <a:pt x="49267" y="29391"/>
                        <a:pt x="50986" y="31103"/>
                      </a:cubicBezTo>
                      <a:close/>
                      <a:moveTo>
                        <a:pt x="57710" y="7950"/>
                      </a:moveTo>
                      <a:lnTo>
                        <a:pt x="21470" y="44028"/>
                      </a:lnTo>
                      <a:lnTo>
                        <a:pt x="21492" y="44028"/>
                      </a:lnTo>
                      <a:lnTo>
                        <a:pt x="93883" y="116098"/>
                      </a:lnTo>
                      <a:lnTo>
                        <a:pt x="109071" y="100977"/>
                      </a:lnTo>
                      <a:cubicBezTo>
                        <a:pt x="111518" y="98519"/>
                        <a:pt x="114781" y="97049"/>
                        <a:pt x="118263" y="96829"/>
                      </a:cubicBezTo>
                      <a:lnTo>
                        <a:pt x="145223" y="95074"/>
                      </a:lnTo>
                      <a:close/>
                      <a:moveTo>
                        <a:pt x="55373" y="971"/>
                      </a:moveTo>
                      <a:cubicBezTo>
                        <a:pt x="56674" y="-324"/>
                        <a:pt x="58768" y="-324"/>
                        <a:pt x="60046" y="971"/>
                      </a:cubicBezTo>
                      <a:lnTo>
                        <a:pt x="155032" y="95535"/>
                      </a:lnTo>
                      <a:cubicBezTo>
                        <a:pt x="155958" y="96456"/>
                        <a:pt x="156245" y="97817"/>
                        <a:pt x="155782" y="99024"/>
                      </a:cubicBezTo>
                      <a:cubicBezTo>
                        <a:pt x="155319" y="100231"/>
                        <a:pt x="154195" y="101065"/>
                        <a:pt x="152894" y="101153"/>
                      </a:cubicBezTo>
                      <a:lnTo>
                        <a:pt x="118660" y="103391"/>
                      </a:lnTo>
                      <a:cubicBezTo>
                        <a:pt x="116787" y="103523"/>
                        <a:pt x="115045" y="104313"/>
                        <a:pt x="113700" y="105630"/>
                      </a:cubicBezTo>
                      <a:lnTo>
                        <a:pt x="96176" y="123076"/>
                      </a:lnTo>
                      <a:lnTo>
                        <a:pt x="93861" y="124033"/>
                      </a:lnTo>
                      <a:lnTo>
                        <a:pt x="91547" y="123076"/>
                      </a:lnTo>
                      <a:lnTo>
                        <a:pt x="55054" y="86746"/>
                      </a:lnTo>
                      <a:lnTo>
                        <a:pt x="32272" y="109427"/>
                      </a:lnTo>
                      <a:cubicBezTo>
                        <a:pt x="31655" y="110041"/>
                        <a:pt x="30817" y="110392"/>
                        <a:pt x="29935" y="110392"/>
                      </a:cubicBezTo>
                      <a:lnTo>
                        <a:pt x="29913" y="110414"/>
                      </a:lnTo>
                      <a:lnTo>
                        <a:pt x="6613" y="110414"/>
                      </a:lnTo>
                      <a:lnTo>
                        <a:pt x="6613" y="131460"/>
                      </a:lnTo>
                      <a:cubicBezTo>
                        <a:pt x="6613" y="133281"/>
                        <a:pt x="5136" y="134752"/>
                        <a:pt x="3307" y="134752"/>
                      </a:cubicBezTo>
                      <a:cubicBezTo>
                        <a:pt x="1477" y="134752"/>
                        <a:pt x="0" y="133281"/>
                        <a:pt x="0" y="131460"/>
                      </a:cubicBezTo>
                      <a:lnTo>
                        <a:pt x="0" y="107123"/>
                      </a:lnTo>
                      <a:lnTo>
                        <a:pt x="0" y="79383"/>
                      </a:lnTo>
                      <a:cubicBezTo>
                        <a:pt x="0" y="77561"/>
                        <a:pt x="1477" y="76091"/>
                        <a:pt x="3307" y="76091"/>
                      </a:cubicBezTo>
                      <a:cubicBezTo>
                        <a:pt x="5136" y="76091"/>
                        <a:pt x="6613" y="77561"/>
                        <a:pt x="6613" y="79383"/>
                      </a:cubicBezTo>
                      <a:lnTo>
                        <a:pt x="6613" y="103831"/>
                      </a:lnTo>
                      <a:lnTo>
                        <a:pt x="28546" y="103831"/>
                      </a:lnTo>
                      <a:lnTo>
                        <a:pt x="50381" y="82094"/>
                      </a:lnTo>
                      <a:lnTo>
                        <a:pt x="14482" y="46355"/>
                      </a:lnTo>
                      <a:cubicBezTo>
                        <a:pt x="13182" y="45060"/>
                        <a:pt x="13182" y="42975"/>
                        <a:pt x="14482" y="417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" name="Google Shape;4342;p412">
                <a:extLst>
                  <a:ext uri="{FF2B5EF4-FFF2-40B4-BE49-F238E27FC236}">
                    <a16:creationId xmlns:a16="http://schemas.microsoft.com/office/drawing/2014/main" id="{FBE3C503-E886-19E1-D48F-CBCD3FF101FD}"/>
                  </a:ext>
                </a:extLst>
              </p:cNvPr>
              <p:cNvGrpSpPr/>
              <p:nvPr/>
            </p:nvGrpSpPr>
            <p:grpSpPr>
              <a:xfrm>
                <a:off x="9750882" y="4819924"/>
                <a:ext cx="308400" cy="308700"/>
                <a:chOff x="5780169" y="4910468"/>
                <a:chExt cx="308400" cy="308700"/>
              </a:xfrm>
            </p:grpSpPr>
            <p:sp>
              <p:nvSpPr>
                <p:cNvPr id="27" name="Google Shape;4343;p412">
                  <a:extLst>
                    <a:ext uri="{FF2B5EF4-FFF2-40B4-BE49-F238E27FC236}">
                      <a16:creationId xmlns:a16="http://schemas.microsoft.com/office/drawing/2014/main" id="{91939E3C-17E5-72E9-B841-0407D3C57060}"/>
                    </a:ext>
                  </a:extLst>
                </p:cNvPr>
                <p:cNvSpPr/>
                <p:nvPr/>
              </p:nvSpPr>
              <p:spPr>
                <a:xfrm>
                  <a:off x="5780169" y="4910468"/>
                  <a:ext cx="308400" cy="308700"/>
                </a:xfrm>
                <a:prstGeom prst="ellipse">
                  <a:avLst/>
                </a:prstGeom>
                <a:solidFill>
                  <a:srgbClr val="246CF7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" name="Google Shape;4344;p412">
                  <a:extLst>
                    <a:ext uri="{FF2B5EF4-FFF2-40B4-BE49-F238E27FC236}">
                      <a16:creationId xmlns:a16="http://schemas.microsoft.com/office/drawing/2014/main" id="{1D65566E-AE2D-0418-DB7C-B0B5E830A650}"/>
                    </a:ext>
                  </a:extLst>
                </p:cNvPr>
                <p:cNvSpPr/>
                <p:nvPr/>
              </p:nvSpPr>
              <p:spPr>
                <a:xfrm flipH="1">
                  <a:off x="5845615" y="4982344"/>
                  <a:ext cx="162297" cy="1612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460" h="608457" extrusionOk="0">
                      <a:moveTo>
                        <a:pt x="179927" y="551021"/>
                      </a:moveTo>
                      <a:cubicBezTo>
                        <a:pt x="214027" y="551021"/>
                        <a:pt x="241840" y="523208"/>
                        <a:pt x="241840" y="489109"/>
                      </a:cubicBezTo>
                      <a:lnTo>
                        <a:pt x="241840" y="400050"/>
                      </a:lnTo>
                      <a:cubicBezTo>
                        <a:pt x="241840" y="365950"/>
                        <a:pt x="214027" y="338138"/>
                        <a:pt x="179927" y="338138"/>
                      </a:cubicBezTo>
                      <a:lnTo>
                        <a:pt x="90869" y="338138"/>
                      </a:lnTo>
                      <a:cubicBezTo>
                        <a:pt x="56769" y="338138"/>
                        <a:pt x="28956" y="365950"/>
                        <a:pt x="28956" y="400050"/>
                      </a:cubicBezTo>
                      <a:lnTo>
                        <a:pt x="28956" y="489109"/>
                      </a:lnTo>
                      <a:cubicBezTo>
                        <a:pt x="28956" y="523208"/>
                        <a:pt x="56769" y="551021"/>
                        <a:pt x="90869" y="551021"/>
                      </a:cubicBezTo>
                      <a:lnTo>
                        <a:pt x="179927" y="551021"/>
                      </a:lnTo>
                      <a:close/>
                      <a:moveTo>
                        <a:pt x="57531" y="489109"/>
                      </a:moveTo>
                      <a:lnTo>
                        <a:pt x="57531" y="400050"/>
                      </a:lnTo>
                      <a:cubicBezTo>
                        <a:pt x="57531" y="381667"/>
                        <a:pt x="72485" y="366713"/>
                        <a:pt x="90869" y="366713"/>
                      </a:cubicBezTo>
                      <a:lnTo>
                        <a:pt x="179927" y="366713"/>
                      </a:lnTo>
                      <a:cubicBezTo>
                        <a:pt x="198311" y="366713"/>
                        <a:pt x="213265" y="381667"/>
                        <a:pt x="213265" y="400050"/>
                      </a:cubicBezTo>
                      <a:lnTo>
                        <a:pt x="213265" y="489109"/>
                      </a:lnTo>
                      <a:cubicBezTo>
                        <a:pt x="213265" y="507492"/>
                        <a:pt x="198311" y="522446"/>
                        <a:pt x="179927" y="522446"/>
                      </a:cubicBezTo>
                      <a:lnTo>
                        <a:pt x="90869" y="522446"/>
                      </a:lnTo>
                      <a:cubicBezTo>
                        <a:pt x="72485" y="522446"/>
                        <a:pt x="57531" y="507492"/>
                        <a:pt x="57531" y="489109"/>
                      </a:cubicBezTo>
                      <a:close/>
                      <a:moveTo>
                        <a:pt x="270891" y="300038"/>
                      </a:moveTo>
                      <a:lnTo>
                        <a:pt x="270891" y="318230"/>
                      </a:lnTo>
                      <a:cubicBezTo>
                        <a:pt x="270891" y="326136"/>
                        <a:pt x="264509" y="332518"/>
                        <a:pt x="256604" y="332518"/>
                      </a:cubicBezTo>
                      <a:cubicBezTo>
                        <a:pt x="248698" y="332518"/>
                        <a:pt x="242316" y="326136"/>
                        <a:pt x="242316" y="318230"/>
                      </a:cubicBezTo>
                      <a:lnTo>
                        <a:pt x="242316" y="300133"/>
                      </a:lnTo>
                      <a:cubicBezTo>
                        <a:pt x="242316" y="293656"/>
                        <a:pt x="238697" y="287846"/>
                        <a:pt x="232886" y="284988"/>
                      </a:cubicBezTo>
                      <a:lnTo>
                        <a:pt x="135446" y="236601"/>
                      </a:lnTo>
                      <a:lnTo>
                        <a:pt x="37910" y="284988"/>
                      </a:lnTo>
                      <a:cubicBezTo>
                        <a:pt x="32195" y="287846"/>
                        <a:pt x="28575" y="293656"/>
                        <a:pt x="28575" y="300133"/>
                      </a:cubicBezTo>
                      <a:lnTo>
                        <a:pt x="28575" y="318230"/>
                      </a:lnTo>
                      <a:cubicBezTo>
                        <a:pt x="28575" y="326136"/>
                        <a:pt x="22193" y="332518"/>
                        <a:pt x="14288" y="332518"/>
                      </a:cubicBezTo>
                      <a:cubicBezTo>
                        <a:pt x="6382" y="332518"/>
                        <a:pt x="0" y="326136"/>
                        <a:pt x="0" y="318230"/>
                      </a:cubicBezTo>
                      <a:lnTo>
                        <a:pt x="0" y="300133"/>
                      </a:lnTo>
                      <a:cubicBezTo>
                        <a:pt x="0" y="282797"/>
                        <a:pt x="9716" y="267176"/>
                        <a:pt x="25146" y="259461"/>
                      </a:cubicBezTo>
                      <a:lnTo>
                        <a:pt x="121158" y="211836"/>
                      </a:lnTo>
                      <a:lnTo>
                        <a:pt x="121158" y="180404"/>
                      </a:lnTo>
                      <a:cubicBezTo>
                        <a:pt x="121158" y="172498"/>
                        <a:pt x="127540" y="166116"/>
                        <a:pt x="135446" y="166116"/>
                      </a:cubicBezTo>
                      <a:cubicBezTo>
                        <a:pt x="143351" y="166116"/>
                        <a:pt x="149733" y="172498"/>
                        <a:pt x="149733" y="180404"/>
                      </a:cubicBezTo>
                      <a:lnTo>
                        <a:pt x="149733" y="211836"/>
                      </a:lnTo>
                      <a:lnTo>
                        <a:pt x="245650" y="259461"/>
                      </a:lnTo>
                      <a:cubicBezTo>
                        <a:pt x="261176" y="267272"/>
                        <a:pt x="270796" y="282797"/>
                        <a:pt x="270891" y="300133"/>
                      </a:cubicBezTo>
                      <a:close/>
                      <a:moveTo>
                        <a:pt x="502920" y="444532"/>
                      </a:moveTo>
                      <a:lnTo>
                        <a:pt x="502920" y="331661"/>
                      </a:lnTo>
                      <a:cubicBezTo>
                        <a:pt x="502920" y="324517"/>
                        <a:pt x="497110" y="318611"/>
                        <a:pt x="489871" y="318611"/>
                      </a:cubicBezTo>
                      <a:cubicBezTo>
                        <a:pt x="482632" y="318611"/>
                        <a:pt x="476822" y="324422"/>
                        <a:pt x="476822" y="331661"/>
                      </a:cubicBezTo>
                      <a:lnTo>
                        <a:pt x="476822" y="444532"/>
                      </a:lnTo>
                      <a:cubicBezTo>
                        <a:pt x="476822" y="452438"/>
                        <a:pt x="470440" y="458819"/>
                        <a:pt x="462534" y="458819"/>
                      </a:cubicBezTo>
                      <a:cubicBezTo>
                        <a:pt x="454628" y="458819"/>
                        <a:pt x="448247" y="452438"/>
                        <a:pt x="448247" y="444532"/>
                      </a:cubicBezTo>
                      <a:lnTo>
                        <a:pt x="448247" y="331661"/>
                      </a:lnTo>
                      <a:cubicBezTo>
                        <a:pt x="448247" y="308705"/>
                        <a:pt x="466916" y="290036"/>
                        <a:pt x="489871" y="290036"/>
                      </a:cubicBezTo>
                      <a:cubicBezTo>
                        <a:pt x="512826" y="290036"/>
                        <a:pt x="531495" y="308705"/>
                        <a:pt x="531495" y="331661"/>
                      </a:cubicBezTo>
                      <a:lnTo>
                        <a:pt x="531495" y="444532"/>
                      </a:lnTo>
                      <a:cubicBezTo>
                        <a:pt x="531495" y="452438"/>
                        <a:pt x="525113" y="458819"/>
                        <a:pt x="517208" y="458819"/>
                      </a:cubicBezTo>
                      <a:cubicBezTo>
                        <a:pt x="509302" y="458819"/>
                        <a:pt x="502920" y="452438"/>
                        <a:pt x="502920" y="444532"/>
                      </a:cubicBezTo>
                      <a:close/>
                      <a:moveTo>
                        <a:pt x="236411" y="63437"/>
                      </a:moveTo>
                      <a:lnTo>
                        <a:pt x="416624" y="160973"/>
                      </a:lnTo>
                      <a:cubicBezTo>
                        <a:pt x="423577" y="164687"/>
                        <a:pt x="426149" y="173355"/>
                        <a:pt x="422434" y="180308"/>
                      </a:cubicBezTo>
                      <a:cubicBezTo>
                        <a:pt x="418719" y="187262"/>
                        <a:pt x="410051" y="189833"/>
                        <a:pt x="403098" y="186119"/>
                      </a:cubicBezTo>
                      <a:lnTo>
                        <a:pt x="222980" y="88678"/>
                      </a:lnTo>
                      <a:cubicBezTo>
                        <a:pt x="216789" y="85439"/>
                        <a:pt x="208883" y="87916"/>
                        <a:pt x="205550" y="94298"/>
                      </a:cubicBezTo>
                      <a:cubicBezTo>
                        <a:pt x="203930" y="97346"/>
                        <a:pt x="203644" y="100870"/>
                        <a:pt x="204692" y="104203"/>
                      </a:cubicBezTo>
                      <a:cubicBezTo>
                        <a:pt x="205740" y="107537"/>
                        <a:pt x="208026" y="110204"/>
                        <a:pt x="211074" y="111824"/>
                      </a:cubicBezTo>
                      <a:lnTo>
                        <a:pt x="394240" y="210884"/>
                      </a:lnTo>
                      <a:cubicBezTo>
                        <a:pt x="401193" y="214598"/>
                        <a:pt x="403765" y="223266"/>
                        <a:pt x="400050" y="230219"/>
                      </a:cubicBezTo>
                      <a:cubicBezTo>
                        <a:pt x="397478" y="234982"/>
                        <a:pt x="392525" y="237744"/>
                        <a:pt x="387477" y="237744"/>
                      </a:cubicBezTo>
                      <a:cubicBezTo>
                        <a:pt x="385191" y="237744"/>
                        <a:pt x="382810" y="237173"/>
                        <a:pt x="380714" y="236030"/>
                      </a:cubicBezTo>
                      <a:lnTo>
                        <a:pt x="197739" y="137160"/>
                      </a:lnTo>
                      <a:cubicBezTo>
                        <a:pt x="188119" y="132112"/>
                        <a:pt x="180785" y="123444"/>
                        <a:pt x="177451" y="112871"/>
                      </a:cubicBezTo>
                      <a:cubicBezTo>
                        <a:pt x="174117" y="102299"/>
                        <a:pt x="175069" y="90964"/>
                        <a:pt x="180213" y="81153"/>
                      </a:cubicBezTo>
                      <a:cubicBezTo>
                        <a:pt x="190786" y="60770"/>
                        <a:pt x="215932" y="52864"/>
                        <a:pt x="236315" y="63437"/>
                      </a:cubicBezTo>
                      <a:close/>
                      <a:moveTo>
                        <a:pt x="584073" y="478060"/>
                      </a:moveTo>
                      <a:lnTo>
                        <a:pt x="395669" y="478060"/>
                      </a:lnTo>
                      <a:cubicBezTo>
                        <a:pt x="366808" y="478060"/>
                        <a:pt x="343281" y="501587"/>
                        <a:pt x="343281" y="530447"/>
                      </a:cubicBezTo>
                      <a:lnTo>
                        <a:pt x="343281" y="556070"/>
                      </a:lnTo>
                      <a:cubicBezTo>
                        <a:pt x="343281" y="584930"/>
                        <a:pt x="366808" y="608457"/>
                        <a:pt x="395669" y="608457"/>
                      </a:cubicBezTo>
                      <a:lnTo>
                        <a:pt x="584073" y="608457"/>
                      </a:lnTo>
                      <a:cubicBezTo>
                        <a:pt x="612934" y="608457"/>
                        <a:pt x="636461" y="584930"/>
                        <a:pt x="636461" y="556070"/>
                      </a:cubicBezTo>
                      <a:lnTo>
                        <a:pt x="636461" y="530447"/>
                      </a:lnTo>
                      <a:cubicBezTo>
                        <a:pt x="636461" y="501587"/>
                        <a:pt x="612934" y="478060"/>
                        <a:pt x="584073" y="478060"/>
                      </a:cubicBezTo>
                      <a:close/>
                      <a:moveTo>
                        <a:pt x="607886" y="556070"/>
                      </a:moveTo>
                      <a:cubicBezTo>
                        <a:pt x="607886" y="569214"/>
                        <a:pt x="597218" y="579882"/>
                        <a:pt x="584073" y="579882"/>
                      </a:cubicBezTo>
                      <a:lnTo>
                        <a:pt x="395669" y="579882"/>
                      </a:lnTo>
                      <a:cubicBezTo>
                        <a:pt x="382524" y="579882"/>
                        <a:pt x="371856" y="569214"/>
                        <a:pt x="371856" y="556070"/>
                      </a:cubicBezTo>
                      <a:lnTo>
                        <a:pt x="371856" y="530447"/>
                      </a:lnTo>
                      <a:cubicBezTo>
                        <a:pt x="371856" y="517303"/>
                        <a:pt x="382524" y="506635"/>
                        <a:pt x="395669" y="506635"/>
                      </a:cubicBezTo>
                      <a:lnTo>
                        <a:pt x="584073" y="506635"/>
                      </a:lnTo>
                      <a:cubicBezTo>
                        <a:pt x="597218" y="506635"/>
                        <a:pt x="607886" y="517303"/>
                        <a:pt x="607886" y="530447"/>
                      </a:cubicBezTo>
                      <a:lnTo>
                        <a:pt x="607886" y="556070"/>
                      </a:lnTo>
                      <a:close/>
                      <a:moveTo>
                        <a:pt x="135446" y="51911"/>
                      </a:moveTo>
                      <a:cubicBezTo>
                        <a:pt x="145923" y="51911"/>
                        <a:pt x="154496" y="60484"/>
                        <a:pt x="154496" y="70961"/>
                      </a:cubicBezTo>
                      <a:cubicBezTo>
                        <a:pt x="154496" y="81439"/>
                        <a:pt x="145923" y="90011"/>
                        <a:pt x="135446" y="90011"/>
                      </a:cubicBezTo>
                      <a:cubicBezTo>
                        <a:pt x="124968" y="90011"/>
                        <a:pt x="116396" y="81439"/>
                        <a:pt x="116396" y="70961"/>
                      </a:cubicBezTo>
                      <a:cubicBezTo>
                        <a:pt x="116396" y="60484"/>
                        <a:pt x="124968" y="51911"/>
                        <a:pt x="135446" y="51911"/>
                      </a:cubicBezTo>
                      <a:close/>
                      <a:moveTo>
                        <a:pt x="64484" y="70961"/>
                      </a:moveTo>
                      <a:cubicBezTo>
                        <a:pt x="64484" y="31814"/>
                        <a:pt x="96298" y="0"/>
                        <a:pt x="135446" y="0"/>
                      </a:cubicBezTo>
                      <a:cubicBezTo>
                        <a:pt x="157448" y="0"/>
                        <a:pt x="177832" y="10001"/>
                        <a:pt x="191453" y="27337"/>
                      </a:cubicBezTo>
                      <a:cubicBezTo>
                        <a:pt x="196310" y="33528"/>
                        <a:pt x="195167" y="42577"/>
                        <a:pt x="188976" y="47435"/>
                      </a:cubicBezTo>
                      <a:cubicBezTo>
                        <a:pt x="182690" y="52292"/>
                        <a:pt x="173736" y="51149"/>
                        <a:pt x="168878" y="44958"/>
                      </a:cubicBezTo>
                      <a:cubicBezTo>
                        <a:pt x="160782" y="34576"/>
                        <a:pt x="148590" y="28575"/>
                        <a:pt x="135446" y="28575"/>
                      </a:cubicBezTo>
                      <a:cubicBezTo>
                        <a:pt x="112109" y="28575"/>
                        <a:pt x="93059" y="47625"/>
                        <a:pt x="93059" y="70961"/>
                      </a:cubicBezTo>
                      <a:cubicBezTo>
                        <a:pt x="93059" y="94298"/>
                        <a:pt x="112109" y="113348"/>
                        <a:pt x="135446" y="113348"/>
                      </a:cubicBezTo>
                      <a:cubicBezTo>
                        <a:pt x="138779" y="113348"/>
                        <a:pt x="142018" y="112967"/>
                        <a:pt x="145161" y="112205"/>
                      </a:cubicBezTo>
                      <a:cubicBezTo>
                        <a:pt x="152876" y="110395"/>
                        <a:pt x="160496" y="115157"/>
                        <a:pt x="162306" y="122873"/>
                      </a:cubicBezTo>
                      <a:cubicBezTo>
                        <a:pt x="164116" y="130588"/>
                        <a:pt x="159353" y="138208"/>
                        <a:pt x="151638" y="140018"/>
                      </a:cubicBezTo>
                      <a:cubicBezTo>
                        <a:pt x="146304" y="141256"/>
                        <a:pt x="140875" y="141923"/>
                        <a:pt x="135350" y="141923"/>
                      </a:cubicBezTo>
                      <a:cubicBezTo>
                        <a:pt x="96203" y="141923"/>
                        <a:pt x="64389" y="110109"/>
                        <a:pt x="64389" y="70961"/>
                      </a:cubicBezTo>
                      <a:close/>
                      <a:moveTo>
                        <a:pt x="471869" y="247079"/>
                      </a:moveTo>
                      <a:cubicBezTo>
                        <a:pt x="468344" y="237173"/>
                        <a:pt x="473583" y="226314"/>
                        <a:pt x="483489" y="222790"/>
                      </a:cubicBezTo>
                      <a:cubicBezTo>
                        <a:pt x="493395" y="219266"/>
                        <a:pt x="504254" y="224504"/>
                        <a:pt x="507778" y="234410"/>
                      </a:cubicBezTo>
                      <a:cubicBezTo>
                        <a:pt x="511302" y="244316"/>
                        <a:pt x="506063" y="255175"/>
                        <a:pt x="496157" y="258699"/>
                      </a:cubicBezTo>
                      <a:cubicBezTo>
                        <a:pt x="486251" y="262223"/>
                        <a:pt x="475393" y="256985"/>
                        <a:pt x="471869" y="247079"/>
                      </a:cubicBezTo>
                      <a:close/>
                      <a:moveTo>
                        <a:pt x="425863" y="210122"/>
                      </a:moveTo>
                      <a:cubicBezTo>
                        <a:pt x="434054" y="193072"/>
                        <a:pt x="448437" y="180118"/>
                        <a:pt x="466344" y="173831"/>
                      </a:cubicBezTo>
                      <a:cubicBezTo>
                        <a:pt x="503301" y="160877"/>
                        <a:pt x="543878" y="180308"/>
                        <a:pt x="556832" y="217265"/>
                      </a:cubicBezTo>
                      <a:cubicBezTo>
                        <a:pt x="564166" y="238030"/>
                        <a:pt x="561499" y="260604"/>
                        <a:pt x="549593" y="279178"/>
                      </a:cubicBezTo>
                      <a:cubicBezTo>
                        <a:pt x="546830" y="283464"/>
                        <a:pt x="542258" y="285750"/>
                        <a:pt x="537591" y="285750"/>
                      </a:cubicBezTo>
                      <a:cubicBezTo>
                        <a:pt x="534924" y="285750"/>
                        <a:pt x="532257" y="284988"/>
                        <a:pt x="529876" y="283464"/>
                      </a:cubicBezTo>
                      <a:cubicBezTo>
                        <a:pt x="523208" y="279178"/>
                        <a:pt x="521303" y="270415"/>
                        <a:pt x="525590" y="263747"/>
                      </a:cubicBezTo>
                      <a:cubicBezTo>
                        <a:pt x="532733" y="252698"/>
                        <a:pt x="534257" y="239173"/>
                        <a:pt x="529876" y="226790"/>
                      </a:cubicBezTo>
                      <a:cubicBezTo>
                        <a:pt x="522161" y="204788"/>
                        <a:pt x="497872" y="193072"/>
                        <a:pt x="475869" y="200882"/>
                      </a:cubicBezTo>
                      <a:cubicBezTo>
                        <a:pt x="465201" y="204597"/>
                        <a:pt x="456629" y="212312"/>
                        <a:pt x="451675" y="222504"/>
                      </a:cubicBezTo>
                      <a:cubicBezTo>
                        <a:pt x="446818" y="232696"/>
                        <a:pt x="446151" y="244221"/>
                        <a:pt x="449961" y="254889"/>
                      </a:cubicBezTo>
                      <a:cubicBezTo>
                        <a:pt x="451104" y="258032"/>
                        <a:pt x="452533" y="260985"/>
                        <a:pt x="454247" y="263747"/>
                      </a:cubicBezTo>
                      <a:cubicBezTo>
                        <a:pt x="458534" y="270415"/>
                        <a:pt x="456533" y="279273"/>
                        <a:pt x="449866" y="283464"/>
                      </a:cubicBezTo>
                      <a:cubicBezTo>
                        <a:pt x="443198" y="287655"/>
                        <a:pt x="434435" y="285750"/>
                        <a:pt x="430149" y="279083"/>
                      </a:cubicBezTo>
                      <a:cubicBezTo>
                        <a:pt x="427196" y="274511"/>
                        <a:pt x="424815" y="269558"/>
                        <a:pt x="423005" y="264319"/>
                      </a:cubicBezTo>
                      <a:cubicBezTo>
                        <a:pt x="416719" y="246412"/>
                        <a:pt x="417767" y="227171"/>
                        <a:pt x="425958" y="210122"/>
                      </a:cubicBezTo>
                      <a:close/>
                      <a:moveTo>
                        <a:pt x="270891" y="594170"/>
                      </a:moveTo>
                      <a:cubicBezTo>
                        <a:pt x="270891" y="602075"/>
                        <a:pt x="264509" y="608457"/>
                        <a:pt x="256604" y="608457"/>
                      </a:cubicBezTo>
                      <a:lnTo>
                        <a:pt x="14288" y="608457"/>
                      </a:lnTo>
                      <a:cubicBezTo>
                        <a:pt x="6382" y="608457"/>
                        <a:pt x="0" y="602075"/>
                        <a:pt x="0" y="594170"/>
                      </a:cubicBezTo>
                      <a:cubicBezTo>
                        <a:pt x="0" y="586264"/>
                        <a:pt x="6382" y="579882"/>
                        <a:pt x="14288" y="579882"/>
                      </a:cubicBezTo>
                      <a:lnTo>
                        <a:pt x="256604" y="579882"/>
                      </a:lnTo>
                      <a:cubicBezTo>
                        <a:pt x="264509" y="579882"/>
                        <a:pt x="270891" y="586264"/>
                        <a:pt x="270891" y="5941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" name="Google Shape;4345;p412">
                <a:extLst>
                  <a:ext uri="{FF2B5EF4-FFF2-40B4-BE49-F238E27FC236}">
                    <a16:creationId xmlns:a16="http://schemas.microsoft.com/office/drawing/2014/main" id="{A8897DC7-4749-0963-D8BA-03E2197AEADF}"/>
                  </a:ext>
                </a:extLst>
              </p:cNvPr>
              <p:cNvGrpSpPr/>
              <p:nvPr/>
            </p:nvGrpSpPr>
            <p:grpSpPr>
              <a:xfrm>
                <a:off x="10206944" y="4839857"/>
                <a:ext cx="308400" cy="308700"/>
                <a:chOff x="6747306" y="3943272"/>
                <a:chExt cx="308400" cy="308700"/>
              </a:xfrm>
            </p:grpSpPr>
            <p:sp>
              <p:nvSpPr>
                <p:cNvPr id="25" name="Google Shape;4346;p412">
                  <a:extLst>
                    <a:ext uri="{FF2B5EF4-FFF2-40B4-BE49-F238E27FC236}">
                      <a16:creationId xmlns:a16="http://schemas.microsoft.com/office/drawing/2014/main" id="{AF4BDEED-D82C-2877-D75C-5C3268CE6DAF}"/>
                    </a:ext>
                  </a:extLst>
                </p:cNvPr>
                <p:cNvSpPr/>
                <p:nvPr/>
              </p:nvSpPr>
              <p:spPr>
                <a:xfrm>
                  <a:off x="6747306" y="3943272"/>
                  <a:ext cx="308400" cy="308700"/>
                </a:xfrm>
                <a:prstGeom prst="ellipse">
                  <a:avLst/>
                </a:prstGeom>
                <a:solidFill>
                  <a:srgbClr val="246CF7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" name="Google Shape;4347;p412">
                  <a:extLst>
                    <a:ext uri="{FF2B5EF4-FFF2-40B4-BE49-F238E27FC236}">
                      <a16:creationId xmlns:a16="http://schemas.microsoft.com/office/drawing/2014/main" id="{E6686E20-8FEC-A8B5-314F-46470F67A137}"/>
                    </a:ext>
                  </a:extLst>
                </p:cNvPr>
                <p:cNvSpPr/>
                <p:nvPr/>
              </p:nvSpPr>
              <p:spPr>
                <a:xfrm>
                  <a:off x="6835380" y="4012996"/>
                  <a:ext cx="129386" cy="1507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911" h="519779" extrusionOk="0">
                      <a:moveTo>
                        <a:pt x="362522" y="144780"/>
                      </a:moveTo>
                      <a:lnTo>
                        <a:pt x="72390" y="144780"/>
                      </a:lnTo>
                      <a:cubicBezTo>
                        <a:pt x="32480" y="144780"/>
                        <a:pt x="0" y="112300"/>
                        <a:pt x="0" y="72390"/>
                      </a:cubicBezTo>
                      <a:cubicBezTo>
                        <a:pt x="0" y="32480"/>
                        <a:pt x="32480" y="0"/>
                        <a:pt x="72390" y="0"/>
                      </a:cubicBezTo>
                      <a:lnTo>
                        <a:pt x="362522" y="0"/>
                      </a:lnTo>
                      <a:cubicBezTo>
                        <a:pt x="402431" y="0"/>
                        <a:pt x="434912" y="32480"/>
                        <a:pt x="434912" y="72390"/>
                      </a:cubicBezTo>
                      <a:cubicBezTo>
                        <a:pt x="434912" y="112300"/>
                        <a:pt x="402431" y="144780"/>
                        <a:pt x="362522" y="144780"/>
                      </a:cubicBezTo>
                      <a:close/>
                      <a:moveTo>
                        <a:pt x="72390" y="28575"/>
                      </a:moveTo>
                      <a:cubicBezTo>
                        <a:pt x="48197" y="28575"/>
                        <a:pt x="28575" y="48196"/>
                        <a:pt x="28575" y="72390"/>
                      </a:cubicBezTo>
                      <a:cubicBezTo>
                        <a:pt x="28575" y="96583"/>
                        <a:pt x="48197" y="116205"/>
                        <a:pt x="72390" y="116205"/>
                      </a:cubicBezTo>
                      <a:lnTo>
                        <a:pt x="362522" y="116205"/>
                      </a:lnTo>
                      <a:cubicBezTo>
                        <a:pt x="386715" y="116205"/>
                        <a:pt x="406337" y="96583"/>
                        <a:pt x="406337" y="72390"/>
                      </a:cubicBezTo>
                      <a:cubicBezTo>
                        <a:pt x="406337" y="48196"/>
                        <a:pt x="386715" y="28575"/>
                        <a:pt x="362522" y="28575"/>
                      </a:cubicBezTo>
                      <a:lnTo>
                        <a:pt x="72390" y="28575"/>
                      </a:lnTo>
                      <a:close/>
                      <a:moveTo>
                        <a:pt x="362522" y="519779"/>
                      </a:moveTo>
                      <a:lnTo>
                        <a:pt x="72390" y="519779"/>
                      </a:lnTo>
                      <a:cubicBezTo>
                        <a:pt x="32480" y="519779"/>
                        <a:pt x="0" y="487299"/>
                        <a:pt x="0" y="447389"/>
                      </a:cubicBezTo>
                      <a:cubicBezTo>
                        <a:pt x="0" y="407480"/>
                        <a:pt x="32480" y="374999"/>
                        <a:pt x="72390" y="374999"/>
                      </a:cubicBezTo>
                      <a:lnTo>
                        <a:pt x="362522" y="374999"/>
                      </a:lnTo>
                      <a:cubicBezTo>
                        <a:pt x="402431" y="374999"/>
                        <a:pt x="434912" y="407480"/>
                        <a:pt x="434912" y="447389"/>
                      </a:cubicBezTo>
                      <a:cubicBezTo>
                        <a:pt x="434912" y="487299"/>
                        <a:pt x="402431" y="519779"/>
                        <a:pt x="362522" y="519779"/>
                      </a:cubicBezTo>
                      <a:close/>
                      <a:moveTo>
                        <a:pt x="72390" y="403574"/>
                      </a:moveTo>
                      <a:cubicBezTo>
                        <a:pt x="48197" y="403574"/>
                        <a:pt x="28575" y="423196"/>
                        <a:pt x="28575" y="447389"/>
                      </a:cubicBezTo>
                      <a:cubicBezTo>
                        <a:pt x="28575" y="471583"/>
                        <a:pt x="48197" y="491204"/>
                        <a:pt x="72390" y="491204"/>
                      </a:cubicBezTo>
                      <a:lnTo>
                        <a:pt x="362522" y="491204"/>
                      </a:lnTo>
                      <a:cubicBezTo>
                        <a:pt x="386715" y="491204"/>
                        <a:pt x="406337" y="471583"/>
                        <a:pt x="406337" y="447389"/>
                      </a:cubicBezTo>
                      <a:cubicBezTo>
                        <a:pt x="406337" y="423196"/>
                        <a:pt x="386715" y="403574"/>
                        <a:pt x="362522" y="403574"/>
                      </a:cubicBezTo>
                      <a:lnTo>
                        <a:pt x="72390" y="403574"/>
                      </a:lnTo>
                      <a:close/>
                      <a:moveTo>
                        <a:pt x="362522" y="332327"/>
                      </a:moveTo>
                      <a:lnTo>
                        <a:pt x="72390" y="332327"/>
                      </a:lnTo>
                      <a:cubicBezTo>
                        <a:pt x="32480" y="332327"/>
                        <a:pt x="0" y="299847"/>
                        <a:pt x="0" y="259937"/>
                      </a:cubicBezTo>
                      <a:cubicBezTo>
                        <a:pt x="0" y="220027"/>
                        <a:pt x="32480" y="187547"/>
                        <a:pt x="72390" y="187547"/>
                      </a:cubicBezTo>
                      <a:lnTo>
                        <a:pt x="362522" y="187547"/>
                      </a:lnTo>
                      <a:cubicBezTo>
                        <a:pt x="402431" y="187547"/>
                        <a:pt x="434912" y="220027"/>
                        <a:pt x="434912" y="259937"/>
                      </a:cubicBezTo>
                      <a:cubicBezTo>
                        <a:pt x="434912" y="299847"/>
                        <a:pt x="402431" y="332327"/>
                        <a:pt x="362522" y="332327"/>
                      </a:cubicBezTo>
                      <a:close/>
                      <a:moveTo>
                        <a:pt x="72390" y="216122"/>
                      </a:moveTo>
                      <a:cubicBezTo>
                        <a:pt x="48197" y="216122"/>
                        <a:pt x="28575" y="235744"/>
                        <a:pt x="28575" y="259937"/>
                      </a:cubicBezTo>
                      <a:cubicBezTo>
                        <a:pt x="28575" y="284131"/>
                        <a:pt x="48197" y="303752"/>
                        <a:pt x="72390" y="303752"/>
                      </a:cubicBezTo>
                      <a:lnTo>
                        <a:pt x="362522" y="303752"/>
                      </a:lnTo>
                      <a:cubicBezTo>
                        <a:pt x="386715" y="303752"/>
                        <a:pt x="406337" y="284131"/>
                        <a:pt x="406337" y="259937"/>
                      </a:cubicBezTo>
                      <a:cubicBezTo>
                        <a:pt x="406337" y="235744"/>
                        <a:pt x="386715" y="216122"/>
                        <a:pt x="362522" y="216122"/>
                      </a:cubicBezTo>
                      <a:lnTo>
                        <a:pt x="72390" y="216122"/>
                      </a:lnTo>
                      <a:close/>
                      <a:moveTo>
                        <a:pt x="99346" y="53435"/>
                      </a:moveTo>
                      <a:cubicBezTo>
                        <a:pt x="88868" y="53435"/>
                        <a:pt x="80296" y="62008"/>
                        <a:pt x="80296" y="72485"/>
                      </a:cubicBezTo>
                      <a:cubicBezTo>
                        <a:pt x="80296" y="82963"/>
                        <a:pt x="88868" y="91535"/>
                        <a:pt x="99346" y="91535"/>
                      </a:cubicBezTo>
                      <a:cubicBezTo>
                        <a:pt x="109823" y="91535"/>
                        <a:pt x="118396" y="82963"/>
                        <a:pt x="118396" y="72485"/>
                      </a:cubicBezTo>
                      <a:cubicBezTo>
                        <a:pt x="118396" y="62008"/>
                        <a:pt x="109823" y="53435"/>
                        <a:pt x="99346" y="53435"/>
                      </a:cubicBezTo>
                      <a:close/>
                      <a:moveTo>
                        <a:pt x="99346" y="240887"/>
                      </a:moveTo>
                      <a:cubicBezTo>
                        <a:pt x="88868" y="240887"/>
                        <a:pt x="80296" y="249460"/>
                        <a:pt x="80296" y="259937"/>
                      </a:cubicBezTo>
                      <a:cubicBezTo>
                        <a:pt x="80296" y="270415"/>
                        <a:pt x="88868" y="278987"/>
                        <a:pt x="99346" y="278987"/>
                      </a:cubicBezTo>
                      <a:cubicBezTo>
                        <a:pt x="109823" y="278987"/>
                        <a:pt x="118396" y="270415"/>
                        <a:pt x="118396" y="259937"/>
                      </a:cubicBezTo>
                      <a:cubicBezTo>
                        <a:pt x="118396" y="249460"/>
                        <a:pt x="109823" y="240887"/>
                        <a:pt x="99346" y="240887"/>
                      </a:cubicBezTo>
                      <a:close/>
                      <a:moveTo>
                        <a:pt x="99346" y="428339"/>
                      </a:moveTo>
                      <a:cubicBezTo>
                        <a:pt x="88868" y="428339"/>
                        <a:pt x="80296" y="436912"/>
                        <a:pt x="80296" y="447389"/>
                      </a:cubicBezTo>
                      <a:cubicBezTo>
                        <a:pt x="80296" y="457867"/>
                        <a:pt x="88868" y="466439"/>
                        <a:pt x="99346" y="466439"/>
                      </a:cubicBezTo>
                      <a:cubicBezTo>
                        <a:pt x="109823" y="466439"/>
                        <a:pt x="118396" y="457867"/>
                        <a:pt x="118396" y="447389"/>
                      </a:cubicBezTo>
                      <a:cubicBezTo>
                        <a:pt x="118396" y="436912"/>
                        <a:pt x="109823" y="428339"/>
                        <a:pt x="99346" y="428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400"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5" name="Rounded Rectangle 14">
              <a:extLst>
                <a:ext uri="{FF2B5EF4-FFF2-40B4-BE49-F238E27FC236}">
                  <a16:creationId xmlns:a16="http://schemas.microsoft.com/office/drawing/2014/main" id="{D8497AC2-1071-98E6-0775-938CEB237B8F}"/>
                </a:ext>
              </a:extLst>
            </p:cNvPr>
            <p:cNvSpPr/>
            <p:nvPr/>
          </p:nvSpPr>
          <p:spPr>
            <a:xfrm>
              <a:off x="9444311" y="4067239"/>
              <a:ext cx="942197" cy="202273"/>
            </a:xfrm>
            <a:prstGeom prst="round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rPr>
                <a:t>Zero Trust Branch</a:t>
              </a:r>
            </a:p>
          </p:txBody>
        </p:sp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AA84F713-915E-E17C-ACCC-3B82411EAB5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t="3" b="1058"/>
            <a:stretch>
              <a:fillRect/>
            </a:stretch>
          </p:blipFill>
          <p:spPr>
            <a:xfrm>
              <a:off x="8961717" y="1919691"/>
              <a:ext cx="1965739" cy="1232649"/>
            </a:xfrm>
            <a:prstGeom prst="roundRect">
              <a:avLst>
                <a:gd name="adj" fmla="val 3170"/>
              </a:avLst>
            </a:prstGeom>
          </p:spPr>
        </p:pic>
        <p:grpSp>
          <p:nvGrpSpPr>
            <p:cNvPr id="17" name="Google Shape;3888;p408">
              <a:extLst>
                <a:ext uri="{FF2B5EF4-FFF2-40B4-BE49-F238E27FC236}">
                  <a16:creationId xmlns:a16="http://schemas.microsoft.com/office/drawing/2014/main" id="{30DAE7F5-27F8-E809-F506-00669AB9F93A}"/>
                </a:ext>
              </a:extLst>
            </p:cNvPr>
            <p:cNvGrpSpPr/>
            <p:nvPr/>
          </p:nvGrpSpPr>
          <p:grpSpPr>
            <a:xfrm rot="16200000">
              <a:off x="9762365" y="2998915"/>
              <a:ext cx="328388" cy="526378"/>
              <a:chOff x="5273802" y="1657400"/>
              <a:chExt cx="1064381" cy="2361446"/>
            </a:xfrm>
          </p:grpSpPr>
          <p:pic>
            <p:nvPicPr>
              <p:cNvPr id="18" name="Google Shape;3889;p408">
                <a:extLst>
                  <a:ext uri="{FF2B5EF4-FFF2-40B4-BE49-F238E27FC236}">
                    <a16:creationId xmlns:a16="http://schemas.microsoft.com/office/drawing/2014/main" id="{7E4AA9CB-29CA-4342-FCEA-1EA90B0748CC}"/>
                  </a:ext>
                </a:extLst>
              </p:cNvPr>
              <p:cNvPicPr preferRelativeResize="0"/>
              <p:nvPr/>
            </p:nvPicPr>
            <p:blipFill rotWithShape="1">
              <a:blip r:embed="rId4">
                <a:alphaModFix amt="62000"/>
              </a:blip>
              <a:srcRect/>
              <a:stretch/>
            </p:blipFill>
            <p:spPr>
              <a:xfrm rot="10800000" flipH="1">
                <a:off x="5273802" y="2835026"/>
                <a:ext cx="1064381" cy="118382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9" name="Google Shape;3890;p408">
                <a:extLst>
                  <a:ext uri="{FF2B5EF4-FFF2-40B4-BE49-F238E27FC236}">
                    <a16:creationId xmlns:a16="http://schemas.microsoft.com/office/drawing/2014/main" id="{BE2A6FEF-A910-37F5-B732-6FC8ACC26966}"/>
                  </a:ext>
                </a:extLst>
              </p:cNvPr>
              <p:cNvPicPr preferRelativeResize="0"/>
              <p:nvPr/>
            </p:nvPicPr>
            <p:blipFill rotWithShape="1">
              <a:blip r:embed="rId4">
                <a:alphaModFix amt="62000"/>
              </a:blip>
              <a:srcRect/>
              <a:stretch/>
            </p:blipFill>
            <p:spPr>
              <a:xfrm>
                <a:off x="5273802" y="1657400"/>
                <a:ext cx="1064381" cy="118382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C9CA2325-C237-0C72-CD05-CCFE56035483}"/>
              </a:ext>
            </a:extLst>
          </p:cNvPr>
          <p:cNvGrpSpPr/>
          <p:nvPr/>
        </p:nvGrpSpPr>
        <p:grpSpPr>
          <a:xfrm>
            <a:off x="1158630" y="5449232"/>
            <a:ext cx="2516345" cy="461568"/>
            <a:chOff x="1326782" y="5668279"/>
            <a:chExt cx="2516345" cy="461568"/>
          </a:xfrm>
        </p:grpSpPr>
        <p:sp>
          <p:nvSpPr>
            <p:cNvPr id="39" name="Google Shape;4270;p412">
              <a:extLst>
                <a:ext uri="{FF2B5EF4-FFF2-40B4-BE49-F238E27FC236}">
                  <a16:creationId xmlns:a16="http://schemas.microsoft.com/office/drawing/2014/main" id="{F646F83C-B506-7ADF-A373-73E97243AA0E}"/>
                </a:ext>
              </a:extLst>
            </p:cNvPr>
            <p:cNvSpPr txBox="1"/>
            <p:nvPr/>
          </p:nvSpPr>
          <p:spPr>
            <a:xfrm>
              <a:off x="1603219" y="5668279"/>
              <a:ext cx="2239908" cy="46156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394" tIns="45672" rIns="91394" bIns="45672" anchor="t" anchorCtr="0">
              <a:sp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VPNs, MPLS, N-S Firewalls,</a:t>
              </a:r>
            </a:p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Traditional SD-WAN</a:t>
              </a:r>
              <a:endParaRPr kumimoji="0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pic>
          <p:nvPicPr>
            <p:cNvPr id="40" name="Google Shape;4271;p412">
              <a:extLst>
                <a:ext uri="{FF2B5EF4-FFF2-40B4-BE49-F238E27FC236}">
                  <a16:creationId xmlns:a16="http://schemas.microsoft.com/office/drawing/2014/main" id="{2475A436-61FB-B2DC-6DD1-52126FBCE445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1326782" y="5773457"/>
              <a:ext cx="256558" cy="2639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BEDCBC6-04FB-A7FE-6F07-BECA2B687312}"/>
              </a:ext>
            </a:extLst>
          </p:cNvPr>
          <p:cNvGrpSpPr/>
          <p:nvPr/>
        </p:nvGrpSpPr>
        <p:grpSpPr>
          <a:xfrm>
            <a:off x="709887" y="1160463"/>
            <a:ext cx="3150639" cy="4196118"/>
            <a:chOff x="715602" y="990367"/>
            <a:chExt cx="3150639" cy="4196118"/>
          </a:xfrm>
        </p:grpSpPr>
        <p:grpSp>
          <p:nvGrpSpPr>
            <p:cNvPr id="42" name="Google Shape;4225;p412">
              <a:extLst>
                <a:ext uri="{FF2B5EF4-FFF2-40B4-BE49-F238E27FC236}">
                  <a16:creationId xmlns:a16="http://schemas.microsoft.com/office/drawing/2014/main" id="{CDDE5910-B57D-A367-556C-7D9FC782F5DD}"/>
                </a:ext>
              </a:extLst>
            </p:cNvPr>
            <p:cNvGrpSpPr/>
            <p:nvPr/>
          </p:nvGrpSpPr>
          <p:grpSpPr>
            <a:xfrm>
              <a:off x="715602" y="990367"/>
              <a:ext cx="3150639" cy="4196118"/>
              <a:chOff x="715251" y="1463355"/>
              <a:chExt cx="3150844" cy="4196392"/>
            </a:xfrm>
          </p:grpSpPr>
          <p:sp>
            <p:nvSpPr>
              <p:cNvPr id="80" name="Google Shape;4226;p412">
                <a:extLst>
                  <a:ext uri="{FF2B5EF4-FFF2-40B4-BE49-F238E27FC236}">
                    <a16:creationId xmlns:a16="http://schemas.microsoft.com/office/drawing/2014/main" id="{3E1F29C7-082B-1A3F-CECD-22303BF14020}"/>
                  </a:ext>
                </a:extLst>
              </p:cNvPr>
              <p:cNvSpPr/>
              <p:nvPr/>
            </p:nvSpPr>
            <p:spPr>
              <a:xfrm>
                <a:off x="718470" y="1463355"/>
                <a:ext cx="3147625" cy="4196392"/>
              </a:xfrm>
              <a:prstGeom prst="roundRect">
                <a:avLst>
                  <a:gd name="adj" fmla="val 3807"/>
                </a:avLst>
              </a:prstGeom>
              <a:solidFill>
                <a:schemeClr val="bg1">
                  <a:alpha val="10000"/>
                </a:schemeClr>
              </a:solidFill>
              <a:ln w="952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4227;p412">
                <a:extLst>
                  <a:ext uri="{FF2B5EF4-FFF2-40B4-BE49-F238E27FC236}">
                    <a16:creationId xmlns:a16="http://schemas.microsoft.com/office/drawing/2014/main" id="{495D3351-9677-A392-9F98-B797BEDAF747}"/>
                  </a:ext>
                </a:extLst>
              </p:cNvPr>
              <p:cNvSpPr txBox="1"/>
              <p:nvPr/>
            </p:nvSpPr>
            <p:spPr>
              <a:xfrm>
                <a:off x="715251" y="1559654"/>
                <a:ext cx="3147600" cy="58476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19" tIns="45697" rIns="91419" bIns="45697" anchor="t" anchorCtr="0">
                <a:sp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rPr>
                  <a:t>Secure External Communication</a:t>
                </a:r>
                <a:endParaRPr kumimoji="0" sz="16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cxnSp>
            <p:nvCxnSpPr>
              <p:cNvPr id="82" name="Google Shape;4228;p412">
                <a:extLst>
                  <a:ext uri="{FF2B5EF4-FFF2-40B4-BE49-F238E27FC236}">
                    <a16:creationId xmlns:a16="http://schemas.microsoft.com/office/drawing/2014/main" id="{950D89F0-F900-63F9-B1CF-2861F011D388}"/>
                  </a:ext>
                </a:extLst>
              </p:cNvPr>
              <p:cNvCxnSpPr/>
              <p:nvPr/>
            </p:nvCxnSpPr>
            <p:spPr>
              <a:xfrm>
                <a:off x="1922275" y="2241271"/>
                <a:ext cx="749341" cy="1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83" name="Google Shape;4229;p412">
                <a:extLst>
                  <a:ext uri="{FF2B5EF4-FFF2-40B4-BE49-F238E27FC236}">
                    <a16:creationId xmlns:a16="http://schemas.microsoft.com/office/drawing/2014/main" id="{5C29E073-021F-80C0-E87E-DECA50E7479C}"/>
                  </a:ext>
                </a:extLst>
              </p:cNvPr>
              <p:cNvSpPr txBox="1"/>
              <p:nvPr/>
            </p:nvSpPr>
            <p:spPr>
              <a:xfrm>
                <a:off x="757027" y="2362662"/>
                <a:ext cx="3064047" cy="27697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19" tIns="45697" rIns="91419" bIns="45697" anchor="t" anchorCtr="0">
                <a:sp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ea typeface="+mn-ea"/>
                    <a:cs typeface="+mn-cs"/>
                  </a:rPr>
                  <a:t>Eliminate VPNs, MPLS</a:t>
                </a:r>
              </a:p>
            </p:txBody>
          </p:sp>
        </p:grpSp>
        <p:cxnSp>
          <p:nvCxnSpPr>
            <p:cNvPr id="43" name="Google Shape;4232;p412">
              <a:extLst>
                <a:ext uri="{FF2B5EF4-FFF2-40B4-BE49-F238E27FC236}">
                  <a16:creationId xmlns:a16="http://schemas.microsoft.com/office/drawing/2014/main" id="{B38CDE5B-A7EB-FE4E-AEF7-FF171B792769}"/>
                </a:ext>
              </a:extLst>
            </p:cNvPr>
            <p:cNvCxnSpPr/>
            <p:nvPr/>
          </p:nvCxnSpPr>
          <p:spPr>
            <a:xfrm flipH="1">
              <a:off x="2743656" y="2647983"/>
              <a:ext cx="762" cy="741565"/>
            </a:xfrm>
            <a:prstGeom prst="straightConnector1">
              <a:avLst/>
            </a:prstGeom>
            <a:noFill/>
            <a:ln w="9525" cap="flat" cmpd="sng">
              <a:solidFill>
                <a:schemeClr val="accent5"/>
              </a:solidFill>
              <a:prstDash val="dash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44" name="Google Shape;4233;p412">
              <a:extLst>
                <a:ext uri="{FF2B5EF4-FFF2-40B4-BE49-F238E27FC236}">
                  <a16:creationId xmlns:a16="http://schemas.microsoft.com/office/drawing/2014/main" id="{5B765329-528E-CE16-0F32-556DF454ADCE}"/>
                </a:ext>
              </a:extLst>
            </p:cNvPr>
            <p:cNvCxnSpPr/>
            <p:nvPr/>
          </p:nvCxnSpPr>
          <p:spPr>
            <a:xfrm flipH="1">
              <a:off x="1834273" y="2644431"/>
              <a:ext cx="762" cy="741565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grpSp>
          <p:nvGrpSpPr>
            <p:cNvPr id="45" name="Google Shape;4234;p412">
              <a:extLst>
                <a:ext uri="{FF2B5EF4-FFF2-40B4-BE49-F238E27FC236}">
                  <a16:creationId xmlns:a16="http://schemas.microsoft.com/office/drawing/2014/main" id="{FAF13C60-05F4-88DC-B2C8-7F08458EE03E}"/>
                </a:ext>
              </a:extLst>
            </p:cNvPr>
            <p:cNvGrpSpPr/>
            <p:nvPr/>
          </p:nvGrpSpPr>
          <p:grpSpPr>
            <a:xfrm>
              <a:off x="1527906" y="2457761"/>
              <a:ext cx="1443006" cy="461295"/>
              <a:chOff x="1527608" y="2930845"/>
              <a:chExt cx="1443100" cy="461325"/>
            </a:xfrm>
          </p:grpSpPr>
          <p:sp>
            <p:nvSpPr>
              <p:cNvPr id="76" name="Google Shape;4237;p412">
                <a:extLst>
                  <a:ext uri="{FF2B5EF4-FFF2-40B4-BE49-F238E27FC236}">
                    <a16:creationId xmlns:a16="http://schemas.microsoft.com/office/drawing/2014/main" id="{3188A852-A863-732A-98C6-EC3ABFBD36D0}"/>
                  </a:ext>
                </a:extLst>
              </p:cNvPr>
              <p:cNvSpPr txBox="1"/>
              <p:nvPr/>
            </p:nvSpPr>
            <p:spPr>
              <a:xfrm>
                <a:off x="2528397" y="3161409"/>
                <a:ext cx="442311" cy="23076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06643" tIns="53297" rIns="106643" bIns="53297" anchor="ctr" anchorCtr="0">
                <a:sp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75757"/>
                  </a:buClr>
                  <a:buSzPts val="900"/>
                  <a:buFontTx/>
                  <a:buNone/>
                  <a:tabLst/>
                  <a:defRPr/>
                </a:pPr>
                <a:r>
                  <a: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001744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DC</a:t>
                </a:r>
                <a:endParaRPr kumimoji="0" sz="800" b="0" i="0" u="none" strike="noStrike" kern="0" cap="none" spc="0" normalizeH="0" baseline="0" noProof="0">
                  <a:ln>
                    <a:noFill/>
                  </a:ln>
                  <a:solidFill>
                    <a:srgbClr val="001744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grpSp>
            <p:nvGrpSpPr>
              <p:cNvPr id="77" name="Google Shape;4239;p412">
                <a:extLst>
                  <a:ext uri="{FF2B5EF4-FFF2-40B4-BE49-F238E27FC236}">
                    <a16:creationId xmlns:a16="http://schemas.microsoft.com/office/drawing/2014/main" id="{F33D029A-6E6D-847C-E434-2CD6D11764DB}"/>
                  </a:ext>
                </a:extLst>
              </p:cNvPr>
              <p:cNvGrpSpPr/>
              <p:nvPr/>
            </p:nvGrpSpPr>
            <p:grpSpPr>
              <a:xfrm>
                <a:off x="1527608" y="2930845"/>
                <a:ext cx="621873" cy="404517"/>
                <a:chOff x="4985292" y="2233933"/>
                <a:chExt cx="843436" cy="548640"/>
              </a:xfrm>
            </p:grpSpPr>
            <p:sp>
              <p:nvSpPr>
                <p:cNvPr id="78" name="Google Shape;4240;p412">
                  <a:extLst>
                    <a:ext uri="{FF2B5EF4-FFF2-40B4-BE49-F238E27FC236}">
                      <a16:creationId xmlns:a16="http://schemas.microsoft.com/office/drawing/2014/main" id="{CF16579C-1752-8E41-5797-055904F7041A}"/>
                    </a:ext>
                  </a:extLst>
                </p:cNvPr>
                <p:cNvSpPr/>
                <p:nvPr/>
              </p:nvSpPr>
              <p:spPr>
                <a:xfrm>
                  <a:off x="4985292" y="2233933"/>
                  <a:ext cx="843436" cy="5486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466" h="477678" extrusionOk="0">
                      <a:moveTo>
                        <a:pt x="511778" y="477679"/>
                      </a:moveTo>
                      <a:lnTo>
                        <a:pt x="136493" y="477679"/>
                      </a:lnTo>
                      <a:cubicBezTo>
                        <a:pt x="61246" y="477679"/>
                        <a:pt x="0" y="416433"/>
                        <a:pt x="0" y="341186"/>
                      </a:cubicBezTo>
                      <a:cubicBezTo>
                        <a:pt x="0" y="277654"/>
                        <a:pt x="43529" y="224219"/>
                        <a:pt x="102394" y="208978"/>
                      </a:cubicBezTo>
                      <a:cubicBezTo>
                        <a:pt x="102394" y="207550"/>
                        <a:pt x="102394" y="206121"/>
                        <a:pt x="102394" y="204692"/>
                      </a:cubicBezTo>
                      <a:cubicBezTo>
                        <a:pt x="102394" y="91821"/>
                        <a:pt x="194215" y="0"/>
                        <a:pt x="307086" y="0"/>
                      </a:cubicBezTo>
                      <a:cubicBezTo>
                        <a:pt x="395383" y="0"/>
                        <a:pt x="471678" y="55912"/>
                        <a:pt x="499872" y="136970"/>
                      </a:cubicBezTo>
                      <a:cubicBezTo>
                        <a:pt x="600265" y="128588"/>
                        <a:pt x="682466" y="209074"/>
                        <a:pt x="682466" y="307086"/>
                      </a:cubicBezTo>
                      <a:cubicBezTo>
                        <a:pt x="682466" y="405098"/>
                        <a:pt x="605885" y="477679"/>
                        <a:pt x="511873" y="477679"/>
                      </a:cubicBezTo>
                      <a:close/>
                    </a:path>
                  </a:pathLst>
                </a:custGeom>
                <a:solidFill>
                  <a:srgbClr val="1144A1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79" name="Google Shape;4241;p412">
                  <a:extLst>
                    <a:ext uri="{FF2B5EF4-FFF2-40B4-BE49-F238E27FC236}">
                      <a16:creationId xmlns:a16="http://schemas.microsoft.com/office/drawing/2014/main" id="{6E919B02-6FA7-FE63-8596-F5B21D7D4BA7}"/>
                    </a:ext>
                  </a:extLst>
                </p:cNvPr>
                <p:cNvSpPr txBox="1"/>
                <p:nvPr/>
              </p:nvSpPr>
              <p:spPr>
                <a:xfrm>
                  <a:off x="5009666" y="2430167"/>
                  <a:ext cx="750933" cy="292158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spAutoFit/>
                </a:bodyPr>
                <a:lstStyle/>
                <a:p>
                  <a:pPr marL="0" marR="0" lvl="0" indent="0" algn="ctr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B3E42"/>
                    </a:buClr>
                    <a:buSzPts val="1400"/>
                    <a:buFontTx/>
                    <a:buNone/>
                    <a:tabLst/>
                    <a:defRPr/>
                  </a:pPr>
                  <a:r>
                    <a:rPr kumimoji="0" lang="en-US" sz="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ea typeface="Century Gothic"/>
                      <a:cs typeface="Century Gothic"/>
                      <a:sym typeface="Century Gothic"/>
                    </a:rPr>
                    <a:t>Cloud</a:t>
                  </a:r>
                  <a:endParaRPr kumimoji="0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</p:grpSp>
        <p:grpSp>
          <p:nvGrpSpPr>
            <p:cNvPr id="46" name="Google Shape;4242;p412">
              <a:extLst>
                <a:ext uri="{FF2B5EF4-FFF2-40B4-BE49-F238E27FC236}">
                  <a16:creationId xmlns:a16="http://schemas.microsoft.com/office/drawing/2014/main" id="{A567B643-B6DE-783F-B3E2-C4102A701EAA}"/>
                </a:ext>
              </a:extLst>
            </p:cNvPr>
            <p:cNvGrpSpPr/>
            <p:nvPr/>
          </p:nvGrpSpPr>
          <p:grpSpPr>
            <a:xfrm>
              <a:off x="1396136" y="3221918"/>
              <a:ext cx="1802576" cy="428532"/>
              <a:chOff x="6629749" y="3431887"/>
              <a:chExt cx="1828800" cy="434766"/>
            </a:xfrm>
          </p:grpSpPr>
          <p:sp>
            <p:nvSpPr>
              <p:cNvPr id="68" name="Google Shape;4243;p412">
                <a:extLst>
                  <a:ext uri="{FF2B5EF4-FFF2-40B4-BE49-F238E27FC236}">
                    <a16:creationId xmlns:a16="http://schemas.microsoft.com/office/drawing/2014/main" id="{60B6806C-A0D9-972C-6388-7862AF678836}"/>
                  </a:ext>
                </a:extLst>
              </p:cNvPr>
              <p:cNvSpPr/>
              <p:nvPr/>
            </p:nvSpPr>
            <p:spPr>
              <a:xfrm>
                <a:off x="6629749" y="3600255"/>
                <a:ext cx="1828800" cy="118872"/>
              </a:xfrm>
              <a:prstGeom prst="roundRect">
                <a:avLst>
                  <a:gd name="adj" fmla="val 50000"/>
                </a:avLst>
              </a:pr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grpSp>
            <p:nvGrpSpPr>
              <p:cNvPr id="69" name="Google Shape;4244;p412">
                <a:extLst>
                  <a:ext uri="{FF2B5EF4-FFF2-40B4-BE49-F238E27FC236}">
                    <a16:creationId xmlns:a16="http://schemas.microsoft.com/office/drawing/2014/main" id="{FD5A3BDA-16C1-07B1-BD21-43A5A7E8FBC2}"/>
                  </a:ext>
                </a:extLst>
              </p:cNvPr>
              <p:cNvGrpSpPr/>
              <p:nvPr/>
            </p:nvGrpSpPr>
            <p:grpSpPr>
              <a:xfrm>
                <a:off x="7198239" y="3431887"/>
                <a:ext cx="693908" cy="434766"/>
                <a:chOff x="1933117" y="3319404"/>
                <a:chExt cx="1152144" cy="721872"/>
              </a:xfrm>
            </p:grpSpPr>
            <p:grpSp>
              <p:nvGrpSpPr>
                <p:cNvPr id="72" name="Google Shape;4245;p412">
                  <a:extLst>
                    <a:ext uri="{FF2B5EF4-FFF2-40B4-BE49-F238E27FC236}">
                      <a16:creationId xmlns:a16="http://schemas.microsoft.com/office/drawing/2014/main" id="{3B7CE18E-FEE1-42A9-52C3-72DBB1269366}"/>
                    </a:ext>
                  </a:extLst>
                </p:cNvPr>
                <p:cNvGrpSpPr/>
                <p:nvPr/>
              </p:nvGrpSpPr>
              <p:grpSpPr>
                <a:xfrm>
                  <a:off x="1933117" y="3319404"/>
                  <a:ext cx="1152144" cy="721872"/>
                  <a:chOff x="6923681" y="5192222"/>
                  <a:chExt cx="981878" cy="615192"/>
                </a:xfrm>
              </p:grpSpPr>
              <p:sp>
                <p:nvSpPr>
                  <p:cNvPr id="74" name="Google Shape;4246;p412">
                    <a:extLst>
                      <a:ext uri="{FF2B5EF4-FFF2-40B4-BE49-F238E27FC236}">
                        <a16:creationId xmlns:a16="http://schemas.microsoft.com/office/drawing/2014/main" id="{9CE8DC00-45C1-C41A-4FF8-B00BCEFB7022}"/>
                      </a:ext>
                    </a:extLst>
                  </p:cNvPr>
                  <p:cNvSpPr/>
                  <p:nvPr/>
                </p:nvSpPr>
                <p:spPr>
                  <a:xfrm>
                    <a:off x="6923681" y="5192222"/>
                    <a:ext cx="981878" cy="6151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81878" h="615192" extrusionOk="0">
                        <a:moveTo>
                          <a:pt x="980036" y="313893"/>
                        </a:moveTo>
                        <a:cubicBezTo>
                          <a:pt x="965413" y="222739"/>
                          <a:pt x="891259" y="178543"/>
                          <a:pt x="803332" y="169971"/>
                        </a:cubicBezTo>
                        <a:cubicBezTo>
                          <a:pt x="801068" y="169780"/>
                          <a:pt x="798804" y="169494"/>
                          <a:pt x="796445" y="169304"/>
                        </a:cubicBezTo>
                        <a:lnTo>
                          <a:pt x="796822" y="169304"/>
                        </a:lnTo>
                        <a:cubicBezTo>
                          <a:pt x="796822" y="169304"/>
                          <a:pt x="773425" y="104724"/>
                          <a:pt x="716159" y="55290"/>
                        </a:cubicBezTo>
                        <a:cubicBezTo>
                          <a:pt x="716159" y="55290"/>
                          <a:pt x="716159" y="55290"/>
                          <a:pt x="716065" y="55194"/>
                        </a:cubicBezTo>
                        <a:cubicBezTo>
                          <a:pt x="715782" y="54909"/>
                          <a:pt x="715499" y="54718"/>
                          <a:pt x="715216" y="54432"/>
                        </a:cubicBezTo>
                        <a:cubicBezTo>
                          <a:pt x="704932" y="45479"/>
                          <a:pt x="694460" y="37954"/>
                          <a:pt x="683705" y="31668"/>
                        </a:cubicBezTo>
                        <a:cubicBezTo>
                          <a:pt x="657572" y="18237"/>
                          <a:pt x="621156" y="7569"/>
                          <a:pt x="579645" y="2807"/>
                        </a:cubicBezTo>
                        <a:cubicBezTo>
                          <a:pt x="554456" y="-146"/>
                          <a:pt x="527473" y="-908"/>
                          <a:pt x="499831" y="1188"/>
                        </a:cubicBezTo>
                        <a:cubicBezTo>
                          <a:pt x="424828" y="6712"/>
                          <a:pt x="345109" y="33096"/>
                          <a:pt x="284918" y="93961"/>
                        </a:cubicBezTo>
                        <a:cubicBezTo>
                          <a:pt x="220859" y="81198"/>
                          <a:pt x="163970" y="93771"/>
                          <a:pt x="118214" y="121393"/>
                        </a:cubicBezTo>
                        <a:cubicBezTo>
                          <a:pt x="117648" y="121774"/>
                          <a:pt x="116988" y="122155"/>
                          <a:pt x="116422" y="122536"/>
                        </a:cubicBezTo>
                        <a:cubicBezTo>
                          <a:pt x="113591" y="124251"/>
                          <a:pt x="110855" y="126060"/>
                          <a:pt x="108214" y="127870"/>
                        </a:cubicBezTo>
                        <a:cubicBezTo>
                          <a:pt x="106893" y="128727"/>
                          <a:pt x="105666" y="129680"/>
                          <a:pt x="104346" y="130537"/>
                        </a:cubicBezTo>
                        <a:cubicBezTo>
                          <a:pt x="102176" y="132061"/>
                          <a:pt x="100006" y="133680"/>
                          <a:pt x="97836" y="135300"/>
                        </a:cubicBezTo>
                        <a:cubicBezTo>
                          <a:pt x="96610" y="136157"/>
                          <a:pt x="95477" y="137109"/>
                          <a:pt x="94251" y="138062"/>
                        </a:cubicBezTo>
                        <a:cubicBezTo>
                          <a:pt x="91515" y="140253"/>
                          <a:pt x="88873" y="142443"/>
                          <a:pt x="86232" y="144729"/>
                        </a:cubicBezTo>
                        <a:cubicBezTo>
                          <a:pt x="85854" y="145015"/>
                          <a:pt x="85571" y="145301"/>
                          <a:pt x="85194" y="145587"/>
                        </a:cubicBezTo>
                        <a:cubicBezTo>
                          <a:pt x="28683" y="194831"/>
                          <a:pt x="-3394" y="269412"/>
                          <a:pt x="286" y="340468"/>
                        </a:cubicBezTo>
                        <a:cubicBezTo>
                          <a:pt x="7173" y="474390"/>
                          <a:pt x="151895" y="557829"/>
                          <a:pt x="234350" y="535254"/>
                        </a:cubicBezTo>
                        <a:cubicBezTo>
                          <a:pt x="236331" y="534683"/>
                          <a:pt x="238407" y="535254"/>
                          <a:pt x="240294" y="535254"/>
                        </a:cubicBezTo>
                        <a:cubicBezTo>
                          <a:pt x="246898" y="539255"/>
                          <a:pt x="272087" y="539160"/>
                          <a:pt x="272087" y="539160"/>
                        </a:cubicBezTo>
                        <a:cubicBezTo>
                          <a:pt x="302277" y="573545"/>
                          <a:pt x="341429" y="591547"/>
                          <a:pt x="412658" y="580593"/>
                        </a:cubicBezTo>
                        <a:cubicBezTo>
                          <a:pt x="553040" y="650031"/>
                          <a:pt x="711725" y="606692"/>
                          <a:pt x="790973" y="523634"/>
                        </a:cubicBezTo>
                        <a:cubicBezTo>
                          <a:pt x="792105" y="522396"/>
                          <a:pt x="793237" y="521157"/>
                          <a:pt x="794275" y="519919"/>
                        </a:cubicBezTo>
                        <a:cubicBezTo>
                          <a:pt x="795124" y="518967"/>
                          <a:pt x="795973" y="518109"/>
                          <a:pt x="796728" y="517157"/>
                        </a:cubicBezTo>
                        <a:cubicBezTo>
                          <a:pt x="807011" y="504965"/>
                          <a:pt x="815974" y="492011"/>
                          <a:pt x="823616" y="478581"/>
                        </a:cubicBezTo>
                        <a:cubicBezTo>
                          <a:pt x="824559" y="476866"/>
                          <a:pt x="825502" y="475056"/>
                          <a:pt x="826352" y="473342"/>
                        </a:cubicBezTo>
                        <a:cubicBezTo>
                          <a:pt x="882486" y="469151"/>
                          <a:pt x="938148" y="443910"/>
                          <a:pt x="965413" y="399333"/>
                        </a:cubicBezTo>
                        <a:cubicBezTo>
                          <a:pt x="979187" y="375996"/>
                          <a:pt x="985319" y="347421"/>
                          <a:pt x="979942" y="313989"/>
                        </a:cubicBezTo>
                        <a:close/>
                      </a:path>
                    </a:pathLst>
                  </a:custGeom>
                  <a:solidFill>
                    <a:srgbClr val="236BF5"/>
                  </a:solidFill>
                  <a:ln>
                    <a:noFill/>
                  </a:ln>
                </p:spPr>
                <p:txBody>
                  <a:bodyPr spcFirstLastPara="1" wrap="square" lIns="91419" tIns="45697" rIns="91419" bIns="45697" anchor="ctr" anchorCtr="0">
                    <a:noAutofit/>
                  </a:bodyPr>
                  <a:lstStyle/>
                  <a:p>
                    <a:pPr marL="0" marR="0" lvl="0" indent="0" algn="l" defTabSz="228586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FFFFFF"/>
                      </a:buClr>
                      <a:buSzPts val="1800"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ea typeface="Century Gothic"/>
                      <a:cs typeface="Century Gothic"/>
                      <a:sym typeface="Century Gothic"/>
                    </a:endParaRPr>
                  </a:p>
                </p:txBody>
              </p:sp>
              <p:sp>
                <p:nvSpPr>
                  <p:cNvPr id="75" name="Google Shape;4247;p412">
                    <a:extLst>
                      <a:ext uri="{FF2B5EF4-FFF2-40B4-BE49-F238E27FC236}">
                        <a16:creationId xmlns:a16="http://schemas.microsoft.com/office/drawing/2014/main" id="{E5CC9239-0B5F-E3DE-50FD-018A3CEE9B74}"/>
                      </a:ext>
                    </a:extLst>
                  </p:cNvPr>
                  <p:cNvSpPr/>
                  <p:nvPr/>
                </p:nvSpPr>
                <p:spPr>
                  <a:xfrm>
                    <a:off x="7164069" y="5244930"/>
                    <a:ext cx="635148" cy="4864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5148" h="486452" extrusionOk="0">
                        <a:moveTo>
                          <a:pt x="624267" y="250613"/>
                        </a:moveTo>
                        <a:cubicBezTo>
                          <a:pt x="510678" y="120311"/>
                          <a:pt x="254065" y="237659"/>
                          <a:pt x="244914" y="247374"/>
                        </a:cubicBezTo>
                        <a:cubicBezTo>
                          <a:pt x="301425" y="160125"/>
                          <a:pt x="439543" y="108119"/>
                          <a:pt x="556057" y="116691"/>
                        </a:cubicBezTo>
                        <a:lnTo>
                          <a:pt x="556434" y="116691"/>
                        </a:lnTo>
                        <a:cubicBezTo>
                          <a:pt x="556434" y="116691"/>
                          <a:pt x="533037" y="52112"/>
                          <a:pt x="475771" y="2677"/>
                        </a:cubicBezTo>
                        <a:cubicBezTo>
                          <a:pt x="475771" y="2677"/>
                          <a:pt x="475771" y="2677"/>
                          <a:pt x="475677" y="2582"/>
                        </a:cubicBezTo>
                        <a:cubicBezTo>
                          <a:pt x="392466" y="-9705"/>
                          <a:pt x="295199" y="21918"/>
                          <a:pt x="184157" y="96308"/>
                        </a:cubicBezTo>
                        <a:cubicBezTo>
                          <a:pt x="184157" y="96308"/>
                          <a:pt x="197177" y="102594"/>
                          <a:pt x="197837" y="102213"/>
                        </a:cubicBezTo>
                        <a:cubicBezTo>
                          <a:pt x="313218" y="51921"/>
                          <a:pt x="395768" y="81354"/>
                          <a:pt x="395108" y="81544"/>
                        </a:cubicBezTo>
                        <a:cubicBezTo>
                          <a:pt x="92833" y="188129"/>
                          <a:pt x="18397" y="394059"/>
                          <a:pt x="0" y="482547"/>
                        </a:cubicBezTo>
                        <a:cubicBezTo>
                          <a:pt x="6604" y="486547"/>
                          <a:pt x="31794" y="486452"/>
                          <a:pt x="31794" y="486452"/>
                        </a:cubicBezTo>
                        <a:cubicBezTo>
                          <a:pt x="92739" y="407204"/>
                          <a:pt x="277462" y="264710"/>
                          <a:pt x="502942" y="338243"/>
                        </a:cubicBezTo>
                        <a:cubicBezTo>
                          <a:pt x="623323" y="377486"/>
                          <a:pt x="654645" y="285189"/>
                          <a:pt x="624361" y="250613"/>
                        </a:cubicBezTo>
                        <a:close/>
                      </a:path>
                    </a:pathLst>
                  </a:custGeom>
                  <a:solidFill>
                    <a:srgbClr val="A6C1FF">
                      <a:alpha val="29803"/>
                    </a:srgbClr>
                  </a:solidFill>
                  <a:ln>
                    <a:noFill/>
                  </a:ln>
                </p:spPr>
                <p:txBody>
                  <a:bodyPr spcFirstLastPara="1" wrap="square" lIns="91419" tIns="45697" rIns="91419" bIns="45697" anchor="ctr" anchorCtr="0">
                    <a:noAutofit/>
                  </a:bodyPr>
                  <a:lstStyle/>
                  <a:p>
                    <a:pPr marL="0" marR="0" lvl="0" indent="0" algn="l" defTabSz="228586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FFFFFF"/>
                      </a:buClr>
                      <a:buSzPts val="1800"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ea typeface="Century Gothic"/>
                      <a:cs typeface="Century Gothic"/>
                      <a:sym typeface="Century Gothic"/>
                    </a:endParaRPr>
                  </a:p>
                </p:txBody>
              </p:sp>
            </p:grpSp>
            <p:sp>
              <p:nvSpPr>
                <p:cNvPr id="73" name="Google Shape;4248;p412">
                  <a:extLst>
                    <a:ext uri="{FF2B5EF4-FFF2-40B4-BE49-F238E27FC236}">
                      <a16:creationId xmlns:a16="http://schemas.microsoft.com/office/drawing/2014/main" id="{CFD5FD06-85E4-59AA-8EF9-383849AE7033}"/>
                    </a:ext>
                  </a:extLst>
                </p:cNvPr>
                <p:cNvSpPr/>
                <p:nvPr/>
              </p:nvSpPr>
              <p:spPr>
                <a:xfrm>
                  <a:off x="2150617" y="3557739"/>
                  <a:ext cx="717144" cy="260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144" h="260523" extrusionOk="0">
                      <a:moveTo>
                        <a:pt x="405915" y="197319"/>
                      </a:moveTo>
                      <a:cubicBezTo>
                        <a:pt x="403661" y="198743"/>
                        <a:pt x="400931" y="199573"/>
                        <a:pt x="397846" y="200048"/>
                      </a:cubicBezTo>
                      <a:lnTo>
                        <a:pt x="388829" y="201232"/>
                      </a:lnTo>
                      <a:cubicBezTo>
                        <a:pt x="382658" y="201945"/>
                        <a:pt x="379455" y="204909"/>
                        <a:pt x="379455" y="209178"/>
                      </a:cubicBezTo>
                      <a:cubicBezTo>
                        <a:pt x="379455" y="214158"/>
                        <a:pt x="383253" y="217241"/>
                        <a:pt x="389659" y="217241"/>
                      </a:cubicBezTo>
                      <a:cubicBezTo>
                        <a:pt x="399152" y="217241"/>
                        <a:pt x="405915" y="210363"/>
                        <a:pt x="405915" y="200996"/>
                      </a:cubicBezTo>
                      <a:close/>
                      <a:moveTo>
                        <a:pt x="564793" y="175737"/>
                      </a:moveTo>
                      <a:cubicBezTo>
                        <a:pt x="553639" y="175737"/>
                        <a:pt x="546045" y="183564"/>
                        <a:pt x="546045" y="194830"/>
                      </a:cubicBezTo>
                      <a:cubicBezTo>
                        <a:pt x="546045" y="206095"/>
                        <a:pt x="553757" y="213921"/>
                        <a:pt x="564793" y="213921"/>
                      </a:cubicBezTo>
                      <a:cubicBezTo>
                        <a:pt x="575828" y="213921"/>
                        <a:pt x="583184" y="206213"/>
                        <a:pt x="583184" y="194830"/>
                      </a:cubicBezTo>
                      <a:cubicBezTo>
                        <a:pt x="583184" y="183445"/>
                        <a:pt x="575828" y="175737"/>
                        <a:pt x="564793" y="175737"/>
                      </a:cubicBezTo>
                      <a:close/>
                      <a:moveTo>
                        <a:pt x="653545" y="173367"/>
                      </a:moveTo>
                      <a:cubicBezTo>
                        <a:pt x="644527" y="173367"/>
                        <a:pt x="638595" y="178110"/>
                        <a:pt x="636696" y="186766"/>
                      </a:cubicBezTo>
                      <a:lnTo>
                        <a:pt x="668733" y="186766"/>
                      </a:lnTo>
                      <a:cubicBezTo>
                        <a:pt x="667902" y="179058"/>
                        <a:pt x="662564" y="173367"/>
                        <a:pt x="653545" y="173367"/>
                      </a:cubicBezTo>
                      <a:close/>
                      <a:moveTo>
                        <a:pt x="112246" y="159018"/>
                      </a:moveTo>
                      <a:lnTo>
                        <a:pt x="134910" y="159018"/>
                      </a:lnTo>
                      <a:lnTo>
                        <a:pt x="150098" y="178939"/>
                      </a:lnTo>
                      <a:lnTo>
                        <a:pt x="165285" y="159018"/>
                      </a:lnTo>
                      <a:lnTo>
                        <a:pt x="188066" y="159018"/>
                      </a:lnTo>
                      <a:lnTo>
                        <a:pt x="161489" y="193762"/>
                      </a:lnTo>
                      <a:lnTo>
                        <a:pt x="189254" y="230167"/>
                      </a:lnTo>
                      <a:lnTo>
                        <a:pt x="166590" y="230167"/>
                      </a:lnTo>
                      <a:lnTo>
                        <a:pt x="150098" y="208704"/>
                      </a:lnTo>
                      <a:lnTo>
                        <a:pt x="133723" y="230167"/>
                      </a:lnTo>
                      <a:lnTo>
                        <a:pt x="111060" y="230167"/>
                      </a:lnTo>
                      <a:lnTo>
                        <a:pt x="138825" y="193762"/>
                      </a:lnTo>
                      <a:close/>
                      <a:moveTo>
                        <a:pt x="654020" y="157476"/>
                      </a:moveTo>
                      <a:cubicBezTo>
                        <a:pt x="675734" y="157476"/>
                        <a:pt x="689141" y="172417"/>
                        <a:pt x="689141" y="195303"/>
                      </a:cubicBezTo>
                      <a:lnTo>
                        <a:pt x="689141" y="200403"/>
                      </a:lnTo>
                      <a:lnTo>
                        <a:pt x="636816" y="200403"/>
                      </a:lnTo>
                      <a:lnTo>
                        <a:pt x="636816" y="200641"/>
                      </a:lnTo>
                      <a:cubicBezTo>
                        <a:pt x="639188" y="210126"/>
                        <a:pt x="647732" y="214276"/>
                        <a:pt x="656037" y="214276"/>
                      </a:cubicBezTo>
                      <a:cubicBezTo>
                        <a:pt x="664343" y="214276"/>
                        <a:pt x="671225" y="211312"/>
                        <a:pt x="676208" y="207043"/>
                      </a:cubicBezTo>
                      <a:lnTo>
                        <a:pt x="684040" y="222577"/>
                      </a:lnTo>
                      <a:cubicBezTo>
                        <a:pt x="678225" y="227440"/>
                        <a:pt x="669326" y="231946"/>
                        <a:pt x="655682" y="231946"/>
                      </a:cubicBezTo>
                      <a:cubicBezTo>
                        <a:pt x="631594" y="231946"/>
                        <a:pt x="617593" y="215819"/>
                        <a:pt x="617593" y="194712"/>
                      </a:cubicBezTo>
                      <a:cubicBezTo>
                        <a:pt x="617593" y="173603"/>
                        <a:pt x="631713" y="157476"/>
                        <a:pt x="654020" y="157476"/>
                      </a:cubicBezTo>
                      <a:close/>
                      <a:moveTo>
                        <a:pt x="485769" y="157358"/>
                      </a:moveTo>
                      <a:cubicBezTo>
                        <a:pt x="501668" y="157358"/>
                        <a:pt x="510805" y="167556"/>
                        <a:pt x="510805" y="185699"/>
                      </a:cubicBezTo>
                      <a:lnTo>
                        <a:pt x="510805" y="230167"/>
                      </a:lnTo>
                      <a:lnTo>
                        <a:pt x="491583" y="230167"/>
                      </a:lnTo>
                      <a:lnTo>
                        <a:pt x="491583" y="190797"/>
                      </a:lnTo>
                      <a:cubicBezTo>
                        <a:pt x="491583" y="180718"/>
                        <a:pt x="487074" y="175501"/>
                        <a:pt x="478294" y="175501"/>
                      </a:cubicBezTo>
                      <a:cubicBezTo>
                        <a:pt x="468327" y="175501"/>
                        <a:pt x="463107" y="182734"/>
                        <a:pt x="463107" y="196253"/>
                      </a:cubicBezTo>
                      <a:lnTo>
                        <a:pt x="463107" y="230285"/>
                      </a:lnTo>
                      <a:lnTo>
                        <a:pt x="444359" y="230285"/>
                      </a:lnTo>
                      <a:lnTo>
                        <a:pt x="444241" y="230285"/>
                      </a:lnTo>
                      <a:lnTo>
                        <a:pt x="444241" y="159137"/>
                      </a:lnTo>
                      <a:lnTo>
                        <a:pt x="462512" y="159137"/>
                      </a:lnTo>
                      <a:lnTo>
                        <a:pt x="462512" y="169928"/>
                      </a:lnTo>
                      <a:cubicBezTo>
                        <a:pt x="467970" y="161627"/>
                        <a:pt x="476158" y="157358"/>
                        <a:pt x="485769" y="157358"/>
                      </a:cubicBezTo>
                      <a:close/>
                      <a:moveTo>
                        <a:pt x="393812" y="157358"/>
                      </a:moveTo>
                      <a:cubicBezTo>
                        <a:pt x="412085" y="157358"/>
                        <a:pt x="424544" y="165422"/>
                        <a:pt x="424544" y="183802"/>
                      </a:cubicBezTo>
                      <a:lnTo>
                        <a:pt x="424662" y="183920"/>
                      </a:lnTo>
                      <a:lnTo>
                        <a:pt x="424662" y="230404"/>
                      </a:lnTo>
                      <a:lnTo>
                        <a:pt x="405915" y="230404"/>
                      </a:lnTo>
                      <a:lnTo>
                        <a:pt x="405915" y="220680"/>
                      </a:lnTo>
                      <a:cubicBezTo>
                        <a:pt x="401406" y="227677"/>
                        <a:pt x="393931" y="231946"/>
                        <a:pt x="384082" y="231946"/>
                      </a:cubicBezTo>
                      <a:cubicBezTo>
                        <a:pt x="369845" y="231946"/>
                        <a:pt x="359877" y="222815"/>
                        <a:pt x="359877" y="210126"/>
                      </a:cubicBezTo>
                      <a:cubicBezTo>
                        <a:pt x="359877" y="197439"/>
                        <a:pt x="368776" y="190086"/>
                        <a:pt x="383727" y="188426"/>
                      </a:cubicBezTo>
                      <a:lnTo>
                        <a:pt x="397135" y="187004"/>
                      </a:lnTo>
                      <a:cubicBezTo>
                        <a:pt x="403779" y="186292"/>
                        <a:pt x="405796" y="184275"/>
                        <a:pt x="405796" y="180837"/>
                      </a:cubicBezTo>
                      <a:cubicBezTo>
                        <a:pt x="405796" y="176805"/>
                        <a:pt x="401524" y="174315"/>
                        <a:pt x="394169" y="174315"/>
                      </a:cubicBezTo>
                      <a:cubicBezTo>
                        <a:pt x="384320" y="174315"/>
                        <a:pt x="377913" y="177754"/>
                        <a:pt x="375658" y="183564"/>
                      </a:cubicBezTo>
                      <a:lnTo>
                        <a:pt x="361657" y="173603"/>
                      </a:lnTo>
                      <a:cubicBezTo>
                        <a:pt x="366047" y="163168"/>
                        <a:pt x="377320" y="157358"/>
                        <a:pt x="393812" y="157358"/>
                      </a:cubicBezTo>
                      <a:close/>
                      <a:moveTo>
                        <a:pt x="235647" y="157358"/>
                      </a:moveTo>
                      <a:cubicBezTo>
                        <a:pt x="246444" y="157358"/>
                        <a:pt x="255818" y="160916"/>
                        <a:pt x="262700" y="167793"/>
                      </a:cubicBezTo>
                      <a:lnTo>
                        <a:pt x="252021" y="182852"/>
                      </a:lnTo>
                      <a:cubicBezTo>
                        <a:pt x="247274" y="178110"/>
                        <a:pt x="241936" y="175737"/>
                        <a:pt x="235647" y="175737"/>
                      </a:cubicBezTo>
                      <a:cubicBezTo>
                        <a:pt x="224730" y="175737"/>
                        <a:pt x="217017" y="183564"/>
                        <a:pt x="217017" y="194712"/>
                      </a:cubicBezTo>
                      <a:cubicBezTo>
                        <a:pt x="217017" y="205858"/>
                        <a:pt x="224730" y="213565"/>
                        <a:pt x="235647" y="213565"/>
                      </a:cubicBezTo>
                      <a:cubicBezTo>
                        <a:pt x="241936" y="213565"/>
                        <a:pt x="247630" y="210956"/>
                        <a:pt x="252495" y="206332"/>
                      </a:cubicBezTo>
                      <a:lnTo>
                        <a:pt x="262937" y="221391"/>
                      </a:lnTo>
                      <a:cubicBezTo>
                        <a:pt x="256055" y="228270"/>
                        <a:pt x="246444" y="231946"/>
                        <a:pt x="235410" y="231946"/>
                      </a:cubicBezTo>
                      <a:cubicBezTo>
                        <a:pt x="213103" y="231946"/>
                        <a:pt x="197677" y="216767"/>
                        <a:pt x="197677" y="194712"/>
                      </a:cubicBezTo>
                      <a:cubicBezTo>
                        <a:pt x="197677" y="172655"/>
                        <a:pt x="213340" y="157476"/>
                        <a:pt x="235647" y="157476"/>
                      </a:cubicBezTo>
                      <a:close/>
                      <a:moveTo>
                        <a:pt x="559453" y="157239"/>
                      </a:moveTo>
                      <a:lnTo>
                        <a:pt x="559572" y="157476"/>
                      </a:lnTo>
                      <a:cubicBezTo>
                        <a:pt x="569420" y="157476"/>
                        <a:pt x="578201" y="161864"/>
                        <a:pt x="582710" y="169097"/>
                      </a:cubicBezTo>
                      <a:lnTo>
                        <a:pt x="582710" y="159137"/>
                      </a:lnTo>
                      <a:lnTo>
                        <a:pt x="601456" y="159137"/>
                      </a:lnTo>
                      <a:lnTo>
                        <a:pt x="601456" y="225542"/>
                      </a:lnTo>
                      <a:cubicBezTo>
                        <a:pt x="601456" y="248310"/>
                        <a:pt x="587930" y="260523"/>
                        <a:pt x="562775" y="260523"/>
                      </a:cubicBezTo>
                      <a:cubicBezTo>
                        <a:pt x="549487" y="260523"/>
                        <a:pt x="539400" y="256966"/>
                        <a:pt x="531332" y="249377"/>
                      </a:cubicBezTo>
                      <a:lnTo>
                        <a:pt x="540587" y="233842"/>
                      </a:lnTo>
                      <a:cubicBezTo>
                        <a:pt x="546757" y="239773"/>
                        <a:pt x="553639" y="242736"/>
                        <a:pt x="562182" y="242736"/>
                      </a:cubicBezTo>
                      <a:cubicBezTo>
                        <a:pt x="575946" y="242736"/>
                        <a:pt x="582946" y="236571"/>
                        <a:pt x="582946" y="224356"/>
                      </a:cubicBezTo>
                      <a:lnTo>
                        <a:pt x="582946" y="219850"/>
                      </a:lnTo>
                      <a:cubicBezTo>
                        <a:pt x="578081" y="226847"/>
                        <a:pt x="569895" y="230760"/>
                        <a:pt x="560046" y="230760"/>
                      </a:cubicBezTo>
                      <a:cubicBezTo>
                        <a:pt x="539875" y="230760"/>
                        <a:pt x="526587" y="216293"/>
                        <a:pt x="526587" y="194237"/>
                      </a:cubicBezTo>
                      <a:cubicBezTo>
                        <a:pt x="526587" y="172181"/>
                        <a:pt x="540113" y="157239"/>
                        <a:pt x="559453" y="157239"/>
                      </a:cubicBezTo>
                      <a:close/>
                      <a:moveTo>
                        <a:pt x="277176" y="130795"/>
                      </a:moveTo>
                      <a:lnTo>
                        <a:pt x="295923" y="130795"/>
                      </a:lnTo>
                      <a:lnTo>
                        <a:pt x="295923" y="169808"/>
                      </a:lnTo>
                      <a:cubicBezTo>
                        <a:pt x="301143" y="161389"/>
                        <a:pt x="308857" y="157476"/>
                        <a:pt x="318467" y="157476"/>
                      </a:cubicBezTo>
                      <a:cubicBezTo>
                        <a:pt x="334723" y="157476"/>
                        <a:pt x="343622" y="167674"/>
                        <a:pt x="343622" y="186173"/>
                      </a:cubicBezTo>
                      <a:lnTo>
                        <a:pt x="343622" y="230285"/>
                      </a:lnTo>
                      <a:lnTo>
                        <a:pt x="324400" y="230285"/>
                      </a:lnTo>
                      <a:lnTo>
                        <a:pt x="324400" y="190917"/>
                      </a:lnTo>
                      <a:cubicBezTo>
                        <a:pt x="324400" y="180837"/>
                        <a:pt x="319891" y="175619"/>
                        <a:pt x="311467" y="175619"/>
                      </a:cubicBezTo>
                      <a:cubicBezTo>
                        <a:pt x="301262" y="175619"/>
                        <a:pt x="295923" y="182734"/>
                        <a:pt x="295923" y="196371"/>
                      </a:cubicBezTo>
                      <a:lnTo>
                        <a:pt x="295923" y="230404"/>
                      </a:lnTo>
                      <a:lnTo>
                        <a:pt x="277176" y="230404"/>
                      </a:lnTo>
                      <a:close/>
                      <a:moveTo>
                        <a:pt x="34409" y="130558"/>
                      </a:moveTo>
                      <a:lnTo>
                        <a:pt x="98720" y="130558"/>
                      </a:lnTo>
                      <a:lnTo>
                        <a:pt x="98720" y="150480"/>
                      </a:lnTo>
                      <a:lnTo>
                        <a:pt x="54344" y="150480"/>
                      </a:lnTo>
                      <a:lnTo>
                        <a:pt x="54344" y="170401"/>
                      </a:lnTo>
                      <a:lnTo>
                        <a:pt x="98720" y="170401"/>
                      </a:lnTo>
                      <a:lnTo>
                        <a:pt x="98720" y="190324"/>
                      </a:lnTo>
                      <a:lnTo>
                        <a:pt x="54344" y="190324"/>
                      </a:lnTo>
                      <a:lnTo>
                        <a:pt x="54344" y="210245"/>
                      </a:lnTo>
                      <a:lnTo>
                        <a:pt x="98720" y="210245"/>
                      </a:lnTo>
                      <a:lnTo>
                        <a:pt x="98720" y="230167"/>
                      </a:lnTo>
                      <a:lnTo>
                        <a:pt x="34409" y="230167"/>
                      </a:lnTo>
                      <a:close/>
                      <a:moveTo>
                        <a:pt x="273497" y="45179"/>
                      </a:moveTo>
                      <a:cubicBezTo>
                        <a:pt x="262819" y="45179"/>
                        <a:pt x="254512" y="52769"/>
                        <a:pt x="254512" y="64152"/>
                      </a:cubicBezTo>
                      <a:cubicBezTo>
                        <a:pt x="254512" y="75537"/>
                        <a:pt x="262819" y="83007"/>
                        <a:pt x="273497" y="83007"/>
                      </a:cubicBezTo>
                      <a:cubicBezTo>
                        <a:pt x="284176" y="83007"/>
                        <a:pt x="292363" y="75418"/>
                        <a:pt x="292363" y="64152"/>
                      </a:cubicBezTo>
                      <a:cubicBezTo>
                        <a:pt x="292363" y="52887"/>
                        <a:pt x="284058" y="45179"/>
                        <a:pt x="273497" y="45179"/>
                      </a:cubicBezTo>
                      <a:close/>
                      <a:moveTo>
                        <a:pt x="129808" y="42689"/>
                      </a:moveTo>
                      <a:cubicBezTo>
                        <a:pt x="120790" y="42689"/>
                        <a:pt x="114858" y="47433"/>
                        <a:pt x="112959" y="56089"/>
                      </a:cubicBezTo>
                      <a:lnTo>
                        <a:pt x="144995" y="56089"/>
                      </a:lnTo>
                      <a:cubicBezTo>
                        <a:pt x="144165" y="48381"/>
                        <a:pt x="138825" y="42689"/>
                        <a:pt x="129808" y="42689"/>
                      </a:cubicBezTo>
                      <a:close/>
                      <a:moveTo>
                        <a:pt x="562775" y="28579"/>
                      </a:moveTo>
                      <a:lnTo>
                        <a:pt x="581641" y="28579"/>
                      </a:lnTo>
                      <a:lnTo>
                        <a:pt x="581879" y="28579"/>
                      </a:lnTo>
                      <a:lnTo>
                        <a:pt x="581879" y="99727"/>
                      </a:lnTo>
                      <a:lnTo>
                        <a:pt x="563606" y="99727"/>
                      </a:lnTo>
                      <a:lnTo>
                        <a:pt x="563606" y="88936"/>
                      </a:lnTo>
                      <a:cubicBezTo>
                        <a:pt x="558741" y="96169"/>
                        <a:pt x="551622" y="101506"/>
                        <a:pt x="540942" y="101506"/>
                      </a:cubicBezTo>
                      <a:cubicBezTo>
                        <a:pt x="524450" y="101506"/>
                        <a:pt x="516263" y="90360"/>
                        <a:pt x="516263" y="72928"/>
                      </a:cubicBezTo>
                      <a:lnTo>
                        <a:pt x="516263" y="28697"/>
                      </a:lnTo>
                      <a:lnTo>
                        <a:pt x="535484" y="28697"/>
                      </a:lnTo>
                      <a:lnTo>
                        <a:pt x="535484" y="68185"/>
                      </a:lnTo>
                      <a:cubicBezTo>
                        <a:pt x="535484" y="78264"/>
                        <a:pt x="539163" y="83363"/>
                        <a:pt x="547469" y="83363"/>
                      </a:cubicBezTo>
                      <a:cubicBezTo>
                        <a:pt x="558029" y="83363"/>
                        <a:pt x="562775" y="74825"/>
                        <a:pt x="562775" y="62611"/>
                      </a:cubicBezTo>
                      <a:close/>
                      <a:moveTo>
                        <a:pt x="630645" y="26799"/>
                      </a:moveTo>
                      <a:lnTo>
                        <a:pt x="630645" y="26918"/>
                      </a:lnTo>
                      <a:cubicBezTo>
                        <a:pt x="643341" y="26918"/>
                        <a:pt x="652597" y="30713"/>
                        <a:pt x="659003" y="37471"/>
                      </a:cubicBezTo>
                      <a:lnTo>
                        <a:pt x="648443" y="51108"/>
                      </a:lnTo>
                      <a:cubicBezTo>
                        <a:pt x="644172" y="46365"/>
                        <a:pt x="636341" y="43875"/>
                        <a:pt x="629103" y="43875"/>
                      </a:cubicBezTo>
                      <a:cubicBezTo>
                        <a:pt x="623288" y="43875"/>
                        <a:pt x="620085" y="45772"/>
                        <a:pt x="620085" y="48856"/>
                      </a:cubicBezTo>
                      <a:cubicBezTo>
                        <a:pt x="620085" y="52294"/>
                        <a:pt x="623526" y="53006"/>
                        <a:pt x="636578" y="55971"/>
                      </a:cubicBezTo>
                      <a:cubicBezTo>
                        <a:pt x="650105" y="59054"/>
                        <a:pt x="659359" y="64034"/>
                        <a:pt x="659359" y="78264"/>
                      </a:cubicBezTo>
                      <a:cubicBezTo>
                        <a:pt x="659359" y="93917"/>
                        <a:pt x="648206" y="101506"/>
                        <a:pt x="628628" y="101506"/>
                      </a:cubicBezTo>
                      <a:cubicBezTo>
                        <a:pt x="614390" y="101506"/>
                        <a:pt x="603118" y="97237"/>
                        <a:pt x="597067" y="89647"/>
                      </a:cubicBezTo>
                      <a:lnTo>
                        <a:pt x="607983" y="75418"/>
                      </a:lnTo>
                      <a:cubicBezTo>
                        <a:pt x="612492" y="80636"/>
                        <a:pt x="619967" y="84668"/>
                        <a:pt x="630645" y="84668"/>
                      </a:cubicBezTo>
                      <a:cubicBezTo>
                        <a:pt x="635866" y="84668"/>
                        <a:pt x="640019" y="83245"/>
                        <a:pt x="640019" y="79212"/>
                      </a:cubicBezTo>
                      <a:cubicBezTo>
                        <a:pt x="640019" y="75537"/>
                        <a:pt x="636459" y="74707"/>
                        <a:pt x="624238" y="71979"/>
                      </a:cubicBezTo>
                      <a:cubicBezTo>
                        <a:pt x="613085" y="69608"/>
                        <a:pt x="600626" y="64745"/>
                        <a:pt x="600626" y="49449"/>
                      </a:cubicBezTo>
                      <a:cubicBezTo>
                        <a:pt x="600626" y="34151"/>
                        <a:pt x="612017" y="26799"/>
                        <a:pt x="630645" y="26799"/>
                      </a:cubicBezTo>
                      <a:close/>
                      <a:moveTo>
                        <a:pt x="496092" y="26799"/>
                      </a:moveTo>
                      <a:cubicBezTo>
                        <a:pt x="498702" y="26799"/>
                        <a:pt x="500838" y="27274"/>
                        <a:pt x="503092" y="27749"/>
                      </a:cubicBezTo>
                      <a:lnTo>
                        <a:pt x="503092" y="47907"/>
                      </a:lnTo>
                      <a:cubicBezTo>
                        <a:pt x="500482" y="47077"/>
                        <a:pt x="497516" y="46722"/>
                        <a:pt x="494549" y="46722"/>
                      </a:cubicBezTo>
                      <a:cubicBezTo>
                        <a:pt x="482209" y="46722"/>
                        <a:pt x="476633" y="53717"/>
                        <a:pt x="476633" y="67354"/>
                      </a:cubicBezTo>
                      <a:lnTo>
                        <a:pt x="476633" y="99491"/>
                      </a:lnTo>
                      <a:lnTo>
                        <a:pt x="457885" y="99491"/>
                      </a:lnTo>
                      <a:lnTo>
                        <a:pt x="457885" y="28341"/>
                      </a:lnTo>
                      <a:lnTo>
                        <a:pt x="475920" y="28341"/>
                      </a:lnTo>
                      <a:lnTo>
                        <a:pt x="475920" y="39962"/>
                      </a:lnTo>
                      <a:lnTo>
                        <a:pt x="475920" y="40200"/>
                      </a:lnTo>
                      <a:cubicBezTo>
                        <a:pt x="479718" y="31899"/>
                        <a:pt x="486125" y="26799"/>
                        <a:pt x="496092" y="26799"/>
                      </a:cubicBezTo>
                      <a:close/>
                      <a:moveTo>
                        <a:pt x="273497" y="26799"/>
                      </a:moveTo>
                      <a:cubicBezTo>
                        <a:pt x="295449" y="26799"/>
                        <a:pt x="311823" y="41859"/>
                        <a:pt x="311823" y="64034"/>
                      </a:cubicBezTo>
                      <a:cubicBezTo>
                        <a:pt x="311823" y="86209"/>
                        <a:pt x="295449" y="101268"/>
                        <a:pt x="273497" y="101268"/>
                      </a:cubicBezTo>
                      <a:cubicBezTo>
                        <a:pt x="251546" y="101268"/>
                        <a:pt x="235172" y="86209"/>
                        <a:pt x="235172" y="64034"/>
                      </a:cubicBezTo>
                      <a:cubicBezTo>
                        <a:pt x="235172" y="41859"/>
                        <a:pt x="251546" y="26799"/>
                        <a:pt x="273497" y="26799"/>
                      </a:cubicBezTo>
                      <a:close/>
                      <a:moveTo>
                        <a:pt x="219391" y="26799"/>
                      </a:moveTo>
                      <a:cubicBezTo>
                        <a:pt x="222002" y="26799"/>
                        <a:pt x="224137" y="27274"/>
                        <a:pt x="226391" y="27749"/>
                      </a:cubicBezTo>
                      <a:lnTo>
                        <a:pt x="226391" y="47907"/>
                      </a:lnTo>
                      <a:cubicBezTo>
                        <a:pt x="223781" y="47077"/>
                        <a:pt x="220815" y="46722"/>
                        <a:pt x="217848" y="46722"/>
                      </a:cubicBezTo>
                      <a:cubicBezTo>
                        <a:pt x="205508" y="46722"/>
                        <a:pt x="199932" y="53717"/>
                        <a:pt x="199932" y="67354"/>
                      </a:cubicBezTo>
                      <a:lnTo>
                        <a:pt x="199932" y="99491"/>
                      </a:lnTo>
                      <a:lnTo>
                        <a:pt x="181184" y="99491"/>
                      </a:lnTo>
                      <a:lnTo>
                        <a:pt x="181184" y="28341"/>
                      </a:lnTo>
                      <a:lnTo>
                        <a:pt x="199220" y="28341"/>
                      </a:lnTo>
                      <a:lnTo>
                        <a:pt x="199220" y="39962"/>
                      </a:lnTo>
                      <a:lnTo>
                        <a:pt x="199220" y="40200"/>
                      </a:lnTo>
                      <a:cubicBezTo>
                        <a:pt x="203016" y="31899"/>
                        <a:pt x="209424" y="26799"/>
                        <a:pt x="219391" y="26799"/>
                      </a:cubicBezTo>
                      <a:close/>
                      <a:moveTo>
                        <a:pt x="130282" y="26799"/>
                      </a:moveTo>
                      <a:cubicBezTo>
                        <a:pt x="151995" y="26799"/>
                        <a:pt x="165403" y="41741"/>
                        <a:pt x="165403" y="64627"/>
                      </a:cubicBezTo>
                      <a:lnTo>
                        <a:pt x="165403" y="69726"/>
                      </a:lnTo>
                      <a:lnTo>
                        <a:pt x="113077" y="69726"/>
                      </a:lnTo>
                      <a:lnTo>
                        <a:pt x="113077" y="69963"/>
                      </a:lnTo>
                      <a:cubicBezTo>
                        <a:pt x="115451" y="79450"/>
                        <a:pt x="123993" y="83600"/>
                        <a:pt x="132299" y="83600"/>
                      </a:cubicBezTo>
                      <a:cubicBezTo>
                        <a:pt x="140604" y="83600"/>
                        <a:pt x="147486" y="80636"/>
                        <a:pt x="152470" y="76367"/>
                      </a:cubicBezTo>
                      <a:lnTo>
                        <a:pt x="160301" y="91901"/>
                      </a:lnTo>
                      <a:cubicBezTo>
                        <a:pt x="154487" y="96762"/>
                        <a:pt x="145588" y="101268"/>
                        <a:pt x="131943" y="101268"/>
                      </a:cubicBezTo>
                      <a:cubicBezTo>
                        <a:pt x="107856" y="101268"/>
                        <a:pt x="93855" y="85142"/>
                        <a:pt x="93855" y="64034"/>
                      </a:cubicBezTo>
                      <a:cubicBezTo>
                        <a:pt x="93855" y="42927"/>
                        <a:pt x="107975" y="26799"/>
                        <a:pt x="130282" y="26799"/>
                      </a:cubicBezTo>
                      <a:close/>
                      <a:moveTo>
                        <a:pt x="680362" y="9487"/>
                      </a:moveTo>
                      <a:lnTo>
                        <a:pt x="699108" y="9487"/>
                      </a:lnTo>
                      <a:lnTo>
                        <a:pt x="699108" y="28579"/>
                      </a:lnTo>
                      <a:lnTo>
                        <a:pt x="717144" y="28579"/>
                      </a:lnTo>
                      <a:lnTo>
                        <a:pt x="717144" y="44350"/>
                      </a:lnTo>
                      <a:lnTo>
                        <a:pt x="699108" y="44350"/>
                      </a:lnTo>
                      <a:lnTo>
                        <a:pt x="699108" y="75180"/>
                      </a:lnTo>
                      <a:cubicBezTo>
                        <a:pt x="699108" y="79687"/>
                        <a:pt x="701363" y="81584"/>
                        <a:pt x="706228" y="81584"/>
                      </a:cubicBezTo>
                      <a:cubicBezTo>
                        <a:pt x="709075" y="81584"/>
                        <a:pt x="711448" y="81347"/>
                        <a:pt x="716670" y="80398"/>
                      </a:cubicBezTo>
                      <a:lnTo>
                        <a:pt x="716670" y="98186"/>
                      </a:lnTo>
                      <a:lnTo>
                        <a:pt x="716670" y="98305"/>
                      </a:lnTo>
                      <a:cubicBezTo>
                        <a:pt x="711448" y="99609"/>
                        <a:pt x="705990" y="100439"/>
                        <a:pt x="701245" y="100439"/>
                      </a:cubicBezTo>
                      <a:cubicBezTo>
                        <a:pt x="687955" y="100439"/>
                        <a:pt x="680362" y="94153"/>
                        <a:pt x="680362" y="77908"/>
                      </a:cubicBezTo>
                      <a:lnTo>
                        <a:pt x="680362" y="44350"/>
                      </a:lnTo>
                      <a:lnTo>
                        <a:pt x="667427" y="44350"/>
                      </a:lnTo>
                      <a:lnTo>
                        <a:pt x="667427" y="28579"/>
                      </a:lnTo>
                      <a:lnTo>
                        <a:pt x="680362" y="28579"/>
                      </a:lnTo>
                      <a:close/>
                      <a:moveTo>
                        <a:pt x="353351" y="0"/>
                      </a:moveTo>
                      <a:lnTo>
                        <a:pt x="445308" y="0"/>
                      </a:lnTo>
                      <a:lnTo>
                        <a:pt x="445308" y="19922"/>
                      </a:lnTo>
                      <a:lnTo>
                        <a:pt x="409237" y="19922"/>
                      </a:lnTo>
                      <a:lnTo>
                        <a:pt x="409237" y="99609"/>
                      </a:lnTo>
                      <a:lnTo>
                        <a:pt x="389304" y="99609"/>
                      </a:lnTo>
                      <a:lnTo>
                        <a:pt x="389304" y="19922"/>
                      </a:lnTo>
                      <a:lnTo>
                        <a:pt x="353351" y="19922"/>
                      </a:lnTo>
                      <a:close/>
                      <a:moveTo>
                        <a:pt x="0" y="0"/>
                      </a:moveTo>
                      <a:lnTo>
                        <a:pt x="81278" y="0"/>
                      </a:lnTo>
                      <a:lnTo>
                        <a:pt x="81278" y="14348"/>
                      </a:lnTo>
                      <a:lnTo>
                        <a:pt x="29782" y="79568"/>
                      </a:lnTo>
                      <a:lnTo>
                        <a:pt x="81278" y="79568"/>
                      </a:lnTo>
                      <a:lnTo>
                        <a:pt x="81278" y="99491"/>
                      </a:lnTo>
                      <a:lnTo>
                        <a:pt x="0" y="99491"/>
                      </a:lnTo>
                      <a:lnTo>
                        <a:pt x="0" y="85261"/>
                      </a:lnTo>
                      <a:lnTo>
                        <a:pt x="51496" y="19922"/>
                      </a:lnTo>
                      <a:lnTo>
                        <a:pt x="0" y="1992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sp>
            <p:nvSpPr>
              <p:cNvPr id="70" name="Google Shape;4249;p412">
                <a:extLst>
                  <a:ext uri="{FF2B5EF4-FFF2-40B4-BE49-F238E27FC236}">
                    <a16:creationId xmlns:a16="http://schemas.microsoft.com/office/drawing/2014/main" id="{13B6BFB1-82D7-3273-3628-E83359C4EA5E}"/>
                  </a:ext>
                </a:extLst>
              </p:cNvPr>
              <p:cNvSpPr/>
              <p:nvPr/>
            </p:nvSpPr>
            <p:spPr>
              <a:xfrm>
                <a:off x="6752086" y="3626261"/>
                <a:ext cx="110673" cy="68612"/>
              </a:xfrm>
              <a:custGeom>
                <a:avLst/>
                <a:gdLst/>
                <a:ahLst/>
                <a:cxnLst/>
                <a:rect l="l" t="t" r="r" b="b"/>
                <a:pathLst>
                  <a:path w="933738" h="578857" extrusionOk="0">
                    <a:moveTo>
                      <a:pt x="931888" y="294460"/>
                    </a:moveTo>
                    <a:cubicBezTo>
                      <a:pt x="947033" y="387043"/>
                      <a:pt x="866642" y="439240"/>
                      <a:pt x="785203" y="445241"/>
                    </a:cubicBezTo>
                    <a:cubicBezTo>
                      <a:pt x="733673" y="551826"/>
                      <a:pt x="550507" y="623740"/>
                      <a:pt x="392202" y="546492"/>
                    </a:cubicBezTo>
                    <a:cubicBezTo>
                      <a:pt x="324574" y="556779"/>
                      <a:pt x="287427" y="539824"/>
                      <a:pt x="258852" y="507439"/>
                    </a:cubicBezTo>
                    <a:cubicBezTo>
                      <a:pt x="316764" y="432954"/>
                      <a:pt x="492119" y="298747"/>
                      <a:pt x="706527" y="367993"/>
                    </a:cubicBezTo>
                    <a:cubicBezTo>
                      <a:pt x="820827" y="404950"/>
                      <a:pt x="850640" y="318082"/>
                      <a:pt x="821779" y="285507"/>
                    </a:cubicBezTo>
                    <a:cubicBezTo>
                      <a:pt x="713956" y="163015"/>
                      <a:pt x="470211" y="273315"/>
                      <a:pt x="461448" y="282459"/>
                    </a:cubicBezTo>
                    <a:cubicBezTo>
                      <a:pt x="556984" y="135869"/>
                      <a:pt x="899313" y="94721"/>
                      <a:pt x="931888" y="294460"/>
                    </a:cubicBezTo>
                    <a:close/>
                    <a:moveTo>
                      <a:pt x="603847" y="126154"/>
                    </a:moveTo>
                    <a:cubicBezTo>
                      <a:pt x="604419" y="126154"/>
                      <a:pt x="526028" y="98341"/>
                      <a:pt x="416395" y="145680"/>
                    </a:cubicBezTo>
                    <a:cubicBezTo>
                      <a:pt x="411982" y="144033"/>
                      <a:pt x="407659" y="142157"/>
                      <a:pt x="403441" y="140060"/>
                    </a:cubicBezTo>
                    <a:cubicBezTo>
                      <a:pt x="508883" y="70242"/>
                      <a:pt x="601275" y="40238"/>
                      <a:pt x="680333" y="51859"/>
                    </a:cubicBezTo>
                    <a:cubicBezTo>
                      <a:pt x="632708" y="-3291"/>
                      <a:pt x="402489" y="-43391"/>
                      <a:pt x="270758" y="88244"/>
                    </a:cubicBezTo>
                    <a:cubicBezTo>
                      <a:pt x="107880" y="56240"/>
                      <a:pt x="-6039" y="194067"/>
                      <a:pt x="248" y="320273"/>
                    </a:cubicBezTo>
                    <a:cubicBezTo>
                      <a:pt x="6534" y="446479"/>
                      <a:pt x="144456" y="524775"/>
                      <a:pt x="222752" y="503534"/>
                    </a:cubicBezTo>
                    <a:cubicBezTo>
                      <a:pt x="224649" y="503297"/>
                      <a:pt x="226569" y="503297"/>
                      <a:pt x="228467" y="503534"/>
                    </a:cubicBezTo>
                    <a:cubicBezTo>
                      <a:pt x="245898" y="420286"/>
                      <a:pt x="316668" y="226452"/>
                      <a:pt x="603847" y="126154"/>
                    </a:cubicBezTo>
                    <a:close/>
                  </a:path>
                </a:pathLst>
              </a:custGeom>
              <a:solidFill>
                <a:srgbClr val="246CF7"/>
              </a:solidFill>
              <a:ln>
                <a:noFill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Tx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71" name="Google Shape;4250;p412">
                <a:extLst>
                  <a:ext uri="{FF2B5EF4-FFF2-40B4-BE49-F238E27FC236}">
                    <a16:creationId xmlns:a16="http://schemas.microsoft.com/office/drawing/2014/main" id="{4DEF5489-2942-1D07-9AAF-BC1CC5F1AB1A}"/>
                  </a:ext>
                </a:extLst>
              </p:cNvPr>
              <p:cNvSpPr/>
              <p:nvPr/>
            </p:nvSpPr>
            <p:spPr>
              <a:xfrm>
                <a:off x="8226542" y="3623086"/>
                <a:ext cx="110673" cy="68611"/>
              </a:xfrm>
              <a:custGeom>
                <a:avLst/>
                <a:gdLst/>
                <a:ahLst/>
                <a:cxnLst/>
                <a:rect l="l" t="t" r="r" b="b"/>
                <a:pathLst>
                  <a:path w="933738" h="578857" extrusionOk="0">
                    <a:moveTo>
                      <a:pt x="931888" y="294460"/>
                    </a:moveTo>
                    <a:cubicBezTo>
                      <a:pt x="947033" y="387043"/>
                      <a:pt x="866642" y="439240"/>
                      <a:pt x="785203" y="445241"/>
                    </a:cubicBezTo>
                    <a:cubicBezTo>
                      <a:pt x="733673" y="551826"/>
                      <a:pt x="550507" y="623740"/>
                      <a:pt x="392202" y="546492"/>
                    </a:cubicBezTo>
                    <a:cubicBezTo>
                      <a:pt x="324574" y="556779"/>
                      <a:pt x="287427" y="539824"/>
                      <a:pt x="258852" y="507439"/>
                    </a:cubicBezTo>
                    <a:cubicBezTo>
                      <a:pt x="316764" y="432954"/>
                      <a:pt x="492119" y="298747"/>
                      <a:pt x="706527" y="367993"/>
                    </a:cubicBezTo>
                    <a:cubicBezTo>
                      <a:pt x="820827" y="404950"/>
                      <a:pt x="850640" y="318082"/>
                      <a:pt x="821779" y="285507"/>
                    </a:cubicBezTo>
                    <a:cubicBezTo>
                      <a:pt x="713956" y="163015"/>
                      <a:pt x="470211" y="273315"/>
                      <a:pt x="461448" y="282459"/>
                    </a:cubicBezTo>
                    <a:cubicBezTo>
                      <a:pt x="556984" y="135869"/>
                      <a:pt x="899313" y="94721"/>
                      <a:pt x="931888" y="294460"/>
                    </a:cubicBezTo>
                    <a:close/>
                    <a:moveTo>
                      <a:pt x="603847" y="126154"/>
                    </a:moveTo>
                    <a:cubicBezTo>
                      <a:pt x="604419" y="126154"/>
                      <a:pt x="526028" y="98341"/>
                      <a:pt x="416395" y="145680"/>
                    </a:cubicBezTo>
                    <a:cubicBezTo>
                      <a:pt x="411982" y="144033"/>
                      <a:pt x="407659" y="142157"/>
                      <a:pt x="403441" y="140060"/>
                    </a:cubicBezTo>
                    <a:cubicBezTo>
                      <a:pt x="508883" y="70242"/>
                      <a:pt x="601275" y="40238"/>
                      <a:pt x="680333" y="51859"/>
                    </a:cubicBezTo>
                    <a:cubicBezTo>
                      <a:pt x="632708" y="-3291"/>
                      <a:pt x="402489" y="-43391"/>
                      <a:pt x="270758" y="88244"/>
                    </a:cubicBezTo>
                    <a:cubicBezTo>
                      <a:pt x="107880" y="56240"/>
                      <a:pt x="-6039" y="194067"/>
                      <a:pt x="248" y="320273"/>
                    </a:cubicBezTo>
                    <a:cubicBezTo>
                      <a:pt x="6534" y="446479"/>
                      <a:pt x="144456" y="524775"/>
                      <a:pt x="222752" y="503534"/>
                    </a:cubicBezTo>
                    <a:cubicBezTo>
                      <a:pt x="224649" y="503297"/>
                      <a:pt x="226569" y="503297"/>
                      <a:pt x="228467" y="503534"/>
                    </a:cubicBezTo>
                    <a:cubicBezTo>
                      <a:pt x="245898" y="420286"/>
                      <a:pt x="316668" y="226452"/>
                      <a:pt x="603847" y="126154"/>
                    </a:cubicBezTo>
                    <a:close/>
                  </a:path>
                </a:pathLst>
              </a:custGeom>
              <a:solidFill>
                <a:srgbClr val="246CF7"/>
              </a:solidFill>
              <a:ln>
                <a:noFill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Tx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cxnSp>
          <p:nvCxnSpPr>
            <p:cNvPr id="47" name="Google Shape;4252;p412">
              <a:extLst>
                <a:ext uri="{FF2B5EF4-FFF2-40B4-BE49-F238E27FC236}">
                  <a16:creationId xmlns:a16="http://schemas.microsoft.com/office/drawing/2014/main" id="{6247E879-3342-14A9-FD3F-94D57131E864}"/>
                </a:ext>
              </a:extLst>
            </p:cNvPr>
            <p:cNvCxnSpPr>
              <a:cxnSpLocks/>
              <a:stCxn id="64" idx="0"/>
            </p:cNvCxnSpPr>
            <p:nvPr/>
          </p:nvCxnSpPr>
          <p:spPr>
            <a:xfrm flipV="1">
              <a:off x="2294215" y="3655366"/>
              <a:ext cx="2650" cy="641935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48" name="Google Shape;4253;p412">
              <a:extLst>
                <a:ext uri="{FF2B5EF4-FFF2-40B4-BE49-F238E27FC236}">
                  <a16:creationId xmlns:a16="http://schemas.microsoft.com/office/drawing/2014/main" id="{82BFCB43-8BA7-826D-A8F7-B108AFC8ADBA}"/>
                </a:ext>
              </a:extLst>
            </p:cNvPr>
            <p:cNvCxnSpPr/>
            <p:nvPr/>
          </p:nvCxnSpPr>
          <p:spPr>
            <a:xfrm rot="10800000">
              <a:off x="1596371" y="3526985"/>
              <a:ext cx="420" cy="876396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49" name="Google Shape;4254;p412">
              <a:extLst>
                <a:ext uri="{FF2B5EF4-FFF2-40B4-BE49-F238E27FC236}">
                  <a16:creationId xmlns:a16="http://schemas.microsoft.com/office/drawing/2014/main" id="{D13DC52C-32D6-7604-ED91-30DE1FE114D8}"/>
                </a:ext>
              </a:extLst>
            </p:cNvPr>
            <p:cNvCxnSpPr/>
            <p:nvPr/>
          </p:nvCxnSpPr>
          <p:spPr>
            <a:xfrm rot="10800000">
              <a:off x="3025564" y="3514761"/>
              <a:ext cx="420" cy="876396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grpSp>
          <p:nvGrpSpPr>
            <p:cNvPr id="50" name="Google Shape;4256;p412">
              <a:extLst>
                <a:ext uri="{FF2B5EF4-FFF2-40B4-BE49-F238E27FC236}">
                  <a16:creationId xmlns:a16="http://schemas.microsoft.com/office/drawing/2014/main" id="{5780E9FA-8817-32D8-A93B-1393D2EA268A}"/>
                </a:ext>
              </a:extLst>
            </p:cNvPr>
            <p:cNvGrpSpPr/>
            <p:nvPr/>
          </p:nvGrpSpPr>
          <p:grpSpPr>
            <a:xfrm>
              <a:off x="1273011" y="4298091"/>
              <a:ext cx="609629" cy="411417"/>
              <a:chOff x="7106707" y="4735594"/>
              <a:chExt cx="862720" cy="582223"/>
            </a:xfrm>
          </p:grpSpPr>
          <p:sp>
            <p:nvSpPr>
              <p:cNvPr id="66" name="Google Shape;4257;p412">
                <a:extLst>
                  <a:ext uri="{FF2B5EF4-FFF2-40B4-BE49-F238E27FC236}">
                    <a16:creationId xmlns:a16="http://schemas.microsoft.com/office/drawing/2014/main" id="{1FAC263A-36B2-D397-2038-BF814DC48BE4}"/>
                  </a:ext>
                </a:extLst>
              </p:cNvPr>
              <p:cNvSpPr/>
              <p:nvPr/>
            </p:nvSpPr>
            <p:spPr>
              <a:xfrm>
                <a:off x="7106707" y="4735594"/>
                <a:ext cx="862720" cy="582223"/>
              </a:xfrm>
              <a:prstGeom prst="roundRect">
                <a:avLst>
                  <a:gd name="adj" fmla="val 9976"/>
                </a:avLst>
              </a:prstGeom>
              <a:solidFill>
                <a:srgbClr val="1449AC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Tx/>
                  <a:buNone/>
                  <a:tabLst/>
                  <a:defRPr/>
                </a:pPr>
                <a:endParaRPr kumimoji="0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67" name="Google Shape;4258;p412">
                <a:extLst>
                  <a:ext uri="{FF2B5EF4-FFF2-40B4-BE49-F238E27FC236}">
                    <a16:creationId xmlns:a16="http://schemas.microsoft.com/office/drawing/2014/main" id="{DDE34215-16DA-6216-1322-088F38D1AA25}"/>
                  </a:ext>
                </a:extLst>
              </p:cNvPr>
              <p:cNvSpPr/>
              <p:nvPr/>
            </p:nvSpPr>
            <p:spPr>
              <a:xfrm>
                <a:off x="7387123" y="4940769"/>
                <a:ext cx="246148" cy="226592"/>
              </a:xfrm>
              <a:custGeom>
                <a:avLst/>
                <a:gdLst/>
                <a:ahLst/>
                <a:cxnLst/>
                <a:rect l="l" t="t" r="r" b="b"/>
                <a:pathLst>
                  <a:path w="404173" h="400104" extrusionOk="0">
                    <a:moveTo>
                      <a:pt x="390853" y="333319"/>
                    </a:moveTo>
                    <a:cubicBezTo>
                      <a:pt x="398209" y="333319"/>
                      <a:pt x="404173" y="339347"/>
                      <a:pt x="404173" y="346784"/>
                    </a:cubicBezTo>
                    <a:cubicBezTo>
                      <a:pt x="404173" y="354220"/>
                      <a:pt x="398209" y="360248"/>
                      <a:pt x="390853" y="360248"/>
                    </a:cubicBezTo>
                    <a:cubicBezTo>
                      <a:pt x="383497" y="360248"/>
                      <a:pt x="377534" y="354220"/>
                      <a:pt x="377534" y="346784"/>
                    </a:cubicBezTo>
                    <a:cubicBezTo>
                      <a:pt x="377534" y="339347"/>
                      <a:pt x="383497" y="333319"/>
                      <a:pt x="390853" y="333319"/>
                    </a:cubicBezTo>
                    <a:close/>
                    <a:moveTo>
                      <a:pt x="13319" y="333319"/>
                    </a:moveTo>
                    <a:cubicBezTo>
                      <a:pt x="20675" y="333319"/>
                      <a:pt x="26639" y="339347"/>
                      <a:pt x="26639" y="346784"/>
                    </a:cubicBezTo>
                    <a:cubicBezTo>
                      <a:pt x="26639" y="354220"/>
                      <a:pt x="20675" y="360248"/>
                      <a:pt x="13319" y="360248"/>
                    </a:cubicBezTo>
                    <a:cubicBezTo>
                      <a:pt x="5963" y="360248"/>
                      <a:pt x="0" y="354220"/>
                      <a:pt x="0" y="346784"/>
                    </a:cubicBezTo>
                    <a:cubicBezTo>
                      <a:pt x="0" y="339347"/>
                      <a:pt x="5963" y="333319"/>
                      <a:pt x="13319" y="333319"/>
                    </a:cubicBezTo>
                    <a:close/>
                    <a:moveTo>
                      <a:pt x="13319" y="280605"/>
                    </a:moveTo>
                    <a:cubicBezTo>
                      <a:pt x="20675" y="280605"/>
                      <a:pt x="26639" y="286633"/>
                      <a:pt x="26639" y="294069"/>
                    </a:cubicBezTo>
                    <a:lnTo>
                      <a:pt x="26639" y="294810"/>
                    </a:lnTo>
                    <a:cubicBezTo>
                      <a:pt x="26639" y="302246"/>
                      <a:pt x="20675" y="308275"/>
                      <a:pt x="13319" y="308275"/>
                    </a:cubicBezTo>
                    <a:cubicBezTo>
                      <a:pt x="5963" y="308275"/>
                      <a:pt x="0" y="302246"/>
                      <a:pt x="0" y="294810"/>
                    </a:cubicBezTo>
                    <a:lnTo>
                      <a:pt x="0" y="294069"/>
                    </a:lnTo>
                    <a:cubicBezTo>
                      <a:pt x="0" y="286633"/>
                      <a:pt x="5963" y="280605"/>
                      <a:pt x="13319" y="280605"/>
                    </a:cubicBezTo>
                    <a:close/>
                    <a:moveTo>
                      <a:pt x="390853" y="280604"/>
                    </a:moveTo>
                    <a:cubicBezTo>
                      <a:pt x="398209" y="280604"/>
                      <a:pt x="404173" y="286633"/>
                      <a:pt x="404173" y="294069"/>
                    </a:cubicBezTo>
                    <a:lnTo>
                      <a:pt x="404173" y="294810"/>
                    </a:lnTo>
                    <a:cubicBezTo>
                      <a:pt x="404173" y="302246"/>
                      <a:pt x="398209" y="308274"/>
                      <a:pt x="390853" y="308274"/>
                    </a:cubicBezTo>
                    <a:cubicBezTo>
                      <a:pt x="383497" y="308274"/>
                      <a:pt x="377534" y="302246"/>
                      <a:pt x="377534" y="294810"/>
                    </a:cubicBezTo>
                    <a:lnTo>
                      <a:pt x="377534" y="294069"/>
                    </a:lnTo>
                    <a:cubicBezTo>
                      <a:pt x="377534" y="286633"/>
                      <a:pt x="383497" y="280604"/>
                      <a:pt x="390853" y="280604"/>
                    </a:cubicBezTo>
                    <a:close/>
                    <a:moveTo>
                      <a:pt x="390853" y="228227"/>
                    </a:moveTo>
                    <a:cubicBezTo>
                      <a:pt x="398209" y="228227"/>
                      <a:pt x="404173" y="234255"/>
                      <a:pt x="404173" y="241691"/>
                    </a:cubicBezTo>
                    <a:lnTo>
                      <a:pt x="404173" y="242365"/>
                    </a:lnTo>
                    <a:cubicBezTo>
                      <a:pt x="404173" y="249801"/>
                      <a:pt x="398209" y="255829"/>
                      <a:pt x="390853" y="255829"/>
                    </a:cubicBezTo>
                    <a:lnTo>
                      <a:pt x="390853" y="255897"/>
                    </a:lnTo>
                    <a:cubicBezTo>
                      <a:pt x="383497" y="255897"/>
                      <a:pt x="377534" y="249868"/>
                      <a:pt x="377534" y="242432"/>
                    </a:cubicBezTo>
                    <a:lnTo>
                      <a:pt x="377534" y="241691"/>
                    </a:lnTo>
                    <a:cubicBezTo>
                      <a:pt x="377534" y="234255"/>
                      <a:pt x="383497" y="228227"/>
                      <a:pt x="390853" y="228227"/>
                    </a:cubicBezTo>
                    <a:close/>
                    <a:moveTo>
                      <a:pt x="13319" y="228227"/>
                    </a:moveTo>
                    <a:cubicBezTo>
                      <a:pt x="20675" y="228227"/>
                      <a:pt x="26639" y="234255"/>
                      <a:pt x="26639" y="241692"/>
                    </a:cubicBezTo>
                    <a:lnTo>
                      <a:pt x="26639" y="242365"/>
                    </a:lnTo>
                    <a:cubicBezTo>
                      <a:pt x="26639" y="249801"/>
                      <a:pt x="20675" y="255830"/>
                      <a:pt x="13319" y="255830"/>
                    </a:cubicBezTo>
                    <a:cubicBezTo>
                      <a:pt x="5963" y="255830"/>
                      <a:pt x="0" y="249801"/>
                      <a:pt x="0" y="242365"/>
                    </a:cubicBezTo>
                    <a:lnTo>
                      <a:pt x="0" y="241692"/>
                    </a:lnTo>
                    <a:cubicBezTo>
                      <a:pt x="0" y="234255"/>
                      <a:pt x="5963" y="228227"/>
                      <a:pt x="13319" y="228227"/>
                    </a:cubicBezTo>
                    <a:close/>
                    <a:moveTo>
                      <a:pt x="240745" y="183389"/>
                    </a:moveTo>
                    <a:cubicBezTo>
                      <a:pt x="235228" y="183389"/>
                      <a:pt x="230756" y="187910"/>
                      <a:pt x="230756" y="193488"/>
                    </a:cubicBezTo>
                    <a:lnTo>
                      <a:pt x="230756" y="222706"/>
                    </a:lnTo>
                    <a:cubicBezTo>
                      <a:pt x="230756" y="228283"/>
                      <a:pt x="235228" y="232805"/>
                      <a:pt x="240745" y="232805"/>
                    </a:cubicBezTo>
                    <a:lnTo>
                      <a:pt x="269715" y="232805"/>
                    </a:lnTo>
                    <a:cubicBezTo>
                      <a:pt x="275232" y="232805"/>
                      <a:pt x="279704" y="228283"/>
                      <a:pt x="279704" y="222706"/>
                    </a:cubicBezTo>
                    <a:lnTo>
                      <a:pt x="279704" y="193488"/>
                    </a:lnTo>
                    <a:cubicBezTo>
                      <a:pt x="279704" y="187910"/>
                      <a:pt x="275232" y="183389"/>
                      <a:pt x="269715" y="183389"/>
                    </a:cubicBezTo>
                    <a:close/>
                    <a:moveTo>
                      <a:pt x="134457" y="183389"/>
                    </a:moveTo>
                    <a:cubicBezTo>
                      <a:pt x="128940" y="183389"/>
                      <a:pt x="124468" y="187910"/>
                      <a:pt x="124468" y="193488"/>
                    </a:cubicBezTo>
                    <a:lnTo>
                      <a:pt x="124468" y="222706"/>
                    </a:lnTo>
                    <a:cubicBezTo>
                      <a:pt x="124468" y="228283"/>
                      <a:pt x="128940" y="232805"/>
                      <a:pt x="134457" y="232805"/>
                    </a:cubicBezTo>
                    <a:lnTo>
                      <a:pt x="163427" y="232805"/>
                    </a:lnTo>
                    <a:cubicBezTo>
                      <a:pt x="168944" y="232805"/>
                      <a:pt x="173416" y="228283"/>
                      <a:pt x="173416" y="222706"/>
                    </a:cubicBezTo>
                    <a:lnTo>
                      <a:pt x="173416" y="193488"/>
                    </a:lnTo>
                    <a:cubicBezTo>
                      <a:pt x="173416" y="187910"/>
                      <a:pt x="168944" y="183389"/>
                      <a:pt x="163427" y="183389"/>
                    </a:cubicBezTo>
                    <a:close/>
                    <a:moveTo>
                      <a:pt x="390853" y="175916"/>
                    </a:moveTo>
                    <a:cubicBezTo>
                      <a:pt x="398209" y="175916"/>
                      <a:pt x="404173" y="181944"/>
                      <a:pt x="404173" y="189381"/>
                    </a:cubicBezTo>
                    <a:lnTo>
                      <a:pt x="404173" y="190121"/>
                    </a:lnTo>
                    <a:cubicBezTo>
                      <a:pt x="404173" y="197558"/>
                      <a:pt x="398209" y="203586"/>
                      <a:pt x="390853" y="203586"/>
                    </a:cubicBezTo>
                    <a:cubicBezTo>
                      <a:pt x="383497" y="203586"/>
                      <a:pt x="377534" y="197558"/>
                      <a:pt x="377534" y="190121"/>
                    </a:cubicBezTo>
                    <a:lnTo>
                      <a:pt x="377534" y="189381"/>
                    </a:lnTo>
                    <a:cubicBezTo>
                      <a:pt x="377534" y="181944"/>
                      <a:pt x="383497" y="175916"/>
                      <a:pt x="390853" y="175916"/>
                    </a:cubicBezTo>
                    <a:close/>
                    <a:moveTo>
                      <a:pt x="13319" y="175849"/>
                    </a:moveTo>
                    <a:cubicBezTo>
                      <a:pt x="20675" y="175849"/>
                      <a:pt x="26639" y="181877"/>
                      <a:pt x="26639" y="189314"/>
                    </a:cubicBezTo>
                    <a:lnTo>
                      <a:pt x="26639" y="190054"/>
                    </a:lnTo>
                    <a:cubicBezTo>
                      <a:pt x="26675" y="197491"/>
                      <a:pt x="20742" y="203549"/>
                      <a:pt x="13386" y="203586"/>
                    </a:cubicBezTo>
                    <a:cubicBezTo>
                      <a:pt x="13364" y="203586"/>
                      <a:pt x="13342" y="203586"/>
                      <a:pt x="13319" y="203586"/>
                    </a:cubicBezTo>
                    <a:lnTo>
                      <a:pt x="13319" y="203519"/>
                    </a:lnTo>
                    <a:cubicBezTo>
                      <a:pt x="5963" y="203519"/>
                      <a:pt x="0" y="197491"/>
                      <a:pt x="0" y="190054"/>
                    </a:cubicBezTo>
                    <a:lnTo>
                      <a:pt x="0" y="189314"/>
                    </a:lnTo>
                    <a:cubicBezTo>
                      <a:pt x="0" y="181877"/>
                      <a:pt x="5963" y="175849"/>
                      <a:pt x="13319" y="175849"/>
                    </a:cubicBezTo>
                    <a:close/>
                    <a:moveTo>
                      <a:pt x="240745" y="163192"/>
                    </a:moveTo>
                    <a:lnTo>
                      <a:pt x="269715" y="163192"/>
                    </a:lnTo>
                    <a:cubicBezTo>
                      <a:pt x="286251" y="163229"/>
                      <a:pt x="299647" y="176771"/>
                      <a:pt x="299683" y="193488"/>
                    </a:cubicBezTo>
                    <a:lnTo>
                      <a:pt x="299683" y="222706"/>
                    </a:lnTo>
                    <a:cubicBezTo>
                      <a:pt x="299683" y="239438"/>
                      <a:pt x="286266" y="253002"/>
                      <a:pt x="269715" y="253002"/>
                    </a:cubicBezTo>
                    <a:lnTo>
                      <a:pt x="240745" y="253002"/>
                    </a:lnTo>
                    <a:cubicBezTo>
                      <a:pt x="224194" y="253002"/>
                      <a:pt x="210777" y="239438"/>
                      <a:pt x="210777" y="222706"/>
                    </a:cubicBezTo>
                    <a:lnTo>
                      <a:pt x="210777" y="193488"/>
                    </a:lnTo>
                    <a:cubicBezTo>
                      <a:pt x="210814" y="176771"/>
                      <a:pt x="224209" y="163229"/>
                      <a:pt x="240745" y="163192"/>
                    </a:cubicBezTo>
                    <a:close/>
                    <a:moveTo>
                      <a:pt x="134457" y="163192"/>
                    </a:moveTo>
                    <a:lnTo>
                      <a:pt x="163427" y="163192"/>
                    </a:lnTo>
                    <a:cubicBezTo>
                      <a:pt x="179963" y="163229"/>
                      <a:pt x="193359" y="176771"/>
                      <a:pt x="193395" y="193488"/>
                    </a:cubicBezTo>
                    <a:lnTo>
                      <a:pt x="193395" y="222706"/>
                    </a:lnTo>
                    <a:cubicBezTo>
                      <a:pt x="193395" y="239438"/>
                      <a:pt x="179978" y="253002"/>
                      <a:pt x="163427" y="253002"/>
                    </a:cubicBezTo>
                    <a:lnTo>
                      <a:pt x="134457" y="253002"/>
                    </a:lnTo>
                    <a:cubicBezTo>
                      <a:pt x="117906" y="253002"/>
                      <a:pt x="104489" y="239438"/>
                      <a:pt x="104489" y="222706"/>
                    </a:cubicBezTo>
                    <a:lnTo>
                      <a:pt x="104489" y="193488"/>
                    </a:lnTo>
                    <a:cubicBezTo>
                      <a:pt x="104526" y="176771"/>
                      <a:pt x="117921" y="163229"/>
                      <a:pt x="134457" y="163192"/>
                    </a:cubicBezTo>
                    <a:close/>
                    <a:moveTo>
                      <a:pt x="390862" y="124279"/>
                    </a:moveTo>
                    <a:cubicBezTo>
                      <a:pt x="398087" y="124281"/>
                      <a:pt x="403993" y="130106"/>
                      <a:pt x="404173" y="137407"/>
                    </a:cubicBezTo>
                    <a:lnTo>
                      <a:pt x="404173" y="137744"/>
                    </a:lnTo>
                    <a:cubicBezTo>
                      <a:pt x="404173" y="145180"/>
                      <a:pt x="398210" y="151208"/>
                      <a:pt x="390854" y="151208"/>
                    </a:cubicBezTo>
                    <a:cubicBezTo>
                      <a:pt x="383498" y="151206"/>
                      <a:pt x="377537" y="145176"/>
                      <a:pt x="377539" y="137740"/>
                    </a:cubicBezTo>
                    <a:cubicBezTo>
                      <a:pt x="377541" y="130303"/>
                      <a:pt x="383506" y="124277"/>
                      <a:pt x="390862" y="124279"/>
                    </a:cubicBezTo>
                    <a:close/>
                    <a:moveTo>
                      <a:pt x="13319" y="124279"/>
                    </a:moveTo>
                    <a:cubicBezTo>
                      <a:pt x="20675" y="124279"/>
                      <a:pt x="26639" y="130307"/>
                      <a:pt x="26639" y="137744"/>
                    </a:cubicBezTo>
                    <a:lnTo>
                      <a:pt x="26639" y="138080"/>
                    </a:lnTo>
                    <a:cubicBezTo>
                      <a:pt x="26458" y="145385"/>
                      <a:pt x="20547" y="151211"/>
                      <a:pt x="13319" y="151209"/>
                    </a:cubicBezTo>
                    <a:lnTo>
                      <a:pt x="13319" y="151208"/>
                    </a:lnTo>
                    <a:cubicBezTo>
                      <a:pt x="5963" y="151208"/>
                      <a:pt x="0" y="145180"/>
                      <a:pt x="0" y="137744"/>
                    </a:cubicBezTo>
                    <a:cubicBezTo>
                      <a:pt x="0" y="130307"/>
                      <a:pt x="5963" y="124279"/>
                      <a:pt x="13319" y="124279"/>
                    </a:cubicBezTo>
                    <a:close/>
                    <a:moveTo>
                      <a:pt x="240745" y="77826"/>
                    </a:moveTo>
                    <a:cubicBezTo>
                      <a:pt x="235228" y="77826"/>
                      <a:pt x="230756" y="82347"/>
                      <a:pt x="230756" y="87925"/>
                    </a:cubicBezTo>
                    <a:lnTo>
                      <a:pt x="230756" y="117210"/>
                    </a:lnTo>
                    <a:cubicBezTo>
                      <a:pt x="230756" y="122788"/>
                      <a:pt x="235228" y="127309"/>
                      <a:pt x="240745" y="127309"/>
                    </a:cubicBezTo>
                    <a:lnTo>
                      <a:pt x="269715" y="127309"/>
                    </a:lnTo>
                    <a:cubicBezTo>
                      <a:pt x="275232" y="127309"/>
                      <a:pt x="279704" y="122788"/>
                      <a:pt x="279704" y="117210"/>
                    </a:cubicBezTo>
                    <a:lnTo>
                      <a:pt x="279704" y="87925"/>
                    </a:lnTo>
                    <a:cubicBezTo>
                      <a:pt x="279704" y="82347"/>
                      <a:pt x="275232" y="77826"/>
                      <a:pt x="269715" y="77826"/>
                    </a:cubicBezTo>
                    <a:close/>
                    <a:moveTo>
                      <a:pt x="134457" y="77826"/>
                    </a:moveTo>
                    <a:cubicBezTo>
                      <a:pt x="128940" y="77826"/>
                      <a:pt x="124468" y="82347"/>
                      <a:pt x="124468" y="87925"/>
                    </a:cubicBezTo>
                    <a:lnTo>
                      <a:pt x="124468" y="117210"/>
                    </a:lnTo>
                    <a:cubicBezTo>
                      <a:pt x="124468" y="122788"/>
                      <a:pt x="128940" y="127309"/>
                      <a:pt x="134457" y="127309"/>
                    </a:cubicBezTo>
                    <a:lnTo>
                      <a:pt x="163427" y="127309"/>
                    </a:lnTo>
                    <a:cubicBezTo>
                      <a:pt x="168944" y="127309"/>
                      <a:pt x="173416" y="122788"/>
                      <a:pt x="173416" y="117210"/>
                    </a:cubicBezTo>
                    <a:lnTo>
                      <a:pt x="173416" y="87925"/>
                    </a:lnTo>
                    <a:cubicBezTo>
                      <a:pt x="173416" y="82347"/>
                      <a:pt x="168944" y="77826"/>
                      <a:pt x="163427" y="77826"/>
                    </a:cubicBezTo>
                    <a:close/>
                    <a:moveTo>
                      <a:pt x="240745" y="57629"/>
                    </a:moveTo>
                    <a:lnTo>
                      <a:pt x="269715" y="57629"/>
                    </a:lnTo>
                    <a:cubicBezTo>
                      <a:pt x="286251" y="57666"/>
                      <a:pt x="299647" y="71208"/>
                      <a:pt x="299683" y="87925"/>
                    </a:cubicBezTo>
                    <a:lnTo>
                      <a:pt x="299683" y="117210"/>
                    </a:lnTo>
                    <a:cubicBezTo>
                      <a:pt x="299647" y="133927"/>
                      <a:pt x="286251" y="147469"/>
                      <a:pt x="269715" y="147506"/>
                    </a:cubicBezTo>
                    <a:lnTo>
                      <a:pt x="240745" y="147506"/>
                    </a:lnTo>
                    <a:cubicBezTo>
                      <a:pt x="224209" y="147469"/>
                      <a:pt x="210814" y="133927"/>
                      <a:pt x="210777" y="117210"/>
                    </a:cubicBezTo>
                    <a:lnTo>
                      <a:pt x="210777" y="87925"/>
                    </a:lnTo>
                    <a:cubicBezTo>
                      <a:pt x="210814" y="71208"/>
                      <a:pt x="224209" y="57666"/>
                      <a:pt x="240745" y="57629"/>
                    </a:cubicBezTo>
                    <a:close/>
                    <a:moveTo>
                      <a:pt x="134457" y="57629"/>
                    </a:moveTo>
                    <a:lnTo>
                      <a:pt x="163427" y="57629"/>
                    </a:lnTo>
                    <a:cubicBezTo>
                      <a:pt x="179963" y="57666"/>
                      <a:pt x="193359" y="71208"/>
                      <a:pt x="193395" y="87925"/>
                    </a:cubicBezTo>
                    <a:lnTo>
                      <a:pt x="193395" y="117210"/>
                    </a:lnTo>
                    <a:cubicBezTo>
                      <a:pt x="193359" y="133927"/>
                      <a:pt x="179963" y="147469"/>
                      <a:pt x="163427" y="147506"/>
                    </a:cubicBezTo>
                    <a:lnTo>
                      <a:pt x="134457" y="147506"/>
                    </a:lnTo>
                    <a:cubicBezTo>
                      <a:pt x="117922" y="147469"/>
                      <a:pt x="104526" y="133927"/>
                      <a:pt x="104489" y="117210"/>
                    </a:cubicBezTo>
                    <a:lnTo>
                      <a:pt x="104489" y="87925"/>
                    </a:lnTo>
                    <a:cubicBezTo>
                      <a:pt x="104526" y="71208"/>
                      <a:pt x="117921" y="57666"/>
                      <a:pt x="134457" y="57629"/>
                    </a:cubicBezTo>
                    <a:close/>
                    <a:moveTo>
                      <a:pt x="56606" y="40528"/>
                    </a:moveTo>
                    <a:cubicBezTo>
                      <a:pt x="62123" y="40528"/>
                      <a:pt x="66596" y="45049"/>
                      <a:pt x="66596" y="50627"/>
                    </a:cubicBezTo>
                    <a:lnTo>
                      <a:pt x="66596" y="356344"/>
                    </a:lnTo>
                    <a:cubicBezTo>
                      <a:pt x="66596" y="369357"/>
                      <a:pt x="77032" y="379907"/>
                      <a:pt x="89905" y="379907"/>
                    </a:cubicBezTo>
                    <a:lnTo>
                      <a:pt x="157633" y="379907"/>
                    </a:lnTo>
                    <a:lnTo>
                      <a:pt x="157633" y="320797"/>
                    </a:lnTo>
                    <a:cubicBezTo>
                      <a:pt x="157670" y="304080"/>
                      <a:pt x="171066" y="290538"/>
                      <a:pt x="187602" y="290501"/>
                    </a:cubicBezTo>
                    <a:lnTo>
                      <a:pt x="216571" y="290501"/>
                    </a:lnTo>
                    <a:cubicBezTo>
                      <a:pt x="233107" y="290538"/>
                      <a:pt x="246503" y="304080"/>
                      <a:pt x="246539" y="320797"/>
                    </a:cubicBezTo>
                    <a:lnTo>
                      <a:pt x="246539" y="379907"/>
                    </a:lnTo>
                    <a:lnTo>
                      <a:pt x="314268" y="379907"/>
                    </a:lnTo>
                    <a:cubicBezTo>
                      <a:pt x="327141" y="379907"/>
                      <a:pt x="337577" y="369357"/>
                      <a:pt x="337577" y="356344"/>
                    </a:cubicBezTo>
                    <a:lnTo>
                      <a:pt x="337577" y="50627"/>
                    </a:lnTo>
                    <a:cubicBezTo>
                      <a:pt x="337577" y="45049"/>
                      <a:pt x="342049" y="40528"/>
                      <a:pt x="347566" y="40528"/>
                    </a:cubicBezTo>
                    <a:cubicBezTo>
                      <a:pt x="353083" y="40528"/>
                      <a:pt x="357556" y="45049"/>
                      <a:pt x="357556" y="50627"/>
                    </a:cubicBezTo>
                    <a:lnTo>
                      <a:pt x="357556" y="356344"/>
                    </a:lnTo>
                    <a:cubicBezTo>
                      <a:pt x="357519" y="380496"/>
                      <a:pt x="338160" y="400067"/>
                      <a:pt x="314268" y="400104"/>
                    </a:cubicBezTo>
                    <a:lnTo>
                      <a:pt x="236550" y="400104"/>
                    </a:lnTo>
                    <a:cubicBezTo>
                      <a:pt x="231033" y="400104"/>
                      <a:pt x="226560" y="395583"/>
                      <a:pt x="226560" y="390005"/>
                    </a:cubicBezTo>
                    <a:lnTo>
                      <a:pt x="226560" y="320797"/>
                    </a:lnTo>
                    <a:cubicBezTo>
                      <a:pt x="226560" y="315219"/>
                      <a:pt x="222088" y="310698"/>
                      <a:pt x="216571" y="310698"/>
                    </a:cubicBezTo>
                    <a:lnTo>
                      <a:pt x="187602" y="310698"/>
                    </a:lnTo>
                    <a:cubicBezTo>
                      <a:pt x="182085" y="310698"/>
                      <a:pt x="177612" y="315219"/>
                      <a:pt x="177612" y="320797"/>
                    </a:cubicBezTo>
                    <a:lnTo>
                      <a:pt x="177612" y="390005"/>
                    </a:lnTo>
                    <a:cubicBezTo>
                      <a:pt x="177612" y="395583"/>
                      <a:pt x="173140" y="400104"/>
                      <a:pt x="167623" y="400104"/>
                    </a:cubicBezTo>
                    <a:lnTo>
                      <a:pt x="89905" y="400104"/>
                    </a:lnTo>
                    <a:cubicBezTo>
                      <a:pt x="66013" y="400067"/>
                      <a:pt x="46654" y="380496"/>
                      <a:pt x="46617" y="356344"/>
                    </a:cubicBezTo>
                    <a:lnTo>
                      <a:pt x="46617" y="50627"/>
                    </a:lnTo>
                    <a:cubicBezTo>
                      <a:pt x="46617" y="45049"/>
                      <a:pt x="51089" y="40528"/>
                      <a:pt x="56606" y="40528"/>
                    </a:cubicBezTo>
                    <a:close/>
                    <a:moveTo>
                      <a:pt x="56606" y="0"/>
                    </a:moveTo>
                    <a:lnTo>
                      <a:pt x="347566" y="0"/>
                    </a:lnTo>
                    <a:cubicBezTo>
                      <a:pt x="353083" y="0"/>
                      <a:pt x="357556" y="4521"/>
                      <a:pt x="357556" y="10099"/>
                    </a:cubicBezTo>
                    <a:cubicBezTo>
                      <a:pt x="357556" y="15676"/>
                      <a:pt x="353083" y="20197"/>
                      <a:pt x="347566" y="20197"/>
                    </a:cubicBezTo>
                    <a:lnTo>
                      <a:pt x="56606" y="20197"/>
                    </a:lnTo>
                    <a:cubicBezTo>
                      <a:pt x="51089" y="20197"/>
                      <a:pt x="46617" y="15676"/>
                      <a:pt x="46617" y="10099"/>
                    </a:cubicBezTo>
                    <a:cubicBezTo>
                      <a:pt x="46617" y="4521"/>
                      <a:pt x="51089" y="0"/>
                      <a:pt x="56606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75757"/>
                  </a:buClr>
                  <a:buSzPts val="1800"/>
                  <a:buFontTx/>
                  <a:buNone/>
                  <a:tabLst/>
                  <a:defRPr/>
                </a:pPr>
                <a:endParaRPr kumimoji="0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sp>
          <p:nvSpPr>
            <p:cNvPr id="51" name="Google Shape;4260;p412">
              <a:extLst>
                <a:ext uri="{FF2B5EF4-FFF2-40B4-BE49-F238E27FC236}">
                  <a16:creationId xmlns:a16="http://schemas.microsoft.com/office/drawing/2014/main" id="{765C9C2F-C3E9-045D-7ED2-64C758E7AFF9}"/>
                </a:ext>
              </a:extLst>
            </p:cNvPr>
            <p:cNvSpPr/>
            <p:nvPr/>
          </p:nvSpPr>
          <p:spPr>
            <a:xfrm>
              <a:off x="2720974" y="4297863"/>
              <a:ext cx="582271" cy="411672"/>
            </a:xfrm>
            <a:prstGeom prst="roundRect">
              <a:avLst>
                <a:gd name="adj" fmla="val 9976"/>
              </a:avLst>
            </a:prstGeom>
            <a:solidFill>
              <a:srgbClr val="1449AC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grpSp>
          <p:nvGrpSpPr>
            <p:cNvPr id="52" name="Google Shape;4262;p412">
              <a:extLst>
                <a:ext uri="{FF2B5EF4-FFF2-40B4-BE49-F238E27FC236}">
                  <a16:creationId xmlns:a16="http://schemas.microsoft.com/office/drawing/2014/main" id="{0CFDB15E-EE70-DD72-A984-2C74C78E8FDA}"/>
                </a:ext>
              </a:extLst>
            </p:cNvPr>
            <p:cNvGrpSpPr/>
            <p:nvPr/>
          </p:nvGrpSpPr>
          <p:grpSpPr>
            <a:xfrm>
              <a:off x="2003079" y="4297301"/>
              <a:ext cx="582272" cy="411673"/>
              <a:chOff x="5808520" y="4639689"/>
              <a:chExt cx="582310" cy="411700"/>
            </a:xfrm>
          </p:grpSpPr>
          <p:sp>
            <p:nvSpPr>
              <p:cNvPr id="64" name="Google Shape;4263;p412">
                <a:extLst>
                  <a:ext uri="{FF2B5EF4-FFF2-40B4-BE49-F238E27FC236}">
                    <a16:creationId xmlns:a16="http://schemas.microsoft.com/office/drawing/2014/main" id="{F91EE72A-B5DA-3A50-67B4-982413DD77C6}"/>
                  </a:ext>
                </a:extLst>
              </p:cNvPr>
              <p:cNvSpPr/>
              <p:nvPr/>
            </p:nvSpPr>
            <p:spPr>
              <a:xfrm>
                <a:off x="5808520" y="4639689"/>
                <a:ext cx="582310" cy="411700"/>
              </a:xfrm>
              <a:prstGeom prst="roundRect">
                <a:avLst>
                  <a:gd name="adj" fmla="val 9976"/>
                </a:avLst>
              </a:prstGeom>
              <a:solidFill>
                <a:srgbClr val="1449AC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Tx/>
                  <a:buNone/>
                  <a:tabLst/>
                  <a:defRPr/>
                </a:pPr>
                <a:endParaRPr kumimoji="0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65" name="Google Shape;4264;p412">
                <a:extLst>
                  <a:ext uri="{FF2B5EF4-FFF2-40B4-BE49-F238E27FC236}">
                    <a16:creationId xmlns:a16="http://schemas.microsoft.com/office/drawing/2014/main" id="{C6F59967-5D16-0AC4-70BB-B253B6C83F42}"/>
                  </a:ext>
                </a:extLst>
              </p:cNvPr>
              <p:cNvSpPr/>
              <p:nvPr/>
            </p:nvSpPr>
            <p:spPr>
              <a:xfrm>
                <a:off x="5958764" y="4726669"/>
                <a:ext cx="269223" cy="219664"/>
              </a:xfrm>
              <a:custGeom>
                <a:avLst/>
                <a:gdLst/>
                <a:ahLst/>
                <a:cxnLst/>
                <a:rect l="l" t="t" r="r" b="b"/>
                <a:pathLst>
                  <a:path w="369650" h="301603" extrusionOk="0">
                    <a:moveTo>
                      <a:pt x="320399" y="273480"/>
                    </a:moveTo>
                    <a:cubicBezTo>
                      <a:pt x="315142" y="273480"/>
                      <a:pt x="310882" y="269219"/>
                      <a:pt x="310882" y="263963"/>
                    </a:cubicBezTo>
                    <a:cubicBezTo>
                      <a:pt x="310882" y="258706"/>
                      <a:pt x="315142" y="254445"/>
                      <a:pt x="320399" y="254445"/>
                    </a:cubicBezTo>
                    <a:lnTo>
                      <a:pt x="320399" y="254445"/>
                    </a:lnTo>
                    <a:cubicBezTo>
                      <a:pt x="325655" y="254445"/>
                      <a:pt x="329916" y="258706"/>
                      <a:pt x="329916" y="263963"/>
                    </a:cubicBezTo>
                    <a:cubicBezTo>
                      <a:pt x="329916" y="269219"/>
                      <a:pt x="325655" y="273480"/>
                      <a:pt x="320399" y="273480"/>
                    </a:cubicBezTo>
                    <a:close/>
                    <a:moveTo>
                      <a:pt x="358468" y="264391"/>
                    </a:moveTo>
                    <a:lnTo>
                      <a:pt x="358944" y="263915"/>
                    </a:lnTo>
                    <a:cubicBezTo>
                      <a:pt x="362663" y="260196"/>
                      <a:pt x="362663" y="254167"/>
                      <a:pt x="358944" y="250448"/>
                    </a:cubicBezTo>
                    <a:cubicBezTo>
                      <a:pt x="355225" y="246729"/>
                      <a:pt x="349196" y="246729"/>
                      <a:pt x="345477" y="250448"/>
                    </a:cubicBezTo>
                    <a:lnTo>
                      <a:pt x="345477" y="250448"/>
                    </a:lnTo>
                    <a:cubicBezTo>
                      <a:pt x="341666" y="254068"/>
                      <a:pt x="341511" y="260092"/>
                      <a:pt x="345132" y="263903"/>
                    </a:cubicBezTo>
                    <a:cubicBezTo>
                      <a:pt x="346932" y="265797"/>
                      <a:pt x="349431" y="266869"/>
                      <a:pt x="352044" y="266865"/>
                    </a:cubicBezTo>
                    <a:cubicBezTo>
                      <a:pt x="354452" y="266895"/>
                      <a:pt x="356781" y="266011"/>
                      <a:pt x="358563" y="264391"/>
                    </a:cubicBezTo>
                    <a:close/>
                    <a:moveTo>
                      <a:pt x="369651" y="226036"/>
                    </a:moveTo>
                    <a:lnTo>
                      <a:pt x="369651" y="225560"/>
                    </a:lnTo>
                    <a:cubicBezTo>
                      <a:pt x="369651" y="220304"/>
                      <a:pt x="365390" y="216043"/>
                      <a:pt x="360133" y="216043"/>
                    </a:cubicBezTo>
                    <a:cubicBezTo>
                      <a:pt x="354877" y="216043"/>
                      <a:pt x="350616" y="220304"/>
                      <a:pt x="350616" y="225560"/>
                    </a:cubicBezTo>
                    <a:lnTo>
                      <a:pt x="350616" y="226036"/>
                    </a:lnTo>
                    <a:cubicBezTo>
                      <a:pt x="350616" y="231292"/>
                      <a:pt x="354877" y="235553"/>
                      <a:pt x="360133" y="235553"/>
                    </a:cubicBezTo>
                    <a:cubicBezTo>
                      <a:pt x="365390" y="235553"/>
                      <a:pt x="369651" y="231292"/>
                      <a:pt x="369651" y="226036"/>
                    </a:cubicBezTo>
                    <a:close/>
                    <a:moveTo>
                      <a:pt x="369651" y="192297"/>
                    </a:moveTo>
                    <a:lnTo>
                      <a:pt x="369651" y="191821"/>
                    </a:lnTo>
                    <a:cubicBezTo>
                      <a:pt x="369651" y="186565"/>
                      <a:pt x="365390" y="182304"/>
                      <a:pt x="360133" y="182304"/>
                    </a:cubicBezTo>
                    <a:cubicBezTo>
                      <a:pt x="354877" y="182304"/>
                      <a:pt x="350616" y="186565"/>
                      <a:pt x="350616" y="191821"/>
                    </a:cubicBezTo>
                    <a:lnTo>
                      <a:pt x="350616" y="192297"/>
                    </a:lnTo>
                    <a:cubicBezTo>
                      <a:pt x="350616" y="197554"/>
                      <a:pt x="354877" y="201815"/>
                      <a:pt x="360133" y="201815"/>
                    </a:cubicBezTo>
                    <a:cubicBezTo>
                      <a:pt x="365390" y="201815"/>
                      <a:pt x="369651" y="197554"/>
                      <a:pt x="369651" y="192297"/>
                    </a:cubicBezTo>
                    <a:close/>
                    <a:moveTo>
                      <a:pt x="369651" y="158558"/>
                    </a:moveTo>
                    <a:lnTo>
                      <a:pt x="369651" y="158082"/>
                    </a:lnTo>
                    <a:cubicBezTo>
                      <a:pt x="369651" y="152826"/>
                      <a:pt x="365390" y="148565"/>
                      <a:pt x="360133" y="148565"/>
                    </a:cubicBezTo>
                    <a:cubicBezTo>
                      <a:pt x="354877" y="148565"/>
                      <a:pt x="350616" y="152826"/>
                      <a:pt x="350616" y="158082"/>
                    </a:cubicBezTo>
                    <a:lnTo>
                      <a:pt x="350616" y="158558"/>
                    </a:lnTo>
                    <a:cubicBezTo>
                      <a:pt x="350616" y="163815"/>
                      <a:pt x="354877" y="168076"/>
                      <a:pt x="360133" y="168076"/>
                    </a:cubicBezTo>
                    <a:cubicBezTo>
                      <a:pt x="365390" y="168076"/>
                      <a:pt x="369651" y="163815"/>
                      <a:pt x="369651" y="158558"/>
                    </a:cubicBezTo>
                    <a:close/>
                    <a:moveTo>
                      <a:pt x="369651" y="124867"/>
                    </a:moveTo>
                    <a:lnTo>
                      <a:pt x="369651" y="124391"/>
                    </a:lnTo>
                    <a:cubicBezTo>
                      <a:pt x="369651" y="119135"/>
                      <a:pt x="365390" y="114874"/>
                      <a:pt x="360133" y="114874"/>
                    </a:cubicBezTo>
                    <a:cubicBezTo>
                      <a:pt x="354877" y="114874"/>
                      <a:pt x="350616" y="119135"/>
                      <a:pt x="350616" y="124391"/>
                    </a:cubicBezTo>
                    <a:lnTo>
                      <a:pt x="350616" y="124867"/>
                    </a:lnTo>
                    <a:cubicBezTo>
                      <a:pt x="350616" y="130123"/>
                      <a:pt x="354877" y="134384"/>
                      <a:pt x="360133" y="134384"/>
                    </a:cubicBezTo>
                    <a:cubicBezTo>
                      <a:pt x="365390" y="134384"/>
                      <a:pt x="369651" y="130123"/>
                      <a:pt x="369651" y="124867"/>
                    </a:cubicBezTo>
                    <a:close/>
                    <a:moveTo>
                      <a:pt x="369651" y="91128"/>
                    </a:moveTo>
                    <a:lnTo>
                      <a:pt x="369651" y="90652"/>
                    </a:lnTo>
                    <a:cubicBezTo>
                      <a:pt x="369651" y="85396"/>
                      <a:pt x="365390" y="81135"/>
                      <a:pt x="360133" y="81135"/>
                    </a:cubicBezTo>
                    <a:cubicBezTo>
                      <a:pt x="354877" y="81135"/>
                      <a:pt x="350616" y="85396"/>
                      <a:pt x="350616" y="90652"/>
                    </a:cubicBezTo>
                    <a:lnTo>
                      <a:pt x="350616" y="91128"/>
                    </a:lnTo>
                    <a:cubicBezTo>
                      <a:pt x="350616" y="96385"/>
                      <a:pt x="354877" y="100646"/>
                      <a:pt x="360133" y="100646"/>
                    </a:cubicBezTo>
                    <a:cubicBezTo>
                      <a:pt x="365390" y="100646"/>
                      <a:pt x="369651" y="96385"/>
                      <a:pt x="369651" y="91128"/>
                    </a:cubicBezTo>
                    <a:close/>
                    <a:moveTo>
                      <a:pt x="369651" y="57389"/>
                    </a:moveTo>
                    <a:lnTo>
                      <a:pt x="369651" y="56818"/>
                    </a:lnTo>
                    <a:cubicBezTo>
                      <a:pt x="369651" y="51562"/>
                      <a:pt x="365390" y="47301"/>
                      <a:pt x="360133" y="47301"/>
                    </a:cubicBezTo>
                    <a:cubicBezTo>
                      <a:pt x="354877" y="47301"/>
                      <a:pt x="350616" y="51562"/>
                      <a:pt x="350616" y="56818"/>
                    </a:cubicBezTo>
                    <a:lnTo>
                      <a:pt x="350616" y="57294"/>
                    </a:lnTo>
                    <a:cubicBezTo>
                      <a:pt x="350616" y="62551"/>
                      <a:pt x="354877" y="66811"/>
                      <a:pt x="360133" y="66811"/>
                    </a:cubicBezTo>
                    <a:cubicBezTo>
                      <a:pt x="365390" y="66811"/>
                      <a:pt x="369651" y="62551"/>
                      <a:pt x="369651" y="57294"/>
                    </a:cubicBezTo>
                    <a:close/>
                    <a:moveTo>
                      <a:pt x="361466" y="32692"/>
                    </a:moveTo>
                    <a:cubicBezTo>
                      <a:pt x="366241" y="30530"/>
                      <a:pt x="368369" y="24913"/>
                      <a:pt x="366224" y="20129"/>
                    </a:cubicBezTo>
                    <a:cubicBezTo>
                      <a:pt x="366224" y="20129"/>
                      <a:pt x="366224" y="19558"/>
                      <a:pt x="366224" y="19510"/>
                    </a:cubicBezTo>
                    <a:cubicBezTo>
                      <a:pt x="363964" y="14754"/>
                      <a:pt x="358276" y="12729"/>
                      <a:pt x="353519" y="14990"/>
                    </a:cubicBezTo>
                    <a:cubicBezTo>
                      <a:pt x="348762" y="17250"/>
                      <a:pt x="346738" y="22939"/>
                      <a:pt x="348998" y="27695"/>
                    </a:cubicBezTo>
                    <a:lnTo>
                      <a:pt x="348998" y="27695"/>
                    </a:lnTo>
                    <a:cubicBezTo>
                      <a:pt x="350531" y="31106"/>
                      <a:pt x="353920" y="33303"/>
                      <a:pt x="357659" y="33311"/>
                    </a:cubicBezTo>
                    <a:cubicBezTo>
                      <a:pt x="358988" y="33380"/>
                      <a:pt x="360318" y="33169"/>
                      <a:pt x="361561" y="32692"/>
                    </a:cubicBezTo>
                    <a:close/>
                    <a:moveTo>
                      <a:pt x="304124" y="22794"/>
                    </a:moveTo>
                    <a:lnTo>
                      <a:pt x="304124" y="22794"/>
                    </a:lnTo>
                    <a:cubicBezTo>
                      <a:pt x="308001" y="19233"/>
                      <a:pt x="308256" y="13203"/>
                      <a:pt x="304695" y="9327"/>
                    </a:cubicBezTo>
                    <a:cubicBezTo>
                      <a:pt x="301134" y="5451"/>
                      <a:pt x="295105" y="5195"/>
                      <a:pt x="291228" y="8756"/>
                    </a:cubicBezTo>
                    <a:lnTo>
                      <a:pt x="290657" y="9279"/>
                    </a:lnTo>
                    <a:cubicBezTo>
                      <a:pt x="286899" y="12959"/>
                      <a:pt x="286835" y="18988"/>
                      <a:pt x="290515" y="22746"/>
                    </a:cubicBezTo>
                    <a:cubicBezTo>
                      <a:pt x="294194" y="26505"/>
                      <a:pt x="300223" y="26569"/>
                      <a:pt x="303982" y="22889"/>
                    </a:cubicBezTo>
                    <a:close/>
                    <a:moveTo>
                      <a:pt x="339433" y="9517"/>
                    </a:moveTo>
                    <a:cubicBezTo>
                      <a:pt x="339433" y="4261"/>
                      <a:pt x="335172" y="0"/>
                      <a:pt x="329916" y="0"/>
                    </a:cubicBezTo>
                    <a:lnTo>
                      <a:pt x="329440" y="0"/>
                    </a:lnTo>
                    <a:cubicBezTo>
                      <a:pt x="324184" y="0"/>
                      <a:pt x="319923" y="4261"/>
                      <a:pt x="319923" y="9517"/>
                    </a:cubicBezTo>
                    <a:cubicBezTo>
                      <a:pt x="319923" y="14774"/>
                      <a:pt x="324184" y="19035"/>
                      <a:pt x="329440" y="19035"/>
                    </a:cubicBezTo>
                    <a:lnTo>
                      <a:pt x="329916" y="19035"/>
                    </a:lnTo>
                    <a:cubicBezTo>
                      <a:pt x="335172" y="19035"/>
                      <a:pt x="339433" y="14774"/>
                      <a:pt x="339433" y="9517"/>
                    </a:cubicBezTo>
                    <a:close/>
                    <a:moveTo>
                      <a:pt x="298747" y="47587"/>
                    </a:moveTo>
                    <a:lnTo>
                      <a:pt x="298747" y="47587"/>
                    </a:lnTo>
                    <a:cubicBezTo>
                      <a:pt x="298747" y="42330"/>
                      <a:pt x="294486" y="38069"/>
                      <a:pt x="289230" y="38069"/>
                    </a:cubicBezTo>
                    <a:cubicBezTo>
                      <a:pt x="283973" y="38069"/>
                      <a:pt x="279712" y="42330"/>
                      <a:pt x="279712" y="47587"/>
                    </a:cubicBezTo>
                    <a:cubicBezTo>
                      <a:pt x="279712" y="52843"/>
                      <a:pt x="283973" y="57104"/>
                      <a:pt x="289230" y="57104"/>
                    </a:cubicBezTo>
                    <a:cubicBezTo>
                      <a:pt x="294486" y="57106"/>
                      <a:pt x="298749" y="52847"/>
                      <a:pt x="298751" y="47591"/>
                    </a:cubicBezTo>
                    <a:cubicBezTo>
                      <a:pt x="298751" y="47494"/>
                      <a:pt x="298750" y="47398"/>
                      <a:pt x="298747" y="47301"/>
                    </a:cubicBezTo>
                    <a:close/>
                    <a:moveTo>
                      <a:pt x="296368" y="270767"/>
                    </a:moveTo>
                    <a:lnTo>
                      <a:pt x="296368" y="135717"/>
                    </a:lnTo>
                    <a:cubicBezTo>
                      <a:pt x="296368" y="131775"/>
                      <a:pt x="293172" y="128579"/>
                      <a:pt x="289230" y="128579"/>
                    </a:cubicBezTo>
                    <a:cubicBezTo>
                      <a:pt x="285288" y="128579"/>
                      <a:pt x="282092" y="131775"/>
                      <a:pt x="282092" y="135717"/>
                    </a:cubicBezTo>
                    <a:lnTo>
                      <a:pt x="282092" y="270672"/>
                    </a:lnTo>
                    <a:cubicBezTo>
                      <a:pt x="282092" y="279871"/>
                      <a:pt x="274635" y="287328"/>
                      <a:pt x="265437" y="287328"/>
                    </a:cubicBezTo>
                    <a:lnTo>
                      <a:pt x="103976" y="287328"/>
                    </a:lnTo>
                    <a:lnTo>
                      <a:pt x="103976" y="245547"/>
                    </a:lnTo>
                    <a:cubicBezTo>
                      <a:pt x="103950" y="233731"/>
                      <a:pt x="94378" y="224159"/>
                      <a:pt x="82562" y="224133"/>
                    </a:cubicBezTo>
                    <a:lnTo>
                      <a:pt x="61862" y="224133"/>
                    </a:lnTo>
                    <a:cubicBezTo>
                      <a:pt x="50047" y="224159"/>
                      <a:pt x="40475" y="233731"/>
                      <a:pt x="40448" y="245547"/>
                    </a:cubicBezTo>
                    <a:lnTo>
                      <a:pt x="40448" y="287328"/>
                    </a:lnTo>
                    <a:lnTo>
                      <a:pt x="30931" y="287328"/>
                    </a:lnTo>
                    <a:cubicBezTo>
                      <a:pt x="21733" y="287328"/>
                      <a:pt x="14276" y="279871"/>
                      <a:pt x="14276" y="270672"/>
                    </a:cubicBezTo>
                    <a:lnTo>
                      <a:pt x="14276" y="135717"/>
                    </a:lnTo>
                    <a:cubicBezTo>
                      <a:pt x="14276" y="131775"/>
                      <a:pt x="11080" y="128579"/>
                      <a:pt x="7138" y="128579"/>
                    </a:cubicBezTo>
                    <a:cubicBezTo>
                      <a:pt x="3196" y="128579"/>
                      <a:pt x="0" y="131775"/>
                      <a:pt x="0" y="135717"/>
                    </a:cubicBezTo>
                    <a:lnTo>
                      <a:pt x="0" y="270672"/>
                    </a:lnTo>
                    <a:cubicBezTo>
                      <a:pt x="0" y="287755"/>
                      <a:pt x="13848" y="301603"/>
                      <a:pt x="30931" y="301603"/>
                    </a:cubicBezTo>
                    <a:lnTo>
                      <a:pt x="47586" y="301603"/>
                    </a:lnTo>
                    <a:cubicBezTo>
                      <a:pt x="51528" y="301603"/>
                      <a:pt x="54724" y="298408"/>
                      <a:pt x="54724" y="294466"/>
                    </a:cubicBezTo>
                    <a:lnTo>
                      <a:pt x="54724" y="245547"/>
                    </a:lnTo>
                    <a:cubicBezTo>
                      <a:pt x="54724" y="241604"/>
                      <a:pt x="57920" y="238409"/>
                      <a:pt x="61862" y="238409"/>
                    </a:cubicBezTo>
                    <a:lnTo>
                      <a:pt x="82562" y="238409"/>
                    </a:lnTo>
                    <a:cubicBezTo>
                      <a:pt x="86504" y="238409"/>
                      <a:pt x="89700" y="241604"/>
                      <a:pt x="89700" y="245547"/>
                    </a:cubicBezTo>
                    <a:lnTo>
                      <a:pt x="89700" y="294466"/>
                    </a:lnTo>
                    <a:cubicBezTo>
                      <a:pt x="89700" y="298408"/>
                      <a:pt x="92896" y="301603"/>
                      <a:pt x="96838" y="301603"/>
                    </a:cubicBezTo>
                    <a:lnTo>
                      <a:pt x="265437" y="301603"/>
                    </a:lnTo>
                    <a:cubicBezTo>
                      <a:pt x="282520" y="301603"/>
                      <a:pt x="296368" y="287755"/>
                      <a:pt x="296368" y="270672"/>
                    </a:cubicBezTo>
                    <a:close/>
                    <a:moveTo>
                      <a:pt x="103976" y="176261"/>
                    </a:moveTo>
                    <a:lnTo>
                      <a:pt x="103976" y="155560"/>
                    </a:lnTo>
                    <a:cubicBezTo>
                      <a:pt x="103950" y="143745"/>
                      <a:pt x="94378" y="134173"/>
                      <a:pt x="82562" y="134146"/>
                    </a:cubicBezTo>
                    <a:lnTo>
                      <a:pt x="61862" y="134146"/>
                    </a:lnTo>
                    <a:cubicBezTo>
                      <a:pt x="50047" y="134173"/>
                      <a:pt x="40475" y="143745"/>
                      <a:pt x="40448" y="155560"/>
                    </a:cubicBezTo>
                    <a:lnTo>
                      <a:pt x="40448" y="176261"/>
                    </a:lnTo>
                    <a:cubicBezTo>
                      <a:pt x="40475" y="188076"/>
                      <a:pt x="50047" y="197648"/>
                      <a:pt x="61862" y="197674"/>
                    </a:cubicBezTo>
                    <a:lnTo>
                      <a:pt x="82562" y="197674"/>
                    </a:lnTo>
                    <a:cubicBezTo>
                      <a:pt x="94378" y="197648"/>
                      <a:pt x="103950" y="188076"/>
                      <a:pt x="103976" y="176261"/>
                    </a:cubicBezTo>
                    <a:close/>
                    <a:moveTo>
                      <a:pt x="82562" y="148422"/>
                    </a:moveTo>
                    <a:cubicBezTo>
                      <a:pt x="86504" y="148422"/>
                      <a:pt x="89700" y="151618"/>
                      <a:pt x="89700" y="155560"/>
                    </a:cubicBezTo>
                    <a:lnTo>
                      <a:pt x="89700" y="176261"/>
                    </a:lnTo>
                    <a:cubicBezTo>
                      <a:pt x="89700" y="180203"/>
                      <a:pt x="86504" y="183399"/>
                      <a:pt x="82562" y="183399"/>
                    </a:cubicBezTo>
                    <a:lnTo>
                      <a:pt x="61862" y="183399"/>
                    </a:lnTo>
                    <a:cubicBezTo>
                      <a:pt x="57920" y="183399"/>
                      <a:pt x="54724" y="180203"/>
                      <a:pt x="54724" y="176261"/>
                    </a:cubicBezTo>
                    <a:lnTo>
                      <a:pt x="54724" y="155560"/>
                    </a:lnTo>
                    <a:cubicBezTo>
                      <a:pt x="54724" y="151618"/>
                      <a:pt x="57920" y="148422"/>
                      <a:pt x="61862" y="148422"/>
                    </a:cubicBezTo>
                    <a:close/>
                    <a:moveTo>
                      <a:pt x="179924" y="176261"/>
                    </a:moveTo>
                    <a:lnTo>
                      <a:pt x="179924" y="155560"/>
                    </a:lnTo>
                    <a:cubicBezTo>
                      <a:pt x="179898" y="143745"/>
                      <a:pt x="170326" y="134173"/>
                      <a:pt x="158510" y="134146"/>
                    </a:cubicBezTo>
                    <a:lnTo>
                      <a:pt x="137858" y="134146"/>
                    </a:lnTo>
                    <a:cubicBezTo>
                      <a:pt x="126031" y="134146"/>
                      <a:pt x="116444" y="143734"/>
                      <a:pt x="116444" y="155560"/>
                    </a:cubicBezTo>
                    <a:lnTo>
                      <a:pt x="116444" y="176261"/>
                    </a:lnTo>
                    <a:cubicBezTo>
                      <a:pt x="116444" y="188087"/>
                      <a:pt x="126031" y="197674"/>
                      <a:pt x="137858" y="197674"/>
                    </a:cubicBezTo>
                    <a:lnTo>
                      <a:pt x="158510" y="197674"/>
                    </a:lnTo>
                    <a:cubicBezTo>
                      <a:pt x="170326" y="197648"/>
                      <a:pt x="179898" y="188076"/>
                      <a:pt x="179924" y="176261"/>
                    </a:cubicBezTo>
                    <a:close/>
                    <a:moveTo>
                      <a:pt x="158510" y="148422"/>
                    </a:moveTo>
                    <a:cubicBezTo>
                      <a:pt x="162452" y="148422"/>
                      <a:pt x="165648" y="151618"/>
                      <a:pt x="165648" y="155560"/>
                    </a:cubicBezTo>
                    <a:lnTo>
                      <a:pt x="165648" y="176261"/>
                    </a:lnTo>
                    <a:cubicBezTo>
                      <a:pt x="165648" y="180203"/>
                      <a:pt x="162452" y="183399"/>
                      <a:pt x="158510" y="183399"/>
                    </a:cubicBezTo>
                    <a:lnTo>
                      <a:pt x="137858" y="183399"/>
                    </a:lnTo>
                    <a:cubicBezTo>
                      <a:pt x="133916" y="183399"/>
                      <a:pt x="130720" y="180203"/>
                      <a:pt x="130720" y="176261"/>
                    </a:cubicBezTo>
                    <a:lnTo>
                      <a:pt x="130720" y="155560"/>
                    </a:lnTo>
                    <a:cubicBezTo>
                      <a:pt x="130720" y="151618"/>
                      <a:pt x="133916" y="148422"/>
                      <a:pt x="137858" y="148422"/>
                    </a:cubicBezTo>
                    <a:close/>
                    <a:moveTo>
                      <a:pt x="255919" y="176261"/>
                    </a:moveTo>
                    <a:lnTo>
                      <a:pt x="255919" y="155560"/>
                    </a:lnTo>
                    <a:cubicBezTo>
                      <a:pt x="255893" y="143745"/>
                      <a:pt x="246321" y="134173"/>
                      <a:pt x="234505" y="134146"/>
                    </a:cubicBezTo>
                    <a:lnTo>
                      <a:pt x="213805" y="134146"/>
                    </a:lnTo>
                    <a:cubicBezTo>
                      <a:pt x="201990" y="134173"/>
                      <a:pt x="192418" y="143745"/>
                      <a:pt x="192392" y="155560"/>
                    </a:cubicBezTo>
                    <a:lnTo>
                      <a:pt x="192392" y="176261"/>
                    </a:lnTo>
                    <a:cubicBezTo>
                      <a:pt x="192418" y="188076"/>
                      <a:pt x="201990" y="197648"/>
                      <a:pt x="213805" y="197674"/>
                    </a:cubicBezTo>
                    <a:lnTo>
                      <a:pt x="234505" y="197674"/>
                    </a:lnTo>
                    <a:cubicBezTo>
                      <a:pt x="246321" y="197648"/>
                      <a:pt x="255893" y="188076"/>
                      <a:pt x="255919" y="176261"/>
                    </a:cubicBezTo>
                    <a:close/>
                    <a:moveTo>
                      <a:pt x="234505" y="148422"/>
                    </a:moveTo>
                    <a:cubicBezTo>
                      <a:pt x="238448" y="148422"/>
                      <a:pt x="241643" y="151618"/>
                      <a:pt x="241643" y="155560"/>
                    </a:cubicBezTo>
                    <a:lnTo>
                      <a:pt x="241643" y="176261"/>
                    </a:lnTo>
                    <a:cubicBezTo>
                      <a:pt x="241643" y="180203"/>
                      <a:pt x="238448" y="183399"/>
                      <a:pt x="234505" y="183399"/>
                    </a:cubicBezTo>
                    <a:lnTo>
                      <a:pt x="213805" y="183399"/>
                    </a:lnTo>
                    <a:cubicBezTo>
                      <a:pt x="209863" y="183399"/>
                      <a:pt x="206667" y="180203"/>
                      <a:pt x="206667" y="176261"/>
                    </a:cubicBezTo>
                    <a:lnTo>
                      <a:pt x="206667" y="155560"/>
                    </a:lnTo>
                    <a:cubicBezTo>
                      <a:pt x="206667" y="151618"/>
                      <a:pt x="209863" y="148422"/>
                      <a:pt x="213805" y="148422"/>
                    </a:cubicBezTo>
                    <a:close/>
                    <a:moveTo>
                      <a:pt x="9089" y="118681"/>
                    </a:moveTo>
                    <a:lnTo>
                      <a:pt x="103167" y="91890"/>
                    </a:lnTo>
                    <a:lnTo>
                      <a:pt x="103167" y="111781"/>
                    </a:lnTo>
                    <a:cubicBezTo>
                      <a:pt x="103186" y="114083"/>
                      <a:pt x="104299" y="116239"/>
                      <a:pt x="106165" y="117586"/>
                    </a:cubicBezTo>
                    <a:cubicBezTo>
                      <a:pt x="108007" y="118924"/>
                      <a:pt x="110379" y="119295"/>
                      <a:pt x="112542" y="118586"/>
                    </a:cubicBezTo>
                    <a:lnTo>
                      <a:pt x="192392" y="92508"/>
                    </a:lnTo>
                    <a:lnTo>
                      <a:pt x="192392" y="111971"/>
                    </a:lnTo>
                    <a:cubicBezTo>
                      <a:pt x="192350" y="115913"/>
                      <a:pt x="195512" y="119142"/>
                      <a:pt x="199454" y="119184"/>
                    </a:cubicBezTo>
                    <a:cubicBezTo>
                      <a:pt x="200290" y="119193"/>
                      <a:pt x="201121" y="119055"/>
                      <a:pt x="201909" y="118776"/>
                    </a:cubicBezTo>
                    <a:lnTo>
                      <a:pt x="282092" y="92508"/>
                    </a:lnTo>
                    <a:lnTo>
                      <a:pt x="282092" y="111971"/>
                    </a:lnTo>
                    <a:cubicBezTo>
                      <a:pt x="282092" y="115913"/>
                      <a:pt x="285288" y="119109"/>
                      <a:pt x="289230" y="119109"/>
                    </a:cubicBezTo>
                    <a:cubicBezTo>
                      <a:pt x="293172" y="119109"/>
                      <a:pt x="296368" y="115913"/>
                      <a:pt x="296368" y="111971"/>
                    </a:cubicBezTo>
                    <a:lnTo>
                      <a:pt x="296368" y="82658"/>
                    </a:lnTo>
                    <a:cubicBezTo>
                      <a:pt x="296360" y="80364"/>
                      <a:pt x="295266" y="78210"/>
                      <a:pt x="293417" y="76852"/>
                    </a:cubicBezTo>
                    <a:cubicBezTo>
                      <a:pt x="291575" y="75515"/>
                      <a:pt x="289204" y="75143"/>
                      <a:pt x="287041" y="75853"/>
                    </a:cubicBezTo>
                    <a:lnTo>
                      <a:pt x="206667" y="102121"/>
                    </a:lnTo>
                    <a:lnTo>
                      <a:pt x="206667" y="82658"/>
                    </a:lnTo>
                    <a:cubicBezTo>
                      <a:pt x="206709" y="78716"/>
                      <a:pt x="203547" y="75487"/>
                      <a:pt x="199605" y="75445"/>
                    </a:cubicBezTo>
                    <a:cubicBezTo>
                      <a:pt x="198769" y="75436"/>
                      <a:pt x="197938" y="75574"/>
                      <a:pt x="197150" y="75853"/>
                    </a:cubicBezTo>
                    <a:lnTo>
                      <a:pt x="117443" y="102121"/>
                    </a:lnTo>
                    <a:lnTo>
                      <a:pt x="117443" y="82658"/>
                    </a:lnTo>
                    <a:cubicBezTo>
                      <a:pt x="117444" y="78742"/>
                      <a:pt x="114270" y="75566"/>
                      <a:pt x="110355" y="75566"/>
                    </a:cubicBezTo>
                    <a:cubicBezTo>
                      <a:pt x="109677" y="75565"/>
                      <a:pt x="109004" y="75662"/>
                      <a:pt x="108354" y="75853"/>
                    </a:cubicBezTo>
                    <a:lnTo>
                      <a:pt x="5187" y="105119"/>
                    </a:lnTo>
                    <a:cubicBezTo>
                      <a:pt x="1607" y="106768"/>
                      <a:pt x="41" y="111008"/>
                      <a:pt x="1690" y="114588"/>
                    </a:cubicBezTo>
                    <a:cubicBezTo>
                      <a:pt x="2997" y="117424"/>
                      <a:pt x="5993" y="119081"/>
                      <a:pt x="9089" y="11868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sp>
          <p:nvSpPr>
            <p:cNvPr id="53" name="Google Shape;4265;p412">
              <a:extLst>
                <a:ext uri="{FF2B5EF4-FFF2-40B4-BE49-F238E27FC236}">
                  <a16:creationId xmlns:a16="http://schemas.microsoft.com/office/drawing/2014/main" id="{FAB7CAE7-5F08-FD9B-255E-EA7962CC243A}"/>
                </a:ext>
              </a:extLst>
            </p:cNvPr>
            <p:cNvSpPr txBox="1"/>
            <p:nvPr/>
          </p:nvSpPr>
          <p:spPr>
            <a:xfrm>
              <a:off x="1227810" y="4701155"/>
              <a:ext cx="678046" cy="2153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t" anchorCtr="0">
              <a:spAutoFit/>
            </a:bodyPr>
            <a:lstStyle/>
            <a:p>
              <a:pPr marL="24381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200"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Branch</a:t>
              </a: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4" name="Google Shape;4266;p412">
              <a:extLst>
                <a:ext uri="{FF2B5EF4-FFF2-40B4-BE49-F238E27FC236}">
                  <a16:creationId xmlns:a16="http://schemas.microsoft.com/office/drawing/2014/main" id="{FCABA8AA-7F82-7027-AD00-8C3CB76D7641}"/>
                </a:ext>
              </a:extLst>
            </p:cNvPr>
            <p:cNvSpPr txBox="1"/>
            <p:nvPr/>
          </p:nvSpPr>
          <p:spPr>
            <a:xfrm>
              <a:off x="2706426" y="4696053"/>
              <a:ext cx="602365" cy="2153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45697" rIns="0" bIns="45697" anchor="t" anchorCtr="0">
              <a:spAutoFit/>
            </a:bodyPr>
            <a:lstStyle/>
            <a:p>
              <a:pPr marL="24381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200"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Campus</a:t>
              </a: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5" name="Google Shape;4267;p412">
              <a:extLst>
                <a:ext uri="{FF2B5EF4-FFF2-40B4-BE49-F238E27FC236}">
                  <a16:creationId xmlns:a16="http://schemas.microsoft.com/office/drawing/2014/main" id="{DD90A2E1-2005-295B-E28C-606C164140A1}"/>
                </a:ext>
              </a:extLst>
            </p:cNvPr>
            <p:cNvSpPr txBox="1"/>
            <p:nvPr/>
          </p:nvSpPr>
          <p:spPr>
            <a:xfrm>
              <a:off x="1987711" y="4701155"/>
              <a:ext cx="588972" cy="2153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t" anchorCtr="0">
              <a:spAutoFit/>
            </a:bodyPr>
            <a:lstStyle/>
            <a:p>
              <a:pPr marL="24381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200"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  <a:sym typeface="Century Gothic"/>
                </a:rPr>
                <a:t>Factory</a:t>
              </a: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6" name="Google Shape;4333;p412">
              <a:extLst>
                <a:ext uri="{FF2B5EF4-FFF2-40B4-BE49-F238E27FC236}">
                  <a16:creationId xmlns:a16="http://schemas.microsoft.com/office/drawing/2014/main" id="{BD16B693-F58C-3AA1-FF87-BCE5A530BCBD}"/>
                </a:ext>
              </a:extLst>
            </p:cNvPr>
            <p:cNvGrpSpPr/>
            <p:nvPr/>
          </p:nvGrpSpPr>
          <p:grpSpPr>
            <a:xfrm>
              <a:off x="2504476" y="2415903"/>
              <a:ext cx="484226" cy="484226"/>
              <a:chOff x="3059071" y="5428911"/>
              <a:chExt cx="522900" cy="522900"/>
            </a:xfrm>
          </p:grpSpPr>
          <p:sp>
            <p:nvSpPr>
              <p:cNvPr id="62" name="Google Shape;4334;p412">
                <a:extLst>
                  <a:ext uri="{FF2B5EF4-FFF2-40B4-BE49-F238E27FC236}">
                    <a16:creationId xmlns:a16="http://schemas.microsoft.com/office/drawing/2014/main" id="{9F677384-45B8-F7F4-9E85-1FB0198C1B9D}"/>
                  </a:ext>
                </a:extLst>
              </p:cNvPr>
              <p:cNvSpPr/>
              <p:nvPr/>
            </p:nvSpPr>
            <p:spPr>
              <a:xfrm>
                <a:off x="3059071" y="5428911"/>
                <a:ext cx="522900" cy="522900"/>
              </a:xfrm>
              <a:prstGeom prst="ellipse">
                <a:avLst/>
              </a:prstGeom>
              <a:solidFill>
                <a:schemeClr val="accent5"/>
              </a:solidFill>
              <a:ln w="9525" cap="flat" cmpd="sng">
                <a:solidFill>
                  <a:srgbClr val="00174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06918" tIns="53422" rIns="106918" bIns="53422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734" b="0" i="0" u="none" strike="noStrike" kern="0" cap="none" spc="0" normalizeH="0" baseline="0" noProof="0">
                  <a:ln>
                    <a:noFill/>
                  </a:ln>
                  <a:solidFill>
                    <a:srgbClr val="12D3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63" name="Google Shape;4335;p412">
                <a:extLst>
                  <a:ext uri="{FF2B5EF4-FFF2-40B4-BE49-F238E27FC236}">
                    <a16:creationId xmlns:a16="http://schemas.microsoft.com/office/drawing/2014/main" id="{63FC1EAA-37DC-D0A7-FDAA-351717883BE6}"/>
                  </a:ext>
                </a:extLst>
              </p:cNvPr>
              <p:cNvSpPr/>
              <p:nvPr/>
            </p:nvSpPr>
            <p:spPr>
              <a:xfrm>
                <a:off x="3146573" y="5568007"/>
                <a:ext cx="353459" cy="208564"/>
              </a:xfrm>
              <a:custGeom>
                <a:avLst/>
                <a:gdLst/>
                <a:ahLst/>
                <a:cxnLst/>
                <a:rect l="l" t="t" r="r" b="b"/>
                <a:pathLst>
                  <a:path w="463553" h="273526" extrusionOk="0">
                    <a:moveTo>
                      <a:pt x="326486" y="273526"/>
                    </a:moveTo>
                    <a:cubicBezTo>
                      <a:pt x="322600" y="273526"/>
                      <a:pt x="319449" y="270376"/>
                      <a:pt x="319449" y="266490"/>
                    </a:cubicBezTo>
                    <a:lnTo>
                      <a:pt x="319449" y="223897"/>
                    </a:lnTo>
                    <a:cubicBezTo>
                      <a:pt x="319423" y="196705"/>
                      <a:pt x="297387" y="174668"/>
                      <a:pt x="270195" y="174642"/>
                    </a:cubicBezTo>
                    <a:lnTo>
                      <a:pt x="193358" y="174642"/>
                    </a:lnTo>
                    <a:cubicBezTo>
                      <a:pt x="166167" y="174668"/>
                      <a:pt x="144130" y="196705"/>
                      <a:pt x="144104" y="223897"/>
                    </a:cubicBezTo>
                    <a:lnTo>
                      <a:pt x="144104" y="266490"/>
                    </a:lnTo>
                    <a:cubicBezTo>
                      <a:pt x="144104" y="270376"/>
                      <a:pt x="140954" y="273526"/>
                      <a:pt x="137068" y="273526"/>
                    </a:cubicBezTo>
                    <a:cubicBezTo>
                      <a:pt x="133182" y="273526"/>
                      <a:pt x="130031" y="270376"/>
                      <a:pt x="130031" y="266490"/>
                    </a:cubicBezTo>
                    <a:lnTo>
                      <a:pt x="130031" y="223897"/>
                    </a:lnTo>
                    <a:cubicBezTo>
                      <a:pt x="130083" y="188943"/>
                      <a:pt x="158405" y="160621"/>
                      <a:pt x="193358" y="160570"/>
                    </a:cubicBezTo>
                    <a:lnTo>
                      <a:pt x="270195" y="160570"/>
                    </a:lnTo>
                    <a:cubicBezTo>
                      <a:pt x="305148" y="160621"/>
                      <a:pt x="333470" y="188943"/>
                      <a:pt x="333522" y="223897"/>
                    </a:cubicBezTo>
                    <a:lnTo>
                      <a:pt x="333522" y="266490"/>
                    </a:lnTo>
                    <a:cubicBezTo>
                      <a:pt x="333522" y="270376"/>
                      <a:pt x="330371" y="273526"/>
                      <a:pt x="326486" y="273526"/>
                    </a:cubicBezTo>
                    <a:close/>
                    <a:moveTo>
                      <a:pt x="305142" y="73366"/>
                    </a:moveTo>
                    <a:cubicBezTo>
                      <a:pt x="305142" y="32847"/>
                      <a:pt x="272295" y="0"/>
                      <a:pt x="231777" y="0"/>
                    </a:cubicBezTo>
                    <a:cubicBezTo>
                      <a:pt x="191258" y="0"/>
                      <a:pt x="158411" y="32847"/>
                      <a:pt x="158411" y="73366"/>
                    </a:cubicBezTo>
                    <a:cubicBezTo>
                      <a:pt x="158411" y="113884"/>
                      <a:pt x="191258" y="146731"/>
                      <a:pt x="231777" y="146731"/>
                    </a:cubicBezTo>
                    <a:cubicBezTo>
                      <a:pt x="272274" y="146680"/>
                      <a:pt x="305090" y="113863"/>
                      <a:pt x="305142" y="73366"/>
                    </a:cubicBezTo>
                    <a:close/>
                    <a:moveTo>
                      <a:pt x="291069" y="73366"/>
                    </a:moveTo>
                    <a:cubicBezTo>
                      <a:pt x="291044" y="106112"/>
                      <a:pt x="264476" y="132638"/>
                      <a:pt x="231730" y="132612"/>
                    </a:cubicBezTo>
                    <a:cubicBezTo>
                      <a:pt x="198983" y="132586"/>
                      <a:pt x="172458" y="106019"/>
                      <a:pt x="172484" y="73272"/>
                    </a:cubicBezTo>
                    <a:cubicBezTo>
                      <a:pt x="172510" y="40543"/>
                      <a:pt x="199048" y="14026"/>
                      <a:pt x="231777" y="14026"/>
                    </a:cubicBezTo>
                    <a:cubicBezTo>
                      <a:pt x="264531" y="14052"/>
                      <a:pt x="291069" y="40611"/>
                      <a:pt x="291069" y="73366"/>
                    </a:cubicBezTo>
                    <a:close/>
                    <a:moveTo>
                      <a:pt x="14307" y="266490"/>
                    </a:moveTo>
                    <a:lnTo>
                      <a:pt x="14307" y="235624"/>
                    </a:lnTo>
                    <a:cubicBezTo>
                      <a:pt x="14333" y="216041"/>
                      <a:pt x="30188" y="200165"/>
                      <a:pt x="49770" y="200114"/>
                    </a:cubicBezTo>
                    <a:lnTo>
                      <a:pt x="107562" y="200114"/>
                    </a:lnTo>
                    <a:cubicBezTo>
                      <a:pt x="111448" y="200114"/>
                      <a:pt x="114598" y="196963"/>
                      <a:pt x="114598" y="193077"/>
                    </a:cubicBezTo>
                    <a:cubicBezTo>
                      <a:pt x="114598" y="189192"/>
                      <a:pt x="111448" y="186041"/>
                      <a:pt x="107562" y="186041"/>
                    </a:cubicBezTo>
                    <a:lnTo>
                      <a:pt x="49536" y="186041"/>
                    </a:lnTo>
                    <a:cubicBezTo>
                      <a:pt x="22181" y="186093"/>
                      <a:pt x="26" y="208269"/>
                      <a:pt x="0" y="235624"/>
                    </a:cubicBezTo>
                    <a:lnTo>
                      <a:pt x="0" y="266490"/>
                    </a:lnTo>
                    <a:cubicBezTo>
                      <a:pt x="0" y="270376"/>
                      <a:pt x="3150" y="273526"/>
                      <a:pt x="7036" y="273526"/>
                    </a:cubicBezTo>
                    <a:cubicBezTo>
                      <a:pt x="10922" y="273526"/>
                      <a:pt x="14073" y="270376"/>
                      <a:pt x="14073" y="266490"/>
                    </a:cubicBezTo>
                    <a:close/>
                    <a:moveTo>
                      <a:pt x="133268" y="119055"/>
                    </a:moveTo>
                    <a:cubicBezTo>
                      <a:pt x="133268" y="89702"/>
                      <a:pt x="109473" y="65907"/>
                      <a:pt x="80120" y="65907"/>
                    </a:cubicBezTo>
                    <a:cubicBezTo>
                      <a:pt x="50768" y="65908"/>
                      <a:pt x="26973" y="89703"/>
                      <a:pt x="26973" y="119056"/>
                    </a:cubicBezTo>
                    <a:cubicBezTo>
                      <a:pt x="26973" y="148408"/>
                      <a:pt x="50768" y="172203"/>
                      <a:pt x="80120" y="172203"/>
                    </a:cubicBezTo>
                    <a:cubicBezTo>
                      <a:pt x="80167" y="172203"/>
                      <a:pt x="80214" y="172203"/>
                      <a:pt x="80261" y="172203"/>
                    </a:cubicBezTo>
                    <a:cubicBezTo>
                      <a:pt x="109537" y="172074"/>
                      <a:pt x="133217" y="148332"/>
                      <a:pt x="133268" y="119055"/>
                    </a:cubicBezTo>
                    <a:close/>
                    <a:moveTo>
                      <a:pt x="119195" y="119055"/>
                    </a:moveTo>
                    <a:cubicBezTo>
                      <a:pt x="119195" y="140636"/>
                      <a:pt x="101701" y="158130"/>
                      <a:pt x="80120" y="158130"/>
                    </a:cubicBezTo>
                    <a:cubicBezTo>
                      <a:pt x="58539" y="158130"/>
                      <a:pt x="41045" y="140635"/>
                      <a:pt x="41045" y="119055"/>
                    </a:cubicBezTo>
                    <a:cubicBezTo>
                      <a:pt x="41045" y="97474"/>
                      <a:pt x="58540" y="79979"/>
                      <a:pt x="80121" y="79979"/>
                    </a:cubicBezTo>
                    <a:cubicBezTo>
                      <a:pt x="80167" y="79979"/>
                      <a:pt x="80214" y="79980"/>
                      <a:pt x="80261" y="79980"/>
                    </a:cubicBezTo>
                    <a:cubicBezTo>
                      <a:pt x="101776" y="80083"/>
                      <a:pt x="119170" y="97540"/>
                      <a:pt x="119195" y="119055"/>
                    </a:cubicBezTo>
                    <a:close/>
                    <a:moveTo>
                      <a:pt x="463412" y="266490"/>
                    </a:moveTo>
                    <a:lnTo>
                      <a:pt x="463412" y="235624"/>
                    </a:lnTo>
                    <a:cubicBezTo>
                      <a:pt x="463389" y="208324"/>
                      <a:pt x="441318" y="186170"/>
                      <a:pt x="414017" y="186041"/>
                    </a:cubicBezTo>
                    <a:lnTo>
                      <a:pt x="355991" y="186041"/>
                    </a:lnTo>
                    <a:cubicBezTo>
                      <a:pt x="352105" y="186041"/>
                      <a:pt x="348955" y="189192"/>
                      <a:pt x="348955" y="193077"/>
                    </a:cubicBezTo>
                    <a:cubicBezTo>
                      <a:pt x="348955" y="196963"/>
                      <a:pt x="352105" y="200114"/>
                      <a:pt x="355991" y="200114"/>
                    </a:cubicBezTo>
                    <a:lnTo>
                      <a:pt x="414017" y="200114"/>
                    </a:lnTo>
                    <a:cubicBezTo>
                      <a:pt x="433602" y="200165"/>
                      <a:pt x="449457" y="216041"/>
                      <a:pt x="449480" y="235624"/>
                    </a:cubicBezTo>
                    <a:lnTo>
                      <a:pt x="449480" y="266490"/>
                    </a:lnTo>
                    <a:cubicBezTo>
                      <a:pt x="449480" y="270376"/>
                      <a:pt x="452633" y="273526"/>
                      <a:pt x="456517" y="273526"/>
                    </a:cubicBezTo>
                    <a:cubicBezTo>
                      <a:pt x="460401" y="273526"/>
                      <a:pt x="463553" y="270376"/>
                      <a:pt x="463553" y="266490"/>
                    </a:cubicBezTo>
                    <a:close/>
                    <a:moveTo>
                      <a:pt x="436299" y="119055"/>
                    </a:moveTo>
                    <a:cubicBezTo>
                      <a:pt x="436299" y="89702"/>
                      <a:pt x="412504" y="65907"/>
                      <a:pt x="383151" y="65907"/>
                    </a:cubicBezTo>
                    <a:cubicBezTo>
                      <a:pt x="353799" y="65908"/>
                      <a:pt x="330004" y="89703"/>
                      <a:pt x="330004" y="119056"/>
                    </a:cubicBezTo>
                    <a:cubicBezTo>
                      <a:pt x="330004" y="148408"/>
                      <a:pt x="353799" y="172203"/>
                      <a:pt x="383151" y="172203"/>
                    </a:cubicBezTo>
                    <a:cubicBezTo>
                      <a:pt x="383198" y="172203"/>
                      <a:pt x="383245" y="172203"/>
                      <a:pt x="383292" y="172203"/>
                    </a:cubicBezTo>
                    <a:cubicBezTo>
                      <a:pt x="412623" y="172151"/>
                      <a:pt x="436388" y="148386"/>
                      <a:pt x="436440" y="119055"/>
                    </a:cubicBezTo>
                    <a:close/>
                    <a:moveTo>
                      <a:pt x="422226" y="119055"/>
                    </a:moveTo>
                    <a:cubicBezTo>
                      <a:pt x="422226" y="140636"/>
                      <a:pt x="404732" y="158130"/>
                      <a:pt x="383151" y="158130"/>
                    </a:cubicBezTo>
                    <a:cubicBezTo>
                      <a:pt x="361571" y="158130"/>
                      <a:pt x="344076" y="140635"/>
                      <a:pt x="344076" y="119055"/>
                    </a:cubicBezTo>
                    <a:cubicBezTo>
                      <a:pt x="344076" y="97474"/>
                      <a:pt x="361571" y="79979"/>
                      <a:pt x="383152" y="79979"/>
                    </a:cubicBezTo>
                    <a:cubicBezTo>
                      <a:pt x="383198" y="79979"/>
                      <a:pt x="383245" y="79980"/>
                      <a:pt x="383292" y="79980"/>
                    </a:cubicBezTo>
                    <a:cubicBezTo>
                      <a:pt x="404862" y="80006"/>
                      <a:pt x="422339" y="97485"/>
                      <a:pt x="422367" y="119055"/>
                    </a:cubicBezTo>
                    <a:close/>
                  </a:path>
                </a:pathLst>
              </a:custGeom>
              <a:solidFill>
                <a:srgbClr val="001744"/>
              </a:solidFill>
              <a:ln>
                <a:noFill/>
              </a:ln>
            </p:spPr>
            <p:txBody>
              <a:bodyPr spcFirstLastPara="1" wrap="square" lIns="91394" tIns="45672" rIns="91394" bIns="45672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107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sp>
          <p:nvSpPr>
            <p:cNvPr id="57" name="Google Shape;4229;p412">
              <a:extLst>
                <a:ext uri="{FF2B5EF4-FFF2-40B4-BE49-F238E27FC236}">
                  <a16:creationId xmlns:a16="http://schemas.microsoft.com/office/drawing/2014/main" id="{94D2BA84-6739-0151-BA08-90DEFC2CA5B3}"/>
                </a:ext>
              </a:extLst>
            </p:cNvPr>
            <p:cNvSpPr txBox="1"/>
            <p:nvPr/>
          </p:nvSpPr>
          <p:spPr>
            <a:xfrm>
              <a:off x="2837994" y="2472026"/>
              <a:ext cx="766153" cy="33850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t" anchorCtr="0">
              <a:spAutoFit/>
            </a:bodyPr>
            <a:lstStyle/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Third</a:t>
              </a:r>
            </a:p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parties</a:t>
              </a:r>
              <a:endParaRPr kumimoji="0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C933092A-1161-2295-8A13-5B0CE07240B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88487" y="4417018"/>
              <a:ext cx="256812" cy="195610"/>
            </a:xfrm>
            <a:custGeom>
              <a:avLst/>
              <a:gdLst>
                <a:gd name="connsiteX0" fmla="*/ 6359683 w 7349186"/>
                <a:gd name="connsiteY0" fmla="*/ 4858367 h 5597778"/>
                <a:gd name="connsiteX1" fmla="*/ 6362641 w 7349186"/>
                <a:gd name="connsiteY1" fmla="*/ 4858367 h 5597778"/>
                <a:gd name="connsiteX2" fmla="*/ 6511228 w 7349186"/>
                <a:gd name="connsiteY2" fmla="*/ 5007437 h 5597778"/>
                <a:gd name="connsiteX3" fmla="*/ 6362641 w 7349186"/>
                <a:gd name="connsiteY3" fmla="*/ 5156527 h 5597778"/>
                <a:gd name="connsiteX4" fmla="*/ 6212585 w 7349186"/>
                <a:gd name="connsiteY4" fmla="*/ 5007437 h 5597778"/>
                <a:gd name="connsiteX5" fmla="*/ 6359683 w 7349186"/>
                <a:gd name="connsiteY5" fmla="*/ 4858367 h 5597778"/>
                <a:gd name="connsiteX6" fmla="*/ 985769 w 7349186"/>
                <a:gd name="connsiteY6" fmla="*/ 4858367 h 5597778"/>
                <a:gd name="connsiteX7" fmla="*/ 986524 w 7349186"/>
                <a:gd name="connsiteY7" fmla="*/ 4858367 h 5597778"/>
                <a:gd name="connsiteX8" fmla="*/ 1136580 w 7349186"/>
                <a:gd name="connsiteY8" fmla="*/ 5007437 h 5597778"/>
                <a:gd name="connsiteX9" fmla="*/ 989482 w 7349186"/>
                <a:gd name="connsiteY9" fmla="*/ 5156527 h 5597778"/>
                <a:gd name="connsiteX10" fmla="*/ 985769 w 7349186"/>
                <a:gd name="connsiteY10" fmla="*/ 5156527 h 5597778"/>
                <a:gd name="connsiteX11" fmla="*/ 837203 w 7349186"/>
                <a:gd name="connsiteY11" fmla="*/ 5007437 h 5597778"/>
                <a:gd name="connsiteX12" fmla="*/ 985769 w 7349186"/>
                <a:gd name="connsiteY12" fmla="*/ 4858367 h 5597778"/>
                <a:gd name="connsiteX13" fmla="*/ 476163 w 7349186"/>
                <a:gd name="connsiteY13" fmla="*/ 4854633 h 5597778"/>
                <a:gd name="connsiteX14" fmla="*/ 599489 w 7349186"/>
                <a:gd name="connsiteY14" fmla="*/ 5027558 h 5597778"/>
                <a:gd name="connsiteX15" fmla="*/ 455370 w 7349186"/>
                <a:gd name="connsiteY15" fmla="*/ 5151282 h 5597778"/>
                <a:gd name="connsiteX16" fmla="*/ 430109 w 7349186"/>
                <a:gd name="connsiteY16" fmla="*/ 5149058 h 5597778"/>
                <a:gd name="connsiteX17" fmla="*/ 420458 w 7349186"/>
                <a:gd name="connsiteY17" fmla="*/ 5147569 h 5597778"/>
                <a:gd name="connsiteX18" fmla="*/ 302335 w 7349186"/>
                <a:gd name="connsiteY18" fmla="*/ 4973133 h 5597778"/>
                <a:gd name="connsiteX19" fmla="*/ 476163 w 7349186"/>
                <a:gd name="connsiteY19" fmla="*/ 4854633 h 5597778"/>
                <a:gd name="connsiteX20" fmla="*/ 6867799 w 7349186"/>
                <a:gd name="connsiteY20" fmla="*/ 4854612 h 5597778"/>
                <a:gd name="connsiteX21" fmla="*/ 6873002 w 7349186"/>
                <a:gd name="connsiteY21" fmla="*/ 4854612 h 5597778"/>
                <a:gd name="connsiteX22" fmla="*/ 6873002 w 7349186"/>
                <a:gd name="connsiteY22" fmla="*/ 4855347 h 5597778"/>
                <a:gd name="connsiteX23" fmla="*/ 7046829 w 7349186"/>
                <a:gd name="connsiteY23" fmla="*/ 4973868 h 5597778"/>
                <a:gd name="connsiteX24" fmla="*/ 6928707 w 7349186"/>
                <a:gd name="connsiteY24" fmla="*/ 5148283 h 5597778"/>
                <a:gd name="connsiteX25" fmla="*/ 6919055 w 7349186"/>
                <a:gd name="connsiteY25" fmla="*/ 5149772 h 5597778"/>
                <a:gd name="connsiteX26" fmla="*/ 6893060 w 7349186"/>
                <a:gd name="connsiteY26" fmla="*/ 5152017 h 5597778"/>
                <a:gd name="connsiteX27" fmla="*/ 6746697 w 7349186"/>
                <a:gd name="connsiteY27" fmla="*/ 5028293 h 5597778"/>
                <a:gd name="connsiteX28" fmla="*/ 6867799 w 7349186"/>
                <a:gd name="connsiteY28" fmla="*/ 4854612 h 5597778"/>
                <a:gd name="connsiteX29" fmla="*/ 7200599 w 7349186"/>
                <a:gd name="connsiteY29" fmla="*/ 4461072 h 5597778"/>
                <a:gd name="connsiteX30" fmla="*/ 7349186 w 7349186"/>
                <a:gd name="connsiteY30" fmla="*/ 4610142 h 5597778"/>
                <a:gd name="connsiteX31" fmla="*/ 7349186 w 7349186"/>
                <a:gd name="connsiteY31" fmla="*/ 4617611 h 5597778"/>
                <a:gd name="connsiteX32" fmla="*/ 7200599 w 7349186"/>
                <a:gd name="connsiteY32" fmla="*/ 4766681 h 5597778"/>
                <a:gd name="connsiteX33" fmla="*/ 7052033 w 7349186"/>
                <a:gd name="connsiteY33" fmla="*/ 4617611 h 5597778"/>
                <a:gd name="connsiteX34" fmla="*/ 7052033 w 7349186"/>
                <a:gd name="connsiteY34" fmla="*/ 4610142 h 5597778"/>
                <a:gd name="connsiteX35" fmla="*/ 7200599 w 7349186"/>
                <a:gd name="connsiteY35" fmla="*/ 4461072 h 5597778"/>
                <a:gd name="connsiteX36" fmla="*/ 148566 w 7349186"/>
                <a:gd name="connsiteY36" fmla="*/ 4461072 h 5597778"/>
                <a:gd name="connsiteX37" fmla="*/ 297153 w 7349186"/>
                <a:gd name="connsiteY37" fmla="*/ 4610142 h 5597778"/>
                <a:gd name="connsiteX38" fmla="*/ 297153 w 7349186"/>
                <a:gd name="connsiteY38" fmla="*/ 4617611 h 5597778"/>
                <a:gd name="connsiteX39" fmla="*/ 148566 w 7349186"/>
                <a:gd name="connsiteY39" fmla="*/ 4766681 h 5597778"/>
                <a:gd name="connsiteX40" fmla="*/ 0 w 7349186"/>
                <a:gd name="connsiteY40" fmla="*/ 4617611 h 5597778"/>
                <a:gd name="connsiteX41" fmla="*/ 0 w 7349186"/>
                <a:gd name="connsiteY41" fmla="*/ 4610142 h 5597778"/>
                <a:gd name="connsiteX42" fmla="*/ 148566 w 7349186"/>
                <a:gd name="connsiteY42" fmla="*/ 4461072 h 5597778"/>
                <a:gd name="connsiteX43" fmla="*/ 7200599 w 7349186"/>
                <a:gd name="connsiteY43" fmla="*/ 3922156 h 5597778"/>
                <a:gd name="connsiteX44" fmla="*/ 7349186 w 7349186"/>
                <a:gd name="connsiteY44" fmla="*/ 4071226 h 5597778"/>
                <a:gd name="connsiteX45" fmla="*/ 7349186 w 7349186"/>
                <a:gd name="connsiteY45" fmla="*/ 4078695 h 5597778"/>
                <a:gd name="connsiteX46" fmla="*/ 7200599 w 7349186"/>
                <a:gd name="connsiteY46" fmla="*/ 4227765 h 5597778"/>
                <a:gd name="connsiteX47" fmla="*/ 7052033 w 7349186"/>
                <a:gd name="connsiteY47" fmla="*/ 4078695 h 5597778"/>
                <a:gd name="connsiteX48" fmla="*/ 7052033 w 7349186"/>
                <a:gd name="connsiteY48" fmla="*/ 4071226 h 5597778"/>
                <a:gd name="connsiteX49" fmla="*/ 7200599 w 7349186"/>
                <a:gd name="connsiteY49" fmla="*/ 3922156 h 5597778"/>
                <a:gd name="connsiteX50" fmla="*/ 148566 w 7349186"/>
                <a:gd name="connsiteY50" fmla="*/ 3922156 h 5597778"/>
                <a:gd name="connsiteX51" fmla="*/ 297153 w 7349186"/>
                <a:gd name="connsiteY51" fmla="*/ 4071226 h 5597778"/>
                <a:gd name="connsiteX52" fmla="*/ 297153 w 7349186"/>
                <a:gd name="connsiteY52" fmla="*/ 4078695 h 5597778"/>
                <a:gd name="connsiteX53" fmla="*/ 148566 w 7349186"/>
                <a:gd name="connsiteY53" fmla="*/ 4227765 h 5597778"/>
                <a:gd name="connsiteX54" fmla="*/ 0 w 7349186"/>
                <a:gd name="connsiteY54" fmla="*/ 4078695 h 5597778"/>
                <a:gd name="connsiteX55" fmla="*/ 0 w 7349186"/>
                <a:gd name="connsiteY55" fmla="*/ 4071226 h 5597778"/>
                <a:gd name="connsiteX56" fmla="*/ 148566 w 7349186"/>
                <a:gd name="connsiteY56" fmla="*/ 3922156 h 5597778"/>
                <a:gd name="connsiteX57" fmla="*/ 7200599 w 7349186"/>
                <a:gd name="connsiteY57" fmla="*/ 3382505 h 5597778"/>
                <a:gd name="connsiteX58" fmla="*/ 7349186 w 7349186"/>
                <a:gd name="connsiteY58" fmla="*/ 3531575 h 5597778"/>
                <a:gd name="connsiteX59" fmla="*/ 7349186 w 7349186"/>
                <a:gd name="connsiteY59" fmla="*/ 3539044 h 5597778"/>
                <a:gd name="connsiteX60" fmla="*/ 7200599 w 7349186"/>
                <a:gd name="connsiteY60" fmla="*/ 3688114 h 5597778"/>
                <a:gd name="connsiteX61" fmla="*/ 7052033 w 7349186"/>
                <a:gd name="connsiteY61" fmla="*/ 3539044 h 5597778"/>
                <a:gd name="connsiteX62" fmla="*/ 7052033 w 7349186"/>
                <a:gd name="connsiteY62" fmla="*/ 3531575 h 5597778"/>
                <a:gd name="connsiteX63" fmla="*/ 7200599 w 7349186"/>
                <a:gd name="connsiteY63" fmla="*/ 3382505 h 5597778"/>
                <a:gd name="connsiteX64" fmla="*/ 148566 w 7349186"/>
                <a:gd name="connsiteY64" fmla="*/ 3382505 h 5597778"/>
                <a:gd name="connsiteX65" fmla="*/ 297154 w 7349186"/>
                <a:gd name="connsiteY65" fmla="*/ 3531575 h 5597778"/>
                <a:gd name="connsiteX66" fmla="*/ 297154 w 7349186"/>
                <a:gd name="connsiteY66" fmla="*/ 3539044 h 5597778"/>
                <a:gd name="connsiteX67" fmla="*/ 148566 w 7349186"/>
                <a:gd name="connsiteY67" fmla="*/ 3688114 h 5597778"/>
                <a:gd name="connsiteX68" fmla="*/ 0 w 7349186"/>
                <a:gd name="connsiteY68" fmla="*/ 3539044 h 5597778"/>
                <a:gd name="connsiteX69" fmla="*/ 0 w 7349186"/>
                <a:gd name="connsiteY69" fmla="*/ 3531575 h 5597778"/>
                <a:gd name="connsiteX70" fmla="*/ 148566 w 7349186"/>
                <a:gd name="connsiteY70" fmla="*/ 3382505 h 5597778"/>
                <a:gd name="connsiteX71" fmla="*/ 4699377 w 7349186"/>
                <a:gd name="connsiteY71" fmla="*/ 3198418 h 5597778"/>
                <a:gd name="connsiteX72" fmla="*/ 4587947 w 7349186"/>
                <a:gd name="connsiteY72" fmla="*/ 3310225 h 5597778"/>
                <a:gd name="connsiteX73" fmla="*/ 4587947 w 7349186"/>
                <a:gd name="connsiteY73" fmla="*/ 3634465 h 5597778"/>
                <a:gd name="connsiteX74" fmla="*/ 4699377 w 7349186"/>
                <a:gd name="connsiteY74" fmla="*/ 3746272 h 5597778"/>
                <a:gd name="connsiteX75" fmla="*/ 5022525 w 7349186"/>
                <a:gd name="connsiteY75" fmla="*/ 3746272 h 5597778"/>
                <a:gd name="connsiteX76" fmla="*/ 5133955 w 7349186"/>
                <a:gd name="connsiteY76" fmla="*/ 3634465 h 5597778"/>
                <a:gd name="connsiteX77" fmla="*/ 5133955 w 7349186"/>
                <a:gd name="connsiteY77" fmla="*/ 3310225 h 5597778"/>
                <a:gd name="connsiteX78" fmla="*/ 5022525 w 7349186"/>
                <a:gd name="connsiteY78" fmla="*/ 3198418 h 5597778"/>
                <a:gd name="connsiteX79" fmla="*/ 3513009 w 7349186"/>
                <a:gd name="connsiteY79" fmla="*/ 3198418 h 5597778"/>
                <a:gd name="connsiteX80" fmla="*/ 3401579 w 7349186"/>
                <a:gd name="connsiteY80" fmla="*/ 3310225 h 5597778"/>
                <a:gd name="connsiteX81" fmla="*/ 3401579 w 7349186"/>
                <a:gd name="connsiteY81" fmla="*/ 3634465 h 5597778"/>
                <a:gd name="connsiteX82" fmla="*/ 3513009 w 7349186"/>
                <a:gd name="connsiteY82" fmla="*/ 3746272 h 5597778"/>
                <a:gd name="connsiteX83" fmla="*/ 3836158 w 7349186"/>
                <a:gd name="connsiteY83" fmla="*/ 3746272 h 5597778"/>
                <a:gd name="connsiteX84" fmla="*/ 3947587 w 7349186"/>
                <a:gd name="connsiteY84" fmla="*/ 3634465 h 5597778"/>
                <a:gd name="connsiteX85" fmla="*/ 3947587 w 7349186"/>
                <a:gd name="connsiteY85" fmla="*/ 3310225 h 5597778"/>
                <a:gd name="connsiteX86" fmla="*/ 3836158 w 7349186"/>
                <a:gd name="connsiteY86" fmla="*/ 3198418 h 5597778"/>
                <a:gd name="connsiteX87" fmla="*/ 2327396 w 7349186"/>
                <a:gd name="connsiteY87" fmla="*/ 3198418 h 5597778"/>
                <a:gd name="connsiteX88" fmla="*/ 2215966 w 7349186"/>
                <a:gd name="connsiteY88" fmla="*/ 3310225 h 5597778"/>
                <a:gd name="connsiteX89" fmla="*/ 2215966 w 7349186"/>
                <a:gd name="connsiteY89" fmla="*/ 3634465 h 5597778"/>
                <a:gd name="connsiteX90" fmla="*/ 2327396 w 7349186"/>
                <a:gd name="connsiteY90" fmla="*/ 3746272 h 5597778"/>
                <a:gd name="connsiteX91" fmla="*/ 2650545 w 7349186"/>
                <a:gd name="connsiteY91" fmla="*/ 3746272 h 5597778"/>
                <a:gd name="connsiteX92" fmla="*/ 2761974 w 7349186"/>
                <a:gd name="connsiteY92" fmla="*/ 3634465 h 5597778"/>
                <a:gd name="connsiteX93" fmla="*/ 2761974 w 7349186"/>
                <a:gd name="connsiteY93" fmla="*/ 3310225 h 5597778"/>
                <a:gd name="connsiteX94" fmla="*/ 2650545 w 7349186"/>
                <a:gd name="connsiteY94" fmla="*/ 3198418 h 5597778"/>
                <a:gd name="connsiteX95" fmla="*/ 4699377 w 7349186"/>
                <a:gd name="connsiteY95" fmla="*/ 2974803 h 5597778"/>
                <a:gd name="connsiteX96" fmla="*/ 5022525 w 7349186"/>
                <a:gd name="connsiteY96" fmla="*/ 2974803 h 5597778"/>
                <a:gd name="connsiteX97" fmla="*/ 5356815 w 7349186"/>
                <a:gd name="connsiteY97" fmla="*/ 3310225 h 5597778"/>
                <a:gd name="connsiteX98" fmla="*/ 5356815 w 7349186"/>
                <a:gd name="connsiteY98" fmla="*/ 3634465 h 5597778"/>
                <a:gd name="connsiteX99" fmla="*/ 5022525 w 7349186"/>
                <a:gd name="connsiteY99" fmla="*/ 3969887 h 5597778"/>
                <a:gd name="connsiteX100" fmla="*/ 4699377 w 7349186"/>
                <a:gd name="connsiteY100" fmla="*/ 3969887 h 5597778"/>
                <a:gd name="connsiteX101" fmla="*/ 4365087 w 7349186"/>
                <a:gd name="connsiteY101" fmla="*/ 3634465 h 5597778"/>
                <a:gd name="connsiteX102" fmla="*/ 4365087 w 7349186"/>
                <a:gd name="connsiteY102" fmla="*/ 3310225 h 5597778"/>
                <a:gd name="connsiteX103" fmla="*/ 4699377 w 7349186"/>
                <a:gd name="connsiteY103" fmla="*/ 2974803 h 5597778"/>
                <a:gd name="connsiteX104" fmla="*/ 3513009 w 7349186"/>
                <a:gd name="connsiteY104" fmla="*/ 2974803 h 5597778"/>
                <a:gd name="connsiteX105" fmla="*/ 3836158 w 7349186"/>
                <a:gd name="connsiteY105" fmla="*/ 2974803 h 5597778"/>
                <a:gd name="connsiteX106" fmla="*/ 4170447 w 7349186"/>
                <a:gd name="connsiteY106" fmla="*/ 3310225 h 5597778"/>
                <a:gd name="connsiteX107" fmla="*/ 4170447 w 7349186"/>
                <a:gd name="connsiteY107" fmla="*/ 3634465 h 5597778"/>
                <a:gd name="connsiteX108" fmla="*/ 3836158 w 7349186"/>
                <a:gd name="connsiteY108" fmla="*/ 3969887 h 5597778"/>
                <a:gd name="connsiteX109" fmla="*/ 3513009 w 7349186"/>
                <a:gd name="connsiteY109" fmla="*/ 3969887 h 5597778"/>
                <a:gd name="connsiteX110" fmla="*/ 3178719 w 7349186"/>
                <a:gd name="connsiteY110" fmla="*/ 3634465 h 5597778"/>
                <a:gd name="connsiteX111" fmla="*/ 3178719 w 7349186"/>
                <a:gd name="connsiteY111" fmla="*/ 3310225 h 5597778"/>
                <a:gd name="connsiteX112" fmla="*/ 3513009 w 7349186"/>
                <a:gd name="connsiteY112" fmla="*/ 2974803 h 5597778"/>
                <a:gd name="connsiteX113" fmla="*/ 2327396 w 7349186"/>
                <a:gd name="connsiteY113" fmla="*/ 2974803 h 5597778"/>
                <a:gd name="connsiteX114" fmla="*/ 2650545 w 7349186"/>
                <a:gd name="connsiteY114" fmla="*/ 2974803 h 5597778"/>
                <a:gd name="connsiteX115" fmla="*/ 2984834 w 7349186"/>
                <a:gd name="connsiteY115" fmla="*/ 3310225 h 5597778"/>
                <a:gd name="connsiteX116" fmla="*/ 2984834 w 7349186"/>
                <a:gd name="connsiteY116" fmla="*/ 3634465 h 5597778"/>
                <a:gd name="connsiteX117" fmla="*/ 2650545 w 7349186"/>
                <a:gd name="connsiteY117" fmla="*/ 3969887 h 5597778"/>
                <a:gd name="connsiteX118" fmla="*/ 2327396 w 7349186"/>
                <a:gd name="connsiteY118" fmla="*/ 3969887 h 5597778"/>
                <a:gd name="connsiteX119" fmla="*/ 1993106 w 7349186"/>
                <a:gd name="connsiteY119" fmla="*/ 3634465 h 5597778"/>
                <a:gd name="connsiteX120" fmla="*/ 1993106 w 7349186"/>
                <a:gd name="connsiteY120" fmla="*/ 3310225 h 5597778"/>
                <a:gd name="connsiteX121" fmla="*/ 2327396 w 7349186"/>
                <a:gd name="connsiteY121" fmla="*/ 2974803 h 5597778"/>
                <a:gd name="connsiteX122" fmla="*/ 7200599 w 7349186"/>
                <a:gd name="connsiteY122" fmla="*/ 2842854 h 5597778"/>
                <a:gd name="connsiteX123" fmla="*/ 7349186 w 7349186"/>
                <a:gd name="connsiteY123" fmla="*/ 2991924 h 5597778"/>
                <a:gd name="connsiteX124" fmla="*/ 7349186 w 7349186"/>
                <a:gd name="connsiteY124" fmla="*/ 2999393 h 5597778"/>
                <a:gd name="connsiteX125" fmla="*/ 7200599 w 7349186"/>
                <a:gd name="connsiteY125" fmla="*/ 3148463 h 5597778"/>
                <a:gd name="connsiteX126" fmla="*/ 7052033 w 7349186"/>
                <a:gd name="connsiteY126" fmla="*/ 2999393 h 5597778"/>
                <a:gd name="connsiteX127" fmla="*/ 7052033 w 7349186"/>
                <a:gd name="connsiteY127" fmla="*/ 2991924 h 5597778"/>
                <a:gd name="connsiteX128" fmla="*/ 7200599 w 7349186"/>
                <a:gd name="connsiteY128" fmla="*/ 2842854 h 5597778"/>
                <a:gd name="connsiteX129" fmla="*/ 148566 w 7349186"/>
                <a:gd name="connsiteY129" fmla="*/ 2842854 h 5597778"/>
                <a:gd name="connsiteX130" fmla="*/ 297153 w 7349186"/>
                <a:gd name="connsiteY130" fmla="*/ 2991924 h 5597778"/>
                <a:gd name="connsiteX131" fmla="*/ 297153 w 7349186"/>
                <a:gd name="connsiteY131" fmla="*/ 2999393 h 5597778"/>
                <a:gd name="connsiteX132" fmla="*/ 148566 w 7349186"/>
                <a:gd name="connsiteY132" fmla="*/ 3148463 h 5597778"/>
                <a:gd name="connsiteX133" fmla="*/ 0 w 7349186"/>
                <a:gd name="connsiteY133" fmla="*/ 2999393 h 5597778"/>
                <a:gd name="connsiteX134" fmla="*/ 0 w 7349186"/>
                <a:gd name="connsiteY134" fmla="*/ 2991924 h 5597778"/>
                <a:gd name="connsiteX135" fmla="*/ 148566 w 7349186"/>
                <a:gd name="connsiteY135" fmla="*/ 2842854 h 5597778"/>
                <a:gd name="connsiteX136" fmla="*/ 7200599 w 7349186"/>
                <a:gd name="connsiteY136" fmla="*/ 2303182 h 5597778"/>
                <a:gd name="connsiteX137" fmla="*/ 7349186 w 7349186"/>
                <a:gd name="connsiteY137" fmla="*/ 2452252 h 5597778"/>
                <a:gd name="connsiteX138" fmla="*/ 7349186 w 7349186"/>
                <a:gd name="connsiteY138" fmla="*/ 2459721 h 5597778"/>
                <a:gd name="connsiteX139" fmla="*/ 7200599 w 7349186"/>
                <a:gd name="connsiteY139" fmla="*/ 2608791 h 5597778"/>
                <a:gd name="connsiteX140" fmla="*/ 7052033 w 7349186"/>
                <a:gd name="connsiteY140" fmla="*/ 2459721 h 5597778"/>
                <a:gd name="connsiteX141" fmla="*/ 7052033 w 7349186"/>
                <a:gd name="connsiteY141" fmla="*/ 2452252 h 5597778"/>
                <a:gd name="connsiteX142" fmla="*/ 7200599 w 7349186"/>
                <a:gd name="connsiteY142" fmla="*/ 2303182 h 5597778"/>
                <a:gd name="connsiteX143" fmla="*/ 148566 w 7349186"/>
                <a:gd name="connsiteY143" fmla="*/ 2303182 h 5597778"/>
                <a:gd name="connsiteX144" fmla="*/ 297153 w 7349186"/>
                <a:gd name="connsiteY144" fmla="*/ 2452252 h 5597778"/>
                <a:gd name="connsiteX145" fmla="*/ 297153 w 7349186"/>
                <a:gd name="connsiteY145" fmla="*/ 2459721 h 5597778"/>
                <a:gd name="connsiteX146" fmla="*/ 148566 w 7349186"/>
                <a:gd name="connsiteY146" fmla="*/ 2608791 h 5597778"/>
                <a:gd name="connsiteX147" fmla="*/ 0 w 7349186"/>
                <a:gd name="connsiteY147" fmla="*/ 2459721 h 5597778"/>
                <a:gd name="connsiteX148" fmla="*/ 0 w 7349186"/>
                <a:gd name="connsiteY148" fmla="*/ 2452252 h 5597778"/>
                <a:gd name="connsiteX149" fmla="*/ 148566 w 7349186"/>
                <a:gd name="connsiteY149" fmla="*/ 2303182 h 5597778"/>
                <a:gd name="connsiteX150" fmla="*/ 4699377 w 7349186"/>
                <a:gd name="connsiteY150" fmla="*/ 2030387 h 5597778"/>
                <a:gd name="connsiteX151" fmla="*/ 4587947 w 7349186"/>
                <a:gd name="connsiteY151" fmla="*/ 2142195 h 5597778"/>
                <a:gd name="connsiteX152" fmla="*/ 4587947 w 7349186"/>
                <a:gd name="connsiteY152" fmla="*/ 2466434 h 5597778"/>
                <a:gd name="connsiteX153" fmla="*/ 4699377 w 7349186"/>
                <a:gd name="connsiteY153" fmla="*/ 2578242 h 5597778"/>
                <a:gd name="connsiteX154" fmla="*/ 5022525 w 7349186"/>
                <a:gd name="connsiteY154" fmla="*/ 2578242 h 5597778"/>
                <a:gd name="connsiteX155" fmla="*/ 5133955 w 7349186"/>
                <a:gd name="connsiteY155" fmla="*/ 2466434 h 5597778"/>
                <a:gd name="connsiteX156" fmla="*/ 5133955 w 7349186"/>
                <a:gd name="connsiteY156" fmla="*/ 2142195 h 5597778"/>
                <a:gd name="connsiteX157" fmla="*/ 5022525 w 7349186"/>
                <a:gd name="connsiteY157" fmla="*/ 2030387 h 5597778"/>
                <a:gd name="connsiteX158" fmla="*/ 3513009 w 7349186"/>
                <a:gd name="connsiteY158" fmla="*/ 2030387 h 5597778"/>
                <a:gd name="connsiteX159" fmla="*/ 3401579 w 7349186"/>
                <a:gd name="connsiteY159" fmla="*/ 2142195 h 5597778"/>
                <a:gd name="connsiteX160" fmla="*/ 3401579 w 7349186"/>
                <a:gd name="connsiteY160" fmla="*/ 2466434 h 5597778"/>
                <a:gd name="connsiteX161" fmla="*/ 3513009 w 7349186"/>
                <a:gd name="connsiteY161" fmla="*/ 2578242 h 5597778"/>
                <a:gd name="connsiteX162" fmla="*/ 3836158 w 7349186"/>
                <a:gd name="connsiteY162" fmla="*/ 2578242 h 5597778"/>
                <a:gd name="connsiteX163" fmla="*/ 3947587 w 7349186"/>
                <a:gd name="connsiteY163" fmla="*/ 2466434 h 5597778"/>
                <a:gd name="connsiteX164" fmla="*/ 3947587 w 7349186"/>
                <a:gd name="connsiteY164" fmla="*/ 2142195 h 5597778"/>
                <a:gd name="connsiteX165" fmla="*/ 3836158 w 7349186"/>
                <a:gd name="connsiteY165" fmla="*/ 2030387 h 5597778"/>
                <a:gd name="connsiteX166" fmla="*/ 2327396 w 7349186"/>
                <a:gd name="connsiteY166" fmla="*/ 2030387 h 5597778"/>
                <a:gd name="connsiteX167" fmla="*/ 2215966 w 7349186"/>
                <a:gd name="connsiteY167" fmla="*/ 2142195 h 5597778"/>
                <a:gd name="connsiteX168" fmla="*/ 2215966 w 7349186"/>
                <a:gd name="connsiteY168" fmla="*/ 2466434 h 5597778"/>
                <a:gd name="connsiteX169" fmla="*/ 2327396 w 7349186"/>
                <a:gd name="connsiteY169" fmla="*/ 2578242 h 5597778"/>
                <a:gd name="connsiteX170" fmla="*/ 2650545 w 7349186"/>
                <a:gd name="connsiteY170" fmla="*/ 2578242 h 5597778"/>
                <a:gd name="connsiteX171" fmla="*/ 2761974 w 7349186"/>
                <a:gd name="connsiteY171" fmla="*/ 2466434 h 5597778"/>
                <a:gd name="connsiteX172" fmla="*/ 2761974 w 7349186"/>
                <a:gd name="connsiteY172" fmla="*/ 2142195 h 5597778"/>
                <a:gd name="connsiteX173" fmla="*/ 2650545 w 7349186"/>
                <a:gd name="connsiteY173" fmla="*/ 2030387 h 5597778"/>
                <a:gd name="connsiteX174" fmla="*/ 4699377 w 7349186"/>
                <a:gd name="connsiteY174" fmla="*/ 1806038 h 5597778"/>
                <a:gd name="connsiteX175" fmla="*/ 5022525 w 7349186"/>
                <a:gd name="connsiteY175" fmla="*/ 1806038 h 5597778"/>
                <a:gd name="connsiteX176" fmla="*/ 5356815 w 7349186"/>
                <a:gd name="connsiteY176" fmla="*/ 2141460 h 5597778"/>
                <a:gd name="connsiteX177" fmla="*/ 5356815 w 7349186"/>
                <a:gd name="connsiteY177" fmla="*/ 2465700 h 5597778"/>
                <a:gd name="connsiteX178" fmla="*/ 5022525 w 7349186"/>
                <a:gd name="connsiteY178" fmla="*/ 2801122 h 5597778"/>
                <a:gd name="connsiteX179" fmla="*/ 4699377 w 7349186"/>
                <a:gd name="connsiteY179" fmla="*/ 2801122 h 5597778"/>
                <a:gd name="connsiteX180" fmla="*/ 4365087 w 7349186"/>
                <a:gd name="connsiteY180" fmla="*/ 2465700 h 5597778"/>
                <a:gd name="connsiteX181" fmla="*/ 4365087 w 7349186"/>
                <a:gd name="connsiteY181" fmla="*/ 2141460 h 5597778"/>
                <a:gd name="connsiteX182" fmla="*/ 4699377 w 7349186"/>
                <a:gd name="connsiteY182" fmla="*/ 1806038 h 5597778"/>
                <a:gd name="connsiteX183" fmla="*/ 3513009 w 7349186"/>
                <a:gd name="connsiteY183" fmla="*/ 1806038 h 5597778"/>
                <a:gd name="connsiteX184" fmla="*/ 3836158 w 7349186"/>
                <a:gd name="connsiteY184" fmla="*/ 1806038 h 5597778"/>
                <a:gd name="connsiteX185" fmla="*/ 4170447 w 7349186"/>
                <a:gd name="connsiteY185" fmla="*/ 2141460 h 5597778"/>
                <a:gd name="connsiteX186" fmla="*/ 4170447 w 7349186"/>
                <a:gd name="connsiteY186" fmla="*/ 2465700 h 5597778"/>
                <a:gd name="connsiteX187" fmla="*/ 3836158 w 7349186"/>
                <a:gd name="connsiteY187" fmla="*/ 2801122 h 5597778"/>
                <a:gd name="connsiteX188" fmla="*/ 3513009 w 7349186"/>
                <a:gd name="connsiteY188" fmla="*/ 2801122 h 5597778"/>
                <a:gd name="connsiteX189" fmla="*/ 3178719 w 7349186"/>
                <a:gd name="connsiteY189" fmla="*/ 2465700 h 5597778"/>
                <a:gd name="connsiteX190" fmla="*/ 3178719 w 7349186"/>
                <a:gd name="connsiteY190" fmla="*/ 2141460 h 5597778"/>
                <a:gd name="connsiteX191" fmla="*/ 3513009 w 7349186"/>
                <a:gd name="connsiteY191" fmla="*/ 1806038 h 5597778"/>
                <a:gd name="connsiteX192" fmla="*/ 2327396 w 7349186"/>
                <a:gd name="connsiteY192" fmla="*/ 1806038 h 5597778"/>
                <a:gd name="connsiteX193" fmla="*/ 2650545 w 7349186"/>
                <a:gd name="connsiteY193" fmla="*/ 1806038 h 5597778"/>
                <a:gd name="connsiteX194" fmla="*/ 2984834 w 7349186"/>
                <a:gd name="connsiteY194" fmla="*/ 2141460 h 5597778"/>
                <a:gd name="connsiteX195" fmla="*/ 2984834 w 7349186"/>
                <a:gd name="connsiteY195" fmla="*/ 2465700 h 5597778"/>
                <a:gd name="connsiteX196" fmla="*/ 2650545 w 7349186"/>
                <a:gd name="connsiteY196" fmla="*/ 2801122 h 5597778"/>
                <a:gd name="connsiteX197" fmla="*/ 2327396 w 7349186"/>
                <a:gd name="connsiteY197" fmla="*/ 2801122 h 5597778"/>
                <a:gd name="connsiteX198" fmla="*/ 1993106 w 7349186"/>
                <a:gd name="connsiteY198" fmla="*/ 2465700 h 5597778"/>
                <a:gd name="connsiteX199" fmla="*/ 1993106 w 7349186"/>
                <a:gd name="connsiteY199" fmla="*/ 2141460 h 5597778"/>
                <a:gd name="connsiteX200" fmla="*/ 2327396 w 7349186"/>
                <a:gd name="connsiteY200" fmla="*/ 1806038 h 5597778"/>
                <a:gd name="connsiteX201" fmla="*/ 7200599 w 7349186"/>
                <a:gd name="connsiteY201" fmla="*/ 1763552 h 5597778"/>
                <a:gd name="connsiteX202" fmla="*/ 7349186 w 7349186"/>
                <a:gd name="connsiteY202" fmla="*/ 1912622 h 5597778"/>
                <a:gd name="connsiteX203" fmla="*/ 7349186 w 7349186"/>
                <a:gd name="connsiteY203" fmla="*/ 1920091 h 5597778"/>
                <a:gd name="connsiteX204" fmla="*/ 7200599 w 7349186"/>
                <a:gd name="connsiteY204" fmla="*/ 2069161 h 5597778"/>
                <a:gd name="connsiteX205" fmla="*/ 7052033 w 7349186"/>
                <a:gd name="connsiteY205" fmla="*/ 1920091 h 5597778"/>
                <a:gd name="connsiteX206" fmla="*/ 7052033 w 7349186"/>
                <a:gd name="connsiteY206" fmla="*/ 1912622 h 5597778"/>
                <a:gd name="connsiteX207" fmla="*/ 7200599 w 7349186"/>
                <a:gd name="connsiteY207" fmla="*/ 1763552 h 5597778"/>
                <a:gd name="connsiteX208" fmla="*/ 148566 w 7349186"/>
                <a:gd name="connsiteY208" fmla="*/ 1763552 h 5597778"/>
                <a:gd name="connsiteX209" fmla="*/ 297153 w 7349186"/>
                <a:gd name="connsiteY209" fmla="*/ 1912622 h 5597778"/>
                <a:gd name="connsiteX210" fmla="*/ 297153 w 7349186"/>
                <a:gd name="connsiteY210" fmla="*/ 1920091 h 5597778"/>
                <a:gd name="connsiteX211" fmla="*/ 148566 w 7349186"/>
                <a:gd name="connsiteY211" fmla="*/ 2069161 h 5597778"/>
                <a:gd name="connsiteX212" fmla="*/ 0 w 7349186"/>
                <a:gd name="connsiteY212" fmla="*/ 1920091 h 5597778"/>
                <a:gd name="connsiteX213" fmla="*/ 0 w 7349186"/>
                <a:gd name="connsiteY213" fmla="*/ 1912622 h 5597778"/>
                <a:gd name="connsiteX214" fmla="*/ 148566 w 7349186"/>
                <a:gd name="connsiteY214" fmla="*/ 1763552 h 5597778"/>
                <a:gd name="connsiteX215" fmla="*/ 428538 w 7349186"/>
                <a:gd name="connsiteY215" fmla="*/ 1380437 h 5597778"/>
                <a:gd name="connsiteX216" fmla="*/ 486870 w 7349186"/>
                <a:gd name="connsiteY216" fmla="*/ 1382002 h 5597778"/>
                <a:gd name="connsiteX217" fmla="*/ 599489 w 7349186"/>
                <a:gd name="connsiteY217" fmla="*/ 1501920 h 5597778"/>
                <a:gd name="connsiteX218" fmla="*/ 478408 w 7349186"/>
                <a:gd name="connsiteY218" fmla="*/ 1674090 h 5597778"/>
                <a:gd name="connsiteX219" fmla="*/ 450167 w 7349186"/>
                <a:gd name="connsiteY219" fmla="*/ 1677069 h 5597778"/>
                <a:gd name="connsiteX220" fmla="*/ 302336 w 7349186"/>
                <a:gd name="connsiteY220" fmla="*/ 1556324 h 5597778"/>
                <a:gd name="connsiteX221" fmla="*/ 418234 w 7349186"/>
                <a:gd name="connsiteY221" fmla="*/ 1382643 h 5597778"/>
                <a:gd name="connsiteX222" fmla="*/ 427885 w 7349186"/>
                <a:gd name="connsiteY222" fmla="*/ 1380419 h 5597778"/>
                <a:gd name="connsiteX223" fmla="*/ 428620 w 7349186"/>
                <a:gd name="connsiteY223" fmla="*/ 1380419 h 5597778"/>
                <a:gd name="connsiteX224" fmla="*/ 428538 w 7349186"/>
                <a:gd name="connsiteY224" fmla="*/ 1380437 h 5597778"/>
                <a:gd name="connsiteX225" fmla="*/ 6920524 w 7349186"/>
                <a:gd name="connsiteY225" fmla="*/ 1379687 h 5597778"/>
                <a:gd name="connsiteX226" fmla="*/ 6930931 w 7349186"/>
                <a:gd name="connsiteY226" fmla="*/ 1381911 h 5597778"/>
                <a:gd name="connsiteX227" fmla="*/ 6930197 w 7349186"/>
                <a:gd name="connsiteY227" fmla="*/ 1381911 h 5597778"/>
                <a:gd name="connsiteX228" fmla="*/ 7048298 w 7349186"/>
                <a:gd name="connsiteY228" fmla="*/ 1556347 h 5597778"/>
                <a:gd name="connsiteX229" fmla="*/ 6902712 w 7349186"/>
                <a:gd name="connsiteY229" fmla="*/ 1677089 h 5597778"/>
                <a:gd name="connsiteX230" fmla="*/ 6874471 w 7349186"/>
                <a:gd name="connsiteY230" fmla="*/ 1673355 h 5597778"/>
                <a:gd name="connsiteX231" fmla="*/ 6870023 w 7349186"/>
                <a:gd name="connsiteY231" fmla="*/ 1673355 h 5597778"/>
                <a:gd name="connsiteX232" fmla="*/ 6748921 w 7349186"/>
                <a:gd name="connsiteY232" fmla="*/ 1501187 h 5597778"/>
                <a:gd name="connsiteX233" fmla="*/ 6920524 w 7349186"/>
                <a:gd name="connsiteY233" fmla="*/ 1379687 h 5597778"/>
                <a:gd name="connsiteX234" fmla="*/ 6360417 w 7349186"/>
                <a:gd name="connsiteY234" fmla="*/ 1372238 h 5597778"/>
                <a:gd name="connsiteX235" fmla="*/ 6510494 w 7349186"/>
                <a:gd name="connsiteY235" fmla="*/ 1521307 h 5597778"/>
                <a:gd name="connsiteX236" fmla="*/ 6363396 w 7349186"/>
                <a:gd name="connsiteY236" fmla="*/ 1670396 h 5597778"/>
                <a:gd name="connsiteX237" fmla="*/ 6360417 w 7349186"/>
                <a:gd name="connsiteY237" fmla="*/ 1670396 h 5597778"/>
                <a:gd name="connsiteX238" fmla="*/ 6211851 w 7349186"/>
                <a:gd name="connsiteY238" fmla="*/ 1521307 h 5597778"/>
                <a:gd name="connsiteX239" fmla="*/ 6360417 w 7349186"/>
                <a:gd name="connsiteY239" fmla="*/ 1372238 h 5597778"/>
                <a:gd name="connsiteX240" fmla="*/ 985789 w 7349186"/>
                <a:gd name="connsiteY240" fmla="*/ 1372237 h 5597778"/>
                <a:gd name="connsiteX241" fmla="*/ 988748 w 7349186"/>
                <a:gd name="connsiteY241" fmla="*/ 1372237 h 5597778"/>
                <a:gd name="connsiteX242" fmla="*/ 1137335 w 7349186"/>
                <a:gd name="connsiteY242" fmla="*/ 1521307 h 5597778"/>
                <a:gd name="connsiteX243" fmla="*/ 988748 w 7349186"/>
                <a:gd name="connsiteY243" fmla="*/ 1670396 h 5597778"/>
                <a:gd name="connsiteX244" fmla="*/ 838692 w 7349186"/>
                <a:gd name="connsiteY244" fmla="*/ 1521307 h 5597778"/>
                <a:gd name="connsiteX245" fmla="*/ 985789 w 7349186"/>
                <a:gd name="connsiteY245" fmla="*/ 1372237 h 5597778"/>
                <a:gd name="connsiteX246" fmla="*/ 4699377 w 7349186"/>
                <a:gd name="connsiteY246" fmla="*/ 861646 h 5597778"/>
                <a:gd name="connsiteX247" fmla="*/ 4587947 w 7349186"/>
                <a:gd name="connsiteY247" fmla="*/ 973454 h 5597778"/>
                <a:gd name="connsiteX248" fmla="*/ 4587947 w 7349186"/>
                <a:gd name="connsiteY248" fmla="*/ 1297694 h 5597778"/>
                <a:gd name="connsiteX249" fmla="*/ 4699377 w 7349186"/>
                <a:gd name="connsiteY249" fmla="*/ 1409501 h 5597778"/>
                <a:gd name="connsiteX250" fmla="*/ 5022525 w 7349186"/>
                <a:gd name="connsiteY250" fmla="*/ 1409501 h 5597778"/>
                <a:gd name="connsiteX251" fmla="*/ 5133955 w 7349186"/>
                <a:gd name="connsiteY251" fmla="*/ 1297694 h 5597778"/>
                <a:gd name="connsiteX252" fmla="*/ 5133955 w 7349186"/>
                <a:gd name="connsiteY252" fmla="*/ 973454 h 5597778"/>
                <a:gd name="connsiteX253" fmla="*/ 5022525 w 7349186"/>
                <a:gd name="connsiteY253" fmla="*/ 861646 h 5597778"/>
                <a:gd name="connsiteX254" fmla="*/ 2327396 w 7349186"/>
                <a:gd name="connsiteY254" fmla="*/ 861646 h 5597778"/>
                <a:gd name="connsiteX255" fmla="*/ 2215966 w 7349186"/>
                <a:gd name="connsiteY255" fmla="*/ 973454 h 5597778"/>
                <a:gd name="connsiteX256" fmla="*/ 2215966 w 7349186"/>
                <a:gd name="connsiteY256" fmla="*/ 1297694 h 5597778"/>
                <a:gd name="connsiteX257" fmla="*/ 2327396 w 7349186"/>
                <a:gd name="connsiteY257" fmla="*/ 1409501 h 5597778"/>
                <a:gd name="connsiteX258" fmla="*/ 2650545 w 7349186"/>
                <a:gd name="connsiteY258" fmla="*/ 1409501 h 5597778"/>
                <a:gd name="connsiteX259" fmla="*/ 2761974 w 7349186"/>
                <a:gd name="connsiteY259" fmla="*/ 1297694 h 5597778"/>
                <a:gd name="connsiteX260" fmla="*/ 2761974 w 7349186"/>
                <a:gd name="connsiteY260" fmla="*/ 973454 h 5597778"/>
                <a:gd name="connsiteX261" fmla="*/ 2650545 w 7349186"/>
                <a:gd name="connsiteY261" fmla="*/ 861646 h 5597778"/>
                <a:gd name="connsiteX262" fmla="*/ 3513009 w 7349186"/>
                <a:gd name="connsiteY262" fmla="*/ 861644 h 5597778"/>
                <a:gd name="connsiteX263" fmla="*/ 3401579 w 7349186"/>
                <a:gd name="connsiteY263" fmla="*/ 973452 h 5597778"/>
                <a:gd name="connsiteX264" fmla="*/ 3401579 w 7349186"/>
                <a:gd name="connsiteY264" fmla="*/ 1297691 h 5597778"/>
                <a:gd name="connsiteX265" fmla="*/ 3513009 w 7349186"/>
                <a:gd name="connsiteY265" fmla="*/ 1409498 h 5597778"/>
                <a:gd name="connsiteX266" fmla="*/ 3836158 w 7349186"/>
                <a:gd name="connsiteY266" fmla="*/ 1409498 h 5597778"/>
                <a:gd name="connsiteX267" fmla="*/ 3947587 w 7349186"/>
                <a:gd name="connsiteY267" fmla="*/ 1297691 h 5597778"/>
                <a:gd name="connsiteX268" fmla="*/ 3947587 w 7349186"/>
                <a:gd name="connsiteY268" fmla="*/ 973452 h 5597778"/>
                <a:gd name="connsiteX269" fmla="*/ 3836158 w 7349186"/>
                <a:gd name="connsiteY269" fmla="*/ 861644 h 5597778"/>
                <a:gd name="connsiteX270" fmla="*/ 4699377 w 7349186"/>
                <a:gd name="connsiteY270" fmla="*/ 638031 h 5597778"/>
                <a:gd name="connsiteX271" fmla="*/ 5022525 w 7349186"/>
                <a:gd name="connsiteY271" fmla="*/ 638031 h 5597778"/>
                <a:gd name="connsiteX272" fmla="*/ 5356815 w 7349186"/>
                <a:gd name="connsiteY272" fmla="*/ 973454 h 5597778"/>
                <a:gd name="connsiteX273" fmla="*/ 5356815 w 7349186"/>
                <a:gd name="connsiteY273" fmla="*/ 1297694 h 5597778"/>
                <a:gd name="connsiteX274" fmla="*/ 5022525 w 7349186"/>
                <a:gd name="connsiteY274" fmla="*/ 1633113 h 5597778"/>
                <a:gd name="connsiteX275" fmla="*/ 4699377 w 7349186"/>
                <a:gd name="connsiteY275" fmla="*/ 1633113 h 5597778"/>
                <a:gd name="connsiteX276" fmla="*/ 4365087 w 7349186"/>
                <a:gd name="connsiteY276" fmla="*/ 1297694 h 5597778"/>
                <a:gd name="connsiteX277" fmla="*/ 4365087 w 7349186"/>
                <a:gd name="connsiteY277" fmla="*/ 973454 h 5597778"/>
                <a:gd name="connsiteX278" fmla="*/ 4699377 w 7349186"/>
                <a:gd name="connsiteY278" fmla="*/ 638031 h 5597778"/>
                <a:gd name="connsiteX279" fmla="*/ 2327396 w 7349186"/>
                <a:gd name="connsiteY279" fmla="*/ 638031 h 5597778"/>
                <a:gd name="connsiteX280" fmla="*/ 2650545 w 7349186"/>
                <a:gd name="connsiteY280" fmla="*/ 638031 h 5597778"/>
                <a:gd name="connsiteX281" fmla="*/ 2984834 w 7349186"/>
                <a:gd name="connsiteY281" fmla="*/ 973454 h 5597778"/>
                <a:gd name="connsiteX282" fmla="*/ 2984834 w 7349186"/>
                <a:gd name="connsiteY282" fmla="*/ 1297694 h 5597778"/>
                <a:gd name="connsiteX283" fmla="*/ 2650545 w 7349186"/>
                <a:gd name="connsiteY283" fmla="*/ 1633113 h 5597778"/>
                <a:gd name="connsiteX284" fmla="*/ 2327396 w 7349186"/>
                <a:gd name="connsiteY284" fmla="*/ 1633113 h 5597778"/>
                <a:gd name="connsiteX285" fmla="*/ 1993106 w 7349186"/>
                <a:gd name="connsiteY285" fmla="*/ 1297694 h 5597778"/>
                <a:gd name="connsiteX286" fmla="*/ 1993106 w 7349186"/>
                <a:gd name="connsiteY286" fmla="*/ 973454 h 5597778"/>
                <a:gd name="connsiteX287" fmla="*/ 2327396 w 7349186"/>
                <a:gd name="connsiteY287" fmla="*/ 638031 h 5597778"/>
                <a:gd name="connsiteX288" fmla="*/ 3513009 w 7349186"/>
                <a:gd name="connsiteY288" fmla="*/ 638029 h 5597778"/>
                <a:gd name="connsiteX289" fmla="*/ 3836158 w 7349186"/>
                <a:gd name="connsiteY289" fmla="*/ 638029 h 5597778"/>
                <a:gd name="connsiteX290" fmla="*/ 4170447 w 7349186"/>
                <a:gd name="connsiteY290" fmla="*/ 973452 h 5597778"/>
                <a:gd name="connsiteX291" fmla="*/ 4170447 w 7349186"/>
                <a:gd name="connsiteY291" fmla="*/ 1297691 h 5597778"/>
                <a:gd name="connsiteX292" fmla="*/ 3836158 w 7349186"/>
                <a:gd name="connsiteY292" fmla="*/ 1633113 h 5597778"/>
                <a:gd name="connsiteX293" fmla="*/ 3513009 w 7349186"/>
                <a:gd name="connsiteY293" fmla="*/ 1633113 h 5597778"/>
                <a:gd name="connsiteX294" fmla="*/ 3178719 w 7349186"/>
                <a:gd name="connsiteY294" fmla="*/ 1297691 h 5597778"/>
                <a:gd name="connsiteX295" fmla="*/ 3178719 w 7349186"/>
                <a:gd name="connsiteY295" fmla="*/ 973452 h 5597778"/>
                <a:gd name="connsiteX296" fmla="*/ 3513009 w 7349186"/>
                <a:gd name="connsiteY296" fmla="*/ 638029 h 5597778"/>
                <a:gd name="connsiteX297" fmla="*/ 1472359 w 7349186"/>
                <a:gd name="connsiteY297" fmla="*/ 446494 h 5597778"/>
                <a:gd name="connsiteX298" fmla="*/ 1583789 w 7349186"/>
                <a:gd name="connsiteY298" fmla="*/ 558302 h 5597778"/>
                <a:gd name="connsiteX299" fmla="*/ 1583789 w 7349186"/>
                <a:gd name="connsiteY299" fmla="*/ 5113286 h 5597778"/>
                <a:gd name="connsiteX300" fmla="*/ 1843785 w 7349186"/>
                <a:gd name="connsiteY300" fmla="*/ 5374163 h 5597778"/>
                <a:gd name="connsiteX301" fmla="*/ 3178718 w 7349186"/>
                <a:gd name="connsiteY301" fmla="*/ 5374163 h 5597778"/>
                <a:gd name="connsiteX302" fmla="*/ 3178718 w 7349186"/>
                <a:gd name="connsiteY302" fmla="*/ 4719726 h 5597778"/>
                <a:gd name="connsiteX303" fmla="*/ 3513008 w 7349186"/>
                <a:gd name="connsiteY303" fmla="*/ 4384303 h 5597778"/>
                <a:gd name="connsiteX304" fmla="*/ 3836156 w 7349186"/>
                <a:gd name="connsiteY304" fmla="*/ 4384303 h 5597778"/>
                <a:gd name="connsiteX305" fmla="*/ 4170446 w 7349186"/>
                <a:gd name="connsiteY305" fmla="*/ 4719726 h 5597778"/>
                <a:gd name="connsiteX306" fmla="*/ 4170446 w 7349186"/>
                <a:gd name="connsiteY306" fmla="*/ 5374163 h 5597778"/>
                <a:gd name="connsiteX307" fmla="*/ 5505380 w 7349186"/>
                <a:gd name="connsiteY307" fmla="*/ 5374163 h 5597778"/>
                <a:gd name="connsiteX308" fmla="*/ 5765396 w 7349186"/>
                <a:gd name="connsiteY308" fmla="*/ 5113286 h 5597778"/>
                <a:gd name="connsiteX309" fmla="*/ 5765396 w 7349186"/>
                <a:gd name="connsiteY309" fmla="*/ 558302 h 5597778"/>
                <a:gd name="connsiteX310" fmla="*/ 5876826 w 7349186"/>
                <a:gd name="connsiteY310" fmla="*/ 446494 h 5597778"/>
                <a:gd name="connsiteX311" fmla="*/ 5988256 w 7349186"/>
                <a:gd name="connsiteY311" fmla="*/ 558302 h 5597778"/>
                <a:gd name="connsiteX312" fmla="*/ 5988256 w 7349186"/>
                <a:gd name="connsiteY312" fmla="*/ 5113286 h 5597778"/>
                <a:gd name="connsiteX313" fmla="*/ 5505380 w 7349186"/>
                <a:gd name="connsiteY313" fmla="*/ 5597778 h 5597778"/>
                <a:gd name="connsiteX314" fmla="*/ 4059016 w 7349186"/>
                <a:gd name="connsiteY314" fmla="*/ 5597778 h 5597778"/>
                <a:gd name="connsiteX315" fmla="*/ 3947586 w 7349186"/>
                <a:gd name="connsiteY315" fmla="*/ 5485971 h 5597778"/>
                <a:gd name="connsiteX316" fmla="*/ 3947586 w 7349186"/>
                <a:gd name="connsiteY316" fmla="*/ 4719726 h 5597778"/>
                <a:gd name="connsiteX317" fmla="*/ 3836156 w 7349186"/>
                <a:gd name="connsiteY317" fmla="*/ 4607918 h 5597778"/>
                <a:gd name="connsiteX318" fmla="*/ 3513008 w 7349186"/>
                <a:gd name="connsiteY318" fmla="*/ 4607918 h 5597778"/>
                <a:gd name="connsiteX319" fmla="*/ 3401578 w 7349186"/>
                <a:gd name="connsiteY319" fmla="*/ 4719726 h 5597778"/>
                <a:gd name="connsiteX320" fmla="*/ 3401578 w 7349186"/>
                <a:gd name="connsiteY320" fmla="*/ 5485971 h 5597778"/>
                <a:gd name="connsiteX321" fmla="*/ 3290148 w 7349186"/>
                <a:gd name="connsiteY321" fmla="*/ 5597778 h 5597778"/>
                <a:gd name="connsiteX322" fmla="*/ 1843785 w 7349186"/>
                <a:gd name="connsiteY322" fmla="*/ 5597778 h 5597778"/>
                <a:gd name="connsiteX323" fmla="*/ 1360929 w 7349186"/>
                <a:gd name="connsiteY323" fmla="*/ 5113286 h 5597778"/>
                <a:gd name="connsiteX324" fmla="*/ 1360929 w 7349186"/>
                <a:gd name="connsiteY324" fmla="*/ 558302 h 5597778"/>
                <a:gd name="connsiteX325" fmla="*/ 1472359 w 7349186"/>
                <a:gd name="connsiteY325" fmla="*/ 446494 h 5597778"/>
                <a:gd name="connsiteX326" fmla="*/ 1472359 w 7349186"/>
                <a:gd name="connsiteY326" fmla="*/ 0 h 5597778"/>
                <a:gd name="connsiteX327" fmla="*/ 5876826 w 7349186"/>
                <a:gd name="connsiteY327" fmla="*/ 0 h 5597778"/>
                <a:gd name="connsiteX328" fmla="*/ 5988256 w 7349186"/>
                <a:gd name="connsiteY328" fmla="*/ 111808 h 5597778"/>
                <a:gd name="connsiteX329" fmla="*/ 5876826 w 7349186"/>
                <a:gd name="connsiteY329" fmla="*/ 223615 h 5597778"/>
                <a:gd name="connsiteX330" fmla="*/ 1472359 w 7349186"/>
                <a:gd name="connsiteY330" fmla="*/ 223615 h 5597778"/>
                <a:gd name="connsiteX331" fmla="*/ 1360929 w 7349186"/>
                <a:gd name="connsiteY331" fmla="*/ 111808 h 5597778"/>
                <a:gd name="connsiteX332" fmla="*/ 1472359 w 7349186"/>
                <a:gd name="connsiteY332" fmla="*/ 0 h 559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</a:cxnLst>
              <a:rect l="l" t="t" r="r" b="b"/>
              <a:pathLst>
                <a:path w="7349186" h="5597778">
                  <a:moveTo>
                    <a:pt x="6359683" y="4858367"/>
                  </a:moveTo>
                  <a:lnTo>
                    <a:pt x="6362641" y="4858367"/>
                  </a:lnTo>
                  <a:cubicBezTo>
                    <a:pt x="6444362" y="4858367"/>
                    <a:pt x="6511228" y="4925443"/>
                    <a:pt x="6511228" y="5007437"/>
                  </a:cubicBezTo>
                  <a:cubicBezTo>
                    <a:pt x="6511228" y="5089430"/>
                    <a:pt x="6444362" y="5156527"/>
                    <a:pt x="6362641" y="5156527"/>
                  </a:cubicBezTo>
                  <a:cubicBezTo>
                    <a:pt x="6280920" y="5156527"/>
                    <a:pt x="6212585" y="5089430"/>
                    <a:pt x="6212585" y="5007437"/>
                  </a:cubicBezTo>
                  <a:cubicBezTo>
                    <a:pt x="6212585" y="4925443"/>
                    <a:pt x="6277962" y="4858367"/>
                    <a:pt x="6359683" y="4858367"/>
                  </a:cubicBezTo>
                  <a:close/>
                  <a:moveTo>
                    <a:pt x="985769" y="4858367"/>
                  </a:moveTo>
                  <a:lnTo>
                    <a:pt x="986524" y="4858367"/>
                  </a:lnTo>
                  <a:cubicBezTo>
                    <a:pt x="1068245" y="4858367"/>
                    <a:pt x="1136580" y="4925443"/>
                    <a:pt x="1136580" y="5007437"/>
                  </a:cubicBezTo>
                  <a:cubicBezTo>
                    <a:pt x="1136580" y="5089430"/>
                    <a:pt x="1071203" y="5156527"/>
                    <a:pt x="989482" y="5156527"/>
                  </a:cubicBezTo>
                  <a:lnTo>
                    <a:pt x="985769" y="5156527"/>
                  </a:lnTo>
                  <a:cubicBezTo>
                    <a:pt x="904069" y="5156527"/>
                    <a:pt x="837203" y="5089430"/>
                    <a:pt x="837203" y="5007437"/>
                  </a:cubicBezTo>
                  <a:cubicBezTo>
                    <a:pt x="837203" y="4925443"/>
                    <a:pt x="904069" y="4858367"/>
                    <a:pt x="985769" y="4858367"/>
                  </a:cubicBezTo>
                  <a:close/>
                  <a:moveTo>
                    <a:pt x="476163" y="4854633"/>
                  </a:moveTo>
                  <a:cubicBezTo>
                    <a:pt x="557149" y="4868795"/>
                    <a:pt x="613609" y="4946298"/>
                    <a:pt x="599489" y="5027558"/>
                  </a:cubicBezTo>
                  <a:cubicBezTo>
                    <a:pt x="586858" y="5099858"/>
                    <a:pt x="525950" y="5151282"/>
                    <a:pt x="455370" y="5151282"/>
                  </a:cubicBezTo>
                  <a:cubicBezTo>
                    <a:pt x="447209" y="5151282"/>
                    <a:pt x="439026" y="5150548"/>
                    <a:pt x="430109" y="5149058"/>
                  </a:cubicBezTo>
                  <a:lnTo>
                    <a:pt x="420458" y="5147569"/>
                  </a:lnTo>
                  <a:cubicBezTo>
                    <a:pt x="339493" y="5131917"/>
                    <a:pt x="286747" y="5054392"/>
                    <a:pt x="302335" y="4973133"/>
                  </a:cubicBezTo>
                  <a:cubicBezTo>
                    <a:pt x="317945" y="4891895"/>
                    <a:pt x="395952" y="4838981"/>
                    <a:pt x="476163" y="4854633"/>
                  </a:cubicBezTo>
                  <a:close/>
                  <a:moveTo>
                    <a:pt x="6867799" y="4854612"/>
                  </a:moveTo>
                  <a:lnTo>
                    <a:pt x="6873002" y="4854612"/>
                  </a:lnTo>
                  <a:lnTo>
                    <a:pt x="6873002" y="4855347"/>
                  </a:lnTo>
                  <a:cubicBezTo>
                    <a:pt x="6953968" y="4839695"/>
                    <a:pt x="7031220" y="4893385"/>
                    <a:pt x="7046829" y="4973868"/>
                  </a:cubicBezTo>
                  <a:cubicBezTo>
                    <a:pt x="7062418" y="5055127"/>
                    <a:pt x="7008938" y="5132631"/>
                    <a:pt x="6928707" y="5148283"/>
                  </a:cubicBezTo>
                  <a:lnTo>
                    <a:pt x="6919055" y="5149772"/>
                  </a:lnTo>
                  <a:cubicBezTo>
                    <a:pt x="6910139" y="5152017"/>
                    <a:pt x="6901222" y="5152017"/>
                    <a:pt x="6893060" y="5152017"/>
                  </a:cubicBezTo>
                  <a:cubicBezTo>
                    <a:pt x="6821746" y="5152017"/>
                    <a:pt x="6759328" y="5100593"/>
                    <a:pt x="6746697" y="5028293"/>
                  </a:cubicBezTo>
                  <a:cubicBezTo>
                    <a:pt x="6732598" y="4947033"/>
                    <a:pt x="6786813" y="4869509"/>
                    <a:pt x="6867799" y="4854612"/>
                  </a:cubicBezTo>
                  <a:close/>
                  <a:moveTo>
                    <a:pt x="7200599" y="4461072"/>
                  </a:moveTo>
                  <a:cubicBezTo>
                    <a:pt x="7282320" y="4461072"/>
                    <a:pt x="7349186" y="4528148"/>
                    <a:pt x="7349186" y="4610142"/>
                  </a:cubicBezTo>
                  <a:lnTo>
                    <a:pt x="7349186" y="4617611"/>
                  </a:lnTo>
                  <a:cubicBezTo>
                    <a:pt x="7349186" y="4699584"/>
                    <a:pt x="7282320" y="4766681"/>
                    <a:pt x="7200599" y="4766681"/>
                  </a:cubicBezTo>
                  <a:cubicBezTo>
                    <a:pt x="7118899" y="4766681"/>
                    <a:pt x="7052033" y="4699584"/>
                    <a:pt x="7052033" y="4617611"/>
                  </a:cubicBezTo>
                  <a:lnTo>
                    <a:pt x="7052033" y="4610142"/>
                  </a:lnTo>
                  <a:cubicBezTo>
                    <a:pt x="7052033" y="4528148"/>
                    <a:pt x="7118899" y="4461072"/>
                    <a:pt x="7200599" y="4461072"/>
                  </a:cubicBezTo>
                  <a:close/>
                  <a:moveTo>
                    <a:pt x="148566" y="4461072"/>
                  </a:moveTo>
                  <a:cubicBezTo>
                    <a:pt x="230287" y="4461072"/>
                    <a:pt x="297153" y="4528148"/>
                    <a:pt x="297153" y="4610142"/>
                  </a:cubicBezTo>
                  <a:lnTo>
                    <a:pt x="297153" y="4617611"/>
                  </a:lnTo>
                  <a:cubicBezTo>
                    <a:pt x="297153" y="4699584"/>
                    <a:pt x="230287" y="4766681"/>
                    <a:pt x="148566" y="4766681"/>
                  </a:cubicBezTo>
                  <a:cubicBezTo>
                    <a:pt x="66866" y="4766681"/>
                    <a:pt x="0" y="4699584"/>
                    <a:pt x="0" y="4617611"/>
                  </a:cubicBezTo>
                  <a:lnTo>
                    <a:pt x="0" y="4610142"/>
                  </a:lnTo>
                  <a:cubicBezTo>
                    <a:pt x="0" y="4528148"/>
                    <a:pt x="66866" y="4461072"/>
                    <a:pt x="148566" y="4461072"/>
                  </a:cubicBezTo>
                  <a:close/>
                  <a:moveTo>
                    <a:pt x="7200599" y="3922156"/>
                  </a:moveTo>
                  <a:cubicBezTo>
                    <a:pt x="7282320" y="3922156"/>
                    <a:pt x="7349186" y="3989232"/>
                    <a:pt x="7349186" y="4071226"/>
                  </a:cubicBezTo>
                  <a:lnTo>
                    <a:pt x="7349186" y="4078695"/>
                  </a:lnTo>
                  <a:cubicBezTo>
                    <a:pt x="7349186" y="4160668"/>
                    <a:pt x="7282320" y="4227765"/>
                    <a:pt x="7200599" y="4227765"/>
                  </a:cubicBezTo>
                  <a:cubicBezTo>
                    <a:pt x="7118899" y="4227765"/>
                    <a:pt x="7052033" y="4160668"/>
                    <a:pt x="7052033" y="4078695"/>
                  </a:cubicBezTo>
                  <a:lnTo>
                    <a:pt x="7052033" y="4071226"/>
                  </a:lnTo>
                  <a:cubicBezTo>
                    <a:pt x="7052033" y="3989232"/>
                    <a:pt x="7118899" y="3922156"/>
                    <a:pt x="7200599" y="3922156"/>
                  </a:cubicBezTo>
                  <a:close/>
                  <a:moveTo>
                    <a:pt x="148566" y="3922156"/>
                  </a:moveTo>
                  <a:cubicBezTo>
                    <a:pt x="230287" y="3922156"/>
                    <a:pt x="297153" y="3989232"/>
                    <a:pt x="297153" y="4071226"/>
                  </a:cubicBezTo>
                  <a:lnTo>
                    <a:pt x="297153" y="4078695"/>
                  </a:lnTo>
                  <a:cubicBezTo>
                    <a:pt x="297153" y="4160668"/>
                    <a:pt x="230287" y="4227765"/>
                    <a:pt x="148566" y="4227765"/>
                  </a:cubicBezTo>
                  <a:cubicBezTo>
                    <a:pt x="66866" y="4227765"/>
                    <a:pt x="0" y="4160668"/>
                    <a:pt x="0" y="4078695"/>
                  </a:cubicBezTo>
                  <a:lnTo>
                    <a:pt x="0" y="4071226"/>
                  </a:lnTo>
                  <a:cubicBezTo>
                    <a:pt x="0" y="3989232"/>
                    <a:pt x="66866" y="3922156"/>
                    <a:pt x="148566" y="3922156"/>
                  </a:cubicBezTo>
                  <a:close/>
                  <a:moveTo>
                    <a:pt x="7200599" y="3382505"/>
                  </a:moveTo>
                  <a:cubicBezTo>
                    <a:pt x="7282320" y="3382505"/>
                    <a:pt x="7349186" y="3449581"/>
                    <a:pt x="7349186" y="3531575"/>
                  </a:cubicBezTo>
                  <a:lnTo>
                    <a:pt x="7349186" y="3539044"/>
                  </a:lnTo>
                  <a:cubicBezTo>
                    <a:pt x="7349186" y="3621017"/>
                    <a:pt x="7282320" y="3688114"/>
                    <a:pt x="7200599" y="3688114"/>
                  </a:cubicBezTo>
                  <a:cubicBezTo>
                    <a:pt x="7118899" y="3688114"/>
                    <a:pt x="7052033" y="3621017"/>
                    <a:pt x="7052033" y="3539044"/>
                  </a:cubicBezTo>
                  <a:lnTo>
                    <a:pt x="7052033" y="3531575"/>
                  </a:lnTo>
                  <a:cubicBezTo>
                    <a:pt x="7052033" y="3449581"/>
                    <a:pt x="7118899" y="3382505"/>
                    <a:pt x="7200599" y="3382505"/>
                  </a:cubicBezTo>
                  <a:close/>
                  <a:moveTo>
                    <a:pt x="148566" y="3382505"/>
                  </a:moveTo>
                  <a:cubicBezTo>
                    <a:pt x="230287" y="3382505"/>
                    <a:pt x="297154" y="3449581"/>
                    <a:pt x="297154" y="3531575"/>
                  </a:cubicBezTo>
                  <a:lnTo>
                    <a:pt x="297154" y="3539044"/>
                  </a:lnTo>
                  <a:cubicBezTo>
                    <a:pt x="297154" y="3621017"/>
                    <a:pt x="230287" y="3688114"/>
                    <a:pt x="148566" y="3688114"/>
                  </a:cubicBezTo>
                  <a:cubicBezTo>
                    <a:pt x="66866" y="3688114"/>
                    <a:pt x="0" y="3621017"/>
                    <a:pt x="0" y="3539044"/>
                  </a:cubicBezTo>
                  <a:lnTo>
                    <a:pt x="0" y="3531575"/>
                  </a:lnTo>
                  <a:cubicBezTo>
                    <a:pt x="0" y="3449581"/>
                    <a:pt x="66866" y="3382505"/>
                    <a:pt x="148566" y="3382505"/>
                  </a:cubicBezTo>
                  <a:close/>
                  <a:moveTo>
                    <a:pt x="4699377" y="3198418"/>
                  </a:moveTo>
                  <a:cubicBezTo>
                    <a:pt x="4637714" y="3198418"/>
                    <a:pt x="4587947" y="3248353"/>
                    <a:pt x="4587947" y="3310225"/>
                  </a:cubicBezTo>
                  <a:lnTo>
                    <a:pt x="4587947" y="3634465"/>
                  </a:lnTo>
                  <a:cubicBezTo>
                    <a:pt x="4587947" y="3696317"/>
                    <a:pt x="4637714" y="3746272"/>
                    <a:pt x="4699377" y="3746272"/>
                  </a:cubicBezTo>
                  <a:lnTo>
                    <a:pt x="5022525" y="3746272"/>
                  </a:lnTo>
                  <a:cubicBezTo>
                    <a:pt x="5084188" y="3746272"/>
                    <a:pt x="5133955" y="3696317"/>
                    <a:pt x="5133955" y="3634465"/>
                  </a:cubicBezTo>
                  <a:lnTo>
                    <a:pt x="5133955" y="3310225"/>
                  </a:lnTo>
                  <a:cubicBezTo>
                    <a:pt x="5133955" y="3248353"/>
                    <a:pt x="5084188" y="3198418"/>
                    <a:pt x="5022525" y="3198418"/>
                  </a:cubicBezTo>
                  <a:close/>
                  <a:moveTo>
                    <a:pt x="3513009" y="3198418"/>
                  </a:moveTo>
                  <a:cubicBezTo>
                    <a:pt x="3451346" y="3198418"/>
                    <a:pt x="3401579" y="3248353"/>
                    <a:pt x="3401579" y="3310225"/>
                  </a:cubicBezTo>
                  <a:lnTo>
                    <a:pt x="3401579" y="3634465"/>
                  </a:lnTo>
                  <a:cubicBezTo>
                    <a:pt x="3401579" y="3696317"/>
                    <a:pt x="3451346" y="3746272"/>
                    <a:pt x="3513009" y="3746272"/>
                  </a:cubicBezTo>
                  <a:lnTo>
                    <a:pt x="3836158" y="3746272"/>
                  </a:lnTo>
                  <a:cubicBezTo>
                    <a:pt x="3897821" y="3746272"/>
                    <a:pt x="3947587" y="3696317"/>
                    <a:pt x="3947587" y="3634465"/>
                  </a:cubicBezTo>
                  <a:lnTo>
                    <a:pt x="3947587" y="3310225"/>
                  </a:lnTo>
                  <a:cubicBezTo>
                    <a:pt x="3947587" y="3248353"/>
                    <a:pt x="3897821" y="3198418"/>
                    <a:pt x="3836158" y="3198418"/>
                  </a:cubicBezTo>
                  <a:close/>
                  <a:moveTo>
                    <a:pt x="2327396" y="3198418"/>
                  </a:moveTo>
                  <a:cubicBezTo>
                    <a:pt x="2265733" y="3198418"/>
                    <a:pt x="2215966" y="3248353"/>
                    <a:pt x="2215966" y="3310225"/>
                  </a:cubicBezTo>
                  <a:lnTo>
                    <a:pt x="2215966" y="3634465"/>
                  </a:lnTo>
                  <a:cubicBezTo>
                    <a:pt x="2215966" y="3696317"/>
                    <a:pt x="2265733" y="3746272"/>
                    <a:pt x="2327396" y="3746272"/>
                  </a:cubicBezTo>
                  <a:lnTo>
                    <a:pt x="2650545" y="3746272"/>
                  </a:lnTo>
                  <a:cubicBezTo>
                    <a:pt x="2712208" y="3746272"/>
                    <a:pt x="2761974" y="3696317"/>
                    <a:pt x="2761974" y="3634465"/>
                  </a:cubicBezTo>
                  <a:lnTo>
                    <a:pt x="2761974" y="3310225"/>
                  </a:lnTo>
                  <a:cubicBezTo>
                    <a:pt x="2761974" y="3248353"/>
                    <a:pt x="2712208" y="3198418"/>
                    <a:pt x="2650545" y="3198418"/>
                  </a:cubicBezTo>
                  <a:close/>
                  <a:moveTo>
                    <a:pt x="4699377" y="2974803"/>
                  </a:moveTo>
                  <a:lnTo>
                    <a:pt x="5022525" y="2974803"/>
                  </a:lnTo>
                  <a:cubicBezTo>
                    <a:pt x="5206759" y="2974803"/>
                    <a:pt x="5356815" y="3125362"/>
                    <a:pt x="5356815" y="3310225"/>
                  </a:cubicBezTo>
                  <a:lnTo>
                    <a:pt x="5356815" y="3634465"/>
                  </a:lnTo>
                  <a:cubicBezTo>
                    <a:pt x="5356815" y="3819307"/>
                    <a:pt x="5206759" y="3969887"/>
                    <a:pt x="5022525" y="3969887"/>
                  </a:cubicBezTo>
                  <a:lnTo>
                    <a:pt x="4699377" y="3969887"/>
                  </a:lnTo>
                  <a:cubicBezTo>
                    <a:pt x="4515143" y="3969887"/>
                    <a:pt x="4365087" y="3819307"/>
                    <a:pt x="4365087" y="3634465"/>
                  </a:cubicBezTo>
                  <a:lnTo>
                    <a:pt x="4365087" y="3310225"/>
                  </a:lnTo>
                  <a:cubicBezTo>
                    <a:pt x="4365087" y="3125362"/>
                    <a:pt x="4515143" y="2974803"/>
                    <a:pt x="4699377" y="2974803"/>
                  </a:cubicBezTo>
                  <a:close/>
                  <a:moveTo>
                    <a:pt x="3513009" y="2974803"/>
                  </a:moveTo>
                  <a:lnTo>
                    <a:pt x="3836158" y="2974803"/>
                  </a:lnTo>
                  <a:cubicBezTo>
                    <a:pt x="4020391" y="2974803"/>
                    <a:pt x="4170447" y="3125362"/>
                    <a:pt x="4170447" y="3310225"/>
                  </a:cubicBezTo>
                  <a:lnTo>
                    <a:pt x="4170447" y="3634465"/>
                  </a:lnTo>
                  <a:cubicBezTo>
                    <a:pt x="4170447" y="3819307"/>
                    <a:pt x="4020391" y="3969887"/>
                    <a:pt x="3836158" y="3969887"/>
                  </a:cubicBezTo>
                  <a:lnTo>
                    <a:pt x="3513009" y="3969887"/>
                  </a:lnTo>
                  <a:cubicBezTo>
                    <a:pt x="3328775" y="3969887"/>
                    <a:pt x="3178719" y="3819307"/>
                    <a:pt x="3178719" y="3634465"/>
                  </a:cubicBezTo>
                  <a:lnTo>
                    <a:pt x="3178719" y="3310225"/>
                  </a:lnTo>
                  <a:cubicBezTo>
                    <a:pt x="3178719" y="3125362"/>
                    <a:pt x="3328775" y="2974803"/>
                    <a:pt x="3513009" y="2974803"/>
                  </a:cubicBezTo>
                  <a:close/>
                  <a:moveTo>
                    <a:pt x="2327396" y="2974803"/>
                  </a:moveTo>
                  <a:lnTo>
                    <a:pt x="2650545" y="2974803"/>
                  </a:lnTo>
                  <a:cubicBezTo>
                    <a:pt x="2834778" y="2974803"/>
                    <a:pt x="2984834" y="3125362"/>
                    <a:pt x="2984834" y="3310225"/>
                  </a:cubicBezTo>
                  <a:lnTo>
                    <a:pt x="2984834" y="3634465"/>
                  </a:lnTo>
                  <a:cubicBezTo>
                    <a:pt x="2984834" y="3819307"/>
                    <a:pt x="2834778" y="3969887"/>
                    <a:pt x="2650545" y="3969887"/>
                  </a:cubicBezTo>
                  <a:lnTo>
                    <a:pt x="2327396" y="3969887"/>
                  </a:lnTo>
                  <a:cubicBezTo>
                    <a:pt x="2143162" y="3969887"/>
                    <a:pt x="1993106" y="3819307"/>
                    <a:pt x="1993106" y="3634465"/>
                  </a:cubicBezTo>
                  <a:lnTo>
                    <a:pt x="1993106" y="3310225"/>
                  </a:lnTo>
                  <a:cubicBezTo>
                    <a:pt x="1993106" y="3125362"/>
                    <a:pt x="2143162" y="2974803"/>
                    <a:pt x="2327396" y="2974803"/>
                  </a:cubicBezTo>
                  <a:close/>
                  <a:moveTo>
                    <a:pt x="7200599" y="2842854"/>
                  </a:moveTo>
                  <a:cubicBezTo>
                    <a:pt x="7282320" y="2842854"/>
                    <a:pt x="7349186" y="2909930"/>
                    <a:pt x="7349186" y="2991924"/>
                  </a:cubicBezTo>
                  <a:lnTo>
                    <a:pt x="7349186" y="2999393"/>
                  </a:lnTo>
                  <a:cubicBezTo>
                    <a:pt x="7349186" y="3081366"/>
                    <a:pt x="7282320" y="3148463"/>
                    <a:pt x="7200599" y="3148463"/>
                  </a:cubicBezTo>
                  <a:cubicBezTo>
                    <a:pt x="7118899" y="3148463"/>
                    <a:pt x="7052033" y="3081366"/>
                    <a:pt x="7052033" y="2999393"/>
                  </a:cubicBezTo>
                  <a:lnTo>
                    <a:pt x="7052033" y="2991924"/>
                  </a:lnTo>
                  <a:cubicBezTo>
                    <a:pt x="7052033" y="2909930"/>
                    <a:pt x="7118899" y="2842854"/>
                    <a:pt x="7200599" y="2842854"/>
                  </a:cubicBezTo>
                  <a:close/>
                  <a:moveTo>
                    <a:pt x="148566" y="2842854"/>
                  </a:moveTo>
                  <a:cubicBezTo>
                    <a:pt x="230287" y="2842854"/>
                    <a:pt x="297153" y="2909930"/>
                    <a:pt x="297153" y="2991924"/>
                  </a:cubicBezTo>
                  <a:lnTo>
                    <a:pt x="297153" y="2999393"/>
                  </a:lnTo>
                  <a:cubicBezTo>
                    <a:pt x="297153" y="3081366"/>
                    <a:pt x="230287" y="3148463"/>
                    <a:pt x="148566" y="3148463"/>
                  </a:cubicBezTo>
                  <a:cubicBezTo>
                    <a:pt x="66866" y="3148463"/>
                    <a:pt x="0" y="3081366"/>
                    <a:pt x="0" y="2999393"/>
                  </a:cubicBezTo>
                  <a:lnTo>
                    <a:pt x="0" y="2991924"/>
                  </a:lnTo>
                  <a:cubicBezTo>
                    <a:pt x="0" y="2909930"/>
                    <a:pt x="66866" y="2842854"/>
                    <a:pt x="148566" y="2842854"/>
                  </a:cubicBezTo>
                  <a:close/>
                  <a:moveTo>
                    <a:pt x="7200599" y="2303182"/>
                  </a:moveTo>
                  <a:cubicBezTo>
                    <a:pt x="7282320" y="2303182"/>
                    <a:pt x="7349186" y="2370258"/>
                    <a:pt x="7349186" y="2452252"/>
                  </a:cubicBezTo>
                  <a:lnTo>
                    <a:pt x="7349186" y="2459721"/>
                  </a:lnTo>
                  <a:cubicBezTo>
                    <a:pt x="7349186" y="2541694"/>
                    <a:pt x="7282320" y="2608791"/>
                    <a:pt x="7200599" y="2608791"/>
                  </a:cubicBezTo>
                  <a:cubicBezTo>
                    <a:pt x="7118899" y="2608791"/>
                    <a:pt x="7052033" y="2541694"/>
                    <a:pt x="7052033" y="2459721"/>
                  </a:cubicBezTo>
                  <a:lnTo>
                    <a:pt x="7052033" y="2452252"/>
                  </a:lnTo>
                  <a:cubicBezTo>
                    <a:pt x="7052033" y="2370258"/>
                    <a:pt x="7118899" y="2303182"/>
                    <a:pt x="7200599" y="2303182"/>
                  </a:cubicBezTo>
                  <a:close/>
                  <a:moveTo>
                    <a:pt x="148566" y="2303182"/>
                  </a:moveTo>
                  <a:cubicBezTo>
                    <a:pt x="230287" y="2303182"/>
                    <a:pt x="297153" y="2370258"/>
                    <a:pt x="297153" y="2452252"/>
                  </a:cubicBezTo>
                  <a:lnTo>
                    <a:pt x="297153" y="2459721"/>
                  </a:lnTo>
                  <a:cubicBezTo>
                    <a:pt x="297153" y="2541694"/>
                    <a:pt x="230287" y="2608791"/>
                    <a:pt x="148566" y="2608791"/>
                  </a:cubicBezTo>
                  <a:cubicBezTo>
                    <a:pt x="66866" y="2608791"/>
                    <a:pt x="0" y="2541694"/>
                    <a:pt x="0" y="2459721"/>
                  </a:cubicBezTo>
                  <a:lnTo>
                    <a:pt x="0" y="2452252"/>
                  </a:lnTo>
                  <a:cubicBezTo>
                    <a:pt x="0" y="2370258"/>
                    <a:pt x="66866" y="2303182"/>
                    <a:pt x="148566" y="2303182"/>
                  </a:cubicBezTo>
                  <a:close/>
                  <a:moveTo>
                    <a:pt x="4699377" y="2030387"/>
                  </a:moveTo>
                  <a:cubicBezTo>
                    <a:pt x="4637714" y="2030387"/>
                    <a:pt x="4587947" y="2080343"/>
                    <a:pt x="4587947" y="2142195"/>
                  </a:cubicBezTo>
                  <a:lnTo>
                    <a:pt x="4587947" y="2466434"/>
                  </a:lnTo>
                  <a:cubicBezTo>
                    <a:pt x="4587947" y="2528307"/>
                    <a:pt x="4637714" y="2578242"/>
                    <a:pt x="4699377" y="2578242"/>
                  </a:cubicBezTo>
                  <a:lnTo>
                    <a:pt x="5022525" y="2578242"/>
                  </a:lnTo>
                  <a:cubicBezTo>
                    <a:pt x="5084188" y="2578242"/>
                    <a:pt x="5133955" y="2528307"/>
                    <a:pt x="5133955" y="2466434"/>
                  </a:cubicBezTo>
                  <a:lnTo>
                    <a:pt x="5133955" y="2142195"/>
                  </a:lnTo>
                  <a:cubicBezTo>
                    <a:pt x="5133955" y="2080343"/>
                    <a:pt x="5084188" y="2030387"/>
                    <a:pt x="5022525" y="2030387"/>
                  </a:cubicBezTo>
                  <a:close/>
                  <a:moveTo>
                    <a:pt x="3513009" y="2030387"/>
                  </a:moveTo>
                  <a:cubicBezTo>
                    <a:pt x="3451346" y="2030387"/>
                    <a:pt x="3401579" y="2080343"/>
                    <a:pt x="3401579" y="2142195"/>
                  </a:cubicBezTo>
                  <a:lnTo>
                    <a:pt x="3401579" y="2466434"/>
                  </a:lnTo>
                  <a:cubicBezTo>
                    <a:pt x="3401579" y="2528307"/>
                    <a:pt x="3451346" y="2578242"/>
                    <a:pt x="3513009" y="2578242"/>
                  </a:cubicBezTo>
                  <a:lnTo>
                    <a:pt x="3836158" y="2578242"/>
                  </a:lnTo>
                  <a:cubicBezTo>
                    <a:pt x="3897821" y="2578242"/>
                    <a:pt x="3947587" y="2528307"/>
                    <a:pt x="3947587" y="2466434"/>
                  </a:cubicBezTo>
                  <a:lnTo>
                    <a:pt x="3947587" y="2142195"/>
                  </a:lnTo>
                  <a:cubicBezTo>
                    <a:pt x="3947587" y="2080343"/>
                    <a:pt x="3897821" y="2030387"/>
                    <a:pt x="3836158" y="2030387"/>
                  </a:cubicBezTo>
                  <a:close/>
                  <a:moveTo>
                    <a:pt x="2327396" y="2030387"/>
                  </a:moveTo>
                  <a:cubicBezTo>
                    <a:pt x="2265733" y="2030387"/>
                    <a:pt x="2215966" y="2080343"/>
                    <a:pt x="2215966" y="2142195"/>
                  </a:cubicBezTo>
                  <a:lnTo>
                    <a:pt x="2215966" y="2466434"/>
                  </a:lnTo>
                  <a:cubicBezTo>
                    <a:pt x="2215966" y="2528307"/>
                    <a:pt x="2265733" y="2578242"/>
                    <a:pt x="2327396" y="2578242"/>
                  </a:cubicBezTo>
                  <a:lnTo>
                    <a:pt x="2650545" y="2578242"/>
                  </a:lnTo>
                  <a:cubicBezTo>
                    <a:pt x="2712208" y="2578242"/>
                    <a:pt x="2761974" y="2528307"/>
                    <a:pt x="2761974" y="2466434"/>
                  </a:cubicBezTo>
                  <a:lnTo>
                    <a:pt x="2761974" y="2142195"/>
                  </a:lnTo>
                  <a:cubicBezTo>
                    <a:pt x="2761974" y="2080343"/>
                    <a:pt x="2712208" y="2030387"/>
                    <a:pt x="2650545" y="2030387"/>
                  </a:cubicBezTo>
                  <a:close/>
                  <a:moveTo>
                    <a:pt x="4699377" y="1806038"/>
                  </a:moveTo>
                  <a:lnTo>
                    <a:pt x="5022525" y="1806038"/>
                  </a:lnTo>
                  <a:cubicBezTo>
                    <a:pt x="5206759" y="1806038"/>
                    <a:pt x="5356815" y="1956597"/>
                    <a:pt x="5356815" y="2141460"/>
                  </a:cubicBezTo>
                  <a:lnTo>
                    <a:pt x="5356815" y="2465700"/>
                  </a:lnTo>
                  <a:cubicBezTo>
                    <a:pt x="5356815" y="2650542"/>
                    <a:pt x="5206759" y="2801122"/>
                    <a:pt x="5022525" y="2801122"/>
                  </a:cubicBezTo>
                  <a:lnTo>
                    <a:pt x="4699377" y="2801122"/>
                  </a:lnTo>
                  <a:cubicBezTo>
                    <a:pt x="4515143" y="2801122"/>
                    <a:pt x="4365087" y="2650542"/>
                    <a:pt x="4365087" y="2465700"/>
                  </a:cubicBezTo>
                  <a:lnTo>
                    <a:pt x="4365087" y="2141460"/>
                  </a:lnTo>
                  <a:cubicBezTo>
                    <a:pt x="4365087" y="1956597"/>
                    <a:pt x="4515143" y="1806038"/>
                    <a:pt x="4699377" y="1806038"/>
                  </a:cubicBezTo>
                  <a:close/>
                  <a:moveTo>
                    <a:pt x="3513009" y="1806038"/>
                  </a:moveTo>
                  <a:lnTo>
                    <a:pt x="3836158" y="1806038"/>
                  </a:lnTo>
                  <a:cubicBezTo>
                    <a:pt x="4020391" y="1806038"/>
                    <a:pt x="4170447" y="1956597"/>
                    <a:pt x="4170447" y="2141460"/>
                  </a:cubicBezTo>
                  <a:lnTo>
                    <a:pt x="4170447" y="2465700"/>
                  </a:lnTo>
                  <a:cubicBezTo>
                    <a:pt x="4170447" y="2650542"/>
                    <a:pt x="4020391" y="2801122"/>
                    <a:pt x="3836158" y="2801122"/>
                  </a:cubicBezTo>
                  <a:lnTo>
                    <a:pt x="3513009" y="2801122"/>
                  </a:lnTo>
                  <a:cubicBezTo>
                    <a:pt x="3328775" y="2801122"/>
                    <a:pt x="3178719" y="2650542"/>
                    <a:pt x="3178719" y="2465700"/>
                  </a:cubicBezTo>
                  <a:lnTo>
                    <a:pt x="3178719" y="2141460"/>
                  </a:lnTo>
                  <a:cubicBezTo>
                    <a:pt x="3178719" y="1956597"/>
                    <a:pt x="3328775" y="1806038"/>
                    <a:pt x="3513009" y="1806038"/>
                  </a:cubicBezTo>
                  <a:close/>
                  <a:moveTo>
                    <a:pt x="2327396" y="1806038"/>
                  </a:moveTo>
                  <a:lnTo>
                    <a:pt x="2650545" y="1806038"/>
                  </a:lnTo>
                  <a:cubicBezTo>
                    <a:pt x="2834778" y="1806038"/>
                    <a:pt x="2984834" y="1956597"/>
                    <a:pt x="2984834" y="2141460"/>
                  </a:cubicBezTo>
                  <a:lnTo>
                    <a:pt x="2984834" y="2465700"/>
                  </a:lnTo>
                  <a:cubicBezTo>
                    <a:pt x="2984834" y="2650542"/>
                    <a:pt x="2834778" y="2801122"/>
                    <a:pt x="2650545" y="2801122"/>
                  </a:cubicBezTo>
                  <a:lnTo>
                    <a:pt x="2327396" y="2801122"/>
                  </a:lnTo>
                  <a:cubicBezTo>
                    <a:pt x="2143162" y="2801122"/>
                    <a:pt x="1993106" y="2650542"/>
                    <a:pt x="1993106" y="2465700"/>
                  </a:cubicBezTo>
                  <a:lnTo>
                    <a:pt x="1993106" y="2141460"/>
                  </a:lnTo>
                  <a:cubicBezTo>
                    <a:pt x="1993106" y="1956597"/>
                    <a:pt x="2143162" y="1806038"/>
                    <a:pt x="2327396" y="1806038"/>
                  </a:cubicBezTo>
                  <a:close/>
                  <a:moveTo>
                    <a:pt x="7200599" y="1763552"/>
                  </a:moveTo>
                  <a:cubicBezTo>
                    <a:pt x="7282320" y="1763552"/>
                    <a:pt x="7349186" y="1830628"/>
                    <a:pt x="7349186" y="1912622"/>
                  </a:cubicBezTo>
                  <a:lnTo>
                    <a:pt x="7349186" y="1920091"/>
                  </a:lnTo>
                  <a:cubicBezTo>
                    <a:pt x="7349186" y="2002064"/>
                    <a:pt x="7282320" y="2069161"/>
                    <a:pt x="7200599" y="2069161"/>
                  </a:cubicBezTo>
                  <a:cubicBezTo>
                    <a:pt x="7118899" y="2069161"/>
                    <a:pt x="7052033" y="2002064"/>
                    <a:pt x="7052033" y="1920091"/>
                  </a:cubicBezTo>
                  <a:lnTo>
                    <a:pt x="7052033" y="1912622"/>
                  </a:lnTo>
                  <a:cubicBezTo>
                    <a:pt x="7052033" y="1830628"/>
                    <a:pt x="7118899" y="1763552"/>
                    <a:pt x="7200599" y="1763552"/>
                  </a:cubicBezTo>
                  <a:close/>
                  <a:moveTo>
                    <a:pt x="148566" y="1763552"/>
                  </a:moveTo>
                  <a:cubicBezTo>
                    <a:pt x="230287" y="1763552"/>
                    <a:pt x="297153" y="1830628"/>
                    <a:pt x="297153" y="1912622"/>
                  </a:cubicBezTo>
                  <a:lnTo>
                    <a:pt x="297153" y="1920091"/>
                  </a:lnTo>
                  <a:cubicBezTo>
                    <a:pt x="297153" y="2002064"/>
                    <a:pt x="230287" y="2069161"/>
                    <a:pt x="148566" y="2069161"/>
                  </a:cubicBezTo>
                  <a:cubicBezTo>
                    <a:pt x="66866" y="2069161"/>
                    <a:pt x="0" y="2002064"/>
                    <a:pt x="0" y="1920091"/>
                  </a:cubicBezTo>
                  <a:lnTo>
                    <a:pt x="0" y="1912622"/>
                  </a:lnTo>
                  <a:cubicBezTo>
                    <a:pt x="0" y="1830628"/>
                    <a:pt x="66866" y="1763552"/>
                    <a:pt x="148566" y="1763552"/>
                  </a:cubicBezTo>
                  <a:close/>
                  <a:moveTo>
                    <a:pt x="428538" y="1380437"/>
                  </a:moveTo>
                  <a:lnTo>
                    <a:pt x="486870" y="1382002"/>
                  </a:lnTo>
                  <a:cubicBezTo>
                    <a:pt x="543210" y="1395137"/>
                    <a:pt x="588899" y="1440975"/>
                    <a:pt x="599489" y="1501920"/>
                  </a:cubicBezTo>
                  <a:cubicBezTo>
                    <a:pt x="613609" y="1583158"/>
                    <a:pt x="559373" y="1659928"/>
                    <a:pt x="478408" y="1674090"/>
                  </a:cubicBezTo>
                  <a:cubicBezTo>
                    <a:pt x="468735" y="1676335"/>
                    <a:pt x="459839" y="1677069"/>
                    <a:pt x="450167" y="1677069"/>
                  </a:cubicBezTo>
                  <a:cubicBezTo>
                    <a:pt x="379608" y="1677069"/>
                    <a:pt x="315721" y="1627890"/>
                    <a:pt x="302336" y="1556324"/>
                  </a:cubicBezTo>
                  <a:cubicBezTo>
                    <a:pt x="287481" y="1475820"/>
                    <a:pt x="338003" y="1398295"/>
                    <a:pt x="418234" y="1382643"/>
                  </a:cubicBezTo>
                  <a:close/>
                  <a:moveTo>
                    <a:pt x="427885" y="1380419"/>
                  </a:moveTo>
                  <a:lnTo>
                    <a:pt x="428620" y="1380419"/>
                  </a:lnTo>
                  <a:lnTo>
                    <a:pt x="428538" y="1380437"/>
                  </a:lnTo>
                  <a:close/>
                  <a:moveTo>
                    <a:pt x="6920524" y="1379687"/>
                  </a:moveTo>
                  <a:lnTo>
                    <a:pt x="6930931" y="1381911"/>
                  </a:lnTo>
                  <a:lnTo>
                    <a:pt x="6930197" y="1381911"/>
                  </a:lnTo>
                  <a:cubicBezTo>
                    <a:pt x="7011162" y="1397563"/>
                    <a:pt x="7063908" y="1475843"/>
                    <a:pt x="7048298" y="1556347"/>
                  </a:cubicBezTo>
                  <a:cubicBezTo>
                    <a:pt x="7034934" y="1627154"/>
                    <a:pt x="6972536" y="1677089"/>
                    <a:pt x="6902712" y="1677089"/>
                  </a:cubicBezTo>
                  <a:cubicBezTo>
                    <a:pt x="6893039" y="1677089"/>
                    <a:pt x="6884143" y="1676334"/>
                    <a:pt x="6874471" y="1673355"/>
                  </a:cubicBezTo>
                  <a:lnTo>
                    <a:pt x="6870023" y="1673355"/>
                  </a:lnTo>
                  <a:cubicBezTo>
                    <a:pt x="6789037" y="1659192"/>
                    <a:pt x="6734822" y="1582423"/>
                    <a:pt x="6748921" y="1501187"/>
                  </a:cubicBezTo>
                  <a:cubicBezTo>
                    <a:pt x="6763041" y="1419928"/>
                    <a:pt x="6839559" y="1365525"/>
                    <a:pt x="6920524" y="1379687"/>
                  </a:cubicBezTo>
                  <a:close/>
                  <a:moveTo>
                    <a:pt x="6360417" y="1372238"/>
                  </a:moveTo>
                  <a:cubicBezTo>
                    <a:pt x="6442138" y="1372238"/>
                    <a:pt x="6510494" y="1439314"/>
                    <a:pt x="6510494" y="1521307"/>
                  </a:cubicBezTo>
                  <a:cubicBezTo>
                    <a:pt x="6510494" y="1603299"/>
                    <a:pt x="6445117" y="1670396"/>
                    <a:pt x="6363396" y="1670396"/>
                  </a:cubicBezTo>
                  <a:lnTo>
                    <a:pt x="6360417" y="1670396"/>
                  </a:lnTo>
                  <a:cubicBezTo>
                    <a:pt x="6278717" y="1670396"/>
                    <a:pt x="6211851" y="1603299"/>
                    <a:pt x="6211851" y="1521307"/>
                  </a:cubicBezTo>
                  <a:cubicBezTo>
                    <a:pt x="6211851" y="1439314"/>
                    <a:pt x="6278717" y="1372238"/>
                    <a:pt x="6360417" y="1372238"/>
                  </a:cubicBezTo>
                  <a:close/>
                  <a:moveTo>
                    <a:pt x="985789" y="1372237"/>
                  </a:moveTo>
                  <a:lnTo>
                    <a:pt x="988748" y="1372237"/>
                  </a:lnTo>
                  <a:cubicBezTo>
                    <a:pt x="1070468" y="1372237"/>
                    <a:pt x="1137335" y="1439313"/>
                    <a:pt x="1137335" y="1521307"/>
                  </a:cubicBezTo>
                  <a:cubicBezTo>
                    <a:pt x="1137335" y="1603299"/>
                    <a:pt x="1070468" y="1670396"/>
                    <a:pt x="988748" y="1670396"/>
                  </a:cubicBezTo>
                  <a:cubicBezTo>
                    <a:pt x="907027" y="1670396"/>
                    <a:pt x="838692" y="1603299"/>
                    <a:pt x="838692" y="1521307"/>
                  </a:cubicBezTo>
                  <a:cubicBezTo>
                    <a:pt x="838692" y="1439313"/>
                    <a:pt x="904068" y="1372237"/>
                    <a:pt x="985789" y="1372237"/>
                  </a:cubicBezTo>
                  <a:close/>
                  <a:moveTo>
                    <a:pt x="4699377" y="861646"/>
                  </a:moveTo>
                  <a:cubicBezTo>
                    <a:pt x="4637714" y="861646"/>
                    <a:pt x="4587947" y="911581"/>
                    <a:pt x="4587947" y="973454"/>
                  </a:cubicBezTo>
                  <a:lnTo>
                    <a:pt x="4587947" y="1297694"/>
                  </a:lnTo>
                  <a:cubicBezTo>
                    <a:pt x="4587947" y="1359567"/>
                    <a:pt x="4637714" y="1409501"/>
                    <a:pt x="4699377" y="1409501"/>
                  </a:cubicBezTo>
                  <a:lnTo>
                    <a:pt x="5022525" y="1409501"/>
                  </a:lnTo>
                  <a:cubicBezTo>
                    <a:pt x="5084188" y="1409501"/>
                    <a:pt x="5133955" y="1359567"/>
                    <a:pt x="5133955" y="1297694"/>
                  </a:cubicBezTo>
                  <a:lnTo>
                    <a:pt x="5133955" y="973454"/>
                  </a:lnTo>
                  <a:cubicBezTo>
                    <a:pt x="5133955" y="911581"/>
                    <a:pt x="5084188" y="861646"/>
                    <a:pt x="5022525" y="861646"/>
                  </a:cubicBezTo>
                  <a:close/>
                  <a:moveTo>
                    <a:pt x="2327396" y="861646"/>
                  </a:moveTo>
                  <a:cubicBezTo>
                    <a:pt x="2265733" y="861646"/>
                    <a:pt x="2215966" y="911581"/>
                    <a:pt x="2215966" y="973454"/>
                  </a:cubicBezTo>
                  <a:lnTo>
                    <a:pt x="2215966" y="1297694"/>
                  </a:lnTo>
                  <a:cubicBezTo>
                    <a:pt x="2215966" y="1359567"/>
                    <a:pt x="2265733" y="1409501"/>
                    <a:pt x="2327396" y="1409501"/>
                  </a:cubicBezTo>
                  <a:lnTo>
                    <a:pt x="2650545" y="1409501"/>
                  </a:lnTo>
                  <a:cubicBezTo>
                    <a:pt x="2712208" y="1409501"/>
                    <a:pt x="2761974" y="1359567"/>
                    <a:pt x="2761974" y="1297694"/>
                  </a:cubicBezTo>
                  <a:lnTo>
                    <a:pt x="2761974" y="973454"/>
                  </a:lnTo>
                  <a:cubicBezTo>
                    <a:pt x="2761974" y="911581"/>
                    <a:pt x="2712208" y="861646"/>
                    <a:pt x="2650545" y="861646"/>
                  </a:cubicBezTo>
                  <a:close/>
                  <a:moveTo>
                    <a:pt x="3513009" y="861644"/>
                  </a:moveTo>
                  <a:cubicBezTo>
                    <a:pt x="3451346" y="861644"/>
                    <a:pt x="3401579" y="911579"/>
                    <a:pt x="3401579" y="973452"/>
                  </a:cubicBezTo>
                  <a:lnTo>
                    <a:pt x="3401579" y="1297691"/>
                  </a:lnTo>
                  <a:cubicBezTo>
                    <a:pt x="3401579" y="1359564"/>
                    <a:pt x="3451346" y="1409498"/>
                    <a:pt x="3513009" y="1409498"/>
                  </a:cubicBezTo>
                  <a:lnTo>
                    <a:pt x="3836158" y="1409498"/>
                  </a:lnTo>
                  <a:cubicBezTo>
                    <a:pt x="3897821" y="1409498"/>
                    <a:pt x="3947587" y="1359564"/>
                    <a:pt x="3947587" y="1297691"/>
                  </a:cubicBezTo>
                  <a:lnTo>
                    <a:pt x="3947587" y="973452"/>
                  </a:lnTo>
                  <a:cubicBezTo>
                    <a:pt x="3947587" y="911579"/>
                    <a:pt x="3897821" y="861644"/>
                    <a:pt x="3836158" y="861644"/>
                  </a:cubicBezTo>
                  <a:close/>
                  <a:moveTo>
                    <a:pt x="4699377" y="638031"/>
                  </a:moveTo>
                  <a:lnTo>
                    <a:pt x="5022525" y="638031"/>
                  </a:lnTo>
                  <a:cubicBezTo>
                    <a:pt x="5206759" y="638031"/>
                    <a:pt x="5356815" y="788590"/>
                    <a:pt x="5356815" y="973454"/>
                  </a:cubicBezTo>
                  <a:lnTo>
                    <a:pt x="5356815" y="1297694"/>
                  </a:lnTo>
                  <a:cubicBezTo>
                    <a:pt x="5356815" y="1482536"/>
                    <a:pt x="5206759" y="1633113"/>
                    <a:pt x="5022525" y="1633113"/>
                  </a:cubicBezTo>
                  <a:lnTo>
                    <a:pt x="4699377" y="1633113"/>
                  </a:lnTo>
                  <a:cubicBezTo>
                    <a:pt x="4515143" y="1633113"/>
                    <a:pt x="4365087" y="1482536"/>
                    <a:pt x="4365087" y="1297694"/>
                  </a:cubicBezTo>
                  <a:lnTo>
                    <a:pt x="4365087" y="973454"/>
                  </a:lnTo>
                  <a:cubicBezTo>
                    <a:pt x="4365087" y="788590"/>
                    <a:pt x="4515143" y="638031"/>
                    <a:pt x="4699377" y="638031"/>
                  </a:cubicBezTo>
                  <a:close/>
                  <a:moveTo>
                    <a:pt x="2327396" y="638031"/>
                  </a:moveTo>
                  <a:lnTo>
                    <a:pt x="2650545" y="638031"/>
                  </a:lnTo>
                  <a:cubicBezTo>
                    <a:pt x="2834778" y="638031"/>
                    <a:pt x="2984834" y="788590"/>
                    <a:pt x="2984834" y="973454"/>
                  </a:cubicBezTo>
                  <a:lnTo>
                    <a:pt x="2984834" y="1297694"/>
                  </a:lnTo>
                  <a:cubicBezTo>
                    <a:pt x="2984834" y="1482536"/>
                    <a:pt x="2834778" y="1633113"/>
                    <a:pt x="2650545" y="1633113"/>
                  </a:cubicBezTo>
                  <a:lnTo>
                    <a:pt x="2327396" y="1633113"/>
                  </a:lnTo>
                  <a:cubicBezTo>
                    <a:pt x="2143162" y="1633113"/>
                    <a:pt x="1993106" y="1482536"/>
                    <a:pt x="1993106" y="1297694"/>
                  </a:cubicBezTo>
                  <a:lnTo>
                    <a:pt x="1993106" y="973454"/>
                  </a:lnTo>
                  <a:cubicBezTo>
                    <a:pt x="1993106" y="788590"/>
                    <a:pt x="2143162" y="638031"/>
                    <a:pt x="2327396" y="638031"/>
                  </a:cubicBezTo>
                  <a:close/>
                  <a:moveTo>
                    <a:pt x="3513009" y="638029"/>
                  </a:moveTo>
                  <a:lnTo>
                    <a:pt x="3836158" y="638029"/>
                  </a:lnTo>
                  <a:cubicBezTo>
                    <a:pt x="4020391" y="638029"/>
                    <a:pt x="4170447" y="788588"/>
                    <a:pt x="4170447" y="973452"/>
                  </a:cubicBezTo>
                  <a:lnTo>
                    <a:pt x="4170447" y="1297691"/>
                  </a:lnTo>
                  <a:cubicBezTo>
                    <a:pt x="4170447" y="1482533"/>
                    <a:pt x="4020391" y="1633113"/>
                    <a:pt x="3836158" y="1633113"/>
                  </a:cubicBezTo>
                  <a:lnTo>
                    <a:pt x="3513009" y="1633113"/>
                  </a:lnTo>
                  <a:cubicBezTo>
                    <a:pt x="3328775" y="1633113"/>
                    <a:pt x="3178719" y="1482533"/>
                    <a:pt x="3178719" y="1297691"/>
                  </a:cubicBezTo>
                  <a:lnTo>
                    <a:pt x="3178719" y="973452"/>
                  </a:lnTo>
                  <a:cubicBezTo>
                    <a:pt x="3178719" y="788588"/>
                    <a:pt x="3328775" y="638029"/>
                    <a:pt x="3513009" y="638029"/>
                  </a:cubicBezTo>
                  <a:close/>
                  <a:moveTo>
                    <a:pt x="1472359" y="446494"/>
                  </a:moveTo>
                  <a:cubicBezTo>
                    <a:pt x="1534022" y="446494"/>
                    <a:pt x="1583789" y="496429"/>
                    <a:pt x="1583789" y="558302"/>
                  </a:cubicBezTo>
                  <a:lnTo>
                    <a:pt x="1583789" y="5113286"/>
                  </a:lnTo>
                  <a:cubicBezTo>
                    <a:pt x="1583789" y="5257153"/>
                    <a:pt x="1700422" y="5374163"/>
                    <a:pt x="1843785" y="5374163"/>
                  </a:cubicBezTo>
                  <a:lnTo>
                    <a:pt x="3178718" y="5374163"/>
                  </a:lnTo>
                  <a:lnTo>
                    <a:pt x="3178718" y="4719726"/>
                  </a:lnTo>
                  <a:cubicBezTo>
                    <a:pt x="3178718" y="4534883"/>
                    <a:pt x="3328795" y="4384303"/>
                    <a:pt x="3513008" y="4384303"/>
                  </a:cubicBezTo>
                  <a:lnTo>
                    <a:pt x="3836156" y="4384303"/>
                  </a:lnTo>
                  <a:cubicBezTo>
                    <a:pt x="4020390" y="4384303"/>
                    <a:pt x="4170446" y="4534883"/>
                    <a:pt x="4170446" y="4719726"/>
                  </a:cubicBezTo>
                  <a:lnTo>
                    <a:pt x="4170446" y="5374163"/>
                  </a:lnTo>
                  <a:lnTo>
                    <a:pt x="5505380" y="5374163"/>
                  </a:lnTo>
                  <a:cubicBezTo>
                    <a:pt x="5648764" y="5374163"/>
                    <a:pt x="5765396" y="5257153"/>
                    <a:pt x="5765396" y="5113286"/>
                  </a:cubicBezTo>
                  <a:lnTo>
                    <a:pt x="5765396" y="558302"/>
                  </a:lnTo>
                  <a:cubicBezTo>
                    <a:pt x="5765396" y="496429"/>
                    <a:pt x="5815163" y="446494"/>
                    <a:pt x="5876826" y="446494"/>
                  </a:cubicBezTo>
                  <a:cubicBezTo>
                    <a:pt x="5938489" y="446494"/>
                    <a:pt x="5988256" y="496429"/>
                    <a:pt x="5988256" y="558302"/>
                  </a:cubicBezTo>
                  <a:lnTo>
                    <a:pt x="5988256" y="5113286"/>
                  </a:lnTo>
                  <a:cubicBezTo>
                    <a:pt x="5988256" y="5380143"/>
                    <a:pt x="5771334" y="5597778"/>
                    <a:pt x="5505380" y="5597778"/>
                  </a:cubicBezTo>
                  <a:lnTo>
                    <a:pt x="4059016" y="5597778"/>
                  </a:lnTo>
                  <a:cubicBezTo>
                    <a:pt x="3997374" y="5597778"/>
                    <a:pt x="3947586" y="5547844"/>
                    <a:pt x="3947586" y="5485971"/>
                  </a:cubicBezTo>
                  <a:lnTo>
                    <a:pt x="3947586" y="4719726"/>
                  </a:lnTo>
                  <a:cubicBezTo>
                    <a:pt x="3947586" y="4657874"/>
                    <a:pt x="3897819" y="4607918"/>
                    <a:pt x="3836156" y="4607918"/>
                  </a:cubicBezTo>
                  <a:lnTo>
                    <a:pt x="3513008" y="4607918"/>
                  </a:lnTo>
                  <a:cubicBezTo>
                    <a:pt x="3451366" y="4607918"/>
                    <a:pt x="3401578" y="4657874"/>
                    <a:pt x="3401578" y="4719726"/>
                  </a:cubicBezTo>
                  <a:lnTo>
                    <a:pt x="3401578" y="5485971"/>
                  </a:lnTo>
                  <a:cubicBezTo>
                    <a:pt x="3401578" y="5547844"/>
                    <a:pt x="3351811" y="5597778"/>
                    <a:pt x="3290148" y="5597778"/>
                  </a:cubicBezTo>
                  <a:lnTo>
                    <a:pt x="1843785" y="5597778"/>
                  </a:lnTo>
                  <a:cubicBezTo>
                    <a:pt x="1577851" y="5597778"/>
                    <a:pt x="1360929" y="5380143"/>
                    <a:pt x="1360929" y="5113286"/>
                  </a:cubicBezTo>
                  <a:lnTo>
                    <a:pt x="1360929" y="558302"/>
                  </a:lnTo>
                  <a:cubicBezTo>
                    <a:pt x="1360929" y="496429"/>
                    <a:pt x="1410696" y="446494"/>
                    <a:pt x="1472359" y="446494"/>
                  </a:cubicBezTo>
                  <a:close/>
                  <a:moveTo>
                    <a:pt x="1472359" y="0"/>
                  </a:moveTo>
                  <a:lnTo>
                    <a:pt x="5876826" y="0"/>
                  </a:lnTo>
                  <a:cubicBezTo>
                    <a:pt x="5938489" y="0"/>
                    <a:pt x="5988256" y="49935"/>
                    <a:pt x="5988256" y="111808"/>
                  </a:cubicBezTo>
                  <a:cubicBezTo>
                    <a:pt x="5988256" y="173681"/>
                    <a:pt x="5938489" y="223615"/>
                    <a:pt x="5876826" y="223615"/>
                  </a:cubicBezTo>
                  <a:lnTo>
                    <a:pt x="1472359" y="223615"/>
                  </a:lnTo>
                  <a:cubicBezTo>
                    <a:pt x="1410696" y="223615"/>
                    <a:pt x="1360929" y="173681"/>
                    <a:pt x="1360929" y="111808"/>
                  </a:cubicBezTo>
                  <a:cubicBezTo>
                    <a:pt x="1360929" y="49935"/>
                    <a:pt x="1410696" y="0"/>
                    <a:pt x="1472359" y="0"/>
                  </a:cubicBezTo>
                  <a:close/>
                </a:path>
              </a:pathLst>
            </a:custGeom>
            <a:solidFill>
              <a:schemeClr val="tx1"/>
            </a:solidFill>
            <a:ln w="346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O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9" name="Rounded Rectangle 58">
              <a:extLst>
                <a:ext uri="{FF2B5EF4-FFF2-40B4-BE49-F238E27FC236}">
                  <a16:creationId xmlns:a16="http://schemas.microsoft.com/office/drawing/2014/main" id="{0BDC18EF-53EB-D380-7AFD-E292DD9A5293}"/>
                </a:ext>
              </a:extLst>
            </p:cNvPr>
            <p:cNvSpPr/>
            <p:nvPr/>
          </p:nvSpPr>
          <p:spPr>
            <a:xfrm>
              <a:off x="1328263" y="4201719"/>
              <a:ext cx="495311" cy="160117"/>
            </a:xfrm>
            <a:prstGeom prst="roundRect">
              <a:avLst/>
            </a:prstGeom>
            <a:solidFill>
              <a:srgbClr val="246CF7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ZT Branch</a:t>
              </a:r>
            </a:p>
          </p:txBody>
        </p:sp>
        <p:sp>
          <p:nvSpPr>
            <p:cNvPr id="60" name="Rounded Rectangle 59">
              <a:extLst>
                <a:ext uri="{FF2B5EF4-FFF2-40B4-BE49-F238E27FC236}">
                  <a16:creationId xmlns:a16="http://schemas.microsoft.com/office/drawing/2014/main" id="{14ECE949-9A08-7BFD-1975-047C5BFC4DED}"/>
                </a:ext>
              </a:extLst>
            </p:cNvPr>
            <p:cNvSpPr/>
            <p:nvPr/>
          </p:nvSpPr>
          <p:spPr>
            <a:xfrm>
              <a:off x="2041643" y="4201719"/>
              <a:ext cx="495311" cy="160117"/>
            </a:xfrm>
            <a:prstGeom prst="roundRect">
              <a:avLst/>
            </a:prstGeom>
            <a:solidFill>
              <a:srgbClr val="246CF7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ZT Branch</a:t>
              </a:r>
            </a:p>
          </p:txBody>
        </p:sp>
        <p:sp>
          <p:nvSpPr>
            <p:cNvPr id="61" name="Rounded Rectangle 60">
              <a:extLst>
                <a:ext uri="{FF2B5EF4-FFF2-40B4-BE49-F238E27FC236}">
                  <a16:creationId xmlns:a16="http://schemas.microsoft.com/office/drawing/2014/main" id="{5E1F99C5-176F-A42B-231D-1D3FE6566251}"/>
                </a:ext>
              </a:extLst>
            </p:cNvPr>
            <p:cNvSpPr/>
            <p:nvPr/>
          </p:nvSpPr>
          <p:spPr>
            <a:xfrm>
              <a:off x="2765398" y="4198384"/>
              <a:ext cx="495311" cy="160117"/>
            </a:xfrm>
            <a:prstGeom prst="roundRect">
              <a:avLst/>
            </a:prstGeom>
            <a:solidFill>
              <a:srgbClr val="246CF7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ZT Branch</a:t>
              </a:r>
            </a:p>
          </p:txBody>
        </p: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10353331-6C12-A3D6-7A90-F5F4A04F0CCE}"/>
              </a:ext>
            </a:extLst>
          </p:cNvPr>
          <p:cNvGrpSpPr/>
          <p:nvPr/>
        </p:nvGrpSpPr>
        <p:grpSpPr>
          <a:xfrm>
            <a:off x="4521316" y="1163495"/>
            <a:ext cx="3149366" cy="4196117"/>
            <a:chOff x="4521316" y="1163495"/>
            <a:chExt cx="3149366" cy="4196117"/>
          </a:xfrm>
        </p:grpSpPr>
        <p:grpSp>
          <p:nvGrpSpPr>
            <p:cNvPr id="85" name="Google Shape;4277;p412">
              <a:extLst>
                <a:ext uri="{FF2B5EF4-FFF2-40B4-BE49-F238E27FC236}">
                  <a16:creationId xmlns:a16="http://schemas.microsoft.com/office/drawing/2014/main" id="{0AE725F9-5B3E-3ABF-5CFD-68B74E980F2A}"/>
                </a:ext>
              </a:extLst>
            </p:cNvPr>
            <p:cNvGrpSpPr/>
            <p:nvPr/>
          </p:nvGrpSpPr>
          <p:grpSpPr>
            <a:xfrm>
              <a:off x="4521316" y="1163495"/>
              <a:ext cx="3149366" cy="4196117"/>
              <a:chOff x="4526929" y="1466387"/>
              <a:chExt cx="3149571" cy="4196391"/>
            </a:xfrm>
          </p:grpSpPr>
          <p:sp>
            <p:nvSpPr>
              <p:cNvPr id="127" name="Google Shape;4278;p412">
                <a:extLst>
                  <a:ext uri="{FF2B5EF4-FFF2-40B4-BE49-F238E27FC236}">
                    <a16:creationId xmlns:a16="http://schemas.microsoft.com/office/drawing/2014/main" id="{5428BEC1-B15B-5744-19A9-E5C9C396256F}"/>
                  </a:ext>
                </a:extLst>
              </p:cNvPr>
              <p:cNvSpPr/>
              <p:nvPr/>
            </p:nvSpPr>
            <p:spPr>
              <a:xfrm>
                <a:off x="4528875" y="1466387"/>
                <a:ext cx="3147625" cy="4196391"/>
              </a:xfrm>
              <a:prstGeom prst="roundRect">
                <a:avLst>
                  <a:gd name="adj" fmla="val 3583"/>
                </a:avLst>
              </a:prstGeom>
              <a:solidFill>
                <a:schemeClr val="bg1">
                  <a:alpha val="10000"/>
                </a:schemeClr>
              </a:solidFill>
              <a:ln w="952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4279;p412">
                <a:extLst>
                  <a:ext uri="{FF2B5EF4-FFF2-40B4-BE49-F238E27FC236}">
                    <a16:creationId xmlns:a16="http://schemas.microsoft.com/office/drawing/2014/main" id="{6ED4E443-A205-E1B2-5AA9-56BA93C8C43D}"/>
                  </a:ext>
                </a:extLst>
              </p:cNvPr>
              <p:cNvSpPr txBox="1"/>
              <p:nvPr/>
            </p:nvSpPr>
            <p:spPr>
              <a:xfrm>
                <a:off x="4526929" y="1564411"/>
                <a:ext cx="3147600" cy="58476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19" tIns="45697" rIns="91419" bIns="45697" anchor="t" anchorCtr="0">
                <a:sp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rPr>
                  <a:t>Secure Internal Communication</a:t>
                </a:r>
                <a:endParaRPr kumimoji="0" sz="16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cxnSp>
            <p:nvCxnSpPr>
              <p:cNvPr id="129" name="Google Shape;4281;p412">
                <a:extLst>
                  <a:ext uri="{FF2B5EF4-FFF2-40B4-BE49-F238E27FC236}">
                    <a16:creationId xmlns:a16="http://schemas.microsoft.com/office/drawing/2014/main" id="{893F8BC4-0ED8-7EF1-AF24-35B9A687B417}"/>
                  </a:ext>
                </a:extLst>
              </p:cNvPr>
              <p:cNvCxnSpPr/>
              <p:nvPr/>
            </p:nvCxnSpPr>
            <p:spPr>
              <a:xfrm>
                <a:off x="5728017" y="2238139"/>
                <a:ext cx="749341" cy="1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30" name="Google Shape;4282;p412">
                <a:extLst>
                  <a:ext uri="{FF2B5EF4-FFF2-40B4-BE49-F238E27FC236}">
                    <a16:creationId xmlns:a16="http://schemas.microsoft.com/office/drawing/2014/main" id="{A9667D56-4F8B-BCB6-372D-8866D2877ACC}"/>
                  </a:ext>
                </a:extLst>
              </p:cNvPr>
              <p:cNvSpPr txBox="1"/>
              <p:nvPr/>
            </p:nvSpPr>
            <p:spPr>
              <a:xfrm>
                <a:off x="4807719" y="2352482"/>
                <a:ext cx="2577957" cy="27697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19" tIns="45697" rIns="91419" bIns="45697" anchor="t" anchorCtr="0">
                <a:sp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Agentless Segmentation</a:t>
                </a:r>
                <a:endParaRPr kumimoji="0" sz="12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sp>
          <p:nvSpPr>
            <p:cNvPr id="3" name="Rounded Rectangle 2">
              <a:extLst>
                <a:ext uri="{FF2B5EF4-FFF2-40B4-BE49-F238E27FC236}">
                  <a16:creationId xmlns:a16="http://schemas.microsoft.com/office/drawing/2014/main" id="{126558DC-F13A-C044-720C-C3572C0530DF}"/>
                </a:ext>
              </a:extLst>
            </p:cNvPr>
            <p:cNvSpPr/>
            <p:nvPr/>
          </p:nvSpPr>
          <p:spPr>
            <a:xfrm>
              <a:off x="4683766" y="3089152"/>
              <a:ext cx="2851878" cy="2064646"/>
            </a:xfrm>
            <a:prstGeom prst="roundRect">
              <a:avLst>
                <a:gd name="adj" fmla="val 9161"/>
              </a:avLst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cxnSp>
          <p:nvCxnSpPr>
            <p:cNvPr id="86" name="Google Shape;4283;p412">
              <a:extLst>
                <a:ext uri="{FF2B5EF4-FFF2-40B4-BE49-F238E27FC236}">
                  <a16:creationId xmlns:a16="http://schemas.microsoft.com/office/drawing/2014/main" id="{64F3D2B5-3767-85EF-BA95-7EA368D4F13E}"/>
                </a:ext>
              </a:extLst>
            </p:cNvPr>
            <p:cNvCxnSpPr/>
            <p:nvPr/>
          </p:nvCxnSpPr>
          <p:spPr>
            <a:xfrm>
              <a:off x="6100787" y="2771134"/>
              <a:ext cx="0" cy="418991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dash"/>
              <a:miter lim="800000"/>
              <a:headEnd type="none" w="sm" len="sm"/>
              <a:tailEnd type="none" w="sm" len="sm"/>
            </a:ln>
          </p:spPr>
        </p:cxnSp>
        <p:cxnSp>
          <p:nvCxnSpPr>
            <p:cNvPr id="87" name="Google Shape;4283;p412">
              <a:extLst>
                <a:ext uri="{FF2B5EF4-FFF2-40B4-BE49-F238E27FC236}">
                  <a16:creationId xmlns:a16="http://schemas.microsoft.com/office/drawing/2014/main" id="{F4224686-6B55-83A6-11F2-928B6AE095AF}"/>
                </a:ext>
              </a:extLst>
            </p:cNvPr>
            <p:cNvCxnSpPr/>
            <p:nvPr/>
          </p:nvCxnSpPr>
          <p:spPr>
            <a:xfrm>
              <a:off x="6101530" y="3461481"/>
              <a:ext cx="0" cy="418991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grpSp>
          <p:nvGrpSpPr>
            <p:cNvPr id="88" name="Google Shape;4287;p412">
              <a:extLst>
                <a:ext uri="{FF2B5EF4-FFF2-40B4-BE49-F238E27FC236}">
                  <a16:creationId xmlns:a16="http://schemas.microsoft.com/office/drawing/2014/main" id="{9A2C73F8-673C-2CE2-792C-4BD0508D3D88}"/>
                </a:ext>
              </a:extLst>
            </p:cNvPr>
            <p:cNvGrpSpPr/>
            <p:nvPr/>
          </p:nvGrpSpPr>
          <p:grpSpPr>
            <a:xfrm>
              <a:off x="5022260" y="3838344"/>
              <a:ext cx="2139310" cy="673499"/>
              <a:chOff x="5027906" y="3709739"/>
              <a:chExt cx="2139449" cy="993488"/>
            </a:xfrm>
          </p:grpSpPr>
          <p:cxnSp>
            <p:nvCxnSpPr>
              <p:cNvPr id="121" name="Google Shape;4288;p412">
                <a:extLst>
                  <a:ext uri="{FF2B5EF4-FFF2-40B4-BE49-F238E27FC236}">
                    <a16:creationId xmlns:a16="http://schemas.microsoft.com/office/drawing/2014/main" id="{97EEC796-70F8-CE7E-BC87-17168909F3C9}"/>
                  </a:ext>
                </a:extLst>
              </p:cNvPr>
              <p:cNvCxnSpPr>
                <a:stCxn id="109" idx="0"/>
                <a:endCxn id="91" idx="3"/>
              </p:cNvCxnSpPr>
              <p:nvPr/>
            </p:nvCxnSpPr>
            <p:spPr>
              <a:xfrm rot="16200000" flipV="1">
                <a:off x="6351267" y="3884797"/>
                <a:ext cx="991144" cy="641032"/>
              </a:xfrm>
              <a:prstGeom prst="bentConnector2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2" name="Google Shape;4290;p412">
                <a:extLst>
                  <a:ext uri="{FF2B5EF4-FFF2-40B4-BE49-F238E27FC236}">
                    <a16:creationId xmlns:a16="http://schemas.microsoft.com/office/drawing/2014/main" id="{2DF5640C-A80D-1C7F-6FDC-541992E7AAC5}"/>
                  </a:ext>
                </a:extLst>
              </p:cNvPr>
              <p:cNvCxnSpPr>
                <a:stCxn id="119" idx="0"/>
                <a:endCxn id="91" idx="1"/>
              </p:cNvCxnSpPr>
              <p:nvPr/>
            </p:nvCxnSpPr>
            <p:spPr>
              <a:xfrm rot="5400000" flipH="1" flipV="1">
                <a:off x="5039857" y="4059743"/>
                <a:ext cx="993486" cy="293477"/>
              </a:xfrm>
              <a:prstGeom prst="bentConnector2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3" name="Google Shape;4292;p412">
                <a:extLst>
                  <a:ext uri="{FF2B5EF4-FFF2-40B4-BE49-F238E27FC236}">
                    <a16:creationId xmlns:a16="http://schemas.microsoft.com/office/drawing/2014/main" id="{B6FA6B42-F81F-3C0A-CC18-B46E0FA60C7A}"/>
                  </a:ext>
                </a:extLst>
              </p:cNvPr>
              <p:cNvCxnSpPr>
                <a:stCxn id="111" idx="0"/>
                <a:endCxn id="91" idx="3"/>
              </p:cNvCxnSpPr>
              <p:nvPr/>
            </p:nvCxnSpPr>
            <p:spPr>
              <a:xfrm rot="16200000" flipV="1">
                <a:off x="6170002" y="4066062"/>
                <a:ext cx="991722" cy="279080"/>
              </a:xfrm>
              <a:prstGeom prst="bentConnector2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4" name="Google Shape;4294;p412">
                <a:extLst>
                  <a:ext uri="{FF2B5EF4-FFF2-40B4-BE49-F238E27FC236}">
                    <a16:creationId xmlns:a16="http://schemas.microsoft.com/office/drawing/2014/main" id="{18D494AF-BF97-4A3A-E675-566A1A78A4EF}"/>
                  </a:ext>
                </a:extLst>
              </p:cNvPr>
              <p:cNvCxnSpPr>
                <a:stCxn id="117" idx="0"/>
                <a:endCxn id="91" idx="1"/>
              </p:cNvCxnSpPr>
              <p:nvPr/>
            </p:nvCxnSpPr>
            <p:spPr>
              <a:xfrm rot="5400000" flipH="1" flipV="1">
                <a:off x="4858879" y="3878768"/>
                <a:ext cx="993486" cy="655432"/>
              </a:xfrm>
              <a:prstGeom prst="bentConnector2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5" name="Google Shape;4296;p412">
                <a:extLst>
                  <a:ext uri="{FF2B5EF4-FFF2-40B4-BE49-F238E27FC236}">
                    <a16:creationId xmlns:a16="http://schemas.microsoft.com/office/drawing/2014/main" id="{41AEBAF0-DBCE-23A3-2877-B5133BFE471A}"/>
                  </a:ext>
                </a:extLst>
              </p:cNvPr>
              <p:cNvCxnSpPr/>
              <p:nvPr/>
            </p:nvCxnSpPr>
            <p:spPr>
              <a:xfrm rot="5400000" flipH="1">
                <a:off x="5751113" y="4084267"/>
                <a:ext cx="909534" cy="202098"/>
              </a:xfrm>
              <a:prstGeom prst="bentConnector3">
                <a:avLst>
                  <a:gd name="adj1" fmla="val 50000"/>
                </a:avLst>
              </a:prstGeom>
              <a:noFill/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6" name="Google Shape;4297;p412">
                <a:extLst>
                  <a:ext uri="{FF2B5EF4-FFF2-40B4-BE49-F238E27FC236}">
                    <a16:creationId xmlns:a16="http://schemas.microsoft.com/office/drawing/2014/main" id="{4EF49593-5823-E270-013C-1FF22BD16BC9}"/>
                  </a:ext>
                </a:extLst>
              </p:cNvPr>
              <p:cNvCxnSpPr/>
              <p:nvPr/>
            </p:nvCxnSpPr>
            <p:spPr>
              <a:xfrm rot="-5400000">
                <a:off x="5561796" y="4093467"/>
                <a:ext cx="902778" cy="183292"/>
              </a:xfrm>
              <a:prstGeom prst="bentConnector3">
                <a:avLst>
                  <a:gd name="adj1" fmla="val 50000"/>
                </a:avLst>
              </a:prstGeom>
              <a:noFill/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89" name="Google Shape;4298;p412">
              <a:extLst>
                <a:ext uri="{FF2B5EF4-FFF2-40B4-BE49-F238E27FC236}">
                  <a16:creationId xmlns:a16="http://schemas.microsoft.com/office/drawing/2014/main" id="{62E2C975-F7B8-3846-FB31-8E81211B14F9}"/>
                </a:ext>
              </a:extLst>
            </p:cNvPr>
            <p:cNvGrpSpPr/>
            <p:nvPr/>
          </p:nvGrpSpPr>
          <p:grpSpPr>
            <a:xfrm>
              <a:off x="4802088" y="4439608"/>
              <a:ext cx="2593123" cy="678221"/>
              <a:chOff x="4807719" y="4650001"/>
              <a:chExt cx="2593292" cy="678266"/>
            </a:xfrm>
          </p:grpSpPr>
          <p:sp>
            <p:nvSpPr>
              <p:cNvPr id="97" name="Google Shape;4299;p412">
                <a:extLst>
                  <a:ext uri="{FF2B5EF4-FFF2-40B4-BE49-F238E27FC236}">
                    <a16:creationId xmlns:a16="http://schemas.microsoft.com/office/drawing/2014/main" id="{E8B834E6-0CA4-F948-89DF-ED11954F8D67}"/>
                  </a:ext>
                </a:extLst>
              </p:cNvPr>
              <p:cNvSpPr/>
              <p:nvPr/>
            </p:nvSpPr>
            <p:spPr>
              <a:xfrm>
                <a:off x="4807719" y="4650005"/>
                <a:ext cx="806700" cy="451459"/>
              </a:xfrm>
              <a:prstGeom prst="roundRect">
                <a:avLst>
                  <a:gd name="adj" fmla="val 8755"/>
                </a:avLst>
              </a:prstGeom>
              <a:solidFill>
                <a:srgbClr val="1449AC"/>
              </a:solidFill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grpSp>
            <p:nvGrpSpPr>
              <p:cNvPr id="98" name="Google Shape;4300;p412">
                <a:extLst>
                  <a:ext uri="{FF2B5EF4-FFF2-40B4-BE49-F238E27FC236}">
                    <a16:creationId xmlns:a16="http://schemas.microsoft.com/office/drawing/2014/main" id="{84C11847-8A24-A8ED-BAFE-CBA2ABC9C7BE}"/>
                  </a:ext>
                </a:extLst>
              </p:cNvPr>
              <p:cNvGrpSpPr/>
              <p:nvPr/>
            </p:nvGrpSpPr>
            <p:grpSpPr>
              <a:xfrm>
                <a:off x="5235605" y="4722241"/>
                <a:ext cx="308511" cy="308648"/>
                <a:chOff x="5163339" y="4212732"/>
                <a:chExt cx="308511" cy="308648"/>
              </a:xfrm>
            </p:grpSpPr>
            <p:sp>
              <p:nvSpPr>
                <p:cNvPr id="119" name="Google Shape;4291;p412">
                  <a:extLst>
                    <a:ext uri="{FF2B5EF4-FFF2-40B4-BE49-F238E27FC236}">
                      <a16:creationId xmlns:a16="http://schemas.microsoft.com/office/drawing/2014/main" id="{B7359AF2-F9C5-D260-2B5B-7AAE51BAD773}"/>
                    </a:ext>
                  </a:extLst>
                </p:cNvPr>
                <p:cNvSpPr/>
                <p:nvPr/>
              </p:nvSpPr>
              <p:spPr>
                <a:xfrm>
                  <a:off x="5163339" y="4212732"/>
                  <a:ext cx="308511" cy="308648"/>
                </a:xfrm>
                <a:prstGeom prst="ellipse">
                  <a:avLst/>
                </a:prstGeom>
                <a:solidFill>
                  <a:srgbClr val="246CF7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" name="Google Shape;4301;p412">
                  <a:extLst>
                    <a:ext uri="{FF2B5EF4-FFF2-40B4-BE49-F238E27FC236}">
                      <a16:creationId xmlns:a16="http://schemas.microsoft.com/office/drawing/2014/main" id="{E94041B2-F32F-C56B-4BC8-39C5FBAD0BF3}"/>
                    </a:ext>
                  </a:extLst>
                </p:cNvPr>
                <p:cNvSpPr/>
                <p:nvPr/>
              </p:nvSpPr>
              <p:spPr>
                <a:xfrm>
                  <a:off x="5214190" y="4293459"/>
                  <a:ext cx="204729" cy="142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078" h="439769" extrusionOk="0">
                      <a:moveTo>
                        <a:pt x="568262" y="0"/>
                      </a:moveTo>
                      <a:lnTo>
                        <a:pt x="61912" y="0"/>
                      </a:lnTo>
                      <a:cubicBezTo>
                        <a:pt x="27813" y="0"/>
                        <a:pt x="0" y="27813"/>
                        <a:pt x="0" y="61913"/>
                      </a:cubicBezTo>
                      <a:lnTo>
                        <a:pt x="0" y="377857"/>
                      </a:lnTo>
                      <a:cubicBezTo>
                        <a:pt x="0" y="411956"/>
                        <a:pt x="27813" y="439769"/>
                        <a:pt x="61912" y="439769"/>
                      </a:cubicBezTo>
                      <a:lnTo>
                        <a:pt x="568166" y="439769"/>
                      </a:lnTo>
                      <a:cubicBezTo>
                        <a:pt x="602266" y="439769"/>
                        <a:pt x="630079" y="411956"/>
                        <a:pt x="630079" y="377857"/>
                      </a:cubicBezTo>
                      <a:lnTo>
                        <a:pt x="630079" y="61913"/>
                      </a:lnTo>
                      <a:cubicBezTo>
                        <a:pt x="630079" y="27813"/>
                        <a:pt x="602266" y="0"/>
                        <a:pt x="568166" y="0"/>
                      </a:cubicBezTo>
                      <a:close/>
                      <a:moveTo>
                        <a:pt x="601599" y="377857"/>
                      </a:moveTo>
                      <a:cubicBezTo>
                        <a:pt x="601599" y="396240"/>
                        <a:pt x="586645" y="411194"/>
                        <a:pt x="568262" y="411194"/>
                      </a:cubicBezTo>
                      <a:lnTo>
                        <a:pt x="61912" y="411194"/>
                      </a:lnTo>
                      <a:cubicBezTo>
                        <a:pt x="43529" y="411194"/>
                        <a:pt x="28575" y="396240"/>
                        <a:pt x="28575" y="377857"/>
                      </a:cubicBezTo>
                      <a:lnTo>
                        <a:pt x="28575" y="61913"/>
                      </a:lnTo>
                      <a:cubicBezTo>
                        <a:pt x="28575" y="43529"/>
                        <a:pt x="43529" y="28575"/>
                        <a:pt x="61912" y="28575"/>
                      </a:cubicBezTo>
                      <a:lnTo>
                        <a:pt x="568166" y="28575"/>
                      </a:lnTo>
                      <a:cubicBezTo>
                        <a:pt x="586550" y="28575"/>
                        <a:pt x="601504" y="43529"/>
                        <a:pt x="601504" y="61913"/>
                      </a:cubicBezTo>
                      <a:lnTo>
                        <a:pt x="601504" y="377857"/>
                      </a:lnTo>
                      <a:close/>
                      <a:moveTo>
                        <a:pt x="503682" y="238982"/>
                      </a:moveTo>
                      <a:lnTo>
                        <a:pt x="437864" y="238982"/>
                      </a:lnTo>
                      <a:cubicBezTo>
                        <a:pt x="437864" y="238982"/>
                        <a:pt x="437864" y="238982"/>
                        <a:pt x="437864" y="238982"/>
                      </a:cubicBezTo>
                      <a:cubicBezTo>
                        <a:pt x="426815" y="238982"/>
                        <a:pt x="417862" y="243650"/>
                        <a:pt x="413195" y="251746"/>
                      </a:cubicBezTo>
                      <a:cubicBezTo>
                        <a:pt x="408527" y="259842"/>
                        <a:pt x="409004" y="270034"/>
                        <a:pt x="414433" y="279559"/>
                      </a:cubicBezTo>
                      <a:lnTo>
                        <a:pt x="447294" y="336614"/>
                      </a:lnTo>
                      <a:cubicBezTo>
                        <a:pt x="452819" y="346139"/>
                        <a:pt x="461296" y="351663"/>
                        <a:pt x="470725" y="351663"/>
                      </a:cubicBezTo>
                      <a:lnTo>
                        <a:pt x="470725" y="351663"/>
                      </a:lnTo>
                      <a:cubicBezTo>
                        <a:pt x="480060" y="351663"/>
                        <a:pt x="488633" y="346234"/>
                        <a:pt x="494157" y="336614"/>
                      </a:cubicBezTo>
                      <a:lnTo>
                        <a:pt x="527114" y="279654"/>
                      </a:lnTo>
                      <a:cubicBezTo>
                        <a:pt x="532638" y="270129"/>
                        <a:pt x="533114" y="259937"/>
                        <a:pt x="528447" y="251841"/>
                      </a:cubicBezTo>
                      <a:cubicBezTo>
                        <a:pt x="523780" y="243745"/>
                        <a:pt x="514731" y="239077"/>
                        <a:pt x="503682" y="239077"/>
                      </a:cubicBezTo>
                      <a:close/>
                      <a:moveTo>
                        <a:pt x="470725" y="319945"/>
                      </a:moveTo>
                      <a:lnTo>
                        <a:pt x="440531" y="267462"/>
                      </a:lnTo>
                      <a:lnTo>
                        <a:pt x="501015" y="267462"/>
                      </a:lnTo>
                      <a:cubicBezTo>
                        <a:pt x="501015" y="267462"/>
                        <a:pt x="470725" y="319945"/>
                        <a:pt x="470725" y="319945"/>
                      </a:cubicBezTo>
                      <a:close/>
                      <a:moveTo>
                        <a:pt x="494157" y="102679"/>
                      </a:moveTo>
                      <a:lnTo>
                        <a:pt x="494157" y="102679"/>
                      </a:lnTo>
                      <a:cubicBezTo>
                        <a:pt x="488633" y="93154"/>
                        <a:pt x="480060" y="87630"/>
                        <a:pt x="470725" y="87630"/>
                      </a:cubicBezTo>
                      <a:lnTo>
                        <a:pt x="470725" y="87630"/>
                      </a:lnTo>
                      <a:cubicBezTo>
                        <a:pt x="461391" y="87630"/>
                        <a:pt x="452819" y="93154"/>
                        <a:pt x="447294" y="102679"/>
                      </a:cubicBezTo>
                      <a:lnTo>
                        <a:pt x="414433" y="159734"/>
                      </a:lnTo>
                      <a:cubicBezTo>
                        <a:pt x="408908" y="169259"/>
                        <a:pt x="408432" y="179451"/>
                        <a:pt x="413099" y="187547"/>
                      </a:cubicBezTo>
                      <a:cubicBezTo>
                        <a:pt x="417767" y="195644"/>
                        <a:pt x="426815" y="200311"/>
                        <a:pt x="437769" y="200311"/>
                      </a:cubicBezTo>
                      <a:lnTo>
                        <a:pt x="503682" y="200311"/>
                      </a:lnTo>
                      <a:cubicBezTo>
                        <a:pt x="514731" y="200311"/>
                        <a:pt x="523685" y="195548"/>
                        <a:pt x="528447" y="187452"/>
                      </a:cubicBezTo>
                      <a:cubicBezTo>
                        <a:pt x="533114" y="179356"/>
                        <a:pt x="532638" y="169164"/>
                        <a:pt x="527114" y="159639"/>
                      </a:cubicBezTo>
                      <a:lnTo>
                        <a:pt x="494157" y="102679"/>
                      </a:lnTo>
                      <a:close/>
                      <a:moveTo>
                        <a:pt x="440531" y="171736"/>
                      </a:moveTo>
                      <a:lnTo>
                        <a:pt x="470725" y="119253"/>
                      </a:lnTo>
                      <a:lnTo>
                        <a:pt x="501015" y="171641"/>
                      </a:lnTo>
                      <a:lnTo>
                        <a:pt x="440531" y="171641"/>
                      </a:lnTo>
                      <a:close/>
                      <a:moveTo>
                        <a:pt x="297942" y="286607"/>
                      </a:moveTo>
                      <a:cubicBezTo>
                        <a:pt x="297942" y="304991"/>
                        <a:pt x="283083" y="319849"/>
                        <a:pt x="264700" y="319849"/>
                      </a:cubicBezTo>
                      <a:cubicBezTo>
                        <a:pt x="246316" y="319849"/>
                        <a:pt x="231458" y="304991"/>
                        <a:pt x="231458" y="286607"/>
                      </a:cubicBezTo>
                      <a:cubicBezTo>
                        <a:pt x="231458" y="273368"/>
                        <a:pt x="239268" y="262033"/>
                        <a:pt x="250412" y="256699"/>
                      </a:cubicBezTo>
                      <a:lnTo>
                        <a:pt x="250412" y="181642"/>
                      </a:lnTo>
                      <a:cubicBezTo>
                        <a:pt x="250412" y="173736"/>
                        <a:pt x="256794" y="167354"/>
                        <a:pt x="264700" y="167354"/>
                      </a:cubicBezTo>
                      <a:cubicBezTo>
                        <a:pt x="272606" y="167354"/>
                        <a:pt x="278987" y="173736"/>
                        <a:pt x="278987" y="181642"/>
                      </a:cubicBezTo>
                      <a:lnTo>
                        <a:pt x="278987" y="256699"/>
                      </a:lnTo>
                      <a:cubicBezTo>
                        <a:pt x="290132" y="262033"/>
                        <a:pt x="297942" y="273368"/>
                        <a:pt x="297942" y="286607"/>
                      </a:cubicBezTo>
                      <a:close/>
                      <a:moveTo>
                        <a:pt x="328136" y="130207"/>
                      </a:moveTo>
                      <a:cubicBezTo>
                        <a:pt x="328422" y="114109"/>
                        <a:pt x="322802" y="98584"/>
                        <a:pt x="312325" y="86392"/>
                      </a:cubicBezTo>
                      <a:cubicBezTo>
                        <a:pt x="301752" y="74200"/>
                        <a:pt x="287179" y="66389"/>
                        <a:pt x="270796" y="64389"/>
                      </a:cubicBezTo>
                      <a:cubicBezTo>
                        <a:pt x="252889" y="62579"/>
                        <a:pt x="235077" y="68580"/>
                        <a:pt x="221837" y="80677"/>
                      </a:cubicBezTo>
                      <a:cubicBezTo>
                        <a:pt x="208598" y="92774"/>
                        <a:pt x="200978" y="110014"/>
                        <a:pt x="201073" y="127826"/>
                      </a:cubicBezTo>
                      <a:lnTo>
                        <a:pt x="201073" y="223361"/>
                      </a:lnTo>
                      <a:cubicBezTo>
                        <a:pt x="184499" y="239935"/>
                        <a:pt x="174974" y="262414"/>
                        <a:pt x="175069" y="286036"/>
                      </a:cubicBezTo>
                      <a:cubicBezTo>
                        <a:pt x="174974" y="316516"/>
                        <a:pt x="190119" y="344710"/>
                        <a:pt x="215646" y="361379"/>
                      </a:cubicBezTo>
                      <a:cubicBezTo>
                        <a:pt x="230505" y="371094"/>
                        <a:pt x="247460" y="376047"/>
                        <a:pt x="264605" y="376047"/>
                      </a:cubicBezTo>
                      <a:cubicBezTo>
                        <a:pt x="276892" y="376047"/>
                        <a:pt x="289274" y="373475"/>
                        <a:pt x="300895" y="368332"/>
                      </a:cubicBezTo>
                      <a:cubicBezTo>
                        <a:pt x="328803" y="355949"/>
                        <a:pt x="348329" y="330613"/>
                        <a:pt x="353092" y="300514"/>
                      </a:cubicBezTo>
                      <a:cubicBezTo>
                        <a:pt x="357664" y="272034"/>
                        <a:pt x="348234" y="243840"/>
                        <a:pt x="328041" y="223647"/>
                      </a:cubicBezTo>
                      <a:lnTo>
                        <a:pt x="328041" y="130302"/>
                      </a:lnTo>
                      <a:close/>
                      <a:moveTo>
                        <a:pt x="324993" y="295942"/>
                      </a:moveTo>
                      <a:cubicBezTo>
                        <a:pt x="321755" y="316420"/>
                        <a:pt x="308420" y="333756"/>
                        <a:pt x="289465" y="342138"/>
                      </a:cubicBezTo>
                      <a:cubicBezTo>
                        <a:pt x="270510" y="350520"/>
                        <a:pt x="248793" y="348806"/>
                        <a:pt x="231362" y="337376"/>
                      </a:cubicBezTo>
                      <a:cubicBezTo>
                        <a:pt x="213932" y="326041"/>
                        <a:pt x="203644" y="306800"/>
                        <a:pt x="203740" y="285941"/>
                      </a:cubicBezTo>
                      <a:cubicBezTo>
                        <a:pt x="203740" y="268605"/>
                        <a:pt x="211169" y="252127"/>
                        <a:pt x="224123" y="240697"/>
                      </a:cubicBezTo>
                      <a:cubicBezTo>
                        <a:pt x="225647" y="239363"/>
                        <a:pt x="226886" y="237649"/>
                        <a:pt x="227648" y="235934"/>
                      </a:cubicBezTo>
                      <a:cubicBezTo>
                        <a:pt x="228981" y="233744"/>
                        <a:pt x="229743" y="231267"/>
                        <a:pt x="229743" y="228505"/>
                      </a:cubicBezTo>
                      <a:lnTo>
                        <a:pt x="229743" y="127635"/>
                      </a:lnTo>
                      <a:cubicBezTo>
                        <a:pt x="229743" y="117729"/>
                        <a:pt x="233839" y="108299"/>
                        <a:pt x="241173" y="101632"/>
                      </a:cubicBezTo>
                      <a:cubicBezTo>
                        <a:pt x="248507" y="94964"/>
                        <a:pt x="258318" y="91726"/>
                        <a:pt x="267748" y="92678"/>
                      </a:cubicBezTo>
                      <a:cubicBezTo>
                        <a:pt x="276701" y="93821"/>
                        <a:pt x="284893" y="98203"/>
                        <a:pt x="290798" y="104966"/>
                      </a:cubicBezTo>
                      <a:cubicBezTo>
                        <a:pt x="296704" y="111824"/>
                        <a:pt x="299847" y="120491"/>
                        <a:pt x="299657" y="129826"/>
                      </a:cubicBezTo>
                      <a:lnTo>
                        <a:pt x="299657" y="228981"/>
                      </a:lnTo>
                      <a:cubicBezTo>
                        <a:pt x="299657" y="232505"/>
                        <a:pt x="300990" y="235649"/>
                        <a:pt x="303086" y="238125"/>
                      </a:cubicBezTo>
                      <a:cubicBezTo>
                        <a:pt x="303752" y="239173"/>
                        <a:pt x="304514" y="240125"/>
                        <a:pt x="305467" y="240983"/>
                      </a:cubicBezTo>
                      <a:cubicBezTo>
                        <a:pt x="320993" y="254794"/>
                        <a:pt x="328327" y="275177"/>
                        <a:pt x="324993" y="295751"/>
                      </a:cubicBezTo>
                      <a:close/>
                      <a:moveTo>
                        <a:pt x="132683" y="120587"/>
                      </a:moveTo>
                      <a:lnTo>
                        <a:pt x="132683" y="121063"/>
                      </a:lnTo>
                      <a:cubicBezTo>
                        <a:pt x="132683" y="131540"/>
                        <a:pt x="124111" y="140113"/>
                        <a:pt x="113633" y="140113"/>
                      </a:cubicBezTo>
                      <a:cubicBezTo>
                        <a:pt x="103156" y="140113"/>
                        <a:pt x="94583" y="131540"/>
                        <a:pt x="94583" y="121063"/>
                      </a:cubicBezTo>
                      <a:cubicBezTo>
                        <a:pt x="94583" y="110585"/>
                        <a:pt x="103156" y="101822"/>
                        <a:pt x="113633" y="101822"/>
                      </a:cubicBezTo>
                      <a:cubicBezTo>
                        <a:pt x="124111" y="101822"/>
                        <a:pt x="132683" y="110109"/>
                        <a:pt x="132683" y="120682"/>
                      </a:cubicBezTo>
                      <a:close/>
                      <a:moveTo>
                        <a:pt x="132683" y="186214"/>
                      </a:moveTo>
                      <a:lnTo>
                        <a:pt x="132683" y="187166"/>
                      </a:lnTo>
                      <a:cubicBezTo>
                        <a:pt x="132683" y="197644"/>
                        <a:pt x="124111" y="206216"/>
                        <a:pt x="113633" y="206216"/>
                      </a:cubicBezTo>
                      <a:cubicBezTo>
                        <a:pt x="103156" y="206216"/>
                        <a:pt x="94583" y="197644"/>
                        <a:pt x="94583" y="187166"/>
                      </a:cubicBezTo>
                      <a:cubicBezTo>
                        <a:pt x="94583" y="176689"/>
                        <a:pt x="103156" y="167640"/>
                        <a:pt x="113633" y="167640"/>
                      </a:cubicBezTo>
                      <a:cubicBezTo>
                        <a:pt x="124111" y="167640"/>
                        <a:pt x="132683" y="175736"/>
                        <a:pt x="132683" y="186214"/>
                      </a:cubicBezTo>
                      <a:close/>
                      <a:moveTo>
                        <a:pt x="132683" y="252317"/>
                      </a:moveTo>
                      <a:lnTo>
                        <a:pt x="132683" y="253270"/>
                      </a:lnTo>
                      <a:cubicBezTo>
                        <a:pt x="132683" y="263747"/>
                        <a:pt x="124111" y="272320"/>
                        <a:pt x="113633" y="272320"/>
                      </a:cubicBezTo>
                      <a:cubicBezTo>
                        <a:pt x="103156" y="272320"/>
                        <a:pt x="94583" y="263747"/>
                        <a:pt x="94583" y="253270"/>
                      </a:cubicBezTo>
                      <a:cubicBezTo>
                        <a:pt x="94583" y="242792"/>
                        <a:pt x="103156" y="233744"/>
                        <a:pt x="113633" y="233744"/>
                      </a:cubicBezTo>
                      <a:cubicBezTo>
                        <a:pt x="124111" y="233744"/>
                        <a:pt x="132683" y="241840"/>
                        <a:pt x="132683" y="252317"/>
                      </a:cubicBezTo>
                      <a:close/>
                      <a:moveTo>
                        <a:pt x="132683" y="318421"/>
                      </a:moveTo>
                      <a:lnTo>
                        <a:pt x="132683" y="318897"/>
                      </a:lnTo>
                      <a:cubicBezTo>
                        <a:pt x="132683" y="329374"/>
                        <a:pt x="124111" y="337947"/>
                        <a:pt x="113633" y="337947"/>
                      </a:cubicBezTo>
                      <a:cubicBezTo>
                        <a:pt x="103156" y="337947"/>
                        <a:pt x="94583" y="329374"/>
                        <a:pt x="94583" y="318897"/>
                      </a:cubicBezTo>
                      <a:cubicBezTo>
                        <a:pt x="94583" y="308420"/>
                        <a:pt x="103156" y="299657"/>
                        <a:pt x="113633" y="299657"/>
                      </a:cubicBezTo>
                      <a:cubicBezTo>
                        <a:pt x="124111" y="299657"/>
                        <a:pt x="132683" y="307943"/>
                        <a:pt x="132683" y="3184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400"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9" name="Google Shape;4302;p412">
                <a:extLst>
                  <a:ext uri="{FF2B5EF4-FFF2-40B4-BE49-F238E27FC236}">
                    <a16:creationId xmlns:a16="http://schemas.microsoft.com/office/drawing/2014/main" id="{706084F4-CCE8-FE35-7AA6-0BC8E637F11D}"/>
                  </a:ext>
                </a:extLst>
              </p:cNvPr>
              <p:cNvGrpSpPr/>
              <p:nvPr/>
            </p:nvGrpSpPr>
            <p:grpSpPr>
              <a:xfrm>
                <a:off x="4873650" y="4722241"/>
                <a:ext cx="308511" cy="308648"/>
                <a:chOff x="5161434" y="3804329"/>
                <a:chExt cx="308511" cy="308648"/>
              </a:xfrm>
            </p:grpSpPr>
            <p:sp>
              <p:nvSpPr>
                <p:cNvPr id="117" name="Google Shape;4295;p412">
                  <a:extLst>
                    <a:ext uri="{FF2B5EF4-FFF2-40B4-BE49-F238E27FC236}">
                      <a16:creationId xmlns:a16="http://schemas.microsoft.com/office/drawing/2014/main" id="{D11455F6-B191-B28E-B63B-31775C31237E}"/>
                    </a:ext>
                  </a:extLst>
                </p:cNvPr>
                <p:cNvSpPr/>
                <p:nvPr/>
              </p:nvSpPr>
              <p:spPr>
                <a:xfrm>
                  <a:off x="5161434" y="3804329"/>
                  <a:ext cx="308511" cy="308648"/>
                </a:xfrm>
                <a:prstGeom prst="ellipse">
                  <a:avLst/>
                </a:prstGeom>
                <a:solidFill>
                  <a:srgbClr val="246CF7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" name="Google Shape;4303;p412">
                  <a:extLst>
                    <a:ext uri="{FF2B5EF4-FFF2-40B4-BE49-F238E27FC236}">
                      <a16:creationId xmlns:a16="http://schemas.microsoft.com/office/drawing/2014/main" id="{5E5470EE-9BC4-BC83-3171-B4D865684DA0}"/>
                    </a:ext>
                  </a:extLst>
                </p:cNvPr>
                <p:cNvSpPr/>
                <p:nvPr/>
              </p:nvSpPr>
              <p:spPr>
                <a:xfrm>
                  <a:off x="5221869" y="3874336"/>
                  <a:ext cx="189982" cy="1641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9" h="134752" extrusionOk="0">
                      <a:moveTo>
                        <a:pt x="93861" y="124033"/>
                      </a:moveTo>
                      <a:lnTo>
                        <a:pt x="93883" y="124042"/>
                      </a:lnTo>
                      <a:lnTo>
                        <a:pt x="93839" y="124042"/>
                      </a:lnTo>
                      <a:close/>
                      <a:moveTo>
                        <a:pt x="133584" y="110129"/>
                      </a:moveTo>
                      <a:cubicBezTo>
                        <a:pt x="137066" y="109888"/>
                        <a:pt x="139491" y="113640"/>
                        <a:pt x="137728" y="116647"/>
                      </a:cubicBezTo>
                      <a:cubicBezTo>
                        <a:pt x="134289" y="122463"/>
                        <a:pt x="127940" y="126391"/>
                        <a:pt x="120666" y="126391"/>
                      </a:cubicBezTo>
                      <a:cubicBezTo>
                        <a:pt x="118285" y="126391"/>
                        <a:pt x="115993" y="125974"/>
                        <a:pt x="113877" y="125206"/>
                      </a:cubicBezTo>
                      <a:cubicBezTo>
                        <a:pt x="110857" y="124108"/>
                        <a:pt x="109975" y="120246"/>
                        <a:pt x="112267" y="117964"/>
                      </a:cubicBezTo>
                      <a:lnTo>
                        <a:pt x="112290" y="117964"/>
                      </a:lnTo>
                      <a:lnTo>
                        <a:pt x="118043" y="112236"/>
                      </a:lnTo>
                      <a:cubicBezTo>
                        <a:pt x="118792" y="111490"/>
                        <a:pt x="119806" y="111029"/>
                        <a:pt x="120864" y="110963"/>
                      </a:cubicBezTo>
                      <a:close/>
                      <a:moveTo>
                        <a:pt x="106316" y="86208"/>
                      </a:moveTo>
                      <a:lnTo>
                        <a:pt x="106470" y="86362"/>
                      </a:lnTo>
                      <a:cubicBezTo>
                        <a:pt x="108189" y="88074"/>
                        <a:pt x="108189" y="90861"/>
                        <a:pt x="106470" y="92572"/>
                      </a:cubicBezTo>
                      <a:cubicBezTo>
                        <a:pt x="105610" y="93428"/>
                        <a:pt x="104486" y="93867"/>
                        <a:pt x="103362" y="93867"/>
                      </a:cubicBezTo>
                      <a:cubicBezTo>
                        <a:pt x="102238" y="93867"/>
                        <a:pt x="101114" y="93428"/>
                        <a:pt x="100254" y="92572"/>
                      </a:cubicBezTo>
                      <a:cubicBezTo>
                        <a:pt x="98534" y="90861"/>
                        <a:pt x="98446" y="88008"/>
                        <a:pt x="100166" y="86296"/>
                      </a:cubicBezTo>
                      <a:cubicBezTo>
                        <a:pt x="101885" y="84584"/>
                        <a:pt x="104596" y="84496"/>
                        <a:pt x="106316" y="86208"/>
                      </a:cubicBezTo>
                      <a:close/>
                      <a:moveTo>
                        <a:pt x="95250" y="75191"/>
                      </a:moveTo>
                      <a:lnTo>
                        <a:pt x="95404" y="75345"/>
                      </a:lnTo>
                      <a:cubicBezTo>
                        <a:pt x="97124" y="77057"/>
                        <a:pt x="97124" y="79844"/>
                        <a:pt x="95404" y="81556"/>
                      </a:cubicBezTo>
                      <a:cubicBezTo>
                        <a:pt x="94545" y="82412"/>
                        <a:pt x="93420" y="82850"/>
                        <a:pt x="92296" y="82850"/>
                      </a:cubicBezTo>
                      <a:cubicBezTo>
                        <a:pt x="91172" y="82850"/>
                        <a:pt x="90048" y="82412"/>
                        <a:pt x="89188" y="81556"/>
                      </a:cubicBezTo>
                      <a:cubicBezTo>
                        <a:pt x="87469" y="79844"/>
                        <a:pt x="87380" y="76991"/>
                        <a:pt x="89100" y="75279"/>
                      </a:cubicBezTo>
                      <a:cubicBezTo>
                        <a:pt x="90819" y="73568"/>
                        <a:pt x="93531" y="73480"/>
                        <a:pt x="95250" y="75191"/>
                      </a:cubicBezTo>
                      <a:close/>
                      <a:moveTo>
                        <a:pt x="84184" y="64153"/>
                      </a:moveTo>
                      <a:lnTo>
                        <a:pt x="84338" y="64306"/>
                      </a:lnTo>
                      <a:cubicBezTo>
                        <a:pt x="86058" y="66018"/>
                        <a:pt x="86058" y="68805"/>
                        <a:pt x="84338" y="70517"/>
                      </a:cubicBezTo>
                      <a:cubicBezTo>
                        <a:pt x="83479" y="71373"/>
                        <a:pt x="82354" y="71812"/>
                        <a:pt x="81230" y="71812"/>
                      </a:cubicBezTo>
                      <a:cubicBezTo>
                        <a:pt x="80106" y="71812"/>
                        <a:pt x="78982" y="71373"/>
                        <a:pt x="78122" y="70517"/>
                      </a:cubicBezTo>
                      <a:cubicBezTo>
                        <a:pt x="76403" y="68805"/>
                        <a:pt x="76315" y="65952"/>
                        <a:pt x="78034" y="64241"/>
                      </a:cubicBezTo>
                      <a:cubicBezTo>
                        <a:pt x="79753" y="62529"/>
                        <a:pt x="82465" y="62441"/>
                        <a:pt x="84184" y="64153"/>
                      </a:cubicBezTo>
                      <a:close/>
                      <a:moveTo>
                        <a:pt x="73118" y="53136"/>
                      </a:moveTo>
                      <a:lnTo>
                        <a:pt x="73273" y="53290"/>
                      </a:lnTo>
                      <a:cubicBezTo>
                        <a:pt x="74992" y="55002"/>
                        <a:pt x="74992" y="57789"/>
                        <a:pt x="73273" y="59500"/>
                      </a:cubicBezTo>
                      <a:cubicBezTo>
                        <a:pt x="72413" y="60356"/>
                        <a:pt x="71289" y="60795"/>
                        <a:pt x="70164" y="60795"/>
                      </a:cubicBezTo>
                      <a:cubicBezTo>
                        <a:pt x="69040" y="60795"/>
                        <a:pt x="67916" y="60356"/>
                        <a:pt x="67056" y="59500"/>
                      </a:cubicBezTo>
                      <a:cubicBezTo>
                        <a:pt x="65337" y="57789"/>
                        <a:pt x="65249" y="54936"/>
                        <a:pt x="66968" y="53224"/>
                      </a:cubicBezTo>
                      <a:cubicBezTo>
                        <a:pt x="68687" y="51512"/>
                        <a:pt x="71399" y="51424"/>
                        <a:pt x="73118" y="53136"/>
                      </a:cubicBezTo>
                      <a:close/>
                      <a:moveTo>
                        <a:pt x="62052" y="42119"/>
                      </a:moveTo>
                      <a:lnTo>
                        <a:pt x="62207" y="42273"/>
                      </a:lnTo>
                      <a:cubicBezTo>
                        <a:pt x="63926" y="43985"/>
                        <a:pt x="63926" y="46772"/>
                        <a:pt x="62207" y="48484"/>
                      </a:cubicBezTo>
                      <a:cubicBezTo>
                        <a:pt x="61347" y="49340"/>
                        <a:pt x="60223" y="49778"/>
                        <a:pt x="59098" y="49778"/>
                      </a:cubicBezTo>
                      <a:cubicBezTo>
                        <a:pt x="57974" y="49778"/>
                        <a:pt x="56850" y="49340"/>
                        <a:pt x="55990" y="48484"/>
                      </a:cubicBezTo>
                      <a:cubicBezTo>
                        <a:pt x="54271" y="46772"/>
                        <a:pt x="54183" y="43919"/>
                        <a:pt x="55902" y="42207"/>
                      </a:cubicBezTo>
                      <a:cubicBezTo>
                        <a:pt x="57622" y="40495"/>
                        <a:pt x="60333" y="40408"/>
                        <a:pt x="62052" y="42119"/>
                      </a:cubicBezTo>
                      <a:close/>
                      <a:moveTo>
                        <a:pt x="50986" y="31103"/>
                      </a:moveTo>
                      <a:lnTo>
                        <a:pt x="51141" y="31256"/>
                      </a:lnTo>
                      <a:cubicBezTo>
                        <a:pt x="52860" y="32968"/>
                        <a:pt x="52860" y="35755"/>
                        <a:pt x="51141" y="37467"/>
                      </a:cubicBezTo>
                      <a:cubicBezTo>
                        <a:pt x="50281" y="38323"/>
                        <a:pt x="49157" y="38762"/>
                        <a:pt x="48033" y="38762"/>
                      </a:cubicBezTo>
                      <a:cubicBezTo>
                        <a:pt x="46908" y="38762"/>
                        <a:pt x="45784" y="38323"/>
                        <a:pt x="44924" y="37467"/>
                      </a:cubicBezTo>
                      <a:cubicBezTo>
                        <a:pt x="43205" y="35755"/>
                        <a:pt x="43117" y="32902"/>
                        <a:pt x="44836" y="31191"/>
                      </a:cubicBezTo>
                      <a:cubicBezTo>
                        <a:pt x="46556" y="29479"/>
                        <a:pt x="49267" y="29391"/>
                        <a:pt x="50986" y="31103"/>
                      </a:cubicBezTo>
                      <a:close/>
                      <a:moveTo>
                        <a:pt x="57710" y="7950"/>
                      </a:moveTo>
                      <a:lnTo>
                        <a:pt x="21470" y="44028"/>
                      </a:lnTo>
                      <a:lnTo>
                        <a:pt x="21492" y="44028"/>
                      </a:lnTo>
                      <a:lnTo>
                        <a:pt x="93883" y="116098"/>
                      </a:lnTo>
                      <a:lnTo>
                        <a:pt x="109071" y="100977"/>
                      </a:lnTo>
                      <a:cubicBezTo>
                        <a:pt x="111518" y="98519"/>
                        <a:pt x="114781" y="97049"/>
                        <a:pt x="118263" y="96829"/>
                      </a:cubicBezTo>
                      <a:lnTo>
                        <a:pt x="145223" y="95074"/>
                      </a:lnTo>
                      <a:close/>
                      <a:moveTo>
                        <a:pt x="55373" y="971"/>
                      </a:moveTo>
                      <a:cubicBezTo>
                        <a:pt x="56674" y="-324"/>
                        <a:pt x="58768" y="-324"/>
                        <a:pt x="60046" y="971"/>
                      </a:cubicBezTo>
                      <a:lnTo>
                        <a:pt x="155032" y="95535"/>
                      </a:lnTo>
                      <a:cubicBezTo>
                        <a:pt x="155958" y="96456"/>
                        <a:pt x="156245" y="97817"/>
                        <a:pt x="155782" y="99024"/>
                      </a:cubicBezTo>
                      <a:cubicBezTo>
                        <a:pt x="155319" y="100231"/>
                        <a:pt x="154195" y="101065"/>
                        <a:pt x="152894" y="101153"/>
                      </a:cubicBezTo>
                      <a:lnTo>
                        <a:pt x="118660" y="103391"/>
                      </a:lnTo>
                      <a:cubicBezTo>
                        <a:pt x="116787" y="103523"/>
                        <a:pt x="115045" y="104313"/>
                        <a:pt x="113700" y="105630"/>
                      </a:cubicBezTo>
                      <a:lnTo>
                        <a:pt x="96176" y="123076"/>
                      </a:lnTo>
                      <a:lnTo>
                        <a:pt x="93861" y="124033"/>
                      </a:lnTo>
                      <a:lnTo>
                        <a:pt x="91547" y="123076"/>
                      </a:lnTo>
                      <a:lnTo>
                        <a:pt x="55054" y="86746"/>
                      </a:lnTo>
                      <a:lnTo>
                        <a:pt x="32272" y="109427"/>
                      </a:lnTo>
                      <a:cubicBezTo>
                        <a:pt x="31655" y="110041"/>
                        <a:pt x="30817" y="110392"/>
                        <a:pt x="29935" y="110392"/>
                      </a:cubicBezTo>
                      <a:lnTo>
                        <a:pt x="29913" y="110414"/>
                      </a:lnTo>
                      <a:lnTo>
                        <a:pt x="6613" y="110414"/>
                      </a:lnTo>
                      <a:lnTo>
                        <a:pt x="6613" y="131460"/>
                      </a:lnTo>
                      <a:cubicBezTo>
                        <a:pt x="6613" y="133281"/>
                        <a:pt x="5136" y="134752"/>
                        <a:pt x="3307" y="134752"/>
                      </a:cubicBezTo>
                      <a:cubicBezTo>
                        <a:pt x="1477" y="134752"/>
                        <a:pt x="0" y="133281"/>
                        <a:pt x="0" y="131460"/>
                      </a:cubicBezTo>
                      <a:lnTo>
                        <a:pt x="0" y="107123"/>
                      </a:lnTo>
                      <a:lnTo>
                        <a:pt x="0" y="79383"/>
                      </a:lnTo>
                      <a:cubicBezTo>
                        <a:pt x="0" y="77561"/>
                        <a:pt x="1477" y="76091"/>
                        <a:pt x="3307" y="76091"/>
                      </a:cubicBezTo>
                      <a:cubicBezTo>
                        <a:pt x="5136" y="76091"/>
                        <a:pt x="6613" y="77561"/>
                        <a:pt x="6613" y="79383"/>
                      </a:cubicBezTo>
                      <a:lnTo>
                        <a:pt x="6613" y="103831"/>
                      </a:lnTo>
                      <a:lnTo>
                        <a:pt x="28546" y="103831"/>
                      </a:lnTo>
                      <a:lnTo>
                        <a:pt x="50381" y="82094"/>
                      </a:lnTo>
                      <a:lnTo>
                        <a:pt x="14482" y="46355"/>
                      </a:lnTo>
                      <a:cubicBezTo>
                        <a:pt x="13182" y="45060"/>
                        <a:pt x="13182" y="42975"/>
                        <a:pt x="14482" y="417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0" name="Google Shape;4304;p412">
                <a:extLst>
                  <a:ext uri="{FF2B5EF4-FFF2-40B4-BE49-F238E27FC236}">
                    <a16:creationId xmlns:a16="http://schemas.microsoft.com/office/drawing/2014/main" id="{A49760CE-1293-E02B-0BB9-29C09907F503}"/>
                  </a:ext>
                </a:extLst>
              </p:cNvPr>
              <p:cNvSpPr/>
              <p:nvPr/>
            </p:nvSpPr>
            <p:spPr>
              <a:xfrm>
                <a:off x="5701015" y="4650002"/>
                <a:ext cx="806700" cy="451459"/>
              </a:xfrm>
              <a:prstGeom prst="roundRect">
                <a:avLst>
                  <a:gd name="adj" fmla="val 8755"/>
                </a:avLst>
              </a:prstGeom>
              <a:solidFill>
                <a:srgbClr val="1449AC"/>
              </a:solidFill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grpSp>
            <p:nvGrpSpPr>
              <p:cNvPr id="101" name="Google Shape;4305;p412">
                <a:extLst>
                  <a:ext uri="{FF2B5EF4-FFF2-40B4-BE49-F238E27FC236}">
                    <a16:creationId xmlns:a16="http://schemas.microsoft.com/office/drawing/2014/main" id="{7CAC2B55-0618-1C8C-52C7-E834561DB47A}"/>
                  </a:ext>
                </a:extLst>
              </p:cNvPr>
              <p:cNvGrpSpPr/>
              <p:nvPr/>
            </p:nvGrpSpPr>
            <p:grpSpPr>
              <a:xfrm>
                <a:off x="5767283" y="4717306"/>
                <a:ext cx="308511" cy="308648"/>
                <a:chOff x="5780169" y="4812324"/>
                <a:chExt cx="308511" cy="308648"/>
              </a:xfrm>
            </p:grpSpPr>
            <p:sp>
              <p:nvSpPr>
                <p:cNvPr id="115" name="Google Shape;4306;p412">
                  <a:extLst>
                    <a:ext uri="{FF2B5EF4-FFF2-40B4-BE49-F238E27FC236}">
                      <a16:creationId xmlns:a16="http://schemas.microsoft.com/office/drawing/2014/main" id="{1A7DF4ED-26AA-992E-B6D4-0BD0F6D4D919}"/>
                    </a:ext>
                  </a:extLst>
                </p:cNvPr>
                <p:cNvSpPr/>
                <p:nvPr/>
              </p:nvSpPr>
              <p:spPr>
                <a:xfrm>
                  <a:off x="5780169" y="4812324"/>
                  <a:ext cx="308511" cy="308648"/>
                </a:xfrm>
                <a:prstGeom prst="ellipse">
                  <a:avLst/>
                </a:prstGeom>
                <a:solidFill>
                  <a:srgbClr val="246CF7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4307;p412">
                  <a:extLst>
                    <a:ext uri="{FF2B5EF4-FFF2-40B4-BE49-F238E27FC236}">
                      <a16:creationId xmlns:a16="http://schemas.microsoft.com/office/drawing/2014/main" id="{6FC5498A-0774-80C1-C5B1-3FD07A65F109}"/>
                    </a:ext>
                  </a:extLst>
                </p:cNvPr>
                <p:cNvSpPr/>
                <p:nvPr/>
              </p:nvSpPr>
              <p:spPr>
                <a:xfrm flipH="1">
                  <a:off x="5850087" y="4905854"/>
                  <a:ext cx="161964" cy="1614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460" h="608457" extrusionOk="0">
                      <a:moveTo>
                        <a:pt x="179927" y="551021"/>
                      </a:moveTo>
                      <a:cubicBezTo>
                        <a:pt x="214027" y="551021"/>
                        <a:pt x="241840" y="523208"/>
                        <a:pt x="241840" y="489109"/>
                      </a:cubicBezTo>
                      <a:lnTo>
                        <a:pt x="241840" y="400050"/>
                      </a:lnTo>
                      <a:cubicBezTo>
                        <a:pt x="241840" y="365950"/>
                        <a:pt x="214027" y="338138"/>
                        <a:pt x="179927" y="338138"/>
                      </a:cubicBezTo>
                      <a:lnTo>
                        <a:pt x="90869" y="338138"/>
                      </a:lnTo>
                      <a:cubicBezTo>
                        <a:pt x="56769" y="338138"/>
                        <a:pt x="28956" y="365950"/>
                        <a:pt x="28956" y="400050"/>
                      </a:cubicBezTo>
                      <a:lnTo>
                        <a:pt x="28956" y="489109"/>
                      </a:lnTo>
                      <a:cubicBezTo>
                        <a:pt x="28956" y="523208"/>
                        <a:pt x="56769" y="551021"/>
                        <a:pt x="90869" y="551021"/>
                      </a:cubicBezTo>
                      <a:lnTo>
                        <a:pt x="179927" y="551021"/>
                      </a:lnTo>
                      <a:close/>
                      <a:moveTo>
                        <a:pt x="57531" y="489109"/>
                      </a:moveTo>
                      <a:lnTo>
                        <a:pt x="57531" y="400050"/>
                      </a:lnTo>
                      <a:cubicBezTo>
                        <a:pt x="57531" y="381667"/>
                        <a:pt x="72485" y="366713"/>
                        <a:pt x="90869" y="366713"/>
                      </a:cubicBezTo>
                      <a:lnTo>
                        <a:pt x="179927" y="366713"/>
                      </a:lnTo>
                      <a:cubicBezTo>
                        <a:pt x="198311" y="366713"/>
                        <a:pt x="213265" y="381667"/>
                        <a:pt x="213265" y="400050"/>
                      </a:cubicBezTo>
                      <a:lnTo>
                        <a:pt x="213265" y="489109"/>
                      </a:lnTo>
                      <a:cubicBezTo>
                        <a:pt x="213265" y="507492"/>
                        <a:pt x="198311" y="522446"/>
                        <a:pt x="179927" y="522446"/>
                      </a:cubicBezTo>
                      <a:lnTo>
                        <a:pt x="90869" y="522446"/>
                      </a:lnTo>
                      <a:cubicBezTo>
                        <a:pt x="72485" y="522446"/>
                        <a:pt x="57531" y="507492"/>
                        <a:pt x="57531" y="489109"/>
                      </a:cubicBezTo>
                      <a:close/>
                      <a:moveTo>
                        <a:pt x="270891" y="300038"/>
                      </a:moveTo>
                      <a:lnTo>
                        <a:pt x="270891" y="318230"/>
                      </a:lnTo>
                      <a:cubicBezTo>
                        <a:pt x="270891" y="326136"/>
                        <a:pt x="264509" y="332518"/>
                        <a:pt x="256604" y="332518"/>
                      </a:cubicBezTo>
                      <a:cubicBezTo>
                        <a:pt x="248698" y="332518"/>
                        <a:pt x="242316" y="326136"/>
                        <a:pt x="242316" y="318230"/>
                      </a:cubicBezTo>
                      <a:lnTo>
                        <a:pt x="242316" y="300133"/>
                      </a:lnTo>
                      <a:cubicBezTo>
                        <a:pt x="242316" y="293656"/>
                        <a:pt x="238697" y="287846"/>
                        <a:pt x="232886" y="284988"/>
                      </a:cubicBezTo>
                      <a:lnTo>
                        <a:pt x="135446" y="236601"/>
                      </a:lnTo>
                      <a:lnTo>
                        <a:pt x="37910" y="284988"/>
                      </a:lnTo>
                      <a:cubicBezTo>
                        <a:pt x="32195" y="287846"/>
                        <a:pt x="28575" y="293656"/>
                        <a:pt x="28575" y="300133"/>
                      </a:cubicBezTo>
                      <a:lnTo>
                        <a:pt x="28575" y="318230"/>
                      </a:lnTo>
                      <a:cubicBezTo>
                        <a:pt x="28575" y="326136"/>
                        <a:pt x="22193" y="332518"/>
                        <a:pt x="14288" y="332518"/>
                      </a:cubicBezTo>
                      <a:cubicBezTo>
                        <a:pt x="6382" y="332518"/>
                        <a:pt x="0" y="326136"/>
                        <a:pt x="0" y="318230"/>
                      </a:cubicBezTo>
                      <a:lnTo>
                        <a:pt x="0" y="300133"/>
                      </a:lnTo>
                      <a:cubicBezTo>
                        <a:pt x="0" y="282797"/>
                        <a:pt x="9716" y="267176"/>
                        <a:pt x="25146" y="259461"/>
                      </a:cubicBezTo>
                      <a:lnTo>
                        <a:pt x="121158" y="211836"/>
                      </a:lnTo>
                      <a:lnTo>
                        <a:pt x="121158" y="180404"/>
                      </a:lnTo>
                      <a:cubicBezTo>
                        <a:pt x="121158" y="172498"/>
                        <a:pt x="127540" y="166116"/>
                        <a:pt x="135446" y="166116"/>
                      </a:cubicBezTo>
                      <a:cubicBezTo>
                        <a:pt x="143351" y="166116"/>
                        <a:pt x="149733" y="172498"/>
                        <a:pt x="149733" y="180404"/>
                      </a:cubicBezTo>
                      <a:lnTo>
                        <a:pt x="149733" y="211836"/>
                      </a:lnTo>
                      <a:lnTo>
                        <a:pt x="245650" y="259461"/>
                      </a:lnTo>
                      <a:cubicBezTo>
                        <a:pt x="261176" y="267272"/>
                        <a:pt x="270796" y="282797"/>
                        <a:pt x="270891" y="300133"/>
                      </a:cubicBezTo>
                      <a:close/>
                      <a:moveTo>
                        <a:pt x="502920" y="444532"/>
                      </a:moveTo>
                      <a:lnTo>
                        <a:pt x="502920" y="331661"/>
                      </a:lnTo>
                      <a:cubicBezTo>
                        <a:pt x="502920" y="324517"/>
                        <a:pt x="497110" y="318611"/>
                        <a:pt x="489871" y="318611"/>
                      </a:cubicBezTo>
                      <a:cubicBezTo>
                        <a:pt x="482632" y="318611"/>
                        <a:pt x="476822" y="324422"/>
                        <a:pt x="476822" y="331661"/>
                      </a:cubicBezTo>
                      <a:lnTo>
                        <a:pt x="476822" y="444532"/>
                      </a:lnTo>
                      <a:cubicBezTo>
                        <a:pt x="476822" y="452438"/>
                        <a:pt x="470440" y="458819"/>
                        <a:pt x="462534" y="458819"/>
                      </a:cubicBezTo>
                      <a:cubicBezTo>
                        <a:pt x="454628" y="458819"/>
                        <a:pt x="448247" y="452438"/>
                        <a:pt x="448247" y="444532"/>
                      </a:cubicBezTo>
                      <a:lnTo>
                        <a:pt x="448247" y="331661"/>
                      </a:lnTo>
                      <a:cubicBezTo>
                        <a:pt x="448247" y="308705"/>
                        <a:pt x="466916" y="290036"/>
                        <a:pt x="489871" y="290036"/>
                      </a:cubicBezTo>
                      <a:cubicBezTo>
                        <a:pt x="512826" y="290036"/>
                        <a:pt x="531495" y="308705"/>
                        <a:pt x="531495" y="331661"/>
                      </a:cubicBezTo>
                      <a:lnTo>
                        <a:pt x="531495" y="444532"/>
                      </a:lnTo>
                      <a:cubicBezTo>
                        <a:pt x="531495" y="452438"/>
                        <a:pt x="525113" y="458819"/>
                        <a:pt x="517208" y="458819"/>
                      </a:cubicBezTo>
                      <a:cubicBezTo>
                        <a:pt x="509302" y="458819"/>
                        <a:pt x="502920" y="452438"/>
                        <a:pt x="502920" y="444532"/>
                      </a:cubicBezTo>
                      <a:close/>
                      <a:moveTo>
                        <a:pt x="236411" y="63437"/>
                      </a:moveTo>
                      <a:lnTo>
                        <a:pt x="416624" y="160973"/>
                      </a:lnTo>
                      <a:cubicBezTo>
                        <a:pt x="423577" y="164687"/>
                        <a:pt x="426149" y="173355"/>
                        <a:pt x="422434" y="180308"/>
                      </a:cubicBezTo>
                      <a:cubicBezTo>
                        <a:pt x="418719" y="187262"/>
                        <a:pt x="410051" y="189833"/>
                        <a:pt x="403098" y="186119"/>
                      </a:cubicBezTo>
                      <a:lnTo>
                        <a:pt x="222980" y="88678"/>
                      </a:lnTo>
                      <a:cubicBezTo>
                        <a:pt x="216789" y="85439"/>
                        <a:pt x="208883" y="87916"/>
                        <a:pt x="205550" y="94298"/>
                      </a:cubicBezTo>
                      <a:cubicBezTo>
                        <a:pt x="203930" y="97346"/>
                        <a:pt x="203644" y="100870"/>
                        <a:pt x="204692" y="104203"/>
                      </a:cubicBezTo>
                      <a:cubicBezTo>
                        <a:pt x="205740" y="107537"/>
                        <a:pt x="208026" y="110204"/>
                        <a:pt x="211074" y="111824"/>
                      </a:cubicBezTo>
                      <a:lnTo>
                        <a:pt x="394240" y="210884"/>
                      </a:lnTo>
                      <a:cubicBezTo>
                        <a:pt x="401193" y="214598"/>
                        <a:pt x="403765" y="223266"/>
                        <a:pt x="400050" y="230219"/>
                      </a:cubicBezTo>
                      <a:cubicBezTo>
                        <a:pt x="397478" y="234982"/>
                        <a:pt x="392525" y="237744"/>
                        <a:pt x="387477" y="237744"/>
                      </a:cubicBezTo>
                      <a:cubicBezTo>
                        <a:pt x="385191" y="237744"/>
                        <a:pt x="382810" y="237173"/>
                        <a:pt x="380714" y="236030"/>
                      </a:cubicBezTo>
                      <a:lnTo>
                        <a:pt x="197739" y="137160"/>
                      </a:lnTo>
                      <a:cubicBezTo>
                        <a:pt x="188119" y="132112"/>
                        <a:pt x="180785" y="123444"/>
                        <a:pt x="177451" y="112871"/>
                      </a:cubicBezTo>
                      <a:cubicBezTo>
                        <a:pt x="174117" y="102299"/>
                        <a:pt x="175069" y="90964"/>
                        <a:pt x="180213" y="81153"/>
                      </a:cubicBezTo>
                      <a:cubicBezTo>
                        <a:pt x="190786" y="60770"/>
                        <a:pt x="215932" y="52864"/>
                        <a:pt x="236315" y="63437"/>
                      </a:cubicBezTo>
                      <a:close/>
                      <a:moveTo>
                        <a:pt x="584073" y="478060"/>
                      </a:moveTo>
                      <a:lnTo>
                        <a:pt x="395669" y="478060"/>
                      </a:lnTo>
                      <a:cubicBezTo>
                        <a:pt x="366808" y="478060"/>
                        <a:pt x="343281" y="501587"/>
                        <a:pt x="343281" y="530447"/>
                      </a:cubicBezTo>
                      <a:lnTo>
                        <a:pt x="343281" y="556070"/>
                      </a:lnTo>
                      <a:cubicBezTo>
                        <a:pt x="343281" y="584930"/>
                        <a:pt x="366808" y="608457"/>
                        <a:pt x="395669" y="608457"/>
                      </a:cubicBezTo>
                      <a:lnTo>
                        <a:pt x="584073" y="608457"/>
                      </a:lnTo>
                      <a:cubicBezTo>
                        <a:pt x="612934" y="608457"/>
                        <a:pt x="636461" y="584930"/>
                        <a:pt x="636461" y="556070"/>
                      </a:cubicBezTo>
                      <a:lnTo>
                        <a:pt x="636461" y="530447"/>
                      </a:lnTo>
                      <a:cubicBezTo>
                        <a:pt x="636461" y="501587"/>
                        <a:pt x="612934" y="478060"/>
                        <a:pt x="584073" y="478060"/>
                      </a:cubicBezTo>
                      <a:close/>
                      <a:moveTo>
                        <a:pt x="607886" y="556070"/>
                      </a:moveTo>
                      <a:cubicBezTo>
                        <a:pt x="607886" y="569214"/>
                        <a:pt x="597218" y="579882"/>
                        <a:pt x="584073" y="579882"/>
                      </a:cubicBezTo>
                      <a:lnTo>
                        <a:pt x="395669" y="579882"/>
                      </a:lnTo>
                      <a:cubicBezTo>
                        <a:pt x="382524" y="579882"/>
                        <a:pt x="371856" y="569214"/>
                        <a:pt x="371856" y="556070"/>
                      </a:cubicBezTo>
                      <a:lnTo>
                        <a:pt x="371856" y="530447"/>
                      </a:lnTo>
                      <a:cubicBezTo>
                        <a:pt x="371856" y="517303"/>
                        <a:pt x="382524" y="506635"/>
                        <a:pt x="395669" y="506635"/>
                      </a:cubicBezTo>
                      <a:lnTo>
                        <a:pt x="584073" y="506635"/>
                      </a:lnTo>
                      <a:cubicBezTo>
                        <a:pt x="597218" y="506635"/>
                        <a:pt x="607886" y="517303"/>
                        <a:pt x="607886" y="530447"/>
                      </a:cubicBezTo>
                      <a:lnTo>
                        <a:pt x="607886" y="556070"/>
                      </a:lnTo>
                      <a:close/>
                      <a:moveTo>
                        <a:pt x="135446" y="51911"/>
                      </a:moveTo>
                      <a:cubicBezTo>
                        <a:pt x="145923" y="51911"/>
                        <a:pt x="154496" y="60484"/>
                        <a:pt x="154496" y="70961"/>
                      </a:cubicBezTo>
                      <a:cubicBezTo>
                        <a:pt x="154496" y="81439"/>
                        <a:pt x="145923" y="90011"/>
                        <a:pt x="135446" y="90011"/>
                      </a:cubicBezTo>
                      <a:cubicBezTo>
                        <a:pt x="124968" y="90011"/>
                        <a:pt x="116396" y="81439"/>
                        <a:pt x="116396" y="70961"/>
                      </a:cubicBezTo>
                      <a:cubicBezTo>
                        <a:pt x="116396" y="60484"/>
                        <a:pt x="124968" y="51911"/>
                        <a:pt x="135446" y="51911"/>
                      </a:cubicBezTo>
                      <a:close/>
                      <a:moveTo>
                        <a:pt x="64484" y="70961"/>
                      </a:moveTo>
                      <a:cubicBezTo>
                        <a:pt x="64484" y="31814"/>
                        <a:pt x="96298" y="0"/>
                        <a:pt x="135446" y="0"/>
                      </a:cubicBezTo>
                      <a:cubicBezTo>
                        <a:pt x="157448" y="0"/>
                        <a:pt x="177832" y="10001"/>
                        <a:pt x="191453" y="27337"/>
                      </a:cubicBezTo>
                      <a:cubicBezTo>
                        <a:pt x="196310" y="33528"/>
                        <a:pt x="195167" y="42577"/>
                        <a:pt x="188976" y="47435"/>
                      </a:cubicBezTo>
                      <a:cubicBezTo>
                        <a:pt x="182690" y="52292"/>
                        <a:pt x="173736" y="51149"/>
                        <a:pt x="168878" y="44958"/>
                      </a:cubicBezTo>
                      <a:cubicBezTo>
                        <a:pt x="160782" y="34576"/>
                        <a:pt x="148590" y="28575"/>
                        <a:pt x="135446" y="28575"/>
                      </a:cubicBezTo>
                      <a:cubicBezTo>
                        <a:pt x="112109" y="28575"/>
                        <a:pt x="93059" y="47625"/>
                        <a:pt x="93059" y="70961"/>
                      </a:cubicBezTo>
                      <a:cubicBezTo>
                        <a:pt x="93059" y="94298"/>
                        <a:pt x="112109" y="113348"/>
                        <a:pt x="135446" y="113348"/>
                      </a:cubicBezTo>
                      <a:cubicBezTo>
                        <a:pt x="138779" y="113348"/>
                        <a:pt x="142018" y="112967"/>
                        <a:pt x="145161" y="112205"/>
                      </a:cubicBezTo>
                      <a:cubicBezTo>
                        <a:pt x="152876" y="110395"/>
                        <a:pt x="160496" y="115157"/>
                        <a:pt x="162306" y="122873"/>
                      </a:cubicBezTo>
                      <a:cubicBezTo>
                        <a:pt x="164116" y="130588"/>
                        <a:pt x="159353" y="138208"/>
                        <a:pt x="151638" y="140018"/>
                      </a:cubicBezTo>
                      <a:cubicBezTo>
                        <a:pt x="146304" y="141256"/>
                        <a:pt x="140875" y="141923"/>
                        <a:pt x="135350" y="141923"/>
                      </a:cubicBezTo>
                      <a:cubicBezTo>
                        <a:pt x="96203" y="141923"/>
                        <a:pt x="64389" y="110109"/>
                        <a:pt x="64389" y="70961"/>
                      </a:cubicBezTo>
                      <a:close/>
                      <a:moveTo>
                        <a:pt x="471869" y="247079"/>
                      </a:moveTo>
                      <a:cubicBezTo>
                        <a:pt x="468344" y="237173"/>
                        <a:pt x="473583" y="226314"/>
                        <a:pt x="483489" y="222790"/>
                      </a:cubicBezTo>
                      <a:cubicBezTo>
                        <a:pt x="493395" y="219266"/>
                        <a:pt x="504254" y="224504"/>
                        <a:pt x="507778" y="234410"/>
                      </a:cubicBezTo>
                      <a:cubicBezTo>
                        <a:pt x="511302" y="244316"/>
                        <a:pt x="506063" y="255175"/>
                        <a:pt x="496157" y="258699"/>
                      </a:cubicBezTo>
                      <a:cubicBezTo>
                        <a:pt x="486251" y="262223"/>
                        <a:pt x="475393" y="256985"/>
                        <a:pt x="471869" y="247079"/>
                      </a:cubicBezTo>
                      <a:close/>
                      <a:moveTo>
                        <a:pt x="425863" y="210122"/>
                      </a:moveTo>
                      <a:cubicBezTo>
                        <a:pt x="434054" y="193072"/>
                        <a:pt x="448437" y="180118"/>
                        <a:pt x="466344" y="173831"/>
                      </a:cubicBezTo>
                      <a:cubicBezTo>
                        <a:pt x="503301" y="160877"/>
                        <a:pt x="543878" y="180308"/>
                        <a:pt x="556832" y="217265"/>
                      </a:cubicBezTo>
                      <a:cubicBezTo>
                        <a:pt x="564166" y="238030"/>
                        <a:pt x="561499" y="260604"/>
                        <a:pt x="549593" y="279178"/>
                      </a:cubicBezTo>
                      <a:cubicBezTo>
                        <a:pt x="546830" y="283464"/>
                        <a:pt x="542258" y="285750"/>
                        <a:pt x="537591" y="285750"/>
                      </a:cubicBezTo>
                      <a:cubicBezTo>
                        <a:pt x="534924" y="285750"/>
                        <a:pt x="532257" y="284988"/>
                        <a:pt x="529876" y="283464"/>
                      </a:cubicBezTo>
                      <a:cubicBezTo>
                        <a:pt x="523208" y="279178"/>
                        <a:pt x="521303" y="270415"/>
                        <a:pt x="525590" y="263747"/>
                      </a:cubicBezTo>
                      <a:cubicBezTo>
                        <a:pt x="532733" y="252698"/>
                        <a:pt x="534257" y="239173"/>
                        <a:pt x="529876" y="226790"/>
                      </a:cubicBezTo>
                      <a:cubicBezTo>
                        <a:pt x="522161" y="204788"/>
                        <a:pt x="497872" y="193072"/>
                        <a:pt x="475869" y="200882"/>
                      </a:cubicBezTo>
                      <a:cubicBezTo>
                        <a:pt x="465201" y="204597"/>
                        <a:pt x="456629" y="212312"/>
                        <a:pt x="451675" y="222504"/>
                      </a:cubicBezTo>
                      <a:cubicBezTo>
                        <a:pt x="446818" y="232696"/>
                        <a:pt x="446151" y="244221"/>
                        <a:pt x="449961" y="254889"/>
                      </a:cubicBezTo>
                      <a:cubicBezTo>
                        <a:pt x="451104" y="258032"/>
                        <a:pt x="452533" y="260985"/>
                        <a:pt x="454247" y="263747"/>
                      </a:cubicBezTo>
                      <a:cubicBezTo>
                        <a:pt x="458534" y="270415"/>
                        <a:pt x="456533" y="279273"/>
                        <a:pt x="449866" y="283464"/>
                      </a:cubicBezTo>
                      <a:cubicBezTo>
                        <a:pt x="443198" y="287655"/>
                        <a:pt x="434435" y="285750"/>
                        <a:pt x="430149" y="279083"/>
                      </a:cubicBezTo>
                      <a:cubicBezTo>
                        <a:pt x="427196" y="274511"/>
                        <a:pt x="424815" y="269558"/>
                        <a:pt x="423005" y="264319"/>
                      </a:cubicBezTo>
                      <a:cubicBezTo>
                        <a:pt x="416719" y="246412"/>
                        <a:pt x="417767" y="227171"/>
                        <a:pt x="425958" y="210122"/>
                      </a:cubicBezTo>
                      <a:close/>
                      <a:moveTo>
                        <a:pt x="270891" y="594170"/>
                      </a:moveTo>
                      <a:cubicBezTo>
                        <a:pt x="270891" y="602075"/>
                        <a:pt x="264509" y="608457"/>
                        <a:pt x="256604" y="608457"/>
                      </a:cubicBezTo>
                      <a:lnTo>
                        <a:pt x="14288" y="608457"/>
                      </a:lnTo>
                      <a:cubicBezTo>
                        <a:pt x="6382" y="608457"/>
                        <a:pt x="0" y="602075"/>
                        <a:pt x="0" y="594170"/>
                      </a:cubicBezTo>
                      <a:cubicBezTo>
                        <a:pt x="0" y="586264"/>
                        <a:pt x="6382" y="579882"/>
                        <a:pt x="14288" y="579882"/>
                      </a:cubicBezTo>
                      <a:lnTo>
                        <a:pt x="256604" y="579882"/>
                      </a:lnTo>
                      <a:cubicBezTo>
                        <a:pt x="264509" y="579882"/>
                        <a:pt x="270891" y="586264"/>
                        <a:pt x="270891" y="5941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" name="Google Shape;4308;p412">
                <a:extLst>
                  <a:ext uri="{FF2B5EF4-FFF2-40B4-BE49-F238E27FC236}">
                    <a16:creationId xmlns:a16="http://schemas.microsoft.com/office/drawing/2014/main" id="{5EAD4046-94C1-4E6D-8454-82200B37804F}"/>
                  </a:ext>
                </a:extLst>
              </p:cNvPr>
              <p:cNvGrpSpPr/>
              <p:nvPr/>
            </p:nvGrpSpPr>
            <p:grpSpPr>
              <a:xfrm>
                <a:off x="6152673" y="4724062"/>
                <a:ext cx="308511" cy="308648"/>
                <a:chOff x="6135385" y="4821191"/>
                <a:chExt cx="308511" cy="308648"/>
              </a:xfrm>
            </p:grpSpPr>
            <p:sp>
              <p:nvSpPr>
                <p:cNvPr id="113" name="Google Shape;4309;p412">
                  <a:extLst>
                    <a:ext uri="{FF2B5EF4-FFF2-40B4-BE49-F238E27FC236}">
                      <a16:creationId xmlns:a16="http://schemas.microsoft.com/office/drawing/2014/main" id="{CA8E1707-67D8-7459-05C4-8CED80F2DE07}"/>
                    </a:ext>
                  </a:extLst>
                </p:cNvPr>
                <p:cNvSpPr/>
                <p:nvPr/>
              </p:nvSpPr>
              <p:spPr>
                <a:xfrm>
                  <a:off x="6135385" y="4821191"/>
                  <a:ext cx="308511" cy="308648"/>
                </a:xfrm>
                <a:prstGeom prst="ellipse">
                  <a:avLst/>
                </a:prstGeom>
                <a:solidFill>
                  <a:srgbClr val="246CF7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" name="Google Shape;4310;p412">
                  <a:extLst>
                    <a:ext uri="{FF2B5EF4-FFF2-40B4-BE49-F238E27FC236}">
                      <a16:creationId xmlns:a16="http://schemas.microsoft.com/office/drawing/2014/main" id="{10331F0F-7AC8-3B73-C252-A1C9C3FE8718}"/>
                    </a:ext>
                  </a:extLst>
                </p:cNvPr>
                <p:cNvSpPr/>
                <p:nvPr/>
              </p:nvSpPr>
              <p:spPr>
                <a:xfrm>
                  <a:off x="6194794" y="4896811"/>
                  <a:ext cx="178344" cy="176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20" h="619791" extrusionOk="0">
                      <a:moveTo>
                        <a:pt x="343472" y="545211"/>
                      </a:moveTo>
                      <a:cubicBezTo>
                        <a:pt x="351663" y="553403"/>
                        <a:pt x="356235" y="564547"/>
                        <a:pt x="356235" y="576072"/>
                      </a:cubicBezTo>
                      <a:cubicBezTo>
                        <a:pt x="356235" y="600170"/>
                        <a:pt x="336709" y="619697"/>
                        <a:pt x="312611" y="619792"/>
                      </a:cubicBezTo>
                      <a:cubicBezTo>
                        <a:pt x="300990" y="619792"/>
                        <a:pt x="289941" y="615220"/>
                        <a:pt x="281749" y="607028"/>
                      </a:cubicBezTo>
                      <a:cubicBezTo>
                        <a:pt x="281749" y="607028"/>
                        <a:pt x="281749" y="607028"/>
                        <a:pt x="281749" y="607028"/>
                      </a:cubicBezTo>
                      <a:cubicBezTo>
                        <a:pt x="264700" y="589979"/>
                        <a:pt x="264700" y="562356"/>
                        <a:pt x="281749" y="545306"/>
                      </a:cubicBezTo>
                      <a:lnTo>
                        <a:pt x="312611" y="514445"/>
                      </a:lnTo>
                      <a:lnTo>
                        <a:pt x="343472" y="545306"/>
                      </a:lnTo>
                      <a:close/>
                      <a:moveTo>
                        <a:pt x="312611" y="97631"/>
                      </a:moveTo>
                      <a:cubicBezTo>
                        <a:pt x="323183" y="97631"/>
                        <a:pt x="331756" y="89059"/>
                        <a:pt x="331756" y="78486"/>
                      </a:cubicBezTo>
                      <a:cubicBezTo>
                        <a:pt x="331756" y="67913"/>
                        <a:pt x="323183" y="59341"/>
                        <a:pt x="312611" y="59341"/>
                      </a:cubicBezTo>
                      <a:cubicBezTo>
                        <a:pt x="302038" y="59341"/>
                        <a:pt x="293465" y="67913"/>
                        <a:pt x="293465" y="78486"/>
                      </a:cubicBezTo>
                      <a:cubicBezTo>
                        <a:pt x="293465" y="89059"/>
                        <a:pt x="302038" y="97631"/>
                        <a:pt x="312611" y="97631"/>
                      </a:cubicBezTo>
                      <a:close/>
                      <a:moveTo>
                        <a:pt x="625221" y="236506"/>
                      </a:moveTo>
                      <a:lnTo>
                        <a:pt x="625221" y="367475"/>
                      </a:lnTo>
                      <a:cubicBezTo>
                        <a:pt x="625221" y="395383"/>
                        <a:pt x="602456" y="418148"/>
                        <a:pt x="574548" y="418148"/>
                      </a:cubicBezTo>
                      <a:lnTo>
                        <a:pt x="461296" y="418148"/>
                      </a:lnTo>
                      <a:cubicBezTo>
                        <a:pt x="426720" y="462344"/>
                        <a:pt x="372999" y="490919"/>
                        <a:pt x="312611" y="490919"/>
                      </a:cubicBezTo>
                      <a:cubicBezTo>
                        <a:pt x="252222" y="490919"/>
                        <a:pt x="198501" y="462344"/>
                        <a:pt x="163925" y="418148"/>
                      </a:cubicBezTo>
                      <a:lnTo>
                        <a:pt x="50673" y="418148"/>
                      </a:lnTo>
                      <a:cubicBezTo>
                        <a:pt x="22765" y="418148"/>
                        <a:pt x="0" y="395383"/>
                        <a:pt x="0" y="367475"/>
                      </a:cubicBezTo>
                      <a:lnTo>
                        <a:pt x="0" y="236506"/>
                      </a:lnTo>
                      <a:cubicBezTo>
                        <a:pt x="0" y="208598"/>
                        <a:pt x="22765" y="185833"/>
                        <a:pt x="50673" y="185833"/>
                      </a:cubicBezTo>
                      <a:lnTo>
                        <a:pt x="163925" y="185833"/>
                      </a:lnTo>
                      <a:cubicBezTo>
                        <a:pt x="198501" y="141637"/>
                        <a:pt x="252222" y="113062"/>
                        <a:pt x="312611" y="113062"/>
                      </a:cubicBezTo>
                      <a:cubicBezTo>
                        <a:pt x="372999" y="113062"/>
                        <a:pt x="426720" y="141637"/>
                        <a:pt x="461296" y="185833"/>
                      </a:cubicBezTo>
                      <a:lnTo>
                        <a:pt x="574548" y="185833"/>
                      </a:lnTo>
                      <a:cubicBezTo>
                        <a:pt x="602456" y="185833"/>
                        <a:pt x="625221" y="208598"/>
                        <a:pt x="625221" y="236506"/>
                      </a:cubicBezTo>
                      <a:close/>
                      <a:moveTo>
                        <a:pt x="145351" y="389573"/>
                      </a:moveTo>
                      <a:cubicBezTo>
                        <a:pt x="131540" y="363379"/>
                        <a:pt x="123634" y="333566"/>
                        <a:pt x="123634" y="301943"/>
                      </a:cubicBezTo>
                      <a:cubicBezTo>
                        <a:pt x="123634" y="270320"/>
                        <a:pt x="131540" y="240602"/>
                        <a:pt x="145351" y="214313"/>
                      </a:cubicBezTo>
                      <a:lnTo>
                        <a:pt x="50673" y="214313"/>
                      </a:lnTo>
                      <a:cubicBezTo>
                        <a:pt x="38481" y="214313"/>
                        <a:pt x="28575" y="224218"/>
                        <a:pt x="28575" y="236411"/>
                      </a:cubicBezTo>
                      <a:lnTo>
                        <a:pt x="28575" y="367379"/>
                      </a:lnTo>
                      <a:cubicBezTo>
                        <a:pt x="28575" y="379571"/>
                        <a:pt x="38481" y="389477"/>
                        <a:pt x="50673" y="389477"/>
                      </a:cubicBezTo>
                      <a:lnTo>
                        <a:pt x="145351" y="389477"/>
                      </a:lnTo>
                      <a:close/>
                      <a:moveTo>
                        <a:pt x="473011" y="301943"/>
                      </a:moveTo>
                      <a:cubicBezTo>
                        <a:pt x="473011" y="267843"/>
                        <a:pt x="462248" y="236220"/>
                        <a:pt x="443960" y="210217"/>
                      </a:cubicBezTo>
                      <a:cubicBezTo>
                        <a:pt x="443103" y="209360"/>
                        <a:pt x="442341" y="208312"/>
                        <a:pt x="441674" y="207169"/>
                      </a:cubicBezTo>
                      <a:cubicBezTo>
                        <a:pt x="412433" y="167450"/>
                        <a:pt x="365569" y="141542"/>
                        <a:pt x="312611" y="141542"/>
                      </a:cubicBezTo>
                      <a:cubicBezTo>
                        <a:pt x="224219" y="141542"/>
                        <a:pt x="152210" y="213455"/>
                        <a:pt x="152210" y="301943"/>
                      </a:cubicBezTo>
                      <a:cubicBezTo>
                        <a:pt x="152210" y="390430"/>
                        <a:pt x="224123" y="462344"/>
                        <a:pt x="312611" y="462344"/>
                      </a:cubicBezTo>
                      <a:cubicBezTo>
                        <a:pt x="401098" y="462344"/>
                        <a:pt x="473011" y="390430"/>
                        <a:pt x="473011" y="301943"/>
                      </a:cubicBezTo>
                      <a:close/>
                      <a:moveTo>
                        <a:pt x="596741" y="236411"/>
                      </a:moveTo>
                      <a:cubicBezTo>
                        <a:pt x="596741" y="224218"/>
                        <a:pt x="586835" y="214313"/>
                        <a:pt x="574643" y="214313"/>
                      </a:cubicBezTo>
                      <a:lnTo>
                        <a:pt x="479965" y="214313"/>
                      </a:lnTo>
                      <a:cubicBezTo>
                        <a:pt x="493776" y="240506"/>
                        <a:pt x="501682" y="270320"/>
                        <a:pt x="501682" y="301943"/>
                      </a:cubicBezTo>
                      <a:cubicBezTo>
                        <a:pt x="501682" y="333566"/>
                        <a:pt x="493776" y="363284"/>
                        <a:pt x="479965" y="389573"/>
                      </a:cubicBezTo>
                      <a:lnTo>
                        <a:pt x="574643" y="389573"/>
                      </a:lnTo>
                      <a:cubicBezTo>
                        <a:pt x="586835" y="389573"/>
                        <a:pt x="596741" y="379667"/>
                        <a:pt x="596741" y="367475"/>
                      </a:cubicBezTo>
                      <a:lnTo>
                        <a:pt x="596741" y="236506"/>
                      </a:lnTo>
                      <a:close/>
                      <a:moveTo>
                        <a:pt x="439388" y="26289"/>
                      </a:moveTo>
                      <a:cubicBezTo>
                        <a:pt x="439865" y="27432"/>
                        <a:pt x="440436" y="28575"/>
                        <a:pt x="441103" y="29623"/>
                      </a:cubicBezTo>
                      <a:cubicBezTo>
                        <a:pt x="441865" y="30671"/>
                        <a:pt x="442627" y="31623"/>
                        <a:pt x="443484" y="32480"/>
                      </a:cubicBezTo>
                      <a:cubicBezTo>
                        <a:pt x="447104" y="36005"/>
                        <a:pt x="451961" y="38100"/>
                        <a:pt x="457010" y="38100"/>
                      </a:cubicBezTo>
                      <a:cubicBezTo>
                        <a:pt x="458248" y="38100"/>
                        <a:pt x="459486" y="38100"/>
                        <a:pt x="460724" y="37719"/>
                      </a:cubicBezTo>
                      <a:cubicBezTo>
                        <a:pt x="461963" y="37433"/>
                        <a:pt x="463106" y="37148"/>
                        <a:pt x="464248" y="36576"/>
                      </a:cubicBezTo>
                      <a:cubicBezTo>
                        <a:pt x="465392" y="36195"/>
                        <a:pt x="466535" y="35528"/>
                        <a:pt x="467582" y="34862"/>
                      </a:cubicBezTo>
                      <a:cubicBezTo>
                        <a:pt x="468630" y="34195"/>
                        <a:pt x="469583" y="33338"/>
                        <a:pt x="470440" y="32480"/>
                      </a:cubicBezTo>
                      <a:cubicBezTo>
                        <a:pt x="473964" y="28956"/>
                        <a:pt x="476060" y="24003"/>
                        <a:pt x="476060" y="19050"/>
                      </a:cubicBezTo>
                      <a:cubicBezTo>
                        <a:pt x="476060" y="17812"/>
                        <a:pt x="476060" y="16573"/>
                        <a:pt x="475679" y="15335"/>
                      </a:cubicBezTo>
                      <a:cubicBezTo>
                        <a:pt x="475393" y="14097"/>
                        <a:pt x="475012" y="12859"/>
                        <a:pt x="474536" y="11716"/>
                      </a:cubicBezTo>
                      <a:cubicBezTo>
                        <a:pt x="474059" y="10573"/>
                        <a:pt x="473488" y="9525"/>
                        <a:pt x="472821" y="8477"/>
                      </a:cubicBezTo>
                      <a:cubicBezTo>
                        <a:pt x="472154" y="7430"/>
                        <a:pt x="471297" y="6477"/>
                        <a:pt x="470440" y="5524"/>
                      </a:cubicBezTo>
                      <a:cubicBezTo>
                        <a:pt x="469583" y="4667"/>
                        <a:pt x="468630" y="3905"/>
                        <a:pt x="467582" y="3239"/>
                      </a:cubicBezTo>
                      <a:cubicBezTo>
                        <a:pt x="466535" y="2477"/>
                        <a:pt x="465392" y="1905"/>
                        <a:pt x="464248" y="1429"/>
                      </a:cubicBezTo>
                      <a:cubicBezTo>
                        <a:pt x="463106" y="953"/>
                        <a:pt x="461963" y="572"/>
                        <a:pt x="460724" y="381"/>
                      </a:cubicBezTo>
                      <a:cubicBezTo>
                        <a:pt x="454533" y="-857"/>
                        <a:pt x="447961" y="1143"/>
                        <a:pt x="443484" y="5524"/>
                      </a:cubicBezTo>
                      <a:cubicBezTo>
                        <a:pt x="442627" y="6477"/>
                        <a:pt x="441865" y="7430"/>
                        <a:pt x="441103" y="8477"/>
                      </a:cubicBezTo>
                      <a:cubicBezTo>
                        <a:pt x="440436" y="9525"/>
                        <a:pt x="439865" y="10573"/>
                        <a:pt x="439388" y="11716"/>
                      </a:cubicBezTo>
                      <a:cubicBezTo>
                        <a:pt x="438912" y="12859"/>
                        <a:pt x="438531" y="14097"/>
                        <a:pt x="438340" y="15335"/>
                      </a:cubicBezTo>
                      <a:cubicBezTo>
                        <a:pt x="438055" y="16573"/>
                        <a:pt x="437960" y="17812"/>
                        <a:pt x="437960" y="19050"/>
                      </a:cubicBezTo>
                      <a:cubicBezTo>
                        <a:pt x="437960" y="20288"/>
                        <a:pt x="438055" y="21527"/>
                        <a:pt x="438340" y="22765"/>
                      </a:cubicBezTo>
                      <a:cubicBezTo>
                        <a:pt x="438531" y="24003"/>
                        <a:pt x="438912" y="25146"/>
                        <a:pt x="439388" y="26289"/>
                      </a:cubicBezTo>
                      <a:close/>
                      <a:moveTo>
                        <a:pt x="312706" y="38100"/>
                      </a:moveTo>
                      <a:lnTo>
                        <a:pt x="312801" y="38100"/>
                      </a:lnTo>
                      <a:cubicBezTo>
                        <a:pt x="323279" y="38100"/>
                        <a:pt x="331756" y="29528"/>
                        <a:pt x="331756" y="19050"/>
                      </a:cubicBezTo>
                      <a:cubicBezTo>
                        <a:pt x="331756" y="8573"/>
                        <a:pt x="323183" y="0"/>
                        <a:pt x="312706" y="0"/>
                      </a:cubicBezTo>
                      <a:cubicBezTo>
                        <a:pt x="302228" y="0"/>
                        <a:pt x="293656" y="8573"/>
                        <a:pt x="293656" y="19050"/>
                      </a:cubicBezTo>
                      <a:cubicBezTo>
                        <a:pt x="293656" y="29528"/>
                        <a:pt x="302228" y="38100"/>
                        <a:pt x="312706" y="38100"/>
                      </a:cubicBezTo>
                      <a:close/>
                      <a:moveTo>
                        <a:pt x="384810" y="38100"/>
                      </a:moveTo>
                      <a:lnTo>
                        <a:pt x="384905" y="38100"/>
                      </a:lnTo>
                      <a:cubicBezTo>
                        <a:pt x="395383" y="38100"/>
                        <a:pt x="403860" y="29528"/>
                        <a:pt x="403860" y="19050"/>
                      </a:cubicBezTo>
                      <a:cubicBezTo>
                        <a:pt x="403860" y="8573"/>
                        <a:pt x="395288" y="0"/>
                        <a:pt x="384810" y="0"/>
                      </a:cubicBezTo>
                      <a:cubicBezTo>
                        <a:pt x="374333" y="0"/>
                        <a:pt x="365760" y="8573"/>
                        <a:pt x="365760" y="19050"/>
                      </a:cubicBezTo>
                      <a:cubicBezTo>
                        <a:pt x="365760" y="29528"/>
                        <a:pt x="374333" y="38100"/>
                        <a:pt x="384810" y="38100"/>
                      </a:cubicBezTo>
                      <a:close/>
                      <a:moveTo>
                        <a:pt x="240506" y="38100"/>
                      </a:moveTo>
                      <a:lnTo>
                        <a:pt x="240601" y="38100"/>
                      </a:lnTo>
                      <a:cubicBezTo>
                        <a:pt x="251079" y="38100"/>
                        <a:pt x="259651" y="29528"/>
                        <a:pt x="259651" y="19050"/>
                      </a:cubicBezTo>
                      <a:cubicBezTo>
                        <a:pt x="259651" y="8573"/>
                        <a:pt x="251079" y="0"/>
                        <a:pt x="240506" y="0"/>
                      </a:cubicBezTo>
                      <a:cubicBezTo>
                        <a:pt x="229934" y="0"/>
                        <a:pt x="221456" y="8573"/>
                        <a:pt x="221456" y="19050"/>
                      </a:cubicBezTo>
                      <a:cubicBezTo>
                        <a:pt x="221456" y="29528"/>
                        <a:pt x="230029" y="38100"/>
                        <a:pt x="240506" y="38100"/>
                      </a:cubicBezTo>
                      <a:close/>
                      <a:moveTo>
                        <a:pt x="168402" y="38100"/>
                      </a:moveTo>
                      <a:cubicBezTo>
                        <a:pt x="169545" y="38100"/>
                        <a:pt x="170878" y="38100"/>
                        <a:pt x="172117" y="37719"/>
                      </a:cubicBezTo>
                      <a:cubicBezTo>
                        <a:pt x="173260" y="37433"/>
                        <a:pt x="174498" y="37148"/>
                        <a:pt x="175641" y="36671"/>
                      </a:cubicBezTo>
                      <a:cubicBezTo>
                        <a:pt x="176784" y="36195"/>
                        <a:pt x="177927" y="35528"/>
                        <a:pt x="178879" y="34862"/>
                      </a:cubicBezTo>
                      <a:cubicBezTo>
                        <a:pt x="179927" y="34195"/>
                        <a:pt x="180975" y="33338"/>
                        <a:pt x="181832" y="32480"/>
                      </a:cubicBezTo>
                      <a:cubicBezTo>
                        <a:pt x="185356" y="28956"/>
                        <a:pt x="187452" y="24003"/>
                        <a:pt x="187452" y="19050"/>
                      </a:cubicBezTo>
                      <a:cubicBezTo>
                        <a:pt x="187452" y="17812"/>
                        <a:pt x="187262" y="16573"/>
                        <a:pt x="186976" y="15335"/>
                      </a:cubicBezTo>
                      <a:cubicBezTo>
                        <a:pt x="186785" y="14097"/>
                        <a:pt x="186404" y="12859"/>
                        <a:pt x="185928" y="11716"/>
                      </a:cubicBezTo>
                      <a:cubicBezTo>
                        <a:pt x="185452" y="10573"/>
                        <a:pt x="184880" y="9525"/>
                        <a:pt x="184214" y="8477"/>
                      </a:cubicBezTo>
                      <a:cubicBezTo>
                        <a:pt x="183451" y="7430"/>
                        <a:pt x="182690" y="6382"/>
                        <a:pt x="181832" y="5524"/>
                      </a:cubicBezTo>
                      <a:cubicBezTo>
                        <a:pt x="180975" y="4667"/>
                        <a:pt x="179927" y="3905"/>
                        <a:pt x="178879" y="3143"/>
                      </a:cubicBezTo>
                      <a:cubicBezTo>
                        <a:pt x="177927" y="2477"/>
                        <a:pt x="176784" y="1905"/>
                        <a:pt x="175641" y="1429"/>
                      </a:cubicBezTo>
                      <a:cubicBezTo>
                        <a:pt x="174498" y="953"/>
                        <a:pt x="173260" y="572"/>
                        <a:pt x="172117" y="381"/>
                      </a:cubicBezTo>
                      <a:cubicBezTo>
                        <a:pt x="169640" y="-95"/>
                        <a:pt x="167069" y="-95"/>
                        <a:pt x="164592" y="381"/>
                      </a:cubicBezTo>
                      <a:cubicBezTo>
                        <a:pt x="163449" y="572"/>
                        <a:pt x="162211" y="953"/>
                        <a:pt x="161068" y="1429"/>
                      </a:cubicBezTo>
                      <a:cubicBezTo>
                        <a:pt x="159925" y="1905"/>
                        <a:pt x="158782" y="2477"/>
                        <a:pt x="157734" y="3143"/>
                      </a:cubicBezTo>
                      <a:cubicBezTo>
                        <a:pt x="156781" y="3905"/>
                        <a:pt x="155734" y="4667"/>
                        <a:pt x="154876" y="5524"/>
                      </a:cubicBezTo>
                      <a:cubicBezTo>
                        <a:pt x="154019" y="6382"/>
                        <a:pt x="153257" y="7430"/>
                        <a:pt x="152495" y="8477"/>
                      </a:cubicBezTo>
                      <a:cubicBezTo>
                        <a:pt x="151828" y="9525"/>
                        <a:pt x="151257" y="10573"/>
                        <a:pt x="150781" y="11716"/>
                      </a:cubicBezTo>
                      <a:cubicBezTo>
                        <a:pt x="150304" y="12859"/>
                        <a:pt x="149923" y="14097"/>
                        <a:pt x="149638" y="15335"/>
                      </a:cubicBezTo>
                      <a:cubicBezTo>
                        <a:pt x="149447" y="16573"/>
                        <a:pt x="149257" y="17812"/>
                        <a:pt x="149257" y="19050"/>
                      </a:cubicBezTo>
                      <a:cubicBezTo>
                        <a:pt x="149257" y="24003"/>
                        <a:pt x="151352" y="28956"/>
                        <a:pt x="154876" y="32480"/>
                      </a:cubicBezTo>
                      <a:cubicBezTo>
                        <a:pt x="158401" y="36100"/>
                        <a:pt x="163354" y="38100"/>
                        <a:pt x="168402" y="381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400"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3" name="Google Shape;4311;p412">
                <a:extLst>
                  <a:ext uri="{FF2B5EF4-FFF2-40B4-BE49-F238E27FC236}">
                    <a16:creationId xmlns:a16="http://schemas.microsoft.com/office/drawing/2014/main" id="{90B7FA62-9FF2-A44A-A8D8-37319E8016A2}"/>
                  </a:ext>
                </a:extLst>
              </p:cNvPr>
              <p:cNvSpPr/>
              <p:nvPr/>
            </p:nvSpPr>
            <p:spPr>
              <a:xfrm>
                <a:off x="6594311" y="4650001"/>
                <a:ext cx="806700" cy="451459"/>
              </a:xfrm>
              <a:prstGeom prst="roundRect">
                <a:avLst>
                  <a:gd name="adj" fmla="val 8755"/>
                </a:avLst>
              </a:prstGeom>
              <a:solidFill>
                <a:srgbClr val="1449AC"/>
              </a:solidFill>
              <a:ln w="9525" cap="flat" cmpd="sng">
                <a:solidFill>
                  <a:schemeClr val="tx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grpSp>
            <p:nvGrpSpPr>
              <p:cNvPr id="104" name="Google Shape;4312;p412">
                <a:extLst>
                  <a:ext uri="{FF2B5EF4-FFF2-40B4-BE49-F238E27FC236}">
                    <a16:creationId xmlns:a16="http://schemas.microsoft.com/office/drawing/2014/main" id="{4149441E-292A-14C6-A3D7-1E1C7C4EDBCF}"/>
                  </a:ext>
                </a:extLst>
              </p:cNvPr>
              <p:cNvGrpSpPr/>
              <p:nvPr/>
            </p:nvGrpSpPr>
            <p:grpSpPr>
              <a:xfrm>
                <a:off x="6651147" y="4721045"/>
                <a:ext cx="308511" cy="308648"/>
                <a:chOff x="6747306" y="3845128"/>
                <a:chExt cx="308511" cy="308648"/>
              </a:xfrm>
            </p:grpSpPr>
            <p:sp>
              <p:nvSpPr>
                <p:cNvPr id="111" name="Google Shape;4293;p412">
                  <a:extLst>
                    <a:ext uri="{FF2B5EF4-FFF2-40B4-BE49-F238E27FC236}">
                      <a16:creationId xmlns:a16="http://schemas.microsoft.com/office/drawing/2014/main" id="{916DD856-D479-6F1E-55BE-CF6B221EE2AF}"/>
                    </a:ext>
                  </a:extLst>
                </p:cNvPr>
                <p:cNvSpPr/>
                <p:nvPr/>
              </p:nvSpPr>
              <p:spPr>
                <a:xfrm>
                  <a:off x="6747306" y="3845128"/>
                  <a:ext cx="308511" cy="308648"/>
                </a:xfrm>
                <a:prstGeom prst="ellipse">
                  <a:avLst/>
                </a:prstGeom>
                <a:solidFill>
                  <a:srgbClr val="246CF7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4313;p412">
                  <a:extLst>
                    <a:ext uri="{FF2B5EF4-FFF2-40B4-BE49-F238E27FC236}">
                      <a16:creationId xmlns:a16="http://schemas.microsoft.com/office/drawing/2014/main" id="{C96B54FF-B0C0-C933-19C4-3D781799F881}"/>
                    </a:ext>
                  </a:extLst>
                </p:cNvPr>
                <p:cNvSpPr/>
                <p:nvPr/>
              </p:nvSpPr>
              <p:spPr>
                <a:xfrm>
                  <a:off x="6835380" y="3924091"/>
                  <a:ext cx="129646" cy="150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911" h="519779" extrusionOk="0">
                      <a:moveTo>
                        <a:pt x="362522" y="144780"/>
                      </a:moveTo>
                      <a:lnTo>
                        <a:pt x="72390" y="144780"/>
                      </a:lnTo>
                      <a:cubicBezTo>
                        <a:pt x="32480" y="144780"/>
                        <a:pt x="0" y="112300"/>
                        <a:pt x="0" y="72390"/>
                      </a:cubicBezTo>
                      <a:cubicBezTo>
                        <a:pt x="0" y="32480"/>
                        <a:pt x="32480" y="0"/>
                        <a:pt x="72390" y="0"/>
                      </a:cubicBezTo>
                      <a:lnTo>
                        <a:pt x="362522" y="0"/>
                      </a:lnTo>
                      <a:cubicBezTo>
                        <a:pt x="402431" y="0"/>
                        <a:pt x="434912" y="32480"/>
                        <a:pt x="434912" y="72390"/>
                      </a:cubicBezTo>
                      <a:cubicBezTo>
                        <a:pt x="434912" y="112300"/>
                        <a:pt x="402431" y="144780"/>
                        <a:pt x="362522" y="144780"/>
                      </a:cubicBezTo>
                      <a:close/>
                      <a:moveTo>
                        <a:pt x="72390" y="28575"/>
                      </a:moveTo>
                      <a:cubicBezTo>
                        <a:pt x="48197" y="28575"/>
                        <a:pt x="28575" y="48196"/>
                        <a:pt x="28575" y="72390"/>
                      </a:cubicBezTo>
                      <a:cubicBezTo>
                        <a:pt x="28575" y="96583"/>
                        <a:pt x="48197" y="116205"/>
                        <a:pt x="72390" y="116205"/>
                      </a:cubicBezTo>
                      <a:lnTo>
                        <a:pt x="362522" y="116205"/>
                      </a:lnTo>
                      <a:cubicBezTo>
                        <a:pt x="386715" y="116205"/>
                        <a:pt x="406337" y="96583"/>
                        <a:pt x="406337" y="72390"/>
                      </a:cubicBezTo>
                      <a:cubicBezTo>
                        <a:pt x="406337" y="48196"/>
                        <a:pt x="386715" y="28575"/>
                        <a:pt x="362522" y="28575"/>
                      </a:cubicBezTo>
                      <a:lnTo>
                        <a:pt x="72390" y="28575"/>
                      </a:lnTo>
                      <a:close/>
                      <a:moveTo>
                        <a:pt x="362522" y="519779"/>
                      </a:moveTo>
                      <a:lnTo>
                        <a:pt x="72390" y="519779"/>
                      </a:lnTo>
                      <a:cubicBezTo>
                        <a:pt x="32480" y="519779"/>
                        <a:pt x="0" y="487299"/>
                        <a:pt x="0" y="447389"/>
                      </a:cubicBezTo>
                      <a:cubicBezTo>
                        <a:pt x="0" y="407480"/>
                        <a:pt x="32480" y="374999"/>
                        <a:pt x="72390" y="374999"/>
                      </a:cubicBezTo>
                      <a:lnTo>
                        <a:pt x="362522" y="374999"/>
                      </a:lnTo>
                      <a:cubicBezTo>
                        <a:pt x="402431" y="374999"/>
                        <a:pt x="434912" y="407480"/>
                        <a:pt x="434912" y="447389"/>
                      </a:cubicBezTo>
                      <a:cubicBezTo>
                        <a:pt x="434912" y="487299"/>
                        <a:pt x="402431" y="519779"/>
                        <a:pt x="362522" y="519779"/>
                      </a:cubicBezTo>
                      <a:close/>
                      <a:moveTo>
                        <a:pt x="72390" y="403574"/>
                      </a:moveTo>
                      <a:cubicBezTo>
                        <a:pt x="48197" y="403574"/>
                        <a:pt x="28575" y="423196"/>
                        <a:pt x="28575" y="447389"/>
                      </a:cubicBezTo>
                      <a:cubicBezTo>
                        <a:pt x="28575" y="471583"/>
                        <a:pt x="48197" y="491204"/>
                        <a:pt x="72390" y="491204"/>
                      </a:cubicBezTo>
                      <a:lnTo>
                        <a:pt x="362522" y="491204"/>
                      </a:lnTo>
                      <a:cubicBezTo>
                        <a:pt x="386715" y="491204"/>
                        <a:pt x="406337" y="471583"/>
                        <a:pt x="406337" y="447389"/>
                      </a:cubicBezTo>
                      <a:cubicBezTo>
                        <a:pt x="406337" y="423196"/>
                        <a:pt x="386715" y="403574"/>
                        <a:pt x="362522" y="403574"/>
                      </a:cubicBezTo>
                      <a:lnTo>
                        <a:pt x="72390" y="403574"/>
                      </a:lnTo>
                      <a:close/>
                      <a:moveTo>
                        <a:pt x="362522" y="332327"/>
                      </a:moveTo>
                      <a:lnTo>
                        <a:pt x="72390" y="332327"/>
                      </a:lnTo>
                      <a:cubicBezTo>
                        <a:pt x="32480" y="332327"/>
                        <a:pt x="0" y="299847"/>
                        <a:pt x="0" y="259937"/>
                      </a:cubicBezTo>
                      <a:cubicBezTo>
                        <a:pt x="0" y="220027"/>
                        <a:pt x="32480" y="187547"/>
                        <a:pt x="72390" y="187547"/>
                      </a:cubicBezTo>
                      <a:lnTo>
                        <a:pt x="362522" y="187547"/>
                      </a:lnTo>
                      <a:cubicBezTo>
                        <a:pt x="402431" y="187547"/>
                        <a:pt x="434912" y="220027"/>
                        <a:pt x="434912" y="259937"/>
                      </a:cubicBezTo>
                      <a:cubicBezTo>
                        <a:pt x="434912" y="299847"/>
                        <a:pt x="402431" y="332327"/>
                        <a:pt x="362522" y="332327"/>
                      </a:cubicBezTo>
                      <a:close/>
                      <a:moveTo>
                        <a:pt x="72390" y="216122"/>
                      </a:moveTo>
                      <a:cubicBezTo>
                        <a:pt x="48197" y="216122"/>
                        <a:pt x="28575" y="235744"/>
                        <a:pt x="28575" y="259937"/>
                      </a:cubicBezTo>
                      <a:cubicBezTo>
                        <a:pt x="28575" y="284131"/>
                        <a:pt x="48197" y="303752"/>
                        <a:pt x="72390" y="303752"/>
                      </a:cubicBezTo>
                      <a:lnTo>
                        <a:pt x="362522" y="303752"/>
                      </a:lnTo>
                      <a:cubicBezTo>
                        <a:pt x="386715" y="303752"/>
                        <a:pt x="406337" y="284131"/>
                        <a:pt x="406337" y="259937"/>
                      </a:cubicBezTo>
                      <a:cubicBezTo>
                        <a:pt x="406337" y="235744"/>
                        <a:pt x="386715" y="216122"/>
                        <a:pt x="362522" y="216122"/>
                      </a:cubicBezTo>
                      <a:lnTo>
                        <a:pt x="72390" y="216122"/>
                      </a:lnTo>
                      <a:close/>
                      <a:moveTo>
                        <a:pt x="99346" y="53435"/>
                      </a:moveTo>
                      <a:cubicBezTo>
                        <a:pt x="88868" y="53435"/>
                        <a:pt x="80296" y="62008"/>
                        <a:pt x="80296" y="72485"/>
                      </a:cubicBezTo>
                      <a:cubicBezTo>
                        <a:pt x="80296" y="82963"/>
                        <a:pt x="88868" y="91535"/>
                        <a:pt x="99346" y="91535"/>
                      </a:cubicBezTo>
                      <a:cubicBezTo>
                        <a:pt x="109823" y="91535"/>
                        <a:pt x="118396" y="82963"/>
                        <a:pt x="118396" y="72485"/>
                      </a:cubicBezTo>
                      <a:cubicBezTo>
                        <a:pt x="118396" y="62008"/>
                        <a:pt x="109823" y="53435"/>
                        <a:pt x="99346" y="53435"/>
                      </a:cubicBezTo>
                      <a:close/>
                      <a:moveTo>
                        <a:pt x="99346" y="240887"/>
                      </a:moveTo>
                      <a:cubicBezTo>
                        <a:pt x="88868" y="240887"/>
                        <a:pt x="80296" y="249460"/>
                        <a:pt x="80296" y="259937"/>
                      </a:cubicBezTo>
                      <a:cubicBezTo>
                        <a:pt x="80296" y="270415"/>
                        <a:pt x="88868" y="278987"/>
                        <a:pt x="99346" y="278987"/>
                      </a:cubicBezTo>
                      <a:cubicBezTo>
                        <a:pt x="109823" y="278987"/>
                        <a:pt x="118396" y="270415"/>
                        <a:pt x="118396" y="259937"/>
                      </a:cubicBezTo>
                      <a:cubicBezTo>
                        <a:pt x="118396" y="249460"/>
                        <a:pt x="109823" y="240887"/>
                        <a:pt x="99346" y="240887"/>
                      </a:cubicBezTo>
                      <a:close/>
                      <a:moveTo>
                        <a:pt x="99346" y="428339"/>
                      </a:moveTo>
                      <a:cubicBezTo>
                        <a:pt x="88868" y="428339"/>
                        <a:pt x="80296" y="436912"/>
                        <a:pt x="80296" y="447389"/>
                      </a:cubicBezTo>
                      <a:cubicBezTo>
                        <a:pt x="80296" y="457867"/>
                        <a:pt x="88868" y="466439"/>
                        <a:pt x="99346" y="466439"/>
                      </a:cubicBezTo>
                      <a:cubicBezTo>
                        <a:pt x="109823" y="466439"/>
                        <a:pt x="118396" y="457867"/>
                        <a:pt x="118396" y="447389"/>
                      </a:cubicBezTo>
                      <a:cubicBezTo>
                        <a:pt x="118396" y="436912"/>
                        <a:pt x="109823" y="428339"/>
                        <a:pt x="99346" y="428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400"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" name="Google Shape;4314;p412">
                <a:extLst>
                  <a:ext uri="{FF2B5EF4-FFF2-40B4-BE49-F238E27FC236}">
                    <a16:creationId xmlns:a16="http://schemas.microsoft.com/office/drawing/2014/main" id="{11D46F6B-9EF2-9F3F-2DE9-F993C8D117AE}"/>
                  </a:ext>
                </a:extLst>
              </p:cNvPr>
              <p:cNvGrpSpPr/>
              <p:nvPr/>
            </p:nvGrpSpPr>
            <p:grpSpPr>
              <a:xfrm>
                <a:off x="7013099" y="4720653"/>
                <a:ext cx="308511" cy="308648"/>
                <a:chOff x="6746837" y="4252917"/>
                <a:chExt cx="308511" cy="308648"/>
              </a:xfrm>
            </p:grpSpPr>
            <p:sp>
              <p:nvSpPr>
                <p:cNvPr id="109" name="Google Shape;4289;p412">
                  <a:extLst>
                    <a:ext uri="{FF2B5EF4-FFF2-40B4-BE49-F238E27FC236}">
                      <a16:creationId xmlns:a16="http://schemas.microsoft.com/office/drawing/2014/main" id="{5F0B54DD-A59A-619C-B380-F28B89BD1F7C}"/>
                    </a:ext>
                  </a:extLst>
                </p:cNvPr>
                <p:cNvSpPr/>
                <p:nvPr/>
              </p:nvSpPr>
              <p:spPr>
                <a:xfrm>
                  <a:off x="6746837" y="4252917"/>
                  <a:ext cx="308511" cy="308648"/>
                </a:xfrm>
                <a:prstGeom prst="ellipse">
                  <a:avLst/>
                </a:prstGeom>
                <a:solidFill>
                  <a:srgbClr val="246CF7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4315;p412">
                  <a:extLst>
                    <a:ext uri="{FF2B5EF4-FFF2-40B4-BE49-F238E27FC236}">
                      <a16:creationId xmlns:a16="http://schemas.microsoft.com/office/drawing/2014/main" id="{28D1D868-C98B-2DF3-D41A-B41BC6CFCB1D}"/>
                    </a:ext>
                  </a:extLst>
                </p:cNvPr>
                <p:cNvSpPr/>
                <p:nvPr/>
              </p:nvSpPr>
              <p:spPr>
                <a:xfrm>
                  <a:off x="6835950" y="4331293"/>
                  <a:ext cx="129646" cy="150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911" h="519779" extrusionOk="0">
                      <a:moveTo>
                        <a:pt x="362522" y="144780"/>
                      </a:moveTo>
                      <a:lnTo>
                        <a:pt x="72390" y="144780"/>
                      </a:lnTo>
                      <a:cubicBezTo>
                        <a:pt x="32480" y="144780"/>
                        <a:pt x="0" y="112300"/>
                        <a:pt x="0" y="72390"/>
                      </a:cubicBezTo>
                      <a:cubicBezTo>
                        <a:pt x="0" y="32480"/>
                        <a:pt x="32480" y="0"/>
                        <a:pt x="72390" y="0"/>
                      </a:cubicBezTo>
                      <a:lnTo>
                        <a:pt x="362522" y="0"/>
                      </a:lnTo>
                      <a:cubicBezTo>
                        <a:pt x="402431" y="0"/>
                        <a:pt x="434912" y="32480"/>
                        <a:pt x="434912" y="72390"/>
                      </a:cubicBezTo>
                      <a:cubicBezTo>
                        <a:pt x="434912" y="112300"/>
                        <a:pt x="402431" y="144780"/>
                        <a:pt x="362522" y="144780"/>
                      </a:cubicBezTo>
                      <a:close/>
                      <a:moveTo>
                        <a:pt x="72390" y="28575"/>
                      </a:moveTo>
                      <a:cubicBezTo>
                        <a:pt x="48197" y="28575"/>
                        <a:pt x="28575" y="48196"/>
                        <a:pt x="28575" y="72390"/>
                      </a:cubicBezTo>
                      <a:cubicBezTo>
                        <a:pt x="28575" y="96583"/>
                        <a:pt x="48197" y="116205"/>
                        <a:pt x="72390" y="116205"/>
                      </a:cubicBezTo>
                      <a:lnTo>
                        <a:pt x="362522" y="116205"/>
                      </a:lnTo>
                      <a:cubicBezTo>
                        <a:pt x="386715" y="116205"/>
                        <a:pt x="406337" y="96583"/>
                        <a:pt x="406337" y="72390"/>
                      </a:cubicBezTo>
                      <a:cubicBezTo>
                        <a:pt x="406337" y="48196"/>
                        <a:pt x="386715" y="28575"/>
                        <a:pt x="362522" y="28575"/>
                      </a:cubicBezTo>
                      <a:lnTo>
                        <a:pt x="72390" y="28575"/>
                      </a:lnTo>
                      <a:close/>
                      <a:moveTo>
                        <a:pt x="362522" y="519779"/>
                      </a:moveTo>
                      <a:lnTo>
                        <a:pt x="72390" y="519779"/>
                      </a:lnTo>
                      <a:cubicBezTo>
                        <a:pt x="32480" y="519779"/>
                        <a:pt x="0" y="487299"/>
                        <a:pt x="0" y="447389"/>
                      </a:cubicBezTo>
                      <a:cubicBezTo>
                        <a:pt x="0" y="407480"/>
                        <a:pt x="32480" y="374999"/>
                        <a:pt x="72390" y="374999"/>
                      </a:cubicBezTo>
                      <a:lnTo>
                        <a:pt x="362522" y="374999"/>
                      </a:lnTo>
                      <a:cubicBezTo>
                        <a:pt x="402431" y="374999"/>
                        <a:pt x="434912" y="407480"/>
                        <a:pt x="434912" y="447389"/>
                      </a:cubicBezTo>
                      <a:cubicBezTo>
                        <a:pt x="434912" y="487299"/>
                        <a:pt x="402431" y="519779"/>
                        <a:pt x="362522" y="519779"/>
                      </a:cubicBezTo>
                      <a:close/>
                      <a:moveTo>
                        <a:pt x="72390" y="403574"/>
                      </a:moveTo>
                      <a:cubicBezTo>
                        <a:pt x="48197" y="403574"/>
                        <a:pt x="28575" y="423196"/>
                        <a:pt x="28575" y="447389"/>
                      </a:cubicBezTo>
                      <a:cubicBezTo>
                        <a:pt x="28575" y="471583"/>
                        <a:pt x="48197" y="491204"/>
                        <a:pt x="72390" y="491204"/>
                      </a:cubicBezTo>
                      <a:lnTo>
                        <a:pt x="362522" y="491204"/>
                      </a:lnTo>
                      <a:cubicBezTo>
                        <a:pt x="386715" y="491204"/>
                        <a:pt x="406337" y="471583"/>
                        <a:pt x="406337" y="447389"/>
                      </a:cubicBezTo>
                      <a:cubicBezTo>
                        <a:pt x="406337" y="423196"/>
                        <a:pt x="386715" y="403574"/>
                        <a:pt x="362522" y="403574"/>
                      </a:cubicBezTo>
                      <a:lnTo>
                        <a:pt x="72390" y="403574"/>
                      </a:lnTo>
                      <a:close/>
                      <a:moveTo>
                        <a:pt x="362522" y="332327"/>
                      </a:moveTo>
                      <a:lnTo>
                        <a:pt x="72390" y="332327"/>
                      </a:lnTo>
                      <a:cubicBezTo>
                        <a:pt x="32480" y="332327"/>
                        <a:pt x="0" y="299847"/>
                        <a:pt x="0" y="259937"/>
                      </a:cubicBezTo>
                      <a:cubicBezTo>
                        <a:pt x="0" y="220027"/>
                        <a:pt x="32480" y="187547"/>
                        <a:pt x="72390" y="187547"/>
                      </a:cubicBezTo>
                      <a:lnTo>
                        <a:pt x="362522" y="187547"/>
                      </a:lnTo>
                      <a:cubicBezTo>
                        <a:pt x="402431" y="187547"/>
                        <a:pt x="434912" y="220027"/>
                        <a:pt x="434912" y="259937"/>
                      </a:cubicBezTo>
                      <a:cubicBezTo>
                        <a:pt x="434912" y="299847"/>
                        <a:pt x="402431" y="332327"/>
                        <a:pt x="362522" y="332327"/>
                      </a:cubicBezTo>
                      <a:close/>
                      <a:moveTo>
                        <a:pt x="72390" y="216122"/>
                      </a:moveTo>
                      <a:cubicBezTo>
                        <a:pt x="48197" y="216122"/>
                        <a:pt x="28575" y="235744"/>
                        <a:pt x="28575" y="259937"/>
                      </a:cubicBezTo>
                      <a:cubicBezTo>
                        <a:pt x="28575" y="284131"/>
                        <a:pt x="48197" y="303752"/>
                        <a:pt x="72390" y="303752"/>
                      </a:cubicBezTo>
                      <a:lnTo>
                        <a:pt x="362522" y="303752"/>
                      </a:lnTo>
                      <a:cubicBezTo>
                        <a:pt x="386715" y="303752"/>
                        <a:pt x="406337" y="284131"/>
                        <a:pt x="406337" y="259937"/>
                      </a:cubicBezTo>
                      <a:cubicBezTo>
                        <a:pt x="406337" y="235744"/>
                        <a:pt x="386715" y="216122"/>
                        <a:pt x="362522" y="216122"/>
                      </a:cubicBezTo>
                      <a:lnTo>
                        <a:pt x="72390" y="216122"/>
                      </a:lnTo>
                      <a:close/>
                      <a:moveTo>
                        <a:pt x="99346" y="53435"/>
                      </a:moveTo>
                      <a:cubicBezTo>
                        <a:pt x="88868" y="53435"/>
                        <a:pt x="80296" y="62008"/>
                        <a:pt x="80296" y="72485"/>
                      </a:cubicBezTo>
                      <a:cubicBezTo>
                        <a:pt x="80296" y="82963"/>
                        <a:pt x="88868" y="91535"/>
                        <a:pt x="99346" y="91535"/>
                      </a:cubicBezTo>
                      <a:cubicBezTo>
                        <a:pt x="109823" y="91535"/>
                        <a:pt x="118396" y="82963"/>
                        <a:pt x="118396" y="72485"/>
                      </a:cubicBezTo>
                      <a:cubicBezTo>
                        <a:pt x="118396" y="62008"/>
                        <a:pt x="109823" y="53435"/>
                        <a:pt x="99346" y="53435"/>
                      </a:cubicBezTo>
                      <a:close/>
                      <a:moveTo>
                        <a:pt x="99346" y="240887"/>
                      </a:moveTo>
                      <a:cubicBezTo>
                        <a:pt x="88868" y="240887"/>
                        <a:pt x="80296" y="249460"/>
                        <a:pt x="80296" y="259937"/>
                      </a:cubicBezTo>
                      <a:cubicBezTo>
                        <a:pt x="80296" y="270415"/>
                        <a:pt x="88868" y="278987"/>
                        <a:pt x="99346" y="278987"/>
                      </a:cubicBezTo>
                      <a:cubicBezTo>
                        <a:pt x="109823" y="278987"/>
                        <a:pt x="118396" y="270415"/>
                        <a:pt x="118396" y="259937"/>
                      </a:cubicBezTo>
                      <a:cubicBezTo>
                        <a:pt x="118396" y="249460"/>
                        <a:pt x="109823" y="240887"/>
                        <a:pt x="99346" y="240887"/>
                      </a:cubicBezTo>
                      <a:close/>
                      <a:moveTo>
                        <a:pt x="99346" y="428339"/>
                      </a:moveTo>
                      <a:cubicBezTo>
                        <a:pt x="88868" y="428339"/>
                        <a:pt x="80296" y="436912"/>
                        <a:pt x="80296" y="447389"/>
                      </a:cubicBezTo>
                      <a:cubicBezTo>
                        <a:pt x="80296" y="457867"/>
                        <a:pt x="88868" y="466439"/>
                        <a:pt x="99346" y="466439"/>
                      </a:cubicBezTo>
                      <a:cubicBezTo>
                        <a:pt x="109823" y="466439"/>
                        <a:pt x="118396" y="457867"/>
                        <a:pt x="118396" y="447389"/>
                      </a:cubicBezTo>
                      <a:cubicBezTo>
                        <a:pt x="118396" y="436912"/>
                        <a:pt x="109823" y="428339"/>
                        <a:pt x="99346" y="428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400"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6" name="Google Shape;4316;p412">
                <a:extLst>
                  <a:ext uri="{FF2B5EF4-FFF2-40B4-BE49-F238E27FC236}">
                    <a16:creationId xmlns:a16="http://schemas.microsoft.com/office/drawing/2014/main" id="{B45DC726-BE79-C937-42E4-846B84684BC6}"/>
                  </a:ext>
                </a:extLst>
              </p:cNvPr>
              <p:cNvSpPr txBox="1"/>
              <p:nvPr/>
            </p:nvSpPr>
            <p:spPr>
              <a:xfrm>
                <a:off x="6656440" y="5112127"/>
                <a:ext cx="629019" cy="2154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19" tIns="45697" rIns="91419" bIns="45697" anchor="t" anchorCtr="0">
                <a:spAutoFit/>
              </a:bodyPr>
              <a:lstStyle/>
              <a:p>
                <a:pPr marL="24381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61F48"/>
                  </a:buClr>
                  <a:buSzPts val="1200"/>
                  <a:buFontTx/>
                  <a:buNone/>
                  <a:tabLst/>
                  <a:defRPr/>
                </a:pPr>
                <a:r>
                  <a: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Servers</a:t>
                </a: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07" name="Google Shape;4317;p412">
                <a:extLst>
                  <a:ext uri="{FF2B5EF4-FFF2-40B4-BE49-F238E27FC236}">
                    <a16:creationId xmlns:a16="http://schemas.microsoft.com/office/drawing/2014/main" id="{F0822EA8-FF32-C847-1B2B-C8DBB5E1270E}"/>
                  </a:ext>
                </a:extLst>
              </p:cNvPr>
              <p:cNvSpPr txBox="1"/>
              <p:nvPr/>
            </p:nvSpPr>
            <p:spPr>
              <a:xfrm>
                <a:off x="4983447" y="5112855"/>
                <a:ext cx="440402" cy="2154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19" tIns="45697" rIns="91419" bIns="45697" anchor="t" anchorCtr="0">
                <a:spAutoFit/>
              </a:bodyPr>
              <a:lstStyle/>
              <a:p>
                <a:pPr marL="24381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61F48"/>
                  </a:buClr>
                  <a:buSzPts val="1200"/>
                  <a:buFontTx/>
                  <a:buNone/>
                  <a:tabLst/>
                  <a:defRPr/>
                </a:pPr>
                <a:r>
                  <a: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IOT</a:t>
                </a: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08" name="Google Shape;4318;p412">
                <a:extLst>
                  <a:ext uri="{FF2B5EF4-FFF2-40B4-BE49-F238E27FC236}">
                    <a16:creationId xmlns:a16="http://schemas.microsoft.com/office/drawing/2014/main" id="{B73D08F5-9A1B-C26B-7BEB-547385326C06}"/>
                  </a:ext>
                </a:extLst>
              </p:cNvPr>
              <p:cNvSpPr txBox="1"/>
              <p:nvPr/>
            </p:nvSpPr>
            <p:spPr>
              <a:xfrm>
                <a:off x="5878421" y="5112856"/>
                <a:ext cx="440402" cy="2154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19" tIns="45697" rIns="91419" bIns="45697" anchor="t" anchorCtr="0">
                <a:spAutoFit/>
              </a:bodyPr>
              <a:lstStyle/>
              <a:p>
                <a:pPr marL="24381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61F48"/>
                  </a:buClr>
                  <a:buSzPts val="1200"/>
                  <a:buFontTx/>
                  <a:buNone/>
                  <a:tabLst/>
                  <a:defRPr/>
                </a:pPr>
                <a:r>
                  <a: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OT</a:t>
                </a: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sp>
          <p:nvSpPr>
            <p:cNvPr id="90" name="Rounded Rectangle 89">
              <a:extLst>
                <a:ext uri="{FF2B5EF4-FFF2-40B4-BE49-F238E27FC236}">
                  <a16:creationId xmlns:a16="http://schemas.microsoft.com/office/drawing/2014/main" id="{AC0E818F-D898-BDA6-E033-5C67059C6475}"/>
                </a:ext>
              </a:extLst>
            </p:cNvPr>
            <p:cNvSpPr/>
            <p:nvPr/>
          </p:nvSpPr>
          <p:spPr>
            <a:xfrm>
              <a:off x="5552883" y="3220947"/>
              <a:ext cx="1088178" cy="240534"/>
            </a:xfrm>
            <a:prstGeom prst="roundRect">
              <a:avLst/>
            </a:prstGeom>
            <a:solidFill>
              <a:srgbClr val="246CF7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t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Zero Trust Branch</a:t>
              </a:r>
            </a:p>
          </p:txBody>
        </p:sp>
        <p:sp>
          <p:nvSpPr>
            <p:cNvPr id="91" name="Google Shape;4284;p412">
              <a:extLst>
                <a:ext uri="{FF2B5EF4-FFF2-40B4-BE49-F238E27FC236}">
                  <a16:creationId xmlns:a16="http://schemas.microsoft.com/office/drawing/2014/main" id="{0F8808BA-A4CE-5773-5A6B-0E3711E33C00}"/>
                </a:ext>
              </a:extLst>
            </p:cNvPr>
            <p:cNvSpPr/>
            <p:nvPr/>
          </p:nvSpPr>
          <p:spPr>
            <a:xfrm>
              <a:off x="5677650" y="3743412"/>
              <a:ext cx="842930" cy="189865"/>
            </a:xfrm>
            <a:prstGeom prst="roundRect">
              <a:avLst>
                <a:gd name="adj" fmla="val 16667"/>
              </a:avLst>
            </a:prstGeom>
            <a:solidFill>
              <a:srgbClr val="D8D8D8"/>
            </a:solidFill>
            <a:ln w="12700" cap="flat" cmpd="sng">
              <a:solidFill>
                <a:srgbClr val="001744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19" tIns="0" rIns="91419" bIns="0" anchor="ctr" anchorCtr="0">
              <a:noAutofit/>
            </a:bodyPr>
            <a:lstStyle/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001744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L2 Switch</a:t>
              </a: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92" name="Google Shape;4328;p412">
              <a:extLst>
                <a:ext uri="{FF2B5EF4-FFF2-40B4-BE49-F238E27FC236}">
                  <a16:creationId xmlns:a16="http://schemas.microsoft.com/office/drawing/2014/main" id="{3AB1D2DE-1964-8D6B-1747-C1DD85B728E4}"/>
                </a:ext>
              </a:extLst>
            </p:cNvPr>
            <p:cNvGrpSpPr/>
            <p:nvPr/>
          </p:nvGrpSpPr>
          <p:grpSpPr>
            <a:xfrm>
              <a:off x="5794253" y="2554480"/>
              <a:ext cx="592063" cy="370955"/>
              <a:chOff x="1933058" y="3319356"/>
              <a:chExt cx="1152136" cy="721866"/>
            </a:xfrm>
          </p:grpSpPr>
          <p:grpSp>
            <p:nvGrpSpPr>
              <p:cNvPr id="93" name="Google Shape;4329;p412">
                <a:extLst>
                  <a:ext uri="{FF2B5EF4-FFF2-40B4-BE49-F238E27FC236}">
                    <a16:creationId xmlns:a16="http://schemas.microsoft.com/office/drawing/2014/main" id="{AA84F7D1-0E8B-A896-AE9E-4CACA8773A53}"/>
                  </a:ext>
                </a:extLst>
              </p:cNvPr>
              <p:cNvGrpSpPr/>
              <p:nvPr/>
            </p:nvGrpSpPr>
            <p:grpSpPr>
              <a:xfrm>
                <a:off x="1933058" y="3319356"/>
                <a:ext cx="1152136" cy="721866"/>
                <a:chOff x="6923681" y="5192222"/>
                <a:chExt cx="981878" cy="615192"/>
              </a:xfrm>
            </p:grpSpPr>
            <p:sp>
              <p:nvSpPr>
                <p:cNvPr id="95" name="Google Shape;4330;p412">
                  <a:extLst>
                    <a:ext uri="{FF2B5EF4-FFF2-40B4-BE49-F238E27FC236}">
                      <a16:creationId xmlns:a16="http://schemas.microsoft.com/office/drawing/2014/main" id="{DFA7AFB6-5E20-3FE0-792D-5F90B05495B3}"/>
                    </a:ext>
                  </a:extLst>
                </p:cNvPr>
                <p:cNvSpPr/>
                <p:nvPr/>
              </p:nvSpPr>
              <p:spPr>
                <a:xfrm>
                  <a:off x="6923681" y="5192222"/>
                  <a:ext cx="981878" cy="615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878" h="615192" extrusionOk="0">
                      <a:moveTo>
                        <a:pt x="980036" y="313893"/>
                      </a:moveTo>
                      <a:cubicBezTo>
                        <a:pt x="965413" y="222739"/>
                        <a:pt x="891259" y="178543"/>
                        <a:pt x="803332" y="169971"/>
                      </a:cubicBezTo>
                      <a:cubicBezTo>
                        <a:pt x="801068" y="169780"/>
                        <a:pt x="798804" y="169494"/>
                        <a:pt x="796445" y="169304"/>
                      </a:cubicBezTo>
                      <a:lnTo>
                        <a:pt x="796822" y="169304"/>
                      </a:lnTo>
                      <a:cubicBezTo>
                        <a:pt x="796822" y="169304"/>
                        <a:pt x="773425" y="104724"/>
                        <a:pt x="716159" y="55290"/>
                      </a:cubicBezTo>
                      <a:cubicBezTo>
                        <a:pt x="716159" y="55290"/>
                        <a:pt x="716159" y="55290"/>
                        <a:pt x="716065" y="55194"/>
                      </a:cubicBezTo>
                      <a:cubicBezTo>
                        <a:pt x="715782" y="54909"/>
                        <a:pt x="715499" y="54718"/>
                        <a:pt x="715216" y="54432"/>
                      </a:cubicBezTo>
                      <a:cubicBezTo>
                        <a:pt x="704932" y="45479"/>
                        <a:pt x="694460" y="37954"/>
                        <a:pt x="683705" y="31668"/>
                      </a:cubicBezTo>
                      <a:cubicBezTo>
                        <a:pt x="657572" y="18237"/>
                        <a:pt x="621156" y="7569"/>
                        <a:pt x="579645" y="2807"/>
                      </a:cubicBezTo>
                      <a:cubicBezTo>
                        <a:pt x="554456" y="-146"/>
                        <a:pt x="527473" y="-908"/>
                        <a:pt x="499831" y="1188"/>
                      </a:cubicBezTo>
                      <a:cubicBezTo>
                        <a:pt x="424828" y="6712"/>
                        <a:pt x="345109" y="33096"/>
                        <a:pt x="284918" y="93961"/>
                      </a:cubicBezTo>
                      <a:cubicBezTo>
                        <a:pt x="220859" y="81198"/>
                        <a:pt x="163970" y="93771"/>
                        <a:pt x="118214" y="121393"/>
                      </a:cubicBezTo>
                      <a:cubicBezTo>
                        <a:pt x="117648" y="121774"/>
                        <a:pt x="116988" y="122155"/>
                        <a:pt x="116422" y="122536"/>
                      </a:cubicBezTo>
                      <a:cubicBezTo>
                        <a:pt x="113591" y="124251"/>
                        <a:pt x="110855" y="126060"/>
                        <a:pt x="108214" y="127870"/>
                      </a:cubicBezTo>
                      <a:cubicBezTo>
                        <a:pt x="106893" y="128727"/>
                        <a:pt x="105666" y="129680"/>
                        <a:pt x="104346" y="130537"/>
                      </a:cubicBezTo>
                      <a:cubicBezTo>
                        <a:pt x="102176" y="132061"/>
                        <a:pt x="100006" y="133680"/>
                        <a:pt x="97836" y="135300"/>
                      </a:cubicBezTo>
                      <a:cubicBezTo>
                        <a:pt x="96610" y="136157"/>
                        <a:pt x="95477" y="137109"/>
                        <a:pt x="94251" y="138062"/>
                      </a:cubicBezTo>
                      <a:cubicBezTo>
                        <a:pt x="91515" y="140253"/>
                        <a:pt x="88873" y="142443"/>
                        <a:pt x="86232" y="144729"/>
                      </a:cubicBezTo>
                      <a:cubicBezTo>
                        <a:pt x="85854" y="145015"/>
                        <a:pt x="85571" y="145301"/>
                        <a:pt x="85194" y="145587"/>
                      </a:cubicBezTo>
                      <a:cubicBezTo>
                        <a:pt x="28683" y="194831"/>
                        <a:pt x="-3394" y="269412"/>
                        <a:pt x="286" y="340468"/>
                      </a:cubicBezTo>
                      <a:cubicBezTo>
                        <a:pt x="7173" y="474390"/>
                        <a:pt x="151895" y="557829"/>
                        <a:pt x="234350" y="535254"/>
                      </a:cubicBezTo>
                      <a:cubicBezTo>
                        <a:pt x="236331" y="534683"/>
                        <a:pt x="238407" y="535254"/>
                        <a:pt x="240294" y="535254"/>
                      </a:cubicBezTo>
                      <a:cubicBezTo>
                        <a:pt x="246898" y="539255"/>
                        <a:pt x="272087" y="539160"/>
                        <a:pt x="272087" y="539160"/>
                      </a:cubicBezTo>
                      <a:cubicBezTo>
                        <a:pt x="302277" y="573545"/>
                        <a:pt x="341429" y="591547"/>
                        <a:pt x="412658" y="580593"/>
                      </a:cubicBezTo>
                      <a:cubicBezTo>
                        <a:pt x="553040" y="650031"/>
                        <a:pt x="711725" y="606692"/>
                        <a:pt x="790973" y="523634"/>
                      </a:cubicBezTo>
                      <a:cubicBezTo>
                        <a:pt x="792105" y="522396"/>
                        <a:pt x="793237" y="521157"/>
                        <a:pt x="794275" y="519919"/>
                      </a:cubicBezTo>
                      <a:cubicBezTo>
                        <a:pt x="795124" y="518967"/>
                        <a:pt x="795973" y="518109"/>
                        <a:pt x="796728" y="517157"/>
                      </a:cubicBezTo>
                      <a:cubicBezTo>
                        <a:pt x="807011" y="504965"/>
                        <a:pt x="815974" y="492011"/>
                        <a:pt x="823616" y="478581"/>
                      </a:cubicBezTo>
                      <a:cubicBezTo>
                        <a:pt x="824559" y="476866"/>
                        <a:pt x="825502" y="475056"/>
                        <a:pt x="826352" y="473342"/>
                      </a:cubicBezTo>
                      <a:cubicBezTo>
                        <a:pt x="882486" y="469151"/>
                        <a:pt x="938148" y="443910"/>
                        <a:pt x="965413" y="399333"/>
                      </a:cubicBezTo>
                      <a:cubicBezTo>
                        <a:pt x="979187" y="375996"/>
                        <a:pt x="985319" y="347421"/>
                        <a:pt x="979942" y="313989"/>
                      </a:cubicBezTo>
                      <a:close/>
                    </a:path>
                  </a:pathLst>
                </a:custGeom>
                <a:solidFill>
                  <a:srgbClr val="236BF5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96" name="Google Shape;4331;p412">
                  <a:extLst>
                    <a:ext uri="{FF2B5EF4-FFF2-40B4-BE49-F238E27FC236}">
                      <a16:creationId xmlns:a16="http://schemas.microsoft.com/office/drawing/2014/main" id="{29BBF947-2E77-985A-B4A4-45EAC9BE5B0E}"/>
                    </a:ext>
                  </a:extLst>
                </p:cNvPr>
                <p:cNvSpPr/>
                <p:nvPr/>
              </p:nvSpPr>
              <p:spPr>
                <a:xfrm>
                  <a:off x="7164069" y="5244930"/>
                  <a:ext cx="635148" cy="486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148" h="486452" extrusionOk="0">
                      <a:moveTo>
                        <a:pt x="624267" y="250613"/>
                      </a:moveTo>
                      <a:cubicBezTo>
                        <a:pt x="510678" y="120311"/>
                        <a:pt x="254065" y="237659"/>
                        <a:pt x="244914" y="247374"/>
                      </a:cubicBezTo>
                      <a:cubicBezTo>
                        <a:pt x="301425" y="160125"/>
                        <a:pt x="439543" y="108119"/>
                        <a:pt x="556057" y="116691"/>
                      </a:cubicBezTo>
                      <a:lnTo>
                        <a:pt x="556434" y="116691"/>
                      </a:lnTo>
                      <a:cubicBezTo>
                        <a:pt x="556434" y="116691"/>
                        <a:pt x="533037" y="52112"/>
                        <a:pt x="475771" y="2677"/>
                      </a:cubicBezTo>
                      <a:cubicBezTo>
                        <a:pt x="475771" y="2677"/>
                        <a:pt x="475771" y="2677"/>
                        <a:pt x="475677" y="2582"/>
                      </a:cubicBezTo>
                      <a:cubicBezTo>
                        <a:pt x="392466" y="-9705"/>
                        <a:pt x="295199" y="21918"/>
                        <a:pt x="184157" y="96308"/>
                      </a:cubicBezTo>
                      <a:cubicBezTo>
                        <a:pt x="184157" y="96308"/>
                        <a:pt x="197177" y="102594"/>
                        <a:pt x="197837" y="102213"/>
                      </a:cubicBezTo>
                      <a:cubicBezTo>
                        <a:pt x="313218" y="51921"/>
                        <a:pt x="395768" y="81354"/>
                        <a:pt x="395108" y="81544"/>
                      </a:cubicBezTo>
                      <a:cubicBezTo>
                        <a:pt x="92833" y="188129"/>
                        <a:pt x="18397" y="394059"/>
                        <a:pt x="0" y="482547"/>
                      </a:cubicBezTo>
                      <a:cubicBezTo>
                        <a:pt x="6604" y="486547"/>
                        <a:pt x="31794" y="486452"/>
                        <a:pt x="31794" y="486452"/>
                      </a:cubicBezTo>
                      <a:cubicBezTo>
                        <a:pt x="92739" y="407204"/>
                        <a:pt x="277462" y="264710"/>
                        <a:pt x="502942" y="338243"/>
                      </a:cubicBezTo>
                      <a:cubicBezTo>
                        <a:pt x="623323" y="377486"/>
                        <a:pt x="654645" y="285189"/>
                        <a:pt x="624361" y="250613"/>
                      </a:cubicBezTo>
                      <a:close/>
                    </a:path>
                  </a:pathLst>
                </a:custGeom>
                <a:solidFill>
                  <a:srgbClr val="A6C1FF">
                    <a:alpha val="29800"/>
                  </a:srgbClr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sp>
            <p:nvSpPr>
              <p:cNvPr id="94" name="Google Shape;4332;p412">
                <a:extLst>
                  <a:ext uri="{FF2B5EF4-FFF2-40B4-BE49-F238E27FC236}">
                    <a16:creationId xmlns:a16="http://schemas.microsoft.com/office/drawing/2014/main" id="{B50E9771-5998-B796-58C6-187C4E0AFE50}"/>
                  </a:ext>
                </a:extLst>
              </p:cNvPr>
              <p:cNvSpPr/>
              <p:nvPr/>
            </p:nvSpPr>
            <p:spPr>
              <a:xfrm>
                <a:off x="2150617" y="3557739"/>
                <a:ext cx="717144" cy="260523"/>
              </a:xfrm>
              <a:custGeom>
                <a:avLst/>
                <a:gdLst/>
                <a:ahLst/>
                <a:cxnLst/>
                <a:rect l="l" t="t" r="r" b="b"/>
                <a:pathLst>
                  <a:path w="717144" h="260523" extrusionOk="0">
                    <a:moveTo>
                      <a:pt x="405915" y="197319"/>
                    </a:moveTo>
                    <a:cubicBezTo>
                      <a:pt x="403661" y="198743"/>
                      <a:pt x="400931" y="199573"/>
                      <a:pt x="397846" y="200048"/>
                    </a:cubicBezTo>
                    <a:lnTo>
                      <a:pt x="388829" y="201232"/>
                    </a:lnTo>
                    <a:cubicBezTo>
                      <a:pt x="382658" y="201945"/>
                      <a:pt x="379455" y="204909"/>
                      <a:pt x="379455" y="209178"/>
                    </a:cubicBezTo>
                    <a:cubicBezTo>
                      <a:pt x="379455" y="214158"/>
                      <a:pt x="383253" y="217241"/>
                      <a:pt x="389659" y="217241"/>
                    </a:cubicBezTo>
                    <a:cubicBezTo>
                      <a:pt x="399152" y="217241"/>
                      <a:pt x="405915" y="210363"/>
                      <a:pt x="405915" y="200996"/>
                    </a:cubicBezTo>
                    <a:close/>
                    <a:moveTo>
                      <a:pt x="564793" y="175737"/>
                    </a:moveTo>
                    <a:cubicBezTo>
                      <a:pt x="553639" y="175737"/>
                      <a:pt x="546045" y="183564"/>
                      <a:pt x="546045" y="194830"/>
                    </a:cubicBezTo>
                    <a:cubicBezTo>
                      <a:pt x="546045" y="206095"/>
                      <a:pt x="553757" y="213921"/>
                      <a:pt x="564793" y="213921"/>
                    </a:cubicBezTo>
                    <a:cubicBezTo>
                      <a:pt x="575828" y="213921"/>
                      <a:pt x="583184" y="206213"/>
                      <a:pt x="583184" y="194830"/>
                    </a:cubicBezTo>
                    <a:cubicBezTo>
                      <a:pt x="583184" y="183445"/>
                      <a:pt x="575828" y="175737"/>
                      <a:pt x="564793" y="175737"/>
                    </a:cubicBezTo>
                    <a:close/>
                    <a:moveTo>
                      <a:pt x="653545" y="173367"/>
                    </a:moveTo>
                    <a:cubicBezTo>
                      <a:pt x="644527" y="173367"/>
                      <a:pt x="638595" y="178110"/>
                      <a:pt x="636696" y="186766"/>
                    </a:cubicBezTo>
                    <a:lnTo>
                      <a:pt x="668733" y="186766"/>
                    </a:lnTo>
                    <a:cubicBezTo>
                      <a:pt x="667902" y="179058"/>
                      <a:pt x="662564" y="173367"/>
                      <a:pt x="653545" y="173367"/>
                    </a:cubicBezTo>
                    <a:close/>
                    <a:moveTo>
                      <a:pt x="112246" y="159018"/>
                    </a:moveTo>
                    <a:lnTo>
                      <a:pt x="134910" y="159018"/>
                    </a:lnTo>
                    <a:lnTo>
                      <a:pt x="150098" y="178939"/>
                    </a:lnTo>
                    <a:lnTo>
                      <a:pt x="165285" y="159018"/>
                    </a:lnTo>
                    <a:lnTo>
                      <a:pt x="188066" y="159018"/>
                    </a:lnTo>
                    <a:lnTo>
                      <a:pt x="161489" y="193762"/>
                    </a:lnTo>
                    <a:lnTo>
                      <a:pt x="189254" y="230167"/>
                    </a:lnTo>
                    <a:lnTo>
                      <a:pt x="166590" y="230167"/>
                    </a:lnTo>
                    <a:lnTo>
                      <a:pt x="150098" y="208704"/>
                    </a:lnTo>
                    <a:lnTo>
                      <a:pt x="133723" y="230167"/>
                    </a:lnTo>
                    <a:lnTo>
                      <a:pt x="111060" y="230167"/>
                    </a:lnTo>
                    <a:lnTo>
                      <a:pt x="138825" y="193762"/>
                    </a:lnTo>
                    <a:close/>
                    <a:moveTo>
                      <a:pt x="654020" y="157476"/>
                    </a:moveTo>
                    <a:cubicBezTo>
                      <a:pt x="675734" y="157476"/>
                      <a:pt x="689141" y="172417"/>
                      <a:pt x="689141" y="195303"/>
                    </a:cubicBezTo>
                    <a:lnTo>
                      <a:pt x="689141" y="200403"/>
                    </a:lnTo>
                    <a:lnTo>
                      <a:pt x="636816" y="200403"/>
                    </a:lnTo>
                    <a:lnTo>
                      <a:pt x="636816" y="200641"/>
                    </a:lnTo>
                    <a:cubicBezTo>
                      <a:pt x="639188" y="210126"/>
                      <a:pt x="647732" y="214276"/>
                      <a:pt x="656037" y="214276"/>
                    </a:cubicBezTo>
                    <a:cubicBezTo>
                      <a:pt x="664343" y="214276"/>
                      <a:pt x="671225" y="211312"/>
                      <a:pt x="676208" y="207043"/>
                    </a:cubicBezTo>
                    <a:lnTo>
                      <a:pt x="684040" y="222577"/>
                    </a:lnTo>
                    <a:cubicBezTo>
                      <a:pt x="678225" y="227440"/>
                      <a:pt x="669326" y="231946"/>
                      <a:pt x="655682" y="231946"/>
                    </a:cubicBezTo>
                    <a:cubicBezTo>
                      <a:pt x="631594" y="231946"/>
                      <a:pt x="617593" y="215819"/>
                      <a:pt x="617593" y="194712"/>
                    </a:cubicBezTo>
                    <a:cubicBezTo>
                      <a:pt x="617593" y="173603"/>
                      <a:pt x="631713" y="157476"/>
                      <a:pt x="654020" y="157476"/>
                    </a:cubicBezTo>
                    <a:close/>
                    <a:moveTo>
                      <a:pt x="485769" y="157358"/>
                    </a:moveTo>
                    <a:cubicBezTo>
                      <a:pt x="501668" y="157358"/>
                      <a:pt x="510805" y="167556"/>
                      <a:pt x="510805" y="185699"/>
                    </a:cubicBezTo>
                    <a:lnTo>
                      <a:pt x="510805" y="230167"/>
                    </a:lnTo>
                    <a:lnTo>
                      <a:pt x="491583" y="230167"/>
                    </a:lnTo>
                    <a:lnTo>
                      <a:pt x="491583" y="190797"/>
                    </a:lnTo>
                    <a:cubicBezTo>
                      <a:pt x="491583" y="180718"/>
                      <a:pt x="487074" y="175501"/>
                      <a:pt x="478294" y="175501"/>
                    </a:cubicBezTo>
                    <a:cubicBezTo>
                      <a:pt x="468327" y="175501"/>
                      <a:pt x="463107" y="182734"/>
                      <a:pt x="463107" y="196253"/>
                    </a:cubicBezTo>
                    <a:lnTo>
                      <a:pt x="463107" y="230285"/>
                    </a:lnTo>
                    <a:lnTo>
                      <a:pt x="444359" y="230285"/>
                    </a:lnTo>
                    <a:lnTo>
                      <a:pt x="444241" y="230285"/>
                    </a:lnTo>
                    <a:lnTo>
                      <a:pt x="444241" y="159137"/>
                    </a:lnTo>
                    <a:lnTo>
                      <a:pt x="462512" y="159137"/>
                    </a:lnTo>
                    <a:lnTo>
                      <a:pt x="462512" y="169928"/>
                    </a:lnTo>
                    <a:cubicBezTo>
                      <a:pt x="467970" y="161627"/>
                      <a:pt x="476158" y="157358"/>
                      <a:pt x="485769" y="157358"/>
                    </a:cubicBezTo>
                    <a:close/>
                    <a:moveTo>
                      <a:pt x="393812" y="157358"/>
                    </a:moveTo>
                    <a:cubicBezTo>
                      <a:pt x="412085" y="157358"/>
                      <a:pt x="424544" y="165422"/>
                      <a:pt x="424544" y="183802"/>
                    </a:cubicBezTo>
                    <a:lnTo>
                      <a:pt x="424662" y="183920"/>
                    </a:lnTo>
                    <a:lnTo>
                      <a:pt x="424662" y="230404"/>
                    </a:lnTo>
                    <a:lnTo>
                      <a:pt x="405915" y="230404"/>
                    </a:lnTo>
                    <a:lnTo>
                      <a:pt x="405915" y="220680"/>
                    </a:lnTo>
                    <a:cubicBezTo>
                      <a:pt x="401406" y="227677"/>
                      <a:pt x="393931" y="231946"/>
                      <a:pt x="384082" y="231946"/>
                    </a:cubicBezTo>
                    <a:cubicBezTo>
                      <a:pt x="369845" y="231946"/>
                      <a:pt x="359877" y="222815"/>
                      <a:pt x="359877" y="210126"/>
                    </a:cubicBezTo>
                    <a:cubicBezTo>
                      <a:pt x="359877" y="197439"/>
                      <a:pt x="368776" y="190086"/>
                      <a:pt x="383727" y="188426"/>
                    </a:cubicBezTo>
                    <a:lnTo>
                      <a:pt x="397135" y="187004"/>
                    </a:lnTo>
                    <a:cubicBezTo>
                      <a:pt x="403779" y="186292"/>
                      <a:pt x="405796" y="184275"/>
                      <a:pt x="405796" y="180837"/>
                    </a:cubicBezTo>
                    <a:cubicBezTo>
                      <a:pt x="405796" y="176805"/>
                      <a:pt x="401524" y="174315"/>
                      <a:pt x="394169" y="174315"/>
                    </a:cubicBezTo>
                    <a:cubicBezTo>
                      <a:pt x="384320" y="174315"/>
                      <a:pt x="377913" y="177754"/>
                      <a:pt x="375658" y="183564"/>
                    </a:cubicBezTo>
                    <a:lnTo>
                      <a:pt x="361657" y="173603"/>
                    </a:lnTo>
                    <a:cubicBezTo>
                      <a:pt x="366047" y="163168"/>
                      <a:pt x="377320" y="157358"/>
                      <a:pt x="393812" y="157358"/>
                    </a:cubicBezTo>
                    <a:close/>
                    <a:moveTo>
                      <a:pt x="235647" y="157358"/>
                    </a:moveTo>
                    <a:cubicBezTo>
                      <a:pt x="246444" y="157358"/>
                      <a:pt x="255818" y="160916"/>
                      <a:pt x="262700" y="167793"/>
                    </a:cubicBezTo>
                    <a:lnTo>
                      <a:pt x="252021" y="182852"/>
                    </a:lnTo>
                    <a:cubicBezTo>
                      <a:pt x="247274" y="178110"/>
                      <a:pt x="241936" y="175737"/>
                      <a:pt x="235647" y="175737"/>
                    </a:cubicBezTo>
                    <a:cubicBezTo>
                      <a:pt x="224730" y="175737"/>
                      <a:pt x="217017" y="183564"/>
                      <a:pt x="217017" y="194712"/>
                    </a:cubicBezTo>
                    <a:cubicBezTo>
                      <a:pt x="217017" y="205858"/>
                      <a:pt x="224730" y="213565"/>
                      <a:pt x="235647" y="213565"/>
                    </a:cubicBezTo>
                    <a:cubicBezTo>
                      <a:pt x="241936" y="213565"/>
                      <a:pt x="247630" y="210956"/>
                      <a:pt x="252495" y="206332"/>
                    </a:cubicBezTo>
                    <a:lnTo>
                      <a:pt x="262937" y="221391"/>
                    </a:lnTo>
                    <a:cubicBezTo>
                      <a:pt x="256055" y="228270"/>
                      <a:pt x="246444" y="231946"/>
                      <a:pt x="235410" y="231946"/>
                    </a:cubicBezTo>
                    <a:cubicBezTo>
                      <a:pt x="213103" y="231946"/>
                      <a:pt x="197677" y="216767"/>
                      <a:pt x="197677" y="194712"/>
                    </a:cubicBezTo>
                    <a:cubicBezTo>
                      <a:pt x="197677" y="172655"/>
                      <a:pt x="213340" y="157476"/>
                      <a:pt x="235647" y="157476"/>
                    </a:cubicBezTo>
                    <a:close/>
                    <a:moveTo>
                      <a:pt x="559453" y="157239"/>
                    </a:moveTo>
                    <a:lnTo>
                      <a:pt x="559572" y="157476"/>
                    </a:lnTo>
                    <a:cubicBezTo>
                      <a:pt x="569420" y="157476"/>
                      <a:pt x="578201" y="161864"/>
                      <a:pt x="582710" y="169097"/>
                    </a:cubicBezTo>
                    <a:lnTo>
                      <a:pt x="582710" y="159137"/>
                    </a:lnTo>
                    <a:lnTo>
                      <a:pt x="601456" y="159137"/>
                    </a:lnTo>
                    <a:lnTo>
                      <a:pt x="601456" y="225542"/>
                    </a:lnTo>
                    <a:cubicBezTo>
                      <a:pt x="601456" y="248310"/>
                      <a:pt x="587930" y="260523"/>
                      <a:pt x="562775" y="260523"/>
                    </a:cubicBezTo>
                    <a:cubicBezTo>
                      <a:pt x="549487" y="260523"/>
                      <a:pt x="539400" y="256966"/>
                      <a:pt x="531332" y="249377"/>
                    </a:cubicBezTo>
                    <a:lnTo>
                      <a:pt x="540587" y="233842"/>
                    </a:lnTo>
                    <a:cubicBezTo>
                      <a:pt x="546757" y="239773"/>
                      <a:pt x="553639" y="242736"/>
                      <a:pt x="562182" y="242736"/>
                    </a:cubicBezTo>
                    <a:cubicBezTo>
                      <a:pt x="575946" y="242736"/>
                      <a:pt x="582946" y="236571"/>
                      <a:pt x="582946" y="224356"/>
                    </a:cubicBezTo>
                    <a:lnTo>
                      <a:pt x="582946" y="219850"/>
                    </a:lnTo>
                    <a:cubicBezTo>
                      <a:pt x="578081" y="226847"/>
                      <a:pt x="569895" y="230760"/>
                      <a:pt x="560046" y="230760"/>
                    </a:cubicBezTo>
                    <a:cubicBezTo>
                      <a:pt x="539875" y="230760"/>
                      <a:pt x="526587" y="216293"/>
                      <a:pt x="526587" y="194237"/>
                    </a:cubicBezTo>
                    <a:cubicBezTo>
                      <a:pt x="526587" y="172181"/>
                      <a:pt x="540113" y="157239"/>
                      <a:pt x="559453" y="157239"/>
                    </a:cubicBezTo>
                    <a:close/>
                    <a:moveTo>
                      <a:pt x="277176" y="130795"/>
                    </a:moveTo>
                    <a:lnTo>
                      <a:pt x="295923" y="130795"/>
                    </a:lnTo>
                    <a:lnTo>
                      <a:pt x="295923" y="169808"/>
                    </a:lnTo>
                    <a:cubicBezTo>
                      <a:pt x="301143" y="161389"/>
                      <a:pt x="308857" y="157476"/>
                      <a:pt x="318467" y="157476"/>
                    </a:cubicBezTo>
                    <a:cubicBezTo>
                      <a:pt x="334723" y="157476"/>
                      <a:pt x="343622" y="167674"/>
                      <a:pt x="343622" y="186173"/>
                    </a:cubicBezTo>
                    <a:lnTo>
                      <a:pt x="343622" y="230285"/>
                    </a:lnTo>
                    <a:lnTo>
                      <a:pt x="324400" y="230285"/>
                    </a:lnTo>
                    <a:lnTo>
                      <a:pt x="324400" y="190917"/>
                    </a:lnTo>
                    <a:cubicBezTo>
                      <a:pt x="324400" y="180837"/>
                      <a:pt x="319891" y="175619"/>
                      <a:pt x="311467" y="175619"/>
                    </a:cubicBezTo>
                    <a:cubicBezTo>
                      <a:pt x="301262" y="175619"/>
                      <a:pt x="295923" y="182734"/>
                      <a:pt x="295923" y="196371"/>
                    </a:cubicBezTo>
                    <a:lnTo>
                      <a:pt x="295923" y="230404"/>
                    </a:lnTo>
                    <a:lnTo>
                      <a:pt x="277176" y="230404"/>
                    </a:lnTo>
                    <a:close/>
                    <a:moveTo>
                      <a:pt x="34409" y="130558"/>
                    </a:moveTo>
                    <a:lnTo>
                      <a:pt x="98720" y="130558"/>
                    </a:lnTo>
                    <a:lnTo>
                      <a:pt x="98720" y="150480"/>
                    </a:lnTo>
                    <a:lnTo>
                      <a:pt x="54344" y="150480"/>
                    </a:lnTo>
                    <a:lnTo>
                      <a:pt x="54344" y="170401"/>
                    </a:lnTo>
                    <a:lnTo>
                      <a:pt x="98720" y="170401"/>
                    </a:lnTo>
                    <a:lnTo>
                      <a:pt x="98720" y="190324"/>
                    </a:lnTo>
                    <a:lnTo>
                      <a:pt x="54344" y="190324"/>
                    </a:lnTo>
                    <a:lnTo>
                      <a:pt x="54344" y="210245"/>
                    </a:lnTo>
                    <a:lnTo>
                      <a:pt x="98720" y="210245"/>
                    </a:lnTo>
                    <a:lnTo>
                      <a:pt x="98720" y="230167"/>
                    </a:lnTo>
                    <a:lnTo>
                      <a:pt x="34409" y="230167"/>
                    </a:lnTo>
                    <a:close/>
                    <a:moveTo>
                      <a:pt x="273497" y="45179"/>
                    </a:moveTo>
                    <a:cubicBezTo>
                      <a:pt x="262819" y="45179"/>
                      <a:pt x="254512" y="52769"/>
                      <a:pt x="254512" y="64152"/>
                    </a:cubicBezTo>
                    <a:cubicBezTo>
                      <a:pt x="254512" y="75537"/>
                      <a:pt x="262819" y="83007"/>
                      <a:pt x="273497" y="83007"/>
                    </a:cubicBezTo>
                    <a:cubicBezTo>
                      <a:pt x="284176" y="83007"/>
                      <a:pt x="292363" y="75418"/>
                      <a:pt x="292363" y="64152"/>
                    </a:cubicBezTo>
                    <a:cubicBezTo>
                      <a:pt x="292363" y="52887"/>
                      <a:pt x="284058" y="45179"/>
                      <a:pt x="273497" y="45179"/>
                    </a:cubicBezTo>
                    <a:close/>
                    <a:moveTo>
                      <a:pt x="129808" y="42689"/>
                    </a:moveTo>
                    <a:cubicBezTo>
                      <a:pt x="120790" y="42689"/>
                      <a:pt x="114858" y="47433"/>
                      <a:pt x="112959" y="56089"/>
                    </a:cubicBezTo>
                    <a:lnTo>
                      <a:pt x="144995" y="56089"/>
                    </a:lnTo>
                    <a:cubicBezTo>
                      <a:pt x="144165" y="48381"/>
                      <a:pt x="138825" y="42689"/>
                      <a:pt x="129808" y="42689"/>
                    </a:cubicBezTo>
                    <a:close/>
                    <a:moveTo>
                      <a:pt x="562775" y="28579"/>
                    </a:moveTo>
                    <a:lnTo>
                      <a:pt x="581641" y="28579"/>
                    </a:lnTo>
                    <a:lnTo>
                      <a:pt x="581879" y="28579"/>
                    </a:lnTo>
                    <a:lnTo>
                      <a:pt x="581879" y="99727"/>
                    </a:lnTo>
                    <a:lnTo>
                      <a:pt x="563606" y="99727"/>
                    </a:lnTo>
                    <a:lnTo>
                      <a:pt x="563606" y="88936"/>
                    </a:lnTo>
                    <a:cubicBezTo>
                      <a:pt x="558741" y="96169"/>
                      <a:pt x="551622" y="101506"/>
                      <a:pt x="540942" y="101506"/>
                    </a:cubicBezTo>
                    <a:cubicBezTo>
                      <a:pt x="524450" y="101506"/>
                      <a:pt x="516263" y="90360"/>
                      <a:pt x="516263" y="72928"/>
                    </a:cubicBezTo>
                    <a:lnTo>
                      <a:pt x="516263" y="28697"/>
                    </a:lnTo>
                    <a:lnTo>
                      <a:pt x="535484" y="28697"/>
                    </a:lnTo>
                    <a:lnTo>
                      <a:pt x="535484" y="68185"/>
                    </a:lnTo>
                    <a:cubicBezTo>
                      <a:pt x="535484" y="78264"/>
                      <a:pt x="539163" y="83363"/>
                      <a:pt x="547469" y="83363"/>
                    </a:cubicBezTo>
                    <a:cubicBezTo>
                      <a:pt x="558029" y="83363"/>
                      <a:pt x="562775" y="74825"/>
                      <a:pt x="562775" y="62611"/>
                    </a:cubicBezTo>
                    <a:close/>
                    <a:moveTo>
                      <a:pt x="630645" y="26799"/>
                    </a:moveTo>
                    <a:lnTo>
                      <a:pt x="630645" y="26918"/>
                    </a:lnTo>
                    <a:cubicBezTo>
                      <a:pt x="643341" y="26918"/>
                      <a:pt x="652597" y="30713"/>
                      <a:pt x="659003" y="37471"/>
                    </a:cubicBezTo>
                    <a:lnTo>
                      <a:pt x="648443" y="51108"/>
                    </a:lnTo>
                    <a:cubicBezTo>
                      <a:pt x="644172" y="46365"/>
                      <a:pt x="636341" y="43875"/>
                      <a:pt x="629103" y="43875"/>
                    </a:cubicBezTo>
                    <a:cubicBezTo>
                      <a:pt x="623288" y="43875"/>
                      <a:pt x="620085" y="45772"/>
                      <a:pt x="620085" y="48856"/>
                    </a:cubicBezTo>
                    <a:cubicBezTo>
                      <a:pt x="620085" y="52294"/>
                      <a:pt x="623526" y="53006"/>
                      <a:pt x="636578" y="55971"/>
                    </a:cubicBezTo>
                    <a:cubicBezTo>
                      <a:pt x="650105" y="59054"/>
                      <a:pt x="659359" y="64034"/>
                      <a:pt x="659359" y="78264"/>
                    </a:cubicBezTo>
                    <a:cubicBezTo>
                      <a:pt x="659359" y="93917"/>
                      <a:pt x="648206" y="101506"/>
                      <a:pt x="628628" y="101506"/>
                    </a:cubicBezTo>
                    <a:cubicBezTo>
                      <a:pt x="614390" y="101506"/>
                      <a:pt x="603118" y="97237"/>
                      <a:pt x="597067" y="89647"/>
                    </a:cubicBezTo>
                    <a:lnTo>
                      <a:pt x="607983" y="75418"/>
                    </a:lnTo>
                    <a:cubicBezTo>
                      <a:pt x="612492" y="80636"/>
                      <a:pt x="619967" y="84668"/>
                      <a:pt x="630645" y="84668"/>
                    </a:cubicBezTo>
                    <a:cubicBezTo>
                      <a:pt x="635866" y="84668"/>
                      <a:pt x="640019" y="83245"/>
                      <a:pt x="640019" y="79212"/>
                    </a:cubicBezTo>
                    <a:cubicBezTo>
                      <a:pt x="640019" y="75537"/>
                      <a:pt x="636459" y="74707"/>
                      <a:pt x="624238" y="71979"/>
                    </a:cubicBezTo>
                    <a:cubicBezTo>
                      <a:pt x="613085" y="69608"/>
                      <a:pt x="600626" y="64745"/>
                      <a:pt x="600626" y="49449"/>
                    </a:cubicBezTo>
                    <a:cubicBezTo>
                      <a:pt x="600626" y="34151"/>
                      <a:pt x="612017" y="26799"/>
                      <a:pt x="630645" y="26799"/>
                    </a:cubicBezTo>
                    <a:close/>
                    <a:moveTo>
                      <a:pt x="496092" y="26799"/>
                    </a:moveTo>
                    <a:cubicBezTo>
                      <a:pt x="498702" y="26799"/>
                      <a:pt x="500838" y="27274"/>
                      <a:pt x="503092" y="27749"/>
                    </a:cubicBezTo>
                    <a:lnTo>
                      <a:pt x="503092" y="47907"/>
                    </a:lnTo>
                    <a:cubicBezTo>
                      <a:pt x="500482" y="47077"/>
                      <a:pt x="497516" y="46722"/>
                      <a:pt x="494549" y="46722"/>
                    </a:cubicBezTo>
                    <a:cubicBezTo>
                      <a:pt x="482209" y="46722"/>
                      <a:pt x="476633" y="53717"/>
                      <a:pt x="476633" y="67354"/>
                    </a:cubicBezTo>
                    <a:lnTo>
                      <a:pt x="476633" y="99491"/>
                    </a:lnTo>
                    <a:lnTo>
                      <a:pt x="457885" y="99491"/>
                    </a:lnTo>
                    <a:lnTo>
                      <a:pt x="457885" y="28341"/>
                    </a:lnTo>
                    <a:lnTo>
                      <a:pt x="475920" y="28341"/>
                    </a:lnTo>
                    <a:lnTo>
                      <a:pt x="475920" y="39962"/>
                    </a:lnTo>
                    <a:lnTo>
                      <a:pt x="475920" y="40200"/>
                    </a:lnTo>
                    <a:cubicBezTo>
                      <a:pt x="479718" y="31899"/>
                      <a:pt x="486125" y="26799"/>
                      <a:pt x="496092" y="26799"/>
                    </a:cubicBezTo>
                    <a:close/>
                    <a:moveTo>
                      <a:pt x="273497" y="26799"/>
                    </a:moveTo>
                    <a:cubicBezTo>
                      <a:pt x="295449" y="26799"/>
                      <a:pt x="311823" y="41859"/>
                      <a:pt x="311823" y="64034"/>
                    </a:cubicBezTo>
                    <a:cubicBezTo>
                      <a:pt x="311823" y="86209"/>
                      <a:pt x="295449" y="101268"/>
                      <a:pt x="273497" y="101268"/>
                    </a:cubicBezTo>
                    <a:cubicBezTo>
                      <a:pt x="251546" y="101268"/>
                      <a:pt x="235172" y="86209"/>
                      <a:pt x="235172" y="64034"/>
                    </a:cubicBezTo>
                    <a:cubicBezTo>
                      <a:pt x="235172" y="41859"/>
                      <a:pt x="251546" y="26799"/>
                      <a:pt x="273497" y="26799"/>
                    </a:cubicBezTo>
                    <a:close/>
                    <a:moveTo>
                      <a:pt x="219391" y="26799"/>
                    </a:moveTo>
                    <a:cubicBezTo>
                      <a:pt x="222002" y="26799"/>
                      <a:pt x="224137" y="27274"/>
                      <a:pt x="226391" y="27749"/>
                    </a:cubicBezTo>
                    <a:lnTo>
                      <a:pt x="226391" y="47907"/>
                    </a:lnTo>
                    <a:cubicBezTo>
                      <a:pt x="223781" y="47077"/>
                      <a:pt x="220815" y="46722"/>
                      <a:pt x="217848" y="46722"/>
                    </a:cubicBezTo>
                    <a:cubicBezTo>
                      <a:pt x="205508" y="46722"/>
                      <a:pt x="199932" y="53717"/>
                      <a:pt x="199932" y="67354"/>
                    </a:cubicBezTo>
                    <a:lnTo>
                      <a:pt x="199932" y="99491"/>
                    </a:lnTo>
                    <a:lnTo>
                      <a:pt x="181184" y="99491"/>
                    </a:lnTo>
                    <a:lnTo>
                      <a:pt x="181184" y="28341"/>
                    </a:lnTo>
                    <a:lnTo>
                      <a:pt x="199220" y="28341"/>
                    </a:lnTo>
                    <a:lnTo>
                      <a:pt x="199220" y="39962"/>
                    </a:lnTo>
                    <a:lnTo>
                      <a:pt x="199220" y="40200"/>
                    </a:lnTo>
                    <a:cubicBezTo>
                      <a:pt x="203016" y="31899"/>
                      <a:pt x="209424" y="26799"/>
                      <a:pt x="219391" y="26799"/>
                    </a:cubicBezTo>
                    <a:close/>
                    <a:moveTo>
                      <a:pt x="130282" y="26799"/>
                    </a:moveTo>
                    <a:cubicBezTo>
                      <a:pt x="151995" y="26799"/>
                      <a:pt x="165403" y="41741"/>
                      <a:pt x="165403" y="64627"/>
                    </a:cubicBezTo>
                    <a:lnTo>
                      <a:pt x="165403" y="69726"/>
                    </a:lnTo>
                    <a:lnTo>
                      <a:pt x="113077" y="69726"/>
                    </a:lnTo>
                    <a:lnTo>
                      <a:pt x="113077" y="69963"/>
                    </a:lnTo>
                    <a:cubicBezTo>
                      <a:pt x="115451" y="79450"/>
                      <a:pt x="123993" y="83600"/>
                      <a:pt x="132299" y="83600"/>
                    </a:cubicBezTo>
                    <a:cubicBezTo>
                      <a:pt x="140604" y="83600"/>
                      <a:pt x="147486" y="80636"/>
                      <a:pt x="152470" y="76367"/>
                    </a:cubicBezTo>
                    <a:lnTo>
                      <a:pt x="160301" y="91901"/>
                    </a:lnTo>
                    <a:cubicBezTo>
                      <a:pt x="154487" y="96762"/>
                      <a:pt x="145588" y="101268"/>
                      <a:pt x="131943" y="101268"/>
                    </a:cubicBezTo>
                    <a:cubicBezTo>
                      <a:pt x="107856" y="101268"/>
                      <a:pt x="93855" y="85142"/>
                      <a:pt x="93855" y="64034"/>
                    </a:cubicBezTo>
                    <a:cubicBezTo>
                      <a:pt x="93855" y="42927"/>
                      <a:pt x="107975" y="26799"/>
                      <a:pt x="130282" y="26799"/>
                    </a:cubicBezTo>
                    <a:close/>
                    <a:moveTo>
                      <a:pt x="680362" y="9487"/>
                    </a:moveTo>
                    <a:lnTo>
                      <a:pt x="699108" y="9487"/>
                    </a:lnTo>
                    <a:lnTo>
                      <a:pt x="699108" y="28579"/>
                    </a:lnTo>
                    <a:lnTo>
                      <a:pt x="717144" y="28579"/>
                    </a:lnTo>
                    <a:lnTo>
                      <a:pt x="717144" y="44350"/>
                    </a:lnTo>
                    <a:lnTo>
                      <a:pt x="699108" y="44350"/>
                    </a:lnTo>
                    <a:lnTo>
                      <a:pt x="699108" y="75180"/>
                    </a:lnTo>
                    <a:cubicBezTo>
                      <a:pt x="699108" y="79687"/>
                      <a:pt x="701363" y="81584"/>
                      <a:pt x="706228" y="81584"/>
                    </a:cubicBezTo>
                    <a:cubicBezTo>
                      <a:pt x="709075" y="81584"/>
                      <a:pt x="711448" y="81347"/>
                      <a:pt x="716670" y="80398"/>
                    </a:cubicBezTo>
                    <a:lnTo>
                      <a:pt x="716670" y="98186"/>
                    </a:lnTo>
                    <a:lnTo>
                      <a:pt x="716670" y="98305"/>
                    </a:lnTo>
                    <a:cubicBezTo>
                      <a:pt x="711448" y="99609"/>
                      <a:pt x="705990" y="100439"/>
                      <a:pt x="701245" y="100439"/>
                    </a:cubicBezTo>
                    <a:cubicBezTo>
                      <a:pt x="687955" y="100439"/>
                      <a:pt x="680362" y="94153"/>
                      <a:pt x="680362" y="77908"/>
                    </a:cubicBezTo>
                    <a:lnTo>
                      <a:pt x="680362" y="44350"/>
                    </a:lnTo>
                    <a:lnTo>
                      <a:pt x="667427" y="44350"/>
                    </a:lnTo>
                    <a:lnTo>
                      <a:pt x="667427" y="28579"/>
                    </a:lnTo>
                    <a:lnTo>
                      <a:pt x="680362" y="28579"/>
                    </a:lnTo>
                    <a:close/>
                    <a:moveTo>
                      <a:pt x="353351" y="0"/>
                    </a:moveTo>
                    <a:lnTo>
                      <a:pt x="445308" y="0"/>
                    </a:lnTo>
                    <a:lnTo>
                      <a:pt x="445308" y="19922"/>
                    </a:lnTo>
                    <a:lnTo>
                      <a:pt x="409237" y="19922"/>
                    </a:lnTo>
                    <a:lnTo>
                      <a:pt x="409237" y="99609"/>
                    </a:lnTo>
                    <a:lnTo>
                      <a:pt x="389304" y="99609"/>
                    </a:lnTo>
                    <a:lnTo>
                      <a:pt x="389304" y="19922"/>
                    </a:lnTo>
                    <a:lnTo>
                      <a:pt x="353351" y="19922"/>
                    </a:lnTo>
                    <a:close/>
                    <a:moveTo>
                      <a:pt x="0" y="0"/>
                    </a:moveTo>
                    <a:lnTo>
                      <a:pt x="81278" y="0"/>
                    </a:lnTo>
                    <a:lnTo>
                      <a:pt x="81278" y="14348"/>
                    </a:lnTo>
                    <a:lnTo>
                      <a:pt x="29782" y="79568"/>
                    </a:lnTo>
                    <a:lnTo>
                      <a:pt x="81278" y="79568"/>
                    </a:lnTo>
                    <a:lnTo>
                      <a:pt x="81278" y="99491"/>
                    </a:lnTo>
                    <a:lnTo>
                      <a:pt x="0" y="99491"/>
                    </a:lnTo>
                    <a:lnTo>
                      <a:pt x="0" y="85261"/>
                    </a:lnTo>
                    <a:lnTo>
                      <a:pt x="51496" y="19922"/>
                    </a:lnTo>
                    <a:lnTo>
                      <a:pt x="0" y="199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988181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884A61C-8682-9DCD-D024-E09D1646DC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Secure </a:t>
            </a:r>
            <a:r>
              <a:rPr lang="en-US" dirty="0">
                <a:solidFill>
                  <a:schemeClr val="accent2"/>
                </a:solidFill>
              </a:rPr>
              <a:t>External</a:t>
            </a:r>
            <a:r>
              <a:rPr lang="en-US" dirty="0"/>
              <a:t> Communication — </a:t>
            </a:r>
            <a:r>
              <a:rPr lang="en-US" dirty="0">
                <a:solidFill>
                  <a:schemeClr val="accent2"/>
                </a:solidFill>
              </a:rPr>
              <a:t>Café-like Branches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7D9CF1D-43AC-04BD-5C8B-16A3896F667E}"/>
              </a:ext>
            </a:extLst>
          </p:cNvPr>
          <p:cNvGrpSpPr/>
          <p:nvPr/>
        </p:nvGrpSpPr>
        <p:grpSpPr>
          <a:xfrm>
            <a:off x="7377661" y="2269354"/>
            <a:ext cx="3654132" cy="665300"/>
            <a:chOff x="10550050" y="4883252"/>
            <a:chExt cx="4532157" cy="839823"/>
          </a:xfrm>
        </p:grpSpPr>
        <p:sp>
          <p:nvSpPr>
            <p:cNvPr id="4" name="Rounded Rectangle 54">
              <a:extLst>
                <a:ext uri="{FF2B5EF4-FFF2-40B4-BE49-F238E27FC236}">
                  <a16:creationId xmlns:a16="http://schemas.microsoft.com/office/drawing/2014/main" id="{B6B51ACB-F028-3562-3512-6C7B11B6C002}"/>
                </a:ext>
              </a:extLst>
            </p:cNvPr>
            <p:cNvSpPr/>
            <p:nvPr/>
          </p:nvSpPr>
          <p:spPr>
            <a:xfrm>
              <a:off x="10550050" y="4883252"/>
              <a:ext cx="4532157" cy="839823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Non-routable islands — no lateral movement</a:t>
              </a:r>
            </a:p>
          </p:txBody>
        </p:sp>
        <p:pic>
          <p:nvPicPr>
            <p:cNvPr id="5" name="Graphic 4">
              <a:extLst>
                <a:ext uri="{FF2B5EF4-FFF2-40B4-BE49-F238E27FC236}">
                  <a16:creationId xmlns:a16="http://schemas.microsoft.com/office/drawing/2014/main" id="{AC73FC24-F9AD-C0F5-72B9-BDA07A5062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742709" y="5131247"/>
              <a:ext cx="343820" cy="343820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0309C5E-A1DD-5041-1AE2-1AE120ED3AEF}"/>
              </a:ext>
            </a:extLst>
          </p:cNvPr>
          <p:cNvGrpSpPr/>
          <p:nvPr/>
        </p:nvGrpSpPr>
        <p:grpSpPr>
          <a:xfrm>
            <a:off x="7377661" y="3127377"/>
            <a:ext cx="3654132" cy="665300"/>
            <a:chOff x="10550050" y="4883252"/>
            <a:chExt cx="4532157" cy="839823"/>
          </a:xfrm>
        </p:grpSpPr>
        <p:sp>
          <p:nvSpPr>
            <p:cNvPr id="7" name="Rounded Rectangle 54">
              <a:extLst>
                <a:ext uri="{FF2B5EF4-FFF2-40B4-BE49-F238E27FC236}">
                  <a16:creationId xmlns:a16="http://schemas.microsoft.com/office/drawing/2014/main" id="{F4373FB9-A425-2402-4158-67495147B754}"/>
                </a:ext>
              </a:extLst>
            </p:cNvPr>
            <p:cNvSpPr/>
            <p:nvPr/>
          </p:nvSpPr>
          <p:spPr>
            <a:xfrm>
              <a:off x="10550050" y="4883252"/>
              <a:ext cx="4532157" cy="839823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Zero Trust Exchange proxies all connections</a:t>
              </a:r>
            </a:p>
          </p:txBody>
        </p:sp>
        <p:pic>
          <p:nvPicPr>
            <p:cNvPr id="8" name="Graphic 7">
              <a:extLst>
                <a:ext uri="{FF2B5EF4-FFF2-40B4-BE49-F238E27FC236}">
                  <a16:creationId xmlns:a16="http://schemas.microsoft.com/office/drawing/2014/main" id="{660574E3-7FAE-6501-5EAF-D82C4E67B2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742709" y="5131247"/>
              <a:ext cx="343820" cy="343820"/>
            </a:xfrm>
            <a:prstGeom prst="rect">
              <a:avLst/>
            </a:prstGeom>
          </p:spPr>
        </p:pic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2622FD76-0287-4BC9-A6E1-9620A2F37C7A}"/>
              </a:ext>
            </a:extLst>
          </p:cNvPr>
          <p:cNvGrpSpPr/>
          <p:nvPr/>
        </p:nvGrpSpPr>
        <p:grpSpPr>
          <a:xfrm>
            <a:off x="7371038" y="3985400"/>
            <a:ext cx="3654132" cy="665300"/>
            <a:chOff x="10550050" y="4883252"/>
            <a:chExt cx="4532157" cy="839823"/>
          </a:xfrm>
        </p:grpSpPr>
        <p:sp>
          <p:nvSpPr>
            <p:cNvPr id="10" name="Rounded Rectangle 54">
              <a:extLst>
                <a:ext uri="{FF2B5EF4-FFF2-40B4-BE49-F238E27FC236}">
                  <a16:creationId xmlns:a16="http://schemas.microsoft.com/office/drawing/2014/main" id="{E2C0B37B-DEB3-105F-5759-3759AC3932DE}"/>
                </a:ext>
              </a:extLst>
            </p:cNvPr>
            <p:cNvSpPr/>
            <p:nvPr/>
          </p:nvSpPr>
          <p:spPr>
            <a:xfrm>
              <a:off x="10550050" y="4883252"/>
              <a:ext cx="4532157" cy="839823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Branch access through outbound</a:t>
              </a:r>
              <a:b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</a:b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connections only</a:t>
              </a:r>
            </a:p>
          </p:txBody>
        </p:sp>
        <p:pic>
          <p:nvPicPr>
            <p:cNvPr id="11" name="Graphic 10">
              <a:extLst>
                <a:ext uri="{FF2B5EF4-FFF2-40B4-BE49-F238E27FC236}">
                  <a16:creationId xmlns:a16="http://schemas.microsoft.com/office/drawing/2014/main" id="{0A18E4EE-87D4-08B1-7EA3-4314134BDB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742709" y="5131247"/>
              <a:ext cx="343820" cy="343820"/>
            </a:xfrm>
            <a:prstGeom prst="rect">
              <a:avLst/>
            </a:prstGeom>
          </p:spPr>
        </p:pic>
      </p:grpSp>
      <p:sp>
        <p:nvSpPr>
          <p:cNvPr id="12" name="Google Shape;382;g2e185aec522_0_0">
            <a:extLst>
              <a:ext uri="{FF2B5EF4-FFF2-40B4-BE49-F238E27FC236}">
                <a16:creationId xmlns:a16="http://schemas.microsoft.com/office/drawing/2014/main" id="{5A782923-B13C-D19E-CD99-9522E2F68E94}"/>
              </a:ext>
            </a:extLst>
          </p:cNvPr>
          <p:cNvSpPr/>
          <p:nvPr/>
        </p:nvSpPr>
        <p:spPr>
          <a:xfrm>
            <a:off x="1878944" y="3130289"/>
            <a:ext cx="4342156" cy="1519137"/>
          </a:xfrm>
          <a:prstGeom prst="roundRect">
            <a:avLst>
              <a:gd name="adj" fmla="val 9976"/>
            </a:avLst>
          </a:prstGeom>
          <a:solidFill>
            <a:schemeClr val="bg1">
              <a:alpha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15137EC5-9ACF-217C-09DF-3C71957D5071}"/>
              </a:ext>
            </a:extLst>
          </p:cNvPr>
          <p:cNvSpPr/>
          <p:nvPr/>
        </p:nvSpPr>
        <p:spPr>
          <a:xfrm>
            <a:off x="0" y="5347326"/>
            <a:ext cx="12192000" cy="899674"/>
          </a:xfrm>
          <a:prstGeom prst="rect">
            <a:avLst/>
          </a:prstGeom>
          <a:solidFill>
            <a:schemeClr val="tx2">
              <a:lumMod val="90000"/>
              <a:lumOff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12D3FF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310751A-5707-3DEC-0108-B7BF36964227}"/>
              </a:ext>
            </a:extLst>
          </p:cNvPr>
          <p:cNvGrpSpPr/>
          <p:nvPr/>
        </p:nvGrpSpPr>
        <p:grpSpPr>
          <a:xfrm>
            <a:off x="1490178" y="5612546"/>
            <a:ext cx="3713176" cy="369235"/>
            <a:chOff x="3138772" y="4986823"/>
            <a:chExt cx="3143155" cy="312554"/>
          </a:xfrm>
        </p:grpSpPr>
        <p:sp>
          <p:nvSpPr>
            <p:cNvPr id="15" name="Google Shape;4270;p412">
              <a:extLst>
                <a:ext uri="{FF2B5EF4-FFF2-40B4-BE49-F238E27FC236}">
                  <a16:creationId xmlns:a16="http://schemas.microsoft.com/office/drawing/2014/main" id="{765F3EA4-57ED-FB4B-E1DF-39B94565A182}"/>
                </a:ext>
              </a:extLst>
            </p:cNvPr>
            <p:cNvSpPr txBox="1"/>
            <p:nvPr/>
          </p:nvSpPr>
          <p:spPr>
            <a:xfrm>
              <a:off x="3431613" y="4986823"/>
              <a:ext cx="2850314" cy="31255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394" tIns="45672" rIns="91394" bIns="45672" anchor="t" anchorCtr="0">
              <a:sp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Traditional SD-WAN, MPLS</a:t>
              </a: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pic>
          <p:nvPicPr>
            <p:cNvPr id="16" name="Google Shape;4271;p412">
              <a:extLst>
                <a:ext uri="{FF2B5EF4-FFF2-40B4-BE49-F238E27FC236}">
                  <a16:creationId xmlns:a16="http://schemas.microsoft.com/office/drawing/2014/main" id="{B3C89962-A9A4-5246-7EC5-96E67AF06B7B}"/>
                </a:ext>
              </a:extLst>
            </p:cNvPr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>
              <a:off x="3138772" y="5011884"/>
              <a:ext cx="256558" cy="2639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3AE9DF33-37CC-4732-D3C7-BBC9B8565965}"/>
              </a:ext>
            </a:extLst>
          </p:cNvPr>
          <p:cNvGrpSpPr/>
          <p:nvPr/>
        </p:nvGrpSpPr>
        <p:grpSpPr>
          <a:xfrm>
            <a:off x="5939592" y="5612546"/>
            <a:ext cx="1070808" cy="369235"/>
            <a:chOff x="3138772" y="5023108"/>
            <a:chExt cx="906424" cy="312554"/>
          </a:xfrm>
        </p:grpSpPr>
        <p:sp>
          <p:nvSpPr>
            <p:cNvPr id="18" name="Google Shape;4270;p412">
              <a:extLst>
                <a:ext uri="{FF2B5EF4-FFF2-40B4-BE49-F238E27FC236}">
                  <a16:creationId xmlns:a16="http://schemas.microsoft.com/office/drawing/2014/main" id="{9C9BF9EB-DDE7-531A-1B95-A74352BEA1F7}"/>
                </a:ext>
              </a:extLst>
            </p:cNvPr>
            <p:cNvSpPr txBox="1"/>
            <p:nvPr/>
          </p:nvSpPr>
          <p:spPr>
            <a:xfrm>
              <a:off x="3440493" y="5023108"/>
              <a:ext cx="604703" cy="31255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394" tIns="45672" rIns="91394" bIns="45672" anchor="t" anchorCtr="0">
              <a:sp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VPN</a:t>
              </a: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pic>
          <p:nvPicPr>
            <p:cNvPr id="19" name="Google Shape;4271;p412">
              <a:extLst>
                <a:ext uri="{FF2B5EF4-FFF2-40B4-BE49-F238E27FC236}">
                  <a16:creationId xmlns:a16="http://schemas.microsoft.com/office/drawing/2014/main" id="{CDCE2DC5-30F6-6515-64B8-D4496FF6C290}"/>
                </a:ext>
              </a:extLst>
            </p:cNvPr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>
              <a:off x="3138772" y="5048169"/>
              <a:ext cx="256558" cy="2639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BA8B3343-CEAC-9979-FC16-3F376DB7D770}"/>
              </a:ext>
            </a:extLst>
          </p:cNvPr>
          <p:cNvGrpSpPr/>
          <p:nvPr/>
        </p:nvGrpSpPr>
        <p:grpSpPr>
          <a:xfrm>
            <a:off x="7746661" y="5612546"/>
            <a:ext cx="2973008" cy="369235"/>
            <a:chOff x="3138772" y="5023108"/>
            <a:chExt cx="2516610" cy="312554"/>
          </a:xfrm>
        </p:grpSpPr>
        <p:sp>
          <p:nvSpPr>
            <p:cNvPr id="21" name="Google Shape;4270;p412">
              <a:extLst>
                <a:ext uri="{FF2B5EF4-FFF2-40B4-BE49-F238E27FC236}">
                  <a16:creationId xmlns:a16="http://schemas.microsoft.com/office/drawing/2014/main" id="{7313A79F-19B1-9F86-804A-3FBC53E9C6D8}"/>
                </a:ext>
              </a:extLst>
            </p:cNvPr>
            <p:cNvSpPr txBox="1"/>
            <p:nvPr/>
          </p:nvSpPr>
          <p:spPr>
            <a:xfrm>
              <a:off x="3440493" y="5023108"/>
              <a:ext cx="2214889" cy="31255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394" tIns="45672" rIns="91394" bIns="45672" anchor="t" anchorCtr="0">
              <a:sp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Perimeter Firewall</a:t>
              </a:r>
            </a:p>
          </p:txBody>
        </p:sp>
        <p:pic>
          <p:nvPicPr>
            <p:cNvPr id="22" name="Google Shape;4271;p412">
              <a:extLst>
                <a:ext uri="{FF2B5EF4-FFF2-40B4-BE49-F238E27FC236}">
                  <a16:creationId xmlns:a16="http://schemas.microsoft.com/office/drawing/2014/main" id="{185CC4D5-B23D-9A98-4D82-28D93540E02C}"/>
                </a:ext>
              </a:extLst>
            </p:cNvPr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>
              <a:off x="3138772" y="5048169"/>
              <a:ext cx="256558" cy="2639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3" name="Google Shape;6847;p767">
            <a:extLst>
              <a:ext uri="{FF2B5EF4-FFF2-40B4-BE49-F238E27FC236}">
                <a16:creationId xmlns:a16="http://schemas.microsoft.com/office/drawing/2014/main" id="{756DF605-A67C-53A5-7B5F-38970397F757}"/>
              </a:ext>
            </a:extLst>
          </p:cNvPr>
          <p:cNvSpPr/>
          <p:nvPr/>
        </p:nvSpPr>
        <p:spPr>
          <a:xfrm>
            <a:off x="2003427" y="1204810"/>
            <a:ext cx="818766" cy="529126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rgbClr val="13429B"/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Tx/>
              <a:buNone/>
              <a:tabLst/>
              <a:defRPr/>
            </a:pP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575757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24" name="Google Shape;6847;p767">
            <a:extLst>
              <a:ext uri="{FF2B5EF4-FFF2-40B4-BE49-F238E27FC236}">
                <a16:creationId xmlns:a16="http://schemas.microsoft.com/office/drawing/2014/main" id="{72C0B489-4B8C-E60A-EC75-7B5A33627AA6}"/>
              </a:ext>
            </a:extLst>
          </p:cNvPr>
          <p:cNvSpPr/>
          <p:nvPr/>
        </p:nvSpPr>
        <p:spPr>
          <a:xfrm>
            <a:off x="3621212" y="1204810"/>
            <a:ext cx="818766" cy="529126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rgbClr val="13429B"/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00" tIns="45675" rIns="91400" bIns="45675" anchor="ctr" anchorCtr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Tx/>
              <a:buNone/>
              <a:tabLst/>
              <a:defRPr/>
            </a:pP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575757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cxnSp>
        <p:nvCxnSpPr>
          <p:cNvPr id="25" name="Google Shape;362;g2e185aec522_0_0">
            <a:extLst>
              <a:ext uri="{FF2B5EF4-FFF2-40B4-BE49-F238E27FC236}">
                <a16:creationId xmlns:a16="http://schemas.microsoft.com/office/drawing/2014/main" id="{821560D3-6B52-E762-1DB4-316AA7FE0B18}"/>
              </a:ext>
            </a:extLst>
          </p:cNvPr>
          <p:cNvCxnSpPr/>
          <p:nvPr/>
        </p:nvCxnSpPr>
        <p:spPr>
          <a:xfrm>
            <a:off x="5725373" y="1767194"/>
            <a:ext cx="0" cy="598554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round/>
            <a:headEnd type="triangle" w="med" len="med"/>
            <a:tailEnd type="none" w="sm" len="sm"/>
          </a:ln>
        </p:spPr>
      </p:cxnSp>
      <p:sp>
        <p:nvSpPr>
          <p:cNvPr id="26" name="Google Shape;364;g2e185aec522_0_0">
            <a:extLst>
              <a:ext uri="{FF2B5EF4-FFF2-40B4-BE49-F238E27FC236}">
                <a16:creationId xmlns:a16="http://schemas.microsoft.com/office/drawing/2014/main" id="{498C1680-E9FF-E557-ED33-854987FAEE73}"/>
              </a:ext>
            </a:extLst>
          </p:cNvPr>
          <p:cNvSpPr/>
          <p:nvPr/>
        </p:nvSpPr>
        <p:spPr>
          <a:xfrm>
            <a:off x="1850576" y="2367499"/>
            <a:ext cx="4342157" cy="150068"/>
          </a:xfrm>
          <a:prstGeom prst="roundRect">
            <a:avLst>
              <a:gd name="adj" fmla="val 50000"/>
            </a:avLst>
          </a:prstGeom>
          <a:solidFill>
            <a:schemeClr val="tx1">
              <a:lumMod val="85000"/>
            </a:schemeClr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cxnSp>
        <p:nvCxnSpPr>
          <p:cNvPr id="27" name="Google Shape;365;g2e185aec522_0_0">
            <a:extLst>
              <a:ext uri="{FF2B5EF4-FFF2-40B4-BE49-F238E27FC236}">
                <a16:creationId xmlns:a16="http://schemas.microsoft.com/office/drawing/2014/main" id="{563C1CEE-ADBF-C9C6-E35B-CF7E32AA05C8}"/>
              </a:ext>
            </a:extLst>
          </p:cNvPr>
          <p:cNvCxnSpPr>
            <a:cxnSpLocks/>
          </p:cNvCxnSpPr>
          <p:nvPr/>
        </p:nvCxnSpPr>
        <p:spPr>
          <a:xfrm>
            <a:off x="4027192" y="1745971"/>
            <a:ext cx="0" cy="545602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round/>
            <a:headEnd type="triangle" w="med" len="med"/>
            <a:tailEnd type="none" w="sm" len="sm"/>
          </a:ln>
        </p:spPr>
      </p:cxnSp>
      <p:cxnSp>
        <p:nvCxnSpPr>
          <p:cNvPr id="28" name="Google Shape;366;g2e185aec522_0_0">
            <a:extLst>
              <a:ext uri="{FF2B5EF4-FFF2-40B4-BE49-F238E27FC236}">
                <a16:creationId xmlns:a16="http://schemas.microsoft.com/office/drawing/2014/main" id="{0E53D4AB-791F-9BCD-263D-D2C81D89FF07}"/>
              </a:ext>
            </a:extLst>
          </p:cNvPr>
          <p:cNvCxnSpPr/>
          <p:nvPr/>
        </p:nvCxnSpPr>
        <p:spPr>
          <a:xfrm rot="10800000">
            <a:off x="2438631" y="1767537"/>
            <a:ext cx="0" cy="598554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round/>
            <a:headEnd type="triangle" w="med" len="med"/>
            <a:tailEnd type="none" w="sm" len="sm"/>
          </a:ln>
        </p:spPr>
      </p:cxnSp>
      <p:sp>
        <p:nvSpPr>
          <p:cNvPr id="29" name="Google Shape;367;g2e185aec522_0_0">
            <a:extLst>
              <a:ext uri="{FF2B5EF4-FFF2-40B4-BE49-F238E27FC236}">
                <a16:creationId xmlns:a16="http://schemas.microsoft.com/office/drawing/2014/main" id="{899708AA-2277-1F6F-DFF5-6CB943A89192}"/>
              </a:ext>
            </a:extLst>
          </p:cNvPr>
          <p:cNvSpPr txBox="1"/>
          <p:nvPr/>
        </p:nvSpPr>
        <p:spPr>
          <a:xfrm>
            <a:off x="2006073" y="1291778"/>
            <a:ext cx="825499" cy="3939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Public</a:t>
            </a:r>
            <a:endParaRPr kumimoji="0" sz="105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Cloud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30" name="Google Shape;373;g2e185aec522_0_0">
            <a:extLst>
              <a:ext uri="{FF2B5EF4-FFF2-40B4-BE49-F238E27FC236}">
                <a16:creationId xmlns:a16="http://schemas.microsoft.com/office/drawing/2014/main" id="{215EE302-C0DF-66F8-F7F9-CD1D29611A7B}"/>
              </a:ext>
            </a:extLst>
          </p:cNvPr>
          <p:cNvSpPr txBox="1"/>
          <p:nvPr/>
        </p:nvSpPr>
        <p:spPr>
          <a:xfrm>
            <a:off x="3629681" y="1358591"/>
            <a:ext cx="835323" cy="3385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19" tIns="45697" rIns="91419" bIns="45697" anchor="ctr" anchorCtr="0">
            <a:sp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Internet / SaaS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grpSp>
        <p:nvGrpSpPr>
          <p:cNvPr id="31" name="Google Shape;375;g2e185aec522_0_0">
            <a:extLst>
              <a:ext uri="{FF2B5EF4-FFF2-40B4-BE49-F238E27FC236}">
                <a16:creationId xmlns:a16="http://schemas.microsoft.com/office/drawing/2014/main" id="{391C4523-2A87-3090-E9E7-79BCA64BC03A}"/>
              </a:ext>
            </a:extLst>
          </p:cNvPr>
          <p:cNvGrpSpPr/>
          <p:nvPr/>
        </p:nvGrpSpPr>
        <p:grpSpPr>
          <a:xfrm>
            <a:off x="3599988" y="2171873"/>
            <a:ext cx="854194" cy="535192"/>
            <a:chOff x="6923681" y="5192222"/>
            <a:chExt cx="981878" cy="615192"/>
          </a:xfrm>
        </p:grpSpPr>
        <p:sp>
          <p:nvSpPr>
            <p:cNvPr id="32" name="Google Shape;376;g2e185aec522_0_0">
              <a:extLst>
                <a:ext uri="{FF2B5EF4-FFF2-40B4-BE49-F238E27FC236}">
                  <a16:creationId xmlns:a16="http://schemas.microsoft.com/office/drawing/2014/main" id="{CD4F1F64-D2B1-D188-5947-491C15CF91D6}"/>
                </a:ext>
              </a:extLst>
            </p:cNvPr>
            <p:cNvSpPr/>
            <p:nvPr/>
          </p:nvSpPr>
          <p:spPr>
            <a:xfrm>
              <a:off x="6923681" y="5192222"/>
              <a:ext cx="981878" cy="615192"/>
            </a:xfrm>
            <a:custGeom>
              <a:avLst/>
              <a:gdLst/>
              <a:ahLst/>
              <a:cxnLst/>
              <a:rect l="l" t="t" r="r" b="b"/>
              <a:pathLst>
                <a:path w="981878" h="615192" extrusionOk="0">
                  <a:moveTo>
                    <a:pt x="980036" y="313893"/>
                  </a:moveTo>
                  <a:cubicBezTo>
                    <a:pt x="965413" y="222739"/>
                    <a:pt x="891259" y="178543"/>
                    <a:pt x="803332" y="169971"/>
                  </a:cubicBezTo>
                  <a:cubicBezTo>
                    <a:pt x="801068" y="169780"/>
                    <a:pt x="798804" y="169494"/>
                    <a:pt x="796445" y="169304"/>
                  </a:cubicBezTo>
                  <a:lnTo>
                    <a:pt x="796822" y="169304"/>
                  </a:lnTo>
                  <a:cubicBezTo>
                    <a:pt x="796822" y="169304"/>
                    <a:pt x="773425" y="104724"/>
                    <a:pt x="716159" y="55290"/>
                  </a:cubicBezTo>
                  <a:cubicBezTo>
                    <a:pt x="716159" y="55290"/>
                    <a:pt x="716159" y="55290"/>
                    <a:pt x="716065" y="55194"/>
                  </a:cubicBezTo>
                  <a:cubicBezTo>
                    <a:pt x="715782" y="54909"/>
                    <a:pt x="715499" y="54718"/>
                    <a:pt x="715216" y="54432"/>
                  </a:cubicBezTo>
                  <a:cubicBezTo>
                    <a:pt x="704932" y="45479"/>
                    <a:pt x="694460" y="37954"/>
                    <a:pt x="683705" y="31668"/>
                  </a:cubicBezTo>
                  <a:cubicBezTo>
                    <a:pt x="657572" y="18237"/>
                    <a:pt x="621156" y="7569"/>
                    <a:pt x="579645" y="2807"/>
                  </a:cubicBezTo>
                  <a:cubicBezTo>
                    <a:pt x="554456" y="-146"/>
                    <a:pt x="527473" y="-908"/>
                    <a:pt x="499831" y="1188"/>
                  </a:cubicBezTo>
                  <a:cubicBezTo>
                    <a:pt x="424828" y="6712"/>
                    <a:pt x="345109" y="33096"/>
                    <a:pt x="284918" y="93961"/>
                  </a:cubicBezTo>
                  <a:cubicBezTo>
                    <a:pt x="220859" y="81198"/>
                    <a:pt x="163970" y="93771"/>
                    <a:pt x="118214" y="121393"/>
                  </a:cubicBezTo>
                  <a:cubicBezTo>
                    <a:pt x="117648" y="121774"/>
                    <a:pt x="116988" y="122155"/>
                    <a:pt x="116422" y="122536"/>
                  </a:cubicBezTo>
                  <a:cubicBezTo>
                    <a:pt x="113591" y="124251"/>
                    <a:pt x="110855" y="126060"/>
                    <a:pt x="108214" y="127870"/>
                  </a:cubicBezTo>
                  <a:cubicBezTo>
                    <a:pt x="106893" y="128727"/>
                    <a:pt x="105666" y="129680"/>
                    <a:pt x="104346" y="130537"/>
                  </a:cubicBezTo>
                  <a:cubicBezTo>
                    <a:pt x="102176" y="132061"/>
                    <a:pt x="100006" y="133680"/>
                    <a:pt x="97836" y="135300"/>
                  </a:cubicBezTo>
                  <a:cubicBezTo>
                    <a:pt x="96610" y="136157"/>
                    <a:pt x="95477" y="137109"/>
                    <a:pt x="94251" y="138062"/>
                  </a:cubicBezTo>
                  <a:cubicBezTo>
                    <a:pt x="91515" y="140253"/>
                    <a:pt x="88873" y="142443"/>
                    <a:pt x="86232" y="144729"/>
                  </a:cubicBezTo>
                  <a:cubicBezTo>
                    <a:pt x="85854" y="145015"/>
                    <a:pt x="85571" y="145301"/>
                    <a:pt x="85194" y="145587"/>
                  </a:cubicBezTo>
                  <a:cubicBezTo>
                    <a:pt x="28683" y="194831"/>
                    <a:pt x="-3394" y="269412"/>
                    <a:pt x="286" y="340468"/>
                  </a:cubicBezTo>
                  <a:cubicBezTo>
                    <a:pt x="7173" y="474390"/>
                    <a:pt x="151895" y="557829"/>
                    <a:pt x="234350" y="535254"/>
                  </a:cubicBezTo>
                  <a:cubicBezTo>
                    <a:pt x="236331" y="534683"/>
                    <a:pt x="238407" y="535254"/>
                    <a:pt x="240294" y="535254"/>
                  </a:cubicBezTo>
                  <a:cubicBezTo>
                    <a:pt x="246898" y="539255"/>
                    <a:pt x="272087" y="539160"/>
                    <a:pt x="272087" y="539160"/>
                  </a:cubicBezTo>
                  <a:cubicBezTo>
                    <a:pt x="302277" y="573545"/>
                    <a:pt x="341429" y="591547"/>
                    <a:pt x="412658" y="580593"/>
                  </a:cubicBezTo>
                  <a:cubicBezTo>
                    <a:pt x="553040" y="650031"/>
                    <a:pt x="711725" y="606692"/>
                    <a:pt x="790973" y="523634"/>
                  </a:cubicBezTo>
                  <a:cubicBezTo>
                    <a:pt x="792105" y="522396"/>
                    <a:pt x="793237" y="521157"/>
                    <a:pt x="794275" y="519919"/>
                  </a:cubicBezTo>
                  <a:cubicBezTo>
                    <a:pt x="795124" y="518967"/>
                    <a:pt x="795973" y="518109"/>
                    <a:pt x="796728" y="517157"/>
                  </a:cubicBezTo>
                  <a:cubicBezTo>
                    <a:pt x="807011" y="504965"/>
                    <a:pt x="815974" y="492011"/>
                    <a:pt x="823616" y="478581"/>
                  </a:cubicBezTo>
                  <a:cubicBezTo>
                    <a:pt x="824559" y="476866"/>
                    <a:pt x="825502" y="475056"/>
                    <a:pt x="826352" y="473342"/>
                  </a:cubicBezTo>
                  <a:cubicBezTo>
                    <a:pt x="882486" y="469151"/>
                    <a:pt x="938148" y="443910"/>
                    <a:pt x="965413" y="399333"/>
                  </a:cubicBezTo>
                  <a:cubicBezTo>
                    <a:pt x="979187" y="375996"/>
                    <a:pt x="985319" y="347421"/>
                    <a:pt x="979942" y="313989"/>
                  </a:cubicBezTo>
                  <a:close/>
                </a:path>
              </a:pathLst>
            </a:custGeom>
            <a:solidFill>
              <a:srgbClr val="236BF5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33" name="Google Shape;377;g2e185aec522_0_0">
              <a:extLst>
                <a:ext uri="{FF2B5EF4-FFF2-40B4-BE49-F238E27FC236}">
                  <a16:creationId xmlns:a16="http://schemas.microsoft.com/office/drawing/2014/main" id="{2B244C8D-E533-0D68-E8C9-0056E2DA80DA}"/>
                </a:ext>
              </a:extLst>
            </p:cNvPr>
            <p:cNvSpPr/>
            <p:nvPr/>
          </p:nvSpPr>
          <p:spPr>
            <a:xfrm>
              <a:off x="7164069" y="5244930"/>
              <a:ext cx="635148" cy="486452"/>
            </a:xfrm>
            <a:custGeom>
              <a:avLst/>
              <a:gdLst/>
              <a:ahLst/>
              <a:cxnLst/>
              <a:rect l="l" t="t" r="r" b="b"/>
              <a:pathLst>
                <a:path w="635148" h="486452" extrusionOk="0">
                  <a:moveTo>
                    <a:pt x="624267" y="250613"/>
                  </a:moveTo>
                  <a:cubicBezTo>
                    <a:pt x="510678" y="120311"/>
                    <a:pt x="254065" y="237659"/>
                    <a:pt x="244914" y="247374"/>
                  </a:cubicBezTo>
                  <a:cubicBezTo>
                    <a:pt x="301425" y="160125"/>
                    <a:pt x="439543" y="108119"/>
                    <a:pt x="556057" y="116691"/>
                  </a:cubicBezTo>
                  <a:lnTo>
                    <a:pt x="556434" y="116691"/>
                  </a:lnTo>
                  <a:cubicBezTo>
                    <a:pt x="556434" y="116691"/>
                    <a:pt x="533037" y="52112"/>
                    <a:pt x="475771" y="2677"/>
                  </a:cubicBezTo>
                  <a:cubicBezTo>
                    <a:pt x="475771" y="2677"/>
                    <a:pt x="475771" y="2677"/>
                    <a:pt x="475677" y="2582"/>
                  </a:cubicBezTo>
                  <a:cubicBezTo>
                    <a:pt x="392466" y="-9705"/>
                    <a:pt x="295199" y="21918"/>
                    <a:pt x="184157" y="96308"/>
                  </a:cubicBezTo>
                  <a:cubicBezTo>
                    <a:pt x="184157" y="96308"/>
                    <a:pt x="197177" y="102594"/>
                    <a:pt x="197837" y="102213"/>
                  </a:cubicBezTo>
                  <a:cubicBezTo>
                    <a:pt x="313218" y="51921"/>
                    <a:pt x="395768" y="81354"/>
                    <a:pt x="395108" y="81544"/>
                  </a:cubicBezTo>
                  <a:cubicBezTo>
                    <a:pt x="92833" y="188129"/>
                    <a:pt x="18397" y="394059"/>
                    <a:pt x="0" y="482547"/>
                  </a:cubicBezTo>
                  <a:cubicBezTo>
                    <a:pt x="6604" y="486547"/>
                    <a:pt x="31794" y="486452"/>
                    <a:pt x="31794" y="486452"/>
                  </a:cubicBezTo>
                  <a:cubicBezTo>
                    <a:pt x="92739" y="407204"/>
                    <a:pt x="277462" y="264710"/>
                    <a:pt x="502942" y="338243"/>
                  </a:cubicBezTo>
                  <a:cubicBezTo>
                    <a:pt x="623323" y="377486"/>
                    <a:pt x="654645" y="285189"/>
                    <a:pt x="624361" y="250613"/>
                  </a:cubicBezTo>
                  <a:close/>
                </a:path>
              </a:pathLst>
            </a:custGeom>
            <a:solidFill>
              <a:srgbClr val="E5F1FA">
                <a:alpha val="29409"/>
              </a:srgbClr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sp>
        <p:nvSpPr>
          <p:cNvPr id="34" name="Google Shape;378;g2e185aec522_0_0">
            <a:extLst>
              <a:ext uri="{FF2B5EF4-FFF2-40B4-BE49-F238E27FC236}">
                <a16:creationId xmlns:a16="http://schemas.microsoft.com/office/drawing/2014/main" id="{F11CB229-D26C-9580-6698-F389CB3D6FB0}"/>
              </a:ext>
            </a:extLst>
          </p:cNvPr>
          <p:cNvSpPr/>
          <p:nvPr/>
        </p:nvSpPr>
        <p:spPr>
          <a:xfrm>
            <a:off x="3761289" y="2348609"/>
            <a:ext cx="531691" cy="193152"/>
          </a:xfrm>
          <a:custGeom>
            <a:avLst/>
            <a:gdLst/>
            <a:ahLst/>
            <a:cxnLst/>
            <a:rect l="l" t="t" r="r" b="b"/>
            <a:pathLst>
              <a:path w="717144" h="260523" extrusionOk="0">
                <a:moveTo>
                  <a:pt x="405915" y="197319"/>
                </a:moveTo>
                <a:cubicBezTo>
                  <a:pt x="403661" y="198743"/>
                  <a:pt x="400931" y="199573"/>
                  <a:pt x="397846" y="200048"/>
                </a:cubicBezTo>
                <a:lnTo>
                  <a:pt x="388829" y="201232"/>
                </a:lnTo>
                <a:cubicBezTo>
                  <a:pt x="382658" y="201945"/>
                  <a:pt x="379455" y="204909"/>
                  <a:pt x="379455" y="209178"/>
                </a:cubicBezTo>
                <a:cubicBezTo>
                  <a:pt x="379455" y="214158"/>
                  <a:pt x="383253" y="217241"/>
                  <a:pt x="389659" y="217241"/>
                </a:cubicBezTo>
                <a:cubicBezTo>
                  <a:pt x="399152" y="217241"/>
                  <a:pt x="405915" y="210363"/>
                  <a:pt x="405915" y="200996"/>
                </a:cubicBezTo>
                <a:close/>
                <a:moveTo>
                  <a:pt x="564793" y="175737"/>
                </a:moveTo>
                <a:cubicBezTo>
                  <a:pt x="553639" y="175737"/>
                  <a:pt x="546045" y="183564"/>
                  <a:pt x="546045" y="194830"/>
                </a:cubicBezTo>
                <a:cubicBezTo>
                  <a:pt x="546045" y="206095"/>
                  <a:pt x="553757" y="213921"/>
                  <a:pt x="564793" y="213921"/>
                </a:cubicBezTo>
                <a:cubicBezTo>
                  <a:pt x="575828" y="213921"/>
                  <a:pt x="583184" y="206213"/>
                  <a:pt x="583184" y="194830"/>
                </a:cubicBezTo>
                <a:cubicBezTo>
                  <a:pt x="583184" y="183445"/>
                  <a:pt x="575828" y="175737"/>
                  <a:pt x="564793" y="175737"/>
                </a:cubicBezTo>
                <a:close/>
                <a:moveTo>
                  <a:pt x="653545" y="173367"/>
                </a:moveTo>
                <a:cubicBezTo>
                  <a:pt x="644527" y="173367"/>
                  <a:pt x="638595" y="178110"/>
                  <a:pt x="636696" y="186766"/>
                </a:cubicBezTo>
                <a:lnTo>
                  <a:pt x="668733" y="186766"/>
                </a:lnTo>
                <a:cubicBezTo>
                  <a:pt x="667902" y="179058"/>
                  <a:pt x="662564" y="173367"/>
                  <a:pt x="653545" y="173367"/>
                </a:cubicBezTo>
                <a:close/>
                <a:moveTo>
                  <a:pt x="112246" y="159018"/>
                </a:moveTo>
                <a:lnTo>
                  <a:pt x="134910" y="159018"/>
                </a:lnTo>
                <a:lnTo>
                  <a:pt x="150098" y="178939"/>
                </a:lnTo>
                <a:lnTo>
                  <a:pt x="165285" y="159018"/>
                </a:lnTo>
                <a:lnTo>
                  <a:pt x="188066" y="159018"/>
                </a:lnTo>
                <a:lnTo>
                  <a:pt x="161489" y="193762"/>
                </a:lnTo>
                <a:lnTo>
                  <a:pt x="189254" y="230167"/>
                </a:lnTo>
                <a:lnTo>
                  <a:pt x="166590" y="230167"/>
                </a:lnTo>
                <a:lnTo>
                  <a:pt x="150098" y="208704"/>
                </a:lnTo>
                <a:lnTo>
                  <a:pt x="133723" y="230167"/>
                </a:lnTo>
                <a:lnTo>
                  <a:pt x="111060" y="230167"/>
                </a:lnTo>
                <a:lnTo>
                  <a:pt x="138825" y="193762"/>
                </a:lnTo>
                <a:close/>
                <a:moveTo>
                  <a:pt x="654020" y="157476"/>
                </a:moveTo>
                <a:cubicBezTo>
                  <a:pt x="675734" y="157476"/>
                  <a:pt x="689141" y="172417"/>
                  <a:pt x="689141" y="195303"/>
                </a:cubicBezTo>
                <a:lnTo>
                  <a:pt x="689141" y="200403"/>
                </a:lnTo>
                <a:lnTo>
                  <a:pt x="636816" y="200403"/>
                </a:lnTo>
                <a:lnTo>
                  <a:pt x="636816" y="200641"/>
                </a:lnTo>
                <a:cubicBezTo>
                  <a:pt x="639188" y="210126"/>
                  <a:pt x="647732" y="214276"/>
                  <a:pt x="656037" y="214276"/>
                </a:cubicBezTo>
                <a:cubicBezTo>
                  <a:pt x="664343" y="214276"/>
                  <a:pt x="671225" y="211312"/>
                  <a:pt x="676208" y="207043"/>
                </a:cubicBezTo>
                <a:lnTo>
                  <a:pt x="684040" y="222577"/>
                </a:lnTo>
                <a:cubicBezTo>
                  <a:pt x="678225" y="227440"/>
                  <a:pt x="669326" y="231946"/>
                  <a:pt x="655682" y="231946"/>
                </a:cubicBezTo>
                <a:cubicBezTo>
                  <a:pt x="631594" y="231946"/>
                  <a:pt x="617593" y="215819"/>
                  <a:pt x="617593" y="194712"/>
                </a:cubicBezTo>
                <a:cubicBezTo>
                  <a:pt x="617593" y="173603"/>
                  <a:pt x="631713" y="157476"/>
                  <a:pt x="654020" y="157476"/>
                </a:cubicBezTo>
                <a:close/>
                <a:moveTo>
                  <a:pt x="485769" y="157358"/>
                </a:moveTo>
                <a:cubicBezTo>
                  <a:pt x="501668" y="157358"/>
                  <a:pt x="510805" y="167556"/>
                  <a:pt x="510805" y="185699"/>
                </a:cubicBezTo>
                <a:lnTo>
                  <a:pt x="510805" y="230167"/>
                </a:lnTo>
                <a:lnTo>
                  <a:pt x="491583" y="230167"/>
                </a:lnTo>
                <a:lnTo>
                  <a:pt x="491583" y="190797"/>
                </a:lnTo>
                <a:cubicBezTo>
                  <a:pt x="491583" y="180718"/>
                  <a:pt x="487074" y="175501"/>
                  <a:pt x="478294" y="175501"/>
                </a:cubicBezTo>
                <a:cubicBezTo>
                  <a:pt x="468327" y="175501"/>
                  <a:pt x="463107" y="182734"/>
                  <a:pt x="463107" y="196253"/>
                </a:cubicBezTo>
                <a:lnTo>
                  <a:pt x="463107" y="230285"/>
                </a:lnTo>
                <a:lnTo>
                  <a:pt x="444359" y="230285"/>
                </a:lnTo>
                <a:lnTo>
                  <a:pt x="444241" y="230285"/>
                </a:lnTo>
                <a:lnTo>
                  <a:pt x="444241" y="159137"/>
                </a:lnTo>
                <a:lnTo>
                  <a:pt x="462512" y="159137"/>
                </a:lnTo>
                <a:lnTo>
                  <a:pt x="462512" y="169928"/>
                </a:lnTo>
                <a:cubicBezTo>
                  <a:pt x="467970" y="161627"/>
                  <a:pt x="476158" y="157358"/>
                  <a:pt x="485769" y="157358"/>
                </a:cubicBezTo>
                <a:close/>
                <a:moveTo>
                  <a:pt x="393812" y="157358"/>
                </a:moveTo>
                <a:cubicBezTo>
                  <a:pt x="412085" y="157358"/>
                  <a:pt x="424544" y="165422"/>
                  <a:pt x="424544" y="183802"/>
                </a:cubicBezTo>
                <a:lnTo>
                  <a:pt x="424662" y="183920"/>
                </a:lnTo>
                <a:lnTo>
                  <a:pt x="424662" y="230404"/>
                </a:lnTo>
                <a:lnTo>
                  <a:pt x="405915" y="230404"/>
                </a:lnTo>
                <a:lnTo>
                  <a:pt x="405915" y="220680"/>
                </a:lnTo>
                <a:cubicBezTo>
                  <a:pt x="401406" y="227677"/>
                  <a:pt x="393931" y="231946"/>
                  <a:pt x="384082" y="231946"/>
                </a:cubicBezTo>
                <a:cubicBezTo>
                  <a:pt x="369845" y="231946"/>
                  <a:pt x="359877" y="222815"/>
                  <a:pt x="359877" y="210126"/>
                </a:cubicBezTo>
                <a:cubicBezTo>
                  <a:pt x="359877" y="197439"/>
                  <a:pt x="368776" y="190086"/>
                  <a:pt x="383727" y="188426"/>
                </a:cubicBezTo>
                <a:lnTo>
                  <a:pt x="397135" y="187004"/>
                </a:lnTo>
                <a:cubicBezTo>
                  <a:pt x="403779" y="186292"/>
                  <a:pt x="405796" y="184275"/>
                  <a:pt x="405796" y="180837"/>
                </a:cubicBezTo>
                <a:cubicBezTo>
                  <a:pt x="405796" y="176805"/>
                  <a:pt x="401524" y="174315"/>
                  <a:pt x="394169" y="174315"/>
                </a:cubicBezTo>
                <a:cubicBezTo>
                  <a:pt x="384320" y="174315"/>
                  <a:pt x="377913" y="177754"/>
                  <a:pt x="375658" y="183564"/>
                </a:cubicBezTo>
                <a:lnTo>
                  <a:pt x="361657" y="173603"/>
                </a:lnTo>
                <a:cubicBezTo>
                  <a:pt x="366047" y="163168"/>
                  <a:pt x="377320" y="157358"/>
                  <a:pt x="393812" y="157358"/>
                </a:cubicBezTo>
                <a:close/>
                <a:moveTo>
                  <a:pt x="235647" y="157358"/>
                </a:moveTo>
                <a:cubicBezTo>
                  <a:pt x="246444" y="157358"/>
                  <a:pt x="255818" y="160916"/>
                  <a:pt x="262700" y="167793"/>
                </a:cubicBezTo>
                <a:lnTo>
                  <a:pt x="252021" y="182852"/>
                </a:lnTo>
                <a:cubicBezTo>
                  <a:pt x="247274" y="178110"/>
                  <a:pt x="241936" y="175737"/>
                  <a:pt x="235647" y="175737"/>
                </a:cubicBezTo>
                <a:cubicBezTo>
                  <a:pt x="224730" y="175737"/>
                  <a:pt x="217017" y="183564"/>
                  <a:pt x="217017" y="194712"/>
                </a:cubicBezTo>
                <a:cubicBezTo>
                  <a:pt x="217017" y="205858"/>
                  <a:pt x="224730" y="213565"/>
                  <a:pt x="235647" y="213565"/>
                </a:cubicBezTo>
                <a:cubicBezTo>
                  <a:pt x="241936" y="213565"/>
                  <a:pt x="247630" y="210956"/>
                  <a:pt x="252495" y="206332"/>
                </a:cubicBezTo>
                <a:lnTo>
                  <a:pt x="262937" y="221391"/>
                </a:lnTo>
                <a:cubicBezTo>
                  <a:pt x="256055" y="228270"/>
                  <a:pt x="246444" y="231946"/>
                  <a:pt x="235410" y="231946"/>
                </a:cubicBezTo>
                <a:cubicBezTo>
                  <a:pt x="213103" y="231946"/>
                  <a:pt x="197677" y="216767"/>
                  <a:pt x="197677" y="194712"/>
                </a:cubicBezTo>
                <a:cubicBezTo>
                  <a:pt x="197677" y="172655"/>
                  <a:pt x="213340" y="157476"/>
                  <a:pt x="235647" y="157476"/>
                </a:cubicBezTo>
                <a:close/>
                <a:moveTo>
                  <a:pt x="559453" y="157239"/>
                </a:moveTo>
                <a:lnTo>
                  <a:pt x="559572" y="157476"/>
                </a:lnTo>
                <a:cubicBezTo>
                  <a:pt x="569420" y="157476"/>
                  <a:pt x="578201" y="161864"/>
                  <a:pt x="582710" y="169097"/>
                </a:cubicBezTo>
                <a:lnTo>
                  <a:pt x="582710" y="159137"/>
                </a:lnTo>
                <a:lnTo>
                  <a:pt x="601456" y="159137"/>
                </a:lnTo>
                <a:lnTo>
                  <a:pt x="601456" y="225542"/>
                </a:lnTo>
                <a:cubicBezTo>
                  <a:pt x="601456" y="248310"/>
                  <a:pt x="587930" y="260523"/>
                  <a:pt x="562775" y="260523"/>
                </a:cubicBezTo>
                <a:cubicBezTo>
                  <a:pt x="549487" y="260523"/>
                  <a:pt x="539400" y="256966"/>
                  <a:pt x="531332" y="249377"/>
                </a:cubicBezTo>
                <a:lnTo>
                  <a:pt x="540587" y="233842"/>
                </a:lnTo>
                <a:cubicBezTo>
                  <a:pt x="546757" y="239773"/>
                  <a:pt x="553639" y="242736"/>
                  <a:pt x="562182" y="242736"/>
                </a:cubicBezTo>
                <a:cubicBezTo>
                  <a:pt x="575946" y="242736"/>
                  <a:pt x="582946" y="236571"/>
                  <a:pt x="582946" y="224356"/>
                </a:cubicBezTo>
                <a:lnTo>
                  <a:pt x="582946" y="219850"/>
                </a:lnTo>
                <a:cubicBezTo>
                  <a:pt x="578081" y="226847"/>
                  <a:pt x="569895" y="230760"/>
                  <a:pt x="560046" y="230760"/>
                </a:cubicBezTo>
                <a:cubicBezTo>
                  <a:pt x="539875" y="230760"/>
                  <a:pt x="526587" y="216293"/>
                  <a:pt x="526587" y="194237"/>
                </a:cubicBezTo>
                <a:cubicBezTo>
                  <a:pt x="526587" y="172181"/>
                  <a:pt x="540113" y="157239"/>
                  <a:pt x="559453" y="157239"/>
                </a:cubicBezTo>
                <a:close/>
                <a:moveTo>
                  <a:pt x="277176" y="130795"/>
                </a:moveTo>
                <a:lnTo>
                  <a:pt x="295923" y="130795"/>
                </a:lnTo>
                <a:lnTo>
                  <a:pt x="295923" y="169808"/>
                </a:lnTo>
                <a:cubicBezTo>
                  <a:pt x="301143" y="161389"/>
                  <a:pt x="308857" y="157476"/>
                  <a:pt x="318467" y="157476"/>
                </a:cubicBezTo>
                <a:cubicBezTo>
                  <a:pt x="334723" y="157476"/>
                  <a:pt x="343622" y="167674"/>
                  <a:pt x="343622" y="186173"/>
                </a:cubicBezTo>
                <a:lnTo>
                  <a:pt x="343622" y="230285"/>
                </a:lnTo>
                <a:lnTo>
                  <a:pt x="324400" y="230285"/>
                </a:lnTo>
                <a:lnTo>
                  <a:pt x="324400" y="190917"/>
                </a:lnTo>
                <a:cubicBezTo>
                  <a:pt x="324400" y="180837"/>
                  <a:pt x="319891" y="175619"/>
                  <a:pt x="311467" y="175619"/>
                </a:cubicBezTo>
                <a:cubicBezTo>
                  <a:pt x="301262" y="175619"/>
                  <a:pt x="295923" y="182734"/>
                  <a:pt x="295923" y="196371"/>
                </a:cubicBezTo>
                <a:lnTo>
                  <a:pt x="295923" y="230404"/>
                </a:lnTo>
                <a:lnTo>
                  <a:pt x="277176" y="230404"/>
                </a:lnTo>
                <a:close/>
                <a:moveTo>
                  <a:pt x="34409" y="130558"/>
                </a:moveTo>
                <a:lnTo>
                  <a:pt x="98720" y="130558"/>
                </a:lnTo>
                <a:lnTo>
                  <a:pt x="98720" y="150480"/>
                </a:lnTo>
                <a:lnTo>
                  <a:pt x="54344" y="150480"/>
                </a:lnTo>
                <a:lnTo>
                  <a:pt x="54344" y="170401"/>
                </a:lnTo>
                <a:lnTo>
                  <a:pt x="98720" y="170401"/>
                </a:lnTo>
                <a:lnTo>
                  <a:pt x="98720" y="190324"/>
                </a:lnTo>
                <a:lnTo>
                  <a:pt x="54344" y="190324"/>
                </a:lnTo>
                <a:lnTo>
                  <a:pt x="54344" y="210245"/>
                </a:lnTo>
                <a:lnTo>
                  <a:pt x="98720" y="210245"/>
                </a:lnTo>
                <a:lnTo>
                  <a:pt x="98720" y="230167"/>
                </a:lnTo>
                <a:lnTo>
                  <a:pt x="34409" y="230167"/>
                </a:lnTo>
                <a:close/>
                <a:moveTo>
                  <a:pt x="273497" y="45179"/>
                </a:moveTo>
                <a:cubicBezTo>
                  <a:pt x="262819" y="45179"/>
                  <a:pt x="254512" y="52769"/>
                  <a:pt x="254512" y="64152"/>
                </a:cubicBezTo>
                <a:cubicBezTo>
                  <a:pt x="254512" y="75537"/>
                  <a:pt x="262819" y="83007"/>
                  <a:pt x="273497" y="83007"/>
                </a:cubicBezTo>
                <a:cubicBezTo>
                  <a:pt x="284176" y="83007"/>
                  <a:pt x="292363" y="75418"/>
                  <a:pt x="292363" y="64152"/>
                </a:cubicBezTo>
                <a:cubicBezTo>
                  <a:pt x="292363" y="52887"/>
                  <a:pt x="284058" y="45179"/>
                  <a:pt x="273497" y="45179"/>
                </a:cubicBezTo>
                <a:close/>
                <a:moveTo>
                  <a:pt x="129808" y="42689"/>
                </a:moveTo>
                <a:cubicBezTo>
                  <a:pt x="120790" y="42689"/>
                  <a:pt x="114858" y="47433"/>
                  <a:pt x="112959" y="56089"/>
                </a:cubicBezTo>
                <a:lnTo>
                  <a:pt x="144995" y="56089"/>
                </a:lnTo>
                <a:cubicBezTo>
                  <a:pt x="144165" y="48381"/>
                  <a:pt x="138825" y="42689"/>
                  <a:pt x="129808" y="42689"/>
                </a:cubicBezTo>
                <a:close/>
                <a:moveTo>
                  <a:pt x="562775" y="28579"/>
                </a:moveTo>
                <a:lnTo>
                  <a:pt x="581641" y="28579"/>
                </a:lnTo>
                <a:lnTo>
                  <a:pt x="581879" y="28579"/>
                </a:lnTo>
                <a:lnTo>
                  <a:pt x="581879" y="99727"/>
                </a:lnTo>
                <a:lnTo>
                  <a:pt x="563606" y="99727"/>
                </a:lnTo>
                <a:lnTo>
                  <a:pt x="563606" y="88936"/>
                </a:lnTo>
                <a:cubicBezTo>
                  <a:pt x="558741" y="96169"/>
                  <a:pt x="551622" y="101506"/>
                  <a:pt x="540942" y="101506"/>
                </a:cubicBezTo>
                <a:cubicBezTo>
                  <a:pt x="524450" y="101506"/>
                  <a:pt x="516263" y="90360"/>
                  <a:pt x="516263" y="72928"/>
                </a:cubicBezTo>
                <a:lnTo>
                  <a:pt x="516263" y="28697"/>
                </a:lnTo>
                <a:lnTo>
                  <a:pt x="535484" y="28697"/>
                </a:lnTo>
                <a:lnTo>
                  <a:pt x="535484" y="68185"/>
                </a:lnTo>
                <a:cubicBezTo>
                  <a:pt x="535484" y="78264"/>
                  <a:pt x="539163" y="83363"/>
                  <a:pt x="547469" y="83363"/>
                </a:cubicBezTo>
                <a:cubicBezTo>
                  <a:pt x="558029" y="83363"/>
                  <a:pt x="562775" y="74825"/>
                  <a:pt x="562775" y="62611"/>
                </a:cubicBezTo>
                <a:close/>
                <a:moveTo>
                  <a:pt x="630645" y="26799"/>
                </a:moveTo>
                <a:lnTo>
                  <a:pt x="630645" y="26918"/>
                </a:lnTo>
                <a:cubicBezTo>
                  <a:pt x="643341" y="26918"/>
                  <a:pt x="652597" y="30713"/>
                  <a:pt x="659003" y="37471"/>
                </a:cubicBezTo>
                <a:lnTo>
                  <a:pt x="648443" y="51108"/>
                </a:lnTo>
                <a:cubicBezTo>
                  <a:pt x="644172" y="46365"/>
                  <a:pt x="636341" y="43875"/>
                  <a:pt x="629103" y="43875"/>
                </a:cubicBezTo>
                <a:cubicBezTo>
                  <a:pt x="623288" y="43875"/>
                  <a:pt x="620085" y="45772"/>
                  <a:pt x="620085" y="48856"/>
                </a:cubicBezTo>
                <a:cubicBezTo>
                  <a:pt x="620085" y="52294"/>
                  <a:pt x="623526" y="53006"/>
                  <a:pt x="636578" y="55971"/>
                </a:cubicBezTo>
                <a:cubicBezTo>
                  <a:pt x="650105" y="59054"/>
                  <a:pt x="659359" y="64034"/>
                  <a:pt x="659359" y="78264"/>
                </a:cubicBezTo>
                <a:cubicBezTo>
                  <a:pt x="659359" y="93917"/>
                  <a:pt x="648206" y="101506"/>
                  <a:pt x="628628" y="101506"/>
                </a:cubicBezTo>
                <a:cubicBezTo>
                  <a:pt x="614390" y="101506"/>
                  <a:pt x="603118" y="97237"/>
                  <a:pt x="597067" y="89647"/>
                </a:cubicBezTo>
                <a:lnTo>
                  <a:pt x="607983" y="75418"/>
                </a:lnTo>
                <a:cubicBezTo>
                  <a:pt x="612492" y="80636"/>
                  <a:pt x="619967" y="84668"/>
                  <a:pt x="630645" y="84668"/>
                </a:cubicBezTo>
                <a:cubicBezTo>
                  <a:pt x="635866" y="84668"/>
                  <a:pt x="640019" y="83245"/>
                  <a:pt x="640019" y="79212"/>
                </a:cubicBezTo>
                <a:cubicBezTo>
                  <a:pt x="640019" y="75537"/>
                  <a:pt x="636459" y="74707"/>
                  <a:pt x="624238" y="71979"/>
                </a:cubicBezTo>
                <a:cubicBezTo>
                  <a:pt x="613085" y="69608"/>
                  <a:pt x="600626" y="64745"/>
                  <a:pt x="600626" y="49449"/>
                </a:cubicBezTo>
                <a:cubicBezTo>
                  <a:pt x="600626" y="34151"/>
                  <a:pt x="612017" y="26799"/>
                  <a:pt x="630645" y="26799"/>
                </a:cubicBezTo>
                <a:close/>
                <a:moveTo>
                  <a:pt x="496092" y="26799"/>
                </a:moveTo>
                <a:cubicBezTo>
                  <a:pt x="498702" y="26799"/>
                  <a:pt x="500838" y="27274"/>
                  <a:pt x="503092" y="27749"/>
                </a:cubicBezTo>
                <a:lnTo>
                  <a:pt x="503092" y="47907"/>
                </a:lnTo>
                <a:cubicBezTo>
                  <a:pt x="500482" y="47077"/>
                  <a:pt x="497516" y="46722"/>
                  <a:pt x="494549" y="46722"/>
                </a:cubicBezTo>
                <a:cubicBezTo>
                  <a:pt x="482209" y="46722"/>
                  <a:pt x="476633" y="53717"/>
                  <a:pt x="476633" y="67354"/>
                </a:cubicBezTo>
                <a:lnTo>
                  <a:pt x="476633" y="99491"/>
                </a:lnTo>
                <a:lnTo>
                  <a:pt x="457885" y="99491"/>
                </a:lnTo>
                <a:lnTo>
                  <a:pt x="457885" y="28341"/>
                </a:lnTo>
                <a:lnTo>
                  <a:pt x="475920" y="28341"/>
                </a:lnTo>
                <a:lnTo>
                  <a:pt x="475920" y="39962"/>
                </a:lnTo>
                <a:lnTo>
                  <a:pt x="475920" y="40200"/>
                </a:lnTo>
                <a:cubicBezTo>
                  <a:pt x="479718" y="31899"/>
                  <a:pt x="486125" y="26799"/>
                  <a:pt x="496092" y="26799"/>
                </a:cubicBezTo>
                <a:close/>
                <a:moveTo>
                  <a:pt x="273497" y="26799"/>
                </a:moveTo>
                <a:cubicBezTo>
                  <a:pt x="295449" y="26799"/>
                  <a:pt x="311823" y="41859"/>
                  <a:pt x="311823" y="64034"/>
                </a:cubicBezTo>
                <a:cubicBezTo>
                  <a:pt x="311823" y="86209"/>
                  <a:pt x="295449" y="101268"/>
                  <a:pt x="273497" y="101268"/>
                </a:cubicBezTo>
                <a:cubicBezTo>
                  <a:pt x="251546" y="101268"/>
                  <a:pt x="235172" y="86209"/>
                  <a:pt x="235172" y="64034"/>
                </a:cubicBezTo>
                <a:cubicBezTo>
                  <a:pt x="235172" y="41859"/>
                  <a:pt x="251546" y="26799"/>
                  <a:pt x="273497" y="26799"/>
                </a:cubicBezTo>
                <a:close/>
                <a:moveTo>
                  <a:pt x="219391" y="26799"/>
                </a:moveTo>
                <a:cubicBezTo>
                  <a:pt x="222002" y="26799"/>
                  <a:pt x="224137" y="27274"/>
                  <a:pt x="226391" y="27749"/>
                </a:cubicBezTo>
                <a:lnTo>
                  <a:pt x="226391" y="47907"/>
                </a:lnTo>
                <a:cubicBezTo>
                  <a:pt x="223781" y="47077"/>
                  <a:pt x="220815" y="46722"/>
                  <a:pt x="217848" y="46722"/>
                </a:cubicBezTo>
                <a:cubicBezTo>
                  <a:pt x="205508" y="46722"/>
                  <a:pt x="199932" y="53717"/>
                  <a:pt x="199932" y="67354"/>
                </a:cubicBezTo>
                <a:lnTo>
                  <a:pt x="199932" y="99491"/>
                </a:lnTo>
                <a:lnTo>
                  <a:pt x="181184" y="99491"/>
                </a:lnTo>
                <a:lnTo>
                  <a:pt x="181184" y="28341"/>
                </a:lnTo>
                <a:lnTo>
                  <a:pt x="199220" y="28341"/>
                </a:lnTo>
                <a:lnTo>
                  <a:pt x="199220" y="39962"/>
                </a:lnTo>
                <a:lnTo>
                  <a:pt x="199220" y="40200"/>
                </a:lnTo>
                <a:cubicBezTo>
                  <a:pt x="203016" y="31899"/>
                  <a:pt x="209424" y="26799"/>
                  <a:pt x="219391" y="26799"/>
                </a:cubicBezTo>
                <a:close/>
                <a:moveTo>
                  <a:pt x="130282" y="26799"/>
                </a:moveTo>
                <a:cubicBezTo>
                  <a:pt x="151995" y="26799"/>
                  <a:pt x="165403" y="41741"/>
                  <a:pt x="165403" y="64627"/>
                </a:cubicBezTo>
                <a:lnTo>
                  <a:pt x="165403" y="69726"/>
                </a:lnTo>
                <a:lnTo>
                  <a:pt x="113077" y="69726"/>
                </a:lnTo>
                <a:lnTo>
                  <a:pt x="113077" y="69963"/>
                </a:lnTo>
                <a:cubicBezTo>
                  <a:pt x="115451" y="79450"/>
                  <a:pt x="123993" y="83600"/>
                  <a:pt x="132299" y="83600"/>
                </a:cubicBezTo>
                <a:cubicBezTo>
                  <a:pt x="140604" y="83600"/>
                  <a:pt x="147486" y="80636"/>
                  <a:pt x="152470" y="76367"/>
                </a:cubicBezTo>
                <a:lnTo>
                  <a:pt x="160301" y="91901"/>
                </a:lnTo>
                <a:cubicBezTo>
                  <a:pt x="154487" y="96762"/>
                  <a:pt x="145588" y="101268"/>
                  <a:pt x="131943" y="101268"/>
                </a:cubicBezTo>
                <a:cubicBezTo>
                  <a:pt x="107856" y="101268"/>
                  <a:pt x="93855" y="85142"/>
                  <a:pt x="93855" y="64034"/>
                </a:cubicBezTo>
                <a:cubicBezTo>
                  <a:pt x="93855" y="42927"/>
                  <a:pt x="107975" y="26799"/>
                  <a:pt x="130282" y="26799"/>
                </a:cubicBezTo>
                <a:close/>
                <a:moveTo>
                  <a:pt x="680362" y="9487"/>
                </a:moveTo>
                <a:lnTo>
                  <a:pt x="699108" y="9487"/>
                </a:lnTo>
                <a:lnTo>
                  <a:pt x="699108" y="28579"/>
                </a:lnTo>
                <a:lnTo>
                  <a:pt x="717144" y="28579"/>
                </a:lnTo>
                <a:lnTo>
                  <a:pt x="717144" y="44350"/>
                </a:lnTo>
                <a:lnTo>
                  <a:pt x="699108" y="44350"/>
                </a:lnTo>
                <a:lnTo>
                  <a:pt x="699108" y="75180"/>
                </a:lnTo>
                <a:cubicBezTo>
                  <a:pt x="699108" y="79687"/>
                  <a:pt x="701363" y="81584"/>
                  <a:pt x="706228" y="81584"/>
                </a:cubicBezTo>
                <a:cubicBezTo>
                  <a:pt x="709075" y="81584"/>
                  <a:pt x="711448" y="81347"/>
                  <a:pt x="716670" y="80398"/>
                </a:cubicBezTo>
                <a:lnTo>
                  <a:pt x="716670" y="98186"/>
                </a:lnTo>
                <a:lnTo>
                  <a:pt x="716670" y="98305"/>
                </a:lnTo>
                <a:cubicBezTo>
                  <a:pt x="711448" y="99609"/>
                  <a:pt x="705990" y="100439"/>
                  <a:pt x="701245" y="100439"/>
                </a:cubicBezTo>
                <a:cubicBezTo>
                  <a:pt x="687955" y="100439"/>
                  <a:pt x="680362" y="94153"/>
                  <a:pt x="680362" y="77908"/>
                </a:cubicBezTo>
                <a:lnTo>
                  <a:pt x="680362" y="44350"/>
                </a:lnTo>
                <a:lnTo>
                  <a:pt x="667427" y="44350"/>
                </a:lnTo>
                <a:lnTo>
                  <a:pt x="667427" y="28579"/>
                </a:lnTo>
                <a:lnTo>
                  <a:pt x="680362" y="28579"/>
                </a:lnTo>
                <a:close/>
                <a:moveTo>
                  <a:pt x="353351" y="0"/>
                </a:moveTo>
                <a:lnTo>
                  <a:pt x="445308" y="0"/>
                </a:lnTo>
                <a:lnTo>
                  <a:pt x="445308" y="19922"/>
                </a:lnTo>
                <a:lnTo>
                  <a:pt x="409237" y="19922"/>
                </a:lnTo>
                <a:lnTo>
                  <a:pt x="409237" y="99609"/>
                </a:lnTo>
                <a:lnTo>
                  <a:pt x="389304" y="99609"/>
                </a:lnTo>
                <a:lnTo>
                  <a:pt x="389304" y="19922"/>
                </a:lnTo>
                <a:lnTo>
                  <a:pt x="353351" y="19922"/>
                </a:lnTo>
                <a:close/>
                <a:moveTo>
                  <a:pt x="0" y="0"/>
                </a:moveTo>
                <a:lnTo>
                  <a:pt x="81278" y="0"/>
                </a:lnTo>
                <a:lnTo>
                  <a:pt x="81278" y="14348"/>
                </a:lnTo>
                <a:lnTo>
                  <a:pt x="29782" y="79568"/>
                </a:lnTo>
                <a:lnTo>
                  <a:pt x="81278" y="79568"/>
                </a:lnTo>
                <a:lnTo>
                  <a:pt x="81278" y="99491"/>
                </a:lnTo>
                <a:lnTo>
                  <a:pt x="0" y="99491"/>
                </a:lnTo>
                <a:lnTo>
                  <a:pt x="0" y="85261"/>
                </a:lnTo>
                <a:lnTo>
                  <a:pt x="51496" y="19922"/>
                </a:lnTo>
                <a:lnTo>
                  <a:pt x="0" y="1992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F1D96330-6975-9E37-4D49-C9B66B8D69D3}"/>
              </a:ext>
            </a:extLst>
          </p:cNvPr>
          <p:cNvGrpSpPr/>
          <p:nvPr/>
        </p:nvGrpSpPr>
        <p:grpSpPr>
          <a:xfrm>
            <a:off x="4471179" y="2517567"/>
            <a:ext cx="908056" cy="903207"/>
            <a:chOff x="3871543" y="2318004"/>
            <a:chExt cx="908056" cy="903207"/>
          </a:xfrm>
        </p:grpSpPr>
        <p:cxnSp>
          <p:nvCxnSpPr>
            <p:cNvPr id="36" name="Google Shape;407;g2e185aec522_0_0">
              <a:extLst>
                <a:ext uri="{FF2B5EF4-FFF2-40B4-BE49-F238E27FC236}">
                  <a16:creationId xmlns:a16="http://schemas.microsoft.com/office/drawing/2014/main" id="{CDBFCF75-325B-4982-28CB-1A3BE1DADA10}"/>
                </a:ext>
              </a:extLst>
            </p:cNvPr>
            <p:cNvCxnSpPr/>
            <p:nvPr/>
          </p:nvCxnSpPr>
          <p:spPr>
            <a:xfrm>
              <a:off x="4395838" y="2318004"/>
              <a:ext cx="0" cy="899674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triangle" w="med" len="med"/>
              <a:tailEnd type="none" w="sm" len="sm"/>
            </a:ln>
          </p:spPr>
        </p:cxnSp>
        <p:cxnSp>
          <p:nvCxnSpPr>
            <p:cNvPr id="37" name="Google Shape;408;g2e185aec522_0_0">
              <a:extLst>
                <a:ext uri="{FF2B5EF4-FFF2-40B4-BE49-F238E27FC236}">
                  <a16:creationId xmlns:a16="http://schemas.microsoft.com/office/drawing/2014/main" id="{9848C246-4884-EA1D-D18F-CC2DE7E3AC92}"/>
                </a:ext>
              </a:extLst>
            </p:cNvPr>
            <p:cNvCxnSpPr/>
            <p:nvPr/>
          </p:nvCxnSpPr>
          <p:spPr>
            <a:xfrm>
              <a:off x="4260599" y="2321537"/>
              <a:ext cx="0" cy="899674"/>
            </a:xfrm>
            <a:prstGeom prst="straightConnector1">
              <a:avLst/>
            </a:prstGeom>
            <a:noFill/>
            <a:ln w="9525" cap="flat" cmpd="sng">
              <a:solidFill>
                <a:srgbClr val="6BFFB3"/>
              </a:solidFill>
              <a:prstDash val="solid"/>
              <a:round/>
              <a:headEnd type="triangle" w="med" len="med"/>
              <a:tailEnd type="none" w="sm" len="sm"/>
            </a:ln>
          </p:spPr>
        </p:cxnSp>
        <p:sp>
          <p:nvSpPr>
            <p:cNvPr id="38" name="Google Shape;409;g2e185aec522_0_0">
              <a:extLst>
                <a:ext uri="{FF2B5EF4-FFF2-40B4-BE49-F238E27FC236}">
                  <a16:creationId xmlns:a16="http://schemas.microsoft.com/office/drawing/2014/main" id="{D9B32CFC-A4AD-BDF2-A596-CF7E9DBCB488}"/>
                </a:ext>
              </a:extLst>
            </p:cNvPr>
            <p:cNvSpPr txBox="1"/>
            <p:nvPr/>
          </p:nvSpPr>
          <p:spPr>
            <a:xfrm>
              <a:off x="3871543" y="2729885"/>
              <a:ext cx="486856" cy="2153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ctr" anchorCtr="0">
              <a:spAutoFit/>
            </a:bodyPr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ZIA</a:t>
              </a: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39" name="Google Shape;410;g2e185aec522_0_0">
              <a:extLst>
                <a:ext uri="{FF2B5EF4-FFF2-40B4-BE49-F238E27FC236}">
                  <a16:creationId xmlns:a16="http://schemas.microsoft.com/office/drawing/2014/main" id="{ECDA9F3F-7075-8554-79C6-21B6EF88593F}"/>
                </a:ext>
              </a:extLst>
            </p:cNvPr>
            <p:cNvSpPr txBox="1"/>
            <p:nvPr/>
          </p:nvSpPr>
          <p:spPr>
            <a:xfrm>
              <a:off x="4292743" y="2727389"/>
              <a:ext cx="486856" cy="2153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ctr" anchorCtr="0">
              <a:spAutoFit/>
            </a:bodyPr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ZPA</a:t>
              </a: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F51BC9C0-A0FC-D05C-F04A-B37FFF037B0C}"/>
              </a:ext>
            </a:extLst>
          </p:cNvPr>
          <p:cNvGrpSpPr/>
          <p:nvPr/>
        </p:nvGrpSpPr>
        <p:grpSpPr>
          <a:xfrm>
            <a:off x="2691319" y="2517567"/>
            <a:ext cx="893621" cy="1293990"/>
            <a:chOff x="2091683" y="2318004"/>
            <a:chExt cx="893621" cy="1293990"/>
          </a:xfrm>
        </p:grpSpPr>
        <p:cxnSp>
          <p:nvCxnSpPr>
            <p:cNvPr id="41" name="Google Shape;441;g2e185aec522_0_0">
              <a:extLst>
                <a:ext uri="{FF2B5EF4-FFF2-40B4-BE49-F238E27FC236}">
                  <a16:creationId xmlns:a16="http://schemas.microsoft.com/office/drawing/2014/main" id="{A6DD1CA4-5D18-32D1-EBD1-D10808F946D8}"/>
                </a:ext>
              </a:extLst>
            </p:cNvPr>
            <p:cNvCxnSpPr>
              <a:cxnSpLocks/>
            </p:cNvCxnSpPr>
            <p:nvPr/>
          </p:nvCxnSpPr>
          <p:spPr>
            <a:xfrm>
              <a:off x="2490495" y="2318004"/>
              <a:ext cx="0" cy="129399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triangle" w="med" len="med"/>
              <a:tailEnd type="none" w="sm" len="sm"/>
            </a:ln>
          </p:spPr>
        </p:cxnSp>
        <p:cxnSp>
          <p:nvCxnSpPr>
            <p:cNvPr id="42" name="Google Shape;442;g2e185aec522_0_0">
              <a:extLst>
                <a:ext uri="{FF2B5EF4-FFF2-40B4-BE49-F238E27FC236}">
                  <a16:creationId xmlns:a16="http://schemas.microsoft.com/office/drawing/2014/main" id="{C6C12776-BF1E-52DE-A855-E66969191B85}"/>
                </a:ext>
              </a:extLst>
            </p:cNvPr>
            <p:cNvCxnSpPr>
              <a:cxnSpLocks/>
            </p:cNvCxnSpPr>
            <p:nvPr/>
          </p:nvCxnSpPr>
          <p:spPr>
            <a:xfrm>
              <a:off x="2611392" y="2318004"/>
              <a:ext cx="0" cy="1293990"/>
            </a:xfrm>
            <a:prstGeom prst="straightConnector1">
              <a:avLst/>
            </a:prstGeom>
            <a:noFill/>
            <a:ln w="9525" cap="flat" cmpd="sng">
              <a:solidFill>
                <a:srgbClr val="6BFFB3"/>
              </a:solidFill>
              <a:prstDash val="solid"/>
              <a:round/>
              <a:headEnd type="triangle" w="med" len="med"/>
              <a:tailEnd type="none" w="sm" len="sm"/>
            </a:ln>
          </p:spPr>
        </p:cxnSp>
        <p:sp>
          <p:nvSpPr>
            <p:cNvPr id="43" name="Google Shape;443;g2e185aec522_0_0">
              <a:extLst>
                <a:ext uri="{FF2B5EF4-FFF2-40B4-BE49-F238E27FC236}">
                  <a16:creationId xmlns:a16="http://schemas.microsoft.com/office/drawing/2014/main" id="{6B52B4EC-CD87-2535-948B-DABAC3A2192A}"/>
                </a:ext>
              </a:extLst>
            </p:cNvPr>
            <p:cNvSpPr txBox="1"/>
            <p:nvPr/>
          </p:nvSpPr>
          <p:spPr>
            <a:xfrm>
              <a:off x="2498448" y="2721338"/>
              <a:ext cx="486856" cy="2153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ctr" anchorCtr="0">
              <a:spAutoFit/>
            </a:bodyPr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ZIA</a:t>
              </a: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44" name="Google Shape;444;g2e185aec522_0_0">
              <a:extLst>
                <a:ext uri="{FF2B5EF4-FFF2-40B4-BE49-F238E27FC236}">
                  <a16:creationId xmlns:a16="http://schemas.microsoft.com/office/drawing/2014/main" id="{805B6CE5-99D6-FC74-F7B7-0892C076E588}"/>
                </a:ext>
              </a:extLst>
            </p:cNvPr>
            <p:cNvSpPr txBox="1"/>
            <p:nvPr/>
          </p:nvSpPr>
          <p:spPr>
            <a:xfrm>
              <a:off x="2091683" y="2721337"/>
              <a:ext cx="486856" cy="2153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ctr" anchorCtr="0">
              <a:spAutoFit/>
            </a:bodyPr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ZPA</a:t>
              </a: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4019B559-EA28-05F0-E92F-2305D792806D}"/>
              </a:ext>
            </a:extLst>
          </p:cNvPr>
          <p:cNvGrpSpPr/>
          <p:nvPr/>
        </p:nvGrpSpPr>
        <p:grpSpPr>
          <a:xfrm>
            <a:off x="2558580" y="3963667"/>
            <a:ext cx="1194166" cy="292618"/>
            <a:chOff x="1976975" y="4294287"/>
            <a:chExt cx="1194166" cy="292618"/>
          </a:xfrm>
        </p:grpSpPr>
        <p:sp>
          <p:nvSpPr>
            <p:cNvPr id="46" name="Google Shape;384;g2e185aec522_0_0">
              <a:extLst>
                <a:ext uri="{FF2B5EF4-FFF2-40B4-BE49-F238E27FC236}">
                  <a16:creationId xmlns:a16="http://schemas.microsoft.com/office/drawing/2014/main" id="{2AA4AD7A-AC12-80C4-B1E2-6325A1514309}"/>
                </a:ext>
              </a:extLst>
            </p:cNvPr>
            <p:cNvSpPr/>
            <p:nvPr/>
          </p:nvSpPr>
          <p:spPr>
            <a:xfrm>
              <a:off x="2014893" y="4311501"/>
              <a:ext cx="177760" cy="216062"/>
            </a:xfrm>
            <a:custGeom>
              <a:avLst/>
              <a:gdLst/>
              <a:ahLst/>
              <a:cxnLst/>
              <a:rect l="l" t="t" r="r" b="b"/>
              <a:pathLst>
                <a:path w="457104" h="555593" extrusionOk="0">
                  <a:moveTo>
                    <a:pt x="414242" y="375857"/>
                  </a:moveTo>
                  <a:lnTo>
                    <a:pt x="394240" y="375857"/>
                  </a:lnTo>
                  <a:cubicBezTo>
                    <a:pt x="392486" y="346660"/>
                    <a:pt x="367397" y="324414"/>
                    <a:pt x="338201" y="326167"/>
                  </a:cubicBezTo>
                  <a:cubicBezTo>
                    <a:pt x="311452" y="327774"/>
                    <a:pt x="290119" y="349107"/>
                    <a:pt x="288512" y="375857"/>
                  </a:cubicBezTo>
                  <a:lnTo>
                    <a:pt x="268605" y="375857"/>
                  </a:lnTo>
                  <a:cubicBezTo>
                    <a:pt x="244933" y="375857"/>
                    <a:pt x="225743" y="395047"/>
                    <a:pt x="225743" y="418719"/>
                  </a:cubicBezTo>
                  <a:lnTo>
                    <a:pt x="225743" y="512731"/>
                  </a:lnTo>
                  <a:cubicBezTo>
                    <a:pt x="225743" y="536403"/>
                    <a:pt x="244933" y="555593"/>
                    <a:pt x="268605" y="555593"/>
                  </a:cubicBezTo>
                  <a:lnTo>
                    <a:pt x="414242" y="555593"/>
                  </a:lnTo>
                  <a:cubicBezTo>
                    <a:pt x="437893" y="555541"/>
                    <a:pt x="457052" y="536381"/>
                    <a:pt x="457105" y="512731"/>
                  </a:cubicBezTo>
                  <a:lnTo>
                    <a:pt x="457105" y="418719"/>
                  </a:lnTo>
                  <a:cubicBezTo>
                    <a:pt x="457052" y="395068"/>
                    <a:pt x="437893" y="375909"/>
                    <a:pt x="414242" y="375857"/>
                  </a:cubicBezTo>
                  <a:close/>
                  <a:moveTo>
                    <a:pt x="341376" y="354806"/>
                  </a:moveTo>
                  <a:cubicBezTo>
                    <a:pt x="353533" y="354835"/>
                    <a:pt x="363812" y="363813"/>
                    <a:pt x="365474" y="375857"/>
                  </a:cubicBezTo>
                  <a:lnTo>
                    <a:pt x="317278" y="375857"/>
                  </a:lnTo>
                  <a:cubicBezTo>
                    <a:pt x="318978" y="363834"/>
                    <a:pt x="329234" y="354876"/>
                    <a:pt x="341376" y="354806"/>
                  </a:cubicBezTo>
                  <a:close/>
                  <a:moveTo>
                    <a:pt x="428625" y="512731"/>
                  </a:moveTo>
                  <a:cubicBezTo>
                    <a:pt x="428625" y="520621"/>
                    <a:pt x="422228" y="527018"/>
                    <a:pt x="414338" y="527018"/>
                  </a:cubicBezTo>
                  <a:lnTo>
                    <a:pt x="268605" y="527018"/>
                  </a:lnTo>
                  <a:cubicBezTo>
                    <a:pt x="260715" y="527018"/>
                    <a:pt x="254318" y="520621"/>
                    <a:pt x="254318" y="512731"/>
                  </a:cubicBezTo>
                  <a:lnTo>
                    <a:pt x="254318" y="418719"/>
                  </a:lnTo>
                  <a:cubicBezTo>
                    <a:pt x="254318" y="410829"/>
                    <a:pt x="260715" y="404432"/>
                    <a:pt x="268605" y="404432"/>
                  </a:cubicBezTo>
                  <a:lnTo>
                    <a:pt x="414242" y="404432"/>
                  </a:lnTo>
                  <a:cubicBezTo>
                    <a:pt x="422133" y="404432"/>
                    <a:pt x="428530" y="410829"/>
                    <a:pt x="428530" y="418719"/>
                  </a:cubicBezTo>
                  <a:close/>
                  <a:moveTo>
                    <a:pt x="221742" y="354806"/>
                  </a:moveTo>
                  <a:lnTo>
                    <a:pt x="128683" y="354806"/>
                  </a:lnTo>
                  <a:cubicBezTo>
                    <a:pt x="73432" y="354806"/>
                    <a:pt x="28627" y="399568"/>
                    <a:pt x="28575" y="454819"/>
                  </a:cubicBezTo>
                  <a:lnTo>
                    <a:pt x="28575" y="541306"/>
                  </a:lnTo>
                  <a:cubicBezTo>
                    <a:pt x="28575" y="549196"/>
                    <a:pt x="22178" y="555593"/>
                    <a:pt x="14288" y="555593"/>
                  </a:cubicBezTo>
                  <a:cubicBezTo>
                    <a:pt x="6397" y="555593"/>
                    <a:pt x="0" y="549196"/>
                    <a:pt x="0" y="541306"/>
                  </a:cubicBezTo>
                  <a:lnTo>
                    <a:pt x="0" y="454819"/>
                  </a:lnTo>
                  <a:cubicBezTo>
                    <a:pt x="105" y="383845"/>
                    <a:pt x="57614" y="326336"/>
                    <a:pt x="128588" y="326231"/>
                  </a:cubicBezTo>
                  <a:lnTo>
                    <a:pt x="221647" y="326231"/>
                  </a:lnTo>
                  <a:cubicBezTo>
                    <a:pt x="229537" y="326231"/>
                    <a:pt x="235934" y="332628"/>
                    <a:pt x="235934" y="340519"/>
                  </a:cubicBezTo>
                  <a:cubicBezTo>
                    <a:pt x="235934" y="348409"/>
                    <a:pt x="229537" y="354806"/>
                    <a:pt x="221647" y="354806"/>
                  </a:cubicBezTo>
                  <a:close/>
                  <a:moveTo>
                    <a:pt x="206693" y="298133"/>
                  </a:moveTo>
                  <a:cubicBezTo>
                    <a:pt x="289020" y="298133"/>
                    <a:pt x="355759" y="231394"/>
                    <a:pt x="355759" y="149066"/>
                  </a:cubicBezTo>
                  <a:cubicBezTo>
                    <a:pt x="355759" y="66739"/>
                    <a:pt x="289020" y="0"/>
                    <a:pt x="206693" y="0"/>
                  </a:cubicBezTo>
                  <a:cubicBezTo>
                    <a:pt x="124365" y="0"/>
                    <a:pt x="57626" y="66740"/>
                    <a:pt x="57626" y="149066"/>
                  </a:cubicBezTo>
                  <a:cubicBezTo>
                    <a:pt x="57626" y="149098"/>
                    <a:pt x="57626" y="149130"/>
                    <a:pt x="57626" y="149162"/>
                  </a:cubicBezTo>
                  <a:cubicBezTo>
                    <a:pt x="57731" y="231430"/>
                    <a:pt x="124424" y="298080"/>
                    <a:pt x="206693" y="298133"/>
                  </a:cubicBezTo>
                  <a:close/>
                  <a:moveTo>
                    <a:pt x="206693" y="28670"/>
                  </a:moveTo>
                  <a:cubicBezTo>
                    <a:pt x="273238" y="28670"/>
                    <a:pt x="327184" y="82616"/>
                    <a:pt x="327184" y="149162"/>
                  </a:cubicBezTo>
                  <a:cubicBezTo>
                    <a:pt x="327184" y="215707"/>
                    <a:pt x="273238" y="269653"/>
                    <a:pt x="206693" y="269653"/>
                  </a:cubicBezTo>
                  <a:cubicBezTo>
                    <a:pt x="140147" y="269653"/>
                    <a:pt x="86201" y="215707"/>
                    <a:pt x="86201" y="149162"/>
                  </a:cubicBezTo>
                  <a:cubicBezTo>
                    <a:pt x="86254" y="82638"/>
                    <a:pt x="140169" y="28723"/>
                    <a:pt x="206693" y="2867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47" name="Google Shape;385;g2e185aec522_0_0">
              <a:extLst>
                <a:ext uri="{FF2B5EF4-FFF2-40B4-BE49-F238E27FC236}">
                  <a16:creationId xmlns:a16="http://schemas.microsoft.com/office/drawing/2014/main" id="{1A393C89-9431-DAE8-0B8D-A9A0C1571E47}"/>
                </a:ext>
              </a:extLst>
            </p:cNvPr>
            <p:cNvSpPr/>
            <p:nvPr/>
          </p:nvSpPr>
          <p:spPr>
            <a:xfrm rot="2816709">
              <a:off x="2162756" y="4323648"/>
              <a:ext cx="178902" cy="120180"/>
            </a:xfrm>
            <a:custGeom>
              <a:avLst/>
              <a:gdLst/>
              <a:ahLst/>
              <a:cxnLst/>
              <a:rect l="l" t="t" r="r" b="b"/>
              <a:pathLst>
                <a:path w="466193" h="313172" extrusionOk="0">
                  <a:moveTo>
                    <a:pt x="394360" y="82524"/>
                  </a:moveTo>
                  <a:cubicBezTo>
                    <a:pt x="392184" y="82511"/>
                    <a:pt x="390024" y="82124"/>
                    <a:pt x="387978" y="81381"/>
                  </a:cubicBezTo>
                  <a:lnTo>
                    <a:pt x="387312" y="81381"/>
                  </a:lnTo>
                  <a:cubicBezTo>
                    <a:pt x="377343" y="77962"/>
                    <a:pt x="372033" y="67109"/>
                    <a:pt x="375453" y="57140"/>
                  </a:cubicBezTo>
                  <a:cubicBezTo>
                    <a:pt x="378872" y="47171"/>
                    <a:pt x="389725" y="41862"/>
                    <a:pt x="399694" y="45281"/>
                  </a:cubicBezTo>
                  <a:lnTo>
                    <a:pt x="400837" y="45281"/>
                  </a:lnTo>
                  <a:cubicBezTo>
                    <a:pt x="410780" y="48720"/>
                    <a:pt x="416053" y="59568"/>
                    <a:pt x="412615" y="69511"/>
                  </a:cubicBezTo>
                  <a:cubicBezTo>
                    <a:pt x="409931" y="77274"/>
                    <a:pt x="402573" y="82442"/>
                    <a:pt x="394360" y="82334"/>
                  </a:cubicBezTo>
                  <a:close/>
                  <a:moveTo>
                    <a:pt x="109848" y="184727"/>
                  </a:moveTo>
                  <a:cubicBezTo>
                    <a:pt x="99327" y="184737"/>
                    <a:pt x="90791" y="176215"/>
                    <a:pt x="90781" y="165695"/>
                  </a:cubicBezTo>
                  <a:cubicBezTo>
                    <a:pt x="90777" y="160562"/>
                    <a:pt x="92843" y="155645"/>
                    <a:pt x="96513" y="152057"/>
                  </a:cubicBezTo>
                  <a:lnTo>
                    <a:pt x="97371" y="151295"/>
                  </a:lnTo>
                  <a:cubicBezTo>
                    <a:pt x="104972" y="144009"/>
                    <a:pt x="117041" y="144264"/>
                    <a:pt x="124326" y="151866"/>
                  </a:cubicBezTo>
                  <a:cubicBezTo>
                    <a:pt x="131612" y="159468"/>
                    <a:pt x="131357" y="171536"/>
                    <a:pt x="123755" y="178822"/>
                  </a:cubicBezTo>
                  <a:lnTo>
                    <a:pt x="123183" y="178822"/>
                  </a:lnTo>
                  <a:cubicBezTo>
                    <a:pt x="119697" y="182481"/>
                    <a:pt x="114900" y="184606"/>
                    <a:pt x="109848" y="184727"/>
                  </a:cubicBezTo>
                  <a:close/>
                  <a:moveTo>
                    <a:pt x="447129" y="125006"/>
                  </a:moveTo>
                  <a:cubicBezTo>
                    <a:pt x="442084" y="124985"/>
                    <a:pt x="437254" y="122964"/>
                    <a:pt x="433698" y="119386"/>
                  </a:cubicBezTo>
                  <a:lnTo>
                    <a:pt x="433222" y="118052"/>
                  </a:lnTo>
                  <a:cubicBezTo>
                    <a:pt x="426910" y="109635"/>
                    <a:pt x="428615" y="97695"/>
                    <a:pt x="437032" y="91382"/>
                  </a:cubicBezTo>
                  <a:cubicBezTo>
                    <a:pt x="443805" y="86303"/>
                    <a:pt x="453119" y="86303"/>
                    <a:pt x="459892" y="91382"/>
                  </a:cubicBezTo>
                  <a:lnTo>
                    <a:pt x="460559" y="92049"/>
                  </a:lnTo>
                  <a:cubicBezTo>
                    <a:pt x="468029" y="99458"/>
                    <a:pt x="468078" y="111520"/>
                    <a:pt x="460669" y="118990"/>
                  </a:cubicBezTo>
                  <a:cubicBezTo>
                    <a:pt x="457089" y="122600"/>
                    <a:pt x="452213" y="124628"/>
                    <a:pt x="447129" y="124625"/>
                  </a:cubicBezTo>
                  <a:close/>
                  <a:moveTo>
                    <a:pt x="19266" y="122339"/>
                  </a:moveTo>
                  <a:cubicBezTo>
                    <a:pt x="8745" y="122458"/>
                    <a:pt x="120" y="114026"/>
                    <a:pt x="1" y="103506"/>
                  </a:cubicBezTo>
                  <a:cubicBezTo>
                    <a:pt x="-59" y="98208"/>
                    <a:pt x="2090" y="93126"/>
                    <a:pt x="5931" y="89477"/>
                  </a:cubicBezTo>
                  <a:lnTo>
                    <a:pt x="6788" y="88715"/>
                  </a:lnTo>
                  <a:cubicBezTo>
                    <a:pt x="14885" y="81998"/>
                    <a:pt x="26895" y="83117"/>
                    <a:pt x="33612" y="91214"/>
                  </a:cubicBezTo>
                  <a:cubicBezTo>
                    <a:pt x="39626" y="98463"/>
                    <a:pt x="39439" y="109020"/>
                    <a:pt x="33172" y="116052"/>
                  </a:cubicBezTo>
                  <a:lnTo>
                    <a:pt x="32601" y="116528"/>
                  </a:lnTo>
                  <a:cubicBezTo>
                    <a:pt x="29037" y="120013"/>
                    <a:pt x="24250" y="121962"/>
                    <a:pt x="19266" y="121958"/>
                  </a:cubicBezTo>
                  <a:close/>
                  <a:moveTo>
                    <a:pt x="72510" y="80905"/>
                  </a:moveTo>
                  <a:cubicBezTo>
                    <a:pt x="65928" y="80918"/>
                    <a:pt x="59806" y="77533"/>
                    <a:pt x="56318" y="71951"/>
                  </a:cubicBezTo>
                  <a:cubicBezTo>
                    <a:pt x="50736" y="63033"/>
                    <a:pt x="53440" y="51278"/>
                    <a:pt x="62359" y="45697"/>
                  </a:cubicBezTo>
                  <a:cubicBezTo>
                    <a:pt x="62378" y="45685"/>
                    <a:pt x="62396" y="45674"/>
                    <a:pt x="62414" y="45662"/>
                  </a:cubicBezTo>
                  <a:lnTo>
                    <a:pt x="63462" y="45091"/>
                  </a:lnTo>
                  <a:cubicBezTo>
                    <a:pt x="72271" y="39339"/>
                    <a:pt x="84076" y="41817"/>
                    <a:pt x="89828" y="50626"/>
                  </a:cubicBezTo>
                  <a:cubicBezTo>
                    <a:pt x="95580" y="59436"/>
                    <a:pt x="93101" y="71240"/>
                    <a:pt x="84293" y="76992"/>
                  </a:cubicBezTo>
                  <a:cubicBezTo>
                    <a:pt x="83929" y="77229"/>
                    <a:pt x="83557" y="77454"/>
                    <a:pt x="83178" y="77666"/>
                  </a:cubicBezTo>
                  <a:lnTo>
                    <a:pt x="82512" y="77666"/>
                  </a:lnTo>
                  <a:cubicBezTo>
                    <a:pt x="79507" y="79529"/>
                    <a:pt x="76045" y="80517"/>
                    <a:pt x="72510" y="80524"/>
                  </a:cubicBezTo>
                  <a:close/>
                  <a:moveTo>
                    <a:pt x="166236" y="147580"/>
                  </a:moveTo>
                  <a:cubicBezTo>
                    <a:pt x="155715" y="147614"/>
                    <a:pt x="147159" y="139112"/>
                    <a:pt x="147125" y="128592"/>
                  </a:cubicBezTo>
                  <a:cubicBezTo>
                    <a:pt x="147103" y="121976"/>
                    <a:pt x="150516" y="115823"/>
                    <a:pt x="156140" y="112337"/>
                  </a:cubicBezTo>
                  <a:lnTo>
                    <a:pt x="157188" y="111671"/>
                  </a:lnTo>
                  <a:cubicBezTo>
                    <a:pt x="166210" y="106226"/>
                    <a:pt x="177937" y="109126"/>
                    <a:pt x="183381" y="118148"/>
                  </a:cubicBezTo>
                  <a:cubicBezTo>
                    <a:pt x="188826" y="127170"/>
                    <a:pt x="185926" y="138897"/>
                    <a:pt x="176904" y="144341"/>
                  </a:cubicBezTo>
                  <a:lnTo>
                    <a:pt x="176238" y="144341"/>
                  </a:lnTo>
                  <a:cubicBezTo>
                    <a:pt x="173307" y="146120"/>
                    <a:pt x="169950" y="147074"/>
                    <a:pt x="166522" y="147104"/>
                  </a:cubicBezTo>
                  <a:close/>
                  <a:moveTo>
                    <a:pt x="333686" y="53568"/>
                  </a:moveTo>
                  <a:cubicBezTo>
                    <a:pt x="331477" y="53565"/>
                    <a:pt x="329285" y="53179"/>
                    <a:pt x="327209" y="52425"/>
                  </a:cubicBezTo>
                  <a:lnTo>
                    <a:pt x="326542" y="52425"/>
                  </a:lnTo>
                  <a:cubicBezTo>
                    <a:pt x="316573" y="49006"/>
                    <a:pt x="311264" y="38153"/>
                    <a:pt x="314683" y="28184"/>
                  </a:cubicBezTo>
                  <a:cubicBezTo>
                    <a:pt x="318103" y="18215"/>
                    <a:pt x="328956" y="12906"/>
                    <a:pt x="338925" y="16325"/>
                  </a:cubicBezTo>
                  <a:lnTo>
                    <a:pt x="340068" y="16325"/>
                  </a:lnTo>
                  <a:cubicBezTo>
                    <a:pt x="349957" y="19914"/>
                    <a:pt x="355066" y="30842"/>
                    <a:pt x="351477" y="40731"/>
                  </a:cubicBezTo>
                  <a:cubicBezTo>
                    <a:pt x="348757" y="48226"/>
                    <a:pt x="341658" y="53234"/>
                    <a:pt x="333686" y="53282"/>
                  </a:cubicBezTo>
                  <a:close/>
                  <a:moveTo>
                    <a:pt x="133661" y="52330"/>
                  </a:moveTo>
                  <a:cubicBezTo>
                    <a:pt x="123139" y="52306"/>
                    <a:pt x="114630" y="43758"/>
                    <a:pt x="114654" y="33237"/>
                  </a:cubicBezTo>
                  <a:cubicBezTo>
                    <a:pt x="114672" y="25024"/>
                    <a:pt x="119952" y="17747"/>
                    <a:pt x="127755" y="15182"/>
                  </a:cubicBezTo>
                  <a:cubicBezTo>
                    <a:pt x="137793" y="11873"/>
                    <a:pt x="148642" y="17149"/>
                    <a:pt x="152235" y="27089"/>
                  </a:cubicBezTo>
                  <a:cubicBezTo>
                    <a:pt x="155489" y="36863"/>
                    <a:pt x="150384" y="47455"/>
                    <a:pt x="140709" y="50996"/>
                  </a:cubicBezTo>
                  <a:lnTo>
                    <a:pt x="139566" y="50996"/>
                  </a:lnTo>
                  <a:cubicBezTo>
                    <a:pt x="137630" y="51623"/>
                    <a:pt x="135600" y="51913"/>
                    <a:pt x="133566" y="51854"/>
                  </a:cubicBezTo>
                  <a:close/>
                  <a:moveTo>
                    <a:pt x="267963" y="38233"/>
                  </a:moveTo>
                  <a:lnTo>
                    <a:pt x="264820" y="38233"/>
                  </a:lnTo>
                  <a:cubicBezTo>
                    <a:pt x="254299" y="36997"/>
                    <a:pt x="246772" y="27466"/>
                    <a:pt x="248008" y="16945"/>
                  </a:cubicBezTo>
                  <a:cubicBezTo>
                    <a:pt x="249245" y="6423"/>
                    <a:pt x="258775" y="-1103"/>
                    <a:pt x="269297" y="133"/>
                  </a:cubicBezTo>
                  <a:cubicBezTo>
                    <a:pt x="279771" y="1116"/>
                    <a:pt x="287467" y="10405"/>
                    <a:pt x="286484" y="20879"/>
                  </a:cubicBezTo>
                  <a:cubicBezTo>
                    <a:pt x="286471" y="21013"/>
                    <a:pt x="286457" y="21146"/>
                    <a:pt x="286442" y="21278"/>
                  </a:cubicBezTo>
                  <a:cubicBezTo>
                    <a:pt x="285172" y="30605"/>
                    <a:pt x="277281" y="37607"/>
                    <a:pt x="267868" y="37757"/>
                  </a:cubicBezTo>
                  <a:close/>
                  <a:moveTo>
                    <a:pt x="199574" y="38233"/>
                  </a:moveTo>
                  <a:cubicBezTo>
                    <a:pt x="189052" y="38759"/>
                    <a:pt x="180097" y="30657"/>
                    <a:pt x="179571" y="20135"/>
                  </a:cubicBezTo>
                  <a:cubicBezTo>
                    <a:pt x="179046" y="9614"/>
                    <a:pt x="187147" y="659"/>
                    <a:pt x="197669" y="133"/>
                  </a:cubicBezTo>
                  <a:lnTo>
                    <a:pt x="198526" y="133"/>
                  </a:lnTo>
                  <a:cubicBezTo>
                    <a:pt x="209047" y="-945"/>
                    <a:pt x="218450" y="6709"/>
                    <a:pt x="219529" y="17230"/>
                  </a:cubicBezTo>
                  <a:cubicBezTo>
                    <a:pt x="220607" y="27752"/>
                    <a:pt x="212953" y="37155"/>
                    <a:pt x="202431" y="38233"/>
                  </a:cubicBezTo>
                  <a:lnTo>
                    <a:pt x="199574" y="38233"/>
                  </a:lnTo>
                  <a:close/>
                  <a:moveTo>
                    <a:pt x="354736" y="184727"/>
                  </a:moveTo>
                  <a:cubicBezTo>
                    <a:pt x="349692" y="184706"/>
                    <a:pt x="344862" y="182685"/>
                    <a:pt x="341306" y="179108"/>
                  </a:cubicBezTo>
                  <a:lnTo>
                    <a:pt x="340639" y="178441"/>
                  </a:lnTo>
                  <a:cubicBezTo>
                    <a:pt x="332855" y="171363"/>
                    <a:pt x="332284" y="159315"/>
                    <a:pt x="339362" y="151531"/>
                  </a:cubicBezTo>
                  <a:cubicBezTo>
                    <a:pt x="346440" y="143747"/>
                    <a:pt x="358488" y="143175"/>
                    <a:pt x="366272" y="150253"/>
                  </a:cubicBezTo>
                  <a:cubicBezTo>
                    <a:pt x="366735" y="150674"/>
                    <a:pt x="367176" y="151117"/>
                    <a:pt x="367595" y="151580"/>
                  </a:cubicBezTo>
                  <a:lnTo>
                    <a:pt x="368262" y="152247"/>
                  </a:lnTo>
                  <a:cubicBezTo>
                    <a:pt x="375679" y="159709"/>
                    <a:pt x="375643" y="171771"/>
                    <a:pt x="368182" y="179188"/>
                  </a:cubicBezTo>
                  <a:cubicBezTo>
                    <a:pt x="364609" y="182740"/>
                    <a:pt x="359774" y="184731"/>
                    <a:pt x="354736" y="184727"/>
                  </a:cubicBezTo>
                  <a:close/>
                  <a:moveTo>
                    <a:pt x="298729" y="147294"/>
                  </a:moveTo>
                  <a:cubicBezTo>
                    <a:pt x="296304" y="147336"/>
                    <a:pt x="293898" y="146849"/>
                    <a:pt x="291681" y="145865"/>
                  </a:cubicBezTo>
                  <a:lnTo>
                    <a:pt x="290728" y="145865"/>
                  </a:lnTo>
                  <a:cubicBezTo>
                    <a:pt x="280996" y="141841"/>
                    <a:pt x="276369" y="130689"/>
                    <a:pt x="280393" y="120958"/>
                  </a:cubicBezTo>
                  <a:cubicBezTo>
                    <a:pt x="284418" y="111226"/>
                    <a:pt x="295570" y="106599"/>
                    <a:pt x="305301" y="110623"/>
                  </a:cubicBezTo>
                  <a:cubicBezTo>
                    <a:pt x="315120" y="114402"/>
                    <a:pt x="320016" y="125427"/>
                    <a:pt x="316236" y="135245"/>
                  </a:cubicBezTo>
                  <a:cubicBezTo>
                    <a:pt x="316181" y="135389"/>
                    <a:pt x="316124" y="135532"/>
                    <a:pt x="316065" y="135674"/>
                  </a:cubicBezTo>
                  <a:cubicBezTo>
                    <a:pt x="313139" y="142687"/>
                    <a:pt x="306327" y="147291"/>
                    <a:pt x="298729" y="147389"/>
                  </a:cubicBezTo>
                  <a:close/>
                  <a:moveTo>
                    <a:pt x="233197" y="134054"/>
                  </a:moveTo>
                  <a:lnTo>
                    <a:pt x="232245" y="134054"/>
                  </a:lnTo>
                  <a:cubicBezTo>
                    <a:pt x="221723" y="134054"/>
                    <a:pt x="213195" y="125526"/>
                    <a:pt x="213195" y="115004"/>
                  </a:cubicBezTo>
                  <a:cubicBezTo>
                    <a:pt x="213195" y="104483"/>
                    <a:pt x="221723" y="95954"/>
                    <a:pt x="232245" y="95954"/>
                  </a:cubicBezTo>
                  <a:lnTo>
                    <a:pt x="233197" y="95954"/>
                  </a:lnTo>
                  <a:cubicBezTo>
                    <a:pt x="243718" y="95954"/>
                    <a:pt x="252247" y="104483"/>
                    <a:pt x="252247" y="115004"/>
                  </a:cubicBezTo>
                  <a:cubicBezTo>
                    <a:pt x="252247" y="125526"/>
                    <a:pt x="243718" y="134054"/>
                    <a:pt x="233197" y="134054"/>
                  </a:cubicBezTo>
                  <a:close/>
                  <a:moveTo>
                    <a:pt x="232054" y="313124"/>
                  </a:moveTo>
                  <a:cubicBezTo>
                    <a:pt x="199991" y="311825"/>
                    <a:pt x="175053" y="284780"/>
                    <a:pt x="176351" y="252718"/>
                  </a:cubicBezTo>
                  <a:cubicBezTo>
                    <a:pt x="177577" y="222476"/>
                    <a:pt x="201812" y="198240"/>
                    <a:pt x="232054" y="197015"/>
                  </a:cubicBezTo>
                  <a:lnTo>
                    <a:pt x="232054" y="197015"/>
                  </a:lnTo>
                  <a:cubicBezTo>
                    <a:pt x="264117" y="195716"/>
                    <a:pt x="291162" y="220655"/>
                    <a:pt x="292461" y="252718"/>
                  </a:cubicBezTo>
                  <a:cubicBezTo>
                    <a:pt x="293760" y="284780"/>
                    <a:pt x="268821" y="311825"/>
                    <a:pt x="236758" y="313124"/>
                  </a:cubicBezTo>
                  <a:cubicBezTo>
                    <a:pt x="235191" y="313188"/>
                    <a:pt x="233622" y="313188"/>
                    <a:pt x="232054" y="313124"/>
                  </a:cubicBezTo>
                  <a:close/>
                  <a:moveTo>
                    <a:pt x="232054" y="225590"/>
                  </a:moveTo>
                  <a:lnTo>
                    <a:pt x="232054" y="225590"/>
                  </a:lnTo>
                  <a:cubicBezTo>
                    <a:pt x="215747" y="225695"/>
                    <a:pt x="202612" y="239000"/>
                    <a:pt x="202718" y="255308"/>
                  </a:cubicBezTo>
                  <a:cubicBezTo>
                    <a:pt x="202823" y="271615"/>
                    <a:pt x="216128" y="284749"/>
                    <a:pt x="232435" y="284644"/>
                  </a:cubicBezTo>
                  <a:cubicBezTo>
                    <a:pt x="248705" y="284538"/>
                    <a:pt x="261824" y="271292"/>
                    <a:pt x="261772" y="255022"/>
                  </a:cubicBezTo>
                  <a:cubicBezTo>
                    <a:pt x="261721" y="238714"/>
                    <a:pt x="248458" y="225536"/>
                    <a:pt x="232151" y="225589"/>
                  </a:cubicBezTo>
                  <a:cubicBezTo>
                    <a:pt x="232086" y="225589"/>
                    <a:pt x="232023" y="225589"/>
                    <a:pt x="231959" y="22559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48" name="Google Shape;387;g2e185aec522_0_0">
              <a:extLst>
                <a:ext uri="{FF2B5EF4-FFF2-40B4-BE49-F238E27FC236}">
                  <a16:creationId xmlns:a16="http://schemas.microsoft.com/office/drawing/2014/main" id="{AFE1AE2E-3A9C-251F-5453-5A8F66E55748}"/>
                </a:ext>
              </a:extLst>
            </p:cNvPr>
            <p:cNvSpPr/>
            <p:nvPr/>
          </p:nvSpPr>
          <p:spPr>
            <a:xfrm>
              <a:off x="2446235" y="4311501"/>
              <a:ext cx="177760" cy="216062"/>
            </a:xfrm>
            <a:custGeom>
              <a:avLst/>
              <a:gdLst/>
              <a:ahLst/>
              <a:cxnLst/>
              <a:rect l="l" t="t" r="r" b="b"/>
              <a:pathLst>
                <a:path w="457104" h="555593" extrusionOk="0">
                  <a:moveTo>
                    <a:pt x="414242" y="375857"/>
                  </a:moveTo>
                  <a:lnTo>
                    <a:pt x="394240" y="375857"/>
                  </a:lnTo>
                  <a:cubicBezTo>
                    <a:pt x="392486" y="346660"/>
                    <a:pt x="367397" y="324414"/>
                    <a:pt x="338201" y="326167"/>
                  </a:cubicBezTo>
                  <a:cubicBezTo>
                    <a:pt x="311452" y="327774"/>
                    <a:pt x="290119" y="349107"/>
                    <a:pt x="288512" y="375857"/>
                  </a:cubicBezTo>
                  <a:lnTo>
                    <a:pt x="268605" y="375857"/>
                  </a:lnTo>
                  <a:cubicBezTo>
                    <a:pt x="244933" y="375857"/>
                    <a:pt x="225743" y="395047"/>
                    <a:pt x="225743" y="418719"/>
                  </a:cubicBezTo>
                  <a:lnTo>
                    <a:pt x="225743" y="512731"/>
                  </a:lnTo>
                  <a:cubicBezTo>
                    <a:pt x="225743" y="536403"/>
                    <a:pt x="244933" y="555593"/>
                    <a:pt x="268605" y="555593"/>
                  </a:cubicBezTo>
                  <a:lnTo>
                    <a:pt x="414242" y="555593"/>
                  </a:lnTo>
                  <a:cubicBezTo>
                    <a:pt x="437893" y="555541"/>
                    <a:pt x="457052" y="536381"/>
                    <a:pt x="457105" y="512731"/>
                  </a:cubicBezTo>
                  <a:lnTo>
                    <a:pt x="457105" y="418719"/>
                  </a:lnTo>
                  <a:cubicBezTo>
                    <a:pt x="457052" y="395068"/>
                    <a:pt x="437893" y="375909"/>
                    <a:pt x="414242" y="375857"/>
                  </a:cubicBezTo>
                  <a:close/>
                  <a:moveTo>
                    <a:pt x="341376" y="354806"/>
                  </a:moveTo>
                  <a:cubicBezTo>
                    <a:pt x="353533" y="354835"/>
                    <a:pt x="363812" y="363813"/>
                    <a:pt x="365474" y="375857"/>
                  </a:cubicBezTo>
                  <a:lnTo>
                    <a:pt x="317278" y="375857"/>
                  </a:lnTo>
                  <a:cubicBezTo>
                    <a:pt x="318978" y="363834"/>
                    <a:pt x="329234" y="354876"/>
                    <a:pt x="341376" y="354806"/>
                  </a:cubicBezTo>
                  <a:close/>
                  <a:moveTo>
                    <a:pt x="428625" y="512731"/>
                  </a:moveTo>
                  <a:cubicBezTo>
                    <a:pt x="428625" y="520621"/>
                    <a:pt x="422228" y="527018"/>
                    <a:pt x="414338" y="527018"/>
                  </a:cubicBezTo>
                  <a:lnTo>
                    <a:pt x="268605" y="527018"/>
                  </a:lnTo>
                  <a:cubicBezTo>
                    <a:pt x="260715" y="527018"/>
                    <a:pt x="254318" y="520621"/>
                    <a:pt x="254318" y="512731"/>
                  </a:cubicBezTo>
                  <a:lnTo>
                    <a:pt x="254318" y="418719"/>
                  </a:lnTo>
                  <a:cubicBezTo>
                    <a:pt x="254318" y="410829"/>
                    <a:pt x="260715" y="404432"/>
                    <a:pt x="268605" y="404432"/>
                  </a:cubicBezTo>
                  <a:lnTo>
                    <a:pt x="414242" y="404432"/>
                  </a:lnTo>
                  <a:cubicBezTo>
                    <a:pt x="422133" y="404432"/>
                    <a:pt x="428530" y="410829"/>
                    <a:pt x="428530" y="418719"/>
                  </a:cubicBezTo>
                  <a:close/>
                  <a:moveTo>
                    <a:pt x="221742" y="354806"/>
                  </a:moveTo>
                  <a:lnTo>
                    <a:pt x="128683" y="354806"/>
                  </a:lnTo>
                  <a:cubicBezTo>
                    <a:pt x="73432" y="354806"/>
                    <a:pt x="28627" y="399568"/>
                    <a:pt x="28575" y="454819"/>
                  </a:cubicBezTo>
                  <a:lnTo>
                    <a:pt x="28575" y="541306"/>
                  </a:lnTo>
                  <a:cubicBezTo>
                    <a:pt x="28575" y="549196"/>
                    <a:pt x="22178" y="555593"/>
                    <a:pt x="14288" y="555593"/>
                  </a:cubicBezTo>
                  <a:cubicBezTo>
                    <a:pt x="6397" y="555593"/>
                    <a:pt x="0" y="549196"/>
                    <a:pt x="0" y="541306"/>
                  </a:cubicBezTo>
                  <a:lnTo>
                    <a:pt x="0" y="454819"/>
                  </a:lnTo>
                  <a:cubicBezTo>
                    <a:pt x="105" y="383845"/>
                    <a:pt x="57614" y="326336"/>
                    <a:pt x="128588" y="326231"/>
                  </a:cubicBezTo>
                  <a:lnTo>
                    <a:pt x="221647" y="326231"/>
                  </a:lnTo>
                  <a:cubicBezTo>
                    <a:pt x="229537" y="326231"/>
                    <a:pt x="235934" y="332628"/>
                    <a:pt x="235934" y="340519"/>
                  </a:cubicBezTo>
                  <a:cubicBezTo>
                    <a:pt x="235934" y="348409"/>
                    <a:pt x="229537" y="354806"/>
                    <a:pt x="221647" y="354806"/>
                  </a:cubicBezTo>
                  <a:close/>
                  <a:moveTo>
                    <a:pt x="206693" y="298133"/>
                  </a:moveTo>
                  <a:cubicBezTo>
                    <a:pt x="289020" y="298133"/>
                    <a:pt x="355759" y="231394"/>
                    <a:pt x="355759" y="149066"/>
                  </a:cubicBezTo>
                  <a:cubicBezTo>
                    <a:pt x="355759" y="66739"/>
                    <a:pt x="289020" y="0"/>
                    <a:pt x="206693" y="0"/>
                  </a:cubicBezTo>
                  <a:cubicBezTo>
                    <a:pt x="124365" y="0"/>
                    <a:pt x="57626" y="66740"/>
                    <a:pt x="57626" y="149066"/>
                  </a:cubicBezTo>
                  <a:cubicBezTo>
                    <a:pt x="57626" y="149098"/>
                    <a:pt x="57626" y="149130"/>
                    <a:pt x="57626" y="149162"/>
                  </a:cubicBezTo>
                  <a:cubicBezTo>
                    <a:pt x="57731" y="231430"/>
                    <a:pt x="124424" y="298080"/>
                    <a:pt x="206693" y="298133"/>
                  </a:cubicBezTo>
                  <a:close/>
                  <a:moveTo>
                    <a:pt x="206693" y="28670"/>
                  </a:moveTo>
                  <a:cubicBezTo>
                    <a:pt x="273238" y="28670"/>
                    <a:pt x="327184" y="82616"/>
                    <a:pt x="327184" y="149162"/>
                  </a:cubicBezTo>
                  <a:cubicBezTo>
                    <a:pt x="327184" y="215707"/>
                    <a:pt x="273238" y="269653"/>
                    <a:pt x="206693" y="269653"/>
                  </a:cubicBezTo>
                  <a:cubicBezTo>
                    <a:pt x="140147" y="269653"/>
                    <a:pt x="86201" y="215707"/>
                    <a:pt x="86201" y="149162"/>
                  </a:cubicBezTo>
                  <a:cubicBezTo>
                    <a:pt x="86254" y="82638"/>
                    <a:pt x="140169" y="28723"/>
                    <a:pt x="206693" y="2867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49" name="Google Shape;388;g2e185aec522_0_0">
              <a:extLst>
                <a:ext uri="{FF2B5EF4-FFF2-40B4-BE49-F238E27FC236}">
                  <a16:creationId xmlns:a16="http://schemas.microsoft.com/office/drawing/2014/main" id="{5B9A9AF7-1EB2-BA5D-3F15-2D55A94C28E2}"/>
                </a:ext>
              </a:extLst>
            </p:cNvPr>
            <p:cNvSpPr/>
            <p:nvPr/>
          </p:nvSpPr>
          <p:spPr>
            <a:xfrm rot="2816709">
              <a:off x="2594098" y="4323648"/>
              <a:ext cx="178902" cy="120180"/>
            </a:xfrm>
            <a:custGeom>
              <a:avLst/>
              <a:gdLst/>
              <a:ahLst/>
              <a:cxnLst/>
              <a:rect l="l" t="t" r="r" b="b"/>
              <a:pathLst>
                <a:path w="466193" h="313172" extrusionOk="0">
                  <a:moveTo>
                    <a:pt x="394360" y="82524"/>
                  </a:moveTo>
                  <a:cubicBezTo>
                    <a:pt x="392184" y="82511"/>
                    <a:pt x="390024" y="82124"/>
                    <a:pt x="387978" y="81381"/>
                  </a:cubicBezTo>
                  <a:lnTo>
                    <a:pt x="387312" y="81381"/>
                  </a:lnTo>
                  <a:cubicBezTo>
                    <a:pt x="377343" y="77962"/>
                    <a:pt x="372033" y="67109"/>
                    <a:pt x="375453" y="57140"/>
                  </a:cubicBezTo>
                  <a:cubicBezTo>
                    <a:pt x="378872" y="47171"/>
                    <a:pt x="389725" y="41862"/>
                    <a:pt x="399694" y="45281"/>
                  </a:cubicBezTo>
                  <a:lnTo>
                    <a:pt x="400837" y="45281"/>
                  </a:lnTo>
                  <a:cubicBezTo>
                    <a:pt x="410780" y="48720"/>
                    <a:pt x="416053" y="59568"/>
                    <a:pt x="412615" y="69511"/>
                  </a:cubicBezTo>
                  <a:cubicBezTo>
                    <a:pt x="409931" y="77274"/>
                    <a:pt x="402573" y="82442"/>
                    <a:pt x="394360" y="82334"/>
                  </a:cubicBezTo>
                  <a:close/>
                  <a:moveTo>
                    <a:pt x="109848" y="184727"/>
                  </a:moveTo>
                  <a:cubicBezTo>
                    <a:pt x="99327" y="184737"/>
                    <a:pt x="90791" y="176215"/>
                    <a:pt x="90781" y="165695"/>
                  </a:cubicBezTo>
                  <a:cubicBezTo>
                    <a:pt x="90777" y="160562"/>
                    <a:pt x="92843" y="155645"/>
                    <a:pt x="96513" y="152057"/>
                  </a:cubicBezTo>
                  <a:lnTo>
                    <a:pt x="97371" y="151295"/>
                  </a:lnTo>
                  <a:cubicBezTo>
                    <a:pt x="104972" y="144009"/>
                    <a:pt x="117041" y="144264"/>
                    <a:pt x="124326" y="151866"/>
                  </a:cubicBezTo>
                  <a:cubicBezTo>
                    <a:pt x="131612" y="159468"/>
                    <a:pt x="131357" y="171536"/>
                    <a:pt x="123755" y="178822"/>
                  </a:cubicBezTo>
                  <a:lnTo>
                    <a:pt x="123183" y="178822"/>
                  </a:lnTo>
                  <a:cubicBezTo>
                    <a:pt x="119697" y="182481"/>
                    <a:pt x="114900" y="184606"/>
                    <a:pt x="109848" y="184727"/>
                  </a:cubicBezTo>
                  <a:close/>
                  <a:moveTo>
                    <a:pt x="447129" y="125006"/>
                  </a:moveTo>
                  <a:cubicBezTo>
                    <a:pt x="442084" y="124985"/>
                    <a:pt x="437254" y="122964"/>
                    <a:pt x="433698" y="119386"/>
                  </a:cubicBezTo>
                  <a:lnTo>
                    <a:pt x="433222" y="118052"/>
                  </a:lnTo>
                  <a:cubicBezTo>
                    <a:pt x="426910" y="109635"/>
                    <a:pt x="428615" y="97695"/>
                    <a:pt x="437032" y="91382"/>
                  </a:cubicBezTo>
                  <a:cubicBezTo>
                    <a:pt x="443805" y="86303"/>
                    <a:pt x="453119" y="86303"/>
                    <a:pt x="459892" y="91382"/>
                  </a:cubicBezTo>
                  <a:lnTo>
                    <a:pt x="460559" y="92049"/>
                  </a:lnTo>
                  <a:cubicBezTo>
                    <a:pt x="468029" y="99458"/>
                    <a:pt x="468078" y="111520"/>
                    <a:pt x="460669" y="118990"/>
                  </a:cubicBezTo>
                  <a:cubicBezTo>
                    <a:pt x="457089" y="122600"/>
                    <a:pt x="452213" y="124628"/>
                    <a:pt x="447129" y="124625"/>
                  </a:cubicBezTo>
                  <a:close/>
                  <a:moveTo>
                    <a:pt x="19266" y="122339"/>
                  </a:moveTo>
                  <a:cubicBezTo>
                    <a:pt x="8745" y="122458"/>
                    <a:pt x="120" y="114026"/>
                    <a:pt x="1" y="103506"/>
                  </a:cubicBezTo>
                  <a:cubicBezTo>
                    <a:pt x="-59" y="98208"/>
                    <a:pt x="2090" y="93126"/>
                    <a:pt x="5931" y="89477"/>
                  </a:cubicBezTo>
                  <a:lnTo>
                    <a:pt x="6788" y="88715"/>
                  </a:lnTo>
                  <a:cubicBezTo>
                    <a:pt x="14885" y="81998"/>
                    <a:pt x="26895" y="83117"/>
                    <a:pt x="33612" y="91214"/>
                  </a:cubicBezTo>
                  <a:cubicBezTo>
                    <a:pt x="39626" y="98463"/>
                    <a:pt x="39439" y="109020"/>
                    <a:pt x="33172" y="116052"/>
                  </a:cubicBezTo>
                  <a:lnTo>
                    <a:pt x="32601" y="116528"/>
                  </a:lnTo>
                  <a:cubicBezTo>
                    <a:pt x="29037" y="120013"/>
                    <a:pt x="24250" y="121962"/>
                    <a:pt x="19266" y="121958"/>
                  </a:cubicBezTo>
                  <a:close/>
                  <a:moveTo>
                    <a:pt x="72510" y="80905"/>
                  </a:moveTo>
                  <a:cubicBezTo>
                    <a:pt x="65928" y="80918"/>
                    <a:pt x="59806" y="77533"/>
                    <a:pt x="56318" y="71951"/>
                  </a:cubicBezTo>
                  <a:cubicBezTo>
                    <a:pt x="50736" y="63033"/>
                    <a:pt x="53440" y="51278"/>
                    <a:pt x="62359" y="45697"/>
                  </a:cubicBezTo>
                  <a:cubicBezTo>
                    <a:pt x="62378" y="45685"/>
                    <a:pt x="62396" y="45674"/>
                    <a:pt x="62414" y="45662"/>
                  </a:cubicBezTo>
                  <a:lnTo>
                    <a:pt x="63462" y="45091"/>
                  </a:lnTo>
                  <a:cubicBezTo>
                    <a:pt x="72271" y="39339"/>
                    <a:pt x="84076" y="41817"/>
                    <a:pt x="89828" y="50626"/>
                  </a:cubicBezTo>
                  <a:cubicBezTo>
                    <a:pt x="95580" y="59436"/>
                    <a:pt x="93101" y="71240"/>
                    <a:pt x="84293" y="76992"/>
                  </a:cubicBezTo>
                  <a:cubicBezTo>
                    <a:pt x="83929" y="77229"/>
                    <a:pt x="83557" y="77454"/>
                    <a:pt x="83178" y="77666"/>
                  </a:cubicBezTo>
                  <a:lnTo>
                    <a:pt x="82512" y="77666"/>
                  </a:lnTo>
                  <a:cubicBezTo>
                    <a:pt x="79507" y="79529"/>
                    <a:pt x="76045" y="80517"/>
                    <a:pt x="72510" y="80524"/>
                  </a:cubicBezTo>
                  <a:close/>
                  <a:moveTo>
                    <a:pt x="166236" y="147580"/>
                  </a:moveTo>
                  <a:cubicBezTo>
                    <a:pt x="155715" y="147614"/>
                    <a:pt x="147159" y="139112"/>
                    <a:pt x="147125" y="128592"/>
                  </a:cubicBezTo>
                  <a:cubicBezTo>
                    <a:pt x="147103" y="121976"/>
                    <a:pt x="150516" y="115823"/>
                    <a:pt x="156140" y="112337"/>
                  </a:cubicBezTo>
                  <a:lnTo>
                    <a:pt x="157188" y="111671"/>
                  </a:lnTo>
                  <a:cubicBezTo>
                    <a:pt x="166210" y="106226"/>
                    <a:pt x="177937" y="109126"/>
                    <a:pt x="183381" y="118148"/>
                  </a:cubicBezTo>
                  <a:cubicBezTo>
                    <a:pt x="188826" y="127170"/>
                    <a:pt x="185926" y="138897"/>
                    <a:pt x="176904" y="144341"/>
                  </a:cubicBezTo>
                  <a:lnTo>
                    <a:pt x="176238" y="144341"/>
                  </a:lnTo>
                  <a:cubicBezTo>
                    <a:pt x="173307" y="146120"/>
                    <a:pt x="169950" y="147074"/>
                    <a:pt x="166522" y="147104"/>
                  </a:cubicBezTo>
                  <a:close/>
                  <a:moveTo>
                    <a:pt x="333686" y="53568"/>
                  </a:moveTo>
                  <a:cubicBezTo>
                    <a:pt x="331477" y="53565"/>
                    <a:pt x="329285" y="53179"/>
                    <a:pt x="327209" y="52425"/>
                  </a:cubicBezTo>
                  <a:lnTo>
                    <a:pt x="326542" y="52425"/>
                  </a:lnTo>
                  <a:cubicBezTo>
                    <a:pt x="316573" y="49006"/>
                    <a:pt x="311264" y="38153"/>
                    <a:pt x="314683" y="28184"/>
                  </a:cubicBezTo>
                  <a:cubicBezTo>
                    <a:pt x="318103" y="18215"/>
                    <a:pt x="328956" y="12906"/>
                    <a:pt x="338925" y="16325"/>
                  </a:cubicBezTo>
                  <a:lnTo>
                    <a:pt x="340068" y="16325"/>
                  </a:lnTo>
                  <a:cubicBezTo>
                    <a:pt x="349957" y="19914"/>
                    <a:pt x="355066" y="30842"/>
                    <a:pt x="351477" y="40731"/>
                  </a:cubicBezTo>
                  <a:cubicBezTo>
                    <a:pt x="348757" y="48226"/>
                    <a:pt x="341658" y="53234"/>
                    <a:pt x="333686" y="53282"/>
                  </a:cubicBezTo>
                  <a:close/>
                  <a:moveTo>
                    <a:pt x="133661" y="52330"/>
                  </a:moveTo>
                  <a:cubicBezTo>
                    <a:pt x="123139" y="52306"/>
                    <a:pt x="114630" y="43758"/>
                    <a:pt x="114654" y="33237"/>
                  </a:cubicBezTo>
                  <a:cubicBezTo>
                    <a:pt x="114672" y="25024"/>
                    <a:pt x="119952" y="17747"/>
                    <a:pt x="127755" y="15182"/>
                  </a:cubicBezTo>
                  <a:cubicBezTo>
                    <a:pt x="137793" y="11873"/>
                    <a:pt x="148642" y="17149"/>
                    <a:pt x="152235" y="27089"/>
                  </a:cubicBezTo>
                  <a:cubicBezTo>
                    <a:pt x="155489" y="36863"/>
                    <a:pt x="150384" y="47455"/>
                    <a:pt x="140709" y="50996"/>
                  </a:cubicBezTo>
                  <a:lnTo>
                    <a:pt x="139566" y="50996"/>
                  </a:lnTo>
                  <a:cubicBezTo>
                    <a:pt x="137630" y="51623"/>
                    <a:pt x="135600" y="51913"/>
                    <a:pt x="133566" y="51854"/>
                  </a:cubicBezTo>
                  <a:close/>
                  <a:moveTo>
                    <a:pt x="267963" y="38233"/>
                  </a:moveTo>
                  <a:lnTo>
                    <a:pt x="264820" y="38233"/>
                  </a:lnTo>
                  <a:cubicBezTo>
                    <a:pt x="254299" y="36997"/>
                    <a:pt x="246772" y="27466"/>
                    <a:pt x="248008" y="16945"/>
                  </a:cubicBezTo>
                  <a:cubicBezTo>
                    <a:pt x="249245" y="6423"/>
                    <a:pt x="258775" y="-1103"/>
                    <a:pt x="269297" y="133"/>
                  </a:cubicBezTo>
                  <a:cubicBezTo>
                    <a:pt x="279771" y="1116"/>
                    <a:pt x="287467" y="10405"/>
                    <a:pt x="286484" y="20879"/>
                  </a:cubicBezTo>
                  <a:cubicBezTo>
                    <a:pt x="286471" y="21013"/>
                    <a:pt x="286457" y="21146"/>
                    <a:pt x="286442" y="21278"/>
                  </a:cubicBezTo>
                  <a:cubicBezTo>
                    <a:pt x="285172" y="30605"/>
                    <a:pt x="277281" y="37607"/>
                    <a:pt x="267868" y="37757"/>
                  </a:cubicBezTo>
                  <a:close/>
                  <a:moveTo>
                    <a:pt x="199574" y="38233"/>
                  </a:moveTo>
                  <a:cubicBezTo>
                    <a:pt x="189052" y="38759"/>
                    <a:pt x="180097" y="30657"/>
                    <a:pt x="179571" y="20135"/>
                  </a:cubicBezTo>
                  <a:cubicBezTo>
                    <a:pt x="179046" y="9614"/>
                    <a:pt x="187147" y="659"/>
                    <a:pt x="197669" y="133"/>
                  </a:cubicBezTo>
                  <a:lnTo>
                    <a:pt x="198526" y="133"/>
                  </a:lnTo>
                  <a:cubicBezTo>
                    <a:pt x="209047" y="-945"/>
                    <a:pt x="218450" y="6709"/>
                    <a:pt x="219529" y="17230"/>
                  </a:cubicBezTo>
                  <a:cubicBezTo>
                    <a:pt x="220607" y="27752"/>
                    <a:pt x="212953" y="37155"/>
                    <a:pt x="202431" y="38233"/>
                  </a:cubicBezTo>
                  <a:lnTo>
                    <a:pt x="199574" y="38233"/>
                  </a:lnTo>
                  <a:close/>
                  <a:moveTo>
                    <a:pt x="354736" y="184727"/>
                  </a:moveTo>
                  <a:cubicBezTo>
                    <a:pt x="349692" y="184706"/>
                    <a:pt x="344862" y="182685"/>
                    <a:pt x="341306" y="179108"/>
                  </a:cubicBezTo>
                  <a:lnTo>
                    <a:pt x="340639" y="178441"/>
                  </a:lnTo>
                  <a:cubicBezTo>
                    <a:pt x="332855" y="171363"/>
                    <a:pt x="332284" y="159315"/>
                    <a:pt x="339362" y="151531"/>
                  </a:cubicBezTo>
                  <a:cubicBezTo>
                    <a:pt x="346440" y="143747"/>
                    <a:pt x="358488" y="143175"/>
                    <a:pt x="366272" y="150253"/>
                  </a:cubicBezTo>
                  <a:cubicBezTo>
                    <a:pt x="366735" y="150674"/>
                    <a:pt x="367176" y="151117"/>
                    <a:pt x="367595" y="151580"/>
                  </a:cubicBezTo>
                  <a:lnTo>
                    <a:pt x="368262" y="152247"/>
                  </a:lnTo>
                  <a:cubicBezTo>
                    <a:pt x="375679" y="159709"/>
                    <a:pt x="375643" y="171771"/>
                    <a:pt x="368182" y="179188"/>
                  </a:cubicBezTo>
                  <a:cubicBezTo>
                    <a:pt x="364609" y="182740"/>
                    <a:pt x="359774" y="184731"/>
                    <a:pt x="354736" y="184727"/>
                  </a:cubicBezTo>
                  <a:close/>
                  <a:moveTo>
                    <a:pt x="298729" y="147294"/>
                  </a:moveTo>
                  <a:cubicBezTo>
                    <a:pt x="296304" y="147336"/>
                    <a:pt x="293898" y="146849"/>
                    <a:pt x="291681" y="145865"/>
                  </a:cubicBezTo>
                  <a:lnTo>
                    <a:pt x="290728" y="145865"/>
                  </a:lnTo>
                  <a:cubicBezTo>
                    <a:pt x="280996" y="141841"/>
                    <a:pt x="276369" y="130689"/>
                    <a:pt x="280393" y="120958"/>
                  </a:cubicBezTo>
                  <a:cubicBezTo>
                    <a:pt x="284418" y="111226"/>
                    <a:pt x="295570" y="106599"/>
                    <a:pt x="305301" y="110623"/>
                  </a:cubicBezTo>
                  <a:cubicBezTo>
                    <a:pt x="315120" y="114402"/>
                    <a:pt x="320016" y="125427"/>
                    <a:pt x="316236" y="135245"/>
                  </a:cubicBezTo>
                  <a:cubicBezTo>
                    <a:pt x="316181" y="135389"/>
                    <a:pt x="316124" y="135532"/>
                    <a:pt x="316065" y="135674"/>
                  </a:cubicBezTo>
                  <a:cubicBezTo>
                    <a:pt x="313139" y="142687"/>
                    <a:pt x="306327" y="147291"/>
                    <a:pt x="298729" y="147389"/>
                  </a:cubicBezTo>
                  <a:close/>
                  <a:moveTo>
                    <a:pt x="233197" y="134054"/>
                  </a:moveTo>
                  <a:lnTo>
                    <a:pt x="232245" y="134054"/>
                  </a:lnTo>
                  <a:cubicBezTo>
                    <a:pt x="221723" y="134054"/>
                    <a:pt x="213195" y="125526"/>
                    <a:pt x="213195" y="115004"/>
                  </a:cubicBezTo>
                  <a:cubicBezTo>
                    <a:pt x="213195" y="104483"/>
                    <a:pt x="221723" y="95954"/>
                    <a:pt x="232245" y="95954"/>
                  </a:cubicBezTo>
                  <a:lnTo>
                    <a:pt x="233197" y="95954"/>
                  </a:lnTo>
                  <a:cubicBezTo>
                    <a:pt x="243718" y="95954"/>
                    <a:pt x="252247" y="104483"/>
                    <a:pt x="252247" y="115004"/>
                  </a:cubicBezTo>
                  <a:cubicBezTo>
                    <a:pt x="252247" y="125526"/>
                    <a:pt x="243718" y="134054"/>
                    <a:pt x="233197" y="134054"/>
                  </a:cubicBezTo>
                  <a:close/>
                  <a:moveTo>
                    <a:pt x="232054" y="313124"/>
                  </a:moveTo>
                  <a:cubicBezTo>
                    <a:pt x="199991" y="311825"/>
                    <a:pt x="175053" y="284780"/>
                    <a:pt x="176351" y="252718"/>
                  </a:cubicBezTo>
                  <a:cubicBezTo>
                    <a:pt x="177577" y="222476"/>
                    <a:pt x="201812" y="198240"/>
                    <a:pt x="232054" y="197015"/>
                  </a:cubicBezTo>
                  <a:lnTo>
                    <a:pt x="232054" y="197015"/>
                  </a:lnTo>
                  <a:cubicBezTo>
                    <a:pt x="264117" y="195716"/>
                    <a:pt x="291162" y="220655"/>
                    <a:pt x="292461" y="252718"/>
                  </a:cubicBezTo>
                  <a:cubicBezTo>
                    <a:pt x="293760" y="284780"/>
                    <a:pt x="268821" y="311825"/>
                    <a:pt x="236758" y="313124"/>
                  </a:cubicBezTo>
                  <a:cubicBezTo>
                    <a:pt x="235191" y="313188"/>
                    <a:pt x="233622" y="313188"/>
                    <a:pt x="232054" y="313124"/>
                  </a:cubicBezTo>
                  <a:close/>
                  <a:moveTo>
                    <a:pt x="232054" y="225590"/>
                  </a:moveTo>
                  <a:lnTo>
                    <a:pt x="232054" y="225590"/>
                  </a:lnTo>
                  <a:cubicBezTo>
                    <a:pt x="215747" y="225695"/>
                    <a:pt x="202612" y="239000"/>
                    <a:pt x="202718" y="255308"/>
                  </a:cubicBezTo>
                  <a:cubicBezTo>
                    <a:pt x="202823" y="271615"/>
                    <a:pt x="216128" y="284749"/>
                    <a:pt x="232435" y="284644"/>
                  </a:cubicBezTo>
                  <a:cubicBezTo>
                    <a:pt x="248705" y="284538"/>
                    <a:pt x="261824" y="271292"/>
                    <a:pt x="261772" y="255022"/>
                  </a:cubicBezTo>
                  <a:cubicBezTo>
                    <a:pt x="261721" y="238714"/>
                    <a:pt x="248458" y="225536"/>
                    <a:pt x="232151" y="225589"/>
                  </a:cubicBezTo>
                  <a:cubicBezTo>
                    <a:pt x="232086" y="225589"/>
                    <a:pt x="232023" y="225589"/>
                    <a:pt x="231959" y="22559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50" name="Google Shape;404;g2e185aec522_0_0">
              <a:extLst>
                <a:ext uri="{FF2B5EF4-FFF2-40B4-BE49-F238E27FC236}">
                  <a16:creationId xmlns:a16="http://schemas.microsoft.com/office/drawing/2014/main" id="{64F12AE5-6B2B-F0FD-678B-468A2944DB08}"/>
                </a:ext>
              </a:extLst>
            </p:cNvPr>
            <p:cNvSpPr/>
            <p:nvPr/>
          </p:nvSpPr>
          <p:spPr>
            <a:xfrm>
              <a:off x="2873737" y="4311501"/>
              <a:ext cx="177760" cy="216062"/>
            </a:xfrm>
            <a:custGeom>
              <a:avLst/>
              <a:gdLst/>
              <a:ahLst/>
              <a:cxnLst/>
              <a:rect l="l" t="t" r="r" b="b"/>
              <a:pathLst>
                <a:path w="457104" h="555593" extrusionOk="0">
                  <a:moveTo>
                    <a:pt x="414242" y="375857"/>
                  </a:moveTo>
                  <a:lnTo>
                    <a:pt x="394240" y="375857"/>
                  </a:lnTo>
                  <a:cubicBezTo>
                    <a:pt x="392486" y="346660"/>
                    <a:pt x="367397" y="324414"/>
                    <a:pt x="338201" y="326167"/>
                  </a:cubicBezTo>
                  <a:cubicBezTo>
                    <a:pt x="311452" y="327774"/>
                    <a:pt x="290119" y="349107"/>
                    <a:pt x="288512" y="375857"/>
                  </a:cubicBezTo>
                  <a:lnTo>
                    <a:pt x="268605" y="375857"/>
                  </a:lnTo>
                  <a:cubicBezTo>
                    <a:pt x="244933" y="375857"/>
                    <a:pt x="225743" y="395047"/>
                    <a:pt x="225743" y="418719"/>
                  </a:cubicBezTo>
                  <a:lnTo>
                    <a:pt x="225743" y="512731"/>
                  </a:lnTo>
                  <a:cubicBezTo>
                    <a:pt x="225743" y="536403"/>
                    <a:pt x="244933" y="555593"/>
                    <a:pt x="268605" y="555593"/>
                  </a:cubicBezTo>
                  <a:lnTo>
                    <a:pt x="414242" y="555593"/>
                  </a:lnTo>
                  <a:cubicBezTo>
                    <a:pt x="437893" y="555541"/>
                    <a:pt x="457052" y="536381"/>
                    <a:pt x="457105" y="512731"/>
                  </a:cubicBezTo>
                  <a:lnTo>
                    <a:pt x="457105" y="418719"/>
                  </a:lnTo>
                  <a:cubicBezTo>
                    <a:pt x="457052" y="395068"/>
                    <a:pt x="437893" y="375909"/>
                    <a:pt x="414242" y="375857"/>
                  </a:cubicBezTo>
                  <a:close/>
                  <a:moveTo>
                    <a:pt x="341376" y="354806"/>
                  </a:moveTo>
                  <a:cubicBezTo>
                    <a:pt x="353533" y="354835"/>
                    <a:pt x="363812" y="363813"/>
                    <a:pt x="365474" y="375857"/>
                  </a:cubicBezTo>
                  <a:lnTo>
                    <a:pt x="317278" y="375857"/>
                  </a:lnTo>
                  <a:cubicBezTo>
                    <a:pt x="318978" y="363834"/>
                    <a:pt x="329234" y="354876"/>
                    <a:pt x="341376" y="354806"/>
                  </a:cubicBezTo>
                  <a:close/>
                  <a:moveTo>
                    <a:pt x="428625" y="512731"/>
                  </a:moveTo>
                  <a:cubicBezTo>
                    <a:pt x="428625" y="520621"/>
                    <a:pt x="422228" y="527018"/>
                    <a:pt x="414338" y="527018"/>
                  </a:cubicBezTo>
                  <a:lnTo>
                    <a:pt x="268605" y="527018"/>
                  </a:lnTo>
                  <a:cubicBezTo>
                    <a:pt x="260715" y="527018"/>
                    <a:pt x="254318" y="520621"/>
                    <a:pt x="254318" y="512731"/>
                  </a:cubicBezTo>
                  <a:lnTo>
                    <a:pt x="254318" y="418719"/>
                  </a:lnTo>
                  <a:cubicBezTo>
                    <a:pt x="254318" y="410829"/>
                    <a:pt x="260715" y="404432"/>
                    <a:pt x="268605" y="404432"/>
                  </a:cubicBezTo>
                  <a:lnTo>
                    <a:pt x="414242" y="404432"/>
                  </a:lnTo>
                  <a:cubicBezTo>
                    <a:pt x="422133" y="404432"/>
                    <a:pt x="428530" y="410829"/>
                    <a:pt x="428530" y="418719"/>
                  </a:cubicBezTo>
                  <a:close/>
                  <a:moveTo>
                    <a:pt x="221742" y="354806"/>
                  </a:moveTo>
                  <a:lnTo>
                    <a:pt x="128683" y="354806"/>
                  </a:lnTo>
                  <a:cubicBezTo>
                    <a:pt x="73432" y="354806"/>
                    <a:pt x="28627" y="399568"/>
                    <a:pt x="28575" y="454819"/>
                  </a:cubicBezTo>
                  <a:lnTo>
                    <a:pt x="28575" y="541306"/>
                  </a:lnTo>
                  <a:cubicBezTo>
                    <a:pt x="28575" y="549196"/>
                    <a:pt x="22178" y="555593"/>
                    <a:pt x="14288" y="555593"/>
                  </a:cubicBezTo>
                  <a:cubicBezTo>
                    <a:pt x="6397" y="555593"/>
                    <a:pt x="0" y="549196"/>
                    <a:pt x="0" y="541306"/>
                  </a:cubicBezTo>
                  <a:lnTo>
                    <a:pt x="0" y="454819"/>
                  </a:lnTo>
                  <a:cubicBezTo>
                    <a:pt x="105" y="383845"/>
                    <a:pt x="57614" y="326336"/>
                    <a:pt x="128588" y="326231"/>
                  </a:cubicBezTo>
                  <a:lnTo>
                    <a:pt x="221647" y="326231"/>
                  </a:lnTo>
                  <a:cubicBezTo>
                    <a:pt x="229537" y="326231"/>
                    <a:pt x="235934" y="332628"/>
                    <a:pt x="235934" y="340519"/>
                  </a:cubicBezTo>
                  <a:cubicBezTo>
                    <a:pt x="235934" y="348409"/>
                    <a:pt x="229537" y="354806"/>
                    <a:pt x="221647" y="354806"/>
                  </a:cubicBezTo>
                  <a:close/>
                  <a:moveTo>
                    <a:pt x="206693" y="298133"/>
                  </a:moveTo>
                  <a:cubicBezTo>
                    <a:pt x="289020" y="298133"/>
                    <a:pt x="355759" y="231394"/>
                    <a:pt x="355759" y="149066"/>
                  </a:cubicBezTo>
                  <a:cubicBezTo>
                    <a:pt x="355759" y="66739"/>
                    <a:pt x="289020" y="0"/>
                    <a:pt x="206693" y="0"/>
                  </a:cubicBezTo>
                  <a:cubicBezTo>
                    <a:pt x="124365" y="0"/>
                    <a:pt x="57626" y="66740"/>
                    <a:pt x="57626" y="149066"/>
                  </a:cubicBezTo>
                  <a:cubicBezTo>
                    <a:pt x="57626" y="149098"/>
                    <a:pt x="57626" y="149130"/>
                    <a:pt x="57626" y="149162"/>
                  </a:cubicBezTo>
                  <a:cubicBezTo>
                    <a:pt x="57731" y="231430"/>
                    <a:pt x="124424" y="298080"/>
                    <a:pt x="206693" y="298133"/>
                  </a:cubicBezTo>
                  <a:close/>
                  <a:moveTo>
                    <a:pt x="206693" y="28670"/>
                  </a:moveTo>
                  <a:cubicBezTo>
                    <a:pt x="273238" y="28670"/>
                    <a:pt x="327184" y="82616"/>
                    <a:pt x="327184" y="149162"/>
                  </a:cubicBezTo>
                  <a:cubicBezTo>
                    <a:pt x="327184" y="215707"/>
                    <a:pt x="273238" y="269653"/>
                    <a:pt x="206693" y="269653"/>
                  </a:cubicBezTo>
                  <a:cubicBezTo>
                    <a:pt x="140147" y="269653"/>
                    <a:pt x="86201" y="215707"/>
                    <a:pt x="86201" y="149162"/>
                  </a:cubicBezTo>
                  <a:cubicBezTo>
                    <a:pt x="86254" y="82638"/>
                    <a:pt x="140169" y="28723"/>
                    <a:pt x="206693" y="2867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51" name="Google Shape;405;g2e185aec522_0_0">
              <a:extLst>
                <a:ext uri="{FF2B5EF4-FFF2-40B4-BE49-F238E27FC236}">
                  <a16:creationId xmlns:a16="http://schemas.microsoft.com/office/drawing/2014/main" id="{0A16FF62-EA1A-E4BE-280F-24C241F8A038}"/>
                </a:ext>
              </a:extLst>
            </p:cNvPr>
            <p:cNvSpPr/>
            <p:nvPr/>
          </p:nvSpPr>
          <p:spPr>
            <a:xfrm rot="2816709">
              <a:off x="3021600" y="4323648"/>
              <a:ext cx="178902" cy="120180"/>
            </a:xfrm>
            <a:custGeom>
              <a:avLst/>
              <a:gdLst/>
              <a:ahLst/>
              <a:cxnLst/>
              <a:rect l="l" t="t" r="r" b="b"/>
              <a:pathLst>
                <a:path w="466193" h="313172" extrusionOk="0">
                  <a:moveTo>
                    <a:pt x="394360" y="82524"/>
                  </a:moveTo>
                  <a:cubicBezTo>
                    <a:pt x="392184" y="82511"/>
                    <a:pt x="390024" y="82124"/>
                    <a:pt x="387978" y="81381"/>
                  </a:cubicBezTo>
                  <a:lnTo>
                    <a:pt x="387312" y="81381"/>
                  </a:lnTo>
                  <a:cubicBezTo>
                    <a:pt x="377343" y="77962"/>
                    <a:pt x="372033" y="67109"/>
                    <a:pt x="375453" y="57140"/>
                  </a:cubicBezTo>
                  <a:cubicBezTo>
                    <a:pt x="378872" y="47171"/>
                    <a:pt x="389725" y="41862"/>
                    <a:pt x="399694" y="45281"/>
                  </a:cubicBezTo>
                  <a:lnTo>
                    <a:pt x="400837" y="45281"/>
                  </a:lnTo>
                  <a:cubicBezTo>
                    <a:pt x="410780" y="48720"/>
                    <a:pt x="416053" y="59568"/>
                    <a:pt x="412615" y="69511"/>
                  </a:cubicBezTo>
                  <a:cubicBezTo>
                    <a:pt x="409931" y="77274"/>
                    <a:pt x="402573" y="82442"/>
                    <a:pt x="394360" y="82334"/>
                  </a:cubicBezTo>
                  <a:close/>
                  <a:moveTo>
                    <a:pt x="109848" y="184727"/>
                  </a:moveTo>
                  <a:cubicBezTo>
                    <a:pt x="99327" y="184737"/>
                    <a:pt x="90791" y="176215"/>
                    <a:pt x="90781" y="165695"/>
                  </a:cubicBezTo>
                  <a:cubicBezTo>
                    <a:pt x="90777" y="160562"/>
                    <a:pt x="92843" y="155645"/>
                    <a:pt x="96513" y="152057"/>
                  </a:cubicBezTo>
                  <a:lnTo>
                    <a:pt x="97371" y="151295"/>
                  </a:lnTo>
                  <a:cubicBezTo>
                    <a:pt x="104972" y="144009"/>
                    <a:pt x="117041" y="144264"/>
                    <a:pt x="124326" y="151866"/>
                  </a:cubicBezTo>
                  <a:cubicBezTo>
                    <a:pt x="131612" y="159468"/>
                    <a:pt x="131357" y="171536"/>
                    <a:pt x="123755" y="178822"/>
                  </a:cubicBezTo>
                  <a:lnTo>
                    <a:pt x="123183" y="178822"/>
                  </a:lnTo>
                  <a:cubicBezTo>
                    <a:pt x="119697" y="182481"/>
                    <a:pt x="114900" y="184606"/>
                    <a:pt x="109848" y="184727"/>
                  </a:cubicBezTo>
                  <a:close/>
                  <a:moveTo>
                    <a:pt x="447129" y="125006"/>
                  </a:moveTo>
                  <a:cubicBezTo>
                    <a:pt x="442084" y="124985"/>
                    <a:pt x="437254" y="122964"/>
                    <a:pt x="433698" y="119386"/>
                  </a:cubicBezTo>
                  <a:lnTo>
                    <a:pt x="433222" y="118052"/>
                  </a:lnTo>
                  <a:cubicBezTo>
                    <a:pt x="426910" y="109635"/>
                    <a:pt x="428615" y="97695"/>
                    <a:pt x="437032" y="91382"/>
                  </a:cubicBezTo>
                  <a:cubicBezTo>
                    <a:pt x="443805" y="86303"/>
                    <a:pt x="453119" y="86303"/>
                    <a:pt x="459892" y="91382"/>
                  </a:cubicBezTo>
                  <a:lnTo>
                    <a:pt x="460559" y="92049"/>
                  </a:lnTo>
                  <a:cubicBezTo>
                    <a:pt x="468029" y="99458"/>
                    <a:pt x="468078" y="111520"/>
                    <a:pt x="460669" y="118990"/>
                  </a:cubicBezTo>
                  <a:cubicBezTo>
                    <a:pt x="457089" y="122600"/>
                    <a:pt x="452213" y="124628"/>
                    <a:pt x="447129" y="124625"/>
                  </a:cubicBezTo>
                  <a:close/>
                  <a:moveTo>
                    <a:pt x="19266" y="122339"/>
                  </a:moveTo>
                  <a:cubicBezTo>
                    <a:pt x="8745" y="122458"/>
                    <a:pt x="120" y="114026"/>
                    <a:pt x="1" y="103506"/>
                  </a:cubicBezTo>
                  <a:cubicBezTo>
                    <a:pt x="-59" y="98208"/>
                    <a:pt x="2090" y="93126"/>
                    <a:pt x="5931" y="89477"/>
                  </a:cubicBezTo>
                  <a:lnTo>
                    <a:pt x="6788" y="88715"/>
                  </a:lnTo>
                  <a:cubicBezTo>
                    <a:pt x="14885" y="81998"/>
                    <a:pt x="26895" y="83117"/>
                    <a:pt x="33612" y="91214"/>
                  </a:cubicBezTo>
                  <a:cubicBezTo>
                    <a:pt x="39626" y="98463"/>
                    <a:pt x="39439" y="109020"/>
                    <a:pt x="33172" y="116052"/>
                  </a:cubicBezTo>
                  <a:lnTo>
                    <a:pt x="32601" y="116528"/>
                  </a:lnTo>
                  <a:cubicBezTo>
                    <a:pt x="29037" y="120013"/>
                    <a:pt x="24250" y="121962"/>
                    <a:pt x="19266" y="121958"/>
                  </a:cubicBezTo>
                  <a:close/>
                  <a:moveTo>
                    <a:pt x="72510" y="80905"/>
                  </a:moveTo>
                  <a:cubicBezTo>
                    <a:pt x="65928" y="80918"/>
                    <a:pt x="59806" y="77533"/>
                    <a:pt x="56318" y="71951"/>
                  </a:cubicBezTo>
                  <a:cubicBezTo>
                    <a:pt x="50736" y="63033"/>
                    <a:pt x="53440" y="51278"/>
                    <a:pt x="62359" y="45697"/>
                  </a:cubicBezTo>
                  <a:cubicBezTo>
                    <a:pt x="62378" y="45685"/>
                    <a:pt x="62396" y="45674"/>
                    <a:pt x="62414" y="45662"/>
                  </a:cubicBezTo>
                  <a:lnTo>
                    <a:pt x="63462" y="45091"/>
                  </a:lnTo>
                  <a:cubicBezTo>
                    <a:pt x="72271" y="39339"/>
                    <a:pt x="84076" y="41817"/>
                    <a:pt x="89828" y="50626"/>
                  </a:cubicBezTo>
                  <a:cubicBezTo>
                    <a:pt x="95580" y="59436"/>
                    <a:pt x="93101" y="71240"/>
                    <a:pt x="84293" y="76992"/>
                  </a:cubicBezTo>
                  <a:cubicBezTo>
                    <a:pt x="83929" y="77229"/>
                    <a:pt x="83557" y="77454"/>
                    <a:pt x="83178" y="77666"/>
                  </a:cubicBezTo>
                  <a:lnTo>
                    <a:pt x="82512" y="77666"/>
                  </a:lnTo>
                  <a:cubicBezTo>
                    <a:pt x="79507" y="79529"/>
                    <a:pt x="76045" y="80517"/>
                    <a:pt x="72510" y="80524"/>
                  </a:cubicBezTo>
                  <a:close/>
                  <a:moveTo>
                    <a:pt x="166236" y="147580"/>
                  </a:moveTo>
                  <a:cubicBezTo>
                    <a:pt x="155715" y="147614"/>
                    <a:pt x="147159" y="139112"/>
                    <a:pt x="147125" y="128592"/>
                  </a:cubicBezTo>
                  <a:cubicBezTo>
                    <a:pt x="147103" y="121976"/>
                    <a:pt x="150516" y="115823"/>
                    <a:pt x="156140" y="112337"/>
                  </a:cubicBezTo>
                  <a:lnTo>
                    <a:pt x="157188" y="111671"/>
                  </a:lnTo>
                  <a:cubicBezTo>
                    <a:pt x="166210" y="106226"/>
                    <a:pt x="177937" y="109126"/>
                    <a:pt x="183381" y="118148"/>
                  </a:cubicBezTo>
                  <a:cubicBezTo>
                    <a:pt x="188826" y="127170"/>
                    <a:pt x="185926" y="138897"/>
                    <a:pt x="176904" y="144341"/>
                  </a:cubicBezTo>
                  <a:lnTo>
                    <a:pt x="176238" y="144341"/>
                  </a:lnTo>
                  <a:cubicBezTo>
                    <a:pt x="173307" y="146120"/>
                    <a:pt x="169950" y="147074"/>
                    <a:pt x="166522" y="147104"/>
                  </a:cubicBezTo>
                  <a:close/>
                  <a:moveTo>
                    <a:pt x="333686" y="53568"/>
                  </a:moveTo>
                  <a:cubicBezTo>
                    <a:pt x="331477" y="53565"/>
                    <a:pt x="329285" y="53179"/>
                    <a:pt x="327209" y="52425"/>
                  </a:cubicBezTo>
                  <a:lnTo>
                    <a:pt x="326542" y="52425"/>
                  </a:lnTo>
                  <a:cubicBezTo>
                    <a:pt x="316573" y="49006"/>
                    <a:pt x="311264" y="38153"/>
                    <a:pt x="314683" y="28184"/>
                  </a:cubicBezTo>
                  <a:cubicBezTo>
                    <a:pt x="318103" y="18215"/>
                    <a:pt x="328956" y="12906"/>
                    <a:pt x="338925" y="16325"/>
                  </a:cubicBezTo>
                  <a:lnTo>
                    <a:pt x="340068" y="16325"/>
                  </a:lnTo>
                  <a:cubicBezTo>
                    <a:pt x="349957" y="19914"/>
                    <a:pt x="355066" y="30842"/>
                    <a:pt x="351477" y="40731"/>
                  </a:cubicBezTo>
                  <a:cubicBezTo>
                    <a:pt x="348757" y="48226"/>
                    <a:pt x="341658" y="53234"/>
                    <a:pt x="333686" y="53282"/>
                  </a:cubicBezTo>
                  <a:close/>
                  <a:moveTo>
                    <a:pt x="133661" y="52330"/>
                  </a:moveTo>
                  <a:cubicBezTo>
                    <a:pt x="123139" y="52306"/>
                    <a:pt x="114630" y="43758"/>
                    <a:pt x="114654" y="33237"/>
                  </a:cubicBezTo>
                  <a:cubicBezTo>
                    <a:pt x="114672" y="25024"/>
                    <a:pt x="119952" y="17747"/>
                    <a:pt x="127755" y="15182"/>
                  </a:cubicBezTo>
                  <a:cubicBezTo>
                    <a:pt x="137793" y="11873"/>
                    <a:pt x="148642" y="17149"/>
                    <a:pt x="152235" y="27089"/>
                  </a:cubicBezTo>
                  <a:cubicBezTo>
                    <a:pt x="155489" y="36863"/>
                    <a:pt x="150384" y="47455"/>
                    <a:pt x="140709" y="50996"/>
                  </a:cubicBezTo>
                  <a:lnTo>
                    <a:pt x="139566" y="50996"/>
                  </a:lnTo>
                  <a:cubicBezTo>
                    <a:pt x="137630" y="51623"/>
                    <a:pt x="135600" y="51913"/>
                    <a:pt x="133566" y="51854"/>
                  </a:cubicBezTo>
                  <a:close/>
                  <a:moveTo>
                    <a:pt x="267963" y="38233"/>
                  </a:moveTo>
                  <a:lnTo>
                    <a:pt x="264820" y="38233"/>
                  </a:lnTo>
                  <a:cubicBezTo>
                    <a:pt x="254299" y="36997"/>
                    <a:pt x="246772" y="27466"/>
                    <a:pt x="248008" y="16945"/>
                  </a:cubicBezTo>
                  <a:cubicBezTo>
                    <a:pt x="249245" y="6423"/>
                    <a:pt x="258775" y="-1103"/>
                    <a:pt x="269297" y="133"/>
                  </a:cubicBezTo>
                  <a:cubicBezTo>
                    <a:pt x="279771" y="1116"/>
                    <a:pt x="287467" y="10405"/>
                    <a:pt x="286484" y="20879"/>
                  </a:cubicBezTo>
                  <a:cubicBezTo>
                    <a:pt x="286471" y="21013"/>
                    <a:pt x="286457" y="21146"/>
                    <a:pt x="286442" y="21278"/>
                  </a:cubicBezTo>
                  <a:cubicBezTo>
                    <a:pt x="285172" y="30605"/>
                    <a:pt x="277281" y="37607"/>
                    <a:pt x="267868" y="37757"/>
                  </a:cubicBezTo>
                  <a:close/>
                  <a:moveTo>
                    <a:pt x="199574" y="38233"/>
                  </a:moveTo>
                  <a:cubicBezTo>
                    <a:pt x="189052" y="38759"/>
                    <a:pt x="180097" y="30657"/>
                    <a:pt x="179571" y="20135"/>
                  </a:cubicBezTo>
                  <a:cubicBezTo>
                    <a:pt x="179046" y="9614"/>
                    <a:pt x="187147" y="659"/>
                    <a:pt x="197669" y="133"/>
                  </a:cubicBezTo>
                  <a:lnTo>
                    <a:pt x="198526" y="133"/>
                  </a:lnTo>
                  <a:cubicBezTo>
                    <a:pt x="209047" y="-945"/>
                    <a:pt x="218450" y="6709"/>
                    <a:pt x="219529" y="17230"/>
                  </a:cubicBezTo>
                  <a:cubicBezTo>
                    <a:pt x="220607" y="27752"/>
                    <a:pt x="212953" y="37155"/>
                    <a:pt x="202431" y="38233"/>
                  </a:cubicBezTo>
                  <a:lnTo>
                    <a:pt x="199574" y="38233"/>
                  </a:lnTo>
                  <a:close/>
                  <a:moveTo>
                    <a:pt x="354736" y="184727"/>
                  </a:moveTo>
                  <a:cubicBezTo>
                    <a:pt x="349692" y="184706"/>
                    <a:pt x="344862" y="182685"/>
                    <a:pt x="341306" y="179108"/>
                  </a:cubicBezTo>
                  <a:lnTo>
                    <a:pt x="340639" y="178441"/>
                  </a:lnTo>
                  <a:cubicBezTo>
                    <a:pt x="332855" y="171363"/>
                    <a:pt x="332284" y="159315"/>
                    <a:pt x="339362" y="151531"/>
                  </a:cubicBezTo>
                  <a:cubicBezTo>
                    <a:pt x="346440" y="143747"/>
                    <a:pt x="358488" y="143175"/>
                    <a:pt x="366272" y="150253"/>
                  </a:cubicBezTo>
                  <a:cubicBezTo>
                    <a:pt x="366735" y="150674"/>
                    <a:pt x="367176" y="151117"/>
                    <a:pt x="367595" y="151580"/>
                  </a:cubicBezTo>
                  <a:lnTo>
                    <a:pt x="368262" y="152247"/>
                  </a:lnTo>
                  <a:cubicBezTo>
                    <a:pt x="375679" y="159709"/>
                    <a:pt x="375643" y="171771"/>
                    <a:pt x="368182" y="179188"/>
                  </a:cubicBezTo>
                  <a:cubicBezTo>
                    <a:pt x="364609" y="182740"/>
                    <a:pt x="359774" y="184731"/>
                    <a:pt x="354736" y="184727"/>
                  </a:cubicBezTo>
                  <a:close/>
                  <a:moveTo>
                    <a:pt x="298729" y="147294"/>
                  </a:moveTo>
                  <a:cubicBezTo>
                    <a:pt x="296304" y="147336"/>
                    <a:pt x="293898" y="146849"/>
                    <a:pt x="291681" y="145865"/>
                  </a:cubicBezTo>
                  <a:lnTo>
                    <a:pt x="290728" y="145865"/>
                  </a:lnTo>
                  <a:cubicBezTo>
                    <a:pt x="280996" y="141841"/>
                    <a:pt x="276369" y="130689"/>
                    <a:pt x="280393" y="120958"/>
                  </a:cubicBezTo>
                  <a:cubicBezTo>
                    <a:pt x="284418" y="111226"/>
                    <a:pt x="295570" y="106599"/>
                    <a:pt x="305301" y="110623"/>
                  </a:cubicBezTo>
                  <a:cubicBezTo>
                    <a:pt x="315120" y="114402"/>
                    <a:pt x="320016" y="125427"/>
                    <a:pt x="316236" y="135245"/>
                  </a:cubicBezTo>
                  <a:cubicBezTo>
                    <a:pt x="316181" y="135389"/>
                    <a:pt x="316124" y="135532"/>
                    <a:pt x="316065" y="135674"/>
                  </a:cubicBezTo>
                  <a:cubicBezTo>
                    <a:pt x="313139" y="142687"/>
                    <a:pt x="306327" y="147291"/>
                    <a:pt x="298729" y="147389"/>
                  </a:cubicBezTo>
                  <a:close/>
                  <a:moveTo>
                    <a:pt x="233197" y="134054"/>
                  </a:moveTo>
                  <a:lnTo>
                    <a:pt x="232245" y="134054"/>
                  </a:lnTo>
                  <a:cubicBezTo>
                    <a:pt x="221723" y="134054"/>
                    <a:pt x="213195" y="125526"/>
                    <a:pt x="213195" y="115004"/>
                  </a:cubicBezTo>
                  <a:cubicBezTo>
                    <a:pt x="213195" y="104483"/>
                    <a:pt x="221723" y="95954"/>
                    <a:pt x="232245" y="95954"/>
                  </a:cubicBezTo>
                  <a:lnTo>
                    <a:pt x="233197" y="95954"/>
                  </a:lnTo>
                  <a:cubicBezTo>
                    <a:pt x="243718" y="95954"/>
                    <a:pt x="252247" y="104483"/>
                    <a:pt x="252247" y="115004"/>
                  </a:cubicBezTo>
                  <a:cubicBezTo>
                    <a:pt x="252247" y="125526"/>
                    <a:pt x="243718" y="134054"/>
                    <a:pt x="233197" y="134054"/>
                  </a:cubicBezTo>
                  <a:close/>
                  <a:moveTo>
                    <a:pt x="232054" y="313124"/>
                  </a:moveTo>
                  <a:cubicBezTo>
                    <a:pt x="199991" y="311825"/>
                    <a:pt x="175053" y="284780"/>
                    <a:pt x="176351" y="252718"/>
                  </a:cubicBezTo>
                  <a:cubicBezTo>
                    <a:pt x="177577" y="222476"/>
                    <a:pt x="201812" y="198240"/>
                    <a:pt x="232054" y="197015"/>
                  </a:cubicBezTo>
                  <a:lnTo>
                    <a:pt x="232054" y="197015"/>
                  </a:lnTo>
                  <a:cubicBezTo>
                    <a:pt x="264117" y="195716"/>
                    <a:pt x="291162" y="220655"/>
                    <a:pt x="292461" y="252718"/>
                  </a:cubicBezTo>
                  <a:cubicBezTo>
                    <a:pt x="293760" y="284780"/>
                    <a:pt x="268821" y="311825"/>
                    <a:pt x="236758" y="313124"/>
                  </a:cubicBezTo>
                  <a:cubicBezTo>
                    <a:pt x="235191" y="313188"/>
                    <a:pt x="233622" y="313188"/>
                    <a:pt x="232054" y="313124"/>
                  </a:cubicBezTo>
                  <a:close/>
                  <a:moveTo>
                    <a:pt x="232054" y="225590"/>
                  </a:moveTo>
                  <a:lnTo>
                    <a:pt x="232054" y="225590"/>
                  </a:lnTo>
                  <a:cubicBezTo>
                    <a:pt x="215747" y="225695"/>
                    <a:pt x="202612" y="239000"/>
                    <a:pt x="202718" y="255308"/>
                  </a:cubicBezTo>
                  <a:cubicBezTo>
                    <a:pt x="202823" y="271615"/>
                    <a:pt x="216128" y="284749"/>
                    <a:pt x="232435" y="284644"/>
                  </a:cubicBezTo>
                  <a:cubicBezTo>
                    <a:pt x="248705" y="284538"/>
                    <a:pt x="261824" y="271292"/>
                    <a:pt x="261772" y="255022"/>
                  </a:cubicBezTo>
                  <a:cubicBezTo>
                    <a:pt x="261721" y="238714"/>
                    <a:pt x="248458" y="225536"/>
                    <a:pt x="232151" y="225589"/>
                  </a:cubicBezTo>
                  <a:cubicBezTo>
                    <a:pt x="232086" y="225589"/>
                    <a:pt x="232023" y="225589"/>
                    <a:pt x="231959" y="22559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52" name="Rounded Rectangle 51">
              <a:extLst>
                <a:ext uri="{FF2B5EF4-FFF2-40B4-BE49-F238E27FC236}">
                  <a16:creationId xmlns:a16="http://schemas.microsoft.com/office/drawing/2014/main" id="{FCD02893-2B97-AF18-B25D-0DBF174B2A4B}"/>
                </a:ext>
              </a:extLst>
            </p:cNvPr>
            <p:cNvSpPr/>
            <p:nvPr/>
          </p:nvSpPr>
          <p:spPr>
            <a:xfrm>
              <a:off x="1976975" y="4488491"/>
              <a:ext cx="95295" cy="95295"/>
            </a:xfrm>
            <a:prstGeom prst="roundRect">
              <a:avLst/>
            </a:prstGeom>
            <a:solidFill>
              <a:srgbClr val="246CF7"/>
            </a:solidFill>
            <a:ln w="19050" cap="flat" cmpd="sng" algn="ctr">
              <a:solidFill>
                <a:srgbClr val="246CF7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3" name="Google Shape;1523;g274ae08a854_2_0">
              <a:extLst>
                <a:ext uri="{FF2B5EF4-FFF2-40B4-BE49-F238E27FC236}">
                  <a16:creationId xmlns:a16="http://schemas.microsoft.com/office/drawing/2014/main" id="{EF7D40A7-F7A3-2774-4FA5-3715B20F0A65}"/>
                </a:ext>
              </a:extLst>
            </p:cNvPr>
            <p:cNvSpPr/>
            <p:nvPr/>
          </p:nvSpPr>
          <p:spPr>
            <a:xfrm>
              <a:off x="1982690" y="4510143"/>
              <a:ext cx="83864" cy="51991"/>
            </a:xfrm>
            <a:custGeom>
              <a:avLst/>
              <a:gdLst/>
              <a:ahLst/>
              <a:cxnLst/>
              <a:rect l="l" t="t" r="r" b="b"/>
              <a:pathLst>
                <a:path w="933738" h="578857" extrusionOk="0">
                  <a:moveTo>
                    <a:pt x="931888" y="294460"/>
                  </a:moveTo>
                  <a:cubicBezTo>
                    <a:pt x="947033" y="387043"/>
                    <a:pt x="866642" y="439240"/>
                    <a:pt x="785203" y="445241"/>
                  </a:cubicBezTo>
                  <a:cubicBezTo>
                    <a:pt x="733673" y="551826"/>
                    <a:pt x="550507" y="623740"/>
                    <a:pt x="392202" y="546492"/>
                  </a:cubicBezTo>
                  <a:cubicBezTo>
                    <a:pt x="324574" y="556779"/>
                    <a:pt x="287427" y="539824"/>
                    <a:pt x="258852" y="507439"/>
                  </a:cubicBezTo>
                  <a:cubicBezTo>
                    <a:pt x="316764" y="432954"/>
                    <a:pt x="492119" y="298747"/>
                    <a:pt x="706527" y="367993"/>
                  </a:cubicBezTo>
                  <a:cubicBezTo>
                    <a:pt x="820827" y="404950"/>
                    <a:pt x="850640" y="318082"/>
                    <a:pt x="821779" y="285507"/>
                  </a:cubicBezTo>
                  <a:cubicBezTo>
                    <a:pt x="713956" y="163015"/>
                    <a:pt x="470211" y="273315"/>
                    <a:pt x="461448" y="282459"/>
                  </a:cubicBezTo>
                  <a:cubicBezTo>
                    <a:pt x="556984" y="135869"/>
                    <a:pt x="899313" y="94721"/>
                    <a:pt x="931888" y="294460"/>
                  </a:cubicBezTo>
                  <a:close/>
                  <a:moveTo>
                    <a:pt x="603847" y="126154"/>
                  </a:moveTo>
                  <a:cubicBezTo>
                    <a:pt x="604419" y="126154"/>
                    <a:pt x="526028" y="98341"/>
                    <a:pt x="416395" y="145680"/>
                  </a:cubicBezTo>
                  <a:cubicBezTo>
                    <a:pt x="411982" y="144033"/>
                    <a:pt x="407659" y="142157"/>
                    <a:pt x="403441" y="140060"/>
                  </a:cubicBezTo>
                  <a:cubicBezTo>
                    <a:pt x="508883" y="70242"/>
                    <a:pt x="601275" y="40238"/>
                    <a:pt x="680333" y="51859"/>
                  </a:cubicBezTo>
                  <a:cubicBezTo>
                    <a:pt x="632708" y="-3291"/>
                    <a:pt x="402489" y="-43391"/>
                    <a:pt x="270758" y="88244"/>
                  </a:cubicBezTo>
                  <a:cubicBezTo>
                    <a:pt x="107880" y="56240"/>
                    <a:pt x="-6039" y="194067"/>
                    <a:pt x="248" y="320273"/>
                  </a:cubicBezTo>
                  <a:cubicBezTo>
                    <a:pt x="6534" y="446479"/>
                    <a:pt x="144456" y="524775"/>
                    <a:pt x="222752" y="503534"/>
                  </a:cubicBezTo>
                  <a:cubicBezTo>
                    <a:pt x="224649" y="503297"/>
                    <a:pt x="226569" y="503297"/>
                    <a:pt x="228467" y="503534"/>
                  </a:cubicBezTo>
                  <a:cubicBezTo>
                    <a:pt x="245898" y="420286"/>
                    <a:pt x="316668" y="226452"/>
                    <a:pt x="603847" y="126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54" name="Rounded Rectangle 53">
              <a:extLst>
                <a:ext uri="{FF2B5EF4-FFF2-40B4-BE49-F238E27FC236}">
                  <a16:creationId xmlns:a16="http://schemas.microsoft.com/office/drawing/2014/main" id="{5805CCD2-6B08-36F6-D950-5B3C6D3C7198}"/>
                </a:ext>
              </a:extLst>
            </p:cNvPr>
            <p:cNvSpPr/>
            <p:nvPr/>
          </p:nvSpPr>
          <p:spPr>
            <a:xfrm>
              <a:off x="2394983" y="4488491"/>
              <a:ext cx="95295" cy="95295"/>
            </a:xfrm>
            <a:prstGeom prst="roundRect">
              <a:avLst/>
            </a:prstGeom>
            <a:solidFill>
              <a:srgbClr val="246CF7"/>
            </a:solidFill>
            <a:ln w="19050" cap="flat" cmpd="sng" algn="ctr">
              <a:solidFill>
                <a:srgbClr val="246CF7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5" name="Google Shape;1523;g274ae08a854_2_0">
              <a:extLst>
                <a:ext uri="{FF2B5EF4-FFF2-40B4-BE49-F238E27FC236}">
                  <a16:creationId xmlns:a16="http://schemas.microsoft.com/office/drawing/2014/main" id="{BFB94822-E749-AE24-95C0-BDD1518335EA}"/>
                </a:ext>
              </a:extLst>
            </p:cNvPr>
            <p:cNvSpPr/>
            <p:nvPr/>
          </p:nvSpPr>
          <p:spPr>
            <a:xfrm>
              <a:off x="2400698" y="4510143"/>
              <a:ext cx="83864" cy="51991"/>
            </a:xfrm>
            <a:custGeom>
              <a:avLst/>
              <a:gdLst/>
              <a:ahLst/>
              <a:cxnLst/>
              <a:rect l="l" t="t" r="r" b="b"/>
              <a:pathLst>
                <a:path w="933738" h="578857" extrusionOk="0">
                  <a:moveTo>
                    <a:pt x="931888" y="294460"/>
                  </a:moveTo>
                  <a:cubicBezTo>
                    <a:pt x="947033" y="387043"/>
                    <a:pt x="866642" y="439240"/>
                    <a:pt x="785203" y="445241"/>
                  </a:cubicBezTo>
                  <a:cubicBezTo>
                    <a:pt x="733673" y="551826"/>
                    <a:pt x="550507" y="623740"/>
                    <a:pt x="392202" y="546492"/>
                  </a:cubicBezTo>
                  <a:cubicBezTo>
                    <a:pt x="324574" y="556779"/>
                    <a:pt x="287427" y="539824"/>
                    <a:pt x="258852" y="507439"/>
                  </a:cubicBezTo>
                  <a:cubicBezTo>
                    <a:pt x="316764" y="432954"/>
                    <a:pt x="492119" y="298747"/>
                    <a:pt x="706527" y="367993"/>
                  </a:cubicBezTo>
                  <a:cubicBezTo>
                    <a:pt x="820827" y="404950"/>
                    <a:pt x="850640" y="318082"/>
                    <a:pt x="821779" y="285507"/>
                  </a:cubicBezTo>
                  <a:cubicBezTo>
                    <a:pt x="713956" y="163015"/>
                    <a:pt x="470211" y="273315"/>
                    <a:pt x="461448" y="282459"/>
                  </a:cubicBezTo>
                  <a:cubicBezTo>
                    <a:pt x="556984" y="135869"/>
                    <a:pt x="899313" y="94721"/>
                    <a:pt x="931888" y="294460"/>
                  </a:cubicBezTo>
                  <a:close/>
                  <a:moveTo>
                    <a:pt x="603847" y="126154"/>
                  </a:moveTo>
                  <a:cubicBezTo>
                    <a:pt x="604419" y="126154"/>
                    <a:pt x="526028" y="98341"/>
                    <a:pt x="416395" y="145680"/>
                  </a:cubicBezTo>
                  <a:cubicBezTo>
                    <a:pt x="411982" y="144033"/>
                    <a:pt x="407659" y="142157"/>
                    <a:pt x="403441" y="140060"/>
                  </a:cubicBezTo>
                  <a:cubicBezTo>
                    <a:pt x="508883" y="70242"/>
                    <a:pt x="601275" y="40238"/>
                    <a:pt x="680333" y="51859"/>
                  </a:cubicBezTo>
                  <a:cubicBezTo>
                    <a:pt x="632708" y="-3291"/>
                    <a:pt x="402489" y="-43391"/>
                    <a:pt x="270758" y="88244"/>
                  </a:cubicBezTo>
                  <a:cubicBezTo>
                    <a:pt x="107880" y="56240"/>
                    <a:pt x="-6039" y="194067"/>
                    <a:pt x="248" y="320273"/>
                  </a:cubicBezTo>
                  <a:cubicBezTo>
                    <a:pt x="6534" y="446479"/>
                    <a:pt x="144456" y="524775"/>
                    <a:pt x="222752" y="503534"/>
                  </a:cubicBezTo>
                  <a:cubicBezTo>
                    <a:pt x="224649" y="503297"/>
                    <a:pt x="226569" y="503297"/>
                    <a:pt x="228467" y="503534"/>
                  </a:cubicBezTo>
                  <a:cubicBezTo>
                    <a:pt x="245898" y="420286"/>
                    <a:pt x="316668" y="226452"/>
                    <a:pt x="603847" y="126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56" name="Rounded Rectangle 55">
              <a:extLst>
                <a:ext uri="{FF2B5EF4-FFF2-40B4-BE49-F238E27FC236}">
                  <a16:creationId xmlns:a16="http://schemas.microsoft.com/office/drawing/2014/main" id="{7A44C1CB-4194-9DAF-8DC7-7E92FD45CB89}"/>
                </a:ext>
              </a:extLst>
            </p:cNvPr>
            <p:cNvSpPr/>
            <p:nvPr/>
          </p:nvSpPr>
          <p:spPr>
            <a:xfrm>
              <a:off x="2831708" y="4491610"/>
              <a:ext cx="95295" cy="95295"/>
            </a:xfrm>
            <a:prstGeom prst="roundRect">
              <a:avLst/>
            </a:prstGeom>
            <a:solidFill>
              <a:srgbClr val="246CF7"/>
            </a:solidFill>
            <a:ln w="19050" cap="flat" cmpd="sng" algn="ctr">
              <a:solidFill>
                <a:srgbClr val="246CF7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" name="Google Shape;1523;g274ae08a854_2_0">
              <a:extLst>
                <a:ext uri="{FF2B5EF4-FFF2-40B4-BE49-F238E27FC236}">
                  <a16:creationId xmlns:a16="http://schemas.microsoft.com/office/drawing/2014/main" id="{1B770209-6BCD-0C7F-8036-F9EC0141DEFF}"/>
                </a:ext>
              </a:extLst>
            </p:cNvPr>
            <p:cNvSpPr/>
            <p:nvPr/>
          </p:nvSpPr>
          <p:spPr>
            <a:xfrm>
              <a:off x="2837423" y="4513262"/>
              <a:ext cx="83864" cy="51991"/>
            </a:xfrm>
            <a:custGeom>
              <a:avLst/>
              <a:gdLst/>
              <a:ahLst/>
              <a:cxnLst/>
              <a:rect l="l" t="t" r="r" b="b"/>
              <a:pathLst>
                <a:path w="933738" h="578857" extrusionOk="0">
                  <a:moveTo>
                    <a:pt x="931888" y="294460"/>
                  </a:moveTo>
                  <a:cubicBezTo>
                    <a:pt x="947033" y="387043"/>
                    <a:pt x="866642" y="439240"/>
                    <a:pt x="785203" y="445241"/>
                  </a:cubicBezTo>
                  <a:cubicBezTo>
                    <a:pt x="733673" y="551826"/>
                    <a:pt x="550507" y="623740"/>
                    <a:pt x="392202" y="546492"/>
                  </a:cubicBezTo>
                  <a:cubicBezTo>
                    <a:pt x="324574" y="556779"/>
                    <a:pt x="287427" y="539824"/>
                    <a:pt x="258852" y="507439"/>
                  </a:cubicBezTo>
                  <a:cubicBezTo>
                    <a:pt x="316764" y="432954"/>
                    <a:pt x="492119" y="298747"/>
                    <a:pt x="706527" y="367993"/>
                  </a:cubicBezTo>
                  <a:cubicBezTo>
                    <a:pt x="820827" y="404950"/>
                    <a:pt x="850640" y="318082"/>
                    <a:pt x="821779" y="285507"/>
                  </a:cubicBezTo>
                  <a:cubicBezTo>
                    <a:pt x="713956" y="163015"/>
                    <a:pt x="470211" y="273315"/>
                    <a:pt x="461448" y="282459"/>
                  </a:cubicBezTo>
                  <a:cubicBezTo>
                    <a:pt x="556984" y="135869"/>
                    <a:pt x="899313" y="94721"/>
                    <a:pt x="931888" y="294460"/>
                  </a:cubicBezTo>
                  <a:close/>
                  <a:moveTo>
                    <a:pt x="603847" y="126154"/>
                  </a:moveTo>
                  <a:cubicBezTo>
                    <a:pt x="604419" y="126154"/>
                    <a:pt x="526028" y="98341"/>
                    <a:pt x="416395" y="145680"/>
                  </a:cubicBezTo>
                  <a:cubicBezTo>
                    <a:pt x="411982" y="144033"/>
                    <a:pt x="407659" y="142157"/>
                    <a:pt x="403441" y="140060"/>
                  </a:cubicBezTo>
                  <a:cubicBezTo>
                    <a:pt x="508883" y="70242"/>
                    <a:pt x="601275" y="40238"/>
                    <a:pt x="680333" y="51859"/>
                  </a:cubicBezTo>
                  <a:cubicBezTo>
                    <a:pt x="632708" y="-3291"/>
                    <a:pt x="402489" y="-43391"/>
                    <a:pt x="270758" y="88244"/>
                  </a:cubicBezTo>
                  <a:cubicBezTo>
                    <a:pt x="107880" y="56240"/>
                    <a:pt x="-6039" y="194067"/>
                    <a:pt x="248" y="320273"/>
                  </a:cubicBezTo>
                  <a:cubicBezTo>
                    <a:pt x="6534" y="446479"/>
                    <a:pt x="144456" y="524775"/>
                    <a:pt x="222752" y="503534"/>
                  </a:cubicBezTo>
                  <a:cubicBezTo>
                    <a:pt x="224649" y="503297"/>
                    <a:pt x="226569" y="503297"/>
                    <a:pt x="228467" y="503534"/>
                  </a:cubicBezTo>
                  <a:cubicBezTo>
                    <a:pt x="245898" y="420286"/>
                    <a:pt x="316668" y="226452"/>
                    <a:pt x="603847" y="126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sp>
        <p:nvSpPr>
          <p:cNvPr id="58" name="Google Shape;369;g2e185aec522_0_0">
            <a:extLst>
              <a:ext uri="{FF2B5EF4-FFF2-40B4-BE49-F238E27FC236}">
                <a16:creationId xmlns:a16="http://schemas.microsoft.com/office/drawing/2014/main" id="{64765E1E-549A-CF1D-05E3-01EE305E6425}"/>
              </a:ext>
            </a:extLst>
          </p:cNvPr>
          <p:cNvSpPr/>
          <p:nvPr/>
        </p:nvSpPr>
        <p:spPr>
          <a:xfrm>
            <a:off x="5380235" y="1160463"/>
            <a:ext cx="690276" cy="556939"/>
          </a:xfrm>
          <a:prstGeom prst="roundRect">
            <a:avLst>
              <a:gd name="adj" fmla="val 16667"/>
            </a:avLst>
          </a:prstGeom>
          <a:solidFill>
            <a:schemeClr val="bg1">
              <a:alpha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59" name="Rounded Rectangle 58">
            <a:extLst>
              <a:ext uri="{FF2B5EF4-FFF2-40B4-BE49-F238E27FC236}">
                <a16:creationId xmlns:a16="http://schemas.microsoft.com/office/drawing/2014/main" id="{93C3F47B-2102-512A-6AF8-DA9297327869}"/>
              </a:ext>
            </a:extLst>
          </p:cNvPr>
          <p:cNvSpPr/>
          <p:nvPr/>
        </p:nvSpPr>
        <p:spPr>
          <a:xfrm>
            <a:off x="5663296" y="1634523"/>
            <a:ext cx="124154" cy="124154"/>
          </a:xfrm>
          <a:prstGeom prst="roundRect">
            <a:avLst/>
          </a:prstGeom>
          <a:solidFill>
            <a:srgbClr val="246CF7"/>
          </a:solidFill>
          <a:ln w="19050" cap="flat" cmpd="sng" algn="ctr">
            <a:solidFill>
              <a:srgbClr val="246CF7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2285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60" name="Google Shape;1523;g274ae08a854_2_0">
            <a:extLst>
              <a:ext uri="{FF2B5EF4-FFF2-40B4-BE49-F238E27FC236}">
                <a16:creationId xmlns:a16="http://schemas.microsoft.com/office/drawing/2014/main" id="{D48888A0-5B3C-8061-D9B5-2DA5F9AF3663}"/>
              </a:ext>
            </a:extLst>
          </p:cNvPr>
          <p:cNvSpPr/>
          <p:nvPr/>
        </p:nvSpPr>
        <p:spPr>
          <a:xfrm>
            <a:off x="5670743" y="1662732"/>
            <a:ext cx="109261" cy="67736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61" name="Google Shape;373;g2e185aec522_0_0">
            <a:extLst>
              <a:ext uri="{FF2B5EF4-FFF2-40B4-BE49-F238E27FC236}">
                <a16:creationId xmlns:a16="http://schemas.microsoft.com/office/drawing/2014/main" id="{23943B74-642B-E47E-AC2D-E32FDE5BAE40}"/>
              </a:ext>
            </a:extLst>
          </p:cNvPr>
          <p:cNvSpPr txBox="1"/>
          <p:nvPr/>
        </p:nvSpPr>
        <p:spPr>
          <a:xfrm>
            <a:off x="5389531" y="1264362"/>
            <a:ext cx="680980" cy="369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19" tIns="45697" rIns="91419" bIns="45697" anchor="ctr" anchorCtr="0">
            <a:sp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Data Center</a:t>
            </a:r>
            <a:endParaRPr kumimoji="0" sz="9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62" name="Rounded Rectangle 61">
            <a:extLst>
              <a:ext uri="{FF2B5EF4-FFF2-40B4-BE49-F238E27FC236}">
                <a16:creationId xmlns:a16="http://schemas.microsoft.com/office/drawing/2014/main" id="{FA007E53-BCF0-57DF-3ED1-73276E550E5F}"/>
              </a:ext>
            </a:extLst>
          </p:cNvPr>
          <p:cNvSpPr/>
          <p:nvPr/>
        </p:nvSpPr>
        <p:spPr>
          <a:xfrm>
            <a:off x="2362157" y="1621817"/>
            <a:ext cx="124154" cy="124154"/>
          </a:xfrm>
          <a:prstGeom prst="roundRect">
            <a:avLst/>
          </a:prstGeom>
          <a:solidFill>
            <a:srgbClr val="246CF7"/>
          </a:solidFill>
          <a:ln w="19050" cap="flat" cmpd="sng" algn="ctr">
            <a:solidFill>
              <a:srgbClr val="246CF7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2285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63" name="Google Shape;1523;g274ae08a854_2_0">
            <a:extLst>
              <a:ext uri="{FF2B5EF4-FFF2-40B4-BE49-F238E27FC236}">
                <a16:creationId xmlns:a16="http://schemas.microsoft.com/office/drawing/2014/main" id="{9B1183B6-3FE1-D61C-3C2D-BB2600602FC8}"/>
              </a:ext>
            </a:extLst>
          </p:cNvPr>
          <p:cNvSpPr/>
          <p:nvPr/>
        </p:nvSpPr>
        <p:spPr>
          <a:xfrm>
            <a:off x="2377050" y="1650026"/>
            <a:ext cx="109261" cy="67736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00F21E3E-D5BB-59F5-A0CE-93D6EE7AAAC2}"/>
              </a:ext>
            </a:extLst>
          </p:cNvPr>
          <p:cNvGrpSpPr/>
          <p:nvPr/>
        </p:nvGrpSpPr>
        <p:grpSpPr>
          <a:xfrm>
            <a:off x="4212395" y="3670736"/>
            <a:ext cx="1416875" cy="598547"/>
            <a:chOff x="3612759" y="3471173"/>
            <a:chExt cx="1416875" cy="598547"/>
          </a:xfrm>
        </p:grpSpPr>
        <p:sp>
          <p:nvSpPr>
            <p:cNvPr id="65" name="Google Shape;389;g2e185aec522_0_0">
              <a:extLst>
                <a:ext uri="{FF2B5EF4-FFF2-40B4-BE49-F238E27FC236}">
                  <a16:creationId xmlns:a16="http://schemas.microsoft.com/office/drawing/2014/main" id="{76CAEE04-1310-3AC9-E6A9-865A9CCFA004}"/>
                </a:ext>
              </a:extLst>
            </p:cNvPr>
            <p:cNvSpPr/>
            <p:nvPr/>
          </p:nvSpPr>
          <p:spPr>
            <a:xfrm>
              <a:off x="3987008" y="3857002"/>
              <a:ext cx="249880" cy="212718"/>
            </a:xfrm>
            <a:custGeom>
              <a:avLst/>
              <a:gdLst/>
              <a:ahLst/>
              <a:cxnLst/>
              <a:rect l="l" t="t" r="r" b="b"/>
              <a:pathLst>
                <a:path w="663511" h="564832" extrusionOk="0">
                  <a:moveTo>
                    <a:pt x="69342" y="305181"/>
                  </a:moveTo>
                  <a:lnTo>
                    <a:pt x="594074" y="305181"/>
                  </a:lnTo>
                  <a:cubicBezTo>
                    <a:pt x="601980" y="305181"/>
                    <a:pt x="608362" y="311563"/>
                    <a:pt x="608362" y="319469"/>
                  </a:cubicBezTo>
                  <a:cubicBezTo>
                    <a:pt x="608362" y="327374"/>
                    <a:pt x="601980" y="333756"/>
                    <a:pt x="594074" y="333756"/>
                  </a:cubicBezTo>
                  <a:lnTo>
                    <a:pt x="69342" y="333756"/>
                  </a:lnTo>
                  <a:cubicBezTo>
                    <a:pt x="61436" y="333756"/>
                    <a:pt x="55055" y="327374"/>
                    <a:pt x="55055" y="319469"/>
                  </a:cubicBezTo>
                  <a:cubicBezTo>
                    <a:pt x="55055" y="311563"/>
                    <a:pt x="61436" y="305181"/>
                    <a:pt x="69342" y="305181"/>
                  </a:cubicBezTo>
                  <a:close/>
                  <a:moveTo>
                    <a:pt x="609029" y="113919"/>
                  </a:moveTo>
                  <a:lnTo>
                    <a:pt x="54483" y="113919"/>
                  </a:lnTo>
                  <a:cubicBezTo>
                    <a:pt x="24479" y="113919"/>
                    <a:pt x="0" y="138303"/>
                    <a:pt x="0" y="168402"/>
                  </a:cubicBezTo>
                  <a:lnTo>
                    <a:pt x="0" y="395954"/>
                  </a:lnTo>
                  <a:cubicBezTo>
                    <a:pt x="0" y="425958"/>
                    <a:pt x="24384" y="450437"/>
                    <a:pt x="54483" y="450437"/>
                  </a:cubicBezTo>
                  <a:lnTo>
                    <a:pt x="90964" y="450437"/>
                  </a:lnTo>
                  <a:cubicBezTo>
                    <a:pt x="98870" y="450437"/>
                    <a:pt x="105251" y="444056"/>
                    <a:pt x="105251" y="436150"/>
                  </a:cubicBezTo>
                  <a:cubicBezTo>
                    <a:pt x="105251" y="428244"/>
                    <a:pt x="98870" y="421862"/>
                    <a:pt x="90964" y="421862"/>
                  </a:cubicBezTo>
                  <a:lnTo>
                    <a:pt x="54483" y="421862"/>
                  </a:lnTo>
                  <a:cubicBezTo>
                    <a:pt x="40195" y="421862"/>
                    <a:pt x="28575" y="410242"/>
                    <a:pt x="28575" y="395954"/>
                  </a:cubicBezTo>
                  <a:lnTo>
                    <a:pt x="28575" y="168402"/>
                  </a:lnTo>
                  <a:cubicBezTo>
                    <a:pt x="28575" y="154115"/>
                    <a:pt x="40195" y="142494"/>
                    <a:pt x="54483" y="142494"/>
                  </a:cubicBezTo>
                  <a:lnTo>
                    <a:pt x="609029" y="142494"/>
                  </a:lnTo>
                  <a:cubicBezTo>
                    <a:pt x="623316" y="142494"/>
                    <a:pt x="634937" y="154115"/>
                    <a:pt x="634937" y="168402"/>
                  </a:cubicBezTo>
                  <a:lnTo>
                    <a:pt x="634937" y="395954"/>
                  </a:lnTo>
                  <a:cubicBezTo>
                    <a:pt x="634937" y="410242"/>
                    <a:pt x="623316" y="421862"/>
                    <a:pt x="609029" y="421862"/>
                  </a:cubicBezTo>
                  <a:lnTo>
                    <a:pt x="572548" y="421862"/>
                  </a:lnTo>
                  <a:cubicBezTo>
                    <a:pt x="564642" y="421862"/>
                    <a:pt x="558260" y="428244"/>
                    <a:pt x="558260" y="436150"/>
                  </a:cubicBezTo>
                  <a:cubicBezTo>
                    <a:pt x="558260" y="444056"/>
                    <a:pt x="564642" y="450437"/>
                    <a:pt x="572548" y="450437"/>
                  </a:cubicBezTo>
                  <a:lnTo>
                    <a:pt x="609029" y="450437"/>
                  </a:lnTo>
                  <a:cubicBezTo>
                    <a:pt x="639032" y="450437"/>
                    <a:pt x="663512" y="426053"/>
                    <a:pt x="663512" y="395954"/>
                  </a:cubicBezTo>
                  <a:lnTo>
                    <a:pt x="663512" y="168402"/>
                  </a:lnTo>
                  <a:cubicBezTo>
                    <a:pt x="663512" y="138398"/>
                    <a:pt x="639128" y="113919"/>
                    <a:pt x="609029" y="113919"/>
                  </a:cubicBezTo>
                  <a:close/>
                  <a:moveTo>
                    <a:pt x="521399" y="363474"/>
                  </a:moveTo>
                  <a:cubicBezTo>
                    <a:pt x="513493" y="363474"/>
                    <a:pt x="507111" y="369856"/>
                    <a:pt x="507111" y="377762"/>
                  </a:cubicBezTo>
                  <a:lnTo>
                    <a:pt x="507111" y="510350"/>
                  </a:lnTo>
                  <a:cubicBezTo>
                    <a:pt x="507111" y="524637"/>
                    <a:pt x="495491" y="536258"/>
                    <a:pt x="481203" y="536258"/>
                  </a:cubicBezTo>
                  <a:lnTo>
                    <a:pt x="182213" y="536258"/>
                  </a:lnTo>
                  <a:cubicBezTo>
                    <a:pt x="167926" y="536258"/>
                    <a:pt x="156305" y="524637"/>
                    <a:pt x="156305" y="510350"/>
                  </a:cubicBezTo>
                  <a:lnTo>
                    <a:pt x="156305" y="377762"/>
                  </a:lnTo>
                  <a:cubicBezTo>
                    <a:pt x="156305" y="369856"/>
                    <a:pt x="149924" y="363474"/>
                    <a:pt x="142018" y="363474"/>
                  </a:cubicBezTo>
                  <a:cubicBezTo>
                    <a:pt x="134112" y="363474"/>
                    <a:pt x="127730" y="369856"/>
                    <a:pt x="127730" y="377762"/>
                  </a:cubicBezTo>
                  <a:lnTo>
                    <a:pt x="127730" y="510350"/>
                  </a:lnTo>
                  <a:cubicBezTo>
                    <a:pt x="127730" y="540353"/>
                    <a:pt x="152210" y="564833"/>
                    <a:pt x="182213" y="564833"/>
                  </a:cubicBezTo>
                  <a:lnTo>
                    <a:pt x="481108" y="564833"/>
                  </a:lnTo>
                  <a:cubicBezTo>
                    <a:pt x="511112" y="564833"/>
                    <a:pt x="535591" y="540449"/>
                    <a:pt x="535591" y="510350"/>
                  </a:cubicBezTo>
                  <a:lnTo>
                    <a:pt x="535591" y="377762"/>
                  </a:lnTo>
                  <a:cubicBezTo>
                    <a:pt x="535591" y="369856"/>
                    <a:pt x="529209" y="363474"/>
                    <a:pt x="521303" y="363474"/>
                  </a:cubicBezTo>
                  <a:close/>
                  <a:moveTo>
                    <a:pt x="142113" y="92678"/>
                  </a:moveTo>
                  <a:cubicBezTo>
                    <a:pt x="150019" y="92678"/>
                    <a:pt x="156401" y="86297"/>
                    <a:pt x="156401" y="78391"/>
                  </a:cubicBezTo>
                  <a:lnTo>
                    <a:pt x="156401" y="54483"/>
                  </a:lnTo>
                  <a:cubicBezTo>
                    <a:pt x="156401" y="40195"/>
                    <a:pt x="168021" y="28575"/>
                    <a:pt x="182309" y="28575"/>
                  </a:cubicBezTo>
                  <a:lnTo>
                    <a:pt x="481203" y="28575"/>
                  </a:lnTo>
                  <a:cubicBezTo>
                    <a:pt x="495491" y="28575"/>
                    <a:pt x="507111" y="40195"/>
                    <a:pt x="507111" y="54483"/>
                  </a:cubicBezTo>
                  <a:lnTo>
                    <a:pt x="507111" y="78391"/>
                  </a:lnTo>
                  <a:cubicBezTo>
                    <a:pt x="507111" y="86297"/>
                    <a:pt x="513493" y="92678"/>
                    <a:pt x="521399" y="92678"/>
                  </a:cubicBezTo>
                  <a:cubicBezTo>
                    <a:pt x="529304" y="92678"/>
                    <a:pt x="535686" y="86297"/>
                    <a:pt x="535686" y="78391"/>
                  </a:cubicBezTo>
                  <a:lnTo>
                    <a:pt x="535686" y="54483"/>
                  </a:lnTo>
                  <a:cubicBezTo>
                    <a:pt x="535686" y="24479"/>
                    <a:pt x="511207" y="0"/>
                    <a:pt x="481203" y="0"/>
                  </a:cubicBezTo>
                  <a:lnTo>
                    <a:pt x="182213" y="0"/>
                  </a:lnTo>
                  <a:cubicBezTo>
                    <a:pt x="152210" y="0"/>
                    <a:pt x="127730" y="24384"/>
                    <a:pt x="127730" y="54483"/>
                  </a:cubicBezTo>
                  <a:lnTo>
                    <a:pt x="127730" y="78391"/>
                  </a:lnTo>
                  <a:cubicBezTo>
                    <a:pt x="127730" y="86297"/>
                    <a:pt x="134112" y="92678"/>
                    <a:pt x="142018" y="92678"/>
                  </a:cubicBezTo>
                  <a:close/>
                  <a:moveTo>
                    <a:pt x="445961" y="363569"/>
                  </a:moveTo>
                  <a:lnTo>
                    <a:pt x="217456" y="363569"/>
                  </a:lnTo>
                  <a:cubicBezTo>
                    <a:pt x="209550" y="363569"/>
                    <a:pt x="203168" y="369951"/>
                    <a:pt x="203168" y="377857"/>
                  </a:cubicBezTo>
                  <a:cubicBezTo>
                    <a:pt x="203168" y="385763"/>
                    <a:pt x="209550" y="392144"/>
                    <a:pt x="217456" y="392144"/>
                  </a:cubicBezTo>
                  <a:lnTo>
                    <a:pt x="445961" y="392144"/>
                  </a:lnTo>
                  <a:cubicBezTo>
                    <a:pt x="453866" y="392144"/>
                    <a:pt x="460248" y="385763"/>
                    <a:pt x="460248" y="377857"/>
                  </a:cubicBezTo>
                  <a:cubicBezTo>
                    <a:pt x="460248" y="369951"/>
                    <a:pt x="453866" y="363569"/>
                    <a:pt x="445961" y="363569"/>
                  </a:cubicBezTo>
                  <a:close/>
                  <a:moveTo>
                    <a:pt x="445961" y="421862"/>
                  </a:moveTo>
                  <a:lnTo>
                    <a:pt x="217456" y="421862"/>
                  </a:lnTo>
                  <a:cubicBezTo>
                    <a:pt x="209550" y="421862"/>
                    <a:pt x="203168" y="428244"/>
                    <a:pt x="203168" y="436150"/>
                  </a:cubicBezTo>
                  <a:cubicBezTo>
                    <a:pt x="203168" y="444056"/>
                    <a:pt x="209550" y="450437"/>
                    <a:pt x="217456" y="450437"/>
                  </a:cubicBezTo>
                  <a:lnTo>
                    <a:pt x="445961" y="450437"/>
                  </a:lnTo>
                  <a:cubicBezTo>
                    <a:pt x="453866" y="450437"/>
                    <a:pt x="460248" y="444056"/>
                    <a:pt x="460248" y="436150"/>
                  </a:cubicBezTo>
                  <a:cubicBezTo>
                    <a:pt x="460248" y="428244"/>
                    <a:pt x="453866" y="421862"/>
                    <a:pt x="445961" y="421862"/>
                  </a:cubicBezTo>
                  <a:close/>
                  <a:moveTo>
                    <a:pt x="608362" y="187547"/>
                  </a:moveTo>
                  <a:cubicBezTo>
                    <a:pt x="608362" y="177070"/>
                    <a:pt x="599789" y="168497"/>
                    <a:pt x="589312" y="168497"/>
                  </a:cubicBezTo>
                  <a:cubicBezTo>
                    <a:pt x="578834" y="168497"/>
                    <a:pt x="570262" y="177070"/>
                    <a:pt x="570262" y="187547"/>
                  </a:cubicBezTo>
                  <a:cubicBezTo>
                    <a:pt x="570262" y="198025"/>
                    <a:pt x="578834" y="206597"/>
                    <a:pt x="589312" y="206597"/>
                  </a:cubicBezTo>
                  <a:cubicBezTo>
                    <a:pt x="599789" y="206597"/>
                    <a:pt x="608362" y="198025"/>
                    <a:pt x="608362" y="187547"/>
                  </a:cubicBezTo>
                  <a:close/>
                  <a:moveTo>
                    <a:pt x="551212" y="187547"/>
                  </a:moveTo>
                  <a:cubicBezTo>
                    <a:pt x="551212" y="177070"/>
                    <a:pt x="542639" y="168497"/>
                    <a:pt x="532162" y="168497"/>
                  </a:cubicBezTo>
                  <a:cubicBezTo>
                    <a:pt x="521684" y="168497"/>
                    <a:pt x="513112" y="177070"/>
                    <a:pt x="513112" y="187547"/>
                  </a:cubicBezTo>
                  <a:cubicBezTo>
                    <a:pt x="513112" y="198025"/>
                    <a:pt x="521684" y="206597"/>
                    <a:pt x="532162" y="206597"/>
                  </a:cubicBezTo>
                  <a:cubicBezTo>
                    <a:pt x="542639" y="206597"/>
                    <a:pt x="551212" y="198025"/>
                    <a:pt x="551212" y="18754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66" name="Google Shape;390;g2e185aec522_0_0">
              <a:extLst>
                <a:ext uri="{FF2B5EF4-FFF2-40B4-BE49-F238E27FC236}">
                  <a16:creationId xmlns:a16="http://schemas.microsoft.com/office/drawing/2014/main" id="{B71F46F4-A969-E461-B308-E5E635B6B91B}"/>
                </a:ext>
              </a:extLst>
            </p:cNvPr>
            <p:cNvSpPr/>
            <p:nvPr/>
          </p:nvSpPr>
          <p:spPr>
            <a:xfrm>
              <a:off x="4679091" y="3881092"/>
              <a:ext cx="236703" cy="149022"/>
            </a:xfrm>
            <a:custGeom>
              <a:avLst/>
              <a:gdLst/>
              <a:ahLst/>
              <a:cxnLst/>
              <a:rect l="l" t="t" r="r" b="b"/>
              <a:pathLst>
                <a:path w="660844" h="416051" extrusionOk="0">
                  <a:moveTo>
                    <a:pt x="598932" y="416052"/>
                  </a:moveTo>
                  <a:lnTo>
                    <a:pt x="61913" y="416052"/>
                  </a:lnTo>
                  <a:cubicBezTo>
                    <a:pt x="27741" y="416000"/>
                    <a:pt x="52" y="388311"/>
                    <a:pt x="0" y="354139"/>
                  </a:cubicBezTo>
                  <a:lnTo>
                    <a:pt x="0" y="61913"/>
                  </a:lnTo>
                  <a:cubicBezTo>
                    <a:pt x="52" y="27741"/>
                    <a:pt x="27741" y="52"/>
                    <a:pt x="61913" y="0"/>
                  </a:cubicBezTo>
                  <a:lnTo>
                    <a:pt x="598932" y="0"/>
                  </a:lnTo>
                  <a:cubicBezTo>
                    <a:pt x="633104" y="52"/>
                    <a:pt x="660792" y="27741"/>
                    <a:pt x="660845" y="61913"/>
                  </a:cubicBezTo>
                  <a:lnTo>
                    <a:pt x="660845" y="354139"/>
                  </a:lnTo>
                  <a:cubicBezTo>
                    <a:pt x="660792" y="388311"/>
                    <a:pt x="633104" y="416000"/>
                    <a:pt x="598932" y="416052"/>
                  </a:cubicBezTo>
                  <a:close/>
                  <a:moveTo>
                    <a:pt x="61913" y="28575"/>
                  </a:moveTo>
                  <a:cubicBezTo>
                    <a:pt x="43501" y="28575"/>
                    <a:pt x="28575" y="43501"/>
                    <a:pt x="28575" y="61913"/>
                  </a:cubicBezTo>
                  <a:lnTo>
                    <a:pt x="28575" y="354139"/>
                  </a:lnTo>
                  <a:cubicBezTo>
                    <a:pt x="28575" y="372551"/>
                    <a:pt x="43501" y="387477"/>
                    <a:pt x="61913" y="387477"/>
                  </a:cubicBezTo>
                  <a:lnTo>
                    <a:pt x="598932" y="387477"/>
                  </a:lnTo>
                  <a:cubicBezTo>
                    <a:pt x="617344" y="387477"/>
                    <a:pt x="632270" y="372551"/>
                    <a:pt x="632270" y="354139"/>
                  </a:cubicBezTo>
                  <a:lnTo>
                    <a:pt x="632270" y="61913"/>
                  </a:lnTo>
                  <a:cubicBezTo>
                    <a:pt x="632270" y="43501"/>
                    <a:pt x="617344" y="28575"/>
                    <a:pt x="598932" y="28575"/>
                  </a:cubicBezTo>
                  <a:close/>
                  <a:moveTo>
                    <a:pt x="370713" y="337852"/>
                  </a:moveTo>
                  <a:cubicBezTo>
                    <a:pt x="370713" y="329961"/>
                    <a:pt x="364316" y="323564"/>
                    <a:pt x="356426" y="323564"/>
                  </a:cubicBezTo>
                  <a:lnTo>
                    <a:pt x="83344" y="323564"/>
                  </a:lnTo>
                  <a:cubicBezTo>
                    <a:pt x="75453" y="323564"/>
                    <a:pt x="69056" y="329961"/>
                    <a:pt x="69056" y="337852"/>
                  </a:cubicBezTo>
                  <a:cubicBezTo>
                    <a:pt x="69056" y="345742"/>
                    <a:pt x="75453" y="352139"/>
                    <a:pt x="83344" y="352139"/>
                  </a:cubicBezTo>
                  <a:lnTo>
                    <a:pt x="356426" y="352139"/>
                  </a:lnTo>
                  <a:cubicBezTo>
                    <a:pt x="364316" y="352139"/>
                    <a:pt x="370713" y="345742"/>
                    <a:pt x="370713" y="337852"/>
                  </a:cubicBezTo>
                  <a:close/>
                  <a:moveTo>
                    <a:pt x="370713" y="78200"/>
                  </a:moveTo>
                  <a:cubicBezTo>
                    <a:pt x="370713" y="70310"/>
                    <a:pt x="364316" y="63913"/>
                    <a:pt x="356426" y="63913"/>
                  </a:cubicBezTo>
                  <a:lnTo>
                    <a:pt x="83344" y="63913"/>
                  </a:lnTo>
                  <a:cubicBezTo>
                    <a:pt x="75453" y="63913"/>
                    <a:pt x="69056" y="70310"/>
                    <a:pt x="69056" y="78200"/>
                  </a:cubicBezTo>
                  <a:cubicBezTo>
                    <a:pt x="69056" y="86091"/>
                    <a:pt x="75453" y="92488"/>
                    <a:pt x="83344" y="92488"/>
                  </a:cubicBezTo>
                  <a:lnTo>
                    <a:pt x="356426" y="92488"/>
                  </a:lnTo>
                  <a:cubicBezTo>
                    <a:pt x="364316" y="92488"/>
                    <a:pt x="370713" y="86091"/>
                    <a:pt x="370713" y="78200"/>
                  </a:cubicBezTo>
                  <a:close/>
                  <a:moveTo>
                    <a:pt x="449485" y="188976"/>
                  </a:moveTo>
                  <a:cubicBezTo>
                    <a:pt x="449485" y="178455"/>
                    <a:pt x="440956" y="169926"/>
                    <a:pt x="430435" y="169926"/>
                  </a:cubicBezTo>
                  <a:lnTo>
                    <a:pt x="430435" y="169926"/>
                  </a:lnTo>
                  <a:cubicBezTo>
                    <a:pt x="419913" y="169926"/>
                    <a:pt x="411385" y="178455"/>
                    <a:pt x="411385" y="188976"/>
                  </a:cubicBezTo>
                  <a:cubicBezTo>
                    <a:pt x="411385" y="199497"/>
                    <a:pt x="419913" y="208026"/>
                    <a:pt x="430435" y="208026"/>
                  </a:cubicBezTo>
                  <a:cubicBezTo>
                    <a:pt x="440956" y="208026"/>
                    <a:pt x="449485" y="199497"/>
                    <a:pt x="449485" y="188976"/>
                  </a:cubicBezTo>
                  <a:close/>
                  <a:moveTo>
                    <a:pt x="520922" y="188976"/>
                  </a:moveTo>
                  <a:cubicBezTo>
                    <a:pt x="520922" y="178455"/>
                    <a:pt x="512394" y="169926"/>
                    <a:pt x="501872" y="169926"/>
                  </a:cubicBezTo>
                  <a:lnTo>
                    <a:pt x="500825" y="169926"/>
                  </a:lnTo>
                  <a:cubicBezTo>
                    <a:pt x="490303" y="169926"/>
                    <a:pt x="481775" y="178455"/>
                    <a:pt x="481775" y="188976"/>
                  </a:cubicBezTo>
                  <a:cubicBezTo>
                    <a:pt x="481775" y="199497"/>
                    <a:pt x="490303" y="208026"/>
                    <a:pt x="500825" y="208026"/>
                  </a:cubicBezTo>
                  <a:lnTo>
                    <a:pt x="501872" y="208026"/>
                  </a:lnTo>
                  <a:cubicBezTo>
                    <a:pt x="512394" y="208026"/>
                    <a:pt x="520922" y="199497"/>
                    <a:pt x="520922" y="188976"/>
                  </a:cubicBezTo>
                  <a:close/>
                  <a:moveTo>
                    <a:pt x="591788" y="188976"/>
                  </a:moveTo>
                  <a:cubicBezTo>
                    <a:pt x="591788" y="178455"/>
                    <a:pt x="583260" y="169926"/>
                    <a:pt x="572738" y="169926"/>
                  </a:cubicBezTo>
                  <a:lnTo>
                    <a:pt x="572738" y="169926"/>
                  </a:lnTo>
                  <a:cubicBezTo>
                    <a:pt x="562217" y="169926"/>
                    <a:pt x="553688" y="178455"/>
                    <a:pt x="553688" y="188976"/>
                  </a:cubicBezTo>
                  <a:cubicBezTo>
                    <a:pt x="553688" y="199497"/>
                    <a:pt x="562217" y="208026"/>
                    <a:pt x="572738" y="208026"/>
                  </a:cubicBezTo>
                  <a:cubicBezTo>
                    <a:pt x="583260" y="208026"/>
                    <a:pt x="591788" y="199497"/>
                    <a:pt x="591788" y="188976"/>
                  </a:cubicBezTo>
                  <a:close/>
                  <a:moveTo>
                    <a:pt x="449485" y="260890"/>
                  </a:moveTo>
                  <a:cubicBezTo>
                    <a:pt x="449485" y="250368"/>
                    <a:pt x="440956" y="241840"/>
                    <a:pt x="430435" y="241840"/>
                  </a:cubicBezTo>
                  <a:lnTo>
                    <a:pt x="430435" y="241840"/>
                  </a:lnTo>
                  <a:cubicBezTo>
                    <a:pt x="419913" y="241840"/>
                    <a:pt x="411385" y="250368"/>
                    <a:pt x="411385" y="260890"/>
                  </a:cubicBezTo>
                  <a:cubicBezTo>
                    <a:pt x="411385" y="271411"/>
                    <a:pt x="419913" y="279940"/>
                    <a:pt x="430435" y="279940"/>
                  </a:cubicBezTo>
                  <a:cubicBezTo>
                    <a:pt x="440956" y="279940"/>
                    <a:pt x="449485" y="271411"/>
                    <a:pt x="449485" y="260890"/>
                  </a:cubicBezTo>
                  <a:close/>
                  <a:moveTo>
                    <a:pt x="520922" y="260890"/>
                  </a:moveTo>
                  <a:cubicBezTo>
                    <a:pt x="520922" y="250368"/>
                    <a:pt x="512394" y="241840"/>
                    <a:pt x="501872" y="241840"/>
                  </a:cubicBezTo>
                  <a:lnTo>
                    <a:pt x="500825" y="241840"/>
                  </a:lnTo>
                  <a:cubicBezTo>
                    <a:pt x="490303" y="241840"/>
                    <a:pt x="481775" y="250368"/>
                    <a:pt x="481775" y="260890"/>
                  </a:cubicBezTo>
                  <a:cubicBezTo>
                    <a:pt x="481775" y="271411"/>
                    <a:pt x="490303" y="279940"/>
                    <a:pt x="500825" y="279940"/>
                  </a:cubicBezTo>
                  <a:lnTo>
                    <a:pt x="501872" y="279940"/>
                  </a:lnTo>
                  <a:cubicBezTo>
                    <a:pt x="512394" y="279940"/>
                    <a:pt x="520922" y="271411"/>
                    <a:pt x="520922" y="260890"/>
                  </a:cubicBezTo>
                  <a:close/>
                  <a:moveTo>
                    <a:pt x="591788" y="260890"/>
                  </a:moveTo>
                  <a:cubicBezTo>
                    <a:pt x="591788" y="250368"/>
                    <a:pt x="583260" y="241840"/>
                    <a:pt x="572738" y="241840"/>
                  </a:cubicBezTo>
                  <a:lnTo>
                    <a:pt x="572738" y="241840"/>
                  </a:lnTo>
                  <a:cubicBezTo>
                    <a:pt x="562217" y="241840"/>
                    <a:pt x="553688" y="250368"/>
                    <a:pt x="553688" y="260890"/>
                  </a:cubicBezTo>
                  <a:cubicBezTo>
                    <a:pt x="553688" y="271411"/>
                    <a:pt x="562217" y="279940"/>
                    <a:pt x="572738" y="279940"/>
                  </a:cubicBezTo>
                  <a:cubicBezTo>
                    <a:pt x="583260" y="279940"/>
                    <a:pt x="591788" y="271411"/>
                    <a:pt x="591788" y="260890"/>
                  </a:cubicBezTo>
                  <a:close/>
                  <a:moveTo>
                    <a:pt x="449485" y="333089"/>
                  </a:moveTo>
                  <a:cubicBezTo>
                    <a:pt x="449485" y="322568"/>
                    <a:pt x="440956" y="314039"/>
                    <a:pt x="430435" y="314039"/>
                  </a:cubicBezTo>
                  <a:lnTo>
                    <a:pt x="430435" y="314039"/>
                  </a:lnTo>
                  <a:cubicBezTo>
                    <a:pt x="419913" y="314039"/>
                    <a:pt x="411385" y="322568"/>
                    <a:pt x="411385" y="333089"/>
                  </a:cubicBezTo>
                  <a:cubicBezTo>
                    <a:pt x="411385" y="343611"/>
                    <a:pt x="419913" y="352139"/>
                    <a:pt x="430435" y="352139"/>
                  </a:cubicBezTo>
                  <a:cubicBezTo>
                    <a:pt x="440956" y="352139"/>
                    <a:pt x="449485" y="343611"/>
                    <a:pt x="449485" y="333089"/>
                  </a:cubicBezTo>
                  <a:close/>
                  <a:moveTo>
                    <a:pt x="520922" y="333089"/>
                  </a:moveTo>
                  <a:cubicBezTo>
                    <a:pt x="520922" y="322568"/>
                    <a:pt x="512394" y="314039"/>
                    <a:pt x="501872" y="314039"/>
                  </a:cubicBezTo>
                  <a:lnTo>
                    <a:pt x="500825" y="314039"/>
                  </a:lnTo>
                  <a:cubicBezTo>
                    <a:pt x="490303" y="314039"/>
                    <a:pt x="481775" y="322568"/>
                    <a:pt x="481775" y="333089"/>
                  </a:cubicBezTo>
                  <a:cubicBezTo>
                    <a:pt x="481775" y="343611"/>
                    <a:pt x="490303" y="352139"/>
                    <a:pt x="500825" y="352139"/>
                  </a:cubicBezTo>
                  <a:lnTo>
                    <a:pt x="501872" y="352139"/>
                  </a:lnTo>
                  <a:cubicBezTo>
                    <a:pt x="512394" y="352139"/>
                    <a:pt x="520922" y="343611"/>
                    <a:pt x="520922" y="333089"/>
                  </a:cubicBezTo>
                  <a:close/>
                  <a:moveTo>
                    <a:pt x="591788" y="333089"/>
                  </a:moveTo>
                  <a:cubicBezTo>
                    <a:pt x="591788" y="322568"/>
                    <a:pt x="583260" y="314039"/>
                    <a:pt x="572738" y="314039"/>
                  </a:cubicBezTo>
                  <a:lnTo>
                    <a:pt x="572738" y="314039"/>
                  </a:lnTo>
                  <a:cubicBezTo>
                    <a:pt x="562217" y="314039"/>
                    <a:pt x="553688" y="322568"/>
                    <a:pt x="553688" y="333089"/>
                  </a:cubicBezTo>
                  <a:cubicBezTo>
                    <a:pt x="553688" y="343611"/>
                    <a:pt x="562217" y="352139"/>
                    <a:pt x="572738" y="352139"/>
                  </a:cubicBezTo>
                  <a:cubicBezTo>
                    <a:pt x="583260" y="352139"/>
                    <a:pt x="591788" y="343611"/>
                    <a:pt x="591788" y="33308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67" name="Google Shape;391;g2e185aec522_0_0">
              <a:extLst>
                <a:ext uri="{FF2B5EF4-FFF2-40B4-BE49-F238E27FC236}">
                  <a16:creationId xmlns:a16="http://schemas.microsoft.com/office/drawing/2014/main" id="{D3FFC5DC-60A9-A8DB-CD2D-2768CC6CAA43}"/>
                </a:ext>
              </a:extLst>
            </p:cNvPr>
            <p:cNvSpPr/>
            <p:nvPr/>
          </p:nvSpPr>
          <p:spPr>
            <a:xfrm rot="2816709">
              <a:off x="4880093" y="3820952"/>
              <a:ext cx="178902" cy="120180"/>
            </a:xfrm>
            <a:custGeom>
              <a:avLst/>
              <a:gdLst/>
              <a:ahLst/>
              <a:cxnLst/>
              <a:rect l="l" t="t" r="r" b="b"/>
              <a:pathLst>
                <a:path w="466193" h="313172" extrusionOk="0">
                  <a:moveTo>
                    <a:pt x="394360" y="82524"/>
                  </a:moveTo>
                  <a:cubicBezTo>
                    <a:pt x="392184" y="82511"/>
                    <a:pt x="390024" y="82124"/>
                    <a:pt x="387978" y="81381"/>
                  </a:cubicBezTo>
                  <a:lnTo>
                    <a:pt x="387312" y="81381"/>
                  </a:lnTo>
                  <a:cubicBezTo>
                    <a:pt x="377343" y="77962"/>
                    <a:pt x="372033" y="67109"/>
                    <a:pt x="375453" y="57140"/>
                  </a:cubicBezTo>
                  <a:cubicBezTo>
                    <a:pt x="378872" y="47171"/>
                    <a:pt x="389725" y="41862"/>
                    <a:pt x="399694" y="45281"/>
                  </a:cubicBezTo>
                  <a:lnTo>
                    <a:pt x="400837" y="45281"/>
                  </a:lnTo>
                  <a:cubicBezTo>
                    <a:pt x="410780" y="48720"/>
                    <a:pt x="416053" y="59568"/>
                    <a:pt x="412615" y="69511"/>
                  </a:cubicBezTo>
                  <a:cubicBezTo>
                    <a:pt x="409931" y="77274"/>
                    <a:pt x="402573" y="82442"/>
                    <a:pt x="394360" y="82334"/>
                  </a:cubicBezTo>
                  <a:close/>
                  <a:moveTo>
                    <a:pt x="109848" y="184727"/>
                  </a:moveTo>
                  <a:cubicBezTo>
                    <a:pt x="99327" y="184737"/>
                    <a:pt x="90791" y="176215"/>
                    <a:pt x="90781" y="165695"/>
                  </a:cubicBezTo>
                  <a:cubicBezTo>
                    <a:pt x="90777" y="160562"/>
                    <a:pt x="92843" y="155645"/>
                    <a:pt x="96513" y="152057"/>
                  </a:cubicBezTo>
                  <a:lnTo>
                    <a:pt x="97371" y="151295"/>
                  </a:lnTo>
                  <a:cubicBezTo>
                    <a:pt x="104972" y="144009"/>
                    <a:pt x="117041" y="144264"/>
                    <a:pt x="124326" y="151866"/>
                  </a:cubicBezTo>
                  <a:cubicBezTo>
                    <a:pt x="131612" y="159468"/>
                    <a:pt x="131357" y="171536"/>
                    <a:pt x="123755" y="178822"/>
                  </a:cubicBezTo>
                  <a:lnTo>
                    <a:pt x="123183" y="178822"/>
                  </a:lnTo>
                  <a:cubicBezTo>
                    <a:pt x="119697" y="182481"/>
                    <a:pt x="114900" y="184606"/>
                    <a:pt x="109848" y="184727"/>
                  </a:cubicBezTo>
                  <a:close/>
                  <a:moveTo>
                    <a:pt x="447129" y="125006"/>
                  </a:moveTo>
                  <a:cubicBezTo>
                    <a:pt x="442084" y="124985"/>
                    <a:pt x="437254" y="122964"/>
                    <a:pt x="433698" y="119386"/>
                  </a:cubicBezTo>
                  <a:lnTo>
                    <a:pt x="433222" y="118052"/>
                  </a:lnTo>
                  <a:cubicBezTo>
                    <a:pt x="426910" y="109635"/>
                    <a:pt x="428615" y="97695"/>
                    <a:pt x="437032" y="91382"/>
                  </a:cubicBezTo>
                  <a:cubicBezTo>
                    <a:pt x="443805" y="86303"/>
                    <a:pt x="453119" y="86303"/>
                    <a:pt x="459892" y="91382"/>
                  </a:cubicBezTo>
                  <a:lnTo>
                    <a:pt x="460559" y="92049"/>
                  </a:lnTo>
                  <a:cubicBezTo>
                    <a:pt x="468029" y="99458"/>
                    <a:pt x="468078" y="111520"/>
                    <a:pt x="460669" y="118990"/>
                  </a:cubicBezTo>
                  <a:cubicBezTo>
                    <a:pt x="457089" y="122600"/>
                    <a:pt x="452213" y="124628"/>
                    <a:pt x="447129" y="124625"/>
                  </a:cubicBezTo>
                  <a:close/>
                  <a:moveTo>
                    <a:pt x="19266" y="122339"/>
                  </a:moveTo>
                  <a:cubicBezTo>
                    <a:pt x="8745" y="122458"/>
                    <a:pt x="120" y="114026"/>
                    <a:pt x="1" y="103506"/>
                  </a:cubicBezTo>
                  <a:cubicBezTo>
                    <a:pt x="-59" y="98208"/>
                    <a:pt x="2090" y="93126"/>
                    <a:pt x="5931" y="89477"/>
                  </a:cubicBezTo>
                  <a:lnTo>
                    <a:pt x="6788" y="88715"/>
                  </a:lnTo>
                  <a:cubicBezTo>
                    <a:pt x="14885" y="81998"/>
                    <a:pt x="26895" y="83117"/>
                    <a:pt x="33612" y="91214"/>
                  </a:cubicBezTo>
                  <a:cubicBezTo>
                    <a:pt x="39626" y="98463"/>
                    <a:pt x="39439" y="109020"/>
                    <a:pt x="33172" y="116052"/>
                  </a:cubicBezTo>
                  <a:lnTo>
                    <a:pt x="32601" y="116528"/>
                  </a:lnTo>
                  <a:cubicBezTo>
                    <a:pt x="29037" y="120013"/>
                    <a:pt x="24250" y="121962"/>
                    <a:pt x="19266" y="121958"/>
                  </a:cubicBezTo>
                  <a:close/>
                  <a:moveTo>
                    <a:pt x="72510" y="80905"/>
                  </a:moveTo>
                  <a:cubicBezTo>
                    <a:pt x="65928" y="80918"/>
                    <a:pt x="59806" y="77533"/>
                    <a:pt x="56318" y="71951"/>
                  </a:cubicBezTo>
                  <a:cubicBezTo>
                    <a:pt x="50736" y="63033"/>
                    <a:pt x="53440" y="51278"/>
                    <a:pt x="62359" y="45697"/>
                  </a:cubicBezTo>
                  <a:cubicBezTo>
                    <a:pt x="62378" y="45685"/>
                    <a:pt x="62396" y="45674"/>
                    <a:pt x="62414" y="45662"/>
                  </a:cubicBezTo>
                  <a:lnTo>
                    <a:pt x="63462" y="45091"/>
                  </a:lnTo>
                  <a:cubicBezTo>
                    <a:pt x="72271" y="39339"/>
                    <a:pt x="84076" y="41817"/>
                    <a:pt x="89828" y="50626"/>
                  </a:cubicBezTo>
                  <a:cubicBezTo>
                    <a:pt x="95580" y="59436"/>
                    <a:pt x="93101" y="71240"/>
                    <a:pt x="84293" y="76992"/>
                  </a:cubicBezTo>
                  <a:cubicBezTo>
                    <a:pt x="83929" y="77229"/>
                    <a:pt x="83557" y="77454"/>
                    <a:pt x="83178" y="77666"/>
                  </a:cubicBezTo>
                  <a:lnTo>
                    <a:pt x="82512" y="77666"/>
                  </a:lnTo>
                  <a:cubicBezTo>
                    <a:pt x="79507" y="79529"/>
                    <a:pt x="76045" y="80517"/>
                    <a:pt x="72510" y="80524"/>
                  </a:cubicBezTo>
                  <a:close/>
                  <a:moveTo>
                    <a:pt x="166236" y="147580"/>
                  </a:moveTo>
                  <a:cubicBezTo>
                    <a:pt x="155715" y="147614"/>
                    <a:pt x="147159" y="139112"/>
                    <a:pt x="147125" y="128592"/>
                  </a:cubicBezTo>
                  <a:cubicBezTo>
                    <a:pt x="147103" y="121976"/>
                    <a:pt x="150516" y="115823"/>
                    <a:pt x="156140" y="112337"/>
                  </a:cubicBezTo>
                  <a:lnTo>
                    <a:pt x="157188" y="111671"/>
                  </a:lnTo>
                  <a:cubicBezTo>
                    <a:pt x="166210" y="106226"/>
                    <a:pt x="177937" y="109126"/>
                    <a:pt x="183381" y="118148"/>
                  </a:cubicBezTo>
                  <a:cubicBezTo>
                    <a:pt x="188826" y="127170"/>
                    <a:pt x="185926" y="138897"/>
                    <a:pt x="176904" y="144341"/>
                  </a:cubicBezTo>
                  <a:lnTo>
                    <a:pt x="176238" y="144341"/>
                  </a:lnTo>
                  <a:cubicBezTo>
                    <a:pt x="173307" y="146120"/>
                    <a:pt x="169950" y="147074"/>
                    <a:pt x="166522" y="147104"/>
                  </a:cubicBezTo>
                  <a:close/>
                  <a:moveTo>
                    <a:pt x="333686" y="53568"/>
                  </a:moveTo>
                  <a:cubicBezTo>
                    <a:pt x="331477" y="53565"/>
                    <a:pt x="329285" y="53179"/>
                    <a:pt x="327209" y="52425"/>
                  </a:cubicBezTo>
                  <a:lnTo>
                    <a:pt x="326542" y="52425"/>
                  </a:lnTo>
                  <a:cubicBezTo>
                    <a:pt x="316573" y="49006"/>
                    <a:pt x="311264" y="38153"/>
                    <a:pt x="314683" y="28184"/>
                  </a:cubicBezTo>
                  <a:cubicBezTo>
                    <a:pt x="318103" y="18215"/>
                    <a:pt x="328956" y="12906"/>
                    <a:pt x="338925" y="16325"/>
                  </a:cubicBezTo>
                  <a:lnTo>
                    <a:pt x="340068" y="16325"/>
                  </a:lnTo>
                  <a:cubicBezTo>
                    <a:pt x="349957" y="19914"/>
                    <a:pt x="355066" y="30842"/>
                    <a:pt x="351477" y="40731"/>
                  </a:cubicBezTo>
                  <a:cubicBezTo>
                    <a:pt x="348757" y="48226"/>
                    <a:pt x="341658" y="53234"/>
                    <a:pt x="333686" y="53282"/>
                  </a:cubicBezTo>
                  <a:close/>
                  <a:moveTo>
                    <a:pt x="133661" y="52330"/>
                  </a:moveTo>
                  <a:cubicBezTo>
                    <a:pt x="123139" y="52306"/>
                    <a:pt x="114630" y="43758"/>
                    <a:pt x="114654" y="33237"/>
                  </a:cubicBezTo>
                  <a:cubicBezTo>
                    <a:pt x="114672" y="25024"/>
                    <a:pt x="119952" y="17747"/>
                    <a:pt x="127755" y="15182"/>
                  </a:cubicBezTo>
                  <a:cubicBezTo>
                    <a:pt x="137793" y="11873"/>
                    <a:pt x="148642" y="17149"/>
                    <a:pt x="152235" y="27089"/>
                  </a:cubicBezTo>
                  <a:cubicBezTo>
                    <a:pt x="155489" y="36863"/>
                    <a:pt x="150384" y="47455"/>
                    <a:pt x="140709" y="50996"/>
                  </a:cubicBezTo>
                  <a:lnTo>
                    <a:pt x="139566" y="50996"/>
                  </a:lnTo>
                  <a:cubicBezTo>
                    <a:pt x="137630" y="51623"/>
                    <a:pt x="135600" y="51913"/>
                    <a:pt x="133566" y="51854"/>
                  </a:cubicBezTo>
                  <a:close/>
                  <a:moveTo>
                    <a:pt x="267963" y="38233"/>
                  </a:moveTo>
                  <a:lnTo>
                    <a:pt x="264820" y="38233"/>
                  </a:lnTo>
                  <a:cubicBezTo>
                    <a:pt x="254299" y="36997"/>
                    <a:pt x="246772" y="27466"/>
                    <a:pt x="248008" y="16945"/>
                  </a:cubicBezTo>
                  <a:cubicBezTo>
                    <a:pt x="249245" y="6423"/>
                    <a:pt x="258775" y="-1103"/>
                    <a:pt x="269297" y="133"/>
                  </a:cubicBezTo>
                  <a:cubicBezTo>
                    <a:pt x="279771" y="1116"/>
                    <a:pt x="287467" y="10405"/>
                    <a:pt x="286484" y="20879"/>
                  </a:cubicBezTo>
                  <a:cubicBezTo>
                    <a:pt x="286471" y="21013"/>
                    <a:pt x="286457" y="21146"/>
                    <a:pt x="286442" y="21278"/>
                  </a:cubicBezTo>
                  <a:cubicBezTo>
                    <a:pt x="285172" y="30605"/>
                    <a:pt x="277281" y="37607"/>
                    <a:pt x="267868" y="37757"/>
                  </a:cubicBezTo>
                  <a:close/>
                  <a:moveTo>
                    <a:pt x="199574" y="38233"/>
                  </a:moveTo>
                  <a:cubicBezTo>
                    <a:pt x="189052" y="38759"/>
                    <a:pt x="180097" y="30657"/>
                    <a:pt x="179571" y="20135"/>
                  </a:cubicBezTo>
                  <a:cubicBezTo>
                    <a:pt x="179046" y="9614"/>
                    <a:pt x="187147" y="659"/>
                    <a:pt x="197669" y="133"/>
                  </a:cubicBezTo>
                  <a:lnTo>
                    <a:pt x="198526" y="133"/>
                  </a:lnTo>
                  <a:cubicBezTo>
                    <a:pt x="209047" y="-945"/>
                    <a:pt x="218450" y="6709"/>
                    <a:pt x="219529" y="17230"/>
                  </a:cubicBezTo>
                  <a:cubicBezTo>
                    <a:pt x="220607" y="27752"/>
                    <a:pt x="212953" y="37155"/>
                    <a:pt x="202431" y="38233"/>
                  </a:cubicBezTo>
                  <a:lnTo>
                    <a:pt x="199574" y="38233"/>
                  </a:lnTo>
                  <a:close/>
                  <a:moveTo>
                    <a:pt x="354736" y="184727"/>
                  </a:moveTo>
                  <a:cubicBezTo>
                    <a:pt x="349692" y="184706"/>
                    <a:pt x="344862" y="182685"/>
                    <a:pt x="341306" y="179108"/>
                  </a:cubicBezTo>
                  <a:lnTo>
                    <a:pt x="340639" y="178441"/>
                  </a:lnTo>
                  <a:cubicBezTo>
                    <a:pt x="332855" y="171363"/>
                    <a:pt x="332284" y="159315"/>
                    <a:pt x="339362" y="151531"/>
                  </a:cubicBezTo>
                  <a:cubicBezTo>
                    <a:pt x="346440" y="143747"/>
                    <a:pt x="358488" y="143175"/>
                    <a:pt x="366272" y="150253"/>
                  </a:cubicBezTo>
                  <a:cubicBezTo>
                    <a:pt x="366735" y="150674"/>
                    <a:pt x="367176" y="151117"/>
                    <a:pt x="367595" y="151580"/>
                  </a:cubicBezTo>
                  <a:lnTo>
                    <a:pt x="368262" y="152247"/>
                  </a:lnTo>
                  <a:cubicBezTo>
                    <a:pt x="375679" y="159709"/>
                    <a:pt x="375643" y="171771"/>
                    <a:pt x="368182" y="179188"/>
                  </a:cubicBezTo>
                  <a:cubicBezTo>
                    <a:pt x="364609" y="182740"/>
                    <a:pt x="359774" y="184731"/>
                    <a:pt x="354736" y="184727"/>
                  </a:cubicBezTo>
                  <a:close/>
                  <a:moveTo>
                    <a:pt x="298729" y="147294"/>
                  </a:moveTo>
                  <a:cubicBezTo>
                    <a:pt x="296304" y="147336"/>
                    <a:pt x="293898" y="146849"/>
                    <a:pt x="291681" y="145865"/>
                  </a:cubicBezTo>
                  <a:lnTo>
                    <a:pt x="290728" y="145865"/>
                  </a:lnTo>
                  <a:cubicBezTo>
                    <a:pt x="280996" y="141841"/>
                    <a:pt x="276369" y="130689"/>
                    <a:pt x="280393" y="120958"/>
                  </a:cubicBezTo>
                  <a:cubicBezTo>
                    <a:pt x="284418" y="111226"/>
                    <a:pt x="295570" y="106599"/>
                    <a:pt x="305301" y="110623"/>
                  </a:cubicBezTo>
                  <a:cubicBezTo>
                    <a:pt x="315120" y="114402"/>
                    <a:pt x="320016" y="125427"/>
                    <a:pt x="316236" y="135245"/>
                  </a:cubicBezTo>
                  <a:cubicBezTo>
                    <a:pt x="316181" y="135389"/>
                    <a:pt x="316124" y="135532"/>
                    <a:pt x="316065" y="135674"/>
                  </a:cubicBezTo>
                  <a:cubicBezTo>
                    <a:pt x="313139" y="142687"/>
                    <a:pt x="306327" y="147291"/>
                    <a:pt x="298729" y="147389"/>
                  </a:cubicBezTo>
                  <a:close/>
                  <a:moveTo>
                    <a:pt x="233197" y="134054"/>
                  </a:moveTo>
                  <a:lnTo>
                    <a:pt x="232245" y="134054"/>
                  </a:lnTo>
                  <a:cubicBezTo>
                    <a:pt x="221723" y="134054"/>
                    <a:pt x="213195" y="125526"/>
                    <a:pt x="213195" y="115004"/>
                  </a:cubicBezTo>
                  <a:cubicBezTo>
                    <a:pt x="213195" y="104483"/>
                    <a:pt x="221723" y="95954"/>
                    <a:pt x="232245" y="95954"/>
                  </a:cubicBezTo>
                  <a:lnTo>
                    <a:pt x="233197" y="95954"/>
                  </a:lnTo>
                  <a:cubicBezTo>
                    <a:pt x="243718" y="95954"/>
                    <a:pt x="252247" y="104483"/>
                    <a:pt x="252247" y="115004"/>
                  </a:cubicBezTo>
                  <a:cubicBezTo>
                    <a:pt x="252247" y="125526"/>
                    <a:pt x="243718" y="134054"/>
                    <a:pt x="233197" y="134054"/>
                  </a:cubicBezTo>
                  <a:close/>
                  <a:moveTo>
                    <a:pt x="232054" y="313124"/>
                  </a:moveTo>
                  <a:cubicBezTo>
                    <a:pt x="199991" y="311825"/>
                    <a:pt x="175053" y="284780"/>
                    <a:pt x="176351" y="252718"/>
                  </a:cubicBezTo>
                  <a:cubicBezTo>
                    <a:pt x="177577" y="222476"/>
                    <a:pt x="201812" y="198240"/>
                    <a:pt x="232054" y="197015"/>
                  </a:cubicBezTo>
                  <a:lnTo>
                    <a:pt x="232054" y="197015"/>
                  </a:lnTo>
                  <a:cubicBezTo>
                    <a:pt x="264117" y="195716"/>
                    <a:pt x="291162" y="220655"/>
                    <a:pt x="292461" y="252718"/>
                  </a:cubicBezTo>
                  <a:cubicBezTo>
                    <a:pt x="293760" y="284780"/>
                    <a:pt x="268821" y="311825"/>
                    <a:pt x="236758" y="313124"/>
                  </a:cubicBezTo>
                  <a:cubicBezTo>
                    <a:pt x="235191" y="313188"/>
                    <a:pt x="233622" y="313188"/>
                    <a:pt x="232054" y="313124"/>
                  </a:cubicBezTo>
                  <a:close/>
                  <a:moveTo>
                    <a:pt x="232054" y="225590"/>
                  </a:moveTo>
                  <a:lnTo>
                    <a:pt x="232054" y="225590"/>
                  </a:lnTo>
                  <a:cubicBezTo>
                    <a:pt x="215747" y="225695"/>
                    <a:pt x="202612" y="239000"/>
                    <a:pt x="202718" y="255308"/>
                  </a:cubicBezTo>
                  <a:cubicBezTo>
                    <a:pt x="202823" y="271615"/>
                    <a:pt x="216128" y="284749"/>
                    <a:pt x="232435" y="284644"/>
                  </a:cubicBezTo>
                  <a:cubicBezTo>
                    <a:pt x="248705" y="284538"/>
                    <a:pt x="261824" y="271292"/>
                    <a:pt x="261772" y="255022"/>
                  </a:cubicBezTo>
                  <a:cubicBezTo>
                    <a:pt x="261721" y="238714"/>
                    <a:pt x="248458" y="225536"/>
                    <a:pt x="232151" y="225589"/>
                  </a:cubicBezTo>
                  <a:cubicBezTo>
                    <a:pt x="232086" y="225589"/>
                    <a:pt x="232023" y="225589"/>
                    <a:pt x="231959" y="22559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68" name="Google Shape;392;g2e185aec522_0_0">
              <a:extLst>
                <a:ext uri="{FF2B5EF4-FFF2-40B4-BE49-F238E27FC236}">
                  <a16:creationId xmlns:a16="http://schemas.microsoft.com/office/drawing/2014/main" id="{5D354A98-6B7D-C673-68D8-E4C652E8DF0A}"/>
                </a:ext>
              </a:extLst>
            </p:cNvPr>
            <p:cNvSpPr/>
            <p:nvPr/>
          </p:nvSpPr>
          <p:spPr>
            <a:xfrm>
              <a:off x="4336090" y="3856312"/>
              <a:ext cx="242359" cy="210696"/>
            </a:xfrm>
            <a:custGeom>
              <a:avLst/>
              <a:gdLst/>
              <a:ahLst/>
              <a:cxnLst/>
              <a:rect l="l" t="t" r="r" b="b"/>
              <a:pathLst>
                <a:path w="545673" h="474383" extrusionOk="0">
                  <a:moveTo>
                    <a:pt x="541414" y="332110"/>
                  </a:moveTo>
                  <a:lnTo>
                    <a:pt x="213676" y="4448"/>
                  </a:lnTo>
                  <a:cubicBezTo>
                    <a:pt x="207745" y="-1483"/>
                    <a:pt x="198087" y="-1483"/>
                    <a:pt x="192156" y="4448"/>
                  </a:cubicBezTo>
                  <a:lnTo>
                    <a:pt x="51100" y="145505"/>
                  </a:lnTo>
                  <a:cubicBezTo>
                    <a:pt x="48210" y="148395"/>
                    <a:pt x="46613" y="152197"/>
                    <a:pt x="46613" y="156227"/>
                  </a:cubicBezTo>
                  <a:cubicBezTo>
                    <a:pt x="46613" y="160257"/>
                    <a:pt x="48210" y="164135"/>
                    <a:pt x="51100" y="166949"/>
                  </a:cubicBezTo>
                  <a:lnTo>
                    <a:pt x="172233" y="288082"/>
                  </a:lnTo>
                  <a:lnTo>
                    <a:pt x="100755" y="359561"/>
                  </a:lnTo>
                  <a:lnTo>
                    <a:pt x="30417" y="359561"/>
                  </a:lnTo>
                  <a:lnTo>
                    <a:pt x="30417" y="278729"/>
                  </a:lnTo>
                  <a:cubicBezTo>
                    <a:pt x="30417" y="270365"/>
                    <a:pt x="23573" y="263521"/>
                    <a:pt x="15208" y="263521"/>
                  </a:cubicBezTo>
                  <a:cubicBezTo>
                    <a:pt x="6844" y="263521"/>
                    <a:pt x="0" y="270365"/>
                    <a:pt x="0" y="278729"/>
                  </a:cubicBezTo>
                  <a:lnTo>
                    <a:pt x="0" y="459175"/>
                  </a:lnTo>
                  <a:cubicBezTo>
                    <a:pt x="0" y="467540"/>
                    <a:pt x="6844" y="474384"/>
                    <a:pt x="15208" y="474384"/>
                  </a:cubicBezTo>
                  <a:cubicBezTo>
                    <a:pt x="23573" y="474384"/>
                    <a:pt x="30417" y="467540"/>
                    <a:pt x="30417" y="459175"/>
                  </a:cubicBezTo>
                  <a:lnTo>
                    <a:pt x="30417" y="389978"/>
                  </a:lnTo>
                  <a:lnTo>
                    <a:pt x="106990" y="389978"/>
                  </a:lnTo>
                  <a:cubicBezTo>
                    <a:pt x="111020" y="389978"/>
                    <a:pt x="114898" y="388381"/>
                    <a:pt x="117712" y="385491"/>
                  </a:cubicBezTo>
                  <a:lnTo>
                    <a:pt x="193677" y="309526"/>
                  </a:lnTo>
                  <a:lnTo>
                    <a:pt x="316864" y="432713"/>
                  </a:lnTo>
                  <a:cubicBezTo>
                    <a:pt x="319830" y="435679"/>
                    <a:pt x="323708" y="437199"/>
                    <a:pt x="327586" y="437199"/>
                  </a:cubicBezTo>
                  <a:cubicBezTo>
                    <a:pt x="331464" y="437199"/>
                    <a:pt x="335342" y="435679"/>
                    <a:pt x="338308" y="432713"/>
                  </a:cubicBezTo>
                  <a:lnTo>
                    <a:pt x="398760" y="372260"/>
                  </a:lnTo>
                  <a:cubicBezTo>
                    <a:pt x="402638" y="368382"/>
                    <a:pt x="407885" y="366025"/>
                    <a:pt x="413360" y="365645"/>
                  </a:cubicBezTo>
                  <a:lnTo>
                    <a:pt x="531452" y="357888"/>
                  </a:lnTo>
                  <a:cubicBezTo>
                    <a:pt x="537384" y="357508"/>
                    <a:pt x="542554" y="353630"/>
                    <a:pt x="544683" y="348079"/>
                  </a:cubicBezTo>
                  <a:cubicBezTo>
                    <a:pt x="546813" y="342528"/>
                    <a:pt x="545444" y="336217"/>
                    <a:pt x="541186" y="331958"/>
                  </a:cubicBezTo>
                  <a:close/>
                  <a:moveTo>
                    <a:pt x="411535" y="335456"/>
                  </a:moveTo>
                  <a:cubicBezTo>
                    <a:pt x="398684" y="336293"/>
                    <a:pt x="386518" y="341768"/>
                    <a:pt x="377393" y="350969"/>
                  </a:cubicBezTo>
                  <a:lnTo>
                    <a:pt x="327738" y="400624"/>
                  </a:lnTo>
                  <a:lnTo>
                    <a:pt x="83341" y="156303"/>
                  </a:lnTo>
                  <a:lnTo>
                    <a:pt x="202954" y="36690"/>
                  </a:lnTo>
                  <a:lnTo>
                    <a:pt x="496169" y="329905"/>
                  </a:lnTo>
                  <a:lnTo>
                    <a:pt x="411535" y="335456"/>
                  </a:lnTo>
                  <a:close/>
                  <a:moveTo>
                    <a:pt x="311541" y="286333"/>
                  </a:moveTo>
                  <a:cubicBezTo>
                    <a:pt x="305610" y="280402"/>
                    <a:pt x="305306" y="270517"/>
                    <a:pt x="311237" y="264586"/>
                  </a:cubicBezTo>
                  <a:cubicBezTo>
                    <a:pt x="317168" y="258654"/>
                    <a:pt x="326521" y="258350"/>
                    <a:pt x="332452" y="264282"/>
                  </a:cubicBezTo>
                  <a:lnTo>
                    <a:pt x="332985" y="264814"/>
                  </a:lnTo>
                  <a:cubicBezTo>
                    <a:pt x="338916" y="270745"/>
                    <a:pt x="338916" y="280402"/>
                    <a:pt x="332985" y="286333"/>
                  </a:cubicBezTo>
                  <a:cubicBezTo>
                    <a:pt x="330019" y="289299"/>
                    <a:pt x="326141" y="290820"/>
                    <a:pt x="322263" y="290820"/>
                  </a:cubicBezTo>
                  <a:cubicBezTo>
                    <a:pt x="318385" y="290820"/>
                    <a:pt x="314507" y="289299"/>
                    <a:pt x="311541" y="286333"/>
                  </a:cubicBezTo>
                  <a:close/>
                  <a:moveTo>
                    <a:pt x="349181" y="323974"/>
                  </a:moveTo>
                  <a:cubicBezTo>
                    <a:pt x="343250" y="318043"/>
                    <a:pt x="343250" y="308385"/>
                    <a:pt x="349181" y="302454"/>
                  </a:cubicBezTo>
                  <a:cubicBezTo>
                    <a:pt x="355113" y="296523"/>
                    <a:pt x="364770" y="296523"/>
                    <a:pt x="370701" y="302454"/>
                  </a:cubicBezTo>
                  <a:lnTo>
                    <a:pt x="371233" y="302987"/>
                  </a:lnTo>
                  <a:cubicBezTo>
                    <a:pt x="377165" y="308918"/>
                    <a:pt x="377165" y="318575"/>
                    <a:pt x="371233" y="324506"/>
                  </a:cubicBezTo>
                  <a:cubicBezTo>
                    <a:pt x="368268" y="327472"/>
                    <a:pt x="364390" y="328993"/>
                    <a:pt x="360512" y="328993"/>
                  </a:cubicBezTo>
                  <a:cubicBezTo>
                    <a:pt x="356633" y="328993"/>
                    <a:pt x="352755" y="327472"/>
                    <a:pt x="349790" y="324506"/>
                  </a:cubicBezTo>
                  <a:lnTo>
                    <a:pt x="349257" y="323974"/>
                  </a:lnTo>
                  <a:close/>
                  <a:moveTo>
                    <a:pt x="180294" y="112123"/>
                  </a:moveTo>
                  <a:cubicBezTo>
                    <a:pt x="186225" y="118054"/>
                    <a:pt x="186225" y="127711"/>
                    <a:pt x="180294" y="133643"/>
                  </a:cubicBezTo>
                  <a:cubicBezTo>
                    <a:pt x="177328" y="136608"/>
                    <a:pt x="173450" y="138129"/>
                    <a:pt x="169572" y="138129"/>
                  </a:cubicBezTo>
                  <a:cubicBezTo>
                    <a:pt x="165694" y="138129"/>
                    <a:pt x="161816" y="136608"/>
                    <a:pt x="158850" y="133643"/>
                  </a:cubicBezTo>
                  <a:lnTo>
                    <a:pt x="158318" y="133110"/>
                  </a:lnTo>
                  <a:cubicBezTo>
                    <a:pt x="152387" y="127179"/>
                    <a:pt x="152387" y="117522"/>
                    <a:pt x="158318" y="111591"/>
                  </a:cubicBezTo>
                  <a:cubicBezTo>
                    <a:pt x="164249" y="105659"/>
                    <a:pt x="173906" y="105659"/>
                    <a:pt x="179838" y="111591"/>
                  </a:cubicBezTo>
                  <a:lnTo>
                    <a:pt x="180370" y="112123"/>
                  </a:lnTo>
                  <a:close/>
                  <a:moveTo>
                    <a:pt x="272760" y="247628"/>
                  </a:moveTo>
                  <a:cubicBezTo>
                    <a:pt x="266829" y="241697"/>
                    <a:pt x="266829" y="232040"/>
                    <a:pt x="272760" y="226109"/>
                  </a:cubicBezTo>
                  <a:cubicBezTo>
                    <a:pt x="278691" y="220178"/>
                    <a:pt x="288348" y="220178"/>
                    <a:pt x="294280" y="226109"/>
                  </a:cubicBezTo>
                  <a:lnTo>
                    <a:pt x="294812" y="226641"/>
                  </a:lnTo>
                  <a:cubicBezTo>
                    <a:pt x="300743" y="232572"/>
                    <a:pt x="300743" y="242230"/>
                    <a:pt x="294812" y="248161"/>
                  </a:cubicBezTo>
                  <a:cubicBezTo>
                    <a:pt x="291846" y="251126"/>
                    <a:pt x="287968" y="252647"/>
                    <a:pt x="284090" y="252647"/>
                  </a:cubicBezTo>
                  <a:cubicBezTo>
                    <a:pt x="280212" y="252647"/>
                    <a:pt x="276334" y="251126"/>
                    <a:pt x="273368" y="248161"/>
                  </a:cubicBezTo>
                  <a:lnTo>
                    <a:pt x="272836" y="247628"/>
                  </a:lnTo>
                  <a:close/>
                  <a:moveTo>
                    <a:pt x="196415" y="149763"/>
                  </a:moveTo>
                  <a:cubicBezTo>
                    <a:pt x="202346" y="143832"/>
                    <a:pt x="212003" y="143832"/>
                    <a:pt x="217934" y="149763"/>
                  </a:cubicBezTo>
                  <a:lnTo>
                    <a:pt x="218467" y="150296"/>
                  </a:lnTo>
                  <a:cubicBezTo>
                    <a:pt x="224398" y="156227"/>
                    <a:pt x="224398" y="165884"/>
                    <a:pt x="218467" y="171815"/>
                  </a:cubicBezTo>
                  <a:cubicBezTo>
                    <a:pt x="215501" y="174781"/>
                    <a:pt x="211623" y="176302"/>
                    <a:pt x="207745" y="176302"/>
                  </a:cubicBezTo>
                  <a:cubicBezTo>
                    <a:pt x="203867" y="176302"/>
                    <a:pt x="199988" y="174781"/>
                    <a:pt x="197023" y="171815"/>
                  </a:cubicBezTo>
                  <a:lnTo>
                    <a:pt x="196491" y="171283"/>
                  </a:lnTo>
                  <a:cubicBezTo>
                    <a:pt x="190559" y="165352"/>
                    <a:pt x="190559" y="155695"/>
                    <a:pt x="196491" y="149763"/>
                  </a:cubicBezTo>
                  <a:close/>
                  <a:moveTo>
                    <a:pt x="234587" y="209456"/>
                  </a:moveTo>
                  <a:cubicBezTo>
                    <a:pt x="228656" y="203525"/>
                    <a:pt x="228656" y="193867"/>
                    <a:pt x="234587" y="187936"/>
                  </a:cubicBezTo>
                  <a:cubicBezTo>
                    <a:pt x="240518" y="182005"/>
                    <a:pt x="250176" y="182005"/>
                    <a:pt x="256107" y="187936"/>
                  </a:cubicBezTo>
                  <a:lnTo>
                    <a:pt x="256639" y="188468"/>
                  </a:lnTo>
                  <a:cubicBezTo>
                    <a:pt x="262570" y="194400"/>
                    <a:pt x="262570" y="204057"/>
                    <a:pt x="256639" y="209988"/>
                  </a:cubicBezTo>
                  <a:cubicBezTo>
                    <a:pt x="253674" y="212954"/>
                    <a:pt x="249796" y="214474"/>
                    <a:pt x="245917" y="214474"/>
                  </a:cubicBezTo>
                  <a:cubicBezTo>
                    <a:pt x="242039" y="214474"/>
                    <a:pt x="238161" y="212954"/>
                    <a:pt x="235196" y="209988"/>
                  </a:cubicBezTo>
                  <a:lnTo>
                    <a:pt x="234663" y="209456"/>
                  </a:lnTo>
                  <a:close/>
                  <a:moveTo>
                    <a:pt x="478908" y="407924"/>
                  </a:moveTo>
                  <a:cubicBezTo>
                    <a:pt x="467045" y="428151"/>
                    <a:pt x="445146" y="441686"/>
                    <a:pt x="420052" y="441686"/>
                  </a:cubicBezTo>
                  <a:cubicBezTo>
                    <a:pt x="411839" y="441686"/>
                    <a:pt x="403931" y="440241"/>
                    <a:pt x="396631" y="437580"/>
                  </a:cubicBezTo>
                  <a:cubicBezTo>
                    <a:pt x="386137" y="433778"/>
                    <a:pt x="383172" y="420394"/>
                    <a:pt x="391080" y="412486"/>
                  </a:cubicBezTo>
                  <a:lnTo>
                    <a:pt x="410927" y="392639"/>
                  </a:lnTo>
                  <a:cubicBezTo>
                    <a:pt x="413512" y="390054"/>
                    <a:pt x="417010" y="388457"/>
                    <a:pt x="420660" y="388229"/>
                  </a:cubicBezTo>
                  <a:lnTo>
                    <a:pt x="464536" y="385339"/>
                  </a:lnTo>
                  <a:cubicBezTo>
                    <a:pt x="476551" y="384579"/>
                    <a:pt x="484915" y="397506"/>
                    <a:pt x="478832" y="40792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cxnSp>
          <p:nvCxnSpPr>
            <p:cNvPr id="69" name="Google Shape;401;g2e185aec522_0_0">
              <a:extLst>
                <a:ext uri="{FF2B5EF4-FFF2-40B4-BE49-F238E27FC236}">
                  <a16:creationId xmlns:a16="http://schemas.microsoft.com/office/drawing/2014/main" id="{C0BC326D-A0C2-CCE7-EF18-C9CCA7C4C789}"/>
                </a:ext>
              </a:extLst>
            </p:cNvPr>
            <p:cNvCxnSpPr/>
            <p:nvPr/>
          </p:nvCxnSpPr>
          <p:spPr>
            <a:xfrm>
              <a:off x="4151852" y="3665040"/>
              <a:ext cx="0" cy="179787"/>
            </a:xfrm>
            <a:prstGeom prst="straightConnector1">
              <a:avLst/>
            </a:pr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70" name="Google Shape;402;g2e185aec522_0_0">
              <a:extLst>
                <a:ext uri="{FF2B5EF4-FFF2-40B4-BE49-F238E27FC236}">
                  <a16:creationId xmlns:a16="http://schemas.microsoft.com/office/drawing/2014/main" id="{237A10E9-7EA6-6699-8A3D-94A9774A9DCE}"/>
                </a:ext>
              </a:extLst>
            </p:cNvPr>
            <p:cNvCxnSpPr/>
            <p:nvPr/>
          </p:nvCxnSpPr>
          <p:spPr>
            <a:xfrm>
              <a:off x="4421642" y="3665040"/>
              <a:ext cx="0" cy="179787"/>
            </a:xfrm>
            <a:prstGeom prst="straightConnector1">
              <a:avLst/>
            </a:pr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71" name="Google Shape;406;g2e185aec522_0_0">
              <a:extLst>
                <a:ext uri="{FF2B5EF4-FFF2-40B4-BE49-F238E27FC236}">
                  <a16:creationId xmlns:a16="http://schemas.microsoft.com/office/drawing/2014/main" id="{1850BBEF-F599-850F-AD59-801DDEDC08DD}"/>
                </a:ext>
              </a:extLst>
            </p:cNvPr>
            <p:cNvCxnSpPr/>
            <p:nvPr/>
          </p:nvCxnSpPr>
          <p:spPr>
            <a:xfrm>
              <a:off x="3950575" y="3611994"/>
              <a:ext cx="159893" cy="0"/>
            </a:xfrm>
            <a:prstGeom prst="straightConnector1">
              <a:avLst/>
            </a:pr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9EDC7C17-2945-6118-A839-53CD37BEBC9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12759" y="3471173"/>
              <a:ext cx="357335" cy="212400"/>
            </a:xfrm>
            <a:custGeom>
              <a:avLst/>
              <a:gdLst>
                <a:gd name="connsiteX0" fmla="*/ 3075252 w 8216917"/>
                <a:gd name="connsiteY0" fmla="*/ 3497746 h 4884132"/>
                <a:gd name="connsiteX1" fmla="*/ 3267695 w 8216917"/>
                <a:gd name="connsiteY1" fmla="*/ 3690419 h 4884132"/>
                <a:gd name="connsiteX2" fmla="*/ 3075252 w 8216917"/>
                <a:gd name="connsiteY2" fmla="*/ 3883115 h 4884132"/>
                <a:gd name="connsiteX3" fmla="*/ 2882809 w 8216917"/>
                <a:gd name="connsiteY3" fmla="*/ 3690419 h 4884132"/>
                <a:gd name="connsiteX4" fmla="*/ 3075252 w 8216917"/>
                <a:gd name="connsiteY4" fmla="*/ 3497746 h 4884132"/>
                <a:gd name="connsiteX5" fmla="*/ 2362256 w 8216917"/>
                <a:gd name="connsiteY5" fmla="*/ 3497746 h 4884132"/>
                <a:gd name="connsiteX6" fmla="*/ 2554699 w 8216917"/>
                <a:gd name="connsiteY6" fmla="*/ 3690419 h 4884132"/>
                <a:gd name="connsiteX7" fmla="*/ 2362256 w 8216917"/>
                <a:gd name="connsiteY7" fmla="*/ 3883115 h 4884132"/>
                <a:gd name="connsiteX8" fmla="*/ 2169813 w 8216917"/>
                <a:gd name="connsiteY8" fmla="*/ 3690419 h 4884132"/>
                <a:gd name="connsiteX9" fmla="*/ 2362256 w 8216917"/>
                <a:gd name="connsiteY9" fmla="*/ 3497746 h 4884132"/>
                <a:gd name="connsiteX10" fmla="*/ 1649237 w 8216917"/>
                <a:gd name="connsiteY10" fmla="*/ 3497746 h 4884132"/>
                <a:gd name="connsiteX11" fmla="*/ 1841680 w 8216917"/>
                <a:gd name="connsiteY11" fmla="*/ 3690419 h 4884132"/>
                <a:gd name="connsiteX12" fmla="*/ 1649237 w 8216917"/>
                <a:gd name="connsiteY12" fmla="*/ 3883115 h 4884132"/>
                <a:gd name="connsiteX13" fmla="*/ 1456795 w 8216917"/>
                <a:gd name="connsiteY13" fmla="*/ 3690419 h 4884132"/>
                <a:gd name="connsiteX14" fmla="*/ 1649237 w 8216917"/>
                <a:gd name="connsiteY14" fmla="*/ 3497746 h 4884132"/>
                <a:gd name="connsiteX15" fmla="*/ 625440 w 8216917"/>
                <a:gd name="connsiteY15" fmla="*/ 2496821 h 4884132"/>
                <a:gd name="connsiteX16" fmla="*/ 4460879 w 8216917"/>
                <a:gd name="connsiteY16" fmla="*/ 2496821 h 4884132"/>
                <a:gd name="connsiteX17" fmla="*/ 4605211 w 8216917"/>
                <a:gd name="connsiteY17" fmla="*/ 2641337 h 4884132"/>
                <a:gd name="connsiteX18" fmla="*/ 4460879 w 8216917"/>
                <a:gd name="connsiteY18" fmla="*/ 2785854 h 4884132"/>
                <a:gd name="connsiteX19" fmla="*/ 625440 w 8216917"/>
                <a:gd name="connsiteY19" fmla="*/ 2785854 h 4884132"/>
                <a:gd name="connsiteX20" fmla="*/ 288665 w 8216917"/>
                <a:gd name="connsiteY20" fmla="*/ 3123043 h 4884132"/>
                <a:gd name="connsiteX21" fmla="*/ 288665 w 8216917"/>
                <a:gd name="connsiteY21" fmla="*/ 4257933 h 4884132"/>
                <a:gd name="connsiteX22" fmla="*/ 625440 w 8216917"/>
                <a:gd name="connsiteY22" fmla="*/ 4595123 h 4884132"/>
                <a:gd name="connsiteX23" fmla="*/ 7266729 w 8216917"/>
                <a:gd name="connsiteY23" fmla="*/ 4595123 h 4884132"/>
                <a:gd name="connsiteX24" fmla="*/ 7603505 w 8216917"/>
                <a:gd name="connsiteY24" fmla="*/ 4257933 h 4884132"/>
                <a:gd name="connsiteX25" fmla="*/ 7603505 w 8216917"/>
                <a:gd name="connsiteY25" fmla="*/ 3123043 h 4884132"/>
                <a:gd name="connsiteX26" fmla="*/ 7266729 w 8216917"/>
                <a:gd name="connsiteY26" fmla="*/ 2785854 h 4884132"/>
                <a:gd name="connsiteX27" fmla="*/ 7122397 w 8216917"/>
                <a:gd name="connsiteY27" fmla="*/ 2641337 h 4884132"/>
                <a:gd name="connsiteX28" fmla="*/ 7266729 w 8216917"/>
                <a:gd name="connsiteY28" fmla="*/ 2496821 h 4884132"/>
                <a:gd name="connsiteX29" fmla="*/ 7892192 w 8216917"/>
                <a:gd name="connsiteY29" fmla="*/ 3123043 h 4884132"/>
                <a:gd name="connsiteX30" fmla="*/ 7892192 w 8216917"/>
                <a:gd name="connsiteY30" fmla="*/ 4257933 h 4884132"/>
                <a:gd name="connsiteX31" fmla="*/ 7266729 w 8216917"/>
                <a:gd name="connsiteY31" fmla="*/ 4884132 h 4884132"/>
                <a:gd name="connsiteX32" fmla="*/ 625440 w 8216917"/>
                <a:gd name="connsiteY32" fmla="*/ 4884132 h 4884132"/>
                <a:gd name="connsiteX33" fmla="*/ 0 w 8216917"/>
                <a:gd name="connsiteY33" fmla="*/ 4257933 h 4884132"/>
                <a:gd name="connsiteX34" fmla="*/ 0 w 8216917"/>
                <a:gd name="connsiteY34" fmla="*/ 3123043 h 4884132"/>
                <a:gd name="connsiteX35" fmla="*/ 625440 w 8216917"/>
                <a:gd name="connsiteY35" fmla="*/ 2496821 h 4884132"/>
                <a:gd name="connsiteX36" fmla="*/ 5851288 w 8216917"/>
                <a:gd name="connsiteY36" fmla="*/ 2290608 h 4884132"/>
                <a:gd name="connsiteX37" fmla="*/ 5553957 w 8216917"/>
                <a:gd name="connsiteY37" fmla="*/ 2588307 h 4884132"/>
                <a:gd name="connsiteX38" fmla="*/ 5852253 w 8216917"/>
                <a:gd name="connsiteY38" fmla="*/ 2886005 h 4884132"/>
                <a:gd name="connsiteX39" fmla="*/ 6149584 w 8216917"/>
                <a:gd name="connsiteY39" fmla="*/ 2588307 h 4884132"/>
                <a:gd name="connsiteX40" fmla="*/ 5851288 w 8216917"/>
                <a:gd name="connsiteY40" fmla="*/ 2290608 h 4884132"/>
                <a:gd name="connsiteX41" fmla="*/ 5852253 w 8216917"/>
                <a:gd name="connsiteY41" fmla="*/ 1999668 h 4884132"/>
                <a:gd name="connsiteX42" fmla="*/ 6438249 w 8216917"/>
                <a:gd name="connsiteY42" fmla="*/ 2586376 h 4884132"/>
                <a:gd name="connsiteX43" fmla="*/ 5852253 w 8216917"/>
                <a:gd name="connsiteY43" fmla="*/ 3174049 h 4884132"/>
                <a:gd name="connsiteX44" fmla="*/ 5265293 w 8216917"/>
                <a:gd name="connsiteY44" fmla="*/ 2587341 h 4884132"/>
                <a:gd name="connsiteX45" fmla="*/ 5852253 w 8216917"/>
                <a:gd name="connsiteY45" fmla="*/ 2000634 h 4884132"/>
                <a:gd name="connsiteX46" fmla="*/ 7080403 w 8216917"/>
                <a:gd name="connsiteY46" fmla="*/ 1484380 h 4884132"/>
                <a:gd name="connsiteX47" fmla="*/ 7217630 w 8216917"/>
                <a:gd name="connsiteY47" fmla="*/ 1538215 h 4884132"/>
                <a:gd name="connsiteX48" fmla="*/ 7227261 w 8216917"/>
                <a:gd name="connsiteY48" fmla="*/ 1547846 h 4884132"/>
                <a:gd name="connsiteX49" fmla="*/ 7227261 w 8216917"/>
                <a:gd name="connsiteY49" fmla="*/ 1820489 h 4884132"/>
                <a:gd name="connsiteX50" fmla="*/ 7091595 w 8216917"/>
                <a:gd name="connsiteY50" fmla="*/ 1877335 h 4884132"/>
                <a:gd name="connsiteX51" fmla="*/ 6955905 w 8216917"/>
                <a:gd name="connsiteY51" fmla="*/ 1820489 h 4884132"/>
                <a:gd name="connsiteX52" fmla="*/ 6952066 w 8216917"/>
                <a:gd name="connsiteY52" fmla="*/ 1816628 h 4884132"/>
                <a:gd name="connsiteX53" fmla="*/ 6951101 w 8216917"/>
                <a:gd name="connsiteY53" fmla="*/ 1816628 h 4884132"/>
                <a:gd name="connsiteX54" fmla="*/ 6945331 w 8216917"/>
                <a:gd name="connsiteY54" fmla="*/ 1543984 h 4884132"/>
                <a:gd name="connsiteX55" fmla="*/ 7080403 w 8216917"/>
                <a:gd name="connsiteY55" fmla="*/ 1484380 h 4884132"/>
                <a:gd name="connsiteX56" fmla="*/ 4627690 w 8216917"/>
                <a:gd name="connsiteY56" fmla="*/ 1481474 h 4884132"/>
                <a:gd name="connsiteX57" fmla="*/ 4762049 w 8216917"/>
                <a:gd name="connsiteY57" fmla="*/ 1539156 h 4884132"/>
                <a:gd name="connsiteX58" fmla="*/ 4762049 w 8216917"/>
                <a:gd name="connsiteY58" fmla="*/ 1805064 h 4884132"/>
                <a:gd name="connsiteX59" fmla="*/ 4749521 w 8216917"/>
                <a:gd name="connsiteY59" fmla="*/ 1817592 h 4884132"/>
                <a:gd name="connsiteX60" fmla="*/ 4619624 w 8216917"/>
                <a:gd name="connsiteY60" fmla="*/ 1868645 h 4884132"/>
                <a:gd name="connsiteX61" fmla="*/ 4478188 w 8216917"/>
                <a:gd name="connsiteY61" fmla="*/ 1806030 h 4884132"/>
                <a:gd name="connsiteX62" fmla="*/ 4478188 w 8216917"/>
                <a:gd name="connsiteY62" fmla="*/ 1806995 h 4884132"/>
                <a:gd name="connsiteX63" fmla="*/ 4489727 w 8216917"/>
                <a:gd name="connsiteY63" fmla="*/ 1534352 h 4884132"/>
                <a:gd name="connsiteX64" fmla="*/ 4627690 w 8216917"/>
                <a:gd name="connsiteY64" fmla="*/ 1481474 h 4884132"/>
                <a:gd name="connsiteX65" fmla="*/ 6518195 w 8216917"/>
                <a:gd name="connsiteY65" fmla="*/ 1110693 h 4884132"/>
                <a:gd name="connsiteX66" fmla="*/ 6593178 w 8216917"/>
                <a:gd name="connsiteY66" fmla="*/ 1125882 h 4884132"/>
                <a:gd name="connsiteX67" fmla="*/ 6702869 w 8216917"/>
                <a:gd name="connsiteY67" fmla="*/ 1378297 h 4884132"/>
                <a:gd name="connsiteX68" fmla="*/ 6526770 w 8216917"/>
                <a:gd name="connsiteY68" fmla="*/ 1499689 h 4884132"/>
                <a:gd name="connsiteX69" fmla="*/ 6455557 w 8216917"/>
                <a:gd name="connsiteY69" fmla="*/ 1485231 h 4884132"/>
                <a:gd name="connsiteX70" fmla="*/ 6444984 w 8216917"/>
                <a:gd name="connsiteY70" fmla="*/ 1480403 h 4884132"/>
                <a:gd name="connsiteX71" fmla="*/ 6342027 w 8216917"/>
                <a:gd name="connsiteY71" fmla="*/ 1227988 h 4884132"/>
                <a:gd name="connsiteX72" fmla="*/ 6341062 w 8216917"/>
                <a:gd name="connsiteY72" fmla="*/ 1228954 h 4884132"/>
                <a:gd name="connsiteX73" fmla="*/ 6518195 w 8216917"/>
                <a:gd name="connsiteY73" fmla="*/ 1110693 h 4884132"/>
                <a:gd name="connsiteX74" fmla="*/ 5193056 w 8216917"/>
                <a:gd name="connsiteY74" fmla="*/ 1107681 h 4884132"/>
                <a:gd name="connsiteX75" fmla="*/ 5370180 w 8216917"/>
                <a:gd name="connsiteY75" fmla="*/ 1227987 h 4884132"/>
                <a:gd name="connsiteX76" fmla="*/ 5268189 w 8216917"/>
                <a:gd name="connsiteY76" fmla="*/ 1475576 h 4884132"/>
                <a:gd name="connsiteX77" fmla="*/ 5256650 w 8216917"/>
                <a:gd name="connsiteY77" fmla="*/ 1480403 h 4884132"/>
                <a:gd name="connsiteX78" fmla="*/ 5187368 w 8216917"/>
                <a:gd name="connsiteY78" fmla="*/ 1493873 h 4884132"/>
                <a:gd name="connsiteX79" fmla="*/ 5007430 w 8216917"/>
                <a:gd name="connsiteY79" fmla="*/ 1370573 h 4884132"/>
                <a:gd name="connsiteX80" fmla="*/ 5117122 w 8216917"/>
                <a:gd name="connsiteY80" fmla="*/ 1121054 h 4884132"/>
                <a:gd name="connsiteX81" fmla="*/ 5193056 w 8216917"/>
                <a:gd name="connsiteY81" fmla="*/ 1107681 h 4884132"/>
                <a:gd name="connsiteX82" fmla="*/ 5858965 w 8216917"/>
                <a:gd name="connsiteY82" fmla="*/ 978447 h 4884132"/>
                <a:gd name="connsiteX83" fmla="*/ 6050466 w 8216917"/>
                <a:gd name="connsiteY83" fmla="*/ 1174015 h 4884132"/>
                <a:gd name="connsiteX84" fmla="*/ 5862827 w 8216917"/>
                <a:gd name="connsiteY84" fmla="*/ 1363815 h 4884132"/>
                <a:gd name="connsiteX85" fmla="*/ 5847426 w 8216917"/>
                <a:gd name="connsiteY85" fmla="*/ 1363815 h 4884132"/>
                <a:gd name="connsiteX86" fmla="*/ 5660753 w 8216917"/>
                <a:gd name="connsiteY86" fmla="*/ 1165349 h 4884132"/>
                <a:gd name="connsiteX87" fmla="*/ 5858965 w 8216917"/>
                <a:gd name="connsiteY87" fmla="*/ 978447 h 4884132"/>
                <a:gd name="connsiteX88" fmla="*/ 8014736 w 8216917"/>
                <a:gd name="connsiteY88" fmla="*/ 875491 h 4884132"/>
                <a:gd name="connsiteX89" fmla="*/ 8151963 w 8216917"/>
                <a:gd name="connsiteY89" fmla="*/ 929325 h 4884132"/>
                <a:gd name="connsiteX90" fmla="*/ 8161594 w 8216917"/>
                <a:gd name="connsiteY90" fmla="*/ 938956 h 4884132"/>
                <a:gd name="connsiteX91" fmla="*/ 8160629 w 8216917"/>
                <a:gd name="connsiteY91" fmla="*/ 938956 h 4884132"/>
                <a:gd name="connsiteX92" fmla="*/ 8160629 w 8216917"/>
                <a:gd name="connsiteY92" fmla="*/ 1211599 h 4884132"/>
                <a:gd name="connsiteX93" fmla="*/ 8024962 w 8216917"/>
                <a:gd name="connsiteY93" fmla="*/ 1268445 h 4884132"/>
                <a:gd name="connsiteX94" fmla="*/ 7889296 w 8216917"/>
                <a:gd name="connsiteY94" fmla="*/ 1211599 h 4884132"/>
                <a:gd name="connsiteX95" fmla="*/ 7885434 w 8216917"/>
                <a:gd name="connsiteY95" fmla="*/ 1207737 h 4884132"/>
                <a:gd name="connsiteX96" fmla="*/ 7879664 w 8216917"/>
                <a:gd name="connsiteY96" fmla="*/ 935095 h 4884132"/>
                <a:gd name="connsiteX97" fmla="*/ 8014736 w 8216917"/>
                <a:gd name="connsiteY97" fmla="*/ 875491 h 4884132"/>
                <a:gd name="connsiteX98" fmla="*/ 3712013 w 8216917"/>
                <a:gd name="connsiteY98" fmla="*/ 854912 h 4884132"/>
                <a:gd name="connsiteX99" fmla="*/ 3846955 w 8216917"/>
                <a:gd name="connsiteY99" fmla="*/ 913925 h 4884132"/>
                <a:gd name="connsiteX100" fmla="*/ 3843117 w 8216917"/>
                <a:gd name="connsiteY100" fmla="*/ 1182705 h 4884132"/>
                <a:gd name="connsiteX101" fmla="*/ 3842151 w 8216917"/>
                <a:gd name="connsiteY101" fmla="*/ 1182705 h 4884132"/>
                <a:gd name="connsiteX102" fmla="*/ 3833485 w 8216917"/>
                <a:gd name="connsiteY102" fmla="*/ 1190405 h 4884132"/>
                <a:gd name="connsiteX103" fmla="*/ 3703588 w 8216917"/>
                <a:gd name="connsiteY103" fmla="*/ 1241481 h 4884132"/>
                <a:gd name="connsiteX104" fmla="*/ 3702623 w 8216917"/>
                <a:gd name="connsiteY104" fmla="*/ 1242447 h 4884132"/>
                <a:gd name="connsiteX105" fmla="*/ 3561187 w 8216917"/>
                <a:gd name="connsiteY105" fmla="*/ 1179809 h 4884132"/>
                <a:gd name="connsiteX106" fmla="*/ 3572726 w 8216917"/>
                <a:gd name="connsiteY106" fmla="*/ 907167 h 4884132"/>
                <a:gd name="connsiteX107" fmla="*/ 3712013 w 8216917"/>
                <a:gd name="connsiteY107" fmla="*/ 854912 h 4884132"/>
                <a:gd name="connsiteX108" fmla="*/ 4241952 w 8216917"/>
                <a:gd name="connsiteY108" fmla="*/ 822327 h 4884132"/>
                <a:gd name="connsiteX109" fmla="*/ 4242438 w 8216917"/>
                <a:gd name="connsiteY109" fmla="*/ 822390 h 4884132"/>
                <a:gd name="connsiteX110" fmla="*/ 4241473 w 8216917"/>
                <a:gd name="connsiteY110" fmla="*/ 822390 h 4884132"/>
                <a:gd name="connsiteX111" fmla="*/ 7464775 w 8216917"/>
                <a:gd name="connsiteY111" fmla="*/ 452673 h 4884132"/>
                <a:gd name="connsiteX112" fmla="*/ 7520253 w 8216917"/>
                <a:gd name="connsiteY112" fmla="*/ 454629 h 4884132"/>
                <a:gd name="connsiteX113" fmla="*/ 7591000 w 8216917"/>
                <a:gd name="connsiteY113" fmla="*/ 483294 h 4884132"/>
                <a:gd name="connsiteX114" fmla="*/ 7655455 w 8216917"/>
                <a:gd name="connsiteY114" fmla="*/ 750145 h 4884132"/>
                <a:gd name="connsiteX115" fmla="*/ 7491882 w 8216917"/>
                <a:gd name="connsiteY115" fmla="*/ 842643 h 4884132"/>
                <a:gd name="connsiteX116" fmla="*/ 7391799 w 8216917"/>
                <a:gd name="connsiteY116" fmla="*/ 813749 h 4884132"/>
                <a:gd name="connsiteX117" fmla="*/ 7379294 w 8216917"/>
                <a:gd name="connsiteY117" fmla="*/ 806025 h 4884132"/>
                <a:gd name="connsiteX118" fmla="*/ 7380260 w 8216917"/>
                <a:gd name="connsiteY118" fmla="*/ 806025 h 4884132"/>
                <a:gd name="connsiteX119" fmla="*/ 7324448 w 8216917"/>
                <a:gd name="connsiteY119" fmla="*/ 539175 h 4884132"/>
                <a:gd name="connsiteX120" fmla="*/ 7464775 w 8216917"/>
                <a:gd name="connsiteY120" fmla="*/ 452673 h 4884132"/>
                <a:gd name="connsiteX121" fmla="*/ 4216921 w 8216917"/>
                <a:gd name="connsiteY121" fmla="*/ 438039 h 4884132"/>
                <a:gd name="connsiteX122" fmla="*/ 4410814 w 8216917"/>
                <a:gd name="connsiteY122" fmla="*/ 527589 h 4884132"/>
                <a:gd name="connsiteX123" fmla="*/ 4351165 w 8216917"/>
                <a:gd name="connsiteY123" fmla="*/ 788669 h 4884132"/>
                <a:gd name="connsiteX124" fmla="*/ 4338660 w 8216917"/>
                <a:gd name="connsiteY124" fmla="*/ 796370 h 4884132"/>
                <a:gd name="connsiteX125" fmla="*/ 4290782 w 8216917"/>
                <a:gd name="connsiteY125" fmla="*/ 815888 h 4884132"/>
                <a:gd name="connsiteX126" fmla="*/ 4241952 w 8216917"/>
                <a:gd name="connsiteY126" fmla="*/ 822327 h 4884132"/>
                <a:gd name="connsiteX127" fmla="*/ 4193429 w 8216917"/>
                <a:gd name="connsiteY127" fmla="*/ 816022 h 4884132"/>
                <a:gd name="connsiteX128" fmla="*/ 4075970 w 8216917"/>
                <a:gd name="connsiteY128" fmla="*/ 727019 h 4884132"/>
                <a:gd name="connsiteX129" fmla="*/ 4144286 w 8216917"/>
                <a:gd name="connsiteY129" fmla="*/ 463042 h 4884132"/>
                <a:gd name="connsiteX130" fmla="*/ 4216921 w 8216917"/>
                <a:gd name="connsiteY130" fmla="*/ 438039 h 4884132"/>
                <a:gd name="connsiteX131" fmla="*/ 6860016 w 8216917"/>
                <a:gd name="connsiteY131" fmla="*/ 156745 h 4884132"/>
                <a:gd name="connsiteX132" fmla="*/ 6935724 w 8216917"/>
                <a:gd name="connsiteY132" fmla="*/ 168218 h 4884132"/>
                <a:gd name="connsiteX133" fmla="*/ 7057920 w 8216917"/>
                <a:gd name="connsiteY133" fmla="*/ 413897 h 4884132"/>
                <a:gd name="connsiteX134" fmla="*/ 6877982 w 8216917"/>
                <a:gd name="connsiteY134" fmla="*/ 544921 h 4884132"/>
                <a:gd name="connsiteX135" fmla="*/ 6816401 w 8216917"/>
                <a:gd name="connsiteY135" fmla="*/ 534324 h 4884132"/>
                <a:gd name="connsiteX136" fmla="*/ 6803896 w 8216917"/>
                <a:gd name="connsiteY136" fmla="*/ 530462 h 4884132"/>
                <a:gd name="connsiteX137" fmla="*/ 6804861 w 8216917"/>
                <a:gd name="connsiteY137" fmla="*/ 530462 h 4884132"/>
                <a:gd name="connsiteX138" fmla="*/ 6689377 w 8216917"/>
                <a:gd name="connsiteY138" fmla="*/ 283840 h 4884132"/>
                <a:gd name="connsiteX139" fmla="*/ 6860016 w 8216917"/>
                <a:gd name="connsiteY139" fmla="*/ 156745 h 4884132"/>
                <a:gd name="connsiteX140" fmla="*/ 4873214 w 8216917"/>
                <a:gd name="connsiteY140" fmla="*/ 146482 h 4884132"/>
                <a:gd name="connsiteX141" fmla="*/ 5044920 w 8216917"/>
                <a:gd name="connsiteY141" fmla="*/ 275173 h 4884132"/>
                <a:gd name="connsiteX142" fmla="*/ 4929459 w 8216917"/>
                <a:gd name="connsiteY142" fmla="*/ 518922 h 4884132"/>
                <a:gd name="connsiteX143" fmla="*/ 4918885 w 8216917"/>
                <a:gd name="connsiteY143" fmla="*/ 522784 h 4884132"/>
                <a:gd name="connsiteX144" fmla="*/ 4858270 w 8216917"/>
                <a:gd name="connsiteY144" fmla="*/ 532415 h 4884132"/>
                <a:gd name="connsiteX145" fmla="*/ 4675435 w 8216917"/>
                <a:gd name="connsiteY145" fmla="*/ 400426 h 4884132"/>
                <a:gd name="connsiteX146" fmla="*/ 4796666 w 8216917"/>
                <a:gd name="connsiteY146" fmla="*/ 156678 h 4884132"/>
                <a:gd name="connsiteX147" fmla="*/ 4873214 w 8216917"/>
                <a:gd name="connsiteY147" fmla="*/ 146482 h 4884132"/>
                <a:gd name="connsiteX148" fmla="*/ 6189717 w 8216917"/>
                <a:gd name="connsiteY148" fmla="*/ 5397 h 4884132"/>
                <a:gd name="connsiteX149" fmla="*/ 6228497 w 8216917"/>
                <a:gd name="connsiteY149" fmla="*/ 6416 h 4884132"/>
                <a:gd name="connsiteX150" fmla="*/ 6238105 w 8216917"/>
                <a:gd name="connsiteY150" fmla="*/ 6416 h 4884132"/>
                <a:gd name="connsiteX151" fmla="*/ 6406505 w 8216917"/>
                <a:gd name="connsiteY151" fmla="*/ 220306 h 4884132"/>
                <a:gd name="connsiteX152" fmla="*/ 6215969 w 8216917"/>
                <a:gd name="connsiteY152" fmla="*/ 390820 h 4884132"/>
                <a:gd name="connsiteX153" fmla="*/ 6192891 w 8216917"/>
                <a:gd name="connsiteY153" fmla="*/ 387924 h 4884132"/>
                <a:gd name="connsiteX154" fmla="*/ 6183260 w 8216917"/>
                <a:gd name="connsiteY154" fmla="*/ 387924 h 4884132"/>
                <a:gd name="connsiteX155" fmla="*/ 6014883 w 8216917"/>
                <a:gd name="connsiteY155" fmla="*/ 174057 h 4884132"/>
                <a:gd name="connsiteX156" fmla="*/ 6189717 w 8216917"/>
                <a:gd name="connsiteY156" fmla="*/ 5397 h 4884132"/>
                <a:gd name="connsiteX157" fmla="*/ 5507500 w 8216917"/>
                <a:gd name="connsiteY157" fmla="*/ 548 h 4884132"/>
                <a:gd name="connsiteX158" fmla="*/ 5546280 w 8216917"/>
                <a:gd name="connsiteY158" fmla="*/ 1566 h 4884132"/>
                <a:gd name="connsiteX159" fmla="*/ 5555888 w 8216917"/>
                <a:gd name="connsiteY159" fmla="*/ 1566 h 4884132"/>
                <a:gd name="connsiteX160" fmla="*/ 5724288 w 8216917"/>
                <a:gd name="connsiteY160" fmla="*/ 215456 h 4884132"/>
                <a:gd name="connsiteX161" fmla="*/ 5533752 w 8216917"/>
                <a:gd name="connsiteY161" fmla="*/ 385970 h 4884132"/>
                <a:gd name="connsiteX162" fmla="*/ 5510674 w 8216917"/>
                <a:gd name="connsiteY162" fmla="*/ 383074 h 4884132"/>
                <a:gd name="connsiteX163" fmla="*/ 5501042 w 8216917"/>
                <a:gd name="connsiteY163" fmla="*/ 383074 h 4884132"/>
                <a:gd name="connsiteX164" fmla="*/ 5332666 w 8216917"/>
                <a:gd name="connsiteY164" fmla="*/ 169207 h 4884132"/>
                <a:gd name="connsiteX165" fmla="*/ 5507500 w 8216917"/>
                <a:gd name="connsiteY165" fmla="*/ 548 h 488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8216917" h="4884132">
                  <a:moveTo>
                    <a:pt x="3075252" y="3497746"/>
                  </a:moveTo>
                  <a:cubicBezTo>
                    <a:pt x="3181541" y="3497746"/>
                    <a:pt x="3267695" y="3584015"/>
                    <a:pt x="3267695" y="3690419"/>
                  </a:cubicBezTo>
                  <a:cubicBezTo>
                    <a:pt x="3267695" y="3796847"/>
                    <a:pt x="3181541" y="3883115"/>
                    <a:pt x="3075252" y="3883115"/>
                  </a:cubicBezTo>
                  <a:cubicBezTo>
                    <a:pt x="2968985" y="3883115"/>
                    <a:pt x="2882809" y="3796847"/>
                    <a:pt x="2882809" y="3690419"/>
                  </a:cubicBezTo>
                  <a:cubicBezTo>
                    <a:pt x="2882809" y="3584015"/>
                    <a:pt x="2968985" y="3497746"/>
                    <a:pt x="3075252" y="3497746"/>
                  </a:cubicBezTo>
                  <a:close/>
                  <a:moveTo>
                    <a:pt x="2362256" y="3497746"/>
                  </a:moveTo>
                  <a:cubicBezTo>
                    <a:pt x="2468545" y="3497746"/>
                    <a:pt x="2554699" y="3584015"/>
                    <a:pt x="2554699" y="3690419"/>
                  </a:cubicBezTo>
                  <a:cubicBezTo>
                    <a:pt x="2554699" y="3796847"/>
                    <a:pt x="2468545" y="3883115"/>
                    <a:pt x="2362256" y="3883115"/>
                  </a:cubicBezTo>
                  <a:cubicBezTo>
                    <a:pt x="2255966" y="3883115"/>
                    <a:pt x="2169813" y="3796847"/>
                    <a:pt x="2169813" y="3690419"/>
                  </a:cubicBezTo>
                  <a:cubicBezTo>
                    <a:pt x="2169813" y="3584015"/>
                    <a:pt x="2255966" y="3497746"/>
                    <a:pt x="2362256" y="3497746"/>
                  </a:cubicBezTo>
                  <a:close/>
                  <a:moveTo>
                    <a:pt x="1649237" y="3497746"/>
                  </a:moveTo>
                  <a:cubicBezTo>
                    <a:pt x="1755526" y="3497746"/>
                    <a:pt x="1841680" y="3584015"/>
                    <a:pt x="1841680" y="3690419"/>
                  </a:cubicBezTo>
                  <a:cubicBezTo>
                    <a:pt x="1841680" y="3796847"/>
                    <a:pt x="1755526" y="3883115"/>
                    <a:pt x="1649237" y="3883115"/>
                  </a:cubicBezTo>
                  <a:cubicBezTo>
                    <a:pt x="1542947" y="3883115"/>
                    <a:pt x="1456795" y="3796847"/>
                    <a:pt x="1456795" y="3690419"/>
                  </a:cubicBezTo>
                  <a:cubicBezTo>
                    <a:pt x="1456795" y="3584015"/>
                    <a:pt x="1542947" y="3497746"/>
                    <a:pt x="1649237" y="3497746"/>
                  </a:cubicBezTo>
                  <a:close/>
                  <a:moveTo>
                    <a:pt x="625440" y="2496821"/>
                  </a:moveTo>
                  <a:lnTo>
                    <a:pt x="4460879" y="2496821"/>
                  </a:lnTo>
                  <a:cubicBezTo>
                    <a:pt x="4540757" y="2496821"/>
                    <a:pt x="4605211" y="2561367"/>
                    <a:pt x="4605211" y="2641337"/>
                  </a:cubicBezTo>
                  <a:cubicBezTo>
                    <a:pt x="4605211" y="2721284"/>
                    <a:pt x="4540757" y="2785854"/>
                    <a:pt x="4460879" y="2785854"/>
                  </a:cubicBezTo>
                  <a:lnTo>
                    <a:pt x="625440" y="2785854"/>
                  </a:lnTo>
                  <a:cubicBezTo>
                    <a:pt x="439732" y="2785854"/>
                    <a:pt x="288665" y="2937105"/>
                    <a:pt x="288665" y="3123043"/>
                  </a:cubicBezTo>
                  <a:lnTo>
                    <a:pt x="288665" y="4257933"/>
                  </a:lnTo>
                  <a:cubicBezTo>
                    <a:pt x="288665" y="4443871"/>
                    <a:pt x="439732" y="4595123"/>
                    <a:pt x="625440" y="4595123"/>
                  </a:cubicBezTo>
                  <a:lnTo>
                    <a:pt x="7266729" y="4595123"/>
                  </a:lnTo>
                  <a:cubicBezTo>
                    <a:pt x="7452437" y="4595123"/>
                    <a:pt x="7603505" y="4443871"/>
                    <a:pt x="7603505" y="4257933"/>
                  </a:cubicBezTo>
                  <a:lnTo>
                    <a:pt x="7603505" y="3123043"/>
                  </a:lnTo>
                  <a:cubicBezTo>
                    <a:pt x="7603505" y="2937105"/>
                    <a:pt x="7452437" y="2785854"/>
                    <a:pt x="7266729" y="2785854"/>
                  </a:cubicBezTo>
                  <a:cubicBezTo>
                    <a:pt x="7186873" y="2785854"/>
                    <a:pt x="7122397" y="2721284"/>
                    <a:pt x="7122397" y="2641337"/>
                  </a:cubicBezTo>
                  <a:cubicBezTo>
                    <a:pt x="7122397" y="2561367"/>
                    <a:pt x="7186873" y="2496821"/>
                    <a:pt x="7266729" y="2496821"/>
                  </a:cubicBezTo>
                  <a:cubicBezTo>
                    <a:pt x="7611205" y="2496821"/>
                    <a:pt x="7892192" y="2778130"/>
                    <a:pt x="7892192" y="3123043"/>
                  </a:cubicBezTo>
                  <a:lnTo>
                    <a:pt x="7892192" y="4257933"/>
                  </a:lnTo>
                  <a:cubicBezTo>
                    <a:pt x="7892192" y="4602823"/>
                    <a:pt x="7611205" y="4884132"/>
                    <a:pt x="7266729" y="4884132"/>
                  </a:cubicBezTo>
                  <a:lnTo>
                    <a:pt x="625440" y="4884132"/>
                  </a:lnTo>
                  <a:cubicBezTo>
                    <a:pt x="280965" y="4884132"/>
                    <a:pt x="0" y="4602823"/>
                    <a:pt x="0" y="4257933"/>
                  </a:cubicBezTo>
                  <a:lnTo>
                    <a:pt x="0" y="3123043"/>
                  </a:lnTo>
                  <a:cubicBezTo>
                    <a:pt x="0" y="2778130"/>
                    <a:pt x="280965" y="2496821"/>
                    <a:pt x="625440" y="2496821"/>
                  </a:cubicBezTo>
                  <a:close/>
                  <a:moveTo>
                    <a:pt x="5851288" y="2290608"/>
                  </a:moveTo>
                  <a:cubicBezTo>
                    <a:pt x="5687716" y="2290608"/>
                    <a:pt x="5553957" y="2424528"/>
                    <a:pt x="5553957" y="2588307"/>
                  </a:cubicBezTo>
                  <a:cubicBezTo>
                    <a:pt x="5553957" y="2752086"/>
                    <a:pt x="5687716" y="2886005"/>
                    <a:pt x="5852253" y="2886005"/>
                  </a:cubicBezTo>
                  <a:cubicBezTo>
                    <a:pt x="6015826" y="2886005"/>
                    <a:pt x="6149584" y="2753051"/>
                    <a:pt x="6149584" y="2588307"/>
                  </a:cubicBezTo>
                  <a:cubicBezTo>
                    <a:pt x="6148619" y="2424528"/>
                    <a:pt x="6015826" y="2290608"/>
                    <a:pt x="5851288" y="2290608"/>
                  </a:cubicBezTo>
                  <a:close/>
                  <a:moveTo>
                    <a:pt x="5852253" y="1999668"/>
                  </a:moveTo>
                  <a:cubicBezTo>
                    <a:pt x="6174594" y="1999668"/>
                    <a:pt x="6438249" y="2263645"/>
                    <a:pt x="6438249" y="2586376"/>
                  </a:cubicBezTo>
                  <a:cubicBezTo>
                    <a:pt x="6438249" y="2911060"/>
                    <a:pt x="6176525" y="3174049"/>
                    <a:pt x="5852253" y="3174049"/>
                  </a:cubicBezTo>
                  <a:cubicBezTo>
                    <a:pt x="5527983" y="3174049"/>
                    <a:pt x="5265293" y="2911060"/>
                    <a:pt x="5265293" y="2587341"/>
                  </a:cubicBezTo>
                  <a:cubicBezTo>
                    <a:pt x="5265293" y="2263645"/>
                    <a:pt x="5528948" y="2000634"/>
                    <a:pt x="5852253" y="2000634"/>
                  </a:cubicBezTo>
                  <a:close/>
                  <a:moveTo>
                    <a:pt x="7080403" y="1484380"/>
                  </a:moveTo>
                  <a:cubicBezTo>
                    <a:pt x="7129597" y="1483300"/>
                    <a:pt x="7179151" y="1501126"/>
                    <a:pt x="7217630" y="1538215"/>
                  </a:cubicBezTo>
                  <a:lnTo>
                    <a:pt x="7227261" y="1547846"/>
                  </a:lnTo>
                  <a:cubicBezTo>
                    <a:pt x="7302312" y="1622989"/>
                    <a:pt x="7302312" y="1745346"/>
                    <a:pt x="7227261" y="1820489"/>
                  </a:cubicBezTo>
                  <a:cubicBezTo>
                    <a:pt x="7189747" y="1858072"/>
                    <a:pt x="7140671" y="1877335"/>
                    <a:pt x="7091595" y="1877335"/>
                  </a:cubicBezTo>
                  <a:cubicBezTo>
                    <a:pt x="7042518" y="1877335"/>
                    <a:pt x="6993442" y="1858072"/>
                    <a:pt x="6955905" y="1820489"/>
                  </a:cubicBezTo>
                  <a:lnTo>
                    <a:pt x="6952066" y="1816628"/>
                  </a:lnTo>
                  <a:lnTo>
                    <a:pt x="6951101" y="1816628"/>
                  </a:lnTo>
                  <a:cubicBezTo>
                    <a:pt x="6874119" y="1742450"/>
                    <a:pt x="6871246" y="1621058"/>
                    <a:pt x="6945331" y="1543984"/>
                  </a:cubicBezTo>
                  <a:cubicBezTo>
                    <a:pt x="6982374" y="1505447"/>
                    <a:pt x="7031209" y="1485461"/>
                    <a:pt x="7080403" y="1484380"/>
                  </a:cubicBezTo>
                  <a:close/>
                  <a:moveTo>
                    <a:pt x="4627690" y="1481474"/>
                  </a:moveTo>
                  <a:cubicBezTo>
                    <a:pt x="4677125" y="1482075"/>
                    <a:pt x="4725960" y="1501102"/>
                    <a:pt x="4762049" y="1539156"/>
                  </a:cubicBezTo>
                  <a:cubicBezTo>
                    <a:pt x="4834204" y="1614299"/>
                    <a:pt x="4836134" y="1730887"/>
                    <a:pt x="4762049" y="1805064"/>
                  </a:cubicBezTo>
                  <a:cubicBezTo>
                    <a:pt x="4760118" y="1806995"/>
                    <a:pt x="4751452" y="1815661"/>
                    <a:pt x="4749521" y="1817592"/>
                  </a:cubicBezTo>
                  <a:cubicBezTo>
                    <a:pt x="4712973" y="1852256"/>
                    <a:pt x="4665827" y="1868645"/>
                    <a:pt x="4619624" y="1868645"/>
                  </a:cubicBezTo>
                  <a:cubicBezTo>
                    <a:pt x="4567675" y="1868645"/>
                    <a:pt x="4515702" y="1847452"/>
                    <a:pt x="4478188" y="1806030"/>
                  </a:cubicBezTo>
                  <a:lnTo>
                    <a:pt x="4478188" y="1806995"/>
                  </a:lnTo>
                  <a:cubicBezTo>
                    <a:pt x="4406010" y="1727991"/>
                    <a:pt x="4411780" y="1606599"/>
                    <a:pt x="4489727" y="1534352"/>
                  </a:cubicBezTo>
                  <a:cubicBezTo>
                    <a:pt x="4528218" y="1498700"/>
                    <a:pt x="4578254" y="1480874"/>
                    <a:pt x="4627690" y="1481474"/>
                  </a:cubicBezTo>
                  <a:close/>
                  <a:moveTo>
                    <a:pt x="6518195" y="1110693"/>
                  </a:moveTo>
                  <a:cubicBezTo>
                    <a:pt x="6543199" y="1110649"/>
                    <a:pt x="6568640" y="1115526"/>
                    <a:pt x="6593178" y="1125882"/>
                  </a:cubicBezTo>
                  <a:cubicBezTo>
                    <a:pt x="6692272" y="1165373"/>
                    <a:pt x="6743279" y="1280030"/>
                    <a:pt x="6702869" y="1378297"/>
                  </a:cubicBezTo>
                  <a:cubicBezTo>
                    <a:pt x="6673033" y="1453440"/>
                    <a:pt x="6601821" y="1499689"/>
                    <a:pt x="6526770" y="1499689"/>
                  </a:cubicBezTo>
                  <a:cubicBezTo>
                    <a:pt x="6502726" y="1499689"/>
                    <a:pt x="6478659" y="1494862"/>
                    <a:pt x="6455557" y="1485231"/>
                  </a:cubicBezTo>
                  <a:lnTo>
                    <a:pt x="6444984" y="1480403"/>
                  </a:lnTo>
                  <a:cubicBezTo>
                    <a:pt x="6346831" y="1438981"/>
                    <a:pt x="6300651" y="1326256"/>
                    <a:pt x="6342027" y="1227988"/>
                  </a:cubicBezTo>
                  <a:lnTo>
                    <a:pt x="6341062" y="1228954"/>
                  </a:lnTo>
                  <a:cubicBezTo>
                    <a:pt x="6372093" y="1155253"/>
                    <a:pt x="6443182" y="1110826"/>
                    <a:pt x="6518195" y="1110693"/>
                  </a:cubicBezTo>
                  <a:close/>
                  <a:moveTo>
                    <a:pt x="5193056" y="1107681"/>
                  </a:moveTo>
                  <a:cubicBezTo>
                    <a:pt x="5269146" y="1109304"/>
                    <a:pt x="5341321" y="1154287"/>
                    <a:pt x="5370180" y="1227987"/>
                  </a:cubicBezTo>
                  <a:cubicBezTo>
                    <a:pt x="5408682" y="1326255"/>
                    <a:pt x="5366341" y="1436085"/>
                    <a:pt x="5268189" y="1475576"/>
                  </a:cubicBezTo>
                  <a:cubicBezTo>
                    <a:pt x="5267223" y="1476541"/>
                    <a:pt x="5257592" y="1480403"/>
                    <a:pt x="5256650" y="1480403"/>
                  </a:cubicBezTo>
                  <a:cubicBezTo>
                    <a:pt x="5233548" y="1490034"/>
                    <a:pt x="5210447" y="1493873"/>
                    <a:pt x="5187368" y="1493873"/>
                  </a:cubicBezTo>
                  <a:cubicBezTo>
                    <a:pt x="5109421" y="1493873"/>
                    <a:pt x="5037244" y="1446681"/>
                    <a:pt x="5007430" y="1370573"/>
                  </a:cubicBezTo>
                  <a:cubicBezTo>
                    <a:pt x="4968928" y="1271340"/>
                    <a:pt x="5018004" y="1159579"/>
                    <a:pt x="5117122" y="1121054"/>
                  </a:cubicBezTo>
                  <a:cubicBezTo>
                    <a:pt x="5141895" y="1111417"/>
                    <a:pt x="5167693" y="1107140"/>
                    <a:pt x="5193056" y="1107681"/>
                  </a:cubicBezTo>
                  <a:close/>
                  <a:moveTo>
                    <a:pt x="5858965" y="978447"/>
                  </a:moveTo>
                  <a:cubicBezTo>
                    <a:pt x="5963853" y="981343"/>
                    <a:pt x="6052374" y="1069013"/>
                    <a:pt x="6050466" y="1174015"/>
                  </a:cubicBezTo>
                  <a:cubicBezTo>
                    <a:pt x="6048535" y="1279018"/>
                    <a:pt x="5967714" y="1363815"/>
                    <a:pt x="5862827" y="1363815"/>
                  </a:cubicBezTo>
                  <a:cubicBezTo>
                    <a:pt x="5860896" y="1363815"/>
                    <a:pt x="5849357" y="1363815"/>
                    <a:pt x="5847426" y="1363815"/>
                  </a:cubicBezTo>
                  <a:cubicBezTo>
                    <a:pt x="5741573" y="1360919"/>
                    <a:pt x="5657879" y="1271317"/>
                    <a:pt x="5660753" y="1165349"/>
                  </a:cubicBezTo>
                  <a:cubicBezTo>
                    <a:pt x="5664614" y="1059359"/>
                    <a:pt x="5754101" y="972654"/>
                    <a:pt x="5858965" y="978447"/>
                  </a:cubicBezTo>
                  <a:close/>
                  <a:moveTo>
                    <a:pt x="8014736" y="875491"/>
                  </a:moveTo>
                  <a:cubicBezTo>
                    <a:pt x="8063930" y="874410"/>
                    <a:pt x="8113484" y="892236"/>
                    <a:pt x="8151963" y="929325"/>
                  </a:cubicBezTo>
                  <a:lnTo>
                    <a:pt x="8161594" y="938956"/>
                  </a:lnTo>
                  <a:lnTo>
                    <a:pt x="8160629" y="938956"/>
                  </a:lnTo>
                  <a:cubicBezTo>
                    <a:pt x="8235680" y="1014099"/>
                    <a:pt x="8235680" y="1136456"/>
                    <a:pt x="8160629" y="1211599"/>
                  </a:cubicBezTo>
                  <a:cubicBezTo>
                    <a:pt x="8123115" y="1249159"/>
                    <a:pt x="8074039" y="1268445"/>
                    <a:pt x="8024962" y="1268445"/>
                  </a:cubicBezTo>
                  <a:cubicBezTo>
                    <a:pt x="7975886" y="1268445"/>
                    <a:pt x="7926810" y="1249159"/>
                    <a:pt x="7889296" y="1211599"/>
                  </a:cubicBezTo>
                  <a:lnTo>
                    <a:pt x="7885434" y="1207737"/>
                  </a:lnTo>
                  <a:cubicBezTo>
                    <a:pt x="7808452" y="1133560"/>
                    <a:pt x="7805579" y="1012169"/>
                    <a:pt x="7879664" y="935095"/>
                  </a:cubicBezTo>
                  <a:cubicBezTo>
                    <a:pt x="7916707" y="896558"/>
                    <a:pt x="7965542" y="876571"/>
                    <a:pt x="8014736" y="875491"/>
                  </a:cubicBezTo>
                  <a:close/>
                  <a:moveTo>
                    <a:pt x="3712013" y="854912"/>
                  </a:moveTo>
                  <a:cubicBezTo>
                    <a:pt x="3761808" y="855878"/>
                    <a:pt x="3810878" y="875388"/>
                    <a:pt x="3846955" y="913925"/>
                  </a:cubicBezTo>
                  <a:cubicBezTo>
                    <a:pt x="3919133" y="990998"/>
                    <a:pt x="3919133" y="1108527"/>
                    <a:pt x="3843117" y="1182705"/>
                  </a:cubicBezTo>
                  <a:lnTo>
                    <a:pt x="3842151" y="1182705"/>
                  </a:lnTo>
                  <a:cubicBezTo>
                    <a:pt x="3841186" y="1183670"/>
                    <a:pt x="3834451" y="1189440"/>
                    <a:pt x="3833485" y="1190405"/>
                  </a:cubicBezTo>
                  <a:cubicBezTo>
                    <a:pt x="3796937" y="1225092"/>
                    <a:pt x="3749768" y="1241481"/>
                    <a:pt x="3703588" y="1241481"/>
                  </a:cubicBezTo>
                  <a:lnTo>
                    <a:pt x="3702623" y="1242447"/>
                  </a:lnTo>
                  <a:cubicBezTo>
                    <a:pt x="3650673" y="1242447"/>
                    <a:pt x="3598701" y="1221253"/>
                    <a:pt x="3561187" y="1179809"/>
                  </a:cubicBezTo>
                  <a:cubicBezTo>
                    <a:pt x="3489009" y="1100827"/>
                    <a:pt x="3494779" y="979436"/>
                    <a:pt x="3572726" y="907167"/>
                  </a:cubicBezTo>
                  <a:cubicBezTo>
                    <a:pt x="3611700" y="871526"/>
                    <a:pt x="3662218" y="853947"/>
                    <a:pt x="3712013" y="854912"/>
                  </a:cubicBezTo>
                  <a:close/>
                  <a:moveTo>
                    <a:pt x="4241952" y="822327"/>
                  </a:moveTo>
                  <a:lnTo>
                    <a:pt x="4242438" y="822390"/>
                  </a:lnTo>
                  <a:lnTo>
                    <a:pt x="4241473" y="822390"/>
                  </a:lnTo>
                  <a:close/>
                  <a:moveTo>
                    <a:pt x="7464775" y="452673"/>
                  </a:moveTo>
                  <a:cubicBezTo>
                    <a:pt x="7483145" y="450632"/>
                    <a:pt x="7501838" y="451242"/>
                    <a:pt x="7520253" y="454629"/>
                  </a:cubicBezTo>
                  <a:cubicBezTo>
                    <a:pt x="7544806" y="459146"/>
                    <a:pt x="7568864" y="468600"/>
                    <a:pt x="7591000" y="483294"/>
                  </a:cubicBezTo>
                  <a:cubicBezTo>
                    <a:pt x="7681429" y="539175"/>
                    <a:pt x="7711266" y="659601"/>
                    <a:pt x="7655455" y="750145"/>
                  </a:cubicBezTo>
                  <a:cubicBezTo>
                    <a:pt x="7618906" y="809887"/>
                    <a:pt x="7556360" y="842643"/>
                    <a:pt x="7491882" y="842643"/>
                  </a:cubicBezTo>
                  <a:cubicBezTo>
                    <a:pt x="7457242" y="842643"/>
                    <a:pt x="7422601" y="833012"/>
                    <a:pt x="7391799" y="813749"/>
                  </a:cubicBezTo>
                  <a:lnTo>
                    <a:pt x="7379294" y="806025"/>
                  </a:lnTo>
                  <a:lnTo>
                    <a:pt x="7380260" y="806025"/>
                  </a:lnTo>
                  <a:cubicBezTo>
                    <a:pt x="7290773" y="747272"/>
                    <a:pt x="7265764" y="627811"/>
                    <a:pt x="7324448" y="539175"/>
                  </a:cubicBezTo>
                  <a:cubicBezTo>
                    <a:pt x="7357471" y="488774"/>
                    <a:pt x="7409666" y="458796"/>
                    <a:pt x="7464775" y="452673"/>
                  </a:cubicBezTo>
                  <a:close/>
                  <a:moveTo>
                    <a:pt x="4216921" y="438039"/>
                  </a:moveTo>
                  <a:cubicBezTo>
                    <a:pt x="4292109" y="427515"/>
                    <a:pt x="4370404" y="459663"/>
                    <a:pt x="4410814" y="527589"/>
                  </a:cubicBezTo>
                  <a:cubicBezTo>
                    <a:pt x="4464718" y="618155"/>
                    <a:pt x="4440651" y="732789"/>
                    <a:pt x="4351165" y="788669"/>
                  </a:cubicBezTo>
                  <a:cubicBezTo>
                    <a:pt x="4349234" y="789635"/>
                    <a:pt x="4339625" y="796370"/>
                    <a:pt x="4338660" y="796370"/>
                  </a:cubicBezTo>
                  <a:cubicBezTo>
                    <a:pt x="4323259" y="805047"/>
                    <a:pt x="4307140" y="811552"/>
                    <a:pt x="4290782" y="815888"/>
                  </a:cubicBezTo>
                  <a:lnTo>
                    <a:pt x="4241952" y="822327"/>
                  </a:lnTo>
                  <a:lnTo>
                    <a:pt x="4193429" y="816022"/>
                  </a:lnTo>
                  <a:cubicBezTo>
                    <a:pt x="4145619" y="803422"/>
                    <a:pt x="4102675" y="772533"/>
                    <a:pt x="4075970" y="727019"/>
                  </a:cubicBezTo>
                  <a:cubicBezTo>
                    <a:pt x="4022090" y="634522"/>
                    <a:pt x="4052869" y="516992"/>
                    <a:pt x="4144286" y="463042"/>
                  </a:cubicBezTo>
                  <a:cubicBezTo>
                    <a:pt x="4167140" y="449797"/>
                    <a:pt x="4191858" y="441547"/>
                    <a:pt x="4216921" y="438039"/>
                  </a:cubicBezTo>
                  <a:close/>
                  <a:moveTo>
                    <a:pt x="6860016" y="156745"/>
                  </a:moveTo>
                  <a:cubicBezTo>
                    <a:pt x="6885021" y="155450"/>
                    <a:pt x="6910703" y="159063"/>
                    <a:pt x="6935724" y="168218"/>
                  </a:cubicBezTo>
                  <a:cubicBezTo>
                    <a:pt x="7035784" y="202904"/>
                    <a:pt x="7092561" y="313699"/>
                    <a:pt x="7057920" y="413897"/>
                  </a:cubicBezTo>
                  <a:cubicBezTo>
                    <a:pt x="7030014" y="493844"/>
                    <a:pt x="6957860" y="544921"/>
                    <a:pt x="6877982" y="544921"/>
                  </a:cubicBezTo>
                  <a:cubicBezTo>
                    <a:pt x="6857776" y="544921"/>
                    <a:pt x="6836606" y="541059"/>
                    <a:pt x="6816401" y="534324"/>
                  </a:cubicBezTo>
                  <a:lnTo>
                    <a:pt x="6803896" y="530462"/>
                  </a:lnTo>
                  <a:lnTo>
                    <a:pt x="6804861" y="530462"/>
                  </a:lnTo>
                  <a:cubicBezTo>
                    <a:pt x="6704778" y="494810"/>
                    <a:pt x="6652829" y="384015"/>
                    <a:pt x="6689377" y="283840"/>
                  </a:cubicBezTo>
                  <a:cubicBezTo>
                    <a:pt x="6716081" y="208691"/>
                    <a:pt x="6785002" y="160630"/>
                    <a:pt x="6860016" y="156745"/>
                  </a:cubicBezTo>
                  <a:close/>
                  <a:moveTo>
                    <a:pt x="4873214" y="146482"/>
                  </a:moveTo>
                  <a:cubicBezTo>
                    <a:pt x="4949127" y="151456"/>
                    <a:pt x="5018939" y="200042"/>
                    <a:pt x="5044920" y="275173"/>
                  </a:cubicBezTo>
                  <a:cubicBezTo>
                    <a:pt x="5079561" y="376337"/>
                    <a:pt x="5029542" y="484235"/>
                    <a:pt x="4929459" y="518922"/>
                  </a:cubicBezTo>
                  <a:lnTo>
                    <a:pt x="4918885" y="522784"/>
                  </a:lnTo>
                  <a:cubicBezTo>
                    <a:pt x="4898680" y="529519"/>
                    <a:pt x="4878475" y="532415"/>
                    <a:pt x="4858270" y="532415"/>
                  </a:cubicBezTo>
                  <a:cubicBezTo>
                    <a:pt x="4777426" y="532415"/>
                    <a:pt x="4702375" y="481362"/>
                    <a:pt x="4675435" y="400426"/>
                  </a:cubicBezTo>
                  <a:cubicBezTo>
                    <a:pt x="4641760" y="299263"/>
                    <a:pt x="4695640" y="190399"/>
                    <a:pt x="4796666" y="156678"/>
                  </a:cubicBezTo>
                  <a:cubicBezTo>
                    <a:pt x="4821928" y="148012"/>
                    <a:pt x="4847910" y="144824"/>
                    <a:pt x="4873214" y="146482"/>
                  </a:cubicBezTo>
                  <a:close/>
                  <a:moveTo>
                    <a:pt x="6189717" y="5397"/>
                  </a:moveTo>
                  <a:cubicBezTo>
                    <a:pt x="6202411" y="4427"/>
                    <a:pt x="6215386" y="4729"/>
                    <a:pt x="6228497" y="6416"/>
                  </a:cubicBezTo>
                  <a:lnTo>
                    <a:pt x="6238105" y="6416"/>
                  </a:lnTo>
                  <a:cubicBezTo>
                    <a:pt x="6342993" y="18943"/>
                    <a:pt x="6419009" y="114314"/>
                    <a:pt x="6406505" y="220306"/>
                  </a:cubicBezTo>
                  <a:cubicBezTo>
                    <a:pt x="6394966" y="318573"/>
                    <a:pt x="6312214" y="390820"/>
                    <a:pt x="6215969" y="390820"/>
                  </a:cubicBezTo>
                  <a:cubicBezTo>
                    <a:pt x="6208292" y="390820"/>
                    <a:pt x="6200591" y="389854"/>
                    <a:pt x="6192891" y="387924"/>
                  </a:cubicBezTo>
                  <a:lnTo>
                    <a:pt x="6183260" y="387924"/>
                  </a:lnTo>
                  <a:cubicBezTo>
                    <a:pt x="6078372" y="375396"/>
                    <a:pt x="6002355" y="280024"/>
                    <a:pt x="6014883" y="174057"/>
                  </a:cubicBezTo>
                  <a:cubicBezTo>
                    <a:pt x="6025825" y="81314"/>
                    <a:pt x="6100863" y="12190"/>
                    <a:pt x="6189717" y="5397"/>
                  </a:cubicBezTo>
                  <a:close/>
                  <a:moveTo>
                    <a:pt x="5507500" y="548"/>
                  </a:moveTo>
                  <a:cubicBezTo>
                    <a:pt x="5520193" y="-422"/>
                    <a:pt x="5533169" y="-121"/>
                    <a:pt x="5546280" y="1566"/>
                  </a:cubicBezTo>
                  <a:lnTo>
                    <a:pt x="5555888" y="1566"/>
                  </a:lnTo>
                  <a:cubicBezTo>
                    <a:pt x="5660776" y="14094"/>
                    <a:pt x="5736792" y="109465"/>
                    <a:pt x="5724288" y="215456"/>
                  </a:cubicBezTo>
                  <a:cubicBezTo>
                    <a:pt x="5712748" y="313724"/>
                    <a:pt x="5629997" y="385970"/>
                    <a:pt x="5533752" y="385970"/>
                  </a:cubicBezTo>
                  <a:cubicBezTo>
                    <a:pt x="5526075" y="385970"/>
                    <a:pt x="5518374" y="385005"/>
                    <a:pt x="5510674" y="383074"/>
                  </a:cubicBezTo>
                  <a:lnTo>
                    <a:pt x="5501042" y="383074"/>
                  </a:lnTo>
                  <a:cubicBezTo>
                    <a:pt x="5396155" y="370546"/>
                    <a:pt x="5320138" y="275175"/>
                    <a:pt x="5332666" y="169207"/>
                  </a:cubicBezTo>
                  <a:cubicBezTo>
                    <a:pt x="5343608" y="76465"/>
                    <a:pt x="5418645" y="7341"/>
                    <a:pt x="5507500" y="548"/>
                  </a:cubicBezTo>
                  <a:close/>
                </a:path>
              </a:pathLst>
            </a:custGeom>
            <a:solidFill>
              <a:schemeClr val="tx1"/>
            </a:solidFill>
            <a:ln w="409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O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73" name="Google Shape;395;g2e185aec522_0_0">
              <a:extLst>
                <a:ext uri="{FF2B5EF4-FFF2-40B4-BE49-F238E27FC236}">
                  <a16:creationId xmlns:a16="http://schemas.microsoft.com/office/drawing/2014/main" id="{BEB07BD2-2888-97FD-02D8-34A848AAF88B}"/>
                </a:ext>
              </a:extLst>
            </p:cNvPr>
            <p:cNvSpPr/>
            <p:nvPr/>
          </p:nvSpPr>
          <p:spPr>
            <a:xfrm>
              <a:off x="4108803" y="3574380"/>
              <a:ext cx="383284" cy="76253"/>
            </a:xfrm>
            <a:prstGeom prst="roundRect">
              <a:avLst>
                <a:gd name="adj" fmla="val 16667"/>
              </a:avLst>
            </a:prstGeom>
            <a:noFill/>
            <a:ln w="1587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74" name="Google Shape;396;g2e185aec522_0_0">
              <a:extLst>
                <a:ext uri="{FF2B5EF4-FFF2-40B4-BE49-F238E27FC236}">
                  <a16:creationId xmlns:a16="http://schemas.microsoft.com/office/drawing/2014/main" id="{E8871BC1-F6E1-78EB-75F4-898305737EAF}"/>
                </a:ext>
              </a:extLst>
            </p:cNvPr>
            <p:cNvSpPr/>
            <p:nvPr/>
          </p:nvSpPr>
          <p:spPr>
            <a:xfrm>
              <a:off x="4133855" y="3604853"/>
              <a:ext cx="33879" cy="18692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75" name="Google Shape;397;g2e185aec522_0_0">
              <a:extLst>
                <a:ext uri="{FF2B5EF4-FFF2-40B4-BE49-F238E27FC236}">
                  <a16:creationId xmlns:a16="http://schemas.microsoft.com/office/drawing/2014/main" id="{8FD5204D-136C-5896-E689-64E90DD8E051}"/>
                </a:ext>
              </a:extLst>
            </p:cNvPr>
            <p:cNvSpPr/>
            <p:nvPr/>
          </p:nvSpPr>
          <p:spPr>
            <a:xfrm>
              <a:off x="4187805" y="3604853"/>
              <a:ext cx="33879" cy="18692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76" name="Google Shape;398;g2e185aec522_0_0">
              <a:extLst>
                <a:ext uri="{FF2B5EF4-FFF2-40B4-BE49-F238E27FC236}">
                  <a16:creationId xmlns:a16="http://schemas.microsoft.com/office/drawing/2014/main" id="{3C75EB4E-CA63-6827-35C8-01CEEB33A79C}"/>
                </a:ext>
              </a:extLst>
            </p:cNvPr>
            <p:cNvSpPr/>
            <p:nvPr/>
          </p:nvSpPr>
          <p:spPr>
            <a:xfrm>
              <a:off x="4241756" y="3604853"/>
              <a:ext cx="33879" cy="18692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77" name="Google Shape;399;g2e185aec522_0_0">
              <a:extLst>
                <a:ext uri="{FF2B5EF4-FFF2-40B4-BE49-F238E27FC236}">
                  <a16:creationId xmlns:a16="http://schemas.microsoft.com/office/drawing/2014/main" id="{8F4167A6-745B-A827-CEEA-F4C48519062A}"/>
                </a:ext>
              </a:extLst>
            </p:cNvPr>
            <p:cNvSpPr/>
            <p:nvPr/>
          </p:nvSpPr>
          <p:spPr>
            <a:xfrm>
              <a:off x="4295424" y="3604853"/>
              <a:ext cx="33879" cy="18692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sp>
        <p:nvSpPr>
          <p:cNvPr id="78" name="Google Shape;359;p11">
            <a:extLst>
              <a:ext uri="{FF2B5EF4-FFF2-40B4-BE49-F238E27FC236}">
                <a16:creationId xmlns:a16="http://schemas.microsoft.com/office/drawing/2014/main" id="{FDA23C3B-2E1A-CE4E-09AB-EC5134F20020}"/>
              </a:ext>
            </a:extLst>
          </p:cNvPr>
          <p:cNvSpPr/>
          <p:nvPr/>
        </p:nvSpPr>
        <p:spPr>
          <a:xfrm>
            <a:off x="2768626" y="2392065"/>
            <a:ext cx="162660" cy="100839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rgbClr val="246CF7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79" name="Google Shape;359;p11">
            <a:extLst>
              <a:ext uri="{FF2B5EF4-FFF2-40B4-BE49-F238E27FC236}">
                <a16:creationId xmlns:a16="http://schemas.microsoft.com/office/drawing/2014/main" id="{BC2B3551-D338-D737-F92E-A20B0B58B489}"/>
              </a:ext>
            </a:extLst>
          </p:cNvPr>
          <p:cNvSpPr/>
          <p:nvPr/>
        </p:nvSpPr>
        <p:spPr>
          <a:xfrm>
            <a:off x="5256556" y="2392065"/>
            <a:ext cx="162660" cy="100839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rgbClr val="246CF7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A59CCED9-947C-8276-1CD8-F86A448B2313}"/>
              </a:ext>
            </a:extLst>
          </p:cNvPr>
          <p:cNvGrpSpPr/>
          <p:nvPr/>
        </p:nvGrpSpPr>
        <p:grpSpPr>
          <a:xfrm>
            <a:off x="4171382" y="3259073"/>
            <a:ext cx="1500648" cy="514870"/>
            <a:chOff x="3571746" y="3059510"/>
            <a:chExt cx="1500648" cy="514870"/>
          </a:xfrm>
        </p:grpSpPr>
        <p:cxnSp>
          <p:nvCxnSpPr>
            <p:cNvPr id="81" name="Google Shape;393;g2e185aec522_0_0">
              <a:extLst>
                <a:ext uri="{FF2B5EF4-FFF2-40B4-BE49-F238E27FC236}">
                  <a16:creationId xmlns:a16="http://schemas.microsoft.com/office/drawing/2014/main" id="{5CE10E2C-C855-A9B1-B4D7-3EB3EA421CC5}"/>
                </a:ext>
              </a:extLst>
            </p:cNvPr>
            <p:cNvCxnSpPr>
              <a:cxnSpLocks/>
            </p:cNvCxnSpPr>
            <p:nvPr/>
          </p:nvCxnSpPr>
          <p:spPr>
            <a:xfrm>
              <a:off x="4302167" y="3334964"/>
              <a:ext cx="0" cy="239416"/>
            </a:xfrm>
            <a:prstGeom prst="straightConnector1">
              <a:avLst/>
            </a:pr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sp>
          <p:nvSpPr>
            <p:cNvPr id="82" name="Rounded Rectangle 81">
              <a:extLst>
                <a:ext uri="{FF2B5EF4-FFF2-40B4-BE49-F238E27FC236}">
                  <a16:creationId xmlns:a16="http://schemas.microsoft.com/office/drawing/2014/main" id="{87149318-6509-1B37-C5C6-5710AA35D8E2}"/>
                </a:ext>
              </a:extLst>
            </p:cNvPr>
            <p:cNvSpPr/>
            <p:nvPr/>
          </p:nvSpPr>
          <p:spPr>
            <a:xfrm>
              <a:off x="3571746" y="3059510"/>
              <a:ext cx="1500648" cy="285551"/>
            </a:xfrm>
            <a:prstGeom prst="roundRect">
              <a:avLst/>
            </a:prstGeom>
            <a:solidFill>
              <a:srgbClr val="246CF7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tIns="0" bIns="0" rtlCol="0" anchor="ctr"/>
            <a:lstStyle/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Zero Trust Branch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05FEE57-1789-CCA6-8C07-E096063BB2A9}"/>
              </a:ext>
            </a:extLst>
          </p:cNvPr>
          <p:cNvGrpSpPr/>
          <p:nvPr/>
        </p:nvGrpSpPr>
        <p:grpSpPr>
          <a:xfrm>
            <a:off x="5453856" y="2707065"/>
            <a:ext cx="695272" cy="564333"/>
            <a:chOff x="4780994" y="2607535"/>
            <a:chExt cx="695272" cy="564333"/>
          </a:xfrm>
        </p:grpSpPr>
        <p:cxnSp>
          <p:nvCxnSpPr>
            <p:cNvPr id="84" name="Google Shape;407;g2e185aec522_0_0">
              <a:extLst>
                <a:ext uri="{FF2B5EF4-FFF2-40B4-BE49-F238E27FC236}">
                  <a16:creationId xmlns:a16="http://schemas.microsoft.com/office/drawing/2014/main" id="{21667E49-88BE-0632-4F2E-3C6B077D59D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6318" y="2607535"/>
              <a:ext cx="0" cy="383757"/>
            </a:xfrm>
            <a:prstGeom prst="straightConnector1">
              <a:avLst/>
            </a:prstGeom>
            <a:noFill/>
            <a:ln w="15875" cap="flat" cmpd="sng">
              <a:solidFill>
                <a:schemeClr val="accent6"/>
              </a:solidFill>
              <a:prstDash val="solid"/>
              <a:round/>
              <a:headEnd type="triangle" w="sm" len="sm"/>
              <a:tailEnd type="none" w="lg" len="lg"/>
            </a:ln>
          </p:spPr>
        </p:cxnSp>
        <p:sp>
          <p:nvSpPr>
            <p:cNvPr id="85" name="Google Shape;410;g2e185aec522_0_0">
              <a:extLst>
                <a:ext uri="{FF2B5EF4-FFF2-40B4-BE49-F238E27FC236}">
                  <a16:creationId xmlns:a16="http://schemas.microsoft.com/office/drawing/2014/main" id="{A61BE3A7-BF83-5FE6-E600-AB6BC16B0AD1}"/>
                </a:ext>
              </a:extLst>
            </p:cNvPr>
            <p:cNvSpPr txBox="1"/>
            <p:nvPr/>
          </p:nvSpPr>
          <p:spPr>
            <a:xfrm>
              <a:off x="4834438" y="2670094"/>
              <a:ext cx="641828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spAutoFit/>
            </a:bodyPr>
            <a:lstStyle/>
            <a:p>
              <a:pPr marL="0" marR="0" lvl="0" indent="0" algn="ctr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No attack surface</a:t>
              </a: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36F59BF7-1BA1-C1B5-0539-BC0602B60AAC}"/>
                </a:ext>
              </a:extLst>
            </p:cNvPr>
            <p:cNvGrpSpPr/>
            <p:nvPr/>
          </p:nvGrpSpPr>
          <p:grpSpPr>
            <a:xfrm>
              <a:off x="4780994" y="3018435"/>
              <a:ext cx="153433" cy="153433"/>
              <a:chOff x="6067637" y="2472313"/>
              <a:chExt cx="153433" cy="153433"/>
            </a:xfrm>
          </p:grpSpPr>
          <p:pic>
            <p:nvPicPr>
              <p:cNvPr id="87" name="Google Shape;4271;p412">
                <a:extLst>
                  <a:ext uri="{FF2B5EF4-FFF2-40B4-BE49-F238E27FC236}">
                    <a16:creationId xmlns:a16="http://schemas.microsoft.com/office/drawing/2014/main" id="{142D0F75-8DEF-24D1-D01E-4A97B09C17AA}"/>
                  </a:ext>
                </a:extLst>
              </p:cNvPr>
              <p:cNvPicPr preferRelativeResize="0"/>
              <p:nvPr/>
            </p:nvPicPr>
            <p:blipFill rotWithShape="1">
              <a:blip r:embed="rId3">
                <a:alphaModFix/>
              </a:blip>
              <a:srcRect/>
              <a:stretch/>
            </p:blipFill>
            <p:spPr>
              <a:xfrm>
                <a:off x="6090621" y="2493566"/>
                <a:ext cx="120911" cy="12437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5C4D4064-9493-D667-A2DF-088E15D8C26E}"/>
                  </a:ext>
                </a:extLst>
              </p:cNvPr>
              <p:cNvSpPr/>
              <p:nvPr/>
            </p:nvSpPr>
            <p:spPr>
              <a:xfrm>
                <a:off x="6067637" y="2472313"/>
                <a:ext cx="153433" cy="153433"/>
              </a:xfrm>
              <a:prstGeom prst="ellipse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sp>
        <p:nvSpPr>
          <p:cNvPr id="89" name="Google Shape;410;g2e185aec522_0_0">
            <a:extLst>
              <a:ext uri="{FF2B5EF4-FFF2-40B4-BE49-F238E27FC236}">
                <a16:creationId xmlns:a16="http://schemas.microsoft.com/office/drawing/2014/main" id="{898BA55B-6676-6DA1-5507-8E40EFC0BA04}"/>
              </a:ext>
            </a:extLst>
          </p:cNvPr>
          <p:cNvSpPr txBox="1"/>
          <p:nvPr/>
        </p:nvSpPr>
        <p:spPr>
          <a:xfrm>
            <a:off x="2648159" y="4323439"/>
            <a:ext cx="10162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Managed Users with ZCC</a:t>
            </a: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90" name="Google Shape;410;g2e185aec522_0_0">
            <a:extLst>
              <a:ext uri="{FF2B5EF4-FFF2-40B4-BE49-F238E27FC236}">
                <a16:creationId xmlns:a16="http://schemas.microsoft.com/office/drawing/2014/main" id="{393A2DD4-86EB-6515-928D-5B88A882C7F3}"/>
              </a:ext>
            </a:extLst>
          </p:cNvPr>
          <p:cNvSpPr txBox="1"/>
          <p:nvPr/>
        </p:nvSpPr>
        <p:spPr>
          <a:xfrm>
            <a:off x="4459539" y="4326428"/>
            <a:ext cx="112105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IoT/OT/Servers</a:t>
            </a:r>
          </a:p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(no ZCC)</a:t>
            </a: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960E45F0-AA69-5F2A-C716-E46231BCE45D}"/>
              </a:ext>
            </a:extLst>
          </p:cNvPr>
          <p:cNvGrpSpPr/>
          <p:nvPr/>
        </p:nvGrpSpPr>
        <p:grpSpPr>
          <a:xfrm>
            <a:off x="624798" y="2194420"/>
            <a:ext cx="1218521" cy="867961"/>
            <a:chOff x="25162" y="1994857"/>
            <a:chExt cx="1218521" cy="867961"/>
          </a:xfrm>
        </p:grpSpPr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48A2AE8D-DF4A-66C3-B2AD-7E5FBB7921AA}"/>
                </a:ext>
              </a:extLst>
            </p:cNvPr>
            <p:cNvGrpSpPr/>
            <p:nvPr/>
          </p:nvGrpSpPr>
          <p:grpSpPr>
            <a:xfrm>
              <a:off x="25162" y="1994857"/>
              <a:ext cx="1130589" cy="867961"/>
              <a:chOff x="7630881" y="1480720"/>
              <a:chExt cx="1244498" cy="955410"/>
            </a:xfrm>
          </p:grpSpPr>
          <p:grpSp>
            <p:nvGrpSpPr>
              <p:cNvPr id="94" name="Group 93">
                <a:extLst>
                  <a:ext uri="{FF2B5EF4-FFF2-40B4-BE49-F238E27FC236}">
                    <a16:creationId xmlns:a16="http://schemas.microsoft.com/office/drawing/2014/main" id="{ABF47EEB-4BD5-0D7F-D019-AC111AC06A7E}"/>
                  </a:ext>
                </a:extLst>
              </p:cNvPr>
              <p:cNvGrpSpPr/>
              <p:nvPr/>
            </p:nvGrpSpPr>
            <p:grpSpPr>
              <a:xfrm>
                <a:off x="8044122" y="1480720"/>
                <a:ext cx="517497" cy="517497"/>
                <a:chOff x="5730188" y="4744020"/>
                <a:chExt cx="753139" cy="753139"/>
              </a:xfrm>
            </p:grpSpPr>
            <p:sp>
              <p:nvSpPr>
                <p:cNvPr id="96" name="Oval 95">
                  <a:extLst>
                    <a:ext uri="{FF2B5EF4-FFF2-40B4-BE49-F238E27FC236}">
                      <a16:creationId xmlns:a16="http://schemas.microsoft.com/office/drawing/2014/main" id="{42BA068A-F96A-1E55-7D4F-95F250691FC5}"/>
                    </a:ext>
                  </a:extLst>
                </p:cNvPr>
                <p:cNvSpPr/>
                <p:nvPr/>
              </p:nvSpPr>
              <p:spPr>
                <a:xfrm>
                  <a:off x="5730188" y="4744020"/>
                  <a:ext cx="753139" cy="753139"/>
                </a:xfrm>
                <a:prstGeom prst="ellipse">
                  <a:avLst/>
                </a:prstGeom>
                <a:solidFill>
                  <a:schemeClr val="bg1">
                    <a:alpha val="50000"/>
                  </a:schemeClr>
                </a:solidFill>
                <a:ln w="15875">
                  <a:solidFill>
                    <a:schemeClr val="accent5"/>
                  </a:solidFill>
                  <a:prstDash val="sysDot"/>
                </a:ln>
                <a:effectLst/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Pts val="1400"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+mn-ea"/>
                    <a:cs typeface="Arial"/>
                  </a:endParaRPr>
                </a:p>
              </p:txBody>
            </p:sp>
            <p:sp>
              <p:nvSpPr>
                <p:cNvPr id="97" name="Google Shape;185;p5">
                  <a:extLst>
                    <a:ext uri="{FF2B5EF4-FFF2-40B4-BE49-F238E27FC236}">
                      <a16:creationId xmlns:a16="http://schemas.microsoft.com/office/drawing/2014/main" id="{FE7E059F-77B8-0E0C-A768-03FA1105C3AC}"/>
                    </a:ext>
                  </a:extLst>
                </p:cNvPr>
                <p:cNvSpPr/>
                <p:nvPr/>
              </p:nvSpPr>
              <p:spPr>
                <a:xfrm>
                  <a:off x="5936306" y="4914042"/>
                  <a:ext cx="333679" cy="403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132" h="555974" extrusionOk="0">
                      <a:moveTo>
                        <a:pt x="395669" y="555593"/>
                      </a:moveTo>
                      <a:cubicBezTo>
                        <a:pt x="391092" y="555597"/>
                        <a:pt x="386570" y="554588"/>
                        <a:pt x="382429" y="552641"/>
                      </a:cubicBezTo>
                      <a:lnTo>
                        <a:pt x="342233" y="533591"/>
                      </a:lnTo>
                      <a:cubicBezTo>
                        <a:pt x="341489" y="533356"/>
                        <a:pt x="340691" y="533356"/>
                        <a:pt x="339947" y="533591"/>
                      </a:cubicBezTo>
                      <a:lnTo>
                        <a:pt x="299847" y="552164"/>
                      </a:lnTo>
                      <a:cubicBezTo>
                        <a:pt x="289717" y="557012"/>
                        <a:pt x="277740" y="555876"/>
                        <a:pt x="268700" y="549212"/>
                      </a:cubicBezTo>
                      <a:cubicBezTo>
                        <a:pt x="259693" y="542626"/>
                        <a:pt x="254898" y="531726"/>
                        <a:pt x="256127" y="520636"/>
                      </a:cubicBezTo>
                      <a:lnTo>
                        <a:pt x="261366" y="476631"/>
                      </a:lnTo>
                      <a:cubicBezTo>
                        <a:pt x="261410" y="475948"/>
                        <a:pt x="261207" y="475272"/>
                        <a:pt x="260795" y="474726"/>
                      </a:cubicBezTo>
                      <a:lnTo>
                        <a:pt x="230505" y="442055"/>
                      </a:lnTo>
                      <a:cubicBezTo>
                        <a:pt x="222987" y="433665"/>
                        <a:pt x="220518" y="421899"/>
                        <a:pt x="224028" y="411194"/>
                      </a:cubicBezTo>
                      <a:cubicBezTo>
                        <a:pt x="227485" y="400582"/>
                        <a:pt x="236481" y="392721"/>
                        <a:pt x="247460" y="390716"/>
                      </a:cubicBezTo>
                      <a:lnTo>
                        <a:pt x="290989" y="382619"/>
                      </a:lnTo>
                      <a:cubicBezTo>
                        <a:pt x="291658" y="382412"/>
                        <a:pt x="292233" y="381973"/>
                        <a:pt x="292608" y="381381"/>
                      </a:cubicBezTo>
                      <a:lnTo>
                        <a:pt x="314230" y="342614"/>
                      </a:lnTo>
                      <a:cubicBezTo>
                        <a:pt x="319588" y="332819"/>
                        <a:pt x="329831" y="326695"/>
                        <a:pt x="340995" y="326612"/>
                      </a:cubicBezTo>
                      <a:cubicBezTo>
                        <a:pt x="352332" y="326416"/>
                        <a:pt x="362835" y="332549"/>
                        <a:pt x="368237" y="342519"/>
                      </a:cubicBezTo>
                      <a:lnTo>
                        <a:pt x="389858" y="381286"/>
                      </a:lnTo>
                      <a:cubicBezTo>
                        <a:pt x="390130" y="381926"/>
                        <a:pt x="390700" y="382390"/>
                        <a:pt x="391382" y="382524"/>
                      </a:cubicBezTo>
                      <a:lnTo>
                        <a:pt x="435102" y="391192"/>
                      </a:lnTo>
                      <a:cubicBezTo>
                        <a:pt x="451882" y="394467"/>
                        <a:pt x="462829" y="410727"/>
                        <a:pt x="459553" y="427506"/>
                      </a:cubicBezTo>
                      <a:cubicBezTo>
                        <a:pt x="458449" y="433164"/>
                        <a:pt x="455787" y="438401"/>
                        <a:pt x="451866" y="442627"/>
                      </a:cubicBezTo>
                      <a:lnTo>
                        <a:pt x="421672" y="475012"/>
                      </a:lnTo>
                      <a:cubicBezTo>
                        <a:pt x="421184" y="475559"/>
                        <a:pt x="420943" y="476282"/>
                        <a:pt x="421005" y="477012"/>
                      </a:cubicBezTo>
                      <a:lnTo>
                        <a:pt x="426339" y="521208"/>
                      </a:lnTo>
                      <a:cubicBezTo>
                        <a:pt x="428391" y="538234"/>
                        <a:pt x="416252" y="553700"/>
                        <a:pt x="399226" y="555751"/>
                      </a:cubicBezTo>
                      <a:cubicBezTo>
                        <a:pt x="398045" y="555894"/>
                        <a:pt x="396857" y="555969"/>
                        <a:pt x="395669" y="555974"/>
                      </a:cubicBezTo>
                      <a:close/>
                      <a:moveTo>
                        <a:pt x="341281" y="505301"/>
                      </a:moveTo>
                      <a:cubicBezTo>
                        <a:pt x="345708" y="505266"/>
                        <a:pt x="350091" y="506176"/>
                        <a:pt x="354140" y="507968"/>
                      </a:cubicBezTo>
                      <a:lnTo>
                        <a:pt x="394621" y="527018"/>
                      </a:lnTo>
                      <a:cubicBezTo>
                        <a:pt x="395307" y="527496"/>
                        <a:pt x="396220" y="527496"/>
                        <a:pt x="396907" y="527018"/>
                      </a:cubicBezTo>
                      <a:cubicBezTo>
                        <a:pt x="397663" y="526518"/>
                        <a:pt x="398069" y="525631"/>
                        <a:pt x="397955" y="524732"/>
                      </a:cubicBezTo>
                      <a:lnTo>
                        <a:pt x="392621" y="480727"/>
                      </a:lnTo>
                      <a:cubicBezTo>
                        <a:pt x="391514" y="471805"/>
                        <a:pt x="394327" y="462841"/>
                        <a:pt x="400336" y="456152"/>
                      </a:cubicBezTo>
                      <a:lnTo>
                        <a:pt x="400336" y="456152"/>
                      </a:lnTo>
                      <a:lnTo>
                        <a:pt x="430721" y="423577"/>
                      </a:lnTo>
                      <a:cubicBezTo>
                        <a:pt x="431990" y="423068"/>
                        <a:pt x="432607" y="421627"/>
                        <a:pt x="432099" y="420357"/>
                      </a:cubicBezTo>
                      <a:cubicBezTo>
                        <a:pt x="431757" y="419503"/>
                        <a:pt x="430969" y="418909"/>
                        <a:pt x="430054" y="418814"/>
                      </a:cubicBezTo>
                      <a:lnTo>
                        <a:pt x="386429" y="410242"/>
                      </a:lnTo>
                      <a:cubicBezTo>
                        <a:pt x="377376" y="408521"/>
                        <a:pt x="369577" y="402820"/>
                        <a:pt x="365189" y="394716"/>
                      </a:cubicBezTo>
                      <a:lnTo>
                        <a:pt x="343662" y="356045"/>
                      </a:lnTo>
                      <a:cubicBezTo>
                        <a:pt x="343243" y="355279"/>
                        <a:pt x="342439" y="354804"/>
                        <a:pt x="341567" y="354806"/>
                      </a:cubicBezTo>
                      <a:lnTo>
                        <a:pt x="341567" y="354806"/>
                      </a:lnTo>
                      <a:cubicBezTo>
                        <a:pt x="340759" y="354767"/>
                        <a:pt x="340007" y="355219"/>
                        <a:pt x="339662" y="355949"/>
                      </a:cubicBezTo>
                      <a:lnTo>
                        <a:pt x="317659" y="394811"/>
                      </a:lnTo>
                      <a:cubicBezTo>
                        <a:pt x="313220" y="402712"/>
                        <a:pt x="305577" y="408305"/>
                        <a:pt x="296704" y="410147"/>
                      </a:cubicBezTo>
                      <a:lnTo>
                        <a:pt x="252698" y="418814"/>
                      </a:lnTo>
                      <a:cubicBezTo>
                        <a:pt x="251874" y="418936"/>
                        <a:pt x="251202" y="419534"/>
                        <a:pt x="250984" y="420338"/>
                      </a:cubicBezTo>
                      <a:cubicBezTo>
                        <a:pt x="250640" y="421233"/>
                        <a:pt x="250865" y="422246"/>
                        <a:pt x="251555" y="422910"/>
                      </a:cubicBezTo>
                      <a:lnTo>
                        <a:pt x="281559" y="455390"/>
                      </a:lnTo>
                      <a:cubicBezTo>
                        <a:pt x="287626" y="462026"/>
                        <a:pt x="290602" y="470919"/>
                        <a:pt x="289750" y="479870"/>
                      </a:cubicBezTo>
                      <a:lnTo>
                        <a:pt x="284417" y="524256"/>
                      </a:lnTo>
                      <a:cubicBezTo>
                        <a:pt x="284281" y="525136"/>
                        <a:pt x="284649" y="526018"/>
                        <a:pt x="285369" y="526542"/>
                      </a:cubicBezTo>
                      <a:cubicBezTo>
                        <a:pt x="286094" y="527011"/>
                        <a:pt x="287025" y="527011"/>
                        <a:pt x="287750" y="526542"/>
                      </a:cubicBezTo>
                      <a:lnTo>
                        <a:pt x="328041" y="507492"/>
                      </a:lnTo>
                      <a:cubicBezTo>
                        <a:pt x="332241" y="505799"/>
                        <a:pt x="336760" y="505052"/>
                        <a:pt x="341281" y="505301"/>
                      </a:cubicBezTo>
                      <a:close/>
                      <a:moveTo>
                        <a:pt x="28575" y="541306"/>
                      </a:moveTo>
                      <a:lnTo>
                        <a:pt x="28575" y="454819"/>
                      </a:lnTo>
                      <a:cubicBezTo>
                        <a:pt x="28627" y="399605"/>
                        <a:pt x="73374" y="354859"/>
                        <a:pt x="128588" y="354806"/>
                      </a:cubicBezTo>
                      <a:lnTo>
                        <a:pt x="221647" y="354806"/>
                      </a:lnTo>
                      <a:cubicBezTo>
                        <a:pt x="229537" y="354806"/>
                        <a:pt x="235934" y="348409"/>
                        <a:pt x="235934" y="340519"/>
                      </a:cubicBezTo>
                      <a:cubicBezTo>
                        <a:pt x="235934" y="332628"/>
                        <a:pt x="229537" y="326231"/>
                        <a:pt x="221647" y="326231"/>
                      </a:cubicBezTo>
                      <a:lnTo>
                        <a:pt x="128588" y="326231"/>
                      </a:lnTo>
                      <a:cubicBezTo>
                        <a:pt x="57592" y="326284"/>
                        <a:pt x="52" y="383823"/>
                        <a:pt x="0" y="454819"/>
                      </a:cubicBezTo>
                      <a:lnTo>
                        <a:pt x="0" y="541306"/>
                      </a:lnTo>
                      <a:cubicBezTo>
                        <a:pt x="0" y="549196"/>
                        <a:pt x="6397" y="555593"/>
                        <a:pt x="14288" y="555593"/>
                      </a:cubicBezTo>
                      <a:cubicBezTo>
                        <a:pt x="22178" y="555593"/>
                        <a:pt x="28575" y="549196"/>
                        <a:pt x="28575" y="541306"/>
                      </a:cubicBezTo>
                      <a:close/>
                      <a:moveTo>
                        <a:pt x="206502" y="298133"/>
                      </a:moveTo>
                      <a:cubicBezTo>
                        <a:pt x="124175" y="298133"/>
                        <a:pt x="57436" y="231394"/>
                        <a:pt x="57436" y="149066"/>
                      </a:cubicBezTo>
                      <a:cubicBezTo>
                        <a:pt x="57436" y="66739"/>
                        <a:pt x="124175" y="0"/>
                        <a:pt x="206502" y="0"/>
                      </a:cubicBezTo>
                      <a:cubicBezTo>
                        <a:pt x="288829" y="0"/>
                        <a:pt x="355568" y="66740"/>
                        <a:pt x="355568" y="149066"/>
                      </a:cubicBezTo>
                      <a:cubicBezTo>
                        <a:pt x="355568" y="149098"/>
                        <a:pt x="355568" y="149130"/>
                        <a:pt x="355568" y="149162"/>
                      </a:cubicBezTo>
                      <a:cubicBezTo>
                        <a:pt x="355463" y="231430"/>
                        <a:pt x="288770" y="298080"/>
                        <a:pt x="206502" y="298133"/>
                      </a:cubicBezTo>
                      <a:close/>
                      <a:moveTo>
                        <a:pt x="206502" y="28670"/>
                      </a:moveTo>
                      <a:cubicBezTo>
                        <a:pt x="139957" y="28670"/>
                        <a:pt x="86011" y="82616"/>
                        <a:pt x="86011" y="149162"/>
                      </a:cubicBezTo>
                      <a:cubicBezTo>
                        <a:pt x="86011" y="215707"/>
                        <a:pt x="139957" y="269653"/>
                        <a:pt x="206502" y="269653"/>
                      </a:cubicBezTo>
                      <a:cubicBezTo>
                        <a:pt x="273048" y="269653"/>
                        <a:pt x="326993" y="215707"/>
                        <a:pt x="326993" y="149162"/>
                      </a:cubicBezTo>
                      <a:cubicBezTo>
                        <a:pt x="326941" y="82638"/>
                        <a:pt x="273026" y="28723"/>
                        <a:pt x="206502" y="2867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91435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Tx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C9691DFF-FB77-3C06-76D4-D0C53846FB47}"/>
                  </a:ext>
                </a:extLst>
              </p:cNvPr>
              <p:cNvSpPr txBox="1"/>
              <p:nvPr/>
            </p:nvSpPr>
            <p:spPr>
              <a:xfrm>
                <a:off x="7630881" y="2029587"/>
                <a:ext cx="1244498" cy="4065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Privileged Remote Access</a:t>
                </a:r>
                <a:endParaRPr kumimoji="0" 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</p:txBody>
          </p:sp>
        </p:grpSp>
        <p:cxnSp>
          <p:nvCxnSpPr>
            <p:cNvPr id="93" name="Google Shape;366;g2e185aec522_0_0">
              <a:extLst>
                <a:ext uri="{FF2B5EF4-FFF2-40B4-BE49-F238E27FC236}">
                  <a16:creationId xmlns:a16="http://schemas.microsoft.com/office/drawing/2014/main" id="{66AA8AED-F6D8-2EDD-C7DF-42F23201554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0542" y="2242970"/>
              <a:ext cx="353141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triangle" w="med" len="med"/>
              <a:tailEnd type="none" w="sm" len="sm"/>
            </a:ln>
          </p:spPr>
        </p:cxnSp>
      </p:grpSp>
      <p:sp>
        <p:nvSpPr>
          <p:cNvPr id="98" name="Google Shape;2865;p293">
            <a:extLst>
              <a:ext uri="{FF2B5EF4-FFF2-40B4-BE49-F238E27FC236}">
                <a16:creationId xmlns:a16="http://schemas.microsoft.com/office/drawing/2014/main" id="{8B21D750-DFC2-C213-9390-C5CA5C3148E2}"/>
              </a:ext>
            </a:extLst>
          </p:cNvPr>
          <p:cNvSpPr txBox="1"/>
          <p:nvPr/>
        </p:nvSpPr>
        <p:spPr>
          <a:xfrm>
            <a:off x="3072384" y="4715994"/>
            <a:ext cx="210570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Café-like Branch</a:t>
            </a:r>
            <a:endParaRPr kumimoji="0" sz="150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Users and IoT/OT</a:t>
            </a: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</p:spTree>
    <p:extLst>
      <p:ext uri="{BB962C8B-B14F-4D97-AF65-F5344CB8AC3E}">
        <p14:creationId xmlns:p14="http://schemas.microsoft.com/office/powerpoint/2010/main" val="2389640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000"/>
                            </p:stCondLst>
                            <p:childTnLst>
                              <p:par>
                                <p:cTn id="5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500"/>
                            </p:stCondLst>
                            <p:childTnLst>
                              <p:par>
                                <p:cTn id="6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0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89" grpId="0"/>
      <p:bldP spid="90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2805;p17">
            <a:extLst>
              <a:ext uri="{FF2B5EF4-FFF2-40B4-BE49-F238E27FC236}">
                <a16:creationId xmlns:a16="http://schemas.microsoft.com/office/drawing/2014/main" id="{D8EEE212-185A-65A8-FFC1-027CBCA2C7C1}"/>
              </a:ext>
            </a:extLst>
          </p:cNvPr>
          <p:cNvSpPr txBox="1"/>
          <p:nvPr/>
        </p:nvSpPr>
        <p:spPr>
          <a:xfrm>
            <a:off x="9428084" y="3865240"/>
            <a:ext cx="811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600"/>
              <a:buFont typeface="Arial"/>
              <a:buNone/>
              <a:tabLst/>
              <a:defRPr/>
            </a:pPr>
            <a:r>
              <a:rPr kumimoji="0" lang="en-US" sz="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L2/L3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600"/>
              <a:buFont typeface="Arial"/>
              <a:buNone/>
              <a:tabLst/>
              <a:defRPr/>
            </a:pPr>
            <a:r>
              <a:rPr kumimoji="0" lang="en-US" sz="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switch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2ACA8A-0CD5-FC3F-832D-37011996C6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Zscaler Zero Trust SDWAN – How It Works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5AC517-FDE9-30A3-F8DF-FF327791BEBD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en-US" dirty="0"/>
              <a:t>Users and Devices Connect to Applications, Not Networks (Eliminates Network Implicit Trust)</a:t>
            </a:r>
          </a:p>
        </p:txBody>
      </p:sp>
      <p:sp>
        <p:nvSpPr>
          <p:cNvPr id="4" name="Google Shape;2766;p17">
            <a:extLst>
              <a:ext uri="{FF2B5EF4-FFF2-40B4-BE49-F238E27FC236}">
                <a16:creationId xmlns:a16="http://schemas.microsoft.com/office/drawing/2014/main" id="{125FD722-EFC3-8146-FDDA-CFB1A8609817}"/>
              </a:ext>
            </a:extLst>
          </p:cNvPr>
          <p:cNvSpPr/>
          <p:nvPr/>
        </p:nvSpPr>
        <p:spPr>
          <a:xfrm>
            <a:off x="8004577" y="5387118"/>
            <a:ext cx="3189696" cy="279962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900"/>
              <a:buFont typeface="Arial"/>
              <a:buNone/>
              <a:tabLst/>
              <a:defRPr/>
            </a:pPr>
            <a:r>
              <a:rPr kumimoji="0" lang="en-US" sz="8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Zero Trust Edge: Plug &amp; play physical or virtual appliances</a:t>
            </a:r>
            <a:endParaRPr kumimoji="0" sz="16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5" name="Google Shape;2767;p17">
            <a:extLst>
              <a:ext uri="{FF2B5EF4-FFF2-40B4-BE49-F238E27FC236}">
                <a16:creationId xmlns:a16="http://schemas.microsoft.com/office/drawing/2014/main" id="{6F262138-6744-8FAC-7070-0D4944C79FF6}"/>
              </a:ext>
            </a:extLst>
          </p:cNvPr>
          <p:cNvSpPr/>
          <p:nvPr/>
        </p:nvSpPr>
        <p:spPr>
          <a:xfrm>
            <a:off x="8603061" y="3457196"/>
            <a:ext cx="2009100" cy="402300"/>
          </a:xfrm>
          <a:prstGeom prst="roundRect">
            <a:avLst>
              <a:gd name="adj" fmla="val 16667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6" name="Google Shape;2768;p17">
            <a:extLst>
              <a:ext uri="{FF2B5EF4-FFF2-40B4-BE49-F238E27FC236}">
                <a16:creationId xmlns:a16="http://schemas.microsoft.com/office/drawing/2014/main" id="{00453A30-1E5A-0AE6-A146-D8FDB2D8E6A3}"/>
              </a:ext>
            </a:extLst>
          </p:cNvPr>
          <p:cNvCxnSpPr>
            <a:cxnSpLocks/>
          </p:cNvCxnSpPr>
          <p:nvPr/>
        </p:nvCxnSpPr>
        <p:spPr>
          <a:xfrm flipH="1">
            <a:off x="8523651" y="2663732"/>
            <a:ext cx="597037" cy="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triangle" w="med" len="med"/>
            <a:tailEnd type="none" w="sm" len="sm"/>
          </a:ln>
        </p:spPr>
      </p:cxnSp>
      <p:cxnSp>
        <p:nvCxnSpPr>
          <p:cNvPr id="7" name="Google Shape;2769;p17">
            <a:extLst>
              <a:ext uri="{FF2B5EF4-FFF2-40B4-BE49-F238E27FC236}">
                <a16:creationId xmlns:a16="http://schemas.microsoft.com/office/drawing/2014/main" id="{103E12A2-C479-5945-4B66-BC930831F0FE}"/>
              </a:ext>
            </a:extLst>
          </p:cNvPr>
          <p:cNvCxnSpPr/>
          <p:nvPr/>
        </p:nvCxnSpPr>
        <p:spPr>
          <a:xfrm rot="10800000">
            <a:off x="9656812" y="2004289"/>
            <a:ext cx="0" cy="35850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grpSp>
        <p:nvGrpSpPr>
          <p:cNvPr id="13" name="Google Shape;2775;p17">
            <a:extLst>
              <a:ext uri="{FF2B5EF4-FFF2-40B4-BE49-F238E27FC236}">
                <a16:creationId xmlns:a16="http://schemas.microsoft.com/office/drawing/2014/main" id="{C9EF290A-6EF0-B23D-AC65-3465A3A16241}"/>
              </a:ext>
            </a:extLst>
          </p:cNvPr>
          <p:cNvGrpSpPr/>
          <p:nvPr/>
        </p:nvGrpSpPr>
        <p:grpSpPr>
          <a:xfrm>
            <a:off x="9359798" y="4120120"/>
            <a:ext cx="623310" cy="123833"/>
            <a:chOff x="8187608" y="4926434"/>
            <a:chExt cx="1082700" cy="215100"/>
          </a:xfrm>
        </p:grpSpPr>
        <p:sp>
          <p:nvSpPr>
            <p:cNvPr id="14" name="Google Shape;2776;p17">
              <a:extLst>
                <a:ext uri="{FF2B5EF4-FFF2-40B4-BE49-F238E27FC236}">
                  <a16:creationId xmlns:a16="http://schemas.microsoft.com/office/drawing/2014/main" id="{062A479B-A219-5947-E8A2-620E8329BE6B}"/>
                </a:ext>
              </a:extLst>
            </p:cNvPr>
            <p:cNvSpPr/>
            <p:nvPr/>
          </p:nvSpPr>
          <p:spPr>
            <a:xfrm>
              <a:off x="8187608" y="4926434"/>
              <a:ext cx="1082700" cy="215100"/>
            </a:xfrm>
            <a:prstGeom prst="roundRect">
              <a:avLst>
                <a:gd name="adj" fmla="val 16667"/>
              </a:avLst>
            </a:prstGeom>
            <a:noFill/>
            <a:ln w="1587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2777;p17">
              <a:extLst>
                <a:ext uri="{FF2B5EF4-FFF2-40B4-BE49-F238E27FC236}">
                  <a16:creationId xmlns:a16="http://schemas.microsoft.com/office/drawing/2014/main" id="{A5008CFA-1FBD-4D6A-0E83-2C2513F1A93F}"/>
                </a:ext>
              </a:extLst>
            </p:cNvPr>
            <p:cNvSpPr/>
            <p:nvPr/>
          </p:nvSpPr>
          <p:spPr>
            <a:xfrm>
              <a:off x="8258373" y="5012530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2778;p17">
              <a:extLst>
                <a:ext uri="{FF2B5EF4-FFF2-40B4-BE49-F238E27FC236}">
                  <a16:creationId xmlns:a16="http://schemas.microsoft.com/office/drawing/2014/main" id="{F6C55070-ED41-1E29-CADC-5AAA8A4D17A0}"/>
                </a:ext>
              </a:extLst>
            </p:cNvPr>
            <p:cNvSpPr/>
            <p:nvPr/>
          </p:nvSpPr>
          <p:spPr>
            <a:xfrm>
              <a:off x="8410773" y="5012575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779;p17">
              <a:extLst>
                <a:ext uri="{FF2B5EF4-FFF2-40B4-BE49-F238E27FC236}">
                  <a16:creationId xmlns:a16="http://schemas.microsoft.com/office/drawing/2014/main" id="{210048A7-8A22-B0EC-1DE6-D87C695B981A}"/>
                </a:ext>
              </a:extLst>
            </p:cNvPr>
            <p:cNvSpPr/>
            <p:nvPr/>
          </p:nvSpPr>
          <p:spPr>
            <a:xfrm>
              <a:off x="8563159" y="5012590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2780;p17">
              <a:extLst>
                <a:ext uri="{FF2B5EF4-FFF2-40B4-BE49-F238E27FC236}">
                  <a16:creationId xmlns:a16="http://schemas.microsoft.com/office/drawing/2014/main" id="{56099AE6-9DC1-8DC9-2AFC-6AB87469B61E}"/>
                </a:ext>
              </a:extLst>
            </p:cNvPr>
            <p:cNvSpPr/>
            <p:nvPr/>
          </p:nvSpPr>
          <p:spPr>
            <a:xfrm>
              <a:off x="8714727" y="5012578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" name="Google Shape;2782;p17">
            <a:extLst>
              <a:ext uri="{FF2B5EF4-FFF2-40B4-BE49-F238E27FC236}">
                <a16:creationId xmlns:a16="http://schemas.microsoft.com/office/drawing/2014/main" id="{D33D86F1-3BD5-2331-068D-53111E583B8F}"/>
              </a:ext>
            </a:extLst>
          </p:cNvPr>
          <p:cNvSpPr/>
          <p:nvPr/>
        </p:nvSpPr>
        <p:spPr>
          <a:xfrm>
            <a:off x="8816363" y="4992138"/>
            <a:ext cx="232229" cy="197691"/>
          </a:xfrm>
          <a:custGeom>
            <a:avLst/>
            <a:gdLst/>
            <a:ahLst/>
            <a:cxnLst/>
            <a:rect l="l" t="t" r="r" b="b"/>
            <a:pathLst>
              <a:path w="663511" h="564832" extrusionOk="0">
                <a:moveTo>
                  <a:pt x="69342" y="305181"/>
                </a:moveTo>
                <a:lnTo>
                  <a:pt x="594074" y="305181"/>
                </a:lnTo>
                <a:cubicBezTo>
                  <a:pt x="601980" y="305181"/>
                  <a:pt x="608362" y="311563"/>
                  <a:pt x="608362" y="319469"/>
                </a:cubicBezTo>
                <a:cubicBezTo>
                  <a:pt x="608362" y="327374"/>
                  <a:pt x="601980" y="333756"/>
                  <a:pt x="594074" y="333756"/>
                </a:cubicBezTo>
                <a:lnTo>
                  <a:pt x="69342" y="333756"/>
                </a:lnTo>
                <a:cubicBezTo>
                  <a:pt x="61436" y="333756"/>
                  <a:pt x="55055" y="327374"/>
                  <a:pt x="55055" y="319469"/>
                </a:cubicBezTo>
                <a:cubicBezTo>
                  <a:pt x="55055" y="311563"/>
                  <a:pt x="61436" y="305181"/>
                  <a:pt x="69342" y="305181"/>
                </a:cubicBezTo>
                <a:close/>
                <a:moveTo>
                  <a:pt x="609029" y="113919"/>
                </a:moveTo>
                <a:lnTo>
                  <a:pt x="54483" y="113919"/>
                </a:lnTo>
                <a:cubicBezTo>
                  <a:pt x="24479" y="113919"/>
                  <a:pt x="0" y="138303"/>
                  <a:pt x="0" y="168402"/>
                </a:cubicBezTo>
                <a:lnTo>
                  <a:pt x="0" y="395954"/>
                </a:lnTo>
                <a:cubicBezTo>
                  <a:pt x="0" y="425958"/>
                  <a:pt x="24384" y="450437"/>
                  <a:pt x="54483" y="450437"/>
                </a:cubicBezTo>
                <a:lnTo>
                  <a:pt x="90964" y="450437"/>
                </a:lnTo>
                <a:cubicBezTo>
                  <a:pt x="98870" y="450437"/>
                  <a:pt x="105251" y="444056"/>
                  <a:pt x="105251" y="436150"/>
                </a:cubicBezTo>
                <a:cubicBezTo>
                  <a:pt x="105251" y="428244"/>
                  <a:pt x="98870" y="421862"/>
                  <a:pt x="90964" y="421862"/>
                </a:cubicBezTo>
                <a:lnTo>
                  <a:pt x="54483" y="421862"/>
                </a:lnTo>
                <a:cubicBezTo>
                  <a:pt x="40195" y="421862"/>
                  <a:pt x="28575" y="410242"/>
                  <a:pt x="28575" y="395954"/>
                </a:cubicBezTo>
                <a:lnTo>
                  <a:pt x="28575" y="168402"/>
                </a:lnTo>
                <a:cubicBezTo>
                  <a:pt x="28575" y="154115"/>
                  <a:pt x="40195" y="142494"/>
                  <a:pt x="54483" y="142494"/>
                </a:cubicBezTo>
                <a:lnTo>
                  <a:pt x="609029" y="142494"/>
                </a:lnTo>
                <a:cubicBezTo>
                  <a:pt x="623316" y="142494"/>
                  <a:pt x="634937" y="154115"/>
                  <a:pt x="634937" y="168402"/>
                </a:cubicBezTo>
                <a:lnTo>
                  <a:pt x="634937" y="395954"/>
                </a:lnTo>
                <a:cubicBezTo>
                  <a:pt x="634937" y="410242"/>
                  <a:pt x="623316" y="421862"/>
                  <a:pt x="609029" y="421862"/>
                </a:cubicBezTo>
                <a:lnTo>
                  <a:pt x="572548" y="421862"/>
                </a:lnTo>
                <a:cubicBezTo>
                  <a:pt x="564642" y="421862"/>
                  <a:pt x="558260" y="428244"/>
                  <a:pt x="558260" y="436150"/>
                </a:cubicBezTo>
                <a:cubicBezTo>
                  <a:pt x="558260" y="444056"/>
                  <a:pt x="564642" y="450437"/>
                  <a:pt x="572548" y="450437"/>
                </a:cubicBezTo>
                <a:lnTo>
                  <a:pt x="609029" y="450437"/>
                </a:lnTo>
                <a:cubicBezTo>
                  <a:pt x="639032" y="450437"/>
                  <a:pt x="663512" y="426053"/>
                  <a:pt x="663512" y="395954"/>
                </a:cubicBezTo>
                <a:lnTo>
                  <a:pt x="663512" y="168402"/>
                </a:lnTo>
                <a:cubicBezTo>
                  <a:pt x="663512" y="138398"/>
                  <a:pt x="639128" y="113919"/>
                  <a:pt x="609029" y="113919"/>
                </a:cubicBezTo>
                <a:close/>
                <a:moveTo>
                  <a:pt x="521399" y="363474"/>
                </a:moveTo>
                <a:cubicBezTo>
                  <a:pt x="513493" y="363474"/>
                  <a:pt x="507111" y="369856"/>
                  <a:pt x="507111" y="377762"/>
                </a:cubicBezTo>
                <a:lnTo>
                  <a:pt x="507111" y="510350"/>
                </a:lnTo>
                <a:cubicBezTo>
                  <a:pt x="507111" y="524637"/>
                  <a:pt x="495491" y="536258"/>
                  <a:pt x="481203" y="536258"/>
                </a:cubicBezTo>
                <a:lnTo>
                  <a:pt x="182213" y="536258"/>
                </a:lnTo>
                <a:cubicBezTo>
                  <a:pt x="167926" y="536258"/>
                  <a:pt x="156305" y="524637"/>
                  <a:pt x="156305" y="510350"/>
                </a:cubicBezTo>
                <a:lnTo>
                  <a:pt x="156305" y="377762"/>
                </a:lnTo>
                <a:cubicBezTo>
                  <a:pt x="156305" y="369856"/>
                  <a:pt x="149924" y="363474"/>
                  <a:pt x="142018" y="363474"/>
                </a:cubicBezTo>
                <a:cubicBezTo>
                  <a:pt x="134112" y="363474"/>
                  <a:pt x="127730" y="369856"/>
                  <a:pt x="127730" y="377762"/>
                </a:cubicBezTo>
                <a:lnTo>
                  <a:pt x="127730" y="510350"/>
                </a:lnTo>
                <a:cubicBezTo>
                  <a:pt x="127730" y="540353"/>
                  <a:pt x="152210" y="564833"/>
                  <a:pt x="182213" y="564833"/>
                </a:cubicBezTo>
                <a:lnTo>
                  <a:pt x="481108" y="564833"/>
                </a:lnTo>
                <a:cubicBezTo>
                  <a:pt x="511112" y="564833"/>
                  <a:pt x="535591" y="540449"/>
                  <a:pt x="535591" y="510350"/>
                </a:cubicBezTo>
                <a:lnTo>
                  <a:pt x="535591" y="377762"/>
                </a:lnTo>
                <a:cubicBezTo>
                  <a:pt x="535591" y="369856"/>
                  <a:pt x="529209" y="363474"/>
                  <a:pt x="521303" y="363474"/>
                </a:cubicBezTo>
                <a:close/>
                <a:moveTo>
                  <a:pt x="142113" y="92678"/>
                </a:moveTo>
                <a:cubicBezTo>
                  <a:pt x="150019" y="92678"/>
                  <a:pt x="156401" y="86297"/>
                  <a:pt x="156401" y="78391"/>
                </a:cubicBezTo>
                <a:lnTo>
                  <a:pt x="156401" y="54483"/>
                </a:lnTo>
                <a:cubicBezTo>
                  <a:pt x="156401" y="40195"/>
                  <a:pt x="168021" y="28575"/>
                  <a:pt x="182309" y="28575"/>
                </a:cubicBezTo>
                <a:lnTo>
                  <a:pt x="481203" y="28575"/>
                </a:lnTo>
                <a:cubicBezTo>
                  <a:pt x="495491" y="28575"/>
                  <a:pt x="507111" y="40195"/>
                  <a:pt x="507111" y="54483"/>
                </a:cubicBezTo>
                <a:lnTo>
                  <a:pt x="507111" y="78391"/>
                </a:lnTo>
                <a:cubicBezTo>
                  <a:pt x="507111" y="86297"/>
                  <a:pt x="513493" y="92678"/>
                  <a:pt x="521399" y="92678"/>
                </a:cubicBezTo>
                <a:cubicBezTo>
                  <a:pt x="529304" y="92678"/>
                  <a:pt x="535686" y="86297"/>
                  <a:pt x="535686" y="78391"/>
                </a:cubicBezTo>
                <a:lnTo>
                  <a:pt x="535686" y="54483"/>
                </a:lnTo>
                <a:cubicBezTo>
                  <a:pt x="535686" y="24479"/>
                  <a:pt x="511207" y="0"/>
                  <a:pt x="481203" y="0"/>
                </a:cubicBezTo>
                <a:lnTo>
                  <a:pt x="182213" y="0"/>
                </a:lnTo>
                <a:cubicBezTo>
                  <a:pt x="152210" y="0"/>
                  <a:pt x="127730" y="24384"/>
                  <a:pt x="127730" y="54483"/>
                </a:cubicBezTo>
                <a:lnTo>
                  <a:pt x="127730" y="78391"/>
                </a:lnTo>
                <a:cubicBezTo>
                  <a:pt x="127730" y="86297"/>
                  <a:pt x="134112" y="92678"/>
                  <a:pt x="142018" y="92678"/>
                </a:cubicBezTo>
                <a:close/>
                <a:moveTo>
                  <a:pt x="445961" y="363569"/>
                </a:moveTo>
                <a:lnTo>
                  <a:pt x="217456" y="363569"/>
                </a:lnTo>
                <a:cubicBezTo>
                  <a:pt x="209550" y="363569"/>
                  <a:pt x="203168" y="369951"/>
                  <a:pt x="203168" y="377857"/>
                </a:cubicBezTo>
                <a:cubicBezTo>
                  <a:pt x="203168" y="385763"/>
                  <a:pt x="209550" y="392144"/>
                  <a:pt x="217456" y="392144"/>
                </a:cubicBezTo>
                <a:lnTo>
                  <a:pt x="445961" y="392144"/>
                </a:lnTo>
                <a:cubicBezTo>
                  <a:pt x="453866" y="392144"/>
                  <a:pt x="460248" y="385763"/>
                  <a:pt x="460248" y="377857"/>
                </a:cubicBezTo>
                <a:cubicBezTo>
                  <a:pt x="460248" y="369951"/>
                  <a:pt x="453866" y="363569"/>
                  <a:pt x="445961" y="363569"/>
                </a:cubicBezTo>
                <a:close/>
                <a:moveTo>
                  <a:pt x="445961" y="421862"/>
                </a:moveTo>
                <a:lnTo>
                  <a:pt x="217456" y="421862"/>
                </a:lnTo>
                <a:cubicBezTo>
                  <a:pt x="209550" y="421862"/>
                  <a:pt x="203168" y="428244"/>
                  <a:pt x="203168" y="436150"/>
                </a:cubicBezTo>
                <a:cubicBezTo>
                  <a:pt x="203168" y="444056"/>
                  <a:pt x="209550" y="450437"/>
                  <a:pt x="217456" y="450437"/>
                </a:cubicBezTo>
                <a:lnTo>
                  <a:pt x="445961" y="450437"/>
                </a:lnTo>
                <a:cubicBezTo>
                  <a:pt x="453866" y="450437"/>
                  <a:pt x="460248" y="444056"/>
                  <a:pt x="460248" y="436150"/>
                </a:cubicBezTo>
                <a:cubicBezTo>
                  <a:pt x="460248" y="428244"/>
                  <a:pt x="453866" y="421862"/>
                  <a:pt x="445961" y="421862"/>
                </a:cubicBezTo>
                <a:close/>
                <a:moveTo>
                  <a:pt x="608362" y="187547"/>
                </a:moveTo>
                <a:cubicBezTo>
                  <a:pt x="608362" y="177070"/>
                  <a:pt x="599789" y="168497"/>
                  <a:pt x="589312" y="168497"/>
                </a:cubicBezTo>
                <a:cubicBezTo>
                  <a:pt x="578834" y="168497"/>
                  <a:pt x="570262" y="177070"/>
                  <a:pt x="570262" y="187547"/>
                </a:cubicBezTo>
                <a:cubicBezTo>
                  <a:pt x="570262" y="198025"/>
                  <a:pt x="578834" y="206597"/>
                  <a:pt x="589312" y="206597"/>
                </a:cubicBezTo>
                <a:cubicBezTo>
                  <a:pt x="599789" y="206597"/>
                  <a:pt x="608362" y="198025"/>
                  <a:pt x="608362" y="187547"/>
                </a:cubicBezTo>
                <a:close/>
                <a:moveTo>
                  <a:pt x="551212" y="187547"/>
                </a:moveTo>
                <a:cubicBezTo>
                  <a:pt x="551212" y="177070"/>
                  <a:pt x="542639" y="168497"/>
                  <a:pt x="532162" y="168497"/>
                </a:cubicBezTo>
                <a:cubicBezTo>
                  <a:pt x="521684" y="168497"/>
                  <a:pt x="513112" y="177070"/>
                  <a:pt x="513112" y="187547"/>
                </a:cubicBezTo>
                <a:cubicBezTo>
                  <a:pt x="513112" y="198025"/>
                  <a:pt x="521684" y="206597"/>
                  <a:pt x="532162" y="206597"/>
                </a:cubicBezTo>
                <a:cubicBezTo>
                  <a:pt x="542639" y="206597"/>
                  <a:pt x="551212" y="198025"/>
                  <a:pt x="551212" y="18754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1" name="Google Shape;2783;p17">
            <a:extLst>
              <a:ext uri="{FF2B5EF4-FFF2-40B4-BE49-F238E27FC236}">
                <a16:creationId xmlns:a16="http://schemas.microsoft.com/office/drawing/2014/main" id="{C586FB0F-3588-AAB1-1738-CBECB7466381}"/>
              </a:ext>
            </a:extLst>
          </p:cNvPr>
          <p:cNvSpPr/>
          <p:nvPr/>
        </p:nvSpPr>
        <p:spPr>
          <a:xfrm>
            <a:off x="9561530" y="4993735"/>
            <a:ext cx="223726" cy="194497"/>
          </a:xfrm>
          <a:custGeom>
            <a:avLst/>
            <a:gdLst/>
            <a:ahLst/>
            <a:cxnLst/>
            <a:rect l="l" t="t" r="r" b="b"/>
            <a:pathLst>
              <a:path w="545673" h="474383" extrusionOk="0">
                <a:moveTo>
                  <a:pt x="541414" y="332110"/>
                </a:moveTo>
                <a:lnTo>
                  <a:pt x="213676" y="4448"/>
                </a:lnTo>
                <a:cubicBezTo>
                  <a:pt x="207745" y="-1483"/>
                  <a:pt x="198087" y="-1483"/>
                  <a:pt x="192156" y="4448"/>
                </a:cubicBezTo>
                <a:lnTo>
                  <a:pt x="51100" y="145505"/>
                </a:lnTo>
                <a:cubicBezTo>
                  <a:pt x="48210" y="148395"/>
                  <a:pt x="46613" y="152197"/>
                  <a:pt x="46613" y="156227"/>
                </a:cubicBezTo>
                <a:cubicBezTo>
                  <a:pt x="46613" y="160257"/>
                  <a:pt x="48210" y="164135"/>
                  <a:pt x="51100" y="166949"/>
                </a:cubicBezTo>
                <a:lnTo>
                  <a:pt x="172233" y="288082"/>
                </a:lnTo>
                <a:lnTo>
                  <a:pt x="100755" y="359561"/>
                </a:lnTo>
                <a:lnTo>
                  <a:pt x="30417" y="359561"/>
                </a:lnTo>
                <a:lnTo>
                  <a:pt x="30417" y="278729"/>
                </a:lnTo>
                <a:cubicBezTo>
                  <a:pt x="30417" y="270365"/>
                  <a:pt x="23573" y="263521"/>
                  <a:pt x="15208" y="263521"/>
                </a:cubicBezTo>
                <a:cubicBezTo>
                  <a:pt x="6844" y="263521"/>
                  <a:pt x="0" y="270365"/>
                  <a:pt x="0" y="278729"/>
                </a:cubicBezTo>
                <a:lnTo>
                  <a:pt x="0" y="459175"/>
                </a:lnTo>
                <a:cubicBezTo>
                  <a:pt x="0" y="467540"/>
                  <a:pt x="6844" y="474384"/>
                  <a:pt x="15208" y="474384"/>
                </a:cubicBezTo>
                <a:cubicBezTo>
                  <a:pt x="23573" y="474384"/>
                  <a:pt x="30417" y="467540"/>
                  <a:pt x="30417" y="459175"/>
                </a:cubicBezTo>
                <a:lnTo>
                  <a:pt x="30417" y="389978"/>
                </a:lnTo>
                <a:lnTo>
                  <a:pt x="106990" y="389978"/>
                </a:lnTo>
                <a:cubicBezTo>
                  <a:pt x="111020" y="389978"/>
                  <a:pt x="114898" y="388381"/>
                  <a:pt x="117712" y="385491"/>
                </a:cubicBezTo>
                <a:lnTo>
                  <a:pt x="193677" y="309526"/>
                </a:lnTo>
                <a:lnTo>
                  <a:pt x="316864" y="432713"/>
                </a:lnTo>
                <a:cubicBezTo>
                  <a:pt x="319830" y="435679"/>
                  <a:pt x="323708" y="437199"/>
                  <a:pt x="327586" y="437199"/>
                </a:cubicBezTo>
                <a:cubicBezTo>
                  <a:pt x="331464" y="437199"/>
                  <a:pt x="335342" y="435679"/>
                  <a:pt x="338308" y="432713"/>
                </a:cubicBezTo>
                <a:lnTo>
                  <a:pt x="398760" y="372260"/>
                </a:lnTo>
                <a:cubicBezTo>
                  <a:pt x="402638" y="368382"/>
                  <a:pt x="407885" y="366025"/>
                  <a:pt x="413360" y="365645"/>
                </a:cubicBezTo>
                <a:lnTo>
                  <a:pt x="531452" y="357888"/>
                </a:lnTo>
                <a:cubicBezTo>
                  <a:pt x="537384" y="357508"/>
                  <a:pt x="542554" y="353630"/>
                  <a:pt x="544683" y="348079"/>
                </a:cubicBezTo>
                <a:cubicBezTo>
                  <a:pt x="546813" y="342528"/>
                  <a:pt x="545444" y="336217"/>
                  <a:pt x="541186" y="331958"/>
                </a:cubicBezTo>
                <a:close/>
                <a:moveTo>
                  <a:pt x="411535" y="335456"/>
                </a:moveTo>
                <a:cubicBezTo>
                  <a:pt x="398684" y="336293"/>
                  <a:pt x="386518" y="341768"/>
                  <a:pt x="377393" y="350969"/>
                </a:cubicBezTo>
                <a:lnTo>
                  <a:pt x="327738" y="400624"/>
                </a:lnTo>
                <a:lnTo>
                  <a:pt x="83341" y="156303"/>
                </a:lnTo>
                <a:lnTo>
                  <a:pt x="202954" y="36690"/>
                </a:lnTo>
                <a:lnTo>
                  <a:pt x="496169" y="329905"/>
                </a:lnTo>
                <a:lnTo>
                  <a:pt x="411535" y="335456"/>
                </a:lnTo>
                <a:close/>
                <a:moveTo>
                  <a:pt x="311541" y="286333"/>
                </a:moveTo>
                <a:cubicBezTo>
                  <a:pt x="305610" y="280402"/>
                  <a:pt x="305306" y="270517"/>
                  <a:pt x="311237" y="264586"/>
                </a:cubicBezTo>
                <a:cubicBezTo>
                  <a:pt x="317168" y="258654"/>
                  <a:pt x="326521" y="258350"/>
                  <a:pt x="332452" y="264282"/>
                </a:cubicBezTo>
                <a:lnTo>
                  <a:pt x="332985" y="264814"/>
                </a:lnTo>
                <a:cubicBezTo>
                  <a:pt x="338916" y="270745"/>
                  <a:pt x="338916" y="280402"/>
                  <a:pt x="332985" y="286333"/>
                </a:cubicBezTo>
                <a:cubicBezTo>
                  <a:pt x="330019" y="289299"/>
                  <a:pt x="326141" y="290820"/>
                  <a:pt x="322263" y="290820"/>
                </a:cubicBezTo>
                <a:cubicBezTo>
                  <a:pt x="318385" y="290820"/>
                  <a:pt x="314507" y="289299"/>
                  <a:pt x="311541" y="286333"/>
                </a:cubicBezTo>
                <a:close/>
                <a:moveTo>
                  <a:pt x="349181" y="323974"/>
                </a:moveTo>
                <a:cubicBezTo>
                  <a:pt x="343250" y="318043"/>
                  <a:pt x="343250" y="308385"/>
                  <a:pt x="349181" y="302454"/>
                </a:cubicBezTo>
                <a:cubicBezTo>
                  <a:pt x="355113" y="296523"/>
                  <a:pt x="364770" y="296523"/>
                  <a:pt x="370701" y="302454"/>
                </a:cubicBezTo>
                <a:lnTo>
                  <a:pt x="371233" y="302987"/>
                </a:lnTo>
                <a:cubicBezTo>
                  <a:pt x="377165" y="308918"/>
                  <a:pt x="377165" y="318575"/>
                  <a:pt x="371233" y="324506"/>
                </a:cubicBezTo>
                <a:cubicBezTo>
                  <a:pt x="368268" y="327472"/>
                  <a:pt x="364390" y="328993"/>
                  <a:pt x="360512" y="328993"/>
                </a:cubicBezTo>
                <a:cubicBezTo>
                  <a:pt x="356633" y="328993"/>
                  <a:pt x="352755" y="327472"/>
                  <a:pt x="349790" y="324506"/>
                </a:cubicBezTo>
                <a:lnTo>
                  <a:pt x="349257" y="323974"/>
                </a:lnTo>
                <a:close/>
                <a:moveTo>
                  <a:pt x="180294" y="112123"/>
                </a:moveTo>
                <a:cubicBezTo>
                  <a:pt x="186225" y="118054"/>
                  <a:pt x="186225" y="127711"/>
                  <a:pt x="180294" y="133643"/>
                </a:cubicBezTo>
                <a:cubicBezTo>
                  <a:pt x="177328" y="136608"/>
                  <a:pt x="173450" y="138129"/>
                  <a:pt x="169572" y="138129"/>
                </a:cubicBezTo>
                <a:cubicBezTo>
                  <a:pt x="165694" y="138129"/>
                  <a:pt x="161816" y="136608"/>
                  <a:pt x="158850" y="133643"/>
                </a:cubicBezTo>
                <a:lnTo>
                  <a:pt x="158318" y="133110"/>
                </a:lnTo>
                <a:cubicBezTo>
                  <a:pt x="152387" y="127179"/>
                  <a:pt x="152387" y="117522"/>
                  <a:pt x="158318" y="111591"/>
                </a:cubicBezTo>
                <a:cubicBezTo>
                  <a:pt x="164249" y="105659"/>
                  <a:pt x="173906" y="105659"/>
                  <a:pt x="179838" y="111591"/>
                </a:cubicBezTo>
                <a:lnTo>
                  <a:pt x="180370" y="112123"/>
                </a:lnTo>
                <a:close/>
                <a:moveTo>
                  <a:pt x="272760" y="247628"/>
                </a:moveTo>
                <a:cubicBezTo>
                  <a:pt x="266829" y="241697"/>
                  <a:pt x="266829" y="232040"/>
                  <a:pt x="272760" y="226109"/>
                </a:cubicBezTo>
                <a:cubicBezTo>
                  <a:pt x="278691" y="220178"/>
                  <a:pt x="288348" y="220178"/>
                  <a:pt x="294280" y="226109"/>
                </a:cubicBezTo>
                <a:lnTo>
                  <a:pt x="294812" y="226641"/>
                </a:lnTo>
                <a:cubicBezTo>
                  <a:pt x="300743" y="232572"/>
                  <a:pt x="300743" y="242230"/>
                  <a:pt x="294812" y="248161"/>
                </a:cubicBezTo>
                <a:cubicBezTo>
                  <a:pt x="291846" y="251126"/>
                  <a:pt x="287968" y="252647"/>
                  <a:pt x="284090" y="252647"/>
                </a:cubicBezTo>
                <a:cubicBezTo>
                  <a:pt x="280212" y="252647"/>
                  <a:pt x="276334" y="251126"/>
                  <a:pt x="273368" y="248161"/>
                </a:cubicBezTo>
                <a:lnTo>
                  <a:pt x="272836" y="247628"/>
                </a:lnTo>
                <a:close/>
                <a:moveTo>
                  <a:pt x="196415" y="149763"/>
                </a:moveTo>
                <a:cubicBezTo>
                  <a:pt x="202346" y="143832"/>
                  <a:pt x="212003" y="143832"/>
                  <a:pt x="217934" y="149763"/>
                </a:cubicBezTo>
                <a:lnTo>
                  <a:pt x="218467" y="150296"/>
                </a:lnTo>
                <a:cubicBezTo>
                  <a:pt x="224398" y="156227"/>
                  <a:pt x="224398" y="165884"/>
                  <a:pt x="218467" y="171815"/>
                </a:cubicBezTo>
                <a:cubicBezTo>
                  <a:pt x="215501" y="174781"/>
                  <a:pt x="211623" y="176302"/>
                  <a:pt x="207745" y="176302"/>
                </a:cubicBezTo>
                <a:cubicBezTo>
                  <a:pt x="203867" y="176302"/>
                  <a:pt x="199988" y="174781"/>
                  <a:pt x="197023" y="171815"/>
                </a:cubicBezTo>
                <a:lnTo>
                  <a:pt x="196491" y="171283"/>
                </a:lnTo>
                <a:cubicBezTo>
                  <a:pt x="190559" y="165352"/>
                  <a:pt x="190559" y="155695"/>
                  <a:pt x="196491" y="149763"/>
                </a:cubicBezTo>
                <a:close/>
                <a:moveTo>
                  <a:pt x="234587" y="209456"/>
                </a:moveTo>
                <a:cubicBezTo>
                  <a:pt x="228656" y="203525"/>
                  <a:pt x="228656" y="193867"/>
                  <a:pt x="234587" y="187936"/>
                </a:cubicBezTo>
                <a:cubicBezTo>
                  <a:pt x="240518" y="182005"/>
                  <a:pt x="250176" y="182005"/>
                  <a:pt x="256107" y="187936"/>
                </a:cubicBezTo>
                <a:lnTo>
                  <a:pt x="256639" y="188468"/>
                </a:lnTo>
                <a:cubicBezTo>
                  <a:pt x="262570" y="194400"/>
                  <a:pt x="262570" y="204057"/>
                  <a:pt x="256639" y="209988"/>
                </a:cubicBezTo>
                <a:cubicBezTo>
                  <a:pt x="253674" y="212954"/>
                  <a:pt x="249796" y="214474"/>
                  <a:pt x="245917" y="214474"/>
                </a:cubicBezTo>
                <a:cubicBezTo>
                  <a:pt x="242039" y="214474"/>
                  <a:pt x="238161" y="212954"/>
                  <a:pt x="235196" y="209988"/>
                </a:cubicBezTo>
                <a:lnTo>
                  <a:pt x="234663" y="209456"/>
                </a:lnTo>
                <a:close/>
                <a:moveTo>
                  <a:pt x="478908" y="407924"/>
                </a:moveTo>
                <a:cubicBezTo>
                  <a:pt x="467045" y="428151"/>
                  <a:pt x="445146" y="441686"/>
                  <a:pt x="420052" y="441686"/>
                </a:cubicBezTo>
                <a:cubicBezTo>
                  <a:pt x="411839" y="441686"/>
                  <a:pt x="403931" y="440241"/>
                  <a:pt x="396631" y="437580"/>
                </a:cubicBezTo>
                <a:cubicBezTo>
                  <a:pt x="386137" y="433778"/>
                  <a:pt x="383172" y="420394"/>
                  <a:pt x="391080" y="412486"/>
                </a:cubicBezTo>
                <a:lnTo>
                  <a:pt x="410927" y="392639"/>
                </a:lnTo>
                <a:cubicBezTo>
                  <a:pt x="413512" y="390054"/>
                  <a:pt x="417010" y="388457"/>
                  <a:pt x="420660" y="388229"/>
                </a:cubicBezTo>
                <a:lnTo>
                  <a:pt x="464536" y="385339"/>
                </a:lnTo>
                <a:cubicBezTo>
                  <a:pt x="476551" y="384579"/>
                  <a:pt x="484915" y="397506"/>
                  <a:pt x="478832" y="40792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2" name="Google Shape;2784;p17">
            <a:extLst>
              <a:ext uri="{FF2B5EF4-FFF2-40B4-BE49-F238E27FC236}">
                <a16:creationId xmlns:a16="http://schemas.microsoft.com/office/drawing/2014/main" id="{605C8D82-5062-1950-C4F3-A5259AAA9573}"/>
              </a:ext>
            </a:extLst>
          </p:cNvPr>
          <p:cNvSpPr/>
          <p:nvPr/>
        </p:nvSpPr>
        <p:spPr>
          <a:xfrm>
            <a:off x="10280971" y="4991453"/>
            <a:ext cx="199739" cy="199061"/>
          </a:xfrm>
          <a:custGeom>
            <a:avLst/>
            <a:gdLst/>
            <a:ahLst/>
            <a:cxnLst/>
            <a:rect l="l" t="t" r="r" b="b"/>
            <a:pathLst>
              <a:path w="532637" h="530828" extrusionOk="0">
                <a:moveTo>
                  <a:pt x="470344" y="530828"/>
                </a:moveTo>
                <a:lnTo>
                  <a:pt x="134112" y="530828"/>
                </a:lnTo>
                <a:cubicBezTo>
                  <a:pt x="99709" y="530828"/>
                  <a:pt x="71819" y="502938"/>
                  <a:pt x="71819" y="468535"/>
                </a:cubicBezTo>
                <a:lnTo>
                  <a:pt x="71819" y="132302"/>
                </a:lnTo>
                <a:cubicBezTo>
                  <a:pt x="71871" y="97920"/>
                  <a:pt x="99730" y="70061"/>
                  <a:pt x="134112" y="70009"/>
                </a:cubicBezTo>
                <a:lnTo>
                  <a:pt x="470344" y="70009"/>
                </a:lnTo>
                <a:cubicBezTo>
                  <a:pt x="504705" y="70114"/>
                  <a:pt x="532533" y="97942"/>
                  <a:pt x="532638" y="132302"/>
                </a:cubicBezTo>
                <a:lnTo>
                  <a:pt x="532638" y="468535"/>
                </a:lnTo>
                <a:cubicBezTo>
                  <a:pt x="532586" y="502917"/>
                  <a:pt x="504727" y="530776"/>
                  <a:pt x="470344" y="530828"/>
                </a:cubicBezTo>
                <a:close/>
                <a:moveTo>
                  <a:pt x="134112" y="98584"/>
                </a:moveTo>
                <a:cubicBezTo>
                  <a:pt x="115512" y="98636"/>
                  <a:pt x="100446" y="113702"/>
                  <a:pt x="100394" y="132302"/>
                </a:cubicBezTo>
                <a:lnTo>
                  <a:pt x="100394" y="468535"/>
                </a:lnTo>
                <a:cubicBezTo>
                  <a:pt x="100446" y="487135"/>
                  <a:pt x="115512" y="502201"/>
                  <a:pt x="134112" y="502253"/>
                </a:cubicBezTo>
                <a:lnTo>
                  <a:pt x="470344" y="502253"/>
                </a:lnTo>
                <a:cubicBezTo>
                  <a:pt x="488945" y="502201"/>
                  <a:pt x="504011" y="487135"/>
                  <a:pt x="504063" y="468535"/>
                </a:cubicBezTo>
                <a:lnTo>
                  <a:pt x="504063" y="132302"/>
                </a:lnTo>
                <a:cubicBezTo>
                  <a:pt x="504011" y="113702"/>
                  <a:pt x="488945" y="98636"/>
                  <a:pt x="470344" y="98584"/>
                </a:cubicBezTo>
                <a:close/>
                <a:moveTo>
                  <a:pt x="38100" y="407575"/>
                </a:moveTo>
                <a:cubicBezTo>
                  <a:pt x="38100" y="397053"/>
                  <a:pt x="29571" y="388525"/>
                  <a:pt x="19050" y="388525"/>
                </a:cubicBezTo>
                <a:cubicBezTo>
                  <a:pt x="8529" y="388525"/>
                  <a:pt x="0" y="397053"/>
                  <a:pt x="0" y="407575"/>
                </a:cubicBezTo>
                <a:lnTo>
                  <a:pt x="0" y="407575"/>
                </a:lnTo>
                <a:cubicBezTo>
                  <a:pt x="0" y="418096"/>
                  <a:pt x="8529" y="426625"/>
                  <a:pt x="19050" y="426625"/>
                </a:cubicBezTo>
                <a:cubicBezTo>
                  <a:pt x="29571" y="426625"/>
                  <a:pt x="38100" y="418096"/>
                  <a:pt x="38100" y="407575"/>
                </a:cubicBezTo>
                <a:close/>
                <a:moveTo>
                  <a:pt x="19050" y="359950"/>
                </a:moveTo>
                <a:cubicBezTo>
                  <a:pt x="8529" y="359950"/>
                  <a:pt x="0" y="351421"/>
                  <a:pt x="0" y="340900"/>
                </a:cubicBezTo>
                <a:lnTo>
                  <a:pt x="0" y="339947"/>
                </a:lnTo>
                <a:cubicBezTo>
                  <a:pt x="0" y="329426"/>
                  <a:pt x="8529" y="320897"/>
                  <a:pt x="19050" y="320897"/>
                </a:cubicBezTo>
                <a:cubicBezTo>
                  <a:pt x="29571" y="320897"/>
                  <a:pt x="38100" y="329426"/>
                  <a:pt x="38100" y="339947"/>
                </a:cubicBezTo>
                <a:cubicBezTo>
                  <a:pt x="38626" y="350455"/>
                  <a:pt x="30534" y="359400"/>
                  <a:pt x="20026" y="359926"/>
                </a:cubicBezTo>
                <a:cubicBezTo>
                  <a:pt x="19701" y="359942"/>
                  <a:pt x="19376" y="359950"/>
                  <a:pt x="19050" y="359950"/>
                </a:cubicBezTo>
                <a:close/>
                <a:moveTo>
                  <a:pt x="19050" y="293275"/>
                </a:moveTo>
                <a:cubicBezTo>
                  <a:pt x="8529" y="293275"/>
                  <a:pt x="0" y="284746"/>
                  <a:pt x="0" y="274225"/>
                </a:cubicBezTo>
                <a:lnTo>
                  <a:pt x="0" y="273272"/>
                </a:lnTo>
                <a:cubicBezTo>
                  <a:pt x="0" y="262751"/>
                  <a:pt x="8529" y="254222"/>
                  <a:pt x="19050" y="254222"/>
                </a:cubicBezTo>
                <a:cubicBezTo>
                  <a:pt x="29571" y="254222"/>
                  <a:pt x="38100" y="262751"/>
                  <a:pt x="38100" y="273272"/>
                </a:cubicBezTo>
                <a:cubicBezTo>
                  <a:pt x="38363" y="283790"/>
                  <a:pt x="30050" y="292530"/>
                  <a:pt x="19532" y="292793"/>
                </a:cubicBezTo>
                <a:cubicBezTo>
                  <a:pt x="19372" y="292797"/>
                  <a:pt x="19211" y="292798"/>
                  <a:pt x="19050" y="292798"/>
                </a:cubicBezTo>
                <a:close/>
                <a:moveTo>
                  <a:pt x="19050" y="226600"/>
                </a:moveTo>
                <a:cubicBezTo>
                  <a:pt x="8529" y="226600"/>
                  <a:pt x="0" y="218071"/>
                  <a:pt x="0" y="207550"/>
                </a:cubicBezTo>
                <a:lnTo>
                  <a:pt x="0" y="206597"/>
                </a:lnTo>
                <a:cubicBezTo>
                  <a:pt x="0" y="196076"/>
                  <a:pt x="8529" y="187547"/>
                  <a:pt x="19050" y="187547"/>
                </a:cubicBezTo>
                <a:cubicBezTo>
                  <a:pt x="29571" y="187547"/>
                  <a:pt x="38100" y="196076"/>
                  <a:pt x="38100" y="206597"/>
                </a:cubicBezTo>
                <a:cubicBezTo>
                  <a:pt x="38152" y="217119"/>
                  <a:pt x="29667" y="225690"/>
                  <a:pt x="19145" y="225743"/>
                </a:cubicBezTo>
                <a:cubicBezTo>
                  <a:pt x="19114" y="225743"/>
                  <a:pt x="19081" y="225743"/>
                  <a:pt x="19050" y="225743"/>
                </a:cubicBezTo>
                <a:close/>
                <a:moveTo>
                  <a:pt x="19050" y="159448"/>
                </a:moveTo>
                <a:cubicBezTo>
                  <a:pt x="8713" y="159451"/>
                  <a:pt x="258" y="151209"/>
                  <a:pt x="0" y="140875"/>
                </a:cubicBezTo>
                <a:lnTo>
                  <a:pt x="0" y="139922"/>
                </a:lnTo>
                <a:cubicBezTo>
                  <a:pt x="0" y="129401"/>
                  <a:pt x="8529" y="120872"/>
                  <a:pt x="19050" y="120872"/>
                </a:cubicBezTo>
                <a:cubicBezTo>
                  <a:pt x="29571" y="120872"/>
                  <a:pt x="38100" y="129401"/>
                  <a:pt x="38100" y="139922"/>
                </a:cubicBezTo>
                <a:cubicBezTo>
                  <a:pt x="37892" y="150294"/>
                  <a:pt x="29424" y="158593"/>
                  <a:pt x="19050" y="158591"/>
                </a:cubicBezTo>
                <a:close/>
                <a:moveTo>
                  <a:pt x="27813" y="93631"/>
                </a:moveTo>
                <a:cubicBezTo>
                  <a:pt x="25107" y="93622"/>
                  <a:pt x="22437" y="93004"/>
                  <a:pt x="20002" y="91821"/>
                </a:cubicBezTo>
                <a:cubicBezTo>
                  <a:pt x="10603" y="87496"/>
                  <a:pt x="6374" y="76459"/>
                  <a:pt x="10477" y="66961"/>
                </a:cubicBezTo>
                <a:lnTo>
                  <a:pt x="10954" y="66008"/>
                </a:lnTo>
                <a:cubicBezTo>
                  <a:pt x="15247" y="56403"/>
                  <a:pt x="26513" y="52096"/>
                  <a:pt x="36119" y="56388"/>
                </a:cubicBezTo>
                <a:cubicBezTo>
                  <a:pt x="45724" y="60681"/>
                  <a:pt x="50031" y="71948"/>
                  <a:pt x="45738" y="81553"/>
                </a:cubicBezTo>
                <a:cubicBezTo>
                  <a:pt x="45612" y="81836"/>
                  <a:pt x="45479" y="82115"/>
                  <a:pt x="45339" y="82391"/>
                </a:cubicBezTo>
                <a:cubicBezTo>
                  <a:pt x="41860" y="88821"/>
                  <a:pt x="35123" y="92811"/>
                  <a:pt x="27813" y="92773"/>
                </a:cubicBezTo>
                <a:close/>
                <a:moveTo>
                  <a:pt x="74771" y="47053"/>
                </a:moveTo>
                <a:cubicBezTo>
                  <a:pt x="67341" y="47144"/>
                  <a:pt x="60535" y="42904"/>
                  <a:pt x="57341" y="36195"/>
                </a:cubicBezTo>
                <a:cubicBezTo>
                  <a:pt x="52470" y="26869"/>
                  <a:pt x="56083" y="15361"/>
                  <a:pt x="65410" y="10491"/>
                </a:cubicBezTo>
                <a:cubicBezTo>
                  <a:pt x="65607" y="10388"/>
                  <a:pt x="65807" y="10288"/>
                  <a:pt x="66008" y="10192"/>
                </a:cubicBezTo>
                <a:lnTo>
                  <a:pt x="67056" y="9620"/>
                </a:lnTo>
                <a:cubicBezTo>
                  <a:pt x="76631" y="5227"/>
                  <a:pt x="87952" y="9428"/>
                  <a:pt x="92345" y="19002"/>
                </a:cubicBezTo>
                <a:cubicBezTo>
                  <a:pt x="96738" y="28577"/>
                  <a:pt x="92537" y="39898"/>
                  <a:pt x="82963" y="44291"/>
                </a:cubicBezTo>
                <a:cubicBezTo>
                  <a:pt x="80394" y="45486"/>
                  <a:pt x="77604" y="46134"/>
                  <a:pt x="74771" y="46196"/>
                </a:cubicBezTo>
                <a:close/>
                <a:moveTo>
                  <a:pt x="342138" y="38100"/>
                </a:moveTo>
                <a:cubicBezTo>
                  <a:pt x="331617" y="38100"/>
                  <a:pt x="323088" y="29571"/>
                  <a:pt x="323088" y="19050"/>
                </a:cubicBezTo>
                <a:cubicBezTo>
                  <a:pt x="323088" y="8529"/>
                  <a:pt x="331617" y="0"/>
                  <a:pt x="342138" y="0"/>
                </a:cubicBezTo>
                <a:lnTo>
                  <a:pt x="342995" y="0"/>
                </a:lnTo>
                <a:cubicBezTo>
                  <a:pt x="353517" y="0"/>
                  <a:pt x="362045" y="8529"/>
                  <a:pt x="362045" y="19050"/>
                </a:cubicBezTo>
                <a:cubicBezTo>
                  <a:pt x="362045" y="29571"/>
                  <a:pt x="353517" y="38100"/>
                  <a:pt x="342995" y="38100"/>
                </a:cubicBezTo>
                <a:close/>
                <a:moveTo>
                  <a:pt x="275463" y="38100"/>
                </a:moveTo>
                <a:cubicBezTo>
                  <a:pt x="264946" y="38363"/>
                  <a:pt x="256205" y="30050"/>
                  <a:pt x="255942" y="19532"/>
                </a:cubicBezTo>
                <a:cubicBezTo>
                  <a:pt x="255939" y="19372"/>
                  <a:pt x="255937" y="19211"/>
                  <a:pt x="255937" y="19050"/>
                </a:cubicBezTo>
                <a:cubicBezTo>
                  <a:pt x="255937" y="8529"/>
                  <a:pt x="264465" y="0"/>
                  <a:pt x="274987" y="0"/>
                </a:cubicBezTo>
                <a:lnTo>
                  <a:pt x="275939" y="0"/>
                </a:lnTo>
                <a:cubicBezTo>
                  <a:pt x="286461" y="0"/>
                  <a:pt x="294989" y="8529"/>
                  <a:pt x="294989" y="19050"/>
                </a:cubicBezTo>
                <a:cubicBezTo>
                  <a:pt x="294989" y="29571"/>
                  <a:pt x="286461" y="38100"/>
                  <a:pt x="275939" y="38100"/>
                </a:cubicBezTo>
                <a:close/>
                <a:moveTo>
                  <a:pt x="208312" y="38100"/>
                </a:moveTo>
                <a:cubicBezTo>
                  <a:pt x="197790" y="38100"/>
                  <a:pt x="189262" y="29571"/>
                  <a:pt x="189262" y="19050"/>
                </a:cubicBezTo>
                <a:cubicBezTo>
                  <a:pt x="189262" y="8529"/>
                  <a:pt x="197790" y="0"/>
                  <a:pt x="208312" y="0"/>
                </a:cubicBezTo>
                <a:lnTo>
                  <a:pt x="209264" y="0"/>
                </a:lnTo>
                <a:cubicBezTo>
                  <a:pt x="219786" y="0"/>
                  <a:pt x="228314" y="8529"/>
                  <a:pt x="228314" y="19050"/>
                </a:cubicBezTo>
                <a:cubicBezTo>
                  <a:pt x="228314" y="29571"/>
                  <a:pt x="219786" y="38100"/>
                  <a:pt x="209264" y="38100"/>
                </a:cubicBezTo>
                <a:close/>
                <a:moveTo>
                  <a:pt x="141637" y="38100"/>
                </a:moveTo>
                <a:cubicBezTo>
                  <a:pt x="131115" y="38100"/>
                  <a:pt x="122587" y="29571"/>
                  <a:pt x="122587" y="19050"/>
                </a:cubicBezTo>
                <a:cubicBezTo>
                  <a:pt x="122584" y="8713"/>
                  <a:pt x="130826" y="258"/>
                  <a:pt x="141161" y="0"/>
                </a:cubicBezTo>
                <a:lnTo>
                  <a:pt x="142113" y="0"/>
                </a:lnTo>
                <a:cubicBezTo>
                  <a:pt x="152634" y="0"/>
                  <a:pt x="161163" y="8529"/>
                  <a:pt x="161163" y="19050"/>
                </a:cubicBezTo>
                <a:cubicBezTo>
                  <a:pt x="161163" y="29571"/>
                  <a:pt x="152634" y="38100"/>
                  <a:pt x="142113" y="38100"/>
                </a:cubicBezTo>
                <a:close/>
                <a:moveTo>
                  <a:pt x="428720" y="19050"/>
                </a:moveTo>
                <a:cubicBezTo>
                  <a:pt x="428720" y="8529"/>
                  <a:pt x="420192" y="0"/>
                  <a:pt x="409670" y="0"/>
                </a:cubicBezTo>
                <a:lnTo>
                  <a:pt x="409670" y="0"/>
                </a:lnTo>
                <a:cubicBezTo>
                  <a:pt x="399149" y="0"/>
                  <a:pt x="390620" y="8529"/>
                  <a:pt x="390620" y="19050"/>
                </a:cubicBezTo>
                <a:cubicBezTo>
                  <a:pt x="390620" y="29571"/>
                  <a:pt x="399149" y="38100"/>
                  <a:pt x="409670" y="38100"/>
                </a:cubicBezTo>
                <a:cubicBezTo>
                  <a:pt x="420183" y="37690"/>
                  <a:pt x="428374" y="28835"/>
                  <a:pt x="427964" y="18322"/>
                </a:cubicBezTo>
                <a:cubicBezTo>
                  <a:pt x="427962" y="18279"/>
                  <a:pt x="427960" y="18236"/>
                  <a:pt x="427958" y="18193"/>
                </a:cubicBezTo>
                <a:close/>
                <a:moveTo>
                  <a:pt x="245459" y="337375"/>
                </a:moveTo>
                <a:lnTo>
                  <a:pt x="239173" y="323564"/>
                </a:lnTo>
                <a:lnTo>
                  <a:pt x="193643" y="323564"/>
                </a:lnTo>
                <a:lnTo>
                  <a:pt x="187262" y="337375"/>
                </a:lnTo>
                <a:lnTo>
                  <a:pt x="168212" y="337375"/>
                </a:lnTo>
                <a:lnTo>
                  <a:pt x="208312" y="250698"/>
                </a:lnTo>
                <a:lnTo>
                  <a:pt x="224409" y="250698"/>
                </a:lnTo>
                <a:lnTo>
                  <a:pt x="264605" y="337375"/>
                </a:lnTo>
                <a:close/>
                <a:moveTo>
                  <a:pt x="202025" y="306229"/>
                </a:moveTo>
                <a:lnTo>
                  <a:pt x="231553" y="306229"/>
                </a:lnTo>
                <a:lnTo>
                  <a:pt x="216789" y="274415"/>
                </a:lnTo>
                <a:close/>
                <a:moveTo>
                  <a:pt x="281178" y="337375"/>
                </a:moveTo>
                <a:lnTo>
                  <a:pt x="281178" y="250698"/>
                </a:lnTo>
                <a:lnTo>
                  <a:pt x="315087" y="250698"/>
                </a:lnTo>
                <a:cubicBezTo>
                  <a:pt x="331789" y="249761"/>
                  <a:pt x="346089" y="262539"/>
                  <a:pt x="347027" y="279242"/>
                </a:cubicBezTo>
                <a:cubicBezTo>
                  <a:pt x="347964" y="295945"/>
                  <a:pt x="335185" y="310245"/>
                  <a:pt x="318483" y="311182"/>
                </a:cubicBezTo>
                <a:cubicBezTo>
                  <a:pt x="317352" y="311246"/>
                  <a:pt x="316218" y="311246"/>
                  <a:pt x="315087" y="311182"/>
                </a:cubicBezTo>
                <a:lnTo>
                  <a:pt x="298133" y="311182"/>
                </a:lnTo>
                <a:lnTo>
                  <a:pt x="298133" y="337375"/>
                </a:lnTo>
                <a:close/>
                <a:moveTo>
                  <a:pt x="298514" y="293846"/>
                </a:moveTo>
                <a:lnTo>
                  <a:pt x="315087" y="293846"/>
                </a:lnTo>
                <a:cubicBezTo>
                  <a:pt x="322215" y="294459"/>
                  <a:pt x="328491" y="289178"/>
                  <a:pt x="329103" y="282050"/>
                </a:cubicBezTo>
                <a:cubicBezTo>
                  <a:pt x="329716" y="274922"/>
                  <a:pt x="324435" y="268646"/>
                  <a:pt x="317306" y="268034"/>
                </a:cubicBezTo>
                <a:cubicBezTo>
                  <a:pt x="316568" y="267970"/>
                  <a:pt x="315825" y="267970"/>
                  <a:pt x="315087" y="268034"/>
                </a:cubicBezTo>
                <a:lnTo>
                  <a:pt x="298133" y="268034"/>
                </a:lnTo>
                <a:close/>
                <a:moveTo>
                  <a:pt x="363950" y="337375"/>
                </a:moveTo>
                <a:lnTo>
                  <a:pt x="363950" y="250698"/>
                </a:lnTo>
                <a:lnTo>
                  <a:pt x="397859" y="250698"/>
                </a:lnTo>
                <a:cubicBezTo>
                  <a:pt x="414561" y="249761"/>
                  <a:pt x="428861" y="262539"/>
                  <a:pt x="429799" y="279242"/>
                </a:cubicBezTo>
                <a:cubicBezTo>
                  <a:pt x="430737" y="295945"/>
                  <a:pt x="417957" y="310245"/>
                  <a:pt x="401255" y="311182"/>
                </a:cubicBezTo>
                <a:cubicBezTo>
                  <a:pt x="400124" y="311246"/>
                  <a:pt x="398990" y="311246"/>
                  <a:pt x="397859" y="311182"/>
                </a:cubicBezTo>
                <a:lnTo>
                  <a:pt x="380809" y="311182"/>
                </a:lnTo>
                <a:lnTo>
                  <a:pt x="380809" y="337375"/>
                </a:lnTo>
                <a:close/>
                <a:moveTo>
                  <a:pt x="381286" y="293846"/>
                </a:moveTo>
                <a:lnTo>
                  <a:pt x="397859" y="293846"/>
                </a:lnTo>
                <a:cubicBezTo>
                  <a:pt x="404987" y="294459"/>
                  <a:pt x="411263" y="289178"/>
                  <a:pt x="411875" y="282050"/>
                </a:cubicBezTo>
                <a:cubicBezTo>
                  <a:pt x="412489" y="274922"/>
                  <a:pt x="407207" y="268646"/>
                  <a:pt x="400079" y="268034"/>
                </a:cubicBezTo>
                <a:cubicBezTo>
                  <a:pt x="399340" y="267970"/>
                  <a:pt x="398597" y="267970"/>
                  <a:pt x="397859" y="268034"/>
                </a:cubicBezTo>
                <a:lnTo>
                  <a:pt x="380809" y="26803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3" name="Google Shape;2785;p17">
            <a:extLst>
              <a:ext uri="{FF2B5EF4-FFF2-40B4-BE49-F238E27FC236}">
                <a16:creationId xmlns:a16="http://schemas.microsoft.com/office/drawing/2014/main" id="{7273E239-C402-0DD9-F872-B957E320FD17}"/>
              </a:ext>
            </a:extLst>
          </p:cNvPr>
          <p:cNvSpPr/>
          <p:nvPr/>
        </p:nvSpPr>
        <p:spPr>
          <a:xfrm>
            <a:off x="8698327" y="4920583"/>
            <a:ext cx="468300" cy="340800"/>
          </a:xfrm>
          <a:prstGeom prst="rect">
            <a:avLst/>
          </a:prstGeom>
          <a:noFill/>
          <a:ln w="9525" cap="flat" cmpd="sng">
            <a:solidFill>
              <a:schemeClr val="tx1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4" name="Google Shape;2786;p17">
            <a:extLst>
              <a:ext uri="{FF2B5EF4-FFF2-40B4-BE49-F238E27FC236}">
                <a16:creationId xmlns:a16="http://schemas.microsoft.com/office/drawing/2014/main" id="{4EFA6088-65C6-9B76-4FA0-4E06A9D7808B}"/>
              </a:ext>
            </a:extLst>
          </p:cNvPr>
          <p:cNvSpPr/>
          <p:nvPr/>
        </p:nvSpPr>
        <p:spPr>
          <a:xfrm>
            <a:off x="9442393" y="4920883"/>
            <a:ext cx="462000" cy="340200"/>
          </a:xfrm>
          <a:prstGeom prst="rect">
            <a:avLst/>
          </a:prstGeom>
          <a:noFill/>
          <a:ln w="9525" cap="flat" cmpd="sng">
            <a:solidFill>
              <a:schemeClr val="tx1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5" name="Google Shape;2787;p17">
            <a:extLst>
              <a:ext uri="{FF2B5EF4-FFF2-40B4-BE49-F238E27FC236}">
                <a16:creationId xmlns:a16="http://schemas.microsoft.com/office/drawing/2014/main" id="{5C40D08C-4B6F-8339-48BC-40AF3672521C}"/>
              </a:ext>
            </a:extLst>
          </p:cNvPr>
          <p:cNvSpPr/>
          <p:nvPr/>
        </p:nvSpPr>
        <p:spPr>
          <a:xfrm>
            <a:off x="10149540" y="4920883"/>
            <a:ext cx="462600" cy="340200"/>
          </a:xfrm>
          <a:prstGeom prst="rect">
            <a:avLst/>
          </a:prstGeom>
          <a:noFill/>
          <a:ln w="9525" cap="flat" cmpd="sng">
            <a:solidFill>
              <a:schemeClr val="tx1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26" name="Google Shape;2788;p17">
            <a:extLst>
              <a:ext uri="{FF2B5EF4-FFF2-40B4-BE49-F238E27FC236}">
                <a16:creationId xmlns:a16="http://schemas.microsoft.com/office/drawing/2014/main" id="{757083AA-C227-82B4-CED6-38CB3F84593A}"/>
              </a:ext>
            </a:extLst>
          </p:cNvPr>
          <p:cNvCxnSpPr>
            <a:cxnSpLocks/>
            <a:stCxn id="23" idx="0"/>
          </p:cNvCxnSpPr>
          <p:nvPr/>
        </p:nvCxnSpPr>
        <p:spPr>
          <a:xfrm rot="5400000" flipH="1" flipV="1">
            <a:off x="8864454" y="4329406"/>
            <a:ext cx="659201" cy="523154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7" name="Google Shape;2789;p17">
            <a:extLst>
              <a:ext uri="{FF2B5EF4-FFF2-40B4-BE49-F238E27FC236}">
                <a16:creationId xmlns:a16="http://schemas.microsoft.com/office/drawing/2014/main" id="{B45345CF-A842-7F48-C505-ACE4A726C3A8}"/>
              </a:ext>
            </a:extLst>
          </p:cNvPr>
          <p:cNvCxnSpPr>
            <a:cxnSpLocks/>
            <a:endCxn id="25" idx="0"/>
          </p:cNvCxnSpPr>
          <p:nvPr/>
        </p:nvCxnSpPr>
        <p:spPr>
          <a:xfrm rot="16200000" flipH="1">
            <a:off x="9760386" y="4300429"/>
            <a:ext cx="668064" cy="572844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8" name="Google Shape;2790;p17">
            <a:extLst>
              <a:ext uri="{FF2B5EF4-FFF2-40B4-BE49-F238E27FC236}">
                <a16:creationId xmlns:a16="http://schemas.microsoft.com/office/drawing/2014/main" id="{78DF12A6-8C32-DED4-B1FF-4128D4517082}"/>
              </a:ext>
            </a:extLst>
          </p:cNvPr>
          <p:cNvCxnSpPr>
            <a:cxnSpLocks/>
            <a:stCxn id="14" idx="2"/>
            <a:endCxn id="24" idx="0"/>
          </p:cNvCxnSpPr>
          <p:nvPr/>
        </p:nvCxnSpPr>
        <p:spPr>
          <a:xfrm>
            <a:off x="9671453" y="4243953"/>
            <a:ext cx="1940" cy="67693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" name="Google Shape;2791;p17">
            <a:extLst>
              <a:ext uri="{FF2B5EF4-FFF2-40B4-BE49-F238E27FC236}">
                <a16:creationId xmlns:a16="http://schemas.microsoft.com/office/drawing/2014/main" id="{D0C5BBED-B148-4C1C-638A-5CDAC87BF6B6}"/>
              </a:ext>
            </a:extLst>
          </p:cNvPr>
          <p:cNvSpPr txBox="1"/>
          <p:nvPr/>
        </p:nvSpPr>
        <p:spPr>
          <a:xfrm>
            <a:off x="8556976" y="4765938"/>
            <a:ext cx="427200" cy="169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500"/>
              <a:buFont typeface="Arial"/>
              <a:buNone/>
              <a:tabLst/>
              <a:defRPr/>
            </a:pPr>
            <a:r>
              <a:rPr kumimoji="0" lang="en-US" sz="5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VLAN10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30" name="Google Shape;2792;p17">
            <a:extLst>
              <a:ext uri="{FF2B5EF4-FFF2-40B4-BE49-F238E27FC236}">
                <a16:creationId xmlns:a16="http://schemas.microsoft.com/office/drawing/2014/main" id="{13F2039A-C4A8-B988-AE82-0269924FF954}"/>
              </a:ext>
            </a:extLst>
          </p:cNvPr>
          <p:cNvSpPr txBox="1"/>
          <p:nvPr/>
        </p:nvSpPr>
        <p:spPr>
          <a:xfrm>
            <a:off x="9293891" y="4765938"/>
            <a:ext cx="427200" cy="169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500"/>
              <a:buFont typeface="Arial"/>
              <a:buNone/>
              <a:tabLst/>
              <a:defRPr/>
            </a:pPr>
            <a:r>
              <a:rPr kumimoji="0" lang="en-US" sz="5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VLAN20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31" name="Google Shape;2793;p17">
            <a:extLst>
              <a:ext uri="{FF2B5EF4-FFF2-40B4-BE49-F238E27FC236}">
                <a16:creationId xmlns:a16="http://schemas.microsoft.com/office/drawing/2014/main" id="{DF4787C7-98BF-31E7-7393-CBF66E2E892C}"/>
              </a:ext>
            </a:extLst>
          </p:cNvPr>
          <p:cNvSpPr txBox="1"/>
          <p:nvPr/>
        </p:nvSpPr>
        <p:spPr>
          <a:xfrm>
            <a:off x="10000498" y="4765938"/>
            <a:ext cx="427200" cy="169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500"/>
              <a:buFont typeface="Arial"/>
              <a:buNone/>
              <a:tabLst/>
              <a:defRPr/>
            </a:pPr>
            <a:r>
              <a:rPr kumimoji="0" lang="en-US" sz="5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VLAN30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368B2EC2-3545-CA85-B1C6-E106193C9155}"/>
              </a:ext>
            </a:extLst>
          </p:cNvPr>
          <p:cNvGrpSpPr/>
          <p:nvPr/>
        </p:nvGrpSpPr>
        <p:grpSpPr>
          <a:xfrm>
            <a:off x="9142543" y="3739397"/>
            <a:ext cx="312699" cy="371857"/>
            <a:chOff x="9142543" y="3739397"/>
            <a:chExt cx="312699" cy="371857"/>
          </a:xfrm>
        </p:grpSpPr>
        <p:cxnSp>
          <p:nvCxnSpPr>
            <p:cNvPr id="32" name="Google Shape;2794;p17">
              <a:extLst>
                <a:ext uri="{FF2B5EF4-FFF2-40B4-BE49-F238E27FC236}">
                  <a16:creationId xmlns:a16="http://schemas.microsoft.com/office/drawing/2014/main" id="{DEDCD2AA-4EEF-A5F7-AA3B-FD31C031A699}"/>
                </a:ext>
              </a:extLst>
            </p:cNvPr>
            <p:cNvCxnSpPr/>
            <p:nvPr/>
          </p:nvCxnSpPr>
          <p:spPr>
            <a:xfrm rot="10800000">
              <a:off x="9455242" y="3940254"/>
              <a:ext cx="0" cy="1710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" name="Google Shape;2795;p17">
              <a:extLst>
                <a:ext uri="{FF2B5EF4-FFF2-40B4-BE49-F238E27FC236}">
                  <a16:creationId xmlns:a16="http://schemas.microsoft.com/office/drawing/2014/main" id="{F7DC8CDD-8130-4A75-CB68-4492333A65AB}"/>
                </a:ext>
              </a:extLst>
            </p:cNvPr>
            <p:cNvCxnSpPr>
              <a:cxnSpLocks/>
              <a:endCxn id="92" idx="2"/>
            </p:cNvCxnSpPr>
            <p:nvPr/>
          </p:nvCxnSpPr>
          <p:spPr>
            <a:xfrm flipV="1">
              <a:off x="9142543" y="3739397"/>
              <a:ext cx="0" cy="21213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4" name="Google Shape;2796;p17">
              <a:extLst>
                <a:ext uri="{FF2B5EF4-FFF2-40B4-BE49-F238E27FC236}">
                  <a16:creationId xmlns:a16="http://schemas.microsoft.com/office/drawing/2014/main" id="{E04ECD4A-40FE-50FC-CC7F-F496D95671B0}"/>
                </a:ext>
              </a:extLst>
            </p:cNvPr>
            <p:cNvCxnSpPr>
              <a:cxnSpLocks/>
            </p:cNvCxnSpPr>
            <p:nvPr/>
          </p:nvCxnSpPr>
          <p:spPr>
            <a:xfrm>
              <a:off x="9142543" y="3943828"/>
              <a:ext cx="312679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AD710FD0-EDE0-DDA1-570F-75045DF3307B}"/>
              </a:ext>
            </a:extLst>
          </p:cNvPr>
          <p:cNvGrpSpPr/>
          <p:nvPr/>
        </p:nvGrpSpPr>
        <p:grpSpPr>
          <a:xfrm>
            <a:off x="9804648" y="3744209"/>
            <a:ext cx="316242" cy="378319"/>
            <a:chOff x="9804648" y="3744209"/>
            <a:chExt cx="316242" cy="378319"/>
          </a:xfrm>
        </p:grpSpPr>
        <p:cxnSp>
          <p:nvCxnSpPr>
            <p:cNvPr id="35" name="Google Shape;2797;p17">
              <a:extLst>
                <a:ext uri="{FF2B5EF4-FFF2-40B4-BE49-F238E27FC236}">
                  <a16:creationId xmlns:a16="http://schemas.microsoft.com/office/drawing/2014/main" id="{DEB13778-02CD-758E-B50C-8821FE3250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04648" y="3951527"/>
              <a:ext cx="0" cy="171001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" name="Google Shape;2798;p17">
              <a:extLst>
                <a:ext uri="{FF2B5EF4-FFF2-40B4-BE49-F238E27FC236}">
                  <a16:creationId xmlns:a16="http://schemas.microsoft.com/office/drawing/2014/main" id="{BE6FFD56-6069-F7F9-E299-4759D6C60002}"/>
                </a:ext>
              </a:extLst>
            </p:cNvPr>
            <p:cNvCxnSpPr>
              <a:cxnSpLocks/>
              <a:endCxn id="93" idx="2"/>
            </p:cNvCxnSpPr>
            <p:nvPr/>
          </p:nvCxnSpPr>
          <p:spPr>
            <a:xfrm flipV="1">
              <a:off x="10120890" y="3744209"/>
              <a:ext cx="0" cy="212571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7" name="Google Shape;2799;p17">
              <a:extLst>
                <a:ext uri="{FF2B5EF4-FFF2-40B4-BE49-F238E27FC236}">
                  <a16:creationId xmlns:a16="http://schemas.microsoft.com/office/drawing/2014/main" id="{D06D6318-6B69-31EB-17AB-423EFC267CB3}"/>
                </a:ext>
              </a:extLst>
            </p:cNvPr>
            <p:cNvCxnSpPr>
              <a:cxnSpLocks/>
            </p:cNvCxnSpPr>
            <p:nvPr/>
          </p:nvCxnSpPr>
          <p:spPr>
            <a:xfrm>
              <a:off x="9804648" y="3951665"/>
              <a:ext cx="316242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cxnSp>
        <p:nvCxnSpPr>
          <p:cNvPr id="38" name="Google Shape;2800;p17">
            <a:extLst>
              <a:ext uri="{FF2B5EF4-FFF2-40B4-BE49-F238E27FC236}">
                <a16:creationId xmlns:a16="http://schemas.microsoft.com/office/drawing/2014/main" id="{F6DD8EF5-7E52-B8F0-D5AE-97DB0DBE858B}"/>
              </a:ext>
            </a:extLst>
          </p:cNvPr>
          <p:cNvCxnSpPr>
            <a:cxnSpLocks/>
            <a:stCxn id="92" idx="0"/>
          </p:cNvCxnSpPr>
          <p:nvPr/>
        </p:nvCxnSpPr>
        <p:spPr>
          <a:xfrm rot="5400000" flipH="1" flipV="1">
            <a:off x="8921387" y="3094502"/>
            <a:ext cx="676466" cy="234154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39" name="Google Shape;2801;p17">
            <a:extLst>
              <a:ext uri="{FF2B5EF4-FFF2-40B4-BE49-F238E27FC236}">
                <a16:creationId xmlns:a16="http://schemas.microsoft.com/office/drawing/2014/main" id="{1B38BDA3-D10E-3013-CB6B-2606029C2578}"/>
              </a:ext>
            </a:extLst>
          </p:cNvPr>
          <p:cNvCxnSpPr>
            <a:cxnSpLocks/>
            <a:stCxn id="93" idx="0"/>
          </p:cNvCxnSpPr>
          <p:nvPr/>
        </p:nvCxnSpPr>
        <p:spPr>
          <a:xfrm rot="16200000" flipV="1">
            <a:off x="9686931" y="3120664"/>
            <a:ext cx="627135" cy="240785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40" name="Google Shape;2802;p17">
            <a:extLst>
              <a:ext uri="{FF2B5EF4-FFF2-40B4-BE49-F238E27FC236}">
                <a16:creationId xmlns:a16="http://schemas.microsoft.com/office/drawing/2014/main" id="{111C6059-CB85-4128-42C8-92C32E9DD4BF}"/>
              </a:ext>
            </a:extLst>
          </p:cNvPr>
          <p:cNvSpPr txBox="1"/>
          <p:nvPr/>
        </p:nvSpPr>
        <p:spPr>
          <a:xfrm>
            <a:off x="8816448" y="3188294"/>
            <a:ext cx="811500" cy="21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800"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ISP1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1" name="Google Shape;2803;p17">
            <a:extLst>
              <a:ext uri="{FF2B5EF4-FFF2-40B4-BE49-F238E27FC236}">
                <a16:creationId xmlns:a16="http://schemas.microsoft.com/office/drawing/2014/main" id="{B10FC60E-4BC2-E431-0F30-4C160387E113}"/>
              </a:ext>
            </a:extLst>
          </p:cNvPr>
          <p:cNvSpPr txBox="1"/>
          <p:nvPr/>
        </p:nvSpPr>
        <p:spPr>
          <a:xfrm>
            <a:off x="10097073" y="3198251"/>
            <a:ext cx="811500" cy="21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800"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ISP2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42" name="Google Shape;2804;p17">
            <a:extLst>
              <a:ext uri="{FF2B5EF4-FFF2-40B4-BE49-F238E27FC236}">
                <a16:creationId xmlns:a16="http://schemas.microsoft.com/office/drawing/2014/main" id="{D0056C94-80D8-241D-A4CB-63DF9AEE1952}"/>
              </a:ext>
            </a:extLst>
          </p:cNvPr>
          <p:cNvCxnSpPr/>
          <p:nvPr/>
        </p:nvCxnSpPr>
        <p:spPr>
          <a:xfrm>
            <a:off x="7981139" y="3385095"/>
            <a:ext cx="3462900" cy="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lgDash"/>
            <a:miter lim="800000"/>
            <a:headEnd type="none" w="sm" len="sm"/>
            <a:tailEnd type="none" w="sm" len="sm"/>
          </a:ln>
        </p:spPr>
      </p:cxnSp>
      <p:sp>
        <p:nvSpPr>
          <p:cNvPr id="44" name="Google Shape;2806;p17">
            <a:extLst>
              <a:ext uri="{FF2B5EF4-FFF2-40B4-BE49-F238E27FC236}">
                <a16:creationId xmlns:a16="http://schemas.microsoft.com/office/drawing/2014/main" id="{FC81C304-BF43-F4D9-C238-C3365E2B53E2}"/>
              </a:ext>
            </a:extLst>
          </p:cNvPr>
          <p:cNvSpPr/>
          <p:nvPr/>
        </p:nvSpPr>
        <p:spPr>
          <a:xfrm>
            <a:off x="9212351" y="1384011"/>
            <a:ext cx="955452" cy="619787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  <a:tabLst/>
              <a:defRPr/>
            </a:pPr>
            <a:endParaRPr kumimoji="0" sz="8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5" name="Google Shape;2807;p17">
            <a:extLst>
              <a:ext uri="{FF2B5EF4-FFF2-40B4-BE49-F238E27FC236}">
                <a16:creationId xmlns:a16="http://schemas.microsoft.com/office/drawing/2014/main" id="{E70D5567-4112-7C35-2751-F0C026CA0392}"/>
              </a:ext>
            </a:extLst>
          </p:cNvPr>
          <p:cNvSpPr txBox="1"/>
          <p:nvPr/>
        </p:nvSpPr>
        <p:spPr>
          <a:xfrm>
            <a:off x="9302681" y="1569239"/>
            <a:ext cx="7581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900"/>
              <a:buFont typeface="Arial"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Internet/</a:t>
            </a:r>
            <a:br>
              <a:rPr kumimoji="0" lang="en-US" sz="9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</a:br>
            <a:r>
              <a:rPr kumimoji="0" lang="en-US" sz="9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SaaS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6" name="Google Shape;2808;p17">
            <a:extLst>
              <a:ext uri="{FF2B5EF4-FFF2-40B4-BE49-F238E27FC236}">
                <a16:creationId xmlns:a16="http://schemas.microsoft.com/office/drawing/2014/main" id="{A9268DE8-645C-256D-8C48-9197B492FAF1}"/>
              </a:ext>
            </a:extLst>
          </p:cNvPr>
          <p:cNvSpPr/>
          <p:nvPr/>
        </p:nvSpPr>
        <p:spPr>
          <a:xfrm>
            <a:off x="7568199" y="2257548"/>
            <a:ext cx="955452" cy="619787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  <a:tabLst/>
              <a:defRPr/>
            </a:pPr>
            <a:endParaRPr kumimoji="0" sz="8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7" name="Google Shape;2809;p17">
            <a:extLst>
              <a:ext uri="{FF2B5EF4-FFF2-40B4-BE49-F238E27FC236}">
                <a16:creationId xmlns:a16="http://schemas.microsoft.com/office/drawing/2014/main" id="{AE4E988D-1437-B1E7-6F8E-6F392DAC47E8}"/>
              </a:ext>
            </a:extLst>
          </p:cNvPr>
          <p:cNvSpPr txBox="1"/>
          <p:nvPr/>
        </p:nvSpPr>
        <p:spPr>
          <a:xfrm>
            <a:off x="7658332" y="2470874"/>
            <a:ext cx="7581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900"/>
              <a:buFont typeface="Arial"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Public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900"/>
              <a:buFont typeface="Arial"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Cloud</a:t>
            </a:r>
            <a:endParaRPr kumimoji="0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49" name="Google Shape;2811;p17">
            <a:extLst>
              <a:ext uri="{FF2B5EF4-FFF2-40B4-BE49-F238E27FC236}">
                <a16:creationId xmlns:a16="http://schemas.microsoft.com/office/drawing/2014/main" id="{221A459E-A311-39FD-2038-D7507C2C80D9}"/>
              </a:ext>
            </a:extLst>
          </p:cNvPr>
          <p:cNvGrpSpPr/>
          <p:nvPr/>
        </p:nvGrpSpPr>
        <p:grpSpPr>
          <a:xfrm>
            <a:off x="10929734" y="2362789"/>
            <a:ext cx="888991" cy="543995"/>
            <a:chOff x="5683194" y="3171660"/>
            <a:chExt cx="800100" cy="489600"/>
          </a:xfrm>
        </p:grpSpPr>
        <p:sp>
          <p:nvSpPr>
            <p:cNvPr id="61" name="Google Shape;2812;p17">
              <a:extLst>
                <a:ext uri="{FF2B5EF4-FFF2-40B4-BE49-F238E27FC236}">
                  <a16:creationId xmlns:a16="http://schemas.microsoft.com/office/drawing/2014/main" id="{32108CC3-BEC9-5CD6-A677-E6745D95923A}"/>
                </a:ext>
              </a:extLst>
            </p:cNvPr>
            <p:cNvSpPr/>
            <p:nvPr/>
          </p:nvSpPr>
          <p:spPr>
            <a:xfrm>
              <a:off x="5683194" y="3171660"/>
              <a:ext cx="800100" cy="489600"/>
            </a:xfrm>
            <a:prstGeom prst="roundRect">
              <a:avLst>
                <a:gd name="adj" fmla="val 16667"/>
              </a:avLst>
            </a:prstGeom>
            <a:solidFill>
              <a:schemeClr val="bg1">
                <a:alpha val="50000"/>
              </a:schemeClr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900"/>
                <a:buFont typeface="Arial"/>
                <a:buNone/>
                <a:tabLst/>
                <a:defRPr/>
              </a:pPr>
              <a:endParaRPr kumimoji="0" sz="8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2813;p17">
              <a:extLst>
                <a:ext uri="{FF2B5EF4-FFF2-40B4-BE49-F238E27FC236}">
                  <a16:creationId xmlns:a16="http://schemas.microsoft.com/office/drawing/2014/main" id="{35DBBAD2-AE7F-BE5E-5FF5-9BACED901D90}"/>
                </a:ext>
              </a:extLst>
            </p:cNvPr>
            <p:cNvSpPr txBox="1"/>
            <p:nvPr/>
          </p:nvSpPr>
          <p:spPr>
            <a:xfrm>
              <a:off x="5939830" y="3257305"/>
              <a:ext cx="543300" cy="318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6650" tIns="53300" rIns="106650" bIns="53300" anchor="ctr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75757"/>
                </a:buClr>
                <a:buSzPts val="900"/>
                <a:buFont typeface="Arial"/>
                <a:buNone/>
                <a:tabLst/>
                <a:defRPr/>
              </a:pPr>
              <a:r>
                <a:rPr kumimoji="0" lang="en-US" sz="80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Data Center</a:t>
              </a:r>
              <a:endParaRPr kumimoji="0" sz="16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63" name="Google Shape;2825;p17">
            <a:extLst>
              <a:ext uri="{FF2B5EF4-FFF2-40B4-BE49-F238E27FC236}">
                <a16:creationId xmlns:a16="http://schemas.microsoft.com/office/drawing/2014/main" id="{FEFC7C13-A741-35AB-F21D-E0543ABD019C}"/>
              </a:ext>
            </a:extLst>
          </p:cNvPr>
          <p:cNvCxnSpPr>
            <a:cxnSpLocks/>
          </p:cNvCxnSpPr>
          <p:nvPr/>
        </p:nvCxnSpPr>
        <p:spPr>
          <a:xfrm flipH="1">
            <a:off x="10181312" y="2630886"/>
            <a:ext cx="748422" cy="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68" name="Google Shape;2830;p17">
            <a:extLst>
              <a:ext uri="{FF2B5EF4-FFF2-40B4-BE49-F238E27FC236}">
                <a16:creationId xmlns:a16="http://schemas.microsoft.com/office/drawing/2014/main" id="{1CC32B15-ADBB-B45D-7C36-BC4AA9806D35}"/>
              </a:ext>
            </a:extLst>
          </p:cNvPr>
          <p:cNvSpPr/>
          <p:nvPr/>
        </p:nvSpPr>
        <p:spPr>
          <a:xfrm>
            <a:off x="8878243" y="3931333"/>
            <a:ext cx="264300" cy="264300"/>
          </a:xfrm>
          <a:prstGeom prst="ellipse">
            <a:avLst/>
          </a:prstGeom>
          <a:solidFill>
            <a:srgbClr val="236BF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1800"/>
            </a:pPr>
            <a:r>
              <a:rPr lang="en-US" sz="1000" kern="0" dirty="0">
                <a:cs typeface="Arial"/>
                <a:sym typeface="Arial"/>
              </a:rPr>
              <a:t>1</a:t>
            </a:r>
            <a:endParaRPr sz="1000" kern="0" dirty="0">
              <a:cs typeface="Arial"/>
              <a:sym typeface="Arial"/>
            </a:endParaRPr>
          </a:p>
        </p:txBody>
      </p:sp>
      <p:sp>
        <p:nvSpPr>
          <p:cNvPr id="71" name="Google Shape;2833;p17">
            <a:extLst>
              <a:ext uri="{FF2B5EF4-FFF2-40B4-BE49-F238E27FC236}">
                <a16:creationId xmlns:a16="http://schemas.microsoft.com/office/drawing/2014/main" id="{AAFD9AF9-6373-0653-2E2F-1245F679BBB2}"/>
              </a:ext>
            </a:extLst>
          </p:cNvPr>
          <p:cNvSpPr/>
          <p:nvPr/>
        </p:nvSpPr>
        <p:spPr>
          <a:xfrm>
            <a:off x="9489274" y="3050828"/>
            <a:ext cx="264300" cy="264300"/>
          </a:xfrm>
          <a:prstGeom prst="ellipse">
            <a:avLst/>
          </a:prstGeom>
          <a:solidFill>
            <a:srgbClr val="236BF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2</a:t>
            </a:r>
            <a:endParaRPr kumimoji="0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74" name="Google Shape;2836;p17">
            <a:extLst>
              <a:ext uri="{FF2B5EF4-FFF2-40B4-BE49-F238E27FC236}">
                <a16:creationId xmlns:a16="http://schemas.microsoft.com/office/drawing/2014/main" id="{FDA322E1-8296-F2C2-567C-F3A5962BCF9C}"/>
              </a:ext>
            </a:extLst>
          </p:cNvPr>
          <p:cNvSpPr/>
          <p:nvPr/>
        </p:nvSpPr>
        <p:spPr>
          <a:xfrm>
            <a:off x="8583720" y="2340576"/>
            <a:ext cx="264300" cy="264300"/>
          </a:xfrm>
          <a:prstGeom prst="ellipse">
            <a:avLst/>
          </a:prstGeom>
          <a:solidFill>
            <a:srgbClr val="236BF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1800"/>
            </a:pPr>
            <a:r>
              <a:rPr lang="en-US" sz="1000" kern="0" dirty="0">
                <a:cs typeface="Arial"/>
                <a:sym typeface="Arial"/>
              </a:rPr>
              <a:t>3</a:t>
            </a:r>
            <a:endParaRPr sz="1000" kern="0" dirty="0">
              <a:cs typeface="Arial"/>
              <a:sym typeface="Arial"/>
            </a:endParaRPr>
          </a:p>
        </p:txBody>
      </p:sp>
      <p:sp>
        <p:nvSpPr>
          <p:cNvPr id="77" name="Google Shape;2839;p17">
            <a:extLst>
              <a:ext uri="{FF2B5EF4-FFF2-40B4-BE49-F238E27FC236}">
                <a16:creationId xmlns:a16="http://schemas.microsoft.com/office/drawing/2014/main" id="{4681B0AE-14A5-705F-335D-0C56F7218772}"/>
              </a:ext>
            </a:extLst>
          </p:cNvPr>
          <p:cNvSpPr/>
          <p:nvPr/>
        </p:nvSpPr>
        <p:spPr>
          <a:xfrm>
            <a:off x="9981539" y="2214410"/>
            <a:ext cx="264300" cy="264300"/>
          </a:xfrm>
          <a:prstGeom prst="ellipse">
            <a:avLst/>
          </a:prstGeom>
          <a:solidFill>
            <a:srgbClr val="236BF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1800"/>
            </a:pPr>
            <a:r>
              <a:rPr lang="en-US" sz="1000" kern="0" dirty="0">
                <a:cs typeface="Arial"/>
                <a:sym typeface="Arial"/>
              </a:rPr>
              <a:t>4</a:t>
            </a:r>
            <a:endParaRPr sz="1000" kern="0" dirty="0">
              <a:cs typeface="Arial"/>
              <a:sym typeface="Arial"/>
            </a:endParaRPr>
          </a:p>
        </p:txBody>
      </p:sp>
      <p:sp>
        <p:nvSpPr>
          <p:cNvPr id="80" name="Google Shape;2842;p17">
            <a:extLst>
              <a:ext uri="{FF2B5EF4-FFF2-40B4-BE49-F238E27FC236}">
                <a16:creationId xmlns:a16="http://schemas.microsoft.com/office/drawing/2014/main" id="{118768E4-EC7D-C95B-A021-B6E892F32F84}"/>
              </a:ext>
            </a:extLst>
          </p:cNvPr>
          <p:cNvSpPr/>
          <p:nvPr/>
        </p:nvSpPr>
        <p:spPr>
          <a:xfrm>
            <a:off x="10706831" y="3517267"/>
            <a:ext cx="264300" cy="264300"/>
          </a:xfrm>
          <a:prstGeom prst="ellipse">
            <a:avLst/>
          </a:prstGeom>
          <a:solidFill>
            <a:srgbClr val="236BF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1800"/>
            </a:pPr>
            <a:r>
              <a:rPr lang="en-US" sz="1000" kern="0" dirty="0">
                <a:cs typeface="Arial"/>
                <a:sym typeface="Arial"/>
              </a:rPr>
              <a:t>5</a:t>
            </a:r>
            <a:endParaRPr sz="1000" kern="0" dirty="0">
              <a:cs typeface="Arial"/>
              <a:sym typeface="Arial"/>
            </a:endParaRPr>
          </a:p>
        </p:txBody>
      </p:sp>
      <p:sp>
        <p:nvSpPr>
          <p:cNvPr id="82" name="Google Shape;2844;p17">
            <a:extLst>
              <a:ext uri="{FF2B5EF4-FFF2-40B4-BE49-F238E27FC236}">
                <a16:creationId xmlns:a16="http://schemas.microsoft.com/office/drawing/2014/main" id="{E1D3EDD0-576C-7743-E441-B4E246A4B9BE}"/>
              </a:ext>
            </a:extLst>
          </p:cNvPr>
          <p:cNvSpPr txBox="1"/>
          <p:nvPr/>
        </p:nvSpPr>
        <p:spPr>
          <a:xfrm>
            <a:off x="787380" y="2061811"/>
            <a:ext cx="5653467" cy="523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Built-in DNS proxy/gateway respond with Synthetic IPs</a:t>
            </a:r>
            <a:endParaRPr kumimoji="0" sz="16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200"/>
              <a:buFont typeface="Arial"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Granular DNS policy control for local, remote and internet destinations</a:t>
            </a:r>
            <a:endParaRPr kumimoji="0" sz="12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83" name="Google Shape;2845;p17">
            <a:extLst>
              <a:ext uri="{FF2B5EF4-FFF2-40B4-BE49-F238E27FC236}">
                <a16:creationId xmlns:a16="http://schemas.microsoft.com/office/drawing/2014/main" id="{5DC06672-2833-31E5-AE09-0AB487BEBECD}"/>
              </a:ext>
            </a:extLst>
          </p:cNvPr>
          <p:cNvSpPr/>
          <p:nvPr/>
        </p:nvSpPr>
        <p:spPr>
          <a:xfrm>
            <a:off x="452171" y="2150615"/>
            <a:ext cx="298185" cy="299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3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1</a:t>
            </a:r>
            <a:endParaRPr kumimoji="0" sz="13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84" name="Google Shape;2846;p17">
            <a:extLst>
              <a:ext uri="{FF2B5EF4-FFF2-40B4-BE49-F238E27FC236}">
                <a16:creationId xmlns:a16="http://schemas.microsoft.com/office/drawing/2014/main" id="{1E86A30B-EADE-FF18-10BE-D6E47D0286A2}"/>
              </a:ext>
            </a:extLst>
          </p:cNvPr>
          <p:cNvSpPr txBox="1"/>
          <p:nvPr/>
        </p:nvSpPr>
        <p:spPr>
          <a:xfrm>
            <a:off x="786422" y="2766544"/>
            <a:ext cx="6561061" cy="561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Intercept and forward traffic to ZTE via outbound TLS connection </a:t>
            </a:r>
            <a:br>
              <a:rPr kumimoji="0" lang="en-US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</a:b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Destined to specific app, domains or synthetic IP range</a:t>
            </a:r>
            <a:endParaRPr kumimoji="0" sz="1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85" name="Google Shape;2847;p17">
            <a:extLst>
              <a:ext uri="{FF2B5EF4-FFF2-40B4-BE49-F238E27FC236}">
                <a16:creationId xmlns:a16="http://schemas.microsoft.com/office/drawing/2014/main" id="{2E33B001-92C9-CB7E-9C09-887691F967B0}"/>
              </a:ext>
            </a:extLst>
          </p:cNvPr>
          <p:cNvSpPr/>
          <p:nvPr/>
        </p:nvSpPr>
        <p:spPr>
          <a:xfrm>
            <a:off x="452171" y="2863144"/>
            <a:ext cx="298185" cy="299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3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2</a:t>
            </a:r>
            <a:endParaRPr kumimoji="0" sz="13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86" name="Google Shape;2848;p17">
            <a:extLst>
              <a:ext uri="{FF2B5EF4-FFF2-40B4-BE49-F238E27FC236}">
                <a16:creationId xmlns:a16="http://schemas.microsoft.com/office/drawing/2014/main" id="{409707AA-BE06-3D09-20E5-CAAF2A2C4B03}"/>
              </a:ext>
            </a:extLst>
          </p:cNvPr>
          <p:cNvSpPr txBox="1"/>
          <p:nvPr/>
        </p:nvSpPr>
        <p:spPr>
          <a:xfrm>
            <a:off x="787066" y="3486877"/>
            <a:ext cx="5472168" cy="523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An outbound TLS connection from App Connectors 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200"/>
              <a:buFont typeface="Arial"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Existing ZPA App Connectors (no new deployment)</a:t>
            </a:r>
            <a:endParaRPr kumimoji="0" sz="12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87" name="Google Shape;2849;p17">
            <a:extLst>
              <a:ext uri="{FF2B5EF4-FFF2-40B4-BE49-F238E27FC236}">
                <a16:creationId xmlns:a16="http://schemas.microsoft.com/office/drawing/2014/main" id="{E64578BC-44FF-F0DA-AABB-5AC6D7F8B833}"/>
              </a:ext>
            </a:extLst>
          </p:cNvPr>
          <p:cNvSpPr/>
          <p:nvPr/>
        </p:nvSpPr>
        <p:spPr>
          <a:xfrm>
            <a:off x="452171" y="3591127"/>
            <a:ext cx="298185" cy="299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3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3</a:t>
            </a:r>
            <a:endParaRPr kumimoji="0" sz="13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88" name="Google Shape;2850;p17">
            <a:extLst>
              <a:ext uri="{FF2B5EF4-FFF2-40B4-BE49-F238E27FC236}">
                <a16:creationId xmlns:a16="http://schemas.microsoft.com/office/drawing/2014/main" id="{3898C1F7-F9B6-DD3A-97A6-1D5FA788F17A}"/>
              </a:ext>
            </a:extLst>
          </p:cNvPr>
          <p:cNvSpPr txBox="1"/>
          <p:nvPr/>
        </p:nvSpPr>
        <p:spPr>
          <a:xfrm>
            <a:off x="792102" y="4222510"/>
            <a:ext cx="6042600" cy="523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Zscaler ZTE brokers the TLS connections based on the policy</a:t>
            </a:r>
            <a:br>
              <a:rPr kumimoji="0" lang="en-US" sz="1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</a:b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Extends the granular ZPA access </a:t>
            </a: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cs typeface="Arial"/>
                <a:sym typeface="Arial"/>
              </a:rPr>
              <a:t>policies</a:t>
            </a: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 for Branch to App communications </a:t>
            </a:r>
            <a:endParaRPr kumimoji="0" sz="12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89" name="Google Shape;2851;p17">
            <a:extLst>
              <a:ext uri="{FF2B5EF4-FFF2-40B4-BE49-F238E27FC236}">
                <a16:creationId xmlns:a16="http://schemas.microsoft.com/office/drawing/2014/main" id="{6F8682CB-5DEA-C2BE-0E22-73702E658D89}"/>
              </a:ext>
            </a:extLst>
          </p:cNvPr>
          <p:cNvSpPr/>
          <p:nvPr/>
        </p:nvSpPr>
        <p:spPr>
          <a:xfrm>
            <a:off x="457281" y="4311313"/>
            <a:ext cx="298185" cy="299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3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4</a:t>
            </a:r>
            <a:endParaRPr kumimoji="0" sz="13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90" name="Google Shape;2852;p17">
            <a:extLst>
              <a:ext uri="{FF2B5EF4-FFF2-40B4-BE49-F238E27FC236}">
                <a16:creationId xmlns:a16="http://schemas.microsoft.com/office/drawing/2014/main" id="{FA389B2F-829A-8BA8-AF32-265AE5218244}"/>
              </a:ext>
            </a:extLst>
          </p:cNvPr>
          <p:cNvSpPr txBox="1"/>
          <p:nvPr/>
        </p:nvSpPr>
        <p:spPr>
          <a:xfrm>
            <a:off x="786075" y="4927243"/>
            <a:ext cx="6816057" cy="523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75" rIns="91400" bIns="45675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Built-in App Connectors for inbound to Branch</a:t>
            </a:r>
            <a:endParaRPr kumimoji="0" sz="16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200"/>
              <a:buFont typeface="Arial"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App Connectors creates outbound connections to ZTE, eliminates inbound attack surface</a:t>
            </a:r>
            <a:endParaRPr kumimoji="0" sz="12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91" name="Google Shape;2853;p17">
            <a:extLst>
              <a:ext uri="{FF2B5EF4-FFF2-40B4-BE49-F238E27FC236}">
                <a16:creationId xmlns:a16="http://schemas.microsoft.com/office/drawing/2014/main" id="{7BBFAE72-D33F-8934-D54B-82544DF2014F}"/>
              </a:ext>
            </a:extLst>
          </p:cNvPr>
          <p:cNvSpPr/>
          <p:nvPr/>
        </p:nvSpPr>
        <p:spPr>
          <a:xfrm>
            <a:off x="453594" y="5016043"/>
            <a:ext cx="298185" cy="299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3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5</a:t>
            </a:r>
            <a:endParaRPr kumimoji="0" sz="13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92" name="Google Shape;2854;p17">
            <a:extLst>
              <a:ext uri="{FF2B5EF4-FFF2-40B4-BE49-F238E27FC236}">
                <a16:creationId xmlns:a16="http://schemas.microsoft.com/office/drawing/2014/main" id="{13D14036-6ADE-C410-4C5B-5D8EF9C06D8D}"/>
              </a:ext>
            </a:extLst>
          </p:cNvPr>
          <p:cNvSpPr/>
          <p:nvPr/>
        </p:nvSpPr>
        <p:spPr>
          <a:xfrm>
            <a:off x="8756768" y="3549812"/>
            <a:ext cx="771550" cy="189585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Century Gothic"/>
              <a:buNone/>
              <a:tabLst/>
              <a:defRPr/>
            </a:pPr>
            <a:r>
              <a:rPr kumimoji="0" lang="en-US" sz="6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Zero Trust Branch</a:t>
            </a:r>
            <a:endParaRPr kumimoji="0" sz="6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93" name="Google Shape;2855;p17">
            <a:extLst>
              <a:ext uri="{FF2B5EF4-FFF2-40B4-BE49-F238E27FC236}">
                <a16:creationId xmlns:a16="http://schemas.microsoft.com/office/drawing/2014/main" id="{42ED8067-817B-0795-DF2F-CDD92EAB7B54}"/>
              </a:ext>
            </a:extLst>
          </p:cNvPr>
          <p:cNvSpPr/>
          <p:nvPr/>
        </p:nvSpPr>
        <p:spPr>
          <a:xfrm>
            <a:off x="9735115" y="3554624"/>
            <a:ext cx="771550" cy="189585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Century Gothic"/>
              <a:buNone/>
              <a:tabLst/>
              <a:defRPr/>
            </a:pPr>
            <a:r>
              <a:rPr kumimoji="0" lang="en-US" sz="6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Zero Trust Branch</a:t>
            </a:r>
            <a:endParaRPr kumimoji="0" sz="6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8B04B93A-8D6E-F060-ABA4-8B6A31BE2EF8}"/>
              </a:ext>
            </a:extLst>
          </p:cNvPr>
          <p:cNvGrpSpPr/>
          <p:nvPr/>
        </p:nvGrpSpPr>
        <p:grpSpPr>
          <a:xfrm>
            <a:off x="9120688" y="2285257"/>
            <a:ext cx="1060630" cy="664534"/>
            <a:chOff x="3035635" y="3245492"/>
            <a:chExt cx="671337" cy="420624"/>
          </a:xfrm>
        </p:grpSpPr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D252137C-889D-BC19-7FE1-DDF82461006D}"/>
                </a:ext>
              </a:extLst>
            </p:cNvPr>
            <p:cNvSpPr/>
            <p:nvPr/>
          </p:nvSpPr>
          <p:spPr>
            <a:xfrm>
              <a:off x="3035635" y="3245492"/>
              <a:ext cx="671337" cy="420624"/>
            </a:xfrm>
            <a:custGeom>
              <a:avLst/>
              <a:gdLst>
                <a:gd name="connsiteX0" fmla="*/ 980036 w 981878"/>
                <a:gd name="connsiteY0" fmla="*/ 313893 h 615192"/>
                <a:gd name="connsiteX1" fmla="*/ 803332 w 981878"/>
                <a:gd name="connsiteY1" fmla="*/ 169971 h 615192"/>
                <a:gd name="connsiteX2" fmla="*/ 796445 w 981878"/>
                <a:gd name="connsiteY2" fmla="*/ 169304 h 615192"/>
                <a:gd name="connsiteX3" fmla="*/ 796822 w 981878"/>
                <a:gd name="connsiteY3" fmla="*/ 169304 h 615192"/>
                <a:gd name="connsiteX4" fmla="*/ 716159 w 981878"/>
                <a:gd name="connsiteY4" fmla="*/ 55290 h 615192"/>
                <a:gd name="connsiteX5" fmla="*/ 716065 w 981878"/>
                <a:gd name="connsiteY5" fmla="*/ 55194 h 615192"/>
                <a:gd name="connsiteX6" fmla="*/ 715216 w 981878"/>
                <a:gd name="connsiteY6" fmla="*/ 54432 h 615192"/>
                <a:gd name="connsiteX7" fmla="*/ 683705 w 981878"/>
                <a:gd name="connsiteY7" fmla="*/ 31668 h 615192"/>
                <a:gd name="connsiteX8" fmla="*/ 579645 w 981878"/>
                <a:gd name="connsiteY8" fmla="*/ 2807 h 615192"/>
                <a:gd name="connsiteX9" fmla="*/ 499831 w 981878"/>
                <a:gd name="connsiteY9" fmla="*/ 1188 h 615192"/>
                <a:gd name="connsiteX10" fmla="*/ 284918 w 981878"/>
                <a:gd name="connsiteY10" fmla="*/ 93961 h 615192"/>
                <a:gd name="connsiteX11" fmla="*/ 118214 w 981878"/>
                <a:gd name="connsiteY11" fmla="*/ 121393 h 615192"/>
                <a:gd name="connsiteX12" fmla="*/ 116422 w 981878"/>
                <a:gd name="connsiteY12" fmla="*/ 122536 h 615192"/>
                <a:gd name="connsiteX13" fmla="*/ 108214 w 981878"/>
                <a:gd name="connsiteY13" fmla="*/ 127870 h 615192"/>
                <a:gd name="connsiteX14" fmla="*/ 104346 w 981878"/>
                <a:gd name="connsiteY14" fmla="*/ 130537 h 615192"/>
                <a:gd name="connsiteX15" fmla="*/ 97836 w 981878"/>
                <a:gd name="connsiteY15" fmla="*/ 135300 h 615192"/>
                <a:gd name="connsiteX16" fmla="*/ 94251 w 981878"/>
                <a:gd name="connsiteY16" fmla="*/ 138062 h 615192"/>
                <a:gd name="connsiteX17" fmla="*/ 86232 w 981878"/>
                <a:gd name="connsiteY17" fmla="*/ 144729 h 615192"/>
                <a:gd name="connsiteX18" fmla="*/ 85194 w 981878"/>
                <a:gd name="connsiteY18" fmla="*/ 145587 h 615192"/>
                <a:gd name="connsiteX19" fmla="*/ 286 w 981878"/>
                <a:gd name="connsiteY19" fmla="*/ 340468 h 615192"/>
                <a:gd name="connsiteX20" fmla="*/ 234350 w 981878"/>
                <a:gd name="connsiteY20" fmla="*/ 535254 h 615192"/>
                <a:gd name="connsiteX21" fmla="*/ 240294 w 981878"/>
                <a:gd name="connsiteY21" fmla="*/ 535254 h 615192"/>
                <a:gd name="connsiteX22" fmla="*/ 272087 w 981878"/>
                <a:gd name="connsiteY22" fmla="*/ 539160 h 615192"/>
                <a:gd name="connsiteX23" fmla="*/ 412658 w 981878"/>
                <a:gd name="connsiteY23" fmla="*/ 580593 h 615192"/>
                <a:gd name="connsiteX24" fmla="*/ 790973 w 981878"/>
                <a:gd name="connsiteY24" fmla="*/ 523634 h 615192"/>
                <a:gd name="connsiteX25" fmla="*/ 794275 w 981878"/>
                <a:gd name="connsiteY25" fmla="*/ 519919 h 615192"/>
                <a:gd name="connsiteX26" fmla="*/ 796728 w 981878"/>
                <a:gd name="connsiteY26" fmla="*/ 517157 h 615192"/>
                <a:gd name="connsiteX27" fmla="*/ 823616 w 981878"/>
                <a:gd name="connsiteY27" fmla="*/ 478581 h 615192"/>
                <a:gd name="connsiteX28" fmla="*/ 826352 w 981878"/>
                <a:gd name="connsiteY28" fmla="*/ 473342 h 615192"/>
                <a:gd name="connsiteX29" fmla="*/ 965413 w 981878"/>
                <a:gd name="connsiteY29" fmla="*/ 399333 h 615192"/>
                <a:gd name="connsiteX30" fmla="*/ 979942 w 981878"/>
                <a:gd name="connsiteY30" fmla="*/ 313989 h 6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81878" h="615192">
                  <a:moveTo>
                    <a:pt x="980036" y="313893"/>
                  </a:moveTo>
                  <a:cubicBezTo>
                    <a:pt x="965413" y="222739"/>
                    <a:pt x="891259" y="178543"/>
                    <a:pt x="803332" y="169971"/>
                  </a:cubicBezTo>
                  <a:cubicBezTo>
                    <a:pt x="801068" y="169780"/>
                    <a:pt x="798804" y="169494"/>
                    <a:pt x="796445" y="169304"/>
                  </a:cubicBezTo>
                  <a:lnTo>
                    <a:pt x="796822" y="169304"/>
                  </a:lnTo>
                  <a:cubicBezTo>
                    <a:pt x="796822" y="169304"/>
                    <a:pt x="773425" y="104724"/>
                    <a:pt x="716159" y="55290"/>
                  </a:cubicBezTo>
                  <a:cubicBezTo>
                    <a:pt x="716159" y="55290"/>
                    <a:pt x="716159" y="55290"/>
                    <a:pt x="716065" y="55194"/>
                  </a:cubicBezTo>
                  <a:cubicBezTo>
                    <a:pt x="715782" y="54909"/>
                    <a:pt x="715499" y="54718"/>
                    <a:pt x="715216" y="54432"/>
                  </a:cubicBezTo>
                  <a:cubicBezTo>
                    <a:pt x="704932" y="45479"/>
                    <a:pt x="694460" y="37954"/>
                    <a:pt x="683705" y="31668"/>
                  </a:cubicBezTo>
                  <a:cubicBezTo>
                    <a:pt x="657572" y="18237"/>
                    <a:pt x="621156" y="7569"/>
                    <a:pt x="579645" y="2807"/>
                  </a:cubicBezTo>
                  <a:cubicBezTo>
                    <a:pt x="554456" y="-146"/>
                    <a:pt x="527473" y="-908"/>
                    <a:pt x="499831" y="1188"/>
                  </a:cubicBezTo>
                  <a:cubicBezTo>
                    <a:pt x="424828" y="6712"/>
                    <a:pt x="345109" y="33096"/>
                    <a:pt x="284918" y="93961"/>
                  </a:cubicBezTo>
                  <a:cubicBezTo>
                    <a:pt x="220859" y="81198"/>
                    <a:pt x="163970" y="93771"/>
                    <a:pt x="118214" y="121393"/>
                  </a:cubicBezTo>
                  <a:cubicBezTo>
                    <a:pt x="117648" y="121774"/>
                    <a:pt x="116988" y="122155"/>
                    <a:pt x="116422" y="122536"/>
                  </a:cubicBezTo>
                  <a:cubicBezTo>
                    <a:pt x="113591" y="124251"/>
                    <a:pt x="110855" y="126060"/>
                    <a:pt x="108214" y="127870"/>
                  </a:cubicBezTo>
                  <a:cubicBezTo>
                    <a:pt x="106893" y="128727"/>
                    <a:pt x="105666" y="129680"/>
                    <a:pt x="104346" y="130537"/>
                  </a:cubicBezTo>
                  <a:cubicBezTo>
                    <a:pt x="102176" y="132061"/>
                    <a:pt x="100006" y="133680"/>
                    <a:pt x="97836" y="135300"/>
                  </a:cubicBezTo>
                  <a:cubicBezTo>
                    <a:pt x="96610" y="136157"/>
                    <a:pt x="95477" y="137109"/>
                    <a:pt x="94251" y="138062"/>
                  </a:cubicBezTo>
                  <a:cubicBezTo>
                    <a:pt x="91515" y="140253"/>
                    <a:pt x="88873" y="142443"/>
                    <a:pt x="86232" y="144729"/>
                  </a:cubicBezTo>
                  <a:cubicBezTo>
                    <a:pt x="85854" y="145015"/>
                    <a:pt x="85571" y="145301"/>
                    <a:pt x="85194" y="145587"/>
                  </a:cubicBezTo>
                  <a:cubicBezTo>
                    <a:pt x="28683" y="194831"/>
                    <a:pt x="-3394" y="269412"/>
                    <a:pt x="286" y="340468"/>
                  </a:cubicBezTo>
                  <a:cubicBezTo>
                    <a:pt x="7173" y="474390"/>
                    <a:pt x="151895" y="557829"/>
                    <a:pt x="234350" y="535254"/>
                  </a:cubicBezTo>
                  <a:cubicBezTo>
                    <a:pt x="236331" y="534683"/>
                    <a:pt x="238407" y="535254"/>
                    <a:pt x="240294" y="535254"/>
                  </a:cubicBezTo>
                  <a:cubicBezTo>
                    <a:pt x="246898" y="539255"/>
                    <a:pt x="272087" y="539160"/>
                    <a:pt x="272087" y="539160"/>
                  </a:cubicBezTo>
                  <a:cubicBezTo>
                    <a:pt x="302277" y="573545"/>
                    <a:pt x="341429" y="591547"/>
                    <a:pt x="412658" y="580593"/>
                  </a:cubicBezTo>
                  <a:cubicBezTo>
                    <a:pt x="553040" y="650031"/>
                    <a:pt x="711725" y="606692"/>
                    <a:pt x="790973" y="523634"/>
                  </a:cubicBezTo>
                  <a:cubicBezTo>
                    <a:pt x="792105" y="522396"/>
                    <a:pt x="793237" y="521157"/>
                    <a:pt x="794275" y="519919"/>
                  </a:cubicBezTo>
                  <a:cubicBezTo>
                    <a:pt x="795124" y="518967"/>
                    <a:pt x="795973" y="518109"/>
                    <a:pt x="796728" y="517157"/>
                  </a:cubicBezTo>
                  <a:cubicBezTo>
                    <a:pt x="807011" y="504965"/>
                    <a:pt x="815974" y="492011"/>
                    <a:pt x="823616" y="478581"/>
                  </a:cubicBezTo>
                  <a:cubicBezTo>
                    <a:pt x="824559" y="476866"/>
                    <a:pt x="825502" y="475056"/>
                    <a:pt x="826352" y="473342"/>
                  </a:cubicBezTo>
                  <a:cubicBezTo>
                    <a:pt x="882486" y="469151"/>
                    <a:pt x="938148" y="443910"/>
                    <a:pt x="965413" y="399333"/>
                  </a:cubicBezTo>
                  <a:cubicBezTo>
                    <a:pt x="979187" y="375996"/>
                    <a:pt x="985319" y="347421"/>
                    <a:pt x="979942" y="313989"/>
                  </a:cubicBezTo>
                  <a:close/>
                </a:path>
              </a:pathLst>
            </a:custGeom>
            <a:solidFill>
              <a:srgbClr val="236BF5"/>
            </a:solidFill>
            <a:ln w="94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457200">
                <a:defRPr/>
              </a:pPr>
              <a:endParaRPr lang="en-US" sz="900">
                <a:latin typeface="Century Gothic" panose="020B0502020202020204" pitchFamily="34" charset="0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76CB816D-F4B4-2D14-26E9-CE38E47C9D60}"/>
                </a:ext>
              </a:extLst>
            </p:cNvPr>
            <p:cNvSpPr/>
            <p:nvPr/>
          </p:nvSpPr>
          <p:spPr>
            <a:xfrm>
              <a:off x="3199993" y="3281531"/>
              <a:ext cx="434268" cy="332601"/>
            </a:xfrm>
            <a:custGeom>
              <a:avLst/>
              <a:gdLst>
                <a:gd name="connsiteX0" fmla="*/ 624267 w 635148"/>
                <a:gd name="connsiteY0" fmla="*/ 250613 h 486452"/>
                <a:gd name="connsiteX1" fmla="*/ 244914 w 635148"/>
                <a:gd name="connsiteY1" fmla="*/ 247374 h 486452"/>
                <a:gd name="connsiteX2" fmla="*/ 556057 w 635148"/>
                <a:gd name="connsiteY2" fmla="*/ 116691 h 486452"/>
                <a:gd name="connsiteX3" fmla="*/ 556434 w 635148"/>
                <a:gd name="connsiteY3" fmla="*/ 116691 h 486452"/>
                <a:gd name="connsiteX4" fmla="*/ 475771 w 635148"/>
                <a:gd name="connsiteY4" fmla="*/ 2677 h 486452"/>
                <a:gd name="connsiteX5" fmla="*/ 475677 w 635148"/>
                <a:gd name="connsiteY5" fmla="*/ 2582 h 486452"/>
                <a:gd name="connsiteX6" fmla="*/ 184157 w 635148"/>
                <a:gd name="connsiteY6" fmla="*/ 96308 h 486452"/>
                <a:gd name="connsiteX7" fmla="*/ 197837 w 635148"/>
                <a:gd name="connsiteY7" fmla="*/ 102213 h 486452"/>
                <a:gd name="connsiteX8" fmla="*/ 395108 w 635148"/>
                <a:gd name="connsiteY8" fmla="*/ 81544 h 486452"/>
                <a:gd name="connsiteX9" fmla="*/ 0 w 635148"/>
                <a:gd name="connsiteY9" fmla="*/ 482547 h 486452"/>
                <a:gd name="connsiteX10" fmla="*/ 31794 w 635148"/>
                <a:gd name="connsiteY10" fmla="*/ 486452 h 486452"/>
                <a:gd name="connsiteX11" fmla="*/ 502942 w 635148"/>
                <a:gd name="connsiteY11" fmla="*/ 338243 h 486452"/>
                <a:gd name="connsiteX12" fmla="*/ 624361 w 635148"/>
                <a:gd name="connsiteY12" fmla="*/ 250613 h 486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5148" h="486452">
                  <a:moveTo>
                    <a:pt x="624267" y="250613"/>
                  </a:moveTo>
                  <a:cubicBezTo>
                    <a:pt x="510678" y="120311"/>
                    <a:pt x="254065" y="237659"/>
                    <a:pt x="244914" y="247374"/>
                  </a:cubicBezTo>
                  <a:cubicBezTo>
                    <a:pt x="301425" y="160125"/>
                    <a:pt x="439543" y="108119"/>
                    <a:pt x="556057" y="116691"/>
                  </a:cubicBezTo>
                  <a:lnTo>
                    <a:pt x="556434" y="116691"/>
                  </a:lnTo>
                  <a:cubicBezTo>
                    <a:pt x="556434" y="116691"/>
                    <a:pt x="533037" y="52112"/>
                    <a:pt x="475771" y="2677"/>
                  </a:cubicBezTo>
                  <a:cubicBezTo>
                    <a:pt x="475771" y="2677"/>
                    <a:pt x="475771" y="2677"/>
                    <a:pt x="475677" y="2582"/>
                  </a:cubicBezTo>
                  <a:cubicBezTo>
                    <a:pt x="392466" y="-9705"/>
                    <a:pt x="295199" y="21918"/>
                    <a:pt x="184157" y="96308"/>
                  </a:cubicBezTo>
                  <a:cubicBezTo>
                    <a:pt x="184157" y="96308"/>
                    <a:pt x="197177" y="102594"/>
                    <a:pt x="197837" y="102213"/>
                  </a:cubicBezTo>
                  <a:cubicBezTo>
                    <a:pt x="313218" y="51921"/>
                    <a:pt x="395768" y="81354"/>
                    <a:pt x="395108" y="81544"/>
                  </a:cubicBezTo>
                  <a:cubicBezTo>
                    <a:pt x="92833" y="188129"/>
                    <a:pt x="18397" y="394059"/>
                    <a:pt x="0" y="482547"/>
                  </a:cubicBezTo>
                  <a:cubicBezTo>
                    <a:pt x="6604" y="486547"/>
                    <a:pt x="31794" y="486452"/>
                    <a:pt x="31794" y="486452"/>
                  </a:cubicBezTo>
                  <a:cubicBezTo>
                    <a:pt x="92739" y="407204"/>
                    <a:pt x="277462" y="264710"/>
                    <a:pt x="502942" y="338243"/>
                  </a:cubicBezTo>
                  <a:cubicBezTo>
                    <a:pt x="623323" y="377486"/>
                    <a:pt x="654645" y="285189"/>
                    <a:pt x="624361" y="250613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  <a:alpha val="30000"/>
              </a:schemeClr>
            </a:solidFill>
            <a:ln w="94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457200">
                <a:defRPr/>
              </a:pPr>
              <a:endParaRPr lang="en-US" sz="900">
                <a:latin typeface="Century Gothic" panose="020B0502020202020204" pitchFamily="34" charset="0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A64A6AC7-C314-9FD9-991C-6991DF32EC43}"/>
                </a:ext>
              </a:extLst>
            </p:cNvPr>
            <p:cNvSpPr/>
            <p:nvPr/>
          </p:nvSpPr>
          <p:spPr>
            <a:xfrm>
              <a:off x="3162367" y="3384368"/>
              <a:ext cx="417869" cy="151803"/>
            </a:xfrm>
            <a:custGeom>
              <a:avLst/>
              <a:gdLst>
                <a:gd name="connsiteX0" fmla="*/ 405915 w 717144"/>
                <a:gd name="connsiteY0" fmla="*/ 197319 h 260523"/>
                <a:gd name="connsiteX1" fmla="*/ 397846 w 717144"/>
                <a:gd name="connsiteY1" fmla="*/ 200048 h 260523"/>
                <a:gd name="connsiteX2" fmla="*/ 388829 w 717144"/>
                <a:gd name="connsiteY2" fmla="*/ 201232 h 260523"/>
                <a:gd name="connsiteX3" fmla="*/ 379455 w 717144"/>
                <a:gd name="connsiteY3" fmla="*/ 209178 h 260523"/>
                <a:gd name="connsiteX4" fmla="*/ 389659 w 717144"/>
                <a:gd name="connsiteY4" fmla="*/ 217241 h 260523"/>
                <a:gd name="connsiteX5" fmla="*/ 405915 w 717144"/>
                <a:gd name="connsiteY5" fmla="*/ 200996 h 260523"/>
                <a:gd name="connsiteX6" fmla="*/ 564793 w 717144"/>
                <a:gd name="connsiteY6" fmla="*/ 175737 h 260523"/>
                <a:gd name="connsiteX7" fmla="*/ 546045 w 717144"/>
                <a:gd name="connsiteY7" fmla="*/ 194830 h 260523"/>
                <a:gd name="connsiteX8" fmla="*/ 564793 w 717144"/>
                <a:gd name="connsiteY8" fmla="*/ 213921 h 260523"/>
                <a:gd name="connsiteX9" fmla="*/ 583184 w 717144"/>
                <a:gd name="connsiteY9" fmla="*/ 194830 h 260523"/>
                <a:gd name="connsiteX10" fmla="*/ 564793 w 717144"/>
                <a:gd name="connsiteY10" fmla="*/ 175737 h 260523"/>
                <a:gd name="connsiteX11" fmla="*/ 653545 w 717144"/>
                <a:gd name="connsiteY11" fmla="*/ 173367 h 260523"/>
                <a:gd name="connsiteX12" fmla="*/ 636696 w 717144"/>
                <a:gd name="connsiteY12" fmla="*/ 186766 h 260523"/>
                <a:gd name="connsiteX13" fmla="*/ 668733 w 717144"/>
                <a:gd name="connsiteY13" fmla="*/ 186766 h 260523"/>
                <a:gd name="connsiteX14" fmla="*/ 653545 w 717144"/>
                <a:gd name="connsiteY14" fmla="*/ 173367 h 260523"/>
                <a:gd name="connsiteX15" fmla="*/ 112246 w 717144"/>
                <a:gd name="connsiteY15" fmla="*/ 159018 h 260523"/>
                <a:gd name="connsiteX16" fmla="*/ 134910 w 717144"/>
                <a:gd name="connsiteY16" fmla="*/ 159018 h 260523"/>
                <a:gd name="connsiteX17" fmla="*/ 150098 w 717144"/>
                <a:gd name="connsiteY17" fmla="*/ 178939 h 260523"/>
                <a:gd name="connsiteX18" fmla="*/ 165285 w 717144"/>
                <a:gd name="connsiteY18" fmla="*/ 159018 h 260523"/>
                <a:gd name="connsiteX19" fmla="*/ 188066 w 717144"/>
                <a:gd name="connsiteY19" fmla="*/ 159018 h 260523"/>
                <a:gd name="connsiteX20" fmla="*/ 161489 w 717144"/>
                <a:gd name="connsiteY20" fmla="*/ 193762 h 260523"/>
                <a:gd name="connsiteX21" fmla="*/ 189254 w 717144"/>
                <a:gd name="connsiteY21" fmla="*/ 230167 h 260523"/>
                <a:gd name="connsiteX22" fmla="*/ 166590 w 717144"/>
                <a:gd name="connsiteY22" fmla="*/ 230167 h 260523"/>
                <a:gd name="connsiteX23" fmla="*/ 150098 w 717144"/>
                <a:gd name="connsiteY23" fmla="*/ 208704 h 260523"/>
                <a:gd name="connsiteX24" fmla="*/ 133723 w 717144"/>
                <a:gd name="connsiteY24" fmla="*/ 230167 h 260523"/>
                <a:gd name="connsiteX25" fmla="*/ 111060 w 717144"/>
                <a:gd name="connsiteY25" fmla="*/ 230167 h 260523"/>
                <a:gd name="connsiteX26" fmla="*/ 138825 w 717144"/>
                <a:gd name="connsiteY26" fmla="*/ 193762 h 260523"/>
                <a:gd name="connsiteX27" fmla="*/ 654020 w 717144"/>
                <a:gd name="connsiteY27" fmla="*/ 157476 h 260523"/>
                <a:gd name="connsiteX28" fmla="*/ 689141 w 717144"/>
                <a:gd name="connsiteY28" fmla="*/ 195303 h 260523"/>
                <a:gd name="connsiteX29" fmla="*/ 689141 w 717144"/>
                <a:gd name="connsiteY29" fmla="*/ 200403 h 260523"/>
                <a:gd name="connsiteX30" fmla="*/ 636816 w 717144"/>
                <a:gd name="connsiteY30" fmla="*/ 200403 h 260523"/>
                <a:gd name="connsiteX31" fmla="*/ 636816 w 717144"/>
                <a:gd name="connsiteY31" fmla="*/ 200641 h 260523"/>
                <a:gd name="connsiteX32" fmla="*/ 656037 w 717144"/>
                <a:gd name="connsiteY32" fmla="*/ 214276 h 260523"/>
                <a:gd name="connsiteX33" fmla="*/ 676208 w 717144"/>
                <a:gd name="connsiteY33" fmla="*/ 207043 h 260523"/>
                <a:gd name="connsiteX34" fmla="*/ 684040 w 717144"/>
                <a:gd name="connsiteY34" fmla="*/ 222577 h 260523"/>
                <a:gd name="connsiteX35" fmla="*/ 655682 w 717144"/>
                <a:gd name="connsiteY35" fmla="*/ 231946 h 260523"/>
                <a:gd name="connsiteX36" fmla="*/ 617593 w 717144"/>
                <a:gd name="connsiteY36" fmla="*/ 194712 h 260523"/>
                <a:gd name="connsiteX37" fmla="*/ 654020 w 717144"/>
                <a:gd name="connsiteY37" fmla="*/ 157476 h 260523"/>
                <a:gd name="connsiteX38" fmla="*/ 485769 w 717144"/>
                <a:gd name="connsiteY38" fmla="*/ 157358 h 260523"/>
                <a:gd name="connsiteX39" fmla="*/ 510805 w 717144"/>
                <a:gd name="connsiteY39" fmla="*/ 185699 h 260523"/>
                <a:gd name="connsiteX40" fmla="*/ 510805 w 717144"/>
                <a:gd name="connsiteY40" fmla="*/ 230167 h 260523"/>
                <a:gd name="connsiteX41" fmla="*/ 491583 w 717144"/>
                <a:gd name="connsiteY41" fmla="*/ 230167 h 260523"/>
                <a:gd name="connsiteX42" fmla="*/ 491583 w 717144"/>
                <a:gd name="connsiteY42" fmla="*/ 190797 h 260523"/>
                <a:gd name="connsiteX43" fmla="*/ 478294 w 717144"/>
                <a:gd name="connsiteY43" fmla="*/ 175501 h 260523"/>
                <a:gd name="connsiteX44" fmla="*/ 463107 w 717144"/>
                <a:gd name="connsiteY44" fmla="*/ 196253 h 260523"/>
                <a:gd name="connsiteX45" fmla="*/ 463107 w 717144"/>
                <a:gd name="connsiteY45" fmla="*/ 230285 h 260523"/>
                <a:gd name="connsiteX46" fmla="*/ 444359 w 717144"/>
                <a:gd name="connsiteY46" fmla="*/ 230285 h 260523"/>
                <a:gd name="connsiteX47" fmla="*/ 444241 w 717144"/>
                <a:gd name="connsiteY47" fmla="*/ 230285 h 260523"/>
                <a:gd name="connsiteX48" fmla="*/ 444241 w 717144"/>
                <a:gd name="connsiteY48" fmla="*/ 159137 h 260523"/>
                <a:gd name="connsiteX49" fmla="*/ 462512 w 717144"/>
                <a:gd name="connsiteY49" fmla="*/ 159137 h 260523"/>
                <a:gd name="connsiteX50" fmla="*/ 462512 w 717144"/>
                <a:gd name="connsiteY50" fmla="*/ 169928 h 260523"/>
                <a:gd name="connsiteX51" fmla="*/ 485769 w 717144"/>
                <a:gd name="connsiteY51" fmla="*/ 157358 h 260523"/>
                <a:gd name="connsiteX52" fmla="*/ 393812 w 717144"/>
                <a:gd name="connsiteY52" fmla="*/ 157358 h 260523"/>
                <a:gd name="connsiteX53" fmla="*/ 424544 w 717144"/>
                <a:gd name="connsiteY53" fmla="*/ 183802 h 260523"/>
                <a:gd name="connsiteX54" fmla="*/ 424662 w 717144"/>
                <a:gd name="connsiteY54" fmla="*/ 183920 h 260523"/>
                <a:gd name="connsiteX55" fmla="*/ 424662 w 717144"/>
                <a:gd name="connsiteY55" fmla="*/ 230404 h 260523"/>
                <a:gd name="connsiteX56" fmla="*/ 405915 w 717144"/>
                <a:gd name="connsiteY56" fmla="*/ 230404 h 260523"/>
                <a:gd name="connsiteX57" fmla="*/ 405915 w 717144"/>
                <a:gd name="connsiteY57" fmla="*/ 220680 h 260523"/>
                <a:gd name="connsiteX58" fmla="*/ 384082 w 717144"/>
                <a:gd name="connsiteY58" fmla="*/ 231946 h 260523"/>
                <a:gd name="connsiteX59" fmla="*/ 359877 w 717144"/>
                <a:gd name="connsiteY59" fmla="*/ 210126 h 260523"/>
                <a:gd name="connsiteX60" fmla="*/ 383727 w 717144"/>
                <a:gd name="connsiteY60" fmla="*/ 188426 h 260523"/>
                <a:gd name="connsiteX61" fmla="*/ 397135 w 717144"/>
                <a:gd name="connsiteY61" fmla="*/ 187004 h 260523"/>
                <a:gd name="connsiteX62" fmla="*/ 405796 w 717144"/>
                <a:gd name="connsiteY62" fmla="*/ 180837 h 260523"/>
                <a:gd name="connsiteX63" fmla="*/ 394169 w 717144"/>
                <a:gd name="connsiteY63" fmla="*/ 174315 h 260523"/>
                <a:gd name="connsiteX64" fmla="*/ 375658 w 717144"/>
                <a:gd name="connsiteY64" fmla="*/ 183564 h 260523"/>
                <a:gd name="connsiteX65" fmla="*/ 361657 w 717144"/>
                <a:gd name="connsiteY65" fmla="*/ 173603 h 260523"/>
                <a:gd name="connsiteX66" fmla="*/ 393812 w 717144"/>
                <a:gd name="connsiteY66" fmla="*/ 157358 h 260523"/>
                <a:gd name="connsiteX67" fmla="*/ 235647 w 717144"/>
                <a:gd name="connsiteY67" fmla="*/ 157358 h 260523"/>
                <a:gd name="connsiteX68" fmla="*/ 262700 w 717144"/>
                <a:gd name="connsiteY68" fmla="*/ 167793 h 260523"/>
                <a:gd name="connsiteX69" fmla="*/ 252021 w 717144"/>
                <a:gd name="connsiteY69" fmla="*/ 182852 h 260523"/>
                <a:gd name="connsiteX70" fmla="*/ 235647 w 717144"/>
                <a:gd name="connsiteY70" fmla="*/ 175737 h 260523"/>
                <a:gd name="connsiteX71" fmla="*/ 217017 w 717144"/>
                <a:gd name="connsiteY71" fmla="*/ 194712 h 260523"/>
                <a:gd name="connsiteX72" fmla="*/ 235647 w 717144"/>
                <a:gd name="connsiteY72" fmla="*/ 213565 h 260523"/>
                <a:gd name="connsiteX73" fmla="*/ 252495 w 717144"/>
                <a:gd name="connsiteY73" fmla="*/ 206332 h 260523"/>
                <a:gd name="connsiteX74" fmla="*/ 262937 w 717144"/>
                <a:gd name="connsiteY74" fmla="*/ 221391 h 260523"/>
                <a:gd name="connsiteX75" fmla="*/ 235410 w 717144"/>
                <a:gd name="connsiteY75" fmla="*/ 231946 h 260523"/>
                <a:gd name="connsiteX76" fmla="*/ 197677 w 717144"/>
                <a:gd name="connsiteY76" fmla="*/ 194712 h 260523"/>
                <a:gd name="connsiteX77" fmla="*/ 235647 w 717144"/>
                <a:gd name="connsiteY77" fmla="*/ 157476 h 260523"/>
                <a:gd name="connsiteX78" fmla="*/ 559453 w 717144"/>
                <a:gd name="connsiteY78" fmla="*/ 157239 h 260523"/>
                <a:gd name="connsiteX79" fmla="*/ 559572 w 717144"/>
                <a:gd name="connsiteY79" fmla="*/ 157476 h 260523"/>
                <a:gd name="connsiteX80" fmla="*/ 582710 w 717144"/>
                <a:gd name="connsiteY80" fmla="*/ 169097 h 260523"/>
                <a:gd name="connsiteX81" fmla="*/ 582710 w 717144"/>
                <a:gd name="connsiteY81" fmla="*/ 159137 h 260523"/>
                <a:gd name="connsiteX82" fmla="*/ 601456 w 717144"/>
                <a:gd name="connsiteY82" fmla="*/ 159137 h 260523"/>
                <a:gd name="connsiteX83" fmla="*/ 601456 w 717144"/>
                <a:gd name="connsiteY83" fmla="*/ 225542 h 260523"/>
                <a:gd name="connsiteX84" fmla="*/ 562775 w 717144"/>
                <a:gd name="connsiteY84" fmla="*/ 260523 h 260523"/>
                <a:gd name="connsiteX85" fmla="*/ 531332 w 717144"/>
                <a:gd name="connsiteY85" fmla="*/ 249377 h 260523"/>
                <a:gd name="connsiteX86" fmla="*/ 540587 w 717144"/>
                <a:gd name="connsiteY86" fmla="*/ 233842 h 260523"/>
                <a:gd name="connsiteX87" fmla="*/ 562182 w 717144"/>
                <a:gd name="connsiteY87" fmla="*/ 242736 h 260523"/>
                <a:gd name="connsiteX88" fmla="*/ 582946 w 717144"/>
                <a:gd name="connsiteY88" fmla="*/ 224356 h 260523"/>
                <a:gd name="connsiteX89" fmla="*/ 582946 w 717144"/>
                <a:gd name="connsiteY89" fmla="*/ 219850 h 260523"/>
                <a:gd name="connsiteX90" fmla="*/ 560046 w 717144"/>
                <a:gd name="connsiteY90" fmla="*/ 230760 h 260523"/>
                <a:gd name="connsiteX91" fmla="*/ 526587 w 717144"/>
                <a:gd name="connsiteY91" fmla="*/ 194237 h 260523"/>
                <a:gd name="connsiteX92" fmla="*/ 559453 w 717144"/>
                <a:gd name="connsiteY92" fmla="*/ 157239 h 260523"/>
                <a:gd name="connsiteX93" fmla="*/ 277176 w 717144"/>
                <a:gd name="connsiteY93" fmla="*/ 130795 h 260523"/>
                <a:gd name="connsiteX94" fmla="*/ 295923 w 717144"/>
                <a:gd name="connsiteY94" fmla="*/ 130795 h 260523"/>
                <a:gd name="connsiteX95" fmla="*/ 295923 w 717144"/>
                <a:gd name="connsiteY95" fmla="*/ 169808 h 260523"/>
                <a:gd name="connsiteX96" fmla="*/ 318467 w 717144"/>
                <a:gd name="connsiteY96" fmla="*/ 157476 h 260523"/>
                <a:gd name="connsiteX97" fmla="*/ 343622 w 717144"/>
                <a:gd name="connsiteY97" fmla="*/ 186173 h 260523"/>
                <a:gd name="connsiteX98" fmla="*/ 343622 w 717144"/>
                <a:gd name="connsiteY98" fmla="*/ 230285 h 260523"/>
                <a:gd name="connsiteX99" fmla="*/ 324400 w 717144"/>
                <a:gd name="connsiteY99" fmla="*/ 230285 h 260523"/>
                <a:gd name="connsiteX100" fmla="*/ 324400 w 717144"/>
                <a:gd name="connsiteY100" fmla="*/ 190917 h 260523"/>
                <a:gd name="connsiteX101" fmla="*/ 311467 w 717144"/>
                <a:gd name="connsiteY101" fmla="*/ 175619 h 260523"/>
                <a:gd name="connsiteX102" fmla="*/ 295923 w 717144"/>
                <a:gd name="connsiteY102" fmla="*/ 196371 h 260523"/>
                <a:gd name="connsiteX103" fmla="*/ 295923 w 717144"/>
                <a:gd name="connsiteY103" fmla="*/ 230404 h 260523"/>
                <a:gd name="connsiteX104" fmla="*/ 277176 w 717144"/>
                <a:gd name="connsiteY104" fmla="*/ 230404 h 260523"/>
                <a:gd name="connsiteX105" fmla="*/ 34409 w 717144"/>
                <a:gd name="connsiteY105" fmla="*/ 130558 h 260523"/>
                <a:gd name="connsiteX106" fmla="*/ 98720 w 717144"/>
                <a:gd name="connsiteY106" fmla="*/ 130558 h 260523"/>
                <a:gd name="connsiteX107" fmla="*/ 98720 w 717144"/>
                <a:gd name="connsiteY107" fmla="*/ 150480 h 260523"/>
                <a:gd name="connsiteX108" fmla="*/ 54344 w 717144"/>
                <a:gd name="connsiteY108" fmla="*/ 150480 h 260523"/>
                <a:gd name="connsiteX109" fmla="*/ 54344 w 717144"/>
                <a:gd name="connsiteY109" fmla="*/ 170401 h 260523"/>
                <a:gd name="connsiteX110" fmla="*/ 98720 w 717144"/>
                <a:gd name="connsiteY110" fmla="*/ 170401 h 260523"/>
                <a:gd name="connsiteX111" fmla="*/ 98720 w 717144"/>
                <a:gd name="connsiteY111" fmla="*/ 190324 h 260523"/>
                <a:gd name="connsiteX112" fmla="*/ 54344 w 717144"/>
                <a:gd name="connsiteY112" fmla="*/ 190324 h 260523"/>
                <a:gd name="connsiteX113" fmla="*/ 54344 w 717144"/>
                <a:gd name="connsiteY113" fmla="*/ 210245 h 260523"/>
                <a:gd name="connsiteX114" fmla="*/ 98720 w 717144"/>
                <a:gd name="connsiteY114" fmla="*/ 210245 h 260523"/>
                <a:gd name="connsiteX115" fmla="*/ 98720 w 717144"/>
                <a:gd name="connsiteY115" fmla="*/ 230167 h 260523"/>
                <a:gd name="connsiteX116" fmla="*/ 34409 w 717144"/>
                <a:gd name="connsiteY116" fmla="*/ 230167 h 260523"/>
                <a:gd name="connsiteX117" fmla="*/ 273497 w 717144"/>
                <a:gd name="connsiteY117" fmla="*/ 45179 h 260523"/>
                <a:gd name="connsiteX118" fmla="*/ 254512 w 717144"/>
                <a:gd name="connsiteY118" fmla="*/ 64152 h 260523"/>
                <a:gd name="connsiteX119" fmla="*/ 273497 w 717144"/>
                <a:gd name="connsiteY119" fmla="*/ 83007 h 260523"/>
                <a:gd name="connsiteX120" fmla="*/ 292363 w 717144"/>
                <a:gd name="connsiteY120" fmla="*/ 64152 h 260523"/>
                <a:gd name="connsiteX121" fmla="*/ 273497 w 717144"/>
                <a:gd name="connsiteY121" fmla="*/ 45179 h 260523"/>
                <a:gd name="connsiteX122" fmla="*/ 129808 w 717144"/>
                <a:gd name="connsiteY122" fmla="*/ 42689 h 260523"/>
                <a:gd name="connsiteX123" fmla="*/ 112959 w 717144"/>
                <a:gd name="connsiteY123" fmla="*/ 56089 h 260523"/>
                <a:gd name="connsiteX124" fmla="*/ 144995 w 717144"/>
                <a:gd name="connsiteY124" fmla="*/ 56089 h 260523"/>
                <a:gd name="connsiteX125" fmla="*/ 129808 w 717144"/>
                <a:gd name="connsiteY125" fmla="*/ 42689 h 260523"/>
                <a:gd name="connsiteX126" fmla="*/ 562775 w 717144"/>
                <a:gd name="connsiteY126" fmla="*/ 28579 h 260523"/>
                <a:gd name="connsiteX127" fmla="*/ 581641 w 717144"/>
                <a:gd name="connsiteY127" fmla="*/ 28579 h 260523"/>
                <a:gd name="connsiteX128" fmla="*/ 581879 w 717144"/>
                <a:gd name="connsiteY128" fmla="*/ 28579 h 260523"/>
                <a:gd name="connsiteX129" fmla="*/ 581879 w 717144"/>
                <a:gd name="connsiteY129" fmla="*/ 99727 h 260523"/>
                <a:gd name="connsiteX130" fmla="*/ 563606 w 717144"/>
                <a:gd name="connsiteY130" fmla="*/ 99727 h 260523"/>
                <a:gd name="connsiteX131" fmla="*/ 563606 w 717144"/>
                <a:gd name="connsiteY131" fmla="*/ 88936 h 260523"/>
                <a:gd name="connsiteX132" fmla="*/ 540942 w 717144"/>
                <a:gd name="connsiteY132" fmla="*/ 101506 h 260523"/>
                <a:gd name="connsiteX133" fmla="*/ 516263 w 717144"/>
                <a:gd name="connsiteY133" fmla="*/ 72928 h 260523"/>
                <a:gd name="connsiteX134" fmla="*/ 516263 w 717144"/>
                <a:gd name="connsiteY134" fmla="*/ 28697 h 260523"/>
                <a:gd name="connsiteX135" fmla="*/ 535484 w 717144"/>
                <a:gd name="connsiteY135" fmla="*/ 28697 h 260523"/>
                <a:gd name="connsiteX136" fmla="*/ 535484 w 717144"/>
                <a:gd name="connsiteY136" fmla="*/ 68185 h 260523"/>
                <a:gd name="connsiteX137" fmla="*/ 547469 w 717144"/>
                <a:gd name="connsiteY137" fmla="*/ 83363 h 260523"/>
                <a:gd name="connsiteX138" fmla="*/ 562775 w 717144"/>
                <a:gd name="connsiteY138" fmla="*/ 62611 h 260523"/>
                <a:gd name="connsiteX139" fmla="*/ 630645 w 717144"/>
                <a:gd name="connsiteY139" fmla="*/ 26799 h 260523"/>
                <a:gd name="connsiteX140" fmla="*/ 630645 w 717144"/>
                <a:gd name="connsiteY140" fmla="*/ 26918 h 260523"/>
                <a:gd name="connsiteX141" fmla="*/ 659003 w 717144"/>
                <a:gd name="connsiteY141" fmla="*/ 37471 h 260523"/>
                <a:gd name="connsiteX142" fmla="*/ 648443 w 717144"/>
                <a:gd name="connsiteY142" fmla="*/ 51108 h 260523"/>
                <a:gd name="connsiteX143" fmla="*/ 629103 w 717144"/>
                <a:gd name="connsiteY143" fmla="*/ 43875 h 260523"/>
                <a:gd name="connsiteX144" fmla="*/ 620085 w 717144"/>
                <a:gd name="connsiteY144" fmla="*/ 48856 h 260523"/>
                <a:gd name="connsiteX145" fmla="*/ 636578 w 717144"/>
                <a:gd name="connsiteY145" fmla="*/ 55971 h 260523"/>
                <a:gd name="connsiteX146" fmla="*/ 659359 w 717144"/>
                <a:gd name="connsiteY146" fmla="*/ 78264 h 260523"/>
                <a:gd name="connsiteX147" fmla="*/ 628628 w 717144"/>
                <a:gd name="connsiteY147" fmla="*/ 101506 h 260523"/>
                <a:gd name="connsiteX148" fmla="*/ 597067 w 717144"/>
                <a:gd name="connsiteY148" fmla="*/ 89647 h 260523"/>
                <a:gd name="connsiteX149" fmla="*/ 607983 w 717144"/>
                <a:gd name="connsiteY149" fmla="*/ 75418 h 260523"/>
                <a:gd name="connsiteX150" fmla="*/ 630645 w 717144"/>
                <a:gd name="connsiteY150" fmla="*/ 84668 h 260523"/>
                <a:gd name="connsiteX151" fmla="*/ 640019 w 717144"/>
                <a:gd name="connsiteY151" fmla="*/ 79212 h 260523"/>
                <a:gd name="connsiteX152" fmla="*/ 624238 w 717144"/>
                <a:gd name="connsiteY152" fmla="*/ 71979 h 260523"/>
                <a:gd name="connsiteX153" fmla="*/ 600626 w 717144"/>
                <a:gd name="connsiteY153" fmla="*/ 49449 h 260523"/>
                <a:gd name="connsiteX154" fmla="*/ 630645 w 717144"/>
                <a:gd name="connsiteY154" fmla="*/ 26799 h 260523"/>
                <a:gd name="connsiteX155" fmla="*/ 496092 w 717144"/>
                <a:gd name="connsiteY155" fmla="*/ 26799 h 260523"/>
                <a:gd name="connsiteX156" fmla="*/ 503092 w 717144"/>
                <a:gd name="connsiteY156" fmla="*/ 27749 h 260523"/>
                <a:gd name="connsiteX157" fmla="*/ 503092 w 717144"/>
                <a:gd name="connsiteY157" fmla="*/ 47907 h 260523"/>
                <a:gd name="connsiteX158" fmla="*/ 494549 w 717144"/>
                <a:gd name="connsiteY158" fmla="*/ 46722 h 260523"/>
                <a:gd name="connsiteX159" fmla="*/ 476633 w 717144"/>
                <a:gd name="connsiteY159" fmla="*/ 67354 h 260523"/>
                <a:gd name="connsiteX160" fmla="*/ 476633 w 717144"/>
                <a:gd name="connsiteY160" fmla="*/ 99491 h 260523"/>
                <a:gd name="connsiteX161" fmla="*/ 457885 w 717144"/>
                <a:gd name="connsiteY161" fmla="*/ 99491 h 260523"/>
                <a:gd name="connsiteX162" fmla="*/ 457885 w 717144"/>
                <a:gd name="connsiteY162" fmla="*/ 28341 h 260523"/>
                <a:gd name="connsiteX163" fmla="*/ 475920 w 717144"/>
                <a:gd name="connsiteY163" fmla="*/ 28341 h 260523"/>
                <a:gd name="connsiteX164" fmla="*/ 475920 w 717144"/>
                <a:gd name="connsiteY164" fmla="*/ 39962 h 260523"/>
                <a:gd name="connsiteX165" fmla="*/ 475920 w 717144"/>
                <a:gd name="connsiteY165" fmla="*/ 40200 h 260523"/>
                <a:gd name="connsiteX166" fmla="*/ 496092 w 717144"/>
                <a:gd name="connsiteY166" fmla="*/ 26799 h 260523"/>
                <a:gd name="connsiteX167" fmla="*/ 273497 w 717144"/>
                <a:gd name="connsiteY167" fmla="*/ 26799 h 260523"/>
                <a:gd name="connsiteX168" fmla="*/ 311823 w 717144"/>
                <a:gd name="connsiteY168" fmla="*/ 64034 h 260523"/>
                <a:gd name="connsiteX169" fmla="*/ 273497 w 717144"/>
                <a:gd name="connsiteY169" fmla="*/ 101268 h 260523"/>
                <a:gd name="connsiteX170" fmla="*/ 235172 w 717144"/>
                <a:gd name="connsiteY170" fmla="*/ 64034 h 260523"/>
                <a:gd name="connsiteX171" fmla="*/ 273497 w 717144"/>
                <a:gd name="connsiteY171" fmla="*/ 26799 h 260523"/>
                <a:gd name="connsiteX172" fmla="*/ 219391 w 717144"/>
                <a:gd name="connsiteY172" fmla="*/ 26799 h 260523"/>
                <a:gd name="connsiteX173" fmla="*/ 226391 w 717144"/>
                <a:gd name="connsiteY173" fmla="*/ 27749 h 260523"/>
                <a:gd name="connsiteX174" fmla="*/ 226391 w 717144"/>
                <a:gd name="connsiteY174" fmla="*/ 47907 h 260523"/>
                <a:gd name="connsiteX175" fmla="*/ 217848 w 717144"/>
                <a:gd name="connsiteY175" fmla="*/ 46722 h 260523"/>
                <a:gd name="connsiteX176" fmla="*/ 199932 w 717144"/>
                <a:gd name="connsiteY176" fmla="*/ 67354 h 260523"/>
                <a:gd name="connsiteX177" fmla="*/ 199932 w 717144"/>
                <a:gd name="connsiteY177" fmla="*/ 99491 h 260523"/>
                <a:gd name="connsiteX178" fmla="*/ 181184 w 717144"/>
                <a:gd name="connsiteY178" fmla="*/ 99491 h 260523"/>
                <a:gd name="connsiteX179" fmla="*/ 181184 w 717144"/>
                <a:gd name="connsiteY179" fmla="*/ 28341 h 260523"/>
                <a:gd name="connsiteX180" fmla="*/ 199220 w 717144"/>
                <a:gd name="connsiteY180" fmla="*/ 28341 h 260523"/>
                <a:gd name="connsiteX181" fmla="*/ 199220 w 717144"/>
                <a:gd name="connsiteY181" fmla="*/ 39962 h 260523"/>
                <a:gd name="connsiteX182" fmla="*/ 199220 w 717144"/>
                <a:gd name="connsiteY182" fmla="*/ 40200 h 260523"/>
                <a:gd name="connsiteX183" fmla="*/ 219391 w 717144"/>
                <a:gd name="connsiteY183" fmla="*/ 26799 h 260523"/>
                <a:gd name="connsiteX184" fmla="*/ 130282 w 717144"/>
                <a:gd name="connsiteY184" fmla="*/ 26799 h 260523"/>
                <a:gd name="connsiteX185" fmla="*/ 165403 w 717144"/>
                <a:gd name="connsiteY185" fmla="*/ 64627 h 260523"/>
                <a:gd name="connsiteX186" fmla="*/ 165403 w 717144"/>
                <a:gd name="connsiteY186" fmla="*/ 69726 h 260523"/>
                <a:gd name="connsiteX187" fmla="*/ 113077 w 717144"/>
                <a:gd name="connsiteY187" fmla="*/ 69726 h 260523"/>
                <a:gd name="connsiteX188" fmla="*/ 113077 w 717144"/>
                <a:gd name="connsiteY188" fmla="*/ 69963 h 260523"/>
                <a:gd name="connsiteX189" fmla="*/ 132299 w 717144"/>
                <a:gd name="connsiteY189" fmla="*/ 83600 h 260523"/>
                <a:gd name="connsiteX190" fmla="*/ 152470 w 717144"/>
                <a:gd name="connsiteY190" fmla="*/ 76367 h 260523"/>
                <a:gd name="connsiteX191" fmla="*/ 160301 w 717144"/>
                <a:gd name="connsiteY191" fmla="*/ 91901 h 260523"/>
                <a:gd name="connsiteX192" fmla="*/ 131943 w 717144"/>
                <a:gd name="connsiteY192" fmla="*/ 101268 h 260523"/>
                <a:gd name="connsiteX193" fmla="*/ 93855 w 717144"/>
                <a:gd name="connsiteY193" fmla="*/ 64034 h 260523"/>
                <a:gd name="connsiteX194" fmla="*/ 130282 w 717144"/>
                <a:gd name="connsiteY194" fmla="*/ 26799 h 260523"/>
                <a:gd name="connsiteX195" fmla="*/ 680362 w 717144"/>
                <a:gd name="connsiteY195" fmla="*/ 9487 h 260523"/>
                <a:gd name="connsiteX196" fmla="*/ 699108 w 717144"/>
                <a:gd name="connsiteY196" fmla="*/ 9487 h 260523"/>
                <a:gd name="connsiteX197" fmla="*/ 699108 w 717144"/>
                <a:gd name="connsiteY197" fmla="*/ 28579 h 260523"/>
                <a:gd name="connsiteX198" fmla="*/ 717144 w 717144"/>
                <a:gd name="connsiteY198" fmla="*/ 28579 h 260523"/>
                <a:gd name="connsiteX199" fmla="*/ 717144 w 717144"/>
                <a:gd name="connsiteY199" fmla="*/ 44350 h 260523"/>
                <a:gd name="connsiteX200" fmla="*/ 699108 w 717144"/>
                <a:gd name="connsiteY200" fmla="*/ 44350 h 260523"/>
                <a:gd name="connsiteX201" fmla="*/ 699108 w 717144"/>
                <a:gd name="connsiteY201" fmla="*/ 75180 h 260523"/>
                <a:gd name="connsiteX202" fmla="*/ 706228 w 717144"/>
                <a:gd name="connsiteY202" fmla="*/ 81584 h 260523"/>
                <a:gd name="connsiteX203" fmla="*/ 716670 w 717144"/>
                <a:gd name="connsiteY203" fmla="*/ 80398 h 260523"/>
                <a:gd name="connsiteX204" fmla="*/ 716670 w 717144"/>
                <a:gd name="connsiteY204" fmla="*/ 98186 h 260523"/>
                <a:gd name="connsiteX205" fmla="*/ 716670 w 717144"/>
                <a:gd name="connsiteY205" fmla="*/ 98305 h 260523"/>
                <a:gd name="connsiteX206" fmla="*/ 701245 w 717144"/>
                <a:gd name="connsiteY206" fmla="*/ 100439 h 260523"/>
                <a:gd name="connsiteX207" fmla="*/ 680362 w 717144"/>
                <a:gd name="connsiteY207" fmla="*/ 77908 h 260523"/>
                <a:gd name="connsiteX208" fmla="*/ 680362 w 717144"/>
                <a:gd name="connsiteY208" fmla="*/ 44350 h 260523"/>
                <a:gd name="connsiteX209" fmla="*/ 667427 w 717144"/>
                <a:gd name="connsiteY209" fmla="*/ 44350 h 260523"/>
                <a:gd name="connsiteX210" fmla="*/ 667427 w 717144"/>
                <a:gd name="connsiteY210" fmla="*/ 28579 h 260523"/>
                <a:gd name="connsiteX211" fmla="*/ 680362 w 717144"/>
                <a:gd name="connsiteY211" fmla="*/ 28579 h 260523"/>
                <a:gd name="connsiteX212" fmla="*/ 353351 w 717144"/>
                <a:gd name="connsiteY212" fmla="*/ 0 h 260523"/>
                <a:gd name="connsiteX213" fmla="*/ 445308 w 717144"/>
                <a:gd name="connsiteY213" fmla="*/ 0 h 260523"/>
                <a:gd name="connsiteX214" fmla="*/ 445308 w 717144"/>
                <a:gd name="connsiteY214" fmla="*/ 19922 h 260523"/>
                <a:gd name="connsiteX215" fmla="*/ 409237 w 717144"/>
                <a:gd name="connsiteY215" fmla="*/ 19922 h 260523"/>
                <a:gd name="connsiteX216" fmla="*/ 409237 w 717144"/>
                <a:gd name="connsiteY216" fmla="*/ 99609 h 260523"/>
                <a:gd name="connsiteX217" fmla="*/ 389304 w 717144"/>
                <a:gd name="connsiteY217" fmla="*/ 99609 h 260523"/>
                <a:gd name="connsiteX218" fmla="*/ 389304 w 717144"/>
                <a:gd name="connsiteY218" fmla="*/ 19922 h 260523"/>
                <a:gd name="connsiteX219" fmla="*/ 353351 w 717144"/>
                <a:gd name="connsiteY219" fmla="*/ 19922 h 260523"/>
                <a:gd name="connsiteX220" fmla="*/ 0 w 717144"/>
                <a:gd name="connsiteY220" fmla="*/ 0 h 260523"/>
                <a:gd name="connsiteX221" fmla="*/ 81278 w 717144"/>
                <a:gd name="connsiteY221" fmla="*/ 0 h 260523"/>
                <a:gd name="connsiteX222" fmla="*/ 81278 w 717144"/>
                <a:gd name="connsiteY222" fmla="*/ 14348 h 260523"/>
                <a:gd name="connsiteX223" fmla="*/ 29782 w 717144"/>
                <a:gd name="connsiteY223" fmla="*/ 79568 h 260523"/>
                <a:gd name="connsiteX224" fmla="*/ 81278 w 717144"/>
                <a:gd name="connsiteY224" fmla="*/ 79568 h 260523"/>
                <a:gd name="connsiteX225" fmla="*/ 81278 w 717144"/>
                <a:gd name="connsiteY225" fmla="*/ 99491 h 260523"/>
                <a:gd name="connsiteX226" fmla="*/ 0 w 717144"/>
                <a:gd name="connsiteY226" fmla="*/ 99491 h 260523"/>
                <a:gd name="connsiteX227" fmla="*/ 0 w 717144"/>
                <a:gd name="connsiteY227" fmla="*/ 85261 h 260523"/>
                <a:gd name="connsiteX228" fmla="*/ 51496 w 717144"/>
                <a:gd name="connsiteY228" fmla="*/ 19922 h 260523"/>
                <a:gd name="connsiteX229" fmla="*/ 0 w 717144"/>
                <a:gd name="connsiteY229" fmla="*/ 19922 h 260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</a:cxnLst>
              <a:rect l="l" t="t" r="r" b="b"/>
              <a:pathLst>
                <a:path w="717144" h="260523">
                  <a:moveTo>
                    <a:pt x="405915" y="197319"/>
                  </a:moveTo>
                  <a:cubicBezTo>
                    <a:pt x="403661" y="198743"/>
                    <a:pt x="400931" y="199573"/>
                    <a:pt x="397846" y="200048"/>
                  </a:cubicBezTo>
                  <a:lnTo>
                    <a:pt x="388829" y="201232"/>
                  </a:lnTo>
                  <a:cubicBezTo>
                    <a:pt x="382658" y="201945"/>
                    <a:pt x="379455" y="204909"/>
                    <a:pt x="379455" y="209178"/>
                  </a:cubicBezTo>
                  <a:cubicBezTo>
                    <a:pt x="379455" y="214158"/>
                    <a:pt x="383253" y="217241"/>
                    <a:pt x="389659" y="217241"/>
                  </a:cubicBezTo>
                  <a:cubicBezTo>
                    <a:pt x="399152" y="217241"/>
                    <a:pt x="405915" y="210363"/>
                    <a:pt x="405915" y="200996"/>
                  </a:cubicBezTo>
                  <a:close/>
                  <a:moveTo>
                    <a:pt x="564793" y="175737"/>
                  </a:moveTo>
                  <a:cubicBezTo>
                    <a:pt x="553639" y="175737"/>
                    <a:pt x="546045" y="183564"/>
                    <a:pt x="546045" y="194830"/>
                  </a:cubicBezTo>
                  <a:cubicBezTo>
                    <a:pt x="546045" y="206095"/>
                    <a:pt x="553757" y="213921"/>
                    <a:pt x="564793" y="213921"/>
                  </a:cubicBezTo>
                  <a:cubicBezTo>
                    <a:pt x="575828" y="213921"/>
                    <a:pt x="583184" y="206213"/>
                    <a:pt x="583184" y="194830"/>
                  </a:cubicBezTo>
                  <a:cubicBezTo>
                    <a:pt x="583184" y="183445"/>
                    <a:pt x="575828" y="175737"/>
                    <a:pt x="564793" y="175737"/>
                  </a:cubicBezTo>
                  <a:close/>
                  <a:moveTo>
                    <a:pt x="653545" y="173367"/>
                  </a:moveTo>
                  <a:cubicBezTo>
                    <a:pt x="644527" y="173367"/>
                    <a:pt x="638595" y="178110"/>
                    <a:pt x="636696" y="186766"/>
                  </a:cubicBezTo>
                  <a:lnTo>
                    <a:pt x="668733" y="186766"/>
                  </a:lnTo>
                  <a:cubicBezTo>
                    <a:pt x="667902" y="179058"/>
                    <a:pt x="662564" y="173367"/>
                    <a:pt x="653545" y="173367"/>
                  </a:cubicBezTo>
                  <a:close/>
                  <a:moveTo>
                    <a:pt x="112246" y="159018"/>
                  </a:moveTo>
                  <a:lnTo>
                    <a:pt x="134910" y="159018"/>
                  </a:lnTo>
                  <a:lnTo>
                    <a:pt x="150098" y="178939"/>
                  </a:lnTo>
                  <a:lnTo>
                    <a:pt x="165285" y="159018"/>
                  </a:lnTo>
                  <a:lnTo>
                    <a:pt x="188066" y="159018"/>
                  </a:lnTo>
                  <a:lnTo>
                    <a:pt x="161489" y="193762"/>
                  </a:lnTo>
                  <a:lnTo>
                    <a:pt x="189254" y="230167"/>
                  </a:lnTo>
                  <a:lnTo>
                    <a:pt x="166590" y="230167"/>
                  </a:lnTo>
                  <a:lnTo>
                    <a:pt x="150098" y="208704"/>
                  </a:lnTo>
                  <a:lnTo>
                    <a:pt x="133723" y="230167"/>
                  </a:lnTo>
                  <a:lnTo>
                    <a:pt x="111060" y="230167"/>
                  </a:lnTo>
                  <a:lnTo>
                    <a:pt x="138825" y="193762"/>
                  </a:lnTo>
                  <a:close/>
                  <a:moveTo>
                    <a:pt x="654020" y="157476"/>
                  </a:moveTo>
                  <a:cubicBezTo>
                    <a:pt x="675734" y="157476"/>
                    <a:pt x="689141" y="172417"/>
                    <a:pt x="689141" y="195303"/>
                  </a:cubicBezTo>
                  <a:lnTo>
                    <a:pt x="689141" y="200403"/>
                  </a:lnTo>
                  <a:lnTo>
                    <a:pt x="636816" y="200403"/>
                  </a:lnTo>
                  <a:lnTo>
                    <a:pt x="636816" y="200641"/>
                  </a:lnTo>
                  <a:cubicBezTo>
                    <a:pt x="639188" y="210126"/>
                    <a:pt x="647732" y="214276"/>
                    <a:pt x="656037" y="214276"/>
                  </a:cubicBezTo>
                  <a:cubicBezTo>
                    <a:pt x="664343" y="214276"/>
                    <a:pt x="671225" y="211312"/>
                    <a:pt x="676208" y="207043"/>
                  </a:cubicBezTo>
                  <a:lnTo>
                    <a:pt x="684040" y="222577"/>
                  </a:lnTo>
                  <a:cubicBezTo>
                    <a:pt x="678225" y="227440"/>
                    <a:pt x="669326" y="231946"/>
                    <a:pt x="655682" y="231946"/>
                  </a:cubicBezTo>
                  <a:cubicBezTo>
                    <a:pt x="631594" y="231946"/>
                    <a:pt x="617593" y="215819"/>
                    <a:pt x="617593" y="194712"/>
                  </a:cubicBezTo>
                  <a:cubicBezTo>
                    <a:pt x="617593" y="173603"/>
                    <a:pt x="631713" y="157476"/>
                    <a:pt x="654020" y="157476"/>
                  </a:cubicBezTo>
                  <a:close/>
                  <a:moveTo>
                    <a:pt x="485769" y="157358"/>
                  </a:moveTo>
                  <a:cubicBezTo>
                    <a:pt x="501668" y="157358"/>
                    <a:pt x="510805" y="167556"/>
                    <a:pt x="510805" y="185699"/>
                  </a:cubicBezTo>
                  <a:lnTo>
                    <a:pt x="510805" y="230167"/>
                  </a:lnTo>
                  <a:lnTo>
                    <a:pt x="491583" y="230167"/>
                  </a:lnTo>
                  <a:lnTo>
                    <a:pt x="491583" y="190797"/>
                  </a:lnTo>
                  <a:cubicBezTo>
                    <a:pt x="491583" y="180718"/>
                    <a:pt x="487074" y="175501"/>
                    <a:pt x="478294" y="175501"/>
                  </a:cubicBezTo>
                  <a:cubicBezTo>
                    <a:pt x="468327" y="175501"/>
                    <a:pt x="463107" y="182734"/>
                    <a:pt x="463107" y="196253"/>
                  </a:cubicBezTo>
                  <a:lnTo>
                    <a:pt x="463107" y="230285"/>
                  </a:lnTo>
                  <a:lnTo>
                    <a:pt x="444359" y="230285"/>
                  </a:lnTo>
                  <a:lnTo>
                    <a:pt x="444241" y="230285"/>
                  </a:lnTo>
                  <a:lnTo>
                    <a:pt x="444241" y="159137"/>
                  </a:lnTo>
                  <a:lnTo>
                    <a:pt x="462512" y="159137"/>
                  </a:lnTo>
                  <a:lnTo>
                    <a:pt x="462512" y="169928"/>
                  </a:lnTo>
                  <a:cubicBezTo>
                    <a:pt x="467970" y="161627"/>
                    <a:pt x="476158" y="157358"/>
                    <a:pt x="485769" y="157358"/>
                  </a:cubicBezTo>
                  <a:close/>
                  <a:moveTo>
                    <a:pt x="393812" y="157358"/>
                  </a:moveTo>
                  <a:cubicBezTo>
                    <a:pt x="412085" y="157358"/>
                    <a:pt x="424544" y="165422"/>
                    <a:pt x="424544" y="183802"/>
                  </a:cubicBezTo>
                  <a:lnTo>
                    <a:pt x="424662" y="183920"/>
                  </a:lnTo>
                  <a:lnTo>
                    <a:pt x="424662" y="230404"/>
                  </a:lnTo>
                  <a:lnTo>
                    <a:pt x="405915" y="230404"/>
                  </a:lnTo>
                  <a:lnTo>
                    <a:pt x="405915" y="220680"/>
                  </a:lnTo>
                  <a:cubicBezTo>
                    <a:pt x="401406" y="227677"/>
                    <a:pt x="393931" y="231946"/>
                    <a:pt x="384082" y="231946"/>
                  </a:cubicBezTo>
                  <a:cubicBezTo>
                    <a:pt x="369845" y="231946"/>
                    <a:pt x="359877" y="222815"/>
                    <a:pt x="359877" y="210126"/>
                  </a:cubicBezTo>
                  <a:cubicBezTo>
                    <a:pt x="359877" y="197439"/>
                    <a:pt x="368776" y="190086"/>
                    <a:pt x="383727" y="188426"/>
                  </a:cubicBezTo>
                  <a:lnTo>
                    <a:pt x="397135" y="187004"/>
                  </a:lnTo>
                  <a:cubicBezTo>
                    <a:pt x="403779" y="186292"/>
                    <a:pt x="405796" y="184275"/>
                    <a:pt x="405796" y="180837"/>
                  </a:cubicBezTo>
                  <a:cubicBezTo>
                    <a:pt x="405796" y="176805"/>
                    <a:pt x="401524" y="174315"/>
                    <a:pt x="394169" y="174315"/>
                  </a:cubicBezTo>
                  <a:cubicBezTo>
                    <a:pt x="384320" y="174315"/>
                    <a:pt x="377913" y="177754"/>
                    <a:pt x="375658" y="183564"/>
                  </a:cubicBezTo>
                  <a:lnTo>
                    <a:pt x="361657" y="173603"/>
                  </a:lnTo>
                  <a:cubicBezTo>
                    <a:pt x="366047" y="163168"/>
                    <a:pt x="377320" y="157358"/>
                    <a:pt x="393812" y="157358"/>
                  </a:cubicBezTo>
                  <a:close/>
                  <a:moveTo>
                    <a:pt x="235647" y="157358"/>
                  </a:moveTo>
                  <a:cubicBezTo>
                    <a:pt x="246444" y="157358"/>
                    <a:pt x="255818" y="160916"/>
                    <a:pt x="262700" y="167793"/>
                  </a:cubicBezTo>
                  <a:lnTo>
                    <a:pt x="252021" y="182852"/>
                  </a:lnTo>
                  <a:cubicBezTo>
                    <a:pt x="247274" y="178110"/>
                    <a:pt x="241936" y="175737"/>
                    <a:pt x="235647" y="175737"/>
                  </a:cubicBezTo>
                  <a:cubicBezTo>
                    <a:pt x="224730" y="175737"/>
                    <a:pt x="217017" y="183564"/>
                    <a:pt x="217017" y="194712"/>
                  </a:cubicBezTo>
                  <a:cubicBezTo>
                    <a:pt x="217017" y="205858"/>
                    <a:pt x="224730" y="213565"/>
                    <a:pt x="235647" y="213565"/>
                  </a:cubicBezTo>
                  <a:cubicBezTo>
                    <a:pt x="241936" y="213565"/>
                    <a:pt x="247630" y="210956"/>
                    <a:pt x="252495" y="206332"/>
                  </a:cubicBezTo>
                  <a:lnTo>
                    <a:pt x="262937" y="221391"/>
                  </a:lnTo>
                  <a:cubicBezTo>
                    <a:pt x="256055" y="228270"/>
                    <a:pt x="246444" y="231946"/>
                    <a:pt x="235410" y="231946"/>
                  </a:cubicBezTo>
                  <a:cubicBezTo>
                    <a:pt x="213103" y="231946"/>
                    <a:pt x="197677" y="216767"/>
                    <a:pt x="197677" y="194712"/>
                  </a:cubicBezTo>
                  <a:cubicBezTo>
                    <a:pt x="197677" y="172655"/>
                    <a:pt x="213340" y="157476"/>
                    <a:pt x="235647" y="157476"/>
                  </a:cubicBezTo>
                  <a:close/>
                  <a:moveTo>
                    <a:pt x="559453" y="157239"/>
                  </a:moveTo>
                  <a:lnTo>
                    <a:pt x="559572" y="157476"/>
                  </a:lnTo>
                  <a:cubicBezTo>
                    <a:pt x="569420" y="157476"/>
                    <a:pt x="578201" y="161864"/>
                    <a:pt x="582710" y="169097"/>
                  </a:cubicBezTo>
                  <a:lnTo>
                    <a:pt x="582710" y="159137"/>
                  </a:lnTo>
                  <a:lnTo>
                    <a:pt x="601456" y="159137"/>
                  </a:lnTo>
                  <a:lnTo>
                    <a:pt x="601456" y="225542"/>
                  </a:lnTo>
                  <a:cubicBezTo>
                    <a:pt x="601456" y="248310"/>
                    <a:pt x="587930" y="260523"/>
                    <a:pt x="562775" y="260523"/>
                  </a:cubicBezTo>
                  <a:cubicBezTo>
                    <a:pt x="549487" y="260523"/>
                    <a:pt x="539400" y="256966"/>
                    <a:pt x="531332" y="249377"/>
                  </a:cubicBezTo>
                  <a:lnTo>
                    <a:pt x="540587" y="233842"/>
                  </a:lnTo>
                  <a:cubicBezTo>
                    <a:pt x="546757" y="239773"/>
                    <a:pt x="553639" y="242736"/>
                    <a:pt x="562182" y="242736"/>
                  </a:cubicBezTo>
                  <a:cubicBezTo>
                    <a:pt x="575946" y="242736"/>
                    <a:pt x="582946" y="236571"/>
                    <a:pt x="582946" y="224356"/>
                  </a:cubicBezTo>
                  <a:lnTo>
                    <a:pt x="582946" y="219850"/>
                  </a:lnTo>
                  <a:cubicBezTo>
                    <a:pt x="578081" y="226847"/>
                    <a:pt x="569895" y="230760"/>
                    <a:pt x="560046" y="230760"/>
                  </a:cubicBezTo>
                  <a:cubicBezTo>
                    <a:pt x="539875" y="230760"/>
                    <a:pt x="526587" y="216293"/>
                    <a:pt x="526587" y="194237"/>
                  </a:cubicBezTo>
                  <a:cubicBezTo>
                    <a:pt x="526587" y="172181"/>
                    <a:pt x="540113" y="157239"/>
                    <a:pt x="559453" y="157239"/>
                  </a:cubicBezTo>
                  <a:close/>
                  <a:moveTo>
                    <a:pt x="277176" y="130795"/>
                  </a:moveTo>
                  <a:lnTo>
                    <a:pt x="295923" y="130795"/>
                  </a:lnTo>
                  <a:lnTo>
                    <a:pt x="295923" y="169808"/>
                  </a:lnTo>
                  <a:cubicBezTo>
                    <a:pt x="301143" y="161389"/>
                    <a:pt x="308857" y="157476"/>
                    <a:pt x="318467" y="157476"/>
                  </a:cubicBezTo>
                  <a:cubicBezTo>
                    <a:pt x="334723" y="157476"/>
                    <a:pt x="343622" y="167674"/>
                    <a:pt x="343622" y="186173"/>
                  </a:cubicBezTo>
                  <a:lnTo>
                    <a:pt x="343622" y="230285"/>
                  </a:lnTo>
                  <a:lnTo>
                    <a:pt x="324400" y="230285"/>
                  </a:lnTo>
                  <a:lnTo>
                    <a:pt x="324400" y="190917"/>
                  </a:lnTo>
                  <a:cubicBezTo>
                    <a:pt x="324400" y="180837"/>
                    <a:pt x="319891" y="175619"/>
                    <a:pt x="311467" y="175619"/>
                  </a:cubicBezTo>
                  <a:cubicBezTo>
                    <a:pt x="301262" y="175619"/>
                    <a:pt x="295923" y="182734"/>
                    <a:pt x="295923" y="196371"/>
                  </a:cubicBezTo>
                  <a:lnTo>
                    <a:pt x="295923" y="230404"/>
                  </a:lnTo>
                  <a:lnTo>
                    <a:pt x="277176" y="230404"/>
                  </a:lnTo>
                  <a:close/>
                  <a:moveTo>
                    <a:pt x="34409" y="130558"/>
                  </a:moveTo>
                  <a:lnTo>
                    <a:pt x="98720" y="130558"/>
                  </a:lnTo>
                  <a:lnTo>
                    <a:pt x="98720" y="150480"/>
                  </a:lnTo>
                  <a:lnTo>
                    <a:pt x="54344" y="150480"/>
                  </a:lnTo>
                  <a:lnTo>
                    <a:pt x="54344" y="170401"/>
                  </a:lnTo>
                  <a:lnTo>
                    <a:pt x="98720" y="170401"/>
                  </a:lnTo>
                  <a:lnTo>
                    <a:pt x="98720" y="190324"/>
                  </a:lnTo>
                  <a:lnTo>
                    <a:pt x="54344" y="190324"/>
                  </a:lnTo>
                  <a:lnTo>
                    <a:pt x="54344" y="210245"/>
                  </a:lnTo>
                  <a:lnTo>
                    <a:pt x="98720" y="210245"/>
                  </a:lnTo>
                  <a:lnTo>
                    <a:pt x="98720" y="230167"/>
                  </a:lnTo>
                  <a:lnTo>
                    <a:pt x="34409" y="230167"/>
                  </a:lnTo>
                  <a:close/>
                  <a:moveTo>
                    <a:pt x="273497" y="45179"/>
                  </a:moveTo>
                  <a:cubicBezTo>
                    <a:pt x="262819" y="45179"/>
                    <a:pt x="254512" y="52769"/>
                    <a:pt x="254512" y="64152"/>
                  </a:cubicBezTo>
                  <a:cubicBezTo>
                    <a:pt x="254512" y="75537"/>
                    <a:pt x="262819" y="83007"/>
                    <a:pt x="273497" y="83007"/>
                  </a:cubicBezTo>
                  <a:cubicBezTo>
                    <a:pt x="284176" y="83007"/>
                    <a:pt x="292363" y="75418"/>
                    <a:pt x="292363" y="64152"/>
                  </a:cubicBezTo>
                  <a:cubicBezTo>
                    <a:pt x="292363" y="52887"/>
                    <a:pt x="284058" y="45179"/>
                    <a:pt x="273497" y="45179"/>
                  </a:cubicBezTo>
                  <a:close/>
                  <a:moveTo>
                    <a:pt x="129808" y="42689"/>
                  </a:moveTo>
                  <a:cubicBezTo>
                    <a:pt x="120790" y="42689"/>
                    <a:pt x="114858" y="47433"/>
                    <a:pt x="112959" y="56089"/>
                  </a:cubicBezTo>
                  <a:lnTo>
                    <a:pt x="144995" y="56089"/>
                  </a:lnTo>
                  <a:cubicBezTo>
                    <a:pt x="144165" y="48381"/>
                    <a:pt x="138825" y="42689"/>
                    <a:pt x="129808" y="42689"/>
                  </a:cubicBezTo>
                  <a:close/>
                  <a:moveTo>
                    <a:pt x="562775" y="28579"/>
                  </a:moveTo>
                  <a:lnTo>
                    <a:pt x="581641" y="28579"/>
                  </a:lnTo>
                  <a:lnTo>
                    <a:pt x="581879" y="28579"/>
                  </a:lnTo>
                  <a:lnTo>
                    <a:pt x="581879" y="99727"/>
                  </a:lnTo>
                  <a:lnTo>
                    <a:pt x="563606" y="99727"/>
                  </a:lnTo>
                  <a:lnTo>
                    <a:pt x="563606" y="88936"/>
                  </a:lnTo>
                  <a:cubicBezTo>
                    <a:pt x="558741" y="96169"/>
                    <a:pt x="551622" y="101506"/>
                    <a:pt x="540942" y="101506"/>
                  </a:cubicBezTo>
                  <a:cubicBezTo>
                    <a:pt x="524450" y="101506"/>
                    <a:pt x="516263" y="90360"/>
                    <a:pt x="516263" y="72928"/>
                  </a:cubicBezTo>
                  <a:lnTo>
                    <a:pt x="516263" y="28697"/>
                  </a:lnTo>
                  <a:lnTo>
                    <a:pt x="535484" y="28697"/>
                  </a:lnTo>
                  <a:lnTo>
                    <a:pt x="535484" y="68185"/>
                  </a:lnTo>
                  <a:cubicBezTo>
                    <a:pt x="535484" y="78264"/>
                    <a:pt x="539163" y="83363"/>
                    <a:pt x="547469" y="83363"/>
                  </a:cubicBezTo>
                  <a:cubicBezTo>
                    <a:pt x="558029" y="83363"/>
                    <a:pt x="562775" y="74825"/>
                    <a:pt x="562775" y="62611"/>
                  </a:cubicBezTo>
                  <a:close/>
                  <a:moveTo>
                    <a:pt x="630645" y="26799"/>
                  </a:moveTo>
                  <a:lnTo>
                    <a:pt x="630645" y="26918"/>
                  </a:lnTo>
                  <a:cubicBezTo>
                    <a:pt x="643341" y="26918"/>
                    <a:pt x="652597" y="30713"/>
                    <a:pt x="659003" y="37471"/>
                  </a:cubicBezTo>
                  <a:lnTo>
                    <a:pt x="648443" y="51108"/>
                  </a:lnTo>
                  <a:cubicBezTo>
                    <a:pt x="644172" y="46365"/>
                    <a:pt x="636341" y="43875"/>
                    <a:pt x="629103" y="43875"/>
                  </a:cubicBezTo>
                  <a:cubicBezTo>
                    <a:pt x="623288" y="43875"/>
                    <a:pt x="620085" y="45772"/>
                    <a:pt x="620085" y="48856"/>
                  </a:cubicBezTo>
                  <a:cubicBezTo>
                    <a:pt x="620085" y="52294"/>
                    <a:pt x="623526" y="53006"/>
                    <a:pt x="636578" y="55971"/>
                  </a:cubicBezTo>
                  <a:cubicBezTo>
                    <a:pt x="650105" y="59054"/>
                    <a:pt x="659359" y="64034"/>
                    <a:pt x="659359" y="78264"/>
                  </a:cubicBezTo>
                  <a:cubicBezTo>
                    <a:pt x="659359" y="93917"/>
                    <a:pt x="648206" y="101506"/>
                    <a:pt x="628628" y="101506"/>
                  </a:cubicBezTo>
                  <a:cubicBezTo>
                    <a:pt x="614390" y="101506"/>
                    <a:pt x="603118" y="97237"/>
                    <a:pt x="597067" y="89647"/>
                  </a:cubicBezTo>
                  <a:lnTo>
                    <a:pt x="607983" y="75418"/>
                  </a:lnTo>
                  <a:cubicBezTo>
                    <a:pt x="612492" y="80636"/>
                    <a:pt x="619967" y="84668"/>
                    <a:pt x="630645" y="84668"/>
                  </a:cubicBezTo>
                  <a:cubicBezTo>
                    <a:pt x="635866" y="84668"/>
                    <a:pt x="640019" y="83245"/>
                    <a:pt x="640019" y="79212"/>
                  </a:cubicBezTo>
                  <a:cubicBezTo>
                    <a:pt x="640019" y="75537"/>
                    <a:pt x="636459" y="74707"/>
                    <a:pt x="624238" y="71979"/>
                  </a:cubicBezTo>
                  <a:cubicBezTo>
                    <a:pt x="613085" y="69608"/>
                    <a:pt x="600626" y="64745"/>
                    <a:pt x="600626" y="49449"/>
                  </a:cubicBezTo>
                  <a:cubicBezTo>
                    <a:pt x="600626" y="34151"/>
                    <a:pt x="612017" y="26799"/>
                    <a:pt x="630645" y="26799"/>
                  </a:cubicBezTo>
                  <a:close/>
                  <a:moveTo>
                    <a:pt x="496092" y="26799"/>
                  </a:moveTo>
                  <a:cubicBezTo>
                    <a:pt x="498702" y="26799"/>
                    <a:pt x="500838" y="27274"/>
                    <a:pt x="503092" y="27749"/>
                  </a:cubicBezTo>
                  <a:lnTo>
                    <a:pt x="503092" y="47907"/>
                  </a:lnTo>
                  <a:cubicBezTo>
                    <a:pt x="500482" y="47077"/>
                    <a:pt x="497516" y="46722"/>
                    <a:pt x="494549" y="46722"/>
                  </a:cubicBezTo>
                  <a:cubicBezTo>
                    <a:pt x="482209" y="46722"/>
                    <a:pt x="476633" y="53717"/>
                    <a:pt x="476633" y="67354"/>
                  </a:cubicBezTo>
                  <a:lnTo>
                    <a:pt x="476633" y="99491"/>
                  </a:lnTo>
                  <a:lnTo>
                    <a:pt x="457885" y="99491"/>
                  </a:lnTo>
                  <a:lnTo>
                    <a:pt x="457885" y="28341"/>
                  </a:lnTo>
                  <a:lnTo>
                    <a:pt x="475920" y="28341"/>
                  </a:lnTo>
                  <a:lnTo>
                    <a:pt x="475920" y="39962"/>
                  </a:lnTo>
                  <a:lnTo>
                    <a:pt x="475920" y="40200"/>
                  </a:lnTo>
                  <a:cubicBezTo>
                    <a:pt x="479718" y="31899"/>
                    <a:pt x="486125" y="26799"/>
                    <a:pt x="496092" y="26799"/>
                  </a:cubicBezTo>
                  <a:close/>
                  <a:moveTo>
                    <a:pt x="273497" y="26799"/>
                  </a:moveTo>
                  <a:cubicBezTo>
                    <a:pt x="295449" y="26799"/>
                    <a:pt x="311823" y="41859"/>
                    <a:pt x="311823" y="64034"/>
                  </a:cubicBezTo>
                  <a:cubicBezTo>
                    <a:pt x="311823" y="86209"/>
                    <a:pt x="295449" y="101268"/>
                    <a:pt x="273497" y="101268"/>
                  </a:cubicBezTo>
                  <a:cubicBezTo>
                    <a:pt x="251546" y="101268"/>
                    <a:pt x="235172" y="86209"/>
                    <a:pt x="235172" y="64034"/>
                  </a:cubicBezTo>
                  <a:cubicBezTo>
                    <a:pt x="235172" y="41859"/>
                    <a:pt x="251546" y="26799"/>
                    <a:pt x="273497" y="26799"/>
                  </a:cubicBezTo>
                  <a:close/>
                  <a:moveTo>
                    <a:pt x="219391" y="26799"/>
                  </a:moveTo>
                  <a:cubicBezTo>
                    <a:pt x="222002" y="26799"/>
                    <a:pt x="224137" y="27274"/>
                    <a:pt x="226391" y="27749"/>
                  </a:cubicBezTo>
                  <a:lnTo>
                    <a:pt x="226391" y="47907"/>
                  </a:lnTo>
                  <a:cubicBezTo>
                    <a:pt x="223781" y="47077"/>
                    <a:pt x="220815" y="46722"/>
                    <a:pt x="217848" y="46722"/>
                  </a:cubicBezTo>
                  <a:cubicBezTo>
                    <a:pt x="205508" y="46722"/>
                    <a:pt x="199932" y="53717"/>
                    <a:pt x="199932" y="67354"/>
                  </a:cubicBezTo>
                  <a:lnTo>
                    <a:pt x="199932" y="99491"/>
                  </a:lnTo>
                  <a:lnTo>
                    <a:pt x="181184" y="99491"/>
                  </a:lnTo>
                  <a:lnTo>
                    <a:pt x="181184" y="28341"/>
                  </a:lnTo>
                  <a:lnTo>
                    <a:pt x="199220" y="28341"/>
                  </a:lnTo>
                  <a:lnTo>
                    <a:pt x="199220" y="39962"/>
                  </a:lnTo>
                  <a:lnTo>
                    <a:pt x="199220" y="40200"/>
                  </a:lnTo>
                  <a:cubicBezTo>
                    <a:pt x="203016" y="31899"/>
                    <a:pt x="209424" y="26799"/>
                    <a:pt x="219391" y="26799"/>
                  </a:cubicBezTo>
                  <a:close/>
                  <a:moveTo>
                    <a:pt x="130282" y="26799"/>
                  </a:moveTo>
                  <a:cubicBezTo>
                    <a:pt x="151995" y="26799"/>
                    <a:pt x="165403" y="41741"/>
                    <a:pt x="165403" y="64627"/>
                  </a:cubicBezTo>
                  <a:lnTo>
                    <a:pt x="165403" y="69726"/>
                  </a:lnTo>
                  <a:lnTo>
                    <a:pt x="113077" y="69726"/>
                  </a:lnTo>
                  <a:lnTo>
                    <a:pt x="113077" y="69963"/>
                  </a:lnTo>
                  <a:cubicBezTo>
                    <a:pt x="115451" y="79450"/>
                    <a:pt x="123993" y="83600"/>
                    <a:pt x="132299" y="83600"/>
                  </a:cubicBezTo>
                  <a:cubicBezTo>
                    <a:pt x="140604" y="83600"/>
                    <a:pt x="147486" y="80636"/>
                    <a:pt x="152470" y="76367"/>
                  </a:cubicBezTo>
                  <a:lnTo>
                    <a:pt x="160301" y="91901"/>
                  </a:lnTo>
                  <a:cubicBezTo>
                    <a:pt x="154487" y="96762"/>
                    <a:pt x="145588" y="101268"/>
                    <a:pt x="131943" y="101268"/>
                  </a:cubicBezTo>
                  <a:cubicBezTo>
                    <a:pt x="107856" y="101268"/>
                    <a:pt x="93855" y="85142"/>
                    <a:pt x="93855" y="64034"/>
                  </a:cubicBezTo>
                  <a:cubicBezTo>
                    <a:pt x="93855" y="42927"/>
                    <a:pt x="107975" y="26799"/>
                    <a:pt x="130282" y="26799"/>
                  </a:cubicBezTo>
                  <a:close/>
                  <a:moveTo>
                    <a:pt x="680362" y="9487"/>
                  </a:moveTo>
                  <a:lnTo>
                    <a:pt x="699108" y="9487"/>
                  </a:lnTo>
                  <a:lnTo>
                    <a:pt x="699108" y="28579"/>
                  </a:lnTo>
                  <a:lnTo>
                    <a:pt x="717144" y="28579"/>
                  </a:lnTo>
                  <a:lnTo>
                    <a:pt x="717144" y="44350"/>
                  </a:lnTo>
                  <a:lnTo>
                    <a:pt x="699108" y="44350"/>
                  </a:lnTo>
                  <a:lnTo>
                    <a:pt x="699108" y="75180"/>
                  </a:lnTo>
                  <a:cubicBezTo>
                    <a:pt x="699108" y="79687"/>
                    <a:pt x="701363" y="81584"/>
                    <a:pt x="706228" y="81584"/>
                  </a:cubicBezTo>
                  <a:cubicBezTo>
                    <a:pt x="709075" y="81584"/>
                    <a:pt x="711448" y="81347"/>
                    <a:pt x="716670" y="80398"/>
                  </a:cubicBezTo>
                  <a:lnTo>
                    <a:pt x="716670" y="98186"/>
                  </a:lnTo>
                  <a:lnTo>
                    <a:pt x="716670" y="98305"/>
                  </a:lnTo>
                  <a:cubicBezTo>
                    <a:pt x="711448" y="99609"/>
                    <a:pt x="705990" y="100439"/>
                    <a:pt x="701245" y="100439"/>
                  </a:cubicBezTo>
                  <a:cubicBezTo>
                    <a:pt x="687955" y="100439"/>
                    <a:pt x="680362" y="94153"/>
                    <a:pt x="680362" y="77908"/>
                  </a:cubicBezTo>
                  <a:lnTo>
                    <a:pt x="680362" y="44350"/>
                  </a:lnTo>
                  <a:lnTo>
                    <a:pt x="667427" y="44350"/>
                  </a:lnTo>
                  <a:lnTo>
                    <a:pt x="667427" y="28579"/>
                  </a:lnTo>
                  <a:lnTo>
                    <a:pt x="680362" y="28579"/>
                  </a:lnTo>
                  <a:close/>
                  <a:moveTo>
                    <a:pt x="353351" y="0"/>
                  </a:moveTo>
                  <a:lnTo>
                    <a:pt x="445308" y="0"/>
                  </a:lnTo>
                  <a:lnTo>
                    <a:pt x="445308" y="19922"/>
                  </a:lnTo>
                  <a:lnTo>
                    <a:pt x="409237" y="19922"/>
                  </a:lnTo>
                  <a:lnTo>
                    <a:pt x="409237" y="99609"/>
                  </a:lnTo>
                  <a:lnTo>
                    <a:pt x="389304" y="99609"/>
                  </a:lnTo>
                  <a:lnTo>
                    <a:pt x="389304" y="19922"/>
                  </a:lnTo>
                  <a:lnTo>
                    <a:pt x="353351" y="19922"/>
                  </a:lnTo>
                  <a:close/>
                  <a:moveTo>
                    <a:pt x="0" y="0"/>
                  </a:moveTo>
                  <a:lnTo>
                    <a:pt x="81278" y="0"/>
                  </a:lnTo>
                  <a:lnTo>
                    <a:pt x="81278" y="14348"/>
                  </a:lnTo>
                  <a:lnTo>
                    <a:pt x="29782" y="79568"/>
                  </a:lnTo>
                  <a:lnTo>
                    <a:pt x="81278" y="79568"/>
                  </a:lnTo>
                  <a:lnTo>
                    <a:pt x="81278" y="99491"/>
                  </a:lnTo>
                  <a:lnTo>
                    <a:pt x="0" y="99491"/>
                  </a:lnTo>
                  <a:lnTo>
                    <a:pt x="0" y="85261"/>
                  </a:lnTo>
                  <a:lnTo>
                    <a:pt x="51496" y="19922"/>
                  </a:lnTo>
                  <a:lnTo>
                    <a:pt x="0" y="19922"/>
                  </a:lnTo>
                  <a:close/>
                </a:path>
              </a:pathLst>
            </a:custGeom>
            <a:solidFill>
              <a:schemeClr val="tx1"/>
            </a:solidFill>
            <a:ln w="933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457200">
                <a:defRPr/>
              </a:pPr>
              <a:endParaRPr lang="en-US" sz="900">
                <a:latin typeface="Century Gothic" panose="020B0502020202020204" pitchFamily="34" charset="0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CAC143F7-A868-CADA-F023-7CD808DA4381}"/>
              </a:ext>
            </a:extLst>
          </p:cNvPr>
          <p:cNvGrpSpPr/>
          <p:nvPr/>
        </p:nvGrpSpPr>
        <p:grpSpPr>
          <a:xfrm>
            <a:off x="8317718" y="2593121"/>
            <a:ext cx="146749" cy="146749"/>
            <a:chOff x="8321179" y="2331252"/>
            <a:chExt cx="274320" cy="274320"/>
          </a:xfrm>
        </p:grpSpPr>
        <p:sp>
          <p:nvSpPr>
            <p:cNvPr id="106" name="Rounded Rectangle 105">
              <a:extLst>
                <a:ext uri="{FF2B5EF4-FFF2-40B4-BE49-F238E27FC236}">
                  <a16:creationId xmlns:a16="http://schemas.microsoft.com/office/drawing/2014/main" id="{09643131-CF9E-33A2-EBB2-C9539294A35A}"/>
                </a:ext>
              </a:extLst>
            </p:cNvPr>
            <p:cNvSpPr/>
            <p:nvPr/>
          </p:nvSpPr>
          <p:spPr>
            <a:xfrm>
              <a:off x="8350733" y="2359761"/>
              <a:ext cx="218794" cy="228295"/>
            </a:xfrm>
            <a:prstGeom prst="round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B7ED040A-0ABA-0F80-3941-0D4873075427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321179" y="2331252"/>
              <a:ext cx="274320" cy="274320"/>
            </a:xfrm>
            <a:custGeom>
              <a:avLst/>
              <a:gdLst>
                <a:gd name="connsiteX0" fmla="*/ 582773 w 2051014"/>
                <a:gd name="connsiteY0" fmla="*/ 577488 h 2051014"/>
                <a:gd name="connsiteX1" fmla="*/ 584384 w 2051014"/>
                <a:gd name="connsiteY1" fmla="*/ 579098 h 2051014"/>
                <a:gd name="connsiteX2" fmla="*/ 1033544 w 2051014"/>
                <a:gd name="connsiteY2" fmla="*/ 1029869 h 2051014"/>
                <a:gd name="connsiteX3" fmla="*/ 1484315 w 2051014"/>
                <a:gd name="connsiteY3" fmla="*/ 580709 h 2051014"/>
                <a:gd name="connsiteX4" fmla="*/ 1357136 w 2051014"/>
                <a:gd name="connsiteY4" fmla="*/ 241018 h 2051014"/>
                <a:gd name="connsiteX5" fmla="*/ 1189707 w 2051014"/>
                <a:gd name="connsiteY5" fmla="*/ 329565 h 2051014"/>
                <a:gd name="connsiteX6" fmla="*/ 1304008 w 2051014"/>
                <a:gd name="connsiteY6" fmla="*/ 582320 h 2051014"/>
                <a:gd name="connsiteX7" fmla="*/ 1033544 w 2051014"/>
                <a:gd name="connsiteY7" fmla="*/ 849562 h 2051014"/>
                <a:gd name="connsiteX8" fmla="*/ 763080 w 2051014"/>
                <a:gd name="connsiteY8" fmla="*/ 579098 h 2051014"/>
                <a:gd name="connsiteX9" fmla="*/ 869336 w 2051014"/>
                <a:gd name="connsiteY9" fmla="*/ 340831 h 2051014"/>
                <a:gd name="connsiteX10" fmla="*/ 705128 w 2051014"/>
                <a:gd name="connsiteY10" fmla="*/ 253895 h 2051014"/>
                <a:gd name="connsiteX11" fmla="*/ 582773 w 2051014"/>
                <a:gd name="connsiteY11" fmla="*/ 577488 h 2051014"/>
                <a:gd name="connsiteX12" fmla="*/ 582773 w 2051014"/>
                <a:gd name="connsiteY12" fmla="*/ 1759149 h 2051014"/>
                <a:gd name="connsiteX13" fmla="*/ 763080 w 2051014"/>
                <a:gd name="connsiteY13" fmla="*/ 1759149 h 2051014"/>
                <a:gd name="connsiteX14" fmla="*/ 763080 w 2051014"/>
                <a:gd name="connsiteY14" fmla="*/ 1293890 h 2051014"/>
                <a:gd name="connsiteX15" fmla="*/ 1352304 w 2051014"/>
                <a:gd name="connsiteY15" fmla="*/ 1759149 h 2051014"/>
                <a:gd name="connsiteX16" fmla="*/ 1482704 w 2051014"/>
                <a:gd name="connsiteY16" fmla="*/ 1759149 h 2051014"/>
                <a:gd name="connsiteX17" fmla="*/ 1482704 w 2051014"/>
                <a:gd name="connsiteY17" fmla="*/ 1025037 h 2051014"/>
                <a:gd name="connsiteX18" fmla="*/ 1302398 w 2051014"/>
                <a:gd name="connsiteY18" fmla="*/ 1025037 h 2051014"/>
                <a:gd name="connsiteX19" fmla="*/ 1302398 w 2051014"/>
                <a:gd name="connsiteY19" fmla="*/ 1490296 h 2051014"/>
                <a:gd name="connsiteX20" fmla="*/ 713173 w 2051014"/>
                <a:gd name="connsiteY20" fmla="*/ 1025037 h 2051014"/>
                <a:gd name="connsiteX21" fmla="*/ 582773 w 2051014"/>
                <a:gd name="connsiteY21" fmla="*/ 1025037 h 2051014"/>
                <a:gd name="connsiteX22" fmla="*/ 0 w 2051014"/>
                <a:gd name="connsiteY22" fmla="*/ 1568038 h 2051014"/>
                <a:gd name="connsiteX23" fmla="*/ 0 w 2051014"/>
                <a:gd name="connsiteY23" fmla="*/ 482968 h 2051014"/>
                <a:gd name="connsiteX24" fmla="*/ 482968 w 2051014"/>
                <a:gd name="connsiteY24" fmla="*/ 0 h 2051014"/>
                <a:gd name="connsiteX25" fmla="*/ 1568038 w 2051014"/>
                <a:gd name="connsiteY25" fmla="*/ 0 h 2051014"/>
                <a:gd name="connsiteX26" fmla="*/ 2051014 w 2051014"/>
                <a:gd name="connsiteY26" fmla="*/ 482968 h 2051014"/>
                <a:gd name="connsiteX27" fmla="*/ 2051014 w 2051014"/>
                <a:gd name="connsiteY27" fmla="*/ 1568038 h 2051014"/>
                <a:gd name="connsiteX28" fmla="*/ 1568038 w 2051014"/>
                <a:gd name="connsiteY28" fmla="*/ 2051014 h 2051014"/>
                <a:gd name="connsiteX29" fmla="*/ 482968 w 2051014"/>
                <a:gd name="connsiteY29" fmla="*/ 2051014 h 2051014"/>
                <a:gd name="connsiteX30" fmla="*/ 0 w 2051014"/>
                <a:gd name="connsiteY30" fmla="*/ 1568038 h 2051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051014" h="2051014">
                  <a:moveTo>
                    <a:pt x="582773" y="577488"/>
                  </a:moveTo>
                  <a:lnTo>
                    <a:pt x="584384" y="579098"/>
                  </a:lnTo>
                  <a:cubicBezTo>
                    <a:pt x="584384" y="835074"/>
                    <a:pt x="777568" y="1029869"/>
                    <a:pt x="1033544" y="1029869"/>
                  </a:cubicBezTo>
                  <a:cubicBezTo>
                    <a:pt x="1289520" y="1029869"/>
                    <a:pt x="1484315" y="836685"/>
                    <a:pt x="1484315" y="580709"/>
                  </a:cubicBezTo>
                  <a:cubicBezTo>
                    <a:pt x="1484315" y="445477"/>
                    <a:pt x="1439240" y="331176"/>
                    <a:pt x="1357136" y="241018"/>
                  </a:cubicBezTo>
                  <a:lnTo>
                    <a:pt x="1189707" y="329565"/>
                  </a:lnTo>
                  <a:cubicBezTo>
                    <a:pt x="1266979" y="400402"/>
                    <a:pt x="1304008" y="484117"/>
                    <a:pt x="1304008" y="582320"/>
                  </a:cubicBezTo>
                  <a:cubicBezTo>
                    <a:pt x="1304008" y="736863"/>
                    <a:pt x="1192928" y="849562"/>
                    <a:pt x="1033544" y="849562"/>
                  </a:cubicBezTo>
                  <a:cubicBezTo>
                    <a:pt x="874168" y="849562"/>
                    <a:pt x="763080" y="735261"/>
                    <a:pt x="763080" y="579098"/>
                  </a:cubicBezTo>
                  <a:cubicBezTo>
                    <a:pt x="763080" y="482506"/>
                    <a:pt x="801720" y="408447"/>
                    <a:pt x="869336" y="340831"/>
                  </a:cubicBezTo>
                  <a:lnTo>
                    <a:pt x="705128" y="253895"/>
                  </a:lnTo>
                  <a:cubicBezTo>
                    <a:pt x="624635" y="339221"/>
                    <a:pt x="582773" y="453522"/>
                    <a:pt x="582773" y="577488"/>
                  </a:cubicBezTo>
                  <a:close/>
                  <a:moveTo>
                    <a:pt x="582773" y="1759149"/>
                  </a:moveTo>
                  <a:lnTo>
                    <a:pt x="763080" y="1759149"/>
                  </a:lnTo>
                  <a:lnTo>
                    <a:pt x="763080" y="1293890"/>
                  </a:lnTo>
                  <a:lnTo>
                    <a:pt x="1352304" y="1759149"/>
                  </a:lnTo>
                  <a:lnTo>
                    <a:pt x="1482704" y="1759149"/>
                  </a:lnTo>
                  <a:lnTo>
                    <a:pt x="1482704" y="1025037"/>
                  </a:lnTo>
                  <a:lnTo>
                    <a:pt x="1302398" y="1025037"/>
                  </a:lnTo>
                  <a:lnTo>
                    <a:pt x="1302398" y="1490296"/>
                  </a:lnTo>
                  <a:lnTo>
                    <a:pt x="713173" y="1025037"/>
                  </a:lnTo>
                  <a:lnTo>
                    <a:pt x="582773" y="1025037"/>
                  </a:lnTo>
                  <a:close/>
                  <a:moveTo>
                    <a:pt x="0" y="1568038"/>
                  </a:moveTo>
                  <a:lnTo>
                    <a:pt x="0" y="482968"/>
                  </a:lnTo>
                  <a:cubicBezTo>
                    <a:pt x="0" y="216229"/>
                    <a:pt x="216229" y="0"/>
                    <a:pt x="482968" y="0"/>
                  </a:cubicBezTo>
                  <a:lnTo>
                    <a:pt x="1568038" y="0"/>
                  </a:lnTo>
                  <a:cubicBezTo>
                    <a:pt x="1834777" y="0"/>
                    <a:pt x="2051014" y="216229"/>
                    <a:pt x="2051014" y="482968"/>
                  </a:cubicBezTo>
                  <a:lnTo>
                    <a:pt x="2051014" y="1568038"/>
                  </a:lnTo>
                  <a:cubicBezTo>
                    <a:pt x="2051014" y="1834777"/>
                    <a:pt x="1834777" y="2051014"/>
                    <a:pt x="1568038" y="2051014"/>
                  </a:cubicBezTo>
                  <a:lnTo>
                    <a:pt x="482968" y="2051014"/>
                  </a:lnTo>
                  <a:cubicBezTo>
                    <a:pt x="216229" y="2051014"/>
                    <a:pt x="0" y="1834777"/>
                    <a:pt x="0" y="1568038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B2CB5DE2-270A-D6CB-23F6-A10E9371773A}"/>
              </a:ext>
            </a:extLst>
          </p:cNvPr>
          <p:cNvGrpSpPr/>
          <p:nvPr/>
        </p:nvGrpSpPr>
        <p:grpSpPr>
          <a:xfrm>
            <a:off x="11001536" y="2493022"/>
            <a:ext cx="245344" cy="263114"/>
            <a:chOff x="10988453" y="2420832"/>
            <a:chExt cx="245344" cy="263114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BCF1C85A-2D00-4B2D-1514-DE925A8DAEA8}"/>
                </a:ext>
              </a:extLst>
            </p:cNvPr>
            <p:cNvGrpSpPr/>
            <p:nvPr/>
          </p:nvGrpSpPr>
          <p:grpSpPr>
            <a:xfrm>
              <a:off x="10988453" y="2420832"/>
              <a:ext cx="146749" cy="146749"/>
              <a:chOff x="8321179" y="2331252"/>
              <a:chExt cx="274320" cy="274320"/>
            </a:xfrm>
          </p:grpSpPr>
          <p:sp>
            <p:nvSpPr>
              <p:cNvPr id="110" name="Rounded Rectangle 109">
                <a:extLst>
                  <a:ext uri="{FF2B5EF4-FFF2-40B4-BE49-F238E27FC236}">
                    <a16:creationId xmlns:a16="http://schemas.microsoft.com/office/drawing/2014/main" id="{59CD5259-F933-2727-9350-81828C1523C0}"/>
                  </a:ext>
                </a:extLst>
              </p:cNvPr>
              <p:cNvSpPr/>
              <p:nvPr/>
            </p:nvSpPr>
            <p:spPr>
              <a:xfrm>
                <a:off x="8350733" y="2359761"/>
                <a:ext cx="218794" cy="228295"/>
              </a:xfrm>
              <a:prstGeom prst="round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A0CA0AA0-62D9-289C-4AB9-D80687DB887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8321179" y="2331252"/>
                <a:ext cx="274320" cy="274320"/>
              </a:xfrm>
              <a:custGeom>
                <a:avLst/>
                <a:gdLst>
                  <a:gd name="connsiteX0" fmla="*/ 582773 w 2051014"/>
                  <a:gd name="connsiteY0" fmla="*/ 577488 h 2051014"/>
                  <a:gd name="connsiteX1" fmla="*/ 584384 w 2051014"/>
                  <a:gd name="connsiteY1" fmla="*/ 579098 h 2051014"/>
                  <a:gd name="connsiteX2" fmla="*/ 1033544 w 2051014"/>
                  <a:gd name="connsiteY2" fmla="*/ 1029869 h 2051014"/>
                  <a:gd name="connsiteX3" fmla="*/ 1484315 w 2051014"/>
                  <a:gd name="connsiteY3" fmla="*/ 580709 h 2051014"/>
                  <a:gd name="connsiteX4" fmla="*/ 1357136 w 2051014"/>
                  <a:gd name="connsiteY4" fmla="*/ 241018 h 2051014"/>
                  <a:gd name="connsiteX5" fmla="*/ 1189707 w 2051014"/>
                  <a:gd name="connsiteY5" fmla="*/ 329565 h 2051014"/>
                  <a:gd name="connsiteX6" fmla="*/ 1304008 w 2051014"/>
                  <a:gd name="connsiteY6" fmla="*/ 582320 h 2051014"/>
                  <a:gd name="connsiteX7" fmla="*/ 1033544 w 2051014"/>
                  <a:gd name="connsiteY7" fmla="*/ 849562 h 2051014"/>
                  <a:gd name="connsiteX8" fmla="*/ 763080 w 2051014"/>
                  <a:gd name="connsiteY8" fmla="*/ 579098 h 2051014"/>
                  <a:gd name="connsiteX9" fmla="*/ 869336 w 2051014"/>
                  <a:gd name="connsiteY9" fmla="*/ 340831 h 2051014"/>
                  <a:gd name="connsiteX10" fmla="*/ 705128 w 2051014"/>
                  <a:gd name="connsiteY10" fmla="*/ 253895 h 2051014"/>
                  <a:gd name="connsiteX11" fmla="*/ 582773 w 2051014"/>
                  <a:gd name="connsiteY11" fmla="*/ 577488 h 2051014"/>
                  <a:gd name="connsiteX12" fmla="*/ 582773 w 2051014"/>
                  <a:gd name="connsiteY12" fmla="*/ 1759149 h 2051014"/>
                  <a:gd name="connsiteX13" fmla="*/ 763080 w 2051014"/>
                  <a:gd name="connsiteY13" fmla="*/ 1759149 h 2051014"/>
                  <a:gd name="connsiteX14" fmla="*/ 763080 w 2051014"/>
                  <a:gd name="connsiteY14" fmla="*/ 1293890 h 2051014"/>
                  <a:gd name="connsiteX15" fmla="*/ 1352304 w 2051014"/>
                  <a:gd name="connsiteY15" fmla="*/ 1759149 h 2051014"/>
                  <a:gd name="connsiteX16" fmla="*/ 1482704 w 2051014"/>
                  <a:gd name="connsiteY16" fmla="*/ 1759149 h 2051014"/>
                  <a:gd name="connsiteX17" fmla="*/ 1482704 w 2051014"/>
                  <a:gd name="connsiteY17" fmla="*/ 1025037 h 2051014"/>
                  <a:gd name="connsiteX18" fmla="*/ 1302398 w 2051014"/>
                  <a:gd name="connsiteY18" fmla="*/ 1025037 h 2051014"/>
                  <a:gd name="connsiteX19" fmla="*/ 1302398 w 2051014"/>
                  <a:gd name="connsiteY19" fmla="*/ 1490296 h 2051014"/>
                  <a:gd name="connsiteX20" fmla="*/ 713173 w 2051014"/>
                  <a:gd name="connsiteY20" fmla="*/ 1025037 h 2051014"/>
                  <a:gd name="connsiteX21" fmla="*/ 582773 w 2051014"/>
                  <a:gd name="connsiteY21" fmla="*/ 1025037 h 2051014"/>
                  <a:gd name="connsiteX22" fmla="*/ 0 w 2051014"/>
                  <a:gd name="connsiteY22" fmla="*/ 1568038 h 2051014"/>
                  <a:gd name="connsiteX23" fmla="*/ 0 w 2051014"/>
                  <a:gd name="connsiteY23" fmla="*/ 482968 h 2051014"/>
                  <a:gd name="connsiteX24" fmla="*/ 482968 w 2051014"/>
                  <a:gd name="connsiteY24" fmla="*/ 0 h 2051014"/>
                  <a:gd name="connsiteX25" fmla="*/ 1568038 w 2051014"/>
                  <a:gd name="connsiteY25" fmla="*/ 0 h 2051014"/>
                  <a:gd name="connsiteX26" fmla="*/ 2051014 w 2051014"/>
                  <a:gd name="connsiteY26" fmla="*/ 482968 h 2051014"/>
                  <a:gd name="connsiteX27" fmla="*/ 2051014 w 2051014"/>
                  <a:gd name="connsiteY27" fmla="*/ 1568038 h 2051014"/>
                  <a:gd name="connsiteX28" fmla="*/ 1568038 w 2051014"/>
                  <a:gd name="connsiteY28" fmla="*/ 2051014 h 2051014"/>
                  <a:gd name="connsiteX29" fmla="*/ 482968 w 2051014"/>
                  <a:gd name="connsiteY29" fmla="*/ 2051014 h 2051014"/>
                  <a:gd name="connsiteX30" fmla="*/ 0 w 2051014"/>
                  <a:gd name="connsiteY30" fmla="*/ 1568038 h 2051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051014" h="2051014">
                    <a:moveTo>
                      <a:pt x="582773" y="577488"/>
                    </a:moveTo>
                    <a:lnTo>
                      <a:pt x="584384" y="579098"/>
                    </a:lnTo>
                    <a:cubicBezTo>
                      <a:pt x="584384" y="835074"/>
                      <a:pt x="777568" y="1029869"/>
                      <a:pt x="1033544" y="1029869"/>
                    </a:cubicBezTo>
                    <a:cubicBezTo>
                      <a:pt x="1289520" y="1029869"/>
                      <a:pt x="1484315" y="836685"/>
                      <a:pt x="1484315" y="580709"/>
                    </a:cubicBezTo>
                    <a:cubicBezTo>
                      <a:pt x="1484315" y="445477"/>
                      <a:pt x="1439240" y="331176"/>
                      <a:pt x="1357136" y="241018"/>
                    </a:cubicBezTo>
                    <a:lnTo>
                      <a:pt x="1189707" y="329565"/>
                    </a:lnTo>
                    <a:cubicBezTo>
                      <a:pt x="1266979" y="400402"/>
                      <a:pt x="1304008" y="484117"/>
                      <a:pt x="1304008" y="582320"/>
                    </a:cubicBezTo>
                    <a:cubicBezTo>
                      <a:pt x="1304008" y="736863"/>
                      <a:pt x="1192928" y="849562"/>
                      <a:pt x="1033544" y="849562"/>
                    </a:cubicBezTo>
                    <a:cubicBezTo>
                      <a:pt x="874168" y="849562"/>
                      <a:pt x="763080" y="735261"/>
                      <a:pt x="763080" y="579098"/>
                    </a:cubicBezTo>
                    <a:cubicBezTo>
                      <a:pt x="763080" y="482506"/>
                      <a:pt x="801720" y="408447"/>
                      <a:pt x="869336" y="340831"/>
                    </a:cubicBezTo>
                    <a:lnTo>
                      <a:pt x="705128" y="253895"/>
                    </a:lnTo>
                    <a:cubicBezTo>
                      <a:pt x="624635" y="339221"/>
                      <a:pt x="582773" y="453522"/>
                      <a:pt x="582773" y="577488"/>
                    </a:cubicBezTo>
                    <a:close/>
                    <a:moveTo>
                      <a:pt x="582773" y="1759149"/>
                    </a:moveTo>
                    <a:lnTo>
                      <a:pt x="763080" y="1759149"/>
                    </a:lnTo>
                    <a:lnTo>
                      <a:pt x="763080" y="1293890"/>
                    </a:lnTo>
                    <a:lnTo>
                      <a:pt x="1352304" y="1759149"/>
                    </a:lnTo>
                    <a:lnTo>
                      <a:pt x="1482704" y="1759149"/>
                    </a:lnTo>
                    <a:lnTo>
                      <a:pt x="1482704" y="1025037"/>
                    </a:lnTo>
                    <a:lnTo>
                      <a:pt x="1302398" y="1025037"/>
                    </a:lnTo>
                    <a:lnTo>
                      <a:pt x="1302398" y="1490296"/>
                    </a:lnTo>
                    <a:lnTo>
                      <a:pt x="713173" y="1025037"/>
                    </a:lnTo>
                    <a:lnTo>
                      <a:pt x="582773" y="1025037"/>
                    </a:lnTo>
                    <a:close/>
                    <a:moveTo>
                      <a:pt x="0" y="1568038"/>
                    </a:moveTo>
                    <a:lnTo>
                      <a:pt x="0" y="482968"/>
                    </a:lnTo>
                    <a:cubicBezTo>
                      <a:pt x="0" y="216229"/>
                      <a:pt x="216229" y="0"/>
                      <a:pt x="482968" y="0"/>
                    </a:cubicBezTo>
                    <a:lnTo>
                      <a:pt x="1568038" y="0"/>
                    </a:lnTo>
                    <a:cubicBezTo>
                      <a:pt x="1834777" y="0"/>
                      <a:pt x="2051014" y="216229"/>
                      <a:pt x="2051014" y="482968"/>
                    </a:cubicBezTo>
                    <a:lnTo>
                      <a:pt x="2051014" y="1568038"/>
                    </a:lnTo>
                    <a:cubicBezTo>
                      <a:pt x="2051014" y="1834777"/>
                      <a:pt x="1834777" y="2051014"/>
                      <a:pt x="1568038" y="2051014"/>
                    </a:cubicBezTo>
                    <a:lnTo>
                      <a:pt x="482968" y="2051014"/>
                    </a:lnTo>
                    <a:cubicBezTo>
                      <a:pt x="216229" y="2051014"/>
                      <a:pt x="0" y="1834777"/>
                      <a:pt x="0" y="1568038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sz="900"/>
              </a:p>
            </p:txBody>
          </p:sp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AB7E0107-6CDD-ADE6-1334-8EA182225B1E}"/>
                </a:ext>
              </a:extLst>
            </p:cNvPr>
            <p:cNvGrpSpPr/>
            <p:nvPr/>
          </p:nvGrpSpPr>
          <p:grpSpPr>
            <a:xfrm>
              <a:off x="11087048" y="2537197"/>
              <a:ext cx="146749" cy="146749"/>
              <a:chOff x="8321179" y="2331252"/>
              <a:chExt cx="274320" cy="274320"/>
            </a:xfrm>
          </p:grpSpPr>
          <p:sp>
            <p:nvSpPr>
              <p:cNvPr id="113" name="Rounded Rectangle 112">
                <a:extLst>
                  <a:ext uri="{FF2B5EF4-FFF2-40B4-BE49-F238E27FC236}">
                    <a16:creationId xmlns:a16="http://schemas.microsoft.com/office/drawing/2014/main" id="{E28ECC2E-F307-C045-E3BE-325F9674EF92}"/>
                  </a:ext>
                </a:extLst>
              </p:cNvPr>
              <p:cNvSpPr/>
              <p:nvPr/>
            </p:nvSpPr>
            <p:spPr>
              <a:xfrm>
                <a:off x="8350733" y="2359761"/>
                <a:ext cx="218794" cy="228295"/>
              </a:xfrm>
              <a:prstGeom prst="round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022A8B0F-35B1-CB2E-4C62-AAB90DD7C1F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8321179" y="2331252"/>
                <a:ext cx="274320" cy="274320"/>
              </a:xfrm>
              <a:custGeom>
                <a:avLst/>
                <a:gdLst>
                  <a:gd name="connsiteX0" fmla="*/ 582773 w 2051014"/>
                  <a:gd name="connsiteY0" fmla="*/ 577488 h 2051014"/>
                  <a:gd name="connsiteX1" fmla="*/ 584384 w 2051014"/>
                  <a:gd name="connsiteY1" fmla="*/ 579098 h 2051014"/>
                  <a:gd name="connsiteX2" fmla="*/ 1033544 w 2051014"/>
                  <a:gd name="connsiteY2" fmla="*/ 1029869 h 2051014"/>
                  <a:gd name="connsiteX3" fmla="*/ 1484315 w 2051014"/>
                  <a:gd name="connsiteY3" fmla="*/ 580709 h 2051014"/>
                  <a:gd name="connsiteX4" fmla="*/ 1357136 w 2051014"/>
                  <a:gd name="connsiteY4" fmla="*/ 241018 h 2051014"/>
                  <a:gd name="connsiteX5" fmla="*/ 1189707 w 2051014"/>
                  <a:gd name="connsiteY5" fmla="*/ 329565 h 2051014"/>
                  <a:gd name="connsiteX6" fmla="*/ 1304008 w 2051014"/>
                  <a:gd name="connsiteY6" fmla="*/ 582320 h 2051014"/>
                  <a:gd name="connsiteX7" fmla="*/ 1033544 w 2051014"/>
                  <a:gd name="connsiteY7" fmla="*/ 849562 h 2051014"/>
                  <a:gd name="connsiteX8" fmla="*/ 763080 w 2051014"/>
                  <a:gd name="connsiteY8" fmla="*/ 579098 h 2051014"/>
                  <a:gd name="connsiteX9" fmla="*/ 869336 w 2051014"/>
                  <a:gd name="connsiteY9" fmla="*/ 340831 h 2051014"/>
                  <a:gd name="connsiteX10" fmla="*/ 705128 w 2051014"/>
                  <a:gd name="connsiteY10" fmla="*/ 253895 h 2051014"/>
                  <a:gd name="connsiteX11" fmla="*/ 582773 w 2051014"/>
                  <a:gd name="connsiteY11" fmla="*/ 577488 h 2051014"/>
                  <a:gd name="connsiteX12" fmla="*/ 582773 w 2051014"/>
                  <a:gd name="connsiteY12" fmla="*/ 1759149 h 2051014"/>
                  <a:gd name="connsiteX13" fmla="*/ 763080 w 2051014"/>
                  <a:gd name="connsiteY13" fmla="*/ 1759149 h 2051014"/>
                  <a:gd name="connsiteX14" fmla="*/ 763080 w 2051014"/>
                  <a:gd name="connsiteY14" fmla="*/ 1293890 h 2051014"/>
                  <a:gd name="connsiteX15" fmla="*/ 1352304 w 2051014"/>
                  <a:gd name="connsiteY15" fmla="*/ 1759149 h 2051014"/>
                  <a:gd name="connsiteX16" fmla="*/ 1482704 w 2051014"/>
                  <a:gd name="connsiteY16" fmla="*/ 1759149 h 2051014"/>
                  <a:gd name="connsiteX17" fmla="*/ 1482704 w 2051014"/>
                  <a:gd name="connsiteY17" fmla="*/ 1025037 h 2051014"/>
                  <a:gd name="connsiteX18" fmla="*/ 1302398 w 2051014"/>
                  <a:gd name="connsiteY18" fmla="*/ 1025037 h 2051014"/>
                  <a:gd name="connsiteX19" fmla="*/ 1302398 w 2051014"/>
                  <a:gd name="connsiteY19" fmla="*/ 1490296 h 2051014"/>
                  <a:gd name="connsiteX20" fmla="*/ 713173 w 2051014"/>
                  <a:gd name="connsiteY20" fmla="*/ 1025037 h 2051014"/>
                  <a:gd name="connsiteX21" fmla="*/ 582773 w 2051014"/>
                  <a:gd name="connsiteY21" fmla="*/ 1025037 h 2051014"/>
                  <a:gd name="connsiteX22" fmla="*/ 0 w 2051014"/>
                  <a:gd name="connsiteY22" fmla="*/ 1568038 h 2051014"/>
                  <a:gd name="connsiteX23" fmla="*/ 0 w 2051014"/>
                  <a:gd name="connsiteY23" fmla="*/ 482968 h 2051014"/>
                  <a:gd name="connsiteX24" fmla="*/ 482968 w 2051014"/>
                  <a:gd name="connsiteY24" fmla="*/ 0 h 2051014"/>
                  <a:gd name="connsiteX25" fmla="*/ 1568038 w 2051014"/>
                  <a:gd name="connsiteY25" fmla="*/ 0 h 2051014"/>
                  <a:gd name="connsiteX26" fmla="*/ 2051014 w 2051014"/>
                  <a:gd name="connsiteY26" fmla="*/ 482968 h 2051014"/>
                  <a:gd name="connsiteX27" fmla="*/ 2051014 w 2051014"/>
                  <a:gd name="connsiteY27" fmla="*/ 1568038 h 2051014"/>
                  <a:gd name="connsiteX28" fmla="*/ 1568038 w 2051014"/>
                  <a:gd name="connsiteY28" fmla="*/ 2051014 h 2051014"/>
                  <a:gd name="connsiteX29" fmla="*/ 482968 w 2051014"/>
                  <a:gd name="connsiteY29" fmla="*/ 2051014 h 2051014"/>
                  <a:gd name="connsiteX30" fmla="*/ 0 w 2051014"/>
                  <a:gd name="connsiteY30" fmla="*/ 1568038 h 2051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051014" h="2051014">
                    <a:moveTo>
                      <a:pt x="582773" y="577488"/>
                    </a:moveTo>
                    <a:lnTo>
                      <a:pt x="584384" y="579098"/>
                    </a:lnTo>
                    <a:cubicBezTo>
                      <a:pt x="584384" y="835074"/>
                      <a:pt x="777568" y="1029869"/>
                      <a:pt x="1033544" y="1029869"/>
                    </a:cubicBezTo>
                    <a:cubicBezTo>
                      <a:pt x="1289520" y="1029869"/>
                      <a:pt x="1484315" y="836685"/>
                      <a:pt x="1484315" y="580709"/>
                    </a:cubicBezTo>
                    <a:cubicBezTo>
                      <a:pt x="1484315" y="445477"/>
                      <a:pt x="1439240" y="331176"/>
                      <a:pt x="1357136" y="241018"/>
                    </a:cubicBezTo>
                    <a:lnTo>
                      <a:pt x="1189707" y="329565"/>
                    </a:lnTo>
                    <a:cubicBezTo>
                      <a:pt x="1266979" y="400402"/>
                      <a:pt x="1304008" y="484117"/>
                      <a:pt x="1304008" y="582320"/>
                    </a:cubicBezTo>
                    <a:cubicBezTo>
                      <a:pt x="1304008" y="736863"/>
                      <a:pt x="1192928" y="849562"/>
                      <a:pt x="1033544" y="849562"/>
                    </a:cubicBezTo>
                    <a:cubicBezTo>
                      <a:pt x="874168" y="849562"/>
                      <a:pt x="763080" y="735261"/>
                      <a:pt x="763080" y="579098"/>
                    </a:cubicBezTo>
                    <a:cubicBezTo>
                      <a:pt x="763080" y="482506"/>
                      <a:pt x="801720" y="408447"/>
                      <a:pt x="869336" y="340831"/>
                    </a:cubicBezTo>
                    <a:lnTo>
                      <a:pt x="705128" y="253895"/>
                    </a:lnTo>
                    <a:cubicBezTo>
                      <a:pt x="624635" y="339221"/>
                      <a:pt x="582773" y="453522"/>
                      <a:pt x="582773" y="577488"/>
                    </a:cubicBezTo>
                    <a:close/>
                    <a:moveTo>
                      <a:pt x="582773" y="1759149"/>
                    </a:moveTo>
                    <a:lnTo>
                      <a:pt x="763080" y="1759149"/>
                    </a:lnTo>
                    <a:lnTo>
                      <a:pt x="763080" y="1293890"/>
                    </a:lnTo>
                    <a:lnTo>
                      <a:pt x="1352304" y="1759149"/>
                    </a:lnTo>
                    <a:lnTo>
                      <a:pt x="1482704" y="1759149"/>
                    </a:lnTo>
                    <a:lnTo>
                      <a:pt x="1482704" y="1025037"/>
                    </a:lnTo>
                    <a:lnTo>
                      <a:pt x="1302398" y="1025037"/>
                    </a:lnTo>
                    <a:lnTo>
                      <a:pt x="1302398" y="1490296"/>
                    </a:lnTo>
                    <a:lnTo>
                      <a:pt x="713173" y="1025037"/>
                    </a:lnTo>
                    <a:lnTo>
                      <a:pt x="582773" y="1025037"/>
                    </a:lnTo>
                    <a:close/>
                    <a:moveTo>
                      <a:pt x="0" y="1568038"/>
                    </a:moveTo>
                    <a:lnTo>
                      <a:pt x="0" y="482968"/>
                    </a:lnTo>
                    <a:cubicBezTo>
                      <a:pt x="0" y="216229"/>
                      <a:pt x="216229" y="0"/>
                      <a:pt x="482968" y="0"/>
                    </a:cubicBezTo>
                    <a:lnTo>
                      <a:pt x="1568038" y="0"/>
                    </a:lnTo>
                    <a:cubicBezTo>
                      <a:pt x="1834777" y="0"/>
                      <a:pt x="2051014" y="216229"/>
                      <a:pt x="2051014" y="482968"/>
                    </a:cubicBezTo>
                    <a:lnTo>
                      <a:pt x="2051014" y="1568038"/>
                    </a:lnTo>
                    <a:cubicBezTo>
                      <a:pt x="2051014" y="1834777"/>
                      <a:pt x="1834777" y="2051014"/>
                      <a:pt x="1568038" y="2051014"/>
                    </a:cubicBezTo>
                    <a:lnTo>
                      <a:pt x="482968" y="2051014"/>
                    </a:lnTo>
                    <a:cubicBezTo>
                      <a:pt x="216229" y="2051014"/>
                      <a:pt x="0" y="1834777"/>
                      <a:pt x="0" y="1568038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sz="900"/>
              </a:p>
            </p:txBody>
          </p:sp>
        </p:grpSp>
      </p:grpSp>
      <p:sp>
        <p:nvSpPr>
          <p:cNvPr id="136" name="Rectangle 135">
            <a:extLst>
              <a:ext uri="{FF2B5EF4-FFF2-40B4-BE49-F238E27FC236}">
                <a16:creationId xmlns:a16="http://schemas.microsoft.com/office/drawing/2014/main" id="{B4505C0D-A849-5FA6-13F2-CA46BA318CA7}"/>
              </a:ext>
            </a:extLst>
          </p:cNvPr>
          <p:cNvSpPr/>
          <p:nvPr/>
        </p:nvSpPr>
        <p:spPr>
          <a:xfrm>
            <a:off x="0" y="0"/>
            <a:ext cx="2223247" cy="2779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 dirty="0">
                <a:solidFill>
                  <a:schemeClr val="tx2"/>
                </a:solidFill>
              </a:rPr>
              <a:t>OPTION 1</a:t>
            </a:r>
          </a:p>
        </p:txBody>
      </p:sp>
    </p:spTree>
    <p:extLst>
      <p:ext uri="{BB962C8B-B14F-4D97-AF65-F5344CB8AC3E}">
        <p14:creationId xmlns:p14="http://schemas.microsoft.com/office/powerpoint/2010/main" val="2242724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C2E52764-7DD4-A93F-6B5A-0A1206F81E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ound Single Corner Rectangle 7">
            <a:extLst>
              <a:ext uri="{FF2B5EF4-FFF2-40B4-BE49-F238E27FC236}">
                <a16:creationId xmlns:a16="http://schemas.microsoft.com/office/drawing/2014/main" id="{9F5ABCF8-ADA1-9295-BD35-F03661872DC2}"/>
              </a:ext>
            </a:extLst>
          </p:cNvPr>
          <p:cNvSpPr/>
          <p:nvPr/>
        </p:nvSpPr>
        <p:spPr>
          <a:xfrm>
            <a:off x="0" y="1425392"/>
            <a:ext cx="6345940" cy="5432608"/>
          </a:xfrm>
          <a:prstGeom prst="round1Rect">
            <a:avLst>
              <a:gd name="adj" fmla="val 13289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CD3E14D-45C6-561B-39C1-CB208DC7B3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Zscaler Zero Trust SDWAN – How It Works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ED5AE91-CE78-E96F-D253-5A1A5C782CAB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en-US" dirty="0"/>
              <a:t>Users and Devices Connect to Applications, Not Networks (Eliminates Network Implicit Trust)</a:t>
            </a:r>
          </a:p>
        </p:txBody>
      </p:sp>
      <p:sp>
        <p:nvSpPr>
          <p:cNvPr id="43" name="Google Shape;2805;p17">
            <a:extLst>
              <a:ext uri="{FF2B5EF4-FFF2-40B4-BE49-F238E27FC236}">
                <a16:creationId xmlns:a16="http://schemas.microsoft.com/office/drawing/2014/main" id="{D62FD4BA-664D-9B26-0F6C-F36CA921D8FF}"/>
              </a:ext>
            </a:extLst>
          </p:cNvPr>
          <p:cNvSpPr txBox="1"/>
          <p:nvPr/>
        </p:nvSpPr>
        <p:spPr>
          <a:xfrm>
            <a:off x="8991327" y="4272738"/>
            <a:ext cx="931241" cy="3077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600"/>
              <a:buFont typeface="Arial"/>
              <a:buNone/>
              <a:tabLst/>
              <a:defRPr/>
            </a:pPr>
            <a:r>
              <a:rPr kumimoji="0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L2/L3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600"/>
              <a:buFont typeface="Arial"/>
              <a:buNone/>
              <a:tabLst/>
              <a:defRPr/>
            </a:pPr>
            <a:r>
              <a:rPr kumimoji="0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switch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" name="Google Shape;2766;p17">
            <a:extLst>
              <a:ext uri="{FF2B5EF4-FFF2-40B4-BE49-F238E27FC236}">
                <a16:creationId xmlns:a16="http://schemas.microsoft.com/office/drawing/2014/main" id="{07093D66-E861-1538-EDF2-67A74FAB0B4B}"/>
              </a:ext>
            </a:extLst>
          </p:cNvPr>
          <p:cNvSpPr/>
          <p:nvPr/>
        </p:nvSpPr>
        <p:spPr>
          <a:xfrm>
            <a:off x="7357775" y="5935506"/>
            <a:ext cx="3660351" cy="321272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900"/>
              <a:buFont typeface="Arial"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Zero Trust Edge: Plug &amp; play physical or virtual appliances</a:t>
            </a:r>
            <a:endParaRPr kumimoji="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5" name="Google Shape;2767;p17">
            <a:extLst>
              <a:ext uri="{FF2B5EF4-FFF2-40B4-BE49-F238E27FC236}">
                <a16:creationId xmlns:a16="http://schemas.microsoft.com/office/drawing/2014/main" id="{4A736923-D3E9-2AA1-589D-9B109E806AB5}"/>
              </a:ext>
            </a:extLst>
          </p:cNvPr>
          <p:cNvSpPr/>
          <p:nvPr/>
        </p:nvSpPr>
        <p:spPr>
          <a:xfrm>
            <a:off x="8044568" y="3804485"/>
            <a:ext cx="2305553" cy="461661"/>
          </a:xfrm>
          <a:prstGeom prst="roundRect">
            <a:avLst>
              <a:gd name="adj" fmla="val 16667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None/>
              <a:tabLst/>
              <a:defRPr/>
            </a:pPr>
            <a:endParaRPr kumimoji="0" sz="20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6" name="Google Shape;2768;p17">
            <a:extLst>
              <a:ext uri="{FF2B5EF4-FFF2-40B4-BE49-F238E27FC236}">
                <a16:creationId xmlns:a16="http://schemas.microsoft.com/office/drawing/2014/main" id="{5F15D60E-7AC8-3DA1-C427-D57C814C644B}"/>
              </a:ext>
            </a:extLst>
          </p:cNvPr>
          <p:cNvCxnSpPr>
            <a:cxnSpLocks/>
          </p:cNvCxnSpPr>
          <p:nvPr/>
        </p:nvCxnSpPr>
        <p:spPr>
          <a:xfrm flipH="1">
            <a:off x="7953441" y="2893941"/>
            <a:ext cx="685133" cy="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triangle" w="med" len="med"/>
            <a:tailEnd type="none" w="sm" len="sm"/>
          </a:ln>
        </p:spPr>
      </p:cxnSp>
      <p:cxnSp>
        <p:nvCxnSpPr>
          <p:cNvPr id="7" name="Google Shape;2769;p17">
            <a:extLst>
              <a:ext uri="{FF2B5EF4-FFF2-40B4-BE49-F238E27FC236}">
                <a16:creationId xmlns:a16="http://schemas.microsoft.com/office/drawing/2014/main" id="{C7BD8371-826C-E1CD-9731-F19D319B23B7}"/>
              </a:ext>
            </a:extLst>
          </p:cNvPr>
          <p:cNvCxnSpPr/>
          <p:nvPr/>
        </p:nvCxnSpPr>
        <p:spPr>
          <a:xfrm rot="10800000">
            <a:off x="9253805" y="2137194"/>
            <a:ext cx="0" cy="411398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grpSp>
        <p:nvGrpSpPr>
          <p:cNvPr id="13" name="Google Shape;2775;p17">
            <a:extLst>
              <a:ext uri="{FF2B5EF4-FFF2-40B4-BE49-F238E27FC236}">
                <a16:creationId xmlns:a16="http://schemas.microsoft.com/office/drawing/2014/main" id="{91D84068-36F8-FC51-BC89-54B5D3349C3C}"/>
              </a:ext>
            </a:extLst>
          </p:cNvPr>
          <p:cNvGrpSpPr/>
          <p:nvPr/>
        </p:nvGrpSpPr>
        <p:grpSpPr>
          <a:xfrm>
            <a:off x="8912965" y="4565226"/>
            <a:ext cx="715282" cy="142105"/>
            <a:chOff x="8187608" y="4926434"/>
            <a:chExt cx="1082700" cy="215100"/>
          </a:xfrm>
        </p:grpSpPr>
        <p:sp>
          <p:nvSpPr>
            <p:cNvPr id="14" name="Google Shape;2776;p17">
              <a:extLst>
                <a:ext uri="{FF2B5EF4-FFF2-40B4-BE49-F238E27FC236}">
                  <a16:creationId xmlns:a16="http://schemas.microsoft.com/office/drawing/2014/main" id="{D6BC9EFA-B379-DD7B-C229-0E967CE501C3}"/>
                </a:ext>
              </a:extLst>
            </p:cNvPr>
            <p:cNvSpPr/>
            <p:nvPr/>
          </p:nvSpPr>
          <p:spPr>
            <a:xfrm>
              <a:off x="8187608" y="4926434"/>
              <a:ext cx="1082700" cy="215100"/>
            </a:xfrm>
            <a:prstGeom prst="roundRect">
              <a:avLst>
                <a:gd name="adj" fmla="val 16667"/>
              </a:avLst>
            </a:prstGeom>
            <a:noFill/>
            <a:ln w="1587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2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2777;p17">
              <a:extLst>
                <a:ext uri="{FF2B5EF4-FFF2-40B4-BE49-F238E27FC236}">
                  <a16:creationId xmlns:a16="http://schemas.microsoft.com/office/drawing/2014/main" id="{4BDA94F0-BFDA-D8AC-20FE-F0402F2D3BF2}"/>
                </a:ext>
              </a:extLst>
            </p:cNvPr>
            <p:cNvSpPr/>
            <p:nvPr/>
          </p:nvSpPr>
          <p:spPr>
            <a:xfrm>
              <a:off x="8258373" y="5012530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2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2778;p17">
              <a:extLst>
                <a:ext uri="{FF2B5EF4-FFF2-40B4-BE49-F238E27FC236}">
                  <a16:creationId xmlns:a16="http://schemas.microsoft.com/office/drawing/2014/main" id="{B8742465-03F7-371B-93EB-41318F45B956}"/>
                </a:ext>
              </a:extLst>
            </p:cNvPr>
            <p:cNvSpPr/>
            <p:nvPr/>
          </p:nvSpPr>
          <p:spPr>
            <a:xfrm>
              <a:off x="8410773" y="5012575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2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779;p17">
              <a:extLst>
                <a:ext uri="{FF2B5EF4-FFF2-40B4-BE49-F238E27FC236}">
                  <a16:creationId xmlns:a16="http://schemas.microsoft.com/office/drawing/2014/main" id="{DF249897-5CEB-3AA2-E5E7-73003F7B41D5}"/>
                </a:ext>
              </a:extLst>
            </p:cNvPr>
            <p:cNvSpPr/>
            <p:nvPr/>
          </p:nvSpPr>
          <p:spPr>
            <a:xfrm>
              <a:off x="8563159" y="5012590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2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2780;p17">
              <a:extLst>
                <a:ext uri="{FF2B5EF4-FFF2-40B4-BE49-F238E27FC236}">
                  <a16:creationId xmlns:a16="http://schemas.microsoft.com/office/drawing/2014/main" id="{4C4CB5AB-230E-90B1-7D4D-A249C8175F22}"/>
                </a:ext>
              </a:extLst>
            </p:cNvPr>
            <p:cNvSpPr/>
            <p:nvPr/>
          </p:nvSpPr>
          <p:spPr>
            <a:xfrm>
              <a:off x="8714727" y="5012578"/>
              <a:ext cx="95700" cy="528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Arial"/>
                <a:buNone/>
                <a:tabLst/>
                <a:defRPr/>
              </a:pPr>
              <a:endParaRPr kumimoji="0" sz="2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" name="Google Shape;2782;p17">
            <a:extLst>
              <a:ext uri="{FF2B5EF4-FFF2-40B4-BE49-F238E27FC236}">
                <a16:creationId xmlns:a16="http://schemas.microsoft.com/office/drawing/2014/main" id="{533F4F02-73DA-C3E9-B6DB-AE223801018F}"/>
              </a:ext>
            </a:extLst>
          </p:cNvPr>
          <p:cNvSpPr/>
          <p:nvPr/>
        </p:nvSpPr>
        <p:spPr>
          <a:xfrm>
            <a:off x="8289344" y="5565915"/>
            <a:ext cx="266496" cy="226861"/>
          </a:xfrm>
          <a:custGeom>
            <a:avLst/>
            <a:gdLst/>
            <a:ahLst/>
            <a:cxnLst/>
            <a:rect l="l" t="t" r="r" b="b"/>
            <a:pathLst>
              <a:path w="663511" h="564832" extrusionOk="0">
                <a:moveTo>
                  <a:pt x="69342" y="305181"/>
                </a:moveTo>
                <a:lnTo>
                  <a:pt x="594074" y="305181"/>
                </a:lnTo>
                <a:cubicBezTo>
                  <a:pt x="601980" y="305181"/>
                  <a:pt x="608362" y="311563"/>
                  <a:pt x="608362" y="319469"/>
                </a:cubicBezTo>
                <a:cubicBezTo>
                  <a:pt x="608362" y="327374"/>
                  <a:pt x="601980" y="333756"/>
                  <a:pt x="594074" y="333756"/>
                </a:cubicBezTo>
                <a:lnTo>
                  <a:pt x="69342" y="333756"/>
                </a:lnTo>
                <a:cubicBezTo>
                  <a:pt x="61436" y="333756"/>
                  <a:pt x="55055" y="327374"/>
                  <a:pt x="55055" y="319469"/>
                </a:cubicBezTo>
                <a:cubicBezTo>
                  <a:pt x="55055" y="311563"/>
                  <a:pt x="61436" y="305181"/>
                  <a:pt x="69342" y="305181"/>
                </a:cubicBezTo>
                <a:close/>
                <a:moveTo>
                  <a:pt x="609029" y="113919"/>
                </a:moveTo>
                <a:lnTo>
                  <a:pt x="54483" y="113919"/>
                </a:lnTo>
                <a:cubicBezTo>
                  <a:pt x="24479" y="113919"/>
                  <a:pt x="0" y="138303"/>
                  <a:pt x="0" y="168402"/>
                </a:cubicBezTo>
                <a:lnTo>
                  <a:pt x="0" y="395954"/>
                </a:lnTo>
                <a:cubicBezTo>
                  <a:pt x="0" y="425958"/>
                  <a:pt x="24384" y="450437"/>
                  <a:pt x="54483" y="450437"/>
                </a:cubicBezTo>
                <a:lnTo>
                  <a:pt x="90964" y="450437"/>
                </a:lnTo>
                <a:cubicBezTo>
                  <a:pt x="98870" y="450437"/>
                  <a:pt x="105251" y="444056"/>
                  <a:pt x="105251" y="436150"/>
                </a:cubicBezTo>
                <a:cubicBezTo>
                  <a:pt x="105251" y="428244"/>
                  <a:pt x="98870" y="421862"/>
                  <a:pt x="90964" y="421862"/>
                </a:cubicBezTo>
                <a:lnTo>
                  <a:pt x="54483" y="421862"/>
                </a:lnTo>
                <a:cubicBezTo>
                  <a:pt x="40195" y="421862"/>
                  <a:pt x="28575" y="410242"/>
                  <a:pt x="28575" y="395954"/>
                </a:cubicBezTo>
                <a:lnTo>
                  <a:pt x="28575" y="168402"/>
                </a:lnTo>
                <a:cubicBezTo>
                  <a:pt x="28575" y="154115"/>
                  <a:pt x="40195" y="142494"/>
                  <a:pt x="54483" y="142494"/>
                </a:cubicBezTo>
                <a:lnTo>
                  <a:pt x="609029" y="142494"/>
                </a:lnTo>
                <a:cubicBezTo>
                  <a:pt x="623316" y="142494"/>
                  <a:pt x="634937" y="154115"/>
                  <a:pt x="634937" y="168402"/>
                </a:cubicBezTo>
                <a:lnTo>
                  <a:pt x="634937" y="395954"/>
                </a:lnTo>
                <a:cubicBezTo>
                  <a:pt x="634937" y="410242"/>
                  <a:pt x="623316" y="421862"/>
                  <a:pt x="609029" y="421862"/>
                </a:cubicBezTo>
                <a:lnTo>
                  <a:pt x="572548" y="421862"/>
                </a:lnTo>
                <a:cubicBezTo>
                  <a:pt x="564642" y="421862"/>
                  <a:pt x="558260" y="428244"/>
                  <a:pt x="558260" y="436150"/>
                </a:cubicBezTo>
                <a:cubicBezTo>
                  <a:pt x="558260" y="444056"/>
                  <a:pt x="564642" y="450437"/>
                  <a:pt x="572548" y="450437"/>
                </a:cubicBezTo>
                <a:lnTo>
                  <a:pt x="609029" y="450437"/>
                </a:lnTo>
                <a:cubicBezTo>
                  <a:pt x="639032" y="450437"/>
                  <a:pt x="663512" y="426053"/>
                  <a:pt x="663512" y="395954"/>
                </a:cubicBezTo>
                <a:lnTo>
                  <a:pt x="663512" y="168402"/>
                </a:lnTo>
                <a:cubicBezTo>
                  <a:pt x="663512" y="138398"/>
                  <a:pt x="639128" y="113919"/>
                  <a:pt x="609029" y="113919"/>
                </a:cubicBezTo>
                <a:close/>
                <a:moveTo>
                  <a:pt x="521399" y="363474"/>
                </a:moveTo>
                <a:cubicBezTo>
                  <a:pt x="513493" y="363474"/>
                  <a:pt x="507111" y="369856"/>
                  <a:pt x="507111" y="377762"/>
                </a:cubicBezTo>
                <a:lnTo>
                  <a:pt x="507111" y="510350"/>
                </a:lnTo>
                <a:cubicBezTo>
                  <a:pt x="507111" y="524637"/>
                  <a:pt x="495491" y="536258"/>
                  <a:pt x="481203" y="536258"/>
                </a:cubicBezTo>
                <a:lnTo>
                  <a:pt x="182213" y="536258"/>
                </a:lnTo>
                <a:cubicBezTo>
                  <a:pt x="167926" y="536258"/>
                  <a:pt x="156305" y="524637"/>
                  <a:pt x="156305" y="510350"/>
                </a:cubicBezTo>
                <a:lnTo>
                  <a:pt x="156305" y="377762"/>
                </a:lnTo>
                <a:cubicBezTo>
                  <a:pt x="156305" y="369856"/>
                  <a:pt x="149924" y="363474"/>
                  <a:pt x="142018" y="363474"/>
                </a:cubicBezTo>
                <a:cubicBezTo>
                  <a:pt x="134112" y="363474"/>
                  <a:pt x="127730" y="369856"/>
                  <a:pt x="127730" y="377762"/>
                </a:cubicBezTo>
                <a:lnTo>
                  <a:pt x="127730" y="510350"/>
                </a:lnTo>
                <a:cubicBezTo>
                  <a:pt x="127730" y="540353"/>
                  <a:pt x="152210" y="564833"/>
                  <a:pt x="182213" y="564833"/>
                </a:cubicBezTo>
                <a:lnTo>
                  <a:pt x="481108" y="564833"/>
                </a:lnTo>
                <a:cubicBezTo>
                  <a:pt x="511112" y="564833"/>
                  <a:pt x="535591" y="540449"/>
                  <a:pt x="535591" y="510350"/>
                </a:cubicBezTo>
                <a:lnTo>
                  <a:pt x="535591" y="377762"/>
                </a:lnTo>
                <a:cubicBezTo>
                  <a:pt x="535591" y="369856"/>
                  <a:pt x="529209" y="363474"/>
                  <a:pt x="521303" y="363474"/>
                </a:cubicBezTo>
                <a:close/>
                <a:moveTo>
                  <a:pt x="142113" y="92678"/>
                </a:moveTo>
                <a:cubicBezTo>
                  <a:pt x="150019" y="92678"/>
                  <a:pt x="156401" y="86297"/>
                  <a:pt x="156401" y="78391"/>
                </a:cubicBezTo>
                <a:lnTo>
                  <a:pt x="156401" y="54483"/>
                </a:lnTo>
                <a:cubicBezTo>
                  <a:pt x="156401" y="40195"/>
                  <a:pt x="168021" y="28575"/>
                  <a:pt x="182309" y="28575"/>
                </a:cubicBezTo>
                <a:lnTo>
                  <a:pt x="481203" y="28575"/>
                </a:lnTo>
                <a:cubicBezTo>
                  <a:pt x="495491" y="28575"/>
                  <a:pt x="507111" y="40195"/>
                  <a:pt x="507111" y="54483"/>
                </a:cubicBezTo>
                <a:lnTo>
                  <a:pt x="507111" y="78391"/>
                </a:lnTo>
                <a:cubicBezTo>
                  <a:pt x="507111" y="86297"/>
                  <a:pt x="513493" y="92678"/>
                  <a:pt x="521399" y="92678"/>
                </a:cubicBezTo>
                <a:cubicBezTo>
                  <a:pt x="529304" y="92678"/>
                  <a:pt x="535686" y="86297"/>
                  <a:pt x="535686" y="78391"/>
                </a:cubicBezTo>
                <a:lnTo>
                  <a:pt x="535686" y="54483"/>
                </a:lnTo>
                <a:cubicBezTo>
                  <a:pt x="535686" y="24479"/>
                  <a:pt x="511207" y="0"/>
                  <a:pt x="481203" y="0"/>
                </a:cubicBezTo>
                <a:lnTo>
                  <a:pt x="182213" y="0"/>
                </a:lnTo>
                <a:cubicBezTo>
                  <a:pt x="152210" y="0"/>
                  <a:pt x="127730" y="24384"/>
                  <a:pt x="127730" y="54483"/>
                </a:cubicBezTo>
                <a:lnTo>
                  <a:pt x="127730" y="78391"/>
                </a:lnTo>
                <a:cubicBezTo>
                  <a:pt x="127730" y="86297"/>
                  <a:pt x="134112" y="92678"/>
                  <a:pt x="142018" y="92678"/>
                </a:cubicBezTo>
                <a:close/>
                <a:moveTo>
                  <a:pt x="445961" y="363569"/>
                </a:moveTo>
                <a:lnTo>
                  <a:pt x="217456" y="363569"/>
                </a:lnTo>
                <a:cubicBezTo>
                  <a:pt x="209550" y="363569"/>
                  <a:pt x="203168" y="369951"/>
                  <a:pt x="203168" y="377857"/>
                </a:cubicBezTo>
                <a:cubicBezTo>
                  <a:pt x="203168" y="385763"/>
                  <a:pt x="209550" y="392144"/>
                  <a:pt x="217456" y="392144"/>
                </a:cubicBezTo>
                <a:lnTo>
                  <a:pt x="445961" y="392144"/>
                </a:lnTo>
                <a:cubicBezTo>
                  <a:pt x="453866" y="392144"/>
                  <a:pt x="460248" y="385763"/>
                  <a:pt x="460248" y="377857"/>
                </a:cubicBezTo>
                <a:cubicBezTo>
                  <a:pt x="460248" y="369951"/>
                  <a:pt x="453866" y="363569"/>
                  <a:pt x="445961" y="363569"/>
                </a:cubicBezTo>
                <a:close/>
                <a:moveTo>
                  <a:pt x="445961" y="421862"/>
                </a:moveTo>
                <a:lnTo>
                  <a:pt x="217456" y="421862"/>
                </a:lnTo>
                <a:cubicBezTo>
                  <a:pt x="209550" y="421862"/>
                  <a:pt x="203168" y="428244"/>
                  <a:pt x="203168" y="436150"/>
                </a:cubicBezTo>
                <a:cubicBezTo>
                  <a:pt x="203168" y="444056"/>
                  <a:pt x="209550" y="450437"/>
                  <a:pt x="217456" y="450437"/>
                </a:cubicBezTo>
                <a:lnTo>
                  <a:pt x="445961" y="450437"/>
                </a:lnTo>
                <a:cubicBezTo>
                  <a:pt x="453866" y="450437"/>
                  <a:pt x="460248" y="444056"/>
                  <a:pt x="460248" y="436150"/>
                </a:cubicBezTo>
                <a:cubicBezTo>
                  <a:pt x="460248" y="428244"/>
                  <a:pt x="453866" y="421862"/>
                  <a:pt x="445961" y="421862"/>
                </a:cubicBezTo>
                <a:close/>
                <a:moveTo>
                  <a:pt x="608362" y="187547"/>
                </a:moveTo>
                <a:cubicBezTo>
                  <a:pt x="608362" y="177070"/>
                  <a:pt x="599789" y="168497"/>
                  <a:pt x="589312" y="168497"/>
                </a:cubicBezTo>
                <a:cubicBezTo>
                  <a:pt x="578834" y="168497"/>
                  <a:pt x="570262" y="177070"/>
                  <a:pt x="570262" y="187547"/>
                </a:cubicBezTo>
                <a:cubicBezTo>
                  <a:pt x="570262" y="198025"/>
                  <a:pt x="578834" y="206597"/>
                  <a:pt x="589312" y="206597"/>
                </a:cubicBezTo>
                <a:cubicBezTo>
                  <a:pt x="599789" y="206597"/>
                  <a:pt x="608362" y="198025"/>
                  <a:pt x="608362" y="187547"/>
                </a:cubicBezTo>
                <a:close/>
                <a:moveTo>
                  <a:pt x="551212" y="187547"/>
                </a:moveTo>
                <a:cubicBezTo>
                  <a:pt x="551212" y="177070"/>
                  <a:pt x="542639" y="168497"/>
                  <a:pt x="532162" y="168497"/>
                </a:cubicBezTo>
                <a:cubicBezTo>
                  <a:pt x="521684" y="168497"/>
                  <a:pt x="513112" y="177070"/>
                  <a:pt x="513112" y="187547"/>
                </a:cubicBezTo>
                <a:cubicBezTo>
                  <a:pt x="513112" y="198025"/>
                  <a:pt x="521684" y="206597"/>
                  <a:pt x="532162" y="206597"/>
                </a:cubicBezTo>
                <a:cubicBezTo>
                  <a:pt x="542639" y="206597"/>
                  <a:pt x="551212" y="198025"/>
                  <a:pt x="551212" y="18754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rial"/>
              <a:buNone/>
              <a:tabLst/>
              <a:defRPr/>
            </a:pPr>
            <a:endParaRPr kumimoji="0" sz="20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1" name="Google Shape;2783;p17">
            <a:extLst>
              <a:ext uri="{FF2B5EF4-FFF2-40B4-BE49-F238E27FC236}">
                <a16:creationId xmlns:a16="http://schemas.microsoft.com/office/drawing/2014/main" id="{0A574949-93EB-9C54-D114-656444D5AF44}"/>
              </a:ext>
            </a:extLst>
          </p:cNvPr>
          <p:cNvSpPr/>
          <p:nvPr/>
        </p:nvSpPr>
        <p:spPr>
          <a:xfrm>
            <a:off x="9144464" y="5567748"/>
            <a:ext cx="256738" cy="223196"/>
          </a:xfrm>
          <a:custGeom>
            <a:avLst/>
            <a:gdLst/>
            <a:ahLst/>
            <a:cxnLst/>
            <a:rect l="l" t="t" r="r" b="b"/>
            <a:pathLst>
              <a:path w="545673" h="474383" extrusionOk="0">
                <a:moveTo>
                  <a:pt x="541414" y="332110"/>
                </a:moveTo>
                <a:lnTo>
                  <a:pt x="213676" y="4448"/>
                </a:lnTo>
                <a:cubicBezTo>
                  <a:pt x="207745" y="-1483"/>
                  <a:pt x="198087" y="-1483"/>
                  <a:pt x="192156" y="4448"/>
                </a:cubicBezTo>
                <a:lnTo>
                  <a:pt x="51100" y="145505"/>
                </a:lnTo>
                <a:cubicBezTo>
                  <a:pt x="48210" y="148395"/>
                  <a:pt x="46613" y="152197"/>
                  <a:pt x="46613" y="156227"/>
                </a:cubicBezTo>
                <a:cubicBezTo>
                  <a:pt x="46613" y="160257"/>
                  <a:pt x="48210" y="164135"/>
                  <a:pt x="51100" y="166949"/>
                </a:cubicBezTo>
                <a:lnTo>
                  <a:pt x="172233" y="288082"/>
                </a:lnTo>
                <a:lnTo>
                  <a:pt x="100755" y="359561"/>
                </a:lnTo>
                <a:lnTo>
                  <a:pt x="30417" y="359561"/>
                </a:lnTo>
                <a:lnTo>
                  <a:pt x="30417" y="278729"/>
                </a:lnTo>
                <a:cubicBezTo>
                  <a:pt x="30417" y="270365"/>
                  <a:pt x="23573" y="263521"/>
                  <a:pt x="15208" y="263521"/>
                </a:cubicBezTo>
                <a:cubicBezTo>
                  <a:pt x="6844" y="263521"/>
                  <a:pt x="0" y="270365"/>
                  <a:pt x="0" y="278729"/>
                </a:cubicBezTo>
                <a:lnTo>
                  <a:pt x="0" y="459175"/>
                </a:lnTo>
                <a:cubicBezTo>
                  <a:pt x="0" y="467540"/>
                  <a:pt x="6844" y="474384"/>
                  <a:pt x="15208" y="474384"/>
                </a:cubicBezTo>
                <a:cubicBezTo>
                  <a:pt x="23573" y="474384"/>
                  <a:pt x="30417" y="467540"/>
                  <a:pt x="30417" y="459175"/>
                </a:cubicBezTo>
                <a:lnTo>
                  <a:pt x="30417" y="389978"/>
                </a:lnTo>
                <a:lnTo>
                  <a:pt x="106990" y="389978"/>
                </a:lnTo>
                <a:cubicBezTo>
                  <a:pt x="111020" y="389978"/>
                  <a:pt x="114898" y="388381"/>
                  <a:pt x="117712" y="385491"/>
                </a:cubicBezTo>
                <a:lnTo>
                  <a:pt x="193677" y="309526"/>
                </a:lnTo>
                <a:lnTo>
                  <a:pt x="316864" y="432713"/>
                </a:lnTo>
                <a:cubicBezTo>
                  <a:pt x="319830" y="435679"/>
                  <a:pt x="323708" y="437199"/>
                  <a:pt x="327586" y="437199"/>
                </a:cubicBezTo>
                <a:cubicBezTo>
                  <a:pt x="331464" y="437199"/>
                  <a:pt x="335342" y="435679"/>
                  <a:pt x="338308" y="432713"/>
                </a:cubicBezTo>
                <a:lnTo>
                  <a:pt x="398760" y="372260"/>
                </a:lnTo>
                <a:cubicBezTo>
                  <a:pt x="402638" y="368382"/>
                  <a:pt x="407885" y="366025"/>
                  <a:pt x="413360" y="365645"/>
                </a:cubicBezTo>
                <a:lnTo>
                  <a:pt x="531452" y="357888"/>
                </a:lnTo>
                <a:cubicBezTo>
                  <a:pt x="537384" y="357508"/>
                  <a:pt x="542554" y="353630"/>
                  <a:pt x="544683" y="348079"/>
                </a:cubicBezTo>
                <a:cubicBezTo>
                  <a:pt x="546813" y="342528"/>
                  <a:pt x="545444" y="336217"/>
                  <a:pt x="541186" y="331958"/>
                </a:cubicBezTo>
                <a:close/>
                <a:moveTo>
                  <a:pt x="411535" y="335456"/>
                </a:moveTo>
                <a:cubicBezTo>
                  <a:pt x="398684" y="336293"/>
                  <a:pt x="386518" y="341768"/>
                  <a:pt x="377393" y="350969"/>
                </a:cubicBezTo>
                <a:lnTo>
                  <a:pt x="327738" y="400624"/>
                </a:lnTo>
                <a:lnTo>
                  <a:pt x="83341" y="156303"/>
                </a:lnTo>
                <a:lnTo>
                  <a:pt x="202954" y="36690"/>
                </a:lnTo>
                <a:lnTo>
                  <a:pt x="496169" y="329905"/>
                </a:lnTo>
                <a:lnTo>
                  <a:pt x="411535" y="335456"/>
                </a:lnTo>
                <a:close/>
                <a:moveTo>
                  <a:pt x="311541" y="286333"/>
                </a:moveTo>
                <a:cubicBezTo>
                  <a:pt x="305610" y="280402"/>
                  <a:pt x="305306" y="270517"/>
                  <a:pt x="311237" y="264586"/>
                </a:cubicBezTo>
                <a:cubicBezTo>
                  <a:pt x="317168" y="258654"/>
                  <a:pt x="326521" y="258350"/>
                  <a:pt x="332452" y="264282"/>
                </a:cubicBezTo>
                <a:lnTo>
                  <a:pt x="332985" y="264814"/>
                </a:lnTo>
                <a:cubicBezTo>
                  <a:pt x="338916" y="270745"/>
                  <a:pt x="338916" y="280402"/>
                  <a:pt x="332985" y="286333"/>
                </a:cubicBezTo>
                <a:cubicBezTo>
                  <a:pt x="330019" y="289299"/>
                  <a:pt x="326141" y="290820"/>
                  <a:pt x="322263" y="290820"/>
                </a:cubicBezTo>
                <a:cubicBezTo>
                  <a:pt x="318385" y="290820"/>
                  <a:pt x="314507" y="289299"/>
                  <a:pt x="311541" y="286333"/>
                </a:cubicBezTo>
                <a:close/>
                <a:moveTo>
                  <a:pt x="349181" y="323974"/>
                </a:moveTo>
                <a:cubicBezTo>
                  <a:pt x="343250" y="318043"/>
                  <a:pt x="343250" y="308385"/>
                  <a:pt x="349181" y="302454"/>
                </a:cubicBezTo>
                <a:cubicBezTo>
                  <a:pt x="355113" y="296523"/>
                  <a:pt x="364770" y="296523"/>
                  <a:pt x="370701" y="302454"/>
                </a:cubicBezTo>
                <a:lnTo>
                  <a:pt x="371233" y="302987"/>
                </a:lnTo>
                <a:cubicBezTo>
                  <a:pt x="377165" y="308918"/>
                  <a:pt x="377165" y="318575"/>
                  <a:pt x="371233" y="324506"/>
                </a:cubicBezTo>
                <a:cubicBezTo>
                  <a:pt x="368268" y="327472"/>
                  <a:pt x="364390" y="328993"/>
                  <a:pt x="360512" y="328993"/>
                </a:cubicBezTo>
                <a:cubicBezTo>
                  <a:pt x="356633" y="328993"/>
                  <a:pt x="352755" y="327472"/>
                  <a:pt x="349790" y="324506"/>
                </a:cubicBezTo>
                <a:lnTo>
                  <a:pt x="349257" y="323974"/>
                </a:lnTo>
                <a:close/>
                <a:moveTo>
                  <a:pt x="180294" y="112123"/>
                </a:moveTo>
                <a:cubicBezTo>
                  <a:pt x="186225" y="118054"/>
                  <a:pt x="186225" y="127711"/>
                  <a:pt x="180294" y="133643"/>
                </a:cubicBezTo>
                <a:cubicBezTo>
                  <a:pt x="177328" y="136608"/>
                  <a:pt x="173450" y="138129"/>
                  <a:pt x="169572" y="138129"/>
                </a:cubicBezTo>
                <a:cubicBezTo>
                  <a:pt x="165694" y="138129"/>
                  <a:pt x="161816" y="136608"/>
                  <a:pt x="158850" y="133643"/>
                </a:cubicBezTo>
                <a:lnTo>
                  <a:pt x="158318" y="133110"/>
                </a:lnTo>
                <a:cubicBezTo>
                  <a:pt x="152387" y="127179"/>
                  <a:pt x="152387" y="117522"/>
                  <a:pt x="158318" y="111591"/>
                </a:cubicBezTo>
                <a:cubicBezTo>
                  <a:pt x="164249" y="105659"/>
                  <a:pt x="173906" y="105659"/>
                  <a:pt x="179838" y="111591"/>
                </a:cubicBezTo>
                <a:lnTo>
                  <a:pt x="180370" y="112123"/>
                </a:lnTo>
                <a:close/>
                <a:moveTo>
                  <a:pt x="272760" y="247628"/>
                </a:moveTo>
                <a:cubicBezTo>
                  <a:pt x="266829" y="241697"/>
                  <a:pt x="266829" y="232040"/>
                  <a:pt x="272760" y="226109"/>
                </a:cubicBezTo>
                <a:cubicBezTo>
                  <a:pt x="278691" y="220178"/>
                  <a:pt x="288348" y="220178"/>
                  <a:pt x="294280" y="226109"/>
                </a:cubicBezTo>
                <a:lnTo>
                  <a:pt x="294812" y="226641"/>
                </a:lnTo>
                <a:cubicBezTo>
                  <a:pt x="300743" y="232572"/>
                  <a:pt x="300743" y="242230"/>
                  <a:pt x="294812" y="248161"/>
                </a:cubicBezTo>
                <a:cubicBezTo>
                  <a:pt x="291846" y="251126"/>
                  <a:pt x="287968" y="252647"/>
                  <a:pt x="284090" y="252647"/>
                </a:cubicBezTo>
                <a:cubicBezTo>
                  <a:pt x="280212" y="252647"/>
                  <a:pt x="276334" y="251126"/>
                  <a:pt x="273368" y="248161"/>
                </a:cubicBezTo>
                <a:lnTo>
                  <a:pt x="272836" y="247628"/>
                </a:lnTo>
                <a:close/>
                <a:moveTo>
                  <a:pt x="196415" y="149763"/>
                </a:moveTo>
                <a:cubicBezTo>
                  <a:pt x="202346" y="143832"/>
                  <a:pt x="212003" y="143832"/>
                  <a:pt x="217934" y="149763"/>
                </a:cubicBezTo>
                <a:lnTo>
                  <a:pt x="218467" y="150296"/>
                </a:lnTo>
                <a:cubicBezTo>
                  <a:pt x="224398" y="156227"/>
                  <a:pt x="224398" y="165884"/>
                  <a:pt x="218467" y="171815"/>
                </a:cubicBezTo>
                <a:cubicBezTo>
                  <a:pt x="215501" y="174781"/>
                  <a:pt x="211623" y="176302"/>
                  <a:pt x="207745" y="176302"/>
                </a:cubicBezTo>
                <a:cubicBezTo>
                  <a:pt x="203867" y="176302"/>
                  <a:pt x="199988" y="174781"/>
                  <a:pt x="197023" y="171815"/>
                </a:cubicBezTo>
                <a:lnTo>
                  <a:pt x="196491" y="171283"/>
                </a:lnTo>
                <a:cubicBezTo>
                  <a:pt x="190559" y="165352"/>
                  <a:pt x="190559" y="155695"/>
                  <a:pt x="196491" y="149763"/>
                </a:cubicBezTo>
                <a:close/>
                <a:moveTo>
                  <a:pt x="234587" y="209456"/>
                </a:moveTo>
                <a:cubicBezTo>
                  <a:pt x="228656" y="203525"/>
                  <a:pt x="228656" y="193867"/>
                  <a:pt x="234587" y="187936"/>
                </a:cubicBezTo>
                <a:cubicBezTo>
                  <a:pt x="240518" y="182005"/>
                  <a:pt x="250176" y="182005"/>
                  <a:pt x="256107" y="187936"/>
                </a:cubicBezTo>
                <a:lnTo>
                  <a:pt x="256639" y="188468"/>
                </a:lnTo>
                <a:cubicBezTo>
                  <a:pt x="262570" y="194400"/>
                  <a:pt x="262570" y="204057"/>
                  <a:pt x="256639" y="209988"/>
                </a:cubicBezTo>
                <a:cubicBezTo>
                  <a:pt x="253674" y="212954"/>
                  <a:pt x="249796" y="214474"/>
                  <a:pt x="245917" y="214474"/>
                </a:cubicBezTo>
                <a:cubicBezTo>
                  <a:pt x="242039" y="214474"/>
                  <a:pt x="238161" y="212954"/>
                  <a:pt x="235196" y="209988"/>
                </a:cubicBezTo>
                <a:lnTo>
                  <a:pt x="234663" y="209456"/>
                </a:lnTo>
                <a:close/>
                <a:moveTo>
                  <a:pt x="478908" y="407924"/>
                </a:moveTo>
                <a:cubicBezTo>
                  <a:pt x="467045" y="428151"/>
                  <a:pt x="445146" y="441686"/>
                  <a:pt x="420052" y="441686"/>
                </a:cubicBezTo>
                <a:cubicBezTo>
                  <a:pt x="411839" y="441686"/>
                  <a:pt x="403931" y="440241"/>
                  <a:pt x="396631" y="437580"/>
                </a:cubicBezTo>
                <a:cubicBezTo>
                  <a:pt x="386137" y="433778"/>
                  <a:pt x="383172" y="420394"/>
                  <a:pt x="391080" y="412486"/>
                </a:cubicBezTo>
                <a:lnTo>
                  <a:pt x="410927" y="392639"/>
                </a:lnTo>
                <a:cubicBezTo>
                  <a:pt x="413512" y="390054"/>
                  <a:pt x="417010" y="388457"/>
                  <a:pt x="420660" y="388229"/>
                </a:cubicBezTo>
                <a:lnTo>
                  <a:pt x="464536" y="385339"/>
                </a:lnTo>
                <a:cubicBezTo>
                  <a:pt x="476551" y="384579"/>
                  <a:pt x="484915" y="397506"/>
                  <a:pt x="478832" y="40792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rial"/>
              <a:buNone/>
              <a:tabLst/>
              <a:defRPr/>
            </a:pPr>
            <a:endParaRPr kumimoji="0" sz="20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2" name="Google Shape;2784;p17">
            <a:extLst>
              <a:ext uri="{FF2B5EF4-FFF2-40B4-BE49-F238E27FC236}">
                <a16:creationId xmlns:a16="http://schemas.microsoft.com/office/drawing/2014/main" id="{4C47390C-D2B4-BEB2-A87F-EE3CD05AF86E}"/>
              </a:ext>
            </a:extLst>
          </p:cNvPr>
          <p:cNvSpPr/>
          <p:nvPr/>
        </p:nvSpPr>
        <p:spPr>
          <a:xfrm>
            <a:off x="9970062" y="5565129"/>
            <a:ext cx="229211" cy="228433"/>
          </a:xfrm>
          <a:custGeom>
            <a:avLst/>
            <a:gdLst/>
            <a:ahLst/>
            <a:cxnLst/>
            <a:rect l="l" t="t" r="r" b="b"/>
            <a:pathLst>
              <a:path w="532637" h="530828" extrusionOk="0">
                <a:moveTo>
                  <a:pt x="470344" y="530828"/>
                </a:moveTo>
                <a:lnTo>
                  <a:pt x="134112" y="530828"/>
                </a:lnTo>
                <a:cubicBezTo>
                  <a:pt x="99709" y="530828"/>
                  <a:pt x="71819" y="502938"/>
                  <a:pt x="71819" y="468535"/>
                </a:cubicBezTo>
                <a:lnTo>
                  <a:pt x="71819" y="132302"/>
                </a:lnTo>
                <a:cubicBezTo>
                  <a:pt x="71871" y="97920"/>
                  <a:pt x="99730" y="70061"/>
                  <a:pt x="134112" y="70009"/>
                </a:cubicBezTo>
                <a:lnTo>
                  <a:pt x="470344" y="70009"/>
                </a:lnTo>
                <a:cubicBezTo>
                  <a:pt x="504705" y="70114"/>
                  <a:pt x="532533" y="97942"/>
                  <a:pt x="532638" y="132302"/>
                </a:cubicBezTo>
                <a:lnTo>
                  <a:pt x="532638" y="468535"/>
                </a:lnTo>
                <a:cubicBezTo>
                  <a:pt x="532586" y="502917"/>
                  <a:pt x="504727" y="530776"/>
                  <a:pt x="470344" y="530828"/>
                </a:cubicBezTo>
                <a:close/>
                <a:moveTo>
                  <a:pt x="134112" y="98584"/>
                </a:moveTo>
                <a:cubicBezTo>
                  <a:pt x="115512" y="98636"/>
                  <a:pt x="100446" y="113702"/>
                  <a:pt x="100394" y="132302"/>
                </a:cubicBezTo>
                <a:lnTo>
                  <a:pt x="100394" y="468535"/>
                </a:lnTo>
                <a:cubicBezTo>
                  <a:pt x="100446" y="487135"/>
                  <a:pt x="115512" y="502201"/>
                  <a:pt x="134112" y="502253"/>
                </a:cubicBezTo>
                <a:lnTo>
                  <a:pt x="470344" y="502253"/>
                </a:lnTo>
                <a:cubicBezTo>
                  <a:pt x="488945" y="502201"/>
                  <a:pt x="504011" y="487135"/>
                  <a:pt x="504063" y="468535"/>
                </a:cubicBezTo>
                <a:lnTo>
                  <a:pt x="504063" y="132302"/>
                </a:lnTo>
                <a:cubicBezTo>
                  <a:pt x="504011" y="113702"/>
                  <a:pt x="488945" y="98636"/>
                  <a:pt x="470344" y="98584"/>
                </a:cubicBezTo>
                <a:close/>
                <a:moveTo>
                  <a:pt x="38100" y="407575"/>
                </a:moveTo>
                <a:cubicBezTo>
                  <a:pt x="38100" y="397053"/>
                  <a:pt x="29571" y="388525"/>
                  <a:pt x="19050" y="388525"/>
                </a:cubicBezTo>
                <a:cubicBezTo>
                  <a:pt x="8529" y="388525"/>
                  <a:pt x="0" y="397053"/>
                  <a:pt x="0" y="407575"/>
                </a:cubicBezTo>
                <a:lnTo>
                  <a:pt x="0" y="407575"/>
                </a:lnTo>
                <a:cubicBezTo>
                  <a:pt x="0" y="418096"/>
                  <a:pt x="8529" y="426625"/>
                  <a:pt x="19050" y="426625"/>
                </a:cubicBezTo>
                <a:cubicBezTo>
                  <a:pt x="29571" y="426625"/>
                  <a:pt x="38100" y="418096"/>
                  <a:pt x="38100" y="407575"/>
                </a:cubicBezTo>
                <a:close/>
                <a:moveTo>
                  <a:pt x="19050" y="359950"/>
                </a:moveTo>
                <a:cubicBezTo>
                  <a:pt x="8529" y="359950"/>
                  <a:pt x="0" y="351421"/>
                  <a:pt x="0" y="340900"/>
                </a:cubicBezTo>
                <a:lnTo>
                  <a:pt x="0" y="339947"/>
                </a:lnTo>
                <a:cubicBezTo>
                  <a:pt x="0" y="329426"/>
                  <a:pt x="8529" y="320897"/>
                  <a:pt x="19050" y="320897"/>
                </a:cubicBezTo>
                <a:cubicBezTo>
                  <a:pt x="29571" y="320897"/>
                  <a:pt x="38100" y="329426"/>
                  <a:pt x="38100" y="339947"/>
                </a:cubicBezTo>
                <a:cubicBezTo>
                  <a:pt x="38626" y="350455"/>
                  <a:pt x="30534" y="359400"/>
                  <a:pt x="20026" y="359926"/>
                </a:cubicBezTo>
                <a:cubicBezTo>
                  <a:pt x="19701" y="359942"/>
                  <a:pt x="19376" y="359950"/>
                  <a:pt x="19050" y="359950"/>
                </a:cubicBezTo>
                <a:close/>
                <a:moveTo>
                  <a:pt x="19050" y="293275"/>
                </a:moveTo>
                <a:cubicBezTo>
                  <a:pt x="8529" y="293275"/>
                  <a:pt x="0" y="284746"/>
                  <a:pt x="0" y="274225"/>
                </a:cubicBezTo>
                <a:lnTo>
                  <a:pt x="0" y="273272"/>
                </a:lnTo>
                <a:cubicBezTo>
                  <a:pt x="0" y="262751"/>
                  <a:pt x="8529" y="254222"/>
                  <a:pt x="19050" y="254222"/>
                </a:cubicBezTo>
                <a:cubicBezTo>
                  <a:pt x="29571" y="254222"/>
                  <a:pt x="38100" y="262751"/>
                  <a:pt x="38100" y="273272"/>
                </a:cubicBezTo>
                <a:cubicBezTo>
                  <a:pt x="38363" y="283790"/>
                  <a:pt x="30050" y="292530"/>
                  <a:pt x="19532" y="292793"/>
                </a:cubicBezTo>
                <a:cubicBezTo>
                  <a:pt x="19372" y="292797"/>
                  <a:pt x="19211" y="292798"/>
                  <a:pt x="19050" y="292798"/>
                </a:cubicBezTo>
                <a:close/>
                <a:moveTo>
                  <a:pt x="19050" y="226600"/>
                </a:moveTo>
                <a:cubicBezTo>
                  <a:pt x="8529" y="226600"/>
                  <a:pt x="0" y="218071"/>
                  <a:pt x="0" y="207550"/>
                </a:cubicBezTo>
                <a:lnTo>
                  <a:pt x="0" y="206597"/>
                </a:lnTo>
                <a:cubicBezTo>
                  <a:pt x="0" y="196076"/>
                  <a:pt x="8529" y="187547"/>
                  <a:pt x="19050" y="187547"/>
                </a:cubicBezTo>
                <a:cubicBezTo>
                  <a:pt x="29571" y="187547"/>
                  <a:pt x="38100" y="196076"/>
                  <a:pt x="38100" y="206597"/>
                </a:cubicBezTo>
                <a:cubicBezTo>
                  <a:pt x="38152" y="217119"/>
                  <a:pt x="29667" y="225690"/>
                  <a:pt x="19145" y="225743"/>
                </a:cubicBezTo>
                <a:cubicBezTo>
                  <a:pt x="19114" y="225743"/>
                  <a:pt x="19081" y="225743"/>
                  <a:pt x="19050" y="225743"/>
                </a:cubicBezTo>
                <a:close/>
                <a:moveTo>
                  <a:pt x="19050" y="159448"/>
                </a:moveTo>
                <a:cubicBezTo>
                  <a:pt x="8713" y="159451"/>
                  <a:pt x="258" y="151209"/>
                  <a:pt x="0" y="140875"/>
                </a:cubicBezTo>
                <a:lnTo>
                  <a:pt x="0" y="139922"/>
                </a:lnTo>
                <a:cubicBezTo>
                  <a:pt x="0" y="129401"/>
                  <a:pt x="8529" y="120872"/>
                  <a:pt x="19050" y="120872"/>
                </a:cubicBezTo>
                <a:cubicBezTo>
                  <a:pt x="29571" y="120872"/>
                  <a:pt x="38100" y="129401"/>
                  <a:pt x="38100" y="139922"/>
                </a:cubicBezTo>
                <a:cubicBezTo>
                  <a:pt x="37892" y="150294"/>
                  <a:pt x="29424" y="158593"/>
                  <a:pt x="19050" y="158591"/>
                </a:cubicBezTo>
                <a:close/>
                <a:moveTo>
                  <a:pt x="27813" y="93631"/>
                </a:moveTo>
                <a:cubicBezTo>
                  <a:pt x="25107" y="93622"/>
                  <a:pt x="22437" y="93004"/>
                  <a:pt x="20002" y="91821"/>
                </a:cubicBezTo>
                <a:cubicBezTo>
                  <a:pt x="10603" y="87496"/>
                  <a:pt x="6374" y="76459"/>
                  <a:pt x="10477" y="66961"/>
                </a:cubicBezTo>
                <a:lnTo>
                  <a:pt x="10954" y="66008"/>
                </a:lnTo>
                <a:cubicBezTo>
                  <a:pt x="15247" y="56403"/>
                  <a:pt x="26513" y="52096"/>
                  <a:pt x="36119" y="56388"/>
                </a:cubicBezTo>
                <a:cubicBezTo>
                  <a:pt x="45724" y="60681"/>
                  <a:pt x="50031" y="71948"/>
                  <a:pt x="45738" y="81553"/>
                </a:cubicBezTo>
                <a:cubicBezTo>
                  <a:pt x="45612" y="81836"/>
                  <a:pt x="45479" y="82115"/>
                  <a:pt x="45339" y="82391"/>
                </a:cubicBezTo>
                <a:cubicBezTo>
                  <a:pt x="41860" y="88821"/>
                  <a:pt x="35123" y="92811"/>
                  <a:pt x="27813" y="92773"/>
                </a:cubicBezTo>
                <a:close/>
                <a:moveTo>
                  <a:pt x="74771" y="47053"/>
                </a:moveTo>
                <a:cubicBezTo>
                  <a:pt x="67341" y="47144"/>
                  <a:pt x="60535" y="42904"/>
                  <a:pt x="57341" y="36195"/>
                </a:cubicBezTo>
                <a:cubicBezTo>
                  <a:pt x="52470" y="26869"/>
                  <a:pt x="56083" y="15361"/>
                  <a:pt x="65410" y="10491"/>
                </a:cubicBezTo>
                <a:cubicBezTo>
                  <a:pt x="65607" y="10388"/>
                  <a:pt x="65807" y="10288"/>
                  <a:pt x="66008" y="10192"/>
                </a:cubicBezTo>
                <a:lnTo>
                  <a:pt x="67056" y="9620"/>
                </a:lnTo>
                <a:cubicBezTo>
                  <a:pt x="76631" y="5227"/>
                  <a:pt x="87952" y="9428"/>
                  <a:pt x="92345" y="19002"/>
                </a:cubicBezTo>
                <a:cubicBezTo>
                  <a:pt x="96738" y="28577"/>
                  <a:pt x="92537" y="39898"/>
                  <a:pt x="82963" y="44291"/>
                </a:cubicBezTo>
                <a:cubicBezTo>
                  <a:pt x="80394" y="45486"/>
                  <a:pt x="77604" y="46134"/>
                  <a:pt x="74771" y="46196"/>
                </a:cubicBezTo>
                <a:close/>
                <a:moveTo>
                  <a:pt x="342138" y="38100"/>
                </a:moveTo>
                <a:cubicBezTo>
                  <a:pt x="331617" y="38100"/>
                  <a:pt x="323088" y="29571"/>
                  <a:pt x="323088" y="19050"/>
                </a:cubicBezTo>
                <a:cubicBezTo>
                  <a:pt x="323088" y="8529"/>
                  <a:pt x="331617" y="0"/>
                  <a:pt x="342138" y="0"/>
                </a:cubicBezTo>
                <a:lnTo>
                  <a:pt x="342995" y="0"/>
                </a:lnTo>
                <a:cubicBezTo>
                  <a:pt x="353517" y="0"/>
                  <a:pt x="362045" y="8529"/>
                  <a:pt x="362045" y="19050"/>
                </a:cubicBezTo>
                <a:cubicBezTo>
                  <a:pt x="362045" y="29571"/>
                  <a:pt x="353517" y="38100"/>
                  <a:pt x="342995" y="38100"/>
                </a:cubicBezTo>
                <a:close/>
                <a:moveTo>
                  <a:pt x="275463" y="38100"/>
                </a:moveTo>
                <a:cubicBezTo>
                  <a:pt x="264946" y="38363"/>
                  <a:pt x="256205" y="30050"/>
                  <a:pt x="255942" y="19532"/>
                </a:cubicBezTo>
                <a:cubicBezTo>
                  <a:pt x="255939" y="19372"/>
                  <a:pt x="255937" y="19211"/>
                  <a:pt x="255937" y="19050"/>
                </a:cubicBezTo>
                <a:cubicBezTo>
                  <a:pt x="255937" y="8529"/>
                  <a:pt x="264465" y="0"/>
                  <a:pt x="274987" y="0"/>
                </a:cubicBezTo>
                <a:lnTo>
                  <a:pt x="275939" y="0"/>
                </a:lnTo>
                <a:cubicBezTo>
                  <a:pt x="286461" y="0"/>
                  <a:pt x="294989" y="8529"/>
                  <a:pt x="294989" y="19050"/>
                </a:cubicBezTo>
                <a:cubicBezTo>
                  <a:pt x="294989" y="29571"/>
                  <a:pt x="286461" y="38100"/>
                  <a:pt x="275939" y="38100"/>
                </a:cubicBezTo>
                <a:close/>
                <a:moveTo>
                  <a:pt x="208312" y="38100"/>
                </a:moveTo>
                <a:cubicBezTo>
                  <a:pt x="197790" y="38100"/>
                  <a:pt x="189262" y="29571"/>
                  <a:pt x="189262" y="19050"/>
                </a:cubicBezTo>
                <a:cubicBezTo>
                  <a:pt x="189262" y="8529"/>
                  <a:pt x="197790" y="0"/>
                  <a:pt x="208312" y="0"/>
                </a:cubicBezTo>
                <a:lnTo>
                  <a:pt x="209264" y="0"/>
                </a:lnTo>
                <a:cubicBezTo>
                  <a:pt x="219786" y="0"/>
                  <a:pt x="228314" y="8529"/>
                  <a:pt x="228314" y="19050"/>
                </a:cubicBezTo>
                <a:cubicBezTo>
                  <a:pt x="228314" y="29571"/>
                  <a:pt x="219786" y="38100"/>
                  <a:pt x="209264" y="38100"/>
                </a:cubicBezTo>
                <a:close/>
                <a:moveTo>
                  <a:pt x="141637" y="38100"/>
                </a:moveTo>
                <a:cubicBezTo>
                  <a:pt x="131115" y="38100"/>
                  <a:pt x="122587" y="29571"/>
                  <a:pt x="122587" y="19050"/>
                </a:cubicBezTo>
                <a:cubicBezTo>
                  <a:pt x="122584" y="8713"/>
                  <a:pt x="130826" y="258"/>
                  <a:pt x="141161" y="0"/>
                </a:cubicBezTo>
                <a:lnTo>
                  <a:pt x="142113" y="0"/>
                </a:lnTo>
                <a:cubicBezTo>
                  <a:pt x="152634" y="0"/>
                  <a:pt x="161163" y="8529"/>
                  <a:pt x="161163" y="19050"/>
                </a:cubicBezTo>
                <a:cubicBezTo>
                  <a:pt x="161163" y="29571"/>
                  <a:pt x="152634" y="38100"/>
                  <a:pt x="142113" y="38100"/>
                </a:cubicBezTo>
                <a:close/>
                <a:moveTo>
                  <a:pt x="428720" y="19050"/>
                </a:moveTo>
                <a:cubicBezTo>
                  <a:pt x="428720" y="8529"/>
                  <a:pt x="420192" y="0"/>
                  <a:pt x="409670" y="0"/>
                </a:cubicBezTo>
                <a:lnTo>
                  <a:pt x="409670" y="0"/>
                </a:lnTo>
                <a:cubicBezTo>
                  <a:pt x="399149" y="0"/>
                  <a:pt x="390620" y="8529"/>
                  <a:pt x="390620" y="19050"/>
                </a:cubicBezTo>
                <a:cubicBezTo>
                  <a:pt x="390620" y="29571"/>
                  <a:pt x="399149" y="38100"/>
                  <a:pt x="409670" y="38100"/>
                </a:cubicBezTo>
                <a:cubicBezTo>
                  <a:pt x="420183" y="37690"/>
                  <a:pt x="428374" y="28835"/>
                  <a:pt x="427964" y="18322"/>
                </a:cubicBezTo>
                <a:cubicBezTo>
                  <a:pt x="427962" y="18279"/>
                  <a:pt x="427960" y="18236"/>
                  <a:pt x="427958" y="18193"/>
                </a:cubicBezTo>
                <a:close/>
                <a:moveTo>
                  <a:pt x="245459" y="337375"/>
                </a:moveTo>
                <a:lnTo>
                  <a:pt x="239173" y="323564"/>
                </a:lnTo>
                <a:lnTo>
                  <a:pt x="193643" y="323564"/>
                </a:lnTo>
                <a:lnTo>
                  <a:pt x="187262" y="337375"/>
                </a:lnTo>
                <a:lnTo>
                  <a:pt x="168212" y="337375"/>
                </a:lnTo>
                <a:lnTo>
                  <a:pt x="208312" y="250698"/>
                </a:lnTo>
                <a:lnTo>
                  <a:pt x="224409" y="250698"/>
                </a:lnTo>
                <a:lnTo>
                  <a:pt x="264605" y="337375"/>
                </a:lnTo>
                <a:close/>
                <a:moveTo>
                  <a:pt x="202025" y="306229"/>
                </a:moveTo>
                <a:lnTo>
                  <a:pt x="231553" y="306229"/>
                </a:lnTo>
                <a:lnTo>
                  <a:pt x="216789" y="274415"/>
                </a:lnTo>
                <a:close/>
                <a:moveTo>
                  <a:pt x="281178" y="337375"/>
                </a:moveTo>
                <a:lnTo>
                  <a:pt x="281178" y="250698"/>
                </a:lnTo>
                <a:lnTo>
                  <a:pt x="315087" y="250698"/>
                </a:lnTo>
                <a:cubicBezTo>
                  <a:pt x="331789" y="249761"/>
                  <a:pt x="346089" y="262539"/>
                  <a:pt x="347027" y="279242"/>
                </a:cubicBezTo>
                <a:cubicBezTo>
                  <a:pt x="347964" y="295945"/>
                  <a:pt x="335185" y="310245"/>
                  <a:pt x="318483" y="311182"/>
                </a:cubicBezTo>
                <a:cubicBezTo>
                  <a:pt x="317352" y="311246"/>
                  <a:pt x="316218" y="311246"/>
                  <a:pt x="315087" y="311182"/>
                </a:cubicBezTo>
                <a:lnTo>
                  <a:pt x="298133" y="311182"/>
                </a:lnTo>
                <a:lnTo>
                  <a:pt x="298133" y="337375"/>
                </a:lnTo>
                <a:close/>
                <a:moveTo>
                  <a:pt x="298514" y="293846"/>
                </a:moveTo>
                <a:lnTo>
                  <a:pt x="315087" y="293846"/>
                </a:lnTo>
                <a:cubicBezTo>
                  <a:pt x="322215" y="294459"/>
                  <a:pt x="328491" y="289178"/>
                  <a:pt x="329103" y="282050"/>
                </a:cubicBezTo>
                <a:cubicBezTo>
                  <a:pt x="329716" y="274922"/>
                  <a:pt x="324435" y="268646"/>
                  <a:pt x="317306" y="268034"/>
                </a:cubicBezTo>
                <a:cubicBezTo>
                  <a:pt x="316568" y="267970"/>
                  <a:pt x="315825" y="267970"/>
                  <a:pt x="315087" y="268034"/>
                </a:cubicBezTo>
                <a:lnTo>
                  <a:pt x="298133" y="268034"/>
                </a:lnTo>
                <a:close/>
                <a:moveTo>
                  <a:pt x="363950" y="337375"/>
                </a:moveTo>
                <a:lnTo>
                  <a:pt x="363950" y="250698"/>
                </a:lnTo>
                <a:lnTo>
                  <a:pt x="397859" y="250698"/>
                </a:lnTo>
                <a:cubicBezTo>
                  <a:pt x="414561" y="249761"/>
                  <a:pt x="428861" y="262539"/>
                  <a:pt x="429799" y="279242"/>
                </a:cubicBezTo>
                <a:cubicBezTo>
                  <a:pt x="430737" y="295945"/>
                  <a:pt x="417957" y="310245"/>
                  <a:pt x="401255" y="311182"/>
                </a:cubicBezTo>
                <a:cubicBezTo>
                  <a:pt x="400124" y="311246"/>
                  <a:pt x="398990" y="311246"/>
                  <a:pt x="397859" y="311182"/>
                </a:cubicBezTo>
                <a:lnTo>
                  <a:pt x="380809" y="311182"/>
                </a:lnTo>
                <a:lnTo>
                  <a:pt x="380809" y="337375"/>
                </a:lnTo>
                <a:close/>
                <a:moveTo>
                  <a:pt x="381286" y="293846"/>
                </a:moveTo>
                <a:lnTo>
                  <a:pt x="397859" y="293846"/>
                </a:lnTo>
                <a:cubicBezTo>
                  <a:pt x="404987" y="294459"/>
                  <a:pt x="411263" y="289178"/>
                  <a:pt x="411875" y="282050"/>
                </a:cubicBezTo>
                <a:cubicBezTo>
                  <a:pt x="412489" y="274922"/>
                  <a:pt x="407207" y="268646"/>
                  <a:pt x="400079" y="268034"/>
                </a:cubicBezTo>
                <a:cubicBezTo>
                  <a:pt x="399340" y="267970"/>
                  <a:pt x="398597" y="267970"/>
                  <a:pt x="397859" y="268034"/>
                </a:cubicBezTo>
                <a:lnTo>
                  <a:pt x="380809" y="26803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rial"/>
              <a:buNone/>
              <a:tabLst/>
              <a:defRPr/>
            </a:pPr>
            <a:endParaRPr kumimoji="0" sz="20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3" name="Google Shape;2785;p17">
            <a:extLst>
              <a:ext uri="{FF2B5EF4-FFF2-40B4-BE49-F238E27FC236}">
                <a16:creationId xmlns:a16="http://schemas.microsoft.com/office/drawing/2014/main" id="{C0B6E013-8A76-5F3C-B1F6-9F074CBA1BF3}"/>
              </a:ext>
            </a:extLst>
          </p:cNvPr>
          <p:cNvSpPr/>
          <p:nvPr/>
        </p:nvSpPr>
        <p:spPr>
          <a:xfrm>
            <a:off x="8153891" y="5483802"/>
            <a:ext cx="537400" cy="391087"/>
          </a:xfrm>
          <a:prstGeom prst="rect">
            <a:avLst/>
          </a:prstGeom>
          <a:noFill/>
          <a:ln w="9525" cap="flat" cmpd="sng">
            <a:solidFill>
              <a:schemeClr val="tx1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None/>
              <a:tabLst/>
              <a:defRPr/>
            </a:pPr>
            <a:endParaRPr kumimoji="0" sz="20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4" name="Google Shape;2786;p17">
            <a:extLst>
              <a:ext uri="{FF2B5EF4-FFF2-40B4-BE49-F238E27FC236}">
                <a16:creationId xmlns:a16="http://schemas.microsoft.com/office/drawing/2014/main" id="{54F85ECC-9BAE-4DE1-D18B-0B9992AFE0CA}"/>
              </a:ext>
            </a:extLst>
          </p:cNvPr>
          <p:cNvSpPr/>
          <p:nvPr/>
        </p:nvSpPr>
        <p:spPr>
          <a:xfrm>
            <a:off x="9007748" y="5484146"/>
            <a:ext cx="530170" cy="390398"/>
          </a:xfrm>
          <a:prstGeom prst="rect">
            <a:avLst/>
          </a:prstGeom>
          <a:noFill/>
          <a:ln w="9525" cap="flat" cmpd="sng">
            <a:solidFill>
              <a:schemeClr val="tx1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None/>
              <a:tabLst/>
              <a:defRPr/>
            </a:pPr>
            <a:endParaRPr kumimoji="0" sz="20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5" name="Google Shape;2787;p17">
            <a:extLst>
              <a:ext uri="{FF2B5EF4-FFF2-40B4-BE49-F238E27FC236}">
                <a16:creationId xmlns:a16="http://schemas.microsoft.com/office/drawing/2014/main" id="{EA2566DE-BAED-3343-237E-CAB4C28BE871}"/>
              </a:ext>
            </a:extLst>
          </p:cNvPr>
          <p:cNvSpPr/>
          <p:nvPr/>
        </p:nvSpPr>
        <p:spPr>
          <a:xfrm>
            <a:off x="9819238" y="5484146"/>
            <a:ext cx="530859" cy="390398"/>
          </a:xfrm>
          <a:prstGeom prst="rect">
            <a:avLst/>
          </a:prstGeom>
          <a:noFill/>
          <a:ln w="9525" cap="flat" cmpd="sng">
            <a:solidFill>
              <a:schemeClr val="tx1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None/>
              <a:tabLst/>
              <a:defRPr/>
            </a:pPr>
            <a:endParaRPr kumimoji="0" sz="20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26" name="Google Shape;2788;p17">
            <a:extLst>
              <a:ext uri="{FF2B5EF4-FFF2-40B4-BE49-F238E27FC236}">
                <a16:creationId xmlns:a16="http://schemas.microsoft.com/office/drawing/2014/main" id="{7A786285-C98D-6AE3-C643-9060630F906D}"/>
              </a:ext>
            </a:extLst>
          </p:cNvPr>
          <p:cNvCxnSpPr>
            <a:cxnSpLocks/>
            <a:stCxn id="23" idx="0"/>
          </p:cNvCxnSpPr>
          <p:nvPr/>
        </p:nvCxnSpPr>
        <p:spPr>
          <a:xfrm rot="5400000" flipH="1" flipV="1">
            <a:off x="8343521" y="4801662"/>
            <a:ext cx="761211" cy="603070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7" name="Google Shape;2789;p17">
            <a:extLst>
              <a:ext uri="{FF2B5EF4-FFF2-40B4-BE49-F238E27FC236}">
                <a16:creationId xmlns:a16="http://schemas.microsoft.com/office/drawing/2014/main" id="{FB9FE347-33DA-8AA1-F7D9-05B888DA1755}"/>
              </a:ext>
            </a:extLst>
          </p:cNvPr>
          <p:cNvCxnSpPr>
            <a:cxnSpLocks/>
            <a:endCxn id="25" idx="0"/>
          </p:cNvCxnSpPr>
          <p:nvPr/>
        </p:nvCxnSpPr>
        <p:spPr>
          <a:xfrm rot="16200000" flipH="1">
            <a:off x="9372662" y="4772141"/>
            <a:ext cx="766640" cy="657370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8" name="Google Shape;2790;p17">
            <a:extLst>
              <a:ext uri="{FF2B5EF4-FFF2-40B4-BE49-F238E27FC236}">
                <a16:creationId xmlns:a16="http://schemas.microsoft.com/office/drawing/2014/main" id="{60F98D62-1D76-6F68-E326-6C4F22064208}"/>
              </a:ext>
            </a:extLst>
          </p:cNvPr>
          <p:cNvCxnSpPr>
            <a:cxnSpLocks/>
            <a:stCxn id="14" idx="2"/>
            <a:endCxn id="24" idx="0"/>
          </p:cNvCxnSpPr>
          <p:nvPr/>
        </p:nvCxnSpPr>
        <p:spPr>
          <a:xfrm>
            <a:off x="9270606" y="4707332"/>
            <a:ext cx="2226" cy="776814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" name="Google Shape;2791;p17">
            <a:extLst>
              <a:ext uri="{FF2B5EF4-FFF2-40B4-BE49-F238E27FC236}">
                <a16:creationId xmlns:a16="http://schemas.microsoft.com/office/drawing/2014/main" id="{7AD41025-3B79-16EA-0B91-CE9321E21937}"/>
              </a:ext>
            </a:extLst>
          </p:cNvPr>
          <p:cNvSpPr txBox="1"/>
          <p:nvPr/>
        </p:nvSpPr>
        <p:spPr>
          <a:xfrm>
            <a:off x="7991683" y="5306338"/>
            <a:ext cx="490235" cy="1846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500"/>
              <a:buFont typeface="Arial"/>
              <a:buNone/>
              <a:tabLst/>
              <a:defRPr/>
            </a:pPr>
            <a:r>
              <a:rPr kumimoji="0" lang="en-US" sz="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VLAN10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30" name="Google Shape;2792;p17">
            <a:extLst>
              <a:ext uri="{FF2B5EF4-FFF2-40B4-BE49-F238E27FC236}">
                <a16:creationId xmlns:a16="http://schemas.microsoft.com/office/drawing/2014/main" id="{3B6BFBD3-AF2B-ECA7-E675-BB4D67C93648}"/>
              </a:ext>
            </a:extLst>
          </p:cNvPr>
          <p:cNvSpPr txBox="1"/>
          <p:nvPr/>
        </p:nvSpPr>
        <p:spPr>
          <a:xfrm>
            <a:off x="8837333" y="5306338"/>
            <a:ext cx="490235" cy="1846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500"/>
              <a:buFont typeface="Arial"/>
              <a:buNone/>
              <a:tabLst/>
              <a:defRPr/>
            </a:pPr>
            <a:r>
              <a:rPr kumimoji="0" lang="en-US" sz="6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VLAN20</a:t>
            </a:r>
            <a:endParaRPr kumimoji="0" sz="20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31" name="Google Shape;2793;p17">
            <a:extLst>
              <a:ext uri="{FF2B5EF4-FFF2-40B4-BE49-F238E27FC236}">
                <a16:creationId xmlns:a16="http://schemas.microsoft.com/office/drawing/2014/main" id="{95D0A2E5-8122-86E1-D0CF-BB116471CA4B}"/>
              </a:ext>
            </a:extLst>
          </p:cNvPr>
          <p:cNvSpPr txBox="1"/>
          <p:nvPr/>
        </p:nvSpPr>
        <p:spPr>
          <a:xfrm>
            <a:off x="9648204" y="5306338"/>
            <a:ext cx="490235" cy="1846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500"/>
              <a:buFont typeface="Arial"/>
              <a:buNone/>
              <a:tabLst/>
              <a:defRPr/>
            </a:pPr>
            <a:r>
              <a:rPr kumimoji="0" lang="en-US" sz="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VLAN30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50C8C3D2-ACC8-D336-D80C-90FEB0B0BDE9}"/>
              </a:ext>
            </a:extLst>
          </p:cNvPr>
          <p:cNvGrpSpPr/>
          <p:nvPr/>
        </p:nvGrpSpPr>
        <p:grpSpPr>
          <a:xfrm>
            <a:off x="8663645" y="4140946"/>
            <a:ext cx="362014" cy="414100"/>
            <a:chOff x="9142543" y="3750399"/>
            <a:chExt cx="315466" cy="360855"/>
          </a:xfrm>
        </p:grpSpPr>
        <p:cxnSp>
          <p:nvCxnSpPr>
            <p:cNvPr id="32" name="Google Shape;2794;p17">
              <a:extLst>
                <a:ext uri="{FF2B5EF4-FFF2-40B4-BE49-F238E27FC236}">
                  <a16:creationId xmlns:a16="http://schemas.microsoft.com/office/drawing/2014/main" id="{00AD6AC6-D62D-C199-319D-BA322ED89BA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455242" y="3946595"/>
              <a:ext cx="0" cy="164659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" name="Google Shape;2795;p17">
              <a:extLst>
                <a:ext uri="{FF2B5EF4-FFF2-40B4-BE49-F238E27FC236}">
                  <a16:creationId xmlns:a16="http://schemas.microsoft.com/office/drawing/2014/main" id="{77A0AB9F-6513-BEF1-7CBF-08C2594F3B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42543" y="3750399"/>
              <a:ext cx="7" cy="198389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4" name="Google Shape;2796;p17">
              <a:extLst>
                <a:ext uri="{FF2B5EF4-FFF2-40B4-BE49-F238E27FC236}">
                  <a16:creationId xmlns:a16="http://schemas.microsoft.com/office/drawing/2014/main" id="{56D31CB4-0E2B-A4BB-4DE9-53B9798E12B1}"/>
                </a:ext>
              </a:extLst>
            </p:cNvPr>
            <p:cNvCxnSpPr>
              <a:cxnSpLocks/>
            </p:cNvCxnSpPr>
            <p:nvPr/>
          </p:nvCxnSpPr>
          <p:spPr>
            <a:xfrm>
              <a:off x="9145310" y="3946595"/>
              <a:ext cx="312699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cxnSp>
        <p:nvCxnSpPr>
          <p:cNvPr id="38" name="Google Shape;2800;p17">
            <a:extLst>
              <a:ext uri="{FF2B5EF4-FFF2-40B4-BE49-F238E27FC236}">
                <a16:creationId xmlns:a16="http://schemas.microsoft.com/office/drawing/2014/main" id="{9E15CE49-8225-98DC-09F8-957E3B689055}"/>
              </a:ext>
            </a:extLst>
          </p:cNvPr>
          <p:cNvCxnSpPr>
            <a:cxnSpLocks/>
            <a:stCxn id="92" idx="0"/>
          </p:cNvCxnSpPr>
          <p:nvPr/>
        </p:nvCxnSpPr>
        <p:spPr>
          <a:xfrm rot="5400000" flipH="1" flipV="1">
            <a:off x="8401979" y="3396158"/>
            <a:ext cx="792052" cy="268705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39" name="Google Shape;2801;p17">
            <a:extLst>
              <a:ext uri="{FF2B5EF4-FFF2-40B4-BE49-F238E27FC236}">
                <a16:creationId xmlns:a16="http://schemas.microsoft.com/office/drawing/2014/main" id="{900E161F-FB78-2AEB-8A14-7FA88B863F82}"/>
              </a:ext>
            </a:extLst>
          </p:cNvPr>
          <p:cNvCxnSpPr>
            <a:cxnSpLocks/>
            <a:stCxn id="93" idx="0"/>
          </p:cNvCxnSpPr>
          <p:nvPr/>
        </p:nvCxnSpPr>
        <p:spPr>
          <a:xfrm rot="16200000" flipV="1">
            <a:off x="9278761" y="3418937"/>
            <a:ext cx="740789" cy="274410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40" name="Google Shape;2802;p17">
            <a:extLst>
              <a:ext uri="{FF2B5EF4-FFF2-40B4-BE49-F238E27FC236}">
                <a16:creationId xmlns:a16="http://schemas.microsoft.com/office/drawing/2014/main" id="{037A40EF-2349-14AF-2DB7-4BC316701377}"/>
              </a:ext>
            </a:extLst>
          </p:cNvPr>
          <p:cNvSpPr txBox="1"/>
          <p:nvPr/>
        </p:nvSpPr>
        <p:spPr>
          <a:xfrm>
            <a:off x="8289441" y="3495905"/>
            <a:ext cx="931241" cy="230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800"/>
              <a:buFont typeface="Arial"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ISP1</a:t>
            </a:r>
            <a:endParaRPr kumimoji="0" sz="20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1" name="Google Shape;2803;p17">
            <a:extLst>
              <a:ext uri="{FF2B5EF4-FFF2-40B4-BE49-F238E27FC236}">
                <a16:creationId xmlns:a16="http://schemas.microsoft.com/office/drawing/2014/main" id="{269059CC-83A5-3F9B-CD32-A684443D5741}"/>
              </a:ext>
            </a:extLst>
          </p:cNvPr>
          <p:cNvSpPr txBox="1"/>
          <p:nvPr/>
        </p:nvSpPr>
        <p:spPr>
          <a:xfrm>
            <a:off x="9759029" y="3507331"/>
            <a:ext cx="931241" cy="230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800"/>
              <a:buFont typeface="Arial"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ISP2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cxnSp>
        <p:nvCxnSpPr>
          <p:cNvPr id="42" name="Google Shape;2804;p17">
            <a:extLst>
              <a:ext uri="{FF2B5EF4-FFF2-40B4-BE49-F238E27FC236}">
                <a16:creationId xmlns:a16="http://schemas.microsoft.com/office/drawing/2014/main" id="{F55DA80E-EC0C-BC9B-B2D6-61AB43D33FCD}"/>
              </a:ext>
            </a:extLst>
          </p:cNvPr>
          <p:cNvCxnSpPr/>
          <p:nvPr/>
        </p:nvCxnSpPr>
        <p:spPr>
          <a:xfrm>
            <a:off x="7330878" y="3721745"/>
            <a:ext cx="3973868" cy="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lgDash"/>
            <a:miter lim="800000"/>
            <a:headEnd type="none" w="sm" len="sm"/>
            <a:tailEnd type="none" w="sm" len="sm"/>
          </a:ln>
        </p:spPr>
      </p:cxnSp>
      <p:sp>
        <p:nvSpPr>
          <p:cNvPr id="44" name="Google Shape;2806;p17">
            <a:extLst>
              <a:ext uri="{FF2B5EF4-FFF2-40B4-BE49-F238E27FC236}">
                <a16:creationId xmlns:a16="http://schemas.microsoft.com/office/drawing/2014/main" id="{F427A0BC-3F90-041B-E0E0-5BBB2878C005}"/>
              </a:ext>
            </a:extLst>
          </p:cNvPr>
          <p:cNvSpPr/>
          <p:nvPr/>
        </p:nvSpPr>
        <p:spPr>
          <a:xfrm>
            <a:off x="8743762" y="1425391"/>
            <a:ext cx="1096434" cy="711240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  <a:tabLst/>
              <a:defRPr/>
            </a:pPr>
            <a:endParaRPr kumimoji="0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5" name="Google Shape;2807;p17">
            <a:extLst>
              <a:ext uri="{FF2B5EF4-FFF2-40B4-BE49-F238E27FC236}">
                <a16:creationId xmlns:a16="http://schemas.microsoft.com/office/drawing/2014/main" id="{8B7E094D-AB72-B900-6500-D2CB0A30DCE9}"/>
              </a:ext>
            </a:extLst>
          </p:cNvPr>
          <p:cNvSpPr txBox="1"/>
          <p:nvPr/>
        </p:nvSpPr>
        <p:spPr>
          <a:xfrm>
            <a:off x="8847420" y="1649811"/>
            <a:ext cx="86996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9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Internet/</a:t>
            </a:r>
            <a:br>
              <a:rPr kumimoji="0" lang="en-US" sz="1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</a:b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SaaS</a:t>
            </a:r>
            <a:endParaRPr kumimoji="0" sz="20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6" name="Google Shape;2808;p17">
            <a:extLst>
              <a:ext uri="{FF2B5EF4-FFF2-40B4-BE49-F238E27FC236}">
                <a16:creationId xmlns:a16="http://schemas.microsoft.com/office/drawing/2014/main" id="{A022C7F7-4FE7-7E49-B00F-6EFC5F39937A}"/>
              </a:ext>
            </a:extLst>
          </p:cNvPr>
          <p:cNvSpPr/>
          <p:nvPr/>
        </p:nvSpPr>
        <p:spPr>
          <a:xfrm>
            <a:off x="6857007" y="2427823"/>
            <a:ext cx="1096434" cy="711240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  <a:tabLst/>
              <a:defRPr/>
            </a:pPr>
            <a:endParaRPr kumimoji="0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47" name="Google Shape;2809;p17">
            <a:extLst>
              <a:ext uri="{FF2B5EF4-FFF2-40B4-BE49-F238E27FC236}">
                <a16:creationId xmlns:a16="http://schemas.microsoft.com/office/drawing/2014/main" id="{C9332E1E-FDD6-9E74-30EC-357619863DE5}"/>
              </a:ext>
            </a:extLst>
          </p:cNvPr>
          <p:cNvSpPr txBox="1"/>
          <p:nvPr/>
        </p:nvSpPr>
        <p:spPr>
          <a:xfrm>
            <a:off x="6960440" y="2684487"/>
            <a:ext cx="86996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9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Public</a:t>
            </a:r>
            <a:endParaRPr kumimoji="0" sz="20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5757"/>
              </a:buClr>
              <a:buSzPts val="9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Cloud</a:t>
            </a:r>
            <a:endParaRPr kumimoji="0" sz="10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49" name="Google Shape;2811;p17">
            <a:extLst>
              <a:ext uri="{FF2B5EF4-FFF2-40B4-BE49-F238E27FC236}">
                <a16:creationId xmlns:a16="http://schemas.microsoft.com/office/drawing/2014/main" id="{7C22E2F3-5C53-040C-3AA8-EEC7E8D094A5}"/>
              </a:ext>
            </a:extLst>
          </p:cNvPr>
          <p:cNvGrpSpPr/>
          <p:nvPr/>
        </p:nvGrpSpPr>
        <p:grpSpPr>
          <a:xfrm>
            <a:off x="10714553" y="2548593"/>
            <a:ext cx="1020166" cy="624264"/>
            <a:chOff x="5683194" y="3171660"/>
            <a:chExt cx="800100" cy="489600"/>
          </a:xfrm>
        </p:grpSpPr>
        <p:sp>
          <p:nvSpPr>
            <p:cNvPr id="61" name="Google Shape;2812;p17">
              <a:extLst>
                <a:ext uri="{FF2B5EF4-FFF2-40B4-BE49-F238E27FC236}">
                  <a16:creationId xmlns:a16="http://schemas.microsoft.com/office/drawing/2014/main" id="{3FB1D49F-B8C3-E156-729F-26208DAC5CC5}"/>
                </a:ext>
              </a:extLst>
            </p:cNvPr>
            <p:cNvSpPr/>
            <p:nvPr/>
          </p:nvSpPr>
          <p:spPr>
            <a:xfrm>
              <a:off x="5683194" y="3171660"/>
              <a:ext cx="800100" cy="489600"/>
            </a:xfrm>
            <a:prstGeom prst="roundRect">
              <a:avLst>
                <a:gd name="adj" fmla="val 16667"/>
              </a:avLst>
            </a:prstGeom>
            <a:solidFill>
              <a:schemeClr val="bg1">
                <a:alpha val="50000"/>
              </a:schemeClr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900"/>
                <a:buFont typeface="Arial"/>
                <a:buNone/>
                <a:tabLst/>
                <a:defRPr/>
              </a:pPr>
              <a:endParaRPr kumimoji="0" sz="9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2813;p17">
              <a:extLst>
                <a:ext uri="{FF2B5EF4-FFF2-40B4-BE49-F238E27FC236}">
                  <a16:creationId xmlns:a16="http://schemas.microsoft.com/office/drawing/2014/main" id="{A9EF253E-A39A-FA4A-E7EC-771F7B8F8266}"/>
                </a:ext>
              </a:extLst>
            </p:cNvPr>
            <p:cNvSpPr txBox="1"/>
            <p:nvPr/>
          </p:nvSpPr>
          <p:spPr>
            <a:xfrm>
              <a:off x="5939830" y="3265772"/>
              <a:ext cx="543300" cy="30166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6650" tIns="53300" rIns="106650" bIns="53300" anchor="ctr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75757"/>
                </a:buClr>
                <a:buSzPts val="900"/>
                <a:buFont typeface="Arial"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Data Center</a:t>
              </a:r>
              <a:endParaRPr kumimoji="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63" name="Google Shape;2825;p17">
            <a:extLst>
              <a:ext uri="{FF2B5EF4-FFF2-40B4-BE49-F238E27FC236}">
                <a16:creationId xmlns:a16="http://schemas.microsoft.com/office/drawing/2014/main" id="{0BCF77DD-B780-72C7-4C6D-F69353196FB9}"/>
              </a:ext>
            </a:extLst>
          </p:cNvPr>
          <p:cNvCxnSpPr>
            <a:cxnSpLocks/>
          </p:cNvCxnSpPr>
          <p:nvPr/>
        </p:nvCxnSpPr>
        <p:spPr>
          <a:xfrm flipH="1">
            <a:off x="9855698" y="2856249"/>
            <a:ext cx="858855" cy="0"/>
          </a:xfrm>
          <a:prstGeom prst="straightConnector1">
            <a:avLst/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92" name="Google Shape;2854;p17">
            <a:extLst>
              <a:ext uri="{FF2B5EF4-FFF2-40B4-BE49-F238E27FC236}">
                <a16:creationId xmlns:a16="http://schemas.microsoft.com/office/drawing/2014/main" id="{513A7607-F3BB-11D0-8CAD-EA2F56CD0E92}"/>
              </a:ext>
            </a:extLst>
          </p:cNvPr>
          <p:cNvSpPr/>
          <p:nvPr/>
        </p:nvSpPr>
        <p:spPr>
          <a:xfrm>
            <a:off x="8220955" y="3926536"/>
            <a:ext cx="885396" cy="217559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Century Gothic"/>
              <a:buNone/>
              <a:tabLst/>
              <a:defRPr/>
            </a:pPr>
            <a:r>
              <a:rPr kumimoji="0" lang="en-US" sz="7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Zero Trust Branch</a:t>
            </a:r>
            <a:endParaRPr kumimoji="0" sz="7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93" name="Google Shape;2855;p17">
            <a:extLst>
              <a:ext uri="{FF2B5EF4-FFF2-40B4-BE49-F238E27FC236}">
                <a16:creationId xmlns:a16="http://schemas.microsoft.com/office/drawing/2014/main" id="{28E5EFA7-E6E0-A99C-8181-C972D1C2EE5C}"/>
              </a:ext>
            </a:extLst>
          </p:cNvPr>
          <p:cNvSpPr/>
          <p:nvPr/>
        </p:nvSpPr>
        <p:spPr>
          <a:xfrm>
            <a:off x="9343662" y="3926536"/>
            <a:ext cx="885396" cy="217559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Century Gothic"/>
              <a:buNone/>
              <a:tabLst/>
              <a:defRPr/>
            </a:pPr>
            <a:r>
              <a:rPr kumimoji="0" lang="en-US" sz="7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Century Gothic"/>
                <a:cs typeface="Century Gothic"/>
                <a:sym typeface="Century Gothic"/>
              </a:rPr>
              <a:t>Zero Trust Branch</a:t>
            </a:r>
            <a:endParaRPr kumimoji="0" sz="7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E3F1988F-46B9-C45B-3492-13203679962B}"/>
              </a:ext>
            </a:extLst>
          </p:cNvPr>
          <p:cNvGrpSpPr/>
          <p:nvPr/>
        </p:nvGrpSpPr>
        <p:grpSpPr>
          <a:xfrm>
            <a:off x="8638573" y="2459620"/>
            <a:ext cx="1217131" cy="762589"/>
            <a:chOff x="3035635" y="3245492"/>
            <a:chExt cx="671337" cy="420624"/>
          </a:xfrm>
        </p:grpSpPr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0B1F481F-4D4F-9642-71C1-F96BCB54DAAB}"/>
                </a:ext>
              </a:extLst>
            </p:cNvPr>
            <p:cNvSpPr/>
            <p:nvPr/>
          </p:nvSpPr>
          <p:spPr>
            <a:xfrm>
              <a:off x="3035635" y="3245492"/>
              <a:ext cx="671337" cy="420624"/>
            </a:xfrm>
            <a:custGeom>
              <a:avLst/>
              <a:gdLst>
                <a:gd name="connsiteX0" fmla="*/ 980036 w 981878"/>
                <a:gd name="connsiteY0" fmla="*/ 313893 h 615192"/>
                <a:gd name="connsiteX1" fmla="*/ 803332 w 981878"/>
                <a:gd name="connsiteY1" fmla="*/ 169971 h 615192"/>
                <a:gd name="connsiteX2" fmla="*/ 796445 w 981878"/>
                <a:gd name="connsiteY2" fmla="*/ 169304 h 615192"/>
                <a:gd name="connsiteX3" fmla="*/ 796822 w 981878"/>
                <a:gd name="connsiteY3" fmla="*/ 169304 h 615192"/>
                <a:gd name="connsiteX4" fmla="*/ 716159 w 981878"/>
                <a:gd name="connsiteY4" fmla="*/ 55290 h 615192"/>
                <a:gd name="connsiteX5" fmla="*/ 716065 w 981878"/>
                <a:gd name="connsiteY5" fmla="*/ 55194 h 615192"/>
                <a:gd name="connsiteX6" fmla="*/ 715216 w 981878"/>
                <a:gd name="connsiteY6" fmla="*/ 54432 h 615192"/>
                <a:gd name="connsiteX7" fmla="*/ 683705 w 981878"/>
                <a:gd name="connsiteY7" fmla="*/ 31668 h 615192"/>
                <a:gd name="connsiteX8" fmla="*/ 579645 w 981878"/>
                <a:gd name="connsiteY8" fmla="*/ 2807 h 615192"/>
                <a:gd name="connsiteX9" fmla="*/ 499831 w 981878"/>
                <a:gd name="connsiteY9" fmla="*/ 1188 h 615192"/>
                <a:gd name="connsiteX10" fmla="*/ 284918 w 981878"/>
                <a:gd name="connsiteY10" fmla="*/ 93961 h 615192"/>
                <a:gd name="connsiteX11" fmla="*/ 118214 w 981878"/>
                <a:gd name="connsiteY11" fmla="*/ 121393 h 615192"/>
                <a:gd name="connsiteX12" fmla="*/ 116422 w 981878"/>
                <a:gd name="connsiteY12" fmla="*/ 122536 h 615192"/>
                <a:gd name="connsiteX13" fmla="*/ 108214 w 981878"/>
                <a:gd name="connsiteY13" fmla="*/ 127870 h 615192"/>
                <a:gd name="connsiteX14" fmla="*/ 104346 w 981878"/>
                <a:gd name="connsiteY14" fmla="*/ 130537 h 615192"/>
                <a:gd name="connsiteX15" fmla="*/ 97836 w 981878"/>
                <a:gd name="connsiteY15" fmla="*/ 135300 h 615192"/>
                <a:gd name="connsiteX16" fmla="*/ 94251 w 981878"/>
                <a:gd name="connsiteY16" fmla="*/ 138062 h 615192"/>
                <a:gd name="connsiteX17" fmla="*/ 86232 w 981878"/>
                <a:gd name="connsiteY17" fmla="*/ 144729 h 615192"/>
                <a:gd name="connsiteX18" fmla="*/ 85194 w 981878"/>
                <a:gd name="connsiteY18" fmla="*/ 145587 h 615192"/>
                <a:gd name="connsiteX19" fmla="*/ 286 w 981878"/>
                <a:gd name="connsiteY19" fmla="*/ 340468 h 615192"/>
                <a:gd name="connsiteX20" fmla="*/ 234350 w 981878"/>
                <a:gd name="connsiteY20" fmla="*/ 535254 h 615192"/>
                <a:gd name="connsiteX21" fmla="*/ 240294 w 981878"/>
                <a:gd name="connsiteY21" fmla="*/ 535254 h 615192"/>
                <a:gd name="connsiteX22" fmla="*/ 272087 w 981878"/>
                <a:gd name="connsiteY22" fmla="*/ 539160 h 615192"/>
                <a:gd name="connsiteX23" fmla="*/ 412658 w 981878"/>
                <a:gd name="connsiteY23" fmla="*/ 580593 h 615192"/>
                <a:gd name="connsiteX24" fmla="*/ 790973 w 981878"/>
                <a:gd name="connsiteY24" fmla="*/ 523634 h 615192"/>
                <a:gd name="connsiteX25" fmla="*/ 794275 w 981878"/>
                <a:gd name="connsiteY25" fmla="*/ 519919 h 615192"/>
                <a:gd name="connsiteX26" fmla="*/ 796728 w 981878"/>
                <a:gd name="connsiteY26" fmla="*/ 517157 h 615192"/>
                <a:gd name="connsiteX27" fmla="*/ 823616 w 981878"/>
                <a:gd name="connsiteY27" fmla="*/ 478581 h 615192"/>
                <a:gd name="connsiteX28" fmla="*/ 826352 w 981878"/>
                <a:gd name="connsiteY28" fmla="*/ 473342 h 615192"/>
                <a:gd name="connsiteX29" fmla="*/ 965413 w 981878"/>
                <a:gd name="connsiteY29" fmla="*/ 399333 h 615192"/>
                <a:gd name="connsiteX30" fmla="*/ 979942 w 981878"/>
                <a:gd name="connsiteY30" fmla="*/ 313989 h 6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81878" h="615192">
                  <a:moveTo>
                    <a:pt x="980036" y="313893"/>
                  </a:moveTo>
                  <a:cubicBezTo>
                    <a:pt x="965413" y="222739"/>
                    <a:pt x="891259" y="178543"/>
                    <a:pt x="803332" y="169971"/>
                  </a:cubicBezTo>
                  <a:cubicBezTo>
                    <a:pt x="801068" y="169780"/>
                    <a:pt x="798804" y="169494"/>
                    <a:pt x="796445" y="169304"/>
                  </a:cubicBezTo>
                  <a:lnTo>
                    <a:pt x="796822" y="169304"/>
                  </a:lnTo>
                  <a:cubicBezTo>
                    <a:pt x="796822" y="169304"/>
                    <a:pt x="773425" y="104724"/>
                    <a:pt x="716159" y="55290"/>
                  </a:cubicBezTo>
                  <a:cubicBezTo>
                    <a:pt x="716159" y="55290"/>
                    <a:pt x="716159" y="55290"/>
                    <a:pt x="716065" y="55194"/>
                  </a:cubicBezTo>
                  <a:cubicBezTo>
                    <a:pt x="715782" y="54909"/>
                    <a:pt x="715499" y="54718"/>
                    <a:pt x="715216" y="54432"/>
                  </a:cubicBezTo>
                  <a:cubicBezTo>
                    <a:pt x="704932" y="45479"/>
                    <a:pt x="694460" y="37954"/>
                    <a:pt x="683705" y="31668"/>
                  </a:cubicBezTo>
                  <a:cubicBezTo>
                    <a:pt x="657572" y="18237"/>
                    <a:pt x="621156" y="7569"/>
                    <a:pt x="579645" y="2807"/>
                  </a:cubicBezTo>
                  <a:cubicBezTo>
                    <a:pt x="554456" y="-146"/>
                    <a:pt x="527473" y="-908"/>
                    <a:pt x="499831" y="1188"/>
                  </a:cubicBezTo>
                  <a:cubicBezTo>
                    <a:pt x="424828" y="6712"/>
                    <a:pt x="345109" y="33096"/>
                    <a:pt x="284918" y="93961"/>
                  </a:cubicBezTo>
                  <a:cubicBezTo>
                    <a:pt x="220859" y="81198"/>
                    <a:pt x="163970" y="93771"/>
                    <a:pt x="118214" y="121393"/>
                  </a:cubicBezTo>
                  <a:cubicBezTo>
                    <a:pt x="117648" y="121774"/>
                    <a:pt x="116988" y="122155"/>
                    <a:pt x="116422" y="122536"/>
                  </a:cubicBezTo>
                  <a:cubicBezTo>
                    <a:pt x="113591" y="124251"/>
                    <a:pt x="110855" y="126060"/>
                    <a:pt x="108214" y="127870"/>
                  </a:cubicBezTo>
                  <a:cubicBezTo>
                    <a:pt x="106893" y="128727"/>
                    <a:pt x="105666" y="129680"/>
                    <a:pt x="104346" y="130537"/>
                  </a:cubicBezTo>
                  <a:cubicBezTo>
                    <a:pt x="102176" y="132061"/>
                    <a:pt x="100006" y="133680"/>
                    <a:pt x="97836" y="135300"/>
                  </a:cubicBezTo>
                  <a:cubicBezTo>
                    <a:pt x="96610" y="136157"/>
                    <a:pt x="95477" y="137109"/>
                    <a:pt x="94251" y="138062"/>
                  </a:cubicBezTo>
                  <a:cubicBezTo>
                    <a:pt x="91515" y="140253"/>
                    <a:pt x="88873" y="142443"/>
                    <a:pt x="86232" y="144729"/>
                  </a:cubicBezTo>
                  <a:cubicBezTo>
                    <a:pt x="85854" y="145015"/>
                    <a:pt x="85571" y="145301"/>
                    <a:pt x="85194" y="145587"/>
                  </a:cubicBezTo>
                  <a:cubicBezTo>
                    <a:pt x="28683" y="194831"/>
                    <a:pt x="-3394" y="269412"/>
                    <a:pt x="286" y="340468"/>
                  </a:cubicBezTo>
                  <a:cubicBezTo>
                    <a:pt x="7173" y="474390"/>
                    <a:pt x="151895" y="557829"/>
                    <a:pt x="234350" y="535254"/>
                  </a:cubicBezTo>
                  <a:cubicBezTo>
                    <a:pt x="236331" y="534683"/>
                    <a:pt x="238407" y="535254"/>
                    <a:pt x="240294" y="535254"/>
                  </a:cubicBezTo>
                  <a:cubicBezTo>
                    <a:pt x="246898" y="539255"/>
                    <a:pt x="272087" y="539160"/>
                    <a:pt x="272087" y="539160"/>
                  </a:cubicBezTo>
                  <a:cubicBezTo>
                    <a:pt x="302277" y="573545"/>
                    <a:pt x="341429" y="591547"/>
                    <a:pt x="412658" y="580593"/>
                  </a:cubicBezTo>
                  <a:cubicBezTo>
                    <a:pt x="553040" y="650031"/>
                    <a:pt x="711725" y="606692"/>
                    <a:pt x="790973" y="523634"/>
                  </a:cubicBezTo>
                  <a:cubicBezTo>
                    <a:pt x="792105" y="522396"/>
                    <a:pt x="793237" y="521157"/>
                    <a:pt x="794275" y="519919"/>
                  </a:cubicBezTo>
                  <a:cubicBezTo>
                    <a:pt x="795124" y="518967"/>
                    <a:pt x="795973" y="518109"/>
                    <a:pt x="796728" y="517157"/>
                  </a:cubicBezTo>
                  <a:cubicBezTo>
                    <a:pt x="807011" y="504965"/>
                    <a:pt x="815974" y="492011"/>
                    <a:pt x="823616" y="478581"/>
                  </a:cubicBezTo>
                  <a:cubicBezTo>
                    <a:pt x="824559" y="476866"/>
                    <a:pt x="825502" y="475056"/>
                    <a:pt x="826352" y="473342"/>
                  </a:cubicBezTo>
                  <a:cubicBezTo>
                    <a:pt x="882486" y="469151"/>
                    <a:pt x="938148" y="443910"/>
                    <a:pt x="965413" y="399333"/>
                  </a:cubicBezTo>
                  <a:cubicBezTo>
                    <a:pt x="979187" y="375996"/>
                    <a:pt x="985319" y="347421"/>
                    <a:pt x="979942" y="313989"/>
                  </a:cubicBezTo>
                  <a:close/>
                </a:path>
              </a:pathLst>
            </a:custGeom>
            <a:solidFill>
              <a:srgbClr val="236BF5"/>
            </a:solidFill>
            <a:ln w="94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457200">
                <a:defRPr/>
              </a:pPr>
              <a:endParaRPr lang="en-US" sz="1000">
                <a:latin typeface="Century Gothic" panose="020B0502020202020204" pitchFamily="34" charset="0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CC51CDE-7131-882F-397E-27A333001776}"/>
                </a:ext>
              </a:extLst>
            </p:cNvPr>
            <p:cNvSpPr/>
            <p:nvPr/>
          </p:nvSpPr>
          <p:spPr>
            <a:xfrm>
              <a:off x="3199993" y="3281531"/>
              <a:ext cx="434268" cy="332601"/>
            </a:xfrm>
            <a:custGeom>
              <a:avLst/>
              <a:gdLst>
                <a:gd name="connsiteX0" fmla="*/ 624267 w 635148"/>
                <a:gd name="connsiteY0" fmla="*/ 250613 h 486452"/>
                <a:gd name="connsiteX1" fmla="*/ 244914 w 635148"/>
                <a:gd name="connsiteY1" fmla="*/ 247374 h 486452"/>
                <a:gd name="connsiteX2" fmla="*/ 556057 w 635148"/>
                <a:gd name="connsiteY2" fmla="*/ 116691 h 486452"/>
                <a:gd name="connsiteX3" fmla="*/ 556434 w 635148"/>
                <a:gd name="connsiteY3" fmla="*/ 116691 h 486452"/>
                <a:gd name="connsiteX4" fmla="*/ 475771 w 635148"/>
                <a:gd name="connsiteY4" fmla="*/ 2677 h 486452"/>
                <a:gd name="connsiteX5" fmla="*/ 475677 w 635148"/>
                <a:gd name="connsiteY5" fmla="*/ 2582 h 486452"/>
                <a:gd name="connsiteX6" fmla="*/ 184157 w 635148"/>
                <a:gd name="connsiteY6" fmla="*/ 96308 h 486452"/>
                <a:gd name="connsiteX7" fmla="*/ 197837 w 635148"/>
                <a:gd name="connsiteY7" fmla="*/ 102213 h 486452"/>
                <a:gd name="connsiteX8" fmla="*/ 395108 w 635148"/>
                <a:gd name="connsiteY8" fmla="*/ 81544 h 486452"/>
                <a:gd name="connsiteX9" fmla="*/ 0 w 635148"/>
                <a:gd name="connsiteY9" fmla="*/ 482547 h 486452"/>
                <a:gd name="connsiteX10" fmla="*/ 31794 w 635148"/>
                <a:gd name="connsiteY10" fmla="*/ 486452 h 486452"/>
                <a:gd name="connsiteX11" fmla="*/ 502942 w 635148"/>
                <a:gd name="connsiteY11" fmla="*/ 338243 h 486452"/>
                <a:gd name="connsiteX12" fmla="*/ 624361 w 635148"/>
                <a:gd name="connsiteY12" fmla="*/ 250613 h 486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5148" h="486452">
                  <a:moveTo>
                    <a:pt x="624267" y="250613"/>
                  </a:moveTo>
                  <a:cubicBezTo>
                    <a:pt x="510678" y="120311"/>
                    <a:pt x="254065" y="237659"/>
                    <a:pt x="244914" y="247374"/>
                  </a:cubicBezTo>
                  <a:cubicBezTo>
                    <a:pt x="301425" y="160125"/>
                    <a:pt x="439543" y="108119"/>
                    <a:pt x="556057" y="116691"/>
                  </a:cubicBezTo>
                  <a:lnTo>
                    <a:pt x="556434" y="116691"/>
                  </a:lnTo>
                  <a:cubicBezTo>
                    <a:pt x="556434" y="116691"/>
                    <a:pt x="533037" y="52112"/>
                    <a:pt x="475771" y="2677"/>
                  </a:cubicBezTo>
                  <a:cubicBezTo>
                    <a:pt x="475771" y="2677"/>
                    <a:pt x="475771" y="2677"/>
                    <a:pt x="475677" y="2582"/>
                  </a:cubicBezTo>
                  <a:cubicBezTo>
                    <a:pt x="392466" y="-9705"/>
                    <a:pt x="295199" y="21918"/>
                    <a:pt x="184157" y="96308"/>
                  </a:cubicBezTo>
                  <a:cubicBezTo>
                    <a:pt x="184157" y="96308"/>
                    <a:pt x="197177" y="102594"/>
                    <a:pt x="197837" y="102213"/>
                  </a:cubicBezTo>
                  <a:cubicBezTo>
                    <a:pt x="313218" y="51921"/>
                    <a:pt x="395768" y="81354"/>
                    <a:pt x="395108" y="81544"/>
                  </a:cubicBezTo>
                  <a:cubicBezTo>
                    <a:pt x="92833" y="188129"/>
                    <a:pt x="18397" y="394059"/>
                    <a:pt x="0" y="482547"/>
                  </a:cubicBezTo>
                  <a:cubicBezTo>
                    <a:pt x="6604" y="486547"/>
                    <a:pt x="31794" y="486452"/>
                    <a:pt x="31794" y="486452"/>
                  </a:cubicBezTo>
                  <a:cubicBezTo>
                    <a:pt x="92739" y="407204"/>
                    <a:pt x="277462" y="264710"/>
                    <a:pt x="502942" y="338243"/>
                  </a:cubicBezTo>
                  <a:cubicBezTo>
                    <a:pt x="623323" y="377486"/>
                    <a:pt x="654645" y="285189"/>
                    <a:pt x="624361" y="250613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  <a:alpha val="30000"/>
              </a:schemeClr>
            </a:solidFill>
            <a:ln w="94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457200">
                <a:defRPr/>
              </a:pPr>
              <a:endParaRPr lang="en-US" sz="1000">
                <a:latin typeface="Century Gothic" panose="020B0502020202020204" pitchFamily="34" charset="0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E26FA322-0DF8-5E4E-DF31-4D8B78244280}"/>
                </a:ext>
              </a:extLst>
            </p:cNvPr>
            <p:cNvSpPr/>
            <p:nvPr/>
          </p:nvSpPr>
          <p:spPr>
            <a:xfrm>
              <a:off x="3162367" y="3384368"/>
              <a:ext cx="417869" cy="151803"/>
            </a:xfrm>
            <a:custGeom>
              <a:avLst/>
              <a:gdLst>
                <a:gd name="connsiteX0" fmla="*/ 405915 w 717144"/>
                <a:gd name="connsiteY0" fmla="*/ 197319 h 260523"/>
                <a:gd name="connsiteX1" fmla="*/ 397846 w 717144"/>
                <a:gd name="connsiteY1" fmla="*/ 200048 h 260523"/>
                <a:gd name="connsiteX2" fmla="*/ 388829 w 717144"/>
                <a:gd name="connsiteY2" fmla="*/ 201232 h 260523"/>
                <a:gd name="connsiteX3" fmla="*/ 379455 w 717144"/>
                <a:gd name="connsiteY3" fmla="*/ 209178 h 260523"/>
                <a:gd name="connsiteX4" fmla="*/ 389659 w 717144"/>
                <a:gd name="connsiteY4" fmla="*/ 217241 h 260523"/>
                <a:gd name="connsiteX5" fmla="*/ 405915 w 717144"/>
                <a:gd name="connsiteY5" fmla="*/ 200996 h 260523"/>
                <a:gd name="connsiteX6" fmla="*/ 564793 w 717144"/>
                <a:gd name="connsiteY6" fmla="*/ 175737 h 260523"/>
                <a:gd name="connsiteX7" fmla="*/ 546045 w 717144"/>
                <a:gd name="connsiteY7" fmla="*/ 194830 h 260523"/>
                <a:gd name="connsiteX8" fmla="*/ 564793 w 717144"/>
                <a:gd name="connsiteY8" fmla="*/ 213921 h 260523"/>
                <a:gd name="connsiteX9" fmla="*/ 583184 w 717144"/>
                <a:gd name="connsiteY9" fmla="*/ 194830 h 260523"/>
                <a:gd name="connsiteX10" fmla="*/ 564793 w 717144"/>
                <a:gd name="connsiteY10" fmla="*/ 175737 h 260523"/>
                <a:gd name="connsiteX11" fmla="*/ 653545 w 717144"/>
                <a:gd name="connsiteY11" fmla="*/ 173367 h 260523"/>
                <a:gd name="connsiteX12" fmla="*/ 636696 w 717144"/>
                <a:gd name="connsiteY12" fmla="*/ 186766 h 260523"/>
                <a:gd name="connsiteX13" fmla="*/ 668733 w 717144"/>
                <a:gd name="connsiteY13" fmla="*/ 186766 h 260523"/>
                <a:gd name="connsiteX14" fmla="*/ 653545 w 717144"/>
                <a:gd name="connsiteY14" fmla="*/ 173367 h 260523"/>
                <a:gd name="connsiteX15" fmla="*/ 112246 w 717144"/>
                <a:gd name="connsiteY15" fmla="*/ 159018 h 260523"/>
                <a:gd name="connsiteX16" fmla="*/ 134910 w 717144"/>
                <a:gd name="connsiteY16" fmla="*/ 159018 h 260523"/>
                <a:gd name="connsiteX17" fmla="*/ 150098 w 717144"/>
                <a:gd name="connsiteY17" fmla="*/ 178939 h 260523"/>
                <a:gd name="connsiteX18" fmla="*/ 165285 w 717144"/>
                <a:gd name="connsiteY18" fmla="*/ 159018 h 260523"/>
                <a:gd name="connsiteX19" fmla="*/ 188066 w 717144"/>
                <a:gd name="connsiteY19" fmla="*/ 159018 h 260523"/>
                <a:gd name="connsiteX20" fmla="*/ 161489 w 717144"/>
                <a:gd name="connsiteY20" fmla="*/ 193762 h 260523"/>
                <a:gd name="connsiteX21" fmla="*/ 189254 w 717144"/>
                <a:gd name="connsiteY21" fmla="*/ 230167 h 260523"/>
                <a:gd name="connsiteX22" fmla="*/ 166590 w 717144"/>
                <a:gd name="connsiteY22" fmla="*/ 230167 h 260523"/>
                <a:gd name="connsiteX23" fmla="*/ 150098 w 717144"/>
                <a:gd name="connsiteY23" fmla="*/ 208704 h 260523"/>
                <a:gd name="connsiteX24" fmla="*/ 133723 w 717144"/>
                <a:gd name="connsiteY24" fmla="*/ 230167 h 260523"/>
                <a:gd name="connsiteX25" fmla="*/ 111060 w 717144"/>
                <a:gd name="connsiteY25" fmla="*/ 230167 h 260523"/>
                <a:gd name="connsiteX26" fmla="*/ 138825 w 717144"/>
                <a:gd name="connsiteY26" fmla="*/ 193762 h 260523"/>
                <a:gd name="connsiteX27" fmla="*/ 654020 w 717144"/>
                <a:gd name="connsiteY27" fmla="*/ 157476 h 260523"/>
                <a:gd name="connsiteX28" fmla="*/ 689141 w 717144"/>
                <a:gd name="connsiteY28" fmla="*/ 195303 h 260523"/>
                <a:gd name="connsiteX29" fmla="*/ 689141 w 717144"/>
                <a:gd name="connsiteY29" fmla="*/ 200403 h 260523"/>
                <a:gd name="connsiteX30" fmla="*/ 636816 w 717144"/>
                <a:gd name="connsiteY30" fmla="*/ 200403 h 260523"/>
                <a:gd name="connsiteX31" fmla="*/ 636816 w 717144"/>
                <a:gd name="connsiteY31" fmla="*/ 200641 h 260523"/>
                <a:gd name="connsiteX32" fmla="*/ 656037 w 717144"/>
                <a:gd name="connsiteY32" fmla="*/ 214276 h 260523"/>
                <a:gd name="connsiteX33" fmla="*/ 676208 w 717144"/>
                <a:gd name="connsiteY33" fmla="*/ 207043 h 260523"/>
                <a:gd name="connsiteX34" fmla="*/ 684040 w 717144"/>
                <a:gd name="connsiteY34" fmla="*/ 222577 h 260523"/>
                <a:gd name="connsiteX35" fmla="*/ 655682 w 717144"/>
                <a:gd name="connsiteY35" fmla="*/ 231946 h 260523"/>
                <a:gd name="connsiteX36" fmla="*/ 617593 w 717144"/>
                <a:gd name="connsiteY36" fmla="*/ 194712 h 260523"/>
                <a:gd name="connsiteX37" fmla="*/ 654020 w 717144"/>
                <a:gd name="connsiteY37" fmla="*/ 157476 h 260523"/>
                <a:gd name="connsiteX38" fmla="*/ 485769 w 717144"/>
                <a:gd name="connsiteY38" fmla="*/ 157358 h 260523"/>
                <a:gd name="connsiteX39" fmla="*/ 510805 w 717144"/>
                <a:gd name="connsiteY39" fmla="*/ 185699 h 260523"/>
                <a:gd name="connsiteX40" fmla="*/ 510805 w 717144"/>
                <a:gd name="connsiteY40" fmla="*/ 230167 h 260523"/>
                <a:gd name="connsiteX41" fmla="*/ 491583 w 717144"/>
                <a:gd name="connsiteY41" fmla="*/ 230167 h 260523"/>
                <a:gd name="connsiteX42" fmla="*/ 491583 w 717144"/>
                <a:gd name="connsiteY42" fmla="*/ 190797 h 260523"/>
                <a:gd name="connsiteX43" fmla="*/ 478294 w 717144"/>
                <a:gd name="connsiteY43" fmla="*/ 175501 h 260523"/>
                <a:gd name="connsiteX44" fmla="*/ 463107 w 717144"/>
                <a:gd name="connsiteY44" fmla="*/ 196253 h 260523"/>
                <a:gd name="connsiteX45" fmla="*/ 463107 w 717144"/>
                <a:gd name="connsiteY45" fmla="*/ 230285 h 260523"/>
                <a:gd name="connsiteX46" fmla="*/ 444359 w 717144"/>
                <a:gd name="connsiteY46" fmla="*/ 230285 h 260523"/>
                <a:gd name="connsiteX47" fmla="*/ 444241 w 717144"/>
                <a:gd name="connsiteY47" fmla="*/ 230285 h 260523"/>
                <a:gd name="connsiteX48" fmla="*/ 444241 w 717144"/>
                <a:gd name="connsiteY48" fmla="*/ 159137 h 260523"/>
                <a:gd name="connsiteX49" fmla="*/ 462512 w 717144"/>
                <a:gd name="connsiteY49" fmla="*/ 159137 h 260523"/>
                <a:gd name="connsiteX50" fmla="*/ 462512 w 717144"/>
                <a:gd name="connsiteY50" fmla="*/ 169928 h 260523"/>
                <a:gd name="connsiteX51" fmla="*/ 485769 w 717144"/>
                <a:gd name="connsiteY51" fmla="*/ 157358 h 260523"/>
                <a:gd name="connsiteX52" fmla="*/ 393812 w 717144"/>
                <a:gd name="connsiteY52" fmla="*/ 157358 h 260523"/>
                <a:gd name="connsiteX53" fmla="*/ 424544 w 717144"/>
                <a:gd name="connsiteY53" fmla="*/ 183802 h 260523"/>
                <a:gd name="connsiteX54" fmla="*/ 424662 w 717144"/>
                <a:gd name="connsiteY54" fmla="*/ 183920 h 260523"/>
                <a:gd name="connsiteX55" fmla="*/ 424662 w 717144"/>
                <a:gd name="connsiteY55" fmla="*/ 230404 h 260523"/>
                <a:gd name="connsiteX56" fmla="*/ 405915 w 717144"/>
                <a:gd name="connsiteY56" fmla="*/ 230404 h 260523"/>
                <a:gd name="connsiteX57" fmla="*/ 405915 w 717144"/>
                <a:gd name="connsiteY57" fmla="*/ 220680 h 260523"/>
                <a:gd name="connsiteX58" fmla="*/ 384082 w 717144"/>
                <a:gd name="connsiteY58" fmla="*/ 231946 h 260523"/>
                <a:gd name="connsiteX59" fmla="*/ 359877 w 717144"/>
                <a:gd name="connsiteY59" fmla="*/ 210126 h 260523"/>
                <a:gd name="connsiteX60" fmla="*/ 383727 w 717144"/>
                <a:gd name="connsiteY60" fmla="*/ 188426 h 260523"/>
                <a:gd name="connsiteX61" fmla="*/ 397135 w 717144"/>
                <a:gd name="connsiteY61" fmla="*/ 187004 h 260523"/>
                <a:gd name="connsiteX62" fmla="*/ 405796 w 717144"/>
                <a:gd name="connsiteY62" fmla="*/ 180837 h 260523"/>
                <a:gd name="connsiteX63" fmla="*/ 394169 w 717144"/>
                <a:gd name="connsiteY63" fmla="*/ 174315 h 260523"/>
                <a:gd name="connsiteX64" fmla="*/ 375658 w 717144"/>
                <a:gd name="connsiteY64" fmla="*/ 183564 h 260523"/>
                <a:gd name="connsiteX65" fmla="*/ 361657 w 717144"/>
                <a:gd name="connsiteY65" fmla="*/ 173603 h 260523"/>
                <a:gd name="connsiteX66" fmla="*/ 393812 w 717144"/>
                <a:gd name="connsiteY66" fmla="*/ 157358 h 260523"/>
                <a:gd name="connsiteX67" fmla="*/ 235647 w 717144"/>
                <a:gd name="connsiteY67" fmla="*/ 157358 h 260523"/>
                <a:gd name="connsiteX68" fmla="*/ 262700 w 717144"/>
                <a:gd name="connsiteY68" fmla="*/ 167793 h 260523"/>
                <a:gd name="connsiteX69" fmla="*/ 252021 w 717144"/>
                <a:gd name="connsiteY69" fmla="*/ 182852 h 260523"/>
                <a:gd name="connsiteX70" fmla="*/ 235647 w 717144"/>
                <a:gd name="connsiteY70" fmla="*/ 175737 h 260523"/>
                <a:gd name="connsiteX71" fmla="*/ 217017 w 717144"/>
                <a:gd name="connsiteY71" fmla="*/ 194712 h 260523"/>
                <a:gd name="connsiteX72" fmla="*/ 235647 w 717144"/>
                <a:gd name="connsiteY72" fmla="*/ 213565 h 260523"/>
                <a:gd name="connsiteX73" fmla="*/ 252495 w 717144"/>
                <a:gd name="connsiteY73" fmla="*/ 206332 h 260523"/>
                <a:gd name="connsiteX74" fmla="*/ 262937 w 717144"/>
                <a:gd name="connsiteY74" fmla="*/ 221391 h 260523"/>
                <a:gd name="connsiteX75" fmla="*/ 235410 w 717144"/>
                <a:gd name="connsiteY75" fmla="*/ 231946 h 260523"/>
                <a:gd name="connsiteX76" fmla="*/ 197677 w 717144"/>
                <a:gd name="connsiteY76" fmla="*/ 194712 h 260523"/>
                <a:gd name="connsiteX77" fmla="*/ 235647 w 717144"/>
                <a:gd name="connsiteY77" fmla="*/ 157476 h 260523"/>
                <a:gd name="connsiteX78" fmla="*/ 559453 w 717144"/>
                <a:gd name="connsiteY78" fmla="*/ 157239 h 260523"/>
                <a:gd name="connsiteX79" fmla="*/ 559572 w 717144"/>
                <a:gd name="connsiteY79" fmla="*/ 157476 h 260523"/>
                <a:gd name="connsiteX80" fmla="*/ 582710 w 717144"/>
                <a:gd name="connsiteY80" fmla="*/ 169097 h 260523"/>
                <a:gd name="connsiteX81" fmla="*/ 582710 w 717144"/>
                <a:gd name="connsiteY81" fmla="*/ 159137 h 260523"/>
                <a:gd name="connsiteX82" fmla="*/ 601456 w 717144"/>
                <a:gd name="connsiteY82" fmla="*/ 159137 h 260523"/>
                <a:gd name="connsiteX83" fmla="*/ 601456 w 717144"/>
                <a:gd name="connsiteY83" fmla="*/ 225542 h 260523"/>
                <a:gd name="connsiteX84" fmla="*/ 562775 w 717144"/>
                <a:gd name="connsiteY84" fmla="*/ 260523 h 260523"/>
                <a:gd name="connsiteX85" fmla="*/ 531332 w 717144"/>
                <a:gd name="connsiteY85" fmla="*/ 249377 h 260523"/>
                <a:gd name="connsiteX86" fmla="*/ 540587 w 717144"/>
                <a:gd name="connsiteY86" fmla="*/ 233842 h 260523"/>
                <a:gd name="connsiteX87" fmla="*/ 562182 w 717144"/>
                <a:gd name="connsiteY87" fmla="*/ 242736 h 260523"/>
                <a:gd name="connsiteX88" fmla="*/ 582946 w 717144"/>
                <a:gd name="connsiteY88" fmla="*/ 224356 h 260523"/>
                <a:gd name="connsiteX89" fmla="*/ 582946 w 717144"/>
                <a:gd name="connsiteY89" fmla="*/ 219850 h 260523"/>
                <a:gd name="connsiteX90" fmla="*/ 560046 w 717144"/>
                <a:gd name="connsiteY90" fmla="*/ 230760 h 260523"/>
                <a:gd name="connsiteX91" fmla="*/ 526587 w 717144"/>
                <a:gd name="connsiteY91" fmla="*/ 194237 h 260523"/>
                <a:gd name="connsiteX92" fmla="*/ 559453 w 717144"/>
                <a:gd name="connsiteY92" fmla="*/ 157239 h 260523"/>
                <a:gd name="connsiteX93" fmla="*/ 277176 w 717144"/>
                <a:gd name="connsiteY93" fmla="*/ 130795 h 260523"/>
                <a:gd name="connsiteX94" fmla="*/ 295923 w 717144"/>
                <a:gd name="connsiteY94" fmla="*/ 130795 h 260523"/>
                <a:gd name="connsiteX95" fmla="*/ 295923 w 717144"/>
                <a:gd name="connsiteY95" fmla="*/ 169808 h 260523"/>
                <a:gd name="connsiteX96" fmla="*/ 318467 w 717144"/>
                <a:gd name="connsiteY96" fmla="*/ 157476 h 260523"/>
                <a:gd name="connsiteX97" fmla="*/ 343622 w 717144"/>
                <a:gd name="connsiteY97" fmla="*/ 186173 h 260523"/>
                <a:gd name="connsiteX98" fmla="*/ 343622 w 717144"/>
                <a:gd name="connsiteY98" fmla="*/ 230285 h 260523"/>
                <a:gd name="connsiteX99" fmla="*/ 324400 w 717144"/>
                <a:gd name="connsiteY99" fmla="*/ 230285 h 260523"/>
                <a:gd name="connsiteX100" fmla="*/ 324400 w 717144"/>
                <a:gd name="connsiteY100" fmla="*/ 190917 h 260523"/>
                <a:gd name="connsiteX101" fmla="*/ 311467 w 717144"/>
                <a:gd name="connsiteY101" fmla="*/ 175619 h 260523"/>
                <a:gd name="connsiteX102" fmla="*/ 295923 w 717144"/>
                <a:gd name="connsiteY102" fmla="*/ 196371 h 260523"/>
                <a:gd name="connsiteX103" fmla="*/ 295923 w 717144"/>
                <a:gd name="connsiteY103" fmla="*/ 230404 h 260523"/>
                <a:gd name="connsiteX104" fmla="*/ 277176 w 717144"/>
                <a:gd name="connsiteY104" fmla="*/ 230404 h 260523"/>
                <a:gd name="connsiteX105" fmla="*/ 34409 w 717144"/>
                <a:gd name="connsiteY105" fmla="*/ 130558 h 260523"/>
                <a:gd name="connsiteX106" fmla="*/ 98720 w 717144"/>
                <a:gd name="connsiteY106" fmla="*/ 130558 h 260523"/>
                <a:gd name="connsiteX107" fmla="*/ 98720 w 717144"/>
                <a:gd name="connsiteY107" fmla="*/ 150480 h 260523"/>
                <a:gd name="connsiteX108" fmla="*/ 54344 w 717144"/>
                <a:gd name="connsiteY108" fmla="*/ 150480 h 260523"/>
                <a:gd name="connsiteX109" fmla="*/ 54344 w 717144"/>
                <a:gd name="connsiteY109" fmla="*/ 170401 h 260523"/>
                <a:gd name="connsiteX110" fmla="*/ 98720 w 717144"/>
                <a:gd name="connsiteY110" fmla="*/ 170401 h 260523"/>
                <a:gd name="connsiteX111" fmla="*/ 98720 w 717144"/>
                <a:gd name="connsiteY111" fmla="*/ 190324 h 260523"/>
                <a:gd name="connsiteX112" fmla="*/ 54344 w 717144"/>
                <a:gd name="connsiteY112" fmla="*/ 190324 h 260523"/>
                <a:gd name="connsiteX113" fmla="*/ 54344 w 717144"/>
                <a:gd name="connsiteY113" fmla="*/ 210245 h 260523"/>
                <a:gd name="connsiteX114" fmla="*/ 98720 w 717144"/>
                <a:gd name="connsiteY114" fmla="*/ 210245 h 260523"/>
                <a:gd name="connsiteX115" fmla="*/ 98720 w 717144"/>
                <a:gd name="connsiteY115" fmla="*/ 230167 h 260523"/>
                <a:gd name="connsiteX116" fmla="*/ 34409 w 717144"/>
                <a:gd name="connsiteY116" fmla="*/ 230167 h 260523"/>
                <a:gd name="connsiteX117" fmla="*/ 273497 w 717144"/>
                <a:gd name="connsiteY117" fmla="*/ 45179 h 260523"/>
                <a:gd name="connsiteX118" fmla="*/ 254512 w 717144"/>
                <a:gd name="connsiteY118" fmla="*/ 64152 h 260523"/>
                <a:gd name="connsiteX119" fmla="*/ 273497 w 717144"/>
                <a:gd name="connsiteY119" fmla="*/ 83007 h 260523"/>
                <a:gd name="connsiteX120" fmla="*/ 292363 w 717144"/>
                <a:gd name="connsiteY120" fmla="*/ 64152 h 260523"/>
                <a:gd name="connsiteX121" fmla="*/ 273497 w 717144"/>
                <a:gd name="connsiteY121" fmla="*/ 45179 h 260523"/>
                <a:gd name="connsiteX122" fmla="*/ 129808 w 717144"/>
                <a:gd name="connsiteY122" fmla="*/ 42689 h 260523"/>
                <a:gd name="connsiteX123" fmla="*/ 112959 w 717144"/>
                <a:gd name="connsiteY123" fmla="*/ 56089 h 260523"/>
                <a:gd name="connsiteX124" fmla="*/ 144995 w 717144"/>
                <a:gd name="connsiteY124" fmla="*/ 56089 h 260523"/>
                <a:gd name="connsiteX125" fmla="*/ 129808 w 717144"/>
                <a:gd name="connsiteY125" fmla="*/ 42689 h 260523"/>
                <a:gd name="connsiteX126" fmla="*/ 562775 w 717144"/>
                <a:gd name="connsiteY126" fmla="*/ 28579 h 260523"/>
                <a:gd name="connsiteX127" fmla="*/ 581641 w 717144"/>
                <a:gd name="connsiteY127" fmla="*/ 28579 h 260523"/>
                <a:gd name="connsiteX128" fmla="*/ 581879 w 717144"/>
                <a:gd name="connsiteY128" fmla="*/ 28579 h 260523"/>
                <a:gd name="connsiteX129" fmla="*/ 581879 w 717144"/>
                <a:gd name="connsiteY129" fmla="*/ 99727 h 260523"/>
                <a:gd name="connsiteX130" fmla="*/ 563606 w 717144"/>
                <a:gd name="connsiteY130" fmla="*/ 99727 h 260523"/>
                <a:gd name="connsiteX131" fmla="*/ 563606 w 717144"/>
                <a:gd name="connsiteY131" fmla="*/ 88936 h 260523"/>
                <a:gd name="connsiteX132" fmla="*/ 540942 w 717144"/>
                <a:gd name="connsiteY132" fmla="*/ 101506 h 260523"/>
                <a:gd name="connsiteX133" fmla="*/ 516263 w 717144"/>
                <a:gd name="connsiteY133" fmla="*/ 72928 h 260523"/>
                <a:gd name="connsiteX134" fmla="*/ 516263 w 717144"/>
                <a:gd name="connsiteY134" fmla="*/ 28697 h 260523"/>
                <a:gd name="connsiteX135" fmla="*/ 535484 w 717144"/>
                <a:gd name="connsiteY135" fmla="*/ 28697 h 260523"/>
                <a:gd name="connsiteX136" fmla="*/ 535484 w 717144"/>
                <a:gd name="connsiteY136" fmla="*/ 68185 h 260523"/>
                <a:gd name="connsiteX137" fmla="*/ 547469 w 717144"/>
                <a:gd name="connsiteY137" fmla="*/ 83363 h 260523"/>
                <a:gd name="connsiteX138" fmla="*/ 562775 w 717144"/>
                <a:gd name="connsiteY138" fmla="*/ 62611 h 260523"/>
                <a:gd name="connsiteX139" fmla="*/ 630645 w 717144"/>
                <a:gd name="connsiteY139" fmla="*/ 26799 h 260523"/>
                <a:gd name="connsiteX140" fmla="*/ 630645 w 717144"/>
                <a:gd name="connsiteY140" fmla="*/ 26918 h 260523"/>
                <a:gd name="connsiteX141" fmla="*/ 659003 w 717144"/>
                <a:gd name="connsiteY141" fmla="*/ 37471 h 260523"/>
                <a:gd name="connsiteX142" fmla="*/ 648443 w 717144"/>
                <a:gd name="connsiteY142" fmla="*/ 51108 h 260523"/>
                <a:gd name="connsiteX143" fmla="*/ 629103 w 717144"/>
                <a:gd name="connsiteY143" fmla="*/ 43875 h 260523"/>
                <a:gd name="connsiteX144" fmla="*/ 620085 w 717144"/>
                <a:gd name="connsiteY144" fmla="*/ 48856 h 260523"/>
                <a:gd name="connsiteX145" fmla="*/ 636578 w 717144"/>
                <a:gd name="connsiteY145" fmla="*/ 55971 h 260523"/>
                <a:gd name="connsiteX146" fmla="*/ 659359 w 717144"/>
                <a:gd name="connsiteY146" fmla="*/ 78264 h 260523"/>
                <a:gd name="connsiteX147" fmla="*/ 628628 w 717144"/>
                <a:gd name="connsiteY147" fmla="*/ 101506 h 260523"/>
                <a:gd name="connsiteX148" fmla="*/ 597067 w 717144"/>
                <a:gd name="connsiteY148" fmla="*/ 89647 h 260523"/>
                <a:gd name="connsiteX149" fmla="*/ 607983 w 717144"/>
                <a:gd name="connsiteY149" fmla="*/ 75418 h 260523"/>
                <a:gd name="connsiteX150" fmla="*/ 630645 w 717144"/>
                <a:gd name="connsiteY150" fmla="*/ 84668 h 260523"/>
                <a:gd name="connsiteX151" fmla="*/ 640019 w 717144"/>
                <a:gd name="connsiteY151" fmla="*/ 79212 h 260523"/>
                <a:gd name="connsiteX152" fmla="*/ 624238 w 717144"/>
                <a:gd name="connsiteY152" fmla="*/ 71979 h 260523"/>
                <a:gd name="connsiteX153" fmla="*/ 600626 w 717144"/>
                <a:gd name="connsiteY153" fmla="*/ 49449 h 260523"/>
                <a:gd name="connsiteX154" fmla="*/ 630645 w 717144"/>
                <a:gd name="connsiteY154" fmla="*/ 26799 h 260523"/>
                <a:gd name="connsiteX155" fmla="*/ 496092 w 717144"/>
                <a:gd name="connsiteY155" fmla="*/ 26799 h 260523"/>
                <a:gd name="connsiteX156" fmla="*/ 503092 w 717144"/>
                <a:gd name="connsiteY156" fmla="*/ 27749 h 260523"/>
                <a:gd name="connsiteX157" fmla="*/ 503092 w 717144"/>
                <a:gd name="connsiteY157" fmla="*/ 47907 h 260523"/>
                <a:gd name="connsiteX158" fmla="*/ 494549 w 717144"/>
                <a:gd name="connsiteY158" fmla="*/ 46722 h 260523"/>
                <a:gd name="connsiteX159" fmla="*/ 476633 w 717144"/>
                <a:gd name="connsiteY159" fmla="*/ 67354 h 260523"/>
                <a:gd name="connsiteX160" fmla="*/ 476633 w 717144"/>
                <a:gd name="connsiteY160" fmla="*/ 99491 h 260523"/>
                <a:gd name="connsiteX161" fmla="*/ 457885 w 717144"/>
                <a:gd name="connsiteY161" fmla="*/ 99491 h 260523"/>
                <a:gd name="connsiteX162" fmla="*/ 457885 w 717144"/>
                <a:gd name="connsiteY162" fmla="*/ 28341 h 260523"/>
                <a:gd name="connsiteX163" fmla="*/ 475920 w 717144"/>
                <a:gd name="connsiteY163" fmla="*/ 28341 h 260523"/>
                <a:gd name="connsiteX164" fmla="*/ 475920 w 717144"/>
                <a:gd name="connsiteY164" fmla="*/ 39962 h 260523"/>
                <a:gd name="connsiteX165" fmla="*/ 475920 w 717144"/>
                <a:gd name="connsiteY165" fmla="*/ 40200 h 260523"/>
                <a:gd name="connsiteX166" fmla="*/ 496092 w 717144"/>
                <a:gd name="connsiteY166" fmla="*/ 26799 h 260523"/>
                <a:gd name="connsiteX167" fmla="*/ 273497 w 717144"/>
                <a:gd name="connsiteY167" fmla="*/ 26799 h 260523"/>
                <a:gd name="connsiteX168" fmla="*/ 311823 w 717144"/>
                <a:gd name="connsiteY168" fmla="*/ 64034 h 260523"/>
                <a:gd name="connsiteX169" fmla="*/ 273497 w 717144"/>
                <a:gd name="connsiteY169" fmla="*/ 101268 h 260523"/>
                <a:gd name="connsiteX170" fmla="*/ 235172 w 717144"/>
                <a:gd name="connsiteY170" fmla="*/ 64034 h 260523"/>
                <a:gd name="connsiteX171" fmla="*/ 273497 w 717144"/>
                <a:gd name="connsiteY171" fmla="*/ 26799 h 260523"/>
                <a:gd name="connsiteX172" fmla="*/ 219391 w 717144"/>
                <a:gd name="connsiteY172" fmla="*/ 26799 h 260523"/>
                <a:gd name="connsiteX173" fmla="*/ 226391 w 717144"/>
                <a:gd name="connsiteY173" fmla="*/ 27749 h 260523"/>
                <a:gd name="connsiteX174" fmla="*/ 226391 w 717144"/>
                <a:gd name="connsiteY174" fmla="*/ 47907 h 260523"/>
                <a:gd name="connsiteX175" fmla="*/ 217848 w 717144"/>
                <a:gd name="connsiteY175" fmla="*/ 46722 h 260523"/>
                <a:gd name="connsiteX176" fmla="*/ 199932 w 717144"/>
                <a:gd name="connsiteY176" fmla="*/ 67354 h 260523"/>
                <a:gd name="connsiteX177" fmla="*/ 199932 w 717144"/>
                <a:gd name="connsiteY177" fmla="*/ 99491 h 260523"/>
                <a:gd name="connsiteX178" fmla="*/ 181184 w 717144"/>
                <a:gd name="connsiteY178" fmla="*/ 99491 h 260523"/>
                <a:gd name="connsiteX179" fmla="*/ 181184 w 717144"/>
                <a:gd name="connsiteY179" fmla="*/ 28341 h 260523"/>
                <a:gd name="connsiteX180" fmla="*/ 199220 w 717144"/>
                <a:gd name="connsiteY180" fmla="*/ 28341 h 260523"/>
                <a:gd name="connsiteX181" fmla="*/ 199220 w 717144"/>
                <a:gd name="connsiteY181" fmla="*/ 39962 h 260523"/>
                <a:gd name="connsiteX182" fmla="*/ 199220 w 717144"/>
                <a:gd name="connsiteY182" fmla="*/ 40200 h 260523"/>
                <a:gd name="connsiteX183" fmla="*/ 219391 w 717144"/>
                <a:gd name="connsiteY183" fmla="*/ 26799 h 260523"/>
                <a:gd name="connsiteX184" fmla="*/ 130282 w 717144"/>
                <a:gd name="connsiteY184" fmla="*/ 26799 h 260523"/>
                <a:gd name="connsiteX185" fmla="*/ 165403 w 717144"/>
                <a:gd name="connsiteY185" fmla="*/ 64627 h 260523"/>
                <a:gd name="connsiteX186" fmla="*/ 165403 w 717144"/>
                <a:gd name="connsiteY186" fmla="*/ 69726 h 260523"/>
                <a:gd name="connsiteX187" fmla="*/ 113077 w 717144"/>
                <a:gd name="connsiteY187" fmla="*/ 69726 h 260523"/>
                <a:gd name="connsiteX188" fmla="*/ 113077 w 717144"/>
                <a:gd name="connsiteY188" fmla="*/ 69963 h 260523"/>
                <a:gd name="connsiteX189" fmla="*/ 132299 w 717144"/>
                <a:gd name="connsiteY189" fmla="*/ 83600 h 260523"/>
                <a:gd name="connsiteX190" fmla="*/ 152470 w 717144"/>
                <a:gd name="connsiteY190" fmla="*/ 76367 h 260523"/>
                <a:gd name="connsiteX191" fmla="*/ 160301 w 717144"/>
                <a:gd name="connsiteY191" fmla="*/ 91901 h 260523"/>
                <a:gd name="connsiteX192" fmla="*/ 131943 w 717144"/>
                <a:gd name="connsiteY192" fmla="*/ 101268 h 260523"/>
                <a:gd name="connsiteX193" fmla="*/ 93855 w 717144"/>
                <a:gd name="connsiteY193" fmla="*/ 64034 h 260523"/>
                <a:gd name="connsiteX194" fmla="*/ 130282 w 717144"/>
                <a:gd name="connsiteY194" fmla="*/ 26799 h 260523"/>
                <a:gd name="connsiteX195" fmla="*/ 680362 w 717144"/>
                <a:gd name="connsiteY195" fmla="*/ 9487 h 260523"/>
                <a:gd name="connsiteX196" fmla="*/ 699108 w 717144"/>
                <a:gd name="connsiteY196" fmla="*/ 9487 h 260523"/>
                <a:gd name="connsiteX197" fmla="*/ 699108 w 717144"/>
                <a:gd name="connsiteY197" fmla="*/ 28579 h 260523"/>
                <a:gd name="connsiteX198" fmla="*/ 717144 w 717144"/>
                <a:gd name="connsiteY198" fmla="*/ 28579 h 260523"/>
                <a:gd name="connsiteX199" fmla="*/ 717144 w 717144"/>
                <a:gd name="connsiteY199" fmla="*/ 44350 h 260523"/>
                <a:gd name="connsiteX200" fmla="*/ 699108 w 717144"/>
                <a:gd name="connsiteY200" fmla="*/ 44350 h 260523"/>
                <a:gd name="connsiteX201" fmla="*/ 699108 w 717144"/>
                <a:gd name="connsiteY201" fmla="*/ 75180 h 260523"/>
                <a:gd name="connsiteX202" fmla="*/ 706228 w 717144"/>
                <a:gd name="connsiteY202" fmla="*/ 81584 h 260523"/>
                <a:gd name="connsiteX203" fmla="*/ 716670 w 717144"/>
                <a:gd name="connsiteY203" fmla="*/ 80398 h 260523"/>
                <a:gd name="connsiteX204" fmla="*/ 716670 w 717144"/>
                <a:gd name="connsiteY204" fmla="*/ 98186 h 260523"/>
                <a:gd name="connsiteX205" fmla="*/ 716670 w 717144"/>
                <a:gd name="connsiteY205" fmla="*/ 98305 h 260523"/>
                <a:gd name="connsiteX206" fmla="*/ 701245 w 717144"/>
                <a:gd name="connsiteY206" fmla="*/ 100439 h 260523"/>
                <a:gd name="connsiteX207" fmla="*/ 680362 w 717144"/>
                <a:gd name="connsiteY207" fmla="*/ 77908 h 260523"/>
                <a:gd name="connsiteX208" fmla="*/ 680362 w 717144"/>
                <a:gd name="connsiteY208" fmla="*/ 44350 h 260523"/>
                <a:gd name="connsiteX209" fmla="*/ 667427 w 717144"/>
                <a:gd name="connsiteY209" fmla="*/ 44350 h 260523"/>
                <a:gd name="connsiteX210" fmla="*/ 667427 w 717144"/>
                <a:gd name="connsiteY210" fmla="*/ 28579 h 260523"/>
                <a:gd name="connsiteX211" fmla="*/ 680362 w 717144"/>
                <a:gd name="connsiteY211" fmla="*/ 28579 h 260523"/>
                <a:gd name="connsiteX212" fmla="*/ 353351 w 717144"/>
                <a:gd name="connsiteY212" fmla="*/ 0 h 260523"/>
                <a:gd name="connsiteX213" fmla="*/ 445308 w 717144"/>
                <a:gd name="connsiteY213" fmla="*/ 0 h 260523"/>
                <a:gd name="connsiteX214" fmla="*/ 445308 w 717144"/>
                <a:gd name="connsiteY214" fmla="*/ 19922 h 260523"/>
                <a:gd name="connsiteX215" fmla="*/ 409237 w 717144"/>
                <a:gd name="connsiteY215" fmla="*/ 19922 h 260523"/>
                <a:gd name="connsiteX216" fmla="*/ 409237 w 717144"/>
                <a:gd name="connsiteY216" fmla="*/ 99609 h 260523"/>
                <a:gd name="connsiteX217" fmla="*/ 389304 w 717144"/>
                <a:gd name="connsiteY217" fmla="*/ 99609 h 260523"/>
                <a:gd name="connsiteX218" fmla="*/ 389304 w 717144"/>
                <a:gd name="connsiteY218" fmla="*/ 19922 h 260523"/>
                <a:gd name="connsiteX219" fmla="*/ 353351 w 717144"/>
                <a:gd name="connsiteY219" fmla="*/ 19922 h 260523"/>
                <a:gd name="connsiteX220" fmla="*/ 0 w 717144"/>
                <a:gd name="connsiteY220" fmla="*/ 0 h 260523"/>
                <a:gd name="connsiteX221" fmla="*/ 81278 w 717144"/>
                <a:gd name="connsiteY221" fmla="*/ 0 h 260523"/>
                <a:gd name="connsiteX222" fmla="*/ 81278 w 717144"/>
                <a:gd name="connsiteY222" fmla="*/ 14348 h 260523"/>
                <a:gd name="connsiteX223" fmla="*/ 29782 w 717144"/>
                <a:gd name="connsiteY223" fmla="*/ 79568 h 260523"/>
                <a:gd name="connsiteX224" fmla="*/ 81278 w 717144"/>
                <a:gd name="connsiteY224" fmla="*/ 79568 h 260523"/>
                <a:gd name="connsiteX225" fmla="*/ 81278 w 717144"/>
                <a:gd name="connsiteY225" fmla="*/ 99491 h 260523"/>
                <a:gd name="connsiteX226" fmla="*/ 0 w 717144"/>
                <a:gd name="connsiteY226" fmla="*/ 99491 h 260523"/>
                <a:gd name="connsiteX227" fmla="*/ 0 w 717144"/>
                <a:gd name="connsiteY227" fmla="*/ 85261 h 260523"/>
                <a:gd name="connsiteX228" fmla="*/ 51496 w 717144"/>
                <a:gd name="connsiteY228" fmla="*/ 19922 h 260523"/>
                <a:gd name="connsiteX229" fmla="*/ 0 w 717144"/>
                <a:gd name="connsiteY229" fmla="*/ 19922 h 260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</a:cxnLst>
              <a:rect l="l" t="t" r="r" b="b"/>
              <a:pathLst>
                <a:path w="717144" h="260523">
                  <a:moveTo>
                    <a:pt x="405915" y="197319"/>
                  </a:moveTo>
                  <a:cubicBezTo>
                    <a:pt x="403661" y="198743"/>
                    <a:pt x="400931" y="199573"/>
                    <a:pt x="397846" y="200048"/>
                  </a:cubicBezTo>
                  <a:lnTo>
                    <a:pt x="388829" y="201232"/>
                  </a:lnTo>
                  <a:cubicBezTo>
                    <a:pt x="382658" y="201945"/>
                    <a:pt x="379455" y="204909"/>
                    <a:pt x="379455" y="209178"/>
                  </a:cubicBezTo>
                  <a:cubicBezTo>
                    <a:pt x="379455" y="214158"/>
                    <a:pt x="383253" y="217241"/>
                    <a:pt x="389659" y="217241"/>
                  </a:cubicBezTo>
                  <a:cubicBezTo>
                    <a:pt x="399152" y="217241"/>
                    <a:pt x="405915" y="210363"/>
                    <a:pt x="405915" y="200996"/>
                  </a:cubicBezTo>
                  <a:close/>
                  <a:moveTo>
                    <a:pt x="564793" y="175737"/>
                  </a:moveTo>
                  <a:cubicBezTo>
                    <a:pt x="553639" y="175737"/>
                    <a:pt x="546045" y="183564"/>
                    <a:pt x="546045" y="194830"/>
                  </a:cubicBezTo>
                  <a:cubicBezTo>
                    <a:pt x="546045" y="206095"/>
                    <a:pt x="553757" y="213921"/>
                    <a:pt x="564793" y="213921"/>
                  </a:cubicBezTo>
                  <a:cubicBezTo>
                    <a:pt x="575828" y="213921"/>
                    <a:pt x="583184" y="206213"/>
                    <a:pt x="583184" y="194830"/>
                  </a:cubicBezTo>
                  <a:cubicBezTo>
                    <a:pt x="583184" y="183445"/>
                    <a:pt x="575828" y="175737"/>
                    <a:pt x="564793" y="175737"/>
                  </a:cubicBezTo>
                  <a:close/>
                  <a:moveTo>
                    <a:pt x="653545" y="173367"/>
                  </a:moveTo>
                  <a:cubicBezTo>
                    <a:pt x="644527" y="173367"/>
                    <a:pt x="638595" y="178110"/>
                    <a:pt x="636696" y="186766"/>
                  </a:cubicBezTo>
                  <a:lnTo>
                    <a:pt x="668733" y="186766"/>
                  </a:lnTo>
                  <a:cubicBezTo>
                    <a:pt x="667902" y="179058"/>
                    <a:pt x="662564" y="173367"/>
                    <a:pt x="653545" y="173367"/>
                  </a:cubicBezTo>
                  <a:close/>
                  <a:moveTo>
                    <a:pt x="112246" y="159018"/>
                  </a:moveTo>
                  <a:lnTo>
                    <a:pt x="134910" y="159018"/>
                  </a:lnTo>
                  <a:lnTo>
                    <a:pt x="150098" y="178939"/>
                  </a:lnTo>
                  <a:lnTo>
                    <a:pt x="165285" y="159018"/>
                  </a:lnTo>
                  <a:lnTo>
                    <a:pt x="188066" y="159018"/>
                  </a:lnTo>
                  <a:lnTo>
                    <a:pt x="161489" y="193762"/>
                  </a:lnTo>
                  <a:lnTo>
                    <a:pt x="189254" y="230167"/>
                  </a:lnTo>
                  <a:lnTo>
                    <a:pt x="166590" y="230167"/>
                  </a:lnTo>
                  <a:lnTo>
                    <a:pt x="150098" y="208704"/>
                  </a:lnTo>
                  <a:lnTo>
                    <a:pt x="133723" y="230167"/>
                  </a:lnTo>
                  <a:lnTo>
                    <a:pt x="111060" y="230167"/>
                  </a:lnTo>
                  <a:lnTo>
                    <a:pt x="138825" y="193762"/>
                  </a:lnTo>
                  <a:close/>
                  <a:moveTo>
                    <a:pt x="654020" y="157476"/>
                  </a:moveTo>
                  <a:cubicBezTo>
                    <a:pt x="675734" y="157476"/>
                    <a:pt x="689141" y="172417"/>
                    <a:pt x="689141" y="195303"/>
                  </a:cubicBezTo>
                  <a:lnTo>
                    <a:pt x="689141" y="200403"/>
                  </a:lnTo>
                  <a:lnTo>
                    <a:pt x="636816" y="200403"/>
                  </a:lnTo>
                  <a:lnTo>
                    <a:pt x="636816" y="200641"/>
                  </a:lnTo>
                  <a:cubicBezTo>
                    <a:pt x="639188" y="210126"/>
                    <a:pt x="647732" y="214276"/>
                    <a:pt x="656037" y="214276"/>
                  </a:cubicBezTo>
                  <a:cubicBezTo>
                    <a:pt x="664343" y="214276"/>
                    <a:pt x="671225" y="211312"/>
                    <a:pt x="676208" y="207043"/>
                  </a:cubicBezTo>
                  <a:lnTo>
                    <a:pt x="684040" y="222577"/>
                  </a:lnTo>
                  <a:cubicBezTo>
                    <a:pt x="678225" y="227440"/>
                    <a:pt x="669326" y="231946"/>
                    <a:pt x="655682" y="231946"/>
                  </a:cubicBezTo>
                  <a:cubicBezTo>
                    <a:pt x="631594" y="231946"/>
                    <a:pt x="617593" y="215819"/>
                    <a:pt x="617593" y="194712"/>
                  </a:cubicBezTo>
                  <a:cubicBezTo>
                    <a:pt x="617593" y="173603"/>
                    <a:pt x="631713" y="157476"/>
                    <a:pt x="654020" y="157476"/>
                  </a:cubicBezTo>
                  <a:close/>
                  <a:moveTo>
                    <a:pt x="485769" y="157358"/>
                  </a:moveTo>
                  <a:cubicBezTo>
                    <a:pt x="501668" y="157358"/>
                    <a:pt x="510805" y="167556"/>
                    <a:pt x="510805" y="185699"/>
                  </a:cubicBezTo>
                  <a:lnTo>
                    <a:pt x="510805" y="230167"/>
                  </a:lnTo>
                  <a:lnTo>
                    <a:pt x="491583" y="230167"/>
                  </a:lnTo>
                  <a:lnTo>
                    <a:pt x="491583" y="190797"/>
                  </a:lnTo>
                  <a:cubicBezTo>
                    <a:pt x="491583" y="180718"/>
                    <a:pt x="487074" y="175501"/>
                    <a:pt x="478294" y="175501"/>
                  </a:cubicBezTo>
                  <a:cubicBezTo>
                    <a:pt x="468327" y="175501"/>
                    <a:pt x="463107" y="182734"/>
                    <a:pt x="463107" y="196253"/>
                  </a:cubicBezTo>
                  <a:lnTo>
                    <a:pt x="463107" y="230285"/>
                  </a:lnTo>
                  <a:lnTo>
                    <a:pt x="444359" y="230285"/>
                  </a:lnTo>
                  <a:lnTo>
                    <a:pt x="444241" y="230285"/>
                  </a:lnTo>
                  <a:lnTo>
                    <a:pt x="444241" y="159137"/>
                  </a:lnTo>
                  <a:lnTo>
                    <a:pt x="462512" y="159137"/>
                  </a:lnTo>
                  <a:lnTo>
                    <a:pt x="462512" y="169928"/>
                  </a:lnTo>
                  <a:cubicBezTo>
                    <a:pt x="467970" y="161627"/>
                    <a:pt x="476158" y="157358"/>
                    <a:pt x="485769" y="157358"/>
                  </a:cubicBezTo>
                  <a:close/>
                  <a:moveTo>
                    <a:pt x="393812" y="157358"/>
                  </a:moveTo>
                  <a:cubicBezTo>
                    <a:pt x="412085" y="157358"/>
                    <a:pt x="424544" y="165422"/>
                    <a:pt x="424544" y="183802"/>
                  </a:cubicBezTo>
                  <a:lnTo>
                    <a:pt x="424662" y="183920"/>
                  </a:lnTo>
                  <a:lnTo>
                    <a:pt x="424662" y="230404"/>
                  </a:lnTo>
                  <a:lnTo>
                    <a:pt x="405915" y="230404"/>
                  </a:lnTo>
                  <a:lnTo>
                    <a:pt x="405915" y="220680"/>
                  </a:lnTo>
                  <a:cubicBezTo>
                    <a:pt x="401406" y="227677"/>
                    <a:pt x="393931" y="231946"/>
                    <a:pt x="384082" y="231946"/>
                  </a:cubicBezTo>
                  <a:cubicBezTo>
                    <a:pt x="369845" y="231946"/>
                    <a:pt x="359877" y="222815"/>
                    <a:pt x="359877" y="210126"/>
                  </a:cubicBezTo>
                  <a:cubicBezTo>
                    <a:pt x="359877" y="197439"/>
                    <a:pt x="368776" y="190086"/>
                    <a:pt x="383727" y="188426"/>
                  </a:cubicBezTo>
                  <a:lnTo>
                    <a:pt x="397135" y="187004"/>
                  </a:lnTo>
                  <a:cubicBezTo>
                    <a:pt x="403779" y="186292"/>
                    <a:pt x="405796" y="184275"/>
                    <a:pt x="405796" y="180837"/>
                  </a:cubicBezTo>
                  <a:cubicBezTo>
                    <a:pt x="405796" y="176805"/>
                    <a:pt x="401524" y="174315"/>
                    <a:pt x="394169" y="174315"/>
                  </a:cubicBezTo>
                  <a:cubicBezTo>
                    <a:pt x="384320" y="174315"/>
                    <a:pt x="377913" y="177754"/>
                    <a:pt x="375658" y="183564"/>
                  </a:cubicBezTo>
                  <a:lnTo>
                    <a:pt x="361657" y="173603"/>
                  </a:lnTo>
                  <a:cubicBezTo>
                    <a:pt x="366047" y="163168"/>
                    <a:pt x="377320" y="157358"/>
                    <a:pt x="393812" y="157358"/>
                  </a:cubicBezTo>
                  <a:close/>
                  <a:moveTo>
                    <a:pt x="235647" y="157358"/>
                  </a:moveTo>
                  <a:cubicBezTo>
                    <a:pt x="246444" y="157358"/>
                    <a:pt x="255818" y="160916"/>
                    <a:pt x="262700" y="167793"/>
                  </a:cubicBezTo>
                  <a:lnTo>
                    <a:pt x="252021" y="182852"/>
                  </a:lnTo>
                  <a:cubicBezTo>
                    <a:pt x="247274" y="178110"/>
                    <a:pt x="241936" y="175737"/>
                    <a:pt x="235647" y="175737"/>
                  </a:cubicBezTo>
                  <a:cubicBezTo>
                    <a:pt x="224730" y="175737"/>
                    <a:pt x="217017" y="183564"/>
                    <a:pt x="217017" y="194712"/>
                  </a:cubicBezTo>
                  <a:cubicBezTo>
                    <a:pt x="217017" y="205858"/>
                    <a:pt x="224730" y="213565"/>
                    <a:pt x="235647" y="213565"/>
                  </a:cubicBezTo>
                  <a:cubicBezTo>
                    <a:pt x="241936" y="213565"/>
                    <a:pt x="247630" y="210956"/>
                    <a:pt x="252495" y="206332"/>
                  </a:cubicBezTo>
                  <a:lnTo>
                    <a:pt x="262937" y="221391"/>
                  </a:lnTo>
                  <a:cubicBezTo>
                    <a:pt x="256055" y="228270"/>
                    <a:pt x="246444" y="231946"/>
                    <a:pt x="235410" y="231946"/>
                  </a:cubicBezTo>
                  <a:cubicBezTo>
                    <a:pt x="213103" y="231946"/>
                    <a:pt x="197677" y="216767"/>
                    <a:pt x="197677" y="194712"/>
                  </a:cubicBezTo>
                  <a:cubicBezTo>
                    <a:pt x="197677" y="172655"/>
                    <a:pt x="213340" y="157476"/>
                    <a:pt x="235647" y="157476"/>
                  </a:cubicBezTo>
                  <a:close/>
                  <a:moveTo>
                    <a:pt x="559453" y="157239"/>
                  </a:moveTo>
                  <a:lnTo>
                    <a:pt x="559572" y="157476"/>
                  </a:lnTo>
                  <a:cubicBezTo>
                    <a:pt x="569420" y="157476"/>
                    <a:pt x="578201" y="161864"/>
                    <a:pt x="582710" y="169097"/>
                  </a:cubicBezTo>
                  <a:lnTo>
                    <a:pt x="582710" y="159137"/>
                  </a:lnTo>
                  <a:lnTo>
                    <a:pt x="601456" y="159137"/>
                  </a:lnTo>
                  <a:lnTo>
                    <a:pt x="601456" y="225542"/>
                  </a:lnTo>
                  <a:cubicBezTo>
                    <a:pt x="601456" y="248310"/>
                    <a:pt x="587930" y="260523"/>
                    <a:pt x="562775" y="260523"/>
                  </a:cubicBezTo>
                  <a:cubicBezTo>
                    <a:pt x="549487" y="260523"/>
                    <a:pt x="539400" y="256966"/>
                    <a:pt x="531332" y="249377"/>
                  </a:cubicBezTo>
                  <a:lnTo>
                    <a:pt x="540587" y="233842"/>
                  </a:lnTo>
                  <a:cubicBezTo>
                    <a:pt x="546757" y="239773"/>
                    <a:pt x="553639" y="242736"/>
                    <a:pt x="562182" y="242736"/>
                  </a:cubicBezTo>
                  <a:cubicBezTo>
                    <a:pt x="575946" y="242736"/>
                    <a:pt x="582946" y="236571"/>
                    <a:pt x="582946" y="224356"/>
                  </a:cubicBezTo>
                  <a:lnTo>
                    <a:pt x="582946" y="219850"/>
                  </a:lnTo>
                  <a:cubicBezTo>
                    <a:pt x="578081" y="226847"/>
                    <a:pt x="569895" y="230760"/>
                    <a:pt x="560046" y="230760"/>
                  </a:cubicBezTo>
                  <a:cubicBezTo>
                    <a:pt x="539875" y="230760"/>
                    <a:pt x="526587" y="216293"/>
                    <a:pt x="526587" y="194237"/>
                  </a:cubicBezTo>
                  <a:cubicBezTo>
                    <a:pt x="526587" y="172181"/>
                    <a:pt x="540113" y="157239"/>
                    <a:pt x="559453" y="157239"/>
                  </a:cubicBezTo>
                  <a:close/>
                  <a:moveTo>
                    <a:pt x="277176" y="130795"/>
                  </a:moveTo>
                  <a:lnTo>
                    <a:pt x="295923" y="130795"/>
                  </a:lnTo>
                  <a:lnTo>
                    <a:pt x="295923" y="169808"/>
                  </a:lnTo>
                  <a:cubicBezTo>
                    <a:pt x="301143" y="161389"/>
                    <a:pt x="308857" y="157476"/>
                    <a:pt x="318467" y="157476"/>
                  </a:cubicBezTo>
                  <a:cubicBezTo>
                    <a:pt x="334723" y="157476"/>
                    <a:pt x="343622" y="167674"/>
                    <a:pt x="343622" y="186173"/>
                  </a:cubicBezTo>
                  <a:lnTo>
                    <a:pt x="343622" y="230285"/>
                  </a:lnTo>
                  <a:lnTo>
                    <a:pt x="324400" y="230285"/>
                  </a:lnTo>
                  <a:lnTo>
                    <a:pt x="324400" y="190917"/>
                  </a:lnTo>
                  <a:cubicBezTo>
                    <a:pt x="324400" y="180837"/>
                    <a:pt x="319891" y="175619"/>
                    <a:pt x="311467" y="175619"/>
                  </a:cubicBezTo>
                  <a:cubicBezTo>
                    <a:pt x="301262" y="175619"/>
                    <a:pt x="295923" y="182734"/>
                    <a:pt x="295923" y="196371"/>
                  </a:cubicBezTo>
                  <a:lnTo>
                    <a:pt x="295923" y="230404"/>
                  </a:lnTo>
                  <a:lnTo>
                    <a:pt x="277176" y="230404"/>
                  </a:lnTo>
                  <a:close/>
                  <a:moveTo>
                    <a:pt x="34409" y="130558"/>
                  </a:moveTo>
                  <a:lnTo>
                    <a:pt x="98720" y="130558"/>
                  </a:lnTo>
                  <a:lnTo>
                    <a:pt x="98720" y="150480"/>
                  </a:lnTo>
                  <a:lnTo>
                    <a:pt x="54344" y="150480"/>
                  </a:lnTo>
                  <a:lnTo>
                    <a:pt x="54344" y="170401"/>
                  </a:lnTo>
                  <a:lnTo>
                    <a:pt x="98720" y="170401"/>
                  </a:lnTo>
                  <a:lnTo>
                    <a:pt x="98720" y="190324"/>
                  </a:lnTo>
                  <a:lnTo>
                    <a:pt x="54344" y="190324"/>
                  </a:lnTo>
                  <a:lnTo>
                    <a:pt x="54344" y="210245"/>
                  </a:lnTo>
                  <a:lnTo>
                    <a:pt x="98720" y="210245"/>
                  </a:lnTo>
                  <a:lnTo>
                    <a:pt x="98720" y="230167"/>
                  </a:lnTo>
                  <a:lnTo>
                    <a:pt x="34409" y="230167"/>
                  </a:lnTo>
                  <a:close/>
                  <a:moveTo>
                    <a:pt x="273497" y="45179"/>
                  </a:moveTo>
                  <a:cubicBezTo>
                    <a:pt x="262819" y="45179"/>
                    <a:pt x="254512" y="52769"/>
                    <a:pt x="254512" y="64152"/>
                  </a:cubicBezTo>
                  <a:cubicBezTo>
                    <a:pt x="254512" y="75537"/>
                    <a:pt x="262819" y="83007"/>
                    <a:pt x="273497" y="83007"/>
                  </a:cubicBezTo>
                  <a:cubicBezTo>
                    <a:pt x="284176" y="83007"/>
                    <a:pt x="292363" y="75418"/>
                    <a:pt x="292363" y="64152"/>
                  </a:cubicBezTo>
                  <a:cubicBezTo>
                    <a:pt x="292363" y="52887"/>
                    <a:pt x="284058" y="45179"/>
                    <a:pt x="273497" y="45179"/>
                  </a:cubicBezTo>
                  <a:close/>
                  <a:moveTo>
                    <a:pt x="129808" y="42689"/>
                  </a:moveTo>
                  <a:cubicBezTo>
                    <a:pt x="120790" y="42689"/>
                    <a:pt x="114858" y="47433"/>
                    <a:pt x="112959" y="56089"/>
                  </a:cubicBezTo>
                  <a:lnTo>
                    <a:pt x="144995" y="56089"/>
                  </a:lnTo>
                  <a:cubicBezTo>
                    <a:pt x="144165" y="48381"/>
                    <a:pt x="138825" y="42689"/>
                    <a:pt x="129808" y="42689"/>
                  </a:cubicBezTo>
                  <a:close/>
                  <a:moveTo>
                    <a:pt x="562775" y="28579"/>
                  </a:moveTo>
                  <a:lnTo>
                    <a:pt x="581641" y="28579"/>
                  </a:lnTo>
                  <a:lnTo>
                    <a:pt x="581879" y="28579"/>
                  </a:lnTo>
                  <a:lnTo>
                    <a:pt x="581879" y="99727"/>
                  </a:lnTo>
                  <a:lnTo>
                    <a:pt x="563606" y="99727"/>
                  </a:lnTo>
                  <a:lnTo>
                    <a:pt x="563606" y="88936"/>
                  </a:lnTo>
                  <a:cubicBezTo>
                    <a:pt x="558741" y="96169"/>
                    <a:pt x="551622" y="101506"/>
                    <a:pt x="540942" y="101506"/>
                  </a:cubicBezTo>
                  <a:cubicBezTo>
                    <a:pt x="524450" y="101506"/>
                    <a:pt x="516263" y="90360"/>
                    <a:pt x="516263" y="72928"/>
                  </a:cubicBezTo>
                  <a:lnTo>
                    <a:pt x="516263" y="28697"/>
                  </a:lnTo>
                  <a:lnTo>
                    <a:pt x="535484" y="28697"/>
                  </a:lnTo>
                  <a:lnTo>
                    <a:pt x="535484" y="68185"/>
                  </a:lnTo>
                  <a:cubicBezTo>
                    <a:pt x="535484" y="78264"/>
                    <a:pt x="539163" y="83363"/>
                    <a:pt x="547469" y="83363"/>
                  </a:cubicBezTo>
                  <a:cubicBezTo>
                    <a:pt x="558029" y="83363"/>
                    <a:pt x="562775" y="74825"/>
                    <a:pt x="562775" y="62611"/>
                  </a:cubicBezTo>
                  <a:close/>
                  <a:moveTo>
                    <a:pt x="630645" y="26799"/>
                  </a:moveTo>
                  <a:lnTo>
                    <a:pt x="630645" y="26918"/>
                  </a:lnTo>
                  <a:cubicBezTo>
                    <a:pt x="643341" y="26918"/>
                    <a:pt x="652597" y="30713"/>
                    <a:pt x="659003" y="37471"/>
                  </a:cubicBezTo>
                  <a:lnTo>
                    <a:pt x="648443" y="51108"/>
                  </a:lnTo>
                  <a:cubicBezTo>
                    <a:pt x="644172" y="46365"/>
                    <a:pt x="636341" y="43875"/>
                    <a:pt x="629103" y="43875"/>
                  </a:cubicBezTo>
                  <a:cubicBezTo>
                    <a:pt x="623288" y="43875"/>
                    <a:pt x="620085" y="45772"/>
                    <a:pt x="620085" y="48856"/>
                  </a:cubicBezTo>
                  <a:cubicBezTo>
                    <a:pt x="620085" y="52294"/>
                    <a:pt x="623526" y="53006"/>
                    <a:pt x="636578" y="55971"/>
                  </a:cubicBezTo>
                  <a:cubicBezTo>
                    <a:pt x="650105" y="59054"/>
                    <a:pt x="659359" y="64034"/>
                    <a:pt x="659359" y="78264"/>
                  </a:cubicBezTo>
                  <a:cubicBezTo>
                    <a:pt x="659359" y="93917"/>
                    <a:pt x="648206" y="101506"/>
                    <a:pt x="628628" y="101506"/>
                  </a:cubicBezTo>
                  <a:cubicBezTo>
                    <a:pt x="614390" y="101506"/>
                    <a:pt x="603118" y="97237"/>
                    <a:pt x="597067" y="89647"/>
                  </a:cubicBezTo>
                  <a:lnTo>
                    <a:pt x="607983" y="75418"/>
                  </a:lnTo>
                  <a:cubicBezTo>
                    <a:pt x="612492" y="80636"/>
                    <a:pt x="619967" y="84668"/>
                    <a:pt x="630645" y="84668"/>
                  </a:cubicBezTo>
                  <a:cubicBezTo>
                    <a:pt x="635866" y="84668"/>
                    <a:pt x="640019" y="83245"/>
                    <a:pt x="640019" y="79212"/>
                  </a:cubicBezTo>
                  <a:cubicBezTo>
                    <a:pt x="640019" y="75537"/>
                    <a:pt x="636459" y="74707"/>
                    <a:pt x="624238" y="71979"/>
                  </a:cubicBezTo>
                  <a:cubicBezTo>
                    <a:pt x="613085" y="69608"/>
                    <a:pt x="600626" y="64745"/>
                    <a:pt x="600626" y="49449"/>
                  </a:cubicBezTo>
                  <a:cubicBezTo>
                    <a:pt x="600626" y="34151"/>
                    <a:pt x="612017" y="26799"/>
                    <a:pt x="630645" y="26799"/>
                  </a:cubicBezTo>
                  <a:close/>
                  <a:moveTo>
                    <a:pt x="496092" y="26799"/>
                  </a:moveTo>
                  <a:cubicBezTo>
                    <a:pt x="498702" y="26799"/>
                    <a:pt x="500838" y="27274"/>
                    <a:pt x="503092" y="27749"/>
                  </a:cubicBezTo>
                  <a:lnTo>
                    <a:pt x="503092" y="47907"/>
                  </a:lnTo>
                  <a:cubicBezTo>
                    <a:pt x="500482" y="47077"/>
                    <a:pt x="497516" y="46722"/>
                    <a:pt x="494549" y="46722"/>
                  </a:cubicBezTo>
                  <a:cubicBezTo>
                    <a:pt x="482209" y="46722"/>
                    <a:pt x="476633" y="53717"/>
                    <a:pt x="476633" y="67354"/>
                  </a:cubicBezTo>
                  <a:lnTo>
                    <a:pt x="476633" y="99491"/>
                  </a:lnTo>
                  <a:lnTo>
                    <a:pt x="457885" y="99491"/>
                  </a:lnTo>
                  <a:lnTo>
                    <a:pt x="457885" y="28341"/>
                  </a:lnTo>
                  <a:lnTo>
                    <a:pt x="475920" y="28341"/>
                  </a:lnTo>
                  <a:lnTo>
                    <a:pt x="475920" y="39962"/>
                  </a:lnTo>
                  <a:lnTo>
                    <a:pt x="475920" y="40200"/>
                  </a:lnTo>
                  <a:cubicBezTo>
                    <a:pt x="479718" y="31899"/>
                    <a:pt x="486125" y="26799"/>
                    <a:pt x="496092" y="26799"/>
                  </a:cubicBezTo>
                  <a:close/>
                  <a:moveTo>
                    <a:pt x="273497" y="26799"/>
                  </a:moveTo>
                  <a:cubicBezTo>
                    <a:pt x="295449" y="26799"/>
                    <a:pt x="311823" y="41859"/>
                    <a:pt x="311823" y="64034"/>
                  </a:cubicBezTo>
                  <a:cubicBezTo>
                    <a:pt x="311823" y="86209"/>
                    <a:pt x="295449" y="101268"/>
                    <a:pt x="273497" y="101268"/>
                  </a:cubicBezTo>
                  <a:cubicBezTo>
                    <a:pt x="251546" y="101268"/>
                    <a:pt x="235172" y="86209"/>
                    <a:pt x="235172" y="64034"/>
                  </a:cubicBezTo>
                  <a:cubicBezTo>
                    <a:pt x="235172" y="41859"/>
                    <a:pt x="251546" y="26799"/>
                    <a:pt x="273497" y="26799"/>
                  </a:cubicBezTo>
                  <a:close/>
                  <a:moveTo>
                    <a:pt x="219391" y="26799"/>
                  </a:moveTo>
                  <a:cubicBezTo>
                    <a:pt x="222002" y="26799"/>
                    <a:pt x="224137" y="27274"/>
                    <a:pt x="226391" y="27749"/>
                  </a:cubicBezTo>
                  <a:lnTo>
                    <a:pt x="226391" y="47907"/>
                  </a:lnTo>
                  <a:cubicBezTo>
                    <a:pt x="223781" y="47077"/>
                    <a:pt x="220815" y="46722"/>
                    <a:pt x="217848" y="46722"/>
                  </a:cubicBezTo>
                  <a:cubicBezTo>
                    <a:pt x="205508" y="46722"/>
                    <a:pt x="199932" y="53717"/>
                    <a:pt x="199932" y="67354"/>
                  </a:cubicBezTo>
                  <a:lnTo>
                    <a:pt x="199932" y="99491"/>
                  </a:lnTo>
                  <a:lnTo>
                    <a:pt x="181184" y="99491"/>
                  </a:lnTo>
                  <a:lnTo>
                    <a:pt x="181184" y="28341"/>
                  </a:lnTo>
                  <a:lnTo>
                    <a:pt x="199220" y="28341"/>
                  </a:lnTo>
                  <a:lnTo>
                    <a:pt x="199220" y="39962"/>
                  </a:lnTo>
                  <a:lnTo>
                    <a:pt x="199220" y="40200"/>
                  </a:lnTo>
                  <a:cubicBezTo>
                    <a:pt x="203016" y="31899"/>
                    <a:pt x="209424" y="26799"/>
                    <a:pt x="219391" y="26799"/>
                  </a:cubicBezTo>
                  <a:close/>
                  <a:moveTo>
                    <a:pt x="130282" y="26799"/>
                  </a:moveTo>
                  <a:cubicBezTo>
                    <a:pt x="151995" y="26799"/>
                    <a:pt x="165403" y="41741"/>
                    <a:pt x="165403" y="64627"/>
                  </a:cubicBezTo>
                  <a:lnTo>
                    <a:pt x="165403" y="69726"/>
                  </a:lnTo>
                  <a:lnTo>
                    <a:pt x="113077" y="69726"/>
                  </a:lnTo>
                  <a:lnTo>
                    <a:pt x="113077" y="69963"/>
                  </a:lnTo>
                  <a:cubicBezTo>
                    <a:pt x="115451" y="79450"/>
                    <a:pt x="123993" y="83600"/>
                    <a:pt x="132299" y="83600"/>
                  </a:cubicBezTo>
                  <a:cubicBezTo>
                    <a:pt x="140604" y="83600"/>
                    <a:pt x="147486" y="80636"/>
                    <a:pt x="152470" y="76367"/>
                  </a:cubicBezTo>
                  <a:lnTo>
                    <a:pt x="160301" y="91901"/>
                  </a:lnTo>
                  <a:cubicBezTo>
                    <a:pt x="154487" y="96762"/>
                    <a:pt x="145588" y="101268"/>
                    <a:pt x="131943" y="101268"/>
                  </a:cubicBezTo>
                  <a:cubicBezTo>
                    <a:pt x="107856" y="101268"/>
                    <a:pt x="93855" y="85142"/>
                    <a:pt x="93855" y="64034"/>
                  </a:cubicBezTo>
                  <a:cubicBezTo>
                    <a:pt x="93855" y="42927"/>
                    <a:pt x="107975" y="26799"/>
                    <a:pt x="130282" y="26799"/>
                  </a:cubicBezTo>
                  <a:close/>
                  <a:moveTo>
                    <a:pt x="680362" y="9487"/>
                  </a:moveTo>
                  <a:lnTo>
                    <a:pt x="699108" y="9487"/>
                  </a:lnTo>
                  <a:lnTo>
                    <a:pt x="699108" y="28579"/>
                  </a:lnTo>
                  <a:lnTo>
                    <a:pt x="717144" y="28579"/>
                  </a:lnTo>
                  <a:lnTo>
                    <a:pt x="717144" y="44350"/>
                  </a:lnTo>
                  <a:lnTo>
                    <a:pt x="699108" y="44350"/>
                  </a:lnTo>
                  <a:lnTo>
                    <a:pt x="699108" y="75180"/>
                  </a:lnTo>
                  <a:cubicBezTo>
                    <a:pt x="699108" y="79687"/>
                    <a:pt x="701363" y="81584"/>
                    <a:pt x="706228" y="81584"/>
                  </a:cubicBezTo>
                  <a:cubicBezTo>
                    <a:pt x="709075" y="81584"/>
                    <a:pt x="711448" y="81347"/>
                    <a:pt x="716670" y="80398"/>
                  </a:cubicBezTo>
                  <a:lnTo>
                    <a:pt x="716670" y="98186"/>
                  </a:lnTo>
                  <a:lnTo>
                    <a:pt x="716670" y="98305"/>
                  </a:lnTo>
                  <a:cubicBezTo>
                    <a:pt x="711448" y="99609"/>
                    <a:pt x="705990" y="100439"/>
                    <a:pt x="701245" y="100439"/>
                  </a:cubicBezTo>
                  <a:cubicBezTo>
                    <a:pt x="687955" y="100439"/>
                    <a:pt x="680362" y="94153"/>
                    <a:pt x="680362" y="77908"/>
                  </a:cubicBezTo>
                  <a:lnTo>
                    <a:pt x="680362" y="44350"/>
                  </a:lnTo>
                  <a:lnTo>
                    <a:pt x="667427" y="44350"/>
                  </a:lnTo>
                  <a:lnTo>
                    <a:pt x="667427" y="28579"/>
                  </a:lnTo>
                  <a:lnTo>
                    <a:pt x="680362" y="28579"/>
                  </a:lnTo>
                  <a:close/>
                  <a:moveTo>
                    <a:pt x="353351" y="0"/>
                  </a:moveTo>
                  <a:lnTo>
                    <a:pt x="445308" y="0"/>
                  </a:lnTo>
                  <a:lnTo>
                    <a:pt x="445308" y="19922"/>
                  </a:lnTo>
                  <a:lnTo>
                    <a:pt x="409237" y="19922"/>
                  </a:lnTo>
                  <a:lnTo>
                    <a:pt x="409237" y="99609"/>
                  </a:lnTo>
                  <a:lnTo>
                    <a:pt x="389304" y="99609"/>
                  </a:lnTo>
                  <a:lnTo>
                    <a:pt x="389304" y="19922"/>
                  </a:lnTo>
                  <a:lnTo>
                    <a:pt x="353351" y="19922"/>
                  </a:lnTo>
                  <a:close/>
                  <a:moveTo>
                    <a:pt x="0" y="0"/>
                  </a:moveTo>
                  <a:lnTo>
                    <a:pt x="81278" y="0"/>
                  </a:lnTo>
                  <a:lnTo>
                    <a:pt x="81278" y="14348"/>
                  </a:lnTo>
                  <a:lnTo>
                    <a:pt x="29782" y="79568"/>
                  </a:lnTo>
                  <a:lnTo>
                    <a:pt x="81278" y="79568"/>
                  </a:lnTo>
                  <a:lnTo>
                    <a:pt x="81278" y="99491"/>
                  </a:lnTo>
                  <a:lnTo>
                    <a:pt x="0" y="99491"/>
                  </a:lnTo>
                  <a:lnTo>
                    <a:pt x="0" y="85261"/>
                  </a:lnTo>
                  <a:lnTo>
                    <a:pt x="51496" y="19922"/>
                  </a:lnTo>
                  <a:lnTo>
                    <a:pt x="0" y="19922"/>
                  </a:lnTo>
                  <a:close/>
                </a:path>
              </a:pathLst>
            </a:custGeom>
            <a:solidFill>
              <a:schemeClr val="tx1"/>
            </a:solidFill>
            <a:ln w="933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457200">
                <a:defRPr/>
              </a:pPr>
              <a:endParaRPr lang="en-US" sz="1000">
                <a:latin typeface="Century Gothic" panose="020B0502020202020204" pitchFamily="34" charset="0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8E6403F6-02E9-02A1-3BE0-291E5225B60C}"/>
              </a:ext>
            </a:extLst>
          </p:cNvPr>
          <p:cNvGrpSpPr/>
          <p:nvPr/>
        </p:nvGrpSpPr>
        <p:grpSpPr>
          <a:xfrm>
            <a:off x="7717121" y="2812911"/>
            <a:ext cx="168403" cy="168403"/>
            <a:chOff x="8321179" y="2331252"/>
            <a:chExt cx="274320" cy="274320"/>
          </a:xfrm>
        </p:grpSpPr>
        <p:sp>
          <p:nvSpPr>
            <p:cNvPr id="106" name="Rounded Rectangle 105">
              <a:extLst>
                <a:ext uri="{FF2B5EF4-FFF2-40B4-BE49-F238E27FC236}">
                  <a16:creationId xmlns:a16="http://schemas.microsoft.com/office/drawing/2014/main" id="{85F2F413-28CA-4915-9ED9-03137DEAE996}"/>
                </a:ext>
              </a:extLst>
            </p:cNvPr>
            <p:cNvSpPr/>
            <p:nvPr/>
          </p:nvSpPr>
          <p:spPr>
            <a:xfrm>
              <a:off x="8350733" y="2359761"/>
              <a:ext cx="218794" cy="228295"/>
            </a:xfrm>
            <a:prstGeom prst="round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solidFill>
                  <a:schemeClr val="tx1"/>
                </a:solidFill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AD101942-61CA-C75C-EA56-C75217E96DB6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321179" y="2331252"/>
              <a:ext cx="274320" cy="274320"/>
            </a:xfrm>
            <a:custGeom>
              <a:avLst/>
              <a:gdLst>
                <a:gd name="connsiteX0" fmla="*/ 582773 w 2051014"/>
                <a:gd name="connsiteY0" fmla="*/ 577488 h 2051014"/>
                <a:gd name="connsiteX1" fmla="*/ 584384 w 2051014"/>
                <a:gd name="connsiteY1" fmla="*/ 579098 h 2051014"/>
                <a:gd name="connsiteX2" fmla="*/ 1033544 w 2051014"/>
                <a:gd name="connsiteY2" fmla="*/ 1029869 h 2051014"/>
                <a:gd name="connsiteX3" fmla="*/ 1484315 w 2051014"/>
                <a:gd name="connsiteY3" fmla="*/ 580709 h 2051014"/>
                <a:gd name="connsiteX4" fmla="*/ 1357136 w 2051014"/>
                <a:gd name="connsiteY4" fmla="*/ 241018 h 2051014"/>
                <a:gd name="connsiteX5" fmla="*/ 1189707 w 2051014"/>
                <a:gd name="connsiteY5" fmla="*/ 329565 h 2051014"/>
                <a:gd name="connsiteX6" fmla="*/ 1304008 w 2051014"/>
                <a:gd name="connsiteY6" fmla="*/ 582320 h 2051014"/>
                <a:gd name="connsiteX7" fmla="*/ 1033544 w 2051014"/>
                <a:gd name="connsiteY7" fmla="*/ 849562 h 2051014"/>
                <a:gd name="connsiteX8" fmla="*/ 763080 w 2051014"/>
                <a:gd name="connsiteY8" fmla="*/ 579098 h 2051014"/>
                <a:gd name="connsiteX9" fmla="*/ 869336 w 2051014"/>
                <a:gd name="connsiteY9" fmla="*/ 340831 h 2051014"/>
                <a:gd name="connsiteX10" fmla="*/ 705128 w 2051014"/>
                <a:gd name="connsiteY10" fmla="*/ 253895 h 2051014"/>
                <a:gd name="connsiteX11" fmla="*/ 582773 w 2051014"/>
                <a:gd name="connsiteY11" fmla="*/ 577488 h 2051014"/>
                <a:gd name="connsiteX12" fmla="*/ 582773 w 2051014"/>
                <a:gd name="connsiteY12" fmla="*/ 1759149 h 2051014"/>
                <a:gd name="connsiteX13" fmla="*/ 763080 w 2051014"/>
                <a:gd name="connsiteY13" fmla="*/ 1759149 h 2051014"/>
                <a:gd name="connsiteX14" fmla="*/ 763080 w 2051014"/>
                <a:gd name="connsiteY14" fmla="*/ 1293890 h 2051014"/>
                <a:gd name="connsiteX15" fmla="*/ 1352304 w 2051014"/>
                <a:gd name="connsiteY15" fmla="*/ 1759149 h 2051014"/>
                <a:gd name="connsiteX16" fmla="*/ 1482704 w 2051014"/>
                <a:gd name="connsiteY16" fmla="*/ 1759149 h 2051014"/>
                <a:gd name="connsiteX17" fmla="*/ 1482704 w 2051014"/>
                <a:gd name="connsiteY17" fmla="*/ 1025037 h 2051014"/>
                <a:gd name="connsiteX18" fmla="*/ 1302398 w 2051014"/>
                <a:gd name="connsiteY18" fmla="*/ 1025037 h 2051014"/>
                <a:gd name="connsiteX19" fmla="*/ 1302398 w 2051014"/>
                <a:gd name="connsiteY19" fmla="*/ 1490296 h 2051014"/>
                <a:gd name="connsiteX20" fmla="*/ 713173 w 2051014"/>
                <a:gd name="connsiteY20" fmla="*/ 1025037 h 2051014"/>
                <a:gd name="connsiteX21" fmla="*/ 582773 w 2051014"/>
                <a:gd name="connsiteY21" fmla="*/ 1025037 h 2051014"/>
                <a:gd name="connsiteX22" fmla="*/ 0 w 2051014"/>
                <a:gd name="connsiteY22" fmla="*/ 1568038 h 2051014"/>
                <a:gd name="connsiteX23" fmla="*/ 0 w 2051014"/>
                <a:gd name="connsiteY23" fmla="*/ 482968 h 2051014"/>
                <a:gd name="connsiteX24" fmla="*/ 482968 w 2051014"/>
                <a:gd name="connsiteY24" fmla="*/ 0 h 2051014"/>
                <a:gd name="connsiteX25" fmla="*/ 1568038 w 2051014"/>
                <a:gd name="connsiteY25" fmla="*/ 0 h 2051014"/>
                <a:gd name="connsiteX26" fmla="*/ 2051014 w 2051014"/>
                <a:gd name="connsiteY26" fmla="*/ 482968 h 2051014"/>
                <a:gd name="connsiteX27" fmla="*/ 2051014 w 2051014"/>
                <a:gd name="connsiteY27" fmla="*/ 1568038 h 2051014"/>
                <a:gd name="connsiteX28" fmla="*/ 1568038 w 2051014"/>
                <a:gd name="connsiteY28" fmla="*/ 2051014 h 2051014"/>
                <a:gd name="connsiteX29" fmla="*/ 482968 w 2051014"/>
                <a:gd name="connsiteY29" fmla="*/ 2051014 h 2051014"/>
                <a:gd name="connsiteX30" fmla="*/ 0 w 2051014"/>
                <a:gd name="connsiteY30" fmla="*/ 1568038 h 2051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051014" h="2051014">
                  <a:moveTo>
                    <a:pt x="582773" y="577488"/>
                  </a:moveTo>
                  <a:lnTo>
                    <a:pt x="584384" y="579098"/>
                  </a:lnTo>
                  <a:cubicBezTo>
                    <a:pt x="584384" y="835074"/>
                    <a:pt x="777568" y="1029869"/>
                    <a:pt x="1033544" y="1029869"/>
                  </a:cubicBezTo>
                  <a:cubicBezTo>
                    <a:pt x="1289520" y="1029869"/>
                    <a:pt x="1484315" y="836685"/>
                    <a:pt x="1484315" y="580709"/>
                  </a:cubicBezTo>
                  <a:cubicBezTo>
                    <a:pt x="1484315" y="445477"/>
                    <a:pt x="1439240" y="331176"/>
                    <a:pt x="1357136" y="241018"/>
                  </a:cubicBezTo>
                  <a:lnTo>
                    <a:pt x="1189707" y="329565"/>
                  </a:lnTo>
                  <a:cubicBezTo>
                    <a:pt x="1266979" y="400402"/>
                    <a:pt x="1304008" y="484117"/>
                    <a:pt x="1304008" y="582320"/>
                  </a:cubicBezTo>
                  <a:cubicBezTo>
                    <a:pt x="1304008" y="736863"/>
                    <a:pt x="1192928" y="849562"/>
                    <a:pt x="1033544" y="849562"/>
                  </a:cubicBezTo>
                  <a:cubicBezTo>
                    <a:pt x="874168" y="849562"/>
                    <a:pt x="763080" y="735261"/>
                    <a:pt x="763080" y="579098"/>
                  </a:cubicBezTo>
                  <a:cubicBezTo>
                    <a:pt x="763080" y="482506"/>
                    <a:pt x="801720" y="408447"/>
                    <a:pt x="869336" y="340831"/>
                  </a:cubicBezTo>
                  <a:lnTo>
                    <a:pt x="705128" y="253895"/>
                  </a:lnTo>
                  <a:cubicBezTo>
                    <a:pt x="624635" y="339221"/>
                    <a:pt x="582773" y="453522"/>
                    <a:pt x="582773" y="577488"/>
                  </a:cubicBezTo>
                  <a:close/>
                  <a:moveTo>
                    <a:pt x="582773" y="1759149"/>
                  </a:moveTo>
                  <a:lnTo>
                    <a:pt x="763080" y="1759149"/>
                  </a:lnTo>
                  <a:lnTo>
                    <a:pt x="763080" y="1293890"/>
                  </a:lnTo>
                  <a:lnTo>
                    <a:pt x="1352304" y="1759149"/>
                  </a:lnTo>
                  <a:lnTo>
                    <a:pt x="1482704" y="1759149"/>
                  </a:lnTo>
                  <a:lnTo>
                    <a:pt x="1482704" y="1025037"/>
                  </a:lnTo>
                  <a:lnTo>
                    <a:pt x="1302398" y="1025037"/>
                  </a:lnTo>
                  <a:lnTo>
                    <a:pt x="1302398" y="1490296"/>
                  </a:lnTo>
                  <a:lnTo>
                    <a:pt x="713173" y="1025037"/>
                  </a:lnTo>
                  <a:lnTo>
                    <a:pt x="582773" y="1025037"/>
                  </a:lnTo>
                  <a:close/>
                  <a:moveTo>
                    <a:pt x="0" y="1568038"/>
                  </a:moveTo>
                  <a:lnTo>
                    <a:pt x="0" y="482968"/>
                  </a:lnTo>
                  <a:cubicBezTo>
                    <a:pt x="0" y="216229"/>
                    <a:pt x="216229" y="0"/>
                    <a:pt x="482968" y="0"/>
                  </a:cubicBezTo>
                  <a:lnTo>
                    <a:pt x="1568038" y="0"/>
                  </a:lnTo>
                  <a:cubicBezTo>
                    <a:pt x="1834777" y="0"/>
                    <a:pt x="2051014" y="216229"/>
                    <a:pt x="2051014" y="482968"/>
                  </a:cubicBezTo>
                  <a:lnTo>
                    <a:pt x="2051014" y="1568038"/>
                  </a:lnTo>
                  <a:cubicBezTo>
                    <a:pt x="2051014" y="1834777"/>
                    <a:pt x="1834777" y="2051014"/>
                    <a:pt x="1568038" y="2051014"/>
                  </a:cubicBezTo>
                  <a:lnTo>
                    <a:pt x="482968" y="2051014"/>
                  </a:lnTo>
                  <a:cubicBezTo>
                    <a:pt x="216229" y="2051014"/>
                    <a:pt x="0" y="1834777"/>
                    <a:pt x="0" y="1568038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1000"/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FAEBFBD0-E573-BECF-634E-80E412A5CE4E}"/>
              </a:ext>
            </a:extLst>
          </p:cNvPr>
          <p:cNvGrpSpPr/>
          <p:nvPr/>
        </p:nvGrpSpPr>
        <p:grpSpPr>
          <a:xfrm>
            <a:off x="10796950" y="2698042"/>
            <a:ext cx="281546" cy="301938"/>
            <a:chOff x="10988453" y="2420832"/>
            <a:chExt cx="245344" cy="263114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795DA566-F1EE-7428-F163-D026291E1CC4}"/>
                </a:ext>
              </a:extLst>
            </p:cNvPr>
            <p:cNvGrpSpPr/>
            <p:nvPr/>
          </p:nvGrpSpPr>
          <p:grpSpPr>
            <a:xfrm>
              <a:off x="10988453" y="2420832"/>
              <a:ext cx="146749" cy="146749"/>
              <a:chOff x="8321179" y="2331252"/>
              <a:chExt cx="274320" cy="274320"/>
            </a:xfrm>
          </p:grpSpPr>
          <p:sp>
            <p:nvSpPr>
              <p:cNvPr id="110" name="Rounded Rectangle 109">
                <a:extLst>
                  <a:ext uri="{FF2B5EF4-FFF2-40B4-BE49-F238E27FC236}">
                    <a16:creationId xmlns:a16="http://schemas.microsoft.com/office/drawing/2014/main" id="{AE4A284C-FF9D-8670-7803-B2F85184FFD7}"/>
                  </a:ext>
                </a:extLst>
              </p:cNvPr>
              <p:cNvSpPr/>
              <p:nvPr/>
            </p:nvSpPr>
            <p:spPr>
              <a:xfrm>
                <a:off x="8350733" y="2359761"/>
                <a:ext cx="218794" cy="228295"/>
              </a:xfrm>
              <a:prstGeom prst="round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>
                  <a:solidFill>
                    <a:schemeClr val="tx1"/>
                  </a:solidFill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50E1A876-467E-2B3F-8104-043898604E2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8321179" y="2331252"/>
                <a:ext cx="274320" cy="274320"/>
              </a:xfrm>
              <a:custGeom>
                <a:avLst/>
                <a:gdLst>
                  <a:gd name="connsiteX0" fmla="*/ 582773 w 2051014"/>
                  <a:gd name="connsiteY0" fmla="*/ 577488 h 2051014"/>
                  <a:gd name="connsiteX1" fmla="*/ 584384 w 2051014"/>
                  <a:gd name="connsiteY1" fmla="*/ 579098 h 2051014"/>
                  <a:gd name="connsiteX2" fmla="*/ 1033544 w 2051014"/>
                  <a:gd name="connsiteY2" fmla="*/ 1029869 h 2051014"/>
                  <a:gd name="connsiteX3" fmla="*/ 1484315 w 2051014"/>
                  <a:gd name="connsiteY3" fmla="*/ 580709 h 2051014"/>
                  <a:gd name="connsiteX4" fmla="*/ 1357136 w 2051014"/>
                  <a:gd name="connsiteY4" fmla="*/ 241018 h 2051014"/>
                  <a:gd name="connsiteX5" fmla="*/ 1189707 w 2051014"/>
                  <a:gd name="connsiteY5" fmla="*/ 329565 h 2051014"/>
                  <a:gd name="connsiteX6" fmla="*/ 1304008 w 2051014"/>
                  <a:gd name="connsiteY6" fmla="*/ 582320 h 2051014"/>
                  <a:gd name="connsiteX7" fmla="*/ 1033544 w 2051014"/>
                  <a:gd name="connsiteY7" fmla="*/ 849562 h 2051014"/>
                  <a:gd name="connsiteX8" fmla="*/ 763080 w 2051014"/>
                  <a:gd name="connsiteY8" fmla="*/ 579098 h 2051014"/>
                  <a:gd name="connsiteX9" fmla="*/ 869336 w 2051014"/>
                  <a:gd name="connsiteY9" fmla="*/ 340831 h 2051014"/>
                  <a:gd name="connsiteX10" fmla="*/ 705128 w 2051014"/>
                  <a:gd name="connsiteY10" fmla="*/ 253895 h 2051014"/>
                  <a:gd name="connsiteX11" fmla="*/ 582773 w 2051014"/>
                  <a:gd name="connsiteY11" fmla="*/ 577488 h 2051014"/>
                  <a:gd name="connsiteX12" fmla="*/ 582773 w 2051014"/>
                  <a:gd name="connsiteY12" fmla="*/ 1759149 h 2051014"/>
                  <a:gd name="connsiteX13" fmla="*/ 763080 w 2051014"/>
                  <a:gd name="connsiteY13" fmla="*/ 1759149 h 2051014"/>
                  <a:gd name="connsiteX14" fmla="*/ 763080 w 2051014"/>
                  <a:gd name="connsiteY14" fmla="*/ 1293890 h 2051014"/>
                  <a:gd name="connsiteX15" fmla="*/ 1352304 w 2051014"/>
                  <a:gd name="connsiteY15" fmla="*/ 1759149 h 2051014"/>
                  <a:gd name="connsiteX16" fmla="*/ 1482704 w 2051014"/>
                  <a:gd name="connsiteY16" fmla="*/ 1759149 h 2051014"/>
                  <a:gd name="connsiteX17" fmla="*/ 1482704 w 2051014"/>
                  <a:gd name="connsiteY17" fmla="*/ 1025037 h 2051014"/>
                  <a:gd name="connsiteX18" fmla="*/ 1302398 w 2051014"/>
                  <a:gd name="connsiteY18" fmla="*/ 1025037 h 2051014"/>
                  <a:gd name="connsiteX19" fmla="*/ 1302398 w 2051014"/>
                  <a:gd name="connsiteY19" fmla="*/ 1490296 h 2051014"/>
                  <a:gd name="connsiteX20" fmla="*/ 713173 w 2051014"/>
                  <a:gd name="connsiteY20" fmla="*/ 1025037 h 2051014"/>
                  <a:gd name="connsiteX21" fmla="*/ 582773 w 2051014"/>
                  <a:gd name="connsiteY21" fmla="*/ 1025037 h 2051014"/>
                  <a:gd name="connsiteX22" fmla="*/ 0 w 2051014"/>
                  <a:gd name="connsiteY22" fmla="*/ 1568038 h 2051014"/>
                  <a:gd name="connsiteX23" fmla="*/ 0 w 2051014"/>
                  <a:gd name="connsiteY23" fmla="*/ 482968 h 2051014"/>
                  <a:gd name="connsiteX24" fmla="*/ 482968 w 2051014"/>
                  <a:gd name="connsiteY24" fmla="*/ 0 h 2051014"/>
                  <a:gd name="connsiteX25" fmla="*/ 1568038 w 2051014"/>
                  <a:gd name="connsiteY25" fmla="*/ 0 h 2051014"/>
                  <a:gd name="connsiteX26" fmla="*/ 2051014 w 2051014"/>
                  <a:gd name="connsiteY26" fmla="*/ 482968 h 2051014"/>
                  <a:gd name="connsiteX27" fmla="*/ 2051014 w 2051014"/>
                  <a:gd name="connsiteY27" fmla="*/ 1568038 h 2051014"/>
                  <a:gd name="connsiteX28" fmla="*/ 1568038 w 2051014"/>
                  <a:gd name="connsiteY28" fmla="*/ 2051014 h 2051014"/>
                  <a:gd name="connsiteX29" fmla="*/ 482968 w 2051014"/>
                  <a:gd name="connsiteY29" fmla="*/ 2051014 h 2051014"/>
                  <a:gd name="connsiteX30" fmla="*/ 0 w 2051014"/>
                  <a:gd name="connsiteY30" fmla="*/ 1568038 h 2051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051014" h="2051014">
                    <a:moveTo>
                      <a:pt x="582773" y="577488"/>
                    </a:moveTo>
                    <a:lnTo>
                      <a:pt x="584384" y="579098"/>
                    </a:lnTo>
                    <a:cubicBezTo>
                      <a:pt x="584384" y="835074"/>
                      <a:pt x="777568" y="1029869"/>
                      <a:pt x="1033544" y="1029869"/>
                    </a:cubicBezTo>
                    <a:cubicBezTo>
                      <a:pt x="1289520" y="1029869"/>
                      <a:pt x="1484315" y="836685"/>
                      <a:pt x="1484315" y="580709"/>
                    </a:cubicBezTo>
                    <a:cubicBezTo>
                      <a:pt x="1484315" y="445477"/>
                      <a:pt x="1439240" y="331176"/>
                      <a:pt x="1357136" y="241018"/>
                    </a:cubicBezTo>
                    <a:lnTo>
                      <a:pt x="1189707" y="329565"/>
                    </a:lnTo>
                    <a:cubicBezTo>
                      <a:pt x="1266979" y="400402"/>
                      <a:pt x="1304008" y="484117"/>
                      <a:pt x="1304008" y="582320"/>
                    </a:cubicBezTo>
                    <a:cubicBezTo>
                      <a:pt x="1304008" y="736863"/>
                      <a:pt x="1192928" y="849562"/>
                      <a:pt x="1033544" y="849562"/>
                    </a:cubicBezTo>
                    <a:cubicBezTo>
                      <a:pt x="874168" y="849562"/>
                      <a:pt x="763080" y="735261"/>
                      <a:pt x="763080" y="579098"/>
                    </a:cubicBezTo>
                    <a:cubicBezTo>
                      <a:pt x="763080" y="482506"/>
                      <a:pt x="801720" y="408447"/>
                      <a:pt x="869336" y="340831"/>
                    </a:cubicBezTo>
                    <a:lnTo>
                      <a:pt x="705128" y="253895"/>
                    </a:lnTo>
                    <a:cubicBezTo>
                      <a:pt x="624635" y="339221"/>
                      <a:pt x="582773" y="453522"/>
                      <a:pt x="582773" y="577488"/>
                    </a:cubicBezTo>
                    <a:close/>
                    <a:moveTo>
                      <a:pt x="582773" y="1759149"/>
                    </a:moveTo>
                    <a:lnTo>
                      <a:pt x="763080" y="1759149"/>
                    </a:lnTo>
                    <a:lnTo>
                      <a:pt x="763080" y="1293890"/>
                    </a:lnTo>
                    <a:lnTo>
                      <a:pt x="1352304" y="1759149"/>
                    </a:lnTo>
                    <a:lnTo>
                      <a:pt x="1482704" y="1759149"/>
                    </a:lnTo>
                    <a:lnTo>
                      <a:pt x="1482704" y="1025037"/>
                    </a:lnTo>
                    <a:lnTo>
                      <a:pt x="1302398" y="1025037"/>
                    </a:lnTo>
                    <a:lnTo>
                      <a:pt x="1302398" y="1490296"/>
                    </a:lnTo>
                    <a:lnTo>
                      <a:pt x="713173" y="1025037"/>
                    </a:lnTo>
                    <a:lnTo>
                      <a:pt x="582773" y="1025037"/>
                    </a:lnTo>
                    <a:close/>
                    <a:moveTo>
                      <a:pt x="0" y="1568038"/>
                    </a:moveTo>
                    <a:lnTo>
                      <a:pt x="0" y="482968"/>
                    </a:lnTo>
                    <a:cubicBezTo>
                      <a:pt x="0" y="216229"/>
                      <a:pt x="216229" y="0"/>
                      <a:pt x="482968" y="0"/>
                    </a:cubicBezTo>
                    <a:lnTo>
                      <a:pt x="1568038" y="0"/>
                    </a:lnTo>
                    <a:cubicBezTo>
                      <a:pt x="1834777" y="0"/>
                      <a:pt x="2051014" y="216229"/>
                      <a:pt x="2051014" y="482968"/>
                    </a:cubicBezTo>
                    <a:lnTo>
                      <a:pt x="2051014" y="1568038"/>
                    </a:lnTo>
                    <a:cubicBezTo>
                      <a:pt x="2051014" y="1834777"/>
                      <a:pt x="1834777" y="2051014"/>
                      <a:pt x="1568038" y="2051014"/>
                    </a:cubicBezTo>
                    <a:lnTo>
                      <a:pt x="482968" y="2051014"/>
                    </a:lnTo>
                    <a:cubicBezTo>
                      <a:pt x="216229" y="2051014"/>
                      <a:pt x="0" y="1834777"/>
                      <a:pt x="0" y="1568038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sz="1000"/>
              </a:p>
            </p:txBody>
          </p:sp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69AF7951-80D4-D240-D8D4-C26356B4E1B7}"/>
                </a:ext>
              </a:extLst>
            </p:cNvPr>
            <p:cNvGrpSpPr/>
            <p:nvPr/>
          </p:nvGrpSpPr>
          <p:grpSpPr>
            <a:xfrm>
              <a:off x="11087048" y="2537197"/>
              <a:ext cx="146749" cy="146749"/>
              <a:chOff x="8321179" y="2331252"/>
              <a:chExt cx="274320" cy="274320"/>
            </a:xfrm>
          </p:grpSpPr>
          <p:sp>
            <p:nvSpPr>
              <p:cNvPr id="113" name="Rounded Rectangle 112">
                <a:extLst>
                  <a:ext uri="{FF2B5EF4-FFF2-40B4-BE49-F238E27FC236}">
                    <a16:creationId xmlns:a16="http://schemas.microsoft.com/office/drawing/2014/main" id="{78BFF9CA-C851-4049-0798-B6B491CD8939}"/>
                  </a:ext>
                </a:extLst>
              </p:cNvPr>
              <p:cNvSpPr/>
              <p:nvPr/>
            </p:nvSpPr>
            <p:spPr>
              <a:xfrm>
                <a:off x="8350733" y="2359761"/>
                <a:ext cx="218794" cy="228295"/>
              </a:xfrm>
              <a:prstGeom prst="round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>
                  <a:solidFill>
                    <a:schemeClr val="tx1"/>
                  </a:solidFill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E469D1BB-0F7E-B84C-7F6D-599BF19FC0F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8321179" y="2331252"/>
                <a:ext cx="274320" cy="274320"/>
              </a:xfrm>
              <a:custGeom>
                <a:avLst/>
                <a:gdLst>
                  <a:gd name="connsiteX0" fmla="*/ 582773 w 2051014"/>
                  <a:gd name="connsiteY0" fmla="*/ 577488 h 2051014"/>
                  <a:gd name="connsiteX1" fmla="*/ 584384 w 2051014"/>
                  <a:gd name="connsiteY1" fmla="*/ 579098 h 2051014"/>
                  <a:gd name="connsiteX2" fmla="*/ 1033544 w 2051014"/>
                  <a:gd name="connsiteY2" fmla="*/ 1029869 h 2051014"/>
                  <a:gd name="connsiteX3" fmla="*/ 1484315 w 2051014"/>
                  <a:gd name="connsiteY3" fmla="*/ 580709 h 2051014"/>
                  <a:gd name="connsiteX4" fmla="*/ 1357136 w 2051014"/>
                  <a:gd name="connsiteY4" fmla="*/ 241018 h 2051014"/>
                  <a:gd name="connsiteX5" fmla="*/ 1189707 w 2051014"/>
                  <a:gd name="connsiteY5" fmla="*/ 329565 h 2051014"/>
                  <a:gd name="connsiteX6" fmla="*/ 1304008 w 2051014"/>
                  <a:gd name="connsiteY6" fmla="*/ 582320 h 2051014"/>
                  <a:gd name="connsiteX7" fmla="*/ 1033544 w 2051014"/>
                  <a:gd name="connsiteY7" fmla="*/ 849562 h 2051014"/>
                  <a:gd name="connsiteX8" fmla="*/ 763080 w 2051014"/>
                  <a:gd name="connsiteY8" fmla="*/ 579098 h 2051014"/>
                  <a:gd name="connsiteX9" fmla="*/ 869336 w 2051014"/>
                  <a:gd name="connsiteY9" fmla="*/ 340831 h 2051014"/>
                  <a:gd name="connsiteX10" fmla="*/ 705128 w 2051014"/>
                  <a:gd name="connsiteY10" fmla="*/ 253895 h 2051014"/>
                  <a:gd name="connsiteX11" fmla="*/ 582773 w 2051014"/>
                  <a:gd name="connsiteY11" fmla="*/ 577488 h 2051014"/>
                  <a:gd name="connsiteX12" fmla="*/ 582773 w 2051014"/>
                  <a:gd name="connsiteY12" fmla="*/ 1759149 h 2051014"/>
                  <a:gd name="connsiteX13" fmla="*/ 763080 w 2051014"/>
                  <a:gd name="connsiteY13" fmla="*/ 1759149 h 2051014"/>
                  <a:gd name="connsiteX14" fmla="*/ 763080 w 2051014"/>
                  <a:gd name="connsiteY14" fmla="*/ 1293890 h 2051014"/>
                  <a:gd name="connsiteX15" fmla="*/ 1352304 w 2051014"/>
                  <a:gd name="connsiteY15" fmla="*/ 1759149 h 2051014"/>
                  <a:gd name="connsiteX16" fmla="*/ 1482704 w 2051014"/>
                  <a:gd name="connsiteY16" fmla="*/ 1759149 h 2051014"/>
                  <a:gd name="connsiteX17" fmla="*/ 1482704 w 2051014"/>
                  <a:gd name="connsiteY17" fmla="*/ 1025037 h 2051014"/>
                  <a:gd name="connsiteX18" fmla="*/ 1302398 w 2051014"/>
                  <a:gd name="connsiteY18" fmla="*/ 1025037 h 2051014"/>
                  <a:gd name="connsiteX19" fmla="*/ 1302398 w 2051014"/>
                  <a:gd name="connsiteY19" fmla="*/ 1490296 h 2051014"/>
                  <a:gd name="connsiteX20" fmla="*/ 713173 w 2051014"/>
                  <a:gd name="connsiteY20" fmla="*/ 1025037 h 2051014"/>
                  <a:gd name="connsiteX21" fmla="*/ 582773 w 2051014"/>
                  <a:gd name="connsiteY21" fmla="*/ 1025037 h 2051014"/>
                  <a:gd name="connsiteX22" fmla="*/ 0 w 2051014"/>
                  <a:gd name="connsiteY22" fmla="*/ 1568038 h 2051014"/>
                  <a:gd name="connsiteX23" fmla="*/ 0 w 2051014"/>
                  <a:gd name="connsiteY23" fmla="*/ 482968 h 2051014"/>
                  <a:gd name="connsiteX24" fmla="*/ 482968 w 2051014"/>
                  <a:gd name="connsiteY24" fmla="*/ 0 h 2051014"/>
                  <a:gd name="connsiteX25" fmla="*/ 1568038 w 2051014"/>
                  <a:gd name="connsiteY25" fmla="*/ 0 h 2051014"/>
                  <a:gd name="connsiteX26" fmla="*/ 2051014 w 2051014"/>
                  <a:gd name="connsiteY26" fmla="*/ 482968 h 2051014"/>
                  <a:gd name="connsiteX27" fmla="*/ 2051014 w 2051014"/>
                  <a:gd name="connsiteY27" fmla="*/ 1568038 h 2051014"/>
                  <a:gd name="connsiteX28" fmla="*/ 1568038 w 2051014"/>
                  <a:gd name="connsiteY28" fmla="*/ 2051014 h 2051014"/>
                  <a:gd name="connsiteX29" fmla="*/ 482968 w 2051014"/>
                  <a:gd name="connsiteY29" fmla="*/ 2051014 h 2051014"/>
                  <a:gd name="connsiteX30" fmla="*/ 0 w 2051014"/>
                  <a:gd name="connsiteY30" fmla="*/ 1568038 h 2051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051014" h="2051014">
                    <a:moveTo>
                      <a:pt x="582773" y="577488"/>
                    </a:moveTo>
                    <a:lnTo>
                      <a:pt x="584384" y="579098"/>
                    </a:lnTo>
                    <a:cubicBezTo>
                      <a:pt x="584384" y="835074"/>
                      <a:pt x="777568" y="1029869"/>
                      <a:pt x="1033544" y="1029869"/>
                    </a:cubicBezTo>
                    <a:cubicBezTo>
                      <a:pt x="1289520" y="1029869"/>
                      <a:pt x="1484315" y="836685"/>
                      <a:pt x="1484315" y="580709"/>
                    </a:cubicBezTo>
                    <a:cubicBezTo>
                      <a:pt x="1484315" y="445477"/>
                      <a:pt x="1439240" y="331176"/>
                      <a:pt x="1357136" y="241018"/>
                    </a:cubicBezTo>
                    <a:lnTo>
                      <a:pt x="1189707" y="329565"/>
                    </a:lnTo>
                    <a:cubicBezTo>
                      <a:pt x="1266979" y="400402"/>
                      <a:pt x="1304008" y="484117"/>
                      <a:pt x="1304008" y="582320"/>
                    </a:cubicBezTo>
                    <a:cubicBezTo>
                      <a:pt x="1304008" y="736863"/>
                      <a:pt x="1192928" y="849562"/>
                      <a:pt x="1033544" y="849562"/>
                    </a:cubicBezTo>
                    <a:cubicBezTo>
                      <a:pt x="874168" y="849562"/>
                      <a:pt x="763080" y="735261"/>
                      <a:pt x="763080" y="579098"/>
                    </a:cubicBezTo>
                    <a:cubicBezTo>
                      <a:pt x="763080" y="482506"/>
                      <a:pt x="801720" y="408447"/>
                      <a:pt x="869336" y="340831"/>
                    </a:cubicBezTo>
                    <a:lnTo>
                      <a:pt x="705128" y="253895"/>
                    </a:lnTo>
                    <a:cubicBezTo>
                      <a:pt x="624635" y="339221"/>
                      <a:pt x="582773" y="453522"/>
                      <a:pt x="582773" y="577488"/>
                    </a:cubicBezTo>
                    <a:close/>
                    <a:moveTo>
                      <a:pt x="582773" y="1759149"/>
                    </a:moveTo>
                    <a:lnTo>
                      <a:pt x="763080" y="1759149"/>
                    </a:lnTo>
                    <a:lnTo>
                      <a:pt x="763080" y="1293890"/>
                    </a:lnTo>
                    <a:lnTo>
                      <a:pt x="1352304" y="1759149"/>
                    </a:lnTo>
                    <a:lnTo>
                      <a:pt x="1482704" y="1759149"/>
                    </a:lnTo>
                    <a:lnTo>
                      <a:pt x="1482704" y="1025037"/>
                    </a:lnTo>
                    <a:lnTo>
                      <a:pt x="1302398" y="1025037"/>
                    </a:lnTo>
                    <a:lnTo>
                      <a:pt x="1302398" y="1490296"/>
                    </a:lnTo>
                    <a:lnTo>
                      <a:pt x="713173" y="1025037"/>
                    </a:lnTo>
                    <a:lnTo>
                      <a:pt x="582773" y="1025037"/>
                    </a:lnTo>
                    <a:close/>
                    <a:moveTo>
                      <a:pt x="0" y="1568038"/>
                    </a:moveTo>
                    <a:lnTo>
                      <a:pt x="0" y="482968"/>
                    </a:lnTo>
                    <a:cubicBezTo>
                      <a:pt x="0" y="216229"/>
                      <a:pt x="216229" y="0"/>
                      <a:pt x="482968" y="0"/>
                    </a:cubicBezTo>
                    <a:lnTo>
                      <a:pt x="1568038" y="0"/>
                    </a:lnTo>
                    <a:cubicBezTo>
                      <a:pt x="1834777" y="0"/>
                      <a:pt x="2051014" y="216229"/>
                      <a:pt x="2051014" y="482968"/>
                    </a:cubicBezTo>
                    <a:lnTo>
                      <a:pt x="2051014" y="1568038"/>
                    </a:lnTo>
                    <a:cubicBezTo>
                      <a:pt x="2051014" y="1834777"/>
                      <a:pt x="1834777" y="2051014"/>
                      <a:pt x="1568038" y="2051014"/>
                    </a:cubicBezTo>
                    <a:lnTo>
                      <a:pt x="482968" y="2051014"/>
                    </a:lnTo>
                    <a:cubicBezTo>
                      <a:pt x="216229" y="2051014"/>
                      <a:pt x="0" y="1834777"/>
                      <a:pt x="0" y="1568038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sz="1000"/>
              </a:p>
            </p:txBody>
          </p:sp>
        </p:grpSp>
      </p:grpSp>
      <p:sp>
        <p:nvSpPr>
          <p:cNvPr id="83" name="Google Shape;2845;p17">
            <a:extLst>
              <a:ext uri="{FF2B5EF4-FFF2-40B4-BE49-F238E27FC236}">
                <a16:creationId xmlns:a16="http://schemas.microsoft.com/office/drawing/2014/main" id="{6E0A20C4-4CA8-AD4C-AB21-6C2098E42244}"/>
              </a:ext>
            </a:extLst>
          </p:cNvPr>
          <p:cNvSpPr/>
          <p:nvPr/>
        </p:nvSpPr>
        <p:spPr>
          <a:xfrm>
            <a:off x="394111" y="1759323"/>
            <a:ext cx="250414" cy="251434"/>
          </a:xfrm>
          <a:prstGeom prst="roundRect">
            <a:avLst>
              <a:gd name="adj" fmla="val 14725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1</a:t>
            </a:r>
            <a:endParaRPr kumimoji="0" sz="1400" b="1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82" name="Google Shape;2844;p17">
            <a:extLst>
              <a:ext uri="{FF2B5EF4-FFF2-40B4-BE49-F238E27FC236}">
                <a16:creationId xmlns:a16="http://schemas.microsoft.com/office/drawing/2014/main" id="{940FEBD0-8302-625F-0A69-C0D56A1EBB94}"/>
              </a:ext>
            </a:extLst>
          </p:cNvPr>
          <p:cNvSpPr txBox="1"/>
          <p:nvPr/>
        </p:nvSpPr>
        <p:spPr>
          <a:xfrm>
            <a:off x="826336" y="1759323"/>
            <a:ext cx="4903726" cy="9387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Built-in DNS proxy/gateway respond with Synthetic IPs</a:t>
            </a:r>
          </a:p>
          <a:p>
            <a:pPr>
              <a:buClr>
                <a:srgbClr val="001744"/>
              </a:buClr>
              <a:buSzPts val="1600"/>
              <a:defRPr/>
            </a:pPr>
            <a:r>
              <a:rPr lang="en-US" sz="1200" kern="0" dirty="0">
                <a:ea typeface="Arial"/>
                <a:cs typeface="Arial"/>
                <a:sym typeface="Arial"/>
              </a:rPr>
              <a:t>Granular DNS policy control for local, remote and internet destinations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33A4DDC1-9A2C-FDB5-4FDA-13192B9E2A2C}"/>
              </a:ext>
            </a:extLst>
          </p:cNvPr>
          <p:cNvGrpSpPr/>
          <p:nvPr/>
        </p:nvGrpSpPr>
        <p:grpSpPr>
          <a:xfrm flipH="1">
            <a:off x="9424346" y="4128326"/>
            <a:ext cx="362014" cy="426726"/>
            <a:chOff x="9142543" y="3739397"/>
            <a:chExt cx="315466" cy="371857"/>
          </a:xfrm>
        </p:grpSpPr>
        <p:cxnSp>
          <p:nvCxnSpPr>
            <p:cNvPr id="52" name="Google Shape;2794;p17">
              <a:extLst>
                <a:ext uri="{FF2B5EF4-FFF2-40B4-BE49-F238E27FC236}">
                  <a16:creationId xmlns:a16="http://schemas.microsoft.com/office/drawing/2014/main" id="{1882E2DE-4369-9982-C703-03BCA28EF3E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455242" y="3946595"/>
              <a:ext cx="0" cy="164659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3" name="Google Shape;2795;p17">
              <a:extLst>
                <a:ext uri="{FF2B5EF4-FFF2-40B4-BE49-F238E27FC236}">
                  <a16:creationId xmlns:a16="http://schemas.microsoft.com/office/drawing/2014/main" id="{D8C2C18E-1107-4179-D572-65A372E4A46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42543" y="3739397"/>
              <a:ext cx="0" cy="21213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4" name="Google Shape;2796;p17">
              <a:extLst>
                <a:ext uri="{FF2B5EF4-FFF2-40B4-BE49-F238E27FC236}">
                  <a16:creationId xmlns:a16="http://schemas.microsoft.com/office/drawing/2014/main" id="{7811C52E-79A7-A958-780E-4DB8C65299CE}"/>
                </a:ext>
              </a:extLst>
            </p:cNvPr>
            <p:cNvCxnSpPr>
              <a:cxnSpLocks/>
            </p:cNvCxnSpPr>
            <p:nvPr/>
          </p:nvCxnSpPr>
          <p:spPr>
            <a:xfrm>
              <a:off x="9145310" y="3946595"/>
              <a:ext cx="312699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66" name="Google Shape;2844;p17">
            <a:extLst>
              <a:ext uri="{FF2B5EF4-FFF2-40B4-BE49-F238E27FC236}">
                <a16:creationId xmlns:a16="http://schemas.microsoft.com/office/drawing/2014/main" id="{78EBF7BF-E368-C5C5-CB27-9D64069C7063}"/>
              </a:ext>
            </a:extLst>
          </p:cNvPr>
          <p:cNvSpPr txBox="1"/>
          <p:nvPr/>
        </p:nvSpPr>
        <p:spPr>
          <a:xfrm>
            <a:off x="826337" y="2909608"/>
            <a:ext cx="4903726" cy="7540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Intercept and forward traffic to ZTE via outbound TLS connection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lang="en-US" sz="1200" kern="0" dirty="0">
                <a:ea typeface="Arial"/>
                <a:cs typeface="Arial"/>
                <a:sym typeface="Arial"/>
              </a:rPr>
              <a:t>Destined to specific app, domains or synthetic IP range</a:t>
            </a:r>
          </a:p>
        </p:txBody>
      </p:sp>
      <p:sp>
        <p:nvSpPr>
          <p:cNvPr id="69" name="Google Shape;2844;p17">
            <a:extLst>
              <a:ext uri="{FF2B5EF4-FFF2-40B4-BE49-F238E27FC236}">
                <a16:creationId xmlns:a16="http://schemas.microsoft.com/office/drawing/2014/main" id="{76FE63C4-D7E1-B3A3-8D42-6FB9F044CD90}"/>
              </a:ext>
            </a:extLst>
          </p:cNvPr>
          <p:cNvSpPr txBox="1"/>
          <p:nvPr/>
        </p:nvSpPr>
        <p:spPr>
          <a:xfrm>
            <a:off x="826336" y="3866193"/>
            <a:ext cx="534553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An outbound TLS connection from App Connectors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lang="en-US" sz="1200" kern="0" dirty="0">
                <a:ea typeface="Arial"/>
                <a:cs typeface="Arial"/>
                <a:sym typeface="Arial"/>
              </a:rPr>
              <a:t>Existing ZPA App Connectors (no new deployment)</a:t>
            </a:r>
          </a:p>
        </p:txBody>
      </p:sp>
      <p:sp>
        <p:nvSpPr>
          <p:cNvPr id="72" name="Google Shape;2844;p17">
            <a:extLst>
              <a:ext uri="{FF2B5EF4-FFF2-40B4-BE49-F238E27FC236}">
                <a16:creationId xmlns:a16="http://schemas.microsoft.com/office/drawing/2014/main" id="{9BE72AAE-9F72-7A72-16E7-990F64EC5964}"/>
              </a:ext>
            </a:extLst>
          </p:cNvPr>
          <p:cNvSpPr txBox="1"/>
          <p:nvPr/>
        </p:nvSpPr>
        <p:spPr>
          <a:xfrm>
            <a:off x="826336" y="4576556"/>
            <a:ext cx="5122519" cy="9387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Zscaler ZTE brokers the TLS connections based on the policy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lang="en-US" sz="1200" kern="0" dirty="0">
                <a:ea typeface="Arial"/>
                <a:cs typeface="Arial"/>
                <a:sym typeface="Arial"/>
              </a:rPr>
              <a:t>Extends the granular ZPA access policies for Branch to App communications</a:t>
            </a:r>
          </a:p>
        </p:txBody>
      </p:sp>
      <p:sp>
        <p:nvSpPr>
          <p:cNvPr id="75" name="Google Shape;2844;p17">
            <a:extLst>
              <a:ext uri="{FF2B5EF4-FFF2-40B4-BE49-F238E27FC236}">
                <a16:creationId xmlns:a16="http://schemas.microsoft.com/office/drawing/2014/main" id="{5AA91B1D-12BE-6DAA-08EE-D0611AF701BE}"/>
              </a:ext>
            </a:extLst>
          </p:cNvPr>
          <p:cNvSpPr txBox="1"/>
          <p:nvPr/>
        </p:nvSpPr>
        <p:spPr>
          <a:xfrm>
            <a:off x="826336" y="5717807"/>
            <a:ext cx="5345539" cy="6924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Built-in App Connectors for inbound to Branch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lang="en-US" sz="1200" kern="0" dirty="0">
                <a:ea typeface="Arial"/>
                <a:cs typeface="Arial"/>
                <a:sym typeface="Arial"/>
              </a:rPr>
              <a:t>App Connectors creates outbound connections to ZTE, eliminates inbound attack surface</a:t>
            </a:r>
          </a:p>
        </p:txBody>
      </p:sp>
      <p:sp>
        <p:nvSpPr>
          <p:cNvPr id="95" name="Google Shape;2845;p17">
            <a:extLst>
              <a:ext uri="{FF2B5EF4-FFF2-40B4-BE49-F238E27FC236}">
                <a16:creationId xmlns:a16="http://schemas.microsoft.com/office/drawing/2014/main" id="{BCE9A5DB-37F3-EABB-4EB3-898C7281FE36}"/>
              </a:ext>
            </a:extLst>
          </p:cNvPr>
          <p:cNvSpPr/>
          <p:nvPr/>
        </p:nvSpPr>
        <p:spPr>
          <a:xfrm>
            <a:off x="394111" y="2909608"/>
            <a:ext cx="250414" cy="251434"/>
          </a:xfrm>
          <a:prstGeom prst="roundRect">
            <a:avLst>
              <a:gd name="adj" fmla="val 14725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2</a:t>
            </a:r>
            <a:endParaRPr kumimoji="0" sz="1400" b="1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96" name="Google Shape;2845;p17">
            <a:extLst>
              <a:ext uri="{FF2B5EF4-FFF2-40B4-BE49-F238E27FC236}">
                <a16:creationId xmlns:a16="http://schemas.microsoft.com/office/drawing/2014/main" id="{3A9BE5C2-7D6A-9238-BD26-9F1B26B4E3AD}"/>
              </a:ext>
            </a:extLst>
          </p:cNvPr>
          <p:cNvSpPr/>
          <p:nvPr/>
        </p:nvSpPr>
        <p:spPr>
          <a:xfrm>
            <a:off x="394111" y="3866193"/>
            <a:ext cx="250414" cy="251434"/>
          </a:xfrm>
          <a:prstGeom prst="roundRect">
            <a:avLst>
              <a:gd name="adj" fmla="val 14725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3</a:t>
            </a:r>
            <a:endParaRPr kumimoji="0" sz="1400" b="1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03" name="Google Shape;2845;p17">
            <a:extLst>
              <a:ext uri="{FF2B5EF4-FFF2-40B4-BE49-F238E27FC236}">
                <a16:creationId xmlns:a16="http://schemas.microsoft.com/office/drawing/2014/main" id="{B5B09A8D-790C-2C43-1E9B-A194844C025C}"/>
              </a:ext>
            </a:extLst>
          </p:cNvPr>
          <p:cNvSpPr/>
          <p:nvPr/>
        </p:nvSpPr>
        <p:spPr>
          <a:xfrm>
            <a:off x="394111" y="4576556"/>
            <a:ext cx="250414" cy="251434"/>
          </a:xfrm>
          <a:prstGeom prst="roundRect">
            <a:avLst>
              <a:gd name="adj" fmla="val 14725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4</a:t>
            </a:r>
            <a:endParaRPr kumimoji="0" sz="1400" b="1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04" name="Google Shape;2845;p17">
            <a:extLst>
              <a:ext uri="{FF2B5EF4-FFF2-40B4-BE49-F238E27FC236}">
                <a16:creationId xmlns:a16="http://schemas.microsoft.com/office/drawing/2014/main" id="{2692157C-3990-0078-5616-8321AF8417E9}"/>
              </a:ext>
            </a:extLst>
          </p:cNvPr>
          <p:cNvSpPr/>
          <p:nvPr/>
        </p:nvSpPr>
        <p:spPr>
          <a:xfrm>
            <a:off x="394111" y="5717807"/>
            <a:ext cx="250414" cy="251434"/>
          </a:xfrm>
          <a:prstGeom prst="roundRect">
            <a:avLst>
              <a:gd name="adj" fmla="val 14725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5</a:t>
            </a:r>
            <a:endParaRPr kumimoji="0" sz="1400" b="1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08" name="Google Shape;2845;p17">
            <a:extLst>
              <a:ext uri="{FF2B5EF4-FFF2-40B4-BE49-F238E27FC236}">
                <a16:creationId xmlns:a16="http://schemas.microsoft.com/office/drawing/2014/main" id="{BCAE42E8-4BAE-59BD-01A3-0BEA092C8C84}"/>
              </a:ext>
            </a:extLst>
          </p:cNvPr>
          <p:cNvSpPr/>
          <p:nvPr/>
        </p:nvSpPr>
        <p:spPr>
          <a:xfrm>
            <a:off x="8407026" y="4415799"/>
            <a:ext cx="250414" cy="251434"/>
          </a:xfrm>
          <a:prstGeom prst="roundRect">
            <a:avLst>
              <a:gd name="adj" fmla="val 14725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1</a:t>
            </a:r>
            <a:endParaRPr kumimoji="0" sz="1400" b="1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16" name="Google Shape;2845;p17">
            <a:extLst>
              <a:ext uri="{FF2B5EF4-FFF2-40B4-BE49-F238E27FC236}">
                <a16:creationId xmlns:a16="http://schemas.microsoft.com/office/drawing/2014/main" id="{22A3E358-2FD9-D44D-3F6C-37DC29D21C77}"/>
              </a:ext>
            </a:extLst>
          </p:cNvPr>
          <p:cNvSpPr/>
          <p:nvPr/>
        </p:nvSpPr>
        <p:spPr>
          <a:xfrm>
            <a:off x="9106351" y="3370187"/>
            <a:ext cx="250414" cy="251434"/>
          </a:xfrm>
          <a:prstGeom prst="roundRect">
            <a:avLst>
              <a:gd name="adj" fmla="val 14725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2</a:t>
            </a:r>
            <a:endParaRPr kumimoji="0" sz="1400" b="1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17" name="Google Shape;2845;p17">
            <a:extLst>
              <a:ext uri="{FF2B5EF4-FFF2-40B4-BE49-F238E27FC236}">
                <a16:creationId xmlns:a16="http://schemas.microsoft.com/office/drawing/2014/main" id="{044CE2EC-4A74-72E6-F84A-C505D9121807}"/>
              </a:ext>
            </a:extLst>
          </p:cNvPr>
          <p:cNvSpPr/>
          <p:nvPr/>
        </p:nvSpPr>
        <p:spPr>
          <a:xfrm>
            <a:off x="8007931" y="2529587"/>
            <a:ext cx="250414" cy="251434"/>
          </a:xfrm>
          <a:prstGeom prst="roundRect">
            <a:avLst>
              <a:gd name="adj" fmla="val 14725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Arial"/>
                <a:cs typeface="Arial"/>
                <a:sym typeface="Arial"/>
              </a:rPr>
              <a:t>3</a:t>
            </a:r>
            <a:endParaRPr kumimoji="0" sz="1400" b="1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18" name="Google Shape;2845;p17">
            <a:extLst>
              <a:ext uri="{FF2B5EF4-FFF2-40B4-BE49-F238E27FC236}">
                <a16:creationId xmlns:a16="http://schemas.microsoft.com/office/drawing/2014/main" id="{9552D5DC-9FBC-A646-52ED-C7B9065EACE1}"/>
              </a:ext>
            </a:extLst>
          </p:cNvPr>
          <p:cNvSpPr/>
          <p:nvPr/>
        </p:nvSpPr>
        <p:spPr>
          <a:xfrm>
            <a:off x="9709731" y="2335912"/>
            <a:ext cx="250414" cy="251434"/>
          </a:xfrm>
          <a:prstGeom prst="roundRect">
            <a:avLst>
              <a:gd name="adj" fmla="val 14725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lang="en-US" sz="1400" b="1" kern="0" dirty="0">
                <a:solidFill>
                  <a:schemeClr val="tx2"/>
                </a:solidFill>
                <a:ea typeface="Arial"/>
                <a:cs typeface="Arial"/>
                <a:sym typeface="Arial"/>
              </a:rPr>
              <a:t>4</a:t>
            </a:r>
            <a:endParaRPr kumimoji="0" sz="1400" b="1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19" name="Google Shape;2845;p17">
            <a:extLst>
              <a:ext uri="{FF2B5EF4-FFF2-40B4-BE49-F238E27FC236}">
                <a16:creationId xmlns:a16="http://schemas.microsoft.com/office/drawing/2014/main" id="{D3D5E4A0-958A-BD89-8B95-23335F1796C1}"/>
              </a:ext>
            </a:extLst>
          </p:cNvPr>
          <p:cNvSpPr/>
          <p:nvPr/>
        </p:nvSpPr>
        <p:spPr>
          <a:xfrm>
            <a:off x="10436173" y="3909598"/>
            <a:ext cx="250414" cy="251434"/>
          </a:xfrm>
          <a:prstGeom prst="roundRect">
            <a:avLst>
              <a:gd name="adj" fmla="val 14725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Arial"/>
              <a:buNone/>
              <a:tabLst/>
              <a:defRPr/>
            </a:pPr>
            <a:r>
              <a:rPr lang="en-US" sz="1400" b="1" kern="0" dirty="0">
                <a:solidFill>
                  <a:schemeClr val="tx2"/>
                </a:solidFill>
                <a:ea typeface="Arial"/>
                <a:cs typeface="Arial"/>
                <a:sym typeface="Arial"/>
              </a:rPr>
              <a:t>5</a:t>
            </a:r>
            <a:endParaRPr kumimoji="0" sz="1400" b="1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DBEA88EE-47B8-A859-1157-A24FC02A62E7}"/>
              </a:ext>
            </a:extLst>
          </p:cNvPr>
          <p:cNvSpPr/>
          <p:nvPr/>
        </p:nvSpPr>
        <p:spPr>
          <a:xfrm>
            <a:off x="0" y="0"/>
            <a:ext cx="2223247" cy="2779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 dirty="0">
                <a:solidFill>
                  <a:schemeClr val="tx2"/>
                </a:solidFill>
              </a:rPr>
              <a:t>OPTION 2</a:t>
            </a:r>
          </a:p>
        </p:txBody>
      </p:sp>
    </p:spTree>
    <p:extLst>
      <p:ext uri="{BB962C8B-B14F-4D97-AF65-F5344CB8AC3E}">
        <p14:creationId xmlns:p14="http://schemas.microsoft.com/office/powerpoint/2010/main" val="36230692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0ECE9E-3C88-51EF-A4E3-1DB7065169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Secure </a:t>
            </a:r>
            <a:r>
              <a:rPr lang="en-US" dirty="0">
                <a:solidFill>
                  <a:schemeClr val="accent2"/>
                </a:solidFill>
              </a:rPr>
              <a:t>Internal</a:t>
            </a:r>
            <a:r>
              <a:rPr lang="en-US" dirty="0"/>
              <a:t> Communication</a:t>
            </a: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46FF479C-0814-00F6-5EBC-4B8D3FAC39BA}"/>
              </a:ext>
            </a:extLst>
          </p:cNvPr>
          <p:cNvSpPr/>
          <p:nvPr/>
        </p:nvSpPr>
        <p:spPr>
          <a:xfrm>
            <a:off x="981230" y="3410640"/>
            <a:ext cx="5501968" cy="2214197"/>
          </a:xfrm>
          <a:prstGeom prst="roundRect">
            <a:avLst>
              <a:gd name="adj" fmla="val 3050"/>
            </a:avLst>
          </a:prstGeom>
          <a:solidFill>
            <a:schemeClr val="tx2">
              <a:alpha val="50000"/>
            </a:schemeClr>
          </a:solidFill>
          <a:ln w="9525" cap="flat" cmpd="sng" algn="ctr">
            <a:solidFill>
              <a:schemeClr val="accent2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36217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0" i="0" u="none" strike="noStrike" kern="0" cap="none" spc="0" normalizeH="0" baseline="0" noProof="0">
              <a:ln>
                <a:noFill/>
              </a:ln>
              <a:solidFill>
                <a:srgbClr val="246CF7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0C910B22-EC6E-2274-B4FE-5AE2288E98B3}"/>
              </a:ext>
            </a:extLst>
          </p:cNvPr>
          <p:cNvCxnSpPr>
            <a:cxnSpLocks/>
          </p:cNvCxnSpPr>
          <p:nvPr/>
        </p:nvCxnSpPr>
        <p:spPr>
          <a:xfrm flipV="1">
            <a:off x="3719871" y="2852310"/>
            <a:ext cx="0" cy="845762"/>
          </a:xfrm>
          <a:prstGeom prst="straightConnector1">
            <a:avLst/>
          </a:prstGeom>
          <a:noFill/>
          <a:ln w="9525" cap="flat" cmpd="sng" algn="ctr">
            <a:solidFill>
              <a:schemeClr val="bg1"/>
            </a:solidFill>
            <a:prstDash val="solid"/>
            <a:miter lim="800000"/>
            <a:headEnd w="sm" len="sm"/>
            <a:tailEnd type="triangle" w="sm" len="sm"/>
          </a:ln>
          <a:effectLst/>
        </p:spPr>
      </p:cxnSp>
      <p:cxnSp>
        <p:nvCxnSpPr>
          <p:cNvPr id="5" name="Google Shape;859;g2c8efcde9e4_1_4">
            <a:extLst>
              <a:ext uri="{FF2B5EF4-FFF2-40B4-BE49-F238E27FC236}">
                <a16:creationId xmlns:a16="http://schemas.microsoft.com/office/drawing/2014/main" id="{7B4CCC4C-486D-25F7-879F-59525B8E9EB2}"/>
              </a:ext>
            </a:extLst>
          </p:cNvPr>
          <p:cNvCxnSpPr>
            <a:cxnSpLocks/>
          </p:cNvCxnSpPr>
          <p:nvPr/>
        </p:nvCxnSpPr>
        <p:spPr>
          <a:xfrm rot="16200000" flipH="1">
            <a:off x="3547275" y="3796035"/>
            <a:ext cx="345193" cy="1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tx1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" name="Group 5">
            <a:extLst>
              <a:ext uri="{FF2B5EF4-FFF2-40B4-BE49-F238E27FC236}">
                <a16:creationId xmlns:a16="http://schemas.microsoft.com/office/drawing/2014/main" id="{63E42EF2-3A97-2799-1A40-A51638FA412B}"/>
              </a:ext>
            </a:extLst>
          </p:cNvPr>
          <p:cNvGrpSpPr/>
          <p:nvPr/>
        </p:nvGrpSpPr>
        <p:grpSpPr>
          <a:xfrm>
            <a:off x="3339699" y="3968633"/>
            <a:ext cx="760344" cy="151058"/>
            <a:chOff x="8245808" y="3829948"/>
            <a:chExt cx="623310" cy="123833"/>
          </a:xfrm>
        </p:grpSpPr>
        <p:sp>
          <p:nvSpPr>
            <p:cNvPr id="7" name="Google Shape;851;g2c8efcde9e4_1_4">
              <a:extLst>
                <a:ext uri="{FF2B5EF4-FFF2-40B4-BE49-F238E27FC236}">
                  <a16:creationId xmlns:a16="http://schemas.microsoft.com/office/drawing/2014/main" id="{473B7EAD-A3A3-6D46-6A4D-5E2861E315E2}"/>
                </a:ext>
              </a:extLst>
            </p:cNvPr>
            <p:cNvSpPr/>
            <p:nvPr/>
          </p:nvSpPr>
          <p:spPr>
            <a:xfrm>
              <a:off x="8245808" y="3829948"/>
              <a:ext cx="623310" cy="123833"/>
            </a:xfrm>
            <a:prstGeom prst="roundRect">
              <a:avLst>
                <a:gd name="adj" fmla="val 16667"/>
              </a:avLst>
            </a:prstGeom>
            <a:noFill/>
            <a:ln w="1587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72427" tIns="36203" rIns="72427" bIns="36203" anchor="ctr" anchorCtr="0">
              <a:noAutofit/>
            </a:bodyPr>
            <a:lstStyle/>
            <a:p>
              <a:pPr marL="0" marR="0" lvl="0" indent="0" algn="ctr" defTabSz="36217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Tx/>
                <a:buNone/>
                <a:tabLst/>
                <a:defRPr/>
              </a:pPr>
              <a:endParaRPr kumimoji="0" sz="1426" b="0" i="0" u="none" strike="noStrike" kern="0" cap="none" spc="0" normalizeH="0" baseline="0" noProof="0">
                <a:ln>
                  <a:noFill/>
                </a:ln>
                <a:solidFill>
                  <a:srgbClr val="246CF7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Arial"/>
              </a:endParaRPr>
            </a:p>
          </p:txBody>
        </p:sp>
        <p:sp>
          <p:nvSpPr>
            <p:cNvPr id="8" name="Google Shape;852;g2c8efcde9e4_1_4">
              <a:extLst>
                <a:ext uri="{FF2B5EF4-FFF2-40B4-BE49-F238E27FC236}">
                  <a16:creationId xmlns:a16="http://schemas.microsoft.com/office/drawing/2014/main" id="{BF2D7B52-8DA6-F1F4-DEAE-85A72D0B9217}"/>
                </a:ext>
              </a:extLst>
            </p:cNvPr>
            <p:cNvSpPr/>
            <p:nvPr/>
          </p:nvSpPr>
          <p:spPr>
            <a:xfrm>
              <a:off x="8289671" y="3879513"/>
              <a:ext cx="55094" cy="30397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72427" tIns="36203" rIns="72427" bIns="36203" anchor="ctr" anchorCtr="0">
              <a:noAutofit/>
            </a:bodyPr>
            <a:lstStyle/>
            <a:p>
              <a:pPr marL="0" marR="0" lvl="0" indent="0" algn="ctr" defTabSz="36217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Tx/>
                <a:buNone/>
                <a:tabLst/>
                <a:defRPr/>
              </a:pPr>
              <a:endParaRPr kumimoji="0" sz="1426" b="0" i="0" u="none" strike="noStrike" kern="0" cap="none" spc="0" normalizeH="0" baseline="0" noProof="0">
                <a:ln>
                  <a:noFill/>
                </a:ln>
                <a:solidFill>
                  <a:srgbClr val="246CF7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Arial"/>
              </a:endParaRPr>
            </a:p>
          </p:txBody>
        </p:sp>
        <p:sp>
          <p:nvSpPr>
            <p:cNvPr id="9" name="Google Shape;853;g2c8efcde9e4_1_4">
              <a:extLst>
                <a:ext uri="{FF2B5EF4-FFF2-40B4-BE49-F238E27FC236}">
                  <a16:creationId xmlns:a16="http://schemas.microsoft.com/office/drawing/2014/main" id="{844EAA65-E257-A559-EDEC-EC0430D704D9}"/>
                </a:ext>
              </a:extLst>
            </p:cNvPr>
            <p:cNvSpPr/>
            <p:nvPr/>
          </p:nvSpPr>
          <p:spPr>
            <a:xfrm>
              <a:off x="8377245" y="3879539"/>
              <a:ext cx="55094" cy="30397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72427" tIns="36203" rIns="72427" bIns="36203" anchor="ctr" anchorCtr="0">
              <a:noAutofit/>
            </a:bodyPr>
            <a:lstStyle/>
            <a:p>
              <a:pPr marL="0" marR="0" lvl="0" indent="0" algn="ctr" defTabSz="36217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Tx/>
                <a:buNone/>
                <a:tabLst/>
                <a:defRPr/>
              </a:pPr>
              <a:endParaRPr kumimoji="0" sz="1426" b="0" i="0" u="none" strike="noStrike" kern="0" cap="none" spc="0" normalizeH="0" baseline="0" noProof="0">
                <a:ln>
                  <a:noFill/>
                </a:ln>
                <a:solidFill>
                  <a:srgbClr val="246CF7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Arial"/>
              </a:endParaRPr>
            </a:p>
          </p:txBody>
        </p:sp>
        <p:sp>
          <p:nvSpPr>
            <p:cNvPr id="10" name="Google Shape;854;g2c8efcde9e4_1_4">
              <a:extLst>
                <a:ext uri="{FF2B5EF4-FFF2-40B4-BE49-F238E27FC236}">
                  <a16:creationId xmlns:a16="http://schemas.microsoft.com/office/drawing/2014/main" id="{34D78E6B-D58B-E3E9-53DB-93A0A1E1BDF3}"/>
                </a:ext>
              </a:extLst>
            </p:cNvPr>
            <p:cNvSpPr/>
            <p:nvPr/>
          </p:nvSpPr>
          <p:spPr>
            <a:xfrm>
              <a:off x="8464819" y="3879548"/>
              <a:ext cx="55094" cy="30397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72427" tIns="36203" rIns="72427" bIns="36203" anchor="ctr" anchorCtr="0">
              <a:noAutofit/>
            </a:bodyPr>
            <a:lstStyle/>
            <a:p>
              <a:pPr marL="0" marR="0" lvl="0" indent="0" algn="ctr" defTabSz="36217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Tx/>
                <a:buNone/>
                <a:tabLst/>
                <a:defRPr/>
              </a:pPr>
              <a:endParaRPr kumimoji="0" sz="1426" b="0" i="0" u="none" strike="noStrike" kern="0" cap="none" spc="0" normalizeH="0" baseline="0" noProof="0">
                <a:ln>
                  <a:noFill/>
                </a:ln>
                <a:solidFill>
                  <a:srgbClr val="246CF7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Arial"/>
              </a:endParaRPr>
            </a:p>
          </p:txBody>
        </p:sp>
        <p:sp>
          <p:nvSpPr>
            <p:cNvPr id="11" name="Google Shape;855;g2c8efcde9e4_1_4">
              <a:extLst>
                <a:ext uri="{FF2B5EF4-FFF2-40B4-BE49-F238E27FC236}">
                  <a16:creationId xmlns:a16="http://schemas.microsoft.com/office/drawing/2014/main" id="{443B80E0-B5EB-B2DD-74CA-29C76F9429FF}"/>
                </a:ext>
              </a:extLst>
            </p:cNvPr>
            <p:cNvSpPr/>
            <p:nvPr/>
          </p:nvSpPr>
          <p:spPr>
            <a:xfrm>
              <a:off x="8552394" y="3879541"/>
              <a:ext cx="55094" cy="30397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72427" tIns="36203" rIns="72427" bIns="36203" anchor="ctr" anchorCtr="0">
              <a:noAutofit/>
            </a:bodyPr>
            <a:lstStyle/>
            <a:p>
              <a:pPr marL="0" marR="0" lvl="0" indent="0" algn="ctr" defTabSz="36217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Tx/>
                <a:buNone/>
                <a:tabLst/>
                <a:defRPr/>
              </a:pPr>
              <a:endParaRPr kumimoji="0" sz="1426" b="0" i="0" u="none" strike="noStrike" kern="0" cap="none" spc="0" normalizeH="0" baseline="0" noProof="0">
                <a:ln>
                  <a:noFill/>
                </a:ln>
                <a:solidFill>
                  <a:srgbClr val="246CF7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Arial"/>
              </a:endParaRPr>
            </a:p>
          </p:txBody>
        </p:sp>
      </p:grpSp>
      <p:sp>
        <p:nvSpPr>
          <p:cNvPr id="12" name="Rounded Rectangle 11">
            <a:extLst>
              <a:ext uri="{FF2B5EF4-FFF2-40B4-BE49-F238E27FC236}">
                <a16:creationId xmlns:a16="http://schemas.microsoft.com/office/drawing/2014/main" id="{D96C3091-FE65-BD47-4383-8974DE51094D}"/>
              </a:ext>
            </a:extLst>
          </p:cNvPr>
          <p:cNvSpPr/>
          <p:nvPr/>
        </p:nvSpPr>
        <p:spPr>
          <a:xfrm>
            <a:off x="1135187" y="4690053"/>
            <a:ext cx="1665588" cy="687346"/>
          </a:xfrm>
          <a:prstGeom prst="roundRect">
            <a:avLst>
              <a:gd name="adj" fmla="val 8755"/>
            </a:avLst>
          </a:prstGeom>
          <a:solidFill>
            <a:srgbClr val="144BAE"/>
          </a:solidFill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36217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0" i="0" u="none" strike="noStrike" kern="0" cap="none" spc="0" normalizeH="0" baseline="0" noProof="0">
              <a:ln>
                <a:noFill/>
              </a:ln>
              <a:solidFill>
                <a:srgbClr val="246CF7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C954002-7E7B-68A9-BCF9-6D8A59A75D00}"/>
              </a:ext>
            </a:extLst>
          </p:cNvPr>
          <p:cNvSpPr txBox="1"/>
          <p:nvPr/>
        </p:nvSpPr>
        <p:spPr>
          <a:xfrm>
            <a:off x="1295772" y="5196128"/>
            <a:ext cx="1344418" cy="2142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36217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92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Arial"/>
              </a:rPr>
              <a:t>IoT VLAN</a:t>
            </a: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4D40B8F-6E8F-E4ED-D5E3-AE695C42F31C}"/>
              </a:ext>
            </a:extLst>
          </p:cNvPr>
          <p:cNvSpPr>
            <a:spLocks noChangeAspect="1"/>
          </p:cNvSpPr>
          <p:nvPr/>
        </p:nvSpPr>
        <p:spPr>
          <a:xfrm>
            <a:off x="1801788" y="4822031"/>
            <a:ext cx="330408" cy="330554"/>
          </a:xfrm>
          <a:prstGeom prst="ellipse">
            <a:avLst/>
          </a:prstGeom>
          <a:solidFill>
            <a:schemeClr val="bg1"/>
          </a:solidFill>
          <a:ln w="15875" cap="rnd" cmpd="sng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F04BA78E-6E55-6DFC-DD95-6DF4F5D866DA}"/>
              </a:ext>
            </a:extLst>
          </p:cNvPr>
          <p:cNvSpPr>
            <a:spLocks noChangeAspect="1"/>
          </p:cNvSpPr>
          <p:nvPr/>
        </p:nvSpPr>
        <p:spPr>
          <a:xfrm>
            <a:off x="2293176" y="4822031"/>
            <a:ext cx="330408" cy="330554"/>
          </a:xfrm>
          <a:prstGeom prst="ellipse">
            <a:avLst/>
          </a:prstGeom>
          <a:solidFill>
            <a:schemeClr val="bg1"/>
          </a:solidFill>
          <a:ln w="15875" cap="rnd" cmpd="sng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B5BD79F6-CE4B-1383-2CC1-C587664F1A74}"/>
              </a:ext>
            </a:extLst>
          </p:cNvPr>
          <p:cNvSpPr>
            <a:spLocks noChangeAspect="1"/>
          </p:cNvSpPr>
          <p:nvPr/>
        </p:nvSpPr>
        <p:spPr>
          <a:xfrm>
            <a:off x="1310402" y="4822031"/>
            <a:ext cx="330408" cy="330554"/>
          </a:xfrm>
          <a:prstGeom prst="ellipse">
            <a:avLst/>
          </a:prstGeom>
          <a:solidFill>
            <a:schemeClr val="bg1"/>
          </a:solidFill>
          <a:ln w="15875" cap="rnd" cmpd="sng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17" name="Rounded Rectangle 16">
            <a:extLst>
              <a:ext uri="{FF2B5EF4-FFF2-40B4-BE49-F238E27FC236}">
                <a16:creationId xmlns:a16="http://schemas.microsoft.com/office/drawing/2014/main" id="{5A2227DB-8277-C0F1-6D5B-3A3ED1848028}"/>
              </a:ext>
            </a:extLst>
          </p:cNvPr>
          <p:cNvSpPr/>
          <p:nvPr/>
        </p:nvSpPr>
        <p:spPr>
          <a:xfrm>
            <a:off x="2887077" y="4690052"/>
            <a:ext cx="1665588" cy="691355"/>
          </a:xfrm>
          <a:prstGeom prst="roundRect">
            <a:avLst>
              <a:gd name="adj" fmla="val 8755"/>
            </a:avLst>
          </a:prstGeom>
          <a:solidFill>
            <a:srgbClr val="144BAE"/>
          </a:solidFill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36217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0" i="0" u="none" strike="noStrike" kern="0" cap="none" spc="0" normalizeH="0" baseline="0" noProof="0">
              <a:ln>
                <a:noFill/>
              </a:ln>
              <a:solidFill>
                <a:srgbClr val="246CF7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7BDD319-CCA1-386F-86BE-78FD22902999}"/>
              </a:ext>
            </a:extLst>
          </p:cNvPr>
          <p:cNvSpPr txBox="1"/>
          <p:nvPr/>
        </p:nvSpPr>
        <p:spPr>
          <a:xfrm>
            <a:off x="3040038" y="5197157"/>
            <a:ext cx="1359667" cy="2142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36217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92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Arial"/>
              </a:rPr>
              <a:t>Server VLAN</a:t>
            </a: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8006F65-7E44-590B-D501-3F845F3E5E0D}"/>
              </a:ext>
            </a:extLst>
          </p:cNvPr>
          <p:cNvSpPr>
            <a:spLocks noChangeAspect="1"/>
          </p:cNvSpPr>
          <p:nvPr/>
        </p:nvSpPr>
        <p:spPr>
          <a:xfrm>
            <a:off x="3077756" y="4822031"/>
            <a:ext cx="330408" cy="330554"/>
          </a:xfrm>
          <a:prstGeom prst="ellipse">
            <a:avLst/>
          </a:prstGeom>
          <a:solidFill>
            <a:schemeClr val="bg1"/>
          </a:solidFill>
          <a:ln w="15875" cap="rnd" cmpd="sng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3B10602E-E3E0-A2C8-CAD6-9AB999A21E6B}"/>
              </a:ext>
            </a:extLst>
          </p:cNvPr>
          <p:cNvSpPr>
            <a:spLocks noChangeAspect="1"/>
          </p:cNvSpPr>
          <p:nvPr/>
        </p:nvSpPr>
        <p:spPr>
          <a:xfrm>
            <a:off x="3559356" y="4822031"/>
            <a:ext cx="330408" cy="330554"/>
          </a:xfrm>
          <a:prstGeom prst="ellipse">
            <a:avLst/>
          </a:prstGeom>
          <a:solidFill>
            <a:schemeClr val="bg1"/>
          </a:solidFill>
          <a:ln w="15875" cap="rnd" cmpd="sng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B81CCF72-CA7A-F984-CA71-819CEA33D54D}"/>
              </a:ext>
            </a:extLst>
          </p:cNvPr>
          <p:cNvSpPr>
            <a:spLocks noChangeAspect="1"/>
          </p:cNvSpPr>
          <p:nvPr/>
        </p:nvSpPr>
        <p:spPr>
          <a:xfrm>
            <a:off x="4008524" y="4822031"/>
            <a:ext cx="330408" cy="330554"/>
          </a:xfrm>
          <a:prstGeom prst="ellipse">
            <a:avLst/>
          </a:prstGeom>
          <a:solidFill>
            <a:schemeClr val="bg1"/>
          </a:solidFill>
          <a:ln w="15875" cap="rnd" cmpd="sng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F857B59B-A67B-1052-C7D1-F76143225611}"/>
              </a:ext>
            </a:extLst>
          </p:cNvPr>
          <p:cNvCxnSpPr>
            <a:cxnSpLocks/>
          </p:cNvCxnSpPr>
          <p:nvPr/>
        </p:nvCxnSpPr>
        <p:spPr>
          <a:xfrm>
            <a:off x="3719871" y="4119691"/>
            <a:ext cx="0" cy="685173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2CBC7913-D19C-0041-96A6-888D026839D0}"/>
              </a:ext>
            </a:extLst>
          </p:cNvPr>
          <p:cNvCxnSpPr/>
          <p:nvPr/>
        </p:nvCxnSpPr>
        <p:spPr>
          <a:xfrm>
            <a:off x="1988255" y="4333765"/>
            <a:ext cx="0" cy="473207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0B817F1E-D937-242F-BA6D-5CB00C7A3D54}"/>
              </a:ext>
            </a:extLst>
          </p:cNvPr>
          <p:cNvCxnSpPr/>
          <p:nvPr/>
        </p:nvCxnSpPr>
        <p:spPr>
          <a:xfrm>
            <a:off x="2474312" y="4333764"/>
            <a:ext cx="0" cy="473207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sp>
        <p:nvSpPr>
          <p:cNvPr id="25" name="Rounded Rectangle 24">
            <a:extLst>
              <a:ext uri="{FF2B5EF4-FFF2-40B4-BE49-F238E27FC236}">
                <a16:creationId xmlns:a16="http://schemas.microsoft.com/office/drawing/2014/main" id="{AF9E9664-F581-7BD2-6596-2F9B3C4746D0}"/>
              </a:ext>
            </a:extLst>
          </p:cNvPr>
          <p:cNvSpPr/>
          <p:nvPr/>
        </p:nvSpPr>
        <p:spPr>
          <a:xfrm>
            <a:off x="4638968" y="4690053"/>
            <a:ext cx="1665588" cy="692174"/>
          </a:xfrm>
          <a:prstGeom prst="roundRect">
            <a:avLst>
              <a:gd name="adj" fmla="val 8755"/>
            </a:avLst>
          </a:prstGeom>
          <a:solidFill>
            <a:srgbClr val="144BAE"/>
          </a:solidFill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36217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0" i="0" u="none" strike="noStrike" kern="0" cap="none" spc="0" normalizeH="0" baseline="0" noProof="0">
              <a:ln>
                <a:noFill/>
              </a:ln>
              <a:solidFill>
                <a:srgbClr val="246CF7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2E5619D-B566-8EBD-74CD-A085A401C2CD}"/>
              </a:ext>
            </a:extLst>
          </p:cNvPr>
          <p:cNvSpPr txBox="1"/>
          <p:nvPr/>
        </p:nvSpPr>
        <p:spPr>
          <a:xfrm>
            <a:off x="4831834" y="5192921"/>
            <a:ext cx="1279858" cy="2142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36217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92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Arial"/>
              </a:rPr>
              <a:t>OT VLAN</a:t>
            </a: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BC74E126-D8D1-8ED0-78C0-6D6CF747C79F}"/>
              </a:ext>
            </a:extLst>
          </p:cNvPr>
          <p:cNvSpPr>
            <a:spLocks noChangeAspect="1"/>
          </p:cNvSpPr>
          <p:nvPr/>
        </p:nvSpPr>
        <p:spPr>
          <a:xfrm>
            <a:off x="5267241" y="4822031"/>
            <a:ext cx="330408" cy="330554"/>
          </a:xfrm>
          <a:prstGeom prst="ellipse">
            <a:avLst/>
          </a:prstGeom>
          <a:solidFill>
            <a:schemeClr val="bg1"/>
          </a:solidFill>
          <a:ln w="15875" cap="rnd" cmpd="sng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7598A71D-1140-8A45-65B5-70DB71850057}"/>
              </a:ext>
            </a:extLst>
          </p:cNvPr>
          <p:cNvSpPr>
            <a:spLocks noChangeAspect="1"/>
          </p:cNvSpPr>
          <p:nvPr/>
        </p:nvSpPr>
        <p:spPr>
          <a:xfrm>
            <a:off x="5760661" y="4822031"/>
            <a:ext cx="330408" cy="330554"/>
          </a:xfrm>
          <a:prstGeom prst="ellipse">
            <a:avLst/>
          </a:prstGeom>
          <a:solidFill>
            <a:schemeClr val="bg1"/>
          </a:solidFill>
          <a:ln w="15875" cap="rnd" cmpd="sng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0CC17EB2-6AD5-25B1-4C25-E058E8085395}"/>
              </a:ext>
            </a:extLst>
          </p:cNvPr>
          <p:cNvSpPr>
            <a:spLocks noChangeAspect="1"/>
          </p:cNvSpPr>
          <p:nvPr/>
        </p:nvSpPr>
        <p:spPr>
          <a:xfrm>
            <a:off x="4773821" y="4822031"/>
            <a:ext cx="330408" cy="330554"/>
          </a:xfrm>
          <a:prstGeom prst="ellipse">
            <a:avLst/>
          </a:prstGeom>
          <a:solidFill>
            <a:schemeClr val="bg1"/>
          </a:solidFill>
          <a:ln w="15875" cap="rnd" cmpd="sng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3E46A9A8-0EE0-E37D-C3D9-D24FE1D22222}"/>
              </a:ext>
            </a:extLst>
          </p:cNvPr>
          <p:cNvCxnSpPr/>
          <p:nvPr/>
        </p:nvCxnSpPr>
        <p:spPr>
          <a:xfrm>
            <a:off x="4939025" y="4333764"/>
            <a:ext cx="0" cy="473207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6F630DA2-FEAC-DBB9-ED29-43B7CB6E29A9}"/>
              </a:ext>
            </a:extLst>
          </p:cNvPr>
          <p:cNvCxnSpPr/>
          <p:nvPr/>
        </p:nvCxnSpPr>
        <p:spPr>
          <a:xfrm>
            <a:off x="5428585" y="4333762"/>
            <a:ext cx="0" cy="473207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sp>
        <p:nvSpPr>
          <p:cNvPr id="32" name="Google Shape;1167;p18">
            <a:extLst>
              <a:ext uri="{FF2B5EF4-FFF2-40B4-BE49-F238E27FC236}">
                <a16:creationId xmlns:a16="http://schemas.microsoft.com/office/drawing/2014/main" id="{9603E5F4-A9F1-2BF1-EF63-05265794CAB2}"/>
              </a:ext>
            </a:extLst>
          </p:cNvPr>
          <p:cNvSpPr>
            <a:spLocks noChangeAspect="1"/>
          </p:cNvSpPr>
          <p:nvPr/>
        </p:nvSpPr>
        <p:spPr>
          <a:xfrm>
            <a:off x="3361900" y="1276577"/>
            <a:ext cx="758903" cy="492227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9525">
            <a:solidFill>
              <a:schemeClr val="tx1"/>
            </a:solidFill>
          </a:ln>
          <a:effectLst/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Tx/>
              <a:buNone/>
              <a:tabLst/>
              <a:defRPr/>
            </a:pPr>
            <a:endParaRPr kumimoji="0" sz="713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9C9D2A6-0666-E2AC-69AB-BFC6BF0A4F95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387679" y="1374676"/>
            <a:ext cx="703762" cy="369332"/>
          </a:xfrm>
          <a:prstGeom prst="rect">
            <a:avLst/>
          </a:prstGeom>
        </p:spPr>
        <p:txBody>
          <a:bodyPr wrap="square" rtlCol="0" anchor="ctr">
            <a:spAutoFit/>
          </a:bodyPr>
          <a:lstStyle/>
          <a:p>
            <a:pPr marL="0" marR="0" lvl="0" indent="0" algn="ctr" defTabSz="965371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Helvetica Light"/>
              </a:rPr>
              <a:t>Internet </a:t>
            </a:r>
          </a:p>
          <a:p>
            <a:pPr marL="0" marR="0" lvl="0" indent="0" algn="ctr" defTabSz="965371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Helvetica Light"/>
              </a:rPr>
              <a:t>SaaS</a:t>
            </a:r>
          </a:p>
        </p:txBody>
      </p:sp>
      <p:sp>
        <p:nvSpPr>
          <p:cNvPr id="34" name="Google Shape;1167;p18">
            <a:extLst>
              <a:ext uri="{FF2B5EF4-FFF2-40B4-BE49-F238E27FC236}">
                <a16:creationId xmlns:a16="http://schemas.microsoft.com/office/drawing/2014/main" id="{7A445707-19A6-859F-3DE9-48D09769E5C8}"/>
              </a:ext>
            </a:extLst>
          </p:cNvPr>
          <p:cNvSpPr>
            <a:spLocks noChangeAspect="1"/>
          </p:cNvSpPr>
          <p:nvPr/>
        </p:nvSpPr>
        <p:spPr>
          <a:xfrm>
            <a:off x="2265735" y="1300460"/>
            <a:ext cx="758903" cy="492227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9525">
            <a:solidFill>
              <a:schemeClr val="tx1"/>
            </a:solidFill>
          </a:ln>
          <a:effectLst/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Tx/>
              <a:buNone/>
              <a:tabLst/>
              <a:defRPr/>
            </a:pPr>
            <a:endParaRPr kumimoji="0" sz="634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CC966B1-40A8-3274-668A-E069CBC35D39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2360895" y="1434998"/>
            <a:ext cx="538056" cy="230832"/>
          </a:xfrm>
          <a:prstGeom prst="rect">
            <a:avLst/>
          </a:prstGeom>
        </p:spPr>
        <p:txBody>
          <a:bodyPr wrap="square" rtlCol="0" anchor="ctr">
            <a:spAutoFit/>
          </a:bodyPr>
          <a:lstStyle/>
          <a:p>
            <a:pPr marL="0" marR="0" lvl="0" indent="0" algn="ctr" defTabSz="965371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Helvetica Light"/>
              </a:rPr>
              <a:t>AWS</a:t>
            </a:r>
          </a:p>
        </p:txBody>
      </p: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67698340-9E5E-DBA3-0C92-7ECFD3AB5B62}"/>
              </a:ext>
            </a:extLst>
          </p:cNvPr>
          <p:cNvCxnSpPr>
            <a:cxnSpLocks/>
            <a:stCxn id="52" idx="9"/>
          </p:cNvCxnSpPr>
          <p:nvPr/>
        </p:nvCxnSpPr>
        <p:spPr>
          <a:xfrm flipH="1" flipV="1">
            <a:off x="3729155" y="1768804"/>
            <a:ext cx="5845" cy="573903"/>
          </a:xfrm>
          <a:prstGeom prst="straightConnector1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w="sm" len="sm"/>
            <a:tailEnd type="triangle" w="sm" len="sm"/>
          </a:ln>
          <a:effectLst/>
        </p:spPr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9CC79F80-8888-A91D-8C3E-20D6482CDA47}"/>
              </a:ext>
            </a:extLst>
          </p:cNvPr>
          <p:cNvCxnSpPr>
            <a:cxnSpLocks/>
          </p:cNvCxnSpPr>
          <p:nvPr/>
        </p:nvCxnSpPr>
        <p:spPr>
          <a:xfrm>
            <a:off x="2631001" y="1695471"/>
            <a:ext cx="0" cy="840688"/>
          </a:xfrm>
          <a:prstGeom prst="straightConnector1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w="sm" len="sm"/>
            <a:tailEnd type="triangle" w="sm" len="sm"/>
          </a:ln>
          <a:effectLst/>
        </p:spPr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DFE887CC-02B2-0AE8-3199-80FA3CAE0B37}"/>
              </a:ext>
            </a:extLst>
          </p:cNvPr>
          <p:cNvSpPr txBox="1"/>
          <p:nvPr/>
        </p:nvSpPr>
        <p:spPr>
          <a:xfrm>
            <a:off x="2335831" y="5747670"/>
            <a:ext cx="27927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36217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Arial"/>
              </a:rPr>
              <a:t>Branch / Campus / Factories</a:t>
            </a:r>
          </a:p>
        </p:txBody>
      </p:sp>
      <p:sp>
        <p:nvSpPr>
          <p:cNvPr id="39" name="Google Shape;92;p3">
            <a:extLst>
              <a:ext uri="{FF2B5EF4-FFF2-40B4-BE49-F238E27FC236}">
                <a16:creationId xmlns:a16="http://schemas.microsoft.com/office/drawing/2014/main" id="{310CE9FA-CD5A-C6E5-4B64-DAECB8CC69F6}"/>
              </a:ext>
            </a:extLst>
          </p:cNvPr>
          <p:cNvSpPr/>
          <p:nvPr/>
        </p:nvSpPr>
        <p:spPr>
          <a:xfrm>
            <a:off x="1850219" y="4907443"/>
            <a:ext cx="236258" cy="164898"/>
          </a:xfrm>
          <a:custGeom>
            <a:avLst/>
            <a:gdLst/>
            <a:ahLst/>
            <a:cxnLst/>
            <a:rect l="l" t="t" r="r" b="b"/>
            <a:pathLst>
              <a:path w="630078" h="439769" extrusionOk="0">
                <a:moveTo>
                  <a:pt x="568262" y="0"/>
                </a:moveTo>
                <a:lnTo>
                  <a:pt x="61912" y="0"/>
                </a:lnTo>
                <a:cubicBezTo>
                  <a:pt x="27813" y="0"/>
                  <a:pt x="0" y="27813"/>
                  <a:pt x="0" y="61913"/>
                </a:cubicBezTo>
                <a:lnTo>
                  <a:pt x="0" y="377857"/>
                </a:lnTo>
                <a:cubicBezTo>
                  <a:pt x="0" y="411956"/>
                  <a:pt x="27813" y="439769"/>
                  <a:pt x="61912" y="439769"/>
                </a:cubicBezTo>
                <a:lnTo>
                  <a:pt x="568166" y="439769"/>
                </a:lnTo>
                <a:cubicBezTo>
                  <a:pt x="602266" y="439769"/>
                  <a:pt x="630079" y="411956"/>
                  <a:pt x="630079" y="377857"/>
                </a:cubicBezTo>
                <a:lnTo>
                  <a:pt x="630079" y="61913"/>
                </a:lnTo>
                <a:cubicBezTo>
                  <a:pt x="630079" y="27813"/>
                  <a:pt x="602266" y="0"/>
                  <a:pt x="568166" y="0"/>
                </a:cubicBezTo>
                <a:close/>
                <a:moveTo>
                  <a:pt x="601599" y="377857"/>
                </a:moveTo>
                <a:cubicBezTo>
                  <a:pt x="601599" y="396240"/>
                  <a:pt x="586645" y="411194"/>
                  <a:pt x="568262" y="411194"/>
                </a:cubicBezTo>
                <a:lnTo>
                  <a:pt x="61912" y="411194"/>
                </a:lnTo>
                <a:cubicBezTo>
                  <a:pt x="43529" y="411194"/>
                  <a:pt x="28575" y="396240"/>
                  <a:pt x="28575" y="377857"/>
                </a:cubicBezTo>
                <a:lnTo>
                  <a:pt x="28575" y="61913"/>
                </a:lnTo>
                <a:cubicBezTo>
                  <a:pt x="28575" y="43529"/>
                  <a:pt x="43529" y="28575"/>
                  <a:pt x="61912" y="28575"/>
                </a:cubicBezTo>
                <a:lnTo>
                  <a:pt x="568166" y="28575"/>
                </a:lnTo>
                <a:cubicBezTo>
                  <a:pt x="586550" y="28575"/>
                  <a:pt x="601504" y="43529"/>
                  <a:pt x="601504" y="61913"/>
                </a:cubicBezTo>
                <a:lnTo>
                  <a:pt x="601504" y="377857"/>
                </a:lnTo>
                <a:close/>
                <a:moveTo>
                  <a:pt x="503682" y="238982"/>
                </a:moveTo>
                <a:lnTo>
                  <a:pt x="437864" y="238982"/>
                </a:lnTo>
                <a:cubicBezTo>
                  <a:pt x="437864" y="238982"/>
                  <a:pt x="437864" y="238982"/>
                  <a:pt x="437864" y="238982"/>
                </a:cubicBezTo>
                <a:cubicBezTo>
                  <a:pt x="426815" y="238982"/>
                  <a:pt x="417862" y="243650"/>
                  <a:pt x="413195" y="251746"/>
                </a:cubicBezTo>
                <a:cubicBezTo>
                  <a:pt x="408527" y="259842"/>
                  <a:pt x="409004" y="270034"/>
                  <a:pt x="414433" y="279559"/>
                </a:cubicBezTo>
                <a:lnTo>
                  <a:pt x="447294" y="336614"/>
                </a:lnTo>
                <a:cubicBezTo>
                  <a:pt x="452819" y="346139"/>
                  <a:pt x="461296" y="351663"/>
                  <a:pt x="470725" y="351663"/>
                </a:cubicBezTo>
                <a:lnTo>
                  <a:pt x="470725" y="351663"/>
                </a:lnTo>
                <a:cubicBezTo>
                  <a:pt x="480060" y="351663"/>
                  <a:pt x="488633" y="346234"/>
                  <a:pt x="494157" y="336614"/>
                </a:cubicBezTo>
                <a:lnTo>
                  <a:pt x="527114" y="279654"/>
                </a:lnTo>
                <a:cubicBezTo>
                  <a:pt x="532638" y="270129"/>
                  <a:pt x="533114" y="259937"/>
                  <a:pt x="528447" y="251841"/>
                </a:cubicBezTo>
                <a:cubicBezTo>
                  <a:pt x="523780" y="243745"/>
                  <a:pt x="514731" y="239077"/>
                  <a:pt x="503682" y="239077"/>
                </a:cubicBezTo>
                <a:close/>
                <a:moveTo>
                  <a:pt x="470725" y="319945"/>
                </a:moveTo>
                <a:lnTo>
                  <a:pt x="440531" y="267462"/>
                </a:lnTo>
                <a:lnTo>
                  <a:pt x="501015" y="267462"/>
                </a:lnTo>
                <a:cubicBezTo>
                  <a:pt x="501015" y="267462"/>
                  <a:pt x="470725" y="319945"/>
                  <a:pt x="470725" y="319945"/>
                </a:cubicBezTo>
                <a:close/>
                <a:moveTo>
                  <a:pt x="494157" y="102679"/>
                </a:moveTo>
                <a:lnTo>
                  <a:pt x="494157" y="102679"/>
                </a:lnTo>
                <a:cubicBezTo>
                  <a:pt x="488633" y="93154"/>
                  <a:pt x="480060" y="87630"/>
                  <a:pt x="470725" y="87630"/>
                </a:cubicBezTo>
                <a:lnTo>
                  <a:pt x="470725" y="87630"/>
                </a:lnTo>
                <a:cubicBezTo>
                  <a:pt x="461391" y="87630"/>
                  <a:pt x="452819" y="93154"/>
                  <a:pt x="447294" y="102679"/>
                </a:cubicBezTo>
                <a:lnTo>
                  <a:pt x="414433" y="159734"/>
                </a:lnTo>
                <a:cubicBezTo>
                  <a:pt x="408908" y="169259"/>
                  <a:pt x="408432" y="179451"/>
                  <a:pt x="413099" y="187547"/>
                </a:cubicBezTo>
                <a:cubicBezTo>
                  <a:pt x="417767" y="195644"/>
                  <a:pt x="426815" y="200311"/>
                  <a:pt x="437769" y="200311"/>
                </a:cubicBezTo>
                <a:lnTo>
                  <a:pt x="503682" y="200311"/>
                </a:lnTo>
                <a:cubicBezTo>
                  <a:pt x="514731" y="200311"/>
                  <a:pt x="523685" y="195548"/>
                  <a:pt x="528447" y="187452"/>
                </a:cubicBezTo>
                <a:cubicBezTo>
                  <a:pt x="533114" y="179356"/>
                  <a:pt x="532638" y="169164"/>
                  <a:pt x="527114" y="159639"/>
                </a:cubicBezTo>
                <a:lnTo>
                  <a:pt x="494157" y="102679"/>
                </a:lnTo>
                <a:close/>
                <a:moveTo>
                  <a:pt x="440531" y="171736"/>
                </a:moveTo>
                <a:lnTo>
                  <a:pt x="470725" y="119253"/>
                </a:lnTo>
                <a:lnTo>
                  <a:pt x="501015" y="171641"/>
                </a:lnTo>
                <a:lnTo>
                  <a:pt x="440531" y="171641"/>
                </a:lnTo>
                <a:close/>
                <a:moveTo>
                  <a:pt x="297942" y="286607"/>
                </a:moveTo>
                <a:cubicBezTo>
                  <a:pt x="297942" y="304991"/>
                  <a:pt x="283083" y="319849"/>
                  <a:pt x="264700" y="319849"/>
                </a:cubicBezTo>
                <a:cubicBezTo>
                  <a:pt x="246316" y="319849"/>
                  <a:pt x="231458" y="304991"/>
                  <a:pt x="231458" y="286607"/>
                </a:cubicBezTo>
                <a:cubicBezTo>
                  <a:pt x="231458" y="273368"/>
                  <a:pt x="239268" y="262033"/>
                  <a:pt x="250412" y="256699"/>
                </a:cubicBezTo>
                <a:lnTo>
                  <a:pt x="250412" y="181642"/>
                </a:lnTo>
                <a:cubicBezTo>
                  <a:pt x="250412" y="173736"/>
                  <a:pt x="256794" y="167354"/>
                  <a:pt x="264700" y="167354"/>
                </a:cubicBezTo>
                <a:cubicBezTo>
                  <a:pt x="272606" y="167354"/>
                  <a:pt x="278987" y="173736"/>
                  <a:pt x="278987" y="181642"/>
                </a:cubicBezTo>
                <a:lnTo>
                  <a:pt x="278987" y="256699"/>
                </a:lnTo>
                <a:cubicBezTo>
                  <a:pt x="290132" y="262033"/>
                  <a:pt x="297942" y="273368"/>
                  <a:pt x="297942" y="286607"/>
                </a:cubicBezTo>
                <a:close/>
                <a:moveTo>
                  <a:pt x="328136" y="130207"/>
                </a:moveTo>
                <a:cubicBezTo>
                  <a:pt x="328422" y="114109"/>
                  <a:pt x="322802" y="98584"/>
                  <a:pt x="312325" y="86392"/>
                </a:cubicBezTo>
                <a:cubicBezTo>
                  <a:pt x="301752" y="74200"/>
                  <a:pt x="287179" y="66389"/>
                  <a:pt x="270796" y="64389"/>
                </a:cubicBezTo>
                <a:cubicBezTo>
                  <a:pt x="252889" y="62579"/>
                  <a:pt x="235077" y="68580"/>
                  <a:pt x="221837" y="80677"/>
                </a:cubicBezTo>
                <a:cubicBezTo>
                  <a:pt x="208598" y="92774"/>
                  <a:pt x="200978" y="110014"/>
                  <a:pt x="201073" y="127826"/>
                </a:cubicBezTo>
                <a:lnTo>
                  <a:pt x="201073" y="223361"/>
                </a:lnTo>
                <a:cubicBezTo>
                  <a:pt x="184499" y="239935"/>
                  <a:pt x="174974" y="262414"/>
                  <a:pt x="175069" y="286036"/>
                </a:cubicBezTo>
                <a:cubicBezTo>
                  <a:pt x="174974" y="316516"/>
                  <a:pt x="190119" y="344710"/>
                  <a:pt x="215646" y="361379"/>
                </a:cubicBezTo>
                <a:cubicBezTo>
                  <a:pt x="230505" y="371094"/>
                  <a:pt x="247460" y="376047"/>
                  <a:pt x="264605" y="376047"/>
                </a:cubicBezTo>
                <a:cubicBezTo>
                  <a:pt x="276892" y="376047"/>
                  <a:pt x="289274" y="373475"/>
                  <a:pt x="300895" y="368332"/>
                </a:cubicBezTo>
                <a:cubicBezTo>
                  <a:pt x="328803" y="355949"/>
                  <a:pt x="348329" y="330613"/>
                  <a:pt x="353092" y="300514"/>
                </a:cubicBezTo>
                <a:cubicBezTo>
                  <a:pt x="357664" y="272034"/>
                  <a:pt x="348234" y="243840"/>
                  <a:pt x="328041" y="223647"/>
                </a:cubicBezTo>
                <a:lnTo>
                  <a:pt x="328041" y="130302"/>
                </a:lnTo>
                <a:close/>
                <a:moveTo>
                  <a:pt x="324993" y="295942"/>
                </a:moveTo>
                <a:cubicBezTo>
                  <a:pt x="321755" y="316420"/>
                  <a:pt x="308420" y="333756"/>
                  <a:pt x="289465" y="342138"/>
                </a:cubicBezTo>
                <a:cubicBezTo>
                  <a:pt x="270510" y="350520"/>
                  <a:pt x="248793" y="348806"/>
                  <a:pt x="231362" y="337376"/>
                </a:cubicBezTo>
                <a:cubicBezTo>
                  <a:pt x="213932" y="326041"/>
                  <a:pt x="203644" y="306800"/>
                  <a:pt x="203740" y="285941"/>
                </a:cubicBezTo>
                <a:cubicBezTo>
                  <a:pt x="203740" y="268605"/>
                  <a:pt x="211169" y="252127"/>
                  <a:pt x="224123" y="240697"/>
                </a:cubicBezTo>
                <a:cubicBezTo>
                  <a:pt x="225647" y="239363"/>
                  <a:pt x="226886" y="237649"/>
                  <a:pt x="227648" y="235934"/>
                </a:cubicBezTo>
                <a:cubicBezTo>
                  <a:pt x="228981" y="233744"/>
                  <a:pt x="229743" y="231267"/>
                  <a:pt x="229743" y="228505"/>
                </a:cubicBezTo>
                <a:lnTo>
                  <a:pt x="229743" y="127635"/>
                </a:lnTo>
                <a:cubicBezTo>
                  <a:pt x="229743" y="117729"/>
                  <a:pt x="233839" y="108299"/>
                  <a:pt x="241173" y="101632"/>
                </a:cubicBezTo>
                <a:cubicBezTo>
                  <a:pt x="248507" y="94964"/>
                  <a:pt x="258318" y="91726"/>
                  <a:pt x="267748" y="92678"/>
                </a:cubicBezTo>
                <a:cubicBezTo>
                  <a:pt x="276701" y="93821"/>
                  <a:pt x="284893" y="98203"/>
                  <a:pt x="290798" y="104966"/>
                </a:cubicBezTo>
                <a:cubicBezTo>
                  <a:pt x="296704" y="111824"/>
                  <a:pt x="299847" y="120491"/>
                  <a:pt x="299657" y="129826"/>
                </a:cubicBezTo>
                <a:lnTo>
                  <a:pt x="299657" y="228981"/>
                </a:lnTo>
                <a:cubicBezTo>
                  <a:pt x="299657" y="232505"/>
                  <a:pt x="300990" y="235649"/>
                  <a:pt x="303086" y="238125"/>
                </a:cubicBezTo>
                <a:cubicBezTo>
                  <a:pt x="303752" y="239173"/>
                  <a:pt x="304514" y="240125"/>
                  <a:pt x="305467" y="240983"/>
                </a:cubicBezTo>
                <a:cubicBezTo>
                  <a:pt x="320993" y="254794"/>
                  <a:pt x="328327" y="275177"/>
                  <a:pt x="324993" y="295751"/>
                </a:cubicBezTo>
                <a:close/>
                <a:moveTo>
                  <a:pt x="132683" y="120587"/>
                </a:moveTo>
                <a:lnTo>
                  <a:pt x="132683" y="121063"/>
                </a:lnTo>
                <a:cubicBezTo>
                  <a:pt x="132683" y="131540"/>
                  <a:pt x="124111" y="140113"/>
                  <a:pt x="113633" y="140113"/>
                </a:cubicBezTo>
                <a:cubicBezTo>
                  <a:pt x="103156" y="140113"/>
                  <a:pt x="94583" y="131540"/>
                  <a:pt x="94583" y="121063"/>
                </a:cubicBezTo>
                <a:cubicBezTo>
                  <a:pt x="94583" y="110585"/>
                  <a:pt x="103156" y="101822"/>
                  <a:pt x="113633" y="101822"/>
                </a:cubicBezTo>
                <a:cubicBezTo>
                  <a:pt x="124111" y="101822"/>
                  <a:pt x="132683" y="110109"/>
                  <a:pt x="132683" y="120682"/>
                </a:cubicBezTo>
                <a:close/>
                <a:moveTo>
                  <a:pt x="132683" y="186214"/>
                </a:moveTo>
                <a:lnTo>
                  <a:pt x="132683" y="187166"/>
                </a:lnTo>
                <a:cubicBezTo>
                  <a:pt x="132683" y="197644"/>
                  <a:pt x="124111" y="206216"/>
                  <a:pt x="113633" y="206216"/>
                </a:cubicBezTo>
                <a:cubicBezTo>
                  <a:pt x="103156" y="206216"/>
                  <a:pt x="94583" y="197644"/>
                  <a:pt x="94583" y="187166"/>
                </a:cubicBezTo>
                <a:cubicBezTo>
                  <a:pt x="94583" y="176689"/>
                  <a:pt x="103156" y="167640"/>
                  <a:pt x="113633" y="167640"/>
                </a:cubicBezTo>
                <a:cubicBezTo>
                  <a:pt x="124111" y="167640"/>
                  <a:pt x="132683" y="175736"/>
                  <a:pt x="132683" y="186214"/>
                </a:cubicBezTo>
                <a:close/>
                <a:moveTo>
                  <a:pt x="132683" y="252317"/>
                </a:moveTo>
                <a:lnTo>
                  <a:pt x="132683" y="253270"/>
                </a:lnTo>
                <a:cubicBezTo>
                  <a:pt x="132683" y="263747"/>
                  <a:pt x="124111" y="272320"/>
                  <a:pt x="113633" y="272320"/>
                </a:cubicBezTo>
                <a:cubicBezTo>
                  <a:pt x="103156" y="272320"/>
                  <a:pt x="94583" y="263747"/>
                  <a:pt x="94583" y="253270"/>
                </a:cubicBezTo>
                <a:cubicBezTo>
                  <a:pt x="94583" y="242792"/>
                  <a:pt x="103156" y="233744"/>
                  <a:pt x="113633" y="233744"/>
                </a:cubicBezTo>
                <a:cubicBezTo>
                  <a:pt x="124111" y="233744"/>
                  <a:pt x="132683" y="241840"/>
                  <a:pt x="132683" y="252317"/>
                </a:cubicBezTo>
                <a:close/>
                <a:moveTo>
                  <a:pt x="132683" y="318421"/>
                </a:moveTo>
                <a:lnTo>
                  <a:pt x="132683" y="318897"/>
                </a:lnTo>
                <a:cubicBezTo>
                  <a:pt x="132683" y="329374"/>
                  <a:pt x="124111" y="337947"/>
                  <a:pt x="113633" y="337947"/>
                </a:cubicBezTo>
                <a:cubicBezTo>
                  <a:pt x="103156" y="337947"/>
                  <a:pt x="94583" y="329374"/>
                  <a:pt x="94583" y="318897"/>
                </a:cubicBezTo>
                <a:cubicBezTo>
                  <a:pt x="94583" y="308420"/>
                  <a:pt x="103156" y="299657"/>
                  <a:pt x="113633" y="299657"/>
                </a:cubicBezTo>
                <a:cubicBezTo>
                  <a:pt x="124111" y="299657"/>
                  <a:pt x="132683" y="307943"/>
                  <a:pt x="132683" y="31842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10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40" name="Google Shape;856;g2c8efcde9e4_1_4">
            <a:extLst>
              <a:ext uri="{FF2B5EF4-FFF2-40B4-BE49-F238E27FC236}">
                <a16:creationId xmlns:a16="http://schemas.microsoft.com/office/drawing/2014/main" id="{0B2EEF6D-5EB5-66B1-3041-71F3CD9E93D7}"/>
              </a:ext>
            </a:extLst>
          </p:cNvPr>
          <p:cNvSpPr/>
          <p:nvPr/>
        </p:nvSpPr>
        <p:spPr>
          <a:xfrm>
            <a:off x="2343658" y="4885133"/>
            <a:ext cx="241046" cy="205199"/>
          </a:xfrm>
          <a:custGeom>
            <a:avLst/>
            <a:gdLst/>
            <a:ahLst/>
            <a:cxnLst/>
            <a:rect l="l" t="t" r="r" b="b"/>
            <a:pathLst>
              <a:path w="663511" h="564832" extrusionOk="0">
                <a:moveTo>
                  <a:pt x="69342" y="305181"/>
                </a:moveTo>
                <a:lnTo>
                  <a:pt x="594074" y="305181"/>
                </a:lnTo>
                <a:cubicBezTo>
                  <a:pt x="601980" y="305181"/>
                  <a:pt x="608362" y="311563"/>
                  <a:pt x="608362" y="319469"/>
                </a:cubicBezTo>
                <a:cubicBezTo>
                  <a:pt x="608362" y="327374"/>
                  <a:pt x="601980" y="333756"/>
                  <a:pt x="594074" y="333756"/>
                </a:cubicBezTo>
                <a:lnTo>
                  <a:pt x="69342" y="333756"/>
                </a:lnTo>
                <a:cubicBezTo>
                  <a:pt x="61436" y="333756"/>
                  <a:pt x="55055" y="327374"/>
                  <a:pt x="55055" y="319469"/>
                </a:cubicBezTo>
                <a:cubicBezTo>
                  <a:pt x="55055" y="311563"/>
                  <a:pt x="61436" y="305181"/>
                  <a:pt x="69342" y="305181"/>
                </a:cubicBezTo>
                <a:close/>
                <a:moveTo>
                  <a:pt x="609029" y="113919"/>
                </a:moveTo>
                <a:lnTo>
                  <a:pt x="54483" y="113919"/>
                </a:lnTo>
                <a:cubicBezTo>
                  <a:pt x="24479" y="113919"/>
                  <a:pt x="0" y="138303"/>
                  <a:pt x="0" y="168402"/>
                </a:cubicBezTo>
                <a:lnTo>
                  <a:pt x="0" y="395954"/>
                </a:lnTo>
                <a:cubicBezTo>
                  <a:pt x="0" y="425958"/>
                  <a:pt x="24384" y="450437"/>
                  <a:pt x="54483" y="450437"/>
                </a:cubicBezTo>
                <a:lnTo>
                  <a:pt x="90964" y="450437"/>
                </a:lnTo>
                <a:cubicBezTo>
                  <a:pt x="98870" y="450437"/>
                  <a:pt x="105251" y="444056"/>
                  <a:pt x="105251" y="436150"/>
                </a:cubicBezTo>
                <a:cubicBezTo>
                  <a:pt x="105251" y="428244"/>
                  <a:pt x="98870" y="421862"/>
                  <a:pt x="90964" y="421862"/>
                </a:cubicBezTo>
                <a:lnTo>
                  <a:pt x="54483" y="421862"/>
                </a:lnTo>
                <a:cubicBezTo>
                  <a:pt x="40195" y="421862"/>
                  <a:pt x="28575" y="410242"/>
                  <a:pt x="28575" y="395954"/>
                </a:cubicBezTo>
                <a:lnTo>
                  <a:pt x="28575" y="168402"/>
                </a:lnTo>
                <a:cubicBezTo>
                  <a:pt x="28575" y="154115"/>
                  <a:pt x="40195" y="142494"/>
                  <a:pt x="54483" y="142494"/>
                </a:cubicBezTo>
                <a:lnTo>
                  <a:pt x="609029" y="142494"/>
                </a:lnTo>
                <a:cubicBezTo>
                  <a:pt x="623316" y="142494"/>
                  <a:pt x="634937" y="154115"/>
                  <a:pt x="634937" y="168402"/>
                </a:cubicBezTo>
                <a:lnTo>
                  <a:pt x="634937" y="395954"/>
                </a:lnTo>
                <a:cubicBezTo>
                  <a:pt x="634937" y="410242"/>
                  <a:pt x="623316" y="421862"/>
                  <a:pt x="609029" y="421862"/>
                </a:cubicBezTo>
                <a:lnTo>
                  <a:pt x="572548" y="421862"/>
                </a:lnTo>
                <a:cubicBezTo>
                  <a:pt x="564642" y="421862"/>
                  <a:pt x="558260" y="428244"/>
                  <a:pt x="558260" y="436150"/>
                </a:cubicBezTo>
                <a:cubicBezTo>
                  <a:pt x="558260" y="444056"/>
                  <a:pt x="564642" y="450437"/>
                  <a:pt x="572548" y="450437"/>
                </a:cubicBezTo>
                <a:lnTo>
                  <a:pt x="609029" y="450437"/>
                </a:lnTo>
                <a:cubicBezTo>
                  <a:pt x="639032" y="450437"/>
                  <a:pt x="663512" y="426053"/>
                  <a:pt x="663512" y="395954"/>
                </a:cubicBezTo>
                <a:lnTo>
                  <a:pt x="663512" y="168402"/>
                </a:lnTo>
                <a:cubicBezTo>
                  <a:pt x="663512" y="138398"/>
                  <a:pt x="639128" y="113919"/>
                  <a:pt x="609029" y="113919"/>
                </a:cubicBezTo>
                <a:close/>
                <a:moveTo>
                  <a:pt x="521399" y="363474"/>
                </a:moveTo>
                <a:cubicBezTo>
                  <a:pt x="513493" y="363474"/>
                  <a:pt x="507111" y="369856"/>
                  <a:pt x="507111" y="377762"/>
                </a:cubicBezTo>
                <a:lnTo>
                  <a:pt x="507111" y="510350"/>
                </a:lnTo>
                <a:cubicBezTo>
                  <a:pt x="507111" y="524637"/>
                  <a:pt x="495491" y="536258"/>
                  <a:pt x="481203" y="536258"/>
                </a:cubicBezTo>
                <a:lnTo>
                  <a:pt x="182213" y="536258"/>
                </a:lnTo>
                <a:cubicBezTo>
                  <a:pt x="167926" y="536258"/>
                  <a:pt x="156305" y="524637"/>
                  <a:pt x="156305" y="510350"/>
                </a:cubicBezTo>
                <a:lnTo>
                  <a:pt x="156305" y="377762"/>
                </a:lnTo>
                <a:cubicBezTo>
                  <a:pt x="156305" y="369856"/>
                  <a:pt x="149924" y="363474"/>
                  <a:pt x="142018" y="363474"/>
                </a:cubicBezTo>
                <a:cubicBezTo>
                  <a:pt x="134112" y="363474"/>
                  <a:pt x="127730" y="369856"/>
                  <a:pt x="127730" y="377762"/>
                </a:cubicBezTo>
                <a:lnTo>
                  <a:pt x="127730" y="510350"/>
                </a:lnTo>
                <a:cubicBezTo>
                  <a:pt x="127730" y="540353"/>
                  <a:pt x="152210" y="564833"/>
                  <a:pt x="182213" y="564833"/>
                </a:cubicBezTo>
                <a:lnTo>
                  <a:pt x="481108" y="564833"/>
                </a:lnTo>
                <a:cubicBezTo>
                  <a:pt x="511112" y="564833"/>
                  <a:pt x="535591" y="540449"/>
                  <a:pt x="535591" y="510350"/>
                </a:cubicBezTo>
                <a:lnTo>
                  <a:pt x="535591" y="377762"/>
                </a:lnTo>
                <a:cubicBezTo>
                  <a:pt x="535591" y="369856"/>
                  <a:pt x="529209" y="363474"/>
                  <a:pt x="521303" y="363474"/>
                </a:cubicBezTo>
                <a:close/>
                <a:moveTo>
                  <a:pt x="142113" y="92678"/>
                </a:moveTo>
                <a:cubicBezTo>
                  <a:pt x="150019" y="92678"/>
                  <a:pt x="156401" y="86297"/>
                  <a:pt x="156401" y="78391"/>
                </a:cubicBezTo>
                <a:lnTo>
                  <a:pt x="156401" y="54483"/>
                </a:lnTo>
                <a:cubicBezTo>
                  <a:pt x="156401" y="40195"/>
                  <a:pt x="168021" y="28575"/>
                  <a:pt x="182309" y="28575"/>
                </a:cubicBezTo>
                <a:lnTo>
                  <a:pt x="481203" y="28575"/>
                </a:lnTo>
                <a:cubicBezTo>
                  <a:pt x="495491" y="28575"/>
                  <a:pt x="507111" y="40195"/>
                  <a:pt x="507111" y="54483"/>
                </a:cubicBezTo>
                <a:lnTo>
                  <a:pt x="507111" y="78391"/>
                </a:lnTo>
                <a:cubicBezTo>
                  <a:pt x="507111" y="86297"/>
                  <a:pt x="513493" y="92678"/>
                  <a:pt x="521399" y="92678"/>
                </a:cubicBezTo>
                <a:cubicBezTo>
                  <a:pt x="529304" y="92678"/>
                  <a:pt x="535686" y="86297"/>
                  <a:pt x="535686" y="78391"/>
                </a:cubicBezTo>
                <a:lnTo>
                  <a:pt x="535686" y="54483"/>
                </a:lnTo>
                <a:cubicBezTo>
                  <a:pt x="535686" y="24479"/>
                  <a:pt x="511207" y="0"/>
                  <a:pt x="481203" y="0"/>
                </a:cubicBezTo>
                <a:lnTo>
                  <a:pt x="182213" y="0"/>
                </a:lnTo>
                <a:cubicBezTo>
                  <a:pt x="152210" y="0"/>
                  <a:pt x="127730" y="24384"/>
                  <a:pt x="127730" y="54483"/>
                </a:cubicBezTo>
                <a:lnTo>
                  <a:pt x="127730" y="78391"/>
                </a:lnTo>
                <a:cubicBezTo>
                  <a:pt x="127730" y="86297"/>
                  <a:pt x="134112" y="92678"/>
                  <a:pt x="142018" y="92678"/>
                </a:cubicBezTo>
                <a:close/>
                <a:moveTo>
                  <a:pt x="445961" y="363569"/>
                </a:moveTo>
                <a:lnTo>
                  <a:pt x="217456" y="363569"/>
                </a:lnTo>
                <a:cubicBezTo>
                  <a:pt x="209550" y="363569"/>
                  <a:pt x="203168" y="369951"/>
                  <a:pt x="203168" y="377857"/>
                </a:cubicBezTo>
                <a:cubicBezTo>
                  <a:pt x="203168" y="385763"/>
                  <a:pt x="209550" y="392144"/>
                  <a:pt x="217456" y="392144"/>
                </a:cubicBezTo>
                <a:lnTo>
                  <a:pt x="445961" y="392144"/>
                </a:lnTo>
                <a:cubicBezTo>
                  <a:pt x="453866" y="392144"/>
                  <a:pt x="460248" y="385763"/>
                  <a:pt x="460248" y="377857"/>
                </a:cubicBezTo>
                <a:cubicBezTo>
                  <a:pt x="460248" y="369951"/>
                  <a:pt x="453866" y="363569"/>
                  <a:pt x="445961" y="363569"/>
                </a:cubicBezTo>
                <a:close/>
                <a:moveTo>
                  <a:pt x="445961" y="421862"/>
                </a:moveTo>
                <a:lnTo>
                  <a:pt x="217456" y="421862"/>
                </a:lnTo>
                <a:cubicBezTo>
                  <a:pt x="209550" y="421862"/>
                  <a:pt x="203168" y="428244"/>
                  <a:pt x="203168" y="436150"/>
                </a:cubicBezTo>
                <a:cubicBezTo>
                  <a:pt x="203168" y="444056"/>
                  <a:pt x="209550" y="450437"/>
                  <a:pt x="217456" y="450437"/>
                </a:cubicBezTo>
                <a:lnTo>
                  <a:pt x="445961" y="450437"/>
                </a:lnTo>
                <a:cubicBezTo>
                  <a:pt x="453866" y="450437"/>
                  <a:pt x="460248" y="444056"/>
                  <a:pt x="460248" y="436150"/>
                </a:cubicBezTo>
                <a:cubicBezTo>
                  <a:pt x="460248" y="428244"/>
                  <a:pt x="453866" y="421862"/>
                  <a:pt x="445961" y="421862"/>
                </a:cubicBezTo>
                <a:close/>
                <a:moveTo>
                  <a:pt x="608362" y="187547"/>
                </a:moveTo>
                <a:cubicBezTo>
                  <a:pt x="608362" y="177070"/>
                  <a:pt x="599789" y="168497"/>
                  <a:pt x="589312" y="168497"/>
                </a:cubicBezTo>
                <a:cubicBezTo>
                  <a:pt x="578834" y="168497"/>
                  <a:pt x="570262" y="177070"/>
                  <a:pt x="570262" y="187547"/>
                </a:cubicBezTo>
                <a:cubicBezTo>
                  <a:pt x="570262" y="198025"/>
                  <a:pt x="578834" y="206597"/>
                  <a:pt x="589312" y="206597"/>
                </a:cubicBezTo>
                <a:cubicBezTo>
                  <a:pt x="599789" y="206597"/>
                  <a:pt x="608362" y="198025"/>
                  <a:pt x="608362" y="187547"/>
                </a:cubicBezTo>
                <a:close/>
                <a:moveTo>
                  <a:pt x="551212" y="187547"/>
                </a:moveTo>
                <a:cubicBezTo>
                  <a:pt x="551212" y="177070"/>
                  <a:pt x="542639" y="168497"/>
                  <a:pt x="532162" y="168497"/>
                </a:cubicBezTo>
                <a:cubicBezTo>
                  <a:pt x="521684" y="168497"/>
                  <a:pt x="513112" y="177070"/>
                  <a:pt x="513112" y="187547"/>
                </a:cubicBezTo>
                <a:cubicBezTo>
                  <a:pt x="513112" y="198025"/>
                  <a:pt x="521684" y="206597"/>
                  <a:pt x="532162" y="206597"/>
                </a:cubicBezTo>
                <a:cubicBezTo>
                  <a:pt x="542639" y="206597"/>
                  <a:pt x="551212" y="198025"/>
                  <a:pt x="551212" y="18754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lang="en-US" sz="1109" b="0" i="0" u="none" strike="noStrike" kern="0" cap="none" spc="0" normalizeH="0" baseline="0" noProof="0">
              <a:ln>
                <a:noFill/>
              </a:ln>
              <a:solidFill>
                <a:srgbClr val="575757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746896DF-05C0-1F60-4EC8-02FFA3407770}"/>
              </a:ext>
            </a:extLst>
          </p:cNvPr>
          <p:cNvSpPr>
            <a:spLocks noChangeAspect="1"/>
          </p:cNvSpPr>
          <p:nvPr/>
        </p:nvSpPr>
        <p:spPr>
          <a:xfrm>
            <a:off x="1361231" y="4860545"/>
            <a:ext cx="251213" cy="216998"/>
          </a:xfrm>
          <a:custGeom>
            <a:avLst/>
            <a:gdLst>
              <a:gd name="connsiteX0" fmla="*/ 93861 w 155999"/>
              <a:gd name="connsiteY0" fmla="*/ 124033 h 134752"/>
              <a:gd name="connsiteX1" fmla="*/ 93883 w 155999"/>
              <a:gd name="connsiteY1" fmla="*/ 124042 h 134752"/>
              <a:gd name="connsiteX2" fmla="*/ 93839 w 155999"/>
              <a:gd name="connsiteY2" fmla="*/ 124042 h 134752"/>
              <a:gd name="connsiteX3" fmla="*/ 133584 w 155999"/>
              <a:gd name="connsiteY3" fmla="*/ 110129 h 134752"/>
              <a:gd name="connsiteX4" fmla="*/ 137728 w 155999"/>
              <a:gd name="connsiteY4" fmla="*/ 116647 h 134752"/>
              <a:gd name="connsiteX5" fmla="*/ 120666 w 155999"/>
              <a:gd name="connsiteY5" fmla="*/ 126391 h 134752"/>
              <a:gd name="connsiteX6" fmla="*/ 113877 w 155999"/>
              <a:gd name="connsiteY6" fmla="*/ 125206 h 134752"/>
              <a:gd name="connsiteX7" fmla="*/ 112267 w 155999"/>
              <a:gd name="connsiteY7" fmla="*/ 117964 h 134752"/>
              <a:gd name="connsiteX8" fmla="*/ 112290 w 155999"/>
              <a:gd name="connsiteY8" fmla="*/ 117964 h 134752"/>
              <a:gd name="connsiteX9" fmla="*/ 118043 w 155999"/>
              <a:gd name="connsiteY9" fmla="*/ 112236 h 134752"/>
              <a:gd name="connsiteX10" fmla="*/ 120864 w 155999"/>
              <a:gd name="connsiteY10" fmla="*/ 110963 h 134752"/>
              <a:gd name="connsiteX11" fmla="*/ 106316 w 155999"/>
              <a:gd name="connsiteY11" fmla="*/ 86208 h 134752"/>
              <a:gd name="connsiteX12" fmla="*/ 106470 w 155999"/>
              <a:gd name="connsiteY12" fmla="*/ 86362 h 134752"/>
              <a:gd name="connsiteX13" fmla="*/ 106470 w 155999"/>
              <a:gd name="connsiteY13" fmla="*/ 92572 h 134752"/>
              <a:gd name="connsiteX14" fmla="*/ 103362 w 155999"/>
              <a:gd name="connsiteY14" fmla="*/ 93867 h 134752"/>
              <a:gd name="connsiteX15" fmla="*/ 100254 w 155999"/>
              <a:gd name="connsiteY15" fmla="*/ 92572 h 134752"/>
              <a:gd name="connsiteX16" fmla="*/ 100166 w 155999"/>
              <a:gd name="connsiteY16" fmla="*/ 86296 h 134752"/>
              <a:gd name="connsiteX17" fmla="*/ 106316 w 155999"/>
              <a:gd name="connsiteY17" fmla="*/ 86208 h 134752"/>
              <a:gd name="connsiteX18" fmla="*/ 95250 w 155999"/>
              <a:gd name="connsiteY18" fmla="*/ 75191 h 134752"/>
              <a:gd name="connsiteX19" fmla="*/ 95404 w 155999"/>
              <a:gd name="connsiteY19" fmla="*/ 75345 h 134752"/>
              <a:gd name="connsiteX20" fmla="*/ 95404 w 155999"/>
              <a:gd name="connsiteY20" fmla="*/ 81556 h 134752"/>
              <a:gd name="connsiteX21" fmla="*/ 92296 w 155999"/>
              <a:gd name="connsiteY21" fmla="*/ 82850 h 134752"/>
              <a:gd name="connsiteX22" fmla="*/ 89188 w 155999"/>
              <a:gd name="connsiteY22" fmla="*/ 81556 h 134752"/>
              <a:gd name="connsiteX23" fmla="*/ 89100 w 155999"/>
              <a:gd name="connsiteY23" fmla="*/ 75279 h 134752"/>
              <a:gd name="connsiteX24" fmla="*/ 95250 w 155999"/>
              <a:gd name="connsiteY24" fmla="*/ 75191 h 134752"/>
              <a:gd name="connsiteX25" fmla="*/ 84184 w 155999"/>
              <a:gd name="connsiteY25" fmla="*/ 64153 h 134752"/>
              <a:gd name="connsiteX26" fmla="*/ 84338 w 155999"/>
              <a:gd name="connsiteY26" fmla="*/ 64306 h 134752"/>
              <a:gd name="connsiteX27" fmla="*/ 84338 w 155999"/>
              <a:gd name="connsiteY27" fmla="*/ 70517 h 134752"/>
              <a:gd name="connsiteX28" fmla="*/ 81230 w 155999"/>
              <a:gd name="connsiteY28" fmla="*/ 71812 h 134752"/>
              <a:gd name="connsiteX29" fmla="*/ 78122 w 155999"/>
              <a:gd name="connsiteY29" fmla="*/ 70517 h 134752"/>
              <a:gd name="connsiteX30" fmla="*/ 78034 w 155999"/>
              <a:gd name="connsiteY30" fmla="*/ 64241 h 134752"/>
              <a:gd name="connsiteX31" fmla="*/ 84184 w 155999"/>
              <a:gd name="connsiteY31" fmla="*/ 64153 h 134752"/>
              <a:gd name="connsiteX32" fmla="*/ 73118 w 155999"/>
              <a:gd name="connsiteY32" fmla="*/ 53136 h 134752"/>
              <a:gd name="connsiteX33" fmla="*/ 73273 w 155999"/>
              <a:gd name="connsiteY33" fmla="*/ 53290 h 134752"/>
              <a:gd name="connsiteX34" fmla="*/ 73273 w 155999"/>
              <a:gd name="connsiteY34" fmla="*/ 59500 h 134752"/>
              <a:gd name="connsiteX35" fmla="*/ 70164 w 155999"/>
              <a:gd name="connsiteY35" fmla="*/ 60795 h 134752"/>
              <a:gd name="connsiteX36" fmla="*/ 67056 w 155999"/>
              <a:gd name="connsiteY36" fmla="*/ 59500 h 134752"/>
              <a:gd name="connsiteX37" fmla="*/ 66968 w 155999"/>
              <a:gd name="connsiteY37" fmla="*/ 53224 h 134752"/>
              <a:gd name="connsiteX38" fmla="*/ 73118 w 155999"/>
              <a:gd name="connsiteY38" fmla="*/ 53136 h 134752"/>
              <a:gd name="connsiteX39" fmla="*/ 62052 w 155999"/>
              <a:gd name="connsiteY39" fmla="*/ 42119 h 134752"/>
              <a:gd name="connsiteX40" fmla="*/ 62207 w 155999"/>
              <a:gd name="connsiteY40" fmla="*/ 42273 h 134752"/>
              <a:gd name="connsiteX41" fmla="*/ 62207 w 155999"/>
              <a:gd name="connsiteY41" fmla="*/ 48484 h 134752"/>
              <a:gd name="connsiteX42" fmla="*/ 59098 w 155999"/>
              <a:gd name="connsiteY42" fmla="*/ 49778 h 134752"/>
              <a:gd name="connsiteX43" fmla="*/ 55990 w 155999"/>
              <a:gd name="connsiteY43" fmla="*/ 48484 h 134752"/>
              <a:gd name="connsiteX44" fmla="*/ 55902 w 155999"/>
              <a:gd name="connsiteY44" fmla="*/ 42207 h 134752"/>
              <a:gd name="connsiteX45" fmla="*/ 62052 w 155999"/>
              <a:gd name="connsiteY45" fmla="*/ 42119 h 134752"/>
              <a:gd name="connsiteX46" fmla="*/ 50986 w 155999"/>
              <a:gd name="connsiteY46" fmla="*/ 31103 h 134752"/>
              <a:gd name="connsiteX47" fmla="*/ 51141 w 155999"/>
              <a:gd name="connsiteY47" fmla="*/ 31256 h 134752"/>
              <a:gd name="connsiteX48" fmla="*/ 51141 w 155999"/>
              <a:gd name="connsiteY48" fmla="*/ 37467 h 134752"/>
              <a:gd name="connsiteX49" fmla="*/ 48033 w 155999"/>
              <a:gd name="connsiteY49" fmla="*/ 38762 h 134752"/>
              <a:gd name="connsiteX50" fmla="*/ 44924 w 155999"/>
              <a:gd name="connsiteY50" fmla="*/ 37467 h 134752"/>
              <a:gd name="connsiteX51" fmla="*/ 44836 w 155999"/>
              <a:gd name="connsiteY51" fmla="*/ 31191 h 134752"/>
              <a:gd name="connsiteX52" fmla="*/ 50986 w 155999"/>
              <a:gd name="connsiteY52" fmla="*/ 31103 h 134752"/>
              <a:gd name="connsiteX53" fmla="*/ 57710 w 155999"/>
              <a:gd name="connsiteY53" fmla="*/ 7950 h 134752"/>
              <a:gd name="connsiteX54" fmla="*/ 21470 w 155999"/>
              <a:gd name="connsiteY54" fmla="*/ 44028 h 134752"/>
              <a:gd name="connsiteX55" fmla="*/ 21492 w 155999"/>
              <a:gd name="connsiteY55" fmla="*/ 44028 h 134752"/>
              <a:gd name="connsiteX56" fmla="*/ 93883 w 155999"/>
              <a:gd name="connsiteY56" fmla="*/ 116098 h 134752"/>
              <a:gd name="connsiteX57" fmla="*/ 109071 w 155999"/>
              <a:gd name="connsiteY57" fmla="*/ 100977 h 134752"/>
              <a:gd name="connsiteX58" fmla="*/ 118263 w 155999"/>
              <a:gd name="connsiteY58" fmla="*/ 96829 h 134752"/>
              <a:gd name="connsiteX59" fmla="*/ 145223 w 155999"/>
              <a:gd name="connsiteY59" fmla="*/ 95074 h 134752"/>
              <a:gd name="connsiteX60" fmla="*/ 55373 w 155999"/>
              <a:gd name="connsiteY60" fmla="*/ 971 h 134752"/>
              <a:gd name="connsiteX61" fmla="*/ 60046 w 155999"/>
              <a:gd name="connsiteY61" fmla="*/ 971 h 134752"/>
              <a:gd name="connsiteX62" fmla="*/ 155032 w 155999"/>
              <a:gd name="connsiteY62" fmla="*/ 95535 h 134752"/>
              <a:gd name="connsiteX63" fmla="*/ 155782 w 155999"/>
              <a:gd name="connsiteY63" fmla="*/ 99024 h 134752"/>
              <a:gd name="connsiteX64" fmla="*/ 152894 w 155999"/>
              <a:gd name="connsiteY64" fmla="*/ 101153 h 134752"/>
              <a:gd name="connsiteX65" fmla="*/ 118660 w 155999"/>
              <a:gd name="connsiteY65" fmla="*/ 103391 h 134752"/>
              <a:gd name="connsiteX66" fmla="*/ 113700 w 155999"/>
              <a:gd name="connsiteY66" fmla="*/ 105630 h 134752"/>
              <a:gd name="connsiteX67" fmla="*/ 96176 w 155999"/>
              <a:gd name="connsiteY67" fmla="*/ 123076 h 134752"/>
              <a:gd name="connsiteX68" fmla="*/ 93861 w 155999"/>
              <a:gd name="connsiteY68" fmla="*/ 124033 h 134752"/>
              <a:gd name="connsiteX69" fmla="*/ 91547 w 155999"/>
              <a:gd name="connsiteY69" fmla="*/ 123076 h 134752"/>
              <a:gd name="connsiteX70" fmla="*/ 55054 w 155999"/>
              <a:gd name="connsiteY70" fmla="*/ 86746 h 134752"/>
              <a:gd name="connsiteX71" fmla="*/ 32272 w 155999"/>
              <a:gd name="connsiteY71" fmla="*/ 109427 h 134752"/>
              <a:gd name="connsiteX72" fmla="*/ 29935 w 155999"/>
              <a:gd name="connsiteY72" fmla="*/ 110392 h 134752"/>
              <a:gd name="connsiteX73" fmla="*/ 29913 w 155999"/>
              <a:gd name="connsiteY73" fmla="*/ 110414 h 134752"/>
              <a:gd name="connsiteX74" fmla="*/ 6613 w 155999"/>
              <a:gd name="connsiteY74" fmla="*/ 110414 h 134752"/>
              <a:gd name="connsiteX75" fmla="*/ 6613 w 155999"/>
              <a:gd name="connsiteY75" fmla="*/ 131460 h 134752"/>
              <a:gd name="connsiteX76" fmla="*/ 3307 w 155999"/>
              <a:gd name="connsiteY76" fmla="*/ 134752 h 134752"/>
              <a:gd name="connsiteX77" fmla="*/ 0 w 155999"/>
              <a:gd name="connsiteY77" fmla="*/ 131460 h 134752"/>
              <a:gd name="connsiteX78" fmla="*/ 0 w 155999"/>
              <a:gd name="connsiteY78" fmla="*/ 107123 h 134752"/>
              <a:gd name="connsiteX79" fmla="*/ 0 w 155999"/>
              <a:gd name="connsiteY79" fmla="*/ 79383 h 134752"/>
              <a:gd name="connsiteX80" fmla="*/ 3307 w 155999"/>
              <a:gd name="connsiteY80" fmla="*/ 76091 h 134752"/>
              <a:gd name="connsiteX81" fmla="*/ 6613 w 155999"/>
              <a:gd name="connsiteY81" fmla="*/ 79383 h 134752"/>
              <a:gd name="connsiteX82" fmla="*/ 6613 w 155999"/>
              <a:gd name="connsiteY82" fmla="*/ 103831 h 134752"/>
              <a:gd name="connsiteX83" fmla="*/ 28546 w 155999"/>
              <a:gd name="connsiteY83" fmla="*/ 103831 h 134752"/>
              <a:gd name="connsiteX84" fmla="*/ 50381 w 155999"/>
              <a:gd name="connsiteY84" fmla="*/ 82094 h 134752"/>
              <a:gd name="connsiteX85" fmla="*/ 14482 w 155999"/>
              <a:gd name="connsiteY85" fmla="*/ 46355 h 134752"/>
              <a:gd name="connsiteX86" fmla="*/ 14482 w 155999"/>
              <a:gd name="connsiteY86" fmla="*/ 41702 h 1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155999" h="134752">
                <a:moveTo>
                  <a:pt x="93861" y="124033"/>
                </a:moveTo>
                <a:lnTo>
                  <a:pt x="93883" y="124042"/>
                </a:lnTo>
                <a:lnTo>
                  <a:pt x="93839" y="124042"/>
                </a:lnTo>
                <a:close/>
                <a:moveTo>
                  <a:pt x="133584" y="110129"/>
                </a:moveTo>
                <a:cubicBezTo>
                  <a:pt x="137066" y="109888"/>
                  <a:pt x="139491" y="113640"/>
                  <a:pt x="137728" y="116647"/>
                </a:cubicBezTo>
                <a:cubicBezTo>
                  <a:pt x="134289" y="122463"/>
                  <a:pt x="127940" y="126391"/>
                  <a:pt x="120666" y="126391"/>
                </a:cubicBezTo>
                <a:cubicBezTo>
                  <a:pt x="118285" y="126391"/>
                  <a:pt x="115993" y="125974"/>
                  <a:pt x="113877" y="125206"/>
                </a:cubicBezTo>
                <a:cubicBezTo>
                  <a:pt x="110857" y="124108"/>
                  <a:pt x="109975" y="120246"/>
                  <a:pt x="112267" y="117964"/>
                </a:cubicBezTo>
                <a:lnTo>
                  <a:pt x="112290" y="117964"/>
                </a:lnTo>
                <a:lnTo>
                  <a:pt x="118043" y="112236"/>
                </a:lnTo>
                <a:cubicBezTo>
                  <a:pt x="118792" y="111490"/>
                  <a:pt x="119806" y="111029"/>
                  <a:pt x="120864" y="110963"/>
                </a:cubicBezTo>
                <a:close/>
                <a:moveTo>
                  <a:pt x="106316" y="86208"/>
                </a:moveTo>
                <a:lnTo>
                  <a:pt x="106470" y="86362"/>
                </a:lnTo>
                <a:cubicBezTo>
                  <a:pt x="108189" y="88074"/>
                  <a:pt x="108189" y="90861"/>
                  <a:pt x="106470" y="92572"/>
                </a:cubicBezTo>
                <a:cubicBezTo>
                  <a:pt x="105610" y="93428"/>
                  <a:pt x="104486" y="93867"/>
                  <a:pt x="103362" y="93867"/>
                </a:cubicBezTo>
                <a:cubicBezTo>
                  <a:pt x="102238" y="93867"/>
                  <a:pt x="101114" y="93428"/>
                  <a:pt x="100254" y="92572"/>
                </a:cubicBezTo>
                <a:cubicBezTo>
                  <a:pt x="98534" y="90861"/>
                  <a:pt x="98446" y="88008"/>
                  <a:pt x="100166" y="86296"/>
                </a:cubicBezTo>
                <a:cubicBezTo>
                  <a:pt x="101885" y="84584"/>
                  <a:pt x="104596" y="84496"/>
                  <a:pt x="106316" y="86208"/>
                </a:cubicBezTo>
                <a:close/>
                <a:moveTo>
                  <a:pt x="95250" y="75191"/>
                </a:moveTo>
                <a:lnTo>
                  <a:pt x="95404" y="75345"/>
                </a:lnTo>
                <a:cubicBezTo>
                  <a:pt x="97124" y="77057"/>
                  <a:pt x="97124" y="79844"/>
                  <a:pt x="95404" y="81556"/>
                </a:cubicBezTo>
                <a:cubicBezTo>
                  <a:pt x="94545" y="82412"/>
                  <a:pt x="93420" y="82850"/>
                  <a:pt x="92296" y="82850"/>
                </a:cubicBezTo>
                <a:cubicBezTo>
                  <a:pt x="91172" y="82850"/>
                  <a:pt x="90048" y="82412"/>
                  <a:pt x="89188" y="81556"/>
                </a:cubicBezTo>
                <a:cubicBezTo>
                  <a:pt x="87469" y="79844"/>
                  <a:pt x="87380" y="76991"/>
                  <a:pt x="89100" y="75279"/>
                </a:cubicBezTo>
                <a:cubicBezTo>
                  <a:pt x="90819" y="73568"/>
                  <a:pt x="93531" y="73480"/>
                  <a:pt x="95250" y="75191"/>
                </a:cubicBezTo>
                <a:close/>
                <a:moveTo>
                  <a:pt x="84184" y="64153"/>
                </a:moveTo>
                <a:lnTo>
                  <a:pt x="84338" y="64306"/>
                </a:lnTo>
                <a:cubicBezTo>
                  <a:pt x="86058" y="66018"/>
                  <a:pt x="86058" y="68805"/>
                  <a:pt x="84338" y="70517"/>
                </a:cubicBezTo>
                <a:cubicBezTo>
                  <a:pt x="83479" y="71373"/>
                  <a:pt x="82354" y="71812"/>
                  <a:pt x="81230" y="71812"/>
                </a:cubicBezTo>
                <a:cubicBezTo>
                  <a:pt x="80106" y="71812"/>
                  <a:pt x="78982" y="71373"/>
                  <a:pt x="78122" y="70517"/>
                </a:cubicBezTo>
                <a:cubicBezTo>
                  <a:pt x="76403" y="68805"/>
                  <a:pt x="76315" y="65952"/>
                  <a:pt x="78034" y="64241"/>
                </a:cubicBezTo>
                <a:cubicBezTo>
                  <a:pt x="79753" y="62529"/>
                  <a:pt x="82465" y="62441"/>
                  <a:pt x="84184" y="64153"/>
                </a:cubicBezTo>
                <a:close/>
                <a:moveTo>
                  <a:pt x="73118" y="53136"/>
                </a:moveTo>
                <a:lnTo>
                  <a:pt x="73273" y="53290"/>
                </a:lnTo>
                <a:cubicBezTo>
                  <a:pt x="74992" y="55002"/>
                  <a:pt x="74992" y="57789"/>
                  <a:pt x="73273" y="59500"/>
                </a:cubicBezTo>
                <a:cubicBezTo>
                  <a:pt x="72413" y="60356"/>
                  <a:pt x="71289" y="60795"/>
                  <a:pt x="70164" y="60795"/>
                </a:cubicBezTo>
                <a:cubicBezTo>
                  <a:pt x="69040" y="60795"/>
                  <a:pt x="67916" y="60356"/>
                  <a:pt x="67056" y="59500"/>
                </a:cubicBezTo>
                <a:cubicBezTo>
                  <a:pt x="65337" y="57789"/>
                  <a:pt x="65249" y="54936"/>
                  <a:pt x="66968" y="53224"/>
                </a:cubicBezTo>
                <a:cubicBezTo>
                  <a:pt x="68687" y="51512"/>
                  <a:pt x="71399" y="51424"/>
                  <a:pt x="73118" y="53136"/>
                </a:cubicBezTo>
                <a:close/>
                <a:moveTo>
                  <a:pt x="62052" y="42119"/>
                </a:moveTo>
                <a:lnTo>
                  <a:pt x="62207" y="42273"/>
                </a:lnTo>
                <a:cubicBezTo>
                  <a:pt x="63926" y="43985"/>
                  <a:pt x="63926" y="46772"/>
                  <a:pt x="62207" y="48484"/>
                </a:cubicBezTo>
                <a:cubicBezTo>
                  <a:pt x="61347" y="49340"/>
                  <a:pt x="60223" y="49778"/>
                  <a:pt x="59098" y="49778"/>
                </a:cubicBezTo>
                <a:cubicBezTo>
                  <a:pt x="57974" y="49778"/>
                  <a:pt x="56850" y="49340"/>
                  <a:pt x="55990" y="48484"/>
                </a:cubicBezTo>
                <a:cubicBezTo>
                  <a:pt x="54271" y="46772"/>
                  <a:pt x="54183" y="43919"/>
                  <a:pt x="55902" y="42207"/>
                </a:cubicBezTo>
                <a:cubicBezTo>
                  <a:pt x="57622" y="40495"/>
                  <a:pt x="60333" y="40408"/>
                  <a:pt x="62052" y="42119"/>
                </a:cubicBezTo>
                <a:close/>
                <a:moveTo>
                  <a:pt x="50986" y="31103"/>
                </a:moveTo>
                <a:lnTo>
                  <a:pt x="51141" y="31256"/>
                </a:lnTo>
                <a:cubicBezTo>
                  <a:pt x="52860" y="32968"/>
                  <a:pt x="52860" y="35755"/>
                  <a:pt x="51141" y="37467"/>
                </a:cubicBezTo>
                <a:cubicBezTo>
                  <a:pt x="50281" y="38323"/>
                  <a:pt x="49157" y="38762"/>
                  <a:pt x="48033" y="38762"/>
                </a:cubicBezTo>
                <a:cubicBezTo>
                  <a:pt x="46908" y="38762"/>
                  <a:pt x="45784" y="38323"/>
                  <a:pt x="44924" y="37467"/>
                </a:cubicBezTo>
                <a:cubicBezTo>
                  <a:pt x="43205" y="35755"/>
                  <a:pt x="43117" y="32902"/>
                  <a:pt x="44836" y="31191"/>
                </a:cubicBezTo>
                <a:cubicBezTo>
                  <a:pt x="46556" y="29479"/>
                  <a:pt x="49267" y="29391"/>
                  <a:pt x="50986" y="31103"/>
                </a:cubicBezTo>
                <a:close/>
                <a:moveTo>
                  <a:pt x="57710" y="7950"/>
                </a:moveTo>
                <a:lnTo>
                  <a:pt x="21470" y="44028"/>
                </a:lnTo>
                <a:lnTo>
                  <a:pt x="21492" y="44028"/>
                </a:lnTo>
                <a:lnTo>
                  <a:pt x="93883" y="116098"/>
                </a:lnTo>
                <a:lnTo>
                  <a:pt x="109071" y="100977"/>
                </a:lnTo>
                <a:cubicBezTo>
                  <a:pt x="111518" y="98519"/>
                  <a:pt x="114781" y="97049"/>
                  <a:pt x="118263" y="96829"/>
                </a:cubicBezTo>
                <a:lnTo>
                  <a:pt x="145223" y="95074"/>
                </a:lnTo>
                <a:close/>
                <a:moveTo>
                  <a:pt x="55373" y="971"/>
                </a:moveTo>
                <a:cubicBezTo>
                  <a:pt x="56674" y="-324"/>
                  <a:pt x="58768" y="-324"/>
                  <a:pt x="60046" y="971"/>
                </a:cubicBezTo>
                <a:lnTo>
                  <a:pt x="155032" y="95535"/>
                </a:lnTo>
                <a:cubicBezTo>
                  <a:pt x="155958" y="96456"/>
                  <a:pt x="156245" y="97817"/>
                  <a:pt x="155782" y="99024"/>
                </a:cubicBezTo>
                <a:cubicBezTo>
                  <a:pt x="155319" y="100231"/>
                  <a:pt x="154195" y="101065"/>
                  <a:pt x="152894" y="101153"/>
                </a:cubicBezTo>
                <a:lnTo>
                  <a:pt x="118660" y="103391"/>
                </a:lnTo>
                <a:cubicBezTo>
                  <a:pt x="116787" y="103523"/>
                  <a:pt x="115045" y="104313"/>
                  <a:pt x="113700" y="105630"/>
                </a:cubicBezTo>
                <a:lnTo>
                  <a:pt x="96176" y="123076"/>
                </a:lnTo>
                <a:lnTo>
                  <a:pt x="93861" y="124033"/>
                </a:lnTo>
                <a:lnTo>
                  <a:pt x="91547" y="123076"/>
                </a:lnTo>
                <a:lnTo>
                  <a:pt x="55054" y="86746"/>
                </a:lnTo>
                <a:lnTo>
                  <a:pt x="32272" y="109427"/>
                </a:lnTo>
                <a:cubicBezTo>
                  <a:pt x="31655" y="110041"/>
                  <a:pt x="30817" y="110392"/>
                  <a:pt x="29935" y="110392"/>
                </a:cubicBezTo>
                <a:lnTo>
                  <a:pt x="29913" y="110414"/>
                </a:lnTo>
                <a:lnTo>
                  <a:pt x="6613" y="110414"/>
                </a:lnTo>
                <a:lnTo>
                  <a:pt x="6613" y="131460"/>
                </a:lnTo>
                <a:cubicBezTo>
                  <a:pt x="6613" y="133281"/>
                  <a:pt x="5136" y="134752"/>
                  <a:pt x="3307" y="134752"/>
                </a:cubicBezTo>
                <a:cubicBezTo>
                  <a:pt x="1477" y="134752"/>
                  <a:pt x="0" y="133281"/>
                  <a:pt x="0" y="131460"/>
                </a:cubicBezTo>
                <a:lnTo>
                  <a:pt x="0" y="107123"/>
                </a:lnTo>
                <a:lnTo>
                  <a:pt x="0" y="79383"/>
                </a:lnTo>
                <a:cubicBezTo>
                  <a:pt x="0" y="77561"/>
                  <a:pt x="1477" y="76091"/>
                  <a:pt x="3307" y="76091"/>
                </a:cubicBezTo>
                <a:cubicBezTo>
                  <a:pt x="5136" y="76091"/>
                  <a:pt x="6613" y="77561"/>
                  <a:pt x="6613" y="79383"/>
                </a:cubicBezTo>
                <a:lnTo>
                  <a:pt x="6613" y="103831"/>
                </a:lnTo>
                <a:lnTo>
                  <a:pt x="28546" y="103831"/>
                </a:lnTo>
                <a:lnTo>
                  <a:pt x="50381" y="82094"/>
                </a:lnTo>
                <a:lnTo>
                  <a:pt x="14482" y="46355"/>
                </a:lnTo>
                <a:cubicBezTo>
                  <a:pt x="13182" y="45060"/>
                  <a:pt x="13182" y="42975"/>
                  <a:pt x="14482" y="41702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26" b="0" i="0" u="none" strike="noStrike" kern="0" cap="none" spc="0" normalizeH="0" baseline="0" noProof="0">
              <a:ln>
                <a:noFill/>
              </a:ln>
              <a:solidFill>
                <a:srgbClr val="575757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42" name="Google Shape;401;p17">
            <a:extLst>
              <a:ext uri="{FF2B5EF4-FFF2-40B4-BE49-F238E27FC236}">
                <a16:creationId xmlns:a16="http://schemas.microsoft.com/office/drawing/2014/main" id="{D31410A3-95A6-985A-F3A3-35A81205AC6C}"/>
              </a:ext>
            </a:extLst>
          </p:cNvPr>
          <p:cNvSpPr/>
          <p:nvPr/>
        </p:nvSpPr>
        <p:spPr>
          <a:xfrm>
            <a:off x="3151086" y="4876843"/>
            <a:ext cx="190281" cy="221459"/>
          </a:xfrm>
          <a:custGeom>
            <a:avLst/>
            <a:gdLst/>
            <a:ahLst/>
            <a:cxnLst/>
            <a:rect l="l" t="t" r="r" b="b"/>
            <a:pathLst>
              <a:path w="434911" h="519779" extrusionOk="0">
                <a:moveTo>
                  <a:pt x="362522" y="144780"/>
                </a:moveTo>
                <a:lnTo>
                  <a:pt x="72390" y="144780"/>
                </a:lnTo>
                <a:cubicBezTo>
                  <a:pt x="32480" y="144780"/>
                  <a:pt x="0" y="112300"/>
                  <a:pt x="0" y="72390"/>
                </a:cubicBezTo>
                <a:cubicBezTo>
                  <a:pt x="0" y="32480"/>
                  <a:pt x="32480" y="0"/>
                  <a:pt x="72390" y="0"/>
                </a:cubicBezTo>
                <a:lnTo>
                  <a:pt x="362522" y="0"/>
                </a:lnTo>
                <a:cubicBezTo>
                  <a:pt x="402431" y="0"/>
                  <a:pt x="434912" y="32480"/>
                  <a:pt x="434912" y="72390"/>
                </a:cubicBezTo>
                <a:cubicBezTo>
                  <a:pt x="434912" y="112300"/>
                  <a:pt x="402431" y="144780"/>
                  <a:pt x="362522" y="144780"/>
                </a:cubicBezTo>
                <a:close/>
                <a:moveTo>
                  <a:pt x="72390" y="28575"/>
                </a:moveTo>
                <a:cubicBezTo>
                  <a:pt x="48197" y="28575"/>
                  <a:pt x="28575" y="48196"/>
                  <a:pt x="28575" y="72390"/>
                </a:cubicBezTo>
                <a:cubicBezTo>
                  <a:pt x="28575" y="96583"/>
                  <a:pt x="48197" y="116205"/>
                  <a:pt x="72390" y="116205"/>
                </a:cubicBezTo>
                <a:lnTo>
                  <a:pt x="362522" y="116205"/>
                </a:lnTo>
                <a:cubicBezTo>
                  <a:pt x="386715" y="116205"/>
                  <a:pt x="406337" y="96583"/>
                  <a:pt x="406337" y="72390"/>
                </a:cubicBezTo>
                <a:cubicBezTo>
                  <a:pt x="406337" y="48196"/>
                  <a:pt x="386715" y="28575"/>
                  <a:pt x="362522" y="28575"/>
                </a:cubicBezTo>
                <a:lnTo>
                  <a:pt x="72390" y="28575"/>
                </a:lnTo>
                <a:close/>
                <a:moveTo>
                  <a:pt x="362522" y="519779"/>
                </a:moveTo>
                <a:lnTo>
                  <a:pt x="72390" y="519779"/>
                </a:lnTo>
                <a:cubicBezTo>
                  <a:pt x="32480" y="519779"/>
                  <a:pt x="0" y="487299"/>
                  <a:pt x="0" y="447389"/>
                </a:cubicBezTo>
                <a:cubicBezTo>
                  <a:pt x="0" y="407480"/>
                  <a:pt x="32480" y="374999"/>
                  <a:pt x="72390" y="374999"/>
                </a:cubicBezTo>
                <a:lnTo>
                  <a:pt x="362522" y="374999"/>
                </a:lnTo>
                <a:cubicBezTo>
                  <a:pt x="402431" y="374999"/>
                  <a:pt x="434912" y="407480"/>
                  <a:pt x="434912" y="447389"/>
                </a:cubicBezTo>
                <a:cubicBezTo>
                  <a:pt x="434912" y="487299"/>
                  <a:pt x="402431" y="519779"/>
                  <a:pt x="362522" y="519779"/>
                </a:cubicBezTo>
                <a:close/>
                <a:moveTo>
                  <a:pt x="72390" y="403574"/>
                </a:moveTo>
                <a:cubicBezTo>
                  <a:pt x="48197" y="403574"/>
                  <a:pt x="28575" y="423196"/>
                  <a:pt x="28575" y="447389"/>
                </a:cubicBezTo>
                <a:cubicBezTo>
                  <a:pt x="28575" y="471583"/>
                  <a:pt x="48197" y="491204"/>
                  <a:pt x="72390" y="491204"/>
                </a:cubicBezTo>
                <a:lnTo>
                  <a:pt x="362522" y="491204"/>
                </a:lnTo>
                <a:cubicBezTo>
                  <a:pt x="386715" y="491204"/>
                  <a:pt x="406337" y="471583"/>
                  <a:pt x="406337" y="447389"/>
                </a:cubicBezTo>
                <a:cubicBezTo>
                  <a:pt x="406337" y="423196"/>
                  <a:pt x="386715" y="403574"/>
                  <a:pt x="362522" y="403574"/>
                </a:cubicBezTo>
                <a:lnTo>
                  <a:pt x="72390" y="403574"/>
                </a:lnTo>
                <a:close/>
                <a:moveTo>
                  <a:pt x="362522" y="332327"/>
                </a:moveTo>
                <a:lnTo>
                  <a:pt x="72390" y="332327"/>
                </a:lnTo>
                <a:cubicBezTo>
                  <a:pt x="32480" y="332327"/>
                  <a:pt x="0" y="299847"/>
                  <a:pt x="0" y="259937"/>
                </a:cubicBezTo>
                <a:cubicBezTo>
                  <a:pt x="0" y="220027"/>
                  <a:pt x="32480" y="187547"/>
                  <a:pt x="72390" y="187547"/>
                </a:cubicBezTo>
                <a:lnTo>
                  <a:pt x="362522" y="187547"/>
                </a:lnTo>
                <a:cubicBezTo>
                  <a:pt x="402431" y="187547"/>
                  <a:pt x="434912" y="220027"/>
                  <a:pt x="434912" y="259937"/>
                </a:cubicBezTo>
                <a:cubicBezTo>
                  <a:pt x="434912" y="299847"/>
                  <a:pt x="402431" y="332327"/>
                  <a:pt x="362522" y="332327"/>
                </a:cubicBezTo>
                <a:close/>
                <a:moveTo>
                  <a:pt x="72390" y="216122"/>
                </a:moveTo>
                <a:cubicBezTo>
                  <a:pt x="48197" y="216122"/>
                  <a:pt x="28575" y="235744"/>
                  <a:pt x="28575" y="259937"/>
                </a:cubicBezTo>
                <a:cubicBezTo>
                  <a:pt x="28575" y="284131"/>
                  <a:pt x="48197" y="303752"/>
                  <a:pt x="72390" y="303752"/>
                </a:cubicBezTo>
                <a:lnTo>
                  <a:pt x="362522" y="303752"/>
                </a:lnTo>
                <a:cubicBezTo>
                  <a:pt x="386715" y="303752"/>
                  <a:pt x="406337" y="284131"/>
                  <a:pt x="406337" y="259937"/>
                </a:cubicBezTo>
                <a:cubicBezTo>
                  <a:pt x="406337" y="235744"/>
                  <a:pt x="386715" y="216122"/>
                  <a:pt x="362522" y="216122"/>
                </a:cubicBezTo>
                <a:lnTo>
                  <a:pt x="72390" y="216122"/>
                </a:lnTo>
                <a:close/>
                <a:moveTo>
                  <a:pt x="99346" y="53435"/>
                </a:moveTo>
                <a:cubicBezTo>
                  <a:pt x="88868" y="53435"/>
                  <a:pt x="80296" y="62008"/>
                  <a:pt x="80296" y="72485"/>
                </a:cubicBezTo>
                <a:cubicBezTo>
                  <a:pt x="80296" y="82963"/>
                  <a:pt x="88868" y="91535"/>
                  <a:pt x="99346" y="91535"/>
                </a:cubicBezTo>
                <a:cubicBezTo>
                  <a:pt x="109823" y="91535"/>
                  <a:pt x="118396" y="82963"/>
                  <a:pt x="118396" y="72485"/>
                </a:cubicBezTo>
                <a:cubicBezTo>
                  <a:pt x="118396" y="62008"/>
                  <a:pt x="109823" y="53435"/>
                  <a:pt x="99346" y="53435"/>
                </a:cubicBezTo>
                <a:close/>
                <a:moveTo>
                  <a:pt x="99346" y="240887"/>
                </a:moveTo>
                <a:cubicBezTo>
                  <a:pt x="88868" y="240887"/>
                  <a:pt x="80296" y="249460"/>
                  <a:pt x="80296" y="259937"/>
                </a:cubicBezTo>
                <a:cubicBezTo>
                  <a:pt x="80296" y="270415"/>
                  <a:pt x="88868" y="278987"/>
                  <a:pt x="99346" y="278987"/>
                </a:cubicBezTo>
                <a:cubicBezTo>
                  <a:pt x="109823" y="278987"/>
                  <a:pt x="118396" y="270415"/>
                  <a:pt x="118396" y="259937"/>
                </a:cubicBezTo>
                <a:cubicBezTo>
                  <a:pt x="118396" y="249460"/>
                  <a:pt x="109823" y="240887"/>
                  <a:pt x="99346" y="240887"/>
                </a:cubicBezTo>
                <a:close/>
                <a:moveTo>
                  <a:pt x="99346" y="428339"/>
                </a:moveTo>
                <a:cubicBezTo>
                  <a:pt x="88868" y="428339"/>
                  <a:pt x="80296" y="436912"/>
                  <a:pt x="80296" y="447389"/>
                </a:cubicBezTo>
                <a:cubicBezTo>
                  <a:pt x="80296" y="457867"/>
                  <a:pt x="88868" y="466439"/>
                  <a:pt x="99346" y="466439"/>
                </a:cubicBezTo>
                <a:cubicBezTo>
                  <a:pt x="109823" y="466439"/>
                  <a:pt x="118396" y="457867"/>
                  <a:pt x="118396" y="447389"/>
                </a:cubicBezTo>
                <a:cubicBezTo>
                  <a:pt x="118396" y="436912"/>
                  <a:pt x="109823" y="428339"/>
                  <a:pt x="99346" y="42833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10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43" name="Google Shape;401;p17">
            <a:extLst>
              <a:ext uri="{FF2B5EF4-FFF2-40B4-BE49-F238E27FC236}">
                <a16:creationId xmlns:a16="http://schemas.microsoft.com/office/drawing/2014/main" id="{D3422DE5-D204-86C5-06C4-666F9FBE2243}"/>
              </a:ext>
            </a:extLst>
          </p:cNvPr>
          <p:cNvSpPr/>
          <p:nvPr/>
        </p:nvSpPr>
        <p:spPr>
          <a:xfrm>
            <a:off x="3629419" y="4879269"/>
            <a:ext cx="190281" cy="221459"/>
          </a:xfrm>
          <a:custGeom>
            <a:avLst/>
            <a:gdLst/>
            <a:ahLst/>
            <a:cxnLst/>
            <a:rect l="l" t="t" r="r" b="b"/>
            <a:pathLst>
              <a:path w="434911" h="519779" extrusionOk="0">
                <a:moveTo>
                  <a:pt x="362522" y="144780"/>
                </a:moveTo>
                <a:lnTo>
                  <a:pt x="72390" y="144780"/>
                </a:lnTo>
                <a:cubicBezTo>
                  <a:pt x="32480" y="144780"/>
                  <a:pt x="0" y="112300"/>
                  <a:pt x="0" y="72390"/>
                </a:cubicBezTo>
                <a:cubicBezTo>
                  <a:pt x="0" y="32480"/>
                  <a:pt x="32480" y="0"/>
                  <a:pt x="72390" y="0"/>
                </a:cubicBezTo>
                <a:lnTo>
                  <a:pt x="362522" y="0"/>
                </a:lnTo>
                <a:cubicBezTo>
                  <a:pt x="402431" y="0"/>
                  <a:pt x="434912" y="32480"/>
                  <a:pt x="434912" y="72390"/>
                </a:cubicBezTo>
                <a:cubicBezTo>
                  <a:pt x="434912" y="112300"/>
                  <a:pt x="402431" y="144780"/>
                  <a:pt x="362522" y="144780"/>
                </a:cubicBezTo>
                <a:close/>
                <a:moveTo>
                  <a:pt x="72390" y="28575"/>
                </a:moveTo>
                <a:cubicBezTo>
                  <a:pt x="48197" y="28575"/>
                  <a:pt x="28575" y="48196"/>
                  <a:pt x="28575" y="72390"/>
                </a:cubicBezTo>
                <a:cubicBezTo>
                  <a:pt x="28575" y="96583"/>
                  <a:pt x="48197" y="116205"/>
                  <a:pt x="72390" y="116205"/>
                </a:cubicBezTo>
                <a:lnTo>
                  <a:pt x="362522" y="116205"/>
                </a:lnTo>
                <a:cubicBezTo>
                  <a:pt x="386715" y="116205"/>
                  <a:pt x="406337" y="96583"/>
                  <a:pt x="406337" y="72390"/>
                </a:cubicBezTo>
                <a:cubicBezTo>
                  <a:pt x="406337" y="48196"/>
                  <a:pt x="386715" y="28575"/>
                  <a:pt x="362522" y="28575"/>
                </a:cubicBezTo>
                <a:lnTo>
                  <a:pt x="72390" y="28575"/>
                </a:lnTo>
                <a:close/>
                <a:moveTo>
                  <a:pt x="362522" y="519779"/>
                </a:moveTo>
                <a:lnTo>
                  <a:pt x="72390" y="519779"/>
                </a:lnTo>
                <a:cubicBezTo>
                  <a:pt x="32480" y="519779"/>
                  <a:pt x="0" y="487299"/>
                  <a:pt x="0" y="447389"/>
                </a:cubicBezTo>
                <a:cubicBezTo>
                  <a:pt x="0" y="407480"/>
                  <a:pt x="32480" y="374999"/>
                  <a:pt x="72390" y="374999"/>
                </a:cubicBezTo>
                <a:lnTo>
                  <a:pt x="362522" y="374999"/>
                </a:lnTo>
                <a:cubicBezTo>
                  <a:pt x="402431" y="374999"/>
                  <a:pt x="434912" y="407480"/>
                  <a:pt x="434912" y="447389"/>
                </a:cubicBezTo>
                <a:cubicBezTo>
                  <a:pt x="434912" y="487299"/>
                  <a:pt x="402431" y="519779"/>
                  <a:pt x="362522" y="519779"/>
                </a:cubicBezTo>
                <a:close/>
                <a:moveTo>
                  <a:pt x="72390" y="403574"/>
                </a:moveTo>
                <a:cubicBezTo>
                  <a:pt x="48197" y="403574"/>
                  <a:pt x="28575" y="423196"/>
                  <a:pt x="28575" y="447389"/>
                </a:cubicBezTo>
                <a:cubicBezTo>
                  <a:pt x="28575" y="471583"/>
                  <a:pt x="48197" y="491204"/>
                  <a:pt x="72390" y="491204"/>
                </a:cubicBezTo>
                <a:lnTo>
                  <a:pt x="362522" y="491204"/>
                </a:lnTo>
                <a:cubicBezTo>
                  <a:pt x="386715" y="491204"/>
                  <a:pt x="406337" y="471583"/>
                  <a:pt x="406337" y="447389"/>
                </a:cubicBezTo>
                <a:cubicBezTo>
                  <a:pt x="406337" y="423196"/>
                  <a:pt x="386715" y="403574"/>
                  <a:pt x="362522" y="403574"/>
                </a:cubicBezTo>
                <a:lnTo>
                  <a:pt x="72390" y="403574"/>
                </a:lnTo>
                <a:close/>
                <a:moveTo>
                  <a:pt x="362522" y="332327"/>
                </a:moveTo>
                <a:lnTo>
                  <a:pt x="72390" y="332327"/>
                </a:lnTo>
                <a:cubicBezTo>
                  <a:pt x="32480" y="332327"/>
                  <a:pt x="0" y="299847"/>
                  <a:pt x="0" y="259937"/>
                </a:cubicBezTo>
                <a:cubicBezTo>
                  <a:pt x="0" y="220027"/>
                  <a:pt x="32480" y="187547"/>
                  <a:pt x="72390" y="187547"/>
                </a:cubicBezTo>
                <a:lnTo>
                  <a:pt x="362522" y="187547"/>
                </a:lnTo>
                <a:cubicBezTo>
                  <a:pt x="402431" y="187547"/>
                  <a:pt x="434912" y="220027"/>
                  <a:pt x="434912" y="259937"/>
                </a:cubicBezTo>
                <a:cubicBezTo>
                  <a:pt x="434912" y="299847"/>
                  <a:pt x="402431" y="332327"/>
                  <a:pt x="362522" y="332327"/>
                </a:cubicBezTo>
                <a:close/>
                <a:moveTo>
                  <a:pt x="72390" y="216122"/>
                </a:moveTo>
                <a:cubicBezTo>
                  <a:pt x="48197" y="216122"/>
                  <a:pt x="28575" y="235744"/>
                  <a:pt x="28575" y="259937"/>
                </a:cubicBezTo>
                <a:cubicBezTo>
                  <a:pt x="28575" y="284131"/>
                  <a:pt x="48197" y="303752"/>
                  <a:pt x="72390" y="303752"/>
                </a:cubicBezTo>
                <a:lnTo>
                  <a:pt x="362522" y="303752"/>
                </a:lnTo>
                <a:cubicBezTo>
                  <a:pt x="386715" y="303752"/>
                  <a:pt x="406337" y="284131"/>
                  <a:pt x="406337" y="259937"/>
                </a:cubicBezTo>
                <a:cubicBezTo>
                  <a:pt x="406337" y="235744"/>
                  <a:pt x="386715" y="216122"/>
                  <a:pt x="362522" y="216122"/>
                </a:cubicBezTo>
                <a:lnTo>
                  <a:pt x="72390" y="216122"/>
                </a:lnTo>
                <a:close/>
                <a:moveTo>
                  <a:pt x="99346" y="53435"/>
                </a:moveTo>
                <a:cubicBezTo>
                  <a:pt x="88868" y="53435"/>
                  <a:pt x="80296" y="62008"/>
                  <a:pt x="80296" y="72485"/>
                </a:cubicBezTo>
                <a:cubicBezTo>
                  <a:pt x="80296" y="82963"/>
                  <a:pt x="88868" y="91535"/>
                  <a:pt x="99346" y="91535"/>
                </a:cubicBezTo>
                <a:cubicBezTo>
                  <a:pt x="109823" y="91535"/>
                  <a:pt x="118396" y="82963"/>
                  <a:pt x="118396" y="72485"/>
                </a:cubicBezTo>
                <a:cubicBezTo>
                  <a:pt x="118396" y="62008"/>
                  <a:pt x="109823" y="53435"/>
                  <a:pt x="99346" y="53435"/>
                </a:cubicBezTo>
                <a:close/>
                <a:moveTo>
                  <a:pt x="99346" y="240887"/>
                </a:moveTo>
                <a:cubicBezTo>
                  <a:pt x="88868" y="240887"/>
                  <a:pt x="80296" y="249460"/>
                  <a:pt x="80296" y="259937"/>
                </a:cubicBezTo>
                <a:cubicBezTo>
                  <a:pt x="80296" y="270415"/>
                  <a:pt x="88868" y="278987"/>
                  <a:pt x="99346" y="278987"/>
                </a:cubicBezTo>
                <a:cubicBezTo>
                  <a:pt x="109823" y="278987"/>
                  <a:pt x="118396" y="270415"/>
                  <a:pt x="118396" y="259937"/>
                </a:cubicBezTo>
                <a:cubicBezTo>
                  <a:pt x="118396" y="249460"/>
                  <a:pt x="109823" y="240887"/>
                  <a:pt x="99346" y="240887"/>
                </a:cubicBezTo>
                <a:close/>
                <a:moveTo>
                  <a:pt x="99346" y="428339"/>
                </a:moveTo>
                <a:cubicBezTo>
                  <a:pt x="88868" y="428339"/>
                  <a:pt x="80296" y="436912"/>
                  <a:pt x="80296" y="447389"/>
                </a:cubicBezTo>
                <a:cubicBezTo>
                  <a:pt x="80296" y="457867"/>
                  <a:pt x="88868" y="466439"/>
                  <a:pt x="99346" y="466439"/>
                </a:cubicBezTo>
                <a:cubicBezTo>
                  <a:pt x="109823" y="466439"/>
                  <a:pt x="118396" y="457867"/>
                  <a:pt x="118396" y="447389"/>
                </a:cubicBezTo>
                <a:cubicBezTo>
                  <a:pt x="118396" y="436912"/>
                  <a:pt x="109823" y="428339"/>
                  <a:pt x="99346" y="42833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10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44" name="Google Shape;401;p17">
            <a:extLst>
              <a:ext uri="{FF2B5EF4-FFF2-40B4-BE49-F238E27FC236}">
                <a16:creationId xmlns:a16="http://schemas.microsoft.com/office/drawing/2014/main" id="{2BD8F52B-43A8-87CC-C164-B60A59C0C92C}"/>
              </a:ext>
            </a:extLst>
          </p:cNvPr>
          <p:cNvSpPr/>
          <p:nvPr/>
        </p:nvSpPr>
        <p:spPr>
          <a:xfrm>
            <a:off x="4083867" y="4875890"/>
            <a:ext cx="190281" cy="221459"/>
          </a:xfrm>
          <a:custGeom>
            <a:avLst/>
            <a:gdLst/>
            <a:ahLst/>
            <a:cxnLst/>
            <a:rect l="l" t="t" r="r" b="b"/>
            <a:pathLst>
              <a:path w="434911" h="519779" extrusionOk="0">
                <a:moveTo>
                  <a:pt x="362522" y="144780"/>
                </a:moveTo>
                <a:lnTo>
                  <a:pt x="72390" y="144780"/>
                </a:lnTo>
                <a:cubicBezTo>
                  <a:pt x="32480" y="144780"/>
                  <a:pt x="0" y="112300"/>
                  <a:pt x="0" y="72390"/>
                </a:cubicBezTo>
                <a:cubicBezTo>
                  <a:pt x="0" y="32480"/>
                  <a:pt x="32480" y="0"/>
                  <a:pt x="72390" y="0"/>
                </a:cubicBezTo>
                <a:lnTo>
                  <a:pt x="362522" y="0"/>
                </a:lnTo>
                <a:cubicBezTo>
                  <a:pt x="402431" y="0"/>
                  <a:pt x="434912" y="32480"/>
                  <a:pt x="434912" y="72390"/>
                </a:cubicBezTo>
                <a:cubicBezTo>
                  <a:pt x="434912" y="112300"/>
                  <a:pt x="402431" y="144780"/>
                  <a:pt x="362522" y="144780"/>
                </a:cubicBezTo>
                <a:close/>
                <a:moveTo>
                  <a:pt x="72390" y="28575"/>
                </a:moveTo>
                <a:cubicBezTo>
                  <a:pt x="48197" y="28575"/>
                  <a:pt x="28575" y="48196"/>
                  <a:pt x="28575" y="72390"/>
                </a:cubicBezTo>
                <a:cubicBezTo>
                  <a:pt x="28575" y="96583"/>
                  <a:pt x="48197" y="116205"/>
                  <a:pt x="72390" y="116205"/>
                </a:cubicBezTo>
                <a:lnTo>
                  <a:pt x="362522" y="116205"/>
                </a:lnTo>
                <a:cubicBezTo>
                  <a:pt x="386715" y="116205"/>
                  <a:pt x="406337" y="96583"/>
                  <a:pt x="406337" y="72390"/>
                </a:cubicBezTo>
                <a:cubicBezTo>
                  <a:pt x="406337" y="48196"/>
                  <a:pt x="386715" y="28575"/>
                  <a:pt x="362522" y="28575"/>
                </a:cubicBezTo>
                <a:lnTo>
                  <a:pt x="72390" y="28575"/>
                </a:lnTo>
                <a:close/>
                <a:moveTo>
                  <a:pt x="362522" y="519779"/>
                </a:moveTo>
                <a:lnTo>
                  <a:pt x="72390" y="519779"/>
                </a:lnTo>
                <a:cubicBezTo>
                  <a:pt x="32480" y="519779"/>
                  <a:pt x="0" y="487299"/>
                  <a:pt x="0" y="447389"/>
                </a:cubicBezTo>
                <a:cubicBezTo>
                  <a:pt x="0" y="407480"/>
                  <a:pt x="32480" y="374999"/>
                  <a:pt x="72390" y="374999"/>
                </a:cubicBezTo>
                <a:lnTo>
                  <a:pt x="362522" y="374999"/>
                </a:lnTo>
                <a:cubicBezTo>
                  <a:pt x="402431" y="374999"/>
                  <a:pt x="434912" y="407480"/>
                  <a:pt x="434912" y="447389"/>
                </a:cubicBezTo>
                <a:cubicBezTo>
                  <a:pt x="434912" y="487299"/>
                  <a:pt x="402431" y="519779"/>
                  <a:pt x="362522" y="519779"/>
                </a:cubicBezTo>
                <a:close/>
                <a:moveTo>
                  <a:pt x="72390" y="403574"/>
                </a:moveTo>
                <a:cubicBezTo>
                  <a:pt x="48197" y="403574"/>
                  <a:pt x="28575" y="423196"/>
                  <a:pt x="28575" y="447389"/>
                </a:cubicBezTo>
                <a:cubicBezTo>
                  <a:pt x="28575" y="471583"/>
                  <a:pt x="48197" y="491204"/>
                  <a:pt x="72390" y="491204"/>
                </a:cubicBezTo>
                <a:lnTo>
                  <a:pt x="362522" y="491204"/>
                </a:lnTo>
                <a:cubicBezTo>
                  <a:pt x="386715" y="491204"/>
                  <a:pt x="406337" y="471583"/>
                  <a:pt x="406337" y="447389"/>
                </a:cubicBezTo>
                <a:cubicBezTo>
                  <a:pt x="406337" y="423196"/>
                  <a:pt x="386715" y="403574"/>
                  <a:pt x="362522" y="403574"/>
                </a:cubicBezTo>
                <a:lnTo>
                  <a:pt x="72390" y="403574"/>
                </a:lnTo>
                <a:close/>
                <a:moveTo>
                  <a:pt x="362522" y="332327"/>
                </a:moveTo>
                <a:lnTo>
                  <a:pt x="72390" y="332327"/>
                </a:lnTo>
                <a:cubicBezTo>
                  <a:pt x="32480" y="332327"/>
                  <a:pt x="0" y="299847"/>
                  <a:pt x="0" y="259937"/>
                </a:cubicBezTo>
                <a:cubicBezTo>
                  <a:pt x="0" y="220027"/>
                  <a:pt x="32480" y="187547"/>
                  <a:pt x="72390" y="187547"/>
                </a:cubicBezTo>
                <a:lnTo>
                  <a:pt x="362522" y="187547"/>
                </a:lnTo>
                <a:cubicBezTo>
                  <a:pt x="402431" y="187547"/>
                  <a:pt x="434912" y="220027"/>
                  <a:pt x="434912" y="259937"/>
                </a:cubicBezTo>
                <a:cubicBezTo>
                  <a:pt x="434912" y="299847"/>
                  <a:pt x="402431" y="332327"/>
                  <a:pt x="362522" y="332327"/>
                </a:cubicBezTo>
                <a:close/>
                <a:moveTo>
                  <a:pt x="72390" y="216122"/>
                </a:moveTo>
                <a:cubicBezTo>
                  <a:pt x="48197" y="216122"/>
                  <a:pt x="28575" y="235744"/>
                  <a:pt x="28575" y="259937"/>
                </a:cubicBezTo>
                <a:cubicBezTo>
                  <a:pt x="28575" y="284131"/>
                  <a:pt x="48197" y="303752"/>
                  <a:pt x="72390" y="303752"/>
                </a:cubicBezTo>
                <a:lnTo>
                  <a:pt x="362522" y="303752"/>
                </a:lnTo>
                <a:cubicBezTo>
                  <a:pt x="386715" y="303752"/>
                  <a:pt x="406337" y="284131"/>
                  <a:pt x="406337" y="259937"/>
                </a:cubicBezTo>
                <a:cubicBezTo>
                  <a:pt x="406337" y="235744"/>
                  <a:pt x="386715" y="216122"/>
                  <a:pt x="362522" y="216122"/>
                </a:cubicBezTo>
                <a:lnTo>
                  <a:pt x="72390" y="216122"/>
                </a:lnTo>
                <a:close/>
                <a:moveTo>
                  <a:pt x="99346" y="53435"/>
                </a:moveTo>
                <a:cubicBezTo>
                  <a:pt x="88868" y="53435"/>
                  <a:pt x="80296" y="62008"/>
                  <a:pt x="80296" y="72485"/>
                </a:cubicBezTo>
                <a:cubicBezTo>
                  <a:pt x="80296" y="82963"/>
                  <a:pt x="88868" y="91535"/>
                  <a:pt x="99346" y="91535"/>
                </a:cubicBezTo>
                <a:cubicBezTo>
                  <a:pt x="109823" y="91535"/>
                  <a:pt x="118396" y="82963"/>
                  <a:pt x="118396" y="72485"/>
                </a:cubicBezTo>
                <a:cubicBezTo>
                  <a:pt x="118396" y="62008"/>
                  <a:pt x="109823" y="53435"/>
                  <a:pt x="99346" y="53435"/>
                </a:cubicBezTo>
                <a:close/>
                <a:moveTo>
                  <a:pt x="99346" y="240887"/>
                </a:moveTo>
                <a:cubicBezTo>
                  <a:pt x="88868" y="240887"/>
                  <a:pt x="80296" y="249460"/>
                  <a:pt x="80296" y="259937"/>
                </a:cubicBezTo>
                <a:cubicBezTo>
                  <a:pt x="80296" y="270415"/>
                  <a:pt x="88868" y="278987"/>
                  <a:pt x="99346" y="278987"/>
                </a:cubicBezTo>
                <a:cubicBezTo>
                  <a:pt x="109823" y="278987"/>
                  <a:pt x="118396" y="270415"/>
                  <a:pt x="118396" y="259937"/>
                </a:cubicBezTo>
                <a:cubicBezTo>
                  <a:pt x="118396" y="249460"/>
                  <a:pt x="109823" y="240887"/>
                  <a:pt x="99346" y="240887"/>
                </a:cubicBezTo>
                <a:close/>
                <a:moveTo>
                  <a:pt x="99346" y="428339"/>
                </a:moveTo>
                <a:cubicBezTo>
                  <a:pt x="88868" y="428339"/>
                  <a:pt x="80296" y="436912"/>
                  <a:pt x="80296" y="447389"/>
                </a:cubicBezTo>
                <a:cubicBezTo>
                  <a:pt x="80296" y="457867"/>
                  <a:pt x="88868" y="466439"/>
                  <a:pt x="99346" y="466439"/>
                </a:cubicBezTo>
                <a:cubicBezTo>
                  <a:pt x="109823" y="466439"/>
                  <a:pt x="118396" y="457867"/>
                  <a:pt x="118396" y="447389"/>
                </a:cubicBezTo>
                <a:cubicBezTo>
                  <a:pt x="118396" y="436912"/>
                  <a:pt x="109823" y="428339"/>
                  <a:pt x="99346" y="42833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10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45" name="Google Shape;878;g2c8efcde9e4_1_4">
            <a:extLst>
              <a:ext uri="{FF2B5EF4-FFF2-40B4-BE49-F238E27FC236}">
                <a16:creationId xmlns:a16="http://schemas.microsoft.com/office/drawing/2014/main" id="{8BBA9F43-6765-F915-0945-C9714F288178}"/>
              </a:ext>
            </a:extLst>
          </p:cNvPr>
          <p:cNvSpPr/>
          <p:nvPr/>
        </p:nvSpPr>
        <p:spPr>
          <a:xfrm flipH="1">
            <a:off x="5321071" y="4864677"/>
            <a:ext cx="214116" cy="213441"/>
          </a:xfrm>
          <a:custGeom>
            <a:avLst/>
            <a:gdLst/>
            <a:ahLst/>
            <a:cxnLst/>
            <a:rect l="l" t="t" r="r" b="b"/>
            <a:pathLst>
              <a:path w="636460" h="608457" extrusionOk="0">
                <a:moveTo>
                  <a:pt x="179927" y="551021"/>
                </a:moveTo>
                <a:cubicBezTo>
                  <a:pt x="214027" y="551021"/>
                  <a:pt x="241840" y="523208"/>
                  <a:pt x="241840" y="489109"/>
                </a:cubicBezTo>
                <a:lnTo>
                  <a:pt x="241840" y="400050"/>
                </a:lnTo>
                <a:cubicBezTo>
                  <a:pt x="241840" y="365950"/>
                  <a:pt x="214027" y="338138"/>
                  <a:pt x="179927" y="338138"/>
                </a:cubicBezTo>
                <a:lnTo>
                  <a:pt x="90869" y="338138"/>
                </a:lnTo>
                <a:cubicBezTo>
                  <a:pt x="56769" y="338138"/>
                  <a:pt x="28956" y="365950"/>
                  <a:pt x="28956" y="400050"/>
                </a:cubicBezTo>
                <a:lnTo>
                  <a:pt x="28956" y="489109"/>
                </a:lnTo>
                <a:cubicBezTo>
                  <a:pt x="28956" y="523208"/>
                  <a:pt x="56769" y="551021"/>
                  <a:pt x="90869" y="551021"/>
                </a:cubicBezTo>
                <a:lnTo>
                  <a:pt x="179927" y="551021"/>
                </a:lnTo>
                <a:close/>
                <a:moveTo>
                  <a:pt x="57531" y="489109"/>
                </a:moveTo>
                <a:lnTo>
                  <a:pt x="57531" y="400050"/>
                </a:lnTo>
                <a:cubicBezTo>
                  <a:pt x="57531" y="381667"/>
                  <a:pt x="72485" y="366713"/>
                  <a:pt x="90869" y="366713"/>
                </a:cubicBezTo>
                <a:lnTo>
                  <a:pt x="179927" y="366713"/>
                </a:lnTo>
                <a:cubicBezTo>
                  <a:pt x="198311" y="366713"/>
                  <a:pt x="213265" y="381667"/>
                  <a:pt x="213265" y="400050"/>
                </a:cubicBezTo>
                <a:lnTo>
                  <a:pt x="213265" y="489109"/>
                </a:lnTo>
                <a:cubicBezTo>
                  <a:pt x="213265" y="507492"/>
                  <a:pt x="198311" y="522446"/>
                  <a:pt x="179927" y="522446"/>
                </a:cubicBezTo>
                <a:lnTo>
                  <a:pt x="90869" y="522446"/>
                </a:lnTo>
                <a:cubicBezTo>
                  <a:pt x="72485" y="522446"/>
                  <a:pt x="57531" y="507492"/>
                  <a:pt x="57531" y="489109"/>
                </a:cubicBezTo>
                <a:close/>
                <a:moveTo>
                  <a:pt x="270891" y="300038"/>
                </a:moveTo>
                <a:lnTo>
                  <a:pt x="270891" y="318230"/>
                </a:lnTo>
                <a:cubicBezTo>
                  <a:pt x="270891" y="326136"/>
                  <a:pt x="264509" y="332518"/>
                  <a:pt x="256604" y="332518"/>
                </a:cubicBezTo>
                <a:cubicBezTo>
                  <a:pt x="248698" y="332518"/>
                  <a:pt x="242316" y="326136"/>
                  <a:pt x="242316" y="318230"/>
                </a:cubicBezTo>
                <a:lnTo>
                  <a:pt x="242316" y="300133"/>
                </a:lnTo>
                <a:cubicBezTo>
                  <a:pt x="242316" y="293656"/>
                  <a:pt x="238697" y="287846"/>
                  <a:pt x="232886" y="284988"/>
                </a:cubicBezTo>
                <a:lnTo>
                  <a:pt x="135446" y="236601"/>
                </a:lnTo>
                <a:lnTo>
                  <a:pt x="37910" y="284988"/>
                </a:lnTo>
                <a:cubicBezTo>
                  <a:pt x="32195" y="287846"/>
                  <a:pt x="28575" y="293656"/>
                  <a:pt x="28575" y="300133"/>
                </a:cubicBezTo>
                <a:lnTo>
                  <a:pt x="28575" y="318230"/>
                </a:lnTo>
                <a:cubicBezTo>
                  <a:pt x="28575" y="326136"/>
                  <a:pt x="22193" y="332518"/>
                  <a:pt x="14288" y="332518"/>
                </a:cubicBezTo>
                <a:cubicBezTo>
                  <a:pt x="6382" y="332518"/>
                  <a:pt x="0" y="326136"/>
                  <a:pt x="0" y="318230"/>
                </a:cubicBezTo>
                <a:lnTo>
                  <a:pt x="0" y="300133"/>
                </a:lnTo>
                <a:cubicBezTo>
                  <a:pt x="0" y="282797"/>
                  <a:pt x="9716" y="267176"/>
                  <a:pt x="25146" y="259461"/>
                </a:cubicBezTo>
                <a:lnTo>
                  <a:pt x="121158" y="211836"/>
                </a:lnTo>
                <a:lnTo>
                  <a:pt x="121158" y="180404"/>
                </a:lnTo>
                <a:cubicBezTo>
                  <a:pt x="121158" y="172498"/>
                  <a:pt x="127540" y="166116"/>
                  <a:pt x="135446" y="166116"/>
                </a:cubicBezTo>
                <a:cubicBezTo>
                  <a:pt x="143351" y="166116"/>
                  <a:pt x="149733" y="172498"/>
                  <a:pt x="149733" y="180404"/>
                </a:cubicBezTo>
                <a:lnTo>
                  <a:pt x="149733" y="211836"/>
                </a:lnTo>
                <a:lnTo>
                  <a:pt x="245650" y="259461"/>
                </a:lnTo>
                <a:cubicBezTo>
                  <a:pt x="261176" y="267272"/>
                  <a:pt x="270796" y="282797"/>
                  <a:pt x="270891" y="300133"/>
                </a:cubicBezTo>
                <a:close/>
                <a:moveTo>
                  <a:pt x="502920" y="444532"/>
                </a:moveTo>
                <a:lnTo>
                  <a:pt x="502920" y="331661"/>
                </a:lnTo>
                <a:cubicBezTo>
                  <a:pt x="502920" y="324517"/>
                  <a:pt x="497110" y="318611"/>
                  <a:pt x="489871" y="318611"/>
                </a:cubicBezTo>
                <a:cubicBezTo>
                  <a:pt x="482632" y="318611"/>
                  <a:pt x="476822" y="324422"/>
                  <a:pt x="476822" y="331661"/>
                </a:cubicBezTo>
                <a:lnTo>
                  <a:pt x="476822" y="444532"/>
                </a:lnTo>
                <a:cubicBezTo>
                  <a:pt x="476822" y="452438"/>
                  <a:pt x="470440" y="458819"/>
                  <a:pt x="462534" y="458819"/>
                </a:cubicBezTo>
                <a:cubicBezTo>
                  <a:pt x="454628" y="458819"/>
                  <a:pt x="448247" y="452438"/>
                  <a:pt x="448247" y="444532"/>
                </a:cubicBezTo>
                <a:lnTo>
                  <a:pt x="448247" y="331661"/>
                </a:lnTo>
                <a:cubicBezTo>
                  <a:pt x="448247" y="308705"/>
                  <a:pt x="466916" y="290036"/>
                  <a:pt x="489871" y="290036"/>
                </a:cubicBezTo>
                <a:cubicBezTo>
                  <a:pt x="512826" y="290036"/>
                  <a:pt x="531495" y="308705"/>
                  <a:pt x="531495" y="331661"/>
                </a:cubicBezTo>
                <a:lnTo>
                  <a:pt x="531495" y="444532"/>
                </a:lnTo>
                <a:cubicBezTo>
                  <a:pt x="531495" y="452438"/>
                  <a:pt x="525113" y="458819"/>
                  <a:pt x="517208" y="458819"/>
                </a:cubicBezTo>
                <a:cubicBezTo>
                  <a:pt x="509302" y="458819"/>
                  <a:pt x="502920" y="452438"/>
                  <a:pt x="502920" y="444532"/>
                </a:cubicBezTo>
                <a:close/>
                <a:moveTo>
                  <a:pt x="236411" y="63437"/>
                </a:moveTo>
                <a:lnTo>
                  <a:pt x="416624" y="160973"/>
                </a:lnTo>
                <a:cubicBezTo>
                  <a:pt x="423577" y="164687"/>
                  <a:pt x="426149" y="173355"/>
                  <a:pt x="422434" y="180308"/>
                </a:cubicBezTo>
                <a:cubicBezTo>
                  <a:pt x="418719" y="187262"/>
                  <a:pt x="410051" y="189833"/>
                  <a:pt x="403098" y="186119"/>
                </a:cubicBezTo>
                <a:lnTo>
                  <a:pt x="222980" y="88678"/>
                </a:lnTo>
                <a:cubicBezTo>
                  <a:pt x="216789" y="85439"/>
                  <a:pt x="208883" y="87916"/>
                  <a:pt x="205550" y="94298"/>
                </a:cubicBezTo>
                <a:cubicBezTo>
                  <a:pt x="203930" y="97346"/>
                  <a:pt x="203644" y="100870"/>
                  <a:pt x="204692" y="104203"/>
                </a:cubicBezTo>
                <a:cubicBezTo>
                  <a:pt x="205740" y="107537"/>
                  <a:pt x="208026" y="110204"/>
                  <a:pt x="211074" y="111824"/>
                </a:cubicBezTo>
                <a:lnTo>
                  <a:pt x="394240" y="210884"/>
                </a:lnTo>
                <a:cubicBezTo>
                  <a:pt x="401193" y="214598"/>
                  <a:pt x="403765" y="223266"/>
                  <a:pt x="400050" y="230219"/>
                </a:cubicBezTo>
                <a:cubicBezTo>
                  <a:pt x="397478" y="234982"/>
                  <a:pt x="392525" y="237744"/>
                  <a:pt x="387477" y="237744"/>
                </a:cubicBezTo>
                <a:cubicBezTo>
                  <a:pt x="385191" y="237744"/>
                  <a:pt x="382810" y="237173"/>
                  <a:pt x="380714" y="236030"/>
                </a:cubicBezTo>
                <a:lnTo>
                  <a:pt x="197739" y="137160"/>
                </a:lnTo>
                <a:cubicBezTo>
                  <a:pt x="188119" y="132112"/>
                  <a:pt x="180785" y="123444"/>
                  <a:pt x="177451" y="112871"/>
                </a:cubicBezTo>
                <a:cubicBezTo>
                  <a:pt x="174117" y="102299"/>
                  <a:pt x="175069" y="90964"/>
                  <a:pt x="180213" y="81153"/>
                </a:cubicBezTo>
                <a:cubicBezTo>
                  <a:pt x="190786" y="60770"/>
                  <a:pt x="215932" y="52864"/>
                  <a:pt x="236315" y="63437"/>
                </a:cubicBezTo>
                <a:close/>
                <a:moveTo>
                  <a:pt x="584073" y="478060"/>
                </a:moveTo>
                <a:lnTo>
                  <a:pt x="395669" y="478060"/>
                </a:lnTo>
                <a:cubicBezTo>
                  <a:pt x="366808" y="478060"/>
                  <a:pt x="343281" y="501587"/>
                  <a:pt x="343281" y="530447"/>
                </a:cubicBezTo>
                <a:lnTo>
                  <a:pt x="343281" y="556070"/>
                </a:lnTo>
                <a:cubicBezTo>
                  <a:pt x="343281" y="584930"/>
                  <a:pt x="366808" y="608457"/>
                  <a:pt x="395669" y="608457"/>
                </a:cubicBezTo>
                <a:lnTo>
                  <a:pt x="584073" y="608457"/>
                </a:lnTo>
                <a:cubicBezTo>
                  <a:pt x="612934" y="608457"/>
                  <a:pt x="636461" y="584930"/>
                  <a:pt x="636461" y="556070"/>
                </a:cubicBezTo>
                <a:lnTo>
                  <a:pt x="636461" y="530447"/>
                </a:lnTo>
                <a:cubicBezTo>
                  <a:pt x="636461" y="501587"/>
                  <a:pt x="612934" y="478060"/>
                  <a:pt x="584073" y="478060"/>
                </a:cubicBezTo>
                <a:close/>
                <a:moveTo>
                  <a:pt x="607886" y="556070"/>
                </a:moveTo>
                <a:cubicBezTo>
                  <a:pt x="607886" y="569214"/>
                  <a:pt x="597218" y="579882"/>
                  <a:pt x="584073" y="579882"/>
                </a:cubicBezTo>
                <a:lnTo>
                  <a:pt x="395669" y="579882"/>
                </a:lnTo>
                <a:cubicBezTo>
                  <a:pt x="382524" y="579882"/>
                  <a:pt x="371856" y="569214"/>
                  <a:pt x="371856" y="556070"/>
                </a:cubicBezTo>
                <a:lnTo>
                  <a:pt x="371856" y="530447"/>
                </a:lnTo>
                <a:cubicBezTo>
                  <a:pt x="371856" y="517303"/>
                  <a:pt x="382524" y="506635"/>
                  <a:pt x="395669" y="506635"/>
                </a:cubicBezTo>
                <a:lnTo>
                  <a:pt x="584073" y="506635"/>
                </a:lnTo>
                <a:cubicBezTo>
                  <a:pt x="597218" y="506635"/>
                  <a:pt x="607886" y="517303"/>
                  <a:pt x="607886" y="530447"/>
                </a:cubicBezTo>
                <a:lnTo>
                  <a:pt x="607886" y="556070"/>
                </a:lnTo>
                <a:close/>
                <a:moveTo>
                  <a:pt x="135446" y="51911"/>
                </a:moveTo>
                <a:cubicBezTo>
                  <a:pt x="145923" y="51911"/>
                  <a:pt x="154496" y="60484"/>
                  <a:pt x="154496" y="70961"/>
                </a:cubicBezTo>
                <a:cubicBezTo>
                  <a:pt x="154496" y="81439"/>
                  <a:pt x="145923" y="90011"/>
                  <a:pt x="135446" y="90011"/>
                </a:cubicBezTo>
                <a:cubicBezTo>
                  <a:pt x="124968" y="90011"/>
                  <a:pt x="116396" y="81439"/>
                  <a:pt x="116396" y="70961"/>
                </a:cubicBezTo>
                <a:cubicBezTo>
                  <a:pt x="116396" y="60484"/>
                  <a:pt x="124968" y="51911"/>
                  <a:pt x="135446" y="51911"/>
                </a:cubicBezTo>
                <a:close/>
                <a:moveTo>
                  <a:pt x="64484" y="70961"/>
                </a:moveTo>
                <a:cubicBezTo>
                  <a:pt x="64484" y="31814"/>
                  <a:pt x="96298" y="0"/>
                  <a:pt x="135446" y="0"/>
                </a:cubicBezTo>
                <a:cubicBezTo>
                  <a:pt x="157448" y="0"/>
                  <a:pt x="177832" y="10001"/>
                  <a:pt x="191453" y="27337"/>
                </a:cubicBezTo>
                <a:cubicBezTo>
                  <a:pt x="196310" y="33528"/>
                  <a:pt x="195167" y="42577"/>
                  <a:pt x="188976" y="47435"/>
                </a:cubicBezTo>
                <a:cubicBezTo>
                  <a:pt x="182690" y="52292"/>
                  <a:pt x="173736" y="51149"/>
                  <a:pt x="168878" y="44958"/>
                </a:cubicBezTo>
                <a:cubicBezTo>
                  <a:pt x="160782" y="34576"/>
                  <a:pt x="148590" y="28575"/>
                  <a:pt x="135446" y="28575"/>
                </a:cubicBezTo>
                <a:cubicBezTo>
                  <a:pt x="112109" y="28575"/>
                  <a:pt x="93059" y="47625"/>
                  <a:pt x="93059" y="70961"/>
                </a:cubicBezTo>
                <a:cubicBezTo>
                  <a:pt x="93059" y="94298"/>
                  <a:pt x="112109" y="113348"/>
                  <a:pt x="135446" y="113348"/>
                </a:cubicBezTo>
                <a:cubicBezTo>
                  <a:pt x="138779" y="113348"/>
                  <a:pt x="142018" y="112967"/>
                  <a:pt x="145161" y="112205"/>
                </a:cubicBezTo>
                <a:cubicBezTo>
                  <a:pt x="152876" y="110395"/>
                  <a:pt x="160496" y="115157"/>
                  <a:pt x="162306" y="122873"/>
                </a:cubicBezTo>
                <a:cubicBezTo>
                  <a:pt x="164116" y="130588"/>
                  <a:pt x="159353" y="138208"/>
                  <a:pt x="151638" y="140018"/>
                </a:cubicBezTo>
                <a:cubicBezTo>
                  <a:pt x="146304" y="141256"/>
                  <a:pt x="140875" y="141923"/>
                  <a:pt x="135350" y="141923"/>
                </a:cubicBezTo>
                <a:cubicBezTo>
                  <a:pt x="96203" y="141923"/>
                  <a:pt x="64389" y="110109"/>
                  <a:pt x="64389" y="70961"/>
                </a:cubicBezTo>
                <a:close/>
                <a:moveTo>
                  <a:pt x="471869" y="247079"/>
                </a:moveTo>
                <a:cubicBezTo>
                  <a:pt x="468344" y="237173"/>
                  <a:pt x="473583" y="226314"/>
                  <a:pt x="483489" y="222790"/>
                </a:cubicBezTo>
                <a:cubicBezTo>
                  <a:pt x="493395" y="219266"/>
                  <a:pt x="504254" y="224504"/>
                  <a:pt x="507778" y="234410"/>
                </a:cubicBezTo>
                <a:cubicBezTo>
                  <a:pt x="511302" y="244316"/>
                  <a:pt x="506063" y="255175"/>
                  <a:pt x="496157" y="258699"/>
                </a:cubicBezTo>
                <a:cubicBezTo>
                  <a:pt x="486251" y="262223"/>
                  <a:pt x="475393" y="256985"/>
                  <a:pt x="471869" y="247079"/>
                </a:cubicBezTo>
                <a:close/>
                <a:moveTo>
                  <a:pt x="425863" y="210122"/>
                </a:moveTo>
                <a:cubicBezTo>
                  <a:pt x="434054" y="193072"/>
                  <a:pt x="448437" y="180118"/>
                  <a:pt x="466344" y="173831"/>
                </a:cubicBezTo>
                <a:cubicBezTo>
                  <a:pt x="503301" y="160877"/>
                  <a:pt x="543878" y="180308"/>
                  <a:pt x="556832" y="217265"/>
                </a:cubicBezTo>
                <a:cubicBezTo>
                  <a:pt x="564166" y="238030"/>
                  <a:pt x="561499" y="260604"/>
                  <a:pt x="549593" y="279178"/>
                </a:cubicBezTo>
                <a:cubicBezTo>
                  <a:pt x="546830" y="283464"/>
                  <a:pt x="542258" y="285750"/>
                  <a:pt x="537591" y="285750"/>
                </a:cubicBezTo>
                <a:cubicBezTo>
                  <a:pt x="534924" y="285750"/>
                  <a:pt x="532257" y="284988"/>
                  <a:pt x="529876" y="283464"/>
                </a:cubicBezTo>
                <a:cubicBezTo>
                  <a:pt x="523208" y="279178"/>
                  <a:pt x="521303" y="270415"/>
                  <a:pt x="525590" y="263747"/>
                </a:cubicBezTo>
                <a:cubicBezTo>
                  <a:pt x="532733" y="252698"/>
                  <a:pt x="534257" y="239173"/>
                  <a:pt x="529876" y="226790"/>
                </a:cubicBezTo>
                <a:cubicBezTo>
                  <a:pt x="522161" y="204788"/>
                  <a:pt x="497872" y="193072"/>
                  <a:pt x="475869" y="200882"/>
                </a:cubicBezTo>
                <a:cubicBezTo>
                  <a:pt x="465201" y="204597"/>
                  <a:pt x="456629" y="212312"/>
                  <a:pt x="451675" y="222504"/>
                </a:cubicBezTo>
                <a:cubicBezTo>
                  <a:pt x="446818" y="232696"/>
                  <a:pt x="446151" y="244221"/>
                  <a:pt x="449961" y="254889"/>
                </a:cubicBezTo>
                <a:cubicBezTo>
                  <a:pt x="451104" y="258032"/>
                  <a:pt x="452533" y="260985"/>
                  <a:pt x="454247" y="263747"/>
                </a:cubicBezTo>
                <a:cubicBezTo>
                  <a:pt x="458534" y="270415"/>
                  <a:pt x="456533" y="279273"/>
                  <a:pt x="449866" y="283464"/>
                </a:cubicBezTo>
                <a:cubicBezTo>
                  <a:pt x="443198" y="287655"/>
                  <a:pt x="434435" y="285750"/>
                  <a:pt x="430149" y="279083"/>
                </a:cubicBezTo>
                <a:cubicBezTo>
                  <a:pt x="427196" y="274511"/>
                  <a:pt x="424815" y="269558"/>
                  <a:pt x="423005" y="264319"/>
                </a:cubicBezTo>
                <a:cubicBezTo>
                  <a:pt x="416719" y="246412"/>
                  <a:pt x="417767" y="227171"/>
                  <a:pt x="425958" y="210122"/>
                </a:cubicBezTo>
                <a:close/>
                <a:moveTo>
                  <a:pt x="270891" y="594170"/>
                </a:moveTo>
                <a:cubicBezTo>
                  <a:pt x="270891" y="602075"/>
                  <a:pt x="264509" y="608457"/>
                  <a:pt x="256604" y="608457"/>
                </a:cubicBezTo>
                <a:lnTo>
                  <a:pt x="14288" y="608457"/>
                </a:lnTo>
                <a:cubicBezTo>
                  <a:pt x="6382" y="608457"/>
                  <a:pt x="0" y="602075"/>
                  <a:pt x="0" y="594170"/>
                </a:cubicBezTo>
                <a:cubicBezTo>
                  <a:pt x="0" y="586264"/>
                  <a:pt x="6382" y="579882"/>
                  <a:pt x="14288" y="579882"/>
                </a:cubicBezTo>
                <a:lnTo>
                  <a:pt x="256604" y="579882"/>
                </a:lnTo>
                <a:cubicBezTo>
                  <a:pt x="264509" y="579882"/>
                  <a:pt x="270891" y="586264"/>
                  <a:pt x="270891" y="59417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10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46" name="Google Shape;99;p3">
            <a:extLst>
              <a:ext uri="{FF2B5EF4-FFF2-40B4-BE49-F238E27FC236}">
                <a16:creationId xmlns:a16="http://schemas.microsoft.com/office/drawing/2014/main" id="{0A35F50F-717C-2E2E-B600-79EE65721E4B}"/>
              </a:ext>
            </a:extLst>
          </p:cNvPr>
          <p:cNvSpPr/>
          <p:nvPr/>
        </p:nvSpPr>
        <p:spPr>
          <a:xfrm>
            <a:off x="5805872" y="4868832"/>
            <a:ext cx="246780" cy="244638"/>
          </a:xfrm>
          <a:custGeom>
            <a:avLst/>
            <a:gdLst/>
            <a:ahLst/>
            <a:cxnLst/>
            <a:rect l="l" t="t" r="r" b="b"/>
            <a:pathLst>
              <a:path w="625220" h="619791" extrusionOk="0">
                <a:moveTo>
                  <a:pt x="343472" y="545211"/>
                </a:moveTo>
                <a:cubicBezTo>
                  <a:pt x="351663" y="553403"/>
                  <a:pt x="356235" y="564547"/>
                  <a:pt x="356235" y="576072"/>
                </a:cubicBezTo>
                <a:cubicBezTo>
                  <a:pt x="356235" y="600170"/>
                  <a:pt x="336709" y="619697"/>
                  <a:pt x="312611" y="619792"/>
                </a:cubicBezTo>
                <a:cubicBezTo>
                  <a:pt x="300990" y="619792"/>
                  <a:pt x="289941" y="615220"/>
                  <a:pt x="281749" y="607028"/>
                </a:cubicBezTo>
                <a:cubicBezTo>
                  <a:pt x="281749" y="607028"/>
                  <a:pt x="281749" y="607028"/>
                  <a:pt x="281749" y="607028"/>
                </a:cubicBezTo>
                <a:cubicBezTo>
                  <a:pt x="264700" y="589979"/>
                  <a:pt x="264700" y="562356"/>
                  <a:pt x="281749" y="545306"/>
                </a:cubicBezTo>
                <a:lnTo>
                  <a:pt x="312611" y="514445"/>
                </a:lnTo>
                <a:lnTo>
                  <a:pt x="343472" y="545306"/>
                </a:lnTo>
                <a:close/>
                <a:moveTo>
                  <a:pt x="312611" y="97631"/>
                </a:moveTo>
                <a:cubicBezTo>
                  <a:pt x="323183" y="97631"/>
                  <a:pt x="331756" y="89059"/>
                  <a:pt x="331756" y="78486"/>
                </a:cubicBezTo>
                <a:cubicBezTo>
                  <a:pt x="331756" y="67913"/>
                  <a:pt x="323183" y="59341"/>
                  <a:pt x="312611" y="59341"/>
                </a:cubicBezTo>
                <a:cubicBezTo>
                  <a:pt x="302038" y="59341"/>
                  <a:pt x="293465" y="67913"/>
                  <a:pt x="293465" y="78486"/>
                </a:cubicBezTo>
                <a:cubicBezTo>
                  <a:pt x="293465" y="89059"/>
                  <a:pt x="302038" y="97631"/>
                  <a:pt x="312611" y="97631"/>
                </a:cubicBezTo>
                <a:close/>
                <a:moveTo>
                  <a:pt x="625221" y="236506"/>
                </a:moveTo>
                <a:lnTo>
                  <a:pt x="625221" y="367475"/>
                </a:lnTo>
                <a:cubicBezTo>
                  <a:pt x="625221" y="395383"/>
                  <a:pt x="602456" y="418148"/>
                  <a:pt x="574548" y="418148"/>
                </a:cubicBezTo>
                <a:lnTo>
                  <a:pt x="461296" y="418148"/>
                </a:lnTo>
                <a:cubicBezTo>
                  <a:pt x="426720" y="462344"/>
                  <a:pt x="372999" y="490919"/>
                  <a:pt x="312611" y="490919"/>
                </a:cubicBezTo>
                <a:cubicBezTo>
                  <a:pt x="252222" y="490919"/>
                  <a:pt x="198501" y="462344"/>
                  <a:pt x="163925" y="418148"/>
                </a:cubicBezTo>
                <a:lnTo>
                  <a:pt x="50673" y="418148"/>
                </a:lnTo>
                <a:cubicBezTo>
                  <a:pt x="22765" y="418148"/>
                  <a:pt x="0" y="395383"/>
                  <a:pt x="0" y="367475"/>
                </a:cubicBezTo>
                <a:lnTo>
                  <a:pt x="0" y="236506"/>
                </a:lnTo>
                <a:cubicBezTo>
                  <a:pt x="0" y="208598"/>
                  <a:pt x="22765" y="185833"/>
                  <a:pt x="50673" y="185833"/>
                </a:cubicBezTo>
                <a:lnTo>
                  <a:pt x="163925" y="185833"/>
                </a:lnTo>
                <a:cubicBezTo>
                  <a:pt x="198501" y="141637"/>
                  <a:pt x="252222" y="113062"/>
                  <a:pt x="312611" y="113062"/>
                </a:cubicBezTo>
                <a:cubicBezTo>
                  <a:pt x="372999" y="113062"/>
                  <a:pt x="426720" y="141637"/>
                  <a:pt x="461296" y="185833"/>
                </a:cubicBezTo>
                <a:lnTo>
                  <a:pt x="574548" y="185833"/>
                </a:lnTo>
                <a:cubicBezTo>
                  <a:pt x="602456" y="185833"/>
                  <a:pt x="625221" y="208598"/>
                  <a:pt x="625221" y="236506"/>
                </a:cubicBezTo>
                <a:close/>
                <a:moveTo>
                  <a:pt x="145351" y="389573"/>
                </a:moveTo>
                <a:cubicBezTo>
                  <a:pt x="131540" y="363379"/>
                  <a:pt x="123634" y="333566"/>
                  <a:pt x="123634" y="301943"/>
                </a:cubicBezTo>
                <a:cubicBezTo>
                  <a:pt x="123634" y="270320"/>
                  <a:pt x="131540" y="240602"/>
                  <a:pt x="145351" y="214313"/>
                </a:cubicBezTo>
                <a:lnTo>
                  <a:pt x="50673" y="214313"/>
                </a:lnTo>
                <a:cubicBezTo>
                  <a:pt x="38481" y="214313"/>
                  <a:pt x="28575" y="224218"/>
                  <a:pt x="28575" y="236411"/>
                </a:cubicBezTo>
                <a:lnTo>
                  <a:pt x="28575" y="367379"/>
                </a:lnTo>
                <a:cubicBezTo>
                  <a:pt x="28575" y="379571"/>
                  <a:pt x="38481" y="389477"/>
                  <a:pt x="50673" y="389477"/>
                </a:cubicBezTo>
                <a:lnTo>
                  <a:pt x="145351" y="389477"/>
                </a:lnTo>
                <a:close/>
                <a:moveTo>
                  <a:pt x="473011" y="301943"/>
                </a:moveTo>
                <a:cubicBezTo>
                  <a:pt x="473011" y="267843"/>
                  <a:pt x="462248" y="236220"/>
                  <a:pt x="443960" y="210217"/>
                </a:cubicBezTo>
                <a:cubicBezTo>
                  <a:pt x="443103" y="209360"/>
                  <a:pt x="442341" y="208312"/>
                  <a:pt x="441674" y="207169"/>
                </a:cubicBezTo>
                <a:cubicBezTo>
                  <a:pt x="412433" y="167450"/>
                  <a:pt x="365569" y="141542"/>
                  <a:pt x="312611" y="141542"/>
                </a:cubicBezTo>
                <a:cubicBezTo>
                  <a:pt x="224219" y="141542"/>
                  <a:pt x="152210" y="213455"/>
                  <a:pt x="152210" y="301943"/>
                </a:cubicBezTo>
                <a:cubicBezTo>
                  <a:pt x="152210" y="390430"/>
                  <a:pt x="224123" y="462344"/>
                  <a:pt x="312611" y="462344"/>
                </a:cubicBezTo>
                <a:cubicBezTo>
                  <a:pt x="401098" y="462344"/>
                  <a:pt x="473011" y="390430"/>
                  <a:pt x="473011" y="301943"/>
                </a:cubicBezTo>
                <a:close/>
                <a:moveTo>
                  <a:pt x="596741" y="236411"/>
                </a:moveTo>
                <a:cubicBezTo>
                  <a:pt x="596741" y="224218"/>
                  <a:pt x="586835" y="214313"/>
                  <a:pt x="574643" y="214313"/>
                </a:cubicBezTo>
                <a:lnTo>
                  <a:pt x="479965" y="214313"/>
                </a:lnTo>
                <a:cubicBezTo>
                  <a:pt x="493776" y="240506"/>
                  <a:pt x="501682" y="270320"/>
                  <a:pt x="501682" y="301943"/>
                </a:cubicBezTo>
                <a:cubicBezTo>
                  <a:pt x="501682" y="333566"/>
                  <a:pt x="493776" y="363284"/>
                  <a:pt x="479965" y="389573"/>
                </a:cubicBezTo>
                <a:lnTo>
                  <a:pt x="574643" y="389573"/>
                </a:lnTo>
                <a:cubicBezTo>
                  <a:pt x="586835" y="389573"/>
                  <a:pt x="596741" y="379667"/>
                  <a:pt x="596741" y="367475"/>
                </a:cubicBezTo>
                <a:lnTo>
                  <a:pt x="596741" y="236506"/>
                </a:lnTo>
                <a:close/>
                <a:moveTo>
                  <a:pt x="439388" y="26289"/>
                </a:moveTo>
                <a:cubicBezTo>
                  <a:pt x="439865" y="27432"/>
                  <a:pt x="440436" y="28575"/>
                  <a:pt x="441103" y="29623"/>
                </a:cubicBezTo>
                <a:cubicBezTo>
                  <a:pt x="441865" y="30671"/>
                  <a:pt x="442627" y="31623"/>
                  <a:pt x="443484" y="32480"/>
                </a:cubicBezTo>
                <a:cubicBezTo>
                  <a:pt x="447104" y="36005"/>
                  <a:pt x="451961" y="38100"/>
                  <a:pt x="457010" y="38100"/>
                </a:cubicBezTo>
                <a:cubicBezTo>
                  <a:pt x="458248" y="38100"/>
                  <a:pt x="459486" y="38100"/>
                  <a:pt x="460724" y="37719"/>
                </a:cubicBezTo>
                <a:cubicBezTo>
                  <a:pt x="461963" y="37433"/>
                  <a:pt x="463106" y="37148"/>
                  <a:pt x="464248" y="36576"/>
                </a:cubicBezTo>
                <a:cubicBezTo>
                  <a:pt x="465392" y="36195"/>
                  <a:pt x="466535" y="35528"/>
                  <a:pt x="467582" y="34862"/>
                </a:cubicBezTo>
                <a:cubicBezTo>
                  <a:pt x="468630" y="34195"/>
                  <a:pt x="469583" y="33338"/>
                  <a:pt x="470440" y="32480"/>
                </a:cubicBezTo>
                <a:cubicBezTo>
                  <a:pt x="473964" y="28956"/>
                  <a:pt x="476060" y="24003"/>
                  <a:pt x="476060" y="19050"/>
                </a:cubicBezTo>
                <a:cubicBezTo>
                  <a:pt x="476060" y="17812"/>
                  <a:pt x="476060" y="16573"/>
                  <a:pt x="475679" y="15335"/>
                </a:cubicBezTo>
                <a:cubicBezTo>
                  <a:pt x="475393" y="14097"/>
                  <a:pt x="475012" y="12859"/>
                  <a:pt x="474536" y="11716"/>
                </a:cubicBezTo>
                <a:cubicBezTo>
                  <a:pt x="474059" y="10573"/>
                  <a:pt x="473488" y="9525"/>
                  <a:pt x="472821" y="8477"/>
                </a:cubicBezTo>
                <a:cubicBezTo>
                  <a:pt x="472154" y="7430"/>
                  <a:pt x="471297" y="6477"/>
                  <a:pt x="470440" y="5524"/>
                </a:cubicBezTo>
                <a:cubicBezTo>
                  <a:pt x="469583" y="4667"/>
                  <a:pt x="468630" y="3905"/>
                  <a:pt x="467582" y="3239"/>
                </a:cubicBezTo>
                <a:cubicBezTo>
                  <a:pt x="466535" y="2477"/>
                  <a:pt x="465392" y="1905"/>
                  <a:pt x="464248" y="1429"/>
                </a:cubicBezTo>
                <a:cubicBezTo>
                  <a:pt x="463106" y="953"/>
                  <a:pt x="461963" y="572"/>
                  <a:pt x="460724" y="381"/>
                </a:cubicBezTo>
                <a:cubicBezTo>
                  <a:pt x="454533" y="-857"/>
                  <a:pt x="447961" y="1143"/>
                  <a:pt x="443484" y="5524"/>
                </a:cubicBezTo>
                <a:cubicBezTo>
                  <a:pt x="442627" y="6477"/>
                  <a:pt x="441865" y="7430"/>
                  <a:pt x="441103" y="8477"/>
                </a:cubicBezTo>
                <a:cubicBezTo>
                  <a:pt x="440436" y="9525"/>
                  <a:pt x="439865" y="10573"/>
                  <a:pt x="439388" y="11716"/>
                </a:cubicBezTo>
                <a:cubicBezTo>
                  <a:pt x="438912" y="12859"/>
                  <a:pt x="438531" y="14097"/>
                  <a:pt x="438340" y="15335"/>
                </a:cubicBezTo>
                <a:cubicBezTo>
                  <a:pt x="438055" y="16573"/>
                  <a:pt x="437960" y="17812"/>
                  <a:pt x="437960" y="19050"/>
                </a:cubicBezTo>
                <a:cubicBezTo>
                  <a:pt x="437960" y="20288"/>
                  <a:pt x="438055" y="21527"/>
                  <a:pt x="438340" y="22765"/>
                </a:cubicBezTo>
                <a:cubicBezTo>
                  <a:pt x="438531" y="24003"/>
                  <a:pt x="438912" y="25146"/>
                  <a:pt x="439388" y="26289"/>
                </a:cubicBezTo>
                <a:close/>
                <a:moveTo>
                  <a:pt x="312706" y="38100"/>
                </a:moveTo>
                <a:lnTo>
                  <a:pt x="312801" y="38100"/>
                </a:lnTo>
                <a:cubicBezTo>
                  <a:pt x="323279" y="38100"/>
                  <a:pt x="331756" y="29528"/>
                  <a:pt x="331756" y="19050"/>
                </a:cubicBezTo>
                <a:cubicBezTo>
                  <a:pt x="331756" y="8573"/>
                  <a:pt x="323183" y="0"/>
                  <a:pt x="312706" y="0"/>
                </a:cubicBezTo>
                <a:cubicBezTo>
                  <a:pt x="302228" y="0"/>
                  <a:pt x="293656" y="8573"/>
                  <a:pt x="293656" y="19050"/>
                </a:cubicBezTo>
                <a:cubicBezTo>
                  <a:pt x="293656" y="29528"/>
                  <a:pt x="302228" y="38100"/>
                  <a:pt x="312706" y="38100"/>
                </a:cubicBezTo>
                <a:close/>
                <a:moveTo>
                  <a:pt x="384810" y="38100"/>
                </a:moveTo>
                <a:lnTo>
                  <a:pt x="384905" y="38100"/>
                </a:lnTo>
                <a:cubicBezTo>
                  <a:pt x="395383" y="38100"/>
                  <a:pt x="403860" y="29528"/>
                  <a:pt x="403860" y="19050"/>
                </a:cubicBezTo>
                <a:cubicBezTo>
                  <a:pt x="403860" y="8573"/>
                  <a:pt x="395288" y="0"/>
                  <a:pt x="384810" y="0"/>
                </a:cubicBezTo>
                <a:cubicBezTo>
                  <a:pt x="374333" y="0"/>
                  <a:pt x="365760" y="8573"/>
                  <a:pt x="365760" y="19050"/>
                </a:cubicBezTo>
                <a:cubicBezTo>
                  <a:pt x="365760" y="29528"/>
                  <a:pt x="374333" y="38100"/>
                  <a:pt x="384810" y="38100"/>
                </a:cubicBezTo>
                <a:close/>
                <a:moveTo>
                  <a:pt x="240506" y="38100"/>
                </a:moveTo>
                <a:lnTo>
                  <a:pt x="240601" y="38100"/>
                </a:lnTo>
                <a:cubicBezTo>
                  <a:pt x="251079" y="38100"/>
                  <a:pt x="259651" y="29528"/>
                  <a:pt x="259651" y="19050"/>
                </a:cubicBezTo>
                <a:cubicBezTo>
                  <a:pt x="259651" y="8573"/>
                  <a:pt x="251079" y="0"/>
                  <a:pt x="240506" y="0"/>
                </a:cubicBezTo>
                <a:cubicBezTo>
                  <a:pt x="229934" y="0"/>
                  <a:pt x="221456" y="8573"/>
                  <a:pt x="221456" y="19050"/>
                </a:cubicBezTo>
                <a:cubicBezTo>
                  <a:pt x="221456" y="29528"/>
                  <a:pt x="230029" y="38100"/>
                  <a:pt x="240506" y="38100"/>
                </a:cubicBezTo>
                <a:close/>
                <a:moveTo>
                  <a:pt x="168402" y="38100"/>
                </a:moveTo>
                <a:cubicBezTo>
                  <a:pt x="169545" y="38100"/>
                  <a:pt x="170878" y="38100"/>
                  <a:pt x="172117" y="37719"/>
                </a:cubicBezTo>
                <a:cubicBezTo>
                  <a:pt x="173260" y="37433"/>
                  <a:pt x="174498" y="37148"/>
                  <a:pt x="175641" y="36671"/>
                </a:cubicBezTo>
                <a:cubicBezTo>
                  <a:pt x="176784" y="36195"/>
                  <a:pt x="177927" y="35528"/>
                  <a:pt x="178879" y="34862"/>
                </a:cubicBezTo>
                <a:cubicBezTo>
                  <a:pt x="179927" y="34195"/>
                  <a:pt x="180975" y="33338"/>
                  <a:pt x="181832" y="32480"/>
                </a:cubicBezTo>
                <a:cubicBezTo>
                  <a:pt x="185356" y="28956"/>
                  <a:pt x="187452" y="24003"/>
                  <a:pt x="187452" y="19050"/>
                </a:cubicBezTo>
                <a:cubicBezTo>
                  <a:pt x="187452" y="17812"/>
                  <a:pt x="187262" y="16573"/>
                  <a:pt x="186976" y="15335"/>
                </a:cubicBezTo>
                <a:cubicBezTo>
                  <a:pt x="186785" y="14097"/>
                  <a:pt x="186404" y="12859"/>
                  <a:pt x="185928" y="11716"/>
                </a:cubicBezTo>
                <a:cubicBezTo>
                  <a:pt x="185452" y="10573"/>
                  <a:pt x="184880" y="9525"/>
                  <a:pt x="184214" y="8477"/>
                </a:cubicBezTo>
                <a:cubicBezTo>
                  <a:pt x="183451" y="7430"/>
                  <a:pt x="182690" y="6382"/>
                  <a:pt x="181832" y="5524"/>
                </a:cubicBezTo>
                <a:cubicBezTo>
                  <a:pt x="180975" y="4667"/>
                  <a:pt x="179927" y="3905"/>
                  <a:pt x="178879" y="3143"/>
                </a:cubicBezTo>
                <a:cubicBezTo>
                  <a:pt x="177927" y="2477"/>
                  <a:pt x="176784" y="1905"/>
                  <a:pt x="175641" y="1429"/>
                </a:cubicBezTo>
                <a:cubicBezTo>
                  <a:pt x="174498" y="953"/>
                  <a:pt x="173260" y="572"/>
                  <a:pt x="172117" y="381"/>
                </a:cubicBezTo>
                <a:cubicBezTo>
                  <a:pt x="169640" y="-95"/>
                  <a:pt x="167069" y="-95"/>
                  <a:pt x="164592" y="381"/>
                </a:cubicBezTo>
                <a:cubicBezTo>
                  <a:pt x="163449" y="572"/>
                  <a:pt x="162211" y="953"/>
                  <a:pt x="161068" y="1429"/>
                </a:cubicBezTo>
                <a:cubicBezTo>
                  <a:pt x="159925" y="1905"/>
                  <a:pt x="158782" y="2477"/>
                  <a:pt x="157734" y="3143"/>
                </a:cubicBezTo>
                <a:cubicBezTo>
                  <a:pt x="156781" y="3905"/>
                  <a:pt x="155734" y="4667"/>
                  <a:pt x="154876" y="5524"/>
                </a:cubicBezTo>
                <a:cubicBezTo>
                  <a:pt x="154019" y="6382"/>
                  <a:pt x="153257" y="7430"/>
                  <a:pt x="152495" y="8477"/>
                </a:cubicBezTo>
                <a:cubicBezTo>
                  <a:pt x="151828" y="9525"/>
                  <a:pt x="151257" y="10573"/>
                  <a:pt x="150781" y="11716"/>
                </a:cubicBezTo>
                <a:cubicBezTo>
                  <a:pt x="150304" y="12859"/>
                  <a:pt x="149923" y="14097"/>
                  <a:pt x="149638" y="15335"/>
                </a:cubicBezTo>
                <a:cubicBezTo>
                  <a:pt x="149447" y="16573"/>
                  <a:pt x="149257" y="17812"/>
                  <a:pt x="149257" y="19050"/>
                </a:cubicBezTo>
                <a:cubicBezTo>
                  <a:pt x="149257" y="24003"/>
                  <a:pt x="151352" y="28956"/>
                  <a:pt x="154876" y="32480"/>
                </a:cubicBezTo>
                <a:cubicBezTo>
                  <a:pt x="158401" y="36100"/>
                  <a:pt x="163354" y="38100"/>
                  <a:pt x="168402" y="3810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10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47" name="Google Shape;99;p3">
            <a:extLst>
              <a:ext uri="{FF2B5EF4-FFF2-40B4-BE49-F238E27FC236}">
                <a16:creationId xmlns:a16="http://schemas.microsoft.com/office/drawing/2014/main" id="{5BC80C61-C61E-F8E6-4CF9-C9D9D1440A58}"/>
              </a:ext>
            </a:extLst>
          </p:cNvPr>
          <p:cNvSpPr/>
          <p:nvPr/>
        </p:nvSpPr>
        <p:spPr>
          <a:xfrm>
            <a:off x="4819507" y="4872937"/>
            <a:ext cx="246780" cy="244638"/>
          </a:xfrm>
          <a:custGeom>
            <a:avLst/>
            <a:gdLst/>
            <a:ahLst/>
            <a:cxnLst/>
            <a:rect l="l" t="t" r="r" b="b"/>
            <a:pathLst>
              <a:path w="625220" h="619791" extrusionOk="0">
                <a:moveTo>
                  <a:pt x="343472" y="545211"/>
                </a:moveTo>
                <a:cubicBezTo>
                  <a:pt x="351663" y="553403"/>
                  <a:pt x="356235" y="564547"/>
                  <a:pt x="356235" y="576072"/>
                </a:cubicBezTo>
                <a:cubicBezTo>
                  <a:pt x="356235" y="600170"/>
                  <a:pt x="336709" y="619697"/>
                  <a:pt x="312611" y="619792"/>
                </a:cubicBezTo>
                <a:cubicBezTo>
                  <a:pt x="300990" y="619792"/>
                  <a:pt x="289941" y="615220"/>
                  <a:pt x="281749" y="607028"/>
                </a:cubicBezTo>
                <a:cubicBezTo>
                  <a:pt x="281749" y="607028"/>
                  <a:pt x="281749" y="607028"/>
                  <a:pt x="281749" y="607028"/>
                </a:cubicBezTo>
                <a:cubicBezTo>
                  <a:pt x="264700" y="589979"/>
                  <a:pt x="264700" y="562356"/>
                  <a:pt x="281749" y="545306"/>
                </a:cubicBezTo>
                <a:lnTo>
                  <a:pt x="312611" y="514445"/>
                </a:lnTo>
                <a:lnTo>
                  <a:pt x="343472" y="545306"/>
                </a:lnTo>
                <a:close/>
                <a:moveTo>
                  <a:pt x="312611" y="97631"/>
                </a:moveTo>
                <a:cubicBezTo>
                  <a:pt x="323183" y="97631"/>
                  <a:pt x="331756" y="89059"/>
                  <a:pt x="331756" y="78486"/>
                </a:cubicBezTo>
                <a:cubicBezTo>
                  <a:pt x="331756" y="67913"/>
                  <a:pt x="323183" y="59341"/>
                  <a:pt x="312611" y="59341"/>
                </a:cubicBezTo>
                <a:cubicBezTo>
                  <a:pt x="302038" y="59341"/>
                  <a:pt x="293465" y="67913"/>
                  <a:pt x="293465" y="78486"/>
                </a:cubicBezTo>
                <a:cubicBezTo>
                  <a:pt x="293465" y="89059"/>
                  <a:pt x="302038" y="97631"/>
                  <a:pt x="312611" y="97631"/>
                </a:cubicBezTo>
                <a:close/>
                <a:moveTo>
                  <a:pt x="625221" y="236506"/>
                </a:moveTo>
                <a:lnTo>
                  <a:pt x="625221" y="367475"/>
                </a:lnTo>
                <a:cubicBezTo>
                  <a:pt x="625221" y="395383"/>
                  <a:pt x="602456" y="418148"/>
                  <a:pt x="574548" y="418148"/>
                </a:cubicBezTo>
                <a:lnTo>
                  <a:pt x="461296" y="418148"/>
                </a:lnTo>
                <a:cubicBezTo>
                  <a:pt x="426720" y="462344"/>
                  <a:pt x="372999" y="490919"/>
                  <a:pt x="312611" y="490919"/>
                </a:cubicBezTo>
                <a:cubicBezTo>
                  <a:pt x="252222" y="490919"/>
                  <a:pt x="198501" y="462344"/>
                  <a:pt x="163925" y="418148"/>
                </a:cubicBezTo>
                <a:lnTo>
                  <a:pt x="50673" y="418148"/>
                </a:lnTo>
                <a:cubicBezTo>
                  <a:pt x="22765" y="418148"/>
                  <a:pt x="0" y="395383"/>
                  <a:pt x="0" y="367475"/>
                </a:cubicBezTo>
                <a:lnTo>
                  <a:pt x="0" y="236506"/>
                </a:lnTo>
                <a:cubicBezTo>
                  <a:pt x="0" y="208598"/>
                  <a:pt x="22765" y="185833"/>
                  <a:pt x="50673" y="185833"/>
                </a:cubicBezTo>
                <a:lnTo>
                  <a:pt x="163925" y="185833"/>
                </a:lnTo>
                <a:cubicBezTo>
                  <a:pt x="198501" y="141637"/>
                  <a:pt x="252222" y="113062"/>
                  <a:pt x="312611" y="113062"/>
                </a:cubicBezTo>
                <a:cubicBezTo>
                  <a:pt x="372999" y="113062"/>
                  <a:pt x="426720" y="141637"/>
                  <a:pt x="461296" y="185833"/>
                </a:cubicBezTo>
                <a:lnTo>
                  <a:pt x="574548" y="185833"/>
                </a:lnTo>
                <a:cubicBezTo>
                  <a:pt x="602456" y="185833"/>
                  <a:pt x="625221" y="208598"/>
                  <a:pt x="625221" y="236506"/>
                </a:cubicBezTo>
                <a:close/>
                <a:moveTo>
                  <a:pt x="145351" y="389573"/>
                </a:moveTo>
                <a:cubicBezTo>
                  <a:pt x="131540" y="363379"/>
                  <a:pt x="123634" y="333566"/>
                  <a:pt x="123634" y="301943"/>
                </a:cubicBezTo>
                <a:cubicBezTo>
                  <a:pt x="123634" y="270320"/>
                  <a:pt x="131540" y="240602"/>
                  <a:pt x="145351" y="214313"/>
                </a:cubicBezTo>
                <a:lnTo>
                  <a:pt x="50673" y="214313"/>
                </a:lnTo>
                <a:cubicBezTo>
                  <a:pt x="38481" y="214313"/>
                  <a:pt x="28575" y="224218"/>
                  <a:pt x="28575" y="236411"/>
                </a:cubicBezTo>
                <a:lnTo>
                  <a:pt x="28575" y="367379"/>
                </a:lnTo>
                <a:cubicBezTo>
                  <a:pt x="28575" y="379571"/>
                  <a:pt x="38481" y="389477"/>
                  <a:pt x="50673" y="389477"/>
                </a:cubicBezTo>
                <a:lnTo>
                  <a:pt x="145351" y="389477"/>
                </a:lnTo>
                <a:close/>
                <a:moveTo>
                  <a:pt x="473011" y="301943"/>
                </a:moveTo>
                <a:cubicBezTo>
                  <a:pt x="473011" y="267843"/>
                  <a:pt x="462248" y="236220"/>
                  <a:pt x="443960" y="210217"/>
                </a:cubicBezTo>
                <a:cubicBezTo>
                  <a:pt x="443103" y="209360"/>
                  <a:pt x="442341" y="208312"/>
                  <a:pt x="441674" y="207169"/>
                </a:cubicBezTo>
                <a:cubicBezTo>
                  <a:pt x="412433" y="167450"/>
                  <a:pt x="365569" y="141542"/>
                  <a:pt x="312611" y="141542"/>
                </a:cubicBezTo>
                <a:cubicBezTo>
                  <a:pt x="224219" y="141542"/>
                  <a:pt x="152210" y="213455"/>
                  <a:pt x="152210" y="301943"/>
                </a:cubicBezTo>
                <a:cubicBezTo>
                  <a:pt x="152210" y="390430"/>
                  <a:pt x="224123" y="462344"/>
                  <a:pt x="312611" y="462344"/>
                </a:cubicBezTo>
                <a:cubicBezTo>
                  <a:pt x="401098" y="462344"/>
                  <a:pt x="473011" y="390430"/>
                  <a:pt x="473011" y="301943"/>
                </a:cubicBezTo>
                <a:close/>
                <a:moveTo>
                  <a:pt x="596741" y="236411"/>
                </a:moveTo>
                <a:cubicBezTo>
                  <a:pt x="596741" y="224218"/>
                  <a:pt x="586835" y="214313"/>
                  <a:pt x="574643" y="214313"/>
                </a:cubicBezTo>
                <a:lnTo>
                  <a:pt x="479965" y="214313"/>
                </a:lnTo>
                <a:cubicBezTo>
                  <a:pt x="493776" y="240506"/>
                  <a:pt x="501682" y="270320"/>
                  <a:pt x="501682" y="301943"/>
                </a:cubicBezTo>
                <a:cubicBezTo>
                  <a:pt x="501682" y="333566"/>
                  <a:pt x="493776" y="363284"/>
                  <a:pt x="479965" y="389573"/>
                </a:cubicBezTo>
                <a:lnTo>
                  <a:pt x="574643" y="389573"/>
                </a:lnTo>
                <a:cubicBezTo>
                  <a:pt x="586835" y="389573"/>
                  <a:pt x="596741" y="379667"/>
                  <a:pt x="596741" y="367475"/>
                </a:cubicBezTo>
                <a:lnTo>
                  <a:pt x="596741" y="236506"/>
                </a:lnTo>
                <a:close/>
                <a:moveTo>
                  <a:pt x="439388" y="26289"/>
                </a:moveTo>
                <a:cubicBezTo>
                  <a:pt x="439865" y="27432"/>
                  <a:pt x="440436" y="28575"/>
                  <a:pt x="441103" y="29623"/>
                </a:cubicBezTo>
                <a:cubicBezTo>
                  <a:pt x="441865" y="30671"/>
                  <a:pt x="442627" y="31623"/>
                  <a:pt x="443484" y="32480"/>
                </a:cubicBezTo>
                <a:cubicBezTo>
                  <a:pt x="447104" y="36005"/>
                  <a:pt x="451961" y="38100"/>
                  <a:pt x="457010" y="38100"/>
                </a:cubicBezTo>
                <a:cubicBezTo>
                  <a:pt x="458248" y="38100"/>
                  <a:pt x="459486" y="38100"/>
                  <a:pt x="460724" y="37719"/>
                </a:cubicBezTo>
                <a:cubicBezTo>
                  <a:pt x="461963" y="37433"/>
                  <a:pt x="463106" y="37148"/>
                  <a:pt x="464248" y="36576"/>
                </a:cubicBezTo>
                <a:cubicBezTo>
                  <a:pt x="465392" y="36195"/>
                  <a:pt x="466535" y="35528"/>
                  <a:pt x="467582" y="34862"/>
                </a:cubicBezTo>
                <a:cubicBezTo>
                  <a:pt x="468630" y="34195"/>
                  <a:pt x="469583" y="33338"/>
                  <a:pt x="470440" y="32480"/>
                </a:cubicBezTo>
                <a:cubicBezTo>
                  <a:pt x="473964" y="28956"/>
                  <a:pt x="476060" y="24003"/>
                  <a:pt x="476060" y="19050"/>
                </a:cubicBezTo>
                <a:cubicBezTo>
                  <a:pt x="476060" y="17812"/>
                  <a:pt x="476060" y="16573"/>
                  <a:pt x="475679" y="15335"/>
                </a:cubicBezTo>
                <a:cubicBezTo>
                  <a:pt x="475393" y="14097"/>
                  <a:pt x="475012" y="12859"/>
                  <a:pt x="474536" y="11716"/>
                </a:cubicBezTo>
                <a:cubicBezTo>
                  <a:pt x="474059" y="10573"/>
                  <a:pt x="473488" y="9525"/>
                  <a:pt x="472821" y="8477"/>
                </a:cubicBezTo>
                <a:cubicBezTo>
                  <a:pt x="472154" y="7430"/>
                  <a:pt x="471297" y="6477"/>
                  <a:pt x="470440" y="5524"/>
                </a:cubicBezTo>
                <a:cubicBezTo>
                  <a:pt x="469583" y="4667"/>
                  <a:pt x="468630" y="3905"/>
                  <a:pt x="467582" y="3239"/>
                </a:cubicBezTo>
                <a:cubicBezTo>
                  <a:pt x="466535" y="2477"/>
                  <a:pt x="465392" y="1905"/>
                  <a:pt x="464248" y="1429"/>
                </a:cubicBezTo>
                <a:cubicBezTo>
                  <a:pt x="463106" y="953"/>
                  <a:pt x="461963" y="572"/>
                  <a:pt x="460724" y="381"/>
                </a:cubicBezTo>
                <a:cubicBezTo>
                  <a:pt x="454533" y="-857"/>
                  <a:pt x="447961" y="1143"/>
                  <a:pt x="443484" y="5524"/>
                </a:cubicBezTo>
                <a:cubicBezTo>
                  <a:pt x="442627" y="6477"/>
                  <a:pt x="441865" y="7430"/>
                  <a:pt x="441103" y="8477"/>
                </a:cubicBezTo>
                <a:cubicBezTo>
                  <a:pt x="440436" y="9525"/>
                  <a:pt x="439865" y="10573"/>
                  <a:pt x="439388" y="11716"/>
                </a:cubicBezTo>
                <a:cubicBezTo>
                  <a:pt x="438912" y="12859"/>
                  <a:pt x="438531" y="14097"/>
                  <a:pt x="438340" y="15335"/>
                </a:cubicBezTo>
                <a:cubicBezTo>
                  <a:pt x="438055" y="16573"/>
                  <a:pt x="437960" y="17812"/>
                  <a:pt x="437960" y="19050"/>
                </a:cubicBezTo>
                <a:cubicBezTo>
                  <a:pt x="437960" y="20288"/>
                  <a:pt x="438055" y="21527"/>
                  <a:pt x="438340" y="22765"/>
                </a:cubicBezTo>
                <a:cubicBezTo>
                  <a:pt x="438531" y="24003"/>
                  <a:pt x="438912" y="25146"/>
                  <a:pt x="439388" y="26289"/>
                </a:cubicBezTo>
                <a:close/>
                <a:moveTo>
                  <a:pt x="312706" y="38100"/>
                </a:moveTo>
                <a:lnTo>
                  <a:pt x="312801" y="38100"/>
                </a:lnTo>
                <a:cubicBezTo>
                  <a:pt x="323279" y="38100"/>
                  <a:pt x="331756" y="29528"/>
                  <a:pt x="331756" y="19050"/>
                </a:cubicBezTo>
                <a:cubicBezTo>
                  <a:pt x="331756" y="8573"/>
                  <a:pt x="323183" y="0"/>
                  <a:pt x="312706" y="0"/>
                </a:cubicBezTo>
                <a:cubicBezTo>
                  <a:pt x="302228" y="0"/>
                  <a:pt x="293656" y="8573"/>
                  <a:pt x="293656" y="19050"/>
                </a:cubicBezTo>
                <a:cubicBezTo>
                  <a:pt x="293656" y="29528"/>
                  <a:pt x="302228" y="38100"/>
                  <a:pt x="312706" y="38100"/>
                </a:cubicBezTo>
                <a:close/>
                <a:moveTo>
                  <a:pt x="384810" y="38100"/>
                </a:moveTo>
                <a:lnTo>
                  <a:pt x="384905" y="38100"/>
                </a:lnTo>
                <a:cubicBezTo>
                  <a:pt x="395383" y="38100"/>
                  <a:pt x="403860" y="29528"/>
                  <a:pt x="403860" y="19050"/>
                </a:cubicBezTo>
                <a:cubicBezTo>
                  <a:pt x="403860" y="8573"/>
                  <a:pt x="395288" y="0"/>
                  <a:pt x="384810" y="0"/>
                </a:cubicBezTo>
                <a:cubicBezTo>
                  <a:pt x="374333" y="0"/>
                  <a:pt x="365760" y="8573"/>
                  <a:pt x="365760" y="19050"/>
                </a:cubicBezTo>
                <a:cubicBezTo>
                  <a:pt x="365760" y="29528"/>
                  <a:pt x="374333" y="38100"/>
                  <a:pt x="384810" y="38100"/>
                </a:cubicBezTo>
                <a:close/>
                <a:moveTo>
                  <a:pt x="240506" y="38100"/>
                </a:moveTo>
                <a:lnTo>
                  <a:pt x="240601" y="38100"/>
                </a:lnTo>
                <a:cubicBezTo>
                  <a:pt x="251079" y="38100"/>
                  <a:pt x="259651" y="29528"/>
                  <a:pt x="259651" y="19050"/>
                </a:cubicBezTo>
                <a:cubicBezTo>
                  <a:pt x="259651" y="8573"/>
                  <a:pt x="251079" y="0"/>
                  <a:pt x="240506" y="0"/>
                </a:cubicBezTo>
                <a:cubicBezTo>
                  <a:pt x="229934" y="0"/>
                  <a:pt x="221456" y="8573"/>
                  <a:pt x="221456" y="19050"/>
                </a:cubicBezTo>
                <a:cubicBezTo>
                  <a:pt x="221456" y="29528"/>
                  <a:pt x="230029" y="38100"/>
                  <a:pt x="240506" y="38100"/>
                </a:cubicBezTo>
                <a:close/>
                <a:moveTo>
                  <a:pt x="168402" y="38100"/>
                </a:moveTo>
                <a:cubicBezTo>
                  <a:pt x="169545" y="38100"/>
                  <a:pt x="170878" y="38100"/>
                  <a:pt x="172117" y="37719"/>
                </a:cubicBezTo>
                <a:cubicBezTo>
                  <a:pt x="173260" y="37433"/>
                  <a:pt x="174498" y="37148"/>
                  <a:pt x="175641" y="36671"/>
                </a:cubicBezTo>
                <a:cubicBezTo>
                  <a:pt x="176784" y="36195"/>
                  <a:pt x="177927" y="35528"/>
                  <a:pt x="178879" y="34862"/>
                </a:cubicBezTo>
                <a:cubicBezTo>
                  <a:pt x="179927" y="34195"/>
                  <a:pt x="180975" y="33338"/>
                  <a:pt x="181832" y="32480"/>
                </a:cubicBezTo>
                <a:cubicBezTo>
                  <a:pt x="185356" y="28956"/>
                  <a:pt x="187452" y="24003"/>
                  <a:pt x="187452" y="19050"/>
                </a:cubicBezTo>
                <a:cubicBezTo>
                  <a:pt x="187452" y="17812"/>
                  <a:pt x="187262" y="16573"/>
                  <a:pt x="186976" y="15335"/>
                </a:cubicBezTo>
                <a:cubicBezTo>
                  <a:pt x="186785" y="14097"/>
                  <a:pt x="186404" y="12859"/>
                  <a:pt x="185928" y="11716"/>
                </a:cubicBezTo>
                <a:cubicBezTo>
                  <a:pt x="185452" y="10573"/>
                  <a:pt x="184880" y="9525"/>
                  <a:pt x="184214" y="8477"/>
                </a:cubicBezTo>
                <a:cubicBezTo>
                  <a:pt x="183451" y="7430"/>
                  <a:pt x="182690" y="6382"/>
                  <a:pt x="181832" y="5524"/>
                </a:cubicBezTo>
                <a:cubicBezTo>
                  <a:pt x="180975" y="4667"/>
                  <a:pt x="179927" y="3905"/>
                  <a:pt x="178879" y="3143"/>
                </a:cubicBezTo>
                <a:cubicBezTo>
                  <a:pt x="177927" y="2477"/>
                  <a:pt x="176784" y="1905"/>
                  <a:pt x="175641" y="1429"/>
                </a:cubicBezTo>
                <a:cubicBezTo>
                  <a:pt x="174498" y="953"/>
                  <a:pt x="173260" y="572"/>
                  <a:pt x="172117" y="381"/>
                </a:cubicBezTo>
                <a:cubicBezTo>
                  <a:pt x="169640" y="-95"/>
                  <a:pt x="167069" y="-95"/>
                  <a:pt x="164592" y="381"/>
                </a:cubicBezTo>
                <a:cubicBezTo>
                  <a:pt x="163449" y="572"/>
                  <a:pt x="162211" y="953"/>
                  <a:pt x="161068" y="1429"/>
                </a:cubicBezTo>
                <a:cubicBezTo>
                  <a:pt x="159925" y="1905"/>
                  <a:pt x="158782" y="2477"/>
                  <a:pt x="157734" y="3143"/>
                </a:cubicBezTo>
                <a:cubicBezTo>
                  <a:pt x="156781" y="3905"/>
                  <a:pt x="155734" y="4667"/>
                  <a:pt x="154876" y="5524"/>
                </a:cubicBezTo>
                <a:cubicBezTo>
                  <a:pt x="154019" y="6382"/>
                  <a:pt x="153257" y="7430"/>
                  <a:pt x="152495" y="8477"/>
                </a:cubicBezTo>
                <a:cubicBezTo>
                  <a:pt x="151828" y="9525"/>
                  <a:pt x="151257" y="10573"/>
                  <a:pt x="150781" y="11716"/>
                </a:cubicBezTo>
                <a:cubicBezTo>
                  <a:pt x="150304" y="12859"/>
                  <a:pt x="149923" y="14097"/>
                  <a:pt x="149638" y="15335"/>
                </a:cubicBezTo>
                <a:cubicBezTo>
                  <a:pt x="149447" y="16573"/>
                  <a:pt x="149257" y="17812"/>
                  <a:pt x="149257" y="19050"/>
                </a:cubicBezTo>
                <a:cubicBezTo>
                  <a:pt x="149257" y="24003"/>
                  <a:pt x="151352" y="28956"/>
                  <a:pt x="154876" y="32480"/>
                </a:cubicBezTo>
                <a:cubicBezTo>
                  <a:pt x="158401" y="36100"/>
                  <a:pt x="163354" y="38100"/>
                  <a:pt x="168402" y="3810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10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48" name="Google Shape;1131;p18">
            <a:extLst>
              <a:ext uri="{FF2B5EF4-FFF2-40B4-BE49-F238E27FC236}">
                <a16:creationId xmlns:a16="http://schemas.microsoft.com/office/drawing/2014/main" id="{34C4F6F3-0548-DFCF-F6D9-766A056CD8BA}"/>
              </a:ext>
            </a:extLst>
          </p:cNvPr>
          <p:cNvSpPr/>
          <p:nvPr/>
        </p:nvSpPr>
        <p:spPr>
          <a:xfrm>
            <a:off x="1589793" y="2537851"/>
            <a:ext cx="4276435" cy="124606"/>
          </a:xfrm>
          <a:prstGeom prst="roundRect">
            <a:avLst>
              <a:gd name="adj" fmla="val 50000"/>
            </a:avLst>
          </a:prstGeom>
          <a:solidFill>
            <a:srgbClr val="FFFFFF">
              <a:lumMod val="85000"/>
            </a:srgbClr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0A6B2054-21D8-2C78-4420-8825AA3D89C0}"/>
              </a:ext>
            </a:extLst>
          </p:cNvPr>
          <p:cNvGrpSpPr>
            <a:grpSpLocks noChangeAspect="1"/>
          </p:cNvGrpSpPr>
          <p:nvPr/>
        </p:nvGrpSpPr>
        <p:grpSpPr>
          <a:xfrm>
            <a:off x="3320157" y="2341722"/>
            <a:ext cx="814924" cy="510588"/>
            <a:chOff x="5216216" y="2898648"/>
            <a:chExt cx="1152144" cy="721872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237DA466-2E55-A873-8732-CC726E3CC0C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216216" y="2898648"/>
              <a:ext cx="1152144" cy="721872"/>
              <a:chOff x="6923681" y="5192222"/>
              <a:chExt cx="981878" cy="615192"/>
            </a:xfrm>
          </p:grpSpPr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B2001B10-4BC1-9B62-AF45-E741DEE9136A}"/>
                  </a:ext>
                </a:extLst>
              </p:cNvPr>
              <p:cNvSpPr/>
              <p:nvPr/>
            </p:nvSpPr>
            <p:spPr>
              <a:xfrm>
                <a:off x="6923681" y="5192222"/>
                <a:ext cx="981878" cy="615192"/>
              </a:xfrm>
              <a:custGeom>
                <a:avLst/>
                <a:gdLst>
                  <a:gd name="connsiteX0" fmla="*/ 980036 w 981878"/>
                  <a:gd name="connsiteY0" fmla="*/ 313893 h 615192"/>
                  <a:gd name="connsiteX1" fmla="*/ 803332 w 981878"/>
                  <a:gd name="connsiteY1" fmla="*/ 169971 h 615192"/>
                  <a:gd name="connsiteX2" fmla="*/ 796445 w 981878"/>
                  <a:gd name="connsiteY2" fmla="*/ 169304 h 615192"/>
                  <a:gd name="connsiteX3" fmla="*/ 796822 w 981878"/>
                  <a:gd name="connsiteY3" fmla="*/ 169304 h 615192"/>
                  <a:gd name="connsiteX4" fmla="*/ 716159 w 981878"/>
                  <a:gd name="connsiteY4" fmla="*/ 55290 h 615192"/>
                  <a:gd name="connsiteX5" fmla="*/ 716065 w 981878"/>
                  <a:gd name="connsiteY5" fmla="*/ 55194 h 615192"/>
                  <a:gd name="connsiteX6" fmla="*/ 715216 w 981878"/>
                  <a:gd name="connsiteY6" fmla="*/ 54432 h 615192"/>
                  <a:gd name="connsiteX7" fmla="*/ 683705 w 981878"/>
                  <a:gd name="connsiteY7" fmla="*/ 31668 h 615192"/>
                  <a:gd name="connsiteX8" fmla="*/ 579645 w 981878"/>
                  <a:gd name="connsiteY8" fmla="*/ 2807 h 615192"/>
                  <a:gd name="connsiteX9" fmla="*/ 499831 w 981878"/>
                  <a:gd name="connsiteY9" fmla="*/ 1188 h 615192"/>
                  <a:gd name="connsiteX10" fmla="*/ 284918 w 981878"/>
                  <a:gd name="connsiteY10" fmla="*/ 93961 h 615192"/>
                  <a:gd name="connsiteX11" fmla="*/ 118214 w 981878"/>
                  <a:gd name="connsiteY11" fmla="*/ 121393 h 615192"/>
                  <a:gd name="connsiteX12" fmla="*/ 116422 w 981878"/>
                  <a:gd name="connsiteY12" fmla="*/ 122536 h 615192"/>
                  <a:gd name="connsiteX13" fmla="*/ 108214 w 981878"/>
                  <a:gd name="connsiteY13" fmla="*/ 127870 h 615192"/>
                  <a:gd name="connsiteX14" fmla="*/ 104346 w 981878"/>
                  <a:gd name="connsiteY14" fmla="*/ 130537 h 615192"/>
                  <a:gd name="connsiteX15" fmla="*/ 97836 w 981878"/>
                  <a:gd name="connsiteY15" fmla="*/ 135300 h 615192"/>
                  <a:gd name="connsiteX16" fmla="*/ 94251 w 981878"/>
                  <a:gd name="connsiteY16" fmla="*/ 138062 h 615192"/>
                  <a:gd name="connsiteX17" fmla="*/ 86232 w 981878"/>
                  <a:gd name="connsiteY17" fmla="*/ 144729 h 615192"/>
                  <a:gd name="connsiteX18" fmla="*/ 85194 w 981878"/>
                  <a:gd name="connsiteY18" fmla="*/ 145587 h 615192"/>
                  <a:gd name="connsiteX19" fmla="*/ 286 w 981878"/>
                  <a:gd name="connsiteY19" fmla="*/ 340468 h 615192"/>
                  <a:gd name="connsiteX20" fmla="*/ 234350 w 981878"/>
                  <a:gd name="connsiteY20" fmla="*/ 535254 h 615192"/>
                  <a:gd name="connsiteX21" fmla="*/ 240294 w 981878"/>
                  <a:gd name="connsiteY21" fmla="*/ 535254 h 615192"/>
                  <a:gd name="connsiteX22" fmla="*/ 272087 w 981878"/>
                  <a:gd name="connsiteY22" fmla="*/ 539160 h 615192"/>
                  <a:gd name="connsiteX23" fmla="*/ 412658 w 981878"/>
                  <a:gd name="connsiteY23" fmla="*/ 580593 h 615192"/>
                  <a:gd name="connsiteX24" fmla="*/ 790973 w 981878"/>
                  <a:gd name="connsiteY24" fmla="*/ 523634 h 615192"/>
                  <a:gd name="connsiteX25" fmla="*/ 794275 w 981878"/>
                  <a:gd name="connsiteY25" fmla="*/ 519919 h 615192"/>
                  <a:gd name="connsiteX26" fmla="*/ 796728 w 981878"/>
                  <a:gd name="connsiteY26" fmla="*/ 517157 h 615192"/>
                  <a:gd name="connsiteX27" fmla="*/ 823616 w 981878"/>
                  <a:gd name="connsiteY27" fmla="*/ 478581 h 615192"/>
                  <a:gd name="connsiteX28" fmla="*/ 826352 w 981878"/>
                  <a:gd name="connsiteY28" fmla="*/ 473342 h 615192"/>
                  <a:gd name="connsiteX29" fmla="*/ 965413 w 981878"/>
                  <a:gd name="connsiteY29" fmla="*/ 399333 h 615192"/>
                  <a:gd name="connsiteX30" fmla="*/ 979942 w 981878"/>
                  <a:gd name="connsiteY30" fmla="*/ 313989 h 61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981878" h="615192">
                    <a:moveTo>
                      <a:pt x="980036" y="313893"/>
                    </a:moveTo>
                    <a:cubicBezTo>
                      <a:pt x="965413" y="222739"/>
                      <a:pt x="891259" y="178543"/>
                      <a:pt x="803332" y="169971"/>
                    </a:cubicBezTo>
                    <a:cubicBezTo>
                      <a:pt x="801068" y="169780"/>
                      <a:pt x="798804" y="169494"/>
                      <a:pt x="796445" y="169304"/>
                    </a:cubicBezTo>
                    <a:lnTo>
                      <a:pt x="796822" y="169304"/>
                    </a:lnTo>
                    <a:cubicBezTo>
                      <a:pt x="796822" y="169304"/>
                      <a:pt x="773425" y="104724"/>
                      <a:pt x="716159" y="55290"/>
                    </a:cubicBezTo>
                    <a:cubicBezTo>
                      <a:pt x="716159" y="55290"/>
                      <a:pt x="716159" y="55290"/>
                      <a:pt x="716065" y="55194"/>
                    </a:cubicBezTo>
                    <a:cubicBezTo>
                      <a:pt x="715782" y="54909"/>
                      <a:pt x="715499" y="54718"/>
                      <a:pt x="715216" y="54432"/>
                    </a:cubicBezTo>
                    <a:cubicBezTo>
                      <a:pt x="704932" y="45479"/>
                      <a:pt x="694460" y="37954"/>
                      <a:pt x="683705" y="31668"/>
                    </a:cubicBezTo>
                    <a:cubicBezTo>
                      <a:pt x="657572" y="18237"/>
                      <a:pt x="621156" y="7569"/>
                      <a:pt x="579645" y="2807"/>
                    </a:cubicBezTo>
                    <a:cubicBezTo>
                      <a:pt x="554456" y="-146"/>
                      <a:pt x="527473" y="-908"/>
                      <a:pt x="499831" y="1188"/>
                    </a:cubicBezTo>
                    <a:cubicBezTo>
                      <a:pt x="424828" y="6712"/>
                      <a:pt x="345109" y="33096"/>
                      <a:pt x="284918" y="93961"/>
                    </a:cubicBezTo>
                    <a:cubicBezTo>
                      <a:pt x="220859" y="81198"/>
                      <a:pt x="163970" y="93771"/>
                      <a:pt x="118214" y="121393"/>
                    </a:cubicBezTo>
                    <a:cubicBezTo>
                      <a:pt x="117648" y="121774"/>
                      <a:pt x="116988" y="122155"/>
                      <a:pt x="116422" y="122536"/>
                    </a:cubicBezTo>
                    <a:cubicBezTo>
                      <a:pt x="113591" y="124251"/>
                      <a:pt x="110855" y="126060"/>
                      <a:pt x="108214" y="127870"/>
                    </a:cubicBezTo>
                    <a:cubicBezTo>
                      <a:pt x="106893" y="128727"/>
                      <a:pt x="105666" y="129680"/>
                      <a:pt x="104346" y="130537"/>
                    </a:cubicBezTo>
                    <a:cubicBezTo>
                      <a:pt x="102176" y="132061"/>
                      <a:pt x="100006" y="133680"/>
                      <a:pt x="97836" y="135300"/>
                    </a:cubicBezTo>
                    <a:cubicBezTo>
                      <a:pt x="96610" y="136157"/>
                      <a:pt x="95477" y="137109"/>
                      <a:pt x="94251" y="138062"/>
                    </a:cubicBezTo>
                    <a:cubicBezTo>
                      <a:pt x="91515" y="140253"/>
                      <a:pt x="88873" y="142443"/>
                      <a:pt x="86232" y="144729"/>
                    </a:cubicBezTo>
                    <a:cubicBezTo>
                      <a:pt x="85854" y="145015"/>
                      <a:pt x="85571" y="145301"/>
                      <a:pt x="85194" y="145587"/>
                    </a:cubicBezTo>
                    <a:cubicBezTo>
                      <a:pt x="28683" y="194831"/>
                      <a:pt x="-3394" y="269412"/>
                      <a:pt x="286" y="340468"/>
                    </a:cubicBezTo>
                    <a:cubicBezTo>
                      <a:pt x="7173" y="474390"/>
                      <a:pt x="151895" y="557829"/>
                      <a:pt x="234350" y="535254"/>
                    </a:cubicBezTo>
                    <a:cubicBezTo>
                      <a:pt x="236331" y="534683"/>
                      <a:pt x="238407" y="535254"/>
                      <a:pt x="240294" y="535254"/>
                    </a:cubicBezTo>
                    <a:cubicBezTo>
                      <a:pt x="246898" y="539255"/>
                      <a:pt x="272087" y="539160"/>
                      <a:pt x="272087" y="539160"/>
                    </a:cubicBezTo>
                    <a:cubicBezTo>
                      <a:pt x="302277" y="573545"/>
                      <a:pt x="341429" y="591547"/>
                      <a:pt x="412658" y="580593"/>
                    </a:cubicBezTo>
                    <a:cubicBezTo>
                      <a:pt x="553040" y="650031"/>
                      <a:pt x="711725" y="606692"/>
                      <a:pt x="790973" y="523634"/>
                    </a:cubicBezTo>
                    <a:cubicBezTo>
                      <a:pt x="792105" y="522396"/>
                      <a:pt x="793237" y="521157"/>
                      <a:pt x="794275" y="519919"/>
                    </a:cubicBezTo>
                    <a:cubicBezTo>
                      <a:pt x="795124" y="518967"/>
                      <a:pt x="795973" y="518109"/>
                      <a:pt x="796728" y="517157"/>
                    </a:cubicBezTo>
                    <a:cubicBezTo>
                      <a:pt x="807011" y="504965"/>
                      <a:pt x="815974" y="492011"/>
                      <a:pt x="823616" y="478581"/>
                    </a:cubicBezTo>
                    <a:cubicBezTo>
                      <a:pt x="824559" y="476866"/>
                      <a:pt x="825502" y="475056"/>
                      <a:pt x="826352" y="473342"/>
                    </a:cubicBezTo>
                    <a:cubicBezTo>
                      <a:pt x="882486" y="469151"/>
                      <a:pt x="938148" y="443910"/>
                      <a:pt x="965413" y="399333"/>
                    </a:cubicBezTo>
                    <a:cubicBezTo>
                      <a:pt x="979187" y="375996"/>
                      <a:pt x="985319" y="347421"/>
                      <a:pt x="979942" y="313989"/>
                    </a:cubicBezTo>
                    <a:close/>
                  </a:path>
                </a:pathLst>
              </a:custGeom>
              <a:solidFill>
                <a:srgbClr val="236BF5"/>
              </a:solidFill>
              <a:ln w="94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D2E97138-51EA-F0F2-CAFE-2D2E1598507A}"/>
                  </a:ext>
                </a:extLst>
              </p:cNvPr>
              <p:cNvSpPr/>
              <p:nvPr/>
            </p:nvSpPr>
            <p:spPr>
              <a:xfrm>
                <a:off x="7164069" y="5244930"/>
                <a:ext cx="635148" cy="486452"/>
              </a:xfrm>
              <a:custGeom>
                <a:avLst/>
                <a:gdLst>
                  <a:gd name="connsiteX0" fmla="*/ 624267 w 635148"/>
                  <a:gd name="connsiteY0" fmla="*/ 250613 h 486452"/>
                  <a:gd name="connsiteX1" fmla="*/ 244914 w 635148"/>
                  <a:gd name="connsiteY1" fmla="*/ 247374 h 486452"/>
                  <a:gd name="connsiteX2" fmla="*/ 556057 w 635148"/>
                  <a:gd name="connsiteY2" fmla="*/ 116691 h 486452"/>
                  <a:gd name="connsiteX3" fmla="*/ 556434 w 635148"/>
                  <a:gd name="connsiteY3" fmla="*/ 116691 h 486452"/>
                  <a:gd name="connsiteX4" fmla="*/ 475771 w 635148"/>
                  <a:gd name="connsiteY4" fmla="*/ 2677 h 486452"/>
                  <a:gd name="connsiteX5" fmla="*/ 475677 w 635148"/>
                  <a:gd name="connsiteY5" fmla="*/ 2582 h 486452"/>
                  <a:gd name="connsiteX6" fmla="*/ 184157 w 635148"/>
                  <a:gd name="connsiteY6" fmla="*/ 96308 h 486452"/>
                  <a:gd name="connsiteX7" fmla="*/ 197837 w 635148"/>
                  <a:gd name="connsiteY7" fmla="*/ 102213 h 486452"/>
                  <a:gd name="connsiteX8" fmla="*/ 395108 w 635148"/>
                  <a:gd name="connsiteY8" fmla="*/ 81544 h 486452"/>
                  <a:gd name="connsiteX9" fmla="*/ 0 w 635148"/>
                  <a:gd name="connsiteY9" fmla="*/ 482547 h 486452"/>
                  <a:gd name="connsiteX10" fmla="*/ 31794 w 635148"/>
                  <a:gd name="connsiteY10" fmla="*/ 486452 h 486452"/>
                  <a:gd name="connsiteX11" fmla="*/ 502942 w 635148"/>
                  <a:gd name="connsiteY11" fmla="*/ 338243 h 486452"/>
                  <a:gd name="connsiteX12" fmla="*/ 624361 w 635148"/>
                  <a:gd name="connsiteY12" fmla="*/ 250613 h 486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35148" h="486452">
                    <a:moveTo>
                      <a:pt x="624267" y="250613"/>
                    </a:moveTo>
                    <a:cubicBezTo>
                      <a:pt x="510678" y="120311"/>
                      <a:pt x="254065" y="237659"/>
                      <a:pt x="244914" y="247374"/>
                    </a:cubicBezTo>
                    <a:cubicBezTo>
                      <a:pt x="301425" y="160125"/>
                      <a:pt x="439543" y="108119"/>
                      <a:pt x="556057" y="116691"/>
                    </a:cubicBezTo>
                    <a:lnTo>
                      <a:pt x="556434" y="116691"/>
                    </a:lnTo>
                    <a:cubicBezTo>
                      <a:pt x="556434" y="116691"/>
                      <a:pt x="533037" y="52112"/>
                      <a:pt x="475771" y="2677"/>
                    </a:cubicBezTo>
                    <a:cubicBezTo>
                      <a:pt x="475771" y="2677"/>
                      <a:pt x="475771" y="2677"/>
                      <a:pt x="475677" y="2582"/>
                    </a:cubicBezTo>
                    <a:cubicBezTo>
                      <a:pt x="392466" y="-9705"/>
                      <a:pt x="295199" y="21918"/>
                      <a:pt x="184157" y="96308"/>
                    </a:cubicBezTo>
                    <a:cubicBezTo>
                      <a:pt x="184157" y="96308"/>
                      <a:pt x="197177" y="102594"/>
                      <a:pt x="197837" y="102213"/>
                    </a:cubicBezTo>
                    <a:cubicBezTo>
                      <a:pt x="313218" y="51921"/>
                      <a:pt x="395768" y="81354"/>
                      <a:pt x="395108" y="81544"/>
                    </a:cubicBezTo>
                    <a:cubicBezTo>
                      <a:pt x="92833" y="188129"/>
                      <a:pt x="18397" y="394059"/>
                      <a:pt x="0" y="482547"/>
                    </a:cubicBezTo>
                    <a:cubicBezTo>
                      <a:pt x="6604" y="486547"/>
                      <a:pt x="31794" y="486452"/>
                      <a:pt x="31794" y="486452"/>
                    </a:cubicBezTo>
                    <a:cubicBezTo>
                      <a:pt x="92739" y="407204"/>
                      <a:pt x="277462" y="264710"/>
                      <a:pt x="502942" y="338243"/>
                    </a:cubicBezTo>
                    <a:cubicBezTo>
                      <a:pt x="623323" y="377486"/>
                      <a:pt x="654645" y="285189"/>
                      <a:pt x="624361" y="250613"/>
                    </a:cubicBezTo>
                    <a:close/>
                  </a:path>
                </a:pathLst>
              </a:custGeom>
              <a:solidFill>
                <a:srgbClr val="001744">
                  <a:lumMod val="20000"/>
                  <a:lumOff val="80000"/>
                  <a:alpha val="30000"/>
                </a:srgbClr>
              </a:solidFill>
              <a:ln w="94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3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6869F9BF-3570-5607-E779-A769D068D247}"/>
                </a:ext>
              </a:extLst>
            </p:cNvPr>
            <p:cNvSpPr/>
            <p:nvPr/>
          </p:nvSpPr>
          <p:spPr>
            <a:xfrm>
              <a:off x="5433716" y="3136983"/>
              <a:ext cx="717144" cy="260523"/>
            </a:xfrm>
            <a:custGeom>
              <a:avLst/>
              <a:gdLst>
                <a:gd name="connsiteX0" fmla="*/ 405915 w 717144"/>
                <a:gd name="connsiteY0" fmla="*/ 197319 h 260523"/>
                <a:gd name="connsiteX1" fmla="*/ 397846 w 717144"/>
                <a:gd name="connsiteY1" fmla="*/ 200048 h 260523"/>
                <a:gd name="connsiteX2" fmla="*/ 388829 w 717144"/>
                <a:gd name="connsiteY2" fmla="*/ 201232 h 260523"/>
                <a:gd name="connsiteX3" fmla="*/ 379455 w 717144"/>
                <a:gd name="connsiteY3" fmla="*/ 209178 h 260523"/>
                <a:gd name="connsiteX4" fmla="*/ 389659 w 717144"/>
                <a:gd name="connsiteY4" fmla="*/ 217241 h 260523"/>
                <a:gd name="connsiteX5" fmla="*/ 405915 w 717144"/>
                <a:gd name="connsiteY5" fmla="*/ 200996 h 260523"/>
                <a:gd name="connsiteX6" fmla="*/ 564793 w 717144"/>
                <a:gd name="connsiteY6" fmla="*/ 175737 h 260523"/>
                <a:gd name="connsiteX7" fmla="*/ 546045 w 717144"/>
                <a:gd name="connsiteY7" fmla="*/ 194830 h 260523"/>
                <a:gd name="connsiteX8" fmla="*/ 564793 w 717144"/>
                <a:gd name="connsiteY8" fmla="*/ 213921 h 260523"/>
                <a:gd name="connsiteX9" fmla="*/ 583184 w 717144"/>
                <a:gd name="connsiteY9" fmla="*/ 194830 h 260523"/>
                <a:gd name="connsiteX10" fmla="*/ 564793 w 717144"/>
                <a:gd name="connsiteY10" fmla="*/ 175737 h 260523"/>
                <a:gd name="connsiteX11" fmla="*/ 653545 w 717144"/>
                <a:gd name="connsiteY11" fmla="*/ 173367 h 260523"/>
                <a:gd name="connsiteX12" fmla="*/ 636696 w 717144"/>
                <a:gd name="connsiteY12" fmla="*/ 186766 h 260523"/>
                <a:gd name="connsiteX13" fmla="*/ 668733 w 717144"/>
                <a:gd name="connsiteY13" fmla="*/ 186766 h 260523"/>
                <a:gd name="connsiteX14" fmla="*/ 653545 w 717144"/>
                <a:gd name="connsiteY14" fmla="*/ 173367 h 260523"/>
                <a:gd name="connsiteX15" fmla="*/ 112246 w 717144"/>
                <a:gd name="connsiteY15" fmla="*/ 159018 h 260523"/>
                <a:gd name="connsiteX16" fmla="*/ 134910 w 717144"/>
                <a:gd name="connsiteY16" fmla="*/ 159018 h 260523"/>
                <a:gd name="connsiteX17" fmla="*/ 150098 w 717144"/>
                <a:gd name="connsiteY17" fmla="*/ 178939 h 260523"/>
                <a:gd name="connsiteX18" fmla="*/ 165285 w 717144"/>
                <a:gd name="connsiteY18" fmla="*/ 159018 h 260523"/>
                <a:gd name="connsiteX19" fmla="*/ 188066 w 717144"/>
                <a:gd name="connsiteY19" fmla="*/ 159018 h 260523"/>
                <a:gd name="connsiteX20" fmla="*/ 161489 w 717144"/>
                <a:gd name="connsiteY20" fmla="*/ 193762 h 260523"/>
                <a:gd name="connsiteX21" fmla="*/ 189254 w 717144"/>
                <a:gd name="connsiteY21" fmla="*/ 230167 h 260523"/>
                <a:gd name="connsiteX22" fmla="*/ 166590 w 717144"/>
                <a:gd name="connsiteY22" fmla="*/ 230167 h 260523"/>
                <a:gd name="connsiteX23" fmla="*/ 150098 w 717144"/>
                <a:gd name="connsiteY23" fmla="*/ 208704 h 260523"/>
                <a:gd name="connsiteX24" fmla="*/ 133723 w 717144"/>
                <a:gd name="connsiteY24" fmla="*/ 230167 h 260523"/>
                <a:gd name="connsiteX25" fmla="*/ 111060 w 717144"/>
                <a:gd name="connsiteY25" fmla="*/ 230167 h 260523"/>
                <a:gd name="connsiteX26" fmla="*/ 138825 w 717144"/>
                <a:gd name="connsiteY26" fmla="*/ 193762 h 260523"/>
                <a:gd name="connsiteX27" fmla="*/ 654020 w 717144"/>
                <a:gd name="connsiteY27" fmla="*/ 157476 h 260523"/>
                <a:gd name="connsiteX28" fmla="*/ 689141 w 717144"/>
                <a:gd name="connsiteY28" fmla="*/ 195303 h 260523"/>
                <a:gd name="connsiteX29" fmla="*/ 689141 w 717144"/>
                <a:gd name="connsiteY29" fmla="*/ 200403 h 260523"/>
                <a:gd name="connsiteX30" fmla="*/ 636816 w 717144"/>
                <a:gd name="connsiteY30" fmla="*/ 200403 h 260523"/>
                <a:gd name="connsiteX31" fmla="*/ 636816 w 717144"/>
                <a:gd name="connsiteY31" fmla="*/ 200641 h 260523"/>
                <a:gd name="connsiteX32" fmla="*/ 656037 w 717144"/>
                <a:gd name="connsiteY32" fmla="*/ 214276 h 260523"/>
                <a:gd name="connsiteX33" fmla="*/ 676208 w 717144"/>
                <a:gd name="connsiteY33" fmla="*/ 207043 h 260523"/>
                <a:gd name="connsiteX34" fmla="*/ 684040 w 717144"/>
                <a:gd name="connsiteY34" fmla="*/ 222577 h 260523"/>
                <a:gd name="connsiteX35" fmla="*/ 655682 w 717144"/>
                <a:gd name="connsiteY35" fmla="*/ 231946 h 260523"/>
                <a:gd name="connsiteX36" fmla="*/ 617593 w 717144"/>
                <a:gd name="connsiteY36" fmla="*/ 194712 h 260523"/>
                <a:gd name="connsiteX37" fmla="*/ 654020 w 717144"/>
                <a:gd name="connsiteY37" fmla="*/ 157476 h 260523"/>
                <a:gd name="connsiteX38" fmla="*/ 485769 w 717144"/>
                <a:gd name="connsiteY38" fmla="*/ 157358 h 260523"/>
                <a:gd name="connsiteX39" fmla="*/ 510805 w 717144"/>
                <a:gd name="connsiteY39" fmla="*/ 185699 h 260523"/>
                <a:gd name="connsiteX40" fmla="*/ 510805 w 717144"/>
                <a:gd name="connsiteY40" fmla="*/ 230167 h 260523"/>
                <a:gd name="connsiteX41" fmla="*/ 491583 w 717144"/>
                <a:gd name="connsiteY41" fmla="*/ 230167 h 260523"/>
                <a:gd name="connsiteX42" fmla="*/ 491583 w 717144"/>
                <a:gd name="connsiteY42" fmla="*/ 190797 h 260523"/>
                <a:gd name="connsiteX43" fmla="*/ 478294 w 717144"/>
                <a:gd name="connsiteY43" fmla="*/ 175501 h 260523"/>
                <a:gd name="connsiteX44" fmla="*/ 463107 w 717144"/>
                <a:gd name="connsiteY44" fmla="*/ 196253 h 260523"/>
                <a:gd name="connsiteX45" fmla="*/ 463107 w 717144"/>
                <a:gd name="connsiteY45" fmla="*/ 230285 h 260523"/>
                <a:gd name="connsiteX46" fmla="*/ 444359 w 717144"/>
                <a:gd name="connsiteY46" fmla="*/ 230285 h 260523"/>
                <a:gd name="connsiteX47" fmla="*/ 444241 w 717144"/>
                <a:gd name="connsiteY47" fmla="*/ 230285 h 260523"/>
                <a:gd name="connsiteX48" fmla="*/ 444241 w 717144"/>
                <a:gd name="connsiteY48" fmla="*/ 159137 h 260523"/>
                <a:gd name="connsiteX49" fmla="*/ 462512 w 717144"/>
                <a:gd name="connsiteY49" fmla="*/ 159137 h 260523"/>
                <a:gd name="connsiteX50" fmla="*/ 462512 w 717144"/>
                <a:gd name="connsiteY50" fmla="*/ 169928 h 260523"/>
                <a:gd name="connsiteX51" fmla="*/ 485769 w 717144"/>
                <a:gd name="connsiteY51" fmla="*/ 157358 h 260523"/>
                <a:gd name="connsiteX52" fmla="*/ 393812 w 717144"/>
                <a:gd name="connsiteY52" fmla="*/ 157358 h 260523"/>
                <a:gd name="connsiteX53" fmla="*/ 424544 w 717144"/>
                <a:gd name="connsiteY53" fmla="*/ 183802 h 260523"/>
                <a:gd name="connsiteX54" fmla="*/ 424662 w 717144"/>
                <a:gd name="connsiteY54" fmla="*/ 183920 h 260523"/>
                <a:gd name="connsiteX55" fmla="*/ 424662 w 717144"/>
                <a:gd name="connsiteY55" fmla="*/ 230404 h 260523"/>
                <a:gd name="connsiteX56" fmla="*/ 405915 w 717144"/>
                <a:gd name="connsiteY56" fmla="*/ 230404 h 260523"/>
                <a:gd name="connsiteX57" fmla="*/ 405915 w 717144"/>
                <a:gd name="connsiteY57" fmla="*/ 220680 h 260523"/>
                <a:gd name="connsiteX58" fmla="*/ 384082 w 717144"/>
                <a:gd name="connsiteY58" fmla="*/ 231946 h 260523"/>
                <a:gd name="connsiteX59" fmla="*/ 359877 w 717144"/>
                <a:gd name="connsiteY59" fmla="*/ 210126 h 260523"/>
                <a:gd name="connsiteX60" fmla="*/ 383727 w 717144"/>
                <a:gd name="connsiteY60" fmla="*/ 188426 h 260523"/>
                <a:gd name="connsiteX61" fmla="*/ 397135 w 717144"/>
                <a:gd name="connsiteY61" fmla="*/ 187004 h 260523"/>
                <a:gd name="connsiteX62" fmla="*/ 405796 w 717144"/>
                <a:gd name="connsiteY62" fmla="*/ 180837 h 260523"/>
                <a:gd name="connsiteX63" fmla="*/ 394169 w 717144"/>
                <a:gd name="connsiteY63" fmla="*/ 174315 h 260523"/>
                <a:gd name="connsiteX64" fmla="*/ 375658 w 717144"/>
                <a:gd name="connsiteY64" fmla="*/ 183564 h 260523"/>
                <a:gd name="connsiteX65" fmla="*/ 361657 w 717144"/>
                <a:gd name="connsiteY65" fmla="*/ 173603 h 260523"/>
                <a:gd name="connsiteX66" fmla="*/ 393812 w 717144"/>
                <a:gd name="connsiteY66" fmla="*/ 157358 h 260523"/>
                <a:gd name="connsiteX67" fmla="*/ 235647 w 717144"/>
                <a:gd name="connsiteY67" fmla="*/ 157358 h 260523"/>
                <a:gd name="connsiteX68" fmla="*/ 262700 w 717144"/>
                <a:gd name="connsiteY68" fmla="*/ 167793 h 260523"/>
                <a:gd name="connsiteX69" fmla="*/ 252021 w 717144"/>
                <a:gd name="connsiteY69" fmla="*/ 182852 h 260523"/>
                <a:gd name="connsiteX70" fmla="*/ 235647 w 717144"/>
                <a:gd name="connsiteY70" fmla="*/ 175737 h 260523"/>
                <a:gd name="connsiteX71" fmla="*/ 217017 w 717144"/>
                <a:gd name="connsiteY71" fmla="*/ 194712 h 260523"/>
                <a:gd name="connsiteX72" fmla="*/ 235647 w 717144"/>
                <a:gd name="connsiteY72" fmla="*/ 213565 h 260523"/>
                <a:gd name="connsiteX73" fmla="*/ 252495 w 717144"/>
                <a:gd name="connsiteY73" fmla="*/ 206332 h 260523"/>
                <a:gd name="connsiteX74" fmla="*/ 262937 w 717144"/>
                <a:gd name="connsiteY74" fmla="*/ 221391 h 260523"/>
                <a:gd name="connsiteX75" fmla="*/ 235410 w 717144"/>
                <a:gd name="connsiteY75" fmla="*/ 231946 h 260523"/>
                <a:gd name="connsiteX76" fmla="*/ 197677 w 717144"/>
                <a:gd name="connsiteY76" fmla="*/ 194712 h 260523"/>
                <a:gd name="connsiteX77" fmla="*/ 235647 w 717144"/>
                <a:gd name="connsiteY77" fmla="*/ 157476 h 260523"/>
                <a:gd name="connsiteX78" fmla="*/ 559453 w 717144"/>
                <a:gd name="connsiteY78" fmla="*/ 157239 h 260523"/>
                <a:gd name="connsiteX79" fmla="*/ 559572 w 717144"/>
                <a:gd name="connsiteY79" fmla="*/ 157476 h 260523"/>
                <a:gd name="connsiteX80" fmla="*/ 582710 w 717144"/>
                <a:gd name="connsiteY80" fmla="*/ 169097 h 260523"/>
                <a:gd name="connsiteX81" fmla="*/ 582710 w 717144"/>
                <a:gd name="connsiteY81" fmla="*/ 159137 h 260523"/>
                <a:gd name="connsiteX82" fmla="*/ 601456 w 717144"/>
                <a:gd name="connsiteY82" fmla="*/ 159137 h 260523"/>
                <a:gd name="connsiteX83" fmla="*/ 601456 w 717144"/>
                <a:gd name="connsiteY83" fmla="*/ 225542 h 260523"/>
                <a:gd name="connsiteX84" fmla="*/ 562775 w 717144"/>
                <a:gd name="connsiteY84" fmla="*/ 260523 h 260523"/>
                <a:gd name="connsiteX85" fmla="*/ 531332 w 717144"/>
                <a:gd name="connsiteY85" fmla="*/ 249377 h 260523"/>
                <a:gd name="connsiteX86" fmla="*/ 540587 w 717144"/>
                <a:gd name="connsiteY86" fmla="*/ 233842 h 260523"/>
                <a:gd name="connsiteX87" fmla="*/ 562182 w 717144"/>
                <a:gd name="connsiteY87" fmla="*/ 242736 h 260523"/>
                <a:gd name="connsiteX88" fmla="*/ 582946 w 717144"/>
                <a:gd name="connsiteY88" fmla="*/ 224356 h 260523"/>
                <a:gd name="connsiteX89" fmla="*/ 582946 w 717144"/>
                <a:gd name="connsiteY89" fmla="*/ 219850 h 260523"/>
                <a:gd name="connsiteX90" fmla="*/ 560046 w 717144"/>
                <a:gd name="connsiteY90" fmla="*/ 230760 h 260523"/>
                <a:gd name="connsiteX91" fmla="*/ 526587 w 717144"/>
                <a:gd name="connsiteY91" fmla="*/ 194237 h 260523"/>
                <a:gd name="connsiteX92" fmla="*/ 559453 w 717144"/>
                <a:gd name="connsiteY92" fmla="*/ 157239 h 260523"/>
                <a:gd name="connsiteX93" fmla="*/ 277176 w 717144"/>
                <a:gd name="connsiteY93" fmla="*/ 130795 h 260523"/>
                <a:gd name="connsiteX94" fmla="*/ 295923 w 717144"/>
                <a:gd name="connsiteY94" fmla="*/ 130795 h 260523"/>
                <a:gd name="connsiteX95" fmla="*/ 295923 w 717144"/>
                <a:gd name="connsiteY95" fmla="*/ 169808 h 260523"/>
                <a:gd name="connsiteX96" fmla="*/ 318467 w 717144"/>
                <a:gd name="connsiteY96" fmla="*/ 157476 h 260523"/>
                <a:gd name="connsiteX97" fmla="*/ 343622 w 717144"/>
                <a:gd name="connsiteY97" fmla="*/ 186173 h 260523"/>
                <a:gd name="connsiteX98" fmla="*/ 343622 w 717144"/>
                <a:gd name="connsiteY98" fmla="*/ 230285 h 260523"/>
                <a:gd name="connsiteX99" fmla="*/ 324400 w 717144"/>
                <a:gd name="connsiteY99" fmla="*/ 230285 h 260523"/>
                <a:gd name="connsiteX100" fmla="*/ 324400 w 717144"/>
                <a:gd name="connsiteY100" fmla="*/ 190917 h 260523"/>
                <a:gd name="connsiteX101" fmla="*/ 311467 w 717144"/>
                <a:gd name="connsiteY101" fmla="*/ 175619 h 260523"/>
                <a:gd name="connsiteX102" fmla="*/ 295923 w 717144"/>
                <a:gd name="connsiteY102" fmla="*/ 196371 h 260523"/>
                <a:gd name="connsiteX103" fmla="*/ 295923 w 717144"/>
                <a:gd name="connsiteY103" fmla="*/ 230404 h 260523"/>
                <a:gd name="connsiteX104" fmla="*/ 277176 w 717144"/>
                <a:gd name="connsiteY104" fmla="*/ 230404 h 260523"/>
                <a:gd name="connsiteX105" fmla="*/ 34409 w 717144"/>
                <a:gd name="connsiteY105" fmla="*/ 130558 h 260523"/>
                <a:gd name="connsiteX106" fmla="*/ 98720 w 717144"/>
                <a:gd name="connsiteY106" fmla="*/ 130558 h 260523"/>
                <a:gd name="connsiteX107" fmla="*/ 98720 w 717144"/>
                <a:gd name="connsiteY107" fmla="*/ 150480 h 260523"/>
                <a:gd name="connsiteX108" fmla="*/ 54344 w 717144"/>
                <a:gd name="connsiteY108" fmla="*/ 150480 h 260523"/>
                <a:gd name="connsiteX109" fmla="*/ 54344 w 717144"/>
                <a:gd name="connsiteY109" fmla="*/ 170401 h 260523"/>
                <a:gd name="connsiteX110" fmla="*/ 98720 w 717144"/>
                <a:gd name="connsiteY110" fmla="*/ 170401 h 260523"/>
                <a:gd name="connsiteX111" fmla="*/ 98720 w 717144"/>
                <a:gd name="connsiteY111" fmla="*/ 190324 h 260523"/>
                <a:gd name="connsiteX112" fmla="*/ 54344 w 717144"/>
                <a:gd name="connsiteY112" fmla="*/ 190324 h 260523"/>
                <a:gd name="connsiteX113" fmla="*/ 54344 w 717144"/>
                <a:gd name="connsiteY113" fmla="*/ 210245 h 260523"/>
                <a:gd name="connsiteX114" fmla="*/ 98720 w 717144"/>
                <a:gd name="connsiteY114" fmla="*/ 210245 h 260523"/>
                <a:gd name="connsiteX115" fmla="*/ 98720 w 717144"/>
                <a:gd name="connsiteY115" fmla="*/ 230167 h 260523"/>
                <a:gd name="connsiteX116" fmla="*/ 34409 w 717144"/>
                <a:gd name="connsiteY116" fmla="*/ 230167 h 260523"/>
                <a:gd name="connsiteX117" fmla="*/ 273497 w 717144"/>
                <a:gd name="connsiteY117" fmla="*/ 45179 h 260523"/>
                <a:gd name="connsiteX118" fmla="*/ 254512 w 717144"/>
                <a:gd name="connsiteY118" fmla="*/ 64152 h 260523"/>
                <a:gd name="connsiteX119" fmla="*/ 273497 w 717144"/>
                <a:gd name="connsiteY119" fmla="*/ 83007 h 260523"/>
                <a:gd name="connsiteX120" fmla="*/ 292363 w 717144"/>
                <a:gd name="connsiteY120" fmla="*/ 64152 h 260523"/>
                <a:gd name="connsiteX121" fmla="*/ 273497 w 717144"/>
                <a:gd name="connsiteY121" fmla="*/ 45179 h 260523"/>
                <a:gd name="connsiteX122" fmla="*/ 129808 w 717144"/>
                <a:gd name="connsiteY122" fmla="*/ 42689 h 260523"/>
                <a:gd name="connsiteX123" fmla="*/ 112959 w 717144"/>
                <a:gd name="connsiteY123" fmla="*/ 56089 h 260523"/>
                <a:gd name="connsiteX124" fmla="*/ 144995 w 717144"/>
                <a:gd name="connsiteY124" fmla="*/ 56089 h 260523"/>
                <a:gd name="connsiteX125" fmla="*/ 129808 w 717144"/>
                <a:gd name="connsiteY125" fmla="*/ 42689 h 260523"/>
                <a:gd name="connsiteX126" fmla="*/ 562775 w 717144"/>
                <a:gd name="connsiteY126" fmla="*/ 28579 h 260523"/>
                <a:gd name="connsiteX127" fmla="*/ 581641 w 717144"/>
                <a:gd name="connsiteY127" fmla="*/ 28579 h 260523"/>
                <a:gd name="connsiteX128" fmla="*/ 581879 w 717144"/>
                <a:gd name="connsiteY128" fmla="*/ 28579 h 260523"/>
                <a:gd name="connsiteX129" fmla="*/ 581879 w 717144"/>
                <a:gd name="connsiteY129" fmla="*/ 99727 h 260523"/>
                <a:gd name="connsiteX130" fmla="*/ 563606 w 717144"/>
                <a:gd name="connsiteY130" fmla="*/ 99727 h 260523"/>
                <a:gd name="connsiteX131" fmla="*/ 563606 w 717144"/>
                <a:gd name="connsiteY131" fmla="*/ 88936 h 260523"/>
                <a:gd name="connsiteX132" fmla="*/ 540942 w 717144"/>
                <a:gd name="connsiteY132" fmla="*/ 101506 h 260523"/>
                <a:gd name="connsiteX133" fmla="*/ 516263 w 717144"/>
                <a:gd name="connsiteY133" fmla="*/ 72928 h 260523"/>
                <a:gd name="connsiteX134" fmla="*/ 516263 w 717144"/>
                <a:gd name="connsiteY134" fmla="*/ 28697 h 260523"/>
                <a:gd name="connsiteX135" fmla="*/ 535484 w 717144"/>
                <a:gd name="connsiteY135" fmla="*/ 28697 h 260523"/>
                <a:gd name="connsiteX136" fmla="*/ 535484 w 717144"/>
                <a:gd name="connsiteY136" fmla="*/ 68185 h 260523"/>
                <a:gd name="connsiteX137" fmla="*/ 547469 w 717144"/>
                <a:gd name="connsiteY137" fmla="*/ 83363 h 260523"/>
                <a:gd name="connsiteX138" fmla="*/ 562775 w 717144"/>
                <a:gd name="connsiteY138" fmla="*/ 62611 h 260523"/>
                <a:gd name="connsiteX139" fmla="*/ 630645 w 717144"/>
                <a:gd name="connsiteY139" fmla="*/ 26799 h 260523"/>
                <a:gd name="connsiteX140" fmla="*/ 630645 w 717144"/>
                <a:gd name="connsiteY140" fmla="*/ 26918 h 260523"/>
                <a:gd name="connsiteX141" fmla="*/ 659003 w 717144"/>
                <a:gd name="connsiteY141" fmla="*/ 37471 h 260523"/>
                <a:gd name="connsiteX142" fmla="*/ 648443 w 717144"/>
                <a:gd name="connsiteY142" fmla="*/ 51108 h 260523"/>
                <a:gd name="connsiteX143" fmla="*/ 629103 w 717144"/>
                <a:gd name="connsiteY143" fmla="*/ 43875 h 260523"/>
                <a:gd name="connsiteX144" fmla="*/ 620085 w 717144"/>
                <a:gd name="connsiteY144" fmla="*/ 48856 h 260523"/>
                <a:gd name="connsiteX145" fmla="*/ 636578 w 717144"/>
                <a:gd name="connsiteY145" fmla="*/ 55971 h 260523"/>
                <a:gd name="connsiteX146" fmla="*/ 659359 w 717144"/>
                <a:gd name="connsiteY146" fmla="*/ 78264 h 260523"/>
                <a:gd name="connsiteX147" fmla="*/ 628628 w 717144"/>
                <a:gd name="connsiteY147" fmla="*/ 101506 h 260523"/>
                <a:gd name="connsiteX148" fmla="*/ 597067 w 717144"/>
                <a:gd name="connsiteY148" fmla="*/ 89647 h 260523"/>
                <a:gd name="connsiteX149" fmla="*/ 607983 w 717144"/>
                <a:gd name="connsiteY149" fmla="*/ 75418 h 260523"/>
                <a:gd name="connsiteX150" fmla="*/ 630645 w 717144"/>
                <a:gd name="connsiteY150" fmla="*/ 84668 h 260523"/>
                <a:gd name="connsiteX151" fmla="*/ 640019 w 717144"/>
                <a:gd name="connsiteY151" fmla="*/ 79212 h 260523"/>
                <a:gd name="connsiteX152" fmla="*/ 624238 w 717144"/>
                <a:gd name="connsiteY152" fmla="*/ 71979 h 260523"/>
                <a:gd name="connsiteX153" fmla="*/ 600626 w 717144"/>
                <a:gd name="connsiteY153" fmla="*/ 49449 h 260523"/>
                <a:gd name="connsiteX154" fmla="*/ 630645 w 717144"/>
                <a:gd name="connsiteY154" fmla="*/ 26799 h 260523"/>
                <a:gd name="connsiteX155" fmla="*/ 496092 w 717144"/>
                <a:gd name="connsiteY155" fmla="*/ 26799 h 260523"/>
                <a:gd name="connsiteX156" fmla="*/ 503092 w 717144"/>
                <a:gd name="connsiteY156" fmla="*/ 27749 h 260523"/>
                <a:gd name="connsiteX157" fmla="*/ 503092 w 717144"/>
                <a:gd name="connsiteY157" fmla="*/ 47907 h 260523"/>
                <a:gd name="connsiteX158" fmla="*/ 494549 w 717144"/>
                <a:gd name="connsiteY158" fmla="*/ 46722 h 260523"/>
                <a:gd name="connsiteX159" fmla="*/ 476633 w 717144"/>
                <a:gd name="connsiteY159" fmla="*/ 67354 h 260523"/>
                <a:gd name="connsiteX160" fmla="*/ 476633 w 717144"/>
                <a:gd name="connsiteY160" fmla="*/ 99491 h 260523"/>
                <a:gd name="connsiteX161" fmla="*/ 457885 w 717144"/>
                <a:gd name="connsiteY161" fmla="*/ 99491 h 260523"/>
                <a:gd name="connsiteX162" fmla="*/ 457885 w 717144"/>
                <a:gd name="connsiteY162" fmla="*/ 28341 h 260523"/>
                <a:gd name="connsiteX163" fmla="*/ 475920 w 717144"/>
                <a:gd name="connsiteY163" fmla="*/ 28341 h 260523"/>
                <a:gd name="connsiteX164" fmla="*/ 475920 w 717144"/>
                <a:gd name="connsiteY164" fmla="*/ 39962 h 260523"/>
                <a:gd name="connsiteX165" fmla="*/ 475920 w 717144"/>
                <a:gd name="connsiteY165" fmla="*/ 40200 h 260523"/>
                <a:gd name="connsiteX166" fmla="*/ 496092 w 717144"/>
                <a:gd name="connsiteY166" fmla="*/ 26799 h 260523"/>
                <a:gd name="connsiteX167" fmla="*/ 273497 w 717144"/>
                <a:gd name="connsiteY167" fmla="*/ 26799 h 260523"/>
                <a:gd name="connsiteX168" fmla="*/ 311823 w 717144"/>
                <a:gd name="connsiteY168" fmla="*/ 64034 h 260523"/>
                <a:gd name="connsiteX169" fmla="*/ 273497 w 717144"/>
                <a:gd name="connsiteY169" fmla="*/ 101268 h 260523"/>
                <a:gd name="connsiteX170" fmla="*/ 235172 w 717144"/>
                <a:gd name="connsiteY170" fmla="*/ 64034 h 260523"/>
                <a:gd name="connsiteX171" fmla="*/ 273497 w 717144"/>
                <a:gd name="connsiteY171" fmla="*/ 26799 h 260523"/>
                <a:gd name="connsiteX172" fmla="*/ 219391 w 717144"/>
                <a:gd name="connsiteY172" fmla="*/ 26799 h 260523"/>
                <a:gd name="connsiteX173" fmla="*/ 226391 w 717144"/>
                <a:gd name="connsiteY173" fmla="*/ 27749 h 260523"/>
                <a:gd name="connsiteX174" fmla="*/ 226391 w 717144"/>
                <a:gd name="connsiteY174" fmla="*/ 47907 h 260523"/>
                <a:gd name="connsiteX175" fmla="*/ 217848 w 717144"/>
                <a:gd name="connsiteY175" fmla="*/ 46722 h 260523"/>
                <a:gd name="connsiteX176" fmla="*/ 199932 w 717144"/>
                <a:gd name="connsiteY176" fmla="*/ 67354 h 260523"/>
                <a:gd name="connsiteX177" fmla="*/ 199932 w 717144"/>
                <a:gd name="connsiteY177" fmla="*/ 99491 h 260523"/>
                <a:gd name="connsiteX178" fmla="*/ 181184 w 717144"/>
                <a:gd name="connsiteY178" fmla="*/ 99491 h 260523"/>
                <a:gd name="connsiteX179" fmla="*/ 181184 w 717144"/>
                <a:gd name="connsiteY179" fmla="*/ 28341 h 260523"/>
                <a:gd name="connsiteX180" fmla="*/ 199220 w 717144"/>
                <a:gd name="connsiteY180" fmla="*/ 28341 h 260523"/>
                <a:gd name="connsiteX181" fmla="*/ 199220 w 717144"/>
                <a:gd name="connsiteY181" fmla="*/ 39962 h 260523"/>
                <a:gd name="connsiteX182" fmla="*/ 199220 w 717144"/>
                <a:gd name="connsiteY182" fmla="*/ 40200 h 260523"/>
                <a:gd name="connsiteX183" fmla="*/ 219391 w 717144"/>
                <a:gd name="connsiteY183" fmla="*/ 26799 h 260523"/>
                <a:gd name="connsiteX184" fmla="*/ 130282 w 717144"/>
                <a:gd name="connsiteY184" fmla="*/ 26799 h 260523"/>
                <a:gd name="connsiteX185" fmla="*/ 165403 w 717144"/>
                <a:gd name="connsiteY185" fmla="*/ 64627 h 260523"/>
                <a:gd name="connsiteX186" fmla="*/ 165403 w 717144"/>
                <a:gd name="connsiteY186" fmla="*/ 69726 h 260523"/>
                <a:gd name="connsiteX187" fmla="*/ 113077 w 717144"/>
                <a:gd name="connsiteY187" fmla="*/ 69726 h 260523"/>
                <a:gd name="connsiteX188" fmla="*/ 113077 w 717144"/>
                <a:gd name="connsiteY188" fmla="*/ 69963 h 260523"/>
                <a:gd name="connsiteX189" fmla="*/ 132299 w 717144"/>
                <a:gd name="connsiteY189" fmla="*/ 83600 h 260523"/>
                <a:gd name="connsiteX190" fmla="*/ 152470 w 717144"/>
                <a:gd name="connsiteY190" fmla="*/ 76367 h 260523"/>
                <a:gd name="connsiteX191" fmla="*/ 160301 w 717144"/>
                <a:gd name="connsiteY191" fmla="*/ 91901 h 260523"/>
                <a:gd name="connsiteX192" fmla="*/ 131943 w 717144"/>
                <a:gd name="connsiteY192" fmla="*/ 101268 h 260523"/>
                <a:gd name="connsiteX193" fmla="*/ 93855 w 717144"/>
                <a:gd name="connsiteY193" fmla="*/ 64034 h 260523"/>
                <a:gd name="connsiteX194" fmla="*/ 130282 w 717144"/>
                <a:gd name="connsiteY194" fmla="*/ 26799 h 260523"/>
                <a:gd name="connsiteX195" fmla="*/ 680362 w 717144"/>
                <a:gd name="connsiteY195" fmla="*/ 9487 h 260523"/>
                <a:gd name="connsiteX196" fmla="*/ 699108 w 717144"/>
                <a:gd name="connsiteY196" fmla="*/ 9487 h 260523"/>
                <a:gd name="connsiteX197" fmla="*/ 699108 w 717144"/>
                <a:gd name="connsiteY197" fmla="*/ 28579 h 260523"/>
                <a:gd name="connsiteX198" fmla="*/ 717144 w 717144"/>
                <a:gd name="connsiteY198" fmla="*/ 28579 h 260523"/>
                <a:gd name="connsiteX199" fmla="*/ 717144 w 717144"/>
                <a:gd name="connsiteY199" fmla="*/ 44350 h 260523"/>
                <a:gd name="connsiteX200" fmla="*/ 699108 w 717144"/>
                <a:gd name="connsiteY200" fmla="*/ 44350 h 260523"/>
                <a:gd name="connsiteX201" fmla="*/ 699108 w 717144"/>
                <a:gd name="connsiteY201" fmla="*/ 75180 h 260523"/>
                <a:gd name="connsiteX202" fmla="*/ 706228 w 717144"/>
                <a:gd name="connsiteY202" fmla="*/ 81584 h 260523"/>
                <a:gd name="connsiteX203" fmla="*/ 716670 w 717144"/>
                <a:gd name="connsiteY203" fmla="*/ 80398 h 260523"/>
                <a:gd name="connsiteX204" fmla="*/ 716670 w 717144"/>
                <a:gd name="connsiteY204" fmla="*/ 98186 h 260523"/>
                <a:gd name="connsiteX205" fmla="*/ 716670 w 717144"/>
                <a:gd name="connsiteY205" fmla="*/ 98305 h 260523"/>
                <a:gd name="connsiteX206" fmla="*/ 701245 w 717144"/>
                <a:gd name="connsiteY206" fmla="*/ 100439 h 260523"/>
                <a:gd name="connsiteX207" fmla="*/ 680362 w 717144"/>
                <a:gd name="connsiteY207" fmla="*/ 77908 h 260523"/>
                <a:gd name="connsiteX208" fmla="*/ 680362 w 717144"/>
                <a:gd name="connsiteY208" fmla="*/ 44350 h 260523"/>
                <a:gd name="connsiteX209" fmla="*/ 667427 w 717144"/>
                <a:gd name="connsiteY209" fmla="*/ 44350 h 260523"/>
                <a:gd name="connsiteX210" fmla="*/ 667427 w 717144"/>
                <a:gd name="connsiteY210" fmla="*/ 28579 h 260523"/>
                <a:gd name="connsiteX211" fmla="*/ 680362 w 717144"/>
                <a:gd name="connsiteY211" fmla="*/ 28579 h 260523"/>
                <a:gd name="connsiteX212" fmla="*/ 353351 w 717144"/>
                <a:gd name="connsiteY212" fmla="*/ 0 h 260523"/>
                <a:gd name="connsiteX213" fmla="*/ 445308 w 717144"/>
                <a:gd name="connsiteY213" fmla="*/ 0 h 260523"/>
                <a:gd name="connsiteX214" fmla="*/ 445308 w 717144"/>
                <a:gd name="connsiteY214" fmla="*/ 19922 h 260523"/>
                <a:gd name="connsiteX215" fmla="*/ 409237 w 717144"/>
                <a:gd name="connsiteY215" fmla="*/ 19922 h 260523"/>
                <a:gd name="connsiteX216" fmla="*/ 409237 w 717144"/>
                <a:gd name="connsiteY216" fmla="*/ 99609 h 260523"/>
                <a:gd name="connsiteX217" fmla="*/ 389304 w 717144"/>
                <a:gd name="connsiteY217" fmla="*/ 99609 h 260523"/>
                <a:gd name="connsiteX218" fmla="*/ 389304 w 717144"/>
                <a:gd name="connsiteY218" fmla="*/ 19922 h 260523"/>
                <a:gd name="connsiteX219" fmla="*/ 353351 w 717144"/>
                <a:gd name="connsiteY219" fmla="*/ 19922 h 260523"/>
                <a:gd name="connsiteX220" fmla="*/ 0 w 717144"/>
                <a:gd name="connsiteY220" fmla="*/ 0 h 260523"/>
                <a:gd name="connsiteX221" fmla="*/ 81278 w 717144"/>
                <a:gd name="connsiteY221" fmla="*/ 0 h 260523"/>
                <a:gd name="connsiteX222" fmla="*/ 81278 w 717144"/>
                <a:gd name="connsiteY222" fmla="*/ 14348 h 260523"/>
                <a:gd name="connsiteX223" fmla="*/ 29782 w 717144"/>
                <a:gd name="connsiteY223" fmla="*/ 79568 h 260523"/>
                <a:gd name="connsiteX224" fmla="*/ 81278 w 717144"/>
                <a:gd name="connsiteY224" fmla="*/ 79568 h 260523"/>
                <a:gd name="connsiteX225" fmla="*/ 81278 w 717144"/>
                <a:gd name="connsiteY225" fmla="*/ 99491 h 260523"/>
                <a:gd name="connsiteX226" fmla="*/ 0 w 717144"/>
                <a:gd name="connsiteY226" fmla="*/ 99491 h 260523"/>
                <a:gd name="connsiteX227" fmla="*/ 0 w 717144"/>
                <a:gd name="connsiteY227" fmla="*/ 85261 h 260523"/>
                <a:gd name="connsiteX228" fmla="*/ 51496 w 717144"/>
                <a:gd name="connsiteY228" fmla="*/ 19922 h 260523"/>
                <a:gd name="connsiteX229" fmla="*/ 0 w 717144"/>
                <a:gd name="connsiteY229" fmla="*/ 19922 h 260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</a:cxnLst>
              <a:rect l="l" t="t" r="r" b="b"/>
              <a:pathLst>
                <a:path w="717144" h="260523">
                  <a:moveTo>
                    <a:pt x="405915" y="197319"/>
                  </a:moveTo>
                  <a:cubicBezTo>
                    <a:pt x="403661" y="198743"/>
                    <a:pt x="400931" y="199573"/>
                    <a:pt x="397846" y="200048"/>
                  </a:cubicBezTo>
                  <a:lnTo>
                    <a:pt x="388829" y="201232"/>
                  </a:lnTo>
                  <a:cubicBezTo>
                    <a:pt x="382658" y="201945"/>
                    <a:pt x="379455" y="204909"/>
                    <a:pt x="379455" y="209178"/>
                  </a:cubicBezTo>
                  <a:cubicBezTo>
                    <a:pt x="379455" y="214158"/>
                    <a:pt x="383253" y="217241"/>
                    <a:pt x="389659" y="217241"/>
                  </a:cubicBezTo>
                  <a:cubicBezTo>
                    <a:pt x="399152" y="217241"/>
                    <a:pt x="405915" y="210363"/>
                    <a:pt x="405915" y="200996"/>
                  </a:cubicBezTo>
                  <a:close/>
                  <a:moveTo>
                    <a:pt x="564793" y="175737"/>
                  </a:moveTo>
                  <a:cubicBezTo>
                    <a:pt x="553639" y="175737"/>
                    <a:pt x="546045" y="183564"/>
                    <a:pt x="546045" y="194830"/>
                  </a:cubicBezTo>
                  <a:cubicBezTo>
                    <a:pt x="546045" y="206095"/>
                    <a:pt x="553757" y="213921"/>
                    <a:pt x="564793" y="213921"/>
                  </a:cubicBezTo>
                  <a:cubicBezTo>
                    <a:pt x="575828" y="213921"/>
                    <a:pt x="583184" y="206213"/>
                    <a:pt x="583184" y="194830"/>
                  </a:cubicBezTo>
                  <a:cubicBezTo>
                    <a:pt x="583184" y="183445"/>
                    <a:pt x="575828" y="175737"/>
                    <a:pt x="564793" y="175737"/>
                  </a:cubicBezTo>
                  <a:close/>
                  <a:moveTo>
                    <a:pt x="653545" y="173367"/>
                  </a:moveTo>
                  <a:cubicBezTo>
                    <a:pt x="644527" y="173367"/>
                    <a:pt x="638595" y="178110"/>
                    <a:pt x="636696" y="186766"/>
                  </a:cubicBezTo>
                  <a:lnTo>
                    <a:pt x="668733" y="186766"/>
                  </a:lnTo>
                  <a:cubicBezTo>
                    <a:pt x="667902" y="179058"/>
                    <a:pt x="662564" y="173367"/>
                    <a:pt x="653545" y="173367"/>
                  </a:cubicBezTo>
                  <a:close/>
                  <a:moveTo>
                    <a:pt x="112246" y="159018"/>
                  </a:moveTo>
                  <a:lnTo>
                    <a:pt x="134910" y="159018"/>
                  </a:lnTo>
                  <a:lnTo>
                    <a:pt x="150098" y="178939"/>
                  </a:lnTo>
                  <a:lnTo>
                    <a:pt x="165285" y="159018"/>
                  </a:lnTo>
                  <a:lnTo>
                    <a:pt x="188066" y="159018"/>
                  </a:lnTo>
                  <a:lnTo>
                    <a:pt x="161489" y="193762"/>
                  </a:lnTo>
                  <a:lnTo>
                    <a:pt x="189254" y="230167"/>
                  </a:lnTo>
                  <a:lnTo>
                    <a:pt x="166590" y="230167"/>
                  </a:lnTo>
                  <a:lnTo>
                    <a:pt x="150098" y="208704"/>
                  </a:lnTo>
                  <a:lnTo>
                    <a:pt x="133723" y="230167"/>
                  </a:lnTo>
                  <a:lnTo>
                    <a:pt x="111060" y="230167"/>
                  </a:lnTo>
                  <a:lnTo>
                    <a:pt x="138825" y="193762"/>
                  </a:lnTo>
                  <a:close/>
                  <a:moveTo>
                    <a:pt x="654020" y="157476"/>
                  </a:moveTo>
                  <a:cubicBezTo>
                    <a:pt x="675734" y="157476"/>
                    <a:pt x="689141" y="172417"/>
                    <a:pt x="689141" y="195303"/>
                  </a:cubicBezTo>
                  <a:lnTo>
                    <a:pt x="689141" y="200403"/>
                  </a:lnTo>
                  <a:lnTo>
                    <a:pt x="636816" y="200403"/>
                  </a:lnTo>
                  <a:lnTo>
                    <a:pt x="636816" y="200641"/>
                  </a:lnTo>
                  <a:cubicBezTo>
                    <a:pt x="639188" y="210126"/>
                    <a:pt x="647732" y="214276"/>
                    <a:pt x="656037" y="214276"/>
                  </a:cubicBezTo>
                  <a:cubicBezTo>
                    <a:pt x="664343" y="214276"/>
                    <a:pt x="671225" y="211312"/>
                    <a:pt x="676208" y="207043"/>
                  </a:cubicBezTo>
                  <a:lnTo>
                    <a:pt x="684040" y="222577"/>
                  </a:lnTo>
                  <a:cubicBezTo>
                    <a:pt x="678225" y="227440"/>
                    <a:pt x="669326" y="231946"/>
                    <a:pt x="655682" y="231946"/>
                  </a:cubicBezTo>
                  <a:cubicBezTo>
                    <a:pt x="631594" y="231946"/>
                    <a:pt x="617593" y="215819"/>
                    <a:pt x="617593" y="194712"/>
                  </a:cubicBezTo>
                  <a:cubicBezTo>
                    <a:pt x="617593" y="173603"/>
                    <a:pt x="631713" y="157476"/>
                    <a:pt x="654020" y="157476"/>
                  </a:cubicBezTo>
                  <a:close/>
                  <a:moveTo>
                    <a:pt x="485769" y="157358"/>
                  </a:moveTo>
                  <a:cubicBezTo>
                    <a:pt x="501668" y="157358"/>
                    <a:pt x="510805" y="167556"/>
                    <a:pt x="510805" y="185699"/>
                  </a:cubicBezTo>
                  <a:lnTo>
                    <a:pt x="510805" y="230167"/>
                  </a:lnTo>
                  <a:lnTo>
                    <a:pt x="491583" y="230167"/>
                  </a:lnTo>
                  <a:lnTo>
                    <a:pt x="491583" y="190797"/>
                  </a:lnTo>
                  <a:cubicBezTo>
                    <a:pt x="491583" y="180718"/>
                    <a:pt x="487074" y="175501"/>
                    <a:pt x="478294" y="175501"/>
                  </a:cubicBezTo>
                  <a:cubicBezTo>
                    <a:pt x="468327" y="175501"/>
                    <a:pt x="463107" y="182734"/>
                    <a:pt x="463107" y="196253"/>
                  </a:cubicBezTo>
                  <a:lnTo>
                    <a:pt x="463107" y="230285"/>
                  </a:lnTo>
                  <a:lnTo>
                    <a:pt x="444359" y="230285"/>
                  </a:lnTo>
                  <a:lnTo>
                    <a:pt x="444241" y="230285"/>
                  </a:lnTo>
                  <a:lnTo>
                    <a:pt x="444241" y="159137"/>
                  </a:lnTo>
                  <a:lnTo>
                    <a:pt x="462512" y="159137"/>
                  </a:lnTo>
                  <a:lnTo>
                    <a:pt x="462512" y="169928"/>
                  </a:lnTo>
                  <a:cubicBezTo>
                    <a:pt x="467970" y="161627"/>
                    <a:pt x="476158" y="157358"/>
                    <a:pt x="485769" y="157358"/>
                  </a:cubicBezTo>
                  <a:close/>
                  <a:moveTo>
                    <a:pt x="393812" y="157358"/>
                  </a:moveTo>
                  <a:cubicBezTo>
                    <a:pt x="412085" y="157358"/>
                    <a:pt x="424544" y="165422"/>
                    <a:pt x="424544" y="183802"/>
                  </a:cubicBezTo>
                  <a:lnTo>
                    <a:pt x="424662" y="183920"/>
                  </a:lnTo>
                  <a:lnTo>
                    <a:pt x="424662" y="230404"/>
                  </a:lnTo>
                  <a:lnTo>
                    <a:pt x="405915" y="230404"/>
                  </a:lnTo>
                  <a:lnTo>
                    <a:pt x="405915" y="220680"/>
                  </a:lnTo>
                  <a:cubicBezTo>
                    <a:pt x="401406" y="227677"/>
                    <a:pt x="393931" y="231946"/>
                    <a:pt x="384082" y="231946"/>
                  </a:cubicBezTo>
                  <a:cubicBezTo>
                    <a:pt x="369845" y="231946"/>
                    <a:pt x="359877" y="222815"/>
                    <a:pt x="359877" y="210126"/>
                  </a:cubicBezTo>
                  <a:cubicBezTo>
                    <a:pt x="359877" y="197439"/>
                    <a:pt x="368776" y="190086"/>
                    <a:pt x="383727" y="188426"/>
                  </a:cubicBezTo>
                  <a:lnTo>
                    <a:pt x="397135" y="187004"/>
                  </a:lnTo>
                  <a:cubicBezTo>
                    <a:pt x="403779" y="186292"/>
                    <a:pt x="405796" y="184275"/>
                    <a:pt x="405796" y="180837"/>
                  </a:cubicBezTo>
                  <a:cubicBezTo>
                    <a:pt x="405796" y="176805"/>
                    <a:pt x="401524" y="174315"/>
                    <a:pt x="394169" y="174315"/>
                  </a:cubicBezTo>
                  <a:cubicBezTo>
                    <a:pt x="384320" y="174315"/>
                    <a:pt x="377913" y="177754"/>
                    <a:pt x="375658" y="183564"/>
                  </a:cubicBezTo>
                  <a:lnTo>
                    <a:pt x="361657" y="173603"/>
                  </a:lnTo>
                  <a:cubicBezTo>
                    <a:pt x="366047" y="163168"/>
                    <a:pt x="377320" y="157358"/>
                    <a:pt x="393812" y="157358"/>
                  </a:cubicBezTo>
                  <a:close/>
                  <a:moveTo>
                    <a:pt x="235647" y="157358"/>
                  </a:moveTo>
                  <a:cubicBezTo>
                    <a:pt x="246444" y="157358"/>
                    <a:pt x="255818" y="160916"/>
                    <a:pt x="262700" y="167793"/>
                  </a:cubicBezTo>
                  <a:lnTo>
                    <a:pt x="252021" y="182852"/>
                  </a:lnTo>
                  <a:cubicBezTo>
                    <a:pt x="247274" y="178110"/>
                    <a:pt x="241936" y="175737"/>
                    <a:pt x="235647" y="175737"/>
                  </a:cubicBezTo>
                  <a:cubicBezTo>
                    <a:pt x="224730" y="175737"/>
                    <a:pt x="217017" y="183564"/>
                    <a:pt x="217017" y="194712"/>
                  </a:cubicBezTo>
                  <a:cubicBezTo>
                    <a:pt x="217017" y="205858"/>
                    <a:pt x="224730" y="213565"/>
                    <a:pt x="235647" y="213565"/>
                  </a:cubicBezTo>
                  <a:cubicBezTo>
                    <a:pt x="241936" y="213565"/>
                    <a:pt x="247630" y="210956"/>
                    <a:pt x="252495" y="206332"/>
                  </a:cubicBezTo>
                  <a:lnTo>
                    <a:pt x="262937" y="221391"/>
                  </a:lnTo>
                  <a:cubicBezTo>
                    <a:pt x="256055" y="228270"/>
                    <a:pt x="246444" y="231946"/>
                    <a:pt x="235410" y="231946"/>
                  </a:cubicBezTo>
                  <a:cubicBezTo>
                    <a:pt x="213103" y="231946"/>
                    <a:pt x="197677" y="216767"/>
                    <a:pt x="197677" y="194712"/>
                  </a:cubicBezTo>
                  <a:cubicBezTo>
                    <a:pt x="197677" y="172655"/>
                    <a:pt x="213340" y="157476"/>
                    <a:pt x="235647" y="157476"/>
                  </a:cubicBezTo>
                  <a:close/>
                  <a:moveTo>
                    <a:pt x="559453" y="157239"/>
                  </a:moveTo>
                  <a:lnTo>
                    <a:pt x="559572" y="157476"/>
                  </a:lnTo>
                  <a:cubicBezTo>
                    <a:pt x="569420" y="157476"/>
                    <a:pt x="578201" y="161864"/>
                    <a:pt x="582710" y="169097"/>
                  </a:cubicBezTo>
                  <a:lnTo>
                    <a:pt x="582710" y="159137"/>
                  </a:lnTo>
                  <a:lnTo>
                    <a:pt x="601456" y="159137"/>
                  </a:lnTo>
                  <a:lnTo>
                    <a:pt x="601456" y="225542"/>
                  </a:lnTo>
                  <a:cubicBezTo>
                    <a:pt x="601456" y="248310"/>
                    <a:pt x="587930" y="260523"/>
                    <a:pt x="562775" y="260523"/>
                  </a:cubicBezTo>
                  <a:cubicBezTo>
                    <a:pt x="549487" y="260523"/>
                    <a:pt x="539400" y="256966"/>
                    <a:pt x="531332" y="249377"/>
                  </a:cubicBezTo>
                  <a:lnTo>
                    <a:pt x="540587" y="233842"/>
                  </a:lnTo>
                  <a:cubicBezTo>
                    <a:pt x="546757" y="239773"/>
                    <a:pt x="553639" y="242736"/>
                    <a:pt x="562182" y="242736"/>
                  </a:cubicBezTo>
                  <a:cubicBezTo>
                    <a:pt x="575946" y="242736"/>
                    <a:pt x="582946" y="236571"/>
                    <a:pt x="582946" y="224356"/>
                  </a:cubicBezTo>
                  <a:lnTo>
                    <a:pt x="582946" y="219850"/>
                  </a:lnTo>
                  <a:cubicBezTo>
                    <a:pt x="578081" y="226847"/>
                    <a:pt x="569895" y="230760"/>
                    <a:pt x="560046" y="230760"/>
                  </a:cubicBezTo>
                  <a:cubicBezTo>
                    <a:pt x="539875" y="230760"/>
                    <a:pt x="526587" y="216293"/>
                    <a:pt x="526587" y="194237"/>
                  </a:cubicBezTo>
                  <a:cubicBezTo>
                    <a:pt x="526587" y="172181"/>
                    <a:pt x="540113" y="157239"/>
                    <a:pt x="559453" y="157239"/>
                  </a:cubicBezTo>
                  <a:close/>
                  <a:moveTo>
                    <a:pt x="277176" y="130795"/>
                  </a:moveTo>
                  <a:lnTo>
                    <a:pt x="295923" y="130795"/>
                  </a:lnTo>
                  <a:lnTo>
                    <a:pt x="295923" y="169808"/>
                  </a:lnTo>
                  <a:cubicBezTo>
                    <a:pt x="301143" y="161389"/>
                    <a:pt x="308857" y="157476"/>
                    <a:pt x="318467" y="157476"/>
                  </a:cubicBezTo>
                  <a:cubicBezTo>
                    <a:pt x="334723" y="157476"/>
                    <a:pt x="343622" y="167674"/>
                    <a:pt x="343622" y="186173"/>
                  </a:cubicBezTo>
                  <a:lnTo>
                    <a:pt x="343622" y="230285"/>
                  </a:lnTo>
                  <a:lnTo>
                    <a:pt x="324400" y="230285"/>
                  </a:lnTo>
                  <a:lnTo>
                    <a:pt x="324400" y="190917"/>
                  </a:lnTo>
                  <a:cubicBezTo>
                    <a:pt x="324400" y="180837"/>
                    <a:pt x="319891" y="175619"/>
                    <a:pt x="311467" y="175619"/>
                  </a:cubicBezTo>
                  <a:cubicBezTo>
                    <a:pt x="301262" y="175619"/>
                    <a:pt x="295923" y="182734"/>
                    <a:pt x="295923" y="196371"/>
                  </a:cubicBezTo>
                  <a:lnTo>
                    <a:pt x="295923" y="230404"/>
                  </a:lnTo>
                  <a:lnTo>
                    <a:pt x="277176" y="230404"/>
                  </a:lnTo>
                  <a:close/>
                  <a:moveTo>
                    <a:pt x="34409" y="130558"/>
                  </a:moveTo>
                  <a:lnTo>
                    <a:pt x="98720" y="130558"/>
                  </a:lnTo>
                  <a:lnTo>
                    <a:pt x="98720" y="150480"/>
                  </a:lnTo>
                  <a:lnTo>
                    <a:pt x="54344" y="150480"/>
                  </a:lnTo>
                  <a:lnTo>
                    <a:pt x="54344" y="170401"/>
                  </a:lnTo>
                  <a:lnTo>
                    <a:pt x="98720" y="170401"/>
                  </a:lnTo>
                  <a:lnTo>
                    <a:pt x="98720" y="190324"/>
                  </a:lnTo>
                  <a:lnTo>
                    <a:pt x="54344" y="190324"/>
                  </a:lnTo>
                  <a:lnTo>
                    <a:pt x="54344" y="210245"/>
                  </a:lnTo>
                  <a:lnTo>
                    <a:pt x="98720" y="210245"/>
                  </a:lnTo>
                  <a:lnTo>
                    <a:pt x="98720" y="230167"/>
                  </a:lnTo>
                  <a:lnTo>
                    <a:pt x="34409" y="230167"/>
                  </a:lnTo>
                  <a:close/>
                  <a:moveTo>
                    <a:pt x="273497" y="45179"/>
                  </a:moveTo>
                  <a:cubicBezTo>
                    <a:pt x="262819" y="45179"/>
                    <a:pt x="254512" y="52769"/>
                    <a:pt x="254512" y="64152"/>
                  </a:cubicBezTo>
                  <a:cubicBezTo>
                    <a:pt x="254512" y="75537"/>
                    <a:pt x="262819" y="83007"/>
                    <a:pt x="273497" y="83007"/>
                  </a:cubicBezTo>
                  <a:cubicBezTo>
                    <a:pt x="284176" y="83007"/>
                    <a:pt x="292363" y="75418"/>
                    <a:pt x="292363" y="64152"/>
                  </a:cubicBezTo>
                  <a:cubicBezTo>
                    <a:pt x="292363" y="52887"/>
                    <a:pt x="284058" y="45179"/>
                    <a:pt x="273497" y="45179"/>
                  </a:cubicBezTo>
                  <a:close/>
                  <a:moveTo>
                    <a:pt x="129808" y="42689"/>
                  </a:moveTo>
                  <a:cubicBezTo>
                    <a:pt x="120790" y="42689"/>
                    <a:pt x="114858" y="47433"/>
                    <a:pt x="112959" y="56089"/>
                  </a:cubicBezTo>
                  <a:lnTo>
                    <a:pt x="144995" y="56089"/>
                  </a:lnTo>
                  <a:cubicBezTo>
                    <a:pt x="144165" y="48381"/>
                    <a:pt x="138825" y="42689"/>
                    <a:pt x="129808" y="42689"/>
                  </a:cubicBezTo>
                  <a:close/>
                  <a:moveTo>
                    <a:pt x="562775" y="28579"/>
                  </a:moveTo>
                  <a:lnTo>
                    <a:pt x="581641" y="28579"/>
                  </a:lnTo>
                  <a:lnTo>
                    <a:pt x="581879" y="28579"/>
                  </a:lnTo>
                  <a:lnTo>
                    <a:pt x="581879" y="99727"/>
                  </a:lnTo>
                  <a:lnTo>
                    <a:pt x="563606" y="99727"/>
                  </a:lnTo>
                  <a:lnTo>
                    <a:pt x="563606" y="88936"/>
                  </a:lnTo>
                  <a:cubicBezTo>
                    <a:pt x="558741" y="96169"/>
                    <a:pt x="551622" y="101506"/>
                    <a:pt x="540942" y="101506"/>
                  </a:cubicBezTo>
                  <a:cubicBezTo>
                    <a:pt x="524450" y="101506"/>
                    <a:pt x="516263" y="90360"/>
                    <a:pt x="516263" y="72928"/>
                  </a:cubicBezTo>
                  <a:lnTo>
                    <a:pt x="516263" y="28697"/>
                  </a:lnTo>
                  <a:lnTo>
                    <a:pt x="535484" y="28697"/>
                  </a:lnTo>
                  <a:lnTo>
                    <a:pt x="535484" y="68185"/>
                  </a:lnTo>
                  <a:cubicBezTo>
                    <a:pt x="535484" y="78264"/>
                    <a:pt x="539163" y="83363"/>
                    <a:pt x="547469" y="83363"/>
                  </a:cubicBezTo>
                  <a:cubicBezTo>
                    <a:pt x="558029" y="83363"/>
                    <a:pt x="562775" y="74825"/>
                    <a:pt x="562775" y="62611"/>
                  </a:cubicBezTo>
                  <a:close/>
                  <a:moveTo>
                    <a:pt x="630645" y="26799"/>
                  </a:moveTo>
                  <a:lnTo>
                    <a:pt x="630645" y="26918"/>
                  </a:lnTo>
                  <a:cubicBezTo>
                    <a:pt x="643341" y="26918"/>
                    <a:pt x="652597" y="30713"/>
                    <a:pt x="659003" y="37471"/>
                  </a:cubicBezTo>
                  <a:lnTo>
                    <a:pt x="648443" y="51108"/>
                  </a:lnTo>
                  <a:cubicBezTo>
                    <a:pt x="644172" y="46365"/>
                    <a:pt x="636341" y="43875"/>
                    <a:pt x="629103" y="43875"/>
                  </a:cubicBezTo>
                  <a:cubicBezTo>
                    <a:pt x="623288" y="43875"/>
                    <a:pt x="620085" y="45772"/>
                    <a:pt x="620085" y="48856"/>
                  </a:cubicBezTo>
                  <a:cubicBezTo>
                    <a:pt x="620085" y="52294"/>
                    <a:pt x="623526" y="53006"/>
                    <a:pt x="636578" y="55971"/>
                  </a:cubicBezTo>
                  <a:cubicBezTo>
                    <a:pt x="650105" y="59054"/>
                    <a:pt x="659359" y="64034"/>
                    <a:pt x="659359" y="78264"/>
                  </a:cubicBezTo>
                  <a:cubicBezTo>
                    <a:pt x="659359" y="93917"/>
                    <a:pt x="648206" y="101506"/>
                    <a:pt x="628628" y="101506"/>
                  </a:cubicBezTo>
                  <a:cubicBezTo>
                    <a:pt x="614390" y="101506"/>
                    <a:pt x="603118" y="97237"/>
                    <a:pt x="597067" y="89647"/>
                  </a:cubicBezTo>
                  <a:lnTo>
                    <a:pt x="607983" y="75418"/>
                  </a:lnTo>
                  <a:cubicBezTo>
                    <a:pt x="612492" y="80636"/>
                    <a:pt x="619967" y="84668"/>
                    <a:pt x="630645" y="84668"/>
                  </a:cubicBezTo>
                  <a:cubicBezTo>
                    <a:pt x="635866" y="84668"/>
                    <a:pt x="640019" y="83245"/>
                    <a:pt x="640019" y="79212"/>
                  </a:cubicBezTo>
                  <a:cubicBezTo>
                    <a:pt x="640019" y="75537"/>
                    <a:pt x="636459" y="74707"/>
                    <a:pt x="624238" y="71979"/>
                  </a:cubicBezTo>
                  <a:cubicBezTo>
                    <a:pt x="613085" y="69608"/>
                    <a:pt x="600626" y="64745"/>
                    <a:pt x="600626" y="49449"/>
                  </a:cubicBezTo>
                  <a:cubicBezTo>
                    <a:pt x="600626" y="34151"/>
                    <a:pt x="612017" y="26799"/>
                    <a:pt x="630645" y="26799"/>
                  </a:cubicBezTo>
                  <a:close/>
                  <a:moveTo>
                    <a:pt x="496092" y="26799"/>
                  </a:moveTo>
                  <a:cubicBezTo>
                    <a:pt x="498702" y="26799"/>
                    <a:pt x="500838" y="27274"/>
                    <a:pt x="503092" y="27749"/>
                  </a:cubicBezTo>
                  <a:lnTo>
                    <a:pt x="503092" y="47907"/>
                  </a:lnTo>
                  <a:cubicBezTo>
                    <a:pt x="500482" y="47077"/>
                    <a:pt x="497516" y="46722"/>
                    <a:pt x="494549" y="46722"/>
                  </a:cubicBezTo>
                  <a:cubicBezTo>
                    <a:pt x="482209" y="46722"/>
                    <a:pt x="476633" y="53717"/>
                    <a:pt x="476633" y="67354"/>
                  </a:cubicBezTo>
                  <a:lnTo>
                    <a:pt x="476633" y="99491"/>
                  </a:lnTo>
                  <a:lnTo>
                    <a:pt x="457885" y="99491"/>
                  </a:lnTo>
                  <a:lnTo>
                    <a:pt x="457885" y="28341"/>
                  </a:lnTo>
                  <a:lnTo>
                    <a:pt x="475920" y="28341"/>
                  </a:lnTo>
                  <a:lnTo>
                    <a:pt x="475920" y="39962"/>
                  </a:lnTo>
                  <a:lnTo>
                    <a:pt x="475920" y="40200"/>
                  </a:lnTo>
                  <a:cubicBezTo>
                    <a:pt x="479718" y="31899"/>
                    <a:pt x="486125" y="26799"/>
                    <a:pt x="496092" y="26799"/>
                  </a:cubicBezTo>
                  <a:close/>
                  <a:moveTo>
                    <a:pt x="273497" y="26799"/>
                  </a:moveTo>
                  <a:cubicBezTo>
                    <a:pt x="295449" y="26799"/>
                    <a:pt x="311823" y="41859"/>
                    <a:pt x="311823" y="64034"/>
                  </a:cubicBezTo>
                  <a:cubicBezTo>
                    <a:pt x="311823" y="86209"/>
                    <a:pt x="295449" y="101268"/>
                    <a:pt x="273497" y="101268"/>
                  </a:cubicBezTo>
                  <a:cubicBezTo>
                    <a:pt x="251546" y="101268"/>
                    <a:pt x="235172" y="86209"/>
                    <a:pt x="235172" y="64034"/>
                  </a:cubicBezTo>
                  <a:cubicBezTo>
                    <a:pt x="235172" y="41859"/>
                    <a:pt x="251546" y="26799"/>
                    <a:pt x="273497" y="26799"/>
                  </a:cubicBezTo>
                  <a:close/>
                  <a:moveTo>
                    <a:pt x="219391" y="26799"/>
                  </a:moveTo>
                  <a:cubicBezTo>
                    <a:pt x="222002" y="26799"/>
                    <a:pt x="224137" y="27274"/>
                    <a:pt x="226391" y="27749"/>
                  </a:cubicBezTo>
                  <a:lnTo>
                    <a:pt x="226391" y="47907"/>
                  </a:lnTo>
                  <a:cubicBezTo>
                    <a:pt x="223781" y="47077"/>
                    <a:pt x="220815" y="46722"/>
                    <a:pt x="217848" y="46722"/>
                  </a:cubicBezTo>
                  <a:cubicBezTo>
                    <a:pt x="205508" y="46722"/>
                    <a:pt x="199932" y="53717"/>
                    <a:pt x="199932" y="67354"/>
                  </a:cubicBezTo>
                  <a:lnTo>
                    <a:pt x="199932" y="99491"/>
                  </a:lnTo>
                  <a:lnTo>
                    <a:pt x="181184" y="99491"/>
                  </a:lnTo>
                  <a:lnTo>
                    <a:pt x="181184" y="28341"/>
                  </a:lnTo>
                  <a:lnTo>
                    <a:pt x="199220" y="28341"/>
                  </a:lnTo>
                  <a:lnTo>
                    <a:pt x="199220" y="39962"/>
                  </a:lnTo>
                  <a:lnTo>
                    <a:pt x="199220" y="40200"/>
                  </a:lnTo>
                  <a:cubicBezTo>
                    <a:pt x="203016" y="31899"/>
                    <a:pt x="209424" y="26799"/>
                    <a:pt x="219391" y="26799"/>
                  </a:cubicBezTo>
                  <a:close/>
                  <a:moveTo>
                    <a:pt x="130282" y="26799"/>
                  </a:moveTo>
                  <a:cubicBezTo>
                    <a:pt x="151995" y="26799"/>
                    <a:pt x="165403" y="41741"/>
                    <a:pt x="165403" y="64627"/>
                  </a:cubicBezTo>
                  <a:lnTo>
                    <a:pt x="165403" y="69726"/>
                  </a:lnTo>
                  <a:lnTo>
                    <a:pt x="113077" y="69726"/>
                  </a:lnTo>
                  <a:lnTo>
                    <a:pt x="113077" y="69963"/>
                  </a:lnTo>
                  <a:cubicBezTo>
                    <a:pt x="115451" y="79450"/>
                    <a:pt x="123993" y="83600"/>
                    <a:pt x="132299" y="83600"/>
                  </a:cubicBezTo>
                  <a:cubicBezTo>
                    <a:pt x="140604" y="83600"/>
                    <a:pt x="147486" y="80636"/>
                    <a:pt x="152470" y="76367"/>
                  </a:cubicBezTo>
                  <a:lnTo>
                    <a:pt x="160301" y="91901"/>
                  </a:lnTo>
                  <a:cubicBezTo>
                    <a:pt x="154487" y="96762"/>
                    <a:pt x="145588" y="101268"/>
                    <a:pt x="131943" y="101268"/>
                  </a:cubicBezTo>
                  <a:cubicBezTo>
                    <a:pt x="107856" y="101268"/>
                    <a:pt x="93855" y="85142"/>
                    <a:pt x="93855" y="64034"/>
                  </a:cubicBezTo>
                  <a:cubicBezTo>
                    <a:pt x="93855" y="42927"/>
                    <a:pt x="107975" y="26799"/>
                    <a:pt x="130282" y="26799"/>
                  </a:cubicBezTo>
                  <a:close/>
                  <a:moveTo>
                    <a:pt x="680362" y="9487"/>
                  </a:moveTo>
                  <a:lnTo>
                    <a:pt x="699108" y="9487"/>
                  </a:lnTo>
                  <a:lnTo>
                    <a:pt x="699108" y="28579"/>
                  </a:lnTo>
                  <a:lnTo>
                    <a:pt x="717144" y="28579"/>
                  </a:lnTo>
                  <a:lnTo>
                    <a:pt x="717144" y="44350"/>
                  </a:lnTo>
                  <a:lnTo>
                    <a:pt x="699108" y="44350"/>
                  </a:lnTo>
                  <a:lnTo>
                    <a:pt x="699108" y="75180"/>
                  </a:lnTo>
                  <a:cubicBezTo>
                    <a:pt x="699108" y="79687"/>
                    <a:pt x="701363" y="81584"/>
                    <a:pt x="706228" y="81584"/>
                  </a:cubicBezTo>
                  <a:cubicBezTo>
                    <a:pt x="709075" y="81584"/>
                    <a:pt x="711448" y="81347"/>
                    <a:pt x="716670" y="80398"/>
                  </a:cubicBezTo>
                  <a:lnTo>
                    <a:pt x="716670" y="98186"/>
                  </a:lnTo>
                  <a:lnTo>
                    <a:pt x="716670" y="98305"/>
                  </a:lnTo>
                  <a:cubicBezTo>
                    <a:pt x="711448" y="99609"/>
                    <a:pt x="705990" y="100439"/>
                    <a:pt x="701245" y="100439"/>
                  </a:cubicBezTo>
                  <a:cubicBezTo>
                    <a:pt x="687955" y="100439"/>
                    <a:pt x="680362" y="94153"/>
                    <a:pt x="680362" y="77908"/>
                  </a:cubicBezTo>
                  <a:lnTo>
                    <a:pt x="680362" y="44350"/>
                  </a:lnTo>
                  <a:lnTo>
                    <a:pt x="667427" y="44350"/>
                  </a:lnTo>
                  <a:lnTo>
                    <a:pt x="667427" y="28579"/>
                  </a:lnTo>
                  <a:lnTo>
                    <a:pt x="680362" y="28579"/>
                  </a:lnTo>
                  <a:close/>
                  <a:moveTo>
                    <a:pt x="353351" y="0"/>
                  </a:moveTo>
                  <a:lnTo>
                    <a:pt x="445308" y="0"/>
                  </a:lnTo>
                  <a:lnTo>
                    <a:pt x="445308" y="19922"/>
                  </a:lnTo>
                  <a:lnTo>
                    <a:pt x="409237" y="19922"/>
                  </a:lnTo>
                  <a:lnTo>
                    <a:pt x="409237" y="99609"/>
                  </a:lnTo>
                  <a:lnTo>
                    <a:pt x="389304" y="99609"/>
                  </a:lnTo>
                  <a:lnTo>
                    <a:pt x="389304" y="19922"/>
                  </a:lnTo>
                  <a:lnTo>
                    <a:pt x="353351" y="19922"/>
                  </a:lnTo>
                  <a:close/>
                  <a:moveTo>
                    <a:pt x="0" y="0"/>
                  </a:moveTo>
                  <a:lnTo>
                    <a:pt x="81278" y="0"/>
                  </a:lnTo>
                  <a:lnTo>
                    <a:pt x="81278" y="14348"/>
                  </a:lnTo>
                  <a:lnTo>
                    <a:pt x="29782" y="79568"/>
                  </a:lnTo>
                  <a:lnTo>
                    <a:pt x="81278" y="79568"/>
                  </a:lnTo>
                  <a:lnTo>
                    <a:pt x="81278" y="99491"/>
                  </a:lnTo>
                  <a:lnTo>
                    <a:pt x="0" y="99491"/>
                  </a:lnTo>
                  <a:lnTo>
                    <a:pt x="0" y="85261"/>
                  </a:lnTo>
                  <a:lnTo>
                    <a:pt x="51496" y="19922"/>
                  </a:lnTo>
                  <a:lnTo>
                    <a:pt x="0" y="19922"/>
                  </a:lnTo>
                  <a:close/>
                </a:path>
              </a:pathLst>
            </a:custGeom>
            <a:solidFill>
              <a:srgbClr val="FFFFFF"/>
            </a:solidFill>
            <a:ln w="933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4" name="Google Shape;359;p11">
            <a:extLst>
              <a:ext uri="{FF2B5EF4-FFF2-40B4-BE49-F238E27FC236}">
                <a16:creationId xmlns:a16="http://schemas.microsoft.com/office/drawing/2014/main" id="{A2EDF505-91D7-2EA8-6936-E0466F260585}"/>
              </a:ext>
            </a:extLst>
          </p:cNvPr>
          <p:cNvSpPr/>
          <p:nvPr/>
        </p:nvSpPr>
        <p:spPr>
          <a:xfrm>
            <a:off x="2559976" y="2555271"/>
            <a:ext cx="147781" cy="91615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rgbClr val="246CF7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55" name="Google Shape;1167;p18">
            <a:extLst>
              <a:ext uri="{FF2B5EF4-FFF2-40B4-BE49-F238E27FC236}">
                <a16:creationId xmlns:a16="http://schemas.microsoft.com/office/drawing/2014/main" id="{620A57AB-FD0E-C16E-BB61-036832188FCC}"/>
              </a:ext>
            </a:extLst>
          </p:cNvPr>
          <p:cNvSpPr>
            <a:spLocks noChangeAspect="1"/>
          </p:cNvSpPr>
          <p:nvPr/>
        </p:nvSpPr>
        <p:spPr>
          <a:xfrm>
            <a:off x="4446645" y="1302152"/>
            <a:ext cx="758903" cy="492227"/>
          </a:xfrm>
          <a:custGeom>
            <a:avLst/>
            <a:gdLst/>
            <a:ahLst/>
            <a:cxnLst/>
            <a:rect l="l" t="t" r="r" b="b"/>
            <a:pathLst>
              <a:path w="682466" h="477678" extrusionOk="0">
                <a:moveTo>
                  <a:pt x="511778" y="477679"/>
                </a:moveTo>
                <a:lnTo>
                  <a:pt x="136493" y="477679"/>
                </a:lnTo>
                <a:cubicBezTo>
                  <a:pt x="61246" y="477679"/>
                  <a:pt x="0" y="416433"/>
                  <a:pt x="0" y="341186"/>
                </a:cubicBezTo>
                <a:cubicBezTo>
                  <a:pt x="0" y="277654"/>
                  <a:pt x="43529" y="224219"/>
                  <a:pt x="102394" y="208978"/>
                </a:cubicBezTo>
                <a:cubicBezTo>
                  <a:pt x="102394" y="207550"/>
                  <a:pt x="102394" y="206121"/>
                  <a:pt x="102394" y="204692"/>
                </a:cubicBezTo>
                <a:cubicBezTo>
                  <a:pt x="102394" y="91821"/>
                  <a:pt x="194215" y="0"/>
                  <a:pt x="307086" y="0"/>
                </a:cubicBezTo>
                <a:cubicBezTo>
                  <a:pt x="395383" y="0"/>
                  <a:pt x="471678" y="55912"/>
                  <a:pt x="499872" y="136970"/>
                </a:cubicBezTo>
                <a:cubicBezTo>
                  <a:pt x="600265" y="128588"/>
                  <a:pt x="682466" y="209074"/>
                  <a:pt x="682466" y="307086"/>
                </a:cubicBezTo>
                <a:cubicBezTo>
                  <a:pt x="682466" y="405098"/>
                  <a:pt x="605885" y="477679"/>
                  <a:pt x="511873" y="477679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9525">
            <a:solidFill>
              <a:schemeClr val="tx1"/>
            </a:solidFill>
          </a:ln>
          <a:effectLst/>
        </p:spPr>
        <p:txBody>
          <a:bodyPr spcFirstLastPara="1" wrap="square" lIns="72427" tIns="36203" rIns="72427" bIns="36203" anchor="ctr" anchorCtr="0">
            <a:noAutofit/>
          </a:bodyPr>
          <a:lstStyle/>
          <a:p>
            <a:pPr marL="0" marR="0" lvl="0" indent="0" algn="l" defTabSz="7243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Tx/>
              <a:buNone/>
              <a:tabLst/>
              <a:defRPr/>
            </a:pPr>
            <a:endParaRPr kumimoji="0" sz="634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Arial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28A3A535-CAD9-DD66-6A9F-23645A388339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4541806" y="1436690"/>
            <a:ext cx="538056" cy="230832"/>
          </a:xfrm>
          <a:prstGeom prst="rect">
            <a:avLst/>
          </a:prstGeom>
        </p:spPr>
        <p:txBody>
          <a:bodyPr wrap="square" rtlCol="0" anchor="ctr">
            <a:spAutoFit/>
          </a:bodyPr>
          <a:lstStyle/>
          <a:p>
            <a:pPr marL="0" marR="0" lvl="0" indent="0" algn="ctr" defTabSz="965371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  <a:sym typeface="Helvetica Light"/>
              </a:rPr>
              <a:t>Azure</a:t>
            </a:r>
          </a:p>
        </p:txBody>
      </p:sp>
      <p:cxnSp>
        <p:nvCxnSpPr>
          <p:cNvPr id="57" name="Straight Arrow Connector 56">
            <a:extLst>
              <a:ext uri="{FF2B5EF4-FFF2-40B4-BE49-F238E27FC236}">
                <a16:creationId xmlns:a16="http://schemas.microsoft.com/office/drawing/2014/main" id="{9AF2E0A2-A4EA-12C1-3B4D-434EC886D448}"/>
              </a:ext>
            </a:extLst>
          </p:cNvPr>
          <p:cNvCxnSpPr>
            <a:cxnSpLocks/>
          </p:cNvCxnSpPr>
          <p:nvPr/>
        </p:nvCxnSpPr>
        <p:spPr>
          <a:xfrm>
            <a:off x="4811910" y="1697162"/>
            <a:ext cx="0" cy="842381"/>
          </a:xfrm>
          <a:prstGeom prst="straightConnector1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w="sm" len="sm"/>
            <a:tailEnd type="triangle" w="sm" len="sm"/>
          </a:ln>
          <a:effectLst/>
        </p:spPr>
      </p:cxnSp>
      <p:sp>
        <p:nvSpPr>
          <p:cNvPr id="58" name="Google Shape;359;p11">
            <a:extLst>
              <a:ext uri="{FF2B5EF4-FFF2-40B4-BE49-F238E27FC236}">
                <a16:creationId xmlns:a16="http://schemas.microsoft.com/office/drawing/2014/main" id="{035D88DC-7517-780D-D5F1-3B866ADA37FE}"/>
              </a:ext>
            </a:extLst>
          </p:cNvPr>
          <p:cNvSpPr/>
          <p:nvPr/>
        </p:nvSpPr>
        <p:spPr>
          <a:xfrm>
            <a:off x="4740886" y="2556963"/>
            <a:ext cx="147781" cy="91615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rgbClr val="246CF7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59" name="Rounded Rectangle 58">
            <a:extLst>
              <a:ext uri="{FF2B5EF4-FFF2-40B4-BE49-F238E27FC236}">
                <a16:creationId xmlns:a16="http://schemas.microsoft.com/office/drawing/2014/main" id="{F6944BFF-A19A-0B77-4A7F-D00ADAC5C4CE}"/>
              </a:ext>
            </a:extLst>
          </p:cNvPr>
          <p:cNvSpPr/>
          <p:nvPr/>
        </p:nvSpPr>
        <p:spPr>
          <a:xfrm>
            <a:off x="3002780" y="3543770"/>
            <a:ext cx="1434182" cy="276497"/>
          </a:xfrm>
          <a:prstGeom prst="roundRect">
            <a:avLst/>
          </a:prstGeom>
          <a:solidFill>
            <a:srgbClr val="246CF7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tIns="0" bIns="0" rtlCol="0" anchor="ctr"/>
          <a:lstStyle/>
          <a:p>
            <a:pPr marL="0" marR="0" lvl="0" indent="0" algn="ctr" defTabSz="2285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Zero Trust Branch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3949CC57-53A4-F1F0-2CE2-DC9DC2E3D06C}"/>
              </a:ext>
            </a:extLst>
          </p:cNvPr>
          <p:cNvSpPr txBox="1"/>
          <p:nvPr/>
        </p:nvSpPr>
        <p:spPr>
          <a:xfrm>
            <a:off x="4027545" y="3868306"/>
            <a:ext cx="760344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L2/L3 switch</a:t>
            </a:r>
            <a:endParaRPr kumimoji="0" lang="en-US" sz="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  <a:sym typeface="Arial"/>
            </a:endParaRP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48ECE029-86E9-A59E-6AA1-5F93C1BB0A93}"/>
              </a:ext>
            </a:extLst>
          </p:cNvPr>
          <p:cNvGrpSpPr/>
          <p:nvPr/>
        </p:nvGrpSpPr>
        <p:grpSpPr>
          <a:xfrm>
            <a:off x="2570084" y="1637471"/>
            <a:ext cx="118114" cy="118114"/>
            <a:chOff x="7009520" y="2743199"/>
            <a:chExt cx="336159" cy="336159"/>
          </a:xfrm>
        </p:grpSpPr>
        <p:sp>
          <p:nvSpPr>
            <p:cNvPr id="62" name="Rounded Rectangle 61">
              <a:extLst>
                <a:ext uri="{FF2B5EF4-FFF2-40B4-BE49-F238E27FC236}">
                  <a16:creationId xmlns:a16="http://schemas.microsoft.com/office/drawing/2014/main" id="{B15B9DD7-32D0-75B6-566D-CFBCDC825033}"/>
                </a:ext>
              </a:extLst>
            </p:cNvPr>
            <p:cNvSpPr/>
            <p:nvPr/>
          </p:nvSpPr>
          <p:spPr>
            <a:xfrm>
              <a:off x="7009520" y="2743199"/>
              <a:ext cx="336159" cy="336159"/>
            </a:xfrm>
            <a:prstGeom prst="roundRect">
              <a:avLst/>
            </a:prstGeom>
            <a:solidFill>
              <a:srgbClr val="246CF7"/>
            </a:solidFill>
            <a:ln w="19050" cap="flat" cmpd="sng" algn="ctr">
              <a:solidFill>
                <a:srgbClr val="246CF7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63" name="Google Shape;1523;g274ae08a854_2_0">
              <a:extLst>
                <a:ext uri="{FF2B5EF4-FFF2-40B4-BE49-F238E27FC236}">
                  <a16:creationId xmlns:a16="http://schemas.microsoft.com/office/drawing/2014/main" id="{7AE886C3-B454-2FA2-CA81-BBCA389E9327}"/>
                </a:ext>
              </a:extLst>
            </p:cNvPr>
            <p:cNvSpPr/>
            <p:nvPr/>
          </p:nvSpPr>
          <p:spPr>
            <a:xfrm>
              <a:off x="7029683" y="2819579"/>
              <a:ext cx="295835" cy="183400"/>
            </a:xfrm>
            <a:custGeom>
              <a:avLst/>
              <a:gdLst/>
              <a:ahLst/>
              <a:cxnLst/>
              <a:rect l="l" t="t" r="r" b="b"/>
              <a:pathLst>
                <a:path w="933738" h="578857" extrusionOk="0">
                  <a:moveTo>
                    <a:pt x="931888" y="294460"/>
                  </a:moveTo>
                  <a:cubicBezTo>
                    <a:pt x="947033" y="387043"/>
                    <a:pt x="866642" y="439240"/>
                    <a:pt x="785203" y="445241"/>
                  </a:cubicBezTo>
                  <a:cubicBezTo>
                    <a:pt x="733673" y="551826"/>
                    <a:pt x="550507" y="623740"/>
                    <a:pt x="392202" y="546492"/>
                  </a:cubicBezTo>
                  <a:cubicBezTo>
                    <a:pt x="324574" y="556779"/>
                    <a:pt x="287427" y="539824"/>
                    <a:pt x="258852" y="507439"/>
                  </a:cubicBezTo>
                  <a:cubicBezTo>
                    <a:pt x="316764" y="432954"/>
                    <a:pt x="492119" y="298747"/>
                    <a:pt x="706527" y="367993"/>
                  </a:cubicBezTo>
                  <a:cubicBezTo>
                    <a:pt x="820827" y="404950"/>
                    <a:pt x="850640" y="318082"/>
                    <a:pt x="821779" y="285507"/>
                  </a:cubicBezTo>
                  <a:cubicBezTo>
                    <a:pt x="713956" y="163015"/>
                    <a:pt x="470211" y="273315"/>
                    <a:pt x="461448" y="282459"/>
                  </a:cubicBezTo>
                  <a:cubicBezTo>
                    <a:pt x="556984" y="135869"/>
                    <a:pt x="899313" y="94721"/>
                    <a:pt x="931888" y="294460"/>
                  </a:cubicBezTo>
                  <a:close/>
                  <a:moveTo>
                    <a:pt x="603847" y="126154"/>
                  </a:moveTo>
                  <a:cubicBezTo>
                    <a:pt x="604419" y="126154"/>
                    <a:pt x="526028" y="98341"/>
                    <a:pt x="416395" y="145680"/>
                  </a:cubicBezTo>
                  <a:cubicBezTo>
                    <a:pt x="411982" y="144033"/>
                    <a:pt x="407659" y="142157"/>
                    <a:pt x="403441" y="140060"/>
                  </a:cubicBezTo>
                  <a:cubicBezTo>
                    <a:pt x="508883" y="70242"/>
                    <a:pt x="601275" y="40238"/>
                    <a:pt x="680333" y="51859"/>
                  </a:cubicBezTo>
                  <a:cubicBezTo>
                    <a:pt x="632708" y="-3291"/>
                    <a:pt x="402489" y="-43391"/>
                    <a:pt x="270758" y="88244"/>
                  </a:cubicBezTo>
                  <a:cubicBezTo>
                    <a:pt x="107880" y="56240"/>
                    <a:pt x="-6039" y="194067"/>
                    <a:pt x="248" y="320273"/>
                  </a:cubicBezTo>
                  <a:cubicBezTo>
                    <a:pt x="6534" y="446479"/>
                    <a:pt x="144456" y="524775"/>
                    <a:pt x="222752" y="503534"/>
                  </a:cubicBezTo>
                  <a:cubicBezTo>
                    <a:pt x="224649" y="503297"/>
                    <a:pt x="226569" y="503297"/>
                    <a:pt x="228467" y="503534"/>
                  </a:cubicBezTo>
                  <a:cubicBezTo>
                    <a:pt x="245898" y="420286"/>
                    <a:pt x="316668" y="226452"/>
                    <a:pt x="603847" y="126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E8FBB0D-1311-EF10-0D57-2A7AE6F28199}"/>
              </a:ext>
            </a:extLst>
          </p:cNvPr>
          <p:cNvGrpSpPr/>
          <p:nvPr/>
        </p:nvGrpSpPr>
        <p:grpSpPr>
          <a:xfrm>
            <a:off x="4749961" y="1635857"/>
            <a:ext cx="118114" cy="118114"/>
            <a:chOff x="7009520" y="2743199"/>
            <a:chExt cx="336159" cy="336159"/>
          </a:xfrm>
        </p:grpSpPr>
        <p:sp>
          <p:nvSpPr>
            <p:cNvPr id="65" name="Rounded Rectangle 64">
              <a:extLst>
                <a:ext uri="{FF2B5EF4-FFF2-40B4-BE49-F238E27FC236}">
                  <a16:creationId xmlns:a16="http://schemas.microsoft.com/office/drawing/2014/main" id="{70F810C1-BA8D-CDBE-5118-9C2F4D2DF99C}"/>
                </a:ext>
              </a:extLst>
            </p:cNvPr>
            <p:cNvSpPr/>
            <p:nvPr/>
          </p:nvSpPr>
          <p:spPr>
            <a:xfrm>
              <a:off x="7009520" y="2743199"/>
              <a:ext cx="336159" cy="336159"/>
            </a:xfrm>
            <a:prstGeom prst="roundRect">
              <a:avLst/>
            </a:prstGeom>
            <a:solidFill>
              <a:srgbClr val="246CF7"/>
            </a:solidFill>
            <a:ln w="19050" cap="flat" cmpd="sng" algn="ctr">
              <a:solidFill>
                <a:srgbClr val="246CF7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66" name="Google Shape;1523;g274ae08a854_2_0">
              <a:extLst>
                <a:ext uri="{FF2B5EF4-FFF2-40B4-BE49-F238E27FC236}">
                  <a16:creationId xmlns:a16="http://schemas.microsoft.com/office/drawing/2014/main" id="{0A928C34-CFB9-BD6A-5675-181714F93884}"/>
                </a:ext>
              </a:extLst>
            </p:cNvPr>
            <p:cNvSpPr/>
            <p:nvPr/>
          </p:nvSpPr>
          <p:spPr>
            <a:xfrm>
              <a:off x="7029683" y="2819579"/>
              <a:ext cx="295835" cy="183400"/>
            </a:xfrm>
            <a:custGeom>
              <a:avLst/>
              <a:gdLst/>
              <a:ahLst/>
              <a:cxnLst/>
              <a:rect l="l" t="t" r="r" b="b"/>
              <a:pathLst>
                <a:path w="933738" h="578857" extrusionOk="0">
                  <a:moveTo>
                    <a:pt x="931888" y="294460"/>
                  </a:moveTo>
                  <a:cubicBezTo>
                    <a:pt x="947033" y="387043"/>
                    <a:pt x="866642" y="439240"/>
                    <a:pt x="785203" y="445241"/>
                  </a:cubicBezTo>
                  <a:cubicBezTo>
                    <a:pt x="733673" y="551826"/>
                    <a:pt x="550507" y="623740"/>
                    <a:pt x="392202" y="546492"/>
                  </a:cubicBezTo>
                  <a:cubicBezTo>
                    <a:pt x="324574" y="556779"/>
                    <a:pt x="287427" y="539824"/>
                    <a:pt x="258852" y="507439"/>
                  </a:cubicBezTo>
                  <a:cubicBezTo>
                    <a:pt x="316764" y="432954"/>
                    <a:pt x="492119" y="298747"/>
                    <a:pt x="706527" y="367993"/>
                  </a:cubicBezTo>
                  <a:cubicBezTo>
                    <a:pt x="820827" y="404950"/>
                    <a:pt x="850640" y="318082"/>
                    <a:pt x="821779" y="285507"/>
                  </a:cubicBezTo>
                  <a:cubicBezTo>
                    <a:pt x="713956" y="163015"/>
                    <a:pt x="470211" y="273315"/>
                    <a:pt x="461448" y="282459"/>
                  </a:cubicBezTo>
                  <a:cubicBezTo>
                    <a:pt x="556984" y="135869"/>
                    <a:pt x="899313" y="94721"/>
                    <a:pt x="931888" y="294460"/>
                  </a:cubicBezTo>
                  <a:close/>
                  <a:moveTo>
                    <a:pt x="603847" y="126154"/>
                  </a:moveTo>
                  <a:cubicBezTo>
                    <a:pt x="604419" y="126154"/>
                    <a:pt x="526028" y="98341"/>
                    <a:pt x="416395" y="145680"/>
                  </a:cubicBezTo>
                  <a:cubicBezTo>
                    <a:pt x="411982" y="144033"/>
                    <a:pt x="407659" y="142157"/>
                    <a:pt x="403441" y="140060"/>
                  </a:cubicBezTo>
                  <a:cubicBezTo>
                    <a:pt x="508883" y="70242"/>
                    <a:pt x="601275" y="40238"/>
                    <a:pt x="680333" y="51859"/>
                  </a:cubicBezTo>
                  <a:cubicBezTo>
                    <a:pt x="632708" y="-3291"/>
                    <a:pt x="402489" y="-43391"/>
                    <a:pt x="270758" y="88244"/>
                  </a:cubicBezTo>
                  <a:cubicBezTo>
                    <a:pt x="107880" y="56240"/>
                    <a:pt x="-6039" y="194067"/>
                    <a:pt x="248" y="320273"/>
                  </a:cubicBezTo>
                  <a:cubicBezTo>
                    <a:pt x="6534" y="446479"/>
                    <a:pt x="144456" y="524775"/>
                    <a:pt x="222752" y="503534"/>
                  </a:cubicBezTo>
                  <a:cubicBezTo>
                    <a:pt x="224649" y="503297"/>
                    <a:pt x="226569" y="503297"/>
                    <a:pt x="228467" y="503534"/>
                  </a:cubicBezTo>
                  <a:cubicBezTo>
                    <a:pt x="245898" y="420286"/>
                    <a:pt x="316668" y="226452"/>
                    <a:pt x="603847" y="126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9143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FAA3A75F-CE29-7CA4-9FFC-CA622578C376}"/>
              </a:ext>
            </a:extLst>
          </p:cNvPr>
          <p:cNvCxnSpPr>
            <a:cxnSpLocks/>
          </p:cNvCxnSpPr>
          <p:nvPr/>
        </p:nvCxnSpPr>
        <p:spPr>
          <a:xfrm>
            <a:off x="3382099" y="4119691"/>
            <a:ext cx="0" cy="214072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3D16B107-D312-EAA6-4825-BC535D07A6E0}"/>
              </a:ext>
            </a:extLst>
          </p:cNvPr>
          <p:cNvCxnSpPr>
            <a:cxnSpLocks/>
          </p:cNvCxnSpPr>
          <p:nvPr/>
        </p:nvCxnSpPr>
        <p:spPr>
          <a:xfrm>
            <a:off x="1473602" y="4333762"/>
            <a:ext cx="1906451" cy="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6C5771DF-647B-0E5F-C3B5-90E45EDB5EC2}"/>
              </a:ext>
            </a:extLst>
          </p:cNvPr>
          <p:cNvCxnSpPr>
            <a:cxnSpLocks/>
          </p:cNvCxnSpPr>
          <p:nvPr/>
        </p:nvCxnSpPr>
        <p:spPr>
          <a:xfrm>
            <a:off x="4035268" y="4333762"/>
            <a:ext cx="1889214" cy="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F6E05A66-6121-7FD9-6593-B07BC44AD8DF}"/>
              </a:ext>
            </a:extLst>
          </p:cNvPr>
          <p:cNvCxnSpPr/>
          <p:nvPr/>
        </p:nvCxnSpPr>
        <p:spPr>
          <a:xfrm>
            <a:off x="1473602" y="4331656"/>
            <a:ext cx="0" cy="473207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8D65C408-F537-68A9-4ABC-EBCD2A6CA906}"/>
              </a:ext>
            </a:extLst>
          </p:cNvPr>
          <p:cNvCxnSpPr/>
          <p:nvPr/>
        </p:nvCxnSpPr>
        <p:spPr>
          <a:xfrm>
            <a:off x="5924482" y="4331656"/>
            <a:ext cx="0" cy="473207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26E4432B-71AB-1098-C314-8B912350876B}"/>
              </a:ext>
            </a:extLst>
          </p:cNvPr>
          <p:cNvCxnSpPr>
            <a:cxnSpLocks/>
          </p:cNvCxnSpPr>
          <p:nvPr/>
        </p:nvCxnSpPr>
        <p:spPr>
          <a:xfrm>
            <a:off x="4035268" y="4119691"/>
            <a:ext cx="0" cy="214072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73" name="Straight Connector 72">
            <a:extLst>
              <a:ext uri="{FF2B5EF4-FFF2-40B4-BE49-F238E27FC236}">
                <a16:creationId xmlns:a16="http://schemas.microsoft.com/office/drawing/2014/main" id="{E7740DC5-7DA7-FD7D-C1D6-E7F498538E0F}"/>
              </a:ext>
            </a:extLst>
          </p:cNvPr>
          <p:cNvCxnSpPr>
            <a:cxnSpLocks/>
          </p:cNvCxnSpPr>
          <p:nvPr/>
        </p:nvCxnSpPr>
        <p:spPr>
          <a:xfrm>
            <a:off x="3242085" y="4518824"/>
            <a:ext cx="0" cy="28604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1CAE4044-97FD-7576-9FDE-F1A25EEC6CCD}"/>
              </a:ext>
            </a:extLst>
          </p:cNvPr>
          <p:cNvCxnSpPr>
            <a:cxnSpLocks/>
          </p:cNvCxnSpPr>
          <p:nvPr/>
        </p:nvCxnSpPr>
        <p:spPr>
          <a:xfrm>
            <a:off x="4170669" y="4518824"/>
            <a:ext cx="0" cy="28604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0DEE5CB5-E026-771A-1756-2A86F96C93ED}"/>
              </a:ext>
            </a:extLst>
          </p:cNvPr>
          <p:cNvCxnSpPr>
            <a:cxnSpLocks/>
          </p:cNvCxnSpPr>
          <p:nvPr/>
        </p:nvCxnSpPr>
        <p:spPr>
          <a:xfrm>
            <a:off x="3241003" y="4518824"/>
            <a:ext cx="931109" cy="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sp>
        <p:nvSpPr>
          <p:cNvPr id="76" name="TextBox 75">
            <a:extLst>
              <a:ext uri="{FF2B5EF4-FFF2-40B4-BE49-F238E27FC236}">
                <a16:creationId xmlns:a16="http://schemas.microsoft.com/office/drawing/2014/main" id="{5865368F-951D-8311-F645-2731B24F5E72}"/>
              </a:ext>
            </a:extLst>
          </p:cNvPr>
          <p:cNvSpPr txBox="1"/>
          <p:nvPr/>
        </p:nvSpPr>
        <p:spPr>
          <a:xfrm>
            <a:off x="7271608" y="1338472"/>
            <a:ext cx="375356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34A3D"/>
              </a:buClr>
              <a:buSzPts val="1400"/>
              <a:buFont typeface="GT Haptik ZS" panose="00000500000000000000" pitchFamily="50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>
                <a:ln>
                  <a:noFill/>
                </a:ln>
                <a:solidFill>
                  <a:srgbClr val="6BFFB3"/>
                </a:solidFill>
                <a:effectLst/>
                <a:uLnTx/>
                <a:uFillTx/>
                <a:ea typeface="+mn-ea"/>
                <a:cs typeface="+mn-cs"/>
                <a:sym typeface="GT Haptik ZS" panose="00000500000000000000" pitchFamily="50" charset="0"/>
              </a:rPr>
              <a:t>Innovative Agentless Segmentation</a:t>
            </a: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753C8DA3-653F-0B6A-025D-7BC9623564E0}"/>
              </a:ext>
            </a:extLst>
          </p:cNvPr>
          <p:cNvGrpSpPr/>
          <p:nvPr/>
        </p:nvGrpSpPr>
        <p:grpSpPr>
          <a:xfrm>
            <a:off x="7377661" y="2385468"/>
            <a:ext cx="3654132" cy="665300"/>
            <a:chOff x="7377661" y="2269354"/>
            <a:chExt cx="3654132" cy="665300"/>
          </a:xfrm>
        </p:grpSpPr>
        <p:sp>
          <p:nvSpPr>
            <p:cNvPr id="78" name="Rounded Rectangle 54">
              <a:extLst>
                <a:ext uri="{FF2B5EF4-FFF2-40B4-BE49-F238E27FC236}">
                  <a16:creationId xmlns:a16="http://schemas.microsoft.com/office/drawing/2014/main" id="{75E67C7C-A96A-9E8C-A92E-C0849E437A4F}"/>
                </a:ext>
              </a:extLst>
            </p:cNvPr>
            <p:cNvSpPr/>
            <p:nvPr/>
          </p:nvSpPr>
          <p:spPr>
            <a:xfrm>
              <a:off x="7377661" y="2269354"/>
              <a:ext cx="3654132" cy="665300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Assumes the role of default gateway</a:t>
              </a:r>
              <a:b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</a:b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for VLANs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EAFF579-6F80-F525-B532-4A0DC9AAB39E}"/>
                </a:ext>
              </a:extLst>
            </p:cNvPr>
            <p:cNvSpPr txBox="1"/>
            <p:nvPr/>
          </p:nvSpPr>
          <p:spPr>
            <a:xfrm>
              <a:off x="7471356" y="2371172"/>
              <a:ext cx="3577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BFFB3"/>
                  </a:solidFill>
                  <a:effectLst/>
                  <a:uLnTx/>
                  <a:uFillTx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8921DEA5-FDC5-AEF7-63DC-A8BBF4A05934}"/>
              </a:ext>
            </a:extLst>
          </p:cNvPr>
          <p:cNvGrpSpPr/>
          <p:nvPr/>
        </p:nvGrpSpPr>
        <p:grpSpPr>
          <a:xfrm>
            <a:off x="7377661" y="3243491"/>
            <a:ext cx="3654132" cy="665300"/>
            <a:chOff x="7377661" y="3127377"/>
            <a:chExt cx="3654132" cy="665300"/>
          </a:xfrm>
        </p:grpSpPr>
        <p:sp>
          <p:nvSpPr>
            <p:cNvPr id="81" name="Rounded Rectangle 54">
              <a:extLst>
                <a:ext uri="{FF2B5EF4-FFF2-40B4-BE49-F238E27FC236}">
                  <a16:creationId xmlns:a16="http://schemas.microsoft.com/office/drawing/2014/main" id="{D26E35E8-8406-98EF-DF9E-0C5E1510A84E}"/>
                </a:ext>
              </a:extLst>
            </p:cNvPr>
            <p:cNvSpPr/>
            <p:nvPr/>
          </p:nvSpPr>
          <p:spPr>
            <a:xfrm>
              <a:off x="7377661" y="3127377"/>
              <a:ext cx="3654132" cy="665300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Auto-provisions every endpoint with a /32 subnet mask through intelligent DHCP proxy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93269A1E-00AA-318F-E017-B7ECEFEC80B6}"/>
                </a:ext>
              </a:extLst>
            </p:cNvPr>
            <p:cNvSpPr txBox="1"/>
            <p:nvPr/>
          </p:nvSpPr>
          <p:spPr>
            <a:xfrm>
              <a:off x="7471356" y="3229194"/>
              <a:ext cx="35939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BFFB3"/>
                  </a:solidFill>
                  <a:effectLst/>
                  <a:uLnTx/>
                  <a:uFillTx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B7E37C65-5455-BCB2-D2F4-341425898F67}"/>
              </a:ext>
            </a:extLst>
          </p:cNvPr>
          <p:cNvGrpSpPr/>
          <p:nvPr/>
        </p:nvGrpSpPr>
        <p:grpSpPr>
          <a:xfrm>
            <a:off x="7371038" y="4101514"/>
            <a:ext cx="3654132" cy="665300"/>
            <a:chOff x="7371038" y="3985400"/>
            <a:chExt cx="3654132" cy="665300"/>
          </a:xfrm>
        </p:grpSpPr>
        <p:sp>
          <p:nvSpPr>
            <p:cNvPr id="84" name="Rounded Rectangle 54">
              <a:extLst>
                <a:ext uri="{FF2B5EF4-FFF2-40B4-BE49-F238E27FC236}">
                  <a16:creationId xmlns:a16="http://schemas.microsoft.com/office/drawing/2014/main" id="{2EF161F6-0C85-5EC7-26FA-7DB1E66A9B5B}"/>
                </a:ext>
              </a:extLst>
            </p:cNvPr>
            <p:cNvSpPr/>
            <p:nvPr/>
          </p:nvSpPr>
          <p:spPr>
            <a:xfrm>
              <a:off x="7371038" y="3985400"/>
              <a:ext cx="3654132" cy="665300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Automatically classifies device into groups (IT, IoT, OT, Servers)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1C6D376C-1413-CB14-B71D-9C5B3F387853}"/>
                </a:ext>
              </a:extLst>
            </p:cNvPr>
            <p:cNvSpPr txBox="1"/>
            <p:nvPr/>
          </p:nvSpPr>
          <p:spPr>
            <a:xfrm>
              <a:off x="7468654" y="4082430"/>
              <a:ext cx="35939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BFFB3"/>
                  </a:solidFill>
                  <a:effectLst/>
                  <a:uLnTx/>
                  <a:uFillTx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6C08B72A-6777-F33C-C628-8573DE633D0D}"/>
              </a:ext>
            </a:extLst>
          </p:cNvPr>
          <p:cNvGrpSpPr/>
          <p:nvPr/>
        </p:nvGrpSpPr>
        <p:grpSpPr>
          <a:xfrm>
            <a:off x="7373000" y="4959537"/>
            <a:ext cx="3654132" cy="665300"/>
            <a:chOff x="7373000" y="4843423"/>
            <a:chExt cx="3654132" cy="665300"/>
          </a:xfrm>
        </p:grpSpPr>
        <p:sp>
          <p:nvSpPr>
            <p:cNvPr id="87" name="Rounded Rectangle 54">
              <a:extLst>
                <a:ext uri="{FF2B5EF4-FFF2-40B4-BE49-F238E27FC236}">
                  <a16:creationId xmlns:a16="http://schemas.microsoft.com/office/drawing/2014/main" id="{E94B31D3-D928-1C6B-C3DA-CC9772C6D1E7}"/>
                </a:ext>
              </a:extLst>
            </p:cNvPr>
            <p:cNvSpPr/>
            <p:nvPr/>
          </p:nvSpPr>
          <p:spPr>
            <a:xfrm>
              <a:off x="7373000" y="4843423"/>
              <a:ext cx="3654132" cy="665300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Enforces group-based policies e.g. RDP access to cameras denied except</a:t>
              </a:r>
              <a:b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</a:b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from Admins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0136565-0484-5066-A9B9-30BCCB8FCB7E}"/>
                </a:ext>
              </a:extLst>
            </p:cNvPr>
            <p:cNvSpPr txBox="1"/>
            <p:nvPr/>
          </p:nvSpPr>
          <p:spPr>
            <a:xfrm>
              <a:off x="7468654" y="4944865"/>
              <a:ext cx="3577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BFFB3"/>
                  </a:solidFill>
                  <a:effectLst/>
                  <a:uLnTx/>
                  <a:uFillTx/>
                  <a:ea typeface="+mn-ea"/>
                  <a:cs typeface="+mn-cs"/>
                </a:rPr>
                <a:t>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82283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BD80E3-D61E-99F3-8356-85EC634F49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CDC143-E1F9-7639-E928-32AC650CC5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Automated </a:t>
            </a:r>
            <a:r>
              <a:rPr lang="en-US" dirty="0">
                <a:solidFill>
                  <a:schemeClr val="accent2"/>
                </a:solidFill>
              </a:rPr>
              <a:t>Visibility &amp; Insights</a:t>
            </a: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B757A3AC-1C00-35ED-B459-6E1D0DFB04EE}"/>
              </a:ext>
            </a:extLst>
          </p:cNvPr>
          <p:cNvGrpSpPr/>
          <p:nvPr/>
        </p:nvGrpSpPr>
        <p:grpSpPr>
          <a:xfrm>
            <a:off x="7377661" y="2269354"/>
            <a:ext cx="3654132" cy="665300"/>
            <a:chOff x="10550050" y="4883252"/>
            <a:chExt cx="4532157" cy="839823"/>
          </a:xfrm>
        </p:grpSpPr>
        <p:sp>
          <p:nvSpPr>
            <p:cNvPr id="90" name="Rounded Rectangle 54">
              <a:extLst>
                <a:ext uri="{FF2B5EF4-FFF2-40B4-BE49-F238E27FC236}">
                  <a16:creationId xmlns:a16="http://schemas.microsoft.com/office/drawing/2014/main" id="{664E0026-04BE-4222-9084-BAD7187D52F7}"/>
                </a:ext>
              </a:extLst>
            </p:cNvPr>
            <p:cNvSpPr/>
            <p:nvPr/>
          </p:nvSpPr>
          <p:spPr>
            <a:xfrm>
              <a:off x="10550050" y="4883252"/>
              <a:ext cx="4532157" cy="839823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Discover and tag all devices</a:t>
              </a:r>
            </a:p>
          </p:txBody>
        </p:sp>
        <p:pic>
          <p:nvPicPr>
            <p:cNvPr id="91" name="Graphic 90">
              <a:extLst>
                <a:ext uri="{FF2B5EF4-FFF2-40B4-BE49-F238E27FC236}">
                  <a16:creationId xmlns:a16="http://schemas.microsoft.com/office/drawing/2014/main" id="{8DCFC5CF-54EB-6487-F8FB-AFD73631C0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742709" y="5131247"/>
              <a:ext cx="343820" cy="343820"/>
            </a:xfrm>
            <a:prstGeom prst="rect">
              <a:avLst/>
            </a:prstGeom>
          </p:spPr>
        </p:pic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B13E6A44-1AC4-0D73-5C39-77A66F328E79}"/>
              </a:ext>
            </a:extLst>
          </p:cNvPr>
          <p:cNvGrpSpPr/>
          <p:nvPr/>
        </p:nvGrpSpPr>
        <p:grpSpPr>
          <a:xfrm>
            <a:off x="7377661" y="3127377"/>
            <a:ext cx="3654132" cy="665300"/>
            <a:chOff x="10550050" y="4883252"/>
            <a:chExt cx="4532157" cy="839823"/>
          </a:xfrm>
        </p:grpSpPr>
        <p:sp>
          <p:nvSpPr>
            <p:cNvPr id="93" name="Rounded Rectangle 54">
              <a:extLst>
                <a:ext uri="{FF2B5EF4-FFF2-40B4-BE49-F238E27FC236}">
                  <a16:creationId xmlns:a16="http://schemas.microsoft.com/office/drawing/2014/main" id="{A9FA3B1F-E17C-6BC0-5ADA-89EA2B4DCA0E}"/>
                </a:ext>
              </a:extLst>
            </p:cNvPr>
            <p:cNvSpPr/>
            <p:nvPr/>
          </p:nvSpPr>
          <p:spPr>
            <a:xfrm>
              <a:off x="10550050" y="4883252"/>
              <a:ext cx="4532157" cy="839823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Monitor flows and build traffic maps</a:t>
              </a:r>
            </a:p>
          </p:txBody>
        </p:sp>
        <p:pic>
          <p:nvPicPr>
            <p:cNvPr id="94" name="Graphic 93">
              <a:extLst>
                <a:ext uri="{FF2B5EF4-FFF2-40B4-BE49-F238E27FC236}">
                  <a16:creationId xmlns:a16="http://schemas.microsoft.com/office/drawing/2014/main" id="{A4309891-4AFE-B60F-982A-C57DD228E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742709" y="5131247"/>
              <a:ext cx="343820" cy="343820"/>
            </a:xfrm>
            <a:prstGeom prst="rect">
              <a:avLst/>
            </a:prstGeom>
          </p:spPr>
        </p:pic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09893A6E-E914-ABBD-E9E4-3D6D217F7BD5}"/>
              </a:ext>
            </a:extLst>
          </p:cNvPr>
          <p:cNvGrpSpPr/>
          <p:nvPr/>
        </p:nvGrpSpPr>
        <p:grpSpPr>
          <a:xfrm>
            <a:off x="7371038" y="3985400"/>
            <a:ext cx="3654132" cy="665300"/>
            <a:chOff x="10550050" y="4883252"/>
            <a:chExt cx="4532157" cy="839823"/>
          </a:xfrm>
        </p:grpSpPr>
        <p:sp>
          <p:nvSpPr>
            <p:cNvPr id="96" name="Rounded Rectangle 54">
              <a:extLst>
                <a:ext uri="{FF2B5EF4-FFF2-40B4-BE49-F238E27FC236}">
                  <a16:creationId xmlns:a16="http://schemas.microsoft.com/office/drawing/2014/main" id="{E6689C23-FB75-CF2E-1EF9-F6995AA5CBCC}"/>
                </a:ext>
              </a:extLst>
            </p:cNvPr>
            <p:cNvSpPr/>
            <p:nvPr/>
          </p:nvSpPr>
          <p:spPr>
            <a:xfrm>
              <a:off x="10550050" y="4883252"/>
              <a:ext cx="4532157" cy="839823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Visualize attack surface</a:t>
              </a:r>
            </a:p>
          </p:txBody>
        </p:sp>
        <p:pic>
          <p:nvPicPr>
            <p:cNvPr id="97" name="Graphic 96">
              <a:extLst>
                <a:ext uri="{FF2B5EF4-FFF2-40B4-BE49-F238E27FC236}">
                  <a16:creationId xmlns:a16="http://schemas.microsoft.com/office/drawing/2014/main" id="{55828777-95AD-0E6A-7A04-F37ED21013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742709" y="5131247"/>
              <a:ext cx="343820" cy="343820"/>
            </a:xfrm>
            <a:prstGeom prst="rect">
              <a:avLst/>
            </a:prstGeom>
          </p:spPr>
        </p:pic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64FEEF3B-E318-7883-BB3B-3F2AD0A18571}"/>
              </a:ext>
            </a:extLst>
          </p:cNvPr>
          <p:cNvGrpSpPr/>
          <p:nvPr/>
        </p:nvGrpSpPr>
        <p:grpSpPr>
          <a:xfrm>
            <a:off x="620744" y="1160463"/>
            <a:ext cx="6250896" cy="5862570"/>
            <a:chOff x="184738" y="1325563"/>
            <a:chExt cx="6250896" cy="5862570"/>
          </a:xfrm>
        </p:grpSpPr>
        <p:sp>
          <p:nvSpPr>
            <p:cNvPr id="99" name="Round Same Side Corner Rectangle 98">
              <a:extLst>
                <a:ext uri="{FF2B5EF4-FFF2-40B4-BE49-F238E27FC236}">
                  <a16:creationId xmlns:a16="http://schemas.microsoft.com/office/drawing/2014/main" id="{17BB91A5-F5A2-09C2-4DF1-C7986B1E84D7}"/>
                </a:ext>
              </a:extLst>
            </p:cNvPr>
            <p:cNvSpPr/>
            <p:nvPr/>
          </p:nvSpPr>
          <p:spPr>
            <a:xfrm>
              <a:off x="184738" y="1325563"/>
              <a:ext cx="6250896" cy="5862570"/>
            </a:xfrm>
            <a:prstGeom prst="round2SameRect">
              <a:avLst>
                <a:gd name="adj1" fmla="val 7883"/>
                <a:gd name="adj2" fmla="val 0"/>
              </a:avLst>
            </a:prstGeom>
            <a:gradFill flip="none" rotWithShape="1">
              <a:gsLst>
                <a:gs pos="0">
                  <a:schemeClr val="tx2"/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100" name="Picture 99">
              <a:extLst>
                <a:ext uri="{FF2B5EF4-FFF2-40B4-BE49-F238E27FC236}">
                  <a16:creationId xmlns:a16="http://schemas.microsoft.com/office/drawing/2014/main" id="{1922EDF6-5286-54C2-ED26-B4B0269BFF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207" y="1737030"/>
              <a:ext cx="5565958" cy="3572430"/>
            </a:xfrm>
            <a:prstGeom prst="roundRect">
              <a:avLst>
                <a:gd name="adj" fmla="val 2400"/>
              </a:avLst>
            </a:prstGeom>
            <a:ln w="9525">
              <a:solidFill>
                <a:schemeClr val="tx1"/>
              </a:solidFill>
            </a:ln>
          </p:spPr>
        </p:pic>
      </p:grpSp>
      <p:sp>
        <p:nvSpPr>
          <p:cNvPr id="101" name="TextBox 100">
            <a:extLst>
              <a:ext uri="{FF2B5EF4-FFF2-40B4-BE49-F238E27FC236}">
                <a16:creationId xmlns:a16="http://schemas.microsoft.com/office/drawing/2014/main" id="{B8246E22-6ADB-6227-9865-C3193B626CEE}"/>
              </a:ext>
            </a:extLst>
          </p:cNvPr>
          <p:cNvSpPr txBox="1"/>
          <p:nvPr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 dirty="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 dirty="0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 dirty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 dirty="0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4925237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2023BA-33D6-57B6-E331-ADD45AA2A1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E4EFCC-9186-9F86-6483-4EB3792000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Ransomware Kill Switch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C49986A-068C-B3D3-3561-3E920205139D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en-US" dirty="0"/>
              <a:t>Incident response tool surgically stops lateral propagation</a:t>
            </a:r>
          </a:p>
        </p:txBody>
      </p:sp>
      <p:sp>
        <p:nvSpPr>
          <p:cNvPr id="4" name="Google Shape;3167;p34">
            <a:extLst>
              <a:ext uri="{FF2B5EF4-FFF2-40B4-BE49-F238E27FC236}">
                <a16:creationId xmlns:a16="http://schemas.microsoft.com/office/drawing/2014/main" id="{896FB007-8C36-F18C-D433-B96001A52897}"/>
              </a:ext>
            </a:extLst>
          </p:cNvPr>
          <p:cNvSpPr txBox="1"/>
          <p:nvPr/>
        </p:nvSpPr>
        <p:spPr>
          <a:xfrm>
            <a:off x="4904103" y="1872098"/>
            <a:ext cx="6001401" cy="3411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Maintain business operations with tiered response policies</a:t>
            </a:r>
            <a:endParaRPr kumimoji="0" sz="14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cs typeface="Arial"/>
              <a:sym typeface="Arial"/>
            </a:endParaRPr>
          </a:p>
        </p:txBody>
      </p:sp>
      <p:sp>
        <p:nvSpPr>
          <p:cNvPr id="5" name="Google Shape;3168;p34">
            <a:extLst>
              <a:ext uri="{FF2B5EF4-FFF2-40B4-BE49-F238E27FC236}">
                <a16:creationId xmlns:a16="http://schemas.microsoft.com/office/drawing/2014/main" id="{695B8B29-EA49-DAD2-AB23-2BB87E0E0D2E}"/>
              </a:ext>
            </a:extLst>
          </p:cNvPr>
          <p:cNvSpPr txBox="1"/>
          <p:nvPr/>
        </p:nvSpPr>
        <p:spPr>
          <a:xfrm>
            <a:off x="1141378" y="4065392"/>
            <a:ext cx="2414226" cy="5900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600"/>
              <a:buFont typeface="Arial"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Reduce attack surface during triage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cs typeface="Arial"/>
              <a:sym typeface="Arial"/>
            </a:endParaRPr>
          </a:p>
        </p:txBody>
      </p:sp>
      <p:grpSp>
        <p:nvGrpSpPr>
          <p:cNvPr id="6" name="Google Shape;3169;p34">
            <a:extLst>
              <a:ext uri="{FF2B5EF4-FFF2-40B4-BE49-F238E27FC236}">
                <a16:creationId xmlns:a16="http://schemas.microsoft.com/office/drawing/2014/main" id="{E27FE1FC-4A7B-688F-6493-1984596E811C}"/>
              </a:ext>
            </a:extLst>
          </p:cNvPr>
          <p:cNvGrpSpPr/>
          <p:nvPr/>
        </p:nvGrpSpPr>
        <p:grpSpPr>
          <a:xfrm>
            <a:off x="4317167" y="2340671"/>
            <a:ext cx="7175273" cy="1116830"/>
            <a:chOff x="4317167" y="2357610"/>
            <a:chExt cx="7175273" cy="1116830"/>
          </a:xfrm>
        </p:grpSpPr>
        <p:sp>
          <p:nvSpPr>
            <p:cNvPr id="7" name="Google Shape;3170;p34">
              <a:extLst>
                <a:ext uri="{FF2B5EF4-FFF2-40B4-BE49-F238E27FC236}">
                  <a16:creationId xmlns:a16="http://schemas.microsoft.com/office/drawing/2014/main" id="{DAFB2779-62CB-A964-C103-98F9CB00965C}"/>
                </a:ext>
              </a:extLst>
            </p:cNvPr>
            <p:cNvSpPr/>
            <p:nvPr/>
          </p:nvSpPr>
          <p:spPr>
            <a:xfrm>
              <a:off x="4317167" y="2357610"/>
              <a:ext cx="7175273" cy="1116830"/>
            </a:xfrm>
            <a:prstGeom prst="roundRect">
              <a:avLst>
                <a:gd name="adj" fmla="val 7313"/>
              </a:avLst>
            </a:prstGeom>
            <a:solidFill>
              <a:schemeClr val="tx1"/>
            </a:solidFill>
            <a:ln w="60325" cap="flat" cmpd="sng">
              <a:solidFill>
                <a:schemeClr val="accent2">
                  <a:lumMod val="50000"/>
                </a:schemeClr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Pts val="1426"/>
                <a:buFont typeface="Arial"/>
                <a:buNone/>
                <a:tabLst/>
                <a:defRPr/>
              </a:pPr>
              <a:endParaRPr kumimoji="0" sz="1426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pic>
          <p:nvPicPr>
            <p:cNvPr id="8" name="Google Shape;3171;p34" descr="A screenshot of a chat&#10;&#10;Description automatically generated">
              <a:extLst>
                <a:ext uri="{FF2B5EF4-FFF2-40B4-BE49-F238E27FC236}">
                  <a16:creationId xmlns:a16="http://schemas.microsoft.com/office/drawing/2014/main" id="{3109B892-270E-270E-83D3-2A0310B29090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 l="267" t="3364" r="400" b="4094"/>
            <a:stretch/>
          </p:blipFill>
          <p:spPr>
            <a:xfrm>
              <a:off x="4396868" y="2505153"/>
              <a:ext cx="6934876" cy="8446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" name="Google Shape;3172;p34">
            <a:extLst>
              <a:ext uri="{FF2B5EF4-FFF2-40B4-BE49-F238E27FC236}">
                <a16:creationId xmlns:a16="http://schemas.microsoft.com/office/drawing/2014/main" id="{AB28A00A-8918-3B53-EC18-0569363C1E88}"/>
              </a:ext>
            </a:extLst>
          </p:cNvPr>
          <p:cNvGrpSpPr/>
          <p:nvPr/>
        </p:nvGrpSpPr>
        <p:grpSpPr>
          <a:xfrm>
            <a:off x="4317167" y="3744395"/>
            <a:ext cx="7175273" cy="654176"/>
            <a:chOff x="4317167" y="3761334"/>
            <a:chExt cx="7175273" cy="654176"/>
          </a:xfrm>
        </p:grpSpPr>
        <p:sp>
          <p:nvSpPr>
            <p:cNvPr id="10" name="Google Shape;3173;p34">
              <a:extLst>
                <a:ext uri="{FF2B5EF4-FFF2-40B4-BE49-F238E27FC236}">
                  <a16:creationId xmlns:a16="http://schemas.microsoft.com/office/drawing/2014/main" id="{A1572BBD-E958-75F0-EEB1-DD0FE25F03F6}"/>
                </a:ext>
              </a:extLst>
            </p:cNvPr>
            <p:cNvSpPr/>
            <p:nvPr/>
          </p:nvSpPr>
          <p:spPr>
            <a:xfrm>
              <a:off x="4317167" y="3761334"/>
              <a:ext cx="7175273" cy="654176"/>
            </a:xfrm>
            <a:prstGeom prst="roundRect">
              <a:avLst>
                <a:gd name="adj" fmla="val 7313"/>
              </a:avLst>
            </a:prstGeom>
            <a:solidFill>
              <a:schemeClr val="tx1"/>
            </a:solidFill>
            <a:ln w="60325" cap="flat" cmpd="sng">
              <a:solidFill>
                <a:srgbClr val="FF93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Pts val="1426"/>
                <a:buFont typeface="Arial"/>
                <a:buNone/>
                <a:tabLst/>
                <a:defRPr/>
              </a:pPr>
              <a:endParaRPr kumimoji="0" sz="1426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pic>
          <p:nvPicPr>
            <p:cNvPr id="11" name="Google Shape;3174;p34">
              <a:extLst>
                <a:ext uri="{FF2B5EF4-FFF2-40B4-BE49-F238E27FC236}">
                  <a16:creationId xmlns:a16="http://schemas.microsoft.com/office/drawing/2014/main" id="{62DFD18D-A1F9-739C-C74C-3E478ECDB775}"/>
                </a:ext>
              </a:extLst>
            </p:cNvPr>
            <p:cNvPicPr preferRelativeResize="0"/>
            <p:nvPr/>
          </p:nvPicPr>
          <p:blipFill rotWithShape="1">
            <a:blip r:embed="rId3">
              <a:alphaModFix/>
            </a:blip>
            <a:srcRect t="5038" b="7679"/>
            <a:stretch/>
          </p:blipFill>
          <p:spPr>
            <a:xfrm>
              <a:off x="4378188" y="3881102"/>
              <a:ext cx="6981494" cy="4024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" name="Google Shape;3175;p34">
            <a:extLst>
              <a:ext uri="{FF2B5EF4-FFF2-40B4-BE49-F238E27FC236}">
                <a16:creationId xmlns:a16="http://schemas.microsoft.com/office/drawing/2014/main" id="{A111F257-54EB-9233-D89E-17AF7AD26E8D}"/>
              </a:ext>
            </a:extLst>
          </p:cNvPr>
          <p:cNvGrpSpPr/>
          <p:nvPr/>
        </p:nvGrpSpPr>
        <p:grpSpPr>
          <a:xfrm>
            <a:off x="4317167" y="4715635"/>
            <a:ext cx="7175273" cy="654176"/>
            <a:chOff x="4317167" y="4732574"/>
            <a:chExt cx="7175273" cy="654176"/>
          </a:xfrm>
        </p:grpSpPr>
        <p:sp>
          <p:nvSpPr>
            <p:cNvPr id="13" name="Google Shape;3176;p34">
              <a:extLst>
                <a:ext uri="{FF2B5EF4-FFF2-40B4-BE49-F238E27FC236}">
                  <a16:creationId xmlns:a16="http://schemas.microsoft.com/office/drawing/2014/main" id="{DED78F85-71AF-3119-FF89-13E49696424D}"/>
                </a:ext>
              </a:extLst>
            </p:cNvPr>
            <p:cNvSpPr/>
            <p:nvPr/>
          </p:nvSpPr>
          <p:spPr>
            <a:xfrm>
              <a:off x="4317167" y="4732574"/>
              <a:ext cx="7175273" cy="654176"/>
            </a:xfrm>
            <a:prstGeom prst="roundRect">
              <a:avLst>
                <a:gd name="adj" fmla="val 7313"/>
              </a:avLst>
            </a:prstGeom>
            <a:solidFill>
              <a:schemeClr val="tx1"/>
            </a:solidFill>
            <a:ln w="60325" cap="flat" cmpd="sng">
              <a:solidFill>
                <a:schemeClr val="accent6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Pts val="1426"/>
                <a:buFont typeface="Arial"/>
                <a:buNone/>
                <a:tabLst/>
                <a:defRPr/>
              </a:pPr>
              <a:endParaRPr kumimoji="0" sz="1426" b="0" i="0" u="none" strike="noStrike" kern="0" cap="none" spc="0" normalizeH="0" baseline="0" noProof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pic>
          <p:nvPicPr>
            <p:cNvPr id="14" name="Google Shape;3177;p34">
              <a:extLst>
                <a:ext uri="{FF2B5EF4-FFF2-40B4-BE49-F238E27FC236}">
                  <a16:creationId xmlns:a16="http://schemas.microsoft.com/office/drawing/2014/main" id="{42B6C2B7-77E7-4447-A973-5AFD79916BFF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 t="6911" b="6911"/>
            <a:stretch/>
          </p:blipFill>
          <p:spPr>
            <a:xfrm>
              <a:off x="4378188" y="4860655"/>
              <a:ext cx="6981494" cy="4024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" name="Google Shape;3178;p34">
            <a:extLst>
              <a:ext uri="{FF2B5EF4-FFF2-40B4-BE49-F238E27FC236}">
                <a16:creationId xmlns:a16="http://schemas.microsoft.com/office/drawing/2014/main" id="{427083EE-68D6-4F04-956F-896B3FB75A16}"/>
              </a:ext>
            </a:extLst>
          </p:cNvPr>
          <p:cNvGrpSpPr/>
          <p:nvPr/>
        </p:nvGrpSpPr>
        <p:grpSpPr>
          <a:xfrm>
            <a:off x="989601" y="2487522"/>
            <a:ext cx="2717780" cy="1682699"/>
            <a:chOff x="989601" y="2504461"/>
            <a:chExt cx="2717780" cy="1682699"/>
          </a:xfrm>
        </p:grpSpPr>
        <p:pic>
          <p:nvPicPr>
            <p:cNvPr id="16" name="Google Shape;3179;p34">
              <a:extLst>
                <a:ext uri="{FF2B5EF4-FFF2-40B4-BE49-F238E27FC236}">
                  <a16:creationId xmlns:a16="http://schemas.microsoft.com/office/drawing/2014/main" id="{53840BB5-6F72-F63C-22B3-88FE958C4838}"/>
                </a:ext>
              </a:extLst>
            </p:cNvPr>
            <p:cNvPicPr preferRelativeResize="0"/>
            <p:nvPr/>
          </p:nvPicPr>
          <p:blipFill rotWithShape="1">
            <a:blip r:embed="rId5">
              <a:alphaModFix/>
            </a:blip>
            <a:srcRect/>
            <a:stretch/>
          </p:blipFill>
          <p:spPr>
            <a:xfrm>
              <a:off x="989601" y="2504461"/>
              <a:ext cx="2717780" cy="135889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" name="Google Shape;3180;p34">
              <a:extLst>
                <a:ext uri="{FF2B5EF4-FFF2-40B4-BE49-F238E27FC236}">
                  <a16:creationId xmlns:a16="http://schemas.microsoft.com/office/drawing/2014/main" id="{F8207759-6B82-8A8C-5E1D-035F42B349C0}"/>
                </a:ext>
              </a:extLst>
            </p:cNvPr>
            <p:cNvPicPr preferRelativeResize="0"/>
            <p:nvPr/>
          </p:nvPicPr>
          <p:blipFill rotWithShape="1">
            <a:blip r:embed="rId6">
              <a:alphaModFix/>
            </a:blip>
            <a:srcRect/>
            <a:stretch/>
          </p:blipFill>
          <p:spPr>
            <a:xfrm rot="-4199071">
              <a:off x="2276425" y="2808556"/>
              <a:ext cx="144132" cy="1953239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775553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C7C731-0226-1956-D5A2-D97D42BDA4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094640B-6E6E-CB5A-4153-22CFE7FDE5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Zero Trust Branch </a:t>
            </a:r>
            <a:r>
              <a:rPr lang="en-US" dirty="0">
                <a:solidFill>
                  <a:schemeClr val="accent2"/>
                </a:solidFill>
              </a:rPr>
              <a:t>Appliances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id="{935527EA-6597-E33B-1E8C-E94BEBD60F7C}"/>
              </a:ext>
            </a:extLst>
          </p:cNvPr>
          <p:cNvPicPr>
            <a:picLocks noChangeAspect="1"/>
          </p:cNvPicPr>
          <p:nvPr/>
        </p:nvPicPr>
        <p:blipFill>
          <a:blip>
            <a:alphaModFix amt="84000"/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-343931" y="599858"/>
            <a:ext cx="11575308" cy="5137533"/>
          </a:xfrm>
          <a:prstGeom prst="rect">
            <a:avLst/>
          </a:prstGeom>
          <a:effectLst>
            <a:outerShdw blurRad="554956" dist="312741" dir="5400000" algn="ctr" rotWithShape="0">
              <a:srgbClr val="000000">
                <a:alpha val="32000"/>
              </a:srgbClr>
            </a:outerShdw>
          </a:effectLst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8A02857B-4107-F358-0BE9-DB5F89BF54EC}"/>
              </a:ext>
            </a:extLst>
          </p:cNvPr>
          <p:cNvGrpSpPr/>
          <p:nvPr/>
        </p:nvGrpSpPr>
        <p:grpSpPr>
          <a:xfrm>
            <a:off x="2534311" y="4903511"/>
            <a:ext cx="2391732" cy="548673"/>
            <a:chOff x="1652391" y="3734279"/>
            <a:chExt cx="2391732" cy="548673"/>
          </a:xfrm>
          <a:effectLst>
            <a:outerShdw blurRad="127000" dir="5400000" algn="ctr" rotWithShape="0">
              <a:srgbClr val="000000">
                <a:alpha val="32000"/>
              </a:srgbClr>
            </a:outerShdw>
          </a:effectLst>
        </p:grpSpPr>
        <p:pic>
          <p:nvPicPr>
            <p:cNvPr id="5" name="Picture 4" descr="A back of a grey device&#10;&#10;AI-generated content may be incorrect.">
              <a:extLst>
                <a:ext uri="{FF2B5EF4-FFF2-40B4-BE49-F238E27FC236}">
                  <a16:creationId xmlns:a16="http://schemas.microsoft.com/office/drawing/2014/main" id="{D5A087CD-8B63-B71D-CDA8-5E5F68C125E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t="33093" b="32959"/>
            <a:stretch>
              <a:fillRect/>
            </a:stretch>
          </p:blipFill>
          <p:spPr>
            <a:xfrm>
              <a:off x="2367724" y="3903556"/>
              <a:ext cx="1676399" cy="379396"/>
            </a:xfrm>
            <a:prstGeom prst="rect">
              <a:avLst/>
            </a:prstGeom>
          </p:spPr>
        </p:pic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1BC0AB8-41A5-2BC8-CF23-8DAE99E89B9E}"/>
                </a:ext>
              </a:extLst>
            </p:cNvPr>
            <p:cNvSpPr txBox="1"/>
            <p:nvPr/>
          </p:nvSpPr>
          <p:spPr>
            <a:xfrm>
              <a:off x="1652391" y="3734279"/>
              <a:ext cx="7777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6BFFB3"/>
                  </a:solidFill>
                  <a:effectLst/>
                  <a:uLnTx/>
                  <a:uFillTx/>
                  <a:ea typeface="+mn-ea"/>
                  <a:cs typeface="+mn-cs"/>
                </a:rPr>
                <a:t>ZT 400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B0D8F86-20A1-BF75-DD93-9443F78A6FEE}"/>
              </a:ext>
            </a:extLst>
          </p:cNvPr>
          <p:cNvGrpSpPr/>
          <p:nvPr/>
        </p:nvGrpSpPr>
        <p:grpSpPr>
          <a:xfrm>
            <a:off x="4594648" y="4243213"/>
            <a:ext cx="2610796" cy="557423"/>
            <a:chOff x="3098132" y="2954061"/>
            <a:chExt cx="2610796" cy="557423"/>
          </a:xfrm>
          <a:effectLst>
            <a:outerShdw blurRad="127000" dir="5400000" algn="ctr" rotWithShape="0">
              <a:srgbClr val="000000">
                <a:alpha val="32000"/>
              </a:srgbClr>
            </a:outerShdw>
          </a:effectLst>
        </p:grpSpPr>
        <p:pic>
          <p:nvPicPr>
            <p:cNvPr id="8" name="Picture 7" descr="A back of a black device&#10;&#10;AI-generated content may be incorrect.">
              <a:extLst>
                <a:ext uri="{FF2B5EF4-FFF2-40B4-BE49-F238E27FC236}">
                  <a16:creationId xmlns:a16="http://schemas.microsoft.com/office/drawing/2014/main" id="{69CCDA24-3182-4A31-8F73-230E0E3A70F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t="30030" b="31241"/>
            <a:stretch>
              <a:fillRect/>
            </a:stretch>
          </p:blipFill>
          <p:spPr>
            <a:xfrm>
              <a:off x="3898351" y="3044002"/>
              <a:ext cx="1810577" cy="467482"/>
            </a:xfrm>
            <a:prstGeom prst="rect">
              <a:avLst/>
            </a:prstGeom>
          </p:spPr>
        </p:pic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83E4B0C-7D7B-5F18-3B24-5B2B75F2E2AB}"/>
                </a:ext>
              </a:extLst>
            </p:cNvPr>
            <p:cNvSpPr txBox="1"/>
            <p:nvPr/>
          </p:nvSpPr>
          <p:spPr>
            <a:xfrm>
              <a:off x="3098132" y="2954061"/>
              <a:ext cx="768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ZT 600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599D554-3DBF-D467-048E-0D3A387E3FD9}"/>
              </a:ext>
            </a:extLst>
          </p:cNvPr>
          <p:cNvGrpSpPr/>
          <p:nvPr/>
        </p:nvGrpSpPr>
        <p:grpSpPr>
          <a:xfrm>
            <a:off x="6394465" y="3194871"/>
            <a:ext cx="3195117" cy="703380"/>
            <a:chOff x="4823000" y="1920709"/>
            <a:chExt cx="3195117" cy="703380"/>
          </a:xfrm>
          <a:effectLst>
            <a:outerShdw blurRad="127000" dir="5400000" algn="ctr" rotWithShape="0">
              <a:srgbClr val="000000">
                <a:alpha val="32000"/>
              </a:srgbClr>
            </a:outerShdw>
          </a:effectLst>
        </p:grpSpPr>
        <p:pic>
          <p:nvPicPr>
            <p:cNvPr id="11" name="Picture 10" descr="A back of a device&#10;&#10;AI-generated content may be incorrect.">
              <a:extLst>
                <a:ext uri="{FF2B5EF4-FFF2-40B4-BE49-F238E27FC236}">
                  <a16:creationId xmlns:a16="http://schemas.microsoft.com/office/drawing/2014/main" id="{1C4B937E-F479-E785-948F-89C9FE56576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t="33758" b="30149"/>
            <a:stretch>
              <a:fillRect/>
            </a:stretch>
          </p:blipFill>
          <p:spPr>
            <a:xfrm>
              <a:off x="5468735" y="2010650"/>
              <a:ext cx="2549382" cy="613439"/>
            </a:xfrm>
            <a:prstGeom prst="rect">
              <a:avLst/>
            </a:prstGeom>
          </p:spPr>
        </p:pic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CF336941-93B6-C9A3-52DD-D83F540E7EF0}"/>
                </a:ext>
              </a:extLst>
            </p:cNvPr>
            <p:cNvSpPr txBox="1"/>
            <p:nvPr/>
          </p:nvSpPr>
          <p:spPr>
            <a:xfrm>
              <a:off x="4823000" y="1920709"/>
              <a:ext cx="768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ZT 800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A09FB46-EB10-20D8-3971-81F739C9903D}"/>
              </a:ext>
            </a:extLst>
          </p:cNvPr>
          <p:cNvGrpSpPr/>
          <p:nvPr/>
        </p:nvGrpSpPr>
        <p:grpSpPr>
          <a:xfrm>
            <a:off x="7720550" y="1893093"/>
            <a:ext cx="3744297" cy="550757"/>
            <a:chOff x="6703721" y="963704"/>
            <a:chExt cx="3744297" cy="550757"/>
          </a:xfrm>
          <a:effectLst>
            <a:outerShdw blurRad="127000" dir="5400000" algn="ctr" rotWithShape="0">
              <a:srgbClr val="000000">
                <a:alpha val="32000"/>
              </a:srgbClr>
            </a:outerShdw>
          </a:effectLst>
        </p:grpSpPr>
        <p:pic>
          <p:nvPicPr>
            <p:cNvPr id="14" name="Picture 13" descr="A back of a black device&#10;&#10;AI-generated content may be incorrect.">
              <a:extLst>
                <a:ext uri="{FF2B5EF4-FFF2-40B4-BE49-F238E27FC236}">
                  <a16:creationId xmlns:a16="http://schemas.microsoft.com/office/drawing/2014/main" id="{C56EE82A-C30C-7E6B-B27F-7B973D00DB2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 l="5882" t="37893" r="5797" b="41802"/>
            <a:stretch>
              <a:fillRect/>
            </a:stretch>
          </p:blipFill>
          <p:spPr>
            <a:xfrm>
              <a:off x="7598800" y="1023165"/>
              <a:ext cx="2849218" cy="491296"/>
            </a:xfrm>
            <a:prstGeom prst="rect">
              <a:avLst/>
            </a:prstGeom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0030A8B-3E12-3EAF-E84C-D2CF4E6F5960}"/>
                </a:ext>
              </a:extLst>
            </p:cNvPr>
            <p:cNvSpPr txBox="1"/>
            <p:nvPr/>
          </p:nvSpPr>
          <p:spPr>
            <a:xfrm>
              <a:off x="6703721" y="963704"/>
              <a:ext cx="88197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46CF7"/>
                </a:buClr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ZT 8010</a:t>
              </a:r>
            </a:p>
          </p:txBody>
        </p:sp>
      </p:grpSp>
      <p:sp>
        <p:nvSpPr>
          <p:cNvPr id="16" name="Rounded Rectangle 15">
            <a:extLst>
              <a:ext uri="{FF2B5EF4-FFF2-40B4-BE49-F238E27FC236}">
                <a16:creationId xmlns:a16="http://schemas.microsoft.com/office/drawing/2014/main" id="{653AF854-7744-CFAF-0A07-44BEC6D8DF28}"/>
              </a:ext>
            </a:extLst>
          </p:cNvPr>
          <p:cNvSpPr/>
          <p:nvPr/>
        </p:nvSpPr>
        <p:spPr>
          <a:xfrm>
            <a:off x="889861" y="5306517"/>
            <a:ext cx="1260330" cy="580828"/>
          </a:xfrm>
          <a:prstGeom prst="roundRect">
            <a:avLst>
              <a:gd name="adj" fmla="val 5145"/>
            </a:avLst>
          </a:prstGeom>
          <a:solidFill>
            <a:schemeClr val="tx2"/>
          </a:solidFill>
          <a:ln w="9525">
            <a:solidFill>
              <a:schemeClr val="accent2"/>
            </a:solidFill>
          </a:ln>
          <a:effectLst>
            <a:outerShdw blurRad="127000" dir="5400000" algn="ctr" rotWithShape="0">
              <a:srgbClr val="000000">
                <a:alpha val="3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635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Virtual Appliance</a:t>
            </a:r>
          </a:p>
        </p:txBody>
      </p:sp>
      <p:pic>
        <p:nvPicPr>
          <p:cNvPr id="17" name="Picture 6" descr=":large_green_circle:">
            <a:extLst>
              <a:ext uri="{FF2B5EF4-FFF2-40B4-BE49-F238E27FC236}">
                <a16:creationId xmlns:a16="http://schemas.microsoft.com/office/drawing/2014/main" id="{64F9260C-1ACE-4A06-EBDA-DCCAD74AFD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99946" y="0"/>
            <a:ext cx="279400" cy="279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716975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D9F531-2A11-F583-1B42-E91D06AA28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CA77948E-2BB7-093E-7D9D-819CCFBF600D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80000"/>
          </a:blip>
          <a:srcRect l="208" r="-208"/>
          <a:stretch>
            <a:fillRect/>
          </a:stretch>
        </p:blipFill>
        <p:spPr>
          <a:xfrm>
            <a:off x="0" y="0"/>
            <a:ext cx="8561289" cy="6858000"/>
          </a:xfrm>
          <a:prstGeom prst="rect">
            <a:avLst/>
          </a:prstGeom>
        </p:spPr>
      </p:pic>
      <p:cxnSp>
        <p:nvCxnSpPr>
          <p:cNvPr id="5" name="Google Shape;4233;p412">
            <a:extLst>
              <a:ext uri="{FF2B5EF4-FFF2-40B4-BE49-F238E27FC236}">
                <a16:creationId xmlns:a16="http://schemas.microsoft.com/office/drawing/2014/main" id="{40415EEA-E231-9568-96C7-950301EE39C2}"/>
              </a:ext>
            </a:extLst>
          </p:cNvPr>
          <p:cNvCxnSpPr>
            <a:cxnSpLocks/>
          </p:cNvCxnSpPr>
          <p:nvPr/>
        </p:nvCxnSpPr>
        <p:spPr>
          <a:xfrm>
            <a:off x="4267725" y="2418721"/>
            <a:ext cx="0" cy="667054"/>
          </a:xfrm>
          <a:prstGeom prst="straightConnector1">
            <a:avLst/>
          </a:prstGeom>
          <a:noFill/>
          <a:ln w="15875" cap="flat" cmpd="sng">
            <a:solidFill>
              <a:schemeClr val="tx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grpSp>
        <p:nvGrpSpPr>
          <p:cNvPr id="6" name="Google Shape;4239;p412">
            <a:extLst>
              <a:ext uri="{FF2B5EF4-FFF2-40B4-BE49-F238E27FC236}">
                <a16:creationId xmlns:a16="http://schemas.microsoft.com/office/drawing/2014/main" id="{5BFAB7CC-0297-515E-7554-934350325440}"/>
              </a:ext>
            </a:extLst>
          </p:cNvPr>
          <p:cNvGrpSpPr/>
          <p:nvPr/>
        </p:nvGrpSpPr>
        <p:grpSpPr>
          <a:xfrm>
            <a:off x="3722462" y="1719513"/>
            <a:ext cx="1074909" cy="699208"/>
            <a:chOff x="4985289" y="2233933"/>
            <a:chExt cx="843436" cy="548640"/>
          </a:xfrm>
        </p:grpSpPr>
        <p:sp>
          <p:nvSpPr>
            <p:cNvPr id="7" name="Google Shape;4240;p412">
              <a:extLst>
                <a:ext uri="{FF2B5EF4-FFF2-40B4-BE49-F238E27FC236}">
                  <a16:creationId xmlns:a16="http://schemas.microsoft.com/office/drawing/2014/main" id="{091F9A08-3575-64C4-6F67-6EFD29D65DEE}"/>
                </a:ext>
              </a:extLst>
            </p:cNvPr>
            <p:cNvSpPr/>
            <p:nvPr/>
          </p:nvSpPr>
          <p:spPr>
            <a:xfrm>
              <a:off x="4985289" y="2233933"/>
              <a:ext cx="843436" cy="548640"/>
            </a:xfrm>
            <a:custGeom>
              <a:avLst/>
              <a:gdLst/>
              <a:ahLst/>
              <a:cxnLst/>
              <a:rect l="l" t="t" r="r" b="b"/>
              <a:pathLst>
                <a:path w="682466" h="477678" extrusionOk="0">
                  <a:moveTo>
                    <a:pt x="511778" y="477679"/>
                  </a:moveTo>
                  <a:lnTo>
                    <a:pt x="136493" y="477679"/>
                  </a:lnTo>
                  <a:cubicBezTo>
                    <a:pt x="61246" y="477679"/>
                    <a:pt x="0" y="416433"/>
                    <a:pt x="0" y="341186"/>
                  </a:cubicBezTo>
                  <a:cubicBezTo>
                    <a:pt x="0" y="277654"/>
                    <a:pt x="43529" y="224219"/>
                    <a:pt x="102394" y="208978"/>
                  </a:cubicBezTo>
                  <a:cubicBezTo>
                    <a:pt x="102394" y="207550"/>
                    <a:pt x="102394" y="206121"/>
                    <a:pt x="102394" y="204692"/>
                  </a:cubicBezTo>
                  <a:cubicBezTo>
                    <a:pt x="102394" y="91821"/>
                    <a:pt x="194215" y="0"/>
                    <a:pt x="307086" y="0"/>
                  </a:cubicBezTo>
                  <a:cubicBezTo>
                    <a:pt x="395383" y="0"/>
                    <a:pt x="471678" y="55912"/>
                    <a:pt x="499872" y="136970"/>
                  </a:cubicBezTo>
                  <a:cubicBezTo>
                    <a:pt x="600265" y="128588"/>
                    <a:pt x="682466" y="209074"/>
                    <a:pt x="682466" y="307086"/>
                  </a:cubicBezTo>
                  <a:cubicBezTo>
                    <a:pt x="682466" y="405098"/>
                    <a:pt x="605885" y="477679"/>
                    <a:pt x="511873" y="477679"/>
                  </a:cubicBezTo>
                  <a:close/>
                </a:path>
              </a:pathLst>
            </a:custGeom>
            <a:solidFill>
              <a:srgbClr val="1144A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8" name="Google Shape;4241;p412">
              <a:extLst>
                <a:ext uri="{FF2B5EF4-FFF2-40B4-BE49-F238E27FC236}">
                  <a16:creationId xmlns:a16="http://schemas.microsoft.com/office/drawing/2014/main" id="{0DCB66FF-2FE4-722E-C2D8-2C5AEFACF2B5}"/>
                </a:ext>
              </a:extLst>
            </p:cNvPr>
            <p:cNvSpPr txBox="1"/>
            <p:nvPr/>
          </p:nvSpPr>
          <p:spPr>
            <a:xfrm>
              <a:off x="5025372" y="2441806"/>
              <a:ext cx="750933" cy="21731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ctr" anchorCtr="0">
              <a:spAutoFit/>
            </a:bodyPr>
            <a:lstStyle/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B3E42"/>
                </a:buClr>
                <a:buSzPts val="1400"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Cloud</a:t>
              </a: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sp>
        <p:nvSpPr>
          <p:cNvPr id="9" name="Google Shape;4243;p412">
            <a:extLst>
              <a:ext uri="{FF2B5EF4-FFF2-40B4-BE49-F238E27FC236}">
                <a16:creationId xmlns:a16="http://schemas.microsoft.com/office/drawing/2014/main" id="{0777CEA0-7C02-0A4E-243B-3C4ECB3F1366}"/>
              </a:ext>
            </a:extLst>
          </p:cNvPr>
          <p:cNvSpPr/>
          <p:nvPr/>
        </p:nvSpPr>
        <p:spPr>
          <a:xfrm>
            <a:off x="429753" y="3326966"/>
            <a:ext cx="7414922" cy="25261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ctr" defTabSz="2285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grpSp>
        <p:nvGrpSpPr>
          <p:cNvPr id="10" name="Google Shape;4244;p412">
            <a:extLst>
              <a:ext uri="{FF2B5EF4-FFF2-40B4-BE49-F238E27FC236}">
                <a16:creationId xmlns:a16="http://schemas.microsoft.com/office/drawing/2014/main" id="{33FA97A5-477A-3468-2F43-E905937ADE7F}"/>
              </a:ext>
            </a:extLst>
          </p:cNvPr>
          <p:cNvGrpSpPr/>
          <p:nvPr/>
        </p:nvGrpSpPr>
        <p:grpSpPr>
          <a:xfrm>
            <a:off x="3676577" y="3085775"/>
            <a:ext cx="1182298" cy="740766"/>
            <a:chOff x="1933117" y="3319404"/>
            <a:chExt cx="1152144" cy="721872"/>
          </a:xfrm>
        </p:grpSpPr>
        <p:grpSp>
          <p:nvGrpSpPr>
            <p:cNvPr id="11" name="Google Shape;4245;p412">
              <a:extLst>
                <a:ext uri="{FF2B5EF4-FFF2-40B4-BE49-F238E27FC236}">
                  <a16:creationId xmlns:a16="http://schemas.microsoft.com/office/drawing/2014/main" id="{92205053-074A-42A6-26E7-71333D1BC882}"/>
                </a:ext>
              </a:extLst>
            </p:cNvPr>
            <p:cNvGrpSpPr/>
            <p:nvPr/>
          </p:nvGrpSpPr>
          <p:grpSpPr>
            <a:xfrm>
              <a:off x="1933117" y="3319404"/>
              <a:ext cx="1152144" cy="721872"/>
              <a:chOff x="6923681" y="5192222"/>
              <a:chExt cx="981878" cy="615192"/>
            </a:xfrm>
          </p:grpSpPr>
          <p:sp>
            <p:nvSpPr>
              <p:cNvPr id="13" name="Google Shape;4246;p412">
                <a:extLst>
                  <a:ext uri="{FF2B5EF4-FFF2-40B4-BE49-F238E27FC236}">
                    <a16:creationId xmlns:a16="http://schemas.microsoft.com/office/drawing/2014/main" id="{CE0D3F57-094F-BD49-AA3B-DB0727711CB1}"/>
                  </a:ext>
                </a:extLst>
              </p:cNvPr>
              <p:cNvSpPr/>
              <p:nvPr/>
            </p:nvSpPr>
            <p:spPr>
              <a:xfrm>
                <a:off x="6923681" y="5192222"/>
                <a:ext cx="981878" cy="615192"/>
              </a:xfrm>
              <a:custGeom>
                <a:avLst/>
                <a:gdLst/>
                <a:ahLst/>
                <a:cxnLst/>
                <a:rect l="l" t="t" r="r" b="b"/>
                <a:pathLst>
                  <a:path w="981878" h="615192" extrusionOk="0">
                    <a:moveTo>
                      <a:pt x="980036" y="313893"/>
                    </a:moveTo>
                    <a:cubicBezTo>
                      <a:pt x="965413" y="222739"/>
                      <a:pt x="891259" y="178543"/>
                      <a:pt x="803332" y="169971"/>
                    </a:cubicBezTo>
                    <a:cubicBezTo>
                      <a:pt x="801068" y="169780"/>
                      <a:pt x="798804" y="169494"/>
                      <a:pt x="796445" y="169304"/>
                    </a:cubicBezTo>
                    <a:lnTo>
                      <a:pt x="796822" y="169304"/>
                    </a:lnTo>
                    <a:cubicBezTo>
                      <a:pt x="796822" y="169304"/>
                      <a:pt x="773425" y="104724"/>
                      <a:pt x="716159" y="55290"/>
                    </a:cubicBezTo>
                    <a:cubicBezTo>
                      <a:pt x="716159" y="55290"/>
                      <a:pt x="716159" y="55290"/>
                      <a:pt x="716065" y="55194"/>
                    </a:cubicBezTo>
                    <a:cubicBezTo>
                      <a:pt x="715782" y="54909"/>
                      <a:pt x="715499" y="54718"/>
                      <a:pt x="715216" y="54432"/>
                    </a:cubicBezTo>
                    <a:cubicBezTo>
                      <a:pt x="704932" y="45479"/>
                      <a:pt x="694460" y="37954"/>
                      <a:pt x="683705" y="31668"/>
                    </a:cubicBezTo>
                    <a:cubicBezTo>
                      <a:pt x="657572" y="18237"/>
                      <a:pt x="621156" y="7569"/>
                      <a:pt x="579645" y="2807"/>
                    </a:cubicBezTo>
                    <a:cubicBezTo>
                      <a:pt x="554456" y="-146"/>
                      <a:pt x="527473" y="-908"/>
                      <a:pt x="499831" y="1188"/>
                    </a:cubicBezTo>
                    <a:cubicBezTo>
                      <a:pt x="424828" y="6712"/>
                      <a:pt x="345109" y="33096"/>
                      <a:pt x="284918" y="93961"/>
                    </a:cubicBezTo>
                    <a:cubicBezTo>
                      <a:pt x="220859" y="81198"/>
                      <a:pt x="163970" y="93771"/>
                      <a:pt x="118214" y="121393"/>
                    </a:cubicBezTo>
                    <a:cubicBezTo>
                      <a:pt x="117648" y="121774"/>
                      <a:pt x="116988" y="122155"/>
                      <a:pt x="116422" y="122536"/>
                    </a:cubicBezTo>
                    <a:cubicBezTo>
                      <a:pt x="113591" y="124251"/>
                      <a:pt x="110855" y="126060"/>
                      <a:pt x="108214" y="127870"/>
                    </a:cubicBezTo>
                    <a:cubicBezTo>
                      <a:pt x="106893" y="128727"/>
                      <a:pt x="105666" y="129680"/>
                      <a:pt x="104346" y="130537"/>
                    </a:cubicBezTo>
                    <a:cubicBezTo>
                      <a:pt x="102176" y="132061"/>
                      <a:pt x="100006" y="133680"/>
                      <a:pt x="97836" y="135300"/>
                    </a:cubicBezTo>
                    <a:cubicBezTo>
                      <a:pt x="96610" y="136157"/>
                      <a:pt x="95477" y="137109"/>
                      <a:pt x="94251" y="138062"/>
                    </a:cubicBezTo>
                    <a:cubicBezTo>
                      <a:pt x="91515" y="140253"/>
                      <a:pt x="88873" y="142443"/>
                      <a:pt x="86232" y="144729"/>
                    </a:cubicBezTo>
                    <a:cubicBezTo>
                      <a:pt x="85854" y="145015"/>
                      <a:pt x="85571" y="145301"/>
                      <a:pt x="85194" y="145587"/>
                    </a:cubicBezTo>
                    <a:cubicBezTo>
                      <a:pt x="28683" y="194831"/>
                      <a:pt x="-3394" y="269412"/>
                      <a:pt x="286" y="340468"/>
                    </a:cubicBezTo>
                    <a:cubicBezTo>
                      <a:pt x="7173" y="474390"/>
                      <a:pt x="151895" y="557829"/>
                      <a:pt x="234350" y="535254"/>
                    </a:cubicBezTo>
                    <a:cubicBezTo>
                      <a:pt x="236331" y="534683"/>
                      <a:pt x="238407" y="535254"/>
                      <a:pt x="240294" y="535254"/>
                    </a:cubicBezTo>
                    <a:cubicBezTo>
                      <a:pt x="246898" y="539255"/>
                      <a:pt x="272087" y="539160"/>
                      <a:pt x="272087" y="539160"/>
                    </a:cubicBezTo>
                    <a:cubicBezTo>
                      <a:pt x="302277" y="573545"/>
                      <a:pt x="341429" y="591547"/>
                      <a:pt x="412658" y="580593"/>
                    </a:cubicBezTo>
                    <a:cubicBezTo>
                      <a:pt x="553040" y="650031"/>
                      <a:pt x="711725" y="606692"/>
                      <a:pt x="790973" y="523634"/>
                    </a:cubicBezTo>
                    <a:cubicBezTo>
                      <a:pt x="792105" y="522396"/>
                      <a:pt x="793237" y="521157"/>
                      <a:pt x="794275" y="519919"/>
                    </a:cubicBezTo>
                    <a:cubicBezTo>
                      <a:pt x="795124" y="518967"/>
                      <a:pt x="795973" y="518109"/>
                      <a:pt x="796728" y="517157"/>
                    </a:cubicBezTo>
                    <a:cubicBezTo>
                      <a:pt x="807011" y="504965"/>
                      <a:pt x="815974" y="492011"/>
                      <a:pt x="823616" y="478581"/>
                    </a:cubicBezTo>
                    <a:cubicBezTo>
                      <a:pt x="824559" y="476866"/>
                      <a:pt x="825502" y="475056"/>
                      <a:pt x="826352" y="473342"/>
                    </a:cubicBezTo>
                    <a:cubicBezTo>
                      <a:pt x="882486" y="469151"/>
                      <a:pt x="938148" y="443910"/>
                      <a:pt x="965413" y="399333"/>
                    </a:cubicBezTo>
                    <a:cubicBezTo>
                      <a:pt x="979187" y="375996"/>
                      <a:pt x="985319" y="347421"/>
                      <a:pt x="979942" y="313989"/>
                    </a:cubicBezTo>
                    <a:close/>
                  </a:path>
                </a:pathLst>
              </a:custGeom>
              <a:solidFill>
                <a:srgbClr val="236BF5"/>
              </a:solidFill>
              <a:ln>
                <a:noFill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Tx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14" name="Google Shape;4247;p412">
                <a:extLst>
                  <a:ext uri="{FF2B5EF4-FFF2-40B4-BE49-F238E27FC236}">
                    <a16:creationId xmlns:a16="http://schemas.microsoft.com/office/drawing/2014/main" id="{A3BD396C-6C91-1FCB-FEB3-454DB65D8574}"/>
                  </a:ext>
                </a:extLst>
              </p:cNvPr>
              <p:cNvSpPr/>
              <p:nvPr/>
            </p:nvSpPr>
            <p:spPr>
              <a:xfrm>
                <a:off x="7164069" y="5244930"/>
                <a:ext cx="635148" cy="486452"/>
              </a:xfrm>
              <a:custGeom>
                <a:avLst/>
                <a:gdLst/>
                <a:ahLst/>
                <a:cxnLst/>
                <a:rect l="l" t="t" r="r" b="b"/>
                <a:pathLst>
                  <a:path w="635148" h="486452" extrusionOk="0">
                    <a:moveTo>
                      <a:pt x="624267" y="250613"/>
                    </a:moveTo>
                    <a:cubicBezTo>
                      <a:pt x="510678" y="120311"/>
                      <a:pt x="254065" y="237659"/>
                      <a:pt x="244914" y="247374"/>
                    </a:cubicBezTo>
                    <a:cubicBezTo>
                      <a:pt x="301425" y="160125"/>
                      <a:pt x="439543" y="108119"/>
                      <a:pt x="556057" y="116691"/>
                    </a:cubicBezTo>
                    <a:lnTo>
                      <a:pt x="556434" y="116691"/>
                    </a:lnTo>
                    <a:cubicBezTo>
                      <a:pt x="556434" y="116691"/>
                      <a:pt x="533037" y="52112"/>
                      <a:pt x="475771" y="2677"/>
                    </a:cubicBezTo>
                    <a:cubicBezTo>
                      <a:pt x="475771" y="2677"/>
                      <a:pt x="475771" y="2677"/>
                      <a:pt x="475677" y="2582"/>
                    </a:cubicBezTo>
                    <a:cubicBezTo>
                      <a:pt x="392466" y="-9705"/>
                      <a:pt x="295199" y="21918"/>
                      <a:pt x="184157" y="96308"/>
                    </a:cubicBezTo>
                    <a:cubicBezTo>
                      <a:pt x="184157" y="96308"/>
                      <a:pt x="197177" y="102594"/>
                      <a:pt x="197837" y="102213"/>
                    </a:cubicBezTo>
                    <a:cubicBezTo>
                      <a:pt x="313218" y="51921"/>
                      <a:pt x="395768" y="81354"/>
                      <a:pt x="395108" y="81544"/>
                    </a:cubicBezTo>
                    <a:cubicBezTo>
                      <a:pt x="92833" y="188129"/>
                      <a:pt x="18397" y="394059"/>
                      <a:pt x="0" y="482547"/>
                    </a:cubicBezTo>
                    <a:cubicBezTo>
                      <a:pt x="6604" y="486547"/>
                      <a:pt x="31794" y="486452"/>
                      <a:pt x="31794" y="486452"/>
                    </a:cubicBezTo>
                    <a:cubicBezTo>
                      <a:pt x="92739" y="407204"/>
                      <a:pt x="277462" y="264710"/>
                      <a:pt x="502942" y="338243"/>
                    </a:cubicBezTo>
                    <a:cubicBezTo>
                      <a:pt x="623323" y="377486"/>
                      <a:pt x="654645" y="285189"/>
                      <a:pt x="624361" y="250613"/>
                    </a:cubicBezTo>
                    <a:close/>
                  </a:path>
                </a:pathLst>
              </a:custGeom>
              <a:solidFill>
                <a:srgbClr val="A6C1FF">
                  <a:alpha val="29803"/>
                </a:srgbClr>
              </a:solidFill>
              <a:ln>
                <a:noFill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Tx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sp>
          <p:nvSpPr>
            <p:cNvPr id="12" name="Google Shape;4248;p412">
              <a:extLst>
                <a:ext uri="{FF2B5EF4-FFF2-40B4-BE49-F238E27FC236}">
                  <a16:creationId xmlns:a16="http://schemas.microsoft.com/office/drawing/2014/main" id="{F6F86973-D447-01A5-E657-CD03BBD7BB8D}"/>
                </a:ext>
              </a:extLst>
            </p:cNvPr>
            <p:cNvSpPr/>
            <p:nvPr/>
          </p:nvSpPr>
          <p:spPr>
            <a:xfrm>
              <a:off x="2150617" y="3557739"/>
              <a:ext cx="717144" cy="260523"/>
            </a:xfrm>
            <a:custGeom>
              <a:avLst/>
              <a:gdLst/>
              <a:ahLst/>
              <a:cxnLst/>
              <a:rect l="l" t="t" r="r" b="b"/>
              <a:pathLst>
                <a:path w="717144" h="260523" extrusionOk="0">
                  <a:moveTo>
                    <a:pt x="405915" y="197319"/>
                  </a:moveTo>
                  <a:cubicBezTo>
                    <a:pt x="403661" y="198743"/>
                    <a:pt x="400931" y="199573"/>
                    <a:pt x="397846" y="200048"/>
                  </a:cubicBezTo>
                  <a:lnTo>
                    <a:pt x="388829" y="201232"/>
                  </a:lnTo>
                  <a:cubicBezTo>
                    <a:pt x="382658" y="201945"/>
                    <a:pt x="379455" y="204909"/>
                    <a:pt x="379455" y="209178"/>
                  </a:cubicBezTo>
                  <a:cubicBezTo>
                    <a:pt x="379455" y="214158"/>
                    <a:pt x="383253" y="217241"/>
                    <a:pt x="389659" y="217241"/>
                  </a:cubicBezTo>
                  <a:cubicBezTo>
                    <a:pt x="399152" y="217241"/>
                    <a:pt x="405915" y="210363"/>
                    <a:pt x="405915" y="200996"/>
                  </a:cubicBezTo>
                  <a:close/>
                  <a:moveTo>
                    <a:pt x="564793" y="175737"/>
                  </a:moveTo>
                  <a:cubicBezTo>
                    <a:pt x="553639" y="175737"/>
                    <a:pt x="546045" y="183564"/>
                    <a:pt x="546045" y="194830"/>
                  </a:cubicBezTo>
                  <a:cubicBezTo>
                    <a:pt x="546045" y="206095"/>
                    <a:pt x="553757" y="213921"/>
                    <a:pt x="564793" y="213921"/>
                  </a:cubicBezTo>
                  <a:cubicBezTo>
                    <a:pt x="575828" y="213921"/>
                    <a:pt x="583184" y="206213"/>
                    <a:pt x="583184" y="194830"/>
                  </a:cubicBezTo>
                  <a:cubicBezTo>
                    <a:pt x="583184" y="183445"/>
                    <a:pt x="575828" y="175737"/>
                    <a:pt x="564793" y="175737"/>
                  </a:cubicBezTo>
                  <a:close/>
                  <a:moveTo>
                    <a:pt x="653545" y="173367"/>
                  </a:moveTo>
                  <a:cubicBezTo>
                    <a:pt x="644527" y="173367"/>
                    <a:pt x="638595" y="178110"/>
                    <a:pt x="636696" y="186766"/>
                  </a:cubicBezTo>
                  <a:lnTo>
                    <a:pt x="668733" y="186766"/>
                  </a:lnTo>
                  <a:cubicBezTo>
                    <a:pt x="667902" y="179058"/>
                    <a:pt x="662564" y="173367"/>
                    <a:pt x="653545" y="173367"/>
                  </a:cubicBezTo>
                  <a:close/>
                  <a:moveTo>
                    <a:pt x="112246" y="159018"/>
                  </a:moveTo>
                  <a:lnTo>
                    <a:pt x="134910" y="159018"/>
                  </a:lnTo>
                  <a:lnTo>
                    <a:pt x="150098" y="178939"/>
                  </a:lnTo>
                  <a:lnTo>
                    <a:pt x="165285" y="159018"/>
                  </a:lnTo>
                  <a:lnTo>
                    <a:pt x="188066" y="159018"/>
                  </a:lnTo>
                  <a:lnTo>
                    <a:pt x="161489" y="193762"/>
                  </a:lnTo>
                  <a:lnTo>
                    <a:pt x="189254" y="230167"/>
                  </a:lnTo>
                  <a:lnTo>
                    <a:pt x="166590" y="230167"/>
                  </a:lnTo>
                  <a:lnTo>
                    <a:pt x="150098" y="208704"/>
                  </a:lnTo>
                  <a:lnTo>
                    <a:pt x="133723" y="230167"/>
                  </a:lnTo>
                  <a:lnTo>
                    <a:pt x="111060" y="230167"/>
                  </a:lnTo>
                  <a:lnTo>
                    <a:pt x="138825" y="193762"/>
                  </a:lnTo>
                  <a:close/>
                  <a:moveTo>
                    <a:pt x="654020" y="157476"/>
                  </a:moveTo>
                  <a:cubicBezTo>
                    <a:pt x="675734" y="157476"/>
                    <a:pt x="689141" y="172417"/>
                    <a:pt x="689141" y="195303"/>
                  </a:cubicBezTo>
                  <a:lnTo>
                    <a:pt x="689141" y="200403"/>
                  </a:lnTo>
                  <a:lnTo>
                    <a:pt x="636816" y="200403"/>
                  </a:lnTo>
                  <a:lnTo>
                    <a:pt x="636816" y="200641"/>
                  </a:lnTo>
                  <a:cubicBezTo>
                    <a:pt x="639188" y="210126"/>
                    <a:pt x="647732" y="214276"/>
                    <a:pt x="656037" y="214276"/>
                  </a:cubicBezTo>
                  <a:cubicBezTo>
                    <a:pt x="664343" y="214276"/>
                    <a:pt x="671225" y="211312"/>
                    <a:pt x="676208" y="207043"/>
                  </a:cubicBezTo>
                  <a:lnTo>
                    <a:pt x="684040" y="222577"/>
                  </a:lnTo>
                  <a:cubicBezTo>
                    <a:pt x="678225" y="227440"/>
                    <a:pt x="669326" y="231946"/>
                    <a:pt x="655682" y="231946"/>
                  </a:cubicBezTo>
                  <a:cubicBezTo>
                    <a:pt x="631594" y="231946"/>
                    <a:pt x="617593" y="215819"/>
                    <a:pt x="617593" y="194712"/>
                  </a:cubicBezTo>
                  <a:cubicBezTo>
                    <a:pt x="617593" y="173603"/>
                    <a:pt x="631713" y="157476"/>
                    <a:pt x="654020" y="157476"/>
                  </a:cubicBezTo>
                  <a:close/>
                  <a:moveTo>
                    <a:pt x="485769" y="157358"/>
                  </a:moveTo>
                  <a:cubicBezTo>
                    <a:pt x="501668" y="157358"/>
                    <a:pt x="510805" y="167556"/>
                    <a:pt x="510805" y="185699"/>
                  </a:cubicBezTo>
                  <a:lnTo>
                    <a:pt x="510805" y="230167"/>
                  </a:lnTo>
                  <a:lnTo>
                    <a:pt x="491583" y="230167"/>
                  </a:lnTo>
                  <a:lnTo>
                    <a:pt x="491583" y="190797"/>
                  </a:lnTo>
                  <a:cubicBezTo>
                    <a:pt x="491583" y="180718"/>
                    <a:pt x="487074" y="175501"/>
                    <a:pt x="478294" y="175501"/>
                  </a:cubicBezTo>
                  <a:cubicBezTo>
                    <a:pt x="468327" y="175501"/>
                    <a:pt x="463107" y="182734"/>
                    <a:pt x="463107" y="196253"/>
                  </a:cubicBezTo>
                  <a:lnTo>
                    <a:pt x="463107" y="230285"/>
                  </a:lnTo>
                  <a:lnTo>
                    <a:pt x="444359" y="230285"/>
                  </a:lnTo>
                  <a:lnTo>
                    <a:pt x="444241" y="230285"/>
                  </a:lnTo>
                  <a:lnTo>
                    <a:pt x="444241" y="159137"/>
                  </a:lnTo>
                  <a:lnTo>
                    <a:pt x="462512" y="159137"/>
                  </a:lnTo>
                  <a:lnTo>
                    <a:pt x="462512" y="169928"/>
                  </a:lnTo>
                  <a:cubicBezTo>
                    <a:pt x="467970" y="161627"/>
                    <a:pt x="476158" y="157358"/>
                    <a:pt x="485769" y="157358"/>
                  </a:cubicBezTo>
                  <a:close/>
                  <a:moveTo>
                    <a:pt x="393812" y="157358"/>
                  </a:moveTo>
                  <a:cubicBezTo>
                    <a:pt x="412085" y="157358"/>
                    <a:pt x="424544" y="165422"/>
                    <a:pt x="424544" y="183802"/>
                  </a:cubicBezTo>
                  <a:lnTo>
                    <a:pt x="424662" y="183920"/>
                  </a:lnTo>
                  <a:lnTo>
                    <a:pt x="424662" y="230404"/>
                  </a:lnTo>
                  <a:lnTo>
                    <a:pt x="405915" y="230404"/>
                  </a:lnTo>
                  <a:lnTo>
                    <a:pt x="405915" y="220680"/>
                  </a:lnTo>
                  <a:cubicBezTo>
                    <a:pt x="401406" y="227677"/>
                    <a:pt x="393931" y="231946"/>
                    <a:pt x="384082" y="231946"/>
                  </a:cubicBezTo>
                  <a:cubicBezTo>
                    <a:pt x="369845" y="231946"/>
                    <a:pt x="359877" y="222815"/>
                    <a:pt x="359877" y="210126"/>
                  </a:cubicBezTo>
                  <a:cubicBezTo>
                    <a:pt x="359877" y="197439"/>
                    <a:pt x="368776" y="190086"/>
                    <a:pt x="383727" y="188426"/>
                  </a:cubicBezTo>
                  <a:lnTo>
                    <a:pt x="397135" y="187004"/>
                  </a:lnTo>
                  <a:cubicBezTo>
                    <a:pt x="403779" y="186292"/>
                    <a:pt x="405796" y="184275"/>
                    <a:pt x="405796" y="180837"/>
                  </a:cubicBezTo>
                  <a:cubicBezTo>
                    <a:pt x="405796" y="176805"/>
                    <a:pt x="401524" y="174315"/>
                    <a:pt x="394169" y="174315"/>
                  </a:cubicBezTo>
                  <a:cubicBezTo>
                    <a:pt x="384320" y="174315"/>
                    <a:pt x="377913" y="177754"/>
                    <a:pt x="375658" y="183564"/>
                  </a:cubicBezTo>
                  <a:lnTo>
                    <a:pt x="361657" y="173603"/>
                  </a:lnTo>
                  <a:cubicBezTo>
                    <a:pt x="366047" y="163168"/>
                    <a:pt x="377320" y="157358"/>
                    <a:pt x="393812" y="157358"/>
                  </a:cubicBezTo>
                  <a:close/>
                  <a:moveTo>
                    <a:pt x="235647" y="157358"/>
                  </a:moveTo>
                  <a:cubicBezTo>
                    <a:pt x="246444" y="157358"/>
                    <a:pt x="255818" y="160916"/>
                    <a:pt x="262700" y="167793"/>
                  </a:cubicBezTo>
                  <a:lnTo>
                    <a:pt x="252021" y="182852"/>
                  </a:lnTo>
                  <a:cubicBezTo>
                    <a:pt x="247274" y="178110"/>
                    <a:pt x="241936" y="175737"/>
                    <a:pt x="235647" y="175737"/>
                  </a:cubicBezTo>
                  <a:cubicBezTo>
                    <a:pt x="224730" y="175737"/>
                    <a:pt x="217017" y="183564"/>
                    <a:pt x="217017" y="194712"/>
                  </a:cubicBezTo>
                  <a:cubicBezTo>
                    <a:pt x="217017" y="205858"/>
                    <a:pt x="224730" y="213565"/>
                    <a:pt x="235647" y="213565"/>
                  </a:cubicBezTo>
                  <a:cubicBezTo>
                    <a:pt x="241936" y="213565"/>
                    <a:pt x="247630" y="210956"/>
                    <a:pt x="252495" y="206332"/>
                  </a:cubicBezTo>
                  <a:lnTo>
                    <a:pt x="262937" y="221391"/>
                  </a:lnTo>
                  <a:cubicBezTo>
                    <a:pt x="256055" y="228270"/>
                    <a:pt x="246444" y="231946"/>
                    <a:pt x="235410" y="231946"/>
                  </a:cubicBezTo>
                  <a:cubicBezTo>
                    <a:pt x="213103" y="231946"/>
                    <a:pt x="197677" y="216767"/>
                    <a:pt x="197677" y="194712"/>
                  </a:cubicBezTo>
                  <a:cubicBezTo>
                    <a:pt x="197677" y="172655"/>
                    <a:pt x="213340" y="157476"/>
                    <a:pt x="235647" y="157476"/>
                  </a:cubicBezTo>
                  <a:close/>
                  <a:moveTo>
                    <a:pt x="559453" y="157239"/>
                  </a:moveTo>
                  <a:lnTo>
                    <a:pt x="559572" y="157476"/>
                  </a:lnTo>
                  <a:cubicBezTo>
                    <a:pt x="569420" y="157476"/>
                    <a:pt x="578201" y="161864"/>
                    <a:pt x="582710" y="169097"/>
                  </a:cubicBezTo>
                  <a:lnTo>
                    <a:pt x="582710" y="159137"/>
                  </a:lnTo>
                  <a:lnTo>
                    <a:pt x="601456" y="159137"/>
                  </a:lnTo>
                  <a:lnTo>
                    <a:pt x="601456" y="225542"/>
                  </a:lnTo>
                  <a:cubicBezTo>
                    <a:pt x="601456" y="248310"/>
                    <a:pt x="587930" y="260523"/>
                    <a:pt x="562775" y="260523"/>
                  </a:cubicBezTo>
                  <a:cubicBezTo>
                    <a:pt x="549487" y="260523"/>
                    <a:pt x="539400" y="256966"/>
                    <a:pt x="531332" y="249377"/>
                  </a:cubicBezTo>
                  <a:lnTo>
                    <a:pt x="540587" y="233842"/>
                  </a:lnTo>
                  <a:cubicBezTo>
                    <a:pt x="546757" y="239773"/>
                    <a:pt x="553639" y="242736"/>
                    <a:pt x="562182" y="242736"/>
                  </a:cubicBezTo>
                  <a:cubicBezTo>
                    <a:pt x="575946" y="242736"/>
                    <a:pt x="582946" y="236571"/>
                    <a:pt x="582946" y="224356"/>
                  </a:cubicBezTo>
                  <a:lnTo>
                    <a:pt x="582946" y="219850"/>
                  </a:lnTo>
                  <a:cubicBezTo>
                    <a:pt x="578081" y="226847"/>
                    <a:pt x="569895" y="230760"/>
                    <a:pt x="560046" y="230760"/>
                  </a:cubicBezTo>
                  <a:cubicBezTo>
                    <a:pt x="539875" y="230760"/>
                    <a:pt x="526587" y="216293"/>
                    <a:pt x="526587" y="194237"/>
                  </a:cubicBezTo>
                  <a:cubicBezTo>
                    <a:pt x="526587" y="172181"/>
                    <a:pt x="540113" y="157239"/>
                    <a:pt x="559453" y="157239"/>
                  </a:cubicBezTo>
                  <a:close/>
                  <a:moveTo>
                    <a:pt x="277176" y="130795"/>
                  </a:moveTo>
                  <a:lnTo>
                    <a:pt x="295923" y="130795"/>
                  </a:lnTo>
                  <a:lnTo>
                    <a:pt x="295923" y="169808"/>
                  </a:lnTo>
                  <a:cubicBezTo>
                    <a:pt x="301143" y="161389"/>
                    <a:pt x="308857" y="157476"/>
                    <a:pt x="318467" y="157476"/>
                  </a:cubicBezTo>
                  <a:cubicBezTo>
                    <a:pt x="334723" y="157476"/>
                    <a:pt x="343622" y="167674"/>
                    <a:pt x="343622" y="186173"/>
                  </a:cubicBezTo>
                  <a:lnTo>
                    <a:pt x="343622" y="230285"/>
                  </a:lnTo>
                  <a:lnTo>
                    <a:pt x="324400" y="230285"/>
                  </a:lnTo>
                  <a:lnTo>
                    <a:pt x="324400" y="190917"/>
                  </a:lnTo>
                  <a:cubicBezTo>
                    <a:pt x="324400" y="180837"/>
                    <a:pt x="319891" y="175619"/>
                    <a:pt x="311467" y="175619"/>
                  </a:cubicBezTo>
                  <a:cubicBezTo>
                    <a:pt x="301262" y="175619"/>
                    <a:pt x="295923" y="182734"/>
                    <a:pt x="295923" y="196371"/>
                  </a:cubicBezTo>
                  <a:lnTo>
                    <a:pt x="295923" y="230404"/>
                  </a:lnTo>
                  <a:lnTo>
                    <a:pt x="277176" y="230404"/>
                  </a:lnTo>
                  <a:close/>
                  <a:moveTo>
                    <a:pt x="34409" y="130558"/>
                  </a:moveTo>
                  <a:lnTo>
                    <a:pt x="98720" y="130558"/>
                  </a:lnTo>
                  <a:lnTo>
                    <a:pt x="98720" y="150480"/>
                  </a:lnTo>
                  <a:lnTo>
                    <a:pt x="54344" y="150480"/>
                  </a:lnTo>
                  <a:lnTo>
                    <a:pt x="54344" y="170401"/>
                  </a:lnTo>
                  <a:lnTo>
                    <a:pt x="98720" y="170401"/>
                  </a:lnTo>
                  <a:lnTo>
                    <a:pt x="98720" y="190324"/>
                  </a:lnTo>
                  <a:lnTo>
                    <a:pt x="54344" y="190324"/>
                  </a:lnTo>
                  <a:lnTo>
                    <a:pt x="54344" y="210245"/>
                  </a:lnTo>
                  <a:lnTo>
                    <a:pt x="98720" y="210245"/>
                  </a:lnTo>
                  <a:lnTo>
                    <a:pt x="98720" y="230167"/>
                  </a:lnTo>
                  <a:lnTo>
                    <a:pt x="34409" y="230167"/>
                  </a:lnTo>
                  <a:close/>
                  <a:moveTo>
                    <a:pt x="273497" y="45179"/>
                  </a:moveTo>
                  <a:cubicBezTo>
                    <a:pt x="262819" y="45179"/>
                    <a:pt x="254512" y="52769"/>
                    <a:pt x="254512" y="64152"/>
                  </a:cubicBezTo>
                  <a:cubicBezTo>
                    <a:pt x="254512" y="75537"/>
                    <a:pt x="262819" y="83007"/>
                    <a:pt x="273497" y="83007"/>
                  </a:cubicBezTo>
                  <a:cubicBezTo>
                    <a:pt x="284176" y="83007"/>
                    <a:pt x="292363" y="75418"/>
                    <a:pt x="292363" y="64152"/>
                  </a:cubicBezTo>
                  <a:cubicBezTo>
                    <a:pt x="292363" y="52887"/>
                    <a:pt x="284058" y="45179"/>
                    <a:pt x="273497" y="45179"/>
                  </a:cubicBezTo>
                  <a:close/>
                  <a:moveTo>
                    <a:pt x="129808" y="42689"/>
                  </a:moveTo>
                  <a:cubicBezTo>
                    <a:pt x="120790" y="42689"/>
                    <a:pt x="114858" y="47433"/>
                    <a:pt x="112959" y="56089"/>
                  </a:cubicBezTo>
                  <a:lnTo>
                    <a:pt x="144995" y="56089"/>
                  </a:lnTo>
                  <a:cubicBezTo>
                    <a:pt x="144165" y="48381"/>
                    <a:pt x="138825" y="42689"/>
                    <a:pt x="129808" y="42689"/>
                  </a:cubicBezTo>
                  <a:close/>
                  <a:moveTo>
                    <a:pt x="562775" y="28579"/>
                  </a:moveTo>
                  <a:lnTo>
                    <a:pt x="581641" y="28579"/>
                  </a:lnTo>
                  <a:lnTo>
                    <a:pt x="581879" y="28579"/>
                  </a:lnTo>
                  <a:lnTo>
                    <a:pt x="581879" y="99727"/>
                  </a:lnTo>
                  <a:lnTo>
                    <a:pt x="563606" y="99727"/>
                  </a:lnTo>
                  <a:lnTo>
                    <a:pt x="563606" y="88936"/>
                  </a:lnTo>
                  <a:cubicBezTo>
                    <a:pt x="558741" y="96169"/>
                    <a:pt x="551622" y="101506"/>
                    <a:pt x="540942" y="101506"/>
                  </a:cubicBezTo>
                  <a:cubicBezTo>
                    <a:pt x="524450" y="101506"/>
                    <a:pt x="516263" y="90360"/>
                    <a:pt x="516263" y="72928"/>
                  </a:cubicBezTo>
                  <a:lnTo>
                    <a:pt x="516263" y="28697"/>
                  </a:lnTo>
                  <a:lnTo>
                    <a:pt x="535484" y="28697"/>
                  </a:lnTo>
                  <a:lnTo>
                    <a:pt x="535484" y="68185"/>
                  </a:lnTo>
                  <a:cubicBezTo>
                    <a:pt x="535484" y="78264"/>
                    <a:pt x="539163" y="83363"/>
                    <a:pt x="547469" y="83363"/>
                  </a:cubicBezTo>
                  <a:cubicBezTo>
                    <a:pt x="558029" y="83363"/>
                    <a:pt x="562775" y="74825"/>
                    <a:pt x="562775" y="62611"/>
                  </a:cubicBezTo>
                  <a:close/>
                  <a:moveTo>
                    <a:pt x="630645" y="26799"/>
                  </a:moveTo>
                  <a:lnTo>
                    <a:pt x="630645" y="26918"/>
                  </a:lnTo>
                  <a:cubicBezTo>
                    <a:pt x="643341" y="26918"/>
                    <a:pt x="652597" y="30713"/>
                    <a:pt x="659003" y="37471"/>
                  </a:cubicBezTo>
                  <a:lnTo>
                    <a:pt x="648443" y="51108"/>
                  </a:lnTo>
                  <a:cubicBezTo>
                    <a:pt x="644172" y="46365"/>
                    <a:pt x="636341" y="43875"/>
                    <a:pt x="629103" y="43875"/>
                  </a:cubicBezTo>
                  <a:cubicBezTo>
                    <a:pt x="623288" y="43875"/>
                    <a:pt x="620085" y="45772"/>
                    <a:pt x="620085" y="48856"/>
                  </a:cubicBezTo>
                  <a:cubicBezTo>
                    <a:pt x="620085" y="52294"/>
                    <a:pt x="623526" y="53006"/>
                    <a:pt x="636578" y="55971"/>
                  </a:cubicBezTo>
                  <a:cubicBezTo>
                    <a:pt x="650105" y="59054"/>
                    <a:pt x="659359" y="64034"/>
                    <a:pt x="659359" y="78264"/>
                  </a:cubicBezTo>
                  <a:cubicBezTo>
                    <a:pt x="659359" y="93917"/>
                    <a:pt x="648206" y="101506"/>
                    <a:pt x="628628" y="101506"/>
                  </a:cubicBezTo>
                  <a:cubicBezTo>
                    <a:pt x="614390" y="101506"/>
                    <a:pt x="603118" y="97237"/>
                    <a:pt x="597067" y="89647"/>
                  </a:cubicBezTo>
                  <a:lnTo>
                    <a:pt x="607983" y="75418"/>
                  </a:lnTo>
                  <a:cubicBezTo>
                    <a:pt x="612492" y="80636"/>
                    <a:pt x="619967" y="84668"/>
                    <a:pt x="630645" y="84668"/>
                  </a:cubicBezTo>
                  <a:cubicBezTo>
                    <a:pt x="635866" y="84668"/>
                    <a:pt x="640019" y="83245"/>
                    <a:pt x="640019" y="79212"/>
                  </a:cubicBezTo>
                  <a:cubicBezTo>
                    <a:pt x="640019" y="75537"/>
                    <a:pt x="636459" y="74707"/>
                    <a:pt x="624238" y="71979"/>
                  </a:cubicBezTo>
                  <a:cubicBezTo>
                    <a:pt x="613085" y="69608"/>
                    <a:pt x="600626" y="64745"/>
                    <a:pt x="600626" y="49449"/>
                  </a:cubicBezTo>
                  <a:cubicBezTo>
                    <a:pt x="600626" y="34151"/>
                    <a:pt x="612017" y="26799"/>
                    <a:pt x="630645" y="26799"/>
                  </a:cubicBezTo>
                  <a:close/>
                  <a:moveTo>
                    <a:pt x="496092" y="26799"/>
                  </a:moveTo>
                  <a:cubicBezTo>
                    <a:pt x="498702" y="26799"/>
                    <a:pt x="500838" y="27274"/>
                    <a:pt x="503092" y="27749"/>
                  </a:cubicBezTo>
                  <a:lnTo>
                    <a:pt x="503092" y="47907"/>
                  </a:lnTo>
                  <a:cubicBezTo>
                    <a:pt x="500482" y="47077"/>
                    <a:pt x="497516" y="46722"/>
                    <a:pt x="494549" y="46722"/>
                  </a:cubicBezTo>
                  <a:cubicBezTo>
                    <a:pt x="482209" y="46722"/>
                    <a:pt x="476633" y="53717"/>
                    <a:pt x="476633" y="67354"/>
                  </a:cubicBezTo>
                  <a:lnTo>
                    <a:pt x="476633" y="99491"/>
                  </a:lnTo>
                  <a:lnTo>
                    <a:pt x="457885" y="99491"/>
                  </a:lnTo>
                  <a:lnTo>
                    <a:pt x="457885" y="28341"/>
                  </a:lnTo>
                  <a:lnTo>
                    <a:pt x="475920" y="28341"/>
                  </a:lnTo>
                  <a:lnTo>
                    <a:pt x="475920" y="39962"/>
                  </a:lnTo>
                  <a:lnTo>
                    <a:pt x="475920" y="40200"/>
                  </a:lnTo>
                  <a:cubicBezTo>
                    <a:pt x="479718" y="31899"/>
                    <a:pt x="486125" y="26799"/>
                    <a:pt x="496092" y="26799"/>
                  </a:cubicBezTo>
                  <a:close/>
                  <a:moveTo>
                    <a:pt x="273497" y="26799"/>
                  </a:moveTo>
                  <a:cubicBezTo>
                    <a:pt x="295449" y="26799"/>
                    <a:pt x="311823" y="41859"/>
                    <a:pt x="311823" y="64034"/>
                  </a:cubicBezTo>
                  <a:cubicBezTo>
                    <a:pt x="311823" y="86209"/>
                    <a:pt x="295449" y="101268"/>
                    <a:pt x="273497" y="101268"/>
                  </a:cubicBezTo>
                  <a:cubicBezTo>
                    <a:pt x="251546" y="101268"/>
                    <a:pt x="235172" y="86209"/>
                    <a:pt x="235172" y="64034"/>
                  </a:cubicBezTo>
                  <a:cubicBezTo>
                    <a:pt x="235172" y="41859"/>
                    <a:pt x="251546" y="26799"/>
                    <a:pt x="273497" y="26799"/>
                  </a:cubicBezTo>
                  <a:close/>
                  <a:moveTo>
                    <a:pt x="219391" y="26799"/>
                  </a:moveTo>
                  <a:cubicBezTo>
                    <a:pt x="222002" y="26799"/>
                    <a:pt x="224137" y="27274"/>
                    <a:pt x="226391" y="27749"/>
                  </a:cubicBezTo>
                  <a:lnTo>
                    <a:pt x="226391" y="47907"/>
                  </a:lnTo>
                  <a:cubicBezTo>
                    <a:pt x="223781" y="47077"/>
                    <a:pt x="220815" y="46722"/>
                    <a:pt x="217848" y="46722"/>
                  </a:cubicBezTo>
                  <a:cubicBezTo>
                    <a:pt x="205508" y="46722"/>
                    <a:pt x="199932" y="53717"/>
                    <a:pt x="199932" y="67354"/>
                  </a:cubicBezTo>
                  <a:lnTo>
                    <a:pt x="199932" y="99491"/>
                  </a:lnTo>
                  <a:lnTo>
                    <a:pt x="181184" y="99491"/>
                  </a:lnTo>
                  <a:lnTo>
                    <a:pt x="181184" y="28341"/>
                  </a:lnTo>
                  <a:lnTo>
                    <a:pt x="199220" y="28341"/>
                  </a:lnTo>
                  <a:lnTo>
                    <a:pt x="199220" y="39962"/>
                  </a:lnTo>
                  <a:lnTo>
                    <a:pt x="199220" y="40200"/>
                  </a:lnTo>
                  <a:cubicBezTo>
                    <a:pt x="203016" y="31899"/>
                    <a:pt x="209424" y="26799"/>
                    <a:pt x="219391" y="26799"/>
                  </a:cubicBezTo>
                  <a:close/>
                  <a:moveTo>
                    <a:pt x="130282" y="26799"/>
                  </a:moveTo>
                  <a:cubicBezTo>
                    <a:pt x="151995" y="26799"/>
                    <a:pt x="165403" y="41741"/>
                    <a:pt x="165403" y="64627"/>
                  </a:cubicBezTo>
                  <a:lnTo>
                    <a:pt x="165403" y="69726"/>
                  </a:lnTo>
                  <a:lnTo>
                    <a:pt x="113077" y="69726"/>
                  </a:lnTo>
                  <a:lnTo>
                    <a:pt x="113077" y="69963"/>
                  </a:lnTo>
                  <a:cubicBezTo>
                    <a:pt x="115451" y="79450"/>
                    <a:pt x="123993" y="83600"/>
                    <a:pt x="132299" y="83600"/>
                  </a:cubicBezTo>
                  <a:cubicBezTo>
                    <a:pt x="140604" y="83600"/>
                    <a:pt x="147486" y="80636"/>
                    <a:pt x="152470" y="76367"/>
                  </a:cubicBezTo>
                  <a:lnTo>
                    <a:pt x="160301" y="91901"/>
                  </a:lnTo>
                  <a:cubicBezTo>
                    <a:pt x="154487" y="96762"/>
                    <a:pt x="145588" y="101268"/>
                    <a:pt x="131943" y="101268"/>
                  </a:cubicBezTo>
                  <a:cubicBezTo>
                    <a:pt x="107856" y="101268"/>
                    <a:pt x="93855" y="85142"/>
                    <a:pt x="93855" y="64034"/>
                  </a:cubicBezTo>
                  <a:cubicBezTo>
                    <a:pt x="93855" y="42927"/>
                    <a:pt x="107975" y="26799"/>
                    <a:pt x="130282" y="26799"/>
                  </a:cubicBezTo>
                  <a:close/>
                  <a:moveTo>
                    <a:pt x="680362" y="9487"/>
                  </a:moveTo>
                  <a:lnTo>
                    <a:pt x="699108" y="9487"/>
                  </a:lnTo>
                  <a:lnTo>
                    <a:pt x="699108" y="28579"/>
                  </a:lnTo>
                  <a:lnTo>
                    <a:pt x="717144" y="28579"/>
                  </a:lnTo>
                  <a:lnTo>
                    <a:pt x="717144" y="44350"/>
                  </a:lnTo>
                  <a:lnTo>
                    <a:pt x="699108" y="44350"/>
                  </a:lnTo>
                  <a:lnTo>
                    <a:pt x="699108" y="75180"/>
                  </a:lnTo>
                  <a:cubicBezTo>
                    <a:pt x="699108" y="79687"/>
                    <a:pt x="701363" y="81584"/>
                    <a:pt x="706228" y="81584"/>
                  </a:cubicBezTo>
                  <a:cubicBezTo>
                    <a:pt x="709075" y="81584"/>
                    <a:pt x="711448" y="81347"/>
                    <a:pt x="716670" y="80398"/>
                  </a:cubicBezTo>
                  <a:lnTo>
                    <a:pt x="716670" y="98186"/>
                  </a:lnTo>
                  <a:lnTo>
                    <a:pt x="716670" y="98305"/>
                  </a:lnTo>
                  <a:cubicBezTo>
                    <a:pt x="711448" y="99609"/>
                    <a:pt x="705990" y="100439"/>
                    <a:pt x="701245" y="100439"/>
                  </a:cubicBezTo>
                  <a:cubicBezTo>
                    <a:pt x="687955" y="100439"/>
                    <a:pt x="680362" y="94153"/>
                    <a:pt x="680362" y="77908"/>
                  </a:cubicBezTo>
                  <a:lnTo>
                    <a:pt x="680362" y="44350"/>
                  </a:lnTo>
                  <a:lnTo>
                    <a:pt x="667427" y="44350"/>
                  </a:lnTo>
                  <a:lnTo>
                    <a:pt x="667427" y="28579"/>
                  </a:lnTo>
                  <a:lnTo>
                    <a:pt x="680362" y="28579"/>
                  </a:lnTo>
                  <a:close/>
                  <a:moveTo>
                    <a:pt x="353351" y="0"/>
                  </a:moveTo>
                  <a:lnTo>
                    <a:pt x="445308" y="0"/>
                  </a:lnTo>
                  <a:lnTo>
                    <a:pt x="445308" y="19922"/>
                  </a:lnTo>
                  <a:lnTo>
                    <a:pt x="409237" y="19922"/>
                  </a:lnTo>
                  <a:lnTo>
                    <a:pt x="409237" y="99609"/>
                  </a:lnTo>
                  <a:lnTo>
                    <a:pt x="389304" y="99609"/>
                  </a:lnTo>
                  <a:lnTo>
                    <a:pt x="389304" y="19922"/>
                  </a:lnTo>
                  <a:lnTo>
                    <a:pt x="353351" y="19922"/>
                  </a:lnTo>
                  <a:close/>
                  <a:moveTo>
                    <a:pt x="0" y="0"/>
                  </a:moveTo>
                  <a:lnTo>
                    <a:pt x="81278" y="0"/>
                  </a:lnTo>
                  <a:lnTo>
                    <a:pt x="81278" y="14348"/>
                  </a:lnTo>
                  <a:lnTo>
                    <a:pt x="29782" y="79568"/>
                  </a:lnTo>
                  <a:lnTo>
                    <a:pt x="81278" y="79568"/>
                  </a:lnTo>
                  <a:lnTo>
                    <a:pt x="81278" y="99491"/>
                  </a:lnTo>
                  <a:lnTo>
                    <a:pt x="0" y="99491"/>
                  </a:lnTo>
                  <a:lnTo>
                    <a:pt x="0" y="85261"/>
                  </a:lnTo>
                  <a:lnTo>
                    <a:pt x="51496" y="19922"/>
                  </a:lnTo>
                  <a:lnTo>
                    <a:pt x="0" y="199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Tx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sp>
        <p:nvSpPr>
          <p:cNvPr id="15" name="Google Shape;4249;p412">
            <a:extLst>
              <a:ext uri="{FF2B5EF4-FFF2-40B4-BE49-F238E27FC236}">
                <a16:creationId xmlns:a16="http://schemas.microsoft.com/office/drawing/2014/main" id="{70E078D9-1DD9-B1AD-06C8-3753FA1BCFD6}"/>
              </a:ext>
            </a:extLst>
          </p:cNvPr>
          <p:cNvSpPr/>
          <p:nvPr/>
        </p:nvSpPr>
        <p:spPr>
          <a:xfrm>
            <a:off x="2599503" y="3392624"/>
            <a:ext cx="188568" cy="116903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rgbClr val="246CF7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2285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16" name="Google Shape;4250;p412">
            <a:extLst>
              <a:ext uri="{FF2B5EF4-FFF2-40B4-BE49-F238E27FC236}">
                <a16:creationId xmlns:a16="http://schemas.microsoft.com/office/drawing/2014/main" id="{269106E3-07A1-C6A0-3A2A-2BFD51962E9E}"/>
              </a:ext>
            </a:extLst>
          </p:cNvPr>
          <p:cNvSpPr/>
          <p:nvPr/>
        </p:nvSpPr>
        <p:spPr>
          <a:xfrm>
            <a:off x="5563342" y="3392625"/>
            <a:ext cx="188568" cy="116901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rgbClr val="246CF7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2285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C38EC3C1-4BA7-8082-5C3C-B5DA1448794E}"/>
              </a:ext>
            </a:extLst>
          </p:cNvPr>
          <p:cNvGrpSpPr/>
          <p:nvPr/>
        </p:nvGrpSpPr>
        <p:grpSpPr>
          <a:xfrm>
            <a:off x="2021633" y="3597690"/>
            <a:ext cx="1172080" cy="2128084"/>
            <a:chOff x="4102125" y="3634056"/>
            <a:chExt cx="1172080" cy="2128084"/>
          </a:xfrm>
        </p:grpSpPr>
        <p:cxnSp>
          <p:nvCxnSpPr>
            <p:cNvPr id="18" name="Google Shape;4253;p412">
              <a:extLst>
                <a:ext uri="{FF2B5EF4-FFF2-40B4-BE49-F238E27FC236}">
                  <a16:creationId xmlns:a16="http://schemas.microsoft.com/office/drawing/2014/main" id="{64C75F0D-ED17-04E1-3215-92AB182241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51346" y="3634056"/>
              <a:ext cx="1" cy="862969"/>
            </a:xfrm>
            <a:prstGeom prst="straightConnector1">
              <a:avLst/>
            </a:prstGeom>
            <a:noFill/>
            <a:ln w="1587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sp>
          <p:nvSpPr>
            <p:cNvPr id="19" name="Google Shape;4334;p412">
              <a:extLst>
                <a:ext uri="{FF2B5EF4-FFF2-40B4-BE49-F238E27FC236}">
                  <a16:creationId xmlns:a16="http://schemas.microsoft.com/office/drawing/2014/main" id="{EBC10ADE-0390-E353-F58A-C3ECC8FDE95E}"/>
                </a:ext>
              </a:extLst>
            </p:cNvPr>
            <p:cNvSpPr/>
            <p:nvPr/>
          </p:nvSpPr>
          <p:spPr>
            <a:xfrm>
              <a:off x="4405056" y="4500408"/>
              <a:ext cx="692581" cy="692580"/>
            </a:xfrm>
            <a:prstGeom prst="ellipse">
              <a:avLst/>
            </a:prstGeom>
            <a:solidFill>
              <a:schemeClr val="accent5"/>
            </a:solidFill>
            <a:ln w="9525" cap="flat" cmpd="sng">
              <a:solidFill>
                <a:srgbClr val="00174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918" tIns="53422" rIns="106918" bIns="53422" anchor="ctr" anchorCtr="0">
              <a:no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3200" b="0" i="0" u="none" strike="noStrike" kern="0" cap="none" spc="0" normalizeH="0" baseline="0" noProof="0">
                <a:ln>
                  <a:noFill/>
                </a:ln>
                <a:solidFill>
                  <a:srgbClr val="6BFFB3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2884532B-5510-3550-BE36-967B85F210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33175" y="4697314"/>
              <a:ext cx="452526" cy="266400"/>
            </a:xfrm>
            <a:custGeom>
              <a:avLst/>
              <a:gdLst>
                <a:gd name="connsiteX0" fmla="*/ 4319561 w 7634950"/>
                <a:gd name="connsiteY0" fmla="*/ 3271568 h 4494657"/>
                <a:gd name="connsiteX1" fmla="*/ 4203679 w 7634950"/>
                <a:gd name="connsiteY1" fmla="*/ 3387181 h 4494657"/>
                <a:gd name="connsiteX2" fmla="*/ 4203679 w 7634950"/>
                <a:gd name="connsiteY2" fmla="*/ 4147835 h 4494657"/>
                <a:gd name="connsiteX3" fmla="*/ 4319561 w 7634950"/>
                <a:gd name="connsiteY3" fmla="*/ 4263448 h 4494657"/>
                <a:gd name="connsiteX4" fmla="*/ 5500633 w 7634950"/>
                <a:gd name="connsiteY4" fmla="*/ 4263448 h 4494657"/>
                <a:gd name="connsiteX5" fmla="*/ 5616498 w 7634950"/>
                <a:gd name="connsiteY5" fmla="*/ 4147835 h 4494657"/>
                <a:gd name="connsiteX6" fmla="*/ 5616498 w 7634950"/>
                <a:gd name="connsiteY6" fmla="*/ 3387181 h 4494657"/>
                <a:gd name="connsiteX7" fmla="*/ 5500633 w 7634950"/>
                <a:gd name="connsiteY7" fmla="*/ 3271568 h 4494657"/>
                <a:gd name="connsiteX8" fmla="*/ 6225214 w 7634950"/>
                <a:gd name="connsiteY8" fmla="*/ 3057301 h 4494657"/>
                <a:gd name="connsiteX9" fmla="*/ 6818469 w 7634950"/>
                <a:gd name="connsiteY9" fmla="*/ 3057301 h 4494657"/>
                <a:gd name="connsiteX10" fmla="*/ 7634950 w 7634950"/>
                <a:gd name="connsiteY10" fmla="*/ 3871913 h 4494657"/>
                <a:gd name="connsiteX11" fmla="*/ 7634950 w 7634950"/>
                <a:gd name="connsiteY11" fmla="*/ 4379027 h 4494657"/>
                <a:gd name="connsiteX12" fmla="*/ 7519084 w 7634950"/>
                <a:gd name="connsiteY12" fmla="*/ 4494623 h 4494657"/>
                <a:gd name="connsiteX13" fmla="*/ 7403219 w 7634950"/>
                <a:gd name="connsiteY13" fmla="*/ 4379027 h 4494657"/>
                <a:gd name="connsiteX14" fmla="*/ 7403219 w 7634950"/>
                <a:gd name="connsiteY14" fmla="*/ 3871913 h 4494657"/>
                <a:gd name="connsiteX15" fmla="*/ 6818469 w 7634950"/>
                <a:gd name="connsiteY15" fmla="*/ 3288510 h 4494657"/>
                <a:gd name="connsiteX16" fmla="*/ 6225214 w 7634950"/>
                <a:gd name="connsiteY16" fmla="*/ 3288510 h 4494657"/>
                <a:gd name="connsiteX17" fmla="*/ 6109348 w 7634950"/>
                <a:gd name="connsiteY17" fmla="*/ 3172897 h 4494657"/>
                <a:gd name="connsiteX18" fmla="*/ 6225214 w 7634950"/>
                <a:gd name="connsiteY18" fmla="*/ 3057301 h 4494657"/>
                <a:gd name="connsiteX19" fmla="*/ 816482 w 7634950"/>
                <a:gd name="connsiteY19" fmla="*/ 3057301 h 4494657"/>
                <a:gd name="connsiteX20" fmla="*/ 1772018 w 7634950"/>
                <a:gd name="connsiteY20" fmla="*/ 3057301 h 4494657"/>
                <a:gd name="connsiteX21" fmla="*/ 1887884 w 7634950"/>
                <a:gd name="connsiteY21" fmla="*/ 3172897 h 4494657"/>
                <a:gd name="connsiteX22" fmla="*/ 1772018 w 7634950"/>
                <a:gd name="connsiteY22" fmla="*/ 3288510 h 4494657"/>
                <a:gd name="connsiteX23" fmla="*/ 816482 w 7634950"/>
                <a:gd name="connsiteY23" fmla="*/ 3288510 h 4494657"/>
                <a:gd name="connsiteX24" fmla="*/ 231731 w 7634950"/>
                <a:gd name="connsiteY24" fmla="*/ 3871913 h 4494657"/>
                <a:gd name="connsiteX25" fmla="*/ 231731 w 7634950"/>
                <a:gd name="connsiteY25" fmla="*/ 4379027 h 4494657"/>
                <a:gd name="connsiteX26" fmla="*/ 115865 w 7634950"/>
                <a:gd name="connsiteY26" fmla="*/ 4494623 h 4494657"/>
                <a:gd name="connsiteX27" fmla="*/ 0 w 7634950"/>
                <a:gd name="connsiteY27" fmla="*/ 4379027 h 4494657"/>
                <a:gd name="connsiteX28" fmla="*/ 0 w 7634950"/>
                <a:gd name="connsiteY28" fmla="*/ 3871913 h 4494657"/>
                <a:gd name="connsiteX29" fmla="*/ 816482 w 7634950"/>
                <a:gd name="connsiteY29" fmla="*/ 3057301 h 4494657"/>
                <a:gd name="connsiteX30" fmla="*/ 4910476 w 7634950"/>
                <a:gd name="connsiteY30" fmla="*/ 2870047 h 4494657"/>
                <a:gd name="connsiteX31" fmla="*/ 4715054 w 7634950"/>
                <a:gd name="connsiteY31" fmla="*/ 3040359 h 4494657"/>
                <a:gd name="connsiteX32" fmla="*/ 5105915 w 7634950"/>
                <a:gd name="connsiteY32" fmla="*/ 3040359 h 4494657"/>
                <a:gd name="connsiteX33" fmla="*/ 4910476 w 7634950"/>
                <a:gd name="connsiteY33" fmla="*/ 2870047 h 4494657"/>
                <a:gd name="connsiteX34" fmla="*/ 4909701 w 7634950"/>
                <a:gd name="connsiteY34" fmla="*/ 2638838 h 4494657"/>
                <a:gd name="connsiteX35" fmla="*/ 5338420 w 7634950"/>
                <a:gd name="connsiteY35" fmla="*/ 3040359 h 4494657"/>
                <a:gd name="connsiteX36" fmla="*/ 5500633 w 7634950"/>
                <a:gd name="connsiteY36" fmla="*/ 3040359 h 4494657"/>
                <a:gd name="connsiteX37" fmla="*/ 5848246 w 7634950"/>
                <a:gd name="connsiteY37" fmla="*/ 3387181 h 4494657"/>
                <a:gd name="connsiteX38" fmla="*/ 5848246 w 7634950"/>
                <a:gd name="connsiteY38" fmla="*/ 4147835 h 4494657"/>
                <a:gd name="connsiteX39" fmla="*/ 5500633 w 7634950"/>
                <a:gd name="connsiteY39" fmla="*/ 4494657 h 4494657"/>
                <a:gd name="connsiteX40" fmla="*/ 4319561 w 7634950"/>
                <a:gd name="connsiteY40" fmla="*/ 4494657 h 4494657"/>
                <a:gd name="connsiteX41" fmla="*/ 3971948 w 7634950"/>
                <a:gd name="connsiteY41" fmla="*/ 4147835 h 4494657"/>
                <a:gd name="connsiteX42" fmla="*/ 3971948 w 7634950"/>
                <a:gd name="connsiteY42" fmla="*/ 3387181 h 4494657"/>
                <a:gd name="connsiteX43" fmla="*/ 4319561 w 7634950"/>
                <a:gd name="connsiteY43" fmla="*/ 3040359 h 4494657"/>
                <a:gd name="connsiteX44" fmla="*/ 4480998 w 7634950"/>
                <a:gd name="connsiteY44" fmla="*/ 3040359 h 4494657"/>
                <a:gd name="connsiteX45" fmla="*/ 4909701 w 7634950"/>
                <a:gd name="connsiteY45" fmla="*/ 2638838 h 4494657"/>
                <a:gd name="connsiteX46" fmla="*/ 3184838 w 7634950"/>
                <a:gd name="connsiteY46" fmla="*/ 2638838 h 4494657"/>
                <a:gd name="connsiteX47" fmla="*/ 3939513 w 7634950"/>
                <a:gd name="connsiteY47" fmla="*/ 2638838 h 4494657"/>
                <a:gd name="connsiteX48" fmla="*/ 4055396 w 7634950"/>
                <a:gd name="connsiteY48" fmla="*/ 2754434 h 4494657"/>
                <a:gd name="connsiteX49" fmla="*/ 3939513 w 7634950"/>
                <a:gd name="connsiteY49" fmla="*/ 2870047 h 4494657"/>
                <a:gd name="connsiteX50" fmla="*/ 3184838 w 7634950"/>
                <a:gd name="connsiteY50" fmla="*/ 2870047 h 4494657"/>
                <a:gd name="connsiteX51" fmla="*/ 2373745 w 7634950"/>
                <a:gd name="connsiteY51" fmla="*/ 3679271 h 4494657"/>
                <a:gd name="connsiteX52" fmla="*/ 2373745 w 7634950"/>
                <a:gd name="connsiteY52" fmla="*/ 4378270 h 4494657"/>
                <a:gd name="connsiteX53" fmla="*/ 2257879 w 7634950"/>
                <a:gd name="connsiteY53" fmla="*/ 4493883 h 4494657"/>
                <a:gd name="connsiteX54" fmla="*/ 2142014 w 7634950"/>
                <a:gd name="connsiteY54" fmla="*/ 4378270 h 4494657"/>
                <a:gd name="connsiteX55" fmla="*/ 2142014 w 7634950"/>
                <a:gd name="connsiteY55" fmla="*/ 3679271 h 4494657"/>
                <a:gd name="connsiteX56" fmla="*/ 3184838 w 7634950"/>
                <a:gd name="connsiteY56" fmla="*/ 2638838 h 4494657"/>
                <a:gd name="connsiteX57" fmla="*/ 6312483 w 7634950"/>
                <a:gd name="connsiteY57" fmla="*/ 1314788 h 4494657"/>
                <a:gd name="connsiteX58" fmla="*/ 5669025 w 7634950"/>
                <a:gd name="connsiteY58" fmla="*/ 1956764 h 4494657"/>
                <a:gd name="connsiteX59" fmla="*/ 6312483 w 7634950"/>
                <a:gd name="connsiteY59" fmla="*/ 2598740 h 4494657"/>
                <a:gd name="connsiteX60" fmla="*/ 6955941 w 7634950"/>
                <a:gd name="connsiteY60" fmla="*/ 1956764 h 4494657"/>
                <a:gd name="connsiteX61" fmla="*/ 6312483 w 7634950"/>
                <a:gd name="connsiteY61" fmla="*/ 1314788 h 4494657"/>
                <a:gd name="connsiteX62" fmla="*/ 1322433 w 7634950"/>
                <a:gd name="connsiteY62" fmla="*/ 1314788 h 4494657"/>
                <a:gd name="connsiteX63" fmla="*/ 678975 w 7634950"/>
                <a:gd name="connsiteY63" fmla="*/ 1956764 h 4494657"/>
                <a:gd name="connsiteX64" fmla="*/ 1322433 w 7634950"/>
                <a:gd name="connsiteY64" fmla="*/ 2598740 h 4494657"/>
                <a:gd name="connsiteX65" fmla="*/ 1965891 w 7634950"/>
                <a:gd name="connsiteY65" fmla="*/ 1956764 h 4494657"/>
                <a:gd name="connsiteX66" fmla="*/ 1322433 w 7634950"/>
                <a:gd name="connsiteY66" fmla="*/ 1314788 h 4494657"/>
                <a:gd name="connsiteX67" fmla="*/ 6312483 w 7634950"/>
                <a:gd name="connsiteY67" fmla="*/ 1083579 h 4494657"/>
                <a:gd name="connsiteX68" fmla="*/ 7187672 w 7634950"/>
                <a:gd name="connsiteY68" fmla="*/ 1956764 h 4494657"/>
                <a:gd name="connsiteX69" fmla="*/ 6312483 w 7634950"/>
                <a:gd name="connsiteY69" fmla="*/ 2829949 h 4494657"/>
                <a:gd name="connsiteX70" fmla="*/ 5437294 w 7634950"/>
                <a:gd name="connsiteY70" fmla="*/ 1956764 h 4494657"/>
                <a:gd name="connsiteX71" fmla="*/ 6312483 w 7634950"/>
                <a:gd name="connsiteY71" fmla="*/ 1083579 h 4494657"/>
                <a:gd name="connsiteX72" fmla="*/ 1322433 w 7634950"/>
                <a:gd name="connsiteY72" fmla="*/ 1083579 h 4494657"/>
                <a:gd name="connsiteX73" fmla="*/ 2197622 w 7634950"/>
                <a:gd name="connsiteY73" fmla="*/ 1956764 h 4494657"/>
                <a:gd name="connsiteX74" fmla="*/ 1322433 w 7634950"/>
                <a:gd name="connsiteY74" fmla="*/ 2829949 h 4494657"/>
                <a:gd name="connsiteX75" fmla="*/ 447244 w 7634950"/>
                <a:gd name="connsiteY75" fmla="*/ 1956764 h 4494657"/>
                <a:gd name="connsiteX76" fmla="*/ 1322433 w 7634950"/>
                <a:gd name="connsiteY76" fmla="*/ 1083579 h 4494657"/>
                <a:gd name="connsiteX77" fmla="*/ 3817467 w 7634950"/>
                <a:gd name="connsiteY77" fmla="*/ 231209 h 4494657"/>
                <a:gd name="connsiteX78" fmla="*/ 2840306 w 7634950"/>
                <a:gd name="connsiteY78" fmla="*/ 1205356 h 4494657"/>
                <a:gd name="connsiteX79" fmla="*/ 3817467 w 7634950"/>
                <a:gd name="connsiteY79" fmla="*/ 2180277 h 4494657"/>
                <a:gd name="connsiteX80" fmla="*/ 4793853 w 7634950"/>
                <a:gd name="connsiteY80" fmla="*/ 1205356 h 4494657"/>
                <a:gd name="connsiteX81" fmla="*/ 3817467 w 7634950"/>
                <a:gd name="connsiteY81" fmla="*/ 231209 h 4494657"/>
                <a:gd name="connsiteX82" fmla="*/ 3817467 w 7634950"/>
                <a:gd name="connsiteY82" fmla="*/ 0 h 4494657"/>
                <a:gd name="connsiteX83" fmla="*/ 5025584 w 7634950"/>
                <a:gd name="connsiteY83" fmla="*/ 1205356 h 4494657"/>
                <a:gd name="connsiteX84" fmla="*/ 3817467 w 7634950"/>
                <a:gd name="connsiteY84" fmla="*/ 2411486 h 4494657"/>
                <a:gd name="connsiteX85" fmla="*/ 2608575 w 7634950"/>
                <a:gd name="connsiteY85" fmla="*/ 1205356 h 4494657"/>
                <a:gd name="connsiteX86" fmla="*/ 3817467 w 7634950"/>
                <a:gd name="connsiteY86" fmla="*/ 0 h 449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7634950" h="4494657">
                  <a:moveTo>
                    <a:pt x="4319561" y="3271568"/>
                  </a:moveTo>
                  <a:cubicBezTo>
                    <a:pt x="4255431" y="3271568"/>
                    <a:pt x="4203679" y="3323203"/>
                    <a:pt x="4203679" y="3387181"/>
                  </a:cubicBezTo>
                  <a:lnTo>
                    <a:pt x="4203679" y="4147835"/>
                  </a:lnTo>
                  <a:cubicBezTo>
                    <a:pt x="4203679" y="4211814"/>
                    <a:pt x="4255431" y="4263448"/>
                    <a:pt x="4319561" y="4263448"/>
                  </a:cubicBezTo>
                  <a:lnTo>
                    <a:pt x="5500633" y="4263448"/>
                  </a:lnTo>
                  <a:cubicBezTo>
                    <a:pt x="5564746" y="4263448"/>
                    <a:pt x="5616498" y="4211814"/>
                    <a:pt x="5616498" y="4147835"/>
                  </a:cubicBezTo>
                  <a:lnTo>
                    <a:pt x="5616498" y="3387181"/>
                  </a:lnTo>
                  <a:cubicBezTo>
                    <a:pt x="5616498" y="3323203"/>
                    <a:pt x="5564746" y="3271568"/>
                    <a:pt x="5500633" y="3271568"/>
                  </a:cubicBezTo>
                  <a:close/>
                  <a:moveTo>
                    <a:pt x="6225214" y="3057301"/>
                  </a:moveTo>
                  <a:lnTo>
                    <a:pt x="6818469" y="3057301"/>
                  </a:lnTo>
                  <a:cubicBezTo>
                    <a:pt x="7268812" y="3057301"/>
                    <a:pt x="7634950" y="3422614"/>
                    <a:pt x="7634950" y="3871913"/>
                  </a:cubicBezTo>
                  <a:lnTo>
                    <a:pt x="7634950" y="4379027"/>
                  </a:lnTo>
                  <a:cubicBezTo>
                    <a:pt x="7634950" y="4442989"/>
                    <a:pt x="7583198" y="4494623"/>
                    <a:pt x="7519084" y="4494623"/>
                  </a:cubicBezTo>
                  <a:cubicBezTo>
                    <a:pt x="7454971" y="4494623"/>
                    <a:pt x="7403219" y="4442989"/>
                    <a:pt x="7403219" y="4379027"/>
                  </a:cubicBezTo>
                  <a:lnTo>
                    <a:pt x="7403219" y="3871913"/>
                  </a:lnTo>
                  <a:cubicBezTo>
                    <a:pt x="7403219" y="3549763"/>
                    <a:pt x="7140568" y="3288510"/>
                    <a:pt x="6818469" y="3288510"/>
                  </a:cubicBezTo>
                  <a:lnTo>
                    <a:pt x="6225214" y="3288510"/>
                  </a:lnTo>
                  <a:cubicBezTo>
                    <a:pt x="6161100" y="3288510"/>
                    <a:pt x="6109348" y="3236876"/>
                    <a:pt x="6109348" y="3172897"/>
                  </a:cubicBezTo>
                  <a:cubicBezTo>
                    <a:pt x="6109348" y="3108936"/>
                    <a:pt x="6161100" y="3057301"/>
                    <a:pt x="6225214" y="3057301"/>
                  </a:cubicBezTo>
                  <a:close/>
                  <a:moveTo>
                    <a:pt x="816482" y="3057301"/>
                  </a:moveTo>
                  <a:lnTo>
                    <a:pt x="1772018" y="3057301"/>
                  </a:lnTo>
                  <a:cubicBezTo>
                    <a:pt x="1836132" y="3057301"/>
                    <a:pt x="1887884" y="3108936"/>
                    <a:pt x="1887884" y="3172897"/>
                  </a:cubicBezTo>
                  <a:cubicBezTo>
                    <a:pt x="1887884" y="3236876"/>
                    <a:pt x="1836132" y="3288510"/>
                    <a:pt x="1772018" y="3288510"/>
                  </a:cubicBezTo>
                  <a:lnTo>
                    <a:pt x="816482" y="3288510"/>
                  </a:lnTo>
                  <a:cubicBezTo>
                    <a:pt x="493607" y="3288510"/>
                    <a:pt x="231731" y="3550538"/>
                    <a:pt x="231731" y="3871913"/>
                  </a:cubicBezTo>
                  <a:lnTo>
                    <a:pt x="231731" y="4379027"/>
                  </a:lnTo>
                  <a:cubicBezTo>
                    <a:pt x="231731" y="4442989"/>
                    <a:pt x="179979" y="4494623"/>
                    <a:pt x="115865" y="4494623"/>
                  </a:cubicBezTo>
                  <a:cubicBezTo>
                    <a:pt x="51752" y="4494623"/>
                    <a:pt x="0" y="4442989"/>
                    <a:pt x="0" y="4379027"/>
                  </a:cubicBezTo>
                  <a:lnTo>
                    <a:pt x="0" y="3871913"/>
                  </a:lnTo>
                  <a:cubicBezTo>
                    <a:pt x="0" y="3422614"/>
                    <a:pt x="366138" y="3057301"/>
                    <a:pt x="816482" y="3057301"/>
                  </a:cubicBezTo>
                  <a:close/>
                  <a:moveTo>
                    <a:pt x="4910476" y="2870047"/>
                  </a:moveTo>
                  <a:cubicBezTo>
                    <a:pt x="4810828" y="2870047"/>
                    <a:pt x="4728947" y="2944804"/>
                    <a:pt x="4715054" y="3040359"/>
                  </a:cubicBezTo>
                  <a:lnTo>
                    <a:pt x="5105915" y="3040359"/>
                  </a:lnTo>
                  <a:cubicBezTo>
                    <a:pt x="5092004" y="2944029"/>
                    <a:pt x="5010123" y="2870047"/>
                    <a:pt x="4910476" y="2870047"/>
                  </a:cubicBezTo>
                  <a:close/>
                  <a:moveTo>
                    <a:pt x="4909701" y="2638838"/>
                  </a:moveTo>
                  <a:cubicBezTo>
                    <a:pt x="5137576" y="2638838"/>
                    <a:pt x="5323752" y="2816864"/>
                    <a:pt x="5338420" y="3040359"/>
                  </a:cubicBezTo>
                  <a:lnTo>
                    <a:pt x="5500633" y="3040359"/>
                  </a:lnTo>
                  <a:cubicBezTo>
                    <a:pt x="5692215" y="3040359"/>
                    <a:pt x="5848246" y="3196037"/>
                    <a:pt x="5848246" y="3387181"/>
                  </a:cubicBezTo>
                  <a:lnTo>
                    <a:pt x="5848246" y="4147835"/>
                  </a:lnTo>
                  <a:cubicBezTo>
                    <a:pt x="5848246" y="4338980"/>
                    <a:pt x="5692215" y="4494657"/>
                    <a:pt x="5500633" y="4494657"/>
                  </a:cubicBezTo>
                  <a:lnTo>
                    <a:pt x="4319561" y="4494657"/>
                  </a:lnTo>
                  <a:cubicBezTo>
                    <a:pt x="4127979" y="4494657"/>
                    <a:pt x="3971948" y="4338980"/>
                    <a:pt x="3971948" y="4147835"/>
                  </a:cubicBezTo>
                  <a:lnTo>
                    <a:pt x="3971948" y="3387181"/>
                  </a:lnTo>
                  <a:cubicBezTo>
                    <a:pt x="3971948" y="3196037"/>
                    <a:pt x="4127979" y="3040359"/>
                    <a:pt x="4319561" y="3040359"/>
                  </a:cubicBezTo>
                  <a:lnTo>
                    <a:pt x="4480998" y="3040359"/>
                  </a:lnTo>
                  <a:cubicBezTo>
                    <a:pt x="4495667" y="2816089"/>
                    <a:pt x="4681826" y="2638838"/>
                    <a:pt x="4909701" y="2638838"/>
                  </a:cubicBezTo>
                  <a:close/>
                  <a:moveTo>
                    <a:pt x="3184838" y="2638838"/>
                  </a:moveTo>
                  <a:lnTo>
                    <a:pt x="3939513" y="2638838"/>
                  </a:lnTo>
                  <a:cubicBezTo>
                    <a:pt x="4003627" y="2638838"/>
                    <a:pt x="4055396" y="2690473"/>
                    <a:pt x="4055396" y="2754434"/>
                  </a:cubicBezTo>
                  <a:cubicBezTo>
                    <a:pt x="4055396" y="2818413"/>
                    <a:pt x="4003627" y="2870047"/>
                    <a:pt x="3939513" y="2870047"/>
                  </a:cubicBezTo>
                  <a:lnTo>
                    <a:pt x="3184838" y="2870047"/>
                  </a:lnTo>
                  <a:cubicBezTo>
                    <a:pt x="2737577" y="2870047"/>
                    <a:pt x="2373745" y="3233037"/>
                    <a:pt x="2373745" y="3679271"/>
                  </a:cubicBezTo>
                  <a:lnTo>
                    <a:pt x="2373745" y="4378270"/>
                  </a:lnTo>
                  <a:cubicBezTo>
                    <a:pt x="2373745" y="4442249"/>
                    <a:pt x="2321993" y="4493883"/>
                    <a:pt x="2257879" y="4493883"/>
                  </a:cubicBezTo>
                  <a:cubicBezTo>
                    <a:pt x="2193766" y="4493883"/>
                    <a:pt x="2142014" y="4442249"/>
                    <a:pt x="2142014" y="4378270"/>
                  </a:cubicBezTo>
                  <a:lnTo>
                    <a:pt x="2142014" y="3679271"/>
                  </a:lnTo>
                  <a:cubicBezTo>
                    <a:pt x="2142014" y="3105871"/>
                    <a:pt x="2610124" y="2638838"/>
                    <a:pt x="3184838" y="2638838"/>
                  </a:cubicBezTo>
                  <a:close/>
                  <a:moveTo>
                    <a:pt x="6312483" y="1314788"/>
                  </a:moveTo>
                  <a:cubicBezTo>
                    <a:pt x="5957931" y="1314788"/>
                    <a:pt x="5669025" y="1603021"/>
                    <a:pt x="5669025" y="1956764"/>
                  </a:cubicBezTo>
                  <a:cubicBezTo>
                    <a:pt x="5669025" y="2310508"/>
                    <a:pt x="5957931" y="2598740"/>
                    <a:pt x="6312483" y="2598740"/>
                  </a:cubicBezTo>
                  <a:cubicBezTo>
                    <a:pt x="6667035" y="2598740"/>
                    <a:pt x="6955941" y="2310508"/>
                    <a:pt x="6955941" y="1956764"/>
                  </a:cubicBezTo>
                  <a:cubicBezTo>
                    <a:pt x="6955941" y="1603021"/>
                    <a:pt x="6667035" y="1314788"/>
                    <a:pt x="6312483" y="1314788"/>
                  </a:cubicBezTo>
                  <a:close/>
                  <a:moveTo>
                    <a:pt x="1322433" y="1314788"/>
                  </a:moveTo>
                  <a:cubicBezTo>
                    <a:pt x="967881" y="1314788"/>
                    <a:pt x="678975" y="1603021"/>
                    <a:pt x="678975" y="1956764"/>
                  </a:cubicBezTo>
                  <a:cubicBezTo>
                    <a:pt x="678975" y="2310508"/>
                    <a:pt x="967881" y="2598740"/>
                    <a:pt x="1322433" y="2598740"/>
                  </a:cubicBezTo>
                  <a:cubicBezTo>
                    <a:pt x="1676985" y="2598740"/>
                    <a:pt x="1965891" y="2310508"/>
                    <a:pt x="1965891" y="1956764"/>
                  </a:cubicBezTo>
                  <a:cubicBezTo>
                    <a:pt x="1965891" y="1603021"/>
                    <a:pt x="1676985" y="1314788"/>
                    <a:pt x="1322433" y="1314788"/>
                  </a:cubicBezTo>
                  <a:close/>
                  <a:moveTo>
                    <a:pt x="6312483" y="1083579"/>
                  </a:moveTo>
                  <a:cubicBezTo>
                    <a:pt x="6795279" y="1083579"/>
                    <a:pt x="7187672" y="1475080"/>
                    <a:pt x="7187672" y="1956764"/>
                  </a:cubicBezTo>
                  <a:cubicBezTo>
                    <a:pt x="7187672" y="2438448"/>
                    <a:pt x="6795279" y="2829949"/>
                    <a:pt x="6312483" y="2829949"/>
                  </a:cubicBezTo>
                  <a:cubicBezTo>
                    <a:pt x="5829705" y="2829949"/>
                    <a:pt x="5437294" y="2438448"/>
                    <a:pt x="5437294" y="1956764"/>
                  </a:cubicBezTo>
                  <a:cubicBezTo>
                    <a:pt x="5437294" y="1475080"/>
                    <a:pt x="5829705" y="1083579"/>
                    <a:pt x="6312483" y="1083579"/>
                  </a:cubicBezTo>
                  <a:close/>
                  <a:moveTo>
                    <a:pt x="1322433" y="1083579"/>
                  </a:moveTo>
                  <a:cubicBezTo>
                    <a:pt x="1805212" y="1083579"/>
                    <a:pt x="2197622" y="1475080"/>
                    <a:pt x="2197622" y="1956764"/>
                  </a:cubicBezTo>
                  <a:cubicBezTo>
                    <a:pt x="2197622" y="2438448"/>
                    <a:pt x="1805212" y="2829949"/>
                    <a:pt x="1322433" y="2829949"/>
                  </a:cubicBezTo>
                  <a:cubicBezTo>
                    <a:pt x="839654" y="2829949"/>
                    <a:pt x="447244" y="2438448"/>
                    <a:pt x="447244" y="1956764"/>
                  </a:cubicBezTo>
                  <a:cubicBezTo>
                    <a:pt x="447244" y="1475080"/>
                    <a:pt x="839654" y="1083579"/>
                    <a:pt x="1322433" y="1083579"/>
                  </a:cubicBezTo>
                  <a:close/>
                  <a:moveTo>
                    <a:pt x="3817467" y="231209"/>
                  </a:moveTo>
                  <a:cubicBezTo>
                    <a:pt x="3278288" y="231209"/>
                    <a:pt x="2840306" y="667423"/>
                    <a:pt x="2840306" y="1205356"/>
                  </a:cubicBezTo>
                  <a:cubicBezTo>
                    <a:pt x="2840306" y="1743289"/>
                    <a:pt x="3279062" y="2180277"/>
                    <a:pt x="3817467" y="2180277"/>
                  </a:cubicBezTo>
                  <a:cubicBezTo>
                    <a:pt x="4355871" y="2180277"/>
                    <a:pt x="4793853" y="1742514"/>
                    <a:pt x="4793853" y="1205356"/>
                  </a:cubicBezTo>
                  <a:cubicBezTo>
                    <a:pt x="4793853" y="668180"/>
                    <a:pt x="4355871" y="231209"/>
                    <a:pt x="3817467" y="231209"/>
                  </a:cubicBezTo>
                  <a:close/>
                  <a:moveTo>
                    <a:pt x="3817467" y="0"/>
                  </a:moveTo>
                  <a:cubicBezTo>
                    <a:pt x="4484098" y="0"/>
                    <a:pt x="5025584" y="540257"/>
                    <a:pt x="5025584" y="1205356"/>
                  </a:cubicBezTo>
                  <a:cubicBezTo>
                    <a:pt x="5025584" y="1870454"/>
                    <a:pt x="4484098" y="2411486"/>
                    <a:pt x="3817467" y="2411486"/>
                  </a:cubicBezTo>
                  <a:cubicBezTo>
                    <a:pt x="3150836" y="2411486"/>
                    <a:pt x="2608575" y="1869680"/>
                    <a:pt x="2608575" y="1205356"/>
                  </a:cubicBezTo>
                  <a:cubicBezTo>
                    <a:pt x="2608575" y="541015"/>
                    <a:pt x="3150836" y="0"/>
                    <a:pt x="3817467" y="0"/>
                  </a:cubicBezTo>
                  <a:close/>
                </a:path>
              </a:pathLst>
            </a:custGeom>
            <a:solidFill>
              <a:schemeClr val="accent4"/>
            </a:solidFill>
            <a:ln w="4522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O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1" name="Google Shape;4265;p412">
              <a:extLst>
                <a:ext uri="{FF2B5EF4-FFF2-40B4-BE49-F238E27FC236}">
                  <a16:creationId xmlns:a16="http://schemas.microsoft.com/office/drawing/2014/main" id="{6E60D362-55C0-1290-D73C-606E6CCE999B}"/>
                </a:ext>
              </a:extLst>
            </p:cNvPr>
            <p:cNvSpPr txBox="1"/>
            <p:nvPr/>
          </p:nvSpPr>
          <p:spPr>
            <a:xfrm>
              <a:off x="4102125" y="5300522"/>
              <a:ext cx="1172080" cy="4616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t" anchorCtr="0">
              <a:spAutoFit/>
            </a:bodyPr>
            <a:lstStyle/>
            <a:p>
              <a:pPr marL="24381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200"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  <a:sym typeface="Century Gothic"/>
                </a:rPr>
                <a:t>Users/ Workforce</a:t>
              </a: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79AF0A0-F02D-8FB1-54DC-BF3F2C964A9E}"/>
              </a:ext>
            </a:extLst>
          </p:cNvPr>
          <p:cNvGrpSpPr/>
          <p:nvPr/>
        </p:nvGrpSpPr>
        <p:grpSpPr>
          <a:xfrm>
            <a:off x="3624243" y="3816376"/>
            <a:ext cx="1277025" cy="1903982"/>
            <a:chOff x="3803520" y="3827330"/>
            <a:chExt cx="1277025" cy="1903982"/>
          </a:xfrm>
        </p:grpSpPr>
        <p:cxnSp>
          <p:nvCxnSpPr>
            <p:cNvPr id="23" name="Google Shape;4252;p412">
              <a:extLst>
                <a:ext uri="{FF2B5EF4-FFF2-40B4-BE49-F238E27FC236}">
                  <a16:creationId xmlns:a16="http://schemas.microsoft.com/office/drawing/2014/main" id="{8483F6A3-9122-3CF8-7CEB-7A1963275D8E}"/>
                </a:ext>
              </a:extLst>
            </p:cNvPr>
            <p:cNvCxnSpPr>
              <a:cxnSpLocks/>
              <a:stCxn id="24" idx="0"/>
            </p:cNvCxnSpPr>
            <p:nvPr/>
          </p:nvCxnSpPr>
          <p:spPr>
            <a:xfrm flipV="1">
              <a:off x="4440087" y="3827330"/>
              <a:ext cx="0" cy="629204"/>
            </a:xfrm>
            <a:prstGeom prst="straightConnector1">
              <a:avLst/>
            </a:prstGeom>
            <a:noFill/>
            <a:ln w="1587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sp>
          <p:nvSpPr>
            <p:cNvPr id="24" name="Google Shape;4263;p412">
              <a:extLst>
                <a:ext uri="{FF2B5EF4-FFF2-40B4-BE49-F238E27FC236}">
                  <a16:creationId xmlns:a16="http://schemas.microsoft.com/office/drawing/2014/main" id="{64DD494B-3401-7877-CA1E-E487A884472F}"/>
                </a:ext>
              </a:extLst>
            </p:cNvPr>
            <p:cNvSpPr/>
            <p:nvPr/>
          </p:nvSpPr>
          <p:spPr>
            <a:xfrm>
              <a:off x="4028894" y="4456534"/>
              <a:ext cx="822385" cy="683414"/>
            </a:xfrm>
            <a:prstGeom prst="roundRect">
              <a:avLst>
                <a:gd name="adj" fmla="val 9976"/>
              </a:avLst>
            </a:prstGeom>
            <a:solidFill>
              <a:schemeClr val="accent5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25" name="Google Shape;4265;p412">
              <a:extLst>
                <a:ext uri="{FF2B5EF4-FFF2-40B4-BE49-F238E27FC236}">
                  <a16:creationId xmlns:a16="http://schemas.microsoft.com/office/drawing/2014/main" id="{05CF4179-8307-9380-A736-763E69C544FB}"/>
                </a:ext>
              </a:extLst>
            </p:cNvPr>
            <p:cNvSpPr txBox="1"/>
            <p:nvPr/>
          </p:nvSpPr>
          <p:spPr>
            <a:xfrm>
              <a:off x="3803520" y="5269694"/>
              <a:ext cx="1277025" cy="4616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t" anchorCtr="0">
              <a:spAutoFit/>
            </a:bodyPr>
            <a:lstStyle/>
            <a:p>
              <a:pPr marL="24381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200"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Branch/ </a:t>
              </a: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  <a:sym typeface="Century Gothic"/>
                </a:rPr>
                <a:t>Campus</a:t>
              </a: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AABAD1A-CDD1-38B9-3753-6186726FA872}"/>
              </a:ext>
            </a:extLst>
          </p:cNvPr>
          <p:cNvGrpSpPr/>
          <p:nvPr/>
        </p:nvGrpSpPr>
        <p:grpSpPr>
          <a:xfrm>
            <a:off x="5201345" y="3597690"/>
            <a:ext cx="1277025" cy="2148423"/>
            <a:chOff x="3803520" y="3582889"/>
            <a:chExt cx="1277025" cy="2148423"/>
          </a:xfrm>
        </p:grpSpPr>
        <p:cxnSp>
          <p:nvCxnSpPr>
            <p:cNvPr id="27" name="Google Shape;4252;p412">
              <a:extLst>
                <a:ext uri="{FF2B5EF4-FFF2-40B4-BE49-F238E27FC236}">
                  <a16:creationId xmlns:a16="http://schemas.microsoft.com/office/drawing/2014/main" id="{5C1B9EEA-7989-895B-AB46-05C6F454734F}"/>
                </a:ext>
              </a:extLst>
            </p:cNvPr>
            <p:cNvCxnSpPr>
              <a:cxnSpLocks/>
              <a:stCxn id="28" idx="0"/>
            </p:cNvCxnSpPr>
            <p:nvPr/>
          </p:nvCxnSpPr>
          <p:spPr>
            <a:xfrm flipV="1">
              <a:off x="4440087" y="3582889"/>
              <a:ext cx="0" cy="873645"/>
            </a:xfrm>
            <a:prstGeom prst="straightConnector1">
              <a:avLst/>
            </a:prstGeom>
            <a:noFill/>
            <a:ln w="1587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sp>
          <p:nvSpPr>
            <p:cNvPr id="28" name="Google Shape;4263;p412">
              <a:extLst>
                <a:ext uri="{FF2B5EF4-FFF2-40B4-BE49-F238E27FC236}">
                  <a16:creationId xmlns:a16="http://schemas.microsoft.com/office/drawing/2014/main" id="{69AAC1C0-E86E-6AFA-884A-E3752D28FEA8}"/>
                </a:ext>
              </a:extLst>
            </p:cNvPr>
            <p:cNvSpPr/>
            <p:nvPr/>
          </p:nvSpPr>
          <p:spPr>
            <a:xfrm>
              <a:off x="4028894" y="4456534"/>
              <a:ext cx="822385" cy="683414"/>
            </a:xfrm>
            <a:prstGeom prst="roundRect">
              <a:avLst>
                <a:gd name="adj" fmla="val 9976"/>
              </a:avLst>
            </a:prstGeom>
            <a:solidFill>
              <a:schemeClr val="accent5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29" name="Google Shape;4265;p412">
              <a:extLst>
                <a:ext uri="{FF2B5EF4-FFF2-40B4-BE49-F238E27FC236}">
                  <a16:creationId xmlns:a16="http://schemas.microsoft.com/office/drawing/2014/main" id="{2F68BBDC-DF76-8E33-C75B-11C2263670FD}"/>
                </a:ext>
              </a:extLst>
            </p:cNvPr>
            <p:cNvSpPr txBox="1"/>
            <p:nvPr/>
          </p:nvSpPr>
          <p:spPr>
            <a:xfrm>
              <a:off x="3803520" y="5269694"/>
              <a:ext cx="1277025" cy="4616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t" anchorCtr="0">
              <a:spAutoFit/>
            </a:bodyPr>
            <a:lstStyle/>
            <a:p>
              <a:pPr marL="24381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200"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Factories/</a:t>
              </a:r>
            </a:p>
            <a:p>
              <a:pPr marL="24381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200"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  <a:sym typeface="Century Gothic"/>
                </a:rPr>
                <a:t>OT</a:t>
              </a: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sp>
        <p:nvSpPr>
          <p:cNvPr id="30" name="Freeform 29">
            <a:extLst>
              <a:ext uri="{FF2B5EF4-FFF2-40B4-BE49-F238E27FC236}">
                <a16:creationId xmlns:a16="http://schemas.microsoft.com/office/drawing/2014/main" id="{54BC429C-ABD3-17E3-5290-70941CEF4774}"/>
              </a:ext>
            </a:extLst>
          </p:cNvPr>
          <p:cNvSpPr>
            <a:spLocks noChangeAspect="1"/>
          </p:cNvSpPr>
          <p:nvPr/>
        </p:nvSpPr>
        <p:spPr>
          <a:xfrm>
            <a:off x="4089650" y="4625604"/>
            <a:ext cx="324807" cy="323366"/>
          </a:xfrm>
          <a:custGeom>
            <a:avLst/>
            <a:gdLst>
              <a:gd name="connsiteX0" fmla="*/ 5320819 w 5502150"/>
              <a:gd name="connsiteY0" fmla="*/ 4560611 h 5477736"/>
              <a:gd name="connsiteX1" fmla="*/ 5502150 w 5502150"/>
              <a:gd name="connsiteY1" fmla="*/ 4743110 h 5477736"/>
              <a:gd name="connsiteX2" fmla="*/ 5502150 w 5502150"/>
              <a:gd name="connsiteY2" fmla="*/ 4747719 h 5477736"/>
              <a:gd name="connsiteX3" fmla="*/ 5320819 w 5502150"/>
              <a:gd name="connsiteY3" fmla="*/ 4932061 h 5477736"/>
              <a:gd name="connsiteX4" fmla="*/ 5139508 w 5502150"/>
              <a:gd name="connsiteY4" fmla="*/ 4747719 h 5477736"/>
              <a:gd name="connsiteX5" fmla="*/ 5320819 w 5502150"/>
              <a:gd name="connsiteY5" fmla="*/ 4561533 h 5477736"/>
              <a:gd name="connsiteX6" fmla="*/ 181311 w 5502150"/>
              <a:gd name="connsiteY6" fmla="*/ 4560611 h 5477736"/>
              <a:gd name="connsiteX7" fmla="*/ 362642 w 5502150"/>
              <a:gd name="connsiteY7" fmla="*/ 4743110 h 5477736"/>
              <a:gd name="connsiteX8" fmla="*/ 362642 w 5502150"/>
              <a:gd name="connsiteY8" fmla="*/ 4747719 h 5477736"/>
              <a:gd name="connsiteX9" fmla="*/ 181311 w 5502150"/>
              <a:gd name="connsiteY9" fmla="*/ 4932061 h 5477736"/>
              <a:gd name="connsiteX10" fmla="*/ 0 w 5502150"/>
              <a:gd name="connsiteY10" fmla="*/ 4747719 h 5477736"/>
              <a:gd name="connsiteX11" fmla="*/ 181311 w 5502150"/>
              <a:gd name="connsiteY11" fmla="*/ 4561533 h 5477736"/>
              <a:gd name="connsiteX12" fmla="*/ 5320819 w 5502150"/>
              <a:gd name="connsiteY12" fmla="*/ 3841696 h 5477736"/>
              <a:gd name="connsiteX13" fmla="*/ 5502150 w 5502150"/>
              <a:gd name="connsiteY13" fmla="*/ 4026039 h 5477736"/>
              <a:gd name="connsiteX14" fmla="*/ 5502150 w 5502150"/>
              <a:gd name="connsiteY14" fmla="*/ 4036178 h 5477736"/>
              <a:gd name="connsiteX15" fmla="*/ 5320819 w 5502150"/>
              <a:gd name="connsiteY15" fmla="*/ 4220520 h 5477736"/>
              <a:gd name="connsiteX16" fmla="*/ 5139508 w 5502150"/>
              <a:gd name="connsiteY16" fmla="*/ 4036178 h 5477736"/>
              <a:gd name="connsiteX17" fmla="*/ 5139508 w 5502150"/>
              <a:gd name="connsiteY17" fmla="*/ 4026039 h 5477736"/>
              <a:gd name="connsiteX18" fmla="*/ 5320819 w 5502150"/>
              <a:gd name="connsiteY18" fmla="*/ 3841696 h 5477736"/>
              <a:gd name="connsiteX19" fmla="*/ 181311 w 5502150"/>
              <a:gd name="connsiteY19" fmla="*/ 3841696 h 5477736"/>
              <a:gd name="connsiteX20" fmla="*/ 362642 w 5502150"/>
              <a:gd name="connsiteY20" fmla="*/ 4026039 h 5477736"/>
              <a:gd name="connsiteX21" fmla="*/ 362642 w 5502150"/>
              <a:gd name="connsiteY21" fmla="*/ 4036178 h 5477736"/>
              <a:gd name="connsiteX22" fmla="*/ 181311 w 5502150"/>
              <a:gd name="connsiteY22" fmla="*/ 4220520 h 5477736"/>
              <a:gd name="connsiteX23" fmla="*/ 0 w 5502150"/>
              <a:gd name="connsiteY23" fmla="*/ 4036178 h 5477736"/>
              <a:gd name="connsiteX24" fmla="*/ 0 w 5502150"/>
              <a:gd name="connsiteY24" fmla="*/ 4026039 h 5477736"/>
              <a:gd name="connsiteX25" fmla="*/ 181311 w 5502150"/>
              <a:gd name="connsiteY25" fmla="*/ 3841696 h 5477736"/>
              <a:gd name="connsiteX26" fmla="*/ 5320819 w 5502150"/>
              <a:gd name="connsiteY26" fmla="*/ 3125526 h 5477736"/>
              <a:gd name="connsiteX27" fmla="*/ 5502150 w 5502150"/>
              <a:gd name="connsiteY27" fmla="*/ 3309868 h 5477736"/>
              <a:gd name="connsiteX28" fmla="*/ 5502150 w 5502150"/>
              <a:gd name="connsiteY28" fmla="*/ 3320007 h 5477736"/>
              <a:gd name="connsiteX29" fmla="*/ 5320819 w 5502150"/>
              <a:gd name="connsiteY29" fmla="*/ 3504350 h 5477736"/>
              <a:gd name="connsiteX30" fmla="*/ 5139508 w 5502150"/>
              <a:gd name="connsiteY30" fmla="*/ 3320007 h 5477736"/>
              <a:gd name="connsiteX31" fmla="*/ 5139508 w 5502150"/>
              <a:gd name="connsiteY31" fmla="*/ 3309868 h 5477736"/>
              <a:gd name="connsiteX32" fmla="*/ 5320819 w 5502150"/>
              <a:gd name="connsiteY32" fmla="*/ 3125526 h 5477736"/>
              <a:gd name="connsiteX33" fmla="*/ 181311 w 5502150"/>
              <a:gd name="connsiteY33" fmla="*/ 3125526 h 5477736"/>
              <a:gd name="connsiteX34" fmla="*/ 362642 w 5502150"/>
              <a:gd name="connsiteY34" fmla="*/ 3309868 h 5477736"/>
              <a:gd name="connsiteX35" fmla="*/ 362642 w 5502150"/>
              <a:gd name="connsiteY35" fmla="*/ 3320007 h 5477736"/>
              <a:gd name="connsiteX36" fmla="*/ 181311 w 5502150"/>
              <a:gd name="connsiteY36" fmla="*/ 3504350 h 5477736"/>
              <a:gd name="connsiteX37" fmla="*/ 0 w 5502150"/>
              <a:gd name="connsiteY37" fmla="*/ 3320007 h 5477736"/>
              <a:gd name="connsiteX38" fmla="*/ 0 w 5502150"/>
              <a:gd name="connsiteY38" fmla="*/ 3309868 h 5477736"/>
              <a:gd name="connsiteX39" fmla="*/ 181311 w 5502150"/>
              <a:gd name="connsiteY39" fmla="*/ 3125526 h 5477736"/>
              <a:gd name="connsiteX40" fmla="*/ 3277362 w 5502150"/>
              <a:gd name="connsiteY40" fmla="*/ 2510743 h 5477736"/>
              <a:gd name="connsiteX41" fmla="*/ 3141379 w 5502150"/>
              <a:gd name="connsiteY41" fmla="*/ 2649000 h 5477736"/>
              <a:gd name="connsiteX42" fmla="*/ 3141379 w 5502150"/>
              <a:gd name="connsiteY42" fmla="*/ 3049945 h 5477736"/>
              <a:gd name="connsiteX43" fmla="*/ 3277362 w 5502150"/>
              <a:gd name="connsiteY43" fmla="*/ 3188202 h 5477736"/>
              <a:gd name="connsiteX44" fmla="*/ 3671732 w 5502150"/>
              <a:gd name="connsiteY44" fmla="*/ 3188202 h 5477736"/>
              <a:gd name="connsiteX45" fmla="*/ 3807715 w 5502150"/>
              <a:gd name="connsiteY45" fmla="*/ 3049945 h 5477736"/>
              <a:gd name="connsiteX46" fmla="*/ 3807715 w 5502150"/>
              <a:gd name="connsiteY46" fmla="*/ 2649000 h 5477736"/>
              <a:gd name="connsiteX47" fmla="*/ 3671732 w 5502150"/>
              <a:gd name="connsiteY47" fmla="*/ 2510743 h 5477736"/>
              <a:gd name="connsiteX48" fmla="*/ 1830418 w 5502150"/>
              <a:gd name="connsiteY48" fmla="*/ 2510743 h 5477736"/>
              <a:gd name="connsiteX49" fmla="*/ 1694435 w 5502150"/>
              <a:gd name="connsiteY49" fmla="*/ 2649000 h 5477736"/>
              <a:gd name="connsiteX50" fmla="*/ 1694435 w 5502150"/>
              <a:gd name="connsiteY50" fmla="*/ 3049945 h 5477736"/>
              <a:gd name="connsiteX51" fmla="*/ 1830418 w 5502150"/>
              <a:gd name="connsiteY51" fmla="*/ 3188202 h 5477736"/>
              <a:gd name="connsiteX52" fmla="*/ 2224788 w 5502150"/>
              <a:gd name="connsiteY52" fmla="*/ 3188202 h 5477736"/>
              <a:gd name="connsiteX53" fmla="*/ 2360771 w 5502150"/>
              <a:gd name="connsiteY53" fmla="*/ 3049945 h 5477736"/>
              <a:gd name="connsiteX54" fmla="*/ 2360771 w 5502150"/>
              <a:gd name="connsiteY54" fmla="*/ 2649000 h 5477736"/>
              <a:gd name="connsiteX55" fmla="*/ 2224788 w 5502150"/>
              <a:gd name="connsiteY55" fmla="*/ 2510743 h 5477736"/>
              <a:gd name="connsiteX56" fmla="*/ 5320819 w 5502150"/>
              <a:gd name="connsiteY56" fmla="*/ 2408413 h 5477736"/>
              <a:gd name="connsiteX57" fmla="*/ 5502150 w 5502150"/>
              <a:gd name="connsiteY57" fmla="*/ 2592755 h 5477736"/>
              <a:gd name="connsiteX58" fmla="*/ 5502150 w 5502150"/>
              <a:gd name="connsiteY58" fmla="*/ 2602894 h 5477736"/>
              <a:gd name="connsiteX59" fmla="*/ 5320819 w 5502150"/>
              <a:gd name="connsiteY59" fmla="*/ 2787237 h 5477736"/>
              <a:gd name="connsiteX60" fmla="*/ 5139508 w 5502150"/>
              <a:gd name="connsiteY60" fmla="*/ 2602894 h 5477736"/>
              <a:gd name="connsiteX61" fmla="*/ 5139508 w 5502150"/>
              <a:gd name="connsiteY61" fmla="*/ 2592755 h 5477736"/>
              <a:gd name="connsiteX62" fmla="*/ 5320819 w 5502150"/>
              <a:gd name="connsiteY62" fmla="*/ 2408413 h 5477736"/>
              <a:gd name="connsiteX63" fmla="*/ 181311 w 5502150"/>
              <a:gd name="connsiteY63" fmla="*/ 2408413 h 5477736"/>
              <a:gd name="connsiteX64" fmla="*/ 362642 w 5502150"/>
              <a:gd name="connsiteY64" fmla="*/ 2592755 h 5477736"/>
              <a:gd name="connsiteX65" fmla="*/ 362642 w 5502150"/>
              <a:gd name="connsiteY65" fmla="*/ 2602894 h 5477736"/>
              <a:gd name="connsiteX66" fmla="*/ 181311 w 5502150"/>
              <a:gd name="connsiteY66" fmla="*/ 2787237 h 5477736"/>
              <a:gd name="connsiteX67" fmla="*/ 0 w 5502150"/>
              <a:gd name="connsiteY67" fmla="*/ 2602894 h 5477736"/>
              <a:gd name="connsiteX68" fmla="*/ 0 w 5502150"/>
              <a:gd name="connsiteY68" fmla="*/ 2592755 h 5477736"/>
              <a:gd name="connsiteX69" fmla="*/ 181311 w 5502150"/>
              <a:gd name="connsiteY69" fmla="*/ 2408413 h 5477736"/>
              <a:gd name="connsiteX70" fmla="*/ 3277362 w 5502150"/>
              <a:gd name="connsiteY70" fmla="*/ 2234230 h 5477736"/>
              <a:gd name="connsiteX71" fmla="*/ 3671732 w 5502150"/>
              <a:gd name="connsiteY71" fmla="*/ 2234230 h 5477736"/>
              <a:gd name="connsiteX72" fmla="*/ 4079702 w 5502150"/>
              <a:gd name="connsiteY72" fmla="*/ 2649000 h 5477736"/>
              <a:gd name="connsiteX73" fmla="*/ 4079702 w 5502150"/>
              <a:gd name="connsiteY73" fmla="*/ 3049945 h 5477736"/>
              <a:gd name="connsiteX74" fmla="*/ 3671732 w 5502150"/>
              <a:gd name="connsiteY74" fmla="*/ 3464715 h 5477736"/>
              <a:gd name="connsiteX75" fmla="*/ 3277362 w 5502150"/>
              <a:gd name="connsiteY75" fmla="*/ 3464715 h 5477736"/>
              <a:gd name="connsiteX76" fmla="*/ 2869392 w 5502150"/>
              <a:gd name="connsiteY76" fmla="*/ 3049945 h 5477736"/>
              <a:gd name="connsiteX77" fmla="*/ 2869392 w 5502150"/>
              <a:gd name="connsiteY77" fmla="*/ 2649000 h 5477736"/>
              <a:gd name="connsiteX78" fmla="*/ 3277362 w 5502150"/>
              <a:gd name="connsiteY78" fmla="*/ 2234230 h 5477736"/>
              <a:gd name="connsiteX79" fmla="*/ 1830418 w 5502150"/>
              <a:gd name="connsiteY79" fmla="*/ 2234230 h 5477736"/>
              <a:gd name="connsiteX80" fmla="*/ 2224788 w 5502150"/>
              <a:gd name="connsiteY80" fmla="*/ 2234230 h 5477736"/>
              <a:gd name="connsiteX81" fmla="*/ 2632758 w 5502150"/>
              <a:gd name="connsiteY81" fmla="*/ 2649000 h 5477736"/>
              <a:gd name="connsiteX82" fmla="*/ 2632758 w 5502150"/>
              <a:gd name="connsiteY82" fmla="*/ 3049945 h 5477736"/>
              <a:gd name="connsiteX83" fmla="*/ 2224788 w 5502150"/>
              <a:gd name="connsiteY83" fmla="*/ 3464715 h 5477736"/>
              <a:gd name="connsiteX84" fmla="*/ 1830418 w 5502150"/>
              <a:gd name="connsiteY84" fmla="*/ 3464715 h 5477736"/>
              <a:gd name="connsiteX85" fmla="*/ 1422448 w 5502150"/>
              <a:gd name="connsiteY85" fmla="*/ 3049945 h 5477736"/>
              <a:gd name="connsiteX86" fmla="*/ 1422448 w 5502150"/>
              <a:gd name="connsiteY86" fmla="*/ 2649000 h 5477736"/>
              <a:gd name="connsiteX87" fmla="*/ 1830418 w 5502150"/>
              <a:gd name="connsiteY87" fmla="*/ 2234230 h 5477736"/>
              <a:gd name="connsiteX88" fmla="*/ 5320819 w 5502150"/>
              <a:gd name="connsiteY88" fmla="*/ 1697773 h 5477736"/>
              <a:gd name="connsiteX89" fmla="*/ 5502150 w 5502150"/>
              <a:gd name="connsiteY89" fmla="*/ 1880272 h 5477736"/>
              <a:gd name="connsiteX90" fmla="*/ 5502150 w 5502150"/>
              <a:gd name="connsiteY90" fmla="*/ 1884880 h 5477736"/>
              <a:gd name="connsiteX91" fmla="*/ 5320819 w 5502150"/>
              <a:gd name="connsiteY91" fmla="*/ 2069222 h 5477736"/>
              <a:gd name="connsiteX92" fmla="*/ 5139508 w 5502150"/>
              <a:gd name="connsiteY92" fmla="*/ 1884880 h 5477736"/>
              <a:gd name="connsiteX93" fmla="*/ 5320819 w 5502150"/>
              <a:gd name="connsiteY93" fmla="*/ 1698695 h 5477736"/>
              <a:gd name="connsiteX94" fmla="*/ 181311 w 5502150"/>
              <a:gd name="connsiteY94" fmla="*/ 1697773 h 5477736"/>
              <a:gd name="connsiteX95" fmla="*/ 362642 w 5502150"/>
              <a:gd name="connsiteY95" fmla="*/ 1880272 h 5477736"/>
              <a:gd name="connsiteX96" fmla="*/ 362642 w 5502150"/>
              <a:gd name="connsiteY96" fmla="*/ 1884880 h 5477736"/>
              <a:gd name="connsiteX97" fmla="*/ 181311 w 5502150"/>
              <a:gd name="connsiteY97" fmla="*/ 2069222 h 5477736"/>
              <a:gd name="connsiteX98" fmla="*/ 0 w 5502150"/>
              <a:gd name="connsiteY98" fmla="*/ 1884880 h 5477736"/>
              <a:gd name="connsiteX99" fmla="*/ 181311 w 5502150"/>
              <a:gd name="connsiteY99" fmla="*/ 1698695 h 5477736"/>
              <a:gd name="connsiteX100" fmla="*/ 3277362 w 5502150"/>
              <a:gd name="connsiteY100" fmla="*/ 1065500 h 5477736"/>
              <a:gd name="connsiteX101" fmla="*/ 3141379 w 5502150"/>
              <a:gd name="connsiteY101" fmla="*/ 1203757 h 5477736"/>
              <a:gd name="connsiteX102" fmla="*/ 3141379 w 5502150"/>
              <a:gd name="connsiteY102" fmla="*/ 1604701 h 5477736"/>
              <a:gd name="connsiteX103" fmla="*/ 3277362 w 5502150"/>
              <a:gd name="connsiteY103" fmla="*/ 1742958 h 5477736"/>
              <a:gd name="connsiteX104" fmla="*/ 3671732 w 5502150"/>
              <a:gd name="connsiteY104" fmla="*/ 1742958 h 5477736"/>
              <a:gd name="connsiteX105" fmla="*/ 3807715 w 5502150"/>
              <a:gd name="connsiteY105" fmla="*/ 1604701 h 5477736"/>
              <a:gd name="connsiteX106" fmla="*/ 3807715 w 5502150"/>
              <a:gd name="connsiteY106" fmla="*/ 1203757 h 5477736"/>
              <a:gd name="connsiteX107" fmla="*/ 3671732 w 5502150"/>
              <a:gd name="connsiteY107" fmla="*/ 1065500 h 5477736"/>
              <a:gd name="connsiteX108" fmla="*/ 1830418 w 5502150"/>
              <a:gd name="connsiteY108" fmla="*/ 1065500 h 5477736"/>
              <a:gd name="connsiteX109" fmla="*/ 1694435 w 5502150"/>
              <a:gd name="connsiteY109" fmla="*/ 1203757 h 5477736"/>
              <a:gd name="connsiteX110" fmla="*/ 1694435 w 5502150"/>
              <a:gd name="connsiteY110" fmla="*/ 1604701 h 5477736"/>
              <a:gd name="connsiteX111" fmla="*/ 1830418 w 5502150"/>
              <a:gd name="connsiteY111" fmla="*/ 1742958 h 5477736"/>
              <a:gd name="connsiteX112" fmla="*/ 2224788 w 5502150"/>
              <a:gd name="connsiteY112" fmla="*/ 1742958 h 5477736"/>
              <a:gd name="connsiteX113" fmla="*/ 2360771 w 5502150"/>
              <a:gd name="connsiteY113" fmla="*/ 1604701 h 5477736"/>
              <a:gd name="connsiteX114" fmla="*/ 2360771 w 5502150"/>
              <a:gd name="connsiteY114" fmla="*/ 1203757 h 5477736"/>
              <a:gd name="connsiteX115" fmla="*/ 2224788 w 5502150"/>
              <a:gd name="connsiteY115" fmla="*/ 1065500 h 5477736"/>
              <a:gd name="connsiteX116" fmla="*/ 3277362 w 5502150"/>
              <a:gd name="connsiteY116" fmla="*/ 788986 h 5477736"/>
              <a:gd name="connsiteX117" fmla="*/ 3671732 w 5502150"/>
              <a:gd name="connsiteY117" fmla="*/ 788986 h 5477736"/>
              <a:gd name="connsiteX118" fmla="*/ 4079702 w 5502150"/>
              <a:gd name="connsiteY118" fmla="*/ 1203757 h 5477736"/>
              <a:gd name="connsiteX119" fmla="*/ 4079702 w 5502150"/>
              <a:gd name="connsiteY119" fmla="*/ 1604701 h 5477736"/>
              <a:gd name="connsiteX120" fmla="*/ 3671732 w 5502150"/>
              <a:gd name="connsiteY120" fmla="*/ 2019472 h 5477736"/>
              <a:gd name="connsiteX121" fmla="*/ 3277362 w 5502150"/>
              <a:gd name="connsiteY121" fmla="*/ 2019472 h 5477736"/>
              <a:gd name="connsiteX122" fmla="*/ 2869392 w 5502150"/>
              <a:gd name="connsiteY122" fmla="*/ 1604701 h 5477736"/>
              <a:gd name="connsiteX123" fmla="*/ 2869392 w 5502150"/>
              <a:gd name="connsiteY123" fmla="*/ 1203757 h 5477736"/>
              <a:gd name="connsiteX124" fmla="*/ 3277362 w 5502150"/>
              <a:gd name="connsiteY124" fmla="*/ 788986 h 5477736"/>
              <a:gd name="connsiteX125" fmla="*/ 1830418 w 5502150"/>
              <a:gd name="connsiteY125" fmla="*/ 788986 h 5477736"/>
              <a:gd name="connsiteX126" fmla="*/ 2224788 w 5502150"/>
              <a:gd name="connsiteY126" fmla="*/ 788986 h 5477736"/>
              <a:gd name="connsiteX127" fmla="*/ 2632758 w 5502150"/>
              <a:gd name="connsiteY127" fmla="*/ 1203757 h 5477736"/>
              <a:gd name="connsiteX128" fmla="*/ 2632758 w 5502150"/>
              <a:gd name="connsiteY128" fmla="*/ 1604701 h 5477736"/>
              <a:gd name="connsiteX129" fmla="*/ 2224788 w 5502150"/>
              <a:gd name="connsiteY129" fmla="*/ 2019472 h 5477736"/>
              <a:gd name="connsiteX130" fmla="*/ 1830418 w 5502150"/>
              <a:gd name="connsiteY130" fmla="*/ 2019472 h 5477736"/>
              <a:gd name="connsiteX131" fmla="*/ 1422448 w 5502150"/>
              <a:gd name="connsiteY131" fmla="*/ 1604701 h 5477736"/>
              <a:gd name="connsiteX132" fmla="*/ 1422448 w 5502150"/>
              <a:gd name="connsiteY132" fmla="*/ 1203757 h 5477736"/>
              <a:gd name="connsiteX133" fmla="*/ 1830418 w 5502150"/>
              <a:gd name="connsiteY133" fmla="*/ 788986 h 5477736"/>
              <a:gd name="connsiteX134" fmla="*/ 770592 w 5502150"/>
              <a:gd name="connsiteY134" fmla="*/ 554871 h 5477736"/>
              <a:gd name="connsiteX135" fmla="*/ 906596 w 5502150"/>
              <a:gd name="connsiteY135" fmla="*/ 693128 h 5477736"/>
              <a:gd name="connsiteX136" fmla="*/ 906596 w 5502150"/>
              <a:gd name="connsiteY136" fmla="*/ 4878623 h 5477736"/>
              <a:gd name="connsiteX137" fmla="*/ 1223890 w 5502150"/>
              <a:gd name="connsiteY137" fmla="*/ 5201222 h 5477736"/>
              <a:gd name="connsiteX138" fmla="*/ 2145910 w 5502150"/>
              <a:gd name="connsiteY138" fmla="*/ 5201222 h 5477736"/>
              <a:gd name="connsiteX139" fmla="*/ 2145910 w 5502150"/>
              <a:gd name="connsiteY139" fmla="*/ 4391959 h 5477736"/>
              <a:gd name="connsiteX140" fmla="*/ 2553880 w 5502150"/>
              <a:gd name="connsiteY140" fmla="*/ 3977188 h 5477736"/>
              <a:gd name="connsiteX141" fmla="*/ 2948250 w 5502150"/>
              <a:gd name="connsiteY141" fmla="*/ 3977188 h 5477736"/>
              <a:gd name="connsiteX142" fmla="*/ 3356220 w 5502150"/>
              <a:gd name="connsiteY142" fmla="*/ 4391959 h 5477736"/>
              <a:gd name="connsiteX143" fmla="*/ 3356220 w 5502150"/>
              <a:gd name="connsiteY143" fmla="*/ 5201222 h 5477736"/>
              <a:gd name="connsiteX144" fmla="*/ 4278240 w 5502150"/>
              <a:gd name="connsiteY144" fmla="*/ 5201222 h 5477736"/>
              <a:gd name="connsiteX145" fmla="*/ 4595554 w 5502150"/>
              <a:gd name="connsiteY145" fmla="*/ 4878623 h 5477736"/>
              <a:gd name="connsiteX146" fmla="*/ 4595554 w 5502150"/>
              <a:gd name="connsiteY146" fmla="*/ 693128 h 5477736"/>
              <a:gd name="connsiteX147" fmla="*/ 4731538 w 5502150"/>
              <a:gd name="connsiteY147" fmla="*/ 554871 h 5477736"/>
              <a:gd name="connsiteX148" fmla="*/ 4867542 w 5502150"/>
              <a:gd name="connsiteY148" fmla="*/ 693128 h 5477736"/>
              <a:gd name="connsiteX149" fmla="*/ 4867542 w 5502150"/>
              <a:gd name="connsiteY149" fmla="*/ 4878623 h 5477736"/>
              <a:gd name="connsiteX150" fmla="*/ 4278240 w 5502150"/>
              <a:gd name="connsiteY150" fmla="*/ 5477736 h 5477736"/>
              <a:gd name="connsiteX151" fmla="*/ 3220237 w 5502150"/>
              <a:gd name="connsiteY151" fmla="*/ 5477736 h 5477736"/>
              <a:gd name="connsiteX152" fmla="*/ 3084254 w 5502150"/>
              <a:gd name="connsiteY152" fmla="*/ 5339479 h 5477736"/>
              <a:gd name="connsiteX153" fmla="*/ 3084254 w 5502150"/>
              <a:gd name="connsiteY153" fmla="*/ 4391959 h 5477736"/>
              <a:gd name="connsiteX154" fmla="*/ 2948250 w 5502150"/>
              <a:gd name="connsiteY154" fmla="*/ 4253702 h 5477736"/>
              <a:gd name="connsiteX155" fmla="*/ 2553880 w 5502150"/>
              <a:gd name="connsiteY155" fmla="*/ 4253702 h 5477736"/>
              <a:gd name="connsiteX156" fmla="*/ 2417897 w 5502150"/>
              <a:gd name="connsiteY156" fmla="*/ 4391959 h 5477736"/>
              <a:gd name="connsiteX157" fmla="*/ 2417897 w 5502150"/>
              <a:gd name="connsiteY157" fmla="*/ 5339479 h 5477736"/>
              <a:gd name="connsiteX158" fmla="*/ 2281913 w 5502150"/>
              <a:gd name="connsiteY158" fmla="*/ 5477736 h 5477736"/>
              <a:gd name="connsiteX159" fmla="*/ 1223890 w 5502150"/>
              <a:gd name="connsiteY159" fmla="*/ 5477736 h 5477736"/>
              <a:gd name="connsiteX160" fmla="*/ 634609 w 5502150"/>
              <a:gd name="connsiteY160" fmla="*/ 4878623 h 5477736"/>
              <a:gd name="connsiteX161" fmla="*/ 634609 w 5502150"/>
              <a:gd name="connsiteY161" fmla="*/ 693128 h 5477736"/>
              <a:gd name="connsiteX162" fmla="*/ 770592 w 5502150"/>
              <a:gd name="connsiteY162" fmla="*/ 554871 h 5477736"/>
              <a:gd name="connsiteX163" fmla="*/ 770592 w 5502150"/>
              <a:gd name="connsiteY163" fmla="*/ 0 h 5477736"/>
              <a:gd name="connsiteX164" fmla="*/ 4731538 w 5502150"/>
              <a:gd name="connsiteY164" fmla="*/ 0 h 5477736"/>
              <a:gd name="connsiteX165" fmla="*/ 4867542 w 5502150"/>
              <a:gd name="connsiteY165" fmla="*/ 138257 h 5477736"/>
              <a:gd name="connsiteX166" fmla="*/ 4731538 w 5502150"/>
              <a:gd name="connsiteY166" fmla="*/ 276514 h 5477736"/>
              <a:gd name="connsiteX167" fmla="*/ 770592 w 5502150"/>
              <a:gd name="connsiteY167" fmla="*/ 276514 h 5477736"/>
              <a:gd name="connsiteX168" fmla="*/ 634609 w 5502150"/>
              <a:gd name="connsiteY168" fmla="*/ 138257 h 5477736"/>
              <a:gd name="connsiteX169" fmla="*/ 770592 w 5502150"/>
              <a:gd name="connsiteY169" fmla="*/ 0 h 5477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5502150" h="5477736">
                <a:moveTo>
                  <a:pt x="5320819" y="4560611"/>
                </a:moveTo>
                <a:cubicBezTo>
                  <a:pt x="5420548" y="4560611"/>
                  <a:pt x="5502150" y="4641722"/>
                  <a:pt x="5502150" y="4743110"/>
                </a:cubicBezTo>
                <a:lnTo>
                  <a:pt x="5502150" y="4747719"/>
                </a:lnTo>
                <a:cubicBezTo>
                  <a:pt x="5502150" y="4849107"/>
                  <a:pt x="5420548" y="4932061"/>
                  <a:pt x="5320819" y="4932061"/>
                </a:cubicBezTo>
                <a:cubicBezTo>
                  <a:pt x="5221110" y="4932061"/>
                  <a:pt x="5139508" y="4849107"/>
                  <a:pt x="5139508" y="4747719"/>
                </a:cubicBezTo>
                <a:cubicBezTo>
                  <a:pt x="5139508" y="4646330"/>
                  <a:pt x="5221110" y="4561533"/>
                  <a:pt x="5320819" y="4561533"/>
                </a:cubicBezTo>
                <a:close/>
                <a:moveTo>
                  <a:pt x="181311" y="4560611"/>
                </a:moveTo>
                <a:cubicBezTo>
                  <a:pt x="281040" y="4560611"/>
                  <a:pt x="362642" y="4641722"/>
                  <a:pt x="362642" y="4743110"/>
                </a:cubicBezTo>
                <a:lnTo>
                  <a:pt x="362642" y="4747719"/>
                </a:lnTo>
                <a:cubicBezTo>
                  <a:pt x="362642" y="4849107"/>
                  <a:pt x="281040" y="4932061"/>
                  <a:pt x="181311" y="4932061"/>
                </a:cubicBezTo>
                <a:cubicBezTo>
                  <a:pt x="81602" y="4932061"/>
                  <a:pt x="0" y="4849107"/>
                  <a:pt x="0" y="4747719"/>
                </a:cubicBezTo>
                <a:cubicBezTo>
                  <a:pt x="0" y="4646330"/>
                  <a:pt x="81602" y="4561533"/>
                  <a:pt x="181311" y="4561533"/>
                </a:cubicBezTo>
                <a:close/>
                <a:moveTo>
                  <a:pt x="5320819" y="3841696"/>
                </a:moveTo>
                <a:cubicBezTo>
                  <a:pt x="5420548" y="3841696"/>
                  <a:pt x="5502150" y="3924650"/>
                  <a:pt x="5502150" y="4026039"/>
                </a:cubicBezTo>
                <a:lnTo>
                  <a:pt x="5502150" y="4036178"/>
                </a:lnTo>
                <a:cubicBezTo>
                  <a:pt x="5502150" y="4137566"/>
                  <a:pt x="5420548" y="4220520"/>
                  <a:pt x="5320819" y="4220520"/>
                </a:cubicBezTo>
                <a:cubicBezTo>
                  <a:pt x="5221110" y="4220520"/>
                  <a:pt x="5139508" y="4137566"/>
                  <a:pt x="5139508" y="4036178"/>
                </a:cubicBezTo>
                <a:lnTo>
                  <a:pt x="5139508" y="4026039"/>
                </a:lnTo>
                <a:cubicBezTo>
                  <a:pt x="5139508" y="3924650"/>
                  <a:pt x="5221110" y="3841696"/>
                  <a:pt x="5320819" y="3841696"/>
                </a:cubicBezTo>
                <a:close/>
                <a:moveTo>
                  <a:pt x="181311" y="3841696"/>
                </a:moveTo>
                <a:cubicBezTo>
                  <a:pt x="281040" y="3841696"/>
                  <a:pt x="362642" y="3924650"/>
                  <a:pt x="362642" y="4026039"/>
                </a:cubicBezTo>
                <a:lnTo>
                  <a:pt x="362642" y="4036178"/>
                </a:lnTo>
                <a:cubicBezTo>
                  <a:pt x="362642" y="4137566"/>
                  <a:pt x="281040" y="4220520"/>
                  <a:pt x="181311" y="4220520"/>
                </a:cubicBezTo>
                <a:cubicBezTo>
                  <a:pt x="81602" y="4220520"/>
                  <a:pt x="0" y="4137566"/>
                  <a:pt x="0" y="4036178"/>
                </a:cubicBezTo>
                <a:lnTo>
                  <a:pt x="0" y="4026039"/>
                </a:lnTo>
                <a:cubicBezTo>
                  <a:pt x="0" y="3924650"/>
                  <a:pt x="81602" y="3841696"/>
                  <a:pt x="181311" y="3841696"/>
                </a:cubicBezTo>
                <a:close/>
                <a:moveTo>
                  <a:pt x="5320819" y="3125526"/>
                </a:moveTo>
                <a:cubicBezTo>
                  <a:pt x="5420548" y="3125526"/>
                  <a:pt x="5502150" y="3208480"/>
                  <a:pt x="5502150" y="3309868"/>
                </a:cubicBezTo>
                <a:lnTo>
                  <a:pt x="5502150" y="3320007"/>
                </a:lnTo>
                <a:cubicBezTo>
                  <a:pt x="5502150" y="3421396"/>
                  <a:pt x="5420548" y="3504350"/>
                  <a:pt x="5320819" y="3504350"/>
                </a:cubicBezTo>
                <a:cubicBezTo>
                  <a:pt x="5221110" y="3504350"/>
                  <a:pt x="5139508" y="3421396"/>
                  <a:pt x="5139508" y="3320007"/>
                </a:cubicBezTo>
                <a:lnTo>
                  <a:pt x="5139508" y="3309868"/>
                </a:lnTo>
                <a:cubicBezTo>
                  <a:pt x="5139508" y="3208480"/>
                  <a:pt x="5221110" y="3125526"/>
                  <a:pt x="5320819" y="3125526"/>
                </a:cubicBezTo>
                <a:close/>
                <a:moveTo>
                  <a:pt x="181311" y="3125526"/>
                </a:moveTo>
                <a:cubicBezTo>
                  <a:pt x="281040" y="3125526"/>
                  <a:pt x="362642" y="3208480"/>
                  <a:pt x="362642" y="3309868"/>
                </a:cubicBezTo>
                <a:lnTo>
                  <a:pt x="362642" y="3320007"/>
                </a:lnTo>
                <a:cubicBezTo>
                  <a:pt x="362642" y="3421396"/>
                  <a:pt x="281040" y="3504350"/>
                  <a:pt x="181311" y="3504350"/>
                </a:cubicBezTo>
                <a:cubicBezTo>
                  <a:pt x="81602" y="3504350"/>
                  <a:pt x="0" y="3421396"/>
                  <a:pt x="0" y="3320007"/>
                </a:cubicBezTo>
                <a:lnTo>
                  <a:pt x="0" y="3309868"/>
                </a:lnTo>
                <a:cubicBezTo>
                  <a:pt x="0" y="3208480"/>
                  <a:pt x="81602" y="3125526"/>
                  <a:pt x="181311" y="3125526"/>
                </a:cubicBezTo>
                <a:close/>
                <a:moveTo>
                  <a:pt x="3277362" y="2510743"/>
                </a:moveTo>
                <a:cubicBezTo>
                  <a:pt x="3202109" y="2510743"/>
                  <a:pt x="3141379" y="2572498"/>
                  <a:pt x="3141379" y="2649000"/>
                </a:cubicBezTo>
                <a:lnTo>
                  <a:pt x="3141379" y="3049945"/>
                </a:lnTo>
                <a:cubicBezTo>
                  <a:pt x="3141379" y="3126447"/>
                  <a:pt x="3202109" y="3188202"/>
                  <a:pt x="3277362" y="3188202"/>
                </a:cubicBezTo>
                <a:lnTo>
                  <a:pt x="3671732" y="3188202"/>
                </a:lnTo>
                <a:cubicBezTo>
                  <a:pt x="3746984" y="3188202"/>
                  <a:pt x="3807715" y="3126447"/>
                  <a:pt x="3807715" y="3049945"/>
                </a:cubicBezTo>
                <a:lnTo>
                  <a:pt x="3807715" y="2649000"/>
                </a:lnTo>
                <a:cubicBezTo>
                  <a:pt x="3807715" y="2572498"/>
                  <a:pt x="3746984" y="2510743"/>
                  <a:pt x="3671732" y="2510743"/>
                </a:cubicBezTo>
                <a:close/>
                <a:moveTo>
                  <a:pt x="1830418" y="2510743"/>
                </a:moveTo>
                <a:cubicBezTo>
                  <a:pt x="1755165" y="2510743"/>
                  <a:pt x="1694435" y="2572498"/>
                  <a:pt x="1694435" y="2649000"/>
                </a:cubicBezTo>
                <a:lnTo>
                  <a:pt x="1694435" y="3049945"/>
                </a:lnTo>
                <a:cubicBezTo>
                  <a:pt x="1694435" y="3126447"/>
                  <a:pt x="1755165" y="3188202"/>
                  <a:pt x="1830418" y="3188202"/>
                </a:cubicBezTo>
                <a:lnTo>
                  <a:pt x="2224788" y="3188202"/>
                </a:lnTo>
                <a:cubicBezTo>
                  <a:pt x="2300040" y="3188202"/>
                  <a:pt x="2360771" y="3126447"/>
                  <a:pt x="2360771" y="3049945"/>
                </a:cubicBezTo>
                <a:lnTo>
                  <a:pt x="2360771" y="2649000"/>
                </a:lnTo>
                <a:cubicBezTo>
                  <a:pt x="2360771" y="2572498"/>
                  <a:pt x="2300040" y="2510743"/>
                  <a:pt x="2224788" y="2510743"/>
                </a:cubicBezTo>
                <a:close/>
                <a:moveTo>
                  <a:pt x="5320819" y="2408413"/>
                </a:moveTo>
                <a:cubicBezTo>
                  <a:pt x="5420548" y="2408413"/>
                  <a:pt x="5502150" y="2491367"/>
                  <a:pt x="5502150" y="2592755"/>
                </a:cubicBezTo>
                <a:lnTo>
                  <a:pt x="5502150" y="2602894"/>
                </a:lnTo>
                <a:cubicBezTo>
                  <a:pt x="5502150" y="2704283"/>
                  <a:pt x="5420548" y="2787237"/>
                  <a:pt x="5320819" y="2787237"/>
                </a:cubicBezTo>
                <a:cubicBezTo>
                  <a:pt x="5221110" y="2787237"/>
                  <a:pt x="5139508" y="2704283"/>
                  <a:pt x="5139508" y="2602894"/>
                </a:cubicBezTo>
                <a:lnTo>
                  <a:pt x="5139508" y="2592755"/>
                </a:lnTo>
                <a:cubicBezTo>
                  <a:pt x="5139508" y="2491367"/>
                  <a:pt x="5221110" y="2408413"/>
                  <a:pt x="5320819" y="2408413"/>
                </a:cubicBezTo>
                <a:close/>
                <a:moveTo>
                  <a:pt x="181311" y="2408413"/>
                </a:moveTo>
                <a:cubicBezTo>
                  <a:pt x="281040" y="2408413"/>
                  <a:pt x="362642" y="2491367"/>
                  <a:pt x="362642" y="2592755"/>
                </a:cubicBezTo>
                <a:lnTo>
                  <a:pt x="362642" y="2602894"/>
                </a:lnTo>
                <a:cubicBezTo>
                  <a:pt x="362642" y="2704283"/>
                  <a:pt x="281040" y="2787237"/>
                  <a:pt x="181311" y="2787237"/>
                </a:cubicBezTo>
                <a:cubicBezTo>
                  <a:pt x="81602" y="2787237"/>
                  <a:pt x="0" y="2704283"/>
                  <a:pt x="0" y="2602894"/>
                </a:cubicBezTo>
                <a:lnTo>
                  <a:pt x="0" y="2592755"/>
                </a:lnTo>
                <a:cubicBezTo>
                  <a:pt x="0" y="2491367"/>
                  <a:pt x="81602" y="2408413"/>
                  <a:pt x="181311" y="2408413"/>
                </a:cubicBezTo>
                <a:close/>
                <a:moveTo>
                  <a:pt x="3277362" y="2234230"/>
                </a:moveTo>
                <a:lnTo>
                  <a:pt x="3671732" y="2234230"/>
                </a:lnTo>
                <a:cubicBezTo>
                  <a:pt x="3896568" y="2234230"/>
                  <a:pt x="4079702" y="2420416"/>
                  <a:pt x="4079702" y="2649000"/>
                </a:cubicBezTo>
                <a:lnTo>
                  <a:pt x="4079702" y="3049945"/>
                </a:lnTo>
                <a:cubicBezTo>
                  <a:pt x="4079702" y="3278530"/>
                  <a:pt x="3896568" y="3464715"/>
                  <a:pt x="3671732" y="3464715"/>
                </a:cubicBezTo>
                <a:lnTo>
                  <a:pt x="3277362" y="3464715"/>
                </a:lnTo>
                <a:cubicBezTo>
                  <a:pt x="3052526" y="3464715"/>
                  <a:pt x="2869392" y="3278530"/>
                  <a:pt x="2869392" y="3049945"/>
                </a:cubicBezTo>
                <a:lnTo>
                  <a:pt x="2869392" y="2649000"/>
                </a:lnTo>
                <a:cubicBezTo>
                  <a:pt x="2869392" y="2420416"/>
                  <a:pt x="3052526" y="2234230"/>
                  <a:pt x="3277362" y="2234230"/>
                </a:cubicBezTo>
                <a:close/>
                <a:moveTo>
                  <a:pt x="1830418" y="2234230"/>
                </a:moveTo>
                <a:lnTo>
                  <a:pt x="2224788" y="2234230"/>
                </a:lnTo>
                <a:cubicBezTo>
                  <a:pt x="2449624" y="2234230"/>
                  <a:pt x="2632758" y="2420416"/>
                  <a:pt x="2632758" y="2649000"/>
                </a:cubicBezTo>
                <a:lnTo>
                  <a:pt x="2632758" y="3049945"/>
                </a:lnTo>
                <a:cubicBezTo>
                  <a:pt x="2632758" y="3278530"/>
                  <a:pt x="2449624" y="3464715"/>
                  <a:pt x="2224788" y="3464715"/>
                </a:cubicBezTo>
                <a:lnTo>
                  <a:pt x="1830418" y="3464715"/>
                </a:lnTo>
                <a:cubicBezTo>
                  <a:pt x="1605582" y="3464715"/>
                  <a:pt x="1422448" y="3278530"/>
                  <a:pt x="1422448" y="3049945"/>
                </a:cubicBezTo>
                <a:lnTo>
                  <a:pt x="1422448" y="2649000"/>
                </a:lnTo>
                <a:cubicBezTo>
                  <a:pt x="1422448" y="2420416"/>
                  <a:pt x="1605582" y="2234230"/>
                  <a:pt x="1830418" y="2234230"/>
                </a:cubicBezTo>
                <a:close/>
                <a:moveTo>
                  <a:pt x="5320819" y="1697773"/>
                </a:moveTo>
                <a:cubicBezTo>
                  <a:pt x="5420548" y="1697773"/>
                  <a:pt x="5502150" y="1778883"/>
                  <a:pt x="5502150" y="1880272"/>
                </a:cubicBezTo>
                <a:lnTo>
                  <a:pt x="5502150" y="1884880"/>
                </a:lnTo>
                <a:cubicBezTo>
                  <a:pt x="5502150" y="1986268"/>
                  <a:pt x="5420548" y="2069222"/>
                  <a:pt x="5320819" y="2069222"/>
                </a:cubicBezTo>
                <a:cubicBezTo>
                  <a:pt x="5221110" y="2069222"/>
                  <a:pt x="5139508" y="1986268"/>
                  <a:pt x="5139508" y="1884880"/>
                </a:cubicBezTo>
                <a:cubicBezTo>
                  <a:pt x="5139508" y="1783492"/>
                  <a:pt x="5221110" y="1698695"/>
                  <a:pt x="5320819" y="1698695"/>
                </a:cubicBezTo>
                <a:close/>
                <a:moveTo>
                  <a:pt x="181311" y="1697773"/>
                </a:moveTo>
                <a:cubicBezTo>
                  <a:pt x="281040" y="1697773"/>
                  <a:pt x="362642" y="1778883"/>
                  <a:pt x="362642" y="1880272"/>
                </a:cubicBezTo>
                <a:lnTo>
                  <a:pt x="362642" y="1884880"/>
                </a:lnTo>
                <a:cubicBezTo>
                  <a:pt x="362642" y="1986268"/>
                  <a:pt x="281040" y="2069222"/>
                  <a:pt x="181311" y="2069222"/>
                </a:cubicBezTo>
                <a:cubicBezTo>
                  <a:pt x="81602" y="2069222"/>
                  <a:pt x="0" y="1986268"/>
                  <a:pt x="0" y="1884880"/>
                </a:cubicBezTo>
                <a:cubicBezTo>
                  <a:pt x="0" y="1783492"/>
                  <a:pt x="81602" y="1698695"/>
                  <a:pt x="181311" y="1698695"/>
                </a:cubicBezTo>
                <a:close/>
                <a:moveTo>
                  <a:pt x="3277362" y="1065500"/>
                </a:moveTo>
                <a:cubicBezTo>
                  <a:pt x="3202109" y="1065500"/>
                  <a:pt x="3141379" y="1127255"/>
                  <a:pt x="3141379" y="1203757"/>
                </a:cubicBezTo>
                <a:lnTo>
                  <a:pt x="3141379" y="1604701"/>
                </a:lnTo>
                <a:cubicBezTo>
                  <a:pt x="3141379" y="1681203"/>
                  <a:pt x="3202109" y="1742958"/>
                  <a:pt x="3277362" y="1742958"/>
                </a:cubicBezTo>
                <a:lnTo>
                  <a:pt x="3671732" y="1742958"/>
                </a:lnTo>
                <a:cubicBezTo>
                  <a:pt x="3746984" y="1742958"/>
                  <a:pt x="3807715" y="1681203"/>
                  <a:pt x="3807715" y="1604701"/>
                </a:cubicBezTo>
                <a:lnTo>
                  <a:pt x="3807715" y="1203757"/>
                </a:lnTo>
                <a:cubicBezTo>
                  <a:pt x="3807715" y="1127255"/>
                  <a:pt x="3746984" y="1065500"/>
                  <a:pt x="3671732" y="1065500"/>
                </a:cubicBezTo>
                <a:close/>
                <a:moveTo>
                  <a:pt x="1830418" y="1065500"/>
                </a:moveTo>
                <a:cubicBezTo>
                  <a:pt x="1755165" y="1065500"/>
                  <a:pt x="1694435" y="1127255"/>
                  <a:pt x="1694435" y="1203757"/>
                </a:cubicBezTo>
                <a:lnTo>
                  <a:pt x="1694435" y="1604701"/>
                </a:lnTo>
                <a:cubicBezTo>
                  <a:pt x="1694435" y="1681203"/>
                  <a:pt x="1755165" y="1742958"/>
                  <a:pt x="1830418" y="1742958"/>
                </a:cubicBezTo>
                <a:lnTo>
                  <a:pt x="2224788" y="1742958"/>
                </a:lnTo>
                <a:cubicBezTo>
                  <a:pt x="2300040" y="1742958"/>
                  <a:pt x="2360771" y="1681203"/>
                  <a:pt x="2360771" y="1604701"/>
                </a:cubicBezTo>
                <a:lnTo>
                  <a:pt x="2360771" y="1203757"/>
                </a:lnTo>
                <a:cubicBezTo>
                  <a:pt x="2360771" y="1127255"/>
                  <a:pt x="2300040" y="1065500"/>
                  <a:pt x="2224788" y="1065500"/>
                </a:cubicBezTo>
                <a:close/>
                <a:moveTo>
                  <a:pt x="3277362" y="788986"/>
                </a:moveTo>
                <a:lnTo>
                  <a:pt x="3671732" y="788986"/>
                </a:lnTo>
                <a:cubicBezTo>
                  <a:pt x="3896568" y="788986"/>
                  <a:pt x="4079702" y="975172"/>
                  <a:pt x="4079702" y="1203757"/>
                </a:cubicBezTo>
                <a:lnTo>
                  <a:pt x="4079702" y="1604701"/>
                </a:lnTo>
                <a:cubicBezTo>
                  <a:pt x="4079702" y="1833286"/>
                  <a:pt x="3896568" y="2019472"/>
                  <a:pt x="3671732" y="2019472"/>
                </a:cubicBezTo>
                <a:lnTo>
                  <a:pt x="3277362" y="2019472"/>
                </a:lnTo>
                <a:cubicBezTo>
                  <a:pt x="3052526" y="2019472"/>
                  <a:pt x="2869392" y="1833286"/>
                  <a:pt x="2869392" y="1604701"/>
                </a:cubicBezTo>
                <a:lnTo>
                  <a:pt x="2869392" y="1203757"/>
                </a:lnTo>
                <a:cubicBezTo>
                  <a:pt x="2869392" y="975172"/>
                  <a:pt x="3052526" y="788986"/>
                  <a:pt x="3277362" y="788986"/>
                </a:cubicBezTo>
                <a:close/>
                <a:moveTo>
                  <a:pt x="1830418" y="788986"/>
                </a:moveTo>
                <a:lnTo>
                  <a:pt x="2224788" y="788986"/>
                </a:lnTo>
                <a:cubicBezTo>
                  <a:pt x="2449624" y="788986"/>
                  <a:pt x="2632758" y="975172"/>
                  <a:pt x="2632758" y="1203757"/>
                </a:cubicBezTo>
                <a:lnTo>
                  <a:pt x="2632758" y="1604701"/>
                </a:lnTo>
                <a:cubicBezTo>
                  <a:pt x="2632758" y="1833286"/>
                  <a:pt x="2449624" y="2019472"/>
                  <a:pt x="2224788" y="2019472"/>
                </a:cubicBezTo>
                <a:lnTo>
                  <a:pt x="1830418" y="2019472"/>
                </a:lnTo>
                <a:cubicBezTo>
                  <a:pt x="1605582" y="2019472"/>
                  <a:pt x="1422448" y="1833286"/>
                  <a:pt x="1422448" y="1604701"/>
                </a:cubicBezTo>
                <a:lnTo>
                  <a:pt x="1422448" y="1203757"/>
                </a:lnTo>
                <a:cubicBezTo>
                  <a:pt x="1422448" y="975172"/>
                  <a:pt x="1605582" y="788986"/>
                  <a:pt x="1830418" y="788986"/>
                </a:cubicBezTo>
                <a:close/>
                <a:moveTo>
                  <a:pt x="770592" y="554871"/>
                </a:moveTo>
                <a:cubicBezTo>
                  <a:pt x="845845" y="554871"/>
                  <a:pt x="906596" y="616626"/>
                  <a:pt x="906596" y="693128"/>
                </a:cubicBezTo>
                <a:lnTo>
                  <a:pt x="906596" y="4878623"/>
                </a:lnTo>
                <a:cubicBezTo>
                  <a:pt x="906596" y="5056513"/>
                  <a:pt x="1048929" y="5201222"/>
                  <a:pt x="1223890" y="5201222"/>
                </a:cubicBezTo>
                <a:lnTo>
                  <a:pt x="2145910" y="5201222"/>
                </a:lnTo>
                <a:lnTo>
                  <a:pt x="2145910" y="4391959"/>
                </a:lnTo>
                <a:cubicBezTo>
                  <a:pt x="2145910" y="4163374"/>
                  <a:pt x="2329044" y="3977188"/>
                  <a:pt x="2553880" y="3977188"/>
                </a:cubicBezTo>
                <a:lnTo>
                  <a:pt x="2948250" y="3977188"/>
                </a:lnTo>
                <a:cubicBezTo>
                  <a:pt x="3173086" y="3977188"/>
                  <a:pt x="3356220" y="4163374"/>
                  <a:pt x="3356220" y="4391959"/>
                </a:cubicBezTo>
                <a:lnTo>
                  <a:pt x="3356220" y="5201222"/>
                </a:lnTo>
                <a:lnTo>
                  <a:pt x="4278240" y="5201222"/>
                </a:lnTo>
                <a:cubicBezTo>
                  <a:pt x="4453221" y="5201222"/>
                  <a:pt x="4595554" y="5056513"/>
                  <a:pt x="4595554" y="4878623"/>
                </a:cubicBezTo>
                <a:lnTo>
                  <a:pt x="4595554" y="693128"/>
                </a:lnTo>
                <a:cubicBezTo>
                  <a:pt x="4595554" y="616626"/>
                  <a:pt x="4656305" y="554871"/>
                  <a:pt x="4731538" y="554871"/>
                </a:cubicBezTo>
                <a:cubicBezTo>
                  <a:pt x="4806790" y="554871"/>
                  <a:pt x="4867542" y="616626"/>
                  <a:pt x="4867542" y="693128"/>
                </a:cubicBezTo>
                <a:lnTo>
                  <a:pt x="4867542" y="4878623"/>
                </a:lnTo>
                <a:cubicBezTo>
                  <a:pt x="4867542" y="5208596"/>
                  <a:pt x="4602805" y="5477736"/>
                  <a:pt x="4278240" y="5477736"/>
                </a:cubicBezTo>
                <a:lnTo>
                  <a:pt x="3220237" y="5477736"/>
                </a:lnTo>
                <a:cubicBezTo>
                  <a:pt x="3144984" y="5477736"/>
                  <a:pt x="3084254" y="5415981"/>
                  <a:pt x="3084254" y="5339479"/>
                </a:cubicBezTo>
                <a:lnTo>
                  <a:pt x="3084254" y="4391959"/>
                </a:lnTo>
                <a:cubicBezTo>
                  <a:pt x="3084254" y="4315457"/>
                  <a:pt x="3023503" y="4253702"/>
                  <a:pt x="2948250" y="4253702"/>
                </a:cubicBezTo>
                <a:lnTo>
                  <a:pt x="2553880" y="4253702"/>
                </a:lnTo>
                <a:cubicBezTo>
                  <a:pt x="2478648" y="4253702"/>
                  <a:pt x="2417897" y="4315457"/>
                  <a:pt x="2417897" y="4391959"/>
                </a:cubicBezTo>
                <a:lnTo>
                  <a:pt x="2417897" y="5339479"/>
                </a:lnTo>
                <a:cubicBezTo>
                  <a:pt x="2417897" y="5415981"/>
                  <a:pt x="2357146" y="5477736"/>
                  <a:pt x="2281913" y="5477736"/>
                </a:cubicBezTo>
                <a:lnTo>
                  <a:pt x="1223890" y="5477736"/>
                </a:lnTo>
                <a:cubicBezTo>
                  <a:pt x="899345" y="5477736"/>
                  <a:pt x="634609" y="5208596"/>
                  <a:pt x="634609" y="4878623"/>
                </a:cubicBezTo>
                <a:lnTo>
                  <a:pt x="634609" y="693128"/>
                </a:lnTo>
                <a:cubicBezTo>
                  <a:pt x="634609" y="616626"/>
                  <a:pt x="695360" y="554871"/>
                  <a:pt x="770592" y="554871"/>
                </a:cubicBezTo>
                <a:close/>
                <a:moveTo>
                  <a:pt x="770592" y="0"/>
                </a:moveTo>
                <a:lnTo>
                  <a:pt x="4731538" y="0"/>
                </a:lnTo>
                <a:cubicBezTo>
                  <a:pt x="4806790" y="0"/>
                  <a:pt x="4867542" y="61755"/>
                  <a:pt x="4867542" y="138257"/>
                </a:cubicBezTo>
                <a:cubicBezTo>
                  <a:pt x="4867542" y="214759"/>
                  <a:pt x="4806790" y="276514"/>
                  <a:pt x="4731538" y="276514"/>
                </a:cubicBezTo>
                <a:lnTo>
                  <a:pt x="770592" y="276514"/>
                </a:lnTo>
                <a:cubicBezTo>
                  <a:pt x="695360" y="276514"/>
                  <a:pt x="634609" y="214759"/>
                  <a:pt x="634609" y="138257"/>
                </a:cubicBezTo>
                <a:cubicBezTo>
                  <a:pt x="634609" y="61755"/>
                  <a:pt x="695360" y="0"/>
                  <a:pt x="770592" y="0"/>
                </a:cubicBezTo>
                <a:close/>
              </a:path>
            </a:pathLst>
          </a:custGeom>
          <a:solidFill>
            <a:schemeClr val="tx2"/>
          </a:solidFill>
          <a:ln w="4372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O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881FB6A-ACBA-D66D-968A-8B9B7496B000}"/>
              </a:ext>
            </a:extLst>
          </p:cNvPr>
          <p:cNvGrpSpPr/>
          <p:nvPr/>
        </p:nvGrpSpPr>
        <p:grpSpPr>
          <a:xfrm>
            <a:off x="1262703" y="1719513"/>
            <a:ext cx="1074909" cy="1607452"/>
            <a:chOff x="3009002" y="1719513"/>
            <a:chExt cx="1074909" cy="1607452"/>
          </a:xfrm>
        </p:grpSpPr>
        <p:grpSp>
          <p:nvGrpSpPr>
            <p:cNvPr id="32" name="Google Shape;4239;p412">
              <a:extLst>
                <a:ext uri="{FF2B5EF4-FFF2-40B4-BE49-F238E27FC236}">
                  <a16:creationId xmlns:a16="http://schemas.microsoft.com/office/drawing/2014/main" id="{32FBE1F2-BC4A-E29F-0FD4-0894437E661A}"/>
                </a:ext>
              </a:extLst>
            </p:cNvPr>
            <p:cNvGrpSpPr/>
            <p:nvPr/>
          </p:nvGrpSpPr>
          <p:grpSpPr>
            <a:xfrm>
              <a:off x="3009002" y="1719513"/>
              <a:ext cx="1074909" cy="699208"/>
              <a:chOff x="4985289" y="2233933"/>
              <a:chExt cx="843436" cy="548640"/>
            </a:xfrm>
          </p:grpSpPr>
          <p:sp>
            <p:nvSpPr>
              <p:cNvPr id="34" name="Google Shape;4240;p412">
                <a:extLst>
                  <a:ext uri="{FF2B5EF4-FFF2-40B4-BE49-F238E27FC236}">
                    <a16:creationId xmlns:a16="http://schemas.microsoft.com/office/drawing/2014/main" id="{553031EE-EBAB-9274-56A1-08929BDF74F3}"/>
                  </a:ext>
                </a:extLst>
              </p:cNvPr>
              <p:cNvSpPr/>
              <p:nvPr/>
            </p:nvSpPr>
            <p:spPr>
              <a:xfrm>
                <a:off x="4985289" y="2233933"/>
                <a:ext cx="843436" cy="548640"/>
              </a:xfrm>
              <a:custGeom>
                <a:avLst/>
                <a:gdLst/>
                <a:ahLst/>
                <a:cxnLst/>
                <a:rect l="l" t="t" r="r" b="b"/>
                <a:pathLst>
                  <a:path w="682466" h="477678" extrusionOk="0">
                    <a:moveTo>
                      <a:pt x="511778" y="477679"/>
                    </a:moveTo>
                    <a:lnTo>
                      <a:pt x="136493" y="477679"/>
                    </a:lnTo>
                    <a:cubicBezTo>
                      <a:pt x="61246" y="477679"/>
                      <a:pt x="0" y="416433"/>
                      <a:pt x="0" y="341186"/>
                    </a:cubicBezTo>
                    <a:cubicBezTo>
                      <a:pt x="0" y="277654"/>
                      <a:pt x="43529" y="224219"/>
                      <a:pt x="102394" y="208978"/>
                    </a:cubicBezTo>
                    <a:cubicBezTo>
                      <a:pt x="102394" y="207550"/>
                      <a:pt x="102394" y="206121"/>
                      <a:pt x="102394" y="204692"/>
                    </a:cubicBezTo>
                    <a:cubicBezTo>
                      <a:pt x="102394" y="91821"/>
                      <a:pt x="194215" y="0"/>
                      <a:pt x="307086" y="0"/>
                    </a:cubicBezTo>
                    <a:cubicBezTo>
                      <a:pt x="395383" y="0"/>
                      <a:pt x="471678" y="55912"/>
                      <a:pt x="499872" y="136970"/>
                    </a:cubicBezTo>
                    <a:cubicBezTo>
                      <a:pt x="600265" y="128588"/>
                      <a:pt x="682466" y="209074"/>
                      <a:pt x="682466" y="307086"/>
                    </a:cubicBezTo>
                    <a:cubicBezTo>
                      <a:pt x="682466" y="405098"/>
                      <a:pt x="605885" y="477679"/>
                      <a:pt x="511873" y="477679"/>
                    </a:cubicBezTo>
                    <a:close/>
                  </a:path>
                </a:pathLst>
              </a:custGeom>
              <a:solidFill>
                <a:srgbClr val="1144A1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  <p:sp>
            <p:nvSpPr>
              <p:cNvPr id="35" name="Google Shape;4241;p412">
                <a:extLst>
                  <a:ext uri="{FF2B5EF4-FFF2-40B4-BE49-F238E27FC236}">
                    <a16:creationId xmlns:a16="http://schemas.microsoft.com/office/drawing/2014/main" id="{81DBCDAC-70D4-88D7-BCAC-86E086A85A94}"/>
                  </a:ext>
                </a:extLst>
              </p:cNvPr>
              <p:cNvSpPr txBox="1"/>
              <p:nvPr/>
            </p:nvSpPr>
            <p:spPr>
              <a:xfrm>
                <a:off x="5025372" y="2402725"/>
                <a:ext cx="750933" cy="36221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19" tIns="45697" rIns="91419" bIns="45697" anchor="ctr" anchorCtr="0">
                <a:spAutoFit/>
              </a:bodyPr>
              <a:lstStyle/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B3E42"/>
                  </a:buClr>
                  <a:buSzPts val="1400"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Internet/</a:t>
                </a:r>
              </a:p>
              <a:p>
                <a:pPr marL="0" marR="0" lvl="0" indent="0" algn="ctr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B3E42"/>
                  </a:buClr>
                  <a:buSzPts val="1400"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rPr>
                  <a:t>SaaS</a:t>
                </a:r>
                <a:endParaRPr kumimoji="0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cxnSp>
          <p:nvCxnSpPr>
            <p:cNvPr id="33" name="Google Shape;4233;p412">
              <a:extLst>
                <a:ext uri="{FF2B5EF4-FFF2-40B4-BE49-F238E27FC236}">
                  <a16:creationId xmlns:a16="http://schemas.microsoft.com/office/drawing/2014/main" id="{9F7FAA8C-45CD-D4A2-E950-485CE73DCC09}"/>
                </a:ext>
              </a:extLst>
            </p:cNvPr>
            <p:cNvCxnSpPr>
              <a:cxnSpLocks/>
            </p:cNvCxnSpPr>
            <p:nvPr/>
          </p:nvCxnSpPr>
          <p:spPr>
            <a:xfrm>
              <a:off x="3536638" y="2418721"/>
              <a:ext cx="0" cy="908244"/>
            </a:xfrm>
            <a:prstGeom prst="straightConnector1">
              <a:avLst/>
            </a:prstGeom>
            <a:noFill/>
            <a:ln w="1587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</p:grpSp>
      <p:cxnSp>
        <p:nvCxnSpPr>
          <p:cNvPr id="36" name="Google Shape;4233;p412">
            <a:extLst>
              <a:ext uri="{FF2B5EF4-FFF2-40B4-BE49-F238E27FC236}">
                <a16:creationId xmlns:a16="http://schemas.microsoft.com/office/drawing/2014/main" id="{98A9ECA6-180E-804F-6069-EC14AFB7097F}"/>
              </a:ext>
            </a:extLst>
          </p:cNvPr>
          <p:cNvCxnSpPr>
            <a:cxnSpLocks/>
          </p:cNvCxnSpPr>
          <p:nvPr/>
        </p:nvCxnSpPr>
        <p:spPr>
          <a:xfrm>
            <a:off x="6711815" y="2408950"/>
            <a:ext cx="0" cy="908244"/>
          </a:xfrm>
          <a:prstGeom prst="straightConnector1">
            <a:avLst/>
          </a:prstGeom>
          <a:noFill/>
          <a:ln w="15875" cap="flat" cmpd="sng">
            <a:solidFill>
              <a:schemeClr val="tx1"/>
            </a:solidFill>
            <a:prstDash val="solid"/>
            <a:miter lim="800000"/>
            <a:headEnd type="none" w="sm" len="sm"/>
            <a:tailEnd type="triangle" w="med" len="med"/>
          </a:ln>
        </p:spPr>
      </p:cxnSp>
      <p:grpSp>
        <p:nvGrpSpPr>
          <p:cNvPr id="37" name="Group 36">
            <a:extLst>
              <a:ext uri="{FF2B5EF4-FFF2-40B4-BE49-F238E27FC236}">
                <a16:creationId xmlns:a16="http://schemas.microsoft.com/office/drawing/2014/main" id="{9FCE7AF0-F94C-595E-6A2A-3522918759C0}"/>
              </a:ext>
            </a:extLst>
          </p:cNvPr>
          <p:cNvGrpSpPr/>
          <p:nvPr/>
        </p:nvGrpSpPr>
        <p:grpSpPr>
          <a:xfrm>
            <a:off x="6233304" y="1712832"/>
            <a:ext cx="957019" cy="683414"/>
            <a:chOff x="7979603" y="1712832"/>
            <a:chExt cx="957019" cy="683414"/>
          </a:xfrm>
        </p:grpSpPr>
        <p:sp>
          <p:nvSpPr>
            <p:cNvPr id="38" name="Google Shape;4263;p412">
              <a:extLst>
                <a:ext uri="{FF2B5EF4-FFF2-40B4-BE49-F238E27FC236}">
                  <a16:creationId xmlns:a16="http://schemas.microsoft.com/office/drawing/2014/main" id="{BEEB66F1-CB6B-8612-4469-8123D4EEEB2A}"/>
                </a:ext>
              </a:extLst>
            </p:cNvPr>
            <p:cNvSpPr/>
            <p:nvPr/>
          </p:nvSpPr>
          <p:spPr>
            <a:xfrm>
              <a:off x="7979603" y="1712832"/>
              <a:ext cx="953068" cy="683414"/>
            </a:xfrm>
            <a:prstGeom prst="roundRect">
              <a:avLst>
                <a:gd name="adj" fmla="val 9976"/>
              </a:avLst>
            </a:prstGeom>
            <a:solidFill>
              <a:srgbClr val="1143A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19" tIns="45697" rIns="91419" bIns="45697" anchor="ctr" anchorCtr="0">
              <a:no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Tx/>
                <a:buNone/>
                <a:tabLst/>
                <a:defRPr/>
              </a:pPr>
              <a:endParaRPr kumimoji="0" sz="1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39" name="Google Shape;4241;p412">
              <a:extLst>
                <a:ext uri="{FF2B5EF4-FFF2-40B4-BE49-F238E27FC236}">
                  <a16:creationId xmlns:a16="http://schemas.microsoft.com/office/drawing/2014/main" id="{8E101267-28B5-3D4A-D358-ED3F83160E87}"/>
                </a:ext>
              </a:extLst>
            </p:cNvPr>
            <p:cNvSpPr txBox="1"/>
            <p:nvPr/>
          </p:nvSpPr>
          <p:spPr>
            <a:xfrm>
              <a:off x="7979603" y="1831417"/>
              <a:ext cx="957019" cy="4616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ctr" anchorCtr="0">
              <a:spAutoFit/>
            </a:bodyPr>
            <a:lstStyle/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B3E42"/>
                </a:buClr>
                <a:buSzPts val="1400"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Data</a:t>
              </a:r>
            </a:p>
            <a:p>
              <a:pPr marL="0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B3E42"/>
                </a:buClr>
                <a:buSzPts val="1400"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Center</a:t>
              </a: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</p:grpSp>
      <p:sp>
        <p:nvSpPr>
          <p:cNvPr id="40" name="Google Shape;4249;p412">
            <a:extLst>
              <a:ext uri="{FF2B5EF4-FFF2-40B4-BE49-F238E27FC236}">
                <a16:creationId xmlns:a16="http://schemas.microsoft.com/office/drawing/2014/main" id="{54C18717-F7D4-3981-F761-6C389447D0EA}"/>
              </a:ext>
            </a:extLst>
          </p:cNvPr>
          <p:cNvSpPr/>
          <p:nvPr/>
        </p:nvSpPr>
        <p:spPr>
          <a:xfrm>
            <a:off x="1181607" y="3392624"/>
            <a:ext cx="188568" cy="116903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rgbClr val="246CF7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2285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sp>
        <p:nvSpPr>
          <p:cNvPr id="41" name="Google Shape;4249;p412">
            <a:extLst>
              <a:ext uri="{FF2B5EF4-FFF2-40B4-BE49-F238E27FC236}">
                <a16:creationId xmlns:a16="http://schemas.microsoft.com/office/drawing/2014/main" id="{7CFD3690-C875-3AE0-689D-20AA21FA362A}"/>
              </a:ext>
            </a:extLst>
          </p:cNvPr>
          <p:cNvSpPr/>
          <p:nvPr/>
        </p:nvSpPr>
        <p:spPr>
          <a:xfrm>
            <a:off x="7070993" y="3392624"/>
            <a:ext cx="188568" cy="116903"/>
          </a:xfrm>
          <a:custGeom>
            <a:avLst/>
            <a:gdLst/>
            <a:ahLst/>
            <a:cxnLst/>
            <a:rect l="l" t="t" r="r" b="b"/>
            <a:pathLst>
              <a:path w="933738" h="578857" extrusionOk="0">
                <a:moveTo>
                  <a:pt x="931888" y="294460"/>
                </a:moveTo>
                <a:cubicBezTo>
                  <a:pt x="947033" y="387043"/>
                  <a:pt x="866642" y="439240"/>
                  <a:pt x="785203" y="445241"/>
                </a:cubicBezTo>
                <a:cubicBezTo>
                  <a:pt x="733673" y="551826"/>
                  <a:pt x="550507" y="623740"/>
                  <a:pt x="392202" y="546492"/>
                </a:cubicBezTo>
                <a:cubicBezTo>
                  <a:pt x="324574" y="556779"/>
                  <a:pt x="287427" y="539824"/>
                  <a:pt x="258852" y="507439"/>
                </a:cubicBezTo>
                <a:cubicBezTo>
                  <a:pt x="316764" y="432954"/>
                  <a:pt x="492119" y="298747"/>
                  <a:pt x="706527" y="367993"/>
                </a:cubicBezTo>
                <a:cubicBezTo>
                  <a:pt x="820827" y="404950"/>
                  <a:pt x="850640" y="318082"/>
                  <a:pt x="821779" y="285507"/>
                </a:cubicBezTo>
                <a:cubicBezTo>
                  <a:pt x="713956" y="163015"/>
                  <a:pt x="470211" y="273315"/>
                  <a:pt x="461448" y="282459"/>
                </a:cubicBezTo>
                <a:cubicBezTo>
                  <a:pt x="556984" y="135869"/>
                  <a:pt x="899313" y="94721"/>
                  <a:pt x="931888" y="294460"/>
                </a:cubicBezTo>
                <a:close/>
                <a:moveTo>
                  <a:pt x="603847" y="126154"/>
                </a:moveTo>
                <a:cubicBezTo>
                  <a:pt x="604419" y="126154"/>
                  <a:pt x="526028" y="98341"/>
                  <a:pt x="416395" y="145680"/>
                </a:cubicBezTo>
                <a:cubicBezTo>
                  <a:pt x="411982" y="144033"/>
                  <a:pt x="407659" y="142157"/>
                  <a:pt x="403441" y="140060"/>
                </a:cubicBezTo>
                <a:cubicBezTo>
                  <a:pt x="508883" y="70242"/>
                  <a:pt x="601275" y="40238"/>
                  <a:pt x="680333" y="51859"/>
                </a:cubicBezTo>
                <a:cubicBezTo>
                  <a:pt x="632708" y="-3291"/>
                  <a:pt x="402489" y="-43391"/>
                  <a:pt x="270758" y="88244"/>
                </a:cubicBezTo>
                <a:cubicBezTo>
                  <a:pt x="107880" y="56240"/>
                  <a:pt x="-6039" y="194067"/>
                  <a:pt x="248" y="320273"/>
                </a:cubicBezTo>
                <a:cubicBezTo>
                  <a:pt x="6534" y="446479"/>
                  <a:pt x="144456" y="524775"/>
                  <a:pt x="222752" y="503534"/>
                </a:cubicBezTo>
                <a:cubicBezTo>
                  <a:pt x="224649" y="503297"/>
                  <a:pt x="226569" y="503297"/>
                  <a:pt x="228467" y="503534"/>
                </a:cubicBezTo>
                <a:cubicBezTo>
                  <a:pt x="245898" y="420286"/>
                  <a:pt x="316668" y="226452"/>
                  <a:pt x="603847" y="126154"/>
                </a:cubicBezTo>
                <a:close/>
              </a:path>
            </a:pathLst>
          </a:custGeom>
          <a:solidFill>
            <a:srgbClr val="246CF7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2285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39333E40-6943-D14C-4071-511EC1768E89}"/>
              </a:ext>
            </a:extLst>
          </p:cNvPr>
          <p:cNvGrpSpPr/>
          <p:nvPr/>
        </p:nvGrpSpPr>
        <p:grpSpPr>
          <a:xfrm>
            <a:off x="6567658" y="3599755"/>
            <a:ext cx="1277025" cy="2102808"/>
            <a:chOff x="9888112" y="3599755"/>
            <a:chExt cx="1277025" cy="2102808"/>
          </a:xfrm>
        </p:grpSpPr>
        <p:cxnSp>
          <p:nvCxnSpPr>
            <p:cNvPr id="43" name="Google Shape;4252;p412">
              <a:extLst>
                <a:ext uri="{FF2B5EF4-FFF2-40B4-BE49-F238E27FC236}">
                  <a16:creationId xmlns:a16="http://schemas.microsoft.com/office/drawing/2014/main" id="{EDA07202-D4A8-8C22-8A67-3C1AC0B09F8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00867" y="3599755"/>
              <a:ext cx="0" cy="961010"/>
            </a:xfrm>
            <a:prstGeom prst="straightConnector1">
              <a:avLst/>
            </a:prstGeom>
            <a:noFill/>
            <a:ln w="1587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sp>
          <p:nvSpPr>
            <p:cNvPr id="44" name="Google Shape;4265;p412">
              <a:extLst>
                <a:ext uri="{FF2B5EF4-FFF2-40B4-BE49-F238E27FC236}">
                  <a16:creationId xmlns:a16="http://schemas.microsoft.com/office/drawing/2014/main" id="{0D27FEBC-D973-3E65-60D3-6277D553F8E0}"/>
                </a:ext>
              </a:extLst>
            </p:cNvPr>
            <p:cNvSpPr txBox="1"/>
            <p:nvPr/>
          </p:nvSpPr>
          <p:spPr>
            <a:xfrm>
              <a:off x="9888112" y="5240945"/>
              <a:ext cx="1277025" cy="4616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t" anchorCtr="0">
              <a:spAutoFit/>
            </a:bodyPr>
            <a:lstStyle/>
            <a:p>
              <a:pPr marL="24381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200"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Mobile</a:t>
              </a:r>
            </a:p>
            <a:p>
              <a:pPr marL="24381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200"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  <a:sym typeface="Century Gothic"/>
                </a:rPr>
                <a:t>IoT</a:t>
              </a: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5" name="Graphic 325">
              <a:extLst>
                <a:ext uri="{FF2B5EF4-FFF2-40B4-BE49-F238E27FC236}">
                  <a16:creationId xmlns:a16="http://schemas.microsoft.com/office/drawing/2014/main" id="{049AD084-A1BA-E1AC-9B4E-0608B2CE6175}"/>
                </a:ext>
              </a:extLst>
            </p:cNvPr>
            <p:cNvSpPr/>
            <p:nvPr/>
          </p:nvSpPr>
          <p:spPr>
            <a:xfrm>
              <a:off x="10275543" y="4648153"/>
              <a:ext cx="551329" cy="395884"/>
            </a:xfrm>
            <a:custGeom>
              <a:avLst/>
              <a:gdLst>
                <a:gd name="connsiteX0" fmla="*/ 374436 w 375755"/>
                <a:gd name="connsiteY0" fmla="*/ 152690 h 269813"/>
                <a:gd name="connsiteX1" fmla="*/ 321551 w 375755"/>
                <a:gd name="connsiteY1" fmla="*/ 76997 h 269813"/>
                <a:gd name="connsiteX2" fmla="*/ 315759 w 375755"/>
                <a:gd name="connsiteY2" fmla="*/ 73971 h 269813"/>
                <a:gd name="connsiteX3" fmla="*/ 267300 w 375755"/>
                <a:gd name="connsiteY3" fmla="*/ 73971 h 269813"/>
                <a:gd name="connsiteX4" fmla="*/ 267300 w 375755"/>
                <a:gd name="connsiteY4" fmla="*/ 6983 h 269813"/>
                <a:gd name="connsiteX5" fmla="*/ 260236 w 375755"/>
                <a:gd name="connsiteY5" fmla="*/ 0 h 269813"/>
                <a:gd name="connsiteX6" fmla="*/ 7064 w 375755"/>
                <a:gd name="connsiteY6" fmla="*/ 0 h 269813"/>
                <a:gd name="connsiteX7" fmla="*/ 0 w 375755"/>
                <a:gd name="connsiteY7" fmla="*/ 6983 h 269813"/>
                <a:gd name="connsiteX8" fmla="*/ 0 w 375755"/>
                <a:gd name="connsiteY8" fmla="*/ 233829 h 269813"/>
                <a:gd name="connsiteX9" fmla="*/ 7064 w 375755"/>
                <a:gd name="connsiteY9" fmla="*/ 240812 h 269813"/>
                <a:gd name="connsiteX10" fmla="*/ 59431 w 375755"/>
                <a:gd name="connsiteY10" fmla="*/ 240812 h 269813"/>
                <a:gd name="connsiteX11" fmla="*/ 96070 w 375755"/>
                <a:gd name="connsiteY11" fmla="*/ 269814 h 269813"/>
                <a:gd name="connsiteX12" fmla="*/ 132708 w 375755"/>
                <a:gd name="connsiteY12" fmla="*/ 240812 h 269813"/>
                <a:gd name="connsiteX13" fmla="*/ 277519 w 375755"/>
                <a:gd name="connsiteY13" fmla="*/ 240812 h 269813"/>
                <a:gd name="connsiteX14" fmla="*/ 314157 w 375755"/>
                <a:gd name="connsiteY14" fmla="*/ 269814 h 269813"/>
                <a:gd name="connsiteX15" fmla="*/ 350796 w 375755"/>
                <a:gd name="connsiteY15" fmla="*/ 240812 h 269813"/>
                <a:gd name="connsiteX16" fmla="*/ 368691 w 375755"/>
                <a:gd name="connsiteY16" fmla="*/ 240812 h 269813"/>
                <a:gd name="connsiteX17" fmla="*/ 375755 w 375755"/>
                <a:gd name="connsiteY17" fmla="*/ 233829 h 269813"/>
                <a:gd name="connsiteX18" fmla="*/ 375755 w 375755"/>
                <a:gd name="connsiteY18" fmla="*/ 156647 h 269813"/>
                <a:gd name="connsiteX19" fmla="*/ 374484 w 375755"/>
                <a:gd name="connsiteY19" fmla="*/ 152690 h 269813"/>
                <a:gd name="connsiteX20" fmla="*/ 374436 w 375755"/>
                <a:gd name="connsiteY20" fmla="*/ 152690 h 269813"/>
                <a:gd name="connsiteX21" fmla="*/ 96070 w 375755"/>
                <a:gd name="connsiteY21" fmla="*/ 255802 h 269813"/>
                <a:gd name="connsiteX22" fmla="*/ 72617 w 375755"/>
                <a:gd name="connsiteY22" fmla="*/ 232619 h 269813"/>
                <a:gd name="connsiteX23" fmla="*/ 96070 w 375755"/>
                <a:gd name="connsiteY23" fmla="*/ 209436 h 269813"/>
                <a:gd name="connsiteX24" fmla="*/ 119522 w 375755"/>
                <a:gd name="connsiteY24" fmla="*/ 232619 h 269813"/>
                <a:gd name="connsiteX25" fmla="*/ 96070 w 375755"/>
                <a:gd name="connsiteY25" fmla="*/ 255802 h 269813"/>
                <a:gd name="connsiteX26" fmla="*/ 252984 w 375755"/>
                <a:gd name="connsiteY26" fmla="*/ 226847 h 269813"/>
                <a:gd name="connsiteX27" fmla="*/ 133132 w 375755"/>
                <a:gd name="connsiteY27" fmla="*/ 226847 h 269813"/>
                <a:gd name="connsiteX28" fmla="*/ 96070 w 375755"/>
                <a:gd name="connsiteY28" fmla="*/ 195517 h 269813"/>
                <a:gd name="connsiteX29" fmla="*/ 59008 w 375755"/>
                <a:gd name="connsiteY29" fmla="*/ 226847 h 269813"/>
                <a:gd name="connsiteX30" fmla="*/ 14128 w 375755"/>
                <a:gd name="connsiteY30" fmla="*/ 226847 h 269813"/>
                <a:gd name="connsiteX31" fmla="*/ 14128 w 375755"/>
                <a:gd name="connsiteY31" fmla="*/ 13966 h 269813"/>
                <a:gd name="connsiteX32" fmla="*/ 253172 w 375755"/>
                <a:gd name="connsiteY32" fmla="*/ 13966 h 269813"/>
                <a:gd name="connsiteX33" fmla="*/ 253172 w 375755"/>
                <a:gd name="connsiteY33" fmla="*/ 226847 h 269813"/>
                <a:gd name="connsiteX34" fmla="*/ 252984 w 375755"/>
                <a:gd name="connsiteY34" fmla="*/ 226847 h 269813"/>
                <a:gd name="connsiteX35" fmla="*/ 314110 w 375755"/>
                <a:gd name="connsiteY35" fmla="*/ 255802 h 269813"/>
                <a:gd name="connsiteX36" fmla="*/ 290658 w 375755"/>
                <a:gd name="connsiteY36" fmla="*/ 232619 h 269813"/>
                <a:gd name="connsiteX37" fmla="*/ 314110 w 375755"/>
                <a:gd name="connsiteY37" fmla="*/ 209436 h 269813"/>
                <a:gd name="connsiteX38" fmla="*/ 337563 w 375755"/>
                <a:gd name="connsiteY38" fmla="*/ 232619 h 269813"/>
                <a:gd name="connsiteX39" fmla="*/ 314110 w 375755"/>
                <a:gd name="connsiteY39" fmla="*/ 255802 h 269813"/>
                <a:gd name="connsiteX40" fmla="*/ 361580 w 375755"/>
                <a:gd name="connsiteY40" fmla="*/ 226847 h 269813"/>
                <a:gd name="connsiteX41" fmla="*/ 351173 w 375755"/>
                <a:gd name="connsiteY41" fmla="*/ 226847 h 269813"/>
                <a:gd name="connsiteX42" fmla="*/ 314110 w 375755"/>
                <a:gd name="connsiteY42" fmla="*/ 195517 h 269813"/>
                <a:gd name="connsiteX43" fmla="*/ 277048 w 375755"/>
                <a:gd name="connsiteY43" fmla="*/ 226847 h 269813"/>
                <a:gd name="connsiteX44" fmla="*/ 267300 w 375755"/>
                <a:gd name="connsiteY44" fmla="*/ 226847 h 269813"/>
                <a:gd name="connsiteX45" fmla="*/ 267300 w 375755"/>
                <a:gd name="connsiteY45" fmla="*/ 87983 h 269813"/>
                <a:gd name="connsiteX46" fmla="*/ 312038 w 375755"/>
                <a:gd name="connsiteY46" fmla="*/ 87983 h 269813"/>
                <a:gd name="connsiteX47" fmla="*/ 361533 w 375755"/>
                <a:gd name="connsiteY47" fmla="*/ 158834 h 269813"/>
                <a:gd name="connsiteX48" fmla="*/ 361533 w 375755"/>
                <a:gd name="connsiteY48" fmla="*/ 226847 h 269813"/>
                <a:gd name="connsiteX49" fmla="*/ 361580 w 375755"/>
                <a:gd name="connsiteY49" fmla="*/ 226847 h 269813"/>
                <a:gd name="connsiteX50" fmla="*/ 301301 w 375755"/>
                <a:gd name="connsiteY50" fmla="*/ 171543 h 269813"/>
                <a:gd name="connsiteX51" fmla="*/ 291882 w 375755"/>
                <a:gd name="connsiteY51" fmla="*/ 180853 h 269813"/>
                <a:gd name="connsiteX52" fmla="*/ 282464 w 375755"/>
                <a:gd name="connsiteY52" fmla="*/ 171543 h 269813"/>
                <a:gd name="connsiteX53" fmla="*/ 291882 w 375755"/>
                <a:gd name="connsiteY53" fmla="*/ 162233 h 269813"/>
                <a:gd name="connsiteX54" fmla="*/ 301301 w 375755"/>
                <a:gd name="connsiteY54" fmla="*/ 171543 h 26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75755" h="269813">
                  <a:moveTo>
                    <a:pt x="374436" y="152690"/>
                  </a:moveTo>
                  <a:lnTo>
                    <a:pt x="321551" y="76997"/>
                  </a:lnTo>
                  <a:cubicBezTo>
                    <a:pt x="320232" y="75088"/>
                    <a:pt x="318066" y="73971"/>
                    <a:pt x="315759" y="73971"/>
                  </a:cubicBezTo>
                  <a:lnTo>
                    <a:pt x="267300" y="73971"/>
                  </a:lnTo>
                  <a:lnTo>
                    <a:pt x="267300" y="6983"/>
                  </a:lnTo>
                  <a:cubicBezTo>
                    <a:pt x="267300" y="3119"/>
                    <a:pt x="264145" y="0"/>
                    <a:pt x="260236" y="0"/>
                  </a:cubicBezTo>
                  <a:lnTo>
                    <a:pt x="7064" y="0"/>
                  </a:lnTo>
                  <a:cubicBezTo>
                    <a:pt x="3155" y="0"/>
                    <a:pt x="0" y="3119"/>
                    <a:pt x="0" y="6983"/>
                  </a:cubicBezTo>
                  <a:lnTo>
                    <a:pt x="0" y="233829"/>
                  </a:lnTo>
                  <a:cubicBezTo>
                    <a:pt x="0" y="237693"/>
                    <a:pt x="3155" y="240812"/>
                    <a:pt x="7064" y="240812"/>
                  </a:cubicBezTo>
                  <a:lnTo>
                    <a:pt x="59431" y="240812"/>
                  </a:lnTo>
                  <a:cubicBezTo>
                    <a:pt x="63199" y="257384"/>
                    <a:pt x="78174" y="269814"/>
                    <a:pt x="96070" y="269814"/>
                  </a:cubicBezTo>
                  <a:cubicBezTo>
                    <a:pt x="113965" y="269814"/>
                    <a:pt x="128941" y="257384"/>
                    <a:pt x="132708" y="240812"/>
                  </a:cubicBezTo>
                  <a:lnTo>
                    <a:pt x="277519" y="240812"/>
                  </a:lnTo>
                  <a:cubicBezTo>
                    <a:pt x="281287" y="257384"/>
                    <a:pt x="296262" y="269814"/>
                    <a:pt x="314157" y="269814"/>
                  </a:cubicBezTo>
                  <a:cubicBezTo>
                    <a:pt x="332053" y="269814"/>
                    <a:pt x="347028" y="257384"/>
                    <a:pt x="350796" y="240812"/>
                  </a:cubicBezTo>
                  <a:lnTo>
                    <a:pt x="368691" y="240812"/>
                  </a:lnTo>
                  <a:cubicBezTo>
                    <a:pt x="372600" y="240812"/>
                    <a:pt x="375755" y="237693"/>
                    <a:pt x="375755" y="233829"/>
                  </a:cubicBezTo>
                  <a:lnTo>
                    <a:pt x="375755" y="156647"/>
                  </a:lnTo>
                  <a:cubicBezTo>
                    <a:pt x="375755" y="155250"/>
                    <a:pt x="375331" y="153853"/>
                    <a:pt x="374484" y="152690"/>
                  </a:cubicBezTo>
                  <a:lnTo>
                    <a:pt x="374436" y="152690"/>
                  </a:lnTo>
                  <a:close/>
                  <a:moveTo>
                    <a:pt x="96070" y="255802"/>
                  </a:moveTo>
                  <a:cubicBezTo>
                    <a:pt x="83166" y="255802"/>
                    <a:pt x="72617" y="245421"/>
                    <a:pt x="72617" y="232619"/>
                  </a:cubicBezTo>
                  <a:cubicBezTo>
                    <a:pt x="72617" y="219817"/>
                    <a:pt x="83119" y="209436"/>
                    <a:pt x="96070" y="209436"/>
                  </a:cubicBezTo>
                  <a:cubicBezTo>
                    <a:pt x="109020" y="209436"/>
                    <a:pt x="119522" y="219817"/>
                    <a:pt x="119522" y="232619"/>
                  </a:cubicBezTo>
                  <a:cubicBezTo>
                    <a:pt x="119522" y="245421"/>
                    <a:pt x="109020" y="255802"/>
                    <a:pt x="96070" y="255802"/>
                  </a:cubicBezTo>
                  <a:close/>
                  <a:moveTo>
                    <a:pt x="252984" y="226847"/>
                  </a:moveTo>
                  <a:lnTo>
                    <a:pt x="133132" y="226847"/>
                  </a:lnTo>
                  <a:cubicBezTo>
                    <a:pt x="130306" y="209110"/>
                    <a:pt x="114766" y="195517"/>
                    <a:pt x="96070" y="195517"/>
                  </a:cubicBezTo>
                  <a:cubicBezTo>
                    <a:pt x="77374" y="195517"/>
                    <a:pt x="61833" y="209110"/>
                    <a:pt x="59008" y="226847"/>
                  </a:cubicBezTo>
                  <a:lnTo>
                    <a:pt x="14128" y="226847"/>
                  </a:lnTo>
                  <a:lnTo>
                    <a:pt x="14128" y="13966"/>
                  </a:lnTo>
                  <a:lnTo>
                    <a:pt x="253172" y="13966"/>
                  </a:lnTo>
                  <a:lnTo>
                    <a:pt x="253172" y="226847"/>
                  </a:lnTo>
                  <a:lnTo>
                    <a:pt x="252984" y="226847"/>
                  </a:lnTo>
                  <a:close/>
                  <a:moveTo>
                    <a:pt x="314110" y="255802"/>
                  </a:moveTo>
                  <a:cubicBezTo>
                    <a:pt x="301207" y="255802"/>
                    <a:pt x="290658" y="245421"/>
                    <a:pt x="290658" y="232619"/>
                  </a:cubicBezTo>
                  <a:cubicBezTo>
                    <a:pt x="290658" y="219817"/>
                    <a:pt x="301160" y="209436"/>
                    <a:pt x="314110" y="209436"/>
                  </a:cubicBezTo>
                  <a:cubicBezTo>
                    <a:pt x="327061" y="209436"/>
                    <a:pt x="337563" y="219817"/>
                    <a:pt x="337563" y="232619"/>
                  </a:cubicBezTo>
                  <a:cubicBezTo>
                    <a:pt x="337563" y="245421"/>
                    <a:pt x="327061" y="255802"/>
                    <a:pt x="314110" y="255802"/>
                  </a:cubicBezTo>
                  <a:close/>
                  <a:moveTo>
                    <a:pt x="361580" y="226847"/>
                  </a:moveTo>
                  <a:lnTo>
                    <a:pt x="351173" y="226847"/>
                  </a:lnTo>
                  <a:cubicBezTo>
                    <a:pt x="348347" y="209110"/>
                    <a:pt x="332806" y="195517"/>
                    <a:pt x="314110" y="195517"/>
                  </a:cubicBezTo>
                  <a:cubicBezTo>
                    <a:pt x="295414" y="195517"/>
                    <a:pt x="279874" y="209110"/>
                    <a:pt x="277048" y="226847"/>
                  </a:cubicBezTo>
                  <a:lnTo>
                    <a:pt x="267300" y="226847"/>
                  </a:lnTo>
                  <a:lnTo>
                    <a:pt x="267300" y="87983"/>
                  </a:lnTo>
                  <a:lnTo>
                    <a:pt x="312038" y="87983"/>
                  </a:lnTo>
                  <a:lnTo>
                    <a:pt x="361533" y="158834"/>
                  </a:lnTo>
                  <a:lnTo>
                    <a:pt x="361533" y="226847"/>
                  </a:lnTo>
                  <a:lnTo>
                    <a:pt x="361580" y="226847"/>
                  </a:lnTo>
                  <a:close/>
                  <a:moveTo>
                    <a:pt x="301301" y="171543"/>
                  </a:moveTo>
                  <a:cubicBezTo>
                    <a:pt x="301301" y="176664"/>
                    <a:pt x="297063" y="180853"/>
                    <a:pt x="291882" y="180853"/>
                  </a:cubicBezTo>
                  <a:cubicBezTo>
                    <a:pt x="286702" y="180853"/>
                    <a:pt x="282464" y="176664"/>
                    <a:pt x="282464" y="171543"/>
                  </a:cubicBezTo>
                  <a:cubicBezTo>
                    <a:pt x="282464" y="166422"/>
                    <a:pt x="286702" y="162233"/>
                    <a:pt x="291882" y="162233"/>
                  </a:cubicBezTo>
                  <a:cubicBezTo>
                    <a:pt x="297063" y="162233"/>
                    <a:pt x="301301" y="166422"/>
                    <a:pt x="301301" y="171543"/>
                  </a:cubicBezTo>
                  <a:close/>
                </a:path>
              </a:pathLst>
            </a:custGeom>
            <a:solidFill>
              <a:schemeClr val="accent5"/>
            </a:solidFill>
            <a:ln w="46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O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sp>
        <p:nvSpPr>
          <p:cNvPr id="46" name="Google Shape;4264;p412">
            <a:extLst>
              <a:ext uri="{FF2B5EF4-FFF2-40B4-BE49-F238E27FC236}">
                <a16:creationId xmlns:a16="http://schemas.microsoft.com/office/drawing/2014/main" id="{4DB580BB-3095-005C-DE83-92F629E87FFB}"/>
              </a:ext>
            </a:extLst>
          </p:cNvPr>
          <p:cNvSpPr/>
          <p:nvPr/>
        </p:nvSpPr>
        <p:spPr>
          <a:xfrm>
            <a:off x="5641964" y="4590625"/>
            <a:ext cx="465352" cy="379689"/>
          </a:xfrm>
          <a:custGeom>
            <a:avLst/>
            <a:gdLst/>
            <a:ahLst/>
            <a:cxnLst/>
            <a:rect l="l" t="t" r="r" b="b"/>
            <a:pathLst>
              <a:path w="369650" h="301603" extrusionOk="0">
                <a:moveTo>
                  <a:pt x="320399" y="273480"/>
                </a:moveTo>
                <a:cubicBezTo>
                  <a:pt x="315142" y="273480"/>
                  <a:pt x="310882" y="269219"/>
                  <a:pt x="310882" y="263963"/>
                </a:cubicBezTo>
                <a:cubicBezTo>
                  <a:pt x="310882" y="258706"/>
                  <a:pt x="315142" y="254445"/>
                  <a:pt x="320399" y="254445"/>
                </a:cubicBezTo>
                <a:lnTo>
                  <a:pt x="320399" y="254445"/>
                </a:lnTo>
                <a:cubicBezTo>
                  <a:pt x="325655" y="254445"/>
                  <a:pt x="329916" y="258706"/>
                  <a:pt x="329916" y="263963"/>
                </a:cubicBezTo>
                <a:cubicBezTo>
                  <a:pt x="329916" y="269219"/>
                  <a:pt x="325655" y="273480"/>
                  <a:pt x="320399" y="273480"/>
                </a:cubicBezTo>
                <a:close/>
                <a:moveTo>
                  <a:pt x="358468" y="264391"/>
                </a:moveTo>
                <a:lnTo>
                  <a:pt x="358944" y="263915"/>
                </a:lnTo>
                <a:cubicBezTo>
                  <a:pt x="362663" y="260196"/>
                  <a:pt x="362663" y="254167"/>
                  <a:pt x="358944" y="250448"/>
                </a:cubicBezTo>
                <a:cubicBezTo>
                  <a:pt x="355225" y="246729"/>
                  <a:pt x="349196" y="246729"/>
                  <a:pt x="345477" y="250448"/>
                </a:cubicBezTo>
                <a:lnTo>
                  <a:pt x="345477" y="250448"/>
                </a:lnTo>
                <a:cubicBezTo>
                  <a:pt x="341666" y="254068"/>
                  <a:pt x="341511" y="260092"/>
                  <a:pt x="345132" y="263903"/>
                </a:cubicBezTo>
                <a:cubicBezTo>
                  <a:pt x="346932" y="265797"/>
                  <a:pt x="349431" y="266869"/>
                  <a:pt x="352044" y="266865"/>
                </a:cubicBezTo>
                <a:cubicBezTo>
                  <a:pt x="354452" y="266895"/>
                  <a:pt x="356781" y="266011"/>
                  <a:pt x="358563" y="264391"/>
                </a:cubicBezTo>
                <a:close/>
                <a:moveTo>
                  <a:pt x="369651" y="226036"/>
                </a:moveTo>
                <a:lnTo>
                  <a:pt x="369651" y="225560"/>
                </a:lnTo>
                <a:cubicBezTo>
                  <a:pt x="369651" y="220304"/>
                  <a:pt x="365390" y="216043"/>
                  <a:pt x="360133" y="216043"/>
                </a:cubicBezTo>
                <a:cubicBezTo>
                  <a:pt x="354877" y="216043"/>
                  <a:pt x="350616" y="220304"/>
                  <a:pt x="350616" y="225560"/>
                </a:cubicBezTo>
                <a:lnTo>
                  <a:pt x="350616" y="226036"/>
                </a:lnTo>
                <a:cubicBezTo>
                  <a:pt x="350616" y="231292"/>
                  <a:pt x="354877" y="235553"/>
                  <a:pt x="360133" y="235553"/>
                </a:cubicBezTo>
                <a:cubicBezTo>
                  <a:pt x="365390" y="235553"/>
                  <a:pt x="369651" y="231292"/>
                  <a:pt x="369651" y="226036"/>
                </a:cubicBezTo>
                <a:close/>
                <a:moveTo>
                  <a:pt x="369651" y="192297"/>
                </a:moveTo>
                <a:lnTo>
                  <a:pt x="369651" y="191821"/>
                </a:lnTo>
                <a:cubicBezTo>
                  <a:pt x="369651" y="186565"/>
                  <a:pt x="365390" y="182304"/>
                  <a:pt x="360133" y="182304"/>
                </a:cubicBezTo>
                <a:cubicBezTo>
                  <a:pt x="354877" y="182304"/>
                  <a:pt x="350616" y="186565"/>
                  <a:pt x="350616" y="191821"/>
                </a:cubicBezTo>
                <a:lnTo>
                  <a:pt x="350616" y="192297"/>
                </a:lnTo>
                <a:cubicBezTo>
                  <a:pt x="350616" y="197554"/>
                  <a:pt x="354877" y="201815"/>
                  <a:pt x="360133" y="201815"/>
                </a:cubicBezTo>
                <a:cubicBezTo>
                  <a:pt x="365390" y="201815"/>
                  <a:pt x="369651" y="197554"/>
                  <a:pt x="369651" y="192297"/>
                </a:cubicBezTo>
                <a:close/>
                <a:moveTo>
                  <a:pt x="369651" y="158558"/>
                </a:moveTo>
                <a:lnTo>
                  <a:pt x="369651" y="158082"/>
                </a:lnTo>
                <a:cubicBezTo>
                  <a:pt x="369651" y="152826"/>
                  <a:pt x="365390" y="148565"/>
                  <a:pt x="360133" y="148565"/>
                </a:cubicBezTo>
                <a:cubicBezTo>
                  <a:pt x="354877" y="148565"/>
                  <a:pt x="350616" y="152826"/>
                  <a:pt x="350616" y="158082"/>
                </a:cubicBezTo>
                <a:lnTo>
                  <a:pt x="350616" y="158558"/>
                </a:lnTo>
                <a:cubicBezTo>
                  <a:pt x="350616" y="163815"/>
                  <a:pt x="354877" y="168076"/>
                  <a:pt x="360133" y="168076"/>
                </a:cubicBezTo>
                <a:cubicBezTo>
                  <a:pt x="365390" y="168076"/>
                  <a:pt x="369651" y="163815"/>
                  <a:pt x="369651" y="158558"/>
                </a:cubicBezTo>
                <a:close/>
                <a:moveTo>
                  <a:pt x="369651" y="124867"/>
                </a:moveTo>
                <a:lnTo>
                  <a:pt x="369651" y="124391"/>
                </a:lnTo>
                <a:cubicBezTo>
                  <a:pt x="369651" y="119135"/>
                  <a:pt x="365390" y="114874"/>
                  <a:pt x="360133" y="114874"/>
                </a:cubicBezTo>
                <a:cubicBezTo>
                  <a:pt x="354877" y="114874"/>
                  <a:pt x="350616" y="119135"/>
                  <a:pt x="350616" y="124391"/>
                </a:cubicBezTo>
                <a:lnTo>
                  <a:pt x="350616" y="124867"/>
                </a:lnTo>
                <a:cubicBezTo>
                  <a:pt x="350616" y="130123"/>
                  <a:pt x="354877" y="134384"/>
                  <a:pt x="360133" y="134384"/>
                </a:cubicBezTo>
                <a:cubicBezTo>
                  <a:pt x="365390" y="134384"/>
                  <a:pt x="369651" y="130123"/>
                  <a:pt x="369651" y="124867"/>
                </a:cubicBezTo>
                <a:close/>
                <a:moveTo>
                  <a:pt x="369651" y="91128"/>
                </a:moveTo>
                <a:lnTo>
                  <a:pt x="369651" y="90652"/>
                </a:lnTo>
                <a:cubicBezTo>
                  <a:pt x="369651" y="85396"/>
                  <a:pt x="365390" y="81135"/>
                  <a:pt x="360133" y="81135"/>
                </a:cubicBezTo>
                <a:cubicBezTo>
                  <a:pt x="354877" y="81135"/>
                  <a:pt x="350616" y="85396"/>
                  <a:pt x="350616" y="90652"/>
                </a:cubicBezTo>
                <a:lnTo>
                  <a:pt x="350616" y="91128"/>
                </a:lnTo>
                <a:cubicBezTo>
                  <a:pt x="350616" y="96385"/>
                  <a:pt x="354877" y="100646"/>
                  <a:pt x="360133" y="100646"/>
                </a:cubicBezTo>
                <a:cubicBezTo>
                  <a:pt x="365390" y="100646"/>
                  <a:pt x="369651" y="96385"/>
                  <a:pt x="369651" y="91128"/>
                </a:cubicBezTo>
                <a:close/>
                <a:moveTo>
                  <a:pt x="369651" y="57389"/>
                </a:moveTo>
                <a:lnTo>
                  <a:pt x="369651" y="56818"/>
                </a:lnTo>
                <a:cubicBezTo>
                  <a:pt x="369651" y="51562"/>
                  <a:pt x="365390" y="47301"/>
                  <a:pt x="360133" y="47301"/>
                </a:cubicBezTo>
                <a:cubicBezTo>
                  <a:pt x="354877" y="47301"/>
                  <a:pt x="350616" y="51562"/>
                  <a:pt x="350616" y="56818"/>
                </a:cubicBezTo>
                <a:lnTo>
                  <a:pt x="350616" y="57294"/>
                </a:lnTo>
                <a:cubicBezTo>
                  <a:pt x="350616" y="62551"/>
                  <a:pt x="354877" y="66811"/>
                  <a:pt x="360133" y="66811"/>
                </a:cubicBezTo>
                <a:cubicBezTo>
                  <a:pt x="365390" y="66811"/>
                  <a:pt x="369651" y="62551"/>
                  <a:pt x="369651" y="57294"/>
                </a:cubicBezTo>
                <a:close/>
                <a:moveTo>
                  <a:pt x="361466" y="32692"/>
                </a:moveTo>
                <a:cubicBezTo>
                  <a:pt x="366241" y="30530"/>
                  <a:pt x="368369" y="24913"/>
                  <a:pt x="366224" y="20129"/>
                </a:cubicBezTo>
                <a:cubicBezTo>
                  <a:pt x="366224" y="20129"/>
                  <a:pt x="366224" y="19558"/>
                  <a:pt x="366224" y="19510"/>
                </a:cubicBezTo>
                <a:cubicBezTo>
                  <a:pt x="363964" y="14754"/>
                  <a:pt x="358276" y="12729"/>
                  <a:pt x="353519" y="14990"/>
                </a:cubicBezTo>
                <a:cubicBezTo>
                  <a:pt x="348762" y="17250"/>
                  <a:pt x="346738" y="22939"/>
                  <a:pt x="348998" y="27695"/>
                </a:cubicBezTo>
                <a:lnTo>
                  <a:pt x="348998" y="27695"/>
                </a:lnTo>
                <a:cubicBezTo>
                  <a:pt x="350531" y="31106"/>
                  <a:pt x="353920" y="33303"/>
                  <a:pt x="357659" y="33311"/>
                </a:cubicBezTo>
                <a:cubicBezTo>
                  <a:pt x="358988" y="33380"/>
                  <a:pt x="360318" y="33169"/>
                  <a:pt x="361561" y="32692"/>
                </a:cubicBezTo>
                <a:close/>
                <a:moveTo>
                  <a:pt x="304124" y="22794"/>
                </a:moveTo>
                <a:lnTo>
                  <a:pt x="304124" y="22794"/>
                </a:lnTo>
                <a:cubicBezTo>
                  <a:pt x="308001" y="19233"/>
                  <a:pt x="308256" y="13203"/>
                  <a:pt x="304695" y="9327"/>
                </a:cubicBezTo>
                <a:cubicBezTo>
                  <a:pt x="301134" y="5451"/>
                  <a:pt x="295105" y="5195"/>
                  <a:pt x="291228" y="8756"/>
                </a:cubicBezTo>
                <a:lnTo>
                  <a:pt x="290657" y="9279"/>
                </a:lnTo>
                <a:cubicBezTo>
                  <a:pt x="286899" y="12959"/>
                  <a:pt x="286835" y="18988"/>
                  <a:pt x="290515" y="22746"/>
                </a:cubicBezTo>
                <a:cubicBezTo>
                  <a:pt x="294194" y="26505"/>
                  <a:pt x="300223" y="26569"/>
                  <a:pt x="303982" y="22889"/>
                </a:cubicBezTo>
                <a:close/>
                <a:moveTo>
                  <a:pt x="339433" y="9517"/>
                </a:moveTo>
                <a:cubicBezTo>
                  <a:pt x="339433" y="4261"/>
                  <a:pt x="335172" y="0"/>
                  <a:pt x="329916" y="0"/>
                </a:cubicBezTo>
                <a:lnTo>
                  <a:pt x="329440" y="0"/>
                </a:lnTo>
                <a:cubicBezTo>
                  <a:pt x="324184" y="0"/>
                  <a:pt x="319923" y="4261"/>
                  <a:pt x="319923" y="9517"/>
                </a:cubicBezTo>
                <a:cubicBezTo>
                  <a:pt x="319923" y="14774"/>
                  <a:pt x="324184" y="19035"/>
                  <a:pt x="329440" y="19035"/>
                </a:cubicBezTo>
                <a:lnTo>
                  <a:pt x="329916" y="19035"/>
                </a:lnTo>
                <a:cubicBezTo>
                  <a:pt x="335172" y="19035"/>
                  <a:pt x="339433" y="14774"/>
                  <a:pt x="339433" y="9517"/>
                </a:cubicBezTo>
                <a:close/>
                <a:moveTo>
                  <a:pt x="298747" y="47587"/>
                </a:moveTo>
                <a:lnTo>
                  <a:pt x="298747" y="47587"/>
                </a:lnTo>
                <a:cubicBezTo>
                  <a:pt x="298747" y="42330"/>
                  <a:pt x="294486" y="38069"/>
                  <a:pt x="289230" y="38069"/>
                </a:cubicBezTo>
                <a:cubicBezTo>
                  <a:pt x="283973" y="38069"/>
                  <a:pt x="279712" y="42330"/>
                  <a:pt x="279712" y="47587"/>
                </a:cubicBezTo>
                <a:cubicBezTo>
                  <a:pt x="279712" y="52843"/>
                  <a:pt x="283973" y="57104"/>
                  <a:pt x="289230" y="57104"/>
                </a:cubicBezTo>
                <a:cubicBezTo>
                  <a:pt x="294486" y="57106"/>
                  <a:pt x="298749" y="52847"/>
                  <a:pt x="298751" y="47591"/>
                </a:cubicBezTo>
                <a:cubicBezTo>
                  <a:pt x="298751" y="47494"/>
                  <a:pt x="298750" y="47398"/>
                  <a:pt x="298747" y="47301"/>
                </a:cubicBezTo>
                <a:close/>
                <a:moveTo>
                  <a:pt x="296368" y="270767"/>
                </a:moveTo>
                <a:lnTo>
                  <a:pt x="296368" y="135717"/>
                </a:lnTo>
                <a:cubicBezTo>
                  <a:pt x="296368" y="131775"/>
                  <a:pt x="293172" y="128579"/>
                  <a:pt x="289230" y="128579"/>
                </a:cubicBezTo>
                <a:cubicBezTo>
                  <a:pt x="285288" y="128579"/>
                  <a:pt x="282092" y="131775"/>
                  <a:pt x="282092" y="135717"/>
                </a:cubicBezTo>
                <a:lnTo>
                  <a:pt x="282092" y="270672"/>
                </a:lnTo>
                <a:cubicBezTo>
                  <a:pt x="282092" y="279871"/>
                  <a:pt x="274635" y="287328"/>
                  <a:pt x="265437" y="287328"/>
                </a:cubicBezTo>
                <a:lnTo>
                  <a:pt x="103976" y="287328"/>
                </a:lnTo>
                <a:lnTo>
                  <a:pt x="103976" y="245547"/>
                </a:lnTo>
                <a:cubicBezTo>
                  <a:pt x="103950" y="233731"/>
                  <a:pt x="94378" y="224159"/>
                  <a:pt x="82562" y="224133"/>
                </a:cubicBezTo>
                <a:lnTo>
                  <a:pt x="61862" y="224133"/>
                </a:lnTo>
                <a:cubicBezTo>
                  <a:pt x="50047" y="224159"/>
                  <a:pt x="40475" y="233731"/>
                  <a:pt x="40448" y="245547"/>
                </a:cubicBezTo>
                <a:lnTo>
                  <a:pt x="40448" y="287328"/>
                </a:lnTo>
                <a:lnTo>
                  <a:pt x="30931" y="287328"/>
                </a:lnTo>
                <a:cubicBezTo>
                  <a:pt x="21733" y="287328"/>
                  <a:pt x="14276" y="279871"/>
                  <a:pt x="14276" y="270672"/>
                </a:cubicBezTo>
                <a:lnTo>
                  <a:pt x="14276" y="135717"/>
                </a:lnTo>
                <a:cubicBezTo>
                  <a:pt x="14276" y="131775"/>
                  <a:pt x="11080" y="128579"/>
                  <a:pt x="7138" y="128579"/>
                </a:cubicBezTo>
                <a:cubicBezTo>
                  <a:pt x="3196" y="128579"/>
                  <a:pt x="0" y="131775"/>
                  <a:pt x="0" y="135717"/>
                </a:cubicBezTo>
                <a:lnTo>
                  <a:pt x="0" y="270672"/>
                </a:lnTo>
                <a:cubicBezTo>
                  <a:pt x="0" y="287755"/>
                  <a:pt x="13848" y="301603"/>
                  <a:pt x="30931" y="301603"/>
                </a:cubicBezTo>
                <a:lnTo>
                  <a:pt x="47586" y="301603"/>
                </a:lnTo>
                <a:cubicBezTo>
                  <a:pt x="51528" y="301603"/>
                  <a:pt x="54724" y="298408"/>
                  <a:pt x="54724" y="294466"/>
                </a:cubicBezTo>
                <a:lnTo>
                  <a:pt x="54724" y="245547"/>
                </a:lnTo>
                <a:cubicBezTo>
                  <a:pt x="54724" y="241604"/>
                  <a:pt x="57920" y="238409"/>
                  <a:pt x="61862" y="238409"/>
                </a:cubicBezTo>
                <a:lnTo>
                  <a:pt x="82562" y="238409"/>
                </a:lnTo>
                <a:cubicBezTo>
                  <a:pt x="86504" y="238409"/>
                  <a:pt x="89700" y="241604"/>
                  <a:pt x="89700" y="245547"/>
                </a:cubicBezTo>
                <a:lnTo>
                  <a:pt x="89700" y="294466"/>
                </a:lnTo>
                <a:cubicBezTo>
                  <a:pt x="89700" y="298408"/>
                  <a:pt x="92896" y="301603"/>
                  <a:pt x="96838" y="301603"/>
                </a:cubicBezTo>
                <a:lnTo>
                  <a:pt x="265437" y="301603"/>
                </a:lnTo>
                <a:cubicBezTo>
                  <a:pt x="282520" y="301603"/>
                  <a:pt x="296368" y="287755"/>
                  <a:pt x="296368" y="270672"/>
                </a:cubicBezTo>
                <a:close/>
                <a:moveTo>
                  <a:pt x="103976" y="176261"/>
                </a:moveTo>
                <a:lnTo>
                  <a:pt x="103976" y="155560"/>
                </a:lnTo>
                <a:cubicBezTo>
                  <a:pt x="103950" y="143745"/>
                  <a:pt x="94378" y="134173"/>
                  <a:pt x="82562" y="134146"/>
                </a:cubicBezTo>
                <a:lnTo>
                  <a:pt x="61862" y="134146"/>
                </a:lnTo>
                <a:cubicBezTo>
                  <a:pt x="50047" y="134173"/>
                  <a:pt x="40475" y="143745"/>
                  <a:pt x="40448" y="155560"/>
                </a:cubicBezTo>
                <a:lnTo>
                  <a:pt x="40448" y="176261"/>
                </a:lnTo>
                <a:cubicBezTo>
                  <a:pt x="40475" y="188076"/>
                  <a:pt x="50047" y="197648"/>
                  <a:pt x="61862" y="197674"/>
                </a:cubicBezTo>
                <a:lnTo>
                  <a:pt x="82562" y="197674"/>
                </a:lnTo>
                <a:cubicBezTo>
                  <a:pt x="94378" y="197648"/>
                  <a:pt x="103950" y="188076"/>
                  <a:pt x="103976" y="176261"/>
                </a:cubicBezTo>
                <a:close/>
                <a:moveTo>
                  <a:pt x="82562" y="148422"/>
                </a:moveTo>
                <a:cubicBezTo>
                  <a:pt x="86504" y="148422"/>
                  <a:pt x="89700" y="151618"/>
                  <a:pt x="89700" y="155560"/>
                </a:cubicBezTo>
                <a:lnTo>
                  <a:pt x="89700" y="176261"/>
                </a:lnTo>
                <a:cubicBezTo>
                  <a:pt x="89700" y="180203"/>
                  <a:pt x="86504" y="183399"/>
                  <a:pt x="82562" y="183399"/>
                </a:cubicBezTo>
                <a:lnTo>
                  <a:pt x="61862" y="183399"/>
                </a:lnTo>
                <a:cubicBezTo>
                  <a:pt x="57920" y="183399"/>
                  <a:pt x="54724" y="180203"/>
                  <a:pt x="54724" y="176261"/>
                </a:cubicBezTo>
                <a:lnTo>
                  <a:pt x="54724" y="155560"/>
                </a:lnTo>
                <a:cubicBezTo>
                  <a:pt x="54724" y="151618"/>
                  <a:pt x="57920" y="148422"/>
                  <a:pt x="61862" y="148422"/>
                </a:cubicBezTo>
                <a:close/>
                <a:moveTo>
                  <a:pt x="179924" y="176261"/>
                </a:moveTo>
                <a:lnTo>
                  <a:pt x="179924" y="155560"/>
                </a:lnTo>
                <a:cubicBezTo>
                  <a:pt x="179898" y="143745"/>
                  <a:pt x="170326" y="134173"/>
                  <a:pt x="158510" y="134146"/>
                </a:cubicBezTo>
                <a:lnTo>
                  <a:pt x="137858" y="134146"/>
                </a:lnTo>
                <a:cubicBezTo>
                  <a:pt x="126031" y="134146"/>
                  <a:pt x="116444" y="143734"/>
                  <a:pt x="116444" y="155560"/>
                </a:cubicBezTo>
                <a:lnTo>
                  <a:pt x="116444" y="176261"/>
                </a:lnTo>
                <a:cubicBezTo>
                  <a:pt x="116444" y="188087"/>
                  <a:pt x="126031" y="197674"/>
                  <a:pt x="137858" y="197674"/>
                </a:cubicBezTo>
                <a:lnTo>
                  <a:pt x="158510" y="197674"/>
                </a:lnTo>
                <a:cubicBezTo>
                  <a:pt x="170326" y="197648"/>
                  <a:pt x="179898" y="188076"/>
                  <a:pt x="179924" y="176261"/>
                </a:cubicBezTo>
                <a:close/>
                <a:moveTo>
                  <a:pt x="158510" y="148422"/>
                </a:moveTo>
                <a:cubicBezTo>
                  <a:pt x="162452" y="148422"/>
                  <a:pt x="165648" y="151618"/>
                  <a:pt x="165648" y="155560"/>
                </a:cubicBezTo>
                <a:lnTo>
                  <a:pt x="165648" y="176261"/>
                </a:lnTo>
                <a:cubicBezTo>
                  <a:pt x="165648" y="180203"/>
                  <a:pt x="162452" y="183399"/>
                  <a:pt x="158510" y="183399"/>
                </a:cubicBezTo>
                <a:lnTo>
                  <a:pt x="137858" y="183399"/>
                </a:lnTo>
                <a:cubicBezTo>
                  <a:pt x="133916" y="183399"/>
                  <a:pt x="130720" y="180203"/>
                  <a:pt x="130720" y="176261"/>
                </a:cubicBezTo>
                <a:lnTo>
                  <a:pt x="130720" y="155560"/>
                </a:lnTo>
                <a:cubicBezTo>
                  <a:pt x="130720" y="151618"/>
                  <a:pt x="133916" y="148422"/>
                  <a:pt x="137858" y="148422"/>
                </a:cubicBezTo>
                <a:close/>
                <a:moveTo>
                  <a:pt x="255919" y="176261"/>
                </a:moveTo>
                <a:lnTo>
                  <a:pt x="255919" y="155560"/>
                </a:lnTo>
                <a:cubicBezTo>
                  <a:pt x="255893" y="143745"/>
                  <a:pt x="246321" y="134173"/>
                  <a:pt x="234505" y="134146"/>
                </a:cubicBezTo>
                <a:lnTo>
                  <a:pt x="213805" y="134146"/>
                </a:lnTo>
                <a:cubicBezTo>
                  <a:pt x="201990" y="134173"/>
                  <a:pt x="192418" y="143745"/>
                  <a:pt x="192392" y="155560"/>
                </a:cubicBezTo>
                <a:lnTo>
                  <a:pt x="192392" y="176261"/>
                </a:lnTo>
                <a:cubicBezTo>
                  <a:pt x="192418" y="188076"/>
                  <a:pt x="201990" y="197648"/>
                  <a:pt x="213805" y="197674"/>
                </a:cubicBezTo>
                <a:lnTo>
                  <a:pt x="234505" y="197674"/>
                </a:lnTo>
                <a:cubicBezTo>
                  <a:pt x="246321" y="197648"/>
                  <a:pt x="255893" y="188076"/>
                  <a:pt x="255919" y="176261"/>
                </a:cubicBezTo>
                <a:close/>
                <a:moveTo>
                  <a:pt x="234505" y="148422"/>
                </a:moveTo>
                <a:cubicBezTo>
                  <a:pt x="238448" y="148422"/>
                  <a:pt x="241643" y="151618"/>
                  <a:pt x="241643" y="155560"/>
                </a:cubicBezTo>
                <a:lnTo>
                  <a:pt x="241643" y="176261"/>
                </a:lnTo>
                <a:cubicBezTo>
                  <a:pt x="241643" y="180203"/>
                  <a:pt x="238448" y="183399"/>
                  <a:pt x="234505" y="183399"/>
                </a:cubicBezTo>
                <a:lnTo>
                  <a:pt x="213805" y="183399"/>
                </a:lnTo>
                <a:cubicBezTo>
                  <a:pt x="209863" y="183399"/>
                  <a:pt x="206667" y="180203"/>
                  <a:pt x="206667" y="176261"/>
                </a:cubicBezTo>
                <a:lnTo>
                  <a:pt x="206667" y="155560"/>
                </a:lnTo>
                <a:cubicBezTo>
                  <a:pt x="206667" y="151618"/>
                  <a:pt x="209863" y="148422"/>
                  <a:pt x="213805" y="148422"/>
                </a:cubicBezTo>
                <a:close/>
                <a:moveTo>
                  <a:pt x="9089" y="118681"/>
                </a:moveTo>
                <a:lnTo>
                  <a:pt x="103167" y="91890"/>
                </a:lnTo>
                <a:lnTo>
                  <a:pt x="103167" y="111781"/>
                </a:lnTo>
                <a:cubicBezTo>
                  <a:pt x="103186" y="114083"/>
                  <a:pt x="104299" y="116239"/>
                  <a:pt x="106165" y="117586"/>
                </a:cubicBezTo>
                <a:cubicBezTo>
                  <a:pt x="108007" y="118924"/>
                  <a:pt x="110379" y="119295"/>
                  <a:pt x="112542" y="118586"/>
                </a:cubicBezTo>
                <a:lnTo>
                  <a:pt x="192392" y="92508"/>
                </a:lnTo>
                <a:lnTo>
                  <a:pt x="192392" y="111971"/>
                </a:lnTo>
                <a:cubicBezTo>
                  <a:pt x="192350" y="115913"/>
                  <a:pt x="195512" y="119142"/>
                  <a:pt x="199454" y="119184"/>
                </a:cubicBezTo>
                <a:cubicBezTo>
                  <a:pt x="200290" y="119193"/>
                  <a:pt x="201121" y="119055"/>
                  <a:pt x="201909" y="118776"/>
                </a:cubicBezTo>
                <a:lnTo>
                  <a:pt x="282092" y="92508"/>
                </a:lnTo>
                <a:lnTo>
                  <a:pt x="282092" y="111971"/>
                </a:lnTo>
                <a:cubicBezTo>
                  <a:pt x="282092" y="115913"/>
                  <a:pt x="285288" y="119109"/>
                  <a:pt x="289230" y="119109"/>
                </a:cubicBezTo>
                <a:cubicBezTo>
                  <a:pt x="293172" y="119109"/>
                  <a:pt x="296368" y="115913"/>
                  <a:pt x="296368" y="111971"/>
                </a:cubicBezTo>
                <a:lnTo>
                  <a:pt x="296368" y="82658"/>
                </a:lnTo>
                <a:cubicBezTo>
                  <a:pt x="296360" y="80364"/>
                  <a:pt x="295266" y="78210"/>
                  <a:pt x="293417" y="76852"/>
                </a:cubicBezTo>
                <a:cubicBezTo>
                  <a:pt x="291575" y="75515"/>
                  <a:pt x="289204" y="75143"/>
                  <a:pt x="287041" y="75853"/>
                </a:cubicBezTo>
                <a:lnTo>
                  <a:pt x="206667" y="102121"/>
                </a:lnTo>
                <a:lnTo>
                  <a:pt x="206667" y="82658"/>
                </a:lnTo>
                <a:cubicBezTo>
                  <a:pt x="206709" y="78716"/>
                  <a:pt x="203547" y="75487"/>
                  <a:pt x="199605" y="75445"/>
                </a:cubicBezTo>
                <a:cubicBezTo>
                  <a:pt x="198769" y="75436"/>
                  <a:pt x="197938" y="75574"/>
                  <a:pt x="197150" y="75853"/>
                </a:cubicBezTo>
                <a:lnTo>
                  <a:pt x="117443" y="102121"/>
                </a:lnTo>
                <a:lnTo>
                  <a:pt x="117443" y="82658"/>
                </a:lnTo>
                <a:cubicBezTo>
                  <a:pt x="117444" y="78742"/>
                  <a:pt x="114270" y="75566"/>
                  <a:pt x="110355" y="75566"/>
                </a:cubicBezTo>
                <a:cubicBezTo>
                  <a:pt x="109677" y="75565"/>
                  <a:pt x="109004" y="75662"/>
                  <a:pt x="108354" y="75853"/>
                </a:cubicBezTo>
                <a:lnTo>
                  <a:pt x="5187" y="105119"/>
                </a:lnTo>
                <a:cubicBezTo>
                  <a:pt x="1607" y="106768"/>
                  <a:pt x="41" y="111008"/>
                  <a:pt x="1690" y="114588"/>
                </a:cubicBezTo>
                <a:cubicBezTo>
                  <a:pt x="2997" y="117424"/>
                  <a:pt x="5993" y="119081"/>
                  <a:pt x="9089" y="11868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19" tIns="45697" rIns="91419" bIns="45697" anchor="ctr" anchorCtr="0">
            <a:noAutofit/>
          </a:bodyPr>
          <a:lstStyle/>
          <a:p>
            <a:pPr marL="0" marR="0" lvl="0" indent="0" algn="l" defTabSz="2285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Century Gothic"/>
              <a:cs typeface="Century Gothic"/>
              <a:sym typeface="Century Gothic"/>
            </a:endParaRP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0EC0BCB7-3D2C-BE04-3B07-1EA140DDA651}"/>
              </a:ext>
            </a:extLst>
          </p:cNvPr>
          <p:cNvGrpSpPr/>
          <p:nvPr/>
        </p:nvGrpSpPr>
        <p:grpSpPr>
          <a:xfrm>
            <a:off x="679133" y="3612613"/>
            <a:ext cx="1172080" cy="2107745"/>
            <a:chOff x="853305" y="3612613"/>
            <a:chExt cx="1172080" cy="2107745"/>
          </a:xfrm>
        </p:grpSpPr>
        <p:cxnSp>
          <p:nvCxnSpPr>
            <p:cNvPr id="48" name="Google Shape;4253;p412">
              <a:extLst>
                <a:ext uri="{FF2B5EF4-FFF2-40B4-BE49-F238E27FC236}">
                  <a16:creationId xmlns:a16="http://schemas.microsoft.com/office/drawing/2014/main" id="{C1C5FAF2-4A5D-C196-A6DE-C93AC85F24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39345" y="3612613"/>
              <a:ext cx="1" cy="862969"/>
            </a:xfrm>
            <a:prstGeom prst="straightConnector1">
              <a:avLst/>
            </a:prstGeom>
            <a:noFill/>
            <a:ln w="15875" cap="flat" cmpd="sng">
              <a:solidFill>
                <a:schemeClr val="tx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sp>
          <p:nvSpPr>
            <p:cNvPr id="49" name="Google Shape;4334;p412">
              <a:extLst>
                <a:ext uri="{FF2B5EF4-FFF2-40B4-BE49-F238E27FC236}">
                  <a16:creationId xmlns:a16="http://schemas.microsoft.com/office/drawing/2014/main" id="{2A90B5A8-2D49-C884-CE80-CCD794FFD897}"/>
                </a:ext>
              </a:extLst>
            </p:cNvPr>
            <p:cNvSpPr/>
            <p:nvPr/>
          </p:nvSpPr>
          <p:spPr>
            <a:xfrm>
              <a:off x="1093055" y="4478965"/>
              <a:ext cx="692581" cy="692580"/>
            </a:xfrm>
            <a:prstGeom prst="ellipse">
              <a:avLst/>
            </a:prstGeom>
            <a:solidFill>
              <a:schemeClr val="accent5"/>
            </a:solidFill>
            <a:ln w="9525" cap="flat" cmpd="sng">
              <a:solidFill>
                <a:srgbClr val="00174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918" tIns="53422" rIns="106918" bIns="53422" anchor="ctr" anchorCtr="0">
              <a:noAutofit/>
            </a:bodyPr>
            <a:lstStyle/>
            <a:p>
              <a:pPr marL="0" marR="0" lvl="0" indent="0" algn="l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3200" b="0" i="0" u="none" strike="noStrike" kern="0" cap="none" spc="0" normalizeH="0" baseline="0" noProof="0">
                <a:ln>
                  <a:noFill/>
                </a:ln>
                <a:solidFill>
                  <a:srgbClr val="6BFFB3"/>
                </a:solidFill>
                <a:effectLst/>
                <a:uLnTx/>
                <a:uFillTx/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50" name="Google Shape;4265;p412">
              <a:extLst>
                <a:ext uri="{FF2B5EF4-FFF2-40B4-BE49-F238E27FC236}">
                  <a16:creationId xmlns:a16="http://schemas.microsoft.com/office/drawing/2014/main" id="{B8EF8489-CE84-ACAF-5848-024D24C6A683}"/>
                </a:ext>
              </a:extLst>
            </p:cNvPr>
            <p:cNvSpPr txBox="1"/>
            <p:nvPr/>
          </p:nvSpPr>
          <p:spPr>
            <a:xfrm>
              <a:off x="853305" y="5258740"/>
              <a:ext cx="1172080" cy="4616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19" tIns="45697" rIns="91419" bIns="45697" anchor="t" anchorCtr="0">
              <a:spAutoFit/>
            </a:bodyPr>
            <a:lstStyle/>
            <a:p>
              <a:pPr marL="24381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200"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rPr>
                <a:t>AI</a:t>
              </a:r>
            </a:p>
            <a:p>
              <a:pPr marL="24381" marR="0" lvl="0" indent="0" algn="ctr" defTabSz="22858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200"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  <a:sym typeface="Century Gothic"/>
                </a:rPr>
                <a:t>Agents</a:t>
              </a:r>
              <a:endParaRPr kumimoji="0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51" name="Graphic 50">
              <a:extLst>
                <a:ext uri="{FF2B5EF4-FFF2-40B4-BE49-F238E27FC236}">
                  <a16:creationId xmlns:a16="http://schemas.microsoft.com/office/drawing/2014/main" id="{C392C199-5870-FC86-18CE-BB88A99688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238141" y="4584341"/>
              <a:ext cx="410787" cy="393430"/>
            </a:xfrm>
            <a:prstGeom prst="rect">
              <a:avLst/>
            </a:prstGeom>
          </p:spPr>
        </p:pic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B08FFCD-ADCF-3A71-62AC-F5AEE6219780}"/>
              </a:ext>
            </a:extLst>
          </p:cNvPr>
          <p:cNvGrpSpPr/>
          <p:nvPr/>
        </p:nvGrpSpPr>
        <p:grpSpPr>
          <a:xfrm>
            <a:off x="8779121" y="1412235"/>
            <a:ext cx="3166139" cy="1015294"/>
            <a:chOff x="10550048" y="4883252"/>
            <a:chExt cx="3926907" cy="1281628"/>
          </a:xfrm>
        </p:grpSpPr>
        <p:sp>
          <p:nvSpPr>
            <p:cNvPr id="53" name="Rounded Rectangle 54">
              <a:extLst>
                <a:ext uri="{FF2B5EF4-FFF2-40B4-BE49-F238E27FC236}">
                  <a16:creationId xmlns:a16="http://schemas.microsoft.com/office/drawing/2014/main" id="{3F0511FF-8ADA-DE1D-DABF-2858A3A96B6E}"/>
                </a:ext>
              </a:extLst>
            </p:cNvPr>
            <p:cNvSpPr/>
            <p:nvPr/>
          </p:nvSpPr>
          <p:spPr>
            <a:xfrm>
              <a:off x="10550048" y="4883252"/>
              <a:ext cx="3926907" cy="1281628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ONE platform to connect, secure and segment everything</a:t>
              </a:r>
            </a:p>
          </p:txBody>
        </p:sp>
        <p:pic>
          <p:nvPicPr>
            <p:cNvPr id="54" name="Graphic 53">
              <a:extLst>
                <a:ext uri="{FF2B5EF4-FFF2-40B4-BE49-F238E27FC236}">
                  <a16:creationId xmlns:a16="http://schemas.microsoft.com/office/drawing/2014/main" id="{A3C5B568-D921-56AE-B535-2F4BA9DA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742709" y="5131247"/>
              <a:ext cx="343820" cy="343820"/>
            </a:xfrm>
            <a:prstGeom prst="rect">
              <a:avLst/>
            </a:prstGeom>
          </p:spPr>
        </p:pic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6D7B65F-37AD-BEA1-141B-143EFD5AF53B}"/>
              </a:ext>
            </a:extLst>
          </p:cNvPr>
          <p:cNvGrpSpPr/>
          <p:nvPr/>
        </p:nvGrpSpPr>
        <p:grpSpPr>
          <a:xfrm>
            <a:off x="8779121" y="3008984"/>
            <a:ext cx="3166139" cy="954281"/>
            <a:chOff x="10550048" y="4883251"/>
            <a:chExt cx="3926907" cy="1204610"/>
          </a:xfrm>
        </p:grpSpPr>
        <p:sp>
          <p:nvSpPr>
            <p:cNvPr id="56" name="Rounded Rectangle 54">
              <a:extLst>
                <a:ext uri="{FF2B5EF4-FFF2-40B4-BE49-F238E27FC236}">
                  <a16:creationId xmlns:a16="http://schemas.microsoft.com/office/drawing/2014/main" id="{5758CEF8-4121-CA09-2857-DAEF10F79630}"/>
                </a:ext>
              </a:extLst>
            </p:cNvPr>
            <p:cNvSpPr/>
            <p:nvPr/>
          </p:nvSpPr>
          <p:spPr>
            <a:xfrm>
              <a:off x="10550048" y="4883251"/>
              <a:ext cx="3926907" cy="1204610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Shared policy framework ensures consistent security everywhere</a:t>
              </a:r>
            </a:p>
          </p:txBody>
        </p:sp>
        <p:pic>
          <p:nvPicPr>
            <p:cNvPr id="57" name="Graphic 56">
              <a:extLst>
                <a:ext uri="{FF2B5EF4-FFF2-40B4-BE49-F238E27FC236}">
                  <a16:creationId xmlns:a16="http://schemas.microsoft.com/office/drawing/2014/main" id="{D455315C-9D3B-2CEE-3F0D-B7F4089BA7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742709" y="5131247"/>
              <a:ext cx="343820" cy="343820"/>
            </a:xfrm>
            <a:prstGeom prst="rect">
              <a:avLst/>
            </a:prstGeom>
          </p:spPr>
        </p:pic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106A47C5-AB5B-DA12-D450-297CF6183E78}"/>
              </a:ext>
            </a:extLst>
          </p:cNvPr>
          <p:cNvGrpSpPr/>
          <p:nvPr/>
        </p:nvGrpSpPr>
        <p:grpSpPr>
          <a:xfrm>
            <a:off x="8779121" y="4544720"/>
            <a:ext cx="3166139" cy="954280"/>
            <a:chOff x="10550048" y="4883252"/>
            <a:chExt cx="3926907" cy="1204609"/>
          </a:xfrm>
        </p:grpSpPr>
        <p:sp>
          <p:nvSpPr>
            <p:cNvPr id="59" name="Rounded Rectangle 54">
              <a:extLst>
                <a:ext uri="{FF2B5EF4-FFF2-40B4-BE49-F238E27FC236}">
                  <a16:creationId xmlns:a16="http://schemas.microsoft.com/office/drawing/2014/main" id="{18534169-9DE1-7FC2-3DCF-B3E291E2150D}"/>
                </a:ext>
              </a:extLst>
            </p:cNvPr>
            <p:cNvSpPr/>
            <p:nvPr/>
          </p:nvSpPr>
          <p:spPr>
            <a:xfrm>
              <a:off x="10550048" y="4883252"/>
              <a:ext cx="3926907" cy="1204609"/>
            </a:xfrm>
            <a:prstGeom prst="roundRect">
              <a:avLst>
                <a:gd name="adj" fmla="val 12578"/>
              </a:avLst>
            </a:prstGeom>
            <a:solidFill>
              <a:schemeClr val="tx2">
                <a:alpha val="50494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864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500"/>
                </a:spcAft>
                <a:buClr>
                  <a:srgbClr val="FFFFFF"/>
                </a:buClr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AI-enabled management reduces cost &amp; complexity</a:t>
              </a:r>
            </a:p>
          </p:txBody>
        </p:sp>
        <p:pic>
          <p:nvPicPr>
            <p:cNvPr id="60" name="Graphic 59">
              <a:extLst>
                <a:ext uri="{FF2B5EF4-FFF2-40B4-BE49-F238E27FC236}">
                  <a16:creationId xmlns:a16="http://schemas.microsoft.com/office/drawing/2014/main" id="{B18B7DDA-CEB0-B467-02E2-A2A6F809F7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742709" y="5195370"/>
              <a:ext cx="343820" cy="343820"/>
            </a:xfrm>
            <a:prstGeom prst="rect">
              <a:avLst/>
            </a:prstGeom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E7583C2-9005-5C40-D1AB-62FF591EAE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Zero Trust </a:t>
            </a:r>
            <a:r>
              <a:rPr lang="en-US" dirty="0">
                <a:solidFill>
                  <a:schemeClr val="accent2"/>
                </a:solidFill>
              </a:rPr>
              <a:t>SASE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3CF04F5-C824-6AC8-2CC4-DFDF592A8D20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en-US" b="1" dirty="0">
                <a:solidFill>
                  <a:schemeClr val="accent2"/>
                </a:solidFill>
              </a:rPr>
              <a:t>Connect</a:t>
            </a:r>
            <a:r>
              <a:rPr lang="en-US" dirty="0"/>
              <a:t> &amp; </a:t>
            </a:r>
            <a:r>
              <a:rPr lang="en-US" b="1" dirty="0">
                <a:solidFill>
                  <a:schemeClr val="accent2"/>
                </a:solidFill>
              </a:rPr>
              <a:t>secure</a:t>
            </a:r>
            <a:r>
              <a:rPr lang="en-US" dirty="0"/>
              <a:t> everything with a unified platform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C2FEF53F-A8A9-F469-1445-60ECD1091AC0}"/>
              </a:ext>
            </a:extLst>
          </p:cNvPr>
          <p:cNvSpPr txBox="1"/>
          <p:nvPr/>
        </p:nvSpPr>
        <p:spPr>
          <a:xfrm>
            <a:off x="370705" y="6448866"/>
            <a:ext cx="2250574" cy="24622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l"/>
            <a:r>
              <a:rPr lang="en-US" sz="1000" dirty="0">
                <a:solidFill>
                  <a:schemeClr val="tx1"/>
                </a:solidFill>
                <a:effectLst/>
                <a:latin typeface="+mn-lt"/>
              </a:rPr>
              <a:t>Act </a:t>
            </a:r>
            <a:r>
              <a:rPr lang="en-US" sz="1000" b="1" dirty="0">
                <a:solidFill>
                  <a:schemeClr val="tx1"/>
                </a:solidFill>
                <a:effectLst/>
                <a:latin typeface="+mn-lt"/>
              </a:rPr>
              <a:t>Fast. </a:t>
            </a:r>
            <a:r>
              <a:rPr lang="en-US" sz="1000" b="0" dirty="0">
                <a:solidFill>
                  <a:schemeClr val="tx1"/>
                </a:solidFill>
                <a:effectLst/>
                <a:latin typeface="+mn-lt"/>
              </a:rPr>
              <a:t>Stay</a:t>
            </a:r>
            <a:r>
              <a:rPr lang="en-US" sz="1000" b="1" dirty="0">
                <a:solidFill>
                  <a:schemeClr val="tx1"/>
                </a:solidFill>
                <a:effectLst/>
                <a:latin typeface="+mn-lt"/>
              </a:rPr>
              <a:t> Secure.</a:t>
            </a:r>
            <a:endParaRPr lang="en-CO" sz="1000" b="1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7204601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3E841E-D9F7-808F-5158-D3324CC87F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" name="Group 221">
            <a:extLst>
              <a:ext uri="{FF2B5EF4-FFF2-40B4-BE49-F238E27FC236}">
                <a16:creationId xmlns:a16="http://schemas.microsoft.com/office/drawing/2014/main" id="{2AB398CE-4D5C-C93D-E9DE-FA8AD47FBE35}"/>
              </a:ext>
            </a:extLst>
          </p:cNvPr>
          <p:cNvGrpSpPr/>
          <p:nvPr/>
        </p:nvGrpSpPr>
        <p:grpSpPr>
          <a:xfrm>
            <a:off x="1826357" y="869036"/>
            <a:ext cx="9058979" cy="5244948"/>
            <a:chOff x="2530704" y="1735711"/>
            <a:chExt cx="7126290" cy="4224560"/>
          </a:xfrm>
          <a:gradFill flip="none" rotWithShape="1">
            <a:gsLst>
              <a:gs pos="0">
                <a:schemeClr val="bg1">
                  <a:lumMod val="75000"/>
                </a:schemeClr>
              </a:gs>
              <a:gs pos="90000">
                <a:schemeClr val="tx2"/>
              </a:gs>
            </a:gsLst>
            <a:lin ang="16200000" scaled="1"/>
            <a:tileRect/>
          </a:gradFill>
        </p:grpSpPr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D3082AD5-0B41-9419-D8D7-E1E85141BADB}"/>
                </a:ext>
              </a:extLst>
            </p:cNvPr>
            <p:cNvSpPr/>
            <p:nvPr/>
          </p:nvSpPr>
          <p:spPr>
            <a:xfrm>
              <a:off x="6426110" y="2416475"/>
              <a:ext cx="3230884" cy="1498637"/>
            </a:xfrm>
            <a:custGeom>
              <a:avLst/>
              <a:gdLst>
                <a:gd name="csX0" fmla="*/ 3229929 w 3230884"/>
                <a:gd name="csY0" fmla="*/ 704173 h 1498637"/>
                <a:gd name="csX1" fmla="*/ 3230884 w 3230884"/>
                <a:gd name="csY1" fmla="*/ 707995 h 1498637"/>
                <a:gd name="csX2" fmla="*/ 3228973 w 3230884"/>
                <a:gd name="csY2" fmla="*/ 710384 h 1498637"/>
                <a:gd name="csX3" fmla="*/ 3227540 w 3230884"/>
                <a:gd name="csY3" fmla="*/ 709906 h 1498637"/>
                <a:gd name="csX4" fmla="*/ 3226585 w 3230884"/>
                <a:gd name="csY4" fmla="*/ 708951 h 1498637"/>
                <a:gd name="csX5" fmla="*/ 3225630 w 3230884"/>
                <a:gd name="csY5" fmla="*/ 708951 h 1498637"/>
                <a:gd name="csX6" fmla="*/ 3222285 w 3230884"/>
                <a:gd name="csY6" fmla="*/ 709906 h 1498637"/>
                <a:gd name="csX7" fmla="*/ 3217508 w 3230884"/>
                <a:gd name="csY7" fmla="*/ 713728 h 1498637"/>
                <a:gd name="csX8" fmla="*/ 3214642 w 3230884"/>
                <a:gd name="csY8" fmla="*/ 716594 h 1498637"/>
                <a:gd name="csX9" fmla="*/ 3214164 w 3230884"/>
                <a:gd name="csY9" fmla="*/ 718027 h 1498637"/>
                <a:gd name="csX10" fmla="*/ 3214642 w 3230884"/>
                <a:gd name="csY10" fmla="*/ 723282 h 1498637"/>
                <a:gd name="csX11" fmla="*/ 3214164 w 3230884"/>
                <a:gd name="csY11" fmla="*/ 725671 h 1498637"/>
                <a:gd name="csX12" fmla="*/ 3212253 w 3230884"/>
                <a:gd name="csY12" fmla="*/ 727104 h 1498637"/>
                <a:gd name="csX13" fmla="*/ 3207476 w 3230884"/>
                <a:gd name="csY13" fmla="*/ 726149 h 1498637"/>
                <a:gd name="csX14" fmla="*/ 3205565 w 3230884"/>
                <a:gd name="csY14" fmla="*/ 725193 h 1498637"/>
                <a:gd name="csX15" fmla="*/ 3203176 w 3230884"/>
                <a:gd name="csY15" fmla="*/ 723760 h 1498637"/>
                <a:gd name="csX16" fmla="*/ 3201265 w 3230884"/>
                <a:gd name="csY16" fmla="*/ 721849 h 1498637"/>
                <a:gd name="csX17" fmla="*/ 3198399 w 3230884"/>
                <a:gd name="csY17" fmla="*/ 718983 h 1498637"/>
                <a:gd name="csX18" fmla="*/ 3197443 w 3230884"/>
                <a:gd name="csY18" fmla="*/ 718983 h 1498637"/>
                <a:gd name="csX19" fmla="*/ 3196488 w 3230884"/>
                <a:gd name="csY19" fmla="*/ 719461 h 1498637"/>
                <a:gd name="csX20" fmla="*/ 3197443 w 3230884"/>
                <a:gd name="csY20" fmla="*/ 721372 h 1498637"/>
                <a:gd name="csX21" fmla="*/ 3199832 w 3230884"/>
                <a:gd name="csY21" fmla="*/ 723760 h 1498637"/>
                <a:gd name="csX22" fmla="*/ 3203176 w 3230884"/>
                <a:gd name="csY22" fmla="*/ 726626 h 1498637"/>
                <a:gd name="csX23" fmla="*/ 3204609 w 3230884"/>
                <a:gd name="csY23" fmla="*/ 730448 h 1498637"/>
                <a:gd name="csX24" fmla="*/ 3203654 w 3230884"/>
                <a:gd name="csY24" fmla="*/ 731882 h 1498637"/>
                <a:gd name="csX25" fmla="*/ 3202221 w 3230884"/>
                <a:gd name="csY25" fmla="*/ 732359 h 1498637"/>
                <a:gd name="csX26" fmla="*/ 3201265 w 3230884"/>
                <a:gd name="csY26" fmla="*/ 732359 h 1498637"/>
                <a:gd name="csX27" fmla="*/ 3198399 w 3230884"/>
                <a:gd name="csY27" fmla="*/ 731404 h 1498637"/>
                <a:gd name="csX28" fmla="*/ 3196488 w 3230884"/>
                <a:gd name="csY28" fmla="*/ 730926 h 1498637"/>
                <a:gd name="csX29" fmla="*/ 3189800 w 3230884"/>
                <a:gd name="csY29" fmla="*/ 731882 h 1498637"/>
                <a:gd name="csX30" fmla="*/ 3187889 w 3230884"/>
                <a:gd name="csY30" fmla="*/ 732837 h 1498637"/>
                <a:gd name="csX31" fmla="*/ 3186933 w 3230884"/>
                <a:gd name="csY31" fmla="*/ 732359 h 1498637"/>
                <a:gd name="csX32" fmla="*/ 3186455 w 3230884"/>
                <a:gd name="csY32" fmla="*/ 730448 h 1498637"/>
                <a:gd name="csX33" fmla="*/ 3183112 w 3230884"/>
                <a:gd name="csY33" fmla="*/ 729493 h 1498637"/>
                <a:gd name="csX34" fmla="*/ 3181200 w 3230884"/>
                <a:gd name="csY34" fmla="*/ 729493 h 1498637"/>
                <a:gd name="csX35" fmla="*/ 3180245 w 3230884"/>
                <a:gd name="csY35" fmla="*/ 729015 h 1498637"/>
                <a:gd name="csX36" fmla="*/ 3179289 w 3230884"/>
                <a:gd name="csY36" fmla="*/ 727582 h 1498637"/>
                <a:gd name="csX37" fmla="*/ 3177378 w 3230884"/>
                <a:gd name="csY37" fmla="*/ 725193 h 1498637"/>
                <a:gd name="csX38" fmla="*/ 3173557 w 3230884"/>
                <a:gd name="csY38" fmla="*/ 724238 h 1498637"/>
                <a:gd name="csX39" fmla="*/ 3171646 w 3230884"/>
                <a:gd name="csY39" fmla="*/ 724238 h 1498637"/>
                <a:gd name="csX40" fmla="*/ 3170212 w 3230884"/>
                <a:gd name="csY40" fmla="*/ 724716 h 1498637"/>
                <a:gd name="csX41" fmla="*/ 3174990 w 3230884"/>
                <a:gd name="csY41" fmla="*/ 727582 h 1498637"/>
                <a:gd name="csX42" fmla="*/ 3178812 w 3230884"/>
                <a:gd name="csY42" fmla="*/ 732837 h 1498637"/>
                <a:gd name="csX43" fmla="*/ 3177857 w 3230884"/>
                <a:gd name="csY43" fmla="*/ 733792 h 1498637"/>
                <a:gd name="csX44" fmla="*/ 3177378 w 3230884"/>
                <a:gd name="csY44" fmla="*/ 734748 h 1498637"/>
                <a:gd name="csX45" fmla="*/ 3179767 w 3230884"/>
                <a:gd name="csY45" fmla="*/ 734748 h 1498637"/>
                <a:gd name="csX46" fmla="*/ 3181200 w 3230884"/>
                <a:gd name="csY46" fmla="*/ 734270 h 1498637"/>
                <a:gd name="csX47" fmla="*/ 3181678 w 3230884"/>
                <a:gd name="csY47" fmla="*/ 735703 h 1498637"/>
                <a:gd name="csX48" fmla="*/ 3180245 w 3230884"/>
                <a:gd name="csY48" fmla="*/ 740958 h 1498637"/>
                <a:gd name="csX49" fmla="*/ 3179767 w 3230884"/>
                <a:gd name="csY49" fmla="*/ 742392 h 1498637"/>
                <a:gd name="csX50" fmla="*/ 3172601 w 3230884"/>
                <a:gd name="csY50" fmla="*/ 743347 h 1498637"/>
                <a:gd name="csX51" fmla="*/ 3174512 w 3230884"/>
                <a:gd name="csY51" fmla="*/ 744303 h 1498637"/>
                <a:gd name="csX52" fmla="*/ 3176423 w 3230884"/>
                <a:gd name="csY52" fmla="*/ 744780 h 1498637"/>
                <a:gd name="csX53" fmla="*/ 3178334 w 3230884"/>
                <a:gd name="csY53" fmla="*/ 744303 h 1498637"/>
                <a:gd name="csX54" fmla="*/ 3180245 w 3230884"/>
                <a:gd name="csY54" fmla="*/ 745258 h 1498637"/>
                <a:gd name="csX55" fmla="*/ 3181200 w 3230884"/>
                <a:gd name="csY55" fmla="*/ 748602 h 1498637"/>
                <a:gd name="csX56" fmla="*/ 3181678 w 3230884"/>
                <a:gd name="csY56" fmla="*/ 751946 h 1498637"/>
                <a:gd name="csX57" fmla="*/ 3179767 w 3230884"/>
                <a:gd name="csY57" fmla="*/ 754335 h 1498637"/>
                <a:gd name="csX58" fmla="*/ 3177857 w 3230884"/>
                <a:gd name="csY58" fmla="*/ 755768 h 1498637"/>
                <a:gd name="csX59" fmla="*/ 3174035 w 3230884"/>
                <a:gd name="csY59" fmla="*/ 758157 h 1498637"/>
                <a:gd name="csX60" fmla="*/ 3170212 w 3230884"/>
                <a:gd name="csY60" fmla="*/ 759112 h 1498637"/>
                <a:gd name="csX61" fmla="*/ 3167824 w 3230884"/>
                <a:gd name="csY61" fmla="*/ 759112 h 1498637"/>
                <a:gd name="csX62" fmla="*/ 3165913 w 3230884"/>
                <a:gd name="csY62" fmla="*/ 759590 h 1498637"/>
                <a:gd name="csX63" fmla="*/ 3164958 w 3230884"/>
                <a:gd name="csY63" fmla="*/ 760545 h 1498637"/>
                <a:gd name="csX64" fmla="*/ 3164480 w 3230884"/>
                <a:gd name="csY64" fmla="*/ 761979 h 1498637"/>
                <a:gd name="csX65" fmla="*/ 3165913 w 3230884"/>
                <a:gd name="csY65" fmla="*/ 761023 h 1498637"/>
                <a:gd name="csX66" fmla="*/ 3167824 w 3230884"/>
                <a:gd name="csY66" fmla="*/ 761501 h 1498637"/>
                <a:gd name="csX67" fmla="*/ 3169735 w 3230884"/>
                <a:gd name="csY67" fmla="*/ 763412 h 1498637"/>
                <a:gd name="csX68" fmla="*/ 3169735 w 3230884"/>
                <a:gd name="csY68" fmla="*/ 764367 h 1498637"/>
                <a:gd name="csX69" fmla="*/ 3167824 w 3230884"/>
                <a:gd name="csY69" fmla="*/ 765800 h 1498637"/>
                <a:gd name="csX70" fmla="*/ 3167346 w 3230884"/>
                <a:gd name="csY70" fmla="*/ 766756 h 1498637"/>
                <a:gd name="csX71" fmla="*/ 3168302 w 3230884"/>
                <a:gd name="csY71" fmla="*/ 768667 h 1498637"/>
                <a:gd name="csX72" fmla="*/ 3167824 w 3230884"/>
                <a:gd name="csY72" fmla="*/ 770100 h 1498637"/>
                <a:gd name="csX73" fmla="*/ 3168780 w 3230884"/>
                <a:gd name="csY73" fmla="*/ 771055 h 1498637"/>
                <a:gd name="csX74" fmla="*/ 3171168 w 3230884"/>
                <a:gd name="csY74" fmla="*/ 771055 h 1498637"/>
                <a:gd name="csX75" fmla="*/ 3173557 w 3230884"/>
                <a:gd name="csY75" fmla="*/ 772011 h 1498637"/>
                <a:gd name="csX76" fmla="*/ 3176423 w 3230884"/>
                <a:gd name="csY76" fmla="*/ 773444 h 1498637"/>
                <a:gd name="csX77" fmla="*/ 3177378 w 3230884"/>
                <a:gd name="csY77" fmla="*/ 774877 h 1498637"/>
                <a:gd name="csX78" fmla="*/ 3177857 w 3230884"/>
                <a:gd name="csY78" fmla="*/ 776788 h 1498637"/>
                <a:gd name="csX79" fmla="*/ 3178334 w 3230884"/>
                <a:gd name="csY79" fmla="*/ 778221 h 1498637"/>
                <a:gd name="csX80" fmla="*/ 3177857 w 3230884"/>
                <a:gd name="csY80" fmla="*/ 779177 h 1498637"/>
                <a:gd name="csX81" fmla="*/ 3172124 w 3230884"/>
                <a:gd name="csY81" fmla="*/ 779654 h 1498637"/>
                <a:gd name="csX82" fmla="*/ 3171168 w 3230884"/>
                <a:gd name="csY82" fmla="*/ 779177 h 1498637"/>
                <a:gd name="csX83" fmla="*/ 3170691 w 3230884"/>
                <a:gd name="csY83" fmla="*/ 777266 h 1498637"/>
                <a:gd name="csX84" fmla="*/ 3170212 w 3230884"/>
                <a:gd name="csY84" fmla="*/ 775355 h 1498637"/>
                <a:gd name="csX85" fmla="*/ 3167824 w 3230884"/>
                <a:gd name="csY85" fmla="*/ 774399 h 1498637"/>
                <a:gd name="csX86" fmla="*/ 3166869 w 3230884"/>
                <a:gd name="csY86" fmla="*/ 775355 h 1498637"/>
                <a:gd name="csX87" fmla="*/ 3167824 w 3230884"/>
                <a:gd name="csY87" fmla="*/ 781088 h 1498637"/>
                <a:gd name="csX88" fmla="*/ 3166869 w 3230884"/>
                <a:gd name="csY88" fmla="*/ 782999 h 1498637"/>
                <a:gd name="csX89" fmla="*/ 3165913 w 3230884"/>
                <a:gd name="csY89" fmla="*/ 783954 h 1498637"/>
                <a:gd name="csX90" fmla="*/ 3163047 w 3230884"/>
                <a:gd name="csY90" fmla="*/ 784910 h 1498637"/>
                <a:gd name="csX91" fmla="*/ 3160658 w 3230884"/>
                <a:gd name="csY91" fmla="*/ 784432 h 1498637"/>
                <a:gd name="csX92" fmla="*/ 3158747 w 3230884"/>
                <a:gd name="csY92" fmla="*/ 781565 h 1498637"/>
                <a:gd name="csX93" fmla="*/ 3158747 w 3230884"/>
                <a:gd name="csY93" fmla="*/ 779177 h 1498637"/>
                <a:gd name="csX94" fmla="*/ 3159703 w 3230884"/>
                <a:gd name="csY94" fmla="*/ 777744 h 1498637"/>
                <a:gd name="csX95" fmla="*/ 3159703 w 3230884"/>
                <a:gd name="csY95" fmla="*/ 775833 h 1498637"/>
                <a:gd name="csX96" fmla="*/ 3159703 w 3230884"/>
                <a:gd name="csY96" fmla="*/ 773922 h 1498637"/>
                <a:gd name="csX97" fmla="*/ 3158269 w 3230884"/>
                <a:gd name="csY97" fmla="*/ 776310 h 1498637"/>
                <a:gd name="csX98" fmla="*/ 3156836 w 3230884"/>
                <a:gd name="csY98" fmla="*/ 778699 h 1498637"/>
                <a:gd name="csX99" fmla="*/ 3153970 w 3230884"/>
                <a:gd name="csY99" fmla="*/ 781088 h 1498637"/>
                <a:gd name="csX100" fmla="*/ 3153014 w 3230884"/>
                <a:gd name="csY100" fmla="*/ 781565 h 1498637"/>
                <a:gd name="csX101" fmla="*/ 3151582 w 3230884"/>
                <a:gd name="csY101" fmla="*/ 781088 h 1498637"/>
                <a:gd name="csX102" fmla="*/ 3148237 w 3230884"/>
                <a:gd name="csY102" fmla="*/ 779177 h 1498637"/>
                <a:gd name="csX103" fmla="*/ 3146326 w 3230884"/>
                <a:gd name="csY103" fmla="*/ 777744 h 1498637"/>
                <a:gd name="csX104" fmla="*/ 3142027 w 3230884"/>
                <a:gd name="csY104" fmla="*/ 772011 h 1498637"/>
                <a:gd name="csX105" fmla="*/ 3139638 w 3230884"/>
                <a:gd name="csY105" fmla="*/ 769622 h 1498637"/>
                <a:gd name="csX106" fmla="*/ 3134861 w 3230884"/>
                <a:gd name="csY106" fmla="*/ 766278 h 1498637"/>
                <a:gd name="csX107" fmla="*/ 3129605 w 3230884"/>
                <a:gd name="csY107" fmla="*/ 763889 h 1498637"/>
                <a:gd name="csX108" fmla="*/ 3125784 w 3230884"/>
                <a:gd name="csY108" fmla="*/ 761979 h 1498637"/>
                <a:gd name="csX109" fmla="*/ 3123395 w 3230884"/>
                <a:gd name="csY109" fmla="*/ 762456 h 1498637"/>
                <a:gd name="csX110" fmla="*/ 3121484 w 3230884"/>
                <a:gd name="csY110" fmla="*/ 762934 h 1498637"/>
                <a:gd name="csX111" fmla="*/ 3118618 w 3230884"/>
                <a:gd name="csY111" fmla="*/ 762456 h 1498637"/>
                <a:gd name="csX112" fmla="*/ 3117662 w 3230884"/>
                <a:gd name="csY112" fmla="*/ 761979 h 1498637"/>
                <a:gd name="csX113" fmla="*/ 3116707 w 3230884"/>
                <a:gd name="csY113" fmla="*/ 760545 h 1498637"/>
                <a:gd name="csX114" fmla="*/ 3116229 w 3230884"/>
                <a:gd name="csY114" fmla="*/ 760068 h 1498637"/>
                <a:gd name="csX115" fmla="*/ 3111930 w 3230884"/>
                <a:gd name="csY115" fmla="*/ 756724 h 1498637"/>
                <a:gd name="csX116" fmla="*/ 3109541 w 3230884"/>
                <a:gd name="csY116" fmla="*/ 753857 h 1498637"/>
                <a:gd name="csX117" fmla="*/ 3109541 w 3230884"/>
                <a:gd name="csY117" fmla="*/ 751946 h 1498637"/>
                <a:gd name="csX118" fmla="*/ 3110019 w 3230884"/>
                <a:gd name="csY118" fmla="*/ 749558 h 1498637"/>
                <a:gd name="csX119" fmla="*/ 3109541 w 3230884"/>
                <a:gd name="csY119" fmla="*/ 744303 h 1498637"/>
                <a:gd name="csX120" fmla="*/ 3108108 w 3230884"/>
                <a:gd name="csY120" fmla="*/ 739047 h 1498637"/>
                <a:gd name="csX121" fmla="*/ 3104764 w 3230884"/>
                <a:gd name="csY121" fmla="*/ 733792 h 1498637"/>
                <a:gd name="csX122" fmla="*/ 3095687 w 3230884"/>
                <a:gd name="csY122" fmla="*/ 730448 h 1498637"/>
                <a:gd name="csX123" fmla="*/ 3088043 w 3230884"/>
                <a:gd name="csY123" fmla="*/ 728060 h 1498637"/>
                <a:gd name="csX124" fmla="*/ 3085655 w 3230884"/>
                <a:gd name="csY124" fmla="*/ 727582 h 1498637"/>
                <a:gd name="csX125" fmla="*/ 3083266 w 3230884"/>
                <a:gd name="csY125" fmla="*/ 728060 h 1498637"/>
                <a:gd name="csX126" fmla="*/ 3077055 w 3230884"/>
                <a:gd name="csY126" fmla="*/ 732359 h 1498637"/>
                <a:gd name="csX127" fmla="*/ 3072756 w 3230884"/>
                <a:gd name="csY127" fmla="*/ 732837 h 1498637"/>
                <a:gd name="csX128" fmla="*/ 3060813 w 3230884"/>
                <a:gd name="csY128" fmla="*/ 733315 h 1498637"/>
                <a:gd name="csX129" fmla="*/ 3058424 w 3230884"/>
                <a:gd name="csY129" fmla="*/ 732837 h 1498637"/>
                <a:gd name="csX130" fmla="*/ 3056991 w 3230884"/>
                <a:gd name="csY130" fmla="*/ 730926 h 1498637"/>
                <a:gd name="csX131" fmla="*/ 3056513 w 3230884"/>
                <a:gd name="csY131" fmla="*/ 728538 h 1498637"/>
                <a:gd name="csX132" fmla="*/ 3056991 w 3230884"/>
                <a:gd name="csY132" fmla="*/ 723760 h 1498637"/>
                <a:gd name="csX133" fmla="*/ 3056991 w 3230884"/>
                <a:gd name="csY133" fmla="*/ 721849 h 1498637"/>
                <a:gd name="csX134" fmla="*/ 3056513 w 3230884"/>
                <a:gd name="csY134" fmla="*/ 721372 h 1498637"/>
                <a:gd name="csX135" fmla="*/ 3055557 w 3230884"/>
                <a:gd name="csY135" fmla="*/ 721372 h 1498637"/>
                <a:gd name="csX136" fmla="*/ 3053169 w 3230884"/>
                <a:gd name="csY136" fmla="*/ 719461 h 1498637"/>
                <a:gd name="csX137" fmla="*/ 3051258 w 3230884"/>
                <a:gd name="csY137" fmla="*/ 716594 h 1498637"/>
                <a:gd name="csX138" fmla="*/ 3049347 w 3230884"/>
                <a:gd name="csY138" fmla="*/ 713250 h 1498637"/>
                <a:gd name="csX139" fmla="*/ 3048391 w 3230884"/>
                <a:gd name="csY139" fmla="*/ 708951 h 1498637"/>
                <a:gd name="csX140" fmla="*/ 3049825 w 3230884"/>
                <a:gd name="csY140" fmla="*/ 708473 h 1498637"/>
                <a:gd name="csX141" fmla="*/ 3052214 w 3230884"/>
                <a:gd name="csY141" fmla="*/ 709906 h 1498637"/>
                <a:gd name="csX142" fmla="*/ 3052214 w 3230884"/>
                <a:gd name="csY142" fmla="*/ 708473 h 1498637"/>
                <a:gd name="csX143" fmla="*/ 3053169 w 3230884"/>
                <a:gd name="csY143" fmla="*/ 704651 h 1498637"/>
                <a:gd name="csX144" fmla="*/ 3054602 w 3230884"/>
                <a:gd name="csY144" fmla="*/ 702740 h 1498637"/>
                <a:gd name="csX145" fmla="*/ 3055080 w 3230884"/>
                <a:gd name="csY145" fmla="*/ 701307 h 1498637"/>
                <a:gd name="csX146" fmla="*/ 3056036 w 3230884"/>
                <a:gd name="csY146" fmla="*/ 696052 h 1498637"/>
                <a:gd name="csX147" fmla="*/ 3056513 w 3230884"/>
                <a:gd name="csY147" fmla="*/ 692230 h 1498637"/>
                <a:gd name="csX148" fmla="*/ 3054602 w 3230884"/>
                <a:gd name="csY148" fmla="*/ 694619 h 1498637"/>
                <a:gd name="csX149" fmla="*/ 3051736 w 3230884"/>
                <a:gd name="csY149" fmla="*/ 699874 h 1498637"/>
                <a:gd name="csX150" fmla="*/ 3050780 w 3230884"/>
                <a:gd name="csY150" fmla="*/ 701307 h 1498637"/>
                <a:gd name="csX151" fmla="*/ 3049825 w 3230884"/>
                <a:gd name="csY151" fmla="*/ 701785 h 1498637"/>
                <a:gd name="csX152" fmla="*/ 3048870 w 3230884"/>
                <a:gd name="csY152" fmla="*/ 702262 h 1498637"/>
                <a:gd name="csX153" fmla="*/ 3046481 w 3230884"/>
                <a:gd name="csY153" fmla="*/ 701307 h 1498637"/>
                <a:gd name="csX154" fmla="*/ 3045048 w 3230884"/>
                <a:gd name="csY154" fmla="*/ 699874 h 1498637"/>
                <a:gd name="csX155" fmla="*/ 3045048 w 3230884"/>
                <a:gd name="csY155" fmla="*/ 694619 h 1498637"/>
                <a:gd name="csX156" fmla="*/ 3044092 w 3230884"/>
                <a:gd name="csY156" fmla="*/ 693663 h 1498637"/>
                <a:gd name="csX157" fmla="*/ 3043614 w 3230884"/>
                <a:gd name="csY157" fmla="*/ 694619 h 1498637"/>
                <a:gd name="csX158" fmla="*/ 3043137 w 3230884"/>
                <a:gd name="csY158" fmla="*/ 696530 h 1498637"/>
                <a:gd name="csX159" fmla="*/ 3041226 w 3230884"/>
                <a:gd name="csY159" fmla="*/ 696530 h 1498637"/>
                <a:gd name="csX160" fmla="*/ 3040270 w 3230884"/>
                <a:gd name="csY160" fmla="*/ 697485 h 1498637"/>
                <a:gd name="csX161" fmla="*/ 3040748 w 3230884"/>
                <a:gd name="csY161" fmla="*/ 700351 h 1498637"/>
                <a:gd name="csX162" fmla="*/ 3040748 w 3230884"/>
                <a:gd name="csY162" fmla="*/ 703218 h 1498637"/>
                <a:gd name="csX163" fmla="*/ 3038837 w 3230884"/>
                <a:gd name="csY163" fmla="*/ 704173 h 1498637"/>
                <a:gd name="csX164" fmla="*/ 3035015 w 3230884"/>
                <a:gd name="csY164" fmla="*/ 704651 h 1498637"/>
                <a:gd name="csX165" fmla="*/ 3033582 w 3230884"/>
                <a:gd name="csY165" fmla="*/ 702262 h 1498637"/>
                <a:gd name="csX166" fmla="*/ 3032149 w 3230884"/>
                <a:gd name="csY166" fmla="*/ 705606 h 1498637"/>
                <a:gd name="csX167" fmla="*/ 3031671 w 3230884"/>
                <a:gd name="csY167" fmla="*/ 709428 h 1498637"/>
                <a:gd name="csX168" fmla="*/ 3031193 w 3230884"/>
                <a:gd name="csY168" fmla="*/ 714683 h 1498637"/>
                <a:gd name="csX169" fmla="*/ 3032627 w 3230884"/>
                <a:gd name="csY169" fmla="*/ 718983 h 1498637"/>
                <a:gd name="csX170" fmla="*/ 3034538 w 3230884"/>
                <a:gd name="csY170" fmla="*/ 720894 h 1498637"/>
                <a:gd name="csX171" fmla="*/ 3037882 w 3230884"/>
                <a:gd name="csY171" fmla="*/ 724238 h 1498637"/>
                <a:gd name="csX172" fmla="*/ 3039793 w 3230884"/>
                <a:gd name="csY172" fmla="*/ 726626 h 1498637"/>
                <a:gd name="csX173" fmla="*/ 3040270 w 3230884"/>
                <a:gd name="csY173" fmla="*/ 729015 h 1498637"/>
                <a:gd name="csX174" fmla="*/ 3040270 w 3230884"/>
                <a:gd name="csY174" fmla="*/ 731882 h 1498637"/>
                <a:gd name="csX175" fmla="*/ 3037882 w 3230884"/>
                <a:gd name="csY175" fmla="*/ 734748 h 1498637"/>
                <a:gd name="csX176" fmla="*/ 3036926 w 3230884"/>
                <a:gd name="csY176" fmla="*/ 737614 h 1498637"/>
                <a:gd name="csX177" fmla="*/ 3034538 w 3230884"/>
                <a:gd name="csY177" fmla="*/ 743825 h 1498637"/>
                <a:gd name="csX178" fmla="*/ 3033104 w 3230884"/>
                <a:gd name="csY178" fmla="*/ 746213 h 1498637"/>
                <a:gd name="csX179" fmla="*/ 3027372 w 3230884"/>
                <a:gd name="csY179" fmla="*/ 751468 h 1498637"/>
                <a:gd name="csX180" fmla="*/ 3023550 w 3230884"/>
                <a:gd name="csY180" fmla="*/ 752902 h 1498637"/>
                <a:gd name="csX181" fmla="*/ 3020206 w 3230884"/>
                <a:gd name="csY181" fmla="*/ 757679 h 1498637"/>
                <a:gd name="csX182" fmla="*/ 3016384 w 3230884"/>
                <a:gd name="csY182" fmla="*/ 761979 h 1498637"/>
                <a:gd name="csX183" fmla="*/ 3010173 w 3230884"/>
                <a:gd name="csY183" fmla="*/ 763412 h 1498637"/>
                <a:gd name="csX184" fmla="*/ 3001574 w 3230884"/>
                <a:gd name="csY184" fmla="*/ 770100 h 1498637"/>
                <a:gd name="csX185" fmla="*/ 2997752 w 3230884"/>
                <a:gd name="csY185" fmla="*/ 771055 h 1498637"/>
                <a:gd name="csX186" fmla="*/ 2992975 w 3230884"/>
                <a:gd name="csY186" fmla="*/ 768189 h 1498637"/>
                <a:gd name="csX187" fmla="*/ 2982465 w 3230884"/>
                <a:gd name="csY187" fmla="*/ 766278 h 1498637"/>
                <a:gd name="csX188" fmla="*/ 2979121 w 3230884"/>
                <a:gd name="csY188" fmla="*/ 763889 h 1498637"/>
                <a:gd name="csX189" fmla="*/ 2974343 w 3230884"/>
                <a:gd name="csY189" fmla="*/ 757201 h 1498637"/>
                <a:gd name="csX190" fmla="*/ 2972433 w 3230884"/>
                <a:gd name="csY190" fmla="*/ 756246 h 1498637"/>
                <a:gd name="csX191" fmla="*/ 2971477 w 3230884"/>
                <a:gd name="csY191" fmla="*/ 753379 h 1498637"/>
                <a:gd name="csX192" fmla="*/ 2965267 w 3230884"/>
                <a:gd name="csY192" fmla="*/ 750513 h 1498637"/>
                <a:gd name="csX193" fmla="*/ 2960012 w 3230884"/>
                <a:gd name="csY193" fmla="*/ 752424 h 1498637"/>
                <a:gd name="csX194" fmla="*/ 2956190 w 3230884"/>
                <a:gd name="csY194" fmla="*/ 750991 h 1498637"/>
                <a:gd name="csX195" fmla="*/ 2954757 w 3230884"/>
                <a:gd name="csY195" fmla="*/ 751946 h 1498637"/>
                <a:gd name="csX196" fmla="*/ 2956668 w 3230884"/>
                <a:gd name="csY196" fmla="*/ 752902 h 1498637"/>
                <a:gd name="csX197" fmla="*/ 2960490 w 3230884"/>
                <a:gd name="csY197" fmla="*/ 753857 h 1498637"/>
                <a:gd name="csX198" fmla="*/ 2966700 w 3230884"/>
                <a:gd name="csY198" fmla="*/ 753379 h 1498637"/>
                <a:gd name="csX199" fmla="*/ 2968611 w 3230884"/>
                <a:gd name="csY199" fmla="*/ 754335 h 1498637"/>
                <a:gd name="csX200" fmla="*/ 2970044 w 3230884"/>
                <a:gd name="csY200" fmla="*/ 756246 h 1498637"/>
                <a:gd name="csX201" fmla="*/ 2971955 w 3230884"/>
                <a:gd name="csY201" fmla="*/ 760068 h 1498637"/>
                <a:gd name="csX202" fmla="*/ 2970522 w 3230884"/>
                <a:gd name="csY202" fmla="*/ 762456 h 1498637"/>
                <a:gd name="csX203" fmla="*/ 2969089 w 3230884"/>
                <a:gd name="csY203" fmla="*/ 763412 h 1498637"/>
                <a:gd name="csX204" fmla="*/ 2964311 w 3230884"/>
                <a:gd name="csY204" fmla="*/ 760545 h 1498637"/>
                <a:gd name="csX205" fmla="*/ 2959056 w 3230884"/>
                <a:gd name="csY205" fmla="*/ 761023 h 1498637"/>
                <a:gd name="csX206" fmla="*/ 2956190 w 3230884"/>
                <a:gd name="csY206" fmla="*/ 760545 h 1498637"/>
                <a:gd name="csX207" fmla="*/ 2949024 w 3230884"/>
                <a:gd name="csY207" fmla="*/ 755768 h 1498637"/>
                <a:gd name="csX208" fmla="*/ 2943769 w 3230884"/>
                <a:gd name="csY208" fmla="*/ 761023 h 1498637"/>
                <a:gd name="csX209" fmla="*/ 2935647 w 3230884"/>
                <a:gd name="csY209" fmla="*/ 763412 h 1498637"/>
                <a:gd name="csX210" fmla="*/ 2929915 w 3230884"/>
                <a:gd name="csY210" fmla="*/ 763889 h 1498637"/>
                <a:gd name="csX211" fmla="*/ 2918927 w 3230884"/>
                <a:gd name="csY211" fmla="*/ 767711 h 1498637"/>
                <a:gd name="csX212" fmla="*/ 2922271 w 3230884"/>
                <a:gd name="csY212" fmla="*/ 767711 h 1498637"/>
                <a:gd name="csX213" fmla="*/ 2929915 w 3230884"/>
                <a:gd name="csY213" fmla="*/ 764845 h 1498637"/>
                <a:gd name="csX214" fmla="*/ 2934692 w 3230884"/>
                <a:gd name="csY214" fmla="*/ 764845 h 1498637"/>
                <a:gd name="csX215" fmla="*/ 2941381 w 3230884"/>
                <a:gd name="csY215" fmla="*/ 763412 h 1498637"/>
                <a:gd name="csX216" fmla="*/ 2945202 w 3230884"/>
                <a:gd name="csY216" fmla="*/ 761501 h 1498637"/>
                <a:gd name="csX217" fmla="*/ 2946635 w 3230884"/>
                <a:gd name="csY217" fmla="*/ 760068 h 1498637"/>
                <a:gd name="csX218" fmla="*/ 2949024 w 3230884"/>
                <a:gd name="csY218" fmla="*/ 758157 h 1498637"/>
                <a:gd name="csX219" fmla="*/ 2951413 w 3230884"/>
                <a:gd name="csY219" fmla="*/ 759112 h 1498637"/>
                <a:gd name="csX220" fmla="*/ 2952846 w 3230884"/>
                <a:gd name="csY220" fmla="*/ 761023 h 1498637"/>
                <a:gd name="csX221" fmla="*/ 2953801 w 3230884"/>
                <a:gd name="csY221" fmla="*/ 763412 h 1498637"/>
                <a:gd name="csX222" fmla="*/ 2954757 w 3230884"/>
                <a:gd name="csY222" fmla="*/ 766756 h 1498637"/>
                <a:gd name="csX223" fmla="*/ 2953324 w 3230884"/>
                <a:gd name="csY223" fmla="*/ 768667 h 1498637"/>
                <a:gd name="csX224" fmla="*/ 2952368 w 3230884"/>
                <a:gd name="csY224" fmla="*/ 769622 h 1498637"/>
                <a:gd name="csX225" fmla="*/ 2950457 w 3230884"/>
                <a:gd name="csY225" fmla="*/ 772011 h 1498637"/>
                <a:gd name="csX226" fmla="*/ 2958101 w 3230884"/>
                <a:gd name="csY226" fmla="*/ 767711 h 1498637"/>
                <a:gd name="csX227" fmla="*/ 2962400 w 3230884"/>
                <a:gd name="csY227" fmla="*/ 770100 h 1498637"/>
                <a:gd name="csX228" fmla="*/ 2964789 w 3230884"/>
                <a:gd name="csY228" fmla="*/ 769622 h 1498637"/>
                <a:gd name="csX229" fmla="*/ 2968611 w 3230884"/>
                <a:gd name="csY229" fmla="*/ 766278 h 1498637"/>
                <a:gd name="csX230" fmla="*/ 2975299 w 3230884"/>
                <a:gd name="csY230" fmla="*/ 763889 h 1498637"/>
                <a:gd name="csX231" fmla="*/ 2976254 w 3230884"/>
                <a:gd name="csY231" fmla="*/ 764367 h 1498637"/>
                <a:gd name="csX232" fmla="*/ 2976732 w 3230884"/>
                <a:gd name="csY232" fmla="*/ 765323 h 1498637"/>
                <a:gd name="csX233" fmla="*/ 2975777 w 3230884"/>
                <a:gd name="csY233" fmla="*/ 772489 h 1498637"/>
                <a:gd name="csX234" fmla="*/ 2976254 w 3230884"/>
                <a:gd name="csY234" fmla="*/ 777744 h 1498637"/>
                <a:gd name="csX235" fmla="*/ 2981509 w 3230884"/>
                <a:gd name="csY235" fmla="*/ 783476 h 1498637"/>
                <a:gd name="csX236" fmla="*/ 2986765 w 3230884"/>
                <a:gd name="csY236" fmla="*/ 787298 h 1498637"/>
                <a:gd name="csX237" fmla="*/ 2988198 w 3230884"/>
                <a:gd name="csY237" fmla="*/ 787298 h 1498637"/>
                <a:gd name="csX238" fmla="*/ 2990109 w 3230884"/>
                <a:gd name="csY238" fmla="*/ 786820 h 1498637"/>
                <a:gd name="csX239" fmla="*/ 2990586 w 3230884"/>
                <a:gd name="csY239" fmla="*/ 783476 h 1498637"/>
                <a:gd name="csX240" fmla="*/ 2992020 w 3230884"/>
                <a:gd name="csY240" fmla="*/ 781088 h 1498637"/>
                <a:gd name="csX241" fmla="*/ 2993931 w 3230884"/>
                <a:gd name="csY241" fmla="*/ 783476 h 1498637"/>
                <a:gd name="csX242" fmla="*/ 2994886 w 3230884"/>
                <a:gd name="csY242" fmla="*/ 785387 h 1498637"/>
                <a:gd name="csX243" fmla="*/ 2996797 w 3230884"/>
                <a:gd name="csY243" fmla="*/ 791120 h 1498637"/>
                <a:gd name="csX244" fmla="*/ 2996797 w 3230884"/>
                <a:gd name="csY244" fmla="*/ 792553 h 1498637"/>
                <a:gd name="csX245" fmla="*/ 2996319 w 3230884"/>
                <a:gd name="csY245" fmla="*/ 795897 h 1498637"/>
                <a:gd name="csX246" fmla="*/ 2998230 w 3230884"/>
                <a:gd name="csY246" fmla="*/ 797331 h 1498637"/>
                <a:gd name="csX247" fmla="*/ 3000619 w 3230884"/>
                <a:gd name="csY247" fmla="*/ 797808 h 1498637"/>
                <a:gd name="csX248" fmla="*/ 3001097 w 3230884"/>
                <a:gd name="csY248" fmla="*/ 803063 h 1498637"/>
                <a:gd name="csX249" fmla="*/ 3002052 w 3230884"/>
                <a:gd name="csY249" fmla="*/ 810229 h 1498637"/>
                <a:gd name="csX250" fmla="*/ 3001097 w 3230884"/>
                <a:gd name="csY250" fmla="*/ 810707 h 1498637"/>
                <a:gd name="csX251" fmla="*/ 3000141 w 3230884"/>
                <a:gd name="csY251" fmla="*/ 810707 h 1498637"/>
                <a:gd name="csX252" fmla="*/ 2996319 w 3230884"/>
                <a:gd name="csY252" fmla="*/ 812618 h 1498637"/>
                <a:gd name="csX253" fmla="*/ 2996797 w 3230884"/>
                <a:gd name="csY253" fmla="*/ 814051 h 1498637"/>
                <a:gd name="csX254" fmla="*/ 3000619 w 3230884"/>
                <a:gd name="csY254" fmla="*/ 814529 h 1498637"/>
                <a:gd name="csX255" fmla="*/ 3001574 w 3230884"/>
                <a:gd name="csY255" fmla="*/ 815962 h 1498637"/>
                <a:gd name="csX256" fmla="*/ 3000619 w 3230884"/>
                <a:gd name="csY256" fmla="*/ 819306 h 1498637"/>
                <a:gd name="csX257" fmla="*/ 3001097 w 3230884"/>
                <a:gd name="csY257" fmla="*/ 820739 h 1498637"/>
                <a:gd name="csX258" fmla="*/ 3002052 w 3230884"/>
                <a:gd name="csY258" fmla="*/ 821217 h 1498637"/>
                <a:gd name="csX259" fmla="*/ 3003007 w 3230884"/>
                <a:gd name="csY259" fmla="*/ 819306 h 1498637"/>
                <a:gd name="csX260" fmla="*/ 3003007 w 3230884"/>
                <a:gd name="csY260" fmla="*/ 816440 h 1498637"/>
                <a:gd name="csX261" fmla="*/ 3003007 w 3230884"/>
                <a:gd name="csY261" fmla="*/ 815484 h 1498637"/>
                <a:gd name="csX262" fmla="*/ 3005874 w 3230884"/>
                <a:gd name="csY262" fmla="*/ 821217 h 1498637"/>
                <a:gd name="csX263" fmla="*/ 3005874 w 3230884"/>
                <a:gd name="csY263" fmla="*/ 823128 h 1498637"/>
                <a:gd name="csX264" fmla="*/ 3007784 w 3230884"/>
                <a:gd name="csY264" fmla="*/ 825994 h 1498637"/>
                <a:gd name="csX265" fmla="*/ 3013995 w 3230884"/>
                <a:gd name="csY265" fmla="*/ 829338 h 1498637"/>
                <a:gd name="csX266" fmla="*/ 3014950 w 3230884"/>
                <a:gd name="csY266" fmla="*/ 831249 h 1498637"/>
                <a:gd name="csX267" fmla="*/ 3015429 w 3230884"/>
                <a:gd name="csY267" fmla="*/ 834116 h 1498637"/>
                <a:gd name="csX268" fmla="*/ 3013995 w 3230884"/>
                <a:gd name="csY268" fmla="*/ 834593 h 1498637"/>
                <a:gd name="csX269" fmla="*/ 3012562 w 3230884"/>
                <a:gd name="csY269" fmla="*/ 836982 h 1498637"/>
                <a:gd name="csX270" fmla="*/ 3013518 w 3230884"/>
                <a:gd name="csY270" fmla="*/ 839371 h 1498637"/>
                <a:gd name="csX271" fmla="*/ 3014950 w 3230884"/>
                <a:gd name="csY271" fmla="*/ 841759 h 1498637"/>
                <a:gd name="csX272" fmla="*/ 3017339 w 3230884"/>
                <a:gd name="csY272" fmla="*/ 842715 h 1498637"/>
                <a:gd name="csX273" fmla="*/ 3018772 w 3230884"/>
                <a:gd name="csY273" fmla="*/ 846059 h 1498637"/>
                <a:gd name="csX274" fmla="*/ 3018772 w 3230884"/>
                <a:gd name="csY274" fmla="*/ 849403 h 1498637"/>
                <a:gd name="csX275" fmla="*/ 3016861 w 3230884"/>
                <a:gd name="csY275" fmla="*/ 852269 h 1498637"/>
                <a:gd name="csX276" fmla="*/ 3013040 w 3230884"/>
                <a:gd name="csY276" fmla="*/ 856569 h 1498637"/>
                <a:gd name="csX277" fmla="*/ 3010651 w 3230884"/>
                <a:gd name="csY277" fmla="*/ 858002 h 1498637"/>
                <a:gd name="csX278" fmla="*/ 3010173 w 3230884"/>
                <a:gd name="csY278" fmla="*/ 860868 h 1498637"/>
                <a:gd name="csX279" fmla="*/ 3009696 w 3230884"/>
                <a:gd name="csY279" fmla="*/ 863735 h 1498637"/>
                <a:gd name="csX280" fmla="*/ 3008263 w 3230884"/>
                <a:gd name="csY280" fmla="*/ 863735 h 1498637"/>
                <a:gd name="csX281" fmla="*/ 3006829 w 3230884"/>
                <a:gd name="csY281" fmla="*/ 862779 h 1498637"/>
                <a:gd name="csX282" fmla="*/ 2987720 w 3230884"/>
                <a:gd name="csY282" fmla="*/ 855136 h 1498637"/>
                <a:gd name="csX283" fmla="*/ 2981032 w 3230884"/>
                <a:gd name="csY283" fmla="*/ 853703 h 1498637"/>
                <a:gd name="csX284" fmla="*/ 2974822 w 3230884"/>
                <a:gd name="csY284" fmla="*/ 853703 h 1498637"/>
                <a:gd name="csX285" fmla="*/ 2973388 w 3230884"/>
                <a:gd name="csY285" fmla="*/ 853225 h 1498637"/>
                <a:gd name="csX286" fmla="*/ 2973388 w 3230884"/>
                <a:gd name="csY286" fmla="*/ 851314 h 1498637"/>
                <a:gd name="csX287" fmla="*/ 2973866 w 3230884"/>
                <a:gd name="csY287" fmla="*/ 849403 h 1498637"/>
                <a:gd name="csX288" fmla="*/ 2974822 w 3230884"/>
                <a:gd name="csY288" fmla="*/ 847492 h 1498637"/>
                <a:gd name="csX289" fmla="*/ 2974343 w 3230884"/>
                <a:gd name="csY289" fmla="*/ 845581 h 1498637"/>
                <a:gd name="csX290" fmla="*/ 2973388 w 3230884"/>
                <a:gd name="csY290" fmla="*/ 845581 h 1498637"/>
                <a:gd name="csX291" fmla="*/ 2972911 w 3230884"/>
                <a:gd name="csY291" fmla="*/ 847014 h 1498637"/>
                <a:gd name="csX292" fmla="*/ 2971000 w 3230884"/>
                <a:gd name="csY292" fmla="*/ 847014 h 1498637"/>
                <a:gd name="csX293" fmla="*/ 2969566 w 3230884"/>
                <a:gd name="csY293" fmla="*/ 845581 h 1498637"/>
                <a:gd name="csX294" fmla="*/ 2968133 w 3230884"/>
                <a:gd name="csY294" fmla="*/ 846059 h 1498637"/>
                <a:gd name="csX295" fmla="*/ 2967656 w 3230884"/>
                <a:gd name="csY295" fmla="*/ 847970 h 1498637"/>
                <a:gd name="csX296" fmla="*/ 2967177 w 3230884"/>
                <a:gd name="csY296" fmla="*/ 849403 h 1498637"/>
                <a:gd name="csX297" fmla="*/ 2967177 w 3230884"/>
                <a:gd name="csY297" fmla="*/ 850836 h 1498637"/>
                <a:gd name="csX298" fmla="*/ 2967656 w 3230884"/>
                <a:gd name="csY298" fmla="*/ 851792 h 1498637"/>
                <a:gd name="csX299" fmla="*/ 2971477 w 3230884"/>
                <a:gd name="csY299" fmla="*/ 853225 h 1498637"/>
                <a:gd name="csX300" fmla="*/ 2971000 w 3230884"/>
                <a:gd name="csY300" fmla="*/ 854658 h 1498637"/>
                <a:gd name="csX301" fmla="*/ 2965745 w 3230884"/>
                <a:gd name="csY301" fmla="*/ 855613 h 1498637"/>
                <a:gd name="csX302" fmla="*/ 2961923 w 3230884"/>
                <a:gd name="csY302" fmla="*/ 856569 h 1498637"/>
                <a:gd name="csX303" fmla="*/ 2956668 w 3230884"/>
                <a:gd name="csY303" fmla="*/ 860391 h 1498637"/>
                <a:gd name="csX304" fmla="*/ 2954279 w 3230884"/>
                <a:gd name="csY304" fmla="*/ 862779 h 1498637"/>
                <a:gd name="csX305" fmla="*/ 2940425 w 3230884"/>
                <a:gd name="csY305" fmla="*/ 869468 h 1498637"/>
                <a:gd name="csX306" fmla="*/ 2936603 w 3230884"/>
                <a:gd name="csY306" fmla="*/ 871379 h 1498637"/>
                <a:gd name="csX307" fmla="*/ 2935170 w 3230884"/>
                <a:gd name="csY307" fmla="*/ 871856 h 1498637"/>
                <a:gd name="csX308" fmla="*/ 2933259 w 3230884"/>
                <a:gd name="csY308" fmla="*/ 872334 h 1498637"/>
                <a:gd name="csX309" fmla="*/ 2931826 w 3230884"/>
                <a:gd name="csY309" fmla="*/ 875200 h 1498637"/>
                <a:gd name="csX310" fmla="*/ 2924182 w 3230884"/>
                <a:gd name="csY310" fmla="*/ 879022 h 1498637"/>
                <a:gd name="csX311" fmla="*/ 2922271 w 3230884"/>
                <a:gd name="csY311" fmla="*/ 878545 h 1498637"/>
                <a:gd name="csX312" fmla="*/ 2920360 w 3230884"/>
                <a:gd name="csY312" fmla="*/ 881411 h 1498637"/>
                <a:gd name="csX313" fmla="*/ 2918449 w 3230884"/>
                <a:gd name="csY313" fmla="*/ 883322 h 1498637"/>
                <a:gd name="csX314" fmla="*/ 2913672 w 3230884"/>
                <a:gd name="csY314" fmla="*/ 883322 h 1498637"/>
                <a:gd name="csX315" fmla="*/ 2910806 w 3230884"/>
                <a:gd name="csY315" fmla="*/ 884277 h 1498637"/>
                <a:gd name="csX316" fmla="*/ 2904595 w 3230884"/>
                <a:gd name="csY316" fmla="*/ 889054 h 1498637"/>
                <a:gd name="csX317" fmla="*/ 2900774 w 3230884"/>
                <a:gd name="csY317" fmla="*/ 887621 h 1498637"/>
                <a:gd name="csX318" fmla="*/ 2895996 w 3230884"/>
                <a:gd name="csY318" fmla="*/ 893354 h 1498637"/>
                <a:gd name="csX319" fmla="*/ 2891219 w 3230884"/>
                <a:gd name="csY319" fmla="*/ 899087 h 1498637"/>
                <a:gd name="csX320" fmla="*/ 2889308 w 3230884"/>
                <a:gd name="csY320" fmla="*/ 899087 h 1498637"/>
                <a:gd name="csX321" fmla="*/ 2885486 w 3230884"/>
                <a:gd name="csY321" fmla="*/ 896698 h 1498637"/>
                <a:gd name="csX322" fmla="*/ 2884531 w 3230884"/>
                <a:gd name="csY322" fmla="*/ 898131 h 1498637"/>
                <a:gd name="csX323" fmla="*/ 2885008 w 3230884"/>
                <a:gd name="csY323" fmla="*/ 900520 h 1498637"/>
                <a:gd name="csX324" fmla="*/ 2886442 w 3230884"/>
                <a:gd name="csY324" fmla="*/ 902909 h 1498637"/>
                <a:gd name="csX325" fmla="*/ 2885486 w 3230884"/>
                <a:gd name="csY325" fmla="*/ 903386 h 1498637"/>
                <a:gd name="csX326" fmla="*/ 2884053 w 3230884"/>
                <a:gd name="csY326" fmla="*/ 902909 h 1498637"/>
                <a:gd name="csX327" fmla="*/ 2883097 w 3230884"/>
                <a:gd name="csY327" fmla="*/ 902909 h 1498637"/>
                <a:gd name="csX328" fmla="*/ 2882142 w 3230884"/>
                <a:gd name="csY328" fmla="*/ 903386 h 1498637"/>
                <a:gd name="csX329" fmla="*/ 2882142 w 3230884"/>
                <a:gd name="csY329" fmla="*/ 905297 h 1498637"/>
                <a:gd name="csX330" fmla="*/ 2880231 w 3230884"/>
                <a:gd name="csY330" fmla="*/ 907208 h 1498637"/>
                <a:gd name="csX331" fmla="*/ 2878320 w 3230884"/>
                <a:gd name="csY331" fmla="*/ 907686 h 1498637"/>
                <a:gd name="csX332" fmla="*/ 2876409 w 3230884"/>
                <a:gd name="csY332" fmla="*/ 908164 h 1498637"/>
                <a:gd name="csX333" fmla="*/ 2875931 w 3230884"/>
                <a:gd name="csY333" fmla="*/ 910075 h 1498637"/>
                <a:gd name="csX334" fmla="*/ 2876409 w 3230884"/>
                <a:gd name="csY334" fmla="*/ 912463 h 1498637"/>
                <a:gd name="csX335" fmla="*/ 2872587 w 3230884"/>
                <a:gd name="csY335" fmla="*/ 914852 h 1498637"/>
                <a:gd name="csX336" fmla="*/ 2869721 w 3230884"/>
                <a:gd name="csY336" fmla="*/ 917718 h 1498637"/>
                <a:gd name="csX337" fmla="*/ 2868288 w 3230884"/>
                <a:gd name="csY337" fmla="*/ 918196 h 1498637"/>
                <a:gd name="csX338" fmla="*/ 2866854 w 3230884"/>
                <a:gd name="csY338" fmla="*/ 919629 h 1498637"/>
                <a:gd name="csX339" fmla="*/ 2865421 w 3230884"/>
                <a:gd name="csY339" fmla="*/ 920585 h 1498637"/>
                <a:gd name="csX340" fmla="*/ 2863033 w 3230884"/>
                <a:gd name="csY340" fmla="*/ 920585 h 1498637"/>
                <a:gd name="csX341" fmla="*/ 2858256 w 3230884"/>
                <a:gd name="csY341" fmla="*/ 924884 h 1498637"/>
                <a:gd name="csX342" fmla="*/ 2847745 w 3230884"/>
                <a:gd name="csY342" fmla="*/ 932528 h 1498637"/>
                <a:gd name="csX343" fmla="*/ 2844879 w 3230884"/>
                <a:gd name="csY343" fmla="*/ 933483 h 1498637"/>
                <a:gd name="csX344" fmla="*/ 2841057 w 3230884"/>
                <a:gd name="csY344" fmla="*/ 935394 h 1498637"/>
                <a:gd name="csX345" fmla="*/ 2840579 w 3230884"/>
                <a:gd name="csY345" fmla="*/ 936827 h 1498637"/>
                <a:gd name="csX346" fmla="*/ 2840579 w 3230884"/>
                <a:gd name="csY346" fmla="*/ 938738 h 1498637"/>
                <a:gd name="csX347" fmla="*/ 2839146 w 3230884"/>
                <a:gd name="csY347" fmla="*/ 942082 h 1498637"/>
                <a:gd name="csX348" fmla="*/ 2837235 w 3230884"/>
                <a:gd name="csY348" fmla="*/ 949726 h 1498637"/>
                <a:gd name="csX349" fmla="*/ 2836758 w 3230884"/>
                <a:gd name="csY349" fmla="*/ 951159 h 1498637"/>
                <a:gd name="csX350" fmla="*/ 2835802 w 3230884"/>
                <a:gd name="csY350" fmla="*/ 952593 h 1498637"/>
                <a:gd name="csX351" fmla="*/ 2831980 w 3230884"/>
                <a:gd name="csY351" fmla="*/ 952115 h 1498637"/>
                <a:gd name="csX352" fmla="*/ 2828636 w 3230884"/>
                <a:gd name="csY352" fmla="*/ 948771 h 1498637"/>
                <a:gd name="csX353" fmla="*/ 2827681 w 3230884"/>
                <a:gd name="csY353" fmla="*/ 947815 h 1498637"/>
                <a:gd name="csX354" fmla="*/ 2826725 w 3230884"/>
                <a:gd name="csY354" fmla="*/ 945904 h 1498637"/>
                <a:gd name="csX355" fmla="*/ 2826725 w 3230884"/>
                <a:gd name="csY355" fmla="*/ 943516 h 1498637"/>
                <a:gd name="csX356" fmla="*/ 2825770 w 3230884"/>
                <a:gd name="csY356" fmla="*/ 942082 h 1498637"/>
                <a:gd name="csX357" fmla="*/ 2825292 w 3230884"/>
                <a:gd name="csY357" fmla="*/ 941605 h 1498637"/>
                <a:gd name="csX358" fmla="*/ 2821470 w 3230884"/>
                <a:gd name="csY358" fmla="*/ 935394 h 1498637"/>
                <a:gd name="csX359" fmla="*/ 2814304 w 3230884"/>
                <a:gd name="csY359" fmla="*/ 931095 h 1498637"/>
                <a:gd name="csX360" fmla="*/ 2813349 w 3230884"/>
                <a:gd name="csY360" fmla="*/ 929661 h 1498637"/>
                <a:gd name="csX361" fmla="*/ 2804749 w 3230884"/>
                <a:gd name="csY361" fmla="*/ 930617 h 1498637"/>
                <a:gd name="csX362" fmla="*/ 2802361 w 3230884"/>
                <a:gd name="csY362" fmla="*/ 930617 h 1498637"/>
                <a:gd name="csX363" fmla="*/ 2798539 w 3230884"/>
                <a:gd name="csY363" fmla="*/ 929661 h 1498637"/>
                <a:gd name="csX364" fmla="*/ 2791851 w 3230884"/>
                <a:gd name="csY364" fmla="*/ 930617 h 1498637"/>
                <a:gd name="csX365" fmla="*/ 2784207 w 3230884"/>
                <a:gd name="csY365" fmla="*/ 933006 h 1498637"/>
                <a:gd name="csX366" fmla="*/ 2781819 w 3230884"/>
                <a:gd name="csY366" fmla="*/ 934439 h 1498637"/>
                <a:gd name="csX367" fmla="*/ 2773697 w 3230884"/>
                <a:gd name="csY367" fmla="*/ 936350 h 1498637"/>
                <a:gd name="csX368" fmla="*/ 2768920 w 3230884"/>
                <a:gd name="csY368" fmla="*/ 940172 h 1498637"/>
                <a:gd name="csX369" fmla="*/ 2758410 w 3230884"/>
                <a:gd name="csY369" fmla="*/ 953548 h 1498637"/>
                <a:gd name="csX370" fmla="*/ 2756021 w 3230884"/>
                <a:gd name="csY370" fmla="*/ 955937 h 1498637"/>
                <a:gd name="csX371" fmla="*/ 2755066 w 3230884"/>
                <a:gd name="csY371" fmla="*/ 956892 h 1498637"/>
                <a:gd name="csX372" fmla="*/ 2753155 w 3230884"/>
                <a:gd name="csY372" fmla="*/ 956892 h 1498637"/>
                <a:gd name="csX373" fmla="*/ 2752677 w 3230884"/>
                <a:gd name="csY373" fmla="*/ 954026 h 1498637"/>
                <a:gd name="csX374" fmla="*/ 2752199 w 3230884"/>
                <a:gd name="csY374" fmla="*/ 952115 h 1498637"/>
                <a:gd name="csX375" fmla="*/ 2752677 w 3230884"/>
                <a:gd name="csY375" fmla="*/ 948293 h 1498637"/>
                <a:gd name="csX376" fmla="*/ 2754110 w 3230884"/>
                <a:gd name="csY376" fmla="*/ 944949 h 1498637"/>
                <a:gd name="csX377" fmla="*/ 2755544 w 3230884"/>
                <a:gd name="csY377" fmla="*/ 938738 h 1498637"/>
                <a:gd name="csX378" fmla="*/ 2755544 w 3230884"/>
                <a:gd name="csY378" fmla="*/ 936350 h 1498637"/>
                <a:gd name="csX379" fmla="*/ 2756499 w 3230884"/>
                <a:gd name="csY379" fmla="*/ 933483 h 1498637"/>
                <a:gd name="csX380" fmla="*/ 2753155 w 3230884"/>
                <a:gd name="csY380" fmla="*/ 933961 h 1498637"/>
                <a:gd name="csX381" fmla="*/ 2748378 w 3230884"/>
                <a:gd name="csY381" fmla="*/ 938261 h 1498637"/>
                <a:gd name="csX382" fmla="*/ 2741212 w 3230884"/>
                <a:gd name="csY382" fmla="*/ 943038 h 1498637"/>
                <a:gd name="csX383" fmla="*/ 2737867 w 3230884"/>
                <a:gd name="csY383" fmla="*/ 943993 h 1498637"/>
                <a:gd name="csX384" fmla="*/ 2735479 w 3230884"/>
                <a:gd name="csY384" fmla="*/ 946382 h 1498637"/>
                <a:gd name="csX385" fmla="*/ 2733568 w 3230884"/>
                <a:gd name="csY385" fmla="*/ 946860 h 1498637"/>
                <a:gd name="csX386" fmla="*/ 2731180 w 3230884"/>
                <a:gd name="csY386" fmla="*/ 947815 h 1498637"/>
                <a:gd name="csX387" fmla="*/ 2731180 w 3230884"/>
                <a:gd name="csY387" fmla="*/ 953548 h 1498637"/>
                <a:gd name="csX388" fmla="*/ 2730224 w 3230884"/>
                <a:gd name="csY388" fmla="*/ 956414 h 1498637"/>
                <a:gd name="csX389" fmla="*/ 2728791 w 3230884"/>
                <a:gd name="csY389" fmla="*/ 956892 h 1498637"/>
                <a:gd name="csX390" fmla="*/ 2726880 w 3230884"/>
                <a:gd name="csY390" fmla="*/ 957370 h 1498637"/>
                <a:gd name="csX391" fmla="*/ 2725447 w 3230884"/>
                <a:gd name="csY391" fmla="*/ 955937 h 1498637"/>
                <a:gd name="csX392" fmla="*/ 2723058 w 3230884"/>
                <a:gd name="csY392" fmla="*/ 951637 h 1498637"/>
                <a:gd name="csX393" fmla="*/ 2720192 w 3230884"/>
                <a:gd name="csY393" fmla="*/ 949248 h 1498637"/>
                <a:gd name="csX394" fmla="*/ 2718758 w 3230884"/>
                <a:gd name="csY394" fmla="*/ 948771 h 1498637"/>
                <a:gd name="csX395" fmla="*/ 2717325 w 3230884"/>
                <a:gd name="csY395" fmla="*/ 949248 h 1498637"/>
                <a:gd name="csX396" fmla="*/ 2714937 w 3230884"/>
                <a:gd name="csY396" fmla="*/ 952593 h 1498637"/>
                <a:gd name="csX397" fmla="*/ 2712070 w 3230884"/>
                <a:gd name="csY397" fmla="*/ 954981 h 1498637"/>
                <a:gd name="csX398" fmla="*/ 2712548 w 3230884"/>
                <a:gd name="csY398" fmla="*/ 952115 h 1498637"/>
                <a:gd name="csX399" fmla="*/ 2710159 w 3230884"/>
                <a:gd name="csY399" fmla="*/ 950682 h 1498637"/>
                <a:gd name="csX400" fmla="*/ 2708248 w 3230884"/>
                <a:gd name="csY400" fmla="*/ 950204 h 1498637"/>
                <a:gd name="csX401" fmla="*/ 2705382 w 3230884"/>
                <a:gd name="csY401" fmla="*/ 949726 h 1498637"/>
                <a:gd name="csX402" fmla="*/ 2704904 w 3230884"/>
                <a:gd name="csY402" fmla="*/ 950204 h 1498637"/>
                <a:gd name="csX403" fmla="*/ 2703949 w 3230884"/>
                <a:gd name="csY403" fmla="*/ 952115 h 1498637"/>
                <a:gd name="csX404" fmla="*/ 2701560 w 3230884"/>
                <a:gd name="csY404" fmla="*/ 954503 h 1498637"/>
                <a:gd name="csX405" fmla="*/ 2699649 w 3230884"/>
                <a:gd name="csY405" fmla="*/ 955459 h 1498637"/>
                <a:gd name="csX406" fmla="*/ 2698216 w 3230884"/>
                <a:gd name="csY406" fmla="*/ 957370 h 1498637"/>
                <a:gd name="csX407" fmla="*/ 2697260 w 3230884"/>
                <a:gd name="csY407" fmla="*/ 959281 h 1498637"/>
                <a:gd name="csX408" fmla="*/ 2696305 w 3230884"/>
                <a:gd name="csY408" fmla="*/ 962147 h 1498637"/>
                <a:gd name="csX409" fmla="*/ 2695350 w 3230884"/>
                <a:gd name="csY409" fmla="*/ 968835 h 1498637"/>
                <a:gd name="csX410" fmla="*/ 2695350 w 3230884"/>
                <a:gd name="csY410" fmla="*/ 976479 h 1498637"/>
                <a:gd name="csX411" fmla="*/ 2691528 w 3230884"/>
                <a:gd name="csY411" fmla="*/ 982689 h 1498637"/>
                <a:gd name="csX412" fmla="*/ 2690094 w 3230884"/>
                <a:gd name="csY412" fmla="*/ 982212 h 1498637"/>
                <a:gd name="csX413" fmla="*/ 2689617 w 3230884"/>
                <a:gd name="csY413" fmla="*/ 982212 h 1498637"/>
                <a:gd name="csX414" fmla="*/ 2688662 w 3230884"/>
                <a:gd name="csY414" fmla="*/ 983167 h 1498637"/>
                <a:gd name="csX415" fmla="*/ 2690094 w 3230884"/>
                <a:gd name="csY415" fmla="*/ 986511 h 1498637"/>
                <a:gd name="csX416" fmla="*/ 2689617 w 3230884"/>
                <a:gd name="csY416" fmla="*/ 987467 h 1498637"/>
                <a:gd name="csX417" fmla="*/ 2688662 w 3230884"/>
                <a:gd name="csY417" fmla="*/ 988422 h 1498637"/>
                <a:gd name="csX418" fmla="*/ 2687228 w 3230884"/>
                <a:gd name="csY418" fmla="*/ 989378 h 1498637"/>
                <a:gd name="csX419" fmla="*/ 2682928 w 3230884"/>
                <a:gd name="csY419" fmla="*/ 994155 h 1498637"/>
                <a:gd name="csX420" fmla="*/ 2679107 w 3230884"/>
                <a:gd name="csY420" fmla="*/ 997499 h 1498637"/>
                <a:gd name="csX421" fmla="*/ 2672896 w 3230884"/>
                <a:gd name="csY421" fmla="*/ 1006576 h 1498637"/>
                <a:gd name="csX422" fmla="*/ 2670985 w 3230884"/>
                <a:gd name="csY422" fmla="*/ 1012787 h 1498637"/>
                <a:gd name="csX423" fmla="*/ 2669552 w 3230884"/>
                <a:gd name="csY423" fmla="*/ 1019475 h 1498637"/>
                <a:gd name="csX424" fmla="*/ 2670030 w 3230884"/>
                <a:gd name="csY424" fmla="*/ 1022819 h 1498637"/>
                <a:gd name="csX425" fmla="*/ 2670985 w 3230884"/>
                <a:gd name="csY425" fmla="*/ 1024730 h 1498637"/>
                <a:gd name="csX426" fmla="*/ 2671941 w 3230884"/>
                <a:gd name="csY426" fmla="*/ 1026163 h 1498637"/>
                <a:gd name="csX427" fmla="*/ 2674330 w 3230884"/>
                <a:gd name="csY427" fmla="*/ 1028074 h 1498637"/>
                <a:gd name="csX428" fmla="*/ 2678151 w 3230884"/>
                <a:gd name="csY428" fmla="*/ 1029507 h 1498637"/>
                <a:gd name="csX429" fmla="*/ 2678151 w 3230884"/>
                <a:gd name="csY429" fmla="*/ 1030940 h 1498637"/>
                <a:gd name="csX430" fmla="*/ 2678151 w 3230884"/>
                <a:gd name="csY430" fmla="*/ 1031418 h 1498637"/>
                <a:gd name="csX431" fmla="*/ 2679585 w 3230884"/>
                <a:gd name="csY431" fmla="*/ 1029985 h 1498637"/>
                <a:gd name="csX432" fmla="*/ 2680540 w 3230884"/>
                <a:gd name="csY432" fmla="*/ 1025207 h 1498637"/>
                <a:gd name="csX433" fmla="*/ 2683407 w 3230884"/>
                <a:gd name="csY433" fmla="*/ 1023774 h 1498637"/>
                <a:gd name="csX434" fmla="*/ 2684362 w 3230884"/>
                <a:gd name="csY434" fmla="*/ 1023774 h 1498637"/>
                <a:gd name="csX435" fmla="*/ 2692961 w 3230884"/>
                <a:gd name="csY435" fmla="*/ 1027596 h 1498637"/>
                <a:gd name="csX436" fmla="*/ 2694394 w 3230884"/>
                <a:gd name="csY436" fmla="*/ 1029029 h 1498637"/>
                <a:gd name="csX437" fmla="*/ 2694394 w 3230884"/>
                <a:gd name="csY437" fmla="*/ 1032851 h 1498637"/>
                <a:gd name="csX438" fmla="*/ 2693916 w 3230884"/>
                <a:gd name="csY438" fmla="*/ 1034284 h 1498637"/>
                <a:gd name="csX439" fmla="*/ 2692005 w 3230884"/>
                <a:gd name="csY439" fmla="*/ 1036673 h 1498637"/>
                <a:gd name="csX440" fmla="*/ 2689139 w 3230884"/>
                <a:gd name="csY440" fmla="*/ 1039539 h 1498637"/>
                <a:gd name="csX441" fmla="*/ 2685795 w 3230884"/>
                <a:gd name="csY441" fmla="*/ 1043839 h 1498637"/>
                <a:gd name="csX442" fmla="*/ 2685317 w 3230884"/>
                <a:gd name="csY442" fmla="*/ 1046228 h 1498637"/>
                <a:gd name="csX443" fmla="*/ 2685317 w 3230884"/>
                <a:gd name="csY443" fmla="*/ 1047661 h 1498637"/>
                <a:gd name="csX444" fmla="*/ 2686273 w 3230884"/>
                <a:gd name="csY444" fmla="*/ 1052438 h 1498637"/>
                <a:gd name="csX445" fmla="*/ 2686273 w 3230884"/>
                <a:gd name="csY445" fmla="*/ 1054827 h 1498637"/>
                <a:gd name="csX446" fmla="*/ 2685795 w 3230884"/>
                <a:gd name="csY446" fmla="*/ 1060082 h 1498637"/>
                <a:gd name="csX447" fmla="*/ 2686273 w 3230884"/>
                <a:gd name="csY447" fmla="*/ 1061993 h 1498637"/>
                <a:gd name="csX448" fmla="*/ 2687228 w 3230884"/>
                <a:gd name="csY448" fmla="*/ 1063904 h 1498637"/>
                <a:gd name="csX449" fmla="*/ 2688662 w 3230884"/>
                <a:gd name="csY449" fmla="*/ 1064859 h 1498637"/>
                <a:gd name="csX450" fmla="*/ 2691050 w 3230884"/>
                <a:gd name="csY450" fmla="*/ 1064381 h 1498637"/>
                <a:gd name="csX451" fmla="*/ 2693439 w 3230884"/>
                <a:gd name="csY451" fmla="*/ 1064859 h 1498637"/>
                <a:gd name="csX452" fmla="*/ 2695350 w 3230884"/>
                <a:gd name="csY452" fmla="*/ 1066292 h 1498637"/>
                <a:gd name="csX453" fmla="*/ 2694872 w 3230884"/>
                <a:gd name="csY453" fmla="*/ 1070114 h 1498637"/>
                <a:gd name="csX454" fmla="*/ 2695828 w 3230884"/>
                <a:gd name="csY454" fmla="*/ 1073936 h 1498637"/>
                <a:gd name="csX455" fmla="*/ 2696783 w 3230884"/>
                <a:gd name="csY455" fmla="*/ 1081102 h 1498637"/>
                <a:gd name="csX456" fmla="*/ 2695350 w 3230884"/>
                <a:gd name="csY456" fmla="*/ 1083013 h 1498637"/>
                <a:gd name="csX457" fmla="*/ 2693916 w 3230884"/>
                <a:gd name="csY457" fmla="*/ 1084446 h 1498637"/>
                <a:gd name="csX458" fmla="*/ 2691050 w 3230884"/>
                <a:gd name="csY458" fmla="*/ 1087312 h 1498637"/>
                <a:gd name="csX459" fmla="*/ 2689617 w 3230884"/>
                <a:gd name="csY459" fmla="*/ 1087790 h 1498637"/>
                <a:gd name="csX460" fmla="*/ 2686751 w 3230884"/>
                <a:gd name="csY460" fmla="*/ 1086357 h 1498637"/>
                <a:gd name="csX461" fmla="*/ 2682928 w 3230884"/>
                <a:gd name="csY461" fmla="*/ 1081102 h 1498637"/>
                <a:gd name="csX462" fmla="*/ 2684362 w 3230884"/>
                <a:gd name="csY462" fmla="*/ 1077758 h 1498637"/>
                <a:gd name="csX463" fmla="*/ 2688184 w 3230884"/>
                <a:gd name="csY463" fmla="*/ 1075847 h 1498637"/>
                <a:gd name="csX464" fmla="*/ 2689617 w 3230884"/>
                <a:gd name="csY464" fmla="*/ 1073936 h 1498637"/>
                <a:gd name="csX465" fmla="*/ 2691050 w 3230884"/>
                <a:gd name="csY465" fmla="*/ 1071547 h 1498637"/>
                <a:gd name="csX466" fmla="*/ 2689139 w 3230884"/>
                <a:gd name="csY466" fmla="*/ 1072025 h 1498637"/>
                <a:gd name="csX467" fmla="*/ 2687706 w 3230884"/>
                <a:gd name="csY467" fmla="*/ 1072980 h 1498637"/>
                <a:gd name="csX468" fmla="*/ 2683407 w 3230884"/>
                <a:gd name="csY468" fmla="*/ 1072503 h 1498637"/>
                <a:gd name="csX469" fmla="*/ 2681973 w 3230884"/>
                <a:gd name="csY469" fmla="*/ 1073936 h 1498637"/>
                <a:gd name="csX470" fmla="*/ 2680062 w 3230884"/>
                <a:gd name="csY470" fmla="*/ 1075847 h 1498637"/>
                <a:gd name="csX471" fmla="*/ 2680540 w 3230884"/>
                <a:gd name="csY471" fmla="*/ 1080146 h 1498637"/>
                <a:gd name="csX472" fmla="*/ 2679585 w 3230884"/>
                <a:gd name="csY472" fmla="*/ 1081102 h 1498637"/>
                <a:gd name="csX473" fmla="*/ 2676718 w 3230884"/>
                <a:gd name="csY473" fmla="*/ 1082535 h 1498637"/>
                <a:gd name="csX474" fmla="*/ 2672896 w 3230884"/>
                <a:gd name="csY474" fmla="*/ 1084446 h 1498637"/>
                <a:gd name="csX475" fmla="*/ 2671941 w 3230884"/>
                <a:gd name="csY475" fmla="*/ 1085879 h 1498637"/>
                <a:gd name="csX476" fmla="*/ 2668597 w 3230884"/>
                <a:gd name="csY476" fmla="*/ 1094001 h 1498637"/>
                <a:gd name="csX477" fmla="*/ 2665730 w 3230884"/>
                <a:gd name="csY477" fmla="*/ 1099733 h 1498637"/>
                <a:gd name="csX478" fmla="*/ 2664775 w 3230884"/>
                <a:gd name="csY478" fmla="*/ 1104988 h 1498637"/>
                <a:gd name="csX479" fmla="*/ 2664775 w 3230884"/>
                <a:gd name="csY479" fmla="*/ 1109288 h 1498637"/>
                <a:gd name="csX480" fmla="*/ 2666208 w 3230884"/>
                <a:gd name="csY480" fmla="*/ 1114065 h 1498637"/>
                <a:gd name="csX481" fmla="*/ 2666686 w 3230884"/>
                <a:gd name="csY481" fmla="*/ 1116454 h 1498637"/>
                <a:gd name="csX482" fmla="*/ 2670030 w 3230884"/>
                <a:gd name="csY482" fmla="*/ 1120753 h 1498637"/>
                <a:gd name="csX483" fmla="*/ 2671941 w 3230884"/>
                <a:gd name="csY483" fmla="*/ 1124097 h 1498637"/>
                <a:gd name="csX484" fmla="*/ 2672419 w 3230884"/>
                <a:gd name="csY484" fmla="*/ 1128397 h 1498637"/>
                <a:gd name="csX485" fmla="*/ 2669552 w 3230884"/>
                <a:gd name="csY485" fmla="*/ 1130786 h 1498637"/>
                <a:gd name="csX486" fmla="*/ 2664775 w 3230884"/>
                <a:gd name="csY486" fmla="*/ 1135563 h 1498637"/>
                <a:gd name="csX487" fmla="*/ 2662864 w 3230884"/>
                <a:gd name="csY487" fmla="*/ 1136041 h 1498637"/>
                <a:gd name="csX488" fmla="*/ 2656176 w 3230884"/>
                <a:gd name="csY488" fmla="*/ 1136041 h 1498637"/>
                <a:gd name="csX489" fmla="*/ 2652832 w 3230884"/>
                <a:gd name="csY489" fmla="*/ 1133174 h 1498637"/>
                <a:gd name="csX490" fmla="*/ 2649010 w 3230884"/>
                <a:gd name="csY490" fmla="*/ 1134130 h 1498637"/>
                <a:gd name="csX491" fmla="*/ 2646144 w 3230884"/>
                <a:gd name="csY491" fmla="*/ 1135085 h 1498637"/>
                <a:gd name="csX492" fmla="*/ 2640889 w 3230884"/>
                <a:gd name="csY492" fmla="*/ 1138429 h 1498637"/>
                <a:gd name="csX493" fmla="*/ 2636111 w 3230884"/>
                <a:gd name="csY493" fmla="*/ 1143207 h 1498637"/>
                <a:gd name="csX494" fmla="*/ 2631812 w 3230884"/>
                <a:gd name="csY494" fmla="*/ 1146073 h 1498637"/>
                <a:gd name="csX495" fmla="*/ 2630856 w 3230884"/>
                <a:gd name="csY495" fmla="*/ 1147984 h 1498637"/>
                <a:gd name="csX496" fmla="*/ 2628945 w 3230884"/>
                <a:gd name="csY496" fmla="*/ 1151806 h 1498637"/>
                <a:gd name="csX497" fmla="*/ 2627512 w 3230884"/>
                <a:gd name="csY497" fmla="*/ 1158494 h 1498637"/>
                <a:gd name="csX498" fmla="*/ 2627990 w 3230884"/>
                <a:gd name="csY498" fmla="*/ 1161838 h 1498637"/>
                <a:gd name="csX499" fmla="*/ 2628945 w 3230884"/>
                <a:gd name="csY499" fmla="*/ 1163749 h 1498637"/>
                <a:gd name="csX500" fmla="*/ 2629423 w 3230884"/>
                <a:gd name="csY500" fmla="*/ 1165660 h 1498637"/>
                <a:gd name="csX501" fmla="*/ 2628468 w 3230884"/>
                <a:gd name="csY501" fmla="*/ 1169004 h 1498637"/>
                <a:gd name="csX502" fmla="*/ 2628468 w 3230884"/>
                <a:gd name="csY502" fmla="*/ 1170915 h 1498637"/>
                <a:gd name="csX503" fmla="*/ 2630378 w 3230884"/>
                <a:gd name="csY503" fmla="*/ 1174259 h 1498637"/>
                <a:gd name="csX504" fmla="*/ 2630856 w 3230884"/>
                <a:gd name="csY504" fmla="*/ 1178559 h 1498637"/>
                <a:gd name="csX505" fmla="*/ 2629423 w 3230884"/>
                <a:gd name="csY505" fmla="*/ 1178559 h 1498637"/>
                <a:gd name="csX506" fmla="*/ 2626079 w 3230884"/>
                <a:gd name="csY506" fmla="*/ 1175692 h 1498637"/>
                <a:gd name="csX507" fmla="*/ 2622257 w 3230884"/>
                <a:gd name="csY507" fmla="*/ 1175215 h 1498637"/>
                <a:gd name="csX508" fmla="*/ 2613180 w 3230884"/>
                <a:gd name="csY508" fmla="*/ 1179036 h 1498637"/>
                <a:gd name="csX509" fmla="*/ 2609836 w 3230884"/>
                <a:gd name="csY509" fmla="*/ 1180947 h 1498637"/>
                <a:gd name="csX510" fmla="*/ 2605537 w 3230884"/>
                <a:gd name="csY510" fmla="*/ 1185247 h 1498637"/>
                <a:gd name="csX511" fmla="*/ 2604581 w 3230884"/>
                <a:gd name="csY511" fmla="*/ 1184291 h 1498637"/>
                <a:gd name="csX512" fmla="*/ 2603626 w 3230884"/>
                <a:gd name="csY512" fmla="*/ 1181903 h 1498637"/>
                <a:gd name="csX513" fmla="*/ 2602193 w 3230884"/>
                <a:gd name="csY513" fmla="*/ 1180947 h 1498637"/>
                <a:gd name="csX514" fmla="*/ 2600282 w 3230884"/>
                <a:gd name="csY514" fmla="*/ 1181425 h 1498637"/>
                <a:gd name="csX515" fmla="*/ 2599326 w 3230884"/>
                <a:gd name="csY515" fmla="*/ 1183814 h 1498637"/>
                <a:gd name="csX516" fmla="*/ 2602193 w 3230884"/>
                <a:gd name="csY516" fmla="*/ 1184769 h 1498637"/>
                <a:gd name="csX517" fmla="*/ 2603148 w 3230884"/>
                <a:gd name="csY517" fmla="*/ 1186202 h 1498637"/>
                <a:gd name="csX518" fmla="*/ 2601714 w 3230884"/>
                <a:gd name="csY518" fmla="*/ 1191935 h 1498637"/>
                <a:gd name="csX519" fmla="*/ 2600282 w 3230884"/>
                <a:gd name="csY519" fmla="*/ 1193846 h 1498637"/>
                <a:gd name="csX520" fmla="*/ 2600759 w 3230884"/>
                <a:gd name="csY520" fmla="*/ 1198623 h 1498637"/>
                <a:gd name="csX521" fmla="*/ 2600759 w 3230884"/>
                <a:gd name="csY521" fmla="*/ 1201012 h 1498637"/>
                <a:gd name="csX522" fmla="*/ 2600282 w 3230884"/>
                <a:gd name="csY522" fmla="*/ 1203401 h 1498637"/>
                <a:gd name="csX523" fmla="*/ 2597415 w 3230884"/>
                <a:gd name="csY523" fmla="*/ 1209611 h 1498637"/>
                <a:gd name="csX524" fmla="*/ 2593116 w 3230884"/>
                <a:gd name="csY524" fmla="*/ 1217732 h 1498637"/>
                <a:gd name="csX525" fmla="*/ 2587383 w 3230884"/>
                <a:gd name="csY525" fmla="*/ 1223943 h 1498637"/>
                <a:gd name="csX526" fmla="*/ 2583561 w 3230884"/>
                <a:gd name="csY526" fmla="*/ 1225854 h 1498637"/>
                <a:gd name="csX527" fmla="*/ 2581650 w 3230884"/>
                <a:gd name="csY527" fmla="*/ 1227765 h 1498637"/>
                <a:gd name="csX528" fmla="*/ 2580695 w 3230884"/>
                <a:gd name="csY528" fmla="*/ 1229676 h 1498637"/>
                <a:gd name="csX529" fmla="*/ 2574962 w 3230884"/>
                <a:gd name="csY529" fmla="*/ 1235408 h 1498637"/>
                <a:gd name="csX530" fmla="*/ 2567796 w 3230884"/>
                <a:gd name="csY530" fmla="*/ 1241141 h 1498637"/>
                <a:gd name="csX531" fmla="*/ 2565885 w 3230884"/>
                <a:gd name="csY531" fmla="*/ 1242574 h 1498637"/>
                <a:gd name="csX532" fmla="*/ 2565407 w 3230884"/>
                <a:gd name="csY532" fmla="*/ 1240186 h 1498637"/>
                <a:gd name="csX533" fmla="*/ 2565407 w 3230884"/>
                <a:gd name="csY533" fmla="*/ 1237797 h 1498637"/>
                <a:gd name="csX534" fmla="*/ 2564452 w 3230884"/>
                <a:gd name="csY534" fmla="*/ 1234931 h 1498637"/>
                <a:gd name="csX535" fmla="*/ 2562063 w 3230884"/>
                <a:gd name="csY535" fmla="*/ 1232542 h 1498637"/>
                <a:gd name="csX536" fmla="*/ 2561586 w 3230884"/>
                <a:gd name="csY536" fmla="*/ 1230631 h 1498637"/>
                <a:gd name="csX537" fmla="*/ 2561107 w 3230884"/>
                <a:gd name="csY537" fmla="*/ 1227765 h 1498637"/>
                <a:gd name="csX538" fmla="*/ 2561107 w 3230884"/>
                <a:gd name="csY538" fmla="*/ 1214866 h 1498637"/>
                <a:gd name="csX539" fmla="*/ 2558719 w 3230884"/>
                <a:gd name="csY539" fmla="*/ 1201490 h 1498637"/>
                <a:gd name="csX540" fmla="*/ 2558241 w 3230884"/>
                <a:gd name="csY540" fmla="*/ 1197190 h 1498637"/>
                <a:gd name="csX541" fmla="*/ 2555853 w 3230884"/>
                <a:gd name="csY541" fmla="*/ 1193846 h 1498637"/>
                <a:gd name="csX542" fmla="*/ 2554420 w 3230884"/>
                <a:gd name="csY542" fmla="*/ 1190024 h 1498637"/>
                <a:gd name="csX543" fmla="*/ 2553464 w 3230884"/>
                <a:gd name="csY543" fmla="*/ 1186680 h 1498637"/>
                <a:gd name="csX544" fmla="*/ 2552986 w 3230884"/>
                <a:gd name="csY544" fmla="*/ 1182381 h 1498637"/>
                <a:gd name="csX545" fmla="*/ 2550120 w 3230884"/>
                <a:gd name="csY545" fmla="*/ 1159927 h 1498637"/>
                <a:gd name="csX546" fmla="*/ 2549164 w 3230884"/>
                <a:gd name="csY546" fmla="*/ 1154194 h 1498637"/>
                <a:gd name="csX547" fmla="*/ 2545343 w 3230884"/>
                <a:gd name="csY547" fmla="*/ 1135563 h 1498637"/>
                <a:gd name="csX548" fmla="*/ 2543909 w 3230884"/>
                <a:gd name="csY548" fmla="*/ 1125053 h 1498637"/>
                <a:gd name="csX549" fmla="*/ 2542476 w 3230884"/>
                <a:gd name="csY549" fmla="*/ 1114543 h 1498637"/>
                <a:gd name="csX550" fmla="*/ 2542476 w 3230884"/>
                <a:gd name="csY550" fmla="*/ 1109766 h 1498637"/>
                <a:gd name="csX551" fmla="*/ 2544387 w 3230884"/>
                <a:gd name="csY551" fmla="*/ 1095434 h 1498637"/>
                <a:gd name="csX552" fmla="*/ 2545820 w 3230884"/>
                <a:gd name="csY552" fmla="*/ 1086357 h 1498637"/>
                <a:gd name="csX553" fmla="*/ 2551075 w 3230884"/>
                <a:gd name="csY553" fmla="*/ 1065814 h 1498637"/>
                <a:gd name="csX554" fmla="*/ 2551553 w 3230884"/>
                <a:gd name="csY554" fmla="*/ 1063904 h 1498637"/>
                <a:gd name="csX555" fmla="*/ 2552509 w 3230884"/>
                <a:gd name="csY555" fmla="*/ 1062948 h 1498637"/>
                <a:gd name="csX556" fmla="*/ 2561586 w 3230884"/>
                <a:gd name="csY556" fmla="*/ 1055304 h 1498637"/>
                <a:gd name="csX557" fmla="*/ 2565885 w 3230884"/>
                <a:gd name="csY557" fmla="*/ 1050527 h 1498637"/>
                <a:gd name="csX558" fmla="*/ 2568273 w 3230884"/>
                <a:gd name="csY558" fmla="*/ 1046228 h 1498637"/>
                <a:gd name="csX559" fmla="*/ 2570662 w 3230884"/>
                <a:gd name="csY559" fmla="*/ 1040017 h 1498637"/>
                <a:gd name="csX560" fmla="*/ 2570184 w 3230884"/>
                <a:gd name="csY560" fmla="*/ 1037151 h 1498637"/>
                <a:gd name="csX561" fmla="*/ 2570184 w 3230884"/>
                <a:gd name="csY561" fmla="*/ 1035240 h 1498637"/>
                <a:gd name="csX562" fmla="*/ 2569229 w 3230884"/>
                <a:gd name="csY562" fmla="*/ 1032851 h 1498637"/>
                <a:gd name="csX563" fmla="*/ 2566841 w 3230884"/>
                <a:gd name="csY563" fmla="*/ 1030462 h 1498637"/>
                <a:gd name="csX564" fmla="*/ 2567796 w 3230884"/>
                <a:gd name="csY564" fmla="*/ 1029507 h 1498637"/>
                <a:gd name="csX565" fmla="*/ 2568752 w 3230884"/>
                <a:gd name="csY565" fmla="*/ 1028552 h 1498637"/>
                <a:gd name="csX566" fmla="*/ 2570662 w 3230884"/>
                <a:gd name="csY566" fmla="*/ 1027596 h 1498637"/>
                <a:gd name="csX567" fmla="*/ 2575439 w 3230884"/>
                <a:gd name="csY567" fmla="*/ 1029507 h 1498637"/>
                <a:gd name="csX568" fmla="*/ 2580217 w 3230884"/>
                <a:gd name="csY568" fmla="*/ 1029029 h 1498637"/>
                <a:gd name="csX569" fmla="*/ 2584039 w 3230884"/>
                <a:gd name="csY569" fmla="*/ 1021386 h 1498637"/>
                <a:gd name="csX570" fmla="*/ 2590249 w 3230884"/>
                <a:gd name="csY570" fmla="*/ 1022341 h 1498637"/>
                <a:gd name="csX571" fmla="*/ 2595027 w 3230884"/>
                <a:gd name="csY571" fmla="*/ 1020908 h 1498637"/>
                <a:gd name="csX572" fmla="*/ 2596460 w 3230884"/>
                <a:gd name="csY572" fmla="*/ 1021863 h 1498637"/>
                <a:gd name="csX573" fmla="*/ 2597415 w 3230884"/>
                <a:gd name="csY573" fmla="*/ 1018997 h 1498637"/>
                <a:gd name="csX574" fmla="*/ 2599804 w 3230884"/>
                <a:gd name="csY574" fmla="*/ 1016608 h 1498637"/>
                <a:gd name="csX575" fmla="*/ 2604581 w 3230884"/>
                <a:gd name="csY575" fmla="*/ 1012309 h 1498637"/>
                <a:gd name="csX576" fmla="*/ 2611269 w 3230884"/>
                <a:gd name="csY576" fmla="*/ 1007531 h 1498637"/>
                <a:gd name="csX577" fmla="*/ 2615091 w 3230884"/>
                <a:gd name="csY577" fmla="*/ 1004187 h 1498637"/>
                <a:gd name="csX578" fmla="*/ 2617002 w 3230884"/>
                <a:gd name="csY578" fmla="*/ 1000843 h 1498637"/>
                <a:gd name="csX579" fmla="*/ 2619868 w 3230884"/>
                <a:gd name="csY579" fmla="*/ 997977 h 1498637"/>
                <a:gd name="csX580" fmla="*/ 2622257 w 3230884"/>
                <a:gd name="csY580" fmla="*/ 994155 h 1498637"/>
                <a:gd name="csX581" fmla="*/ 2627512 w 3230884"/>
                <a:gd name="csY581" fmla="*/ 982689 h 1498637"/>
                <a:gd name="csX582" fmla="*/ 2637544 w 3230884"/>
                <a:gd name="csY582" fmla="*/ 973135 h 1498637"/>
                <a:gd name="csX583" fmla="*/ 2641366 w 3230884"/>
                <a:gd name="csY583" fmla="*/ 967880 h 1498637"/>
                <a:gd name="csX584" fmla="*/ 2644710 w 3230884"/>
                <a:gd name="csY584" fmla="*/ 965969 h 1498637"/>
                <a:gd name="csX585" fmla="*/ 2647577 w 3230884"/>
                <a:gd name="csY585" fmla="*/ 965014 h 1498637"/>
                <a:gd name="csX586" fmla="*/ 2654743 w 3230884"/>
                <a:gd name="csY586" fmla="*/ 956892 h 1498637"/>
                <a:gd name="csX587" fmla="*/ 2659520 w 3230884"/>
                <a:gd name="csY587" fmla="*/ 950682 h 1498637"/>
                <a:gd name="csX588" fmla="*/ 2665253 w 3230884"/>
                <a:gd name="csY588" fmla="*/ 945904 h 1498637"/>
                <a:gd name="csX589" fmla="*/ 2667164 w 3230884"/>
                <a:gd name="csY589" fmla="*/ 943038 h 1498637"/>
                <a:gd name="csX590" fmla="*/ 2670030 w 3230884"/>
                <a:gd name="csY590" fmla="*/ 935872 h 1498637"/>
                <a:gd name="csX591" fmla="*/ 2671463 w 3230884"/>
                <a:gd name="csY591" fmla="*/ 934439 h 1498637"/>
                <a:gd name="csX592" fmla="*/ 2675285 w 3230884"/>
                <a:gd name="csY592" fmla="*/ 931573 h 1498637"/>
                <a:gd name="csX593" fmla="*/ 2684362 w 3230884"/>
                <a:gd name="csY593" fmla="*/ 927273 h 1498637"/>
                <a:gd name="csX594" fmla="*/ 2689617 w 3230884"/>
                <a:gd name="csY594" fmla="*/ 922496 h 1498637"/>
                <a:gd name="csX595" fmla="*/ 2697260 w 3230884"/>
                <a:gd name="csY595" fmla="*/ 922018 h 1498637"/>
                <a:gd name="csX596" fmla="*/ 2699171 w 3230884"/>
                <a:gd name="csY596" fmla="*/ 920107 h 1498637"/>
                <a:gd name="csX597" fmla="*/ 2701560 w 3230884"/>
                <a:gd name="csY597" fmla="*/ 919152 h 1498637"/>
                <a:gd name="csX598" fmla="*/ 2703949 w 3230884"/>
                <a:gd name="csY598" fmla="*/ 917718 h 1498637"/>
                <a:gd name="csX599" fmla="*/ 2701082 w 3230884"/>
                <a:gd name="csY599" fmla="*/ 913419 h 1498637"/>
                <a:gd name="csX600" fmla="*/ 2701560 w 3230884"/>
                <a:gd name="csY600" fmla="*/ 911508 h 1498637"/>
                <a:gd name="csX601" fmla="*/ 2702516 w 3230884"/>
                <a:gd name="csY601" fmla="*/ 910552 h 1498637"/>
                <a:gd name="csX602" fmla="*/ 2707771 w 3230884"/>
                <a:gd name="csY602" fmla="*/ 905297 h 1498637"/>
                <a:gd name="csX603" fmla="*/ 2710159 w 3230884"/>
                <a:gd name="csY603" fmla="*/ 901475 h 1498637"/>
                <a:gd name="csX604" fmla="*/ 2709682 w 3230884"/>
                <a:gd name="csY604" fmla="*/ 900042 h 1498637"/>
                <a:gd name="csX605" fmla="*/ 2709204 w 3230884"/>
                <a:gd name="csY605" fmla="*/ 898609 h 1498637"/>
                <a:gd name="csX606" fmla="*/ 2705860 w 3230884"/>
                <a:gd name="csY606" fmla="*/ 897176 h 1498637"/>
                <a:gd name="csX607" fmla="*/ 2706815 w 3230884"/>
                <a:gd name="csY607" fmla="*/ 893354 h 1498637"/>
                <a:gd name="csX608" fmla="*/ 2707771 w 3230884"/>
                <a:gd name="csY608" fmla="*/ 890488 h 1498637"/>
                <a:gd name="csX609" fmla="*/ 2710159 w 3230884"/>
                <a:gd name="csY609" fmla="*/ 887621 h 1498637"/>
                <a:gd name="csX610" fmla="*/ 2711115 w 3230884"/>
                <a:gd name="csY610" fmla="*/ 881411 h 1498637"/>
                <a:gd name="csX611" fmla="*/ 2711115 w 3230884"/>
                <a:gd name="csY611" fmla="*/ 874723 h 1498637"/>
                <a:gd name="csX612" fmla="*/ 2713981 w 3230884"/>
                <a:gd name="csY612" fmla="*/ 865168 h 1498637"/>
                <a:gd name="csX613" fmla="*/ 2715414 w 3230884"/>
                <a:gd name="csY613" fmla="*/ 862779 h 1498637"/>
                <a:gd name="csX614" fmla="*/ 2721625 w 3230884"/>
                <a:gd name="csY614" fmla="*/ 858002 h 1498637"/>
                <a:gd name="csX615" fmla="*/ 2723058 w 3230884"/>
                <a:gd name="csY615" fmla="*/ 858002 h 1498637"/>
                <a:gd name="csX616" fmla="*/ 2727358 w 3230884"/>
                <a:gd name="csY616" fmla="*/ 859435 h 1498637"/>
                <a:gd name="csX617" fmla="*/ 2732135 w 3230884"/>
                <a:gd name="csY617" fmla="*/ 860391 h 1498637"/>
                <a:gd name="csX618" fmla="*/ 2734046 w 3230884"/>
                <a:gd name="csY618" fmla="*/ 861824 h 1498637"/>
                <a:gd name="csX619" fmla="*/ 2734046 w 3230884"/>
                <a:gd name="csY619" fmla="*/ 860868 h 1498637"/>
                <a:gd name="csX620" fmla="*/ 2734046 w 3230884"/>
                <a:gd name="csY620" fmla="*/ 858958 h 1498637"/>
                <a:gd name="csX621" fmla="*/ 2735479 w 3230884"/>
                <a:gd name="csY621" fmla="*/ 858480 h 1498637"/>
                <a:gd name="csX622" fmla="*/ 2737867 w 3230884"/>
                <a:gd name="csY622" fmla="*/ 858958 h 1498637"/>
                <a:gd name="csX623" fmla="*/ 2737390 w 3230884"/>
                <a:gd name="csY623" fmla="*/ 857047 h 1498637"/>
                <a:gd name="csX624" fmla="*/ 2730701 w 3230884"/>
                <a:gd name="csY624" fmla="*/ 856091 h 1498637"/>
                <a:gd name="csX625" fmla="*/ 2725447 w 3230884"/>
                <a:gd name="csY625" fmla="*/ 854180 h 1498637"/>
                <a:gd name="csX626" fmla="*/ 2721147 w 3230884"/>
                <a:gd name="csY626" fmla="*/ 849881 h 1498637"/>
                <a:gd name="csX627" fmla="*/ 2718281 w 3230884"/>
                <a:gd name="csY627" fmla="*/ 848925 h 1498637"/>
                <a:gd name="csX628" fmla="*/ 2714937 w 3230884"/>
                <a:gd name="csY628" fmla="*/ 849403 h 1498637"/>
                <a:gd name="csX629" fmla="*/ 2696783 w 3230884"/>
                <a:gd name="csY629" fmla="*/ 855136 h 1498637"/>
                <a:gd name="csX630" fmla="*/ 2695828 w 3230884"/>
                <a:gd name="csY630" fmla="*/ 856569 h 1498637"/>
                <a:gd name="csX631" fmla="*/ 2694872 w 3230884"/>
                <a:gd name="csY631" fmla="*/ 858958 h 1498637"/>
                <a:gd name="csX632" fmla="*/ 2695828 w 3230884"/>
                <a:gd name="csY632" fmla="*/ 861824 h 1498637"/>
                <a:gd name="csX633" fmla="*/ 2695350 w 3230884"/>
                <a:gd name="csY633" fmla="*/ 863257 h 1498637"/>
                <a:gd name="csX634" fmla="*/ 2694394 w 3230884"/>
                <a:gd name="csY634" fmla="*/ 864213 h 1498637"/>
                <a:gd name="csX635" fmla="*/ 2693439 w 3230884"/>
                <a:gd name="csY635" fmla="*/ 866601 h 1498637"/>
                <a:gd name="csX636" fmla="*/ 2692483 w 3230884"/>
                <a:gd name="csY636" fmla="*/ 870423 h 1498637"/>
                <a:gd name="csX637" fmla="*/ 2692483 w 3230884"/>
                <a:gd name="csY637" fmla="*/ 874723 h 1498637"/>
                <a:gd name="csX638" fmla="*/ 2690573 w 3230884"/>
                <a:gd name="csY638" fmla="*/ 880455 h 1498637"/>
                <a:gd name="csX639" fmla="*/ 2690094 w 3230884"/>
                <a:gd name="csY639" fmla="*/ 884755 h 1498637"/>
                <a:gd name="csX640" fmla="*/ 2694394 w 3230884"/>
                <a:gd name="csY640" fmla="*/ 886666 h 1498637"/>
                <a:gd name="csX641" fmla="*/ 2695350 w 3230884"/>
                <a:gd name="csY641" fmla="*/ 888099 h 1498637"/>
                <a:gd name="csX642" fmla="*/ 2693916 w 3230884"/>
                <a:gd name="csY642" fmla="*/ 890010 h 1498637"/>
                <a:gd name="csX643" fmla="*/ 2692961 w 3230884"/>
                <a:gd name="csY643" fmla="*/ 891443 h 1498637"/>
                <a:gd name="csX644" fmla="*/ 2691528 w 3230884"/>
                <a:gd name="csY644" fmla="*/ 892876 h 1498637"/>
                <a:gd name="csX645" fmla="*/ 2691050 w 3230884"/>
                <a:gd name="csY645" fmla="*/ 893832 h 1498637"/>
                <a:gd name="csX646" fmla="*/ 2690094 w 3230884"/>
                <a:gd name="csY646" fmla="*/ 893832 h 1498637"/>
                <a:gd name="csX647" fmla="*/ 2688662 w 3230884"/>
                <a:gd name="csY647" fmla="*/ 891921 h 1498637"/>
                <a:gd name="csX648" fmla="*/ 2687228 w 3230884"/>
                <a:gd name="csY648" fmla="*/ 888099 h 1498637"/>
                <a:gd name="csX649" fmla="*/ 2685317 w 3230884"/>
                <a:gd name="csY649" fmla="*/ 887621 h 1498637"/>
                <a:gd name="csX650" fmla="*/ 2684362 w 3230884"/>
                <a:gd name="csY650" fmla="*/ 888099 h 1498637"/>
                <a:gd name="csX651" fmla="*/ 2683884 w 3230884"/>
                <a:gd name="csY651" fmla="*/ 890010 h 1498637"/>
                <a:gd name="csX652" fmla="*/ 2682451 w 3230884"/>
                <a:gd name="csY652" fmla="*/ 890010 h 1498637"/>
                <a:gd name="csX653" fmla="*/ 2680062 w 3230884"/>
                <a:gd name="csY653" fmla="*/ 889054 h 1498637"/>
                <a:gd name="csX654" fmla="*/ 2678151 w 3230884"/>
                <a:gd name="csY654" fmla="*/ 889532 h 1498637"/>
                <a:gd name="csX655" fmla="*/ 2673852 w 3230884"/>
                <a:gd name="csY655" fmla="*/ 894310 h 1498637"/>
                <a:gd name="csX656" fmla="*/ 2650921 w 3230884"/>
                <a:gd name="csY656" fmla="*/ 915807 h 1498637"/>
                <a:gd name="csX657" fmla="*/ 2648532 w 3230884"/>
                <a:gd name="csY657" fmla="*/ 918674 h 1498637"/>
                <a:gd name="csX658" fmla="*/ 2645666 w 3230884"/>
                <a:gd name="csY658" fmla="*/ 923929 h 1498637"/>
                <a:gd name="csX659" fmla="*/ 2639933 w 3230884"/>
                <a:gd name="csY659" fmla="*/ 924407 h 1498637"/>
                <a:gd name="csX660" fmla="*/ 2638022 w 3230884"/>
                <a:gd name="csY660" fmla="*/ 925362 h 1498637"/>
                <a:gd name="csX661" fmla="*/ 2636111 w 3230884"/>
                <a:gd name="csY661" fmla="*/ 926795 h 1498637"/>
                <a:gd name="csX662" fmla="*/ 2634200 w 3230884"/>
                <a:gd name="csY662" fmla="*/ 928228 h 1498637"/>
                <a:gd name="csX663" fmla="*/ 2634200 w 3230884"/>
                <a:gd name="csY663" fmla="*/ 926317 h 1498637"/>
                <a:gd name="csX664" fmla="*/ 2634678 w 3230884"/>
                <a:gd name="csY664" fmla="*/ 924884 h 1498637"/>
                <a:gd name="csX665" fmla="*/ 2635156 w 3230884"/>
                <a:gd name="csY665" fmla="*/ 921062 h 1498637"/>
                <a:gd name="csX666" fmla="*/ 2638022 w 3230884"/>
                <a:gd name="csY666" fmla="*/ 913419 h 1498637"/>
                <a:gd name="csX667" fmla="*/ 2636111 w 3230884"/>
                <a:gd name="csY667" fmla="*/ 912941 h 1498637"/>
                <a:gd name="csX668" fmla="*/ 2634200 w 3230884"/>
                <a:gd name="csY668" fmla="*/ 912941 h 1498637"/>
                <a:gd name="csX669" fmla="*/ 2630856 w 3230884"/>
                <a:gd name="csY669" fmla="*/ 914374 h 1498637"/>
                <a:gd name="csX670" fmla="*/ 2628468 w 3230884"/>
                <a:gd name="csY670" fmla="*/ 916763 h 1498637"/>
                <a:gd name="csX671" fmla="*/ 2626557 w 3230884"/>
                <a:gd name="csY671" fmla="*/ 916285 h 1498637"/>
                <a:gd name="csX672" fmla="*/ 2627512 w 3230884"/>
                <a:gd name="csY672" fmla="*/ 913896 h 1498637"/>
                <a:gd name="csX673" fmla="*/ 2629423 w 3230884"/>
                <a:gd name="csY673" fmla="*/ 909597 h 1498637"/>
                <a:gd name="csX674" fmla="*/ 2628945 w 3230884"/>
                <a:gd name="csY674" fmla="*/ 905775 h 1498637"/>
                <a:gd name="csX675" fmla="*/ 2628468 w 3230884"/>
                <a:gd name="csY675" fmla="*/ 903386 h 1498637"/>
                <a:gd name="csX676" fmla="*/ 2629423 w 3230884"/>
                <a:gd name="csY676" fmla="*/ 902431 h 1498637"/>
                <a:gd name="csX677" fmla="*/ 2633723 w 3230884"/>
                <a:gd name="csY677" fmla="*/ 894310 h 1498637"/>
                <a:gd name="csX678" fmla="*/ 2635634 w 3230884"/>
                <a:gd name="csY678" fmla="*/ 890010 h 1498637"/>
                <a:gd name="csX679" fmla="*/ 2637067 w 3230884"/>
                <a:gd name="csY679" fmla="*/ 884277 h 1498637"/>
                <a:gd name="csX680" fmla="*/ 2637067 w 3230884"/>
                <a:gd name="csY680" fmla="*/ 882844 h 1498637"/>
                <a:gd name="csX681" fmla="*/ 2636589 w 3230884"/>
                <a:gd name="csY681" fmla="*/ 880455 h 1498637"/>
                <a:gd name="csX682" fmla="*/ 2635156 w 3230884"/>
                <a:gd name="csY682" fmla="*/ 880455 h 1498637"/>
                <a:gd name="csX683" fmla="*/ 2634200 w 3230884"/>
                <a:gd name="csY683" fmla="*/ 880455 h 1498637"/>
                <a:gd name="csX684" fmla="*/ 2625123 w 3230884"/>
                <a:gd name="csY684" fmla="*/ 885710 h 1498637"/>
                <a:gd name="csX685" fmla="*/ 2621779 w 3230884"/>
                <a:gd name="csY685" fmla="*/ 887144 h 1498637"/>
                <a:gd name="csX686" fmla="*/ 2620346 w 3230884"/>
                <a:gd name="csY686" fmla="*/ 884755 h 1498637"/>
                <a:gd name="csX687" fmla="*/ 2618913 w 3230884"/>
                <a:gd name="csY687" fmla="*/ 883800 h 1498637"/>
                <a:gd name="csX688" fmla="*/ 2616525 w 3230884"/>
                <a:gd name="csY688" fmla="*/ 879978 h 1498637"/>
                <a:gd name="csX689" fmla="*/ 2614614 w 3230884"/>
                <a:gd name="csY689" fmla="*/ 879022 h 1498637"/>
                <a:gd name="csX690" fmla="*/ 2612225 w 3230884"/>
                <a:gd name="csY690" fmla="*/ 879500 h 1498637"/>
                <a:gd name="csX691" fmla="*/ 2607448 w 3230884"/>
                <a:gd name="csY691" fmla="*/ 882366 h 1498637"/>
                <a:gd name="csX692" fmla="*/ 2601714 w 3230884"/>
                <a:gd name="csY692" fmla="*/ 883800 h 1498637"/>
                <a:gd name="csX693" fmla="*/ 2597415 w 3230884"/>
                <a:gd name="csY693" fmla="*/ 883322 h 1498637"/>
                <a:gd name="csX694" fmla="*/ 2594071 w 3230884"/>
                <a:gd name="csY694" fmla="*/ 885710 h 1498637"/>
                <a:gd name="csX695" fmla="*/ 2592160 w 3230884"/>
                <a:gd name="csY695" fmla="*/ 886188 h 1498637"/>
                <a:gd name="csX696" fmla="*/ 2586905 w 3230884"/>
                <a:gd name="csY696" fmla="*/ 884277 h 1498637"/>
                <a:gd name="csX697" fmla="*/ 2580217 w 3230884"/>
                <a:gd name="csY697" fmla="*/ 884277 h 1498637"/>
                <a:gd name="csX698" fmla="*/ 2578306 w 3230884"/>
                <a:gd name="csY698" fmla="*/ 886188 h 1498637"/>
                <a:gd name="csX699" fmla="*/ 2572573 w 3230884"/>
                <a:gd name="csY699" fmla="*/ 889054 h 1498637"/>
                <a:gd name="csX700" fmla="*/ 2568752 w 3230884"/>
                <a:gd name="csY700" fmla="*/ 893354 h 1498637"/>
                <a:gd name="csX701" fmla="*/ 2566841 w 3230884"/>
                <a:gd name="csY701" fmla="*/ 894787 h 1498637"/>
                <a:gd name="csX702" fmla="*/ 2564930 w 3230884"/>
                <a:gd name="csY702" fmla="*/ 896220 h 1498637"/>
                <a:gd name="csX703" fmla="*/ 2563496 w 3230884"/>
                <a:gd name="csY703" fmla="*/ 904342 h 1498637"/>
                <a:gd name="csX704" fmla="*/ 2560630 w 3230884"/>
                <a:gd name="csY704" fmla="*/ 906731 h 1498637"/>
                <a:gd name="csX705" fmla="*/ 2558241 w 3230884"/>
                <a:gd name="csY705" fmla="*/ 908641 h 1498637"/>
                <a:gd name="csX706" fmla="*/ 2552509 w 3230884"/>
                <a:gd name="csY706" fmla="*/ 914852 h 1498637"/>
                <a:gd name="csX707" fmla="*/ 2548209 w 3230884"/>
                <a:gd name="csY707" fmla="*/ 922973 h 1498637"/>
                <a:gd name="csX708" fmla="*/ 2545820 w 3230884"/>
                <a:gd name="csY708" fmla="*/ 926317 h 1498637"/>
                <a:gd name="csX709" fmla="*/ 2540088 w 3230884"/>
                <a:gd name="csY709" fmla="*/ 931095 h 1498637"/>
                <a:gd name="csX710" fmla="*/ 2531011 w 3230884"/>
                <a:gd name="csY710" fmla="*/ 937783 h 1498637"/>
                <a:gd name="csX711" fmla="*/ 2522889 w 3230884"/>
                <a:gd name="csY711" fmla="*/ 947815 h 1498637"/>
                <a:gd name="csX712" fmla="*/ 2520500 w 3230884"/>
                <a:gd name="csY712" fmla="*/ 955459 h 1498637"/>
                <a:gd name="csX713" fmla="*/ 2519068 w 3230884"/>
                <a:gd name="csY713" fmla="*/ 955937 h 1498637"/>
                <a:gd name="csX714" fmla="*/ 2517157 w 3230884"/>
                <a:gd name="csY714" fmla="*/ 957370 h 1498637"/>
                <a:gd name="csX715" fmla="*/ 2516679 w 3230884"/>
                <a:gd name="csY715" fmla="*/ 961192 h 1498637"/>
                <a:gd name="csX716" fmla="*/ 2516679 w 3230884"/>
                <a:gd name="csY716" fmla="*/ 963580 h 1498637"/>
                <a:gd name="csX717" fmla="*/ 2515723 w 3230884"/>
                <a:gd name="csY717" fmla="*/ 965969 h 1498637"/>
                <a:gd name="csX718" fmla="*/ 2514768 w 3230884"/>
                <a:gd name="csY718" fmla="*/ 968358 h 1498637"/>
                <a:gd name="csX719" fmla="*/ 2515723 w 3230884"/>
                <a:gd name="csY719" fmla="*/ 970268 h 1498637"/>
                <a:gd name="csX720" fmla="*/ 2517157 w 3230884"/>
                <a:gd name="csY720" fmla="*/ 970268 h 1498637"/>
                <a:gd name="csX721" fmla="*/ 2518590 w 3230884"/>
                <a:gd name="csY721" fmla="*/ 970268 h 1498637"/>
                <a:gd name="csX722" fmla="*/ 2522889 w 3230884"/>
                <a:gd name="csY722" fmla="*/ 967880 h 1498637"/>
                <a:gd name="csX723" fmla="*/ 2531011 w 3230884"/>
                <a:gd name="csY723" fmla="*/ 971224 h 1498637"/>
                <a:gd name="csX724" fmla="*/ 2534832 w 3230884"/>
                <a:gd name="csY724" fmla="*/ 974568 h 1498637"/>
                <a:gd name="csX725" fmla="*/ 2534355 w 3230884"/>
                <a:gd name="csY725" fmla="*/ 977434 h 1498637"/>
                <a:gd name="csX726" fmla="*/ 2534355 w 3230884"/>
                <a:gd name="csY726" fmla="*/ 980301 h 1498637"/>
                <a:gd name="csX727" fmla="*/ 2531966 w 3230884"/>
                <a:gd name="csY727" fmla="*/ 980301 h 1498637"/>
                <a:gd name="csX728" fmla="*/ 2528145 w 3230884"/>
                <a:gd name="csY728" fmla="*/ 980779 h 1498637"/>
                <a:gd name="csX729" fmla="*/ 2525278 w 3230884"/>
                <a:gd name="csY729" fmla="*/ 982212 h 1498637"/>
                <a:gd name="csX730" fmla="*/ 2520500 w 3230884"/>
                <a:gd name="csY730" fmla="*/ 979345 h 1498637"/>
                <a:gd name="csX731" fmla="*/ 2519068 w 3230884"/>
                <a:gd name="csY731" fmla="*/ 980779 h 1498637"/>
                <a:gd name="csX732" fmla="*/ 2516679 w 3230884"/>
                <a:gd name="csY732" fmla="*/ 983167 h 1498637"/>
                <a:gd name="csX733" fmla="*/ 2511902 w 3230884"/>
                <a:gd name="csY733" fmla="*/ 984600 h 1498637"/>
                <a:gd name="csX734" fmla="*/ 2509513 w 3230884"/>
                <a:gd name="csY734" fmla="*/ 983167 h 1498637"/>
                <a:gd name="csX735" fmla="*/ 2505691 w 3230884"/>
                <a:gd name="csY735" fmla="*/ 979345 h 1498637"/>
                <a:gd name="csX736" fmla="*/ 2499003 w 3230884"/>
                <a:gd name="csY736" fmla="*/ 979823 h 1498637"/>
                <a:gd name="csX737" fmla="*/ 2497092 w 3230884"/>
                <a:gd name="csY737" fmla="*/ 984123 h 1498637"/>
                <a:gd name="csX738" fmla="*/ 2495659 w 3230884"/>
                <a:gd name="csY738" fmla="*/ 983645 h 1498637"/>
                <a:gd name="csX739" fmla="*/ 2493270 w 3230884"/>
                <a:gd name="csY739" fmla="*/ 984123 h 1498637"/>
                <a:gd name="csX740" fmla="*/ 2489448 w 3230884"/>
                <a:gd name="csY740" fmla="*/ 989378 h 1498637"/>
                <a:gd name="csX741" fmla="*/ 2488015 w 3230884"/>
                <a:gd name="csY741" fmla="*/ 989855 h 1498637"/>
                <a:gd name="csX742" fmla="*/ 2483238 w 3230884"/>
                <a:gd name="csY742" fmla="*/ 988900 h 1498637"/>
                <a:gd name="csX743" fmla="*/ 2479893 w 3230884"/>
                <a:gd name="csY743" fmla="*/ 986511 h 1498637"/>
                <a:gd name="csX744" fmla="*/ 2478461 w 3230884"/>
                <a:gd name="csY744" fmla="*/ 986034 h 1498637"/>
                <a:gd name="csX745" fmla="*/ 2475116 w 3230884"/>
                <a:gd name="csY745" fmla="*/ 987467 h 1498637"/>
                <a:gd name="csX746" fmla="*/ 2473683 w 3230884"/>
                <a:gd name="csY746" fmla="*/ 990333 h 1498637"/>
                <a:gd name="csX747" fmla="*/ 2466040 w 3230884"/>
                <a:gd name="csY747" fmla="*/ 991766 h 1498637"/>
                <a:gd name="csX748" fmla="*/ 2458396 w 3230884"/>
                <a:gd name="csY748" fmla="*/ 991766 h 1498637"/>
                <a:gd name="csX749" fmla="*/ 2454574 w 3230884"/>
                <a:gd name="csY749" fmla="*/ 984123 h 1498637"/>
                <a:gd name="csX750" fmla="*/ 2462218 w 3230884"/>
                <a:gd name="csY750" fmla="*/ 981256 h 1498637"/>
                <a:gd name="csX751" fmla="*/ 2466517 w 3230884"/>
                <a:gd name="csY751" fmla="*/ 982212 h 1498637"/>
                <a:gd name="csX752" fmla="*/ 2471772 w 3230884"/>
                <a:gd name="csY752" fmla="*/ 981734 h 1498637"/>
                <a:gd name="csX753" fmla="*/ 2477027 w 3230884"/>
                <a:gd name="csY753" fmla="*/ 979345 h 1498637"/>
                <a:gd name="csX754" fmla="*/ 2475116 w 3230884"/>
                <a:gd name="csY754" fmla="*/ 977434 h 1498637"/>
                <a:gd name="csX755" fmla="*/ 2474161 w 3230884"/>
                <a:gd name="csY755" fmla="*/ 976957 h 1498637"/>
                <a:gd name="csX756" fmla="*/ 2470817 w 3230884"/>
                <a:gd name="csY756" fmla="*/ 976957 h 1498637"/>
                <a:gd name="csX757" fmla="*/ 2467950 w 3230884"/>
                <a:gd name="csY757" fmla="*/ 976001 h 1498637"/>
                <a:gd name="csX758" fmla="*/ 2461740 w 3230884"/>
                <a:gd name="csY758" fmla="*/ 968358 h 1498637"/>
                <a:gd name="csX759" fmla="*/ 2458874 w 3230884"/>
                <a:gd name="csY759" fmla="*/ 967402 h 1498637"/>
                <a:gd name="csX760" fmla="*/ 2455529 w 3230884"/>
                <a:gd name="csY760" fmla="*/ 966447 h 1498637"/>
                <a:gd name="csX761" fmla="*/ 2452663 w 3230884"/>
                <a:gd name="csY761" fmla="*/ 966447 h 1498637"/>
                <a:gd name="csX762" fmla="*/ 2451708 w 3230884"/>
                <a:gd name="csY762" fmla="*/ 966924 h 1498637"/>
                <a:gd name="csX763" fmla="*/ 2450274 w 3230884"/>
                <a:gd name="csY763" fmla="*/ 968835 h 1498637"/>
                <a:gd name="csX764" fmla="*/ 2449319 w 3230884"/>
                <a:gd name="csY764" fmla="*/ 970268 h 1498637"/>
                <a:gd name="csX765" fmla="*/ 2448363 w 3230884"/>
                <a:gd name="csY765" fmla="*/ 970746 h 1498637"/>
                <a:gd name="csX766" fmla="*/ 2446931 w 3230884"/>
                <a:gd name="csY766" fmla="*/ 970746 h 1498637"/>
                <a:gd name="csX767" fmla="*/ 2444542 w 3230884"/>
                <a:gd name="csY767" fmla="*/ 969313 h 1498637"/>
                <a:gd name="csX768" fmla="*/ 2441675 w 3230884"/>
                <a:gd name="csY768" fmla="*/ 969791 h 1498637"/>
                <a:gd name="csX769" fmla="*/ 2443109 w 3230884"/>
                <a:gd name="csY769" fmla="*/ 968358 h 1498637"/>
                <a:gd name="csX770" fmla="*/ 2445497 w 3230884"/>
                <a:gd name="csY770" fmla="*/ 967402 h 1498637"/>
                <a:gd name="csX771" fmla="*/ 2441197 w 3230884"/>
                <a:gd name="csY771" fmla="*/ 966447 h 1498637"/>
                <a:gd name="csX772" fmla="*/ 2438809 w 3230884"/>
                <a:gd name="csY772" fmla="*/ 964536 h 1498637"/>
                <a:gd name="csX773" fmla="*/ 2436420 w 3230884"/>
                <a:gd name="csY773" fmla="*/ 964058 h 1498637"/>
                <a:gd name="csX774" fmla="*/ 2424955 w 3230884"/>
                <a:gd name="csY774" fmla="*/ 959759 h 1498637"/>
                <a:gd name="csX775" fmla="*/ 2420655 w 3230884"/>
                <a:gd name="csY775" fmla="*/ 960236 h 1498637"/>
                <a:gd name="csX776" fmla="*/ 2418267 w 3230884"/>
                <a:gd name="csY776" fmla="*/ 961192 h 1498637"/>
                <a:gd name="csX777" fmla="*/ 2413490 w 3230884"/>
                <a:gd name="csY777" fmla="*/ 964536 h 1498637"/>
                <a:gd name="csX778" fmla="*/ 2414922 w 3230884"/>
                <a:gd name="csY778" fmla="*/ 967402 h 1498637"/>
                <a:gd name="csX779" fmla="*/ 2415878 w 3230884"/>
                <a:gd name="csY779" fmla="*/ 968358 h 1498637"/>
                <a:gd name="csX780" fmla="*/ 2416356 w 3230884"/>
                <a:gd name="csY780" fmla="*/ 969791 h 1498637"/>
                <a:gd name="csX781" fmla="*/ 2414922 w 3230884"/>
                <a:gd name="csY781" fmla="*/ 970268 h 1498637"/>
                <a:gd name="csX782" fmla="*/ 2411101 w 3230884"/>
                <a:gd name="csY782" fmla="*/ 970268 h 1498637"/>
                <a:gd name="csX783" fmla="*/ 2408234 w 3230884"/>
                <a:gd name="csY783" fmla="*/ 968358 h 1498637"/>
                <a:gd name="csX784" fmla="*/ 2406801 w 3230884"/>
                <a:gd name="csY784" fmla="*/ 971224 h 1498637"/>
                <a:gd name="csX785" fmla="*/ 2407279 w 3230884"/>
                <a:gd name="csY785" fmla="*/ 974090 h 1498637"/>
                <a:gd name="csX786" fmla="*/ 2410145 w 3230884"/>
                <a:gd name="csY786" fmla="*/ 973135 h 1498637"/>
                <a:gd name="csX787" fmla="*/ 2411579 w 3230884"/>
                <a:gd name="csY787" fmla="*/ 974090 h 1498637"/>
                <a:gd name="csX788" fmla="*/ 2410623 w 3230884"/>
                <a:gd name="csY788" fmla="*/ 976957 h 1498637"/>
                <a:gd name="csX789" fmla="*/ 2406801 w 3230884"/>
                <a:gd name="csY789" fmla="*/ 977912 h 1498637"/>
                <a:gd name="csX790" fmla="*/ 2402502 w 3230884"/>
                <a:gd name="csY790" fmla="*/ 977912 h 1498637"/>
                <a:gd name="csX791" fmla="*/ 2397724 w 3230884"/>
                <a:gd name="csY791" fmla="*/ 972657 h 1498637"/>
                <a:gd name="csX792" fmla="*/ 2390081 w 3230884"/>
                <a:gd name="csY792" fmla="*/ 973613 h 1498637"/>
                <a:gd name="csX793" fmla="*/ 2386259 w 3230884"/>
                <a:gd name="csY793" fmla="*/ 976957 h 1498637"/>
                <a:gd name="csX794" fmla="*/ 2382915 w 3230884"/>
                <a:gd name="csY794" fmla="*/ 977912 h 1498637"/>
                <a:gd name="csX795" fmla="*/ 2373360 w 3230884"/>
                <a:gd name="csY795" fmla="*/ 974090 h 1498637"/>
                <a:gd name="csX796" fmla="*/ 2369060 w 3230884"/>
                <a:gd name="csY796" fmla="*/ 974090 h 1498637"/>
                <a:gd name="csX797" fmla="*/ 2363806 w 3230884"/>
                <a:gd name="csY797" fmla="*/ 971224 h 1498637"/>
                <a:gd name="csX798" fmla="*/ 2361895 w 3230884"/>
                <a:gd name="csY798" fmla="*/ 971702 h 1498637"/>
                <a:gd name="csX799" fmla="*/ 2358551 w 3230884"/>
                <a:gd name="csY799" fmla="*/ 979345 h 1498637"/>
                <a:gd name="csX800" fmla="*/ 2353773 w 3230884"/>
                <a:gd name="csY800" fmla="*/ 981256 h 1498637"/>
                <a:gd name="csX801" fmla="*/ 2351385 w 3230884"/>
                <a:gd name="csY801" fmla="*/ 980301 h 1498637"/>
                <a:gd name="csX802" fmla="*/ 2349474 w 3230884"/>
                <a:gd name="csY802" fmla="*/ 975524 h 1498637"/>
                <a:gd name="csX803" fmla="*/ 2348040 w 3230884"/>
                <a:gd name="csY803" fmla="*/ 974090 h 1498637"/>
                <a:gd name="csX804" fmla="*/ 2344219 w 3230884"/>
                <a:gd name="csY804" fmla="*/ 972657 h 1498637"/>
                <a:gd name="csX805" fmla="*/ 2322721 w 3230884"/>
                <a:gd name="csY805" fmla="*/ 974090 h 1498637"/>
                <a:gd name="csX806" fmla="*/ 2315555 w 3230884"/>
                <a:gd name="csY806" fmla="*/ 972657 h 1498637"/>
                <a:gd name="csX807" fmla="*/ 2310778 w 3230884"/>
                <a:gd name="csY807" fmla="*/ 972657 h 1498637"/>
                <a:gd name="csX808" fmla="*/ 2303612 w 3230884"/>
                <a:gd name="csY808" fmla="*/ 975046 h 1498637"/>
                <a:gd name="csX809" fmla="*/ 2297401 w 3230884"/>
                <a:gd name="csY809" fmla="*/ 974090 h 1498637"/>
                <a:gd name="csX810" fmla="*/ 2284980 w 3230884"/>
                <a:gd name="csY810" fmla="*/ 978868 h 1498637"/>
                <a:gd name="csX811" fmla="*/ 2280203 w 3230884"/>
                <a:gd name="csY811" fmla="*/ 981734 h 1498637"/>
                <a:gd name="csX812" fmla="*/ 2273992 w 3230884"/>
                <a:gd name="csY812" fmla="*/ 986989 h 1498637"/>
                <a:gd name="csX813" fmla="*/ 2268737 w 3230884"/>
                <a:gd name="csY813" fmla="*/ 996066 h 1498637"/>
                <a:gd name="csX814" fmla="*/ 2265871 w 3230884"/>
                <a:gd name="csY814" fmla="*/ 999410 h 1498637"/>
                <a:gd name="csX815" fmla="*/ 2260616 w 3230884"/>
                <a:gd name="csY815" fmla="*/ 1003710 h 1498637"/>
                <a:gd name="csX816" fmla="*/ 2253450 w 3230884"/>
                <a:gd name="csY816" fmla="*/ 1007531 h 1498637"/>
                <a:gd name="csX817" fmla="*/ 2249628 w 3230884"/>
                <a:gd name="csY817" fmla="*/ 1011353 h 1498637"/>
                <a:gd name="csX818" fmla="*/ 2247717 w 3230884"/>
                <a:gd name="csY818" fmla="*/ 1014697 h 1498637"/>
                <a:gd name="csX819" fmla="*/ 2243896 w 3230884"/>
                <a:gd name="csY819" fmla="*/ 1026641 h 1498637"/>
                <a:gd name="csX820" fmla="*/ 2242940 w 3230884"/>
                <a:gd name="csY820" fmla="*/ 1028074 h 1498637"/>
                <a:gd name="csX821" fmla="*/ 2233863 w 3230884"/>
                <a:gd name="csY821" fmla="*/ 1032851 h 1498637"/>
                <a:gd name="csX822" fmla="*/ 2230997 w 3230884"/>
                <a:gd name="csY822" fmla="*/ 1037151 h 1498637"/>
                <a:gd name="csX823" fmla="*/ 2230041 w 3230884"/>
                <a:gd name="csY823" fmla="*/ 1038584 h 1498637"/>
                <a:gd name="csX824" fmla="*/ 2226219 w 3230884"/>
                <a:gd name="csY824" fmla="*/ 1040495 h 1498637"/>
                <a:gd name="csX825" fmla="*/ 2224308 w 3230884"/>
                <a:gd name="csY825" fmla="*/ 1043839 h 1498637"/>
                <a:gd name="csX826" fmla="*/ 2222875 w 3230884"/>
                <a:gd name="csY826" fmla="*/ 1044794 h 1498637"/>
                <a:gd name="csX827" fmla="*/ 2217620 w 3230884"/>
                <a:gd name="csY827" fmla="*/ 1047183 h 1498637"/>
                <a:gd name="csX828" fmla="*/ 2213321 w 3230884"/>
                <a:gd name="csY828" fmla="*/ 1052916 h 1498637"/>
                <a:gd name="csX829" fmla="*/ 2207588 w 3230884"/>
                <a:gd name="csY829" fmla="*/ 1056738 h 1498637"/>
                <a:gd name="csX830" fmla="*/ 2198511 w 3230884"/>
                <a:gd name="csY830" fmla="*/ 1068203 h 1498637"/>
                <a:gd name="csX831" fmla="*/ 2198033 w 3230884"/>
                <a:gd name="csY831" fmla="*/ 1069636 h 1498637"/>
                <a:gd name="csX832" fmla="*/ 2197078 w 3230884"/>
                <a:gd name="csY832" fmla="*/ 1072503 h 1498637"/>
                <a:gd name="csX833" fmla="*/ 2195644 w 3230884"/>
                <a:gd name="csY833" fmla="*/ 1074414 h 1498637"/>
                <a:gd name="csX834" fmla="*/ 2188001 w 3230884"/>
                <a:gd name="csY834" fmla="*/ 1083968 h 1498637"/>
                <a:gd name="csX835" fmla="*/ 2185612 w 3230884"/>
                <a:gd name="csY835" fmla="*/ 1084924 h 1498637"/>
                <a:gd name="csX836" fmla="*/ 2182268 w 3230884"/>
                <a:gd name="csY836" fmla="*/ 1089223 h 1498637"/>
                <a:gd name="csX837" fmla="*/ 2178446 w 3230884"/>
                <a:gd name="csY837" fmla="*/ 1092090 h 1498637"/>
                <a:gd name="csX838" fmla="*/ 2174625 w 3230884"/>
                <a:gd name="csY838" fmla="*/ 1095434 h 1498637"/>
                <a:gd name="csX839" fmla="*/ 2170325 w 3230884"/>
                <a:gd name="csY839" fmla="*/ 1098778 h 1498637"/>
                <a:gd name="csX840" fmla="*/ 2163637 w 3230884"/>
                <a:gd name="csY840" fmla="*/ 1102122 h 1498637"/>
                <a:gd name="csX841" fmla="*/ 2161726 w 3230884"/>
                <a:gd name="csY841" fmla="*/ 1104511 h 1498637"/>
                <a:gd name="csX842" fmla="*/ 2157904 w 3230884"/>
                <a:gd name="csY842" fmla="*/ 1109288 h 1498637"/>
                <a:gd name="csX843" fmla="*/ 2149783 w 3230884"/>
                <a:gd name="csY843" fmla="*/ 1115498 h 1498637"/>
                <a:gd name="csX844" fmla="*/ 2145483 w 3230884"/>
                <a:gd name="csY844" fmla="*/ 1116932 h 1498637"/>
                <a:gd name="csX845" fmla="*/ 2139750 w 3230884"/>
                <a:gd name="csY845" fmla="*/ 1122664 h 1498637"/>
                <a:gd name="csX846" fmla="*/ 2139273 w 3230884"/>
                <a:gd name="csY846" fmla="*/ 1123620 h 1498637"/>
                <a:gd name="csX847" fmla="*/ 2138795 w 3230884"/>
                <a:gd name="csY847" fmla="*/ 1125531 h 1498637"/>
                <a:gd name="csX848" fmla="*/ 2139750 w 3230884"/>
                <a:gd name="csY848" fmla="*/ 1129353 h 1498637"/>
                <a:gd name="csX849" fmla="*/ 2141184 w 3230884"/>
                <a:gd name="csY849" fmla="*/ 1129830 h 1498637"/>
                <a:gd name="csX850" fmla="*/ 2143572 w 3230884"/>
                <a:gd name="csY850" fmla="*/ 1130308 h 1498637"/>
                <a:gd name="csX851" fmla="*/ 2151694 w 3230884"/>
                <a:gd name="csY851" fmla="*/ 1133652 h 1498637"/>
                <a:gd name="csX852" fmla="*/ 2159337 w 3230884"/>
                <a:gd name="csY852" fmla="*/ 1132697 h 1498637"/>
                <a:gd name="csX853" fmla="*/ 2166025 w 3230884"/>
                <a:gd name="csY853" fmla="*/ 1132697 h 1498637"/>
                <a:gd name="csX854" fmla="*/ 2168892 w 3230884"/>
                <a:gd name="csY854" fmla="*/ 1132697 h 1498637"/>
                <a:gd name="csX855" fmla="*/ 2170325 w 3230884"/>
                <a:gd name="csY855" fmla="*/ 1132697 h 1498637"/>
                <a:gd name="csX856" fmla="*/ 2170803 w 3230884"/>
                <a:gd name="csY856" fmla="*/ 1134608 h 1498637"/>
                <a:gd name="csX857" fmla="*/ 2170803 w 3230884"/>
                <a:gd name="csY857" fmla="*/ 1137952 h 1498637"/>
                <a:gd name="csX858" fmla="*/ 2169848 w 3230884"/>
                <a:gd name="csY858" fmla="*/ 1140818 h 1498637"/>
                <a:gd name="csX859" fmla="*/ 2168892 w 3230884"/>
                <a:gd name="csY859" fmla="*/ 1149895 h 1498637"/>
                <a:gd name="csX860" fmla="*/ 2167936 w 3230884"/>
                <a:gd name="csY860" fmla="*/ 1154194 h 1498637"/>
                <a:gd name="csX861" fmla="*/ 2168892 w 3230884"/>
                <a:gd name="csY861" fmla="*/ 1158016 h 1498637"/>
                <a:gd name="csX862" fmla="*/ 2170325 w 3230884"/>
                <a:gd name="csY862" fmla="*/ 1158494 h 1498637"/>
                <a:gd name="csX863" fmla="*/ 2172236 w 3230884"/>
                <a:gd name="csY863" fmla="*/ 1157061 h 1498637"/>
                <a:gd name="csX864" fmla="*/ 2174625 w 3230884"/>
                <a:gd name="csY864" fmla="*/ 1156583 h 1498637"/>
                <a:gd name="csX865" fmla="*/ 2177491 w 3230884"/>
                <a:gd name="csY865" fmla="*/ 1157539 h 1498637"/>
                <a:gd name="csX866" fmla="*/ 2179402 w 3230884"/>
                <a:gd name="csY866" fmla="*/ 1151328 h 1498637"/>
                <a:gd name="csX867" fmla="*/ 2177969 w 3230884"/>
                <a:gd name="csY867" fmla="*/ 1150373 h 1498637"/>
                <a:gd name="csX868" fmla="*/ 2176535 w 3230884"/>
                <a:gd name="csY868" fmla="*/ 1147984 h 1498637"/>
                <a:gd name="csX869" fmla="*/ 2177013 w 3230884"/>
                <a:gd name="csY869" fmla="*/ 1146073 h 1498637"/>
                <a:gd name="csX870" fmla="*/ 2181791 w 3230884"/>
                <a:gd name="csY870" fmla="*/ 1143207 h 1498637"/>
                <a:gd name="csX871" fmla="*/ 2184657 w 3230884"/>
                <a:gd name="csY871" fmla="*/ 1142729 h 1498637"/>
                <a:gd name="csX872" fmla="*/ 2187523 w 3230884"/>
                <a:gd name="csY872" fmla="*/ 1143207 h 1498637"/>
                <a:gd name="csX873" fmla="*/ 2184657 w 3230884"/>
                <a:gd name="csY873" fmla="*/ 1147028 h 1498637"/>
                <a:gd name="csX874" fmla="*/ 2183224 w 3230884"/>
                <a:gd name="csY874" fmla="*/ 1147984 h 1498637"/>
                <a:gd name="csX875" fmla="*/ 2182268 w 3230884"/>
                <a:gd name="csY875" fmla="*/ 1147984 h 1498637"/>
                <a:gd name="csX876" fmla="*/ 2181313 w 3230884"/>
                <a:gd name="csY876" fmla="*/ 1148939 h 1498637"/>
                <a:gd name="csX877" fmla="*/ 2183701 w 3230884"/>
                <a:gd name="csY877" fmla="*/ 1150850 h 1498637"/>
                <a:gd name="csX878" fmla="*/ 2186568 w 3230884"/>
                <a:gd name="csY878" fmla="*/ 1152761 h 1498637"/>
                <a:gd name="csX879" fmla="*/ 2190867 w 3230884"/>
                <a:gd name="csY879" fmla="*/ 1153717 h 1498637"/>
                <a:gd name="csX880" fmla="*/ 2189912 w 3230884"/>
                <a:gd name="csY880" fmla="*/ 1155150 h 1498637"/>
                <a:gd name="csX881" fmla="*/ 2187046 w 3230884"/>
                <a:gd name="csY881" fmla="*/ 1156105 h 1498637"/>
                <a:gd name="csX882" fmla="*/ 2184657 w 3230884"/>
                <a:gd name="csY882" fmla="*/ 1160883 h 1498637"/>
                <a:gd name="csX883" fmla="*/ 2180835 w 3230884"/>
                <a:gd name="csY883" fmla="*/ 1163271 h 1498637"/>
                <a:gd name="csX884" fmla="*/ 2178924 w 3230884"/>
                <a:gd name="csY884" fmla="*/ 1164704 h 1498637"/>
                <a:gd name="csX885" fmla="*/ 2179402 w 3230884"/>
                <a:gd name="csY885" fmla="*/ 1165660 h 1498637"/>
                <a:gd name="csX886" fmla="*/ 2180835 w 3230884"/>
                <a:gd name="csY886" fmla="*/ 1166138 h 1498637"/>
                <a:gd name="csX887" fmla="*/ 2188957 w 3230884"/>
                <a:gd name="csY887" fmla="*/ 1165660 h 1498637"/>
                <a:gd name="csX888" fmla="*/ 2193256 w 3230884"/>
                <a:gd name="csY888" fmla="*/ 1164227 h 1498637"/>
                <a:gd name="csX889" fmla="*/ 2199467 w 3230884"/>
                <a:gd name="csY889" fmla="*/ 1160405 h 1498637"/>
                <a:gd name="csX890" fmla="*/ 2201855 w 3230884"/>
                <a:gd name="csY890" fmla="*/ 1154672 h 1498637"/>
                <a:gd name="csX891" fmla="*/ 2204244 w 3230884"/>
                <a:gd name="csY891" fmla="*/ 1153239 h 1498637"/>
                <a:gd name="csX892" fmla="*/ 2204721 w 3230884"/>
                <a:gd name="csY892" fmla="*/ 1153239 h 1498637"/>
                <a:gd name="csX893" fmla="*/ 2205677 w 3230884"/>
                <a:gd name="csY893" fmla="*/ 1153717 h 1498637"/>
                <a:gd name="csX894" fmla="*/ 2205677 w 3230884"/>
                <a:gd name="csY894" fmla="*/ 1157539 h 1498637"/>
                <a:gd name="csX895" fmla="*/ 2202333 w 3230884"/>
                <a:gd name="csY895" fmla="*/ 1161838 h 1498637"/>
                <a:gd name="csX896" fmla="*/ 2199944 w 3230884"/>
                <a:gd name="csY896" fmla="*/ 1164227 h 1498637"/>
                <a:gd name="csX897" fmla="*/ 2198989 w 3230884"/>
                <a:gd name="csY897" fmla="*/ 1166615 h 1498637"/>
                <a:gd name="csX898" fmla="*/ 2200422 w 3230884"/>
                <a:gd name="csY898" fmla="*/ 1166615 h 1498637"/>
                <a:gd name="csX899" fmla="*/ 2203289 w 3230884"/>
                <a:gd name="csY899" fmla="*/ 1166138 h 1498637"/>
                <a:gd name="csX900" fmla="*/ 2204244 w 3230884"/>
                <a:gd name="csY900" fmla="*/ 1165182 h 1498637"/>
                <a:gd name="csX901" fmla="*/ 2207588 w 3230884"/>
                <a:gd name="csY901" fmla="*/ 1159927 h 1498637"/>
                <a:gd name="csX902" fmla="*/ 2208066 w 3230884"/>
                <a:gd name="csY902" fmla="*/ 1156105 h 1498637"/>
                <a:gd name="csX903" fmla="*/ 2208543 w 3230884"/>
                <a:gd name="csY903" fmla="*/ 1150373 h 1498637"/>
                <a:gd name="csX904" fmla="*/ 2208066 w 3230884"/>
                <a:gd name="csY904" fmla="*/ 1147506 h 1498637"/>
                <a:gd name="csX905" fmla="*/ 2208543 w 3230884"/>
                <a:gd name="csY905" fmla="*/ 1145118 h 1498637"/>
                <a:gd name="csX906" fmla="*/ 2207110 w 3230884"/>
                <a:gd name="csY906" fmla="*/ 1142729 h 1498637"/>
                <a:gd name="csX907" fmla="*/ 2208066 w 3230884"/>
                <a:gd name="csY907" fmla="*/ 1142251 h 1498637"/>
                <a:gd name="csX908" fmla="*/ 2216187 w 3230884"/>
                <a:gd name="csY908" fmla="*/ 1145118 h 1498637"/>
                <a:gd name="csX909" fmla="*/ 2220487 w 3230884"/>
                <a:gd name="csY909" fmla="*/ 1146073 h 1498637"/>
                <a:gd name="csX910" fmla="*/ 2228130 w 3230884"/>
                <a:gd name="csY910" fmla="*/ 1143207 h 1498637"/>
                <a:gd name="csX911" fmla="*/ 2230041 w 3230884"/>
                <a:gd name="csY911" fmla="*/ 1144162 h 1498637"/>
                <a:gd name="csX912" fmla="*/ 2230997 w 3230884"/>
                <a:gd name="csY912" fmla="*/ 1145595 h 1498637"/>
                <a:gd name="csX913" fmla="*/ 2237207 w 3230884"/>
                <a:gd name="csY913" fmla="*/ 1150373 h 1498637"/>
                <a:gd name="csX914" fmla="*/ 2238640 w 3230884"/>
                <a:gd name="csY914" fmla="*/ 1151806 h 1498637"/>
                <a:gd name="csX915" fmla="*/ 2241029 w 3230884"/>
                <a:gd name="csY915" fmla="*/ 1157539 h 1498637"/>
                <a:gd name="csX916" fmla="*/ 2247717 w 3230884"/>
                <a:gd name="csY916" fmla="*/ 1164227 h 1498637"/>
                <a:gd name="csX917" fmla="*/ 2253928 w 3230884"/>
                <a:gd name="csY917" fmla="*/ 1167571 h 1498637"/>
                <a:gd name="csX918" fmla="*/ 2253928 w 3230884"/>
                <a:gd name="csY918" fmla="*/ 1168526 h 1498637"/>
                <a:gd name="csX919" fmla="*/ 2258227 w 3230884"/>
                <a:gd name="csY919" fmla="*/ 1172348 h 1498637"/>
                <a:gd name="csX920" fmla="*/ 2261094 w 3230884"/>
                <a:gd name="csY920" fmla="*/ 1173781 h 1498637"/>
                <a:gd name="csX921" fmla="*/ 2261571 w 3230884"/>
                <a:gd name="csY921" fmla="*/ 1177125 h 1498637"/>
                <a:gd name="csX922" fmla="*/ 2260138 w 3230884"/>
                <a:gd name="csY922" fmla="*/ 1179514 h 1498637"/>
                <a:gd name="csX923" fmla="*/ 2257272 w 3230884"/>
                <a:gd name="csY923" fmla="*/ 1181903 h 1498637"/>
                <a:gd name="csX924" fmla="*/ 2251539 w 3230884"/>
                <a:gd name="csY924" fmla="*/ 1179514 h 1498637"/>
                <a:gd name="csX925" fmla="*/ 2250583 w 3230884"/>
                <a:gd name="csY925" fmla="*/ 1179992 h 1498637"/>
                <a:gd name="csX926" fmla="*/ 2251062 w 3230884"/>
                <a:gd name="csY926" fmla="*/ 1181425 h 1498637"/>
                <a:gd name="csX927" fmla="*/ 2255361 w 3230884"/>
                <a:gd name="csY927" fmla="*/ 1185725 h 1498637"/>
                <a:gd name="csX928" fmla="*/ 2258705 w 3230884"/>
                <a:gd name="csY928" fmla="*/ 1187158 h 1498637"/>
                <a:gd name="csX929" fmla="*/ 2259183 w 3230884"/>
                <a:gd name="csY929" fmla="*/ 1192890 h 1498637"/>
                <a:gd name="csX930" fmla="*/ 2258705 w 3230884"/>
                <a:gd name="csY930" fmla="*/ 1195757 h 1498637"/>
                <a:gd name="csX931" fmla="*/ 2256316 w 3230884"/>
                <a:gd name="csY931" fmla="*/ 1199579 h 1498637"/>
                <a:gd name="csX932" fmla="*/ 2257272 w 3230884"/>
                <a:gd name="csY932" fmla="*/ 1201490 h 1498637"/>
                <a:gd name="csX933" fmla="*/ 2260138 w 3230884"/>
                <a:gd name="csY933" fmla="*/ 1204356 h 1498637"/>
                <a:gd name="csX934" fmla="*/ 2262049 w 3230884"/>
                <a:gd name="csY934" fmla="*/ 1205311 h 1498637"/>
                <a:gd name="csX935" fmla="*/ 2263482 w 3230884"/>
                <a:gd name="csY935" fmla="*/ 1207222 h 1498637"/>
                <a:gd name="csX936" fmla="*/ 2261571 w 3230884"/>
                <a:gd name="csY936" fmla="*/ 1210567 h 1498637"/>
                <a:gd name="csX937" fmla="*/ 2261094 w 3230884"/>
                <a:gd name="csY937" fmla="*/ 1214388 h 1498637"/>
                <a:gd name="csX938" fmla="*/ 2258705 w 3230884"/>
                <a:gd name="csY938" fmla="*/ 1216299 h 1498637"/>
                <a:gd name="csX939" fmla="*/ 2256316 w 3230884"/>
                <a:gd name="csY939" fmla="*/ 1220121 h 1498637"/>
                <a:gd name="csX940" fmla="*/ 2252494 w 3230884"/>
                <a:gd name="csY940" fmla="*/ 1223465 h 1498637"/>
                <a:gd name="csX941" fmla="*/ 2250583 w 3230884"/>
                <a:gd name="csY941" fmla="*/ 1229198 h 1498637"/>
                <a:gd name="csX942" fmla="*/ 2247717 w 3230884"/>
                <a:gd name="csY942" fmla="*/ 1234931 h 1498637"/>
                <a:gd name="csX943" fmla="*/ 2247239 w 3230884"/>
                <a:gd name="csY943" fmla="*/ 1239708 h 1498637"/>
                <a:gd name="csX944" fmla="*/ 2246762 w 3230884"/>
                <a:gd name="csY944" fmla="*/ 1241619 h 1498637"/>
                <a:gd name="csX945" fmla="*/ 2244373 w 3230884"/>
                <a:gd name="csY945" fmla="*/ 1247352 h 1498637"/>
                <a:gd name="csX946" fmla="*/ 2243417 w 3230884"/>
                <a:gd name="csY946" fmla="*/ 1254518 h 1498637"/>
                <a:gd name="csX947" fmla="*/ 2244373 w 3230884"/>
                <a:gd name="csY947" fmla="*/ 1266461 h 1498637"/>
                <a:gd name="csX948" fmla="*/ 2245328 w 3230884"/>
                <a:gd name="csY948" fmla="*/ 1266939 h 1498637"/>
                <a:gd name="csX949" fmla="*/ 2246284 w 3230884"/>
                <a:gd name="csY949" fmla="*/ 1267894 h 1498637"/>
                <a:gd name="csX950" fmla="*/ 2246284 w 3230884"/>
                <a:gd name="csY950" fmla="*/ 1268372 h 1498637"/>
                <a:gd name="csX951" fmla="*/ 2245328 w 3230884"/>
                <a:gd name="csY951" fmla="*/ 1268849 h 1498637"/>
                <a:gd name="csX952" fmla="*/ 2242940 w 3230884"/>
                <a:gd name="csY952" fmla="*/ 1272671 h 1498637"/>
                <a:gd name="csX953" fmla="*/ 2242940 w 3230884"/>
                <a:gd name="csY953" fmla="*/ 1275060 h 1498637"/>
                <a:gd name="csX954" fmla="*/ 2243896 w 3230884"/>
                <a:gd name="csY954" fmla="*/ 1276493 h 1498637"/>
                <a:gd name="csX955" fmla="*/ 2244373 w 3230884"/>
                <a:gd name="csY955" fmla="*/ 1281270 h 1498637"/>
                <a:gd name="csX956" fmla="*/ 2242462 w 3230884"/>
                <a:gd name="csY956" fmla="*/ 1288914 h 1498637"/>
                <a:gd name="csX957" fmla="*/ 2241985 w 3230884"/>
                <a:gd name="csY957" fmla="*/ 1289870 h 1498637"/>
                <a:gd name="csX958" fmla="*/ 2241029 w 3230884"/>
                <a:gd name="csY958" fmla="*/ 1291781 h 1498637"/>
                <a:gd name="csX959" fmla="*/ 2241029 w 3230884"/>
                <a:gd name="csY959" fmla="*/ 1293691 h 1498637"/>
                <a:gd name="csX960" fmla="*/ 2240551 w 3230884"/>
                <a:gd name="csY960" fmla="*/ 1294647 h 1498637"/>
                <a:gd name="csX961" fmla="*/ 2240074 w 3230884"/>
                <a:gd name="csY961" fmla="*/ 1296558 h 1498637"/>
                <a:gd name="csX962" fmla="*/ 2240551 w 3230884"/>
                <a:gd name="csY962" fmla="*/ 1297991 h 1498637"/>
                <a:gd name="csX963" fmla="*/ 2241507 w 3230884"/>
                <a:gd name="csY963" fmla="*/ 1298946 h 1498637"/>
                <a:gd name="csX964" fmla="*/ 2238162 w 3230884"/>
                <a:gd name="csY964" fmla="*/ 1304202 h 1498637"/>
                <a:gd name="csX965" fmla="*/ 2237207 w 3230884"/>
                <a:gd name="csY965" fmla="*/ 1310890 h 1498637"/>
                <a:gd name="csX966" fmla="*/ 2236251 w 3230884"/>
                <a:gd name="csY966" fmla="*/ 1313756 h 1498637"/>
                <a:gd name="csX967" fmla="*/ 2233863 w 3230884"/>
                <a:gd name="csY967" fmla="*/ 1316622 h 1498637"/>
                <a:gd name="csX968" fmla="*/ 2229086 w 3230884"/>
                <a:gd name="csY968" fmla="*/ 1320444 h 1498637"/>
                <a:gd name="csX969" fmla="*/ 2227653 w 3230884"/>
                <a:gd name="csY969" fmla="*/ 1322833 h 1498637"/>
                <a:gd name="csX970" fmla="*/ 2224308 w 3230884"/>
                <a:gd name="csY970" fmla="*/ 1325699 h 1498637"/>
                <a:gd name="csX971" fmla="*/ 2221442 w 3230884"/>
                <a:gd name="csY971" fmla="*/ 1328088 h 1498637"/>
                <a:gd name="csX972" fmla="*/ 2217620 w 3230884"/>
                <a:gd name="csY972" fmla="*/ 1335254 h 1498637"/>
                <a:gd name="csX973" fmla="*/ 2214276 w 3230884"/>
                <a:gd name="csY973" fmla="*/ 1341942 h 1498637"/>
                <a:gd name="csX974" fmla="*/ 2205677 w 3230884"/>
                <a:gd name="csY974" fmla="*/ 1350541 h 1498637"/>
                <a:gd name="csX975" fmla="*/ 2204721 w 3230884"/>
                <a:gd name="csY975" fmla="*/ 1352930 h 1498637"/>
                <a:gd name="csX976" fmla="*/ 2204244 w 3230884"/>
                <a:gd name="csY976" fmla="*/ 1354841 h 1498637"/>
                <a:gd name="csX977" fmla="*/ 2201855 w 3230884"/>
                <a:gd name="csY977" fmla="*/ 1358663 h 1498637"/>
                <a:gd name="csX978" fmla="*/ 2200900 w 3230884"/>
                <a:gd name="csY978" fmla="*/ 1364395 h 1498637"/>
                <a:gd name="csX979" fmla="*/ 2198511 w 3230884"/>
                <a:gd name="csY979" fmla="*/ 1366306 h 1498637"/>
                <a:gd name="csX980" fmla="*/ 2196600 w 3230884"/>
                <a:gd name="csY980" fmla="*/ 1372039 h 1498637"/>
                <a:gd name="csX981" fmla="*/ 2189912 w 3230884"/>
                <a:gd name="csY981" fmla="*/ 1380160 h 1498637"/>
                <a:gd name="csX982" fmla="*/ 2188001 w 3230884"/>
                <a:gd name="csY982" fmla="*/ 1383027 h 1498637"/>
                <a:gd name="csX983" fmla="*/ 2182746 w 3230884"/>
                <a:gd name="csY983" fmla="*/ 1387804 h 1498637"/>
                <a:gd name="csX984" fmla="*/ 2177491 w 3230884"/>
                <a:gd name="csY984" fmla="*/ 1394015 h 1498637"/>
                <a:gd name="csX985" fmla="*/ 2170803 w 3230884"/>
                <a:gd name="csY985" fmla="*/ 1399747 h 1498637"/>
                <a:gd name="csX986" fmla="*/ 2169369 w 3230884"/>
                <a:gd name="csY986" fmla="*/ 1402136 h 1498637"/>
                <a:gd name="csX987" fmla="*/ 2166503 w 3230884"/>
                <a:gd name="csY987" fmla="*/ 1405002 h 1498637"/>
                <a:gd name="csX988" fmla="*/ 2163637 w 3230884"/>
                <a:gd name="csY988" fmla="*/ 1408824 h 1498637"/>
                <a:gd name="csX989" fmla="*/ 2159815 w 3230884"/>
                <a:gd name="csY989" fmla="*/ 1412646 h 1498637"/>
                <a:gd name="csX990" fmla="*/ 2158860 w 3230884"/>
                <a:gd name="csY990" fmla="*/ 1415512 h 1498637"/>
                <a:gd name="csX991" fmla="*/ 2157426 w 3230884"/>
                <a:gd name="csY991" fmla="*/ 1417423 h 1498637"/>
                <a:gd name="csX992" fmla="*/ 2154560 w 3230884"/>
                <a:gd name="csY992" fmla="*/ 1418379 h 1498637"/>
                <a:gd name="csX993" fmla="*/ 2152171 w 3230884"/>
                <a:gd name="csY993" fmla="*/ 1420290 h 1498637"/>
                <a:gd name="csX994" fmla="*/ 2145483 w 3230884"/>
                <a:gd name="csY994" fmla="*/ 1430322 h 1498637"/>
                <a:gd name="csX995" fmla="*/ 2144528 w 3230884"/>
                <a:gd name="csY995" fmla="*/ 1432233 h 1498637"/>
                <a:gd name="csX996" fmla="*/ 2144528 w 3230884"/>
                <a:gd name="csY996" fmla="*/ 1434144 h 1498637"/>
                <a:gd name="csX997" fmla="*/ 2139750 w 3230884"/>
                <a:gd name="csY997" fmla="*/ 1437488 h 1498637"/>
                <a:gd name="csX998" fmla="*/ 2137362 w 3230884"/>
                <a:gd name="csY998" fmla="*/ 1441788 h 1498637"/>
                <a:gd name="csX999" fmla="*/ 2133062 w 3230884"/>
                <a:gd name="csY999" fmla="*/ 1444176 h 1498637"/>
                <a:gd name="csX1000" fmla="*/ 2128762 w 3230884"/>
                <a:gd name="csY1000" fmla="*/ 1447520 h 1498637"/>
                <a:gd name="csX1001" fmla="*/ 2118253 w 3230884"/>
                <a:gd name="csY1001" fmla="*/ 1453731 h 1498637"/>
                <a:gd name="csX1002" fmla="*/ 2115386 w 3230884"/>
                <a:gd name="csY1002" fmla="*/ 1456119 h 1498637"/>
                <a:gd name="csX1003" fmla="*/ 2109176 w 3230884"/>
                <a:gd name="csY1003" fmla="*/ 1458986 h 1498637"/>
                <a:gd name="csX1004" fmla="*/ 2106787 w 3230884"/>
                <a:gd name="csY1004" fmla="*/ 1458986 h 1498637"/>
                <a:gd name="csX1005" fmla="*/ 2101532 w 3230884"/>
                <a:gd name="csY1005" fmla="*/ 1460419 h 1498637"/>
                <a:gd name="csX1006" fmla="*/ 2098188 w 3230884"/>
                <a:gd name="csY1006" fmla="*/ 1462330 h 1498637"/>
                <a:gd name="csX1007" fmla="*/ 2096277 w 3230884"/>
                <a:gd name="csY1007" fmla="*/ 1461374 h 1498637"/>
                <a:gd name="csX1008" fmla="*/ 2094844 w 3230884"/>
                <a:gd name="csY1008" fmla="*/ 1459464 h 1498637"/>
                <a:gd name="csX1009" fmla="*/ 2093411 w 3230884"/>
                <a:gd name="csY1009" fmla="*/ 1459464 h 1498637"/>
                <a:gd name="csX1010" fmla="*/ 2092455 w 3230884"/>
                <a:gd name="csY1010" fmla="*/ 1459941 h 1498637"/>
                <a:gd name="csX1011" fmla="*/ 2089111 w 3230884"/>
                <a:gd name="csY1011" fmla="*/ 1458030 h 1498637"/>
                <a:gd name="csX1012" fmla="*/ 2086722 w 3230884"/>
                <a:gd name="csY1012" fmla="*/ 1458030 h 1498637"/>
                <a:gd name="csX1013" fmla="*/ 2084811 w 3230884"/>
                <a:gd name="csY1013" fmla="*/ 1457075 h 1498637"/>
                <a:gd name="csX1014" fmla="*/ 2081468 w 3230884"/>
                <a:gd name="csY1014" fmla="*/ 1457553 h 1498637"/>
                <a:gd name="csX1015" fmla="*/ 2081945 w 3230884"/>
                <a:gd name="csY1015" fmla="*/ 1448953 h 1498637"/>
                <a:gd name="csX1016" fmla="*/ 2081468 w 3230884"/>
                <a:gd name="csY1016" fmla="*/ 1447042 h 1498637"/>
                <a:gd name="csX1017" fmla="*/ 2080034 w 3230884"/>
                <a:gd name="csY1017" fmla="*/ 1448476 h 1498637"/>
                <a:gd name="csX1018" fmla="*/ 2075734 w 3230884"/>
                <a:gd name="csY1018" fmla="*/ 1451820 h 1498637"/>
                <a:gd name="csX1019" fmla="*/ 2074302 w 3230884"/>
                <a:gd name="csY1019" fmla="*/ 1452298 h 1498637"/>
                <a:gd name="csX1020" fmla="*/ 2072391 w 3230884"/>
                <a:gd name="csY1020" fmla="*/ 1452298 h 1498637"/>
                <a:gd name="csX1021" fmla="*/ 2073346 w 3230884"/>
                <a:gd name="csY1021" fmla="*/ 1450387 h 1498637"/>
                <a:gd name="csX1022" fmla="*/ 2075734 w 3230884"/>
                <a:gd name="csY1022" fmla="*/ 1447520 h 1498637"/>
                <a:gd name="csX1023" fmla="*/ 2074779 w 3230884"/>
                <a:gd name="csY1023" fmla="*/ 1447520 h 1498637"/>
                <a:gd name="csX1024" fmla="*/ 2074302 w 3230884"/>
                <a:gd name="csY1024" fmla="*/ 1447042 h 1498637"/>
                <a:gd name="csX1025" fmla="*/ 2071435 w 3230884"/>
                <a:gd name="csY1025" fmla="*/ 1448476 h 1498637"/>
                <a:gd name="csX1026" fmla="*/ 2069524 w 3230884"/>
                <a:gd name="csY1026" fmla="*/ 1449909 h 1498637"/>
                <a:gd name="csX1027" fmla="*/ 2065702 w 3230884"/>
                <a:gd name="csY1027" fmla="*/ 1454686 h 1498637"/>
                <a:gd name="csX1028" fmla="*/ 2063314 w 3230884"/>
                <a:gd name="csY1028" fmla="*/ 1458986 h 1498637"/>
                <a:gd name="csX1029" fmla="*/ 2061403 w 3230884"/>
                <a:gd name="csY1029" fmla="*/ 1460419 h 1498637"/>
                <a:gd name="csX1030" fmla="*/ 2060447 w 3230884"/>
                <a:gd name="csY1030" fmla="*/ 1462330 h 1498637"/>
                <a:gd name="csX1031" fmla="*/ 2058536 w 3230884"/>
                <a:gd name="csY1031" fmla="*/ 1463763 h 1498637"/>
                <a:gd name="csX1032" fmla="*/ 2056148 w 3230884"/>
                <a:gd name="csY1032" fmla="*/ 1463285 h 1498637"/>
                <a:gd name="csX1033" fmla="*/ 2054237 w 3230884"/>
                <a:gd name="csY1033" fmla="*/ 1463763 h 1498637"/>
                <a:gd name="csX1034" fmla="*/ 2050415 w 3230884"/>
                <a:gd name="csY1034" fmla="*/ 1462808 h 1498637"/>
                <a:gd name="csX1035" fmla="*/ 2049459 w 3230884"/>
                <a:gd name="csY1035" fmla="*/ 1463285 h 1498637"/>
                <a:gd name="csX1036" fmla="*/ 2052326 w 3230884"/>
                <a:gd name="csY1036" fmla="*/ 1466630 h 1498637"/>
                <a:gd name="csX1037" fmla="*/ 2049937 w 3230884"/>
                <a:gd name="csY1037" fmla="*/ 1471407 h 1498637"/>
                <a:gd name="csX1038" fmla="*/ 2049459 w 3230884"/>
                <a:gd name="csY1038" fmla="*/ 1471884 h 1498637"/>
                <a:gd name="csX1039" fmla="*/ 2048504 w 3230884"/>
                <a:gd name="csY1039" fmla="*/ 1471407 h 1498637"/>
                <a:gd name="csX1040" fmla="*/ 2048504 w 3230884"/>
                <a:gd name="csY1040" fmla="*/ 1470451 h 1498637"/>
                <a:gd name="csX1041" fmla="*/ 2048504 w 3230884"/>
                <a:gd name="csY1041" fmla="*/ 1469974 h 1498637"/>
                <a:gd name="csX1042" fmla="*/ 2048026 w 3230884"/>
                <a:gd name="csY1042" fmla="*/ 1469018 h 1498637"/>
                <a:gd name="csX1043" fmla="*/ 2046593 w 3230884"/>
                <a:gd name="csY1043" fmla="*/ 1467585 h 1498637"/>
                <a:gd name="csX1044" fmla="*/ 2046115 w 3230884"/>
                <a:gd name="csY1044" fmla="*/ 1466152 h 1498637"/>
                <a:gd name="csX1045" fmla="*/ 2046115 w 3230884"/>
                <a:gd name="csY1045" fmla="*/ 1466152 h 1498637"/>
                <a:gd name="csX1046" fmla="*/ 2046115 w 3230884"/>
                <a:gd name="csY1046" fmla="*/ 1466152 h 1498637"/>
                <a:gd name="csX1047" fmla="*/ 2046115 w 3230884"/>
                <a:gd name="csY1047" fmla="*/ 1466152 h 1498637"/>
                <a:gd name="csX1048" fmla="*/ 2047071 w 3230884"/>
                <a:gd name="csY1048" fmla="*/ 1465196 h 1498637"/>
                <a:gd name="csX1049" fmla="*/ 2047071 w 3230884"/>
                <a:gd name="csY1049" fmla="*/ 1464241 h 1498637"/>
                <a:gd name="csX1050" fmla="*/ 2046115 w 3230884"/>
                <a:gd name="csY1050" fmla="*/ 1462808 h 1498637"/>
                <a:gd name="csX1051" fmla="*/ 2046115 w 3230884"/>
                <a:gd name="csY1051" fmla="*/ 1462808 h 1498637"/>
                <a:gd name="csX1052" fmla="*/ 2045638 w 3230884"/>
                <a:gd name="csY1052" fmla="*/ 1462808 h 1498637"/>
                <a:gd name="csX1053" fmla="*/ 2044204 w 3230884"/>
                <a:gd name="csY1053" fmla="*/ 1462330 h 1498637"/>
                <a:gd name="csX1054" fmla="*/ 2044204 w 3230884"/>
                <a:gd name="csY1054" fmla="*/ 1462330 h 1498637"/>
                <a:gd name="csX1055" fmla="*/ 2044204 w 3230884"/>
                <a:gd name="csY1055" fmla="*/ 1462330 h 1498637"/>
                <a:gd name="csX1056" fmla="*/ 2044204 w 3230884"/>
                <a:gd name="csY1056" fmla="*/ 1461374 h 1498637"/>
                <a:gd name="csX1057" fmla="*/ 2044682 w 3230884"/>
                <a:gd name="csY1057" fmla="*/ 1460897 h 1498637"/>
                <a:gd name="csX1058" fmla="*/ 2045638 w 3230884"/>
                <a:gd name="csY1058" fmla="*/ 1459941 h 1498637"/>
                <a:gd name="csX1059" fmla="*/ 2047071 w 3230884"/>
                <a:gd name="csY1059" fmla="*/ 1459464 h 1498637"/>
                <a:gd name="csX1060" fmla="*/ 2049937 w 3230884"/>
                <a:gd name="csY1060" fmla="*/ 1458986 h 1498637"/>
                <a:gd name="csX1061" fmla="*/ 2051370 w 3230884"/>
                <a:gd name="csY1061" fmla="*/ 1458030 h 1498637"/>
                <a:gd name="csX1062" fmla="*/ 2052804 w 3230884"/>
                <a:gd name="csY1062" fmla="*/ 1458030 h 1498637"/>
                <a:gd name="csX1063" fmla="*/ 2053281 w 3230884"/>
                <a:gd name="csY1063" fmla="*/ 1458030 h 1498637"/>
                <a:gd name="csX1064" fmla="*/ 2054237 w 3230884"/>
                <a:gd name="csY1064" fmla="*/ 1458508 h 1498637"/>
                <a:gd name="csX1065" fmla="*/ 2055670 w 3230884"/>
                <a:gd name="csY1065" fmla="*/ 1457553 h 1498637"/>
                <a:gd name="csX1066" fmla="*/ 2057103 w 3230884"/>
                <a:gd name="csY1066" fmla="*/ 1457075 h 1498637"/>
                <a:gd name="csX1067" fmla="*/ 2057103 w 3230884"/>
                <a:gd name="csY1067" fmla="*/ 1455642 h 1498637"/>
                <a:gd name="csX1068" fmla="*/ 2057103 w 3230884"/>
                <a:gd name="csY1068" fmla="*/ 1453731 h 1498637"/>
                <a:gd name="csX1069" fmla="*/ 2057581 w 3230884"/>
                <a:gd name="csY1069" fmla="*/ 1453253 h 1498637"/>
                <a:gd name="csX1070" fmla="*/ 2058059 w 3230884"/>
                <a:gd name="csY1070" fmla="*/ 1452298 h 1498637"/>
                <a:gd name="csX1071" fmla="*/ 2059014 w 3230884"/>
                <a:gd name="csY1071" fmla="*/ 1451342 h 1498637"/>
                <a:gd name="csX1072" fmla="*/ 2059492 w 3230884"/>
                <a:gd name="csY1072" fmla="*/ 1448476 h 1498637"/>
                <a:gd name="csX1073" fmla="*/ 2060447 w 3230884"/>
                <a:gd name="csY1073" fmla="*/ 1446565 h 1498637"/>
                <a:gd name="csX1074" fmla="*/ 2060447 w 3230884"/>
                <a:gd name="csY1074" fmla="*/ 1445132 h 1498637"/>
                <a:gd name="csX1075" fmla="*/ 2060925 w 3230884"/>
                <a:gd name="csY1075" fmla="*/ 1444176 h 1498637"/>
                <a:gd name="csX1076" fmla="*/ 2060447 w 3230884"/>
                <a:gd name="csY1076" fmla="*/ 1443221 h 1498637"/>
                <a:gd name="csX1077" fmla="*/ 2059492 w 3230884"/>
                <a:gd name="csY1077" fmla="*/ 1442743 h 1498637"/>
                <a:gd name="csX1078" fmla="*/ 2059492 w 3230884"/>
                <a:gd name="csY1078" fmla="*/ 1442743 h 1498637"/>
                <a:gd name="csX1079" fmla="*/ 2059014 w 3230884"/>
                <a:gd name="csY1079" fmla="*/ 1442265 h 1498637"/>
                <a:gd name="csX1080" fmla="*/ 2059014 w 3230884"/>
                <a:gd name="csY1080" fmla="*/ 1440832 h 1498637"/>
                <a:gd name="csX1081" fmla="*/ 2059014 w 3230884"/>
                <a:gd name="csY1081" fmla="*/ 1438443 h 1498637"/>
                <a:gd name="csX1082" fmla="*/ 2059014 w 3230884"/>
                <a:gd name="csY1082" fmla="*/ 1437010 h 1498637"/>
                <a:gd name="csX1083" fmla="*/ 2059970 w 3230884"/>
                <a:gd name="csY1083" fmla="*/ 1429844 h 1498637"/>
                <a:gd name="csX1084" fmla="*/ 2060447 w 3230884"/>
                <a:gd name="csY1084" fmla="*/ 1427933 h 1498637"/>
                <a:gd name="csX1085" fmla="*/ 2058059 w 3230884"/>
                <a:gd name="csY1085" fmla="*/ 1417901 h 1498637"/>
                <a:gd name="csX1086" fmla="*/ 2057103 w 3230884"/>
                <a:gd name="csY1086" fmla="*/ 1414557 h 1498637"/>
                <a:gd name="csX1087" fmla="*/ 2056625 w 3230884"/>
                <a:gd name="csY1087" fmla="*/ 1413124 h 1498637"/>
                <a:gd name="csX1088" fmla="*/ 2055670 w 3230884"/>
                <a:gd name="csY1088" fmla="*/ 1410735 h 1498637"/>
                <a:gd name="csX1089" fmla="*/ 2054714 w 3230884"/>
                <a:gd name="csY1089" fmla="*/ 1409302 h 1498637"/>
                <a:gd name="csX1090" fmla="*/ 2055192 w 3230884"/>
                <a:gd name="csY1090" fmla="*/ 1408346 h 1498637"/>
                <a:gd name="csX1091" fmla="*/ 2056148 w 3230884"/>
                <a:gd name="csY1091" fmla="*/ 1407391 h 1498637"/>
                <a:gd name="csX1092" fmla="*/ 2057103 w 3230884"/>
                <a:gd name="csY1092" fmla="*/ 1406435 h 1498637"/>
                <a:gd name="csX1093" fmla="*/ 2059970 w 3230884"/>
                <a:gd name="csY1093" fmla="*/ 1406435 h 1498637"/>
                <a:gd name="csX1094" fmla="*/ 2059970 w 3230884"/>
                <a:gd name="csY1094" fmla="*/ 1406435 h 1498637"/>
                <a:gd name="csX1095" fmla="*/ 2060925 w 3230884"/>
                <a:gd name="csY1095" fmla="*/ 1405958 h 1498637"/>
                <a:gd name="csX1096" fmla="*/ 2064269 w 3230884"/>
                <a:gd name="csY1096" fmla="*/ 1404525 h 1498637"/>
                <a:gd name="csX1097" fmla="*/ 2065225 w 3230884"/>
                <a:gd name="csY1097" fmla="*/ 1404047 h 1498637"/>
                <a:gd name="csX1098" fmla="*/ 2067136 w 3230884"/>
                <a:gd name="csY1098" fmla="*/ 1402136 h 1498637"/>
                <a:gd name="csX1099" fmla="*/ 2067613 w 3230884"/>
                <a:gd name="csY1099" fmla="*/ 1400703 h 1498637"/>
                <a:gd name="csX1100" fmla="*/ 2068568 w 3230884"/>
                <a:gd name="csY1100" fmla="*/ 1399270 h 1498637"/>
                <a:gd name="csX1101" fmla="*/ 2070480 w 3230884"/>
                <a:gd name="csY1101" fmla="*/ 1398314 h 1498637"/>
                <a:gd name="csX1102" fmla="*/ 2071435 w 3230884"/>
                <a:gd name="csY1102" fmla="*/ 1396403 h 1498637"/>
                <a:gd name="csX1103" fmla="*/ 2072391 w 3230884"/>
                <a:gd name="csY1103" fmla="*/ 1395926 h 1498637"/>
                <a:gd name="csX1104" fmla="*/ 2073346 w 3230884"/>
                <a:gd name="csY1104" fmla="*/ 1397359 h 1498637"/>
                <a:gd name="csX1105" fmla="*/ 2074779 w 3230884"/>
                <a:gd name="csY1105" fmla="*/ 1397836 h 1498637"/>
                <a:gd name="csX1106" fmla="*/ 2076690 w 3230884"/>
                <a:gd name="csY1106" fmla="*/ 1398314 h 1498637"/>
                <a:gd name="csX1107" fmla="*/ 2079079 w 3230884"/>
                <a:gd name="csY1107" fmla="*/ 1399270 h 1498637"/>
                <a:gd name="csX1108" fmla="*/ 2082423 w 3230884"/>
                <a:gd name="csY1108" fmla="*/ 1400225 h 1498637"/>
                <a:gd name="csX1109" fmla="*/ 2086245 w 3230884"/>
                <a:gd name="csY1109" fmla="*/ 1401181 h 1498637"/>
                <a:gd name="csX1110" fmla="*/ 2088633 w 3230884"/>
                <a:gd name="csY1110" fmla="*/ 1402136 h 1498637"/>
                <a:gd name="csX1111" fmla="*/ 2089589 w 3230884"/>
                <a:gd name="csY1111" fmla="*/ 1402136 h 1498637"/>
                <a:gd name="csX1112" fmla="*/ 2091977 w 3230884"/>
                <a:gd name="csY1112" fmla="*/ 1402614 h 1498637"/>
                <a:gd name="csX1113" fmla="*/ 2092933 w 3230884"/>
                <a:gd name="csY1113" fmla="*/ 1403092 h 1498637"/>
                <a:gd name="csX1114" fmla="*/ 2092933 w 3230884"/>
                <a:gd name="csY1114" fmla="*/ 1403092 h 1498637"/>
                <a:gd name="csX1115" fmla="*/ 2093888 w 3230884"/>
                <a:gd name="csY1115" fmla="*/ 1403569 h 1498637"/>
                <a:gd name="csX1116" fmla="*/ 2093888 w 3230884"/>
                <a:gd name="csY1116" fmla="*/ 1403569 h 1498637"/>
                <a:gd name="csX1117" fmla="*/ 2093888 w 3230884"/>
                <a:gd name="csY1117" fmla="*/ 1403569 h 1498637"/>
                <a:gd name="csX1118" fmla="*/ 2095321 w 3230884"/>
                <a:gd name="csY1118" fmla="*/ 1402614 h 1498637"/>
                <a:gd name="csX1119" fmla="*/ 2097232 w 3230884"/>
                <a:gd name="csY1119" fmla="*/ 1401181 h 1498637"/>
                <a:gd name="csX1120" fmla="*/ 2097232 w 3230884"/>
                <a:gd name="csY1120" fmla="*/ 1398792 h 1498637"/>
                <a:gd name="csX1121" fmla="*/ 2097232 w 3230884"/>
                <a:gd name="csY1121" fmla="*/ 1395926 h 1498637"/>
                <a:gd name="csX1122" fmla="*/ 2098666 w 3230884"/>
                <a:gd name="csY1122" fmla="*/ 1391626 h 1498637"/>
                <a:gd name="csX1123" fmla="*/ 2100577 w 3230884"/>
                <a:gd name="csY1123" fmla="*/ 1390193 h 1498637"/>
                <a:gd name="csX1124" fmla="*/ 2101532 w 3230884"/>
                <a:gd name="csY1124" fmla="*/ 1390193 h 1498637"/>
                <a:gd name="csX1125" fmla="*/ 2102010 w 3230884"/>
                <a:gd name="csY1125" fmla="*/ 1389715 h 1498637"/>
                <a:gd name="csX1126" fmla="*/ 2103921 w 3230884"/>
                <a:gd name="csY1126" fmla="*/ 1388760 h 1498637"/>
                <a:gd name="csX1127" fmla="*/ 2104398 w 3230884"/>
                <a:gd name="csY1127" fmla="*/ 1387326 h 1498637"/>
                <a:gd name="csX1128" fmla="*/ 2103921 w 3230884"/>
                <a:gd name="csY1128" fmla="*/ 1385893 h 1498637"/>
                <a:gd name="csX1129" fmla="*/ 2104876 w 3230884"/>
                <a:gd name="csY1129" fmla="*/ 1384938 h 1498637"/>
                <a:gd name="csX1130" fmla="*/ 2104876 w 3230884"/>
                <a:gd name="csY1130" fmla="*/ 1383504 h 1498637"/>
                <a:gd name="csX1131" fmla="*/ 2105354 w 3230884"/>
                <a:gd name="csY1131" fmla="*/ 1381594 h 1498637"/>
                <a:gd name="csX1132" fmla="*/ 2106309 w 3230884"/>
                <a:gd name="csY1132" fmla="*/ 1381116 h 1498637"/>
                <a:gd name="csX1133" fmla="*/ 2107265 w 3230884"/>
                <a:gd name="csY1133" fmla="*/ 1380638 h 1498637"/>
                <a:gd name="csX1134" fmla="*/ 2108220 w 3230884"/>
                <a:gd name="csY1134" fmla="*/ 1379683 h 1498637"/>
                <a:gd name="csX1135" fmla="*/ 2108698 w 3230884"/>
                <a:gd name="csY1135" fmla="*/ 1378250 h 1498637"/>
                <a:gd name="csX1136" fmla="*/ 2109176 w 3230884"/>
                <a:gd name="csY1136" fmla="*/ 1376816 h 1498637"/>
                <a:gd name="csX1137" fmla="*/ 2109176 w 3230884"/>
                <a:gd name="csY1137" fmla="*/ 1374905 h 1498637"/>
                <a:gd name="csX1138" fmla="*/ 2110131 w 3230884"/>
                <a:gd name="csY1138" fmla="*/ 1373472 h 1498637"/>
                <a:gd name="csX1139" fmla="*/ 2111564 w 3230884"/>
                <a:gd name="csY1139" fmla="*/ 1372517 h 1498637"/>
                <a:gd name="csX1140" fmla="*/ 2112042 w 3230884"/>
                <a:gd name="csY1140" fmla="*/ 1372039 h 1498637"/>
                <a:gd name="csX1141" fmla="*/ 2112520 w 3230884"/>
                <a:gd name="csY1141" fmla="*/ 1370128 h 1498637"/>
                <a:gd name="csX1142" fmla="*/ 2112520 w 3230884"/>
                <a:gd name="csY1142" fmla="*/ 1369651 h 1498637"/>
                <a:gd name="csX1143" fmla="*/ 2112998 w 3230884"/>
                <a:gd name="csY1143" fmla="*/ 1368695 h 1498637"/>
                <a:gd name="csX1144" fmla="*/ 2112998 w 3230884"/>
                <a:gd name="csY1144" fmla="*/ 1367262 h 1498637"/>
                <a:gd name="csX1145" fmla="*/ 2112520 w 3230884"/>
                <a:gd name="csY1145" fmla="*/ 1365351 h 1498637"/>
                <a:gd name="csX1146" fmla="*/ 2113953 w 3230884"/>
                <a:gd name="csY1146" fmla="*/ 1362485 h 1498637"/>
                <a:gd name="csX1147" fmla="*/ 2115386 w 3230884"/>
                <a:gd name="csY1147" fmla="*/ 1359618 h 1498637"/>
                <a:gd name="csX1148" fmla="*/ 2115864 w 3230884"/>
                <a:gd name="csY1148" fmla="*/ 1355796 h 1498637"/>
                <a:gd name="csX1149" fmla="*/ 2115864 w 3230884"/>
                <a:gd name="csY1149" fmla="*/ 1355319 h 1498637"/>
                <a:gd name="csX1150" fmla="*/ 2116341 w 3230884"/>
                <a:gd name="csY1150" fmla="*/ 1353408 h 1498637"/>
                <a:gd name="csX1151" fmla="*/ 2116819 w 3230884"/>
                <a:gd name="csY1151" fmla="*/ 1352930 h 1498637"/>
                <a:gd name="csX1152" fmla="*/ 2117775 w 3230884"/>
                <a:gd name="csY1152" fmla="*/ 1350063 h 1498637"/>
                <a:gd name="csX1153" fmla="*/ 2119208 w 3230884"/>
                <a:gd name="csY1153" fmla="*/ 1348630 h 1498637"/>
                <a:gd name="csX1154" fmla="*/ 2118730 w 3230884"/>
                <a:gd name="csY1154" fmla="*/ 1347197 h 1498637"/>
                <a:gd name="csX1155" fmla="*/ 2118253 w 3230884"/>
                <a:gd name="csY1155" fmla="*/ 1345286 h 1498637"/>
                <a:gd name="csX1156" fmla="*/ 2118253 w 3230884"/>
                <a:gd name="csY1156" fmla="*/ 1343853 h 1498637"/>
                <a:gd name="csX1157" fmla="*/ 2119686 w 3230884"/>
                <a:gd name="csY1157" fmla="*/ 1342897 h 1498637"/>
                <a:gd name="csX1158" fmla="*/ 2120164 w 3230884"/>
                <a:gd name="csY1158" fmla="*/ 1341942 h 1498637"/>
                <a:gd name="csX1159" fmla="*/ 2120641 w 3230884"/>
                <a:gd name="csY1159" fmla="*/ 1340987 h 1498637"/>
                <a:gd name="csX1160" fmla="*/ 2121596 w 3230884"/>
                <a:gd name="csY1160" fmla="*/ 1340509 h 1498637"/>
                <a:gd name="csX1161" fmla="*/ 2122552 w 3230884"/>
                <a:gd name="csY1161" fmla="*/ 1340509 h 1498637"/>
                <a:gd name="csX1162" fmla="*/ 2124463 w 3230884"/>
                <a:gd name="csY1162" fmla="*/ 1340031 h 1498637"/>
                <a:gd name="csX1163" fmla="*/ 2124463 w 3230884"/>
                <a:gd name="csY1163" fmla="*/ 1340031 h 1498637"/>
                <a:gd name="csX1164" fmla="*/ 2125896 w 3230884"/>
                <a:gd name="csY1164" fmla="*/ 1339076 h 1498637"/>
                <a:gd name="csX1165" fmla="*/ 2125896 w 3230884"/>
                <a:gd name="csY1165" fmla="*/ 1339076 h 1498637"/>
                <a:gd name="csX1166" fmla="*/ 2126852 w 3230884"/>
                <a:gd name="csY1166" fmla="*/ 1338120 h 1498637"/>
                <a:gd name="csX1167" fmla="*/ 2128762 w 3230884"/>
                <a:gd name="csY1167" fmla="*/ 1335254 h 1498637"/>
                <a:gd name="csX1168" fmla="*/ 2129241 w 3230884"/>
                <a:gd name="csY1168" fmla="*/ 1333821 h 1498637"/>
                <a:gd name="csX1169" fmla="*/ 2129718 w 3230884"/>
                <a:gd name="csY1169" fmla="*/ 1332865 h 1498637"/>
                <a:gd name="csX1170" fmla="*/ 2128762 w 3230884"/>
                <a:gd name="csY1170" fmla="*/ 1330477 h 1498637"/>
                <a:gd name="csX1171" fmla="*/ 2127807 w 3230884"/>
                <a:gd name="csY1171" fmla="*/ 1328566 h 1498637"/>
                <a:gd name="csX1172" fmla="*/ 2127807 w 3230884"/>
                <a:gd name="csY1172" fmla="*/ 1328566 h 1498637"/>
                <a:gd name="csX1173" fmla="*/ 2126852 w 3230884"/>
                <a:gd name="csY1173" fmla="*/ 1325699 h 1498637"/>
                <a:gd name="csX1174" fmla="*/ 2126374 w 3230884"/>
                <a:gd name="csY1174" fmla="*/ 1324744 h 1498637"/>
                <a:gd name="csX1175" fmla="*/ 2126852 w 3230884"/>
                <a:gd name="csY1175" fmla="*/ 1322833 h 1498637"/>
                <a:gd name="csX1176" fmla="*/ 2127807 w 3230884"/>
                <a:gd name="csY1176" fmla="*/ 1321877 h 1498637"/>
                <a:gd name="csX1177" fmla="*/ 2128285 w 3230884"/>
                <a:gd name="csY1177" fmla="*/ 1320922 h 1498637"/>
                <a:gd name="csX1178" fmla="*/ 2128285 w 3230884"/>
                <a:gd name="csY1178" fmla="*/ 1319489 h 1498637"/>
                <a:gd name="csX1179" fmla="*/ 2128285 w 3230884"/>
                <a:gd name="csY1179" fmla="*/ 1318533 h 1498637"/>
                <a:gd name="csX1180" fmla="*/ 2128285 w 3230884"/>
                <a:gd name="csY1180" fmla="*/ 1318533 h 1498637"/>
                <a:gd name="csX1181" fmla="*/ 2125896 w 3230884"/>
                <a:gd name="csY1181" fmla="*/ 1316622 h 1498637"/>
                <a:gd name="csX1182" fmla="*/ 2125896 w 3230884"/>
                <a:gd name="csY1182" fmla="*/ 1316145 h 1498637"/>
                <a:gd name="csX1183" fmla="*/ 2123985 w 3230884"/>
                <a:gd name="csY1183" fmla="*/ 1315667 h 1498637"/>
                <a:gd name="csX1184" fmla="*/ 2123985 w 3230884"/>
                <a:gd name="csY1184" fmla="*/ 1315667 h 1498637"/>
                <a:gd name="csX1185" fmla="*/ 2121596 w 3230884"/>
                <a:gd name="csY1185" fmla="*/ 1315189 h 1498637"/>
                <a:gd name="csX1186" fmla="*/ 2120641 w 3230884"/>
                <a:gd name="csY1186" fmla="*/ 1315189 h 1498637"/>
                <a:gd name="csX1187" fmla="*/ 2119208 w 3230884"/>
                <a:gd name="csY1187" fmla="*/ 1315667 h 1498637"/>
                <a:gd name="csX1188" fmla="*/ 2112042 w 3230884"/>
                <a:gd name="csY1188" fmla="*/ 1318056 h 1498637"/>
                <a:gd name="csX1189" fmla="*/ 2108220 w 3230884"/>
                <a:gd name="csY1189" fmla="*/ 1319489 h 1498637"/>
                <a:gd name="csX1190" fmla="*/ 2106309 w 3230884"/>
                <a:gd name="csY1190" fmla="*/ 1321877 h 1498637"/>
                <a:gd name="csX1191" fmla="*/ 2104398 w 3230884"/>
                <a:gd name="csY1191" fmla="*/ 1322833 h 1498637"/>
                <a:gd name="csX1192" fmla="*/ 2101054 w 3230884"/>
                <a:gd name="csY1192" fmla="*/ 1322355 h 1498637"/>
                <a:gd name="csX1193" fmla="*/ 2098188 w 3230884"/>
                <a:gd name="csY1193" fmla="*/ 1322355 h 1498637"/>
                <a:gd name="csX1194" fmla="*/ 2097710 w 3230884"/>
                <a:gd name="csY1194" fmla="*/ 1322355 h 1498637"/>
                <a:gd name="csX1195" fmla="*/ 2095321 w 3230884"/>
                <a:gd name="csY1195" fmla="*/ 1323311 h 1498637"/>
                <a:gd name="csX1196" fmla="*/ 2095321 w 3230884"/>
                <a:gd name="csY1196" fmla="*/ 1323311 h 1498637"/>
                <a:gd name="csX1197" fmla="*/ 2092455 w 3230884"/>
                <a:gd name="csY1197" fmla="*/ 1325699 h 1498637"/>
                <a:gd name="csX1198" fmla="*/ 2090544 w 3230884"/>
                <a:gd name="csY1198" fmla="*/ 1326655 h 1498637"/>
                <a:gd name="csX1199" fmla="*/ 2090544 w 3230884"/>
                <a:gd name="csY1199" fmla="*/ 1326655 h 1498637"/>
                <a:gd name="csX1200" fmla="*/ 2089589 w 3230884"/>
                <a:gd name="csY1200" fmla="*/ 1326655 h 1498637"/>
                <a:gd name="csX1201" fmla="*/ 2089111 w 3230884"/>
                <a:gd name="csY1201" fmla="*/ 1326655 h 1498637"/>
                <a:gd name="csX1202" fmla="*/ 2087678 w 3230884"/>
                <a:gd name="csY1202" fmla="*/ 1328088 h 1498637"/>
                <a:gd name="csX1203" fmla="*/ 2086245 w 3230884"/>
                <a:gd name="csY1203" fmla="*/ 1331432 h 1498637"/>
                <a:gd name="csX1204" fmla="*/ 2084811 w 3230884"/>
                <a:gd name="csY1204" fmla="*/ 1332865 h 1498637"/>
                <a:gd name="csX1205" fmla="*/ 2082900 w 3230884"/>
                <a:gd name="csY1205" fmla="*/ 1332388 h 1498637"/>
                <a:gd name="csX1206" fmla="*/ 2078123 w 3230884"/>
                <a:gd name="csY1206" fmla="*/ 1332865 h 1498637"/>
                <a:gd name="csX1207" fmla="*/ 2070957 w 3230884"/>
                <a:gd name="csY1207" fmla="*/ 1333821 h 1498637"/>
                <a:gd name="csX1208" fmla="*/ 2066657 w 3230884"/>
                <a:gd name="csY1208" fmla="*/ 1333821 h 1498637"/>
                <a:gd name="csX1209" fmla="*/ 2064747 w 3230884"/>
                <a:gd name="csY1209" fmla="*/ 1332865 h 1498637"/>
                <a:gd name="csX1210" fmla="*/ 2064747 w 3230884"/>
                <a:gd name="csY1210" fmla="*/ 1332865 h 1498637"/>
                <a:gd name="csX1211" fmla="*/ 2061880 w 3230884"/>
                <a:gd name="csY1211" fmla="*/ 1332388 h 1498637"/>
                <a:gd name="csX1212" fmla="*/ 2057581 w 3230884"/>
                <a:gd name="csY1212" fmla="*/ 1333343 h 1498637"/>
                <a:gd name="csX1213" fmla="*/ 2055670 w 3230884"/>
                <a:gd name="csY1213" fmla="*/ 1333343 h 1498637"/>
                <a:gd name="csX1214" fmla="*/ 2054714 w 3230884"/>
                <a:gd name="csY1214" fmla="*/ 1333343 h 1498637"/>
                <a:gd name="csX1215" fmla="*/ 2054237 w 3230884"/>
                <a:gd name="csY1215" fmla="*/ 1331910 h 1498637"/>
                <a:gd name="csX1216" fmla="*/ 2053759 w 3230884"/>
                <a:gd name="csY1216" fmla="*/ 1329521 h 1498637"/>
                <a:gd name="csX1217" fmla="*/ 2052326 w 3230884"/>
                <a:gd name="csY1217" fmla="*/ 1327132 h 1498637"/>
                <a:gd name="csX1218" fmla="*/ 2050415 w 3230884"/>
                <a:gd name="csY1218" fmla="*/ 1324744 h 1498637"/>
                <a:gd name="csX1219" fmla="*/ 2049937 w 3230884"/>
                <a:gd name="csY1219" fmla="*/ 1321877 h 1498637"/>
                <a:gd name="csX1220" fmla="*/ 2051370 w 3230884"/>
                <a:gd name="csY1220" fmla="*/ 1318533 h 1498637"/>
                <a:gd name="csX1221" fmla="*/ 2051848 w 3230884"/>
                <a:gd name="csY1221" fmla="*/ 1316145 h 1498637"/>
                <a:gd name="csX1222" fmla="*/ 2050893 w 3230884"/>
                <a:gd name="csY1222" fmla="*/ 1314711 h 1498637"/>
                <a:gd name="csX1223" fmla="*/ 2050415 w 3230884"/>
                <a:gd name="csY1223" fmla="*/ 1313756 h 1498637"/>
                <a:gd name="csX1224" fmla="*/ 2048982 w 3230884"/>
                <a:gd name="csY1224" fmla="*/ 1312323 h 1498637"/>
                <a:gd name="csX1225" fmla="*/ 2047548 w 3230884"/>
                <a:gd name="csY1225" fmla="*/ 1309456 h 1498637"/>
                <a:gd name="csX1226" fmla="*/ 2047548 w 3230884"/>
                <a:gd name="csY1226" fmla="*/ 1309456 h 1498637"/>
                <a:gd name="csX1227" fmla="*/ 2046593 w 3230884"/>
                <a:gd name="csY1227" fmla="*/ 1308979 h 1498637"/>
                <a:gd name="csX1228" fmla="*/ 2047071 w 3230884"/>
                <a:gd name="csY1228" fmla="*/ 1306590 h 1498637"/>
                <a:gd name="csX1229" fmla="*/ 2048026 w 3230884"/>
                <a:gd name="csY1229" fmla="*/ 1304202 h 1498637"/>
                <a:gd name="csX1230" fmla="*/ 2046593 w 3230884"/>
                <a:gd name="csY1230" fmla="*/ 1301813 h 1498637"/>
                <a:gd name="csX1231" fmla="*/ 2046593 w 3230884"/>
                <a:gd name="csY1231" fmla="*/ 1301813 h 1498637"/>
                <a:gd name="csX1232" fmla="*/ 2042771 w 3230884"/>
                <a:gd name="csY1232" fmla="*/ 1301335 h 1498637"/>
                <a:gd name="csX1233" fmla="*/ 2039427 w 3230884"/>
                <a:gd name="csY1233" fmla="*/ 1300857 h 1498637"/>
                <a:gd name="csX1234" fmla="*/ 2036561 w 3230884"/>
                <a:gd name="csY1234" fmla="*/ 1298469 h 1498637"/>
                <a:gd name="csX1235" fmla="*/ 2031784 w 3230884"/>
                <a:gd name="csY1235" fmla="*/ 1292258 h 1498637"/>
                <a:gd name="csX1236" fmla="*/ 2031306 w 3230884"/>
                <a:gd name="csY1236" fmla="*/ 1292258 h 1498637"/>
                <a:gd name="csX1237" fmla="*/ 2029395 w 3230884"/>
                <a:gd name="csY1237" fmla="*/ 1290347 h 1498637"/>
                <a:gd name="csX1238" fmla="*/ 2028917 w 3230884"/>
                <a:gd name="csY1238" fmla="*/ 1290347 h 1498637"/>
                <a:gd name="csX1239" fmla="*/ 2027484 w 3230884"/>
                <a:gd name="csY1239" fmla="*/ 1289870 h 1498637"/>
                <a:gd name="csX1240" fmla="*/ 2026529 w 3230884"/>
                <a:gd name="csY1240" fmla="*/ 1288914 h 1498637"/>
                <a:gd name="csX1241" fmla="*/ 2025573 w 3230884"/>
                <a:gd name="csY1241" fmla="*/ 1287003 h 1498637"/>
                <a:gd name="csX1242" fmla="*/ 2025573 w 3230884"/>
                <a:gd name="csY1242" fmla="*/ 1287003 h 1498637"/>
                <a:gd name="csX1243" fmla="*/ 2024618 w 3230884"/>
                <a:gd name="csY1243" fmla="*/ 1287003 h 1498637"/>
                <a:gd name="csX1244" fmla="*/ 2023662 w 3230884"/>
                <a:gd name="csY1244" fmla="*/ 1287003 h 1498637"/>
                <a:gd name="csX1245" fmla="*/ 2023184 w 3230884"/>
                <a:gd name="csY1245" fmla="*/ 1287003 h 1498637"/>
                <a:gd name="csX1246" fmla="*/ 2022707 w 3230884"/>
                <a:gd name="csY1246" fmla="*/ 1287959 h 1498637"/>
                <a:gd name="csX1247" fmla="*/ 2021751 w 3230884"/>
                <a:gd name="csY1247" fmla="*/ 1287959 h 1498637"/>
                <a:gd name="csX1248" fmla="*/ 2021273 w 3230884"/>
                <a:gd name="csY1248" fmla="*/ 1287481 h 1498637"/>
                <a:gd name="csX1249" fmla="*/ 2020796 w 3230884"/>
                <a:gd name="csY1249" fmla="*/ 1287481 h 1498637"/>
                <a:gd name="csX1250" fmla="*/ 2020796 w 3230884"/>
                <a:gd name="csY1250" fmla="*/ 1287481 h 1498637"/>
                <a:gd name="csX1251" fmla="*/ 2019840 w 3230884"/>
                <a:gd name="csY1251" fmla="*/ 1287481 h 1498637"/>
                <a:gd name="csX1252" fmla="*/ 2019363 w 3230884"/>
                <a:gd name="csY1252" fmla="*/ 1287481 h 1498637"/>
                <a:gd name="csX1253" fmla="*/ 2019363 w 3230884"/>
                <a:gd name="csY1253" fmla="*/ 1287481 h 1498637"/>
                <a:gd name="csX1254" fmla="*/ 2017929 w 3230884"/>
                <a:gd name="csY1254" fmla="*/ 1287959 h 1498637"/>
                <a:gd name="csX1255" fmla="*/ 2017929 w 3230884"/>
                <a:gd name="csY1255" fmla="*/ 1287959 h 1498637"/>
                <a:gd name="csX1256" fmla="*/ 2016974 w 3230884"/>
                <a:gd name="csY1256" fmla="*/ 1287481 h 1498637"/>
                <a:gd name="csX1257" fmla="*/ 2016018 w 3230884"/>
                <a:gd name="csY1257" fmla="*/ 1286048 h 1498637"/>
                <a:gd name="csX1258" fmla="*/ 2014585 w 3230884"/>
                <a:gd name="csY1258" fmla="*/ 1285570 h 1498637"/>
                <a:gd name="csX1259" fmla="*/ 2014585 w 3230884"/>
                <a:gd name="csY1259" fmla="*/ 1285570 h 1498637"/>
                <a:gd name="csX1260" fmla="*/ 2012197 w 3230884"/>
                <a:gd name="csY1260" fmla="*/ 1285092 h 1498637"/>
                <a:gd name="csX1261" fmla="*/ 2011241 w 3230884"/>
                <a:gd name="csY1261" fmla="*/ 1284137 h 1498637"/>
                <a:gd name="csX1262" fmla="*/ 2011719 w 3230884"/>
                <a:gd name="csY1262" fmla="*/ 1282704 h 1498637"/>
                <a:gd name="csX1263" fmla="*/ 2011241 w 3230884"/>
                <a:gd name="csY1263" fmla="*/ 1281748 h 1498637"/>
                <a:gd name="csX1264" fmla="*/ 2010286 w 3230884"/>
                <a:gd name="csY1264" fmla="*/ 1281270 h 1498637"/>
                <a:gd name="csX1265" fmla="*/ 2009808 w 3230884"/>
                <a:gd name="csY1265" fmla="*/ 1281270 h 1498637"/>
                <a:gd name="csX1266" fmla="*/ 2009808 w 3230884"/>
                <a:gd name="csY1266" fmla="*/ 1281270 h 1498637"/>
                <a:gd name="csX1267" fmla="*/ 2006464 w 3230884"/>
                <a:gd name="csY1267" fmla="*/ 1281270 h 1498637"/>
                <a:gd name="csX1268" fmla="*/ 2000731 w 3230884"/>
                <a:gd name="csY1268" fmla="*/ 1282226 h 1498637"/>
                <a:gd name="csX1269" fmla="*/ 2000731 w 3230884"/>
                <a:gd name="csY1269" fmla="*/ 1282226 h 1498637"/>
                <a:gd name="csX1270" fmla="*/ 1995954 w 3230884"/>
                <a:gd name="csY1270" fmla="*/ 1282226 h 1498637"/>
                <a:gd name="csX1271" fmla="*/ 1993088 w 3230884"/>
                <a:gd name="csY1271" fmla="*/ 1280793 h 1498637"/>
                <a:gd name="csX1272" fmla="*/ 1992132 w 3230884"/>
                <a:gd name="csY1272" fmla="*/ 1280315 h 1498637"/>
                <a:gd name="csX1273" fmla="*/ 1990221 w 3230884"/>
                <a:gd name="csY1273" fmla="*/ 1279360 h 1498637"/>
                <a:gd name="csX1274" fmla="*/ 1989743 w 3230884"/>
                <a:gd name="csY1274" fmla="*/ 1277926 h 1498637"/>
                <a:gd name="csX1275" fmla="*/ 1988788 w 3230884"/>
                <a:gd name="csY1275" fmla="*/ 1276493 h 1498637"/>
                <a:gd name="csX1276" fmla="*/ 1987354 w 3230884"/>
                <a:gd name="csY1276" fmla="*/ 1275538 h 1498637"/>
                <a:gd name="csX1277" fmla="*/ 1985922 w 3230884"/>
                <a:gd name="csY1277" fmla="*/ 1273627 h 1498637"/>
                <a:gd name="csX1278" fmla="*/ 1985922 w 3230884"/>
                <a:gd name="csY1278" fmla="*/ 1270760 h 1498637"/>
                <a:gd name="csX1279" fmla="*/ 1986399 w 3230884"/>
                <a:gd name="csY1279" fmla="*/ 1267894 h 1498637"/>
                <a:gd name="csX1280" fmla="*/ 1987832 w 3230884"/>
                <a:gd name="csY1280" fmla="*/ 1264072 h 1498637"/>
                <a:gd name="csX1281" fmla="*/ 1987832 w 3230884"/>
                <a:gd name="csY1281" fmla="*/ 1264072 h 1498637"/>
                <a:gd name="csX1282" fmla="*/ 1984011 w 3230884"/>
                <a:gd name="csY1282" fmla="*/ 1261683 h 1498637"/>
                <a:gd name="csX1283" fmla="*/ 1983055 w 3230884"/>
                <a:gd name="csY1283" fmla="*/ 1260250 h 1498637"/>
                <a:gd name="csX1284" fmla="*/ 1983055 w 3230884"/>
                <a:gd name="csY1284" fmla="*/ 1258817 h 1498637"/>
                <a:gd name="csX1285" fmla="*/ 1983055 w 3230884"/>
                <a:gd name="csY1285" fmla="*/ 1257862 h 1498637"/>
                <a:gd name="csX1286" fmla="*/ 1982100 w 3230884"/>
                <a:gd name="csY1286" fmla="*/ 1256906 h 1498637"/>
                <a:gd name="csX1287" fmla="*/ 1982100 w 3230884"/>
                <a:gd name="csY1287" fmla="*/ 1255951 h 1498637"/>
                <a:gd name="csX1288" fmla="*/ 1983055 w 3230884"/>
                <a:gd name="csY1288" fmla="*/ 1254518 h 1498637"/>
                <a:gd name="csX1289" fmla="*/ 1983055 w 3230884"/>
                <a:gd name="csY1289" fmla="*/ 1252129 h 1498637"/>
                <a:gd name="csX1290" fmla="*/ 1982100 w 3230884"/>
                <a:gd name="csY1290" fmla="*/ 1249740 h 1498637"/>
                <a:gd name="csX1291" fmla="*/ 1980189 w 3230884"/>
                <a:gd name="csY1291" fmla="*/ 1246396 h 1498637"/>
                <a:gd name="csX1292" fmla="*/ 1976367 w 3230884"/>
                <a:gd name="csY1292" fmla="*/ 1241619 h 1498637"/>
                <a:gd name="csX1293" fmla="*/ 1974456 w 3230884"/>
                <a:gd name="csY1293" fmla="*/ 1238753 h 1498637"/>
                <a:gd name="csX1294" fmla="*/ 1974456 w 3230884"/>
                <a:gd name="csY1294" fmla="*/ 1236364 h 1498637"/>
                <a:gd name="csX1295" fmla="*/ 1973978 w 3230884"/>
                <a:gd name="csY1295" fmla="*/ 1234931 h 1498637"/>
                <a:gd name="csX1296" fmla="*/ 1973500 w 3230884"/>
                <a:gd name="csY1296" fmla="*/ 1233975 h 1498637"/>
                <a:gd name="csX1297" fmla="*/ 1973023 w 3230884"/>
                <a:gd name="csY1297" fmla="*/ 1232542 h 1498637"/>
                <a:gd name="csX1298" fmla="*/ 1973023 w 3230884"/>
                <a:gd name="csY1298" fmla="*/ 1230631 h 1498637"/>
                <a:gd name="csX1299" fmla="*/ 1972545 w 3230884"/>
                <a:gd name="csY1299" fmla="*/ 1229676 h 1498637"/>
                <a:gd name="csX1300" fmla="*/ 1972067 w 3230884"/>
                <a:gd name="csY1300" fmla="*/ 1228242 h 1498637"/>
                <a:gd name="csX1301" fmla="*/ 1972545 w 3230884"/>
                <a:gd name="csY1301" fmla="*/ 1226809 h 1498637"/>
                <a:gd name="csX1302" fmla="*/ 1971590 w 3230884"/>
                <a:gd name="csY1302" fmla="*/ 1225854 h 1498637"/>
                <a:gd name="csX1303" fmla="*/ 1971590 w 3230884"/>
                <a:gd name="csY1303" fmla="*/ 1225376 h 1498637"/>
                <a:gd name="csX1304" fmla="*/ 1970634 w 3230884"/>
                <a:gd name="csY1304" fmla="*/ 1224898 h 1498637"/>
                <a:gd name="csX1305" fmla="*/ 1970156 w 3230884"/>
                <a:gd name="csY1305" fmla="*/ 1223943 h 1498637"/>
                <a:gd name="csX1306" fmla="*/ 1970156 w 3230884"/>
                <a:gd name="csY1306" fmla="*/ 1221076 h 1498637"/>
                <a:gd name="csX1307" fmla="*/ 1969201 w 3230884"/>
                <a:gd name="csY1307" fmla="*/ 1218688 h 1498637"/>
                <a:gd name="csX1308" fmla="*/ 1966334 w 3230884"/>
                <a:gd name="csY1308" fmla="*/ 1214388 h 1498637"/>
                <a:gd name="csX1309" fmla="*/ 1965857 w 3230884"/>
                <a:gd name="csY1309" fmla="*/ 1211522 h 1498637"/>
                <a:gd name="csX1310" fmla="*/ 1965379 w 3230884"/>
                <a:gd name="csY1310" fmla="*/ 1208656 h 1498637"/>
                <a:gd name="csX1311" fmla="*/ 1963946 w 3230884"/>
                <a:gd name="csY1311" fmla="*/ 1207222 h 1498637"/>
                <a:gd name="csX1312" fmla="*/ 1963946 w 3230884"/>
                <a:gd name="csY1312" fmla="*/ 1205789 h 1498637"/>
                <a:gd name="csX1313" fmla="*/ 1963946 w 3230884"/>
                <a:gd name="csY1313" fmla="*/ 1203878 h 1498637"/>
                <a:gd name="csX1314" fmla="*/ 1962990 w 3230884"/>
                <a:gd name="csY1314" fmla="*/ 1203401 h 1498637"/>
                <a:gd name="csX1315" fmla="*/ 1962990 w 3230884"/>
                <a:gd name="csY1315" fmla="*/ 1202445 h 1498637"/>
                <a:gd name="csX1316" fmla="*/ 1962990 w 3230884"/>
                <a:gd name="csY1316" fmla="*/ 1201490 h 1498637"/>
                <a:gd name="csX1317" fmla="*/ 1962513 w 3230884"/>
                <a:gd name="csY1317" fmla="*/ 1200534 h 1498637"/>
                <a:gd name="csX1318" fmla="*/ 1961079 w 3230884"/>
                <a:gd name="csY1318" fmla="*/ 1199101 h 1498637"/>
                <a:gd name="csX1319" fmla="*/ 1960124 w 3230884"/>
                <a:gd name="csY1319" fmla="*/ 1198146 h 1498637"/>
                <a:gd name="csX1320" fmla="*/ 1960124 w 3230884"/>
                <a:gd name="csY1320" fmla="*/ 1196712 h 1498637"/>
                <a:gd name="csX1321" fmla="*/ 1959647 w 3230884"/>
                <a:gd name="csY1321" fmla="*/ 1196235 h 1498637"/>
                <a:gd name="csX1322" fmla="*/ 1957258 w 3230884"/>
                <a:gd name="csY1322" fmla="*/ 1195279 h 1498637"/>
                <a:gd name="csX1323" fmla="*/ 1956780 w 3230884"/>
                <a:gd name="csY1323" fmla="*/ 1194324 h 1498637"/>
                <a:gd name="csX1324" fmla="*/ 1956780 w 3230884"/>
                <a:gd name="csY1324" fmla="*/ 1193368 h 1498637"/>
                <a:gd name="csX1325" fmla="*/ 1957258 w 3230884"/>
                <a:gd name="csY1325" fmla="*/ 1192413 h 1498637"/>
                <a:gd name="csX1326" fmla="*/ 1957735 w 3230884"/>
                <a:gd name="csY1326" fmla="*/ 1191935 h 1498637"/>
                <a:gd name="csX1327" fmla="*/ 1957258 w 3230884"/>
                <a:gd name="csY1327" fmla="*/ 1190980 h 1498637"/>
                <a:gd name="csX1328" fmla="*/ 1957258 w 3230884"/>
                <a:gd name="csY1328" fmla="*/ 1190502 h 1498637"/>
                <a:gd name="csX1329" fmla="*/ 1956302 w 3230884"/>
                <a:gd name="csY1329" fmla="*/ 1189546 h 1498637"/>
                <a:gd name="csX1330" fmla="*/ 1956302 w 3230884"/>
                <a:gd name="csY1330" fmla="*/ 1189546 h 1498637"/>
                <a:gd name="csX1331" fmla="*/ 1956302 w 3230884"/>
                <a:gd name="csY1331" fmla="*/ 1189546 h 1498637"/>
                <a:gd name="csX1332" fmla="*/ 1955347 w 3230884"/>
                <a:gd name="csY1332" fmla="*/ 1188591 h 1498637"/>
                <a:gd name="csX1333" fmla="*/ 1953913 w 3230884"/>
                <a:gd name="csY1333" fmla="*/ 1186202 h 1498637"/>
                <a:gd name="csX1334" fmla="*/ 1953913 w 3230884"/>
                <a:gd name="csY1334" fmla="*/ 1186202 h 1498637"/>
                <a:gd name="csX1335" fmla="*/ 1952002 w 3230884"/>
                <a:gd name="csY1335" fmla="*/ 1185725 h 1498637"/>
                <a:gd name="csX1336" fmla="*/ 1951047 w 3230884"/>
                <a:gd name="csY1336" fmla="*/ 1185725 h 1498637"/>
                <a:gd name="csX1337" fmla="*/ 1950092 w 3230884"/>
                <a:gd name="csY1337" fmla="*/ 1184769 h 1498637"/>
                <a:gd name="csX1338" fmla="*/ 1950092 w 3230884"/>
                <a:gd name="csY1338" fmla="*/ 1183814 h 1498637"/>
                <a:gd name="csX1339" fmla="*/ 1950092 w 3230884"/>
                <a:gd name="csY1339" fmla="*/ 1182381 h 1498637"/>
                <a:gd name="csX1340" fmla="*/ 1949614 w 3230884"/>
                <a:gd name="csY1340" fmla="*/ 1181425 h 1498637"/>
                <a:gd name="csX1341" fmla="*/ 1948181 w 3230884"/>
                <a:gd name="csY1341" fmla="*/ 1180947 h 1498637"/>
                <a:gd name="csX1342" fmla="*/ 1948181 w 3230884"/>
                <a:gd name="csY1342" fmla="*/ 1180947 h 1498637"/>
                <a:gd name="csX1343" fmla="*/ 1947225 w 3230884"/>
                <a:gd name="csY1343" fmla="*/ 1180947 h 1498637"/>
                <a:gd name="csX1344" fmla="*/ 1945315 w 3230884"/>
                <a:gd name="csY1344" fmla="*/ 1179992 h 1498637"/>
                <a:gd name="csX1345" fmla="*/ 1944836 w 3230884"/>
                <a:gd name="csY1345" fmla="*/ 1179992 h 1498637"/>
                <a:gd name="csX1346" fmla="*/ 1941015 w 3230884"/>
                <a:gd name="csY1346" fmla="*/ 1177603 h 1498637"/>
                <a:gd name="csX1347" fmla="*/ 1940059 w 3230884"/>
                <a:gd name="csY1347" fmla="*/ 1177125 h 1498637"/>
                <a:gd name="csX1348" fmla="*/ 1938149 w 3230884"/>
                <a:gd name="csY1348" fmla="*/ 1176170 h 1498637"/>
                <a:gd name="csX1349" fmla="*/ 1938149 w 3230884"/>
                <a:gd name="csY1349" fmla="*/ 1176170 h 1498637"/>
                <a:gd name="csX1350" fmla="*/ 1935760 w 3230884"/>
                <a:gd name="csY1350" fmla="*/ 1176648 h 1498637"/>
                <a:gd name="csX1351" fmla="*/ 1934327 w 3230884"/>
                <a:gd name="csY1351" fmla="*/ 1177125 h 1498637"/>
                <a:gd name="csX1352" fmla="*/ 1934327 w 3230884"/>
                <a:gd name="csY1352" fmla="*/ 1178559 h 1498637"/>
                <a:gd name="csX1353" fmla="*/ 1933849 w 3230884"/>
                <a:gd name="csY1353" fmla="*/ 1178559 h 1498637"/>
                <a:gd name="csX1354" fmla="*/ 1932893 w 3230884"/>
                <a:gd name="csY1354" fmla="*/ 1178559 h 1498637"/>
                <a:gd name="csX1355" fmla="*/ 1932893 w 3230884"/>
                <a:gd name="csY1355" fmla="*/ 1178559 h 1498637"/>
                <a:gd name="csX1356" fmla="*/ 1929549 w 3230884"/>
                <a:gd name="csY1356" fmla="*/ 1176170 h 1498637"/>
                <a:gd name="csX1357" fmla="*/ 1929072 w 3230884"/>
                <a:gd name="csY1357" fmla="*/ 1176170 h 1498637"/>
                <a:gd name="csX1358" fmla="*/ 1925727 w 3230884"/>
                <a:gd name="csY1358" fmla="*/ 1175692 h 1498637"/>
                <a:gd name="csX1359" fmla="*/ 1923817 w 3230884"/>
                <a:gd name="csY1359" fmla="*/ 1174259 h 1498637"/>
                <a:gd name="csX1360" fmla="*/ 1922383 w 3230884"/>
                <a:gd name="csY1360" fmla="*/ 1172348 h 1498637"/>
                <a:gd name="csX1361" fmla="*/ 1922383 w 3230884"/>
                <a:gd name="csY1361" fmla="*/ 1172348 h 1498637"/>
                <a:gd name="csX1362" fmla="*/ 1920950 w 3230884"/>
                <a:gd name="csY1362" fmla="*/ 1171393 h 1498637"/>
                <a:gd name="csX1363" fmla="*/ 1920950 w 3230884"/>
                <a:gd name="csY1363" fmla="*/ 1171393 h 1498637"/>
                <a:gd name="csX1364" fmla="*/ 1920950 w 3230884"/>
                <a:gd name="csY1364" fmla="*/ 1171393 h 1498637"/>
                <a:gd name="csX1365" fmla="*/ 1919517 w 3230884"/>
                <a:gd name="csY1365" fmla="*/ 1171393 h 1498637"/>
                <a:gd name="csX1366" fmla="*/ 1919517 w 3230884"/>
                <a:gd name="csY1366" fmla="*/ 1171393 h 1498637"/>
                <a:gd name="csX1367" fmla="*/ 1916651 w 3230884"/>
                <a:gd name="csY1367" fmla="*/ 1169960 h 1498637"/>
                <a:gd name="csX1368" fmla="*/ 1911395 w 3230884"/>
                <a:gd name="csY1368" fmla="*/ 1167093 h 1498637"/>
                <a:gd name="csX1369" fmla="*/ 1909007 w 3230884"/>
                <a:gd name="csY1369" fmla="*/ 1166138 h 1498637"/>
                <a:gd name="csX1370" fmla="*/ 1909007 w 3230884"/>
                <a:gd name="csY1370" fmla="*/ 1166138 h 1498637"/>
                <a:gd name="csX1371" fmla="*/ 1908052 w 3230884"/>
                <a:gd name="csY1371" fmla="*/ 1166615 h 1498637"/>
                <a:gd name="csX1372" fmla="*/ 1907574 w 3230884"/>
                <a:gd name="csY1372" fmla="*/ 1166615 h 1498637"/>
                <a:gd name="csX1373" fmla="*/ 1907574 w 3230884"/>
                <a:gd name="csY1373" fmla="*/ 1166615 h 1498637"/>
                <a:gd name="csX1374" fmla="*/ 1906618 w 3230884"/>
                <a:gd name="csY1374" fmla="*/ 1166615 h 1498637"/>
                <a:gd name="csX1375" fmla="*/ 1905185 w 3230884"/>
                <a:gd name="csY1375" fmla="*/ 1166138 h 1498637"/>
                <a:gd name="csX1376" fmla="*/ 1902797 w 3230884"/>
                <a:gd name="csY1376" fmla="*/ 1165660 h 1498637"/>
                <a:gd name="csX1377" fmla="*/ 1899930 w 3230884"/>
                <a:gd name="csY1377" fmla="*/ 1166138 h 1498637"/>
                <a:gd name="csX1378" fmla="*/ 1899930 w 3230884"/>
                <a:gd name="csY1378" fmla="*/ 1166138 h 1498637"/>
                <a:gd name="csX1379" fmla="*/ 1896108 w 3230884"/>
                <a:gd name="csY1379" fmla="*/ 1167093 h 1498637"/>
                <a:gd name="csX1380" fmla="*/ 1891809 w 3230884"/>
                <a:gd name="csY1380" fmla="*/ 1168049 h 1498637"/>
                <a:gd name="csX1381" fmla="*/ 1887031 w 3230884"/>
                <a:gd name="csY1381" fmla="*/ 1168526 h 1498637"/>
                <a:gd name="csX1382" fmla="*/ 1884643 w 3230884"/>
                <a:gd name="csY1382" fmla="*/ 1168526 h 1498637"/>
                <a:gd name="csX1383" fmla="*/ 1883687 w 3230884"/>
                <a:gd name="csY1383" fmla="*/ 1167571 h 1498637"/>
                <a:gd name="csX1384" fmla="*/ 1878910 w 3230884"/>
                <a:gd name="csY1384" fmla="*/ 1168526 h 1498637"/>
                <a:gd name="csX1385" fmla="*/ 1871744 w 3230884"/>
                <a:gd name="csY1385" fmla="*/ 1170915 h 1498637"/>
                <a:gd name="csX1386" fmla="*/ 1865056 w 3230884"/>
                <a:gd name="csY1386" fmla="*/ 1172826 h 1498637"/>
                <a:gd name="csX1387" fmla="*/ 1857890 w 3230884"/>
                <a:gd name="csY1387" fmla="*/ 1173781 h 1498637"/>
                <a:gd name="csX1388" fmla="*/ 1856935 w 3230884"/>
                <a:gd name="csY1388" fmla="*/ 1173781 h 1498637"/>
                <a:gd name="csX1389" fmla="*/ 1851202 w 3230884"/>
                <a:gd name="csY1389" fmla="*/ 1177125 h 1498637"/>
                <a:gd name="csX1390" fmla="*/ 1851202 w 3230884"/>
                <a:gd name="csY1390" fmla="*/ 1177125 h 1498637"/>
                <a:gd name="csX1391" fmla="*/ 1845469 w 3230884"/>
                <a:gd name="csY1391" fmla="*/ 1183336 h 1498637"/>
                <a:gd name="csX1392" fmla="*/ 1845469 w 3230884"/>
                <a:gd name="csY1392" fmla="*/ 1183336 h 1498637"/>
                <a:gd name="csX1393" fmla="*/ 1841647 w 3230884"/>
                <a:gd name="csY1393" fmla="*/ 1187158 h 1498637"/>
                <a:gd name="csX1394" fmla="*/ 1839258 w 3230884"/>
                <a:gd name="csY1394" fmla="*/ 1189069 h 1498637"/>
                <a:gd name="csX1395" fmla="*/ 1838303 w 3230884"/>
                <a:gd name="csY1395" fmla="*/ 1190980 h 1498637"/>
                <a:gd name="csX1396" fmla="*/ 1838303 w 3230884"/>
                <a:gd name="csY1396" fmla="*/ 1190980 h 1498637"/>
                <a:gd name="csX1397" fmla="*/ 1838781 w 3230884"/>
                <a:gd name="csY1397" fmla="*/ 1193368 h 1498637"/>
                <a:gd name="csX1398" fmla="*/ 1840692 w 3230884"/>
                <a:gd name="csY1398" fmla="*/ 1194324 h 1498637"/>
                <a:gd name="csX1399" fmla="*/ 1844513 w 3230884"/>
                <a:gd name="csY1399" fmla="*/ 1193846 h 1498637"/>
                <a:gd name="csX1400" fmla="*/ 1847380 w 3230884"/>
                <a:gd name="csY1400" fmla="*/ 1193846 h 1498637"/>
                <a:gd name="csX1401" fmla="*/ 1850246 w 3230884"/>
                <a:gd name="csY1401" fmla="*/ 1195279 h 1498637"/>
                <a:gd name="csX1402" fmla="*/ 1851202 w 3230884"/>
                <a:gd name="csY1402" fmla="*/ 1197668 h 1498637"/>
                <a:gd name="csX1403" fmla="*/ 1850246 w 3230884"/>
                <a:gd name="csY1403" fmla="*/ 1200534 h 1498637"/>
                <a:gd name="csX1404" fmla="*/ 1850246 w 3230884"/>
                <a:gd name="csY1404" fmla="*/ 1203401 h 1498637"/>
                <a:gd name="csX1405" fmla="*/ 1852157 w 3230884"/>
                <a:gd name="csY1405" fmla="*/ 1206267 h 1498637"/>
                <a:gd name="csX1406" fmla="*/ 1852157 w 3230884"/>
                <a:gd name="csY1406" fmla="*/ 1209611 h 1498637"/>
                <a:gd name="csX1407" fmla="*/ 1850724 w 3230884"/>
                <a:gd name="csY1407" fmla="*/ 1212955 h 1498637"/>
                <a:gd name="csX1408" fmla="*/ 1847380 w 3230884"/>
                <a:gd name="csY1408" fmla="*/ 1216777 h 1498637"/>
                <a:gd name="csX1409" fmla="*/ 1847380 w 3230884"/>
                <a:gd name="csY1409" fmla="*/ 1216777 h 1498637"/>
                <a:gd name="csX1410" fmla="*/ 1842125 w 3230884"/>
                <a:gd name="csY1410" fmla="*/ 1220599 h 1498637"/>
                <a:gd name="csX1411" fmla="*/ 1838781 w 3230884"/>
                <a:gd name="csY1411" fmla="*/ 1223943 h 1498637"/>
                <a:gd name="csX1412" fmla="*/ 1836392 w 3230884"/>
                <a:gd name="csY1412" fmla="*/ 1229198 h 1498637"/>
                <a:gd name="csX1413" fmla="*/ 1833526 w 3230884"/>
                <a:gd name="csY1413" fmla="*/ 1233497 h 1498637"/>
                <a:gd name="csX1414" fmla="*/ 1833526 w 3230884"/>
                <a:gd name="csY1414" fmla="*/ 1233975 h 1498637"/>
                <a:gd name="csX1415" fmla="*/ 1832570 w 3230884"/>
                <a:gd name="csY1415" fmla="*/ 1236364 h 1498637"/>
                <a:gd name="csX1416" fmla="*/ 1832570 w 3230884"/>
                <a:gd name="csY1416" fmla="*/ 1236364 h 1498637"/>
                <a:gd name="csX1417" fmla="*/ 1832092 w 3230884"/>
                <a:gd name="csY1417" fmla="*/ 1238275 h 1498637"/>
                <a:gd name="csX1418" fmla="*/ 1831137 w 3230884"/>
                <a:gd name="csY1418" fmla="*/ 1240663 h 1498637"/>
                <a:gd name="csX1419" fmla="*/ 1828749 w 3230884"/>
                <a:gd name="csY1419" fmla="*/ 1243052 h 1498637"/>
                <a:gd name="csX1420" fmla="*/ 1827793 w 3230884"/>
                <a:gd name="csY1420" fmla="*/ 1245441 h 1498637"/>
                <a:gd name="csX1421" fmla="*/ 1827315 w 3230884"/>
                <a:gd name="csY1421" fmla="*/ 1247829 h 1498637"/>
                <a:gd name="csX1422" fmla="*/ 1826360 w 3230884"/>
                <a:gd name="csY1422" fmla="*/ 1250218 h 1498637"/>
                <a:gd name="csX1423" fmla="*/ 1824449 w 3230884"/>
                <a:gd name="csY1423" fmla="*/ 1252129 h 1498637"/>
                <a:gd name="csX1424" fmla="*/ 1824449 w 3230884"/>
                <a:gd name="csY1424" fmla="*/ 1252129 h 1498637"/>
                <a:gd name="csX1425" fmla="*/ 1823015 w 3230884"/>
                <a:gd name="csY1425" fmla="*/ 1254040 h 1498637"/>
                <a:gd name="csX1426" fmla="*/ 1822538 w 3230884"/>
                <a:gd name="csY1426" fmla="*/ 1256429 h 1498637"/>
                <a:gd name="csX1427" fmla="*/ 1821583 w 3230884"/>
                <a:gd name="csY1427" fmla="*/ 1257862 h 1498637"/>
                <a:gd name="csX1428" fmla="*/ 1821583 w 3230884"/>
                <a:gd name="csY1428" fmla="*/ 1257862 h 1498637"/>
                <a:gd name="csX1429" fmla="*/ 1820627 w 3230884"/>
                <a:gd name="csY1429" fmla="*/ 1258339 h 1498637"/>
                <a:gd name="csX1430" fmla="*/ 1820627 w 3230884"/>
                <a:gd name="csY1430" fmla="*/ 1258339 h 1498637"/>
                <a:gd name="csX1431" fmla="*/ 1821105 w 3230884"/>
                <a:gd name="csY1431" fmla="*/ 1259295 h 1498637"/>
                <a:gd name="csX1432" fmla="*/ 1821105 w 3230884"/>
                <a:gd name="csY1432" fmla="*/ 1259295 h 1498637"/>
                <a:gd name="csX1433" fmla="*/ 1823494 w 3230884"/>
                <a:gd name="csY1433" fmla="*/ 1259773 h 1498637"/>
                <a:gd name="csX1434" fmla="*/ 1824449 w 3230884"/>
                <a:gd name="csY1434" fmla="*/ 1262161 h 1498637"/>
                <a:gd name="csX1435" fmla="*/ 1823971 w 3230884"/>
                <a:gd name="csY1435" fmla="*/ 1265505 h 1498637"/>
                <a:gd name="csX1436" fmla="*/ 1822538 w 3230884"/>
                <a:gd name="csY1436" fmla="*/ 1267894 h 1498637"/>
                <a:gd name="csX1437" fmla="*/ 1820627 w 3230884"/>
                <a:gd name="csY1437" fmla="*/ 1269805 h 1498637"/>
                <a:gd name="csX1438" fmla="*/ 1818238 w 3230884"/>
                <a:gd name="csY1438" fmla="*/ 1270283 h 1498637"/>
                <a:gd name="csX1439" fmla="*/ 1816805 w 3230884"/>
                <a:gd name="csY1439" fmla="*/ 1270760 h 1498637"/>
                <a:gd name="csX1440" fmla="*/ 1812506 w 3230884"/>
                <a:gd name="csY1440" fmla="*/ 1271238 h 1498637"/>
                <a:gd name="csX1441" fmla="*/ 1812506 w 3230884"/>
                <a:gd name="csY1441" fmla="*/ 1271238 h 1498637"/>
                <a:gd name="csX1442" fmla="*/ 1808206 w 3230884"/>
                <a:gd name="csY1442" fmla="*/ 1273627 h 1498637"/>
                <a:gd name="csX1443" fmla="*/ 1806773 w 3230884"/>
                <a:gd name="csY1443" fmla="*/ 1274582 h 1498637"/>
                <a:gd name="csX1444" fmla="*/ 1801518 w 3230884"/>
                <a:gd name="csY1444" fmla="*/ 1278404 h 1498637"/>
                <a:gd name="csX1445" fmla="*/ 1794830 w 3230884"/>
                <a:gd name="csY1445" fmla="*/ 1283659 h 1498637"/>
                <a:gd name="csX1446" fmla="*/ 1793874 w 3230884"/>
                <a:gd name="csY1446" fmla="*/ 1283659 h 1498637"/>
                <a:gd name="csX1447" fmla="*/ 1791485 w 3230884"/>
                <a:gd name="csY1447" fmla="*/ 1283181 h 1498637"/>
                <a:gd name="csX1448" fmla="*/ 1787186 w 3230884"/>
                <a:gd name="csY1448" fmla="*/ 1280793 h 1498637"/>
                <a:gd name="csX1449" fmla="*/ 1782887 w 3230884"/>
                <a:gd name="csY1449" fmla="*/ 1280315 h 1498637"/>
                <a:gd name="csX1450" fmla="*/ 1778109 w 3230884"/>
                <a:gd name="csY1450" fmla="*/ 1278404 h 1498637"/>
                <a:gd name="csX1451" fmla="*/ 1778109 w 3230884"/>
                <a:gd name="csY1451" fmla="*/ 1278404 h 1498637"/>
                <a:gd name="csX1452" fmla="*/ 1775721 w 3230884"/>
                <a:gd name="csY1452" fmla="*/ 1277449 h 1498637"/>
                <a:gd name="csX1453" fmla="*/ 1771421 w 3230884"/>
                <a:gd name="csY1453" fmla="*/ 1275060 h 1498637"/>
                <a:gd name="csX1454" fmla="*/ 1771421 w 3230884"/>
                <a:gd name="csY1454" fmla="*/ 1275060 h 1498637"/>
                <a:gd name="csX1455" fmla="*/ 1770465 w 3230884"/>
                <a:gd name="csY1455" fmla="*/ 1273627 h 1498637"/>
                <a:gd name="csX1456" fmla="*/ 1769032 w 3230884"/>
                <a:gd name="csY1456" fmla="*/ 1272194 h 1498637"/>
                <a:gd name="csX1457" fmla="*/ 1765210 w 3230884"/>
                <a:gd name="csY1457" fmla="*/ 1270760 h 1498637"/>
                <a:gd name="csX1458" fmla="*/ 1762344 w 3230884"/>
                <a:gd name="csY1458" fmla="*/ 1269805 h 1498637"/>
                <a:gd name="csX1459" fmla="*/ 1762344 w 3230884"/>
                <a:gd name="csY1459" fmla="*/ 1269805 h 1498637"/>
                <a:gd name="csX1460" fmla="*/ 1760911 w 3230884"/>
                <a:gd name="csY1460" fmla="*/ 1269805 h 1498637"/>
                <a:gd name="csX1461" fmla="*/ 1760433 w 3230884"/>
                <a:gd name="csY1461" fmla="*/ 1269805 h 1498637"/>
                <a:gd name="csX1462" fmla="*/ 1757089 w 3230884"/>
                <a:gd name="csY1462" fmla="*/ 1271238 h 1498637"/>
                <a:gd name="csX1463" fmla="*/ 1756612 w 3230884"/>
                <a:gd name="csY1463" fmla="*/ 1271238 h 1498637"/>
                <a:gd name="csX1464" fmla="*/ 1753745 w 3230884"/>
                <a:gd name="csY1464" fmla="*/ 1272671 h 1498637"/>
                <a:gd name="csX1465" fmla="*/ 1752312 w 3230884"/>
                <a:gd name="csY1465" fmla="*/ 1273149 h 1498637"/>
                <a:gd name="csX1466" fmla="*/ 1749923 w 3230884"/>
                <a:gd name="csY1466" fmla="*/ 1273149 h 1498637"/>
                <a:gd name="csX1467" fmla="*/ 1746579 w 3230884"/>
                <a:gd name="csY1467" fmla="*/ 1272671 h 1498637"/>
                <a:gd name="csX1468" fmla="*/ 1745624 w 3230884"/>
                <a:gd name="csY1468" fmla="*/ 1272671 h 1498637"/>
                <a:gd name="csX1469" fmla="*/ 1743712 w 3230884"/>
                <a:gd name="csY1469" fmla="*/ 1271238 h 1498637"/>
                <a:gd name="csX1470" fmla="*/ 1740369 w 3230884"/>
                <a:gd name="csY1470" fmla="*/ 1268372 h 1498637"/>
                <a:gd name="csX1471" fmla="*/ 1738458 w 3230884"/>
                <a:gd name="csY1471" fmla="*/ 1265983 h 1498637"/>
                <a:gd name="csX1472" fmla="*/ 1736069 w 3230884"/>
                <a:gd name="csY1472" fmla="*/ 1265028 h 1498637"/>
                <a:gd name="csX1473" fmla="*/ 1733203 w 3230884"/>
                <a:gd name="csY1473" fmla="*/ 1263595 h 1498637"/>
                <a:gd name="csX1474" fmla="*/ 1731769 w 3230884"/>
                <a:gd name="csY1474" fmla="*/ 1263117 h 1498637"/>
                <a:gd name="csX1475" fmla="*/ 1731769 w 3230884"/>
                <a:gd name="csY1475" fmla="*/ 1263117 h 1498637"/>
                <a:gd name="csX1476" fmla="*/ 1729381 w 3230884"/>
                <a:gd name="csY1476" fmla="*/ 1263117 h 1498637"/>
                <a:gd name="csX1477" fmla="*/ 1726037 w 3230884"/>
                <a:gd name="csY1477" fmla="*/ 1262639 h 1498637"/>
                <a:gd name="csX1478" fmla="*/ 1724126 w 3230884"/>
                <a:gd name="csY1478" fmla="*/ 1262161 h 1498637"/>
                <a:gd name="csX1479" fmla="*/ 1724126 w 3230884"/>
                <a:gd name="csY1479" fmla="*/ 1262161 h 1498637"/>
                <a:gd name="csX1480" fmla="*/ 1722692 w 3230884"/>
                <a:gd name="csY1480" fmla="*/ 1262639 h 1498637"/>
                <a:gd name="csX1481" fmla="*/ 1722692 w 3230884"/>
                <a:gd name="csY1481" fmla="*/ 1262639 h 1498637"/>
                <a:gd name="csX1482" fmla="*/ 1719826 w 3230884"/>
                <a:gd name="csY1482" fmla="*/ 1264072 h 1498637"/>
                <a:gd name="csX1483" fmla="*/ 1719826 w 3230884"/>
                <a:gd name="csY1483" fmla="*/ 1264072 h 1498637"/>
                <a:gd name="csX1484" fmla="*/ 1716005 w 3230884"/>
                <a:gd name="csY1484" fmla="*/ 1266939 h 1498637"/>
                <a:gd name="csX1485" fmla="*/ 1713616 w 3230884"/>
                <a:gd name="csY1485" fmla="*/ 1267894 h 1498637"/>
                <a:gd name="csX1486" fmla="*/ 1713138 w 3230884"/>
                <a:gd name="csY1486" fmla="*/ 1268372 h 1498637"/>
                <a:gd name="csX1487" fmla="*/ 1709794 w 3230884"/>
                <a:gd name="csY1487" fmla="*/ 1269805 h 1498637"/>
                <a:gd name="csX1488" fmla="*/ 1707405 w 3230884"/>
                <a:gd name="csY1488" fmla="*/ 1271716 h 1498637"/>
                <a:gd name="csX1489" fmla="*/ 1704539 w 3230884"/>
                <a:gd name="csY1489" fmla="*/ 1273627 h 1498637"/>
                <a:gd name="csX1490" fmla="*/ 1701673 w 3230884"/>
                <a:gd name="csY1490" fmla="*/ 1275538 h 1498637"/>
                <a:gd name="csX1491" fmla="*/ 1700239 w 3230884"/>
                <a:gd name="csY1491" fmla="*/ 1278882 h 1498637"/>
                <a:gd name="csX1492" fmla="*/ 1699284 w 3230884"/>
                <a:gd name="csY1492" fmla="*/ 1280793 h 1498637"/>
                <a:gd name="csX1493" fmla="*/ 1699284 w 3230884"/>
                <a:gd name="csY1493" fmla="*/ 1280793 h 1498637"/>
                <a:gd name="csX1494" fmla="*/ 1696895 w 3230884"/>
                <a:gd name="csY1494" fmla="*/ 1282226 h 1498637"/>
                <a:gd name="csX1495" fmla="*/ 1694507 w 3230884"/>
                <a:gd name="csY1495" fmla="*/ 1283181 h 1498637"/>
                <a:gd name="csX1496" fmla="*/ 1694507 w 3230884"/>
                <a:gd name="csY1496" fmla="*/ 1283181 h 1498637"/>
                <a:gd name="csX1497" fmla="*/ 1692596 w 3230884"/>
                <a:gd name="csY1497" fmla="*/ 1283659 h 1498637"/>
                <a:gd name="csX1498" fmla="*/ 1688774 w 3230884"/>
                <a:gd name="csY1498" fmla="*/ 1283181 h 1498637"/>
                <a:gd name="csX1499" fmla="*/ 1688296 w 3230884"/>
                <a:gd name="csY1499" fmla="*/ 1283181 h 1498637"/>
                <a:gd name="csX1500" fmla="*/ 1685907 w 3230884"/>
                <a:gd name="csY1500" fmla="*/ 1283659 h 1498637"/>
                <a:gd name="csX1501" fmla="*/ 1680175 w 3230884"/>
                <a:gd name="csY1501" fmla="*/ 1286048 h 1498637"/>
                <a:gd name="csX1502" fmla="*/ 1677308 w 3230884"/>
                <a:gd name="csY1502" fmla="*/ 1286525 h 1498637"/>
                <a:gd name="csX1503" fmla="*/ 1675398 w 3230884"/>
                <a:gd name="csY1503" fmla="*/ 1286525 h 1498637"/>
                <a:gd name="csX1504" fmla="*/ 1673486 w 3230884"/>
                <a:gd name="csY1504" fmla="*/ 1287003 h 1498637"/>
                <a:gd name="csX1505" fmla="*/ 1672053 w 3230884"/>
                <a:gd name="csY1505" fmla="*/ 1287003 h 1498637"/>
                <a:gd name="csX1506" fmla="*/ 1670142 w 3230884"/>
                <a:gd name="csY1506" fmla="*/ 1287481 h 1498637"/>
                <a:gd name="csX1507" fmla="*/ 1670142 w 3230884"/>
                <a:gd name="csY1507" fmla="*/ 1287481 h 1498637"/>
                <a:gd name="csX1508" fmla="*/ 1668709 w 3230884"/>
                <a:gd name="csY1508" fmla="*/ 1287959 h 1498637"/>
                <a:gd name="csX1509" fmla="*/ 1667276 w 3230884"/>
                <a:gd name="csY1509" fmla="*/ 1288436 h 1498637"/>
                <a:gd name="csX1510" fmla="*/ 1665365 w 3230884"/>
                <a:gd name="csY1510" fmla="*/ 1287959 h 1498637"/>
                <a:gd name="csX1511" fmla="*/ 1665365 w 3230884"/>
                <a:gd name="csY1511" fmla="*/ 1287959 h 1498637"/>
                <a:gd name="csX1512" fmla="*/ 1662976 w 3230884"/>
                <a:gd name="csY1512" fmla="*/ 1289392 h 1498637"/>
                <a:gd name="csX1513" fmla="*/ 1655333 w 3230884"/>
                <a:gd name="csY1513" fmla="*/ 1293214 h 1498637"/>
                <a:gd name="csX1514" fmla="*/ 1652944 w 3230884"/>
                <a:gd name="csY1514" fmla="*/ 1294169 h 1498637"/>
                <a:gd name="csX1515" fmla="*/ 1652944 w 3230884"/>
                <a:gd name="csY1515" fmla="*/ 1294169 h 1498637"/>
                <a:gd name="csX1516" fmla="*/ 1651511 w 3230884"/>
                <a:gd name="csY1516" fmla="*/ 1294169 h 1498637"/>
                <a:gd name="csX1517" fmla="*/ 1649600 w 3230884"/>
                <a:gd name="csY1517" fmla="*/ 1292736 h 1498637"/>
                <a:gd name="csX1518" fmla="*/ 1647689 w 3230884"/>
                <a:gd name="csY1518" fmla="*/ 1291781 h 1498637"/>
                <a:gd name="csX1519" fmla="*/ 1647211 w 3230884"/>
                <a:gd name="csY1519" fmla="*/ 1291781 h 1498637"/>
                <a:gd name="csX1520" fmla="*/ 1645300 w 3230884"/>
                <a:gd name="csY1520" fmla="*/ 1291781 h 1498637"/>
                <a:gd name="csX1521" fmla="*/ 1645300 w 3230884"/>
                <a:gd name="csY1521" fmla="*/ 1291781 h 1498637"/>
                <a:gd name="csX1522" fmla="*/ 1642912 w 3230884"/>
                <a:gd name="csY1522" fmla="*/ 1293214 h 1498637"/>
                <a:gd name="csX1523" fmla="*/ 1642912 w 3230884"/>
                <a:gd name="csY1523" fmla="*/ 1293214 h 1498637"/>
                <a:gd name="csX1524" fmla="*/ 1639090 w 3230884"/>
                <a:gd name="csY1524" fmla="*/ 1292258 h 1498637"/>
                <a:gd name="csX1525" fmla="*/ 1638612 w 3230884"/>
                <a:gd name="csY1525" fmla="*/ 1292258 h 1498637"/>
                <a:gd name="csX1526" fmla="*/ 1634312 w 3230884"/>
                <a:gd name="csY1526" fmla="*/ 1291303 h 1498637"/>
                <a:gd name="csX1527" fmla="*/ 1629535 w 3230884"/>
                <a:gd name="csY1527" fmla="*/ 1290347 h 1498637"/>
                <a:gd name="csX1528" fmla="*/ 1628102 w 3230884"/>
                <a:gd name="csY1528" fmla="*/ 1289870 h 1498637"/>
                <a:gd name="csX1529" fmla="*/ 1623803 w 3230884"/>
                <a:gd name="csY1529" fmla="*/ 1288436 h 1498637"/>
                <a:gd name="csX1530" fmla="*/ 1623803 w 3230884"/>
                <a:gd name="csY1530" fmla="*/ 1288436 h 1498637"/>
                <a:gd name="csX1531" fmla="*/ 1617592 w 3230884"/>
                <a:gd name="csY1531" fmla="*/ 1288436 h 1498637"/>
                <a:gd name="csX1532" fmla="*/ 1613770 w 3230884"/>
                <a:gd name="csY1532" fmla="*/ 1288436 h 1498637"/>
                <a:gd name="csX1533" fmla="*/ 1612337 w 3230884"/>
                <a:gd name="csY1533" fmla="*/ 1288914 h 1498637"/>
                <a:gd name="csX1534" fmla="*/ 1611382 w 3230884"/>
                <a:gd name="csY1534" fmla="*/ 1288914 h 1498637"/>
                <a:gd name="csX1535" fmla="*/ 1609948 w 3230884"/>
                <a:gd name="csY1535" fmla="*/ 1288436 h 1498637"/>
                <a:gd name="csX1536" fmla="*/ 1607560 w 3230884"/>
                <a:gd name="csY1536" fmla="*/ 1287003 h 1498637"/>
                <a:gd name="csX1537" fmla="*/ 1603738 w 3230884"/>
                <a:gd name="csY1537" fmla="*/ 1283181 h 1498637"/>
                <a:gd name="csX1538" fmla="*/ 1601349 w 3230884"/>
                <a:gd name="csY1538" fmla="*/ 1282226 h 1498637"/>
                <a:gd name="csX1539" fmla="*/ 1599916 w 3230884"/>
                <a:gd name="csY1539" fmla="*/ 1281270 h 1498637"/>
                <a:gd name="csX1540" fmla="*/ 1599438 w 3230884"/>
                <a:gd name="csY1540" fmla="*/ 1279837 h 1498637"/>
                <a:gd name="csX1541" fmla="*/ 1598961 w 3230884"/>
                <a:gd name="csY1541" fmla="*/ 1279837 h 1498637"/>
                <a:gd name="csX1542" fmla="*/ 1598005 w 3230884"/>
                <a:gd name="csY1542" fmla="*/ 1278882 h 1498637"/>
                <a:gd name="csX1543" fmla="*/ 1598005 w 3230884"/>
                <a:gd name="csY1543" fmla="*/ 1277449 h 1498637"/>
                <a:gd name="csX1544" fmla="*/ 1598005 w 3230884"/>
                <a:gd name="csY1544" fmla="*/ 1274104 h 1498637"/>
                <a:gd name="csX1545" fmla="*/ 1598483 w 3230884"/>
                <a:gd name="csY1545" fmla="*/ 1272194 h 1498637"/>
                <a:gd name="csX1546" fmla="*/ 1597527 w 3230884"/>
                <a:gd name="csY1546" fmla="*/ 1271716 h 1498637"/>
                <a:gd name="csX1547" fmla="*/ 1597527 w 3230884"/>
                <a:gd name="csY1547" fmla="*/ 1271716 h 1498637"/>
                <a:gd name="csX1548" fmla="*/ 1595139 w 3230884"/>
                <a:gd name="csY1548" fmla="*/ 1271238 h 1498637"/>
                <a:gd name="csX1549" fmla="*/ 1592272 w 3230884"/>
                <a:gd name="csY1549" fmla="*/ 1270283 h 1498637"/>
                <a:gd name="csX1550" fmla="*/ 1591795 w 3230884"/>
                <a:gd name="csY1550" fmla="*/ 1270283 h 1498637"/>
                <a:gd name="csX1551" fmla="*/ 1586539 w 3230884"/>
                <a:gd name="csY1551" fmla="*/ 1270283 h 1498637"/>
                <a:gd name="csX1552" fmla="*/ 1584151 w 3230884"/>
                <a:gd name="csY1552" fmla="*/ 1270283 h 1498637"/>
                <a:gd name="csX1553" fmla="*/ 1582240 w 3230884"/>
                <a:gd name="csY1553" fmla="*/ 1268849 h 1498637"/>
                <a:gd name="csX1554" fmla="*/ 1580329 w 3230884"/>
                <a:gd name="csY1554" fmla="*/ 1267416 h 1498637"/>
                <a:gd name="csX1555" fmla="*/ 1578418 w 3230884"/>
                <a:gd name="csY1555" fmla="*/ 1264550 h 1498637"/>
                <a:gd name="csX1556" fmla="*/ 1576507 w 3230884"/>
                <a:gd name="csY1556" fmla="*/ 1263117 h 1498637"/>
                <a:gd name="csX1557" fmla="*/ 1573641 w 3230884"/>
                <a:gd name="csY1557" fmla="*/ 1261206 h 1498637"/>
                <a:gd name="csX1558" fmla="*/ 1571252 w 3230884"/>
                <a:gd name="csY1558" fmla="*/ 1260728 h 1498637"/>
                <a:gd name="csX1559" fmla="*/ 1570775 w 3230884"/>
                <a:gd name="csY1559" fmla="*/ 1260728 h 1498637"/>
                <a:gd name="csX1560" fmla="*/ 1570297 w 3230884"/>
                <a:gd name="csY1560" fmla="*/ 1260728 h 1498637"/>
                <a:gd name="csX1561" fmla="*/ 1566953 w 3230884"/>
                <a:gd name="csY1561" fmla="*/ 1261206 h 1498637"/>
                <a:gd name="csX1562" fmla="*/ 1564086 w 3230884"/>
                <a:gd name="csY1562" fmla="*/ 1261206 h 1498637"/>
                <a:gd name="csX1563" fmla="*/ 1561220 w 3230884"/>
                <a:gd name="csY1563" fmla="*/ 1260728 h 1498637"/>
                <a:gd name="csX1564" fmla="*/ 1559787 w 3230884"/>
                <a:gd name="csY1564" fmla="*/ 1259773 h 1498637"/>
                <a:gd name="csX1565" fmla="*/ 1557398 w 3230884"/>
                <a:gd name="csY1565" fmla="*/ 1258339 h 1498637"/>
                <a:gd name="csX1566" fmla="*/ 1553577 w 3230884"/>
                <a:gd name="csY1566" fmla="*/ 1258339 h 1498637"/>
                <a:gd name="csX1567" fmla="*/ 1553577 w 3230884"/>
                <a:gd name="csY1567" fmla="*/ 1258339 h 1498637"/>
                <a:gd name="csX1568" fmla="*/ 1550710 w 3230884"/>
                <a:gd name="csY1568" fmla="*/ 1257384 h 1498637"/>
                <a:gd name="csX1569" fmla="*/ 1547366 w 3230884"/>
                <a:gd name="csY1569" fmla="*/ 1256429 h 1498637"/>
                <a:gd name="csX1570" fmla="*/ 1544977 w 3230884"/>
                <a:gd name="csY1570" fmla="*/ 1256906 h 1498637"/>
                <a:gd name="csX1571" fmla="*/ 1544977 w 3230884"/>
                <a:gd name="csY1571" fmla="*/ 1256906 h 1498637"/>
                <a:gd name="csX1572" fmla="*/ 1543544 w 3230884"/>
                <a:gd name="csY1572" fmla="*/ 1257862 h 1498637"/>
                <a:gd name="csX1573" fmla="*/ 1541633 w 3230884"/>
                <a:gd name="csY1573" fmla="*/ 1258817 h 1498637"/>
                <a:gd name="csX1574" fmla="*/ 1539245 w 3230884"/>
                <a:gd name="csY1574" fmla="*/ 1259295 h 1498637"/>
                <a:gd name="csX1575" fmla="*/ 1533512 w 3230884"/>
                <a:gd name="csY1575" fmla="*/ 1260250 h 1498637"/>
                <a:gd name="csX1576" fmla="*/ 1533034 w 3230884"/>
                <a:gd name="csY1576" fmla="*/ 1260250 h 1498637"/>
                <a:gd name="csX1577" fmla="*/ 1531600 w 3230884"/>
                <a:gd name="csY1577" fmla="*/ 1261206 h 1498637"/>
                <a:gd name="csX1578" fmla="*/ 1531123 w 3230884"/>
                <a:gd name="csY1578" fmla="*/ 1261206 h 1498637"/>
                <a:gd name="csX1579" fmla="*/ 1529212 w 3230884"/>
                <a:gd name="csY1579" fmla="*/ 1261206 h 1498637"/>
                <a:gd name="csX1580" fmla="*/ 1529212 w 3230884"/>
                <a:gd name="csY1580" fmla="*/ 1261206 h 1498637"/>
                <a:gd name="csX1581" fmla="*/ 1528734 w 3230884"/>
                <a:gd name="csY1581" fmla="*/ 1261683 h 1498637"/>
                <a:gd name="csX1582" fmla="*/ 1526823 w 3230884"/>
                <a:gd name="csY1582" fmla="*/ 1262161 h 1498637"/>
                <a:gd name="csX1583" fmla="*/ 1525390 w 3230884"/>
                <a:gd name="csY1583" fmla="*/ 1264072 h 1498637"/>
                <a:gd name="csX1584" fmla="*/ 1524913 w 3230884"/>
                <a:gd name="csY1584" fmla="*/ 1264072 h 1498637"/>
                <a:gd name="csX1585" fmla="*/ 1523479 w 3230884"/>
                <a:gd name="csY1585" fmla="*/ 1265028 h 1498637"/>
                <a:gd name="csX1586" fmla="*/ 1521568 w 3230884"/>
                <a:gd name="csY1586" fmla="*/ 1265505 h 1498637"/>
                <a:gd name="csX1587" fmla="*/ 1519180 w 3230884"/>
                <a:gd name="csY1587" fmla="*/ 1265505 h 1498637"/>
                <a:gd name="csX1588" fmla="*/ 1517269 w 3230884"/>
                <a:gd name="csY1588" fmla="*/ 1265028 h 1498637"/>
                <a:gd name="csX1589" fmla="*/ 1516313 w 3230884"/>
                <a:gd name="csY1589" fmla="*/ 1265028 h 1498637"/>
                <a:gd name="csX1590" fmla="*/ 1516313 w 3230884"/>
                <a:gd name="csY1590" fmla="*/ 1265028 h 1498637"/>
                <a:gd name="csX1591" fmla="*/ 1515836 w 3230884"/>
                <a:gd name="csY1591" fmla="*/ 1265028 h 1498637"/>
                <a:gd name="csX1592" fmla="*/ 1514880 w 3230884"/>
                <a:gd name="csY1592" fmla="*/ 1265505 h 1498637"/>
                <a:gd name="csX1593" fmla="*/ 1514402 w 3230884"/>
                <a:gd name="csY1593" fmla="*/ 1265505 h 1498637"/>
                <a:gd name="csX1594" fmla="*/ 1512491 w 3230884"/>
                <a:gd name="csY1594" fmla="*/ 1265983 h 1498637"/>
                <a:gd name="csX1595" fmla="*/ 1510103 w 3230884"/>
                <a:gd name="csY1595" fmla="*/ 1265505 h 1498637"/>
                <a:gd name="csX1596" fmla="*/ 1508670 w 3230884"/>
                <a:gd name="csY1596" fmla="*/ 1264550 h 1498637"/>
                <a:gd name="csX1597" fmla="*/ 1506281 w 3230884"/>
                <a:gd name="csY1597" fmla="*/ 1264550 h 1498637"/>
                <a:gd name="csX1598" fmla="*/ 1504848 w 3230884"/>
                <a:gd name="csY1598" fmla="*/ 1262639 h 1498637"/>
                <a:gd name="csX1599" fmla="*/ 1503415 w 3230884"/>
                <a:gd name="csY1599" fmla="*/ 1261683 h 1498637"/>
                <a:gd name="csX1600" fmla="*/ 1503415 w 3230884"/>
                <a:gd name="csY1600" fmla="*/ 1261683 h 1498637"/>
                <a:gd name="csX1601" fmla="*/ 1501026 w 3230884"/>
                <a:gd name="csY1601" fmla="*/ 1261683 h 1498637"/>
                <a:gd name="csX1602" fmla="*/ 1497682 w 3230884"/>
                <a:gd name="csY1602" fmla="*/ 1260728 h 1498637"/>
                <a:gd name="csX1603" fmla="*/ 1495771 w 3230884"/>
                <a:gd name="csY1603" fmla="*/ 1259773 h 1498637"/>
                <a:gd name="csX1604" fmla="*/ 1493860 w 3230884"/>
                <a:gd name="csY1604" fmla="*/ 1258817 h 1498637"/>
                <a:gd name="csX1605" fmla="*/ 1491472 w 3230884"/>
                <a:gd name="csY1605" fmla="*/ 1256906 h 1498637"/>
                <a:gd name="csX1606" fmla="*/ 1489561 w 3230884"/>
                <a:gd name="csY1606" fmla="*/ 1254995 h 1498637"/>
                <a:gd name="csX1607" fmla="*/ 1488605 w 3230884"/>
                <a:gd name="csY1607" fmla="*/ 1254995 h 1498637"/>
                <a:gd name="csX1608" fmla="*/ 1488127 w 3230884"/>
                <a:gd name="csY1608" fmla="*/ 1254995 h 1498637"/>
                <a:gd name="csX1609" fmla="*/ 1487172 w 3230884"/>
                <a:gd name="csY1609" fmla="*/ 1254518 h 1498637"/>
                <a:gd name="csX1610" fmla="*/ 1486216 w 3230884"/>
                <a:gd name="csY1610" fmla="*/ 1253562 h 1498637"/>
                <a:gd name="csX1611" fmla="*/ 1486216 w 3230884"/>
                <a:gd name="csY1611" fmla="*/ 1252129 h 1498637"/>
                <a:gd name="csX1612" fmla="*/ 1486216 w 3230884"/>
                <a:gd name="csY1612" fmla="*/ 1251174 h 1498637"/>
                <a:gd name="csX1613" fmla="*/ 1486694 w 3230884"/>
                <a:gd name="csY1613" fmla="*/ 1249740 h 1498637"/>
                <a:gd name="csX1614" fmla="*/ 1485739 w 3230884"/>
                <a:gd name="csY1614" fmla="*/ 1248307 h 1498637"/>
                <a:gd name="csX1615" fmla="*/ 1485261 w 3230884"/>
                <a:gd name="csY1615" fmla="*/ 1247352 h 1498637"/>
                <a:gd name="csX1616" fmla="*/ 1484783 w 3230884"/>
                <a:gd name="csY1616" fmla="*/ 1246396 h 1498637"/>
                <a:gd name="csX1617" fmla="*/ 1484783 w 3230884"/>
                <a:gd name="csY1617" fmla="*/ 1244485 h 1498637"/>
                <a:gd name="csX1618" fmla="*/ 1484783 w 3230884"/>
                <a:gd name="csY1618" fmla="*/ 1242097 h 1498637"/>
                <a:gd name="csX1619" fmla="*/ 1484306 w 3230884"/>
                <a:gd name="csY1619" fmla="*/ 1240186 h 1498637"/>
                <a:gd name="csX1620" fmla="*/ 1483350 w 3230884"/>
                <a:gd name="csY1620" fmla="*/ 1238275 h 1498637"/>
                <a:gd name="csX1621" fmla="*/ 1483350 w 3230884"/>
                <a:gd name="csY1621" fmla="*/ 1235408 h 1498637"/>
                <a:gd name="csX1622" fmla="*/ 1483350 w 3230884"/>
                <a:gd name="csY1622" fmla="*/ 1233975 h 1498637"/>
                <a:gd name="csX1623" fmla="*/ 1483350 w 3230884"/>
                <a:gd name="csY1623" fmla="*/ 1232542 h 1498637"/>
                <a:gd name="csX1624" fmla="*/ 1482395 w 3230884"/>
                <a:gd name="csY1624" fmla="*/ 1231109 h 1498637"/>
                <a:gd name="csX1625" fmla="*/ 1480006 w 3230884"/>
                <a:gd name="csY1625" fmla="*/ 1230153 h 1498637"/>
                <a:gd name="csX1626" fmla="*/ 1476662 w 3230884"/>
                <a:gd name="csY1626" fmla="*/ 1229198 h 1498637"/>
                <a:gd name="csX1627" fmla="*/ 1471884 w 3230884"/>
                <a:gd name="csY1627" fmla="*/ 1227765 h 1498637"/>
                <a:gd name="csX1628" fmla="*/ 1469974 w 3230884"/>
                <a:gd name="csY1628" fmla="*/ 1227765 h 1498637"/>
                <a:gd name="csX1629" fmla="*/ 1469496 w 3230884"/>
                <a:gd name="csY1629" fmla="*/ 1227765 h 1498637"/>
                <a:gd name="csX1630" fmla="*/ 1468063 w 3230884"/>
                <a:gd name="csY1630" fmla="*/ 1228242 h 1498637"/>
                <a:gd name="csX1631" fmla="*/ 1466629 w 3230884"/>
                <a:gd name="csY1631" fmla="*/ 1227765 h 1498637"/>
                <a:gd name="csX1632" fmla="*/ 1465197 w 3230884"/>
                <a:gd name="csY1632" fmla="*/ 1226809 h 1498637"/>
                <a:gd name="csX1633" fmla="*/ 1462330 w 3230884"/>
                <a:gd name="csY1633" fmla="*/ 1225376 h 1498637"/>
                <a:gd name="csX1634" fmla="*/ 1458508 w 3230884"/>
                <a:gd name="csY1634" fmla="*/ 1223943 h 1498637"/>
                <a:gd name="csX1635" fmla="*/ 1454686 w 3230884"/>
                <a:gd name="csY1635" fmla="*/ 1222510 h 1498637"/>
                <a:gd name="csX1636" fmla="*/ 1451342 w 3230884"/>
                <a:gd name="csY1636" fmla="*/ 1220599 h 1498637"/>
                <a:gd name="csX1637" fmla="*/ 1451342 w 3230884"/>
                <a:gd name="csY1637" fmla="*/ 1220599 h 1498637"/>
                <a:gd name="csX1638" fmla="*/ 1449909 w 3230884"/>
                <a:gd name="csY1638" fmla="*/ 1220599 h 1498637"/>
                <a:gd name="csX1639" fmla="*/ 1445132 w 3230884"/>
                <a:gd name="csY1639" fmla="*/ 1220121 h 1498637"/>
                <a:gd name="csX1640" fmla="*/ 1441310 w 3230884"/>
                <a:gd name="csY1640" fmla="*/ 1220121 h 1498637"/>
                <a:gd name="csX1641" fmla="*/ 1439399 w 3230884"/>
                <a:gd name="csY1641" fmla="*/ 1219643 h 1498637"/>
                <a:gd name="csX1642" fmla="*/ 1436533 w 3230884"/>
                <a:gd name="csY1642" fmla="*/ 1217255 h 1498637"/>
                <a:gd name="csX1643" fmla="*/ 1435099 w 3230884"/>
                <a:gd name="csY1643" fmla="*/ 1216299 h 1498637"/>
                <a:gd name="csX1644" fmla="*/ 1433188 w 3230884"/>
                <a:gd name="csY1644" fmla="*/ 1215344 h 1498637"/>
                <a:gd name="csX1645" fmla="*/ 1431277 w 3230884"/>
                <a:gd name="csY1645" fmla="*/ 1215344 h 1498637"/>
                <a:gd name="csX1646" fmla="*/ 1428889 w 3230884"/>
                <a:gd name="csY1646" fmla="*/ 1214388 h 1498637"/>
                <a:gd name="csX1647" fmla="*/ 1424590 w 3230884"/>
                <a:gd name="csY1647" fmla="*/ 1212477 h 1498637"/>
                <a:gd name="csX1648" fmla="*/ 1422679 w 3230884"/>
                <a:gd name="csY1648" fmla="*/ 1211522 h 1498637"/>
                <a:gd name="csX1649" fmla="*/ 1422679 w 3230884"/>
                <a:gd name="csY1649" fmla="*/ 1211522 h 1498637"/>
                <a:gd name="csX1650" fmla="*/ 1421723 w 3230884"/>
                <a:gd name="csY1650" fmla="*/ 1211044 h 1498637"/>
                <a:gd name="csX1651" fmla="*/ 1420290 w 3230884"/>
                <a:gd name="csY1651" fmla="*/ 1209133 h 1498637"/>
                <a:gd name="csX1652" fmla="*/ 1418856 w 3230884"/>
                <a:gd name="csY1652" fmla="*/ 1208656 h 1498637"/>
                <a:gd name="csX1653" fmla="*/ 1418856 w 3230884"/>
                <a:gd name="csY1653" fmla="*/ 1209133 h 1498637"/>
                <a:gd name="csX1654" fmla="*/ 1418856 w 3230884"/>
                <a:gd name="csY1654" fmla="*/ 1208656 h 1498637"/>
                <a:gd name="csX1655" fmla="*/ 1417901 w 3230884"/>
                <a:gd name="csY1655" fmla="*/ 1210089 h 1498637"/>
                <a:gd name="csX1656" fmla="*/ 1416945 w 3230884"/>
                <a:gd name="csY1656" fmla="*/ 1213433 h 1498637"/>
                <a:gd name="csX1657" fmla="*/ 1415990 w 3230884"/>
                <a:gd name="csY1657" fmla="*/ 1215344 h 1498637"/>
                <a:gd name="csX1658" fmla="*/ 1413602 w 3230884"/>
                <a:gd name="csY1658" fmla="*/ 1218210 h 1498637"/>
                <a:gd name="csX1659" fmla="*/ 1408824 w 3230884"/>
                <a:gd name="csY1659" fmla="*/ 1220121 h 1498637"/>
                <a:gd name="csX1660" fmla="*/ 1407869 w 3230884"/>
                <a:gd name="csY1660" fmla="*/ 1220599 h 1498637"/>
                <a:gd name="csX1661" fmla="*/ 1407869 w 3230884"/>
                <a:gd name="csY1661" fmla="*/ 1220599 h 1498637"/>
                <a:gd name="csX1662" fmla="*/ 1406913 w 3230884"/>
                <a:gd name="csY1662" fmla="*/ 1222032 h 1498637"/>
                <a:gd name="csX1663" fmla="*/ 1406436 w 3230884"/>
                <a:gd name="csY1663" fmla="*/ 1222988 h 1498637"/>
                <a:gd name="csX1664" fmla="*/ 1405480 w 3230884"/>
                <a:gd name="csY1664" fmla="*/ 1224898 h 1498637"/>
                <a:gd name="csX1665" fmla="*/ 1405480 w 3230884"/>
                <a:gd name="csY1665" fmla="*/ 1226809 h 1498637"/>
                <a:gd name="csX1666" fmla="*/ 1404525 w 3230884"/>
                <a:gd name="csY1666" fmla="*/ 1227287 h 1498637"/>
                <a:gd name="csX1667" fmla="*/ 1404525 w 3230884"/>
                <a:gd name="csY1667" fmla="*/ 1227287 h 1498637"/>
                <a:gd name="csX1668" fmla="*/ 1403092 w 3230884"/>
                <a:gd name="csY1668" fmla="*/ 1227287 h 1498637"/>
                <a:gd name="csX1669" fmla="*/ 1403092 w 3230884"/>
                <a:gd name="csY1669" fmla="*/ 1227287 h 1498637"/>
                <a:gd name="csX1670" fmla="*/ 1403092 w 3230884"/>
                <a:gd name="csY1670" fmla="*/ 1227287 h 1498637"/>
                <a:gd name="csX1671" fmla="*/ 1401658 w 3230884"/>
                <a:gd name="csY1671" fmla="*/ 1228242 h 1498637"/>
                <a:gd name="csX1672" fmla="*/ 1401658 w 3230884"/>
                <a:gd name="csY1672" fmla="*/ 1228242 h 1498637"/>
                <a:gd name="csX1673" fmla="*/ 1400703 w 3230884"/>
                <a:gd name="csY1673" fmla="*/ 1230631 h 1498637"/>
                <a:gd name="csX1674" fmla="*/ 1399747 w 3230884"/>
                <a:gd name="csY1674" fmla="*/ 1231587 h 1498637"/>
                <a:gd name="csX1675" fmla="*/ 1399270 w 3230884"/>
                <a:gd name="csY1675" fmla="*/ 1233497 h 1498637"/>
                <a:gd name="csX1676" fmla="*/ 1399747 w 3230884"/>
                <a:gd name="csY1676" fmla="*/ 1234453 h 1498637"/>
                <a:gd name="csX1677" fmla="*/ 1399270 w 3230884"/>
                <a:gd name="csY1677" fmla="*/ 1235408 h 1498637"/>
                <a:gd name="csX1678" fmla="*/ 1399270 w 3230884"/>
                <a:gd name="csY1678" fmla="*/ 1236842 h 1498637"/>
                <a:gd name="csX1679" fmla="*/ 1397836 w 3230884"/>
                <a:gd name="csY1679" fmla="*/ 1240186 h 1498637"/>
                <a:gd name="csX1680" fmla="*/ 1397359 w 3230884"/>
                <a:gd name="csY1680" fmla="*/ 1242097 h 1498637"/>
                <a:gd name="csX1681" fmla="*/ 1398314 w 3230884"/>
                <a:gd name="csY1681" fmla="*/ 1243052 h 1498637"/>
                <a:gd name="csX1682" fmla="*/ 1399270 w 3230884"/>
                <a:gd name="csY1682" fmla="*/ 1244485 h 1498637"/>
                <a:gd name="csX1683" fmla="*/ 1400225 w 3230884"/>
                <a:gd name="csY1683" fmla="*/ 1245441 h 1498637"/>
                <a:gd name="csX1684" fmla="*/ 1400225 w 3230884"/>
                <a:gd name="csY1684" fmla="*/ 1246874 h 1498637"/>
                <a:gd name="csX1685" fmla="*/ 1400225 w 3230884"/>
                <a:gd name="csY1685" fmla="*/ 1248307 h 1498637"/>
                <a:gd name="csX1686" fmla="*/ 1401181 w 3230884"/>
                <a:gd name="csY1686" fmla="*/ 1250218 h 1498637"/>
                <a:gd name="csX1687" fmla="*/ 1401658 w 3230884"/>
                <a:gd name="csY1687" fmla="*/ 1251651 h 1498637"/>
                <a:gd name="csX1688" fmla="*/ 1402614 w 3230884"/>
                <a:gd name="csY1688" fmla="*/ 1253084 h 1498637"/>
                <a:gd name="csX1689" fmla="*/ 1404047 w 3230884"/>
                <a:gd name="csY1689" fmla="*/ 1254040 h 1498637"/>
                <a:gd name="csX1690" fmla="*/ 1405480 w 3230884"/>
                <a:gd name="csY1690" fmla="*/ 1254040 h 1498637"/>
                <a:gd name="csX1691" fmla="*/ 1406436 w 3230884"/>
                <a:gd name="csY1691" fmla="*/ 1254995 h 1498637"/>
                <a:gd name="csX1692" fmla="*/ 1406913 w 3230884"/>
                <a:gd name="csY1692" fmla="*/ 1255951 h 1498637"/>
                <a:gd name="csX1693" fmla="*/ 1406436 w 3230884"/>
                <a:gd name="csY1693" fmla="*/ 1257862 h 1498637"/>
                <a:gd name="csX1694" fmla="*/ 1405958 w 3230884"/>
                <a:gd name="csY1694" fmla="*/ 1261206 h 1498637"/>
                <a:gd name="csX1695" fmla="*/ 1405002 w 3230884"/>
                <a:gd name="csY1695" fmla="*/ 1263595 h 1498637"/>
                <a:gd name="csX1696" fmla="*/ 1404525 w 3230884"/>
                <a:gd name="csY1696" fmla="*/ 1265028 h 1498637"/>
                <a:gd name="csX1697" fmla="*/ 1403569 w 3230884"/>
                <a:gd name="csY1697" fmla="*/ 1266939 h 1498637"/>
                <a:gd name="csX1698" fmla="*/ 1403092 w 3230884"/>
                <a:gd name="csY1698" fmla="*/ 1267894 h 1498637"/>
                <a:gd name="csX1699" fmla="*/ 1401181 w 3230884"/>
                <a:gd name="csY1699" fmla="*/ 1269805 h 1498637"/>
                <a:gd name="csX1700" fmla="*/ 1399747 w 3230884"/>
                <a:gd name="csY1700" fmla="*/ 1270283 h 1498637"/>
                <a:gd name="csX1701" fmla="*/ 1397836 w 3230884"/>
                <a:gd name="csY1701" fmla="*/ 1271716 h 1498637"/>
                <a:gd name="csX1702" fmla="*/ 1397836 w 3230884"/>
                <a:gd name="csY1702" fmla="*/ 1271716 h 1498637"/>
                <a:gd name="csX1703" fmla="*/ 1396881 w 3230884"/>
                <a:gd name="csY1703" fmla="*/ 1271716 h 1498637"/>
                <a:gd name="csX1704" fmla="*/ 1395448 w 3230884"/>
                <a:gd name="csY1704" fmla="*/ 1271716 h 1498637"/>
                <a:gd name="csX1705" fmla="*/ 1395448 w 3230884"/>
                <a:gd name="csY1705" fmla="*/ 1271716 h 1498637"/>
                <a:gd name="csX1706" fmla="*/ 1394015 w 3230884"/>
                <a:gd name="csY1706" fmla="*/ 1271716 h 1498637"/>
                <a:gd name="csX1707" fmla="*/ 1394015 w 3230884"/>
                <a:gd name="csY1707" fmla="*/ 1271716 h 1498637"/>
                <a:gd name="csX1708" fmla="*/ 1393059 w 3230884"/>
                <a:gd name="csY1708" fmla="*/ 1272671 h 1498637"/>
                <a:gd name="csX1709" fmla="*/ 1392104 w 3230884"/>
                <a:gd name="csY1709" fmla="*/ 1274582 h 1498637"/>
                <a:gd name="csX1710" fmla="*/ 1389237 w 3230884"/>
                <a:gd name="csY1710" fmla="*/ 1276493 h 1498637"/>
                <a:gd name="csX1711" fmla="*/ 1388282 w 3230884"/>
                <a:gd name="csY1711" fmla="*/ 1277449 h 1498637"/>
                <a:gd name="csX1712" fmla="*/ 1385415 w 3230884"/>
                <a:gd name="csY1712" fmla="*/ 1277449 h 1498637"/>
                <a:gd name="csX1713" fmla="*/ 1383983 w 3230884"/>
                <a:gd name="csY1713" fmla="*/ 1276493 h 1498637"/>
                <a:gd name="csX1714" fmla="*/ 1383027 w 3230884"/>
                <a:gd name="csY1714" fmla="*/ 1275538 h 1498637"/>
                <a:gd name="csX1715" fmla="*/ 1382072 w 3230884"/>
                <a:gd name="csY1715" fmla="*/ 1274582 h 1498637"/>
                <a:gd name="csX1716" fmla="*/ 1381116 w 3230884"/>
                <a:gd name="csY1716" fmla="*/ 1273149 h 1498637"/>
                <a:gd name="csX1717" fmla="*/ 1375383 w 3230884"/>
                <a:gd name="csY1717" fmla="*/ 1272671 h 1498637"/>
                <a:gd name="csX1718" fmla="*/ 1375383 w 3230884"/>
                <a:gd name="csY1718" fmla="*/ 1272671 h 1498637"/>
                <a:gd name="csX1719" fmla="*/ 1373950 w 3230884"/>
                <a:gd name="csY1719" fmla="*/ 1272671 h 1498637"/>
                <a:gd name="csX1720" fmla="*/ 1373950 w 3230884"/>
                <a:gd name="csY1720" fmla="*/ 1272671 h 1498637"/>
                <a:gd name="csX1721" fmla="*/ 1373472 w 3230884"/>
                <a:gd name="csY1721" fmla="*/ 1273627 h 1498637"/>
                <a:gd name="csX1722" fmla="*/ 1372039 w 3230884"/>
                <a:gd name="csY1722" fmla="*/ 1273149 h 1498637"/>
                <a:gd name="csX1723" fmla="*/ 1371561 w 3230884"/>
                <a:gd name="csY1723" fmla="*/ 1272194 h 1498637"/>
                <a:gd name="csX1724" fmla="*/ 1371561 w 3230884"/>
                <a:gd name="csY1724" fmla="*/ 1272194 h 1498637"/>
                <a:gd name="csX1725" fmla="*/ 1370606 w 3230884"/>
                <a:gd name="csY1725" fmla="*/ 1272671 h 1498637"/>
                <a:gd name="csX1726" fmla="*/ 1368695 w 3230884"/>
                <a:gd name="csY1726" fmla="*/ 1273149 h 1498637"/>
                <a:gd name="csX1727" fmla="*/ 1367740 w 3230884"/>
                <a:gd name="csY1727" fmla="*/ 1272671 h 1498637"/>
                <a:gd name="csX1728" fmla="*/ 1365829 w 3230884"/>
                <a:gd name="csY1728" fmla="*/ 1271238 h 1498637"/>
                <a:gd name="csX1729" fmla="*/ 1363440 w 3230884"/>
                <a:gd name="csY1729" fmla="*/ 1270283 h 1498637"/>
                <a:gd name="csX1730" fmla="*/ 1362962 w 3230884"/>
                <a:gd name="csY1730" fmla="*/ 1269805 h 1498637"/>
                <a:gd name="csX1731" fmla="*/ 1362485 w 3230884"/>
                <a:gd name="csY1731" fmla="*/ 1269805 h 1498637"/>
                <a:gd name="csX1732" fmla="*/ 1362007 w 3230884"/>
                <a:gd name="csY1732" fmla="*/ 1269805 h 1498637"/>
                <a:gd name="csX1733" fmla="*/ 1361529 w 3230884"/>
                <a:gd name="csY1733" fmla="*/ 1269805 h 1498637"/>
                <a:gd name="csX1734" fmla="*/ 1361051 w 3230884"/>
                <a:gd name="csY1734" fmla="*/ 1270760 h 1498637"/>
                <a:gd name="csX1735" fmla="*/ 1360096 w 3230884"/>
                <a:gd name="csY1735" fmla="*/ 1271238 h 1498637"/>
                <a:gd name="csX1736" fmla="*/ 1359618 w 3230884"/>
                <a:gd name="csY1736" fmla="*/ 1270283 h 1498637"/>
                <a:gd name="csX1737" fmla="*/ 1358663 w 3230884"/>
                <a:gd name="csY1737" fmla="*/ 1269805 h 1498637"/>
                <a:gd name="csX1738" fmla="*/ 1358185 w 3230884"/>
                <a:gd name="csY1738" fmla="*/ 1269805 h 1498637"/>
                <a:gd name="csX1739" fmla="*/ 1357229 w 3230884"/>
                <a:gd name="csY1739" fmla="*/ 1269805 h 1498637"/>
                <a:gd name="csX1740" fmla="*/ 1357229 w 3230884"/>
                <a:gd name="csY1740" fmla="*/ 1269805 h 1498637"/>
                <a:gd name="csX1741" fmla="*/ 1355796 w 3230884"/>
                <a:gd name="csY1741" fmla="*/ 1270760 h 1498637"/>
                <a:gd name="csX1742" fmla="*/ 1355319 w 3230884"/>
                <a:gd name="csY1742" fmla="*/ 1270760 h 1498637"/>
                <a:gd name="csX1743" fmla="*/ 1352930 w 3230884"/>
                <a:gd name="csY1743" fmla="*/ 1271716 h 1498637"/>
                <a:gd name="csX1744" fmla="*/ 1352930 w 3230884"/>
                <a:gd name="csY1744" fmla="*/ 1271716 h 1498637"/>
                <a:gd name="csX1745" fmla="*/ 1351974 w 3230884"/>
                <a:gd name="csY1745" fmla="*/ 1272671 h 1498637"/>
                <a:gd name="csX1746" fmla="*/ 1350542 w 3230884"/>
                <a:gd name="csY1746" fmla="*/ 1272194 h 1498637"/>
                <a:gd name="csX1747" fmla="*/ 1349108 w 3230884"/>
                <a:gd name="csY1747" fmla="*/ 1271716 h 1498637"/>
                <a:gd name="csX1748" fmla="*/ 1349108 w 3230884"/>
                <a:gd name="csY1748" fmla="*/ 1271716 h 1498637"/>
                <a:gd name="csX1749" fmla="*/ 1348153 w 3230884"/>
                <a:gd name="csY1749" fmla="*/ 1271716 h 1498637"/>
                <a:gd name="csX1750" fmla="*/ 1344808 w 3230884"/>
                <a:gd name="csY1750" fmla="*/ 1271716 h 1498637"/>
                <a:gd name="csX1751" fmla="*/ 1344808 w 3230884"/>
                <a:gd name="csY1751" fmla="*/ 1271716 h 1498637"/>
                <a:gd name="csX1752" fmla="*/ 1343853 w 3230884"/>
                <a:gd name="csY1752" fmla="*/ 1271716 h 1498637"/>
                <a:gd name="csX1753" fmla="*/ 1342420 w 3230884"/>
                <a:gd name="csY1753" fmla="*/ 1271238 h 1498637"/>
                <a:gd name="csX1754" fmla="*/ 1341942 w 3230884"/>
                <a:gd name="csY1754" fmla="*/ 1269805 h 1498637"/>
                <a:gd name="csX1755" fmla="*/ 1340031 w 3230884"/>
                <a:gd name="csY1755" fmla="*/ 1268849 h 1498637"/>
                <a:gd name="csX1756" fmla="*/ 1340031 w 3230884"/>
                <a:gd name="csY1756" fmla="*/ 1268849 h 1498637"/>
                <a:gd name="csX1757" fmla="*/ 1337642 w 3230884"/>
                <a:gd name="csY1757" fmla="*/ 1268849 h 1498637"/>
                <a:gd name="csX1758" fmla="*/ 1336210 w 3230884"/>
                <a:gd name="csY1758" fmla="*/ 1268849 h 1498637"/>
                <a:gd name="csX1759" fmla="*/ 1335731 w 3230884"/>
                <a:gd name="csY1759" fmla="*/ 1268849 h 1498637"/>
                <a:gd name="csX1760" fmla="*/ 1335254 w 3230884"/>
                <a:gd name="csY1760" fmla="*/ 1269327 h 1498637"/>
                <a:gd name="csX1761" fmla="*/ 1334776 w 3230884"/>
                <a:gd name="csY1761" fmla="*/ 1269327 h 1498637"/>
                <a:gd name="csX1762" fmla="*/ 1333821 w 3230884"/>
                <a:gd name="csY1762" fmla="*/ 1269327 h 1498637"/>
                <a:gd name="csX1763" fmla="*/ 1332865 w 3230884"/>
                <a:gd name="csY1763" fmla="*/ 1267416 h 1498637"/>
                <a:gd name="csX1764" fmla="*/ 1331432 w 3230884"/>
                <a:gd name="csY1764" fmla="*/ 1266461 h 1498637"/>
                <a:gd name="csX1765" fmla="*/ 1330954 w 3230884"/>
                <a:gd name="csY1765" fmla="*/ 1265505 h 1498637"/>
                <a:gd name="csX1766" fmla="*/ 1330954 w 3230884"/>
                <a:gd name="csY1766" fmla="*/ 1265505 h 1498637"/>
                <a:gd name="csX1767" fmla="*/ 1329521 w 3230884"/>
                <a:gd name="csY1767" fmla="*/ 1265028 h 1498637"/>
                <a:gd name="csX1768" fmla="*/ 1328565 w 3230884"/>
                <a:gd name="csY1768" fmla="*/ 1263595 h 1498637"/>
                <a:gd name="csX1769" fmla="*/ 1328565 w 3230884"/>
                <a:gd name="csY1769" fmla="*/ 1261206 h 1498637"/>
                <a:gd name="csX1770" fmla="*/ 1328088 w 3230884"/>
                <a:gd name="csY1770" fmla="*/ 1258339 h 1498637"/>
                <a:gd name="csX1771" fmla="*/ 1327610 w 3230884"/>
                <a:gd name="csY1771" fmla="*/ 1255473 h 1498637"/>
                <a:gd name="csX1772" fmla="*/ 1326655 w 3230884"/>
                <a:gd name="csY1772" fmla="*/ 1254040 h 1498637"/>
                <a:gd name="csX1773" fmla="*/ 1326655 w 3230884"/>
                <a:gd name="csY1773" fmla="*/ 1254040 h 1498637"/>
                <a:gd name="csX1774" fmla="*/ 1323311 w 3230884"/>
                <a:gd name="csY1774" fmla="*/ 1253562 h 1498637"/>
                <a:gd name="csX1775" fmla="*/ 1321400 w 3230884"/>
                <a:gd name="csY1775" fmla="*/ 1254040 h 1498637"/>
                <a:gd name="csX1776" fmla="*/ 1317578 w 3230884"/>
                <a:gd name="csY1776" fmla="*/ 1253562 h 1498637"/>
                <a:gd name="csX1777" fmla="*/ 1314712 w 3230884"/>
                <a:gd name="csY1777" fmla="*/ 1253562 h 1498637"/>
                <a:gd name="csX1778" fmla="*/ 1314234 w 3230884"/>
                <a:gd name="csY1778" fmla="*/ 1253562 h 1498637"/>
                <a:gd name="csX1779" fmla="*/ 1311845 w 3230884"/>
                <a:gd name="csY1779" fmla="*/ 1253084 h 1498637"/>
                <a:gd name="csX1780" fmla="*/ 1309456 w 3230884"/>
                <a:gd name="csY1780" fmla="*/ 1252607 h 1498637"/>
                <a:gd name="csX1781" fmla="*/ 1307068 w 3230884"/>
                <a:gd name="csY1781" fmla="*/ 1252607 h 1498637"/>
                <a:gd name="csX1782" fmla="*/ 1307068 w 3230884"/>
                <a:gd name="csY1782" fmla="*/ 1252607 h 1498637"/>
                <a:gd name="csX1783" fmla="*/ 1306112 w 3230884"/>
                <a:gd name="csY1783" fmla="*/ 1252607 h 1498637"/>
                <a:gd name="csX1784" fmla="*/ 1304201 w 3230884"/>
                <a:gd name="csY1784" fmla="*/ 1252607 h 1498637"/>
                <a:gd name="csX1785" fmla="*/ 1302290 w 3230884"/>
                <a:gd name="csY1785" fmla="*/ 1251174 h 1498637"/>
                <a:gd name="csX1786" fmla="*/ 1301335 w 3230884"/>
                <a:gd name="csY1786" fmla="*/ 1249740 h 1498637"/>
                <a:gd name="csX1787" fmla="*/ 1301335 w 3230884"/>
                <a:gd name="csY1787" fmla="*/ 1248785 h 1498637"/>
                <a:gd name="csX1788" fmla="*/ 1300858 w 3230884"/>
                <a:gd name="csY1788" fmla="*/ 1247829 h 1498637"/>
                <a:gd name="csX1789" fmla="*/ 1300858 w 3230884"/>
                <a:gd name="csY1789" fmla="*/ 1247829 h 1498637"/>
                <a:gd name="csX1790" fmla="*/ 1298946 w 3230884"/>
                <a:gd name="csY1790" fmla="*/ 1247352 h 1498637"/>
                <a:gd name="csX1791" fmla="*/ 1297513 w 3230884"/>
                <a:gd name="csY1791" fmla="*/ 1247829 h 1498637"/>
                <a:gd name="csX1792" fmla="*/ 1297513 w 3230884"/>
                <a:gd name="csY1792" fmla="*/ 1247829 h 1498637"/>
                <a:gd name="csX1793" fmla="*/ 1296558 w 3230884"/>
                <a:gd name="csY1793" fmla="*/ 1249740 h 1498637"/>
                <a:gd name="csX1794" fmla="*/ 1295603 w 3230884"/>
                <a:gd name="csY1794" fmla="*/ 1250696 h 1498637"/>
                <a:gd name="csX1795" fmla="*/ 1294647 w 3230884"/>
                <a:gd name="csY1795" fmla="*/ 1250218 h 1498637"/>
                <a:gd name="csX1796" fmla="*/ 1293692 w 3230884"/>
                <a:gd name="csY1796" fmla="*/ 1249263 h 1498637"/>
                <a:gd name="csX1797" fmla="*/ 1291781 w 3230884"/>
                <a:gd name="csY1797" fmla="*/ 1248307 h 1498637"/>
                <a:gd name="csX1798" fmla="*/ 1290347 w 3230884"/>
                <a:gd name="csY1798" fmla="*/ 1247352 h 1498637"/>
                <a:gd name="csX1799" fmla="*/ 1288914 w 3230884"/>
                <a:gd name="csY1799" fmla="*/ 1245441 h 1498637"/>
                <a:gd name="csX1800" fmla="*/ 1288914 w 3230884"/>
                <a:gd name="csY1800" fmla="*/ 1245441 h 1498637"/>
                <a:gd name="csX1801" fmla="*/ 1288914 w 3230884"/>
                <a:gd name="csY1801" fmla="*/ 1245441 h 1498637"/>
                <a:gd name="csX1802" fmla="*/ 1287958 w 3230884"/>
                <a:gd name="csY1802" fmla="*/ 1245918 h 1498637"/>
                <a:gd name="csX1803" fmla="*/ 1287958 w 3230884"/>
                <a:gd name="csY1803" fmla="*/ 1245918 h 1498637"/>
                <a:gd name="csX1804" fmla="*/ 1287481 w 3230884"/>
                <a:gd name="csY1804" fmla="*/ 1246874 h 1498637"/>
                <a:gd name="csX1805" fmla="*/ 1287003 w 3230884"/>
                <a:gd name="csY1805" fmla="*/ 1247829 h 1498637"/>
                <a:gd name="csX1806" fmla="*/ 1286048 w 3230884"/>
                <a:gd name="csY1806" fmla="*/ 1250218 h 1498637"/>
                <a:gd name="csX1807" fmla="*/ 1285570 w 3230884"/>
                <a:gd name="csY1807" fmla="*/ 1250218 h 1498637"/>
                <a:gd name="csX1808" fmla="*/ 1284137 w 3230884"/>
                <a:gd name="csY1808" fmla="*/ 1250218 h 1498637"/>
                <a:gd name="csX1809" fmla="*/ 1281271 w 3230884"/>
                <a:gd name="csY1809" fmla="*/ 1250218 h 1498637"/>
                <a:gd name="csX1810" fmla="*/ 1281271 w 3230884"/>
                <a:gd name="csY1810" fmla="*/ 1250218 h 1498637"/>
                <a:gd name="csX1811" fmla="*/ 1278404 w 3230884"/>
                <a:gd name="csY1811" fmla="*/ 1250218 h 1498637"/>
                <a:gd name="csX1812" fmla="*/ 1277926 w 3230884"/>
                <a:gd name="csY1812" fmla="*/ 1250218 h 1498637"/>
                <a:gd name="csX1813" fmla="*/ 1276015 w 3230884"/>
                <a:gd name="csY1813" fmla="*/ 1251174 h 1498637"/>
                <a:gd name="csX1814" fmla="*/ 1274582 w 3230884"/>
                <a:gd name="csY1814" fmla="*/ 1252607 h 1498637"/>
                <a:gd name="csX1815" fmla="*/ 1274105 w 3230884"/>
                <a:gd name="csY1815" fmla="*/ 1253562 h 1498637"/>
                <a:gd name="csX1816" fmla="*/ 1272671 w 3230884"/>
                <a:gd name="csY1816" fmla="*/ 1254040 h 1498637"/>
                <a:gd name="csX1817" fmla="*/ 1272671 w 3230884"/>
                <a:gd name="csY1817" fmla="*/ 1254040 h 1498637"/>
                <a:gd name="csX1818" fmla="*/ 1271238 w 3230884"/>
                <a:gd name="csY1818" fmla="*/ 1254995 h 1498637"/>
                <a:gd name="csX1819" fmla="*/ 1270283 w 3230884"/>
                <a:gd name="csY1819" fmla="*/ 1256906 h 1498637"/>
                <a:gd name="csX1820" fmla="*/ 1268849 w 3230884"/>
                <a:gd name="csY1820" fmla="*/ 1256429 h 1498637"/>
                <a:gd name="csX1821" fmla="*/ 1268849 w 3230884"/>
                <a:gd name="csY1821" fmla="*/ 1256906 h 1498637"/>
                <a:gd name="csX1822" fmla="*/ 1267894 w 3230884"/>
                <a:gd name="csY1822" fmla="*/ 1256906 h 1498637"/>
                <a:gd name="csX1823" fmla="*/ 1266939 w 3230884"/>
                <a:gd name="csY1823" fmla="*/ 1257384 h 1498637"/>
                <a:gd name="csX1824" fmla="*/ 1263594 w 3230884"/>
                <a:gd name="csY1824" fmla="*/ 1257862 h 1498637"/>
                <a:gd name="csX1825" fmla="*/ 1262639 w 3230884"/>
                <a:gd name="csY1825" fmla="*/ 1258339 h 1498637"/>
                <a:gd name="csX1826" fmla="*/ 1262639 w 3230884"/>
                <a:gd name="csY1826" fmla="*/ 1258339 h 1498637"/>
                <a:gd name="csX1827" fmla="*/ 1260728 w 3230884"/>
                <a:gd name="csY1827" fmla="*/ 1259773 h 1498637"/>
                <a:gd name="csX1828" fmla="*/ 1258817 w 3230884"/>
                <a:gd name="csY1828" fmla="*/ 1260728 h 1498637"/>
                <a:gd name="csX1829" fmla="*/ 1258817 w 3230884"/>
                <a:gd name="csY1829" fmla="*/ 1260728 h 1498637"/>
                <a:gd name="csX1830" fmla="*/ 1257384 w 3230884"/>
                <a:gd name="csY1830" fmla="*/ 1261206 h 1498637"/>
                <a:gd name="csX1831" fmla="*/ 1257384 w 3230884"/>
                <a:gd name="csY1831" fmla="*/ 1261206 h 1498637"/>
                <a:gd name="csX1832" fmla="*/ 1256428 w 3230884"/>
                <a:gd name="csY1832" fmla="*/ 1262639 h 1498637"/>
                <a:gd name="csX1833" fmla="*/ 1255473 w 3230884"/>
                <a:gd name="csY1833" fmla="*/ 1263595 h 1498637"/>
                <a:gd name="csX1834" fmla="*/ 1255473 w 3230884"/>
                <a:gd name="csY1834" fmla="*/ 1263595 h 1498637"/>
                <a:gd name="csX1835" fmla="*/ 1253085 w 3230884"/>
                <a:gd name="csY1835" fmla="*/ 1264072 h 1498637"/>
                <a:gd name="csX1836" fmla="*/ 1252607 w 3230884"/>
                <a:gd name="csY1836" fmla="*/ 1264072 h 1498637"/>
                <a:gd name="csX1837" fmla="*/ 1252607 w 3230884"/>
                <a:gd name="csY1837" fmla="*/ 1264072 h 1498637"/>
                <a:gd name="csX1838" fmla="*/ 1250218 w 3230884"/>
                <a:gd name="csY1838" fmla="*/ 1265028 h 1498637"/>
                <a:gd name="csX1839" fmla="*/ 1249740 w 3230884"/>
                <a:gd name="csY1839" fmla="*/ 1265505 h 1498637"/>
                <a:gd name="csX1840" fmla="*/ 1248307 w 3230884"/>
                <a:gd name="csY1840" fmla="*/ 1265983 h 1498637"/>
                <a:gd name="csX1841" fmla="*/ 1246874 w 3230884"/>
                <a:gd name="csY1841" fmla="*/ 1266939 h 1498637"/>
                <a:gd name="csX1842" fmla="*/ 1245919 w 3230884"/>
                <a:gd name="csY1842" fmla="*/ 1266939 h 1498637"/>
                <a:gd name="csX1843" fmla="*/ 1244485 w 3230884"/>
                <a:gd name="csY1843" fmla="*/ 1266939 h 1498637"/>
                <a:gd name="csX1844" fmla="*/ 1244485 w 3230884"/>
                <a:gd name="csY1844" fmla="*/ 1266939 h 1498637"/>
                <a:gd name="csX1845" fmla="*/ 1243530 w 3230884"/>
                <a:gd name="csY1845" fmla="*/ 1267416 h 1498637"/>
                <a:gd name="csX1846" fmla="*/ 1243530 w 3230884"/>
                <a:gd name="csY1846" fmla="*/ 1267416 h 1498637"/>
                <a:gd name="csX1847" fmla="*/ 1242574 w 3230884"/>
                <a:gd name="csY1847" fmla="*/ 1267894 h 1498637"/>
                <a:gd name="csX1848" fmla="*/ 1242574 w 3230884"/>
                <a:gd name="csY1848" fmla="*/ 1267894 h 1498637"/>
                <a:gd name="csX1849" fmla="*/ 1241619 w 3230884"/>
                <a:gd name="csY1849" fmla="*/ 1270283 h 1498637"/>
                <a:gd name="csX1850" fmla="*/ 1239708 w 3230884"/>
                <a:gd name="csY1850" fmla="*/ 1271238 h 1498637"/>
                <a:gd name="csX1851" fmla="*/ 1239708 w 3230884"/>
                <a:gd name="csY1851" fmla="*/ 1271238 h 1498637"/>
                <a:gd name="csX1852" fmla="*/ 1237319 w 3230884"/>
                <a:gd name="csY1852" fmla="*/ 1271238 h 1498637"/>
                <a:gd name="csX1853" fmla="*/ 1237319 w 3230884"/>
                <a:gd name="csY1853" fmla="*/ 1271716 h 1498637"/>
                <a:gd name="csX1854" fmla="*/ 1237319 w 3230884"/>
                <a:gd name="csY1854" fmla="*/ 1271716 h 1498637"/>
                <a:gd name="csX1855" fmla="*/ 1235408 w 3230884"/>
                <a:gd name="csY1855" fmla="*/ 1272671 h 1498637"/>
                <a:gd name="csX1856" fmla="*/ 1234931 w 3230884"/>
                <a:gd name="csY1856" fmla="*/ 1275060 h 1498637"/>
                <a:gd name="csX1857" fmla="*/ 1235886 w 3230884"/>
                <a:gd name="csY1857" fmla="*/ 1276971 h 1498637"/>
                <a:gd name="csX1858" fmla="*/ 1235408 w 3230884"/>
                <a:gd name="csY1858" fmla="*/ 1277926 h 1498637"/>
                <a:gd name="csX1859" fmla="*/ 1233975 w 3230884"/>
                <a:gd name="csY1859" fmla="*/ 1278404 h 1498637"/>
                <a:gd name="csX1860" fmla="*/ 1233975 w 3230884"/>
                <a:gd name="csY1860" fmla="*/ 1278404 h 1498637"/>
                <a:gd name="csX1861" fmla="*/ 1232064 w 3230884"/>
                <a:gd name="csY1861" fmla="*/ 1279360 h 1498637"/>
                <a:gd name="csX1862" fmla="*/ 1230153 w 3230884"/>
                <a:gd name="csY1862" fmla="*/ 1280793 h 1498637"/>
                <a:gd name="csX1863" fmla="*/ 1228720 w 3230884"/>
                <a:gd name="csY1863" fmla="*/ 1280793 h 1498637"/>
                <a:gd name="csX1864" fmla="*/ 1227287 w 3230884"/>
                <a:gd name="csY1864" fmla="*/ 1280315 h 1498637"/>
                <a:gd name="csX1865" fmla="*/ 1227287 w 3230884"/>
                <a:gd name="csY1865" fmla="*/ 1280315 h 1498637"/>
                <a:gd name="csX1866" fmla="*/ 1227287 w 3230884"/>
                <a:gd name="csY1866" fmla="*/ 1280315 h 1498637"/>
                <a:gd name="csX1867" fmla="*/ 1226332 w 3230884"/>
                <a:gd name="csY1867" fmla="*/ 1281270 h 1498637"/>
                <a:gd name="csX1868" fmla="*/ 1225854 w 3230884"/>
                <a:gd name="csY1868" fmla="*/ 1283181 h 1498637"/>
                <a:gd name="csX1869" fmla="*/ 1224898 w 3230884"/>
                <a:gd name="csY1869" fmla="*/ 1284137 h 1498637"/>
                <a:gd name="csX1870" fmla="*/ 1222987 w 3230884"/>
                <a:gd name="csY1870" fmla="*/ 1284615 h 1498637"/>
                <a:gd name="csX1871" fmla="*/ 1222987 w 3230884"/>
                <a:gd name="csY1871" fmla="*/ 1284615 h 1498637"/>
                <a:gd name="csX1872" fmla="*/ 1222032 w 3230884"/>
                <a:gd name="csY1872" fmla="*/ 1284615 h 1498637"/>
                <a:gd name="csX1873" fmla="*/ 1221555 w 3230884"/>
                <a:gd name="csY1873" fmla="*/ 1283659 h 1498637"/>
                <a:gd name="csX1874" fmla="*/ 1220599 w 3230884"/>
                <a:gd name="csY1874" fmla="*/ 1282704 h 1498637"/>
                <a:gd name="csX1875" fmla="*/ 1220599 w 3230884"/>
                <a:gd name="csY1875" fmla="*/ 1283181 h 1498637"/>
                <a:gd name="csX1876" fmla="*/ 1220599 w 3230884"/>
                <a:gd name="csY1876" fmla="*/ 1282704 h 1498637"/>
                <a:gd name="csX1877" fmla="*/ 1219644 w 3230884"/>
                <a:gd name="csY1877" fmla="*/ 1283181 h 1498637"/>
                <a:gd name="csX1878" fmla="*/ 1219644 w 3230884"/>
                <a:gd name="csY1878" fmla="*/ 1284615 h 1498637"/>
                <a:gd name="csX1879" fmla="*/ 1219166 w 3230884"/>
                <a:gd name="csY1879" fmla="*/ 1285570 h 1498637"/>
                <a:gd name="csX1880" fmla="*/ 1217732 w 3230884"/>
                <a:gd name="csY1880" fmla="*/ 1285570 h 1498637"/>
                <a:gd name="csX1881" fmla="*/ 1216299 w 3230884"/>
                <a:gd name="csY1881" fmla="*/ 1285092 h 1498637"/>
                <a:gd name="csX1882" fmla="*/ 1215344 w 3230884"/>
                <a:gd name="csY1882" fmla="*/ 1284615 h 1498637"/>
                <a:gd name="csX1883" fmla="*/ 1215344 w 3230884"/>
                <a:gd name="csY1883" fmla="*/ 1284615 h 1498637"/>
                <a:gd name="csX1884" fmla="*/ 1213433 w 3230884"/>
                <a:gd name="csY1884" fmla="*/ 1284615 h 1498637"/>
                <a:gd name="csX1885" fmla="*/ 1211522 w 3230884"/>
                <a:gd name="csY1885" fmla="*/ 1284615 h 1498637"/>
                <a:gd name="csX1886" fmla="*/ 1210567 w 3230884"/>
                <a:gd name="csY1886" fmla="*/ 1284615 h 1498637"/>
                <a:gd name="csX1887" fmla="*/ 1210567 w 3230884"/>
                <a:gd name="csY1887" fmla="*/ 1284615 h 1498637"/>
                <a:gd name="csX1888" fmla="*/ 1209133 w 3230884"/>
                <a:gd name="csY1888" fmla="*/ 1284615 h 1498637"/>
                <a:gd name="csX1889" fmla="*/ 1206744 w 3230884"/>
                <a:gd name="csY1889" fmla="*/ 1285570 h 1498637"/>
                <a:gd name="csX1890" fmla="*/ 1206267 w 3230884"/>
                <a:gd name="csY1890" fmla="*/ 1285570 h 1498637"/>
                <a:gd name="csX1891" fmla="*/ 1205312 w 3230884"/>
                <a:gd name="csY1891" fmla="*/ 1287481 h 1498637"/>
                <a:gd name="csX1892" fmla="*/ 1205312 w 3230884"/>
                <a:gd name="csY1892" fmla="*/ 1289870 h 1498637"/>
                <a:gd name="csX1893" fmla="*/ 1204834 w 3230884"/>
                <a:gd name="csY1893" fmla="*/ 1290825 h 1498637"/>
                <a:gd name="csX1894" fmla="*/ 1203401 w 3230884"/>
                <a:gd name="csY1894" fmla="*/ 1291781 h 1498637"/>
                <a:gd name="csX1895" fmla="*/ 1202445 w 3230884"/>
                <a:gd name="csY1895" fmla="*/ 1292736 h 1498637"/>
                <a:gd name="csX1896" fmla="*/ 1201490 w 3230884"/>
                <a:gd name="csY1896" fmla="*/ 1293214 h 1498637"/>
                <a:gd name="csX1897" fmla="*/ 1201490 w 3230884"/>
                <a:gd name="csY1897" fmla="*/ 1293214 h 1498637"/>
                <a:gd name="csX1898" fmla="*/ 1201490 w 3230884"/>
                <a:gd name="csY1898" fmla="*/ 1293214 h 1498637"/>
                <a:gd name="csX1899" fmla="*/ 1199101 w 3230884"/>
                <a:gd name="csY1899" fmla="*/ 1293214 h 1498637"/>
                <a:gd name="csX1900" fmla="*/ 1199101 w 3230884"/>
                <a:gd name="csY1900" fmla="*/ 1293214 h 1498637"/>
                <a:gd name="csX1901" fmla="*/ 1199101 w 3230884"/>
                <a:gd name="csY1901" fmla="*/ 1293214 h 1498637"/>
                <a:gd name="csX1902" fmla="*/ 1198146 w 3230884"/>
                <a:gd name="csY1902" fmla="*/ 1293214 h 1498637"/>
                <a:gd name="csX1903" fmla="*/ 1196235 w 3230884"/>
                <a:gd name="csY1903" fmla="*/ 1293691 h 1498637"/>
                <a:gd name="csX1904" fmla="*/ 1194324 w 3230884"/>
                <a:gd name="csY1904" fmla="*/ 1294169 h 1498637"/>
                <a:gd name="csX1905" fmla="*/ 1193368 w 3230884"/>
                <a:gd name="csY1905" fmla="*/ 1294647 h 1498637"/>
                <a:gd name="csX1906" fmla="*/ 1192891 w 3230884"/>
                <a:gd name="csY1906" fmla="*/ 1294647 h 1498637"/>
                <a:gd name="csX1907" fmla="*/ 1192413 w 3230884"/>
                <a:gd name="csY1907" fmla="*/ 1295602 h 1498637"/>
                <a:gd name="csX1908" fmla="*/ 1190980 w 3230884"/>
                <a:gd name="csY1908" fmla="*/ 1295602 h 1498637"/>
                <a:gd name="csX1909" fmla="*/ 1190980 w 3230884"/>
                <a:gd name="csY1909" fmla="*/ 1295602 h 1498637"/>
                <a:gd name="csX1910" fmla="*/ 1189546 w 3230884"/>
                <a:gd name="csY1910" fmla="*/ 1295602 h 1498637"/>
                <a:gd name="csX1911" fmla="*/ 1188591 w 3230884"/>
                <a:gd name="csY1911" fmla="*/ 1293691 h 1498637"/>
                <a:gd name="csX1912" fmla="*/ 1187635 w 3230884"/>
                <a:gd name="csY1912" fmla="*/ 1291781 h 1498637"/>
                <a:gd name="csX1913" fmla="*/ 1185725 w 3230884"/>
                <a:gd name="csY1913" fmla="*/ 1291303 h 1498637"/>
                <a:gd name="csX1914" fmla="*/ 1184291 w 3230884"/>
                <a:gd name="csY1914" fmla="*/ 1290825 h 1498637"/>
                <a:gd name="csX1915" fmla="*/ 1182858 w 3230884"/>
                <a:gd name="csY1915" fmla="*/ 1289870 h 1498637"/>
                <a:gd name="csX1916" fmla="*/ 1181903 w 3230884"/>
                <a:gd name="csY1916" fmla="*/ 1288914 h 1498637"/>
                <a:gd name="csX1917" fmla="*/ 1179037 w 3230884"/>
                <a:gd name="csY1917" fmla="*/ 1284137 h 1498637"/>
                <a:gd name="csX1918" fmla="*/ 1177125 w 3230884"/>
                <a:gd name="csY1918" fmla="*/ 1282226 h 1498637"/>
                <a:gd name="csX1919" fmla="*/ 1177125 w 3230884"/>
                <a:gd name="csY1919" fmla="*/ 1282226 h 1498637"/>
                <a:gd name="csX1920" fmla="*/ 1175692 w 3230884"/>
                <a:gd name="csY1920" fmla="*/ 1282226 h 1498637"/>
                <a:gd name="csX1921" fmla="*/ 1175214 w 3230884"/>
                <a:gd name="csY1921" fmla="*/ 1280793 h 1498637"/>
                <a:gd name="csX1922" fmla="*/ 1176170 w 3230884"/>
                <a:gd name="csY1922" fmla="*/ 1279837 h 1498637"/>
                <a:gd name="csX1923" fmla="*/ 1177603 w 3230884"/>
                <a:gd name="csY1923" fmla="*/ 1278404 h 1498637"/>
                <a:gd name="csX1924" fmla="*/ 1177603 w 3230884"/>
                <a:gd name="csY1924" fmla="*/ 1278404 h 1498637"/>
                <a:gd name="csX1925" fmla="*/ 1177603 w 3230884"/>
                <a:gd name="csY1925" fmla="*/ 1276971 h 1498637"/>
                <a:gd name="csX1926" fmla="*/ 1177603 w 3230884"/>
                <a:gd name="csY1926" fmla="*/ 1276971 h 1498637"/>
                <a:gd name="csX1927" fmla="*/ 1176648 w 3230884"/>
                <a:gd name="csY1927" fmla="*/ 1276493 h 1498637"/>
                <a:gd name="csX1928" fmla="*/ 1175214 w 3230884"/>
                <a:gd name="csY1928" fmla="*/ 1276493 h 1498637"/>
                <a:gd name="csX1929" fmla="*/ 1173303 w 3230884"/>
                <a:gd name="csY1929" fmla="*/ 1278404 h 1498637"/>
                <a:gd name="csX1930" fmla="*/ 1171393 w 3230884"/>
                <a:gd name="csY1930" fmla="*/ 1280315 h 1498637"/>
                <a:gd name="csX1931" fmla="*/ 1169004 w 3230884"/>
                <a:gd name="csY1931" fmla="*/ 1281748 h 1498637"/>
                <a:gd name="csX1932" fmla="*/ 1168049 w 3230884"/>
                <a:gd name="csY1932" fmla="*/ 1282704 h 1498637"/>
                <a:gd name="csX1933" fmla="*/ 1166616 w 3230884"/>
                <a:gd name="csY1933" fmla="*/ 1284137 h 1498637"/>
                <a:gd name="csX1934" fmla="*/ 1164705 w 3230884"/>
                <a:gd name="csY1934" fmla="*/ 1283659 h 1498637"/>
                <a:gd name="csX1935" fmla="*/ 1163749 w 3230884"/>
                <a:gd name="csY1935" fmla="*/ 1284137 h 1498637"/>
                <a:gd name="csX1936" fmla="*/ 1162316 w 3230884"/>
                <a:gd name="csY1936" fmla="*/ 1284137 h 1498637"/>
                <a:gd name="csX1937" fmla="*/ 1161838 w 3230884"/>
                <a:gd name="csY1937" fmla="*/ 1282704 h 1498637"/>
                <a:gd name="csX1938" fmla="*/ 1160405 w 3230884"/>
                <a:gd name="csY1938" fmla="*/ 1282226 h 1498637"/>
                <a:gd name="csX1939" fmla="*/ 1153239 w 3230884"/>
                <a:gd name="csY1939" fmla="*/ 1281270 h 1498637"/>
                <a:gd name="csX1940" fmla="*/ 1150373 w 3230884"/>
                <a:gd name="csY1940" fmla="*/ 1280315 h 1498637"/>
                <a:gd name="csX1941" fmla="*/ 1148939 w 3230884"/>
                <a:gd name="csY1941" fmla="*/ 1281270 h 1498637"/>
                <a:gd name="csX1942" fmla="*/ 1147984 w 3230884"/>
                <a:gd name="csY1942" fmla="*/ 1280793 h 1498637"/>
                <a:gd name="csX1943" fmla="*/ 1147506 w 3230884"/>
                <a:gd name="csY1943" fmla="*/ 1279360 h 1498637"/>
                <a:gd name="csX1944" fmla="*/ 1146073 w 3230884"/>
                <a:gd name="csY1944" fmla="*/ 1276971 h 1498637"/>
                <a:gd name="csX1945" fmla="*/ 1144640 w 3230884"/>
                <a:gd name="csY1945" fmla="*/ 1275060 h 1498637"/>
                <a:gd name="csX1946" fmla="*/ 1143207 w 3230884"/>
                <a:gd name="csY1946" fmla="*/ 1273149 h 1498637"/>
                <a:gd name="csX1947" fmla="*/ 1143207 w 3230884"/>
                <a:gd name="csY1947" fmla="*/ 1273149 h 1498637"/>
                <a:gd name="csX1948" fmla="*/ 1142729 w 3230884"/>
                <a:gd name="csY1948" fmla="*/ 1271238 h 1498637"/>
                <a:gd name="csX1949" fmla="*/ 1143207 w 3230884"/>
                <a:gd name="csY1949" fmla="*/ 1270283 h 1498637"/>
                <a:gd name="csX1950" fmla="*/ 1143207 w 3230884"/>
                <a:gd name="csY1950" fmla="*/ 1269805 h 1498637"/>
                <a:gd name="csX1951" fmla="*/ 1143207 w 3230884"/>
                <a:gd name="csY1951" fmla="*/ 1269805 h 1498637"/>
                <a:gd name="csX1952" fmla="*/ 1143207 w 3230884"/>
                <a:gd name="csY1952" fmla="*/ 1268372 h 1498637"/>
                <a:gd name="csX1953" fmla="*/ 1141773 w 3230884"/>
                <a:gd name="csY1953" fmla="*/ 1267416 h 1498637"/>
                <a:gd name="csX1954" fmla="*/ 1139862 w 3230884"/>
                <a:gd name="csY1954" fmla="*/ 1267416 h 1498637"/>
                <a:gd name="csX1955" fmla="*/ 1135563 w 3230884"/>
                <a:gd name="csY1955" fmla="*/ 1264072 h 1498637"/>
                <a:gd name="csX1956" fmla="*/ 1135563 w 3230884"/>
                <a:gd name="csY1956" fmla="*/ 1264072 h 1498637"/>
                <a:gd name="csX1957" fmla="*/ 1133175 w 3230884"/>
                <a:gd name="csY1957" fmla="*/ 1263595 h 1498637"/>
                <a:gd name="csX1958" fmla="*/ 1131264 w 3230884"/>
                <a:gd name="csY1958" fmla="*/ 1263117 h 1498637"/>
                <a:gd name="csX1959" fmla="*/ 1129830 w 3230884"/>
                <a:gd name="csY1959" fmla="*/ 1263117 h 1498637"/>
                <a:gd name="csX1960" fmla="*/ 1128397 w 3230884"/>
                <a:gd name="csY1960" fmla="*/ 1261683 h 1498637"/>
                <a:gd name="csX1961" fmla="*/ 1127442 w 3230884"/>
                <a:gd name="csY1961" fmla="*/ 1257384 h 1498637"/>
                <a:gd name="csX1962" fmla="*/ 1126964 w 3230884"/>
                <a:gd name="csY1962" fmla="*/ 1254995 h 1498637"/>
                <a:gd name="csX1963" fmla="*/ 1125530 w 3230884"/>
                <a:gd name="csY1963" fmla="*/ 1253084 h 1498637"/>
                <a:gd name="csX1964" fmla="*/ 1123620 w 3230884"/>
                <a:gd name="csY1964" fmla="*/ 1250696 h 1498637"/>
                <a:gd name="csX1965" fmla="*/ 1122187 w 3230884"/>
                <a:gd name="csY1965" fmla="*/ 1247829 h 1498637"/>
                <a:gd name="csX1966" fmla="*/ 1122187 w 3230884"/>
                <a:gd name="csY1966" fmla="*/ 1247829 h 1498637"/>
                <a:gd name="csX1967" fmla="*/ 1120753 w 3230884"/>
                <a:gd name="csY1967" fmla="*/ 1246874 h 1498637"/>
                <a:gd name="csX1968" fmla="*/ 1117887 w 3230884"/>
                <a:gd name="csY1968" fmla="*/ 1244485 h 1498637"/>
                <a:gd name="csX1969" fmla="*/ 1115021 w 3230884"/>
                <a:gd name="csY1969" fmla="*/ 1243530 h 1498637"/>
                <a:gd name="csX1970" fmla="*/ 1110721 w 3230884"/>
                <a:gd name="csY1970" fmla="*/ 1241619 h 1498637"/>
                <a:gd name="csX1971" fmla="*/ 1110721 w 3230884"/>
                <a:gd name="csY1971" fmla="*/ 1241619 h 1498637"/>
                <a:gd name="csX1972" fmla="*/ 1108810 w 3230884"/>
                <a:gd name="csY1972" fmla="*/ 1241619 h 1498637"/>
                <a:gd name="csX1973" fmla="*/ 1106899 w 3230884"/>
                <a:gd name="csY1973" fmla="*/ 1241619 h 1498637"/>
                <a:gd name="csX1974" fmla="*/ 1105466 w 3230884"/>
                <a:gd name="csY1974" fmla="*/ 1242574 h 1498637"/>
                <a:gd name="csX1975" fmla="*/ 1104033 w 3230884"/>
                <a:gd name="csY1975" fmla="*/ 1244485 h 1498637"/>
                <a:gd name="csX1976" fmla="*/ 1102122 w 3230884"/>
                <a:gd name="csY1976" fmla="*/ 1244485 h 1498637"/>
                <a:gd name="csX1977" fmla="*/ 1098778 w 3230884"/>
                <a:gd name="csY1977" fmla="*/ 1244485 h 1498637"/>
                <a:gd name="csX1978" fmla="*/ 1097823 w 3230884"/>
                <a:gd name="csY1978" fmla="*/ 1245441 h 1498637"/>
                <a:gd name="csX1979" fmla="*/ 1097345 w 3230884"/>
                <a:gd name="csY1979" fmla="*/ 1246396 h 1498637"/>
                <a:gd name="csX1980" fmla="*/ 1095911 w 3230884"/>
                <a:gd name="csY1980" fmla="*/ 1247829 h 1498637"/>
                <a:gd name="csX1981" fmla="*/ 1093523 w 3230884"/>
                <a:gd name="csY1981" fmla="*/ 1249263 h 1498637"/>
                <a:gd name="csX1982" fmla="*/ 1090179 w 3230884"/>
                <a:gd name="csY1982" fmla="*/ 1248785 h 1498637"/>
                <a:gd name="csX1983" fmla="*/ 1087790 w 3230884"/>
                <a:gd name="csY1983" fmla="*/ 1249740 h 1498637"/>
                <a:gd name="csX1984" fmla="*/ 1085879 w 3230884"/>
                <a:gd name="csY1984" fmla="*/ 1249740 h 1498637"/>
                <a:gd name="csX1985" fmla="*/ 1082535 w 3230884"/>
                <a:gd name="csY1985" fmla="*/ 1248307 h 1498637"/>
                <a:gd name="csX1986" fmla="*/ 1078713 w 3230884"/>
                <a:gd name="csY1986" fmla="*/ 1248307 h 1498637"/>
                <a:gd name="csX1987" fmla="*/ 1076325 w 3230884"/>
                <a:gd name="csY1987" fmla="*/ 1248785 h 1498637"/>
                <a:gd name="csX1988" fmla="*/ 1072980 w 3230884"/>
                <a:gd name="csY1988" fmla="*/ 1248785 h 1498637"/>
                <a:gd name="csX1989" fmla="*/ 1072503 w 3230884"/>
                <a:gd name="csY1989" fmla="*/ 1247829 h 1498637"/>
                <a:gd name="csX1990" fmla="*/ 1072980 w 3230884"/>
                <a:gd name="csY1990" fmla="*/ 1246396 h 1498637"/>
                <a:gd name="csX1991" fmla="*/ 1072503 w 3230884"/>
                <a:gd name="csY1991" fmla="*/ 1245441 h 1498637"/>
                <a:gd name="csX1992" fmla="*/ 1072503 w 3230884"/>
                <a:gd name="csY1992" fmla="*/ 1244963 h 1498637"/>
                <a:gd name="csX1993" fmla="*/ 1072025 w 3230884"/>
                <a:gd name="csY1993" fmla="*/ 1244008 h 1498637"/>
                <a:gd name="csX1994" fmla="*/ 1071547 w 3230884"/>
                <a:gd name="csY1994" fmla="*/ 1242574 h 1498637"/>
                <a:gd name="csX1995" fmla="*/ 1071547 w 3230884"/>
                <a:gd name="csY1995" fmla="*/ 1242574 h 1498637"/>
                <a:gd name="csX1996" fmla="*/ 1070114 w 3230884"/>
                <a:gd name="csY1996" fmla="*/ 1242574 h 1498637"/>
                <a:gd name="csX1997" fmla="*/ 1066770 w 3230884"/>
                <a:gd name="csY1997" fmla="*/ 1243052 h 1498637"/>
                <a:gd name="csX1998" fmla="*/ 1066292 w 3230884"/>
                <a:gd name="csY1998" fmla="*/ 1243052 h 1498637"/>
                <a:gd name="csX1999" fmla="*/ 1065337 w 3230884"/>
                <a:gd name="csY1999" fmla="*/ 1242574 h 1498637"/>
                <a:gd name="csX2000" fmla="*/ 1065337 w 3230884"/>
                <a:gd name="csY2000" fmla="*/ 1241141 h 1498637"/>
                <a:gd name="csX2001" fmla="*/ 1066292 w 3230884"/>
                <a:gd name="csY2001" fmla="*/ 1239230 h 1498637"/>
                <a:gd name="csX2002" fmla="*/ 1066292 w 3230884"/>
                <a:gd name="csY2002" fmla="*/ 1239230 h 1498637"/>
                <a:gd name="csX2003" fmla="*/ 1066770 w 3230884"/>
                <a:gd name="csY2003" fmla="*/ 1237319 h 1498637"/>
                <a:gd name="csX2004" fmla="*/ 1066292 w 3230884"/>
                <a:gd name="csY2004" fmla="*/ 1235886 h 1498637"/>
                <a:gd name="csX2005" fmla="*/ 1064381 w 3230884"/>
                <a:gd name="csY2005" fmla="*/ 1235886 h 1498637"/>
                <a:gd name="csX2006" fmla="*/ 1064381 w 3230884"/>
                <a:gd name="csY2006" fmla="*/ 1235886 h 1498637"/>
                <a:gd name="csX2007" fmla="*/ 1063426 w 3230884"/>
                <a:gd name="csY2007" fmla="*/ 1235886 h 1498637"/>
                <a:gd name="csX2008" fmla="*/ 1062470 w 3230884"/>
                <a:gd name="csY2008" fmla="*/ 1234453 h 1498637"/>
                <a:gd name="csX2009" fmla="*/ 1061515 w 3230884"/>
                <a:gd name="csY2009" fmla="*/ 1233497 h 1498637"/>
                <a:gd name="csX2010" fmla="*/ 1060082 w 3230884"/>
                <a:gd name="csY2010" fmla="*/ 1233020 h 1498637"/>
                <a:gd name="csX2011" fmla="*/ 1058648 w 3230884"/>
                <a:gd name="csY2011" fmla="*/ 1233020 h 1498637"/>
                <a:gd name="csX2012" fmla="*/ 1057216 w 3230884"/>
                <a:gd name="csY2012" fmla="*/ 1233497 h 1498637"/>
                <a:gd name="csX2013" fmla="*/ 1056738 w 3230884"/>
                <a:gd name="csY2013" fmla="*/ 1233497 h 1498637"/>
                <a:gd name="csX2014" fmla="*/ 1056738 w 3230884"/>
                <a:gd name="csY2014" fmla="*/ 1233497 h 1498637"/>
                <a:gd name="csX2015" fmla="*/ 1056260 w 3230884"/>
                <a:gd name="csY2015" fmla="*/ 1234931 h 1498637"/>
                <a:gd name="csX2016" fmla="*/ 1054827 w 3230884"/>
                <a:gd name="csY2016" fmla="*/ 1235408 h 1498637"/>
                <a:gd name="csX2017" fmla="*/ 1053871 w 3230884"/>
                <a:gd name="csY2017" fmla="*/ 1235886 h 1498637"/>
                <a:gd name="csX2018" fmla="*/ 1052916 w 3230884"/>
                <a:gd name="csY2018" fmla="*/ 1236364 h 1498637"/>
                <a:gd name="csX2019" fmla="*/ 1052916 w 3230884"/>
                <a:gd name="csY2019" fmla="*/ 1236364 h 1498637"/>
                <a:gd name="csX2020" fmla="*/ 1052438 w 3230884"/>
                <a:gd name="csY2020" fmla="*/ 1237319 h 1498637"/>
                <a:gd name="csX2021" fmla="*/ 1052438 w 3230884"/>
                <a:gd name="csY2021" fmla="*/ 1237797 h 1498637"/>
                <a:gd name="csX2022" fmla="*/ 1052438 w 3230884"/>
                <a:gd name="csY2022" fmla="*/ 1238753 h 1498637"/>
                <a:gd name="csX2023" fmla="*/ 1052916 w 3230884"/>
                <a:gd name="csY2023" fmla="*/ 1241619 h 1498637"/>
                <a:gd name="csX2024" fmla="*/ 1052916 w 3230884"/>
                <a:gd name="csY2024" fmla="*/ 1242097 h 1498637"/>
                <a:gd name="csX2025" fmla="*/ 1052438 w 3230884"/>
                <a:gd name="csY2025" fmla="*/ 1243052 h 1498637"/>
                <a:gd name="csX2026" fmla="*/ 1051005 w 3230884"/>
                <a:gd name="csY2026" fmla="*/ 1244008 h 1498637"/>
                <a:gd name="csX2027" fmla="*/ 1049572 w 3230884"/>
                <a:gd name="csY2027" fmla="*/ 1243530 h 1498637"/>
                <a:gd name="csX2028" fmla="*/ 1049094 w 3230884"/>
                <a:gd name="csY2028" fmla="*/ 1243530 h 1498637"/>
                <a:gd name="csX2029" fmla="*/ 1048616 w 3230884"/>
                <a:gd name="csY2029" fmla="*/ 1244008 h 1498637"/>
                <a:gd name="csX2030" fmla="*/ 1046705 w 3230884"/>
                <a:gd name="csY2030" fmla="*/ 1245441 h 1498637"/>
                <a:gd name="csX2031" fmla="*/ 1045750 w 3230884"/>
                <a:gd name="csY2031" fmla="*/ 1245918 h 1498637"/>
                <a:gd name="csX2032" fmla="*/ 1045750 w 3230884"/>
                <a:gd name="csY2032" fmla="*/ 1245918 h 1498637"/>
                <a:gd name="csX2033" fmla="*/ 1045272 w 3230884"/>
                <a:gd name="csY2033" fmla="*/ 1246874 h 1498637"/>
                <a:gd name="csX2034" fmla="*/ 1045272 w 3230884"/>
                <a:gd name="csY2034" fmla="*/ 1248307 h 1498637"/>
                <a:gd name="csX2035" fmla="*/ 1043839 w 3230884"/>
                <a:gd name="csY2035" fmla="*/ 1247829 h 1498637"/>
                <a:gd name="csX2036" fmla="*/ 1041450 w 3230884"/>
                <a:gd name="csY2036" fmla="*/ 1242574 h 1498637"/>
                <a:gd name="csX2037" fmla="*/ 1038584 w 3230884"/>
                <a:gd name="csY2037" fmla="*/ 1236842 h 1498637"/>
                <a:gd name="csX2038" fmla="*/ 1035240 w 3230884"/>
                <a:gd name="csY2038" fmla="*/ 1230631 h 1498637"/>
                <a:gd name="csX2039" fmla="*/ 1033329 w 3230884"/>
                <a:gd name="csY2039" fmla="*/ 1227287 h 1498637"/>
                <a:gd name="csX2040" fmla="*/ 1027118 w 3230884"/>
                <a:gd name="csY2040" fmla="*/ 1216299 h 1498637"/>
                <a:gd name="csX2041" fmla="*/ 1024252 w 3230884"/>
                <a:gd name="csY2041" fmla="*/ 1211044 h 1498637"/>
                <a:gd name="csX2042" fmla="*/ 1024252 w 3230884"/>
                <a:gd name="csY2042" fmla="*/ 1211044 h 1498637"/>
                <a:gd name="csX2043" fmla="*/ 1018520 w 3230884"/>
                <a:gd name="csY2043" fmla="*/ 1201967 h 1498637"/>
                <a:gd name="csX2044" fmla="*/ 1013742 w 3230884"/>
                <a:gd name="csY2044" fmla="*/ 1193368 h 1498637"/>
                <a:gd name="csX2045" fmla="*/ 1008487 w 3230884"/>
                <a:gd name="csY2045" fmla="*/ 1184769 h 1498637"/>
                <a:gd name="csX2046" fmla="*/ 1005143 w 3230884"/>
                <a:gd name="csY2046" fmla="*/ 1179514 h 1498637"/>
                <a:gd name="csX2047" fmla="*/ 1001799 w 3230884"/>
                <a:gd name="csY2047" fmla="*/ 1174259 h 1498637"/>
                <a:gd name="csX2048" fmla="*/ 1001799 w 3230884"/>
                <a:gd name="csY2048" fmla="*/ 1174259 h 1498637"/>
                <a:gd name="csX2049" fmla="*/ 1000366 w 3230884"/>
                <a:gd name="csY2049" fmla="*/ 1172826 h 1498637"/>
                <a:gd name="csX2050" fmla="*/ 1000366 w 3230884"/>
                <a:gd name="csY2050" fmla="*/ 1172826 h 1498637"/>
                <a:gd name="csX2051" fmla="*/ 998455 w 3230884"/>
                <a:gd name="csY2051" fmla="*/ 1170915 h 1498637"/>
                <a:gd name="csX2052" fmla="*/ 993677 w 3230884"/>
                <a:gd name="csY2052" fmla="*/ 1167571 h 1498637"/>
                <a:gd name="csX2053" fmla="*/ 986989 w 3230884"/>
                <a:gd name="csY2053" fmla="*/ 1162316 h 1498637"/>
                <a:gd name="csX2054" fmla="*/ 981256 w 3230884"/>
                <a:gd name="csY2054" fmla="*/ 1157539 h 1498637"/>
                <a:gd name="csX2055" fmla="*/ 976001 w 3230884"/>
                <a:gd name="csY2055" fmla="*/ 1153717 h 1498637"/>
                <a:gd name="csX2056" fmla="*/ 975046 w 3230884"/>
                <a:gd name="csY2056" fmla="*/ 1152283 h 1498637"/>
                <a:gd name="csX2057" fmla="*/ 974568 w 3230884"/>
                <a:gd name="csY2057" fmla="*/ 1151328 h 1498637"/>
                <a:gd name="csX2058" fmla="*/ 974090 w 3230884"/>
                <a:gd name="csY2058" fmla="*/ 1150373 h 1498637"/>
                <a:gd name="csX2059" fmla="*/ 973135 w 3230884"/>
                <a:gd name="csY2059" fmla="*/ 1148462 h 1498637"/>
                <a:gd name="csX2060" fmla="*/ 973135 w 3230884"/>
                <a:gd name="csY2060" fmla="*/ 1147506 h 1498637"/>
                <a:gd name="csX2061" fmla="*/ 977913 w 3230884"/>
                <a:gd name="csY2061" fmla="*/ 1147506 h 1498637"/>
                <a:gd name="csX2062" fmla="*/ 977913 w 3230884"/>
                <a:gd name="csY2062" fmla="*/ 1147506 h 1498637"/>
                <a:gd name="csX2063" fmla="*/ 978868 w 3230884"/>
                <a:gd name="csY2063" fmla="*/ 1146551 h 1498637"/>
                <a:gd name="csX2064" fmla="*/ 980301 w 3230884"/>
                <a:gd name="csY2064" fmla="*/ 1142251 h 1498637"/>
                <a:gd name="csX2065" fmla="*/ 981256 w 3230884"/>
                <a:gd name="csY2065" fmla="*/ 1138429 h 1498637"/>
                <a:gd name="csX2066" fmla="*/ 979823 w 3230884"/>
                <a:gd name="csY2066" fmla="*/ 1138429 h 1498637"/>
                <a:gd name="csX2067" fmla="*/ 976957 w 3230884"/>
                <a:gd name="csY2067" fmla="*/ 1139862 h 1498637"/>
                <a:gd name="csX2068" fmla="*/ 975524 w 3230884"/>
                <a:gd name="csY2068" fmla="*/ 1141296 h 1498637"/>
                <a:gd name="csX2069" fmla="*/ 974568 w 3230884"/>
                <a:gd name="csY2069" fmla="*/ 1141774 h 1498637"/>
                <a:gd name="csX2070" fmla="*/ 969791 w 3230884"/>
                <a:gd name="csY2070" fmla="*/ 1142251 h 1498637"/>
                <a:gd name="csX2071" fmla="*/ 968358 w 3230884"/>
                <a:gd name="csY2071" fmla="*/ 1143207 h 1498637"/>
                <a:gd name="csX2072" fmla="*/ 967402 w 3230884"/>
                <a:gd name="csY2072" fmla="*/ 1144162 h 1498637"/>
                <a:gd name="csX2073" fmla="*/ 962147 w 3230884"/>
                <a:gd name="csY2073" fmla="*/ 1147028 h 1498637"/>
                <a:gd name="csX2074" fmla="*/ 958803 w 3230884"/>
                <a:gd name="csY2074" fmla="*/ 1148462 h 1498637"/>
                <a:gd name="csX2075" fmla="*/ 957848 w 3230884"/>
                <a:gd name="csY2075" fmla="*/ 1148939 h 1498637"/>
                <a:gd name="csX2076" fmla="*/ 953548 w 3230884"/>
                <a:gd name="csY2076" fmla="*/ 1149417 h 1498637"/>
                <a:gd name="csX2077" fmla="*/ 953070 w 3230884"/>
                <a:gd name="csY2077" fmla="*/ 1149417 h 1498637"/>
                <a:gd name="csX2078" fmla="*/ 952593 w 3230884"/>
                <a:gd name="csY2078" fmla="*/ 1149895 h 1498637"/>
                <a:gd name="csX2079" fmla="*/ 952593 w 3230884"/>
                <a:gd name="csY2079" fmla="*/ 1149895 h 1498637"/>
                <a:gd name="csX2080" fmla="*/ 952593 w 3230884"/>
                <a:gd name="csY2080" fmla="*/ 1149895 h 1498637"/>
                <a:gd name="csX2081" fmla="*/ 952593 w 3230884"/>
                <a:gd name="csY2081" fmla="*/ 1151328 h 1498637"/>
                <a:gd name="csX2082" fmla="*/ 952593 w 3230884"/>
                <a:gd name="csY2082" fmla="*/ 1152761 h 1498637"/>
                <a:gd name="csX2083" fmla="*/ 951159 w 3230884"/>
                <a:gd name="csY2083" fmla="*/ 1153717 h 1498637"/>
                <a:gd name="csX2084" fmla="*/ 949249 w 3230884"/>
                <a:gd name="csY2084" fmla="*/ 1155150 h 1498637"/>
                <a:gd name="csX2085" fmla="*/ 945904 w 3230884"/>
                <a:gd name="csY2085" fmla="*/ 1157539 h 1498637"/>
                <a:gd name="csX2086" fmla="*/ 944949 w 3230884"/>
                <a:gd name="csY2086" fmla="*/ 1157539 h 1498637"/>
                <a:gd name="csX2087" fmla="*/ 942560 w 3230884"/>
                <a:gd name="csY2087" fmla="*/ 1157061 h 1498637"/>
                <a:gd name="csX2088" fmla="*/ 941605 w 3230884"/>
                <a:gd name="csY2088" fmla="*/ 1157539 h 1498637"/>
                <a:gd name="csX2089" fmla="*/ 938738 w 3230884"/>
                <a:gd name="csY2089" fmla="*/ 1159449 h 1498637"/>
                <a:gd name="csX2090" fmla="*/ 933961 w 3230884"/>
                <a:gd name="csY2090" fmla="*/ 1162794 h 1498637"/>
                <a:gd name="csX2091" fmla="*/ 933961 w 3230884"/>
                <a:gd name="csY2091" fmla="*/ 1162794 h 1498637"/>
                <a:gd name="csX2092" fmla="*/ 933961 w 3230884"/>
                <a:gd name="csY2092" fmla="*/ 1163271 h 1498637"/>
                <a:gd name="csX2093" fmla="*/ 933483 w 3230884"/>
                <a:gd name="csY2093" fmla="*/ 1164227 h 1498637"/>
                <a:gd name="csX2094" fmla="*/ 933483 w 3230884"/>
                <a:gd name="csY2094" fmla="*/ 1165660 h 1498637"/>
                <a:gd name="csX2095" fmla="*/ 933006 w 3230884"/>
                <a:gd name="csY2095" fmla="*/ 1167093 h 1498637"/>
                <a:gd name="csX2096" fmla="*/ 932050 w 3230884"/>
                <a:gd name="csY2096" fmla="*/ 1167571 h 1498637"/>
                <a:gd name="csX2097" fmla="*/ 930617 w 3230884"/>
                <a:gd name="csY2097" fmla="*/ 1166615 h 1498637"/>
                <a:gd name="csX2098" fmla="*/ 929184 w 3230884"/>
                <a:gd name="csY2098" fmla="*/ 1165182 h 1498637"/>
                <a:gd name="csX2099" fmla="*/ 929184 w 3230884"/>
                <a:gd name="csY2099" fmla="*/ 1165182 h 1498637"/>
                <a:gd name="csX2100" fmla="*/ 926318 w 3230884"/>
                <a:gd name="csY2100" fmla="*/ 1163749 h 1498637"/>
                <a:gd name="csX2101" fmla="*/ 922495 w 3230884"/>
                <a:gd name="csY2101" fmla="*/ 1163749 h 1498637"/>
                <a:gd name="csX2102" fmla="*/ 919629 w 3230884"/>
                <a:gd name="csY2102" fmla="*/ 1164227 h 1498637"/>
                <a:gd name="csX2103" fmla="*/ 918196 w 3230884"/>
                <a:gd name="csY2103" fmla="*/ 1165182 h 1498637"/>
                <a:gd name="csX2104" fmla="*/ 914374 w 3230884"/>
                <a:gd name="csY2104" fmla="*/ 1168049 h 1498637"/>
                <a:gd name="csX2105" fmla="*/ 913897 w 3230884"/>
                <a:gd name="csY2105" fmla="*/ 1168526 h 1498637"/>
                <a:gd name="csX2106" fmla="*/ 913419 w 3230884"/>
                <a:gd name="csY2106" fmla="*/ 1169004 h 1498637"/>
                <a:gd name="csX2107" fmla="*/ 912463 w 3230884"/>
                <a:gd name="csY2107" fmla="*/ 1168526 h 1498637"/>
                <a:gd name="csX2108" fmla="*/ 912463 w 3230884"/>
                <a:gd name="csY2108" fmla="*/ 1167093 h 1498637"/>
                <a:gd name="csX2109" fmla="*/ 911986 w 3230884"/>
                <a:gd name="csY2109" fmla="*/ 1166138 h 1498637"/>
                <a:gd name="csX2110" fmla="*/ 911030 w 3230884"/>
                <a:gd name="csY2110" fmla="*/ 1164227 h 1498637"/>
                <a:gd name="csX2111" fmla="*/ 911508 w 3230884"/>
                <a:gd name="csY2111" fmla="*/ 1160883 h 1498637"/>
                <a:gd name="csX2112" fmla="*/ 912941 w 3230884"/>
                <a:gd name="csY2112" fmla="*/ 1158016 h 1498637"/>
                <a:gd name="csX2113" fmla="*/ 916285 w 3230884"/>
                <a:gd name="csY2113" fmla="*/ 1156105 h 1498637"/>
                <a:gd name="csX2114" fmla="*/ 917718 w 3230884"/>
                <a:gd name="csY2114" fmla="*/ 1155150 h 1498637"/>
                <a:gd name="csX2115" fmla="*/ 918674 w 3230884"/>
                <a:gd name="csY2115" fmla="*/ 1154194 h 1498637"/>
                <a:gd name="csX2116" fmla="*/ 918674 w 3230884"/>
                <a:gd name="csY2116" fmla="*/ 1154194 h 1498637"/>
                <a:gd name="csX2117" fmla="*/ 919629 w 3230884"/>
                <a:gd name="csY2117" fmla="*/ 1152283 h 1498637"/>
                <a:gd name="csX2118" fmla="*/ 919629 w 3230884"/>
                <a:gd name="csY2118" fmla="*/ 1152283 h 1498637"/>
                <a:gd name="csX2119" fmla="*/ 919629 w 3230884"/>
                <a:gd name="csY2119" fmla="*/ 1150850 h 1498637"/>
                <a:gd name="csX2120" fmla="*/ 919152 w 3230884"/>
                <a:gd name="csY2120" fmla="*/ 1150850 h 1498637"/>
                <a:gd name="csX2121" fmla="*/ 918674 w 3230884"/>
                <a:gd name="csY2121" fmla="*/ 1149895 h 1498637"/>
                <a:gd name="csX2122" fmla="*/ 917718 w 3230884"/>
                <a:gd name="csY2122" fmla="*/ 1149895 h 1498637"/>
                <a:gd name="csX2123" fmla="*/ 916763 w 3230884"/>
                <a:gd name="csY2123" fmla="*/ 1150850 h 1498637"/>
                <a:gd name="csX2124" fmla="*/ 915329 w 3230884"/>
                <a:gd name="csY2124" fmla="*/ 1151806 h 1498637"/>
                <a:gd name="csX2125" fmla="*/ 912941 w 3230884"/>
                <a:gd name="csY2125" fmla="*/ 1153239 h 1498637"/>
                <a:gd name="csX2126" fmla="*/ 910552 w 3230884"/>
                <a:gd name="csY2126" fmla="*/ 1153239 h 1498637"/>
                <a:gd name="csX2127" fmla="*/ 910075 w 3230884"/>
                <a:gd name="csY2127" fmla="*/ 1153239 h 1498637"/>
                <a:gd name="csX2128" fmla="*/ 907686 w 3230884"/>
                <a:gd name="csY2128" fmla="*/ 1152761 h 1498637"/>
                <a:gd name="csX2129" fmla="*/ 907686 w 3230884"/>
                <a:gd name="csY2129" fmla="*/ 1152761 h 1498637"/>
                <a:gd name="csX2130" fmla="*/ 903386 w 3230884"/>
                <a:gd name="csY2130" fmla="*/ 1148462 h 1498637"/>
                <a:gd name="csX2131" fmla="*/ 900042 w 3230884"/>
                <a:gd name="csY2131" fmla="*/ 1147984 h 1498637"/>
                <a:gd name="csX2132" fmla="*/ 897654 w 3230884"/>
                <a:gd name="csY2132" fmla="*/ 1147984 h 1498637"/>
                <a:gd name="csX2133" fmla="*/ 897176 w 3230884"/>
                <a:gd name="csY2133" fmla="*/ 1147984 h 1498637"/>
                <a:gd name="csX2134" fmla="*/ 897176 w 3230884"/>
                <a:gd name="csY2134" fmla="*/ 1148462 h 1498637"/>
                <a:gd name="csX2135" fmla="*/ 896699 w 3230884"/>
                <a:gd name="csY2135" fmla="*/ 1148939 h 1498637"/>
                <a:gd name="csX2136" fmla="*/ 896699 w 3230884"/>
                <a:gd name="csY2136" fmla="*/ 1149417 h 1498637"/>
                <a:gd name="csX2137" fmla="*/ 896699 w 3230884"/>
                <a:gd name="csY2137" fmla="*/ 1150373 h 1498637"/>
                <a:gd name="csX2138" fmla="*/ 897176 w 3230884"/>
                <a:gd name="csY2138" fmla="*/ 1151328 h 1498637"/>
                <a:gd name="csX2139" fmla="*/ 897176 w 3230884"/>
                <a:gd name="csY2139" fmla="*/ 1151328 h 1498637"/>
                <a:gd name="csX2140" fmla="*/ 897176 w 3230884"/>
                <a:gd name="csY2140" fmla="*/ 1152283 h 1498637"/>
                <a:gd name="csX2141" fmla="*/ 895743 w 3230884"/>
                <a:gd name="csY2141" fmla="*/ 1152761 h 1498637"/>
                <a:gd name="csX2142" fmla="*/ 895743 w 3230884"/>
                <a:gd name="csY2142" fmla="*/ 1152761 h 1498637"/>
                <a:gd name="csX2143" fmla="*/ 894310 w 3230884"/>
                <a:gd name="csY2143" fmla="*/ 1153717 h 1498637"/>
                <a:gd name="csX2144" fmla="*/ 893354 w 3230884"/>
                <a:gd name="csY2144" fmla="*/ 1153239 h 1498637"/>
                <a:gd name="csX2145" fmla="*/ 892876 w 3230884"/>
                <a:gd name="csY2145" fmla="*/ 1150373 h 1498637"/>
                <a:gd name="csX2146" fmla="*/ 892876 w 3230884"/>
                <a:gd name="csY2146" fmla="*/ 1150373 h 1498637"/>
                <a:gd name="csX2147" fmla="*/ 893354 w 3230884"/>
                <a:gd name="csY2147" fmla="*/ 1147984 h 1498637"/>
                <a:gd name="csX2148" fmla="*/ 891921 w 3230884"/>
                <a:gd name="csY2148" fmla="*/ 1146551 h 1498637"/>
                <a:gd name="csX2149" fmla="*/ 891921 w 3230884"/>
                <a:gd name="csY2149" fmla="*/ 1146551 h 1498637"/>
                <a:gd name="csX2150" fmla="*/ 890965 w 3230884"/>
                <a:gd name="csY2150" fmla="*/ 1143684 h 1498637"/>
                <a:gd name="csX2151" fmla="*/ 889054 w 3230884"/>
                <a:gd name="csY2151" fmla="*/ 1141774 h 1498637"/>
                <a:gd name="csX2152" fmla="*/ 889054 w 3230884"/>
                <a:gd name="csY2152" fmla="*/ 1141774 h 1498637"/>
                <a:gd name="csX2153" fmla="*/ 887622 w 3230884"/>
                <a:gd name="csY2153" fmla="*/ 1142251 h 1498637"/>
                <a:gd name="csX2154" fmla="*/ 886666 w 3230884"/>
                <a:gd name="csY2154" fmla="*/ 1144640 h 1498637"/>
                <a:gd name="csX2155" fmla="*/ 886188 w 3230884"/>
                <a:gd name="csY2155" fmla="*/ 1145118 h 1498637"/>
                <a:gd name="csX2156" fmla="*/ 885711 w 3230884"/>
                <a:gd name="csY2156" fmla="*/ 1145595 h 1498637"/>
                <a:gd name="csX2157" fmla="*/ 883322 w 3230884"/>
                <a:gd name="csY2157" fmla="*/ 1145118 h 1498637"/>
                <a:gd name="csX2158" fmla="*/ 879022 w 3230884"/>
                <a:gd name="csY2158" fmla="*/ 1146551 h 1498637"/>
                <a:gd name="csX2159" fmla="*/ 872334 w 3230884"/>
                <a:gd name="csY2159" fmla="*/ 1147028 h 1498637"/>
                <a:gd name="csX2160" fmla="*/ 867557 w 3230884"/>
                <a:gd name="csY2160" fmla="*/ 1145595 h 1498637"/>
                <a:gd name="csX2161" fmla="*/ 866601 w 3230884"/>
                <a:gd name="csY2161" fmla="*/ 1144162 h 1498637"/>
                <a:gd name="csX2162" fmla="*/ 868512 w 3230884"/>
                <a:gd name="csY2162" fmla="*/ 1140818 h 1498637"/>
                <a:gd name="csX2163" fmla="*/ 868512 w 3230884"/>
                <a:gd name="csY2163" fmla="*/ 1140818 h 1498637"/>
                <a:gd name="csX2164" fmla="*/ 868990 w 3230884"/>
                <a:gd name="csY2164" fmla="*/ 1137952 h 1498637"/>
                <a:gd name="csX2165" fmla="*/ 868512 w 3230884"/>
                <a:gd name="csY2165" fmla="*/ 1135085 h 1498637"/>
                <a:gd name="csX2166" fmla="*/ 868990 w 3230884"/>
                <a:gd name="csY2166" fmla="*/ 1134608 h 1498637"/>
                <a:gd name="csX2167" fmla="*/ 869468 w 3230884"/>
                <a:gd name="csY2167" fmla="*/ 1133174 h 1498637"/>
                <a:gd name="csX2168" fmla="*/ 868035 w 3230884"/>
                <a:gd name="csY2168" fmla="*/ 1129830 h 1498637"/>
                <a:gd name="csX2169" fmla="*/ 865646 w 3230884"/>
                <a:gd name="csY2169" fmla="*/ 1122187 h 1498637"/>
                <a:gd name="csX2170" fmla="*/ 863735 w 3230884"/>
                <a:gd name="csY2170" fmla="*/ 1116454 h 1498637"/>
                <a:gd name="csX2171" fmla="*/ 861346 w 3230884"/>
                <a:gd name="csY2171" fmla="*/ 1112632 h 1498637"/>
                <a:gd name="csX2172" fmla="*/ 860391 w 3230884"/>
                <a:gd name="csY2172" fmla="*/ 1111199 h 1498637"/>
                <a:gd name="csX2173" fmla="*/ 855613 w 3230884"/>
                <a:gd name="csY2173" fmla="*/ 1111676 h 1498637"/>
                <a:gd name="csX2174" fmla="*/ 854180 w 3230884"/>
                <a:gd name="csY2174" fmla="*/ 1112632 h 1498637"/>
                <a:gd name="csX2175" fmla="*/ 853225 w 3230884"/>
                <a:gd name="csY2175" fmla="*/ 1114065 h 1498637"/>
                <a:gd name="csX2176" fmla="*/ 851792 w 3230884"/>
                <a:gd name="csY2176" fmla="*/ 1115021 h 1498637"/>
                <a:gd name="csX2177" fmla="*/ 849403 w 3230884"/>
                <a:gd name="csY2177" fmla="*/ 1115498 h 1498637"/>
                <a:gd name="csX2178" fmla="*/ 847492 w 3230884"/>
                <a:gd name="csY2178" fmla="*/ 1115021 h 1498637"/>
                <a:gd name="csX2179" fmla="*/ 845581 w 3230884"/>
                <a:gd name="csY2179" fmla="*/ 1114543 h 1498637"/>
                <a:gd name="csX2180" fmla="*/ 843192 w 3230884"/>
                <a:gd name="csY2180" fmla="*/ 1113110 h 1498637"/>
                <a:gd name="csX2181" fmla="*/ 840804 w 3230884"/>
                <a:gd name="csY2181" fmla="*/ 1110721 h 1498637"/>
                <a:gd name="csX2182" fmla="*/ 835549 w 3230884"/>
                <a:gd name="csY2182" fmla="*/ 1109288 h 1498637"/>
                <a:gd name="csX2183" fmla="*/ 830772 w 3230884"/>
                <a:gd name="csY2183" fmla="*/ 1108810 h 1498637"/>
                <a:gd name="csX2184" fmla="*/ 825517 w 3230884"/>
                <a:gd name="csY2184" fmla="*/ 1108332 h 1498637"/>
                <a:gd name="csX2185" fmla="*/ 822650 w 3230884"/>
                <a:gd name="csY2185" fmla="*/ 1109288 h 1498637"/>
                <a:gd name="csX2186" fmla="*/ 820262 w 3230884"/>
                <a:gd name="csY2186" fmla="*/ 1110721 h 1498637"/>
                <a:gd name="csX2187" fmla="*/ 816440 w 3230884"/>
                <a:gd name="csY2187" fmla="*/ 1114065 h 1498637"/>
                <a:gd name="csX2188" fmla="*/ 816440 w 3230884"/>
                <a:gd name="csY2188" fmla="*/ 1114065 h 1498637"/>
                <a:gd name="csX2189" fmla="*/ 815006 w 3230884"/>
                <a:gd name="csY2189" fmla="*/ 1114543 h 1498637"/>
                <a:gd name="csX2190" fmla="*/ 812140 w 3230884"/>
                <a:gd name="csY2190" fmla="*/ 1115021 h 1498637"/>
                <a:gd name="csX2191" fmla="*/ 810229 w 3230884"/>
                <a:gd name="csY2191" fmla="*/ 1115498 h 1498637"/>
                <a:gd name="csX2192" fmla="*/ 810229 w 3230884"/>
                <a:gd name="csY2192" fmla="*/ 1115498 h 1498637"/>
                <a:gd name="csX2193" fmla="*/ 810707 w 3230884"/>
                <a:gd name="csY2193" fmla="*/ 1116932 h 1498637"/>
                <a:gd name="csX2194" fmla="*/ 810707 w 3230884"/>
                <a:gd name="csY2194" fmla="*/ 1118842 h 1498637"/>
                <a:gd name="csX2195" fmla="*/ 810707 w 3230884"/>
                <a:gd name="csY2195" fmla="*/ 1120276 h 1498637"/>
                <a:gd name="csX2196" fmla="*/ 810229 w 3230884"/>
                <a:gd name="csY2196" fmla="*/ 1120753 h 1498637"/>
                <a:gd name="csX2197" fmla="*/ 809274 w 3230884"/>
                <a:gd name="csY2197" fmla="*/ 1121231 h 1498637"/>
                <a:gd name="csX2198" fmla="*/ 809274 w 3230884"/>
                <a:gd name="csY2198" fmla="*/ 1121709 h 1498637"/>
                <a:gd name="csX2199" fmla="*/ 807363 w 3230884"/>
                <a:gd name="csY2199" fmla="*/ 1122187 h 1498637"/>
                <a:gd name="csX2200" fmla="*/ 807363 w 3230884"/>
                <a:gd name="csY2200" fmla="*/ 1122187 h 1498637"/>
                <a:gd name="csX2201" fmla="*/ 804974 w 3230884"/>
                <a:gd name="csY2201" fmla="*/ 1122187 h 1498637"/>
                <a:gd name="csX2202" fmla="*/ 803063 w 3230884"/>
                <a:gd name="csY2202" fmla="*/ 1122664 h 1498637"/>
                <a:gd name="csX2203" fmla="*/ 802585 w 3230884"/>
                <a:gd name="csY2203" fmla="*/ 1122664 h 1498637"/>
                <a:gd name="csX2204" fmla="*/ 800197 w 3230884"/>
                <a:gd name="csY2204" fmla="*/ 1124575 h 1498637"/>
                <a:gd name="csX2205" fmla="*/ 795897 w 3230884"/>
                <a:gd name="csY2205" fmla="*/ 1125531 h 1498637"/>
                <a:gd name="csX2206" fmla="*/ 794942 w 3230884"/>
                <a:gd name="csY2206" fmla="*/ 1125531 h 1498637"/>
                <a:gd name="csX2207" fmla="*/ 791598 w 3230884"/>
                <a:gd name="csY2207" fmla="*/ 1126008 h 1498637"/>
                <a:gd name="csX2208" fmla="*/ 791120 w 3230884"/>
                <a:gd name="csY2208" fmla="*/ 1126008 h 1498637"/>
                <a:gd name="csX2209" fmla="*/ 788254 w 3230884"/>
                <a:gd name="csY2209" fmla="*/ 1127442 h 1498637"/>
                <a:gd name="csX2210" fmla="*/ 786821 w 3230884"/>
                <a:gd name="csY2210" fmla="*/ 1127919 h 1498637"/>
                <a:gd name="csX2211" fmla="*/ 781565 w 3230884"/>
                <a:gd name="csY2211" fmla="*/ 1128875 h 1498637"/>
                <a:gd name="csX2212" fmla="*/ 777266 w 3230884"/>
                <a:gd name="csY2212" fmla="*/ 1129830 h 1498637"/>
                <a:gd name="csX2213" fmla="*/ 771055 w 3230884"/>
                <a:gd name="csY2213" fmla="*/ 1131263 h 1498637"/>
                <a:gd name="csX2214" fmla="*/ 765323 w 3230884"/>
                <a:gd name="csY2214" fmla="*/ 1131263 h 1498637"/>
                <a:gd name="csX2215" fmla="*/ 764845 w 3230884"/>
                <a:gd name="csY2215" fmla="*/ 1130308 h 1498637"/>
                <a:gd name="csX2216" fmla="*/ 764845 w 3230884"/>
                <a:gd name="csY2216" fmla="*/ 1130308 h 1498637"/>
                <a:gd name="csX2217" fmla="*/ 760546 w 3230884"/>
                <a:gd name="csY2217" fmla="*/ 1132697 h 1498637"/>
                <a:gd name="csX2218" fmla="*/ 756246 w 3230884"/>
                <a:gd name="csY2218" fmla="*/ 1132697 h 1498637"/>
                <a:gd name="csX2219" fmla="*/ 756246 w 3230884"/>
                <a:gd name="csY2219" fmla="*/ 1132697 h 1498637"/>
                <a:gd name="csX2220" fmla="*/ 755290 w 3230884"/>
                <a:gd name="csY2220" fmla="*/ 1133652 h 1498637"/>
                <a:gd name="csX2221" fmla="*/ 754335 w 3230884"/>
                <a:gd name="csY2221" fmla="*/ 1134608 h 1498637"/>
                <a:gd name="csX2222" fmla="*/ 752901 w 3230884"/>
                <a:gd name="csY2222" fmla="*/ 1134608 h 1498637"/>
                <a:gd name="csX2223" fmla="*/ 751469 w 3230884"/>
                <a:gd name="csY2223" fmla="*/ 1136041 h 1498637"/>
                <a:gd name="csX2224" fmla="*/ 750513 w 3230884"/>
                <a:gd name="csY2224" fmla="*/ 1138429 h 1498637"/>
                <a:gd name="csX2225" fmla="*/ 750513 w 3230884"/>
                <a:gd name="csY2225" fmla="*/ 1138429 h 1498637"/>
                <a:gd name="csX2226" fmla="*/ 749558 w 3230884"/>
                <a:gd name="csY2226" fmla="*/ 1140818 h 1498637"/>
                <a:gd name="csX2227" fmla="*/ 748602 w 3230884"/>
                <a:gd name="csY2227" fmla="*/ 1141296 h 1498637"/>
                <a:gd name="csX2228" fmla="*/ 746691 w 3230884"/>
                <a:gd name="csY2228" fmla="*/ 1140340 h 1498637"/>
                <a:gd name="csX2229" fmla="*/ 745258 w 3230884"/>
                <a:gd name="csY2229" fmla="*/ 1139862 h 1498637"/>
                <a:gd name="csX2230" fmla="*/ 745258 w 3230884"/>
                <a:gd name="csY2230" fmla="*/ 1139862 h 1498637"/>
                <a:gd name="csX2231" fmla="*/ 742869 w 3230884"/>
                <a:gd name="csY2231" fmla="*/ 1140340 h 1498637"/>
                <a:gd name="csX2232" fmla="*/ 739525 w 3230884"/>
                <a:gd name="csY2232" fmla="*/ 1141296 h 1498637"/>
                <a:gd name="csX2233" fmla="*/ 737137 w 3230884"/>
                <a:gd name="csY2233" fmla="*/ 1140818 h 1498637"/>
                <a:gd name="csX2234" fmla="*/ 736181 w 3230884"/>
                <a:gd name="csY2234" fmla="*/ 1139862 h 1498637"/>
                <a:gd name="csX2235" fmla="*/ 730926 w 3230884"/>
                <a:gd name="csY2235" fmla="*/ 1141296 h 1498637"/>
                <a:gd name="csX2236" fmla="*/ 728060 w 3230884"/>
                <a:gd name="csY2236" fmla="*/ 1142729 h 1498637"/>
                <a:gd name="csX2237" fmla="*/ 728060 w 3230884"/>
                <a:gd name="csY2237" fmla="*/ 1142729 h 1498637"/>
                <a:gd name="csX2238" fmla="*/ 727582 w 3230884"/>
                <a:gd name="csY2238" fmla="*/ 1143207 h 1498637"/>
                <a:gd name="csX2239" fmla="*/ 726626 w 3230884"/>
                <a:gd name="csY2239" fmla="*/ 1143684 h 1498637"/>
                <a:gd name="csX2240" fmla="*/ 723760 w 3230884"/>
                <a:gd name="csY2240" fmla="*/ 1144640 h 1498637"/>
                <a:gd name="csX2241" fmla="*/ 721371 w 3230884"/>
                <a:gd name="csY2241" fmla="*/ 1144162 h 1498637"/>
                <a:gd name="csX2242" fmla="*/ 720894 w 3230884"/>
                <a:gd name="csY2242" fmla="*/ 1144640 h 1498637"/>
                <a:gd name="csX2243" fmla="*/ 718983 w 3230884"/>
                <a:gd name="csY2243" fmla="*/ 1145118 h 1498637"/>
                <a:gd name="csX2244" fmla="*/ 718505 w 3230884"/>
                <a:gd name="csY2244" fmla="*/ 1145118 h 1498637"/>
                <a:gd name="csX2245" fmla="*/ 717550 w 3230884"/>
                <a:gd name="csY2245" fmla="*/ 1145595 h 1498637"/>
                <a:gd name="csX2246" fmla="*/ 715161 w 3230884"/>
                <a:gd name="csY2246" fmla="*/ 1146073 h 1498637"/>
                <a:gd name="csX2247" fmla="*/ 712773 w 3230884"/>
                <a:gd name="csY2247" fmla="*/ 1146551 h 1498637"/>
                <a:gd name="csX2248" fmla="*/ 710862 w 3230884"/>
                <a:gd name="csY2248" fmla="*/ 1146551 h 1498637"/>
                <a:gd name="csX2249" fmla="*/ 710862 w 3230884"/>
                <a:gd name="csY2249" fmla="*/ 1146551 h 1498637"/>
                <a:gd name="csX2250" fmla="*/ 709428 w 3230884"/>
                <a:gd name="csY2250" fmla="*/ 1147506 h 1498637"/>
                <a:gd name="csX2251" fmla="*/ 708473 w 3230884"/>
                <a:gd name="csY2251" fmla="*/ 1148939 h 1498637"/>
                <a:gd name="csX2252" fmla="*/ 700829 w 3230884"/>
                <a:gd name="csY2252" fmla="*/ 1149895 h 1498637"/>
                <a:gd name="csX2253" fmla="*/ 699396 w 3230884"/>
                <a:gd name="csY2253" fmla="*/ 1149895 h 1498637"/>
                <a:gd name="csX2254" fmla="*/ 698918 w 3230884"/>
                <a:gd name="csY2254" fmla="*/ 1150850 h 1498637"/>
                <a:gd name="csX2255" fmla="*/ 697007 w 3230884"/>
                <a:gd name="csY2255" fmla="*/ 1151806 h 1498637"/>
                <a:gd name="csX2256" fmla="*/ 687930 w 3230884"/>
                <a:gd name="csY2256" fmla="*/ 1151806 h 1498637"/>
                <a:gd name="csX2257" fmla="*/ 686975 w 3230884"/>
                <a:gd name="csY2257" fmla="*/ 1152761 h 1498637"/>
                <a:gd name="csX2258" fmla="*/ 686975 w 3230884"/>
                <a:gd name="csY2258" fmla="*/ 1152761 h 1498637"/>
                <a:gd name="csX2259" fmla="*/ 686975 w 3230884"/>
                <a:gd name="csY2259" fmla="*/ 1153239 h 1498637"/>
                <a:gd name="csX2260" fmla="*/ 686975 w 3230884"/>
                <a:gd name="csY2260" fmla="*/ 1153239 h 1498637"/>
                <a:gd name="csX2261" fmla="*/ 685542 w 3230884"/>
                <a:gd name="csY2261" fmla="*/ 1153717 h 1498637"/>
                <a:gd name="csX2262" fmla="*/ 679332 w 3230884"/>
                <a:gd name="csY2262" fmla="*/ 1152283 h 1498637"/>
                <a:gd name="csX2263" fmla="*/ 674076 w 3230884"/>
                <a:gd name="csY2263" fmla="*/ 1150373 h 1498637"/>
                <a:gd name="csX2264" fmla="*/ 671687 w 3230884"/>
                <a:gd name="csY2264" fmla="*/ 1151328 h 1498637"/>
                <a:gd name="csX2265" fmla="*/ 670255 w 3230884"/>
                <a:gd name="csY2265" fmla="*/ 1153239 h 1498637"/>
                <a:gd name="csX2266" fmla="*/ 670255 w 3230884"/>
                <a:gd name="csY2266" fmla="*/ 1153239 h 1498637"/>
                <a:gd name="csX2267" fmla="*/ 669777 w 3230884"/>
                <a:gd name="csY2267" fmla="*/ 1155150 h 1498637"/>
                <a:gd name="csX2268" fmla="*/ 669777 w 3230884"/>
                <a:gd name="csY2268" fmla="*/ 1155628 h 1498637"/>
                <a:gd name="csX2269" fmla="*/ 669777 w 3230884"/>
                <a:gd name="csY2269" fmla="*/ 1157539 h 1498637"/>
                <a:gd name="csX2270" fmla="*/ 669777 w 3230884"/>
                <a:gd name="csY2270" fmla="*/ 1159449 h 1498637"/>
                <a:gd name="csX2271" fmla="*/ 668821 w 3230884"/>
                <a:gd name="csY2271" fmla="*/ 1160883 h 1498637"/>
                <a:gd name="csX2272" fmla="*/ 666910 w 3230884"/>
                <a:gd name="csY2272" fmla="*/ 1162316 h 1498637"/>
                <a:gd name="csX2273" fmla="*/ 666910 w 3230884"/>
                <a:gd name="csY2273" fmla="*/ 1162316 h 1498637"/>
                <a:gd name="csX2274" fmla="*/ 666910 w 3230884"/>
                <a:gd name="csY2274" fmla="*/ 1163749 h 1498637"/>
                <a:gd name="csX2275" fmla="*/ 669299 w 3230884"/>
                <a:gd name="csY2275" fmla="*/ 1164704 h 1498637"/>
                <a:gd name="csX2276" fmla="*/ 672166 w 3230884"/>
                <a:gd name="csY2276" fmla="*/ 1165660 h 1498637"/>
                <a:gd name="csX2277" fmla="*/ 674076 w 3230884"/>
                <a:gd name="csY2277" fmla="*/ 1165182 h 1498637"/>
                <a:gd name="csX2278" fmla="*/ 674076 w 3230884"/>
                <a:gd name="csY2278" fmla="*/ 1165182 h 1498637"/>
                <a:gd name="csX2279" fmla="*/ 675510 w 3230884"/>
                <a:gd name="csY2279" fmla="*/ 1164704 h 1498637"/>
                <a:gd name="csX2280" fmla="*/ 675510 w 3230884"/>
                <a:gd name="csY2280" fmla="*/ 1164704 h 1498637"/>
                <a:gd name="csX2281" fmla="*/ 676465 w 3230884"/>
                <a:gd name="csY2281" fmla="*/ 1164704 h 1498637"/>
                <a:gd name="csX2282" fmla="*/ 677421 w 3230884"/>
                <a:gd name="csY2282" fmla="*/ 1165660 h 1498637"/>
                <a:gd name="csX2283" fmla="*/ 677898 w 3230884"/>
                <a:gd name="csY2283" fmla="*/ 1166615 h 1498637"/>
                <a:gd name="csX2284" fmla="*/ 677898 w 3230884"/>
                <a:gd name="csY2284" fmla="*/ 1167093 h 1498637"/>
                <a:gd name="csX2285" fmla="*/ 677898 w 3230884"/>
                <a:gd name="csY2285" fmla="*/ 1167093 h 1498637"/>
                <a:gd name="csX2286" fmla="*/ 677421 w 3230884"/>
                <a:gd name="csY2286" fmla="*/ 1167571 h 1498637"/>
                <a:gd name="csX2287" fmla="*/ 675987 w 3230884"/>
                <a:gd name="csY2287" fmla="*/ 1168526 h 1498637"/>
                <a:gd name="csX2288" fmla="*/ 675032 w 3230884"/>
                <a:gd name="csY2288" fmla="*/ 1168526 h 1498637"/>
                <a:gd name="csX2289" fmla="*/ 673599 w 3230884"/>
                <a:gd name="csY2289" fmla="*/ 1168526 h 1498637"/>
                <a:gd name="csX2290" fmla="*/ 671687 w 3230884"/>
                <a:gd name="csY2290" fmla="*/ 1169004 h 1498637"/>
                <a:gd name="csX2291" fmla="*/ 671687 w 3230884"/>
                <a:gd name="csY2291" fmla="*/ 1169004 h 1498637"/>
                <a:gd name="csX2292" fmla="*/ 671210 w 3230884"/>
                <a:gd name="csY2292" fmla="*/ 1169960 h 1498637"/>
                <a:gd name="csX2293" fmla="*/ 670732 w 3230884"/>
                <a:gd name="csY2293" fmla="*/ 1172348 h 1498637"/>
                <a:gd name="csX2294" fmla="*/ 671210 w 3230884"/>
                <a:gd name="csY2294" fmla="*/ 1173781 h 1498637"/>
                <a:gd name="csX2295" fmla="*/ 673599 w 3230884"/>
                <a:gd name="csY2295" fmla="*/ 1174259 h 1498637"/>
                <a:gd name="csX2296" fmla="*/ 675987 w 3230884"/>
                <a:gd name="csY2296" fmla="*/ 1175215 h 1498637"/>
                <a:gd name="csX2297" fmla="*/ 675987 w 3230884"/>
                <a:gd name="csY2297" fmla="*/ 1175215 h 1498637"/>
                <a:gd name="csX2298" fmla="*/ 678853 w 3230884"/>
                <a:gd name="csY2298" fmla="*/ 1175692 h 1498637"/>
                <a:gd name="csX2299" fmla="*/ 680287 w 3230884"/>
                <a:gd name="csY2299" fmla="*/ 1175692 h 1498637"/>
                <a:gd name="csX2300" fmla="*/ 682675 w 3230884"/>
                <a:gd name="csY2300" fmla="*/ 1177125 h 1498637"/>
                <a:gd name="csX2301" fmla="*/ 687453 w 3230884"/>
                <a:gd name="csY2301" fmla="*/ 1179036 h 1498637"/>
                <a:gd name="csX2302" fmla="*/ 688886 w 3230884"/>
                <a:gd name="csY2302" fmla="*/ 1180947 h 1498637"/>
                <a:gd name="csX2303" fmla="*/ 688886 w 3230884"/>
                <a:gd name="csY2303" fmla="*/ 1182381 h 1498637"/>
                <a:gd name="csX2304" fmla="*/ 687930 w 3230884"/>
                <a:gd name="csY2304" fmla="*/ 1183336 h 1498637"/>
                <a:gd name="csX2305" fmla="*/ 686498 w 3230884"/>
                <a:gd name="csY2305" fmla="*/ 1184291 h 1498637"/>
                <a:gd name="csX2306" fmla="*/ 685064 w 3230884"/>
                <a:gd name="csY2306" fmla="*/ 1183814 h 1498637"/>
                <a:gd name="csX2307" fmla="*/ 681720 w 3230884"/>
                <a:gd name="csY2307" fmla="*/ 1183336 h 1498637"/>
                <a:gd name="csX2308" fmla="*/ 677898 w 3230884"/>
                <a:gd name="csY2308" fmla="*/ 1183336 h 1498637"/>
                <a:gd name="csX2309" fmla="*/ 675510 w 3230884"/>
                <a:gd name="csY2309" fmla="*/ 1182858 h 1498637"/>
                <a:gd name="csX2310" fmla="*/ 675032 w 3230884"/>
                <a:gd name="csY2310" fmla="*/ 1182858 h 1498637"/>
                <a:gd name="csX2311" fmla="*/ 671210 w 3230884"/>
                <a:gd name="csY2311" fmla="*/ 1182858 h 1498637"/>
                <a:gd name="csX2312" fmla="*/ 668344 w 3230884"/>
                <a:gd name="csY2312" fmla="*/ 1183336 h 1498637"/>
                <a:gd name="csX2313" fmla="*/ 667388 w 3230884"/>
                <a:gd name="csY2313" fmla="*/ 1184769 h 1498637"/>
                <a:gd name="csX2314" fmla="*/ 666433 w 3230884"/>
                <a:gd name="csY2314" fmla="*/ 1186680 h 1498637"/>
                <a:gd name="csX2315" fmla="*/ 665000 w 3230884"/>
                <a:gd name="csY2315" fmla="*/ 1188113 h 1498637"/>
                <a:gd name="csX2316" fmla="*/ 663566 w 3230884"/>
                <a:gd name="csY2316" fmla="*/ 1190024 h 1498637"/>
                <a:gd name="csX2317" fmla="*/ 663566 w 3230884"/>
                <a:gd name="csY2317" fmla="*/ 1190024 h 1498637"/>
                <a:gd name="csX2318" fmla="*/ 663089 w 3230884"/>
                <a:gd name="csY2318" fmla="*/ 1191935 h 1498637"/>
                <a:gd name="csX2319" fmla="*/ 662611 w 3230884"/>
                <a:gd name="csY2319" fmla="*/ 1192413 h 1498637"/>
                <a:gd name="csX2320" fmla="*/ 663566 w 3230884"/>
                <a:gd name="csY2320" fmla="*/ 1195279 h 1498637"/>
                <a:gd name="csX2321" fmla="*/ 666910 w 3230884"/>
                <a:gd name="csY2321" fmla="*/ 1200534 h 1498637"/>
                <a:gd name="csX2322" fmla="*/ 666910 w 3230884"/>
                <a:gd name="csY2322" fmla="*/ 1200534 h 1498637"/>
                <a:gd name="csX2323" fmla="*/ 667388 w 3230884"/>
                <a:gd name="csY2323" fmla="*/ 1202445 h 1498637"/>
                <a:gd name="csX2324" fmla="*/ 665955 w 3230884"/>
                <a:gd name="csY2324" fmla="*/ 1203878 h 1498637"/>
                <a:gd name="csX2325" fmla="*/ 665955 w 3230884"/>
                <a:gd name="csY2325" fmla="*/ 1203878 h 1498637"/>
                <a:gd name="csX2326" fmla="*/ 664044 w 3230884"/>
                <a:gd name="csY2326" fmla="*/ 1205311 h 1498637"/>
                <a:gd name="csX2327" fmla="*/ 660700 w 3230884"/>
                <a:gd name="csY2327" fmla="*/ 1207700 h 1498637"/>
                <a:gd name="csX2328" fmla="*/ 657356 w 3230884"/>
                <a:gd name="csY2328" fmla="*/ 1208178 h 1498637"/>
                <a:gd name="csX2329" fmla="*/ 655923 w 3230884"/>
                <a:gd name="csY2329" fmla="*/ 1208656 h 1498637"/>
                <a:gd name="csX2330" fmla="*/ 652101 w 3230884"/>
                <a:gd name="csY2330" fmla="*/ 1211522 h 1498637"/>
                <a:gd name="csX2331" fmla="*/ 648757 w 3230884"/>
                <a:gd name="csY2331" fmla="*/ 1212955 h 1498637"/>
                <a:gd name="csX2332" fmla="*/ 648757 w 3230884"/>
                <a:gd name="csY2332" fmla="*/ 1212955 h 1498637"/>
                <a:gd name="csX2333" fmla="*/ 648757 w 3230884"/>
                <a:gd name="csY2333" fmla="*/ 1213433 h 1498637"/>
                <a:gd name="csX2334" fmla="*/ 648279 w 3230884"/>
                <a:gd name="csY2334" fmla="*/ 1214388 h 1498637"/>
                <a:gd name="csX2335" fmla="*/ 648757 w 3230884"/>
                <a:gd name="csY2335" fmla="*/ 1215822 h 1498637"/>
                <a:gd name="csX2336" fmla="*/ 653057 w 3230884"/>
                <a:gd name="csY2336" fmla="*/ 1217255 h 1498637"/>
                <a:gd name="csX2337" fmla="*/ 654967 w 3230884"/>
                <a:gd name="csY2337" fmla="*/ 1219166 h 1498637"/>
                <a:gd name="csX2338" fmla="*/ 655923 w 3230884"/>
                <a:gd name="csY2338" fmla="*/ 1221076 h 1498637"/>
                <a:gd name="csX2339" fmla="*/ 656878 w 3230884"/>
                <a:gd name="csY2339" fmla="*/ 1222510 h 1498637"/>
                <a:gd name="csX2340" fmla="*/ 656878 w 3230884"/>
                <a:gd name="csY2340" fmla="*/ 1222510 h 1498637"/>
                <a:gd name="csX2341" fmla="*/ 659744 w 3230884"/>
                <a:gd name="csY2341" fmla="*/ 1223465 h 1498637"/>
                <a:gd name="csX2342" fmla="*/ 666910 w 3230884"/>
                <a:gd name="csY2342" fmla="*/ 1225854 h 1498637"/>
                <a:gd name="csX2343" fmla="*/ 667388 w 3230884"/>
                <a:gd name="csY2343" fmla="*/ 1226332 h 1498637"/>
                <a:gd name="csX2344" fmla="*/ 667866 w 3230884"/>
                <a:gd name="csY2344" fmla="*/ 1227287 h 1498637"/>
                <a:gd name="csX2345" fmla="*/ 674554 w 3230884"/>
                <a:gd name="csY2345" fmla="*/ 1228720 h 1498637"/>
                <a:gd name="csX2346" fmla="*/ 675510 w 3230884"/>
                <a:gd name="csY2346" fmla="*/ 1229676 h 1498637"/>
                <a:gd name="csX2347" fmla="*/ 678376 w 3230884"/>
                <a:gd name="csY2347" fmla="*/ 1232064 h 1498637"/>
                <a:gd name="csX2348" fmla="*/ 678853 w 3230884"/>
                <a:gd name="csY2348" fmla="*/ 1234931 h 1498637"/>
                <a:gd name="csX2349" fmla="*/ 677421 w 3230884"/>
                <a:gd name="csY2349" fmla="*/ 1237319 h 1498637"/>
                <a:gd name="csX2350" fmla="*/ 677421 w 3230884"/>
                <a:gd name="csY2350" fmla="*/ 1237797 h 1498637"/>
                <a:gd name="csX2351" fmla="*/ 676465 w 3230884"/>
                <a:gd name="csY2351" fmla="*/ 1241619 h 1498637"/>
                <a:gd name="csX2352" fmla="*/ 675032 w 3230884"/>
                <a:gd name="csY2352" fmla="*/ 1245441 h 1498637"/>
                <a:gd name="csX2353" fmla="*/ 671687 w 3230884"/>
                <a:gd name="csY2353" fmla="*/ 1247829 h 1498637"/>
                <a:gd name="csX2354" fmla="*/ 665955 w 3230884"/>
                <a:gd name="csY2354" fmla="*/ 1250218 h 1498637"/>
                <a:gd name="csX2355" fmla="*/ 660222 w 3230884"/>
                <a:gd name="csY2355" fmla="*/ 1251174 h 1498637"/>
                <a:gd name="csX2356" fmla="*/ 657834 w 3230884"/>
                <a:gd name="csY2356" fmla="*/ 1251174 h 1498637"/>
                <a:gd name="csX2357" fmla="*/ 657356 w 3230884"/>
                <a:gd name="csY2357" fmla="*/ 1251174 h 1498637"/>
                <a:gd name="csX2358" fmla="*/ 655923 w 3230884"/>
                <a:gd name="csY2358" fmla="*/ 1250696 h 1498637"/>
                <a:gd name="csX2359" fmla="*/ 653057 w 3230884"/>
                <a:gd name="csY2359" fmla="*/ 1250218 h 1498637"/>
                <a:gd name="csX2360" fmla="*/ 651145 w 3230884"/>
                <a:gd name="csY2360" fmla="*/ 1248307 h 1498637"/>
                <a:gd name="csX2361" fmla="*/ 649712 w 3230884"/>
                <a:gd name="csY2361" fmla="*/ 1246396 h 1498637"/>
                <a:gd name="csX2362" fmla="*/ 649712 w 3230884"/>
                <a:gd name="csY2362" fmla="*/ 1246396 h 1498637"/>
                <a:gd name="csX2363" fmla="*/ 648757 w 3230884"/>
                <a:gd name="csY2363" fmla="*/ 1245918 h 1498637"/>
                <a:gd name="csX2364" fmla="*/ 647801 w 3230884"/>
                <a:gd name="csY2364" fmla="*/ 1245918 h 1498637"/>
                <a:gd name="csX2365" fmla="*/ 646368 w 3230884"/>
                <a:gd name="csY2365" fmla="*/ 1247352 h 1498637"/>
                <a:gd name="csX2366" fmla="*/ 645412 w 3230884"/>
                <a:gd name="csY2366" fmla="*/ 1250218 h 1498637"/>
                <a:gd name="csX2367" fmla="*/ 643980 w 3230884"/>
                <a:gd name="csY2367" fmla="*/ 1253562 h 1498637"/>
                <a:gd name="csX2368" fmla="*/ 642546 w 3230884"/>
                <a:gd name="csY2368" fmla="*/ 1254518 h 1498637"/>
                <a:gd name="csX2369" fmla="*/ 638246 w 3230884"/>
                <a:gd name="csY2369" fmla="*/ 1255951 h 1498637"/>
                <a:gd name="csX2370" fmla="*/ 637769 w 3230884"/>
                <a:gd name="csY2370" fmla="*/ 1255473 h 1498637"/>
                <a:gd name="csX2371" fmla="*/ 638246 w 3230884"/>
                <a:gd name="csY2371" fmla="*/ 1253562 h 1498637"/>
                <a:gd name="csX2372" fmla="*/ 638246 w 3230884"/>
                <a:gd name="csY2372" fmla="*/ 1253562 h 1498637"/>
                <a:gd name="csX2373" fmla="*/ 637291 w 3230884"/>
                <a:gd name="csY2373" fmla="*/ 1253084 h 1498637"/>
                <a:gd name="csX2374" fmla="*/ 636814 w 3230884"/>
                <a:gd name="csY2374" fmla="*/ 1252129 h 1498637"/>
                <a:gd name="csX2375" fmla="*/ 631080 w 3230884"/>
                <a:gd name="csY2375" fmla="*/ 1251651 h 1498637"/>
                <a:gd name="csX2376" fmla="*/ 629170 w 3230884"/>
                <a:gd name="csY2376" fmla="*/ 1251174 h 1498637"/>
                <a:gd name="csX2377" fmla="*/ 627259 w 3230884"/>
                <a:gd name="csY2377" fmla="*/ 1250696 h 1498637"/>
                <a:gd name="csX2378" fmla="*/ 625348 w 3230884"/>
                <a:gd name="csY2378" fmla="*/ 1250218 h 1498637"/>
                <a:gd name="csX2379" fmla="*/ 625348 w 3230884"/>
                <a:gd name="csY2379" fmla="*/ 1250218 h 1498637"/>
                <a:gd name="csX2380" fmla="*/ 623915 w 3230884"/>
                <a:gd name="csY2380" fmla="*/ 1249263 h 1498637"/>
                <a:gd name="csX2381" fmla="*/ 621048 w 3230884"/>
                <a:gd name="csY2381" fmla="*/ 1245441 h 1498637"/>
                <a:gd name="csX2382" fmla="*/ 618660 w 3230884"/>
                <a:gd name="csY2382" fmla="*/ 1242574 h 1498637"/>
                <a:gd name="csX2383" fmla="*/ 618660 w 3230884"/>
                <a:gd name="csY2383" fmla="*/ 1242097 h 1498637"/>
                <a:gd name="csX2384" fmla="*/ 614838 w 3230884"/>
                <a:gd name="csY2384" fmla="*/ 1239708 h 1498637"/>
                <a:gd name="csX2385" fmla="*/ 614838 w 3230884"/>
                <a:gd name="csY2385" fmla="*/ 1239708 h 1498637"/>
                <a:gd name="csX2386" fmla="*/ 611494 w 3230884"/>
                <a:gd name="csY2386" fmla="*/ 1239230 h 1498637"/>
                <a:gd name="csX2387" fmla="*/ 611494 w 3230884"/>
                <a:gd name="csY2387" fmla="*/ 1239230 h 1498637"/>
                <a:gd name="csX2388" fmla="*/ 611494 w 3230884"/>
                <a:gd name="csY2388" fmla="*/ 1239230 h 1498637"/>
                <a:gd name="csX2389" fmla="*/ 608627 w 3230884"/>
                <a:gd name="csY2389" fmla="*/ 1239708 h 1498637"/>
                <a:gd name="csX2390" fmla="*/ 604805 w 3230884"/>
                <a:gd name="csY2390" fmla="*/ 1238753 h 1498637"/>
                <a:gd name="csX2391" fmla="*/ 604328 w 3230884"/>
                <a:gd name="csY2391" fmla="*/ 1238753 h 1498637"/>
                <a:gd name="csX2392" fmla="*/ 603373 w 3230884"/>
                <a:gd name="csY2392" fmla="*/ 1240186 h 1498637"/>
                <a:gd name="csX2393" fmla="*/ 603373 w 3230884"/>
                <a:gd name="csY2393" fmla="*/ 1240186 h 1498637"/>
                <a:gd name="csX2394" fmla="*/ 602417 w 3230884"/>
                <a:gd name="csY2394" fmla="*/ 1242097 h 1498637"/>
                <a:gd name="csX2395" fmla="*/ 600984 w 3230884"/>
                <a:gd name="csY2395" fmla="*/ 1243530 h 1498637"/>
                <a:gd name="csX2396" fmla="*/ 599073 w 3230884"/>
                <a:gd name="csY2396" fmla="*/ 1244485 h 1498637"/>
                <a:gd name="csX2397" fmla="*/ 596684 w 3230884"/>
                <a:gd name="csY2397" fmla="*/ 1244485 h 1498637"/>
                <a:gd name="csX2398" fmla="*/ 594296 w 3230884"/>
                <a:gd name="csY2398" fmla="*/ 1243052 h 1498637"/>
                <a:gd name="csX2399" fmla="*/ 594296 w 3230884"/>
                <a:gd name="csY2399" fmla="*/ 1243052 h 1498637"/>
                <a:gd name="csX2400" fmla="*/ 591429 w 3230884"/>
                <a:gd name="csY2400" fmla="*/ 1240663 h 1498637"/>
                <a:gd name="csX2401" fmla="*/ 588085 w 3230884"/>
                <a:gd name="csY2401" fmla="*/ 1239708 h 1498637"/>
                <a:gd name="csX2402" fmla="*/ 587607 w 3230884"/>
                <a:gd name="csY2402" fmla="*/ 1239708 h 1498637"/>
                <a:gd name="csX2403" fmla="*/ 585219 w 3230884"/>
                <a:gd name="csY2403" fmla="*/ 1240186 h 1498637"/>
                <a:gd name="csX2404" fmla="*/ 583786 w 3230884"/>
                <a:gd name="csY2404" fmla="*/ 1240663 h 1498637"/>
                <a:gd name="csX2405" fmla="*/ 583786 w 3230884"/>
                <a:gd name="csY2405" fmla="*/ 1240663 h 1498637"/>
                <a:gd name="csX2406" fmla="*/ 580441 w 3230884"/>
                <a:gd name="csY2406" fmla="*/ 1242097 h 1498637"/>
                <a:gd name="csX2407" fmla="*/ 579486 w 3230884"/>
                <a:gd name="csY2407" fmla="*/ 1241141 h 1498637"/>
                <a:gd name="csX2408" fmla="*/ 578053 w 3230884"/>
                <a:gd name="csY2408" fmla="*/ 1240663 h 1498637"/>
                <a:gd name="csX2409" fmla="*/ 574709 w 3230884"/>
                <a:gd name="csY2409" fmla="*/ 1243530 h 1498637"/>
                <a:gd name="csX2410" fmla="*/ 574709 w 3230884"/>
                <a:gd name="csY2410" fmla="*/ 1243530 h 1498637"/>
                <a:gd name="csX2411" fmla="*/ 570887 w 3230884"/>
                <a:gd name="csY2411" fmla="*/ 1245918 h 1498637"/>
                <a:gd name="csX2412" fmla="*/ 570887 w 3230884"/>
                <a:gd name="csY2412" fmla="*/ 1245918 h 1498637"/>
                <a:gd name="csX2413" fmla="*/ 570409 w 3230884"/>
                <a:gd name="csY2413" fmla="*/ 1247829 h 1498637"/>
                <a:gd name="csX2414" fmla="*/ 568976 w 3230884"/>
                <a:gd name="csY2414" fmla="*/ 1249740 h 1498637"/>
                <a:gd name="csX2415" fmla="*/ 566587 w 3230884"/>
                <a:gd name="csY2415" fmla="*/ 1251174 h 1498637"/>
                <a:gd name="csX2416" fmla="*/ 564198 w 3230884"/>
                <a:gd name="csY2416" fmla="*/ 1253084 h 1498637"/>
                <a:gd name="csX2417" fmla="*/ 561810 w 3230884"/>
                <a:gd name="csY2417" fmla="*/ 1253562 h 1498637"/>
                <a:gd name="csX2418" fmla="*/ 558943 w 3230884"/>
                <a:gd name="csY2418" fmla="*/ 1253084 h 1498637"/>
                <a:gd name="csX2419" fmla="*/ 555600 w 3230884"/>
                <a:gd name="csY2419" fmla="*/ 1251174 h 1498637"/>
                <a:gd name="csX2420" fmla="*/ 552255 w 3230884"/>
                <a:gd name="csY2420" fmla="*/ 1248785 h 1498637"/>
                <a:gd name="csX2421" fmla="*/ 548434 w 3230884"/>
                <a:gd name="csY2421" fmla="*/ 1245441 h 1498637"/>
                <a:gd name="csX2422" fmla="*/ 545567 w 3230884"/>
                <a:gd name="csY2422" fmla="*/ 1243052 h 1498637"/>
                <a:gd name="csX2423" fmla="*/ 543179 w 3230884"/>
                <a:gd name="csY2423" fmla="*/ 1241619 h 1498637"/>
                <a:gd name="csX2424" fmla="*/ 541268 w 3230884"/>
                <a:gd name="csY2424" fmla="*/ 1241141 h 1498637"/>
                <a:gd name="csX2425" fmla="*/ 541268 w 3230884"/>
                <a:gd name="csY2425" fmla="*/ 1241141 h 1498637"/>
                <a:gd name="csX2426" fmla="*/ 539834 w 3230884"/>
                <a:gd name="csY2426" fmla="*/ 1241619 h 1498637"/>
                <a:gd name="csX2427" fmla="*/ 539357 w 3230884"/>
                <a:gd name="csY2427" fmla="*/ 1243052 h 1498637"/>
                <a:gd name="csX2428" fmla="*/ 539834 w 3230884"/>
                <a:gd name="csY2428" fmla="*/ 1244008 h 1498637"/>
                <a:gd name="csX2429" fmla="*/ 540312 w 3230884"/>
                <a:gd name="csY2429" fmla="*/ 1244963 h 1498637"/>
                <a:gd name="csX2430" fmla="*/ 541268 w 3230884"/>
                <a:gd name="csY2430" fmla="*/ 1247829 h 1498637"/>
                <a:gd name="csX2431" fmla="*/ 541268 w 3230884"/>
                <a:gd name="csY2431" fmla="*/ 1251174 h 1498637"/>
                <a:gd name="csX2432" fmla="*/ 541268 w 3230884"/>
                <a:gd name="csY2432" fmla="*/ 1253084 h 1498637"/>
                <a:gd name="csX2433" fmla="*/ 540312 w 3230884"/>
                <a:gd name="csY2433" fmla="*/ 1254518 h 1498637"/>
                <a:gd name="csX2434" fmla="*/ 539357 w 3230884"/>
                <a:gd name="csY2434" fmla="*/ 1254995 h 1498637"/>
                <a:gd name="csX2435" fmla="*/ 538879 w 3230884"/>
                <a:gd name="csY2435" fmla="*/ 1254518 h 1498637"/>
                <a:gd name="csX2436" fmla="*/ 537923 w 3230884"/>
                <a:gd name="csY2436" fmla="*/ 1253562 h 1498637"/>
                <a:gd name="csX2437" fmla="*/ 537446 w 3230884"/>
                <a:gd name="csY2437" fmla="*/ 1250696 h 1498637"/>
                <a:gd name="csX2438" fmla="*/ 536968 w 3230884"/>
                <a:gd name="csY2438" fmla="*/ 1247829 h 1498637"/>
                <a:gd name="csX2439" fmla="*/ 534579 w 3230884"/>
                <a:gd name="csY2439" fmla="*/ 1244008 h 1498637"/>
                <a:gd name="csX2440" fmla="*/ 532191 w 3230884"/>
                <a:gd name="csY2440" fmla="*/ 1241619 h 1498637"/>
                <a:gd name="csX2441" fmla="*/ 531236 w 3230884"/>
                <a:gd name="csY2441" fmla="*/ 1240186 h 1498637"/>
                <a:gd name="csX2442" fmla="*/ 529324 w 3230884"/>
                <a:gd name="csY2442" fmla="*/ 1238275 h 1498637"/>
                <a:gd name="csX2443" fmla="*/ 529324 w 3230884"/>
                <a:gd name="csY2443" fmla="*/ 1238275 h 1498637"/>
                <a:gd name="csX2444" fmla="*/ 527413 w 3230884"/>
                <a:gd name="csY2444" fmla="*/ 1236842 h 1498637"/>
                <a:gd name="csX2445" fmla="*/ 524070 w 3230884"/>
                <a:gd name="csY2445" fmla="*/ 1235408 h 1498637"/>
                <a:gd name="csX2446" fmla="*/ 522159 w 3230884"/>
                <a:gd name="csY2446" fmla="*/ 1233975 h 1498637"/>
                <a:gd name="csX2447" fmla="*/ 519292 w 3230884"/>
                <a:gd name="csY2447" fmla="*/ 1230153 h 1498637"/>
                <a:gd name="csX2448" fmla="*/ 519292 w 3230884"/>
                <a:gd name="csY2448" fmla="*/ 1229676 h 1498637"/>
                <a:gd name="csX2449" fmla="*/ 517381 w 3230884"/>
                <a:gd name="csY2449" fmla="*/ 1228720 h 1498637"/>
                <a:gd name="csX2450" fmla="*/ 515470 w 3230884"/>
                <a:gd name="csY2450" fmla="*/ 1227287 h 1498637"/>
                <a:gd name="csX2451" fmla="*/ 513559 w 3230884"/>
                <a:gd name="csY2451" fmla="*/ 1227287 h 1498637"/>
                <a:gd name="csX2452" fmla="*/ 513082 w 3230884"/>
                <a:gd name="csY2452" fmla="*/ 1227287 h 1498637"/>
                <a:gd name="csX2453" fmla="*/ 509259 w 3230884"/>
                <a:gd name="csY2453" fmla="*/ 1228242 h 1498637"/>
                <a:gd name="csX2454" fmla="*/ 506871 w 3230884"/>
                <a:gd name="csY2454" fmla="*/ 1227765 h 1498637"/>
                <a:gd name="csX2455" fmla="*/ 506871 w 3230884"/>
                <a:gd name="csY2455" fmla="*/ 1227765 h 1498637"/>
                <a:gd name="csX2456" fmla="*/ 504960 w 3230884"/>
                <a:gd name="csY2456" fmla="*/ 1227287 h 1498637"/>
                <a:gd name="csX2457" fmla="*/ 503527 w 3230884"/>
                <a:gd name="csY2457" fmla="*/ 1226809 h 1498637"/>
                <a:gd name="csX2458" fmla="*/ 503527 w 3230884"/>
                <a:gd name="csY2458" fmla="*/ 1226809 h 1498637"/>
                <a:gd name="csX2459" fmla="*/ 501616 w 3230884"/>
                <a:gd name="csY2459" fmla="*/ 1227765 h 1498637"/>
                <a:gd name="csX2460" fmla="*/ 501138 w 3230884"/>
                <a:gd name="csY2460" fmla="*/ 1227287 h 1498637"/>
                <a:gd name="csX2461" fmla="*/ 500183 w 3230884"/>
                <a:gd name="csY2461" fmla="*/ 1227287 h 1498637"/>
                <a:gd name="csX2462" fmla="*/ 500183 w 3230884"/>
                <a:gd name="csY2462" fmla="*/ 1227287 h 1498637"/>
                <a:gd name="csX2463" fmla="*/ 498750 w 3230884"/>
                <a:gd name="csY2463" fmla="*/ 1226809 h 1498637"/>
                <a:gd name="csX2464" fmla="*/ 497316 w 3230884"/>
                <a:gd name="csY2464" fmla="*/ 1224421 h 1498637"/>
                <a:gd name="csX2465" fmla="*/ 495406 w 3230884"/>
                <a:gd name="csY2465" fmla="*/ 1221554 h 1498637"/>
                <a:gd name="csX2466" fmla="*/ 495406 w 3230884"/>
                <a:gd name="csY2466" fmla="*/ 1221554 h 1498637"/>
                <a:gd name="csX2467" fmla="*/ 493017 w 3230884"/>
                <a:gd name="csY2467" fmla="*/ 1221076 h 1498637"/>
                <a:gd name="csX2468" fmla="*/ 493017 w 3230884"/>
                <a:gd name="csY2468" fmla="*/ 1221076 h 1498637"/>
                <a:gd name="csX2469" fmla="*/ 488717 w 3230884"/>
                <a:gd name="csY2469" fmla="*/ 1222032 h 1498637"/>
                <a:gd name="csX2470" fmla="*/ 486806 w 3230884"/>
                <a:gd name="csY2470" fmla="*/ 1223465 h 1498637"/>
                <a:gd name="csX2471" fmla="*/ 484418 w 3230884"/>
                <a:gd name="csY2471" fmla="*/ 1225376 h 1498637"/>
                <a:gd name="csX2472" fmla="*/ 481074 w 3230884"/>
                <a:gd name="csY2472" fmla="*/ 1227287 h 1498637"/>
                <a:gd name="csX2473" fmla="*/ 478207 w 3230884"/>
                <a:gd name="csY2473" fmla="*/ 1227287 h 1498637"/>
                <a:gd name="csX2474" fmla="*/ 478207 w 3230884"/>
                <a:gd name="csY2474" fmla="*/ 1227765 h 1498637"/>
                <a:gd name="csX2475" fmla="*/ 476774 w 3230884"/>
                <a:gd name="csY2475" fmla="*/ 1227765 h 1498637"/>
                <a:gd name="csX2476" fmla="*/ 475818 w 3230884"/>
                <a:gd name="csY2476" fmla="*/ 1227765 h 1498637"/>
                <a:gd name="csX2477" fmla="*/ 474863 w 3230884"/>
                <a:gd name="csY2477" fmla="*/ 1227287 h 1498637"/>
                <a:gd name="csX2478" fmla="*/ 474863 w 3230884"/>
                <a:gd name="csY2478" fmla="*/ 1225854 h 1498637"/>
                <a:gd name="csX2479" fmla="*/ 474863 w 3230884"/>
                <a:gd name="csY2479" fmla="*/ 1225854 h 1498637"/>
                <a:gd name="csX2480" fmla="*/ 474386 w 3230884"/>
                <a:gd name="csY2480" fmla="*/ 1224421 h 1498637"/>
                <a:gd name="csX2481" fmla="*/ 472475 w 3230884"/>
                <a:gd name="csY2481" fmla="*/ 1222510 h 1498637"/>
                <a:gd name="csX2482" fmla="*/ 469608 w 3230884"/>
                <a:gd name="csY2482" fmla="*/ 1221554 h 1498637"/>
                <a:gd name="csX2483" fmla="*/ 466742 w 3230884"/>
                <a:gd name="csY2483" fmla="*/ 1220599 h 1498637"/>
                <a:gd name="csX2484" fmla="*/ 464831 w 3230884"/>
                <a:gd name="csY2484" fmla="*/ 1220121 h 1498637"/>
                <a:gd name="csX2485" fmla="*/ 464831 w 3230884"/>
                <a:gd name="csY2485" fmla="*/ 1220121 h 1498637"/>
                <a:gd name="csX2486" fmla="*/ 464831 w 3230884"/>
                <a:gd name="csY2486" fmla="*/ 1220599 h 1498637"/>
                <a:gd name="csX2487" fmla="*/ 464353 w 3230884"/>
                <a:gd name="csY2487" fmla="*/ 1222032 h 1498637"/>
                <a:gd name="csX2488" fmla="*/ 462920 w 3230884"/>
                <a:gd name="csY2488" fmla="*/ 1223465 h 1498637"/>
                <a:gd name="csX2489" fmla="*/ 461965 w 3230884"/>
                <a:gd name="csY2489" fmla="*/ 1224421 h 1498637"/>
                <a:gd name="csX2490" fmla="*/ 459576 w 3230884"/>
                <a:gd name="csY2490" fmla="*/ 1226809 h 1498637"/>
                <a:gd name="csX2491" fmla="*/ 456232 w 3230884"/>
                <a:gd name="csY2491" fmla="*/ 1230631 h 1498637"/>
                <a:gd name="csX2492" fmla="*/ 455276 w 3230884"/>
                <a:gd name="csY2492" fmla="*/ 1232064 h 1498637"/>
                <a:gd name="csX2493" fmla="*/ 454321 w 3230884"/>
                <a:gd name="csY2493" fmla="*/ 1233020 h 1498637"/>
                <a:gd name="csX2494" fmla="*/ 451454 w 3230884"/>
                <a:gd name="csY2494" fmla="*/ 1233975 h 1498637"/>
                <a:gd name="csX2495" fmla="*/ 447633 w 3230884"/>
                <a:gd name="csY2495" fmla="*/ 1235886 h 1498637"/>
                <a:gd name="csX2496" fmla="*/ 446677 w 3230884"/>
                <a:gd name="csY2496" fmla="*/ 1236842 h 1498637"/>
                <a:gd name="csX2497" fmla="*/ 445722 w 3230884"/>
                <a:gd name="csY2497" fmla="*/ 1237797 h 1498637"/>
                <a:gd name="csX2498" fmla="*/ 442377 w 3230884"/>
                <a:gd name="csY2498" fmla="*/ 1238753 h 1498637"/>
                <a:gd name="csX2499" fmla="*/ 439033 w 3230884"/>
                <a:gd name="csY2499" fmla="*/ 1239230 h 1498637"/>
                <a:gd name="csX2500" fmla="*/ 439033 w 3230884"/>
                <a:gd name="csY2500" fmla="*/ 1239230 h 1498637"/>
                <a:gd name="csX2501" fmla="*/ 437600 w 3230884"/>
                <a:gd name="csY2501" fmla="*/ 1240663 h 1498637"/>
                <a:gd name="csX2502" fmla="*/ 436645 w 3230884"/>
                <a:gd name="csY2502" fmla="*/ 1243530 h 1498637"/>
                <a:gd name="csX2503" fmla="*/ 435690 w 3230884"/>
                <a:gd name="csY2503" fmla="*/ 1245918 h 1498637"/>
                <a:gd name="csX2504" fmla="*/ 430434 w 3230884"/>
                <a:gd name="csY2504" fmla="*/ 1249263 h 1498637"/>
                <a:gd name="csX2505" fmla="*/ 427568 w 3230884"/>
                <a:gd name="csY2505" fmla="*/ 1251651 h 1498637"/>
                <a:gd name="csX2506" fmla="*/ 425657 w 3230884"/>
                <a:gd name="csY2506" fmla="*/ 1253084 h 1498637"/>
                <a:gd name="csX2507" fmla="*/ 424224 w 3230884"/>
                <a:gd name="csY2507" fmla="*/ 1252607 h 1498637"/>
                <a:gd name="csX2508" fmla="*/ 422313 w 3230884"/>
                <a:gd name="csY2508" fmla="*/ 1252129 h 1498637"/>
                <a:gd name="csX2509" fmla="*/ 422313 w 3230884"/>
                <a:gd name="csY2509" fmla="*/ 1252607 h 1498637"/>
                <a:gd name="csX2510" fmla="*/ 421835 w 3230884"/>
                <a:gd name="csY2510" fmla="*/ 1252607 h 1498637"/>
                <a:gd name="csX2511" fmla="*/ 421835 w 3230884"/>
                <a:gd name="csY2511" fmla="*/ 1252607 h 1498637"/>
                <a:gd name="csX2512" fmla="*/ 422791 w 3230884"/>
                <a:gd name="csY2512" fmla="*/ 1254518 h 1498637"/>
                <a:gd name="csX2513" fmla="*/ 423268 w 3230884"/>
                <a:gd name="csY2513" fmla="*/ 1259773 h 1498637"/>
                <a:gd name="csX2514" fmla="*/ 423268 w 3230884"/>
                <a:gd name="csY2514" fmla="*/ 1260250 h 1498637"/>
                <a:gd name="csX2515" fmla="*/ 424224 w 3230884"/>
                <a:gd name="csY2515" fmla="*/ 1263595 h 1498637"/>
                <a:gd name="csX2516" fmla="*/ 425179 w 3230884"/>
                <a:gd name="csY2516" fmla="*/ 1265505 h 1498637"/>
                <a:gd name="csX2517" fmla="*/ 425657 w 3230884"/>
                <a:gd name="csY2517" fmla="*/ 1266939 h 1498637"/>
                <a:gd name="csX2518" fmla="*/ 425657 w 3230884"/>
                <a:gd name="csY2518" fmla="*/ 1267416 h 1498637"/>
                <a:gd name="csX2519" fmla="*/ 426135 w 3230884"/>
                <a:gd name="csY2519" fmla="*/ 1269805 h 1498637"/>
                <a:gd name="csX2520" fmla="*/ 425657 w 3230884"/>
                <a:gd name="csY2520" fmla="*/ 1271238 h 1498637"/>
                <a:gd name="csX2521" fmla="*/ 424702 w 3230884"/>
                <a:gd name="csY2521" fmla="*/ 1272194 h 1498637"/>
                <a:gd name="csX2522" fmla="*/ 421358 w 3230884"/>
                <a:gd name="csY2522" fmla="*/ 1273627 h 1498637"/>
                <a:gd name="csX2523" fmla="*/ 418013 w 3230884"/>
                <a:gd name="csY2523" fmla="*/ 1274582 h 1498637"/>
                <a:gd name="csX2524" fmla="*/ 416102 w 3230884"/>
                <a:gd name="csY2524" fmla="*/ 1274104 h 1498637"/>
                <a:gd name="csX2525" fmla="*/ 414192 w 3230884"/>
                <a:gd name="csY2525" fmla="*/ 1271716 h 1498637"/>
                <a:gd name="csX2526" fmla="*/ 413236 w 3230884"/>
                <a:gd name="csY2526" fmla="*/ 1270760 h 1498637"/>
                <a:gd name="csX2527" fmla="*/ 410847 w 3230884"/>
                <a:gd name="csY2527" fmla="*/ 1267416 h 1498637"/>
                <a:gd name="csX2528" fmla="*/ 406548 w 3230884"/>
                <a:gd name="csY2528" fmla="*/ 1262161 h 1498637"/>
                <a:gd name="csX2529" fmla="*/ 406548 w 3230884"/>
                <a:gd name="csY2529" fmla="*/ 1262161 h 1498637"/>
                <a:gd name="csX2530" fmla="*/ 403681 w 3230884"/>
                <a:gd name="csY2530" fmla="*/ 1259295 h 1498637"/>
                <a:gd name="csX2531" fmla="*/ 401770 w 3230884"/>
                <a:gd name="csY2531" fmla="*/ 1258339 h 1498637"/>
                <a:gd name="csX2532" fmla="*/ 399860 w 3230884"/>
                <a:gd name="csY2532" fmla="*/ 1258817 h 1498637"/>
                <a:gd name="csX2533" fmla="*/ 397949 w 3230884"/>
                <a:gd name="csY2533" fmla="*/ 1259773 h 1498637"/>
                <a:gd name="csX2534" fmla="*/ 396993 w 3230884"/>
                <a:gd name="csY2534" fmla="*/ 1261206 h 1498637"/>
                <a:gd name="csX2535" fmla="*/ 396515 w 3230884"/>
                <a:gd name="csY2535" fmla="*/ 1261683 h 1498637"/>
                <a:gd name="csX2536" fmla="*/ 396038 w 3230884"/>
                <a:gd name="csY2536" fmla="*/ 1262161 h 1498637"/>
                <a:gd name="csX2537" fmla="*/ 395560 w 3230884"/>
                <a:gd name="csY2537" fmla="*/ 1263595 h 1498637"/>
                <a:gd name="csX2538" fmla="*/ 395560 w 3230884"/>
                <a:gd name="csY2538" fmla="*/ 1264072 h 1498637"/>
                <a:gd name="csX2539" fmla="*/ 395560 w 3230884"/>
                <a:gd name="csY2539" fmla="*/ 1265983 h 1498637"/>
                <a:gd name="csX2540" fmla="*/ 395560 w 3230884"/>
                <a:gd name="csY2540" fmla="*/ 1268372 h 1498637"/>
                <a:gd name="csX2541" fmla="*/ 394604 w 3230884"/>
                <a:gd name="csY2541" fmla="*/ 1269805 h 1498637"/>
                <a:gd name="csX2542" fmla="*/ 392216 w 3230884"/>
                <a:gd name="csY2542" fmla="*/ 1271716 h 1498637"/>
                <a:gd name="csX2543" fmla="*/ 389349 w 3230884"/>
                <a:gd name="csY2543" fmla="*/ 1274104 h 1498637"/>
                <a:gd name="csX2544" fmla="*/ 389349 w 3230884"/>
                <a:gd name="csY2544" fmla="*/ 1274104 h 1498637"/>
                <a:gd name="csX2545" fmla="*/ 387438 w 3230884"/>
                <a:gd name="csY2545" fmla="*/ 1278404 h 1498637"/>
                <a:gd name="csX2546" fmla="*/ 387438 w 3230884"/>
                <a:gd name="csY2546" fmla="*/ 1278404 h 1498637"/>
                <a:gd name="csX2547" fmla="*/ 386006 w 3230884"/>
                <a:gd name="csY2547" fmla="*/ 1284137 h 1498637"/>
                <a:gd name="csX2548" fmla="*/ 385528 w 3230884"/>
                <a:gd name="csY2548" fmla="*/ 1287959 h 1498637"/>
                <a:gd name="csX2549" fmla="*/ 386961 w 3230884"/>
                <a:gd name="csY2549" fmla="*/ 1289392 h 1498637"/>
                <a:gd name="csX2550" fmla="*/ 388872 w 3230884"/>
                <a:gd name="csY2550" fmla="*/ 1290825 h 1498637"/>
                <a:gd name="csX2551" fmla="*/ 390305 w 3230884"/>
                <a:gd name="csY2551" fmla="*/ 1292258 h 1498637"/>
                <a:gd name="csX2552" fmla="*/ 390305 w 3230884"/>
                <a:gd name="csY2552" fmla="*/ 1293691 h 1498637"/>
                <a:gd name="csX2553" fmla="*/ 389827 w 3230884"/>
                <a:gd name="csY2553" fmla="*/ 1295125 h 1498637"/>
                <a:gd name="csX2554" fmla="*/ 389349 w 3230884"/>
                <a:gd name="csY2554" fmla="*/ 1296080 h 1498637"/>
                <a:gd name="csX2555" fmla="*/ 388872 w 3230884"/>
                <a:gd name="csY2555" fmla="*/ 1297036 h 1498637"/>
                <a:gd name="csX2556" fmla="*/ 387917 w 3230884"/>
                <a:gd name="csY2556" fmla="*/ 1297991 h 1498637"/>
                <a:gd name="csX2557" fmla="*/ 386961 w 3230884"/>
                <a:gd name="csY2557" fmla="*/ 1298946 h 1498637"/>
                <a:gd name="csX2558" fmla="*/ 386961 w 3230884"/>
                <a:gd name="csY2558" fmla="*/ 1298946 h 1498637"/>
                <a:gd name="csX2559" fmla="*/ 383617 w 3230884"/>
                <a:gd name="csY2559" fmla="*/ 1303246 h 1498637"/>
                <a:gd name="csX2560" fmla="*/ 383617 w 3230884"/>
                <a:gd name="csY2560" fmla="*/ 1303246 h 1498637"/>
                <a:gd name="csX2561" fmla="*/ 381706 w 3230884"/>
                <a:gd name="csY2561" fmla="*/ 1309456 h 1498637"/>
                <a:gd name="csX2562" fmla="*/ 383139 w 3230884"/>
                <a:gd name="csY2562" fmla="*/ 1314234 h 1498637"/>
                <a:gd name="csX2563" fmla="*/ 383139 w 3230884"/>
                <a:gd name="csY2563" fmla="*/ 1314234 h 1498637"/>
                <a:gd name="csX2564" fmla="*/ 386961 w 3230884"/>
                <a:gd name="csY2564" fmla="*/ 1316622 h 1498637"/>
                <a:gd name="csX2565" fmla="*/ 389827 w 3230884"/>
                <a:gd name="csY2565" fmla="*/ 1317578 h 1498637"/>
                <a:gd name="csX2566" fmla="*/ 390783 w 3230884"/>
                <a:gd name="csY2566" fmla="*/ 1319011 h 1498637"/>
                <a:gd name="csX2567" fmla="*/ 392216 w 3230884"/>
                <a:gd name="csY2567" fmla="*/ 1321877 h 1498637"/>
                <a:gd name="csX2568" fmla="*/ 391738 w 3230884"/>
                <a:gd name="csY2568" fmla="*/ 1324744 h 1498637"/>
                <a:gd name="csX2569" fmla="*/ 391738 w 3230884"/>
                <a:gd name="csY2569" fmla="*/ 1326655 h 1498637"/>
                <a:gd name="csX2570" fmla="*/ 392216 w 3230884"/>
                <a:gd name="csY2570" fmla="*/ 1328566 h 1498637"/>
                <a:gd name="csX2571" fmla="*/ 393649 w 3230884"/>
                <a:gd name="csY2571" fmla="*/ 1330954 h 1498637"/>
                <a:gd name="csX2572" fmla="*/ 393649 w 3230884"/>
                <a:gd name="csY2572" fmla="*/ 1330954 h 1498637"/>
                <a:gd name="csX2573" fmla="*/ 395560 w 3230884"/>
                <a:gd name="csY2573" fmla="*/ 1332388 h 1498637"/>
                <a:gd name="csX2574" fmla="*/ 395560 w 3230884"/>
                <a:gd name="csY2574" fmla="*/ 1332388 h 1498637"/>
                <a:gd name="csX2575" fmla="*/ 397471 w 3230884"/>
                <a:gd name="csY2575" fmla="*/ 1331432 h 1498637"/>
                <a:gd name="csX2576" fmla="*/ 399382 w 3230884"/>
                <a:gd name="csY2576" fmla="*/ 1330477 h 1498637"/>
                <a:gd name="csX2577" fmla="*/ 401770 w 3230884"/>
                <a:gd name="csY2577" fmla="*/ 1330954 h 1498637"/>
                <a:gd name="csX2578" fmla="*/ 408459 w 3230884"/>
                <a:gd name="csY2578" fmla="*/ 1331910 h 1498637"/>
                <a:gd name="csX2579" fmla="*/ 411803 w 3230884"/>
                <a:gd name="csY2579" fmla="*/ 1332388 h 1498637"/>
                <a:gd name="csX2580" fmla="*/ 412758 w 3230884"/>
                <a:gd name="csY2580" fmla="*/ 1333343 h 1498637"/>
                <a:gd name="csX2581" fmla="*/ 415147 w 3230884"/>
                <a:gd name="csY2581" fmla="*/ 1336209 h 1498637"/>
                <a:gd name="csX2582" fmla="*/ 417536 w 3230884"/>
                <a:gd name="csY2582" fmla="*/ 1340031 h 1498637"/>
                <a:gd name="csX2583" fmla="*/ 420402 w 3230884"/>
                <a:gd name="csY2583" fmla="*/ 1343375 h 1498637"/>
                <a:gd name="csX2584" fmla="*/ 421358 w 3230884"/>
                <a:gd name="csY2584" fmla="*/ 1345286 h 1498637"/>
                <a:gd name="csX2585" fmla="*/ 423746 w 3230884"/>
                <a:gd name="csY2585" fmla="*/ 1349586 h 1498637"/>
                <a:gd name="csX2586" fmla="*/ 426135 w 3230884"/>
                <a:gd name="csY2586" fmla="*/ 1353408 h 1498637"/>
                <a:gd name="csX2587" fmla="*/ 428524 w 3230884"/>
                <a:gd name="csY2587" fmla="*/ 1358185 h 1498637"/>
                <a:gd name="csX2588" fmla="*/ 428524 w 3230884"/>
                <a:gd name="csY2588" fmla="*/ 1359618 h 1498637"/>
                <a:gd name="csX2589" fmla="*/ 427090 w 3230884"/>
                <a:gd name="csY2589" fmla="*/ 1360096 h 1498637"/>
                <a:gd name="csX2590" fmla="*/ 425179 w 3230884"/>
                <a:gd name="csY2590" fmla="*/ 1359618 h 1498637"/>
                <a:gd name="csX2591" fmla="*/ 424702 w 3230884"/>
                <a:gd name="csY2591" fmla="*/ 1359618 h 1498637"/>
                <a:gd name="csX2592" fmla="*/ 423268 w 3230884"/>
                <a:gd name="csY2592" fmla="*/ 1359140 h 1498637"/>
                <a:gd name="csX2593" fmla="*/ 422313 w 3230884"/>
                <a:gd name="csY2593" fmla="*/ 1358663 h 1498637"/>
                <a:gd name="csX2594" fmla="*/ 421358 w 3230884"/>
                <a:gd name="csY2594" fmla="*/ 1358185 h 1498637"/>
                <a:gd name="csX2595" fmla="*/ 421358 w 3230884"/>
                <a:gd name="csY2595" fmla="*/ 1358185 h 1498637"/>
                <a:gd name="csX2596" fmla="*/ 420402 w 3230884"/>
                <a:gd name="csY2596" fmla="*/ 1358663 h 1498637"/>
                <a:gd name="csX2597" fmla="*/ 419924 w 3230884"/>
                <a:gd name="csY2597" fmla="*/ 1359140 h 1498637"/>
                <a:gd name="csX2598" fmla="*/ 419924 w 3230884"/>
                <a:gd name="csY2598" fmla="*/ 1359140 h 1498637"/>
                <a:gd name="csX2599" fmla="*/ 419447 w 3230884"/>
                <a:gd name="csY2599" fmla="*/ 1360096 h 1498637"/>
                <a:gd name="csX2600" fmla="*/ 419447 w 3230884"/>
                <a:gd name="csY2600" fmla="*/ 1361529 h 1498637"/>
                <a:gd name="csX2601" fmla="*/ 420402 w 3230884"/>
                <a:gd name="csY2601" fmla="*/ 1362485 h 1498637"/>
                <a:gd name="csX2602" fmla="*/ 421358 w 3230884"/>
                <a:gd name="csY2602" fmla="*/ 1363440 h 1498637"/>
                <a:gd name="csX2603" fmla="*/ 421835 w 3230884"/>
                <a:gd name="csY2603" fmla="*/ 1363440 h 1498637"/>
                <a:gd name="csX2604" fmla="*/ 424702 w 3230884"/>
                <a:gd name="csY2604" fmla="*/ 1365351 h 1498637"/>
                <a:gd name="csX2605" fmla="*/ 428524 w 3230884"/>
                <a:gd name="csY2605" fmla="*/ 1366784 h 1498637"/>
                <a:gd name="csX2606" fmla="*/ 432823 w 3230884"/>
                <a:gd name="csY2606" fmla="*/ 1369173 h 1498637"/>
                <a:gd name="csX2607" fmla="*/ 433779 w 3230884"/>
                <a:gd name="csY2607" fmla="*/ 1369651 h 1498637"/>
                <a:gd name="csX2608" fmla="*/ 434256 w 3230884"/>
                <a:gd name="csY2608" fmla="*/ 1371084 h 1498637"/>
                <a:gd name="csX2609" fmla="*/ 431868 w 3230884"/>
                <a:gd name="csY2609" fmla="*/ 1371084 h 1498637"/>
                <a:gd name="csX2610" fmla="*/ 431390 w 3230884"/>
                <a:gd name="csY2610" fmla="*/ 1372517 h 1498637"/>
                <a:gd name="csX2611" fmla="*/ 430912 w 3230884"/>
                <a:gd name="csY2611" fmla="*/ 1373472 h 1498637"/>
                <a:gd name="csX2612" fmla="*/ 425657 w 3230884"/>
                <a:gd name="csY2612" fmla="*/ 1375861 h 1498637"/>
                <a:gd name="csX2613" fmla="*/ 424224 w 3230884"/>
                <a:gd name="csY2613" fmla="*/ 1375861 h 1498637"/>
                <a:gd name="csX2614" fmla="*/ 423268 w 3230884"/>
                <a:gd name="csY2614" fmla="*/ 1376339 h 1498637"/>
                <a:gd name="csX2615" fmla="*/ 423268 w 3230884"/>
                <a:gd name="csY2615" fmla="*/ 1377772 h 1498637"/>
                <a:gd name="csX2616" fmla="*/ 423268 w 3230884"/>
                <a:gd name="csY2616" fmla="*/ 1379205 h 1498637"/>
                <a:gd name="csX2617" fmla="*/ 424224 w 3230884"/>
                <a:gd name="csY2617" fmla="*/ 1380638 h 1498637"/>
                <a:gd name="csX2618" fmla="*/ 424224 w 3230884"/>
                <a:gd name="csY2618" fmla="*/ 1381116 h 1498637"/>
                <a:gd name="csX2619" fmla="*/ 423268 w 3230884"/>
                <a:gd name="csY2619" fmla="*/ 1381594 h 1498637"/>
                <a:gd name="csX2620" fmla="*/ 422313 w 3230884"/>
                <a:gd name="csY2620" fmla="*/ 1381116 h 1498637"/>
                <a:gd name="csX2621" fmla="*/ 421358 w 3230884"/>
                <a:gd name="csY2621" fmla="*/ 1380160 h 1498637"/>
                <a:gd name="csX2622" fmla="*/ 420402 w 3230884"/>
                <a:gd name="csY2622" fmla="*/ 1380160 h 1498637"/>
                <a:gd name="csX2623" fmla="*/ 418969 w 3230884"/>
                <a:gd name="csY2623" fmla="*/ 1380160 h 1498637"/>
                <a:gd name="csX2624" fmla="*/ 414669 w 3230884"/>
                <a:gd name="csY2624" fmla="*/ 1384460 h 1498637"/>
                <a:gd name="csX2625" fmla="*/ 412758 w 3230884"/>
                <a:gd name="csY2625" fmla="*/ 1385416 h 1498637"/>
                <a:gd name="csX2626" fmla="*/ 410370 w 3230884"/>
                <a:gd name="csY2626" fmla="*/ 1385893 h 1498637"/>
                <a:gd name="csX2627" fmla="*/ 406070 w 3230884"/>
                <a:gd name="csY2627" fmla="*/ 1387326 h 1498637"/>
                <a:gd name="csX2628" fmla="*/ 405115 w 3230884"/>
                <a:gd name="csY2628" fmla="*/ 1387326 h 1498637"/>
                <a:gd name="csX2629" fmla="*/ 403681 w 3230884"/>
                <a:gd name="csY2629" fmla="*/ 1386849 h 1498637"/>
                <a:gd name="csX2630" fmla="*/ 402726 w 3230884"/>
                <a:gd name="csY2630" fmla="*/ 1387326 h 1498637"/>
                <a:gd name="csX2631" fmla="*/ 402249 w 3230884"/>
                <a:gd name="csY2631" fmla="*/ 1389237 h 1498637"/>
                <a:gd name="csX2632" fmla="*/ 401293 w 3230884"/>
                <a:gd name="csY2632" fmla="*/ 1387804 h 1498637"/>
                <a:gd name="csX2633" fmla="*/ 399860 w 3230884"/>
                <a:gd name="csY2633" fmla="*/ 1386849 h 1498637"/>
                <a:gd name="csX2634" fmla="*/ 399382 w 3230884"/>
                <a:gd name="csY2634" fmla="*/ 1386849 h 1498637"/>
                <a:gd name="csX2635" fmla="*/ 398904 w 3230884"/>
                <a:gd name="csY2635" fmla="*/ 1386849 h 1498637"/>
                <a:gd name="csX2636" fmla="*/ 399860 w 3230884"/>
                <a:gd name="csY2636" fmla="*/ 1388760 h 1498637"/>
                <a:gd name="csX2637" fmla="*/ 400338 w 3230884"/>
                <a:gd name="csY2637" fmla="*/ 1390670 h 1498637"/>
                <a:gd name="csX2638" fmla="*/ 399860 w 3230884"/>
                <a:gd name="csY2638" fmla="*/ 1391626 h 1498637"/>
                <a:gd name="csX2639" fmla="*/ 399382 w 3230884"/>
                <a:gd name="csY2639" fmla="*/ 1392581 h 1498637"/>
                <a:gd name="csX2640" fmla="*/ 398904 w 3230884"/>
                <a:gd name="csY2640" fmla="*/ 1393059 h 1498637"/>
                <a:gd name="csX2641" fmla="*/ 397949 w 3230884"/>
                <a:gd name="csY2641" fmla="*/ 1393537 h 1498637"/>
                <a:gd name="csX2642" fmla="*/ 397471 w 3230884"/>
                <a:gd name="csY2642" fmla="*/ 1396881 h 1498637"/>
                <a:gd name="csX2643" fmla="*/ 396515 w 3230884"/>
                <a:gd name="csY2643" fmla="*/ 1398792 h 1498637"/>
                <a:gd name="csX2644" fmla="*/ 395560 w 3230884"/>
                <a:gd name="csY2644" fmla="*/ 1400703 h 1498637"/>
                <a:gd name="csX2645" fmla="*/ 394127 w 3230884"/>
                <a:gd name="csY2645" fmla="*/ 1403569 h 1498637"/>
                <a:gd name="csX2646" fmla="*/ 392694 w 3230884"/>
                <a:gd name="csY2646" fmla="*/ 1405002 h 1498637"/>
                <a:gd name="csX2647" fmla="*/ 392216 w 3230884"/>
                <a:gd name="csY2647" fmla="*/ 1406913 h 1498637"/>
                <a:gd name="csX2648" fmla="*/ 391261 w 3230884"/>
                <a:gd name="csY2648" fmla="*/ 1408824 h 1498637"/>
                <a:gd name="csX2649" fmla="*/ 390305 w 3230884"/>
                <a:gd name="csY2649" fmla="*/ 1408346 h 1498637"/>
                <a:gd name="csX2650" fmla="*/ 389827 w 3230884"/>
                <a:gd name="csY2650" fmla="*/ 1407391 h 1498637"/>
                <a:gd name="csX2651" fmla="*/ 389349 w 3230884"/>
                <a:gd name="csY2651" fmla="*/ 1408824 h 1498637"/>
                <a:gd name="csX2652" fmla="*/ 388872 w 3230884"/>
                <a:gd name="csY2652" fmla="*/ 1409780 h 1498637"/>
                <a:gd name="csX2653" fmla="*/ 386483 w 3230884"/>
                <a:gd name="csY2653" fmla="*/ 1411691 h 1498637"/>
                <a:gd name="csX2654" fmla="*/ 385050 w 3230884"/>
                <a:gd name="csY2654" fmla="*/ 1413124 h 1498637"/>
                <a:gd name="csX2655" fmla="*/ 384095 w 3230884"/>
                <a:gd name="csY2655" fmla="*/ 1415512 h 1498637"/>
                <a:gd name="csX2656" fmla="*/ 384095 w 3230884"/>
                <a:gd name="csY2656" fmla="*/ 1416946 h 1498637"/>
                <a:gd name="csX2657" fmla="*/ 384095 w 3230884"/>
                <a:gd name="csY2657" fmla="*/ 1418379 h 1498637"/>
                <a:gd name="csX2658" fmla="*/ 384572 w 3230884"/>
                <a:gd name="csY2658" fmla="*/ 1419334 h 1498637"/>
                <a:gd name="csX2659" fmla="*/ 387917 w 3230884"/>
                <a:gd name="csY2659" fmla="*/ 1419812 h 1498637"/>
                <a:gd name="csX2660" fmla="*/ 390305 w 3230884"/>
                <a:gd name="csY2660" fmla="*/ 1421245 h 1498637"/>
                <a:gd name="csX2661" fmla="*/ 392216 w 3230884"/>
                <a:gd name="csY2661" fmla="*/ 1423156 h 1498637"/>
                <a:gd name="csX2662" fmla="*/ 394127 w 3230884"/>
                <a:gd name="csY2662" fmla="*/ 1425067 h 1498637"/>
                <a:gd name="csX2663" fmla="*/ 396038 w 3230884"/>
                <a:gd name="csY2663" fmla="*/ 1426978 h 1498637"/>
                <a:gd name="csX2664" fmla="*/ 396993 w 3230884"/>
                <a:gd name="csY2664" fmla="*/ 1429844 h 1498637"/>
                <a:gd name="csX2665" fmla="*/ 398426 w 3230884"/>
                <a:gd name="csY2665" fmla="*/ 1435099 h 1498637"/>
                <a:gd name="csX2666" fmla="*/ 398904 w 3230884"/>
                <a:gd name="csY2666" fmla="*/ 1440832 h 1498637"/>
                <a:gd name="csX2667" fmla="*/ 400815 w 3230884"/>
                <a:gd name="csY2667" fmla="*/ 1434144 h 1498637"/>
                <a:gd name="csX2668" fmla="*/ 402726 w 3230884"/>
                <a:gd name="csY2668" fmla="*/ 1432711 h 1498637"/>
                <a:gd name="csX2669" fmla="*/ 402249 w 3230884"/>
                <a:gd name="csY2669" fmla="*/ 1434622 h 1498637"/>
                <a:gd name="csX2670" fmla="*/ 400815 w 3230884"/>
                <a:gd name="csY2670" fmla="*/ 1437966 h 1498637"/>
                <a:gd name="csX2671" fmla="*/ 399860 w 3230884"/>
                <a:gd name="csY2671" fmla="*/ 1442265 h 1498637"/>
                <a:gd name="csX2672" fmla="*/ 399382 w 3230884"/>
                <a:gd name="csY2672" fmla="*/ 1445132 h 1498637"/>
                <a:gd name="csX2673" fmla="*/ 399860 w 3230884"/>
                <a:gd name="csY2673" fmla="*/ 1447998 h 1498637"/>
                <a:gd name="csX2674" fmla="*/ 399860 w 3230884"/>
                <a:gd name="csY2674" fmla="*/ 1449431 h 1498637"/>
                <a:gd name="csX2675" fmla="*/ 398904 w 3230884"/>
                <a:gd name="csY2675" fmla="*/ 1453731 h 1498637"/>
                <a:gd name="csX2676" fmla="*/ 399382 w 3230884"/>
                <a:gd name="csY2676" fmla="*/ 1454686 h 1498637"/>
                <a:gd name="csX2677" fmla="*/ 400338 w 3230884"/>
                <a:gd name="csY2677" fmla="*/ 1455642 h 1498637"/>
                <a:gd name="csX2678" fmla="*/ 402249 w 3230884"/>
                <a:gd name="csY2678" fmla="*/ 1457075 h 1498637"/>
                <a:gd name="csX2679" fmla="*/ 403681 w 3230884"/>
                <a:gd name="csY2679" fmla="*/ 1459464 h 1498637"/>
                <a:gd name="csX2680" fmla="*/ 404159 w 3230884"/>
                <a:gd name="csY2680" fmla="*/ 1462808 h 1498637"/>
                <a:gd name="csX2681" fmla="*/ 405115 w 3230884"/>
                <a:gd name="csY2681" fmla="*/ 1463763 h 1498637"/>
                <a:gd name="csX2682" fmla="*/ 406070 w 3230884"/>
                <a:gd name="csY2682" fmla="*/ 1464241 h 1498637"/>
                <a:gd name="csX2683" fmla="*/ 411325 w 3230884"/>
                <a:gd name="csY2683" fmla="*/ 1470929 h 1498637"/>
                <a:gd name="csX2684" fmla="*/ 414192 w 3230884"/>
                <a:gd name="csY2684" fmla="*/ 1474751 h 1498637"/>
                <a:gd name="csX2685" fmla="*/ 415625 w 3230884"/>
                <a:gd name="csY2685" fmla="*/ 1477617 h 1498637"/>
                <a:gd name="csX2686" fmla="*/ 417058 w 3230884"/>
                <a:gd name="csY2686" fmla="*/ 1480484 h 1498637"/>
                <a:gd name="csX2687" fmla="*/ 418013 w 3230884"/>
                <a:gd name="csY2687" fmla="*/ 1481439 h 1498637"/>
                <a:gd name="csX2688" fmla="*/ 418969 w 3230884"/>
                <a:gd name="csY2688" fmla="*/ 1481917 h 1498637"/>
                <a:gd name="csX2689" fmla="*/ 420880 w 3230884"/>
                <a:gd name="csY2689" fmla="*/ 1483350 h 1498637"/>
                <a:gd name="csX2690" fmla="*/ 419924 w 3230884"/>
                <a:gd name="csY2690" fmla="*/ 1484783 h 1498637"/>
                <a:gd name="csX2691" fmla="*/ 418013 w 3230884"/>
                <a:gd name="csY2691" fmla="*/ 1487649 h 1498637"/>
                <a:gd name="csX2692" fmla="*/ 417536 w 3230884"/>
                <a:gd name="csY2692" fmla="*/ 1489083 h 1498637"/>
                <a:gd name="csX2693" fmla="*/ 415625 w 3230884"/>
                <a:gd name="csY2693" fmla="*/ 1490516 h 1498637"/>
                <a:gd name="csX2694" fmla="*/ 412281 w 3230884"/>
                <a:gd name="csY2694" fmla="*/ 1491949 h 1498637"/>
                <a:gd name="csX2695" fmla="*/ 410847 w 3230884"/>
                <a:gd name="csY2695" fmla="*/ 1492427 h 1498637"/>
                <a:gd name="csX2696" fmla="*/ 410847 w 3230884"/>
                <a:gd name="csY2696" fmla="*/ 1492427 h 1498637"/>
                <a:gd name="csX2697" fmla="*/ 408936 w 3230884"/>
                <a:gd name="csY2697" fmla="*/ 1495293 h 1498637"/>
                <a:gd name="csX2698" fmla="*/ 408936 w 3230884"/>
                <a:gd name="csY2698" fmla="*/ 1495771 h 1498637"/>
                <a:gd name="csX2699" fmla="*/ 407026 w 3230884"/>
                <a:gd name="csY2699" fmla="*/ 1498637 h 1498637"/>
                <a:gd name="csX2700" fmla="*/ 405592 w 3230884"/>
                <a:gd name="csY2700" fmla="*/ 1498637 h 1498637"/>
                <a:gd name="csX2701" fmla="*/ 401293 w 3230884"/>
                <a:gd name="csY2701" fmla="*/ 1498160 h 1498637"/>
                <a:gd name="csX2702" fmla="*/ 399860 w 3230884"/>
                <a:gd name="csY2702" fmla="*/ 1498160 h 1498637"/>
                <a:gd name="csX2703" fmla="*/ 396038 w 3230884"/>
                <a:gd name="csY2703" fmla="*/ 1496726 h 1498637"/>
                <a:gd name="csX2704" fmla="*/ 395083 w 3230884"/>
                <a:gd name="csY2704" fmla="*/ 1495771 h 1498637"/>
                <a:gd name="csX2705" fmla="*/ 394604 w 3230884"/>
                <a:gd name="csY2705" fmla="*/ 1494815 h 1498637"/>
                <a:gd name="csX2706" fmla="*/ 393649 w 3230884"/>
                <a:gd name="csY2706" fmla="*/ 1492427 h 1498637"/>
                <a:gd name="csX2707" fmla="*/ 393649 w 3230884"/>
                <a:gd name="csY2707" fmla="*/ 1492427 h 1498637"/>
                <a:gd name="csX2708" fmla="*/ 392694 w 3230884"/>
                <a:gd name="csY2708" fmla="*/ 1490994 h 1498637"/>
                <a:gd name="csX2709" fmla="*/ 392694 w 3230884"/>
                <a:gd name="csY2709" fmla="*/ 1490994 h 1498637"/>
                <a:gd name="csX2710" fmla="*/ 390783 w 3230884"/>
                <a:gd name="csY2710" fmla="*/ 1490038 h 1498637"/>
                <a:gd name="csX2711" fmla="*/ 390783 w 3230884"/>
                <a:gd name="csY2711" fmla="*/ 1490038 h 1498637"/>
                <a:gd name="csX2712" fmla="*/ 389827 w 3230884"/>
                <a:gd name="csY2712" fmla="*/ 1489560 h 1498637"/>
                <a:gd name="csX2713" fmla="*/ 389349 w 3230884"/>
                <a:gd name="csY2713" fmla="*/ 1488605 h 1498637"/>
                <a:gd name="csX2714" fmla="*/ 388394 w 3230884"/>
                <a:gd name="csY2714" fmla="*/ 1487172 h 1498637"/>
                <a:gd name="csX2715" fmla="*/ 388394 w 3230884"/>
                <a:gd name="csY2715" fmla="*/ 1487172 h 1498637"/>
                <a:gd name="csX2716" fmla="*/ 386483 w 3230884"/>
                <a:gd name="csY2716" fmla="*/ 1485739 h 1498637"/>
                <a:gd name="csX2717" fmla="*/ 384572 w 3230884"/>
                <a:gd name="csY2717" fmla="*/ 1483828 h 1498637"/>
                <a:gd name="csX2718" fmla="*/ 384572 w 3230884"/>
                <a:gd name="csY2718" fmla="*/ 1483828 h 1498637"/>
                <a:gd name="csX2719" fmla="*/ 383617 w 3230884"/>
                <a:gd name="csY2719" fmla="*/ 1483350 h 1498637"/>
                <a:gd name="csX2720" fmla="*/ 382184 w 3230884"/>
                <a:gd name="csY2720" fmla="*/ 1483828 h 1498637"/>
                <a:gd name="csX2721" fmla="*/ 381228 w 3230884"/>
                <a:gd name="csY2721" fmla="*/ 1484306 h 1498637"/>
                <a:gd name="csX2722" fmla="*/ 380751 w 3230884"/>
                <a:gd name="csY2722" fmla="*/ 1483828 h 1498637"/>
                <a:gd name="csX2723" fmla="*/ 380751 w 3230884"/>
                <a:gd name="csY2723" fmla="*/ 1482395 h 1498637"/>
                <a:gd name="csX2724" fmla="*/ 380751 w 3230884"/>
                <a:gd name="csY2724" fmla="*/ 1482395 h 1498637"/>
                <a:gd name="csX2725" fmla="*/ 378362 w 3230884"/>
                <a:gd name="csY2725" fmla="*/ 1481917 h 1498637"/>
                <a:gd name="csX2726" fmla="*/ 377884 w 3230884"/>
                <a:gd name="csY2726" fmla="*/ 1481917 h 1498637"/>
                <a:gd name="csX2727" fmla="*/ 377884 w 3230884"/>
                <a:gd name="csY2727" fmla="*/ 1481439 h 1498637"/>
                <a:gd name="csX2728" fmla="*/ 375018 w 3230884"/>
                <a:gd name="csY2728" fmla="*/ 1480484 h 1498637"/>
                <a:gd name="csX2729" fmla="*/ 374062 w 3230884"/>
                <a:gd name="csY2729" fmla="*/ 1479528 h 1498637"/>
                <a:gd name="csX2730" fmla="*/ 374062 w 3230884"/>
                <a:gd name="csY2730" fmla="*/ 1479528 h 1498637"/>
                <a:gd name="csX2731" fmla="*/ 373107 w 3230884"/>
                <a:gd name="csY2731" fmla="*/ 1479528 h 1498637"/>
                <a:gd name="csX2732" fmla="*/ 370718 w 3230884"/>
                <a:gd name="csY2732" fmla="*/ 1479050 h 1498637"/>
                <a:gd name="csX2733" fmla="*/ 368807 w 3230884"/>
                <a:gd name="csY2733" fmla="*/ 1478573 h 1498637"/>
                <a:gd name="csX2734" fmla="*/ 368329 w 3230884"/>
                <a:gd name="csY2734" fmla="*/ 1477617 h 1498637"/>
                <a:gd name="csX2735" fmla="*/ 368329 w 3230884"/>
                <a:gd name="csY2735" fmla="*/ 1477617 h 1498637"/>
                <a:gd name="csX2736" fmla="*/ 366896 w 3230884"/>
                <a:gd name="csY2736" fmla="*/ 1476662 h 1498637"/>
                <a:gd name="csX2737" fmla="*/ 364508 w 3230884"/>
                <a:gd name="csY2737" fmla="*/ 1475229 h 1498637"/>
                <a:gd name="csX2738" fmla="*/ 362597 w 3230884"/>
                <a:gd name="csY2738" fmla="*/ 1474273 h 1498637"/>
                <a:gd name="csX2739" fmla="*/ 362597 w 3230884"/>
                <a:gd name="csY2739" fmla="*/ 1473795 h 1498637"/>
                <a:gd name="csX2740" fmla="*/ 363552 w 3230884"/>
                <a:gd name="csY2740" fmla="*/ 1470451 h 1498637"/>
                <a:gd name="csX2741" fmla="*/ 364508 w 3230884"/>
                <a:gd name="csY2741" fmla="*/ 1467585 h 1498637"/>
                <a:gd name="csX2742" fmla="*/ 364030 w 3230884"/>
                <a:gd name="csY2742" fmla="*/ 1467107 h 1498637"/>
                <a:gd name="csX2743" fmla="*/ 364030 w 3230884"/>
                <a:gd name="csY2743" fmla="*/ 1467107 h 1498637"/>
                <a:gd name="csX2744" fmla="*/ 363074 w 3230884"/>
                <a:gd name="csY2744" fmla="*/ 1466630 h 1498637"/>
                <a:gd name="csX2745" fmla="*/ 361163 w 3230884"/>
                <a:gd name="csY2745" fmla="*/ 1466152 h 1498637"/>
                <a:gd name="csX2746" fmla="*/ 356864 w 3230884"/>
                <a:gd name="csY2746" fmla="*/ 1466152 h 1498637"/>
                <a:gd name="csX2747" fmla="*/ 353997 w 3230884"/>
                <a:gd name="csY2747" fmla="*/ 1463285 h 1498637"/>
                <a:gd name="csX2748" fmla="*/ 353042 w 3230884"/>
                <a:gd name="csY2748" fmla="*/ 1462808 h 1498637"/>
                <a:gd name="csX2749" fmla="*/ 351609 w 3230884"/>
                <a:gd name="csY2749" fmla="*/ 1462330 h 1498637"/>
                <a:gd name="csX2750" fmla="*/ 348742 w 3230884"/>
                <a:gd name="csY2750" fmla="*/ 1461374 h 1498637"/>
                <a:gd name="csX2751" fmla="*/ 347310 w 3230884"/>
                <a:gd name="csY2751" fmla="*/ 1460897 h 1498637"/>
                <a:gd name="csX2752" fmla="*/ 346831 w 3230884"/>
                <a:gd name="csY2752" fmla="*/ 1460897 h 1498637"/>
                <a:gd name="csX2753" fmla="*/ 346831 w 3230884"/>
                <a:gd name="csY2753" fmla="*/ 1460897 h 1498637"/>
                <a:gd name="csX2754" fmla="*/ 345399 w 3230884"/>
                <a:gd name="csY2754" fmla="*/ 1464241 h 1498637"/>
                <a:gd name="csX2755" fmla="*/ 343965 w 3230884"/>
                <a:gd name="csY2755" fmla="*/ 1461852 h 1498637"/>
                <a:gd name="csX2756" fmla="*/ 343010 w 3230884"/>
                <a:gd name="csY2756" fmla="*/ 1461374 h 1498637"/>
                <a:gd name="csX2757" fmla="*/ 341577 w 3230884"/>
                <a:gd name="csY2757" fmla="*/ 1460897 h 1498637"/>
                <a:gd name="csX2758" fmla="*/ 340144 w 3230884"/>
                <a:gd name="csY2758" fmla="*/ 1460897 h 1498637"/>
                <a:gd name="csX2759" fmla="*/ 336799 w 3230884"/>
                <a:gd name="csY2759" fmla="*/ 1461852 h 1498637"/>
                <a:gd name="csX2760" fmla="*/ 334411 w 3230884"/>
                <a:gd name="csY2760" fmla="*/ 1463285 h 1498637"/>
                <a:gd name="csX2761" fmla="*/ 332022 w 3230884"/>
                <a:gd name="csY2761" fmla="*/ 1464241 h 1498637"/>
                <a:gd name="csX2762" fmla="*/ 330111 w 3230884"/>
                <a:gd name="csY2762" fmla="*/ 1464718 h 1498637"/>
                <a:gd name="csX2763" fmla="*/ 329156 w 3230884"/>
                <a:gd name="csY2763" fmla="*/ 1465674 h 1498637"/>
                <a:gd name="csX2764" fmla="*/ 326767 w 3230884"/>
                <a:gd name="csY2764" fmla="*/ 1465196 h 1498637"/>
                <a:gd name="csX2765" fmla="*/ 325334 w 3230884"/>
                <a:gd name="csY2765" fmla="*/ 1464718 h 1498637"/>
                <a:gd name="csX2766" fmla="*/ 324856 w 3230884"/>
                <a:gd name="csY2766" fmla="*/ 1464241 h 1498637"/>
                <a:gd name="csX2767" fmla="*/ 325334 w 3230884"/>
                <a:gd name="csY2767" fmla="*/ 1463285 h 1498637"/>
                <a:gd name="csX2768" fmla="*/ 326289 w 3230884"/>
                <a:gd name="csY2768" fmla="*/ 1462330 h 1498637"/>
                <a:gd name="csX2769" fmla="*/ 326289 w 3230884"/>
                <a:gd name="csY2769" fmla="*/ 1461374 h 1498637"/>
                <a:gd name="csX2770" fmla="*/ 325812 w 3230884"/>
                <a:gd name="csY2770" fmla="*/ 1460897 h 1498637"/>
                <a:gd name="csX2771" fmla="*/ 325812 w 3230884"/>
                <a:gd name="csY2771" fmla="*/ 1460897 h 1498637"/>
                <a:gd name="csX2772" fmla="*/ 322945 w 3230884"/>
                <a:gd name="csY2772" fmla="*/ 1459464 h 1498637"/>
                <a:gd name="csX2773" fmla="*/ 321512 w 3230884"/>
                <a:gd name="csY2773" fmla="*/ 1458508 h 1498637"/>
                <a:gd name="csX2774" fmla="*/ 317212 w 3230884"/>
                <a:gd name="csY2774" fmla="*/ 1457075 h 1498637"/>
                <a:gd name="csX2775" fmla="*/ 311958 w 3230884"/>
                <a:gd name="csY2775" fmla="*/ 1455164 h 1498637"/>
                <a:gd name="csX2776" fmla="*/ 310524 w 3230884"/>
                <a:gd name="csY2776" fmla="*/ 1453731 h 1498637"/>
                <a:gd name="csX2777" fmla="*/ 310047 w 3230884"/>
                <a:gd name="csY2777" fmla="*/ 1452298 h 1498637"/>
                <a:gd name="csX2778" fmla="*/ 308135 w 3230884"/>
                <a:gd name="csY2778" fmla="*/ 1451342 h 1498637"/>
                <a:gd name="csX2779" fmla="*/ 305747 w 3230884"/>
                <a:gd name="csY2779" fmla="*/ 1450387 h 1498637"/>
                <a:gd name="csX2780" fmla="*/ 303836 w 3230884"/>
                <a:gd name="csY2780" fmla="*/ 1450865 h 1498637"/>
                <a:gd name="csX2781" fmla="*/ 301925 w 3230884"/>
                <a:gd name="csY2781" fmla="*/ 1450865 h 1498637"/>
                <a:gd name="csX2782" fmla="*/ 299059 w 3230884"/>
                <a:gd name="csY2782" fmla="*/ 1449431 h 1498637"/>
                <a:gd name="csX2783" fmla="*/ 296192 w 3230884"/>
                <a:gd name="csY2783" fmla="*/ 1448953 h 1498637"/>
                <a:gd name="csX2784" fmla="*/ 292848 w 3230884"/>
                <a:gd name="csY2784" fmla="*/ 1449431 h 1498637"/>
                <a:gd name="csX2785" fmla="*/ 292371 w 3230884"/>
                <a:gd name="csY2785" fmla="*/ 1449909 h 1498637"/>
                <a:gd name="csX2786" fmla="*/ 291415 w 3230884"/>
                <a:gd name="csY2786" fmla="*/ 1449909 h 1498637"/>
                <a:gd name="csX2787" fmla="*/ 282338 w 3230884"/>
                <a:gd name="csY2787" fmla="*/ 1449431 h 1498637"/>
                <a:gd name="csX2788" fmla="*/ 279949 w 3230884"/>
                <a:gd name="csY2788" fmla="*/ 1447998 h 1498637"/>
                <a:gd name="csX2789" fmla="*/ 278039 w 3230884"/>
                <a:gd name="csY2789" fmla="*/ 1446565 h 1498637"/>
                <a:gd name="csX2790" fmla="*/ 272306 w 3230884"/>
                <a:gd name="csY2790" fmla="*/ 1445609 h 1498637"/>
                <a:gd name="csX2791" fmla="*/ 269440 w 3230884"/>
                <a:gd name="csY2791" fmla="*/ 1444176 h 1498637"/>
                <a:gd name="csX2792" fmla="*/ 266573 w 3230884"/>
                <a:gd name="csY2792" fmla="*/ 1442743 h 1498637"/>
                <a:gd name="csX2793" fmla="*/ 263707 w 3230884"/>
                <a:gd name="csY2793" fmla="*/ 1441310 h 1498637"/>
                <a:gd name="csX2794" fmla="*/ 261318 w 3230884"/>
                <a:gd name="csY2794" fmla="*/ 1441788 h 1498637"/>
                <a:gd name="csX2795" fmla="*/ 257496 w 3230884"/>
                <a:gd name="csY2795" fmla="*/ 1441310 h 1498637"/>
                <a:gd name="csX2796" fmla="*/ 253674 w 3230884"/>
                <a:gd name="csY2796" fmla="*/ 1440832 h 1498637"/>
                <a:gd name="csX2797" fmla="*/ 252719 w 3230884"/>
                <a:gd name="csY2797" fmla="*/ 1440832 h 1498637"/>
                <a:gd name="csX2798" fmla="*/ 251286 w 3230884"/>
                <a:gd name="csY2798" fmla="*/ 1442743 h 1498637"/>
                <a:gd name="csX2799" fmla="*/ 251286 w 3230884"/>
                <a:gd name="csY2799" fmla="*/ 1442743 h 1498637"/>
                <a:gd name="csX2800" fmla="*/ 250330 w 3230884"/>
                <a:gd name="csY2800" fmla="*/ 1444176 h 1498637"/>
                <a:gd name="csX2801" fmla="*/ 250330 w 3230884"/>
                <a:gd name="csY2801" fmla="*/ 1444176 h 1498637"/>
                <a:gd name="csX2802" fmla="*/ 248419 w 3230884"/>
                <a:gd name="csY2802" fmla="*/ 1443221 h 1498637"/>
                <a:gd name="csX2803" fmla="*/ 241253 w 3230884"/>
                <a:gd name="csY2803" fmla="*/ 1436533 h 1498637"/>
                <a:gd name="csX2804" fmla="*/ 237432 w 3230884"/>
                <a:gd name="csY2804" fmla="*/ 1432233 h 1498637"/>
                <a:gd name="csX2805" fmla="*/ 225489 w 3230884"/>
                <a:gd name="csY2805" fmla="*/ 1422678 h 1498637"/>
                <a:gd name="csX2806" fmla="*/ 224055 w 3230884"/>
                <a:gd name="csY2806" fmla="*/ 1421723 h 1498637"/>
                <a:gd name="csX2807" fmla="*/ 217367 w 3230884"/>
                <a:gd name="csY2807" fmla="*/ 1420290 h 1498637"/>
                <a:gd name="csX2808" fmla="*/ 214978 w 3230884"/>
                <a:gd name="csY2808" fmla="*/ 1419334 h 1498637"/>
                <a:gd name="csX2809" fmla="*/ 208290 w 3230884"/>
                <a:gd name="csY2809" fmla="*/ 1412168 h 1498637"/>
                <a:gd name="csX2810" fmla="*/ 205424 w 3230884"/>
                <a:gd name="csY2810" fmla="*/ 1413124 h 1498637"/>
                <a:gd name="csX2811" fmla="*/ 202557 w 3230884"/>
                <a:gd name="csY2811" fmla="*/ 1412646 h 1498637"/>
                <a:gd name="csX2812" fmla="*/ 201124 w 3230884"/>
                <a:gd name="csY2812" fmla="*/ 1412168 h 1498637"/>
                <a:gd name="csX2813" fmla="*/ 199691 w 3230884"/>
                <a:gd name="csY2813" fmla="*/ 1411213 h 1498637"/>
                <a:gd name="csX2814" fmla="*/ 198258 w 3230884"/>
                <a:gd name="csY2814" fmla="*/ 1409780 h 1498637"/>
                <a:gd name="csX2815" fmla="*/ 196825 w 3230884"/>
                <a:gd name="csY2815" fmla="*/ 1406913 h 1498637"/>
                <a:gd name="csX2816" fmla="*/ 195391 w 3230884"/>
                <a:gd name="csY2816" fmla="*/ 1405002 h 1498637"/>
                <a:gd name="csX2817" fmla="*/ 190137 w 3230884"/>
                <a:gd name="csY2817" fmla="*/ 1402614 h 1498637"/>
                <a:gd name="csX2818" fmla="*/ 184403 w 3230884"/>
                <a:gd name="csY2818" fmla="*/ 1401181 h 1498637"/>
                <a:gd name="csX2819" fmla="*/ 183926 w 3230884"/>
                <a:gd name="csY2819" fmla="*/ 1400703 h 1498637"/>
                <a:gd name="csX2820" fmla="*/ 183926 w 3230884"/>
                <a:gd name="csY2820" fmla="*/ 1399747 h 1498637"/>
                <a:gd name="csX2821" fmla="*/ 188703 w 3230884"/>
                <a:gd name="csY2821" fmla="*/ 1397836 h 1498637"/>
                <a:gd name="csX2822" fmla="*/ 190137 w 3230884"/>
                <a:gd name="csY2822" fmla="*/ 1396881 h 1498637"/>
                <a:gd name="csX2823" fmla="*/ 187748 w 3230884"/>
                <a:gd name="csY2823" fmla="*/ 1395448 h 1498637"/>
                <a:gd name="csX2824" fmla="*/ 186792 w 3230884"/>
                <a:gd name="csY2824" fmla="*/ 1395448 h 1498637"/>
                <a:gd name="csX2825" fmla="*/ 185837 w 3230884"/>
                <a:gd name="csY2825" fmla="*/ 1394970 h 1498637"/>
                <a:gd name="csX2826" fmla="*/ 187270 w 3230884"/>
                <a:gd name="csY2826" fmla="*/ 1394015 h 1498637"/>
                <a:gd name="csX2827" fmla="*/ 188703 w 3230884"/>
                <a:gd name="csY2827" fmla="*/ 1393537 h 1498637"/>
                <a:gd name="csX2828" fmla="*/ 191092 w 3230884"/>
                <a:gd name="csY2828" fmla="*/ 1394492 h 1498637"/>
                <a:gd name="csX2829" fmla="*/ 193480 w 3230884"/>
                <a:gd name="csY2829" fmla="*/ 1396403 h 1498637"/>
                <a:gd name="csX2830" fmla="*/ 195391 w 3230884"/>
                <a:gd name="csY2830" fmla="*/ 1397359 h 1498637"/>
                <a:gd name="csX2831" fmla="*/ 196825 w 3230884"/>
                <a:gd name="csY2831" fmla="*/ 1396403 h 1498637"/>
                <a:gd name="csX2832" fmla="*/ 203991 w 3230884"/>
                <a:gd name="csY2832" fmla="*/ 1394492 h 1498637"/>
                <a:gd name="csX2833" fmla="*/ 204946 w 3230884"/>
                <a:gd name="csY2833" fmla="*/ 1393537 h 1498637"/>
                <a:gd name="csX2834" fmla="*/ 204946 w 3230884"/>
                <a:gd name="csY2834" fmla="*/ 1391626 h 1498637"/>
                <a:gd name="csX2835" fmla="*/ 203991 w 3230884"/>
                <a:gd name="csY2835" fmla="*/ 1391626 h 1498637"/>
                <a:gd name="csX2836" fmla="*/ 203513 w 3230884"/>
                <a:gd name="csY2836" fmla="*/ 1391626 h 1498637"/>
                <a:gd name="csX2837" fmla="*/ 203513 w 3230884"/>
                <a:gd name="csY2837" fmla="*/ 1389715 h 1498637"/>
                <a:gd name="csX2838" fmla="*/ 204468 w 3230884"/>
                <a:gd name="csY2838" fmla="*/ 1387326 h 1498637"/>
                <a:gd name="csX2839" fmla="*/ 207812 w 3230884"/>
                <a:gd name="csY2839" fmla="*/ 1383504 h 1498637"/>
                <a:gd name="csX2840" fmla="*/ 209723 w 3230884"/>
                <a:gd name="csY2840" fmla="*/ 1378250 h 1498637"/>
                <a:gd name="csX2841" fmla="*/ 211634 w 3230884"/>
                <a:gd name="csY2841" fmla="*/ 1377294 h 1498637"/>
                <a:gd name="csX2842" fmla="*/ 212590 w 3230884"/>
                <a:gd name="csY2842" fmla="*/ 1378250 h 1498637"/>
                <a:gd name="csX2843" fmla="*/ 212590 w 3230884"/>
                <a:gd name="csY2843" fmla="*/ 1379205 h 1498637"/>
                <a:gd name="csX2844" fmla="*/ 212590 w 3230884"/>
                <a:gd name="csY2844" fmla="*/ 1380160 h 1498637"/>
                <a:gd name="csX2845" fmla="*/ 214023 w 3230884"/>
                <a:gd name="csY2845" fmla="*/ 1378250 h 1498637"/>
                <a:gd name="csX2846" fmla="*/ 214978 w 3230884"/>
                <a:gd name="csY2846" fmla="*/ 1375861 h 1498637"/>
                <a:gd name="csX2847" fmla="*/ 217367 w 3230884"/>
                <a:gd name="csY2847" fmla="*/ 1375861 h 1498637"/>
                <a:gd name="csX2848" fmla="*/ 219278 w 3230884"/>
                <a:gd name="csY2848" fmla="*/ 1376339 h 1498637"/>
                <a:gd name="csX2849" fmla="*/ 221189 w 3230884"/>
                <a:gd name="csY2849" fmla="*/ 1376339 h 1498637"/>
                <a:gd name="csX2850" fmla="*/ 217367 w 3230884"/>
                <a:gd name="csY2850" fmla="*/ 1372039 h 1498637"/>
                <a:gd name="csX2851" fmla="*/ 212590 w 3230884"/>
                <a:gd name="csY2851" fmla="*/ 1368217 h 1498637"/>
                <a:gd name="csX2852" fmla="*/ 210679 w 3230884"/>
                <a:gd name="csY2852" fmla="*/ 1368217 h 1498637"/>
                <a:gd name="csX2853" fmla="*/ 209723 w 3230884"/>
                <a:gd name="csY2853" fmla="*/ 1367739 h 1498637"/>
                <a:gd name="csX2854" fmla="*/ 207335 w 3230884"/>
                <a:gd name="csY2854" fmla="*/ 1364395 h 1498637"/>
                <a:gd name="csX2855" fmla="*/ 206379 w 3230884"/>
                <a:gd name="csY2855" fmla="*/ 1362007 h 1498637"/>
                <a:gd name="csX2856" fmla="*/ 208768 w 3230884"/>
                <a:gd name="csY2856" fmla="*/ 1362007 h 1498637"/>
                <a:gd name="csX2857" fmla="*/ 210679 w 3230884"/>
                <a:gd name="csY2857" fmla="*/ 1362485 h 1498637"/>
                <a:gd name="csX2858" fmla="*/ 214501 w 3230884"/>
                <a:gd name="csY2858" fmla="*/ 1360574 h 1498637"/>
                <a:gd name="csX2859" fmla="*/ 215934 w 3230884"/>
                <a:gd name="csY2859" fmla="*/ 1360096 h 1498637"/>
                <a:gd name="csX2860" fmla="*/ 217845 w 3230884"/>
                <a:gd name="csY2860" fmla="*/ 1360574 h 1498637"/>
                <a:gd name="csX2861" fmla="*/ 221189 w 3230884"/>
                <a:gd name="csY2861" fmla="*/ 1361051 h 1498637"/>
                <a:gd name="csX2862" fmla="*/ 220711 w 3230884"/>
                <a:gd name="csY2862" fmla="*/ 1359140 h 1498637"/>
                <a:gd name="csX2863" fmla="*/ 219756 w 3230884"/>
                <a:gd name="csY2863" fmla="*/ 1357229 h 1498637"/>
                <a:gd name="csX2864" fmla="*/ 223578 w 3230884"/>
                <a:gd name="csY2864" fmla="*/ 1355319 h 1498637"/>
                <a:gd name="csX2865" fmla="*/ 226921 w 3230884"/>
                <a:gd name="csY2865" fmla="*/ 1354841 h 1498637"/>
                <a:gd name="csX2866" fmla="*/ 233610 w 3230884"/>
                <a:gd name="csY2866" fmla="*/ 1351497 h 1498637"/>
                <a:gd name="csX2867" fmla="*/ 236476 w 3230884"/>
                <a:gd name="csY2867" fmla="*/ 1351019 h 1498637"/>
                <a:gd name="csX2868" fmla="*/ 236954 w 3230884"/>
                <a:gd name="csY2868" fmla="*/ 1350063 h 1498637"/>
                <a:gd name="csX2869" fmla="*/ 236954 w 3230884"/>
                <a:gd name="csY2869" fmla="*/ 1349108 h 1498637"/>
                <a:gd name="csX2870" fmla="*/ 235998 w 3230884"/>
                <a:gd name="csY2870" fmla="*/ 1346719 h 1498637"/>
                <a:gd name="csX2871" fmla="*/ 235043 w 3230884"/>
                <a:gd name="csY2871" fmla="*/ 1344809 h 1498637"/>
                <a:gd name="csX2872" fmla="*/ 231699 w 3230884"/>
                <a:gd name="csY2872" fmla="*/ 1344809 h 1498637"/>
                <a:gd name="csX2873" fmla="*/ 229788 w 3230884"/>
                <a:gd name="csY2873" fmla="*/ 1347675 h 1498637"/>
                <a:gd name="csX2874" fmla="*/ 224533 w 3230884"/>
                <a:gd name="csY2874" fmla="*/ 1348153 h 1498637"/>
                <a:gd name="csX2875" fmla="*/ 222144 w 3230884"/>
                <a:gd name="csY2875" fmla="*/ 1348153 h 1498637"/>
                <a:gd name="csX2876" fmla="*/ 224055 w 3230884"/>
                <a:gd name="csY2876" fmla="*/ 1346719 h 1498637"/>
                <a:gd name="csX2877" fmla="*/ 225966 w 3230884"/>
                <a:gd name="csY2877" fmla="*/ 1345764 h 1498637"/>
                <a:gd name="csX2878" fmla="*/ 226444 w 3230884"/>
                <a:gd name="csY2878" fmla="*/ 1345286 h 1498637"/>
                <a:gd name="csX2879" fmla="*/ 222622 w 3230884"/>
                <a:gd name="csY2879" fmla="*/ 1345764 h 1498637"/>
                <a:gd name="csX2880" fmla="*/ 220711 w 3230884"/>
                <a:gd name="csY2880" fmla="*/ 1347675 h 1498637"/>
                <a:gd name="csX2881" fmla="*/ 215456 w 3230884"/>
                <a:gd name="csY2881" fmla="*/ 1349586 h 1498637"/>
                <a:gd name="csX2882" fmla="*/ 215456 w 3230884"/>
                <a:gd name="csY2882" fmla="*/ 1348630 h 1498637"/>
                <a:gd name="csX2883" fmla="*/ 215456 w 3230884"/>
                <a:gd name="csY2883" fmla="*/ 1347675 h 1498637"/>
                <a:gd name="csX2884" fmla="*/ 215456 w 3230884"/>
                <a:gd name="csY2884" fmla="*/ 1346242 h 1498637"/>
                <a:gd name="csX2885" fmla="*/ 216412 w 3230884"/>
                <a:gd name="csY2885" fmla="*/ 1345764 h 1498637"/>
                <a:gd name="csX2886" fmla="*/ 216889 w 3230884"/>
                <a:gd name="csY2886" fmla="*/ 1345286 h 1498637"/>
                <a:gd name="csX2887" fmla="*/ 216889 w 3230884"/>
                <a:gd name="csY2887" fmla="*/ 1344809 h 1498637"/>
                <a:gd name="csX2888" fmla="*/ 215934 w 3230884"/>
                <a:gd name="csY2888" fmla="*/ 1344331 h 1498637"/>
                <a:gd name="csX2889" fmla="*/ 215456 w 3230884"/>
                <a:gd name="csY2889" fmla="*/ 1344331 h 1498637"/>
                <a:gd name="csX2890" fmla="*/ 215456 w 3230884"/>
                <a:gd name="csY2890" fmla="*/ 1343375 h 1498637"/>
                <a:gd name="csX2891" fmla="*/ 215456 w 3230884"/>
                <a:gd name="csY2891" fmla="*/ 1342897 h 1498637"/>
                <a:gd name="csX2892" fmla="*/ 215934 w 3230884"/>
                <a:gd name="csY2892" fmla="*/ 1341942 h 1498637"/>
                <a:gd name="csX2893" fmla="*/ 216412 w 3230884"/>
                <a:gd name="csY2893" fmla="*/ 1340987 h 1498637"/>
                <a:gd name="csX2894" fmla="*/ 216412 w 3230884"/>
                <a:gd name="csY2894" fmla="*/ 1339076 h 1498637"/>
                <a:gd name="csX2895" fmla="*/ 216889 w 3230884"/>
                <a:gd name="csY2895" fmla="*/ 1337165 h 1498637"/>
                <a:gd name="csX2896" fmla="*/ 218323 w 3230884"/>
                <a:gd name="csY2896" fmla="*/ 1335732 h 1498637"/>
                <a:gd name="csX2897" fmla="*/ 221189 w 3230884"/>
                <a:gd name="csY2897" fmla="*/ 1335254 h 1498637"/>
                <a:gd name="csX2898" fmla="*/ 224055 w 3230884"/>
                <a:gd name="csY2898" fmla="*/ 1334298 h 1498637"/>
                <a:gd name="csX2899" fmla="*/ 225489 w 3230884"/>
                <a:gd name="csY2899" fmla="*/ 1332865 h 1498637"/>
                <a:gd name="csX2900" fmla="*/ 227399 w 3230884"/>
                <a:gd name="csY2900" fmla="*/ 1329521 h 1498637"/>
                <a:gd name="csX2901" fmla="*/ 229310 w 3230884"/>
                <a:gd name="csY2901" fmla="*/ 1329043 h 1498637"/>
                <a:gd name="csX2902" fmla="*/ 232176 w 3230884"/>
                <a:gd name="csY2902" fmla="*/ 1329521 h 1498637"/>
                <a:gd name="csX2903" fmla="*/ 234087 w 3230884"/>
                <a:gd name="csY2903" fmla="*/ 1329521 h 1498637"/>
                <a:gd name="csX2904" fmla="*/ 238865 w 3230884"/>
                <a:gd name="csY2904" fmla="*/ 1329999 h 1498637"/>
                <a:gd name="csX2905" fmla="*/ 244120 w 3230884"/>
                <a:gd name="csY2905" fmla="*/ 1329521 h 1498637"/>
                <a:gd name="csX2906" fmla="*/ 245553 w 3230884"/>
                <a:gd name="csY2906" fmla="*/ 1329521 h 1498637"/>
                <a:gd name="csX2907" fmla="*/ 246508 w 3230884"/>
                <a:gd name="csY2907" fmla="*/ 1328566 h 1498637"/>
                <a:gd name="csX2908" fmla="*/ 246508 w 3230884"/>
                <a:gd name="csY2908" fmla="*/ 1326177 h 1498637"/>
                <a:gd name="csX2909" fmla="*/ 247464 w 3230884"/>
                <a:gd name="csY2909" fmla="*/ 1324266 h 1498637"/>
                <a:gd name="csX2910" fmla="*/ 248419 w 3230884"/>
                <a:gd name="csY2910" fmla="*/ 1320922 h 1498637"/>
                <a:gd name="csX2911" fmla="*/ 248419 w 3230884"/>
                <a:gd name="csY2911" fmla="*/ 1320922 h 1498637"/>
                <a:gd name="csX2912" fmla="*/ 250330 w 3230884"/>
                <a:gd name="csY2912" fmla="*/ 1319011 h 1498637"/>
                <a:gd name="csX2913" fmla="*/ 250330 w 3230884"/>
                <a:gd name="csY2913" fmla="*/ 1318056 h 1498637"/>
                <a:gd name="csX2914" fmla="*/ 249853 w 3230884"/>
                <a:gd name="csY2914" fmla="*/ 1318056 h 1498637"/>
                <a:gd name="csX2915" fmla="*/ 249853 w 3230884"/>
                <a:gd name="csY2915" fmla="*/ 1318056 h 1498637"/>
                <a:gd name="csX2916" fmla="*/ 249375 w 3230884"/>
                <a:gd name="csY2916" fmla="*/ 1317578 h 1498637"/>
                <a:gd name="csX2917" fmla="*/ 249375 w 3230884"/>
                <a:gd name="csY2917" fmla="*/ 1317578 h 1498637"/>
                <a:gd name="csX2918" fmla="*/ 248419 w 3230884"/>
                <a:gd name="csY2918" fmla="*/ 1317578 h 1498637"/>
                <a:gd name="csX2919" fmla="*/ 247942 w 3230884"/>
                <a:gd name="csY2919" fmla="*/ 1317100 h 1498637"/>
                <a:gd name="csX2920" fmla="*/ 247942 w 3230884"/>
                <a:gd name="csY2920" fmla="*/ 1316145 h 1498637"/>
                <a:gd name="csX2921" fmla="*/ 248897 w 3230884"/>
                <a:gd name="csY2921" fmla="*/ 1315667 h 1498637"/>
                <a:gd name="csX2922" fmla="*/ 248419 w 3230884"/>
                <a:gd name="csY2922" fmla="*/ 1314234 h 1498637"/>
                <a:gd name="csX2923" fmla="*/ 248419 w 3230884"/>
                <a:gd name="csY2923" fmla="*/ 1313756 h 1498637"/>
                <a:gd name="csX2924" fmla="*/ 247942 w 3230884"/>
                <a:gd name="csY2924" fmla="*/ 1311845 h 1498637"/>
                <a:gd name="csX2925" fmla="*/ 247464 w 3230884"/>
                <a:gd name="csY2925" fmla="*/ 1310412 h 1498637"/>
                <a:gd name="csX2926" fmla="*/ 247464 w 3230884"/>
                <a:gd name="csY2926" fmla="*/ 1310412 h 1498637"/>
                <a:gd name="csX2927" fmla="*/ 246508 w 3230884"/>
                <a:gd name="csY2927" fmla="*/ 1309934 h 1498637"/>
                <a:gd name="csX2928" fmla="*/ 246031 w 3230884"/>
                <a:gd name="csY2928" fmla="*/ 1309456 h 1498637"/>
                <a:gd name="csX2929" fmla="*/ 243642 w 3230884"/>
                <a:gd name="csY2929" fmla="*/ 1308979 h 1498637"/>
                <a:gd name="csX2930" fmla="*/ 244598 w 3230884"/>
                <a:gd name="csY2930" fmla="*/ 1307068 h 1498637"/>
                <a:gd name="csX2931" fmla="*/ 245075 w 3230884"/>
                <a:gd name="csY2931" fmla="*/ 1305157 h 1498637"/>
                <a:gd name="csX2932" fmla="*/ 246031 w 3230884"/>
                <a:gd name="csY2932" fmla="*/ 1304202 h 1498637"/>
                <a:gd name="csX2933" fmla="*/ 246986 w 3230884"/>
                <a:gd name="csY2933" fmla="*/ 1303246 h 1498637"/>
                <a:gd name="csX2934" fmla="*/ 248897 w 3230884"/>
                <a:gd name="csY2934" fmla="*/ 1303724 h 1498637"/>
                <a:gd name="csX2935" fmla="*/ 250808 w 3230884"/>
                <a:gd name="csY2935" fmla="*/ 1303246 h 1498637"/>
                <a:gd name="csX2936" fmla="*/ 250808 w 3230884"/>
                <a:gd name="csY2936" fmla="*/ 1302768 h 1498637"/>
                <a:gd name="csX2937" fmla="*/ 250808 w 3230884"/>
                <a:gd name="csY2937" fmla="*/ 1302768 h 1498637"/>
                <a:gd name="csX2938" fmla="*/ 250808 w 3230884"/>
                <a:gd name="csY2938" fmla="*/ 1301813 h 1498637"/>
                <a:gd name="csX2939" fmla="*/ 250808 w 3230884"/>
                <a:gd name="csY2939" fmla="*/ 1301813 h 1498637"/>
                <a:gd name="csX2940" fmla="*/ 248419 w 3230884"/>
                <a:gd name="csY2940" fmla="*/ 1301335 h 1498637"/>
                <a:gd name="csX2941" fmla="*/ 246031 w 3230884"/>
                <a:gd name="csY2941" fmla="*/ 1300380 h 1498637"/>
                <a:gd name="csX2942" fmla="*/ 245075 w 3230884"/>
                <a:gd name="csY2942" fmla="*/ 1299424 h 1498637"/>
                <a:gd name="csX2943" fmla="*/ 245075 w 3230884"/>
                <a:gd name="csY2943" fmla="*/ 1298946 h 1498637"/>
                <a:gd name="csX2944" fmla="*/ 244598 w 3230884"/>
                <a:gd name="csY2944" fmla="*/ 1297513 h 1498637"/>
                <a:gd name="csX2945" fmla="*/ 246031 w 3230884"/>
                <a:gd name="csY2945" fmla="*/ 1297036 h 1498637"/>
                <a:gd name="csX2946" fmla="*/ 248897 w 3230884"/>
                <a:gd name="csY2946" fmla="*/ 1296080 h 1498637"/>
                <a:gd name="csX2947" fmla="*/ 250330 w 3230884"/>
                <a:gd name="csY2947" fmla="*/ 1294169 h 1498637"/>
                <a:gd name="csX2948" fmla="*/ 252241 w 3230884"/>
                <a:gd name="csY2948" fmla="*/ 1292258 h 1498637"/>
                <a:gd name="csX2949" fmla="*/ 253197 w 3230884"/>
                <a:gd name="csY2949" fmla="*/ 1290825 h 1498637"/>
                <a:gd name="csX2950" fmla="*/ 253674 w 3230884"/>
                <a:gd name="csY2950" fmla="*/ 1289392 h 1498637"/>
                <a:gd name="csX2951" fmla="*/ 253197 w 3230884"/>
                <a:gd name="csY2951" fmla="*/ 1287481 h 1498637"/>
                <a:gd name="csX2952" fmla="*/ 253197 w 3230884"/>
                <a:gd name="csY2952" fmla="*/ 1287481 h 1498637"/>
                <a:gd name="csX2953" fmla="*/ 252241 w 3230884"/>
                <a:gd name="csY2953" fmla="*/ 1286048 h 1498637"/>
                <a:gd name="csX2954" fmla="*/ 252241 w 3230884"/>
                <a:gd name="csY2954" fmla="*/ 1284137 h 1498637"/>
                <a:gd name="csX2955" fmla="*/ 252719 w 3230884"/>
                <a:gd name="csY2955" fmla="*/ 1282704 h 1498637"/>
                <a:gd name="csX2956" fmla="*/ 252719 w 3230884"/>
                <a:gd name="csY2956" fmla="*/ 1282704 h 1498637"/>
                <a:gd name="csX2957" fmla="*/ 252719 w 3230884"/>
                <a:gd name="csY2957" fmla="*/ 1281748 h 1498637"/>
                <a:gd name="csX2958" fmla="*/ 252241 w 3230884"/>
                <a:gd name="csY2958" fmla="*/ 1281748 h 1498637"/>
                <a:gd name="csX2959" fmla="*/ 252241 w 3230884"/>
                <a:gd name="csY2959" fmla="*/ 1281748 h 1498637"/>
                <a:gd name="csX2960" fmla="*/ 251286 w 3230884"/>
                <a:gd name="csY2960" fmla="*/ 1281270 h 1498637"/>
                <a:gd name="csX2961" fmla="*/ 249853 w 3230884"/>
                <a:gd name="csY2961" fmla="*/ 1281270 h 1498637"/>
                <a:gd name="csX2962" fmla="*/ 248419 w 3230884"/>
                <a:gd name="csY2962" fmla="*/ 1282226 h 1498637"/>
                <a:gd name="csX2963" fmla="*/ 246508 w 3230884"/>
                <a:gd name="csY2963" fmla="*/ 1281748 h 1498637"/>
                <a:gd name="csX2964" fmla="*/ 243642 w 3230884"/>
                <a:gd name="csY2964" fmla="*/ 1279837 h 1498637"/>
                <a:gd name="csX2965" fmla="*/ 243642 w 3230884"/>
                <a:gd name="csY2965" fmla="*/ 1279837 h 1498637"/>
                <a:gd name="csX2966" fmla="*/ 240298 w 3230884"/>
                <a:gd name="csY2966" fmla="*/ 1277449 h 1498637"/>
                <a:gd name="csX2967" fmla="*/ 238387 w 3230884"/>
                <a:gd name="csY2967" fmla="*/ 1277449 h 1498637"/>
                <a:gd name="csX2968" fmla="*/ 236954 w 3230884"/>
                <a:gd name="csY2968" fmla="*/ 1276971 h 1498637"/>
                <a:gd name="csX2969" fmla="*/ 235998 w 3230884"/>
                <a:gd name="csY2969" fmla="*/ 1276015 h 1498637"/>
                <a:gd name="csX2970" fmla="*/ 235043 w 3230884"/>
                <a:gd name="csY2970" fmla="*/ 1274582 h 1498637"/>
                <a:gd name="csX2971" fmla="*/ 235043 w 3230884"/>
                <a:gd name="csY2971" fmla="*/ 1274582 h 1498637"/>
                <a:gd name="csX2972" fmla="*/ 234565 w 3230884"/>
                <a:gd name="csY2972" fmla="*/ 1274104 h 1498637"/>
                <a:gd name="csX2973" fmla="*/ 233132 w 3230884"/>
                <a:gd name="csY2973" fmla="*/ 1274582 h 1498637"/>
                <a:gd name="csX2974" fmla="*/ 231699 w 3230884"/>
                <a:gd name="csY2974" fmla="*/ 1275060 h 1498637"/>
                <a:gd name="csX2975" fmla="*/ 229310 w 3230884"/>
                <a:gd name="csY2975" fmla="*/ 1275060 h 1498637"/>
                <a:gd name="csX2976" fmla="*/ 226444 w 3230884"/>
                <a:gd name="csY2976" fmla="*/ 1273149 h 1498637"/>
                <a:gd name="csX2977" fmla="*/ 224055 w 3230884"/>
                <a:gd name="csY2977" fmla="*/ 1271238 h 1498637"/>
                <a:gd name="csX2978" fmla="*/ 222144 w 3230884"/>
                <a:gd name="csY2978" fmla="*/ 1271238 h 1498637"/>
                <a:gd name="csX2979" fmla="*/ 220233 w 3230884"/>
                <a:gd name="csY2979" fmla="*/ 1270760 h 1498637"/>
                <a:gd name="csX2980" fmla="*/ 216412 w 3230884"/>
                <a:gd name="csY2980" fmla="*/ 1268372 h 1498637"/>
                <a:gd name="csX2981" fmla="*/ 215456 w 3230884"/>
                <a:gd name="csY2981" fmla="*/ 1268372 h 1498637"/>
                <a:gd name="csX2982" fmla="*/ 214501 w 3230884"/>
                <a:gd name="csY2982" fmla="*/ 1269327 h 1498637"/>
                <a:gd name="csX2983" fmla="*/ 214501 w 3230884"/>
                <a:gd name="csY2983" fmla="*/ 1271238 h 1498637"/>
                <a:gd name="csX2984" fmla="*/ 214023 w 3230884"/>
                <a:gd name="csY2984" fmla="*/ 1271716 h 1498637"/>
                <a:gd name="csX2985" fmla="*/ 213545 w 3230884"/>
                <a:gd name="csY2985" fmla="*/ 1271716 h 1498637"/>
                <a:gd name="csX2986" fmla="*/ 212112 w 3230884"/>
                <a:gd name="csY2986" fmla="*/ 1272194 h 1498637"/>
                <a:gd name="csX2987" fmla="*/ 210201 w 3230884"/>
                <a:gd name="csY2987" fmla="*/ 1270760 h 1498637"/>
                <a:gd name="csX2988" fmla="*/ 205424 w 3230884"/>
                <a:gd name="csY2988" fmla="*/ 1266939 h 1498637"/>
                <a:gd name="csX2989" fmla="*/ 205424 w 3230884"/>
                <a:gd name="csY2989" fmla="*/ 1266939 h 1498637"/>
                <a:gd name="csX2990" fmla="*/ 203513 w 3230884"/>
                <a:gd name="csY2990" fmla="*/ 1264072 h 1498637"/>
                <a:gd name="csX2991" fmla="*/ 203035 w 3230884"/>
                <a:gd name="csY2991" fmla="*/ 1261683 h 1498637"/>
                <a:gd name="csX2992" fmla="*/ 203035 w 3230884"/>
                <a:gd name="csY2992" fmla="*/ 1261683 h 1498637"/>
                <a:gd name="csX2993" fmla="*/ 201124 w 3230884"/>
                <a:gd name="csY2993" fmla="*/ 1260250 h 1498637"/>
                <a:gd name="csX2994" fmla="*/ 201124 w 3230884"/>
                <a:gd name="csY2994" fmla="*/ 1260250 h 1498637"/>
                <a:gd name="csX2995" fmla="*/ 201124 w 3230884"/>
                <a:gd name="csY2995" fmla="*/ 1260250 h 1498637"/>
                <a:gd name="csX2996" fmla="*/ 199691 w 3230884"/>
                <a:gd name="csY2996" fmla="*/ 1258339 h 1498637"/>
                <a:gd name="csX2997" fmla="*/ 198258 w 3230884"/>
                <a:gd name="csY2997" fmla="*/ 1257862 h 1498637"/>
                <a:gd name="csX2998" fmla="*/ 196347 w 3230884"/>
                <a:gd name="csY2998" fmla="*/ 1258817 h 1498637"/>
                <a:gd name="csX2999" fmla="*/ 194914 w 3230884"/>
                <a:gd name="csY2999" fmla="*/ 1259773 h 1498637"/>
                <a:gd name="csX3000" fmla="*/ 193958 w 3230884"/>
                <a:gd name="csY3000" fmla="*/ 1259773 h 1498637"/>
                <a:gd name="csX3001" fmla="*/ 191092 w 3230884"/>
                <a:gd name="csY3001" fmla="*/ 1260250 h 1498637"/>
                <a:gd name="csX3002" fmla="*/ 186792 w 3230884"/>
                <a:gd name="csY3002" fmla="*/ 1261683 h 1498637"/>
                <a:gd name="csX3003" fmla="*/ 185359 w 3230884"/>
                <a:gd name="csY3003" fmla="*/ 1263117 h 1498637"/>
                <a:gd name="csX3004" fmla="*/ 183926 w 3230884"/>
                <a:gd name="csY3004" fmla="*/ 1264072 h 1498637"/>
                <a:gd name="csX3005" fmla="*/ 182493 w 3230884"/>
                <a:gd name="csY3005" fmla="*/ 1263117 h 1498637"/>
                <a:gd name="csX3006" fmla="*/ 181537 w 3230884"/>
                <a:gd name="csY3006" fmla="*/ 1262161 h 1498637"/>
                <a:gd name="csX3007" fmla="*/ 181537 w 3230884"/>
                <a:gd name="csY3007" fmla="*/ 1262161 h 1498637"/>
                <a:gd name="csX3008" fmla="*/ 178671 w 3230884"/>
                <a:gd name="csY3008" fmla="*/ 1261683 h 1498637"/>
                <a:gd name="csX3009" fmla="*/ 177716 w 3230884"/>
                <a:gd name="csY3009" fmla="*/ 1262161 h 1498637"/>
                <a:gd name="csX3010" fmla="*/ 176282 w 3230884"/>
                <a:gd name="csY3010" fmla="*/ 1261206 h 1498637"/>
                <a:gd name="csX3011" fmla="*/ 176282 w 3230884"/>
                <a:gd name="csY3011" fmla="*/ 1261206 h 1498637"/>
                <a:gd name="csX3012" fmla="*/ 175327 w 3230884"/>
                <a:gd name="csY3012" fmla="*/ 1259773 h 1498637"/>
                <a:gd name="csX3013" fmla="*/ 175327 w 3230884"/>
                <a:gd name="csY3013" fmla="*/ 1259295 h 1498637"/>
                <a:gd name="csX3014" fmla="*/ 173894 w 3230884"/>
                <a:gd name="csY3014" fmla="*/ 1258339 h 1498637"/>
                <a:gd name="csX3015" fmla="*/ 173894 w 3230884"/>
                <a:gd name="csY3015" fmla="*/ 1258339 h 1498637"/>
                <a:gd name="csX3016" fmla="*/ 171505 w 3230884"/>
                <a:gd name="csY3016" fmla="*/ 1257862 h 1498637"/>
                <a:gd name="csX3017" fmla="*/ 169594 w 3230884"/>
                <a:gd name="csY3017" fmla="*/ 1257384 h 1498637"/>
                <a:gd name="csX3018" fmla="*/ 167683 w 3230884"/>
                <a:gd name="csY3018" fmla="*/ 1258339 h 1498637"/>
                <a:gd name="csX3019" fmla="*/ 165294 w 3230884"/>
                <a:gd name="csY3019" fmla="*/ 1260250 h 1498637"/>
                <a:gd name="csX3020" fmla="*/ 163384 w 3230884"/>
                <a:gd name="csY3020" fmla="*/ 1259295 h 1498637"/>
                <a:gd name="csX3021" fmla="*/ 162428 w 3230884"/>
                <a:gd name="csY3021" fmla="*/ 1257384 h 1498637"/>
                <a:gd name="csX3022" fmla="*/ 162428 w 3230884"/>
                <a:gd name="csY3022" fmla="*/ 1257384 h 1498637"/>
                <a:gd name="csX3023" fmla="*/ 161473 w 3230884"/>
                <a:gd name="csY3023" fmla="*/ 1256906 h 1498637"/>
                <a:gd name="csX3024" fmla="*/ 160039 w 3230884"/>
                <a:gd name="csY3024" fmla="*/ 1254518 h 1498637"/>
                <a:gd name="csX3025" fmla="*/ 159562 w 3230884"/>
                <a:gd name="csY3025" fmla="*/ 1252607 h 1498637"/>
                <a:gd name="csX3026" fmla="*/ 160039 w 3230884"/>
                <a:gd name="csY3026" fmla="*/ 1251651 h 1498637"/>
                <a:gd name="csX3027" fmla="*/ 160517 w 3230884"/>
                <a:gd name="csY3027" fmla="*/ 1250696 h 1498637"/>
                <a:gd name="csX3028" fmla="*/ 160517 w 3230884"/>
                <a:gd name="csY3028" fmla="*/ 1250696 h 1498637"/>
                <a:gd name="csX3029" fmla="*/ 160517 w 3230884"/>
                <a:gd name="csY3029" fmla="*/ 1249263 h 1498637"/>
                <a:gd name="csX3030" fmla="*/ 160517 w 3230884"/>
                <a:gd name="csY3030" fmla="*/ 1249263 h 1498637"/>
                <a:gd name="csX3031" fmla="*/ 160039 w 3230884"/>
                <a:gd name="csY3031" fmla="*/ 1248307 h 1498637"/>
                <a:gd name="csX3032" fmla="*/ 159562 w 3230884"/>
                <a:gd name="csY3032" fmla="*/ 1247352 h 1498637"/>
                <a:gd name="csX3033" fmla="*/ 158607 w 3230884"/>
                <a:gd name="csY3033" fmla="*/ 1244485 h 1498637"/>
                <a:gd name="csX3034" fmla="*/ 158607 w 3230884"/>
                <a:gd name="csY3034" fmla="*/ 1244008 h 1498637"/>
                <a:gd name="csX3035" fmla="*/ 158128 w 3230884"/>
                <a:gd name="csY3035" fmla="*/ 1243052 h 1498637"/>
                <a:gd name="csX3036" fmla="*/ 157651 w 3230884"/>
                <a:gd name="csY3036" fmla="*/ 1242097 h 1498637"/>
                <a:gd name="csX3037" fmla="*/ 158607 w 3230884"/>
                <a:gd name="csY3037" fmla="*/ 1240663 h 1498637"/>
                <a:gd name="csX3038" fmla="*/ 158607 w 3230884"/>
                <a:gd name="csY3038" fmla="*/ 1240663 h 1498637"/>
                <a:gd name="csX3039" fmla="*/ 158128 w 3230884"/>
                <a:gd name="csY3039" fmla="*/ 1240186 h 1498637"/>
                <a:gd name="csX3040" fmla="*/ 157651 w 3230884"/>
                <a:gd name="csY3040" fmla="*/ 1240186 h 1498637"/>
                <a:gd name="csX3041" fmla="*/ 157173 w 3230884"/>
                <a:gd name="csY3041" fmla="*/ 1240186 h 1498637"/>
                <a:gd name="csX3042" fmla="*/ 155740 w 3230884"/>
                <a:gd name="csY3042" fmla="*/ 1240186 h 1498637"/>
                <a:gd name="csX3043" fmla="*/ 154784 w 3230884"/>
                <a:gd name="csY3043" fmla="*/ 1239708 h 1498637"/>
                <a:gd name="csX3044" fmla="*/ 153829 w 3230884"/>
                <a:gd name="csY3044" fmla="*/ 1237797 h 1498637"/>
                <a:gd name="csX3045" fmla="*/ 153829 w 3230884"/>
                <a:gd name="csY3045" fmla="*/ 1236364 h 1498637"/>
                <a:gd name="csX3046" fmla="*/ 153351 w 3230884"/>
                <a:gd name="csY3046" fmla="*/ 1236364 h 1498637"/>
                <a:gd name="csX3047" fmla="*/ 152873 w 3230884"/>
                <a:gd name="csY3047" fmla="*/ 1235408 h 1498637"/>
                <a:gd name="csX3048" fmla="*/ 152873 w 3230884"/>
                <a:gd name="csY3048" fmla="*/ 1235408 h 1498637"/>
                <a:gd name="csX3049" fmla="*/ 151441 w 3230884"/>
                <a:gd name="csY3049" fmla="*/ 1235408 h 1498637"/>
                <a:gd name="csX3050" fmla="*/ 149052 w 3230884"/>
                <a:gd name="csY3050" fmla="*/ 1235886 h 1498637"/>
                <a:gd name="csX3051" fmla="*/ 147141 w 3230884"/>
                <a:gd name="csY3051" fmla="*/ 1236364 h 1498637"/>
                <a:gd name="csX3052" fmla="*/ 146185 w 3230884"/>
                <a:gd name="csY3052" fmla="*/ 1236364 h 1498637"/>
                <a:gd name="csX3053" fmla="*/ 144275 w 3230884"/>
                <a:gd name="csY3053" fmla="*/ 1235408 h 1498637"/>
                <a:gd name="csX3054" fmla="*/ 141408 w 3230884"/>
                <a:gd name="csY3054" fmla="*/ 1234453 h 1498637"/>
                <a:gd name="csX3055" fmla="*/ 136631 w 3230884"/>
                <a:gd name="csY3055" fmla="*/ 1234453 h 1498637"/>
                <a:gd name="csX3056" fmla="*/ 136153 w 3230884"/>
                <a:gd name="csY3056" fmla="*/ 1233975 h 1498637"/>
                <a:gd name="csX3057" fmla="*/ 136631 w 3230884"/>
                <a:gd name="csY3057" fmla="*/ 1233497 h 1498637"/>
                <a:gd name="csX3058" fmla="*/ 137586 w 3230884"/>
                <a:gd name="csY3058" fmla="*/ 1232542 h 1498637"/>
                <a:gd name="csX3059" fmla="*/ 137586 w 3230884"/>
                <a:gd name="csY3059" fmla="*/ 1232542 h 1498637"/>
                <a:gd name="csX3060" fmla="*/ 137109 w 3230884"/>
                <a:gd name="csY3060" fmla="*/ 1231587 h 1498637"/>
                <a:gd name="csX3061" fmla="*/ 137109 w 3230884"/>
                <a:gd name="csY3061" fmla="*/ 1231587 h 1498637"/>
                <a:gd name="csX3062" fmla="*/ 136631 w 3230884"/>
                <a:gd name="csY3062" fmla="*/ 1231109 h 1498637"/>
                <a:gd name="csX3063" fmla="*/ 136153 w 3230884"/>
                <a:gd name="csY3063" fmla="*/ 1229198 h 1498637"/>
                <a:gd name="csX3064" fmla="*/ 136153 w 3230884"/>
                <a:gd name="csY3064" fmla="*/ 1227287 h 1498637"/>
                <a:gd name="csX3065" fmla="*/ 135675 w 3230884"/>
                <a:gd name="csY3065" fmla="*/ 1225376 h 1498637"/>
                <a:gd name="csX3066" fmla="*/ 135675 w 3230884"/>
                <a:gd name="csY3066" fmla="*/ 1225376 h 1498637"/>
                <a:gd name="csX3067" fmla="*/ 134720 w 3230884"/>
                <a:gd name="csY3067" fmla="*/ 1223943 h 1498637"/>
                <a:gd name="csX3068" fmla="*/ 134242 w 3230884"/>
                <a:gd name="csY3068" fmla="*/ 1222988 h 1498637"/>
                <a:gd name="csX3069" fmla="*/ 134242 w 3230884"/>
                <a:gd name="csY3069" fmla="*/ 1221554 h 1498637"/>
                <a:gd name="csX3070" fmla="*/ 136631 w 3230884"/>
                <a:gd name="csY3070" fmla="*/ 1221554 h 1498637"/>
                <a:gd name="csX3071" fmla="*/ 139497 w 3230884"/>
                <a:gd name="csY3071" fmla="*/ 1220599 h 1498637"/>
                <a:gd name="csX3072" fmla="*/ 139975 w 3230884"/>
                <a:gd name="csY3072" fmla="*/ 1220121 h 1498637"/>
                <a:gd name="csX3073" fmla="*/ 139975 w 3230884"/>
                <a:gd name="csY3073" fmla="*/ 1219643 h 1498637"/>
                <a:gd name="csX3074" fmla="*/ 139975 w 3230884"/>
                <a:gd name="csY3074" fmla="*/ 1219643 h 1498637"/>
                <a:gd name="csX3075" fmla="*/ 139975 w 3230884"/>
                <a:gd name="csY3075" fmla="*/ 1218688 h 1498637"/>
                <a:gd name="csX3076" fmla="*/ 139975 w 3230884"/>
                <a:gd name="csY3076" fmla="*/ 1218688 h 1498637"/>
                <a:gd name="csX3077" fmla="*/ 139975 w 3230884"/>
                <a:gd name="csY3077" fmla="*/ 1218688 h 1498637"/>
                <a:gd name="csX3078" fmla="*/ 134242 w 3230884"/>
                <a:gd name="csY3078" fmla="*/ 1212955 h 1498637"/>
                <a:gd name="csX3079" fmla="*/ 132331 w 3230884"/>
                <a:gd name="csY3079" fmla="*/ 1207700 h 1498637"/>
                <a:gd name="csX3080" fmla="*/ 130420 w 3230884"/>
                <a:gd name="csY3080" fmla="*/ 1204834 h 1498637"/>
                <a:gd name="csX3081" fmla="*/ 130420 w 3230884"/>
                <a:gd name="csY3081" fmla="*/ 1204834 h 1498637"/>
                <a:gd name="csX3082" fmla="*/ 128509 w 3230884"/>
                <a:gd name="csY3082" fmla="*/ 1202923 h 1498637"/>
                <a:gd name="csX3083" fmla="*/ 126598 w 3230884"/>
                <a:gd name="csY3083" fmla="*/ 1201967 h 1498637"/>
                <a:gd name="csX3084" fmla="*/ 126598 w 3230884"/>
                <a:gd name="csY3084" fmla="*/ 1201967 h 1498637"/>
                <a:gd name="csX3085" fmla="*/ 124210 w 3230884"/>
                <a:gd name="csY3085" fmla="*/ 1202445 h 1498637"/>
                <a:gd name="csX3086" fmla="*/ 120866 w 3230884"/>
                <a:gd name="csY3086" fmla="*/ 1202445 h 1498637"/>
                <a:gd name="csX3087" fmla="*/ 117521 w 3230884"/>
                <a:gd name="csY3087" fmla="*/ 1201967 h 1498637"/>
                <a:gd name="csX3088" fmla="*/ 115133 w 3230884"/>
                <a:gd name="csY3088" fmla="*/ 1201967 h 1498637"/>
                <a:gd name="csX3089" fmla="*/ 109878 w 3230884"/>
                <a:gd name="csY3089" fmla="*/ 1204834 h 1498637"/>
                <a:gd name="csX3090" fmla="*/ 108445 w 3230884"/>
                <a:gd name="csY3090" fmla="*/ 1204834 h 1498637"/>
                <a:gd name="csX3091" fmla="*/ 105100 w 3230884"/>
                <a:gd name="csY3091" fmla="*/ 1203878 h 1498637"/>
                <a:gd name="csX3092" fmla="*/ 102234 w 3230884"/>
                <a:gd name="csY3092" fmla="*/ 1202923 h 1498637"/>
                <a:gd name="csX3093" fmla="*/ 100801 w 3230884"/>
                <a:gd name="csY3093" fmla="*/ 1203401 h 1498637"/>
                <a:gd name="csX3094" fmla="*/ 99846 w 3230884"/>
                <a:gd name="csY3094" fmla="*/ 1203401 h 1498637"/>
                <a:gd name="csX3095" fmla="*/ 99368 w 3230884"/>
                <a:gd name="csY3095" fmla="*/ 1204356 h 1498637"/>
                <a:gd name="csX3096" fmla="*/ 97935 w 3230884"/>
                <a:gd name="csY3096" fmla="*/ 1209133 h 1498637"/>
                <a:gd name="csX3097" fmla="*/ 96502 w 3230884"/>
                <a:gd name="csY3097" fmla="*/ 1209611 h 1498637"/>
                <a:gd name="csX3098" fmla="*/ 94591 w 3230884"/>
                <a:gd name="csY3098" fmla="*/ 1210567 h 1498637"/>
                <a:gd name="csX3099" fmla="*/ 93157 w 3230884"/>
                <a:gd name="csY3099" fmla="*/ 1211044 h 1498637"/>
                <a:gd name="csX3100" fmla="*/ 91724 w 3230884"/>
                <a:gd name="csY3100" fmla="*/ 1211044 h 1498637"/>
                <a:gd name="csX3101" fmla="*/ 89813 w 3230884"/>
                <a:gd name="csY3101" fmla="*/ 1210089 h 1498637"/>
                <a:gd name="csX3102" fmla="*/ 87902 w 3230884"/>
                <a:gd name="csY3102" fmla="*/ 1209133 h 1498637"/>
                <a:gd name="csX3103" fmla="*/ 87425 w 3230884"/>
                <a:gd name="csY3103" fmla="*/ 1209133 h 1498637"/>
                <a:gd name="csX3104" fmla="*/ 87425 w 3230884"/>
                <a:gd name="csY3104" fmla="*/ 1208656 h 1498637"/>
                <a:gd name="csX3105" fmla="*/ 85991 w 3230884"/>
                <a:gd name="csY3105" fmla="*/ 1205789 h 1498637"/>
                <a:gd name="csX3106" fmla="*/ 85036 w 3230884"/>
                <a:gd name="csY3106" fmla="*/ 1204834 h 1498637"/>
                <a:gd name="csX3107" fmla="*/ 85036 w 3230884"/>
                <a:gd name="csY3107" fmla="*/ 1204356 h 1498637"/>
                <a:gd name="csX3108" fmla="*/ 84080 w 3230884"/>
                <a:gd name="csY3108" fmla="*/ 1203878 h 1498637"/>
                <a:gd name="csX3109" fmla="*/ 84080 w 3230884"/>
                <a:gd name="csY3109" fmla="*/ 1202923 h 1498637"/>
                <a:gd name="csX3110" fmla="*/ 84080 w 3230884"/>
                <a:gd name="csY3110" fmla="*/ 1202923 h 1498637"/>
                <a:gd name="csX3111" fmla="*/ 84080 w 3230884"/>
                <a:gd name="csY3111" fmla="*/ 1199579 h 1498637"/>
                <a:gd name="csX3112" fmla="*/ 84080 w 3230884"/>
                <a:gd name="csY3112" fmla="*/ 1196712 h 1498637"/>
                <a:gd name="csX3113" fmla="*/ 84558 w 3230884"/>
                <a:gd name="csY3113" fmla="*/ 1196235 h 1498637"/>
                <a:gd name="csX3114" fmla="*/ 84558 w 3230884"/>
                <a:gd name="csY3114" fmla="*/ 1196235 h 1498637"/>
                <a:gd name="csX3115" fmla="*/ 82647 w 3230884"/>
                <a:gd name="csY3115" fmla="*/ 1193368 h 1498637"/>
                <a:gd name="csX3116" fmla="*/ 82647 w 3230884"/>
                <a:gd name="csY3116" fmla="*/ 1191457 h 1498637"/>
                <a:gd name="csX3117" fmla="*/ 82647 w 3230884"/>
                <a:gd name="csY3117" fmla="*/ 1191457 h 1498637"/>
                <a:gd name="csX3118" fmla="*/ 83603 w 3230884"/>
                <a:gd name="csY3118" fmla="*/ 1190502 h 1498637"/>
                <a:gd name="csX3119" fmla="*/ 83603 w 3230884"/>
                <a:gd name="csY3119" fmla="*/ 1190502 h 1498637"/>
                <a:gd name="csX3120" fmla="*/ 83603 w 3230884"/>
                <a:gd name="csY3120" fmla="*/ 1190024 h 1498637"/>
                <a:gd name="csX3121" fmla="*/ 83125 w 3230884"/>
                <a:gd name="csY3121" fmla="*/ 1188591 h 1498637"/>
                <a:gd name="csX3122" fmla="*/ 81214 w 3230884"/>
                <a:gd name="csY3122" fmla="*/ 1186680 h 1498637"/>
                <a:gd name="csX3123" fmla="*/ 79303 w 3230884"/>
                <a:gd name="csY3123" fmla="*/ 1184769 h 1498637"/>
                <a:gd name="csX3124" fmla="*/ 78348 w 3230884"/>
                <a:gd name="csY3124" fmla="*/ 1182858 h 1498637"/>
                <a:gd name="csX3125" fmla="*/ 77393 w 3230884"/>
                <a:gd name="csY3125" fmla="*/ 1181903 h 1498637"/>
                <a:gd name="csX3126" fmla="*/ 78348 w 3230884"/>
                <a:gd name="csY3126" fmla="*/ 1180947 h 1498637"/>
                <a:gd name="csX3127" fmla="*/ 79781 w 3230884"/>
                <a:gd name="csY3127" fmla="*/ 1178559 h 1498637"/>
                <a:gd name="csX3128" fmla="*/ 80259 w 3230884"/>
                <a:gd name="csY3128" fmla="*/ 1177125 h 1498637"/>
                <a:gd name="csX3129" fmla="*/ 80736 w 3230884"/>
                <a:gd name="csY3129" fmla="*/ 1176648 h 1498637"/>
                <a:gd name="csX3130" fmla="*/ 83603 w 3230884"/>
                <a:gd name="csY3130" fmla="*/ 1176648 h 1498637"/>
                <a:gd name="csX3131" fmla="*/ 85514 w 3230884"/>
                <a:gd name="csY3131" fmla="*/ 1176648 h 1498637"/>
                <a:gd name="csX3132" fmla="*/ 87425 w 3230884"/>
                <a:gd name="csY3132" fmla="*/ 1177125 h 1498637"/>
                <a:gd name="csX3133" fmla="*/ 87902 w 3230884"/>
                <a:gd name="csY3133" fmla="*/ 1178081 h 1498637"/>
                <a:gd name="csX3134" fmla="*/ 87902 w 3230884"/>
                <a:gd name="csY3134" fmla="*/ 1178081 h 1498637"/>
                <a:gd name="csX3135" fmla="*/ 89336 w 3230884"/>
                <a:gd name="csY3135" fmla="*/ 1179514 h 1498637"/>
                <a:gd name="csX3136" fmla="*/ 93157 w 3230884"/>
                <a:gd name="csY3136" fmla="*/ 1179992 h 1498637"/>
                <a:gd name="csX3137" fmla="*/ 95068 w 3230884"/>
                <a:gd name="csY3137" fmla="*/ 1179992 h 1498637"/>
                <a:gd name="csX3138" fmla="*/ 96979 w 3230884"/>
                <a:gd name="csY3138" fmla="*/ 1178559 h 1498637"/>
                <a:gd name="csX3139" fmla="*/ 100801 w 3230884"/>
                <a:gd name="csY3139" fmla="*/ 1176170 h 1498637"/>
                <a:gd name="csX3140" fmla="*/ 100801 w 3230884"/>
                <a:gd name="csY3140" fmla="*/ 1176170 h 1498637"/>
                <a:gd name="csX3141" fmla="*/ 101757 w 3230884"/>
                <a:gd name="csY3141" fmla="*/ 1174259 h 1498637"/>
                <a:gd name="csX3142" fmla="*/ 103668 w 3230884"/>
                <a:gd name="csY3142" fmla="*/ 1173304 h 1498637"/>
                <a:gd name="csX3143" fmla="*/ 105100 w 3230884"/>
                <a:gd name="csY3143" fmla="*/ 1172826 h 1498637"/>
                <a:gd name="csX3144" fmla="*/ 106056 w 3230884"/>
                <a:gd name="csY3144" fmla="*/ 1172348 h 1498637"/>
                <a:gd name="csX3145" fmla="*/ 106056 w 3230884"/>
                <a:gd name="csY3145" fmla="*/ 1172348 h 1498637"/>
                <a:gd name="csX3146" fmla="*/ 106534 w 3230884"/>
                <a:gd name="csY3146" fmla="*/ 1171393 h 1498637"/>
                <a:gd name="csX3147" fmla="*/ 106056 w 3230884"/>
                <a:gd name="csY3147" fmla="*/ 1169960 h 1498637"/>
                <a:gd name="csX3148" fmla="*/ 106056 w 3230884"/>
                <a:gd name="csY3148" fmla="*/ 1169004 h 1498637"/>
                <a:gd name="csX3149" fmla="*/ 106056 w 3230884"/>
                <a:gd name="csY3149" fmla="*/ 1169004 h 1498637"/>
                <a:gd name="csX3150" fmla="*/ 101757 w 3230884"/>
                <a:gd name="csY3150" fmla="*/ 1166138 h 1498637"/>
                <a:gd name="csX3151" fmla="*/ 100801 w 3230884"/>
                <a:gd name="csY3151" fmla="*/ 1165182 h 1498637"/>
                <a:gd name="csX3152" fmla="*/ 100801 w 3230884"/>
                <a:gd name="csY3152" fmla="*/ 1163749 h 1498637"/>
                <a:gd name="csX3153" fmla="*/ 100801 w 3230884"/>
                <a:gd name="csY3153" fmla="*/ 1163749 h 1498637"/>
                <a:gd name="csX3154" fmla="*/ 101279 w 3230884"/>
                <a:gd name="csY3154" fmla="*/ 1162794 h 1498637"/>
                <a:gd name="csX3155" fmla="*/ 101279 w 3230884"/>
                <a:gd name="csY3155" fmla="*/ 1161360 h 1498637"/>
                <a:gd name="csX3156" fmla="*/ 101279 w 3230884"/>
                <a:gd name="csY3156" fmla="*/ 1161360 h 1498637"/>
                <a:gd name="csX3157" fmla="*/ 96024 w 3230884"/>
                <a:gd name="csY3157" fmla="*/ 1158494 h 1498637"/>
                <a:gd name="csX3158" fmla="*/ 92202 w 3230884"/>
                <a:gd name="csY3158" fmla="*/ 1158016 h 1498637"/>
                <a:gd name="csX3159" fmla="*/ 88858 w 3230884"/>
                <a:gd name="csY3159" fmla="*/ 1158494 h 1498637"/>
                <a:gd name="csX3160" fmla="*/ 87425 w 3230884"/>
                <a:gd name="csY3160" fmla="*/ 1158016 h 1498637"/>
                <a:gd name="csX3161" fmla="*/ 87902 w 3230884"/>
                <a:gd name="csY3161" fmla="*/ 1156583 h 1498637"/>
                <a:gd name="csX3162" fmla="*/ 88858 w 3230884"/>
                <a:gd name="csY3162" fmla="*/ 1154194 h 1498637"/>
                <a:gd name="csX3163" fmla="*/ 88858 w 3230884"/>
                <a:gd name="csY3163" fmla="*/ 1151806 h 1498637"/>
                <a:gd name="csX3164" fmla="*/ 88858 w 3230884"/>
                <a:gd name="csY3164" fmla="*/ 1150850 h 1498637"/>
                <a:gd name="csX3165" fmla="*/ 87902 w 3230884"/>
                <a:gd name="csY3165" fmla="*/ 1150373 h 1498637"/>
                <a:gd name="csX3166" fmla="*/ 87902 w 3230884"/>
                <a:gd name="csY3166" fmla="*/ 1150373 h 1498637"/>
                <a:gd name="csX3167" fmla="*/ 85036 w 3230884"/>
                <a:gd name="csY3167" fmla="*/ 1148462 h 1498637"/>
                <a:gd name="csX3168" fmla="*/ 80259 w 3230884"/>
                <a:gd name="csY3168" fmla="*/ 1146073 h 1498637"/>
                <a:gd name="csX3169" fmla="*/ 80259 w 3230884"/>
                <a:gd name="csY3169" fmla="*/ 1145595 h 1498637"/>
                <a:gd name="csX3170" fmla="*/ 78348 w 3230884"/>
                <a:gd name="csY3170" fmla="*/ 1142729 h 1498637"/>
                <a:gd name="csX3171" fmla="*/ 77393 w 3230884"/>
                <a:gd name="csY3171" fmla="*/ 1139862 h 1498637"/>
                <a:gd name="csX3172" fmla="*/ 75959 w 3230884"/>
                <a:gd name="csY3172" fmla="*/ 1137952 h 1498637"/>
                <a:gd name="csX3173" fmla="*/ 75959 w 3230884"/>
                <a:gd name="csY3173" fmla="*/ 1137952 h 1498637"/>
                <a:gd name="csX3174" fmla="*/ 74048 w 3230884"/>
                <a:gd name="csY3174" fmla="*/ 1136518 h 1498637"/>
                <a:gd name="csX3175" fmla="*/ 74048 w 3230884"/>
                <a:gd name="csY3175" fmla="*/ 1136041 h 1498637"/>
                <a:gd name="csX3176" fmla="*/ 75481 w 3230884"/>
                <a:gd name="csY3176" fmla="*/ 1133174 h 1498637"/>
                <a:gd name="csX3177" fmla="*/ 75481 w 3230884"/>
                <a:gd name="csY3177" fmla="*/ 1132697 h 1498637"/>
                <a:gd name="csX3178" fmla="*/ 75004 w 3230884"/>
                <a:gd name="csY3178" fmla="*/ 1131741 h 1498637"/>
                <a:gd name="csX3179" fmla="*/ 75004 w 3230884"/>
                <a:gd name="csY3179" fmla="*/ 1131741 h 1498637"/>
                <a:gd name="csX3180" fmla="*/ 72137 w 3230884"/>
                <a:gd name="csY3180" fmla="*/ 1130308 h 1498637"/>
                <a:gd name="csX3181" fmla="*/ 68316 w 3230884"/>
                <a:gd name="csY3181" fmla="*/ 1127442 h 1498637"/>
                <a:gd name="csX3182" fmla="*/ 68316 w 3230884"/>
                <a:gd name="csY3182" fmla="*/ 1127442 h 1498637"/>
                <a:gd name="csX3183" fmla="*/ 68316 w 3230884"/>
                <a:gd name="csY3183" fmla="*/ 1126964 h 1498637"/>
                <a:gd name="csX3184" fmla="*/ 68316 w 3230884"/>
                <a:gd name="csY3184" fmla="*/ 1125053 h 1498637"/>
                <a:gd name="csX3185" fmla="*/ 68316 w 3230884"/>
                <a:gd name="csY3185" fmla="*/ 1125053 h 1498637"/>
                <a:gd name="csX3186" fmla="*/ 69271 w 3230884"/>
                <a:gd name="csY3186" fmla="*/ 1123620 h 1498637"/>
                <a:gd name="csX3187" fmla="*/ 69748 w 3230884"/>
                <a:gd name="csY3187" fmla="*/ 1122664 h 1498637"/>
                <a:gd name="csX3188" fmla="*/ 72137 w 3230884"/>
                <a:gd name="csY3188" fmla="*/ 1119320 h 1498637"/>
                <a:gd name="csX3189" fmla="*/ 72137 w 3230884"/>
                <a:gd name="csY3189" fmla="*/ 1117887 h 1498637"/>
                <a:gd name="csX3190" fmla="*/ 71659 w 3230884"/>
                <a:gd name="csY3190" fmla="*/ 1116932 h 1498637"/>
                <a:gd name="csX3191" fmla="*/ 71659 w 3230884"/>
                <a:gd name="csY3191" fmla="*/ 1116454 h 1498637"/>
                <a:gd name="csX3192" fmla="*/ 69748 w 3230884"/>
                <a:gd name="csY3192" fmla="*/ 1113587 h 1498637"/>
                <a:gd name="csX3193" fmla="*/ 68793 w 3230884"/>
                <a:gd name="csY3193" fmla="*/ 1112154 h 1498637"/>
                <a:gd name="csX3194" fmla="*/ 68793 w 3230884"/>
                <a:gd name="csY3194" fmla="*/ 1111676 h 1498637"/>
                <a:gd name="csX3195" fmla="*/ 68793 w 3230884"/>
                <a:gd name="csY3195" fmla="*/ 1111199 h 1498637"/>
                <a:gd name="csX3196" fmla="*/ 68793 w 3230884"/>
                <a:gd name="csY3196" fmla="*/ 1110243 h 1498637"/>
                <a:gd name="csX3197" fmla="*/ 68793 w 3230884"/>
                <a:gd name="csY3197" fmla="*/ 1110243 h 1498637"/>
                <a:gd name="csX3198" fmla="*/ 69748 w 3230884"/>
                <a:gd name="csY3198" fmla="*/ 1109288 h 1498637"/>
                <a:gd name="csX3199" fmla="*/ 70704 w 3230884"/>
                <a:gd name="csY3199" fmla="*/ 1108332 h 1498637"/>
                <a:gd name="csX3200" fmla="*/ 70704 w 3230884"/>
                <a:gd name="csY3200" fmla="*/ 1104033 h 1498637"/>
                <a:gd name="csX3201" fmla="*/ 70704 w 3230884"/>
                <a:gd name="csY3201" fmla="*/ 1104033 h 1498637"/>
                <a:gd name="csX3202" fmla="*/ 70704 w 3230884"/>
                <a:gd name="csY3202" fmla="*/ 1102600 h 1498637"/>
                <a:gd name="csX3203" fmla="*/ 70704 w 3230884"/>
                <a:gd name="csY3203" fmla="*/ 1102600 h 1498637"/>
                <a:gd name="csX3204" fmla="*/ 70227 w 3230884"/>
                <a:gd name="csY3204" fmla="*/ 1101644 h 1498637"/>
                <a:gd name="csX3205" fmla="*/ 70227 w 3230884"/>
                <a:gd name="csY3205" fmla="*/ 1101644 h 1498637"/>
                <a:gd name="csX3206" fmla="*/ 69748 w 3230884"/>
                <a:gd name="csY3206" fmla="*/ 1101644 h 1498637"/>
                <a:gd name="csX3207" fmla="*/ 69748 w 3230884"/>
                <a:gd name="csY3207" fmla="*/ 1101167 h 1498637"/>
                <a:gd name="csX3208" fmla="*/ 68316 w 3230884"/>
                <a:gd name="csY3208" fmla="*/ 1101644 h 1498637"/>
                <a:gd name="csX3209" fmla="*/ 66882 w 3230884"/>
                <a:gd name="csY3209" fmla="*/ 1100689 h 1498637"/>
                <a:gd name="csX3210" fmla="*/ 65927 w 3230884"/>
                <a:gd name="csY3210" fmla="*/ 1099733 h 1498637"/>
                <a:gd name="csX3211" fmla="*/ 64971 w 3230884"/>
                <a:gd name="csY3211" fmla="*/ 1099255 h 1498637"/>
                <a:gd name="csX3212" fmla="*/ 64016 w 3230884"/>
                <a:gd name="csY3212" fmla="*/ 1098300 h 1498637"/>
                <a:gd name="csX3213" fmla="*/ 62105 w 3230884"/>
                <a:gd name="csY3213" fmla="*/ 1096389 h 1498637"/>
                <a:gd name="csX3214" fmla="*/ 61627 w 3230884"/>
                <a:gd name="csY3214" fmla="*/ 1095434 h 1498637"/>
                <a:gd name="csX3215" fmla="*/ 61627 w 3230884"/>
                <a:gd name="csY3215" fmla="*/ 1095434 h 1498637"/>
                <a:gd name="csX3216" fmla="*/ 57328 w 3230884"/>
                <a:gd name="csY3216" fmla="*/ 1093523 h 1498637"/>
                <a:gd name="csX3217" fmla="*/ 53506 w 3230884"/>
                <a:gd name="csY3217" fmla="*/ 1094001 h 1498637"/>
                <a:gd name="csX3218" fmla="*/ 51117 w 3230884"/>
                <a:gd name="csY3218" fmla="*/ 1093523 h 1498637"/>
                <a:gd name="csX3219" fmla="*/ 50162 w 3230884"/>
                <a:gd name="csY3219" fmla="*/ 1094001 h 1498637"/>
                <a:gd name="csX3220" fmla="*/ 50162 w 3230884"/>
                <a:gd name="csY3220" fmla="*/ 1094001 h 1498637"/>
                <a:gd name="csX3221" fmla="*/ 49206 w 3230884"/>
                <a:gd name="csY3221" fmla="*/ 1095434 h 1498637"/>
                <a:gd name="csX3222" fmla="*/ 47295 w 3230884"/>
                <a:gd name="csY3222" fmla="*/ 1095911 h 1498637"/>
                <a:gd name="csX3223" fmla="*/ 46340 w 3230884"/>
                <a:gd name="csY3223" fmla="*/ 1095911 h 1498637"/>
                <a:gd name="csX3224" fmla="*/ 45384 w 3230884"/>
                <a:gd name="csY3224" fmla="*/ 1096867 h 1498637"/>
                <a:gd name="csX3225" fmla="*/ 42518 w 3230884"/>
                <a:gd name="csY3225" fmla="*/ 1098778 h 1498637"/>
                <a:gd name="csX3226" fmla="*/ 41085 w 3230884"/>
                <a:gd name="csY3226" fmla="*/ 1097822 h 1498637"/>
                <a:gd name="csX3227" fmla="*/ 39652 w 3230884"/>
                <a:gd name="csY3227" fmla="*/ 1095911 h 1498637"/>
                <a:gd name="csX3228" fmla="*/ 39652 w 3230884"/>
                <a:gd name="csY3228" fmla="*/ 1095911 h 1498637"/>
                <a:gd name="csX3229" fmla="*/ 40129 w 3230884"/>
                <a:gd name="csY3229" fmla="*/ 1094001 h 1498637"/>
                <a:gd name="csX3230" fmla="*/ 40607 w 3230884"/>
                <a:gd name="csY3230" fmla="*/ 1092567 h 1498637"/>
                <a:gd name="csX3231" fmla="*/ 40607 w 3230884"/>
                <a:gd name="csY3231" fmla="*/ 1091612 h 1498637"/>
                <a:gd name="csX3232" fmla="*/ 40129 w 3230884"/>
                <a:gd name="csY3232" fmla="*/ 1090656 h 1498637"/>
                <a:gd name="csX3233" fmla="*/ 40129 w 3230884"/>
                <a:gd name="csY3233" fmla="*/ 1090656 h 1498637"/>
                <a:gd name="csX3234" fmla="*/ 38218 w 3230884"/>
                <a:gd name="csY3234" fmla="*/ 1089701 h 1498637"/>
                <a:gd name="csX3235" fmla="*/ 34397 w 3230884"/>
                <a:gd name="csY3235" fmla="*/ 1087790 h 1498637"/>
                <a:gd name="csX3236" fmla="*/ 33441 w 3230884"/>
                <a:gd name="csY3236" fmla="*/ 1087790 h 1498637"/>
                <a:gd name="csX3237" fmla="*/ 31530 w 3230884"/>
                <a:gd name="csY3237" fmla="*/ 1088746 h 1498637"/>
                <a:gd name="csX3238" fmla="*/ 28664 w 3230884"/>
                <a:gd name="csY3238" fmla="*/ 1090656 h 1498637"/>
                <a:gd name="csX3239" fmla="*/ 27709 w 3230884"/>
                <a:gd name="csY3239" fmla="*/ 1090179 h 1498637"/>
                <a:gd name="csX3240" fmla="*/ 26753 w 3230884"/>
                <a:gd name="csY3240" fmla="*/ 1088746 h 1498637"/>
                <a:gd name="csX3241" fmla="*/ 25320 w 3230884"/>
                <a:gd name="csY3241" fmla="*/ 1086835 h 1498637"/>
                <a:gd name="csX3242" fmla="*/ 25320 w 3230884"/>
                <a:gd name="csY3242" fmla="*/ 1086835 h 1498637"/>
                <a:gd name="csX3243" fmla="*/ 23886 w 3230884"/>
                <a:gd name="csY3243" fmla="*/ 1085879 h 1498637"/>
                <a:gd name="csX3244" fmla="*/ 21020 w 3230884"/>
                <a:gd name="csY3244" fmla="*/ 1085879 h 1498637"/>
                <a:gd name="csX3245" fmla="*/ 20543 w 3230884"/>
                <a:gd name="csY3245" fmla="*/ 1085879 h 1498637"/>
                <a:gd name="csX3246" fmla="*/ 19109 w 3230884"/>
                <a:gd name="csY3246" fmla="*/ 1086835 h 1498637"/>
                <a:gd name="csX3247" fmla="*/ 18632 w 3230884"/>
                <a:gd name="csY3247" fmla="*/ 1086835 h 1498637"/>
                <a:gd name="csX3248" fmla="*/ 15765 w 3230884"/>
                <a:gd name="csY3248" fmla="*/ 1083968 h 1498637"/>
                <a:gd name="csX3249" fmla="*/ 16243 w 3230884"/>
                <a:gd name="csY3249" fmla="*/ 1082535 h 1498637"/>
                <a:gd name="csX3250" fmla="*/ 16721 w 3230884"/>
                <a:gd name="csY3250" fmla="*/ 1080146 h 1498637"/>
                <a:gd name="csX3251" fmla="*/ 16721 w 3230884"/>
                <a:gd name="csY3251" fmla="*/ 1078235 h 1498637"/>
                <a:gd name="csX3252" fmla="*/ 16721 w 3230884"/>
                <a:gd name="csY3252" fmla="*/ 1078235 h 1498637"/>
                <a:gd name="csX3253" fmla="*/ 16243 w 3230884"/>
                <a:gd name="csY3253" fmla="*/ 1076325 h 1498637"/>
                <a:gd name="csX3254" fmla="*/ 15288 w 3230884"/>
                <a:gd name="csY3254" fmla="*/ 1072025 h 1498637"/>
                <a:gd name="csX3255" fmla="*/ 14809 w 3230884"/>
                <a:gd name="csY3255" fmla="*/ 1071069 h 1498637"/>
                <a:gd name="csX3256" fmla="*/ 14809 w 3230884"/>
                <a:gd name="csY3256" fmla="*/ 1071069 h 1498637"/>
                <a:gd name="csX3257" fmla="*/ 14809 w 3230884"/>
                <a:gd name="csY3257" fmla="*/ 1070592 h 1498637"/>
                <a:gd name="csX3258" fmla="*/ 12899 w 3230884"/>
                <a:gd name="csY3258" fmla="*/ 1069159 h 1498637"/>
                <a:gd name="csX3259" fmla="*/ 12899 w 3230884"/>
                <a:gd name="csY3259" fmla="*/ 1067725 h 1498637"/>
                <a:gd name="csX3260" fmla="*/ 12899 w 3230884"/>
                <a:gd name="csY3260" fmla="*/ 1067725 h 1498637"/>
                <a:gd name="csX3261" fmla="*/ 11943 w 3230884"/>
                <a:gd name="csY3261" fmla="*/ 1065814 h 1498637"/>
                <a:gd name="csX3262" fmla="*/ 10988 w 3230884"/>
                <a:gd name="csY3262" fmla="*/ 1064381 h 1498637"/>
                <a:gd name="csX3263" fmla="*/ 10510 w 3230884"/>
                <a:gd name="csY3263" fmla="*/ 1061993 h 1498637"/>
                <a:gd name="csX3264" fmla="*/ 10510 w 3230884"/>
                <a:gd name="csY3264" fmla="*/ 1061515 h 1498637"/>
                <a:gd name="csX3265" fmla="*/ 10032 w 3230884"/>
                <a:gd name="csY3265" fmla="*/ 1060560 h 1498637"/>
                <a:gd name="csX3266" fmla="*/ 10032 w 3230884"/>
                <a:gd name="csY3266" fmla="*/ 1060560 h 1498637"/>
                <a:gd name="csX3267" fmla="*/ 9077 w 3230884"/>
                <a:gd name="csY3267" fmla="*/ 1060082 h 1498637"/>
                <a:gd name="csX3268" fmla="*/ 6211 w 3230884"/>
                <a:gd name="csY3268" fmla="*/ 1061037 h 1498637"/>
                <a:gd name="csX3269" fmla="*/ 5733 w 3230884"/>
                <a:gd name="csY3269" fmla="*/ 1061037 h 1498637"/>
                <a:gd name="csX3270" fmla="*/ 7166 w 3230884"/>
                <a:gd name="csY3270" fmla="*/ 1056738 h 1498637"/>
                <a:gd name="csX3271" fmla="*/ 7166 w 3230884"/>
                <a:gd name="csY3271" fmla="*/ 1053871 h 1498637"/>
                <a:gd name="csX3272" fmla="*/ 8122 w 3230884"/>
                <a:gd name="csY3272" fmla="*/ 1051483 h 1498637"/>
                <a:gd name="csX3273" fmla="*/ 9077 w 3230884"/>
                <a:gd name="csY3273" fmla="*/ 1050527 h 1498637"/>
                <a:gd name="csX3274" fmla="*/ 9555 w 3230884"/>
                <a:gd name="csY3274" fmla="*/ 1049572 h 1498637"/>
                <a:gd name="csX3275" fmla="*/ 9555 w 3230884"/>
                <a:gd name="csY3275" fmla="*/ 1047661 h 1498637"/>
                <a:gd name="csX3276" fmla="*/ 9555 w 3230884"/>
                <a:gd name="csY3276" fmla="*/ 1046228 h 1498637"/>
                <a:gd name="csX3277" fmla="*/ 9555 w 3230884"/>
                <a:gd name="csY3277" fmla="*/ 1046228 h 1498637"/>
                <a:gd name="csX3278" fmla="*/ 9077 w 3230884"/>
                <a:gd name="csY3278" fmla="*/ 1045272 h 1498637"/>
                <a:gd name="csX3279" fmla="*/ 9077 w 3230884"/>
                <a:gd name="csY3279" fmla="*/ 1045272 h 1498637"/>
                <a:gd name="csX3280" fmla="*/ 6211 w 3230884"/>
                <a:gd name="csY3280" fmla="*/ 1043361 h 1498637"/>
                <a:gd name="csX3281" fmla="*/ 3822 w 3230884"/>
                <a:gd name="csY3281" fmla="*/ 1041450 h 1498637"/>
                <a:gd name="csX3282" fmla="*/ 3344 w 3230884"/>
                <a:gd name="csY3282" fmla="*/ 1038584 h 1498637"/>
                <a:gd name="csX3283" fmla="*/ 3344 w 3230884"/>
                <a:gd name="csY3283" fmla="*/ 1038584 h 1498637"/>
                <a:gd name="csX3284" fmla="*/ 3344 w 3230884"/>
                <a:gd name="csY3284" fmla="*/ 1038584 h 1498637"/>
                <a:gd name="csX3285" fmla="*/ 2389 w 3230884"/>
                <a:gd name="csY3285" fmla="*/ 1038106 h 1498637"/>
                <a:gd name="csX3286" fmla="*/ 2389 w 3230884"/>
                <a:gd name="csY3286" fmla="*/ 1038106 h 1498637"/>
                <a:gd name="csX3287" fmla="*/ 0 w 3230884"/>
                <a:gd name="csY3287" fmla="*/ 1038106 h 1498637"/>
                <a:gd name="csX3288" fmla="*/ 0 w 3230884"/>
                <a:gd name="csY3288" fmla="*/ 1037151 h 1498637"/>
                <a:gd name="csX3289" fmla="*/ 478 w 3230884"/>
                <a:gd name="csY3289" fmla="*/ 1035240 h 1498637"/>
                <a:gd name="csX3290" fmla="*/ 956 w 3230884"/>
                <a:gd name="csY3290" fmla="*/ 1033329 h 1498637"/>
                <a:gd name="csX3291" fmla="*/ 956 w 3230884"/>
                <a:gd name="csY3291" fmla="*/ 1033329 h 1498637"/>
                <a:gd name="csX3292" fmla="*/ 2866 w 3230884"/>
                <a:gd name="csY3292" fmla="*/ 1031418 h 1498637"/>
                <a:gd name="csX3293" fmla="*/ 3344 w 3230884"/>
                <a:gd name="csY3293" fmla="*/ 1029985 h 1498637"/>
                <a:gd name="csX3294" fmla="*/ 3822 w 3230884"/>
                <a:gd name="csY3294" fmla="*/ 1029029 h 1498637"/>
                <a:gd name="csX3295" fmla="*/ 8122 w 3230884"/>
                <a:gd name="csY3295" fmla="*/ 1027596 h 1498637"/>
                <a:gd name="csX3296" fmla="*/ 8599 w 3230884"/>
                <a:gd name="csY3296" fmla="*/ 1027118 h 1498637"/>
                <a:gd name="csX3297" fmla="*/ 8599 w 3230884"/>
                <a:gd name="csY3297" fmla="*/ 1027118 h 1498637"/>
                <a:gd name="csX3298" fmla="*/ 8599 w 3230884"/>
                <a:gd name="csY3298" fmla="*/ 1026641 h 1498637"/>
                <a:gd name="csX3299" fmla="*/ 8599 w 3230884"/>
                <a:gd name="csY3299" fmla="*/ 1026163 h 1498637"/>
                <a:gd name="csX3300" fmla="*/ 8122 w 3230884"/>
                <a:gd name="csY3300" fmla="*/ 1026163 h 1498637"/>
                <a:gd name="csX3301" fmla="*/ 8122 w 3230884"/>
                <a:gd name="csY3301" fmla="*/ 1026163 h 1498637"/>
                <a:gd name="csX3302" fmla="*/ 7644 w 3230884"/>
                <a:gd name="csY3302" fmla="*/ 1025207 h 1498637"/>
                <a:gd name="csX3303" fmla="*/ 6688 w 3230884"/>
                <a:gd name="csY3303" fmla="*/ 1024252 h 1498637"/>
                <a:gd name="csX3304" fmla="*/ 5733 w 3230884"/>
                <a:gd name="csY3304" fmla="*/ 1021386 h 1498637"/>
                <a:gd name="csX3305" fmla="*/ 4300 w 3230884"/>
                <a:gd name="csY3305" fmla="*/ 1017564 h 1498637"/>
                <a:gd name="csX3306" fmla="*/ 4300 w 3230884"/>
                <a:gd name="csY3306" fmla="*/ 1017086 h 1498637"/>
                <a:gd name="csX3307" fmla="*/ 2866 w 3230884"/>
                <a:gd name="csY3307" fmla="*/ 1014220 h 1498637"/>
                <a:gd name="csX3308" fmla="*/ 2866 w 3230884"/>
                <a:gd name="csY3308" fmla="*/ 1012787 h 1498637"/>
                <a:gd name="csX3309" fmla="*/ 2866 w 3230884"/>
                <a:gd name="csY3309" fmla="*/ 1010875 h 1498637"/>
                <a:gd name="csX3310" fmla="*/ 3822 w 3230884"/>
                <a:gd name="csY3310" fmla="*/ 1008965 h 1498637"/>
                <a:gd name="csX3311" fmla="*/ 3822 w 3230884"/>
                <a:gd name="csY3311" fmla="*/ 1008965 h 1498637"/>
                <a:gd name="csX3312" fmla="*/ 3822 w 3230884"/>
                <a:gd name="csY3312" fmla="*/ 1007054 h 1498637"/>
                <a:gd name="csX3313" fmla="*/ 1433 w 3230884"/>
                <a:gd name="csY3313" fmla="*/ 996544 h 1498637"/>
                <a:gd name="csX3314" fmla="*/ 1911 w 3230884"/>
                <a:gd name="csY3314" fmla="*/ 994633 h 1498637"/>
                <a:gd name="csX3315" fmla="*/ 1911 w 3230884"/>
                <a:gd name="csY3315" fmla="*/ 994633 h 1498637"/>
                <a:gd name="csX3316" fmla="*/ 2389 w 3230884"/>
                <a:gd name="csY3316" fmla="*/ 992722 h 1498637"/>
                <a:gd name="csX3317" fmla="*/ 3344 w 3230884"/>
                <a:gd name="csY3317" fmla="*/ 991289 h 1498637"/>
                <a:gd name="csX3318" fmla="*/ 5255 w 3230884"/>
                <a:gd name="csY3318" fmla="*/ 989378 h 1498637"/>
                <a:gd name="csX3319" fmla="*/ 8122 w 3230884"/>
                <a:gd name="csY3319" fmla="*/ 985556 h 1498637"/>
                <a:gd name="csX3320" fmla="*/ 8122 w 3230884"/>
                <a:gd name="csY3320" fmla="*/ 985556 h 1498637"/>
                <a:gd name="csX3321" fmla="*/ 10032 w 3230884"/>
                <a:gd name="csY3321" fmla="*/ 980301 h 1498637"/>
                <a:gd name="csX3322" fmla="*/ 10988 w 3230884"/>
                <a:gd name="csY3322" fmla="*/ 977434 h 1498637"/>
                <a:gd name="csX3323" fmla="*/ 11943 w 3230884"/>
                <a:gd name="csY3323" fmla="*/ 976957 h 1498637"/>
                <a:gd name="csX3324" fmla="*/ 13377 w 3230884"/>
                <a:gd name="csY3324" fmla="*/ 976479 h 1498637"/>
                <a:gd name="csX3325" fmla="*/ 13854 w 3230884"/>
                <a:gd name="csY3325" fmla="*/ 975524 h 1498637"/>
                <a:gd name="csX3326" fmla="*/ 14332 w 3230884"/>
                <a:gd name="csY3326" fmla="*/ 975046 h 1498637"/>
                <a:gd name="csX3327" fmla="*/ 15288 w 3230884"/>
                <a:gd name="csY3327" fmla="*/ 974568 h 1498637"/>
                <a:gd name="csX3328" fmla="*/ 15765 w 3230884"/>
                <a:gd name="csY3328" fmla="*/ 974090 h 1498637"/>
                <a:gd name="csX3329" fmla="*/ 15765 w 3230884"/>
                <a:gd name="csY3329" fmla="*/ 974090 h 1498637"/>
                <a:gd name="csX3330" fmla="*/ 15765 w 3230884"/>
                <a:gd name="csY3330" fmla="*/ 973135 h 1498637"/>
                <a:gd name="csX3331" fmla="*/ 14332 w 3230884"/>
                <a:gd name="csY3331" fmla="*/ 971224 h 1498637"/>
                <a:gd name="csX3332" fmla="*/ 13377 w 3230884"/>
                <a:gd name="csY3332" fmla="*/ 970268 h 1498637"/>
                <a:gd name="csX3333" fmla="*/ 14332 w 3230884"/>
                <a:gd name="csY3333" fmla="*/ 967402 h 1498637"/>
                <a:gd name="csX3334" fmla="*/ 13854 w 3230884"/>
                <a:gd name="csY3334" fmla="*/ 964058 h 1498637"/>
                <a:gd name="csX3335" fmla="*/ 13377 w 3230884"/>
                <a:gd name="csY3335" fmla="*/ 961669 h 1498637"/>
                <a:gd name="csX3336" fmla="*/ 13854 w 3230884"/>
                <a:gd name="csY3336" fmla="*/ 959281 h 1498637"/>
                <a:gd name="csX3337" fmla="*/ 15765 w 3230884"/>
                <a:gd name="csY3337" fmla="*/ 959281 h 1498637"/>
                <a:gd name="csX3338" fmla="*/ 17198 w 3230884"/>
                <a:gd name="csY3338" fmla="*/ 961669 h 1498637"/>
                <a:gd name="csX3339" fmla="*/ 19587 w 3230884"/>
                <a:gd name="csY3339" fmla="*/ 962625 h 1498637"/>
                <a:gd name="csX3340" fmla="*/ 21498 w 3230884"/>
                <a:gd name="csY3340" fmla="*/ 961192 h 1498637"/>
                <a:gd name="csX3341" fmla="*/ 21975 w 3230884"/>
                <a:gd name="csY3341" fmla="*/ 958325 h 1498637"/>
                <a:gd name="csX3342" fmla="*/ 23409 w 3230884"/>
                <a:gd name="csY3342" fmla="*/ 956892 h 1498637"/>
                <a:gd name="csX3343" fmla="*/ 24842 w 3230884"/>
                <a:gd name="csY3343" fmla="*/ 958325 h 1498637"/>
                <a:gd name="csX3344" fmla="*/ 27709 w 3230884"/>
                <a:gd name="csY3344" fmla="*/ 958325 h 1498637"/>
                <a:gd name="csX3345" fmla="*/ 30097 w 3230884"/>
                <a:gd name="csY3345" fmla="*/ 958325 h 1498637"/>
                <a:gd name="csX3346" fmla="*/ 31530 w 3230884"/>
                <a:gd name="csY3346" fmla="*/ 957848 h 1498637"/>
                <a:gd name="csX3347" fmla="*/ 32486 w 3230884"/>
                <a:gd name="csY3347" fmla="*/ 956892 h 1498637"/>
                <a:gd name="csX3348" fmla="*/ 32963 w 3230884"/>
                <a:gd name="csY3348" fmla="*/ 954981 h 1498637"/>
                <a:gd name="csX3349" fmla="*/ 34397 w 3230884"/>
                <a:gd name="csY3349" fmla="*/ 953070 h 1498637"/>
                <a:gd name="csX3350" fmla="*/ 35830 w 3230884"/>
                <a:gd name="csY3350" fmla="*/ 951637 h 1498637"/>
                <a:gd name="csX3351" fmla="*/ 45862 w 3230884"/>
                <a:gd name="csY3351" fmla="*/ 953070 h 1498637"/>
                <a:gd name="csX3352" fmla="*/ 54939 w 3230884"/>
                <a:gd name="csY3352" fmla="*/ 955937 h 1498637"/>
                <a:gd name="csX3353" fmla="*/ 55895 w 3230884"/>
                <a:gd name="csY3353" fmla="*/ 954981 h 1498637"/>
                <a:gd name="csX3354" fmla="*/ 55895 w 3230884"/>
                <a:gd name="csY3354" fmla="*/ 953070 h 1498637"/>
                <a:gd name="csX3355" fmla="*/ 53984 w 3230884"/>
                <a:gd name="csY3355" fmla="*/ 951637 h 1498637"/>
                <a:gd name="csX3356" fmla="*/ 52073 w 3230884"/>
                <a:gd name="csY3356" fmla="*/ 950682 h 1498637"/>
                <a:gd name="csX3357" fmla="*/ 50162 w 3230884"/>
                <a:gd name="csY3357" fmla="*/ 946860 h 1498637"/>
                <a:gd name="csX3358" fmla="*/ 47295 w 3230884"/>
                <a:gd name="csY3358" fmla="*/ 944471 h 1498637"/>
                <a:gd name="csX3359" fmla="*/ 43951 w 3230884"/>
                <a:gd name="csY3359" fmla="*/ 943993 h 1498637"/>
                <a:gd name="csX3360" fmla="*/ 40129 w 3230884"/>
                <a:gd name="csY3360" fmla="*/ 944949 h 1498637"/>
                <a:gd name="csX3361" fmla="*/ 33919 w 3230884"/>
                <a:gd name="csY3361" fmla="*/ 944471 h 1498637"/>
                <a:gd name="csX3362" fmla="*/ 29141 w 3230884"/>
                <a:gd name="csY3362" fmla="*/ 939216 h 1498637"/>
                <a:gd name="csX3363" fmla="*/ 25798 w 3230884"/>
                <a:gd name="csY3363" fmla="*/ 937783 h 1498637"/>
                <a:gd name="csX3364" fmla="*/ 23409 w 3230884"/>
                <a:gd name="csY3364" fmla="*/ 933961 h 1498637"/>
                <a:gd name="csX3365" fmla="*/ 22454 w 3230884"/>
                <a:gd name="csY3365" fmla="*/ 931573 h 1498637"/>
                <a:gd name="csX3366" fmla="*/ 25320 w 3230884"/>
                <a:gd name="csY3366" fmla="*/ 933483 h 1498637"/>
                <a:gd name="csX3367" fmla="*/ 25798 w 3230884"/>
                <a:gd name="csY3367" fmla="*/ 931573 h 1498637"/>
                <a:gd name="csX3368" fmla="*/ 25798 w 3230884"/>
                <a:gd name="csY3368" fmla="*/ 929184 h 1498637"/>
                <a:gd name="csX3369" fmla="*/ 24364 w 3230884"/>
                <a:gd name="csY3369" fmla="*/ 927751 h 1498637"/>
                <a:gd name="csX3370" fmla="*/ 22931 w 3230884"/>
                <a:gd name="csY3370" fmla="*/ 926795 h 1498637"/>
                <a:gd name="csX3371" fmla="*/ 16721 w 3230884"/>
                <a:gd name="csY3371" fmla="*/ 930617 h 1498637"/>
                <a:gd name="csX3372" fmla="*/ 9077 w 3230884"/>
                <a:gd name="csY3372" fmla="*/ 932050 h 1498637"/>
                <a:gd name="csX3373" fmla="*/ 15765 w 3230884"/>
                <a:gd name="csY3373" fmla="*/ 923929 h 1498637"/>
                <a:gd name="csX3374" fmla="*/ 21020 w 3230884"/>
                <a:gd name="csY3374" fmla="*/ 918674 h 1498637"/>
                <a:gd name="csX3375" fmla="*/ 21975 w 3230884"/>
                <a:gd name="csY3375" fmla="*/ 917718 h 1498637"/>
                <a:gd name="csX3376" fmla="*/ 24364 w 3230884"/>
                <a:gd name="csY3376" fmla="*/ 916285 h 1498637"/>
                <a:gd name="csX3377" fmla="*/ 26275 w 3230884"/>
                <a:gd name="csY3377" fmla="*/ 914374 h 1498637"/>
                <a:gd name="csX3378" fmla="*/ 27709 w 3230884"/>
                <a:gd name="csY3378" fmla="*/ 912463 h 1498637"/>
                <a:gd name="csX3379" fmla="*/ 32486 w 3230884"/>
                <a:gd name="csY3379" fmla="*/ 908164 h 1498637"/>
                <a:gd name="csX3380" fmla="*/ 37741 w 3230884"/>
                <a:gd name="csY3380" fmla="*/ 903864 h 1498637"/>
                <a:gd name="csX3381" fmla="*/ 42518 w 3230884"/>
                <a:gd name="csY3381" fmla="*/ 897654 h 1498637"/>
                <a:gd name="csX3382" fmla="*/ 44429 w 3230884"/>
                <a:gd name="csY3382" fmla="*/ 895743 h 1498637"/>
                <a:gd name="csX3383" fmla="*/ 46340 w 3230884"/>
                <a:gd name="csY3383" fmla="*/ 893832 h 1498637"/>
                <a:gd name="csX3384" fmla="*/ 46340 w 3230884"/>
                <a:gd name="csY3384" fmla="*/ 893832 h 1498637"/>
                <a:gd name="csX3385" fmla="*/ 51117 w 3230884"/>
                <a:gd name="csY3385" fmla="*/ 887621 h 1498637"/>
                <a:gd name="csX3386" fmla="*/ 53028 w 3230884"/>
                <a:gd name="csY3386" fmla="*/ 885710 h 1498637"/>
                <a:gd name="csX3387" fmla="*/ 58761 w 3230884"/>
                <a:gd name="csY3387" fmla="*/ 878067 h 1498637"/>
                <a:gd name="csX3388" fmla="*/ 62105 w 3230884"/>
                <a:gd name="csY3388" fmla="*/ 873767 h 1498637"/>
                <a:gd name="csX3389" fmla="*/ 62105 w 3230884"/>
                <a:gd name="csY3389" fmla="*/ 873767 h 1498637"/>
                <a:gd name="csX3390" fmla="*/ 64016 w 3230884"/>
                <a:gd name="csY3390" fmla="*/ 871856 h 1498637"/>
                <a:gd name="csX3391" fmla="*/ 71182 w 3230884"/>
                <a:gd name="csY3391" fmla="*/ 863735 h 1498637"/>
                <a:gd name="csX3392" fmla="*/ 75959 w 3230884"/>
                <a:gd name="csY3392" fmla="*/ 858002 h 1498637"/>
                <a:gd name="csX3393" fmla="*/ 77870 w 3230884"/>
                <a:gd name="csY3393" fmla="*/ 854180 h 1498637"/>
                <a:gd name="csX3394" fmla="*/ 80259 w 3230884"/>
                <a:gd name="csY3394" fmla="*/ 849403 h 1498637"/>
                <a:gd name="csX3395" fmla="*/ 81214 w 3230884"/>
                <a:gd name="csY3395" fmla="*/ 846059 h 1498637"/>
                <a:gd name="csX3396" fmla="*/ 83125 w 3230884"/>
                <a:gd name="csY3396" fmla="*/ 841759 h 1498637"/>
                <a:gd name="csX3397" fmla="*/ 83125 w 3230884"/>
                <a:gd name="csY3397" fmla="*/ 840326 h 1498637"/>
                <a:gd name="csX3398" fmla="*/ 83125 w 3230884"/>
                <a:gd name="csY3398" fmla="*/ 840326 h 1498637"/>
                <a:gd name="csX3399" fmla="*/ 82647 w 3230884"/>
                <a:gd name="csY3399" fmla="*/ 838893 h 1498637"/>
                <a:gd name="csX3400" fmla="*/ 82647 w 3230884"/>
                <a:gd name="csY3400" fmla="*/ 838893 h 1498637"/>
                <a:gd name="csX3401" fmla="*/ 81214 w 3230884"/>
                <a:gd name="csY3401" fmla="*/ 836982 h 1498637"/>
                <a:gd name="csX3402" fmla="*/ 79303 w 3230884"/>
                <a:gd name="csY3402" fmla="*/ 834593 h 1498637"/>
                <a:gd name="csX3403" fmla="*/ 77393 w 3230884"/>
                <a:gd name="csY3403" fmla="*/ 831727 h 1498637"/>
                <a:gd name="csX3404" fmla="*/ 75959 w 3230884"/>
                <a:gd name="csY3404" fmla="*/ 828861 h 1498637"/>
                <a:gd name="csX3405" fmla="*/ 75959 w 3230884"/>
                <a:gd name="csY3405" fmla="*/ 828861 h 1498637"/>
                <a:gd name="csX3406" fmla="*/ 72137 w 3230884"/>
                <a:gd name="csY3406" fmla="*/ 825039 h 1498637"/>
                <a:gd name="csX3407" fmla="*/ 65449 w 3230884"/>
                <a:gd name="csY3407" fmla="*/ 820261 h 1498637"/>
                <a:gd name="csX3408" fmla="*/ 61150 w 3230884"/>
                <a:gd name="csY3408" fmla="*/ 816917 h 1498637"/>
                <a:gd name="csX3409" fmla="*/ 53506 w 3230884"/>
                <a:gd name="csY3409" fmla="*/ 809274 h 1498637"/>
                <a:gd name="csX3410" fmla="*/ 52550 w 3230884"/>
                <a:gd name="csY3410" fmla="*/ 807363 h 1498637"/>
                <a:gd name="csX3411" fmla="*/ 52550 w 3230884"/>
                <a:gd name="csY3411" fmla="*/ 806885 h 1498637"/>
                <a:gd name="csX3412" fmla="*/ 56850 w 3230884"/>
                <a:gd name="csY3412" fmla="*/ 804496 h 1498637"/>
                <a:gd name="csX3413" fmla="*/ 60672 w 3230884"/>
                <a:gd name="csY3413" fmla="*/ 798764 h 1498637"/>
                <a:gd name="csX3414" fmla="*/ 62582 w 3230884"/>
                <a:gd name="csY3414" fmla="*/ 795420 h 1498637"/>
                <a:gd name="csX3415" fmla="*/ 63061 w 3230884"/>
                <a:gd name="csY3415" fmla="*/ 793509 h 1498637"/>
                <a:gd name="csX3416" fmla="*/ 63061 w 3230884"/>
                <a:gd name="csY3416" fmla="*/ 790642 h 1498637"/>
                <a:gd name="csX3417" fmla="*/ 62582 w 3230884"/>
                <a:gd name="csY3417" fmla="*/ 788254 h 1498637"/>
                <a:gd name="csX3418" fmla="*/ 62582 w 3230884"/>
                <a:gd name="csY3418" fmla="*/ 788254 h 1498637"/>
                <a:gd name="csX3419" fmla="*/ 62105 w 3230884"/>
                <a:gd name="csY3419" fmla="*/ 786820 h 1498637"/>
                <a:gd name="csX3420" fmla="*/ 62105 w 3230884"/>
                <a:gd name="csY3420" fmla="*/ 786820 h 1498637"/>
                <a:gd name="csX3421" fmla="*/ 60194 w 3230884"/>
                <a:gd name="csY3421" fmla="*/ 784910 h 1498637"/>
                <a:gd name="csX3422" fmla="*/ 54939 w 3230884"/>
                <a:gd name="csY3422" fmla="*/ 781088 h 1498637"/>
                <a:gd name="csX3423" fmla="*/ 53506 w 3230884"/>
                <a:gd name="csY3423" fmla="*/ 777744 h 1498637"/>
                <a:gd name="csX3424" fmla="*/ 52550 w 3230884"/>
                <a:gd name="csY3424" fmla="*/ 775355 h 1498637"/>
                <a:gd name="csX3425" fmla="*/ 52073 w 3230884"/>
                <a:gd name="csY3425" fmla="*/ 774399 h 1498637"/>
                <a:gd name="csX3426" fmla="*/ 52073 w 3230884"/>
                <a:gd name="csY3426" fmla="*/ 774399 h 1498637"/>
                <a:gd name="csX3427" fmla="*/ 52073 w 3230884"/>
                <a:gd name="csY3427" fmla="*/ 772966 h 1498637"/>
                <a:gd name="csX3428" fmla="*/ 54939 w 3230884"/>
                <a:gd name="csY3428" fmla="*/ 769622 h 1498637"/>
                <a:gd name="csX3429" fmla="*/ 54939 w 3230884"/>
                <a:gd name="csY3429" fmla="*/ 767711 h 1498637"/>
                <a:gd name="csX3430" fmla="*/ 54939 w 3230884"/>
                <a:gd name="csY3430" fmla="*/ 765800 h 1498637"/>
                <a:gd name="csX3431" fmla="*/ 54939 w 3230884"/>
                <a:gd name="csY3431" fmla="*/ 765800 h 1498637"/>
                <a:gd name="csX3432" fmla="*/ 53984 w 3230884"/>
                <a:gd name="csY3432" fmla="*/ 764367 h 1498637"/>
                <a:gd name="csX3433" fmla="*/ 53984 w 3230884"/>
                <a:gd name="csY3433" fmla="*/ 764367 h 1498637"/>
                <a:gd name="csX3434" fmla="*/ 48251 w 3230884"/>
                <a:gd name="csY3434" fmla="*/ 762456 h 1498637"/>
                <a:gd name="csX3435" fmla="*/ 46818 w 3230884"/>
                <a:gd name="csY3435" fmla="*/ 761023 h 1498637"/>
                <a:gd name="csX3436" fmla="*/ 45384 w 3230884"/>
                <a:gd name="csY3436" fmla="*/ 758157 h 1498637"/>
                <a:gd name="csX3437" fmla="*/ 45384 w 3230884"/>
                <a:gd name="csY3437" fmla="*/ 757679 h 1498637"/>
                <a:gd name="csX3438" fmla="*/ 44907 w 3230884"/>
                <a:gd name="csY3438" fmla="*/ 755768 h 1498637"/>
                <a:gd name="csX3439" fmla="*/ 44429 w 3230884"/>
                <a:gd name="csY3439" fmla="*/ 754335 h 1498637"/>
                <a:gd name="csX3440" fmla="*/ 44429 w 3230884"/>
                <a:gd name="csY3440" fmla="*/ 754335 h 1498637"/>
                <a:gd name="csX3441" fmla="*/ 44429 w 3230884"/>
                <a:gd name="csY3441" fmla="*/ 754335 h 1498637"/>
                <a:gd name="csX3442" fmla="*/ 44907 w 3230884"/>
                <a:gd name="csY3442" fmla="*/ 752424 h 1498637"/>
                <a:gd name="csX3443" fmla="*/ 46818 w 3230884"/>
                <a:gd name="csY3443" fmla="*/ 750991 h 1498637"/>
                <a:gd name="csX3444" fmla="*/ 48729 w 3230884"/>
                <a:gd name="csY3444" fmla="*/ 749558 h 1498637"/>
                <a:gd name="csX3445" fmla="*/ 48729 w 3230884"/>
                <a:gd name="csY3445" fmla="*/ 749558 h 1498637"/>
                <a:gd name="csX3446" fmla="*/ 49206 w 3230884"/>
                <a:gd name="csY3446" fmla="*/ 748124 h 1498637"/>
                <a:gd name="csX3447" fmla="*/ 49206 w 3230884"/>
                <a:gd name="csY3447" fmla="*/ 746213 h 1498637"/>
                <a:gd name="csX3448" fmla="*/ 49206 w 3230884"/>
                <a:gd name="csY3448" fmla="*/ 746213 h 1498637"/>
                <a:gd name="csX3449" fmla="*/ 48729 w 3230884"/>
                <a:gd name="csY3449" fmla="*/ 745258 h 1498637"/>
                <a:gd name="csX3450" fmla="*/ 48729 w 3230884"/>
                <a:gd name="csY3450" fmla="*/ 745258 h 1498637"/>
                <a:gd name="csX3451" fmla="*/ 45862 w 3230884"/>
                <a:gd name="csY3451" fmla="*/ 744780 h 1498637"/>
                <a:gd name="csX3452" fmla="*/ 45384 w 3230884"/>
                <a:gd name="csY3452" fmla="*/ 744780 h 1498637"/>
                <a:gd name="csX3453" fmla="*/ 44907 w 3230884"/>
                <a:gd name="csY3453" fmla="*/ 744303 h 1498637"/>
                <a:gd name="csX3454" fmla="*/ 44907 w 3230884"/>
                <a:gd name="csY3454" fmla="*/ 744303 h 1498637"/>
                <a:gd name="csX3455" fmla="*/ 44907 w 3230884"/>
                <a:gd name="csY3455" fmla="*/ 743825 h 1498637"/>
                <a:gd name="csX3456" fmla="*/ 44907 w 3230884"/>
                <a:gd name="csY3456" fmla="*/ 743347 h 1498637"/>
                <a:gd name="csX3457" fmla="*/ 44907 w 3230884"/>
                <a:gd name="csY3457" fmla="*/ 742869 h 1498637"/>
                <a:gd name="csX3458" fmla="*/ 46818 w 3230884"/>
                <a:gd name="csY3458" fmla="*/ 739525 h 1498637"/>
                <a:gd name="csX3459" fmla="*/ 47295 w 3230884"/>
                <a:gd name="csY3459" fmla="*/ 733792 h 1498637"/>
                <a:gd name="csX3460" fmla="*/ 47295 w 3230884"/>
                <a:gd name="csY3460" fmla="*/ 733792 h 1498637"/>
                <a:gd name="csX3461" fmla="*/ 49206 w 3230884"/>
                <a:gd name="csY3461" fmla="*/ 729493 h 1498637"/>
                <a:gd name="csX3462" fmla="*/ 49206 w 3230884"/>
                <a:gd name="csY3462" fmla="*/ 729493 h 1498637"/>
                <a:gd name="csX3463" fmla="*/ 46818 w 3230884"/>
                <a:gd name="csY3463" fmla="*/ 727104 h 1498637"/>
                <a:gd name="csX3464" fmla="*/ 47295 w 3230884"/>
                <a:gd name="csY3464" fmla="*/ 726626 h 1498637"/>
                <a:gd name="csX3465" fmla="*/ 50162 w 3230884"/>
                <a:gd name="csY3465" fmla="*/ 725193 h 1498637"/>
                <a:gd name="csX3466" fmla="*/ 53028 w 3230884"/>
                <a:gd name="csY3466" fmla="*/ 725193 h 1498637"/>
                <a:gd name="csX3467" fmla="*/ 54461 w 3230884"/>
                <a:gd name="csY3467" fmla="*/ 724716 h 1498637"/>
                <a:gd name="csX3468" fmla="*/ 54461 w 3230884"/>
                <a:gd name="csY3468" fmla="*/ 724716 h 1498637"/>
                <a:gd name="csX3469" fmla="*/ 54461 w 3230884"/>
                <a:gd name="csY3469" fmla="*/ 722805 h 1498637"/>
                <a:gd name="csX3470" fmla="*/ 54461 w 3230884"/>
                <a:gd name="csY3470" fmla="*/ 719938 h 1498637"/>
                <a:gd name="csX3471" fmla="*/ 51117 w 3230884"/>
                <a:gd name="csY3471" fmla="*/ 709428 h 1498637"/>
                <a:gd name="csX3472" fmla="*/ 50639 w 3230884"/>
                <a:gd name="csY3472" fmla="*/ 706562 h 1498637"/>
                <a:gd name="csX3473" fmla="*/ 50639 w 3230884"/>
                <a:gd name="csY3473" fmla="*/ 706562 h 1498637"/>
                <a:gd name="csX3474" fmla="*/ 48729 w 3230884"/>
                <a:gd name="csY3474" fmla="*/ 702740 h 1498637"/>
                <a:gd name="csX3475" fmla="*/ 47295 w 3230884"/>
                <a:gd name="csY3475" fmla="*/ 699874 h 1498637"/>
                <a:gd name="csX3476" fmla="*/ 45862 w 3230884"/>
                <a:gd name="csY3476" fmla="*/ 697963 h 1498637"/>
                <a:gd name="csX3477" fmla="*/ 44429 w 3230884"/>
                <a:gd name="csY3477" fmla="*/ 694619 h 1498637"/>
                <a:gd name="csX3478" fmla="*/ 43473 w 3230884"/>
                <a:gd name="csY3478" fmla="*/ 690797 h 1498637"/>
                <a:gd name="csX3479" fmla="*/ 43473 w 3230884"/>
                <a:gd name="csY3479" fmla="*/ 690797 h 1498637"/>
                <a:gd name="csX3480" fmla="*/ 42040 w 3230884"/>
                <a:gd name="csY3480" fmla="*/ 686497 h 1498637"/>
                <a:gd name="csX3481" fmla="*/ 40129 w 3230884"/>
                <a:gd name="csY3481" fmla="*/ 682675 h 1498637"/>
                <a:gd name="csX3482" fmla="*/ 38696 w 3230884"/>
                <a:gd name="csY3482" fmla="*/ 678854 h 1498637"/>
                <a:gd name="csX3483" fmla="*/ 34397 w 3230884"/>
                <a:gd name="csY3483" fmla="*/ 671688 h 1498637"/>
                <a:gd name="csX3484" fmla="*/ 34397 w 3230884"/>
                <a:gd name="csY3484" fmla="*/ 671210 h 1498637"/>
                <a:gd name="csX3485" fmla="*/ 33919 w 3230884"/>
                <a:gd name="csY3485" fmla="*/ 669777 h 1498637"/>
                <a:gd name="csX3486" fmla="*/ 33919 w 3230884"/>
                <a:gd name="csY3486" fmla="*/ 667866 h 1498637"/>
                <a:gd name="csX3487" fmla="*/ 34397 w 3230884"/>
                <a:gd name="csY3487" fmla="*/ 666433 h 1498637"/>
                <a:gd name="csX3488" fmla="*/ 34397 w 3230884"/>
                <a:gd name="csY3488" fmla="*/ 665955 h 1498637"/>
                <a:gd name="csX3489" fmla="*/ 37741 w 3230884"/>
                <a:gd name="csY3489" fmla="*/ 660222 h 1498637"/>
                <a:gd name="csX3490" fmla="*/ 40607 w 3230884"/>
                <a:gd name="csY3490" fmla="*/ 655445 h 1498637"/>
                <a:gd name="csX3491" fmla="*/ 43951 w 3230884"/>
                <a:gd name="csY3491" fmla="*/ 649712 h 1498637"/>
                <a:gd name="csX3492" fmla="*/ 47773 w 3230884"/>
                <a:gd name="csY3492" fmla="*/ 644935 h 1498637"/>
                <a:gd name="csX3493" fmla="*/ 47773 w 3230884"/>
                <a:gd name="csY3493" fmla="*/ 644935 h 1498637"/>
                <a:gd name="csX3494" fmla="*/ 51595 w 3230884"/>
                <a:gd name="csY3494" fmla="*/ 639202 h 1498637"/>
                <a:gd name="csX3495" fmla="*/ 52550 w 3230884"/>
                <a:gd name="csY3495" fmla="*/ 633469 h 1498637"/>
                <a:gd name="csX3496" fmla="*/ 52073 w 3230884"/>
                <a:gd name="csY3496" fmla="*/ 632514 h 1498637"/>
                <a:gd name="csX3497" fmla="*/ 52073 w 3230884"/>
                <a:gd name="csY3497" fmla="*/ 632514 h 1498637"/>
                <a:gd name="csX3498" fmla="*/ 49206 w 3230884"/>
                <a:gd name="csY3498" fmla="*/ 629170 h 1498637"/>
                <a:gd name="csX3499" fmla="*/ 42996 w 3230884"/>
                <a:gd name="csY3499" fmla="*/ 620571 h 1498637"/>
                <a:gd name="csX3500" fmla="*/ 42040 w 3230884"/>
                <a:gd name="csY3500" fmla="*/ 618660 h 1498637"/>
                <a:gd name="csX3501" fmla="*/ 39652 w 3230884"/>
                <a:gd name="csY3501" fmla="*/ 614360 h 1498637"/>
                <a:gd name="csX3502" fmla="*/ 39652 w 3230884"/>
                <a:gd name="csY3502" fmla="*/ 614360 h 1498637"/>
                <a:gd name="csX3503" fmla="*/ 33919 w 3230884"/>
                <a:gd name="csY3503" fmla="*/ 611494 h 1498637"/>
                <a:gd name="csX3504" fmla="*/ 26753 w 3230884"/>
                <a:gd name="csY3504" fmla="*/ 608150 h 1498637"/>
                <a:gd name="csX3505" fmla="*/ 26753 w 3230884"/>
                <a:gd name="csY3505" fmla="*/ 608150 h 1498637"/>
                <a:gd name="csX3506" fmla="*/ 23886 w 3230884"/>
                <a:gd name="csY3506" fmla="*/ 600028 h 1498637"/>
                <a:gd name="csX3507" fmla="*/ 22454 w 3230884"/>
                <a:gd name="csY3507" fmla="*/ 593340 h 1498637"/>
                <a:gd name="csX3508" fmla="*/ 22454 w 3230884"/>
                <a:gd name="csY3508" fmla="*/ 590951 h 1498637"/>
                <a:gd name="csX3509" fmla="*/ 27709 w 3230884"/>
                <a:gd name="csY3509" fmla="*/ 579486 h 1498637"/>
                <a:gd name="csX3510" fmla="*/ 27709 w 3230884"/>
                <a:gd name="csY3510" fmla="*/ 579008 h 1498637"/>
                <a:gd name="csX3511" fmla="*/ 28186 w 3230884"/>
                <a:gd name="csY3511" fmla="*/ 577097 h 1498637"/>
                <a:gd name="csX3512" fmla="*/ 28186 w 3230884"/>
                <a:gd name="csY3512" fmla="*/ 575664 h 1498637"/>
                <a:gd name="csX3513" fmla="*/ 28186 w 3230884"/>
                <a:gd name="csY3513" fmla="*/ 575664 h 1498637"/>
                <a:gd name="csX3514" fmla="*/ 27709 w 3230884"/>
                <a:gd name="csY3514" fmla="*/ 575186 h 1498637"/>
                <a:gd name="csX3515" fmla="*/ 26753 w 3230884"/>
                <a:gd name="csY3515" fmla="*/ 574709 h 1498637"/>
                <a:gd name="csX3516" fmla="*/ 26753 w 3230884"/>
                <a:gd name="csY3516" fmla="*/ 574709 h 1498637"/>
                <a:gd name="csX3517" fmla="*/ 21975 w 3230884"/>
                <a:gd name="csY3517" fmla="*/ 574231 h 1498637"/>
                <a:gd name="csX3518" fmla="*/ 21975 w 3230884"/>
                <a:gd name="csY3518" fmla="*/ 574231 h 1498637"/>
                <a:gd name="csX3519" fmla="*/ 21020 w 3230884"/>
                <a:gd name="csY3519" fmla="*/ 572798 h 1498637"/>
                <a:gd name="csX3520" fmla="*/ 24364 w 3230884"/>
                <a:gd name="csY3520" fmla="*/ 571364 h 1498637"/>
                <a:gd name="csX3521" fmla="*/ 26753 w 3230884"/>
                <a:gd name="csY3521" fmla="*/ 569931 h 1498637"/>
                <a:gd name="csX3522" fmla="*/ 30575 w 3230884"/>
                <a:gd name="csY3522" fmla="*/ 567065 h 1498637"/>
                <a:gd name="csX3523" fmla="*/ 30575 w 3230884"/>
                <a:gd name="csY3523" fmla="*/ 567065 h 1498637"/>
                <a:gd name="csX3524" fmla="*/ 32008 w 3230884"/>
                <a:gd name="csY3524" fmla="*/ 566587 h 1498637"/>
                <a:gd name="csX3525" fmla="*/ 35352 w 3230884"/>
                <a:gd name="csY3525" fmla="*/ 565154 h 1498637"/>
                <a:gd name="csX3526" fmla="*/ 36307 w 3230884"/>
                <a:gd name="csY3526" fmla="*/ 564198 h 1498637"/>
                <a:gd name="csX3527" fmla="*/ 36786 w 3230884"/>
                <a:gd name="csY3527" fmla="*/ 562765 h 1498637"/>
                <a:gd name="csX3528" fmla="*/ 39652 w 3230884"/>
                <a:gd name="csY3528" fmla="*/ 553689 h 1498637"/>
                <a:gd name="csX3529" fmla="*/ 40607 w 3230884"/>
                <a:gd name="csY3529" fmla="*/ 552733 h 1498637"/>
                <a:gd name="csX3530" fmla="*/ 49206 w 3230884"/>
                <a:gd name="csY3530" fmla="*/ 549389 h 1498637"/>
                <a:gd name="csX3531" fmla="*/ 52550 w 3230884"/>
                <a:gd name="csY3531" fmla="*/ 547478 h 1498637"/>
                <a:gd name="csX3532" fmla="*/ 54461 w 3230884"/>
                <a:gd name="csY3532" fmla="*/ 545567 h 1498637"/>
                <a:gd name="csX3533" fmla="*/ 55416 w 3230884"/>
                <a:gd name="csY3533" fmla="*/ 544134 h 1498637"/>
                <a:gd name="csX3534" fmla="*/ 55895 w 3230884"/>
                <a:gd name="csY3534" fmla="*/ 542223 h 1498637"/>
                <a:gd name="csX3535" fmla="*/ 56372 w 3230884"/>
                <a:gd name="csY3535" fmla="*/ 539834 h 1498637"/>
                <a:gd name="csX3536" fmla="*/ 56372 w 3230884"/>
                <a:gd name="csY3536" fmla="*/ 537923 h 1498637"/>
                <a:gd name="csX3537" fmla="*/ 55895 w 3230884"/>
                <a:gd name="csY3537" fmla="*/ 535535 h 1498637"/>
                <a:gd name="csX3538" fmla="*/ 56372 w 3230884"/>
                <a:gd name="csY3538" fmla="*/ 535057 h 1498637"/>
                <a:gd name="csX3539" fmla="*/ 57328 w 3230884"/>
                <a:gd name="csY3539" fmla="*/ 535057 h 1498637"/>
                <a:gd name="csX3540" fmla="*/ 60194 w 3230884"/>
                <a:gd name="csY3540" fmla="*/ 537923 h 1498637"/>
                <a:gd name="csX3541" fmla="*/ 64971 w 3230884"/>
                <a:gd name="csY3541" fmla="*/ 540312 h 1498637"/>
                <a:gd name="csX3542" fmla="*/ 68316 w 3230884"/>
                <a:gd name="csY3542" fmla="*/ 540790 h 1498637"/>
                <a:gd name="csX3543" fmla="*/ 69748 w 3230884"/>
                <a:gd name="csY3543" fmla="*/ 540312 h 1498637"/>
                <a:gd name="csX3544" fmla="*/ 70227 w 3230884"/>
                <a:gd name="csY3544" fmla="*/ 538879 h 1498637"/>
                <a:gd name="csX3545" fmla="*/ 70704 w 3230884"/>
                <a:gd name="csY3545" fmla="*/ 536490 h 1498637"/>
                <a:gd name="csX3546" fmla="*/ 70704 w 3230884"/>
                <a:gd name="csY3546" fmla="*/ 534102 h 1498637"/>
                <a:gd name="csX3547" fmla="*/ 69748 w 3230884"/>
                <a:gd name="csY3547" fmla="*/ 527413 h 1498637"/>
                <a:gd name="csX3548" fmla="*/ 73570 w 3230884"/>
                <a:gd name="csY3548" fmla="*/ 527891 h 1498637"/>
                <a:gd name="csX3549" fmla="*/ 81214 w 3230884"/>
                <a:gd name="csY3549" fmla="*/ 532191 h 1498637"/>
                <a:gd name="csX3550" fmla="*/ 83125 w 3230884"/>
                <a:gd name="csY3550" fmla="*/ 531713 h 1498637"/>
                <a:gd name="csX3551" fmla="*/ 85514 w 3230884"/>
                <a:gd name="csY3551" fmla="*/ 530757 h 1498637"/>
                <a:gd name="csX3552" fmla="*/ 87902 w 3230884"/>
                <a:gd name="csY3552" fmla="*/ 525502 h 1498637"/>
                <a:gd name="csX3553" fmla="*/ 89813 w 3230884"/>
                <a:gd name="csY3553" fmla="*/ 524547 h 1498637"/>
                <a:gd name="csX3554" fmla="*/ 92202 w 3230884"/>
                <a:gd name="csY3554" fmla="*/ 525980 h 1498637"/>
                <a:gd name="csX3555" fmla="*/ 92680 w 3230884"/>
                <a:gd name="csY3555" fmla="*/ 524547 h 1498637"/>
                <a:gd name="csX3556" fmla="*/ 91724 w 3230884"/>
                <a:gd name="csY3556" fmla="*/ 520247 h 1498637"/>
                <a:gd name="csX3557" fmla="*/ 91724 w 3230884"/>
                <a:gd name="csY3557" fmla="*/ 518337 h 1498637"/>
                <a:gd name="csX3558" fmla="*/ 99846 w 3230884"/>
                <a:gd name="csY3558" fmla="*/ 522636 h 1498637"/>
                <a:gd name="csX3559" fmla="*/ 103668 w 3230884"/>
                <a:gd name="csY3559" fmla="*/ 525980 h 1498637"/>
                <a:gd name="csX3560" fmla="*/ 110834 w 3230884"/>
                <a:gd name="csY3560" fmla="*/ 528847 h 1498637"/>
                <a:gd name="csX3561" fmla="*/ 112266 w 3230884"/>
                <a:gd name="csY3561" fmla="*/ 530757 h 1498637"/>
                <a:gd name="csX3562" fmla="*/ 112266 w 3230884"/>
                <a:gd name="csY3562" fmla="*/ 533146 h 1498637"/>
                <a:gd name="csX3563" fmla="*/ 111789 w 3230884"/>
                <a:gd name="csY3563" fmla="*/ 535535 h 1498637"/>
                <a:gd name="csX3564" fmla="*/ 110355 w 3230884"/>
                <a:gd name="csY3564" fmla="*/ 536968 h 1498637"/>
                <a:gd name="csX3565" fmla="*/ 107489 w 3230884"/>
                <a:gd name="csY3565" fmla="*/ 536490 h 1498637"/>
                <a:gd name="csX3566" fmla="*/ 95546 w 3230884"/>
                <a:gd name="csY3566" fmla="*/ 533146 h 1498637"/>
                <a:gd name="csX3567" fmla="*/ 94113 w 3230884"/>
                <a:gd name="csY3567" fmla="*/ 535057 h 1498637"/>
                <a:gd name="csX3568" fmla="*/ 95546 w 3230884"/>
                <a:gd name="csY3568" fmla="*/ 536968 h 1498637"/>
                <a:gd name="csX3569" fmla="*/ 98890 w 3230884"/>
                <a:gd name="csY3569" fmla="*/ 539357 h 1498637"/>
                <a:gd name="csX3570" fmla="*/ 99846 w 3230884"/>
                <a:gd name="csY3570" fmla="*/ 543178 h 1498637"/>
                <a:gd name="csX3571" fmla="*/ 105100 w 3230884"/>
                <a:gd name="csY3571" fmla="*/ 542701 h 1498637"/>
                <a:gd name="csX3572" fmla="*/ 109878 w 3230884"/>
                <a:gd name="csY3572" fmla="*/ 544134 h 1498637"/>
                <a:gd name="csX3573" fmla="*/ 112266 w 3230884"/>
                <a:gd name="csY3573" fmla="*/ 543656 h 1498637"/>
                <a:gd name="csX3574" fmla="*/ 112744 w 3230884"/>
                <a:gd name="csY3574" fmla="*/ 545089 h 1498637"/>
                <a:gd name="csX3575" fmla="*/ 110834 w 3230884"/>
                <a:gd name="csY3575" fmla="*/ 547956 h 1498637"/>
                <a:gd name="csX3576" fmla="*/ 111789 w 3230884"/>
                <a:gd name="csY3576" fmla="*/ 548911 h 1498637"/>
                <a:gd name="csX3577" fmla="*/ 117044 w 3230884"/>
                <a:gd name="csY3577" fmla="*/ 546045 h 1498637"/>
                <a:gd name="csX3578" fmla="*/ 119910 w 3230884"/>
                <a:gd name="csY3578" fmla="*/ 545089 h 1498637"/>
                <a:gd name="csX3579" fmla="*/ 120866 w 3230884"/>
                <a:gd name="csY3579" fmla="*/ 546045 h 1498637"/>
                <a:gd name="csX3580" fmla="*/ 121343 w 3230884"/>
                <a:gd name="csY3580" fmla="*/ 548433 h 1498637"/>
                <a:gd name="csX3581" fmla="*/ 120388 w 3230884"/>
                <a:gd name="csY3581" fmla="*/ 551778 h 1498637"/>
                <a:gd name="csX3582" fmla="*/ 120388 w 3230884"/>
                <a:gd name="csY3582" fmla="*/ 554166 h 1498637"/>
                <a:gd name="csX3583" fmla="*/ 118477 w 3230884"/>
                <a:gd name="csY3583" fmla="*/ 559899 h 1498637"/>
                <a:gd name="csX3584" fmla="*/ 116088 w 3230884"/>
                <a:gd name="csY3584" fmla="*/ 561810 h 1498637"/>
                <a:gd name="csX3585" fmla="*/ 115133 w 3230884"/>
                <a:gd name="csY3585" fmla="*/ 564198 h 1498637"/>
                <a:gd name="csX3586" fmla="*/ 118955 w 3230884"/>
                <a:gd name="csY3586" fmla="*/ 562765 h 1498637"/>
                <a:gd name="csX3587" fmla="*/ 120866 w 3230884"/>
                <a:gd name="csY3587" fmla="*/ 561332 h 1498637"/>
                <a:gd name="csX3588" fmla="*/ 124687 w 3230884"/>
                <a:gd name="csY3588" fmla="*/ 552733 h 1498637"/>
                <a:gd name="csX3589" fmla="*/ 125643 w 3230884"/>
                <a:gd name="csY3589" fmla="*/ 551778 h 1498637"/>
                <a:gd name="csX3590" fmla="*/ 136631 w 3230884"/>
                <a:gd name="csY3590" fmla="*/ 551778 h 1498637"/>
                <a:gd name="csX3591" fmla="*/ 139019 w 3230884"/>
                <a:gd name="csY3591" fmla="*/ 552255 h 1498637"/>
                <a:gd name="csX3592" fmla="*/ 149052 w 3230884"/>
                <a:gd name="csY3592" fmla="*/ 556077 h 1498637"/>
                <a:gd name="csX3593" fmla="*/ 151918 w 3230884"/>
                <a:gd name="csY3593" fmla="*/ 556555 h 1498637"/>
                <a:gd name="csX3594" fmla="*/ 155262 w 3230884"/>
                <a:gd name="csY3594" fmla="*/ 556077 h 1498637"/>
                <a:gd name="csX3595" fmla="*/ 156218 w 3230884"/>
                <a:gd name="csY3595" fmla="*/ 554166 h 1498637"/>
                <a:gd name="csX3596" fmla="*/ 157651 w 3230884"/>
                <a:gd name="csY3596" fmla="*/ 553689 h 1498637"/>
                <a:gd name="csX3597" fmla="*/ 168639 w 3230884"/>
                <a:gd name="csY3597" fmla="*/ 557988 h 1498637"/>
                <a:gd name="csX3598" fmla="*/ 183926 w 3230884"/>
                <a:gd name="csY3598" fmla="*/ 567543 h 1498637"/>
                <a:gd name="csX3599" fmla="*/ 205901 w 3230884"/>
                <a:gd name="csY3599" fmla="*/ 583308 h 1498637"/>
                <a:gd name="csX3600" fmla="*/ 218323 w 3230884"/>
                <a:gd name="csY3600" fmla="*/ 597162 h 1498637"/>
                <a:gd name="csX3601" fmla="*/ 219756 w 3230884"/>
                <a:gd name="csY3601" fmla="*/ 600028 h 1498637"/>
                <a:gd name="csX3602" fmla="*/ 224055 w 3230884"/>
                <a:gd name="csY3602" fmla="*/ 601461 h 1498637"/>
                <a:gd name="csX3603" fmla="*/ 225010 w 3230884"/>
                <a:gd name="csY3603" fmla="*/ 600506 h 1498637"/>
                <a:gd name="csX3604" fmla="*/ 227877 w 3230884"/>
                <a:gd name="csY3604" fmla="*/ 601461 h 1498637"/>
                <a:gd name="csX3605" fmla="*/ 242209 w 3230884"/>
                <a:gd name="csY3605" fmla="*/ 613882 h 1498637"/>
                <a:gd name="csX3606" fmla="*/ 247464 w 3230884"/>
                <a:gd name="csY3606" fmla="*/ 614360 h 1498637"/>
                <a:gd name="csX3607" fmla="*/ 246986 w 3230884"/>
                <a:gd name="csY3607" fmla="*/ 611971 h 1498637"/>
                <a:gd name="csX3608" fmla="*/ 246031 w 3230884"/>
                <a:gd name="csY3608" fmla="*/ 609583 h 1498637"/>
                <a:gd name="csX3609" fmla="*/ 246986 w 3230884"/>
                <a:gd name="csY3609" fmla="*/ 610061 h 1498637"/>
                <a:gd name="csX3610" fmla="*/ 248897 w 3230884"/>
                <a:gd name="csY3610" fmla="*/ 611971 h 1498637"/>
                <a:gd name="csX3611" fmla="*/ 251764 w 3230884"/>
                <a:gd name="csY3611" fmla="*/ 616749 h 1498637"/>
                <a:gd name="csX3612" fmla="*/ 255108 w 3230884"/>
                <a:gd name="csY3612" fmla="*/ 620093 h 1498637"/>
                <a:gd name="csX3613" fmla="*/ 258452 w 3230884"/>
                <a:gd name="csY3613" fmla="*/ 625348 h 1498637"/>
                <a:gd name="csX3614" fmla="*/ 261318 w 3230884"/>
                <a:gd name="csY3614" fmla="*/ 627259 h 1498637"/>
                <a:gd name="csX3615" fmla="*/ 263707 w 3230884"/>
                <a:gd name="csY3615" fmla="*/ 628214 h 1498637"/>
                <a:gd name="csX3616" fmla="*/ 266096 w 3230884"/>
                <a:gd name="csY3616" fmla="*/ 629647 h 1498637"/>
                <a:gd name="csX3617" fmla="*/ 269917 w 3230884"/>
                <a:gd name="csY3617" fmla="*/ 631081 h 1498637"/>
                <a:gd name="csX3618" fmla="*/ 271828 w 3230884"/>
                <a:gd name="csY3618" fmla="*/ 643979 h 1498637"/>
                <a:gd name="csX3619" fmla="*/ 273262 w 3230884"/>
                <a:gd name="csY3619" fmla="*/ 646846 h 1498637"/>
                <a:gd name="csX3620" fmla="*/ 273262 w 3230884"/>
                <a:gd name="csY3620" fmla="*/ 652578 h 1498637"/>
                <a:gd name="csX3621" fmla="*/ 276128 w 3230884"/>
                <a:gd name="csY3621" fmla="*/ 654489 h 1498637"/>
                <a:gd name="csX3622" fmla="*/ 278039 w 3230884"/>
                <a:gd name="csY3622" fmla="*/ 654967 h 1498637"/>
                <a:gd name="csX3623" fmla="*/ 277561 w 3230884"/>
                <a:gd name="csY3623" fmla="*/ 659267 h 1498637"/>
                <a:gd name="csX3624" fmla="*/ 276128 w 3230884"/>
                <a:gd name="csY3624" fmla="*/ 668821 h 1498637"/>
                <a:gd name="csX3625" fmla="*/ 274694 w 3230884"/>
                <a:gd name="csY3625" fmla="*/ 673121 h 1498637"/>
                <a:gd name="csX3626" fmla="*/ 261318 w 3230884"/>
                <a:gd name="csY3626" fmla="*/ 690319 h 1498637"/>
                <a:gd name="csX3627" fmla="*/ 253197 w 3230884"/>
                <a:gd name="csY3627" fmla="*/ 697007 h 1498637"/>
                <a:gd name="csX3628" fmla="*/ 236954 w 3230884"/>
                <a:gd name="csY3628" fmla="*/ 704651 h 1498637"/>
                <a:gd name="csX3629" fmla="*/ 224055 w 3230884"/>
                <a:gd name="csY3629" fmla="*/ 707517 h 1498637"/>
                <a:gd name="csX3630" fmla="*/ 219278 w 3230884"/>
                <a:gd name="csY3630" fmla="*/ 707517 h 1498637"/>
                <a:gd name="csX3631" fmla="*/ 209246 w 3230884"/>
                <a:gd name="csY3631" fmla="*/ 706084 h 1498637"/>
                <a:gd name="csX3632" fmla="*/ 203991 w 3230884"/>
                <a:gd name="csY3632" fmla="*/ 704651 h 1498637"/>
                <a:gd name="csX3633" fmla="*/ 197302 w 3230884"/>
                <a:gd name="csY3633" fmla="*/ 700351 h 1498637"/>
                <a:gd name="csX3634" fmla="*/ 191092 w 3230884"/>
                <a:gd name="csY3634" fmla="*/ 697963 h 1498637"/>
                <a:gd name="csX3635" fmla="*/ 186792 w 3230884"/>
                <a:gd name="csY3635" fmla="*/ 697007 h 1498637"/>
                <a:gd name="csX3636" fmla="*/ 179149 w 3230884"/>
                <a:gd name="csY3636" fmla="*/ 697007 h 1498637"/>
                <a:gd name="csX3637" fmla="*/ 161950 w 3230884"/>
                <a:gd name="csY3637" fmla="*/ 692708 h 1498637"/>
                <a:gd name="csX3638" fmla="*/ 159084 w 3230884"/>
                <a:gd name="csY3638" fmla="*/ 691275 h 1498637"/>
                <a:gd name="csX3639" fmla="*/ 148096 w 3230884"/>
                <a:gd name="csY3639" fmla="*/ 682675 h 1498637"/>
                <a:gd name="csX3640" fmla="*/ 144275 w 3230884"/>
                <a:gd name="csY3640" fmla="*/ 685064 h 1498637"/>
                <a:gd name="csX3641" fmla="*/ 141408 w 3230884"/>
                <a:gd name="csY3641" fmla="*/ 685542 h 1498637"/>
                <a:gd name="csX3642" fmla="*/ 139975 w 3230884"/>
                <a:gd name="csY3642" fmla="*/ 682675 h 1498637"/>
                <a:gd name="csX3643" fmla="*/ 140453 w 3230884"/>
                <a:gd name="csY3643" fmla="*/ 681720 h 1498637"/>
                <a:gd name="csX3644" fmla="*/ 140930 w 3230884"/>
                <a:gd name="csY3644" fmla="*/ 680765 h 1498637"/>
                <a:gd name="csX3645" fmla="*/ 134720 w 3230884"/>
                <a:gd name="csY3645" fmla="*/ 678376 h 1498637"/>
                <a:gd name="csX3646" fmla="*/ 129943 w 3230884"/>
                <a:gd name="csY3646" fmla="*/ 678376 h 1498637"/>
                <a:gd name="csX3647" fmla="*/ 127076 w 3230884"/>
                <a:gd name="csY3647" fmla="*/ 676465 h 1498637"/>
                <a:gd name="csX3648" fmla="*/ 123732 w 3230884"/>
                <a:gd name="csY3648" fmla="*/ 675032 h 1498637"/>
                <a:gd name="csX3649" fmla="*/ 122299 w 3230884"/>
                <a:gd name="csY3649" fmla="*/ 675987 h 1498637"/>
                <a:gd name="csX3650" fmla="*/ 121821 w 3230884"/>
                <a:gd name="csY3650" fmla="*/ 675510 h 1498637"/>
                <a:gd name="csX3651" fmla="*/ 115133 w 3230884"/>
                <a:gd name="csY3651" fmla="*/ 672165 h 1498637"/>
                <a:gd name="csX3652" fmla="*/ 112266 w 3230884"/>
                <a:gd name="csY3652" fmla="*/ 669299 h 1498637"/>
                <a:gd name="csX3653" fmla="*/ 108923 w 3230884"/>
                <a:gd name="csY3653" fmla="*/ 664044 h 1498637"/>
                <a:gd name="csX3654" fmla="*/ 109878 w 3230884"/>
                <a:gd name="csY3654" fmla="*/ 662133 h 1498637"/>
                <a:gd name="csX3655" fmla="*/ 110834 w 3230884"/>
                <a:gd name="csY3655" fmla="*/ 660700 h 1498637"/>
                <a:gd name="csX3656" fmla="*/ 100323 w 3230884"/>
                <a:gd name="csY3656" fmla="*/ 657833 h 1498637"/>
                <a:gd name="csX3657" fmla="*/ 90291 w 3230884"/>
                <a:gd name="csY3657" fmla="*/ 657356 h 1498637"/>
                <a:gd name="csX3658" fmla="*/ 91724 w 3230884"/>
                <a:gd name="csY3658" fmla="*/ 658789 h 1498637"/>
                <a:gd name="csX3659" fmla="*/ 96024 w 3230884"/>
                <a:gd name="csY3659" fmla="*/ 659744 h 1498637"/>
                <a:gd name="csX3660" fmla="*/ 98890 w 3230884"/>
                <a:gd name="csY3660" fmla="*/ 661655 h 1498637"/>
                <a:gd name="csX3661" fmla="*/ 102234 w 3230884"/>
                <a:gd name="csY3661" fmla="*/ 664522 h 1498637"/>
                <a:gd name="csX3662" fmla="*/ 101279 w 3230884"/>
                <a:gd name="csY3662" fmla="*/ 668821 h 1498637"/>
                <a:gd name="csX3663" fmla="*/ 106056 w 3230884"/>
                <a:gd name="csY3663" fmla="*/ 672643 h 1498637"/>
                <a:gd name="csX3664" fmla="*/ 109400 w 3230884"/>
                <a:gd name="csY3664" fmla="*/ 676465 h 1498637"/>
                <a:gd name="csX3665" fmla="*/ 109400 w 3230884"/>
                <a:gd name="csY3665" fmla="*/ 677898 h 1498637"/>
                <a:gd name="csX3666" fmla="*/ 110834 w 3230884"/>
                <a:gd name="csY3666" fmla="*/ 678376 h 1498637"/>
                <a:gd name="csX3667" fmla="*/ 115611 w 3230884"/>
                <a:gd name="csY3667" fmla="*/ 679809 h 1498637"/>
                <a:gd name="csX3668" fmla="*/ 116566 w 3230884"/>
                <a:gd name="csY3668" fmla="*/ 683153 h 1498637"/>
                <a:gd name="csX3669" fmla="*/ 115611 w 3230884"/>
                <a:gd name="csY3669" fmla="*/ 684586 h 1498637"/>
                <a:gd name="csX3670" fmla="*/ 116566 w 3230884"/>
                <a:gd name="csY3670" fmla="*/ 686497 h 1498637"/>
                <a:gd name="csX3671" fmla="*/ 119910 w 3230884"/>
                <a:gd name="csY3671" fmla="*/ 688408 h 1498637"/>
                <a:gd name="csX3672" fmla="*/ 122299 w 3230884"/>
                <a:gd name="csY3672" fmla="*/ 689364 h 1498637"/>
                <a:gd name="csX3673" fmla="*/ 125165 w 3230884"/>
                <a:gd name="csY3673" fmla="*/ 690319 h 1498637"/>
                <a:gd name="csX3674" fmla="*/ 123732 w 3230884"/>
                <a:gd name="csY3674" fmla="*/ 693185 h 1498637"/>
                <a:gd name="csX3675" fmla="*/ 121343 w 3230884"/>
                <a:gd name="csY3675" fmla="*/ 695096 h 1498637"/>
                <a:gd name="csX3676" fmla="*/ 119432 w 3230884"/>
                <a:gd name="csY3676" fmla="*/ 695574 h 1498637"/>
                <a:gd name="csX3677" fmla="*/ 120388 w 3230884"/>
                <a:gd name="csY3677" fmla="*/ 696052 h 1498637"/>
                <a:gd name="csX3678" fmla="*/ 123254 w 3230884"/>
                <a:gd name="csY3678" fmla="*/ 696052 h 1498637"/>
                <a:gd name="csX3679" fmla="*/ 134242 w 3230884"/>
                <a:gd name="csY3679" fmla="*/ 700351 h 1498637"/>
                <a:gd name="csX3680" fmla="*/ 139975 w 3230884"/>
                <a:gd name="csY3680" fmla="*/ 704651 h 1498637"/>
                <a:gd name="csX3681" fmla="*/ 145707 w 3230884"/>
                <a:gd name="csY3681" fmla="*/ 712772 h 1498637"/>
                <a:gd name="csX3682" fmla="*/ 147619 w 3230884"/>
                <a:gd name="csY3682" fmla="*/ 716594 h 1498637"/>
                <a:gd name="csX3683" fmla="*/ 147619 w 3230884"/>
                <a:gd name="csY3683" fmla="*/ 718505 h 1498637"/>
                <a:gd name="csX3684" fmla="*/ 147141 w 3230884"/>
                <a:gd name="csY3684" fmla="*/ 720894 h 1498637"/>
                <a:gd name="csX3685" fmla="*/ 146663 w 3230884"/>
                <a:gd name="csY3685" fmla="*/ 722805 h 1498637"/>
                <a:gd name="csX3686" fmla="*/ 146185 w 3230884"/>
                <a:gd name="csY3686" fmla="*/ 725193 h 1498637"/>
                <a:gd name="csX3687" fmla="*/ 144275 w 3230884"/>
                <a:gd name="csY3687" fmla="*/ 732359 h 1498637"/>
                <a:gd name="csX3688" fmla="*/ 142841 w 3230884"/>
                <a:gd name="csY3688" fmla="*/ 734270 h 1498637"/>
                <a:gd name="csX3689" fmla="*/ 139975 w 3230884"/>
                <a:gd name="csY3689" fmla="*/ 737137 h 1498637"/>
                <a:gd name="csX3690" fmla="*/ 142364 w 3230884"/>
                <a:gd name="csY3690" fmla="*/ 742392 h 1498637"/>
                <a:gd name="csX3691" fmla="*/ 145230 w 3230884"/>
                <a:gd name="csY3691" fmla="*/ 747169 h 1498637"/>
                <a:gd name="csX3692" fmla="*/ 148096 w 3230884"/>
                <a:gd name="csY3692" fmla="*/ 754813 h 1498637"/>
                <a:gd name="csX3693" fmla="*/ 148096 w 3230884"/>
                <a:gd name="csY3693" fmla="*/ 758157 h 1498637"/>
                <a:gd name="csX3694" fmla="*/ 148574 w 3230884"/>
                <a:gd name="csY3694" fmla="*/ 762934 h 1498637"/>
                <a:gd name="csX3695" fmla="*/ 150962 w 3230884"/>
                <a:gd name="csY3695" fmla="*/ 764845 h 1498637"/>
                <a:gd name="csX3696" fmla="*/ 150007 w 3230884"/>
                <a:gd name="csY3696" fmla="*/ 765323 h 1498637"/>
                <a:gd name="csX3697" fmla="*/ 149052 w 3230884"/>
                <a:gd name="csY3697" fmla="*/ 766756 h 1498637"/>
                <a:gd name="csX3698" fmla="*/ 149052 w 3230884"/>
                <a:gd name="csY3698" fmla="*/ 772966 h 1498637"/>
                <a:gd name="csX3699" fmla="*/ 152396 w 3230884"/>
                <a:gd name="csY3699" fmla="*/ 778221 h 1498637"/>
                <a:gd name="csX3700" fmla="*/ 157173 w 3230884"/>
                <a:gd name="csY3700" fmla="*/ 781565 h 1498637"/>
                <a:gd name="csX3701" fmla="*/ 160517 w 3230884"/>
                <a:gd name="csY3701" fmla="*/ 782043 h 1498637"/>
                <a:gd name="csX3702" fmla="*/ 164817 w 3230884"/>
                <a:gd name="csY3702" fmla="*/ 780610 h 1498637"/>
                <a:gd name="csX3703" fmla="*/ 167683 w 3230884"/>
                <a:gd name="csY3703" fmla="*/ 782521 h 1498637"/>
                <a:gd name="csX3704" fmla="*/ 174371 w 3230884"/>
                <a:gd name="csY3704" fmla="*/ 788731 h 1498637"/>
                <a:gd name="csX3705" fmla="*/ 177716 w 3230884"/>
                <a:gd name="csY3705" fmla="*/ 794942 h 1498637"/>
                <a:gd name="csX3706" fmla="*/ 178671 w 3230884"/>
                <a:gd name="csY3706" fmla="*/ 796375 h 1498637"/>
                <a:gd name="csX3707" fmla="*/ 185837 w 3230884"/>
                <a:gd name="csY3707" fmla="*/ 798764 h 1498637"/>
                <a:gd name="csX3708" fmla="*/ 191092 w 3230884"/>
                <a:gd name="csY3708" fmla="*/ 800197 h 1498637"/>
                <a:gd name="csX3709" fmla="*/ 198735 w 3230884"/>
                <a:gd name="csY3709" fmla="*/ 804019 h 1498637"/>
                <a:gd name="csX3710" fmla="*/ 200169 w 3230884"/>
                <a:gd name="csY3710" fmla="*/ 804019 h 1498637"/>
                <a:gd name="csX3711" fmla="*/ 203991 w 3230884"/>
                <a:gd name="csY3711" fmla="*/ 800675 h 1498637"/>
                <a:gd name="csX3712" fmla="*/ 210679 w 3230884"/>
                <a:gd name="csY3712" fmla="*/ 798764 h 1498637"/>
                <a:gd name="csX3713" fmla="*/ 212590 w 3230884"/>
                <a:gd name="csY3713" fmla="*/ 795420 h 1498637"/>
                <a:gd name="csX3714" fmla="*/ 212590 w 3230884"/>
                <a:gd name="csY3714" fmla="*/ 792553 h 1498637"/>
                <a:gd name="csX3715" fmla="*/ 210679 w 3230884"/>
                <a:gd name="csY3715" fmla="*/ 787776 h 1498637"/>
                <a:gd name="csX3716" fmla="*/ 210201 w 3230884"/>
                <a:gd name="csY3716" fmla="*/ 782999 h 1498637"/>
                <a:gd name="csX3717" fmla="*/ 208290 w 3230884"/>
                <a:gd name="csY3717" fmla="*/ 781088 h 1498637"/>
                <a:gd name="csX3718" fmla="*/ 205901 w 3230884"/>
                <a:gd name="csY3718" fmla="*/ 780132 h 1498637"/>
                <a:gd name="csX3719" fmla="*/ 200169 w 3230884"/>
                <a:gd name="csY3719" fmla="*/ 781088 h 1498637"/>
                <a:gd name="csX3720" fmla="*/ 197302 w 3230884"/>
                <a:gd name="csY3720" fmla="*/ 780610 h 1498637"/>
                <a:gd name="csX3721" fmla="*/ 194914 w 3230884"/>
                <a:gd name="csY3721" fmla="*/ 779654 h 1498637"/>
                <a:gd name="csX3722" fmla="*/ 192048 w 3230884"/>
                <a:gd name="csY3722" fmla="*/ 775833 h 1498637"/>
                <a:gd name="csX3723" fmla="*/ 186792 w 3230884"/>
                <a:gd name="csY3723" fmla="*/ 767711 h 1498637"/>
                <a:gd name="csX3724" fmla="*/ 183926 w 3230884"/>
                <a:gd name="csY3724" fmla="*/ 764845 h 1498637"/>
                <a:gd name="csX3725" fmla="*/ 182971 w 3230884"/>
                <a:gd name="csY3725" fmla="*/ 763412 h 1498637"/>
                <a:gd name="csX3726" fmla="*/ 182015 w 3230884"/>
                <a:gd name="csY3726" fmla="*/ 761023 h 1498637"/>
                <a:gd name="csX3727" fmla="*/ 182015 w 3230884"/>
                <a:gd name="csY3727" fmla="*/ 756724 h 1498637"/>
                <a:gd name="csX3728" fmla="*/ 184403 w 3230884"/>
                <a:gd name="csY3728" fmla="*/ 757201 h 1498637"/>
                <a:gd name="csX3729" fmla="*/ 187270 w 3230884"/>
                <a:gd name="csY3729" fmla="*/ 754813 h 1498637"/>
                <a:gd name="csX3730" fmla="*/ 189181 w 3230884"/>
                <a:gd name="csY3730" fmla="*/ 746691 h 1498637"/>
                <a:gd name="csX3731" fmla="*/ 192525 w 3230884"/>
                <a:gd name="csY3731" fmla="*/ 745736 h 1498637"/>
                <a:gd name="csX3732" fmla="*/ 194436 w 3230884"/>
                <a:gd name="csY3732" fmla="*/ 745736 h 1498637"/>
                <a:gd name="csX3733" fmla="*/ 202080 w 3230884"/>
                <a:gd name="csY3733" fmla="*/ 749558 h 1498637"/>
                <a:gd name="csX3734" fmla="*/ 211634 w 3230884"/>
                <a:gd name="csY3734" fmla="*/ 759590 h 1498637"/>
                <a:gd name="csX3735" fmla="*/ 213545 w 3230884"/>
                <a:gd name="csY3735" fmla="*/ 760545 h 1498637"/>
                <a:gd name="csX3736" fmla="*/ 215934 w 3230884"/>
                <a:gd name="csY3736" fmla="*/ 760545 h 1498637"/>
                <a:gd name="csX3737" fmla="*/ 219278 w 3230884"/>
                <a:gd name="csY3737" fmla="*/ 760545 h 1498637"/>
                <a:gd name="csX3738" fmla="*/ 220233 w 3230884"/>
                <a:gd name="csY3738" fmla="*/ 761501 h 1498637"/>
                <a:gd name="csX3739" fmla="*/ 222144 w 3230884"/>
                <a:gd name="csY3739" fmla="*/ 763412 h 1498637"/>
                <a:gd name="csX3740" fmla="*/ 223578 w 3230884"/>
                <a:gd name="csY3740" fmla="*/ 763412 h 1498637"/>
                <a:gd name="csX3741" fmla="*/ 232176 w 3230884"/>
                <a:gd name="csY3741" fmla="*/ 766278 h 1498637"/>
                <a:gd name="csX3742" fmla="*/ 242209 w 3230884"/>
                <a:gd name="csY3742" fmla="*/ 772489 h 1498637"/>
                <a:gd name="csX3743" fmla="*/ 246031 w 3230884"/>
                <a:gd name="csY3743" fmla="*/ 772489 h 1498637"/>
                <a:gd name="csX3744" fmla="*/ 247464 w 3230884"/>
                <a:gd name="csY3744" fmla="*/ 769145 h 1498637"/>
                <a:gd name="csX3745" fmla="*/ 247942 w 3230884"/>
                <a:gd name="csY3745" fmla="*/ 767711 h 1498637"/>
                <a:gd name="csX3746" fmla="*/ 252241 w 3230884"/>
                <a:gd name="csY3746" fmla="*/ 763889 h 1498637"/>
                <a:gd name="csX3747" fmla="*/ 255108 w 3230884"/>
                <a:gd name="csY3747" fmla="*/ 763412 h 1498637"/>
                <a:gd name="csX3748" fmla="*/ 258930 w 3230884"/>
                <a:gd name="csY3748" fmla="*/ 764845 h 1498637"/>
                <a:gd name="csX3749" fmla="*/ 259885 w 3230884"/>
                <a:gd name="csY3749" fmla="*/ 763889 h 1498637"/>
                <a:gd name="csX3750" fmla="*/ 258452 w 3230884"/>
                <a:gd name="csY3750" fmla="*/ 758634 h 1498637"/>
                <a:gd name="csX3751" fmla="*/ 256541 w 3230884"/>
                <a:gd name="csY3751" fmla="*/ 754335 h 1498637"/>
                <a:gd name="csX3752" fmla="*/ 253674 w 3230884"/>
                <a:gd name="csY3752" fmla="*/ 751468 h 1498637"/>
                <a:gd name="csX3753" fmla="*/ 248897 w 3230884"/>
                <a:gd name="csY3753" fmla="*/ 743347 h 1498637"/>
                <a:gd name="csX3754" fmla="*/ 246986 w 3230884"/>
                <a:gd name="csY3754" fmla="*/ 739047 h 1498637"/>
                <a:gd name="csX3755" fmla="*/ 246031 w 3230884"/>
                <a:gd name="csY3755" fmla="*/ 734748 h 1498637"/>
                <a:gd name="csX3756" fmla="*/ 246508 w 3230884"/>
                <a:gd name="csY3756" fmla="*/ 730926 h 1498637"/>
                <a:gd name="csX3757" fmla="*/ 247464 w 3230884"/>
                <a:gd name="csY3757" fmla="*/ 728060 h 1498637"/>
                <a:gd name="csX3758" fmla="*/ 257496 w 3230884"/>
                <a:gd name="csY3758" fmla="*/ 721372 h 1498637"/>
                <a:gd name="csX3759" fmla="*/ 260840 w 3230884"/>
                <a:gd name="csY3759" fmla="*/ 717550 h 1498637"/>
                <a:gd name="csX3760" fmla="*/ 264662 w 3230884"/>
                <a:gd name="csY3760" fmla="*/ 712295 h 1498637"/>
                <a:gd name="csX3761" fmla="*/ 266096 w 3230884"/>
                <a:gd name="csY3761" fmla="*/ 710861 h 1498637"/>
                <a:gd name="csX3762" fmla="*/ 272306 w 3230884"/>
                <a:gd name="csY3762" fmla="*/ 709428 h 1498637"/>
                <a:gd name="csX3763" fmla="*/ 280428 w 3230884"/>
                <a:gd name="csY3763" fmla="*/ 705129 h 1498637"/>
                <a:gd name="csX3764" fmla="*/ 286160 w 3230884"/>
                <a:gd name="csY3764" fmla="*/ 698918 h 1498637"/>
                <a:gd name="csX3765" fmla="*/ 292371 w 3230884"/>
                <a:gd name="csY3765" fmla="*/ 689364 h 1498637"/>
                <a:gd name="csX3766" fmla="*/ 294759 w 3230884"/>
                <a:gd name="csY3766" fmla="*/ 686975 h 1498637"/>
                <a:gd name="csX3767" fmla="*/ 296670 w 3230884"/>
                <a:gd name="csY3767" fmla="*/ 686975 h 1498637"/>
                <a:gd name="csX3768" fmla="*/ 299537 w 3230884"/>
                <a:gd name="csY3768" fmla="*/ 688886 h 1498637"/>
                <a:gd name="csX3769" fmla="*/ 302403 w 3230884"/>
                <a:gd name="csY3769" fmla="*/ 691275 h 1498637"/>
                <a:gd name="csX3770" fmla="*/ 306703 w 3230884"/>
                <a:gd name="csY3770" fmla="*/ 691752 h 1498637"/>
                <a:gd name="csX3771" fmla="*/ 310524 w 3230884"/>
                <a:gd name="csY3771" fmla="*/ 691275 h 1498637"/>
                <a:gd name="csX3772" fmla="*/ 314824 w 3230884"/>
                <a:gd name="csY3772" fmla="*/ 691752 h 1498637"/>
                <a:gd name="csX3773" fmla="*/ 321512 w 3230884"/>
                <a:gd name="csY3773" fmla="*/ 696052 h 1498637"/>
                <a:gd name="csX3774" fmla="*/ 322467 w 3230884"/>
                <a:gd name="csY3774" fmla="*/ 697485 h 1498637"/>
                <a:gd name="csX3775" fmla="*/ 323423 w 3230884"/>
                <a:gd name="csY3775" fmla="*/ 699396 h 1498637"/>
                <a:gd name="csX3776" fmla="*/ 321512 w 3230884"/>
                <a:gd name="csY3776" fmla="*/ 702740 h 1498637"/>
                <a:gd name="csX3777" fmla="*/ 321035 w 3230884"/>
                <a:gd name="csY3777" fmla="*/ 705129 h 1498637"/>
                <a:gd name="csX3778" fmla="*/ 322945 w 3230884"/>
                <a:gd name="csY3778" fmla="*/ 703696 h 1498637"/>
                <a:gd name="csX3779" fmla="*/ 324856 w 3230884"/>
                <a:gd name="csY3779" fmla="*/ 703218 h 1498637"/>
                <a:gd name="csX3780" fmla="*/ 327245 w 3230884"/>
                <a:gd name="csY3780" fmla="*/ 704173 h 1498637"/>
                <a:gd name="csX3781" fmla="*/ 329156 w 3230884"/>
                <a:gd name="csY3781" fmla="*/ 706084 h 1498637"/>
                <a:gd name="csX3782" fmla="*/ 330589 w 3230884"/>
                <a:gd name="csY3782" fmla="*/ 708473 h 1498637"/>
                <a:gd name="csX3783" fmla="*/ 332500 w 3230884"/>
                <a:gd name="csY3783" fmla="*/ 709906 h 1498637"/>
                <a:gd name="csX3784" fmla="*/ 332978 w 3230884"/>
                <a:gd name="csY3784" fmla="*/ 707517 h 1498637"/>
                <a:gd name="csX3785" fmla="*/ 332978 w 3230884"/>
                <a:gd name="csY3785" fmla="*/ 705606 h 1498637"/>
                <a:gd name="csX3786" fmla="*/ 332022 w 3230884"/>
                <a:gd name="csY3786" fmla="*/ 699874 h 1498637"/>
                <a:gd name="csX3787" fmla="*/ 334411 w 3230884"/>
                <a:gd name="csY3787" fmla="*/ 692230 h 1498637"/>
                <a:gd name="csX3788" fmla="*/ 336322 w 3230884"/>
                <a:gd name="csY3788" fmla="*/ 688886 h 1498637"/>
                <a:gd name="csX3789" fmla="*/ 340144 w 3230884"/>
                <a:gd name="csY3789" fmla="*/ 679809 h 1498637"/>
                <a:gd name="csX3790" fmla="*/ 338710 w 3230884"/>
                <a:gd name="csY3790" fmla="*/ 674554 h 1498637"/>
                <a:gd name="csX3791" fmla="*/ 338710 w 3230884"/>
                <a:gd name="csY3791" fmla="*/ 667866 h 1498637"/>
                <a:gd name="csX3792" fmla="*/ 338233 w 3230884"/>
                <a:gd name="csY3792" fmla="*/ 664522 h 1498637"/>
                <a:gd name="csX3793" fmla="*/ 335844 w 3230884"/>
                <a:gd name="csY3793" fmla="*/ 660222 h 1498637"/>
                <a:gd name="csX3794" fmla="*/ 331544 w 3230884"/>
                <a:gd name="csY3794" fmla="*/ 656878 h 1498637"/>
                <a:gd name="csX3795" fmla="*/ 327245 w 3230884"/>
                <a:gd name="csY3795" fmla="*/ 655923 h 1498637"/>
                <a:gd name="csX3796" fmla="*/ 325812 w 3230884"/>
                <a:gd name="csY3796" fmla="*/ 653056 h 1498637"/>
                <a:gd name="csX3797" fmla="*/ 326289 w 3230884"/>
                <a:gd name="csY3797" fmla="*/ 649234 h 1498637"/>
                <a:gd name="csX3798" fmla="*/ 327245 w 3230884"/>
                <a:gd name="csY3798" fmla="*/ 644457 h 1498637"/>
                <a:gd name="csX3799" fmla="*/ 331067 w 3230884"/>
                <a:gd name="csY3799" fmla="*/ 632992 h 1498637"/>
                <a:gd name="csX3800" fmla="*/ 334888 w 3230884"/>
                <a:gd name="csY3800" fmla="*/ 617704 h 1498637"/>
                <a:gd name="csX3801" fmla="*/ 334888 w 3230884"/>
                <a:gd name="csY3801" fmla="*/ 613882 h 1498637"/>
                <a:gd name="csX3802" fmla="*/ 334411 w 3230884"/>
                <a:gd name="csY3802" fmla="*/ 611971 h 1498637"/>
                <a:gd name="csX3803" fmla="*/ 334888 w 3230884"/>
                <a:gd name="csY3803" fmla="*/ 610061 h 1498637"/>
                <a:gd name="csX3804" fmla="*/ 334411 w 3230884"/>
                <a:gd name="csY3804" fmla="*/ 604805 h 1498637"/>
                <a:gd name="csX3805" fmla="*/ 333455 w 3230884"/>
                <a:gd name="csY3805" fmla="*/ 601461 h 1498637"/>
                <a:gd name="csX3806" fmla="*/ 318168 w 3230884"/>
                <a:gd name="csY3806" fmla="*/ 587607 h 1498637"/>
                <a:gd name="csX3807" fmla="*/ 317690 w 3230884"/>
                <a:gd name="csY3807" fmla="*/ 586174 h 1498637"/>
                <a:gd name="csX3808" fmla="*/ 317212 w 3230884"/>
                <a:gd name="csY3808" fmla="*/ 584263 h 1498637"/>
                <a:gd name="csX3809" fmla="*/ 318646 w 3230884"/>
                <a:gd name="csY3809" fmla="*/ 583785 h 1498637"/>
                <a:gd name="csX3810" fmla="*/ 319601 w 3230884"/>
                <a:gd name="csY3810" fmla="*/ 583785 h 1498637"/>
                <a:gd name="csX3811" fmla="*/ 331067 w 3230884"/>
                <a:gd name="csY3811" fmla="*/ 590474 h 1498637"/>
                <a:gd name="csX3812" fmla="*/ 333455 w 3230884"/>
                <a:gd name="csY3812" fmla="*/ 590951 h 1498637"/>
                <a:gd name="csX3813" fmla="*/ 351609 w 3230884"/>
                <a:gd name="csY3813" fmla="*/ 589040 h 1498637"/>
                <a:gd name="csX3814" fmla="*/ 360208 w 3230884"/>
                <a:gd name="csY3814" fmla="*/ 590474 h 1498637"/>
                <a:gd name="csX3815" fmla="*/ 367852 w 3230884"/>
                <a:gd name="csY3815" fmla="*/ 593818 h 1498637"/>
                <a:gd name="csX3816" fmla="*/ 373107 w 3230884"/>
                <a:gd name="csY3816" fmla="*/ 603372 h 1498637"/>
                <a:gd name="csX3817" fmla="*/ 378362 w 3230884"/>
                <a:gd name="csY3817" fmla="*/ 611494 h 1498637"/>
                <a:gd name="csX3818" fmla="*/ 383617 w 3230884"/>
                <a:gd name="csY3818" fmla="*/ 618660 h 1498637"/>
                <a:gd name="csX3819" fmla="*/ 383617 w 3230884"/>
                <a:gd name="csY3819" fmla="*/ 624870 h 1498637"/>
                <a:gd name="csX3820" fmla="*/ 378362 w 3230884"/>
                <a:gd name="csY3820" fmla="*/ 625826 h 1498637"/>
                <a:gd name="csX3821" fmla="*/ 373107 w 3230884"/>
                <a:gd name="csY3821" fmla="*/ 626303 h 1498637"/>
                <a:gd name="csX3822" fmla="*/ 360686 w 3230884"/>
                <a:gd name="csY3822" fmla="*/ 629170 h 1498637"/>
                <a:gd name="csX3823" fmla="*/ 357342 w 3230884"/>
                <a:gd name="csY3823" fmla="*/ 632514 h 1498637"/>
                <a:gd name="csX3824" fmla="*/ 348742 w 3230884"/>
                <a:gd name="csY3824" fmla="*/ 642546 h 1498637"/>
                <a:gd name="csX3825" fmla="*/ 348265 w 3230884"/>
                <a:gd name="csY3825" fmla="*/ 645412 h 1498637"/>
                <a:gd name="csX3826" fmla="*/ 348742 w 3230884"/>
                <a:gd name="csY3826" fmla="*/ 648279 h 1498637"/>
                <a:gd name="csX3827" fmla="*/ 352565 w 3230884"/>
                <a:gd name="csY3827" fmla="*/ 651623 h 1498637"/>
                <a:gd name="csX3828" fmla="*/ 361163 w 3230884"/>
                <a:gd name="csY3828" fmla="*/ 656400 h 1498637"/>
                <a:gd name="csX3829" fmla="*/ 364985 w 3230884"/>
                <a:gd name="csY3829" fmla="*/ 665477 h 1498637"/>
                <a:gd name="csX3830" fmla="*/ 367852 w 3230884"/>
                <a:gd name="csY3830" fmla="*/ 669777 h 1498637"/>
                <a:gd name="csX3831" fmla="*/ 369763 w 3230884"/>
                <a:gd name="csY3831" fmla="*/ 671688 h 1498637"/>
                <a:gd name="csX3832" fmla="*/ 371674 w 3230884"/>
                <a:gd name="csY3832" fmla="*/ 672165 h 1498637"/>
                <a:gd name="csX3833" fmla="*/ 375973 w 3230884"/>
                <a:gd name="csY3833" fmla="*/ 672165 h 1498637"/>
                <a:gd name="csX3834" fmla="*/ 378840 w 3230884"/>
                <a:gd name="csY3834" fmla="*/ 673121 h 1498637"/>
                <a:gd name="csX3835" fmla="*/ 379795 w 3230884"/>
                <a:gd name="csY3835" fmla="*/ 674076 h 1498637"/>
                <a:gd name="csX3836" fmla="*/ 380751 w 3230884"/>
                <a:gd name="csY3836" fmla="*/ 673121 h 1498637"/>
                <a:gd name="csX3837" fmla="*/ 383617 w 3230884"/>
                <a:gd name="csY3837" fmla="*/ 673121 h 1498637"/>
                <a:gd name="csX3838" fmla="*/ 399382 w 3230884"/>
                <a:gd name="csY3838" fmla="*/ 668344 h 1498637"/>
                <a:gd name="csX3839" fmla="*/ 402726 w 3230884"/>
                <a:gd name="csY3839" fmla="*/ 665955 h 1498637"/>
                <a:gd name="csX3840" fmla="*/ 403681 w 3230884"/>
                <a:gd name="csY3840" fmla="*/ 662611 h 1498637"/>
                <a:gd name="csX3841" fmla="*/ 405115 w 3230884"/>
                <a:gd name="csY3841" fmla="*/ 652101 h 1498637"/>
                <a:gd name="csX3842" fmla="*/ 406548 w 3230884"/>
                <a:gd name="csY3842" fmla="*/ 648279 h 1498637"/>
                <a:gd name="csX3843" fmla="*/ 407981 w 3230884"/>
                <a:gd name="csY3843" fmla="*/ 643502 h 1498637"/>
                <a:gd name="csX3844" fmla="*/ 407026 w 3230884"/>
                <a:gd name="csY3844" fmla="*/ 640635 h 1498637"/>
                <a:gd name="csX3845" fmla="*/ 407026 w 3230884"/>
                <a:gd name="csY3845" fmla="*/ 637291 h 1498637"/>
                <a:gd name="csX3846" fmla="*/ 415147 w 3230884"/>
                <a:gd name="csY3846" fmla="*/ 634425 h 1498637"/>
                <a:gd name="csX3847" fmla="*/ 422313 w 3230884"/>
                <a:gd name="csY3847" fmla="*/ 632036 h 1498637"/>
                <a:gd name="csX3848" fmla="*/ 426135 w 3230884"/>
                <a:gd name="csY3848" fmla="*/ 632514 h 1498637"/>
                <a:gd name="csX3849" fmla="*/ 427090 w 3230884"/>
                <a:gd name="csY3849" fmla="*/ 630125 h 1498637"/>
                <a:gd name="csX3850" fmla="*/ 424702 w 3230884"/>
                <a:gd name="csY3850" fmla="*/ 625826 h 1498637"/>
                <a:gd name="csX3851" fmla="*/ 423268 w 3230884"/>
                <a:gd name="csY3851" fmla="*/ 623437 h 1498637"/>
                <a:gd name="csX3852" fmla="*/ 424702 w 3230884"/>
                <a:gd name="csY3852" fmla="*/ 622482 h 1498637"/>
                <a:gd name="csX3853" fmla="*/ 426135 w 3230884"/>
                <a:gd name="csY3853" fmla="*/ 623915 h 1498637"/>
                <a:gd name="csX3854" fmla="*/ 428524 w 3230884"/>
                <a:gd name="csY3854" fmla="*/ 624392 h 1498637"/>
                <a:gd name="csX3855" fmla="*/ 432345 w 3230884"/>
                <a:gd name="csY3855" fmla="*/ 623437 h 1498637"/>
                <a:gd name="csX3856" fmla="*/ 447633 w 3230884"/>
                <a:gd name="csY3856" fmla="*/ 614360 h 1498637"/>
                <a:gd name="csX3857" fmla="*/ 453843 w 3230884"/>
                <a:gd name="csY3857" fmla="*/ 608627 h 1498637"/>
                <a:gd name="csX3858" fmla="*/ 457665 w 3230884"/>
                <a:gd name="csY3858" fmla="*/ 606716 h 1498637"/>
                <a:gd name="csX3859" fmla="*/ 462920 w 3230884"/>
                <a:gd name="csY3859" fmla="*/ 601939 h 1498637"/>
                <a:gd name="csX3860" fmla="*/ 465786 w 3230884"/>
                <a:gd name="csY3860" fmla="*/ 600028 h 1498637"/>
                <a:gd name="csX3861" fmla="*/ 470564 w 3230884"/>
                <a:gd name="csY3861" fmla="*/ 599551 h 1498637"/>
                <a:gd name="csX3862" fmla="*/ 475818 w 3230884"/>
                <a:gd name="csY3862" fmla="*/ 597640 h 1498637"/>
                <a:gd name="csX3863" fmla="*/ 481074 w 3230884"/>
                <a:gd name="csY3863" fmla="*/ 593818 h 1498637"/>
                <a:gd name="csX3864" fmla="*/ 488717 w 3230884"/>
                <a:gd name="csY3864" fmla="*/ 590951 h 1498637"/>
                <a:gd name="csX3865" fmla="*/ 490150 w 3230884"/>
                <a:gd name="csY3865" fmla="*/ 590951 h 1498637"/>
                <a:gd name="csX3866" fmla="*/ 491584 w 3230884"/>
                <a:gd name="csY3866" fmla="*/ 591429 h 1498637"/>
                <a:gd name="csX3867" fmla="*/ 494450 w 3230884"/>
                <a:gd name="csY3867" fmla="*/ 594773 h 1498637"/>
                <a:gd name="csX3868" fmla="*/ 493495 w 3230884"/>
                <a:gd name="csY3868" fmla="*/ 596684 h 1498637"/>
                <a:gd name="csX3869" fmla="*/ 492539 w 3230884"/>
                <a:gd name="csY3869" fmla="*/ 599073 h 1498637"/>
                <a:gd name="csX3870" fmla="*/ 493972 w 3230884"/>
                <a:gd name="csY3870" fmla="*/ 600028 h 1498637"/>
                <a:gd name="csX3871" fmla="*/ 495406 w 3230884"/>
                <a:gd name="csY3871" fmla="*/ 600984 h 1498637"/>
                <a:gd name="csX3872" fmla="*/ 496839 w 3230884"/>
                <a:gd name="csY3872" fmla="*/ 600028 h 1498637"/>
                <a:gd name="csX3873" fmla="*/ 498272 w 3230884"/>
                <a:gd name="csY3873" fmla="*/ 598595 h 1498637"/>
                <a:gd name="csX3874" fmla="*/ 502094 w 3230884"/>
                <a:gd name="csY3874" fmla="*/ 596684 h 1498637"/>
                <a:gd name="csX3875" fmla="*/ 503049 w 3230884"/>
                <a:gd name="csY3875" fmla="*/ 593818 h 1498637"/>
                <a:gd name="csX3876" fmla="*/ 501616 w 3230884"/>
                <a:gd name="csY3876" fmla="*/ 592385 h 1498637"/>
                <a:gd name="csX3877" fmla="*/ 499705 w 3230884"/>
                <a:gd name="csY3877" fmla="*/ 588085 h 1498637"/>
                <a:gd name="csX3878" fmla="*/ 497316 w 3230884"/>
                <a:gd name="csY3878" fmla="*/ 587607 h 1498637"/>
                <a:gd name="csX3879" fmla="*/ 495883 w 3230884"/>
                <a:gd name="csY3879" fmla="*/ 587607 h 1498637"/>
                <a:gd name="csX3880" fmla="*/ 502572 w 3230884"/>
                <a:gd name="csY3880" fmla="*/ 581397 h 1498637"/>
                <a:gd name="csX3881" fmla="*/ 516904 w 3230884"/>
                <a:gd name="csY3881" fmla="*/ 572320 h 1498637"/>
                <a:gd name="csX3882" fmla="*/ 524547 w 3230884"/>
                <a:gd name="csY3882" fmla="*/ 568020 h 1498637"/>
                <a:gd name="csX3883" fmla="*/ 532191 w 3230884"/>
                <a:gd name="csY3883" fmla="*/ 567543 h 1498637"/>
                <a:gd name="csX3884" fmla="*/ 538401 w 3230884"/>
                <a:gd name="csY3884" fmla="*/ 568020 h 1498637"/>
                <a:gd name="csX3885" fmla="*/ 536013 w 3230884"/>
                <a:gd name="csY3885" fmla="*/ 569454 h 1498637"/>
                <a:gd name="csX3886" fmla="*/ 525980 w 3230884"/>
                <a:gd name="csY3886" fmla="*/ 571364 h 1498637"/>
                <a:gd name="csX3887" fmla="*/ 524547 w 3230884"/>
                <a:gd name="csY3887" fmla="*/ 572320 h 1498637"/>
                <a:gd name="csX3888" fmla="*/ 524547 w 3230884"/>
                <a:gd name="csY3888" fmla="*/ 573753 h 1498637"/>
                <a:gd name="csX3889" fmla="*/ 526936 w 3230884"/>
                <a:gd name="csY3889" fmla="*/ 574231 h 1498637"/>
                <a:gd name="csX3890" fmla="*/ 527891 w 3230884"/>
                <a:gd name="csY3890" fmla="*/ 575664 h 1498637"/>
                <a:gd name="csX3891" fmla="*/ 527413 w 3230884"/>
                <a:gd name="csY3891" fmla="*/ 577097 h 1498637"/>
                <a:gd name="csX3892" fmla="*/ 526458 w 3230884"/>
                <a:gd name="csY3892" fmla="*/ 577575 h 1498637"/>
                <a:gd name="csX3893" fmla="*/ 525502 w 3230884"/>
                <a:gd name="csY3893" fmla="*/ 582352 h 1498637"/>
                <a:gd name="csX3894" fmla="*/ 523591 w 3230884"/>
                <a:gd name="csY3894" fmla="*/ 586174 h 1498637"/>
                <a:gd name="csX3895" fmla="*/ 526936 w 3230884"/>
                <a:gd name="csY3895" fmla="*/ 590951 h 1498637"/>
                <a:gd name="csX3896" fmla="*/ 527413 w 3230884"/>
                <a:gd name="csY3896" fmla="*/ 596206 h 1498637"/>
                <a:gd name="csX3897" fmla="*/ 525025 w 3230884"/>
                <a:gd name="csY3897" fmla="*/ 598595 h 1498637"/>
                <a:gd name="csX3898" fmla="*/ 522636 w 3230884"/>
                <a:gd name="csY3898" fmla="*/ 597640 h 1498637"/>
                <a:gd name="csX3899" fmla="*/ 519770 w 3230884"/>
                <a:gd name="csY3899" fmla="*/ 599551 h 1498637"/>
                <a:gd name="csX3900" fmla="*/ 515470 w 3230884"/>
                <a:gd name="csY3900" fmla="*/ 600506 h 1498637"/>
                <a:gd name="csX3901" fmla="*/ 514515 w 3230884"/>
                <a:gd name="csY3901" fmla="*/ 601939 h 1498637"/>
                <a:gd name="csX3902" fmla="*/ 514037 w 3230884"/>
                <a:gd name="csY3902" fmla="*/ 604328 h 1498637"/>
                <a:gd name="csX3903" fmla="*/ 516904 w 3230884"/>
                <a:gd name="csY3903" fmla="*/ 604805 h 1498637"/>
                <a:gd name="csX3904" fmla="*/ 518814 w 3230884"/>
                <a:gd name="csY3904" fmla="*/ 604805 h 1498637"/>
                <a:gd name="csX3905" fmla="*/ 526936 w 3230884"/>
                <a:gd name="csY3905" fmla="*/ 606239 h 1498637"/>
                <a:gd name="csX3906" fmla="*/ 527891 w 3230884"/>
                <a:gd name="csY3906" fmla="*/ 606239 h 1498637"/>
                <a:gd name="csX3907" fmla="*/ 530280 w 3230884"/>
                <a:gd name="csY3907" fmla="*/ 604805 h 1498637"/>
                <a:gd name="csX3908" fmla="*/ 533146 w 3230884"/>
                <a:gd name="csY3908" fmla="*/ 604328 h 1498637"/>
                <a:gd name="csX3909" fmla="*/ 536490 w 3230884"/>
                <a:gd name="csY3909" fmla="*/ 603850 h 1498637"/>
                <a:gd name="csX3910" fmla="*/ 537923 w 3230884"/>
                <a:gd name="csY3910" fmla="*/ 602895 h 1498637"/>
                <a:gd name="csX3911" fmla="*/ 539834 w 3230884"/>
                <a:gd name="csY3911" fmla="*/ 603850 h 1498637"/>
                <a:gd name="csX3912" fmla="*/ 542701 w 3230884"/>
                <a:gd name="csY3912" fmla="*/ 608627 h 1498637"/>
                <a:gd name="csX3913" fmla="*/ 545567 w 3230884"/>
                <a:gd name="csY3913" fmla="*/ 607672 h 1498637"/>
                <a:gd name="csX3914" fmla="*/ 547000 w 3230884"/>
                <a:gd name="csY3914" fmla="*/ 599073 h 1498637"/>
                <a:gd name="csX3915" fmla="*/ 551300 w 3230884"/>
                <a:gd name="csY3915" fmla="*/ 593818 h 1498637"/>
                <a:gd name="csX3916" fmla="*/ 556555 w 3230884"/>
                <a:gd name="csY3916" fmla="*/ 589518 h 1498637"/>
                <a:gd name="csX3917" fmla="*/ 561810 w 3230884"/>
                <a:gd name="csY3917" fmla="*/ 589040 h 1498637"/>
                <a:gd name="csX3918" fmla="*/ 566587 w 3230884"/>
                <a:gd name="csY3918" fmla="*/ 586174 h 1498637"/>
                <a:gd name="csX3919" fmla="*/ 568976 w 3230884"/>
                <a:gd name="csY3919" fmla="*/ 585219 h 1498637"/>
                <a:gd name="csX3920" fmla="*/ 573753 w 3230884"/>
                <a:gd name="csY3920" fmla="*/ 586652 h 1498637"/>
                <a:gd name="csX3921" fmla="*/ 580441 w 3230884"/>
                <a:gd name="csY3921" fmla="*/ 587130 h 1498637"/>
                <a:gd name="csX3922" fmla="*/ 586174 w 3230884"/>
                <a:gd name="csY3922" fmla="*/ 589518 h 1498637"/>
                <a:gd name="csX3923" fmla="*/ 590473 w 3230884"/>
                <a:gd name="csY3923" fmla="*/ 589996 h 1498637"/>
                <a:gd name="csX3924" fmla="*/ 596684 w 3230884"/>
                <a:gd name="csY3924" fmla="*/ 585696 h 1498637"/>
                <a:gd name="csX3925" fmla="*/ 611494 w 3230884"/>
                <a:gd name="csY3925" fmla="*/ 573275 h 1498637"/>
                <a:gd name="csX3926" fmla="*/ 612450 w 3230884"/>
                <a:gd name="csY3926" fmla="*/ 576142 h 1498637"/>
                <a:gd name="csX3927" fmla="*/ 614838 w 3230884"/>
                <a:gd name="csY3927" fmla="*/ 571842 h 1498637"/>
                <a:gd name="csX3928" fmla="*/ 626303 w 3230884"/>
                <a:gd name="csY3928" fmla="*/ 567543 h 1498637"/>
                <a:gd name="csX3929" fmla="*/ 628692 w 3230884"/>
                <a:gd name="csY3929" fmla="*/ 567543 h 1498637"/>
                <a:gd name="csX3930" fmla="*/ 628692 w 3230884"/>
                <a:gd name="csY3930" fmla="*/ 568976 h 1498637"/>
                <a:gd name="csX3931" fmla="*/ 630125 w 3230884"/>
                <a:gd name="csY3931" fmla="*/ 572798 h 1498637"/>
                <a:gd name="csX3932" fmla="*/ 632036 w 3230884"/>
                <a:gd name="csY3932" fmla="*/ 575186 h 1498637"/>
                <a:gd name="csX3933" fmla="*/ 634903 w 3230884"/>
                <a:gd name="csY3933" fmla="*/ 580919 h 1498637"/>
                <a:gd name="csX3934" fmla="*/ 633469 w 3230884"/>
                <a:gd name="csY3934" fmla="*/ 582352 h 1498637"/>
                <a:gd name="csX3935" fmla="*/ 632036 w 3230884"/>
                <a:gd name="csY3935" fmla="*/ 583308 h 1498637"/>
                <a:gd name="csX3936" fmla="*/ 630125 w 3230884"/>
                <a:gd name="csY3936" fmla="*/ 587130 h 1498637"/>
                <a:gd name="csX3937" fmla="*/ 629648 w 3230884"/>
                <a:gd name="csY3937" fmla="*/ 595729 h 1498637"/>
                <a:gd name="csX3938" fmla="*/ 633947 w 3230884"/>
                <a:gd name="csY3938" fmla="*/ 597640 h 1498637"/>
                <a:gd name="csX3939" fmla="*/ 639680 w 3230884"/>
                <a:gd name="csY3939" fmla="*/ 600028 h 1498637"/>
                <a:gd name="csX3940" fmla="*/ 642068 w 3230884"/>
                <a:gd name="csY3940" fmla="*/ 600028 h 1498637"/>
                <a:gd name="csX3941" fmla="*/ 643980 w 3230884"/>
                <a:gd name="csY3941" fmla="*/ 598595 h 1498637"/>
                <a:gd name="csX3942" fmla="*/ 644935 w 3230884"/>
                <a:gd name="csY3942" fmla="*/ 598117 h 1498637"/>
                <a:gd name="csX3943" fmla="*/ 645412 w 3230884"/>
                <a:gd name="csY3943" fmla="*/ 596684 h 1498637"/>
                <a:gd name="csX3944" fmla="*/ 645891 w 3230884"/>
                <a:gd name="csY3944" fmla="*/ 594296 h 1498637"/>
                <a:gd name="csX3945" fmla="*/ 646368 w 3230884"/>
                <a:gd name="csY3945" fmla="*/ 592385 h 1498637"/>
                <a:gd name="csX3946" fmla="*/ 644935 w 3230884"/>
                <a:gd name="csY3946" fmla="*/ 587607 h 1498637"/>
                <a:gd name="csX3947" fmla="*/ 645412 w 3230884"/>
                <a:gd name="csY3947" fmla="*/ 582352 h 1498637"/>
                <a:gd name="csX3948" fmla="*/ 650668 w 3230884"/>
                <a:gd name="csY3948" fmla="*/ 582830 h 1498637"/>
                <a:gd name="csX3949" fmla="*/ 657356 w 3230884"/>
                <a:gd name="csY3949" fmla="*/ 581397 h 1498637"/>
                <a:gd name="csX3950" fmla="*/ 660222 w 3230884"/>
                <a:gd name="csY3950" fmla="*/ 578530 h 1498637"/>
                <a:gd name="csX3951" fmla="*/ 663566 w 3230884"/>
                <a:gd name="csY3951" fmla="*/ 573275 h 1498637"/>
                <a:gd name="csX3952" fmla="*/ 665955 w 3230884"/>
                <a:gd name="csY3952" fmla="*/ 568498 h 1498637"/>
                <a:gd name="csX3953" fmla="*/ 664522 w 3230884"/>
                <a:gd name="csY3953" fmla="*/ 560377 h 1498637"/>
                <a:gd name="csX3954" fmla="*/ 660700 w 3230884"/>
                <a:gd name="csY3954" fmla="*/ 562288 h 1498637"/>
                <a:gd name="csX3955" fmla="*/ 654012 w 3230884"/>
                <a:gd name="csY3955" fmla="*/ 544134 h 1498637"/>
                <a:gd name="csX3956" fmla="*/ 651145 w 3230884"/>
                <a:gd name="csY3956" fmla="*/ 537446 h 1498637"/>
                <a:gd name="csX3957" fmla="*/ 653057 w 3230884"/>
                <a:gd name="csY3957" fmla="*/ 534102 h 1498637"/>
                <a:gd name="csX3958" fmla="*/ 658789 w 3230884"/>
                <a:gd name="csY3958" fmla="*/ 532191 h 1498637"/>
                <a:gd name="csX3959" fmla="*/ 663566 w 3230884"/>
                <a:gd name="csY3959" fmla="*/ 525502 h 1498637"/>
                <a:gd name="csX3960" fmla="*/ 665477 w 3230884"/>
                <a:gd name="csY3960" fmla="*/ 524069 h 1498637"/>
                <a:gd name="csX3961" fmla="*/ 667866 w 3230884"/>
                <a:gd name="csY3961" fmla="*/ 523591 h 1498637"/>
                <a:gd name="csX3962" fmla="*/ 682675 w 3230884"/>
                <a:gd name="csY3962" fmla="*/ 528369 h 1498637"/>
                <a:gd name="csX3963" fmla="*/ 699874 w 3230884"/>
                <a:gd name="csY3963" fmla="*/ 529324 h 1498637"/>
                <a:gd name="csX3964" fmla="*/ 714206 w 3230884"/>
                <a:gd name="csY3964" fmla="*/ 533146 h 1498637"/>
                <a:gd name="csX3965" fmla="*/ 730448 w 3230884"/>
                <a:gd name="csY3965" fmla="*/ 540312 h 1498637"/>
                <a:gd name="csX3966" fmla="*/ 738570 w 3230884"/>
                <a:gd name="csY3966" fmla="*/ 545567 h 1498637"/>
                <a:gd name="csX3967" fmla="*/ 745258 w 3230884"/>
                <a:gd name="csY3967" fmla="*/ 551300 h 1498637"/>
                <a:gd name="csX3968" fmla="*/ 744780 w 3230884"/>
                <a:gd name="csY3968" fmla="*/ 555122 h 1498637"/>
                <a:gd name="csX3969" fmla="*/ 747169 w 3230884"/>
                <a:gd name="csY3969" fmla="*/ 554166 h 1498637"/>
                <a:gd name="csX3970" fmla="*/ 753380 w 3230884"/>
                <a:gd name="csY3970" fmla="*/ 557510 h 1498637"/>
                <a:gd name="csX3971" fmla="*/ 757201 w 3230884"/>
                <a:gd name="csY3971" fmla="*/ 558944 h 1498637"/>
                <a:gd name="csX3972" fmla="*/ 761501 w 3230884"/>
                <a:gd name="csY3972" fmla="*/ 560854 h 1498637"/>
                <a:gd name="csX3973" fmla="*/ 762934 w 3230884"/>
                <a:gd name="csY3973" fmla="*/ 563721 h 1498637"/>
                <a:gd name="csX3974" fmla="*/ 768189 w 3230884"/>
                <a:gd name="csY3974" fmla="*/ 566109 h 1498637"/>
                <a:gd name="csX3975" fmla="*/ 773922 w 3230884"/>
                <a:gd name="csY3975" fmla="*/ 569931 h 1498637"/>
                <a:gd name="csX3976" fmla="*/ 774878 w 3230884"/>
                <a:gd name="csY3976" fmla="*/ 570409 h 1498637"/>
                <a:gd name="csX3977" fmla="*/ 781565 w 3230884"/>
                <a:gd name="csY3977" fmla="*/ 573275 h 1498637"/>
                <a:gd name="csX3978" fmla="*/ 786343 w 3230884"/>
                <a:gd name="csY3978" fmla="*/ 574231 h 1498637"/>
                <a:gd name="csX3979" fmla="*/ 789209 w 3230884"/>
                <a:gd name="csY3979" fmla="*/ 579964 h 1498637"/>
                <a:gd name="csX3980" fmla="*/ 799242 w 3230884"/>
                <a:gd name="csY3980" fmla="*/ 589040 h 1498637"/>
                <a:gd name="csX3981" fmla="*/ 800674 w 3230884"/>
                <a:gd name="csY3981" fmla="*/ 592385 h 1498637"/>
                <a:gd name="csX3982" fmla="*/ 803541 w 3230884"/>
                <a:gd name="csY3982" fmla="*/ 593818 h 1498637"/>
                <a:gd name="csX3983" fmla="*/ 809274 w 3230884"/>
                <a:gd name="csY3983" fmla="*/ 597640 h 1498637"/>
                <a:gd name="csX3984" fmla="*/ 813573 w 3230884"/>
                <a:gd name="csY3984" fmla="*/ 601939 h 1498637"/>
                <a:gd name="csX3985" fmla="*/ 816440 w 3230884"/>
                <a:gd name="csY3985" fmla="*/ 600506 h 1498637"/>
                <a:gd name="csX3986" fmla="*/ 822650 w 3230884"/>
                <a:gd name="csY3986" fmla="*/ 589518 h 1498637"/>
                <a:gd name="csX3987" fmla="*/ 826472 w 3230884"/>
                <a:gd name="csY3987" fmla="*/ 577097 h 1498637"/>
                <a:gd name="csX3988" fmla="*/ 828861 w 3230884"/>
                <a:gd name="csY3988" fmla="*/ 570409 h 1498637"/>
                <a:gd name="csX3989" fmla="*/ 824561 w 3230884"/>
                <a:gd name="csY3989" fmla="*/ 569931 h 1498637"/>
                <a:gd name="csX3990" fmla="*/ 821217 w 3230884"/>
                <a:gd name="csY3990" fmla="*/ 571842 h 1498637"/>
                <a:gd name="csX3991" fmla="*/ 819306 w 3230884"/>
                <a:gd name="csY3991" fmla="*/ 571364 h 1498637"/>
                <a:gd name="csX3992" fmla="*/ 816917 w 3230884"/>
                <a:gd name="csY3992" fmla="*/ 569454 h 1498637"/>
                <a:gd name="csX3993" fmla="*/ 813096 w 3230884"/>
                <a:gd name="csY3993" fmla="*/ 564198 h 1498637"/>
                <a:gd name="csX3994" fmla="*/ 808319 w 3230884"/>
                <a:gd name="csY3994" fmla="*/ 555599 h 1498637"/>
                <a:gd name="csX3995" fmla="*/ 807840 w 3230884"/>
                <a:gd name="csY3995" fmla="*/ 546045 h 1498637"/>
                <a:gd name="csX3996" fmla="*/ 806408 w 3230884"/>
                <a:gd name="csY3996" fmla="*/ 543178 h 1498637"/>
                <a:gd name="csX3997" fmla="*/ 801630 w 3230884"/>
                <a:gd name="csY3997" fmla="*/ 540312 h 1498637"/>
                <a:gd name="csX3998" fmla="*/ 798764 w 3230884"/>
                <a:gd name="csY3998" fmla="*/ 537923 h 1498637"/>
                <a:gd name="csX3999" fmla="*/ 787776 w 3230884"/>
                <a:gd name="csY3999" fmla="*/ 532191 h 1498637"/>
                <a:gd name="csX4000" fmla="*/ 785865 w 3230884"/>
                <a:gd name="csY4000" fmla="*/ 534102 h 1498637"/>
                <a:gd name="csX4001" fmla="*/ 784910 w 3230884"/>
                <a:gd name="csY4001" fmla="*/ 536968 h 1498637"/>
                <a:gd name="csX4002" fmla="*/ 784432 w 3230884"/>
                <a:gd name="csY4002" fmla="*/ 539357 h 1498637"/>
                <a:gd name="csX4003" fmla="*/ 782999 w 3230884"/>
                <a:gd name="csY4003" fmla="*/ 536490 h 1498637"/>
                <a:gd name="csX4004" fmla="*/ 782521 w 3230884"/>
                <a:gd name="csY4004" fmla="*/ 533624 h 1498637"/>
                <a:gd name="csX4005" fmla="*/ 782521 w 3230884"/>
                <a:gd name="csY4005" fmla="*/ 529802 h 1498637"/>
                <a:gd name="csX4006" fmla="*/ 782999 w 3230884"/>
                <a:gd name="csY4006" fmla="*/ 524069 h 1498637"/>
                <a:gd name="csX4007" fmla="*/ 784910 w 3230884"/>
                <a:gd name="csY4007" fmla="*/ 514992 h 1498637"/>
                <a:gd name="csX4008" fmla="*/ 787776 w 3230884"/>
                <a:gd name="csY4008" fmla="*/ 515470 h 1498637"/>
                <a:gd name="csX4009" fmla="*/ 789209 w 3230884"/>
                <a:gd name="csY4009" fmla="*/ 514037 h 1498637"/>
                <a:gd name="csX4010" fmla="*/ 791120 w 3230884"/>
                <a:gd name="csY4010" fmla="*/ 510215 h 1498637"/>
                <a:gd name="csX4011" fmla="*/ 790165 w 3230884"/>
                <a:gd name="csY4011" fmla="*/ 506871 h 1498637"/>
                <a:gd name="csX4012" fmla="*/ 789209 w 3230884"/>
                <a:gd name="csY4012" fmla="*/ 504005 h 1498637"/>
                <a:gd name="csX4013" fmla="*/ 789687 w 3230884"/>
                <a:gd name="csY4013" fmla="*/ 500183 h 1498637"/>
                <a:gd name="csX4014" fmla="*/ 791120 w 3230884"/>
                <a:gd name="csY4014" fmla="*/ 489195 h 1498637"/>
                <a:gd name="csX4015" fmla="*/ 792076 w 3230884"/>
                <a:gd name="csY4015" fmla="*/ 475818 h 1498637"/>
                <a:gd name="csX4016" fmla="*/ 790642 w 3230884"/>
                <a:gd name="csY4016" fmla="*/ 472474 h 1498637"/>
                <a:gd name="csX4017" fmla="*/ 789209 w 3230884"/>
                <a:gd name="csY4017" fmla="*/ 470564 h 1498637"/>
                <a:gd name="csX4018" fmla="*/ 782999 w 3230884"/>
                <a:gd name="csY4018" fmla="*/ 472474 h 1498637"/>
                <a:gd name="csX4019" fmla="*/ 780610 w 3230884"/>
                <a:gd name="csY4019" fmla="*/ 471519 h 1498637"/>
                <a:gd name="csX4020" fmla="*/ 780132 w 3230884"/>
                <a:gd name="csY4020" fmla="*/ 468653 h 1498637"/>
                <a:gd name="csX4021" fmla="*/ 779655 w 3230884"/>
                <a:gd name="csY4021" fmla="*/ 466742 h 1498637"/>
                <a:gd name="csX4022" fmla="*/ 781565 w 3230884"/>
                <a:gd name="csY4022" fmla="*/ 463398 h 1498637"/>
                <a:gd name="csX4023" fmla="*/ 783476 w 3230884"/>
                <a:gd name="csY4023" fmla="*/ 457665 h 1498637"/>
                <a:gd name="csX4024" fmla="*/ 780132 w 3230884"/>
                <a:gd name="csY4024" fmla="*/ 459098 h 1498637"/>
                <a:gd name="csX4025" fmla="*/ 779177 w 3230884"/>
                <a:gd name="csY4025" fmla="*/ 456709 h 1498637"/>
                <a:gd name="csX4026" fmla="*/ 781565 w 3230884"/>
                <a:gd name="csY4026" fmla="*/ 453365 h 1498637"/>
                <a:gd name="csX4027" fmla="*/ 784910 w 3230884"/>
                <a:gd name="csY4027" fmla="*/ 445722 h 1498637"/>
                <a:gd name="csX4028" fmla="*/ 791598 w 3230884"/>
                <a:gd name="csY4028" fmla="*/ 441900 h 1498637"/>
                <a:gd name="csX4029" fmla="*/ 797331 w 3230884"/>
                <a:gd name="csY4029" fmla="*/ 438078 h 1498637"/>
                <a:gd name="csX4030" fmla="*/ 805452 w 3230884"/>
                <a:gd name="csY4030" fmla="*/ 430434 h 1498637"/>
                <a:gd name="csX4031" fmla="*/ 811662 w 3230884"/>
                <a:gd name="csY4031" fmla="*/ 422791 h 1498637"/>
                <a:gd name="csX4032" fmla="*/ 815485 w 3230884"/>
                <a:gd name="csY4032" fmla="*/ 412758 h 1498637"/>
                <a:gd name="csX4033" fmla="*/ 818351 w 3230884"/>
                <a:gd name="csY4033" fmla="*/ 403204 h 1498637"/>
                <a:gd name="csX4034" fmla="*/ 822650 w 3230884"/>
                <a:gd name="csY4034" fmla="*/ 380750 h 1498637"/>
                <a:gd name="csX4035" fmla="*/ 826950 w 3230884"/>
                <a:gd name="csY4035" fmla="*/ 364030 h 1498637"/>
                <a:gd name="csX4036" fmla="*/ 833638 w 3230884"/>
                <a:gd name="csY4036" fmla="*/ 346354 h 1498637"/>
                <a:gd name="csX4037" fmla="*/ 838415 w 3230884"/>
                <a:gd name="csY4037" fmla="*/ 344921 h 1498637"/>
                <a:gd name="csX4038" fmla="*/ 839849 w 3230884"/>
                <a:gd name="csY4038" fmla="*/ 344921 h 1498637"/>
                <a:gd name="csX4039" fmla="*/ 840326 w 3230884"/>
                <a:gd name="csY4039" fmla="*/ 346354 h 1498637"/>
                <a:gd name="csX4040" fmla="*/ 838893 w 3230884"/>
                <a:gd name="csY4040" fmla="*/ 347787 h 1498637"/>
                <a:gd name="csX4041" fmla="*/ 838893 w 3230884"/>
                <a:gd name="csY4041" fmla="*/ 350176 h 1498637"/>
                <a:gd name="csX4042" fmla="*/ 840804 w 3230884"/>
                <a:gd name="csY4042" fmla="*/ 350653 h 1498637"/>
                <a:gd name="csX4043" fmla="*/ 843670 w 3230884"/>
                <a:gd name="csY4043" fmla="*/ 351131 h 1498637"/>
                <a:gd name="csX4044" fmla="*/ 849403 w 3230884"/>
                <a:gd name="csY4044" fmla="*/ 349698 h 1498637"/>
                <a:gd name="csX4045" fmla="*/ 858958 w 3230884"/>
                <a:gd name="csY4045" fmla="*/ 350176 h 1498637"/>
                <a:gd name="csX4046" fmla="*/ 875678 w 3230884"/>
                <a:gd name="csY4046" fmla="*/ 348743 h 1498637"/>
                <a:gd name="csX4047" fmla="*/ 878067 w 3230884"/>
                <a:gd name="csY4047" fmla="*/ 349698 h 1498637"/>
                <a:gd name="csX4048" fmla="*/ 884277 w 3230884"/>
                <a:gd name="csY4048" fmla="*/ 354953 h 1498637"/>
                <a:gd name="csX4049" fmla="*/ 887622 w 3230884"/>
                <a:gd name="csY4049" fmla="*/ 353997 h 1498637"/>
                <a:gd name="csX4050" fmla="*/ 894310 w 3230884"/>
                <a:gd name="csY4050" fmla="*/ 356386 h 1498637"/>
                <a:gd name="csX4051" fmla="*/ 898131 w 3230884"/>
                <a:gd name="csY4051" fmla="*/ 359253 h 1498637"/>
                <a:gd name="csX4052" fmla="*/ 901476 w 3230884"/>
                <a:gd name="csY4052" fmla="*/ 362597 h 1498637"/>
                <a:gd name="csX4053" fmla="*/ 900998 w 3230884"/>
                <a:gd name="csY4053" fmla="*/ 375495 h 1498637"/>
                <a:gd name="csX4054" fmla="*/ 900520 w 3230884"/>
                <a:gd name="csY4054" fmla="*/ 383617 h 1498637"/>
                <a:gd name="csX4055" fmla="*/ 898131 w 3230884"/>
                <a:gd name="csY4055" fmla="*/ 399382 h 1498637"/>
                <a:gd name="csX4056" fmla="*/ 896699 w 3230884"/>
                <a:gd name="csY4056" fmla="*/ 403204 h 1498637"/>
                <a:gd name="csX4057" fmla="*/ 892876 w 3230884"/>
                <a:gd name="csY4057" fmla="*/ 414669 h 1498637"/>
                <a:gd name="csX4058" fmla="*/ 890965 w 3230884"/>
                <a:gd name="csY4058" fmla="*/ 421835 h 1498637"/>
                <a:gd name="csX4059" fmla="*/ 888099 w 3230884"/>
                <a:gd name="csY4059" fmla="*/ 426612 h 1498637"/>
                <a:gd name="csX4060" fmla="*/ 883799 w 3230884"/>
                <a:gd name="csY4060" fmla="*/ 430434 h 1498637"/>
                <a:gd name="csX4061" fmla="*/ 883322 w 3230884"/>
                <a:gd name="csY4061" fmla="*/ 432345 h 1498637"/>
                <a:gd name="csX4062" fmla="*/ 882844 w 3230884"/>
                <a:gd name="csY4062" fmla="*/ 435689 h 1498637"/>
                <a:gd name="csX4063" fmla="*/ 887144 w 3230884"/>
                <a:gd name="csY4063" fmla="*/ 444288 h 1498637"/>
                <a:gd name="csX4064" fmla="*/ 897176 w 3230884"/>
                <a:gd name="csY4064" fmla="*/ 452888 h 1498637"/>
                <a:gd name="csX4065" fmla="*/ 899565 w 3230884"/>
                <a:gd name="csY4065" fmla="*/ 463398 h 1498637"/>
                <a:gd name="csX4066" fmla="*/ 900042 w 3230884"/>
                <a:gd name="csY4066" fmla="*/ 471041 h 1498637"/>
                <a:gd name="csX4067" fmla="*/ 899565 w 3230884"/>
                <a:gd name="csY4067" fmla="*/ 491106 h 1498637"/>
                <a:gd name="csX4068" fmla="*/ 898609 w 3230884"/>
                <a:gd name="csY4068" fmla="*/ 493972 h 1498637"/>
                <a:gd name="csX4069" fmla="*/ 896699 w 3230884"/>
                <a:gd name="csY4069" fmla="*/ 497316 h 1498637"/>
                <a:gd name="csX4070" fmla="*/ 894787 w 3230884"/>
                <a:gd name="csY4070" fmla="*/ 501138 h 1498637"/>
                <a:gd name="csX4071" fmla="*/ 896220 w 3230884"/>
                <a:gd name="csY4071" fmla="*/ 506393 h 1498637"/>
                <a:gd name="csX4072" fmla="*/ 897654 w 3230884"/>
                <a:gd name="csY4072" fmla="*/ 526936 h 1498637"/>
                <a:gd name="csX4073" fmla="*/ 897654 w 3230884"/>
                <a:gd name="csY4073" fmla="*/ 543178 h 1498637"/>
                <a:gd name="csX4074" fmla="*/ 896699 w 3230884"/>
                <a:gd name="csY4074" fmla="*/ 548433 h 1498637"/>
                <a:gd name="csX4075" fmla="*/ 895743 w 3230884"/>
                <a:gd name="csY4075" fmla="*/ 559899 h 1498637"/>
                <a:gd name="csX4076" fmla="*/ 895743 w 3230884"/>
                <a:gd name="csY4076" fmla="*/ 563721 h 1498637"/>
                <a:gd name="csX4077" fmla="*/ 897176 w 3230884"/>
                <a:gd name="csY4077" fmla="*/ 569454 h 1498637"/>
                <a:gd name="csX4078" fmla="*/ 899087 w 3230884"/>
                <a:gd name="csY4078" fmla="*/ 574231 h 1498637"/>
                <a:gd name="csX4079" fmla="*/ 901476 w 3230884"/>
                <a:gd name="csY4079" fmla="*/ 577097 h 1498637"/>
                <a:gd name="csX4080" fmla="*/ 909119 w 3230884"/>
                <a:gd name="csY4080" fmla="*/ 582352 h 1498637"/>
                <a:gd name="csX4081" fmla="*/ 916285 w 3230884"/>
                <a:gd name="csY4081" fmla="*/ 589040 h 1498637"/>
                <a:gd name="csX4082" fmla="*/ 916763 w 3230884"/>
                <a:gd name="csY4082" fmla="*/ 591429 h 1498637"/>
                <a:gd name="csX4083" fmla="*/ 917241 w 3230884"/>
                <a:gd name="csY4083" fmla="*/ 593818 h 1498637"/>
                <a:gd name="csX4084" fmla="*/ 914374 w 3230884"/>
                <a:gd name="csY4084" fmla="*/ 596206 h 1498637"/>
                <a:gd name="csX4085" fmla="*/ 910552 w 3230884"/>
                <a:gd name="csY4085" fmla="*/ 602895 h 1498637"/>
                <a:gd name="csX4086" fmla="*/ 908164 w 3230884"/>
                <a:gd name="csY4086" fmla="*/ 608627 h 1498637"/>
                <a:gd name="csX4087" fmla="*/ 908164 w 3230884"/>
                <a:gd name="csY4087" fmla="*/ 612927 h 1498637"/>
                <a:gd name="csX4088" fmla="*/ 908642 w 3230884"/>
                <a:gd name="csY4088" fmla="*/ 618660 h 1498637"/>
                <a:gd name="csX4089" fmla="*/ 908164 w 3230884"/>
                <a:gd name="csY4089" fmla="*/ 623915 h 1498637"/>
                <a:gd name="csX4090" fmla="*/ 906731 w 3230884"/>
                <a:gd name="csY4090" fmla="*/ 628692 h 1498637"/>
                <a:gd name="csX4091" fmla="*/ 904342 w 3230884"/>
                <a:gd name="csY4091" fmla="*/ 632036 h 1498637"/>
                <a:gd name="csX4092" fmla="*/ 897176 w 3230884"/>
                <a:gd name="csY4092" fmla="*/ 637291 h 1498637"/>
                <a:gd name="csX4093" fmla="*/ 882367 w 3230884"/>
                <a:gd name="csY4093" fmla="*/ 664522 h 1498637"/>
                <a:gd name="csX4094" fmla="*/ 879022 w 3230884"/>
                <a:gd name="csY4094" fmla="*/ 667866 h 1498637"/>
                <a:gd name="csX4095" fmla="*/ 872812 w 3230884"/>
                <a:gd name="csY4095" fmla="*/ 666433 h 1498637"/>
                <a:gd name="csX4096" fmla="*/ 874722 w 3230884"/>
                <a:gd name="csY4096" fmla="*/ 670254 h 1498637"/>
                <a:gd name="csX4097" fmla="*/ 876634 w 3230884"/>
                <a:gd name="csY4097" fmla="*/ 675987 h 1498637"/>
                <a:gd name="csX4098" fmla="*/ 876156 w 3230884"/>
                <a:gd name="csY4098" fmla="*/ 679331 h 1498637"/>
                <a:gd name="csX4099" fmla="*/ 872334 w 3230884"/>
                <a:gd name="csY4099" fmla="*/ 679331 h 1498637"/>
                <a:gd name="csX4100" fmla="*/ 867079 w 3230884"/>
                <a:gd name="csY4100" fmla="*/ 683153 h 1498637"/>
                <a:gd name="csX4101" fmla="*/ 864690 w 3230884"/>
                <a:gd name="csY4101" fmla="*/ 685542 h 1498637"/>
                <a:gd name="csX4102" fmla="*/ 860391 w 3230884"/>
                <a:gd name="csY4102" fmla="*/ 686975 h 1498637"/>
                <a:gd name="csX4103" fmla="*/ 857047 w 3230884"/>
                <a:gd name="csY4103" fmla="*/ 685542 h 1498637"/>
                <a:gd name="csX4104" fmla="*/ 853225 w 3230884"/>
                <a:gd name="csY4104" fmla="*/ 683153 h 1498637"/>
                <a:gd name="csX4105" fmla="*/ 854180 w 3230884"/>
                <a:gd name="csY4105" fmla="*/ 681242 h 1498637"/>
                <a:gd name="csX4106" fmla="*/ 854658 w 3230884"/>
                <a:gd name="csY4106" fmla="*/ 680287 h 1498637"/>
                <a:gd name="csX4107" fmla="*/ 857047 w 3230884"/>
                <a:gd name="csY4107" fmla="*/ 678854 h 1498637"/>
                <a:gd name="csX4108" fmla="*/ 859435 w 3230884"/>
                <a:gd name="csY4108" fmla="*/ 676465 h 1498637"/>
                <a:gd name="csX4109" fmla="*/ 858480 w 3230884"/>
                <a:gd name="csY4109" fmla="*/ 676465 h 1498637"/>
                <a:gd name="csX4110" fmla="*/ 857524 w 3230884"/>
                <a:gd name="csY4110" fmla="*/ 676465 h 1498637"/>
                <a:gd name="csX4111" fmla="*/ 854658 w 3230884"/>
                <a:gd name="csY4111" fmla="*/ 678854 h 1498637"/>
                <a:gd name="csX4112" fmla="*/ 851314 w 3230884"/>
                <a:gd name="csY4112" fmla="*/ 679331 h 1498637"/>
                <a:gd name="csX4113" fmla="*/ 847492 w 3230884"/>
                <a:gd name="csY4113" fmla="*/ 676465 h 1498637"/>
                <a:gd name="csX4114" fmla="*/ 844626 w 3230884"/>
                <a:gd name="csY4114" fmla="*/ 672643 h 1498637"/>
                <a:gd name="csX4115" fmla="*/ 843670 w 3230884"/>
                <a:gd name="csY4115" fmla="*/ 672165 h 1498637"/>
                <a:gd name="csX4116" fmla="*/ 840804 w 3230884"/>
                <a:gd name="csY4116" fmla="*/ 673599 h 1498637"/>
                <a:gd name="csX4117" fmla="*/ 830294 w 3230884"/>
                <a:gd name="csY4117" fmla="*/ 672643 h 1498637"/>
                <a:gd name="csX4118" fmla="*/ 827428 w 3230884"/>
                <a:gd name="csY4118" fmla="*/ 673599 h 1498637"/>
                <a:gd name="csX4119" fmla="*/ 826472 w 3230884"/>
                <a:gd name="csY4119" fmla="*/ 674554 h 1498637"/>
                <a:gd name="csX4120" fmla="*/ 826950 w 3230884"/>
                <a:gd name="csY4120" fmla="*/ 675510 h 1498637"/>
                <a:gd name="csX4121" fmla="*/ 827905 w 3230884"/>
                <a:gd name="csY4121" fmla="*/ 677420 h 1498637"/>
                <a:gd name="csX4122" fmla="*/ 828861 w 3230884"/>
                <a:gd name="csY4122" fmla="*/ 681242 h 1498637"/>
                <a:gd name="csX4123" fmla="*/ 829816 w 3230884"/>
                <a:gd name="csY4123" fmla="*/ 684109 h 1498637"/>
                <a:gd name="csX4124" fmla="*/ 834115 w 3230884"/>
                <a:gd name="csY4124" fmla="*/ 687453 h 1498637"/>
                <a:gd name="csX4125" fmla="*/ 839849 w 3230884"/>
                <a:gd name="csY4125" fmla="*/ 688408 h 1498637"/>
                <a:gd name="csX4126" fmla="*/ 845581 w 3230884"/>
                <a:gd name="csY4126" fmla="*/ 692230 h 1498637"/>
                <a:gd name="csX4127" fmla="*/ 852747 w 3230884"/>
                <a:gd name="csY4127" fmla="*/ 695096 h 1498637"/>
                <a:gd name="csX4128" fmla="*/ 868512 w 3230884"/>
                <a:gd name="csY4128" fmla="*/ 694141 h 1498637"/>
                <a:gd name="csX4129" fmla="*/ 872812 w 3230884"/>
                <a:gd name="csY4129" fmla="*/ 694141 h 1498637"/>
                <a:gd name="csX4130" fmla="*/ 877111 w 3230884"/>
                <a:gd name="csY4130" fmla="*/ 695574 h 1498637"/>
                <a:gd name="csX4131" fmla="*/ 883799 w 3230884"/>
                <a:gd name="csY4131" fmla="*/ 699396 h 1498637"/>
                <a:gd name="csX4132" fmla="*/ 886666 w 3230884"/>
                <a:gd name="csY4132" fmla="*/ 698918 h 1498637"/>
                <a:gd name="csX4133" fmla="*/ 891921 w 3230884"/>
                <a:gd name="csY4133" fmla="*/ 695574 h 1498637"/>
                <a:gd name="csX4134" fmla="*/ 893354 w 3230884"/>
                <a:gd name="csY4134" fmla="*/ 687453 h 1498637"/>
                <a:gd name="csX4135" fmla="*/ 893832 w 3230884"/>
                <a:gd name="csY4135" fmla="*/ 685064 h 1498637"/>
                <a:gd name="csX4136" fmla="*/ 911986 w 3230884"/>
                <a:gd name="csY4136" fmla="*/ 673599 h 1498637"/>
                <a:gd name="csX4137" fmla="*/ 915329 w 3230884"/>
                <a:gd name="csY4137" fmla="*/ 671210 h 1498637"/>
                <a:gd name="csX4138" fmla="*/ 921063 w 3230884"/>
                <a:gd name="csY4138" fmla="*/ 664999 h 1498637"/>
                <a:gd name="csX4139" fmla="*/ 922974 w 3230884"/>
                <a:gd name="csY4139" fmla="*/ 660700 h 1498637"/>
                <a:gd name="csX4140" fmla="*/ 924884 w 3230884"/>
                <a:gd name="csY4140" fmla="*/ 649712 h 1498637"/>
                <a:gd name="csX4141" fmla="*/ 926795 w 3230884"/>
                <a:gd name="csY4141" fmla="*/ 645412 h 1498637"/>
                <a:gd name="csX4142" fmla="*/ 938738 w 3230884"/>
                <a:gd name="csY4142" fmla="*/ 632036 h 1498637"/>
                <a:gd name="csX4143" fmla="*/ 940649 w 3230884"/>
                <a:gd name="csY4143" fmla="*/ 628692 h 1498637"/>
                <a:gd name="csX4144" fmla="*/ 940649 w 3230884"/>
                <a:gd name="csY4144" fmla="*/ 622482 h 1498637"/>
                <a:gd name="csX4145" fmla="*/ 940649 w 3230884"/>
                <a:gd name="csY4145" fmla="*/ 618182 h 1498637"/>
                <a:gd name="csX4146" fmla="*/ 939694 w 3230884"/>
                <a:gd name="csY4146" fmla="*/ 613882 h 1498637"/>
                <a:gd name="csX4147" fmla="*/ 937783 w 3230884"/>
                <a:gd name="csY4147" fmla="*/ 606716 h 1498637"/>
                <a:gd name="csX4148" fmla="*/ 935394 w 3230884"/>
                <a:gd name="csY4148" fmla="*/ 602417 h 1498637"/>
                <a:gd name="csX4149" fmla="*/ 933006 w 3230884"/>
                <a:gd name="csY4149" fmla="*/ 596684 h 1498637"/>
                <a:gd name="csX4150" fmla="*/ 934917 w 3230884"/>
                <a:gd name="csY4150" fmla="*/ 584741 h 1498637"/>
                <a:gd name="csX4151" fmla="*/ 936827 w 3230884"/>
                <a:gd name="csY4151" fmla="*/ 580441 h 1498637"/>
                <a:gd name="csX4152" fmla="*/ 947338 w 3230884"/>
                <a:gd name="csY4152" fmla="*/ 574709 h 1498637"/>
                <a:gd name="csX4153" fmla="*/ 956892 w 3230884"/>
                <a:gd name="csY4153" fmla="*/ 572798 h 1498637"/>
                <a:gd name="csX4154" fmla="*/ 966925 w 3230884"/>
                <a:gd name="csY4154" fmla="*/ 568976 h 1498637"/>
                <a:gd name="csX4155" fmla="*/ 971224 w 3230884"/>
                <a:gd name="csY4155" fmla="*/ 568020 h 1498637"/>
                <a:gd name="csX4156" fmla="*/ 974090 w 3230884"/>
                <a:gd name="csY4156" fmla="*/ 568976 h 1498637"/>
                <a:gd name="csX4157" fmla="*/ 976957 w 3230884"/>
                <a:gd name="csY4157" fmla="*/ 572798 h 1498637"/>
                <a:gd name="csX4158" fmla="*/ 979345 w 3230884"/>
                <a:gd name="csY4158" fmla="*/ 579008 h 1498637"/>
                <a:gd name="csX4159" fmla="*/ 986989 w 3230884"/>
                <a:gd name="csY4159" fmla="*/ 588085 h 1498637"/>
                <a:gd name="csX4160" fmla="*/ 989378 w 3230884"/>
                <a:gd name="csY4160" fmla="*/ 594296 h 1498637"/>
                <a:gd name="csX4161" fmla="*/ 989856 w 3230884"/>
                <a:gd name="csY4161" fmla="*/ 601939 h 1498637"/>
                <a:gd name="csX4162" fmla="*/ 989378 w 3230884"/>
                <a:gd name="csY4162" fmla="*/ 620093 h 1498637"/>
                <a:gd name="csX4163" fmla="*/ 987945 w 3230884"/>
                <a:gd name="csY4163" fmla="*/ 628214 h 1498637"/>
                <a:gd name="csX4164" fmla="*/ 991289 w 3230884"/>
                <a:gd name="csY4164" fmla="*/ 630125 h 1498637"/>
                <a:gd name="csX4165" fmla="*/ 992722 w 3230884"/>
                <a:gd name="csY4165" fmla="*/ 632036 h 1498637"/>
                <a:gd name="csX4166" fmla="*/ 996066 w 3230884"/>
                <a:gd name="csY4166" fmla="*/ 634425 h 1498637"/>
                <a:gd name="csX4167" fmla="*/ 997977 w 3230884"/>
                <a:gd name="csY4167" fmla="*/ 637291 h 1498637"/>
                <a:gd name="csX4168" fmla="*/ 999888 w 3230884"/>
                <a:gd name="csY4168" fmla="*/ 637769 h 1498637"/>
                <a:gd name="csX4169" fmla="*/ 1004188 w 3230884"/>
                <a:gd name="csY4169" fmla="*/ 638724 h 1498637"/>
                <a:gd name="csX4170" fmla="*/ 1016131 w 3230884"/>
                <a:gd name="csY4170" fmla="*/ 637769 h 1498637"/>
                <a:gd name="csX4171" fmla="*/ 1022819 w 3230884"/>
                <a:gd name="csY4171" fmla="*/ 637291 h 1498637"/>
                <a:gd name="csX4172" fmla="*/ 1022341 w 3230884"/>
                <a:gd name="csY4172" fmla="*/ 635858 h 1498637"/>
                <a:gd name="csX4173" fmla="*/ 1021386 w 3230884"/>
                <a:gd name="csY4173" fmla="*/ 634903 h 1498637"/>
                <a:gd name="csX4174" fmla="*/ 1015653 w 3230884"/>
                <a:gd name="csY4174" fmla="*/ 634903 h 1498637"/>
                <a:gd name="csX4175" fmla="*/ 1007532 w 3230884"/>
                <a:gd name="csY4175" fmla="*/ 632992 h 1498637"/>
                <a:gd name="csX4176" fmla="*/ 996543 w 3230884"/>
                <a:gd name="csY4176" fmla="*/ 629170 h 1498637"/>
                <a:gd name="csX4177" fmla="*/ 995111 w 3230884"/>
                <a:gd name="csY4177" fmla="*/ 621526 h 1498637"/>
                <a:gd name="csX4178" fmla="*/ 995111 w 3230884"/>
                <a:gd name="csY4178" fmla="*/ 616749 h 1498637"/>
                <a:gd name="csX4179" fmla="*/ 997977 w 3230884"/>
                <a:gd name="csY4179" fmla="*/ 608150 h 1498637"/>
                <a:gd name="csX4180" fmla="*/ 999888 w 3230884"/>
                <a:gd name="csY4180" fmla="*/ 606716 h 1498637"/>
                <a:gd name="csX4181" fmla="*/ 1001799 w 3230884"/>
                <a:gd name="csY4181" fmla="*/ 605761 h 1498637"/>
                <a:gd name="csX4182" fmla="*/ 1004188 w 3230884"/>
                <a:gd name="csY4182" fmla="*/ 604805 h 1498637"/>
                <a:gd name="csX4183" fmla="*/ 1003709 w 3230884"/>
                <a:gd name="csY4183" fmla="*/ 599073 h 1498637"/>
                <a:gd name="csX4184" fmla="*/ 1002754 w 3230884"/>
                <a:gd name="csY4184" fmla="*/ 593818 h 1498637"/>
                <a:gd name="csX4185" fmla="*/ 1000366 w 3230884"/>
                <a:gd name="csY4185" fmla="*/ 586174 h 1498637"/>
                <a:gd name="csX4186" fmla="*/ 997499 w 3230884"/>
                <a:gd name="csY4186" fmla="*/ 572798 h 1498637"/>
                <a:gd name="csX4187" fmla="*/ 993677 w 3230884"/>
                <a:gd name="csY4187" fmla="*/ 572320 h 1498637"/>
                <a:gd name="csX4188" fmla="*/ 991289 w 3230884"/>
                <a:gd name="csY4188" fmla="*/ 569931 h 1498637"/>
                <a:gd name="csX4189" fmla="*/ 977434 w 3230884"/>
                <a:gd name="csY4189" fmla="*/ 561810 h 1498637"/>
                <a:gd name="csX4190" fmla="*/ 965013 w 3230884"/>
                <a:gd name="csY4190" fmla="*/ 555599 h 1498637"/>
                <a:gd name="csX4191" fmla="*/ 955936 w 3230884"/>
                <a:gd name="csY4191" fmla="*/ 554644 h 1498637"/>
                <a:gd name="csX4192" fmla="*/ 953548 w 3230884"/>
                <a:gd name="csY4192" fmla="*/ 555599 h 1498637"/>
                <a:gd name="csX4193" fmla="*/ 945904 w 3230884"/>
                <a:gd name="csY4193" fmla="*/ 561810 h 1498637"/>
                <a:gd name="csX4194" fmla="*/ 941127 w 3230884"/>
                <a:gd name="csY4194" fmla="*/ 563243 h 1498637"/>
                <a:gd name="csX4195" fmla="*/ 932528 w 3230884"/>
                <a:gd name="csY4195" fmla="*/ 560377 h 1498637"/>
                <a:gd name="csX4196" fmla="*/ 924884 w 3230884"/>
                <a:gd name="csY4196" fmla="*/ 561810 h 1498637"/>
                <a:gd name="csX4197" fmla="*/ 922018 w 3230884"/>
                <a:gd name="csY4197" fmla="*/ 560377 h 1498637"/>
                <a:gd name="csX4198" fmla="*/ 920585 w 3230884"/>
                <a:gd name="csY4198" fmla="*/ 557510 h 1498637"/>
                <a:gd name="csX4199" fmla="*/ 922974 w 3230884"/>
                <a:gd name="csY4199" fmla="*/ 546523 h 1498637"/>
                <a:gd name="csX4200" fmla="*/ 922018 w 3230884"/>
                <a:gd name="csY4200" fmla="*/ 541745 h 1498637"/>
                <a:gd name="csX4201" fmla="*/ 918674 w 3230884"/>
                <a:gd name="csY4201" fmla="*/ 536012 h 1498637"/>
                <a:gd name="csX4202" fmla="*/ 916285 w 3230884"/>
                <a:gd name="csY4202" fmla="*/ 531235 h 1498637"/>
                <a:gd name="csX4203" fmla="*/ 916763 w 3230884"/>
                <a:gd name="csY4203" fmla="*/ 526458 h 1498637"/>
                <a:gd name="csX4204" fmla="*/ 921540 w 3230884"/>
                <a:gd name="csY4204" fmla="*/ 506393 h 1498637"/>
                <a:gd name="csX4205" fmla="*/ 923929 w 3230884"/>
                <a:gd name="csY4205" fmla="*/ 501138 h 1498637"/>
                <a:gd name="csX4206" fmla="*/ 929184 w 3230884"/>
                <a:gd name="csY4206" fmla="*/ 492061 h 1498637"/>
                <a:gd name="csX4207" fmla="*/ 932050 w 3230884"/>
                <a:gd name="csY4207" fmla="*/ 484418 h 1498637"/>
                <a:gd name="csX4208" fmla="*/ 931572 w 3230884"/>
                <a:gd name="csY4208" fmla="*/ 480596 h 1498637"/>
                <a:gd name="csX4209" fmla="*/ 919629 w 3230884"/>
                <a:gd name="csY4209" fmla="*/ 457665 h 1498637"/>
                <a:gd name="csX4210" fmla="*/ 916763 w 3230884"/>
                <a:gd name="csY4210" fmla="*/ 449066 h 1498637"/>
                <a:gd name="csX4211" fmla="*/ 915329 w 3230884"/>
                <a:gd name="csY4211" fmla="*/ 446677 h 1498637"/>
                <a:gd name="csX4212" fmla="*/ 912463 w 3230884"/>
                <a:gd name="csY4212" fmla="*/ 443333 h 1498637"/>
                <a:gd name="csX4213" fmla="*/ 908164 w 3230884"/>
                <a:gd name="csY4213" fmla="*/ 439511 h 1498637"/>
                <a:gd name="csX4214" fmla="*/ 907208 w 3230884"/>
                <a:gd name="csY4214" fmla="*/ 436167 h 1498637"/>
                <a:gd name="csX4215" fmla="*/ 918674 w 3230884"/>
                <a:gd name="csY4215" fmla="*/ 413236 h 1498637"/>
                <a:gd name="csX4216" fmla="*/ 923929 w 3230884"/>
                <a:gd name="csY4216" fmla="*/ 408936 h 1498637"/>
                <a:gd name="csX4217" fmla="*/ 931572 w 3230884"/>
                <a:gd name="csY4217" fmla="*/ 406548 h 1498637"/>
                <a:gd name="csX4218" fmla="*/ 934917 w 3230884"/>
                <a:gd name="csY4218" fmla="*/ 404159 h 1498637"/>
                <a:gd name="csX4219" fmla="*/ 941127 w 3230884"/>
                <a:gd name="csY4219" fmla="*/ 399382 h 1498637"/>
                <a:gd name="csX4220" fmla="*/ 944949 w 3230884"/>
                <a:gd name="csY4220" fmla="*/ 395560 h 1498637"/>
                <a:gd name="csX4221" fmla="*/ 945904 w 3230884"/>
                <a:gd name="csY4221" fmla="*/ 392216 h 1498637"/>
                <a:gd name="csX4222" fmla="*/ 946860 w 3230884"/>
                <a:gd name="csY4222" fmla="*/ 388394 h 1498637"/>
                <a:gd name="csX4223" fmla="*/ 946860 w 3230884"/>
                <a:gd name="csY4223" fmla="*/ 378839 h 1498637"/>
                <a:gd name="csX4224" fmla="*/ 946382 w 3230884"/>
                <a:gd name="csY4224" fmla="*/ 371196 h 1498637"/>
                <a:gd name="csX4225" fmla="*/ 944949 w 3230884"/>
                <a:gd name="csY4225" fmla="*/ 366896 h 1498637"/>
                <a:gd name="csX4226" fmla="*/ 943038 w 3230884"/>
                <a:gd name="csY4226" fmla="*/ 361641 h 1498637"/>
                <a:gd name="csX4227" fmla="*/ 940649 w 3230884"/>
                <a:gd name="csY4227" fmla="*/ 355431 h 1498637"/>
                <a:gd name="csX4228" fmla="*/ 942083 w 3230884"/>
                <a:gd name="csY4228" fmla="*/ 353520 h 1498637"/>
                <a:gd name="csX4229" fmla="*/ 943993 w 3230884"/>
                <a:gd name="csY4229" fmla="*/ 352564 h 1498637"/>
                <a:gd name="csX4230" fmla="*/ 947815 w 3230884"/>
                <a:gd name="csY4230" fmla="*/ 352564 h 1498637"/>
                <a:gd name="csX4231" fmla="*/ 952115 w 3230884"/>
                <a:gd name="csY4231" fmla="*/ 355909 h 1498637"/>
                <a:gd name="csX4232" fmla="*/ 954504 w 3230884"/>
                <a:gd name="csY4232" fmla="*/ 363074 h 1498637"/>
                <a:gd name="csX4233" fmla="*/ 956892 w 3230884"/>
                <a:gd name="csY4233" fmla="*/ 369285 h 1498637"/>
                <a:gd name="csX4234" fmla="*/ 956892 w 3230884"/>
                <a:gd name="csY4234" fmla="*/ 373584 h 1498637"/>
                <a:gd name="csX4235" fmla="*/ 956892 w 3230884"/>
                <a:gd name="csY4235" fmla="*/ 376929 h 1498637"/>
                <a:gd name="csX4236" fmla="*/ 957848 w 3230884"/>
                <a:gd name="csY4236" fmla="*/ 381228 h 1498637"/>
                <a:gd name="csX4237" fmla="*/ 958803 w 3230884"/>
                <a:gd name="csY4237" fmla="*/ 383139 h 1498637"/>
                <a:gd name="csX4238" fmla="*/ 959759 w 3230884"/>
                <a:gd name="csY4238" fmla="*/ 386483 h 1498637"/>
                <a:gd name="csX4239" fmla="*/ 958803 w 3230884"/>
                <a:gd name="csY4239" fmla="*/ 388872 h 1498637"/>
                <a:gd name="csX4240" fmla="*/ 957848 w 3230884"/>
                <a:gd name="csY4240" fmla="*/ 390305 h 1498637"/>
                <a:gd name="csX4241" fmla="*/ 955936 w 3230884"/>
                <a:gd name="csY4241" fmla="*/ 394127 h 1498637"/>
                <a:gd name="csX4242" fmla="*/ 952593 w 3230884"/>
                <a:gd name="csY4242" fmla="*/ 405115 h 1498637"/>
                <a:gd name="csX4243" fmla="*/ 950204 w 3230884"/>
                <a:gd name="csY4243" fmla="*/ 406548 h 1498637"/>
                <a:gd name="csX4244" fmla="*/ 949726 w 3230884"/>
                <a:gd name="csY4244" fmla="*/ 415147 h 1498637"/>
                <a:gd name="csX4245" fmla="*/ 954981 w 3230884"/>
                <a:gd name="csY4245" fmla="*/ 424224 h 1498637"/>
                <a:gd name="csX4246" fmla="*/ 954504 w 3230884"/>
                <a:gd name="csY4246" fmla="*/ 430912 h 1498637"/>
                <a:gd name="csX4247" fmla="*/ 953070 w 3230884"/>
                <a:gd name="csY4247" fmla="*/ 433301 h 1498637"/>
                <a:gd name="csX4248" fmla="*/ 950682 w 3230884"/>
                <a:gd name="csY4248" fmla="*/ 437123 h 1498637"/>
                <a:gd name="csX4249" fmla="*/ 950682 w 3230884"/>
                <a:gd name="csY4249" fmla="*/ 439989 h 1498637"/>
                <a:gd name="csX4250" fmla="*/ 951637 w 3230884"/>
                <a:gd name="csY4250" fmla="*/ 441900 h 1498637"/>
                <a:gd name="csX4251" fmla="*/ 959281 w 3230884"/>
                <a:gd name="csY4251" fmla="*/ 446199 h 1498637"/>
                <a:gd name="csX4252" fmla="*/ 966925 w 3230884"/>
                <a:gd name="csY4252" fmla="*/ 449066 h 1498637"/>
                <a:gd name="csX4253" fmla="*/ 979345 w 3230884"/>
                <a:gd name="csY4253" fmla="*/ 450021 h 1498637"/>
                <a:gd name="csX4254" fmla="*/ 983167 w 3230884"/>
                <a:gd name="csY4254" fmla="*/ 454321 h 1498637"/>
                <a:gd name="csX4255" fmla="*/ 984600 w 3230884"/>
                <a:gd name="csY4255" fmla="*/ 451454 h 1498637"/>
                <a:gd name="csX4256" fmla="*/ 996543 w 3230884"/>
                <a:gd name="csY4256" fmla="*/ 451932 h 1498637"/>
                <a:gd name="csX4257" fmla="*/ 1005620 w 3230884"/>
                <a:gd name="csY4257" fmla="*/ 461964 h 1498637"/>
                <a:gd name="csX4258" fmla="*/ 1010875 w 3230884"/>
                <a:gd name="csY4258" fmla="*/ 465309 h 1498637"/>
                <a:gd name="csX4259" fmla="*/ 1014697 w 3230884"/>
                <a:gd name="csY4259" fmla="*/ 466264 h 1498637"/>
                <a:gd name="csX4260" fmla="*/ 1023297 w 3230884"/>
                <a:gd name="csY4260" fmla="*/ 464831 h 1498637"/>
                <a:gd name="csX4261" fmla="*/ 1024730 w 3230884"/>
                <a:gd name="csY4261" fmla="*/ 464353 h 1498637"/>
                <a:gd name="csX4262" fmla="*/ 1026163 w 3230884"/>
                <a:gd name="csY4262" fmla="*/ 461009 h 1498637"/>
                <a:gd name="csX4263" fmla="*/ 1022341 w 3230884"/>
                <a:gd name="csY4263" fmla="*/ 461487 h 1498637"/>
                <a:gd name="csX4264" fmla="*/ 1020430 w 3230884"/>
                <a:gd name="csY4264" fmla="*/ 462920 h 1498637"/>
                <a:gd name="csX4265" fmla="*/ 1018997 w 3230884"/>
                <a:gd name="csY4265" fmla="*/ 462920 h 1498637"/>
                <a:gd name="csX4266" fmla="*/ 1016131 w 3230884"/>
                <a:gd name="csY4266" fmla="*/ 461487 h 1498637"/>
                <a:gd name="csX4267" fmla="*/ 1014220 w 3230884"/>
                <a:gd name="csY4267" fmla="*/ 460053 h 1498637"/>
                <a:gd name="csX4268" fmla="*/ 1012309 w 3230884"/>
                <a:gd name="csY4268" fmla="*/ 456232 h 1498637"/>
                <a:gd name="csX4269" fmla="*/ 1008487 w 3230884"/>
                <a:gd name="csY4269" fmla="*/ 446199 h 1498637"/>
                <a:gd name="csX4270" fmla="*/ 1002754 w 3230884"/>
                <a:gd name="csY4270" fmla="*/ 443333 h 1498637"/>
                <a:gd name="csX4271" fmla="*/ 998455 w 3230884"/>
                <a:gd name="csY4271" fmla="*/ 444288 h 1498637"/>
                <a:gd name="csX4272" fmla="*/ 994155 w 3230884"/>
                <a:gd name="csY4272" fmla="*/ 443811 h 1498637"/>
                <a:gd name="csX4273" fmla="*/ 986989 w 3230884"/>
                <a:gd name="csY4273" fmla="*/ 438078 h 1498637"/>
                <a:gd name="csX4274" fmla="*/ 982212 w 3230884"/>
                <a:gd name="csY4274" fmla="*/ 436167 h 1498637"/>
                <a:gd name="csX4275" fmla="*/ 973613 w 3230884"/>
                <a:gd name="csY4275" fmla="*/ 429957 h 1498637"/>
                <a:gd name="csX4276" fmla="*/ 970747 w 3230884"/>
                <a:gd name="csY4276" fmla="*/ 427568 h 1498637"/>
                <a:gd name="csX4277" fmla="*/ 968836 w 3230884"/>
                <a:gd name="csY4277" fmla="*/ 422313 h 1498637"/>
                <a:gd name="csX4278" fmla="*/ 966925 w 3230884"/>
                <a:gd name="csY4278" fmla="*/ 414191 h 1498637"/>
                <a:gd name="csX4279" fmla="*/ 965491 w 3230884"/>
                <a:gd name="csY4279" fmla="*/ 409414 h 1498637"/>
                <a:gd name="csX4280" fmla="*/ 967402 w 3230884"/>
                <a:gd name="csY4280" fmla="*/ 408459 h 1498637"/>
                <a:gd name="csX4281" fmla="*/ 973135 w 3230884"/>
                <a:gd name="csY4281" fmla="*/ 403681 h 1498637"/>
                <a:gd name="csX4282" fmla="*/ 982212 w 3230884"/>
                <a:gd name="csY4282" fmla="*/ 402248 h 1498637"/>
                <a:gd name="csX4283" fmla="*/ 986034 w 3230884"/>
                <a:gd name="csY4283" fmla="*/ 403681 h 1498637"/>
                <a:gd name="csX4284" fmla="*/ 995588 w 3230884"/>
                <a:gd name="csY4284" fmla="*/ 413236 h 1498637"/>
                <a:gd name="csX4285" fmla="*/ 999888 w 3230884"/>
                <a:gd name="csY4285" fmla="*/ 413714 h 1498637"/>
                <a:gd name="csX4286" fmla="*/ 1008009 w 3230884"/>
                <a:gd name="csY4286" fmla="*/ 409414 h 1498637"/>
                <a:gd name="csX4287" fmla="*/ 1008965 w 3230884"/>
                <a:gd name="csY4287" fmla="*/ 407025 h 1498637"/>
                <a:gd name="csX4288" fmla="*/ 1007054 w 3230884"/>
                <a:gd name="csY4288" fmla="*/ 401293 h 1498637"/>
                <a:gd name="csX4289" fmla="*/ 1004665 w 3230884"/>
                <a:gd name="csY4289" fmla="*/ 398426 h 1498637"/>
                <a:gd name="csX4290" fmla="*/ 999888 w 3230884"/>
                <a:gd name="csY4290" fmla="*/ 397471 h 1498637"/>
                <a:gd name="csX4291" fmla="*/ 994633 w 3230884"/>
                <a:gd name="csY4291" fmla="*/ 399860 h 1498637"/>
                <a:gd name="csX4292" fmla="*/ 992722 w 3230884"/>
                <a:gd name="csY4292" fmla="*/ 397471 h 1498637"/>
                <a:gd name="csX4293" fmla="*/ 993200 w 3230884"/>
                <a:gd name="csY4293" fmla="*/ 394604 h 1498637"/>
                <a:gd name="csX4294" fmla="*/ 994155 w 3230884"/>
                <a:gd name="csY4294" fmla="*/ 392694 h 1498637"/>
                <a:gd name="csX4295" fmla="*/ 997022 w 3230884"/>
                <a:gd name="csY4295" fmla="*/ 392216 h 1498637"/>
                <a:gd name="csX4296" fmla="*/ 998932 w 3230884"/>
                <a:gd name="csY4296" fmla="*/ 390305 h 1498637"/>
                <a:gd name="csX4297" fmla="*/ 1003709 w 3230884"/>
                <a:gd name="csY4297" fmla="*/ 384572 h 1498637"/>
                <a:gd name="csX4298" fmla="*/ 1008965 w 3230884"/>
                <a:gd name="csY4298" fmla="*/ 381706 h 1498637"/>
                <a:gd name="csX4299" fmla="*/ 1014220 w 3230884"/>
                <a:gd name="csY4299" fmla="*/ 380750 h 1498637"/>
                <a:gd name="csX4300" fmla="*/ 1032851 w 3230884"/>
                <a:gd name="csY4300" fmla="*/ 381228 h 1498637"/>
                <a:gd name="csX4301" fmla="*/ 1043361 w 3230884"/>
                <a:gd name="csY4301" fmla="*/ 390783 h 1498637"/>
                <a:gd name="csX4302" fmla="*/ 1053393 w 3230884"/>
                <a:gd name="csY4302" fmla="*/ 395082 h 1498637"/>
                <a:gd name="csX4303" fmla="*/ 1058171 w 3230884"/>
                <a:gd name="csY4303" fmla="*/ 398426 h 1498637"/>
                <a:gd name="csX4304" fmla="*/ 1059127 w 3230884"/>
                <a:gd name="csY4304" fmla="*/ 398904 h 1498637"/>
                <a:gd name="csX4305" fmla="*/ 1060082 w 3230884"/>
                <a:gd name="csY4305" fmla="*/ 400815 h 1498637"/>
                <a:gd name="csX4306" fmla="*/ 1061037 w 3230884"/>
                <a:gd name="csY4306" fmla="*/ 405592 h 1498637"/>
                <a:gd name="csX4307" fmla="*/ 1073936 w 3230884"/>
                <a:gd name="csY4307" fmla="*/ 418969 h 1498637"/>
                <a:gd name="csX4308" fmla="*/ 1077280 w 3230884"/>
                <a:gd name="csY4308" fmla="*/ 420402 h 1498637"/>
                <a:gd name="csX4309" fmla="*/ 1085402 w 3230884"/>
                <a:gd name="csY4309" fmla="*/ 421357 h 1498637"/>
                <a:gd name="csX4310" fmla="*/ 1094478 w 3230884"/>
                <a:gd name="csY4310" fmla="*/ 418013 h 1498637"/>
                <a:gd name="csX4311" fmla="*/ 1098778 w 3230884"/>
                <a:gd name="csY4311" fmla="*/ 418013 h 1498637"/>
                <a:gd name="csX4312" fmla="*/ 1103555 w 3230884"/>
                <a:gd name="csY4312" fmla="*/ 418491 h 1498637"/>
                <a:gd name="csX4313" fmla="*/ 1105944 w 3230884"/>
                <a:gd name="csY4313" fmla="*/ 420402 h 1498637"/>
                <a:gd name="csX4314" fmla="*/ 1108332 w 3230884"/>
                <a:gd name="csY4314" fmla="*/ 423268 h 1498637"/>
                <a:gd name="csX4315" fmla="*/ 1106899 w 3230884"/>
                <a:gd name="csY4315" fmla="*/ 427090 h 1498637"/>
                <a:gd name="csX4316" fmla="*/ 1105944 w 3230884"/>
                <a:gd name="csY4316" fmla="*/ 429479 h 1498637"/>
                <a:gd name="csX4317" fmla="*/ 1103077 w 3230884"/>
                <a:gd name="csY4317" fmla="*/ 435689 h 1498637"/>
                <a:gd name="csX4318" fmla="*/ 1102122 w 3230884"/>
                <a:gd name="csY4318" fmla="*/ 437600 h 1498637"/>
                <a:gd name="csX4319" fmla="*/ 1093523 w 3230884"/>
                <a:gd name="csY4319" fmla="*/ 444766 h 1498637"/>
                <a:gd name="csX4320" fmla="*/ 1090179 w 3230884"/>
                <a:gd name="csY4320" fmla="*/ 446677 h 1498637"/>
                <a:gd name="csX4321" fmla="*/ 1089223 w 3230884"/>
                <a:gd name="csY4321" fmla="*/ 456232 h 1498637"/>
                <a:gd name="csX4322" fmla="*/ 1088746 w 3230884"/>
                <a:gd name="csY4322" fmla="*/ 458143 h 1498637"/>
                <a:gd name="csX4323" fmla="*/ 1088746 w 3230884"/>
                <a:gd name="csY4323" fmla="*/ 461487 h 1498637"/>
                <a:gd name="csX4324" fmla="*/ 1090179 w 3230884"/>
                <a:gd name="csY4324" fmla="*/ 468175 h 1498637"/>
                <a:gd name="csX4325" fmla="*/ 1090657 w 3230884"/>
                <a:gd name="csY4325" fmla="*/ 471997 h 1498637"/>
                <a:gd name="csX4326" fmla="*/ 1089223 w 3230884"/>
                <a:gd name="csY4326" fmla="*/ 477730 h 1498637"/>
                <a:gd name="csX4327" fmla="*/ 1086835 w 3230884"/>
                <a:gd name="csY4327" fmla="*/ 483462 h 1498637"/>
                <a:gd name="csX4328" fmla="*/ 1087312 w 3230884"/>
                <a:gd name="csY4328" fmla="*/ 488239 h 1498637"/>
                <a:gd name="csX4329" fmla="*/ 1088268 w 3230884"/>
                <a:gd name="csY4329" fmla="*/ 494450 h 1498637"/>
                <a:gd name="csX4330" fmla="*/ 1088268 w 3230884"/>
                <a:gd name="csY4330" fmla="*/ 492539 h 1498637"/>
                <a:gd name="csX4331" fmla="*/ 1088268 w 3230884"/>
                <a:gd name="csY4331" fmla="*/ 489673 h 1498637"/>
                <a:gd name="csX4332" fmla="*/ 1088746 w 3230884"/>
                <a:gd name="csY4332" fmla="*/ 486329 h 1498637"/>
                <a:gd name="csX4333" fmla="*/ 1092568 w 3230884"/>
                <a:gd name="csY4333" fmla="*/ 478685 h 1498637"/>
                <a:gd name="csX4334" fmla="*/ 1095434 w 3230884"/>
                <a:gd name="csY4334" fmla="*/ 467697 h 1498637"/>
                <a:gd name="csX4335" fmla="*/ 1098300 w 3230884"/>
                <a:gd name="csY4335" fmla="*/ 464831 h 1498637"/>
                <a:gd name="csX4336" fmla="*/ 1101166 w 3230884"/>
                <a:gd name="csY4336" fmla="*/ 463875 h 1498637"/>
                <a:gd name="csX4337" fmla="*/ 1104033 w 3230884"/>
                <a:gd name="csY4337" fmla="*/ 467219 h 1498637"/>
                <a:gd name="csX4338" fmla="*/ 1104511 w 3230884"/>
                <a:gd name="csY4338" fmla="*/ 471519 h 1498637"/>
                <a:gd name="csX4339" fmla="*/ 1104988 w 3230884"/>
                <a:gd name="csY4339" fmla="*/ 478207 h 1498637"/>
                <a:gd name="csX4340" fmla="*/ 1104511 w 3230884"/>
                <a:gd name="csY4340" fmla="*/ 484418 h 1498637"/>
                <a:gd name="csX4341" fmla="*/ 1102122 w 3230884"/>
                <a:gd name="csY4341" fmla="*/ 493972 h 1498637"/>
                <a:gd name="csX4342" fmla="*/ 1098300 w 3230884"/>
                <a:gd name="csY4342" fmla="*/ 500660 h 1498637"/>
                <a:gd name="csX4343" fmla="*/ 1097345 w 3230884"/>
                <a:gd name="csY4343" fmla="*/ 504005 h 1498637"/>
                <a:gd name="csX4344" fmla="*/ 1099255 w 3230884"/>
                <a:gd name="csY4344" fmla="*/ 507349 h 1498637"/>
                <a:gd name="csX4345" fmla="*/ 1100689 w 3230884"/>
                <a:gd name="csY4345" fmla="*/ 510215 h 1498637"/>
                <a:gd name="csX4346" fmla="*/ 1103077 w 3230884"/>
                <a:gd name="csY4346" fmla="*/ 511171 h 1498637"/>
                <a:gd name="csX4347" fmla="*/ 1105466 w 3230884"/>
                <a:gd name="csY4347" fmla="*/ 510693 h 1498637"/>
                <a:gd name="csX4348" fmla="*/ 1105944 w 3230884"/>
                <a:gd name="csY4348" fmla="*/ 510215 h 1498637"/>
                <a:gd name="csX4349" fmla="*/ 1106421 w 3230884"/>
                <a:gd name="csY4349" fmla="*/ 507349 h 1498637"/>
                <a:gd name="csX4350" fmla="*/ 1105466 w 3230884"/>
                <a:gd name="csY4350" fmla="*/ 504005 h 1498637"/>
                <a:gd name="csX4351" fmla="*/ 1104988 w 3230884"/>
                <a:gd name="csY4351" fmla="*/ 501138 h 1498637"/>
                <a:gd name="csX4352" fmla="*/ 1109288 w 3230884"/>
                <a:gd name="csY4352" fmla="*/ 498750 h 1498637"/>
                <a:gd name="csX4353" fmla="*/ 1113587 w 3230884"/>
                <a:gd name="csY4353" fmla="*/ 497316 h 1498637"/>
                <a:gd name="csX4354" fmla="*/ 1116932 w 3230884"/>
                <a:gd name="csY4354" fmla="*/ 493495 h 1498637"/>
                <a:gd name="csX4355" fmla="*/ 1117409 w 3230884"/>
                <a:gd name="csY4355" fmla="*/ 490628 h 1498637"/>
                <a:gd name="csX4356" fmla="*/ 1118365 w 3230884"/>
                <a:gd name="csY4356" fmla="*/ 486329 h 1498637"/>
                <a:gd name="csX4357" fmla="*/ 1116454 w 3230884"/>
                <a:gd name="csY4357" fmla="*/ 479640 h 1498637"/>
                <a:gd name="csX4358" fmla="*/ 1115021 w 3230884"/>
                <a:gd name="csY4358" fmla="*/ 474385 h 1498637"/>
                <a:gd name="csX4359" fmla="*/ 1110243 w 3230884"/>
                <a:gd name="csY4359" fmla="*/ 461964 h 1498637"/>
                <a:gd name="csX4360" fmla="*/ 1106421 w 3230884"/>
                <a:gd name="csY4360" fmla="*/ 455754 h 1498637"/>
                <a:gd name="csX4361" fmla="*/ 1108810 w 3230884"/>
                <a:gd name="csY4361" fmla="*/ 445722 h 1498637"/>
                <a:gd name="csX4362" fmla="*/ 1112632 w 3230884"/>
                <a:gd name="csY4362" fmla="*/ 434734 h 1498637"/>
                <a:gd name="csX4363" fmla="*/ 1114065 w 3230884"/>
                <a:gd name="csY4363" fmla="*/ 432345 h 1498637"/>
                <a:gd name="csX4364" fmla="*/ 1114543 w 3230884"/>
                <a:gd name="csY4364" fmla="*/ 430434 h 1498637"/>
                <a:gd name="csX4365" fmla="*/ 1115021 w 3230884"/>
                <a:gd name="csY4365" fmla="*/ 427568 h 1498637"/>
                <a:gd name="csX4366" fmla="*/ 1114543 w 3230884"/>
                <a:gd name="csY4366" fmla="*/ 424224 h 1498637"/>
                <a:gd name="csX4367" fmla="*/ 1114065 w 3230884"/>
                <a:gd name="csY4367" fmla="*/ 422313 h 1498637"/>
                <a:gd name="csX4368" fmla="*/ 1110243 w 3230884"/>
                <a:gd name="csY4368" fmla="*/ 414191 h 1498637"/>
                <a:gd name="csX4369" fmla="*/ 1107377 w 3230884"/>
                <a:gd name="csY4369" fmla="*/ 411325 h 1498637"/>
                <a:gd name="csX4370" fmla="*/ 1098778 w 3230884"/>
                <a:gd name="csY4370" fmla="*/ 409892 h 1498637"/>
                <a:gd name="csX4371" fmla="*/ 1096389 w 3230884"/>
                <a:gd name="csY4371" fmla="*/ 408459 h 1498637"/>
                <a:gd name="csX4372" fmla="*/ 1090179 w 3230884"/>
                <a:gd name="csY4372" fmla="*/ 399860 h 1498637"/>
                <a:gd name="csX4373" fmla="*/ 1089223 w 3230884"/>
                <a:gd name="csY4373" fmla="*/ 397949 h 1498637"/>
                <a:gd name="csX4374" fmla="*/ 1087790 w 3230884"/>
                <a:gd name="csY4374" fmla="*/ 391738 h 1498637"/>
                <a:gd name="csX4375" fmla="*/ 1087312 w 3230884"/>
                <a:gd name="csY4375" fmla="*/ 389827 h 1498637"/>
                <a:gd name="csX4376" fmla="*/ 1085879 w 3230884"/>
                <a:gd name="csY4376" fmla="*/ 388394 h 1498637"/>
                <a:gd name="csX4377" fmla="*/ 1079669 w 3230884"/>
                <a:gd name="csY4377" fmla="*/ 384572 h 1498637"/>
                <a:gd name="csX4378" fmla="*/ 1075369 w 3230884"/>
                <a:gd name="csY4378" fmla="*/ 383139 h 1498637"/>
                <a:gd name="csX4379" fmla="*/ 1069636 w 3230884"/>
                <a:gd name="csY4379" fmla="*/ 382661 h 1498637"/>
                <a:gd name="csX4380" fmla="*/ 1065814 w 3230884"/>
                <a:gd name="csY4380" fmla="*/ 380750 h 1498637"/>
                <a:gd name="csX4381" fmla="*/ 1060559 w 3230884"/>
                <a:gd name="csY4381" fmla="*/ 375018 h 1498637"/>
                <a:gd name="csX4382" fmla="*/ 1060082 w 3230884"/>
                <a:gd name="csY4382" fmla="*/ 373107 h 1498637"/>
                <a:gd name="csX4383" fmla="*/ 1058171 w 3230884"/>
                <a:gd name="csY4383" fmla="*/ 365463 h 1498637"/>
                <a:gd name="csX4384" fmla="*/ 1057216 w 3230884"/>
                <a:gd name="csY4384" fmla="*/ 361163 h 1498637"/>
                <a:gd name="csX4385" fmla="*/ 1057693 w 3230884"/>
                <a:gd name="csY4385" fmla="*/ 358297 h 1498637"/>
                <a:gd name="csX4386" fmla="*/ 1059604 w 3230884"/>
                <a:gd name="csY4386" fmla="*/ 352087 h 1498637"/>
                <a:gd name="csX4387" fmla="*/ 1061037 w 3230884"/>
                <a:gd name="csY4387" fmla="*/ 346832 h 1498637"/>
                <a:gd name="csX4388" fmla="*/ 1059127 w 3230884"/>
                <a:gd name="csY4388" fmla="*/ 342054 h 1498637"/>
                <a:gd name="csX4389" fmla="*/ 1056738 w 3230884"/>
                <a:gd name="csY4389" fmla="*/ 340621 h 1498637"/>
                <a:gd name="csX4390" fmla="*/ 1054349 w 3230884"/>
                <a:gd name="csY4390" fmla="*/ 338232 h 1498637"/>
                <a:gd name="csX4391" fmla="*/ 1052916 w 3230884"/>
                <a:gd name="csY4391" fmla="*/ 333933 h 1498637"/>
                <a:gd name="csX4392" fmla="*/ 1052438 w 3230884"/>
                <a:gd name="csY4392" fmla="*/ 329156 h 1498637"/>
                <a:gd name="csX4393" fmla="*/ 1052438 w 3230884"/>
                <a:gd name="csY4393" fmla="*/ 325334 h 1498637"/>
                <a:gd name="csX4394" fmla="*/ 1051961 w 3230884"/>
                <a:gd name="csY4394" fmla="*/ 321034 h 1498637"/>
                <a:gd name="csX4395" fmla="*/ 1053393 w 3230884"/>
                <a:gd name="csY4395" fmla="*/ 317690 h 1498637"/>
                <a:gd name="csX4396" fmla="*/ 1055782 w 3230884"/>
                <a:gd name="csY4396" fmla="*/ 313868 h 1498637"/>
                <a:gd name="csX4397" fmla="*/ 1055304 w 3230884"/>
                <a:gd name="csY4397" fmla="*/ 311002 h 1498637"/>
                <a:gd name="csX4398" fmla="*/ 1055782 w 3230884"/>
                <a:gd name="csY4398" fmla="*/ 307658 h 1498637"/>
                <a:gd name="csX4399" fmla="*/ 1073458 w 3230884"/>
                <a:gd name="csY4399" fmla="*/ 302881 h 1498637"/>
                <a:gd name="csX4400" fmla="*/ 1080146 w 3230884"/>
                <a:gd name="csY4400" fmla="*/ 301925 h 1498637"/>
                <a:gd name="csX4401" fmla="*/ 1114543 w 3230884"/>
                <a:gd name="csY4401" fmla="*/ 301447 h 1498637"/>
                <a:gd name="csX4402" fmla="*/ 1116932 w 3230884"/>
                <a:gd name="csY4402" fmla="*/ 300014 h 1498637"/>
                <a:gd name="csX4403" fmla="*/ 1131741 w 3230884"/>
                <a:gd name="csY4403" fmla="*/ 297625 h 1498637"/>
                <a:gd name="csX4404" fmla="*/ 1137952 w 3230884"/>
                <a:gd name="csY4404" fmla="*/ 295237 h 1498637"/>
                <a:gd name="csX4405" fmla="*/ 1144640 w 3230884"/>
                <a:gd name="csY4405" fmla="*/ 298103 h 1498637"/>
                <a:gd name="csX4406" fmla="*/ 1147028 w 3230884"/>
                <a:gd name="csY4406" fmla="*/ 297625 h 1498637"/>
                <a:gd name="csX4407" fmla="*/ 1152284 w 3230884"/>
                <a:gd name="csY4407" fmla="*/ 296670 h 1498637"/>
                <a:gd name="csX4408" fmla="*/ 1155628 w 3230884"/>
                <a:gd name="csY4408" fmla="*/ 291415 h 1498637"/>
                <a:gd name="csX4409" fmla="*/ 1162794 w 3230884"/>
                <a:gd name="csY4409" fmla="*/ 289026 h 1498637"/>
                <a:gd name="csX4410" fmla="*/ 1174737 w 3230884"/>
                <a:gd name="csY4410" fmla="*/ 286638 h 1498637"/>
                <a:gd name="csX4411" fmla="*/ 1180948 w 3230884"/>
                <a:gd name="csY4411" fmla="*/ 287115 h 1498637"/>
                <a:gd name="csX4412" fmla="*/ 1182380 w 3230884"/>
                <a:gd name="csY4412" fmla="*/ 288549 h 1498637"/>
                <a:gd name="csX4413" fmla="*/ 1183336 w 3230884"/>
                <a:gd name="csY4413" fmla="*/ 290937 h 1498637"/>
                <a:gd name="csX4414" fmla="*/ 1177125 w 3230884"/>
                <a:gd name="csY4414" fmla="*/ 298103 h 1498637"/>
                <a:gd name="csX4415" fmla="*/ 1170437 w 3230884"/>
                <a:gd name="csY4415" fmla="*/ 304314 h 1498637"/>
                <a:gd name="csX4416" fmla="*/ 1165182 w 3230884"/>
                <a:gd name="csY4416" fmla="*/ 307180 h 1498637"/>
                <a:gd name="csX4417" fmla="*/ 1159450 w 3230884"/>
                <a:gd name="csY4417" fmla="*/ 312435 h 1498637"/>
                <a:gd name="csX4418" fmla="*/ 1158972 w 3230884"/>
                <a:gd name="csY4418" fmla="*/ 314824 h 1498637"/>
                <a:gd name="csX4419" fmla="*/ 1158972 w 3230884"/>
                <a:gd name="csY4419" fmla="*/ 315779 h 1498637"/>
                <a:gd name="csX4420" fmla="*/ 1158972 w 3230884"/>
                <a:gd name="csY4420" fmla="*/ 320079 h 1498637"/>
                <a:gd name="csX4421" fmla="*/ 1159450 w 3230884"/>
                <a:gd name="csY4421" fmla="*/ 322945 h 1498637"/>
                <a:gd name="csX4422" fmla="*/ 1165182 w 3230884"/>
                <a:gd name="csY4422" fmla="*/ 326289 h 1498637"/>
                <a:gd name="csX4423" fmla="*/ 1169004 w 3230884"/>
                <a:gd name="csY4423" fmla="*/ 331544 h 1498637"/>
                <a:gd name="csX4424" fmla="*/ 1173303 w 3230884"/>
                <a:gd name="csY4424" fmla="*/ 334888 h 1498637"/>
                <a:gd name="csX4425" fmla="*/ 1176648 w 3230884"/>
                <a:gd name="csY4425" fmla="*/ 336799 h 1498637"/>
                <a:gd name="csX4426" fmla="*/ 1177125 w 3230884"/>
                <a:gd name="csY4426" fmla="*/ 335844 h 1498637"/>
                <a:gd name="csX4427" fmla="*/ 1165660 w 3230884"/>
                <a:gd name="csY4427" fmla="*/ 324378 h 1498637"/>
                <a:gd name="csX4428" fmla="*/ 1162316 w 3230884"/>
                <a:gd name="csY4428" fmla="*/ 321990 h 1498637"/>
                <a:gd name="csX4429" fmla="*/ 1161360 w 3230884"/>
                <a:gd name="csY4429" fmla="*/ 319123 h 1498637"/>
                <a:gd name="csX4430" fmla="*/ 1161838 w 3230884"/>
                <a:gd name="csY4430" fmla="*/ 314824 h 1498637"/>
                <a:gd name="csX4431" fmla="*/ 1163271 w 3230884"/>
                <a:gd name="csY4431" fmla="*/ 312913 h 1498637"/>
                <a:gd name="csX4432" fmla="*/ 1165182 w 3230884"/>
                <a:gd name="csY4432" fmla="*/ 311002 h 1498637"/>
                <a:gd name="csX4433" fmla="*/ 1166137 w 3230884"/>
                <a:gd name="csY4433" fmla="*/ 309569 h 1498637"/>
                <a:gd name="csX4434" fmla="*/ 1170437 w 3230884"/>
                <a:gd name="csY4434" fmla="*/ 307658 h 1498637"/>
                <a:gd name="csX4435" fmla="*/ 1185247 w 3230884"/>
                <a:gd name="csY4435" fmla="*/ 304791 h 1498637"/>
                <a:gd name="csX4436" fmla="*/ 1188591 w 3230884"/>
                <a:gd name="csY4436" fmla="*/ 299059 h 1498637"/>
                <a:gd name="csX4437" fmla="*/ 1190024 w 3230884"/>
                <a:gd name="csY4437" fmla="*/ 295715 h 1498637"/>
                <a:gd name="csX4438" fmla="*/ 1194324 w 3230884"/>
                <a:gd name="csY4438" fmla="*/ 291893 h 1498637"/>
                <a:gd name="csX4439" fmla="*/ 1192891 w 3230884"/>
                <a:gd name="csY4439" fmla="*/ 290460 h 1498637"/>
                <a:gd name="csX4440" fmla="*/ 1189546 w 3230884"/>
                <a:gd name="csY4440" fmla="*/ 289504 h 1498637"/>
                <a:gd name="csX4441" fmla="*/ 1187158 w 3230884"/>
                <a:gd name="csY4441" fmla="*/ 287593 h 1498637"/>
                <a:gd name="csX4442" fmla="*/ 1176648 w 3230884"/>
                <a:gd name="csY4442" fmla="*/ 266573 h 1498637"/>
                <a:gd name="csX4443" fmla="*/ 1174259 w 3230884"/>
                <a:gd name="csY4443" fmla="*/ 263229 h 1498637"/>
                <a:gd name="csX4444" fmla="*/ 1166616 w 3230884"/>
                <a:gd name="csY4444" fmla="*/ 260840 h 1498637"/>
                <a:gd name="csX4445" fmla="*/ 1163271 w 3230884"/>
                <a:gd name="csY4445" fmla="*/ 258452 h 1498637"/>
                <a:gd name="csX4446" fmla="*/ 1166616 w 3230884"/>
                <a:gd name="csY4446" fmla="*/ 251286 h 1498637"/>
                <a:gd name="csX4447" fmla="*/ 1170915 w 3230884"/>
                <a:gd name="csY4447" fmla="*/ 249375 h 1498637"/>
                <a:gd name="csX4448" fmla="*/ 1173782 w 3230884"/>
                <a:gd name="csY4448" fmla="*/ 249853 h 1498637"/>
                <a:gd name="csX4449" fmla="*/ 1176170 w 3230884"/>
                <a:gd name="csY4449" fmla="*/ 251763 h 1498637"/>
                <a:gd name="csX4450" fmla="*/ 1180948 w 3230884"/>
                <a:gd name="csY4450" fmla="*/ 257974 h 1498637"/>
                <a:gd name="csX4451" fmla="*/ 1187635 w 3230884"/>
                <a:gd name="csY4451" fmla="*/ 255108 h 1498637"/>
                <a:gd name="csX4452" fmla="*/ 1185247 w 3230884"/>
                <a:gd name="csY4452" fmla="*/ 252719 h 1498637"/>
                <a:gd name="csX4453" fmla="*/ 1180948 w 3230884"/>
                <a:gd name="csY4453" fmla="*/ 249375 h 1498637"/>
                <a:gd name="csX4454" fmla="*/ 1177125 w 3230884"/>
                <a:gd name="csY4454" fmla="*/ 244597 h 1498637"/>
                <a:gd name="csX4455" fmla="*/ 1171393 w 3230884"/>
                <a:gd name="csY4455" fmla="*/ 240298 h 1498637"/>
                <a:gd name="csX4456" fmla="*/ 1165182 w 3230884"/>
                <a:gd name="csY4456" fmla="*/ 236954 h 1498637"/>
                <a:gd name="csX4457" fmla="*/ 1158972 w 3230884"/>
                <a:gd name="csY4457" fmla="*/ 235998 h 1498637"/>
                <a:gd name="csX4458" fmla="*/ 1160883 w 3230884"/>
                <a:gd name="csY4458" fmla="*/ 229310 h 1498637"/>
                <a:gd name="csX4459" fmla="*/ 1164227 w 3230884"/>
                <a:gd name="csY4459" fmla="*/ 230266 h 1498637"/>
                <a:gd name="csX4460" fmla="*/ 1165660 w 3230884"/>
                <a:gd name="csY4460" fmla="*/ 228355 h 1498637"/>
                <a:gd name="csX4461" fmla="*/ 1167093 w 3230884"/>
                <a:gd name="csY4461" fmla="*/ 224055 h 1498637"/>
                <a:gd name="csX4462" fmla="*/ 1176170 w 3230884"/>
                <a:gd name="csY4462" fmla="*/ 233610 h 1498637"/>
                <a:gd name="csX4463" fmla="*/ 1179992 w 3230884"/>
                <a:gd name="csY4463" fmla="*/ 231221 h 1498637"/>
                <a:gd name="csX4464" fmla="*/ 1183814 w 3230884"/>
                <a:gd name="csY4464" fmla="*/ 226922 h 1498637"/>
                <a:gd name="csX4465" fmla="*/ 1191457 w 3230884"/>
                <a:gd name="csY4465" fmla="*/ 215456 h 1498637"/>
                <a:gd name="csX4466" fmla="*/ 1192413 w 3230884"/>
                <a:gd name="csY4466" fmla="*/ 210679 h 1498637"/>
                <a:gd name="csX4467" fmla="*/ 1188591 w 3230884"/>
                <a:gd name="csY4467" fmla="*/ 207812 h 1498637"/>
                <a:gd name="csX4468" fmla="*/ 1185725 w 3230884"/>
                <a:gd name="csY4468" fmla="*/ 206379 h 1498637"/>
                <a:gd name="csX4469" fmla="*/ 1181903 w 3230884"/>
                <a:gd name="csY4469" fmla="*/ 206857 h 1498637"/>
                <a:gd name="csX4470" fmla="*/ 1181425 w 3230884"/>
                <a:gd name="csY4470" fmla="*/ 203513 h 1498637"/>
                <a:gd name="csX4471" fmla="*/ 1182858 w 3230884"/>
                <a:gd name="csY4471" fmla="*/ 199213 h 1498637"/>
                <a:gd name="csX4472" fmla="*/ 1186202 w 3230884"/>
                <a:gd name="csY4472" fmla="*/ 197780 h 1498637"/>
                <a:gd name="csX4473" fmla="*/ 1196235 w 3230884"/>
                <a:gd name="csY4473" fmla="*/ 202080 h 1498637"/>
                <a:gd name="csX4474" fmla="*/ 1212478 w 3230884"/>
                <a:gd name="csY4474" fmla="*/ 190614 h 1498637"/>
                <a:gd name="csX4475" fmla="*/ 1217255 w 3230884"/>
                <a:gd name="csY4475" fmla="*/ 185359 h 1498637"/>
                <a:gd name="csX4476" fmla="*/ 1228720 w 3230884"/>
                <a:gd name="csY4476" fmla="*/ 177715 h 1498637"/>
                <a:gd name="csX4477" fmla="*/ 1234453 w 3230884"/>
                <a:gd name="csY4477" fmla="*/ 178671 h 1498637"/>
                <a:gd name="csX4478" fmla="*/ 1245919 w 3230884"/>
                <a:gd name="csY4478" fmla="*/ 169116 h 1498637"/>
                <a:gd name="csX4479" fmla="*/ 1262162 w 3230884"/>
                <a:gd name="csY4479" fmla="*/ 164817 h 1498637"/>
                <a:gd name="csX4480" fmla="*/ 1271716 w 3230884"/>
                <a:gd name="csY4480" fmla="*/ 164817 h 1498637"/>
                <a:gd name="csX4481" fmla="*/ 1278882 w 3230884"/>
                <a:gd name="csY4481" fmla="*/ 159562 h 1498637"/>
                <a:gd name="csX4482" fmla="*/ 1290347 w 3230884"/>
                <a:gd name="csY4482" fmla="*/ 157651 h 1498637"/>
                <a:gd name="csX4483" fmla="*/ 1294169 w 3230884"/>
                <a:gd name="csY4483" fmla="*/ 155262 h 1498637"/>
                <a:gd name="csX4484" fmla="*/ 1312801 w 3230884"/>
                <a:gd name="csY4484" fmla="*/ 149529 h 1498637"/>
                <a:gd name="csX4485" fmla="*/ 1323311 w 3230884"/>
                <a:gd name="csY4485" fmla="*/ 145230 h 1498637"/>
                <a:gd name="csX4486" fmla="*/ 1324744 w 3230884"/>
                <a:gd name="csY4486" fmla="*/ 141886 h 1498637"/>
                <a:gd name="csX4487" fmla="*/ 1315667 w 3230884"/>
                <a:gd name="csY4487" fmla="*/ 144752 h 1498637"/>
                <a:gd name="csX4488" fmla="*/ 1313278 w 3230884"/>
                <a:gd name="csY4488" fmla="*/ 141886 h 1498637"/>
                <a:gd name="csX4489" fmla="*/ 1311367 w 3230884"/>
                <a:gd name="csY4489" fmla="*/ 143797 h 1498637"/>
                <a:gd name="csX4490" fmla="*/ 1309935 w 3230884"/>
                <a:gd name="csY4490" fmla="*/ 146185 h 1498637"/>
                <a:gd name="csX4491" fmla="*/ 1305635 w 3230884"/>
                <a:gd name="csY4491" fmla="*/ 141886 h 1498637"/>
                <a:gd name="csX4492" fmla="*/ 1304201 w 3230884"/>
                <a:gd name="csY4492" fmla="*/ 142841 h 1498637"/>
                <a:gd name="csX4493" fmla="*/ 1303246 w 3230884"/>
                <a:gd name="csY4493" fmla="*/ 145230 h 1498637"/>
                <a:gd name="csX4494" fmla="*/ 1301813 w 3230884"/>
                <a:gd name="csY4494" fmla="*/ 146185 h 1498637"/>
                <a:gd name="csX4495" fmla="*/ 1299902 w 3230884"/>
                <a:gd name="csY4495" fmla="*/ 145708 h 1498637"/>
                <a:gd name="csX4496" fmla="*/ 1298946 w 3230884"/>
                <a:gd name="csY4496" fmla="*/ 140453 h 1498637"/>
                <a:gd name="csX4497" fmla="*/ 1301335 w 3230884"/>
                <a:gd name="csY4497" fmla="*/ 133287 h 1498637"/>
                <a:gd name="csX4498" fmla="*/ 1304201 w 3230884"/>
                <a:gd name="csY4498" fmla="*/ 136631 h 1498637"/>
                <a:gd name="csX4499" fmla="*/ 1307068 w 3230884"/>
                <a:gd name="csY4499" fmla="*/ 131376 h 1498637"/>
                <a:gd name="csX4500" fmla="*/ 1308979 w 3230884"/>
                <a:gd name="csY4500" fmla="*/ 131376 h 1498637"/>
                <a:gd name="csX4501" fmla="*/ 1314712 w 3230884"/>
                <a:gd name="csY4501" fmla="*/ 134720 h 1498637"/>
                <a:gd name="csX4502" fmla="*/ 1318533 w 3230884"/>
                <a:gd name="csY4502" fmla="*/ 131376 h 1498637"/>
                <a:gd name="csX4503" fmla="*/ 1323788 w 3230884"/>
                <a:gd name="csY4503" fmla="*/ 129465 h 1498637"/>
                <a:gd name="csX4504" fmla="*/ 1329521 w 3230884"/>
                <a:gd name="csY4504" fmla="*/ 130898 h 1498637"/>
                <a:gd name="csX4505" fmla="*/ 1331910 w 3230884"/>
                <a:gd name="csY4505" fmla="*/ 130898 h 1498637"/>
                <a:gd name="csX4506" fmla="*/ 1333343 w 3230884"/>
                <a:gd name="csY4506" fmla="*/ 127076 h 1498637"/>
                <a:gd name="csX4507" fmla="*/ 1342420 w 3230884"/>
                <a:gd name="csY4507" fmla="*/ 130420 h 1498637"/>
                <a:gd name="csX4508" fmla="*/ 1348630 w 3230884"/>
                <a:gd name="csY4508" fmla="*/ 128032 h 1498637"/>
                <a:gd name="csX4509" fmla="*/ 1352930 w 3230884"/>
                <a:gd name="csY4509" fmla="*/ 128509 h 1498637"/>
                <a:gd name="csX4510" fmla="*/ 1359618 w 3230884"/>
                <a:gd name="csY4510" fmla="*/ 130420 h 1498637"/>
                <a:gd name="csX4511" fmla="*/ 1362962 w 3230884"/>
                <a:gd name="csY4511" fmla="*/ 132809 h 1498637"/>
                <a:gd name="csX4512" fmla="*/ 1361051 w 3230884"/>
                <a:gd name="csY4512" fmla="*/ 138064 h 1498637"/>
                <a:gd name="csX4513" fmla="*/ 1354363 w 3230884"/>
                <a:gd name="csY4513" fmla="*/ 146663 h 1498637"/>
                <a:gd name="csX4514" fmla="*/ 1356274 w 3230884"/>
                <a:gd name="csY4514" fmla="*/ 148096 h 1498637"/>
                <a:gd name="csX4515" fmla="*/ 1360096 w 3230884"/>
                <a:gd name="csY4515" fmla="*/ 144274 h 1498637"/>
                <a:gd name="csX4516" fmla="*/ 1371561 w 3230884"/>
                <a:gd name="csY4516" fmla="*/ 138542 h 1498637"/>
                <a:gd name="csX4517" fmla="*/ 1373472 w 3230884"/>
                <a:gd name="csY4517" fmla="*/ 139497 h 1498637"/>
                <a:gd name="csX4518" fmla="*/ 1372039 w 3230884"/>
                <a:gd name="csY4518" fmla="*/ 144752 h 1498637"/>
                <a:gd name="csX4519" fmla="*/ 1371084 w 3230884"/>
                <a:gd name="csY4519" fmla="*/ 147141 h 1498637"/>
                <a:gd name="csX4520" fmla="*/ 1378727 w 3230884"/>
                <a:gd name="csY4520" fmla="*/ 143797 h 1498637"/>
                <a:gd name="csX4521" fmla="*/ 1385415 w 3230884"/>
                <a:gd name="csY4521" fmla="*/ 137586 h 1498637"/>
                <a:gd name="csX4522" fmla="*/ 1388282 w 3230884"/>
                <a:gd name="csY4522" fmla="*/ 136153 h 1498637"/>
                <a:gd name="csX4523" fmla="*/ 1391149 w 3230884"/>
                <a:gd name="csY4523" fmla="*/ 140453 h 1498637"/>
                <a:gd name="csX4524" fmla="*/ 1394015 w 3230884"/>
                <a:gd name="csY4524" fmla="*/ 136631 h 1498637"/>
                <a:gd name="csX4525" fmla="*/ 1394492 w 3230884"/>
                <a:gd name="csY4525" fmla="*/ 132809 h 1498637"/>
                <a:gd name="csX4526" fmla="*/ 1399270 w 3230884"/>
                <a:gd name="csY4526" fmla="*/ 132331 h 1498637"/>
                <a:gd name="csX4527" fmla="*/ 1401658 w 3230884"/>
                <a:gd name="csY4527" fmla="*/ 128509 h 1498637"/>
                <a:gd name="csX4528" fmla="*/ 1405002 w 3230884"/>
                <a:gd name="csY4528" fmla="*/ 126121 h 1498637"/>
                <a:gd name="csX4529" fmla="*/ 1407869 w 3230884"/>
                <a:gd name="csY4529" fmla="*/ 125165 h 1498637"/>
                <a:gd name="csX4530" fmla="*/ 1414079 w 3230884"/>
                <a:gd name="csY4530" fmla="*/ 120388 h 1498637"/>
                <a:gd name="csX4531" fmla="*/ 1416468 w 3230884"/>
                <a:gd name="csY4531" fmla="*/ 121821 h 1498637"/>
                <a:gd name="csX4532" fmla="*/ 1420767 w 3230884"/>
                <a:gd name="csY4532" fmla="*/ 123254 h 1498637"/>
                <a:gd name="csX4533" fmla="*/ 1424590 w 3230884"/>
                <a:gd name="csY4533" fmla="*/ 125165 h 1498637"/>
                <a:gd name="csX4534" fmla="*/ 1432233 w 3230884"/>
                <a:gd name="csY4534" fmla="*/ 130420 h 1498637"/>
                <a:gd name="csX4535" fmla="*/ 1433188 w 3230884"/>
                <a:gd name="csY4535" fmla="*/ 132809 h 1498637"/>
                <a:gd name="csX4536" fmla="*/ 1434144 w 3230884"/>
                <a:gd name="csY4536" fmla="*/ 132809 h 1498637"/>
                <a:gd name="csX4537" fmla="*/ 1436055 w 3230884"/>
                <a:gd name="csY4537" fmla="*/ 136631 h 1498637"/>
                <a:gd name="csX4538" fmla="*/ 1434622 w 3230884"/>
                <a:gd name="csY4538" fmla="*/ 141886 h 1498637"/>
                <a:gd name="csX4539" fmla="*/ 1432711 w 3230884"/>
                <a:gd name="csY4539" fmla="*/ 150007 h 1498637"/>
                <a:gd name="csX4540" fmla="*/ 1429844 w 3230884"/>
                <a:gd name="csY4540" fmla="*/ 153351 h 1498637"/>
                <a:gd name="csX4541" fmla="*/ 1431756 w 3230884"/>
                <a:gd name="csY4541" fmla="*/ 153829 h 1498637"/>
                <a:gd name="csX4542" fmla="*/ 1432711 w 3230884"/>
                <a:gd name="csY4542" fmla="*/ 152874 h 1498637"/>
                <a:gd name="csX4543" fmla="*/ 1435577 w 3230884"/>
                <a:gd name="csY4543" fmla="*/ 147618 h 1498637"/>
                <a:gd name="csX4544" fmla="*/ 1437966 w 3230884"/>
                <a:gd name="csY4544" fmla="*/ 143797 h 1498637"/>
                <a:gd name="csX4545" fmla="*/ 1437488 w 3230884"/>
                <a:gd name="csY4545" fmla="*/ 128509 h 1498637"/>
                <a:gd name="csX4546" fmla="*/ 1433188 w 3230884"/>
                <a:gd name="csY4546" fmla="*/ 120388 h 1498637"/>
                <a:gd name="csX4547" fmla="*/ 1429844 w 3230884"/>
                <a:gd name="csY4547" fmla="*/ 117999 h 1498637"/>
                <a:gd name="csX4548" fmla="*/ 1422679 w 3230884"/>
                <a:gd name="csY4548" fmla="*/ 109400 h 1498637"/>
                <a:gd name="csX4549" fmla="*/ 1420290 w 3230884"/>
                <a:gd name="csY4549" fmla="*/ 106056 h 1498637"/>
                <a:gd name="csX4550" fmla="*/ 1416945 w 3230884"/>
                <a:gd name="csY4550" fmla="*/ 102234 h 1498637"/>
                <a:gd name="csX4551" fmla="*/ 1418379 w 3230884"/>
                <a:gd name="csY4551" fmla="*/ 99846 h 1498637"/>
                <a:gd name="csX4552" fmla="*/ 1432233 w 3230884"/>
                <a:gd name="csY4552" fmla="*/ 102712 h 1498637"/>
                <a:gd name="csX4553" fmla="*/ 1439399 w 3230884"/>
                <a:gd name="csY4553" fmla="*/ 101279 h 1498637"/>
                <a:gd name="csX4554" fmla="*/ 1447043 w 3230884"/>
                <a:gd name="csY4554" fmla="*/ 102234 h 1498637"/>
                <a:gd name="csX4555" fmla="*/ 1457552 w 3230884"/>
                <a:gd name="csY4555" fmla="*/ 98412 h 1498637"/>
                <a:gd name="csX4556" fmla="*/ 1461852 w 3230884"/>
                <a:gd name="csY4556" fmla="*/ 102234 h 1498637"/>
                <a:gd name="csX4557" fmla="*/ 1466629 w 3230884"/>
                <a:gd name="csY4557" fmla="*/ 102234 h 1498637"/>
                <a:gd name="csX4558" fmla="*/ 1472363 w 3230884"/>
                <a:gd name="csY4558" fmla="*/ 105100 h 1498637"/>
                <a:gd name="csX4559" fmla="*/ 1474273 w 3230884"/>
                <a:gd name="csY4559" fmla="*/ 101756 h 1498637"/>
                <a:gd name="csX4560" fmla="*/ 1464718 w 3230884"/>
                <a:gd name="csY4560" fmla="*/ 97935 h 1498637"/>
                <a:gd name="csX4561" fmla="*/ 1460419 w 3230884"/>
                <a:gd name="csY4561" fmla="*/ 97935 h 1498637"/>
                <a:gd name="csX4562" fmla="*/ 1458986 w 3230884"/>
                <a:gd name="csY4562" fmla="*/ 96024 h 1498637"/>
                <a:gd name="csX4563" fmla="*/ 1460897 w 3230884"/>
                <a:gd name="csY4563" fmla="*/ 91724 h 1498637"/>
                <a:gd name="csX4564" fmla="*/ 1462330 w 3230884"/>
                <a:gd name="csY4564" fmla="*/ 84558 h 1498637"/>
                <a:gd name="csX4565" fmla="*/ 1460897 w 3230884"/>
                <a:gd name="csY4565" fmla="*/ 78348 h 1498637"/>
                <a:gd name="csX4566" fmla="*/ 1458986 w 3230884"/>
                <a:gd name="csY4566" fmla="*/ 75004 h 1498637"/>
                <a:gd name="csX4567" fmla="*/ 1458508 w 3230884"/>
                <a:gd name="csY4567" fmla="*/ 68793 h 1498637"/>
                <a:gd name="csX4568" fmla="*/ 1460419 w 3230884"/>
                <a:gd name="csY4568" fmla="*/ 61627 h 1498637"/>
                <a:gd name="csX4569" fmla="*/ 1464241 w 3230884"/>
                <a:gd name="csY4569" fmla="*/ 58761 h 1498637"/>
                <a:gd name="csX4570" fmla="*/ 1466152 w 3230884"/>
                <a:gd name="csY4570" fmla="*/ 52550 h 1498637"/>
                <a:gd name="csX4571" fmla="*/ 1470929 w 3230884"/>
                <a:gd name="csY4571" fmla="*/ 44907 h 1498637"/>
                <a:gd name="csX4572" fmla="*/ 1492427 w 3230884"/>
                <a:gd name="csY4572" fmla="*/ 19109 h 1498637"/>
                <a:gd name="csX4573" fmla="*/ 1502937 w 3230884"/>
                <a:gd name="csY4573" fmla="*/ 9077 h 1498637"/>
                <a:gd name="csX4574" fmla="*/ 1506759 w 3230884"/>
                <a:gd name="csY4574" fmla="*/ 7644 h 1498637"/>
                <a:gd name="csX4575" fmla="*/ 1511536 w 3230884"/>
                <a:gd name="csY4575" fmla="*/ 8599 h 1498637"/>
                <a:gd name="csX4576" fmla="*/ 1520135 w 3230884"/>
                <a:gd name="csY4576" fmla="*/ 0 h 1498637"/>
                <a:gd name="csX4577" fmla="*/ 1523479 w 3230884"/>
                <a:gd name="csY4577" fmla="*/ 0 h 1498637"/>
                <a:gd name="csX4578" fmla="*/ 1536378 w 3230884"/>
                <a:gd name="csY4578" fmla="*/ 6688 h 1498637"/>
                <a:gd name="csX4579" fmla="*/ 1539245 w 3230884"/>
                <a:gd name="csY4579" fmla="*/ 11466 h 1498637"/>
                <a:gd name="csX4580" fmla="*/ 1545932 w 3230884"/>
                <a:gd name="csY4580" fmla="*/ 15287 h 1498637"/>
                <a:gd name="csX4581" fmla="*/ 1554054 w 3230884"/>
                <a:gd name="csY4581" fmla="*/ 17676 h 1498637"/>
                <a:gd name="csX4582" fmla="*/ 1557398 w 3230884"/>
                <a:gd name="csY4582" fmla="*/ 20542 h 1498637"/>
                <a:gd name="csX4583" fmla="*/ 1559309 w 3230884"/>
                <a:gd name="csY4583" fmla="*/ 23886 h 1498637"/>
                <a:gd name="csX4584" fmla="*/ 1560742 w 3230884"/>
                <a:gd name="csY4584" fmla="*/ 28664 h 1498637"/>
                <a:gd name="csX4585" fmla="*/ 1554532 w 3230884"/>
                <a:gd name="csY4585" fmla="*/ 32008 h 1498637"/>
                <a:gd name="csX4586" fmla="*/ 1547366 w 3230884"/>
                <a:gd name="csY4586" fmla="*/ 41562 h 1498637"/>
                <a:gd name="csX4587" fmla="*/ 1538289 w 3230884"/>
                <a:gd name="csY4587" fmla="*/ 46818 h 1498637"/>
                <a:gd name="csX4588" fmla="*/ 1526346 w 3230884"/>
                <a:gd name="csY4588" fmla="*/ 50162 h 1498637"/>
                <a:gd name="csX4589" fmla="*/ 1523957 w 3230884"/>
                <a:gd name="csY4589" fmla="*/ 52550 h 1498637"/>
                <a:gd name="csX4590" fmla="*/ 1546411 w 3230884"/>
                <a:gd name="csY4590" fmla="*/ 53506 h 1498637"/>
                <a:gd name="csX4591" fmla="*/ 1552621 w 3230884"/>
                <a:gd name="csY4591" fmla="*/ 52550 h 1498637"/>
                <a:gd name="csX4592" fmla="*/ 1554054 w 3230884"/>
                <a:gd name="csY4592" fmla="*/ 60672 h 1498637"/>
                <a:gd name="csX4593" fmla="*/ 1556443 w 3230884"/>
                <a:gd name="csY4593" fmla="*/ 61149 h 1498637"/>
                <a:gd name="csX4594" fmla="*/ 1562653 w 3230884"/>
                <a:gd name="csY4594" fmla="*/ 57328 h 1498637"/>
                <a:gd name="csX4595" fmla="*/ 1566475 w 3230884"/>
                <a:gd name="csY4595" fmla="*/ 56850 h 1498637"/>
                <a:gd name="csX4596" fmla="*/ 1573641 w 3230884"/>
                <a:gd name="csY4596" fmla="*/ 59716 h 1498637"/>
                <a:gd name="csX4597" fmla="*/ 1575074 w 3230884"/>
                <a:gd name="csY4597" fmla="*/ 58283 h 1498637"/>
                <a:gd name="csX4598" fmla="*/ 1578418 w 3230884"/>
                <a:gd name="csY4598" fmla="*/ 58283 h 1498637"/>
                <a:gd name="csX4599" fmla="*/ 1585107 w 3230884"/>
                <a:gd name="csY4599" fmla="*/ 61627 h 1498637"/>
                <a:gd name="csX4600" fmla="*/ 1587973 w 3230884"/>
                <a:gd name="csY4600" fmla="*/ 66882 h 1498637"/>
                <a:gd name="csX4601" fmla="*/ 1583196 w 3230884"/>
                <a:gd name="csY4601" fmla="*/ 75004 h 1498637"/>
                <a:gd name="csX4602" fmla="*/ 1578418 w 3230884"/>
                <a:gd name="csY4602" fmla="*/ 82647 h 1498637"/>
                <a:gd name="csX4603" fmla="*/ 1572207 w 3230884"/>
                <a:gd name="csY4603" fmla="*/ 94590 h 1498637"/>
                <a:gd name="csX4604" fmla="*/ 1570297 w 3230884"/>
                <a:gd name="csY4604" fmla="*/ 93635 h 1498637"/>
                <a:gd name="csX4605" fmla="*/ 1567430 w 3230884"/>
                <a:gd name="csY4605" fmla="*/ 93635 h 1498637"/>
                <a:gd name="csX4606" fmla="*/ 1567908 w 3230884"/>
                <a:gd name="csY4606" fmla="*/ 99368 h 1498637"/>
                <a:gd name="csX4607" fmla="*/ 1573163 w 3230884"/>
                <a:gd name="csY4607" fmla="*/ 99368 h 1498637"/>
                <a:gd name="csX4608" fmla="*/ 1576030 w 3230884"/>
                <a:gd name="csY4608" fmla="*/ 102234 h 1498637"/>
                <a:gd name="csX4609" fmla="*/ 1582718 w 3230884"/>
                <a:gd name="csY4609" fmla="*/ 98890 h 1498637"/>
                <a:gd name="csX4610" fmla="*/ 1591795 w 3230884"/>
                <a:gd name="csY4610" fmla="*/ 99846 h 1498637"/>
                <a:gd name="csX4611" fmla="*/ 1593705 w 3230884"/>
                <a:gd name="csY4611" fmla="*/ 98890 h 1498637"/>
                <a:gd name="csX4612" fmla="*/ 1597527 w 3230884"/>
                <a:gd name="csY4612" fmla="*/ 95068 h 1498637"/>
                <a:gd name="csX4613" fmla="*/ 1598483 w 3230884"/>
                <a:gd name="csY4613" fmla="*/ 87902 h 1498637"/>
                <a:gd name="csX4614" fmla="*/ 1599916 w 3230884"/>
                <a:gd name="csY4614" fmla="*/ 83603 h 1498637"/>
                <a:gd name="csX4615" fmla="*/ 1602782 w 3230884"/>
                <a:gd name="csY4615" fmla="*/ 81692 h 1498637"/>
                <a:gd name="csX4616" fmla="*/ 1606604 w 3230884"/>
                <a:gd name="csY4616" fmla="*/ 83125 h 1498637"/>
                <a:gd name="csX4617" fmla="*/ 1611859 w 3230884"/>
                <a:gd name="csY4617" fmla="*/ 83125 h 1498637"/>
                <a:gd name="csX4618" fmla="*/ 1626669 w 3230884"/>
                <a:gd name="csY4618" fmla="*/ 80736 h 1498637"/>
                <a:gd name="csX4619" fmla="*/ 1638612 w 3230884"/>
                <a:gd name="csY4619" fmla="*/ 84080 h 1498637"/>
                <a:gd name="csX4620" fmla="*/ 1648644 w 3230884"/>
                <a:gd name="csY4620" fmla="*/ 80259 h 1498637"/>
                <a:gd name="csX4621" fmla="*/ 1661066 w 3230884"/>
                <a:gd name="csY4621" fmla="*/ 83125 h 1498637"/>
                <a:gd name="csX4622" fmla="*/ 1666798 w 3230884"/>
                <a:gd name="csY4622" fmla="*/ 85991 h 1498637"/>
                <a:gd name="csX4623" fmla="*/ 1670620 w 3230884"/>
                <a:gd name="csY4623" fmla="*/ 91246 h 1498637"/>
                <a:gd name="csX4624" fmla="*/ 1674442 w 3230884"/>
                <a:gd name="csY4624" fmla="*/ 92680 h 1498637"/>
                <a:gd name="csX4625" fmla="*/ 1677308 w 3230884"/>
                <a:gd name="csY4625" fmla="*/ 96501 h 1498637"/>
                <a:gd name="csX4626" fmla="*/ 1680652 w 3230884"/>
                <a:gd name="csY4626" fmla="*/ 102234 h 1498637"/>
                <a:gd name="csX4627" fmla="*/ 1679219 w 3230884"/>
                <a:gd name="csY4627" fmla="*/ 106534 h 1498637"/>
                <a:gd name="csX4628" fmla="*/ 1677786 w 3230884"/>
                <a:gd name="csY4628" fmla="*/ 109878 h 1498637"/>
                <a:gd name="csX4629" fmla="*/ 1681608 w 3230884"/>
                <a:gd name="csY4629" fmla="*/ 106534 h 1498637"/>
                <a:gd name="csX4630" fmla="*/ 1684474 w 3230884"/>
                <a:gd name="csY4630" fmla="*/ 105578 h 1498637"/>
                <a:gd name="csX4631" fmla="*/ 1686863 w 3230884"/>
                <a:gd name="csY4631" fmla="*/ 107489 h 1498637"/>
                <a:gd name="csX4632" fmla="*/ 1691162 w 3230884"/>
                <a:gd name="csY4632" fmla="*/ 109400 h 1498637"/>
                <a:gd name="csX4633" fmla="*/ 1692118 w 3230884"/>
                <a:gd name="csY4633" fmla="*/ 122299 h 1498637"/>
                <a:gd name="csX4634" fmla="*/ 1693551 w 3230884"/>
                <a:gd name="csY4634" fmla="*/ 124687 h 1498637"/>
                <a:gd name="csX4635" fmla="*/ 1694507 w 3230884"/>
                <a:gd name="csY4635" fmla="*/ 128987 h 1498637"/>
                <a:gd name="csX4636" fmla="*/ 1693073 w 3230884"/>
                <a:gd name="csY4636" fmla="*/ 132809 h 1498637"/>
                <a:gd name="csX4637" fmla="*/ 1691640 w 3230884"/>
                <a:gd name="csY4637" fmla="*/ 134720 h 1498637"/>
                <a:gd name="csX4638" fmla="*/ 1694984 w 3230884"/>
                <a:gd name="csY4638" fmla="*/ 134242 h 1498637"/>
                <a:gd name="csX4639" fmla="*/ 1699284 w 3230884"/>
                <a:gd name="csY4639" fmla="*/ 130420 h 1498637"/>
                <a:gd name="csX4640" fmla="*/ 1700239 w 3230884"/>
                <a:gd name="csY4640" fmla="*/ 128987 h 1498637"/>
                <a:gd name="csX4641" fmla="*/ 1701673 w 3230884"/>
                <a:gd name="csY4641" fmla="*/ 125643 h 1498637"/>
                <a:gd name="csX4642" fmla="*/ 1699762 w 3230884"/>
                <a:gd name="csY4642" fmla="*/ 122299 h 1498637"/>
                <a:gd name="csX4643" fmla="*/ 1698328 w 3230884"/>
                <a:gd name="csY4643" fmla="*/ 120866 h 1498637"/>
                <a:gd name="csX4644" fmla="*/ 1700239 w 3230884"/>
                <a:gd name="csY4644" fmla="*/ 119432 h 1498637"/>
                <a:gd name="csX4645" fmla="*/ 1704061 w 3230884"/>
                <a:gd name="csY4645" fmla="*/ 119910 h 1498637"/>
                <a:gd name="csX4646" fmla="*/ 1705972 w 3230884"/>
                <a:gd name="csY4646" fmla="*/ 125165 h 1498637"/>
                <a:gd name="csX4647" fmla="*/ 1706928 w 3230884"/>
                <a:gd name="csY4647" fmla="*/ 130420 h 1498637"/>
                <a:gd name="csX4648" fmla="*/ 1709794 w 3230884"/>
                <a:gd name="csY4648" fmla="*/ 147141 h 1498637"/>
                <a:gd name="csX4649" fmla="*/ 1715526 w 3230884"/>
                <a:gd name="csY4649" fmla="*/ 144752 h 1498637"/>
                <a:gd name="csX4650" fmla="*/ 1716005 w 3230884"/>
                <a:gd name="csY4650" fmla="*/ 149529 h 1498637"/>
                <a:gd name="csX4651" fmla="*/ 1713616 w 3230884"/>
                <a:gd name="csY4651" fmla="*/ 160995 h 1498637"/>
                <a:gd name="csX4652" fmla="*/ 1710749 w 3230884"/>
                <a:gd name="csY4652" fmla="*/ 169116 h 1498637"/>
                <a:gd name="csX4653" fmla="*/ 1709794 w 3230884"/>
                <a:gd name="csY4653" fmla="*/ 171027 h 1498637"/>
                <a:gd name="csX4654" fmla="*/ 1708360 w 3230884"/>
                <a:gd name="csY4654" fmla="*/ 171027 h 1498637"/>
                <a:gd name="csX4655" fmla="*/ 1708839 w 3230884"/>
                <a:gd name="csY4655" fmla="*/ 166728 h 1498637"/>
                <a:gd name="csX4656" fmla="*/ 1707883 w 3230884"/>
                <a:gd name="csY4656" fmla="*/ 164339 h 1498637"/>
                <a:gd name="csX4657" fmla="*/ 1706450 w 3230884"/>
                <a:gd name="csY4657" fmla="*/ 162906 h 1498637"/>
                <a:gd name="csX4658" fmla="*/ 1701194 w 3230884"/>
                <a:gd name="csY4658" fmla="*/ 161473 h 1498637"/>
                <a:gd name="csX4659" fmla="*/ 1691162 w 3230884"/>
                <a:gd name="csY4659" fmla="*/ 150962 h 1498637"/>
                <a:gd name="csX4660" fmla="*/ 1688774 w 3230884"/>
                <a:gd name="csY4660" fmla="*/ 150007 h 1498637"/>
                <a:gd name="csX4661" fmla="*/ 1687818 w 3230884"/>
                <a:gd name="csY4661" fmla="*/ 150485 h 1498637"/>
                <a:gd name="csX4662" fmla="*/ 1687818 w 3230884"/>
                <a:gd name="csY4662" fmla="*/ 151440 h 1498637"/>
                <a:gd name="csX4663" fmla="*/ 1693073 w 3230884"/>
                <a:gd name="csY4663" fmla="*/ 158606 h 1498637"/>
                <a:gd name="csX4664" fmla="*/ 1697851 w 3230884"/>
                <a:gd name="csY4664" fmla="*/ 170549 h 1498637"/>
                <a:gd name="csX4665" fmla="*/ 1701673 w 3230884"/>
                <a:gd name="csY4665" fmla="*/ 167205 h 1498637"/>
                <a:gd name="csX4666" fmla="*/ 1703583 w 3230884"/>
                <a:gd name="csY4666" fmla="*/ 167683 h 1498637"/>
                <a:gd name="csX4667" fmla="*/ 1705494 w 3230884"/>
                <a:gd name="csY4667" fmla="*/ 173416 h 1498637"/>
                <a:gd name="csX4668" fmla="*/ 1709794 w 3230884"/>
                <a:gd name="csY4668" fmla="*/ 175804 h 1498637"/>
                <a:gd name="csX4669" fmla="*/ 1713138 w 3230884"/>
                <a:gd name="csY4669" fmla="*/ 179149 h 1498637"/>
                <a:gd name="csX4670" fmla="*/ 1710749 w 3230884"/>
                <a:gd name="csY4670" fmla="*/ 190614 h 1498637"/>
                <a:gd name="csX4671" fmla="*/ 1696895 w 3230884"/>
                <a:gd name="csY4671" fmla="*/ 210201 h 1498637"/>
                <a:gd name="csX4672" fmla="*/ 1682563 w 3230884"/>
                <a:gd name="csY4672" fmla="*/ 221667 h 1498637"/>
                <a:gd name="csX4673" fmla="*/ 1676353 w 3230884"/>
                <a:gd name="csY4673" fmla="*/ 229788 h 1498637"/>
                <a:gd name="csX4674" fmla="*/ 1664887 w 3230884"/>
                <a:gd name="csY4674" fmla="*/ 235043 h 1498637"/>
                <a:gd name="csX4675" fmla="*/ 1656766 w 3230884"/>
                <a:gd name="csY4675" fmla="*/ 242687 h 1498637"/>
                <a:gd name="csX4676" fmla="*/ 1646256 w 3230884"/>
                <a:gd name="csY4676" fmla="*/ 248419 h 1498637"/>
                <a:gd name="csX4677" fmla="*/ 1643389 w 3230884"/>
                <a:gd name="csY4677" fmla="*/ 254152 h 1498637"/>
                <a:gd name="csX4678" fmla="*/ 1635746 w 3230884"/>
                <a:gd name="csY4678" fmla="*/ 257974 h 1498637"/>
                <a:gd name="csX4679" fmla="*/ 1636223 w 3230884"/>
                <a:gd name="csY4679" fmla="*/ 259885 h 1498637"/>
                <a:gd name="csX4680" fmla="*/ 1637179 w 3230884"/>
                <a:gd name="csY4680" fmla="*/ 262274 h 1498637"/>
                <a:gd name="csX4681" fmla="*/ 1636223 w 3230884"/>
                <a:gd name="csY4681" fmla="*/ 265618 h 1498637"/>
                <a:gd name="csX4682" fmla="*/ 1635268 w 3230884"/>
                <a:gd name="csY4682" fmla="*/ 268484 h 1498637"/>
                <a:gd name="csX4683" fmla="*/ 1629535 w 3230884"/>
                <a:gd name="csY4683" fmla="*/ 273739 h 1498637"/>
                <a:gd name="csX4684" fmla="*/ 1620936 w 3230884"/>
                <a:gd name="csY4684" fmla="*/ 277561 h 1498637"/>
                <a:gd name="csX4685" fmla="*/ 1603260 w 3230884"/>
                <a:gd name="csY4685" fmla="*/ 299536 h 1498637"/>
                <a:gd name="csX4686" fmla="*/ 1594661 w 3230884"/>
                <a:gd name="csY4686" fmla="*/ 303836 h 1498637"/>
                <a:gd name="csX4687" fmla="*/ 1585107 w 3230884"/>
                <a:gd name="csY4687" fmla="*/ 304314 h 1498637"/>
                <a:gd name="csX4688" fmla="*/ 1582718 w 3230884"/>
                <a:gd name="csY4688" fmla="*/ 306225 h 1498637"/>
                <a:gd name="csX4689" fmla="*/ 1575552 w 3230884"/>
                <a:gd name="csY4689" fmla="*/ 320079 h 1498637"/>
                <a:gd name="csX4690" fmla="*/ 1573163 w 3230884"/>
                <a:gd name="csY4690" fmla="*/ 322945 h 1498637"/>
                <a:gd name="csX4691" fmla="*/ 1563609 w 3230884"/>
                <a:gd name="csY4691" fmla="*/ 324378 h 1498637"/>
                <a:gd name="csX4692" fmla="*/ 1553577 w 3230884"/>
                <a:gd name="csY4692" fmla="*/ 346354 h 1498637"/>
                <a:gd name="csX4693" fmla="*/ 1547843 w 3230884"/>
                <a:gd name="csY4693" fmla="*/ 353520 h 1498637"/>
                <a:gd name="csX4694" fmla="*/ 1542588 w 3230884"/>
                <a:gd name="csY4694" fmla="*/ 357342 h 1498637"/>
                <a:gd name="csX4695" fmla="*/ 1547843 w 3230884"/>
                <a:gd name="csY4695" fmla="*/ 356386 h 1498637"/>
                <a:gd name="csX4696" fmla="*/ 1554054 w 3230884"/>
                <a:gd name="csY4696" fmla="*/ 353520 h 1498637"/>
                <a:gd name="csX4697" fmla="*/ 1561220 w 3230884"/>
                <a:gd name="csY4697" fmla="*/ 346832 h 1498637"/>
                <a:gd name="csX4698" fmla="*/ 1563131 w 3230884"/>
                <a:gd name="csY4698" fmla="*/ 343488 h 1498637"/>
                <a:gd name="csX4699" fmla="*/ 1564086 w 3230884"/>
                <a:gd name="csY4699" fmla="*/ 339666 h 1498637"/>
                <a:gd name="csX4700" fmla="*/ 1565997 w 3230884"/>
                <a:gd name="csY4700" fmla="*/ 336799 h 1498637"/>
                <a:gd name="csX4701" fmla="*/ 1569341 w 3230884"/>
                <a:gd name="csY4701" fmla="*/ 334888 h 1498637"/>
                <a:gd name="csX4702" fmla="*/ 1581762 w 3230884"/>
                <a:gd name="csY4702" fmla="*/ 332500 h 1498637"/>
                <a:gd name="csX4703" fmla="*/ 1587018 w 3230884"/>
                <a:gd name="csY4703" fmla="*/ 333455 h 1498637"/>
                <a:gd name="csX4704" fmla="*/ 1594661 w 3230884"/>
                <a:gd name="csY4704" fmla="*/ 332977 h 1498637"/>
                <a:gd name="csX4705" fmla="*/ 1599438 w 3230884"/>
                <a:gd name="csY4705" fmla="*/ 328678 h 1498637"/>
                <a:gd name="csX4706" fmla="*/ 1602305 w 3230884"/>
                <a:gd name="csY4706" fmla="*/ 327245 h 1498637"/>
                <a:gd name="csX4707" fmla="*/ 1605171 w 3230884"/>
                <a:gd name="csY4707" fmla="*/ 326767 h 1498637"/>
                <a:gd name="csX4708" fmla="*/ 1606604 w 3230884"/>
                <a:gd name="csY4708" fmla="*/ 323901 h 1498637"/>
                <a:gd name="csX4709" fmla="*/ 1610904 w 3230884"/>
                <a:gd name="csY4709" fmla="*/ 323423 h 1498637"/>
                <a:gd name="csX4710" fmla="*/ 1620936 w 3230884"/>
                <a:gd name="csY4710" fmla="*/ 319601 h 1498637"/>
                <a:gd name="csX4711" fmla="*/ 1622369 w 3230884"/>
                <a:gd name="csY4711" fmla="*/ 318646 h 1498637"/>
                <a:gd name="csX4712" fmla="*/ 1625714 w 3230884"/>
                <a:gd name="csY4712" fmla="*/ 312913 h 1498637"/>
                <a:gd name="csX4713" fmla="*/ 1631924 w 3230884"/>
                <a:gd name="csY4713" fmla="*/ 314824 h 1498637"/>
                <a:gd name="csX4714" fmla="*/ 1636223 w 3230884"/>
                <a:gd name="csY4714" fmla="*/ 313868 h 1498637"/>
                <a:gd name="csX4715" fmla="*/ 1647689 w 3230884"/>
                <a:gd name="csY4715" fmla="*/ 303836 h 1498637"/>
                <a:gd name="csX4716" fmla="*/ 1654377 w 3230884"/>
                <a:gd name="csY4716" fmla="*/ 300014 h 1498637"/>
                <a:gd name="csX4717" fmla="*/ 1656288 w 3230884"/>
                <a:gd name="csY4717" fmla="*/ 297148 h 1498637"/>
                <a:gd name="csX4718" fmla="*/ 1654855 w 3230884"/>
                <a:gd name="csY4718" fmla="*/ 295237 h 1498637"/>
                <a:gd name="csX4719" fmla="*/ 1653421 w 3230884"/>
                <a:gd name="csY4719" fmla="*/ 293804 h 1498637"/>
                <a:gd name="csX4720" fmla="*/ 1646734 w 3230884"/>
                <a:gd name="csY4720" fmla="*/ 297625 h 1498637"/>
                <a:gd name="csX4721" fmla="*/ 1641001 w 3230884"/>
                <a:gd name="csY4721" fmla="*/ 298581 h 1498637"/>
                <a:gd name="csX4722" fmla="*/ 1634312 w 3230884"/>
                <a:gd name="csY4722" fmla="*/ 297625 h 1498637"/>
                <a:gd name="csX4723" fmla="*/ 1633357 w 3230884"/>
                <a:gd name="csY4723" fmla="*/ 296192 h 1498637"/>
                <a:gd name="csX4724" fmla="*/ 1632402 w 3230884"/>
                <a:gd name="csY4724" fmla="*/ 292848 h 1498637"/>
                <a:gd name="csX4725" fmla="*/ 1634791 w 3230884"/>
                <a:gd name="csY4725" fmla="*/ 287115 h 1498637"/>
                <a:gd name="csX4726" fmla="*/ 1636701 w 3230884"/>
                <a:gd name="csY4726" fmla="*/ 284249 h 1498637"/>
                <a:gd name="csX4727" fmla="*/ 1640523 w 3230884"/>
                <a:gd name="csY4727" fmla="*/ 279949 h 1498637"/>
                <a:gd name="csX4728" fmla="*/ 1644345 w 3230884"/>
                <a:gd name="csY4728" fmla="*/ 278516 h 1498637"/>
                <a:gd name="csX4729" fmla="*/ 1657244 w 3230884"/>
                <a:gd name="csY4729" fmla="*/ 282816 h 1498637"/>
                <a:gd name="csX4730" fmla="*/ 1660110 w 3230884"/>
                <a:gd name="csY4730" fmla="*/ 283294 h 1498637"/>
                <a:gd name="csX4731" fmla="*/ 1661543 w 3230884"/>
                <a:gd name="csY4731" fmla="*/ 276128 h 1498637"/>
                <a:gd name="csX4732" fmla="*/ 1665843 w 3230884"/>
                <a:gd name="csY4732" fmla="*/ 276605 h 1498637"/>
                <a:gd name="csX4733" fmla="*/ 1669664 w 3230884"/>
                <a:gd name="csY4733" fmla="*/ 277561 h 1498637"/>
                <a:gd name="csX4734" fmla="*/ 1668232 w 3230884"/>
                <a:gd name="csY4734" fmla="*/ 278994 h 1498637"/>
                <a:gd name="csX4735" fmla="*/ 1663454 w 3230884"/>
                <a:gd name="csY4735" fmla="*/ 281383 h 1498637"/>
                <a:gd name="csX4736" fmla="*/ 1664887 w 3230884"/>
                <a:gd name="csY4736" fmla="*/ 287115 h 1498637"/>
                <a:gd name="csX4737" fmla="*/ 1666798 w 3230884"/>
                <a:gd name="csY4737" fmla="*/ 290937 h 1498637"/>
                <a:gd name="csX4738" fmla="*/ 1674919 w 3230884"/>
                <a:gd name="csY4738" fmla="*/ 296192 h 1498637"/>
                <a:gd name="csX4739" fmla="*/ 1681608 w 3230884"/>
                <a:gd name="csY4739" fmla="*/ 298581 h 1498637"/>
                <a:gd name="csX4740" fmla="*/ 1686863 w 3230884"/>
                <a:gd name="csY4740" fmla="*/ 298581 h 1498637"/>
                <a:gd name="csX4741" fmla="*/ 1694507 w 3230884"/>
                <a:gd name="csY4741" fmla="*/ 296192 h 1498637"/>
                <a:gd name="csX4742" fmla="*/ 1695940 w 3230884"/>
                <a:gd name="csY4742" fmla="*/ 294759 h 1498637"/>
                <a:gd name="csX4743" fmla="*/ 1697373 w 3230884"/>
                <a:gd name="csY4743" fmla="*/ 290460 h 1498637"/>
                <a:gd name="csX4744" fmla="*/ 1695462 w 3230884"/>
                <a:gd name="csY4744" fmla="*/ 281860 h 1498637"/>
                <a:gd name="csX4745" fmla="*/ 1697373 w 3230884"/>
                <a:gd name="csY4745" fmla="*/ 283294 h 1498637"/>
                <a:gd name="csX4746" fmla="*/ 1699284 w 3230884"/>
                <a:gd name="csY4746" fmla="*/ 285204 h 1498637"/>
                <a:gd name="csX4747" fmla="*/ 1702150 w 3230884"/>
                <a:gd name="csY4747" fmla="*/ 289982 h 1498637"/>
                <a:gd name="csX4748" fmla="*/ 1705017 w 3230884"/>
                <a:gd name="csY4748" fmla="*/ 298581 h 1498637"/>
                <a:gd name="csX4749" fmla="*/ 1706928 w 3230884"/>
                <a:gd name="csY4749" fmla="*/ 302403 h 1498637"/>
                <a:gd name="csX4750" fmla="*/ 1705972 w 3230884"/>
                <a:gd name="csY4750" fmla="*/ 306702 h 1498637"/>
                <a:gd name="csX4751" fmla="*/ 1701673 w 3230884"/>
                <a:gd name="csY4751" fmla="*/ 314824 h 1498637"/>
                <a:gd name="csX4752" fmla="*/ 1704061 w 3230884"/>
                <a:gd name="csY4752" fmla="*/ 319123 h 1498637"/>
                <a:gd name="csX4753" fmla="*/ 1708360 w 3230884"/>
                <a:gd name="csY4753" fmla="*/ 321990 h 1498637"/>
                <a:gd name="csX4754" fmla="*/ 1708360 w 3230884"/>
                <a:gd name="csY4754" fmla="*/ 334411 h 1498637"/>
                <a:gd name="csX4755" fmla="*/ 1707883 w 3230884"/>
                <a:gd name="csY4755" fmla="*/ 340621 h 1498637"/>
                <a:gd name="csX4756" fmla="*/ 1705972 w 3230884"/>
                <a:gd name="csY4756" fmla="*/ 347309 h 1498637"/>
                <a:gd name="csX4757" fmla="*/ 1703583 w 3230884"/>
                <a:gd name="csY4757" fmla="*/ 350176 h 1498637"/>
                <a:gd name="csX4758" fmla="*/ 1701194 w 3230884"/>
                <a:gd name="csY4758" fmla="*/ 353997 h 1498637"/>
                <a:gd name="csX4759" fmla="*/ 1701673 w 3230884"/>
                <a:gd name="csY4759" fmla="*/ 357819 h 1498637"/>
                <a:gd name="csX4760" fmla="*/ 1702150 w 3230884"/>
                <a:gd name="csY4760" fmla="*/ 360208 h 1498637"/>
                <a:gd name="csX4761" fmla="*/ 1704539 w 3230884"/>
                <a:gd name="csY4761" fmla="*/ 364508 h 1498637"/>
                <a:gd name="csX4762" fmla="*/ 1711705 w 3230884"/>
                <a:gd name="csY4762" fmla="*/ 365941 h 1498637"/>
                <a:gd name="csX4763" fmla="*/ 1712660 w 3230884"/>
                <a:gd name="csY4763" fmla="*/ 364985 h 1498637"/>
                <a:gd name="csX4764" fmla="*/ 1711227 w 3230884"/>
                <a:gd name="csY4764" fmla="*/ 363552 h 1498637"/>
                <a:gd name="csX4765" fmla="*/ 1706450 w 3230884"/>
                <a:gd name="csY4765" fmla="*/ 361641 h 1498637"/>
                <a:gd name="csX4766" fmla="*/ 1704539 w 3230884"/>
                <a:gd name="csY4766" fmla="*/ 359730 h 1498637"/>
                <a:gd name="csX4767" fmla="*/ 1702628 w 3230884"/>
                <a:gd name="csY4767" fmla="*/ 355431 h 1498637"/>
                <a:gd name="csX4768" fmla="*/ 1704539 w 3230884"/>
                <a:gd name="csY4768" fmla="*/ 351131 h 1498637"/>
                <a:gd name="csX4769" fmla="*/ 1706928 w 3230884"/>
                <a:gd name="csY4769" fmla="*/ 347787 h 1498637"/>
                <a:gd name="csX4770" fmla="*/ 1709316 w 3230884"/>
                <a:gd name="csY4770" fmla="*/ 340143 h 1498637"/>
                <a:gd name="csX4771" fmla="*/ 1710271 w 3230884"/>
                <a:gd name="csY4771" fmla="*/ 334888 h 1498637"/>
                <a:gd name="csX4772" fmla="*/ 1709794 w 3230884"/>
                <a:gd name="csY4772" fmla="*/ 329156 h 1498637"/>
                <a:gd name="csX4773" fmla="*/ 1711227 w 3230884"/>
                <a:gd name="csY4773" fmla="*/ 326289 h 1498637"/>
                <a:gd name="csX4774" fmla="*/ 1713616 w 3230884"/>
                <a:gd name="csY4774" fmla="*/ 323423 h 1498637"/>
                <a:gd name="csX4775" fmla="*/ 1715049 w 3230884"/>
                <a:gd name="csY4775" fmla="*/ 322945 h 1498637"/>
                <a:gd name="csX4776" fmla="*/ 1716005 w 3230884"/>
                <a:gd name="csY4776" fmla="*/ 321990 h 1498637"/>
                <a:gd name="csX4777" fmla="*/ 1714571 w 3230884"/>
                <a:gd name="csY4777" fmla="*/ 320556 h 1498637"/>
                <a:gd name="csX4778" fmla="*/ 1712660 w 3230884"/>
                <a:gd name="csY4778" fmla="*/ 319601 h 1498637"/>
                <a:gd name="csX4779" fmla="*/ 1709316 w 3230884"/>
                <a:gd name="csY4779" fmla="*/ 316257 h 1498637"/>
                <a:gd name="csX4780" fmla="*/ 1708839 w 3230884"/>
                <a:gd name="csY4780" fmla="*/ 311480 h 1498637"/>
                <a:gd name="csX4781" fmla="*/ 1715526 w 3230884"/>
                <a:gd name="csY4781" fmla="*/ 310046 h 1498637"/>
                <a:gd name="csX4782" fmla="*/ 1719826 w 3230884"/>
                <a:gd name="csY4782" fmla="*/ 306702 h 1498637"/>
                <a:gd name="csX4783" fmla="*/ 1734635 w 3230884"/>
                <a:gd name="csY4783" fmla="*/ 305269 h 1498637"/>
                <a:gd name="csX4784" fmla="*/ 1745146 w 3230884"/>
                <a:gd name="csY4784" fmla="*/ 299059 h 1498637"/>
                <a:gd name="csX4785" fmla="*/ 1768077 w 3230884"/>
                <a:gd name="csY4785" fmla="*/ 300970 h 1498637"/>
                <a:gd name="csX4786" fmla="*/ 1783842 w 3230884"/>
                <a:gd name="csY4786" fmla="*/ 305747 h 1498637"/>
                <a:gd name="csX4787" fmla="*/ 1806773 w 3230884"/>
                <a:gd name="csY4787" fmla="*/ 306225 h 1498637"/>
                <a:gd name="csX4788" fmla="*/ 1814894 w 3230884"/>
                <a:gd name="csY4788" fmla="*/ 309569 h 1498637"/>
                <a:gd name="csX4789" fmla="*/ 1815849 w 3230884"/>
                <a:gd name="csY4789" fmla="*/ 311002 h 1498637"/>
                <a:gd name="csX4790" fmla="*/ 1816328 w 3230884"/>
                <a:gd name="csY4790" fmla="*/ 313390 h 1498637"/>
                <a:gd name="csX4791" fmla="*/ 1812506 w 3230884"/>
                <a:gd name="csY4791" fmla="*/ 314346 h 1498637"/>
                <a:gd name="csX4792" fmla="*/ 1806773 w 3230884"/>
                <a:gd name="csY4792" fmla="*/ 314346 h 1498637"/>
                <a:gd name="csX4793" fmla="*/ 1805340 w 3230884"/>
                <a:gd name="csY4793" fmla="*/ 320556 h 1498637"/>
                <a:gd name="csX4794" fmla="*/ 1806295 w 3230884"/>
                <a:gd name="csY4794" fmla="*/ 328200 h 1498637"/>
                <a:gd name="csX4795" fmla="*/ 1816805 w 3230884"/>
                <a:gd name="csY4795" fmla="*/ 336322 h 1498637"/>
                <a:gd name="csX4796" fmla="*/ 1825882 w 3230884"/>
                <a:gd name="csY4796" fmla="*/ 339666 h 1498637"/>
                <a:gd name="csX4797" fmla="*/ 1832570 w 3230884"/>
                <a:gd name="csY4797" fmla="*/ 344921 h 1498637"/>
                <a:gd name="csX4798" fmla="*/ 1835914 w 3230884"/>
                <a:gd name="csY4798" fmla="*/ 345398 h 1498637"/>
                <a:gd name="csX4799" fmla="*/ 1849291 w 3230884"/>
                <a:gd name="csY4799" fmla="*/ 344921 h 1498637"/>
                <a:gd name="csX4800" fmla="*/ 1856935 w 3230884"/>
                <a:gd name="csY4800" fmla="*/ 347309 h 1498637"/>
                <a:gd name="csX4801" fmla="*/ 1864101 w 3230884"/>
                <a:gd name="csY4801" fmla="*/ 345398 h 1498637"/>
                <a:gd name="csX4802" fmla="*/ 1872222 w 3230884"/>
                <a:gd name="csY4802" fmla="*/ 345398 h 1498637"/>
                <a:gd name="csX4803" fmla="*/ 1874610 w 3230884"/>
                <a:gd name="csY4803" fmla="*/ 345876 h 1498637"/>
                <a:gd name="csX4804" fmla="*/ 1877477 w 3230884"/>
                <a:gd name="csY4804" fmla="*/ 350176 h 1498637"/>
                <a:gd name="csX4805" fmla="*/ 1882254 w 3230884"/>
                <a:gd name="csY4805" fmla="*/ 351131 h 1498637"/>
                <a:gd name="csX4806" fmla="*/ 1887509 w 3230884"/>
                <a:gd name="csY4806" fmla="*/ 351131 h 1498637"/>
                <a:gd name="csX4807" fmla="*/ 1890853 w 3230884"/>
                <a:gd name="csY4807" fmla="*/ 350176 h 1498637"/>
                <a:gd name="csX4808" fmla="*/ 1891809 w 3230884"/>
                <a:gd name="csY4808" fmla="*/ 349220 h 1498637"/>
                <a:gd name="csX4809" fmla="*/ 1891809 w 3230884"/>
                <a:gd name="csY4809" fmla="*/ 347787 h 1498637"/>
                <a:gd name="csX4810" fmla="*/ 1887031 w 3230884"/>
                <a:gd name="csY4810" fmla="*/ 345398 h 1498637"/>
                <a:gd name="csX4811" fmla="*/ 1887509 w 3230884"/>
                <a:gd name="csY4811" fmla="*/ 342532 h 1498637"/>
                <a:gd name="csX4812" fmla="*/ 1889420 w 3230884"/>
                <a:gd name="csY4812" fmla="*/ 342054 h 1498637"/>
                <a:gd name="csX4813" fmla="*/ 1897064 w 3230884"/>
                <a:gd name="csY4813" fmla="*/ 345876 h 1498637"/>
                <a:gd name="csX4814" fmla="*/ 1899930 w 3230884"/>
                <a:gd name="csY4814" fmla="*/ 346354 h 1498637"/>
                <a:gd name="csX4815" fmla="*/ 1902797 w 3230884"/>
                <a:gd name="csY4815" fmla="*/ 343488 h 1498637"/>
                <a:gd name="csX4816" fmla="*/ 1904708 w 3230884"/>
                <a:gd name="csY4816" fmla="*/ 338232 h 1498637"/>
                <a:gd name="csX4817" fmla="*/ 1906140 w 3230884"/>
                <a:gd name="csY4817" fmla="*/ 334411 h 1498637"/>
                <a:gd name="csX4818" fmla="*/ 1907096 w 3230884"/>
                <a:gd name="csY4818" fmla="*/ 332977 h 1498637"/>
                <a:gd name="csX4819" fmla="*/ 1908052 w 3230884"/>
                <a:gd name="csY4819" fmla="*/ 332500 h 1498637"/>
                <a:gd name="csX4820" fmla="*/ 1909007 w 3230884"/>
                <a:gd name="csY4820" fmla="*/ 331544 h 1498637"/>
                <a:gd name="csX4821" fmla="*/ 1906618 w 3230884"/>
                <a:gd name="csY4821" fmla="*/ 327245 h 1498637"/>
                <a:gd name="csX4822" fmla="*/ 1904708 w 3230884"/>
                <a:gd name="csY4822" fmla="*/ 321990 h 1498637"/>
                <a:gd name="csX4823" fmla="*/ 1903752 w 3230884"/>
                <a:gd name="csY4823" fmla="*/ 318168 h 1498637"/>
                <a:gd name="csX4824" fmla="*/ 1903274 w 3230884"/>
                <a:gd name="csY4824" fmla="*/ 316257 h 1498637"/>
                <a:gd name="csX4825" fmla="*/ 1902797 w 3230884"/>
                <a:gd name="csY4825" fmla="*/ 310046 h 1498637"/>
                <a:gd name="csX4826" fmla="*/ 1905185 w 3230884"/>
                <a:gd name="csY4826" fmla="*/ 303358 h 1498637"/>
                <a:gd name="csX4827" fmla="*/ 1906618 w 3230884"/>
                <a:gd name="csY4827" fmla="*/ 301447 h 1498637"/>
                <a:gd name="csX4828" fmla="*/ 1912829 w 3230884"/>
                <a:gd name="csY4828" fmla="*/ 303836 h 1498637"/>
                <a:gd name="csX4829" fmla="*/ 1915217 w 3230884"/>
                <a:gd name="csY4829" fmla="*/ 300014 h 1498637"/>
                <a:gd name="csX4830" fmla="*/ 1917128 w 3230884"/>
                <a:gd name="csY4830" fmla="*/ 298581 h 1498637"/>
                <a:gd name="csX4831" fmla="*/ 1924294 w 3230884"/>
                <a:gd name="csY4831" fmla="*/ 295715 h 1498637"/>
                <a:gd name="csX4832" fmla="*/ 1927638 w 3230884"/>
                <a:gd name="csY4832" fmla="*/ 295715 h 1498637"/>
                <a:gd name="csX4833" fmla="*/ 1932416 w 3230884"/>
                <a:gd name="csY4833" fmla="*/ 298581 h 1498637"/>
                <a:gd name="csX4834" fmla="*/ 1948659 w 3230884"/>
                <a:gd name="csY4834" fmla="*/ 310524 h 1498637"/>
                <a:gd name="csX4835" fmla="*/ 1948659 w 3230884"/>
                <a:gd name="csY4835" fmla="*/ 315302 h 1498637"/>
                <a:gd name="csX4836" fmla="*/ 1952481 w 3230884"/>
                <a:gd name="csY4836" fmla="*/ 313868 h 1498637"/>
                <a:gd name="csX4837" fmla="*/ 1954391 w 3230884"/>
                <a:gd name="csY4837" fmla="*/ 312435 h 1498637"/>
                <a:gd name="csX4838" fmla="*/ 1958691 w 3230884"/>
                <a:gd name="csY4838" fmla="*/ 311002 h 1498637"/>
                <a:gd name="csX4839" fmla="*/ 1961557 w 3230884"/>
                <a:gd name="csY4839" fmla="*/ 309091 h 1498637"/>
                <a:gd name="csX4840" fmla="*/ 1962035 w 3230884"/>
                <a:gd name="csY4840" fmla="*/ 309569 h 1498637"/>
                <a:gd name="csX4841" fmla="*/ 1962990 w 3230884"/>
                <a:gd name="csY4841" fmla="*/ 311480 h 1498637"/>
                <a:gd name="csX4842" fmla="*/ 1962513 w 3230884"/>
                <a:gd name="csY4842" fmla="*/ 314346 h 1498637"/>
                <a:gd name="csX4843" fmla="*/ 1961557 w 3230884"/>
                <a:gd name="csY4843" fmla="*/ 317212 h 1498637"/>
                <a:gd name="csX4844" fmla="*/ 1962035 w 3230884"/>
                <a:gd name="csY4844" fmla="*/ 318646 h 1498637"/>
                <a:gd name="csX4845" fmla="*/ 1962990 w 3230884"/>
                <a:gd name="csY4845" fmla="*/ 319123 h 1498637"/>
                <a:gd name="csX4846" fmla="*/ 1967290 w 3230884"/>
                <a:gd name="csY4846" fmla="*/ 322467 h 1498637"/>
                <a:gd name="csX4847" fmla="*/ 1973023 w 3230884"/>
                <a:gd name="csY4847" fmla="*/ 316257 h 1498637"/>
                <a:gd name="csX4848" fmla="*/ 1975411 w 3230884"/>
                <a:gd name="csY4848" fmla="*/ 310046 h 1498637"/>
                <a:gd name="csX4849" fmla="*/ 1976845 w 3230884"/>
                <a:gd name="csY4849" fmla="*/ 309091 h 1498637"/>
                <a:gd name="csX4850" fmla="*/ 1990699 w 3230884"/>
                <a:gd name="csY4850" fmla="*/ 313390 h 1498637"/>
                <a:gd name="csX4851" fmla="*/ 1994998 w 3230884"/>
                <a:gd name="csY4851" fmla="*/ 315302 h 1498637"/>
                <a:gd name="csX4852" fmla="*/ 1995954 w 3230884"/>
                <a:gd name="csY4852" fmla="*/ 316735 h 1498637"/>
                <a:gd name="csX4853" fmla="*/ 1996431 w 3230884"/>
                <a:gd name="csY4853" fmla="*/ 319123 h 1498637"/>
                <a:gd name="csX4854" fmla="*/ 1998820 w 3230884"/>
                <a:gd name="csY4854" fmla="*/ 321512 h 1498637"/>
                <a:gd name="csX4855" fmla="*/ 2001686 w 3230884"/>
                <a:gd name="csY4855" fmla="*/ 322945 h 1498637"/>
                <a:gd name="csX4856" fmla="*/ 2001209 w 3230884"/>
                <a:gd name="csY4856" fmla="*/ 324856 h 1498637"/>
                <a:gd name="csX4857" fmla="*/ 2001209 w 3230884"/>
                <a:gd name="csY4857" fmla="*/ 326767 h 1498637"/>
                <a:gd name="csX4858" fmla="*/ 2007419 w 3230884"/>
                <a:gd name="csY4858" fmla="*/ 327245 h 1498637"/>
                <a:gd name="csX4859" fmla="*/ 2010286 w 3230884"/>
                <a:gd name="csY4859" fmla="*/ 329156 h 1498637"/>
                <a:gd name="csX4860" fmla="*/ 2013630 w 3230884"/>
                <a:gd name="csY4860" fmla="*/ 331544 h 1498637"/>
                <a:gd name="csX4861" fmla="*/ 2013152 w 3230884"/>
                <a:gd name="csY4861" fmla="*/ 334888 h 1498637"/>
                <a:gd name="csX4862" fmla="*/ 2014107 w 3230884"/>
                <a:gd name="csY4862" fmla="*/ 336799 h 1498637"/>
                <a:gd name="csX4863" fmla="*/ 2016974 w 3230884"/>
                <a:gd name="csY4863" fmla="*/ 336799 h 1498637"/>
                <a:gd name="csX4864" fmla="*/ 2017929 w 3230884"/>
                <a:gd name="csY4864" fmla="*/ 336322 h 1498637"/>
                <a:gd name="csX4865" fmla="*/ 2016974 w 3230884"/>
                <a:gd name="csY4865" fmla="*/ 340621 h 1498637"/>
                <a:gd name="csX4866" fmla="*/ 2013152 w 3230884"/>
                <a:gd name="csY4866" fmla="*/ 345398 h 1498637"/>
                <a:gd name="csX4867" fmla="*/ 2010763 w 3230884"/>
                <a:gd name="csY4867" fmla="*/ 347309 h 1498637"/>
                <a:gd name="csX4868" fmla="*/ 2007897 w 3230884"/>
                <a:gd name="csY4868" fmla="*/ 350176 h 1498637"/>
                <a:gd name="csX4869" fmla="*/ 2009330 w 3230884"/>
                <a:gd name="csY4869" fmla="*/ 350653 h 1498637"/>
                <a:gd name="csX4870" fmla="*/ 2016018 w 3230884"/>
                <a:gd name="csY4870" fmla="*/ 351609 h 1498637"/>
                <a:gd name="csX4871" fmla="*/ 2020318 w 3230884"/>
                <a:gd name="csY4871" fmla="*/ 357342 h 1498637"/>
                <a:gd name="csX4872" fmla="*/ 2020796 w 3230884"/>
                <a:gd name="csY4872" fmla="*/ 361641 h 1498637"/>
                <a:gd name="csX4873" fmla="*/ 2017929 w 3230884"/>
                <a:gd name="csY4873" fmla="*/ 363552 h 1498637"/>
                <a:gd name="csX4874" fmla="*/ 2012197 w 3230884"/>
                <a:gd name="csY4874" fmla="*/ 368807 h 1498637"/>
                <a:gd name="csX4875" fmla="*/ 2008375 w 3230884"/>
                <a:gd name="csY4875" fmla="*/ 371196 h 1498637"/>
                <a:gd name="csX4876" fmla="*/ 2005986 w 3230884"/>
                <a:gd name="csY4876" fmla="*/ 371196 h 1498637"/>
                <a:gd name="csX4877" fmla="*/ 2004553 w 3230884"/>
                <a:gd name="csY4877" fmla="*/ 372151 h 1498637"/>
                <a:gd name="csX4878" fmla="*/ 2006941 w 3230884"/>
                <a:gd name="csY4878" fmla="*/ 374540 h 1498637"/>
                <a:gd name="csX4879" fmla="*/ 2017929 w 3230884"/>
                <a:gd name="csY4879" fmla="*/ 375018 h 1498637"/>
                <a:gd name="csX4880" fmla="*/ 2021273 w 3230884"/>
                <a:gd name="csY4880" fmla="*/ 377884 h 1498637"/>
                <a:gd name="csX4881" fmla="*/ 2024140 w 3230884"/>
                <a:gd name="csY4881" fmla="*/ 385528 h 1498637"/>
                <a:gd name="csX4882" fmla="*/ 2024140 w 3230884"/>
                <a:gd name="csY4882" fmla="*/ 394127 h 1498637"/>
                <a:gd name="csX4883" fmla="*/ 2021273 w 3230884"/>
                <a:gd name="csY4883" fmla="*/ 398426 h 1498637"/>
                <a:gd name="csX4884" fmla="*/ 2014585 w 3230884"/>
                <a:gd name="csY4884" fmla="*/ 399382 h 1498637"/>
                <a:gd name="csX4885" fmla="*/ 2005508 w 3230884"/>
                <a:gd name="csY4885" fmla="*/ 389350 h 1498637"/>
                <a:gd name="csX4886" fmla="*/ 1999775 w 3230884"/>
                <a:gd name="csY4886" fmla="*/ 385528 h 1498637"/>
                <a:gd name="csX4887" fmla="*/ 1992132 w 3230884"/>
                <a:gd name="csY4887" fmla="*/ 378362 h 1498637"/>
                <a:gd name="csX4888" fmla="*/ 1990699 w 3230884"/>
                <a:gd name="csY4888" fmla="*/ 379317 h 1498637"/>
                <a:gd name="csX4889" fmla="*/ 1993088 w 3230884"/>
                <a:gd name="csY4889" fmla="*/ 386005 h 1498637"/>
                <a:gd name="csX4890" fmla="*/ 1996431 w 3230884"/>
                <a:gd name="csY4890" fmla="*/ 389350 h 1498637"/>
                <a:gd name="csX4891" fmla="*/ 2003120 w 3230884"/>
                <a:gd name="csY4891" fmla="*/ 398904 h 1498637"/>
                <a:gd name="csX4892" fmla="*/ 2014107 w 3230884"/>
                <a:gd name="csY4892" fmla="*/ 418491 h 1498637"/>
                <a:gd name="csX4893" fmla="*/ 2016496 w 3230884"/>
                <a:gd name="csY4893" fmla="*/ 416580 h 1498637"/>
                <a:gd name="csX4894" fmla="*/ 2017929 w 3230884"/>
                <a:gd name="csY4894" fmla="*/ 414191 h 1498637"/>
                <a:gd name="csX4895" fmla="*/ 2018885 w 3230884"/>
                <a:gd name="csY4895" fmla="*/ 411325 h 1498637"/>
                <a:gd name="csX4896" fmla="*/ 2018407 w 3230884"/>
                <a:gd name="csY4896" fmla="*/ 407025 h 1498637"/>
                <a:gd name="csX4897" fmla="*/ 2019840 w 3230884"/>
                <a:gd name="csY4897" fmla="*/ 408936 h 1498637"/>
                <a:gd name="csX4898" fmla="*/ 2021751 w 3230884"/>
                <a:gd name="csY4898" fmla="*/ 412758 h 1498637"/>
                <a:gd name="csX4899" fmla="*/ 2025095 w 3230884"/>
                <a:gd name="csY4899" fmla="*/ 419446 h 1498637"/>
                <a:gd name="csX4900" fmla="*/ 2020318 w 3230884"/>
                <a:gd name="csY4900" fmla="*/ 418969 h 1498637"/>
                <a:gd name="csX4901" fmla="*/ 2015063 w 3230884"/>
                <a:gd name="csY4901" fmla="*/ 421357 h 1498637"/>
                <a:gd name="csX4902" fmla="*/ 2012674 w 3230884"/>
                <a:gd name="csY4902" fmla="*/ 423746 h 1498637"/>
                <a:gd name="csX4903" fmla="*/ 2014107 w 3230884"/>
                <a:gd name="csY4903" fmla="*/ 427090 h 1498637"/>
                <a:gd name="csX4904" fmla="*/ 2018407 w 3230884"/>
                <a:gd name="csY4904" fmla="*/ 427568 h 1498637"/>
                <a:gd name="csX4905" fmla="*/ 2020318 w 3230884"/>
                <a:gd name="csY4905" fmla="*/ 432823 h 1498637"/>
                <a:gd name="csX4906" fmla="*/ 2023662 w 3230884"/>
                <a:gd name="csY4906" fmla="*/ 438556 h 1498637"/>
                <a:gd name="csX4907" fmla="*/ 2030828 w 3230884"/>
                <a:gd name="csY4907" fmla="*/ 454798 h 1498637"/>
                <a:gd name="csX4908" fmla="*/ 2036083 w 3230884"/>
                <a:gd name="csY4908" fmla="*/ 457665 h 1498637"/>
                <a:gd name="csX4909" fmla="*/ 2041338 w 3230884"/>
                <a:gd name="csY4909" fmla="*/ 464353 h 1498637"/>
                <a:gd name="csX4910" fmla="*/ 2046115 w 3230884"/>
                <a:gd name="csY4910" fmla="*/ 467219 h 1498637"/>
                <a:gd name="csX4911" fmla="*/ 2048982 w 3230884"/>
                <a:gd name="csY4911" fmla="*/ 467697 h 1498637"/>
                <a:gd name="csX4912" fmla="*/ 2050893 w 3230884"/>
                <a:gd name="csY4912" fmla="*/ 463398 h 1498637"/>
                <a:gd name="csX4913" fmla="*/ 2052326 w 3230884"/>
                <a:gd name="csY4913" fmla="*/ 464831 h 1498637"/>
                <a:gd name="csX4914" fmla="*/ 2053281 w 3230884"/>
                <a:gd name="csY4914" fmla="*/ 472474 h 1498637"/>
                <a:gd name="csX4915" fmla="*/ 2056148 w 3230884"/>
                <a:gd name="csY4915" fmla="*/ 475341 h 1498637"/>
                <a:gd name="csX4916" fmla="*/ 2058536 w 3230884"/>
                <a:gd name="csY4916" fmla="*/ 475818 h 1498637"/>
                <a:gd name="csX4917" fmla="*/ 2060925 w 3230884"/>
                <a:gd name="csY4917" fmla="*/ 474385 h 1498637"/>
                <a:gd name="csX4918" fmla="*/ 2064269 w 3230884"/>
                <a:gd name="csY4918" fmla="*/ 471041 h 1498637"/>
                <a:gd name="csX4919" fmla="*/ 2066657 w 3230884"/>
                <a:gd name="csY4919" fmla="*/ 466742 h 1498637"/>
                <a:gd name="csX4920" fmla="*/ 2070957 w 3230884"/>
                <a:gd name="csY4920" fmla="*/ 455754 h 1498637"/>
                <a:gd name="csX4921" fmla="*/ 2073346 w 3230884"/>
                <a:gd name="csY4921" fmla="*/ 450021 h 1498637"/>
                <a:gd name="csX4922" fmla="*/ 2076212 w 3230884"/>
                <a:gd name="csY4922" fmla="*/ 447632 h 1498637"/>
                <a:gd name="csX4923" fmla="*/ 2075257 w 3230884"/>
                <a:gd name="csY4923" fmla="*/ 444766 h 1498637"/>
                <a:gd name="csX4924" fmla="*/ 2075257 w 3230884"/>
                <a:gd name="csY4924" fmla="*/ 441422 h 1498637"/>
                <a:gd name="csX4925" fmla="*/ 2077168 w 3230884"/>
                <a:gd name="csY4925" fmla="*/ 434256 h 1498637"/>
                <a:gd name="csX4926" fmla="*/ 2080034 w 3230884"/>
                <a:gd name="csY4926" fmla="*/ 424702 h 1498637"/>
                <a:gd name="csX4927" fmla="*/ 2081945 w 3230884"/>
                <a:gd name="csY4927" fmla="*/ 419924 h 1498637"/>
                <a:gd name="csX4928" fmla="*/ 2086722 w 3230884"/>
                <a:gd name="csY4928" fmla="*/ 410370 h 1498637"/>
                <a:gd name="csX4929" fmla="*/ 2088155 w 3230884"/>
                <a:gd name="csY4929" fmla="*/ 408459 h 1498637"/>
                <a:gd name="csX4930" fmla="*/ 2089589 w 3230884"/>
                <a:gd name="csY4930" fmla="*/ 411803 h 1498637"/>
                <a:gd name="csX4931" fmla="*/ 2090544 w 3230884"/>
                <a:gd name="csY4931" fmla="*/ 415625 h 1498637"/>
                <a:gd name="csX4932" fmla="*/ 2091500 w 3230884"/>
                <a:gd name="csY4932" fmla="*/ 417536 h 1498637"/>
                <a:gd name="csX4933" fmla="*/ 2091977 w 3230884"/>
                <a:gd name="csY4933" fmla="*/ 418491 h 1498637"/>
                <a:gd name="csX4934" fmla="*/ 2097710 w 3230884"/>
                <a:gd name="csY4934" fmla="*/ 427090 h 1498637"/>
                <a:gd name="csX4935" fmla="*/ 2103443 w 3230884"/>
                <a:gd name="csY4935" fmla="*/ 433778 h 1498637"/>
                <a:gd name="csX4936" fmla="*/ 2108698 w 3230884"/>
                <a:gd name="csY4936" fmla="*/ 436645 h 1498637"/>
                <a:gd name="csX4937" fmla="*/ 2116819 w 3230884"/>
                <a:gd name="csY4937" fmla="*/ 439989 h 1498637"/>
                <a:gd name="csX4938" fmla="*/ 2128762 w 3230884"/>
                <a:gd name="csY4938" fmla="*/ 439511 h 1498637"/>
                <a:gd name="csX4939" fmla="*/ 2131151 w 3230884"/>
                <a:gd name="csY4939" fmla="*/ 435211 h 1498637"/>
                <a:gd name="csX4940" fmla="*/ 2135451 w 3230884"/>
                <a:gd name="csY4940" fmla="*/ 432345 h 1498637"/>
                <a:gd name="csX4941" fmla="*/ 2142139 w 3230884"/>
                <a:gd name="csY4941" fmla="*/ 430434 h 1498637"/>
                <a:gd name="csX4942" fmla="*/ 2145961 w 3230884"/>
                <a:gd name="csY4942" fmla="*/ 426612 h 1498637"/>
                <a:gd name="csX4943" fmla="*/ 2152649 w 3230884"/>
                <a:gd name="csY4943" fmla="*/ 425657 h 1498637"/>
                <a:gd name="csX4944" fmla="*/ 2156471 w 3230884"/>
                <a:gd name="csY4944" fmla="*/ 426135 h 1498637"/>
                <a:gd name="csX4945" fmla="*/ 2162682 w 3230884"/>
                <a:gd name="csY4945" fmla="*/ 429001 h 1498637"/>
                <a:gd name="csX4946" fmla="*/ 2177013 w 3230884"/>
                <a:gd name="csY4946" fmla="*/ 438078 h 1498637"/>
                <a:gd name="csX4947" fmla="*/ 2180835 w 3230884"/>
                <a:gd name="csY4947" fmla="*/ 440944 h 1498637"/>
                <a:gd name="csX4948" fmla="*/ 2182746 w 3230884"/>
                <a:gd name="csY4948" fmla="*/ 444766 h 1498637"/>
                <a:gd name="csX4949" fmla="*/ 2187523 w 3230884"/>
                <a:gd name="csY4949" fmla="*/ 449543 h 1498637"/>
                <a:gd name="csX4950" fmla="*/ 2190390 w 3230884"/>
                <a:gd name="csY4950" fmla="*/ 452410 h 1498637"/>
                <a:gd name="csX4951" fmla="*/ 2193256 w 3230884"/>
                <a:gd name="csY4951" fmla="*/ 453843 h 1498637"/>
                <a:gd name="csX4952" fmla="*/ 2194212 w 3230884"/>
                <a:gd name="csY4952" fmla="*/ 453365 h 1498637"/>
                <a:gd name="csX4953" fmla="*/ 2193734 w 3230884"/>
                <a:gd name="csY4953" fmla="*/ 451932 h 1498637"/>
                <a:gd name="csX4954" fmla="*/ 2192301 w 3230884"/>
                <a:gd name="csY4954" fmla="*/ 450499 h 1498637"/>
                <a:gd name="csX4955" fmla="*/ 2191345 w 3230884"/>
                <a:gd name="csY4955" fmla="*/ 448588 h 1498637"/>
                <a:gd name="csX4956" fmla="*/ 2194689 w 3230884"/>
                <a:gd name="csY4956" fmla="*/ 446677 h 1498637"/>
                <a:gd name="csX4957" fmla="*/ 2195167 w 3230884"/>
                <a:gd name="csY4957" fmla="*/ 445244 h 1498637"/>
                <a:gd name="csX4958" fmla="*/ 2196123 w 3230884"/>
                <a:gd name="csY4958" fmla="*/ 444288 h 1498637"/>
                <a:gd name="csX4959" fmla="*/ 2200422 w 3230884"/>
                <a:gd name="csY4959" fmla="*/ 442855 h 1498637"/>
                <a:gd name="csX4960" fmla="*/ 2196123 w 3230884"/>
                <a:gd name="csY4960" fmla="*/ 440944 h 1498637"/>
                <a:gd name="csX4961" fmla="*/ 2194689 w 3230884"/>
                <a:gd name="csY4961" fmla="*/ 440944 h 1498637"/>
                <a:gd name="csX4962" fmla="*/ 2192778 w 3230884"/>
                <a:gd name="csY4962" fmla="*/ 439511 h 1498637"/>
                <a:gd name="csX4963" fmla="*/ 2192778 w 3230884"/>
                <a:gd name="csY4963" fmla="*/ 437123 h 1498637"/>
                <a:gd name="csX4964" fmla="*/ 2194212 w 3230884"/>
                <a:gd name="csY4964" fmla="*/ 435211 h 1498637"/>
                <a:gd name="csX4965" fmla="*/ 2195167 w 3230884"/>
                <a:gd name="csY4965" fmla="*/ 431390 h 1498637"/>
                <a:gd name="csX4966" fmla="*/ 2196600 w 3230884"/>
                <a:gd name="csY4966" fmla="*/ 429479 h 1498637"/>
                <a:gd name="csX4967" fmla="*/ 2198989 w 3230884"/>
                <a:gd name="csY4967" fmla="*/ 427568 h 1498637"/>
                <a:gd name="csX4968" fmla="*/ 2200422 w 3230884"/>
                <a:gd name="csY4968" fmla="*/ 427090 h 1498637"/>
                <a:gd name="csX4969" fmla="*/ 2204721 w 3230884"/>
                <a:gd name="csY4969" fmla="*/ 429479 h 1498637"/>
                <a:gd name="csX4970" fmla="*/ 2207588 w 3230884"/>
                <a:gd name="csY4970" fmla="*/ 425179 h 1498637"/>
                <a:gd name="csX4971" fmla="*/ 2209976 w 3230884"/>
                <a:gd name="csY4971" fmla="*/ 425657 h 1498637"/>
                <a:gd name="csX4972" fmla="*/ 2214276 w 3230884"/>
                <a:gd name="csY4972" fmla="*/ 429957 h 1498637"/>
                <a:gd name="csX4973" fmla="*/ 2218098 w 3230884"/>
                <a:gd name="csY4973" fmla="*/ 436167 h 1498637"/>
                <a:gd name="csX4974" fmla="*/ 2220487 w 3230884"/>
                <a:gd name="csY4974" fmla="*/ 436167 h 1498637"/>
                <a:gd name="csX4975" fmla="*/ 2226697 w 3230884"/>
                <a:gd name="csY4975" fmla="*/ 433778 h 1498637"/>
                <a:gd name="csX4976" fmla="*/ 2233863 w 3230884"/>
                <a:gd name="csY4976" fmla="*/ 433778 h 1498637"/>
                <a:gd name="csX4977" fmla="*/ 2232908 w 3230884"/>
                <a:gd name="csY4977" fmla="*/ 429957 h 1498637"/>
                <a:gd name="csX4978" fmla="*/ 2228130 w 3230884"/>
                <a:gd name="csY4978" fmla="*/ 421357 h 1498637"/>
                <a:gd name="csX4979" fmla="*/ 2228608 w 3230884"/>
                <a:gd name="csY4979" fmla="*/ 410847 h 1498637"/>
                <a:gd name="csX4980" fmla="*/ 2225264 w 3230884"/>
                <a:gd name="csY4980" fmla="*/ 408459 h 1498637"/>
                <a:gd name="csX4981" fmla="*/ 2221442 w 3230884"/>
                <a:gd name="csY4981" fmla="*/ 407025 h 1498637"/>
                <a:gd name="csX4982" fmla="*/ 2226697 w 3230884"/>
                <a:gd name="csY4982" fmla="*/ 404159 h 1498637"/>
                <a:gd name="csX4983" fmla="*/ 2230997 w 3230884"/>
                <a:gd name="csY4983" fmla="*/ 395082 h 1498637"/>
                <a:gd name="csX4984" fmla="*/ 2234341 w 3230884"/>
                <a:gd name="csY4984" fmla="*/ 394604 h 1498637"/>
                <a:gd name="csX4985" fmla="*/ 2237685 w 3230884"/>
                <a:gd name="csY4985" fmla="*/ 392694 h 1498637"/>
                <a:gd name="csX4986" fmla="*/ 2236730 w 3230884"/>
                <a:gd name="csY4986" fmla="*/ 391738 h 1498637"/>
                <a:gd name="csX4987" fmla="*/ 2226219 w 3230884"/>
                <a:gd name="csY4987" fmla="*/ 390783 h 1498637"/>
                <a:gd name="csX4988" fmla="*/ 2224308 w 3230884"/>
                <a:gd name="csY4988" fmla="*/ 391738 h 1498637"/>
                <a:gd name="csX4989" fmla="*/ 2222875 w 3230884"/>
                <a:gd name="csY4989" fmla="*/ 394604 h 1498637"/>
                <a:gd name="csX4990" fmla="*/ 2217620 w 3230884"/>
                <a:gd name="csY4990" fmla="*/ 394604 h 1498637"/>
                <a:gd name="csX4991" fmla="*/ 2217142 w 3230884"/>
                <a:gd name="csY4991" fmla="*/ 388394 h 1498637"/>
                <a:gd name="csX4992" fmla="*/ 2217142 w 3230884"/>
                <a:gd name="csY4992" fmla="*/ 384572 h 1498637"/>
                <a:gd name="csX4993" fmla="*/ 2223353 w 3230884"/>
                <a:gd name="csY4993" fmla="*/ 376451 h 1498637"/>
                <a:gd name="csX4994" fmla="*/ 2226219 w 3230884"/>
                <a:gd name="csY4994" fmla="*/ 374540 h 1498637"/>
                <a:gd name="csX4995" fmla="*/ 2242940 w 3230884"/>
                <a:gd name="csY4995" fmla="*/ 374540 h 1498637"/>
                <a:gd name="csX4996" fmla="*/ 2248195 w 3230884"/>
                <a:gd name="csY4996" fmla="*/ 373107 h 1498637"/>
                <a:gd name="csX4997" fmla="*/ 2255361 w 3230884"/>
                <a:gd name="csY4997" fmla="*/ 368807 h 1498637"/>
                <a:gd name="csX4998" fmla="*/ 2253450 w 3230884"/>
                <a:gd name="csY4998" fmla="*/ 366418 h 1498637"/>
                <a:gd name="csX4999" fmla="*/ 2253450 w 3230884"/>
                <a:gd name="csY4999" fmla="*/ 361163 h 1498637"/>
                <a:gd name="csX5000" fmla="*/ 2246762 w 3230884"/>
                <a:gd name="csY5000" fmla="*/ 353520 h 1498637"/>
                <a:gd name="csX5001" fmla="*/ 2247239 w 3230884"/>
                <a:gd name="csY5001" fmla="*/ 351609 h 1498637"/>
                <a:gd name="csX5002" fmla="*/ 2248195 w 3230884"/>
                <a:gd name="csY5002" fmla="*/ 350176 h 1498637"/>
                <a:gd name="csX5003" fmla="*/ 2250106 w 3230884"/>
                <a:gd name="csY5003" fmla="*/ 350176 h 1498637"/>
                <a:gd name="csX5004" fmla="*/ 2260138 w 3230884"/>
                <a:gd name="csY5004" fmla="*/ 352564 h 1498637"/>
                <a:gd name="csX5005" fmla="*/ 2263960 w 3230884"/>
                <a:gd name="csY5005" fmla="*/ 356864 h 1498637"/>
                <a:gd name="csX5006" fmla="*/ 2274948 w 3230884"/>
                <a:gd name="csY5006" fmla="*/ 360686 h 1498637"/>
                <a:gd name="csX5007" fmla="*/ 2303612 w 3230884"/>
                <a:gd name="csY5007" fmla="*/ 362119 h 1498637"/>
                <a:gd name="csX5008" fmla="*/ 2306956 w 3230884"/>
                <a:gd name="csY5008" fmla="*/ 363552 h 1498637"/>
                <a:gd name="csX5009" fmla="*/ 2319376 w 3230884"/>
                <a:gd name="csY5009" fmla="*/ 365463 h 1498637"/>
                <a:gd name="csX5010" fmla="*/ 2324631 w 3230884"/>
                <a:gd name="csY5010" fmla="*/ 367374 h 1498637"/>
                <a:gd name="csX5011" fmla="*/ 2337053 w 3230884"/>
                <a:gd name="csY5011" fmla="*/ 370240 h 1498637"/>
                <a:gd name="csX5012" fmla="*/ 2342785 w 3230884"/>
                <a:gd name="csY5012" fmla="*/ 371674 h 1498637"/>
                <a:gd name="csX5013" fmla="*/ 2347085 w 3230884"/>
                <a:gd name="csY5013" fmla="*/ 374540 h 1498637"/>
                <a:gd name="csX5014" fmla="*/ 2354729 w 3230884"/>
                <a:gd name="csY5014" fmla="*/ 375973 h 1498637"/>
                <a:gd name="csX5015" fmla="*/ 2358072 w 3230884"/>
                <a:gd name="csY5015" fmla="*/ 377884 h 1498637"/>
                <a:gd name="csX5016" fmla="*/ 2357595 w 3230884"/>
                <a:gd name="csY5016" fmla="*/ 383139 h 1498637"/>
                <a:gd name="csX5017" fmla="*/ 2342308 w 3230884"/>
                <a:gd name="csY5017" fmla="*/ 382661 h 1498637"/>
                <a:gd name="csX5018" fmla="*/ 2337530 w 3230884"/>
                <a:gd name="csY5018" fmla="*/ 380750 h 1498637"/>
                <a:gd name="csX5019" fmla="*/ 2331320 w 3230884"/>
                <a:gd name="csY5019" fmla="*/ 380273 h 1498637"/>
                <a:gd name="csX5020" fmla="*/ 2328931 w 3230884"/>
                <a:gd name="csY5020" fmla="*/ 381228 h 1498637"/>
                <a:gd name="csX5021" fmla="*/ 2325110 w 3230884"/>
                <a:gd name="csY5021" fmla="*/ 386005 h 1498637"/>
                <a:gd name="csX5022" fmla="*/ 2320332 w 3230884"/>
                <a:gd name="csY5022" fmla="*/ 388394 h 1498637"/>
                <a:gd name="csX5023" fmla="*/ 2316510 w 3230884"/>
                <a:gd name="csY5023" fmla="*/ 388872 h 1498637"/>
                <a:gd name="csX5024" fmla="*/ 2319376 w 3230884"/>
                <a:gd name="csY5024" fmla="*/ 392694 h 1498637"/>
                <a:gd name="csX5025" fmla="*/ 2322721 w 3230884"/>
                <a:gd name="csY5025" fmla="*/ 393649 h 1498637"/>
                <a:gd name="csX5026" fmla="*/ 2333708 w 3230884"/>
                <a:gd name="csY5026" fmla="*/ 388872 h 1498637"/>
                <a:gd name="csX5027" fmla="*/ 2364761 w 3230884"/>
                <a:gd name="csY5027" fmla="*/ 386005 h 1498637"/>
                <a:gd name="csX5028" fmla="*/ 2369538 w 3230884"/>
                <a:gd name="csY5028" fmla="*/ 386483 h 1498637"/>
                <a:gd name="csX5029" fmla="*/ 2369060 w 3230884"/>
                <a:gd name="csY5029" fmla="*/ 389827 h 1498637"/>
                <a:gd name="csX5030" fmla="*/ 2364761 w 3230884"/>
                <a:gd name="csY5030" fmla="*/ 396993 h 1498637"/>
                <a:gd name="csX5031" fmla="*/ 2360939 w 3230884"/>
                <a:gd name="csY5031" fmla="*/ 401770 h 1498637"/>
                <a:gd name="csX5032" fmla="*/ 2355206 w 3230884"/>
                <a:gd name="csY5032" fmla="*/ 407503 h 1498637"/>
                <a:gd name="csX5033" fmla="*/ 2353295 w 3230884"/>
                <a:gd name="csY5033" fmla="*/ 407025 h 1498637"/>
                <a:gd name="csX5034" fmla="*/ 2357595 w 3230884"/>
                <a:gd name="csY5034" fmla="*/ 396038 h 1498637"/>
                <a:gd name="csX5035" fmla="*/ 2355684 w 3230884"/>
                <a:gd name="csY5035" fmla="*/ 395560 h 1498637"/>
                <a:gd name="csX5036" fmla="*/ 2353773 w 3230884"/>
                <a:gd name="csY5036" fmla="*/ 395560 h 1498637"/>
                <a:gd name="csX5037" fmla="*/ 2348996 w 3230884"/>
                <a:gd name="csY5037" fmla="*/ 390783 h 1498637"/>
                <a:gd name="csX5038" fmla="*/ 2348040 w 3230884"/>
                <a:gd name="csY5038" fmla="*/ 390783 h 1498637"/>
                <a:gd name="csX5039" fmla="*/ 2347085 w 3230884"/>
                <a:gd name="csY5039" fmla="*/ 391738 h 1498637"/>
                <a:gd name="csX5040" fmla="*/ 2347085 w 3230884"/>
                <a:gd name="csY5040" fmla="*/ 393649 h 1498637"/>
                <a:gd name="csX5041" fmla="*/ 2346129 w 3230884"/>
                <a:gd name="csY5041" fmla="*/ 400337 h 1498637"/>
                <a:gd name="csX5042" fmla="*/ 2348040 w 3230884"/>
                <a:gd name="csY5042" fmla="*/ 402726 h 1498637"/>
                <a:gd name="csX5043" fmla="*/ 2348040 w 3230884"/>
                <a:gd name="csY5043" fmla="*/ 407503 h 1498637"/>
                <a:gd name="csX5044" fmla="*/ 2341352 w 3230884"/>
                <a:gd name="csY5044" fmla="*/ 410370 h 1498637"/>
                <a:gd name="csX5045" fmla="*/ 2338486 w 3230884"/>
                <a:gd name="csY5045" fmla="*/ 410370 h 1498637"/>
                <a:gd name="csX5046" fmla="*/ 2335619 w 3230884"/>
                <a:gd name="csY5046" fmla="*/ 408459 h 1498637"/>
                <a:gd name="csX5047" fmla="*/ 2334186 w 3230884"/>
                <a:gd name="csY5047" fmla="*/ 408459 h 1498637"/>
                <a:gd name="csX5048" fmla="*/ 2334186 w 3230884"/>
                <a:gd name="csY5048" fmla="*/ 409892 h 1498637"/>
                <a:gd name="csX5049" fmla="*/ 2334664 w 3230884"/>
                <a:gd name="csY5049" fmla="*/ 412758 h 1498637"/>
                <a:gd name="csX5050" fmla="*/ 2334664 w 3230884"/>
                <a:gd name="csY5050" fmla="*/ 413714 h 1498637"/>
                <a:gd name="csX5051" fmla="*/ 2333708 w 3230884"/>
                <a:gd name="csY5051" fmla="*/ 416102 h 1498637"/>
                <a:gd name="csX5052" fmla="*/ 2332753 w 3230884"/>
                <a:gd name="csY5052" fmla="*/ 418491 h 1498637"/>
                <a:gd name="csX5053" fmla="*/ 2334664 w 3230884"/>
                <a:gd name="csY5053" fmla="*/ 421357 h 1498637"/>
                <a:gd name="csX5054" fmla="*/ 2337053 w 3230884"/>
                <a:gd name="csY5054" fmla="*/ 421835 h 1498637"/>
                <a:gd name="csX5055" fmla="*/ 2348996 w 3230884"/>
                <a:gd name="csY5055" fmla="*/ 418969 h 1498637"/>
                <a:gd name="csX5056" fmla="*/ 2354251 w 3230884"/>
                <a:gd name="csY5056" fmla="*/ 415147 h 1498637"/>
                <a:gd name="csX5057" fmla="*/ 2360461 w 3230884"/>
                <a:gd name="csY5057" fmla="*/ 408459 h 1498637"/>
                <a:gd name="csX5058" fmla="*/ 2370972 w 3230884"/>
                <a:gd name="csY5058" fmla="*/ 392216 h 1498637"/>
                <a:gd name="csX5059" fmla="*/ 2375271 w 3230884"/>
                <a:gd name="csY5059" fmla="*/ 386961 h 1498637"/>
                <a:gd name="csX5060" fmla="*/ 2378137 w 3230884"/>
                <a:gd name="csY5060" fmla="*/ 384572 h 1498637"/>
                <a:gd name="csX5061" fmla="*/ 2381481 w 3230884"/>
                <a:gd name="csY5061" fmla="*/ 383617 h 1498637"/>
                <a:gd name="csX5062" fmla="*/ 2400590 w 3230884"/>
                <a:gd name="csY5062" fmla="*/ 385528 h 1498637"/>
                <a:gd name="csX5063" fmla="*/ 2411579 w 3230884"/>
                <a:gd name="csY5063" fmla="*/ 388872 h 1498637"/>
                <a:gd name="csX5064" fmla="*/ 2422566 w 3230884"/>
                <a:gd name="csY5064" fmla="*/ 394127 h 1498637"/>
                <a:gd name="csX5065" fmla="*/ 2427821 w 3230884"/>
                <a:gd name="csY5065" fmla="*/ 398426 h 1498637"/>
                <a:gd name="csX5066" fmla="*/ 2431643 w 3230884"/>
                <a:gd name="csY5066" fmla="*/ 404637 h 1498637"/>
                <a:gd name="csX5067" fmla="*/ 2432121 w 3230884"/>
                <a:gd name="csY5067" fmla="*/ 407025 h 1498637"/>
                <a:gd name="csX5068" fmla="*/ 2432599 w 3230884"/>
                <a:gd name="csY5068" fmla="*/ 410370 h 1498637"/>
                <a:gd name="csX5069" fmla="*/ 2429732 w 3230884"/>
                <a:gd name="csY5069" fmla="*/ 413236 h 1498637"/>
                <a:gd name="csX5070" fmla="*/ 2418267 w 3230884"/>
                <a:gd name="csY5070" fmla="*/ 414191 h 1498637"/>
                <a:gd name="csX5071" fmla="*/ 2413490 w 3230884"/>
                <a:gd name="csY5071" fmla="*/ 416102 h 1498637"/>
                <a:gd name="csX5072" fmla="*/ 2411579 w 3230884"/>
                <a:gd name="csY5072" fmla="*/ 418013 h 1498637"/>
                <a:gd name="csX5073" fmla="*/ 2411579 w 3230884"/>
                <a:gd name="csY5073" fmla="*/ 418969 h 1498637"/>
                <a:gd name="csX5074" fmla="*/ 2411101 w 3230884"/>
                <a:gd name="csY5074" fmla="*/ 420880 h 1498637"/>
                <a:gd name="csX5075" fmla="*/ 2412056 w 3230884"/>
                <a:gd name="csY5075" fmla="*/ 422313 h 1498637"/>
                <a:gd name="csX5076" fmla="*/ 2417311 w 3230884"/>
                <a:gd name="csY5076" fmla="*/ 422313 h 1498637"/>
                <a:gd name="csX5077" fmla="*/ 2422566 w 3230884"/>
                <a:gd name="csY5077" fmla="*/ 423746 h 1498637"/>
                <a:gd name="csX5078" fmla="*/ 2429254 w 3230884"/>
                <a:gd name="csY5078" fmla="*/ 427090 h 1498637"/>
                <a:gd name="csX5079" fmla="*/ 2430688 w 3230884"/>
                <a:gd name="csY5079" fmla="*/ 428523 h 1498637"/>
                <a:gd name="csX5080" fmla="*/ 2432599 w 3230884"/>
                <a:gd name="csY5080" fmla="*/ 431867 h 1498637"/>
                <a:gd name="csX5081" fmla="*/ 2433554 w 3230884"/>
                <a:gd name="csY5081" fmla="*/ 432345 h 1498637"/>
                <a:gd name="csX5082" fmla="*/ 2444064 w 3230884"/>
                <a:gd name="csY5082" fmla="*/ 431867 h 1498637"/>
                <a:gd name="csX5083" fmla="*/ 2445020 w 3230884"/>
                <a:gd name="csY5083" fmla="*/ 433301 h 1498637"/>
                <a:gd name="csX5084" fmla="*/ 2445497 w 3230884"/>
                <a:gd name="csY5084" fmla="*/ 435689 h 1498637"/>
                <a:gd name="csX5085" fmla="*/ 2442631 w 3230884"/>
                <a:gd name="csY5085" fmla="*/ 439511 h 1498637"/>
                <a:gd name="csX5086" fmla="*/ 2439765 w 3230884"/>
                <a:gd name="csY5086" fmla="*/ 442377 h 1498637"/>
                <a:gd name="csX5087" fmla="*/ 2434032 w 3230884"/>
                <a:gd name="csY5087" fmla="*/ 448588 h 1498637"/>
                <a:gd name="csX5088" fmla="*/ 2436898 w 3230884"/>
                <a:gd name="csY5088" fmla="*/ 446199 h 1498637"/>
                <a:gd name="csX5089" fmla="*/ 2448841 w 3230884"/>
                <a:gd name="csY5089" fmla="*/ 440944 h 1498637"/>
                <a:gd name="csX5090" fmla="*/ 2451708 w 3230884"/>
                <a:gd name="csY5090" fmla="*/ 439989 h 1498637"/>
                <a:gd name="csX5091" fmla="*/ 2455052 w 3230884"/>
                <a:gd name="csY5091" fmla="*/ 440467 h 1498637"/>
                <a:gd name="csX5092" fmla="*/ 2463651 w 3230884"/>
                <a:gd name="csY5092" fmla="*/ 445244 h 1498637"/>
                <a:gd name="csX5093" fmla="*/ 2466995 w 3230884"/>
                <a:gd name="csY5093" fmla="*/ 449066 h 1498637"/>
                <a:gd name="csX5094" fmla="*/ 2473683 w 3230884"/>
                <a:gd name="csY5094" fmla="*/ 460053 h 1498637"/>
                <a:gd name="csX5095" fmla="*/ 2471772 w 3230884"/>
                <a:gd name="csY5095" fmla="*/ 461009 h 1498637"/>
                <a:gd name="csX5096" fmla="*/ 2467473 w 3230884"/>
                <a:gd name="csY5096" fmla="*/ 462442 h 1498637"/>
                <a:gd name="csX5097" fmla="*/ 2482282 w 3230884"/>
                <a:gd name="csY5097" fmla="*/ 470564 h 1498637"/>
                <a:gd name="csX5098" fmla="*/ 2488015 w 3230884"/>
                <a:gd name="csY5098" fmla="*/ 470564 h 1498637"/>
                <a:gd name="csX5099" fmla="*/ 2500914 w 3230884"/>
                <a:gd name="csY5099" fmla="*/ 468175 h 1498637"/>
                <a:gd name="csX5100" fmla="*/ 2507602 w 3230884"/>
                <a:gd name="csY5100" fmla="*/ 468175 h 1498637"/>
                <a:gd name="csX5101" fmla="*/ 2520023 w 3230884"/>
                <a:gd name="csY5101" fmla="*/ 462920 h 1498637"/>
                <a:gd name="csX5102" fmla="*/ 2531966 w 3230884"/>
                <a:gd name="csY5102" fmla="*/ 459576 h 1498637"/>
                <a:gd name="csX5103" fmla="*/ 2543432 w 3230884"/>
                <a:gd name="csY5103" fmla="*/ 459098 h 1498637"/>
                <a:gd name="csX5104" fmla="*/ 2549164 w 3230884"/>
                <a:gd name="csY5104" fmla="*/ 456232 h 1498637"/>
                <a:gd name="csX5105" fmla="*/ 2564930 w 3230884"/>
                <a:gd name="csY5105" fmla="*/ 456232 h 1498637"/>
                <a:gd name="csX5106" fmla="*/ 2580217 w 3230884"/>
                <a:gd name="csY5106" fmla="*/ 457187 h 1498637"/>
                <a:gd name="csX5107" fmla="*/ 2591682 w 3230884"/>
                <a:gd name="csY5107" fmla="*/ 459098 h 1498637"/>
                <a:gd name="csX5108" fmla="*/ 2605059 w 3230884"/>
                <a:gd name="csY5108" fmla="*/ 464831 h 1498637"/>
                <a:gd name="csX5109" fmla="*/ 2617957 w 3230884"/>
                <a:gd name="csY5109" fmla="*/ 472952 h 1498637"/>
                <a:gd name="csX5110" fmla="*/ 2625123 w 3230884"/>
                <a:gd name="csY5110" fmla="*/ 480596 h 1498637"/>
                <a:gd name="csX5111" fmla="*/ 2626557 w 3230884"/>
                <a:gd name="csY5111" fmla="*/ 482984 h 1498637"/>
                <a:gd name="csX5112" fmla="*/ 2628945 w 3230884"/>
                <a:gd name="csY5112" fmla="*/ 488717 h 1498637"/>
                <a:gd name="csX5113" fmla="*/ 2629901 w 3230884"/>
                <a:gd name="csY5113" fmla="*/ 493017 h 1498637"/>
                <a:gd name="csX5114" fmla="*/ 2630856 w 3230884"/>
                <a:gd name="csY5114" fmla="*/ 499227 h 1498637"/>
                <a:gd name="csX5115" fmla="*/ 2630378 w 3230884"/>
                <a:gd name="csY5115" fmla="*/ 504005 h 1498637"/>
                <a:gd name="csX5116" fmla="*/ 2628468 w 3230884"/>
                <a:gd name="csY5116" fmla="*/ 507349 h 1498637"/>
                <a:gd name="csX5117" fmla="*/ 2627512 w 3230884"/>
                <a:gd name="csY5117" fmla="*/ 511648 h 1498637"/>
                <a:gd name="csX5118" fmla="*/ 2627512 w 3230884"/>
                <a:gd name="csY5118" fmla="*/ 516426 h 1498637"/>
                <a:gd name="csX5119" fmla="*/ 2625123 w 3230884"/>
                <a:gd name="csY5119" fmla="*/ 522636 h 1498637"/>
                <a:gd name="csX5120" fmla="*/ 2627512 w 3230884"/>
                <a:gd name="csY5120" fmla="*/ 527413 h 1498637"/>
                <a:gd name="csX5121" fmla="*/ 2632767 w 3230884"/>
                <a:gd name="csY5121" fmla="*/ 530280 h 1498637"/>
                <a:gd name="csX5122" fmla="*/ 2645188 w 3230884"/>
                <a:gd name="csY5122" fmla="*/ 534102 h 1498637"/>
                <a:gd name="csX5123" fmla="*/ 2648532 w 3230884"/>
                <a:gd name="csY5123" fmla="*/ 536490 h 1498637"/>
                <a:gd name="csX5124" fmla="*/ 2649010 w 3230884"/>
                <a:gd name="csY5124" fmla="*/ 544134 h 1498637"/>
                <a:gd name="csX5125" fmla="*/ 2649966 w 3230884"/>
                <a:gd name="csY5125" fmla="*/ 550822 h 1498637"/>
                <a:gd name="csX5126" fmla="*/ 2650921 w 3230884"/>
                <a:gd name="csY5126" fmla="*/ 562765 h 1498637"/>
                <a:gd name="csX5127" fmla="*/ 2653309 w 3230884"/>
                <a:gd name="csY5127" fmla="*/ 565632 h 1498637"/>
                <a:gd name="csX5128" fmla="*/ 2656653 w 3230884"/>
                <a:gd name="csY5128" fmla="*/ 568498 h 1498637"/>
                <a:gd name="csX5129" fmla="*/ 2657132 w 3230884"/>
                <a:gd name="csY5129" fmla="*/ 572320 h 1498637"/>
                <a:gd name="csX5130" fmla="*/ 2652832 w 3230884"/>
                <a:gd name="csY5130" fmla="*/ 585219 h 1498637"/>
                <a:gd name="csX5131" fmla="*/ 2650443 w 3230884"/>
                <a:gd name="csY5131" fmla="*/ 587607 h 1498637"/>
                <a:gd name="csX5132" fmla="*/ 2647577 w 3230884"/>
                <a:gd name="csY5132" fmla="*/ 590951 h 1498637"/>
                <a:gd name="csX5133" fmla="*/ 2652354 w 3230884"/>
                <a:gd name="csY5133" fmla="*/ 589518 h 1498637"/>
                <a:gd name="csX5134" fmla="*/ 2655221 w 3230884"/>
                <a:gd name="csY5134" fmla="*/ 585219 h 1498637"/>
                <a:gd name="csX5135" fmla="*/ 2657609 w 3230884"/>
                <a:gd name="csY5135" fmla="*/ 576619 h 1498637"/>
                <a:gd name="csX5136" fmla="*/ 2660475 w 3230884"/>
                <a:gd name="csY5136" fmla="*/ 575186 h 1498637"/>
                <a:gd name="csX5137" fmla="*/ 2661431 w 3230884"/>
                <a:gd name="csY5137" fmla="*/ 572320 h 1498637"/>
                <a:gd name="csX5138" fmla="*/ 2661431 w 3230884"/>
                <a:gd name="csY5138" fmla="*/ 564676 h 1498637"/>
                <a:gd name="csX5139" fmla="*/ 2659998 w 3230884"/>
                <a:gd name="csY5139" fmla="*/ 557510 h 1498637"/>
                <a:gd name="csX5140" fmla="*/ 2659998 w 3230884"/>
                <a:gd name="csY5140" fmla="*/ 552255 h 1498637"/>
                <a:gd name="csX5141" fmla="*/ 2660953 w 3230884"/>
                <a:gd name="csY5141" fmla="*/ 548433 h 1498637"/>
                <a:gd name="csX5142" fmla="*/ 2669075 w 3230884"/>
                <a:gd name="csY5142" fmla="*/ 539834 h 1498637"/>
                <a:gd name="csX5143" fmla="*/ 2673374 w 3230884"/>
                <a:gd name="csY5143" fmla="*/ 536490 h 1498637"/>
                <a:gd name="csX5144" fmla="*/ 2677674 w 3230884"/>
                <a:gd name="csY5144" fmla="*/ 534102 h 1498637"/>
                <a:gd name="csX5145" fmla="*/ 2689139 w 3230884"/>
                <a:gd name="csY5145" fmla="*/ 532668 h 1498637"/>
                <a:gd name="csX5146" fmla="*/ 2693916 w 3230884"/>
                <a:gd name="csY5146" fmla="*/ 530757 h 1498637"/>
                <a:gd name="csX5147" fmla="*/ 2700127 w 3230884"/>
                <a:gd name="csY5147" fmla="*/ 532191 h 1498637"/>
                <a:gd name="csX5148" fmla="*/ 2703949 w 3230884"/>
                <a:gd name="csY5148" fmla="*/ 531713 h 1498637"/>
                <a:gd name="csX5149" fmla="*/ 2708726 w 3230884"/>
                <a:gd name="csY5149" fmla="*/ 529802 h 1498637"/>
                <a:gd name="csX5150" fmla="*/ 2713026 w 3230884"/>
                <a:gd name="csY5150" fmla="*/ 530757 h 1498637"/>
                <a:gd name="csX5151" fmla="*/ 2720192 w 3230884"/>
                <a:gd name="csY5151" fmla="*/ 536490 h 1498637"/>
                <a:gd name="csX5152" fmla="*/ 2745033 w 3230884"/>
                <a:gd name="csY5152" fmla="*/ 537446 h 1498637"/>
                <a:gd name="csX5153" fmla="*/ 2749333 w 3230884"/>
                <a:gd name="csY5153" fmla="*/ 539834 h 1498637"/>
                <a:gd name="csX5154" fmla="*/ 2766054 w 3230884"/>
                <a:gd name="csY5154" fmla="*/ 542223 h 1498637"/>
                <a:gd name="csX5155" fmla="*/ 2767009 w 3230884"/>
                <a:gd name="csY5155" fmla="*/ 542223 h 1498637"/>
                <a:gd name="csX5156" fmla="*/ 2770831 w 3230884"/>
                <a:gd name="csY5156" fmla="*/ 539357 h 1498637"/>
                <a:gd name="csX5157" fmla="*/ 2781819 w 3230884"/>
                <a:gd name="csY5157" fmla="*/ 529324 h 1498637"/>
                <a:gd name="csX5158" fmla="*/ 2786596 w 3230884"/>
                <a:gd name="csY5158" fmla="*/ 530280 h 1498637"/>
                <a:gd name="csX5159" fmla="*/ 2788507 w 3230884"/>
                <a:gd name="csY5159" fmla="*/ 531713 h 1498637"/>
                <a:gd name="csX5160" fmla="*/ 2790418 w 3230884"/>
                <a:gd name="csY5160" fmla="*/ 535535 h 1498637"/>
                <a:gd name="csX5161" fmla="*/ 2792329 w 3230884"/>
                <a:gd name="csY5161" fmla="*/ 537923 h 1498637"/>
                <a:gd name="csX5162" fmla="*/ 2793762 w 3230884"/>
                <a:gd name="csY5162" fmla="*/ 544612 h 1498637"/>
                <a:gd name="csX5163" fmla="*/ 2795195 w 3230884"/>
                <a:gd name="csY5163" fmla="*/ 553689 h 1498637"/>
                <a:gd name="csX5164" fmla="*/ 2797584 w 3230884"/>
                <a:gd name="csY5164" fmla="*/ 555599 h 1498637"/>
                <a:gd name="csX5165" fmla="*/ 2800928 w 3230884"/>
                <a:gd name="csY5165" fmla="*/ 556077 h 1498637"/>
                <a:gd name="csX5166" fmla="*/ 2808094 w 3230884"/>
                <a:gd name="csY5166" fmla="*/ 559421 h 1498637"/>
                <a:gd name="csX5167" fmla="*/ 2815260 w 3230884"/>
                <a:gd name="csY5167" fmla="*/ 563721 h 1498637"/>
                <a:gd name="csX5168" fmla="*/ 2817171 w 3230884"/>
                <a:gd name="csY5168" fmla="*/ 571842 h 1498637"/>
                <a:gd name="csX5169" fmla="*/ 2820992 w 3230884"/>
                <a:gd name="csY5169" fmla="*/ 578530 h 1498637"/>
                <a:gd name="csX5170" fmla="*/ 2830069 w 3230884"/>
                <a:gd name="csY5170" fmla="*/ 578053 h 1498637"/>
                <a:gd name="csX5171" fmla="*/ 2839624 w 3230884"/>
                <a:gd name="csY5171" fmla="*/ 576619 h 1498637"/>
                <a:gd name="csX5172" fmla="*/ 2848701 w 3230884"/>
                <a:gd name="csY5172" fmla="*/ 565632 h 1498637"/>
                <a:gd name="csX5173" fmla="*/ 2848701 w 3230884"/>
                <a:gd name="csY5173" fmla="*/ 560854 h 1498637"/>
                <a:gd name="csX5174" fmla="*/ 2846312 w 3230884"/>
                <a:gd name="csY5174" fmla="*/ 554166 h 1498637"/>
                <a:gd name="csX5175" fmla="*/ 2842968 w 3230884"/>
                <a:gd name="csY5175" fmla="*/ 547956 h 1498637"/>
                <a:gd name="csX5176" fmla="*/ 2840579 w 3230884"/>
                <a:gd name="csY5176" fmla="*/ 537923 h 1498637"/>
                <a:gd name="csX5177" fmla="*/ 2831980 w 3230884"/>
                <a:gd name="csY5177" fmla="*/ 535535 h 1498637"/>
                <a:gd name="csX5178" fmla="*/ 2832936 w 3230884"/>
                <a:gd name="csY5178" fmla="*/ 532668 h 1498637"/>
                <a:gd name="csX5179" fmla="*/ 2836280 w 3230884"/>
                <a:gd name="csY5179" fmla="*/ 528847 h 1498637"/>
                <a:gd name="csX5180" fmla="*/ 2839146 w 3230884"/>
                <a:gd name="csY5180" fmla="*/ 523591 h 1498637"/>
                <a:gd name="csX5181" fmla="*/ 2839146 w 3230884"/>
                <a:gd name="csY5181" fmla="*/ 519292 h 1498637"/>
                <a:gd name="csX5182" fmla="*/ 2838669 w 3230884"/>
                <a:gd name="csY5182" fmla="*/ 510215 h 1498637"/>
                <a:gd name="csX5183" fmla="*/ 2846312 w 3230884"/>
                <a:gd name="csY5183" fmla="*/ 510693 h 1498637"/>
                <a:gd name="csX5184" fmla="*/ 2853478 w 3230884"/>
                <a:gd name="csY5184" fmla="*/ 511648 h 1498637"/>
                <a:gd name="csX5185" fmla="*/ 2867810 w 3230884"/>
                <a:gd name="csY5185" fmla="*/ 515948 h 1498637"/>
                <a:gd name="csX5186" fmla="*/ 2879753 w 3230884"/>
                <a:gd name="csY5186" fmla="*/ 517381 h 1498637"/>
                <a:gd name="csX5187" fmla="*/ 2885963 w 3230884"/>
                <a:gd name="csY5187" fmla="*/ 520247 h 1498637"/>
                <a:gd name="csX5188" fmla="*/ 2889308 w 3230884"/>
                <a:gd name="csY5188" fmla="*/ 523114 h 1498637"/>
                <a:gd name="csX5189" fmla="*/ 2894085 w 3230884"/>
                <a:gd name="csY5189" fmla="*/ 525025 h 1498637"/>
                <a:gd name="csX5190" fmla="*/ 2895518 w 3230884"/>
                <a:gd name="csY5190" fmla="*/ 519770 h 1498637"/>
                <a:gd name="csX5191" fmla="*/ 2896951 w 3230884"/>
                <a:gd name="csY5191" fmla="*/ 518814 h 1498637"/>
                <a:gd name="csX5192" fmla="*/ 2903162 w 3230884"/>
                <a:gd name="csY5192" fmla="*/ 521681 h 1498637"/>
                <a:gd name="csX5193" fmla="*/ 2906984 w 3230884"/>
                <a:gd name="csY5193" fmla="*/ 522636 h 1498637"/>
                <a:gd name="csX5194" fmla="*/ 2914627 w 3230884"/>
                <a:gd name="csY5194" fmla="*/ 522158 h 1498637"/>
                <a:gd name="csX5195" fmla="*/ 2923704 w 3230884"/>
                <a:gd name="csY5195" fmla="*/ 523591 h 1498637"/>
                <a:gd name="csX5196" fmla="*/ 2933736 w 3230884"/>
                <a:gd name="csY5196" fmla="*/ 523114 h 1498637"/>
                <a:gd name="csX5197" fmla="*/ 2942813 w 3230884"/>
                <a:gd name="csY5197" fmla="*/ 520725 h 1498637"/>
                <a:gd name="csX5198" fmla="*/ 2946158 w 3230884"/>
                <a:gd name="csY5198" fmla="*/ 521203 h 1498637"/>
                <a:gd name="csX5199" fmla="*/ 2949979 w 3230884"/>
                <a:gd name="csY5199" fmla="*/ 523114 h 1498637"/>
                <a:gd name="csX5200" fmla="*/ 2956190 w 3230884"/>
                <a:gd name="csY5200" fmla="*/ 527891 h 1498637"/>
                <a:gd name="csX5201" fmla="*/ 2966222 w 3230884"/>
                <a:gd name="csY5201" fmla="*/ 534579 h 1498637"/>
                <a:gd name="csX5202" fmla="*/ 2975777 w 3230884"/>
                <a:gd name="csY5202" fmla="*/ 536490 h 1498637"/>
                <a:gd name="csX5203" fmla="*/ 2986287 w 3230884"/>
                <a:gd name="csY5203" fmla="*/ 542223 h 1498637"/>
                <a:gd name="csX5204" fmla="*/ 2996319 w 3230884"/>
                <a:gd name="csY5204" fmla="*/ 544612 h 1498637"/>
                <a:gd name="csX5205" fmla="*/ 3004441 w 3230884"/>
                <a:gd name="csY5205" fmla="*/ 547956 h 1498637"/>
                <a:gd name="csX5206" fmla="*/ 3005396 w 3230884"/>
                <a:gd name="csY5206" fmla="*/ 549389 h 1498637"/>
                <a:gd name="csX5207" fmla="*/ 3005874 w 3230884"/>
                <a:gd name="csY5207" fmla="*/ 550822 h 1498637"/>
                <a:gd name="csX5208" fmla="*/ 3006352 w 3230884"/>
                <a:gd name="csY5208" fmla="*/ 552733 h 1498637"/>
                <a:gd name="csX5209" fmla="*/ 3013040 w 3230884"/>
                <a:gd name="csY5209" fmla="*/ 554644 h 1498637"/>
                <a:gd name="csX5210" fmla="*/ 3024505 w 3230884"/>
                <a:gd name="csY5210" fmla="*/ 567065 h 1498637"/>
                <a:gd name="csX5211" fmla="*/ 3027372 w 3230884"/>
                <a:gd name="csY5211" fmla="*/ 568498 h 1498637"/>
                <a:gd name="csX5212" fmla="*/ 3031193 w 3230884"/>
                <a:gd name="csY5212" fmla="*/ 570887 h 1498637"/>
                <a:gd name="csX5213" fmla="*/ 3035493 w 3230884"/>
                <a:gd name="csY5213" fmla="*/ 572320 h 1498637"/>
                <a:gd name="csX5214" fmla="*/ 3036926 w 3230884"/>
                <a:gd name="csY5214" fmla="*/ 571842 h 1498637"/>
                <a:gd name="csX5215" fmla="*/ 3037882 w 3230884"/>
                <a:gd name="csY5215" fmla="*/ 572320 h 1498637"/>
                <a:gd name="csX5216" fmla="*/ 3039793 w 3230884"/>
                <a:gd name="csY5216" fmla="*/ 575186 h 1498637"/>
                <a:gd name="csX5217" fmla="*/ 3041704 w 3230884"/>
                <a:gd name="csY5217" fmla="*/ 576619 h 1498637"/>
                <a:gd name="csX5218" fmla="*/ 3049347 w 3230884"/>
                <a:gd name="csY5218" fmla="*/ 579964 h 1498637"/>
                <a:gd name="csX5219" fmla="*/ 3053169 w 3230884"/>
                <a:gd name="csY5219" fmla="*/ 584263 h 1498637"/>
                <a:gd name="csX5220" fmla="*/ 3056036 w 3230884"/>
                <a:gd name="csY5220" fmla="*/ 588563 h 1498637"/>
                <a:gd name="csX5221" fmla="*/ 3054602 w 3230884"/>
                <a:gd name="csY5221" fmla="*/ 587607 h 1498637"/>
                <a:gd name="csX5222" fmla="*/ 3051736 w 3230884"/>
                <a:gd name="csY5222" fmla="*/ 584741 h 1498637"/>
                <a:gd name="csX5223" fmla="*/ 3052214 w 3230884"/>
                <a:gd name="csY5223" fmla="*/ 588085 h 1498637"/>
                <a:gd name="csX5224" fmla="*/ 3053169 w 3230884"/>
                <a:gd name="csY5224" fmla="*/ 590474 h 1498637"/>
                <a:gd name="csX5225" fmla="*/ 3057468 w 3230884"/>
                <a:gd name="csY5225" fmla="*/ 592862 h 1498637"/>
                <a:gd name="csX5226" fmla="*/ 3062246 w 3230884"/>
                <a:gd name="csY5226" fmla="*/ 594296 h 1498637"/>
                <a:gd name="csX5227" fmla="*/ 3065112 w 3230884"/>
                <a:gd name="csY5227" fmla="*/ 596684 h 1498637"/>
                <a:gd name="csX5228" fmla="*/ 3066068 w 3230884"/>
                <a:gd name="csY5228" fmla="*/ 598117 h 1498637"/>
                <a:gd name="csX5229" fmla="*/ 3066545 w 3230884"/>
                <a:gd name="csY5229" fmla="*/ 601461 h 1498637"/>
                <a:gd name="csX5230" fmla="*/ 3065590 w 3230884"/>
                <a:gd name="csY5230" fmla="*/ 604328 h 1498637"/>
                <a:gd name="csX5231" fmla="*/ 3068456 w 3230884"/>
                <a:gd name="csY5231" fmla="*/ 603372 h 1498637"/>
                <a:gd name="csX5232" fmla="*/ 3070845 w 3230884"/>
                <a:gd name="csY5232" fmla="*/ 600984 h 1498637"/>
                <a:gd name="csX5233" fmla="*/ 3069412 w 3230884"/>
                <a:gd name="csY5233" fmla="*/ 598595 h 1498637"/>
                <a:gd name="csX5234" fmla="*/ 3061291 w 3230884"/>
                <a:gd name="csY5234" fmla="*/ 591907 h 1498637"/>
                <a:gd name="csX5235" fmla="*/ 3059379 w 3230884"/>
                <a:gd name="csY5235" fmla="*/ 589518 h 1498637"/>
                <a:gd name="csX5236" fmla="*/ 3061768 w 3230884"/>
                <a:gd name="csY5236" fmla="*/ 590474 h 1498637"/>
                <a:gd name="csX5237" fmla="*/ 3073234 w 3230884"/>
                <a:gd name="csY5237" fmla="*/ 599551 h 1498637"/>
                <a:gd name="csX5238" fmla="*/ 3076100 w 3230884"/>
                <a:gd name="csY5238" fmla="*/ 602895 h 1498637"/>
                <a:gd name="csX5239" fmla="*/ 3075145 w 3230884"/>
                <a:gd name="csY5239" fmla="*/ 603372 h 1498637"/>
                <a:gd name="csX5240" fmla="*/ 3074189 w 3230884"/>
                <a:gd name="csY5240" fmla="*/ 605761 h 1498637"/>
                <a:gd name="csX5241" fmla="*/ 3075145 w 3230884"/>
                <a:gd name="csY5241" fmla="*/ 606239 h 1498637"/>
                <a:gd name="csX5242" fmla="*/ 3076578 w 3230884"/>
                <a:gd name="csY5242" fmla="*/ 605761 h 1498637"/>
                <a:gd name="csX5243" fmla="*/ 3078489 w 3230884"/>
                <a:gd name="csY5243" fmla="*/ 605283 h 1498637"/>
                <a:gd name="csX5244" fmla="*/ 3080877 w 3230884"/>
                <a:gd name="csY5244" fmla="*/ 606239 h 1498637"/>
                <a:gd name="csX5245" fmla="*/ 3083266 w 3230884"/>
                <a:gd name="csY5245" fmla="*/ 608627 h 1498637"/>
                <a:gd name="csX5246" fmla="*/ 3088521 w 3230884"/>
                <a:gd name="csY5246" fmla="*/ 611494 h 1498637"/>
                <a:gd name="csX5247" fmla="*/ 3119573 w 3230884"/>
                <a:gd name="csY5247" fmla="*/ 632992 h 1498637"/>
                <a:gd name="csX5248" fmla="*/ 3120051 w 3230884"/>
                <a:gd name="csY5248" fmla="*/ 636336 h 1498637"/>
                <a:gd name="csX5249" fmla="*/ 3121007 w 3230884"/>
                <a:gd name="csY5249" fmla="*/ 638247 h 1498637"/>
                <a:gd name="csX5250" fmla="*/ 3121484 w 3230884"/>
                <a:gd name="csY5250" fmla="*/ 640158 h 1498637"/>
                <a:gd name="csX5251" fmla="*/ 3121962 w 3230884"/>
                <a:gd name="csY5251" fmla="*/ 643979 h 1498637"/>
                <a:gd name="csX5252" fmla="*/ 3119096 w 3230884"/>
                <a:gd name="csY5252" fmla="*/ 648279 h 1498637"/>
                <a:gd name="csX5253" fmla="*/ 3123395 w 3230884"/>
                <a:gd name="csY5253" fmla="*/ 647801 h 1498637"/>
                <a:gd name="csX5254" fmla="*/ 3123873 w 3230884"/>
                <a:gd name="csY5254" fmla="*/ 647324 h 1498637"/>
                <a:gd name="csX5255" fmla="*/ 3125306 w 3230884"/>
                <a:gd name="csY5255" fmla="*/ 645412 h 1498637"/>
                <a:gd name="csX5256" fmla="*/ 3126262 w 3230884"/>
                <a:gd name="csY5256" fmla="*/ 644457 h 1498637"/>
                <a:gd name="csX5257" fmla="*/ 3128173 w 3230884"/>
                <a:gd name="csY5257" fmla="*/ 645412 h 1498637"/>
                <a:gd name="csX5258" fmla="*/ 3129128 w 3230884"/>
                <a:gd name="csY5258" fmla="*/ 648279 h 1498637"/>
                <a:gd name="csX5259" fmla="*/ 3129128 w 3230884"/>
                <a:gd name="csY5259" fmla="*/ 652101 h 1498637"/>
                <a:gd name="csX5260" fmla="*/ 3127695 w 3230884"/>
                <a:gd name="csY5260" fmla="*/ 655445 h 1498637"/>
                <a:gd name="csX5261" fmla="*/ 3127695 w 3230884"/>
                <a:gd name="csY5261" fmla="*/ 660222 h 1498637"/>
                <a:gd name="csX5262" fmla="*/ 3128650 w 3230884"/>
                <a:gd name="csY5262" fmla="*/ 664999 h 1498637"/>
                <a:gd name="csX5263" fmla="*/ 3129605 w 3230884"/>
                <a:gd name="csY5263" fmla="*/ 666433 h 1498637"/>
                <a:gd name="csX5264" fmla="*/ 3130561 w 3230884"/>
                <a:gd name="csY5264" fmla="*/ 668821 h 1498637"/>
                <a:gd name="csX5265" fmla="*/ 3131039 w 3230884"/>
                <a:gd name="csY5265" fmla="*/ 674554 h 1498637"/>
                <a:gd name="csX5266" fmla="*/ 3129128 w 3230884"/>
                <a:gd name="csY5266" fmla="*/ 677420 h 1498637"/>
                <a:gd name="csX5267" fmla="*/ 3127695 w 3230884"/>
                <a:gd name="csY5267" fmla="*/ 682198 h 1498637"/>
                <a:gd name="csX5268" fmla="*/ 3129128 w 3230884"/>
                <a:gd name="csY5268" fmla="*/ 682675 h 1498637"/>
                <a:gd name="csX5269" fmla="*/ 3132950 w 3230884"/>
                <a:gd name="csY5269" fmla="*/ 683153 h 1498637"/>
                <a:gd name="csX5270" fmla="*/ 3133905 w 3230884"/>
                <a:gd name="csY5270" fmla="*/ 684109 h 1498637"/>
                <a:gd name="csX5271" fmla="*/ 3136294 w 3230884"/>
                <a:gd name="csY5271" fmla="*/ 686019 h 1498637"/>
                <a:gd name="csX5272" fmla="*/ 3136771 w 3230884"/>
                <a:gd name="csY5272" fmla="*/ 687931 h 1498637"/>
                <a:gd name="csX5273" fmla="*/ 3137250 w 3230884"/>
                <a:gd name="csY5273" fmla="*/ 690797 h 1498637"/>
                <a:gd name="csX5274" fmla="*/ 3137727 w 3230884"/>
                <a:gd name="csY5274" fmla="*/ 693663 h 1498637"/>
                <a:gd name="csX5275" fmla="*/ 3138205 w 3230884"/>
                <a:gd name="csY5275" fmla="*/ 695096 h 1498637"/>
                <a:gd name="csX5276" fmla="*/ 3139160 w 3230884"/>
                <a:gd name="csY5276" fmla="*/ 694619 h 1498637"/>
                <a:gd name="csX5277" fmla="*/ 3141071 w 3230884"/>
                <a:gd name="csY5277" fmla="*/ 691275 h 1498637"/>
                <a:gd name="csX5278" fmla="*/ 3142027 w 3230884"/>
                <a:gd name="csY5278" fmla="*/ 689841 h 1498637"/>
                <a:gd name="csX5279" fmla="*/ 3144416 w 3230884"/>
                <a:gd name="csY5279" fmla="*/ 688886 h 1498637"/>
                <a:gd name="csX5280" fmla="*/ 3145848 w 3230884"/>
                <a:gd name="csY5280" fmla="*/ 693185 h 1498637"/>
                <a:gd name="csX5281" fmla="*/ 3144893 w 3230884"/>
                <a:gd name="csY5281" fmla="*/ 699874 h 1498637"/>
                <a:gd name="csX5282" fmla="*/ 3145848 w 3230884"/>
                <a:gd name="csY5282" fmla="*/ 699874 h 1498637"/>
                <a:gd name="csX5283" fmla="*/ 3146326 w 3230884"/>
                <a:gd name="csY5283" fmla="*/ 699396 h 1498637"/>
                <a:gd name="csX5284" fmla="*/ 3147282 w 3230884"/>
                <a:gd name="csY5284" fmla="*/ 697485 h 1498637"/>
                <a:gd name="csX5285" fmla="*/ 3148237 w 3230884"/>
                <a:gd name="csY5285" fmla="*/ 696530 h 1498637"/>
                <a:gd name="csX5286" fmla="*/ 3149670 w 3230884"/>
                <a:gd name="csY5286" fmla="*/ 694141 h 1498637"/>
                <a:gd name="csX5287" fmla="*/ 3150626 w 3230884"/>
                <a:gd name="csY5287" fmla="*/ 690797 h 1498637"/>
                <a:gd name="csX5288" fmla="*/ 3149193 w 3230884"/>
                <a:gd name="csY5288" fmla="*/ 688408 h 1498637"/>
                <a:gd name="csX5289" fmla="*/ 3147759 w 3230884"/>
                <a:gd name="csY5289" fmla="*/ 686975 h 1498637"/>
                <a:gd name="csX5290" fmla="*/ 3144416 w 3230884"/>
                <a:gd name="csY5290" fmla="*/ 686019 h 1498637"/>
                <a:gd name="csX5291" fmla="*/ 3142505 w 3230884"/>
                <a:gd name="csY5291" fmla="*/ 684109 h 1498637"/>
                <a:gd name="csX5292" fmla="*/ 3141549 w 3230884"/>
                <a:gd name="csY5292" fmla="*/ 681720 h 1498637"/>
                <a:gd name="csX5293" fmla="*/ 3143460 w 3230884"/>
                <a:gd name="csY5293" fmla="*/ 680765 h 1498637"/>
                <a:gd name="csX5294" fmla="*/ 3144893 w 3230884"/>
                <a:gd name="csY5294" fmla="*/ 679331 h 1498637"/>
                <a:gd name="csX5295" fmla="*/ 3146326 w 3230884"/>
                <a:gd name="csY5295" fmla="*/ 675032 h 1498637"/>
                <a:gd name="csX5296" fmla="*/ 3145848 w 3230884"/>
                <a:gd name="csY5296" fmla="*/ 672643 h 1498637"/>
                <a:gd name="csX5297" fmla="*/ 3145371 w 3230884"/>
                <a:gd name="csY5297" fmla="*/ 670732 h 1498637"/>
                <a:gd name="csX5298" fmla="*/ 3144416 w 3230884"/>
                <a:gd name="csY5298" fmla="*/ 667388 h 1498637"/>
                <a:gd name="csX5299" fmla="*/ 3142982 w 3230884"/>
                <a:gd name="csY5299" fmla="*/ 665477 h 1498637"/>
                <a:gd name="csX5300" fmla="*/ 3140593 w 3230884"/>
                <a:gd name="csY5300" fmla="*/ 664522 h 1498637"/>
                <a:gd name="csX5301" fmla="*/ 3139638 w 3230884"/>
                <a:gd name="csY5301" fmla="*/ 663089 h 1498637"/>
                <a:gd name="csX5302" fmla="*/ 3137727 w 3230884"/>
                <a:gd name="csY5302" fmla="*/ 663089 h 1498637"/>
                <a:gd name="csX5303" fmla="*/ 3135816 w 3230884"/>
                <a:gd name="csY5303" fmla="*/ 662611 h 1498637"/>
                <a:gd name="csX5304" fmla="*/ 3135339 w 3230884"/>
                <a:gd name="csY5304" fmla="*/ 661655 h 1498637"/>
                <a:gd name="csX5305" fmla="*/ 3135339 w 3230884"/>
                <a:gd name="csY5305" fmla="*/ 660700 h 1498637"/>
                <a:gd name="csX5306" fmla="*/ 3137250 w 3230884"/>
                <a:gd name="csY5306" fmla="*/ 660222 h 1498637"/>
                <a:gd name="csX5307" fmla="*/ 3148715 w 3230884"/>
                <a:gd name="csY5307" fmla="*/ 659744 h 1498637"/>
                <a:gd name="csX5308" fmla="*/ 3152537 w 3230884"/>
                <a:gd name="csY5308" fmla="*/ 657833 h 1498637"/>
                <a:gd name="csX5309" fmla="*/ 3154448 w 3230884"/>
                <a:gd name="csY5309" fmla="*/ 658789 h 1498637"/>
                <a:gd name="csX5310" fmla="*/ 3156359 w 3230884"/>
                <a:gd name="csY5310" fmla="*/ 659744 h 1498637"/>
                <a:gd name="csX5311" fmla="*/ 3163047 w 3230884"/>
                <a:gd name="csY5311" fmla="*/ 661655 h 1498637"/>
                <a:gd name="csX5312" fmla="*/ 3162569 w 3230884"/>
                <a:gd name="csY5312" fmla="*/ 662133 h 1498637"/>
                <a:gd name="csX5313" fmla="*/ 3161614 w 3230884"/>
                <a:gd name="csY5313" fmla="*/ 663089 h 1498637"/>
                <a:gd name="csX5314" fmla="*/ 3159703 w 3230884"/>
                <a:gd name="csY5314" fmla="*/ 666910 h 1498637"/>
                <a:gd name="csX5315" fmla="*/ 3159225 w 3230884"/>
                <a:gd name="csY5315" fmla="*/ 668821 h 1498637"/>
                <a:gd name="csX5316" fmla="*/ 3159225 w 3230884"/>
                <a:gd name="csY5316" fmla="*/ 671688 h 1498637"/>
                <a:gd name="csX5317" fmla="*/ 3161136 w 3230884"/>
                <a:gd name="csY5317" fmla="*/ 672165 h 1498637"/>
                <a:gd name="csX5318" fmla="*/ 3162569 w 3230884"/>
                <a:gd name="csY5318" fmla="*/ 671210 h 1498637"/>
                <a:gd name="csX5319" fmla="*/ 3161614 w 3230884"/>
                <a:gd name="csY5319" fmla="*/ 668821 h 1498637"/>
                <a:gd name="csX5320" fmla="*/ 3161614 w 3230884"/>
                <a:gd name="csY5320" fmla="*/ 666433 h 1498637"/>
                <a:gd name="csX5321" fmla="*/ 3162091 w 3230884"/>
                <a:gd name="csY5321" fmla="*/ 664999 h 1498637"/>
                <a:gd name="csX5322" fmla="*/ 3163047 w 3230884"/>
                <a:gd name="csY5322" fmla="*/ 664999 h 1498637"/>
                <a:gd name="csX5323" fmla="*/ 3164958 w 3230884"/>
                <a:gd name="csY5323" fmla="*/ 666910 h 1498637"/>
                <a:gd name="csX5324" fmla="*/ 3166869 w 3230884"/>
                <a:gd name="csY5324" fmla="*/ 667388 h 1498637"/>
                <a:gd name="csX5325" fmla="*/ 3173079 w 3230884"/>
                <a:gd name="csY5325" fmla="*/ 668344 h 1498637"/>
                <a:gd name="csX5326" fmla="*/ 3174990 w 3230884"/>
                <a:gd name="csY5326" fmla="*/ 667866 h 1498637"/>
                <a:gd name="csX5327" fmla="*/ 3175468 w 3230884"/>
                <a:gd name="csY5327" fmla="*/ 666910 h 1498637"/>
                <a:gd name="csX5328" fmla="*/ 3174512 w 3230884"/>
                <a:gd name="csY5328" fmla="*/ 665955 h 1498637"/>
                <a:gd name="csX5329" fmla="*/ 3165913 w 3230884"/>
                <a:gd name="csY5329" fmla="*/ 663089 h 1498637"/>
                <a:gd name="csX5330" fmla="*/ 3165913 w 3230884"/>
                <a:gd name="csY5330" fmla="*/ 661655 h 1498637"/>
                <a:gd name="csX5331" fmla="*/ 3173557 w 3230884"/>
                <a:gd name="csY5331" fmla="*/ 663566 h 1498637"/>
                <a:gd name="csX5332" fmla="*/ 3176901 w 3230884"/>
                <a:gd name="csY5332" fmla="*/ 664999 h 1498637"/>
                <a:gd name="csX5333" fmla="*/ 3180245 w 3230884"/>
                <a:gd name="csY5333" fmla="*/ 666433 h 1498637"/>
                <a:gd name="csX5334" fmla="*/ 3185023 w 3230884"/>
                <a:gd name="csY5334" fmla="*/ 665955 h 1498637"/>
                <a:gd name="csX5335" fmla="*/ 3189800 w 3230884"/>
                <a:gd name="csY5335" fmla="*/ 667866 h 1498637"/>
                <a:gd name="csX5336" fmla="*/ 3194577 w 3230884"/>
                <a:gd name="csY5336" fmla="*/ 673121 h 1498637"/>
                <a:gd name="csX5337" fmla="*/ 3198399 w 3230884"/>
                <a:gd name="csY5337" fmla="*/ 679809 h 1498637"/>
                <a:gd name="csX5338" fmla="*/ 3202698 w 3230884"/>
                <a:gd name="csY5338" fmla="*/ 683631 h 1498637"/>
                <a:gd name="csX5339" fmla="*/ 3206998 w 3230884"/>
                <a:gd name="csY5339" fmla="*/ 686497 h 1498637"/>
                <a:gd name="csX5340" fmla="*/ 3214642 w 3230884"/>
                <a:gd name="csY5340" fmla="*/ 694141 h 1498637"/>
                <a:gd name="csX5341" fmla="*/ 3215597 w 3230884"/>
                <a:gd name="csY5341" fmla="*/ 695096 h 1498637"/>
                <a:gd name="csX5342" fmla="*/ 3216075 w 3230884"/>
                <a:gd name="csY5342" fmla="*/ 696052 h 1498637"/>
                <a:gd name="csX5343" fmla="*/ 3214642 w 3230884"/>
                <a:gd name="csY5343" fmla="*/ 697485 h 1498637"/>
                <a:gd name="csX5344" fmla="*/ 3213686 w 3230884"/>
                <a:gd name="csY5344" fmla="*/ 699396 h 1498637"/>
                <a:gd name="csX5345" fmla="*/ 3216075 w 3230884"/>
                <a:gd name="csY5345" fmla="*/ 697963 h 1498637"/>
                <a:gd name="csX5346" fmla="*/ 3218464 w 3230884"/>
                <a:gd name="csY5346" fmla="*/ 697007 h 1498637"/>
                <a:gd name="csX5347" fmla="*/ 3219419 w 3230884"/>
                <a:gd name="csY5347" fmla="*/ 697007 h 1498637"/>
                <a:gd name="csX5348" fmla="*/ 3220852 w 3230884"/>
                <a:gd name="csY5348" fmla="*/ 697963 h 1498637"/>
                <a:gd name="csX5349" fmla="*/ 3221330 w 3230884"/>
                <a:gd name="csY5349" fmla="*/ 699874 h 1498637"/>
                <a:gd name="csX5350" fmla="*/ 3221807 w 3230884"/>
                <a:gd name="csY5350" fmla="*/ 701307 h 1498637"/>
                <a:gd name="csX5351" fmla="*/ 3220852 w 3230884"/>
                <a:gd name="csY5351" fmla="*/ 702740 h 1498637"/>
                <a:gd name="csX5352" fmla="*/ 3227540 w 3230884"/>
                <a:gd name="csY5352" fmla="*/ 703218 h 1498637"/>
                <a:gd name="csX5353" fmla="*/ 3229929 w 3230884"/>
                <a:gd name="csY5353" fmla="*/ 704173 h 14986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  <a:cxn ang="0">
                  <a:pos x="csX4128" y="csY4128"/>
                </a:cxn>
                <a:cxn ang="0">
                  <a:pos x="csX4129" y="csY4129"/>
                </a:cxn>
                <a:cxn ang="0">
                  <a:pos x="csX4130" y="csY4130"/>
                </a:cxn>
                <a:cxn ang="0">
                  <a:pos x="csX4131" y="csY4131"/>
                </a:cxn>
                <a:cxn ang="0">
                  <a:pos x="csX4132" y="csY4132"/>
                </a:cxn>
                <a:cxn ang="0">
                  <a:pos x="csX4133" y="csY4133"/>
                </a:cxn>
                <a:cxn ang="0">
                  <a:pos x="csX4134" y="csY4134"/>
                </a:cxn>
                <a:cxn ang="0">
                  <a:pos x="csX4135" y="csY4135"/>
                </a:cxn>
                <a:cxn ang="0">
                  <a:pos x="csX4136" y="csY4136"/>
                </a:cxn>
                <a:cxn ang="0">
                  <a:pos x="csX4137" y="csY4137"/>
                </a:cxn>
                <a:cxn ang="0">
                  <a:pos x="csX4138" y="csY4138"/>
                </a:cxn>
                <a:cxn ang="0">
                  <a:pos x="csX4139" y="csY4139"/>
                </a:cxn>
                <a:cxn ang="0">
                  <a:pos x="csX4140" y="csY4140"/>
                </a:cxn>
                <a:cxn ang="0">
                  <a:pos x="csX4141" y="csY4141"/>
                </a:cxn>
                <a:cxn ang="0">
                  <a:pos x="csX4142" y="csY4142"/>
                </a:cxn>
                <a:cxn ang="0">
                  <a:pos x="csX4143" y="csY4143"/>
                </a:cxn>
                <a:cxn ang="0">
                  <a:pos x="csX4144" y="csY4144"/>
                </a:cxn>
                <a:cxn ang="0">
                  <a:pos x="csX4145" y="csY4145"/>
                </a:cxn>
                <a:cxn ang="0">
                  <a:pos x="csX4146" y="csY4146"/>
                </a:cxn>
                <a:cxn ang="0">
                  <a:pos x="csX4147" y="csY4147"/>
                </a:cxn>
                <a:cxn ang="0">
                  <a:pos x="csX4148" y="csY4148"/>
                </a:cxn>
                <a:cxn ang="0">
                  <a:pos x="csX4149" y="csY4149"/>
                </a:cxn>
                <a:cxn ang="0">
                  <a:pos x="csX4150" y="csY4150"/>
                </a:cxn>
                <a:cxn ang="0">
                  <a:pos x="csX4151" y="csY4151"/>
                </a:cxn>
                <a:cxn ang="0">
                  <a:pos x="csX4152" y="csY4152"/>
                </a:cxn>
                <a:cxn ang="0">
                  <a:pos x="csX4153" y="csY4153"/>
                </a:cxn>
                <a:cxn ang="0">
                  <a:pos x="csX4154" y="csY4154"/>
                </a:cxn>
                <a:cxn ang="0">
                  <a:pos x="csX4155" y="csY4155"/>
                </a:cxn>
                <a:cxn ang="0">
                  <a:pos x="csX4156" y="csY4156"/>
                </a:cxn>
                <a:cxn ang="0">
                  <a:pos x="csX4157" y="csY4157"/>
                </a:cxn>
                <a:cxn ang="0">
                  <a:pos x="csX4158" y="csY4158"/>
                </a:cxn>
                <a:cxn ang="0">
                  <a:pos x="csX4159" y="csY4159"/>
                </a:cxn>
                <a:cxn ang="0">
                  <a:pos x="csX4160" y="csY4160"/>
                </a:cxn>
                <a:cxn ang="0">
                  <a:pos x="csX4161" y="csY4161"/>
                </a:cxn>
                <a:cxn ang="0">
                  <a:pos x="csX4162" y="csY4162"/>
                </a:cxn>
                <a:cxn ang="0">
                  <a:pos x="csX4163" y="csY4163"/>
                </a:cxn>
                <a:cxn ang="0">
                  <a:pos x="csX4164" y="csY4164"/>
                </a:cxn>
                <a:cxn ang="0">
                  <a:pos x="csX4165" y="csY4165"/>
                </a:cxn>
                <a:cxn ang="0">
                  <a:pos x="csX4166" y="csY4166"/>
                </a:cxn>
                <a:cxn ang="0">
                  <a:pos x="csX4167" y="csY4167"/>
                </a:cxn>
                <a:cxn ang="0">
                  <a:pos x="csX4168" y="csY4168"/>
                </a:cxn>
                <a:cxn ang="0">
                  <a:pos x="csX4169" y="csY4169"/>
                </a:cxn>
                <a:cxn ang="0">
                  <a:pos x="csX4170" y="csY4170"/>
                </a:cxn>
                <a:cxn ang="0">
                  <a:pos x="csX4171" y="csY4171"/>
                </a:cxn>
                <a:cxn ang="0">
                  <a:pos x="csX4172" y="csY4172"/>
                </a:cxn>
                <a:cxn ang="0">
                  <a:pos x="csX4173" y="csY4173"/>
                </a:cxn>
                <a:cxn ang="0">
                  <a:pos x="csX4174" y="csY4174"/>
                </a:cxn>
                <a:cxn ang="0">
                  <a:pos x="csX4175" y="csY4175"/>
                </a:cxn>
                <a:cxn ang="0">
                  <a:pos x="csX4176" y="csY4176"/>
                </a:cxn>
                <a:cxn ang="0">
                  <a:pos x="csX4177" y="csY4177"/>
                </a:cxn>
                <a:cxn ang="0">
                  <a:pos x="csX4178" y="csY4178"/>
                </a:cxn>
                <a:cxn ang="0">
                  <a:pos x="csX4179" y="csY4179"/>
                </a:cxn>
                <a:cxn ang="0">
                  <a:pos x="csX4180" y="csY4180"/>
                </a:cxn>
                <a:cxn ang="0">
                  <a:pos x="csX4181" y="csY4181"/>
                </a:cxn>
                <a:cxn ang="0">
                  <a:pos x="csX4182" y="csY4182"/>
                </a:cxn>
                <a:cxn ang="0">
                  <a:pos x="csX4183" y="csY4183"/>
                </a:cxn>
                <a:cxn ang="0">
                  <a:pos x="csX4184" y="csY4184"/>
                </a:cxn>
                <a:cxn ang="0">
                  <a:pos x="csX4185" y="csY4185"/>
                </a:cxn>
                <a:cxn ang="0">
                  <a:pos x="csX4186" y="csY4186"/>
                </a:cxn>
                <a:cxn ang="0">
                  <a:pos x="csX4187" y="csY4187"/>
                </a:cxn>
                <a:cxn ang="0">
                  <a:pos x="csX4188" y="csY4188"/>
                </a:cxn>
                <a:cxn ang="0">
                  <a:pos x="csX4189" y="csY4189"/>
                </a:cxn>
                <a:cxn ang="0">
                  <a:pos x="csX4190" y="csY4190"/>
                </a:cxn>
                <a:cxn ang="0">
                  <a:pos x="csX4191" y="csY4191"/>
                </a:cxn>
                <a:cxn ang="0">
                  <a:pos x="csX4192" y="csY4192"/>
                </a:cxn>
                <a:cxn ang="0">
                  <a:pos x="csX4193" y="csY4193"/>
                </a:cxn>
                <a:cxn ang="0">
                  <a:pos x="csX4194" y="csY4194"/>
                </a:cxn>
                <a:cxn ang="0">
                  <a:pos x="csX4195" y="csY4195"/>
                </a:cxn>
                <a:cxn ang="0">
                  <a:pos x="csX4196" y="csY4196"/>
                </a:cxn>
                <a:cxn ang="0">
                  <a:pos x="csX4197" y="csY4197"/>
                </a:cxn>
                <a:cxn ang="0">
                  <a:pos x="csX4198" y="csY4198"/>
                </a:cxn>
                <a:cxn ang="0">
                  <a:pos x="csX4199" y="csY4199"/>
                </a:cxn>
                <a:cxn ang="0">
                  <a:pos x="csX4200" y="csY4200"/>
                </a:cxn>
                <a:cxn ang="0">
                  <a:pos x="csX4201" y="csY4201"/>
                </a:cxn>
                <a:cxn ang="0">
                  <a:pos x="csX4202" y="csY4202"/>
                </a:cxn>
                <a:cxn ang="0">
                  <a:pos x="csX4203" y="csY4203"/>
                </a:cxn>
                <a:cxn ang="0">
                  <a:pos x="csX4204" y="csY4204"/>
                </a:cxn>
                <a:cxn ang="0">
                  <a:pos x="csX4205" y="csY4205"/>
                </a:cxn>
                <a:cxn ang="0">
                  <a:pos x="csX4206" y="csY4206"/>
                </a:cxn>
                <a:cxn ang="0">
                  <a:pos x="csX4207" y="csY4207"/>
                </a:cxn>
                <a:cxn ang="0">
                  <a:pos x="csX4208" y="csY4208"/>
                </a:cxn>
                <a:cxn ang="0">
                  <a:pos x="csX4209" y="csY4209"/>
                </a:cxn>
                <a:cxn ang="0">
                  <a:pos x="csX4210" y="csY4210"/>
                </a:cxn>
                <a:cxn ang="0">
                  <a:pos x="csX4211" y="csY4211"/>
                </a:cxn>
                <a:cxn ang="0">
                  <a:pos x="csX4212" y="csY4212"/>
                </a:cxn>
                <a:cxn ang="0">
                  <a:pos x="csX4213" y="csY4213"/>
                </a:cxn>
                <a:cxn ang="0">
                  <a:pos x="csX4214" y="csY4214"/>
                </a:cxn>
                <a:cxn ang="0">
                  <a:pos x="csX4215" y="csY4215"/>
                </a:cxn>
                <a:cxn ang="0">
                  <a:pos x="csX4216" y="csY4216"/>
                </a:cxn>
                <a:cxn ang="0">
                  <a:pos x="csX4217" y="csY4217"/>
                </a:cxn>
                <a:cxn ang="0">
                  <a:pos x="csX4218" y="csY4218"/>
                </a:cxn>
                <a:cxn ang="0">
                  <a:pos x="csX4219" y="csY4219"/>
                </a:cxn>
                <a:cxn ang="0">
                  <a:pos x="csX4220" y="csY4220"/>
                </a:cxn>
                <a:cxn ang="0">
                  <a:pos x="csX4221" y="csY4221"/>
                </a:cxn>
                <a:cxn ang="0">
                  <a:pos x="csX4222" y="csY4222"/>
                </a:cxn>
                <a:cxn ang="0">
                  <a:pos x="csX4223" y="csY4223"/>
                </a:cxn>
                <a:cxn ang="0">
                  <a:pos x="csX4224" y="csY4224"/>
                </a:cxn>
                <a:cxn ang="0">
                  <a:pos x="csX4225" y="csY4225"/>
                </a:cxn>
                <a:cxn ang="0">
                  <a:pos x="csX4226" y="csY4226"/>
                </a:cxn>
                <a:cxn ang="0">
                  <a:pos x="csX4227" y="csY4227"/>
                </a:cxn>
                <a:cxn ang="0">
                  <a:pos x="csX4228" y="csY4228"/>
                </a:cxn>
                <a:cxn ang="0">
                  <a:pos x="csX4229" y="csY4229"/>
                </a:cxn>
                <a:cxn ang="0">
                  <a:pos x="csX4230" y="csY4230"/>
                </a:cxn>
                <a:cxn ang="0">
                  <a:pos x="csX4231" y="csY4231"/>
                </a:cxn>
                <a:cxn ang="0">
                  <a:pos x="csX4232" y="csY4232"/>
                </a:cxn>
                <a:cxn ang="0">
                  <a:pos x="csX4233" y="csY4233"/>
                </a:cxn>
                <a:cxn ang="0">
                  <a:pos x="csX4234" y="csY4234"/>
                </a:cxn>
                <a:cxn ang="0">
                  <a:pos x="csX4235" y="csY4235"/>
                </a:cxn>
                <a:cxn ang="0">
                  <a:pos x="csX4236" y="csY4236"/>
                </a:cxn>
                <a:cxn ang="0">
                  <a:pos x="csX4237" y="csY4237"/>
                </a:cxn>
                <a:cxn ang="0">
                  <a:pos x="csX4238" y="csY4238"/>
                </a:cxn>
                <a:cxn ang="0">
                  <a:pos x="csX4239" y="csY4239"/>
                </a:cxn>
                <a:cxn ang="0">
                  <a:pos x="csX4240" y="csY4240"/>
                </a:cxn>
                <a:cxn ang="0">
                  <a:pos x="csX4241" y="csY4241"/>
                </a:cxn>
                <a:cxn ang="0">
                  <a:pos x="csX4242" y="csY4242"/>
                </a:cxn>
                <a:cxn ang="0">
                  <a:pos x="csX4243" y="csY4243"/>
                </a:cxn>
                <a:cxn ang="0">
                  <a:pos x="csX4244" y="csY4244"/>
                </a:cxn>
                <a:cxn ang="0">
                  <a:pos x="csX4245" y="csY4245"/>
                </a:cxn>
                <a:cxn ang="0">
                  <a:pos x="csX4246" y="csY4246"/>
                </a:cxn>
                <a:cxn ang="0">
                  <a:pos x="csX4247" y="csY4247"/>
                </a:cxn>
                <a:cxn ang="0">
                  <a:pos x="csX4248" y="csY4248"/>
                </a:cxn>
                <a:cxn ang="0">
                  <a:pos x="csX4249" y="csY4249"/>
                </a:cxn>
                <a:cxn ang="0">
                  <a:pos x="csX4250" y="csY4250"/>
                </a:cxn>
                <a:cxn ang="0">
                  <a:pos x="csX4251" y="csY4251"/>
                </a:cxn>
                <a:cxn ang="0">
                  <a:pos x="csX4252" y="csY4252"/>
                </a:cxn>
                <a:cxn ang="0">
                  <a:pos x="csX4253" y="csY4253"/>
                </a:cxn>
                <a:cxn ang="0">
                  <a:pos x="csX4254" y="csY4254"/>
                </a:cxn>
                <a:cxn ang="0">
                  <a:pos x="csX4255" y="csY4255"/>
                </a:cxn>
                <a:cxn ang="0">
                  <a:pos x="csX4256" y="csY4256"/>
                </a:cxn>
                <a:cxn ang="0">
                  <a:pos x="csX4257" y="csY4257"/>
                </a:cxn>
                <a:cxn ang="0">
                  <a:pos x="csX4258" y="csY4258"/>
                </a:cxn>
                <a:cxn ang="0">
                  <a:pos x="csX4259" y="csY4259"/>
                </a:cxn>
                <a:cxn ang="0">
                  <a:pos x="csX4260" y="csY4260"/>
                </a:cxn>
                <a:cxn ang="0">
                  <a:pos x="csX4261" y="csY4261"/>
                </a:cxn>
                <a:cxn ang="0">
                  <a:pos x="csX4262" y="csY4262"/>
                </a:cxn>
                <a:cxn ang="0">
                  <a:pos x="csX4263" y="csY4263"/>
                </a:cxn>
                <a:cxn ang="0">
                  <a:pos x="csX4264" y="csY4264"/>
                </a:cxn>
                <a:cxn ang="0">
                  <a:pos x="csX4265" y="csY4265"/>
                </a:cxn>
                <a:cxn ang="0">
                  <a:pos x="csX4266" y="csY4266"/>
                </a:cxn>
                <a:cxn ang="0">
                  <a:pos x="csX4267" y="csY4267"/>
                </a:cxn>
                <a:cxn ang="0">
                  <a:pos x="csX4268" y="csY4268"/>
                </a:cxn>
                <a:cxn ang="0">
                  <a:pos x="csX4269" y="csY4269"/>
                </a:cxn>
                <a:cxn ang="0">
                  <a:pos x="csX4270" y="csY4270"/>
                </a:cxn>
                <a:cxn ang="0">
                  <a:pos x="csX4271" y="csY4271"/>
                </a:cxn>
                <a:cxn ang="0">
                  <a:pos x="csX4272" y="csY4272"/>
                </a:cxn>
                <a:cxn ang="0">
                  <a:pos x="csX4273" y="csY4273"/>
                </a:cxn>
                <a:cxn ang="0">
                  <a:pos x="csX4274" y="csY4274"/>
                </a:cxn>
                <a:cxn ang="0">
                  <a:pos x="csX4275" y="csY4275"/>
                </a:cxn>
                <a:cxn ang="0">
                  <a:pos x="csX4276" y="csY4276"/>
                </a:cxn>
                <a:cxn ang="0">
                  <a:pos x="csX4277" y="csY4277"/>
                </a:cxn>
                <a:cxn ang="0">
                  <a:pos x="csX4278" y="csY4278"/>
                </a:cxn>
                <a:cxn ang="0">
                  <a:pos x="csX4279" y="csY4279"/>
                </a:cxn>
                <a:cxn ang="0">
                  <a:pos x="csX4280" y="csY4280"/>
                </a:cxn>
                <a:cxn ang="0">
                  <a:pos x="csX4281" y="csY4281"/>
                </a:cxn>
                <a:cxn ang="0">
                  <a:pos x="csX4282" y="csY4282"/>
                </a:cxn>
                <a:cxn ang="0">
                  <a:pos x="csX4283" y="csY4283"/>
                </a:cxn>
                <a:cxn ang="0">
                  <a:pos x="csX4284" y="csY4284"/>
                </a:cxn>
                <a:cxn ang="0">
                  <a:pos x="csX4285" y="csY4285"/>
                </a:cxn>
                <a:cxn ang="0">
                  <a:pos x="csX4286" y="csY4286"/>
                </a:cxn>
                <a:cxn ang="0">
                  <a:pos x="csX4287" y="csY4287"/>
                </a:cxn>
                <a:cxn ang="0">
                  <a:pos x="csX4288" y="csY4288"/>
                </a:cxn>
                <a:cxn ang="0">
                  <a:pos x="csX4289" y="csY4289"/>
                </a:cxn>
                <a:cxn ang="0">
                  <a:pos x="csX4290" y="csY4290"/>
                </a:cxn>
                <a:cxn ang="0">
                  <a:pos x="csX4291" y="csY4291"/>
                </a:cxn>
                <a:cxn ang="0">
                  <a:pos x="csX4292" y="csY4292"/>
                </a:cxn>
                <a:cxn ang="0">
                  <a:pos x="csX4293" y="csY4293"/>
                </a:cxn>
                <a:cxn ang="0">
                  <a:pos x="csX4294" y="csY4294"/>
                </a:cxn>
                <a:cxn ang="0">
                  <a:pos x="csX4295" y="csY4295"/>
                </a:cxn>
                <a:cxn ang="0">
                  <a:pos x="csX4296" y="csY4296"/>
                </a:cxn>
                <a:cxn ang="0">
                  <a:pos x="csX4297" y="csY4297"/>
                </a:cxn>
                <a:cxn ang="0">
                  <a:pos x="csX4298" y="csY4298"/>
                </a:cxn>
                <a:cxn ang="0">
                  <a:pos x="csX4299" y="csY4299"/>
                </a:cxn>
                <a:cxn ang="0">
                  <a:pos x="csX4300" y="csY4300"/>
                </a:cxn>
                <a:cxn ang="0">
                  <a:pos x="csX4301" y="csY4301"/>
                </a:cxn>
                <a:cxn ang="0">
                  <a:pos x="csX4302" y="csY4302"/>
                </a:cxn>
                <a:cxn ang="0">
                  <a:pos x="csX4303" y="csY4303"/>
                </a:cxn>
                <a:cxn ang="0">
                  <a:pos x="csX4304" y="csY4304"/>
                </a:cxn>
                <a:cxn ang="0">
                  <a:pos x="csX4305" y="csY4305"/>
                </a:cxn>
                <a:cxn ang="0">
                  <a:pos x="csX4306" y="csY4306"/>
                </a:cxn>
                <a:cxn ang="0">
                  <a:pos x="csX4307" y="csY4307"/>
                </a:cxn>
                <a:cxn ang="0">
                  <a:pos x="csX4308" y="csY4308"/>
                </a:cxn>
                <a:cxn ang="0">
                  <a:pos x="csX4309" y="csY4309"/>
                </a:cxn>
                <a:cxn ang="0">
                  <a:pos x="csX4310" y="csY4310"/>
                </a:cxn>
                <a:cxn ang="0">
                  <a:pos x="csX4311" y="csY4311"/>
                </a:cxn>
                <a:cxn ang="0">
                  <a:pos x="csX4312" y="csY4312"/>
                </a:cxn>
                <a:cxn ang="0">
                  <a:pos x="csX4313" y="csY4313"/>
                </a:cxn>
                <a:cxn ang="0">
                  <a:pos x="csX4314" y="csY4314"/>
                </a:cxn>
                <a:cxn ang="0">
                  <a:pos x="csX4315" y="csY4315"/>
                </a:cxn>
                <a:cxn ang="0">
                  <a:pos x="csX4316" y="csY4316"/>
                </a:cxn>
                <a:cxn ang="0">
                  <a:pos x="csX4317" y="csY4317"/>
                </a:cxn>
                <a:cxn ang="0">
                  <a:pos x="csX4318" y="csY4318"/>
                </a:cxn>
                <a:cxn ang="0">
                  <a:pos x="csX4319" y="csY4319"/>
                </a:cxn>
                <a:cxn ang="0">
                  <a:pos x="csX4320" y="csY4320"/>
                </a:cxn>
                <a:cxn ang="0">
                  <a:pos x="csX4321" y="csY4321"/>
                </a:cxn>
                <a:cxn ang="0">
                  <a:pos x="csX4322" y="csY4322"/>
                </a:cxn>
                <a:cxn ang="0">
                  <a:pos x="csX4323" y="csY4323"/>
                </a:cxn>
                <a:cxn ang="0">
                  <a:pos x="csX4324" y="csY4324"/>
                </a:cxn>
                <a:cxn ang="0">
                  <a:pos x="csX4325" y="csY4325"/>
                </a:cxn>
                <a:cxn ang="0">
                  <a:pos x="csX4326" y="csY4326"/>
                </a:cxn>
                <a:cxn ang="0">
                  <a:pos x="csX4327" y="csY4327"/>
                </a:cxn>
                <a:cxn ang="0">
                  <a:pos x="csX4328" y="csY4328"/>
                </a:cxn>
                <a:cxn ang="0">
                  <a:pos x="csX4329" y="csY4329"/>
                </a:cxn>
                <a:cxn ang="0">
                  <a:pos x="csX4330" y="csY4330"/>
                </a:cxn>
                <a:cxn ang="0">
                  <a:pos x="csX4331" y="csY4331"/>
                </a:cxn>
                <a:cxn ang="0">
                  <a:pos x="csX4332" y="csY4332"/>
                </a:cxn>
                <a:cxn ang="0">
                  <a:pos x="csX4333" y="csY4333"/>
                </a:cxn>
                <a:cxn ang="0">
                  <a:pos x="csX4334" y="csY4334"/>
                </a:cxn>
                <a:cxn ang="0">
                  <a:pos x="csX4335" y="csY4335"/>
                </a:cxn>
                <a:cxn ang="0">
                  <a:pos x="csX4336" y="csY4336"/>
                </a:cxn>
                <a:cxn ang="0">
                  <a:pos x="csX4337" y="csY4337"/>
                </a:cxn>
                <a:cxn ang="0">
                  <a:pos x="csX4338" y="csY4338"/>
                </a:cxn>
                <a:cxn ang="0">
                  <a:pos x="csX4339" y="csY4339"/>
                </a:cxn>
                <a:cxn ang="0">
                  <a:pos x="csX4340" y="csY4340"/>
                </a:cxn>
                <a:cxn ang="0">
                  <a:pos x="csX4341" y="csY4341"/>
                </a:cxn>
                <a:cxn ang="0">
                  <a:pos x="csX4342" y="csY4342"/>
                </a:cxn>
                <a:cxn ang="0">
                  <a:pos x="csX4343" y="csY4343"/>
                </a:cxn>
                <a:cxn ang="0">
                  <a:pos x="csX4344" y="csY4344"/>
                </a:cxn>
                <a:cxn ang="0">
                  <a:pos x="csX4345" y="csY4345"/>
                </a:cxn>
                <a:cxn ang="0">
                  <a:pos x="csX4346" y="csY4346"/>
                </a:cxn>
                <a:cxn ang="0">
                  <a:pos x="csX4347" y="csY4347"/>
                </a:cxn>
                <a:cxn ang="0">
                  <a:pos x="csX4348" y="csY4348"/>
                </a:cxn>
                <a:cxn ang="0">
                  <a:pos x="csX4349" y="csY4349"/>
                </a:cxn>
                <a:cxn ang="0">
                  <a:pos x="csX4350" y="csY4350"/>
                </a:cxn>
                <a:cxn ang="0">
                  <a:pos x="csX4351" y="csY4351"/>
                </a:cxn>
                <a:cxn ang="0">
                  <a:pos x="csX4352" y="csY4352"/>
                </a:cxn>
                <a:cxn ang="0">
                  <a:pos x="csX4353" y="csY4353"/>
                </a:cxn>
                <a:cxn ang="0">
                  <a:pos x="csX4354" y="csY4354"/>
                </a:cxn>
                <a:cxn ang="0">
                  <a:pos x="csX4355" y="csY4355"/>
                </a:cxn>
                <a:cxn ang="0">
                  <a:pos x="csX4356" y="csY4356"/>
                </a:cxn>
                <a:cxn ang="0">
                  <a:pos x="csX4357" y="csY4357"/>
                </a:cxn>
                <a:cxn ang="0">
                  <a:pos x="csX4358" y="csY4358"/>
                </a:cxn>
                <a:cxn ang="0">
                  <a:pos x="csX4359" y="csY4359"/>
                </a:cxn>
                <a:cxn ang="0">
                  <a:pos x="csX4360" y="csY4360"/>
                </a:cxn>
                <a:cxn ang="0">
                  <a:pos x="csX4361" y="csY4361"/>
                </a:cxn>
                <a:cxn ang="0">
                  <a:pos x="csX4362" y="csY4362"/>
                </a:cxn>
                <a:cxn ang="0">
                  <a:pos x="csX4363" y="csY4363"/>
                </a:cxn>
                <a:cxn ang="0">
                  <a:pos x="csX4364" y="csY4364"/>
                </a:cxn>
                <a:cxn ang="0">
                  <a:pos x="csX4365" y="csY4365"/>
                </a:cxn>
                <a:cxn ang="0">
                  <a:pos x="csX4366" y="csY4366"/>
                </a:cxn>
                <a:cxn ang="0">
                  <a:pos x="csX4367" y="csY4367"/>
                </a:cxn>
                <a:cxn ang="0">
                  <a:pos x="csX4368" y="csY4368"/>
                </a:cxn>
                <a:cxn ang="0">
                  <a:pos x="csX4369" y="csY4369"/>
                </a:cxn>
                <a:cxn ang="0">
                  <a:pos x="csX4370" y="csY4370"/>
                </a:cxn>
                <a:cxn ang="0">
                  <a:pos x="csX4371" y="csY4371"/>
                </a:cxn>
                <a:cxn ang="0">
                  <a:pos x="csX4372" y="csY4372"/>
                </a:cxn>
                <a:cxn ang="0">
                  <a:pos x="csX4373" y="csY4373"/>
                </a:cxn>
                <a:cxn ang="0">
                  <a:pos x="csX4374" y="csY4374"/>
                </a:cxn>
                <a:cxn ang="0">
                  <a:pos x="csX4375" y="csY4375"/>
                </a:cxn>
                <a:cxn ang="0">
                  <a:pos x="csX4376" y="csY4376"/>
                </a:cxn>
                <a:cxn ang="0">
                  <a:pos x="csX4377" y="csY4377"/>
                </a:cxn>
                <a:cxn ang="0">
                  <a:pos x="csX4378" y="csY4378"/>
                </a:cxn>
                <a:cxn ang="0">
                  <a:pos x="csX4379" y="csY4379"/>
                </a:cxn>
                <a:cxn ang="0">
                  <a:pos x="csX4380" y="csY4380"/>
                </a:cxn>
                <a:cxn ang="0">
                  <a:pos x="csX4381" y="csY4381"/>
                </a:cxn>
                <a:cxn ang="0">
                  <a:pos x="csX4382" y="csY4382"/>
                </a:cxn>
                <a:cxn ang="0">
                  <a:pos x="csX4383" y="csY4383"/>
                </a:cxn>
                <a:cxn ang="0">
                  <a:pos x="csX4384" y="csY4384"/>
                </a:cxn>
                <a:cxn ang="0">
                  <a:pos x="csX4385" y="csY4385"/>
                </a:cxn>
                <a:cxn ang="0">
                  <a:pos x="csX4386" y="csY4386"/>
                </a:cxn>
                <a:cxn ang="0">
                  <a:pos x="csX4387" y="csY4387"/>
                </a:cxn>
                <a:cxn ang="0">
                  <a:pos x="csX4388" y="csY4388"/>
                </a:cxn>
                <a:cxn ang="0">
                  <a:pos x="csX4389" y="csY4389"/>
                </a:cxn>
                <a:cxn ang="0">
                  <a:pos x="csX4390" y="csY4390"/>
                </a:cxn>
                <a:cxn ang="0">
                  <a:pos x="csX4391" y="csY4391"/>
                </a:cxn>
                <a:cxn ang="0">
                  <a:pos x="csX4392" y="csY4392"/>
                </a:cxn>
                <a:cxn ang="0">
                  <a:pos x="csX4393" y="csY4393"/>
                </a:cxn>
                <a:cxn ang="0">
                  <a:pos x="csX4394" y="csY4394"/>
                </a:cxn>
                <a:cxn ang="0">
                  <a:pos x="csX4395" y="csY4395"/>
                </a:cxn>
                <a:cxn ang="0">
                  <a:pos x="csX4396" y="csY4396"/>
                </a:cxn>
                <a:cxn ang="0">
                  <a:pos x="csX4397" y="csY4397"/>
                </a:cxn>
                <a:cxn ang="0">
                  <a:pos x="csX4398" y="csY4398"/>
                </a:cxn>
                <a:cxn ang="0">
                  <a:pos x="csX4399" y="csY4399"/>
                </a:cxn>
                <a:cxn ang="0">
                  <a:pos x="csX4400" y="csY4400"/>
                </a:cxn>
                <a:cxn ang="0">
                  <a:pos x="csX4401" y="csY4401"/>
                </a:cxn>
                <a:cxn ang="0">
                  <a:pos x="csX4402" y="csY4402"/>
                </a:cxn>
                <a:cxn ang="0">
                  <a:pos x="csX4403" y="csY4403"/>
                </a:cxn>
                <a:cxn ang="0">
                  <a:pos x="csX4404" y="csY4404"/>
                </a:cxn>
                <a:cxn ang="0">
                  <a:pos x="csX4405" y="csY4405"/>
                </a:cxn>
                <a:cxn ang="0">
                  <a:pos x="csX4406" y="csY4406"/>
                </a:cxn>
                <a:cxn ang="0">
                  <a:pos x="csX4407" y="csY4407"/>
                </a:cxn>
                <a:cxn ang="0">
                  <a:pos x="csX4408" y="csY4408"/>
                </a:cxn>
                <a:cxn ang="0">
                  <a:pos x="csX4409" y="csY4409"/>
                </a:cxn>
                <a:cxn ang="0">
                  <a:pos x="csX4410" y="csY4410"/>
                </a:cxn>
                <a:cxn ang="0">
                  <a:pos x="csX4411" y="csY4411"/>
                </a:cxn>
                <a:cxn ang="0">
                  <a:pos x="csX4412" y="csY4412"/>
                </a:cxn>
                <a:cxn ang="0">
                  <a:pos x="csX4413" y="csY4413"/>
                </a:cxn>
                <a:cxn ang="0">
                  <a:pos x="csX4414" y="csY4414"/>
                </a:cxn>
                <a:cxn ang="0">
                  <a:pos x="csX4415" y="csY4415"/>
                </a:cxn>
                <a:cxn ang="0">
                  <a:pos x="csX4416" y="csY4416"/>
                </a:cxn>
                <a:cxn ang="0">
                  <a:pos x="csX4417" y="csY4417"/>
                </a:cxn>
                <a:cxn ang="0">
                  <a:pos x="csX4418" y="csY4418"/>
                </a:cxn>
                <a:cxn ang="0">
                  <a:pos x="csX4419" y="csY4419"/>
                </a:cxn>
                <a:cxn ang="0">
                  <a:pos x="csX4420" y="csY4420"/>
                </a:cxn>
                <a:cxn ang="0">
                  <a:pos x="csX4421" y="csY4421"/>
                </a:cxn>
                <a:cxn ang="0">
                  <a:pos x="csX4422" y="csY4422"/>
                </a:cxn>
                <a:cxn ang="0">
                  <a:pos x="csX4423" y="csY4423"/>
                </a:cxn>
                <a:cxn ang="0">
                  <a:pos x="csX4424" y="csY4424"/>
                </a:cxn>
                <a:cxn ang="0">
                  <a:pos x="csX4425" y="csY4425"/>
                </a:cxn>
                <a:cxn ang="0">
                  <a:pos x="csX4426" y="csY4426"/>
                </a:cxn>
                <a:cxn ang="0">
                  <a:pos x="csX4427" y="csY4427"/>
                </a:cxn>
                <a:cxn ang="0">
                  <a:pos x="csX4428" y="csY4428"/>
                </a:cxn>
                <a:cxn ang="0">
                  <a:pos x="csX4429" y="csY4429"/>
                </a:cxn>
                <a:cxn ang="0">
                  <a:pos x="csX4430" y="csY4430"/>
                </a:cxn>
                <a:cxn ang="0">
                  <a:pos x="csX4431" y="csY4431"/>
                </a:cxn>
                <a:cxn ang="0">
                  <a:pos x="csX4432" y="csY4432"/>
                </a:cxn>
                <a:cxn ang="0">
                  <a:pos x="csX4433" y="csY4433"/>
                </a:cxn>
                <a:cxn ang="0">
                  <a:pos x="csX4434" y="csY4434"/>
                </a:cxn>
                <a:cxn ang="0">
                  <a:pos x="csX4435" y="csY4435"/>
                </a:cxn>
                <a:cxn ang="0">
                  <a:pos x="csX4436" y="csY4436"/>
                </a:cxn>
                <a:cxn ang="0">
                  <a:pos x="csX4437" y="csY4437"/>
                </a:cxn>
                <a:cxn ang="0">
                  <a:pos x="csX4438" y="csY4438"/>
                </a:cxn>
                <a:cxn ang="0">
                  <a:pos x="csX4439" y="csY4439"/>
                </a:cxn>
                <a:cxn ang="0">
                  <a:pos x="csX4440" y="csY4440"/>
                </a:cxn>
                <a:cxn ang="0">
                  <a:pos x="csX4441" y="csY4441"/>
                </a:cxn>
                <a:cxn ang="0">
                  <a:pos x="csX4442" y="csY4442"/>
                </a:cxn>
                <a:cxn ang="0">
                  <a:pos x="csX4443" y="csY4443"/>
                </a:cxn>
                <a:cxn ang="0">
                  <a:pos x="csX4444" y="csY4444"/>
                </a:cxn>
                <a:cxn ang="0">
                  <a:pos x="csX4445" y="csY4445"/>
                </a:cxn>
                <a:cxn ang="0">
                  <a:pos x="csX4446" y="csY4446"/>
                </a:cxn>
                <a:cxn ang="0">
                  <a:pos x="csX4447" y="csY4447"/>
                </a:cxn>
                <a:cxn ang="0">
                  <a:pos x="csX4448" y="csY4448"/>
                </a:cxn>
                <a:cxn ang="0">
                  <a:pos x="csX4449" y="csY4449"/>
                </a:cxn>
                <a:cxn ang="0">
                  <a:pos x="csX4450" y="csY4450"/>
                </a:cxn>
                <a:cxn ang="0">
                  <a:pos x="csX4451" y="csY4451"/>
                </a:cxn>
                <a:cxn ang="0">
                  <a:pos x="csX4452" y="csY4452"/>
                </a:cxn>
                <a:cxn ang="0">
                  <a:pos x="csX4453" y="csY4453"/>
                </a:cxn>
                <a:cxn ang="0">
                  <a:pos x="csX4454" y="csY4454"/>
                </a:cxn>
                <a:cxn ang="0">
                  <a:pos x="csX4455" y="csY4455"/>
                </a:cxn>
                <a:cxn ang="0">
                  <a:pos x="csX4456" y="csY4456"/>
                </a:cxn>
                <a:cxn ang="0">
                  <a:pos x="csX4457" y="csY4457"/>
                </a:cxn>
                <a:cxn ang="0">
                  <a:pos x="csX4458" y="csY4458"/>
                </a:cxn>
                <a:cxn ang="0">
                  <a:pos x="csX4459" y="csY4459"/>
                </a:cxn>
                <a:cxn ang="0">
                  <a:pos x="csX4460" y="csY4460"/>
                </a:cxn>
                <a:cxn ang="0">
                  <a:pos x="csX4461" y="csY4461"/>
                </a:cxn>
                <a:cxn ang="0">
                  <a:pos x="csX4462" y="csY4462"/>
                </a:cxn>
                <a:cxn ang="0">
                  <a:pos x="csX4463" y="csY4463"/>
                </a:cxn>
                <a:cxn ang="0">
                  <a:pos x="csX4464" y="csY4464"/>
                </a:cxn>
                <a:cxn ang="0">
                  <a:pos x="csX4465" y="csY4465"/>
                </a:cxn>
                <a:cxn ang="0">
                  <a:pos x="csX4466" y="csY4466"/>
                </a:cxn>
                <a:cxn ang="0">
                  <a:pos x="csX4467" y="csY4467"/>
                </a:cxn>
                <a:cxn ang="0">
                  <a:pos x="csX4468" y="csY4468"/>
                </a:cxn>
                <a:cxn ang="0">
                  <a:pos x="csX4469" y="csY4469"/>
                </a:cxn>
                <a:cxn ang="0">
                  <a:pos x="csX4470" y="csY4470"/>
                </a:cxn>
                <a:cxn ang="0">
                  <a:pos x="csX4471" y="csY4471"/>
                </a:cxn>
                <a:cxn ang="0">
                  <a:pos x="csX4472" y="csY4472"/>
                </a:cxn>
                <a:cxn ang="0">
                  <a:pos x="csX4473" y="csY4473"/>
                </a:cxn>
                <a:cxn ang="0">
                  <a:pos x="csX4474" y="csY4474"/>
                </a:cxn>
                <a:cxn ang="0">
                  <a:pos x="csX4475" y="csY4475"/>
                </a:cxn>
                <a:cxn ang="0">
                  <a:pos x="csX4476" y="csY4476"/>
                </a:cxn>
                <a:cxn ang="0">
                  <a:pos x="csX4477" y="csY4477"/>
                </a:cxn>
                <a:cxn ang="0">
                  <a:pos x="csX4478" y="csY4478"/>
                </a:cxn>
                <a:cxn ang="0">
                  <a:pos x="csX4479" y="csY4479"/>
                </a:cxn>
                <a:cxn ang="0">
                  <a:pos x="csX4480" y="csY4480"/>
                </a:cxn>
                <a:cxn ang="0">
                  <a:pos x="csX4481" y="csY4481"/>
                </a:cxn>
                <a:cxn ang="0">
                  <a:pos x="csX4482" y="csY4482"/>
                </a:cxn>
                <a:cxn ang="0">
                  <a:pos x="csX4483" y="csY4483"/>
                </a:cxn>
                <a:cxn ang="0">
                  <a:pos x="csX4484" y="csY4484"/>
                </a:cxn>
                <a:cxn ang="0">
                  <a:pos x="csX4485" y="csY4485"/>
                </a:cxn>
                <a:cxn ang="0">
                  <a:pos x="csX4486" y="csY4486"/>
                </a:cxn>
                <a:cxn ang="0">
                  <a:pos x="csX4487" y="csY4487"/>
                </a:cxn>
                <a:cxn ang="0">
                  <a:pos x="csX4488" y="csY4488"/>
                </a:cxn>
                <a:cxn ang="0">
                  <a:pos x="csX4489" y="csY4489"/>
                </a:cxn>
                <a:cxn ang="0">
                  <a:pos x="csX4490" y="csY4490"/>
                </a:cxn>
                <a:cxn ang="0">
                  <a:pos x="csX4491" y="csY4491"/>
                </a:cxn>
                <a:cxn ang="0">
                  <a:pos x="csX4492" y="csY4492"/>
                </a:cxn>
                <a:cxn ang="0">
                  <a:pos x="csX4493" y="csY4493"/>
                </a:cxn>
                <a:cxn ang="0">
                  <a:pos x="csX4494" y="csY4494"/>
                </a:cxn>
                <a:cxn ang="0">
                  <a:pos x="csX4495" y="csY4495"/>
                </a:cxn>
                <a:cxn ang="0">
                  <a:pos x="csX4496" y="csY4496"/>
                </a:cxn>
                <a:cxn ang="0">
                  <a:pos x="csX4497" y="csY4497"/>
                </a:cxn>
                <a:cxn ang="0">
                  <a:pos x="csX4498" y="csY4498"/>
                </a:cxn>
                <a:cxn ang="0">
                  <a:pos x="csX4499" y="csY4499"/>
                </a:cxn>
                <a:cxn ang="0">
                  <a:pos x="csX4500" y="csY4500"/>
                </a:cxn>
                <a:cxn ang="0">
                  <a:pos x="csX4501" y="csY4501"/>
                </a:cxn>
                <a:cxn ang="0">
                  <a:pos x="csX4502" y="csY4502"/>
                </a:cxn>
                <a:cxn ang="0">
                  <a:pos x="csX4503" y="csY4503"/>
                </a:cxn>
                <a:cxn ang="0">
                  <a:pos x="csX4504" y="csY4504"/>
                </a:cxn>
                <a:cxn ang="0">
                  <a:pos x="csX4505" y="csY4505"/>
                </a:cxn>
                <a:cxn ang="0">
                  <a:pos x="csX4506" y="csY4506"/>
                </a:cxn>
                <a:cxn ang="0">
                  <a:pos x="csX4507" y="csY4507"/>
                </a:cxn>
                <a:cxn ang="0">
                  <a:pos x="csX4508" y="csY4508"/>
                </a:cxn>
                <a:cxn ang="0">
                  <a:pos x="csX4509" y="csY4509"/>
                </a:cxn>
                <a:cxn ang="0">
                  <a:pos x="csX4510" y="csY4510"/>
                </a:cxn>
                <a:cxn ang="0">
                  <a:pos x="csX4511" y="csY4511"/>
                </a:cxn>
                <a:cxn ang="0">
                  <a:pos x="csX4512" y="csY4512"/>
                </a:cxn>
                <a:cxn ang="0">
                  <a:pos x="csX4513" y="csY4513"/>
                </a:cxn>
                <a:cxn ang="0">
                  <a:pos x="csX4514" y="csY4514"/>
                </a:cxn>
                <a:cxn ang="0">
                  <a:pos x="csX4515" y="csY4515"/>
                </a:cxn>
                <a:cxn ang="0">
                  <a:pos x="csX4516" y="csY4516"/>
                </a:cxn>
                <a:cxn ang="0">
                  <a:pos x="csX4517" y="csY4517"/>
                </a:cxn>
                <a:cxn ang="0">
                  <a:pos x="csX4518" y="csY4518"/>
                </a:cxn>
                <a:cxn ang="0">
                  <a:pos x="csX4519" y="csY4519"/>
                </a:cxn>
                <a:cxn ang="0">
                  <a:pos x="csX4520" y="csY4520"/>
                </a:cxn>
                <a:cxn ang="0">
                  <a:pos x="csX4521" y="csY4521"/>
                </a:cxn>
                <a:cxn ang="0">
                  <a:pos x="csX4522" y="csY4522"/>
                </a:cxn>
                <a:cxn ang="0">
                  <a:pos x="csX4523" y="csY4523"/>
                </a:cxn>
                <a:cxn ang="0">
                  <a:pos x="csX4524" y="csY4524"/>
                </a:cxn>
                <a:cxn ang="0">
                  <a:pos x="csX4525" y="csY4525"/>
                </a:cxn>
                <a:cxn ang="0">
                  <a:pos x="csX4526" y="csY4526"/>
                </a:cxn>
                <a:cxn ang="0">
                  <a:pos x="csX4527" y="csY4527"/>
                </a:cxn>
                <a:cxn ang="0">
                  <a:pos x="csX4528" y="csY4528"/>
                </a:cxn>
                <a:cxn ang="0">
                  <a:pos x="csX4529" y="csY4529"/>
                </a:cxn>
                <a:cxn ang="0">
                  <a:pos x="csX4530" y="csY4530"/>
                </a:cxn>
                <a:cxn ang="0">
                  <a:pos x="csX4531" y="csY4531"/>
                </a:cxn>
                <a:cxn ang="0">
                  <a:pos x="csX4532" y="csY4532"/>
                </a:cxn>
                <a:cxn ang="0">
                  <a:pos x="csX4533" y="csY4533"/>
                </a:cxn>
                <a:cxn ang="0">
                  <a:pos x="csX4534" y="csY4534"/>
                </a:cxn>
                <a:cxn ang="0">
                  <a:pos x="csX4535" y="csY4535"/>
                </a:cxn>
                <a:cxn ang="0">
                  <a:pos x="csX4536" y="csY4536"/>
                </a:cxn>
                <a:cxn ang="0">
                  <a:pos x="csX4537" y="csY4537"/>
                </a:cxn>
                <a:cxn ang="0">
                  <a:pos x="csX4538" y="csY4538"/>
                </a:cxn>
                <a:cxn ang="0">
                  <a:pos x="csX4539" y="csY4539"/>
                </a:cxn>
                <a:cxn ang="0">
                  <a:pos x="csX4540" y="csY4540"/>
                </a:cxn>
                <a:cxn ang="0">
                  <a:pos x="csX4541" y="csY4541"/>
                </a:cxn>
                <a:cxn ang="0">
                  <a:pos x="csX4542" y="csY4542"/>
                </a:cxn>
                <a:cxn ang="0">
                  <a:pos x="csX4543" y="csY4543"/>
                </a:cxn>
                <a:cxn ang="0">
                  <a:pos x="csX4544" y="csY4544"/>
                </a:cxn>
                <a:cxn ang="0">
                  <a:pos x="csX4545" y="csY4545"/>
                </a:cxn>
                <a:cxn ang="0">
                  <a:pos x="csX4546" y="csY4546"/>
                </a:cxn>
                <a:cxn ang="0">
                  <a:pos x="csX4547" y="csY4547"/>
                </a:cxn>
                <a:cxn ang="0">
                  <a:pos x="csX4548" y="csY4548"/>
                </a:cxn>
                <a:cxn ang="0">
                  <a:pos x="csX4549" y="csY4549"/>
                </a:cxn>
                <a:cxn ang="0">
                  <a:pos x="csX4550" y="csY4550"/>
                </a:cxn>
                <a:cxn ang="0">
                  <a:pos x="csX4551" y="csY4551"/>
                </a:cxn>
                <a:cxn ang="0">
                  <a:pos x="csX4552" y="csY4552"/>
                </a:cxn>
                <a:cxn ang="0">
                  <a:pos x="csX4553" y="csY4553"/>
                </a:cxn>
                <a:cxn ang="0">
                  <a:pos x="csX4554" y="csY4554"/>
                </a:cxn>
                <a:cxn ang="0">
                  <a:pos x="csX4555" y="csY4555"/>
                </a:cxn>
                <a:cxn ang="0">
                  <a:pos x="csX4556" y="csY4556"/>
                </a:cxn>
                <a:cxn ang="0">
                  <a:pos x="csX4557" y="csY4557"/>
                </a:cxn>
                <a:cxn ang="0">
                  <a:pos x="csX4558" y="csY4558"/>
                </a:cxn>
                <a:cxn ang="0">
                  <a:pos x="csX4559" y="csY4559"/>
                </a:cxn>
                <a:cxn ang="0">
                  <a:pos x="csX4560" y="csY4560"/>
                </a:cxn>
                <a:cxn ang="0">
                  <a:pos x="csX4561" y="csY4561"/>
                </a:cxn>
                <a:cxn ang="0">
                  <a:pos x="csX4562" y="csY4562"/>
                </a:cxn>
                <a:cxn ang="0">
                  <a:pos x="csX4563" y="csY4563"/>
                </a:cxn>
                <a:cxn ang="0">
                  <a:pos x="csX4564" y="csY4564"/>
                </a:cxn>
                <a:cxn ang="0">
                  <a:pos x="csX4565" y="csY4565"/>
                </a:cxn>
                <a:cxn ang="0">
                  <a:pos x="csX4566" y="csY4566"/>
                </a:cxn>
                <a:cxn ang="0">
                  <a:pos x="csX4567" y="csY4567"/>
                </a:cxn>
                <a:cxn ang="0">
                  <a:pos x="csX4568" y="csY4568"/>
                </a:cxn>
                <a:cxn ang="0">
                  <a:pos x="csX4569" y="csY4569"/>
                </a:cxn>
                <a:cxn ang="0">
                  <a:pos x="csX4570" y="csY4570"/>
                </a:cxn>
                <a:cxn ang="0">
                  <a:pos x="csX4571" y="csY4571"/>
                </a:cxn>
                <a:cxn ang="0">
                  <a:pos x="csX4572" y="csY4572"/>
                </a:cxn>
                <a:cxn ang="0">
                  <a:pos x="csX4573" y="csY4573"/>
                </a:cxn>
                <a:cxn ang="0">
                  <a:pos x="csX4574" y="csY4574"/>
                </a:cxn>
                <a:cxn ang="0">
                  <a:pos x="csX4575" y="csY4575"/>
                </a:cxn>
                <a:cxn ang="0">
                  <a:pos x="csX4576" y="csY4576"/>
                </a:cxn>
                <a:cxn ang="0">
                  <a:pos x="csX4577" y="csY4577"/>
                </a:cxn>
                <a:cxn ang="0">
                  <a:pos x="csX4578" y="csY4578"/>
                </a:cxn>
                <a:cxn ang="0">
                  <a:pos x="csX4579" y="csY4579"/>
                </a:cxn>
                <a:cxn ang="0">
                  <a:pos x="csX4580" y="csY4580"/>
                </a:cxn>
                <a:cxn ang="0">
                  <a:pos x="csX4581" y="csY4581"/>
                </a:cxn>
                <a:cxn ang="0">
                  <a:pos x="csX4582" y="csY4582"/>
                </a:cxn>
                <a:cxn ang="0">
                  <a:pos x="csX4583" y="csY4583"/>
                </a:cxn>
                <a:cxn ang="0">
                  <a:pos x="csX4584" y="csY4584"/>
                </a:cxn>
                <a:cxn ang="0">
                  <a:pos x="csX4585" y="csY4585"/>
                </a:cxn>
                <a:cxn ang="0">
                  <a:pos x="csX4586" y="csY4586"/>
                </a:cxn>
                <a:cxn ang="0">
                  <a:pos x="csX4587" y="csY4587"/>
                </a:cxn>
                <a:cxn ang="0">
                  <a:pos x="csX4588" y="csY4588"/>
                </a:cxn>
                <a:cxn ang="0">
                  <a:pos x="csX4589" y="csY4589"/>
                </a:cxn>
                <a:cxn ang="0">
                  <a:pos x="csX4590" y="csY4590"/>
                </a:cxn>
                <a:cxn ang="0">
                  <a:pos x="csX4591" y="csY4591"/>
                </a:cxn>
                <a:cxn ang="0">
                  <a:pos x="csX4592" y="csY4592"/>
                </a:cxn>
                <a:cxn ang="0">
                  <a:pos x="csX4593" y="csY4593"/>
                </a:cxn>
                <a:cxn ang="0">
                  <a:pos x="csX4594" y="csY4594"/>
                </a:cxn>
                <a:cxn ang="0">
                  <a:pos x="csX4595" y="csY4595"/>
                </a:cxn>
                <a:cxn ang="0">
                  <a:pos x="csX4596" y="csY4596"/>
                </a:cxn>
                <a:cxn ang="0">
                  <a:pos x="csX4597" y="csY4597"/>
                </a:cxn>
                <a:cxn ang="0">
                  <a:pos x="csX4598" y="csY4598"/>
                </a:cxn>
                <a:cxn ang="0">
                  <a:pos x="csX4599" y="csY4599"/>
                </a:cxn>
                <a:cxn ang="0">
                  <a:pos x="csX4600" y="csY4600"/>
                </a:cxn>
                <a:cxn ang="0">
                  <a:pos x="csX4601" y="csY4601"/>
                </a:cxn>
                <a:cxn ang="0">
                  <a:pos x="csX4602" y="csY4602"/>
                </a:cxn>
                <a:cxn ang="0">
                  <a:pos x="csX4603" y="csY4603"/>
                </a:cxn>
                <a:cxn ang="0">
                  <a:pos x="csX4604" y="csY4604"/>
                </a:cxn>
                <a:cxn ang="0">
                  <a:pos x="csX4605" y="csY4605"/>
                </a:cxn>
                <a:cxn ang="0">
                  <a:pos x="csX4606" y="csY4606"/>
                </a:cxn>
                <a:cxn ang="0">
                  <a:pos x="csX4607" y="csY4607"/>
                </a:cxn>
                <a:cxn ang="0">
                  <a:pos x="csX4608" y="csY4608"/>
                </a:cxn>
                <a:cxn ang="0">
                  <a:pos x="csX4609" y="csY4609"/>
                </a:cxn>
                <a:cxn ang="0">
                  <a:pos x="csX4610" y="csY4610"/>
                </a:cxn>
                <a:cxn ang="0">
                  <a:pos x="csX4611" y="csY4611"/>
                </a:cxn>
                <a:cxn ang="0">
                  <a:pos x="csX4612" y="csY4612"/>
                </a:cxn>
                <a:cxn ang="0">
                  <a:pos x="csX4613" y="csY4613"/>
                </a:cxn>
                <a:cxn ang="0">
                  <a:pos x="csX4614" y="csY4614"/>
                </a:cxn>
                <a:cxn ang="0">
                  <a:pos x="csX4615" y="csY4615"/>
                </a:cxn>
                <a:cxn ang="0">
                  <a:pos x="csX4616" y="csY4616"/>
                </a:cxn>
                <a:cxn ang="0">
                  <a:pos x="csX4617" y="csY4617"/>
                </a:cxn>
                <a:cxn ang="0">
                  <a:pos x="csX4618" y="csY4618"/>
                </a:cxn>
                <a:cxn ang="0">
                  <a:pos x="csX4619" y="csY4619"/>
                </a:cxn>
                <a:cxn ang="0">
                  <a:pos x="csX4620" y="csY4620"/>
                </a:cxn>
                <a:cxn ang="0">
                  <a:pos x="csX4621" y="csY4621"/>
                </a:cxn>
                <a:cxn ang="0">
                  <a:pos x="csX4622" y="csY4622"/>
                </a:cxn>
                <a:cxn ang="0">
                  <a:pos x="csX4623" y="csY4623"/>
                </a:cxn>
                <a:cxn ang="0">
                  <a:pos x="csX4624" y="csY4624"/>
                </a:cxn>
                <a:cxn ang="0">
                  <a:pos x="csX4625" y="csY4625"/>
                </a:cxn>
                <a:cxn ang="0">
                  <a:pos x="csX4626" y="csY4626"/>
                </a:cxn>
                <a:cxn ang="0">
                  <a:pos x="csX4627" y="csY4627"/>
                </a:cxn>
                <a:cxn ang="0">
                  <a:pos x="csX4628" y="csY4628"/>
                </a:cxn>
                <a:cxn ang="0">
                  <a:pos x="csX4629" y="csY4629"/>
                </a:cxn>
                <a:cxn ang="0">
                  <a:pos x="csX4630" y="csY4630"/>
                </a:cxn>
                <a:cxn ang="0">
                  <a:pos x="csX4631" y="csY4631"/>
                </a:cxn>
                <a:cxn ang="0">
                  <a:pos x="csX4632" y="csY4632"/>
                </a:cxn>
                <a:cxn ang="0">
                  <a:pos x="csX4633" y="csY4633"/>
                </a:cxn>
                <a:cxn ang="0">
                  <a:pos x="csX4634" y="csY4634"/>
                </a:cxn>
                <a:cxn ang="0">
                  <a:pos x="csX4635" y="csY4635"/>
                </a:cxn>
                <a:cxn ang="0">
                  <a:pos x="csX4636" y="csY4636"/>
                </a:cxn>
                <a:cxn ang="0">
                  <a:pos x="csX4637" y="csY4637"/>
                </a:cxn>
                <a:cxn ang="0">
                  <a:pos x="csX4638" y="csY4638"/>
                </a:cxn>
                <a:cxn ang="0">
                  <a:pos x="csX4639" y="csY4639"/>
                </a:cxn>
                <a:cxn ang="0">
                  <a:pos x="csX4640" y="csY4640"/>
                </a:cxn>
                <a:cxn ang="0">
                  <a:pos x="csX4641" y="csY4641"/>
                </a:cxn>
                <a:cxn ang="0">
                  <a:pos x="csX4642" y="csY4642"/>
                </a:cxn>
                <a:cxn ang="0">
                  <a:pos x="csX4643" y="csY4643"/>
                </a:cxn>
                <a:cxn ang="0">
                  <a:pos x="csX4644" y="csY4644"/>
                </a:cxn>
                <a:cxn ang="0">
                  <a:pos x="csX4645" y="csY4645"/>
                </a:cxn>
                <a:cxn ang="0">
                  <a:pos x="csX4646" y="csY4646"/>
                </a:cxn>
                <a:cxn ang="0">
                  <a:pos x="csX4647" y="csY4647"/>
                </a:cxn>
                <a:cxn ang="0">
                  <a:pos x="csX4648" y="csY4648"/>
                </a:cxn>
                <a:cxn ang="0">
                  <a:pos x="csX4649" y="csY4649"/>
                </a:cxn>
                <a:cxn ang="0">
                  <a:pos x="csX4650" y="csY4650"/>
                </a:cxn>
                <a:cxn ang="0">
                  <a:pos x="csX4651" y="csY4651"/>
                </a:cxn>
                <a:cxn ang="0">
                  <a:pos x="csX4652" y="csY4652"/>
                </a:cxn>
                <a:cxn ang="0">
                  <a:pos x="csX4653" y="csY4653"/>
                </a:cxn>
                <a:cxn ang="0">
                  <a:pos x="csX4654" y="csY4654"/>
                </a:cxn>
                <a:cxn ang="0">
                  <a:pos x="csX4655" y="csY4655"/>
                </a:cxn>
                <a:cxn ang="0">
                  <a:pos x="csX4656" y="csY4656"/>
                </a:cxn>
                <a:cxn ang="0">
                  <a:pos x="csX4657" y="csY4657"/>
                </a:cxn>
                <a:cxn ang="0">
                  <a:pos x="csX4658" y="csY4658"/>
                </a:cxn>
                <a:cxn ang="0">
                  <a:pos x="csX4659" y="csY4659"/>
                </a:cxn>
                <a:cxn ang="0">
                  <a:pos x="csX4660" y="csY4660"/>
                </a:cxn>
                <a:cxn ang="0">
                  <a:pos x="csX4661" y="csY4661"/>
                </a:cxn>
                <a:cxn ang="0">
                  <a:pos x="csX4662" y="csY4662"/>
                </a:cxn>
                <a:cxn ang="0">
                  <a:pos x="csX4663" y="csY4663"/>
                </a:cxn>
                <a:cxn ang="0">
                  <a:pos x="csX4664" y="csY4664"/>
                </a:cxn>
                <a:cxn ang="0">
                  <a:pos x="csX4665" y="csY4665"/>
                </a:cxn>
                <a:cxn ang="0">
                  <a:pos x="csX4666" y="csY4666"/>
                </a:cxn>
                <a:cxn ang="0">
                  <a:pos x="csX4667" y="csY4667"/>
                </a:cxn>
                <a:cxn ang="0">
                  <a:pos x="csX4668" y="csY4668"/>
                </a:cxn>
                <a:cxn ang="0">
                  <a:pos x="csX4669" y="csY4669"/>
                </a:cxn>
                <a:cxn ang="0">
                  <a:pos x="csX4670" y="csY4670"/>
                </a:cxn>
                <a:cxn ang="0">
                  <a:pos x="csX4671" y="csY4671"/>
                </a:cxn>
                <a:cxn ang="0">
                  <a:pos x="csX4672" y="csY4672"/>
                </a:cxn>
                <a:cxn ang="0">
                  <a:pos x="csX4673" y="csY4673"/>
                </a:cxn>
                <a:cxn ang="0">
                  <a:pos x="csX4674" y="csY4674"/>
                </a:cxn>
                <a:cxn ang="0">
                  <a:pos x="csX4675" y="csY4675"/>
                </a:cxn>
                <a:cxn ang="0">
                  <a:pos x="csX4676" y="csY4676"/>
                </a:cxn>
                <a:cxn ang="0">
                  <a:pos x="csX4677" y="csY4677"/>
                </a:cxn>
                <a:cxn ang="0">
                  <a:pos x="csX4678" y="csY4678"/>
                </a:cxn>
                <a:cxn ang="0">
                  <a:pos x="csX4679" y="csY4679"/>
                </a:cxn>
                <a:cxn ang="0">
                  <a:pos x="csX4680" y="csY4680"/>
                </a:cxn>
                <a:cxn ang="0">
                  <a:pos x="csX4681" y="csY4681"/>
                </a:cxn>
                <a:cxn ang="0">
                  <a:pos x="csX4682" y="csY4682"/>
                </a:cxn>
                <a:cxn ang="0">
                  <a:pos x="csX4683" y="csY4683"/>
                </a:cxn>
                <a:cxn ang="0">
                  <a:pos x="csX4684" y="csY4684"/>
                </a:cxn>
                <a:cxn ang="0">
                  <a:pos x="csX4685" y="csY4685"/>
                </a:cxn>
                <a:cxn ang="0">
                  <a:pos x="csX4686" y="csY4686"/>
                </a:cxn>
                <a:cxn ang="0">
                  <a:pos x="csX4687" y="csY4687"/>
                </a:cxn>
                <a:cxn ang="0">
                  <a:pos x="csX4688" y="csY4688"/>
                </a:cxn>
                <a:cxn ang="0">
                  <a:pos x="csX4689" y="csY4689"/>
                </a:cxn>
                <a:cxn ang="0">
                  <a:pos x="csX4690" y="csY4690"/>
                </a:cxn>
                <a:cxn ang="0">
                  <a:pos x="csX4691" y="csY4691"/>
                </a:cxn>
                <a:cxn ang="0">
                  <a:pos x="csX4692" y="csY4692"/>
                </a:cxn>
                <a:cxn ang="0">
                  <a:pos x="csX4693" y="csY4693"/>
                </a:cxn>
                <a:cxn ang="0">
                  <a:pos x="csX4694" y="csY4694"/>
                </a:cxn>
                <a:cxn ang="0">
                  <a:pos x="csX4695" y="csY4695"/>
                </a:cxn>
                <a:cxn ang="0">
                  <a:pos x="csX4696" y="csY4696"/>
                </a:cxn>
                <a:cxn ang="0">
                  <a:pos x="csX4697" y="csY4697"/>
                </a:cxn>
                <a:cxn ang="0">
                  <a:pos x="csX4698" y="csY4698"/>
                </a:cxn>
                <a:cxn ang="0">
                  <a:pos x="csX4699" y="csY4699"/>
                </a:cxn>
                <a:cxn ang="0">
                  <a:pos x="csX4700" y="csY4700"/>
                </a:cxn>
                <a:cxn ang="0">
                  <a:pos x="csX4701" y="csY4701"/>
                </a:cxn>
                <a:cxn ang="0">
                  <a:pos x="csX4702" y="csY4702"/>
                </a:cxn>
                <a:cxn ang="0">
                  <a:pos x="csX4703" y="csY4703"/>
                </a:cxn>
                <a:cxn ang="0">
                  <a:pos x="csX4704" y="csY4704"/>
                </a:cxn>
                <a:cxn ang="0">
                  <a:pos x="csX4705" y="csY4705"/>
                </a:cxn>
                <a:cxn ang="0">
                  <a:pos x="csX4706" y="csY4706"/>
                </a:cxn>
                <a:cxn ang="0">
                  <a:pos x="csX4707" y="csY4707"/>
                </a:cxn>
                <a:cxn ang="0">
                  <a:pos x="csX4708" y="csY4708"/>
                </a:cxn>
                <a:cxn ang="0">
                  <a:pos x="csX4709" y="csY4709"/>
                </a:cxn>
                <a:cxn ang="0">
                  <a:pos x="csX4710" y="csY4710"/>
                </a:cxn>
                <a:cxn ang="0">
                  <a:pos x="csX4711" y="csY4711"/>
                </a:cxn>
                <a:cxn ang="0">
                  <a:pos x="csX4712" y="csY4712"/>
                </a:cxn>
                <a:cxn ang="0">
                  <a:pos x="csX4713" y="csY4713"/>
                </a:cxn>
                <a:cxn ang="0">
                  <a:pos x="csX4714" y="csY4714"/>
                </a:cxn>
                <a:cxn ang="0">
                  <a:pos x="csX4715" y="csY4715"/>
                </a:cxn>
                <a:cxn ang="0">
                  <a:pos x="csX4716" y="csY4716"/>
                </a:cxn>
                <a:cxn ang="0">
                  <a:pos x="csX4717" y="csY4717"/>
                </a:cxn>
                <a:cxn ang="0">
                  <a:pos x="csX4718" y="csY4718"/>
                </a:cxn>
                <a:cxn ang="0">
                  <a:pos x="csX4719" y="csY4719"/>
                </a:cxn>
                <a:cxn ang="0">
                  <a:pos x="csX4720" y="csY4720"/>
                </a:cxn>
                <a:cxn ang="0">
                  <a:pos x="csX4721" y="csY4721"/>
                </a:cxn>
                <a:cxn ang="0">
                  <a:pos x="csX4722" y="csY4722"/>
                </a:cxn>
                <a:cxn ang="0">
                  <a:pos x="csX4723" y="csY4723"/>
                </a:cxn>
                <a:cxn ang="0">
                  <a:pos x="csX4724" y="csY4724"/>
                </a:cxn>
                <a:cxn ang="0">
                  <a:pos x="csX4725" y="csY4725"/>
                </a:cxn>
                <a:cxn ang="0">
                  <a:pos x="csX4726" y="csY4726"/>
                </a:cxn>
                <a:cxn ang="0">
                  <a:pos x="csX4727" y="csY4727"/>
                </a:cxn>
                <a:cxn ang="0">
                  <a:pos x="csX4728" y="csY4728"/>
                </a:cxn>
                <a:cxn ang="0">
                  <a:pos x="csX4729" y="csY4729"/>
                </a:cxn>
                <a:cxn ang="0">
                  <a:pos x="csX4730" y="csY4730"/>
                </a:cxn>
                <a:cxn ang="0">
                  <a:pos x="csX4731" y="csY4731"/>
                </a:cxn>
                <a:cxn ang="0">
                  <a:pos x="csX4732" y="csY4732"/>
                </a:cxn>
                <a:cxn ang="0">
                  <a:pos x="csX4733" y="csY4733"/>
                </a:cxn>
                <a:cxn ang="0">
                  <a:pos x="csX4734" y="csY4734"/>
                </a:cxn>
                <a:cxn ang="0">
                  <a:pos x="csX4735" y="csY4735"/>
                </a:cxn>
                <a:cxn ang="0">
                  <a:pos x="csX4736" y="csY4736"/>
                </a:cxn>
                <a:cxn ang="0">
                  <a:pos x="csX4737" y="csY4737"/>
                </a:cxn>
                <a:cxn ang="0">
                  <a:pos x="csX4738" y="csY4738"/>
                </a:cxn>
                <a:cxn ang="0">
                  <a:pos x="csX4739" y="csY4739"/>
                </a:cxn>
                <a:cxn ang="0">
                  <a:pos x="csX4740" y="csY4740"/>
                </a:cxn>
                <a:cxn ang="0">
                  <a:pos x="csX4741" y="csY4741"/>
                </a:cxn>
                <a:cxn ang="0">
                  <a:pos x="csX4742" y="csY4742"/>
                </a:cxn>
                <a:cxn ang="0">
                  <a:pos x="csX4743" y="csY4743"/>
                </a:cxn>
                <a:cxn ang="0">
                  <a:pos x="csX4744" y="csY4744"/>
                </a:cxn>
                <a:cxn ang="0">
                  <a:pos x="csX4745" y="csY4745"/>
                </a:cxn>
                <a:cxn ang="0">
                  <a:pos x="csX4746" y="csY4746"/>
                </a:cxn>
                <a:cxn ang="0">
                  <a:pos x="csX4747" y="csY4747"/>
                </a:cxn>
                <a:cxn ang="0">
                  <a:pos x="csX4748" y="csY4748"/>
                </a:cxn>
                <a:cxn ang="0">
                  <a:pos x="csX4749" y="csY4749"/>
                </a:cxn>
                <a:cxn ang="0">
                  <a:pos x="csX4750" y="csY4750"/>
                </a:cxn>
                <a:cxn ang="0">
                  <a:pos x="csX4751" y="csY4751"/>
                </a:cxn>
                <a:cxn ang="0">
                  <a:pos x="csX4752" y="csY4752"/>
                </a:cxn>
                <a:cxn ang="0">
                  <a:pos x="csX4753" y="csY4753"/>
                </a:cxn>
                <a:cxn ang="0">
                  <a:pos x="csX4754" y="csY4754"/>
                </a:cxn>
                <a:cxn ang="0">
                  <a:pos x="csX4755" y="csY4755"/>
                </a:cxn>
                <a:cxn ang="0">
                  <a:pos x="csX4756" y="csY4756"/>
                </a:cxn>
                <a:cxn ang="0">
                  <a:pos x="csX4757" y="csY4757"/>
                </a:cxn>
                <a:cxn ang="0">
                  <a:pos x="csX4758" y="csY4758"/>
                </a:cxn>
                <a:cxn ang="0">
                  <a:pos x="csX4759" y="csY4759"/>
                </a:cxn>
                <a:cxn ang="0">
                  <a:pos x="csX4760" y="csY4760"/>
                </a:cxn>
                <a:cxn ang="0">
                  <a:pos x="csX4761" y="csY4761"/>
                </a:cxn>
                <a:cxn ang="0">
                  <a:pos x="csX4762" y="csY4762"/>
                </a:cxn>
                <a:cxn ang="0">
                  <a:pos x="csX4763" y="csY4763"/>
                </a:cxn>
                <a:cxn ang="0">
                  <a:pos x="csX4764" y="csY4764"/>
                </a:cxn>
                <a:cxn ang="0">
                  <a:pos x="csX4765" y="csY4765"/>
                </a:cxn>
                <a:cxn ang="0">
                  <a:pos x="csX4766" y="csY4766"/>
                </a:cxn>
                <a:cxn ang="0">
                  <a:pos x="csX4767" y="csY4767"/>
                </a:cxn>
                <a:cxn ang="0">
                  <a:pos x="csX4768" y="csY4768"/>
                </a:cxn>
                <a:cxn ang="0">
                  <a:pos x="csX4769" y="csY4769"/>
                </a:cxn>
                <a:cxn ang="0">
                  <a:pos x="csX4770" y="csY4770"/>
                </a:cxn>
                <a:cxn ang="0">
                  <a:pos x="csX4771" y="csY4771"/>
                </a:cxn>
                <a:cxn ang="0">
                  <a:pos x="csX4772" y="csY4772"/>
                </a:cxn>
                <a:cxn ang="0">
                  <a:pos x="csX4773" y="csY4773"/>
                </a:cxn>
                <a:cxn ang="0">
                  <a:pos x="csX4774" y="csY4774"/>
                </a:cxn>
                <a:cxn ang="0">
                  <a:pos x="csX4775" y="csY4775"/>
                </a:cxn>
                <a:cxn ang="0">
                  <a:pos x="csX4776" y="csY4776"/>
                </a:cxn>
                <a:cxn ang="0">
                  <a:pos x="csX4777" y="csY4777"/>
                </a:cxn>
                <a:cxn ang="0">
                  <a:pos x="csX4778" y="csY4778"/>
                </a:cxn>
                <a:cxn ang="0">
                  <a:pos x="csX4779" y="csY4779"/>
                </a:cxn>
                <a:cxn ang="0">
                  <a:pos x="csX4780" y="csY4780"/>
                </a:cxn>
                <a:cxn ang="0">
                  <a:pos x="csX4781" y="csY4781"/>
                </a:cxn>
                <a:cxn ang="0">
                  <a:pos x="csX4782" y="csY4782"/>
                </a:cxn>
                <a:cxn ang="0">
                  <a:pos x="csX4783" y="csY4783"/>
                </a:cxn>
                <a:cxn ang="0">
                  <a:pos x="csX4784" y="csY4784"/>
                </a:cxn>
                <a:cxn ang="0">
                  <a:pos x="csX4785" y="csY4785"/>
                </a:cxn>
                <a:cxn ang="0">
                  <a:pos x="csX4786" y="csY4786"/>
                </a:cxn>
                <a:cxn ang="0">
                  <a:pos x="csX4787" y="csY4787"/>
                </a:cxn>
                <a:cxn ang="0">
                  <a:pos x="csX4788" y="csY4788"/>
                </a:cxn>
                <a:cxn ang="0">
                  <a:pos x="csX4789" y="csY4789"/>
                </a:cxn>
                <a:cxn ang="0">
                  <a:pos x="csX4790" y="csY4790"/>
                </a:cxn>
                <a:cxn ang="0">
                  <a:pos x="csX4791" y="csY4791"/>
                </a:cxn>
                <a:cxn ang="0">
                  <a:pos x="csX4792" y="csY4792"/>
                </a:cxn>
                <a:cxn ang="0">
                  <a:pos x="csX4793" y="csY4793"/>
                </a:cxn>
                <a:cxn ang="0">
                  <a:pos x="csX4794" y="csY4794"/>
                </a:cxn>
                <a:cxn ang="0">
                  <a:pos x="csX4795" y="csY4795"/>
                </a:cxn>
                <a:cxn ang="0">
                  <a:pos x="csX4796" y="csY4796"/>
                </a:cxn>
                <a:cxn ang="0">
                  <a:pos x="csX4797" y="csY4797"/>
                </a:cxn>
                <a:cxn ang="0">
                  <a:pos x="csX4798" y="csY4798"/>
                </a:cxn>
                <a:cxn ang="0">
                  <a:pos x="csX4799" y="csY4799"/>
                </a:cxn>
                <a:cxn ang="0">
                  <a:pos x="csX4800" y="csY4800"/>
                </a:cxn>
                <a:cxn ang="0">
                  <a:pos x="csX4801" y="csY4801"/>
                </a:cxn>
                <a:cxn ang="0">
                  <a:pos x="csX4802" y="csY4802"/>
                </a:cxn>
                <a:cxn ang="0">
                  <a:pos x="csX4803" y="csY4803"/>
                </a:cxn>
                <a:cxn ang="0">
                  <a:pos x="csX4804" y="csY4804"/>
                </a:cxn>
                <a:cxn ang="0">
                  <a:pos x="csX4805" y="csY4805"/>
                </a:cxn>
                <a:cxn ang="0">
                  <a:pos x="csX4806" y="csY4806"/>
                </a:cxn>
                <a:cxn ang="0">
                  <a:pos x="csX4807" y="csY4807"/>
                </a:cxn>
                <a:cxn ang="0">
                  <a:pos x="csX4808" y="csY4808"/>
                </a:cxn>
                <a:cxn ang="0">
                  <a:pos x="csX4809" y="csY4809"/>
                </a:cxn>
                <a:cxn ang="0">
                  <a:pos x="csX4810" y="csY4810"/>
                </a:cxn>
                <a:cxn ang="0">
                  <a:pos x="csX4811" y="csY4811"/>
                </a:cxn>
                <a:cxn ang="0">
                  <a:pos x="csX4812" y="csY4812"/>
                </a:cxn>
                <a:cxn ang="0">
                  <a:pos x="csX4813" y="csY4813"/>
                </a:cxn>
                <a:cxn ang="0">
                  <a:pos x="csX4814" y="csY4814"/>
                </a:cxn>
                <a:cxn ang="0">
                  <a:pos x="csX4815" y="csY4815"/>
                </a:cxn>
                <a:cxn ang="0">
                  <a:pos x="csX4816" y="csY4816"/>
                </a:cxn>
                <a:cxn ang="0">
                  <a:pos x="csX4817" y="csY4817"/>
                </a:cxn>
                <a:cxn ang="0">
                  <a:pos x="csX4818" y="csY4818"/>
                </a:cxn>
                <a:cxn ang="0">
                  <a:pos x="csX4819" y="csY4819"/>
                </a:cxn>
                <a:cxn ang="0">
                  <a:pos x="csX4820" y="csY4820"/>
                </a:cxn>
                <a:cxn ang="0">
                  <a:pos x="csX4821" y="csY4821"/>
                </a:cxn>
                <a:cxn ang="0">
                  <a:pos x="csX4822" y="csY4822"/>
                </a:cxn>
                <a:cxn ang="0">
                  <a:pos x="csX4823" y="csY4823"/>
                </a:cxn>
                <a:cxn ang="0">
                  <a:pos x="csX4824" y="csY4824"/>
                </a:cxn>
                <a:cxn ang="0">
                  <a:pos x="csX4825" y="csY4825"/>
                </a:cxn>
                <a:cxn ang="0">
                  <a:pos x="csX4826" y="csY4826"/>
                </a:cxn>
                <a:cxn ang="0">
                  <a:pos x="csX4827" y="csY4827"/>
                </a:cxn>
                <a:cxn ang="0">
                  <a:pos x="csX4828" y="csY4828"/>
                </a:cxn>
                <a:cxn ang="0">
                  <a:pos x="csX4829" y="csY4829"/>
                </a:cxn>
                <a:cxn ang="0">
                  <a:pos x="csX4830" y="csY4830"/>
                </a:cxn>
                <a:cxn ang="0">
                  <a:pos x="csX4831" y="csY4831"/>
                </a:cxn>
                <a:cxn ang="0">
                  <a:pos x="csX4832" y="csY4832"/>
                </a:cxn>
                <a:cxn ang="0">
                  <a:pos x="csX4833" y="csY4833"/>
                </a:cxn>
                <a:cxn ang="0">
                  <a:pos x="csX4834" y="csY4834"/>
                </a:cxn>
                <a:cxn ang="0">
                  <a:pos x="csX4835" y="csY4835"/>
                </a:cxn>
                <a:cxn ang="0">
                  <a:pos x="csX4836" y="csY4836"/>
                </a:cxn>
                <a:cxn ang="0">
                  <a:pos x="csX4837" y="csY4837"/>
                </a:cxn>
                <a:cxn ang="0">
                  <a:pos x="csX4838" y="csY4838"/>
                </a:cxn>
                <a:cxn ang="0">
                  <a:pos x="csX4839" y="csY4839"/>
                </a:cxn>
                <a:cxn ang="0">
                  <a:pos x="csX4840" y="csY4840"/>
                </a:cxn>
                <a:cxn ang="0">
                  <a:pos x="csX4841" y="csY4841"/>
                </a:cxn>
                <a:cxn ang="0">
                  <a:pos x="csX4842" y="csY4842"/>
                </a:cxn>
                <a:cxn ang="0">
                  <a:pos x="csX4843" y="csY4843"/>
                </a:cxn>
                <a:cxn ang="0">
                  <a:pos x="csX4844" y="csY4844"/>
                </a:cxn>
                <a:cxn ang="0">
                  <a:pos x="csX4845" y="csY4845"/>
                </a:cxn>
                <a:cxn ang="0">
                  <a:pos x="csX4846" y="csY4846"/>
                </a:cxn>
                <a:cxn ang="0">
                  <a:pos x="csX4847" y="csY4847"/>
                </a:cxn>
                <a:cxn ang="0">
                  <a:pos x="csX4848" y="csY4848"/>
                </a:cxn>
                <a:cxn ang="0">
                  <a:pos x="csX4849" y="csY4849"/>
                </a:cxn>
                <a:cxn ang="0">
                  <a:pos x="csX4850" y="csY4850"/>
                </a:cxn>
                <a:cxn ang="0">
                  <a:pos x="csX4851" y="csY4851"/>
                </a:cxn>
                <a:cxn ang="0">
                  <a:pos x="csX4852" y="csY4852"/>
                </a:cxn>
                <a:cxn ang="0">
                  <a:pos x="csX4853" y="csY4853"/>
                </a:cxn>
                <a:cxn ang="0">
                  <a:pos x="csX4854" y="csY4854"/>
                </a:cxn>
                <a:cxn ang="0">
                  <a:pos x="csX4855" y="csY4855"/>
                </a:cxn>
                <a:cxn ang="0">
                  <a:pos x="csX4856" y="csY4856"/>
                </a:cxn>
                <a:cxn ang="0">
                  <a:pos x="csX4857" y="csY4857"/>
                </a:cxn>
                <a:cxn ang="0">
                  <a:pos x="csX4858" y="csY4858"/>
                </a:cxn>
                <a:cxn ang="0">
                  <a:pos x="csX4859" y="csY4859"/>
                </a:cxn>
                <a:cxn ang="0">
                  <a:pos x="csX4860" y="csY4860"/>
                </a:cxn>
                <a:cxn ang="0">
                  <a:pos x="csX4861" y="csY4861"/>
                </a:cxn>
                <a:cxn ang="0">
                  <a:pos x="csX4862" y="csY4862"/>
                </a:cxn>
                <a:cxn ang="0">
                  <a:pos x="csX4863" y="csY4863"/>
                </a:cxn>
                <a:cxn ang="0">
                  <a:pos x="csX4864" y="csY4864"/>
                </a:cxn>
                <a:cxn ang="0">
                  <a:pos x="csX4865" y="csY4865"/>
                </a:cxn>
                <a:cxn ang="0">
                  <a:pos x="csX4866" y="csY4866"/>
                </a:cxn>
                <a:cxn ang="0">
                  <a:pos x="csX4867" y="csY4867"/>
                </a:cxn>
                <a:cxn ang="0">
                  <a:pos x="csX4868" y="csY4868"/>
                </a:cxn>
                <a:cxn ang="0">
                  <a:pos x="csX4869" y="csY4869"/>
                </a:cxn>
                <a:cxn ang="0">
                  <a:pos x="csX4870" y="csY4870"/>
                </a:cxn>
                <a:cxn ang="0">
                  <a:pos x="csX4871" y="csY4871"/>
                </a:cxn>
                <a:cxn ang="0">
                  <a:pos x="csX4872" y="csY4872"/>
                </a:cxn>
                <a:cxn ang="0">
                  <a:pos x="csX4873" y="csY4873"/>
                </a:cxn>
                <a:cxn ang="0">
                  <a:pos x="csX4874" y="csY4874"/>
                </a:cxn>
                <a:cxn ang="0">
                  <a:pos x="csX4875" y="csY4875"/>
                </a:cxn>
                <a:cxn ang="0">
                  <a:pos x="csX4876" y="csY4876"/>
                </a:cxn>
                <a:cxn ang="0">
                  <a:pos x="csX4877" y="csY4877"/>
                </a:cxn>
                <a:cxn ang="0">
                  <a:pos x="csX4878" y="csY4878"/>
                </a:cxn>
                <a:cxn ang="0">
                  <a:pos x="csX4879" y="csY4879"/>
                </a:cxn>
                <a:cxn ang="0">
                  <a:pos x="csX4880" y="csY4880"/>
                </a:cxn>
                <a:cxn ang="0">
                  <a:pos x="csX4881" y="csY4881"/>
                </a:cxn>
                <a:cxn ang="0">
                  <a:pos x="csX4882" y="csY4882"/>
                </a:cxn>
                <a:cxn ang="0">
                  <a:pos x="csX4883" y="csY4883"/>
                </a:cxn>
                <a:cxn ang="0">
                  <a:pos x="csX4884" y="csY4884"/>
                </a:cxn>
                <a:cxn ang="0">
                  <a:pos x="csX4885" y="csY4885"/>
                </a:cxn>
                <a:cxn ang="0">
                  <a:pos x="csX4886" y="csY4886"/>
                </a:cxn>
                <a:cxn ang="0">
                  <a:pos x="csX4887" y="csY4887"/>
                </a:cxn>
                <a:cxn ang="0">
                  <a:pos x="csX4888" y="csY4888"/>
                </a:cxn>
                <a:cxn ang="0">
                  <a:pos x="csX4889" y="csY4889"/>
                </a:cxn>
                <a:cxn ang="0">
                  <a:pos x="csX4890" y="csY4890"/>
                </a:cxn>
                <a:cxn ang="0">
                  <a:pos x="csX4891" y="csY4891"/>
                </a:cxn>
                <a:cxn ang="0">
                  <a:pos x="csX4892" y="csY4892"/>
                </a:cxn>
                <a:cxn ang="0">
                  <a:pos x="csX4893" y="csY4893"/>
                </a:cxn>
                <a:cxn ang="0">
                  <a:pos x="csX4894" y="csY4894"/>
                </a:cxn>
                <a:cxn ang="0">
                  <a:pos x="csX4895" y="csY4895"/>
                </a:cxn>
                <a:cxn ang="0">
                  <a:pos x="csX4896" y="csY4896"/>
                </a:cxn>
                <a:cxn ang="0">
                  <a:pos x="csX4897" y="csY4897"/>
                </a:cxn>
                <a:cxn ang="0">
                  <a:pos x="csX4898" y="csY4898"/>
                </a:cxn>
                <a:cxn ang="0">
                  <a:pos x="csX4899" y="csY4899"/>
                </a:cxn>
                <a:cxn ang="0">
                  <a:pos x="csX4900" y="csY4900"/>
                </a:cxn>
                <a:cxn ang="0">
                  <a:pos x="csX4901" y="csY4901"/>
                </a:cxn>
                <a:cxn ang="0">
                  <a:pos x="csX4902" y="csY4902"/>
                </a:cxn>
                <a:cxn ang="0">
                  <a:pos x="csX4903" y="csY4903"/>
                </a:cxn>
                <a:cxn ang="0">
                  <a:pos x="csX4904" y="csY4904"/>
                </a:cxn>
                <a:cxn ang="0">
                  <a:pos x="csX4905" y="csY4905"/>
                </a:cxn>
                <a:cxn ang="0">
                  <a:pos x="csX4906" y="csY4906"/>
                </a:cxn>
                <a:cxn ang="0">
                  <a:pos x="csX4907" y="csY4907"/>
                </a:cxn>
                <a:cxn ang="0">
                  <a:pos x="csX4908" y="csY4908"/>
                </a:cxn>
                <a:cxn ang="0">
                  <a:pos x="csX4909" y="csY4909"/>
                </a:cxn>
                <a:cxn ang="0">
                  <a:pos x="csX4910" y="csY4910"/>
                </a:cxn>
                <a:cxn ang="0">
                  <a:pos x="csX4911" y="csY4911"/>
                </a:cxn>
                <a:cxn ang="0">
                  <a:pos x="csX4912" y="csY4912"/>
                </a:cxn>
                <a:cxn ang="0">
                  <a:pos x="csX4913" y="csY4913"/>
                </a:cxn>
                <a:cxn ang="0">
                  <a:pos x="csX4914" y="csY4914"/>
                </a:cxn>
                <a:cxn ang="0">
                  <a:pos x="csX4915" y="csY4915"/>
                </a:cxn>
                <a:cxn ang="0">
                  <a:pos x="csX4916" y="csY4916"/>
                </a:cxn>
                <a:cxn ang="0">
                  <a:pos x="csX4917" y="csY4917"/>
                </a:cxn>
                <a:cxn ang="0">
                  <a:pos x="csX4918" y="csY4918"/>
                </a:cxn>
                <a:cxn ang="0">
                  <a:pos x="csX4919" y="csY4919"/>
                </a:cxn>
                <a:cxn ang="0">
                  <a:pos x="csX4920" y="csY4920"/>
                </a:cxn>
                <a:cxn ang="0">
                  <a:pos x="csX4921" y="csY4921"/>
                </a:cxn>
                <a:cxn ang="0">
                  <a:pos x="csX4922" y="csY4922"/>
                </a:cxn>
                <a:cxn ang="0">
                  <a:pos x="csX4923" y="csY4923"/>
                </a:cxn>
                <a:cxn ang="0">
                  <a:pos x="csX4924" y="csY4924"/>
                </a:cxn>
                <a:cxn ang="0">
                  <a:pos x="csX4925" y="csY4925"/>
                </a:cxn>
                <a:cxn ang="0">
                  <a:pos x="csX4926" y="csY4926"/>
                </a:cxn>
                <a:cxn ang="0">
                  <a:pos x="csX4927" y="csY4927"/>
                </a:cxn>
                <a:cxn ang="0">
                  <a:pos x="csX4928" y="csY4928"/>
                </a:cxn>
                <a:cxn ang="0">
                  <a:pos x="csX4929" y="csY4929"/>
                </a:cxn>
                <a:cxn ang="0">
                  <a:pos x="csX4930" y="csY4930"/>
                </a:cxn>
                <a:cxn ang="0">
                  <a:pos x="csX4931" y="csY4931"/>
                </a:cxn>
                <a:cxn ang="0">
                  <a:pos x="csX4932" y="csY4932"/>
                </a:cxn>
                <a:cxn ang="0">
                  <a:pos x="csX4933" y="csY4933"/>
                </a:cxn>
                <a:cxn ang="0">
                  <a:pos x="csX4934" y="csY4934"/>
                </a:cxn>
                <a:cxn ang="0">
                  <a:pos x="csX4935" y="csY4935"/>
                </a:cxn>
                <a:cxn ang="0">
                  <a:pos x="csX4936" y="csY4936"/>
                </a:cxn>
                <a:cxn ang="0">
                  <a:pos x="csX4937" y="csY4937"/>
                </a:cxn>
                <a:cxn ang="0">
                  <a:pos x="csX4938" y="csY4938"/>
                </a:cxn>
                <a:cxn ang="0">
                  <a:pos x="csX4939" y="csY4939"/>
                </a:cxn>
                <a:cxn ang="0">
                  <a:pos x="csX4940" y="csY4940"/>
                </a:cxn>
                <a:cxn ang="0">
                  <a:pos x="csX4941" y="csY4941"/>
                </a:cxn>
                <a:cxn ang="0">
                  <a:pos x="csX4942" y="csY4942"/>
                </a:cxn>
                <a:cxn ang="0">
                  <a:pos x="csX4943" y="csY4943"/>
                </a:cxn>
                <a:cxn ang="0">
                  <a:pos x="csX4944" y="csY4944"/>
                </a:cxn>
                <a:cxn ang="0">
                  <a:pos x="csX4945" y="csY4945"/>
                </a:cxn>
                <a:cxn ang="0">
                  <a:pos x="csX4946" y="csY4946"/>
                </a:cxn>
                <a:cxn ang="0">
                  <a:pos x="csX4947" y="csY4947"/>
                </a:cxn>
                <a:cxn ang="0">
                  <a:pos x="csX4948" y="csY4948"/>
                </a:cxn>
                <a:cxn ang="0">
                  <a:pos x="csX4949" y="csY4949"/>
                </a:cxn>
                <a:cxn ang="0">
                  <a:pos x="csX4950" y="csY4950"/>
                </a:cxn>
                <a:cxn ang="0">
                  <a:pos x="csX4951" y="csY4951"/>
                </a:cxn>
                <a:cxn ang="0">
                  <a:pos x="csX4952" y="csY4952"/>
                </a:cxn>
                <a:cxn ang="0">
                  <a:pos x="csX4953" y="csY4953"/>
                </a:cxn>
                <a:cxn ang="0">
                  <a:pos x="csX4954" y="csY4954"/>
                </a:cxn>
                <a:cxn ang="0">
                  <a:pos x="csX4955" y="csY4955"/>
                </a:cxn>
                <a:cxn ang="0">
                  <a:pos x="csX4956" y="csY4956"/>
                </a:cxn>
                <a:cxn ang="0">
                  <a:pos x="csX4957" y="csY4957"/>
                </a:cxn>
                <a:cxn ang="0">
                  <a:pos x="csX4958" y="csY4958"/>
                </a:cxn>
                <a:cxn ang="0">
                  <a:pos x="csX4959" y="csY4959"/>
                </a:cxn>
                <a:cxn ang="0">
                  <a:pos x="csX4960" y="csY4960"/>
                </a:cxn>
                <a:cxn ang="0">
                  <a:pos x="csX4961" y="csY4961"/>
                </a:cxn>
                <a:cxn ang="0">
                  <a:pos x="csX4962" y="csY4962"/>
                </a:cxn>
                <a:cxn ang="0">
                  <a:pos x="csX4963" y="csY4963"/>
                </a:cxn>
                <a:cxn ang="0">
                  <a:pos x="csX4964" y="csY4964"/>
                </a:cxn>
                <a:cxn ang="0">
                  <a:pos x="csX4965" y="csY4965"/>
                </a:cxn>
                <a:cxn ang="0">
                  <a:pos x="csX4966" y="csY4966"/>
                </a:cxn>
                <a:cxn ang="0">
                  <a:pos x="csX4967" y="csY4967"/>
                </a:cxn>
                <a:cxn ang="0">
                  <a:pos x="csX4968" y="csY4968"/>
                </a:cxn>
                <a:cxn ang="0">
                  <a:pos x="csX4969" y="csY4969"/>
                </a:cxn>
                <a:cxn ang="0">
                  <a:pos x="csX4970" y="csY4970"/>
                </a:cxn>
                <a:cxn ang="0">
                  <a:pos x="csX4971" y="csY4971"/>
                </a:cxn>
                <a:cxn ang="0">
                  <a:pos x="csX4972" y="csY4972"/>
                </a:cxn>
                <a:cxn ang="0">
                  <a:pos x="csX4973" y="csY4973"/>
                </a:cxn>
                <a:cxn ang="0">
                  <a:pos x="csX4974" y="csY4974"/>
                </a:cxn>
                <a:cxn ang="0">
                  <a:pos x="csX4975" y="csY4975"/>
                </a:cxn>
                <a:cxn ang="0">
                  <a:pos x="csX4976" y="csY4976"/>
                </a:cxn>
                <a:cxn ang="0">
                  <a:pos x="csX4977" y="csY4977"/>
                </a:cxn>
                <a:cxn ang="0">
                  <a:pos x="csX4978" y="csY4978"/>
                </a:cxn>
                <a:cxn ang="0">
                  <a:pos x="csX4979" y="csY4979"/>
                </a:cxn>
                <a:cxn ang="0">
                  <a:pos x="csX4980" y="csY4980"/>
                </a:cxn>
                <a:cxn ang="0">
                  <a:pos x="csX4981" y="csY4981"/>
                </a:cxn>
                <a:cxn ang="0">
                  <a:pos x="csX4982" y="csY4982"/>
                </a:cxn>
                <a:cxn ang="0">
                  <a:pos x="csX4983" y="csY4983"/>
                </a:cxn>
                <a:cxn ang="0">
                  <a:pos x="csX4984" y="csY4984"/>
                </a:cxn>
                <a:cxn ang="0">
                  <a:pos x="csX4985" y="csY4985"/>
                </a:cxn>
                <a:cxn ang="0">
                  <a:pos x="csX4986" y="csY4986"/>
                </a:cxn>
                <a:cxn ang="0">
                  <a:pos x="csX4987" y="csY4987"/>
                </a:cxn>
                <a:cxn ang="0">
                  <a:pos x="csX4988" y="csY4988"/>
                </a:cxn>
                <a:cxn ang="0">
                  <a:pos x="csX4989" y="csY4989"/>
                </a:cxn>
                <a:cxn ang="0">
                  <a:pos x="csX4990" y="csY4990"/>
                </a:cxn>
                <a:cxn ang="0">
                  <a:pos x="csX4991" y="csY4991"/>
                </a:cxn>
                <a:cxn ang="0">
                  <a:pos x="csX4992" y="csY4992"/>
                </a:cxn>
                <a:cxn ang="0">
                  <a:pos x="csX4993" y="csY4993"/>
                </a:cxn>
                <a:cxn ang="0">
                  <a:pos x="csX4994" y="csY4994"/>
                </a:cxn>
                <a:cxn ang="0">
                  <a:pos x="csX4995" y="csY4995"/>
                </a:cxn>
                <a:cxn ang="0">
                  <a:pos x="csX4996" y="csY4996"/>
                </a:cxn>
                <a:cxn ang="0">
                  <a:pos x="csX4997" y="csY4997"/>
                </a:cxn>
                <a:cxn ang="0">
                  <a:pos x="csX4998" y="csY4998"/>
                </a:cxn>
                <a:cxn ang="0">
                  <a:pos x="csX4999" y="csY4999"/>
                </a:cxn>
                <a:cxn ang="0">
                  <a:pos x="csX5000" y="csY5000"/>
                </a:cxn>
                <a:cxn ang="0">
                  <a:pos x="csX5001" y="csY5001"/>
                </a:cxn>
                <a:cxn ang="0">
                  <a:pos x="csX5002" y="csY5002"/>
                </a:cxn>
                <a:cxn ang="0">
                  <a:pos x="csX5003" y="csY5003"/>
                </a:cxn>
                <a:cxn ang="0">
                  <a:pos x="csX5004" y="csY5004"/>
                </a:cxn>
                <a:cxn ang="0">
                  <a:pos x="csX5005" y="csY5005"/>
                </a:cxn>
                <a:cxn ang="0">
                  <a:pos x="csX5006" y="csY5006"/>
                </a:cxn>
                <a:cxn ang="0">
                  <a:pos x="csX5007" y="csY5007"/>
                </a:cxn>
                <a:cxn ang="0">
                  <a:pos x="csX5008" y="csY5008"/>
                </a:cxn>
                <a:cxn ang="0">
                  <a:pos x="csX5009" y="csY5009"/>
                </a:cxn>
                <a:cxn ang="0">
                  <a:pos x="csX5010" y="csY5010"/>
                </a:cxn>
                <a:cxn ang="0">
                  <a:pos x="csX5011" y="csY5011"/>
                </a:cxn>
                <a:cxn ang="0">
                  <a:pos x="csX5012" y="csY5012"/>
                </a:cxn>
                <a:cxn ang="0">
                  <a:pos x="csX5013" y="csY5013"/>
                </a:cxn>
                <a:cxn ang="0">
                  <a:pos x="csX5014" y="csY5014"/>
                </a:cxn>
                <a:cxn ang="0">
                  <a:pos x="csX5015" y="csY5015"/>
                </a:cxn>
                <a:cxn ang="0">
                  <a:pos x="csX5016" y="csY5016"/>
                </a:cxn>
                <a:cxn ang="0">
                  <a:pos x="csX5017" y="csY5017"/>
                </a:cxn>
                <a:cxn ang="0">
                  <a:pos x="csX5018" y="csY5018"/>
                </a:cxn>
                <a:cxn ang="0">
                  <a:pos x="csX5019" y="csY5019"/>
                </a:cxn>
                <a:cxn ang="0">
                  <a:pos x="csX5020" y="csY5020"/>
                </a:cxn>
                <a:cxn ang="0">
                  <a:pos x="csX5021" y="csY5021"/>
                </a:cxn>
                <a:cxn ang="0">
                  <a:pos x="csX5022" y="csY5022"/>
                </a:cxn>
                <a:cxn ang="0">
                  <a:pos x="csX5023" y="csY5023"/>
                </a:cxn>
                <a:cxn ang="0">
                  <a:pos x="csX5024" y="csY5024"/>
                </a:cxn>
                <a:cxn ang="0">
                  <a:pos x="csX5025" y="csY5025"/>
                </a:cxn>
                <a:cxn ang="0">
                  <a:pos x="csX5026" y="csY5026"/>
                </a:cxn>
                <a:cxn ang="0">
                  <a:pos x="csX5027" y="csY5027"/>
                </a:cxn>
                <a:cxn ang="0">
                  <a:pos x="csX5028" y="csY5028"/>
                </a:cxn>
                <a:cxn ang="0">
                  <a:pos x="csX5029" y="csY5029"/>
                </a:cxn>
                <a:cxn ang="0">
                  <a:pos x="csX5030" y="csY5030"/>
                </a:cxn>
                <a:cxn ang="0">
                  <a:pos x="csX5031" y="csY5031"/>
                </a:cxn>
                <a:cxn ang="0">
                  <a:pos x="csX5032" y="csY5032"/>
                </a:cxn>
                <a:cxn ang="0">
                  <a:pos x="csX5033" y="csY5033"/>
                </a:cxn>
                <a:cxn ang="0">
                  <a:pos x="csX5034" y="csY5034"/>
                </a:cxn>
                <a:cxn ang="0">
                  <a:pos x="csX5035" y="csY5035"/>
                </a:cxn>
                <a:cxn ang="0">
                  <a:pos x="csX5036" y="csY5036"/>
                </a:cxn>
                <a:cxn ang="0">
                  <a:pos x="csX5037" y="csY5037"/>
                </a:cxn>
                <a:cxn ang="0">
                  <a:pos x="csX5038" y="csY5038"/>
                </a:cxn>
                <a:cxn ang="0">
                  <a:pos x="csX5039" y="csY5039"/>
                </a:cxn>
                <a:cxn ang="0">
                  <a:pos x="csX5040" y="csY5040"/>
                </a:cxn>
                <a:cxn ang="0">
                  <a:pos x="csX5041" y="csY5041"/>
                </a:cxn>
                <a:cxn ang="0">
                  <a:pos x="csX5042" y="csY5042"/>
                </a:cxn>
                <a:cxn ang="0">
                  <a:pos x="csX5043" y="csY5043"/>
                </a:cxn>
                <a:cxn ang="0">
                  <a:pos x="csX5044" y="csY5044"/>
                </a:cxn>
                <a:cxn ang="0">
                  <a:pos x="csX5045" y="csY5045"/>
                </a:cxn>
                <a:cxn ang="0">
                  <a:pos x="csX5046" y="csY5046"/>
                </a:cxn>
                <a:cxn ang="0">
                  <a:pos x="csX5047" y="csY5047"/>
                </a:cxn>
                <a:cxn ang="0">
                  <a:pos x="csX5048" y="csY5048"/>
                </a:cxn>
                <a:cxn ang="0">
                  <a:pos x="csX5049" y="csY5049"/>
                </a:cxn>
                <a:cxn ang="0">
                  <a:pos x="csX5050" y="csY5050"/>
                </a:cxn>
                <a:cxn ang="0">
                  <a:pos x="csX5051" y="csY5051"/>
                </a:cxn>
                <a:cxn ang="0">
                  <a:pos x="csX5052" y="csY5052"/>
                </a:cxn>
                <a:cxn ang="0">
                  <a:pos x="csX5053" y="csY5053"/>
                </a:cxn>
                <a:cxn ang="0">
                  <a:pos x="csX5054" y="csY5054"/>
                </a:cxn>
                <a:cxn ang="0">
                  <a:pos x="csX5055" y="csY5055"/>
                </a:cxn>
                <a:cxn ang="0">
                  <a:pos x="csX5056" y="csY5056"/>
                </a:cxn>
                <a:cxn ang="0">
                  <a:pos x="csX5057" y="csY5057"/>
                </a:cxn>
                <a:cxn ang="0">
                  <a:pos x="csX5058" y="csY5058"/>
                </a:cxn>
                <a:cxn ang="0">
                  <a:pos x="csX5059" y="csY5059"/>
                </a:cxn>
                <a:cxn ang="0">
                  <a:pos x="csX5060" y="csY5060"/>
                </a:cxn>
                <a:cxn ang="0">
                  <a:pos x="csX5061" y="csY5061"/>
                </a:cxn>
                <a:cxn ang="0">
                  <a:pos x="csX5062" y="csY5062"/>
                </a:cxn>
                <a:cxn ang="0">
                  <a:pos x="csX5063" y="csY5063"/>
                </a:cxn>
                <a:cxn ang="0">
                  <a:pos x="csX5064" y="csY5064"/>
                </a:cxn>
                <a:cxn ang="0">
                  <a:pos x="csX5065" y="csY5065"/>
                </a:cxn>
                <a:cxn ang="0">
                  <a:pos x="csX5066" y="csY5066"/>
                </a:cxn>
                <a:cxn ang="0">
                  <a:pos x="csX5067" y="csY5067"/>
                </a:cxn>
                <a:cxn ang="0">
                  <a:pos x="csX5068" y="csY5068"/>
                </a:cxn>
                <a:cxn ang="0">
                  <a:pos x="csX5069" y="csY5069"/>
                </a:cxn>
                <a:cxn ang="0">
                  <a:pos x="csX5070" y="csY5070"/>
                </a:cxn>
                <a:cxn ang="0">
                  <a:pos x="csX5071" y="csY5071"/>
                </a:cxn>
                <a:cxn ang="0">
                  <a:pos x="csX5072" y="csY5072"/>
                </a:cxn>
                <a:cxn ang="0">
                  <a:pos x="csX5073" y="csY5073"/>
                </a:cxn>
                <a:cxn ang="0">
                  <a:pos x="csX5074" y="csY5074"/>
                </a:cxn>
                <a:cxn ang="0">
                  <a:pos x="csX5075" y="csY5075"/>
                </a:cxn>
                <a:cxn ang="0">
                  <a:pos x="csX5076" y="csY5076"/>
                </a:cxn>
                <a:cxn ang="0">
                  <a:pos x="csX5077" y="csY5077"/>
                </a:cxn>
                <a:cxn ang="0">
                  <a:pos x="csX5078" y="csY5078"/>
                </a:cxn>
                <a:cxn ang="0">
                  <a:pos x="csX5079" y="csY5079"/>
                </a:cxn>
                <a:cxn ang="0">
                  <a:pos x="csX5080" y="csY5080"/>
                </a:cxn>
                <a:cxn ang="0">
                  <a:pos x="csX5081" y="csY5081"/>
                </a:cxn>
                <a:cxn ang="0">
                  <a:pos x="csX5082" y="csY5082"/>
                </a:cxn>
                <a:cxn ang="0">
                  <a:pos x="csX5083" y="csY5083"/>
                </a:cxn>
                <a:cxn ang="0">
                  <a:pos x="csX5084" y="csY5084"/>
                </a:cxn>
                <a:cxn ang="0">
                  <a:pos x="csX5085" y="csY5085"/>
                </a:cxn>
                <a:cxn ang="0">
                  <a:pos x="csX5086" y="csY5086"/>
                </a:cxn>
                <a:cxn ang="0">
                  <a:pos x="csX5087" y="csY5087"/>
                </a:cxn>
                <a:cxn ang="0">
                  <a:pos x="csX5088" y="csY5088"/>
                </a:cxn>
                <a:cxn ang="0">
                  <a:pos x="csX5089" y="csY5089"/>
                </a:cxn>
                <a:cxn ang="0">
                  <a:pos x="csX5090" y="csY5090"/>
                </a:cxn>
                <a:cxn ang="0">
                  <a:pos x="csX5091" y="csY5091"/>
                </a:cxn>
                <a:cxn ang="0">
                  <a:pos x="csX5092" y="csY5092"/>
                </a:cxn>
                <a:cxn ang="0">
                  <a:pos x="csX5093" y="csY5093"/>
                </a:cxn>
                <a:cxn ang="0">
                  <a:pos x="csX5094" y="csY5094"/>
                </a:cxn>
                <a:cxn ang="0">
                  <a:pos x="csX5095" y="csY5095"/>
                </a:cxn>
                <a:cxn ang="0">
                  <a:pos x="csX5096" y="csY5096"/>
                </a:cxn>
                <a:cxn ang="0">
                  <a:pos x="csX5097" y="csY5097"/>
                </a:cxn>
                <a:cxn ang="0">
                  <a:pos x="csX5098" y="csY5098"/>
                </a:cxn>
                <a:cxn ang="0">
                  <a:pos x="csX5099" y="csY5099"/>
                </a:cxn>
                <a:cxn ang="0">
                  <a:pos x="csX5100" y="csY5100"/>
                </a:cxn>
                <a:cxn ang="0">
                  <a:pos x="csX5101" y="csY5101"/>
                </a:cxn>
                <a:cxn ang="0">
                  <a:pos x="csX5102" y="csY5102"/>
                </a:cxn>
                <a:cxn ang="0">
                  <a:pos x="csX5103" y="csY5103"/>
                </a:cxn>
                <a:cxn ang="0">
                  <a:pos x="csX5104" y="csY5104"/>
                </a:cxn>
                <a:cxn ang="0">
                  <a:pos x="csX5105" y="csY5105"/>
                </a:cxn>
                <a:cxn ang="0">
                  <a:pos x="csX5106" y="csY5106"/>
                </a:cxn>
                <a:cxn ang="0">
                  <a:pos x="csX5107" y="csY5107"/>
                </a:cxn>
                <a:cxn ang="0">
                  <a:pos x="csX5108" y="csY5108"/>
                </a:cxn>
                <a:cxn ang="0">
                  <a:pos x="csX5109" y="csY5109"/>
                </a:cxn>
                <a:cxn ang="0">
                  <a:pos x="csX5110" y="csY5110"/>
                </a:cxn>
                <a:cxn ang="0">
                  <a:pos x="csX5111" y="csY5111"/>
                </a:cxn>
                <a:cxn ang="0">
                  <a:pos x="csX5112" y="csY5112"/>
                </a:cxn>
                <a:cxn ang="0">
                  <a:pos x="csX5113" y="csY5113"/>
                </a:cxn>
                <a:cxn ang="0">
                  <a:pos x="csX5114" y="csY5114"/>
                </a:cxn>
                <a:cxn ang="0">
                  <a:pos x="csX5115" y="csY5115"/>
                </a:cxn>
                <a:cxn ang="0">
                  <a:pos x="csX5116" y="csY5116"/>
                </a:cxn>
                <a:cxn ang="0">
                  <a:pos x="csX5117" y="csY5117"/>
                </a:cxn>
                <a:cxn ang="0">
                  <a:pos x="csX5118" y="csY5118"/>
                </a:cxn>
                <a:cxn ang="0">
                  <a:pos x="csX5119" y="csY5119"/>
                </a:cxn>
                <a:cxn ang="0">
                  <a:pos x="csX5120" y="csY5120"/>
                </a:cxn>
                <a:cxn ang="0">
                  <a:pos x="csX5121" y="csY5121"/>
                </a:cxn>
                <a:cxn ang="0">
                  <a:pos x="csX5122" y="csY5122"/>
                </a:cxn>
                <a:cxn ang="0">
                  <a:pos x="csX5123" y="csY5123"/>
                </a:cxn>
                <a:cxn ang="0">
                  <a:pos x="csX5124" y="csY5124"/>
                </a:cxn>
                <a:cxn ang="0">
                  <a:pos x="csX5125" y="csY5125"/>
                </a:cxn>
                <a:cxn ang="0">
                  <a:pos x="csX5126" y="csY5126"/>
                </a:cxn>
                <a:cxn ang="0">
                  <a:pos x="csX5127" y="csY5127"/>
                </a:cxn>
                <a:cxn ang="0">
                  <a:pos x="csX5128" y="csY5128"/>
                </a:cxn>
                <a:cxn ang="0">
                  <a:pos x="csX5129" y="csY5129"/>
                </a:cxn>
                <a:cxn ang="0">
                  <a:pos x="csX5130" y="csY5130"/>
                </a:cxn>
                <a:cxn ang="0">
                  <a:pos x="csX5131" y="csY5131"/>
                </a:cxn>
                <a:cxn ang="0">
                  <a:pos x="csX5132" y="csY5132"/>
                </a:cxn>
                <a:cxn ang="0">
                  <a:pos x="csX5133" y="csY5133"/>
                </a:cxn>
                <a:cxn ang="0">
                  <a:pos x="csX5134" y="csY5134"/>
                </a:cxn>
                <a:cxn ang="0">
                  <a:pos x="csX5135" y="csY5135"/>
                </a:cxn>
                <a:cxn ang="0">
                  <a:pos x="csX5136" y="csY5136"/>
                </a:cxn>
                <a:cxn ang="0">
                  <a:pos x="csX5137" y="csY5137"/>
                </a:cxn>
                <a:cxn ang="0">
                  <a:pos x="csX5138" y="csY5138"/>
                </a:cxn>
                <a:cxn ang="0">
                  <a:pos x="csX5139" y="csY5139"/>
                </a:cxn>
                <a:cxn ang="0">
                  <a:pos x="csX5140" y="csY5140"/>
                </a:cxn>
                <a:cxn ang="0">
                  <a:pos x="csX5141" y="csY5141"/>
                </a:cxn>
                <a:cxn ang="0">
                  <a:pos x="csX5142" y="csY5142"/>
                </a:cxn>
                <a:cxn ang="0">
                  <a:pos x="csX5143" y="csY5143"/>
                </a:cxn>
                <a:cxn ang="0">
                  <a:pos x="csX5144" y="csY5144"/>
                </a:cxn>
                <a:cxn ang="0">
                  <a:pos x="csX5145" y="csY5145"/>
                </a:cxn>
                <a:cxn ang="0">
                  <a:pos x="csX5146" y="csY5146"/>
                </a:cxn>
                <a:cxn ang="0">
                  <a:pos x="csX5147" y="csY5147"/>
                </a:cxn>
                <a:cxn ang="0">
                  <a:pos x="csX5148" y="csY5148"/>
                </a:cxn>
                <a:cxn ang="0">
                  <a:pos x="csX5149" y="csY5149"/>
                </a:cxn>
                <a:cxn ang="0">
                  <a:pos x="csX5150" y="csY5150"/>
                </a:cxn>
                <a:cxn ang="0">
                  <a:pos x="csX5151" y="csY5151"/>
                </a:cxn>
                <a:cxn ang="0">
                  <a:pos x="csX5152" y="csY5152"/>
                </a:cxn>
                <a:cxn ang="0">
                  <a:pos x="csX5153" y="csY5153"/>
                </a:cxn>
                <a:cxn ang="0">
                  <a:pos x="csX5154" y="csY5154"/>
                </a:cxn>
                <a:cxn ang="0">
                  <a:pos x="csX5155" y="csY5155"/>
                </a:cxn>
                <a:cxn ang="0">
                  <a:pos x="csX5156" y="csY5156"/>
                </a:cxn>
                <a:cxn ang="0">
                  <a:pos x="csX5157" y="csY5157"/>
                </a:cxn>
                <a:cxn ang="0">
                  <a:pos x="csX5158" y="csY5158"/>
                </a:cxn>
                <a:cxn ang="0">
                  <a:pos x="csX5159" y="csY5159"/>
                </a:cxn>
                <a:cxn ang="0">
                  <a:pos x="csX5160" y="csY5160"/>
                </a:cxn>
                <a:cxn ang="0">
                  <a:pos x="csX5161" y="csY5161"/>
                </a:cxn>
                <a:cxn ang="0">
                  <a:pos x="csX5162" y="csY5162"/>
                </a:cxn>
                <a:cxn ang="0">
                  <a:pos x="csX5163" y="csY5163"/>
                </a:cxn>
                <a:cxn ang="0">
                  <a:pos x="csX5164" y="csY5164"/>
                </a:cxn>
                <a:cxn ang="0">
                  <a:pos x="csX5165" y="csY5165"/>
                </a:cxn>
                <a:cxn ang="0">
                  <a:pos x="csX5166" y="csY5166"/>
                </a:cxn>
                <a:cxn ang="0">
                  <a:pos x="csX5167" y="csY5167"/>
                </a:cxn>
                <a:cxn ang="0">
                  <a:pos x="csX5168" y="csY5168"/>
                </a:cxn>
                <a:cxn ang="0">
                  <a:pos x="csX5169" y="csY5169"/>
                </a:cxn>
                <a:cxn ang="0">
                  <a:pos x="csX5170" y="csY5170"/>
                </a:cxn>
                <a:cxn ang="0">
                  <a:pos x="csX5171" y="csY5171"/>
                </a:cxn>
                <a:cxn ang="0">
                  <a:pos x="csX5172" y="csY5172"/>
                </a:cxn>
                <a:cxn ang="0">
                  <a:pos x="csX5173" y="csY5173"/>
                </a:cxn>
                <a:cxn ang="0">
                  <a:pos x="csX5174" y="csY5174"/>
                </a:cxn>
                <a:cxn ang="0">
                  <a:pos x="csX5175" y="csY5175"/>
                </a:cxn>
                <a:cxn ang="0">
                  <a:pos x="csX5176" y="csY5176"/>
                </a:cxn>
                <a:cxn ang="0">
                  <a:pos x="csX5177" y="csY5177"/>
                </a:cxn>
                <a:cxn ang="0">
                  <a:pos x="csX5178" y="csY5178"/>
                </a:cxn>
                <a:cxn ang="0">
                  <a:pos x="csX5179" y="csY5179"/>
                </a:cxn>
                <a:cxn ang="0">
                  <a:pos x="csX5180" y="csY5180"/>
                </a:cxn>
                <a:cxn ang="0">
                  <a:pos x="csX5181" y="csY5181"/>
                </a:cxn>
                <a:cxn ang="0">
                  <a:pos x="csX5182" y="csY5182"/>
                </a:cxn>
                <a:cxn ang="0">
                  <a:pos x="csX5183" y="csY5183"/>
                </a:cxn>
                <a:cxn ang="0">
                  <a:pos x="csX5184" y="csY5184"/>
                </a:cxn>
                <a:cxn ang="0">
                  <a:pos x="csX5185" y="csY5185"/>
                </a:cxn>
                <a:cxn ang="0">
                  <a:pos x="csX5186" y="csY5186"/>
                </a:cxn>
                <a:cxn ang="0">
                  <a:pos x="csX5187" y="csY5187"/>
                </a:cxn>
                <a:cxn ang="0">
                  <a:pos x="csX5188" y="csY5188"/>
                </a:cxn>
                <a:cxn ang="0">
                  <a:pos x="csX5189" y="csY5189"/>
                </a:cxn>
                <a:cxn ang="0">
                  <a:pos x="csX5190" y="csY5190"/>
                </a:cxn>
                <a:cxn ang="0">
                  <a:pos x="csX5191" y="csY5191"/>
                </a:cxn>
                <a:cxn ang="0">
                  <a:pos x="csX5192" y="csY5192"/>
                </a:cxn>
                <a:cxn ang="0">
                  <a:pos x="csX5193" y="csY5193"/>
                </a:cxn>
                <a:cxn ang="0">
                  <a:pos x="csX5194" y="csY5194"/>
                </a:cxn>
                <a:cxn ang="0">
                  <a:pos x="csX5195" y="csY5195"/>
                </a:cxn>
                <a:cxn ang="0">
                  <a:pos x="csX5196" y="csY5196"/>
                </a:cxn>
                <a:cxn ang="0">
                  <a:pos x="csX5197" y="csY5197"/>
                </a:cxn>
                <a:cxn ang="0">
                  <a:pos x="csX5198" y="csY5198"/>
                </a:cxn>
                <a:cxn ang="0">
                  <a:pos x="csX5199" y="csY5199"/>
                </a:cxn>
                <a:cxn ang="0">
                  <a:pos x="csX5200" y="csY5200"/>
                </a:cxn>
                <a:cxn ang="0">
                  <a:pos x="csX5201" y="csY5201"/>
                </a:cxn>
                <a:cxn ang="0">
                  <a:pos x="csX5202" y="csY5202"/>
                </a:cxn>
                <a:cxn ang="0">
                  <a:pos x="csX5203" y="csY5203"/>
                </a:cxn>
                <a:cxn ang="0">
                  <a:pos x="csX5204" y="csY5204"/>
                </a:cxn>
                <a:cxn ang="0">
                  <a:pos x="csX5205" y="csY5205"/>
                </a:cxn>
                <a:cxn ang="0">
                  <a:pos x="csX5206" y="csY5206"/>
                </a:cxn>
                <a:cxn ang="0">
                  <a:pos x="csX5207" y="csY5207"/>
                </a:cxn>
                <a:cxn ang="0">
                  <a:pos x="csX5208" y="csY5208"/>
                </a:cxn>
                <a:cxn ang="0">
                  <a:pos x="csX5209" y="csY5209"/>
                </a:cxn>
                <a:cxn ang="0">
                  <a:pos x="csX5210" y="csY5210"/>
                </a:cxn>
                <a:cxn ang="0">
                  <a:pos x="csX5211" y="csY5211"/>
                </a:cxn>
                <a:cxn ang="0">
                  <a:pos x="csX5212" y="csY5212"/>
                </a:cxn>
                <a:cxn ang="0">
                  <a:pos x="csX5213" y="csY5213"/>
                </a:cxn>
                <a:cxn ang="0">
                  <a:pos x="csX5214" y="csY5214"/>
                </a:cxn>
                <a:cxn ang="0">
                  <a:pos x="csX5215" y="csY5215"/>
                </a:cxn>
                <a:cxn ang="0">
                  <a:pos x="csX5216" y="csY5216"/>
                </a:cxn>
                <a:cxn ang="0">
                  <a:pos x="csX5217" y="csY5217"/>
                </a:cxn>
                <a:cxn ang="0">
                  <a:pos x="csX5218" y="csY5218"/>
                </a:cxn>
                <a:cxn ang="0">
                  <a:pos x="csX5219" y="csY5219"/>
                </a:cxn>
                <a:cxn ang="0">
                  <a:pos x="csX5220" y="csY5220"/>
                </a:cxn>
                <a:cxn ang="0">
                  <a:pos x="csX5221" y="csY5221"/>
                </a:cxn>
                <a:cxn ang="0">
                  <a:pos x="csX5222" y="csY5222"/>
                </a:cxn>
                <a:cxn ang="0">
                  <a:pos x="csX5223" y="csY5223"/>
                </a:cxn>
                <a:cxn ang="0">
                  <a:pos x="csX5224" y="csY5224"/>
                </a:cxn>
                <a:cxn ang="0">
                  <a:pos x="csX5225" y="csY5225"/>
                </a:cxn>
                <a:cxn ang="0">
                  <a:pos x="csX5226" y="csY5226"/>
                </a:cxn>
                <a:cxn ang="0">
                  <a:pos x="csX5227" y="csY5227"/>
                </a:cxn>
                <a:cxn ang="0">
                  <a:pos x="csX5228" y="csY5228"/>
                </a:cxn>
                <a:cxn ang="0">
                  <a:pos x="csX5229" y="csY5229"/>
                </a:cxn>
                <a:cxn ang="0">
                  <a:pos x="csX5230" y="csY5230"/>
                </a:cxn>
                <a:cxn ang="0">
                  <a:pos x="csX5231" y="csY5231"/>
                </a:cxn>
                <a:cxn ang="0">
                  <a:pos x="csX5232" y="csY5232"/>
                </a:cxn>
                <a:cxn ang="0">
                  <a:pos x="csX5233" y="csY5233"/>
                </a:cxn>
                <a:cxn ang="0">
                  <a:pos x="csX5234" y="csY5234"/>
                </a:cxn>
                <a:cxn ang="0">
                  <a:pos x="csX5235" y="csY5235"/>
                </a:cxn>
                <a:cxn ang="0">
                  <a:pos x="csX5236" y="csY5236"/>
                </a:cxn>
                <a:cxn ang="0">
                  <a:pos x="csX5237" y="csY5237"/>
                </a:cxn>
                <a:cxn ang="0">
                  <a:pos x="csX5238" y="csY5238"/>
                </a:cxn>
                <a:cxn ang="0">
                  <a:pos x="csX5239" y="csY5239"/>
                </a:cxn>
                <a:cxn ang="0">
                  <a:pos x="csX5240" y="csY5240"/>
                </a:cxn>
                <a:cxn ang="0">
                  <a:pos x="csX5241" y="csY5241"/>
                </a:cxn>
                <a:cxn ang="0">
                  <a:pos x="csX5242" y="csY5242"/>
                </a:cxn>
                <a:cxn ang="0">
                  <a:pos x="csX5243" y="csY5243"/>
                </a:cxn>
                <a:cxn ang="0">
                  <a:pos x="csX5244" y="csY5244"/>
                </a:cxn>
                <a:cxn ang="0">
                  <a:pos x="csX5245" y="csY5245"/>
                </a:cxn>
                <a:cxn ang="0">
                  <a:pos x="csX5246" y="csY5246"/>
                </a:cxn>
                <a:cxn ang="0">
                  <a:pos x="csX5247" y="csY5247"/>
                </a:cxn>
                <a:cxn ang="0">
                  <a:pos x="csX5248" y="csY5248"/>
                </a:cxn>
                <a:cxn ang="0">
                  <a:pos x="csX5249" y="csY5249"/>
                </a:cxn>
                <a:cxn ang="0">
                  <a:pos x="csX5250" y="csY5250"/>
                </a:cxn>
                <a:cxn ang="0">
                  <a:pos x="csX5251" y="csY5251"/>
                </a:cxn>
                <a:cxn ang="0">
                  <a:pos x="csX5252" y="csY5252"/>
                </a:cxn>
                <a:cxn ang="0">
                  <a:pos x="csX5253" y="csY5253"/>
                </a:cxn>
                <a:cxn ang="0">
                  <a:pos x="csX5254" y="csY5254"/>
                </a:cxn>
                <a:cxn ang="0">
                  <a:pos x="csX5255" y="csY5255"/>
                </a:cxn>
                <a:cxn ang="0">
                  <a:pos x="csX5256" y="csY5256"/>
                </a:cxn>
                <a:cxn ang="0">
                  <a:pos x="csX5257" y="csY5257"/>
                </a:cxn>
                <a:cxn ang="0">
                  <a:pos x="csX5258" y="csY5258"/>
                </a:cxn>
                <a:cxn ang="0">
                  <a:pos x="csX5259" y="csY5259"/>
                </a:cxn>
                <a:cxn ang="0">
                  <a:pos x="csX5260" y="csY5260"/>
                </a:cxn>
                <a:cxn ang="0">
                  <a:pos x="csX5261" y="csY5261"/>
                </a:cxn>
                <a:cxn ang="0">
                  <a:pos x="csX5262" y="csY5262"/>
                </a:cxn>
                <a:cxn ang="0">
                  <a:pos x="csX5263" y="csY5263"/>
                </a:cxn>
                <a:cxn ang="0">
                  <a:pos x="csX5264" y="csY5264"/>
                </a:cxn>
                <a:cxn ang="0">
                  <a:pos x="csX5265" y="csY5265"/>
                </a:cxn>
                <a:cxn ang="0">
                  <a:pos x="csX5266" y="csY5266"/>
                </a:cxn>
                <a:cxn ang="0">
                  <a:pos x="csX5267" y="csY5267"/>
                </a:cxn>
                <a:cxn ang="0">
                  <a:pos x="csX5268" y="csY5268"/>
                </a:cxn>
                <a:cxn ang="0">
                  <a:pos x="csX5269" y="csY5269"/>
                </a:cxn>
                <a:cxn ang="0">
                  <a:pos x="csX5270" y="csY5270"/>
                </a:cxn>
                <a:cxn ang="0">
                  <a:pos x="csX5271" y="csY5271"/>
                </a:cxn>
                <a:cxn ang="0">
                  <a:pos x="csX5272" y="csY5272"/>
                </a:cxn>
                <a:cxn ang="0">
                  <a:pos x="csX5273" y="csY5273"/>
                </a:cxn>
                <a:cxn ang="0">
                  <a:pos x="csX5274" y="csY5274"/>
                </a:cxn>
                <a:cxn ang="0">
                  <a:pos x="csX5275" y="csY5275"/>
                </a:cxn>
                <a:cxn ang="0">
                  <a:pos x="csX5276" y="csY5276"/>
                </a:cxn>
                <a:cxn ang="0">
                  <a:pos x="csX5277" y="csY5277"/>
                </a:cxn>
                <a:cxn ang="0">
                  <a:pos x="csX5278" y="csY5278"/>
                </a:cxn>
                <a:cxn ang="0">
                  <a:pos x="csX5279" y="csY5279"/>
                </a:cxn>
                <a:cxn ang="0">
                  <a:pos x="csX5280" y="csY5280"/>
                </a:cxn>
                <a:cxn ang="0">
                  <a:pos x="csX5281" y="csY5281"/>
                </a:cxn>
                <a:cxn ang="0">
                  <a:pos x="csX5282" y="csY5282"/>
                </a:cxn>
                <a:cxn ang="0">
                  <a:pos x="csX5283" y="csY5283"/>
                </a:cxn>
                <a:cxn ang="0">
                  <a:pos x="csX5284" y="csY5284"/>
                </a:cxn>
                <a:cxn ang="0">
                  <a:pos x="csX5285" y="csY5285"/>
                </a:cxn>
                <a:cxn ang="0">
                  <a:pos x="csX5286" y="csY5286"/>
                </a:cxn>
                <a:cxn ang="0">
                  <a:pos x="csX5287" y="csY5287"/>
                </a:cxn>
                <a:cxn ang="0">
                  <a:pos x="csX5288" y="csY5288"/>
                </a:cxn>
                <a:cxn ang="0">
                  <a:pos x="csX5289" y="csY5289"/>
                </a:cxn>
                <a:cxn ang="0">
                  <a:pos x="csX5290" y="csY5290"/>
                </a:cxn>
                <a:cxn ang="0">
                  <a:pos x="csX5291" y="csY5291"/>
                </a:cxn>
                <a:cxn ang="0">
                  <a:pos x="csX5292" y="csY5292"/>
                </a:cxn>
                <a:cxn ang="0">
                  <a:pos x="csX5293" y="csY5293"/>
                </a:cxn>
                <a:cxn ang="0">
                  <a:pos x="csX5294" y="csY5294"/>
                </a:cxn>
                <a:cxn ang="0">
                  <a:pos x="csX5295" y="csY5295"/>
                </a:cxn>
                <a:cxn ang="0">
                  <a:pos x="csX5296" y="csY5296"/>
                </a:cxn>
                <a:cxn ang="0">
                  <a:pos x="csX5297" y="csY5297"/>
                </a:cxn>
                <a:cxn ang="0">
                  <a:pos x="csX5298" y="csY5298"/>
                </a:cxn>
                <a:cxn ang="0">
                  <a:pos x="csX5299" y="csY5299"/>
                </a:cxn>
                <a:cxn ang="0">
                  <a:pos x="csX5300" y="csY5300"/>
                </a:cxn>
                <a:cxn ang="0">
                  <a:pos x="csX5301" y="csY5301"/>
                </a:cxn>
                <a:cxn ang="0">
                  <a:pos x="csX5302" y="csY5302"/>
                </a:cxn>
                <a:cxn ang="0">
                  <a:pos x="csX5303" y="csY5303"/>
                </a:cxn>
                <a:cxn ang="0">
                  <a:pos x="csX5304" y="csY5304"/>
                </a:cxn>
                <a:cxn ang="0">
                  <a:pos x="csX5305" y="csY5305"/>
                </a:cxn>
                <a:cxn ang="0">
                  <a:pos x="csX5306" y="csY5306"/>
                </a:cxn>
                <a:cxn ang="0">
                  <a:pos x="csX5307" y="csY5307"/>
                </a:cxn>
                <a:cxn ang="0">
                  <a:pos x="csX5308" y="csY5308"/>
                </a:cxn>
                <a:cxn ang="0">
                  <a:pos x="csX5309" y="csY5309"/>
                </a:cxn>
                <a:cxn ang="0">
                  <a:pos x="csX5310" y="csY5310"/>
                </a:cxn>
                <a:cxn ang="0">
                  <a:pos x="csX5311" y="csY5311"/>
                </a:cxn>
                <a:cxn ang="0">
                  <a:pos x="csX5312" y="csY5312"/>
                </a:cxn>
                <a:cxn ang="0">
                  <a:pos x="csX5313" y="csY5313"/>
                </a:cxn>
                <a:cxn ang="0">
                  <a:pos x="csX5314" y="csY5314"/>
                </a:cxn>
                <a:cxn ang="0">
                  <a:pos x="csX5315" y="csY5315"/>
                </a:cxn>
                <a:cxn ang="0">
                  <a:pos x="csX5316" y="csY5316"/>
                </a:cxn>
                <a:cxn ang="0">
                  <a:pos x="csX5317" y="csY5317"/>
                </a:cxn>
                <a:cxn ang="0">
                  <a:pos x="csX5318" y="csY5318"/>
                </a:cxn>
                <a:cxn ang="0">
                  <a:pos x="csX5319" y="csY5319"/>
                </a:cxn>
                <a:cxn ang="0">
                  <a:pos x="csX5320" y="csY5320"/>
                </a:cxn>
                <a:cxn ang="0">
                  <a:pos x="csX5321" y="csY5321"/>
                </a:cxn>
                <a:cxn ang="0">
                  <a:pos x="csX5322" y="csY5322"/>
                </a:cxn>
                <a:cxn ang="0">
                  <a:pos x="csX5323" y="csY5323"/>
                </a:cxn>
                <a:cxn ang="0">
                  <a:pos x="csX5324" y="csY5324"/>
                </a:cxn>
                <a:cxn ang="0">
                  <a:pos x="csX5325" y="csY5325"/>
                </a:cxn>
                <a:cxn ang="0">
                  <a:pos x="csX5326" y="csY5326"/>
                </a:cxn>
                <a:cxn ang="0">
                  <a:pos x="csX5327" y="csY5327"/>
                </a:cxn>
                <a:cxn ang="0">
                  <a:pos x="csX5328" y="csY5328"/>
                </a:cxn>
                <a:cxn ang="0">
                  <a:pos x="csX5329" y="csY5329"/>
                </a:cxn>
                <a:cxn ang="0">
                  <a:pos x="csX5330" y="csY5330"/>
                </a:cxn>
                <a:cxn ang="0">
                  <a:pos x="csX5331" y="csY5331"/>
                </a:cxn>
                <a:cxn ang="0">
                  <a:pos x="csX5332" y="csY5332"/>
                </a:cxn>
                <a:cxn ang="0">
                  <a:pos x="csX5333" y="csY5333"/>
                </a:cxn>
                <a:cxn ang="0">
                  <a:pos x="csX5334" y="csY5334"/>
                </a:cxn>
                <a:cxn ang="0">
                  <a:pos x="csX5335" y="csY5335"/>
                </a:cxn>
                <a:cxn ang="0">
                  <a:pos x="csX5336" y="csY5336"/>
                </a:cxn>
                <a:cxn ang="0">
                  <a:pos x="csX5337" y="csY5337"/>
                </a:cxn>
                <a:cxn ang="0">
                  <a:pos x="csX5338" y="csY5338"/>
                </a:cxn>
                <a:cxn ang="0">
                  <a:pos x="csX5339" y="csY5339"/>
                </a:cxn>
                <a:cxn ang="0">
                  <a:pos x="csX5340" y="csY5340"/>
                </a:cxn>
                <a:cxn ang="0">
                  <a:pos x="csX5341" y="csY5341"/>
                </a:cxn>
                <a:cxn ang="0">
                  <a:pos x="csX5342" y="csY5342"/>
                </a:cxn>
                <a:cxn ang="0">
                  <a:pos x="csX5343" y="csY5343"/>
                </a:cxn>
                <a:cxn ang="0">
                  <a:pos x="csX5344" y="csY5344"/>
                </a:cxn>
                <a:cxn ang="0">
                  <a:pos x="csX5345" y="csY5345"/>
                </a:cxn>
                <a:cxn ang="0">
                  <a:pos x="csX5346" y="csY5346"/>
                </a:cxn>
                <a:cxn ang="0">
                  <a:pos x="csX5347" y="csY5347"/>
                </a:cxn>
                <a:cxn ang="0">
                  <a:pos x="csX5348" y="csY5348"/>
                </a:cxn>
                <a:cxn ang="0">
                  <a:pos x="csX5349" y="csY5349"/>
                </a:cxn>
                <a:cxn ang="0">
                  <a:pos x="csX5350" y="csY5350"/>
                </a:cxn>
                <a:cxn ang="0">
                  <a:pos x="csX5351" y="csY5351"/>
                </a:cxn>
                <a:cxn ang="0">
                  <a:pos x="csX5352" y="csY5352"/>
                </a:cxn>
                <a:cxn ang="0">
                  <a:pos x="csX5353" y="csY5353"/>
                </a:cxn>
              </a:cxnLst>
              <a:rect l="l" t="t" r="r" b="b"/>
              <a:pathLst>
                <a:path w="3230884" h="1498637">
                  <a:moveTo>
                    <a:pt x="3229929" y="704173"/>
                  </a:moveTo>
                  <a:lnTo>
                    <a:pt x="3230884" y="707995"/>
                  </a:lnTo>
                  <a:lnTo>
                    <a:pt x="3228973" y="710384"/>
                  </a:lnTo>
                  <a:lnTo>
                    <a:pt x="3227540" y="709906"/>
                  </a:lnTo>
                  <a:lnTo>
                    <a:pt x="3226585" y="708951"/>
                  </a:lnTo>
                  <a:lnTo>
                    <a:pt x="3225630" y="708951"/>
                  </a:lnTo>
                  <a:lnTo>
                    <a:pt x="3222285" y="709906"/>
                  </a:lnTo>
                  <a:lnTo>
                    <a:pt x="3217508" y="713728"/>
                  </a:lnTo>
                  <a:lnTo>
                    <a:pt x="3214642" y="716594"/>
                  </a:lnTo>
                  <a:lnTo>
                    <a:pt x="3214164" y="718027"/>
                  </a:lnTo>
                  <a:lnTo>
                    <a:pt x="3214642" y="723282"/>
                  </a:lnTo>
                  <a:lnTo>
                    <a:pt x="3214164" y="725671"/>
                  </a:lnTo>
                  <a:lnTo>
                    <a:pt x="3212253" y="727104"/>
                  </a:lnTo>
                  <a:lnTo>
                    <a:pt x="3207476" y="726149"/>
                  </a:lnTo>
                  <a:lnTo>
                    <a:pt x="3205565" y="725193"/>
                  </a:lnTo>
                  <a:lnTo>
                    <a:pt x="3203176" y="723760"/>
                  </a:lnTo>
                  <a:lnTo>
                    <a:pt x="3201265" y="721849"/>
                  </a:lnTo>
                  <a:lnTo>
                    <a:pt x="3198399" y="718983"/>
                  </a:lnTo>
                  <a:lnTo>
                    <a:pt x="3197443" y="718983"/>
                  </a:lnTo>
                  <a:lnTo>
                    <a:pt x="3196488" y="719461"/>
                  </a:lnTo>
                  <a:lnTo>
                    <a:pt x="3197443" y="721372"/>
                  </a:lnTo>
                  <a:lnTo>
                    <a:pt x="3199832" y="723760"/>
                  </a:lnTo>
                  <a:lnTo>
                    <a:pt x="3203176" y="726626"/>
                  </a:lnTo>
                  <a:lnTo>
                    <a:pt x="3204609" y="730448"/>
                  </a:lnTo>
                  <a:lnTo>
                    <a:pt x="3203654" y="731882"/>
                  </a:lnTo>
                  <a:lnTo>
                    <a:pt x="3202221" y="732359"/>
                  </a:lnTo>
                  <a:lnTo>
                    <a:pt x="3201265" y="732359"/>
                  </a:lnTo>
                  <a:lnTo>
                    <a:pt x="3198399" y="731404"/>
                  </a:lnTo>
                  <a:lnTo>
                    <a:pt x="3196488" y="730926"/>
                  </a:lnTo>
                  <a:lnTo>
                    <a:pt x="3189800" y="731882"/>
                  </a:lnTo>
                  <a:lnTo>
                    <a:pt x="3187889" y="732837"/>
                  </a:lnTo>
                  <a:lnTo>
                    <a:pt x="3186933" y="732359"/>
                  </a:lnTo>
                  <a:lnTo>
                    <a:pt x="3186455" y="730448"/>
                  </a:lnTo>
                  <a:lnTo>
                    <a:pt x="3183112" y="729493"/>
                  </a:lnTo>
                  <a:lnTo>
                    <a:pt x="3181200" y="729493"/>
                  </a:lnTo>
                  <a:lnTo>
                    <a:pt x="3180245" y="729015"/>
                  </a:lnTo>
                  <a:lnTo>
                    <a:pt x="3179289" y="727582"/>
                  </a:lnTo>
                  <a:lnTo>
                    <a:pt x="3177378" y="725193"/>
                  </a:lnTo>
                  <a:lnTo>
                    <a:pt x="3173557" y="724238"/>
                  </a:lnTo>
                  <a:lnTo>
                    <a:pt x="3171646" y="724238"/>
                  </a:lnTo>
                  <a:lnTo>
                    <a:pt x="3170212" y="724716"/>
                  </a:lnTo>
                  <a:lnTo>
                    <a:pt x="3174990" y="727582"/>
                  </a:lnTo>
                  <a:lnTo>
                    <a:pt x="3178812" y="732837"/>
                  </a:lnTo>
                  <a:lnTo>
                    <a:pt x="3177857" y="733792"/>
                  </a:lnTo>
                  <a:lnTo>
                    <a:pt x="3177378" y="734748"/>
                  </a:lnTo>
                  <a:lnTo>
                    <a:pt x="3179767" y="734748"/>
                  </a:lnTo>
                  <a:lnTo>
                    <a:pt x="3181200" y="734270"/>
                  </a:lnTo>
                  <a:lnTo>
                    <a:pt x="3181678" y="735703"/>
                  </a:lnTo>
                  <a:lnTo>
                    <a:pt x="3180245" y="740958"/>
                  </a:lnTo>
                  <a:lnTo>
                    <a:pt x="3179767" y="742392"/>
                  </a:lnTo>
                  <a:lnTo>
                    <a:pt x="3172601" y="743347"/>
                  </a:lnTo>
                  <a:lnTo>
                    <a:pt x="3174512" y="744303"/>
                  </a:lnTo>
                  <a:lnTo>
                    <a:pt x="3176423" y="744780"/>
                  </a:lnTo>
                  <a:lnTo>
                    <a:pt x="3178334" y="744303"/>
                  </a:lnTo>
                  <a:lnTo>
                    <a:pt x="3180245" y="745258"/>
                  </a:lnTo>
                  <a:lnTo>
                    <a:pt x="3181200" y="748602"/>
                  </a:lnTo>
                  <a:lnTo>
                    <a:pt x="3181678" y="751946"/>
                  </a:lnTo>
                  <a:lnTo>
                    <a:pt x="3179767" y="754335"/>
                  </a:lnTo>
                  <a:lnTo>
                    <a:pt x="3177857" y="755768"/>
                  </a:lnTo>
                  <a:lnTo>
                    <a:pt x="3174035" y="758157"/>
                  </a:lnTo>
                  <a:lnTo>
                    <a:pt x="3170212" y="759112"/>
                  </a:lnTo>
                  <a:lnTo>
                    <a:pt x="3167824" y="759112"/>
                  </a:lnTo>
                  <a:lnTo>
                    <a:pt x="3165913" y="759590"/>
                  </a:lnTo>
                  <a:lnTo>
                    <a:pt x="3164958" y="760545"/>
                  </a:lnTo>
                  <a:lnTo>
                    <a:pt x="3164480" y="761979"/>
                  </a:lnTo>
                  <a:lnTo>
                    <a:pt x="3165913" y="761023"/>
                  </a:lnTo>
                  <a:lnTo>
                    <a:pt x="3167824" y="761501"/>
                  </a:lnTo>
                  <a:lnTo>
                    <a:pt x="3169735" y="763412"/>
                  </a:lnTo>
                  <a:lnTo>
                    <a:pt x="3169735" y="764367"/>
                  </a:lnTo>
                  <a:lnTo>
                    <a:pt x="3167824" y="765800"/>
                  </a:lnTo>
                  <a:lnTo>
                    <a:pt x="3167346" y="766756"/>
                  </a:lnTo>
                  <a:lnTo>
                    <a:pt x="3168302" y="768667"/>
                  </a:lnTo>
                  <a:lnTo>
                    <a:pt x="3167824" y="770100"/>
                  </a:lnTo>
                  <a:lnTo>
                    <a:pt x="3168780" y="771055"/>
                  </a:lnTo>
                  <a:lnTo>
                    <a:pt x="3171168" y="771055"/>
                  </a:lnTo>
                  <a:lnTo>
                    <a:pt x="3173557" y="772011"/>
                  </a:lnTo>
                  <a:lnTo>
                    <a:pt x="3176423" y="773444"/>
                  </a:lnTo>
                  <a:lnTo>
                    <a:pt x="3177378" y="774877"/>
                  </a:lnTo>
                  <a:lnTo>
                    <a:pt x="3177857" y="776788"/>
                  </a:lnTo>
                  <a:lnTo>
                    <a:pt x="3178334" y="778221"/>
                  </a:lnTo>
                  <a:lnTo>
                    <a:pt x="3177857" y="779177"/>
                  </a:lnTo>
                  <a:lnTo>
                    <a:pt x="3172124" y="779654"/>
                  </a:lnTo>
                  <a:lnTo>
                    <a:pt x="3171168" y="779177"/>
                  </a:lnTo>
                  <a:lnTo>
                    <a:pt x="3170691" y="777266"/>
                  </a:lnTo>
                  <a:lnTo>
                    <a:pt x="3170212" y="775355"/>
                  </a:lnTo>
                  <a:lnTo>
                    <a:pt x="3167824" y="774399"/>
                  </a:lnTo>
                  <a:lnTo>
                    <a:pt x="3166869" y="775355"/>
                  </a:lnTo>
                  <a:lnTo>
                    <a:pt x="3167824" y="781088"/>
                  </a:lnTo>
                  <a:lnTo>
                    <a:pt x="3166869" y="782999"/>
                  </a:lnTo>
                  <a:lnTo>
                    <a:pt x="3165913" y="783954"/>
                  </a:lnTo>
                  <a:lnTo>
                    <a:pt x="3163047" y="784910"/>
                  </a:lnTo>
                  <a:lnTo>
                    <a:pt x="3160658" y="784432"/>
                  </a:lnTo>
                  <a:lnTo>
                    <a:pt x="3158747" y="781565"/>
                  </a:lnTo>
                  <a:lnTo>
                    <a:pt x="3158747" y="779177"/>
                  </a:lnTo>
                  <a:lnTo>
                    <a:pt x="3159703" y="777744"/>
                  </a:lnTo>
                  <a:lnTo>
                    <a:pt x="3159703" y="775833"/>
                  </a:lnTo>
                  <a:lnTo>
                    <a:pt x="3159703" y="773922"/>
                  </a:lnTo>
                  <a:lnTo>
                    <a:pt x="3158269" y="776310"/>
                  </a:lnTo>
                  <a:lnTo>
                    <a:pt x="3156836" y="778699"/>
                  </a:lnTo>
                  <a:lnTo>
                    <a:pt x="3153970" y="781088"/>
                  </a:lnTo>
                  <a:lnTo>
                    <a:pt x="3153014" y="781565"/>
                  </a:lnTo>
                  <a:lnTo>
                    <a:pt x="3151582" y="781088"/>
                  </a:lnTo>
                  <a:lnTo>
                    <a:pt x="3148237" y="779177"/>
                  </a:lnTo>
                  <a:lnTo>
                    <a:pt x="3146326" y="777744"/>
                  </a:lnTo>
                  <a:lnTo>
                    <a:pt x="3142027" y="772011"/>
                  </a:lnTo>
                  <a:lnTo>
                    <a:pt x="3139638" y="769622"/>
                  </a:lnTo>
                  <a:lnTo>
                    <a:pt x="3134861" y="766278"/>
                  </a:lnTo>
                  <a:lnTo>
                    <a:pt x="3129605" y="763889"/>
                  </a:lnTo>
                  <a:lnTo>
                    <a:pt x="3125784" y="761979"/>
                  </a:lnTo>
                  <a:lnTo>
                    <a:pt x="3123395" y="762456"/>
                  </a:lnTo>
                  <a:lnTo>
                    <a:pt x="3121484" y="762934"/>
                  </a:lnTo>
                  <a:lnTo>
                    <a:pt x="3118618" y="762456"/>
                  </a:lnTo>
                  <a:lnTo>
                    <a:pt x="3117662" y="761979"/>
                  </a:lnTo>
                  <a:lnTo>
                    <a:pt x="3116707" y="760545"/>
                  </a:lnTo>
                  <a:lnTo>
                    <a:pt x="3116229" y="760068"/>
                  </a:lnTo>
                  <a:lnTo>
                    <a:pt x="3111930" y="756724"/>
                  </a:lnTo>
                  <a:lnTo>
                    <a:pt x="3109541" y="753857"/>
                  </a:lnTo>
                  <a:lnTo>
                    <a:pt x="3109541" y="751946"/>
                  </a:lnTo>
                  <a:lnTo>
                    <a:pt x="3110019" y="749558"/>
                  </a:lnTo>
                  <a:lnTo>
                    <a:pt x="3109541" y="744303"/>
                  </a:lnTo>
                  <a:lnTo>
                    <a:pt x="3108108" y="739047"/>
                  </a:lnTo>
                  <a:lnTo>
                    <a:pt x="3104764" y="733792"/>
                  </a:lnTo>
                  <a:lnTo>
                    <a:pt x="3095687" y="730448"/>
                  </a:lnTo>
                  <a:lnTo>
                    <a:pt x="3088043" y="728060"/>
                  </a:lnTo>
                  <a:lnTo>
                    <a:pt x="3085655" y="727582"/>
                  </a:lnTo>
                  <a:lnTo>
                    <a:pt x="3083266" y="728060"/>
                  </a:lnTo>
                  <a:lnTo>
                    <a:pt x="3077055" y="732359"/>
                  </a:lnTo>
                  <a:lnTo>
                    <a:pt x="3072756" y="732837"/>
                  </a:lnTo>
                  <a:lnTo>
                    <a:pt x="3060813" y="733315"/>
                  </a:lnTo>
                  <a:lnTo>
                    <a:pt x="3058424" y="732837"/>
                  </a:lnTo>
                  <a:lnTo>
                    <a:pt x="3056991" y="730926"/>
                  </a:lnTo>
                  <a:lnTo>
                    <a:pt x="3056513" y="728538"/>
                  </a:lnTo>
                  <a:lnTo>
                    <a:pt x="3056991" y="723760"/>
                  </a:lnTo>
                  <a:lnTo>
                    <a:pt x="3056991" y="721849"/>
                  </a:lnTo>
                  <a:lnTo>
                    <a:pt x="3056513" y="721372"/>
                  </a:lnTo>
                  <a:lnTo>
                    <a:pt x="3055557" y="721372"/>
                  </a:lnTo>
                  <a:lnTo>
                    <a:pt x="3053169" y="719461"/>
                  </a:lnTo>
                  <a:lnTo>
                    <a:pt x="3051258" y="716594"/>
                  </a:lnTo>
                  <a:lnTo>
                    <a:pt x="3049347" y="713250"/>
                  </a:lnTo>
                  <a:lnTo>
                    <a:pt x="3048391" y="708951"/>
                  </a:lnTo>
                  <a:lnTo>
                    <a:pt x="3049825" y="708473"/>
                  </a:lnTo>
                  <a:lnTo>
                    <a:pt x="3052214" y="709906"/>
                  </a:lnTo>
                  <a:lnTo>
                    <a:pt x="3052214" y="708473"/>
                  </a:lnTo>
                  <a:lnTo>
                    <a:pt x="3053169" y="704651"/>
                  </a:lnTo>
                  <a:lnTo>
                    <a:pt x="3054602" y="702740"/>
                  </a:lnTo>
                  <a:lnTo>
                    <a:pt x="3055080" y="701307"/>
                  </a:lnTo>
                  <a:lnTo>
                    <a:pt x="3056036" y="696052"/>
                  </a:lnTo>
                  <a:lnTo>
                    <a:pt x="3056513" y="692230"/>
                  </a:lnTo>
                  <a:lnTo>
                    <a:pt x="3054602" y="694619"/>
                  </a:lnTo>
                  <a:lnTo>
                    <a:pt x="3051736" y="699874"/>
                  </a:lnTo>
                  <a:lnTo>
                    <a:pt x="3050780" y="701307"/>
                  </a:lnTo>
                  <a:lnTo>
                    <a:pt x="3049825" y="701785"/>
                  </a:lnTo>
                  <a:lnTo>
                    <a:pt x="3048870" y="702262"/>
                  </a:lnTo>
                  <a:lnTo>
                    <a:pt x="3046481" y="701307"/>
                  </a:lnTo>
                  <a:lnTo>
                    <a:pt x="3045048" y="699874"/>
                  </a:lnTo>
                  <a:lnTo>
                    <a:pt x="3045048" y="694619"/>
                  </a:lnTo>
                  <a:lnTo>
                    <a:pt x="3044092" y="693663"/>
                  </a:lnTo>
                  <a:lnTo>
                    <a:pt x="3043614" y="694619"/>
                  </a:lnTo>
                  <a:lnTo>
                    <a:pt x="3043137" y="696530"/>
                  </a:lnTo>
                  <a:lnTo>
                    <a:pt x="3041226" y="696530"/>
                  </a:lnTo>
                  <a:lnTo>
                    <a:pt x="3040270" y="697485"/>
                  </a:lnTo>
                  <a:lnTo>
                    <a:pt x="3040748" y="700351"/>
                  </a:lnTo>
                  <a:lnTo>
                    <a:pt x="3040748" y="703218"/>
                  </a:lnTo>
                  <a:lnTo>
                    <a:pt x="3038837" y="704173"/>
                  </a:lnTo>
                  <a:lnTo>
                    <a:pt x="3035015" y="704651"/>
                  </a:lnTo>
                  <a:lnTo>
                    <a:pt x="3033582" y="702262"/>
                  </a:lnTo>
                  <a:lnTo>
                    <a:pt x="3032149" y="705606"/>
                  </a:lnTo>
                  <a:lnTo>
                    <a:pt x="3031671" y="709428"/>
                  </a:lnTo>
                  <a:lnTo>
                    <a:pt x="3031193" y="714683"/>
                  </a:lnTo>
                  <a:lnTo>
                    <a:pt x="3032627" y="718983"/>
                  </a:lnTo>
                  <a:lnTo>
                    <a:pt x="3034538" y="720894"/>
                  </a:lnTo>
                  <a:lnTo>
                    <a:pt x="3037882" y="724238"/>
                  </a:lnTo>
                  <a:lnTo>
                    <a:pt x="3039793" y="726626"/>
                  </a:lnTo>
                  <a:lnTo>
                    <a:pt x="3040270" y="729015"/>
                  </a:lnTo>
                  <a:lnTo>
                    <a:pt x="3040270" y="731882"/>
                  </a:lnTo>
                  <a:lnTo>
                    <a:pt x="3037882" y="734748"/>
                  </a:lnTo>
                  <a:lnTo>
                    <a:pt x="3036926" y="737614"/>
                  </a:lnTo>
                  <a:lnTo>
                    <a:pt x="3034538" y="743825"/>
                  </a:lnTo>
                  <a:lnTo>
                    <a:pt x="3033104" y="746213"/>
                  </a:lnTo>
                  <a:lnTo>
                    <a:pt x="3027372" y="751468"/>
                  </a:lnTo>
                  <a:lnTo>
                    <a:pt x="3023550" y="752902"/>
                  </a:lnTo>
                  <a:lnTo>
                    <a:pt x="3020206" y="757679"/>
                  </a:lnTo>
                  <a:lnTo>
                    <a:pt x="3016384" y="761979"/>
                  </a:lnTo>
                  <a:lnTo>
                    <a:pt x="3010173" y="763412"/>
                  </a:lnTo>
                  <a:lnTo>
                    <a:pt x="3001574" y="770100"/>
                  </a:lnTo>
                  <a:lnTo>
                    <a:pt x="2997752" y="771055"/>
                  </a:lnTo>
                  <a:lnTo>
                    <a:pt x="2992975" y="768189"/>
                  </a:lnTo>
                  <a:lnTo>
                    <a:pt x="2982465" y="766278"/>
                  </a:lnTo>
                  <a:lnTo>
                    <a:pt x="2979121" y="763889"/>
                  </a:lnTo>
                  <a:lnTo>
                    <a:pt x="2974343" y="757201"/>
                  </a:lnTo>
                  <a:lnTo>
                    <a:pt x="2972433" y="756246"/>
                  </a:lnTo>
                  <a:lnTo>
                    <a:pt x="2971477" y="753379"/>
                  </a:lnTo>
                  <a:lnTo>
                    <a:pt x="2965267" y="750513"/>
                  </a:lnTo>
                  <a:lnTo>
                    <a:pt x="2960012" y="752424"/>
                  </a:lnTo>
                  <a:lnTo>
                    <a:pt x="2956190" y="750991"/>
                  </a:lnTo>
                  <a:lnTo>
                    <a:pt x="2954757" y="751946"/>
                  </a:lnTo>
                  <a:lnTo>
                    <a:pt x="2956668" y="752902"/>
                  </a:lnTo>
                  <a:lnTo>
                    <a:pt x="2960490" y="753857"/>
                  </a:lnTo>
                  <a:lnTo>
                    <a:pt x="2966700" y="753379"/>
                  </a:lnTo>
                  <a:lnTo>
                    <a:pt x="2968611" y="754335"/>
                  </a:lnTo>
                  <a:lnTo>
                    <a:pt x="2970044" y="756246"/>
                  </a:lnTo>
                  <a:lnTo>
                    <a:pt x="2971955" y="760068"/>
                  </a:lnTo>
                  <a:lnTo>
                    <a:pt x="2970522" y="762456"/>
                  </a:lnTo>
                  <a:lnTo>
                    <a:pt x="2969089" y="763412"/>
                  </a:lnTo>
                  <a:lnTo>
                    <a:pt x="2964311" y="760545"/>
                  </a:lnTo>
                  <a:lnTo>
                    <a:pt x="2959056" y="761023"/>
                  </a:lnTo>
                  <a:lnTo>
                    <a:pt x="2956190" y="760545"/>
                  </a:lnTo>
                  <a:lnTo>
                    <a:pt x="2949024" y="755768"/>
                  </a:lnTo>
                  <a:lnTo>
                    <a:pt x="2943769" y="761023"/>
                  </a:lnTo>
                  <a:lnTo>
                    <a:pt x="2935647" y="763412"/>
                  </a:lnTo>
                  <a:lnTo>
                    <a:pt x="2929915" y="763889"/>
                  </a:lnTo>
                  <a:lnTo>
                    <a:pt x="2918927" y="767711"/>
                  </a:lnTo>
                  <a:lnTo>
                    <a:pt x="2922271" y="767711"/>
                  </a:lnTo>
                  <a:lnTo>
                    <a:pt x="2929915" y="764845"/>
                  </a:lnTo>
                  <a:lnTo>
                    <a:pt x="2934692" y="764845"/>
                  </a:lnTo>
                  <a:lnTo>
                    <a:pt x="2941381" y="763412"/>
                  </a:lnTo>
                  <a:lnTo>
                    <a:pt x="2945202" y="761501"/>
                  </a:lnTo>
                  <a:lnTo>
                    <a:pt x="2946635" y="760068"/>
                  </a:lnTo>
                  <a:lnTo>
                    <a:pt x="2949024" y="758157"/>
                  </a:lnTo>
                  <a:lnTo>
                    <a:pt x="2951413" y="759112"/>
                  </a:lnTo>
                  <a:lnTo>
                    <a:pt x="2952846" y="761023"/>
                  </a:lnTo>
                  <a:lnTo>
                    <a:pt x="2953801" y="763412"/>
                  </a:lnTo>
                  <a:lnTo>
                    <a:pt x="2954757" y="766756"/>
                  </a:lnTo>
                  <a:lnTo>
                    <a:pt x="2953324" y="768667"/>
                  </a:lnTo>
                  <a:lnTo>
                    <a:pt x="2952368" y="769622"/>
                  </a:lnTo>
                  <a:lnTo>
                    <a:pt x="2950457" y="772011"/>
                  </a:lnTo>
                  <a:lnTo>
                    <a:pt x="2958101" y="767711"/>
                  </a:lnTo>
                  <a:lnTo>
                    <a:pt x="2962400" y="770100"/>
                  </a:lnTo>
                  <a:lnTo>
                    <a:pt x="2964789" y="769622"/>
                  </a:lnTo>
                  <a:lnTo>
                    <a:pt x="2968611" y="766278"/>
                  </a:lnTo>
                  <a:lnTo>
                    <a:pt x="2975299" y="763889"/>
                  </a:lnTo>
                  <a:lnTo>
                    <a:pt x="2976254" y="764367"/>
                  </a:lnTo>
                  <a:lnTo>
                    <a:pt x="2976732" y="765323"/>
                  </a:lnTo>
                  <a:lnTo>
                    <a:pt x="2975777" y="772489"/>
                  </a:lnTo>
                  <a:lnTo>
                    <a:pt x="2976254" y="777744"/>
                  </a:lnTo>
                  <a:lnTo>
                    <a:pt x="2981509" y="783476"/>
                  </a:lnTo>
                  <a:lnTo>
                    <a:pt x="2986765" y="787298"/>
                  </a:lnTo>
                  <a:lnTo>
                    <a:pt x="2988198" y="787298"/>
                  </a:lnTo>
                  <a:lnTo>
                    <a:pt x="2990109" y="786820"/>
                  </a:lnTo>
                  <a:lnTo>
                    <a:pt x="2990586" y="783476"/>
                  </a:lnTo>
                  <a:lnTo>
                    <a:pt x="2992020" y="781088"/>
                  </a:lnTo>
                  <a:lnTo>
                    <a:pt x="2993931" y="783476"/>
                  </a:lnTo>
                  <a:lnTo>
                    <a:pt x="2994886" y="785387"/>
                  </a:lnTo>
                  <a:lnTo>
                    <a:pt x="2996797" y="791120"/>
                  </a:lnTo>
                  <a:lnTo>
                    <a:pt x="2996797" y="792553"/>
                  </a:lnTo>
                  <a:lnTo>
                    <a:pt x="2996319" y="795897"/>
                  </a:lnTo>
                  <a:lnTo>
                    <a:pt x="2998230" y="797331"/>
                  </a:lnTo>
                  <a:lnTo>
                    <a:pt x="3000619" y="797808"/>
                  </a:lnTo>
                  <a:lnTo>
                    <a:pt x="3001097" y="803063"/>
                  </a:lnTo>
                  <a:lnTo>
                    <a:pt x="3002052" y="810229"/>
                  </a:lnTo>
                  <a:lnTo>
                    <a:pt x="3001097" y="810707"/>
                  </a:lnTo>
                  <a:lnTo>
                    <a:pt x="3000141" y="810707"/>
                  </a:lnTo>
                  <a:lnTo>
                    <a:pt x="2996319" y="812618"/>
                  </a:lnTo>
                  <a:lnTo>
                    <a:pt x="2996797" y="814051"/>
                  </a:lnTo>
                  <a:lnTo>
                    <a:pt x="3000619" y="814529"/>
                  </a:lnTo>
                  <a:lnTo>
                    <a:pt x="3001574" y="815962"/>
                  </a:lnTo>
                  <a:lnTo>
                    <a:pt x="3000619" y="819306"/>
                  </a:lnTo>
                  <a:lnTo>
                    <a:pt x="3001097" y="820739"/>
                  </a:lnTo>
                  <a:lnTo>
                    <a:pt x="3002052" y="821217"/>
                  </a:lnTo>
                  <a:lnTo>
                    <a:pt x="3003007" y="819306"/>
                  </a:lnTo>
                  <a:lnTo>
                    <a:pt x="3003007" y="816440"/>
                  </a:lnTo>
                  <a:lnTo>
                    <a:pt x="3003007" y="815484"/>
                  </a:lnTo>
                  <a:lnTo>
                    <a:pt x="3005874" y="821217"/>
                  </a:lnTo>
                  <a:lnTo>
                    <a:pt x="3005874" y="823128"/>
                  </a:lnTo>
                  <a:lnTo>
                    <a:pt x="3007784" y="825994"/>
                  </a:lnTo>
                  <a:lnTo>
                    <a:pt x="3013995" y="829338"/>
                  </a:lnTo>
                  <a:lnTo>
                    <a:pt x="3014950" y="831249"/>
                  </a:lnTo>
                  <a:lnTo>
                    <a:pt x="3015429" y="834116"/>
                  </a:lnTo>
                  <a:lnTo>
                    <a:pt x="3013995" y="834593"/>
                  </a:lnTo>
                  <a:lnTo>
                    <a:pt x="3012562" y="836982"/>
                  </a:lnTo>
                  <a:lnTo>
                    <a:pt x="3013518" y="839371"/>
                  </a:lnTo>
                  <a:lnTo>
                    <a:pt x="3014950" y="841759"/>
                  </a:lnTo>
                  <a:lnTo>
                    <a:pt x="3017339" y="842715"/>
                  </a:lnTo>
                  <a:lnTo>
                    <a:pt x="3018772" y="846059"/>
                  </a:lnTo>
                  <a:lnTo>
                    <a:pt x="3018772" y="849403"/>
                  </a:lnTo>
                  <a:lnTo>
                    <a:pt x="3016861" y="852269"/>
                  </a:lnTo>
                  <a:lnTo>
                    <a:pt x="3013040" y="856569"/>
                  </a:lnTo>
                  <a:lnTo>
                    <a:pt x="3010651" y="858002"/>
                  </a:lnTo>
                  <a:lnTo>
                    <a:pt x="3010173" y="860868"/>
                  </a:lnTo>
                  <a:lnTo>
                    <a:pt x="3009696" y="863735"/>
                  </a:lnTo>
                  <a:lnTo>
                    <a:pt x="3008263" y="863735"/>
                  </a:lnTo>
                  <a:lnTo>
                    <a:pt x="3006829" y="862779"/>
                  </a:lnTo>
                  <a:lnTo>
                    <a:pt x="2987720" y="855136"/>
                  </a:lnTo>
                  <a:lnTo>
                    <a:pt x="2981032" y="853703"/>
                  </a:lnTo>
                  <a:lnTo>
                    <a:pt x="2974822" y="853703"/>
                  </a:lnTo>
                  <a:lnTo>
                    <a:pt x="2973388" y="853225"/>
                  </a:lnTo>
                  <a:lnTo>
                    <a:pt x="2973388" y="851314"/>
                  </a:lnTo>
                  <a:lnTo>
                    <a:pt x="2973866" y="849403"/>
                  </a:lnTo>
                  <a:lnTo>
                    <a:pt x="2974822" y="847492"/>
                  </a:lnTo>
                  <a:lnTo>
                    <a:pt x="2974343" y="845581"/>
                  </a:lnTo>
                  <a:lnTo>
                    <a:pt x="2973388" y="845581"/>
                  </a:lnTo>
                  <a:lnTo>
                    <a:pt x="2972911" y="847014"/>
                  </a:lnTo>
                  <a:lnTo>
                    <a:pt x="2971000" y="847014"/>
                  </a:lnTo>
                  <a:lnTo>
                    <a:pt x="2969566" y="845581"/>
                  </a:lnTo>
                  <a:lnTo>
                    <a:pt x="2968133" y="846059"/>
                  </a:lnTo>
                  <a:lnTo>
                    <a:pt x="2967656" y="847970"/>
                  </a:lnTo>
                  <a:lnTo>
                    <a:pt x="2967177" y="849403"/>
                  </a:lnTo>
                  <a:lnTo>
                    <a:pt x="2967177" y="850836"/>
                  </a:lnTo>
                  <a:lnTo>
                    <a:pt x="2967656" y="851792"/>
                  </a:lnTo>
                  <a:lnTo>
                    <a:pt x="2971477" y="853225"/>
                  </a:lnTo>
                  <a:lnTo>
                    <a:pt x="2971000" y="854658"/>
                  </a:lnTo>
                  <a:lnTo>
                    <a:pt x="2965745" y="855613"/>
                  </a:lnTo>
                  <a:lnTo>
                    <a:pt x="2961923" y="856569"/>
                  </a:lnTo>
                  <a:lnTo>
                    <a:pt x="2956668" y="860391"/>
                  </a:lnTo>
                  <a:lnTo>
                    <a:pt x="2954279" y="862779"/>
                  </a:lnTo>
                  <a:lnTo>
                    <a:pt x="2940425" y="869468"/>
                  </a:lnTo>
                  <a:lnTo>
                    <a:pt x="2936603" y="871379"/>
                  </a:lnTo>
                  <a:lnTo>
                    <a:pt x="2935170" y="871856"/>
                  </a:lnTo>
                  <a:lnTo>
                    <a:pt x="2933259" y="872334"/>
                  </a:lnTo>
                  <a:lnTo>
                    <a:pt x="2931826" y="875200"/>
                  </a:lnTo>
                  <a:lnTo>
                    <a:pt x="2924182" y="879022"/>
                  </a:lnTo>
                  <a:lnTo>
                    <a:pt x="2922271" y="878545"/>
                  </a:lnTo>
                  <a:lnTo>
                    <a:pt x="2920360" y="881411"/>
                  </a:lnTo>
                  <a:lnTo>
                    <a:pt x="2918449" y="883322"/>
                  </a:lnTo>
                  <a:lnTo>
                    <a:pt x="2913672" y="883322"/>
                  </a:lnTo>
                  <a:lnTo>
                    <a:pt x="2910806" y="884277"/>
                  </a:lnTo>
                  <a:lnTo>
                    <a:pt x="2904595" y="889054"/>
                  </a:lnTo>
                  <a:lnTo>
                    <a:pt x="2900774" y="887621"/>
                  </a:lnTo>
                  <a:lnTo>
                    <a:pt x="2895996" y="893354"/>
                  </a:lnTo>
                  <a:lnTo>
                    <a:pt x="2891219" y="899087"/>
                  </a:lnTo>
                  <a:lnTo>
                    <a:pt x="2889308" y="899087"/>
                  </a:lnTo>
                  <a:lnTo>
                    <a:pt x="2885486" y="896698"/>
                  </a:lnTo>
                  <a:lnTo>
                    <a:pt x="2884531" y="898131"/>
                  </a:lnTo>
                  <a:lnTo>
                    <a:pt x="2885008" y="900520"/>
                  </a:lnTo>
                  <a:lnTo>
                    <a:pt x="2886442" y="902909"/>
                  </a:lnTo>
                  <a:lnTo>
                    <a:pt x="2885486" y="903386"/>
                  </a:lnTo>
                  <a:lnTo>
                    <a:pt x="2884053" y="902909"/>
                  </a:lnTo>
                  <a:lnTo>
                    <a:pt x="2883097" y="902909"/>
                  </a:lnTo>
                  <a:lnTo>
                    <a:pt x="2882142" y="903386"/>
                  </a:lnTo>
                  <a:lnTo>
                    <a:pt x="2882142" y="905297"/>
                  </a:lnTo>
                  <a:lnTo>
                    <a:pt x="2880231" y="907208"/>
                  </a:lnTo>
                  <a:lnTo>
                    <a:pt x="2878320" y="907686"/>
                  </a:lnTo>
                  <a:lnTo>
                    <a:pt x="2876409" y="908164"/>
                  </a:lnTo>
                  <a:lnTo>
                    <a:pt x="2875931" y="910075"/>
                  </a:lnTo>
                  <a:lnTo>
                    <a:pt x="2876409" y="912463"/>
                  </a:lnTo>
                  <a:lnTo>
                    <a:pt x="2872587" y="914852"/>
                  </a:lnTo>
                  <a:lnTo>
                    <a:pt x="2869721" y="917718"/>
                  </a:lnTo>
                  <a:lnTo>
                    <a:pt x="2868288" y="918196"/>
                  </a:lnTo>
                  <a:lnTo>
                    <a:pt x="2866854" y="919629"/>
                  </a:lnTo>
                  <a:lnTo>
                    <a:pt x="2865421" y="920585"/>
                  </a:lnTo>
                  <a:lnTo>
                    <a:pt x="2863033" y="920585"/>
                  </a:lnTo>
                  <a:lnTo>
                    <a:pt x="2858256" y="924884"/>
                  </a:lnTo>
                  <a:lnTo>
                    <a:pt x="2847745" y="932528"/>
                  </a:lnTo>
                  <a:lnTo>
                    <a:pt x="2844879" y="933483"/>
                  </a:lnTo>
                  <a:lnTo>
                    <a:pt x="2841057" y="935394"/>
                  </a:lnTo>
                  <a:lnTo>
                    <a:pt x="2840579" y="936827"/>
                  </a:lnTo>
                  <a:lnTo>
                    <a:pt x="2840579" y="938738"/>
                  </a:lnTo>
                  <a:lnTo>
                    <a:pt x="2839146" y="942082"/>
                  </a:lnTo>
                  <a:lnTo>
                    <a:pt x="2837235" y="949726"/>
                  </a:lnTo>
                  <a:lnTo>
                    <a:pt x="2836758" y="951159"/>
                  </a:lnTo>
                  <a:lnTo>
                    <a:pt x="2835802" y="952593"/>
                  </a:lnTo>
                  <a:lnTo>
                    <a:pt x="2831980" y="952115"/>
                  </a:lnTo>
                  <a:lnTo>
                    <a:pt x="2828636" y="948771"/>
                  </a:lnTo>
                  <a:lnTo>
                    <a:pt x="2827681" y="947815"/>
                  </a:lnTo>
                  <a:lnTo>
                    <a:pt x="2826725" y="945904"/>
                  </a:lnTo>
                  <a:lnTo>
                    <a:pt x="2826725" y="943516"/>
                  </a:lnTo>
                  <a:lnTo>
                    <a:pt x="2825770" y="942082"/>
                  </a:lnTo>
                  <a:lnTo>
                    <a:pt x="2825292" y="941605"/>
                  </a:lnTo>
                  <a:lnTo>
                    <a:pt x="2821470" y="935394"/>
                  </a:lnTo>
                  <a:lnTo>
                    <a:pt x="2814304" y="931095"/>
                  </a:lnTo>
                  <a:lnTo>
                    <a:pt x="2813349" y="929661"/>
                  </a:lnTo>
                  <a:lnTo>
                    <a:pt x="2804749" y="930617"/>
                  </a:lnTo>
                  <a:lnTo>
                    <a:pt x="2802361" y="930617"/>
                  </a:lnTo>
                  <a:lnTo>
                    <a:pt x="2798539" y="929661"/>
                  </a:lnTo>
                  <a:lnTo>
                    <a:pt x="2791851" y="930617"/>
                  </a:lnTo>
                  <a:lnTo>
                    <a:pt x="2784207" y="933006"/>
                  </a:lnTo>
                  <a:lnTo>
                    <a:pt x="2781819" y="934439"/>
                  </a:lnTo>
                  <a:lnTo>
                    <a:pt x="2773697" y="936350"/>
                  </a:lnTo>
                  <a:lnTo>
                    <a:pt x="2768920" y="940172"/>
                  </a:lnTo>
                  <a:lnTo>
                    <a:pt x="2758410" y="953548"/>
                  </a:lnTo>
                  <a:lnTo>
                    <a:pt x="2756021" y="955937"/>
                  </a:lnTo>
                  <a:lnTo>
                    <a:pt x="2755066" y="956892"/>
                  </a:lnTo>
                  <a:lnTo>
                    <a:pt x="2753155" y="956892"/>
                  </a:lnTo>
                  <a:lnTo>
                    <a:pt x="2752677" y="954026"/>
                  </a:lnTo>
                  <a:lnTo>
                    <a:pt x="2752199" y="952115"/>
                  </a:lnTo>
                  <a:lnTo>
                    <a:pt x="2752677" y="948293"/>
                  </a:lnTo>
                  <a:lnTo>
                    <a:pt x="2754110" y="944949"/>
                  </a:lnTo>
                  <a:lnTo>
                    <a:pt x="2755544" y="938738"/>
                  </a:lnTo>
                  <a:lnTo>
                    <a:pt x="2755544" y="936350"/>
                  </a:lnTo>
                  <a:lnTo>
                    <a:pt x="2756499" y="933483"/>
                  </a:lnTo>
                  <a:lnTo>
                    <a:pt x="2753155" y="933961"/>
                  </a:lnTo>
                  <a:lnTo>
                    <a:pt x="2748378" y="938261"/>
                  </a:lnTo>
                  <a:lnTo>
                    <a:pt x="2741212" y="943038"/>
                  </a:lnTo>
                  <a:lnTo>
                    <a:pt x="2737867" y="943993"/>
                  </a:lnTo>
                  <a:lnTo>
                    <a:pt x="2735479" y="946382"/>
                  </a:lnTo>
                  <a:lnTo>
                    <a:pt x="2733568" y="946860"/>
                  </a:lnTo>
                  <a:lnTo>
                    <a:pt x="2731180" y="947815"/>
                  </a:lnTo>
                  <a:lnTo>
                    <a:pt x="2731180" y="953548"/>
                  </a:lnTo>
                  <a:lnTo>
                    <a:pt x="2730224" y="956414"/>
                  </a:lnTo>
                  <a:lnTo>
                    <a:pt x="2728791" y="956892"/>
                  </a:lnTo>
                  <a:lnTo>
                    <a:pt x="2726880" y="957370"/>
                  </a:lnTo>
                  <a:lnTo>
                    <a:pt x="2725447" y="955937"/>
                  </a:lnTo>
                  <a:lnTo>
                    <a:pt x="2723058" y="951637"/>
                  </a:lnTo>
                  <a:lnTo>
                    <a:pt x="2720192" y="949248"/>
                  </a:lnTo>
                  <a:lnTo>
                    <a:pt x="2718758" y="948771"/>
                  </a:lnTo>
                  <a:lnTo>
                    <a:pt x="2717325" y="949248"/>
                  </a:lnTo>
                  <a:lnTo>
                    <a:pt x="2714937" y="952593"/>
                  </a:lnTo>
                  <a:lnTo>
                    <a:pt x="2712070" y="954981"/>
                  </a:lnTo>
                  <a:lnTo>
                    <a:pt x="2712548" y="952115"/>
                  </a:lnTo>
                  <a:lnTo>
                    <a:pt x="2710159" y="950682"/>
                  </a:lnTo>
                  <a:lnTo>
                    <a:pt x="2708248" y="950204"/>
                  </a:lnTo>
                  <a:lnTo>
                    <a:pt x="2705382" y="949726"/>
                  </a:lnTo>
                  <a:lnTo>
                    <a:pt x="2704904" y="950204"/>
                  </a:lnTo>
                  <a:lnTo>
                    <a:pt x="2703949" y="952115"/>
                  </a:lnTo>
                  <a:lnTo>
                    <a:pt x="2701560" y="954503"/>
                  </a:lnTo>
                  <a:lnTo>
                    <a:pt x="2699649" y="955459"/>
                  </a:lnTo>
                  <a:lnTo>
                    <a:pt x="2698216" y="957370"/>
                  </a:lnTo>
                  <a:lnTo>
                    <a:pt x="2697260" y="959281"/>
                  </a:lnTo>
                  <a:lnTo>
                    <a:pt x="2696305" y="962147"/>
                  </a:lnTo>
                  <a:lnTo>
                    <a:pt x="2695350" y="968835"/>
                  </a:lnTo>
                  <a:lnTo>
                    <a:pt x="2695350" y="976479"/>
                  </a:lnTo>
                  <a:lnTo>
                    <a:pt x="2691528" y="982689"/>
                  </a:lnTo>
                  <a:lnTo>
                    <a:pt x="2690094" y="982212"/>
                  </a:lnTo>
                  <a:lnTo>
                    <a:pt x="2689617" y="982212"/>
                  </a:lnTo>
                  <a:lnTo>
                    <a:pt x="2688662" y="983167"/>
                  </a:lnTo>
                  <a:lnTo>
                    <a:pt x="2690094" y="986511"/>
                  </a:lnTo>
                  <a:lnTo>
                    <a:pt x="2689617" y="987467"/>
                  </a:lnTo>
                  <a:lnTo>
                    <a:pt x="2688662" y="988422"/>
                  </a:lnTo>
                  <a:lnTo>
                    <a:pt x="2687228" y="989378"/>
                  </a:lnTo>
                  <a:lnTo>
                    <a:pt x="2682928" y="994155"/>
                  </a:lnTo>
                  <a:lnTo>
                    <a:pt x="2679107" y="997499"/>
                  </a:lnTo>
                  <a:lnTo>
                    <a:pt x="2672896" y="1006576"/>
                  </a:lnTo>
                  <a:lnTo>
                    <a:pt x="2670985" y="1012787"/>
                  </a:lnTo>
                  <a:lnTo>
                    <a:pt x="2669552" y="1019475"/>
                  </a:lnTo>
                  <a:lnTo>
                    <a:pt x="2670030" y="1022819"/>
                  </a:lnTo>
                  <a:lnTo>
                    <a:pt x="2670985" y="1024730"/>
                  </a:lnTo>
                  <a:lnTo>
                    <a:pt x="2671941" y="1026163"/>
                  </a:lnTo>
                  <a:lnTo>
                    <a:pt x="2674330" y="1028074"/>
                  </a:lnTo>
                  <a:lnTo>
                    <a:pt x="2678151" y="1029507"/>
                  </a:lnTo>
                  <a:lnTo>
                    <a:pt x="2678151" y="1030940"/>
                  </a:lnTo>
                  <a:lnTo>
                    <a:pt x="2678151" y="1031418"/>
                  </a:lnTo>
                  <a:lnTo>
                    <a:pt x="2679585" y="1029985"/>
                  </a:lnTo>
                  <a:lnTo>
                    <a:pt x="2680540" y="1025207"/>
                  </a:lnTo>
                  <a:lnTo>
                    <a:pt x="2683407" y="1023774"/>
                  </a:lnTo>
                  <a:lnTo>
                    <a:pt x="2684362" y="1023774"/>
                  </a:lnTo>
                  <a:lnTo>
                    <a:pt x="2692961" y="1027596"/>
                  </a:lnTo>
                  <a:lnTo>
                    <a:pt x="2694394" y="1029029"/>
                  </a:lnTo>
                  <a:lnTo>
                    <a:pt x="2694394" y="1032851"/>
                  </a:lnTo>
                  <a:lnTo>
                    <a:pt x="2693916" y="1034284"/>
                  </a:lnTo>
                  <a:lnTo>
                    <a:pt x="2692005" y="1036673"/>
                  </a:lnTo>
                  <a:lnTo>
                    <a:pt x="2689139" y="1039539"/>
                  </a:lnTo>
                  <a:lnTo>
                    <a:pt x="2685795" y="1043839"/>
                  </a:lnTo>
                  <a:lnTo>
                    <a:pt x="2685317" y="1046228"/>
                  </a:lnTo>
                  <a:lnTo>
                    <a:pt x="2685317" y="1047661"/>
                  </a:lnTo>
                  <a:lnTo>
                    <a:pt x="2686273" y="1052438"/>
                  </a:lnTo>
                  <a:lnTo>
                    <a:pt x="2686273" y="1054827"/>
                  </a:lnTo>
                  <a:lnTo>
                    <a:pt x="2685795" y="1060082"/>
                  </a:lnTo>
                  <a:lnTo>
                    <a:pt x="2686273" y="1061993"/>
                  </a:lnTo>
                  <a:lnTo>
                    <a:pt x="2687228" y="1063904"/>
                  </a:lnTo>
                  <a:lnTo>
                    <a:pt x="2688662" y="1064859"/>
                  </a:lnTo>
                  <a:lnTo>
                    <a:pt x="2691050" y="1064381"/>
                  </a:lnTo>
                  <a:lnTo>
                    <a:pt x="2693439" y="1064859"/>
                  </a:lnTo>
                  <a:lnTo>
                    <a:pt x="2695350" y="1066292"/>
                  </a:lnTo>
                  <a:lnTo>
                    <a:pt x="2694872" y="1070114"/>
                  </a:lnTo>
                  <a:lnTo>
                    <a:pt x="2695828" y="1073936"/>
                  </a:lnTo>
                  <a:lnTo>
                    <a:pt x="2696783" y="1081102"/>
                  </a:lnTo>
                  <a:lnTo>
                    <a:pt x="2695350" y="1083013"/>
                  </a:lnTo>
                  <a:lnTo>
                    <a:pt x="2693916" y="1084446"/>
                  </a:lnTo>
                  <a:lnTo>
                    <a:pt x="2691050" y="1087312"/>
                  </a:lnTo>
                  <a:lnTo>
                    <a:pt x="2689617" y="1087790"/>
                  </a:lnTo>
                  <a:lnTo>
                    <a:pt x="2686751" y="1086357"/>
                  </a:lnTo>
                  <a:lnTo>
                    <a:pt x="2682928" y="1081102"/>
                  </a:lnTo>
                  <a:lnTo>
                    <a:pt x="2684362" y="1077758"/>
                  </a:lnTo>
                  <a:lnTo>
                    <a:pt x="2688184" y="1075847"/>
                  </a:lnTo>
                  <a:lnTo>
                    <a:pt x="2689617" y="1073936"/>
                  </a:lnTo>
                  <a:lnTo>
                    <a:pt x="2691050" y="1071547"/>
                  </a:lnTo>
                  <a:lnTo>
                    <a:pt x="2689139" y="1072025"/>
                  </a:lnTo>
                  <a:lnTo>
                    <a:pt x="2687706" y="1072980"/>
                  </a:lnTo>
                  <a:lnTo>
                    <a:pt x="2683407" y="1072503"/>
                  </a:lnTo>
                  <a:lnTo>
                    <a:pt x="2681973" y="1073936"/>
                  </a:lnTo>
                  <a:lnTo>
                    <a:pt x="2680062" y="1075847"/>
                  </a:lnTo>
                  <a:lnTo>
                    <a:pt x="2680540" y="1080146"/>
                  </a:lnTo>
                  <a:lnTo>
                    <a:pt x="2679585" y="1081102"/>
                  </a:lnTo>
                  <a:lnTo>
                    <a:pt x="2676718" y="1082535"/>
                  </a:lnTo>
                  <a:lnTo>
                    <a:pt x="2672896" y="1084446"/>
                  </a:lnTo>
                  <a:lnTo>
                    <a:pt x="2671941" y="1085879"/>
                  </a:lnTo>
                  <a:lnTo>
                    <a:pt x="2668597" y="1094001"/>
                  </a:lnTo>
                  <a:lnTo>
                    <a:pt x="2665730" y="1099733"/>
                  </a:lnTo>
                  <a:lnTo>
                    <a:pt x="2664775" y="1104988"/>
                  </a:lnTo>
                  <a:lnTo>
                    <a:pt x="2664775" y="1109288"/>
                  </a:lnTo>
                  <a:lnTo>
                    <a:pt x="2666208" y="1114065"/>
                  </a:lnTo>
                  <a:lnTo>
                    <a:pt x="2666686" y="1116454"/>
                  </a:lnTo>
                  <a:lnTo>
                    <a:pt x="2670030" y="1120753"/>
                  </a:lnTo>
                  <a:lnTo>
                    <a:pt x="2671941" y="1124097"/>
                  </a:lnTo>
                  <a:lnTo>
                    <a:pt x="2672419" y="1128397"/>
                  </a:lnTo>
                  <a:lnTo>
                    <a:pt x="2669552" y="1130786"/>
                  </a:lnTo>
                  <a:lnTo>
                    <a:pt x="2664775" y="1135563"/>
                  </a:lnTo>
                  <a:lnTo>
                    <a:pt x="2662864" y="1136041"/>
                  </a:lnTo>
                  <a:lnTo>
                    <a:pt x="2656176" y="1136041"/>
                  </a:lnTo>
                  <a:lnTo>
                    <a:pt x="2652832" y="1133174"/>
                  </a:lnTo>
                  <a:lnTo>
                    <a:pt x="2649010" y="1134130"/>
                  </a:lnTo>
                  <a:lnTo>
                    <a:pt x="2646144" y="1135085"/>
                  </a:lnTo>
                  <a:lnTo>
                    <a:pt x="2640889" y="1138429"/>
                  </a:lnTo>
                  <a:lnTo>
                    <a:pt x="2636111" y="1143207"/>
                  </a:lnTo>
                  <a:lnTo>
                    <a:pt x="2631812" y="1146073"/>
                  </a:lnTo>
                  <a:lnTo>
                    <a:pt x="2630856" y="1147984"/>
                  </a:lnTo>
                  <a:lnTo>
                    <a:pt x="2628945" y="1151806"/>
                  </a:lnTo>
                  <a:lnTo>
                    <a:pt x="2627512" y="1158494"/>
                  </a:lnTo>
                  <a:lnTo>
                    <a:pt x="2627990" y="1161838"/>
                  </a:lnTo>
                  <a:lnTo>
                    <a:pt x="2628945" y="1163749"/>
                  </a:lnTo>
                  <a:lnTo>
                    <a:pt x="2629423" y="1165660"/>
                  </a:lnTo>
                  <a:lnTo>
                    <a:pt x="2628468" y="1169004"/>
                  </a:lnTo>
                  <a:lnTo>
                    <a:pt x="2628468" y="1170915"/>
                  </a:lnTo>
                  <a:lnTo>
                    <a:pt x="2630378" y="1174259"/>
                  </a:lnTo>
                  <a:lnTo>
                    <a:pt x="2630856" y="1178559"/>
                  </a:lnTo>
                  <a:lnTo>
                    <a:pt x="2629423" y="1178559"/>
                  </a:lnTo>
                  <a:lnTo>
                    <a:pt x="2626079" y="1175692"/>
                  </a:lnTo>
                  <a:lnTo>
                    <a:pt x="2622257" y="1175215"/>
                  </a:lnTo>
                  <a:lnTo>
                    <a:pt x="2613180" y="1179036"/>
                  </a:lnTo>
                  <a:lnTo>
                    <a:pt x="2609836" y="1180947"/>
                  </a:lnTo>
                  <a:lnTo>
                    <a:pt x="2605537" y="1185247"/>
                  </a:lnTo>
                  <a:lnTo>
                    <a:pt x="2604581" y="1184291"/>
                  </a:lnTo>
                  <a:lnTo>
                    <a:pt x="2603626" y="1181903"/>
                  </a:lnTo>
                  <a:lnTo>
                    <a:pt x="2602193" y="1180947"/>
                  </a:lnTo>
                  <a:lnTo>
                    <a:pt x="2600282" y="1181425"/>
                  </a:lnTo>
                  <a:lnTo>
                    <a:pt x="2599326" y="1183814"/>
                  </a:lnTo>
                  <a:lnTo>
                    <a:pt x="2602193" y="1184769"/>
                  </a:lnTo>
                  <a:lnTo>
                    <a:pt x="2603148" y="1186202"/>
                  </a:lnTo>
                  <a:lnTo>
                    <a:pt x="2601714" y="1191935"/>
                  </a:lnTo>
                  <a:lnTo>
                    <a:pt x="2600282" y="1193846"/>
                  </a:lnTo>
                  <a:lnTo>
                    <a:pt x="2600759" y="1198623"/>
                  </a:lnTo>
                  <a:lnTo>
                    <a:pt x="2600759" y="1201012"/>
                  </a:lnTo>
                  <a:lnTo>
                    <a:pt x="2600282" y="1203401"/>
                  </a:lnTo>
                  <a:lnTo>
                    <a:pt x="2597415" y="1209611"/>
                  </a:lnTo>
                  <a:lnTo>
                    <a:pt x="2593116" y="1217732"/>
                  </a:lnTo>
                  <a:lnTo>
                    <a:pt x="2587383" y="1223943"/>
                  </a:lnTo>
                  <a:lnTo>
                    <a:pt x="2583561" y="1225854"/>
                  </a:lnTo>
                  <a:lnTo>
                    <a:pt x="2581650" y="1227765"/>
                  </a:lnTo>
                  <a:lnTo>
                    <a:pt x="2580695" y="1229676"/>
                  </a:lnTo>
                  <a:lnTo>
                    <a:pt x="2574962" y="1235408"/>
                  </a:lnTo>
                  <a:lnTo>
                    <a:pt x="2567796" y="1241141"/>
                  </a:lnTo>
                  <a:lnTo>
                    <a:pt x="2565885" y="1242574"/>
                  </a:lnTo>
                  <a:lnTo>
                    <a:pt x="2565407" y="1240186"/>
                  </a:lnTo>
                  <a:lnTo>
                    <a:pt x="2565407" y="1237797"/>
                  </a:lnTo>
                  <a:lnTo>
                    <a:pt x="2564452" y="1234931"/>
                  </a:lnTo>
                  <a:lnTo>
                    <a:pt x="2562063" y="1232542"/>
                  </a:lnTo>
                  <a:lnTo>
                    <a:pt x="2561586" y="1230631"/>
                  </a:lnTo>
                  <a:lnTo>
                    <a:pt x="2561107" y="1227765"/>
                  </a:lnTo>
                  <a:lnTo>
                    <a:pt x="2561107" y="1214866"/>
                  </a:lnTo>
                  <a:lnTo>
                    <a:pt x="2558719" y="1201490"/>
                  </a:lnTo>
                  <a:lnTo>
                    <a:pt x="2558241" y="1197190"/>
                  </a:lnTo>
                  <a:lnTo>
                    <a:pt x="2555853" y="1193846"/>
                  </a:lnTo>
                  <a:lnTo>
                    <a:pt x="2554420" y="1190024"/>
                  </a:lnTo>
                  <a:lnTo>
                    <a:pt x="2553464" y="1186680"/>
                  </a:lnTo>
                  <a:lnTo>
                    <a:pt x="2552986" y="1182381"/>
                  </a:lnTo>
                  <a:lnTo>
                    <a:pt x="2550120" y="1159927"/>
                  </a:lnTo>
                  <a:lnTo>
                    <a:pt x="2549164" y="1154194"/>
                  </a:lnTo>
                  <a:lnTo>
                    <a:pt x="2545343" y="1135563"/>
                  </a:lnTo>
                  <a:lnTo>
                    <a:pt x="2543909" y="1125053"/>
                  </a:lnTo>
                  <a:lnTo>
                    <a:pt x="2542476" y="1114543"/>
                  </a:lnTo>
                  <a:lnTo>
                    <a:pt x="2542476" y="1109766"/>
                  </a:lnTo>
                  <a:lnTo>
                    <a:pt x="2544387" y="1095434"/>
                  </a:lnTo>
                  <a:lnTo>
                    <a:pt x="2545820" y="1086357"/>
                  </a:lnTo>
                  <a:lnTo>
                    <a:pt x="2551075" y="1065814"/>
                  </a:lnTo>
                  <a:lnTo>
                    <a:pt x="2551553" y="1063904"/>
                  </a:lnTo>
                  <a:lnTo>
                    <a:pt x="2552509" y="1062948"/>
                  </a:lnTo>
                  <a:lnTo>
                    <a:pt x="2561586" y="1055304"/>
                  </a:lnTo>
                  <a:lnTo>
                    <a:pt x="2565885" y="1050527"/>
                  </a:lnTo>
                  <a:lnTo>
                    <a:pt x="2568273" y="1046228"/>
                  </a:lnTo>
                  <a:lnTo>
                    <a:pt x="2570662" y="1040017"/>
                  </a:lnTo>
                  <a:lnTo>
                    <a:pt x="2570184" y="1037151"/>
                  </a:lnTo>
                  <a:lnTo>
                    <a:pt x="2570184" y="1035240"/>
                  </a:lnTo>
                  <a:lnTo>
                    <a:pt x="2569229" y="1032851"/>
                  </a:lnTo>
                  <a:lnTo>
                    <a:pt x="2566841" y="1030462"/>
                  </a:lnTo>
                  <a:lnTo>
                    <a:pt x="2567796" y="1029507"/>
                  </a:lnTo>
                  <a:lnTo>
                    <a:pt x="2568752" y="1028552"/>
                  </a:lnTo>
                  <a:lnTo>
                    <a:pt x="2570662" y="1027596"/>
                  </a:lnTo>
                  <a:lnTo>
                    <a:pt x="2575439" y="1029507"/>
                  </a:lnTo>
                  <a:lnTo>
                    <a:pt x="2580217" y="1029029"/>
                  </a:lnTo>
                  <a:lnTo>
                    <a:pt x="2584039" y="1021386"/>
                  </a:lnTo>
                  <a:lnTo>
                    <a:pt x="2590249" y="1022341"/>
                  </a:lnTo>
                  <a:lnTo>
                    <a:pt x="2595027" y="1020908"/>
                  </a:lnTo>
                  <a:lnTo>
                    <a:pt x="2596460" y="1021863"/>
                  </a:lnTo>
                  <a:lnTo>
                    <a:pt x="2597415" y="1018997"/>
                  </a:lnTo>
                  <a:lnTo>
                    <a:pt x="2599804" y="1016608"/>
                  </a:lnTo>
                  <a:lnTo>
                    <a:pt x="2604581" y="1012309"/>
                  </a:lnTo>
                  <a:lnTo>
                    <a:pt x="2611269" y="1007531"/>
                  </a:lnTo>
                  <a:lnTo>
                    <a:pt x="2615091" y="1004187"/>
                  </a:lnTo>
                  <a:lnTo>
                    <a:pt x="2617002" y="1000843"/>
                  </a:lnTo>
                  <a:lnTo>
                    <a:pt x="2619868" y="997977"/>
                  </a:lnTo>
                  <a:lnTo>
                    <a:pt x="2622257" y="994155"/>
                  </a:lnTo>
                  <a:lnTo>
                    <a:pt x="2627512" y="982689"/>
                  </a:lnTo>
                  <a:lnTo>
                    <a:pt x="2637544" y="973135"/>
                  </a:lnTo>
                  <a:lnTo>
                    <a:pt x="2641366" y="967880"/>
                  </a:lnTo>
                  <a:lnTo>
                    <a:pt x="2644710" y="965969"/>
                  </a:lnTo>
                  <a:lnTo>
                    <a:pt x="2647577" y="965014"/>
                  </a:lnTo>
                  <a:lnTo>
                    <a:pt x="2654743" y="956892"/>
                  </a:lnTo>
                  <a:lnTo>
                    <a:pt x="2659520" y="950682"/>
                  </a:lnTo>
                  <a:lnTo>
                    <a:pt x="2665253" y="945904"/>
                  </a:lnTo>
                  <a:lnTo>
                    <a:pt x="2667164" y="943038"/>
                  </a:lnTo>
                  <a:lnTo>
                    <a:pt x="2670030" y="935872"/>
                  </a:lnTo>
                  <a:lnTo>
                    <a:pt x="2671463" y="934439"/>
                  </a:lnTo>
                  <a:lnTo>
                    <a:pt x="2675285" y="931573"/>
                  </a:lnTo>
                  <a:lnTo>
                    <a:pt x="2684362" y="927273"/>
                  </a:lnTo>
                  <a:lnTo>
                    <a:pt x="2689617" y="922496"/>
                  </a:lnTo>
                  <a:lnTo>
                    <a:pt x="2697260" y="922018"/>
                  </a:lnTo>
                  <a:lnTo>
                    <a:pt x="2699171" y="920107"/>
                  </a:lnTo>
                  <a:lnTo>
                    <a:pt x="2701560" y="919152"/>
                  </a:lnTo>
                  <a:lnTo>
                    <a:pt x="2703949" y="917718"/>
                  </a:lnTo>
                  <a:lnTo>
                    <a:pt x="2701082" y="913419"/>
                  </a:lnTo>
                  <a:lnTo>
                    <a:pt x="2701560" y="911508"/>
                  </a:lnTo>
                  <a:lnTo>
                    <a:pt x="2702516" y="910552"/>
                  </a:lnTo>
                  <a:lnTo>
                    <a:pt x="2707771" y="905297"/>
                  </a:lnTo>
                  <a:lnTo>
                    <a:pt x="2710159" y="901475"/>
                  </a:lnTo>
                  <a:lnTo>
                    <a:pt x="2709682" y="900042"/>
                  </a:lnTo>
                  <a:lnTo>
                    <a:pt x="2709204" y="898609"/>
                  </a:lnTo>
                  <a:lnTo>
                    <a:pt x="2705860" y="897176"/>
                  </a:lnTo>
                  <a:lnTo>
                    <a:pt x="2706815" y="893354"/>
                  </a:lnTo>
                  <a:lnTo>
                    <a:pt x="2707771" y="890488"/>
                  </a:lnTo>
                  <a:lnTo>
                    <a:pt x="2710159" y="887621"/>
                  </a:lnTo>
                  <a:lnTo>
                    <a:pt x="2711115" y="881411"/>
                  </a:lnTo>
                  <a:lnTo>
                    <a:pt x="2711115" y="874723"/>
                  </a:lnTo>
                  <a:lnTo>
                    <a:pt x="2713981" y="865168"/>
                  </a:lnTo>
                  <a:lnTo>
                    <a:pt x="2715414" y="862779"/>
                  </a:lnTo>
                  <a:lnTo>
                    <a:pt x="2721625" y="858002"/>
                  </a:lnTo>
                  <a:lnTo>
                    <a:pt x="2723058" y="858002"/>
                  </a:lnTo>
                  <a:lnTo>
                    <a:pt x="2727358" y="859435"/>
                  </a:lnTo>
                  <a:lnTo>
                    <a:pt x="2732135" y="860391"/>
                  </a:lnTo>
                  <a:lnTo>
                    <a:pt x="2734046" y="861824"/>
                  </a:lnTo>
                  <a:lnTo>
                    <a:pt x="2734046" y="860868"/>
                  </a:lnTo>
                  <a:lnTo>
                    <a:pt x="2734046" y="858958"/>
                  </a:lnTo>
                  <a:lnTo>
                    <a:pt x="2735479" y="858480"/>
                  </a:lnTo>
                  <a:lnTo>
                    <a:pt x="2737867" y="858958"/>
                  </a:lnTo>
                  <a:lnTo>
                    <a:pt x="2737390" y="857047"/>
                  </a:lnTo>
                  <a:lnTo>
                    <a:pt x="2730701" y="856091"/>
                  </a:lnTo>
                  <a:lnTo>
                    <a:pt x="2725447" y="854180"/>
                  </a:lnTo>
                  <a:lnTo>
                    <a:pt x="2721147" y="849881"/>
                  </a:lnTo>
                  <a:lnTo>
                    <a:pt x="2718281" y="848925"/>
                  </a:lnTo>
                  <a:lnTo>
                    <a:pt x="2714937" y="849403"/>
                  </a:lnTo>
                  <a:lnTo>
                    <a:pt x="2696783" y="855136"/>
                  </a:lnTo>
                  <a:lnTo>
                    <a:pt x="2695828" y="856569"/>
                  </a:lnTo>
                  <a:lnTo>
                    <a:pt x="2694872" y="858958"/>
                  </a:lnTo>
                  <a:lnTo>
                    <a:pt x="2695828" y="861824"/>
                  </a:lnTo>
                  <a:lnTo>
                    <a:pt x="2695350" y="863257"/>
                  </a:lnTo>
                  <a:lnTo>
                    <a:pt x="2694394" y="864213"/>
                  </a:lnTo>
                  <a:lnTo>
                    <a:pt x="2693439" y="866601"/>
                  </a:lnTo>
                  <a:lnTo>
                    <a:pt x="2692483" y="870423"/>
                  </a:lnTo>
                  <a:lnTo>
                    <a:pt x="2692483" y="874723"/>
                  </a:lnTo>
                  <a:lnTo>
                    <a:pt x="2690573" y="880455"/>
                  </a:lnTo>
                  <a:lnTo>
                    <a:pt x="2690094" y="884755"/>
                  </a:lnTo>
                  <a:lnTo>
                    <a:pt x="2694394" y="886666"/>
                  </a:lnTo>
                  <a:lnTo>
                    <a:pt x="2695350" y="888099"/>
                  </a:lnTo>
                  <a:lnTo>
                    <a:pt x="2693916" y="890010"/>
                  </a:lnTo>
                  <a:lnTo>
                    <a:pt x="2692961" y="891443"/>
                  </a:lnTo>
                  <a:lnTo>
                    <a:pt x="2691528" y="892876"/>
                  </a:lnTo>
                  <a:lnTo>
                    <a:pt x="2691050" y="893832"/>
                  </a:lnTo>
                  <a:lnTo>
                    <a:pt x="2690094" y="893832"/>
                  </a:lnTo>
                  <a:lnTo>
                    <a:pt x="2688662" y="891921"/>
                  </a:lnTo>
                  <a:lnTo>
                    <a:pt x="2687228" y="888099"/>
                  </a:lnTo>
                  <a:lnTo>
                    <a:pt x="2685317" y="887621"/>
                  </a:lnTo>
                  <a:lnTo>
                    <a:pt x="2684362" y="888099"/>
                  </a:lnTo>
                  <a:lnTo>
                    <a:pt x="2683884" y="890010"/>
                  </a:lnTo>
                  <a:lnTo>
                    <a:pt x="2682451" y="890010"/>
                  </a:lnTo>
                  <a:lnTo>
                    <a:pt x="2680062" y="889054"/>
                  </a:lnTo>
                  <a:lnTo>
                    <a:pt x="2678151" y="889532"/>
                  </a:lnTo>
                  <a:lnTo>
                    <a:pt x="2673852" y="894310"/>
                  </a:lnTo>
                  <a:lnTo>
                    <a:pt x="2650921" y="915807"/>
                  </a:lnTo>
                  <a:lnTo>
                    <a:pt x="2648532" y="918674"/>
                  </a:lnTo>
                  <a:lnTo>
                    <a:pt x="2645666" y="923929"/>
                  </a:lnTo>
                  <a:lnTo>
                    <a:pt x="2639933" y="924407"/>
                  </a:lnTo>
                  <a:lnTo>
                    <a:pt x="2638022" y="925362"/>
                  </a:lnTo>
                  <a:lnTo>
                    <a:pt x="2636111" y="926795"/>
                  </a:lnTo>
                  <a:lnTo>
                    <a:pt x="2634200" y="928228"/>
                  </a:lnTo>
                  <a:lnTo>
                    <a:pt x="2634200" y="926317"/>
                  </a:lnTo>
                  <a:lnTo>
                    <a:pt x="2634678" y="924884"/>
                  </a:lnTo>
                  <a:lnTo>
                    <a:pt x="2635156" y="921062"/>
                  </a:lnTo>
                  <a:lnTo>
                    <a:pt x="2638022" y="913419"/>
                  </a:lnTo>
                  <a:lnTo>
                    <a:pt x="2636111" y="912941"/>
                  </a:lnTo>
                  <a:lnTo>
                    <a:pt x="2634200" y="912941"/>
                  </a:lnTo>
                  <a:lnTo>
                    <a:pt x="2630856" y="914374"/>
                  </a:lnTo>
                  <a:lnTo>
                    <a:pt x="2628468" y="916763"/>
                  </a:lnTo>
                  <a:lnTo>
                    <a:pt x="2626557" y="916285"/>
                  </a:lnTo>
                  <a:lnTo>
                    <a:pt x="2627512" y="913896"/>
                  </a:lnTo>
                  <a:lnTo>
                    <a:pt x="2629423" y="909597"/>
                  </a:lnTo>
                  <a:lnTo>
                    <a:pt x="2628945" y="905775"/>
                  </a:lnTo>
                  <a:lnTo>
                    <a:pt x="2628468" y="903386"/>
                  </a:lnTo>
                  <a:lnTo>
                    <a:pt x="2629423" y="902431"/>
                  </a:lnTo>
                  <a:lnTo>
                    <a:pt x="2633723" y="894310"/>
                  </a:lnTo>
                  <a:lnTo>
                    <a:pt x="2635634" y="890010"/>
                  </a:lnTo>
                  <a:lnTo>
                    <a:pt x="2637067" y="884277"/>
                  </a:lnTo>
                  <a:lnTo>
                    <a:pt x="2637067" y="882844"/>
                  </a:lnTo>
                  <a:lnTo>
                    <a:pt x="2636589" y="880455"/>
                  </a:lnTo>
                  <a:lnTo>
                    <a:pt x="2635156" y="880455"/>
                  </a:lnTo>
                  <a:lnTo>
                    <a:pt x="2634200" y="880455"/>
                  </a:lnTo>
                  <a:lnTo>
                    <a:pt x="2625123" y="885710"/>
                  </a:lnTo>
                  <a:lnTo>
                    <a:pt x="2621779" y="887144"/>
                  </a:lnTo>
                  <a:lnTo>
                    <a:pt x="2620346" y="884755"/>
                  </a:lnTo>
                  <a:lnTo>
                    <a:pt x="2618913" y="883800"/>
                  </a:lnTo>
                  <a:lnTo>
                    <a:pt x="2616525" y="879978"/>
                  </a:lnTo>
                  <a:lnTo>
                    <a:pt x="2614614" y="879022"/>
                  </a:lnTo>
                  <a:lnTo>
                    <a:pt x="2612225" y="879500"/>
                  </a:lnTo>
                  <a:lnTo>
                    <a:pt x="2607448" y="882366"/>
                  </a:lnTo>
                  <a:lnTo>
                    <a:pt x="2601714" y="883800"/>
                  </a:lnTo>
                  <a:lnTo>
                    <a:pt x="2597415" y="883322"/>
                  </a:lnTo>
                  <a:lnTo>
                    <a:pt x="2594071" y="885710"/>
                  </a:lnTo>
                  <a:lnTo>
                    <a:pt x="2592160" y="886188"/>
                  </a:lnTo>
                  <a:lnTo>
                    <a:pt x="2586905" y="884277"/>
                  </a:lnTo>
                  <a:lnTo>
                    <a:pt x="2580217" y="884277"/>
                  </a:lnTo>
                  <a:lnTo>
                    <a:pt x="2578306" y="886188"/>
                  </a:lnTo>
                  <a:lnTo>
                    <a:pt x="2572573" y="889054"/>
                  </a:lnTo>
                  <a:lnTo>
                    <a:pt x="2568752" y="893354"/>
                  </a:lnTo>
                  <a:lnTo>
                    <a:pt x="2566841" y="894787"/>
                  </a:lnTo>
                  <a:lnTo>
                    <a:pt x="2564930" y="896220"/>
                  </a:lnTo>
                  <a:lnTo>
                    <a:pt x="2563496" y="904342"/>
                  </a:lnTo>
                  <a:lnTo>
                    <a:pt x="2560630" y="906731"/>
                  </a:lnTo>
                  <a:lnTo>
                    <a:pt x="2558241" y="908641"/>
                  </a:lnTo>
                  <a:lnTo>
                    <a:pt x="2552509" y="914852"/>
                  </a:lnTo>
                  <a:lnTo>
                    <a:pt x="2548209" y="922973"/>
                  </a:lnTo>
                  <a:lnTo>
                    <a:pt x="2545820" y="926317"/>
                  </a:lnTo>
                  <a:lnTo>
                    <a:pt x="2540088" y="931095"/>
                  </a:lnTo>
                  <a:lnTo>
                    <a:pt x="2531011" y="937783"/>
                  </a:lnTo>
                  <a:lnTo>
                    <a:pt x="2522889" y="947815"/>
                  </a:lnTo>
                  <a:lnTo>
                    <a:pt x="2520500" y="955459"/>
                  </a:lnTo>
                  <a:lnTo>
                    <a:pt x="2519068" y="955937"/>
                  </a:lnTo>
                  <a:lnTo>
                    <a:pt x="2517157" y="957370"/>
                  </a:lnTo>
                  <a:lnTo>
                    <a:pt x="2516679" y="961192"/>
                  </a:lnTo>
                  <a:lnTo>
                    <a:pt x="2516679" y="963580"/>
                  </a:lnTo>
                  <a:lnTo>
                    <a:pt x="2515723" y="965969"/>
                  </a:lnTo>
                  <a:lnTo>
                    <a:pt x="2514768" y="968358"/>
                  </a:lnTo>
                  <a:lnTo>
                    <a:pt x="2515723" y="970268"/>
                  </a:lnTo>
                  <a:lnTo>
                    <a:pt x="2517157" y="970268"/>
                  </a:lnTo>
                  <a:lnTo>
                    <a:pt x="2518590" y="970268"/>
                  </a:lnTo>
                  <a:lnTo>
                    <a:pt x="2522889" y="967880"/>
                  </a:lnTo>
                  <a:lnTo>
                    <a:pt x="2531011" y="971224"/>
                  </a:lnTo>
                  <a:lnTo>
                    <a:pt x="2534832" y="974568"/>
                  </a:lnTo>
                  <a:lnTo>
                    <a:pt x="2534355" y="977434"/>
                  </a:lnTo>
                  <a:lnTo>
                    <a:pt x="2534355" y="980301"/>
                  </a:lnTo>
                  <a:lnTo>
                    <a:pt x="2531966" y="980301"/>
                  </a:lnTo>
                  <a:lnTo>
                    <a:pt x="2528145" y="980779"/>
                  </a:lnTo>
                  <a:lnTo>
                    <a:pt x="2525278" y="982212"/>
                  </a:lnTo>
                  <a:lnTo>
                    <a:pt x="2520500" y="979345"/>
                  </a:lnTo>
                  <a:lnTo>
                    <a:pt x="2519068" y="980779"/>
                  </a:lnTo>
                  <a:lnTo>
                    <a:pt x="2516679" y="983167"/>
                  </a:lnTo>
                  <a:lnTo>
                    <a:pt x="2511902" y="984600"/>
                  </a:lnTo>
                  <a:lnTo>
                    <a:pt x="2509513" y="983167"/>
                  </a:lnTo>
                  <a:lnTo>
                    <a:pt x="2505691" y="979345"/>
                  </a:lnTo>
                  <a:lnTo>
                    <a:pt x="2499003" y="979823"/>
                  </a:lnTo>
                  <a:lnTo>
                    <a:pt x="2497092" y="984123"/>
                  </a:lnTo>
                  <a:lnTo>
                    <a:pt x="2495659" y="983645"/>
                  </a:lnTo>
                  <a:lnTo>
                    <a:pt x="2493270" y="984123"/>
                  </a:lnTo>
                  <a:lnTo>
                    <a:pt x="2489448" y="989378"/>
                  </a:lnTo>
                  <a:lnTo>
                    <a:pt x="2488015" y="989855"/>
                  </a:lnTo>
                  <a:lnTo>
                    <a:pt x="2483238" y="988900"/>
                  </a:lnTo>
                  <a:lnTo>
                    <a:pt x="2479893" y="986511"/>
                  </a:lnTo>
                  <a:lnTo>
                    <a:pt x="2478461" y="986034"/>
                  </a:lnTo>
                  <a:lnTo>
                    <a:pt x="2475116" y="987467"/>
                  </a:lnTo>
                  <a:lnTo>
                    <a:pt x="2473683" y="990333"/>
                  </a:lnTo>
                  <a:lnTo>
                    <a:pt x="2466040" y="991766"/>
                  </a:lnTo>
                  <a:lnTo>
                    <a:pt x="2458396" y="991766"/>
                  </a:lnTo>
                  <a:lnTo>
                    <a:pt x="2454574" y="984123"/>
                  </a:lnTo>
                  <a:lnTo>
                    <a:pt x="2462218" y="981256"/>
                  </a:lnTo>
                  <a:lnTo>
                    <a:pt x="2466517" y="982212"/>
                  </a:lnTo>
                  <a:lnTo>
                    <a:pt x="2471772" y="981734"/>
                  </a:lnTo>
                  <a:lnTo>
                    <a:pt x="2477027" y="979345"/>
                  </a:lnTo>
                  <a:lnTo>
                    <a:pt x="2475116" y="977434"/>
                  </a:lnTo>
                  <a:lnTo>
                    <a:pt x="2474161" y="976957"/>
                  </a:lnTo>
                  <a:lnTo>
                    <a:pt x="2470817" y="976957"/>
                  </a:lnTo>
                  <a:lnTo>
                    <a:pt x="2467950" y="976001"/>
                  </a:lnTo>
                  <a:lnTo>
                    <a:pt x="2461740" y="968358"/>
                  </a:lnTo>
                  <a:lnTo>
                    <a:pt x="2458874" y="967402"/>
                  </a:lnTo>
                  <a:lnTo>
                    <a:pt x="2455529" y="966447"/>
                  </a:lnTo>
                  <a:lnTo>
                    <a:pt x="2452663" y="966447"/>
                  </a:lnTo>
                  <a:lnTo>
                    <a:pt x="2451708" y="966924"/>
                  </a:lnTo>
                  <a:lnTo>
                    <a:pt x="2450274" y="968835"/>
                  </a:lnTo>
                  <a:lnTo>
                    <a:pt x="2449319" y="970268"/>
                  </a:lnTo>
                  <a:lnTo>
                    <a:pt x="2448363" y="970746"/>
                  </a:lnTo>
                  <a:lnTo>
                    <a:pt x="2446931" y="970746"/>
                  </a:lnTo>
                  <a:lnTo>
                    <a:pt x="2444542" y="969313"/>
                  </a:lnTo>
                  <a:lnTo>
                    <a:pt x="2441675" y="969791"/>
                  </a:lnTo>
                  <a:lnTo>
                    <a:pt x="2443109" y="968358"/>
                  </a:lnTo>
                  <a:lnTo>
                    <a:pt x="2445497" y="967402"/>
                  </a:lnTo>
                  <a:lnTo>
                    <a:pt x="2441197" y="966447"/>
                  </a:lnTo>
                  <a:lnTo>
                    <a:pt x="2438809" y="964536"/>
                  </a:lnTo>
                  <a:lnTo>
                    <a:pt x="2436420" y="964058"/>
                  </a:lnTo>
                  <a:lnTo>
                    <a:pt x="2424955" y="959759"/>
                  </a:lnTo>
                  <a:lnTo>
                    <a:pt x="2420655" y="960236"/>
                  </a:lnTo>
                  <a:lnTo>
                    <a:pt x="2418267" y="961192"/>
                  </a:lnTo>
                  <a:lnTo>
                    <a:pt x="2413490" y="964536"/>
                  </a:lnTo>
                  <a:lnTo>
                    <a:pt x="2414922" y="967402"/>
                  </a:lnTo>
                  <a:lnTo>
                    <a:pt x="2415878" y="968358"/>
                  </a:lnTo>
                  <a:lnTo>
                    <a:pt x="2416356" y="969791"/>
                  </a:lnTo>
                  <a:lnTo>
                    <a:pt x="2414922" y="970268"/>
                  </a:lnTo>
                  <a:lnTo>
                    <a:pt x="2411101" y="970268"/>
                  </a:lnTo>
                  <a:lnTo>
                    <a:pt x="2408234" y="968358"/>
                  </a:lnTo>
                  <a:lnTo>
                    <a:pt x="2406801" y="971224"/>
                  </a:lnTo>
                  <a:lnTo>
                    <a:pt x="2407279" y="974090"/>
                  </a:lnTo>
                  <a:lnTo>
                    <a:pt x="2410145" y="973135"/>
                  </a:lnTo>
                  <a:lnTo>
                    <a:pt x="2411579" y="974090"/>
                  </a:lnTo>
                  <a:lnTo>
                    <a:pt x="2410623" y="976957"/>
                  </a:lnTo>
                  <a:lnTo>
                    <a:pt x="2406801" y="977912"/>
                  </a:lnTo>
                  <a:lnTo>
                    <a:pt x="2402502" y="977912"/>
                  </a:lnTo>
                  <a:lnTo>
                    <a:pt x="2397724" y="972657"/>
                  </a:lnTo>
                  <a:lnTo>
                    <a:pt x="2390081" y="973613"/>
                  </a:lnTo>
                  <a:lnTo>
                    <a:pt x="2386259" y="976957"/>
                  </a:lnTo>
                  <a:lnTo>
                    <a:pt x="2382915" y="977912"/>
                  </a:lnTo>
                  <a:lnTo>
                    <a:pt x="2373360" y="974090"/>
                  </a:lnTo>
                  <a:lnTo>
                    <a:pt x="2369060" y="974090"/>
                  </a:lnTo>
                  <a:lnTo>
                    <a:pt x="2363806" y="971224"/>
                  </a:lnTo>
                  <a:lnTo>
                    <a:pt x="2361895" y="971702"/>
                  </a:lnTo>
                  <a:lnTo>
                    <a:pt x="2358551" y="979345"/>
                  </a:lnTo>
                  <a:lnTo>
                    <a:pt x="2353773" y="981256"/>
                  </a:lnTo>
                  <a:lnTo>
                    <a:pt x="2351385" y="980301"/>
                  </a:lnTo>
                  <a:lnTo>
                    <a:pt x="2349474" y="975524"/>
                  </a:lnTo>
                  <a:lnTo>
                    <a:pt x="2348040" y="974090"/>
                  </a:lnTo>
                  <a:lnTo>
                    <a:pt x="2344219" y="972657"/>
                  </a:lnTo>
                  <a:lnTo>
                    <a:pt x="2322721" y="974090"/>
                  </a:lnTo>
                  <a:lnTo>
                    <a:pt x="2315555" y="972657"/>
                  </a:lnTo>
                  <a:lnTo>
                    <a:pt x="2310778" y="972657"/>
                  </a:lnTo>
                  <a:lnTo>
                    <a:pt x="2303612" y="975046"/>
                  </a:lnTo>
                  <a:lnTo>
                    <a:pt x="2297401" y="974090"/>
                  </a:lnTo>
                  <a:lnTo>
                    <a:pt x="2284980" y="978868"/>
                  </a:lnTo>
                  <a:lnTo>
                    <a:pt x="2280203" y="981734"/>
                  </a:lnTo>
                  <a:lnTo>
                    <a:pt x="2273992" y="986989"/>
                  </a:lnTo>
                  <a:lnTo>
                    <a:pt x="2268737" y="996066"/>
                  </a:lnTo>
                  <a:lnTo>
                    <a:pt x="2265871" y="999410"/>
                  </a:lnTo>
                  <a:lnTo>
                    <a:pt x="2260616" y="1003710"/>
                  </a:lnTo>
                  <a:lnTo>
                    <a:pt x="2253450" y="1007531"/>
                  </a:lnTo>
                  <a:lnTo>
                    <a:pt x="2249628" y="1011353"/>
                  </a:lnTo>
                  <a:lnTo>
                    <a:pt x="2247717" y="1014697"/>
                  </a:lnTo>
                  <a:lnTo>
                    <a:pt x="2243896" y="1026641"/>
                  </a:lnTo>
                  <a:lnTo>
                    <a:pt x="2242940" y="1028074"/>
                  </a:lnTo>
                  <a:lnTo>
                    <a:pt x="2233863" y="1032851"/>
                  </a:lnTo>
                  <a:lnTo>
                    <a:pt x="2230997" y="1037151"/>
                  </a:lnTo>
                  <a:lnTo>
                    <a:pt x="2230041" y="1038584"/>
                  </a:lnTo>
                  <a:lnTo>
                    <a:pt x="2226219" y="1040495"/>
                  </a:lnTo>
                  <a:lnTo>
                    <a:pt x="2224308" y="1043839"/>
                  </a:lnTo>
                  <a:lnTo>
                    <a:pt x="2222875" y="1044794"/>
                  </a:lnTo>
                  <a:lnTo>
                    <a:pt x="2217620" y="1047183"/>
                  </a:lnTo>
                  <a:lnTo>
                    <a:pt x="2213321" y="1052916"/>
                  </a:lnTo>
                  <a:lnTo>
                    <a:pt x="2207588" y="1056738"/>
                  </a:lnTo>
                  <a:lnTo>
                    <a:pt x="2198511" y="1068203"/>
                  </a:lnTo>
                  <a:lnTo>
                    <a:pt x="2198033" y="1069636"/>
                  </a:lnTo>
                  <a:lnTo>
                    <a:pt x="2197078" y="1072503"/>
                  </a:lnTo>
                  <a:lnTo>
                    <a:pt x="2195644" y="1074414"/>
                  </a:lnTo>
                  <a:lnTo>
                    <a:pt x="2188001" y="1083968"/>
                  </a:lnTo>
                  <a:lnTo>
                    <a:pt x="2185612" y="1084924"/>
                  </a:lnTo>
                  <a:lnTo>
                    <a:pt x="2182268" y="1089223"/>
                  </a:lnTo>
                  <a:lnTo>
                    <a:pt x="2178446" y="1092090"/>
                  </a:lnTo>
                  <a:lnTo>
                    <a:pt x="2174625" y="1095434"/>
                  </a:lnTo>
                  <a:lnTo>
                    <a:pt x="2170325" y="1098778"/>
                  </a:lnTo>
                  <a:lnTo>
                    <a:pt x="2163637" y="1102122"/>
                  </a:lnTo>
                  <a:lnTo>
                    <a:pt x="2161726" y="1104511"/>
                  </a:lnTo>
                  <a:lnTo>
                    <a:pt x="2157904" y="1109288"/>
                  </a:lnTo>
                  <a:lnTo>
                    <a:pt x="2149783" y="1115498"/>
                  </a:lnTo>
                  <a:lnTo>
                    <a:pt x="2145483" y="1116932"/>
                  </a:lnTo>
                  <a:lnTo>
                    <a:pt x="2139750" y="1122664"/>
                  </a:lnTo>
                  <a:lnTo>
                    <a:pt x="2139273" y="1123620"/>
                  </a:lnTo>
                  <a:lnTo>
                    <a:pt x="2138795" y="1125531"/>
                  </a:lnTo>
                  <a:lnTo>
                    <a:pt x="2139750" y="1129353"/>
                  </a:lnTo>
                  <a:lnTo>
                    <a:pt x="2141184" y="1129830"/>
                  </a:lnTo>
                  <a:lnTo>
                    <a:pt x="2143572" y="1130308"/>
                  </a:lnTo>
                  <a:lnTo>
                    <a:pt x="2151694" y="1133652"/>
                  </a:lnTo>
                  <a:lnTo>
                    <a:pt x="2159337" y="1132697"/>
                  </a:lnTo>
                  <a:lnTo>
                    <a:pt x="2166025" y="1132697"/>
                  </a:lnTo>
                  <a:lnTo>
                    <a:pt x="2168892" y="1132697"/>
                  </a:lnTo>
                  <a:lnTo>
                    <a:pt x="2170325" y="1132697"/>
                  </a:lnTo>
                  <a:lnTo>
                    <a:pt x="2170803" y="1134608"/>
                  </a:lnTo>
                  <a:lnTo>
                    <a:pt x="2170803" y="1137952"/>
                  </a:lnTo>
                  <a:lnTo>
                    <a:pt x="2169848" y="1140818"/>
                  </a:lnTo>
                  <a:lnTo>
                    <a:pt x="2168892" y="1149895"/>
                  </a:lnTo>
                  <a:lnTo>
                    <a:pt x="2167936" y="1154194"/>
                  </a:lnTo>
                  <a:lnTo>
                    <a:pt x="2168892" y="1158016"/>
                  </a:lnTo>
                  <a:lnTo>
                    <a:pt x="2170325" y="1158494"/>
                  </a:lnTo>
                  <a:lnTo>
                    <a:pt x="2172236" y="1157061"/>
                  </a:lnTo>
                  <a:lnTo>
                    <a:pt x="2174625" y="1156583"/>
                  </a:lnTo>
                  <a:lnTo>
                    <a:pt x="2177491" y="1157539"/>
                  </a:lnTo>
                  <a:lnTo>
                    <a:pt x="2179402" y="1151328"/>
                  </a:lnTo>
                  <a:lnTo>
                    <a:pt x="2177969" y="1150373"/>
                  </a:lnTo>
                  <a:lnTo>
                    <a:pt x="2176535" y="1147984"/>
                  </a:lnTo>
                  <a:lnTo>
                    <a:pt x="2177013" y="1146073"/>
                  </a:lnTo>
                  <a:lnTo>
                    <a:pt x="2181791" y="1143207"/>
                  </a:lnTo>
                  <a:lnTo>
                    <a:pt x="2184657" y="1142729"/>
                  </a:lnTo>
                  <a:lnTo>
                    <a:pt x="2187523" y="1143207"/>
                  </a:lnTo>
                  <a:lnTo>
                    <a:pt x="2184657" y="1147028"/>
                  </a:lnTo>
                  <a:lnTo>
                    <a:pt x="2183224" y="1147984"/>
                  </a:lnTo>
                  <a:lnTo>
                    <a:pt x="2182268" y="1147984"/>
                  </a:lnTo>
                  <a:lnTo>
                    <a:pt x="2181313" y="1148939"/>
                  </a:lnTo>
                  <a:lnTo>
                    <a:pt x="2183701" y="1150850"/>
                  </a:lnTo>
                  <a:lnTo>
                    <a:pt x="2186568" y="1152761"/>
                  </a:lnTo>
                  <a:lnTo>
                    <a:pt x="2190867" y="1153717"/>
                  </a:lnTo>
                  <a:lnTo>
                    <a:pt x="2189912" y="1155150"/>
                  </a:lnTo>
                  <a:lnTo>
                    <a:pt x="2187046" y="1156105"/>
                  </a:lnTo>
                  <a:lnTo>
                    <a:pt x="2184657" y="1160883"/>
                  </a:lnTo>
                  <a:lnTo>
                    <a:pt x="2180835" y="1163271"/>
                  </a:lnTo>
                  <a:lnTo>
                    <a:pt x="2178924" y="1164704"/>
                  </a:lnTo>
                  <a:lnTo>
                    <a:pt x="2179402" y="1165660"/>
                  </a:lnTo>
                  <a:lnTo>
                    <a:pt x="2180835" y="1166138"/>
                  </a:lnTo>
                  <a:lnTo>
                    <a:pt x="2188957" y="1165660"/>
                  </a:lnTo>
                  <a:lnTo>
                    <a:pt x="2193256" y="1164227"/>
                  </a:lnTo>
                  <a:lnTo>
                    <a:pt x="2199467" y="1160405"/>
                  </a:lnTo>
                  <a:lnTo>
                    <a:pt x="2201855" y="1154672"/>
                  </a:lnTo>
                  <a:lnTo>
                    <a:pt x="2204244" y="1153239"/>
                  </a:lnTo>
                  <a:lnTo>
                    <a:pt x="2204721" y="1153239"/>
                  </a:lnTo>
                  <a:lnTo>
                    <a:pt x="2205677" y="1153717"/>
                  </a:lnTo>
                  <a:lnTo>
                    <a:pt x="2205677" y="1157539"/>
                  </a:lnTo>
                  <a:lnTo>
                    <a:pt x="2202333" y="1161838"/>
                  </a:lnTo>
                  <a:lnTo>
                    <a:pt x="2199944" y="1164227"/>
                  </a:lnTo>
                  <a:lnTo>
                    <a:pt x="2198989" y="1166615"/>
                  </a:lnTo>
                  <a:lnTo>
                    <a:pt x="2200422" y="1166615"/>
                  </a:lnTo>
                  <a:lnTo>
                    <a:pt x="2203289" y="1166138"/>
                  </a:lnTo>
                  <a:lnTo>
                    <a:pt x="2204244" y="1165182"/>
                  </a:lnTo>
                  <a:lnTo>
                    <a:pt x="2207588" y="1159927"/>
                  </a:lnTo>
                  <a:lnTo>
                    <a:pt x="2208066" y="1156105"/>
                  </a:lnTo>
                  <a:lnTo>
                    <a:pt x="2208543" y="1150373"/>
                  </a:lnTo>
                  <a:lnTo>
                    <a:pt x="2208066" y="1147506"/>
                  </a:lnTo>
                  <a:lnTo>
                    <a:pt x="2208543" y="1145118"/>
                  </a:lnTo>
                  <a:lnTo>
                    <a:pt x="2207110" y="1142729"/>
                  </a:lnTo>
                  <a:lnTo>
                    <a:pt x="2208066" y="1142251"/>
                  </a:lnTo>
                  <a:lnTo>
                    <a:pt x="2216187" y="1145118"/>
                  </a:lnTo>
                  <a:lnTo>
                    <a:pt x="2220487" y="1146073"/>
                  </a:lnTo>
                  <a:lnTo>
                    <a:pt x="2228130" y="1143207"/>
                  </a:lnTo>
                  <a:lnTo>
                    <a:pt x="2230041" y="1144162"/>
                  </a:lnTo>
                  <a:lnTo>
                    <a:pt x="2230997" y="1145595"/>
                  </a:lnTo>
                  <a:lnTo>
                    <a:pt x="2237207" y="1150373"/>
                  </a:lnTo>
                  <a:lnTo>
                    <a:pt x="2238640" y="1151806"/>
                  </a:lnTo>
                  <a:lnTo>
                    <a:pt x="2241029" y="1157539"/>
                  </a:lnTo>
                  <a:lnTo>
                    <a:pt x="2247717" y="1164227"/>
                  </a:lnTo>
                  <a:lnTo>
                    <a:pt x="2253928" y="1167571"/>
                  </a:lnTo>
                  <a:lnTo>
                    <a:pt x="2253928" y="1168526"/>
                  </a:lnTo>
                  <a:lnTo>
                    <a:pt x="2258227" y="1172348"/>
                  </a:lnTo>
                  <a:lnTo>
                    <a:pt x="2261094" y="1173781"/>
                  </a:lnTo>
                  <a:lnTo>
                    <a:pt x="2261571" y="1177125"/>
                  </a:lnTo>
                  <a:lnTo>
                    <a:pt x="2260138" y="1179514"/>
                  </a:lnTo>
                  <a:lnTo>
                    <a:pt x="2257272" y="1181903"/>
                  </a:lnTo>
                  <a:lnTo>
                    <a:pt x="2251539" y="1179514"/>
                  </a:lnTo>
                  <a:lnTo>
                    <a:pt x="2250583" y="1179992"/>
                  </a:lnTo>
                  <a:lnTo>
                    <a:pt x="2251062" y="1181425"/>
                  </a:lnTo>
                  <a:lnTo>
                    <a:pt x="2255361" y="1185725"/>
                  </a:lnTo>
                  <a:lnTo>
                    <a:pt x="2258705" y="1187158"/>
                  </a:lnTo>
                  <a:lnTo>
                    <a:pt x="2259183" y="1192890"/>
                  </a:lnTo>
                  <a:lnTo>
                    <a:pt x="2258705" y="1195757"/>
                  </a:lnTo>
                  <a:lnTo>
                    <a:pt x="2256316" y="1199579"/>
                  </a:lnTo>
                  <a:lnTo>
                    <a:pt x="2257272" y="1201490"/>
                  </a:lnTo>
                  <a:lnTo>
                    <a:pt x="2260138" y="1204356"/>
                  </a:lnTo>
                  <a:lnTo>
                    <a:pt x="2262049" y="1205311"/>
                  </a:lnTo>
                  <a:lnTo>
                    <a:pt x="2263482" y="1207222"/>
                  </a:lnTo>
                  <a:lnTo>
                    <a:pt x="2261571" y="1210567"/>
                  </a:lnTo>
                  <a:lnTo>
                    <a:pt x="2261094" y="1214388"/>
                  </a:lnTo>
                  <a:lnTo>
                    <a:pt x="2258705" y="1216299"/>
                  </a:lnTo>
                  <a:lnTo>
                    <a:pt x="2256316" y="1220121"/>
                  </a:lnTo>
                  <a:lnTo>
                    <a:pt x="2252494" y="1223465"/>
                  </a:lnTo>
                  <a:lnTo>
                    <a:pt x="2250583" y="1229198"/>
                  </a:lnTo>
                  <a:lnTo>
                    <a:pt x="2247717" y="1234931"/>
                  </a:lnTo>
                  <a:lnTo>
                    <a:pt x="2247239" y="1239708"/>
                  </a:lnTo>
                  <a:lnTo>
                    <a:pt x="2246762" y="1241619"/>
                  </a:lnTo>
                  <a:lnTo>
                    <a:pt x="2244373" y="1247352"/>
                  </a:lnTo>
                  <a:lnTo>
                    <a:pt x="2243417" y="1254518"/>
                  </a:lnTo>
                  <a:lnTo>
                    <a:pt x="2244373" y="1266461"/>
                  </a:lnTo>
                  <a:lnTo>
                    <a:pt x="2245328" y="1266939"/>
                  </a:lnTo>
                  <a:lnTo>
                    <a:pt x="2246284" y="1267894"/>
                  </a:lnTo>
                  <a:lnTo>
                    <a:pt x="2246284" y="1268372"/>
                  </a:lnTo>
                  <a:lnTo>
                    <a:pt x="2245328" y="1268849"/>
                  </a:lnTo>
                  <a:lnTo>
                    <a:pt x="2242940" y="1272671"/>
                  </a:lnTo>
                  <a:lnTo>
                    <a:pt x="2242940" y="1275060"/>
                  </a:lnTo>
                  <a:lnTo>
                    <a:pt x="2243896" y="1276493"/>
                  </a:lnTo>
                  <a:lnTo>
                    <a:pt x="2244373" y="1281270"/>
                  </a:lnTo>
                  <a:lnTo>
                    <a:pt x="2242462" y="1288914"/>
                  </a:lnTo>
                  <a:lnTo>
                    <a:pt x="2241985" y="1289870"/>
                  </a:lnTo>
                  <a:lnTo>
                    <a:pt x="2241029" y="1291781"/>
                  </a:lnTo>
                  <a:lnTo>
                    <a:pt x="2241029" y="1293691"/>
                  </a:lnTo>
                  <a:lnTo>
                    <a:pt x="2240551" y="1294647"/>
                  </a:lnTo>
                  <a:lnTo>
                    <a:pt x="2240074" y="1296558"/>
                  </a:lnTo>
                  <a:lnTo>
                    <a:pt x="2240551" y="1297991"/>
                  </a:lnTo>
                  <a:lnTo>
                    <a:pt x="2241507" y="1298946"/>
                  </a:lnTo>
                  <a:lnTo>
                    <a:pt x="2238162" y="1304202"/>
                  </a:lnTo>
                  <a:lnTo>
                    <a:pt x="2237207" y="1310890"/>
                  </a:lnTo>
                  <a:lnTo>
                    <a:pt x="2236251" y="1313756"/>
                  </a:lnTo>
                  <a:lnTo>
                    <a:pt x="2233863" y="1316622"/>
                  </a:lnTo>
                  <a:lnTo>
                    <a:pt x="2229086" y="1320444"/>
                  </a:lnTo>
                  <a:lnTo>
                    <a:pt x="2227653" y="1322833"/>
                  </a:lnTo>
                  <a:lnTo>
                    <a:pt x="2224308" y="1325699"/>
                  </a:lnTo>
                  <a:lnTo>
                    <a:pt x="2221442" y="1328088"/>
                  </a:lnTo>
                  <a:lnTo>
                    <a:pt x="2217620" y="1335254"/>
                  </a:lnTo>
                  <a:lnTo>
                    <a:pt x="2214276" y="1341942"/>
                  </a:lnTo>
                  <a:lnTo>
                    <a:pt x="2205677" y="1350541"/>
                  </a:lnTo>
                  <a:lnTo>
                    <a:pt x="2204721" y="1352930"/>
                  </a:lnTo>
                  <a:lnTo>
                    <a:pt x="2204244" y="1354841"/>
                  </a:lnTo>
                  <a:lnTo>
                    <a:pt x="2201855" y="1358663"/>
                  </a:lnTo>
                  <a:lnTo>
                    <a:pt x="2200900" y="1364395"/>
                  </a:lnTo>
                  <a:lnTo>
                    <a:pt x="2198511" y="1366306"/>
                  </a:lnTo>
                  <a:lnTo>
                    <a:pt x="2196600" y="1372039"/>
                  </a:lnTo>
                  <a:lnTo>
                    <a:pt x="2189912" y="1380160"/>
                  </a:lnTo>
                  <a:lnTo>
                    <a:pt x="2188001" y="1383027"/>
                  </a:lnTo>
                  <a:lnTo>
                    <a:pt x="2182746" y="1387804"/>
                  </a:lnTo>
                  <a:lnTo>
                    <a:pt x="2177491" y="1394015"/>
                  </a:lnTo>
                  <a:lnTo>
                    <a:pt x="2170803" y="1399747"/>
                  </a:lnTo>
                  <a:lnTo>
                    <a:pt x="2169369" y="1402136"/>
                  </a:lnTo>
                  <a:lnTo>
                    <a:pt x="2166503" y="1405002"/>
                  </a:lnTo>
                  <a:lnTo>
                    <a:pt x="2163637" y="1408824"/>
                  </a:lnTo>
                  <a:lnTo>
                    <a:pt x="2159815" y="1412646"/>
                  </a:lnTo>
                  <a:lnTo>
                    <a:pt x="2158860" y="1415512"/>
                  </a:lnTo>
                  <a:lnTo>
                    <a:pt x="2157426" y="1417423"/>
                  </a:lnTo>
                  <a:lnTo>
                    <a:pt x="2154560" y="1418379"/>
                  </a:lnTo>
                  <a:lnTo>
                    <a:pt x="2152171" y="1420290"/>
                  </a:lnTo>
                  <a:lnTo>
                    <a:pt x="2145483" y="1430322"/>
                  </a:lnTo>
                  <a:lnTo>
                    <a:pt x="2144528" y="1432233"/>
                  </a:lnTo>
                  <a:lnTo>
                    <a:pt x="2144528" y="1434144"/>
                  </a:lnTo>
                  <a:lnTo>
                    <a:pt x="2139750" y="1437488"/>
                  </a:lnTo>
                  <a:lnTo>
                    <a:pt x="2137362" y="1441788"/>
                  </a:lnTo>
                  <a:lnTo>
                    <a:pt x="2133062" y="1444176"/>
                  </a:lnTo>
                  <a:lnTo>
                    <a:pt x="2128762" y="1447520"/>
                  </a:lnTo>
                  <a:lnTo>
                    <a:pt x="2118253" y="1453731"/>
                  </a:lnTo>
                  <a:lnTo>
                    <a:pt x="2115386" y="1456119"/>
                  </a:lnTo>
                  <a:lnTo>
                    <a:pt x="2109176" y="1458986"/>
                  </a:lnTo>
                  <a:lnTo>
                    <a:pt x="2106787" y="1458986"/>
                  </a:lnTo>
                  <a:lnTo>
                    <a:pt x="2101532" y="1460419"/>
                  </a:lnTo>
                  <a:lnTo>
                    <a:pt x="2098188" y="1462330"/>
                  </a:lnTo>
                  <a:lnTo>
                    <a:pt x="2096277" y="1461374"/>
                  </a:lnTo>
                  <a:lnTo>
                    <a:pt x="2094844" y="1459464"/>
                  </a:lnTo>
                  <a:lnTo>
                    <a:pt x="2093411" y="1459464"/>
                  </a:lnTo>
                  <a:lnTo>
                    <a:pt x="2092455" y="1459941"/>
                  </a:lnTo>
                  <a:lnTo>
                    <a:pt x="2089111" y="1458030"/>
                  </a:lnTo>
                  <a:lnTo>
                    <a:pt x="2086722" y="1458030"/>
                  </a:lnTo>
                  <a:lnTo>
                    <a:pt x="2084811" y="1457075"/>
                  </a:lnTo>
                  <a:lnTo>
                    <a:pt x="2081468" y="1457553"/>
                  </a:lnTo>
                  <a:lnTo>
                    <a:pt x="2081945" y="1448953"/>
                  </a:lnTo>
                  <a:lnTo>
                    <a:pt x="2081468" y="1447042"/>
                  </a:lnTo>
                  <a:lnTo>
                    <a:pt x="2080034" y="1448476"/>
                  </a:lnTo>
                  <a:lnTo>
                    <a:pt x="2075734" y="1451820"/>
                  </a:lnTo>
                  <a:lnTo>
                    <a:pt x="2074302" y="1452298"/>
                  </a:lnTo>
                  <a:lnTo>
                    <a:pt x="2072391" y="1452298"/>
                  </a:lnTo>
                  <a:lnTo>
                    <a:pt x="2073346" y="1450387"/>
                  </a:lnTo>
                  <a:lnTo>
                    <a:pt x="2075734" y="1447520"/>
                  </a:lnTo>
                  <a:lnTo>
                    <a:pt x="2074779" y="1447520"/>
                  </a:lnTo>
                  <a:lnTo>
                    <a:pt x="2074302" y="1447042"/>
                  </a:lnTo>
                  <a:lnTo>
                    <a:pt x="2071435" y="1448476"/>
                  </a:lnTo>
                  <a:lnTo>
                    <a:pt x="2069524" y="1449909"/>
                  </a:lnTo>
                  <a:lnTo>
                    <a:pt x="2065702" y="1454686"/>
                  </a:lnTo>
                  <a:lnTo>
                    <a:pt x="2063314" y="1458986"/>
                  </a:lnTo>
                  <a:lnTo>
                    <a:pt x="2061403" y="1460419"/>
                  </a:lnTo>
                  <a:lnTo>
                    <a:pt x="2060447" y="1462330"/>
                  </a:lnTo>
                  <a:lnTo>
                    <a:pt x="2058536" y="1463763"/>
                  </a:lnTo>
                  <a:lnTo>
                    <a:pt x="2056148" y="1463285"/>
                  </a:lnTo>
                  <a:lnTo>
                    <a:pt x="2054237" y="1463763"/>
                  </a:lnTo>
                  <a:lnTo>
                    <a:pt x="2050415" y="1462808"/>
                  </a:lnTo>
                  <a:lnTo>
                    <a:pt x="2049459" y="1463285"/>
                  </a:lnTo>
                  <a:lnTo>
                    <a:pt x="2052326" y="1466630"/>
                  </a:lnTo>
                  <a:lnTo>
                    <a:pt x="2049937" y="1471407"/>
                  </a:lnTo>
                  <a:lnTo>
                    <a:pt x="2049459" y="1471884"/>
                  </a:lnTo>
                  <a:lnTo>
                    <a:pt x="2048504" y="1471407"/>
                  </a:lnTo>
                  <a:lnTo>
                    <a:pt x="2048504" y="1470451"/>
                  </a:lnTo>
                  <a:lnTo>
                    <a:pt x="2048504" y="1469974"/>
                  </a:lnTo>
                  <a:lnTo>
                    <a:pt x="2048026" y="1469018"/>
                  </a:lnTo>
                  <a:lnTo>
                    <a:pt x="2046593" y="1467585"/>
                  </a:lnTo>
                  <a:lnTo>
                    <a:pt x="2046115" y="1466152"/>
                  </a:lnTo>
                  <a:lnTo>
                    <a:pt x="2046115" y="1466152"/>
                  </a:lnTo>
                  <a:lnTo>
                    <a:pt x="2046115" y="1466152"/>
                  </a:lnTo>
                  <a:lnTo>
                    <a:pt x="2046115" y="1466152"/>
                  </a:lnTo>
                  <a:lnTo>
                    <a:pt x="2047071" y="1465196"/>
                  </a:lnTo>
                  <a:lnTo>
                    <a:pt x="2047071" y="1464241"/>
                  </a:lnTo>
                  <a:lnTo>
                    <a:pt x="2046115" y="1462808"/>
                  </a:lnTo>
                  <a:lnTo>
                    <a:pt x="2046115" y="1462808"/>
                  </a:lnTo>
                  <a:lnTo>
                    <a:pt x="2045638" y="1462808"/>
                  </a:lnTo>
                  <a:lnTo>
                    <a:pt x="2044204" y="1462330"/>
                  </a:lnTo>
                  <a:lnTo>
                    <a:pt x="2044204" y="1462330"/>
                  </a:lnTo>
                  <a:lnTo>
                    <a:pt x="2044204" y="1462330"/>
                  </a:lnTo>
                  <a:lnTo>
                    <a:pt x="2044204" y="1461374"/>
                  </a:lnTo>
                  <a:lnTo>
                    <a:pt x="2044682" y="1460897"/>
                  </a:lnTo>
                  <a:lnTo>
                    <a:pt x="2045638" y="1459941"/>
                  </a:lnTo>
                  <a:lnTo>
                    <a:pt x="2047071" y="1459464"/>
                  </a:lnTo>
                  <a:lnTo>
                    <a:pt x="2049937" y="1458986"/>
                  </a:lnTo>
                  <a:lnTo>
                    <a:pt x="2051370" y="1458030"/>
                  </a:lnTo>
                  <a:lnTo>
                    <a:pt x="2052804" y="1458030"/>
                  </a:lnTo>
                  <a:lnTo>
                    <a:pt x="2053281" y="1458030"/>
                  </a:lnTo>
                  <a:lnTo>
                    <a:pt x="2054237" y="1458508"/>
                  </a:lnTo>
                  <a:lnTo>
                    <a:pt x="2055670" y="1457553"/>
                  </a:lnTo>
                  <a:lnTo>
                    <a:pt x="2057103" y="1457075"/>
                  </a:lnTo>
                  <a:lnTo>
                    <a:pt x="2057103" y="1455642"/>
                  </a:lnTo>
                  <a:lnTo>
                    <a:pt x="2057103" y="1453731"/>
                  </a:lnTo>
                  <a:lnTo>
                    <a:pt x="2057581" y="1453253"/>
                  </a:lnTo>
                  <a:lnTo>
                    <a:pt x="2058059" y="1452298"/>
                  </a:lnTo>
                  <a:lnTo>
                    <a:pt x="2059014" y="1451342"/>
                  </a:lnTo>
                  <a:lnTo>
                    <a:pt x="2059492" y="1448476"/>
                  </a:lnTo>
                  <a:lnTo>
                    <a:pt x="2060447" y="1446565"/>
                  </a:lnTo>
                  <a:lnTo>
                    <a:pt x="2060447" y="1445132"/>
                  </a:lnTo>
                  <a:lnTo>
                    <a:pt x="2060925" y="1444176"/>
                  </a:lnTo>
                  <a:lnTo>
                    <a:pt x="2060447" y="1443221"/>
                  </a:lnTo>
                  <a:lnTo>
                    <a:pt x="2059492" y="1442743"/>
                  </a:lnTo>
                  <a:lnTo>
                    <a:pt x="2059492" y="1442743"/>
                  </a:lnTo>
                  <a:lnTo>
                    <a:pt x="2059014" y="1442265"/>
                  </a:lnTo>
                  <a:lnTo>
                    <a:pt x="2059014" y="1440832"/>
                  </a:lnTo>
                  <a:lnTo>
                    <a:pt x="2059014" y="1438443"/>
                  </a:lnTo>
                  <a:lnTo>
                    <a:pt x="2059014" y="1437010"/>
                  </a:lnTo>
                  <a:lnTo>
                    <a:pt x="2059970" y="1429844"/>
                  </a:lnTo>
                  <a:lnTo>
                    <a:pt x="2060447" y="1427933"/>
                  </a:lnTo>
                  <a:lnTo>
                    <a:pt x="2058059" y="1417901"/>
                  </a:lnTo>
                  <a:lnTo>
                    <a:pt x="2057103" y="1414557"/>
                  </a:lnTo>
                  <a:lnTo>
                    <a:pt x="2056625" y="1413124"/>
                  </a:lnTo>
                  <a:lnTo>
                    <a:pt x="2055670" y="1410735"/>
                  </a:lnTo>
                  <a:lnTo>
                    <a:pt x="2054714" y="1409302"/>
                  </a:lnTo>
                  <a:lnTo>
                    <a:pt x="2055192" y="1408346"/>
                  </a:lnTo>
                  <a:lnTo>
                    <a:pt x="2056148" y="1407391"/>
                  </a:lnTo>
                  <a:lnTo>
                    <a:pt x="2057103" y="1406435"/>
                  </a:lnTo>
                  <a:lnTo>
                    <a:pt x="2059970" y="1406435"/>
                  </a:lnTo>
                  <a:lnTo>
                    <a:pt x="2059970" y="1406435"/>
                  </a:lnTo>
                  <a:lnTo>
                    <a:pt x="2060925" y="1405958"/>
                  </a:lnTo>
                  <a:lnTo>
                    <a:pt x="2064269" y="1404525"/>
                  </a:lnTo>
                  <a:lnTo>
                    <a:pt x="2065225" y="1404047"/>
                  </a:lnTo>
                  <a:lnTo>
                    <a:pt x="2067136" y="1402136"/>
                  </a:lnTo>
                  <a:lnTo>
                    <a:pt x="2067613" y="1400703"/>
                  </a:lnTo>
                  <a:lnTo>
                    <a:pt x="2068568" y="1399270"/>
                  </a:lnTo>
                  <a:lnTo>
                    <a:pt x="2070480" y="1398314"/>
                  </a:lnTo>
                  <a:lnTo>
                    <a:pt x="2071435" y="1396403"/>
                  </a:lnTo>
                  <a:lnTo>
                    <a:pt x="2072391" y="1395926"/>
                  </a:lnTo>
                  <a:lnTo>
                    <a:pt x="2073346" y="1397359"/>
                  </a:lnTo>
                  <a:lnTo>
                    <a:pt x="2074779" y="1397836"/>
                  </a:lnTo>
                  <a:lnTo>
                    <a:pt x="2076690" y="1398314"/>
                  </a:lnTo>
                  <a:lnTo>
                    <a:pt x="2079079" y="1399270"/>
                  </a:lnTo>
                  <a:lnTo>
                    <a:pt x="2082423" y="1400225"/>
                  </a:lnTo>
                  <a:lnTo>
                    <a:pt x="2086245" y="1401181"/>
                  </a:lnTo>
                  <a:lnTo>
                    <a:pt x="2088633" y="1402136"/>
                  </a:lnTo>
                  <a:lnTo>
                    <a:pt x="2089589" y="1402136"/>
                  </a:lnTo>
                  <a:lnTo>
                    <a:pt x="2091977" y="1402614"/>
                  </a:lnTo>
                  <a:lnTo>
                    <a:pt x="2092933" y="1403092"/>
                  </a:lnTo>
                  <a:lnTo>
                    <a:pt x="2092933" y="1403092"/>
                  </a:lnTo>
                  <a:lnTo>
                    <a:pt x="2093888" y="1403569"/>
                  </a:lnTo>
                  <a:lnTo>
                    <a:pt x="2093888" y="1403569"/>
                  </a:lnTo>
                  <a:lnTo>
                    <a:pt x="2093888" y="1403569"/>
                  </a:lnTo>
                  <a:lnTo>
                    <a:pt x="2095321" y="1402614"/>
                  </a:lnTo>
                  <a:lnTo>
                    <a:pt x="2097232" y="1401181"/>
                  </a:lnTo>
                  <a:lnTo>
                    <a:pt x="2097232" y="1398792"/>
                  </a:lnTo>
                  <a:lnTo>
                    <a:pt x="2097232" y="1395926"/>
                  </a:lnTo>
                  <a:lnTo>
                    <a:pt x="2098666" y="1391626"/>
                  </a:lnTo>
                  <a:lnTo>
                    <a:pt x="2100577" y="1390193"/>
                  </a:lnTo>
                  <a:lnTo>
                    <a:pt x="2101532" y="1390193"/>
                  </a:lnTo>
                  <a:lnTo>
                    <a:pt x="2102010" y="1389715"/>
                  </a:lnTo>
                  <a:lnTo>
                    <a:pt x="2103921" y="1388760"/>
                  </a:lnTo>
                  <a:lnTo>
                    <a:pt x="2104398" y="1387326"/>
                  </a:lnTo>
                  <a:lnTo>
                    <a:pt x="2103921" y="1385893"/>
                  </a:lnTo>
                  <a:lnTo>
                    <a:pt x="2104876" y="1384938"/>
                  </a:lnTo>
                  <a:lnTo>
                    <a:pt x="2104876" y="1383504"/>
                  </a:lnTo>
                  <a:lnTo>
                    <a:pt x="2105354" y="1381594"/>
                  </a:lnTo>
                  <a:lnTo>
                    <a:pt x="2106309" y="1381116"/>
                  </a:lnTo>
                  <a:lnTo>
                    <a:pt x="2107265" y="1380638"/>
                  </a:lnTo>
                  <a:lnTo>
                    <a:pt x="2108220" y="1379683"/>
                  </a:lnTo>
                  <a:lnTo>
                    <a:pt x="2108698" y="1378250"/>
                  </a:lnTo>
                  <a:lnTo>
                    <a:pt x="2109176" y="1376816"/>
                  </a:lnTo>
                  <a:lnTo>
                    <a:pt x="2109176" y="1374905"/>
                  </a:lnTo>
                  <a:lnTo>
                    <a:pt x="2110131" y="1373472"/>
                  </a:lnTo>
                  <a:lnTo>
                    <a:pt x="2111564" y="1372517"/>
                  </a:lnTo>
                  <a:lnTo>
                    <a:pt x="2112042" y="1372039"/>
                  </a:lnTo>
                  <a:lnTo>
                    <a:pt x="2112520" y="1370128"/>
                  </a:lnTo>
                  <a:lnTo>
                    <a:pt x="2112520" y="1369651"/>
                  </a:lnTo>
                  <a:lnTo>
                    <a:pt x="2112998" y="1368695"/>
                  </a:lnTo>
                  <a:lnTo>
                    <a:pt x="2112998" y="1367262"/>
                  </a:lnTo>
                  <a:lnTo>
                    <a:pt x="2112520" y="1365351"/>
                  </a:lnTo>
                  <a:lnTo>
                    <a:pt x="2113953" y="1362485"/>
                  </a:lnTo>
                  <a:lnTo>
                    <a:pt x="2115386" y="1359618"/>
                  </a:lnTo>
                  <a:lnTo>
                    <a:pt x="2115864" y="1355796"/>
                  </a:lnTo>
                  <a:lnTo>
                    <a:pt x="2115864" y="1355319"/>
                  </a:lnTo>
                  <a:lnTo>
                    <a:pt x="2116341" y="1353408"/>
                  </a:lnTo>
                  <a:lnTo>
                    <a:pt x="2116819" y="1352930"/>
                  </a:lnTo>
                  <a:lnTo>
                    <a:pt x="2117775" y="1350063"/>
                  </a:lnTo>
                  <a:lnTo>
                    <a:pt x="2119208" y="1348630"/>
                  </a:lnTo>
                  <a:lnTo>
                    <a:pt x="2118730" y="1347197"/>
                  </a:lnTo>
                  <a:lnTo>
                    <a:pt x="2118253" y="1345286"/>
                  </a:lnTo>
                  <a:lnTo>
                    <a:pt x="2118253" y="1343853"/>
                  </a:lnTo>
                  <a:lnTo>
                    <a:pt x="2119686" y="1342897"/>
                  </a:lnTo>
                  <a:lnTo>
                    <a:pt x="2120164" y="1341942"/>
                  </a:lnTo>
                  <a:lnTo>
                    <a:pt x="2120641" y="1340987"/>
                  </a:lnTo>
                  <a:lnTo>
                    <a:pt x="2121596" y="1340509"/>
                  </a:lnTo>
                  <a:lnTo>
                    <a:pt x="2122552" y="1340509"/>
                  </a:lnTo>
                  <a:lnTo>
                    <a:pt x="2124463" y="1340031"/>
                  </a:lnTo>
                  <a:lnTo>
                    <a:pt x="2124463" y="1340031"/>
                  </a:lnTo>
                  <a:lnTo>
                    <a:pt x="2125896" y="1339076"/>
                  </a:lnTo>
                  <a:lnTo>
                    <a:pt x="2125896" y="1339076"/>
                  </a:lnTo>
                  <a:lnTo>
                    <a:pt x="2126852" y="1338120"/>
                  </a:lnTo>
                  <a:lnTo>
                    <a:pt x="2128762" y="1335254"/>
                  </a:lnTo>
                  <a:lnTo>
                    <a:pt x="2129241" y="1333821"/>
                  </a:lnTo>
                  <a:lnTo>
                    <a:pt x="2129718" y="1332865"/>
                  </a:lnTo>
                  <a:lnTo>
                    <a:pt x="2128762" y="1330477"/>
                  </a:lnTo>
                  <a:lnTo>
                    <a:pt x="2127807" y="1328566"/>
                  </a:lnTo>
                  <a:lnTo>
                    <a:pt x="2127807" y="1328566"/>
                  </a:lnTo>
                  <a:lnTo>
                    <a:pt x="2126852" y="1325699"/>
                  </a:lnTo>
                  <a:lnTo>
                    <a:pt x="2126374" y="1324744"/>
                  </a:lnTo>
                  <a:lnTo>
                    <a:pt x="2126852" y="1322833"/>
                  </a:lnTo>
                  <a:lnTo>
                    <a:pt x="2127807" y="1321877"/>
                  </a:lnTo>
                  <a:lnTo>
                    <a:pt x="2128285" y="1320922"/>
                  </a:lnTo>
                  <a:lnTo>
                    <a:pt x="2128285" y="1319489"/>
                  </a:lnTo>
                  <a:lnTo>
                    <a:pt x="2128285" y="1318533"/>
                  </a:lnTo>
                  <a:lnTo>
                    <a:pt x="2128285" y="1318533"/>
                  </a:lnTo>
                  <a:lnTo>
                    <a:pt x="2125896" y="1316622"/>
                  </a:lnTo>
                  <a:lnTo>
                    <a:pt x="2125896" y="1316145"/>
                  </a:lnTo>
                  <a:lnTo>
                    <a:pt x="2123985" y="1315667"/>
                  </a:lnTo>
                  <a:lnTo>
                    <a:pt x="2123985" y="1315667"/>
                  </a:lnTo>
                  <a:lnTo>
                    <a:pt x="2121596" y="1315189"/>
                  </a:lnTo>
                  <a:lnTo>
                    <a:pt x="2120641" y="1315189"/>
                  </a:lnTo>
                  <a:lnTo>
                    <a:pt x="2119208" y="1315667"/>
                  </a:lnTo>
                  <a:lnTo>
                    <a:pt x="2112042" y="1318056"/>
                  </a:lnTo>
                  <a:lnTo>
                    <a:pt x="2108220" y="1319489"/>
                  </a:lnTo>
                  <a:lnTo>
                    <a:pt x="2106309" y="1321877"/>
                  </a:lnTo>
                  <a:lnTo>
                    <a:pt x="2104398" y="1322833"/>
                  </a:lnTo>
                  <a:lnTo>
                    <a:pt x="2101054" y="1322355"/>
                  </a:lnTo>
                  <a:lnTo>
                    <a:pt x="2098188" y="1322355"/>
                  </a:lnTo>
                  <a:lnTo>
                    <a:pt x="2097710" y="1322355"/>
                  </a:lnTo>
                  <a:lnTo>
                    <a:pt x="2095321" y="1323311"/>
                  </a:lnTo>
                  <a:lnTo>
                    <a:pt x="2095321" y="1323311"/>
                  </a:lnTo>
                  <a:lnTo>
                    <a:pt x="2092455" y="1325699"/>
                  </a:lnTo>
                  <a:lnTo>
                    <a:pt x="2090544" y="1326655"/>
                  </a:lnTo>
                  <a:lnTo>
                    <a:pt x="2090544" y="1326655"/>
                  </a:lnTo>
                  <a:lnTo>
                    <a:pt x="2089589" y="1326655"/>
                  </a:lnTo>
                  <a:lnTo>
                    <a:pt x="2089111" y="1326655"/>
                  </a:lnTo>
                  <a:lnTo>
                    <a:pt x="2087678" y="1328088"/>
                  </a:lnTo>
                  <a:lnTo>
                    <a:pt x="2086245" y="1331432"/>
                  </a:lnTo>
                  <a:lnTo>
                    <a:pt x="2084811" y="1332865"/>
                  </a:lnTo>
                  <a:lnTo>
                    <a:pt x="2082900" y="1332388"/>
                  </a:lnTo>
                  <a:lnTo>
                    <a:pt x="2078123" y="1332865"/>
                  </a:lnTo>
                  <a:lnTo>
                    <a:pt x="2070957" y="1333821"/>
                  </a:lnTo>
                  <a:lnTo>
                    <a:pt x="2066657" y="1333821"/>
                  </a:lnTo>
                  <a:lnTo>
                    <a:pt x="2064747" y="1332865"/>
                  </a:lnTo>
                  <a:lnTo>
                    <a:pt x="2064747" y="1332865"/>
                  </a:lnTo>
                  <a:lnTo>
                    <a:pt x="2061880" y="1332388"/>
                  </a:lnTo>
                  <a:lnTo>
                    <a:pt x="2057581" y="1333343"/>
                  </a:lnTo>
                  <a:lnTo>
                    <a:pt x="2055670" y="1333343"/>
                  </a:lnTo>
                  <a:lnTo>
                    <a:pt x="2054714" y="1333343"/>
                  </a:lnTo>
                  <a:lnTo>
                    <a:pt x="2054237" y="1331910"/>
                  </a:lnTo>
                  <a:lnTo>
                    <a:pt x="2053759" y="1329521"/>
                  </a:lnTo>
                  <a:lnTo>
                    <a:pt x="2052326" y="1327132"/>
                  </a:lnTo>
                  <a:lnTo>
                    <a:pt x="2050415" y="1324744"/>
                  </a:lnTo>
                  <a:lnTo>
                    <a:pt x="2049937" y="1321877"/>
                  </a:lnTo>
                  <a:lnTo>
                    <a:pt x="2051370" y="1318533"/>
                  </a:lnTo>
                  <a:lnTo>
                    <a:pt x="2051848" y="1316145"/>
                  </a:lnTo>
                  <a:lnTo>
                    <a:pt x="2050893" y="1314711"/>
                  </a:lnTo>
                  <a:lnTo>
                    <a:pt x="2050415" y="1313756"/>
                  </a:lnTo>
                  <a:lnTo>
                    <a:pt x="2048982" y="1312323"/>
                  </a:lnTo>
                  <a:lnTo>
                    <a:pt x="2047548" y="1309456"/>
                  </a:lnTo>
                  <a:lnTo>
                    <a:pt x="2047548" y="1309456"/>
                  </a:lnTo>
                  <a:lnTo>
                    <a:pt x="2046593" y="1308979"/>
                  </a:lnTo>
                  <a:lnTo>
                    <a:pt x="2047071" y="1306590"/>
                  </a:lnTo>
                  <a:lnTo>
                    <a:pt x="2048026" y="1304202"/>
                  </a:lnTo>
                  <a:lnTo>
                    <a:pt x="2046593" y="1301813"/>
                  </a:lnTo>
                  <a:lnTo>
                    <a:pt x="2046593" y="1301813"/>
                  </a:lnTo>
                  <a:lnTo>
                    <a:pt x="2042771" y="1301335"/>
                  </a:lnTo>
                  <a:lnTo>
                    <a:pt x="2039427" y="1300857"/>
                  </a:lnTo>
                  <a:lnTo>
                    <a:pt x="2036561" y="1298469"/>
                  </a:lnTo>
                  <a:lnTo>
                    <a:pt x="2031784" y="1292258"/>
                  </a:lnTo>
                  <a:lnTo>
                    <a:pt x="2031306" y="1292258"/>
                  </a:lnTo>
                  <a:lnTo>
                    <a:pt x="2029395" y="1290347"/>
                  </a:lnTo>
                  <a:lnTo>
                    <a:pt x="2028917" y="1290347"/>
                  </a:lnTo>
                  <a:lnTo>
                    <a:pt x="2027484" y="1289870"/>
                  </a:lnTo>
                  <a:lnTo>
                    <a:pt x="2026529" y="1288914"/>
                  </a:lnTo>
                  <a:lnTo>
                    <a:pt x="2025573" y="1287003"/>
                  </a:lnTo>
                  <a:lnTo>
                    <a:pt x="2025573" y="1287003"/>
                  </a:lnTo>
                  <a:lnTo>
                    <a:pt x="2024618" y="1287003"/>
                  </a:lnTo>
                  <a:lnTo>
                    <a:pt x="2023662" y="1287003"/>
                  </a:lnTo>
                  <a:lnTo>
                    <a:pt x="2023184" y="1287003"/>
                  </a:lnTo>
                  <a:lnTo>
                    <a:pt x="2022707" y="1287959"/>
                  </a:lnTo>
                  <a:lnTo>
                    <a:pt x="2021751" y="1287959"/>
                  </a:lnTo>
                  <a:lnTo>
                    <a:pt x="2021273" y="1287481"/>
                  </a:lnTo>
                  <a:lnTo>
                    <a:pt x="2020796" y="1287481"/>
                  </a:lnTo>
                  <a:lnTo>
                    <a:pt x="2020796" y="1287481"/>
                  </a:lnTo>
                  <a:lnTo>
                    <a:pt x="2019840" y="1287481"/>
                  </a:lnTo>
                  <a:lnTo>
                    <a:pt x="2019363" y="1287481"/>
                  </a:lnTo>
                  <a:lnTo>
                    <a:pt x="2019363" y="1287481"/>
                  </a:lnTo>
                  <a:lnTo>
                    <a:pt x="2017929" y="1287959"/>
                  </a:lnTo>
                  <a:lnTo>
                    <a:pt x="2017929" y="1287959"/>
                  </a:lnTo>
                  <a:lnTo>
                    <a:pt x="2016974" y="1287481"/>
                  </a:lnTo>
                  <a:lnTo>
                    <a:pt x="2016018" y="1286048"/>
                  </a:lnTo>
                  <a:lnTo>
                    <a:pt x="2014585" y="1285570"/>
                  </a:lnTo>
                  <a:lnTo>
                    <a:pt x="2014585" y="1285570"/>
                  </a:lnTo>
                  <a:lnTo>
                    <a:pt x="2012197" y="1285092"/>
                  </a:lnTo>
                  <a:lnTo>
                    <a:pt x="2011241" y="1284137"/>
                  </a:lnTo>
                  <a:lnTo>
                    <a:pt x="2011719" y="1282704"/>
                  </a:lnTo>
                  <a:lnTo>
                    <a:pt x="2011241" y="1281748"/>
                  </a:lnTo>
                  <a:lnTo>
                    <a:pt x="2010286" y="1281270"/>
                  </a:lnTo>
                  <a:lnTo>
                    <a:pt x="2009808" y="1281270"/>
                  </a:lnTo>
                  <a:lnTo>
                    <a:pt x="2009808" y="1281270"/>
                  </a:lnTo>
                  <a:lnTo>
                    <a:pt x="2006464" y="1281270"/>
                  </a:lnTo>
                  <a:lnTo>
                    <a:pt x="2000731" y="1282226"/>
                  </a:lnTo>
                  <a:lnTo>
                    <a:pt x="2000731" y="1282226"/>
                  </a:lnTo>
                  <a:lnTo>
                    <a:pt x="1995954" y="1282226"/>
                  </a:lnTo>
                  <a:lnTo>
                    <a:pt x="1993088" y="1280793"/>
                  </a:lnTo>
                  <a:lnTo>
                    <a:pt x="1992132" y="1280315"/>
                  </a:lnTo>
                  <a:lnTo>
                    <a:pt x="1990221" y="1279360"/>
                  </a:lnTo>
                  <a:lnTo>
                    <a:pt x="1989743" y="1277926"/>
                  </a:lnTo>
                  <a:lnTo>
                    <a:pt x="1988788" y="1276493"/>
                  </a:lnTo>
                  <a:lnTo>
                    <a:pt x="1987354" y="1275538"/>
                  </a:lnTo>
                  <a:lnTo>
                    <a:pt x="1985922" y="1273627"/>
                  </a:lnTo>
                  <a:lnTo>
                    <a:pt x="1985922" y="1270760"/>
                  </a:lnTo>
                  <a:lnTo>
                    <a:pt x="1986399" y="1267894"/>
                  </a:lnTo>
                  <a:lnTo>
                    <a:pt x="1987832" y="1264072"/>
                  </a:lnTo>
                  <a:lnTo>
                    <a:pt x="1987832" y="1264072"/>
                  </a:lnTo>
                  <a:lnTo>
                    <a:pt x="1984011" y="1261683"/>
                  </a:lnTo>
                  <a:lnTo>
                    <a:pt x="1983055" y="1260250"/>
                  </a:lnTo>
                  <a:lnTo>
                    <a:pt x="1983055" y="1258817"/>
                  </a:lnTo>
                  <a:lnTo>
                    <a:pt x="1983055" y="1257862"/>
                  </a:lnTo>
                  <a:lnTo>
                    <a:pt x="1982100" y="1256906"/>
                  </a:lnTo>
                  <a:lnTo>
                    <a:pt x="1982100" y="1255951"/>
                  </a:lnTo>
                  <a:lnTo>
                    <a:pt x="1983055" y="1254518"/>
                  </a:lnTo>
                  <a:lnTo>
                    <a:pt x="1983055" y="1252129"/>
                  </a:lnTo>
                  <a:lnTo>
                    <a:pt x="1982100" y="1249740"/>
                  </a:lnTo>
                  <a:lnTo>
                    <a:pt x="1980189" y="1246396"/>
                  </a:lnTo>
                  <a:lnTo>
                    <a:pt x="1976367" y="1241619"/>
                  </a:lnTo>
                  <a:lnTo>
                    <a:pt x="1974456" y="1238753"/>
                  </a:lnTo>
                  <a:lnTo>
                    <a:pt x="1974456" y="1236364"/>
                  </a:lnTo>
                  <a:lnTo>
                    <a:pt x="1973978" y="1234931"/>
                  </a:lnTo>
                  <a:lnTo>
                    <a:pt x="1973500" y="1233975"/>
                  </a:lnTo>
                  <a:lnTo>
                    <a:pt x="1973023" y="1232542"/>
                  </a:lnTo>
                  <a:lnTo>
                    <a:pt x="1973023" y="1230631"/>
                  </a:lnTo>
                  <a:lnTo>
                    <a:pt x="1972545" y="1229676"/>
                  </a:lnTo>
                  <a:lnTo>
                    <a:pt x="1972067" y="1228242"/>
                  </a:lnTo>
                  <a:lnTo>
                    <a:pt x="1972545" y="1226809"/>
                  </a:lnTo>
                  <a:lnTo>
                    <a:pt x="1971590" y="1225854"/>
                  </a:lnTo>
                  <a:lnTo>
                    <a:pt x="1971590" y="1225376"/>
                  </a:lnTo>
                  <a:lnTo>
                    <a:pt x="1970634" y="1224898"/>
                  </a:lnTo>
                  <a:lnTo>
                    <a:pt x="1970156" y="1223943"/>
                  </a:lnTo>
                  <a:lnTo>
                    <a:pt x="1970156" y="1221076"/>
                  </a:lnTo>
                  <a:lnTo>
                    <a:pt x="1969201" y="1218688"/>
                  </a:lnTo>
                  <a:lnTo>
                    <a:pt x="1966334" y="1214388"/>
                  </a:lnTo>
                  <a:lnTo>
                    <a:pt x="1965857" y="1211522"/>
                  </a:lnTo>
                  <a:lnTo>
                    <a:pt x="1965379" y="1208656"/>
                  </a:lnTo>
                  <a:lnTo>
                    <a:pt x="1963946" y="1207222"/>
                  </a:lnTo>
                  <a:lnTo>
                    <a:pt x="1963946" y="1205789"/>
                  </a:lnTo>
                  <a:lnTo>
                    <a:pt x="1963946" y="1203878"/>
                  </a:lnTo>
                  <a:lnTo>
                    <a:pt x="1962990" y="1203401"/>
                  </a:lnTo>
                  <a:lnTo>
                    <a:pt x="1962990" y="1202445"/>
                  </a:lnTo>
                  <a:lnTo>
                    <a:pt x="1962990" y="1201490"/>
                  </a:lnTo>
                  <a:lnTo>
                    <a:pt x="1962513" y="1200534"/>
                  </a:lnTo>
                  <a:lnTo>
                    <a:pt x="1961079" y="1199101"/>
                  </a:lnTo>
                  <a:lnTo>
                    <a:pt x="1960124" y="1198146"/>
                  </a:lnTo>
                  <a:lnTo>
                    <a:pt x="1960124" y="1196712"/>
                  </a:lnTo>
                  <a:lnTo>
                    <a:pt x="1959647" y="1196235"/>
                  </a:lnTo>
                  <a:lnTo>
                    <a:pt x="1957258" y="1195279"/>
                  </a:lnTo>
                  <a:lnTo>
                    <a:pt x="1956780" y="1194324"/>
                  </a:lnTo>
                  <a:lnTo>
                    <a:pt x="1956780" y="1193368"/>
                  </a:lnTo>
                  <a:lnTo>
                    <a:pt x="1957258" y="1192413"/>
                  </a:lnTo>
                  <a:lnTo>
                    <a:pt x="1957735" y="1191935"/>
                  </a:lnTo>
                  <a:lnTo>
                    <a:pt x="1957258" y="1190980"/>
                  </a:lnTo>
                  <a:lnTo>
                    <a:pt x="1957258" y="1190502"/>
                  </a:lnTo>
                  <a:lnTo>
                    <a:pt x="1956302" y="1189546"/>
                  </a:lnTo>
                  <a:lnTo>
                    <a:pt x="1956302" y="1189546"/>
                  </a:lnTo>
                  <a:lnTo>
                    <a:pt x="1956302" y="1189546"/>
                  </a:lnTo>
                  <a:lnTo>
                    <a:pt x="1955347" y="1188591"/>
                  </a:lnTo>
                  <a:lnTo>
                    <a:pt x="1953913" y="1186202"/>
                  </a:lnTo>
                  <a:lnTo>
                    <a:pt x="1953913" y="1186202"/>
                  </a:lnTo>
                  <a:lnTo>
                    <a:pt x="1952002" y="1185725"/>
                  </a:lnTo>
                  <a:lnTo>
                    <a:pt x="1951047" y="1185725"/>
                  </a:lnTo>
                  <a:lnTo>
                    <a:pt x="1950092" y="1184769"/>
                  </a:lnTo>
                  <a:lnTo>
                    <a:pt x="1950092" y="1183814"/>
                  </a:lnTo>
                  <a:lnTo>
                    <a:pt x="1950092" y="1182381"/>
                  </a:lnTo>
                  <a:lnTo>
                    <a:pt x="1949614" y="1181425"/>
                  </a:lnTo>
                  <a:lnTo>
                    <a:pt x="1948181" y="1180947"/>
                  </a:lnTo>
                  <a:lnTo>
                    <a:pt x="1948181" y="1180947"/>
                  </a:lnTo>
                  <a:lnTo>
                    <a:pt x="1947225" y="1180947"/>
                  </a:lnTo>
                  <a:lnTo>
                    <a:pt x="1945315" y="1179992"/>
                  </a:lnTo>
                  <a:lnTo>
                    <a:pt x="1944836" y="1179992"/>
                  </a:lnTo>
                  <a:lnTo>
                    <a:pt x="1941015" y="1177603"/>
                  </a:lnTo>
                  <a:lnTo>
                    <a:pt x="1940059" y="1177125"/>
                  </a:lnTo>
                  <a:lnTo>
                    <a:pt x="1938149" y="1176170"/>
                  </a:lnTo>
                  <a:lnTo>
                    <a:pt x="1938149" y="1176170"/>
                  </a:lnTo>
                  <a:lnTo>
                    <a:pt x="1935760" y="1176648"/>
                  </a:lnTo>
                  <a:lnTo>
                    <a:pt x="1934327" y="1177125"/>
                  </a:lnTo>
                  <a:lnTo>
                    <a:pt x="1934327" y="1178559"/>
                  </a:lnTo>
                  <a:lnTo>
                    <a:pt x="1933849" y="1178559"/>
                  </a:lnTo>
                  <a:lnTo>
                    <a:pt x="1932893" y="1178559"/>
                  </a:lnTo>
                  <a:lnTo>
                    <a:pt x="1932893" y="1178559"/>
                  </a:lnTo>
                  <a:lnTo>
                    <a:pt x="1929549" y="1176170"/>
                  </a:lnTo>
                  <a:lnTo>
                    <a:pt x="1929072" y="1176170"/>
                  </a:lnTo>
                  <a:lnTo>
                    <a:pt x="1925727" y="1175692"/>
                  </a:lnTo>
                  <a:lnTo>
                    <a:pt x="1923817" y="1174259"/>
                  </a:lnTo>
                  <a:lnTo>
                    <a:pt x="1922383" y="1172348"/>
                  </a:lnTo>
                  <a:lnTo>
                    <a:pt x="1922383" y="1172348"/>
                  </a:lnTo>
                  <a:lnTo>
                    <a:pt x="1920950" y="1171393"/>
                  </a:lnTo>
                  <a:lnTo>
                    <a:pt x="1920950" y="1171393"/>
                  </a:lnTo>
                  <a:lnTo>
                    <a:pt x="1920950" y="1171393"/>
                  </a:lnTo>
                  <a:lnTo>
                    <a:pt x="1919517" y="1171393"/>
                  </a:lnTo>
                  <a:lnTo>
                    <a:pt x="1919517" y="1171393"/>
                  </a:lnTo>
                  <a:lnTo>
                    <a:pt x="1916651" y="1169960"/>
                  </a:lnTo>
                  <a:lnTo>
                    <a:pt x="1911395" y="1167093"/>
                  </a:lnTo>
                  <a:lnTo>
                    <a:pt x="1909007" y="1166138"/>
                  </a:lnTo>
                  <a:lnTo>
                    <a:pt x="1909007" y="1166138"/>
                  </a:lnTo>
                  <a:lnTo>
                    <a:pt x="1908052" y="1166615"/>
                  </a:lnTo>
                  <a:lnTo>
                    <a:pt x="1907574" y="1166615"/>
                  </a:lnTo>
                  <a:lnTo>
                    <a:pt x="1907574" y="1166615"/>
                  </a:lnTo>
                  <a:lnTo>
                    <a:pt x="1906618" y="1166615"/>
                  </a:lnTo>
                  <a:lnTo>
                    <a:pt x="1905185" y="1166138"/>
                  </a:lnTo>
                  <a:lnTo>
                    <a:pt x="1902797" y="1165660"/>
                  </a:lnTo>
                  <a:lnTo>
                    <a:pt x="1899930" y="1166138"/>
                  </a:lnTo>
                  <a:lnTo>
                    <a:pt x="1899930" y="1166138"/>
                  </a:lnTo>
                  <a:lnTo>
                    <a:pt x="1896108" y="1167093"/>
                  </a:lnTo>
                  <a:lnTo>
                    <a:pt x="1891809" y="1168049"/>
                  </a:lnTo>
                  <a:lnTo>
                    <a:pt x="1887031" y="1168526"/>
                  </a:lnTo>
                  <a:lnTo>
                    <a:pt x="1884643" y="1168526"/>
                  </a:lnTo>
                  <a:lnTo>
                    <a:pt x="1883687" y="1167571"/>
                  </a:lnTo>
                  <a:lnTo>
                    <a:pt x="1878910" y="1168526"/>
                  </a:lnTo>
                  <a:lnTo>
                    <a:pt x="1871744" y="1170915"/>
                  </a:lnTo>
                  <a:lnTo>
                    <a:pt x="1865056" y="1172826"/>
                  </a:lnTo>
                  <a:lnTo>
                    <a:pt x="1857890" y="1173781"/>
                  </a:lnTo>
                  <a:lnTo>
                    <a:pt x="1856935" y="1173781"/>
                  </a:lnTo>
                  <a:lnTo>
                    <a:pt x="1851202" y="1177125"/>
                  </a:lnTo>
                  <a:lnTo>
                    <a:pt x="1851202" y="1177125"/>
                  </a:lnTo>
                  <a:lnTo>
                    <a:pt x="1845469" y="1183336"/>
                  </a:lnTo>
                  <a:lnTo>
                    <a:pt x="1845469" y="1183336"/>
                  </a:lnTo>
                  <a:lnTo>
                    <a:pt x="1841647" y="1187158"/>
                  </a:lnTo>
                  <a:lnTo>
                    <a:pt x="1839258" y="1189069"/>
                  </a:lnTo>
                  <a:lnTo>
                    <a:pt x="1838303" y="1190980"/>
                  </a:lnTo>
                  <a:lnTo>
                    <a:pt x="1838303" y="1190980"/>
                  </a:lnTo>
                  <a:lnTo>
                    <a:pt x="1838781" y="1193368"/>
                  </a:lnTo>
                  <a:lnTo>
                    <a:pt x="1840692" y="1194324"/>
                  </a:lnTo>
                  <a:lnTo>
                    <a:pt x="1844513" y="1193846"/>
                  </a:lnTo>
                  <a:lnTo>
                    <a:pt x="1847380" y="1193846"/>
                  </a:lnTo>
                  <a:lnTo>
                    <a:pt x="1850246" y="1195279"/>
                  </a:lnTo>
                  <a:lnTo>
                    <a:pt x="1851202" y="1197668"/>
                  </a:lnTo>
                  <a:lnTo>
                    <a:pt x="1850246" y="1200534"/>
                  </a:lnTo>
                  <a:lnTo>
                    <a:pt x="1850246" y="1203401"/>
                  </a:lnTo>
                  <a:lnTo>
                    <a:pt x="1852157" y="1206267"/>
                  </a:lnTo>
                  <a:lnTo>
                    <a:pt x="1852157" y="1209611"/>
                  </a:lnTo>
                  <a:lnTo>
                    <a:pt x="1850724" y="1212955"/>
                  </a:lnTo>
                  <a:lnTo>
                    <a:pt x="1847380" y="1216777"/>
                  </a:lnTo>
                  <a:lnTo>
                    <a:pt x="1847380" y="1216777"/>
                  </a:lnTo>
                  <a:lnTo>
                    <a:pt x="1842125" y="1220599"/>
                  </a:lnTo>
                  <a:lnTo>
                    <a:pt x="1838781" y="1223943"/>
                  </a:lnTo>
                  <a:lnTo>
                    <a:pt x="1836392" y="1229198"/>
                  </a:lnTo>
                  <a:lnTo>
                    <a:pt x="1833526" y="1233497"/>
                  </a:lnTo>
                  <a:lnTo>
                    <a:pt x="1833526" y="1233975"/>
                  </a:lnTo>
                  <a:lnTo>
                    <a:pt x="1832570" y="1236364"/>
                  </a:lnTo>
                  <a:lnTo>
                    <a:pt x="1832570" y="1236364"/>
                  </a:lnTo>
                  <a:lnTo>
                    <a:pt x="1832092" y="1238275"/>
                  </a:lnTo>
                  <a:lnTo>
                    <a:pt x="1831137" y="1240663"/>
                  </a:lnTo>
                  <a:lnTo>
                    <a:pt x="1828749" y="1243052"/>
                  </a:lnTo>
                  <a:lnTo>
                    <a:pt x="1827793" y="1245441"/>
                  </a:lnTo>
                  <a:lnTo>
                    <a:pt x="1827315" y="1247829"/>
                  </a:lnTo>
                  <a:lnTo>
                    <a:pt x="1826360" y="1250218"/>
                  </a:lnTo>
                  <a:lnTo>
                    <a:pt x="1824449" y="1252129"/>
                  </a:lnTo>
                  <a:lnTo>
                    <a:pt x="1824449" y="1252129"/>
                  </a:lnTo>
                  <a:lnTo>
                    <a:pt x="1823015" y="1254040"/>
                  </a:lnTo>
                  <a:lnTo>
                    <a:pt x="1822538" y="1256429"/>
                  </a:lnTo>
                  <a:lnTo>
                    <a:pt x="1821583" y="1257862"/>
                  </a:lnTo>
                  <a:lnTo>
                    <a:pt x="1821583" y="1257862"/>
                  </a:lnTo>
                  <a:lnTo>
                    <a:pt x="1820627" y="1258339"/>
                  </a:lnTo>
                  <a:lnTo>
                    <a:pt x="1820627" y="1258339"/>
                  </a:lnTo>
                  <a:lnTo>
                    <a:pt x="1821105" y="1259295"/>
                  </a:lnTo>
                  <a:lnTo>
                    <a:pt x="1821105" y="1259295"/>
                  </a:lnTo>
                  <a:lnTo>
                    <a:pt x="1823494" y="1259773"/>
                  </a:lnTo>
                  <a:lnTo>
                    <a:pt x="1824449" y="1262161"/>
                  </a:lnTo>
                  <a:lnTo>
                    <a:pt x="1823971" y="1265505"/>
                  </a:lnTo>
                  <a:lnTo>
                    <a:pt x="1822538" y="1267894"/>
                  </a:lnTo>
                  <a:lnTo>
                    <a:pt x="1820627" y="1269805"/>
                  </a:lnTo>
                  <a:lnTo>
                    <a:pt x="1818238" y="1270283"/>
                  </a:lnTo>
                  <a:lnTo>
                    <a:pt x="1816805" y="1270760"/>
                  </a:lnTo>
                  <a:lnTo>
                    <a:pt x="1812506" y="1271238"/>
                  </a:lnTo>
                  <a:lnTo>
                    <a:pt x="1812506" y="1271238"/>
                  </a:lnTo>
                  <a:lnTo>
                    <a:pt x="1808206" y="1273627"/>
                  </a:lnTo>
                  <a:lnTo>
                    <a:pt x="1806773" y="1274582"/>
                  </a:lnTo>
                  <a:lnTo>
                    <a:pt x="1801518" y="1278404"/>
                  </a:lnTo>
                  <a:lnTo>
                    <a:pt x="1794830" y="1283659"/>
                  </a:lnTo>
                  <a:lnTo>
                    <a:pt x="1793874" y="1283659"/>
                  </a:lnTo>
                  <a:lnTo>
                    <a:pt x="1791485" y="1283181"/>
                  </a:lnTo>
                  <a:lnTo>
                    <a:pt x="1787186" y="1280793"/>
                  </a:lnTo>
                  <a:lnTo>
                    <a:pt x="1782887" y="1280315"/>
                  </a:lnTo>
                  <a:lnTo>
                    <a:pt x="1778109" y="1278404"/>
                  </a:lnTo>
                  <a:lnTo>
                    <a:pt x="1778109" y="1278404"/>
                  </a:lnTo>
                  <a:lnTo>
                    <a:pt x="1775721" y="1277449"/>
                  </a:lnTo>
                  <a:lnTo>
                    <a:pt x="1771421" y="1275060"/>
                  </a:lnTo>
                  <a:lnTo>
                    <a:pt x="1771421" y="1275060"/>
                  </a:lnTo>
                  <a:lnTo>
                    <a:pt x="1770465" y="1273627"/>
                  </a:lnTo>
                  <a:lnTo>
                    <a:pt x="1769032" y="1272194"/>
                  </a:lnTo>
                  <a:lnTo>
                    <a:pt x="1765210" y="1270760"/>
                  </a:lnTo>
                  <a:lnTo>
                    <a:pt x="1762344" y="1269805"/>
                  </a:lnTo>
                  <a:lnTo>
                    <a:pt x="1762344" y="1269805"/>
                  </a:lnTo>
                  <a:lnTo>
                    <a:pt x="1760911" y="1269805"/>
                  </a:lnTo>
                  <a:lnTo>
                    <a:pt x="1760433" y="1269805"/>
                  </a:lnTo>
                  <a:lnTo>
                    <a:pt x="1757089" y="1271238"/>
                  </a:lnTo>
                  <a:lnTo>
                    <a:pt x="1756612" y="1271238"/>
                  </a:lnTo>
                  <a:lnTo>
                    <a:pt x="1753745" y="1272671"/>
                  </a:lnTo>
                  <a:lnTo>
                    <a:pt x="1752312" y="1273149"/>
                  </a:lnTo>
                  <a:lnTo>
                    <a:pt x="1749923" y="1273149"/>
                  </a:lnTo>
                  <a:lnTo>
                    <a:pt x="1746579" y="1272671"/>
                  </a:lnTo>
                  <a:lnTo>
                    <a:pt x="1745624" y="1272671"/>
                  </a:lnTo>
                  <a:lnTo>
                    <a:pt x="1743712" y="1271238"/>
                  </a:lnTo>
                  <a:lnTo>
                    <a:pt x="1740369" y="1268372"/>
                  </a:lnTo>
                  <a:lnTo>
                    <a:pt x="1738458" y="1265983"/>
                  </a:lnTo>
                  <a:lnTo>
                    <a:pt x="1736069" y="1265028"/>
                  </a:lnTo>
                  <a:lnTo>
                    <a:pt x="1733203" y="1263595"/>
                  </a:lnTo>
                  <a:lnTo>
                    <a:pt x="1731769" y="1263117"/>
                  </a:lnTo>
                  <a:lnTo>
                    <a:pt x="1731769" y="1263117"/>
                  </a:lnTo>
                  <a:lnTo>
                    <a:pt x="1729381" y="1263117"/>
                  </a:lnTo>
                  <a:lnTo>
                    <a:pt x="1726037" y="1262639"/>
                  </a:lnTo>
                  <a:lnTo>
                    <a:pt x="1724126" y="1262161"/>
                  </a:lnTo>
                  <a:lnTo>
                    <a:pt x="1724126" y="1262161"/>
                  </a:lnTo>
                  <a:lnTo>
                    <a:pt x="1722692" y="1262639"/>
                  </a:lnTo>
                  <a:lnTo>
                    <a:pt x="1722692" y="1262639"/>
                  </a:lnTo>
                  <a:lnTo>
                    <a:pt x="1719826" y="1264072"/>
                  </a:lnTo>
                  <a:lnTo>
                    <a:pt x="1719826" y="1264072"/>
                  </a:lnTo>
                  <a:lnTo>
                    <a:pt x="1716005" y="1266939"/>
                  </a:lnTo>
                  <a:lnTo>
                    <a:pt x="1713616" y="1267894"/>
                  </a:lnTo>
                  <a:lnTo>
                    <a:pt x="1713138" y="1268372"/>
                  </a:lnTo>
                  <a:lnTo>
                    <a:pt x="1709794" y="1269805"/>
                  </a:lnTo>
                  <a:lnTo>
                    <a:pt x="1707405" y="1271716"/>
                  </a:lnTo>
                  <a:lnTo>
                    <a:pt x="1704539" y="1273627"/>
                  </a:lnTo>
                  <a:lnTo>
                    <a:pt x="1701673" y="1275538"/>
                  </a:lnTo>
                  <a:lnTo>
                    <a:pt x="1700239" y="1278882"/>
                  </a:lnTo>
                  <a:lnTo>
                    <a:pt x="1699284" y="1280793"/>
                  </a:lnTo>
                  <a:lnTo>
                    <a:pt x="1699284" y="1280793"/>
                  </a:lnTo>
                  <a:lnTo>
                    <a:pt x="1696895" y="1282226"/>
                  </a:lnTo>
                  <a:lnTo>
                    <a:pt x="1694507" y="1283181"/>
                  </a:lnTo>
                  <a:lnTo>
                    <a:pt x="1694507" y="1283181"/>
                  </a:lnTo>
                  <a:lnTo>
                    <a:pt x="1692596" y="1283659"/>
                  </a:lnTo>
                  <a:lnTo>
                    <a:pt x="1688774" y="1283181"/>
                  </a:lnTo>
                  <a:lnTo>
                    <a:pt x="1688296" y="1283181"/>
                  </a:lnTo>
                  <a:lnTo>
                    <a:pt x="1685907" y="1283659"/>
                  </a:lnTo>
                  <a:lnTo>
                    <a:pt x="1680175" y="1286048"/>
                  </a:lnTo>
                  <a:lnTo>
                    <a:pt x="1677308" y="1286525"/>
                  </a:lnTo>
                  <a:lnTo>
                    <a:pt x="1675398" y="1286525"/>
                  </a:lnTo>
                  <a:lnTo>
                    <a:pt x="1673486" y="1287003"/>
                  </a:lnTo>
                  <a:lnTo>
                    <a:pt x="1672053" y="1287003"/>
                  </a:lnTo>
                  <a:lnTo>
                    <a:pt x="1670142" y="1287481"/>
                  </a:lnTo>
                  <a:lnTo>
                    <a:pt x="1670142" y="1287481"/>
                  </a:lnTo>
                  <a:lnTo>
                    <a:pt x="1668709" y="1287959"/>
                  </a:lnTo>
                  <a:lnTo>
                    <a:pt x="1667276" y="1288436"/>
                  </a:lnTo>
                  <a:lnTo>
                    <a:pt x="1665365" y="1287959"/>
                  </a:lnTo>
                  <a:lnTo>
                    <a:pt x="1665365" y="1287959"/>
                  </a:lnTo>
                  <a:lnTo>
                    <a:pt x="1662976" y="1289392"/>
                  </a:lnTo>
                  <a:lnTo>
                    <a:pt x="1655333" y="1293214"/>
                  </a:lnTo>
                  <a:lnTo>
                    <a:pt x="1652944" y="1294169"/>
                  </a:lnTo>
                  <a:lnTo>
                    <a:pt x="1652944" y="1294169"/>
                  </a:lnTo>
                  <a:lnTo>
                    <a:pt x="1651511" y="1294169"/>
                  </a:lnTo>
                  <a:lnTo>
                    <a:pt x="1649600" y="1292736"/>
                  </a:lnTo>
                  <a:lnTo>
                    <a:pt x="1647689" y="1291781"/>
                  </a:lnTo>
                  <a:lnTo>
                    <a:pt x="1647211" y="1291781"/>
                  </a:lnTo>
                  <a:lnTo>
                    <a:pt x="1645300" y="1291781"/>
                  </a:lnTo>
                  <a:lnTo>
                    <a:pt x="1645300" y="1291781"/>
                  </a:lnTo>
                  <a:lnTo>
                    <a:pt x="1642912" y="1293214"/>
                  </a:lnTo>
                  <a:lnTo>
                    <a:pt x="1642912" y="1293214"/>
                  </a:lnTo>
                  <a:lnTo>
                    <a:pt x="1639090" y="1292258"/>
                  </a:lnTo>
                  <a:lnTo>
                    <a:pt x="1638612" y="1292258"/>
                  </a:lnTo>
                  <a:lnTo>
                    <a:pt x="1634312" y="1291303"/>
                  </a:lnTo>
                  <a:lnTo>
                    <a:pt x="1629535" y="1290347"/>
                  </a:lnTo>
                  <a:lnTo>
                    <a:pt x="1628102" y="1289870"/>
                  </a:lnTo>
                  <a:lnTo>
                    <a:pt x="1623803" y="1288436"/>
                  </a:lnTo>
                  <a:lnTo>
                    <a:pt x="1623803" y="1288436"/>
                  </a:lnTo>
                  <a:lnTo>
                    <a:pt x="1617592" y="1288436"/>
                  </a:lnTo>
                  <a:lnTo>
                    <a:pt x="1613770" y="1288436"/>
                  </a:lnTo>
                  <a:lnTo>
                    <a:pt x="1612337" y="1288914"/>
                  </a:lnTo>
                  <a:lnTo>
                    <a:pt x="1611382" y="1288914"/>
                  </a:lnTo>
                  <a:lnTo>
                    <a:pt x="1609948" y="1288436"/>
                  </a:lnTo>
                  <a:lnTo>
                    <a:pt x="1607560" y="1287003"/>
                  </a:lnTo>
                  <a:lnTo>
                    <a:pt x="1603738" y="1283181"/>
                  </a:lnTo>
                  <a:lnTo>
                    <a:pt x="1601349" y="1282226"/>
                  </a:lnTo>
                  <a:lnTo>
                    <a:pt x="1599916" y="1281270"/>
                  </a:lnTo>
                  <a:lnTo>
                    <a:pt x="1599438" y="1279837"/>
                  </a:lnTo>
                  <a:lnTo>
                    <a:pt x="1598961" y="1279837"/>
                  </a:lnTo>
                  <a:lnTo>
                    <a:pt x="1598005" y="1278882"/>
                  </a:lnTo>
                  <a:lnTo>
                    <a:pt x="1598005" y="1277449"/>
                  </a:lnTo>
                  <a:lnTo>
                    <a:pt x="1598005" y="1274104"/>
                  </a:lnTo>
                  <a:lnTo>
                    <a:pt x="1598483" y="1272194"/>
                  </a:lnTo>
                  <a:lnTo>
                    <a:pt x="1597527" y="1271716"/>
                  </a:lnTo>
                  <a:lnTo>
                    <a:pt x="1597527" y="1271716"/>
                  </a:lnTo>
                  <a:lnTo>
                    <a:pt x="1595139" y="1271238"/>
                  </a:lnTo>
                  <a:lnTo>
                    <a:pt x="1592272" y="1270283"/>
                  </a:lnTo>
                  <a:lnTo>
                    <a:pt x="1591795" y="1270283"/>
                  </a:lnTo>
                  <a:lnTo>
                    <a:pt x="1586539" y="1270283"/>
                  </a:lnTo>
                  <a:lnTo>
                    <a:pt x="1584151" y="1270283"/>
                  </a:lnTo>
                  <a:lnTo>
                    <a:pt x="1582240" y="1268849"/>
                  </a:lnTo>
                  <a:lnTo>
                    <a:pt x="1580329" y="1267416"/>
                  </a:lnTo>
                  <a:lnTo>
                    <a:pt x="1578418" y="1264550"/>
                  </a:lnTo>
                  <a:lnTo>
                    <a:pt x="1576507" y="1263117"/>
                  </a:lnTo>
                  <a:lnTo>
                    <a:pt x="1573641" y="1261206"/>
                  </a:lnTo>
                  <a:lnTo>
                    <a:pt x="1571252" y="1260728"/>
                  </a:lnTo>
                  <a:lnTo>
                    <a:pt x="1570775" y="1260728"/>
                  </a:lnTo>
                  <a:lnTo>
                    <a:pt x="1570297" y="1260728"/>
                  </a:lnTo>
                  <a:lnTo>
                    <a:pt x="1566953" y="1261206"/>
                  </a:lnTo>
                  <a:lnTo>
                    <a:pt x="1564086" y="1261206"/>
                  </a:lnTo>
                  <a:lnTo>
                    <a:pt x="1561220" y="1260728"/>
                  </a:lnTo>
                  <a:lnTo>
                    <a:pt x="1559787" y="1259773"/>
                  </a:lnTo>
                  <a:lnTo>
                    <a:pt x="1557398" y="1258339"/>
                  </a:lnTo>
                  <a:lnTo>
                    <a:pt x="1553577" y="1258339"/>
                  </a:lnTo>
                  <a:lnTo>
                    <a:pt x="1553577" y="1258339"/>
                  </a:lnTo>
                  <a:lnTo>
                    <a:pt x="1550710" y="1257384"/>
                  </a:lnTo>
                  <a:lnTo>
                    <a:pt x="1547366" y="1256429"/>
                  </a:lnTo>
                  <a:lnTo>
                    <a:pt x="1544977" y="1256906"/>
                  </a:lnTo>
                  <a:lnTo>
                    <a:pt x="1544977" y="1256906"/>
                  </a:lnTo>
                  <a:lnTo>
                    <a:pt x="1543544" y="1257862"/>
                  </a:lnTo>
                  <a:lnTo>
                    <a:pt x="1541633" y="1258817"/>
                  </a:lnTo>
                  <a:lnTo>
                    <a:pt x="1539245" y="1259295"/>
                  </a:lnTo>
                  <a:lnTo>
                    <a:pt x="1533512" y="1260250"/>
                  </a:lnTo>
                  <a:lnTo>
                    <a:pt x="1533034" y="1260250"/>
                  </a:lnTo>
                  <a:lnTo>
                    <a:pt x="1531600" y="1261206"/>
                  </a:lnTo>
                  <a:lnTo>
                    <a:pt x="1531123" y="1261206"/>
                  </a:lnTo>
                  <a:lnTo>
                    <a:pt x="1529212" y="1261206"/>
                  </a:lnTo>
                  <a:lnTo>
                    <a:pt x="1529212" y="1261206"/>
                  </a:lnTo>
                  <a:lnTo>
                    <a:pt x="1528734" y="1261683"/>
                  </a:lnTo>
                  <a:lnTo>
                    <a:pt x="1526823" y="1262161"/>
                  </a:lnTo>
                  <a:lnTo>
                    <a:pt x="1525390" y="1264072"/>
                  </a:lnTo>
                  <a:lnTo>
                    <a:pt x="1524913" y="1264072"/>
                  </a:lnTo>
                  <a:lnTo>
                    <a:pt x="1523479" y="1265028"/>
                  </a:lnTo>
                  <a:lnTo>
                    <a:pt x="1521568" y="1265505"/>
                  </a:lnTo>
                  <a:lnTo>
                    <a:pt x="1519180" y="1265505"/>
                  </a:lnTo>
                  <a:lnTo>
                    <a:pt x="1517269" y="1265028"/>
                  </a:lnTo>
                  <a:lnTo>
                    <a:pt x="1516313" y="1265028"/>
                  </a:lnTo>
                  <a:lnTo>
                    <a:pt x="1516313" y="1265028"/>
                  </a:lnTo>
                  <a:lnTo>
                    <a:pt x="1515836" y="1265028"/>
                  </a:lnTo>
                  <a:lnTo>
                    <a:pt x="1514880" y="1265505"/>
                  </a:lnTo>
                  <a:lnTo>
                    <a:pt x="1514402" y="1265505"/>
                  </a:lnTo>
                  <a:lnTo>
                    <a:pt x="1512491" y="1265983"/>
                  </a:lnTo>
                  <a:lnTo>
                    <a:pt x="1510103" y="1265505"/>
                  </a:lnTo>
                  <a:lnTo>
                    <a:pt x="1508670" y="1264550"/>
                  </a:lnTo>
                  <a:lnTo>
                    <a:pt x="1506281" y="1264550"/>
                  </a:lnTo>
                  <a:lnTo>
                    <a:pt x="1504848" y="1262639"/>
                  </a:lnTo>
                  <a:lnTo>
                    <a:pt x="1503415" y="1261683"/>
                  </a:lnTo>
                  <a:lnTo>
                    <a:pt x="1503415" y="1261683"/>
                  </a:lnTo>
                  <a:lnTo>
                    <a:pt x="1501026" y="1261683"/>
                  </a:lnTo>
                  <a:lnTo>
                    <a:pt x="1497682" y="1260728"/>
                  </a:lnTo>
                  <a:lnTo>
                    <a:pt x="1495771" y="1259773"/>
                  </a:lnTo>
                  <a:lnTo>
                    <a:pt x="1493860" y="1258817"/>
                  </a:lnTo>
                  <a:lnTo>
                    <a:pt x="1491472" y="1256906"/>
                  </a:lnTo>
                  <a:lnTo>
                    <a:pt x="1489561" y="1254995"/>
                  </a:lnTo>
                  <a:lnTo>
                    <a:pt x="1488605" y="1254995"/>
                  </a:lnTo>
                  <a:lnTo>
                    <a:pt x="1488127" y="1254995"/>
                  </a:lnTo>
                  <a:lnTo>
                    <a:pt x="1487172" y="1254518"/>
                  </a:lnTo>
                  <a:lnTo>
                    <a:pt x="1486216" y="1253562"/>
                  </a:lnTo>
                  <a:lnTo>
                    <a:pt x="1486216" y="1252129"/>
                  </a:lnTo>
                  <a:lnTo>
                    <a:pt x="1486216" y="1251174"/>
                  </a:lnTo>
                  <a:lnTo>
                    <a:pt x="1486694" y="1249740"/>
                  </a:lnTo>
                  <a:lnTo>
                    <a:pt x="1485739" y="1248307"/>
                  </a:lnTo>
                  <a:lnTo>
                    <a:pt x="1485261" y="1247352"/>
                  </a:lnTo>
                  <a:lnTo>
                    <a:pt x="1484783" y="1246396"/>
                  </a:lnTo>
                  <a:lnTo>
                    <a:pt x="1484783" y="1244485"/>
                  </a:lnTo>
                  <a:lnTo>
                    <a:pt x="1484783" y="1242097"/>
                  </a:lnTo>
                  <a:lnTo>
                    <a:pt x="1484306" y="1240186"/>
                  </a:lnTo>
                  <a:lnTo>
                    <a:pt x="1483350" y="1238275"/>
                  </a:lnTo>
                  <a:lnTo>
                    <a:pt x="1483350" y="1235408"/>
                  </a:lnTo>
                  <a:lnTo>
                    <a:pt x="1483350" y="1233975"/>
                  </a:lnTo>
                  <a:lnTo>
                    <a:pt x="1483350" y="1232542"/>
                  </a:lnTo>
                  <a:lnTo>
                    <a:pt x="1482395" y="1231109"/>
                  </a:lnTo>
                  <a:lnTo>
                    <a:pt x="1480006" y="1230153"/>
                  </a:lnTo>
                  <a:lnTo>
                    <a:pt x="1476662" y="1229198"/>
                  </a:lnTo>
                  <a:lnTo>
                    <a:pt x="1471884" y="1227765"/>
                  </a:lnTo>
                  <a:lnTo>
                    <a:pt x="1469974" y="1227765"/>
                  </a:lnTo>
                  <a:lnTo>
                    <a:pt x="1469496" y="1227765"/>
                  </a:lnTo>
                  <a:lnTo>
                    <a:pt x="1468063" y="1228242"/>
                  </a:lnTo>
                  <a:lnTo>
                    <a:pt x="1466629" y="1227765"/>
                  </a:lnTo>
                  <a:lnTo>
                    <a:pt x="1465197" y="1226809"/>
                  </a:lnTo>
                  <a:lnTo>
                    <a:pt x="1462330" y="1225376"/>
                  </a:lnTo>
                  <a:lnTo>
                    <a:pt x="1458508" y="1223943"/>
                  </a:lnTo>
                  <a:lnTo>
                    <a:pt x="1454686" y="1222510"/>
                  </a:lnTo>
                  <a:lnTo>
                    <a:pt x="1451342" y="1220599"/>
                  </a:lnTo>
                  <a:lnTo>
                    <a:pt x="1451342" y="1220599"/>
                  </a:lnTo>
                  <a:lnTo>
                    <a:pt x="1449909" y="1220599"/>
                  </a:lnTo>
                  <a:lnTo>
                    <a:pt x="1445132" y="1220121"/>
                  </a:lnTo>
                  <a:lnTo>
                    <a:pt x="1441310" y="1220121"/>
                  </a:lnTo>
                  <a:lnTo>
                    <a:pt x="1439399" y="1219643"/>
                  </a:lnTo>
                  <a:lnTo>
                    <a:pt x="1436533" y="1217255"/>
                  </a:lnTo>
                  <a:lnTo>
                    <a:pt x="1435099" y="1216299"/>
                  </a:lnTo>
                  <a:lnTo>
                    <a:pt x="1433188" y="1215344"/>
                  </a:lnTo>
                  <a:lnTo>
                    <a:pt x="1431277" y="1215344"/>
                  </a:lnTo>
                  <a:lnTo>
                    <a:pt x="1428889" y="1214388"/>
                  </a:lnTo>
                  <a:lnTo>
                    <a:pt x="1424590" y="1212477"/>
                  </a:lnTo>
                  <a:lnTo>
                    <a:pt x="1422679" y="1211522"/>
                  </a:lnTo>
                  <a:lnTo>
                    <a:pt x="1422679" y="1211522"/>
                  </a:lnTo>
                  <a:lnTo>
                    <a:pt x="1421723" y="1211044"/>
                  </a:lnTo>
                  <a:lnTo>
                    <a:pt x="1420290" y="1209133"/>
                  </a:lnTo>
                  <a:lnTo>
                    <a:pt x="1418856" y="1208656"/>
                  </a:lnTo>
                  <a:lnTo>
                    <a:pt x="1418856" y="1209133"/>
                  </a:lnTo>
                  <a:lnTo>
                    <a:pt x="1418856" y="1208656"/>
                  </a:lnTo>
                  <a:lnTo>
                    <a:pt x="1417901" y="1210089"/>
                  </a:lnTo>
                  <a:lnTo>
                    <a:pt x="1416945" y="1213433"/>
                  </a:lnTo>
                  <a:lnTo>
                    <a:pt x="1415990" y="1215344"/>
                  </a:lnTo>
                  <a:lnTo>
                    <a:pt x="1413602" y="1218210"/>
                  </a:lnTo>
                  <a:lnTo>
                    <a:pt x="1408824" y="1220121"/>
                  </a:lnTo>
                  <a:lnTo>
                    <a:pt x="1407869" y="1220599"/>
                  </a:lnTo>
                  <a:lnTo>
                    <a:pt x="1407869" y="1220599"/>
                  </a:lnTo>
                  <a:lnTo>
                    <a:pt x="1406913" y="1222032"/>
                  </a:lnTo>
                  <a:lnTo>
                    <a:pt x="1406436" y="1222988"/>
                  </a:lnTo>
                  <a:lnTo>
                    <a:pt x="1405480" y="1224898"/>
                  </a:lnTo>
                  <a:lnTo>
                    <a:pt x="1405480" y="1226809"/>
                  </a:lnTo>
                  <a:lnTo>
                    <a:pt x="1404525" y="1227287"/>
                  </a:lnTo>
                  <a:lnTo>
                    <a:pt x="1404525" y="1227287"/>
                  </a:lnTo>
                  <a:lnTo>
                    <a:pt x="1403092" y="1227287"/>
                  </a:lnTo>
                  <a:lnTo>
                    <a:pt x="1403092" y="1227287"/>
                  </a:lnTo>
                  <a:lnTo>
                    <a:pt x="1403092" y="1227287"/>
                  </a:lnTo>
                  <a:lnTo>
                    <a:pt x="1401658" y="1228242"/>
                  </a:lnTo>
                  <a:lnTo>
                    <a:pt x="1401658" y="1228242"/>
                  </a:lnTo>
                  <a:lnTo>
                    <a:pt x="1400703" y="1230631"/>
                  </a:lnTo>
                  <a:lnTo>
                    <a:pt x="1399747" y="1231587"/>
                  </a:lnTo>
                  <a:lnTo>
                    <a:pt x="1399270" y="1233497"/>
                  </a:lnTo>
                  <a:lnTo>
                    <a:pt x="1399747" y="1234453"/>
                  </a:lnTo>
                  <a:lnTo>
                    <a:pt x="1399270" y="1235408"/>
                  </a:lnTo>
                  <a:lnTo>
                    <a:pt x="1399270" y="1236842"/>
                  </a:lnTo>
                  <a:lnTo>
                    <a:pt x="1397836" y="1240186"/>
                  </a:lnTo>
                  <a:lnTo>
                    <a:pt x="1397359" y="1242097"/>
                  </a:lnTo>
                  <a:lnTo>
                    <a:pt x="1398314" y="1243052"/>
                  </a:lnTo>
                  <a:lnTo>
                    <a:pt x="1399270" y="1244485"/>
                  </a:lnTo>
                  <a:lnTo>
                    <a:pt x="1400225" y="1245441"/>
                  </a:lnTo>
                  <a:lnTo>
                    <a:pt x="1400225" y="1246874"/>
                  </a:lnTo>
                  <a:lnTo>
                    <a:pt x="1400225" y="1248307"/>
                  </a:lnTo>
                  <a:lnTo>
                    <a:pt x="1401181" y="1250218"/>
                  </a:lnTo>
                  <a:lnTo>
                    <a:pt x="1401658" y="1251651"/>
                  </a:lnTo>
                  <a:lnTo>
                    <a:pt x="1402614" y="1253084"/>
                  </a:lnTo>
                  <a:lnTo>
                    <a:pt x="1404047" y="1254040"/>
                  </a:lnTo>
                  <a:lnTo>
                    <a:pt x="1405480" y="1254040"/>
                  </a:lnTo>
                  <a:lnTo>
                    <a:pt x="1406436" y="1254995"/>
                  </a:lnTo>
                  <a:lnTo>
                    <a:pt x="1406913" y="1255951"/>
                  </a:lnTo>
                  <a:lnTo>
                    <a:pt x="1406436" y="1257862"/>
                  </a:lnTo>
                  <a:lnTo>
                    <a:pt x="1405958" y="1261206"/>
                  </a:lnTo>
                  <a:lnTo>
                    <a:pt x="1405002" y="1263595"/>
                  </a:lnTo>
                  <a:lnTo>
                    <a:pt x="1404525" y="1265028"/>
                  </a:lnTo>
                  <a:lnTo>
                    <a:pt x="1403569" y="1266939"/>
                  </a:lnTo>
                  <a:lnTo>
                    <a:pt x="1403092" y="1267894"/>
                  </a:lnTo>
                  <a:lnTo>
                    <a:pt x="1401181" y="1269805"/>
                  </a:lnTo>
                  <a:lnTo>
                    <a:pt x="1399747" y="1270283"/>
                  </a:lnTo>
                  <a:lnTo>
                    <a:pt x="1397836" y="1271716"/>
                  </a:lnTo>
                  <a:lnTo>
                    <a:pt x="1397836" y="1271716"/>
                  </a:lnTo>
                  <a:lnTo>
                    <a:pt x="1396881" y="1271716"/>
                  </a:lnTo>
                  <a:lnTo>
                    <a:pt x="1395448" y="1271716"/>
                  </a:lnTo>
                  <a:lnTo>
                    <a:pt x="1395448" y="1271716"/>
                  </a:lnTo>
                  <a:lnTo>
                    <a:pt x="1394015" y="1271716"/>
                  </a:lnTo>
                  <a:lnTo>
                    <a:pt x="1394015" y="1271716"/>
                  </a:lnTo>
                  <a:lnTo>
                    <a:pt x="1393059" y="1272671"/>
                  </a:lnTo>
                  <a:lnTo>
                    <a:pt x="1392104" y="1274582"/>
                  </a:lnTo>
                  <a:lnTo>
                    <a:pt x="1389237" y="1276493"/>
                  </a:lnTo>
                  <a:lnTo>
                    <a:pt x="1388282" y="1277449"/>
                  </a:lnTo>
                  <a:lnTo>
                    <a:pt x="1385415" y="1277449"/>
                  </a:lnTo>
                  <a:lnTo>
                    <a:pt x="1383983" y="1276493"/>
                  </a:lnTo>
                  <a:lnTo>
                    <a:pt x="1383027" y="1275538"/>
                  </a:lnTo>
                  <a:lnTo>
                    <a:pt x="1382072" y="1274582"/>
                  </a:lnTo>
                  <a:lnTo>
                    <a:pt x="1381116" y="1273149"/>
                  </a:lnTo>
                  <a:lnTo>
                    <a:pt x="1375383" y="1272671"/>
                  </a:lnTo>
                  <a:lnTo>
                    <a:pt x="1375383" y="1272671"/>
                  </a:lnTo>
                  <a:lnTo>
                    <a:pt x="1373950" y="1272671"/>
                  </a:lnTo>
                  <a:lnTo>
                    <a:pt x="1373950" y="1272671"/>
                  </a:lnTo>
                  <a:lnTo>
                    <a:pt x="1373472" y="1273627"/>
                  </a:lnTo>
                  <a:lnTo>
                    <a:pt x="1372039" y="1273149"/>
                  </a:lnTo>
                  <a:lnTo>
                    <a:pt x="1371561" y="1272194"/>
                  </a:lnTo>
                  <a:lnTo>
                    <a:pt x="1371561" y="1272194"/>
                  </a:lnTo>
                  <a:lnTo>
                    <a:pt x="1370606" y="1272671"/>
                  </a:lnTo>
                  <a:lnTo>
                    <a:pt x="1368695" y="1273149"/>
                  </a:lnTo>
                  <a:lnTo>
                    <a:pt x="1367740" y="1272671"/>
                  </a:lnTo>
                  <a:lnTo>
                    <a:pt x="1365829" y="1271238"/>
                  </a:lnTo>
                  <a:lnTo>
                    <a:pt x="1363440" y="1270283"/>
                  </a:lnTo>
                  <a:lnTo>
                    <a:pt x="1362962" y="1269805"/>
                  </a:lnTo>
                  <a:lnTo>
                    <a:pt x="1362485" y="1269805"/>
                  </a:lnTo>
                  <a:lnTo>
                    <a:pt x="1362007" y="1269805"/>
                  </a:lnTo>
                  <a:lnTo>
                    <a:pt x="1361529" y="1269805"/>
                  </a:lnTo>
                  <a:lnTo>
                    <a:pt x="1361051" y="1270760"/>
                  </a:lnTo>
                  <a:lnTo>
                    <a:pt x="1360096" y="1271238"/>
                  </a:lnTo>
                  <a:lnTo>
                    <a:pt x="1359618" y="1270283"/>
                  </a:lnTo>
                  <a:lnTo>
                    <a:pt x="1358663" y="1269805"/>
                  </a:lnTo>
                  <a:lnTo>
                    <a:pt x="1358185" y="1269805"/>
                  </a:lnTo>
                  <a:lnTo>
                    <a:pt x="1357229" y="1269805"/>
                  </a:lnTo>
                  <a:lnTo>
                    <a:pt x="1357229" y="1269805"/>
                  </a:lnTo>
                  <a:lnTo>
                    <a:pt x="1355796" y="1270760"/>
                  </a:lnTo>
                  <a:lnTo>
                    <a:pt x="1355319" y="1270760"/>
                  </a:lnTo>
                  <a:lnTo>
                    <a:pt x="1352930" y="1271716"/>
                  </a:lnTo>
                  <a:lnTo>
                    <a:pt x="1352930" y="1271716"/>
                  </a:lnTo>
                  <a:lnTo>
                    <a:pt x="1351974" y="1272671"/>
                  </a:lnTo>
                  <a:lnTo>
                    <a:pt x="1350542" y="1272194"/>
                  </a:lnTo>
                  <a:lnTo>
                    <a:pt x="1349108" y="1271716"/>
                  </a:lnTo>
                  <a:lnTo>
                    <a:pt x="1349108" y="1271716"/>
                  </a:lnTo>
                  <a:lnTo>
                    <a:pt x="1348153" y="1271716"/>
                  </a:lnTo>
                  <a:lnTo>
                    <a:pt x="1344808" y="1271716"/>
                  </a:lnTo>
                  <a:lnTo>
                    <a:pt x="1344808" y="1271716"/>
                  </a:lnTo>
                  <a:lnTo>
                    <a:pt x="1343853" y="1271716"/>
                  </a:lnTo>
                  <a:lnTo>
                    <a:pt x="1342420" y="1271238"/>
                  </a:lnTo>
                  <a:lnTo>
                    <a:pt x="1341942" y="1269805"/>
                  </a:lnTo>
                  <a:lnTo>
                    <a:pt x="1340031" y="1268849"/>
                  </a:lnTo>
                  <a:lnTo>
                    <a:pt x="1340031" y="1268849"/>
                  </a:lnTo>
                  <a:lnTo>
                    <a:pt x="1337642" y="1268849"/>
                  </a:lnTo>
                  <a:lnTo>
                    <a:pt x="1336210" y="1268849"/>
                  </a:lnTo>
                  <a:lnTo>
                    <a:pt x="1335731" y="1268849"/>
                  </a:lnTo>
                  <a:lnTo>
                    <a:pt x="1335254" y="1269327"/>
                  </a:lnTo>
                  <a:lnTo>
                    <a:pt x="1334776" y="1269327"/>
                  </a:lnTo>
                  <a:lnTo>
                    <a:pt x="1333821" y="1269327"/>
                  </a:lnTo>
                  <a:lnTo>
                    <a:pt x="1332865" y="1267416"/>
                  </a:lnTo>
                  <a:lnTo>
                    <a:pt x="1331432" y="1266461"/>
                  </a:lnTo>
                  <a:lnTo>
                    <a:pt x="1330954" y="1265505"/>
                  </a:lnTo>
                  <a:lnTo>
                    <a:pt x="1330954" y="1265505"/>
                  </a:lnTo>
                  <a:lnTo>
                    <a:pt x="1329521" y="1265028"/>
                  </a:lnTo>
                  <a:lnTo>
                    <a:pt x="1328565" y="1263595"/>
                  </a:lnTo>
                  <a:lnTo>
                    <a:pt x="1328565" y="1261206"/>
                  </a:lnTo>
                  <a:lnTo>
                    <a:pt x="1328088" y="1258339"/>
                  </a:lnTo>
                  <a:lnTo>
                    <a:pt x="1327610" y="1255473"/>
                  </a:lnTo>
                  <a:lnTo>
                    <a:pt x="1326655" y="1254040"/>
                  </a:lnTo>
                  <a:lnTo>
                    <a:pt x="1326655" y="1254040"/>
                  </a:lnTo>
                  <a:lnTo>
                    <a:pt x="1323311" y="1253562"/>
                  </a:lnTo>
                  <a:lnTo>
                    <a:pt x="1321400" y="1254040"/>
                  </a:lnTo>
                  <a:lnTo>
                    <a:pt x="1317578" y="1253562"/>
                  </a:lnTo>
                  <a:lnTo>
                    <a:pt x="1314712" y="1253562"/>
                  </a:lnTo>
                  <a:lnTo>
                    <a:pt x="1314234" y="1253562"/>
                  </a:lnTo>
                  <a:lnTo>
                    <a:pt x="1311845" y="1253084"/>
                  </a:lnTo>
                  <a:lnTo>
                    <a:pt x="1309456" y="1252607"/>
                  </a:lnTo>
                  <a:lnTo>
                    <a:pt x="1307068" y="1252607"/>
                  </a:lnTo>
                  <a:lnTo>
                    <a:pt x="1307068" y="1252607"/>
                  </a:lnTo>
                  <a:lnTo>
                    <a:pt x="1306112" y="1252607"/>
                  </a:lnTo>
                  <a:lnTo>
                    <a:pt x="1304201" y="1252607"/>
                  </a:lnTo>
                  <a:lnTo>
                    <a:pt x="1302290" y="1251174"/>
                  </a:lnTo>
                  <a:lnTo>
                    <a:pt x="1301335" y="1249740"/>
                  </a:lnTo>
                  <a:lnTo>
                    <a:pt x="1301335" y="1248785"/>
                  </a:lnTo>
                  <a:lnTo>
                    <a:pt x="1300858" y="1247829"/>
                  </a:lnTo>
                  <a:lnTo>
                    <a:pt x="1300858" y="1247829"/>
                  </a:lnTo>
                  <a:lnTo>
                    <a:pt x="1298946" y="1247352"/>
                  </a:lnTo>
                  <a:lnTo>
                    <a:pt x="1297513" y="1247829"/>
                  </a:lnTo>
                  <a:lnTo>
                    <a:pt x="1297513" y="1247829"/>
                  </a:lnTo>
                  <a:lnTo>
                    <a:pt x="1296558" y="1249740"/>
                  </a:lnTo>
                  <a:lnTo>
                    <a:pt x="1295603" y="1250696"/>
                  </a:lnTo>
                  <a:lnTo>
                    <a:pt x="1294647" y="1250218"/>
                  </a:lnTo>
                  <a:lnTo>
                    <a:pt x="1293692" y="1249263"/>
                  </a:lnTo>
                  <a:lnTo>
                    <a:pt x="1291781" y="1248307"/>
                  </a:lnTo>
                  <a:lnTo>
                    <a:pt x="1290347" y="1247352"/>
                  </a:lnTo>
                  <a:lnTo>
                    <a:pt x="1288914" y="1245441"/>
                  </a:lnTo>
                  <a:lnTo>
                    <a:pt x="1288914" y="1245441"/>
                  </a:lnTo>
                  <a:lnTo>
                    <a:pt x="1288914" y="1245441"/>
                  </a:lnTo>
                  <a:lnTo>
                    <a:pt x="1287958" y="1245918"/>
                  </a:lnTo>
                  <a:lnTo>
                    <a:pt x="1287958" y="1245918"/>
                  </a:lnTo>
                  <a:lnTo>
                    <a:pt x="1287481" y="1246874"/>
                  </a:lnTo>
                  <a:lnTo>
                    <a:pt x="1287003" y="1247829"/>
                  </a:lnTo>
                  <a:lnTo>
                    <a:pt x="1286048" y="1250218"/>
                  </a:lnTo>
                  <a:lnTo>
                    <a:pt x="1285570" y="1250218"/>
                  </a:lnTo>
                  <a:lnTo>
                    <a:pt x="1284137" y="1250218"/>
                  </a:lnTo>
                  <a:lnTo>
                    <a:pt x="1281271" y="1250218"/>
                  </a:lnTo>
                  <a:lnTo>
                    <a:pt x="1281271" y="1250218"/>
                  </a:lnTo>
                  <a:lnTo>
                    <a:pt x="1278404" y="1250218"/>
                  </a:lnTo>
                  <a:lnTo>
                    <a:pt x="1277926" y="1250218"/>
                  </a:lnTo>
                  <a:lnTo>
                    <a:pt x="1276015" y="1251174"/>
                  </a:lnTo>
                  <a:lnTo>
                    <a:pt x="1274582" y="1252607"/>
                  </a:lnTo>
                  <a:lnTo>
                    <a:pt x="1274105" y="1253562"/>
                  </a:lnTo>
                  <a:lnTo>
                    <a:pt x="1272671" y="1254040"/>
                  </a:lnTo>
                  <a:lnTo>
                    <a:pt x="1272671" y="1254040"/>
                  </a:lnTo>
                  <a:lnTo>
                    <a:pt x="1271238" y="1254995"/>
                  </a:lnTo>
                  <a:lnTo>
                    <a:pt x="1270283" y="1256906"/>
                  </a:lnTo>
                  <a:lnTo>
                    <a:pt x="1268849" y="1256429"/>
                  </a:lnTo>
                  <a:lnTo>
                    <a:pt x="1268849" y="1256906"/>
                  </a:lnTo>
                  <a:lnTo>
                    <a:pt x="1267894" y="1256906"/>
                  </a:lnTo>
                  <a:lnTo>
                    <a:pt x="1266939" y="1257384"/>
                  </a:lnTo>
                  <a:lnTo>
                    <a:pt x="1263594" y="1257862"/>
                  </a:lnTo>
                  <a:lnTo>
                    <a:pt x="1262639" y="1258339"/>
                  </a:lnTo>
                  <a:lnTo>
                    <a:pt x="1262639" y="1258339"/>
                  </a:lnTo>
                  <a:lnTo>
                    <a:pt x="1260728" y="1259773"/>
                  </a:lnTo>
                  <a:lnTo>
                    <a:pt x="1258817" y="1260728"/>
                  </a:lnTo>
                  <a:lnTo>
                    <a:pt x="1258817" y="1260728"/>
                  </a:lnTo>
                  <a:lnTo>
                    <a:pt x="1257384" y="1261206"/>
                  </a:lnTo>
                  <a:lnTo>
                    <a:pt x="1257384" y="1261206"/>
                  </a:lnTo>
                  <a:lnTo>
                    <a:pt x="1256428" y="1262639"/>
                  </a:lnTo>
                  <a:lnTo>
                    <a:pt x="1255473" y="1263595"/>
                  </a:lnTo>
                  <a:lnTo>
                    <a:pt x="1255473" y="1263595"/>
                  </a:lnTo>
                  <a:lnTo>
                    <a:pt x="1253085" y="1264072"/>
                  </a:lnTo>
                  <a:lnTo>
                    <a:pt x="1252607" y="1264072"/>
                  </a:lnTo>
                  <a:lnTo>
                    <a:pt x="1252607" y="1264072"/>
                  </a:lnTo>
                  <a:lnTo>
                    <a:pt x="1250218" y="1265028"/>
                  </a:lnTo>
                  <a:lnTo>
                    <a:pt x="1249740" y="1265505"/>
                  </a:lnTo>
                  <a:lnTo>
                    <a:pt x="1248307" y="1265983"/>
                  </a:lnTo>
                  <a:lnTo>
                    <a:pt x="1246874" y="1266939"/>
                  </a:lnTo>
                  <a:lnTo>
                    <a:pt x="1245919" y="1266939"/>
                  </a:lnTo>
                  <a:lnTo>
                    <a:pt x="1244485" y="1266939"/>
                  </a:lnTo>
                  <a:lnTo>
                    <a:pt x="1244485" y="1266939"/>
                  </a:lnTo>
                  <a:lnTo>
                    <a:pt x="1243530" y="1267416"/>
                  </a:lnTo>
                  <a:lnTo>
                    <a:pt x="1243530" y="1267416"/>
                  </a:lnTo>
                  <a:lnTo>
                    <a:pt x="1242574" y="1267894"/>
                  </a:lnTo>
                  <a:lnTo>
                    <a:pt x="1242574" y="1267894"/>
                  </a:lnTo>
                  <a:lnTo>
                    <a:pt x="1241619" y="1270283"/>
                  </a:lnTo>
                  <a:lnTo>
                    <a:pt x="1239708" y="1271238"/>
                  </a:lnTo>
                  <a:lnTo>
                    <a:pt x="1239708" y="1271238"/>
                  </a:lnTo>
                  <a:lnTo>
                    <a:pt x="1237319" y="1271238"/>
                  </a:lnTo>
                  <a:lnTo>
                    <a:pt x="1237319" y="1271716"/>
                  </a:lnTo>
                  <a:lnTo>
                    <a:pt x="1237319" y="1271716"/>
                  </a:lnTo>
                  <a:lnTo>
                    <a:pt x="1235408" y="1272671"/>
                  </a:lnTo>
                  <a:lnTo>
                    <a:pt x="1234931" y="1275060"/>
                  </a:lnTo>
                  <a:lnTo>
                    <a:pt x="1235886" y="1276971"/>
                  </a:lnTo>
                  <a:lnTo>
                    <a:pt x="1235408" y="1277926"/>
                  </a:lnTo>
                  <a:lnTo>
                    <a:pt x="1233975" y="1278404"/>
                  </a:lnTo>
                  <a:lnTo>
                    <a:pt x="1233975" y="1278404"/>
                  </a:lnTo>
                  <a:lnTo>
                    <a:pt x="1232064" y="1279360"/>
                  </a:lnTo>
                  <a:lnTo>
                    <a:pt x="1230153" y="1280793"/>
                  </a:lnTo>
                  <a:lnTo>
                    <a:pt x="1228720" y="1280793"/>
                  </a:lnTo>
                  <a:lnTo>
                    <a:pt x="1227287" y="1280315"/>
                  </a:lnTo>
                  <a:lnTo>
                    <a:pt x="1227287" y="1280315"/>
                  </a:lnTo>
                  <a:lnTo>
                    <a:pt x="1227287" y="1280315"/>
                  </a:lnTo>
                  <a:lnTo>
                    <a:pt x="1226332" y="1281270"/>
                  </a:lnTo>
                  <a:lnTo>
                    <a:pt x="1225854" y="1283181"/>
                  </a:lnTo>
                  <a:lnTo>
                    <a:pt x="1224898" y="1284137"/>
                  </a:lnTo>
                  <a:lnTo>
                    <a:pt x="1222987" y="1284615"/>
                  </a:lnTo>
                  <a:lnTo>
                    <a:pt x="1222987" y="1284615"/>
                  </a:lnTo>
                  <a:lnTo>
                    <a:pt x="1222032" y="1284615"/>
                  </a:lnTo>
                  <a:lnTo>
                    <a:pt x="1221555" y="1283659"/>
                  </a:lnTo>
                  <a:lnTo>
                    <a:pt x="1220599" y="1282704"/>
                  </a:lnTo>
                  <a:lnTo>
                    <a:pt x="1220599" y="1283181"/>
                  </a:lnTo>
                  <a:lnTo>
                    <a:pt x="1220599" y="1282704"/>
                  </a:lnTo>
                  <a:lnTo>
                    <a:pt x="1219644" y="1283181"/>
                  </a:lnTo>
                  <a:lnTo>
                    <a:pt x="1219644" y="1284615"/>
                  </a:lnTo>
                  <a:lnTo>
                    <a:pt x="1219166" y="1285570"/>
                  </a:lnTo>
                  <a:lnTo>
                    <a:pt x="1217732" y="1285570"/>
                  </a:lnTo>
                  <a:lnTo>
                    <a:pt x="1216299" y="1285092"/>
                  </a:lnTo>
                  <a:lnTo>
                    <a:pt x="1215344" y="1284615"/>
                  </a:lnTo>
                  <a:lnTo>
                    <a:pt x="1215344" y="1284615"/>
                  </a:lnTo>
                  <a:lnTo>
                    <a:pt x="1213433" y="1284615"/>
                  </a:lnTo>
                  <a:lnTo>
                    <a:pt x="1211522" y="1284615"/>
                  </a:lnTo>
                  <a:lnTo>
                    <a:pt x="1210567" y="1284615"/>
                  </a:lnTo>
                  <a:lnTo>
                    <a:pt x="1210567" y="1284615"/>
                  </a:lnTo>
                  <a:lnTo>
                    <a:pt x="1209133" y="1284615"/>
                  </a:lnTo>
                  <a:lnTo>
                    <a:pt x="1206744" y="1285570"/>
                  </a:lnTo>
                  <a:lnTo>
                    <a:pt x="1206267" y="1285570"/>
                  </a:lnTo>
                  <a:lnTo>
                    <a:pt x="1205312" y="1287481"/>
                  </a:lnTo>
                  <a:lnTo>
                    <a:pt x="1205312" y="1289870"/>
                  </a:lnTo>
                  <a:lnTo>
                    <a:pt x="1204834" y="1290825"/>
                  </a:lnTo>
                  <a:lnTo>
                    <a:pt x="1203401" y="1291781"/>
                  </a:lnTo>
                  <a:lnTo>
                    <a:pt x="1202445" y="1292736"/>
                  </a:lnTo>
                  <a:lnTo>
                    <a:pt x="1201490" y="1293214"/>
                  </a:lnTo>
                  <a:lnTo>
                    <a:pt x="1201490" y="1293214"/>
                  </a:lnTo>
                  <a:lnTo>
                    <a:pt x="1201490" y="1293214"/>
                  </a:lnTo>
                  <a:lnTo>
                    <a:pt x="1199101" y="1293214"/>
                  </a:lnTo>
                  <a:lnTo>
                    <a:pt x="1199101" y="1293214"/>
                  </a:lnTo>
                  <a:lnTo>
                    <a:pt x="1199101" y="1293214"/>
                  </a:lnTo>
                  <a:lnTo>
                    <a:pt x="1198146" y="1293214"/>
                  </a:lnTo>
                  <a:lnTo>
                    <a:pt x="1196235" y="1293691"/>
                  </a:lnTo>
                  <a:lnTo>
                    <a:pt x="1194324" y="1294169"/>
                  </a:lnTo>
                  <a:lnTo>
                    <a:pt x="1193368" y="1294647"/>
                  </a:lnTo>
                  <a:lnTo>
                    <a:pt x="1192891" y="1294647"/>
                  </a:lnTo>
                  <a:lnTo>
                    <a:pt x="1192413" y="1295602"/>
                  </a:lnTo>
                  <a:lnTo>
                    <a:pt x="1190980" y="1295602"/>
                  </a:lnTo>
                  <a:lnTo>
                    <a:pt x="1190980" y="1295602"/>
                  </a:lnTo>
                  <a:lnTo>
                    <a:pt x="1189546" y="1295602"/>
                  </a:lnTo>
                  <a:lnTo>
                    <a:pt x="1188591" y="1293691"/>
                  </a:lnTo>
                  <a:lnTo>
                    <a:pt x="1187635" y="1291781"/>
                  </a:lnTo>
                  <a:lnTo>
                    <a:pt x="1185725" y="1291303"/>
                  </a:lnTo>
                  <a:lnTo>
                    <a:pt x="1184291" y="1290825"/>
                  </a:lnTo>
                  <a:lnTo>
                    <a:pt x="1182858" y="1289870"/>
                  </a:lnTo>
                  <a:lnTo>
                    <a:pt x="1181903" y="1288914"/>
                  </a:lnTo>
                  <a:lnTo>
                    <a:pt x="1179037" y="1284137"/>
                  </a:lnTo>
                  <a:lnTo>
                    <a:pt x="1177125" y="1282226"/>
                  </a:lnTo>
                  <a:lnTo>
                    <a:pt x="1177125" y="1282226"/>
                  </a:lnTo>
                  <a:lnTo>
                    <a:pt x="1175692" y="1282226"/>
                  </a:lnTo>
                  <a:lnTo>
                    <a:pt x="1175214" y="1280793"/>
                  </a:lnTo>
                  <a:lnTo>
                    <a:pt x="1176170" y="1279837"/>
                  </a:lnTo>
                  <a:lnTo>
                    <a:pt x="1177603" y="1278404"/>
                  </a:lnTo>
                  <a:lnTo>
                    <a:pt x="1177603" y="1278404"/>
                  </a:lnTo>
                  <a:lnTo>
                    <a:pt x="1177603" y="1276971"/>
                  </a:lnTo>
                  <a:lnTo>
                    <a:pt x="1177603" y="1276971"/>
                  </a:lnTo>
                  <a:lnTo>
                    <a:pt x="1176648" y="1276493"/>
                  </a:lnTo>
                  <a:lnTo>
                    <a:pt x="1175214" y="1276493"/>
                  </a:lnTo>
                  <a:lnTo>
                    <a:pt x="1173303" y="1278404"/>
                  </a:lnTo>
                  <a:lnTo>
                    <a:pt x="1171393" y="1280315"/>
                  </a:lnTo>
                  <a:lnTo>
                    <a:pt x="1169004" y="1281748"/>
                  </a:lnTo>
                  <a:lnTo>
                    <a:pt x="1168049" y="1282704"/>
                  </a:lnTo>
                  <a:lnTo>
                    <a:pt x="1166616" y="1284137"/>
                  </a:lnTo>
                  <a:lnTo>
                    <a:pt x="1164705" y="1283659"/>
                  </a:lnTo>
                  <a:lnTo>
                    <a:pt x="1163749" y="1284137"/>
                  </a:lnTo>
                  <a:lnTo>
                    <a:pt x="1162316" y="1284137"/>
                  </a:lnTo>
                  <a:lnTo>
                    <a:pt x="1161838" y="1282704"/>
                  </a:lnTo>
                  <a:lnTo>
                    <a:pt x="1160405" y="1282226"/>
                  </a:lnTo>
                  <a:lnTo>
                    <a:pt x="1153239" y="1281270"/>
                  </a:lnTo>
                  <a:lnTo>
                    <a:pt x="1150373" y="1280315"/>
                  </a:lnTo>
                  <a:lnTo>
                    <a:pt x="1148939" y="1281270"/>
                  </a:lnTo>
                  <a:lnTo>
                    <a:pt x="1147984" y="1280793"/>
                  </a:lnTo>
                  <a:lnTo>
                    <a:pt x="1147506" y="1279360"/>
                  </a:lnTo>
                  <a:lnTo>
                    <a:pt x="1146073" y="1276971"/>
                  </a:lnTo>
                  <a:lnTo>
                    <a:pt x="1144640" y="1275060"/>
                  </a:lnTo>
                  <a:lnTo>
                    <a:pt x="1143207" y="1273149"/>
                  </a:lnTo>
                  <a:lnTo>
                    <a:pt x="1143207" y="1273149"/>
                  </a:lnTo>
                  <a:lnTo>
                    <a:pt x="1142729" y="1271238"/>
                  </a:lnTo>
                  <a:lnTo>
                    <a:pt x="1143207" y="1270283"/>
                  </a:lnTo>
                  <a:lnTo>
                    <a:pt x="1143207" y="1269805"/>
                  </a:lnTo>
                  <a:lnTo>
                    <a:pt x="1143207" y="1269805"/>
                  </a:lnTo>
                  <a:lnTo>
                    <a:pt x="1143207" y="1268372"/>
                  </a:lnTo>
                  <a:lnTo>
                    <a:pt x="1141773" y="1267416"/>
                  </a:lnTo>
                  <a:lnTo>
                    <a:pt x="1139862" y="1267416"/>
                  </a:lnTo>
                  <a:lnTo>
                    <a:pt x="1135563" y="1264072"/>
                  </a:lnTo>
                  <a:lnTo>
                    <a:pt x="1135563" y="1264072"/>
                  </a:lnTo>
                  <a:lnTo>
                    <a:pt x="1133175" y="1263595"/>
                  </a:lnTo>
                  <a:lnTo>
                    <a:pt x="1131264" y="1263117"/>
                  </a:lnTo>
                  <a:lnTo>
                    <a:pt x="1129830" y="1263117"/>
                  </a:lnTo>
                  <a:lnTo>
                    <a:pt x="1128397" y="1261683"/>
                  </a:lnTo>
                  <a:lnTo>
                    <a:pt x="1127442" y="1257384"/>
                  </a:lnTo>
                  <a:lnTo>
                    <a:pt x="1126964" y="1254995"/>
                  </a:lnTo>
                  <a:lnTo>
                    <a:pt x="1125530" y="1253084"/>
                  </a:lnTo>
                  <a:lnTo>
                    <a:pt x="1123620" y="1250696"/>
                  </a:lnTo>
                  <a:lnTo>
                    <a:pt x="1122187" y="1247829"/>
                  </a:lnTo>
                  <a:lnTo>
                    <a:pt x="1122187" y="1247829"/>
                  </a:lnTo>
                  <a:lnTo>
                    <a:pt x="1120753" y="1246874"/>
                  </a:lnTo>
                  <a:lnTo>
                    <a:pt x="1117887" y="1244485"/>
                  </a:lnTo>
                  <a:lnTo>
                    <a:pt x="1115021" y="1243530"/>
                  </a:lnTo>
                  <a:lnTo>
                    <a:pt x="1110721" y="1241619"/>
                  </a:lnTo>
                  <a:lnTo>
                    <a:pt x="1110721" y="1241619"/>
                  </a:lnTo>
                  <a:lnTo>
                    <a:pt x="1108810" y="1241619"/>
                  </a:lnTo>
                  <a:lnTo>
                    <a:pt x="1106899" y="1241619"/>
                  </a:lnTo>
                  <a:lnTo>
                    <a:pt x="1105466" y="1242574"/>
                  </a:lnTo>
                  <a:lnTo>
                    <a:pt x="1104033" y="1244485"/>
                  </a:lnTo>
                  <a:lnTo>
                    <a:pt x="1102122" y="1244485"/>
                  </a:lnTo>
                  <a:lnTo>
                    <a:pt x="1098778" y="1244485"/>
                  </a:lnTo>
                  <a:lnTo>
                    <a:pt x="1097823" y="1245441"/>
                  </a:lnTo>
                  <a:lnTo>
                    <a:pt x="1097345" y="1246396"/>
                  </a:lnTo>
                  <a:lnTo>
                    <a:pt x="1095911" y="1247829"/>
                  </a:lnTo>
                  <a:lnTo>
                    <a:pt x="1093523" y="1249263"/>
                  </a:lnTo>
                  <a:lnTo>
                    <a:pt x="1090179" y="1248785"/>
                  </a:lnTo>
                  <a:lnTo>
                    <a:pt x="1087790" y="1249740"/>
                  </a:lnTo>
                  <a:lnTo>
                    <a:pt x="1085879" y="1249740"/>
                  </a:lnTo>
                  <a:lnTo>
                    <a:pt x="1082535" y="1248307"/>
                  </a:lnTo>
                  <a:lnTo>
                    <a:pt x="1078713" y="1248307"/>
                  </a:lnTo>
                  <a:lnTo>
                    <a:pt x="1076325" y="1248785"/>
                  </a:lnTo>
                  <a:lnTo>
                    <a:pt x="1072980" y="1248785"/>
                  </a:lnTo>
                  <a:lnTo>
                    <a:pt x="1072503" y="1247829"/>
                  </a:lnTo>
                  <a:lnTo>
                    <a:pt x="1072980" y="1246396"/>
                  </a:lnTo>
                  <a:lnTo>
                    <a:pt x="1072503" y="1245441"/>
                  </a:lnTo>
                  <a:lnTo>
                    <a:pt x="1072503" y="1244963"/>
                  </a:lnTo>
                  <a:lnTo>
                    <a:pt x="1072025" y="1244008"/>
                  </a:lnTo>
                  <a:lnTo>
                    <a:pt x="1071547" y="1242574"/>
                  </a:lnTo>
                  <a:lnTo>
                    <a:pt x="1071547" y="1242574"/>
                  </a:lnTo>
                  <a:lnTo>
                    <a:pt x="1070114" y="1242574"/>
                  </a:lnTo>
                  <a:lnTo>
                    <a:pt x="1066770" y="1243052"/>
                  </a:lnTo>
                  <a:lnTo>
                    <a:pt x="1066292" y="1243052"/>
                  </a:lnTo>
                  <a:lnTo>
                    <a:pt x="1065337" y="1242574"/>
                  </a:lnTo>
                  <a:lnTo>
                    <a:pt x="1065337" y="1241141"/>
                  </a:lnTo>
                  <a:lnTo>
                    <a:pt x="1066292" y="1239230"/>
                  </a:lnTo>
                  <a:lnTo>
                    <a:pt x="1066292" y="1239230"/>
                  </a:lnTo>
                  <a:lnTo>
                    <a:pt x="1066770" y="1237319"/>
                  </a:lnTo>
                  <a:lnTo>
                    <a:pt x="1066292" y="1235886"/>
                  </a:lnTo>
                  <a:lnTo>
                    <a:pt x="1064381" y="1235886"/>
                  </a:lnTo>
                  <a:lnTo>
                    <a:pt x="1064381" y="1235886"/>
                  </a:lnTo>
                  <a:lnTo>
                    <a:pt x="1063426" y="1235886"/>
                  </a:lnTo>
                  <a:lnTo>
                    <a:pt x="1062470" y="1234453"/>
                  </a:lnTo>
                  <a:lnTo>
                    <a:pt x="1061515" y="1233497"/>
                  </a:lnTo>
                  <a:lnTo>
                    <a:pt x="1060082" y="1233020"/>
                  </a:lnTo>
                  <a:lnTo>
                    <a:pt x="1058648" y="1233020"/>
                  </a:lnTo>
                  <a:lnTo>
                    <a:pt x="1057216" y="1233497"/>
                  </a:lnTo>
                  <a:lnTo>
                    <a:pt x="1056738" y="1233497"/>
                  </a:lnTo>
                  <a:lnTo>
                    <a:pt x="1056738" y="1233497"/>
                  </a:lnTo>
                  <a:lnTo>
                    <a:pt x="1056260" y="1234931"/>
                  </a:lnTo>
                  <a:lnTo>
                    <a:pt x="1054827" y="1235408"/>
                  </a:lnTo>
                  <a:lnTo>
                    <a:pt x="1053871" y="1235886"/>
                  </a:lnTo>
                  <a:lnTo>
                    <a:pt x="1052916" y="1236364"/>
                  </a:lnTo>
                  <a:lnTo>
                    <a:pt x="1052916" y="1236364"/>
                  </a:lnTo>
                  <a:lnTo>
                    <a:pt x="1052438" y="1237319"/>
                  </a:lnTo>
                  <a:lnTo>
                    <a:pt x="1052438" y="1237797"/>
                  </a:lnTo>
                  <a:lnTo>
                    <a:pt x="1052438" y="1238753"/>
                  </a:lnTo>
                  <a:lnTo>
                    <a:pt x="1052916" y="1241619"/>
                  </a:lnTo>
                  <a:lnTo>
                    <a:pt x="1052916" y="1242097"/>
                  </a:lnTo>
                  <a:lnTo>
                    <a:pt x="1052438" y="1243052"/>
                  </a:lnTo>
                  <a:lnTo>
                    <a:pt x="1051005" y="1244008"/>
                  </a:lnTo>
                  <a:lnTo>
                    <a:pt x="1049572" y="1243530"/>
                  </a:lnTo>
                  <a:lnTo>
                    <a:pt x="1049094" y="1243530"/>
                  </a:lnTo>
                  <a:lnTo>
                    <a:pt x="1048616" y="1244008"/>
                  </a:lnTo>
                  <a:lnTo>
                    <a:pt x="1046705" y="1245441"/>
                  </a:lnTo>
                  <a:lnTo>
                    <a:pt x="1045750" y="1245918"/>
                  </a:lnTo>
                  <a:lnTo>
                    <a:pt x="1045750" y="1245918"/>
                  </a:lnTo>
                  <a:lnTo>
                    <a:pt x="1045272" y="1246874"/>
                  </a:lnTo>
                  <a:lnTo>
                    <a:pt x="1045272" y="1248307"/>
                  </a:lnTo>
                  <a:lnTo>
                    <a:pt x="1043839" y="1247829"/>
                  </a:lnTo>
                  <a:lnTo>
                    <a:pt x="1041450" y="1242574"/>
                  </a:lnTo>
                  <a:lnTo>
                    <a:pt x="1038584" y="1236842"/>
                  </a:lnTo>
                  <a:lnTo>
                    <a:pt x="1035240" y="1230631"/>
                  </a:lnTo>
                  <a:lnTo>
                    <a:pt x="1033329" y="1227287"/>
                  </a:lnTo>
                  <a:lnTo>
                    <a:pt x="1027118" y="1216299"/>
                  </a:lnTo>
                  <a:lnTo>
                    <a:pt x="1024252" y="1211044"/>
                  </a:lnTo>
                  <a:lnTo>
                    <a:pt x="1024252" y="1211044"/>
                  </a:lnTo>
                  <a:lnTo>
                    <a:pt x="1018520" y="1201967"/>
                  </a:lnTo>
                  <a:lnTo>
                    <a:pt x="1013742" y="1193368"/>
                  </a:lnTo>
                  <a:lnTo>
                    <a:pt x="1008487" y="1184769"/>
                  </a:lnTo>
                  <a:lnTo>
                    <a:pt x="1005143" y="1179514"/>
                  </a:lnTo>
                  <a:lnTo>
                    <a:pt x="1001799" y="1174259"/>
                  </a:lnTo>
                  <a:lnTo>
                    <a:pt x="1001799" y="1174259"/>
                  </a:lnTo>
                  <a:lnTo>
                    <a:pt x="1000366" y="1172826"/>
                  </a:lnTo>
                  <a:lnTo>
                    <a:pt x="1000366" y="1172826"/>
                  </a:lnTo>
                  <a:lnTo>
                    <a:pt x="998455" y="1170915"/>
                  </a:lnTo>
                  <a:lnTo>
                    <a:pt x="993677" y="1167571"/>
                  </a:lnTo>
                  <a:lnTo>
                    <a:pt x="986989" y="1162316"/>
                  </a:lnTo>
                  <a:lnTo>
                    <a:pt x="981256" y="1157539"/>
                  </a:lnTo>
                  <a:lnTo>
                    <a:pt x="976001" y="1153717"/>
                  </a:lnTo>
                  <a:lnTo>
                    <a:pt x="975046" y="1152283"/>
                  </a:lnTo>
                  <a:lnTo>
                    <a:pt x="974568" y="1151328"/>
                  </a:lnTo>
                  <a:lnTo>
                    <a:pt x="974090" y="1150373"/>
                  </a:lnTo>
                  <a:lnTo>
                    <a:pt x="973135" y="1148462"/>
                  </a:lnTo>
                  <a:lnTo>
                    <a:pt x="973135" y="1147506"/>
                  </a:lnTo>
                  <a:lnTo>
                    <a:pt x="977913" y="1147506"/>
                  </a:lnTo>
                  <a:lnTo>
                    <a:pt x="977913" y="1147506"/>
                  </a:lnTo>
                  <a:lnTo>
                    <a:pt x="978868" y="1146551"/>
                  </a:lnTo>
                  <a:lnTo>
                    <a:pt x="980301" y="1142251"/>
                  </a:lnTo>
                  <a:lnTo>
                    <a:pt x="981256" y="1138429"/>
                  </a:lnTo>
                  <a:lnTo>
                    <a:pt x="979823" y="1138429"/>
                  </a:lnTo>
                  <a:lnTo>
                    <a:pt x="976957" y="1139862"/>
                  </a:lnTo>
                  <a:lnTo>
                    <a:pt x="975524" y="1141296"/>
                  </a:lnTo>
                  <a:lnTo>
                    <a:pt x="974568" y="1141774"/>
                  </a:lnTo>
                  <a:lnTo>
                    <a:pt x="969791" y="1142251"/>
                  </a:lnTo>
                  <a:lnTo>
                    <a:pt x="968358" y="1143207"/>
                  </a:lnTo>
                  <a:lnTo>
                    <a:pt x="967402" y="1144162"/>
                  </a:lnTo>
                  <a:lnTo>
                    <a:pt x="962147" y="1147028"/>
                  </a:lnTo>
                  <a:lnTo>
                    <a:pt x="958803" y="1148462"/>
                  </a:lnTo>
                  <a:lnTo>
                    <a:pt x="957848" y="1148939"/>
                  </a:lnTo>
                  <a:lnTo>
                    <a:pt x="953548" y="1149417"/>
                  </a:lnTo>
                  <a:lnTo>
                    <a:pt x="953070" y="1149417"/>
                  </a:lnTo>
                  <a:lnTo>
                    <a:pt x="952593" y="1149895"/>
                  </a:lnTo>
                  <a:lnTo>
                    <a:pt x="952593" y="1149895"/>
                  </a:lnTo>
                  <a:lnTo>
                    <a:pt x="952593" y="1149895"/>
                  </a:lnTo>
                  <a:lnTo>
                    <a:pt x="952593" y="1151328"/>
                  </a:lnTo>
                  <a:lnTo>
                    <a:pt x="952593" y="1152761"/>
                  </a:lnTo>
                  <a:lnTo>
                    <a:pt x="951159" y="1153717"/>
                  </a:lnTo>
                  <a:lnTo>
                    <a:pt x="949249" y="1155150"/>
                  </a:lnTo>
                  <a:lnTo>
                    <a:pt x="945904" y="1157539"/>
                  </a:lnTo>
                  <a:lnTo>
                    <a:pt x="944949" y="1157539"/>
                  </a:lnTo>
                  <a:lnTo>
                    <a:pt x="942560" y="1157061"/>
                  </a:lnTo>
                  <a:lnTo>
                    <a:pt x="941605" y="1157539"/>
                  </a:lnTo>
                  <a:lnTo>
                    <a:pt x="938738" y="1159449"/>
                  </a:lnTo>
                  <a:lnTo>
                    <a:pt x="933961" y="1162794"/>
                  </a:lnTo>
                  <a:lnTo>
                    <a:pt x="933961" y="1162794"/>
                  </a:lnTo>
                  <a:lnTo>
                    <a:pt x="933961" y="1163271"/>
                  </a:lnTo>
                  <a:lnTo>
                    <a:pt x="933483" y="1164227"/>
                  </a:lnTo>
                  <a:lnTo>
                    <a:pt x="933483" y="1165660"/>
                  </a:lnTo>
                  <a:lnTo>
                    <a:pt x="933006" y="1167093"/>
                  </a:lnTo>
                  <a:lnTo>
                    <a:pt x="932050" y="1167571"/>
                  </a:lnTo>
                  <a:lnTo>
                    <a:pt x="930617" y="1166615"/>
                  </a:lnTo>
                  <a:lnTo>
                    <a:pt x="929184" y="1165182"/>
                  </a:lnTo>
                  <a:lnTo>
                    <a:pt x="929184" y="1165182"/>
                  </a:lnTo>
                  <a:lnTo>
                    <a:pt x="926318" y="1163749"/>
                  </a:lnTo>
                  <a:lnTo>
                    <a:pt x="922495" y="1163749"/>
                  </a:lnTo>
                  <a:lnTo>
                    <a:pt x="919629" y="1164227"/>
                  </a:lnTo>
                  <a:lnTo>
                    <a:pt x="918196" y="1165182"/>
                  </a:lnTo>
                  <a:lnTo>
                    <a:pt x="914374" y="1168049"/>
                  </a:lnTo>
                  <a:lnTo>
                    <a:pt x="913897" y="1168526"/>
                  </a:lnTo>
                  <a:lnTo>
                    <a:pt x="913419" y="1169004"/>
                  </a:lnTo>
                  <a:lnTo>
                    <a:pt x="912463" y="1168526"/>
                  </a:lnTo>
                  <a:lnTo>
                    <a:pt x="912463" y="1167093"/>
                  </a:lnTo>
                  <a:lnTo>
                    <a:pt x="911986" y="1166138"/>
                  </a:lnTo>
                  <a:lnTo>
                    <a:pt x="911030" y="1164227"/>
                  </a:lnTo>
                  <a:lnTo>
                    <a:pt x="911508" y="1160883"/>
                  </a:lnTo>
                  <a:lnTo>
                    <a:pt x="912941" y="1158016"/>
                  </a:lnTo>
                  <a:lnTo>
                    <a:pt x="916285" y="1156105"/>
                  </a:lnTo>
                  <a:lnTo>
                    <a:pt x="917718" y="1155150"/>
                  </a:lnTo>
                  <a:lnTo>
                    <a:pt x="918674" y="1154194"/>
                  </a:lnTo>
                  <a:lnTo>
                    <a:pt x="918674" y="1154194"/>
                  </a:lnTo>
                  <a:lnTo>
                    <a:pt x="919629" y="1152283"/>
                  </a:lnTo>
                  <a:lnTo>
                    <a:pt x="919629" y="1152283"/>
                  </a:lnTo>
                  <a:lnTo>
                    <a:pt x="919629" y="1150850"/>
                  </a:lnTo>
                  <a:lnTo>
                    <a:pt x="919152" y="1150850"/>
                  </a:lnTo>
                  <a:lnTo>
                    <a:pt x="918674" y="1149895"/>
                  </a:lnTo>
                  <a:lnTo>
                    <a:pt x="917718" y="1149895"/>
                  </a:lnTo>
                  <a:lnTo>
                    <a:pt x="916763" y="1150850"/>
                  </a:lnTo>
                  <a:lnTo>
                    <a:pt x="915329" y="1151806"/>
                  </a:lnTo>
                  <a:lnTo>
                    <a:pt x="912941" y="1153239"/>
                  </a:lnTo>
                  <a:lnTo>
                    <a:pt x="910552" y="1153239"/>
                  </a:lnTo>
                  <a:lnTo>
                    <a:pt x="910075" y="1153239"/>
                  </a:lnTo>
                  <a:lnTo>
                    <a:pt x="907686" y="1152761"/>
                  </a:lnTo>
                  <a:lnTo>
                    <a:pt x="907686" y="1152761"/>
                  </a:lnTo>
                  <a:lnTo>
                    <a:pt x="903386" y="1148462"/>
                  </a:lnTo>
                  <a:lnTo>
                    <a:pt x="900042" y="1147984"/>
                  </a:lnTo>
                  <a:lnTo>
                    <a:pt x="897654" y="1147984"/>
                  </a:lnTo>
                  <a:lnTo>
                    <a:pt x="897176" y="1147984"/>
                  </a:lnTo>
                  <a:lnTo>
                    <a:pt x="897176" y="1148462"/>
                  </a:lnTo>
                  <a:lnTo>
                    <a:pt x="896699" y="1148939"/>
                  </a:lnTo>
                  <a:lnTo>
                    <a:pt x="896699" y="1149417"/>
                  </a:lnTo>
                  <a:lnTo>
                    <a:pt x="896699" y="1150373"/>
                  </a:lnTo>
                  <a:lnTo>
                    <a:pt x="897176" y="1151328"/>
                  </a:lnTo>
                  <a:lnTo>
                    <a:pt x="897176" y="1151328"/>
                  </a:lnTo>
                  <a:lnTo>
                    <a:pt x="897176" y="1152283"/>
                  </a:lnTo>
                  <a:lnTo>
                    <a:pt x="895743" y="1152761"/>
                  </a:lnTo>
                  <a:lnTo>
                    <a:pt x="895743" y="1152761"/>
                  </a:lnTo>
                  <a:lnTo>
                    <a:pt x="894310" y="1153717"/>
                  </a:lnTo>
                  <a:lnTo>
                    <a:pt x="893354" y="1153239"/>
                  </a:lnTo>
                  <a:lnTo>
                    <a:pt x="892876" y="1150373"/>
                  </a:lnTo>
                  <a:lnTo>
                    <a:pt x="892876" y="1150373"/>
                  </a:lnTo>
                  <a:lnTo>
                    <a:pt x="893354" y="1147984"/>
                  </a:lnTo>
                  <a:lnTo>
                    <a:pt x="891921" y="1146551"/>
                  </a:lnTo>
                  <a:lnTo>
                    <a:pt x="891921" y="1146551"/>
                  </a:lnTo>
                  <a:lnTo>
                    <a:pt x="890965" y="1143684"/>
                  </a:lnTo>
                  <a:lnTo>
                    <a:pt x="889054" y="1141774"/>
                  </a:lnTo>
                  <a:lnTo>
                    <a:pt x="889054" y="1141774"/>
                  </a:lnTo>
                  <a:lnTo>
                    <a:pt x="887622" y="1142251"/>
                  </a:lnTo>
                  <a:lnTo>
                    <a:pt x="886666" y="1144640"/>
                  </a:lnTo>
                  <a:lnTo>
                    <a:pt x="886188" y="1145118"/>
                  </a:lnTo>
                  <a:lnTo>
                    <a:pt x="885711" y="1145595"/>
                  </a:lnTo>
                  <a:lnTo>
                    <a:pt x="883322" y="1145118"/>
                  </a:lnTo>
                  <a:lnTo>
                    <a:pt x="879022" y="1146551"/>
                  </a:lnTo>
                  <a:lnTo>
                    <a:pt x="872334" y="1147028"/>
                  </a:lnTo>
                  <a:lnTo>
                    <a:pt x="867557" y="1145595"/>
                  </a:lnTo>
                  <a:lnTo>
                    <a:pt x="866601" y="1144162"/>
                  </a:lnTo>
                  <a:lnTo>
                    <a:pt x="868512" y="1140818"/>
                  </a:lnTo>
                  <a:lnTo>
                    <a:pt x="868512" y="1140818"/>
                  </a:lnTo>
                  <a:lnTo>
                    <a:pt x="868990" y="1137952"/>
                  </a:lnTo>
                  <a:lnTo>
                    <a:pt x="868512" y="1135085"/>
                  </a:lnTo>
                  <a:lnTo>
                    <a:pt x="868990" y="1134608"/>
                  </a:lnTo>
                  <a:lnTo>
                    <a:pt x="869468" y="1133174"/>
                  </a:lnTo>
                  <a:lnTo>
                    <a:pt x="868035" y="1129830"/>
                  </a:lnTo>
                  <a:lnTo>
                    <a:pt x="865646" y="1122187"/>
                  </a:lnTo>
                  <a:lnTo>
                    <a:pt x="863735" y="1116454"/>
                  </a:lnTo>
                  <a:lnTo>
                    <a:pt x="861346" y="1112632"/>
                  </a:lnTo>
                  <a:lnTo>
                    <a:pt x="860391" y="1111199"/>
                  </a:lnTo>
                  <a:lnTo>
                    <a:pt x="855613" y="1111676"/>
                  </a:lnTo>
                  <a:lnTo>
                    <a:pt x="854180" y="1112632"/>
                  </a:lnTo>
                  <a:lnTo>
                    <a:pt x="853225" y="1114065"/>
                  </a:lnTo>
                  <a:lnTo>
                    <a:pt x="851792" y="1115021"/>
                  </a:lnTo>
                  <a:lnTo>
                    <a:pt x="849403" y="1115498"/>
                  </a:lnTo>
                  <a:lnTo>
                    <a:pt x="847492" y="1115021"/>
                  </a:lnTo>
                  <a:lnTo>
                    <a:pt x="845581" y="1114543"/>
                  </a:lnTo>
                  <a:lnTo>
                    <a:pt x="843192" y="1113110"/>
                  </a:lnTo>
                  <a:lnTo>
                    <a:pt x="840804" y="1110721"/>
                  </a:lnTo>
                  <a:lnTo>
                    <a:pt x="835549" y="1109288"/>
                  </a:lnTo>
                  <a:lnTo>
                    <a:pt x="830772" y="1108810"/>
                  </a:lnTo>
                  <a:lnTo>
                    <a:pt x="825517" y="1108332"/>
                  </a:lnTo>
                  <a:lnTo>
                    <a:pt x="822650" y="1109288"/>
                  </a:lnTo>
                  <a:lnTo>
                    <a:pt x="820262" y="1110721"/>
                  </a:lnTo>
                  <a:lnTo>
                    <a:pt x="816440" y="1114065"/>
                  </a:lnTo>
                  <a:lnTo>
                    <a:pt x="816440" y="1114065"/>
                  </a:lnTo>
                  <a:lnTo>
                    <a:pt x="815006" y="1114543"/>
                  </a:lnTo>
                  <a:lnTo>
                    <a:pt x="812140" y="1115021"/>
                  </a:lnTo>
                  <a:lnTo>
                    <a:pt x="810229" y="1115498"/>
                  </a:lnTo>
                  <a:lnTo>
                    <a:pt x="810229" y="1115498"/>
                  </a:lnTo>
                  <a:lnTo>
                    <a:pt x="810707" y="1116932"/>
                  </a:lnTo>
                  <a:lnTo>
                    <a:pt x="810707" y="1118842"/>
                  </a:lnTo>
                  <a:lnTo>
                    <a:pt x="810707" y="1120276"/>
                  </a:lnTo>
                  <a:lnTo>
                    <a:pt x="810229" y="1120753"/>
                  </a:lnTo>
                  <a:lnTo>
                    <a:pt x="809274" y="1121231"/>
                  </a:lnTo>
                  <a:lnTo>
                    <a:pt x="809274" y="1121709"/>
                  </a:lnTo>
                  <a:lnTo>
                    <a:pt x="807363" y="1122187"/>
                  </a:lnTo>
                  <a:lnTo>
                    <a:pt x="807363" y="1122187"/>
                  </a:lnTo>
                  <a:lnTo>
                    <a:pt x="804974" y="1122187"/>
                  </a:lnTo>
                  <a:lnTo>
                    <a:pt x="803063" y="1122664"/>
                  </a:lnTo>
                  <a:lnTo>
                    <a:pt x="802585" y="1122664"/>
                  </a:lnTo>
                  <a:lnTo>
                    <a:pt x="800197" y="1124575"/>
                  </a:lnTo>
                  <a:lnTo>
                    <a:pt x="795897" y="1125531"/>
                  </a:lnTo>
                  <a:lnTo>
                    <a:pt x="794942" y="1125531"/>
                  </a:lnTo>
                  <a:lnTo>
                    <a:pt x="791598" y="1126008"/>
                  </a:lnTo>
                  <a:lnTo>
                    <a:pt x="791120" y="1126008"/>
                  </a:lnTo>
                  <a:lnTo>
                    <a:pt x="788254" y="1127442"/>
                  </a:lnTo>
                  <a:lnTo>
                    <a:pt x="786821" y="1127919"/>
                  </a:lnTo>
                  <a:lnTo>
                    <a:pt x="781565" y="1128875"/>
                  </a:lnTo>
                  <a:lnTo>
                    <a:pt x="777266" y="1129830"/>
                  </a:lnTo>
                  <a:lnTo>
                    <a:pt x="771055" y="1131263"/>
                  </a:lnTo>
                  <a:lnTo>
                    <a:pt x="765323" y="1131263"/>
                  </a:lnTo>
                  <a:lnTo>
                    <a:pt x="764845" y="1130308"/>
                  </a:lnTo>
                  <a:lnTo>
                    <a:pt x="764845" y="1130308"/>
                  </a:lnTo>
                  <a:lnTo>
                    <a:pt x="760546" y="1132697"/>
                  </a:lnTo>
                  <a:lnTo>
                    <a:pt x="756246" y="1132697"/>
                  </a:lnTo>
                  <a:lnTo>
                    <a:pt x="756246" y="1132697"/>
                  </a:lnTo>
                  <a:lnTo>
                    <a:pt x="755290" y="1133652"/>
                  </a:lnTo>
                  <a:lnTo>
                    <a:pt x="754335" y="1134608"/>
                  </a:lnTo>
                  <a:lnTo>
                    <a:pt x="752901" y="1134608"/>
                  </a:lnTo>
                  <a:lnTo>
                    <a:pt x="751469" y="1136041"/>
                  </a:lnTo>
                  <a:lnTo>
                    <a:pt x="750513" y="1138429"/>
                  </a:lnTo>
                  <a:lnTo>
                    <a:pt x="750513" y="1138429"/>
                  </a:lnTo>
                  <a:lnTo>
                    <a:pt x="749558" y="1140818"/>
                  </a:lnTo>
                  <a:lnTo>
                    <a:pt x="748602" y="1141296"/>
                  </a:lnTo>
                  <a:lnTo>
                    <a:pt x="746691" y="1140340"/>
                  </a:lnTo>
                  <a:lnTo>
                    <a:pt x="745258" y="1139862"/>
                  </a:lnTo>
                  <a:lnTo>
                    <a:pt x="745258" y="1139862"/>
                  </a:lnTo>
                  <a:lnTo>
                    <a:pt x="742869" y="1140340"/>
                  </a:lnTo>
                  <a:lnTo>
                    <a:pt x="739525" y="1141296"/>
                  </a:lnTo>
                  <a:lnTo>
                    <a:pt x="737137" y="1140818"/>
                  </a:lnTo>
                  <a:lnTo>
                    <a:pt x="736181" y="1139862"/>
                  </a:lnTo>
                  <a:lnTo>
                    <a:pt x="730926" y="1141296"/>
                  </a:lnTo>
                  <a:lnTo>
                    <a:pt x="728060" y="1142729"/>
                  </a:lnTo>
                  <a:lnTo>
                    <a:pt x="728060" y="1142729"/>
                  </a:lnTo>
                  <a:lnTo>
                    <a:pt x="727582" y="1143207"/>
                  </a:lnTo>
                  <a:lnTo>
                    <a:pt x="726626" y="1143684"/>
                  </a:lnTo>
                  <a:lnTo>
                    <a:pt x="723760" y="1144640"/>
                  </a:lnTo>
                  <a:lnTo>
                    <a:pt x="721371" y="1144162"/>
                  </a:lnTo>
                  <a:lnTo>
                    <a:pt x="720894" y="1144640"/>
                  </a:lnTo>
                  <a:lnTo>
                    <a:pt x="718983" y="1145118"/>
                  </a:lnTo>
                  <a:lnTo>
                    <a:pt x="718505" y="1145118"/>
                  </a:lnTo>
                  <a:lnTo>
                    <a:pt x="717550" y="1145595"/>
                  </a:lnTo>
                  <a:lnTo>
                    <a:pt x="715161" y="1146073"/>
                  </a:lnTo>
                  <a:lnTo>
                    <a:pt x="712773" y="1146551"/>
                  </a:lnTo>
                  <a:lnTo>
                    <a:pt x="710862" y="1146551"/>
                  </a:lnTo>
                  <a:lnTo>
                    <a:pt x="710862" y="1146551"/>
                  </a:lnTo>
                  <a:lnTo>
                    <a:pt x="709428" y="1147506"/>
                  </a:lnTo>
                  <a:lnTo>
                    <a:pt x="708473" y="1148939"/>
                  </a:lnTo>
                  <a:lnTo>
                    <a:pt x="700829" y="1149895"/>
                  </a:lnTo>
                  <a:lnTo>
                    <a:pt x="699396" y="1149895"/>
                  </a:lnTo>
                  <a:lnTo>
                    <a:pt x="698918" y="1150850"/>
                  </a:lnTo>
                  <a:lnTo>
                    <a:pt x="697007" y="1151806"/>
                  </a:lnTo>
                  <a:lnTo>
                    <a:pt x="687930" y="1151806"/>
                  </a:lnTo>
                  <a:lnTo>
                    <a:pt x="686975" y="1152761"/>
                  </a:lnTo>
                  <a:lnTo>
                    <a:pt x="686975" y="1152761"/>
                  </a:lnTo>
                  <a:lnTo>
                    <a:pt x="686975" y="1153239"/>
                  </a:lnTo>
                  <a:lnTo>
                    <a:pt x="686975" y="1153239"/>
                  </a:lnTo>
                  <a:lnTo>
                    <a:pt x="685542" y="1153717"/>
                  </a:lnTo>
                  <a:lnTo>
                    <a:pt x="679332" y="1152283"/>
                  </a:lnTo>
                  <a:lnTo>
                    <a:pt x="674076" y="1150373"/>
                  </a:lnTo>
                  <a:lnTo>
                    <a:pt x="671687" y="1151328"/>
                  </a:lnTo>
                  <a:lnTo>
                    <a:pt x="670255" y="1153239"/>
                  </a:lnTo>
                  <a:lnTo>
                    <a:pt x="670255" y="1153239"/>
                  </a:lnTo>
                  <a:lnTo>
                    <a:pt x="669777" y="1155150"/>
                  </a:lnTo>
                  <a:lnTo>
                    <a:pt x="669777" y="1155628"/>
                  </a:lnTo>
                  <a:lnTo>
                    <a:pt x="669777" y="1157539"/>
                  </a:lnTo>
                  <a:lnTo>
                    <a:pt x="669777" y="1159449"/>
                  </a:lnTo>
                  <a:lnTo>
                    <a:pt x="668821" y="1160883"/>
                  </a:lnTo>
                  <a:lnTo>
                    <a:pt x="666910" y="1162316"/>
                  </a:lnTo>
                  <a:lnTo>
                    <a:pt x="666910" y="1162316"/>
                  </a:lnTo>
                  <a:lnTo>
                    <a:pt x="666910" y="1163749"/>
                  </a:lnTo>
                  <a:lnTo>
                    <a:pt x="669299" y="1164704"/>
                  </a:lnTo>
                  <a:lnTo>
                    <a:pt x="672166" y="1165660"/>
                  </a:lnTo>
                  <a:lnTo>
                    <a:pt x="674076" y="1165182"/>
                  </a:lnTo>
                  <a:lnTo>
                    <a:pt x="674076" y="1165182"/>
                  </a:lnTo>
                  <a:lnTo>
                    <a:pt x="675510" y="1164704"/>
                  </a:lnTo>
                  <a:lnTo>
                    <a:pt x="675510" y="1164704"/>
                  </a:lnTo>
                  <a:lnTo>
                    <a:pt x="676465" y="1164704"/>
                  </a:lnTo>
                  <a:lnTo>
                    <a:pt x="677421" y="1165660"/>
                  </a:lnTo>
                  <a:lnTo>
                    <a:pt x="677898" y="1166615"/>
                  </a:lnTo>
                  <a:lnTo>
                    <a:pt x="677898" y="1167093"/>
                  </a:lnTo>
                  <a:lnTo>
                    <a:pt x="677898" y="1167093"/>
                  </a:lnTo>
                  <a:lnTo>
                    <a:pt x="677421" y="1167571"/>
                  </a:lnTo>
                  <a:lnTo>
                    <a:pt x="675987" y="1168526"/>
                  </a:lnTo>
                  <a:lnTo>
                    <a:pt x="675032" y="1168526"/>
                  </a:lnTo>
                  <a:lnTo>
                    <a:pt x="673599" y="1168526"/>
                  </a:lnTo>
                  <a:lnTo>
                    <a:pt x="671687" y="1169004"/>
                  </a:lnTo>
                  <a:lnTo>
                    <a:pt x="671687" y="1169004"/>
                  </a:lnTo>
                  <a:lnTo>
                    <a:pt x="671210" y="1169960"/>
                  </a:lnTo>
                  <a:lnTo>
                    <a:pt x="670732" y="1172348"/>
                  </a:lnTo>
                  <a:lnTo>
                    <a:pt x="671210" y="1173781"/>
                  </a:lnTo>
                  <a:lnTo>
                    <a:pt x="673599" y="1174259"/>
                  </a:lnTo>
                  <a:lnTo>
                    <a:pt x="675987" y="1175215"/>
                  </a:lnTo>
                  <a:lnTo>
                    <a:pt x="675987" y="1175215"/>
                  </a:lnTo>
                  <a:lnTo>
                    <a:pt x="678853" y="1175692"/>
                  </a:lnTo>
                  <a:lnTo>
                    <a:pt x="680287" y="1175692"/>
                  </a:lnTo>
                  <a:lnTo>
                    <a:pt x="682675" y="1177125"/>
                  </a:lnTo>
                  <a:lnTo>
                    <a:pt x="687453" y="1179036"/>
                  </a:lnTo>
                  <a:lnTo>
                    <a:pt x="688886" y="1180947"/>
                  </a:lnTo>
                  <a:lnTo>
                    <a:pt x="688886" y="1182381"/>
                  </a:lnTo>
                  <a:lnTo>
                    <a:pt x="687930" y="1183336"/>
                  </a:lnTo>
                  <a:lnTo>
                    <a:pt x="686498" y="1184291"/>
                  </a:lnTo>
                  <a:lnTo>
                    <a:pt x="685064" y="1183814"/>
                  </a:lnTo>
                  <a:lnTo>
                    <a:pt x="681720" y="1183336"/>
                  </a:lnTo>
                  <a:lnTo>
                    <a:pt x="677898" y="1183336"/>
                  </a:lnTo>
                  <a:lnTo>
                    <a:pt x="675510" y="1182858"/>
                  </a:lnTo>
                  <a:lnTo>
                    <a:pt x="675032" y="1182858"/>
                  </a:lnTo>
                  <a:lnTo>
                    <a:pt x="671210" y="1182858"/>
                  </a:lnTo>
                  <a:lnTo>
                    <a:pt x="668344" y="1183336"/>
                  </a:lnTo>
                  <a:lnTo>
                    <a:pt x="667388" y="1184769"/>
                  </a:lnTo>
                  <a:lnTo>
                    <a:pt x="666433" y="1186680"/>
                  </a:lnTo>
                  <a:lnTo>
                    <a:pt x="665000" y="1188113"/>
                  </a:lnTo>
                  <a:lnTo>
                    <a:pt x="663566" y="1190024"/>
                  </a:lnTo>
                  <a:lnTo>
                    <a:pt x="663566" y="1190024"/>
                  </a:lnTo>
                  <a:lnTo>
                    <a:pt x="663089" y="1191935"/>
                  </a:lnTo>
                  <a:lnTo>
                    <a:pt x="662611" y="1192413"/>
                  </a:lnTo>
                  <a:lnTo>
                    <a:pt x="663566" y="1195279"/>
                  </a:lnTo>
                  <a:lnTo>
                    <a:pt x="666910" y="1200534"/>
                  </a:lnTo>
                  <a:lnTo>
                    <a:pt x="666910" y="1200534"/>
                  </a:lnTo>
                  <a:lnTo>
                    <a:pt x="667388" y="1202445"/>
                  </a:lnTo>
                  <a:lnTo>
                    <a:pt x="665955" y="1203878"/>
                  </a:lnTo>
                  <a:lnTo>
                    <a:pt x="665955" y="1203878"/>
                  </a:lnTo>
                  <a:lnTo>
                    <a:pt x="664044" y="1205311"/>
                  </a:lnTo>
                  <a:lnTo>
                    <a:pt x="660700" y="1207700"/>
                  </a:lnTo>
                  <a:lnTo>
                    <a:pt x="657356" y="1208178"/>
                  </a:lnTo>
                  <a:lnTo>
                    <a:pt x="655923" y="1208656"/>
                  </a:lnTo>
                  <a:lnTo>
                    <a:pt x="652101" y="1211522"/>
                  </a:lnTo>
                  <a:lnTo>
                    <a:pt x="648757" y="1212955"/>
                  </a:lnTo>
                  <a:lnTo>
                    <a:pt x="648757" y="1212955"/>
                  </a:lnTo>
                  <a:lnTo>
                    <a:pt x="648757" y="1213433"/>
                  </a:lnTo>
                  <a:lnTo>
                    <a:pt x="648279" y="1214388"/>
                  </a:lnTo>
                  <a:lnTo>
                    <a:pt x="648757" y="1215822"/>
                  </a:lnTo>
                  <a:lnTo>
                    <a:pt x="653057" y="1217255"/>
                  </a:lnTo>
                  <a:lnTo>
                    <a:pt x="654967" y="1219166"/>
                  </a:lnTo>
                  <a:lnTo>
                    <a:pt x="655923" y="1221076"/>
                  </a:lnTo>
                  <a:lnTo>
                    <a:pt x="656878" y="1222510"/>
                  </a:lnTo>
                  <a:lnTo>
                    <a:pt x="656878" y="1222510"/>
                  </a:lnTo>
                  <a:lnTo>
                    <a:pt x="659744" y="1223465"/>
                  </a:lnTo>
                  <a:lnTo>
                    <a:pt x="666910" y="1225854"/>
                  </a:lnTo>
                  <a:lnTo>
                    <a:pt x="667388" y="1226332"/>
                  </a:lnTo>
                  <a:lnTo>
                    <a:pt x="667866" y="1227287"/>
                  </a:lnTo>
                  <a:lnTo>
                    <a:pt x="674554" y="1228720"/>
                  </a:lnTo>
                  <a:lnTo>
                    <a:pt x="675510" y="1229676"/>
                  </a:lnTo>
                  <a:lnTo>
                    <a:pt x="678376" y="1232064"/>
                  </a:lnTo>
                  <a:lnTo>
                    <a:pt x="678853" y="1234931"/>
                  </a:lnTo>
                  <a:lnTo>
                    <a:pt x="677421" y="1237319"/>
                  </a:lnTo>
                  <a:lnTo>
                    <a:pt x="677421" y="1237797"/>
                  </a:lnTo>
                  <a:lnTo>
                    <a:pt x="676465" y="1241619"/>
                  </a:lnTo>
                  <a:lnTo>
                    <a:pt x="675032" y="1245441"/>
                  </a:lnTo>
                  <a:lnTo>
                    <a:pt x="671687" y="1247829"/>
                  </a:lnTo>
                  <a:lnTo>
                    <a:pt x="665955" y="1250218"/>
                  </a:lnTo>
                  <a:lnTo>
                    <a:pt x="660222" y="1251174"/>
                  </a:lnTo>
                  <a:lnTo>
                    <a:pt x="657834" y="1251174"/>
                  </a:lnTo>
                  <a:lnTo>
                    <a:pt x="657356" y="1251174"/>
                  </a:lnTo>
                  <a:lnTo>
                    <a:pt x="655923" y="1250696"/>
                  </a:lnTo>
                  <a:lnTo>
                    <a:pt x="653057" y="1250218"/>
                  </a:lnTo>
                  <a:lnTo>
                    <a:pt x="651145" y="1248307"/>
                  </a:lnTo>
                  <a:lnTo>
                    <a:pt x="649712" y="1246396"/>
                  </a:lnTo>
                  <a:lnTo>
                    <a:pt x="649712" y="1246396"/>
                  </a:lnTo>
                  <a:lnTo>
                    <a:pt x="648757" y="1245918"/>
                  </a:lnTo>
                  <a:lnTo>
                    <a:pt x="647801" y="1245918"/>
                  </a:lnTo>
                  <a:lnTo>
                    <a:pt x="646368" y="1247352"/>
                  </a:lnTo>
                  <a:lnTo>
                    <a:pt x="645412" y="1250218"/>
                  </a:lnTo>
                  <a:lnTo>
                    <a:pt x="643980" y="1253562"/>
                  </a:lnTo>
                  <a:lnTo>
                    <a:pt x="642546" y="1254518"/>
                  </a:lnTo>
                  <a:lnTo>
                    <a:pt x="638246" y="1255951"/>
                  </a:lnTo>
                  <a:lnTo>
                    <a:pt x="637769" y="1255473"/>
                  </a:lnTo>
                  <a:lnTo>
                    <a:pt x="638246" y="1253562"/>
                  </a:lnTo>
                  <a:lnTo>
                    <a:pt x="638246" y="1253562"/>
                  </a:lnTo>
                  <a:lnTo>
                    <a:pt x="637291" y="1253084"/>
                  </a:lnTo>
                  <a:lnTo>
                    <a:pt x="636814" y="1252129"/>
                  </a:lnTo>
                  <a:lnTo>
                    <a:pt x="631080" y="1251651"/>
                  </a:lnTo>
                  <a:lnTo>
                    <a:pt x="629170" y="1251174"/>
                  </a:lnTo>
                  <a:lnTo>
                    <a:pt x="627259" y="1250696"/>
                  </a:lnTo>
                  <a:lnTo>
                    <a:pt x="625348" y="1250218"/>
                  </a:lnTo>
                  <a:lnTo>
                    <a:pt x="625348" y="1250218"/>
                  </a:lnTo>
                  <a:lnTo>
                    <a:pt x="623915" y="1249263"/>
                  </a:lnTo>
                  <a:lnTo>
                    <a:pt x="621048" y="1245441"/>
                  </a:lnTo>
                  <a:lnTo>
                    <a:pt x="618660" y="1242574"/>
                  </a:lnTo>
                  <a:lnTo>
                    <a:pt x="618660" y="1242097"/>
                  </a:lnTo>
                  <a:lnTo>
                    <a:pt x="614838" y="1239708"/>
                  </a:lnTo>
                  <a:lnTo>
                    <a:pt x="614838" y="1239708"/>
                  </a:lnTo>
                  <a:lnTo>
                    <a:pt x="611494" y="1239230"/>
                  </a:lnTo>
                  <a:lnTo>
                    <a:pt x="611494" y="1239230"/>
                  </a:lnTo>
                  <a:lnTo>
                    <a:pt x="611494" y="1239230"/>
                  </a:lnTo>
                  <a:lnTo>
                    <a:pt x="608627" y="1239708"/>
                  </a:lnTo>
                  <a:lnTo>
                    <a:pt x="604805" y="1238753"/>
                  </a:lnTo>
                  <a:lnTo>
                    <a:pt x="604328" y="1238753"/>
                  </a:lnTo>
                  <a:lnTo>
                    <a:pt x="603373" y="1240186"/>
                  </a:lnTo>
                  <a:lnTo>
                    <a:pt x="603373" y="1240186"/>
                  </a:lnTo>
                  <a:lnTo>
                    <a:pt x="602417" y="1242097"/>
                  </a:lnTo>
                  <a:lnTo>
                    <a:pt x="600984" y="1243530"/>
                  </a:lnTo>
                  <a:lnTo>
                    <a:pt x="599073" y="1244485"/>
                  </a:lnTo>
                  <a:lnTo>
                    <a:pt x="596684" y="1244485"/>
                  </a:lnTo>
                  <a:lnTo>
                    <a:pt x="594296" y="1243052"/>
                  </a:lnTo>
                  <a:lnTo>
                    <a:pt x="594296" y="1243052"/>
                  </a:lnTo>
                  <a:lnTo>
                    <a:pt x="591429" y="1240663"/>
                  </a:lnTo>
                  <a:lnTo>
                    <a:pt x="588085" y="1239708"/>
                  </a:lnTo>
                  <a:lnTo>
                    <a:pt x="587607" y="1239708"/>
                  </a:lnTo>
                  <a:lnTo>
                    <a:pt x="585219" y="1240186"/>
                  </a:lnTo>
                  <a:lnTo>
                    <a:pt x="583786" y="1240663"/>
                  </a:lnTo>
                  <a:lnTo>
                    <a:pt x="583786" y="1240663"/>
                  </a:lnTo>
                  <a:lnTo>
                    <a:pt x="580441" y="1242097"/>
                  </a:lnTo>
                  <a:lnTo>
                    <a:pt x="579486" y="1241141"/>
                  </a:lnTo>
                  <a:lnTo>
                    <a:pt x="578053" y="1240663"/>
                  </a:lnTo>
                  <a:lnTo>
                    <a:pt x="574709" y="1243530"/>
                  </a:lnTo>
                  <a:lnTo>
                    <a:pt x="574709" y="1243530"/>
                  </a:lnTo>
                  <a:lnTo>
                    <a:pt x="570887" y="1245918"/>
                  </a:lnTo>
                  <a:lnTo>
                    <a:pt x="570887" y="1245918"/>
                  </a:lnTo>
                  <a:lnTo>
                    <a:pt x="570409" y="1247829"/>
                  </a:lnTo>
                  <a:lnTo>
                    <a:pt x="568976" y="1249740"/>
                  </a:lnTo>
                  <a:lnTo>
                    <a:pt x="566587" y="1251174"/>
                  </a:lnTo>
                  <a:lnTo>
                    <a:pt x="564198" y="1253084"/>
                  </a:lnTo>
                  <a:lnTo>
                    <a:pt x="561810" y="1253562"/>
                  </a:lnTo>
                  <a:lnTo>
                    <a:pt x="558943" y="1253084"/>
                  </a:lnTo>
                  <a:lnTo>
                    <a:pt x="555600" y="1251174"/>
                  </a:lnTo>
                  <a:lnTo>
                    <a:pt x="552255" y="1248785"/>
                  </a:lnTo>
                  <a:lnTo>
                    <a:pt x="548434" y="1245441"/>
                  </a:lnTo>
                  <a:lnTo>
                    <a:pt x="545567" y="1243052"/>
                  </a:lnTo>
                  <a:lnTo>
                    <a:pt x="543179" y="1241619"/>
                  </a:lnTo>
                  <a:lnTo>
                    <a:pt x="541268" y="1241141"/>
                  </a:lnTo>
                  <a:lnTo>
                    <a:pt x="541268" y="1241141"/>
                  </a:lnTo>
                  <a:lnTo>
                    <a:pt x="539834" y="1241619"/>
                  </a:lnTo>
                  <a:lnTo>
                    <a:pt x="539357" y="1243052"/>
                  </a:lnTo>
                  <a:lnTo>
                    <a:pt x="539834" y="1244008"/>
                  </a:lnTo>
                  <a:lnTo>
                    <a:pt x="540312" y="1244963"/>
                  </a:lnTo>
                  <a:lnTo>
                    <a:pt x="541268" y="1247829"/>
                  </a:lnTo>
                  <a:lnTo>
                    <a:pt x="541268" y="1251174"/>
                  </a:lnTo>
                  <a:lnTo>
                    <a:pt x="541268" y="1253084"/>
                  </a:lnTo>
                  <a:lnTo>
                    <a:pt x="540312" y="1254518"/>
                  </a:lnTo>
                  <a:lnTo>
                    <a:pt x="539357" y="1254995"/>
                  </a:lnTo>
                  <a:lnTo>
                    <a:pt x="538879" y="1254518"/>
                  </a:lnTo>
                  <a:lnTo>
                    <a:pt x="537923" y="1253562"/>
                  </a:lnTo>
                  <a:lnTo>
                    <a:pt x="537446" y="1250696"/>
                  </a:lnTo>
                  <a:lnTo>
                    <a:pt x="536968" y="1247829"/>
                  </a:lnTo>
                  <a:lnTo>
                    <a:pt x="534579" y="1244008"/>
                  </a:lnTo>
                  <a:lnTo>
                    <a:pt x="532191" y="1241619"/>
                  </a:lnTo>
                  <a:lnTo>
                    <a:pt x="531236" y="1240186"/>
                  </a:lnTo>
                  <a:lnTo>
                    <a:pt x="529324" y="1238275"/>
                  </a:lnTo>
                  <a:lnTo>
                    <a:pt x="529324" y="1238275"/>
                  </a:lnTo>
                  <a:lnTo>
                    <a:pt x="527413" y="1236842"/>
                  </a:lnTo>
                  <a:lnTo>
                    <a:pt x="524070" y="1235408"/>
                  </a:lnTo>
                  <a:lnTo>
                    <a:pt x="522159" y="1233975"/>
                  </a:lnTo>
                  <a:lnTo>
                    <a:pt x="519292" y="1230153"/>
                  </a:lnTo>
                  <a:lnTo>
                    <a:pt x="519292" y="1229676"/>
                  </a:lnTo>
                  <a:lnTo>
                    <a:pt x="517381" y="1228720"/>
                  </a:lnTo>
                  <a:lnTo>
                    <a:pt x="515470" y="1227287"/>
                  </a:lnTo>
                  <a:lnTo>
                    <a:pt x="513559" y="1227287"/>
                  </a:lnTo>
                  <a:lnTo>
                    <a:pt x="513082" y="1227287"/>
                  </a:lnTo>
                  <a:lnTo>
                    <a:pt x="509259" y="1228242"/>
                  </a:lnTo>
                  <a:lnTo>
                    <a:pt x="506871" y="1227765"/>
                  </a:lnTo>
                  <a:lnTo>
                    <a:pt x="506871" y="1227765"/>
                  </a:lnTo>
                  <a:lnTo>
                    <a:pt x="504960" y="1227287"/>
                  </a:lnTo>
                  <a:lnTo>
                    <a:pt x="503527" y="1226809"/>
                  </a:lnTo>
                  <a:lnTo>
                    <a:pt x="503527" y="1226809"/>
                  </a:lnTo>
                  <a:lnTo>
                    <a:pt x="501616" y="1227765"/>
                  </a:lnTo>
                  <a:lnTo>
                    <a:pt x="501138" y="1227287"/>
                  </a:lnTo>
                  <a:lnTo>
                    <a:pt x="500183" y="1227287"/>
                  </a:lnTo>
                  <a:lnTo>
                    <a:pt x="500183" y="1227287"/>
                  </a:lnTo>
                  <a:lnTo>
                    <a:pt x="498750" y="1226809"/>
                  </a:lnTo>
                  <a:lnTo>
                    <a:pt x="497316" y="1224421"/>
                  </a:lnTo>
                  <a:lnTo>
                    <a:pt x="495406" y="1221554"/>
                  </a:lnTo>
                  <a:lnTo>
                    <a:pt x="495406" y="1221554"/>
                  </a:lnTo>
                  <a:lnTo>
                    <a:pt x="493017" y="1221076"/>
                  </a:lnTo>
                  <a:lnTo>
                    <a:pt x="493017" y="1221076"/>
                  </a:lnTo>
                  <a:lnTo>
                    <a:pt x="488717" y="1222032"/>
                  </a:lnTo>
                  <a:lnTo>
                    <a:pt x="486806" y="1223465"/>
                  </a:lnTo>
                  <a:lnTo>
                    <a:pt x="484418" y="1225376"/>
                  </a:lnTo>
                  <a:lnTo>
                    <a:pt x="481074" y="1227287"/>
                  </a:lnTo>
                  <a:lnTo>
                    <a:pt x="478207" y="1227287"/>
                  </a:lnTo>
                  <a:lnTo>
                    <a:pt x="478207" y="1227765"/>
                  </a:lnTo>
                  <a:lnTo>
                    <a:pt x="476774" y="1227765"/>
                  </a:lnTo>
                  <a:lnTo>
                    <a:pt x="475818" y="1227765"/>
                  </a:lnTo>
                  <a:lnTo>
                    <a:pt x="474863" y="1227287"/>
                  </a:lnTo>
                  <a:lnTo>
                    <a:pt x="474863" y="1225854"/>
                  </a:lnTo>
                  <a:lnTo>
                    <a:pt x="474863" y="1225854"/>
                  </a:lnTo>
                  <a:lnTo>
                    <a:pt x="474386" y="1224421"/>
                  </a:lnTo>
                  <a:lnTo>
                    <a:pt x="472475" y="1222510"/>
                  </a:lnTo>
                  <a:lnTo>
                    <a:pt x="469608" y="1221554"/>
                  </a:lnTo>
                  <a:lnTo>
                    <a:pt x="466742" y="1220599"/>
                  </a:lnTo>
                  <a:lnTo>
                    <a:pt x="464831" y="1220121"/>
                  </a:lnTo>
                  <a:lnTo>
                    <a:pt x="464831" y="1220121"/>
                  </a:lnTo>
                  <a:lnTo>
                    <a:pt x="464831" y="1220599"/>
                  </a:lnTo>
                  <a:lnTo>
                    <a:pt x="464353" y="1222032"/>
                  </a:lnTo>
                  <a:lnTo>
                    <a:pt x="462920" y="1223465"/>
                  </a:lnTo>
                  <a:lnTo>
                    <a:pt x="461965" y="1224421"/>
                  </a:lnTo>
                  <a:lnTo>
                    <a:pt x="459576" y="1226809"/>
                  </a:lnTo>
                  <a:lnTo>
                    <a:pt x="456232" y="1230631"/>
                  </a:lnTo>
                  <a:lnTo>
                    <a:pt x="455276" y="1232064"/>
                  </a:lnTo>
                  <a:lnTo>
                    <a:pt x="454321" y="1233020"/>
                  </a:lnTo>
                  <a:lnTo>
                    <a:pt x="451454" y="1233975"/>
                  </a:lnTo>
                  <a:lnTo>
                    <a:pt x="447633" y="1235886"/>
                  </a:lnTo>
                  <a:lnTo>
                    <a:pt x="446677" y="1236842"/>
                  </a:lnTo>
                  <a:lnTo>
                    <a:pt x="445722" y="1237797"/>
                  </a:lnTo>
                  <a:lnTo>
                    <a:pt x="442377" y="1238753"/>
                  </a:lnTo>
                  <a:lnTo>
                    <a:pt x="439033" y="1239230"/>
                  </a:lnTo>
                  <a:lnTo>
                    <a:pt x="439033" y="1239230"/>
                  </a:lnTo>
                  <a:lnTo>
                    <a:pt x="437600" y="1240663"/>
                  </a:lnTo>
                  <a:lnTo>
                    <a:pt x="436645" y="1243530"/>
                  </a:lnTo>
                  <a:lnTo>
                    <a:pt x="435690" y="1245918"/>
                  </a:lnTo>
                  <a:lnTo>
                    <a:pt x="430434" y="1249263"/>
                  </a:lnTo>
                  <a:lnTo>
                    <a:pt x="427568" y="1251651"/>
                  </a:lnTo>
                  <a:lnTo>
                    <a:pt x="425657" y="1253084"/>
                  </a:lnTo>
                  <a:lnTo>
                    <a:pt x="424224" y="1252607"/>
                  </a:lnTo>
                  <a:lnTo>
                    <a:pt x="422313" y="1252129"/>
                  </a:lnTo>
                  <a:lnTo>
                    <a:pt x="422313" y="1252607"/>
                  </a:lnTo>
                  <a:lnTo>
                    <a:pt x="421835" y="1252607"/>
                  </a:lnTo>
                  <a:lnTo>
                    <a:pt x="421835" y="1252607"/>
                  </a:lnTo>
                  <a:lnTo>
                    <a:pt x="422791" y="1254518"/>
                  </a:lnTo>
                  <a:lnTo>
                    <a:pt x="423268" y="1259773"/>
                  </a:lnTo>
                  <a:lnTo>
                    <a:pt x="423268" y="1260250"/>
                  </a:lnTo>
                  <a:lnTo>
                    <a:pt x="424224" y="1263595"/>
                  </a:lnTo>
                  <a:lnTo>
                    <a:pt x="425179" y="1265505"/>
                  </a:lnTo>
                  <a:lnTo>
                    <a:pt x="425657" y="1266939"/>
                  </a:lnTo>
                  <a:lnTo>
                    <a:pt x="425657" y="1267416"/>
                  </a:lnTo>
                  <a:lnTo>
                    <a:pt x="426135" y="1269805"/>
                  </a:lnTo>
                  <a:lnTo>
                    <a:pt x="425657" y="1271238"/>
                  </a:lnTo>
                  <a:lnTo>
                    <a:pt x="424702" y="1272194"/>
                  </a:lnTo>
                  <a:lnTo>
                    <a:pt x="421358" y="1273627"/>
                  </a:lnTo>
                  <a:lnTo>
                    <a:pt x="418013" y="1274582"/>
                  </a:lnTo>
                  <a:lnTo>
                    <a:pt x="416102" y="1274104"/>
                  </a:lnTo>
                  <a:lnTo>
                    <a:pt x="414192" y="1271716"/>
                  </a:lnTo>
                  <a:lnTo>
                    <a:pt x="413236" y="1270760"/>
                  </a:lnTo>
                  <a:lnTo>
                    <a:pt x="410847" y="1267416"/>
                  </a:lnTo>
                  <a:lnTo>
                    <a:pt x="406548" y="1262161"/>
                  </a:lnTo>
                  <a:lnTo>
                    <a:pt x="406548" y="1262161"/>
                  </a:lnTo>
                  <a:lnTo>
                    <a:pt x="403681" y="1259295"/>
                  </a:lnTo>
                  <a:lnTo>
                    <a:pt x="401770" y="1258339"/>
                  </a:lnTo>
                  <a:lnTo>
                    <a:pt x="399860" y="1258817"/>
                  </a:lnTo>
                  <a:lnTo>
                    <a:pt x="397949" y="1259773"/>
                  </a:lnTo>
                  <a:lnTo>
                    <a:pt x="396993" y="1261206"/>
                  </a:lnTo>
                  <a:lnTo>
                    <a:pt x="396515" y="1261683"/>
                  </a:lnTo>
                  <a:lnTo>
                    <a:pt x="396038" y="1262161"/>
                  </a:lnTo>
                  <a:lnTo>
                    <a:pt x="395560" y="1263595"/>
                  </a:lnTo>
                  <a:lnTo>
                    <a:pt x="395560" y="1264072"/>
                  </a:lnTo>
                  <a:lnTo>
                    <a:pt x="395560" y="1265983"/>
                  </a:lnTo>
                  <a:lnTo>
                    <a:pt x="395560" y="1268372"/>
                  </a:lnTo>
                  <a:lnTo>
                    <a:pt x="394604" y="1269805"/>
                  </a:lnTo>
                  <a:lnTo>
                    <a:pt x="392216" y="1271716"/>
                  </a:lnTo>
                  <a:lnTo>
                    <a:pt x="389349" y="1274104"/>
                  </a:lnTo>
                  <a:lnTo>
                    <a:pt x="389349" y="1274104"/>
                  </a:lnTo>
                  <a:lnTo>
                    <a:pt x="387438" y="1278404"/>
                  </a:lnTo>
                  <a:lnTo>
                    <a:pt x="387438" y="1278404"/>
                  </a:lnTo>
                  <a:lnTo>
                    <a:pt x="386006" y="1284137"/>
                  </a:lnTo>
                  <a:lnTo>
                    <a:pt x="385528" y="1287959"/>
                  </a:lnTo>
                  <a:lnTo>
                    <a:pt x="386961" y="1289392"/>
                  </a:lnTo>
                  <a:lnTo>
                    <a:pt x="388872" y="1290825"/>
                  </a:lnTo>
                  <a:lnTo>
                    <a:pt x="390305" y="1292258"/>
                  </a:lnTo>
                  <a:lnTo>
                    <a:pt x="390305" y="1293691"/>
                  </a:lnTo>
                  <a:lnTo>
                    <a:pt x="389827" y="1295125"/>
                  </a:lnTo>
                  <a:lnTo>
                    <a:pt x="389349" y="1296080"/>
                  </a:lnTo>
                  <a:lnTo>
                    <a:pt x="388872" y="1297036"/>
                  </a:lnTo>
                  <a:lnTo>
                    <a:pt x="387917" y="1297991"/>
                  </a:lnTo>
                  <a:lnTo>
                    <a:pt x="386961" y="1298946"/>
                  </a:lnTo>
                  <a:lnTo>
                    <a:pt x="386961" y="1298946"/>
                  </a:lnTo>
                  <a:lnTo>
                    <a:pt x="383617" y="1303246"/>
                  </a:lnTo>
                  <a:lnTo>
                    <a:pt x="383617" y="1303246"/>
                  </a:lnTo>
                  <a:lnTo>
                    <a:pt x="381706" y="1309456"/>
                  </a:lnTo>
                  <a:lnTo>
                    <a:pt x="383139" y="1314234"/>
                  </a:lnTo>
                  <a:lnTo>
                    <a:pt x="383139" y="1314234"/>
                  </a:lnTo>
                  <a:lnTo>
                    <a:pt x="386961" y="1316622"/>
                  </a:lnTo>
                  <a:lnTo>
                    <a:pt x="389827" y="1317578"/>
                  </a:lnTo>
                  <a:lnTo>
                    <a:pt x="390783" y="1319011"/>
                  </a:lnTo>
                  <a:lnTo>
                    <a:pt x="392216" y="1321877"/>
                  </a:lnTo>
                  <a:lnTo>
                    <a:pt x="391738" y="1324744"/>
                  </a:lnTo>
                  <a:lnTo>
                    <a:pt x="391738" y="1326655"/>
                  </a:lnTo>
                  <a:lnTo>
                    <a:pt x="392216" y="1328566"/>
                  </a:lnTo>
                  <a:lnTo>
                    <a:pt x="393649" y="1330954"/>
                  </a:lnTo>
                  <a:lnTo>
                    <a:pt x="393649" y="1330954"/>
                  </a:lnTo>
                  <a:lnTo>
                    <a:pt x="395560" y="1332388"/>
                  </a:lnTo>
                  <a:lnTo>
                    <a:pt x="395560" y="1332388"/>
                  </a:lnTo>
                  <a:lnTo>
                    <a:pt x="397471" y="1331432"/>
                  </a:lnTo>
                  <a:lnTo>
                    <a:pt x="399382" y="1330477"/>
                  </a:lnTo>
                  <a:lnTo>
                    <a:pt x="401770" y="1330954"/>
                  </a:lnTo>
                  <a:lnTo>
                    <a:pt x="408459" y="1331910"/>
                  </a:lnTo>
                  <a:lnTo>
                    <a:pt x="411803" y="1332388"/>
                  </a:lnTo>
                  <a:lnTo>
                    <a:pt x="412758" y="1333343"/>
                  </a:lnTo>
                  <a:lnTo>
                    <a:pt x="415147" y="1336209"/>
                  </a:lnTo>
                  <a:lnTo>
                    <a:pt x="417536" y="1340031"/>
                  </a:lnTo>
                  <a:lnTo>
                    <a:pt x="420402" y="1343375"/>
                  </a:lnTo>
                  <a:lnTo>
                    <a:pt x="421358" y="1345286"/>
                  </a:lnTo>
                  <a:lnTo>
                    <a:pt x="423746" y="1349586"/>
                  </a:lnTo>
                  <a:lnTo>
                    <a:pt x="426135" y="1353408"/>
                  </a:lnTo>
                  <a:lnTo>
                    <a:pt x="428524" y="1358185"/>
                  </a:lnTo>
                  <a:lnTo>
                    <a:pt x="428524" y="1359618"/>
                  </a:lnTo>
                  <a:lnTo>
                    <a:pt x="427090" y="1360096"/>
                  </a:lnTo>
                  <a:lnTo>
                    <a:pt x="425179" y="1359618"/>
                  </a:lnTo>
                  <a:lnTo>
                    <a:pt x="424702" y="1359618"/>
                  </a:lnTo>
                  <a:lnTo>
                    <a:pt x="423268" y="1359140"/>
                  </a:lnTo>
                  <a:lnTo>
                    <a:pt x="422313" y="1358663"/>
                  </a:lnTo>
                  <a:lnTo>
                    <a:pt x="421358" y="1358185"/>
                  </a:lnTo>
                  <a:lnTo>
                    <a:pt x="421358" y="1358185"/>
                  </a:lnTo>
                  <a:lnTo>
                    <a:pt x="420402" y="1358663"/>
                  </a:lnTo>
                  <a:lnTo>
                    <a:pt x="419924" y="1359140"/>
                  </a:lnTo>
                  <a:lnTo>
                    <a:pt x="419924" y="1359140"/>
                  </a:lnTo>
                  <a:lnTo>
                    <a:pt x="419447" y="1360096"/>
                  </a:lnTo>
                  <a:lnTo>
                    <a:pt x="419447" y="1361529"/>
                  </a:lnTo>
                  <a:lnTo>
                    <a:pt x="420402" y="1362485"/>
                  </a:lnTo>
                  <a:lnTo>
                    <a:pt x="421358" y="1363440"/>
                  </a:lnTo>
                  <a:lnTo>
                    <a:pt x="421835" y="1363440"/>
                  </a:lnTo>
                  <a:lnTo>
                    <a:pt x="424702" y="1365351"/>
                  </a:lnTo>
                  <a:lnTo>
                    <a:pt x="428524" y="1366784"/>
                  </a:lnTo>
                  <a:lnTo>
                    <a:pt x="432823" y="1369173"/>
                  </a:lnTo>
                  <a:lnTo>
                    <a:pt x="433779" y="1369651"/>
                  </a:lnTo>
                  <a:lnTo>
                    <a:pt x="434256" y="1371084"/>
                  </a:lnTo>
                  <a:lnTo>
                    <a:pt x="431868" y="1371084"/>
                  </a:lnTo>
                  <a:lnTo>
                    <a:pt x="431390" y="1372517"/>
                  </a:lnTo>
                  <a:lnTo>
                    <a:pt x="430912" y="1373472"/>
                  </a:lnTo>
                  <a:lnTo>
                    <a:pt x="425657" y="1375861"/>
                  </a:lnTo>
                  <a:lnTo>
                    <a:pt x="424224" y="1375861"/>
                  </a:lnTo>
                  <a:lnTo>
                    <a:pt x="423268" y="1376339"/>
                  </a:lnTo>
                  <a:lnTo>
                    <a:pt x="423268" y="1377772"/>
                  </a:lnTo>
                  <a:lnTo>
                    <a:pt x="423268" y="1379205"/>
                  </a:lnTo>
                  <a:lnTo>
                    <a:pt x="424224" y="1380638"/>
                  </a:lnTo>
                  <a:lnTo>
                    <a:pt x="424224" y="1381116"/>
                  </a:lnTo>
                  <a:lnTo>
                    <a:pt x="423268" y="1381594"/>
                  </a:lnTo>
                  <a:lnTo>
                    <a:pt x="422313" y="1381116"/>
                  </a:lnTo>
                  <a:lnTo>
                    <a:pt x="421358" y="1380160"/>
                  </a:lnTo>
                  <a:lnTo>
                    <a:pt x="420402" y="1380160"/>
                  </a:lnTo>
                  <a:lnTo>
                    <a:pt x="418969" y="1380160"/>
                  </a:lnTo>
                  <a:lnTo>
                    <a:pt x="414669" y="1384460"/>
                  </a:lnTo>
                  <a:lnTo>
                    <a:pt x="412758" y="1385416"/>
                  </a:lnTo>
                  <a:lnTo>
                    <a:pt x="410370" y="1385893"/>
                  </a:lnTo>
                  <a:lnTo>
                    <a:pt x="406070" y="1387326"/>
                  </a:lnTo>
                  <a:lnTo>
                    <a:pt x="405115" y="1387326"/>
                  </a:lnTo>
                  <a:lnTo>
                    <a:pt x="403681" y="1386849"/>
                  </a:lnTo>
                  <a:lnTo>
                    <a:pt x="402726" y="1387326"/>
                  </a:lnTo>
                  <a:lnTo>
                    <a:pt x="402249" y="1389237"/>
                  </a:lnTo>
                  <a:lnTo>
                    <a:pt x="401293" y="1387804"/>
                  </a:lnTo>
                  <a:lnTo>
                    <a:pt x="399860" y="1386849"/>
                  </a:lnTo>
                  <a:lnTo>
                    <a:pt x="399382" y="1386849"/>
                  </a:lnTo>
                  <a:lnTo>
                    <a:pt x="398904" y="1386849"/>
                  </a:lnTo>
                  <a:lnTo>
                    <a:pt x="399860" y="1388760"/>
                  </a:lnTo>
                  <a:lnTo>
                    <a:pt x="400338" y="1390670"/>
                  </a:lnTo>
                  <a:lnTo>
                    <a:pt x="399860" y="1391626"/>
                  </a:lnTo>
                  <a:lnTo>
                    <a:pt x="399382" y="1392581"/>
                  </a:lnTo>
                  <a:lnTo>
                    <a:pt x="398904" y="1393059"/>
                  </a:lnTo>
                  <a:lnTo>
                    <a:pt x="397949" y="1393537"/>
                  </a:lnTo>
                  <a:lnTo>
                    <a:pt x="397471" y="1396881"/>
                  </a:lnTo>
                  <a:lnTo>
                    <a:pt x="396515" y="1398792"/>
                  </a:lnTo>
                  <a:lnTo>
                    <a:pt x="395560" y="1400703"/>
                  </a:lnTo>
                  <a:lnTo>
                    <a:pt x="394127" y="1403569"/>
                  </a:lnTo>
                  <a:lnTo>
                    <a:pt x="392694" y="1405002"/>
                  </a:lnTo>
                  <a:lnTo>
                    <a:pt x="392216" y="1406913"/>
                  </a:lnTo>
                  <a:lnTo>
                    <a:pt x="391261" y="1408824"/>
                  </a:lnTo>
                  <a:lnTo>
                    <a:pt x="390305" y="1408346"/>
                  </a:lnTo>
                  <a:lnTo>
                    <a:pt x="389827" y="1407391"/>
                  </a:lnTo>
                  <a:lnTo>
                    <a:pt x="389349" y="1408824"/>
                  </a:lnTo>
                  <a:lnTo>
                    <a:pt x="388872" y="1409780"/>
                  </a:lnTo>
                  <a:lnTo>
                    <a:pt x="386483" y="1411691"/>
                  </a:lnTo>
                  <a:lnTo>
                    <a:pt x="385050" y="1413124"/>
                  </a:lnTo>
                  <a:lnTo>
                    <a:pt x="384095" y="1415512"/>
                  </a:lnTo>
                  <a:lnTo>
                    <a:pt x="384095" y="1416946"/>
                  </a:lnTo>
                  <a:lnTo>
                    <a:pt x="384095" y="1418379"/>
                  </a:lnTo>
                  <a:lnTo>
                    <a:pt x="384572" y="1419334"/>
                  </a:lnTo>
                  <a:lnTo>
                    <a:pt x="387917" y="1419812"/>
                  </a:lnTo>
                  <a:lnTo>
                    <a:pt x="390305" y="1421245"/>
                  </a:lnTo>
                  <a:lnTo>
                    <a:pt x="392216" y="1423156"/>
                  </a:lnTo>
                  <a:lnTo>
                    <a:pt x="394127" y="1425067"/>
                  </a:lnTo>
                  <a:lnTo>
                    <a:pt x="396038" y="1426978"/>
                  </a:lnTo>
                  <a:lnTo>
                    <a:pt x="396993" y="1429844"/>
                  </a:lnTo>
                  <a:lnTo>
                    <a:pt x="398426" y="1435099"/>
                  </a:lnTo>
                  <a:lnTo>
                    <a:pt x="398904" y="1440832"/>
                  </a:lnTo>
                  <a:lnTo>
                    <a:pt x="400815" y="1434144"/>
                  </a:lnTo>
                  <a:lnTo>
                    <a:pt x="402726" y="1432711"/>
                  </a:lnTo>
                  <a:lnTo>
                    <a:pt x="402249" y="1434622"/>
                  </a:lnTo>
                  <a:lnTo>
                    <a:pt x="400815" y="1437966"/>
                  </a:lnTo>
                  <a:lnTo>
                    <a:pt x="399860" y="1442265"/>
                  </a:lnTo>
                  <a:lnTo>
                    <a:pt x="399382" y="1445132"/>
                  </a:lnTo>
                  <a:lnTo>
                    <a:pt x="399860" y="1447998"/>
                  </a:lnTo>
                  <a:lnTo>
                    <a:pt x="399860" y="1449431"/>
                  </a:lnTo>
                  <a:lnTo>
                    <a:pt x="398904" y="1453731"/>
                  </a:lnTo>
                  <a:lnTo>
                    <a:pt x="399382" y="1454686"/>
                  </a:lnTo>
                  <a:lnTo>
                    <a:pt x="400338" y="1455642"/>
                  </a:lnTo>
                  <a:lnTo>
                    <a:pt x="402249" y="1457075"/>
                  </a:lnTo>
                  <a:lnTo>
                    <a:pt x="403681" y="1459464"/>
                  </a:lnTo>
                  <a:lnTo>
                    <a:pt x="404159" y="1462808"/>
                  </a:lnTo>
                  <a:lnTo>
                    <a:pt x="405115" y="1463763"/>
                  </a:lnTo>
                  <a:lnTo>
                    <a:pt x="406070" y="1464241"/>
                  </a:lnTo>
                  <a:lnTo>
                    <a:pt x="411325" y="1470929"/>
                  </a:lnTo>
                  <a:lnTo>
                    <a:pt x="414192" y="1474751"/>
                  </a:lnTo>
                  <a:lnTo>
                    <a:pt x="415625" y="1477617"/>
                  </a:lnTo>
                  <a:lnTo>
                    <a:pt x="417058" y="1480484"/>
                  </a:lnTo>
                  <a:lnTo>
                    <a:pt x="418013" y="1481439"/>
                  </a:lnTo>
                  <a:lnTo>
                    <a:pt x="418969" y="1481917"/>
                  </a:lnTo>
                  <a:lnTo>
                    <a:pt x="420880" y="1483350"/>
                  </a:lnTo>
                  <a:lnTo>
                    <a:pt x="419924" y="1484783"/>
                  </a:lnTo>
                  <a:lnTo>
                    <a:pt x="418013" y="1487649"/>
                  </a:lnTo>
                  <a:lnTo>
                    <a:pt x="417536" y="1489083"/>
                  </a:lnTo>
                  <a:lnTo>
                    <a:pt x="415625" y="1490516"/>
                  </a:lnTo>
                  <a:lnTo>
                    <a:pt x="412281" y="1491949"/>
                  </a:lnTo>
                  <a:lnTo>
                    <a:pt x="410847" y="1492427"/>
                  </a:lnTo>
                  <a:lnTo>
                    <a:pt x="410847" y="1492427"/>
                  </a:lnTo>
                  <a:lnTo>
                    <a:pt x="408936" y="1495293"/>
                  </a:lnTo>
                  <a:lnTo>
                    <a:pt x="408936" y="1495771"/>
                  </a:lnTo>
                  <a:lnTo>
                    <a:pt x="407026" y="1498637"/>
                  </a:lnTo>
                  <a:lnTo>
                    <a:pt x="405592" y="1498637"/>
                  </a:lnTo>
                  <a:lnTo>
                    <a:pt x="401293" y="1498160"/>
                  </a:lnTo>
                  <a:lnTo>
                    <a:pt x="399860" y="1498160"/>
                  </a:lnTo>
                  <a:lnTo>
                    <a:pt x="396038" y="1496726"/>
                  </a:lnTo>
                  <a:lnTo>
                    <a:pt x="395083" y="1495771"/>
                  </a:lnTo>
                  <a:lnTo>
                    <a:pt x="394604" y="1494815"/>
                  </a:lnTo>
                  <a:lnTo>
                    <a:pt x="393649" y="1492427"/>
                  </a:lnTo>
                  <a:lnTo>
                    <a:pt x="393649" y="1492427"/>
                  </a:lnTo>
                  <a:lnTo>
                    <a:pt x="392694" y="1490994"/>
                  </a:lnTo>
                  <a:lnTo>
                    <a:pt x="392694" y="1490994"/>
                  </a:lnTo>
                  <a:lnTo>
                    <a:pt x="390783" y="1490038"/>
                  </a:lnTo>
                  <a:lnTo>
                    <a:pt x="390783" y="1490038"/>
                  </a:lnTo>
                  <a:lnTo>
                    <a:pt x="389827" y="1489560"/>
                  </a:lnTo>
                  <a:lnTo>
                    <a:pt x="389349" y="1488605"/>
                  </a:lnTo>
                  <a:lnTo>
                    <a:pt x="388394" y="1487172"/>
                  </a:lnTo>
                  <a:lnTo>
                    <a:pt x="388394" y="1487172"/>
                  </a:lnTo>
                  <a:lnTo>
                    <a:pt x="386483" y="1485739"/>
                  </a:lnTo>
                  <a:lnTo>
                    <a:pt x="384572" y="1483828"/>
                  </a:lnTo>
                  <a:lnTo>
                    <a:pt x="384572" y="1483828"/>
                  </a:lnTo>
                  <a:lnTo>
                    <a:pt x="383617" y="1483350"/>
                  </a:lnTo>
                  <a:lnTo>
                    <a:pt x="382184" y="1483828"/>
                  </a:lnTo>
                  <a:lnTo>
                    <a:pt x="381228" y="1484306"/>
                  </a:lnTo>
                  <a:lnTo>
                    <a:pt x="380751" y="1483828"/>
                  </a:lnTo>
                  <a:lnTo>
                    <a:pt x="380751" y="1482395"/>
                  </a:lnTo>
                  <a:lnTo>
                    <a:pt x="380751" y="1482395"/>
                  </a:lnTo>
                  <a:lnTo>
                    <a:pt x="378362" y="1481917"/>
                  </a:lnTo>
                  <a:lnTo>
                    <a:pt x="377884" y="1481917"/>
                  </a:lnTo>
                  <a:lnTo>
                    <a:pt x="377884" y="1481439"/>
                  </a:lnTo>
                  <a:lnTo>
                    <a:pt x="375018" y="1480484"/>
                  </a:lnTo>
                  <a:lnTo>
                    <a:pt x="374062" y="1479528"/>
                  </a:lnTo>
                  <a:lnTo>
                    <a:pt x="374062" y="1479528"/>
                  </a:lnTo>
                  <a:lnTo>
                    <a:pt x="373107" y="1479528"/>
                  </a:lnTo>
                  <a:lnTo>
                    <a:pt x="370718" y="1479050"/>
                  </a:lnTo>
                  <a:lnTo>
                    <a:pt x="368807" y="1478573"/>
                  </a:lnTo>
                  <a:lnTo>
                    <a:pt x="368329" y="1477617"/>
                  </a:lnTo>
                  <a:lnTo>
                    <a:pt x="368329" y="1477617"/>
                  </a:lnTo>
                  <a:lnTo>
                    <a:pt x="366896" y="1476662"/>
                  </a:lnTo>
                  <a:lnTo>
                    <a:pt x="364508" y="1475229"/>
                  </a:lnTo>
                  <a:lnTo>
                    <a:pt x="362597" y="1474273"/>
                  </a:lnTo>
                  <a:lnTo>
                    <a:pt x="362597" y="1473795"/>
                  </a:lnTo>
                  <a:lnTo>
                    <a:pt x="363552" y="1470451"/>
                  </a:lnTo>
                  <a:lnTo>
                    <a:pt x="364508" y="1467585"/>
                  </a:lnTo>
                  <a:lnTo>
                    <a:pt x="364030" y="1467107"/>
                  </a:lnTo>
                  <a:lnTo>
                    <a:pt x="364030" y="1467107"/>
                  </a:lnTo>
                  <a:lnTo>
                    <a:pt x="363074" y="1466630"/>
                  </a:lnTo>
                  <a:lnTo>
                    <a:pt x="361163" y="1466152"/>
                  </a:lnTo>
                  <a:lnTo>
                    <a:pt x="356864" y="1466152"/>
                  </a:lnTo>
                  <a:lnTo>
                    <a:pt x="353997" y="1463285"/>
                  </a:lnTo>
                  <a:lnTo>
                    <a:pt x="353042" y="1462808"/>
                  </a:lnTo>
                  <a:lnTo>
                    <a:pt x="351609" y="1462330"/>
                  </a:lnTo>
                  <a:lnTo>
                    <a:pt x="348742" y="1461374"/>
                  </a:lnTo>
                  <a:lnTo>
                    <a:pt x="347310" y="1460897"/>
                  </a:lnTo>
                  <a:lnTo>
                    <a:pt x="346831" y="1460897"/>
                  </a:lnTo>
                  <a:lnTo>
                    <a:pt x="346831" y="1460897"/>
                  </a:lnTo>
                  <a:lnTo>
                    <a:pt x="345399" y="1464241"/>
                  </a:lnTo>
                  <a:lnTo>
                    <a:pt x="343965" y="1461852"/>
                  </a:lnTo>
                  <a:lnTo>
                    <a:pt x="343010" y="1461374"/>
                  </a:lnTo>
                  <a:lnTo>
                    <a:pt x="341577" y="1460897"/>
                  </a:lnTo>
                  <a:lnTo>
                    <a:pt x="340144" y="1460897"/>
                  </a:lnTo>
                  <a:lnTo>
                    <a:pt x="336799" y="1461852"/>
                  </a:lnTo>
                  <a:lnTo>
                    <a:pt x="334411" y="1463285"/>
                  </a:lnTo>
                  <a:lnTo>
                    <a:pt x="332022" y="1464241"/>
                  </a:lnTo>
                  <a:lnTo>
                    <a:pt x="330111" y="1464718"/>
                  </a:lnTo>
                  <a:lnTo>
                    <a:pt x="329156" y="1465674"/>
                  </a:lnTo>
                  <a:lnTo>
                    <a:pt x="326767" y="1465196"/>
                  </a:lnTo>
                  <a:lnTo>
                    <a:pt x="325334" y="1464718"/>
                  </a:lnTo>
                  <a:lnTo>
                    <a:pt x="324856" y="1464241"/>
                  </a:lnTo>
                  <a:lnTo>
                    <a:pt x="325334" y="1463285"/>
                  </a:lnTo>
                  <a:lnTo>
                    <a:pt x="326289" y="1462330"/>
                  </a:lnTo>
                  <a:lnTo>
                    <a:pt x="326289" y="1461374"/>
                  </a:lnTo>
                  <a:lnTo>
                    <a:pt x="325812" y="1460897"/>
                  </a:lnTo>
                  <a:lnTo>
                    <a:pt x="325812" y="1460897"/>
                  </a:lnTo>
                  <a:lnTo>
                    <a:pt x="322945" y="1459464"/>
                  </a:lnTo>
                  <a:lnTo>
                    <a:pt x="321512" y="1458508"/>
                  </a:lnTo>
                  <a:lnTo>
                    <a:pt x="317212" y="1457075"/>
                  </a:lnTo>
                  <a:lnTo>
                    <a:pt x="311958" y="1455164"/>
                  </a:lnTo>
                  <a:lnTo>
                    <a:pt x="310524" y="1453731"/>
                  </a:lnTo>
                  <a:lnTo>
                    <a:pt x="310047" y="1452298"/>
                  </a:lnTo>
                  <a:lnTo>
                    <a:pt x="308135" y="1451342"/>
                  </a:lnTo>
                  <a:lnTo>
                    <a:pt x="305747" y="1450387"/>
                  </a:lnTo>
                  <a:lnTo>
                    <a:pt x="303836" y="1450865"/>
                  </a:lnTo>
                  <a:lnTo>
                    <a:pt x="301925" y="1450865"/>
                  </a:lnTo>
                  <a:lnTo>
                    <a:pt x="299059" y="1449431"/>
                  </a:lnTo>
                  <a:lnTo>
                    <a:pt x="296192" y="1448953"/>
                  </a:lnTo>
                  <a:lnTo>
                    <a:pt x="292848" y="1449431"/>
                  </a:lnTo>
                  <a:lnTo>
                    <a:pt x="292371" y="1449909"/>
                  </a:lnTo>
                  <a:lnTo>
                    <a:pt x="291415" y="1449909"/>
                  </a:lnTo>
                  <a:lnTo>
                    <a:pt x="282338" y="1449431"/>
                  </a:lnTo>
                  <a:lnTo>
                    <a:pt x="279949" y="1447998"/>
                  </a:lnTo>
                  <a:lnTo>
                    <a:pt x="278039" y="1446565"/>
                  </a:lnTo>
                  <a:lnTo>
                    <a:pt x="272306" y="1445609"/>
                  </a:lnTo>
                  <a:lnTo>
                    <a:pt x="269440" y="1444176"/>
                  </a:lnTo>
                  <a:lnTo>
                    <a:pt x="266573" y="1442743"/>
                  </a:lnTo>
                  <a:lnTo>
                    <a:pt x="263707" y="1441310"/>
                  </a:lnTo>
                  <a:lnTo>
                    <a:pt x="261318" y="1441788"/>
                  </a:lnTo>
                  <a:lnTo>
                    <a:pt x="257496" y="1441310"/>
                  </a:lnTo>
                  <a:lnTo>
                    <a:pt x="253674" y="1440832"/>
                  </a:lnTo>
                  <a:lnTo>
                    <a:pt x="252719" y="1440832"/>
                  </a:lnTo>
                  <a:lnTo>
                    <a:pt x="251286" y="1442743"/>
                  </a:lnTo>
                  <a:lnTo>
                    <a:pt x="251286" y="1442743"/>
                  </a:lnTo>
                  <a:lnTo>
                    <a:pt x="250330" y="1444176"/>
                  </a:lnTo>
                  <a:lnTo>
                    <a:pt x="250330" y="1444176"/>
                  </a:lnTo>
                  <a:lnTo>
                    <a:pt x="248419" y="1443221"/>
                  </a:lnTo>
                  <a:lnTo>
                    <a:pt x="241253" y="1436533"/>
                  </a:lnTo>
                  <a:lnTo>
                    <a:pt x="237432" y="1432233"/>
                  </a:lnTo>
                  <a:lnTo>
                    <a:pt x="225489" y="1422678"/>
                  </a:lnTo>
                  <a:lnTo>
                    <a:pt x="224055" y="1421723"/>
                  </a:lnTo>
                  <a:lnTo>
                    <a:pt x="217367" y="1420290"/>
                  </a:lnTo>
                  <a:lnTo>
                    <a:pt x="214978" y="1419334"/>
                  </a:lnTo>
                  <a:lnTo>
                    <a:pt x="208290" y="1412168"/>
                  </a:lnTo>
                  <a:lnTo>
                    <a:pt x="205424" y="1413124"/>
                  </a:lnTo>
                  <a:lnTo>
                    <a:pt x="202557" y="1412646"/>
                  </a:lnTo>
                  <a:lnTo>
                    <a:pt x="201124" y="1412168"/>
                  </a:lnTo>
                  <a:lnTo>
                    <a:pt x="199691" y="1411213"/>
                  </a:lnTo>
                  <a:lnTo>
                    <a:pt x="198258" y="1409780"/>
                  </a:lnTo>
                  <a:lnTo>
                    <a:pt x="196825" y="1406913"/>
                  </a:lnTo>
                  <a:lnTo>
                    <a:pt x="195391" y="1405002"/>
                  </a:lnTo>
                  <a:lnTo>
                    <a:pt x="190137" y="1402614"/>
                  </a:lnTo>
                  <a:lnTo>
                    <a:pt x="184403" y="1401181"/>
                  </a:lnTo>
                  <a:lnTo>
                    <a:pt x="183926" y="1400703"/>
                  </a:lnTo>
                  <a:lnTo>
                    <a:pt x="183926" y="1399747"/>
                  </a:lnTo>
                  <a:lnTo>
                    <a:pt x="188703" y="1397836"/>
                  </a:lnTo>
                  <a:lnTo>
                    <a:pt x="190137" y="1396881"/>
                  </a:lnTo>
                  <a:lnTo>
                    <a:pt x="187748" y="1395448"/>
                  </a:lnTo>
                  <a:lnTo>
                    <a:pt x="186792" y="1395448"/>
                  </a:lnTo>
                  <a:lnTo>
                    <a:pt x="185837" y="1394970"/>
                  </a:lnTo>
                  <a:lnTo>
                    <a:pt x="187270" y="1394015"/>
                  </a:lnTo>
                  <a:lnTo>
                    <a:pt x="188703" y="1393537"/>
                  </a:lnTo>
                  <a:lnTo>
                    <a:pt x="191092" y="1394492"/>
                  </a:lnTo>
                  <a:lnTo>
                    <a:pt x="193480" y="1396403"/>
                  </a:lnTo>
                  <a:lnTo>
                    <a:pt x="195391" y="1397359"/>
                  </a:lnTo>
                  <a:lnTo>
                    <a:pt x="196825" y="1396403"/>
                  </a:lnTo>
                  <a:lnTo>
                    <a:pt x="203991" y="1394492"/>
                  </a:lnTo>
                  <a:lnTo>
                    <a:pt x="204946" y="1393537"/>
                  </a:lnTo>
                  <a:lnTo>
                    <a:pt x="204946" y="1391626"/>
                  </a:lnTo>
                  <a:lnTo>
                    <a:pt x="203991" y="1391626"/>
                  </a:lnTo>
                  <a:lnTo>
                    <a:pt x="203513" y="1391626"/>
                  </a:lnTo>
                  <a:lnTo>
                    <a:pt x="203513" y="1389715"/>
                  </a:lnTo>
                  <a:lnTo>
                    <a:pt x="204468" y="1387326"/>
                  </a:lnTo>
                  <a:lnTo>
                    <a:pt x="207812" y="1383504"/>
                  </a:lnTo>
                  <a:lnTo>
                    <a:pt x="209723" y="1378250"/>
                  </a:lnTo>
                  <a:lnTo>
                    <a:pt x="211634" y="1377294"/>
                  </a:lnTo>
                  <a:lnTo>
                    <a:pt x="212590" y="1378250"/>
                  </a:lnTo>
                  <a:lnTo>
                    <a:pt x="212590" y="1379205"/>
                  </a:lnTo>
                  <a:lnTo>
                    <a:pt x="212590" y="1380160"/>
                  </a:lnTo>
                  <a:lnTo>
                    <a:pt x="214023" y="1378250"/>
                  </a:lnTo>
                  <a:lnTo>
                    <a:pt x="214978" y="1375861"/>
                  </a:lnTo>
                  <a:lnTo>
                    <a:pt x="217367" y="1375861"/>
                  </a:lnTo>
                  <a:lnTo>
                    <a:pt x="219278" y="1376339"/>
                  </a:lnTo>
                  <a:lnTo>
                    <a:pt x="221189" y="1376339"/>
                  </a:lnTo>
                  <a:lnTo>
                    <a:pt x="217367" y="1372039"/>
                  </a:lnTo>
                  <a:lnTo>
                    <a:pt x="212590" y="1368217"/>
                  </a:lnTo>
                  <a:lnTo>
                    <a:pt x="210679" y="1368217"/>
                  </a:lnTo>
                  <a:lnTo>
                    <a:pt x="209723" y="1367739"/>
                  </a:lnTo>
                  <a:lnTo>
                    <a:pt x="207335" y="1364395"/>
                  </a:lnTo>
                  <a:lnTo>
                    <a:pt x="206379" y="1362007"/>
                  </a:lnTo>
                  <a:lnTo>
                    <a:pt x="208768" y="1362007"/>
                  </a:lnTo>
                  <a:lnTo>
                    <a:pt x="210679" y="1362485"/>
                  </a:lnTo>
                  <a:lnTo>
                    <a:pt x="214501" y="1360574"/>
                  </a:lnTo>
                  <a:lnTo>
                    <a:pt x="215934" y="1360096"/>
                  </a:lnTo>
                  <a:lnTo>
                    <a:pt x="217845" y="1360574"/>
                  </a:lnTo>
                  <a:lnTo>
                    <a:pt x="221189" y="1361051"/>
                  </a:lnTo>
                  <a:lnTo>
                    <a:pt x="220711" y="1359140"/>
                  </a:lnTo>
                  <a:lnTo>
                    <a:pt x="219756" y="1357229"/>
                  </a:lnTo>
                  <a:lnTo>
                    <a:pt x="223578" y="1355319"/>
                  </a:lnTo>
                  <a:lnTo>
                    <a:pt x="226921" y="1354841"/>
                  </a:lnTo>
                  <a:lnTo>
                    <a:pt x="233610" y="1351497"/>
                  </a:lnTo>
                  <a:lnTo>
                    <a:pt x="236476" y="1351019"/>
                  </a:lnTo>
                  <a:lnTo>
                    <a:pt x="236954" y="1350063"/>
                  </a:lnTo>
                  <a:lnTo>
                    <a:pt x="236954" y="1349108"/>
                  </a:lnTo>
                  <a:lnTo>
                    <a:pt x="235998" y="1346719"/>
                  </a:lnTo>
                  <a:lnTo>
                    <a:pt x="235043" y="1344809"/>
                  </a:lnTo>
                  <a:lnTo>
                    <a:pt x="231699" y="1344809"/>
                  </a:lnTo>
                  <a:lnTo>
                    <a:pt x="229788" y="1347675"/>
                  </a:lnTo>
                  <a:lnTo>
                    <a:pt x="224533" y="1348153"/>
                  </a:lnTo>
                  <a:lnTo>
                    <a:pt x="222144" y="1348153"/>
                  </a:lnTo>
                  <a:lnTo>
                    <a:pt x="224055" y="1346719"/>
                  </a:lnTo>
                  <a:lnTo>
                    <a:pt x="225966" y="1345764"/>
                  </a:lnTo>
                  <a:lnTo>
                    <a:pt x="226444" y="1345286"/>
                  </a:lnTo>
                  <a:lnTo>
                    <a:pt x="222622" y="1345764"/>
                  </a:lnTo>
                  <a:lnTo>
                    <a:pt x="220711" y="1347675"/>
                  </a:lnTo>
                  <a:lnTo>
                    <a:pt x="215456" y="1349586"/>
                  </a:lnTo>
                  <a:lnTo>
                    <a:pt x="215456" y="1348630"/>
                  </a:lnTo>
                  <a:lnTo>
                    <a:pt x="215456" y="1347675"/>
                  </a:lnTo>
                  <a:lnTo>
                    <a:pt x="215456" y="1346242"/>
                  </a:lnTo>
                  <a:lnTo>
                    <a:pt x="216412" y="1345764"/>
                  </a:lnTo>
                  <a:lnTo>
                    <a:pt x="216889" y="1345286"/>
                  </a:lnTo>
                  <a:lnTo>
                    <a:pt x="216889" y="1344809"/>
                  </a:lnTo>
                  <a:lnTo>
                    <a:pt x="215934" y="1344331"/>
                  </a:lnTo>
                  <a:lnTo>
                    <a:pt x="215456" y="1344331"/>
                  </a:lnTo>
                  <a:lnTo>
                    <a:pt x="215456" y="1343375"/>
                  </a:lnTo>
                  <a:lnTo>
                    <a:pt x="215456" y="1342897"/>
                  </a:lnTo>
                  <a:lnTo>
                    <a:pt x="215934" y="1341942"/>
                  </a:lnTo>
                  <a:lnTo>
                    <a:pt x="216412" y="1340987"/>
                  </a:lnTo>
                  <a:lnTo>
                    <a:pt x="216412" y="1339076"/>
                  </a:lnTo>
                  <a:lnTo>
                    <a:pt x="216889" y="1337165"/>
                  </a:lnTo>
                  <a:lnTo>
                    <a:pt x="218323" y="1335732"/>
                  </a:lnTo>
                  <a:lnTo>
                    <a:pt x="221189" y="1335254"/>
                  </a:lnTo>
                  <a:lnTo>
                    <a:pt x="224055" y="1334298"/>
                  </a:lnTo>
                  <a:lnTo>
                    <a:pt x="225489" y="1332865"/>
                  </a:lnTo>
                  <a:lnTo>
                    <a:pt x="227399" y="1329521"/>
                  </a:lnTo>
                  <a:lnTo>
                    <a:pt x="229310" y="1329043"/>
                  </a:lnTo>
                  <a:lnTo>
                    <a:pt x="232176" y="1329521"/>
                  </a:lnTo>
                  <a:lnTo>
                    <a:pt x="234087" y="1329521"/>
                  </a:lnTo>
                  <a:lnTo>
                    <a:pt x="238865" y="1329999"/>
                  </a:lnTo>
                  <a:lnTo>
                    <a:pt x="244120" y="1329521"/>
                  </a:lnTo>
                  <a:lnTo>
                    <a:pt x="245553" y="1329521"/>
                  </a:lnTo>
                  <a:lnTo>
                    <a:pt x="246508" y="1328566"/>
                  </a:lnTo>
                  <a:lnTo>
                    <a:pt x="246508" y="1326177"/>
                  </a:lnTo>
                  <a:lnTo>
                    <a:pt x="247464" y="1324266"/>
                  </a:lnTo>
                  <a:lnTo>
                    <a:pt x="248419" y="1320922"/>
                  </a:lnTo>
                  <a:lnTo>
                    <a:pt x="248419" y="1320922"/>
                  </a:lnTo>
                  <a:lnTo>
                    <a:pt x="250330" y="1319011"/>
                  </a:lnTo>
                  <a:lnTo>
                    <a:pt x="250330" y="1318056"/>
                  </a:lnTo>
                  <a:lnTo>
                    <a:pt x="249853" y="1318056"/>
                  </a:lnTo>
                  <a:lnTo>
                    <a:pt x="249853" y="1318056"/>
                  </a:lnTo>
                  <a:lnTo>
                    <a:pt x="249375" y="1317578"/>
                  </a:lnTo>
                  <a:lnTo>
                    <a:pt x="249375" y="1317578"/>
                  </a:lnTo>
                  <a:lnTo>
                    <a:pt x="248419" y="1317578"/>
                  </a:lnTo>
                  <a:lnTo>
                    <a:pt x="247942" y="1317100"/>
                  </a:lnTo>
                  <a:lnTo>
                    <a:pt x="247942" y="1316145"/>
                  </a:lnTo>
                  <a:lnTo>
                    <a:pt x="248897" y="1315667"/>
                  </a:lnTo>
                  <a:lnTo>
                    <a:pt x="248419" y="1314234"/>
                  </a:lnTo>
                  <a:lnTo>
                    <a:pt x="248419" y="1313756"/>
                  </a:lnTo>
                  <a:lnTo>
                    <a:pt x="247942" y="1311845"/>
                  </a:lnTo>
                  <a:lnTo>
                    <a:pt x="247464" y="1310412"/>
                  </a:lnTo>
                  <a:lnTo>
                    <a:pt x="247464" y="1310412"/>
                  </a:lnTo>
                  <a:lnTo>
                    <a:pt x="246508" y="1309934"/>
                  </a:lnTo>
                  <a:lnTo>
                    <a:pt x="246031" y="1309456"/>
                  </a:lnTo>
                  <a:lnTo>
                    <a:pt x="243642" y="1308979"/>
                  </a:lnTo>
                  <a:lnTo>
                    <a:pt x="244598" y="1307068"/>
                  </a:lnTo>
                  <a:lnTo>
                    <a:pt x="245075" y="1305157"/>
                  </a:lnTo>
                  <a:lnTo>
                    <a:pt x="246031" y="1304202"/>
                  </a:lnTo>
                  <a:lnTo>
                    <a:pt x="246986" y="1303246"/>
                  </a:lnTo>
                  <a:lnTo>
                    <a:pt x="248897" y="1303724"/>
                  </a:lnTo>
                  <a:lnTo>
                    <a:pt x="250808" y="1303246"/>
                  </a:lnTo>
                  <a:lnTo>
                    <a:pt x="250808" y="1302768"/>
                  </a:lnTo>
                  <a:lnTo>
                    <a:pt x="250808" y="1302768"/>
                  </a:lnTo>
                  <a:lnTo>
                    <a:pt x="250808" y="1301813"/>
                  </a:lnTo>
                  <a:lnTo>
                    <a:pt x="250808" y="1301813"/>
                  </a:lnTo>
                  <a:lnTo>
                    <a:pt x="248419" y="1301335"/>
                  </a:lnTo>
                  <a:lnTo>
                    <a:pt x="246031" y="1300380"/>
                  </a:lnTo>
                  <a:lnTo>
                    <a:pt x="245075" y="1299424"/>
                  </a:lnTo>
                  <a:lnTo>
                    <a:pt x="245075" y="1298946"/>
                  </a:lnTo>
                  <a:lnTo>
                    <a:pt x="244598" y="1297513"/>
                  </a:lnTo>
                  <a:lnTo>
                    <a:pt x="246031" y="1297036"/>
                  </a:lnTo>
                  <a:lnTo>
                    <a:pt x="248897" y="1296080"/>
                  </a:lnTo>
                  <a:lnTo>
                    <a:pt x="250330" y="1294169"/>
                  </a:lnTo>
                  <a:lnTo>
                    <a:pt x="252241" y="1292258"/>
                  </a:lnTo>
                  <a:lnTo>
                    <a:pt x="253197" y="1290825"/>
                  </a:lnTo>
                  <a:lnTo>
                    <a:pt x="253674" y="1289392"/>
                  </a:lnTo>
                  <a:lnTo>
                    <a:pt x="253197" y="1287481"/>
                  </a:lnTo>
                  <a:lnTo>
                    <a:pt x="253197" y="1287481"/>
                  </a:lnTo>
                  <a:lnTo>
                    <a:pt x="252241" y="1286048"/>
                  </a:lnTo>
                  <a:lnTo>
                    <a:pt x="252241" y="1284137"/>
                  </a:lnTo>
                  <a:lnTo>
                    <a:pt x="252719" y="1282704"/>
                  </a:lnTo>
                  <a:lnTo>
                    <a:pt x="252719" y="1282704"/>
                  </a:lnTo>
                  <a:lnTo>
                    <a:pt x="252719" y="1281748"/>
                  </a:lnTo>
                  <a:lnTo>
                    <a:pt x="252241" y="1281748"/>
                  </a:lnTo>
                  <a:lnTo>
                    <a:pt x="252241" y="1281748"/>
                  </a:lnTo>
                  <a:lnTo>
                    <a:pt x="251286" y="1281270"/>
                  </a:lnTo>
                  <a:lnTo>
                    <a:pt x="249853" y="1281270"/>
                  </a:lnTo>
                  <a:lnTo>
                    <a:pt x="248419" y="1282226"/>
                  </a:lnTo>
                  <a:lnTo>
                    <a:pt x="246508" y="1281748"/>
                  </a:lnTo>
                  <a:lnTo>
                    <a:pt x="243642" y="1279837"/>
                  </a:lnTo>
                  <a:lnTo>
                    <a:pt x="243642" y="1279837"/>
                  </a:lnTo>
                  <a:lnTo>
                    <a:pt x="240298" y="1277449"/>
                  </a:lnTo>
                  <a:lnTo>
                    <a:pt x="238387" y="1277449"/>
                  </a:lnTo>
                  <a:lnTo>
                    <a:pt x="236954" y="1276971"/>
                  </a:lnTo>
                  <a:lnTo>
                    <a:pt x="235998" y="1276015"/>
                  </a:lnTo>
                  <a:lnTo>
                    <a:pt x="235043" y="1274582"/>
                  </a:lnTo>
                  <a:lnTo>
                    <a:pt x="235043" y="1274582"/>
                  </a:lnTo>
                  <a:lnTo>
                    <a:pt x="234565" y="1274104"/>
                  </a:lnTo>
                  <a:lnTo>
                    <a:pt x="233132" y="1274582"/>
                  </a:lnTo>
                  <a:lnTo>
                    <a:pt x="231699" y="1275060"/>
                  </a:lnTo>
                  <a:lnTo>
                    <a:pt x="229310" y="1275060"/>
                  </a:lnTo>
                  <a:lnTo>
                    <a:pt x="226444" y="1273149"/>
                  </a:lnTo>
                  <a:lnTo>
                    <a:pt x="224055" y="1271238"/>
                  </a:lnTo>
                  <a:lnTo>
                    <a:pt x="222144" y="1271238"/>
                  </a:lnTo>
                  <a:lnTo>
                    <a:pt x="220233" y="1270760"/>
                  </a:lnTo>
                  <a:lnTo>
                    <a:pt x="216412" y="1268372"/>
                  </a:lnTo>
                  <a:lnTo>
                    <a:pt x="215456" y="1268372"/>
                  </a:lnTo>
                  <a:lnTo>
                    <a:pt x="214501" y="1269327"/>
                  </a:lnTo>
                  <a:lnTo>
                    <a:pt x="214501" y="1271238"/>
                  </a:lnTo>
                  <a:lnTo>
                    <a:pt x="214023" y="1271716"/>
                  </a:lnTo>
                  <a:lnTo>
                    <a:pt x="213545" y="1271716"/>
                  </a:lnTo>
                  <a:lnTo>
                    <a:pt x="212112" y="1272194"/>
                  </a:lnTo>
                  <a:lnTo>
                    <a:pt x="210201" y="1270760"/>
                  </a:lnTo>
                  <a:lnTo>
                    <a:pt x="205424" y="1266939"/>
                  </a:lnTo>
                  <a:lnTo>
                    <a:pt x="205424" y="1266939"/>
                  </a:lnTo>
                  <a:lnTo>
                    <a:pt x="203513" y="1264072"/>
                  </a:lnTo>
                  <a:lnTo>
                    <a:pt x="203035" y="1261683"/>
                  </a:lnTo>
                  <a:lnTo>
                    <a:pt x="203035" y="1261683"/>
                  </a:lnTo>
                  <a:lnTo>
                    <a:pt x="201124" y="1260250"/>
                  </a:lnTo>
                  <a:lnTo>
                    <a:pt x="201124" y="1260250"/>
                  </a:lnTo>
                  <a:lnTo>
                    <a:pt x="201124" y="1260250"/>
                  </a:lnTo>
                  <a:lnTo>
                    <a:pt x="199691" y="1258339"/>
                  </a:lnTo>
                  <a:lnTo>
                    <a:pt x="198258" y="1257862"/>
                  </a:lnTo>
                  <a:lnTo>
                    <a:pt x="196347" y="1258817"/>
                  </a:lnTo>
                  <a:lnTo>
                    <a:pt x="194914" y="1259773"/>
                  </a:lnTo>
                  <a:lnTo>
                    <a:pt x="193958" y="1259773"/>
                  </a:lnTo>
                  <a:lnTo>
                    <a:pt x="191092" y="1260250"/>
                  </a:lnTo>
                  <a:lnTo>
                    <a:pt x="186792" y="1261683"/>
                  </a:lnTo>
                  <a:lnTo>
                    <a:pt x="185359" y="1263117"/>
                  </a:lnTo>
                  <a:lnTo>
                    <a:pt x="183926" y="1264072"/>
                  </a:lnTo>
                  <a:lnTo>
                    <a:pt x="182493" y="1263117"/>
                  </a:lnTo>
                  <a:lnTo>
                    <a:pt x="181537" y="1262161"/>
                  </a:lnTo>
                  <a:lnTo>
                    <a:pt x="181537" y="1262161"/>
                  </a:lnTo>
                  <a:lnTo>
                    <a:pt x="178671" y="1261683"/>
                  </a:lnTo>
                  <a:lnTo>
                    <a:pt x="177716" y="1262161"/>
                  </a:lnTo>
                  <a:lnTo>
                    <a:pt x="176282" y="1261206"/>
                  </a:lnTo>
                  <a:lnTo>
                    <a:pt x="176282" y="1261206"/>
                  </a:lnTo>
                  <a:lnTo>
                    <a:pt x="175327" y="1259773"/>
                  </a:lnTo>
                  <a:lnTo>
                    <a:pt x="175327" y="1259295"/>
                  </a:lnTo>
                  <a:lnTo>
                    <a:pt x="173894" y="1258339"/>
                  </a:lnTo>
                  <a:lnTo>
                    <a:pt x="173894" y="1258339"/>
                  </a:lnTo>
                  <a:lnTo>
                    <a:pt x="171505" y="1257862"/>
                  </a:lnTo>
                  <a:lnTo>
                    <a:pt x="169594" y="1257384"/>
                  </a:lnTo>
                  <a:lnTo>
                    <a:pt x="167683" y="1258339"/>
                  </a:lnTo>
                  <a:lnTo>
                    <a:pt x="165294" y="1260250"/>
                  </a:lnTo>
                  <a:lnTo>
                    <a:pt x="163384" y="1259295"/>
                  </a:lnTo>
                  <a:lnTo>
                    <a:pt x="162428" y="1257384"/>
                  </a:lnTo>
                  <a:lnTo>
                    <a:pt x="162428" y="1257384"/>
                  </a:lnTo>
                  <a:lnTo>
                    <a:pt x="161473" y="1256906"/>
                  </a:lnTo>
                  <a:lnTo>
                    <a:pt x="160039" y="1254518"/>
                  </a:lnTo>
                  <a:lnTo>
                    <a:pt x="159562" y="1252607"/>
                  </a:lnTo>
                  <a:lnTo>
                    <a:pt x="160039" y="1251651"/>
                  </a:lnTo>
                  <a:lnTo>
                    <a:pt x="160517" y="1250696"/>
                  </a:lnTo>
                  <a:lnTo>
                    <a:pt x="160517" y="1250696"/>
                  </a:lnTo>
                  <a:lnTo>
                    <a:pt x="160517" y="1249263"/>
                  </a:lnTo>
                  <a:lnTo>
                    <a:pt x="160517" y="1249263"/>
                  </a:lnTo>
                  <a:lnTo>
                    <a:pt x="160039" y="1248307"/>
                  </a:lnTo>
                  <a:lnTo>
                    <a:pt x="159562" y="1247352"/>
                  </a:lnTo>
                  <a:lnTo>
                    <a:pt x="158607" y="1244485"/>
                  </a:lnTo>
                  <a:lnTo>
                    <a:pt x="158607" y="1244008"/>
                  </a:lnTo>
                  <a:lnTo>
                    <a:pt x="158128" y="1243052"/>
                  </a:lnTo>
                  <a:lnTo>
                    <a:pt x="157651" y="1242097"/>
                  </a:lnTo>
                  <a:lnTo>
                    <a:pt x="158607" y="1240663"/>
                  </a:lnTo>
                  <a:lnTo>
                    <a:pt x="158607" y="1240663"/>
                  </a:lnTo>
                  <a:lnTo>
                    <a:pt x="158128" y="1240186"/>
                  </a:lnTo>
                  <a:lnTo>
                    <a:pt x="157651" y="1240186"/>
                  </a:lnTo>
                  <a:lnTo>
                    <a:pt x="157173" y="1240186"/>
                  </a:lnTo>
                  <a:lnTo>
                    <a:pt x="155740" y="1240186"/>
                  </a:lnTo>
                  <a:lnTo>
                    <a:pt x="154784" y="1239708"/>
                  </a:lnTo>
                  <a:lnTo>
                    <a:pt x="153829" y="1237797"/>
                  </a:lnTo>
                  <a:lnTo>
                    <a:pt x="153829" y="1236364"/>
                  </a:lnTo>
                  <a:lnTo>
                    <a:pt x="153351" y="1236364"/>
                  </a:lnTo>
                  <a:lnTo>
                    <a:pt x="152873" y="1235408"/>
                  </a:lnTo>
                  <a:lnTo>
                    <a:pt x="152873" y="1235408"/>
                  </a:lnTo>
                  <a:lnTo>
                    <a:pt x="151441" y="1235408"/>
                  </a:lnTo>
                  <a:lnTo>
                    <a:pt x="149052" y="1235886"/>
                  </a:lnTo>
                  <a:lnTo>
                    <a:pt x="147141" y="1236364"/>
                  </a:lnTo>
                  <a:lnTo>
                    <a:pt x="146185" y="1236364"/>
                  </a:lnTo>
                  <a:lnTo>
                    <a:pt x="144275" y="1235408"/>
                  </a:lnTo>
                  <a:lnTo>
                    <a:pt x="141408" y="1234453"/>
                  </a:lnTo>
                  <a:lnTo>
                    <a:pt x="136631" y="1234453"/>
                  </a:lnTo>
                  <a:lnTo>
                    <a:pt x="136153" y="1233975"/>
                  </a:lnTo>
                  <a:lnTo>
                    <a:pt x="136631" y="1233497"/>
                  </a:lnTo>
                  <a:lnTo>
                    <a:pt x="137586" y="1232542"/>
                  </a:lnTo>
                  <a:lnTo>
                    <a:pt x="137586" y="1232542"/>
                  </a:lnTo>
                  <a:lnTo>
                    <a:pt x="137109" y="1231587"/>
                  </a:lnTo>
                  <a:lnTo>
                    <a:pt x="137109" y="1231587"/>
                  </a:lnTo>
                  <a:lnTo>
                    <a:pt x="136631" y="1231109"/>
                  </a:lnTo>
                  <a:lnTo>
                    <a:pt x="136153" y="1229198"/>
                  </a:lnTo>
                  <a:lnTo>
                    <a:pt x="136153" y="1227287"/>
                  </a:lnTo>
                  <a:lnTo>
                    <a:pt x="135675" y="1225376"/>
                  </a:lnTo>
                  <a:lnTo>
                    <a:pt x="135675" y="1225376"/>
                  </a:lnTo>
                  <a:lnTo>
                    <a:pt x="134720" y="1223943"/>
                  </a:lnTo>
                  <a:lnTo>
                    <a:pt x="134242" y="1222988"/>
                  </a:lnTo>
                  <a:lnTo>
                    <a:pt x="134242" y="1221554"/>
                  </a:lnTo>
                  <a:lnTo>
                    <a:pt x="136631" y="1221554"/>
                  </a:lnTo>
                  <a:lnTo>
                    <a:pt x="139497" y="1220599"/>
                  </a:lnTo>
                  <a:lnTo>
                    <a:pt x="139975" y="1220121"/>
                  </a:lnTo>
                  <a:lnTo>
                    <a:pt x="139975" y="1219643"/>
                  </a:lnTo>
                  <a:lnTo>
                    <a:pt x="139975" y="1219643"/>
                  </a:lnTo>
                  <a:lnTo>
                    <a:pt x="139975" y="1218688"/>
                  </a:lnTo>
                  <a:lnTo>
                    <a:pt x="139975" y="1218688"/>
                  </a:lnTo>
                  <a:lnTo>
                    <a:pt x="139975" y="1218688"/>
                  </a:lnTo>
                  <a:lnTo>
                    <a:pt x="134242" y="1212955"/>
                  </a:lnTo>
                  <a:lnTo>
                    <a:pt x="132331" y="1207700"/>
                  </a:lnTo>
                  <a:lnTo>
                    <a:pt x="130420" y="1204834"/>
                  </a:lnTo>
                  <a:lnTo>
                    <a:pt x="130420" y="1204834"/>
                  </a:lnTo>
                  <a:lnTo>
                    <a:pt x="128509" y="1202923"/>
                  </a:lnTo>
                  <a:lnTo>
                    <a:pt x="126598" y="1201967"/>
                  </a:lnTo>
                  <a:lnTo>
                    <a:pt x="126598" y="1201967"/>
                  </a:lnTo>
                  <a:lnTo>
                    <a:pt x="124210" y="1202445"/>
                  </a:lnTo>
                  <a:lnTo>
                    <a:pt x="120866" y="1202445"/>
                  </a:lnTo>
                  <a:lnTo>
                    <a:pt x="117521" y="1201967"/>
                  </a:lnTo>
                  <a:lnTo>
                    <a:pt x="115133" y="1201967"/>
                  </a:lnTo>
                  <a:lnTo>
                    <a:pt x="109878" y="1204834"/>
                  </a:lnTo>
                  <a:lnTo>
                    <a:pt x="108445" y="1204834"/>
                  </a:lnTo>
                  <a:lnTo>
                    <a:pt x="105100" y="1203878"/>
                  </a:lnTo>
                  <a:lnTo>
                    <a:pt x="102234" y="1202923"/>
                  </a:lnTo>
                  <a:lnTo>
                    <a:pt x="100801" y="1203401"/>
                  </a:lnTo>
                  <a:lnTo>
                    <a:pt x="99846" y="1203401"/>
                  </a:lnTo>
                  <a:lnTo>
                    <a:pt x="99368" y="1204356"/>
                  </a:lnTo>
                  <a:lnTo>
                    <a:pt x="97935" y="1209133"/>
                  </a:lnTo>
                  <a:lnTo>
                    <a:pt x="96502" y="1209611"/>
                  </a:lnTo>
                  <a:lnTo>
                    <a:pt x="94591" y="1210567"/>
                  </a:lnTo>
                  <a:lnTo>
                    <a:pt x="93157" y="1211044"/>
                  </a:lnTo>
                  <a:lnTo>
                    <a:pt x="91724" y="1211044"/>
                  </a:lnTo>
                  <a:lnTo>
                    <a:pt x="89813" y="1210089"/>
                  </a:lnTo>
                  <a:lnTo>
                    <a:pt x="87902" y="1209133"/>
                  </a:lnTo>
                  <a:lnTo>
                    <a:pt x="87425" y="1209133"/>
                  </a:lnTo>
                  <a:lnTo>
                    <a:pt x="87425" y="1208656"/>
                  </a:lnTo>
                  <a:lnTo>
                    <a:pt x="85991" y="1205789"/>
                  </a:lnTo>
                  <a:lnTo>
                    <a:pt x="85036" y="1204834"/>
                  </a:lnTo>
                  <a:lnTo>
                    <a:pt x="85036" y="1204356"/>
                  </a:lnTo>
                  <a:lnTo>
                    <a:pt x="84080" y="1203878"/>
                  </a:lnTo>
                  <a:lnTo>
                    <a:pt x="84080" y="1202923"/>
                  </a:lnTo>
                  <a:lnTo>
                    <a:pt x="84080" y="1202923"/>
                  </a:lnTo>
                  <a:lnTo>
                    <a:pt x="84080" y="1199579"/>
                  </a:lnTo>
                  <a:lnTo>
                    <a:pt x="84080" y="1196712"/>
                  </a:lnTo>
                  <a:lnTo>
                    <a:pt x="84558" y="1196235"/>
                  </a:lnTo>
                  <a:lnTo>
                    <a:pt x="84558" y="1196235"/>
                  </a:lnTo>
                  <a:lnTo>
                    <a:pt x="82647" y="1193368"/>
                  </a:lnTo>
                  <a:lnTo>
                    <a:pt x="82647" y="1191457"/>
                  </a:lnTo>
                  <a:lnTo>
                    <a:pt x="82647" y="1191457"/>
                  </a:lnTo>
                  <a:lnTo>
                    <a:pt x="83603" y="1190502"/>
                  </a:lnTo>
                  <a:lnTo>
                    <a:pt x="83603" y="1190502"/>
                  </a:lnTo>
                  <a:lnTo>
                    <a:pt x="83603" y="1190024"/>
                  </a:lnTo>
                  <a:lnTo>
                    <a:pt x="83125" y="1188591"/>
                  </a:lnTo>
                  <a:lnTo>
                    <a:pt x="81214" y="1186680"/>
                  </a:lnTo>
                  <a:lnTo>
                    <a:pt x="79303" y="1184769"/>
                  </a:lnTo>
                  <a:lnTo>
                    <a:pt x="78348" y="1182858"/>
                  </a:lnTo>
                  <a:lnTo>
                    <a:pt x="77393" y="1181903"/>
                  </a:lnTo>
                  <a:lnTo>
                    <a:pt x="78348" y="1180947"/>
                  </a:lnTo>
                  <a:lnTo>
                    <a:pt x="79781" y="1178559"/>
                  </a:lnTo>
                  <a:lnTo>
                    <a:pt x="80259" y="1177125"/>
                  </a:lnTo>
                  <a:lnTo>
                    <a:pt x="80736" y="1176648"/>
                  </a:lnTo>
                  <a:lnTo>
                    <a:pt x="83603" y="1176648"/>
                  </a:lnTo>
                  <a:lnTo>
                    <a:pt x="85514" y="1176648"/>
                  </a:lnTo>
                  <a:lnTo>
                    <a:pt x="87425" y="1177125"/>
                  </a:lnTo>
                  <a:lnTo>
                    <a:pt x="87902" y="1178081"/>
                  </a:lnTo>
                  <a:lnTo>
                    <a:pt x="87902" y="1178081"/>
                  </a:lnTo>
                  <a:lnTo>
                    <a:pt x="89336" y="1179514"/>
                  </a:lnTo>
                  <a:lnTo>
                    <a:pt x="93157" y="1179992"/>
                  </a:lnTo>
                  <a:lnTo>
                    <a:pt x="95068" y="1179992"/>
                  </a:lnTo>
                  <a:lnTo>
                    <a:pt x="96979" y="1178559"/>
                  </a:lnTo>
                  <a:lnTo>
                    <a:pt x="100801" y="1176170"/>
                  </a:lnTo>
                  <a:lnTo>
                    <a:pt x="100801" y="1176170"/>
                  </a:lnTo>
                  <a:lnTo>
                    <a:pt x="101757" y="1174259"/>
                  </a:lnTo>
                  <a:lnTo>
                    <a:pt x="103668" y="1173304"/>
                  </a:lnTo>
                  <a:lnTo>
                    <a:pt x="105100" y="1172826"/>
                  </a:lnTo>
                  <a:lnTo>
                    <a:pt x="106056" y="1172348"/>
                  </a:lnTo>
                  <a:lnTo>
                    <a:pt x="106056" y="1172348"/>
                  </a:lnTo>
                  <a:lnTo>
                    <a:pt x="106534" y="1171393"/>
                  </a:lnTo>
                  <a:lnTo>
                    <a:pt x="106056" y="1169960"/>
                  </a:lnTo>
                  <a:lnTo>
                    <a:pt x="106056" y="1169004"/>
                  </a:lnTo>
                  <a:lnTo>
                    <a:pt x="106056" y="1169004"/>
                  </a:lnTo>
                  <a:lnTo>
                    <a:pt x="101757" y="1166138"/>
                  </a:lnTo>
                  <a:lnTo>
                    <a:pt x="100801" y="1165182"/>
                  </a:lnTo>
                  <a:lnTo>
                    <a:pt x="100801" y="1163749"/>
                  </a:lnTo>
                  <a:lnTo>
                    <a:pt x="100801" y="1163749"/>
                  </a:lnTo>
                  <a:lnTo>
                    <a:pt x="101279" y="1162794"/>
                  </a:lnTo>
                  <a:lnTo>
                    <a:pt x="101279" y="1161360"/>
                  </a:lnTo>
                  <a:lnTo>
                    <a:pt x="101279" y="1161360"/>
                  </a:lnTo>
                  <a:lnTo>
                    <a:pt x="96024" y="1158494"/>
                  </a:lnTo>
                  <a:lnTo>
                    <a:pt x="92202" y="1158016"/>
                  </a:lnTo>
                  <a:lnTo>
                    <a:pt x="88858" y="1158494"/>
                  </a:lnTo>
                  <a:lnTo>
                    <a:pt x="87425" y="1158016"/>
                  </a:lnTo>
                  <a:lnTo>
                    <a:pt x="87902" y="1156583"/>
                  </a:lnTo>
                  <a:lnTo>
                    <a:pt x="88858" y="1154194"/>
                  </a:lnTo>
                  <a:lnTo>
                    <a:pt x="88858" y="1151806"/>
                  </a:lnTo>
                  <a:lnTo>
                    <a:pt x="88858" y="1150850"/>
                  </a:lnTo>
                  <a:lnTo>
                    <a:pt x="87902" y="1150373"/>
                  </a:lnTo>
                  <a:lnTo>
                    <a:pt x="87902" y="1150373"/>
                  </a:lnTo>
                  <a:lnTo>
                    <a:pt x="85036" y="1148462"/>
                  </a:lnTo>
                  <a:lnTo>
                    <a:pt x="80259" y="1146073"/>
                  </a:lnTo>
                  <a:lnTo>
                    <a:pt x="80259" y="1145595"/>
                  </a:lnTo>
                  <a:lnTo>
                    <a:pt x="78348" y="1142729"/>
                  </a:lnTo>
                  <a:lnTo>
                    <a:pt x="77393" y="1139862"/>
                  </a:lnTo>
                  <a:lnTo>
                    <a:pt x="75959" y="1137952"/>
                  </a:lnTo>
                  <a:lnTo>
                    <a:pt x="75959" y="1137952"/>
                  </a:lnTo>
                  <a:lnTo>
                    <a:pt x="74048" y="1136518"/>
                  </a:lnTo>
                  <a:lnTo>
                    <a:pt x="74048" y="1136041"/>
                  </a:lnTo>
                  <a:lnTo>
                    <a:pt x="75481" y="1133174"/>
                  </a:lnTo>
                  <a:lnTo>
                    <a:pt x="75481" y="1132697"/>
                  </a:lnTo>
                  <a:lnTo>
                    <a:pt x="75004" y="1131741"/>
                  </a:lnTo>
                  <a:lnTo>
                    <a:pt x="75004" y="1131741"/>
                  </a:lnTo>
                  <a:lnTo>
                    <a:pt x="72137" y="1130308"/>
                  </a:lnTo>
                  <a:lnTo>
                    <a:pt x="68316" y="1127442"/>
                  </a:lnTo>
                  <a:lnTo>
                    <a:pt x="68316" y="1127442"/>
                  </a:lnTo>
                  <a:lnTo>
                    <a:pt x="68316" y="1126964"/>
                  </a:lnTo>
                  <a:lnTo>
                    <a:pt x="68316" y="1125053"/>
                  </a:lnTo>
                  <a:lnTo>
                    <a:pt x="68316" y="1125053"/>
                  </a:lnTo>
                  <a:lnTo>
                    <a:pt x="69271" y="1123620"/>
                  </a:lnTo>
                  <a:lnTo>
                    <a:pt x="69748" y="1122664"/>
                  </a:lnTo>
                  <a:lnTo>
                    <a:pt x="72137" y="1119320"/>
                  </a:lnTo>
                  <a:lnTo>
                    <a:pt x="72137" y="1117887"/>
                  </a:lnTo>
                  <a:lnTo>
                    <a:pt x="71659" y="1116932"/>
                  </a:lnTo>
                  <a:lnTo>
                    <a:pt x="71659" y="1116454"/>
                  </a:lnTo>
                  <a:lnTo>
                    <a:pt x="69748" y="1113587"/>
                  </a:lnTo>
                  <a:lnTo>
                    <a:pt x="68793" y="1112154"/>
                  </a:lnTo>
                  <a:lnTo>
                    <a:pt x="68793" y="1111676"/>
                  </a:lnTo>
                  <a:lnTo>
                    <a:pt x="68793" y="1111199"/>
                  </a:lnTo>
                  <a:lnTo>
                    <a:pt x="68793" y="1110243"/>
                  </a:lnTo>
                  <a:lnTo>
                    <a:pt x="68793" y="1110243"/>
                  </a:lnTo>
                  <a:lnTo>
                    <a:pt x="69748" y="1109288"/>
                  </a:lnTo>
                  <a:lnTo>
                    <a:pt x="70704" y="1108332"/>
                  </a:lnTo>
                  <a:lnTo>
                    <a:pt x="70704" y="1104033"/>
                  </a:lnTo>
                  <a:lnTo>
                    <a:pt x="70704" y="1104033"/>
                  </a:lnTo>
                  <a:lnTo>
                    <a:pt x="70704" y="1102600"/>
                  </a:lnTo>
                  <a:lnTo>
                    <a:pt x="70704" y="1102600"/>
                  </a:lnTo>
                  <a:lnTo>
                    <a:pt x="70227" y="1101644"/>
                  </a:lnTo>
                  <a:lnTo>
                    <a:pt x="70227" y="1101644"/>
                  </a:lnTo>
                  <a:lnTo>
                    <a:pt x="69748" y="1101644"/>
                  </a:lnTo>
                  <a:lnTo>
                    <a:pt x="69748" y="1101167"/>
                  </a:lnTo>
                  <a:lnTo>
                    <a:pt x="68316" y="1101644"/>
                  </a:lnTo>
                  <a:lnTo>
                    <a:pt x="66882" y="1100689"/>
                  </a:lnTo>
                  <a:lnTo>
                    <a:pt x="65927" y="1099733"/>
                  </a:lnTo>
                  <a:lnTo>
                    <a:pt x="64971" y="1099255"/>
                  </a:lnTo>
                  <a:lnTo>
                    <a:pt x="64016" y="1098300"/>
                  </a:lnTo>
                  <a:lnTo>
                    <a:pt x="62105" y="1096389"/>
                  </a:lnTo>
                  <a:lnTo>
                    <a:pt x="61627" y="1095434"/>
                  </a:lnTo>
                  <a:lnTo>
                    <a:pt x="61627" y="1095434"/>
                  </a:lnTo>
                  <a:lnTo>
                    <a:pt x="57328" y="1093523"/>
                  </a:lnTo>
                  <a:lnTo>
                    <a:pt x="53506" y="1094001"/>
                  </a:lnTo>
                  <a:lnTo>
                    <a:pt x="51117" y="1093523"/>
                  </a:lnTo>
                  <a:lnTo>
                    <a:pt x="50162" y="1094001"/>
                  </a:lnTo>
                  <a:lnTo>
                    <a:pt x="50162" y="1094001"/>
                  </a:lnTo>
                  <a:lnTo>
                    <a:pt x="49206" y="1095434"/>
                  </a:lnTo>
                  <a:lnTo>
                    <a:pt x="47295" y="1095911"/>
                  </a:lnTo>
                  <a:lnTo>
                    <a:pt x="46340" y="1095911"/>
                  </a:lnTo>
                  <a:lnTo>
                    <a:pt x="45384" y="1096867"/>
                  </a:lnTo>
                  <a:lnTo>
                    <a:pt x="42518" y="1098778"/>
                  </a:lnTo>
                  <a:lnTo>
                    <a:pt x="41085" y="1097822"/>
                  </a:lnTo>
                  <a:lnTo>
                    <a:pt x="39652" y="1095911"/>
                  </a:lnTo>
                  <a:lnTo>
                    <a:pt x="39652" y="1095911"/>
                  </a:lnTo>
                  <a:lnTo>
                    <a:pt x="40129" y="1094001"/>
                  </a:lnTo>
                  <a:lnTo>
                    <a:pt x="40607" y="1092567"/>
                  </a:lnTo>
                  <a:lnTo>
                    <a:pt x="40607" y="1091612"/>
                  </a:lnTo>
                  <a:lnTo>
                    <a:pt x="40129" y="1090656"/>
                  </a:lnTo>
                  <a:lnTo>
                    <a:pt x="40129" y="1090656"/>
                  </a:lnTo>
                  <a:lnTo>
                    <a:pt x="38218" y="1089701"/>
                  </a:lnTo>
                  <a:lnTo>
                    <a:pt x="34397" y="1087790"/>
                  </a:lnTo>
                  <a:lnTo>
                    <a:pt x="33441" y="1087790"/>
                  </a:lnTo>
                  <a:lnTo>
                    <a:pt x="31530" y="1088746"/>
                  </a:lnTo>
                  <a:lnTo>
                    <a:pt x="28664" y="1090656"/>
                  </a:lnTo>
                  <a:lnTo>
                    <a:pt x="27709" y="1090179"/>
                  </a:lnTo>
                  <a:lnTo>
                    <a:pt x="26753" y="1088746"/>
                  </a:lnTo>
                  <a:lnTo>
                    <a:pt x="25320" y="1086835"/>
                  </a:lnTo>
                  <a:lnTo>
                    <a:pt x="25320" y="1086835"/>
                  </a:lnTo>
                  <a:lnTo>
                    <a:pt x="23886" y="1085879"/>
                  </a:lnTo>
                  <a:lnTo>
                    <a:pt x="21020" y="1085879"/>
                  </a:lnTo>
                  <a:lnTo>
                    <a:pt x="20543" y="1085879"/>
                  </a:lnTo>
                  <a:lnTo>
                    <a:pt x="19109" y="1086835"/>
                  </a:lnTo>
                  <a:lnTo>
                    <a:pt x="18632" y="1086835"/>
                  </a:lnTo>
                  <a:lnTo>
                    <a:pt x="15765" y="1083968"/>
                  </a:lnTo>
                  <a:lnTo>
                    <a:pt x="16243" y="1082535"/>
                  </a:lnTo>
                  <a:lnTo>
                    <a:pt x="16721" y="1080146"/>
                  </a:lnTo>
                  <a:lnTo>
                    <a:pt x="16721" y="1078235"/>
                  </a:lnTo>
                  <a:lnTo>
                    <a:pt x="16721" y="1078235"/>
                  </a:lnTo>
                  <a:lnTo>
                    <a:pt x="16243" y="1076325"/>
                  </a:lnTo>
                  <a:lnTo>
                    <a:pt x="15288" y="1072025"/>
                  </a:lnTo>
                  <a:lnTo>
                    <a:pt x="14809" y="1071069"/>
                  </a:lnTo>
                  <a:lnTo>
                    <a:pt x="14809" y="1071069"/>
                  </a:lnTo>
                  <a:lnTo>
                    <a:pt x="14809" y="1070592"/>
                  </a:lnTo>
                  <a:lnTo>
                    <a:pt x="12899" y="1069159"/>
                  </a:lnTo>
                  <a:lnTo>
                    <a:pt x="12899" y="1067725"/>
                  </a:lnTo>
                  <a:lnTo>
                    <a:pt x="12899" y="1067725"/>
                  </a:lnTo>
                  <a:lnTo>
                    <a:pt x="11943" y="1065814"/>
                  </a:lnTo>
                  <a:lnTo>
                    <a:pt x="10988" y="1064381"/>
                  </a:lnTo>
                  <a:lnTo>
                    <a:pt x="10510" y="1061993"/>
                  </a:lnTo>
                  <a:lnTo>
                    <a:pt x="10510" y="1061515"/>
                  </a:lnTo>
                  <a:lnTo>
                    <a:pt x="10032" y="1060560"/>
                  </a:lnTo>
                  <a:lnTo>
                    <a:pt x="10032" y="1060560"/>
                  </a:lnTo>
                  <a:lnTo>
                    <a:pt x="9077" y="1060082"/>
                  </a:lnTo>
                  <a:lnTo>
                    <a:pt x="6211" y="1061037"/>
                  </a:lnTo>
                  <a:lnTo>
                    <a:pt x="5733" y="1061037"/>
                  </a:lnTo>
                  <a:lnTo>
                    <a:pt x="7166" y="1056738"/>
                  </a:lnTo>
                  <a:lnTo>
                    <a:pt x="7166" y="1053871"/>
                  </a:lnTo>
                  <a:lnTo>
                    <a:pt x="8122" y="1051483"/>
                  </a:lnTo>
                  <a:lnTo>
                    <a:pt x="9077" y="1050527"/>
                  </a:lnTo>
                  <a:lnTo>
                    <a:pt x="9555" y="1049572"/>
                  </a:lnTo>
                  <a:lnTo>
                    <a:pt x="9555" y="1047661"/>
                  </a:lnTo>
                  <a:lnTo>
                    <a:pt x="9555" y="1046228"/>
                  </a:lnTo>
                  <a:lnTo>
                    <a:pt x="9555" y="1046228"/>
                  </a:lnTo>
                  <a:lnTo>
                    <a:pt x="9077" y="1045272"/>
                  </a:lnTo>
                  <a:lnTo>
                    <a:pt x="9077" y="1045272"/>
                  </a:lnTo>
                  <a:lnTo>
                    <a:pt x="6211" y="1043361"/>
                  </a:lnTo>
                  <a:lnTo>
                    <a:pt x="3822" y="1041450"/>
                  </a:lnTo>
                  <a:lnTo>
                    <a:pt x="3344" y="1038584"/>
                  </a:lnTo>
                  <a:lnTo>
                    <a:pt x="3344" y="1038584"/>
                  </a:lnTo>
                  <a:lnTo>
                    <a:pt x="3344" y="1038584"/>
                  </a:lnTo>
                  <a:lnTo>
                    <a:pt x="2389" y="1038106"/>
                  </a:lnTo>
                  <a:lnTo>
                    <a:pt x="2389" y="1038106"/>
                  </a:lnTo>
                  <a:lnTo>
                    <a:pt x="0" y="1038106"/>
                  </a:lnTo>
                  <a:lnTo>
                    <a:pt x="0" y="1037151"/>
                  </a:lnTo>
                  <a:lnTo>
                    <a:pt x="478" y="1035240"/>
                  </a:lnTo>
                  <a:lnTo>
                    <a:pt x="956" y="1033329"/>
                  </a:lnTo>
                  <a:lnTo>
                    <a:pt x="956" y="1033329"/>
                  </a:lnTo>
                  <a:lnTo>
                    <a:pt x="2866" y="1031418"/>
                  </a:lnTo>
                  <a:lnTo>
                    <a:pt x="3344" y="1029985"/>
                  </a:lnTo>
                  <a:lnTo>
                    <a:pt x="3822" y="1029029"/>
                  </a:lnTo>
                  <a:lnTo>
                    <a:pt x="8122" y="1027596"/>
                  </a:lnTo>
                  <a:lnTo>
                    <a:pt x="8599" y="1027118"/>
                  </a:lnTo>
                  <a:lnTo>
                    <a:pt x="8599" y="1027118"/>
                  </a:lnTo>
                  <a:lnTo>
                    <a:pt x="8599" y="1026641"/>
                  </a:lnTo>
                  <a:lnTo>
                    <a:pt x="8599" y="1026163"/>
                  </a:lnTo>
                  <a:lnTo>
                    <a:pt x="8122" y="1026163"/>
                  </a:lnTo>
                  <a:lnTo>
                    <a:pt x="8122" y="1026163"/>
                  </a:lnTo>
                  <a:lnTo>
                    <a:pt x="7644" y="1025207"/>
                  </a:lnTo>
                  <a:lnTo>
                    <a:pt x="6688" y="1024252"/>
                  </a:lnTo>
                  <a:lnTo>
                    <a:pt x="5733" y="1021386"/>
                  </a:lnTo>
                  <a:lnTo>
                    <a:pt x="4300" y="1017564"/>
                  </a:lnTo>
                  <a:lnTo>
                    <a:pt x="4300" y="1017086"/>
                  </a:lnTo>
                  <a:lnTo>
                    <a:pt x="2866" y="1014220"/>
                  </a:lnTo>
                  <a:lnTo>
                    <a:pt x="2866" y="1012787"/>
                  </a:lnTo>
                  <a:lnTo>
                    <a:pt x="2866" y="1010875"/>
                  </a:lnTo>
                  <a:lnTo>
                    <a:pt x="3822" y="1008965"/>
                  </a:lnTo>
                  <a:lnTo>
                    <a:pt x="3822" y="1008965"/>
                  </a:lnTo>
                  <a:lnTo>
                    <a:pt x="3822" y="1007054"/>
                  </a:lnTo>
                  <a:lnTo>
                    <a:pt x="1433" y="996544"/>
                  </a:lnTo>
                  <a:lnTo>
                    <a:pt x="1911" y="994633"/>
                  </a:lnTo>
                  <a:lnTo>
                    <a:pt x="1911" y="994633"/>
                  </a:lnTo>
                  <a:lnTo>
                    <a:pt x="2389" y="992722"/>
                  </a:lnTo>
                  <a:lnTo>
                    <a:pt x="3344" y="991289"/>
                  </a:lnTo>
                  <a:lnTo>
                    <a:pt x="5255" y="989378"/>
                  </a:lnTo>
                  <a:lnTo>
                    <a:pt x="8122" y="985556"/>
                  </a:lnTo>
                  <a:lnTo>
                    <a:pt x="8122" y="985556"/>
                  </a:lnTo>
                  <a:lnTo>
                    <a:pt x="10032" y="980301"/>
                  </a:lnTo>
                  <a:lnTo>
                    <a:pt x="10988" y="977434"/>
                  </a:lnTo>
                  <a:lnTo>
                    <a:pt x="11943" y="976957"/>
                  </a:lnTo>
                  <a:lnTo>
                    <a:pt x="13377" y="976479"/>
                  </a:lnTo>
                  <a:lnTo>
                    <a:pt x="13854" y="975524"/>
                  </a:lnTo>
                  <a:lnTo>
                    <a:pt x="14332" y="975046"/>
                  </a:lnTo>
                  <a:lnTo>
                    <a:pt x="15288" y="974568"/>
                  </a:lnTo>
                  <a:lnTo>
                    <a:pt x="15765" y="974090"/>
                  </a:lnTo>
                  <a:lnTo>
                    <a:pt x="15765" y="974090"/>
                  </a:lnTo>
                  <a:lnTo>
                    <a:pt x="15765" y="973135"/>
                  </a:lnTo>
                  <a:lnTo>
                    <a:pt x="14332" y="971224"/>
                  </a:lnTo>
                  <a:lnTo>
                    <a:pt x="13377" y="970268"/>
                  </a:lnTo>
                  <a:lnTo>
                    <a:pt x="14332" y="967402"/>
                  </a:lnTo>
                  <a:lnTo>
                    <a:pt x="13854" y="964058"/>
                  </a:lnTo>
                  <a:lnTo>
                    <a:pt x="13377" y="961669"/>
                  </a:lnTo>
                  <a:lnTo>
                    <a:pt x="13854" y="959281"/>
                  </a:lnTo>
                  <a:lnTo>
                    <a:pt x="15765" y="959281"/>
                  </a:lnTo>
                  <a:lnTo>
                    <a:pt x="17198" y="961669"/>
                  </a:lnTo>
                  <a:lnTo>
                    <a:pt x="19587" y="962625"/>
                  </a:lnTo>
                  <a:lnTo>
                    <a:pt x="21498" y="961192"/>
                  </a:lnTo>
                  <a:lnTo>
                    <a:pt x="21975" y="958325"/>
                  </a:lnTo>
                  <a:lnTo>
                    <a:pt x="23409" y="956892"/>
                  </a:lnTo>
                  <a:lnTo>
                    <a:pt x="24842" y="958325"/>
                  </a:lnTo>
                  <a:lnTo>
                    <a:pt x="27709" y="958325"/>
                  </a:lnTo>
                  <a:lnTo>
                    <a:pt x="30097" y="958325"/>
                  </a:lnTo>
                  <a:lnTo>
                    <a:pt x="31530" y="957848"/>
                  </a:lnTo>
                  <a:lnTo>
                    <a:pt x="32486" y="956892"/>
                  </a:lnTo>
                  <a:lnTo>
                    <a:pt x="32963" y="954981"/>
                  </a:lnTo>
                  <a:lnTo>
                    <a:pt x="34397" y="953070"/>
                  </a:lnTo>
                  <a:lnTo>
                    <a:pt x="35830" y="951637"/>
                  </a:lnTo>
                  <a:lnTo>
                    <a:pt x="45862" y="953070"/>
                  </a:lnTo>
                  <a:lnTo>
                    <a:pt x="54939" y="955937"/>
                  </a:lnTo>
                  <a:lnTo>
                    <a:pt x="55895" y="954981"/>
                  </a:lnTo>
                  <a:lnTo>
                    <a:pt x="55895" y="953070"/>
                  </a:lnTo>
                  <a:lnTo>
                    <a:pt x="53984" y="951637"/>
                  </a:lnTo>
                  <a:lnTo>
                    <a:pt x="52073" y="950682"/>
                  </a:lnTo>
                  <a:lnTo>
                    <a:pt x="50162" y="946860"/>
                  </a:lnTo>
                  <a:lnTo>
                    <a:pt x="47295" y="944471"/>
                  </a:lnTo>
                  <a:lnTo>
                    <a:pt x="43951" y="943993"/>
                  </a:lnTo>
                  <a:lnTo>
                    <a:pt x="40129" y="944949"/>
                  </a:lnTo>
                  <a:lnTo>
                    <a:pt x="33919" y="944471"/>
                  </a:lnTo>
                  <a:lnTo>
                    <a:pt x="29141" y="939216"/>
                  </a:lnTo>
                  <a:lnTo>
                    <a:pt x="25798" y="937783"/>
                  </a:lnTo>
                  <a:lnTo>
                    <a:pt x="23409" y="933961"/>
                  </a:lnTo>
                  <a:lnTo>
                    <a:pt x="22454" y="931573"/>
                  </a:lnTo>
                  <a:lnTo>
                    <a:pt x="25320" y="933483"/>
                  </a:lnTo>
                  <a:lnTo>
                    <a:pt x="25798" y="931573"/>
                  </a:lnTo>
                  <a:lnTo>
                    <a:pt x="25798" y="929184"/>
                  </a:lnTo>
                  <a:lnTo>
                    <a:pt x="24364" y="927751"/>
                  </a:lnTo>
                  <a:lnTo>
                    <a:pt x="22931" y="926795"/>
                  </a:lnTo>
                  <a:lnTo>
                    <a:pt x="16721" y="930617"/>
                  </a:lnTo>
                  <a:lnTo>
                    <a:pt x="9077" y="932050"/>
                  </a:lnTo>
                  <a:lnTo>
                    <a:pt x="15765" y="923929"/>
                  </a:lnTo>
                  <a:lnTo>
                    <a:pt x="21020" y="918674"/>
                  </a:lnTo>
                  <a:lnTo>
                    <a:pt x="21975" y="917718"/>
                  </a:lnTo>
                  <a:lnTo>
                    <a:pt x="24364" y="916285"/>
                  </a:lnTo>
                  <a:lnTo>
                    <a:pt x="26275" y="914374"/>
                  </a:lnTo>
                  <a:lnTo>
                    <a:pt x="27709" y="912463"/>
                  </a:lnTo>
                  <a:lnTo>
                    <a:pt x="32486" y="908164"/>
                  </a:lnTo>
                  <a:lnTo>
                    <a:pt x="37741" y="903864"/>
                  </a:lnTo>
                  <a:lnTo>
                    <a:pt x="42518" y="897654"/>
                  </a:lnTo>
                  <a:lnTo>
                    <a:pt x="44429" y="895743"/>
                  </a:lnTo>
                  <a:lnTo>
                    <a:pt x="46340" y="893832"/>
                  </a:lnTo>
                  <a:lnTo>
                    <a:pt x="46340" y="893832"/>
                  </a:lnTo>
                  <a:lnTo>
                    <a:pt x="51117" y="887621"/>
                  </a:lnTo>
                  <a:lnTo>
                    <a:pt x="53028" y="885710"/>
                  </a:lnTo>
                  <a:lnTo>
                    <a:pt x="58761" y="878067"/>
                  </a:lnTo>
                  <a:lnTo>
                    <a:pt x="62105" y="873767"/>
                  </a:lnTo>
                  <a:lnTo>
                    <a:pt x="62105" y="873767"/>
                  </a:lnTo>
                  <a:lnTo>
                    <a:pt x="64016" y="871856"/>
                  </a:lnTo>
                  <a:lnTo>
                    <a:pt x="71182" y="863735"/>
                  </a:lnTo>
                  <a:lnTo>
                    <a:pt x="75959" y="858002"/>
                  </a:lnTo>
                  <a:lnTo>
                    <a:pt x="77870" y="854180"/>
                  </a:lnTo>
                  <a:lnTo>
                    <a:pt x="80259" y="849403"/>
                  </a:lnTo>
                  <a:lnTo>
                    <a:pt x="81214" y="846059"/>
                  </a:lnTo>
                  <a:lnTo>
                    <a:pt x="83125" y="841759"/>
                  </a:lnTo>
                  <a:lnTo>
                    <a:pt x="83125" y="840326"/>
                  </a:lnTo>
                  <a:lnTo>
                    <a:pt x="83125" y="840326"/>
                  </a:lnTo>
                  <a:lnTo>
                    <a:pt x="82647" y="838893"/>
                  </a:lnTo>
                  <a:lnTo>
                    <a:pt x="82647" y="838893"/>
                  </a:lnTo>
                  <a:lnTo>
                    <a:pt x="81214" y="836982"/>
                  </a:lnTo>
                  <a:lnTo>
                    <a:pt x="79303" y="834593"/>
                  </a:lnTo>
                  <a:lnTo>
                    <a:pt x="77393" y="831727"/>
                  </a:lnTo>
                  <a:lnTo>
                    <a:pt x="75959" y="828861"/>
                  </a:lnTo>
                  <a:lnTo>
                    <a:pt x="75959" y="828861"/>
                  </a:lnTo>
                  <a:lnTo>
                    <a:pt x="72137" y="825039"/>
                  </a:lnTo>
                  <a:lnTo>
                    <a:pt x="65449" y="820261"/>
                  </a:lnTo>
                  <a:lnTo>
                    <a:pt x="61150" y="816917"/>
                  </a:lnTo>
                  <a:lnTo>
                    <a:pt x="53506" y="809274"/>
                  </a:lnTo>
                  <a:lnTo>
                    <a:pt x="52550" y="807363"/>
                  </a:lnTo>
                  <a:lnTo>
                    <a:pt x="52550" y="806885"/>
                  </a:lnTo>
                  <a:lnTo>
                    <a:pt x="56850" y="804496"/>
                  </a:lnTo>
                  <a:lnTo>
                    <a:pt x="60672" y="798764"/>
                  </a:lnTo>
                  <a:lnTo>
                    <a:pt x="62582" y="795420"/>
                  </a:lnTo>
                  <a:lnTo>
                    <a:pt x="63061" y="793509"/>
                  </a:lnTo>
                  <a:lnTo>
                    <a:pt x="63061" y="790642"/>
                  </a:lnTo>
                  <a:lnTo>
                    <a:pt x="62582" y="788254"/>
                  </a:lnTo>
                  <a:lnTo>
                    <a:pt x="62582" y="788254"/>
                  </a:lnTo>
                  <a:lnTo>
                    <a:pt x="62105" y="786820"/>
                  </a:lnTo>
                  <a:lnTo>
                    <a:pt x="62105" y="786820"/>
                  </a:lnTo>
                  <a:lnTo>
                    <a:pt x="60194" y="784910"/>
                  </a:lnTo>
                  <a:lnTo>
                    <a:pt x="54939" y="781088"/>
                  </a:lnTo>
                  <a:lnTo>
                    <a:pt x="53506" y="777744"/>
                  </a:lnTo>
                  <a:lnTo>
                    <a:pt x="52550" y="775355"/>
                  </a:lnTo>
                  <a:lnTo>
                    <a:pt x="52073" y="774399"/>
                  </a:lnTo>
                  <a:lnTo>
                    <a:pt x="52073" y="774399"/>
                  </a:lnTo>
                  <a:lnTo>
                    <a:pt x="52073" y="772966"/>
                  </a:lnTo>
                  <a:lnTo>
                    <a:pt x="54939" y="769622"/>
                  </a:lnTo>
                  <a:lnTo>
                    <a:pt x="54939" y="767711"/>
                  </a:lnTo>
                  <a:lnTo>
                    <a:pt x="54939" y="765800"/>
                  </a:lnTo>
                  <a:lnTo>
                    <a:pt x="54939" y="765800"/>
                  </a:lnTo>
                  <a:lnTo>
                    <a:pt x="53984" y="764367"/>
                  </a:lnTo>
                  <a:lnTo>
                    <a:pt x="53984" y="764367"/>
                  </a:lnTo>
                  <a:lnTo>
                    <a:pt x="48251" y="762456"/>
                  </a:lnTo>
                  <a:lnTo>
                    <a:pt x="46818" y="761023"/>
                  </a:lnTo>
                  <a:lnTo>
                    <a:pt x="45384" y="758157"/>
                  </a:lnTo>
                  <a:lnTo>
                    <a:pt x="45384" y="757679"/>
                  </a:lnTo>
                  <a:lnTo>
                    <a:pt x="44907" y="755768"/>
                  </a:lnTo>
                  <a:lnTo>
                    <a:pt x="44429" y="754335"/>
                  </a:lnTo>
                  <a:lnTo>
                    <a:pt x="44429" y="754335"/>
                  </a:lnTo>
                  <a:lnTo>
                    <a:pt x="44429" y="754335"/>
                  </a:lnTo>
                  <a:lnTo>
                    <a:pt x="44907" y="752424"/>
                  </a:lnTo>
                  <a:lnTo>
                    <a:pt x="46818" y="750991"/>
                  </a:lnTo>
                  <a:lnTo>
                    <a:pt x="48729" y="749558"/>
                  </a:lnTo>
                  <a:lnTo>
                    <a:pt x="48729" y="749558"/>
                  </a:lnTo>
                  <a:lnTo>
                    <a:pt x="49206" y="748124"/>
                  </a:lnTo>
                  <a:lnTo>
                    <a:pt x="49206" y="746213"/>
                  </a:lnTo>
                  <a:lnTo>
                    <a:pt x="49206" y="746213"/>
                  </a:lnTo>
                  <a:lnTo>
                    <a:pt x="48729" y="745258"/>
                  </a:lnTo>
                  <a:lnTo>
                    <a:pt x="48729" y="745258"/>
                  </a:lnTo>
                  <a:lnTo>
                    <a:pt x="45862" y="744780"/>
                  </a:lnTo>
                  <a:lnTo>
                    <a:pt x="45384" y="744780"/>
                  </a:lnTo>
                  <a:lnTo>
                    <a:pt x="44907" y="744303"/>
                  </a:lnTo>
                  <a:lnTo>
                    <a:pt x="44907" y="744303"/>
                  </a:lnTo>
                  <a:lnTo>
                    <a:pt x="44907" y="743825"/>
                  </a:lnTo>
                  <a:lnTo>
                    <a:pt x="44907" y="743347"/>
                  </a:lnTo>
                  <a:lnTo>
                    <a:pt x="44907" y="742869"/>
                  </a:lnTo>
                  <a:lnTo>
                    <a:pt x="46818" y="739525"/>
                  </a:lnTo>
                  <a:lnTo>
                    <a:pt x="47295" y="733792"/>
                  </a:lnTo>
                  <a:lnTo>
                    <a:pt x="47295" y="733792"/>
                  </a:lnTo>
                  <a:lnTo>
                    <a:pt x="49206" y="729493"/>
                  </a:lnTo>
                  <a:lnTo>
                    <a:pt x="49206" y="729493"/>
                  </a:lnTo>
                  <a:lnTo>
                    <a:pt x="46818" y="727104"/>
                  </a:lnTo>
                  <a:lnTo>
                    <a:pt x="47295" y="726626"/>
                  </a:lnTo>
                  <a:lnTo>
                    <a:pt x="50162" y="725193"/>
                  </a:lnTo>
                  <a:lnTo>
                    <a:pt x="53028" y="725193"/>
                  </a:lnTo>
                  <a:lnTo>
                    <a:pt x="54461" y="724716"/>
                  </a:lnTo>
                  <a:lnTo>
                    <a:pt x="54461" y="724716"/>
                  </a:lnTo>
                  <a:lnTo>
                    <a:pt x="54461" y="722805"/>
                  </a:lnTo>
                  <a:lnTo>
                    <a:pt x="54461" y="719938"/>
                  </a:lnTo>
                  <a:lnTo>
                    <a:pt x="51117" y="709428"/>
                  </a:lnTo>
                  <a:lnTo>
                    <a:pt x="50639" y="706562"/>
                  </a:lnTo>
                  <a:lnTo>
                    <a:pt x="50639" y="706562"/>
                  </a:lnTo>
                  <a:lnTo>
                    <a:pt x="48729" y="702740"/>
                  </a:lnTo>
                  <a:lnTo>
                    <a:pt x="47295" y="699874"/>
                  </a:lnTo>
                  <a:lnTo>
                    <a:pt x="45862" y="697963"/>
                  </a:lnTo>
                  <a:lnTo>
                    <a:pt x="44429" y="694619"/>
                  </a:lnTo>
                  <a:lnTo>
                    <a:pt x="43473" y="690797"/>
                  </a:lnTo>
                  <a:lnTo>
                    <a:pt x="43473" y="690797"/>
                  </a:lnTo>
                  <a:lnTo>
                    <a:pt x="42040" y="686497"/>
                  </a:lnTo>
                  <a:lnTo>
                    <a:pt x="40129" y="682675"/>
                  </a:lnTo>
                  <a:lnTo>
                    <a:pt x="38696" y="678854"/>
                  </a:lnTo>
                  <a:lnTo>
                    <a:pt x="34397" y="671688"/>
                  </a:lnTo>
                  <a:lnTo>
                    <a:pt x="34397" y="671210"/>
                  </a:lnTo>
                  <a:lnTo>
                    <a:pt x="33919" y="669777"/>
                  </a:lnTo>
                  <a:lnTo>
                    <a:pt x="33919" y="667866"/>
                  </a:lnTo>
                  <a:lnTo>
                    <a:pt x="34397" y="666433"/>
                  </a:lnTo>
                  <a:lnTo>
                    <a:pt x="34397" y="665955"/>
                  </a:lnTo>
                  <a:lnTo>
                    <a:pt x="37741" y="660222"/>
                  </a:lnTo>
                  <a:lnTo>
                    <a:pt x="40607" y="655445"/>
                  </a:lnTo>
                  <a:lnTo>
                    <a:pt x="43951" y="649712"/>
                  </a:lnTo>
                  <a:lnTo>
                    <a:pt x="47773" y="644935"/>
                  </a:lnTo>
                  <a:lnTo>
                    <a:pt x="47773" y="644935"/>
                  </a:lnTo>
                  <a:lnTo>
                    <a:pt x="51595" y="639202"/>
                  </a:lnTo>
                  <a:lnTo>
                    <a:pt x="52550" y="633469"/>
                  </a:lnTo>
                  <a:lnTo>
                    <a:pt x="52073" y="632514"/>
                  </a:lnTo>
                  <a:lnTo>
                    <a:pt x="52073" y="632514"/>
                  </a:lnTo>
                  <a:lnTo>
                    <a:pt x="49206" y="629170"/>
                  </a:lnTo>
                  <a:lnTo>
                    <a:pt x="42996" y="620571"/>
                  </a:lnTo>
                  <a:lnTo>
                    <a:pt x="42040" y="618660"/>
                  </a:lnTo>
                  <a:lnTo>
                    <a:pt x="39652" y="614360"/>
                  </a:lnTo>
                  <a:lnTo>
                    <a:pt x="39652" y="614360"/>
                  </a:lnTo>
                  <a:lnTo>
                    <a:pt x="33919" y="611494"/>
                  </a:lnTo>
                  <a:lnTo>
                    <a:pt x="26753" y="608150"/>
                  </a:lnTo>
                  <a:lnTo>
                    <a:pt x="26753" y="608150"/>
                  </a:lnTo>
                  <a:lnTo>
                    <a:pt x="23886" y="600028"/>
                  </a:lnTo>
                  <a:lnTo>
                    <a:pt x="22454" y="593340"/>
                  </a:lnTo>
                  <a:lnTo>
                    <a:pt x="22454" y="590951"/>
                  </a:lnTo>
                  <a:lnTo>
                    <a:pt x="27709" y="579486"/>
                  </a:lnTo>
                  <a:lnTo>
                    <a:pt x="27709" y="579008"/>
                  </a:lnTo>
                  <a:lnTo>
                    <a:pt x="28186" y="577097"/>
                  </a:lnTo>
                  <a:lnTo>
                    <a:pt x="28186" y="575664"/>
                  </a:lnTo>
                  <a:lnTo>
                    <a:pt x="28186" y="575664"/>
                  </a:lnTo>
                  <a:lnTo>
                    <a:pt x="27709" y="575186"/>
                  </a:lnTo>
                  <a:lnTo>
                    <a:pt x="26753" y="574709"/>
                  </a:lnTo>
                  <a:lnTo>
                    <a:pt x="26753" y="574709"/>
                  </a:lnTo>
                  <a:lnTo>
                    <a:pt x="21975" y="574231"/>
                  </a:lnTo>
                  <a:lnTo>
                    <a:pt x="21975" y="574231"/>
                  </a:lnTo>
                  <a:lnTo>
                    <a:pt x="21020" y="572798"/>
                  </a:lnTo>
                  <a:lnTo>
                    <a:pt x="24364" y="571364"/>
                  </a:lnTo>
                  <a:lnTo>
                    <a:pt x="26753" y="569931"/>
                  </a:lnTo>
                  <a:lnTo>
                    <a:pt x="30575" y="567065"/>
                  </a:lnTo>
                  <a:lnTo>
                    <a:pt x="30575" y="567065"/>
                  </a:lnTo>
                  <a:lnTo>
                    <a:pt x="32008" y="566587"/>
                  </a:lnTo>
                  <a:lnTo>
                    <a:pt x="35352" y="565154"/>
                  </a:lnTo>
                  <a:lnTo>
                    <a:pt x="36307" y="564198"/>
                  </a:lnTo>
                  <a:lnTo>
                    <a:pt x="36786" y="562765"/>
                  </a:lnTo>
                  <a:lnTo>
                    <a:pt x="39652" y="553689"/>
                  </a:lnTo>
                  <a:lnTo>
                    <a:pt x="40607" y="552733"/>
                  </a:lnTo>
                  <a:lnTo>
                    <a:pt x="49206" y="549389"/>
                  </a:lnTo>
                  <a:lnTo>
                    <a:pt x="52550" y="547478"/>
                  </a:lnTo>
                  <a:lnTo>
                    <a:pt x="54461" y="545567"/>
                  </a:lnTo>
                  <a:lnTo>
                    <a:pt x="55416" y="544134"/>
                  </a:lnTo>
                  <a:lnTo>
                    <a:pt x="55895" y="542223"/>
                  </a:lnTo>
                  <a:lnTo>
                    <a:pt x="56372" y="539834"/>
                  </a:lnTo>
                  <a:lnTo>
                    <a:pt x="56372" y="537923"/>
                  </a:lnTo>
                  <a:lnTo>
                    <a:pt x="55895" y="535535"/>
                  </a:lnTo>
                  <a:lnTo>
                    <a:pt x="56372" y="535057"/>
                  </a:lnTo>
                  <a:lnTo>
                    <a:pt x="57328" y="535057"/>
                  </a:lnTo>
                  <a:lnTo>
                    <a:pt x="60194" y="537923"/>
                  </a:lnTo>
                  <a:lnTo>
                    <a:pt x="64971" y="540312"/>
                  </a:lnTo>
                  <a:lnTo>
                    <a:pt x="68316" y="540790"/>
                  </a:lnTo>
                  <a:lnTo>
                    <a:pt x="69748" y="540312"/>
                  </a:lnTo>
                  <a:lnTo>
                    <a:pt x="70227" y="538879"/>
                  </a:lnTo>
                  <a:lnTo>
                    <a:pt x="70704" y="536490"/>
                  </a:lnTo>
                  <a:lnTo>
                    <a:pt x="70704" y="534102"/>
                  </a:lnTo>
                  <a:lnTo>
                    <a:pt x="69748" y="527413"/>
                  </a:lnTo>
                  <a:lnTo>
                    <a:pt x="73570" y="527891"/>
                  </a:lnTo>
                  <a:lnTo>
                    <a:pt x="81214" y="532191"/>
                  </a:lnTo>
                  <a:lnTo>
                    <a:pt x="83125" y="531713"/>
                  </a:lnTo>
                  <a:lnTo>
                    <a:pt x="85514" y="530757"/>
                  </a:lnTo>
                  <a:lnTo>
                    <a:pt x="87902" y="525502"/>
                  </a:lnTo>
                  <a:lnTo>
                    <a:pt x="89813" y="524547"/>
                  </a:lnTo>
                  <a:lnTo>
                    <a:pt x="92202" y="525980"/>
                  </a:lnTo>
                  <a:lnTo>
                    <a:pt x="92680" y="524547"/>
                  </a:lnTo>
                  <a:lnTo>
                    <a:pt x="91724" y="520247"/>
                  </a:lnTo>
                  <a:lnTo>
                    <a:pt x="91724" y="518337"/>
                  </a:lnTo>
                  <a:lnTo>
                    <a:pt x="99846" y="522636"/>
                  </a:lnTo>
                  <a:lnTo>
                    <a:pt x="103668" y="525980"/>
                  </a:lnTo>
                  <a:lnTo>
                    <a:pt x="110834" y="528847"/>
                  </a:lnTo>
                  <a:lnTo>
                    <a:pt x="112266" y="530757"/>
                  </a:lnTo>
                  <a:lnTo>
                    <a:pt x="112266" y="533146"/>
                  </a:lnTo>
                  <a:lnTo>
                    <a:pt x="111789" y="535535"/>
                  </a:lnTo>
                  <a:lnTo>
                    <a:pt x="110355" y="536968"/>
                  </a:lnTo>
                  <a:lnTo>
                    <a:pt x="107489" y="536490"/>
                  </a:lnTo>
                  <a:lnTo>
                    <a:pt x="95546" y="533146"/>
                  </a:lnTo>
                  <a:lnTo>
                    <a:pt x="94113" y="535057"/>
                  </a:lnTo>
                  <a:lnTo>
                    <a:pt x="95546" y="536968"/>
                  </a:lnTo>
                  <a:lnTo>
                    <a:pt x="98890" y="539357"/>
                  </a:lnTo>
                  <a:lnTo>
                    <a:pt x="99846" y="543178"/>
                  </a:lnTo>
                  <a:lnTo>
                    <a:pt x="105100" y="542701"/>
                  </a:lnTo>
                  <a:lnTo>
                    <a:pt x="109878" y="544134"/>
                  </a:lnTo>
                  <a:lnTo>
                    <a:pt x="112266" y="543656"/>
                  </a:lnTo>
                  <a:lnTo>
                    <a:pt x="112744" y="545089"/>
                  </a:lnTo>
                  <a:lnTo>
                    <a:pt x="110834" y="547956"/>
                  </a:lnTo>
                  <a:lnTo>
                    <a:pt x="111789" y="548911"/>
                  </a:lnTo>
                  <a:lnTo>
                    <a:pt x="117044" y="546045"/>
                  </a:lnTo>
                  <a:lnTo>
                    <a:pt x="119910" y="545089"/>
                  </a:lnTo>
                  <a:lnTo>
                    <a:pt x="120866" y="546045"/>
                  </a:lnTo>
                  <a:lnTo>
                    <a:pt x="121343" y="548433"/>
                  </a:lnTo>
                  <a:lnTo>
                    <a:pt x="120388" y="551778"/>
                  </a:lnTo>
                  <a:lnTo>
                    <a:pt x="120388" y="554166"/>
                  </a:lnTo>
                  <a:lnTo>
                    <a:pt x="118477" y="559899"/>
                  </a:lnTo>
                  <a:lnTo>
                    <a:pt x="116088" y="561810"/>
                  </a:lnTo>
                  <a:lnTo>
                    <a:pt x="115133" y="564198"/>
                  </a:lnTo>
                  <a:lnTo>
                    <a:pt x="118955" y="562765"/>
                  </a:lnTo>
                  <a:lnTo>
                    <a:pt x="120866" y="561332"/>
                  </a:lnTo>
                  <a:lnTo>
                    <a:pt x="124687" y="552733"/>
                  </a:lnTo>
                  <a:lnTo>
                    <a:pt x="125643" y="551778"/>
                  </a:lnTo>
                  <a:lnTo>
                    <a:pt x="136631" y="551778"/>
                  </a:lnTo>
                  <a:lnTo>
                    <a:pt x="139019" y="552255"/>
                  </a:lnTo>
                  <a:lnTo>
                    <a:pt x="149052" y="556077"/>
                  </a:lnTo>
                  <a:lnTo>
                    <a:pt x="151918" y="556555"/>
                  </a:lnTo>
                  <a:lnTo>
                    <a:pt x="155262" y="556077"/>
                  </a:lnTo>
                  <a:lnTo>
                    <a:pt x="156218" y="554166"/>
                  </a:lnTo>
                  <a:lnTo>
                    <a:pt x="157651" y="553689"/>
                  </a:lnTo>
                  <a:lnTo>
                    <a:pt x="168639" y="557988"/>
                  </a:lnTo>
                  <a:lnTo>
                    <a:pt x="183926" y="567543"/>
                  </a:lnTo>
                  <a:lnTo>
                    <a:pt x="205901" y="583308"/>
                  </a:lnTo>
                  <a:lnTo>
                    <a:pt x="218323" y="597162"/>
                  </a:lnTo>
                  <a:lnTo>
                    <a:pt x="219756" y="600028"/>
                  </a:lnTo>
                  <a:lnTo>
                    <a:pt x="224055" y="601461"/>
                  </a:lnTo>
                  <a:lnTo>
                    <a:pt x="225010" y="600506"/>
                  </a:lnTo>
                  <a:lnTo>
                    <a:pt x="227877" y="601461"/>
                  </a:lnTo>
                  <a:lnTo>
                    <a:pt x="242209" y="613882"/>
                  </a:lnTo>
                  <a:lnTo>
                    <a:pt x="247464" y="614360"/>
                  </a:lnTo>
                  <a:lnTo>
                    <a:pt x="246986" y="611971"/>
                  </a:lnTo>
                  <a:lnTo>
                    <a:pt x="246031" y="609583"/>
                  </a:lnTo>
                  <a:lnTo>
                    <a:pt x="246986" y="610061"/>
                  </a:lnTo>
                  <a:lnTo>
                    <a:pt x="248897" y="611971"/>
                  </a:lnTo>
                  <a:lnTo>
                    <a:pt x="251764" y="616749"/>
                  </a:lnTo>
                  <a:lnTo>
                    <a:pt x="255108" y="620093"/>
                  </a:lnTo>
                  <a:lnTo>
                    <a:pt x="258452" y="625348"/>
                  </a:lnTo>
                  <a:lnTo>
                    <a:pt x="261318" y="627259"/>
                  </a:lnTo>
                  <a:lnTo>
                    <a:pt x="263707" y="628214"/>
                  </a:lnTo>
                  <a:lnTo>
                    <a:pt x="266096" y="629647"/>
                  </a:lnTo>
                  <a:lnTo>
                    <a:pt x="269917" y="631081"/>
                  </a:lnTo>
                  <a:lnTo>
                    <a:pt x="271828" y="643979"/>
                  </a:lnTo>
                  <a:lnTo>
                    <a:pt x="273262" y="646846"/>
                  </a:lnTo>
                  <a:lnTo>
                    <a:pt x="273262" y="652578"/>
                  </a:lnTo>
                  <a:lnTo>
                    <a:pt x="276128" y="654489"/>
                  </a:lnTo>
                  <a:lnTo>
                    <a:pt x="278039" y="654967"/>
                  </a:lnTo>
                  <a:lnTo>
                    <a:pt x="277561" y="659267"/>
                  </a:lnTo>
                  <a:lnTo>
                    <a:pt x="276128" y="668821"/>
                  </a:lnTo>
                  <a:lnTo>
                    <a:pt x="274694" y="673121"/>
                  </a:lnTo>
                  <a:lnTo>
                    <a:pt x="261318" y="690319"/>
                  </a:lnTo>
                  <a:lnTo>
                    <a:pt x="253197" y="697007"/>
                  </a:lnTo>
                  <a:lnTo>
                    <a:pt x="236954" y="704651"/>
                  </a:lnTo>
                  <a:lnTo>
                    <a:pt x="224055" y="707517"/>
                  </a:lnTo>
                  <a:lnTo>
                    <a:pt x="219278" y="707517"/>
                  </a:lnTo>
                  <a:lnTo>
                    <a:pt x="209246" y="706084"/>
                  </a:lnTo>
                  <a:lnTo>
                    <a:pt x="203991" y="704651"/>
                  </a:lnTo>
                  <a:lnTo>
                    <a:pt x="197302" y="700351"/>
                  </a:lnTo>
                  <a:lnTo>
                    <a:pt x="191092" y="697963"/>
                  </a:lnTo>
                  <a:lnTo>
                    <a:pt x="186792" y="697007"/>
                  </a:lnTo>
                  <a:lnTo>
                    <a:pt x="179149" y="697007"/>
                  </a:lnTo>
                  <a:lnTo>
                    <a:pt x="161950" y="692708"/>
                  </a:lnTo>
                  <a:lnTo>
                    <a:pt x="159084" y="691275"/>
                  </a:lnTo>
                  <a:lnTo>
                    <a:pt x="148096" y="682675"/>
                  </a:lnTo>
                  <a:lnTo>
                    <a:pt x="144275" y="685064"/>
                  </a:lnTo>
                  <a:lnTo>
                    <a:pt x="141408" y="685542"/>
                  </a:lnTo>
                  <a:lnTo>
                    <a:pt x="139975" y="682675"/>
                  </a:lnTo>
                  <a:lnTo>
                    <a:pt x="140453" y="681720"/>
                  </a:lnTo>
                  <a:lnTo>
                    <a:pt x="140930" y="680765"/>
                  </a:lnTo>
                  <a:lnTo>
                    <a:pt x="134720" y="678376"/>
                  </a:lnTo>
                  <a:lnTo>
                    <a:pt x="129943" y="678376"/>
                  </a:lnTo>
                  <a:lnTo>
                    <a:pt x="127076" y="676465"/>
                  </a:lnTo>
                  <a:lnTo>
                    <a:pt x="123732" y="675032"/>
                  </a:lnTo>
                  <a:lnTo>
                    <a:pt x="122299" y="675987"/>
                  </a:lnTo>
                  <a:lnTo>
                    <a:pt x="121821" y="675510"/>
                  </a:lnTo>
                  <a:lnTo>
                    <a:pt x="115133" y="672165"/>
                  </a:lnTo>
                  <a:lnTo>
                    <a:pt x="112266" y="669299"/>
                  </a:lnTo>
                  <a:lnTo>
                    <a:pt x="108923" y="664044"/>
                  </a:lnTo>
                  <a:lnTo>
                    <a:pt x="109878" y="662133"/>
                  </a:lnTo>
                  <a:lnTo>
                    <a:pt x="110834" y="660700"/>
                  </a:lnTo>
                  <a:lnTo>
                    <a:pt x="100323" y="657833"/>
                  </a:lnTo>
                  <a:lnTo>
                    <a:pt x="90291" y="657356"/>
                  </a:lnTo>
                  <a:lnTo>
                    <a:pt x="91724" y="658789"/>
                  </a:lnTo>
                  <a:lnTo>
                    <a:pt x="96024" y="659744"/>
                  </a:lnTo>
                  <a:lnTo>
                    <a:pt x="98890" y="661655"/>
                  </a:lnTo>
                  <a:lnTo>
                    <a:pt x="102234" y="664522"/>
                  </a:lnTo>
                  <a:lnTo>
                    <a:pt x="101279" y="668821"/>
                  </a:lnTo>
                  <a:lnTo>
                    <a:pt x="106056" y="672643"/>
                  </a:lnTo>
                  <a:lnTo>
                    <a:pt x="109400" y="676465"/>
                  </a:lnTo>
                  <a:lnTo>
                    <a:pt x="109400" y="677898"/>
                  </a:lnTo>
                  <a:lnTo>
                    <a:pt x="110834" y="678376"/>
                  </a:lnTo>
                  <a:lnTo>
                    <a:pt x="115611" y="679809"/>
                  </a:lnTo>
                  <a:lnTo>
                    <a:pt x="116566" y="683153"/>
                  </a:lnTo>
                  <a:lnTo>
                    <a:pt x="115611" y="684586"/>
                  </a:lnTo>
                  <a:lnTo>
                    <a:pt x="116566" y="686497"/>
                  </a:lnTo>
                  <a:lnTo>
                    <a:pt x="119910" y="688408"/>
                  </a:lnTo>
                  <a:lnTo>
                    <a:pt x="122299" y="689364"/>
                  </a:lnTo>
                  <a:lnTo>
                    <a:pt x="125165" y="690319"/>
                  </a:lnTo>
                  <a:lnTo>
                    <a:pt x="123732" y="693185"/>
                  </a:lnTo>
                  <a:lnTo>
                    <a:pt x="121343" y="695096"/>
                  </a:lnTo>
                  <a:lnTo>
                    <a:pt x="119432" y="695574"/>
                  </a:lnTo>
                  <a:lnTo>
                    <a:pt x="120388" y="696052"/>
                  </a:lnTo>
                  <a:lnTo>
                    <a:pt x="123254" y="696052"/>
                  </a:lnTo>
                  <a:lnTo>
                    <a:pt x="134242" y="700351"/>
                  </a:lnTo>
                  <a:lnTo>
                    <a:pt x="139975" y="704651"/>
                  </a:lnTo>
                  <a:lnTo>
                    <a:pt x="145707" y="712772"/>
                  </a:lnTo>
                  <a:lnTo>
                    <a:pt x="147619" y="716594"/>
                  </a:lnTo>
                  <a:lnTo>
                    <a:pt x="147619" y="718505"/>
                  </a:lnTo>
                  <a:lnTo>
                    <a:pt x="147141" y="720894"/>
                  </a:lnTo>
                  <a:lnTo>
                    <a:pt x="146663" y="722805"/>
                  </a:lnTo>
                  <a:lnTo>
                    <a:pt x="146185" y="725193"/>
                  </a:lnTo>
                  <a:lnTo>
                    <a:pt x="144275" y="732359"/>
                  </a:lnTo>
                  <a:lnTo>
                    <a:pt x="142841" y="734270"/>
                  </a:lnTo>
                  <a:lnTo>
                    <a:pt x="139975" y="737137"/>
                  </a:lnTo>
                  <a:lnTo>
                    <a:pt x="142364" y="742392"/>
                  </a:lnTo>
                  <a:lnTo>
                    <a:pt x="145230" y="747169"/>
                  </a:lnTo>
                  <a:lnTo>
                    <a:pt x="148096" y="754813"/>
                  </a:lnTo>
                  <a:lnTo>
                    <a:pt x="148096" y="758157"/>
                  </a:lnTo>
                  <a:lnTo>
                    <a:pt x="148574" y="762934"/>
                  </a:lnTo>
                  <a:lnTo>
                    <a:pt x="150962" y="764845"/>
                  </a:lnTo>
                  <a:lnTo>
                    <a:pt x="150007" y="765323"/>
                  </a:lnTo>
                  <a:lnTo>
                    <a:pt x="149052" y="766756"/>
                  </a:lnTo>
                  <a:lnTo>
                    <a:pt x="149052" y="772966"/>
                  </a:lnTo>
                  <a:lnTo>
                    <a:pt x="152396" y="778221"/>
                  </a:lnTo>
                  <a:lnTo>
                    <a:pt x="157173" y="781565"/>
                  </a:lnTo>
                  <a:lnTo>
                    <a:pt x="160517" y="782043"/>
                  </a:lnTo>
                  <a:lnTo>
                    <a:pt x="164817" y="780610"/>
                  </a:lnTo>
                  <a:lnTo>
                    <a:pt x="167683" y="782521"/>
                  </a:lnTo>
                  <a:lnTo>
                    <a:pt x="174371" y="788731"/>
                  </a:lnTo>
                  <a:lnTo>
                    <a:pt x="177716" y="794942"/>
                  </a:lnTo>
                  <a:lnTo>
                    <a:pt x="178671" y="796375"/>
                  </a:lnTo>
                  <a:lnTo>
                    <a:pt x="185837" y="798764"/>
                  </a:lnTo>
                  <a:lnTo>
                    <a:pt x="191092" y="800197"/>
                  </a:lnTo>
                  <a:lnTo>
                    <a:pt x="198735" y="804019"/>
                  </a:lnTo>
                  <a:lnTo>
                    <a:pt x="200169" y="804019"/>
                  </a:lnTo>
                  <a:lnTo>
                    <a:pt x="203991" y="800675"/>
                  </a:lnTo>
                  <a:lnTo>
                    <a:pt x="210679" y="798764"/>
                  </a:lnTo>
                  <a:lnTo>
                    <a:pt x="212590" y="795420"/>
                  </a:lnTo>
                  <a:lnTo>
                    <a:pt x="212590" y="792553"/>
                  </a:lnTo>
                  <a:lnTo>
                    <a:pt x="210679" y="787776"/>
                  </a:lnTo>
                  <a:lnTo>
                    <a:pt x="210201" y="782999"/>
                  </a:lnTo>
                  <a:lnTo>
                    <a:pt x="208290" y="781088"/>
                  </a:lnTo>
                  <a:lnTo>
                    <a:pt x="205901" y="780132"/>
                  </a:lnTo>
                  <a:lnTo>
                    <a:pt x="200169" y="781088"/>
                  </a:lnTo>
                  <a:lnTo>
                    <a:pt x="197302" y="780610"/>
                  </a:lnTo>
                  <a:lnTo>
                    <a:pt x="194914" y="779654"/>
                  </a:lnTo>
                  <a:lnTo>
                    <a:pt x="192048" y="775833"/>
                  </a:lnTo>
                  <a:lnTo>
                    <a:pt x="186792" y="767711"/>
                  </a:lnTo>
                  <a:lnTo>
                    <a:pt x="183926" y="764845"/>
                  </a:lnTo>
                  <a:lnTo>
                    <a:pt x="182971" y="763412"/>
                  </a:lnTo>
                  <a:lnTo>
                    <a:pt x="182015" y="761023"/>
                  </a:lnTo>
                  <a:lnTo>
                    <a:pt x="182015" y="756724"/>
                  </a:lnTo>
                  <a:lnTo>
                    <a:pt x="184403" y="757201"/>
                  </a:lnTo>
                  <a:lnTo>
                    <a:pt x="187270" y="754813"/>
                  </a:lnTo>
                  <a:lnTo>
                    <a:pt x="189181" y="746691"/>
                  </a:lnTo>
                  <a:lnTo>
                    <a:pt x="192525" y="745736"/>
                  </a:lnTo>
                  <a:lnTo>
                    <a:pt x="194436" y="745736"/>
                  </a:lnTo>
                  <a:lnTo>
                    <a:pt x="202080" y="749558"/>
                  </a:lnTo>
                  <a:lnTo>
                    <a:pt x="211634" y="759590"/>
                  </a:lnTo>
                  <a:lnTo>
                    <a:pt x="213545" y="760545"/>
                  </a:lnTo>
                  <a:lnTo>
                    <a:pt x="215934" y="760545"/>
                  </a:lnTo>
                  <a:lnTo>
                    <a:pt x="219278" y="760545"/>
                  </a:lnTo>
                  <a:lnTo>
                    <a:pt x="220233" y="761501"/>
                  </a:lnTo>
                  <a:lnTo>
                    <a:pt x="222144" y="763412"/>
                  </a:lnTo>
                  <a:lnTo>
                    <a:pt x="223578" y="763412"/>
                  </a:lnTo>
                  <a:lnTo>
                    <a:pt x="232176" y="766278"/>
                  </a:lnTo>
                  <a:lnTo>
                    <a:pt x="242209" y="772489"/>
                  </a:lnTo>
                  <a:lnTo>
                    <a:pt x="246031" y="772489"/>
                  </a:lnTo>
                  <a:lnTo>
                    <a:pt x="247464" y="769145"/>
                  </a:lnTo>
                  <a:lnTo>
                    <a:pt x="247942" y="767711"/>
                  </a:lnTo>
                  <a:lnTo>
                    <a:pt x="252241" y="763889"/>
                  </a:lnTo>
                  <a:lnTo>
                    <a:pt x="255108" y="763412"/>
                  </a:lnTo>
                  <a:lnTo>
                    <a:pt x="258930" y="764845"/>
                  </a:lnTo>
                  <a:lnTo>
                    <a:pt x="259885" y="763889"/>
                  </a:lnTo>
                  <a:lnTo>
                    <a:pt x="258452" y="758634"/>
                  </a:lnTo>
                  <a:lnTo>
                    <a:pt x="256541" y="754335"/>
                  </a:lnTo>
                  <a:lnTo>
                    <a:pt x="253674" y="751468"/>
                  </a:lnTo>
                  <a:lnTo>
                    <a:pt x="248897" y="743347"/>
                  </a:lnTo>
                  <a:lnTo>
                    <a:pt x="246986" y="739047"/>
                  </a:lnTo>
                  <a:lnTo>
                    <a:pt x="246031" y="734748"/>
                  </a:lnTo>
                  <a:lnTo>
                    <a:pt x="246508" y="730926"/>
                  </a:lnTo>
                  <a:lnTo>
                    <a:pt x="247464" y="728060"/>
                  </a:lnTo>
                  <a:lnTo>
                    <a:pt x="257496" y="721372"/>
                  </a:lnTo>
                  <a:lnTo>
                    <a:pt x="260840" y="717550"/>
                  </a:lnTo>
                  <a:lnTo>
                    <a:pt x="264662" y="712295"/>
                  </a:lnTo>
                  <a:lnTo>
                    <a:pt x="266096" y="710861"/>
                  </a:lnTo>
                  <a:lnTo>
                    <a:pt x="272306" y="709428"/>
                  </a:lnTo>
                  <a:lnTo>
                    <a:pt x="280428" y="705129"/>
                  </a:lnTo>
                  <a:lnTo>
                    <a:pt x="286160" y="698918"/>
                  </a:lnTo>
                  <a:lnTo>
                    <a:pt x="292371" y="689364"/>
                  </a:lnTo>
                  <a:lnTo>
                    <a:pt x="294759" y="686975"/>
                  </a:lnTo>
                  <a:lnTo>
                    <a:pt x="296670" y="686975"/>
                  </a:lnTo>
                  <a:lnTo>
                    <a:pt x="299537" y="688886"/>
                  </a:lnTo>
                  <a:lnTo>
                    <a:pt x="302403" y="691275"/>
                  </a:lnTo>
                  <a:lnTo>
                    <a:pt x="306703" y="691752"/>
                  </a:lnTo>
                  <a:lnTo>
                    <a:pt x="310524" y="691275"/>
                  </a:lnTo>
                  <a:lnTo>
                    <a:pt x="314824" y="691752"/>
                  </a:lnTo>
                  <a:lnTo>
                    <a:pt x="321512" y="696052"/>
                  </a:lnTo>
                  <a:lnTo>
                    <a:pt x="322467" y="697485"/>
                  </a:lnTo>
                  <a:lnTo>
                    <a:pt x="323423" y="699396"/>
                  </a:lnTo>
                  <a:lnTo>
                    <a:pt x="321512" y="702740"/>
                  </a:lnTo>
                  <a:lnTo>
                    <a:pt x="321035" y="705129"/>
                  </a:lnTo>
                  <a:lnTo>
                    <a:pt x="322945" y="703696"/>
                  </a:lnTo>
                  <a:lnTo>
                    <a:pt x="324856" y="703218"/>
                  </a:lnTo>
                  <a:lnTo>
                    <a:pt x="327245" y="704173"/>
                  </a:lnTo>
                  <a:lnTo>
                    <a:pt x="329156" y="706084"/>
                  </a:lnTo>
                  <a:lnTo>
                    <a:pt x="330589" y="708473"/>
                  </a:lnTo>
                  <a:lnTo>
                    <a:pt x="332500" y="709906"/>
                  </a:lnTo>
                  <a:lnTo>
                    <a:pt x="332978" y="707517"/>
                  </a:lnTo>
                  <a:lnTo>
                    <a:pt x="332978" y="705606"/>
                  </a:lnTo>
                  <a:lnTo>
                    <a:pt x="332022" y="699874"/>
                  </a:lnTo>
                  <a:lnTo>
                    <a:pt x="334411" y="692230"/>
                  </a:lnTo>
                  <a:lnTo>
                    <a:pt x="336322" y="688886"/>
                  </a:lnTo>
                  <a:lnTo>
                    <a:pt x="340144" y="679809"/>
                  </a:lnTo>
                  <a:lnTo>
                    <a:pt x="338710" y="674554"/>
                  </a:lnTo>
                  <a:lnTo>
                    <a:pt x="338710" y="667866"/>
                  </a:lnTo>
                  <a:lnTo>
                    <a:pt x="338233" y="664522"/>
                  </a:lnTo>
                  <a:lnTo>
                    <a:pt x="335844" y="660222"/>
                  </a:lnTo>
                  <a:lnTo>
                    <a:pt x="331544" y="656878"/>
                  </a:lnTo>
                  <a:lnTo>
                    <a:pt x="327245" y="655923"/>
                  </a:lnTo>
                  <a:lnTo>
                    <a:pt x="325812" y="653056"/>
                  </a:lnTo>
                  <a:lnTo>
                    <a:pt x="326289" y="649234"/>
                  </a:lnTo>
                  <a:lnTo>
                    <a:pt x="327245" y="644457"/>
                  </a:lnTo>
                  <a:lnTo>
                    <a:pt x="331067" y="632992"/>
                  </a:lnTo>
                  <a:lnTo>
                    <a:pt x="334888" y="617704"/>
                  </a:lnTo>
                  <a:lnTo>
                    <a:pt x="334888" y="613882"/>
                  </a:lnTo>
                  <a:lnTo>
                    <a:pt x="334411" y="611971"/>
                  </a:lnTo>
                  <a:lnTo>
                    <a:pt x="334888" y="610061"/>
                  </a:lnTo>
                  <a:lnTo>
                    <a:pt x="334411" y="604805"/>
                  </a:lnTo>
                  <a:lnTo>
                    <a:pt x="333455" y="601461"/>
                  </a:lnTo>
                  <a:lnTo>
                    <a:pt x="318168" y="587607"/>
                  </a:lnTo>
                  <a:lnTo>
                    <a:pt x="317690" y="586174"/>
                  </a:lnTo>
                  <a:lnTo>
                    <a:pt x="317212" y="584263"/>
                  </a:lnTo>
                  <a:lnTo>
                    <a:pt x="318646" y="583785"/>
                  </a:lnTo>
                  <a:lnTo>
                    <a:pt x="319601" y="583785"/>
                  </a:lnTo>
                  <a:lnTo>
                    <a:pt x="331067" y="590474"/>
                  </a:lnTo>
                  <a:lnTo>
                    <a:pt x="333455" y="590951"/>
                  </a:lnTo>
                  <a:lnTo>
                    <a:pt x="351609" y="589040"/>
                  </a:lnTo>
                  <a:lnTo>
                    <a:pt x="360208" y="590474"/>
                  </a:lnTo>
                  <a:lnTo>
                    <a:pt x="367852" y="593818"/>
                  </a:lnTo>
                  <a:lnTo>
                    <a:pt x="373107" y="603372"/>
                  </a:lnTo>
                  <a:lnTo>
                    <a:pt x="378362" y="611494"/>
                  </a:lnTo>
                  <a:lnTo>
                    <a:pt x="383617" y="618660"/>
                  </a:lnTo>
                  <a:lnTo>
                    <a:pt x="383617" y="624870"/>
                  </a:lnTo>
                  <a:lnTo>
                    <a:pt x="378362" y="625826"/>
                  </a:lnTo>
                  <a:lnTo>
                    <a:pt x="373107" y="626303"/>
                  </a:lnTo>
                  <a:lnTo>
                    <a:pt x="360686" y="629170"/>
                  </a:lnTo>
                  <a:lnTo>
                    <a:pt x="357342" y="632514"/>
                  </a:lnTo>
                  <a:lnTo>
                    <a:pt x="348742" y="642546"/>
                  </a:lnTo>
                  <a:lnTo>
                    <a:pt x="348265" y="645412"/>
                  </a:lnTo>
                  <a:lnTo>
                    <a:pt x="348742" y="648279"/>
                  </a:lnTo>
                  <a:lnTo>
                    <a:pt x="352565" y="651623"/>
                  </a:lnTo>
                  <a:lnTo>
                    <a:pt x="361163" y="656400"/>
                  </a:lnTo>
                  <a:lnTo>
                    <a:pt x="364985" y="665477"/>
                  </a:lnTo>
                  <a:lnTo>
                    <a:pt x="367852" y="669777"/>
                  </a:lnTo>
                  <a:lnTo>
                    <a:pt x="369763" y="671688"/>
                  </a:lnTo>
                  <a:lnTo>
                    <a:pt x="371674" y="672165"/>
                  </a:lnTo>
                  <a:lnTo>
                    <a:pt x="375973" y="672165"/>
                  </a:lnTo>
                  <a:lnTo>
                    <a:pt x="378840" y="673121"/>
                  </a:lnTo>
                  <a:lnTo>
                    <a:pt x="379795" y="674076"/>
                  </a:lnTo>
                  <a:lnTo>
                    <a:pt x="380751" y="673121"/>
                  </a:lnTo>
                  <a:lnTo>
                    <a:pt x="383617" y="673121"/>
                  </a:lnTo>
                  <a:lnTo>
                    <a:pt x="399382" y="668344"/>
                  </a:lnTo>
                  <a:lnTo>
                    <a:pt x="402726" y="665955"/>
                  </a:lnTo>
                  <a:lnTo>
                    <a:pt x="403681" y="662611"/>
                  </a:lnTo>
                  <a:lnTo>
                    <a:pt x="405115" y="652101"/>
                  </a:lnTo>
                  <a:lnTo>
                    <a:pt x="406548" y="648279"/>
                  </a:lnTo>
                  <a:lnTo>
                    <a:pt x="407981" y="643502"/>
                  </a:lnTo>
                  <a:lnTo>
                    <a:pt x="407026" y="640635"/>
                  </a:lnTo>
                  <a:lnTo>
                    <a:pt x="407026" y="637291"/>
                  </a:lnTo>
                  <a:lnTo>
                    <a:pt x="415147" y="634425"/>
                  </a:lnTo>
                  <a:lnTo>
                    <a:pt x="422313" y="632036"/>
                  </a:lnTo>
                  <a:lnTo>
                    <a:pt x="426135" y="632514"/>
                  </a:lnTo>
                  <a:lnTo>
                    <a:pt x="427090" y="630125"/>
                  </a:lnTo>
                  <a:lnTo>
                    <a:pt x="424702" y="625826"/>
                  </a:lnTo>
                  <a:lnTo>
                    <a:pt x="423268" y="623437"/>
                  </a:lnTo>
                  <a:lnTo>
                    <a:pt x="424702" y="622482"/>
                  </a:lnTo>
                  <a:lnTo>
                    <a:pt x="426135" y="623915"/>
                  </a:lnTo>
                  <a:lnTo>
                    <a:pt x="428524" y="624392"/>
                  </a:lnTo>
                  <a:lnTo>
                    <a:pt x="432345" y="623437"/>
                  </a:lnTo>
                  <a:lnTo>
                    <a:pt x="447633" y="614360"/>
                  </a:lnTo>
                  <a:lnTo>
                    <a:pt x="453843" y="608627"/>
                  </a:lnTo>
                  <a:lnTo>
                    <a:pt x="457665" y="606716"/>
                  </a:lnTo>
                  <a:lnTo>
                    <a:pt x="462920" y="601939"/>
                  </a:lnTo>
                  <a:lnTo>
                    <a:pt x="465786" y="600028"/>
                  </a:lnTo>
                  <a:lnTo>
                    <a:pt x="470564" y="599551"/>
                  </a:lnTo>
                  <a:lnTo>
                    <a:pt x="475818" y="597640"/>
                  </a:lnTo>
                  <a:lnTo>
                    <a:pt x="481074" y="593818"/>
                  </a:lnTo>
                  <a:lnTo>
                    <a:pt x="488717" y="590951"/>
                  </a:lnTo>
                  <a:lnTo>
                    <a:pt x="490150" y="590951"/>
                  </a:lnTo>
                  <a:lnTo>
                    <a:pt x="491584" y="591429"/>
                  </a:lnTo>
                  <a:lnTo>
                    <a:pt x="494450" y="594773"/>
                  </a:lnTo>
                  <a:lnTo>
                    <a:pt x="493495" y="596684"/>
                  </a:lnTo>
                  <a:lnTo>
                    <a:pt x="492539" y="599073"/>
                  </a:lnTo>
                  <a:lnTo>
                    <a:pt x="493972" y="600028"/>
                  </a:lnTo>
                  <a:lnTo>
                    <a:pt x="495406" y="600984"/>
                  </a:lnTo>
                  <a:lnTo>
                    <a:pt x="496839" y="600028"/>
                  </a:lnTo>
                  <a:lnTo>
                    <a:pt x="498272" y="598595"/>
                  </a:lnTo>
                  <a:lnTo>
                    <a:pt x="502094" y="596684"/>
                  </a:lnTo>
                  <a:lnTo>
                    <a:pt x="503049" y="593818"/>
                  </a:lnTo>
                  <a:lnTo>
                    <a:pt x="501616" y="592385"/>
                  </a:lnTo>
                  <a:lnTo>
                    <a:pt x="499705" y="588085"/>
                  </a:lnTo>
                  <a:lnTo>
                    <a:pt x="497316" y="587607"/>
                  </a:lnTo>
                  <a:lnTo>
                    <a:pt x="495883" y="587607"/>
                  </a:lnTo>
                  <a:lnTo>
                    <a:pt x="502572" y="581397"/>
                  </a:lnTo>
                  <a:lnTo>
                    <a:pt x="516904" y="572320"/>
                  </a:lnTo>
                  <a:lnTo>
                    <a:pt x="524547" y="568020"/>
                  </a:lnTo>
                  <a:lnTo>
                    <a:pt x="532191" y="567543"/>
                  </a:lnTo>
                  <a:lnTo>
                    <a:pt x="538401" y="568020"/>
                  </a:lnTo>
                  <a:lnTo>
                    <a:pt x="536013" y="569454"/>
                  </a:lnTo>
                  <a:lnTo>
                    <a:pt x="525980" y="571364"/>
                  </a:lnTo>
                  <a:lnTo>
                    <a:pt x="524547" y="572320"/>
                  </a:lnTo>
                  <a:lnTo>
                    <a:pt x="524547" y="573753"/>
                  </a:lnTo>
                  <a:lnTo>
                    <a:pt x="526936" y="574231"/>
                  </a:lnTo>
                  <a:lnTo>
                    <a:pt x="527891" y="575664"/>
                  </a:lnTo>
                  <a:lnTo>
                    <a:pt x="527413" y="577097"/>
                  </a:lnTo>
                  <a:lnTo>
                    <a:pt x="526458" y="577575"/>
                  </a:lnTo>
                  <a:lnTo>
                    <a:pt x="525502" y="582352"/>
                  </a:lnTo>
                  <a:lnTo>
                    <a:pt x="523591" y="586174"/>
                  </a:lnTo>
                  <a:lnTo>
                    <a:pt x="526936" y="590951"/>
                  </a:lnTo>
                  <a:lnTo>
                    <a:pt x="527413" y="596206"/>
                  </a:lnTo>
                  <a:lnTo>
                    <a:pt x="525025" y="598595"/>
                  </a:lnTo>
                  <a:lnTo>
                    <a:pt x="522636" y="597640"/>
                  </a:lnTo>
                  <a:lnTo>
                    <a:pt x="519770" y="599551"/>
                  </a:lnTo>
                  <a:lnTo>
                    <a:pt x="515470" y="600506"/>
                  </a:lnTo>
                  <a:lnTo>
                    <a:pt x="514515" y="601939"/>
                  </a:lnTo>
                  <a:lnTo>
                    <a:pt x="514037" y="604328"/>
                  </a:lnTo>
                  <a:lnTo>
                    <a:pt x="516904" y="604805"/>
                  </a:lnTo>
                  <a:lnTo>
                    <a:pt x="518814" y="604805"/>
                  </a:lnTo>
                  <a:lnTo>
                    <a:pt x="526936" y="606239"/>
                  </a:lnTo>
                  <a:lnTo>
                    <a:pt x="527891" y="606239"/>
                  </a:lnTo>
                  <a:lnTo>
                    <a:pt x="530280" y="604805"/>
                  </a:lnTo>
                  <a:lnTo>
                    <a:pt x="533146" y="604328"/>
                  </a:lnTo>
                  <a:lnTo>
                    <a:pt x="536490" y="603850"/>
                  </a:lnTo>
                  <a:lnTo>
                    <a:pt x="537923" y="602895"/>
                  </a:lnTo>
                  <a:lnTo>
                    <a:pt x="539834" y="603850"/>
                  </a:lnTo>
                  <a:lnTo>
                    <a:pt x="542701" y="608627"/>
                  </a:lnTo>
                  <a:lnTo>
                    <a:pt x="545567" y="607672"/>
                  </a:lnTo>
                  <a:lnTo>
                    <a:pt x="547000" y="599073"/>
                  </a:lnTo>
                  <a:lnTo>
                    <a:pt x="551300" y="593818"/>
                  </a:lnTo>
                  <a:lnTo>
                    <a:pt x="556555" y="589518"/>
                  </a:lnTo>
                  <a:lnTo>
                    <a:pt x="561810" y="589040"/>
                  </a:lnTo>
                  <a:lnTo>
                    <a:pt x="566587" y="586174"/>
                  </a:lnTo>
                  <a:lnTo>
                    <a:pt x="568976" y="585219"/>
                  </a:lnTo>
                  <a:lnTo>
                    <a:pt x="573753" y="586652"/>
                  </a:lnTo>
                  <a:lnTo>
                    <a:pt x="580441" y="587130"/>
                  </a:lnTo>
                  <a:lnTo>
                    <a:pt x="586174" y="589518"/>
                  </a:lnTo>
                  <a:lnTo>
                    <a:pt x="590473" y="589996"/>
                  </a:lnTo>
                  <a:lnTo>
                    <a:pt x="596684" y="585696"/>
                  </a:lnTo>
                  <a:lnTo>
                    <a:pt x="611494" y="573275"/>
                  </a:lnTo>
                  <a:lnTo>
                    <a:pt x="612450" y="576142"/>
                  </a:lnTo>
                  <a:lnTo>
                    <a:pt x="614838" y="571842"/>
                  </a:lnTo>
                  <a:lnTo>
                    <a:pt x="626303" y="567543"/>
                  </a:lnTo>
                  <a:lnTo>
                    <a:pt x="628692" y="567543"/>
                  </a:lnTo>
                  <a:lnTo>
                    <a:pt x="628692" y="568976"/>
                  </a:lnTo>
                  <a:lnTo>
                    <a:pt x="630125" y="572798"/>
                  </a:lnTo>
                  <a:lnTo>
                    <a:pt x="632036" y="575186"/>
                  </a:lnTo>
                  <a:lnTo>
                    <a:pt x="634903" y="580919"/>
                  </a:lnTo>
                  <a:lnTo>
                    <a:pt x="633469" y="582352"/>
                  </a:lnTo>
                  <a:lnTo>
                    <a:pt x="632036" y="583308"/>
                  </a:lnTo>
                  <a:lnTo>
                    <a:pt x="630125" y="587130"/>
                  </a:lnTo>
                  <a:lnTo>
                    <a:pt x="629648" y="595729"/>
                  </a:lnTo>
                  <a:lnTo>
                    <a:pt x="633947" y="597640"/>
                  </a:lnTo>
                  <a:lnTo>
                    <a:pt x="639680" y="600028"/>
                  </a:lnTo>
                  <a:lnTo>
                    <a:pt x="642068" y="600028"/>
                  </a:lnTo>
                  <a:lnTo>
                    <a:pt x="643980" y="598595"/>
                  </a:lnTo>
                  <a:lnTo>
                    <a:pt x="644935" y="598117"/>
                  </a:lnTo>
                  <a:lnTo>
                    <a:pt x="645412" y="596684"/>
                  </a:lnTo>
                  <a:lnTo>
                    <a:pt x="645891" y="594296"/>
                  </a:lnTo>
                  <a:lnTo>
                    <a:pt x="646368" y="592385"/>
                  </a:lnTo>
                  <a:lnTo>
                    <a:pt x="644935" y="587607"/>
                  </a:lnTo>
                  <a:lnTo>
                    <a:pt x="645412" y="582352"/>
                  </a:lnTo>
                  <a:lnTo>
                    <a:pt x="650668" y="582830"/>
                  </a:lnTo>
                  <a:lnTo>
                    <a:pt x="657356" y="581397"/>
                  </a:lnTo>
                  <a:lnTo>
                    <a:pt x="660222" y="578530"/>
                  </a:lnTo>
                  <a:lnTo>
                    <a:pt x="663566" y="573275"/>
                  </a:lnTo>
                  <a:lnTo>
                    <a:pt x="665955" y="568498"/>
                  </a:lnTo>
                  <a:lnTo>
                    <a:pt x="664522" y="560377"/>
                  </a:lnTo>
                  <a:lnTo>
                    <a:pt x="660700" y="562288"/>
                  </a:lnTo>
                  <a:lnTo>
                    <a:pt x="654012" y="544134"/>
                  </a:lnTo>
                  <a:lnTo>
                    <a:pt x="651145" y="537446"/>
                  </a:lnTo>
                  <a:lnTo>
                    <a:pt x="653057" y="534102"/>
                  </a:lnTo>
                  <a:lnTo>
                    <a:pt x="658789" y="532191"/>
                  </a:lnTo>
                  <a:lnTo>
                    <a:pt x="663566" y="525502"/>
                  </a:lnTo>
                  <a:lnTo>
                    <a:pt x="665477" y="524069"/>
                  </a:lnTo>
                  <a:lnTo>
                    <a:pt x="667866" y="523591"/>
                  </a:lnTo>
                  <a:lnTo>
                    <a:pt x="682675" y="528369"/>
                  </a:lnTo>
                  <a:lnTo>
                    <a:pt x="699874" y="529324"/>
                  </a:lnTo>
                  <a:lnTo>
                    <a:pt x="714206" y="533146"/>
                  </a:lnTo>
                  <a:lnTo>
                    <a:pt x="730448" y="540312"/>
                  </a:lnTo>
                  <a:lnTo>
                    <a:pt x="738570" y="545567"/>
                  </a:lnTo>
                  <a:lnTo>
                    <a:pt x="745258" y="551300"/>
                  </a:lnTo>
                  <a:lnTo>
                    <a:pt x="744780" y="555122"/>
                  </a:lnTo>
                  <a:lnTo>
                    <a:pt x="747169" y="554166"/>
                  </a:lnTo>
                  <a:lnTo>
                    <a:pt x="753380" y="557510"/>
                  </a:lnTo>
                  <a:lnTo>
                    <a:pt x="757201" y="558944"/>
                  </a:lnTo>
                  <a:lnTo>
                    <a:pt x="761501" y="560854"/>
                  </a:lnTo>
                  <a:lnTo>
                    <a:pt x="762934" y="563721"/>
                  </a:lnTo>
                  <a:lnTo>
                    <a:pt x="768189" y="566109"/>
                  </a:lnTo>
                  <a:lnTo>
                    <a:pt x="773922" y="569931"/>
                  </a:lnTo>
                  <a:lnTo>
                    <a:pt x="774878" y="570409"/>
                  </a:lnTo>
                  <a:lnTo>
                    <a:pt x="781565" y="573275"/>
                  </a:lnTo>
                  <a:lnTo>
                    <a:pt x="786343" y="574231"/>
                  </a:lnTo>
                  <a:lnTo>
                    <a:pt x="789209" y="579964"/>
                  </a:lnTo>
                  <a:lnTo>
                    <a:pt x="799242" y="589040"/>
                  </a:lnTo>
                  <a:lnTo>
                    <a:pt x="800674" y="592385"/>
                  </a:lnTo>
                  <a:lnTo>
                    <a:pt x="803541" y="593818"/>
                  </a:lnTo>
                  <a:lnTo>
                    <a:pt x="809274" y="597640"/>
                  </a:lnTo>
                  <a:lnTo>
                    <a:pt x="813573" y="601939"/>
                  </a:lnTo>
                  <a:lnTo>
                    <a:pt x="816440" y="600506"/>
                  </a:lnTo>
                  <a:lnTo>
                    <a:pt x="822650" y="589518"/>
                  </a:lnTo>
                  <a:lnTo>
                    <a:pt x="826472" y="577097"/>
                  </a:lnTo>
                  <a:lnTo>
                    <a:pt x="828861" y="570409"/>
                  </a:lnTo>
                  <a:lnTo>
                    <a:pt x="824561" y="569931"/>
                  </a:lnTo>
                  <a:lnTo>
                    <a:pt x="821217" y="571842"/>
                  </a:lnTo>
                  <a:lnTo>
                    <a:pt x="819306" y="571364"/>
                  </a:lnTo>
                  <a:lnTo>
                    <a:pt x="816917" y="569454"/>
                  </a:lnTo>
                  <a:lnTo>
                    <a:pt x="813096" y="564198"/>
                  </a:lnTo>
                  <a:lnTo>
                    <a:pt x="808319" y="555599"/>
                  </a:lnTo>
                  <a:lnTo>
                    <a:pt x="807840" y="546045"/>
                  </a:lnTo>
                  <a:lnTo>
                    <a:pt x="806408" y="543178"/>
                  </a:lnTo>
                  <a:lnTo>
                    <a:pt x="801630" y="540312"/>
                  </a:lnTo>
                  <a:lnTo>
                    <a:pt x="798764" y="537923"/>
                  </a:lnTo>
                  <a:lnTo>
                    <a:pt x="787776" y="532191"/>
                  </a:lnTo>
                  <a:lnTo>
                    <a:pt x="785865" y="534102"/>
                  </a:lnTo>
                  <a:lnTo>
                    <a:pt x="784910" y="536968"/>
                  </a:lnTo>
                  <a:lnTo>
                    <a:pt x="784432" y="539357"/>
                  </a:lnTo>
                  <a:lnTo>
                    <a:pt x="782999" y="536490"/>
                  </a:lnTo>
                  <a:lnTo>
                    <a:pt x="782521" y="533624"/>
                  </a:lnTo>
                  <a:lnTo>
                    <a:pt x="782521" y="529802"/>
                  </a:lnTo>
                  <a:lnTo>
                    <a:pt x="782999" y="524069"/>
                  </a:lnTo>
                  <a:lnTo>
                    <a:pt x="784910" y="514992"/>
                  </a:lnTo>
                  <a:lnTo>
                    <a:pt x="787776" y="515470"/>
                  </a:lnTo>
                  <a:lnTo>
                    <a:pt x="789209" y="514037"/>
                  </a:lnTo>
                  <a:lnTo>
                    <a:pt x="791120" y="510215"/>
                  </a:lnTo>
                  <a:lnTo>
                    <a:pt x="790165" y="506871"/>
                  </a:lnTo>
                  <a:lnTo>
                    <a:pt x="789209" y="504005"/>
                  </a:lnTo>
                  <a:lnTo>
                    <a:pt x="789687" y="500183"/>
                  </a:lnTo>
                  <a:lnTo>
                    <a:pt x="791120" y="489195"/>
                  </a:lnTo>
                  <a:lnTo>
                    <a:pt x="792076" y="475818"/>
                  </a:lnTo>
                  <a:lnTo>
                    <a:pt x="790642" y="472474"/>
                  </a:lnTo>
                  <a:lnTo>
                    <a:pt x="789209" y="470564"/>
                  </a:lnTo>
                  <a:lnTo>
                    <a:pt x="782999" y="472474"/>
                  </a:lnTo>
                  <a:lnTo>
                    <a:pt x="780610" y="471519"/>
                  </a:lnTo>
                  <a:lnTo>
                    <a:pt x="780132" y="468653"/>
                  </a:lnTo>
                  <a:lnTo>
                    <a:pt x="779655" y="466742"/>
                  </a:lnTo>
                  <a:lnTo>
                    <a:pt x="781565" y="463398"/>
                  </a:lnTo>
                  <a:lnTo>
                    <a:pt x="783476" y="457665"/>
                  </a:lnTo>
                  <a:lnTo>
                    <a:pt x="780132" y="459098"/>
                  </a:lnTo>
                  <a:lnTo>
                    <a:pt x="779177" y="456709"/>
                  </a:lnTo>
                  <a:lnTo>
                    <a:pt x="781565" y="453365"/>
                  </a:lnTo>
                  <a:lnTo>
                    <a:pt x="784910" y="445722"/>
                  </a:lnTo>
                  <a:lnTo>
                    <a:pt x="791598" y="441900"/>
                  </a:lnTo>
                  <a:lnTo>
                    <a:pt x="797331" y="438078"/>
                  </a:lnTo>
                  <a:lnTo>
                    <a:pt x="805452" y="430434"/>
                  </a:lnTo>
                  <a:lnTo>
                    <a:pt x="811662" y="422791"/>
                  </a:lnTo>
                  <a:lnTo>
                    <a:pt x="815485" y="412758"/>
                  </a:lnTo>
                  <a:lnTo>
                    <a:pt x="818351" y="403204"/>
                  </a:lnTo>
                  <a:lnTo>
                    <a:pt x="822650" y="380750"/>
                  </a:lnTo>
                  <a:lnTo>
                    <a:pt x="826950" y="364030"/>
                  </a:lnTo>
                  <a:lnTo>
                    <a:pt x="833638" y="346354"/>
                  </a:lnTo>
                  <a:lnTo>
                    <a:pt x="838415" y="344921"/>
                  </a:lnTo>
                  <a:lnTo>
                    <a:pt x="839849" y="344921"/>
                  </a:lnTo>
                  <a:lnTo>
                    <a:pt x="840326" y="346354"/>
                  </a:lnTo>
                  <a:lnTo>
                    <a:pt x="838893" y="347787"/>
                  </a:lnTo>
                  <a:lnTo>
                    <a:pt x="838893" y="350176"/>
                  </a:lnTo>
                  <a:lnTo>
                    <a:pt x="840804" y="350653"/>
                  </a:lnTo>
                  <a:lnTo>
                    <a:pt x="843670" y="351131"/>
                  </a:lnTo>
                  <a:lnTo>
                    <a:pt x="849403" y="349698"/>
                  </a:lnTo>
                  <a:lnTo>
                    <a:pt x="858958" y="350176"/>
                  </a:lnTo>
                  <a:lnTo>
                    <a:pt x="875678" y="348743"/>
                  </a:lnTo>
                  <a:lnTo>
                    <a:pt x="878067" y="349698"/>
                  </a:lnTo>
                  <a:lnTo>
                    <a:pt x="884277" y="354953"/>
                  </a:lnTo>
                  <a:lnTo>
                    <a:pt x="887622" y="353997"/>
                  </a:lnTo>
                  <a:lnTo>
                    <a:pt x="894310" y="356386"/>
                  </a:lnTo>
                  <a:lnTo>
                    <a:pt x="898131" y="359253"/>
                  </a:lnTo>
                  <a:lnTo>
                    <a:pt x="901476" y="362597"/>
                  </a:lnTo>
                  <a:lnTo>
                    <a:pt x="900998" y="375495"/>
                  </a:lnTo>
                  <a:lnTo>
                    <a:pt x="900520" y="383617"/>
                  </a:lnTo>
                  <a:lnTo>
                    <a:pt x="898131" y="399382"/>
                  </a:lnTo>
                  <a:lnTo>
                    <a:pt x="896699" y="403204"/>
                  </a:lnTo>
                  <a:lnTo>
                    <a:pt x="892876" y="414669"/>
                  </a:lnTo>
                  <a:lnTo>
                    <a:pt x="890965" y="421835"/>
                  </a:lnTo>
                  <a:lnTo>
                    <a:pt x="888099" y="426612"/>
                  </a:lnTo>
                  <a:lnTo>
                    <a:pt x="883799" y="430434"/>
                  </a:lnTo>
                  <a:lnTo>
                    <a:pt x="883322" y="432345"/>
                  </a:lnTo>
                  <a:lnTo>
                    <a:pt x="882844" y="435689"/>
                  </a:lnTo>
                  <a:lnTo>
                    <a:pt x="887144" y="444288"/>
                  </a:lnTo>
                  <a:lnTo>
                    <a:pt x="897176" y="452888"/>
                  </a:lnTo>
                  <a:lnTo>
                    <a:pt x="899565" y="463398"/>
                  </a:lnTo>
                  <a:lnTo>
                    <a:pt x="900042" y="471041"/>
                  </a:lnTo>
                  <a:lnTo>
                    <a:pt x="899565" y="491106"/>
                  </a:lnTo>
                  <a:lnTo>
                    <a:pt x="898609" y="493972"/>
                  </a:lnTo>
                  <a:lnTo>
                    <a:pt x="896699" y="497316"/>
                  </a:lnTo>
                  <a:lnTo>
                    <a:pt x="894787" y="501138"/>
                  </a:lnTo>
                  <a:lnTo>
                    <a:pt x="896220" y="506393"/>
                  </a:lnTo>
                  <a:lnTo>
                    <a:pt x="897654" y="526936"/>
                  </a:lnTo>
                  <a:lnTo>
                    <a:pt x="897654" y="543178"/>
                  </a:lnTo>
                  <a:lnTo>
                    <a:pt x="896699" y="548433"/>
                  </a:lnTo>
                  <a:lnTo>
                    <a:pt x="895743" y="559899"/>
                  </a:lnTo>
                  <a:lnTo>
                    <a:pt x="895743" y="563721"/>
                  </a:lnTo>
                  <a:lnTo>
                    <a:pt x="897176" y="569454"/>
                  </a:lnTo>
                  <a:lnTo>
                    <a:pt x="899087" y="574231"/>
                  </a:lnTo>
                  <a:lnTo>
                    <a:pt x="901476" y="577097"/>
                  </a:lnTo>
                  <a:lnTo>
                    <a:pt x="909119" y="582352"/>
                  </a:lnTo>
                  <a:lnTo>
                    <a:pt x="916285" y="589040"/>
                  </a:lnTo>
                  <a:lnTo>
                    <a:pt x="916763" y="591429"/>
                  </a:lnTo>
                  <a:lnTo>
                    <a:pt x="917241" y="593818"/>
                  </a:lnTo>
                  <a:lnTo>
                    <a:pt x="914374" y="596206"/>
                  </a:lnTo>
                  <a:lnTo>
                    <a:pt x="910552" y="602895"/>
                  </a:lnTo>
                  <a:lnTo>
                    <a:pt x="908164" y="608627"/>
                  </a:lnTo>
                  <a:lnTo>
                    <a:pt x="908164" y="612927"/>
                  </a:lnTo>
                  <a:lnTo>
                    <a:pt x="908642" y="618660"/>
                  </a:lnTo>
                  <a:lnTo>
                    <a:pt x="908164" y="623915"/>
                  </a:lnTo>
                  <a:lnTo>
                    <a:pt x="906731" y="628692"/>
                  </a:lnTo>
                  <a:lnTo>
                    <a:pt x="904342" y="632036"/>
                  </a:lnTo>
                  <a:lnTo>
                    <a:pt x="897176" y="637291"/>
                  </a:lnTo>
                  <a:lnTo>
                    <a:pt x="882367" y="664522"/>
                  </a:lnTo>
                  <a:lnTo>
                    <a:pt x="879022" y="667866"/>
                  </a:lnTo>
                  <a:lnTo>
                    <a:pt x="872812" y="666433"/>
                  </a:lnTo>
                  <a:lnTo>
                    <a:pt x="874722" y="670254"/>
                  </a:lnTo>
                  <a:lnTo>
                    <a:pt x="876634" y="675987"/>
                  </a:lnTo>
                  <a:lnTo>
                    <a:pt x="876156" y="679331"/>
                  </a:lnTo>
                  <a:lnTo>
                    <a:pt x="872334" y="679331"/>
                  </a:lnTo>
                  <a:lnTo>
                    <a:pt x="867079" y="683153"/>
                  </a:lnTo>
                  <a:lnTo>
                    <a:pt x="864690" y="685542"/>
                  </a:lnTo>
                  <a:lnTo>
                    <a:pt x="860391" y="686975"/>
                  </a:lnTo>
                  <a:lnTo>
                    <a:pt x="857047" y="685542"/>
                  </a:lnTo>
                  <a:lnTo>
                    <a:pt x="853225" y="683153"/>
                  </a:lnTo>
                  <a:lnTo>
                    <a:pt x="854180" y="681242"/>
                  </a:lnTo>
                  <a:lnTo>
                    <a:pt x="854658" y="680287"/>
                  </a:lnTo>
                  <a:lnTo>
                    <a:pt x="857047" y="678854"/>
                  </a:lnTo>
                  <a:lnTo>
                    <a:pt x="859435" y="676465"/>
                  </a:lnTo>
                  <a:lnTo>
                    <a:pt x="858480" y="676465"/>
                  </a:lnTo>
                  <a:lnTo>
                    <a:pt x="857524" y="676465"/>
                  </a:lnTo>
                  <a:lnTo>
                    <a:pt x="854658" y="678854"/>
                  </a:lnTo>
                  <a:lnTo>
                    <a:pt x="851314" y="679331"/>
                  </a:lnTo>
                  <a:lnTo>
                    <a:pt x="847492" y="676465"/>
                  </a:lnTo>
                  <a:lnTo>
                    <a:pt x="844626" y="672643"/>
                  </a:lnTo>
                  <a:lnTo>
                    <a:pt x="843670" y="672165"/>
                  </a:lnTo>
                  <a:lnTo>
                    <a:pt x="840804" y="673599"/>
                  </a:lnTo>
                  <a:lnTo>
                    <a:pt x="830294" y="672643"/>
                  </a:lnTo>
                  <a:lnTo>
                    <a:pt x="827428" y="673599"/>
                  </a:lnTo>
                  <a:lnTo>
                    <a:pt x="826472" y="674554"/>
                  </a:lnTo>
                  <a:lnTo>
                    <a:pt x="826950" y="675510"/>
                  </a:lnTo>
                  <a:lnTo>
                    <a:pt x="827905" y="677420"/>
                  </a:lnTo>
                  <a:lnTo>
                    <a:pt x="828861" y="681242"/>
                  </a:lnTo>
                  <a:lnTo>
                    <a:pt x="829816" y="684109"/>
                  </a:lnTo>
                  <a:lnTo>
                    <a:pt x="834115" y="687453"/>
                  </a:lnTo>
                  <a:lnTo>
                    <a:pt x="839849" y="688408"/>
                  </a:lnTo>
                  <a:lnTo>
                    <a:pt x="845581" y="692230"/>
                  </a:lnTo>
                  <a:lnTo>
                    <a:pt x="852747" y="695096"/>
                  </a:lnTo>
                  <a:lnTo>
                    <a:pt x="868512" y="694141"/>
                  </a:lnTo>
                  <a:lnTo>
                    <a:pt x="872812" y="694141"/>
                  </a:lnTo>
                  <a:lnTo>
                    <a:pt x="877111" y="695574"/>
                  </a:lnTo>
                  <a:lnTo>
                    <a:pt x="883799" y="699396"/>
                  </a:lnTo>
                  <a:lnTo>
                    <a:pt x="886666" y="698918"/>
                  </a:lnTo>
                  <a:lnTo>
                    <a:pt x="891921" y="695574"/>
                  </a:lnTo>
                  <a:lnTo>
                    <a:pt x="893354" y="687453"/>
                  </a:lnTo>
                  <a:lnTo>
                    <a:pt x="893832" y="685064"/>
                  </a:lnTo>
                  <a:lnTo>
                    <a:pt x="911986" y="673599"/>
                  </a:lnTo>
                  <a:lnTo>
                    <a:pt x="915329" y="671210"/>
                  </a:lnTo>
                  <a:lnTo>
                    <a:pt x="921063" y="664999"/>
                  </a:lnTo>
                  <a:lnTo>
                    <a:pt x="922974" y="660700"/>
                  </a:lnTo>
                  <a:lnTo>
                    <a:pt x="924884" y="649712"/>
                  </a:lnTo>
                  <a:lnTo>
                    <a:pt x="926795" y="645412"/>
                  </a:lnTo>
                  <a:lnTo>
                    <a:pt x="938738" y="632036"/>
                  </a:lnTo>
                  <a:lnTo>
                    <a:pt x="940649" y="628692"/>
                  </a:lnTo>
                  <a:lnTo>
                    <a:pt x="940649" y="622482"/>
                  </a:lnTo>
                  <a:lnTo>
                    <a:pt x="940649" y="618182"/>
                  </a:lnTo>
                  <a:lnTo>
                    <a:pt x="939694" y="613882"/>
                  </a:lnTo>
                  <a:lnTo>
                    <a:pt x="937783" y="606716"/>
                  </a:lnTo>
                  <a:lnTo>
                    <a:pt x="935394" y="602417"/>
                  </a:lnTo>
                  <a:lnTo>
                    <a:pt x="933006" y="596684"/>
                  </a:lnTo>
                  <a:lnTo>
                    <a:pt x="934917" y="584741"/>
                  </a:lnTo>
                  <a:lnTo>
                    <a:pt x="936827" y="580441"/>
                  </a:lnTo>
                  <a:lnTo>
                    <a:pt x="947338" y="574709"/>
                  </a:lnTo>
                  <a:lnTo>
                    <a:pt x="956892" y="572798"/>
                  </a:lnTo>
                  <a:lnTo>
                    <a:pt x="966925" y="568976"/>
                  </a:lnTo>
                  <a:lnTo>
                    <a:pt x="971224" y="568020"/>
                  </a:lnTo>
                  <a:lnTo>
                    <a:pt x="974090" y="568976"/>
                  </a:lnTo>
                  <a:lnTo>
                    <a:pt x="976957" y="572798"/>
                  </a:lnTo>
                  <a:lnTo>
                    <a:pt x="979345" y="579008"/>
                  </a:lnTo>
                  <a:lnTo>
                    <a:pt x="986989" y="588085"/>
                  </a:lnTo>
                  <a:lnTo>
                    <a:pt x="989378" y="594296"/>
                  </a:lnTo>
                  <a:lnTo>
                    <a:pt x="989856" y="601939"/>
                  </a:lnTo>
                  <a:lnTo>
                    <a:pt x="989378" y="620093"/>
                  </a:lnTo>
                  <a:lnTo>
                    <a:pt x="987945" y="628214"/>
                  </a:lnTo>
                  <a:lnTo>
                    <a:pt x="991289" y="630125"/>
                  </a:lnTo>
                  <a:lnTo>
                    <a:pt x="992722" y="632036"/>
                  </a:lnTo>
                  <a:lnTo>
                    <a:pt x="996066" y="634425"/>
                  </a:lnTo>
                  <a:lnTo>
                    <a:pt x="997977" y="637291"/>
                  </a:lnTo>
                  <a:lnTo>
                    <a:pt x="999888" y="637769"/>
                  </a:lnTo>
                  <a:lnTo>
                    <a:pt x="1004188" y="638724"/>
                  </a:lnTo>
                  <a:lnTo>
                    <a:pt x="1016131" y="637769"/>
                  </a:lnTo>
                  <a:lnTo>
                    <a:pt x="1022819" y="637291"/>
                  </a:lnTo>
                  <a:lnTo>
                    <a:pt x="1022341" y="635858"/>
                  </a:lnTo>
                  <a:lnTo>
                    <a:pt x="1021386" y="634903"/>
                  </a:lnTo>
                  <a:lnTo>
                    <a:pt x="1015653" y="634903"/>
                  </a:lnTo>
                  <a:lnTo>
                    <a:pt x="1007532" y="632992"/>
                  </a:lnTo>
                  <a:lnTo>
                    <a:pt x="996543" y="629170"/>
                  </a:lnTo>
                  <a:lnTo>
                    <a:pt x="995111" y="621526"/>
                  </a:lnTo>
                  <a:lnTo>
                    <a:pt x="995111" y="616749"/>
                  </a:lnTo>
                  <a:lnTo>
                    <a:pt x="997977" y="608150"/>
                  </a:lnTo>
                  <a:lnTo>
                    <a:pt x="999888" y="606716"/>
                  </a:lnTo>
                  <a:lnTo>
                    <a:pt x="1001799" y="605761"/>
                  </a:lnTo>
                  <a:lnTo>
                    <a:pt x="1004188" y="604805"/>
                  </a:lnTo>
                  <a:lnTo>
                    <a:pt x="1003709" y="599073"/>
                  </a:lnTo>
                  <a:lnTo>
                    <a:pt x="1002754" y="593818"/>
                  </a:lnTo>
                  <a:lnTo>
                    <a:pt x="1000366" y="586174"/>
                  </a:lnTo>
                  <a:lnTo>
                    <a:pt x="997499" y="572798"/>
                  </a:lnTo>
                  <a:lnTo>
                    <a:pt x="993677" y="572320"/>
                  </a:lnTo>
                  <a:lnTo>
                    <a:pt x="991289" y="569931"/>
                  </a:lnTo>
                  <a:lnTo>
                    <a:pt x="977434" y="561810"/>
                  </a:lnTo>
                  <a:lnTo>
                    <a:pt x="965013" y="555599"/>
                  </a:lnTo>
                  <a:lnTo>
                    <a:pt x="955936" y="554644"/>
                  </a:lnTo>
                  <a:lnTo>
                    <a:pt x="953548" y="555599"/>
                  </a:lnTo>
                  <a:lnTo>
                    <a:pt x="945904" y="561810"/>
                  </a:lnTo>
                  <a:lnTo>
                    <a:pt x="941127" y="563243"/>
                  </a:lnTo>
                  <a:lnTo>
                    <a:pt x="932528" y="560377"/>
                  </a:lnTo>
                  <a:lnTo>
                    <a:pt x="924884" y="561810"/>
                  </a:lnTo>
                  <a:lnTo>
                    <a:pt x="922018" y="560377"/>
                  </a:lnTo>
                  <a:lnTo>
                    <a:pt x="920585" y="557510"/>
                  </a:lnTo>
                  <a:lnTo>
                    <a:pt x="922974" y="546523"/>
                  </a:lnTo>
                  <a:lnTo>
                    <a:pt x="922018" y="541745"/>
                  </a:lnTo>
                  <a:lnTo>
                    <a:pt x="918674" y="536012"/>
                  </a:lnTo>
                  <a:lnTo>
                    <a:pt x="916285" y="531235"/>
                  </a:lnTo>
                  <a:lnTo>
                    <a:pt x="916763" y="526458"/>
                  </a:lnTo>
                  <a:lnTo>
                    <a:pt x="921540" y="506393"/>
                  </a:lnTo>
                  <a:lnTo>
                    <a:pt x="923929" y="501138"/>
                  </a:lnTo>
                  <a:lnTo>
                    <a:pt x="929184" y="492061"/>
                  </a:lnTo>
                  <a:lnTo>
                    <a:pt x="932050" y="484418"/>
                  </a:lnTo>
                  <a:lnTo>
                    <a:pt x="931572" y="480596"/>
                  </a:lnTo>
                  <a:lnTo>
                    <a:pt x="919629" y="457665"/>
                  </a:lnTo>
                  <a:lnTo>
                    <a:pt x="916763" y="449066"/>
                  </a:lnTo>
                  <a:lnTo>
                    <a:pt x="915329" y="446677"/>
                  </a:lnTo>
                  <a:lnTo>
                    <a:pt x="912463" y="443333"/>
                  </a:lnTo>
                  <a:lnTo>
                    <a:pt x="908164" y="439511"/>
                  </a:lnTo>
                  <a:lnTo>
                    <a:pt x="907208" y="436167"/>
                  </a:lnTo>
                  <a:lnTo>
                    <a:pt x="918674" y="413236"/>
                  </a:lnTo>
                  <a:lnTo>
                    <a:pt x="923929" y="408936"/>
                  </a:lnTo>
                  <a:lnTo>
                    <a:pt x="931572" y="406548"/>
                  </a:lnTo>
                  <a:lnTo>
                    <a:pt x="934917" y="404159"/>
                  </a:lnTo>
                  <a:lnTo>
                    <a:pt x="941127" y="399382"/>
                  </a:lnTo>
                  <a:lnTo>
                    <a:pt x="944949" y="395560"/>
                  </a:lnTo>
                  <a:lnTo>
                    <a:pt x="945904" y="392216"/>
                  </a:lnTo>
                  <a:lnTo>
                    <a:pt x="946860" y="388394"/>
                  </a:lnTo>
                  <a:lnTo>
                    <a:pt x="946860" y="378839"/>
                  </a:lnTo>
                  <a:lnTo>
                    <a:pt x="946382" y="371196"/>
                  </a:lnTo>
                  <a:lnTo>
                    <a:pt x="944949" y="366896"/>
                  </a:lnTo>
                  <a:lnTo>
                    <a:pt x="943038" y="361641"/>
                  </a:lnTo>
                  <a:lnTo>
                    <a:pt x="940649" y="355431"/>
                  </a:lnTo>
                  <a:lnTo>
                    <a:pt x="942083" y="353520"/>
                  </a:lnTo>
                  <a:lnTo>
                    <a:pt x="943993" y="352564"/>
                  </a:lnTo>
                  <a:lnTo>
                    <a:pt x="947815" y="352564"/>
                  </a:lnTo>
                  <a:lnTo>
                    <a:pt x="952115" y="355909"/>
                  </a:lnTo>
                  <a:lnTo>
                    <a:pt x="954504" y="363074"/>
                  </a:lnTo>
                  <a:lnTo>
                    <a:pt x="956892" y="369285"/>
                  </a:lnTo>
                  <a:lnTo>
                    <a:pt x="956892" y="373584"/>
                  </a:lnTo>
                  <a:lnTo>
                    <a:pt x="956892" y="376929"/>
                  </a:lnTo>
                  <a:lnTo>
                    <a:pt x="957848" y="381228"/>
                  </a:lnTo>
                  <a:lnTo>
                    <a:pt x="958803" y="383139"/>
                  </a:lnTo>
                  <a:lnTo>
                    <a:pt x="959759" y="386483"/>
                  </a:lnTo>
                  <a:lnTo>
                    <a:pt x="958803" y="388872"/>
                  </a:lnTo>
                  <a:lnTo>
                    <a:pt x="957848" y="390305"/>
                  </a:lnTo>
                  <a:lnTo>
                    <a:pt x="955936" y="394127"/>
                  </a:lnTo>
                  <a:lnTo>
                    <a:pt x="952593" y="405115"/>
                  </a:lnTo>
                  <a:lnTo>
                    <a:pt x="950204" y="406548"/>
                  </a:lnTo>
                  <a:lnTo>
                    <a:pt x="949726" y="415147"/>
                  </a:lnTo>
                  <a:lnTo>
                    <a:pt x="954981" y="424224"/>
                  </a:lnTo>
                  <a:lnTo>
                    <a:pt x="954504" y="430912"/>
                  </a:lnTo>
                  <a:lnTo>
                    <a:pt x="953070" y="433301"/>
                  </a:lnTo>
                  <a:lnTo>
                    <a:pt x="950682" y="437123"/>
                  </a:lnTo>
                  <a:lnTo>
                    <a:pt x="950682" y="439989"/>
                  </a:lnTo>
                  <a:lnTo>
                    <a:pt x="951637" y="441900"/>
                  </a:lnTo>
                  <a:lnTo>
                    <a:pt x="959281" y="446199"/>
                  </a:lnTo>
                  <a:lnTo>
                    <a:pt x="966925" y="449066"/>
                  </a:lnTo>
                  <a:lnTo>
                    <a:pt x="979345" y="450021"/>
                  </a:lnTo>
                  <a:lnTo>
                    <a:pt x="983167" y="454321"/>
                  </a:lnTo>
                  <a:lnTo>
                    <a:pt x="984600" y="451454"/>
                  </a:lnTo>
                  <a:lnTo>
                    <a:pt x="996543" y="451932"/>
                  </a:lnTo>
                  <a:lnTo>
                    <a:pt x="1005620" y="461964"/>
                  </a:lnTo>
                  <a:lnTo>
                    <a:pt x="1010875" y="465309"/>
                  </a:lnTo>
                  <a:lnTo>
                    <a:pt x="1014697" y="466264"/>
                  </a:lnTo>
                  <a:lnTo>
                    <a:pt x="1023297" y="464831"/>
                  </a:lnTo>
                  <a:lnTo>
                    <a:pt x="1024730" y="464353"/>
                  </a:lnTo>
                  <a:lnTo>
                    <a:pt x="1026163" y="461009"/>
                  </a:lnTo>
                  <a:lnTo>
                    <a:pt x="1022341" y="461487"/>
                  </a:lnTo>
                  <a:lnTo>
                    <a:pt x="1020430" y="462920"/>
                  </a:lnTo>
                  <a:lnTo>
                    <a:pt x="1018997" y="462920"/>
                  </a:lnTo>
                  <a:lnTo>
                    <a:pt x="1016131" y="461487"/>
                  </a:lnTo>
                  <a:lnTo>
                    <a:pt x="1014220" y="460053"/>
                  </a:lnTo>
                  <a:lnTo>
                    <a:pt x="1012309" y="456232"/>
                  </a:lnTo>
                  <a:lnTo>
                    <a:pt x="1008487" y="446199"/>
                  </a:lnTo>
                  <a:lnTo>
                    <a:pt x="1002754" y="443333"/>
                  </a:lnTo>
                  <a:lnTo>
                    <a:pt x="998455" y="444288"/>
                  </a:lnTo>
                  <a:lnTo>
                    <a:pt x="994155" y="443811"/>
                  </a:lnTo>
                  <a:lnTo>
                    <a:pt x="986989" y="438078"/>
                  </a:lnTo>
                  <a:lnTo>
                    <a:pt x="982212" y="436167"/>
                  </a:lnTo>
                  <a:lnTo>
                    <a:pt x="973613" y="429957"/>
                  </a:lnTo>
                  <a:lnTo>
                    <a:pt x="970747" y="427568"/>
                  </a:lnTo>
                  <a:lnTo>
                    <a:pt x="968836" y="422313"/>
                  </a:lnTo>
                  <a:lnTo>
                    <a:pt x="966925" y="414191"/>
                  </a:lnTo>
                  <a:lnTo>
                    <a:pt x="965491" y="409414"/>
                  </a:lnTo>
                  <a:lnTo>
                    <a:pt x="967402" y="408459"/>
                  </a:lnTo>
                  <a:lnTo>
                    <a:pt x="973135" y="403681"/>
                  </a:lnTo>
                  <a:lnTo>
                    <a:pt x="982212" y="402248"/>
                  </a:lnTo>
                  <a:lnTo>
                    <a:pt x="986034" y="403681"/>
                  </a:lnTo>
                  <a:lnTo>
                    <a:pt x="995588" y="413236"/>
                  </a:lnTo>
                  <a:lnTo>
                    <a:pt x="999888" y="413714"/>
                  </a:lnTo>
                  <a:lnTo>
                    <a:pt x="1008009" y="409414"/>
                  </a:lnTo>
                  <a:lnTo>
                    <a:pt x="1008965" y="407025"/>
                  </a:lnTo>
                  <a:lnTo>
                    <a:pt x="1007054" y="401293"/>
                  </a:lnTo>
                  <a:lnTo>
                    <a:pt x="1004665" y="398426"/>
                  </a:lnTo>
                  <a:lnTo>
                    <a:pt x="999888" y="397471"/>
                  </a:lnTo>
                  <a:lnTo>
                    <a:pt x="994633" y="399860"/>
                  </a:lnTo>
                  <a:lnTo>
                    <a:pt x="992722" y="397471"/>
                  </a:lnTo>
                  <a:lnTo>
                    <a:pt x="993200" y="394604"/>
                  </a:lnTo>
                  <a:lnTo>
                    <a:pt x="994155" y="392694"/>
                  </a:lnTo>
                  <a:lnTo>
                    <a:pt x="997022" y="392216"/>
                  </a:lnTo>
                  <a:lnTo>
                    <a:pt x="998932" y="390305"/>
                  </a:lnTo>
                  <a:lnTo>
                    <a:pt x="1003709" y="384572"/>
                  </a:lnTo>
                  <a:lnTo>
                    <a:pt x="1008965" y="381706"/>
                  </a:lnTo>
                  <a:lnTo>
                    <a:pt x="1014220" y="380750"/>
                  </a:lnTo>
                  <a:lnTo>
                    <a:pt x="1032851" y="381228"/>
                  </a:lnTo>
                  <a:lnTo>
                    <a:pt x="1043361" y="390783"/>
                  </a:lnTo>
                  <a:lnTo>
                    <a:pt x="1053393" y="395082"/>
                  </a:lnTo>
                  <a:lnTo>
                    <a:pt x="1058171" y="398426"/>
                  </a:lnTo>
                  <a:lnTo>
                    <a:pt x="1059127" y="398904"/>
                  </a:lnTo>
                  <a:lnTo>
                    <a:pt x="1060082" y="400815"/>
                  </a:lnTo>
                  <a:lnTo>
                    <a:pt x="1061037" y="405592"/>
                  </a:lnTo>
                  <a:lnTo>
                    <a:pt x="1073936" y="418969"/>
                  </a:lnTo>
                  <a:lnTo>
                    <a:pt x="1077280" y="420402"/>
                  </a:lnTo>
                  <a:lnTo>
                    <a:pt x="1085402" y="421357"/>
                  </a:lnTo>
                  <a:lnTo>
                    <a:pt x="1094478" y="418013"/>
                  </a:lnTo>
                  <a:lnTo>
                    <a:pt x="1098778" y="418013"/>
                  </a:lnTo>
                  <a:lnTo>
                    <a:pt x="1103555" y="418491"/>
                  </a:lnTo>
                  <a:lnTo>
                    <a:pt x="1105944" y="420402"/>
                  </a:lnTo>
                  <a:lnTo>
                    <a:pt x="1108332" y="423268"/>
                  </a:lnTo>
                  <a:lnTo>
                    <a:pt x="1106899" y="427090"/>
                  </a:lnTo>
                  <a:lnTo>
                    <a:pt x="1105944" y="429479"/>
                  </a:lnTo>
                  <a:lnTo>
                    <a:pt x="1103077" y="435689"/>
                  </a:lnTo>
                  <a:lnTo>
                    <a:pt x="1102122" y="437600"/>
                  </a:lnTo>
                  <a:lnTo>
                    <a:pt x="1093523" y="444766"/>
                  </a:lnTo>
                  <a:lnTo>
                    <a:pt x="1090179" y="446677"/>
                  </a:lnTo>
                  <a:lnTo>
                    <a:pt x="1089223" y="456232"/>
                  </a:lnTo>
                  <a:lnTo>
                    <a:pt x="1088746" y="458143"/>
                  </a:lnTo>
                  <a:lnTo>
                    <a:pt x="1088746" y="461487"/>
                  </a:lnTo>
                  <a:lnTo>
                    <a:pt x="1090179" y="468175"/>
                  </a:lnTo>
                  <a:lnTo>
                    <a:pt x="1090657" y="471997"/>
                  </a:lnTo>
                  <a:lnTo>
                    <a:pt x="1089223" y="477730"/>
                  </a:lnTo>
                  <a:lnTo>
                    <a:pt x="1086835" y="483462"/>
                  </a:lnTo>
                  <a:lnTo>
                    <a:pt x="1087312" y="488239"/>
                  </a:lnTo>
                  <a:lnTo>
                    <a:pt x="1088268" y="494450"/>
                  </a:lnTo>
                  <a:lnTo>
                    <a:pt x="1088268" y="492539"/>
                  </a:lnTo>
                  <a:lnTo>
                    <a:pt x="1088268" y="489673"/>
                  </a:lnTo>
                  <a:lnTo>
                    <a:pt x="1088746" y="486329"/>
                  </a:lnTo>
                  <a:lnTo>
                    <a:pt x="1092568" y="478685"/>
                  </a:lnTo>
                  <a:lnTo>
                    <a:pt x="1095434" y="467697"/>
                  </a:lnTo>
                  <a:lnTo>
                    <a:pt x="1098300" y="464831"/>
                  </a:lnTo>
                  <a:lnTo>
                    <a:pt x="1101166" y="463875"/>
                  </a:lnTo>
                  <a:lnTo>
                    <a:pt x="1104033" y="467219"/>
                  </a:lnTo>
                  <a:lnTo>
                    <a:pt x="1104511" y="471519"/>
                  </a:lnTo>
                  <a:lnTo>
                    <a:pt x="1104988" y="478207"/>
                  </a:lnTo>
                  <a:lnTo>
                    <a:pt x="1104511" y="484418"/>
                  </a:lnTo>
                  <a:lnTo>
                    <a:pt x="1102122" y="493972"/>
                  </a:lnTo>
                  <a:lnTo>
                    <a:pt x="1098300" y="500660"/>
                  </a:lnTo>
                  <a:lnTo>
                    <a:pt x="1097345" y="504005"/>
                  </a:lnTo>
                  <a:lnTo>
                    <a:pt x="1099255" y="507349"/>
                  </a:lnTo>
                  <a:lnTo>
                    <a:pt x="1100689" y="510215"/>
                  </a:lnTo>
                  <a:lnTo>
                    <a:pt x="1103077" y="511171"/>
                  </a:lnTo>
                  <a:lnTo>
                    <a:pt x="1105466" y="510693"/>
                  </a:lnTo>
                  <a:lnTo>
                    <a:pt x="1105944" y="510215"/>
                  </a:lnTo>
                  <a:lnTo>
                    <a:pt x="1106421" y="507349"/>
                  </a:lnTo>
                  <a:lnTo>
                    <a:pt x="1105466" y="504005"/>
                  </a:lnTo>
                  <a:lnTo>
                    <a:pt x="1104988" y="501138"/>
                  </a:lnTo>
                  <a:lnTo>
                    <a:pt x="1109288" y="498750"/>
                  </a:lnTo>
                  <a:lnTo>
                    <a:pt x="1113587" y="497316"/>
                  </a:lnTo>
                  <a:lnTo>
                    <a:pt x="1116932" y="493495"/>
                  </a:lnTo>
                  <a:lnTo>
                    <a:pt x="1117409" y="490628"/>
                  </a:lnTo>
                  <a:lnTo>
                    <a:pt x="1118365" y="486329"/>
                  </a:lnTo>
                  <a:lnTo>
                    <a:pt x="1116454" y="479640"/>
                  </a:lnTo>
                  <a:lnTo>
                    <a:pt x="1115021" y="474385"/>
                  </a:lnTo>
                  <a:lnTo>
                    <a:pt x="1110243" y="461964"/>
                  </a:lnTo>
                  <a:lnTo>
                    <a:pt x="1106421" y="455754"/>
                  </a:lnTo>
                  <a:lnTo>
                    <a:pt x="1108810" y="445722"/>
                  </a:lnTo>
                  <a:lnTo>
                    <a:pt x="1112632" y="434734"/>
                  </a:lnTo>
                  <a:lnTo>
                    <a:pt x="1114065" y="432345"/>
                  </a:lnTo>
                  <a:lnTo>
                    <a:pt x="1114543" y="430434"/>
                  </a:lnTo>
                  <a:lnTo>
                    <a:pt x="1115021" y="427568"/>
                  </a:lnTo>
                  <a:lnTo>
                    <a:pt x="1114543" y="424224"/>
                  </a:lnTo>
                  <a:lnTo>
                    <a:pt x="1114065" y="422313"/>
                  </a:lnTo>
                  <a:lnTo>
                    <a:pt x="1110243" y="414191"/>
                  </a:lnTo>
                  <a:lnTo>
                    <a:pt x="1107377" y="411325"/>
                  </a:lnTo>
                  <a:lnTo>
                    <a:pt x="1098778" y="409892"/>
                  </a:lnTo>
                  <a:lnTo>
                    <a:pt x="1096389" y="408459"/>
                  </a:lnTo>
                  <a:lnTo>
                    <a:pt x="1090179" y="399860"/>
                  </a:lnTo>
                  <a:lnTo>
                    <a:pt x="1089223" y="397949"/>
                  </a:lnTo>
                  <a:lnTo>
                    <a:pt x="1087790" y="391738"/>
                  </a:lnTo>
                  <a:lnTo>
                    <a:pt x="1087312" y="389827"/>
                  </a:lnTo>
                  <a:lnTo>
                    <a:pt x="1085879" y="388394"/>
                  </a:lnTo>
                  <a:lnTo>
                    <a:pt x="1079669" y="384572"/>
                  </a:lnTo>
                  <a:lnTo>
                    <a:pt x="1075369" y="383139"/>
                  </a:lnTo>
                  <a:lnTo>
                    <a:pt x="1069636" y="382661"/>
                  </a:lnTo>
                  <a:lnTo>
                    <a:pt x="1065814" y="380750"/>
                  </a:lnTo>
                  <a:lnTo>
                    <a:pt x="1060559" y="375018"/>
                  </a:lnTo>
                  <a:lnTo>
                    <a:pt x="1060082" y="373107"/>
                  </a:lnTo>
                  <a:lnTo>
                    <a:pt x="1058171" y="365463"/>
                  </a:lnTo>
                  <a:lnTo>
                    <a:pt x="1057216" y="361163"/>
                  </a:lnTo>
                  <a:lnTo>
                    <a:pt x="1057693" y="358297"/>
                  </a:lnTo>
                  <a:lnTo>
                    <a:pt x="1059604" y="352087"/>
                  </a:lnTo>
                  <a:lnTo>
                    <a:pt x="1061037" y="346832"/>
                  </a:lnTo>
                  <a:lnTo>
                    <a:pt x="1059127" y="342054"/>
                  </a:lnTo>
                  <a:lnTo>
                    <a:pt x="1056738" y="340621"/>
                  </a:lnTo>
                  <a:lnTo>
                    <a:pt x="1054349" y="338232"/>
                  </a:lnTo>
                  <a:lnTo>
                    <a:pt x="1052916" y="333933"/>
                  </a:lnTo>
                  <a:lnTo>
                    <a:pt x="1052438" y="329156"/>
                  </a:lnTo>
                  <a:lnTo>
                    <a:pt x="1052438" y="325334"/>
                  </a:lnTo>
                  <a:lnTo>
                    <a:pt x="1051961" y="321034"/>
                  </a:lnTo>
                  <a:lnTo>
                    <a:pt x="1053393" y="317690"/>
                  </a:lnTo>
                  <a:lnTo>
                    <a:pt x="1055782" y="313868"/>
                  </a:lnTo>
                  <a:lnTo>
                    <a:pt x="1055304" y="311002"/>
                  </a:lnTo>
                  <a:lnTo>
                    <a:pt x="1055782" y="307658"/>
                  </a:lnTo>
                  <a:lnTo>
                    <a:pt x="1073458" y="302881"/>
                  </a:lnTo>
                  <a:lnTo>
                    <a:pt x="1080146" y="301925"/>
                  </a:lnTo>
                  <a:lnTo>
                    <a:pt x="1114543" y="301447"/>
                  </a:lnTo>
                  <a:lnTo>
                    <a:pt x="1116932" y="300014"/>
                  </a:lnTo>
                  <a:lnTo>
                    <a:pt x="1131741" y="297625"/>
                  </a:lnTo>
                  <a:lnTo>
                    <a:pt x="1137952" y="295237"/>
                  </a:lnTo>
                  <a:lnTo>
                    <a:pt x="1144640" y="298103"/>
                  </a:lnTo>
                  <a:lnTo>
                    <a:pt x="1147028" y="297625"/>
                  </a:lnTo>
                  <a:lnTo>
                    <a:pt x="1152284" y="296670"/>
                  </a:lnTo>
                  <a:lnTo>
                    <a:pt x="1155628" y="291415"/>
                  </a:lnTo>
                  <a:lnTo>
                    <a:pt x="1162794" y="289026"/>
                  </a:lnTo>
                  <a:lnTo>
                    <a:pt x="1174737" y="286638"/>
                  </a:lnTo>
                  <a:lnTo>
                    <a:pt x="1180948" y="287115"/>
                  </a:lnTo>
                  <a:lnTo>
                    <a:pt x="1182380" y="288549"/>
                  </a:lnTo>
                  <a:lnTo>
                    <a:pt x="1183336" y="290937"/>
                  </a:lnTo>
                  <a:lnTo>
                    <a:pt x="1177125" y="298103"/>
                  </a:lnTo>
                  <a:lnTo>
                    <a:pt x="1170437" y="304314"/>
                  </a:lnTo>
                  <a:lnTo>
                    <a:pt x="1165182" y="307180"/>
                  </a:lnTo>
                  <a:lnTo>
                    <a:pt x="1159450" y="312435"/>
                  </a:lnTo>
                  <a:lnTo>
                    <a:pt x="1158972" y="314824"/>
                  </a:lnTo>
                  <a:lnTo>
                    <a:pt x="1158972" y="315779"/>
                  </a:lnTo>
                  <a:lnTo>
                    <a:pt x="1158972" y="320079"/>
                  </a:lnTo>
                  <a:lnTo>
                    <a:pt x="1159450" y="322945"/>
                  </a:lnTo>
                  <a:lnTo>
                    <a:pt x="1165182" y="326289"/>
                  </a:lnTo>
                  <a:lnTo>
                    <a:pt x="1169004" y="331544"/>
                  </a:lnTo>
                  <a:lnTo>
                    <a:pt x="1173303" y="334888"/>
                  </a:lnTo>
                  <a:lnTo>
                    <a:pt x="1176648" y="336799"/>
                  </a:lnTo>
                  <a:lnTo>
                    <a:pt x="1177125" y="335844"/>
                  </a:lnTo>
                  <a:lnTo>
                    <a:pt x="1165660" y="324378"/>
                  </a:lnTo>
                  <a:lnTo>
                    <a:pt x="1162316" y="321990"/>
                  </a:lnTo>
                  <a:lnTo>
                    <a:pt x="1161360" y="319123"/>
                  </a:lnTo>
                  <a:lnTo>
                    <a:pt x="1161838" y="314824"/>
                  </a:lnTo>
                  <a:lnTo>
                    <a:pt x="1163271" y="312913"/>
                  </a:lnTo>
                  <a:lnTo>
                    <a:pt x="1165182" y="311002"/>
                  </a:lnTo>
                  <a:lnTo>
                    <a:pt x="1166137" y="309569"/>
                  </a:lnTo>
                  <a:lnTo>
                    <a:pt x="1170437" y="307658"/>
                  </a:lnTo>
                  <a:lnTo>
                    <a:pt x="1185247" y="304791"/>
                  </a:lnTo>
                  <a:lnTo>
                    <a:pt x="1188591" y="299059"/>
                  </a:lnTo>
                  <a:lnTo>
                    <a:pt x="1190024" y="295715"/>
                  </a:lnTo>
                  <a:lnTo>
                    <a:pt x="1194324" y="291893"/>
                  </a:lnTo>
                  <a:lnTo>
                    <a:pt x="1192891" y="290460"/>
                  </a:lnTo>
                  <a:lnTo>
                    <a:pt x="1189546" y="289504"/>
                  </a:lnTo>
                  <a:lnTo>
                    <a:pt x="1187158" y="287593"/>
                  </a:lnTo>
                  <a:lnTo>
                    <a:pt x="1176648" y="266573"/>
                  </a:lnTo>
                  <a:lnTo>
                    <a:pt x="1174259" y="263229"/>
                  </a:lnTo>
                  <a:lnTo>
                    <a:pt x="1166616" y="260840"/>
                  </a:lnTo>
                  <a:lnTo>
                    <a:pt x="1163271" y="258452"/>
                  </a:lnTo>
                  <a:lnTo>
                    <a:pt x="1166616" y="251286"/>
                  </a:lnTo>
                  <a:lnTo>
                    <a:pt x="1170915" y="249375"/>
                  </a:lnTo>
                  <a:lnTo>
                    <a:pt x="1173782" y="249853"/>
                  </a:lnTo>
                  <a:lnTo>
                    <a:pt x="1176170" y="251763"/>
                  </a:lnTo>
                  <a:lnTo>
                    <a:pt x="1180948" y="257974"/>
                  </a:lnTo>
                  <a:lnTo>
                    <a:pt x="1187635" y="255108"/>
                  </a:lnTo>
                  <a:lnTo>
                    <a:pt x="1185247" y="252719"/>
                  </a:lnTo>
                  <a:lnTo>
                    <a:pt x="1180948" y="249375"/>
                  </a:lnTo>
                  <a:lnTo>
                    <a:pt x="1177125" y="244597"/>
                  </a:lnTo>
                  <a:lnTo>
                    <a:pt x="1171393" y="240298"/>
                  </a:lnTo>
                  <a:lnTo>
                    <a:pt x="1165182" y="236954"/>
                  </a:lnTo>
                  <a:lnTo>
                    <a:pt x="1158972" y="235998"/>
                  </a:lnTo>
                  <a:lnTo>
                    <a:pt x="1160883" y="229310"/>
                  </a:lnTo>
                  <a:lnTo>
                    <a:pt x="1164227" y="230266"/>
                  </a:lnTo>
                  <a:lnTo>
                    <a:pt x="1165660" y="228355"/>
                  </a:lnTo>
                  <a:lnTo>
                    <a:pt x="1167093" y="224055"/>
                  </a:lnTo>
                  <a:lnTo>
                    <a:pt x="1176170" y="233610"/>
                  </a:lnTo>
                  <a:lnTo>
                    <a:pt x="1179992" y="231221"/>
                  </a:lnTo>
                  <a:lnTo>
                    <a:pt x="1183814" y="226922"/>
                  </a:lnTo>
                  <a:lnTo>
                    <a:pt x="1191457" y="215456"/>
                  </a:lnTo>
                  <a:lnTo>
                    <a:pt x="1192413" y="210679"/>
                  </a:lnTo>
                  <a:lnTo>
                    <a:pt x="1188591" y="207812"/>
                  </a:lnTo>
                  <a:lnTo>
                    <a:pt x="1185725" y="206379"/>
                  </a:lnTo>
                  <a:lnTo>
                    <a:pt x="1181903" y="206857"/>
                  </a:lnTo>
                  <a:lnTo>
                    <a:pt x="1181425" y="203513"/>
                  </a:lnTo>
                  <a:lnTo>
                    <a:pt x="1182858" y="199213"/>
                  </a:lnTo>
                  <a:lnTo>
                    <a:pt x="1186202" y="197780"/>
                  </a:lnTo>
                  <a:lnTo>
                    <a:pt x="1196235" y="202080"/>
                  </a:lnTo>
                  <a:lnTo>
                    <a:pt x="1212478" y="190614"/>
                  </a:lnTo>
                  <a:lnTo>
                    <a:pt x="1217255" y="185359"/>
                  </a:lnTo>
                  <a:lnTo>
                    <a:pt x="1228720" y="177715"/>
                  </a:lnTo>
                  <a:lnTo>
                    <a:pt x="1234453" y="178671"/>
                  </a:lnTo>
                  <a:lnTo>
                    <a:pt x="1245919" y="169116"/>
                  </a:lnTo>
                  <a:lnTo>
                    <a:pt x="1262162" y="164817"/>
                  </a:lnTo>
                  <a:lnTo>
                    <a:pt x="1271716" y="164817"/>
                  </a:lnTo>
                  <a:lnTo>
                    <a:pt x="1278882" y="159562"/>
                  </a:lnTo>
                  <a:lnTo>
                    <a:pt x="1290347" y="157651"/>
                  </a:lnTo>
                  <a:lnTo>
                    <a:pt x="1294169" y="155262"/>
                  </a:lnTo>
                  <a:lnTo>
                    <a:pt x="1312801" y="149529"/>
                  </a:lnTo>
                  <a:lnTo>
                    <a:pt x="1323311" y="145230"/>
                  </a:lnTo>
                  <a:lnTo>
                    <a:pt x="1324744" y="141886"/>
                  </a:lnTo>
                  <a:lnTo>
                    <a:pt x="1315667" y="144752"/>
                  </a:lnTo>
                  <a:lnTo>
                    <a:pt x="1313278" y="141886"/>
                  </a:lnTo>
                  <a:lnTo>
                    <a:pt x="1311367" y="143797"/>
                  </a:lnTo>
                  <a:lnTo>
                    <a:pt x="1309935" y="146185"/>
                  </a:lnTo>
                  <a:lnTo>
                    <a:pt x="1305635" y="141886"/>
                  </a:lnTo>
                  <a:lnTo>
                    <a:pt x="1304201" y="142841"/>
                  </a:lnTo>
                  <a:lnTo>
                    <a:pt x="1303246" y="145230"/>
                  </a:lnTo>
                  <a:lnTo>
                    <a:pt x="1301813" y="146185"/>
                  </a:lnTo>
                  <a:lnTo>
                    <a:pt x="1299902" y="145708"/>
                  </a:lnTo>
                  <a:lnTo>
                    <a:pt x="1298946" y="140453"/>
                  </a:lnTo>
                  <a:lnTo>
                    <a:pt x="1301335" y="133287"/>
                  </a:lnTo>
                  <a:lnTo>
                    <a:pt x="1304201" y="136631"/>
                  </a:lnTo>
                  <a:lnTo>
                    <a:pt x="1307068" y="131376"/>
                  </a:lnTo>
                  <a:lnTo>
                    <a:pt x="1308979" y="131376"/>
                  </a:lnTo>
                  <a:lnTo>
                    <a:pt x="1314712" y="134720"/>
                  </a:lnTo>
                  <a:lnTo>
                    <a:pt x="1318533" y="131376"/>
                  </a:lnTo>
                  <a:lnTo>
                    <a:pt x="1323788" y="129465"/>
                  </a:lnTo>
                  <a:lnTo>
                    <a:pt x="1329521" y="130898"/>
                  </a:lnTo>
                  <a:lnTo>
                    <a:pt x="1331910" y="130898"/>
                  </a:lnTo>
                  <a:lnTo>
                    <a:pt x="1333343" y="127076"/>
                  </a:lnTo>
                  <a:lnTo>
                    <a:pt x="1342420" y="130420"/>
                  </a:lnTo>
                  <a:lnTo>
                    <a:pt x="1348630" y="128032"/>
                  </a:lnTo>
                  <a:lnTo>
                    <a:pt x="1352930" y="128509"/>
                  </a:lnTo>
                  <a:lnTo>
                    <a:pt x="1359618" y="130420"/>
                  </a:lnTo>
                  <a:lnTo>
                    <a:pt x="1362962" y="132809"/>
                  </a:lnTo>
                  <a:lnTo>
                    <a:pt x="1361051" y="138064"/>
                  </a:lnTo>
                  <a:lnTo>
                    <a:pt x="1354363" y="146663"/>
                  </a:lnTo>
                  <a:lnTo>
                    <a:pt x="1356274" y="148096"/>
                  </a:lnTo>
                  <a:lnTo>
                    <a:pt x="1360096" y="144274"/>
                  </a:lnTo>
                  <a:lnTo>
                    <a:pt x="1371561" y="138542"/>
                  </a:lnTo>
                  <a:lnTo>
                    <a:pt x="1373472" y="139497"/>
                  </a:lnTo>
                  <a:lnTo>
                    <a:pt x="1372039" y="144752"/>
                  </a:lnTo>
                  <a:lnTo>
                    <a:pt x="1371084" y="147141"/>
                  </a:lnTo>
                  <a:lnTo>
                    <a:pt x="1378727" y="143797"/>
                  </a:lnTo>
                  <a:lnTo>
                    <a:pt x="1385415" y="137586"/>
                  </a:lnTo>
                  <a:lnTo>
                    <a:pt x="1388282" y="136153"/>
                  </a:lnTo>
                  <a:lnTo>
                    <a:pt x="1391149" y="140453"/>
                  </a:lnTo>
                  <a:lnTo>
                    <a:pt x="1394015" y="136631"/>
                  </a:lnTo>
                  <a:lnTo>
                    <a:pt x="1394492" y="132809"/>
                  </a:lnTo>
                  <a:lnTo>
                    <a:pt x="1399270" y="132331"/>
                  </a:lnTo>
                  <a:lnTo>
                    <a:pt x="1401658" y="128509"/>
                  </a:lnTo>
                  <a:lnTo>
                    <a:pt x="1405002" y="126121"/>
                  </a:lnTo>
                  <a:lnTo>
                    <a:pt x="1407869" y="125165"/>
                  </a:lnTo>
                  <a:lnTo>
                    <a:pt x="1414079" y="120388"/>
                  </a:lnTo>
                  <a:lnTo>
                    <a:pt x="1416468" y="121821"/>
                  </a:lnTo>
                  <a:lnTo>
                    <a:pt x="1420767" y="123254"/>
                  </a:lnTo>
                  <a:lnTo>
                    <a:pt x="1424590" y="125165"/>
                  </a:lnTo>
                  <a:lnTo>
                    <a:pt x="1432233" y="130420"/>
                  </a:lnTo>
                  <a:lnTo>
                    <a:pt x="1433188" y="132809"/>
                  </a:lnTo>
                  <a:lnTo>
                    <a:pt x="1434144" y="132809"/>
                  </a:lnTo>
                  <a:lnTo>
                    <a:pt x="1436055" y="136631"/>
                  </a:lnTo>
                  <a:lnTo>
                    <a:pt x="1434622" y="141886"/>
                  </a:lnTo>
                  <a:lnTo>
                    <a:pt x="1432711" y="150007"/>
                  </a:lnTo>
                  <a:lnTo>
                    <a:pt x="1429844" y="153351"/>
                  </a:lnTo>
                  <a:lnTo>
                    <a:pt x="1431756" y="153829"/>
                  </a:lnTo>
                  <a:lnTo>
                    <a:pt x="1432711" y="152874"/>
                  </a:lnTo>
                  <a:lnTo>
                    <a:pt x="1435577" y="147618"/>
                  </a:lnTo>
                  <a:lnTo>
                    <a:pt x="1437966" y="143797"/>
                  </a:lnTo>
                  <a:lnTo>
                    <a:pt x="1437488" y="128509"/>
                  </a:lnTo>
                  <a:lnTo>
                    <a:pt x="1433188" y="120388"/>
                  </a:lnTo>
                  <a:lnTo>
                    <a:pt x="1429844" y="117999"/>
                  </a:lnTo>
                  <a:lnTo>
                    <a:pt x="1422679" y="109400"/>
                  </a:lnTo>
                  <a:lnTo>
                    <a:pt x="1420290" y="106056"/>
                  </a:lnTo>
                  <a:lnTo>
                    <a:pt x="1416945" y="102234"/>
                  </a:lnTo>
                  <a:lnTo>
                    <a:pt x="1418379" y="99846"/>
                  </a:lnTo>
                  <a:lnTo>
                    <a:pt x="1432233" y="102712"/>
                  </a:lnTo>
                  <a:lnTo>
                    <a:pt x="1439399" y="101279"/>
                  </a:lnTo>
                  <a:lnTo>
                    <a:pt x="1447043" y="102234"/>
                  </a:lnTo>
                  <a:lnTo>
                    <a:pt x="1457552" y="98412"/>
                  </a:lnTo>
                  <a:lnTo>
                    <a:pt x="1461852" y="102234"/>
                  </a:lnTo>
                  <a:lnTo>
                    <a:pt x="1466629" y="102234"/>
                  </a:lnTo>
                  <a:lnTo>
                    <a:pt x="1472363" y="105100"/>
                  </a:lnTo>
                  <a:lnTo>
                    <a:pt x="1474273" y="101756"/>
                  </a:lnTo>
                  <a:lnTo>
                    <a:pt x="1464718" y="97935"/>
                  </a:lnTo>
                  <a:lnTo>
                    <a:pt x="1460419" y="97935"/>
                  </a:lnTo>
                  <a:lnTo>
                    <a:pt x="1458986" y="96024"/>
                  </a:lnTo>
                  <a:lnTo>
                    <a:pt x="1460897" y="91724"/>
                  </a:lnTo>
                  <a:lnTo>
                    <a:pt x="1462330" y="84558"/>
                  </a:lnTo>
                  <a:lnTo>
                    <a:pt x="1460897" y="78348"/>
                  </a:lnTo>
                  <a:lnTo>
                    <a:pt x="1458986" y="75004"/>
                  </a:lnTo>
                  <a:lnTo>
                    <a:pt x="1458508" y="68793"/>
                  </a:lnTo>
                  <a:lnTo>
                    <a:pt x="1460419" y="61627"/>
                  </a:lnTo>
                  <a:lnTo>
                    <a:pt x="1464241" y="58761"/>
                  </a:lnTo>
                  <a:lnTo>
                    <a:pt x="1466152" y="52550"/>
                  </a:lnTo>
                  <a:lnTo>
                    <a:pt x="1470929" y="44907"/>
                  </a:lnTo>
                  <a:lnTo>
                    <a:pt x="1492427" y="19109"/>
                  </a:lnTo>
                  <a:lnTo>
                    <a:pt x="1502937" y="9077"/>
                  </a:lnTo>
                  <a:lnTo>
                    <a:pt x="1506759" y="7644"/>
                  </a:lnTo>
                  <a:lnTo>
                    <a:pt x="1511536" y="8599"/>
                  </a:lnTo>
                  <a:lnTo>
                    <a:pt x="1520135" y="0"/>
                  </a:lnTo>
                  <a:lnTo>
                    <a:pt x="1523479" y="0"/>
                  </a:lnTo>
                  <a:lnTo>
                    <a:pt x="1536378" y="6688"/>
                  </a:lnTo>
                  <a:lnTo>
                    <a:pt x="1539245" y="11466"/>
                  </a:lnTo>
                  <a:lnTo>
                    <a:pt x="1545932" y="15287"/>
                  </a:lnTo>
                  <a:lnTo>
                    <a:pt x="1554054" y="17676"/>
                  </a:lnTo>
                  <a:lnTo>
                    <a:pt x="1557398" y="20542"/>
                  </a:lnTo>
                  <a:lnTo>
                    <a:pt x="1559309" y="23886"/>
                  </a:lnTo>
                  <a:lnTo>
                    <a:pt x="1560742" y="28664"/>
                  </a:lnTo>
                  <a:lnTo>
                    <a:pt x="1554532" y="32008"/>
                  </a:lnTo>
                  <a:lnTo>
                    <a:pt x="1547366" y="41562"/>
                  </a:lnTo>
                  <a:lnTo>
                    <a:pt x="1538289" y="46818"/>
                  </a:lnTo>
                  <a:lnTo>
                    <a:pt x="1526346" y="50162"/>
                  </a:lnTo>
                  <a:lnTo>
                    <a:pt x="1523957" y="52550"/>
                  </a:lnTo>
                  <a:lnTo>
                    <a:pt x="1546411" y="53506"/>
                  </a:lnTo>
                  <a:lnTo>
                    <a:pt x="1552621" y="52550"/>
                  </a:lnTo>
                  <a:lnTo>
                    <a:pt x="1554054" y="60672"/>
                  </a:lnTo>
                  <a:lnTo>
                    <a:pt x="1556443" y="61149"/>
                  </a:lnTo>
                  <a:lnTo>
                    <a:pt x="1562653" y="57328"/>
                  </a:lnTo>
                  <a:lnTo>
                    <a:pt x="1566475" y="56850"/>
                  </a:lnTo>
                  <a:lnTo>
                    <a:pt x="1573641" y="59716"/>
                  </a:lnTo>
                  <a:lnTo>
                    <a:pt x="1575074" y="58283"/>
                  </a:lnTo>
                  <a:lnTo>
                    <a:pt x="1578418" y="58283"/>
                  </a:lnTo>
                  <a:lnTo>
                    <a:pt x="1585107" y="61627"/>
                  </a:lnTo>
                  <a:lnTo>
                    <a:pt x="1587973" y="66882"/>
                  </a:lnTo>
                  <a:lnTo>
                    <a:pt x="1583196" y="75004"/>
                  </a:lnTo>
                  <a:lnTo>
                    <a:pt x="1578418" y="82647"/>
                  </a:lnTo>
                  <a:lnTo>
                    <a:pt x="1572207" y="94590"/>
                  </a:lnTo>
                  <a:lnTo>
                    <a:pt x="1570297" y="93635"/>
                  </a:lnTo>
                  <a:lnTo>
                    <a:pt x="1567430" y="93635"/>
                  </a:lnTo>
                  <a:lnTo>
                    <a:pt x="1567908" y="99368"/>
                  </a:lnTo>
                  <a:lnTo>
                    <a:pt x="1573163" y="99368"/>
                  </a:lnTo>
                  <a:lnTo>
                    <a:pt x="1576030" y="102234"/>
                  </a:lnTo>
                  <a:lnTo>
                    <a:pt x="1582718" y="98890"/>
                  </a:lnTo>
                  <a:lnTo>
                    <a:pt x="1591795" y="99846"/>
                  </a:lnTo>
                  <a:lnTo>
                    <a:pt x="1593705" y="98890"/>
                  </a:lnTo>
                  <a:lnTo>
                    <a:pt x="1597527" y="95068"/>
                  </a:lnTo>
                  <a:lnTo>
                    <a:pt x="1598483" y="87902"/>
                  </a:lnTo>
                  <a:lnTo>
                    <a:pt x="1599916" y="83603"/>
                  </a:lnTo>
                  <a:lnTo>
                    <a:pt x="1602782" y="81692"/>
                  </a:lnTo>
                  <a:lnTo>
                    <a:pt x="1606604" y="83125"/>
                  </a:lnTo>
                  <a:lnTo>
                    <a:pt x="1611859" y="83125"/>
                  </a:lnTo>
                  <a:lnTo>
                    <a:pt x="1626669" y="80736"/>
                  </a:lnTo>
                  <a:lnTo>
                    <a:pt x="1638612" y="84080"/>
                  </a:lnTo>
                  <a:lnTo>
                    <a:pt x="1648644" y="80259"/>
                  </a:lnTo>
                  <a:lnTo>
                    <a:pt x="1661066" y="83125"/>
                  </a:lnTo>
                  <a:lnTo>
                    <a:pt x="1666798" y="85991"/>
                  </a:lnTo>
                  <a:lnTo>
                    <a:pt x="1670620" y="91246"/>
                  </a:lnTo>
                  <a:lnTo>
                    <a:pt x="1674442" y="92680"/>
                  </a:lnTo>
                  <a:lnTo>
                    <a:pt x="1677308" y="96501"/>
                  </a:lnTo>
                  <a:lnTo>
                    <a:pt x="1680652" y="102234"/>
                  </a:lnTo>
                  <a:lnTo>
                    <a:pt x="1679219" y="106534"/>
                  </a:lnTo>
                  <a:lnTo>
                    <a:pt x="1677786" y="109878"/>
                  </a:lnTo>
                  <a:lnTo>
                    <a:pt x="1681608" y="106534"/>
                  </a:lnTo>
                  <a:lnTo>
                    <a:pt x="1684474" y="105578"/>
                  </a:lnTo>
                  <a:lnTo>
                    <a:pt x="1686863" y="107489"/>
                  </a:lnTo>
                  <a:lnTo>
                    <a:pt x="1691162" y="109400"/>
                  </a:lnTo>
                  <a:lnTo>
                    <a:pt x="1692118" y="122299"/>
                  </a:lnTo>
                  <a:lnTo>
                    <a:pt x="1693551" y="124687"/>
                  </a:lnTo>
                  <a:lnTo>
                    <a:pt x="1694507" y="128987"/>
                  </a:lnTo>
                  <a:lnTo>
                    <a:pt x="1693073" y="132809"/>
                  </a:lnTo>
                  <a:lnTo>
                    <a:pt x="1691640" y="134720"/>
                  </a:lnTo>
                  <a:lnTo>
                    <a:pt x="1694984" y="134242"/>
                  </a:lnTo>
                  <a:lnTo>
                    <a:pt x="1699284" y="130420"/>
                  </a:lnTo>
                  <a:lnTo>
                    <a:pt x="1700239" y="128987"/>
                  </a:lnTo>
                  <a:lnTo>
                    <a:pt x="1701673" y="125643"/>
                  </a:lnTo>
                  <a:lnTo>
                    <a:pt x="1699762" y="122299"/>
                  </a:lnTo>
                  <a:lnTo>
                    <a:pt x="1698328" y="120866"/>
                  </a:lnTo>
                  <a:lnTo>
                    <a:pt x="1700239" y="119432"/>
                  </a:lnTo>
                  <a:lnTo>
                    <a:pt x="1704061" y="119910"/>
                  </a:lnTo>
                  <a:lnTo>
                    <a:pt x="1705972" y="125165"/>
                  </a:lnTo>
                  <a:lnTo>
                    <a:pt x="1706928" y="130420"/>
                  </a:lnTo>
                  <a:lnTo>
                    <a:pt x="1709794" y="147141"/>
                  </a:lnTo>
                  <a:lnTo>
                    <a:pt x="1715526" y="144752"/>
                  </a:lnTo>
                  <a:lnTo>
                    <a:pt x="1716005" y="149529"/>
                  </a:lnTo>
                  <a:lnTo>
                    <a:pt x="1713616" y="160995"/>
                  </a:lnTo>
                  <a:lnTo>
                    <a:pt x="1710749" y="169116"/>
                  </a:lnTo>
                  <a:lnTo>
                    <a:pt x="1709794" y="171027"/>
                  </a:lnTo>
                  <a:lnTo>
                    <a:pt x="1708360" y="171027"/>
                  </a:lnTo>
                  <a:lnTo>
                    <a:pt x="1708839" y="166728"/>
                  </a:lnTo>
                  <a:lnTo>
                    <a:pt x="1707883" y="164339"/>
                  </a:lnTo>
                  <a:lnTo>
                    <a:pt x="1706450" y="162906"/>
                  </a:lnTo>
                  <a:lnTo>
                    <a:pt x="1701194" y="161473"/>
                  </a:lnTo>
                  <a:lnTo>
                    <a:pt x="1691162" y="150962"/>
                  </a:lnTo>
                  <a:lnTo>
                    <a:pt x="1688774" y="150007"/>
                  </a:lnTo>
                  <a:lnTo>
                    <a:pt x="1687818" y="150485"/>
                  </a:lnTo>
                  <a:lnTo>
                    <a:pt x="1687818" y="151440"/>
                  </a:lnTo>
                  <a:lnTo>
                    <a:pt x="1693073" y="158606"/>
                  </a:lnTo>
                  <a:lnTo>
                    <a:pt x="1697851" y="170549"/>
                  </a:lnTo>
                  <a:lnTo>
                    <a:pt x="1701673" y="167205"/>
                  </a:lnTo>
                  <a:lnTo>
                    <a:pt x="1703583" y="167683"/>
                  </a:lnTo>
                  <a:lnTo>
                    <a:pt x="1705494" y="173416"/>
                  </a:lnTo>
                  <a:lnTo>
                    <a:pt x="1709794" y="175804"/>
                  </a:lnTo>
                  <a:lnTo>
                    <a:pt x="1713138" y="179149"/>
                  </a:lnTo>
                  <a:lnTo>
                    <a:pt x="1710749" y="190614"/>
                  </a:lnTo>
                  <a:lnTo>
                    <a:pt x="1696895" y="210201"/>
                  </a:lnTo>
                  <a:lnTo>
                    <a:pt x="1682563" y="221667"/>
                  </a:lnTo>
                  <a:lnTo>
                    <a:pt x="1676353" y="229788"/>
                  </a:lnTo>
                  <a:lnTo>
                    <a:pt x="1664887" y="235043"/>
                  </a:lnTo>
                  <a:lnTo>
                    <a:pt x="1656766" y="242687"/>
                  </a:lnTo>
                  <a:lnTo>
                    <a:pt x="1646256" y="248419"/>
                  </a:lnTo>
                  <a:lnTo>
                    <a:pt x="1643389" y="254152"/>
                  </a:lnTo>
                  <a:lnTo>
                    <a:pt x="1635746" y="257974"/>
                  </a:lnTo>
                  <a:lnTo>
                    <a:pt x="1636223" y="259885"/>
                  </a:lnTo>
                  <a:lnTo>
                    <a:pt x="1637179" y="262274"/>
                  </a:lnTo>
                  <a:lnTo>
                    <a:pt x="1636223" y="265618"/>
                  </a:lnTo>
                  <a:lnTo>
                    <a:pt x="1635268" y="268484"/>
                  </a:lnTo>
                  <a:lnTo>
                    <a:pt x="1629535" y="273739"/>
                  </a:lnTo>
                  <a:lnTo>
                    <a:pt x="1620936" y="277561"/>
                  </a:lnTo>
                  <a:lnTo>
                    <a:pt x="1603260" y="299536"/>
                  </a:lnTo>
                  <a:lnTo>
                    <a:pt x="1594661" y="303836"/>
                  </a:lnTo>
                  <a:lnTo>
                    <a:pt x="1585107" y="304314"/>
                  </a:lnTo>
                  <a:lnTo>
                    <a:pt x="1582718" y="306225"/>
                  </a:lnTo>
                  <a:lnTo>
                    <a:pt x="1575552" y="320079"/>
                  </a:lnTo>
                  <a:lnTo>
                    <a:pt x="1573163" y="322945"/>
                  </a:lnTo>
                  <a:lnTo>
                    <a:pt x="1563609" y="324378"/>
                  </a:lnTo>
                  <a:lnTo>
                    <a:pt x="1553577" y="346354"/>
                  </a:lnTo>
                  <a:lnTo>
                    <a:pt x="1547843" y="353520"/>
                  </a:lnTo>
                  <a:lnTo>
                    <a:pt x="1542588" y="357342"/>
                  </a:lnTo>
                  <a:lnTo>
                    <a:pt x="1547843" y="356386"/>
                  </a:lnTo>
                  <a:lnTo>
                    <a:pt x="1554054" y="353520"/>
                  </a:lnTo>
                  <a:lnTo>
                    <a:pt x="1561220" y="346832"/>
                  </a:lnTo>
                  <a:lnTo>
                    <a:pt x="1563131" y="343488"/>
                  </a:lnTo>
                  <a:lnTo>
                    <a:pt x="1564086" y="339666"/>
                  </a:lnTo>
                  <a:lnTo>
                    <a:pt x="1565997" y="336799"/>
                  </a:lnTo>
                  <a:lnTo>
                    <a:pt x="1569341" y="334888"/>
                  </a:lnTo>
                  <a:lnTo>
                    <a:pt x="1581762" y="332500"/>
                  </a:lnTo>
                  <a:lnTo>
                    <a:pt x="1587018" y="333455"/>
                  </a:lnTo>
                  <a:lnTo>
                    <a:pt x="1594661" y="332977"/>
                  </a:lnTo>
                  <a:lnTo>
                    <a:pt x="1599438" y="328678"/>
                  </a:lnTo>
                  <a:lnTo>
                    <a:pt x="1602305" y="327245"/>
                  </a:lnTo>
                  <a:lnTo>
                    <a:pt x="1605171" y="326767"/>
                  </a:lnTo>
                  <a:lnTo>
                    <a:pt x="1606604" y="323901"/>
                  </a:lnTo>
                  <a:lnTo>
                    <a:pt x="1610904" y="323423"/>
                  </a:lnTo>
                  <a:lnTo>
                    <a:pt x="1620936" y="319601"/>
                  </a:lnTo>
                  <a:lnTo>
                    <a:pt x="1622369" y="318646"/>
                  </a:lnTo>
                  <a:lnTo>
                    <a:pt x="1625714" y="312913"/>
                  </a:lnTo>
                  <a:lnTo>
                    <a:pt x="1631924" y="314824"/>
                  </a:lnTo>
                  <a:lnTo>
                    <a:pt x="1636223" y="313868"/>
                  </a:lnTo>
                  <a:lnTo>
                    <a:pt x="1647689" y="303836"/>
                  </a:lnTo>
                  <a:lnTo>
                    <a:pt x="1654377" y="300014"/>
                  </a:lnTo>
                  <a:lnTo>
                    <a:pt x="1656288" y="297148"/>
                  </a:lnTo>
                  <a:lnTo>
                    <a:pt x="1654855" y="295237"/>
                  </a:lnTo>
                  <a:lnTo>
                    <a:pt x="1653421" y="293804"/>
                  </a:lnTo>
                  <a:lnTo>
                    <a:pt x="1646734" y="297625"/>
                  </a:lnTo>
                  <a:lnTo>
                    <a:pt x="1641001" y="298581"/>
                  </a:lnTo>
                  <a:lnTo>
                    <a:pt x="1634312" y="297625"/>
                  </a:lnTo>
                  <a:lnTo>
                    <a:pt x="1633357" y="296192"/>
                  </a:lnTo>
                  <a:lnTo>
                    <a:pt x="1632402" y="292848"/>
                  </a:lnTo>
                  <a:lnTo>
                    <a:pt x="1634791" y="287115"/>
                  </a:lnTo>
                  <a:lnTo>
                    <a:pt x="1636701" y="284249"/>
                  </a:lnTo>
                  <a:lnTo>
                    <a:pt x="1640523" y="279949"/>
                  </a:lnTo>
                  <a:lnTo>
                    <a:pt x="1644345" y="278516"/>
                  </a:lnTo>
                  <a:lnTo>
                    <a:pt x="1657244" y="282816"/>
                  </a:lnTo>
                  <a:lnTo>
                    <a:pt x="1660110" y="283294"/>
                  </a:lnTo>
                  <a:lnTo>
                    <a:pt x="1661543" y="276128"/>
                  </a:lnTo>
                  <a:lnTo>
                    <a:pt x="1665843" y="276605"/>
                  </a:lnTo>
                  <a:lnTo>
                    <a:pt x="1669664" y="277561"/>
                  </a:lnTo>
                  <a:lnTo>
                    <a:pt x="1668232" y="278994"/>
                  </a:lnTo>
                  <a:lnTo>
                    <a:pt x="1663454" y="281383"/>
                  </a:lnTo>
                  <a:lnTo>
                    <a:pt x="1664887" y="287115"/>
                  </a:lnTo>
                  <a:lnTo>
                    <a:pt x="1666798" y="290937"/>
                  </a:lnTo>
                  <a:lnTo>
                    <a:pt x="1674919" y="296192"/>
                  </a:lnTo>
                  <a:lnTo>
                    <a:pt x="1681608" y="298581"/>
                  </a:lnTo>
                  <a:lnTo>
                    <a:pt x="1686863" y="298581"/>
                  </a:lnTo>
                  <a:lnTo>
                    <a:pt x="1694507" y="296192"/>
                  </a:lnTo>
                  <a:lnTo>
                    <a:pt x="1695940" y="294759"/>
                  </a:lnTo>
                  <a:lnTo>
                    <a:pt x="1697373" y="290460"/>
                  </a:lnTo>
                  <a:lnTo>
                    <a:pt x="1695462" y="281860"/>
                  </a:lnTo>
                  <a:lnTo>
                    <a:pt x="1697373" y="283294"/>
                  </a:lnTo>
                  <a:lnTo>
                    <a:pt x="1699284" y="285204"/>
                  </a:lnTo>
                  <a:lnTo>
                    <a:pt x="1702150" y="289982"/>
                  </a:lnTo>
                  <a:lnTo>
                    <a:pt x="1705017" y="298581"/>
                  </a:lnTo>
                  <a:lnTo>
                    <a:pt x="1706928" y="302403"/>
                  </a:lnTo>
                  <a:lnTo>
                    <a:pt x="1705972" y="306702"/>
                  </a:lnTo>
                  <a:lnTo>
                    <a:pt x="1701673" y="314824"/>
                  </a:lnTo>
                  <a:lnTo>
                    <a:pt x="1704061" y="319123"/>
                  </a:lnTo>
                  <a:lnTo>
                    <a:pt x="1708360" y="321990"/>
                  </a:lnTo>
                  <a:lnTo>
                    <a:pt x="1708360" y="334411"/>
                  </a:lnTo>
                  <a:lnTo>
                    <a:pt x="1707883" y="340621"/>
                  </a:lnTo>
                  <a:lnTo>
                    <a:pt x="1705972" y="347309"/>
                  </a:lnTo>
                  <a:lnTo>
                    <a:pt x="1703583" y="350176"/>
                  </a:lnTo>
                  <a:lnTo>
                    <a:pt x="1701194" y="353997"/>
                  </a:lnTo>
                  <a:lnTo>
                    <a:pt x="1701673" y="357819"/>
                  </a:lnTo>
                  <a:lnTo>
                    <a:pt x="1702150" y="360208"/>
                  </a:lnTo>
                  <a:lnTo>
                    <a:pt x="1704539" y="364508"/>
                  </a:lnTo>
                  <a:lnTo>
                    <a:pt x="1711705" y="365941"/>
                  </a:lnTo>
                  <a:lnTo>
                    <a:pt x="1712660" y="364985"/>
                  </a:lnTo>
                  <a:lnTo>
                    <a:pt x="1711227" y="363552"/>
                  </a:lnTo>
                  <a:lnTo>
                    <a:pt x="1706450" y="361641"/>
                  </a:lnTo>
                  <a:lnTo>
                    <a:pt x="1704539" y="359730"/>
                  </a:lnTo>
                  <a:lnTo>
                    <a:pt x="1702628" y="355431"/>
                  </a:lnTo>
                  <a:lnTo>
                    <a:pt x="1704539" y="351131"/>
                  </a:lnTo>
                  <a:lnTo>
                    <a:pt x="1706928" y="347787"/>
                  </a:lnTo>
                  <a:lnTo>
                    <a:pt x="1709316" y="340143"/>
                  </a:lnTo>
                  <a:lnTo>
                    <a:pt x="1710271" y="334888"/>
                  </a:lnTo>
                  <a:lnTo>
                    <a:pt x="1709794" y="329156"/>
                  </a:lnTo>
                  <a:lnTo>
                    <a:pt x="1711227" y="326289"/>
                  </a:lnTo>
                  <a:lnTo>
                    <a:pt x="1713616" y="323423"/>
                  </a:lnTo>
                  <a:lnTo>
                    <a:pt x="1715049" y="322945"/>
                  </a:lnTo>
                  <a:lnTo>
                    <a:pt x="1716005" y="321990"/>
                  </a:lnTo>
                  <a:lnTo>
                    <a:pt x="1714571" y="320556"/>
                  </a:lnTo>
                  <a:lnTo>
                    <a:pt x="1712660" y="319601"/>
                  </a:lnTo>
                  <a:lnTo>
                    <a:pt x="1709316" y="316257"/>
                  </a:lnTo>
                  <a:lnTo>
                    <a:pt x="1708839" y="311480"/>
                  </a:lnTo>
                  <a:lnTo>
                    <a:pt x="1715526" y="310046"/>
                  </a:lnTo>
                  <a:lnTo>
                    <a:pt x="1719826" y="306702"/>
                  </a:lnTo>
                  <a:lnTo>
                    <a:pt x="1734635" y="305269"/>
                  </a:lnTo>
                  <a:lnTo>
                    <a:pt x="1745146" y="299059"/>
                  </a:lnTo>
                  <a:lnTo>
                    <a:pt x="1768077" y="300970"/>
                  </a:lnTo>
                  <a:lnTo>
                    <a:pt x="1783842" y="305747"/>
                  </a:lnTo>
                  <a:lnTo>
                    <a:pt x="1806773" y="306225"/>
                  </a:lnTo>
                  <a:lnTo>
                    <a:pt x="1814894" y="309569"/>
                  </a:lnTo>
                  <a:lnTo>
                    <a:pt x="1815849" y="311002"/>
                  </a:lnTo>
                  <a:lnTo>
                    <a:pt x="1816328" y="313390"/>
                  </a:lnTo>
                  <a:lnTo>
                    <a:pt x="1812506" y="314346"/>
                  </a:lnTo>
                  <a:lnTo>
                    <a:pt x="1806773" y="314346"/>
                  </a:lnTo>
                  <a:lnTo>
                    <a:pt x="1805340" y="320556"/>
                  </a:lnTo>
                  <a:lnTo>
                    <a:pt x="1806295" y="328200"/>
                  </a:lnTo>
                  <a:lnTo>
                    <a:pt x="1816805" y="336322"/>
                  </a:lnTo>
                  <a:lnTo>
                    <a:pt x="1825882" y="339666"/>
                  </a:lnTo>
                  <a:lnTo>
                    <a:pt x="1832570" y="344921"/>
                  </a:lnTo>
                  <a:lnTo>
                    <a:pt x="1835914" y="345398"/>
                  </a:lnTo>
                  <a:lnTo>
                    <a:pt x="1849291" y="344921"/>
                  </a:lnTo>
                  <a:lnTo>
                    <a:pt x="1856935" y="347309"/>
                  </a:lnTo>
                  <a:lnTo>
                    <a:pt x="1864101" y="345398"/>
                  </a:lnTo>
                  <a:lnTo>
                    <a:pt x="1872222" y="345398"/>
                  </a:lnTo>
                  <a:lnTo>
                    <a:pt x="1874610" y="345876"/>
                  </a:lnTo>
                  <a:lnTo>
                    <a:pt x="1877477" y="350176"/>
                  </a:lnTo>
                  <a:lnTo>
                    <a:pt x="1882254" y="351131"/>
                  </a:lnTo>
                  <a:lnTo>
                    <a:pt x="1887509" y="351131"/>
                  </a:lnTo>
                  <a:lnTo>
                    <a:pt x="1890853" y="350176"/>
                  </a:lnTo>
                  <a:lnTo>
                    <a:pt x="1891809" y="349220"/>
                  </a:lnTo>
                  <a:lnTo>
                    <a:pt x="1891809" y="347787"/>
                  </a:lnTo>
                  <a:lnTo>
                    <a:pt x="1887031" y="345398"/>
                  </a:lnTo>
                  <a:lnTo>
                    <a:pt x="1887509" y="342532"/>
                  </a:lnTo>
                  <a:lnTo>
                    <a:pt x="1889420" y="342054"/>
                  </a:lnTo>
                  <a:lnTo>
                    <a:pt x="1897064" y="345876"/>
                  </a:lnTo>
                  <a:lnTo>
                    <a:pt x="1899930" y="346354"/>
                  </a:lnTo>
                  <a:lnTo>
                    <a:pt x="1902797" y="343488"/>
                  </a:lnTo>
                  <a:lnTo>
                    <a:pt x="1904708" y="338232"/>
                  </a:lnTo>
                  <a:lnTo>
                    <a:pt x="1906140" y="334411"/>
                  </a:lnTo>
                  <a:lnTo>
                    <a:pt x="1907096" y="332977"/>
                  </a:lnTo>
                  <a:lnTo>
                    <a:pt x="1908052" y="332500"/>
                  </a:lnTo>
                  <a:lnTo>
                    <a:pt x="1909007" y="331544"/>
                  </a:lnTo>
                  <a:lnTo>
                    <a:pt x="1906618" y="327245"/>
                  </a:lnTo>
                  <a:lnTo>
                    <a:pt x="1904708" y="321990"/>
                  </a:lnTo>
                  <a:lnTo>
                    <a:pt x="1903752" y="318168"/>
                  </a:lnTo>
                  <a:lnTo>
                    <a:pt x="1903274" y="316257"/>
                  </a:lnTo>
                  <a:lnTo>
                    <a:pt x="1902797" y="310046"/>
                  </a:lnTo>
                  <a:lnTo>
                    <a:pt x="1905185" y="303358"/>
                  </a:lnTo>
                  <a:lnTo>
                    <a:pt x="1906618" y="301447"/>
                  </a:lnTo>
                  <a:lnTo>
                    <a:pt x="1912829" y="303836"/>
                  </a:lnTo>
                  <a:lnTo>
                    <a:pt x="1915217" y="300014"/>
                  </a:lnTo>
                  <a:lnTo>
                    <a:pt x="1917128" y="298581"/>
                  </a:lnTo>
                  <a:lnTo>
                    <a:pt x="1924294" y="295715"/>
                  </a:lnTo>
                  <a:lnTo>
                    <a:pt x="1927638" y="295715"/>
                  </a:lnTo>
                  <a:lnTo>
                    <a:pt x="1932416" y="298581"/>
                  </a:lnTo>
                  <a:lnTo>
                    <a:pt x="1948659" y="310524"/>
                  </a:lnTo>
                  <a:lnTo>
                    <a:pt x="1948659" y="315302"/>
                  </a:lnTo>
                  <a:lnTo>
                    <a:pt x="1952481" y="313868"/>
                  </a:lnTo>
                  <a:lnTo>
                    <a:pt x="1954391" y="312435"/>
                  </a:lnTo>
                  <a:lnTo>
                    <a:pt x="1958691" y="311002"/>
                  </a:lnTo>
                  <a:lnTo>
                    <a:pt x="1961557" y="309091"/>
                  </a:lnTo>
                  <a:lnTo>
                    <a:pt x="1962035" y="309569"/>
                  </a:lnTo>
                  <a:lnTo>
                    <a:pt x="1962990" y="311480"/>
                  </a:lnTo>
                  <a:lnTo>
                    <a:pt x="1962513" y="314346"/>
                  </a:lnTo>
                  <a:lnTo>
                    <a:pt x="1961557" y="317212"/>
                  </a:lnTo>
                  <a:lnTo>
                    <a:pt x="1962035" y="318646"/>
                  </a:lnTo>
                  <a:lnTo>
                    <a:pt x="1962990" y="319123"/>
                  </a:lnTo>
                  <a:lnTo>
                    <a:pt x="1967290" y="322467"/>
                  </a:lnTo>
                  <a:lnTo>
                    <a:pt x="1973023" y="316257"/>
                  </a:lnTo>
                  <a:lnTo>
                    <a:pt x="1975411" y="310046"/>
                  </a:lnTo>
                  <a:lnTo>
                    <a:pt x="1976845" y="309091"/>
                  </a:lnTo>
                  <a:lnTo>
                    <a:pt x="1990699" y="313390"/>
                  </a:lnTo>
                  <a:lnTo>
                    <a:pt x="1994998" y="315302"/>
                  </a:lnTo>
                  <a:lnTo>
                    <a:pt x="1995954" y="316735"/>
                  </a:lnTo>
                  <a:lnTo>
                    <a:pt x="1996431" y="319123"/>
                  </a:lnTo>
                  <a:lnTo>
                    <a:pt x="1998820" y="321512"/>
                  </a:lnTo>
                  <a:lnTo>
                    <a:pt x="2001686" y="322945"/>
                  </a:lnTo>
                  <a:lnTo>
                    <a:pt x="2001209" y="324856"/>
                  </a:lnTo>
                  <a:lnTo>
                    <a:pt x="2001209" y="326767"/>
                  </a:lnTo>
                  <a:lnTo>
                    <a:pt x="2007419" y="327245"/>
                  </a:lnTo>
                  <a:lnTo>
                    <a:pt x="2010286" y="329156"/>
                  </a:lnTo>
                  <a:lnTo>
                    <a:pt x="2013630" y="331544"/>
                  </a:lnTo>
                  <a:lnTo>
                    <a:pt x="2013152" y="334888"/>
                  </a:lnTo>
                  <a:lnTo>
                    <a:pt x="2014107" y="336799"/>
                  </a:lnTo>
                  <a:lnTo>
                    <a:pt x="2016974" y="336799"/>
                  </a:lnTo>
                  <a:lnTo>
                    <a:pt x="2017929" y="336322"/>
                  </a:lnTo>
                  <a:lnTo>
                    <a:pt x="2016974" y="340621"/>
                  </a:lnTo>
                  <a:lnTo>
                    <a:pt x="2013152" y="345398"/>
                  </a:lnTo>
                  <a:lnTo>
                    <a:pt x="2010763" y="347309"/>
                  </a:lnTo>
                  <a:lnTo>
                    <a:pt x="2007897" y="350176"/>
                  </a:lnTo>
                  <a:lnTo>
                    <a:pt x="2009330" y="350653"/>
                  </a:lnTo>
                  <a:lnTo>
                    <a:pt x="2016018" y="351609"/>
                  </a:lnTo>
                  <a:lnTo>
                    <a:pt x="2020318" y="357342"/>
                  </a:lnTo>
                  <a:lnTo>
                    <a:pt x="2020796" y="361641"/>
                  </a:lnTo>
                  <a:lnTo>
                    <a:pt x="2017929" y="363552"/>
                  </a:lnTo>
                  <a:lnTo>
                    <a:pt x="2012197" y="368807"/>
                  </a:lnTo>
                  <a:lnTo>
                    <a:pt x="2008375" y="371196"/>
                  </a:lnTo>
                  <a:lnTo>
                    <a:pt x="2005986" y="371196"/>
                  </a:lnTo>
                  <a:lnTo>
                    <a:pt x="2004553" y="372151"/>
                  </a:lnTo>
                  <a:lnTo>
                    <a:pt x="2006941" y="374540"/>
                  </a:lnTo>
                  <a:lnTo>
                    <a:pt x="2017929" y="375018"/>
                  </a:lnTo>
                  <a:lnTo>
                    <a:pt x="2021273" y="377884"/>
                  </a:lnTo>
                  <a:lnTo>
                    <a:pt x="2024140" y="385528"/>
                  </a:lnTo>
                  <a:lnTo>
                    <a:pt x="2024140" y="394127"/>
                  </a:lnTo>
                  <a:lnTo>
                    <a:pt x="2021273" y="398426"/>
                  </a:lnTo>
                  <a:lnTo>
                    <a:pt x="2014585" y="399382"/>
                  </a:lnTo>
                  <a:lnTo>
                    <a:pt x="2005508" y="389350"/>
                  </a:lnTo>
                  <a:lnTo>
                    <a:pt x="1999775" y="385528"/>
                  </a:lnTo>
                  <a:lnTo>
                    <a:pt x="1992132" y="378362"/>
                  </a:lnTo>
                  <a:lnTo>
                    <a:pt x="1990699" y="379317"/>
                  </a:lnTo>
                  <a:lnTo>
                    <a:pt x="1993088" y="386005"/>
                  </a:lnTo>
                  <a:lnTo>
                    <a:pt x="1996431" y="389350"/>
                  </a:lnTo>
                  <a:lnTo>
                    <a:pt x="2003120" y="398904"/>
                  </a:lnTo>
                  <a:lnTo>
                    <a:pt x="2014107" y="418491"/>
                  </a:lnTo>
                  <a:lnTo>
                    <a:pt x="2016496" y="416580"/>
                  </a:lnTo>
                  <a:lnTo>
                    <a:pt x="2017929" y="414191"/>
                  </a:lnTo>
                  <a:lnTo>
                    <a:pt x="2018885" y="411325"/>
                  </a:lnTo>
                  <a:lnTo>
                    <a:pt x="2018407" y="407025"/>
                  </a:lnTo>
                  <a:lnTo>
                    <a:pt x="2019840" y="408936"/>
                  </a:lnTo>
                  <a:lnTo>
                    <a:pt x="2021751" y="412758"/>
                  </a:lnTo>
                  <a:lnTo>
                    <a:pt x="2025095" y="419446"/>
                  </a:lnTo>
                  <a:lnTo>
                    <a:pt x="2020318" y="418969"/>
                  </a:lnTo>
                  <a:lnTo>
                    <a:pt x="2015063" y="421357"/>
                  </a:lnTo>
                  <a:lnTo>
                    <a:pt x="2012674" y="423746"/>
                  </a:lnTo>
                  <a:lnTo>
                    <a:pt x="2014107" y="427090"/>
                  </a:lnTo>
                  <a:lnTo>
                    <a:pt x="2018407" y="427568"/>
                  </a:lnTo>
                  <a:lnTo>
                    <a:pt x="2020318" y="432823"/>
                  </a:lnTo>
                  <a:lnTo>
                    <a:pt x="2023662" y="438556"/>
                  </a:lnTo>
                  <a:lnTo>
                    <a:pt x="2030828" y="454798"/>
                  </a:lnTo>
                  <a:lnTo>
                    <a:pt x="2036083" y="457665"/>
                  </a:lnTo>
                  <a:lnTo>
                    <a:pt x="2041338" y="464353"/>
                  </a:lnTo>
                  <a:lnTo>
                    <a:pt x="2046115" y="467219"/>
                  </a:lnTo>
                  <a:lnTo>
                    <a:pt x="2048982" y="467697"/>
                  </a:lnTo>
                  <a:lnTo>
                    <a:pt x="2050893" y="463398"/>
                  </a:lnTo>
                  <a:lnTo>
                    <a:pt x="2052326" y="464831"/>
                  </a:lnTo>
                  <a:lnTo>
                    <a:pt x="2053281" y="472474"/>
                  </a:lnTo>
                  <a:lnTo>
                    <a:pt x="2056148" y="475341"/>
                  </a:lnTo>
                  <a:lnTo>
                    <a:pt x="2058536" y="475818"/>
                  </a:lnTo>
                  <a:lnTo>
                    <a:pt x="2060925" y="474385"/>
                  </a:lnTo>
                  <a:lnTo>
                    <a:pt x="2064269" y="471041"/>
                  </a:lnTo>
                  <a:lnTo>
                    <a:pt x="2066657" y="466742"/>
                  </a:lnTo>
                  <a:lnTo>
                    <a:pt x="2070957" y="455754"/>
                  </a:lnTo>
                  <a:lnTo>
                    <a:pt x="2073346" y="450021"/>
                  </a:lnTo>
                  <a:lnTo>
                    <a:pt x="2076212" y="447632"/>
                  </a:lnTo>
                  <a:lnTo>
                    <a:pt x="2075257" y="444766"/>
                  </a:lnTo>
                  <a:lnTo>
                    <a:pt x="2075257" y="441422"/>
                  </a:lnTo>
                  <a:lnTo>
                    <a:pt x="2077168" y="434256"/>
                  </a:lnTo>
                  <a:lnTo>
                    <a:pt x="2080034" y="424702"/>
                  </a:lnTo>
                  <a:lnTo>
                    <a:pt x="2081945" y="419924"/>
                  </a:lnTo>
                  <a:lnTo>
                    <a:pt x="2086722" y="410370"/>
                  </a:lnTo>
                  <a:lnTo>
                    <a:pt x="2088155" y="408459"/>
                  </a:lnTo>
                  <a:lnTo>
                    <a:pt x="2089589" y="411803"/>
                  </a:lnTo>
                  <a:lnTo>
                    <a:pt x="2090544" y="415625"/>
                  </a:lnTo>
                  <a:lnTo>
                    <a:pt x="2091500" y="417536"/>
                  </a:lnTo>
                  <a:lnTo>
                    <a:pt x="2091977" y="418491"/>
                  </a:lnTo>
                  <a:lnTo>
                    <a:pt x="2097710" y="427090"/>
                  </a:lnTo>
                  <a:lnTo>
                    <a:pt x="2103443" y="433778"/>
                  </a:lnTo>
                  <a:lnTo>
                    <a:pt x="2108698" y="436645"/>
                  </a:lnTo>
                  <a:lnTo>
                    <a:pt x="2116819" y="439989"/>
                  </a:lnTo>
                  <a:lnTo>
                    <a:pt x="2128762" y="439511"/>
                  </a:lnTo>
                  <a:lnTo>
                    <a:pt x="2131151" y="435211"/>
                  </a:lnTo>
                  <a:lnTo>
                    <a:pt x="2135451" y="432345"/>
                  </a:lnTo>
                  <a:lnTo>
                    <a:pt x="2142139" y="430434"/>
                  </a:lnTo>
                  <a:lnTo>
                    <a:pt x="2145961" y="426612"/>
                  </a:lnTo>
                  <a:lnTo>
                    <a:pt x="2152649" y="425657"/>
                  </a:lnTo>
                  <a:lnTo>
                    <a:pt x="2156471" y="426135"/>
                  </a:lnTo>
                  <a:lnTo>
                    <a:pt x="2162682" y="429001"/>
                  </a:lnTo>
                  <a:lnTo>
                    <a:pt x="2177013" y="438078"/>
                  </a:lnTo>
                  <a:lnTo>
                    <a:pt x="2180835" y="440944"/>
                  </a:lnTo>
                  <a:lnTo>
                    <a:pt x="2182746" y="444766"/>
                  </a:lnTo>
                  <a:lnTo>
                    <a:pt x="2187523" y="449543"/>
                  </a:lnTo>
                  <a:lnTo>
                    <a:pt x="2190390" y="452410"/>
                  </a:lnTo>
                  <a:lnTo>
                    <a:pt x="2193256" y="453843"/>
                  </a:lnTo>
                  <a:lnTo>
                    <a:pt x="2194212" y="453365"/>
                  </a:lnTo>
                  <a:lnTo>
                    <a:pt x="2193734" y="451932"/>
                  </a:lnTo>
                  <a:lnTo>
                    <a:pt x="2192301" y="450499"/>
                  </a:lnTo>
                  <a:lnTo>
                    <a:pt x="2191345" y="448588"/>
                  </a:lnTo>
                  <a:lnTo>
                    <a:pt x="2194689" y="446677"/>
                  </a:lnTo>
                  <a:lnTo>
                    <a:pt x="2195167" y="445244"/>
                  </a:lnTo>
                  <a:lnTo>
                    <a:pt x="2196123" y="444288"/>
                  </a:lnTo>
                  <a:lnTo>
                    <a:pt x="2200422" y="442855"/>
                  </a:lnTo>
                  <a:lnTo>
                    <a:pt x="2196123" y="440944"/>
                  </a:lnTo>
                  <a:lnTo>
                    <a:pt x="2194689" y="440944"/>
                  </a:lnTo>
                  <a:lnTo>
                    <a:pt x="2192778" y="439511"/>
                  </a:lnTo>
                  <a:lnTo>
                    <a:pt x="2192778" y="437123"/>
                  </a:lnTo>
                  <a:lnTo>
                    <a:pt x="2194212" y="435211"/>
                  </a:lnTo>
                  <a:lnTo>
                    <a:pt x="2195167" y="431390"/>
                  </a:lnTo>
                  <a:lnTo>
                    <a:pt x="2196600" y="429479"/>
                  </a:lnTo>
                  <a:lnTo>
                    <a:pt x="2198989" y="427568"/>
                  </a:lnTo>
                  <a:lnTo>
                    <a:pt x="2200422" y="427090"/>
                  </a:lnTo>
                  <a:lnTo>
                    <a:pt x="2204721" y="429479"/>
                  </a:lnTo>
                  <a:lnTo>
                    <a:pt x="2207588" y="425179"/>
                  </a:lnTo>
                  <a:lnTo>
                    <a:pt x="2209976" y="425657"/>
                  </a:lnTo>
                  <a:lnTo>
                    <a:pt x="2214276" y="429957"/>
                  </a:lnTo>
                  <a:lnTo>
                    <a:pt x="2218098" y="436167"/>
                  </a:lnTo>
                  <a:lnTo>
                    <a:pt x="2220487" y="436167"/>
                  </a:lnTo>
                  <a:lnTo>
                    <a:pt x="2226697" y="433778"/>
                  </a:lnTo>
                  <a:lnTo>
                    <a:pt x="2233863" y="433778"/>
                  </a:lnTo>
                  <a:lnTo>
                    <a:pt x="2232908" y="429957"/>
                  </a:lnTo>
                  <a:lnTo>
                    <a:pt x="2228130" y="421357"/>
                  </a:lnTo>
                  <a:lnTo>
                    <a:pt x="2228608" y="410847"/>
                  </a:lnTo>
                  <a:lnTo>
                    <a:pt x="2225264" y="408459"/>
                  </a:lnTo>
                  <a:lnTo>
                    <a:pt x="2221442" y="407025"/>
                  </a:lnTo>
                  <a:lnTo>
                    <a:pt x="2226697" y="404159"/>
                  </a:lnTo>
                  <a:lnTo>
                    <a:pt x="2230997" y="395082"/>
                  </a:lnTo>
                  <a:lnTo>
                    <a:pt x="2234341" y="394604"/>
                  </a:lnTo>
                  <a:lnTo>
                    <a:pt x="2237685" y="392694"/>
                  </a:lnTo>
                  <a:lnTo>
                    <a:pt x="2236730" y="391738"/>
                  </a:lnTo>
                  <a:lnTo>
                    <a:pt x="2226219" y="390783"/>
                  </a:lnTo>
                  <a:lnTo>
                    <a:pt x="2224308" y="391738"/>
                  </a:lnTo>
                  <a:lnTo>
                    <a:pt x="2222875" y="394604"/>
                  </a:lnTo>
                  <a:lnTo>
                    <a:pt x="2217620" y="394604"/>
                  </a:lnTo>
                  <a:lnTo>
                    <a:pt x="2217142" y="388394"/>
                  </a:lnTo>
                  <a:lnTo>
                    <a:pt x="2217142" y="384572"/>
                  </a:lnTo>
                  <a:lnTo>
                    <a:pt x="2223353" y="376451"/>
                  </a:lnTo>
                  <a:lnTo>
                    <a:pt x="2226219" y="374540"/>
                  </a:lnTo>
                  <a:lnTo>
                    <a:pt x="2242940" y="374540"/>
                  </a:lnTo>
                  <a:lnTo>
                    <a:pt x="2248195" y="373107"/>
                  </a:lnTo>
                  <a:lnTo>
                    <a:pt x="2255361" y="368807"/>
                  </a:lnTo>
                  <a:lnTo>
                    <a:pt x="2253450" y="366418"/>
                  </a:lnTo>
                  <a:lnTo>
                    <a:pt x="2253450" y="361163"/>
                  </a:lnTo>
                  <a:lnTo>
                    <a:pt x="2246762" y="353520"/>
                  </a:lnTo>
                  <a:lnTo>
                    <a:pt x="2247239" y="351609"/>
                  </a:lnTo>
                  <a:lnTo>
                    <a:pt x="2248195" y="350176"/>
                  </a:lnTo>
                  <a:lnTo>
                    <a:pt x="2250106" y="350176"/>
                  </a:lnTo>
                  <a:lnTo>
                    <a:pt x="2260138" y="352564"/>
                  </a:lnTo>
                  <a:lnTo>
                    <a:pt x="2263960" y="356864"/>
                  </a:lnTo>
                  <a:lnTo>
                    <a:pt x="2274948" y="360686"/>
                  </a:lnTo>
                  <a:lnTo>
                    <a:pt x="2303612" y="362119"/>
                  </a:lnTo>
                  <a:lnTo>
                    <a:pt x="2306956" y="363552"/>
                  </a:lnTo>
                  <a:lnTo>
                    <a:pt x="2319376" y="365463"/>
                  </a:lnTo>
                  <a:lnTo>
                    <a:pt x="2324631" y="367374"/>
                  </a:lnTo>
                  <a:lnTo>
                    <a:pt x="2337053" y="370240"/>
                  </a:lnTo>
                  <a:lnTo>
                    <a:pt x="2342785" y="371674"/>
                  </a:lnTo>
                  <a:lnTo>
                    <a:pt x="2347085" y="374540"/>
                  </a:lnTo>
                  <a:lnTo>
                    <a:pt x="2354729" y="375973"/>
                  </a:lnTo>
                  <a:lnTo>
                    <a:pt x="2358072" y="377884"/>
                  </a:lnTo>
                  <a:lnTo>
                    <a:pt x="2357595" y="383139"/>
                  </a:lnTo>
                  <a:lnTo>
                    <a:pt x="2342308" y="382661"/>
                  </a:lnTo>
                  <a:lnTo>
                    <a:pt x="2337530" y="380750"/>
                  </a:lnTo>
                  <a:lnTo>
                    <a:pt x="2331320" y="380273"/>
                  </a:lnTo>
                  <a:lnTo>
                    <a:pt x="2328931" y="381228"/>
                  </a:lnTo>
                  <a:lnTo>
                    <a:pt x="2325110" y="386005"/>
                  </a:lnTo>
                  <a:lnTo>
                    <a:pt x="2320332" y="388394"/>
                  </a:lnTo>
                  <a:lnTo>
                    <a:pt x="2316510" y="388872"/>
                  </a:lnTo>
                  <a:lnTo>
                    <a:pt x="2319376" y="392694"/>
                  </a:lnTo>
                  <a:lnTo>
                    <a:pt x="2322721" y="393649"/>
                  </a:lnTo>
                  <a:lnTo>
                    <a:pt x="2333708" y="388872"/>
                  </a:lnTo>
                  <a:lnTo>
                    <a:pt x="2364761" y="386005"/>
                  </a:lnTo>
                  <a:lnTo>
                    <a:pt x="2369538" y="386483"/>
                  </a:lnTo>
                  <a:lnTo>
                    <a:pt x="2369060" y="389827"/>
                  </a:lnTo>
                  <a:lnTo>
                    <a:pt x="2364761" y="396993"/>
                  </a:lnTo>
                  <a:lnTo>
                    <a:pt x="2360939" y="401770"/>
                  </a:lnTo>
                  <a:lnTo>
                    <a:pt x="2355206" y="407503"/>
                  </a:lnTo>
                  <a:lnTo>
                    <a:pt x="2353295" y="407025"/>
                  </a:lnTo>
                  <a:lnTo>
                    <a:pt x="2357595" y="396038"/>
                  </a:lnTo>
                  <a:lnTo>
                    <a:pt x="2355684" y="395560"/>
                  </a:lnTo>
                  <a:lnTo>
                    <a:pt x="2353773" y="395560"/>
                  </a:lnTo>
                  <a:lnTo>
                    <a:pt x="2348996" y="390783"/>
                  </a:lnTo>
                  <a:lnTo>
                    <a:pt x="2348040" y="390783"/>
                  </a:lnTo>
                  <a:lnTo>
                    <a:pt x="2347085" y="391738"/>
                  </a:lnTo>
                  <a:lnTo>
                    <a:pt x="2347085" y="393649"/>
                  </a:lnTo>
                  <a:lnTo>
                    <a:pt x="2346129" y="400337"/>
                  </a:lnTo>
                  <a:lnTo>
                    <a:pt x="2348040" y="402726"/>
                  </a:lnTo>
                  <a:lnTo>
                    <a:pt x="2348040" y="407503"/>
                  </a:lnTo>
                  <a:lnTo>
                    <a:pt x="2341352" y="410370"/>
                  </a:lnTo>
                  <a:lnTo>
                    <a:pt x="2338486" y="410370"/>
                  </a:lnTo>
                  <a:lnTo>
                    <a:pt x="2335619" y="408459"/>
                  </a:lnTo>
                  <a:lnTo>
                    <a:pt x="2334186" y="408459"/>
                  </a:lnTo>
                  <a:lnTo>
                    <a:pt x="2334186" y="409892"/>
                  </a:lnTo>
                  <a:lnTo>
                    <a:pt x="2334664" y="412758"/>
                  </a:lnTo>
                  <a:lnTo>
                    <a:pt x="2334664" y="413714"/>
                  </a:lnTo>
                  <a:lnTo>
                    <a:pt x="2333708" y="416102"/>
                  </a:lnTo>
                  <a:lnTo>
                    <a:pt x="2332753" y="418491"/>
                  </a:lnTo>
                  <a:lnTo>
                    <a:pt x="2334664" y="421357"/>
                  </a:lnTo>
                  <a:lnTo>
                    <a:pt x="2337053" y="421835"/>
                  </a:lnTo>
                  <a:lnTo>
                    <a:pt x="2348996" y="418969"/>
                  </a:lnTo>
                  <a:lnTo>
                    <a:pt x="2354251" y="415147"/>
                  </a:lnTo>
                  <a:lnTo>
                    <a:pt x="2360461" y="408459"/>
                  </a:lnTo>
                  <a:lnTo>
                    <a:pt x="2370972" y="392216"/>
                  </a:lnTo>
                  <a:lnTo>
                    <a:pt x="2375271" y="386961"/>
                  </a:lnTo>
                  <a:lnTo>
                    <a:pt x="2378137" y="384572"/>
                  </a:lnTo>
                  <a:lnTo>
                    <a:pt x="2381481" y="383617"/>
                  </a:lnTo>
                  <a:lnTo>
                    <a:pt x="2400590" y="385528"/>
                  </a:lnTo>
                  <a:lnTo>
                    <a:pt x="2411579" y="388872"/>
                  </a:lnTo>
                  <a:lnTo>
                    <a:pt x="2422566" y="394127"/>
                  </a:lnTo>
                  <a:lnTo>
                    <a:pt x="2427821" y="398426"/>
                  </a:lnTo>
                  <a:lnTo>
                    <a:pt x="2431643" y="404637"/>
                  </a:lnTo>
                  <a:lnTo>
                    <a:pt x="2432121" y="407025"/>
                  </a:lnTo>
                  <a:lnTo>
                    <a:pt x="2432599" y="410370"/>
                  </a:lnTo>
                  <a:lnTo>
                    <a:pt x="2429732" y="413236"/>
                  </a:lnTo>
                  <a:lnTo>
                    <a:pt x="2418267" y="414191"/>
                  </a:lnTo>
                  <a:lnTo>
                    <a:pt x="2413490" y="416102"/>
                  </a:lnTo>
                  <a:lnTo>
                    <a:pt x="2411579" y="418013"/>
                  </a:lnTo>
                  <a:lnTo>
                    <a:pt x="2411579" y="418969"/>
                  </a:lnTo>
                  <a:lnTo>
                    <a:pt x="2411101" y="420880"/>
                  </a:lnTo>
                  <a:lnTo>
                    <a:pt x="2412056" y="422313"/>
                  </a:lnTo>
                  <a:lnTo>
                    <a:pt x="2417311" y="422313"/>
                  </a:lnTo>
                  <a:lnTo>
                    <a:pt x="2422566" y="423746"/>
                  </a:lnTo>
                  <a:lnTo>
                    <a:pt x="2429254" y="427090"/>
                  </a:lnTo>
                  <a:lnTo>
                    <a:pt x="2430688" y="428523"/>
                  </a:lnTo>
                  <a:lnTo>
                    <a:pt x="2432599" y="431867"/>
                  </a:lnTo>
                  <a:lnTo>
                    <a:pt x="2433554" y="432345"/>
                  </a:lnTo>
                  <a:lnTo>
                    <a:pt x="2444064" y="431867"/>
                  </a:lnTo>
                  <a:lnTo>
                    <a:pt x="2445020" y="433301"/>
                  </a:lnTo>
                  <a:lnTo>
                    <a:pt x="2445497" y="435689"/>
                  </a:lnTo>
                  <a:lnTo>
                    <a:pt x="2442631" y="439511"/>
                  </a:lnTo>
                  <a:lnTo>
                    <a:pt x="2439765" y="442377"/>
                  </a:lnTo>
                  <a:lnTo>
                    <a:pt x="2434032" y="448588"/>
                  </a:lnTo>
                  <a:lnTo>
                    <a:pt x="2436898" y="446199"/>
                  </a:lnTo>
                  <a:lnTo>
                    <a:pt x="2448841" y="440944"/>
                  </a:lnTo>
                  <a:lnTo>
                    <a:pt x="2451708" y="439989"/>
                  </a:lnTo>
                  <a:lnTo>
                    <a:pt x="2455052" y="440467"/>
                  </a:lnTo>
                  <a:lnTo>
                    <a:pt x="2463651" y="445244"/>
                  </a:lnTo>
                  <a:lnTo>
                    <a:pt x="2466995" y="449066"/>
                  </a:lnTo>
                  <a:lnTo>
                    <a:pt x="2473683" y="460053"/>
                  </a:lnTo>
                  <a:lnTo>
                    <a:pt x="2471772" y="461009"/>
                  </a:lnTo>
                  <a:lnTo>
                    <a:pt x="2467473" y="462442"/>
                  </a:lnTo>
                  <a:lnTo>
                    <a:pt x="2482282" y="470564"/>
                  </a:lnTo>
                  <a:lnTo>
                    <a:pt x="2488015" y="470564"/>
                  </a:lnTo>
                  <a:lnTo>
                    <a:pt x="2500914" y="468175"/>
                  </a:lnTo>
                  <a:lnTo>
                    <a:pt x="2507602" y="468175"/>
                  </a:lnTo>
                  <a:lnTo>
                    <a:pt x="2520023" y="462920"/>
                  </a:lnTo>
                  <a:lnTo>
                    <a:pt x="2531966" y="459576"/>
                  </a:lnTo>
                  <a:lnTo>
                    <a:pt x="2543432" y="459098"/>
                  </a:lnTo>
                  <a:lnTo>
                    <a:pt x="2549164" y="456232"/>
                  </a:lnTo>
                  <a:lnTo>
                    <a:pt x="2564930" y="456232"/>
                  </a:lnTo>
                  <a:lnTo>
                    <a:pt x="2580217" y="457187"/>
                  </a:lnTo>
                  <a:lnTo>
                    <a:pt x="2591682" y="459098"/>
                  </a:lnTo>
                  <a:lnTo>
                    <a:pt x="2605059" y="464831"/>
                  </a:lnTo>
                  <a:lnTo>
                    <a:pt x="2617957" y="472952"/>
                  </a:lnTo>
                  <a:lnTo>
                    <a:pt x="2625123" y="480596"/>
                  </a:lnTo>
                  <a:lnTo>
                    <a:pt x="2626557" y="482984"/>
                  </a:lnTo>
                  <a:lnTo>
                    <a:pt x="2628945" y="488717"/>
                  </a:lnTo>
                  <a:lnTo>
                    <a:pt x="2629901" y="493017"/>
                  </a:lnTo>
                  <a:lnTo>
                    <a:pt x="2630856" y="499227"/>
                  </a:lnTo>
                  <a:lnTo>
                    <a:pt x="2630378" y="504005"/>
                  </a:lnTo>
                  <a:lnTo>
                    <a:pt x="2628468" y="507349"/>
                  </a:lnTo>
                  <a:lnTo>
                    <a:pt x="2627512" y="511648"/>
                  </a:lnTo>
                  <a:lnTo>
                    <a:pt x="2627512" y="516426"/>
                  </a:lnTo>
                  <a:lnTo>
                    <a:pt x="2625123" y="522636"/>
                  </a:lnTo>
                  <a:lnTo>
                    <a:pt x="2627512" y="527413"/>
                  </a:lnTo>
                  <a:lnTo>
                    <a:pt x="2632767" y="530280"/>
                  </a:lnTo>
                  <a:lnTo>
                    <a:pt x="2645188" y="534102"/>
                  </a:lnTo>
                  <a:lnTo>
                    <a:pt x="2648532" y="536490"/>
                  </a:lnTo>
                  <a:lnTo>
                    <a:pt x="2649010" y="544134"/>
                  </a:lnTo>
                  <a:lnTo>
                    <a:pt x="2649966" y="550822"/>
                  </a:lnTo>
                  <a:lnTo>
                    <a:pt x="2650921" y="562765"/>
                  </a:lnTo>
                  <a:lnTo>
                    <a:pt x="2653309" y="565632"/>
                  </a:lnTo>
                  <a:lnTo>
                    <a:pt x="2656653" y="568498"/>
                  </a:lnTo>
                  <a:lnTo>
                    <a:pt x="2657132" y="572320"/>
                  </a:lnTo>
                  <a:lnTo>
                    <a:pt x="2652832" y="585219"/>
                  </a:lnTo>
                  <a:lnTo>
                    <a:pt x="2650443" y="587607"/>
                  </a:lnTo>
                  <a:lnTo>
                    <a:pt x="2647577" y="590951"/>
                  </a:lnTo>
                  <a:lnTo>
                    <a:pt x="2652354" y="589518"/>
                  </a:lnTo>
                  <a:lnTo>
                    <a:pt x="2655221" y="585219"/>
                  </a:lnTo>
                  <a:lnTo>
                    <a:pt x="2657609" y="576619"/>
                  </a:lnTo>
                  <a:lnTo>
                    <a:pt x="2660475" y="575186"/>
                  </a:lnTo>
                  <a:lnTo>
                    <a:pt x="2661431" y="572320"/>
                  </a:lnTo>
                  <a:lnTo>
                    <a:pt x="2661431" y="564676"/>
                  </a:lnTo>
                  <a:lnTo>
                    <a:pt x="2659998" y="557510"/>
                  </a:lnTo>
                  <a:lnTo>
                    <a:pt x="2659998" y="552255"/>
                  </a:lnTo>
                  <a:lnTo>
                    <a:pt x="2660953" y="548433"/>
                  </a:lnTo>
                  <a:lnTo>
                    <a:pt x="2669075" y="539834"/>
                  </a:lnTo>
                  <a:lnTo>
                    <a:pt x="2673374" y="536490"/>
                  </a:lnTo>
                  <a:lnTo>
                    <a:pt x="2677674" y="534102"/>
                  </a:lnTo>
                  <a:lnTo>
                    <a:pt x="2689139" y="532668"/>
                  </a:lnTo>
                  <a:lnTo>
                    <a:pt x="2693916" y="530757"/>
                  </a:lnTo>
                  <a:lnTo>
                    <a:pt x="2700127" y="532191"/>
                  </a:lnTo>
                  <a:lnTo>
                    <a:pt x="2703949" y="531713"/>
                  </a:lnTo>
                  <a:lnTo>
                    <a:pt x="2708726" y="529802"/>
                  </a:lnTo>
                  <a:lnTo>
                    <a:pt x="2713026" y="530757"/>
                  </a:lnTo>
                  <a:lnTo>
                    <a:pt x="2720192" y="536490"/>
                  </a:lnTo>
                  <a:lnTo>
                    <a:pt x="2745033" y="537446"/>
                  </a:lnTo>
                  <a:lnTo>
                    <a:pt x="2749333" y="539834"/>
                  </a:lnTo>
                  <a:lnTo>
                    <a:pt x="2766054" y="542223"/>
                  </a:lnTo>
                  <a:lnTo>
                    <a:pt x="2767009" y="542223"/>
                  </a:lnTo>
                  <a:lnTo>
                    <a:pt x="2770831" y="539357"/>
                  </a:lnTo>
                  <a:lnTo>
                    <a:pt x="2781819" y="529324"/>
                  </a:lnTo>
                  <a:lnTo>
                    <a:pt x="2786596" y="530280"/>
                  </a:lnTo>
                  <a:lnTo>
                    <a:pt x="2788507" y="531713"/>
                  </a:lnTo>
                  <a:lnTo>
                    <a:pt x="2790418" y="535535"/>
                  </a:lnTo>
                  <a:lnTo>
                    <a:pt x="2792329" y="537923"/>
                  </a:lnTo>
                  <a:lnTo>
                    <a:pt x="2793762" y="544612"/>
                  </a:lnTo>
                  <a:lnTo>
                    <a:pt x="2795195" y="553689"/>
                  </a:lnTo>
                  <a:lnTo>
                    <a:pt x="2797584" y="555599"/>
                  </a:lnTo>
                  <a:lnTo>
                    <a:pt x="2800928" y="556077"/>
                  </a:lnTo>
                  <a:lnTo>
                    <a:pt x="2808094" y="559421"/>
                  </a:lnTo>
                  <a:lnTo>
                    <a:pt x="2815260" y="563721"/>
                  </a:lnTo>
                  <a:lnTo>
                    <a:pt x="2817171" y="571842"/>
                  </a:lnTo>
                  <a:lnTo>
                    <a:pt x="2820992" y="578530"/>
                  </a:lnTo>
                  <a:lnTo>
                    <a:pt x="2830069" y="578053"/>
                  </a:lnTo>
                  <a:lnTo>
                    <a:pt x="2839624" y="576619"/>
                  </a:lnTo>
                  <a:lnTo>
                    <a:pt x="2848701" y="565632"/>
                  </a:lnTo>
                  <a:lnTo>
                    <a:pt x="2848701" y="560854"/>
                  </a:lnTo>
                  <a:lnTo>
                    <a:pt x="2846312" y="554166"/>
                  </a:lnTo>
                  <a:lnTo>
                    <a:pt x="2842968" y="547956"/>
                  </a:lnTo>
                  <a:lnTo>
                    <a:pt x="2840579" y="537923"/>
                  </a:lnTo>
                  <a:lnTo>
                    <a:pt x="2831980" y="535535"/>
                  </a:lnTo>
                  <a:lnTo>
                    <a:pt x="2832936" y="532668"/>
                  </a:lnTo>
                  <a:lnTo>
                    <a:pt x="2836280" y="528847"/>
                  </a:lnTo>
                  <a:lnTo>
                    <a:pt x="2839146" y="523591"/>
                  </a:lnTo>
                  <a:lnTo>
                    <a:pt x="2839146" y="519292"/>
                  </a:lnTo>
                  <a:lnTo>
                    <a:pt x="2838669" y="510215"/>
                  </a:lnTo>
                  <a:lnTo>
                    <a:pt x="2846312" y="510693"/>
                  </a:lnTo>
                  <a:lnTo>
                    <a:pt x="2853478" y="511648"/>
                  </a:lnTo>
                  <a:lnTo>
                    <a:pt x="2867810" y="515948"/>
                  </a:lnTo>
                  <a:lnTo>
                    <a:pt x="2879753" y="517381"/>
                  </a:lnTo>
                  <a:lnTo>
                    <a:pt x="2885963" y="520247"/>
                  </a:lnTo>
                  <a:lnTo>
                    <a:pt x="2889308" y="523114"/>
                  </a:lnTo>
                  <a:lnTo>
                    <a:pt x="2894085" y="525025"/>
                  </a:lnTo>
                  <a:lnTo>
                    <a:pt x="2895518" y="519770"/>
                  </a:lnTo>
                  <a:lnTo>
                    <a:pt x="2896951" y="518814"/>
                  </a:lnTo>
                  <a:lnTo>
                    <a:pt x="2903162" y="521681"/>
                  </a:lnTo>
                  <a:lnTo>
                    <a:pt x="2906984" y="522636"/>
                  </a:lnTo>
                  <a:lnTo>
                    <a:pt x="2914627" y="522158"/>
                  </a:lnTo>
                  <a:lnTo>
                    <a:pt x="2923704" y="523591"/>
                  </a:lnTo>
                  <a:lnTo>
                    <a:pt x="2933736" y="523114"/>
                  </a:lnTo>
                  <a:lnTo>
                    <a:pt x="2942813" y="520725"/>
                  </a:lnTo>
                  <a:lnTo>
                    <a:pt x="2946158" y="521203"/>
                  </a:lnTo>
                  <a:lnTo>
                    <a:pt x="2949979" y="523114"/>
                  </a:lnTo>
                  <a:lnTo>
                    <a:pt x="2956190" y="527891"/>
                  </a:lnTo>
                  <a:lnTo>
                    <a:pt x="2966222" y="534579"/>
                  </a:lnTo>
                  <a:lnTo>
                    <a:pt x="2975777" y="536490"/>
                  </a:lnTo>
                  <a:lnTo>
                    <a:pt x="2986287" y="542223"/>
                  </a:lnTo>
                  <a:lnTo>
                    <a:pt x="2996319" y="544612"/>
                  </a:lnTo>
                  <a:lnTo>
                    <a:pt x="3004441" y="547956"/>
                  </a:lnTo>
                  <a:lnTo>
                    <a:pt x="3005396" y="549389"/>
                  </a:lnTo>
                  <a:lnTo>
                    <a:pt x="3005874" y="550822"/>
                  </a:lnTo>
                  <a:lnTo>
                    <a:pt x="3006352" y="552733"/>
                  </a:lnTo>
                  <a:lnTo>
                    <a:pt x="3013040" y="554644"/>
                  </a:lnTo>
                  <a:lnTo>
                    <a:pt x="3024505" y="567065"/>
                  </a:lnTo>
                  <a:lnTo>
                    <a:pt x="3027372" y="568498"/>
                  </a:lnTo>
                  <a:lnTo>
                    <a:pt x="3031193" y="570887"/>
                  </a:lnTo>
                  <a:lnTo>
                    <a:pt x="3035493" y="572320"/>
                  </a:lnTo>
                  <a:lnTo>
                    <a:pt x="3036926" y="571842"/>
                  </a:lnTo>
                  <a:lnTo>
                    <a:pt x="3037882" y="572320"/>
                  </a:lnTo>
                  <a:lnTo>
                    <a:pt x="3039793" y="575186"/>
                  </a:lnTo>
                  <a:lnTo>
                    <a:pt x="3041704" y="576619"/>
                  </a:lnTo>
                  <a:lnTo>
                    <a:pt x="3049347" y="579964"/>
                  </a:lnTo>
                  <a:lnTo>
                    <a:pt x="3053169" y="584263"/>
                  </a:lnTo>
                  <a:lnTo>
                    <a:pt x="3056036" y="588563"/>
                  </a:lnTo>
                  <a:lnTo>
                    <a:pt x="3054602" y="587607"/>
                  </a:lnTo>
                  <a:lnTo>
                    <a:pt x="3051736" y="584741"/>
                  </a:lnTo>
                  <a:lnTo>
                    <a:pt x="3052214" y="588085"/>
                  </a:lnTo>
                  <a:lnTo>
                    <a:pt x="3053169" y="590474"/>
                  </a:lnTo>
                  <a:lnTo>
                    <a:pt x="3057468" y="592862"/>
                  </a:lnTo>
                  <a:lnTo>
                    <a:pt x="3062246" y="594296"/>
                  </a:lnTo>
                  <a:lnTo>
                    <a:pt x="3065112" y="596684"/>
                  </a:lnTo>
                  <a:lnTo>
                    <a:pt x="3066068" y="598117"/>
                  </a:lnTo>
                  <a:lnTo>
                    <a:pt x="3066545" y="601461"/>
                  </a:lnTo>
                  <a:lnTo>
                    <a:pt x="3065590" y="604328"/>
                  </a:lnTo>
                  <a:lnTo>
                    <a:pt x="3068456" y="603372"/>
                  </a:lnTo>
                  <a:lnTo>
                    <a:pt x="3070845" y="600984"/>
                  </a:lnTo>
                  <a:lnTo>
                    <a:pt x="3069412" y="598595"/>
                  </a:lnTo>
                  <a:lnTo>
                    <a:pt x="3061291" y="591907"/>
                  </a:lnTo>
                  <a:lnTo>
                    <a:pt x="3059379" y="589518"/>
                  </a:lnTo>
                  <a:lnTo>
                    <a:pt x="3061768" y="590474"/>
                  </a:lnTo>
                  <a:lnTo>
                    <a:pt x="3073234" y="599551"/>
                  </a:lnTo>
                  <a:lnTo>
                    <a:pt x="3076100" y="602895"/>
                  </a:lnTo>
                  <a:lnTo>
                    <a:pt x="3075145" y="603372"/>
                  </a:lnTo>
                  <a:lnTo>
                    <a:pt x="3074189" y="605761"/>
                  </a:lnTo>
                  <a:lnTo>
                    <a:pt x="3075145" y="606239"/>
                  </a:lnTo>
                  <a:lnTo>
                    <a:pt x="3076578" y="605761"/>
                  </a:lnTo>
                  <a:lnTo>
                    <a:pt x="3078489" y="605283"/>
                  </a:lnTo>
                  <a:lnTo>
                    <a:pt x="3080877" y="606239"/>
                  </a:lnTo>
                  <a:lnTo>
                    <a:pt x="3083266" y="608627"/>
                  </a:lnTo>
                  <a:lnTo>
                    <a:pt x="3088521" y="611494"/>
                  </a:lnTo>
                  <a:lnTo>
                    <a:pt x="3119573" y="632992"/>
                  </a:lnTo>
                  <a:lnTo>
                    <a:pt x="3120051" y="636336"/>
                  </a:lnTo>
                  <a:lnTo>
                    <a:pt x="3121007" y="638247"/>
                  </a:lnTo>
                  <a:lnTo>
                    <a:pt x="3121484" y="640158"/>
                  </a:lnTo>
                  <a:lnTo>
                    <a:pt x="3121962" y="643979"/>
                  </a:lnTo>
                  <a:lnTo>
                    <a:pt x="3119096" y="648279"/>
                  </a:lnTo>
                  <a:lnTo>
                    <a:pt x="3123395" y="647801"/>
                  </a:lnTo>
                  <a:lnTo>
                    <a:pt x="3123873" y="647324"/>
                  </a:lnTo>
                  <a:lnTo>
                    <a:pt x="3125306" y="645412"/>
                  </a:lnTo>
                  <a:lnTo>
                    <a:pt x="3126262" y="644457"/>
                  </a:lnTo>
                  <a:lnTo>
                    <a:pt x="3128173" y="645412"/>
                  </a:lnTo>
                  <a:lnTo>
                    <a:pt x="3129128" y="648279"/>
                  </a:lnTo>
                  <a:lnTo>
                    <a:pt x="3129128" y="652101"/>
                  </a:lnTo>
                  <a:lnTo>
                    <a:pt x="3127695" y="655445"/>
                  </a:lnTo>
                  <a:lnTo>
                    <a:pt x="3127695" y="660222"/>
                  </a:lnTo>
                  <a:lnTo>
                    <a:pt x="3128650" y="664999"/>
                  </a:lnTo>
                  <a:lnTo>
                    <a:pt x="3129605" y="666433"/>
                  </a:lnTo>
                  <a:lnTo>
                    <a:pt x="3130561" y="668821"/>
                  </a:lnTo>
                  <a:lnTo>
                    <a:pt x="3131039" y="674554"/>
                  </a:lnTo>
                  <a:lnTo>
                    <a:pt x="3129128" y="677420"/>
                  </a:lnTo>
                  <a:lnTo>
                    <a:pt x="3127695" y="682198"/>
                  </a:lnTo>
                  <a:lnTo>
                    <a:pt x="3129128" y="682675"/>
                  </a:lnTo>
                  <a:lnTo>
                    <a:pt x="3132950" y="683153"/>
                  </a:lnTo>
                  <a:lnTo>
                    <a:pt x="3133905" y="684109"/>
                  </a:lnTo>
                  <a:lnTo>
                    <a:pt x="3136294" y="686019"/>
                  </a:lnTo>
                  <a:lnTo>
                    <a:pt x="3136771" y="687931"/>
                  </a:lnTo>
                  <a:lnTo>
                    <a:pt x="3137250" y="690797"/>
                  </a:lnTo>
                  <a:lnTo>
                    <a:pt x="3137727" y="693663"/>
                  </a:lnTo>
                  <a:lnTo>
                    <a:pt x="3138205" y="695096"/>
                  </a:lnTo>
                  <a:lnTo>
                    <a:pt x="3139160" y="694619"/>
                  </a:lnTo>
                  <a:lnTo>
                    <a:pt x="3141071" y="691275"/>
                  </a:lnTo>
                  <a:lnTo>
                    <a:pt x="3142027" y="689841"/>
                  </a:lnTo>
                  <a:lnTo>
                    <a:pt x="3144416" y="688886"/>
                  </a:lnTo>
                  <a:lnTo>
                    <a:pt x="3145848" y="693185"/>
                  </a:lnTo>
                  <a:lnTo>
                    <a:pt x="3144893" y="699874"/>
                  </a:lnTo>
                  <a:lnTo>
                    <a:pt x="3145848" y="699874"/>
                  </a:lnTo>
                  <a:lnTo>
                    <a:pt x="3146326" y="699396"/>
                  </a:lnTo>
                  <a:lnTo>
                    <a:pt x="3147282" y="697485"/>
                  </a:lnTo>
                  <a:lnTo>
                    <a:pt x="3148237" y="696530"/>
                  </a:lnTo>
                  <a:lnTo>
                    <a:pt x="3149670" y="694141"/>
                  </a:lnTo>
                  <a:lnTo>
                    <a:pt x="3150626" y="690797"/>
                  </a:lnTo>
                  <a:lnTo>
                    <a:pt x="3149193" y="688408"/>
                  </a:lnTo>
                  <a:lnTo>
                    <a:pt x="3147759" y="686975"/>
                  </a:lnTo>
                  <a:lnTo>
                    <a:pt x="3144416" y="686019"/>
                  </a:lnTo>
                  <a:lnTo>
                    <a:pt x="3142505" y="684109"/>
                  </a:lnTo>
                  <a:lnTo>
                    <a:pt x="3141549" y="681720"/>
                  </a:lnTo>
                  <a:lnTo>
                    <a:pt x="3143460" y="680765"/>
                  </a:lnTo>
                  <a:lnTo>
                    <a:pt x="3144893" y="679331"/>
                  </a:lnTo>
                  <a:lnTo>
                    <a:pt x="3146326" y="675032"/>
                  </a:lnTo>
                  <a:lnTo>
                    <a:pt x="3145848" y="672643"/>
                  </a:lnTo>
                  <a:lnTo>
                    <a:pt x="3145371" y="670732"/>
                  </a:lnTo>
                  <a:lnTo>
                    <a:pt x="3144416" y="667388"/>
                  </a:lnTo>
                  <a:lnTo>
                    <a:pt x="3142982" y="665477"/>
                  </a:lnTo>
                  <a:lnTo>
                    <a:pt x="3140593" y="664522"/>
                  </a:lnTo>
                  <a:lnTo>
                    <a:pt x="3139638" y="663089"/>
                  </a:lnTo>
                  <a:lnTo>
                    <a:pt x="3137727" y="663089"/>
                  </a:lnTo>
                  <a:lnTo>
                    <a:pt x="3135816" y="662611"/>
                  </a:lnTo>
                  <a:lnTo>
                    <a:pt x="3135339" y="661655"/>
                  </a:lnTo>
                  <a:lnTo>
                    <a:pt x="3135339" y="660700"/>
                  </a:lnTo>
                  <a:lnTo>
                    <a:pt x="3137250" y="660222"/>
                  </a:lnTo>
                  <a:lnTo>
                    <a:pt x="3148715" y="659744"/>
                  </a:lnTo>
                  <a:lnTo>
                    <a:pt x="3152537" y="657833"/>
                  </a:lnTo>
                  <a:lnTo>
                    <a:pt x="3154448" y="658789"/>
                  </a:lnTo>
                  <a:lnTo>
                    <a:pt x="3156359" y="659744"/>
                  </a:lnTo>
                  <a:lnTo>
                    <a:pt x="3163047" y="661655"/>
                  </a:lnTo>
                  <a:lnTo>
                    <a:pt x="3162569" y="662133"/>
                  </a:lnTo>
                  <a:lnTo>
                    <a:pt x="3161614" y="663089"/>
                  </a:lnTo>
                  <a:lnTo>
                    <a:pt x="3159703" y="666910"/>
                  </a:lnTo>
                  <a:lnTo>
                    <a:pt x="3159225" y="668821"/>
                  </a:lnTo>
                  <a:lnTo>
                    <a:pt x="3159225" y="671688"/>
                  </a:lnTo>
                  <a:lnTo>
                    <a:pt x="3161136" y="672165"/>
                  </a:lnTo>
                  <a:lnTo>
                    <a:pt x="3162569" y="671210"/>
                  </a:lnTo>
                  <a:lnTo>
                    <a:pt x="3161614" y="668821"/>
                  </a:lnTo>
                  <a:lnTo>
                    <a:pt x="3161614" y="666433"/>
                  </a:lnTo>
                  <a:lnTo>
                    <a:pt x="3162091" y="664999"/>
                  </a:lnTo>
                  <a:lnTo>
                    <a:pt x="3163047" y="664999"/>
                  </a:lnTo>
                  <a:lnTo>
                    <a:pt x="3164958" y="666910"/>
                  </a:lnTo>
                  <a:lnTo>
                    <a:pt x="3166869" y="667388"/>
                  </a:lnTo>
                  <a:lnTo>
                    <a:pt x="3173079" y="668344"/>
                  </a:lnTo>
                  <a:lnTo>
                    <a:pt x="3174990" y="667866"/>
                  </a:lnTo>
                  <a:lnTo>
                    <a:pt x="3175468" y="666910"/>
                  </a:lnTo>
                  <a:lnTo>
                    <a:pt x="3174512" y="665955"/>
                  </a:lnTo>
                  <a:lnTo>
                    <a:pt x="3165913" y="663089"/>
                  </a:lnTo>
                  <a:lnTo>
                    <a:pt x="3165913" y="661655"/>
                  </a:lnTo>
                  <a:lnTo>
                    <a:pt x="3173557" y="663566"/>
                  </a:lnTo>
                  <a:lnTo>
                    <a:pt x="3176901" y="664999"/>
                  </a:lnTo>
                  <a:lnTo>
                    <a:pt x="3180245" y="666433"/>
                  </a:lnTo>
                  <a:lnTo>
                    <a:pt x="3185023" y="665955"/>
                  </a:lnTo>
                  <a:lnTo>
                    <a:pt x="3189800" y="667866"/>
                  </a:lnTo>
                  <a:lnTo>
                    <a:pt x="3194577" y="673121"/>
                  </a:lnTo>
                  <a:lnTo>
                    <a:pt x="3198399" y="679809"/>
                  </a:lnTo>
                  <a:lnTo>
                    <a:pt x="3202698" y="683631"/>
                  </a:lnTo>
                  <a:lnTo>
                    <a:pt x="3206998" y="686497"/>
                  </a:lnTo>
                  <a:lnTo>
                    <a:pt x="3214642" y="694141"/>
                  </a:lnTo>
                  <a:lnTo>
                    <a:pt x="3215597" y="695096"/>
                  </a:lnTo>
                  <a:lnTo>
                    <a:pt x="3216075" y="696052"/>
                  </a:lnTo>
                  <a:lnTo>
                    <a:pt x="3214642" y="697485"/>
                  </a:lnTo>
                  <a:lnTo>
                    <a:pt x="3213686" y="699396"/>
                  </a:lnTo>
                  <a:lnTo>
                    <a:pt x="3216075" y="697963"/>
                  </a:lnTo>
                  <a:lnTo>
                    <a:pt x="3218464" y="697007"/>
                  </a:lnTo>
                  <a:lnTo>
                    <a:pt x="3219419" y="697007"/>
                  </a:lnTo>
                  <a:lnTo>
                    <a:pt x="3220852" y="697963"/>
                  </a:lnTo>
                  <a:lnTo>
                    <a:pt x="3221330" y="699874"/>
                  </a:lnTo>
                  <a:lnTo>
                    <a:pt x="3221807" y="701307"/>
                  </a:lnTo>
                  <a:lnTo>
                    <a:pt x="3220852" y="702740"/>
                  </a:lnTo>
                  <a:lnTo>
                    <a:pt x="3227540" y="703218"/>
                  </a:lnTo>
                  <a:lnTo>
                    <a:pt x="3229929" y="70417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3CF227B9-AE0A-F5C7-C0EE-C248622410B8}"/>
                </a:ext>
              </a:extLst>
            </p:cNvPr>
            <p:cNvSpPr/>
            <p:nvPr/>
          </p:nvSpPr>
          <p:spPr>
            <a:xfrm>
              <a:off x="9505076" y="4202228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478 w 477"/>
                <a:gd name="csY1" fmla="*/ 478 h 955"/>
                <a:gd name="csX2" fmla="*/ 0 w 477"/>
                <a:gd name="csY2" fmla="*/ 956 h 955"/>
                <a:gd name="csX3" fmla="*/ 0 w 477"/>
                <a:gd name="csY3" fmla="*/ 956 h 955"/>
                <a:gd name="csX4" fmla="*/ 0 w 477"/>
                <a:gd name="csY4" fmla="*/ 956 h 955"/>
                <a:gd name="csX5" fmla="*/ 0 w 477"/>
                <a:gd name="csY5" fmla="*/ 478 h 955"/>
                <a:gd name="csX6" fmla="*/ 478 w 477"/>
                <a:gd name="csY6" fmla="*/ 0 h 955"/>
                <a:gd name="csX7" fmla="*/ 478 w 477"/>
                <a:gd name="csY7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478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390EE66E-3DCF-BA5A-62AE-E13AB6E5D7C2}"/>
                </a:ext>
              </a:extLst>
            </p:cNvPr>
            <p:cNvSpPr/>
            <p:nvPr/>
          </p:nvSpPr>
          <p:spPr>
            <a:xfrm>
              <a:off x="9426251" y="2844043"/>
              <a:ext cx="76914" cy="43473"/>
            </a:xfrm>
            <a:custGeom>
              <a:avLst/>
              <a:gdLst>
                <a:gd name="csX0" fmla="*/ 75959 w 76914"/>
                <a:gd name="csY0" fmla="*/ 19109 h 43473"/>
                <a:gd name="csX1" fmla="*/ 76914 w 76914"/>
                <a:gd name="csY1" fmla="*/ 21498 h 43473"/>
                <a:gd name="csX2" fmla="*/ 76437 w 76914"/>
                <a:gd name="csY2" fmla="*/ 24364 h 43473"/>
                <a:gd name="csX3" fmla="*/ 70227 w 76914"/>
                <a:gd name="csY3" fmla="*/ 30097 h 43473"/>
                <a:gd name="csX4" fmla="*/ 65449 w 76914"/>
                <a:gd name="csY4" fmla="*/ 31530 h 43473"/>
                <a:gd name="csX5" fmla="*/ 56372 w 76914"/>
                <a:gd name="csY5" fmla="*/ 32963 h 43473"/>
                <a:gd name="csX6" fmla="*/ 43951 w 76914"/>
                <a:gd name="csY6" fmla="*/ 37263 h 43473"/>
                <a:gd name="csX7" fmla="*/ 38696 w 76914"/>
                <a:gd name="csY7" fmla="*/ 38218 h 43473"/>
                <a:gd name="csX8" fmla="*/ 36786 w 76914"/>
                <a:gd name="csY8" fmla="*/ 38218 h 43473"/>
                <a:gd name="csX9" fmla="*/ 32486 w 76914"/>
                <a:gd name="csY9" fmla="*/ 35352 h 43473"/>
                <a:gd name="csX10" fmla="*/ 27231 w 76914"/>
                <a:gd name="csY10" fmla="*/ 33919 h 43473"/>
                <a:gd name="csX11" fmla="*/ 24842 w 76914"/>
                <a:gd name="csY11" fmla="*/ 35352 h 43473"/>
                <a:gd name="csX12" fmla="*/ 20065 w 76914"/>
                <a:gd name="csY12" fmla="*/ 39174 h 43473"/>
                <a:gd name="csX13" fmla="*/ 10032 w 76914"/>
                <a:gd name="csY13" fmla="*/ 40607 h 43473"/>
                <a:gd name="csX14" fmla="*/ 4300 w 76914"/>
                <a:gd name="csY14" fmla="*/ 43473 h 43473"/>
                <a:gd name="csX15" fmla="*/ 3344 w 76914"/>
                <a:gd name="csY15" fmla="*/ 43473 h 43473"/>
                <a:gd name="csX16" fmla="*/ 478 w 76914"/>
                <a:gd name="csY16" fmla="*/ 33919 h 43473"/>
                <a:gd name="csX17" fmla="*/ 0 w 76914"/>
                <a:gd name="csY17" fmla="*/ 31052 h 43473"/>
                <a:gd name="csX18" fmla="*/ 956 w 76914"/>
                <a:gd name="csY18" fmla="*/ 27708 h 43473"/>
                <a:gd name="csX19" fmla="*/ 3822 w 76914"/>
                <a:gd name="csY19" fmla="*/ 23886 h 43473"/>
                <a:gd name="csX20" fmla="*/ 5255 w 76914"/>
                <a:gd name="csY20" fmla="*/ 21020 h 43473"/>
                <a:gd name="csX21" fmla="*/ 11943 w 76914"/>
                <a:gd name="csY21" fmla="*/ 15287 h 43473"/>
                <a:gd name="csX22" fmla="*/ 18154 w 76914"/>
                <a:gd name="csY22" fmla="*/ 8599 h 43473"/>
                <a:gd name="csX23" fmla="*/ 21498 w 76914"/>
                <a:gd name="csY23" fmla="*/ 7644 h 43473"/>
                <a:gd name="csX24" fmla="*/ 24842 w 76914"/>
                <a:gd name="csY24" fmla="*/ 4300 h 43473"/>
                <a:gd name="csX25" fmla="*/ 27231 w 76914"/>
                <a:gd name="csY25" fmla="*/ 3344 h 43473"/>
                <a:gd name="csX26" fmla="*/ 30097 w 76914"/>
                <a:gd name="csY26" fmla="*/ 2389 h 43473"/>
                <a:gd name="csX27" fmla="*/ 33441 w 76914"/>
                <a:gd name="csY27" fmla="*/ 955 h 43473"/>
                <a:gd name="csX28" fmla="*/ 36307 w 76914"/>
                <a:gd name="csY28" fmla="*/ 955 h 43473"/>
                <a:gd name="csX29" fmla="*/ 39174 w 76914"/>
                <a:gd name="csY29" fmla="*/ 1911 h 43473"/>
                <a:gd name="csX30" fmla="*/ 42040 w 76914"/>
                <a:gd name="csY30" fmla="*/ 1433 h 43473"/>
                <a:gd name="csX31" fmla="*/ 44907 w 76914"/>
                <a:gd name="csY31" fmla="*/ 0 h 43473"/>
                <a:gd name="csX32" fmla="*/ 46818 w 76914"/>
                <a:gd name="csY32" fmla="*/ 0 h 43473"/>
                <a:gd name="csX33" fmla="*/ 49206 w 76914"/>
                <a:gd name="csY33" fmla="*/ 955 h 43473"/>
                <a:gd name="csX34" fmla="*/ 58283 w 76914"/>
                <a:gd name="csY34" fmla="*/ 3344 h 43473"/>
                <a:gd name="csX35" fmla="*/ 59716 w 76914"/>
                <a:gd name="csY35" fmla="*/ 3822 h 43473"/>
                <a:gd name="csX36" fmla="*/ 62582 w 76914"/>
                <a:gd name="csY36" fmla="*/ 6688 h 43473"/>
                <a:gd name="csX37" fmla="*/ 64016 w 76914"/>
                <a:gd name="csY37" fmla="*/ 7644 h 43473"/>
                <a:gd name="csX38" fmla="*/ 65449 w 76914"/>
                <a:gd name="csY38" fmla="*/ 9077 h 43473"/>
                <a:gd name="csX39" fmla="*/ 67360 w 76914"/>
                <a:gd name="csY39" fmla="*/ 11943 h 43473"/>
                <a:gd name="csX40" fmla="*/ 70227 w 76914"/>
                <a:gd name="csY40" fmla="*/ 14809 h 43473"/>
                <a:gd name="csX41" fmla="*/ 75004 w 76914"/>
                <a:gd name="csY41" fmla="*/ 18154 h 43473"/>
                <a:gd name="csX42" fmla="*/ 75959 w 76914"/>
                <a:gd name="csY42" fmla="*/ 19109 h 43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76914" h="43473">
                  <a:moveTo>
                    <a:pt x="75959" y="19109"/>
                  </a:moveTo>
                  <a:lnTo>
                    <a:pt x="76914" y="21498"/>
                  </a:lnTo>
                  <a:lnTo>
                    <a:pt x="76437" y="24364"/>
                  </a:lnTo>
                  <a:lnTo>
                    <a:pt x="70227" y="30097"/>
                  </a:lnTo>
                  <a:lnTo>
                    <a:pt x="65449" y="31530"/>
                  </a:lnTo>
                  <a:lnTo>
                    <a:pt x="56372" y="32963"/>
                  </a:lnTo>
                  <a:lnTo>
                    <a:pt x="43951" y="37263"/>
                  </a:lnTo>
                  <a:lnTo>
                    <a:pt x="38696" y="38218"/>
                  </a:lnTo>
                  <a:lnTo>
                    <a:pt x="36786" y="38218"/>
                  </a:lnTo>
                  <a:lnTo>
                    <a:pt x="32486" y="35352"/>
                  </a:lnTo>
                  <a:lnTo>
                    <a:pt x="27231" y="33919"/>
                  </a:lnTo>
                  <a:lnTo>
                    <a:pt x="24842" y="35352"/>
                  </a:lnTo>
                  <a:lnTo>
                    <a:pt x="20065" y="39174"/>
                  </a:lnTo>
                  <a:lnTo>
                    <a:pt x="10032" y="40607"/>
                  </a:lnTo>
                  <a:lnTo>
                    <a:pt x="4300" y="43473"/>
                  </a:lnTo>
                  <a:lnTo>
                    <a:pt x="3344" y="43473"/>
                  </a:lnTo>
                  <a:lnTo>
                    <a:pt x="478" y="33919"/>
                  </a:lnTo>
                  <a:lnTo>
                    <a:pt x="0" y="31052"/>
                  </a:lnTo>
                  <a:lnTo>
                    <a:pt x="956" y="27708"/>
                  </a:lnTo>
                  <a:lnTo>
                    <a:pt x="3822" y="23886"/>
                  </a:lnTo>
                  <a:lnTo>
                    <a:pt x="5255" y="21020"/>
                  </a:lnTo>
                  <a:lnTo>
                    <a:pt x="11943" y="15287"/>
                  </a:lnTo>
                  <a:lnTo>
                    <a:pt x="18154" y="8599"/>
                  </a:lnTo>
                  <a:lnTo>
                    <a:pt x="21498" y="7644"/>
                  </a:lnTo>
                  <a:lnTo>
                    <a:pt x="24842" y="4300"/>
                  </a:lnTo>
                  <a:lnTo>
                    <a:pt x="27231" y="3344"/>
                  </a:lnTo>
                  <a:lnTo>
                    <a:pt x="30097" y="2389"/>
                  </a:lnTo>
                  <a:lnTo>
                    <a:pt x="33441" y="955"/>
                  </a:lnTo>
                  <a:lnTo>
                    <a:pt x="36307" y="955"/>
                  </a:lnTo>
                  <a:lnTo>
                    <a:pt x="39174" y="1911"/>
                  </a:lnTo>
                  <a:lnTo>
                    <a:pt x="42040" y="1433"/>
                  </a:lnTo>
                  <a:lnTo>
                    <a:pt x="44907" y="0"/>
                  </a:lnTo>
                  <a:lnTo>
                    <a:pt x="46818" y="0"/>
                  </a:lnTo>
                  <a:lnTo>
                    <a:pt x="49206" y="955"/>
                  </a:lnTo>
                  <a:lnTo>
                    <a:pt x="58283" y="3344"/>
                  </a:lnTo>
                  <a:lnTo>
                    <a:pt x="59716" y="3822"/>
                  </a:lnTo>
                  <a:lnTo>
                    <a:pt x="62582" y="6688"/>
                  </a:lnTo>
                  <a:lnTo>
                    <a:pt x="64016" y="7644"/>
                  </a:lnTo>
                  <a:lnTo>
                    <a:pt x="65449" y="9077"/>
                  </a:lnTo>
                  <a:lnTo>
                    <a:pt x="67360" y="11943"/>
                  </a:lnTo>
                  <a:lnTo>
                    <a:pt x="70227" y="14809"/>
                  </a:lnTo>
                  <a:lnTo>
                    <a:pt x="75004" y="18154"/>
                  </a:lnTo>
                  <a:lnTo>
                    <a:pt x="75959" y="191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A9AB3D32-9929-137E-8DFC-2E683B82CB77}"/>
                </a:ext>
              </a:extLst>
            </p:cNvPr>
            <p:cNvSpPr/>
            <p:nvPr/>
          </p:nvSpPr>
          <p:spPr>
            <a:xfrm>
              <a:off x="9308729" y="5398462"/>
              <a:ext cx="115610" cy="165294"/>
            </a:xfrm>
            <a:custGeom>
              <a:avLst/>
              <a:gdLst>
                <a:gd name="csX0" fmla="*/ 115610 w 115610"/>
                <a:gd name="csY0" fmla="*/ 73093 h 165294"/>
                <a:gd name="csX1" fmla="*/ 115133 w 115610"/>
                <a:gd name="csY1" fmla="*/ 74526 h 165294"/>
                <a:gd name="csX2" fmla="*/ 113700 w 115610"/>
                <a:gd name="csY2" fmla="*/ 76914 h 165294"/>
                <a:gd name="csX3" fmla="*/ 112744 w 115610"/>
                <a:gd name="csY3" fmla="*/ 79303 h 165294"/>
                <a:gd name="csX4" fmla="*/ 111789 w 115610"/>
                <a:gd name="csY4" fmla="*/ 85036 h 165294"/>
                <a:gd name="csX5" fmla="*/ 111311 w 115610"/>
                <a:gd name="csY5" fmla="*/ 90291 h 165294"/>
                <a:gd name="csX6" fmla="*/ 110355 w 115610"/>
                <a:gd name="csY6" fmla="*/ 93157 h 165294"/>
                <a:gd name="csX7" fmla="*/ 108444 w 115610"/>
                <a:gd name="csY7" fmla="*/ 95068 h 165294"/>
                <a:gd name="csX8" fmla="*/ 106534 w 115610"/>
                <a:gd name="csY8" fmla="*/ 96024 h 165294"/>
                <a:gd name="csX9" fmla="*/ 104623 w 115610"/>
                <a:gd name="csY9" fmla="*/ 96979 h 165294"/>
                <a:gd name="csX10" fmla="*/ 103667 w 115610"/>
                <a:gd name="csY10" fmla="*/ 99845 h 165294"/>
                <a:gd name="csX11" fmla="*/ 103189 w 115610"/>
                <a:gd name="csY11" fmla="*/ 103667 h 165294"/>
                <a:gd name="csX12" fmla="*/ 103189 w 115610"/>
                <a:gd name="csY12" fmla="*/ 104623 h 165294"/>
                <a:gd name="csX13" fmla="*/ 104145 w 115610"/>
                <a:gd name="csY13" fmla="*/ 105578 h 165294"/>
                <a:gd name="csX14" fmla="*/ 104145 w 115610"/>
                <a:gd name="csY14" fmla="*/ 106534 h 165294"/>
                <a:gd name="csX15" fmla="*/ 103189 w 115610"/>
                <a:gd name="csY15" fmla="*/ 108922 h 165294"/>
                <a:gd name="csX16" fmla="*/ 102712 w 115610"/>
                <a:gd name="csY16" fmla="*/ 108444 h 165294"/>
                <a:gd name="csX17" fmla="*/ 101757 w 115610"/>
                <a:gd name="csY17" fmla="*/ 106534 h 165294"/>
                <a:gd name="csX18" fmla="*/ 100801 w 115610"/>
                <a:gd name="csY18" fmla="*/ 106056 h 165294"/>
                <a:gd name="csX19" fmla="*/ 97935 w 115610"/>
                <a:gd name="csY19" fmla="*/ 105578 h 165294"/>
                <a:gd name="csX20" fmla="*/ 95546 w 115610"/>
                <a:gd name="csY20" fmla="*/ 105100 h 165294"/>
                <a:gd name="csX21" fmla="*/ 93157 w 115610"/>
                <a:gd name="csY21" fmla="*/ 105100 h 165294"/>
                <a:gd name="csX22" fmla="*/ 91246 w 115610"/>
                <a:gd name="csY22" fmla="*/ 106056 h 165294"/>
                <a:gd name="csX23" fmla="*/ 87902 w 115610"/>
                <a:gd name="csY23" fmla="*/ 107489 h 165294"/>
                <a:gd name="csX24" fmla="*/ 86469 w 115610"/>
                <a:gd name="csY24" fmla="*/ 108444 h 165294"/>
                <a:gd name="csX25" fmla="*/ 85991 w 115610"/>
                <a:gd name="csY25" fmla="*/ 109400 h 165294"/>
                <a:gd name="csX26" fmla="*/ 84080 w 115610"/>
                <a:gd name="csY26" fmla="*/ 111789 h 165294"/>
                <a:gd name="csX27" fmla="*/ 84080 w 115610"/>
                <a:gd name="csY27" fmla="*/ 114655 h 165294"/>
                <a:gd name="csX28" fmla="*/ 84080 w 115610"/>
                <a:gd name="csY28" fmla="*/ 116566 h 165294"/>
                <a:gd name="csX29" fmla="*/ 84558 w 115610"/>
                <a:gd name="csY29" fmla="*/ 117521 h 165294"/>
                <a:gd name="csX30" fmla="*/ 87425 w 115610"/>
                <a:gd name="csY30" fmla="*/ 118954 h 165294"/>
                <a:gd name="csX31" fmla="*/ 84558 w 115610"/>
                <a:gd name="csY31" fmla="*/ 124687 h 165294"/>
                <a:gd name="csX32" fmla="*/ 82169 w 115610"/>
                <a:gd name="csY32" fmla="*/ 130420 h 165294"/>
                <a:gd name="csX33" fmla="*/ 80736 w 115610"/>
                <a:gd name="csY33" fmla="*/ 132331 h 165294"/>
                <a:gd name="csX34" fmla="*/ 78825 w 115610"/>
                <a:gd name="csY34" fmla="*/ 133764 h 165294"/>
                <a:gd name="csX35" fmla="*/ 77392 w 115610"/>
                <a:gd name="csY35" fmla="*/ 137108 h 165294"/>
                <a:gd name="csX36" fmla="*/ 74526 w 115610"/>
                <a:gd name="csY36" fmla="*/ 140452 h 165294"/>
                <a:gd name="csX37" fmla="*/ 73093 w 115610"/>
                <a:gd name="csY37" fmla="*/ 142841 h 165294"/>
                <a:gd name="csX38" fmla="*/ 71659 w 115610"/>
                <a:gd name="csY38" fmla="*/ 145230 h 165294"/>
                <a:gd name="csX39" fmla="*/ 70226 w 115610"/>
                <a:gd name="csY39" fmla="*/ 147618 h 165294"/>
                <a:gd name="csX40" fmla="*/ 67837 w 115610"/>
                <a:gd name="csY40" fmla="*/ 151440 h 165294"/>
                <a:gd name="csX41" fmla="*/ 66405 w 115610"/>
                <a:gd name="csY41" fmla="*/ 153829 h 165294"/>
                <a:gd name="csX42" fmla="*/ 64971 w 115610"/>
                <a:gd name="csY42" fmla="*/ 155740 h 165294"/>
                <a:gd name="csX43" fmla="*/ 62105 w 115610"/>
                <a:gd name="csY43" fmla="*/ 158128 h 165294"/>
                <a:gd name="csX44" fmla="*/ 59239 w 115610"/>
                <a:gd name="csY44" fmla="*/ 160517 h 165294"/>
                <a:gd name="csX45" fmla="*/ 54461 w 115610"/>
                <a:gd name="csY45" fmla="*/ 163861 h 165294"/>
                <a:gd name="csX46" fmla="*/ 53028 w 115610"/>
                <a:gd name="csY46" fmla="*/ 164817 h 165294"/>
                <a:gd name="csX47" fmla="*/ 51595 w 115610"/>
                <a:gd name="csY47" fmla="*/ 165294 h 165294"/>
                <a:gd name="csX48" fmla="*/ 49684 w 115610"/>
                <a:gd name="csY48" fmla="*/ 164339 h 165294"/>
                <a:gd name="csX49" fmla="*/ 49684 w 115610"/>
                <a:gd name="csY49" fmla="*/ 163383 h 165294"/>
                <a:gd name="csX50" fmla="*/ 49206 w 115610"/>
                <a:gd name="csY50" fmla="*/ 161473 h 165294"/>
                <a:gd name="csX51" fmla="*/ 48728 w 115610"/>
                <a:gd name="csY51" fmla="*/ 160517 h 165294"/>
                <a:gd name="csX52" fmla="*/ 46340 w 115610"/>
                <a:gd name="csY52" fmla="*/ 160039 h 165294"/>
                <a:gd name="csX53" fmla="*/ 43473 w 115610"/>
                <a:gd name="csY53" fmla="*/ 160995 h 165294"/>
                <a:gd name="csX54" fmla="*/ 42996 w 115610"/>
                <a:gd name="csY54" fmla="*/ 160995 h 165294"/>
                <a:gd name="csX55" fmla="*/ 42996 w 115610"/>
                <a:gd name="csY55" fmla="*/ 160517 h 165294"/>
                <a:gd name="csX56" fmla="*/ 42996 w 115610"/>
                <a:gd name="csY56" fmla="*/ 157173 h 165294"/>
                <a:gd name="csX57" fmla="*/ 43473 w 115610"/>
                <a:gd name="csY57" fmla="*/ 156695 h 165294"/>
                <a:gd name="csX58" fmla="*/ 42996 w 115610"/>
                <a:gd name="csY58" fmla="*/ 156217 h 165294"/>
                <a:gd name="csX59" fmla="*/ 42040 w 115610"/>
                <a:gd name="csY59" fmla="*/ 156217 h 165294"/>
                <a:gd name="csX60" fmla="*/ 42040 w 115610"/>
                <a:gd name="csY60" fmla="*/ 157173 h 165294"/>
                <a:gd name="csX61" fmla="*/ 42518 w 115610"/>
                <a:gd name="csY61" fmla="*/ 157651 h 165294"/>
                <a:gd name="csX62" fmla="*/ 40607 w 115610"/>
                <a:gd name="csY62" fmla="*/ 158606 h 165294"/>
                <a:gd name="csX63" fmla="*/ 38696 w 115610"/>
                <a:gd name="csY63" fmla="*/ 158606 h 165294"/>
                <a:gd name="csX64" fmla="*/ 38218 w 115610"/>
                <a:gd name="csY64" fmla="*/ 158128 h 165294"/>
                <a:gd name="csX65" fmla="*/ 38218 w 115610"/>
                <a:gd name="csY65" fmla="*/ 157651 h 165294"/>
                <a:gd name="csX66" fmla="*/ 38696 w 115610"/>
                <a:gd name="csY66" fmla="*/ 156695 h 165294"/>
                <a:gd name="csX67" fmla="*/ 39174 w 115610"/>
                <a:gd name="csY67" fmla="*/ 155740 h 165294"/>
                <a:gd name="csX68" fmla="*/ 42518 w 115610"/>
                <a:gd name="csY68" fmla="*/ 151918 h 165294"/>
                <a:gd name="csX69" fmla="*/ 45862 w 115610"/>
                <a:gd name="csY69" fmla="*/ 147141 h 165294"/>
                <a:gd name="csX70" fmla="*/ 48728 w 115610"/>
                <a:gd name="csY70" fmla="*/ 141408 h 165294"/>
                <a:gd name="csX71" fmla="*/ 49206 w 115610"/>
                <a:gd name="csY71" fmla="*/ 139019 h 165294"/>
                <a:gd name="csX72" fmla="*/ 50639 w 115610"/>
                <a:gd name="csY72" fmla="*/ 133764 h 165294"/>
                <a:gd name="csX73" fmla="*/ 49684 w 115610"/>
                <a:gd name="csY73" fmla="*/ 131376 h 165294"/>
                <a:gd name="csX74" fmla="*/ 48728 w 115610"/>
                <a:gd name="csY74" fmla="*/ 129465 h 165294"/>
                <a:gd name="csX75" fmla="*/ 45862 w 115610"/>
                <a:gd name="csY75" fmla="*/ 125643 h 165294"/>
                <a:gd name="csX76" fmla="*/ 41562 w 115610"/>
                <a:gd name="csY76" fmla="*/ 123732 h 165294"/>
                <a:gd name="csX77" fmla="*/ 39174 w 115610"/>
                <a:gd name="csY77" fmla="*/ 123254 h 165294"/>
                <a:gd name="csX78" fmla="*/ 36785 w 115610"/>
                <a:gd name="csY78" fmla="*/ 122299 h 165294"/>
                <a:gd name="csX79" fmla="*/ 34874 w 115610"/>
                <a:gd name="csY79" fmla="*/ 120388 h 165294"/>
                <a:gd name="csX80" fmla="*/ 32486 w 115610"/>
                <a:gd name="csY80" fmla="*/ 118477 h 165294"/>
                <a:gd name="csX81" fmla="*/ 28664 w 115610"/>
                <a:gd name="csY81" fmla="*/ 116566 h 165294"/>
                <a:gd name="csX82" fmla="*/ 24364 w 115610"/>
                <a:gd name="csY82" fmla="*/ 115133 h 165294"/>
                <a:gd name="csX83" fmla="*/ 21975 w 115610"/>
                <a:gd name="csY83" fmla="*/ 113222 h 165294"/>
                <a:gd name="csX84" fmla="*/ 21498 w 115610"/>
                <a:gd name="csY84" fmla="*/ 112266 h 165294"/>
                <a:gd name="csX85" fmla="*/ 21020 w 115610"/>
                <a:gd name="csY85" fmla="*/ 110833 h 165294"/>
                <a:gd name="csX86" fmla="*/ 21020 w 115610"/>
                <a:gd name="csY86" fmla="*/ 109400 h 165294"/>
                <a:gd name="csX87" fmla="*/ 21498 w 115610"/>
                <a:gd name="csY87" fmla="*/ 108444 h 165294"/>
                <a:gd name="csX88" fmla="*/ 21975 w 115610"/>
                <a:gd name="csY88" fmla="*/ 107489 h 165294"/>
                <a:gd name="csX89" fmla="*/ 22453 w 115610"/>
                <a:gd name="csY89" fmla="*/ 106534 h 165294"/>
                <a:gd name="csX90" fmla="*/ 27230 w 115610"/>
                <a:gd name="csY90" fmla="*/ 104145 h 165294"/>
                <a:gd name="csX91" fmla="*/ 32008 w 115610"/>
                <a:gd name="csY91" fmla="*/ 102712 h 165294"/>
                <a:gd name="csX92" fmla="*/ 32486 w 115610"/>
                <a:gd name="csY92" fmla="*/ 102712 h 165294"/>
                <a:gd name="csX93" fmla="*/ 33441 w 115610"/>
                <a:gd name="csY93" fmla="*/ 102712 h 165294"/>
                <a:gd name="csX94" fmla="*/ 34874 w 115610"/>
                <a:gd name="csY94" fmla="*/ 101756 h 165294"/>
                <a:gd name="csX95" fmla="*/ 36785 w 115610"/>
                <a:gd name="csY95" fmla="*/ 99845 h 165294"/>
                <a:gd name="csX96" fmla="*/ 37741 w 115610"/>
                <a:gd name="csY96" fmla="*/ 98412 h 165294"/>
                <a:gd name="csX97" fmla="*/ 37741 w 115610"/>
                <a:gd name="csY97" fmla="*/ 94112 h 165294"/>
                <a:gd name="csX98" fmla="*/ 38696 w 115610"/>
                <a:gd name="csY98" fmla="*/ 90291 h 165294"/>
                <a:gd name="csX99" fmla="*/ 39652 w 115610"/>
                <a:gd name="csY99" fmla="*/ 85513 h 165294"/>
                <a:gd name="csX100" fmla="*/ 41562 w 115610"/>
                <a:gd name="csY100" fmla="*/ 82647 h 165294"/>
                <a:gd name="csX101" fmla="*/ 42518 w 115610"/>
                <a:gd name="csY101" fmla="*/ 80736 h 165294"/>
                <a:gd name="csX102" fmla="*/ 41562 w 115610"/>
                <a:gd name="csY102" fmla="*/ 77870 h 165294"/>
                <a:gd name="csX103" fmla="*/ 42040 w 115610"/>
                <a:gd name="csY103" fmla="*/ 76914 h 165294"/>
                <a:gd name="csX104" fmla="*/ 42996 w 115610"/>
                <a:gd name="csY104" fmla="*/ 75959 h 165294"/>
                <a:gd name="csX105" fmla="*/ 43951 w 115610"/>
                <a:gd name="csY105" fmla="*/ 75481 h 165294"/>
                <a:gd name="csX106" fmla="*/ 42518 w 115610"/>
                <a:gd name="csY106" fmla="*/ 73093 h 165294"/>
                <a:gd name="csX107" fmla="*/ 40607 w 115610"/>
                <a:gd name="csY107" fmla="*/ 68793 h 165294"/>
                <a:gd name="csX108" fmla="*/ 40129 w 115610"/>
                <a:gd name="csY108" fmla="*/ 67360 h 165294"/>
                <a:gd name="csX109" fmla="*/ 40607 w 115610"/>
                <a:gd name="csY109" fmla="*/ 66404 h 165294"/>
                <a:gd name="csX110" fmla="*/ 41085 w 115610"/>
                <a:gd name="csY110" fmla="*/ 64971 h 165294"/>
                <a:gd name="csX111" fmla="*/ 39652 w 115610"/>
                <a:gd name="csY111" fmla="*/ 64971 h 165294"/>
                <a:gd name="csX112" fmla="*/ 39174 w 115610"/>
                <a:gd name="csY112" fmla="*/ 63538 h 165294"/>
                <a:gd name="csX113" fmla="*/ 37263 w 115610"/>
                <a:gd name="csY113" fmla="*/ 59716 h 165294"/>
                <a:gd name="csX114" fmla="*/ 37741 w 115610"/>
                <a:gd name="csY114" fmla="*/ 58761 h 165294"/>
                <a:gd name="csX115" fmla="*/ 38696 w 115610"/>
                <a:gd name="csY115" fmla="*/ 59238 h 165294"/>
                <a:gd name="csX116" fmla="*/ 40129 w 115610"/>
                <a:gd name="csY116" fmla="*/ 62105 h 165294"/>
                <a:gd name="csX117" fmla="*/ 40607 w 115610"/>
                <a:gd name="csY117" fmla="*/ 60671 h 165294"/>
                <a:gd name="csX118" fmla="*/ 41562 w 115610"/>
                <a:gd name="csY118" fmla="*/ 59716 h 165294"/>
                <a:gd name="csX119" fmla="*/ 42996 w 115610"/>
                <a:gd name="csY119" fmla="*/ 59238 h 165294"/>
                <a:gd name="csX120" fmla="*/ 43951 w 115610"/>
                <a:gd name="csY120" fmla="*/ 59238 h 165294"/>
                <a:gd name="csX121" fmla="*/ 41085 w 115610"/>
                <a:gd name="csY121" fmla="*/ 55894 h 165294"/>
                <a:gd name="csX122" fmla="*/ 40129 w 115610"/>
                <a:gd name="csY122" fmla="*/ 56372 h 165294"/>
                <a:gd name="csX123" fmla="*/ 38696 w 115610"/>
                <a:gd name="csY123" fmla="*/ 56850 h 165294"/>
                <a:gd name="csX124" fmla="*/ 37741 w 115610"/>
                <a:gd name="csY124" fmla="*/ 56850 h 165294"/>
                <a:gd name="csX125" fmla="*/ 36307 w 115610"/>
                <a:gd name="csY125" fmla="*/ 56850 h 165294"/>
                <a:gd name="csX126" fmla="*/ 34874 w 115610"/>
                <a:gd name="csY126" fmla="*/ 55894 h 165294"/>
                <a:gd name="csX127" fmla="*/ 34396 w 115610"/>
                <a:gd name="csY127" fmla="*/ 54461 h 165294"/>
                <a:gd name="csX128" fmla="*/ 33919 w 115610"/>
                <a:gd name="csY128" fmla="*/ 52072 h 165294"/>
                <a:gd name="csX129" fmla="*/ 33441 w 115610"/>
                <a:gd name="csY129" fmla="*/ 51117 h 165294"/>
                <a:gd name="csX130" fmla="*/ 29619 w 115610"/>
                <a:gd name="csY130" fmla="*/ 45862 h 165294"/>
                <a:gd name="csX131" fmla="*/ 30575 w 115610"/>
                <a:gd name="csY131" fmla="*/ 45862 h 165294"/>
                <a:gd name="csX132" fmla="*/ 33441 w 115610"/>
                <a:gd name="csY132" fmla="*/ 48251 h 165294"/>
                <a:gd name="csX133" fmla="*/ 34396 w 115610"/>
                <a:gd name="csY133" fmla="*/ 47295 h 165294"/>
                <a:gd name="csX134" fmla="*/ 34874 w 115610"/>
                <a:gd name="csY134" fmla="*/ 46340 h 165294"/>
                <a:gd name="csX135" fmla="*/ 34396 w 115610"/>
                <a:gd name="csY135" fmla="*/ 44906 h 165294"/>
                <a:gd name="csX136" fmla="*/ 33919 w 115610"/>
                <a:gd name="csY136" fmla="*/ 43951 h 165294"/>
                <a:gd name="csX137" fmla="*/ 32486 w 115610"/>
                <a:gd name="csY137" fmla="*/ 43473 h 165294"/>
                <a:gd name="csX138" fmla="*/ 32486 w 115610"/>
                <a:gd name="csY138" fmla="*/ 42040 h 165294"/>
                <a:gd name="csX139" fmla="*/ 33441 w 115610"/>
                <a:gd name="csY139" fmla="*/ 41085 h 165294"/>
                <a:gd name="csX140" fmla="*/ 33441 w 115610"/>
                <a:gd name="csY140" fmla="*/ 40129 h 165294"/>
                <a:gd name="csX141" fmla="*/ 31530 w 115610"/>
                <a:gd name="csY141" fmla="*/ 38696 h 165294"/>
                <a:gd name="csX142" fmla="*/ 31052 w 115610"/>
                <a:gd name="csY142" fmla="*/ 38218 h 165294"/>
                <a:gd name="csX143" fmla="*/ 30575 w 115610"/>
                <a:gd name="csY143" fmla="*/ 39174 h 165294"/>
                <a:gd name="csX144" fmla="*/ 31052 w 115610"/>
                <a:gd name="csY144" fmla="*/ 40129 h 165294"/>
                <a:gd name="csX145" fmla="*/ 30575 w 115610"/>
                <a:gd name="csY145" fmla="*/ 40607 h 165294"/>
                <a:gd name="csX146" fmla="*/ 26275 w 115610"/>
                <a:gd name="csY146" fmla="*/ 37740 h 165294"/>
                <a:gd name="csX147" fmla="*/ 24842 w 115610"/>
                <a:gd name="csY147" fmla="*/ 35352 h 165294"/>
                <a:gd name="csX148" fmla="*/ 23886 w 115610"/>
                <a:gd name="csY148" fmla="*/ 32963 h 165294"/>
                <a:gd name="csX149" fmla="*/ 23886 w 115610"/>
                <a:gd name="csY149" fmla="*/ 33919 h 165294"/>
                <a:gd name="csX150" fmla="*/ 23886 w 115610"/>
                <a:gd name="csY150" fmla="*/ 35352 h 165294"/>
                <a:gd name="csX151" fmla="*/ 25798 w 115610"/>
                <a:gd name="csY151" fmla="*/ 38218 h 165294"/>
                <a:gd name="csX152" fmla="*/ 28664 w 115610"/>
                <a:gd name="csY152" fmla="*/ 41085 h 165294"/>
                <a:gd name="csX153" fmla="*/ 29141 w 115610"/>
                <a:gd name="csY153" fmla="*/ 42040 h 165294"/>
                <a:gd name="csX154" fmla="*/ 28664 w 115610"/>
                <a:gd name="csY154" fmla="*/ 43473 h 165294"/>
                <a:gd name="csX155" fmla="*/ 27709 w 115610"/>
                <a:gd name="csY155" fmla="*/ 43473 h 165294"/>
                <a:gd name="csX156" fmla="*/ 26753 w 115610"/>
                <a:gd name="csY156" fmla="*/ 42996 h 165294"/>
                <a:gd name="csX157" fmla="*/ 25320 w 115610"/>
                <a:gd name="csY157" fmla="*/ 40129 h 165294"/>
                <a:gd name="csX158" fmla="*/ 24364 w 115610"/>
                <a:gd name="csY158" fmla="*/ 38696 h 165294"/>
                <a:gd name="csX159" fmla="*/ 13854 w 115610"/>
                <a:gd name="csY159" fmla="*/ 24364 h 165294"/>
                <a:gd name="csX160" fmla="*/ 15287 w 115610"/>
                <a:gd name="csY160" fmla="*/ 22931 h 165294"/>
                <a:gd name="csX161" fmla="*/ 17676 w 115610"/>
                <a:gd name="csY161" fmla="*/ 21020 h 165294"/>
                <a:gd name="csX162" fmla="*/ 17676 w 115610"/>
                <a:gd name="csY162" fmla="*/ 20542 h 165294"/>
                <a:gd name="csX163" fmla="*/ 18154 w 115610"/>
                <a:gd name="csY163" fmla="*/ 19587 h 165294"/>
                <a:gd name="csX164" fmla="*/ 17198 w 115610"/>
                <a:gd name="csY164" fmla="*/ 19587 h 165294"/>
                <a:gd name="csX165" fmla="*/ 16721 w 115610"/>
                <a:gd name="csY165" fmla="*/ 20064 h 165294"/>
                <a:gd name="csX166" fmla="*/ 15765 w 115610"/>
                <a:gd name="csY166" fmla="*/ 20542 h 165294"/>
                <a:gd name="csX167" fmla="*/ 14809 w 115610"/>
                <a:gd name="csY167" fmla="*/ 21498 h 165294"/>
                <a:gd name="csX168" fmla="*/ 13854 w 115610"/>
                <a:gd name="csY168" fmla="*/ 23409 h 165294"/>
                <a:gd name="csX169" fmla="*/ 13377 w 115610"/>
                <a:gd name="csY169" fmla="*/ 23409 h 165294"/>
                <a:gd name="csX170" fmla="*/ 11943 w 115610"/>
                <a:gd name="csY170" fmla="*/ 22453 h 165294"/>
                <a:gd name="csX171" fmla="*/ 11466 w 115610"/>
                <a:gd name="csY171" fmla="*/ 21498 h 165294"/>
                <a:gd name="csX172" fmla="*/ 11466 w 115610"/>
                <a:gd name="csY172" fmla="*/ 20542 h 165294"/>
                <a:gd name="csX173" fmla="*/ 11466 w 115610"/>
                <a:gd name="csY173" fmla="*/ 20064 h 165294"/>
                <a:gd name="csX174" fmla="*/ 10510 w 115610"/>
                <a:gd name="csY174" fmla="*/ 20064 h 165294"/>
                <a:gd name="csX175" fmla="*/ 9077 w 115610"/>
                <a:gd name="csY175" fmla="*/ 18154 h 165294"/>
                <a:gd name="csX176" fmla="*/ 8121 w 115610"/>
                <a:gd name="csY176" fmla="*/ 17198 h 165294"/>
                <a:gd name="csX177" fmla="*/ 9555 w 115610"/>
                <a:gd name="csY177" fmla="*/ 15287 h 165294"/>
                <a:gd name="csX178" fmla="*/ 9555 w 115610"/>
                <a:gd name="csY178" fmla="*/ 12898 h 165294"/>
                <a:gd name="csX179" fmla="*/ 8121 w 115610"/>
                <a:gd name="csY179" fmla="*/ 10510 h 165294"/>
                <a:gd name="csX180" fmla="*/ 6211 w 115610"/>
                <a:gd name="csY180" fmla="*/ 8121 h 165294"/>
                <a:gd name="csX181" fmla="*/ 2866 w 115610"/>
                <a:gd name="csY181" fmla="*/ 4299 h 165294"/>
                <a:gd name="csX182" fmla="*/ 0 w 115610"/>
                <a:gd name="csY182" fmla="*/ 478 h 165294"/>
                <a:gd name="csX183" fmla="*/ 3344 w 115610"/>
                <a:gd name="csY183" fmla="*/ 0 h 165294"/>
                <a:gd name="csX184" fmla="*/ 6688 w 115610"/>
                <a:gd name="csY184" fmla="*/ 0 h 165294"/>
                <a:gd name="csX185" fmla="*/ 5255 w 115610"/>
                <a:gd name="csY185" fmla="*/ 2389 h 165294"/>
                <a:gd name="csX186" fmla="*/ 5733 w 115610"/>
                <a:gd name="csY186" fmla="*/ 3822 h 165294"/>
                <a:gd name="csX187" fmla="*/ 6688 w 115610"/>
                <a:gd name="csY187" fmla="*/ 4777 h 165294"/>
                <a:gd name="csX188" fmla="*/ 9077 w 115610"/>
                <a:gd name="csY188" fmla="*/ 8121 h 165294"/>
                <a:gd name="csX189" fmla="*/ 9555 w 115610"/>
                <a:gd name="csY189" fmla="*/ 9077 h 165294"/>
                <a:gd name="csX190" fmla="*/ 10510 w 115610"/>
                <a:gd name="csY190" fmla="*/ 10510 h 165294"/>
                <a:gd name="csX191" fmla="*/ 10988 w 115610"/>
                <a:gd name="csY191" fmla="*/ 10988 h 165294"/>
                <a:gd name="csX192" fmla="*/ 11466 w 115610"/>
                <a:gd name="csY192" fmla="*/ 11943 h 165294"/>
                <a:gd name="csX193" fmla="*/ 12421 w 115610"/>
                <a:gd name="csY193" fmla="*/ 11465 h 165294"/>
                <a:gd name="csX194" fmla="*/ 13377 w 115610"/>
                <a:gd name="csY194" fmla="*/ 10032 h 165294"/>
                <a:gd name="csX195" fmla="*/ 14809 w 115610"/>
                <a:gd name="csY195" fmla="*/ 9077 h 165294"/>
                <a:gd name="csX196" fmla="*/ 14332 w 115610"/>
                <a:gd name="csY196" fmla="*/ 10988 h 165294"/>
                <a:gd name="csX197" fmla="*/ 15287 w 115610"/>
                <a:gd name="csY197" fmla="*/ 11465 h 165294"/>
                <a:gd name="csX198" fmla="*/ 19587 w 115610"/>
                <a:gd name="csY198" fmla="*/ 12898 h 165294"/>
                <a:gd name="csX199" fmla="*/ 20543 w 115610"/>
                <a:gd name="csY199" fmla="*/ 13854 h 165294"/>
                <a:gd name="csX200" fmla="*/ 21498 w 115610"/>
                <a:gd name="csY200" fmla="*/ 13854 h 165294"/>
                <a:gd name="csX201" fmla="*/ 21975 w 115610"/>
                <a:gd name="csY201" fmla="*/ 13376 h 165294"/>
                <a:gd name="csX202" fmla="*/ 22453 w 115610"/>
                <a:gd name="csY202" fmla="*/ 12898 h 165294"/>
                <a:gd name="csX203" fmla="*/ 24364 w 115610"/>
                <a:gd name="csY203" fmla="*/ 13854 h 165294"/>
                <a:gd name="csX204" fmla="*/ 27709 w 115610"/>
                <a:gd name="csY204" fmla="*/ 15765 h 165294"/>
                <a:gd name="csX205" fmla="*/ 28186 w 115610"/>
                <a:gd name="csY205" fmla="*/ 16243 h 165294"/>
                <a:gd name="csX206" fmla="*/ 27709 w 115610"/>
                <a:gd name="csY206" fmla="*/ 17198 h 165294"/>
                <a:gd name="csX207" fmla="*/ 28186 w 115610"/>
                <a:gd name="csY207" fmla="*/ 18154 h 165294"/>
                <a:gd name="csX208" fmla="*/ 28664 w 115610"/>
                <a:gd name="csY208" fmla="*/ 19109 h 165294"/>
                <a:gd name="csX209" fmla="*/ 29619 w 115610"/>
                <a:gd name="csY209" fmla="*/ 19587 h 165294"/>
                <a:gd name="csX210" fmla="*/ 31052 w 115610"/>
                <a:gd name="csY210" fmla="*/ 18154 h 165294"/>
                <a:gd name="csX211" fmla="*/ 32008 w 115610"/>
                <a:gd name="csY211" fmla="*/ 18154 h 165294"/>
                <a:gd name="csX212" fmla="*/ 32963 w 115610"/>
                <a:gd name="csY212" fmla="*/ 19587 h 165294"/>
                <a:gd name="csX213" fmla="*/ 33441 w 115610"/>
                <a:gd name="csY213" fmla="*/ 20542 h 165294"/>
                <a:gd name="csX214" fmla="*/ 33441 w 115610"/>
                <a:gd name="csY214" fmla="*/ 20542 h 165294"/>
                <a:gd name="csX215" fmla="*/ 33919 w 115610"/>
                <a:gd name="csY215" fmla="*/ 21498 h 165294"/>
                <a:gd name="csX216" fmla="*/ 34874 w 115610"/>
                <a:gd name="csY216" fmla="*/ 22453 h 165294"/>
                <a:gd name="csX217" fmla="*/ 36307 w 115610"/>
                <a:gd name="csY217" fmla="*/ 25320 h 165294"/>
                <a:gd name="csX218" fmla="*/ 36307 w 115610"/>
                <a:gd name="csY218" fmla="*/ 26275 h 165294"/>
                <a:gd name="csX219" fmla="*/ 35830 w 115610"/>
                <a:gd name="csY219" fmla="*/ 27230 h 165294"/>
                <a:gd name="csX220" fmla="*/ 37263 w 115610"/>
                <a:gd name="csY220" fmla="*/ 30097 h 165294"/>
                <a:gd name="csX221" fmla="*/ 36307 w 115610"/>
                <a:gd name="csY221" fmla="*/ 30097 h 165294"/>
                <a:gd name="csX222" fmla="*/ 33441 w 115610"/>
                <a:gd name="csY222" fmla="*/ 29619 h 165294"/>
                <a:gd name="csX223" fmla="*/ 33441 w 115610"/>
                <a:gd name="csY223" fmla="*/ 30097 h 165294"/>
                <a:gd name="csX224" fmla="*/ 35352 w 115610"/>
                <a:gd name="csY224" fmla="*/ 32008 h 165294"/>
                <a:gd name="csX225" fmla="*/ 36307 w 115610"/>
                <a:gd name="csY225" fmla="*/ 34874 h 165294"/>
                <a:gd name="csX226" fmla="*/ 37741 w 115610"/>
                <a:gd name="csY226" fmla="*/ 36785 h 165294"/>
                <a:gd name="csX227" fmla="*/ 41562 w 115610"/>
                <a:gd name="csY227" fmla="*/ 41562 h 165294"/>
                <a:gd name="csX228" fmla="*/ 41085 w 115610"/>
                <a:gd name="csY228" fmla="*/ 43473 h 165294"/>
                <a:gd name="csX229" fmla="*/ 41085 w 115610"/>
                <a:gd name="csY229" fmla="*/ 44906 h 165294"/>
                <a:gd name="csX230" fmla="*/ 40607 w 115610"/>
                <a:gd name="csY230" fmla="*/ 45862 h 165294"/>
                <a:gd name="csX231" fmla="*/ 42040 w 115610"/>
                <a:gd name="csY231" fmla="*/ 48728 h 165294"/>
                <a:gd name="csX232" fmla="*/ 41085 w 115610"/>
                <a:gd name="csY232" fmla="*/ 49206 h 165294"/>
                <a:gd name="csX233" fmla="*/ 40607 w 115610"/>
                <a:gd name="csY233" fmla="*/ 52072 h 165294"/>
                <a:gd name="csX234" fmla="*/ 39652 w 115610"/>
                <a:gd name="csY234" fmla="*/ 52550 h 165294"/>
                <a:gd name="csX235" fmla="*/ 40129 w 115610"/>
                <a:gd name="csY235" fmla="*/ 53505 h 165294"/>
                <a:gd name="csX236" fmla="*/ 41562 w 115610"/>
                <a:gd name="csY236" fmla="*/ 53983 h 165294"/>
                <a:gd name="csX237" fmla="*/ 42518 w 115610"/>
                <a:gd name="csY237" fmla="*/ 54461 h 165294"/>
                <a:gd name="csX238" fmla="*/ 43473 w 115610"/>
                <a:gd name="csY238" fmla="*/ 55417 h 165294"/>
                <a:gd name="csX239" fmla="*/ 43951 w 115610"/>
                <a:gd name="csY239" fmla="*/ 54461 h 165294"/>
                <a:gd name="csX240" fmla="*/ 44429 w 115610"/>
                <a:gd name="csY240" fmla="*/ 53983 h 165294"/>
                <a:gd name="csX241" fmla="*/ 46340 w 115610"/>
                <a:gd name="csY241" fmla="*/ 55417 h 165294"/>
                <a:gd name="csX242" fmla="*/ 50162 w 115610"/>
                <a:gd name="csY242" fmla="*/ 56850 h 165294"/>
                <a:gd name="csX243" fmla="*/ 51595 w 115610"/>
                <a:gd name="csY243" fmla="*/ 57328 h 165294"/>
                <a:gd name="csX244" fmla="*/ 52073 w 115610"/>
                <a:gd name="csY244" fmla="*/ 58283 h 165294"/>
                <a:gd name="csX245" fmla="*/ 52550 w 115610"/>
                <a:gd name="csY245" fmla="*/ 60671 h 165294"/>
                <a:gd name="csX246" fmla="*/ 53028 w 115610"/>
                <a:gd name="csY246" fmla="*/ 62105 h 165294"/>
                <a:gd name="csX247" fmla="*/ 54461 w 115610"/>
                <a:gd name="csY247" fmla="*/ 62105 h 165294"/>
                <a:gd name="csX248" fmla="*/ 56372 w 115610"/>
                <a:gd name="csY248" fmla="*/ 62105 h 165294"/>
                <a:gd name="csX249" fmla="*/ 56850 w 115610"/>
                <a:gd name="csY249" fmla="*/ 61149 h 165294"/>
                <a:gd name="csX250" fmla="*/ 56372 w 115610"/>
                <a:gd name="csY250" fmla="*/ 58283 h 165294"/>
                <a:gd name="csX251" fmla="*/ 55416 w 115610"/>
                <a:gd name="csY251" fmla="*/ 54461 h 165294"/>
                <a:gd name="csX252" fmla="*/ 55416 w 115610"/>
                <a:gd name="csY252" fmla="*/ 53028 h 165294"/>
                <a:gd name="csX253" fmla="*/ 55416 w 115610"/>
                <a:gd name="csY253" fmla="*/ 51595 h 165294"/>
                <a:gd name="csX254" fmla="*/ 54939 w 115610"/>
                <a:gd name="csY254" fmla="*/ 50162 h 165294"/>
                <a:gd name="csX255" fmla="*/ 54461 w 115610"/>
                <a:gd name="csY255" fmla="*/ 49206 h 165294"/>
                <a:gd name="csX256" fmla="*/ 53984 w 115610"/>
                <a:gd name="csY256" fmla="*/ 48251 h 165294"/>
                <a:gd name="csX257" fmla="*/ 53028 w 115610"/>
                <a:gd name="csY257" fmla="*/ 47295 h 165294"/>
                <a:gd name="csX258" fmla="*/ 53505 w 115610"/>
                <a:gd name="csY258" fmla="*/ 45862 h 165294"/>
                <a:gd name="csX259" fmla="*/ 54461 w 115610"/>
                <a:gd name="csY259" fmla="*/ 45384 h 165294"/>
                <a:gd name="csX260" fmla="*/ 55416 w 115610"/>
                <a:gd name="csY260" fmla="*/ 46340 h 165294"/>
                <a:gd name="csX261" fmla="*/ 55894 w 115610"/>
                <a:gd name="csY261" fmla="*/ 47773 h 165294"/>
                <a:gd name="csX262" fmla="*/ 59239 w 115610"/>
                <a:gd name="csY262" fmla="*/ 51595 h 165294"/>
                <a:gd name="csX263" fmla="*/ 60671 w 115610"/>
                <a:gd name="csY263" fmla="*/ 51595 h 165294"/>
                <a:gd name="csX264" fmla="*/ 61150 w 115610"/>
                <a:gd name="csY264" fmla="*/ 53028 h 165294"/>
                <a:gd name="csX265" fmla="*/ 62105 w 115610"/>
                <a:gd name="csY265" fmla="*/ 54461 h 165294"/>
                <a:gd name="csX266" fmla="*/ 63060 w 115610"/>
                <a:gd name="csY266" fmla="*/ 56372 h 165294"/>
                <a:gd name="csX267" fmla="*/ 64016 w 115610"/>
                <a:gd name="csY267" fmla="*/ 62105 h 165294"/>
                <a:gd name="csX268" fmla="*/ 64971 w 115610"/>
                <a:gd name="csY268" fmla="*/ 67360 h 165294"/>
                <a:gd name="csX269" fmla="*/ 67837 w 115610"/>
                <a:gd name="csY269" fmla="*/ 69748 h 165294"/>
                <a:gd name="csX270" fmla="*/ 67837 w 115610"/>
                <a:gd name="csY270" fmla="*/ 70704 h 165294"/>
                <a:gd name="csX271" fmla="*/ 66405 w 115610"/>
                <a:gd name="csY271" fmla="*/ 70226 h 165294"/>
                <a:gd name="csX272" fmla="*/ 65927 w 115610"/>
                <a:gd name="csY272" fmla="*/ 70226 h 165294"/>
                <a:gd name="csX273" fmla="*/ 65927 w 115610"/>
                <a:gd name="csY273" fmla="*/ 71182 h 165294"/>
                <a:gd name="csX274" fmla="*/ 67360 w 115610"/>
                <a:gd name="csY274" fmla="*/ 72137 h 165294"/>
                <a:gd name="csX275" fmla="*/ 69271 w 115610"/>
                <a:gd name="csY275" fmla="*/ 72615 h 165294"/>
                <a:gd name="csX276" fmla="*/ 70226 w 115610"/>
                <a:gd name="csY276" fmla="*/ 72615 h 165294"/>
                <a:gd name="csX277" fmla="*/ 71182 w 115610"/>
                <a:gd name="csY277" fmla="*/ 73093 h 165294"/>
                <a:gd name="csX278" fmla="*/ 77392 w 115610"/>
                <a:gd name="csY278" fmla="*/ 76437 h 165294"/>
                <a:gd name="csX279" fmla="*/ 80736 w 115610"/>
                <a:gd name="csY279" fmla="*/ 77870 h 165294"/>
                <a:gd name="csX280" fmla="*/ 88380 w 115610"/>
                <a:gd name="csY280" fmla="*/ 79781 h 165294"/>
                <a:gd name="csX281" fmla="*/ 90769 w 115610"/>
                <a:gd name="csY281" fmla="*/ 80258 h 165294"/>
                <a:gd name="csX282" fmla="*/ 91724 w 115610"/>
                <a:gd name="csY282" fmla="*/ 79781 h 165294"/>
                <a:gd name="csX283" fmla="*/ 94112 w 115610"/>
                <a:gd name="csY283" fmla="*/ 79303 h 165294"/>
                <a:gd name="csX284" fmla="*/ 96024 w 115610"/>
                <a:gd name="csY284" fmla="*/ 77870 h 165294"/>
                <a:gd name="csX285" fmla="*/ 97935 w 115610"/>
                <a:gd name="csY285" fmla="*/ 75959 h 165294"/>
                <a:gd name="csX286" fmla="*/ 99846 w 115610"/>
                <a:gd name="csY286" fmla="*/ 73570 h 165294"/>
                <a:gd name="csX287" fmla="*/ 101278 w 115610"/>
                <a:gd name="csY287" fmla="*/ 72137 h 165294"/>
                <a:gd name="csX288" fmla="*/ 103189 w 115610"/>
                <a:gd name="csY288" fmla="*/ 71182 h 165294"/>
                <a:gd name="csX289" fmla="*/ 104145 w 115610"/>
                <a:gd name="csY289" fmla="*/ 70704 h 165294"/>
                <a:gd name="csX290" fmla="*/ 105100 w 115610"/>
                <a:gd name="csY290" fmla="*/ 70226 h 165294"/>
                <a:gd name="csX291" fmla="*/ 110355 w 115610"/>
                <a:gd name="csY291" fmla="*/ 70226 h 165294"/>
                <a:gd name="csX292" fmla="*/ 112266 w 115610"/>
                <a:gd name="csY292" fmla="*/ 71659 h 165294"/>
                <a:gd name="csX293" fmla="*/ 114655 w 115610"/>
                <a:gd name="csY293" fmla="*/ 72615 h 165294"/>
                <a:gd name="csX294" fmla="*/ 115610 w 115610"/>
                <a:gd name="csY294" fmla="*/ 73093 h 165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</a:cxnLst>
              <a:rect l="l" t="t" r="r" b="b"/>
              <a:pathLst>
                <a:path w="115610" h="165294">
                  <a:moveTo>
                    <a:pt x="115610" y="73093"/>
                  </a:moveTo>
                  <a:lnTo>
                    <a:pt x="115133" y="74526"/>
                  </a:lnTo>
                  <a:lnTo>
                    <a:pt x="113700" y="76914"/>
                  </a:lnTo>
                  <a:lnTo>
                    <a:pt x="112744" y="79303"/>
                  </a:lnTo>
                  <a:lnTo>
                    <a:pt x="111789" y="85036"/>
                  </a:lnTo>
                  <a:lnTo>
                    <a:pt x="111311" y="90291"/>
                  </a:lnTo>
                  <a:lnTo>
                    <a:pt x="110355" y="93157"/>
                  </a:lnTo>
                  <a:lnTo>
                    <a:pt x="108444" y="95068"/>
                  </a:lnTo>
                  <a:lnTo>
                    <a:pt x="106534" y="96024"/>
                  </a:lnTo>
                  <a:lnTo>
                    <a:pt x="104623" y="96979"/>
                  </a:lnTo>
                  <a:lnTo>
                    <a:pt x="103667" y="99845"/>
                  </a:lnTo>
                  <a:lnTo>
                    <a:pt x="103189" y="103667"/>
                  </a:lnTo>
                  <a:lnTo>
                    <a:pt x="103189" y="104623"/>
                  </a:lnTo>
                  <a:lnTo>
                    <a:pt x="104145" y="105578"/>
                  </a:lnTo>
                  <a:lnTo>
                    <a:pt x="104145" y="106534"/>
                  </a:lnTo>
                  <a:lnTo>
                    <a:pt x="103189" y="108922"/>
                  </a:lnTo>
                  <a:lnTo>
                    <a:pt x="102712" y="108444"/>
                  </a:lnTo>
                  <a:lnTo>
                    <a:pt x="101757" y="106534"/>
                  </a:lnTo>
                  <a:lnTo>
                    <a:pt x="100801" y="106056"/>
                  </a:lnTo>
                  <a:lnTo>
                    <a:pt x="97935" y="105578"/>
                  </a:lnTo>
                  <a:lnTo>
                    <a:pt x="95546" y="105100"/>
                  </a:lnTo>
                  <a:lnTo>
                    <a:pt x="93157" y="105100"/>
                  </a:lnTo>
                  <a:lnTo>
                    <a:pt x="91246" y="106056"/>
                  </a:lnTo>
                  <a:lnTo>
                    <a:pt x="87902" y="107489"/>
                  </a:lnTo>
                  <a:lnTo>
                    <a:pt x="86469" y="108444"/>
                  </a:lnTo>
                  <a:lnTo>
                    <a:pt x="85991" y="109400"/>
                  </a:lnTo>
                  <a:lnTo>
                    <a:pt x="84080" y="111789"/>
                  </a:lnTo>
                  <a:lnTo>
                    <a:pt x="84080" y="114655"/>
                  </a:lnTo>
                  <a:lnTo>
                    <a:pt x="84080" y="116566"/>
                  </a:lnTo>
                  <a:lnTo>
                    <a:pt x="84558" y="117521"/>
                  </a:lnTo>
                  <a:lnTo>
                    <a:pt x="87425" y="118954"/>
                  </a:lnTo>
                  <a:lnTo>
                    <a:pt x="84558" y="124687"/>
                  </a:lnTo>
                  <a:lnTo>
                    <a:pt x="82169" y="130420"/>
                  </a:lnTo>
                  <a:lnTo>
                    <a:pt x="80736" y="132331"/>
                  </a:lnTo>
                  <a:lnTo>
                    <a:pt x="78825" y="133764"/>
                  </a:lnTo>
                  <a:lnTo>
                    <a:pt x="77392" y="137108"/>
                  </a:lnTo>
                  <a:lnTo>
                    <a:pt x="74526" y="140452"/>
                  </a:lnTo>
                  <a:lnTo>
                    <a:pt x="73093" y="142841"/>
                  </a:lnTo>
                  <a:lnTo>
                    <a:pt x="71659" y="145230"/>
                  </a:lnTo>
                  <a:lnTo>
                    <a:pt x="70226" y="147618"/>
                  </a:lnTo>
                  <a:lnTo>
                    <a:pt x="67837" y="151440"/>
                  </a:lnTo>
                  <a:lnTo>
                    <a:pt x="66405" y="153829"/>
                  </a:lnTo>
                  <a:lnTo>
                    <a:pt x="64971" y="155740"/>
                  </a:lnTo>
                  <a:lnTo>
                    <a:pt x="62105" y="158128"/>
                  </a:lnTo>
                  <a:lnTo>
                    <a:pt x="59239" y="160517"/>
                  </a:lnTo>
                  <a:lnTo>
                    <a:pt x="54461" y="163861"/>
                  </a:lnTo>
                  <a:lnTo>
                    <a:pt x="53028" y="164817"/>
                  </a:lnTo>
                  <a:lnTo>
                    <a:pt x="51595" y="165294"/>
                  </a:lnTo>
                  <a:lnTo>
                    <a:pt x="49684" y="164339"/>
                  </a:lnTo>
                  <a:lnTo>
                    <a:pt x="49684" y="163383"/>
                  </a:lnTo>
                  <a:lnTo>
                    <a:pt x="49206" y="161473"/>
                  </a:lnTo>
                  <a:lnTo>
                    <a:pt x="48728" y="160517"/>
                  </a:lnTo>
                  <a:lnTo>
                    <a:pt x="46340" y="160039"/>
                  </a:lnTo>
                  <a:lnTo>
                    <a:pt x="43473" y="160995"/>
                  </a:lnTo>
                  <a:lnTo>
                    <a:pt x="42996" y="160995"/>
                  </a:lnTo>
                  <a:lnTo>
                    <a:pt x="42996" y="160517"/>
                  </a:lnTo>
                  <a:lnTo>
                    <a:pt x="42996" y="157173"/>
                  </a:lnTo>
                  <a:lnTo>
                    <a:pt x="43473" y="156695"/>
                  </a:lnTo>
                  <a:lnTo>
                    <a:pt x="42996" y="156217"/>
                  </a:lnTo>
                  <a:lnTo>
                    <a:pt x="42040" y="156217"/>
                  </a:lnTo>
                  <a:lnTo>
                    <a:pt x="42040" y="157173"/>
                  </a:lnTo>
                  <a:lnTo>
                    <a:pt x="42518" y="157651"/>
                  </a:lnTo>
                  <a:lnTo>
                    <a:pt x="40607" y="158606"/>
                  </a:lnTo>
                  <a:lnTo>
                    <a:pt x="38696" y="158606"/>
                  </a:lnTo>
                  <a:lnTo>
                    <a:pt x="38218" y="158128"/>
                  </a:lnTo>
                  <a:lnTo>
                    <a:pt x="38218" y="157651"/>
                  </a:lnTo>
                  <a:lnTo>
                    <a:pt x="38696" y="156695"/>
                  </a:lnTo>
                  <a:lnTo>
                    <a:pt x="39174" y="155740"/>
                  </a:lnTo>
                  <a:lnTo>
                    <a:pt x="42518" y="151918"/>
                  </a:lnTo>
                  <a:lnTo>
                    <a:pt x="45862" y="147141"/>
                  </a:lnTo>
                  <a:lnTo>
                    <a:pt x="48728" y="141408"/>
                  </a:lnTo>
                  <a:lnTo>
                    <a:pt x="49206" y="139019"/>
                  </a:lnTo>
                  <a:lnTo>
                    <a:pt x="50639" y="133764"/>
                  </a:lnTo>
                  <a:lnTo>
                    <a:pt x="49684" y="131376"/>
                  </a:lnTo>
                  <a:lnTo>
                    <a:pt x="48728" y="129465"/>
                  </a:lnTo>
                  <a:lnTo>
                    <a:pt x="45862" y="125643"/>
                  </a:lnTo>
                  <a:lnTo>
                    <a:pt x="41562" y="123732"/>
                  </a:lnTo>
                  <a:lnTo>
                    <a:pt x="39174" y="123254"/>
                  </a:lnTo>
                  <a:lnTo>
                    <a:pt x="36785" y="122299"/>
                  </a:lnTo>
                  <a:lnTo>
                    <a:pt x="34874" y="120388"/>
                  </a:lnTo>
                  <a:lnTo>
                    <a:pt x="32486" y="118477"/>
                  </a:lnTo>
                  <a:lnTo>
                    <a:pt x="28664" y="116566"/>
                  </a:lnTo>
                  <a:lnTo>
                    <a:pt x="24364" y="115133"/>
                  </a:lnTo>
                  <a:lnTo>
                    <a:pt x="21975" y="113222"/>
                  </a:lnTo>
                  <a:lnTo>
                    <a:pt x="21498" y="112266"/>
                  </a:lnTo>
                  <a:lnTo>
                    <a:pt x="21020" y="110833"/>
                  </a:lnTo>
                  <a:lnTo>
                    <a:pt x="21020" y="109400"/>
                  </a:lnTo>
                  <a:lnTo>
                    <a:pt x="21498" y="108444"/>
                  </a:lnTo>
                  <a:lnTo>
                    <a:pt x="21975" y="107489"/>
                  </a:lnTo>
                  <a:lnTo>
                    <a:pt x="22453" y="106534"/>
                  </a:lnTo>
                  <a:lnTo>
                    <a:pt x="27230" y="104145"/>
                  </a:lnTo>
                  <a:lnTo>
                    <a:pt x="32008" y="102712"/>
                  </a:lnTo>
                  <a:lnTo>
                    <a:pt x="32486" y="102712"/>
                  </a:lnTo>
                  <a:lnTo>
                    <a:pt x="33441" y="102712"/>
                  </a:lnTo>
                  <a:lnTo>
                    <a:pt x="34874" y="101756"/>
                  </a:lnTo>
                  <a:lnTo>
                    <a:pt x="36785" y="99845"/>
                  </a:lnTo>
                  <a:lnTo>
                    <a:pt x="37741" y="98412"/>
                  </a:lnTo>
                  <a:lnTo>
                    <a:pt x="37741" y="94112"/>
                  </a:lnTo>
                  <a:lnTo>
                    <a:pt x="38696" y="90291"/>
                  </a:lnTo>
                  <a:lnTo>
                    <a:pt x="39652" y="85513"/>
                  </a:lnTo>
                  <a:lnTo>
                    <a:pt x="41562" y="82647"/>
                  </a:lnTo>
                  <a:lnTo>
                    <a:pt x="42518" y="80736"/>
                  </a:lnTo>
                  <a:lnTo>
                    <a:pt x="41562" y="77870"/>
                  </a:lnTo>
                  <a:lnTo>
                    <a:pt x="42040" y="76914"/>
                  </a:lnTo>
                  <a:lnTo>
                    <a:pt x="42996" y="75959"/>
                  </a:lnTo>
                  <a:lnTo>
                    <a:pt x="43951" y="75481"/>
                  </a:lnTo>
                  <a:lnTo>
                    <a:pt x="42518" y="73093"/>
                  </a:lnTo>
                  <a:lnTo>
                    <a:pt x="40607" y="68793"/>
                  </a:lnTo>
                  <a:lnTo>
                    <a:pt x="40129" y="67360"/>
                  </a:lnTo>
                  <a:lnTo>
                    <a:pt x="40607" y="66404"/>
                  </a:lnTo>
                  <a:lnTo>
                    <a:pt x="41085" y="64971"/>
                  </a:lnTo>
                  <a:lnTo>
                    <a:pt x="39652" y="64971"/>
                  </a:lnTo>
                  <a:lnTo>
                    <a:pt x="39174" y="63538"/>
                  </a:lnTo>
                  <a:lnTo>
                    <a:pt x="37263" y="59716"/>
                  </a:lnTo>
                  <a:lnTo>
                    <a:pt x="37741" y="58761"/>
                  </a:lnTo>
                  <a:lnTo>
                    <a:pt x="38696" y="59238"/>
                  </a:lnTo>
                  <a:lnTo>
                    <a:pt x="40129" y="62105"/>
                  </a:lnTo>
                  <a:lnTo>
                    <a:pt x="40607" y="60671"/>
                  </a:lnTo>
                  <a:lnTo>
                    <a:pt x="41562" y="59716"/>
                  </a:lnTo>
                  <a:lnTo>
                    <a:pt x="42996" y="59238"/>
                  </a:lnTo>
                  <a:lnTo>
                    <a:pt x="43951" y="59238"/>
                  </a:lnTo>
                  <a:lnTo>
                    <a:pt x="41085" y="55894"/>
                  </a:lnTo>
                  <a:lnTo>
                    <a:pt x="40129" y="56372"/>
                  </a:lnTo>
                  <a:lnTo>
                    <a:pt x="38696" y="56850"/>
                  </a:lnTo>
                  <a:lnTo>
                    <a:pt x="37741" y="56850"/>
                  </a:lnTo>
                  <a:lnTo>
                    <a:pt x="36307" y="56850"/>
                  </a:lnTo>
                  <a:lnTo>
                    <a:pt x="34874" y="55894"/>
                  </a:lnTo>
                  <a:lnTo>
                    <a:pt x="34396" y="54461"/>
                  </a:lnTo>
                  <a:lnTo>
                    <a:pt x="33919" y="52072"/>
                  </a:lnTo>
                  <a:lnTo>
                    <a:pt x="33441" y="51117"/>
                  </a:lnTo>
                  <a:lnTo>
                    <a:pt x="29619" y="45862"/>
                  </a:lnTo>
                  <a:lnTo>
                    <a:pt x="30575" y="45862"/>
                  </a:lnTo>
                  <a:lnTo>
                    <a:pt x="33441" y="48251"/>
                  </a:lnTo>
                  <a:lnTo>
                    <a:pt x="34396" y="47295"/>
                  </a:lnTo>
                  <a:lnTo>
                    <a:pt x="34874" y="46340"/>
                  </a:lnTo>
                  <a:lnTo>
                    <a:pt x="34396" y="44906"/>
                  </a:lnTo>
                  <a:lnTo>
                    <a:pt x="33919" y="43951"/>
                  </a:lnTo>
                  <a:lnTo>
                    <a:pt x="32486" y="43473"/>
                  </a:lnTo>
                  <a:lnTo>
                    <a:pt x="32486" y="42040"/>
                  </a:lnTo>
                  <a:lnTo>
                    <a:pt x="33441" y="41085"/>
                  </a:lnTo>
                  <a:lnTo>
                    <a:pt x="33441" y="40129"/>
                  </a:lnTo>
                  <a:lnTo>
                    <a:pt x="31530" y="38696"/>
                  </a:lnTo>
                  <a:lnTo>
                    <a:pt x="31052" y="38218"/>
                  </a:lnTo>
                  <a:lnTo>
                    <a:pt x="30575" y="39174"/>
                  </a:lnTo>
                  <a:lnTo>
                    <a:pt x="31052" y="40129"/>
                  </a:lnTo>
                  <a:lnTo>
                    <a:pt x="30575" y="40607"/>
                  </a:lnTo>
                  <a:lnTo>
                    <a:pt x="26275" y="37740"/>
                  </a:lnTo>
                  <a:lnTo>
                    <a:pt x="24842" y="35352"/>
                  </a:lnTo>
                  <a:lnTo>
                    <a:pt x="23886" y="32963"/>
                  </a:lnTo>
                  <a:lnTo>
                    <a:pt x="23886" y="33919"/>
                  </a:lnTo>
                  <a:lnTo>
                    <a:pt x="23886" y="35352"/>
                  </a:lnTo>
                  <a:lnTo>
                    <a:pt x="25798" y="38218"/>
                  </a:lnTo>
                  <a:lnTo>
                    <a:pt x="28664" y="41085"/>
                  </a:lnTo>
                  <a:lnTo>
                    <a:pt x="29141" y="42040"/>
                  </a:lnTo>
                  <a:lnTo>
                    <a:pt x="28664" y="43473"/>
                  </a:lnTo>
                  <a:lnTo>
                    <a:pt x="27709" y="43473"/>
                  </a:lnTo>
                  <a:lnTo>
                    <a:pt x="26753" y="42996"/>
                  </a:lnTo>
                  <a:lnTo>
                    <a:pt x="25320" y="40129"/>
                  </a:lnTo>
                  <a:lnTo>
                    <a:pt x="24364" y="38696"/>
                  </a:lnTo>
                  <a:lnTo>
                    <a:pt x="13854" y="24364"/>
                  </a:lnTo>
                  <a:lnTo>
                    <a:pt x="15287" y="22931"/>
                  </a:lnTo>
                  <a:lnTo>
                    <a:pt x="17676" y="21020"/>
                  </a:lnTo>
                  <a:lnTo>
                    <a:pt x="17676" y="20542"/>
                  </a:lnTo>
                  <a:lnTo>
                    <a:pt x="18154" y="19587"/>
                  </a:lnTo>
                  <a:lnTo>
                    <a:pt x="17198" y="19587"/>
                  </a:lnTo>
                  <a:lnTo>
                    <a:pt x="16721" y="20064"/>
                  </a:lnTo>
                  <a:lnTo>
                    <a:pt x="15765" y="20542"/>
                  </a:lnTo>
                  <a:lnTo>
                    <a:pt x="14809" y="21498"/>
                  </a:lnTo>
                  <a:lnTo>
                    <a:pt x="13854" y="23409"/>
                  </a:lnTo>
                  <a:lnTo>
                    <a:pt x="13377" y="23409"/>
                  </a:lnTo>
                  <a:lnTo>
                    <a:pt x="11943" y="22453"/>
                  </a:lnTo>
                  <a:lnTo>
                    <a:pt x="11466" y="21498"/>
                  </a:lnTo>
                  <a:lnTo>
                    <a:pt x="11466" y="20542"/>
                  </a:lnTo>
                  <a:lnTo>
                    <a:pt x="11466" y="20064"/>
                  </a:lnTo>
                  <a:lnTo>
                    <a:pt x="10510" y="20064"/>
                  </a:lnTo>
                  <a:lnTo>
                    <a:pt x="9077" y="18154"/>
                  </a:lnTo>
                  <a:lnTo>
                    <a:pt x="8121" y="17198"/>
                  </a:lnTo>
                  <a:lnTo>
                    <a:pt x="9555" y="15287"/>
                  </a:lnTo>
                  <a:lnTo>
                    <a:pt x="9555" y="12898"/>
                  </a:lnTo>
                  <a:lnTo>
                    <a:pt x="8121" y="10510"/>
                  </a:lnTo>
                  <a:lnTo>
                    <a:pt x="6211" y="8121"/>
                  </a:lnTo>
                  <a:lnTo>
                    <a:pt x="2866" y="4299"/>
                  </a:lnTo>
                  <a:lnTo>
                    <a:pt x="0" y="478"/>
                  </a:lnTo>
                  <a:lnTo>
                    <a:pt x="3344" y="0"/>
                  </a:lnTo>
                  <a:lnTo>
                    <a:pt x="6688" y="0"/>
                  </a:lnTo>
                  <a:lnTo>
                    <a:pt x="5255" y="2389"/>
                  </a:lnTo>
                  <a:lnTo>
                    <a:pt x="5733" y="3822"/>
                  </a:lnTo>
                  <a:lnTo>
                    <a:pt x="6688" y="4777"/>
                  </a:lnTo>
                  <a:lnTo>
                    <a:pt x="9077" y="8121"/>
                  </a:lnTo>
                  <a:lnTo>
                    <a:pt x="9555" y="9077"/>
                  </a:lnTo>
                  <a:lnTo>
                    <a:pt x="10510" y="10510"/>
                  </a:lnTo>
                  <a:lnTo>
                    <a:pt x="10988" y="10988"/>
                  </a:lnTo>
                  <a:lnTo>
                    <a:pt x="11466" y="11943"/>
                  </a:lnTo>
                  <a:lnTo>
                    <a:pt x="12421" y="11465"/>
                  </a:lnTo>
                  <a:lnTo>
                    <a:pt x="13377" y="10032"/>
                  </a:lnTo>
                  <a:lnTo>
                    <a:pt x="14809" y="9077"/>
                  </a:lnTo>
                  <a:lnTo>
                    <a:pt x="14332" y="10988"/>
                  </a:lnTo>
                  <a:lnTo>
                    <a:pt x="15287" y="11465"/>
                  </a:lnTo>
                  <a:lnTo>
                    <a:pt x="19587" y="12898"/>
                  </a:lnTo>
                  <a:lnTo>
                    <a:pt x="20543" y="13854"/>
                  </a:lnTo>
                  <a:lnTo>
                    <a:pt x="21498" y="13854"/>
                  </a:lnTo>
                  <a:lnTo>
                    <a:pt x="21975" y="13376"/>
                  </a:lnTo>
                  <a:lnTo>
                    <a:pt x="22453" y="12898"/>
                  </a:lnTo>
                  <a:lnTo>
                    <a:pt x="24364" y="13854"/>
                  </a:lnTo>
                  <a:lnTo>
                    <a:pt x="27709" y="15765"/>
                  </a:lnTo>
                  <a:lnTo>
                    <a:pt x="28186" y="16243"/>
                  </a:lnTo>
                  <a:lnTo>
                    <a:pt x="27709" y="17198"/>
                  </a:lnTo>
                  <a:lnTo>
                    <a:pt x="28186" y="18154"/>
                  </a:lnTo>
                  <a:lnTo>
                    <a:pt x="28664" y="19109"/>
                  </a:lnTo>
                  <a:lnTo>
                    <a:pt x="29619" y="19587"/>
                  </a:lnTo>
                  <a:lnTo>
                    <a:pt x="31052" y="18154"/>
                  </a:lnTo>
                  <a:lnTo>
                    <a:pt x="32008" y="18154"/>
                  </a:lnTo>
                  <a:lnTo>
                    <a:pt x="32963" y="19587"/>
                  </a:lnTo>
                  <a:lnTo>
                    <a:pt x="33441" y="20542"/>
                  </a:lnTo>
                  <a:lnTo>
                    <a:pt x="33441" y="20542"/>
                  </a:lnTo>
                  <a:lnTo>
                    <a:pt x="33919" y="21498"/>
                  </a:lnTo>
                  <a:lnTo>
                    <a:pt x="34874" y="22453"/>
                  </a:lnTo>
                  <a:lnTo>
                    <a:pt x="36307" y="25320"/>
                  </a:lnTo>
                  <a:lnTo>
                    <a:pt x="36307" y="26275"/>
                  </a:lnTo>
                  <a:lnTo>
                    <a:pt x="35830" y="27230"/>
                  </a:lnTo>
                  <a:lnTo>
                    <a:pt x="37263" y="30097"/>
                  </a:lnTo>
                  <a:lnTo>
                    <a:pt x="36307" y="30097"/>
                  </a:lnTo>
                  <a:lnTo>
                    <a:pt x="33441" y="29619"/>
                  </a:lnTo>
                  <a:lnTo>
                    <a:pt x="33441" y="30097"/>
                  </a:lnTo>
                  <a:lnTo>
                    <a:pt x="35352" y="32008"/>
                  </a:lnTo>
                  <a:lnTo>
                    <a:pt x="36307" y="34874"/>
                  </a:lnTo>
                  <a:lnTo>
                    <a:pt x="37741" y="36785"/>
                  </a:lnTo>
                  <a:lnTo>
                    <a:pt x="41562" y="41562"/>
                  </a:lnTo>
                  <a:lnTo>
                    <a:pt x="41085" y="43473"/>
                  </a:lnTo>
                  <a:lnTo>
                    <a:pt x="41085" y="44906"/>
                  </a:lnTo>
                  <a:lnTo>
                    <a:pt x="40607" y="45862"/>
                  </a:lnTo>
                  <a:lnTo>
                    <a:pt x="42040" y="48728"/>
                  </a:lnTo>
                  <a:lnTo>
                    <a:pt x="41085" y="49206"/>
                  </a:lnTo>
                  <a:lnTo>
                    <a:pt x="40607" y="52072"/>
                  </a:lnTo>
                  <a:lnTo>
                    <a:pt x="39652" y="52550"/>
                  </a:lnTo>
                  <a:lnTo>
                    <a:pt x="40129" y="53505"/>
                  </a:lnTo>
                  <a:lnTo>
                    <a:pt x="41562" y="53983"/>
                  </a:lnTo>
                  <a:lnTo>
                    <a:pt x="42518" y="54461"/>
                  </a:lnTo>
                  <a:lnTo>
                    <a:pt x="43473" y="55417"/>
                  </a:lnTo>
                  <a:lnTo>
                    <a:pt x="43951" y="54461"/>
                  </a:lnTo>
                  <a:lnTo>
                    <a:pt x="44429" y="53983"/>
                  </a:lnTo>
                  <a:lnTo>
                    <a:pt x="46340" y="55417"/>
                  </a:lnTo>
                  <a:lnTo>
                    <a:pt x="50162" y="56850"/>
                  </a:lnTo>
                  <a:lnTo>
                    <a:pt x="51595" y="57328"/>
                  </a:lnTo>
                  <a:lnTo>
                    <a:pt x="52073" y="58283"/>
                  </a:lnTo>
                  <a:lnTo>
                    <a:pt x="52550" y="60671"/>
                  </a:lnTo>
                  <a:lnTo>
                    <a:pt x="53028" y="62105"/>
                  </a:lnTo>
                  <a:lnTo>
                    <a:pt x="54461" y="62105"/>
                  </a:lnTo>
                  <a:lnTo>
                    <a:pt x="56372" y="62105"/>
                  </a:lnTo>
                  <a:lnTo>
                    <a:pt x="56850" y="61149"/>
                  </a:lnTo>
                  <a:lnTo>
                    <a:pt x="56372" y="58283"/>
                  </a:lnTo>
                  <a:lnTo>
                    <a:pt x="55416" y="54461"/>
                  </a:lnTo>
                  <a:lnTo>
                    <a:pt x="55416" y="53028"/>
                  </a:lnTo>
                  <a:lnTo>
                    <a:pt x="55416" y="51595"/>
                  </a:lnTo>
                  <a:lnTo>
                    <a:pt x="54939" y="50162"/>
                  </a:lnTo>
                  <a:lnTo>
                    <a:pt x="54461" y="49206"/>
                  </a:lnTo>
                  <a:lnTo>
                    <a:pt x="53984" y="48251"/>
                  </a:lnTo>
                  <a:lnTo>
                    <a:pt x="53028" y="47295"/>
                  </a:lnTo>
                  <a:lnTo>
                    <a:pt x="53505" y="45862"/>
                  </a:lnTo>
                  <a:lnTo>
                    <a:pt x="54461" y="45384"/>
                  </a:lnTo>
                  <a:lnTo>
                    <a:pt x="55416" y="46340"/>
                  </a:lnTo>
                  <a:lnTo>
                    <a:pt x="55894" y="47773"/>
                  </a:lnTo>
                  <a:lnTo>
                    <a:pt x="59239" y="51595"/>
                  </a:lnTo>
                  <a:lnTo>
                    <a:pt x="60671" y="51595"/>
                  </a:lnTo>
                  <a:lnTo>
                    <a:pt x="61150" y="53028"/>
                  </a:lnTo>
                  <a:lnTo>
                    <a:pt x="62105" y="54461"/>
                  </a:lnTo>
                  <a:lnTo>
                    <a:pt x="63060" y="56372"/>
                  </a:lnTo>
                  <a:lnTo>
                    <a:pt x="64016" y="62105"/>
                  </a:lnTo>
                  <a:lnTo>
                    <a:pt x="64971" y="67360"/>
                  </a:lnTo>
                  <a:lnTo>
                    <a:pt x="67837" y="69748"/>
                  </a:lnTo>
                  <a:lnTo>
                    <a:pt x="67837" y="70704"/>
                  </a:lnTo>
                  <a:lnTo>
                    <a:pt x="66405" y="70226"/>
                  </a:lnTo>
                  <a:lnTo>
                    <a:pt x="65927" y="70226"/>
                  </a:lnTo>
                  <a:lnTo>
                    <a:pt x="65927" y="71182"/>
                  </a:lnTo>
                  <a:lnTo>
                    <a:pt x="67360" y="72137"/>
                  </a:lnTo>
                  <a:lnTo>
                    <a:pt x="69271" y="72615"/>
                  </a:lnTo>
                  <a:lnTo>
                    <a:pt x="70226" y="72615"/>
                  </a:lnTo>
                  <a:lnTo>
                    <a:pt x="71182" y="73093"/>
                  </a:lnTo>
                  <a:lnTo>
                    <a:pt x="77392" y="76437"/>
                  </a:lnTo>
                  <a:lnTo>
                    <a:pt x="80736" y="77870"/>
                  </a:lnTo>
                  <a:lnTo>
                    <a:pt x="88380" y="79781"/>
                  </a:lnTo>
                  <a:lnTo>
                    <a:pt x="90769" y="80258"/>
                  </a:lnTo>
                  <a:lnTo>
                    <a:pt x="91724" y="79781"/>
                  </a:lnTo>
                  <a:lnTo>
                    <a:pt x="94112" y="79303"/>
                  </a:lnTo>
                  <a:lnTo>
                    <a:pt x="96024" y="77870"/>
                  </a:lnTo>
                  <a:lnTo>
                    <a:pt x="97935" y="75959"/>
                  </a:lnTo>
                  <a:lnTo>
                    <a:pt x="99846" y="73570"/>
                  </a:lnTo>
                  <a:lnTo>
                    <a:pt x="101278" y="72137"/>
                  </a:lnTo>
                  <a:lnTo>
                    <a:pt x="103189" y="71182"/>
                  </a:lnTo>
                  <a:lnTo>
                    <a:pt x="104145" y="70704"/>
                  </a:lnTo>
                  <a:lnTo>
                    <a:pt x="105100" y="70226"/>
                  </a:lnTo>
                  <a:lnTo>
                    <a:pt x="110355" y="70226"/>
                  </a:lnTo>
                  <a:lnTo>
                    <a:pt x="112266" y="71659"/>
                  </a:lnTo>
                  <a:lnTo>
                    <a:pt x="114655" y="72615"/>
                  </a:lnTo>
                  <a:lnTo>
                    <a:pt x="115610" y="7309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3DD36F94-2144-85AF-0B6E-E1E8569EF6BD}"/>
                </a:ext>
              </a:extLst>
            </p:cNvPr>
            <p:cNvSpPr/>
            <p:nvPr/>
          </p:nvSpPr>
          <p:spPr>
            <a:xfrm>
              <a:off x="9360802" y="5434770"/>
              <a:ext cx="4299" cy="6210"/>
            </a:xfrm>
            <a:custGeom>
              <a:avLst/>
              <a:gdLst>
                <a:gd name="csX0" fmla="*/ 4300 w 4299"/>
                <a:gd name="csY0" fmla="*/ 4777 h 6210"/>
                <a:gd name="csX1" fmla="*/ 4300 w 4299"/>
                <a:gd name="csY1" fmla="*/ 6210 h 6210"/>
                <a:gd name="csX2" fmla="*/ 2866 w 4299"/>
                <a:gd name="csY2" fmla="*/ 5733 h 6210"/>
                <a:gd name="csX3" fmla="*/ 2389 w 4299"/>
                <a:gd name="csY3" fmla="*/ 4777 h 6210"/>
                <a:gd name="csX4" fmla="*/ 478 w 4299"/>
                <a:gd name="csY4" fmla="*/ 3822 h 6210"/>
                <a:gd name="csX5" fmla="*/ 0 w 4299"/>
                <a:gd name="csY5" fmla="*/ 3344 h 6210"/>
                <a:gd name="csX6" fmla="*/ 0 w 4299"/>
                <a:gd name="csY6" fmla="*/ 1433 h 6210"/>
                <a:gd name="csX7" fmla="*/ 955 w 4299"/>
                <a:gd name="csY7" fmla="*/ 478 h 6210"/>
                <a:gd name="csX8" fmla="*/ 955 w 4299"/>
                <a:gd name="csY8" fmla="*/ 0 h 6210"/>
                <a:gd name="csX9" fmla="*/ 1433 w 4299"/>
                <a:gd name="csY9" fmla="*/ 0 h 6210"/>
                <a:gd name="csX10" fmla="*/ 2389 w 4299"/>
                <a:gd name="csY10" fmla="*/ 956 h 6210"/>
                <a:gd name="csX11" fmla="*/ 3344 w 4299"/>
                <a:gd name="csY11" fmla="*/ 2389 h 6210"/>
                <a:gd name="csX12" fmla="*/ 4300 w 4299"/>
                <a:gd name="csY12" fmla="*/ 4777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6210">
                  <a:moveTo>
                    <a:pt x="4300" y="4777"/>
                  </a:moveTo>
                  <a:lnTo>
                    <a:pt x="4300" y="6210"/>
                  </a:lnTo>
                  <a:lnTo>
                    <a:pt x="2866" y="5733"/>
                  </a:lnTo>
                  <a:lnTo>
                    <a:pt x="2389" y="4777"/>
                  </a:lnTo>
                  <a:lnTo>
                    <a:pt x="478" y="3822"/>
                  </a:lnTo>
                  <a:lnTo>
                    <a:pt x="0" y="3344"/>
                  </a:lnTo>
                  <a:lnTo>
                    <a:pt x="0" y="1433"/>
                  </a:lnTo>
                  <a:lnTo>
                    <a:pt x="955" y="478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2389" y="956"/>
                  </a:lnTo>
                  <a:lnTo>
                    <a:pt x="3344" y="2389"/>
                  </a:lnTo>
                  <a:lnTo>
                    <a:pt x="4300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0898F1FE-572E-B553-CC2D-1908A9C02764}"/>
                </a:ext>
              </a:extLst>
            </p:cNvPr>
            <p:cNvSpPr/>
            <p:nvPr/>
          </p:nvSpPr>
          <p:spPr>
            <a:xfrm>
              <a:off x="9345993" y="5135711"/>
              <a:ext cx="955" cy="955"/>
            </a:xfrm>
            <a:custGeom>
              <a:avLst/>
              <a:gdLst>
                <a:gd name="csX0" fmla="*/ 955 w 955"/>
                <a:gd name="csY0" fmla="*/ 478 h 955"/>
                <a:gd name="csX1" fmla="*/ 955 w 955"/>
                <a:gd name="csY1" fmla="*/ 955 h 955"/>
                <a:gd name="csX2" fmla="*/ 478 w 955"/>
                <a:gd name="csY2" fmla="*/ 955 h 955"/>
                <a:gd name="csX3" fmla="*/ 0 w 955"/>
                <a:gd name="csY3" fmla="*/ 955 h 955"/>
                <a:gd name="csX4" fmla="*/ 0 w 955"/>
                <a:gd name="csY4" fmla="*/ 478 h 955"/>
                <a:gd name="csX5" fmla="*/ 478 w 955"/>
                <a:gd name="csY5" fmla="*/ 0 h 955"/>
                <a:gd name="csX6" fmla="*/ 955 w 955"/>
                <a:gd name="csY6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955">
                  <a:moveTo>
                    <a:pt x="955" y="478"/>
                  </a:moveTo>
                  <a:lnTo>
                    <a:pt x="955" y="955"/>
                  </a:lnTo>
                  <a:lnTo>
                    <a:pt x="478" y="955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E5CD6912-6D71-1C6B-1C97-5B95B0BBE444}"/>
                </a:ext>
              </a:extLst>
            </p:cNvPr>
            <p:cNvSpPr/>
            <p:nvPr/>
          </p:nvSpPr>
          <p:spPr>
            <a:xfrm>
              <a:off x="9184997" y="5537004"/>
              <a:ext cx="156695" cy="153828"/>
            </a:xfrm>
            <a:custGeom>
              <a:avLst/>
              <a:gdLst>
                <a:gd name="csX0" fmla="*/ 156695 w 156695"/>
                <a:gd name="csY0" fmla="*/ 14332 h 153828"/>
                <a:gd name="csX1" fmla="*/ 156695 w 156695"/>
                <a:gd name="csY1" fmla="*/ 16721 h 153828"/>
                <a:gd name="csX2" fmla="*/ 155262 w 156695"/>
                <a:gd name="csY2" fmla="*/ 18631 h 153828"/>
                <a:gd name="csX3" fmla="*/ 153829 w 156695"/>
                <a:gd name="csY3" fmla="*/ 19587 h 153828"/>
                <a:gd name="csX4" fmla="*/ 152873 w 156695"/>
                <a:gd name="csY4" fmla="*/ 20064 h 153828"/>
                <a:gd name="csX5" fmla="*/ 151441 w 156695"/>
                <a:gd name="csY5" fmla="*/ 21020 h 153828"/>
                <a:gd name="csX6" fmla="*/ 150962 w 156695"/>
                <a:gd name="csY6" fmla="*/ 22453 h 153828"/>
                <a:gd name="csX7" fmla="*/ 150962 w 156695"/>
                <a:gd name="csY7" fmla="*/ 23409 h 153828"/>
                <a:gd name="csX8" fmla="*/ 150962 w 156695"/>
                <a:gd name="csY8" fmla="*/ 24364 h 153828"/>
                <a:gd name="csX9" fmla="*/ 152396 w 156695"/>
                <a:gd name="csY9" fmla="*/ 25797 h 153828"/>
                <a:gd name="csX10" fmla="*/ 150962 w 156695"/>
                <a:gd name="csY10" fmla="*/ 28186 h 153828"/>
                <a:gd name="csX11" fmla="*/ 152873 w 156695"/>
                <a:gd name="csY11" fmla="*/ 28186 h 153828"/>
                <a:gd name="csX12" fmla="*/ 153829 w 156695"/>
                <a:gd name="csY12" fmla="*/ 28664 h 153828"/>
                <a:gd name="csX13" fmla="*/ 154784 w 156695"/>
                <a:gd name="csY13" fmla="*/ 30097 h 153828"/>
                <a:gd name="csX14" fmla="*/ 154307 w 156695"/>
                <a:gd name="csY14" fmla="*/ 31530 h 153828"/>
                <a:gd name="csX15" fmla="*/ 153829 w 156695"/>
                <a:gd name="csY15" fmla="*/ 32486 h 153828"/>
                <a:gd name="csX16" fmla="*/ 150485 w 156695"/>
                <a:gd name="csY16" fmla="*/ 36307 h 153828"/>
                <a:gd name="csX17" fmla="*/ 149052 w 156695"/>
                <a:gd name="csY17" fmla="*/ 38218 h 153828"/>
                <a:gd name="csX18" fmla="*/ 147141 w 156695"/>
                <a:gd name="csY18" fmla="*/ 39651 h 153828"/>
                <a:gd name="csX19" fmla="*/ 147141 w 156695"/>
                <a:gd name="csY19" fmla="*/ 41562 h 153828"/>
                <a:gd name="csX20" fmla="*/ 146185 w 156695"/>
                <a:gd name="csY20" fmla="*/ 42996 h 153828"/>
                <a:gd name="csX21" fmla="*/ 141408 w 156695"/>
                <a:gd name="csY21" fmla="*/ 47773 h 153828"/>
                <a:gd name="csX22" fmla="*/ 140453 w 156695"/>
                <a:gd name="csY22" fmla="*/ 49206 h 153828"/>
                <a:gd name="csX23" fmla="*/ 136631 w 156695"/>
                <a:gd name="csY23" fmla="*/ 56850 h 153828"/>
                <a:gd name="csX24" fmla="*/ 133764 w 156695"/>
                <a:gd name="csY24" fmla="*/ 60194 h 153828"/>
                <a:gd name="csX25" fmla="*/ 132331 w 156695"/>
                <a:gd name="csY25" fmla="*/ 61627 h 153828"/>
                <a:gd name="csX26" fmla="*/ 130898 w 156695"/>
                <a:gd name="csY26" fmla="*/ 62582 h 153828"/>
                <a:gd name="csX27" fmla="*/ 127554 w 156695"/>
                <a:gd name="csY27" fmla="*/ 64016 h 153828"/>
                <a:gd name="csX28" fmla="*/ 125643 w 156695"/>
                <a:gd name="csY28" fmla="*/ 65927 h 153828"/>
                <a:gd name="csX29" fmla="*/ 123732 w 156695"/>
                <a:gd name="csY29" fmla="*/ 67360 h 153828"/>
                <a:gd name="csX30" fmla="*/ 121821 w 156695"/>
                <a:gd name="csY30" fmla="*/ 67837 h 153828"/>
                <a:gd name="csX31" fmla="*/ 122299 w 156695"/>
                <a:gd name="csY31" fmla="*/ 68315 h 153828"/>
                <a:gd name="csX32" fmla="*/ 123254 w 156695"/>
                <a:gd name="csY32" fmla="*/ 68793 h 153828"/>
                <a:gd name="csX33" fmla="*/ 124210 w 156695"/>
                <a:gd name="csY33" fmla="*/ 69748 h 153828"/>
                <a:gd name="csX34" fmla="*/ 123732 w 156695"/>
                <a:gd name="csY34" fmla="*/ 70704 h 153828"/>
                <a:gd name="csX35" fmla="*/ 122299 w 156695"/>
                <a:gd name="csY35" fmla="*/ 71659 h 153828"/>
                <a:gd name="csX36" fmla="*/ 120866 w 156695"/>
                <a:gd name="csY36" fmla="*/ 71659 h 153828"/>
                <a:gd name="csX37" fmla="*/ 119910 w 156695"/>
                <a:gd name="csY37" fmla="*/ 72615 h 153828"/>
                <a:gd name="csX38" fmla="*/ 123254 w 156695"/>
                <a:gd name="csY38" fmla="*/ 72137 h 153828"/>
                <a:gd name="csX39" fmla="*/ 124210 w 156695"/>
                <a:gd name="csY39" fmla="*/ 72615 h 153828"/>
                <a:gd name="csX40" fmla="*/ 124687 w 156695"/>
                <a:gd name="csY40" fmla="*/ 73570 h 153828"/>
                <a:gd name="csX41" fmla="*/ 124687 w 156695"/>
                <a:gd name="csY41" fmla="*/ 75003 h 153828"/>
                <a:gd name="csX42" fmla="*/ 125643 w 156695"/>
                <a:gd name="csY42" fmla="*/ 76437 h 153828"/>
                <a:gd name="csX43" fmla="*/ 128509 w 156695"/>
                <a:gd name="csY43" fmla="*/ 77392 h 153828"/>
                <a:gd name="csX44" fmla="*/ 130898 w 156695"/>
                <a:gd name="csY44" fmla="*/ 77870 h 153828"/>
                <a:gd name="csX45" fmla="*/ 131376 w 156695"/>
                <a:gd name="csY45" fmla="*/ 78347 h 153828"/>
                <a:gd name="csX46" fmla="*/ 131853 w 156695"/>
                <a:gd name="csY46" fmla="*/ 80736 h 153828"/>
                <a:gd name="csX47" fmla="*/ 131376 w 156695"/>
                <a:gd name="csY47" fmla="*/ 82169 h 153828"/>
                <a:gd name="csX48" fmla="*/ 130898 w 156695"/>
                <a:gd name="csY48" fmla="*/ 82647 h 153828"/>
                <a:gd name="csX49" fmla="*/ 129943 w 156695"/>
                <a:gd name="csY49" fmla="*/ 83125 h 153828"/>
                <a:gd name="csX50" fmla="*/ 128032 w 156695"/>
                <a:gd name="csY50" fmla="*/ 83125 h 153828"/>
                <a:gd name="csX51" fmla="*/ 126121 w 156695"/>
                <a:gd name="csY51" fmla="*/ 82647 h 153828"/>
                <a:gd name="csX52" fmla="*/ 124687 w 156695"/>
                <a:gd name="csY52" fmla="*/ 81214 h 153828"/>
                <a:gd name="csX53" fmla="*/ 120866 w 156695"/>
                <a:gd name="csY53" fmla="*/ 81692 h 153828"/>
                <a:gd name="csX54" fmla="*/ 119910 w 156695"/>
                <a:gd name="csY54" fmla="*/ 82169 h 153828"/>
                <a:gd name="csX55" fmla="*/ 118955 w 156695"/>
                <a:gd name="csY55" fmla="*/ 81692 h 153828"/>
                <a:gd name="csX56" fmla="*/ 121343 w 156695"/>
                <a:gd name="csY56" fmla="*/ 80258 h 153828"/>
                <a:gd name="csX57" fmla="*/ 120388 w 156695"/>
                <a:gd name="csY57" fmla="*/ 79303 h 153828"/>
                <a:gd name="csX58" fmla="*/ 119432 w 156695"/>
                <a:gd name="csY58" fmla="*/ 78825 h 153828"/>
                <a:gd name="csX59" fmla="*/ 118000 w 156695"/>
                <a:gd name="csY59" fmla="*/ 79303 h 153828"/>
                <a:gd name="csX60" fmla="*/ 117521 w 156695"/>
                <a:gd name="csY60" fmla="*/ 80258 h 153828"/>
                <a:gd name="csX61" fmla="*/ 117521 w 156695"/>
                <a:gd name="csY61" fmla="*/ 81692 h 153828"/>
                <a:gd name="csX62" fmla="*/ 116566 w 156695"/>
                <a:gd name="csY62" fmla="*/ 82169 h 153828"/>
                <a:gd name="csX63" fmla="*/ 115611 w 156695"/>
                <a:gd name="csY63" fmla="*/ 82647 h 153828"/>
                <a:gd name="csX64" fmla="*/ 114177 w 156695"/>
                <a:gd name="csY64" fmla="*/ 81692 h 153828"/>
                <a:gd name="csX65" fmla="*/ 112744 w 156695"/>
                <a:gd name="csY65" fmla="*/ 79781 h 153828"/>
                <a:gd name="csX66" fmla="*/ 110355 w 156695"/>
                <a:gd name="csY66" fmla="*/ 78347 h 153828"/>
                <a:gd name="csX67" fmla="*/ 110834 w 156695"/>
                <a:gd name="csY67" fmla="*/ 79303 h 153828"/>
                <a:gd name="csX68" fmla="*/ 112266 w 156695"/>
                <a:gd name="csY68" fmla="*/ 81692 h 153828"/>
                <a:gd name="csX69" fmla="*/ 113222 w 156695"/>
                <a:gd name="csY69" fmla="*/ 83125 h 153828"/>
                <a:gd name="csX70" fmla="*/ 111311 w 156695"/>
                <a:gd name="csY70" fmla="*/ 84558 h 153828"/>
                <a:gd name="csX71" fmla="*/ 109400 w 156695"/>
                <a:gd name="csY71" fmla="*/ 85513 h 153828"/>
                <a:gd name="csX72" fmla="*/ 107489 w 156695"/>
                <a:gd name="csY72" fmla="*/ 85991 h 153828"/>
                <a:gd name="csX73" fmla="*/ 106056 w 156695"/>
                <a:gd name="csY73" fmla="*/ 86947 h 153828"/>
                <a:gd name="csX74" fmla="*/ 104145 w 156695"/>
                <a:gd name="csY74" fmla="*/ 88380 h 153828"/>
                <a:gd name="csX75" fmla="*/ 102712 w 156695"/>
                <a:gd name="csY75" fmla="*/ 88858 h 153828"/>
                <a:gd name="csX76" fmla="*/ 100323 w 156695"/>
                <a:gd name="csY76" fmla="*/ 88858 h 153828"/>
                <a:gd name="csX77" fmla="*/ 98890 w 156695"/>
                <a:gd name="csY77" fmla="*/ 89335 h 153828"/>
                <a:gd name="csX78" fmla="*/ 97935 w 156695"/>
                <a:gd name="csY78" fmla="*/ 91246 h 153828"/>
                <a:gd name="csX79" fmla="*/ 96979 w 156695"/>
                <a:gd name="csY79" fmla="*/ 92202 h 153828"/>
                <a:gd name="csX80" fmla="*/ 94591 w 156695"/>
                <a:gd name="csY80" fmla="*/ 92679 h 153828"/>
                <a:gd name="csX81" fmla="*/ 95546 w 156695"/>
                <a:gd name="csY81" fmla="*/ 92679 h 153828"/>
                <a:gd name="csX82" fmla="*/ 96024 w 156695"/>
                <a:gd name="csY82" fmla="*/ 93635 h 153828"/>
                <a:gd name="csX83" fmla="*/ 94591 w 156695"/>
                <a:gd name="csY83" fmla="*/ 98890 h 153828"/>
                <a:gd name="csX84" fmla="*/ 94113 w 156695"/>
                <a:gd name="csY84" fmla="*/ 101278 h 153828"/>
                <a:gd name="csX85" fmla="*/ 93635 w 156695"/>
                <a:gd name="csY85" fmla="*/ 105100 h 153828"/>
                <a:gd name="csX86" fmla="*/ 92680 w 156695"/>
                <a:gd name="csY86" fmla="*/ 108922 h 153828"/>
                <a:gd name="csX87" fmla="*/ 89813 w 156695"/>
                <a:gd name="csY87" fmla="*/ 108922 h 153828"/>
                <a:gd name="csX88" fmla="*/ 90291 w 156695"/>
                <a:gd name="csY88" fmla="*/ 109878 h 153828"/>
                <a:gd name="csX89" fmla="*/ 92680 w 156695"/>
                <a:gd name="csY89" fmla="*/ 110833 h 153828"/>
                <a:gd name="csX90" fmla="*/ 92202 w 156695"/>
                <a:gd name="csY90" fmla="*/ 112266 h 153828"/>
                <a:gd name="csX91" fmla="*/ 89813 w 156695"/>
                <a:gd name="csY91" fmla="*/ 115133 h 153828"/>
                <a:gd name="csX92" fmla="*/ 88858 w 156695"/>
                <a:gd name="csY92" fmla="*/ 117044 h 153828"/>
                <a:gd name="csX93" fmla="*/ 87902 w 156695"/>
                <a:gd name="csY93" fmla="*/ 120865 h 153828"/>
                <a:gd name="csX94" fmla="*/ 85991 w 156695"/>
                <a:gd name="csY94" fmla="*/ 124687 h 153828"/>
                <a:gd name="csX95" fmla="*/ 84080 w 156695"/>
                <a:gd name="csY95" fmla="*/ 128987 h 153828"/>
                <a:gd name="csX96" fmla="*/ 84080 w 156695"/>
                <a:gd name="csY96" fmla="*/ 129465 h 153828"/>
                <a:gd name="csX97" fmla="*/ 84558 w 156695"/>
                <a:gd name="csY97" fmla="*/ 130898 h 153828"/>
                <a:gd name="csX98" fmla="*/ 85514 w 156695"/>
                <a:gd name="csY98" fmla="*/ 131853 h 153828"/>
                <a:gd name="csX99" fmla="*/ 85514 w 156695"/>
                <a:gd name="csY99" fmla="*/ 133286 h 153828"/>
                <a:gd name="csX100" fmla="*/ 85514 w 156695"/>
                <a:gd name="csY100" fmla="*/ 133764 h 153828"/>
                <a:gd name="csX101" fmla="*/ 84558 w 156695"/>
                <a:gd name="csY101" fmla="*/ 133764 h 153828"/>
                <a:gd name="csX102" fmla="*/ 83603 w 156695"/>
                <a:gd name="csY102" fmla="*/ 134242 h 153828"/>
                <a:gd name="csX103" fmla="*/ 78348 w 156695"/>
                <a:gd name="csY103" fmla="*/ 135675 h 153828"/>
                <a:gd name="csX104" fmla="*/ 76914 w 156695"/>
                <a:gd name="csY104" fmla="*/ 137108 h 153828"/>
                <a:gd name="csX105" fmla="*/ 75481 w 156695"/>
                <a:gd name="csY105" fmla="*/ 139497 h 153828"/>
                <a:gd name="csX106" fmla="*/ 73570 w 156695"/>
                <a:gd name="csY106" fmla="*/ 141408 h 153828"/>
                <a:gd name="csX107" fmla="*/ 68316 w 156695"/>
                <a:gd name="csY107" fmla="*/ 145707 h 153828"/>
                <a:gd name="csX108" fmla="*/ 65449 w 156695"/>
                <a:gd name="csY108" fmla="*/ 149529 h 153828"/>
                <a:gd name="csX109" fmla="*/ 64493 w 156695"/>
                <a:gd name="csY109" fmla="*/ 150962 h 153828"/>
                <a:gd name="csX110" fmla="*/ 64016 w 156695"/>
                <a:gd name="csY110" fmla="*/ 151440 h 153828"/>
                <a:gd name="csX111" fmla="*/ 56850 w 156695"/>
                <a:gd name="csY111" fmla="*/ 153351 h 153828"/>
                <a:gd name="csX112" fmla="*/ 52073 w 156695"/>
                <a:gd name="csY112" fmla="*/ 153829 h 153828"/>
                <a:gd name="csX113" fmla="*/ 49684 w 156695"/>
                <a:gd name="csY113" fmla="*/ 153351 h 153828"/>
                <a:gd name="csX114" fmla="*/ 46818 w 156695"/>
                <a:gd name="csY114" fmla="*/ 152396 h 153828"/>
                <a:gd name="csX115" fmla="*/ 45384 w 156695"/>
                <a:gd name="csY115" fmla="*/ 151918 h 153828"/>
                <a:gd name="csX116" fmla="*/ 42996 w 156695"/>
                <a:gd name="csY116" fmla="*/ 152396 h 153828"/>
                <a:gd name="csX117" fmla="*/ 41563 w 156695"/>
                <a:gd name="csY117" fmla="*/ 153351 h 153828"/>
                <a:gd name="csX118" fmla="*/ 39652 w 156695"/>
                <a:gd name="csY118" fmla="*/ 152396 h 153828"/>
                <a:gd name="csX119" fmla="*/ 37741 w 156695"/>
                <a:gd name="csY119" fmla="*/ 152873 h 153828"/>
                <a:gd name="csX120" fmla="*/ 37263 w 156695"/>
                <a:gd name="csY120" fmla="*/ 152396 h 153828"/>
                <a:gd name="csX121" fmla="*/ 36786 w 156695"/>
                <a:gd name="csY121" fmla="*/ 151440 h 153828"/>
                <a:gd name="csX122" fmla="*/ 37263 w 156695"/>
                <a:gd name="csY122" fmla="*/ 150007 h 153828"/>
                <a:gd name="csX123" fmla="*/ 36786 w 156695"/>
                <a:gd name="csY123" fmla="*/ 149051 h 153828"/>
                <a:gd name="csX124" fmla="*/ 35830 w 156695"/>
                <a:gd name="csY124" fmla="*/ 148096 h 153828"/>
                <a:gd name="csX125" fmla="*/ 34874 w 156695"/>
                <a:gd name="csY125" fmla="*/ 147141 h 153828"/>
                <a:gd name="csX126" fmla="*/ 33919 w 156695"/>
                <a:gd name="csY126" fmla="*/ 146663 h 153828"/>
                <a:gd name="csX127" fmla="*/ 32008 w 156695"/>
                <a:gd name="csY127" fmla="*/ 146185 h 153828"/>
                <a:gd name="csX128" fmla="*/ 28186 w 156695"/>
                <a:gd name="csY128" fmla="*/ 146663 h 153828"/>
                <a:gd name="csX129" fmla="*/ 27231 w 156695"/>
                <a:gd name="csY129" fmla="*/ 146663 h 153828"/>
                <a:gd name="csX130" fmla="*/ 24842 w 156695"/>
                <a:gd name="csY130" fmla="*/ 143319 h 153828"/>
                <a:gd name="csX131" fmla="*/ 23886 w 156695"/>
                <a:gd name="csY131" fmla="*/ 142363 h 153828"/>
                <a:gd name="csX132" fmla="*/ 21498 w 156695"/>
                <a:gd name="csY132" fmla="*/ 140930 h 153828"/>
                <a:gd name="csX133" fmla="*/ 20543 w 156695"/>
                <a:gd name="csY133" fmla="*/ 141408 h 153828"/>
                <a:gd name="csX134" fmla="*/ 18632 w 156695"/>
                <a:gd name="csY134" fmla="*/ 143319 h 153828"/>
                <a:gd name="csX135" fmla="*/ 17676 w 156695"/>
                <a:gd name="csY135" fmla="*/ 143319 h 153828"/>
                <a:gd name="csX136" fmla="*/ 12421 w 156695"/>
                <a:gd name="csY136" fmla="*/ 143796 h 153828"/>
                <a:gd name="csX137" fmla="*/ 7166 w 156695"/>
                <a:gd name="csY137" fmla="*/ 142841 h 153828"/>
                <a:gd name="csX138" fmla="*/ 5255 w 156695"/>
                <a:gd name="csY138" fmla="*/ 142363 h 153828"/>
                <a:gd name="csX139" fmla="*/ 4777 w 156695"/>
                <a:gd name="csY139" fmla="*/ 140452 h 153828"/>
                <a:gd name="csX140" fmla="*/ 9077 w 156695"/>
                <a:gd name="csY140" fmla="*/ 136153 h 153828"/>
                <a:gd name="csX141" fmla="*/ 7644 w 156695"/>
                <a:gd name="csY141" fmla="*/ 136631 h 153828"/>
                <a:gd name="csX142" fmla="*/ 5255 w 156695"/>
                <a:gd name="csY142" fmla="*/ 138542 h 153828"/>
                <a:gd name="csX143" fmla="*/ 3822 w 156695"/>
                <a:gd name="csY143" fmla="*/ 138064 h 153828"/>
                <a:gd name="csX144" fmla="*/ 5255 w 156695"/>
                <a:gd name="csY144" fmla="*/ 136153 h 153828"/>
                <a:gd name="csX145" fmla="*/ 5255 w 156695"/>
                <a:gd name="csY145" fmla="*/ 135197 h 153828"/>
                <a:gd name="csX146" fmla="*/ 4777 w 156695"/>
                <a:gd name="csY146" fmla="*/ 134242 h 153828"/>
                <a:gd name="csX147" fmla="*/ 2866 w 156695"/>
                <a:gd name="csY147" fmla="*/ 136153 h 153828"/>
                <a:gd name="csX148" fmla="*/ 478 w 156695"/>
                <a:gd name="csY148" fmla="*/ 136153 h 153828"/>
                <a:gd name="csX149" fmla="*/ 0 w 156695"/>
                <a:gd name="csY149" fmla="*/ 134719 h 153828"/>
                <a:gd name="csX150" fmla="*/ 478 w 156695"/>
                <a:gd name="csY150" fmla="*/ 132809 h 153828"/>
                <a:gd name="csX151" fmla="*/ 956 w 156695"/>
                <a:gd name="csY151" fmla="*/ 132331 h 153828"/>
                <a:gd name="csX152" fmla="*/ 7166 w 156695"/>
                <a:gd name="csY152" fmla="*/ 131376 h 153828"/>
                <a:gd name="csX153" fmla="*/ 9555 w 156695"/>
                <a:gd name="csY153" fmla="*/ 130898 h 153828"/>
                <a:gd name="csX154" fmla="*/ 10510 w 156695"/>
                <a:gd name="csY154" fmla="*/ 129465 h 153828"/>
                <a:gd name="csX155" fmla="*/ 6688 w 156695"/>
                <a:gd name="csY155" fmla="*/ 129465 h 153828"/>
                <a:gd name="csX156" fmla="*/ 6688 w 156695"/>
                <a:gd name="csY156" fmla="*/ 128031 h 153828"/>
                <a:gd name="csX157" fmla="*/ 7166 w 156695"/>
                <a:gd name="csY157" fmla="*/ 127076 h 153828"/>
                <a:gd name="csX158" fmla="*/ 10510 w 156695"/>
                <a:gd name="csY158" fmla="*/ 125165 h 153828"/>
                <a:gd name="csX159" fmla="*/ 8122 w 156695"/>
                <a:gd name="csY159" fmla="*/ 125643 h 153828"/>
                <a:gd name="csX160" fmla="*/ 5255 w 156695"/>
                <a:gd name="csY160" fmla="*/ 125165 h 153828"/>
                <a:gd name="csX161" fmla="*/ 5255 w 156695"/>
                <a:gd name="csY161" fmla="*/ 123254 h 153828"/>
                <a:gd name="csX162" fmla="*/ 6211 w 156695"/>
                <a:gd name="csY162" fmla="*/ 121821 h 153828"/>
                <a:gd name="csX163" fmla="*/ 9077 w 156695"/>
                <a:gd name="csY163" fmla="*/ 121821 h 153828"/>
                <a:gd name="csX164" fmla="*/ 8122 w 156695"/>
                <a:gd name="csY164" fmla="*/ 120865 h 153828"/>
                <a:gd name="csX165" fmla="*/ 8122 w 156695"/>
                <a:gd name="csY165" fmla="*/ 119432 h 153828"/>
                <a:gd name="csX166" fmla="*/ 8599 w 156695"/>
                <a:gd name="csY166" fmla="*/ 119432 h 153828"/>
                <a:gd name="csX167" fmla="*/ 11466 w 156695"/>
                <a:gd name="csY167" fmla="*/ 121343 h 153828"/>
                <a:gd name="csX168" fmla="*/ 13854 w 156695"/>
                <a:gd name="csY168" fmla="*/ 121821 h 153828"/>
                <a:gd name="csX169" fmla="*/ 12899 w 156695"/>
                <a:gd name="csY169" fmla="*/ 120388 h 153828"/>
                <a:gd name="csX170" fmla="*/ 12899 w 156695"/>
                <a:gd name="csY170" fmla="*/ 119432 h 153828"/>
                <a:gd name="csX171" fmla="*/ 13377 w 156695"/>
                <a:gd name="csY171" fmla="*/ 118954 h 153828"/>
                <a:gd name="csX172" fmla="*/ 15288 w 156695"/>
                <a:gd name="csY172" fmla="*/ 118954 h 153828"/>
                <a:gd name="csX173" fmla="*/ 14809 w 156695"/>
                <a:gd name="csY173" fmla="*/ 118477 h 153828"/>
                <a:gd name="csX174" fmla="*/ 12899 w 156695"/>
                <a:gd name="csY174" fmla="*/ 117999 h 153828"/>
                <a:gd name="csX175" fmla="*/ 10988 w 156695"/>
                <a:gd name="csY175" fmla="*/ 117044 h 153828"/>
                <a:gd name="csX176" fmla="*/ 10988 w 156695"/>
                <a:gd name="csY176" fmla="*/ 116088 h 153828"/>
                <a:gd name="csX177" fmla="*/ 10988 w 156695"/>
                <a:gd name="csY177" fmla="*/ 114655 h 153828"/>
                <a:gd name="csX178" fmla="*/ 12899 w 156695"/>
                <a:gd name="csY178" fmla="*/ 112744 h 153828"/>
                <a:gd name="csX179" fmla="*/ 14332 w 156695"/>
                <a:gd name="csY179" fmla="*/ 113700 h 153828"/>
                <a:gd name="csX180" fmla="*/ 15765 w 156695"/>
                <a:gd name="csY180" fmla="*/ 113222 h 153828"/>
                <a:gd name="csX181" fmla="*/ 14809 w 156695"/>
                <a:gd name="csY181" fmla="*/ 112744 h 153828"/>
                <a:gd name="csX182" fmla="*/ 13854 w 156695"/>
                <a:gd name="csY182" fmla="*/ 111311 h 153828"/>
                <a:gd name="csX183" fmla="*/ 14332 w 156695"/>
                <a:gd name="csY183" fmla="*/ 110355 h 153828"/>
                <a:gd name="csX184" fmla="*/ 18632 w 156695"/>
                <a:gd name="csY184" fmla="*/ 107011 h 153828"/>
                <a:gd name="csX185" fmla="*/ 19587 w 156695"/>
                <a:gd name="csY185" fmla="*/ 110355 h 153828"/>
                <a:gd name="csX186" fmla="*/ 20065 w 156695"/>
                <a:gd name="csY186" fmla="*/ 109400 h 153828"/>
                <a:gd name="csX187" fmla="*/ 20065 w 156695"/>
                <a:gd name="csY187" fmla="*/ 107967 h 153828"/>
                <a:gd name="csX188" fmla="*/ 19587 w 156695"/>
                <a:gd name="csY188" fmla="*/ 107011 h 153828"/>
                <a:gd name="csX189" fmla="*/ 19587 w 156695"/>
                <a:gd name="csY189" fmla="*/ 106056 h 153828"/>
                <a:gd name="csX190" fmla="*/ 20065 w 156695"/>
                <a:gd name="csY190" fmla="*/ 105578 h 153828"/>
                <a:gd name="csX191" fmla="*/ 21975 w 156695"/>
                <a:gd name="csY191" fmla="*/ 104623 h 153828"/>
                <a:gd name="csX192" fmla="*/ 24364 w 156695"/>
                <a:gd name="csY192" fmla="*/ 102234 h 153828"/>
                <a:gd name="csX193" fmla="*/ 26275 w 156695"/>
                <a:gd name="csY193" fmla="*/ 100801 h 153828"/>
                <a:gd name="csX194" fmla="*/ 27709 w 156695"/>
                <a:gd name="csY194" fmla="*/ 101756 h 153828"/>
                <a:gd name="csX195" fmla="*/ 28664 w 156695"/>
                <a:gd name="csY195" fmla="*/ 102712 h 153828"/>
                <a:gd name="csX196" fmla="*/ 28186 w 156695"/>
                <a:gd name="csY196" fmla="*/ 101756 h 153828"/>
                <a:gd name="csX197" fmla="*/ 27709 w 156695"/>
                <a:gd name="csY197" fmla="*/ 100801 h 153828"/>
                <a:gd name="csX198" fmla="*/ 27709 w 156695"/>
                <a:gd name="csY198" fmla="*/ 98412 h 153828"/>
                <a:gd name="csX199" fmla="*/ 30575 w 156695"/>
                <a:gd name="csY199" fmla="*/ 95068 h 153828"/>
                <a:gd name="csX200" fmla="*/ 34397 w 156695"/>
                <a:gd name="csY200" fmla="*/ 91724 h 153828"/>
                <a:gd name="csX201" fmla="*/ 37741 w 156695"/>
                <a:gd name="csY201" fmla="*/ 87902 h 153828"/>
                <a:gd name="csX202" fmla="*/ 39652 w 156695"/>
                <a:gd name="csY202" fmla="*/ 86469 h 153828"/>
                <a:gd name="csX203" fmla="*/ 43473 w 156695"/>
                <a:gd name="csY203" fmla="*/ 85036 h 153828"/>
                <a:gd name="csX204" fmla="*/ 45862 w 156695"/>
                <a:gd name="csY204" fmla="*/ 85991 h 153828"/>
                <a:gd name="csX205" fmla="*/ 46340 w 156695"/>
                <a:gd name="csY205" fmla="*/ 85513 h 153828"/>
                <a:gd name="csX206" fmla="*/ 50162 w 156695"/>
                <a:gd name="csY206" fmla="*/ 83125 h 153828"/>
                <a:gd name="csX207" fmla="*/ 51595 w 156695"/>
                <a:gd name="csY207" fmla="*/ 82647 h 153828"/>
                <a:gd name="csX208" fmla="*/ 53028 w 156695"/>
                <a:gd name="csY208" fmla="*/ 83125 h 153828"/>
                <a:gd name="csX209" fmla="*/ 53984 w 156695"/>
                <a:gd name="csY209" fmla="*/ 83603 h 153828"/>
                <a:gd name="csX210" fmla="*/ 53028 w 156695"/>
                <a:gd name="csY210" fmla="*/ 81214 h 153828"/>
                <a:gd name="csX211" fmla="*/ 53506 w 156695"/>
                <a:gd name="csY211" fmla="*/ 80258 h 153828"/>
                <a:gd name="csX212" fmla="*/ 56372 w 156695"/>
                <a:gd name="csY212" fmla="*/ 78347 h 153828"/>
                <a:gd name="csX213" fmla="*/ 60194 w 156695"/>
                <a:gd name="csY213" fmla="*/ 76437 h 153828"/>
                <a:gd name="csX214" fmla="*/ 63538 w 156695"/>
                <a:gd name="csY214" fmla="*/ 75481 h 153828"/>
                <a:gd name="csX215" fmla="*/ 65449 w 156695"/>
                <a:gd name="csY215" fmla="*/ 74526 h 153828"/>
                <a:gd name="csX216" fmla="*/ 66882 w 156695"/>
                <a:gd name="csY216" fmla="*/ 74526 h 153828"/>
                <a:gd name="csX217" fmla="*/ 66405 w 156695"/>
                <a:gd name="csY217" fmla="*/ 73093 h 153828"/>
                <a:gd name="csX218" fmla="*/ 66882 w 156695"/>
                <a:gd name="csY218" fmla="*/ 72137 h 153828"/>
                <a:gd name="csX219" fmla="*/ 67838 w 156695"/>
                <a:gd name="csY219" fmla="*/ 72615 h 153828"/>
                <a:gd name="csX220" fmla="*/ 68316 w 156695"/>
                <a:gd name="csY220" fmla="*/ 72137 h 153828"/>
                <a:gd name="csX221" fmla="*/ 67360 w 156695"/>
                <a:gd name="csY221" fmla="*/ 71659 h 153828"/>
                <a:gd name="csX222" fmla="*/ 70227 w 156695"/>
                <a:gd name="csY222" fmla="*/ 69748 h 153828"/>
                <a:gd name="csX223" fmla="*/ 72137 w 156695"/>
                <a:gd name="csY223" fmla="*/ 67360 h 153828"/>
                <a:gd name="csX224" fmla="*/ 73093 w 156695"/>
                <a:gd name="csY224" fmla="*/ 66882 h 153828"/>
                <a:gd name="csX225" fmla="*/ 73570 w 156695"/>
                <a:gd name="csY225" fmla="*/ 66404 h 153828"/>
                <a:gd name="csX226" fmla="*/ 75004 w 156695"/>
                <a:gd name="csY226" fmla="*/ 64971 h 153828"/>
                <a:gd name="csX227" fmla="*/ 75959 w 156695"/>
                <a:gd name="csY227" fmla="*/ 64493 h 153828"/>
                <a:gd name="csX228" fmla="*/ 76914 w 156695"/>
                <a:gd name="csY228" fmla="*/ 64493 h 153828"/>
                <a:gd name="csX229" fmla="*/ 77870 w 156695"/>
                <a:gd name="csY229" fmla="*/ 65449 h 153828"/>
                <a:gd name="csX230" fmla="*/ 77393 w 156695"/>
                <a:gd name="csY230" fmla="*/ 64016 h 153828"/>
                <a:gd name="csX231" fmla="*/ 75959 w 156695"/>
                <a:gd name="csY231" fmla="*/ 63538 h 153828"/>
                <a:gd name="csX232" fmla="*/ 77393 w 156695"/>
                <a:gd name="csY232" fmla="*/ 62582 h 153828"/>
                <a:gd name="csX233" fmla="*/ 79303 w 156695"/>
                <a:gd name="csY233" fmla="*/ 61627 h 153828"/>
                <a:gd name="csX234" fmla="*/ 80736 w 156695"/>
                <a:gd name="csY234" fmla="*/ 62105 h 153828"/>
                <a:gd name="csX235" fmla="*/ 82170 w 156695"/>
                <a:gd name="csY235" fmla="*/ 63060 h 153828"/>
                <a:gd name="csX236" fmla="*/ 80736 w 156695"/>
                <a:gd name="csY236" fmla="*/ 61627 h 153828"/>
                <a:gd name="csX237" fmla="*/ 80259 w 156695"/>
                <a:gd name="csY237" fmla="*/ 61149 h 153828"/>
                <a:gd name="csX238" fmla="*/ 82170 w 156695"/>
                <a:gd name="csY238" fmla="*/ 60194 h 153828"/>
                <a:gd name="csX239" fmla="*/ 83125 w 156695"/>
                <a:gd name="csY239" fmla="*/ 59716 h 153828"/>
                <a:gd name="csX240" fmla="*/ 84558 w 156695"/>
                <a:gd name="csY240" fmla="*/ 61627 h 153828"/>
                <a:gd name="csX241" fmla="*/ 84558 w 156695"/>
                <a:gd name="csY241" fmla="*/ 60194 h 153828"/>
                <a:gd name="csX242" fmla="*/ 84558 w 156695"/>
                <a:gd name="csY242" fmla="*/ 59238 h 153828"/>
                <a:gd name="csX243" fmla="*/ 86947 w 156695"/>
                <a:gd name="csY243" fmla="*/ 57328 h 153828"/>
                <a:gd name="csX244" fmla="*/ 89336 w 156695"/>
                <a:gd name="csY244" fmla="*/ 53983 h 153828"/>
                <a:gd name="csX245" fmla="*/ 90291 w 156695"/>
                <a:gd name="csY245" fmla="*/ 54939 h 153828"/>
                <a:gd name="csX246" fmla="*/ 90291 w 156695"/>
                <a:gd name="csY246" fmla="*/ 56372 h 153828"/>
                <a:gd name="csX247" fmla="*/ 90291 w 156695"/>
                <a:gd name="csY247" fmla="*/ 57805 h 153828"/>
                <a:gd name="csX248" fmla="*/ 90769 w 156695"/>
                <a:gd name="csY248" fmla="*/ 57328 h 153828"/>
                <a:gd name="csX249" fmla="*/ 90769 w 156695"/>
                <a:gd name="csY249" fmla="*/ 55894 h 153828"/>
                <a:gd name="csX250" fmla="*/ 90291 w 156695"/>
                <a:gd name="csY250" fmla="*/ 53505 h 153828"/>
                <a:gd name="csX251" fmla="*/ 93635 w 156695"/>
                <a:gd name="csY251" fmla="*/ 48728 h 153828"/>
                <a:gd name="csX252" fmla="*/ 94113 w 156695"/>
                <a:gd name="csY252" fmla="*/ 48251 h 153828"/>
                <a:gd name="csX253" fmla="*/ 95068 w 156695"/>
                <a:gd name="csY253" fmla="*/ 47773 h 153828"/>
                <a:gd name="csX254" fmla="*/ 96024 w 156695"/>
                <a:gd name="csY254" fmla="*/ 47773 h 153828"/>
                <a:gd name="csX255" fmla="*/ 95546 w 156695"/>
                <a:gd name="csY255" fmla="*/ 46817 h 153828"/>
                <a:gd name="csX256" fmla="*/ 95068 w 156695"/>
                <a:gd name="csY256" fmla="*/ 46340 h 153828"/>
                <a:gd name="csX257" fmla="*/ 95546 w 156695"/>
                <a:gd name="csY257" fmla="*/ 43473 h 153828"/>
                <a:gd name="csX258" fmla="*/ 96024 w 156695"/>
                <a:gd name="csY258" fmla="*/ 41085 h 153828"/>
                <a:gd name="csX259" fmla="*/ 96979 w 156695"/>
                <a:gd name="csY259" fmla="*/ 38218 h 153828"/>
                <a:gd name="csX260" fmla="*/ 98412 w 156695"/>
                <a:gd name="csY260" fmla="*/ 35830 h 153828"/>
                <a:gd name="csX261" fmla="*/ 99368 w 156695"/>
                <a:gd name="csY261" fmla="*/ 31052 h 153828"/>
                <a:gd name="csX262" fmla="*/ 100323 w 156695"/>
                <a:gd name="csY262" fmla="*/ 30575 h 153828"/>
                <a:gd name="csX263" fmla="*/ 103189 w 156695"/>
                <a:gd name="csY263" fmla="*/ 30097 h 153828"/>
                <a:gd name="csX264" fmla="*/ 104623 w 156695"/>
                <a:gd name="csY264" fmla="*/ 29619 h 153828"/>
                <a:gd name="csX265" fmla="*/ 106534 w 156695"/>
                <a:gd name="csY265" fmla="*/ 27708 h 153828"/>
                <a:gd name="csX266" fmla="*/ 108445 w 156695"/>
                <a:gd name="csY266" fmla="*/ 25320 h 153828"/>
                <a:gd name="csX267" fmla="*/ 109878 w 156695"/>
                <a:gd name="csY267" fmla="*/ 22931 h 153828"/>
                <a:gd name="csX268" fmla="*/ 111311 w 156695"/>
                <a:gd name="csY268" fmla="*/ 16721 h 153828"/>
                <a:gd name="csX269" fmla="*/ 112266 w 156695"/>
                <a:gd name="csY269" fmla="*/ 10988 h 153828"/>
                <a:gd name="csX270" fmla="*/ 115133 w 156695"/>
                <a:gd name="csY270" fmla="*/ 6210 h 153828"/>
                <a:gd name="csX271" fmla="*/ 118955 w 156695"/>
                <a:gd name="csY271" fmla="*/ 2866 h 153828"/>
                <a:gd name="csX272" fmla="*/ 122299 w 156695"/>
                <a:gd name="csY272" fmla="*/ 478 h 153828"/>
                <a:gd name="csX273" fmla="*/ 123732 w 156695"/>
                <a:gd name="csY273" fmla="*/ 0 h 153828"/>
                <a:gd name="csX274" fmla="*/ 126121 w 156695"/>
                <a:gd name="csY274" fmla="*/ 0 h 153828"/>
                <a:gd name="csX275" fmla="*/ 128509 w 156695"/>
                <a:gd name="csY275" fmla="*/ 478 h 153828"/>
                <a:gd name="csX276" fmla="*/ 124210 w 156695"/>
                <a:gd name="csY276" fmla="*/ 955 h 153828"/>
                <a:gd name="csX277" fmla="*/ 123732 w 156695"/>
                <a:gd name="csY277" fmla="*/ 2866 h 153828"/>
                <a:gd name="csX278" fmla="*/ 123732 w 156695"/>
                <a:gd name="csY278" fmla="*/ 4299 h 153828"/>
                <a:gd name="csX279" fmla="*/ 124210 w 156695"/>
                <a:gd name="csY279" fmla="*/ 5255 h 153828"/>
                <a:gd name="csX280" fmla="*/ 124687 w 156695"/>
                <a:gd name="csY280" fmla="*/ 6688 h 153828"/>
                <a:gd name="csX281" fmla="*/ 127076 w 156695"/>
                <a:gd name="csY281" fmla="*/ 7644 h 153828"/>
                <a:gd name="csX282" fmla="*/ 129465 w 156695"/>
                <a:gd name="csY282" fmla="*/ 8599 h 153828"/>
                <a:gd name="csX283" fmla="*/ 130420 w 156695"/>
                <a:gd name="csY283" fmla="*/ 10988 h 153828"/>
                <a:gd name="csX284" fmla="*/ 130420 w 156695"/>
                <a:gd name="csY284" fmla="*/ 13854 h 153828"/>
                <a:gd name="csX285" fmla="*/ 130898 w 156695"/>
                <a:gd name="csY285" fmla="*/ 16721 h 153828"/>
                <a:gd name="csX286" fmla="*/ 131853 w 156695"/>
                <a:gd name="csY286" fmla="*/ 18631 h 153828"/>
                <a:gd name="csX287" fmla="*/ 134242 w 156695"/>
                <a:gd name="csY287" fmla="*/ 19109 h 153828"/>
                <a:gd name="csX288" fmla="*/ 136153 w 156695"/>
                <a:gd name="csY288" fmla="*/ 17198 h 153828"/>
                <a:gd name="csX289" fmla="*/ 138542 w 156695"/>
                <a:gd name="csY289" fmla="*/ 15765 h 153828"/>
                <a:gd name="csX290" fmla="*/ 140453 w 156695"/>
                <a:gd name="csY290" fmla="*/ 14332 h 153828"/>
                <a:gd name="csX291" fmla="*/ 144275 w 156695"/>
                <a:gd name="csY291" fmla="*/ 11943 h 153828"/>
                <a:gd name="csX292" fmla="*/ 145230 w 156695"/>
                <a:gd name="csY292" fmla="*/ 11465 h 153828"/>
                <a:gd name="csX293" fmla="*/ 147141 w 156695"/>
                <a:gd name="csY293" fmla="*/ 10988 h 153828"/>
                <a:gd name="csX294" fmla="*/ 148096 w 156695"/>
                <a:gd name="csY294" fmla="*/ 10510 h 153828"/>
                <a:gd name="csX295" fmla="*/ 149530 w 156695"/>
                <a:gd name="csY295" fmla="*/ 10032 h 153828"/>
                <a:gd name="csX296" fmla="*/ 148574 w 156695"/>
                <a:gd name="csY296" fmla="*/ 11943 h 153828"/>
                <a:gd name="csX297" fmla="*/ 147141 w 156695"/>
                <a:gd name="csY297" fmla="*/ 12421 h 153828"/>
                <a:gd name="csX298" fmla="*/ 147141 w 156695"/>
                <a:gd name="csY298" fmla="*/ 12898 h 153828"/>
                <a:gd name="csX299" fmla="*/ 147619 w 156695"/>
                <a:gd name="csY299" fmla="*/ 13854 h 153828"/>
                <a:gd name="csX300" fmla="*/ 146663 w 156695"/>
                <a:gd name="csY300" fmla="*/ 15287 h 153828"/>
                <a:gd name="csX301" fmla="*/ 146663 w 156695"/>
                <a:gd name="csY301" fmla="*/ 16721 h 153828"/>
                <a:gd name="csX302" fmla="*/ 145230 w 156695"/>
                <a:gd name="csY302" fmla="*/ 18631 h 153828"/>
                <a:gd name="csX303" fmla="*/ 147141 w 156695"/>
                <a:gd name="csY303" fmla="*/ 17676 h 153828"/>
                <a:gd name="csX304" fmla="*/ 148096 w 156695"/>
                <a:gd name="csY304" fmla="*/ 16721 h 153828"/>
                <a:gd name="csX305" fmla="*/ 147619 w 156695"/>
                <a:gd name="csY305" fmla="*/ 15765 h 153828"/>
                <a:gd name="csX306" fmla="*/ 148574 w 156695"/>
                <a:gd name="csY306" fmla="*/ 14332 h 153828"/>
                <a:gd name="csX307" fmla="*/ 150007 w 156695"/>
                <a:gd name="csY307" fmla="*/ 13854 h 153828"/>
                <a:gd name="csX308" fmla="*/ 149530 w 156695"/>
                <a:gd name="csY308" fmla="*/ 12898 h 153828"/>
                <a:gd name="csX309" fmla="*/ 149530 w 156695"/>
                <a:gd name="csY309" fmla="*/ 11943 h 153828"/>
                <a:gd name="csX310" fmla="*/ 150962 w 156695"/>
                <a:gd name="csY310" fmla="*/ 12421 h 153828"/>
                <a:gd name="csX311" fmla="*/ 151918 w 156695"/>
                <a:gd name="csY311" fmla="*/ 12421 h 153828"/>
                <a:gd name="csX312" fmla="*/ 152396 w 156695"/>
                <a:gd name="csY312" fmla="*/ 11943 h 153828"/>
                <a:gd name="csX313" fmla="*/ 153351 w 156695"/>
                <a:gd name="csY313" fmla="*/ 11943 h 153828"/>
                <a:gd name="csX314" fmla="*/ 153829 w 156695"/>
                <a:gd name="csY314" fmla="*/ 12421 h 153828"/>
                <a:gd name="csX315" fmla="*/ 155262 w 156695"/>
                <a:gd name="csY315" fmla="*/ 12421 h 153828"/>
                <a:gd name="csX316" fmla="*/ 154784 w 156695"/>
                <a:gd name="csY316" fmla="*/ 13854 h 153828"/>
                <a:gd name="csX317" fmla="*/ 153829 w 156695"/>
                <a:gd name="csY317" fmla="*/ 15287 h 153828"/>
                <a:gd name="csX318" fmla="*/ 153351 w 156695"/>
                <a:gd name="csY318" fmla="*/ 15765 h 153828"/>
                <a:gd name="csX319" fmla="*/ 151441 w 156695"/>
                <a:gd name="csY319" fmla="*/ 17198 h 153828"/>
                <a:gd name="csX320" fmla="*/ 150007 w 156695"/>
                <a:gd name="csY320" fmla="*/ 17676 h 153828"/>
                <a:gd name="csX321" fmla="*/ 151918 w 156695"/>
                <a:gd name="csY321" fmla="*/ 18154 h 153828"/>
                <a:gd name="csX322" fmla="*/ 154784 w 156695"/>
                <a:gd name="csY322" fmla="*/ 16243 h 153828"/>
                <a:gd name="csX323" fmla="*/ 156695 w 156695"/>
                <a:gd name="csY323" fmla="*/ 14332 h 153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</a:cxnLst>
              <a:rect l="l" t="t" r="r" b="b"/>
              <a:pathLst>
                <a:path w="156695" h="153828">
                  <a:moveTo>
                    <a:pt x="156695" y="14332"/>
                  </a:moveTo>
                  <a:lnTo>
                    <a:pt x="156695" y="16721"/>
                  </a:lnTo>
                  <a:lnTo>
                    <a:pt x="155262" y="18631"/>
                  </a:lnTo>
                  <a:lnTo>
                    <a:pt x="153829" y="19587"/>
                  </a:lnTo>
                  <a:lnTo>
                    <a:pt x="152873" y="20064"/>
                  </a:lnTo>
                  <a:lnTo>
                    <a:pt x="151441" y="21020"/>
                  </a:lnTo>
                  <a:lnTo>
                    <a:pt x="150962" y="22453"/>
                  </a:lnTo>
                  <a:lnTo>
                    <a:pt x="150962" y="23409"/>
                  </a:lnTo>
                  <a:lnTo>
                    <a:pt x="150962" y="24364"/>
                  </a:lnTo>
                  <a:lnTo>
                    <a:pt x="152396" y="25797"/>
                  </a:lnTo>
                  <a:lnTo>
                    <a:pt x="150962" y="28186"/>
                  </a:lnTo>
                  <a:lnTo>
                    <a:pt x="152873" y="28186"/>
                  </a:lnTo>
                  <a:lnTo>
                    <a:pt x="153829" y="28664"/>
                  </a:lnTo>
                  <a:lnTo>
                    <a:pt x="154784" y="30097"/>
                  </a:lnTo>
                  <a:lnTo>
                    <a:pt x="154307" y="31530"/>
                  </a:lnTo>
                  <a:lnTo>
                    <a:pt x="153829" y="32486"/>
                  </a:lnTo>
                  <a:lnTo>
                    <a:pt x="150485" y="36307"/>
                  </a:lnTo>
                  <a:lnTo>
                    <a:pt x="149052" y="38218"/>
                  </a:lnTo>
                  <a:lnTo>
                    <a:pt x="147141" y="39651"/>
                  </a:lnTo>
                  <a:lnTo>
                    <a:pt x="147141" y="41562"/>
                  </a:lnTo>
                  <a:lnTo>
                    <a:pt x="146185" y="42996"/>
                  </a:lnTo>
                  <a:lnTo>
                    <a:pt x="141408" y="47773"/>
                  </a:lnTo>
                  <a:lnTo>
                    <a:pt x="140453" y="49206"/>
                  </a:lnTo>
                  <a:lnTo>
                    <a:pt x="136631" y="56850"/>
                  </a:lnTo>
                  <a:lnTo>
                    <a:pt x="133764" y="60194"/>
                  </a:lnTo>
                  <a:lnTo>
                    <a:pt x="132331" y="61627"/>
                  </a:lnTo>
                  <a:lnTo>
                    <a:pt x="130898" y="62582"/>
                  </a:lnTo>
                  <a:lnTo>
                    <a:pt x="127554" y="64016"/>
                  </a:lnTo>
                  <a:lnTo>
                    <a:pt x="125643" y="65927"/>
                  </a:lnTo>
                  <a:lnTo>
                    <a:pt x="123732" y="67360"/>
                  </a:lnTo>
                  <a:lnTo>
                    <a:pt x="121821" y="67837"/>
                  </a:lnTo>
                  <a:lnTo>
                    <a:pt x="122299" y="68315"/>
                  </a:lnTo>
                  <a:lnTo>
                    <a:pt x="123254" y="68793"/>
                  </a:lnTo>
                  <a:lnTo>
                    <a:pt x="124210" y="69748"/>
                  </a:lnTo>
                  <a:lnTo>
                    <a:pt x="123732" y="70704"/>
                  </a:lnTo>
                  <a:lnTo>
                    <a:pt x="122299" y="71659"/>
                  </a:lnTo>
                  <a:lnTo>
                    <a:pt x="120866" y="71659"/>
                  </a:lnTo>
                  <a:lnTo>
                    <a:pt x="119910" y="72615"/>
                  </a:lnTo>
                  <a:lnTo>
                    <a:pt x="123254" y="72137"/>
                  </a:lnTo>
                  <a:lnTo>
                    <a:pt x="124210" y="72615"/>
                  </a:lnTo>
                  <a:lnTo>
                    <a:pt x="124687" y="73570"/>
                  </a:lnTo>
                  <a:lnTo>
                    <a:pt x="124687" y="75003"/>
                  </a:lnTo>
                  <a:lnTo>
                    <a:pt x="125643" y="76437"/>
                  </a:lnTo>
                  <a:lnTo>
                    <a:pt x="128509" y="77392"/>
                  </a:lnTo>
                  <a:lnTo>
                    <a:pt x="130898" y="77870"/>
                  </a:lnTo>
                  <a:lnTo>
                    <a:pt x="131376" y="78347"/>
                  </a:lnTo>
                  <a:lnTo>
                    <a:pt x="131853" y="80736"/>
                  </a:lnTo>
                  <a:lnTo>
                    <a:pt x="131376" y="82169"/>
                  </a:lnTo>
                  <a:lnTo>
                    <a:pt x="130898" y="82647"/>
                  </a:lnTo>
                  <a:lnTo>
                    <a:pt x="129943" y="83125"/>
                  </a:lnTo>
                  <a:lnTo>
                    <a:pt x="128032" y="83125"/>
                  </a:lnTo>
                  <a:lnTo>
                    <a:pt x="126121" y="82647"/>
                  </a:lnTo>
                  <a:lnTo>
                    <a:pt x="124687" y="81214"/>
                  </a:lnTo>
                  <a:lnTo>
                    <a:pt x="120866" y="81692"/>
                  </a:lnTo>
                  <a:lnTo>
                    <a:pt x="119910" y="82169"/>
                  </a:lnTo>
                  <a:lnTo>
                    <a:pt x="118955" y="81692"/>
                  </a:lnTo>
                  <a:lnTo>
                    <a:pt x="121343" y="80258"/>
                  </a:lnTo>
                  <a:lnTo>
                    <a:pt x="120388" y="79303"/>
                  </a:lnTo>
                  <a:lnTo>
                    <a:pt x="119432" y="78825"/>
                  </a:lnTo>
                  <a:lnTo>
                    <a:pt x="118000" y="79303"/>
                  </a:lnTo>
                  <a:lnTo>
                    <a:pt x="117521" y="80258"/>
                  </a:lnTo>
                  <a:lnTo>
                    <a:pt x="117521" y="81692"/>
                  </a:lnTo>
                  <a:lnTo>
                    <a:pt x="116566" y="82169"/>
                  </a:lnTo>
                  <a:lnTo>
                    <a:pt x="115611" y="82647"/>
                  </a:lnTo>
                  <a:lnTo>
                    <a:pt x="114177" y="81692"/>
                  </a:lnTo>
                  <a:lnTo>
                    <a:pt x="112744" y="79781"/>
                  </a:lnTo>
                  <a:lnTo>
                    <a:pt x="110355" y="78347"/>
                  </a:lnTo>
                  <a:lnTo>
                    <a:pt x="110834" y="79303"/>
                  </a:lnTo>
                  <a:lnTo>
                    <a:pt x="112266" y="81692"/>
                  </a:lnTo>
                  <a:lnTo>
                    <a:pt x="113222" y="83125"/>
                  </a:lnTo>
                  <a:lnTo>
                    <a:pt x="111311" y="84558"/>
                  </a:lnTo>
                  <a:lnTo>
                    <a:pt x="109400" y="85513"/>
                  </a:lnTo>
                  <a:lnTo>
                    <a:pt x="107489" y="85991"/>
                  </a:lnTo>
                  <a:lnTo>
                    <a:pt x="106056" y="86947"/>
                  </a:lnTo>
                  <a:lnTo>
                    <a:pt x="104145" y="88380"/>
                  </a:lnTo>
                  <a:lnTo>
                    <a:pt x="102712" y="88858"/>
                  </a:lnTo>
                  <a:lnTo>
                    <a:pt x="100323" y="88858"/>
                  </a:lnTo>
                  <a:lnTo>
                    <a:pt x="98890" y="89335"/>
                  </a:lnTo>
                  <a:lnTo>
                    <a:pt x="97935" y="91246"/>
                  </a:lnTo>
                  <a:lnTo>
                    <a:pt x="96979" y="92202"/>
                  </a:lnTo>
                  <a:lnTo>
                    <a:pt x="94591" y="92679"/>
                  </a:lnTo>
                  <a:lnTo>
                    <a:pt x="95546" y="92679"/>
                  </a:lnTo>
                  <a:lnTo>
                    <a:pt x="96024" y="93635"/>
                  </a:lnTo>
                  <a:lnTo>
                    <a:pt x="94591" y="98890"/>
                  </a:lnTo>
                  <a:lnTo>
                    <a:pt x="94113" y="101278"/>
                  </a:lnTo>
                  <a:lnTo>
                    <a:pt x="93635" y="105100"/>
                  </a:lnTo>
                  <a:lnTo>
                    <a:pt x="92680" y="108922"/>
                  </a:lnTo>
                  <a:lnTo>
                    <a:pt x="89813" y="108922"/>
                  </a:lnTo>
                  <a:lnTo>
                    <a:pt x="90291" y="109878"/>
                  </a:lnTo>
                  <a:lnTo>
                    <a:pt x="92680" y="110833"/>
                  </a:lnTo>
                  <a:lnTo>
                    <a:pt x="92202" y="112266"/>
                  </a:lnTo>
                  <a:lnTo>
                    <a:pt x="89813" y="115133"/>
                  </a:lnTo>
                  <a:lnTo>
                    <a:pt x="88858" y="117044"/>
                  </a:lnTo>
                  <a:lnTo>
                    <a:pt x="87902" y="120865"/>
                  </a:lnTo>
                  <a:lnTo>
                    <a:pt x="85991" y="124687"/>
                  </a:lnTo>
                  <a:lnTo>
                    <a:pt x="84080" y="128987"/>
                  </a:lnTo>
                  <a:lnTo>
                    <a:pt x="84080" y="129465"/>
                  </a:lnTo>
                  <a:lnTo>
                    <a:pt x="84558" y="130898"/>
                  </a:lnTo>
                  <a:lnTo>
                    <a:pt x="85514" y="131853"/>
                  </a:lnTo>
                  <a:lnTo>
                    <a:pt x="85514" y="133286"/>
                  </a:lnTo>
                  <a:lnTo>
                    <a:pt x="85514" y="133764"/>
                  </a:lnTo>
                  <a:lnTo>
                    <a:pt x="84558" y="133764"/>
                  </a:lnTo>
                  <a:lnTo>
                    <a:pt x="83603" y="134242"/>
                  </a:lnTo>
                  <a:lnTo>
                    <a:pt x="78348" y="135675"/>
                  </a:lnTo>
                  <a:lnTo>
                    <a:pt x="76914" y="137108"/>
                  </a:lnTo>
                  <a:lnTo>
                    <a:pt x="75481" y="139497"/>
                  </a:lnTo>
                  <a:lnTo>
                    <a:pt x="73570" y="141408"/>
                  </a:lnTo>
                  <a:lnTo>
                    <a:pt x="68316" y="145707"/>
                  </a:lnTo>
                  <a:lnTo>
                    <a:pt x="65449" y="149529"/>
                  </a:lnTo>
                  <a:lnTo>
                    <a:pt x="64493" y="150962"/>
                  </a:lnTo>
                  <a:lnTo>
                    <a:pt x="64016" y="151440"/>
                  </a:lnTo>
                  <a:lnTo>
                    <a:pt x="56850" y="153351"/>
                  </a:lnTo>
                  <a:lnTo>
                    <a:pt x="52073" y="153829"/>
                  </a:lnTo>
                  <a:lnTo>
                    <a:pt x="49684" y="153351"/>
                  </a:lnTo>
                  <a:lnTo>
                    <a:pt x="46818" y="152396"/>
                  </a:lnTo>
                  <a:lnTo>
                    <a:pt x="45384" y="151918"/>
                  </a:lnTo>
                  <a:lnTo>
                    <a:pt x="42996" y="152396"/>
                  </a:lnTo>
                  <a:lnTo>
                    <a:pt x="41563" y="153351"/>
                  </a:lnTo>
                  <a:lnTo>
                    <a:pt x="39652" y="152396"/>
                  </a:lnTo>
                  <a:lnTo>
                    <a:pt x="37741" y="152873"/>
                  </a:lnTo>
                  <a:lnTo>
                    <a:pt x="37263" y="152396"/>
                  </a:lnTo>
                  <a:lnTo>
                    <a:pt x="36786" y="151440"/>
                  </a:lnTo>
                  <a:lnTo>
                    <a:pt x="37263" y="150007"/>
                  </a:lnTo>
                  <a:lnTo>
                    <a:pt x="36786" y="149051"/>
                  </a:lnTo>
                  <a:lnTo>
                    <a:pt x="35830" y="148096"/>
                  </a:lnTo>
                  <a:lnTo>
                    <a:pt x="34874" y="147141"/>
                  </a:lnTo>
                  <a:lnTo>
                    <a:pt x="33919" y="146663"/>
                  </a:lnTo>
                  <a:lnTo>
                    <a:pt x="32008" y="146185"/>
                  </a:lnTo>
                  <a:lnTo>
                    <a:pt x="28186" y="146663"/>
                  </a:lnTo>
                  <a:lnTo>
                    <a:pt x="27231" y="146663"/>
                  </a:lnTo>
                  <a:lnTo>
                    <a:pt x="24842" y="143319"/>
                  </a:lnTo>
                  <a:lnTo>
                    <a:pt x="23886" y="142363"/>
                  </a:lnTo>
                  <a:lnTo>
                    <a:pt x="21498" y="140930"/>
                  </a:lnTo>
                  <a:lnTo>
                    <a:pt x="20543" y="141408"/>
                  </a:lnTo>
                  <a:lnTo>
                    <a:pt x="18632" y="143319"/>
                  </a:lnTo>
                  <a:lnTo>
                    <a:pt x="17676" y="143319"/>
                  </a:lnTo>
                  <a:lnTo>
                    <a:pt x="12421" y="143796"/>
                  </a:lnTo>
                  <a:lnTo>
                    <a:pt x="7166" y="142841"/>
                  </a:lnTo>
                  <a:lnTo>
                    <a:pt x="5255" y="142363"/>
                  </a:lnTo>
                  <a:lnTo>
                    <a:pt x="4777" y="140452"/>
                  </a:lnTo>
                  <a:lnTo>
                    <a:pt x="9077" y="136153"/>
                  </a:lnTo>
                  <a:lnTo>
                    <a:pt x="7644" y="136631"/>
                  </a:lnTo>
                  <a:lnTo>
                    <a:pt x="5255" y="138542"/>
                  </a:lnTo>
                  <a:lnTo>
                    <a:pt x="3822" y="138064"/>
                  </a:lnTo>
                  <a:lnTo>
                    <a:pt x="5255" y="136153"/>
                  </a:lnTo>
                  <a:lnTo>
                    <a:pt x="5255" y="135197"/>
                  </a:lnTo>
                  <a:lnTo>
                    <a:pt x="4777" y="134242"/>
                  </a:lnTo>
                  <a:lnTo>
                    <a:pt x="2866" y="136153"/>
                  </a:lnTo>
                  <a:lnTo>
                    <a:pt x="478" y="136153"/>
                  </a:lnTo>
                  <a:lnTo>
                    <a:pt x="0" y="134719"/>
                  </a:lnTo>
                  <a:lnTo>
                    <a:pt x="478" y="132809"/>
                  </a:lnTo>
                  <a:lnTo>
                    <a:pt x="956" y="132331"/>
                  </a:lnTo>
                  <a:lnTo>
                    <a:pt x="7166" y="131376"/>
                  </a:lnTo>
                  <a:lnTo>
                    <a:pt x="9555" y="130898"/>
                  </a:lnTo>
                  <a:lnTo>
                    <a:pt x="10510" y="129465"/>
                  </a:lnTo>
                  <a:lnTo>
                    <a:pt x="6688" y="129465"/>
                  </a:lnTo>
                  <a:lnTo>
                    <a:pt x="6688" y="128031"/>
                  </a:lnTo>
                  <a:lnTo>
                    <a:pt x="7166" y="127076"/>
                  </a:lnTo>
                  <a:lnTo>
                    <a:pt x="10510" y="125165"/>
                  </a:lnTo>
                  <a:lnTo>
                    <a:pt x="8122" y="125643"/>
                  </a:lnTo>
                  <a:lnTo>
                    <a:pt x="5255" y="125165"/>
                  </a:lnTo>
                  <a:lnTo>
                    <a:pt x="5255" y="123254"/>
                  </a:lnTo>
                  <a:lnTo>
                    <a:pt x="6211" y="121821"/>
                  </a:lnTo>
                  <a:lnTo>
                    <a:pt x="9077" y="121821"/>
                  </a:lnTo>
                  <a:lnTo>
                    <a:pt x="8122" y="120865"/>
                  </a:lnTo>
                  <a:lnTo>
                    <a:pt x="8122" y="119432"/>
                  </a:lnTo>
                  <a:lnTo>
                    <a:pt x="8599" y="119432"/>
                  </a:lnTo>
                  <a:lnTo>
                    <a:pt x="11466" y="121343"/>
                  </a:lnTo>
                  <a:lnTo>
                    <a:pt x="13854" y="121821"/>
                  </a:lnTo>
                  <a:lnTo>
                    <a:pt x="12899" y="120388"/>
                  </a:lnTo>
                  <a:lnTo>
                    <a:pt x="12899" y="119432"/>
                  </a:lnTo>
                  <a:lnTo>
                    <a:pt x="13377" y="118954"/>
                  </a:lnTo>
                  <a:lnTo>
                    <a:pt x="15288" y="118954"/>
                  </a:lnTo>
                  <a:lnTo>
                    <a:pt x="14809" y="118477"/>
                  </a:lnTo>
                  <a:lnTo>
                    <a:pt x="12899" y="117999"/>
                  </a:lnTo>
                  <a:lnTo>
                    <a:pt x="10988" y="117044"/>
                  </a:lnTo>
                  <a:lnTo>
                    <a:pt x="10988" y="116088"/>
                  </a:lnTo>
                  <a:lnTo>
                    <a:pt x="10988" y="114655"/>
                  </a:lnTo>
                  <a:lnTo>
                    <a:pt x="12899" y="112744"/>
                  </a:lnTo>
                  <a:lnTo>
                    <a:pt x="14332" y="113700"/>
                  </a:lnTo>
                  <a:lnTo>
                    <a:pt x="15765" y="113222"/>
                  </a:lnTo>
                  <a:lnTo>
                    <a:pt x="14809" y="112744"/>
                  </a:lnTo>
                  <a:lnTo>
                    <a:pt x="13854" y="111311"/>
                  </a:lnTo>
                  <a:lnTo>
                    <a:pt x="14332" y="110355"/>
                  </a:lnTo>
                  <a:lnTo>
                    <a:pt x="18632" y="107011"/>
                  </a:lnTo>
                  <a:lnTo>
                    <a:pt x="19587" y="110355"/>
                  </a:lnTo>
                  <a:lnTo>
                    <a:pt x="20065" y="109400"/>
                  </a:lnTo>
                  <a:lnTo>
                    <a:pt x="20065" y="107967"/>
                  </a:lnTo>
                  <a:lnTo>
                    <a:pt x="19587" y="107011"/>
                  </a:lnTo>
                  <a:lnTo>
                    <a:pt x="19587" y="106056"/>
                  </a:lnTo>
                  <a:lnTo>
                    <a:pt x="20065" y="105578"/>
                  </a:lnTo>
                  <a:lnTo>
                    <a:pt x="21975" y="104623"/>
                  </a:lnTo>
                  <a:lnTo>
                    <a:pt x="24364" y="102234"/>
                  </a:lnTo>
                  <a:lnTo>
                    <a:pt x="26275" y="100801"/>
                  </a:lnTo>
                  <a:lnTo>
                    <a:pt x="27709" y="101756"/>
                  </a:lnTo>
                  <a:lnTo>
                    <a:pt x="28664" y="102712"/>
                  </a:lnTo>
                  <a:lnTo>
                    <a:pt x="28186" y="101756"/>
                  </a:lnTo>
                  <a:lnTo>
                    <a:pt x="27709" y="100801"/>
                  </a:lnTo>
                  <a:lnTo>
                    <a:pt x="27709" y="98412"/>
                  </a:lnTo>
                  <a:lnTo>
                    <a:pt x="30575" y="95068"/>
                  </a:lnTo>
                  <a:lnTo>
                    <a:pt x="34397" y="91724"/>
                  </a:lnTo>
                  <a:lnTo>
                    <a:pt x="37741" y="87902"/>
                  </a:lnTo>
                  <a:lnTo>
                    <a:pt x="39652" y="86469"/>
                  </a:lnTo>
                  <a:lnTo>
                    <a:pt x="43473" y="85036"/>
                  </a:lnTo>
                  <a:lnTo>
                    <a:pt x="45862" y="85991"/>
                  </a:lnTo>
                  <a:lnTo>
                    <a:pt x="46340" y="85513"/>
                  </a:lnTo>
                  <a:lnTo>
                    <a:pt x="50162" y="83125"/>
                  </a:lnTo>
                  <a:lnTo>
                    <a:pt x="51595" y="82647"/>
                  </a:lnTo>
                  <a:lnTo>
                    <a:pt x="53028" y="83125"/>
                  </a:lnTo>
                  <a:lnTo>
                    <a:pt x="53984" y="83603"/>
                  </a:lnTo>
                  <a:lnTo>
                    <a:pt x="53028" y="81214"/>
                  </a:lnTo>
                  <a:lnTo>
                    <a:pt x="53506" y="80258"/>
                  </a:lnTo>
                  <a:lnTo>
                    <a:pt x="56372" y="78347"/>
                  </a:lnTo>
                  <a:lnTo>
                    <a:pt x="60194" y="76437"/>
                  </a:lnTo>
                  <a:lnTo>
                    <a:pt x="63538" y="75481"/>
                  </a:lnTo>
                  <a:lnTo>
                    <a:pt x="65449" y="74526"/>
                  </a:lnTo>
                  <a:lnTo>
                    <a:pt x="66882" y="74526"/>
                  </a:lnTo>
                  <a:lnTo>
                    <a:pt x="66405" y="73093"/>
                  </a:lnTo>
                  <a:lnTo>
                    <a:pt x="66882" y="72137"/>
                  </a:lnTo>
                  <a:lnTo>
                    <a:pt x="67838" y="72615"/>
                  </a:lnTo>
                  <a:lnTo>
                    <a:pt x="68316" y="72137"/>
                  </a:lnTo>
                  <a:lnTo>
                    <a:pt x="67360" y="71659"/>
                  </a:lnTo>
                  <a:lnTo>
                    <a:pt x="70227" y="69748"/>
                  </a:lnTo>
                  <a:lnTo>
                    <a:pt x="72137" y="67360"/>
                  </a:lnTo>
                  <a:lnTo>
                    <a:pt x="73093" y="66882"/>
                  </a:lnTo>
                  <a:lnTo>
                    <a:pt x="73570" y="66404"/>
                  </a:lnTo>
                  <a:lnTo>
                    <a:pt x="75004" y="64971"/>
                  </a:lnTo>
                  <a:lnTo>
                    <a:pt x="75959" y="64493"/>
                  </a:lnTo>
                  <a:lnTo>
                    <a:pt x="76914" y="64493"/>
                  </a:lnTo>
                  <a:lnTo>
                    <a:pt x="77870" y="65449"/>
                  </a:lnTo>
                  <a:lnTo>
                    <a:pt x="77393" y="64016"/>
                  </a:lnTo>
                  <a:lnTo>
                    <a:pt x="75959" y="63538"/>
                  </a:lnTo>
                  <a:lnTo>
                    <a:pt x="77393" y="62582"/>
                  </a:lnTo>
                  <a:lnTo>
                    <a:pt x="79303" y="61627"/>
                  </a:lnTo>
                  <a:lnTo>
                    <a:pt x="80736" y="62105"/>
                  </a:lnTo>
                  <a:lnTo>
                    <a:pt x="82170" y="63060"/>
                  </a:lnTo>
                  <a:lnTo>
                    <a:pt x="80736" y="61627"/>
                  </a:lnTo>
                  <a:lnTo>
                    <a:pt x="80259" y="61149"/>
                  </a:lnTo>
                  <a:lnTo>
                    <a:pt x="82170" y="60194"/>
                  </a:lnTo>
                  <a:lnTo>
                    <a:pt x="83125" y="59716"/>
                  </a:lnTo>
                  <a:lnTo>
                    <a:pt x="84558" y="61627"/>
                  </a:lnTo>
                  <a:lnTo>
                    <a:pt x="84558" y="60194"/>
                  </a:lnTo>
                  <a:lnTo>
                    <a:pt x="84558" y="59238"/>
                  </a:lnTo>
                  <a:lnTo>
                    <a:pt x="86947" y="57328"/>
                  </a:lnTo>
                  <a:lnTo>
                    <a:pt x="89336" y="53983"/>
                  </a:lnTo>
                  <a:lnTo>
                    <a:pt x="90291" y="54939"/>
                  </a:lnTo>
                  <a:lnTo>
                    <a:pt x="90291" y="56372"/>
                  </a:lnTo>
                  <a:lnTo>
                    <a:pt x="90291" y="57805"/>
                  </a:lnTo>
                  <a:lnTo>
                    <a:pt x="90769" y="57328"/>
                  </a:lnTo>
                  <a:lnTo>
                    <a:pt x="90769" y="55894"/>
                  </a:lnTo>
                  <a:lnTo>
                    <a:pt x="90291" y="53505"/>
                  </a:lnTo>
                  <a:lnTo>
                    <a:pt x="93635" y="48728"/>
                  </a:lnTo>
                  <a:lnTo>
                    <a:pt x="94113" y="48251"/>
                  </a:lnTo>
                  <a:lnTo>
                    <a:pt x="95068" y="47773"/>
                  </a:lnTo>
                  <a:lnTo>
                    <a:pt x="96024" y="47773"/>
                  </a:lnTo>
                  <a:lnTo>
                    <a:pt x="95546" y="46817"/>
                  </a:lnTo>
                  <a:lnTo>
                    <a:pt x="95068" y="46340"/>
                  </a:lnTo>
                  <a:lnTo>
                    <a:pt x="95546" y="43473"/>
                  </a:lnTo>
                  <a:lnTo>
                    <a:pt x="96024" y="41085"/>
                  </a:lnTo>
                  <a:lnTo>
                    <a:pt x="96979" y="38218"/>
                  </a:lnTo>
                  <a:lnTo>
                    <a:pt x="98412" y="35830"/>
                  </a:lnTo>
                  <a:lnTo>
                    <a:pt x="99368" y="31052"/>
                  </a:lnTo>
                  <a:lnTo>
                    <a:pt x="100323" y="30575"/>
                  </a:lnTo>
                  <a:lnTo>
                    <a:pt x="103189" y="30097"/>
                  </a:lnTo>
                  <a:lnTo>
                    <a:pt x="104623" y="29619"/>
                  </a:lnTo>
                  <a:lnTo>
                    <a:pt x="106534" y="27708"/>
                  </a:lnTo>
                  <a:lnTo>
                    <a:pt x="108445" y="25320"/>
                  </a:lnTo>
                  <a:lnTo>
                    <a:pt x="109878" y="22931"/>
                  </a:lnTo>
                  <a:lnTo>
                    <a:pt x="111311" y="16721"/>
                  </a:lnTo>
                  <a:lnTo>
                    <a:pt x="112266" y="10988"/>
                  </a:lnTo>
                  <a:lnTo>
                    <a:pt x="115133" y="6210"/>
                  </a:lnTo>
                  <a:lnTo>
                    <a:pt x="118955" y="2866"/>
                  </a:lnTo>
                  <a:lnTo>
                    <a:pt x="122299" y="478"/>
                  </a:lnTo>
                  <a:lnTo>
                    <a:pt x="123732" y="0"/>
                  </a:lnTo>
                  <a:lnTo>
                    <a:pt x="126121" y="0"/>
                  </a:lnTo>
                  <a:lnTo>
                    <a:pt x="128509" y="478"/>
                  </a:lnTo>
                  <a:lnTo>
                    <a:pt x="124210" y="955"/>
                  </a:lnTo>
                  <a:lnTo>
                    <a:pt x="123732" y="2866"/>
                  </a:lnTo>
                  <a:lnTo>
                    <a:pt x="123732" y="4299"/>
                  </a:lnTo>
                  <a:lnTo>
                    <a:pt x="124210" y="5255"/>
                  </a:lnTo>
                  <a:lnTo>
                    <a:pt x="124687" y="6688"/>
                  </a:lnTo>
                  <a:lnTo>
                    <a:pt x="127076" y="7644"/>
                  </a:lnTo>
                  <a:lnTo>
                    <a:pt x="129465" y="8599"/>
                  </a:lnTo>
                  <a:lnTo>
                    <a:pt x="130420" y="10988"/>
                  </a:lnTo>
                  <a:lnTo>
                    <a:pt x="130420" y="13854"/>
                  </a:lnTo>
                  <a:lnTo>
                    <a:pt x="130898" y="16721"/>
                  </a:lnTo>
                  <a:lnTo>
                    <a:pt x="131853" y="18631"/>
                  </a:lnTo>
                  <a:lnTo>
                    <a:pt x="134242" y="19109"/>
                  </a:lnTo>
                  <a:lnTo>
                    <a:pt x="136153" y="17198"/>
                  </a:lnTo>
                  <a:lnTo>
                    <a:pt x="138542" y="15765"/>
                  </a:lnTo>
                  <a:lnTo>
                    <a:pt x="140453" y="14332"/>
                  </a:lnTo>
                  <a:lnTo>
                    <a:pt x="144275" y="11943"/>
                  </a:lnTo>
                  <a:lnTo>
                    <a:pt x="145230" y="11465"/>
                  </a:lnTo>
                  <a:lnTo>
                    <a:pt x="147141" y="10988"/>
                  </a:lnTo>
                  <a:lnTo>
                    <a:pt x="148096" y="10510"/>
                  </a:lnTo>
                  <a:lnTo>
                    <a:pt x="149530" y="10032"/>
                  </a:lnTo>
                  <a:lnTo>
                    <a:pt x="148574" y="11943"/>
                  </a:lnTo>
                  <a:lnTo>
                    <a:pt x="147141" y="12421"/>
                  </a:lnTo>
                  <a:lnTo>
                    <a:pt x="147141" y="12898"/>
                  </a:lnTo>
                  <a:lnTo>
                    <a:pt x="147619" y="13854"/>
                  </a:lnTo>
                  <a:lnTo>
                    <a:pt x="146663" y="15287"/>
                  </a:lnTo>
                  <a:lnTo>
                    <a:pt x="146663" y="16721"/>
                  </a:lnTo>
                  <a:lnTo>
                    <a:pt x="145230" y="18631"/>
                  </a:lnTo>
                  <a:lnTo>
                    <a:pt x="147141" y="17676"/>
                  </a:lnTo>
                  <a:lnTo>
                    <a:pt x="148096" y="16721"/>
                  </a:lnTo>
                  <a:lnTo>
                    <a:pt x="147619" y="15765"/>
                  </a:lnTo>
                  <a:lnTo>
                    <a:pt x="148574" y="14332"/>
                  </a:lnTo>
                  <a:lnTo>
                    <a:pt x="150007" y="13854"/>
                  </a:lnTo>
                  <a:lnTo>
                    <a:pt x="149530" y="12898"/>
                  </a:lnTo>
                  <a:lnTo>
                    <a:pt x="149530" y="11943"/>
                  </a:lnTo>
                  <a:lnTo>
                    <a:pt x="150962" y="12421"/>
                  </a:lnTo>
                  <a:lnTo>
                    <a:pt x="151918" y="12421"/>
                  </a:lnTo>
                  <a:lnTo>
                    <a:pt x="152396" y="11943"/>
                  </a:lnTo>
                  <a:lnTo>
                    <a:pt x="153351" y="11943"/>
                  </a:lnTo>
                  <a:lnTo>
                    <a:pt x="153829" y="12421"/>
                  </a:lnTo>
                  <a:lnTo>
                    <a:pt x="155262" y="12421"/>
                  </a:lnTo>
                  <a:lnTo>
                    <a:pt x="154784" y="13854"/>
                  </a:lnTo>
                  <a:lnTo>
                    <a:pt x="153829" y="15287"/>
                  </a:lnTo>
                  <a:lnTo>
                    <a:pt x="153351" y="15765"/>
                  </a:lnTo>
                  <a:lnTo>
                    <a:pt x="151441" y="17198"/>
                  </a:lnTo>
                  <a:lnTo>
                    <a:pt x="150007" y="17676"/>
                  </a:lnTo>
                  <a:lnTo>
                    <a:pt x="151918" y="18154"/>
                  </a:lnTo>
                  <a:lnTo>
                    <a:pt x="154784" y="16243"/>
                  </a:lnTo>
                  <a:lnTo>
                    <a:pt x="156695" y="143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FEF9F592-2E1D-30C8-816E-807E9ED2797E}"/>
                </a:ext>
              </a:extLst>
            </p:cNvPr>
            <p:cNvSpPr/>
            <p:nvPr/>
          </p:nvSpPr>
          <p:spPr>
            <a:xfrm>
              <a:off x="9330227" y="5542259"/>
              <a:ext cx="3343" cy="4777"/>
            </a:xfrm>
            <a:custGeom>
              <a:avLst/>
              <a:gdLst>
                <a:gd name="csX0" fmla="*/ 3344 w 3343"/>
                <a:gd name="csY0" fmla="*/ 0 h 4777"/>
                <a:gd name="csX1" fmla="*/ 3344 w 3343"/>
                <a:gd name="csY1" fmla="*/ 1911 h 4777"/>
                <a:gd name="csX2" fmla="*/ 2389 w 3343"/>
                <a:gd name="csY2" fmla="*/ 3344 h 4777"/>
                <a:gd name="csX3" fmla="*/ 0 w 3343"/>
                <a:gd name="csY3" fmla="*/ 4777 h 4777"/>
                <a:gd name="csX4" fmla="*/ 0 w 3343"/>
                <a:gd name="csY4" fmla="*/ 3822 h 4777"/>
                <a:gd name="csX5" fmla="*/ 478 w 3343"/>
                <a:gd name="csY5" fmla="*/ 1911 h 4777"/>
                <a:gd name="csX6" fmla="*/ 1433 w 3343"/>
                <a:gd name="csY6" fmla="*/ 956 h 4777"/>
                <a:gd name="csX7" fmla="*/ 2389 w 3343"/>
                <a:gd name="csY7" fmla="*/ 956 h 4777"/>
                <a:gd name="csX8" fmla="*/ 3344 w 3343"/>
                <a:gd name="csY8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4777">
                  <a:moveTo>
                    <a:pt x="3344" y="0"/>
                  </a:moveTo>
                  <a:lnTo>
                    <a:pt x="3344" y="1911"/>
                  </a:lnTo>
                  <a:lnTo>
                    <a:pt x="2389" y="3344"/>
                  </a:lnTo>
                  <a:lnTo>
                    <a:pt x="0" y="4777"/>
                  </a:lnTo>
                  <a:lnTo>
                    <a:pt x="0" y="3822"/>
                  </a:lnTo>
                  <a:lnTo>
                    <a:pt x="478" y="1911"/>
                  </a:lnTo>
                  <a:lnTo>
                    <a:pt x="1433" y="956"/>
                  </a:lnTo>
                  <a:lnTo>
                    <a:pt x="2389" y="956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1C888534-B5EA-6201-64F6-38454B18A106}"/>
                </a:ext>
              </a:extLst>
            </p:cNvPr>
            <p:cNvSpPr/>
            <p:nvPr/>
          </p:nvSpPr>
          <p:spPr>
            <a:xfrm>
              <a:off x="9249968" y="5106569"/>
              <a:ext cx="2866" cy="1911"/>
            </a:xfrm>
            <a:custGeom>
              <a:avLst/>
              <a:gdLst>
                <a:gd name="csX0" fmla="*/ 2867 w 2866"/>
                <a:gd name="csY0" fmla="*/ 478 h 1911"/>
                <a:gd name="csX1" fmla="*/ 2389 w 2866"/>
                <a:gd name="csY1" fmla="*/ 1911 h 1911"/>
                <a:gd name="csX2" fmla="*/ 1433 w 2866"/>
                <a:gd name="csY2" fmla="*/ 1911 h 1911"/>
                <a:gd name="csX3" fmla="*/ 0 w 2866"/>
                <a:gd name="csY3" fmla="*/ 956 h 1911"/>
                <a:gd name="csX4" fmla="*/ 0 w 2866"/>
                <a:gd name="csY4" fmla="*/ 0 h 1911"/>
                <a:gd name="csX5" fmla="*/ 1911 w 2866"/>
                <a:gd name="csY5" fmla="*/ 0 h 1911"/>
                <a:gd name="csX6" fmla="*/ 1911 w 2866"/>
                <a:gd name="csY6" fmla="*/ 0 h 1911"/>
                <a:gd name="csX7" fmla="*/ 2867 w 2866"/>
                <a:gd name="csY7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1911">
                  <a:moveTo>
                    <a:pt x="2867" y="478"/>
                  </a:moveTo>
                  <a:lnTo>
                    <a:pt x="2389" y="1911"/>
                  </a:lnTo>
                  <a:lnTo>
                    <a:pt x="1433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2D668768-312A-0436-A141-878405C7ACB4}"/>
                </a:ext>
              </a:extLst>
            </p:cNvPr>
            <p:cNvSpPr/>
            <p:nvPr/>
          </p:nvSpPr>
          <p:spPr>
            <a:xfrm>
              <a:off x="9239459" y="5090804"/>
              <a:ext cx="5732" cy="6210"/>
            </a:xfrm>
            <a:custGeom>
              <a:avLst/>
              <a:gdLst>
                <a:gd name="csX0" fmla="*/ 5733 w 5732"/>
                <a:gd name="csY0" fmla="*/ 3822 h 6210"/>
                <a:gd name="csX1" fmla="*/ 4300 w 5732"/>
                <a:gd name="csY1" fmla="*/ 6210 h 6210"/>
                <a:gd name="csX2" fmla="*/ 2866 w 5732"/>
                <a:gd name="csY2" fmla="*/ 5733 h 6210"/>
                <a:gd name="csX3" fmla="*/ 955 w 5732"/>
                <a:gd name="csY3" fmla="*/ 4300 h 6210"/>
                <a:gd name="csX4" fmla="*/ 0 w 5732"/>
                <a:gd name="csY4" fmla="*/ 2866 h 6210"/>
                <a:gd name="csX5" fmla="*/ 478 w 5732"/>
                <a:gd name="csY5" fmla="*/ 478 h 6210"/>
                <a:gd name="csX6" fmla="*/ 1433 w 5732"/>
                <a:gd name="csY6" fmla="*/ 0 h 6210"/>
                <a:gd name="csX7" fmla="*/ 2389 w 5732"/>
                <a:gd name="csY7" fmla="*/ 0 h 6210"/>
                <a:gd name="csX8" fmla="*/ 2866 w 5732"/>
                <a:gd name="csY8" fmla="*/ 2389 h 6210"/>
                <a:gd name="csX9" fmla="*/ 5733 w 5732"/>
                <a:gd name="csY9" fmla="*/ 3822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6210">
                  <a:moveTo>
                    <a:pt x="5733" y="3822"/>
                  </a:moveTo>
                  <a:lnTo>
                    <a:pt x="4300" y="6210"/>
                  </a:lnTo>
                  <a:lnTo>
                    <a:pt x="2866" y="5733"/>
                  </a:lnTo>
                  <a:lnTo>
                    <a:pt x="955" y="4300"/>
                  </a:lnTo>
                  <a:lnTo>
                    <a:pt x="0" y="2866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866" y="2389"/>
                  </a:lnTo>
                  <a:lnTo>
                    <a:pt x="57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600B7390-53A1-283A-D32D-65EB741A3742}"/>
                </a:ext>
              </a:extLst>
            </p:cNvPr>
            <p:cNvSpPr/>
            <p:nvPr/>
          </p:nvSpPr>
          <p:spPr>
            <a:xfrm>
              <a:off x="9211272" y="2931467"/>
              <a:ext cx="32485" cy="23408"/>
            </a:xfrm>
            <a:custGeom>
              <a:avLst/>
              <a:gdLst>
                <a:gd name="csX0" fmla="*/ 32486 w 32485"/>
                <a:gd name="csY0" fmla="*/ 8599 h 23408"/>
                <a:gd name="csX1" fmla="*/ 32486 w 32485"/>
                <a:gd name="csY1" fmla="*/ 9555 h 23408"/>
                <a:gd name="csX2" fmla="*/ 32008 w 32485"/>
                <a:gd name="csY2" fmla="*/ 12421 h 23408"/>
                <a:gd name="csX3" fmla="*/ 30575 w 32485"/>
                <a:gd name="csY3" fmla="*/ 12899 h 23408"/>
                <a:gd name="csX4" fmla="*/ 30097 w 32485"/>
                <a:gd name="csY4" fmla="*/ 14810 h 23408"/>
                <a:gd name="csX5" fmla="*/ 29141 w 32485"/>
                <a:gd name="csY5" fmla="*/ 20542 h 23408"/>
                <a:gd name="csX6" fmla="*/ 28664 w 32485"/>
                <a:gd name="csY6" fmla="*/ 21976 h 23408"/>
                <a:gd name="csX7" fmla="*/ 27709 w 32485"/>
                <a:gd name="csY7" fmla="*/ 22931 h 23408"/>
                <a:gd name="csX8" fmla="*/ 22454 w 32485"/>
                <a:gd name="csY8" fmla="*/ 23409 h 23408"/>
                <a:gd name="csX9" fmla="*/ 10988 w 32485"/>
                <a:gd name="csY9" fmla="*/ 18631 h 23408"/>
                <a:gd name="csX10" fmla="*/ 7166 w 32485"/>
                <a:gd name="csY10" fmla="*/ 15765 h 23408"/>
                <a:gd name="csX11" fmla="*/ 3822 w 32485"/>
                <a:gd name="csY11" fmla="*/ 12899 h 23408"/>
                <a:gd name="csX12" fmla="*/ 478 w 32485"/>
                <a:gd name="csY12" fmla="*/ 10510 h 23408"/>
                <a:gd name="csX13" fmla="*/ 0 w 32485"/>
                <a:gd name="csY13" fmla="*/ 9555 h 23408"/>
                <a:gd name="csX14" fmla="*/ 478 w 32485"/>
                <a:gd name="csY14" fmla="*/ 7644 h 23408"/>
                <a:gd name="csX15" fmla="*/ 1433 w 32485"/>
                <a:gd name="csY15" fmla="*/ 6210 h 23408"/>
                <a:gd name="csX16" fmla="*/ 5255 w 32485"/>
                <a:gd name="csY16" fmla="*/ 2389 h 23408"/>
                <a:gd name="csX17" fmla="*/ 8122 w 32485"/>
                <a:gd name="csY17" fmla="*/ 478 h 23408"/>
                <a:gd name="csX18" fmla="*/ 10988 w 32485"/>
                <a:gd name="csY18" fmla="*/ 0 h 23408"/>
                <a:gd name="csX19" fmla="*/ 31530 w 32485"/>
                <a:gd name="csY19" fmla="*/ 7166 h 23408"/>
                <a:gd name="csX20" fmla="*/ 32486 w 32485"/>
                <a:gd name="csY20" fmla="*/ 8599 h 23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32485" h="23408">
                  <a:moveTo>
                    <a:pt x="32486" y="8599"/>
                  </a:moveTo>
                  <a:lnTo>
                    <a:pt x="32486" y="9555"/>
                  </a:lnTo>
                  <a:lnTo>
                    <a:pt x="32008" y="12421"/>
                  </a:lnTo>
                  <a:lnTo>
                    <a:pt x="30575" y="12899"/>
                  </a:lnTo>
                  <a:lnTo>
                    <a:pt x="30097" y="14810"/>
                  </a:lnTo>
                  <a:lnTo>
                    <a:pt x="29141" y="20542"/>
                  </a:lnTo>
                  <a:lnTo>
                    <a:pt x="28664" y="21976"/>
                  </a:lnTo>
                  <a:lnTo>
                    <a:pt x="27709" y="22931"/>
                  </a:lnTo>
                  <a:lnTo>
                    <a:pt x="22454" y="23409"/>
                  </a:lnTo>
                  <a:lnTo>
                    <a:pt x="10988" y="18631"/>
                  </a:lnTo>
                  <a:lnTo>
                    <a:pt x="7166" y="15765"/>
                  </a:lnTo>
                  <a:lnTo>
                    <a:pt x="3822" y="12899"/>
                  </a:lnTo>
                  <a:lnTo>
                    <a:pt x="478" y="10510"/>
                  </a:lnTo>
                  <a:lnTo>
                    <a:pt x="0" y="9555"/>
                  </a:lnTo>
                  <a:lnTo>
                    <a:pt x="478" y="7644"/>
                  </a:lnTo>
                  <a:lnTo>
                    <a:pt x="1433" y="6210"/>
                  </a:lnTo>
                  <a:lnTo>
                    <a:pt x="5255" y="2389"/>
                  </a:lnTo>
                  <a:lnTo>
                    <a:pt x="8122" y="478"/>
                  </a:lnTo>
                  <a:lnTo>
                    <a:pt x="10988" y="0"/>
                  </a:lnTo>
                  <a:lnTo>
                    <a:pt x="31530" y="7166"/>
                  </a:lnTo>
                  <a:lnTo>
                    <a:pt x="32486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7C943529-4F37-756E-DDDE-5CFB6CC9F7D4}"/>
                </a:ext>
              </a:extLst>
            </p:cNvPr>
            <p:cNvSpPr/>
            <p:nvPr/>
          </p:nvSpPr>
          <p:spPr>
            <a:xfrm>
              <a:off x="9235159" y="5076950"/>
              <a:ext cx="6688" cy="7165"/>
            </a:xfrm>
            <a:custGeom>
              <a:avLst/>
              <a:gdLst>
                <a:gd name="csX0" fmla="*/ 5733 w 6688"/>
                <a:gd name="csY0" fmla="*/ 4777 h 7165"/>
                <a:gd name="csX1" fmla="*/ 6688 w 6688"/>
                <a:gd name="csY1" fmla="*/ 6211 h 7165"/>
                <a:gd name="csX2" fmla="*/ 5733 w 6688"/>
                <a:gd name="csY2" fmla="*/ 7166 h 7165"/>
                <a:gd name="csX3" fmla="*/ 4777 w 6688"/>
                <a:gd name="csY3" fmla="*/ 7166 h 7165"/>
                <a:gd name="csX4" fmla="*/ 0 w 6688"/>
                <a:gd name="csY4" fmla="*/ 5255 h 7165"/>
                <a:gd name="csX5" fmla="*/ 0 w 6688"/>
                <a:gd name="csY5" fmla="*/ 4300 h 7165"/>
                <a:gd name="csX6" fmla="*/ 0 w 6688"/>
                <a:gd name="csY6" fmla="*/ 1911 h 7165"/>
                <a:gd name="csX7" fmla="*/ 478 w 6688"/>
                <a:gd name="csY7" fmla="*/ 478 h 7165"/>
                <a:gd name="csX8" fmla="*/ 1911 w 6688"/>
                <a:gd name="csY8" fmla="*/ 0 h 7165"/>
                <a:gd name="csX9" fmla="*/ 2866 w 6688"/>
                <a:gd name="csY9" fmla="*/ 478 h 7165"/>
                <a:gd name="csX10" fmla="*/ 3344 w 6688"/>
                <a:gd name="csY10" fmla="*/ 2389 h 7165"/>
                <a:gd name="csX11" fmla="*/ 5255 w 6688"/>
                <a:gd name="csY11" fmla="*/ 2867 h 7165"/>
                <a:gd name="csX12" fmla="*/ 4300 w 6688"/>
                <a:gd name="csY12" fmla="*/ 3822 h 7165"/>
                <a:gd name="csX13" fmla="*/ 5733 w 6688"/>
                <a:gd name="csY13" fmla="*/ 4777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688" h="7165">
                  <a:moveTo>
                    <a:pt x="5733" y="4777"/>
                  </a:moveTo>
                  <a:lnTo>
                    <a:pt x="6688" y="6211"/>
                  </a:lnTo>
                  <a:lnTo>
                    <a:pt x="5733" y="7166"/>
                  </a:lnTo>
                  <a:lnTo>
                    <a:pt x="4777" y="7166"/>
                  </a:lnTo>
                  <a:lnTo>
                    <a:pt x="0" y="5255"/>
                  </a:lnTo>
                  <a:lnTo>
                    <a:pt x="0" y="4300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866" y="478"/>
                  </a:lnTo>
                  <a:lnTo>
                    <a:pt x="3344" y="2389"/>
                  </a:lnTo>
                  <a:lnTo>
                    <a:pt x="5255" y="2867"/>
                  </a:lnTo>
                  <a:lnTo>
                    <a:pt x="4300" y="3822"/>
                  </a:lnTo>
                  <a:lnTo>
                    <a:pt x="5733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DF868E57-C444-2B87-75CF-3A9CBADD418E}"/>
                </a:ext>
              </a:extLst>
            </p:cNvPr>
            <p:cNvSpPr/>
            <p:nvPr/>
          </p:nvSpPr>
          <p:spPr>
            <a:xfrm>
              <a:off x="9218438" y="5056886"/>
              <a:ext cx="8599" cy="4777"/>
            </a:xfrm>
            <a:custGeom>
              <a:avLst/>
              <a:gdLst>
                <a:gd name="csX0" fmla="*/ 8599 w 8599"/>
                <a:gd name="csY0" fmla="*/ 2866 h 4777"/>
                <a:gd name="csX1" fmla="*/ 7166 w 8599"/>
                <a:gd name="csY1" fmla="*/ 4777 h 4777"/>
                <a:gd name="csX2" fmla="*/ 4777 w 8599"/>
                <a:gd name="csY2" fmla="*/ 4777 h 4777"/>
                <a:gd name="csX3" fmla="*/ 1911 w 8599"/>
                <a:gd name="csY3" fmla="*/ 4299 h 4777"/>
                <a:gd name="csX4" fmla="*/ 2866 w 8599"/>
                <a:gd name="csY4" fmla="*/ 3822 h 4777"/>
                <a:gd name="csX5" fmla="*/ 2389 w 8599"/>
                <a:gd name="csY5" fmla="*/ 2866 h 4777"/>
                <a:gd name="csX6" fmla="*/ 1433 w 8599"/>
                <a:gd name="csY6" fmla="*/ 2866 h 4777"/>
                <a:gd name="csX7" fmla="*/ 478 w 8599"/>
                <a:gd name="csY7" fmla="*/ 2866 h 4777"/>
                <a:gd name="csX8" fmla="*/ 0 w 8599"/>
                <a:gd name="csY8" fmla="*/ 2866 h 4777"/>
                <a:gd name="csX9" fmla="*/ 478 w 8599"/>
                <a:gd name="csY9" fmla="*/ 1911 h 4777"/>
                <a:gd name="csX10" fmla="*/ 2389 w 8599"/>
                <a:gd name="csY10" fmla="*/ 0 h 4777"/>
                <a:gd name="csX11" fmla="*/ 2866 w 8599"/>
                <a:gd name="csY11" fmla="*/ 0 h 4777"/>
                <a:gd name="csX12" fmla="*/ 3344 w 8599"/>
                <a:gd name="csY12" fmla="*/ 0 h 4777"/>
                <a:gd name="csX13" fmla="*/ 3822 w 8599"/>
                <a:gd name="csY13" fmla="*/ 0 h 4777"/>
                <a:gd name="csX14" fmla="*/ 5733 w 8599"/>
                <a:gd name="csY14" fmla="*/ 0 h 4777"/>
                <a:gd name="csX15" fmla="*/ 7644 w 8599"/>
                <a:gd name="csY15" fmla="*/ 2389 h 4777"/>
                <a:gd name="csX16" fmla="*/ 8599 w 8599"/>
                <a:gd name="csY16" fmla="*/ 286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599" h="4777">
                  <a:moveTo>
                    <a:pt x="8599" y="2866"/>
                  </a:moveTo>
                  <a:lnTo>
                    <a:pt x="7166" y="4777"/>
                  </a:lnTo>
                  <a:lnTo>
                    <a:pt x="4777" y="4777"/>
                  </a:lnTo>
                  <a:lnTo>
                    <a:pt x="1911" y="4299"/>
                  </a:lnTo>
                  <a:lnTo>
                    <a:pt x="2866" y="3822"/>
                  </a:lnTo>
                  <a:lnTo>
                    <a:pt x="2389" y="2866"/>
                  </a:lnTo>
                  <a:lnTo>
                    <a:pt x="1433" y="2866"/>
                  </a:lnTo>
                  <a:lnTo>
                    <a:pt x="478" y="2866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344" y="0"/>
                  </a:lnTo>
                  <a:lnTo>
                    <a:pt x="3822" y="0"/>
                  </a:lnTo>
                  <a:lnTo>
                    <a:pt x="5733" y="0"/>
                  </a:lnTo>
                  <a:lnTo>
                    <a:pt x="7644" y="2389"/>
                  </a:lnTo>
                  <a:lnTo>
                    <a:pt x="8599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6BE174B2-30ED-C24E-6B23-88186B7E1240}"/>
                </a:ext>
              </a:extLst>
            </p:cNvPr>
            <p:cNvSpPr/>
            <p:nvPr/>
          </p:nvSpPr>
          <p:spPr>
            <a:xfrm>
              <a:off x="9217961" y="5038732"/>
              <a:ext cx="6688" cy="4777"/>
            </a:xfrm>
            <a:custGeom>
              <a:avLst/>
              <a:gdLst>
                <a:gd name="csX0" fmla="*/ 6688 w 6688"/>
                <a:gd name="csY0" fmla="*/ 3822 h 4777"/>
                <a:gd name="csX1" fmla="*/ 6688 w 6688"/>
                <a:gd name="csY1" fmla="*/ 4777 h 4777"/>
                <a:gd name="csX2" fmla="*/ 3822 w 6688"/>
                <a:gd name="csY2" fmla="*/ 3822 h 4777"/>
                <a:gd name="csX3" fmla="*/ 1433 w 6688"/>
                <a:gd name="csY3" fmla="*/ 3822 h 4777"/>
                <a:gd name="csX4" fmla="*/ 955 w 6688"/>
                <a:gd name="csY4" fmla="*/ 3822 h 4777"/>
                <a:gd name="csX5" fmla="*/ 478 w 6688"/>
                <a:gd name="csY5" fmla="*/ 3344 h 4777"/>
                <a:gd name="csX6" fmla="*/ 0 w 6688"/>
                <a:gd name="csY6" fmla="*/ 1911 h 4777"/>
                <a:gd name="csX7" fmla="*/ 0 w 6688"/>
                <a:gd name="csY7" fmla="*/ 956 h 4777"/>
                <a:gd name="csX8" fmla="*/ 955 w 6688"/>
                <a:gd name="csY8" fmla="*/ 0 h 4777"/>
                <a:gd name="csX9" fmla="*/ 1433 w 6688"/>
                <a:gd name="csY9" fmla="*/ 0 h 4777"/>
                <a:gd name="csX10" fmla="*/ 1911 w 6688"/>
                <a:gd name="csY10" fmla="*/ 956 h 4777"/>
                <a:gd name="csX11" fmla="*/ 2866 w 6688"/>
                <a:gd name="csY11" fmla="*/ 1433 h 4777"/>
                <a:gd name="csX12" fmla="*/ 3344 w 6688"/>
                <a:gd name="csY12" fmla="*/ 1911 h 4777"/>
                <a:gd name="csX13" fmla="*/ 4777 w 6688"/>
                <a:gd name="csY13" fmla="*/ 3344 h 4777"/>
                <a:gd name="csX14" fmla="*/ 6211 w 6688"/>
                <a:gd name="csY14" fmla="*/ 3344 h 4777"/>
                <a:gd name="csX15" fmla="*/ 6688 w 6688"/>
                <a:gd name="csY15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688" h="4777">
                  <a:moveTo>
                    <a:pt x="6688" y="3822"/>
                  </a:moveTo>
                  <a:lnTo>
                    <a:pt x="6688" y="4777"/>
                  </a:lnTo>
                  <a:lnTo>
                    <a:pt x="3822" y="3822"/>
                  </a:lnTo>
                  <a:lnTo>
                    <a:pt x="1433" y="3822"/>
                  </a:lnTo>
                  <a:lnTo>
                    <a:pt x="955" y="3822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911" y="956"/>
                  </a:lnTo>
                  <a:lnTo>
                    <a:pt x="2866" y="1433"/>
                  </a:lnTo>
                  <a:lnTo>
                    <a:pt x="3344" y="1911"/>
                  </a:lnTo>
                  <a:lnTo>
                    <a:pt x="4777" y="3344"/>
                  </a:lnTo>
                  <a:lnTo>
                    <a:pt x="6211" y="3344"/>
                  </a:lnTo>
                  <a:lnTo>
                    <a:pt x="6688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D96C729E-07CE-8992-115E-22B3DE942D80}"/>
                </a:ext>
              </a:extLst>
            </p:cNvPr>
            <p:cNvSpPr/>
            <p:nvPr/>
          </p:nvSpPr>
          <p:spPr>
            <a:xfrm>
              <a:off x="9214139" y="5029177"/>
              <a:ext cx="7165" cy="4777"/>
            </a:xfrm>
            <a:custGeom>
              <a:avLst/>
              <a:gdLst>
                <a:gd name="csX0" fmla="*/ 7166 w 7165"/>
                <a:gd name="csY0" fmla="*/ 3822 h 4777"/>
                <a:gd name="csX1" fmla="*/ 7166 w 7165"/>
                <a:gd name="csY1" fmla="*/ 4777 h 4777"/>
                <a:gd name="csX2" fmla="*/ 4777 w 7165"/>
                <a:gd name="csY2" fmla="*/ 4777 h 4777"/>
                <a:gd name="csX3" fmla="*/ 1911 w 7165"/>
                <a:gd name="csY3" fmla="*/ 4300 h 4777"/>
                <a:gd name="csX4" fmla="*/ 478 w 7165"/>
                <a:gd name="csY4" fmla="*/ 3344 h 4777"/>
                <a:gd name="csX5" fmla="*/ 0 w 7165"/>
                <a:gd name="csY5" fmla="*/ 2867 h 4777"/>
                <a:gd name="csX6" fmla="*/ 956 w 7165"/>
                <a:gd name="csY6" fmla="*/ 1911 h 4777"/>
                <a:gd name="csX7" fmla="*/ 2389 w 7165"/>
                <a:gd name="csY7" fmla="*/ 1911 h 4777"/>
                <a:gd name="csX8" fmla="*/ 4300 w 7165"/>
                <a:gd name="csY8" fmla="*/ 0 h 4777"/>
                <a:gd name="csX9" fmla="*/ 5255 w 7165"/>
                <a:gd name="csY9" fmla="*/ 478 h 4777"/>
                <a:gd name="csX10" fmla="*/ 5733 w 7165"/>
                <a:gd name="csY10" fmla="*/ 2867 h 4777"/>
                <a:gd name="csX11" fmla="*/ 6688 w 7165"/>
                <a:gd name="csY11" fmla="*/ 3344 h 4777"/>
                <a:gd name="csX12" fmla="*/ 7166 w 7165"/>
                <a:gd name="csY12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165" h="4777">
                  <a:moveTo>
                    <a:pt x="7166" y="3822"/>
                  </a:moveTo>
                  <a:lnTo>
                    <a:pt x="7166" y="4777"/>
                  </a:lnTo>
                  <a:lnTo>
                    <a:pt x="4777" y="4777"/>
                  </a:lnTo>
                  <a:lnTo>
                    <a:pt x="1911" y="4300"/>
                  </a:lnTo>
                  <a:lnTo>
                    <a:pt x="478" y="3344"/>
                  </a:lnTo>
                  <a:lnTo>
                    <a:pt x="0" y="2867"/>
                  </a:lnTo>
                  <a:lnTo>
                    <a:pt x="956" y="1911"/>
                  </a:lnTo>
                  <a:lnTo>
                    <a:pt x="2389" y="1911"/>
                  </a:lnTo>
                  <a:lnTo>
                    <a:pt x="4300" y="0"/>
                  </a:lnTo>
                  <a:lnTo>
                    <a:pt x="5255" y="478"/>
                  </a:lnTo>
                  <a:lnTo>
                    <a:pt x="5733" y="2867"/>
                  </a:lnTo>
                  <a:lnTo>
                    <a:pt x="6688" y="3344"/>
                  </a:lnTo>
                  <a:lnTo>
                    <a:pt x="716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C24541DB-4666-5B17-E94B-9A7E05F40081}"/>
                </a:ext>
              </a:extLst>
            </p:cNvPr>
            <p:cNvSpPr/>
            <p:nvPr/>
          </p:nvSpPr>
          <p:spPr>
            <a:xfrm>
              <a:off x="9217961" y="5017234"/>
              <a:ext cx="2866" cy="9554"/>
            </a:xfrm>
            <a:custGeom>
              <a:avLst/>
              <a:gdLst>
                <a:gd name="csX0" fmla="*/ 955 w 2866"/>
                <a:gd name="csY0" fmla="*/ 956 h 9554"/>
                <a:gd name="csX1" fmla="*/ 2866 w 2866"/>
                <a:gd name="csY1" fmla="*/ 8121 h 9554"/>
                <a:gd name="csX2" fmla="*/ 2389 w 2866"/>
                <a:gd name="csY2" fmla="*/ 9555 h 9554"/>
                <a:gd name="csX3" fmla="*/ 1433 w 2866"/>
                <a:gd name="csY3" fmla="*/ 9555 h 9554"/>
                <a:gd name="csX4" fmla="*/ 1433 w 2866"/>
                <a:gd name="csY4" fmla="*/ 9555 h 9554"/>
                <a:gd name="csX5" fmla="*/ 955 w 2866"/>
                <a:gd name="csY5" fmla="*/ 9077 h 9554"/>
                <a:gd name="csX6" fmla="*/ 0 w 2866"/>
                <a:gd name="csY6" fmla="*/ 4300 h 9554"/>
                <a:gd name="csX7" fmla="*/ 478 w 2866"/>
                <a:gd name="csY7" fmla="*/ 0 h 9554"/>
                <a:gd name="csX8" fmla="*/ 955 w 2866"/>
                <a:gd name="csY8" fmla="*/ 956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9554">
                  <a:moveTo>
                    <a:pt x="955" y="956"/>
                  </a:moveTo>
                  <a:lnTo>
                    <a:pt x="2866" y="8121"/>
                  </a:lnTo>
                  <a:lnTo>
                    <a:pt x="2389" y="9555"/>
                  </a:lnTo>
                  <a:lnTo>
                    <a:pt x="1433" y="9555"/>
                  </a:lnTo>
                  <a:lnTo>
                    <a:pt x="1433" y="9555"/>
                  </a:lnTo>
                  <a:lnTo>
                    <a:pt x="955" y="9077"/>
                  </a:lnTo>
                  <a:lnTo>
                    <a:pt x="0" y="4300"/>
                  </a:lnTo>
                  <a:lnTo>
                    <a:pt x="478" y="0"/>
                  </a:lnTo>
                  <a:lnTo>
                    <a:pt x="9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8DD632F5-4E10-5A8F-104F-13ADA2C166DA}"/>
                </a:ext>
              </a:extLst>
            </p:cNvPr>
            <p:cNvSpPr/>
            <p:nvPr/>
          </p:nvSpPr>
          <p:spPr>
            <a:xfrm>
              <a:off x="9206018" y="5692266"/>
              <a:ext cx="14331" cy="15287"/>
            </a:xfrm>
            <a:custGeom>
              <a:avLst/>
              <a:gdLst>
                <a:gd name="csX0" fmla="*/ 14332 w 14331"/>
                <a:gd name="csY0" fmla="*/ 7644 h 15287"/>
                <a:gd name="csX1" fmla="*/ 14332 w 14331"/>
                <a:gd name="csY1" fmla="*/ 9077 h 15287"/>
                <a:gd name="csX2" fmla="*/ 14332 w 14331"/>
                <a:gd name="csY2" fmla="*/ 10032 h 15287"/>
                <a:gd name="csX3" fmla="*/ 12898 w 14331"/>
                <a:gd name="csY3" fmla="*/ 10988 h 15287"/>
                <a:gd name="csX4" fmla="*/ 9555 w 14331"/>
                <a:gd name="csY4" fmla="*/ 11465 h 15287"/>
                <a:gd name="csX5" fmla="*/ 7644 w 14331"/>
                <a:gd name="csY5" fmla="*/ 12898 h 15287"/>
                <a:gd name="csX6" fmla="*/ 5733 w 14331"/>
                <a:gd name="csY6" fmla="*/ 12898 h 15287"/>
                <a:gd name="csX7" fmla="*/ 5255 w 14331"/>
                <a:gd name="csY7" fmla="*/ 12898 h 15287"/>
                <a:gd name="csX8" fmla="*/ 2866 w 14331"/>
                <a:gd name="csY8" fmla="*/ 14809 h 15287"/>
                <a:gd name="csX9" fmla="*/ 478 w 14331"/>
                <a:gd name="csY9" fmla="*/ 15287 h 15287"/>
                <a:gd name="csX10" fmla="*/ 0 w 14331"/>
                <a:gd name="csY10" fmla="*/ 15287 h 15287"/>
                <a:gd name="csX11" fmla="*/ 0 w 14331"/>
                <a:gd name="csY11" fmla="*/ 13376 h 15287"/>
                <a:gd name="csX12" fmla="*/ 1911 w 14331"/>
                <a:gd name="csY12" fmla="*/ 11943 h 15287"/>
                <a:gd name="csX13" fmla="*/ 1911 w 14331"/>
                <a:gd name="csY13" fmla="*/ 10510 h 15287"/>
                <a:gd name="csX14" fmla="*/ 2389 w 14331"/>
                <a:gd name="csY14" fmla="*/ 9555 h 15287"/>
                <a:gd name="csX15" fmla="*/ 4300 w 14331"/>
                <a:gd name="csY15" fmla="*/ 8599 h 15287"/>
                <a:gd name="csX16" fmla="*/ 4300 w 14331"/>
                <a:gd name="csY16" fmla="*/ 7166 h 15287"/>
                <a:gd name="csX17" fmla="*/ 5255 w 14331"/>
                <a:gd name="csY17" fmla="*/ 5733 h 15287"/>
                <a:gd name="csX18" fmla="*/ 4777 w 14331"/>
                <a:gd name="csY18" fmla="*/ 2866 h 15287"/>
                <a:gd name="csX19" fmla="*/ 5255 w 14331"/>
                <a:gd name="csY19" fmla="*/ 478 h 15287"/>
                <a:gd name="csX20" fmla="*/ 8599 w 14331"/>
                <a:gd name="csY20" fmla="*/ 0 h 15287"/>
                <a:gd name="csX21" fmla="*/ 12421 w 14331"/>
                <a:gd name="csY21" fmla="*/ 4777 h 15287"/>
                <a:gd name="csX22" fmla="*/ 12421 w 14331"/>
                <a:gd name="csY22" fmla="*/ 5733 h 15287"/>
                <a:gd name="csX23" fmla="*/ 10032 w 14331"/>
                <a:gd name="csY23" fmla="*/ 5255 h 15287"/>
                <a:gd name="csX24" fmla="*/ 10032 w 14331"/>
                <a:gd name="csY24" fmla="*/ 6210 h 15287"/>
                <a:gd name="csX25" fmla="*/ 11943 w 14331"/>
                <a:gd name="csY25" fmla="*/ 7166 h 15287"/>
                <a:gd name="csX26" fmla="*/ 12421 w 14331"/>
                <a:gd name="csY26" fmla="*/ 8121 h 15287"/>
                <a:gd name="csX27" fmla="*/ 14332 w 14331"/>
                <a:gd name="csY27" fmla="*/ 7644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4331" h="15287">
                  <a:moveTo>
                    <a:pt x="14332" y="7644"/>
                  </a:moveTo>
                  <a:lnTo>
                    <a:pt x="14332" y="9077"/>
                  </a:lnTo>
                  <a:lnTo>
                    <a:pt x="14332" y="10032"/>
                  </a:lnTo>
                  <a:lnTo>
                    <a:pt x="12898" y="10988"/>
                  </a:lnTo>
                  <a:lnTo>
                    <a:pt x="9555" y="11465"/>
                  </a:lnTo>
                  <a:lnTo>
                    <a:pt x="7644" y="12898"/>
                  </a:lnTo>
                  <a:lnTo>
                    <a:pt x="5733" y="12898"/>
                  </a:lnTo>
                  <a:lnTo>
                    <a:pt x="5255" y="12898"/>
                  </a:lnTo>
                  <a:lnTo>
                    <a:pt x="2866" y="14809"/>
                  </a:lnTo>
                  <a:lnTo>
                    <a:pt x="478" y="15287"/>
                  </a:lnTo>
                  <a:lnTo>
                    <a:pt x="0" y="15287"/>
                  </a:lnTo>
                  <a:lnTo>
                    <a:pt x="0" y="13376"/>
                  </a:lnTo>
                  <a:lnTo>
                    <a:pt x="1911" y="11943"/>
                  </a:lnTo>
                  <a:lnTo>
                    <a:pt x="1911" y="10510"/>
                  </a:lnTo>
                  <a:lnTo>
                    <a:pt x="2389" y="9555"/>
                  </a:lnTo>
                  <a:lnTo>
                    <a:pt x="4300" y="8599"/>
                  </a:lnTo>
                  <a:lnTo>
                    <a:pt x="4300" y="7166"/>
                  </a:lnTo>
                  <a:lnTo>
                    <a:pt x="5255" y="5733"/>
                  </a:lnTo>
                  <a:lnTo>
                    <a:pt x="4777" y="2866"/>
                  </a:lnTo>
                  <a:lnTo>
                    <a:pt x="5255" y="478"/>
                  </a:lnTo>
                  <a:lnTo>
                    <a:pt x="8599" y="0"/>
                  </a:lnTo>
                  <a:lnTo>
                    <a:pt x="12421" y="4777"/>
                  </a:lnTo>
                  <a:lnTo>
                    <a:pt x="12421" y="5733"/>
                  </a:lnTo>
                  <a:lnTo>
                    <a:pt x="10032" y="5255"/>
                  </a:lnTo>
                  <a:lnTo>
                    <a:pt x="10032" y="6210"/>
                  </a:lnTo>
                  <a:lnTo>
                    <a:pt x="11943" y="7166"/>
                  </a:lnTo>
                  <a:lnTo>
                    <a:pt x="12421" y="8121"/>
                  </a:lnTo>
                  <a:lnTo>
                    <a:pt x="14332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8A2B0A95-1783-9851-4D3F-1F1379F9F08E}"/>
                </a:ext>
              </a:extLst>
            </p:cNvPr>
            <p:cNvSpPr/>
            <p:nvPr/>
          </p:nvSpPr>
          <p:spPr>
            <a:xfrm>
              <a:off x="9217483" y="5008635"/>
              <a:ext cx="1432" cy="7643"/>
            </a:xfrm>
            <a:custGeom>
              <a:avLst/>
              <a:gdLst>
                <a:gd name="csX0" fmla="*/ 1433 w 1432"/>
                <a:gd name="csY0" fmla="*/ 3822 h 7643"/>
                <a:gd name="csX1" fmla="*/ 1433 w 1432"/>
                <a:gd name="csY1" fmla="*/ 6210 h 7643"/>
                <a:gd name="csX2" fmla="*/ 1433 w 1432"/>
                <a:gd name="csY2" fmla="*/ 7644 h 7643"/>
                <a:gd name="csX3" fmla="*/ 478 w 1432"/>
                <a:gd name="csY3" fmla="*/ 6210 h 7643"/>
                <a:gd name="csX4" fmla="*/ 0 w 1432"/>
                <a:gd name="csY4" fmla="*/ 478 h 7643"/>
                <a:gd name="csX5" fmla="*/ 0 w 1432"/>
                <a:gd name="csY5" fmla="*/ 0 h 7643"/>
                <a:gd name="csX6" fmla="*/ 478 w 1432"/>
                <a:gd name="csY6" fmla="*/ 0 h 7643"/>
                <a:gd name="csX7" fmla="*/ 1433 w 1432"/>
                <a:gd name="csY7" fmla="*/ 3822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2" h="7643">
                  <a:moveTo>
                    <a:pt x="1433" y="3822"/>
                  </a:moveTo>
                  <a:lnTo>
                    <a:pt x="1433" y="6210"/>
                  </a:lnTo>
                  <a:lnTo>
                    <a:pt x="1433" y="7644"/>
                  </a:lnTo>
                  <a:lnTo>
                    <a:pt x="478" y="6210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44C405A9-966A-9A95-BD9C-4A180CC9D6D9}"/>
                </a:ext>
              </a:extLst>
            </p:cNvPr>
            <p:cNvSpPr/>
            <p:nvPr/>
          </p:nvSpPr>
          <p:spPr>
            <a:xfrm>
              <a:off x="9211750" y="5129500"/>
              <a:ext cx="6210" cy="5732"/>
            </a:xfrm>
            <a:custGeom>
              <a:avLst/>
              <a:gdLst>
                <a:gd name="csX0" fmla="*/ 6211 w 6210"/>
                <a:gd name="csY0" fmla="*/ 1911 h 5732"/>
                <a:gd name="csX1" fmla="*/ 6211 w 6210"/>
                <a:gd name="csY1" fmla="*/ 5255 h 5732"/>
                <a:gd name="csX2" fmla="*/ 3822 w 6210"/>
                <a:gd name="csY2" fmla="*/ 5733 h 5732"/>
                <a:gd name="csX3" fmla="*/ 2867 w 6210"/>
                <a:gd name="csY3" fmla="*/ 5733 h 5732"/>
                <a:gd name="csX4" fmla="*/ 2389 w 6210"/>
                <a:gd name="csY4" fmla="*/ 5255 h 5732"/>
                <a:gd name="csX5" fmla="*/ 956 w 6210"/>
                <a:gd name="csY5" fmla="*/ 4777 h 5732"/>
                <a:gd name="csX6" fmla="*/ 1433 w 6210"/>
                <a:gd name="csY6" fmla="*/ 3822 h 5732"/>
                <a:gd name="csX7" fmla="*/ 0 w 6210"/>
                <a:gd name="csY7" fmla="*/ 956 h 5732"/>
                <a:gd name="csX8" fmla="*/ 2389 w 6210"/>
                <a:gd name="csY8" fmla="*/ 478 h 5732"/>
                <a:gd name="csX9" fmla="*/ 3344 w 6210"/>
                <a:gd name="csY9" fmla="*/ 0 h 5732"/>
                <a:gd name="csX10" fmla="*/ 3344 w 6210"/>
                <a:gd name="csY10" fmla="*/ 478 h 5732"/>
                <a:gd name="csX11" fmla="*/ 3344 w 6210"/>
                <a:gd name="csY11" fmla="*/ 1433 h 5732"/>
                <a:gd name="csX12" fmla="*/ 3822 w 6210"/>
                <a:gd name="csY12" fmla="*/ 1911 h 5732"/>
                <a:gd name="csX13" fmla="*/ 4777 w 6210"/>
                <a:gd name="csY13" fmla="*/ 1911 h 5732"/>
                <a:gd name="csX14" fmla="*/ 6211 w 6210"/>
                <a:gd name="csY14" fmla="*/ 1911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210" h="5732">
                  <a:moveTo>
                    <a:pt x="6211" y="1911"/>
                  </a:moveTo>
                  <a:lnTo>
                    <a:pt x="6211" y="5255"/>
                  </a:lnTo>
                  <a:lnTo>
                    <a:pt x="3822" y="5733"/>
                  </a:lnTo>
                  <a:lnTo>
                    <a:pt x="2867" y="5733"/>
                  </a:lnTo>
                  <a:lnTo>
                    <a:pt x="2389" y="5255"/>
                  </a:lnTo>
                  <a:lnTo>
                    <a:pt x="956" y="4777"/>
                  </a:lnTo>
                  <a:lnTo>
                    <a:pt x="1433" y="3822"/>
                  </a:lnTo>
                  <a:lnTo>
                    <a:pt x="0" y="956"/>
                  </a:lnTo>
                  <a:lnTo>
                    <a:pt x="2389" y="478"/>
                  </a:lnTo>
                  <a:lnTo>
                    <a:pt x="3344" y="0"/>
                  </a:lnTo>
                  <a:lnTo>
                    <a:pt x="3344" y="478"/>
                  </a:lnTo>
                  <a:lnTo>
                    <a:pt x="3344" y="1433"/>
                  </a:lnTo>
                  <a:lnTo>
                    <a:pt x="3822" y="1911"/>
                  </a:lnTo>
                  <a:lnTo>
                    <a:pt x="4777" y="1911"/>
                  </a:lnTo>
                  <a:lnTo>
                    <a:pt x="62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70C8A6A0-7258-3E7D-A2CF-A93A1C9AC855}"/>
                </a:ext>
              </a:extLst>
            </p:cNvPr>
            <p:cNvSpPr/>
            <p:nvPr/>
          </p:nvSpPr>
          <p:spPr>
            <a:xfrm>
              <a:off x="9204107" y="3541528"/>
              <a:ext cx="12899" cy="10987"/>
            </a:xfrm>
            <a:custGeom>
              <a:avLst/>
              <a:gdLst>
                <a:gd name="csX0" fmla="*/ 11943 w 12899"/>
                <a:gd name="csY0" fmla="*/ 9555 h 10987"/>
                <a:gd name="csX1" fmla="*/ 12899 w 12899"/>
                <a:gd name="csY1" fmla="*/ 10988 h 10987"/>
                <a:gd name="csX2" fmla="*/ 4777 w 12899"/>
                <a:gd name="csY2" fmla="*/ 5255 h 10987"/>
                <a:gd name="csX3" fmla="*/ 956 w 12899"/>
                <a:gd name="csY3" fmla="*/ 1911 h 10987"/>
                <a:gd name="csX4" fmla="*/ 0 w 12899"/>
                <a:gd name="csY4" fmla="*/ 0 h 10987"/>
                <a:gd name="csX5" fmla="*/ 1433 w 12899"/>
                <a:gd name="csY5" fmla="*/ 0 h 10987"/>
                <a:gd name="csX6" fmla="*/ 3344 w 12899"/>
                <a:gd name="csY6" fmla="*/ 1911 h 10987"/>
                <a:gd name="csX7" fmla="*/ 5733 w 12899"/>
                <a:gd name="csY7" fmla="*/ 2866 h 10987"/>
                <a:gd name="csX8" fmla="*/ 9077 w 12899"/>
                <a:gd name="csY8" fmla="*/ 5255 h 10987"/>
                <a:gd name="csX9" fmla="*/ 11943 w 12899"/>
                <a:gd name="csY9" fmla="*/ 9555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899" h="10987">
                  <a:moveTo>
                    <a:pt x="11943" y="9555"/>
                  </a:moveTo>
                  <a:lnTo>
                    <a:pt x="12899" y="10988"/>
                  </a:lnTo>
                  <a:lnTo>
                    <a:pt x="4777" y="5255"/>
                  </a:lnTo>
                  <a:lnTo>
                    <a:pt x="956" y="1911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3344" y="1911"/>
                  </a:lnTo>
                  <a:lnTo>
                    <a:pt x="5733" y="2866"/>
                  </a:lnTo>
                  <a:lnTo>
                    <a:pt x="9077" y="5255"/>
                  </a:lnTo>
                  <a:lnTo>
                    <a:pt x="11943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9C0938D7-8DA4-B4EC-0DDA-7B737C32B203}"/>
                </a:ext>
              </a:extLst>
            </p:cNvPr>
            <p:cNvSpPr/>
            <p:nvPr/>
          </p:nvSpPr>
          <p:spPr>
            <a:xfrm>
              <a:off x="9208884" y="5013890"/>
              <a:ext cx="6688" cy="3821"/>
            </a:xfrm>
            <a:custGeom>
              <a:avLst/>
              <a:gdLst>
                <a:gd name="csX0" fmla="*/ 6688 w 6688"/>
                <a:gd name="csY0" fmla="*/ 0 h 3821"/>
                <a:gd name="csX1" fmla="*/ 4777 w 6688"/>
                <a:gd name="csY1" fmla="*/ 2866 h 3821"/>
                <a:gd name="csX2" fmla="*/ 3344 w 6688"/>
                <a:gd name="csY2" fmla="*/ 3822 h 3821"/>
                <a:gd name="csX3" fmla="*/ 956 w 6688"/>
                <a:gd name="csY3" fmla="*/ 3822 h 3821"/>
                <a:gd name="csX4" fmla="*/ 0 w 6688"/>
                <a:gd name="csY4" fmla="*/ 3344 h 3821"/>
                <a:gd name="csX5" fmla="*/ 2866 w 6688"/>
                <a:gd name="csY5" fmla="*/ 955 h 3821"/>
                <a:gd name="csX6" fmla="*/ 6688 w 6688"/>
                <a:gd name="csY6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8" h="3821">
                  <a:moveTo>
                    <a:pt x="6688" y="0"/>
                  </a:moveTo>
                  <a:lnTo>
                    <a:pt x="4777" y="2866"/>
                  </a:lnTo>
                  <a:lnTo>
                    <a:pt x="3344" y="3822"/>
                  </a:lnTo>
                  <a:lnTo>
                    <a:pt x="956" y="3822"/>
                  </a:lnTo>
                  <a:lnTo>
                    <a:pt x="0" y="3344"/>
                  </a:lnTo>
                  <a:lnTo>
                    <a:pt x="2866" y="955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216BFF95-95E7-3490-9273-B23C77C2EC7F}"/>
                </a:ext>
              </a:extLst>
            </p:cNvPr>
            <p:cNvSpPr/>
            <p:nvPr/>
          </p:nvSpPr>
          <p:spPr>
            <a:xfrm>
              <a:off x="9213661" y="5283329"/>
              <a:ext cx="1433" cy="1433"/>
            </a:xfrm>
            <a:custGeom>
              <a:avLst/>
              <a:gdLst>
                <a:gd name="csX0" fmla="*/ 1433 w 1433"/>
                <a:gd name="csY0" fmla="*/ 478 h 1433"/>
                <a:gd name="csX1" fmla="*/ 1433 w 1433"/>
                <a:gd name="csY1" fmla="*/ 478 h 1433"/>
                <a:gd name="csX2" fmla="*/ 1433 w 1433"/>
                <a:gd name="csY2" fmla="*/ 956 h 1433"/>
                <a:gd name="csX3" fmla="*/ 956 w 1433"/>
                <a:gd name="csY3" fmla="*/ 1433 h 1433"/>
                <a:gd name="csX4" fmla="*/ 956 w 1433"/>
                <a:gd name="csY4" fmla="*/ 1433 h 1433"/>
                <a:gd name="csX5" fmla="*/ 956 w 1433"/>
                <a:gd name="csY5" fmla="*/ 1433 h 1433"/>
                <a:gd name="csX6" fmla="*/ 956 w 1433"/>
                <a:gd name="csY6" fmla="*/ 1433 h 1433"/>
                <a:gd name="csX7" fmla="*/ 956 w 1433"/>
                <a:gd name="csY7" fmla="*/ 1433 h 1433"/>
                <a:gd name="csX8" fmla="*/ 956 w 1433"/>
                <a:gd name="csY8" fmla="*/ 1433 h 1433"/>
                <a:gd name="csX9" fmla="*/ 478 w 1433"/>
                <a:gd name="csY9" fmla="*/ 956 h 1433"/>
                <a:gd name="csX10" fmla="*/ 478 w 1433"/>
                <a:gd name="csY10" fmla="*/ 956 h 1433"/>
                <a:gd name="csX11" fmla="*/ 478 w 1433"/>
                <a:gd name="csY11" fmla="*/ 1433 h 1433"/>
                <a:gd name="csX12" fmla="*/ 0 w 1433"/>
                <a:gd name="csY12" fmla="*/ 1433 h 1433"/>
                <a:gd name="csX13" fmla="*/ 0 w 1433"/>
                <a:gd name="csY13" fmla="*/ 956 h 1433"/>
                <a:gd name="csX14" fmla="*/ 0 w 1433"/>
                <a:gd name="csY14" fmla="*/ 956 h 1433"/>
                <a:gd name="csX15" fmla="*/ 0 w 1433"/>
                <a:gd name="csY15" fmla="*/ 478 h 1433"/>
                <a:gd name="csX16" fmla="*/ 0 w 1433"/>
                <a:gd name="csY16" fmla="*/ 478 h 1433"/>
                <a:gd name="csX17" fmla="*/ 0 w 1433"/>
                <a:gd name="csY17" fmla="*/ 478 h 1433"/>
                <a:gd name="csX18" fmla="*/ 0 w 1433"/>
                <a:gd name="csY18" fmla="*/ 0 h 1433"/>
                <a:gd name="csX19" fmla="*/ 0 w 1433"/>
                <a:gd name="csY19" fmla="*/ 0 h 1433"/>
                <a:gd name="csX20" fmla="*/ 0 w 1433"/>
                <a:gd name="csY20" fmla="*/ 0 h 1433"/>
                <a:gd name="csX21" fmla="*/ 0 w 1433"/>
                <a:gd name="csY21" fmla="*/ 0 h 1433"/>
                <a:gd name="csX22" fmla="*/ 478 w 1433"/>
                <a:gd name="csY22" fmla="*/ 0 h 1433"/>
                <a:gd name="csX23" fmla="*/ 956 w 1433"/>
                <a:gd name="csY23" fmla="*/ 0 h 1433"/>
                <a:gd name="csX24" fmla="*/ 1433 w 1433"/>
                <a:gd name="csY24" fmla="*/ 0 h 1433"/>
                <a:gd name="csX25" fmla="*/ 1433 w 1433"/>
                <a:gd name="csY25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433" h="1433">
                  <a:moveTo>
                    <a:pt x="1433" y="478"/>
                  </a:moveTo>
                  <a:lnTo>
                    <a:pt x="1433" y="478"/>
                  </a:lnTo>
                  <a:lnTo>
                    <a:pt x="1433" y="956"/>
                  </a:lnTo>
                  <a:lnTo>
                    <a:pt x="956" y="1433"/>
                  </a:lnTo>
                  <a:lnTo>
                    <a:pt x="956" y="1433"/>
                  </a:lnTo>
                  <a:lnTo>
                    <a:pt x="956" y="1433"/>
                  </a:lnTo>
                  <a:lnTo>
                    <a:pt x="956" y="1433"/>
                  </a:lnTo>
                  <a:lnTo>
                    <a:pt x="956" y="1433"/>
                  </a:lnTo>
                  <a:lnTo>
                    <a:pt x="956" y="1433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8111E03F-0A6F-A8CA-FB9C-F5A1F30BAFC6}"/>
                </a:ext>
              </a:extLst>
            </p:cNvPr>
            <p:cNvSpPr/>
            <p:nvPr/>
          </p:nvSpPr>
          <p:spPr>
            <a:xfrm>
              <a:off x="9198374" y="5025355"/>
              <a:ext cx="13854" cy="12898"/>
            </a:xfrm>
            <a:custGeom>
              <a:avLst/>
              <a:gdLst>
                <a:gd name="csX0" fmla="*/ 12898 w 13854"/>
                <a:gd name="csY0" fmla="*/ 9555 h 12898"/>
                <a:gd name="csX1" fmla="*/ 13854 w 13854"/>
                <a:gd name="csY1" fmla="*/ 10510 h 12898"/>
                <a:gd name="csX2" fmla="*/ 12421 w 13854"/>
                <a:gd name="csY2" fmla="*/ 11943 h 12898"/>
                <a:gd name="csX3" fmla="*/ 9077 w 13854"/>
                <a:gd name="csY3" fmla="*/ 11466 h 12898"/>
                <a:gd name="csX4" fmla="*/ 7644 w 13854"/>
                <a:gd name="csY4" fmla="*/ 12899 h 12898"/>
                <a:gd name="csX5" fmla="*/ 6210 w 13854"/>
                <a:gd name="csY5" fmla="*/ 12421 h 12898"/>
                <a:gd name="csX6" fmla="*/ 5733 w 13854"/>
                <a:gd name="csY6" fmla="*/ 11943 h 12898"/>
                <a:gd name="csX7" fmla="*/ 6210 w 13854"/>
                <a:gd name="csY7" fmla="*/ 11466 h 12898"/>
                <a:gd name="csX8" fmla="*/ 5255 w 13854"/>
                <a:gd name="csY8" fmla="*/ 9555 h 12898"/>
                <a:gd name="csX9" fmla="*/ 4777 w 13854"/>
                <a:gd name="csY9" fmla="*/ 6688 h 12898"/>
                <a:gd name="csX10" fmla="*/ 4300 w 13854"/>
                <a:gd name="csY10" fmla="*/ 5255 h 12898"/>
                <a:gd name="csX11" fmla="*/ 3344 w 13854"/>
                <a:gd name="csY11" fmla="*/ 4300 h 12898"/>
                <a:gd name="csX12" fmla="*/ 1911 w 13854"/>
                <a:gd name="csY12" fmla="*/ 5255 h 12898"/>
                <a:gd name="csX13" fmla="*/ 1433 w 13854"/>
                <a:gd name="csY13" fmla="*/ 5255 h 12898"/>
                <a:gd name="csX14" fmla="*/ 0 w 13854"/>
                <a:gd name="csY14" fmla="*/ 3822 h 12898"/>
                <a:gd name="csX15" fmla="*/ 955 w 13854"/>
                <a:gd name="csY15" fmla="*/ 956 h 12898"/>
                <a:gd name="csX16" fmla="*/ 955 w 13854"/>
                <a:gd name="csY16" fmla="*/ 0 h 12898"/>
                <a:gd name="csX17" fmla="*/ 2389 w 13854"/>
                <a:gd name="csY17" fmla="*/ 0 h 12898"/>
                <a:gd name="csX18" fmla="*/ 3821 w 13854"/>
                <a:gd name="csY18" fmla="*/ 478 h 12898"/>
                <a:gd name="csX19" fmla="*/ 5255 w 13854"/>
                <a:gd name="csY19" fmla="*/ 3822 h 12898"/>
                <a:gd name="csX20" fmla="*/ 6210 w 13854"/>
                <a:gd name="csY20" fmla="*/ 4300 h 12898"/>
                <a:gd name="csX21" fmla="*/ 6688 w 13854"/>
                <a:gd name="csY21" fmla="*/ 4300 h 12898"/>
                <a:gd name="csX22" fmla="*/ 7166 w 13854"/>
                <a:gd name="csY22" fmla="*/ 5255 h 12898"/>
                <a:gd name="csX23" fmla="*/ 10032 w 13854"/>
                <a:gd name="csY23" fmla="*/ 7166 h 12898"/>
                <a:gd name="csX24" fmla="*/ 10510 w 13854"/>
                <a:gd name="csY24" fmla="*/ 7166 h 12898"/>
                <a:gd name="csX25" fmla="*/ 11466 w 13854"/>
                <a:gd name="csY25" fmla="*/ 8121 h 12898"/>
                <a:gd name="csX26" fmla="*/ 12421 w 13854"/>
                <a:gd name="csY26" fmla="*/ 8599 h 12898"/>
                <a:gd name="csX27" fmla="*/ 12898 w 13854"/>
                <a:gd name="csY27" fmla="*/ 9555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3854" h="12898">
                  <a:moveTo>
                    <a:pt x="12898" y="9555"/>
                  </a:moveTo>
                  <a:lnTo>
                    <a:pt x="13854" y="10510"/>
                  </a:lnTo>
                  <a:lnTo>
                    <a:pt x="12421" y="11943"/>
                  </a:lnTo>
                  <a:lnTo>
                    <a:pt x="9077" y="11466"/>
                  </a:lnTo>
                  <a:lnTo>
                    <a:pt x="7644" y="12899"/>
                  </a:lnTo>
                  <a:lnTo>
                    <a:pt x="6210" y="12421"/>
                  </a:lnTo>
                  <a:lnTo>
                    <a:pt x="5733" y="11943"/>
                  </a:lnTo>
                  <a:lnTo>
                    <a:pt x="6210" y="11466"/>
                  </a:lnTo>
                  <a:lnTo>
                    <a:pt x="5255" y="9555"/>
                  </a:lnTo>
                  <a:lnTo>
                    <a:pt x="4777" y="6688"/>
                  </a:lnTo>
                  <a:lnTo>
                    <a:pt x="4300" y="5255"/>
                  </a:lnTo>
                  <a:lnTo>
                    <a:pt x="3344" y="4300"/>
                  </a:lnTo>
                  <a:lnTo>
                    <a:pt x="1911" y="5255"/>
                  </a:lnTo>
                  <a:lnTo>
                    <a:pt x="1433" y="5255"/>
                  </a:lnTo>
                  <a:lnTo>
                    <a:pt x="0" y="3822"/>
                  </a:lnTo>
                  <a:lnTo>
                    <a:pt x="955" y="956"/>
                  </a:lnTo>
                  <a:lnTo>
                    <a:pt x="955" y="0"/>
                  </a:lnTo>
                  <a:lnTo>
                    <a:pt x="2389" y="0"/>
                  </a:lnTo>
                  <a:lnTo>
                    <a:pt x="3821" y="478"/>
                  </a:lnTo>
                  <a:lnTo>
                    <a:pt x="5255" y="3822"/>
                  </a:lnTo>
                  <a:lnTo>
                    <a:pt x="6210" y="4300"/>
                  </a:lnTo>
                  <a:lnTo>
                    <a:pt x="6688" y="4300"/>
                  </a:lnTo>
                  <a:lnTo>
                    <a:pt x="7166" y="5255"/>
                  </a:lnTo>
                  <a:lnTo>
                    <a:pt x="10032" y="7166"/>
                  </a:lnTo>
                  <a:lnTo>
                    <a:pt x="10510" y="7166"/>
                  </a:lnTo>
                  <a:lnTo>
                    <a:pt x="11466" y="8121"/>
                  </a:lnTo>
                  <a:lnTo>
                    <a:pt x="12421" y="8599"/>
                  </a:lnTo>
                  <a:lnTo>
                    <a:pt x="12898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FB843050-954E-64BD-F873-9A128D5B0E49}"/>
                </a:ext>
              </a:extLst>
            </p:cNvPr>
            <p:cNvSpPr/>
            <p:nvPr/>
          </p:nvSpPr>
          <p:spPr>
            <a:xfrm>
              <a:off x="9203629" y="4992870"/>
              <a:ext cx="3822" cy="2866"/>
            </a:xfrm>
            <a:custGeom>
              <a:avLst/>
              <a:gdLst>
                <a:gd name="csX0" fmla="*/ 3822 w 3822"/>
                <a:gd name="csY0" fmla="*/ 478 h 2866"/>
                <a:gd name="csX1" fmla="*/ 3344 w 3822"/>
                <a:gd name="csY1" fmla="*/ 2389 h 2866"/>
                <a:gd name="csX2" fmla="*/ 2866 w 3822"/>
                <a:gd name="csY2" fmla="*/ 2866 h 2866"/>
                <a:gd name="csX3" fmla="*/ 478 w 3822"/>
                <a:gd name="csY3" fmla="*/ 2866 h 2866"/>
                <a:gd name="csX4" fmla="*/ 0 w 3822"/>
                <a:gd name="csY4" fmla="*/ 2389 h 2866"/>
                <a:gd name="csX5" fmla="*/ 0 w 3822"/>
                <a:gd name="csY5" fmla="*/ 956 h 2866"/>
                <a:gd name="csX6" fmla="*/ 478 w 3822"/>
                <a:gd name="csY6" fmla="*/ 478 h 2866"/>
                <a:gd name="csX7" fmla="*/ 1911 w 3822"/>
                <a:gd name="csY7" fmla="*/ 0 h 2866"/>
                <a:gd name="csX8" fmla="*/ 3822 w 3822"/>
                <a:gd name="csY8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2" h="2866">
                  <a:moveTo>
                    <a:pt x="3822" y="478"/>
                  </a:moveTo>
                  <a:lnTo>
                    <a:pt x="3344" y="2389"/>
                  </a:lnTo>
                  <a:lnTo>
                    <a:pt x="2866" y="2866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E0608FB8-DD43-F2CC-B36B-D0003AEE2952}"/>
                </a:ext>
              </a:extLst>
            </p:cNvPr>
            <p:cNvSpPr/>
            <p:nvPr/>
          </p:nvSpPr>
          <p:spPr>
            <a:xfrm>
              <a:off x="9203151" y="4984748"/>
              <a:ext cx="3343" cy="3821"/>
            </a:xfrm>
            <a:custGeom>
              <a:avLst/>
              <a:gdLst>
                <a:gd name="csX0" fmla="*/ 3344 w 3343"/>
                <a:gd name="csY0" fmla="*/ 1433 h 3821"/>
                <a:gd name="csX1" fmla="*/ 3344 w 3343"/>
                <a:gd name="csY1" fmla="*/ 1911 h 3821"/>
                <a:gd name="csX2" fmla="*/ 3344 w 3343"/>
                <a:gd name="csY2" fmla="*/ 2389 h 3821"/>
                <a:gd name="csX3" fmla="*/ 3344 w 3343"/>
                <a:gd name="csY3" fmla="*/ 2867 h 3821"/>
                <a:gd name="csX4" fmla="*/ 2389 w 3343"/>
                <a:gd name="csY4" fmla="*/ 3344 h 3821"/>
                <a:gd name="csX5" fmla="*/ 1911 w 3343"/>
                <a:gd name="csY5" fmla="*/ 3822 h 3821"/>
                <a:gd name="csX6" fmla="*/ 1911 w 3343"/>
                <a:gd name="csY6" fmla="*/ 3822 h 3821"/>
                <a:gd name="csX7" fmla="*/ 1433 w 3343"/>
                <a:gd name="csY7" fmla="*/ 3822 h 3821"/>
                <a:gd name="csX8" fmla="*/ 0 w 3343"/>
                <a:gd name="csY8" fmla="*/ 1433 h 3821"/>
                <a:gd name="csX9" fmla="*/ 478 w 3343"/>
                <a:gd name="csY9" fmla="*/ 478 h 3821"/>
                <a:gd name="csX10" fmla="*/ 1911 w 3343"/>
                <a:gd name="csY10" fmla="*/ 0 h 3821"/>
                <a:gd name="csX11" fmla="*/ 3344 w 3343"/>
                <a:gd name="csY11" fmla="*/ 1433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3" h="3821">
                  <a:moveTo>
                    <a:pt x="3344" y="1433"/>
                  </a:moveTo>
                  <a:lnTo>
                    <a:pt x="3344" y="1911"/>
                  </a:lnTo>
                  <a:lnTo>
                    <a:pt x="3344" y="2389"/>
                  </a:lnTo>
                  <a:lnTo>
                    <a:pt x="3344" y="2867"/>
                  </a:lnTo>
                  <a:lnTo>
                    <a:pt x="2389" y="3344"/>
                  </a:lnTo>
                  <a:lnTo>
                    <a:pt x="1911" y="3822"/>
                  </a:lnTo>
                  <a:lnTo>
                    <a:pt x="1911" y="3822"/>
                  </a:lnTo>
                  <a:lnTo>
                    <a:pt x="1433" y="3822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334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88E77F58-5307-7831-83A2-23BA697D30C2}"/>
                </a:ext>
              </a:extLst>
            </p:cNvPr>
            <p:cNvSpPr/>
            <p:nvPr/>
          </p:nvSpPr>
          <p:spPr>
            <a:xfrm>
              <a:off x="9204107" y="5152909"/>
              <a:ext cx="2388" cy="2388"/>
            </a:xfrm>
            <a:custGeom>
              <a:avLst/>
              <a:gdLst>
                <a:gd name="csX0" fmla="*/ 1911 w 2388"/>
                <a:gd name="csY0" fmla="*/ 956 h 2388"/>
                <a:gd name="csX1" fmla="*/ 2389 w 2388"/>
                <a:gd name="csY1" fmla="*/ 1433 h 2388"/>
                <a:gd name="csX2" fmla="*/ 1433 w 2388"/>
                <a:gd name="csY2" fmla="*/ 2389 h 2388"/>
                <a:gd name="csX3" fmla="*/ 956 w 2388"/>
                <a:gd name="csY3" fmla="*/ 2389 h 2388"/>
                <a:gd name="csX4" fmla="*/ 478 w 2388"/>
                <a:gd name="csY4" fmla="*/ 1911 h 2388"/>
                <a:gd name="csX5" fmla="*/ 0 w 2388"/>
                <a:gd name="csY5" fmla="*/ 1433 h 2388"/>
                <a:gd name="csX6" fmla="*/ 478 w 2388"/>
                <a:gd name="csY6" fmla="*/ 0 h 2388"/>
                <a:gd name="csX7" fmla="*/ 1911 w 2388"/>
                <a:gd name="csY7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1911" y="956"/>
                  </a:moveTo>
                  <a:lnTo>
                    <a:pt x="2389" y="1433"/>
                  </a:lnTo>
                  <a:lnTo>
                    <a:pt x="1433" y="2389"/>
                  </a:lnTo>
                  <a:lnTo>
                    <a:pt x="956" y="2389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ABAC2370-EE95-7D7B-805E-E4DA07FE4738}"/>
                </a:ext>
              </a:extLst>
            </p:cNvPr>
            <p:cNvSpPr/>
            <p:nvPr/>
          </p:nvSpPr>
          <p:spPr>
            <a:xfrm>
              <a:off x="9195985" y="5116602"/>
              <a:ext cx="8121" cy="9554"/>
            </a:xfrm>
            <a:custGeom>
              <a:avLst/>
              <a:gdLst>
                <a:gd name="csX0" fmla="*/ 8121 w 8121"/>
                <a:gd name="csY0" fmla="*/ 7644 h 9554"/>
                <a:gd name="csX1" fmla="*/ 8121 w 8121"/>
                <a:gd name="csY1" fmla="*/ 8121 h 9554"/>
                <a:gd name="csX2" fmla="*/ 7644 w 8121"/>
                <a:gd name="csY2" fmla="*/ 9555 h 9554"/>
                <a:gd name="csX3" fmla="*/ 6210 w 8121"/>
                <a:gd name="csY3" fmla="*/ 9555 h 9554"/>
                <a:gd name="csX4" fmla="*/ 4777 w 8121"/>
                <a:gd name="csY4" fmla="*/ 8121 h 9554"/>
                <a:gd name="csX5" fmla="*/ 2389 w 8121"/>
                <a:gd name="csY5" fmla="*/ 7644 h 9554"/>
                <a:gd name="csX6" fmla="*/ 955 w 8121"/>
                <a:gd name="csY6" fmla="*/ 6210 h 9554"/>
                <a:gd name="csX7" fmla="*/ 0 w 8121"/>
                <a:gd name="csY7" fmla="*/ 4777 h 9554"/>
                <a:gd name="csX8" fmla="*/ 1911 w 8121"/>
                <a:gd name="csY8" fmla="*/ 4299 h 9554"/>
                <a:gd name="csX9" fmla="*/ 3344 w 8121"/>
                <a:gd name="csY9" fmla="*/ 2389 h 9554"/>
                <a:gd name="csX10" fmla="*/ 2389 w 8121"/>
                <a:gd name="csY10" fmla="*/ 1911 h 9554"/>
                <a:gd name="csX11" fmla="*/ 478 w 8121"/>
                <a:gd name="csY11" fmla="*/ 1911 h 9554"/>
                <a:gd name="csX12" fmla="*/ 478 w 8121"/>
                <a:gd name="csY12" fmla="*/ 955 h 9554"/>
                <a:gd name="csX13" fmla="*/ 3821 w 8121"/>
                <a:gd name="csY13" fmla="*/ 0 h 9554"/>
                <a:gd name="csX14" fmla="*/ 4777 w 8121"/>
                <a:gd name="csY14" fmla="*/ 478 h 9554"/>
                <a:gd name="csX15" fmla="*/ 5255 w 8121"/>
                <a:gd name="csY15" fmla="*/ 955 h 9554"/>
                <a:gd name="csX16" fmla="*/ 5255 w 8121"/>
                <a:gd name="csY16" fmla="*/ 4299 h 9554"/>
                <a:gd name="csX17" fmla="*/ 6688 w 8121"/>
                <a:gd name="csY17" fmla="*/ 5255 h 9554"/>
                <a:gd name="csX18" fmla="*/ 8121 w 8121"/>
                <a:gd name="csY18" fmla="*/ 7644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8121" h="9554">
                  <a:moveTo>
                    <a:pt x="8121" y="7644"/>
                  </a:moveTo>
                  <a:lnTo>
                    <a:pt x="8121" y="8121"/>
                  </a:lnTo>
                  <a:lnTo>
                    <a:pt x="7644" y="9555"/>
                  </a:lnTo>
                  <a:lnTo>
                    <a:pt x="6210" y="9555"/>
                  </a:lnTo>
                  <a:lnTo>
                    <a:pt x="4777" y="8121"/>
                  </a:lnTo>
                  <a:lnTo>
                    <a:pt x="2389" y="7644"/>
                  </a:lnTo>
                  <a:lnTo>
                    <a:pt x="955" y="6210"/>
                  </a:lnTo>
                  <a:lnTo>
                    <a:pt x="0" y="4777"/>
                  </a:lnTo>
                  <a:lnTo>
                    <a:pt x="1911" y="4299"/>
                  </a:lnTo>
                  <a:lnTo>
                    <a:pt x="3344" y="2389"/>
                  </a:lnTo>
                  <a:lnTo>
                    <a:pt x="2389" y="1911"/>
                  </a:lnTo>
                  <a:lnTo>
                    <a:pt x="478" y="1911"/>
                  </a:lnTo>
                  <a:lnTo>
                    <a:pt x="478" y="955"/>
                  </a:lnTo>
                  <a:lnTo>
                    <a:pt x="3821" y="0"/>
                  </a:lnTo>
                  <a:lnTo>
                    <a:pt x="4777" y="478"/>
                  </a:lnTo>
                  <a:lnTo>
                    <a:pt x="5255" y="955"/>
                  </a:lnTo>
                  <a:lnTo>
                    <a:pt x="5255" y="4299"/>
                  </a:lnTo>
                  <a:lnTo>
                    <a:pt x="6688" y="5255"/>
                  </a:lnTo>
                  <a:lnTo>
                    <a:pt x="8121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EBAE6BF5-C1DF-1755-78E3-7E0F798AFADD}"/>
                </a:ext>
              </a:extLst>
            </p:cNvPr>
            <p:cNvSpPr/>
            <p:nvPr/>
          </p:nvSpPr>
          <p:spPr>
            <a:xfrm>
              <a:off x="9197418" y="5020578"/>
              <a:ext cx="2866" cy="2388"/>
            </a:xfrm>
            <a:custGeom>
              <a:avLst/>
              <a:gdLst>
                <a:gd name="csX0" fmla="*/ 2867 w 2866"/>
                <a:gd name="csY0" fmla="*/ 478 h 2388"/>
                <a:gd name="csX1" fmla="*/ 2389 w 2866"/>
                <a:gd name="csY1" fmla="*/ 1911 h 2388"/>
                <a:gd name="csX2" fmla="*/ 1911 w 2866"/>
                <a:gd name="csY2" fmla="*/ 2389 h 2388"/>
                <a:gd name="csX3" fmla="*/ 0 w 2866"/>
                <a:gd name="csY3" fmla="*/ 956 h 2388"/>
                <a:gd name="csX4" fmla="*/ 478 w 2866"/>
                <a:gd name="csY4" fmla="*/ 0 h 2388"/>
                <a:gd name="csX5" fmla="*/ 2867 w 2866"/>
                <a:gd name="csY5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388">
                  <a:moveTo>
                    <a:pt x="2867" y="478"/>
                  </a:moveTo>
                  <a:lnTo>
                    <a:pt x="2389" y="1911"/>
                  </a:lnTo>
                  <a:lnTo>
                    <a:pt x="1911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37B7B04B-E03F-0AE6-6B57-A2DE23BFF3A3}"/>
                </a:ext>
              </a:extLst>
            </p:cNvPr>
            <p:cNvSpPr/>
            <p:nvPr/>
          </p:nvSpPr>
          <p:spPr>
            <a:xfrm>
              <a:off x="9185953" y="5001947"/>
              <a:ext cx="13376" cy="18631"/>
            </a:xfrm>
            <a:custGeom>
              <a:avLst/>
              <a:gdLst>
                <a:gd name="csX0" fmla="*/ 13376 w 13376"/>
                <a:gd name="csY0" fmla="*/ 15287 h 18631"/>
                <a:gd name="csX1" fmla="*/ 13376 w 13376"/>
                <a:gd name="csY1" fmla="*/ 15765 h 18631"/>
                <a:gd name="csX2" fmla="*/ 11465 w 13376"/>
                <a:gd name="csY2" fmla="*/ 17676 h 18631"/>
                <a:gd name="csX3" fmla="*/ 8121 w 13376"/>
                <a:gd name="csY3" fmla="*/ 17676 h 18631"/>
                <a:gd name="csX4" fmla="*/ 6210 w 13376"/>
                <a:gd name="csY4" fmla="*/ 18631 h 18631"/>
                <a:gd name="csX5" fmla="*/ 4777 w 13376"/>
                <a:gd name="csY5" fmla="*/ 18631 h 18631"/>
                <a:gd name="csX6" fmla="*/ 4777 w 13376"/>
                <a:gd name="csY6" fmla="*/ 17676 h 18631"/>
                <a:gd name="csX7" fmla="*/ 3821 w 13376"/>
                <a:gd name="csY7" fmla="*/ 16721 h 18631"/>
                <a:gd name="csX8" fmla="*/ 2389 w 13376"/>
                <a:gd name="csY8" fmla="*/ 14332 h 18631"/>
                <a:gd name="csX9" fmla="*/ 2389 w 13376"/>
                <a:gd name="csY9" fmla="*/ 10988 h 18631"/>
                <a:gd name="csX10" fmla="*/ 0 w 13376"/>
                <a:gd name="csY10" fmla="*/ 4299 h 18631"/>
                <a:gd name="csX11" fmla="*/ 0 w 13376"/>
                <a:gd name="csY11" fmla="*/ 2389 h 18631"/>
                <a:gd name="csX12" fmla="*/ 955 w 13376"/>
                <a:gd name="csY12" fmla="*/ 0 h 18631"/>
                <a:gd name="csX13" fmla="*/ 1910 w 13376"/>
                <a:gd name="csY13" fmla="*/ 0 h 18631"/>
                <a:gd name="csX14" fmla="*/ 2866 w 13376"/>
                <a:gd name="csY14" fmla="*/ 1911 h 18631"/>
                <a:gd name="csX15" fmla="*/ 4777 w 13376"/>
                <a:gd name="csY15" fmla="*/ 3822 h 18631"/>
                <a:gd name="csX16" fmla="*/ 5733 w 13376"/>
                <a:gd name="csY16" fmla="*/ 10032 h 18631"/>
                <a:gd name="csX17" fmla="*/ 7166 w 13376"/>
                <a:gd name="csY17" fmla="*/ 9555 h 18631"/>
                <a:gd name="csX18" fmla="*/ 8121 w 13376"/>
                <a:gd name="csY18" fmla="*/ 9555 h 18631"/>
                <a:gd name="csX19" fmla="*/ 9076 w 13376"/>
                <a:gd name="csY19" fmla="*/ 8121 h 18631"/>
                <a:gd name="csX20" fmla="*/ 9555 w 13376"/>
                <a:gd name="csY20" fmla="*/ 5733 h 18631"/>
                <a:gd name="csX21" fmla="*/ 10032 w 13376"/>
                <a:gd name="csY21" fmla="*/ 5255 h 18631"/>
                <a:gd name="csX22" fmla="*/ 10987 w 13376"/>
                <a:gd name="csY22" fmla="*/ 5733 h 18631"/>
                <a:gd name="csX23" fmla="*/ 10510 w 13376"/>
                <a:gd name="csY23" fmla="*/ 6210 h 18631"/>
                <a:gd name="csX24" fmla="*/ 10987 w 13376"/>
                <a:gd name="csY24" fmla="*/ 8121 h 18631"/>
                <a:gd name="csX25" fmla="*/ 11943 w 13376"/>
                <a:gd name="csY25" fmla="*/ 9077 h 18631"/>
                <a:gd name="csX26" fmla="*/ 12421 w 13376"/>
                <a:gd name="csY26" fmla="*/ 9555 h 18631"/>
                <a:gd name="csX27" fmla="*/ 13376 w 13376"/>
                <a:gd name="csY27" fmla="*/ 14332 h 18631"/>
                <a:gd name="csX28" fmla="*/ 13376 w 13376"/>
                <a:gd name="csY28" fmla="*/ 15287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3376" h="18631">
                  <a:moveTo>
                    <a:pt x="13376" y="15287"/>
                  </a:moveTo>
                  <a:lnTo>
                    <a:pt x="13376" y="15765"/>
                  </a:lnTo>
                  <a:lnTo>
                    <a:pt x="11465" y="17676"/>
                  </a:lnTo>
                  <a:lnTo>
                    <a:pt x="8121" y="17676"/>
                  </a:lnTo>
                  <a:lnTo>
                    <a:pt x="6210" y="18631"/>
                  </a:lnTo>
                  <a:lnTo>
                    <a:pt x="4777" y="18631"/>
                  </a:lnTo>
                  <a:lnTo>
                    <a:pt x="4777" y="17676"/>
                  </a:lnTo>
                  <a:lnTo>
                    <a:pt x="3821" y="16721"/>
                  </a:lnTo>
                  <a:lnTo>
                    <a:pt x="2389" y="14332"/>
                  </a:lnTo>
                  <a:lnTo>
                    <a:pt x="2389" y="10988"/>
                  </a:lnTo>
                  <a:lnTo>
                    <a:pt x="0" y="4299"/>
                  </a:lnTo>
                  <a:lnTo>
                    <a:pt x="0" y="2389"/>
                  </a:lnTo>
                  <a:lnTo>
                    <a:pt x="955" y="0"/>
                  </a:lnTo>
                  <a:lnTo>
                    <a:pt x="1910" y="0"/>
                  </a:lnTo>
                  <a:lnTo>
                    <a:pt x="2866" y="1911"/>
                  </a:lnTo>
                  <a:lnTo>
                    <a:pt x="4777" y="3822"/>
                  </a:lnTo>
                  <a:lnTo>
                    <a:pt x="5733" y="10032"/>
                  </a:lnTo>
                  <a:lnTo>
                    <a:pt x="7166" y="9555"/>
                  </a:lnTo>
                  <a:lnTo>
                    <a:pt x="8121" y="9555"/>
                  </a:lnTo>
                  <a:lnTo>
                    <a:pt x="9076" y="8121"/>
                  </a:lnTo>
                  <a:lnTo>
                    <a:pt x="9555" y="5733"/>
                  </a:lnTo>
                  <a:lnTo>
                    <a:pt x="10032" y="5255"/>
                  </a:lnTo>
                  <a:lnTo>
                    <a:pt x="10987" y="5733"/>
                  </a:lnTo>
                  <a:lnTo>
                    <a:pt x="10510" y="6210"/>
                  </a:lnTo>
                  <a:lnTo>
                    <a:pt x="10987" y="8121"/>
                  </a:lnTo>
                  <a:lnTo>
                    <a:pt x="11943" y="9077"/>
                  </a:lnTo>
                  <a:lnTo>
                    <a:pt x="12421" y="9555"/>
                  </a:lnTo>
                  <a:lnTo>
                    <a:pt x="13376" y="14332"/>
                  </a:lnTo>
                  <a:lnTo>
                    <a:pt x="13376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6EFE76E4-F9FE-2FE2-2EC7-87B699B95557}"/>
                </a:ext>
              </a:extLst>
            </p:cNvPr>
            <p:cNvSpPr/>
            <p:nvPr/>
          </p:nvSpPr>
          <p:spPr>
            <a:xfrm>
              <a:off x="9193597" y="5653092"/>
              <a:ext cx="2388" cy="2866"/>
            </a:xfrm>
            <a:custGeom>
              <a:avLst/>
              <a:gdLst>
                <a:gd name="csX0" fmla="*/ 1433 w 2388"/>
                <a:gd name="csY0" fmla="*/ 0 h 2866"/>
                <a:gd name="csX1" fmla="*/ 2389 w 2388"/>
                <a:gd name="csY1" fmla="*/ 2866 h 2866"/>
                <a:gd name="csX2" fmla="*/ 478 w 2388"/>
                <a:gd name="csY2" fmla="*/ 2389 h 2866"/>
                <a:gd name="csX3" fmla="*/ 0 w 2388"/>
                <a:gd name="csY3" fmla="*/ 1433 h 2866"/>
                <a:gd name="csX4" fmla="*/ 1433 w 2388"/>
                <a:gd name="csY4" fmla="*/ 0 h 2866"/>
                <a:gd name="csX5" fmla="*/ 1433 w 2388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2866">
                  <a:moveTo>
                    <a:pt x="1433" y="0"/>
                  </a:moveTo>
                  <a:lnTo>
                    <a:pt x="2389" y="2866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85BE25B7-AC02-3A6A-8D34-F50D334E65AE}"/>
                </a:ext>
              </a:extLst>
            </p:cNvPr>
            <p:cNvSpPr/>
            <p:nvPr/>
          </p:nvSpPr>
          <p:spPr>
            <a:xfrm>
              <a:off x="9136747" y="5106569"/>
              <a:ext cx="58760" cy="42995"/>
            </a:xfrm>
            <a:custGeom>
              <a:avLst/>
              <a:gdLst>
                <a:gd name="csX0" fmla="*/ 57805 w 58760"/>
                <a:gd name="csY0" fmla="*/ 37741 h 42995"/>
                <a:gd name="csX1" fmla="*/ 58761 w 58760"/>
                <a:gd name="csY1" fmla="*/ 41085 h 42995"/>
                <a:gd name="csX2" fmla="*/ 58283 w 58760"/>
                <a:gd name="csY2" fmla="*/ 42040 h 42995"/>
                <a:gd name="csX3" fmla="*/ 56850 w 58760"/>
                <a:gd name="csY3" fmla="*/ 42518 h 42995"/>
                <a:gd name="csX4" fmla="*/ 55416 w 58760"/>
                <a:gd name="csY4" fmla="*/ 42996 h 42995"/>
                <a:gd name="csX5" fmla="*/ 54461 w 58760"/>
                <a:gd name="csY5" fmla="*/ 42996 h 42995"/>
                <a:gd name="csX6" fmla="*/ 50162 w 58760"/>
                <a:gd name="csY6" fmla="*/ 41085 h 42995"/>
                <a:gd name="csX7" fmla="*/ 49206 w 58760"/>
                <a:gd name="csY7" fmla="*/ 40607 h 42995"/>
                <a:gd name="csX8" fmla="*/ 48251 w 58760"/>
                <a:gd name="csY8" fmla="*/ 40607 h 42995"/>
                <a:gd name="csX9" fmla="*/ 47773 w 58760"/>
                <a:gd name="csY9" fmla="*/ 40129 h 42995"/>
                <a:gd name="csX10" fmla="*/ 47295 w 58760"/>
                <a:gd name="csY10" fmla="*/ 39651 h 42995"/>
                <a:gd name="csX11" fmla="*/ 44907 w 58760"/>
                <a:gd name="csY11" fmla="*/ 38696 h 42995"/>
                <a:gd name="csX12" fmla="*/ 42518 w 58760"/>
                <a:gd name="csY12" fmla="*/ 37741 h 42995"/>
                <a:gd name="csX13" fmla="*/ 41562 w 58760"/>
                <a:gd name="csY13" fmla="*/ 36785 h 42995"/>
                <a:gd name="csX14" fmla="*/ 41562 w 58760"/>
                <a:gd name="csY14" fmla="*/ 35352 h 42995"/>
                <a:gd name="csX15" fmla="*/ 40607 w 58760"/>
                <a:gd name="csY15" fmla="*/ 34874 h 42995"/>
                <a:gd name="csX16" fmla="*/ 37741 w 58760"/>
                <a:gd name="csY16" fmla="*/ 33919 h 42995"/>
                <a:gd name="csX17" fmla="*/ 35352 w 58760"/>
                <a:gd name="csY17" fmla="*/ 32963 h 42995"/>
                <a:gd name="csX18" fmla="*/ 33919 w 58760"/>
                <a:gd name="csY18" fmla="*/ 31530 h 42995"/>
                <a:gd name="csX19" fmla="*/ 31530 w 58760"/>
                <a:gd name="csY19" fmla="*/ 30575 h 42995"/>
                <a:gd name="csX20" fmla="*/ 27709 w 58760"/>
                <a:gd name="csY20" fmla="*/ 28186 h 42995"/>
                <a:gd name="csX21" fmla="*/ 25798 w 58760"/>
                <a:gd name="csY21" fmla="*/ 27708 h 42995"/>
                <a:gd name="csX22" fmla="*/ 23886 w 58760"/>
                <a:gd name="csY22" fmla="*/ 26753 h 42995"/>
                <a:gd name="csX23" fmla="*/ 19587 w 58760"/>
                <a:gd name="csY23" fmla="*/ 22931 h 42995"/>
                <a:gd name="csX24" fmla="*/ 17676 w 58760"/>
                <a:gd name="csY24" fmla="*/ 21976 h 42995"/>
                <a:gd name="csX25" fmla="*/ 16243 w 58760"/>
                <a:gd name="csY25" fmla="*/ 20065 h 42995"/>
                <a:gd name="csX26" fmla="*/ 12421 w 58760"/>
                <a:gd name="csY26" fmla="*/ 16243 h 42995"/>
                <a:gd name="csX27" fmla="*/ 10510 w 58760"/>
                <a:gd name="csY27" fmla="*/ 14332 h 42995"/>
                <a:gd name="csX28" fmla="*/ 8121 w 58760"/>
                <a:gd name="csY28" fmla="*/ 12899 h 42995"/>
                <a:gd name="csX29" fmla="*/ 6688 w 58760"/>
                <a:gd name="csY29" fmla="*/ 11466 h 42995"/>
                <a:gd name="csX30" fmla="*/ 5733 w 58760"/>
                <a:gd name="csY30" fmla="*/ 9077 h 42995"/>
                <a:gd name="csX31" fmla="*/ 2866 w 58760"/>
                <a:gd name="csY31" fmla="*/ 6210 h 42995"/>
                <a:gd name="csX32" fmla="*/ 2389 w 58760"/>
                <a:gd name="csY32" fmla="*/ 5255 h 42995"/>
                <a:gd name="csX33" fmla="*/ 2389 w 58760"/>
                <a:gd name="csY33" fmla="*/ 3822 h 42995"/>
                <a:gd name="csX34" fmla="*/ 1911 w 58760"/>
                <a:gd name="csY34" fmla="*/ 2867 h 42995"/>
                <a:gd name="csX35" fmla="*/ 478 w 58760"/>
                <a:gd name="csY35" fmla="*/ 2389 h 42995"/>
                <a:gd name="csX36" fmla="*/ 0 w 58760"/>
                <a:gd name="csY36" fmla="*/ 1433 h 42995"/>
                <a:gd name="csX37" fmla="*/ 0 w 58760"/>
                <a:gd name="csY37" fmla="*/ 478 h 42995"/>
                <a:gd name="csX38" fmla="*/ 478 w 58760"/>
                <a:gd name="csY38" fmla="*/ 0 h 42995"/>
                <a:gd name="csX39" fmla="*/ 3344 w 58760"/>
                <a:gd name="csY39" fmla="*/ 1911 h 42995"/>
                <a:gd name="csX40" fmla="*/ 5733 w 58760"/>
                <a:gd name="csY40" fmla="*/ 2867 h 42995"/>
                <a:gd name="csX41" fmla="*/ 8121 w 58760"/>
                <a:gd name="csY41" fmla="*/ 2389 h 42995"/>
                <a:gd name="csX42" fmla="*/ 10988 w 58760"/>
                <a:gd name="csY42" fmla="*/ 4300 h 42995"/>
                <a:gd name="csX43" fmla="*/ 18632 w 58760"/>
                <a:gd name="csY43" fmla="*/ 10032 h 42995"/>
                <a:gd name="csX44" fmla="*/ 21498 w 58760"/>
                <a:gd name="csY44" fmla="*/ 11466 h 42995"/>
                <a:gd name="csX45" fmla="*/ 22931 w 58760"/>
                <a:gd name="csY45" fmla="*/ 11943 h 42995"/>
                <a:gd name="csX46" fmla="*/ 24364 w 58760"/>
                <a:gd name="csY46" fmla="*/ 12899 h 42995"/>
                <a:gd name="csX47" fmla="*/ 25320 w 58760"/>
                <a:gd name="csY47" fmla="*/ 14332 h 42995"/>
                <a:gd name="csX48" fmla="*/ 26753 w 58760"/>
                <a:gd name="csY48" fmla="*/ 15287 h 42995"/>
                <a:gd name="csX49" fmla="*/ 27230 w 58760"/>
                <a:gd name="csY49" fmla="*/ 16243 h 42995"/>
                <a:gd name="csX50" fmla="*/ 27230 w 58760"/>
                <a:gd name="csY50" fmla="*/ 17198 h 42995"/>
                <a:gd name="csX51" fmla="*/ 28186 w 58760"/>
                <a:gd name="csY51" fmla="*/ 18154 h 42995"/>
                <a:gd name="csX52" fmla="*/ 30575 w 58760"/>
                <a:gd name="csY52" fmla="*/ 20065 h 42995"/>
                <a:gd name="csX53" fmla="*/ 32486 w 58760"/>
                <a:gd name="csY53" fmla="*/ 21498 h 42995"/>
                <a:gd name="csX54" fmla="*/ 34396 w 58760"/>
                <a:gd name="csY54" fmla="*/ 22453 h 42995"/>
                <a:gd name="csX55" fmla="*/ 35352 w 58760"/>
                <a:gd name="csY55" fmla="*/ 23409 h 42995"/>
                <a:gd name="csX56" fmla="*/ 36785 w 58760"/>
                <a:gd name="csY56" fmla="*/ 23886 h 42995"/>
                <a:gd name="csX57" fmla="*/ 37741 w 58760"/>
                <a:gd name="csY57" fmla="*/ 24842 h 42995"/>
                <a:gd name="csX58" fmla="*/ 40129 w 58760"/>
                <a:gd name="csY58" fmla="*/ 25798 h 42995"/>
                <a:gd name="csX59" fmla="*/ 44907 w 58760"/>
                <a:gd name="csY59" fmla="*/ 28664 h 42995"/>
                <a:gd name="csX60" fmla="*/ 48728 w 58760"/>
                <a:gd name="csY60" fmla="*/ 31530 h 42995"/>
                <a:gd name="csX61" fmla="*/ 50639 w 58760"/>
                <a:gd name="csY61" fmla="*/ 33441 h 42995"/>
                <a:gd name="csX62" fmla="*/ 52550 w 58760"/>
                <a:gd name="csY62" fmla="*/ 34874 h 42995"/>
                <a:gd name="csX63" fmla="*/ 55416 w 58760"/>
                <a:gd name="csY63" fmla="*/ 36308 h 42995"/>
                <a:gd name="csX64" fmla="*/ 57805 w 58760"/>
                <a:gd name="csY64" fmla="*/ 37741 h 42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58760" h="42995">
                  <a:moveTo>
                    <a:pt x="57805" y="37741"/>
                  </a:moveTo>
                  <a:lnTo>
                    <a:pt x="58761" y="41085"/>
                  </a:lnTo>
                  <a:lnTo>
                    <a:pt x="58283" y="42040"/>
                  </a:lnTo>
                  <a:lnTo>
                    <a:pt x="56850" y="42518"/>
                  </a:lnTo>
                  <a:lnTo>
                    <a:pt x="55416" y="42996"/>
                  </a:lnTo>
                  <a:lnTo>
                    <a:pt x="54461" y="42996"/>
                  </a:lnTo>
                  <a:lnTo>
                    <a:pt x="50162" y="41085"/>
                  </a:lnTo>
                  <a:lnTo>
                    <a:pt x="49206" y="40607"/>
                  </a:lnTo>
                  <a:lnTo>
                    <a:pt x="48251" y="40607"/>
                  </a:lnTo>
                  <a:lnTo>
                    <a:pt x="47773" y="40129"/>
                  </a:lnTo>
                  <a:lnTo>
                    <a:pt x="47295" y="39651"/>
                  </a:lnTo>
                  <a:lnTo>
                    <a:pt x="44907" y="38696"/>
                  </a:lnTo>
                  <a:lnTo>
                    <a:pt x="42518" y="37741"/>
                  </a:lnTo>
                  <a:lnTo>
                    <a:pt x="41562" y="36785"/>
                  </a:lnTo>
                  <a:lnTo>
                    <a:pt x="41562" y="35352"/>
                  </a:lnTo>
                  <a:lnTo>
                    <a:pt x="40607" y="34874"/>
                  </a:lnTo>
                  <a:lnTo>
                    <a:pt x="37741" y="33919"/>
                  </a:lnTo>
                  <a:lnTo>
                    <a:pt x="35352" y="32963"/>
                  </a:lnTo>
                  <a:lnTo>
                    <a:pt x="33919" y="31530"/>
                  </a:lnTo>
                  <a:lnTo>
                    <a:pt x="31530" y="30575"/>
                  </a:lnTo>
                  <a:lnTo>
                    <a:pt x="27709" y="28186"/>
                  </a:lnTo>
                  <a:lnTo>
                    <a:pt x="25798" y="27708"/>
                  </a:lnTo>
                  <a:lnTo>
                    <a:pt x="23886" y="26753"/>
                  </a:lnTo>
                  <a:lnTo>
                    <a:pt x="19587" y="22931"/>
                  </a:lnTo>
                  <a:lnTo>
                    <a:pt x="17676" y="21976"/>
                  </a:lnTo>
                  <a:lnTo>
                    <a:pt x="16243" y="20065"/>
                  </a:lnTo>
                  <a:lnTo>
                    <a:pt x="12421" y="16243"/>
                  </a:lnTo>
                  <a:lnTo>
                    <a:pt x="10510" y="14332"/>
                  </a:lnTo>
                  <a:lnTo>
                    <a:pt x="8121" y="12899"/>
                  </a:lnTo>
                  <a:lnTo>
                    <a:pt x="6688" y="11466"/>
                  </a:lnTo>
                  <a:lnTo>
                    <a:pt x="5733" y="9077"/>
                  </a:lnTo>
                  <a:lnTo>
                    <a:pt x="2866" y="6210"/>
                  </a:lnTo>
                  <a:lnTo>
                    <a:pt x="2389" y="5255"/>
                  </a:lnTo>
                  <a:lnTo>
                    <a:pt x="2389" y="3822"/>
                  </a:lnTo>
                  <a:lnTo>
                    <a:pt x="1911" y="2867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3344" y="1911"/>
                  </a:lnTo>
                  <a:lnTo>
                    <a:pt x="5733" y="2867"/>
                  </a:lnTo>
                  <a:lnTo>
                    <a:pt x="8121" y="2389"/>
                  </a:lnTo>
                  <a:lnTo>
                    <a:pt x="10988" y="4300"/>
                  </a:lnTo>
                  <a:lnTo>
                    <a:pt x="18632" y="10032"/>
                  </a:lnTo>
                  <a:lnTo>
                    <a:pt x="21498" y="11466"/>
                  </a:lnTo>
                  <a:lnTo>
                    <a:pt x="22931" y="11943"/>
                  </a:lnTo>
                  <a:lnTo>
                    <a:pt x="24364" y="12899"/>
                  </a:lnTo>
                  <a:lnTo>
                    <a:pt x="25320" y="14332"/>
                  </a:lnTo>
                  <a:lnTo>
                    <a:pt x="26753" y="15287"/>
                  </a:lnTo>
                  <a:lnTo>
                    <a:pt x="27230" y="16243"/>
                  </a:lnTo>
                  <a:lnTo>
                    <a:pt x="27230" y="17198"/>
                  </a:lnTo>
                  <a:lnTo>
                    <a:pt x="28186" y="18154"/>
                  </a:lnTo>
                  <a:lnTo>
                    <a:pt x="30575" y="20065"/>
                  </a:lnTo>
                  <a:lnTo>
                    <a:pt x="32486" y="21498"/>
                  </a:lnTo>
                  <a:lnTo>
                    <a:pt x="34396" y="22453"/>
                  </a:lnTo>
                  <a:lnTo>
                    <a:pt x="35352" y="23409"/>
                  </a:lnTo>
                  <a:lnTo>
                    <a:pt x="36785" y="23886"/>
                  </a:lnTo>
                  <a:lnTo>
                    <a:pt x="37741" y="24842"/>
                  </a:lnTo>
                  <a:lnTo>
                    <a:pt x="40129" y="25798"/>
                  </a:lnTo>
                  <a:lnTo>
                    <a:pt x="44907" y="28664"/>
                  </a:lnTo>
                  <a:lnTo>
                    <a:pt x="48728" y="31530"/>
                  </a:lnTo>
                  <a:lnTo>
                    <a:pt x="50639" y="33441"/>
                  </a:lnTo>
                  <a:lnTo>
                    <a:pt x="52550" y="34874"/>
                  </a:lnTo>
                  <a:lnTo>
                    <a:pt x="55416" y="36308"/>
                  </a:lnTo>
                  <a:lnTo>
                    <a:pt x="57805" y="3774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AA415395-2B38-9BA1-13AC-0B9C9FFCAD7D}"/>
                </a:ext>
              </a:extLst>
            </p:cNvPr>
            <p:cNvSpPr/>
            <p:nvPr/>
          </p:nvSpPr>
          <p:spPr>
            <a:xfrm>
              <a:off x="9190730" y="4945097"/>
              <a:ext cx="3343" cy="1911"/>
            </a:xfrm>
            <a:custGeom>
              <a:avLst/>
              <a:gdLst>
                <a:gd name="csX0" fmla="*/ 3344 w 3343"/>
                <a:gd name="csY0" fmla="*/ 1911 h 1911"/>
                <a:gd name="csX1" fmla="*/ 1433 w 3343"/>
                <a:gd name="csY1" fmla="*/ 1911 h 1911"/>
                <a:gd name="csX2" fmla="*/ 955 w 3343"/>
                <a:gd name="csY2" fmla="*/ 1911 h 1911"/>
                <a:gd name="csX3" fmla="*/ 0 w 3343"/>
                <a:gd name="csY3" fmla="*/ 478 h 1911"/>
                <a:gd name="csX4" fmla="*/ 478 w 3343"/>
                <a:gd name="csY4" fmla="*/ 0 h 1911"/>
                <a:gd name="csX5" fmla="*/ 1910 w 3343"/>
                <a:gd name="csY5" fmla="*/ 0 h 1911"/>
                <a:gd name="csX6" fmla="*/ 2389 w 3343"/>
                <a:gd name="csY6" fmla="*/ 956 h 1911"/>
                <a:gd name="csX7" fmla="*/ 3344 w 3343"/>
                <a:gd name="csY7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3" h="1911">
                  <a:moveTo>
                    <a:pt x="3344" y="1911"/>
                  </a:moveTo>
                  <a:lnTo>
                    <a:pt x="1433" y="1911"/>
                  </a:lnTo>
                  <a:lnTo>
                    <a:pt x="955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0" y="0"/>
                  </a:lnTo>
                  <a:lnTo>
                    <a:pt x="2389" y="956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C038C710-F66B-8F2B-736C-D2D775DE740C}"/>
                </a:ext>
              </a:extLst>
            </p:cNvPr>
            <p:cNvSpPr/>
            <p:nvPr/>
          </p:nvSpPr>
          <p:spPr>
            <a:xfrm>
              <a:off x="9186431" y="5664080"/>
              <a:ext cx="4299" cy="2866"/>
            </a:xfrm>
            <a:custGeom>
              <a:avLst/>
              <a:gdLst>
                <a:gd name="csX0" fmla="*/ 3821 w 4299"/>
                <a:gd name="csY0" fmla="*/ 478 h 2866"/>
                <a:gd name="csX1" fmla="*/ 4300 w 4299"/>
                <a:gd name="csY1" fmla="*/ 956 h 2866"/>
                <a:gd name="csX2" fmla="*/ 3821 w 4299"/>
                <a:gd name="csY2" fmla="*/ 2389 h 2866"/>
                <a:gd name="csX3" fmla="*/ 3821 w 4299"/>
                <a:gd name="csY3" fmla="*/ 2866 h 2866"/>
                <a:gd name="csX4" fmla="*/ 2866 w 4299"/>
                <a:gd name="csY4" fmla="*/ 2866 h 2866"/>
                <a:gd name="csX5" fmla="*/ 1911 w 4299"/>
                <a:gd name="csY5" fmla="*/ 2866 h 2866"/>
                <a:gd name="csX6" fmla="*/ 955 w 4299"/>
                <a:gd name="csY6" fmla="*/ 2389 h 2866"/>
                <a:gd name="csX7" fmla="*/ 478 w 4299"/>
                <a:gd name="csY7" fmla="*/ 2389 h 2866"/>
                <a:gd name="csX8" fmla="*/ 0 w 4299"/>
                <a:gd name="csY8" fmla="*/ 2389 h 2866"/>
                <a:gd name="csX9" fmla="*/ 478 w 4299"/>
                <a:gd name="csY9" fmla="*/ 956 h 2866"/>
                <a:gd name="csX10" fmla="*/ 2866 w 4299"/>
                <a:gd name="csY10" fmla="*/ 0 h 2866"/>
                <a:gd name="csX11" fmla="*/ 3821 w 4299"/>
                <a:gd name="csY11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2866">
                  <a:moveTo>
                    <a:pt x="3821" y="478"/>
                  </a:moveTo>
                  <a:lnTo>
                    <a:pt x="4300" y="956"/>
                  </a:lnTo>
                  <a:lnTo>
                    <a:pt x="3821" y="2389"/>
                  </a:lnTo>
                  <a:lnTo>
                    <a:pt x="3821" y="2866"/>
                  </a:lnTo>
                  <a:lnTo>
                    <a:pt x="2866" y="2866"/>
                  </a:lnTo>
                  <a:lnTo>
                    <a:pt x="1911" y="2866"/>
                  </a:lnTo>
                  <a:lnTo>
                    <a:pt x="955" y="2389"/>
                  </a:lnTo>
                  <a:lnTo>
                    <a:pt x="478" y="2389"/>
                  </a:lnTo>
                  <a:lnTo>
                    <a:pt x="0" y="2389"/>
                  </a:lnTo>
                  <a:lnTo>
                    <a:pt x="478" y="956"/>
                  </a:lnTo>
                  <a:lnTo>
                    <a:pt x="2866" y="0"/>
                  </a:lnTo>
                  <a:lnTo>
                    <a:pt x="38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B1AD4BF7-C4C1-720F-93BF-B0BE6CC58076}"/>
                </a:ext>
              </a:extLst>
            </p:cNvPr>
            <p:cNvSpPr/>
            <p:nvPr/>
          </p:nvSpPr>
          <p:spPr>
            <a:xfrm>
              <a:off x="9185475" y="5111825"/>
              <a:ext cx="3344" cy="5254"/>
            </a:xfrm>
            <a:custGeom>
              <a:avLst/>
              <a:gdLst>
                <a:gd name="csX0" fmla="*/ 3344 w 3344"/>
                <a:gd name="csY0" fmla="*/ 478 h 5254"/>
                <a:gd name="csX1" fmla="*/ 2389 w 3344"/>
                <a:gd name="csY1" fmla="*/ 955 h 5254"/>
                <a:gd name="csX2" fmla="*/ 1911 w 3344"/>
                <a:gd name="csY2" fmla="*/ 1911 h 5254"/>
                <a:gd name="csX3" fmla="*/ 2389 w 3344"/>
                <a:gd name="csY3" fmla="*/ 2866 h 5254"/>
                <a:gd name="csX4" fmla="*/ 2389 w 3344"/>
                <a:gd name="csY4" fmla="*/ 3344 h 5254"/>
                <a:gd name="csX5" fmla="*/ 1911 w 3344"/>
                <a:gd name="csY5" fmla="*/ 4777 h 5254"/>
                <a:gd name="csX6" fmla="*/ 956 w 3344"/>
                <a:gd name="csY6" fmla="*/ 5255 h 5254"/>
                <a:gd name="csX7" fmla="*/ 0 w 3344"/>
                <a:gd name="csY7" fmla="*/ 5255 h 5254"/>
                <a:gd name="csX8" fmla="*/ 1433 w 3344"/>
                <a:gd name="csY8" fmla="*/ 3822 h 5254"/>
                <a:gd name="csX9" fmla="*/ 1433 w 3344"/>
                <a:gd name="csY9" fmla="*/ 2866 h 5254"/>
                <a:gd name="csX10" fmla="*/ 1911 w 3344"/>
                <a:gd name="csY10" fmla="*/ 478 h 5254"/>
                <a:gd name="csX11" fmla="*/ 1911 w 3344"/>
                <a:gd name="csY11" fmla="*/ 0 h 5254"/>
                <a:gd name="csX12" fmla="*/ 2389 w 3344"/>
                <a:gd name="csY12" fmla="*/ 0 h 5254"/>
                <a:gd name="csX13" fmla="*/ 3344 w 3344"/>
                <a:gd name="csY13" fmla="*/ 478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344" h="5254">
                  <a:moveTo>
                    <a:pt x="3344" y="478"/>
                  </a:moveTo>
                  <a:lnTo>
                    <a:pt x="2389" y="955"/>
                  </a:lnTo>
                  <a:lnTo>
                    <a:pt x="1911" y="1911"/>
                  </a:lnTo>
                  <a:lnTo>
                    <a:pt x="2389" y="2866"/>
                  </a:lnTo>
                  <a:lnTo>
                    <a:pt x="2389" y="3344"/>
                  </a:lnTo>
                  <a:lnTo>
                    <a:pt x="1911" y="4777"/>
                  </a:lnTo>
                  <a:lnTo>
                    <a:pt x="956" y="5255"/>
                  </a:lnTo>
                  <a:lnTo>
                    <a:pt x="0" y="5255"/>
                  </a:lnTo>
                  <a:lnTo>
                    <a:pt x="1433" y="3822"/>
                  </a:lnTo>
                  <a:lnTo>
                    <a:pt x="1433" y="2866"/>
                  </a:lnTo>
                  <a:lnTo>
                    <a:pt x="1911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605E18F4-4280-F799-7EC9-629CCDB22A55}"/>
                </a:ext>
              </a:extLst>
            </p:cNvPr>
            <p:cNvSpPr/>
            <p:nvPr/>
          </p:nvSpPr>
          <p:spPr>
            <a:xfrm>
              <a:off x="9170665" y="3526240"/>
              <a:ext cx="18153" cy="20542"/>
            </a:xfrm>
            <a:custGeom>
              <a:avLst/>
              <a:gdLst>
                <a:gd name="csX0" fmla="*/ 16243 w 18153"/>
                <a:gd name="csY0" fmla="*/ 13854 h 20542"/>
                <a:gd name="csX1" fmla="*/ 18154 w 18153"/>
                <a:gd name="csY1" fmla="*/ 16243 h 20542"/>
                <a:gd name="csX2" fmla="*/ 17676 w 18153"/>
                <a:gd name="csY2" fmla="*/ 20542 h 20542"/>
                <a:gd name="csX3" fmla="*/ 15288 w 18153"/>
                <a:gd name="csY3" fmla="*/ 18154 h 20542"/>
                <a:gd name="csX4" fmla="*/ 14332 w 18153"/>
                <a:gd name="csY4" fmla="*/ 16243 h 20542"/>
                <a:gd name="csX5" fmla="*/ 12421 w 18153"/>
                <a:gd name="csY5" fmla="*/ 16243 h 20542"/>
                <a:gd name="csX6" fmla="*/ 11466 w 18153"/>
                <a:gd name="csY6" fmla="*/ 15287 h 20542"/>
                <a:gd name="csX7" fmla="*/ 9555 w 18153"/>
                <a:gd name="csY7" fmla="*/ 12899 h 20542"/>
                <a:gd name="csX8" fmla="*/ 7644 w 18153"/>
                <a:gd name="csY8" fmla="*/ 10032 h 20542"/>
                <a:gd name="csX9" fmla="*/ 6688 w 18153"/>
                <a:gd name="csY9" fmla="*/ 8599 h 20542"/>
                <a:gd name="csX10" fmla="*/ 6211 w 18153"/>
                <a:gd name="csY10" fmla="*/ 6688 h 20542"/>
                <a:gd name="csX11" fmla="*/ 4777 w 18153"/>
                <a:gd name="csY11" fmla="*/ 4777 h 20542"/>
                <a:gd name="csX12" fmla="*/ 0 w 18153"/>
                <a:gd name="csY12" fmla="*/ 1433 h 20542"/>
                <a:gd name="csX13" fmla="*/ 1911 w 18153"/>
                <a:gd name="csY13" fmla="*/ 1433 h 20542"/>
                <a:gd name="csX14" fmla="*/ 3822 w 18153"/>
                <a:gd name="csY14" fmla="*/ 0 h 20542"/>
                <a:gd name="csX15" fmla="*/ 9077 w 18153"/>
                <a:gd name="csY15" fmla="*/ 478 h 20542"/>
                <a:gd name="csX16" fmla="*/ 10510 w 18153"/>
                <a:gd name="csY16" fmla="*/ 956 h 20542"/>
                <a:gd name="csX17" fmla="*/ 9555 w 18153"/>
                <a:gd name="csY17" fmla="*/ 3344 h 20542"/>
                <a:gd name="csX18" fmla="*/ 10032 w 18153"/>
                <a:gd name="csY18" fmla="*/ 5733 h 20542"/>
                <a:gd name="csX19" fmla="*/ 12899 w 18153"/>
                <a:gd name="csY19" fmla="*/ 10988 h 20542"/>
                <a:gd name="csX20" fmla="*/ 14332 w 18153"/>
                <a:gd name="csY20" fmla="*/ 12421 h 20542"/>
                <a:gd name="csX21" fmla="*/ 16243 w 18153"/>
                <a:gd name="csY21" fmla="*/ 13854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8153" h="20542">
                  <a:moveTo>
                    <a:pt x="16243" y="13854"/>
                  </a:moveTo>
                  <a:lnTo>
                    <a:pt x="18154" y="16243"/>
                  </a:lnTo>
                  <a:lnTo>
                    <a:pt x="17676" y="20542"/>
                  </a:lnTo>
                  <a:lnTo>
                    <a:pt x="15288" y="18154"/>
                  </a:lnTo>
                  <a:lnTo>
                    <a:pt x="14332" y="16243"/>
                  </a:lnTo>
                  <a:lnTo>
                    <a:pt x="12421" y="16243"/>
                  </a:lnTo>
                  <a:lnTo>
                    <a:pt x="11466" y="15287"/>
                  </a:lnTo>
                  <a:lnTo>
                    <a:pt x="9555" y="12899"/>
                  </a:lnTo>
                  <a:lnTo>
                    <a:pt x="7644" y="10032"/>
                  </a:lnTo>
                  <a:lnTo>
                    <a:pt x="6688" y="8599"/>
                  </a:lnTo>
                  <a:lnTo>
                    <a:pt x="6211" y="6688"/>
                  </a:lnTo>
                  <a:lnTo>
                    <a:pt x="4777" y="4777"/>
                  </a:lnTo>
                  <a:lnTo>
                    <a:pt x="0" y="1433"/>
                  </a:lnTo>
                  <a:lnTo>
                    <a:pt x="1911" y="1433"/>
                  </a:lnTo>
                  <a:lnTo>
                    <a:pt x="3822" y="0"/>
                  </a:lnTo>
                  <a:lnTo>
                    <a:pt x="9077" y="478"/>
                  </a:lnTo>
                  <a:lnTo>
                    <a:pt x="10510" y="956"/>
                  </a:lnTo>
                  <a:lnTo>
                    <a:pt x="9555" y="3344"/>
                  </a:lnTo>
                  <a:lnTo>
                    <a:pt x="10032" y="5733"/>
                  </a:lnTo>
                  <a:lnTo>
                    <a:pt x="12899" y="10988"/>
                  </a:lnTo>
                  <a:lnTo>
                    <a:pt x="14332" y="12421"/>
                  </a:lnTo>
                  <a:lnTo>
                    <a:pt x="16243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7A7B628E-4748-EBEF-8260-5F5F99463453}"/>
                </a:ext>
              </a:extLst>
            </p:cNvPr>
            <p:cNvSpPr/>
            <p:nvPr/>
          </p:nvSpPr>
          <p:spPr>
            <a:xfrm>
              <a:off x="9171621" y="4928376"/>
              <a:ext cx="7165" cy="3344"/>
            </a:xfrm>
            <a:custGeom>
              <a:avLst/>
              <a:gdLst>
                <a:gd name="csX0" fmla="*/ 7166 w 7165"/>
                <a:gd name="csY0" fmla="*/ 478 h 3344"/>
                <a:gd name="csX1" fmla="*/ 6688 w 7165"/>
                <a:gd name="csY1" fmla="*/ 1433 h 3344"/>
                <a:gd name="csX2" fmla="*/ 6688 w 7165"/>
                <a:gd name="csY2" fmla="*/ 1911 h 3344"/>
                <a:gd name="csX3" fmla="*/ 5255 w 7165"/>
                <a:gd name="csY3" fmla="*/ 1911 h 3344"/>
                <a:gd name="csX4" fmla="*/ 4777 w 7165"/>
                <a:gd name="csY4" fmla="*/ 1911 h 3344"/>
                <a:gd name="csX5" fmla="*/ 3344 w 7165"/>
                <a:gd name="csY5" fmla="*/ 1911 h 3344"/>
                <a:gd name="csX6" fmla="*/ 2389 w 7165"/>
                <a:gd name="csY6" fmla="*/ 3344 h 3344"/>
                <a:gd name="csX7" fmla="*/ 1433 w 7165"/>
                <a:gd name="csY7" fmla="*/ 3344 h 3344"/>
                <a:gd name="csX8" fmla="*/ 478 w 7165"/>
                <a:gd name="csY8" fmla="*/ 3344 h 3344"/>
                <a:gd name="csX9" fmla="*/ 0 w 7165"/>
                <a:gd name="csY9" fmla="*/ 2389 h 3344"/>
                <a:gd name="csX10" fmla="*/ 0 w 7165"/>
                <a:gd name="csY10" fmla="*/ 1911 h 3344"/>
                <a:gd name="csX11" fmla="*/ 955 w 7165"/>
                <a:gd name="csY11" fmla="*/ 1911 h 3344"/>
                <a:gd name="csX12" fmla="*/ 1433 w 7165"/>
                <a:gd name="csY12" fmla="*/ 956 h 3344"/>
                <a:gd name="csX13" fmla="*/ 2389 w 7165"/>
                <a:gd name="csY13" fmla="*/ 0 h 3344"/>
                <a:gd name="csX14" fmla="*/ 4777 w 7165"/>
                <a:gd name="csY14" fmla="*/ 0 h 3344"/>
                <a:gd name="csX15" fmla="*/ 6688 w 7165"/>
                <a:gd name="csY15" fmla="*/ 478 h 3344"/>
                <a:gd name="csX16" fmla="*/ 7166 w 7165"/>
                <a:gd name="csY16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165" h="3344">
                  <a:moveTo>
                    <a:pt x="7166" y="478"/>
                  </a:moveTo>
                  <a:lnTo>
                    <a:pt x="6688" y="1433"/>
                  </a:lnTo>
                  <a:lnTo>
                    <a:pt x="6688" y="1911"/>
                  </a:lnTo>
                  <a:lnTo>
                    <a:pt x="5255" y="1911"/>
                  </a:lnTo>
                  <a:lnTo>
                    <a:pt x="4777" y="1911"/>
                  </a:lnTo>
                  <a:lnTo>
                    <a:pt x="3344" y="1911"/>
                  </a:lnTo>
                  <a:lnTo>
                    <a:pt x="2389" y="3344"/>
                  </a:lnTo>
                  <a:lnTo>
                    <a:pt x="1433" y="3344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955" y="1911"/>
                  </a:lnTo>
                  <a:lnTo>
                    <a:pt x="1433" y="956"/>
                  </a:lnTo>
                  <a:lnTo>
                    <a:pt x="2389" y="0"/>
                  </a:lnTo>
                  <a:lnTo>
                    <a:pt x="4777" y="0"/>
                  </a:lnTo>
                  <a:lnTo>
                    <a:pt x="6688" y="478"/>
                  </a:lnTo>
                  <a:lnTo>
                    <a:pt x="71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260538D6-E8D4-9271-0D7F-1C106AAD649D}"/>
                </a:ext>
              </a:extLst>
            </p:cNvPr>
            <p:cNvSpPr/>
            <p:nvPr/>
          </p:nvSpPr>
          <p:spPr>
            <a:xfrm>
              <a:off x="9124804" y="3395820"/>
              <a:ext cx="24364" cy="24841"/>
            </a:xfrm>
            <a:custGeom>
              <a:avLst/>
              <a:gdLst>
                <a:gd name="csX0" fmla="*/ 23886 w 24364"/>
                <a:gd name="csY0" fmla="*/ 3822 h 24841"/>
                <a:gd name="csX1" fmla="*/ 24364 w 24364"/>
                <a:gd name="csY1" fmla="*/ 9077 h 24841"/>
                <a:gd name="csX2" fmla="*/ 23409 w 24364"/>
                <a:gd name="csY2" fmla="*/ 11943 h 24841"/>
                <a:gd name="csX3" fmla="*/ 16721 w 24364"/>
                <a:gd name="csY3" fmla="*/ 13376 h 24841"/>
                <a:gd name="csX4" fmla="*/ 10510 w 24364"/>
                <a:gd name="csY4" fmla="*/ 16721 h 24841"/>
                <a:gd name="csX5" fmla="*/ 3822 w 24364"/>
                <a:gd name="csY5" fmla="*/ 21975 h 24841"/>
                <a:gd name="csX6" fmla="*/ 955 w 24364"/>
                <a:gd name="csY6" fmla="*/ 24842 h 24841"/>
                <a:gd name="csX7" fmla="*/ 478 w 24364"/>
                <a:gd name="csY7" fmla="*/ 24364 h 24841"/>
                <a:gd name="csX8" fmla="*/ 0 w 24364"/>
                <a:gd name="csY8" fmla="*/ 23886 h 24841"/>
                <a:gd name="csX9" fmla="*/ 0 w 24364"/>
                <a:gd name="csY9" fmla="*/ 22453 h 24841"/>
                <a:gd name="csX10" fmla="*/ 2866 w 24364"/>
                <a:gd name="csY10" fmla="*/ 20542 h 24841"/>
                <a:gd name="csX11" fmla="*/ 5733 w 24364"/>
                <a:gd name="csY11" fmla="*/ 14809 h 24841"/>
                <a:gd name="csX12" fmla="*/ 7166 w 24364"/>
                <a:gd name="csY12" fmla="*/ 10510 h 24841"/>
                <a:gd name="csX13" fmla="*/ 6688 w 24364"/>
                <a:gd name="csY13" fmla="*/ 9077 h 24841"/>
                <a:gd name="csX14" fmla="*/ 6688 w 24364"/>
                <a:gd name="csY14" fmla="*/ 7166 h 24841"/>
                <a:gd name="csX15" fmla="*/ 15287 w 24364"/>
                <a:gd name="csY15" fmla="*/ 4300 h 24841"/>
                <a:gd name="csX16" fmla="*/ 21498 w 24364"/>
                <a:gd name="csY16" fmla="*/ 0 h 24841"/>
                <a:gd name="csX17" fmla="*/ 22453 w 24364"/>
                <a:gd name="csY17" fmla="*/ 0 h 24841"/>
                <a:gd name="csX18" fmla="*/ 23886 w 24364"/>
                <a:gd name="csY18" fmla="*/ 3822 h 24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4364" h="24841">
                  <a:moveTo>
                    <a:pt x="23886" y="3822"/>
                  </a:moveTo>
                  <a:lnTo>
                    <a:pt x="24364" y="9077"/>
                  </a:lnTo>
                  <a:lnTo>
                    <a:pt x="23409" y="11943"/>
                  </a:lnTo>
                  <a:lnTo>
                    <a:pt x="16721" y="13376"/>
                  </a:lnTo>
                  <a:lnTo>
                    <a:pt x="10510" y="16721"/>
                  </a:lnTo>
                  <a:lnTo>
                    <a:pt x="3822" y="21975"/>
                  </a:lnTo>
                  <a:lnTo>
                    <a:pt x="955" y="24842"/>
                  </a:lnTo>
                  <a:lnTo>
                    <a:pt x="478" y="24364"/>
                  </a:lnTo>
                  <a:lnTo>
                    <a:pt x="0" y="23886"/>
                  </a:lnTo>
                  <a:lnTo>
                    <a:pt x="0" y="22453"/>
                  </a:lnTo>
                  <a:lnTo>
                    <a:pt x="2866" y="20542"/>
                  </a:lnTo>
                  <a:lnTo>
                    <a:pt x="5733" y="14809"/>
                  </a:lnTo>
                  <a:lnTo>
                    <a:pt x="7166" y="10510"/>
                  </a:lnTo>
                  <a:lnTo>
                    <a:pt x="6688" y="9077"/>
                  </a:lnTo>
                  <a:lnTo>
                    <a:pt x="6688" y="7166"/>
                  </a:lnTo>
                  <a:lnTo>
                    <a:pt x="15287" y="4300"/>
                  </a:lnTo>
                  <a:lnTo>
                    <a:pt x="21498" y="0"/>
                  </a:lnTo>
                  <a:lnTo>
                    <a:pt x="22453" y="0"/>
                  </a:lnTo>
                  <a:lnTo>
                    <a:pt x="2388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4C4265B1-1632-041E-ADED-1DC227B91779}"/>
                </a:ext>
              </a:extLst>
            </p:cNvPr>
            <p:cNvSpPr/>
            <p:nvPr/>
          </p:nvSpPr>
          <p:spPr>
            <a:xfrm>
              <a:off x="9082286" y="4919777"/>
              <a:ext cx="21497" cy="11465"/>
            </a:xfrm>
            <a:custGeom>
              <a:avLst/>
              <a:gdLst>
                <a:gd name="csX0" fmla="*/ 21498 w 21497"/>
                <a:gd name="csY0" fmla="*/ 11465 h 11465"/>
                <a:gd name="csX1" fmla="*/ 20065 w 21497"/>
                <a:gd name="csY1" fmla="*/ 11465 h 11465"/>
                <a:gd name="csX2" fmla="*/ 18154 w 21497"/>
                <a:gd name="csY2" fmla="*/ 11465 h 11465"/>
                <a:gd name="csX3" fmla="*/ 16721 w 21497"/>
                <a:gd name="csY3" fmla="*/ 11465 h 11465"/>
                <a:gd name="csX4" fmla="*/ 14809 w 21497"/>
                <a:gd name="csY4" fmla="*/ 10988 h 11465"/>
                <a:gd name="csX5" fmla="*/ 12421 w 21497"/>
                <a:gd name="csY5" fmla="*/ 10510 h 11465"/>
                <a:gd name="csX6" fmla="*/ 10032 w 21497"/>
                <a:gd name="csY6" fmla="*/ 9555 h 11465"/>
                <a:gd name="csX7" fmla="*/ 4777 w 21497"/>
                <a:gd name="csY7" fmla="*/ 6688 h 11465"/>
                <a:gd name="csX8" fmla="*/ 4777 w 21497"/>
                <a:gd name="csY8" fmla="*/ 5255 h 11465"/>
                <a:gd name="csX9" fmla="*/ 4300 w 21497"/>
                <a:gd name="csY9" fmla="*/ 4777 h 11465"/>
                <a:gd name="csX10" fmla="*/ 3822 w 21497"/>
                <a:gd name="csY10" fmla="*/ 2866 h 11465"/>
                <a:gd name="csX11" fmla="*/ 2389 w 21497"/>
                <a:gd name="csY11" fmla="*/ 2389 h 11465"/>
                <a:gd name="csX12" fmla="*/ 0 w 21497"/>
                <a:gd name="csY12" fmla="*/ 2389 h 11465"/>
                <a:gd name="csX13" fmla="*/ 0 w 21497"/>
                <a:gd name="csY13" fmla="*/ 1433 h 11465"/>
                <a:gd name="csX14" fmla="*/ 478 w 21497"/>
                <a:gd name="csY14" fmla="*/ 0 h 11465"/>
                <a:gd name="csX15" fmla="*/ 1911 w 21497"/>
                <a:gd name="csY15" fmla="*/ 0 h 11465"/>
                <a:gd name="csX16" fmla="*/ 3822 w 21497"/>
                <a:gd name="csY16" fmla="*/ 956 h 11465"/>
                <a:gd name="csX17" fmla="*/ 7166 w 21497"/>
                <a:gd name="csY17" fmla="*/ 2866 h 11465"/>
                <a:gd name="csX18" fmla="*/ 8122 w 21497"/>
                <a:gd name="csY18" fmla="*/ 3344 h 11465"/>
                <a:gd name="csX19" fmla="*/ 8599 w 21497"/>
                <a:gd name="csY19" fmla="*/ 3344 h 11465"/>
                <a:gd name="csX20" fmla="*/ 10988 w 21497"/>
                <a:gd name="csY20" fmla="*/ 4777 h 11465"/>
                <a:gd name="csX21" fmla="*/ 12421 w 21497"/>
                <a:gd name="csY21" fmla="*/ 4299 h 11465"/>
                <a:gd name="csX22" fmla="*/ 14332 w 21497"/>
                <a:gd name="csY22" fmla="*/ 5255 h 11465"/>
                <a:gd name="csX23" fmla="*/ 16243 w 21497"/>
                <a:gd name="csY23" fmla="*/ 4777 h 11465"/>
                <a:gd name="csX24" fmla="*/ 17198 w 21497"/>
                <a:gd name="csY24" fmla="*/ 5733 h 11465"/>
                <a:gd name="csX25" fmla="*/ 19587 w 21497"/>
                <a:gd name="csY25" fmla="*/ 9555 h 11465"/>
                <a:gd name="csX26" fmla="*/ 19587 w 21497"/>
                <a:gd name="csY26" fmla="*/ 10510 h 11465"/>
                <a:gd name="csX27" fmla="*/ 21498 w 21497"/>
                <a:gd name="csY27" fmla="*/ 11465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1497" h="11465">
                  <a:moveTo>
                    <a:pt x="21498" y="11465"/>
                  </a:moveTo>
                  <a:lnTo>
                    <a:pt x="20065" y="11465"/>
                  </a:lnTo>
                  <a:lnTo>
                    <a:pt x="18154" y="11465"/>
                  </a:lnTo>
                  <a:lnTo>
                    <a:pt x="16721" y="11465"/>
                  </a:lnTo>
                  <a:lnTo>
                    <a:pt x="14809" y="10988"/>
                  </a:lnTo>
                  <a:lnTo>
                    <a:pt x="12421" y="10510"/>
                  </a:lnTo>
                  <a:lnTo>
                    <a:pt x="10032" y="9555"/>
                  </a:lnTo>
                  <a:lnTo>
                    <a:pt x="4777" y="6688"/>
                  </a:lnTo>
                  <a:lnTo>
                    <a:pt x="4777" y="5255"/>
                  </a:lnTo>
                  <a:lnTo>
                    <a:pt x="4300" y="4777"/>
                  </a:lnTo>
                  <a:lnTo>
                    <a:pt x="3822" y="2866"/>
                  </a:lnTo>
                  <a:lnTo>
                    <a:pt x="2389" y="2389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3822" y="956"/>
                  </a:lnTo>
                  <a:lnTo>
                    <a:pt x="7166" y="2866"/>
                  </a:lnTo>
                  <a:lnTo>
                    <a:pt x="8122" y="3344"/>
                  </a:lnTo>
                  <a:lnTo>
                    <a:pt x="8599" y="3344"/>
                  </a:lnTo>
                  <a:lnTo>
                    <a:pt x="10988" y="4777"/>
                  </a:lnTo>
                  <a:lnTo>
                    <a:pt x="12421" y="4299"/>
                  </a:lnTo>
                  <a:lnTo>
                    <a:pt x="14332" y="5255"/>
                  </a:lnTo>
                  <a:lnTo>
                    <a:pt x="16243" y="4777"/>
                  </a:lnTo>
                  <a:lnTo>
                    <a:pt x="17198" y="5733"/>
                  </a:lnTo>
                  <a:lnTo>
                    <a:pt x="19587" y="9555"/>
                  </a:lnTo>
                  <a:lnTo>
                    <a:pt x="19587" y="10510"/>
                  </a:lnTo>
                  <a:lnTo>
                    <a:pt x="21498" y="114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71422D4E-C2A0-2A92-A74C-8A709BD6DF1B}"/>
                </a:ext>
              </a:extLst>
            </p:cNvPr>
            <p:cNvSpPr/>
            <p:nvPr/>
          </p:nvSpPr>
          <p:spPr>
            <a:xfrm>
              <a:off x="9077986" y="2951054"/>
              <a:ext cx="10988" cy="38218"/>
            </a:xfrm>
            <a:custGeom>
              <a:avLst/>
              <a:gdLst>
                <a:gd name="csX0" fmla="*/ 9077 w 10988"/>
                <a:gd name="csY0" fmla="*/ 478 h 38218"/>
                <a:gd name="csX1" fmla="*/ 10988 w 10988"/>
                <a:gd name="csY1" fmla="*/ 2866 h 38218"/>
                <a:gd name="csX2" fmla="*/ 10510 w 10988"/>
                <a:gd name="csY2" fmla="*/ 7644 h 38218"/>
                <a:gd name="csX3" fmla="*/ 9077 w 10988"/>
                <a:gd name="csY3" fmla="*/ 10988 h 38218"/>
                <a:gd name="csX4" fmla="*/ 5733 w 10988"/>
                <a:gd name="csY4" fmla="*/ 11943 h 38218"/>
                <a:gd name="csX5" fmla="*/ 5733 w 10988"/>
                <a:gd name="csY5" fmla="*/ 14332 h 38218"/>
                <a:gd name="csX6" fmla="*/ 5733 w 10988"/>
                <a:gd name="csY6" fmla="*/ 18154 h 38218"/>
                <a:gd name="csX7" fmla="*/ 6211 w 10988"/>
                <a:gd name="csY7" fmla="*/ 23409 h 38218"/>
                <a:gd name="csX8" fmla="*/ 6211 w 10988"/>
                <a:gd name="csY8" fmla="*/ 27708 h 38218"/>
                <a:gd name="csX9" fmla="*/ 8599 w 10988"/>
                <a:gd name="csY9" fmla="*/ 32486 h 38218"/>
                <a:gd name="csX10" fmla="*/ 8599 w 10988"/>
                <a:gd name="csY10" fmla="*/ 34874 h 38218"/>
                <a:gd name="csX11" fmla="*/ 8599 w 10988"/>
                <a:gd name="csY11" fmla="*/ 36785 h 38218"/>
                <a:gd name="csX12" fmla="*/ 7644 w 10988"/>
                <a:gd name="csY12" fmla="*/ 38218 h 38218"/>
                <a:gd name="csX13" fmla="*/ 6688 w 10988"/>
                <a:gd name="csY13" fmla="*/ 38218 h 38218"/>
                <a:gd name="csX14" fmla="*/ 7644 w 10988"/>
                <a:gd name="csY14" fmla="*/ 34874 h 38218"/>
                <a:gd name="csX15" fmla="*/ 7644 w 10988"/>
                <a:gd name="csY15" fmla="*/ 33441 h 38218"/>
                <a:gd name="csX16" fmla="*/ 5733 w 10988"/>
                <a:gd name="csY16" fmla="*/ 31052 h 38218"/>
                <a:gd name="csX17" fmla="*/ 2389 w 10988"/>
                <a:gd name="csY17" fmla="*/ 29142 h 38218"/>
                <a:gd name="csX18" fmla="*/ 1433 w 10988"/>
                <a:gd name="csY18" fmla="*/ 27708 h 38218"/>
                <a:gd name="csX19" fmla="*/ 956 w 10988"/>
                <a:gd name="csY19" fmla="*/ 22931 h 38218"/>
                <a:gd name="csX20" fmla="*/ 1911 w 10988"/>
                <a:gd name="csY20" fmla="*/ 16243 h 38218"/>
                <a:gd name="csX21" fmla="*/ 0 w 10988"/>
                <a:gd name="csY21" fmla="*/ 12421 h 38218"/>
                <a:gd name="csX22" fmla="*/ 956 w 10988"/>
                <a:gd name="csY22" fmla="*/ 9077 h 38218"/>
                <a:gd name="csX23" fmla="*/ 4777 w 10988"/>
                <a:gd name="csY23" fmla="*/ 5255 h 38218"/>
                <a:gd name="csX24" fmla="*/ 6688 w 10988"/>
                <a:gd name="csY24" fmla="*/ 2389 h 38218"/>
                <a:gd name="csX25" fmla="*/ 8599 w 10988"/>
                <a:gd name="csY25" fmla="*/ 0 h 38218"/>
                <a:gd name="csX26" fmla="*/ 9077 w 10988"/>
                <a:gd name="csY26" fmla="*/ 478 h 38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0988" h="38218">
                  <a:moveTo>
                    <a:pt x="9077" y="478"/>
                  </a:moveTo>
                  <a:lnTo>
                    <a:pt x="10988" y="2866"/>
                  </a:lnTo>
                  <a:lnTo>
                    <a:pt x="10510" y="7644"/>
                  </a:lnTo>
                  <a:lnTo>
                    <a:pt x="9077" y="10988"/>
                  </a:lnTo>
                  <a:lnTo>
                    <a:pt x="5733" y="11943"/>
                  </a:lnTo>
                  <a:lnTo>
                    <a:pt x="5733" y="14332"/>
                  </a:lnTo>
                  <a:lnTo>
                    <a:pt x="5733" y="18154"/>
                  </a:lnTo>
                  <a:lnTo>
                    <a:pt x="6211" y="23409"/>
                  </a:lnTo>
                  <a:lnTo>
                    <a:pt x="6211" y="27708"/>
                  </a:lnTo>
                  <a:lnTo>
                    <a:pt x="8599" y="32486"/>
                  </a:lnTo>
                  <a:lnTo>
                    <a:pt x="8599" y="34874"/>
                  </a:lnTo>
                  <a:lnTo>
                    <a:pt x="8599" y="36785"/>
                  </a:lnTo>
                  <a:lnTo>
                    <a:pt x="7644" y="38218"/>
                  </a:lnTo>
                  <a:lnTo>
                    <a:pt x="6688" y="38218"/>
                  </a:lnTo>
                  <a:lnTo>
                    <a:pt x="7644" y="34874"/>
                  </a:lnTo>
                  <a:lnTo>
                    <a:pt x="7644" y="33441"/>
                  </a:lnTo>
                  <a:lnTo>
                    <a:pt x="5733" y="31052"/>
                  </a:lnTo>
                  <a:lnTo>
                    <a:pt x="2389" y="29142"/>
                  </a:lnTo>
                  <a:lnTo>
                    <a:pt x="1433" y="27708"/>
                  </a:lnTo>
                  <a:lnTo>
                    <a:pt x="956" y="22931"/>
                  </a:lnTo>
                  <a:lnTo>
                    <a:pt x="1911" y="16243"/>
                  </a:lnTo>
                  <a:lnTo>
                    <a:pt x="0" y="12421"/>
                  </a:lnTo>
                  <a:lnTo>
                    <a:pt x="956" y="9077"/>
                  </a:lnTo>
                  <a:lnTo>
                    <a:pt x="4777" y="5255"/>
                  </a:lnTo>
                  <a:lnTo>
                    <a:pt x="6688" y="2389"/>
                  </a:lnTo>
                  <a:lnTo>
                    <a:pt x="8599" y="0"/>
                  </a:lnTo>
                  <a:lnTo>
                    <a:pt x="90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489ED248-C341-AA78-F6C1-207D5A117164}"/>
                </a:ext>
              </a:extLst>
            </p:cNvPr>
            <p:cNvSpPr/>
            <p:nvPr/>
          </p:nvSpPr>
          <p:spPr>
            <a:xfrm>
              <a:off x="9083719" y="4904490"/>
              <a:ext cx="3821" cy="7643"/>
            </a:xfrm>
            <a:custGeom>
              <a:avLst/>
              <a:gdLst>
                <a:gd name="csX0" fmla="*/ 3821 w 3821"/>
                <a:gd name="csY0" fmla="*/ 4777 h 7643"/>
                <a:gd name="csX1" fmla="*/ 3821 w 3821"/>
                <a:gd name="csY1" fmla="*/ 6688 h 7643"/>
                <a:gd name="csX2" fmla="*/ 3821 w 3821"/>
                <a:gd name="csY2" fmla="*/ 7644 h 7643"/>
                <a:gd name="csX3" fmla="*/ 2389 w 3821"/>
                <a:gd name="csY3" fmla="*/ 6210 h 7643"/>
                <a:gd name="csX4" fmla="*/ 1433 w 3821"/>
                <a:gd name="csY4" fmla="*/ 6688 h 7643"/>
                <a:gd name="csX5" fmla="*/ 955 w 3821"/>
                <a:gd name="csY5" fmla="*/ 5733 h 7643"/>
                <a:gd name="csX6" fmla="*/ 955 w 3821"/>
                <a:gd name="csY6" fmla="*/ 4300 h 7643"/>
                <a:gd name="csX7" fmla="*/ 955 w 3821"/>
                <a:gd name="csY7" fmla="*/ 2866 h 7643"/>
                <a:gd name="csX8" fmla="*/ 955 w 3821"/>
                <a:gd name="csY8" fmla="*/ 1433 h 7643"/>
                <a:gd name="csX9" fmla="*/ 0 w 3821"/>
                <a:gd name="csY9" fmla="*/ 0 h 7643"/>
                <a:gd name="csX10" fmla="*/ 955 w 3821"/>
                <a:gd name="csY10" fmla="*/ 0 h 7643"/>
                <a:gd name="csX11" fmla="*/ 3821 w 3821"/>
                <a:gd name="csY11" fmla="*/ 4777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1" h="7643">
                  <a:moveTo>
                    <a:pt x="3821" y="4777"/>
                  </a:moveTo>
                  <a:lnTo>
                    <a:pt x="3821" y="6688"/>
                  </a:lnTo>
                  <a:lnTo>
                    <a:pt x="3821" y="7644"/>
                  </a:lnTo>
                  <a:lnTo>
                    <a:pt x="2389" y="6210"/>
                  </a:lnTo>
                  <a:lnTo>
                    <a:pt x="1433" y="6688"/>
                  </a:lnTo>
                  <a:lnTo>
                    <a:pt x="955" y="5733"/>
                  </a:lnTo>
                  <a:lnTo>
                    <a:pt x="955" y="4300"/>
                  </a:lnTo>
                  <a:lnTo>
                    <a:pt x="955" y="2866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3821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09EF7316-22B5-7426-BF9F-9FF0FD9F5F38}"/>
                </a:ext>
              </a:extLst>
            </p:cNvPr>
            <p:cNvSpPr/>
            <p:nvPr/>
          </p:nvSpPr>
          <p:spPr>
            <a:xfrm>
              <a:off x="9068431" y="4885381"/>
              <a:ext cx="15765" cy="23886"/>
            </a:xfrm>
            <a:custGeom>
              <a:avLst/>
              <a:gdLst>
                <a:gd name="csX0" fmla="*/ 15288 w 15765"/>
                <a:gd name="csY0" fmla="*/ 21498 h 23886"/>
                <a:gd name="csX1" fmla="*/ 15765 w 15765"/>
                <a:gd name="csY1" fmla="*/ 22931 h 23886"/>
                <a:gd name="csX2" fmla="*/ 15288 w 15765"/>
                <a:gd name="csY2" fmla="*/ 23886 h 23886"/>
                <a:gd name="csX3" fmla="*/ 14332 w 15765"/>
                <a:gd name="csY3" fmla="*/ 23409 h 23886"/>
                <a:gd name="csX4" fmla="*/ 11943 w 15765"/>
                <a:gd name="csY4" fmla="*/ 19587 h 23886"/>
                <a:gd name="csX5" fmla="*/ 9077 w 15765"/>
                <a:gd name="csY5" fmla="*/ 18154 h 23886"/>
                <a:gd name="csX6" fmla="*/ 8599 w 15765"/>
                <a:gd name="csY6" fmla="*/ 17676 h 23886"/>
                <a:gd name="csX7" fmla="*/ 5733 w 15765"/>
                <a:gd name="csY7" fmla="*/ 15287 h 23886"/>
                <a:gd name="csX8" fmla="*/ 3822 w 15765"/>
                <a:gd name="csY8" fmla="*/ 11943 h 23886"/>
                <a:gd name="csX9" fmla="*/ 1433 w 15765"/>
                <a:gd name="csY9" fmla="*/ 5733 h 23886"/>
                <a:gd name="csX10" fmla="*/ 2389 w 15765"/>
                <a:gd name="csY10" fmla="*/ 4300 h 23886"/>
                <a:gd name="csX11" fmla="*/ 0 w 15765"/>
                <a:gd name="csY11" fmla="*/ 956 h 23886"/>
                <a:gd name="csX12" fmla="*/ 0 w 15765"/>
                <a:gd name="csY12" fmla="*/ 0 h 23886"/>
                <a:gd name="csX13" fmla="*/ 956 w 15765"/>
                <a:gd name="csY13" fmla="*/ 478 h 23886"/>
                <a:gd name="csX14" fmla="*/ 1911 w 15765"/>
                <a:gd name="csY14" fmla="*/ 478 h 23886"/>
                <a:gd name="csX15" fmla="*/ 2389 w 15765"/>
                <a:gd name="csY15" fmla="*/ 0 h 23886"/>
                <a:gd name="csX16" fmla="*/ 3344 w 15765"/>
                <a:gd name="csY16" fmla="*/ 0 h 23886"/>
                <a:gd name="csX17" fmla="*/ 8122 w 15765"/>
                <a:gd name="csY17" fmla="*/ 5255 h 23886"/>
                <a:gd name="csX18" fmla="*/ 7644 w 15765"/>
                <a:gd name="csY18" fmla="*/ 6210 h 23886"/>
                <a:gd name="csX19" fmla="*/ 7166 w 15765"/>
                <a:gd name="csY19" fmla="*/ 7166 h 23886"/>
                <a:gd name="csX20" fmla="*/ 7166 w 15765"/>
                <a:gd name="csY20" fmla="*/ 8599 h 23886"/>
                <a:gd name="csX21" fmla="*/ 7644 w 15765"/>
                <a:gd name="csY21" fmla="*/ 9555 h 23886"/>
                <a:gd name="csX22" fmla="*/ 9077 w 15765"/>
                <a:gd name="csY22" fmla="*/ 10032 h 23886"/>
                <a:gd name="csX23" fmla="*/ 11466 w 15765"/>
                <a:gd name="csY23" fmla="*/ 11943 h 23886"/>
                <a:gd name="csX24" fmla="*/ 12421 w 15765"/>
                <a:gd name="csY24" fmla="*/ 14332 h 23886"/>
                <a:gd name="csX25" fmla="*/ 12421 w 15765"/>
                <a:gd name="csY25" fmla="*/ 14809 h 23886"/>
                <a:gd name="csX26" fmla="*/ 13377 w 15765"/>
                <a:gd name="csY26" fmla="*/ 16243 h 23886"/>
                <a:gd name="csX27" fmla="*/ 13377 w 15765"/>
                <a:gd name="csY27" fmla="*/ 18154 h 23886"/>
                <a:gd name="csX28" fmla="*/ 15288 w 15765"/>
                <a:gd name="csY28" fmla="*/ 21498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5765" h="23886">
                  <a:moveTo>
                    <a:pt x="15288" y="21498"/>
                  </a:moveTo>
                  <a:lnTo>
                    <a:pt x="15765" y="22931"/>
                  </a:lnTo>
                  <a:lnTo>
                    <a:pt x="15288" y="23886"/>
                  </a:lnTo>
                  <a:lnTo>
                    <a:pt x="14332" y="23409"/>
                  </a:lnTo>
                  <a:lnTo>
                    <a:pt x="11943" y="19587"/>
                  </a:lnTo>
                  <a:lnTo>
                    <a:pt x="9077" y="18154"/>
                  </a:lnTo>
                  <a:lnTo>
                    <a:pt x="8599" y="17676"/>
                  </a:lnTo>
                  <a:lnTo>
                    <a:pt x="5733" y="15287"/>
                  </a:lnTo>
                  <a:lnTo>
                    <a:pt x="3822" y="11943"/>
                  </a:lnTo>
                  <a:lnTo>
                    <a:pt x="1433" y="5733"/>
                  </a:lnTo>
                  <a:lnTo>
                    <a:pt x="2389" y="4300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8122" y="5255"/>
                  </a:lnTo>
                  <a:lnTo>
                    <a:pt x="7644" y="6210"/>
                  </a:lnTo>
                  <a:lnTo>
                    <a:pt x="7166" y="7166"/>
                  </a:lnTo>
                  <a:lnTo>
                    <a:pt x="7166" y="8599"/>
                  </a:lnTo>
                  <a:lnTo>
                    <a:pt x="7644" y="9555"/>
                  </a:lnTo>
                  <a:lnTo>
                    <a:pt x="9077" y="10032"/>
                  </a:lnTo>
                  <a:lnTo>
                    <a:pt x="11466" y="11943"/>
                  </a:lnTo>
                  <a:lnTo>
                    <a:pt x="12421" y="14332"/>
                  </a:lnTo>
                  <a:lnTo>
                    <a:pt x="12421" y="14809"/>
                  </a:lnTo>
                  <a:lnTo>
                    <a:pt x="13377" y="16243"/>
                  </a:lnTo>
                  <a:lnTo>
                    <a:pt x="13377" y="18154"/>
                  </a:lnTo>
                  <a:lnTo>
                    <a:pt x="15288" y="214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6B061FF3-E86A-1A3E-1FC1-9F7DF9C6FE5C}"/>
                </a:ext>
              </a:extLst>
            </p:cNvPr>
            <p:cNvSpPr/>
            <p:nvPr/>
          </p:nvSpPr>
          <p:spPr>
            <a:xfrm>
              <a:off x="9048844" y="4902579"/>
              <a:ext cx="24364" cy="12421"/>
            </a:xfrm>
            <a:custGeom>
              <a:avLst/>
              <a:gdLst>
                <a:gd name="csX0" fmla="*/ 23409 w 24364"/>
                <a:gd name="csY0" fmla="*/ 9555 h 12421"/>
                <a:gd name="csX1" fmla="*/ 24364 w 24364"/>
                <a:gd name="csY1" fmla="*/ 10988 h 12421"/>
                <a:gd name="csX2" fmla="*/ 23886 w 24364"/>
                <a:gd name="csY2" fmla="*/ 11466 h 12421"/>
                <a:gd name="csX3" fmla="*/ 21975 w 24364"/>
                <a:gd name="csY3" fmla="*/ 11943 h 12421"/>
                <a:gd name="csX4" fmla="*/ 20543 w 24364"/>
                <a:gd name="csY4" fmla="*/ 12421 h 12421"/>
                <a:gd name="csX5" fmla="*/ 17676 w 24364"/>
                <a:gd name="csY5" fmla="*/ 11466 h 12421"/>
                <a:gd name="csX6" fmla="*/ 14332 w 24364"/>
                <a:gd name="csY6" fmla="*/ 10510 h 12421"/>
                <a:gd name="csX7" fmla="*/ 8122 w 24364"/>
                <a:gd name="csY7" fmla="*/ 10032 h 12421"/>
                <a:gd name="csX8" fmla="*/ 4777 w 24364"/>
                <a:gd name="csY8" fmla="*/ 9555 h 12421"/>
                <a:gd name="csX9" fmla="*/ 3822 w 24364"/>
                <a:gd name="csY9" fmla="*/ 9077 h 12421"/>
                <a:gd name="csX10" fmla="*/ 2866 w 24364"/>
                <a:gd name="csY10" fmla="*/ 8599 h 12421"/>
                <a:gd name="csX11" fmla="*/ 1433 w 24364"/>
                <a:gd name="csY11" fmla="*/ 7166 h 12421"/>
                <a:gd name="csX12" fmla="*/ 478 w 24364"/>
                <a:gd name="csY12" fmla="*/ 5255 h 12421"/>
                <a:gd name="csX13" fmla="*/ 0 w 24364"/>
                <a:gd name="csY13" fmla="*/ 3822 h 12421"/>
                <a:gd name="csX14" fmla="*/ 0 w 24364"/>
                <a:gd name="csY14" fmla="*/ 1911 h 12421"/>
                <a:gd name="csX15" fmla="*/ 478 w 24364"/>
                <a:gd name="csY15" fmla="*/ 956 h 12421"/>
                <a:gd name="csX16" fmla="*/ 1433 w 24364"/>
                <a:gd name="csY16" fmla="*/ 0 h 12421"/>
                <a:gd name="csX17" fmla="*/ 2866 w 24364"/>
                <a:gd name="csY17" fmla="*/ 478 h 12421"/>
                <a:gd name="csX18" fmla="*/ 7166 w 24364"/>
                <a:gd name="csY18" fmla="*/ 3344 h 12421"/>
                <a:gd name="csX19" fmla="*/ 9077 w 24364"/>
                <a:gd name="csY19" fmla="*/ 2867 h 12421"/>
                <a:gd name="csX20" fmla="*/ 14809 w 24364"/>
                <a:gd name="csY20" fmla="*/ 2867 h 12421"/>
                <a:gd name="csX21" fmla="*/ 18154 w 24364"/>
                <a:gd name="csY21" fmla="*/ 5255 h 12421"/>
                <a:gd name="csX22" fmla="*/ 20543 w 24364"/>
                <a:gd name="csY22" fmla="*/ 6211 h 12421"/>
                <a:gd name="csX23" fmla="*/ 21498 w 24364"/>
                <a:gd name="csY23" fmla="*/ 8121 h 12421"/>
                <a:gd name="csX24" fmla="*/ 22931 w 24364"/>
                <a:gd name="csY24" fmla="*/ 8599 h 12421"/>
                <a:gd name="csX25" fmla="*/ 23409 w 24364"/>
                <a:gd name="csY25" fmla="*/ 9555 h 12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4364" h="12421">
                  <a:moveTo>
                    <a:pt x="23409" y="9555"/>
                  </a:moveTo>
                  <a:lnTo>
                    <a:pt x="24364" y="10988"/>
                  </a:lnTo>
                  <a:lnTo>
                    <a:pt x="23886" y="11466"/>
                  </a:lnTo>
                  <a:lnTo>
                    <a:pt x="21975" y="11943"/>
                  </a:lnTo>
                  <a:lnTo>
                    <a:pt x="20543" y="12421"/>
                  </a:lnTo>
                  <a:lnTo>
                    <a:pt x="17676" y="11466"/>
                  </a:lnTo>
                  <a:lnTo>
                    <a:pt x="14332" y="10510"/>
                  </a:lnTo>
                  <a:lnTo>
                    <a:pt x="8122" y="10032"/>
                  </a:lnTo>
                  <a:lnTo>
                    <a:pt x="4777" y="9555"/>
                  </a:lnTo>
                  <a:lnTo>
                    <a:pt x="3822" y="9077"/>
                  </a:lnTo>
                  <a:lnTo>
                    <a:pt x="2866" y="8599"/>
                  </a:lnTo>
                  <a:lnTo>
                    <a:pt x="1433" y="7166"/>
                  </a:lnTo>
                  <a:lnTo>
                    <a:pt x="478" y="5255"/>
                  </a:lnTo>
                  <a:lnTo>
                    <a:pt x="0" y="3822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433" y="0"/>
                  </a:lnTo>
                  <a:lnTo>
                    <a:pt x="2866" y="478"/>
                  </a:lnTo>
                  <a:lnTo>
                    <a:pt x="7166" y="3344"/>
                  </a:lnTo>
                  <a:lnTo>
                    <a:pt x="9077" y="2867"/>
                  </a:lnTo>
                  <a:lnTo>
                    <a:pt x="14809" y="2867"/>
                  </a:lnTo>
                  <a:lnTo>
                    <a:pt x="18154" y="5255"/>
                  </a:lnTo>
                  <a:lnTo>
                    <a:pt x="20543" y="6211"/>
                  </a:lnTo>
                  <a:lnTo>
                    <a:pt x="21498" y="8121"/>
                  </a:lnTo>
                  <a:lnTo>
                    <a:pt x="22931" y="8599"/>
                  </a:lnTo>
                  <a:lnTo>
                    <a:pt x="23409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B29C7384-C367-8B37-E315-9608DDFC9CF1}"/>
                </a:ext>
              </a:extLst>
            </p:cNvPr>
            <p:cNvSpPr/>
            <p:nvPr/>
          </p:nvSpPr>
          <p:spPr>
            <a:xfrm>
              <a:off x="9065565" y="2881306"/>
              <a:ext cx="5254" cy="7165"/>
            </a:xfrm>
            <a:custGeom>
              <a:avLst/>
              <a:gdLst>
                <a:gd name="csX0" fmla="*/ 3822 w 5254"/>
                <a:gd name="csY0" fmla="*/ 2866 h 7165"/>
                <a:gd name="csX1" fmla="*/ 5255 w 5254"/>
                <a:gd name="csY1" fmla="*/ 6210 h 7165"/>
                <a:gd name="csX2" fmla="*/ 4300 w 5254"/>
                <a:gd name="csY2" fmla="*/ 7166 h 7165"/>
                <a:gd name="csX3" fmla="*/ 956 w 5254"/>
                <a:gd name="csY3" fmla="*/ 6688 h 7165"/>
                <a:gd name="csX4" fmla="*/ 0 w 5254"/>
                <a:gd name="csY4" fmla="*/ 4777 h 7165"/>
                <a:gd name="csX5" fmla="*/ 0 w 5254"/>
                <a:gd name="csY5" fmla="*/ 956 h 7165"/>
                <a:gd name="csX6" fmla="*/ 0 w 5254"/>
                <a:gd name="csY6" fmla="*/ 0 h 7165"/>
                <a:gd name="csX7" fmla="*/ 2389 w 5254"/>
                <a:gd name="csY7" fmla="*/ 956 h 7165"/>
                <a:gd name="csX8" fmla="*/ 3822 w 5254"/>
                <a:gd name="csY8" fmla="*/ 28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4" h="7165">
                  <a:moveTo>
                    <a:pt x="3822" y="2866"/>
                  </a:moveTo>
                  <a:lnTo>
                    <a:pt x="5255" y="6210"/>
                  </a:lnTo>
                  <a:lnTo>
                    <a:pt x="4300" y="7166"/>
                  </a:lnTo>
                  <a:lnTo>
                    <a:pt x="956" y="6688"/>
                  </a:lnTo>
                  <a:lnTo>
                    <a:pt x="0" y="4777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3822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1EE2F5ED-6541-79BE-25A0-34AAC5EEF9AF}"/>
                </a:ext>
              </a:extLst>
            </p:cNvPr>
            <p:cNvSpPr/>
            <p:nvPr/>
          </p:nvSpPr>
          <p:spPr>
            <a:xfrm>
              <a:off x="9056488" y="4943186"/>
              <a:ext cx="11465" cy="6688"/>
            </a:xfrm>
            <a:custGeom>
              <a:avLst/>
              <a:gdLst>
                <a:gd name="csX0" fmla="*/ 11466 w 11465"/>
                <a:gd name="csY0" fmla="*/ 6211 h 6688"/>
                <a:gd name="csX1" fmla="*/ 10510 w 11465"/>
                <a:gd name="csY1" fmla="*/ 6688 h 6688"/>
                <a:gd name="csX2" fmla="*/ 9077 w 11465"/>
                <a:gd name="csY2" fmla="*/ 6688 h 6688"/>
                <a:gd name="csX3" fmla="*/ 8122 w 11465"/>
                <a:gd name="csY3" fmla="*/ 5733 h 6688"/>
                <a:gd name="csX4" fmla="*/ 7166 w 11465"/>
                <a:gd name="csY4" fmla="*/ 4777 h 6688"/>
                <a:gd name="csX5" fmla="*/ 5733 w 11465"/>
                <a:gd name="csY5" fmla="*/ 3822 h 6688"/>
                <a:gd name="csX6" fmla="*/ 3344 w 11465"/>
                <a:gd name="csY6" fmla="*/ 3344 h 6688"/>
                <a:gd name="csX7" fmla="*/ 2389 w 11465"/>
                <a:gd name="csY7" fmla="*/ 2867 h 6688"/>
                <a:gd name="csX8" fmla="*/ 1911 w 11465"/>
                <a:gd name="csY8" fmla="*/ 2389 h 6688"/>
                <a:gd name="csX9" fmla="*/ 478 w 11465"/>
                <a:gd name="csY9" fmla="*/ 1911 h 6688"/>
                <a:gd name="csX10" fmla="*/ 0 w 11465"/>
                <a:gd name="csY10" fmla="*/ 1433 h 6688"/>
                <a:gd name="csX11" fmla="*/ 0 w 11465"/>
                <a:gd name="csY11" fmla="*/ 478 h 6688"/>
                <a:gd name="csX12" fmla="*/ 0 w 11465"/>
                <a:gd name="csY12" fmla="*/ 0 h 6688"/>
                <a:gd name="csX13" fmla="*/ 1911 w 11465"/>
                <a:gd name="csY13" fmla="*/ 478 h 6688"/>
                <a:gd name="csX14" fmla="*/ 9077 w 11465"/>
                <a:gd name="csY14" fmla="*/ 4300 h 6688"/>
                <a:gd name="csX15" fmla="*/ 10988 w 11465"/>
                <a:gd name="csY15" fmla="*/ 5255 h 6688"/>
                <a:gd name="csX16" fmla="*/ 11466 w 11465"/>
                <a:gd name="csY16" fmla="*/ 6211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1465" h="6688">
                  <a:moveTo>
                    <a:pt x="11466" y="6211"/>
                  </a:moveTo>
                  <a:lnTo>
                    <a:pt x="10510" y="6688"/>
                  </a:lnTo>
                  <a:lnTo>
                    <a:pt x="9077" y="6688"/>
                  </a:lnTo>
                  <a:lnTo>
                    <a:pt x="8122" y="5733"/>
                  </a:lnTo>
                  <a:lnTo>
                    <a:pt x="7166" y="4777"/>
                  </a:lnTo>
                  <a:lnTo>
                    <a:pt x="5733" y="3822"/>
                  </a:lnTo>
                  <a:lnTo>
                    <a:pt x="3344" y="3344"/>
                  </a:lnTo>
                  <a:lnTo>
                    <a:pt x="2389" y="2867"/>
                  </a:lnTo>
                  <a:lnTo>
                    <a:pt x="1911" y="2389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9077" y="4300"/>
                  </a:lnTo>
                  <a:lnTo>
                    <a:pt x="10988" y="5255"/>
                  </a:lnTo>
                  <a:lnTo>
                    <a:pt x="11466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36C8D225-AE1D-1139-BAE7-4BDA8B567656}"/>
                </a:ext>
              </a:extLst>
            </p:cNvPr>
            <p:cNvSpPr/>
            <p:nvPr/>
          </p:nvSpPr>
          <p:spPr>
            <a:xfrm>
              <a:off x="9058877" y="4897802"/>
              <a:ext cx="5733" cy="3344"/>
            </a:xfrm>
            <a:custGeom>
              <a:avLst/>
              <a:gdLst>
                <a:gd name="csX0" fmla="*/ 5733 w 5733"/>
                <a:gd name="csY0" fmla="*/ 2867 h 3344"/>
                <a:gd name="csX1" fmla="*/ 5255 w 5733"/>
                <a:gd name="csY1" fmla="*/ 3344 h 3344"/>
                <a:gd name="csX2" fmla="*/ 3822 w 5733"/>
                <a:gd name="csY2" fmla="*/ 2867 h 3344"/>
                <a:gd name="csX3" fmla="*/ 3344 w 5733"/>
                <a:gd name="csY3" fmla="*/ 3344 h 3344"/>
                <a:gd name="csX4" fmla="*/ 3344 w 5733"/>
                <a:gd name="csY4" fmla="*/ 2867 h 3344"/>
                <a:gd name="csX5" fmla="*/ 2867 w 5733"/>
                <a:gd name="csY5" fmla="*/ 2389 h 3344"/>
                <a:gd name="csX6" fmla="*/ 1433 w 5733"/>
                <a:gd name="csY6" fmla="*/ 1433 h 3344"/>
                <a:gd name="csX7" fmla="*/ 0 w 5733"/>
                <a:gd name="csY7" fmla="*/ 1433 h 3344"/>
                <a:gd name="csX8" fmla="*/ 0 w 5733"/>
                <a:gd name="csY8" fmla="*/ 478 h 3344"/>
                <a:gd name="csX9" fmla="*/ 956 w 5733"/>
                <a:gd name="csY9" fmla="*/ 0 h 3344"/>
                <a:gd name="csX10" fmla="*/ 2389 w 5733"/>
                <a:gd name="csY10" fmla="*/ 478 h 3344"/>
                <a:gd name="csX11" fmla="*/ 2867 w 5733"/>
                <a:gd name="csY11" fmla="*/ 0 h 3344"/>
                <a:gd name="csX12" fmla="*/ 4300 w 5733"/>
                <a:gd name="csY12" fmla="*/ 1433 h 3344"/>
                <a:gd name="csX13" fmla="*/ 5733 w 5733"/>
                <a:gd name="csY13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3" h="3344">
                  <a:moveTo>
                    <a:pt x="5733" y="2867"/>
                  </a:moveTo>
                  <a:lnTo>
                    <a:pt x="5255" y="3344"/>
                  </a:lnTo>
                  <a:lnTo>
                    <a:pt x="3822" y="2867"/>
                  </a:lnTo>
                  <a:lnTo>
                    <a:pt x="3344" y="3344"/>
                  </a:lnTo>
                  <a:lnTo>
                    <a:pt x="3344" y="2867"/>
                  </a:lnTo>
                  <a:lnTo>
                    <a:pt x="2867" y="2389"/>
                  </a:lnTo>
                  <a:lnTo>
                    <a:pt x="1433" y="1433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389" y="478"/>
                  </a:lnTo>
                  <a:lnTo>
                    <a:pt x="2867" y="0"/>
                  </a:lnTo>
                  <a:lnTo>
                    <a:pt x="4300" y="1433"/>
                  </a:lnTo>
                  <a:lnTo>
                    <a:pt x="5733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32BCDFE1-3EF5-A600-3AAF-B701E21972BC}"/>
                </a:ext>
              </a:extLst>
            </p:cNvPr>
            <p:cNvSpPr/>
            <p:nvPr/>
          </p:nvSpPr>
          <p:spPr>
            <a:xfrm>
              <a:off x="9055533" y="5086505"/>
              <a:ext cx="477" cy="4299"/>
            </a:xfrm>
            <a:custGeom>
              <a:avLst/>
              <a:gdLst>
                <a:gd name="csX0" fmla="*/ 478 w 477"/>
                <a:gd name="csY0" fmla="*/ 0 h 4299"/>
                <a:gd name="csX1" fmla="*/ 478 w 477"/>
                <a:gd name="csY1" fmla="*/ 2389 h 4299"/>
                <a:gd name="csX2" fmla="*/ 0 w 477"/>
                <a:gd name="csY2" fmla="*/ 3822 h 4299"/>
                <a:gd name="csX3" fmla="*/ 0 w 477"/>
                <a:gd name="csY3" fmla="*/ 4300 h 4299"/>
                <a:gd name="csX4" fmla="*/ 0 w 477"/>
                <a:gd name="csY4" fmla="*/ 1433 h 4299"/>
                <a:gd name="csX5" fmla="*/ 478 w 477"/>
                <a:gd name="csY5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4299">
                  <a:moveTo>
                    <a:pt x="478" y="0"/>
                  </a:moveTo>
                  <a:lnTo>
                    <a:pt x="478" y="2389"/>
                  </a:lnTo>
                  <a:lnTo>
                    <a:pt x="0" y="3822"/>
                  </a:lnTo>
                  <a:lnTo>
                    <a:pt x="0" y="4300"/>
                  </a:lnTo>
                  <a:lnTo>
                    <a:pt x="0" y="143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63353462-2720-E8C9-F046-6AA3FF569AC7}"/>
                </a:ext>
              </a:extLst>
            </p:cNvPr>
            <p:cNvSpPr/>
            <p:nvPr/>
          </p:nvSpPr>
          <p:spPr>
            <a:xfrm>
              <a:off x="9025914" y="4871526"/>
              <a:ext cx="28663" cy="18153"/>
            </a:xfrm>
            <a:custGeom>
              <a:avLst/>
              <a:gdLst>
                <a:gd name="csX0" fmla="*/ 28186 w 28663"/>
                <a:gd name="csY0" fmla="*/ 17676 h 18153"/>
                <a:gd name="csX1" fmla="*/ 28664 w 28663"/>
                <a:gd name="csY1" fmla="*/ 18154 h 18153"/>
                <a:gd name="csX2" fmla="*/ 25797 w 28663"/>
                <a:gd name="csY2" fmla="*/ 16721 h 18153"/>
                <a:gd name="csX3" fmla="*/ 23886 w 28663"/>
                <a:gd name="csY3" fmla="*/ 14810 h 18153"/>
                <a:gd name="csX4" fmla="*/ 18153 w 28663"/>
                <a:gd name="csY4" fmla="*/ 12899 h 18153"/>
                <a:gd name="csX5" fmla="*/ 16721 w 28663"/>
                <a:gd name="csY5" fmla="*/ 11943 h 18153"/>
                <a:gd name="csX6" fmla="*/ 15765 w 28663"/>
                <a:gd name="csY6" fmla="*/ 11466 h 18153"/>
                <a:gd name="csX7" fmla="*/ 12898 w 28663"/>
                <a:gd name="csY7" fmla="*/ 10032 h 18153"/>
                <a:gd name="csX8" fmla="*/ 10032 w 28663"/>
                <a:gd name="csY8" fmla="*/ 8599 h 18153"/>
                <a:gd name="csX9" fmla="*/ 8121 w 28663"/>
                <a:gd name="csY9" fmla="*/ 7166 h 18153"/>
                <a:gd name="csX10" fmla="*/ 7644 w 28663"/>
                <a:gd name="csY10" fmla="*/ 6688 h 18153"/>
                <a:gd name="csX11" fmla="*/ 6688 w 28663"/>
                <a:gd name="csY11" fmla="*/ 6211 h 18153"/>
                <a:gd name="csX12" fmla="*/ 4777 w 28663"/>
                <a:gd name="csY12" fmla="*/ 4777 h 18153"/>
                <a:gd name="csX13" fmla="*/ 2866 w 28663"/>
                <a:gd name="csY13" fmla="*/ 3822 h 18153"/>
                <a:gd name="csX14" fmla="*/ 2389 w 28663"/>
                <a:gd name="csY14" fmla="*/ 1911 h 18153"/>
                <a:gd name="csX15" fmla="*/ 478 w 28663"/>
                <a:gd name="csY15" fmla="*/ 478 h 18153"/>
                <a:gd name="csX16" fmla="*/ 0 w 28663"/>
                <a:gd name="csY16" fmla="*/ 0 h 18153"/>
                <a:gd name="csX17" fmla="*/ 5733 w 28663"/>
                <a:gd name="csY17" fmla="*/ 956 h 18153"/>
                <a:gd name="csX18" fmla="*/ 8121 w 28663"/>
                <a:gd name="csY18" fmla="*/ 2867 h 18153"/>
                <a:gd name="csX19" fmla="*/ 10510 w 28663"/>
                <a:gd name="csY19" fmla="*/ 4300 h 18153"/>
                <a:gd name="csX20" fmla="*/ 10987 w 28663"/>
                <a:gd name="csY20" fmla="*/ 5255 h 18153"/>
                <a:gd name="csX21" fmla="*/ 13376 w 28663"/>
                <a:gd name="csY21" fmla="*/ 6211 h 18153"/>
                <a:gd name="csX22" fmla="*/ 14809 w 28663"/>
                <a:gd name="csY22" fmla="*/ 6688 h 18153"/>
                <a:gd name="csX23" fmla="*/ 16721 w 28663"/>
                <a:gd name="csY23" fmla="*/ 7644 h 18153"/>
                <a:gd name="csX24" fmla="*/ 18153 w 28663"/>
                <a:gd name="csY24" fmla="*/ 8121 h 18153"/>
                <a:gd name="csX25" fmla="*/ 19587 w 28663"/>
                <a:gd name="csY25" fmla="*/ 8599 h 18153"/>
                <a:gd name="csX26" fmla="*/ 27708 w 28663"/>
                <a:gd name="csY26" fmla="*/ 13854 h 18153"/>
                <a:gd name="csX27" fmla="*/ 26753 w 28663"/>
                <a:gd name="csY27" fmla="*/ 15287 h 18153"/>
                <a:gd name="csX28" fmla="*/ 27708 w 28663"/>
                <a:gd name="csY28" fmla="*/ 16721 h 18153"/>
                <a:gd name="csX29" fmla="*/ 28186 w 28663"/>
                <a:gd name="csY29" fmla="*/ 17676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8663" h="18153">
                  <a:moveTo>
                    <a:pt x="28186" y="17676"/>
                  </a:moveTo>
                  <a:lnTo>
                    <a:pt x="28664" y="18154"/>
                  </a:lnTo>
                  <a:lnTo>
                    <a:pt x="25797" y="16721"/>
                  </a:lnTo>
                  <a:lnTo>
                    <a:pt x="23886" y="14810"/>
                  </a:lnTo>
                  <a:lnTo>
                    <a:pt x="18153" y="12899"/>
                  </a:lnTo>
                  <a:lnTo>
                    <a:pt x="16721" y="11943"/>
                  </a:lnTo>
                  <a:lnTo>
                    <a:pt x="15765" y="11466"/>
                  </a:lnTo>
                  <a:lnTo>
                    <a:pt x="12898" y="10032"/>
                  </a:lnTo>
                  <a:lnTo>
                    <a:pt x="10032" y="8599"/>
                  </a:lnTo>
                  <a:lnTo>
                    <a:pt x="8121" y="7166"/>
                  </a:lnTo>
                  <a:lnTo>
                    <a:pt x="7644" y="6688"/>
                  </a:lnTo>
                  <a:lnTo>
                    <a:pt x="6688" y="6211"/>
                  </a:lnTo>
                  <a:lnTo>
                    <a:pt x="4777" y="4777"/>
                  </a:lnTo>
                  <a:lnTo>
                    <a:pt x="2866" y="3822"/>
                  </a:lnTo>
                  <a:lnTo>
                    <a:pt x="2389" y="1911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5733" y="956"/>
                  </a:lnTo>
                  <a:lnTo>
                    <a:pt x="8121" y="2867"/>
                  </a:lnTo>
                  <a:lnTo>
                    <a:pt x="10510" y="4300"/>
                  </a:lnTo>
                  <a:lnTo>
                    <a:pt x="10987" y="5255"/>
                  </a:lnTo>
                  <a:lnTo>
                    <a:pt x="13376" y="6211"/>
                  </a:lnTo>
                  <a:lnTo>
                    <a:pt x="14809" y="6688"/>
                  </a:lnTo>
                  <a:lnTo>
                    <a:pt x="16721" y="7644"/>
                  </a:lnTo>
                  <a:lnTo>
                    <a:pt x="18153" y="8121"/>
                  </a:lnTo>
                  <a:lnTo>
                    <a:pt x="19587" y="8599"/>
                  </a:lnTo>
                  <a:lnTo>
                    <a:pt x="27708" y="13854"/>
                  </a:lnTo>
                  <a:lnTo>
                    <a:pt x="26753" y="15287"/>
                  </a:lnTo>
                  <a:lnTo>
                    <a:pt x="27708" y="16721"/>
                  </a:lnTo>
                  <a:lnTo>
                    <a:pt x="28186" y="1767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3A24E149-4228-FB14-CB27-853BD8EB8664}"/>
                </a:ext>
              </a:extLst>
            </p:cNvPr>
            <p:cNvSpPr/>
            <p:nvPr/>
          </p:nvSpPr>
          <p:spPr>
            <a:xfrm>
              <a:off x="9047412" y="4886336"/>
              <a:ext cx="3343" cy="2866"/>
            </a:xfrm>
            <a:custGeom>
              <a:avLst/>
              <a:gdLst>
                <a:gd name="csX0" fmla="*/ 2389 w 3343"/>
                <a:gd name="csY0" fmla="*/ 1433 h 2866"/>
                <a:gd name="csX1" fmla="*/ 3344 w 3343"/>
                <a:gd name="csY1" fmla="*/ 2389 h 2866"/>
                <a:gd name="csX2" fmla="*/ 2389 w 3343"/>
                <a:gd name="csY2" fmla="*/ 2866 h 2866"/>
                <a:gd name="csX3" fmla="*/ 955 w 3343"/>
                <a:gd name="csY3" fmla="*/ 1911 h 2866"/>
                <a:gd name="csX4" fmla="*/ 0 w 3343"/>
                <a:gd name="csY4" fmla="*/ 1433 h 2866"/>
                <a:gd name="csX5" fmla="*/ 478 w 3343"/>
                <a:gd name="csY5" fmla="*/ 478 h 2866"/>
                <a:gd name="csX6" fmla="*/ 1433 w 3343"/>
                <a:gd name="csY6" fmla="*/ 0 h 2866"/>
                <a:gd name="csX7" fmla="*/ 2389 w 3343"/>
                <a:gd name="csY7" fmla="*/ 956 h 2866"/>
                <a:gd name="csX8" fmla="*/ 2389 w 3343"/>
                <a:gd name="csY8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2866">
                  <a:moveTo>
                    <a:pt x="2389" y="1433"/>
                  </a:moveTo>
                  <a:lnTo>
                    <a:pt x="3344" y="2389"/>
                  </a:lnTo>
                  <a:lnTo>
                    <a:pt x="2389" y="2866"/>
                  </a:lnTo>
                  <a:lnTo>
                    <a:pt x="955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389" y="956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75A28E0B-5166-1D3A-409E-5C8C36B1C7F2}"/>
                </a:ext>
              </a:extLst>
            </p:cNvPr>
            <p:cNvSpPr/>
            <p:nvPr/>
          </p:nvSpPr>
          <p:spPr>
            <a:xfrm>
              <a:off x="9037379" y="4897802"/>
              <a:ext cx="4299" cy="2388"/>
            </a:xfrm>
            <a:custGeom>
              <a:avLst/>
              <a:gdLst>
                <a:gd name="csX0" fmla="*/ 3822 w 4299"/>
                <a:gd name="csY0" fmla="*/ 478 h 2388"/>
                <a:gd name="csX1" fmla="*/ 4300 w 4299"/>
                <a:gd name="csY1" fmla="*/ 1911 h 2388"/>
                <a:gd name="csX2" fmla="*/ 3344 w 4299"/>
                <a:gd name="csY2" fmla="*/ 2389 h 2388"/>
                <a:gd name="csX3" fmla="*/ 2867 w 4299"/>
                <a:gd name="csY3" fmla="*/ 2389 h 2388"/>
                <a:gd name="csX4" fmla="*/ 1911 w 4299"/>
                <a:gd name="csY4" fmla="*/ 2389 h 2388"/>
                <a:gd name="csX5" fmla="*/ 956 w 4299"/>
                <a:gd name="csY5" fmla="*/ 1911 h 2388"/>
                <a:gd name="csX6" fmla="*/ 0 w 4299"/>
                <a:gd name="csY6" fmla="*/ 1433 h 2388"/>
                <a:gd name="csX7" fmla="*/ 956 w 4299"/>
                <a:gd name="csY7" fmla="*/ 478 h 2388"/>
                <a:gd name="csX8" fmla="*/ 1911 w 4299"/>
                <a:gd name="csY8" fmla="*/ 0 h 2388"/>
                <a:gd name="csX9" fmla="*/ 2389 w 4299"/>
                <a:gd name="csY9" fmla="*/ 0 h 2388"/>
                <a:gd name="csX10" fmla="*/ 2867 w 4299"/>
                <a:gd name="csY10" fmla="*/ 478 h 2388"/>
                <a:gd name="csX11" fmla="*/ 3822 w 4299"/>
                <a:gd name="csY11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2388">
                  <a:moveTo>
                    <a:pt x="3822" y="478"/>
                  </a:moveTo>
                  <a:lnTo>
                    <a:pt x="4300" y="1911"/>
                  </a:lnTo>
                  <a:lnTo>
                    <a:pt x="3344" y="2389"/>
                  </a:lnTo>
                  <a:lnTo>
                    <a:pt x="2867" y="2389"/>
                  </a:lnTo>
                  <a:lnTo>
                    <a:pt x="1911" y="2389"/>
                  </a:lnTo>
                  <a:lnTo>
                    <a:pt x="956" y="1911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867" y="478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82958857-0373-684A-86DA-8E602CD966D8}"/>
                </a:ext>
              </a:extLst>
            </p:cNvPr>
            <p:cNvSpPr/>
            <p:nvPr/>
          </p:nvSpPr>
          <p:spPr>
            <a:xfrm>
              <a:off x="9020181" y="4892069"/>
              <a:ext cx="1911" cy="2388"/>
            </a:xfrm>
            <a:custGeom>
              <a:avLst/>
              <a:gdLst>
                <a:gd name="csX0" fmla="*/ 1433 w 1911"/>
                <a:gd name="csY0" fmla="*/ 1433 h 2388"/>
                <a:gd name="csX1" fmla="*/ 1911 w 1911"/>
                <a:gd name="csY1" fmla="*/ 1911 h 2388"/>
                <a:gd name="csX2" fmla="*/ 956 w 1911"/>
                <a:gd name="csY2" fmla="*/ 2389 h 2388"/>
                <a:gd name="csX3" fmla="*/ 478 w 1911"/>
                <a:gd name="csY3" fmla="*/ 2389 h 2388"/>
                <a:gd name="csX4" fmla="*/ 0 w 1911"/>
                <a:gd name="csY4" fmla="*/ 1911 h 2388"/>
                <a:gd name="csX5" fmla="*/ 956 w 1911"/>
                <a:gd name="csY5" fmla="*/ 0 h 2388"/>
                <a:gd name="csX6" fmla="*/ 1433 w 1911"/>
                <a:gd name="csY6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2388">
                  <a:moveTo>
                    <a:pt x="1433" y="1433"/>
                  </a:moveTo>
                  <a:lnTo>
                    <a:pt x="1911" y="1911"/>
                  </a:lnTo>
                  <a:lnTo>
                    <a:pt x="956" y="2389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956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924C1A3E-B4AE-F2C3-CCD1-B607441B8672}"/>
                </a:ext>
              </a:extLst>
            </p:cNvPr>
            <p:cNvSpPr/>
            <p:nvPr/>
          </p:nvSpPr>
          <p:spPr>
            <a:xfrm>
              <a:off x="9014448" y="4888725"/>
              <a:ext cx="5254" cy="4777"/>
            </a:xfrm>
            <a:custGeom>
              <a:avLst/>
              <a:gdLst>
                <a:gd name="csX0" fmla="*/ 5255 w 5254"/>
                <a:gd name="csY0" fmla="*/ 956 h 4777"/>
                <a:gd name="csX1" fmla="*/ 3821 w 5254"/>
                <a:gd name="csY1" fmla="*/ 1911 h 4777"/>
                <a:gd name="csX2" fmla="*/ 4300 w 5254"/>
                <a:gd name="csY2" fmla="*/ 2389 h 4777"/>
                <a:gd name="csX3" fmla="*/ 4777 w 5254"/>
                <a:gd name="csY3" fmla="*/ 2866 h 4777"/>
                <a:gd name="csX4" fmla="*/ 4777 w 5254"/>
                <a:gd name="csY4" fmla="*/ 3344 h 4777"/>
                <a:gd name="csX5" fmla="*/ 2866 w 5254"/>
                <a:gd name="csY5" fmla="*/ 4777 h 4777"/>
                <a:gd name="csX6" fmla="*/ 1433 w 5254"/>
                <a:gd name="csY6" fmla="*/ 4299 h 4777"/>
                <a:gd name="csX7" fmla="*/ 0 w 5254"/>
                <a:gd name="csY7" fmla="*/ 2866 h 4777"/>
                <a:gd name="csX8" fmla="*/ 478 w 5254"/>
                <a:gd name="csY8" fmla="*/ 1433 h 4777"/>
                <a:gd name="csX9" fmla="*/ 955 w 5254"/>
                <a:gd name="csY9" fmla="*/ 956 h 4777"/>
                <a:gd name="csX10" fmla="*/ 1433 w 5254"/>
                <a:gd name="csY10" fmla="*/ 956 h 4777"/>
                <a:gd name="csX11" fmla="*/ 1911 w 5254"/>
                <a:gd name="csY11" fmla="*/ 956 h 4777"/>
                <a:gd name="csX12" fmla="*/ 2389 w 5254"/>
                <a:gd name="csY12" fmla="*/ 0 h 4777"/>
                <a:gd name="csX13" fmla="*/ 4777 w 5254"/>
                <a:gd name="csY13" fmla="*/ 478 h 4777"/>
                <a:gd name="csX14" fmla="*/ 5255 w 5254"/>
                <a:gd name="csY14" fmla="*/ 95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254" h="4777">
                  <a:moveTo>
                    <a:pt x="5255" y="956"/>
                  </a:moveTo>
                  <a:lnTo>
                    <a:pt x="3821" y="1911"/>
                  </a:lnTo>
                  <a:lnTo>
                    <a:pt x="4300" y="2389"/>
                  </a:lnTo>
                  <a:lnTo>
                    <a:pt x="4777" y="2866"/>
                  </a:lnTo>
                  <a:lnTo>
                    <a:pt x="4777" y="3344"/>
                  </a:lnTo>
                  <a:lnTo>
                    <a:pt x="2866" y="4777"/>
                  </a:lnTo>
                  <a:lnTo>
                    <a:pt x="1433" y="4299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955" y="956"/>
                  </a:lnTo>
                  <a:lnTo>
                    <a:pt x="1433" y="956"/>
                  </a:lnTo>
                  <a:lnTo>
                    <a:pt x="1911" y="956"/>
                  </a:lnTo>
                  <a:lnTo>
                    <a:pt x="2389" y="0"/>
                  </a:lnTo>
                  <a:lnTo>
                    <a:pt x="4777" y="478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374D30FF-B717-9752-9C66-58A9ABFD2EAC}"/>
                </a:ext>
              </a:extLst>
            </p:cNvPr>
            <p:cNvSpPr/>
            <p:nvPr/>
          </p:nvSpPr>
          <p:spPr>
            <a:xfrm>
              <a:off x="9001549" y="4879170"/>
              <a:ext cx="13376" cy="11465"/>
            </a:xfrm>
            <a:custGeom>
              <a:avLst/>
              <a:gdLst>
                <a:gd name="csX0" fmla="*/ 11943 w 13376"/>
                <a:gd name="csY0" fmla="*/ 6210 h 11465"/>
                <a:gd name="csX1" fmla="*/ 13377 w 13376"/>
                <a:gd name="csY1" fmla="*/ 9555 h 11465"/>
                <a:gd name="csX2" fmla="*/ 13377 w 13376"/>
                <a:gd name="csY2" fmla="*/ 10988 h 11465"/>
                <a:gd name="csX3" fmla="*/ 12421 w 13376"/>
                <a:gd name="csY3" fmla="*/ 10988 h 11465"/>
                <a:gd name="csX4" fmla="*/ 11943 w 13376"/>
                <a:gd name="csY4" fmla="*/ 11465 h 11465"/>
                <a:gd name="csX5" fmla="*/ 10510 w 13376"/>
                <a:gd name="csY5" fmla="*/ 10032 h 11465"/>
                <a:gd name="csX6" fmla="*/ 8599 w 13376"/>
                <a:gd name="csY6" fmla="*/ 9555 h 11465"/>
                <a:gd name="csX7" fmla="*/ 7166 w 13376"/>
                <a:gd name="csY7" fmla="*/ 8599 h 11465"/>
                <a:gd name="csX8" fmla="*/ 6688 w 13376"/>
                <a:gd name="csY8" fmla="*/ 6688 h 11465"/>
                <a:gd name="csX9" fmla="*/ 6688 w 13376"/>
                <a:gd name="csY9" fmla="*/ 5255 h 11465"/>
                <a:gd name="csX10" fmla="*/ 5733 w 13376"/>
                <a:gd name="csY10" fmla="*/ 5255 h 11465"/>
                <a:gd name="csX11" fmla="*/ 2867 w 13376"/>
                <a:gd name="csY11" fmla="*/ 5255 h 11465"/>
                <a:gd name="csX12" fmla="*/ 1911 w 13376"/>
                <a:gd name="csY12" fmla="*/ 6688 h 11465"/>
                <a:gd name="csX13" fmla="*/ 478 w 13376"/>
                <a:gd name="csY13" fmla="*/ 6210 h 11465"/>
                <a:gd name="csX14" fmla="*/ 0 w 13376"/>
                <a:gd name="csY14" fmla="*/ 5255 h 11465"/>
                <a:gd name="csX15" fmla="*/ 0 w 13376"/>
                <a:gd name="csY15" fmla="*/ 4299 h 11465"/>
                <a:gd name="csX16" fmla="*/ 1911 w 13376"/>
                <a:gd name="csY16" fmla="*/ 3344 h 11465"/>
                <a:gd name="csX17" fmla="*/ 2389 w 13376"/>
                <a:gd name="csY17" fmla="*/ 2389 h 11465"/>
                <a:gd name="csX18" fmla="*/ 4300 w 13376"/>
                <a:gd name="csY18" fmla="*/ 0 h 11465"/>
                <a:gd name="csX19" fmla="*/ 5255 w 13376"/>
                <a:gd name="csY19" fmla="*/ 0 h 11465"/>
                <a:gd name="csX20" fmla="*/ 7644 w 13376"/>
                <a:gd name="csY20" fmla="*/ 478 h 11465"/>
                <a:gd name="csX21" fmla="*/ 7644 w 13376"/>
                <a:gd name="csY21" fmla="*/ 3344 h 11465"/>
                <a:gd name="csX22" fmla="*/ 8599 w 13376"/>
                <a:gd name="csY22" fmla="*/ 4299 h 11465"/>
                <a:gd name="csX23" fmla="*/ 10988 w 13376"/>
                <a:gd name="csY23" fmla="*/ 4777 h 11465"/>
                <a:gd name="csX24" fmla="*/ 11943 w 13376"/>
                <a:gd name="csY24" fmla="*/ 6210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3376" h="11465">
                  <a:moveTo>
                    <a:pt x="11943" y="6210"/>
                  </a:moveTo>
                  <a:lnTo>
                    <a:pt x="13377" y="9555"/>
                  </a:lnTo>
                  <a:lnTo>
                    <a:pt x="13377" y="10988"/>
                  </a:lnTo>
                  <a:lnTo>
                    <a:pt x="12421" y="10988"/>
                  </a:lnTo>
                  <a:lnTo>
                    <a:pt x="11943" y="11465"/>
                  </a:lnTo>
                  <a:lnTo>
                    <a:pt x="10510" y="10032"/>
                  </a:lnTo>
                  <a:lnTo>
                    <a:pt x="8599" y="9555"/>
                  </a:lnTo>
                  <a:lnTo>
                    <a:pt x="7166" y="8599"/>
                  </a:lnTo>
                  <a:lnTo>
                    <a:pt x="6688" y="6688"/>
                  </a:lnTo>
                  <a:lnTo>
                    <a:pt x="6688" y="5255"/>
                  </a:lnTo>
                  <a:lnTo>
                    <a:pt x="5733" y="5255"/>
                  </a:lnTo>
                  <a:lnTo>
                    <a:pt x="2867" y="5255"/>
                  </a:lnTo>
                  <a:lnTo>
                    <a:pt x="1911" y="6688"/>
                  </a:lnTo>
                  <a:lnTo>
                    <a:pt x="478" y="6210"/>
                  </a:lnTo>
                  <a:lnTo>
                    <a:pt x="0" y="5255"/>
                  </a:lnTo>
                  <a:lnTo>
                    <a:pt x="0" y="4299"/>
                  </a:lnTo>
                  <a:lnTo>
                    <a:pt x="1911" y="3344"/>
                  </a:lnTo>
                  <a:lnTo>
                    <a:pt x="2389" y="2389"/>
                  </a:lnTo>
                  <a:lnTo>
                    <a:pt x="4300" y="0"/>
                  </a:lnTo>
                  <a:lnTo>
                    <a:pt x="5255" y="0"/>
                  </a:lnTo>
                  <a:lnTo>
                    <a:pt x="7644" y="478"/>
                  </a:lnTo>
                  <a:lnTo>
                    <a:pt x="7644" y="3344"/>
                  </a:lnTo>
                  <a:lnTo>
                    <a:pt x="8599" y="4299"/>
                  </a:lnTo>
                  <a:lnTo>
                    <a:pt x="10988" y="4777"/>
                  </a:lnTo>
                  <a:lnTo>
                    <a:pt x="11943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1873C3F2-EF76-C200-CADB-EAD327009500}"/>
                </a:ext>
              </a:extLst>
            </p:cNvPr>
            <p:cNvSpPr/>
            <p:nvPr/>
          </p:nvSpPr>
          <p:spPr>
            <a:xfrm>
              <a:off x="9006326" y="4892547"/>
              <a:ext cx="3822" cy="1433"/>
            </a:xfrm>
            <a:custGeom>
              <a:avLst/>
              <a:gdLst>
                <a:gd name="csX0" fmla="*/ 3822 w 3822"/>
                <a:gd name="csY0" fmla="*/ 956 h 1433"/>
                <a:gd name="csX1" fmla="*/ 3822 w 3822"/>
                <a:gd name="csY1" fmla="*/ 1433 h 1433"/>
                <a:gd name="csX2" fmla="*/ 2389 w 3822"/>
                <a:gd name="csY2" fmla="*/ 1433 h 1433"/>
                <a:gd name="csX3" fmla="*/ 0 w 3822"/>
                <a:gd name="csY3" fmla="*/ 478 h 1433"/>
                <a:gd name="csX4" fmla="*/ 0 w 3822"/>
                <a:gd name="csY4" fmla="*/ 0 h 1433"/>
                <a:gd name="csX5" fmla="*/ 1433 w 3822"/>
                <a:gd name="csY5" fmla="*/ 0 h 1433"/>
                <a:gd name="csX6" fmla="*/ 2389 w 3822"/>
                <a:gd name="csY6" fmla="*/ 0 h 1433"/>
                <a:gd name="csX7" fmla="*/ 3344 w 3822"/>
                <a:gd name="csY7" fmla="*/ 478 h 1433"/>
                <a:gd name="csX8" fmla="*/ 3822 w 3822"/>
                <a:gd name="csY8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2" h="1433">
                  <a:moveTo>
                    <a:pt x="3822" y="956"/>
                  </a:moveTo>
                  <a:lnTo>
                    <a:pt x="3822" y="1433"/>
                  </a:lnTo>
                  <a:lnTo>
                    <a:pt x="2389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3344" y="478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D8F1CF90-F632-7EC2-8339-064A6533EC84}"/>
                </a:ext>
              </a:extLst>
            </p:cNvPr>
            <p:cNvSpPr/>
            <p:nvPr/>
          </p:nvSpPr>
          <p:spPr>
            <a:xfrm>
              <a:off x="8986262" y="4854328"/>
              <a:ext cx="21020" cy="14809"/>
            </a:xfrm>
            <a:custGeom>
              <a:avLst/>
              <a:gdLst>
                <a:gd name="csX0" fmla="*/ 21020 w 21020"/>
                <a:gd name="csY0" fmla="*/ 13854 h 14809"/>
                <a:gd name="csX1" fmla="*/ 19587 w 21020"/>
                <a:gd name="csY1" fmla="*/ 14809 h 14809"/>
                <a:gd name="csX2" fmla="*/ 17676 w 21020"/>
                <a:gd name="csY2" fmla="*/ 14332 h 14809"/>
                <a:gd name="csX3" fmla="*/ 17198 w 21020"/>
                <a:gd name="csY3" fmla="*/ 13376 h 14809"/>
                <a:gd name="csX4" fmla="*/ 17198 w 21020"/>
                <a:gd name="csY4" fmla="*/ 13376 h 14809"/>
                <a:gd name="csX5" fmla="*/ 15765 w 21020"/>
                <a:gd name="csY5" fmla="*/ 13376 h 14809"/>
                <a:gd name="csX6" fmla="*/ 12898 w 21020"/>
                <a:gd name="csY6" fmla="*/ 12899 h 14809"/>
                <a:gd name="csX7" fmla="*/ 9077 w 21020"/>
                <a:gd name="csY7" fmla="*/ 10510 h 14809"/>
                <a:gd name="csX8" fmla="*/ 4777 w 21020"/>
                <a:gd name="csY8" fmla="*/ 5255 h 14809"/>
                <a:gd name="csX9" fmla="*/ 955 w 21020"/>
                <a:gd name="csY9" fmla="*/ 2866 h 14809"/>
                <a:gd name="csX10" fmla="*/ 0 w 21020"/>
                <a:gd name="csY10" fmla="*/ 1911 h 14809"/>
                <a:gd name="csX11" fmla="*/ 0 w 21020"/>
                <a:gd name="csY11" fmla="*/ 478 h 14809"/>
                <a:gd name="csX12" fmla="*/ 478 w 21020"/>
                <a:gd name="csY12" fmla="*/ 0 h 14809"/>
                <a:gd name="csX13" fmla="*/ 3344 w 21020"/>
                <a:gd name="csY13" fmla="*/ 478 h 14809"/>
                <a:gd name="csX14" fmla="*/ 6211 w 21020"/>
                <a:gd name="csY14" fmla="*/ 2866 h 14809"/>
                <a:gd name="csX15" fmla="*/ 11466 w 21020"/>
                <a:gd name="csY15" fmla="*/ 5255 h 14809"/>
                <a:gd name="csX16" fmla="*/ 12898 w 21020"/>
                <a:gd name="csY16" fmla="*/ 6210 h 14809"/>
                <a:gd name="csX17" fmla="*/ 13854 w 21020"/>
                <a:gd name="csY17" fmla="*/ 9077 h 14809"/>
                <a:gd name="csX18" fmla="*/ 14809 w 21020"/>
                <a:gd name="csY18" fmla="*/ 10032 h 14809"/>
                <a:gd name="csX19" fmla="*/ 17676 w 21020"/>
                <a:gd name="csY19" fmla="*/ 11943 h 14809"/>
                <a:gd name="csX20" fmla="*/ 19109 w 21020"/>
                <a:gd name="csY20" fmla="*/ 12421 h 14809"/>
                <a:gd name="csX21" fmla="*/ 20064 w 21020"/>
                <a:gd name="csY21" fmla="*/ 12899 h 14809"/>
                <a:gd name="csX22" fmla="*/ 20543 w 21020"/>
                <a:gd name="csY22" fmla="*/ 12899 h 14809"/>
                <a:gd name="csX23" fmla="*/ 21020 w 21020"/>
                <a:gd name="csY23" fmla="*/ 13854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1020" h="14809">
                  <a:moveTo>
                    <a:pt x="21020" y="13854"/>
                  </a:moveTo>
                  <a:lnTo>
                    <a:pt x="19587" y="14809"/>
                  </a:lnTo>
                  <a:lnTo>
                    <a:pt x="17676" y="14332"/>
                  </a:lnTo>
                  <a:lnTo>
                    <a:pt x="17198" y="13376"/>
                  </a:lnTo>
                  <a:lnTo>
                    <a:pt x="17198" y="13376"/>
                  </a:lnTo>
                  <a:lnTo>
                    <a:pt x="15765" y="13376"/>
                  </a:lnTo>
                  <a:lnTo>
                    <a:pt x="12898" y="12899"/>
                  </a:lnTo>
                  <a:lnTo>
                    <a:pt x="9077" y="10510"/>
                  </a:lnTo>
                  <a:lnTo>
                    <a:pt x="4777" y="5255"/>
                  </a:lnTo>
                  <a:lnTo>
                    <a:pt x="955" y="2866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3344" y="478"/>
                  </a:lnTo>
                  <a:lnTo>
                    <a:pt x="6211" y="2866"/>
                  </a:lnTo>
                  <a:lnTo>
                    <a:pt x="11466" y="5255"/>
                  </a:lnTo>
                  <a:lnTo>
                    <a:pt x="12898" y="6210"/>
                  </a:lnTo>
                  <a:lnTo>
                    <a:pt x="13854" y="9077"/>
                  </a:lnTo>
                  <a:lnTo>
                    <a:pt x="14809" y="10032"/>
                  </a:lnTo>
                  <a:lnTo>
                    <a:pt x="17676" y="11943"/>
                  </a:lnTo>
                  <a:lnTo>
                    <a:pt x="19109" y="12421"/>
                  </a:lnTo>
                  <a:lnTo>
                    <a:pt x="20064" y="12899"/>
                  </a:lnTo>
                  <a:lnTo>
                    <a:pt x="20543" y="12899"/>
                  </a:lnTo>
                  <a:lnTo>
                    <a:pt x="21020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EBFE070D-F64E-5773-ECF2-4A892BC6E013}"/>
                </a:ext>
              </a:extLst>
            </p:cNvPr>
            <p:cNvSpPr/>
            <p:nvPr/>
          </p:nvSpPr>
          <p:spPr>
            <a:xfrm>
              <a:off x="9001549" y="4887292"/>
              <a:ext cx="3822" cy="5732"/>
            </a:xfrm>
            <a:custGeom>
              <a:avLst/>
              <a:gdLst>
                <a:gd name="csX0" fmla="*/ 3344 w 3822"/>
                <a:gd name="csY0" fmla="*/ 0 h 5732"/>
                <a:gd name="csX1" fmla="*/ 3822 w 3822"/>
                <a:gd name="csY1" fmla="*/ 955 h 5732"/>
                <a:gd name="csX2" fmla="*/ 3344 w 3822"/>
                <a:gd name="csY2" fmla="*/ 2389 h 5732"/>
                <a:gd name="csX3" fmla="*/ 2389 w 3822"/>
                <a:gd name="csY3" fmla="*/ 2866 h 5732"/>
                <a:gd name="csX4" fmla="*/ 2389 w 3822"/>
                <a:gd name="csY4" fmla="*/ 4299 h 5732"/>
                <a:gd name="csX5" fmla="*/ 3344 w 3822"/>
                <a:gd name="csY5" fmla="*/ 5255 h 5732"/>
                <a:gd name="csX6" fmla="*/ 3344 w 3822"/>
                <a:gd name="csY6" fmla="*/ 5733 h 5732"/>
                <a:gd name="csX7" fmla="*/ 2389 w 3822"/>
                <a:gd name="csY7" fmla="*/ 5255 h 5732"/>
                <a:gd name="csX8" fmla="*/ 0 w 3822"/>
                <a:gd name="csY8" fmla="*/ 2389 h 5732"/>
                <a:gd name="csX9" fmla="*/ 478 w 3822"/>
                <a:gd name="csY9" fmla="*/ 1911 h 5732"/>
                <a:gd name="csX10" fmla="*/ 2389 w 3822"/>
                <a:gd name="csY10" fmla="*/ 0 h 5732"/>
                <a:gd name="csX11" fmla="*/ 3344 w 3822"/>
                <a:gd name="csY11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5732">
                  <a:moveTo>
                    <a:pt x="3344" y="0"/>
                  </a:moveTo>
                  <a:lnTo>
                    <a:pt x="3822" y="955"/>
                  </a:lnTo>
                  <a:lnTo>
                    <a:pt x="3344" y="2389"/>
                  </a:lnTo>
                  <a:lnTo>
                    <a:pt x="2389" y="2866"/>
                  </a:lnTo>
                  <a:lnTo>
                    <a:pt x="2389" y="4299"/>
                  </a:lnTo>
                  <a:lnTo>
                    <a:pt x="3344" y="5255"/>
                  </a:lnTo>
                  <a:lnTo>
                    <a:pt x="3344" y="5733"/>
                  </a:lnTo>
                  <a:lnTo>
                    <a:pt x="2389" y="5255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2389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F366DC86-975C-5CCD-A2AD-9DF2F81D56B0}"/>
                </a:ext>
              </a:extLst>
            </p:cNvPr>
            <p:cNvSpPr/>
            <p:nvPr/>
          </p:nvSpPr>
          <p:spPr>
            <a:xfrm>
              <a:off x="8996294" y="4876782"/>
              <a:ext cx="4777" cy="5254"/>
            </a:xfrm>
            <a:custGeom>
              <a:avLst/>
              <a:gdLst>
                <a:gd name="csX0" fmla="*/ 4777 w 4777"/>
                <a:gd name="csY0" fmla="*/ 1911 h 5254"/>
                <a:gd name="csX1" fmla="*/ 4777 w 4777"/>
                <a:gd name="csY1" fmla="*/ 3344 h 5254"/>
                <a:gd name="csX2" fmla="*/ 4777 w 4777"/>
                <a:gd name="csY2" fmla="*/ 4299 h 5254"/>
                <a:gd name="csX3" fmla="*/ 4300 w 4777"/>
                <a:gd name="csY3" fmla="*/ 4777 h 5254"/>
                <a:gd name="csX4" fmla="*/ 3822 w 4777"/>
                <a:gd name="csY4" fmla="*/ 5255 h 5254"/>
                <a:gd name="csX5" fmla="*/ 1911 w 4777"/>
                <a:gd name="csY5" fmla="*/ 4777 h 5254"/>
                <a:gd name="csX6" fmla="*/ 0 w 4777"/>
                <a:gd name="csY6" fmla="*/ 2866 h 5254"/>
                <a:gd name="csX7" fmla="*/ 0 w 4777"/>
                <a:gd name="csY7" fmla="*/ 1433 h 5254"/>
                <a:gd name="csX8" fmla="*/ 1433 w 4777"/>
                <a:gd name="csY8" fmla="*/ 478 h 5254"/>
                <a:gd name="csX9" fmla="*/ 2866 w 4777"/>
                <a:gd name="csY9" fmla="*/ 0 h 5254"/>
                <a:gd name="csX10" fmla="*/ 3822 w 4777"/>
                <a:gd name="csY10" fmla="*/ 478 h 5254"/>
                <a:gd name="csX11" fmla="*/ 4777 w 4777"/>
                <a:gd name="csY11" fmla="*/ 1911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77" h="5254">
                  <a:moveTo>
                    <a:pt x="4777" y="1911"/>
                  </a:moveTo>
                  <a:lnTo>
                    <a:pt x="4777" y="3344"/>
                  </a:lnTo>
                  <a:lnTo>
                    <a:pt x="4777" y="4299"/>
                  </a:lnTo>
                  <a:lnTo>
                    <a:pt x="4300" y="4777"/>
                  </a:lnTo>
                  <a:lnTo>
                    <a:pt x="3822" y="5255"/>
                  </a:lnTo>
                  <a:lnTo>
                    <a:pt x="1911" y="4777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2866" y="0"/>
                  </a:lnTo>
                  <a:lnTo>
                    <a:pt x="3822" y="478"/>
                  </a:lnTo>
                  <a:lnTo>
                    <a:pt x="477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9A8ABE8F-F359-3FD7-9142-4539EB5AEDF3}"/>
                </a:ext>
              </a:extLst>
            </p:cNvPr>
            <p:cNvSpPr/>
            <p:nvPr/>
          </p:nvSpPr>
          <p:spPr>
            <a:xfrm>
              <a:off x="8987217" y="4872004"/>
              <a:ext cx="6210" cy="6210"/>
            </a:xfrm>
            <a:custGeom>
              <a:avLst/>
              <a:gdLst>
                <a:gd name="csX0" fmla="*/ 6211 w 6210"/>
                <a:gd name="csY0" fmla="*/ 2389 h 6210"/>
                <a:gd name="csX1" fmla="*/ 5733 w 6210"/>
                <a:gd name="csY1" fmla="*/ 3344 h 6210"/>
                <a:gd name="csX2" fmla="*/ 4300 w 6210"/>
                <a:gd name="csY2" fmla="*/ 5255 h 6210"/>
                <a:gd name="csX3" fmla="*/ 3822 w 6210"/>
                <a:gd name="csY3" fmla="*/ 6210 h 6210"/>
                <a:gd name="csX4" fmla="*/ 3344 w 6210"/>
                <a:gd name="csY4" fmla="*/ 6210 h 6210"/>
                <a:gd name="csX5" fmla="*/ 2867 w 6210"/>
                <a:gd name="csY5" fmla="*/ 5255 h 6210"/>
                <a:gd name="csX6" fmla="*/ 2389 w 6210"/>
                <a:gd name="csY6" fmla="*/ 5255 h 6210"/>
                <a:gd name="csX7" fmla="*/ 2389 w 6210"/>
                <a:gd name="csY7" fmla="*/ 4299 h 6210"/>
                <a:gd name="csX8" fmla="*/ 478 w 6210"/>
                <a:gd name="csY8" fmla="*/ 2389 h 6210"/>
                <a:gd name="csX9" fmla="*/ 0 w 6210"/>
                <a:gd name="csY9" fmla="*/ 956 h 6210"/>
                <a:gd name="csX10" fmla="*/ 1433 w 6210"/>
                <a:gd name="csY10" fmla="*/ 0 h 6210"/>
                <a:gd name="csX11" fmla="*/ 2867 w 6210"/>
                <a:gd name="csY11" fmla="*/ 478 h 6210"/>
                <a:gd name="csX12" fmla="*/ 4300 w 6210"/>
                <a:gd name="csY12" fmla="*/ 1911 h 6210"/>
                <a:gd name="csX13" fmla="*/ 6211 w 6210"/>
                <a:gd name="csY13" fmla="*/ 238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210" h="6210">
                  <a:moveTo>
                    <a:pt x="6211" y="2389"/>
                  </a:moveTo>
                  <a:lnTo>
                    <a:pt x="5733" y="3344"/>
                  </a:lnTo>
                  <a:lnTo>
                    <a:pt x="4300" y="5255"/>
                  </a:lnTo>
                  <a:lnTo>
                    <a:pt x="3822" y="6210"/>
                  </a:lnTo>
                  <a:lnTo>
                    <a:pt x="3344" y="6210"/>
                  </a:lnTo>
                  <a:lnTo>
                    <a:pt x="2867" y="5255"/>
                  </a:lnTo>
                  <a:lnTo>
                    <a:pt x="2389" y="5255"/>
                  </a:lnTo>
                  <a:lnTo>
                    <a:pt x="2389" y="4299"/>
                  </a:lnTo>
                  <a:lnTo>
                    <a:pt x="478" y="2389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2867" y="478"/>
                  </a:lnTo>
                  <a:lnTo>
                    <a:pt x="4300" y="1911"/>
                  </a:lnTo>
                  <a:lnTo>
                    <a:pt x="621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4E6C6A40-A94E-88A8-AB42-5A778FFACAD8}"/>
                </a:ext>
              </a:extLst>
            </p:cNvPr>
            <p:cNvSpPr/>
            <p:nvPr/>
          </p:nvSpPr>
          <p:spPr>
            <a:xfrm>
              <a:off x="8988173" y="4878692"/>
              <a:ext cx="1432" cy="4299"/>
            </a:xfrm>
            <a:custGeom>
              <a:avLst/>
              <a:gdLst>
                <a:gd name="csX0" fmla="*/ 478 w 1432"/>
                <a:gd name="csY0" fmla="*/ 0 h 4299"/>
                <a:gd name="csX1" fmla="*/ 1433 w 1432"/>
                <a:gd name="csY1" fmla="*/ 2867 h 4299"/>
                <a:gd name="csX2" fmla="*/ 955 w 1432"/>
                <a:gd name="csY2" fmla="*/ 3822 h 4299"/>
                <a:gd name="csX3" fmla="*/ 955 w 1432"/>
                <a:gd name="csY3" fmla="*/ 4300 h 4299"/>
                <a:gd name="csX4" fmla="*/ 0 w 1432"/>
                <a:gd name="csY4" fmla="*/ 2389 h 4299"/>
                <a:gd name="csX5" fmla="*/ 0 w 1432"/>
                <a:gd name="csY5" fmla="*/ 956 h 4299"/>
                <a:gd name="csX6" fmla="*/ 0 w 1432"/>
                <a:gd name="csY6" fmla="*/ 478 h 4299"/>
                <a:gd name="csX7" fmla="*/ 478 w 1432"/>
                <a:gd name="csY7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2" h="4299">
                  <a:moveTo>
                    <a:pt x="478" y="0"/>
                  </a:moveTo>
                  <a:lnTo>
                    <a:pt x="1433" y="2867"/>
                  </a:lnTo>
                  <a:lnTo>
                    <a:pt x="955" y="3822"/>
                  </a:lnTo>
                  <a:lnTo>
                    <a:pt x="955" y="4300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13F770B-D91B-A808-5833-5804D9ED8589}"/>
                </a:ext>
              </a:extLst>
            </p:cNvPr>
            <p:cNvSpPr/>
            <p:nvPr/>
          </p:nvSpPr>
          <p:spPr>
            <a:xfrm>
              <a:off x="8980530" y="3661916"/>
              <a:ext cx="6687" cy="6688"/>
            </a:xfrm>
            <a:custGeom>
              <a:avLst/>
              <a:gdLst>
                <a:gd name="csX0" fmla="*/ 6688 w 6687"/>
                <a:gd name="csY0" fmla="*/ 478 h 6688"/>
                <a:gd name="csX1" fmla="*/ 6688 w 6687"/>
                <a:gd name="csY1" fmla="*/ 3344 h 6688"/>
                <a:gd name="csX2" fmla="*/ 4777 w 6687"/>
                <a:gd name="csY2" fmla="*/ 5733 h 6688"/>
                <a:gd name="csX3" fmla="*/ 4299 w 6687"/>
                <a:gd name="csY3" fmla="*/ 6688 h 6688"/>
                <a:gd name="csX4" fmla="*/ 3344 w 6687"/>
                <a:gd name="csY4" fmla="*/ 6211 h 6688"/>
                <a:gd name="csX5" fmla="*/ 955 w 6687"/>
                <a:gd name="csY5" fmla="*/ 4777 h 6688"/>
                <a:gd name="csX6" fmla="*/ 0 w 6687"/>
                <a:gd name="csY6" fmla="*/ 3822 h 6688"/>
                <a:gd name="csX7" fmla="*/ 955 w 6687"/>
                <a:gd name="csY7" fmla="*/ 2389 h 6688"/>
                <a:gd name="csX8" fmla="*/ 4299 w 6687"/>
                <a:gd name="csY8" fmla="*/ 0 h 6688"/>
                <a:gd name="csX9" fmla="*/ 5733 w 6687"/>
                <a:gd name="csY9" fmla="*/ 0 h 6688"/>
                <a:gd name="csX10" fmla="*/ 6688 w 6687"/>
                <a:gd name="csY10" fmla="*/ 47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7" h="6688">
                  <a:moveTo>
                    <a:pt x="6688" y="478"/>
                  </a:moveTo>
                  <a:lnTo>
                    <a:pt x="6688" y="3344"/>
                  </a:lnTo>
                  <a:lnTo>
                    <a:pt x="4777" y="5733"/>
                  </a:lnTo>
                  <a:lnTo>
                    <a:pt x="4299" y="6688"/>
                  </a:lnTo>
                  <a:lnTo>
                    <a:pt x="3344" y="6211"/>
                  </a:lnTo>
                  <a:lnTo>
                    <a:pt x="955" y="4777"/>
                  </a:lnTo>
                  <a:lnTo>
                    <a:pt x="0" y="3822"/>
                  </a:lnTo>
                  <a:lnTo>
                    <a:pt x="955" y="2389"/>
                  </a:lnTo>
                  <a:lnTo>
                    <a:pt x="4299" y="0"/>
                  </a:lnTo>
                  <a:lnTo>
                    <a:pt x="5733" y="0"/>
                  </a:lnTo>
                  <a:lnTo>
                    <a:pt x="668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1F21A971-D0BD-858F-F2A3-5C586CF321C2}"/>
                </a:ext>
              </a:extLst>
            </p:cNvPr>
            <p:cNvSpPr/>
            <p:nvPr/>
          </p:nvSpPr>
          <p:spPr>
            <a:xfrm>
              <a:off x="8961420" y="3664304"/>
              <a:ext cx="18630" cy="21020"/>
            </a:xfrm>
            <a:custGeom>
              <a:avLst/>
              <a:gdLst>
                <a:gd name="csX0" fmla="*/ 18153 w 18630"/>
                <a:gd name="csY0" fmla="*/ 0 h 21020"/>
                <a:gd name="csX1" fmla="*/ 18631 w 18630"/>
                <a:gd name="csY1" fmla="*/ 2866 h 21020"/>
                <a:gd name="csX2" fmla="*/ 18153 w 18630"/>
                <a:gd name="csY2" fmla="*/ 6211 h 21020"/>
                <a:gd name="csX3" fmla="*/ 16721 w 18630"/>
                <a:gd name="csY3" fmla="*/ 9555 h 21020"/>
                <a:gd name="csX4" fmla="*/ 14332 w 18630"/>
                <a:gd name="csY4" fmla="*/ 13377 h 21020"/>
                <a:gd name="csX5" fmla="*/ 11943 w 18630"/>
                <a:gd name="csY5" fmla="*/ 16243 h 21020"/>
                <a:gd name="csX6" fmla="*/ 8121 w 18630"/>
                <a:gd name="csY6" fmla="*/ 17198 h 21020"/>
                <a:gd name="csX7" fmla="*/ 6210 w 18630"/>
                <a:gd name="csY7" fmla="*/ 18154 h 21020"/>
                <a:gd name="csX8" fmla="*/ 5255 w 18630"/>
                <a:gd name="csY8" fmla="*/ 20065 h 21020"/>
                <a:gd name="csX9" fmla="*/ 3821 w 18630"/>
                <a:gd name="csY9" fmla="*/ 21020 h 21020"/>
                <a:gd name="csX10" fmla="*/ 1910 w 18630"/>
                <a:gd name="csY10" fmla="*/ 20542 h 21020"/>
                <a:gd name="csX11" fmla="*/ 955 w 18630"/>
                <a:gd name="csY11" fmla="*/ 19587 h 21020"/>
                <a:gd name="csX12" fmla="*/ 955 w 18630"/>
                <a:gd name="csY12" fmla="*/ 16243 h 21020"/>
                <a:gd name="csX13" fmla="*/ 0 w 18630"/>
                <a:gd name="csY13" fmla="*/ 14810 h 21020"/>
                <a:gd name="csX14" fmla="*/ 478 w 18630"/>
                <a:gd name="csY14" fmla="*/ 13854 h 21020"/>
                <a:gd name="csX15" fmla="*/ 2389 w 18630"/>
                <a:gd name="csY15" fmla="*/ 13854 h 21020"/>
                <a:gd name="csX16" fmla="*/ 4777 w 18630"/>
                <a:gd name="csY16" fmla="*/ 11943 h 21020"/>
                <a:gd name="csX17" fmla="*/ 9555 w 18630"/>
                <a:gd name="csY17" fmla="*/ 10988 h 21020"/>
                <a:gd name="csX18" fmla="*/ 11465 w 18630"/>
                <a:gd name="csY18" fmla="*/ 8599 h 21020"/>
                <a:gd name="csX19" fmla="*/ 13854 w 18630"/>
                <a:gd name="csY19" fmla="*/ 2866 h 21020"/>
                <a:gd name="csX20" fmla="*/ 16242 w 18630"/>
                <a:gd name="csY20" fmla="*/ 478 h 21020"/>
                <a:gd name="csX21" fmla="*/ 18153 w 18630"/>
                <a:gd name="csY21" fmla="*/ 0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8630" h="21020">
                  <a:moveTo>
                    <a:pt x="18153" y="0"/>
                  </a:moveTo>
                  <a:lnTo>
                    <a:pt x="18631" y="2866"/>
                  </a:lnTo>
                  <a:lnTo>
                    <a:pt x="18153" y="6211"/>
                  </a:lnTo>
                  <a:lnTo>
                    <a:pt x="16721" y="9555"/>
                  </a:lnTo>
                  <a:lnTo>
                    <a:pt x="14332" y="13377"/>
                  </a:lnTo>
                  <a:lnTo>
                    <a:pt x="11943" y="16243"/>
                  </a:lnTo>
                  <a:lnTo>
                    <a:pt x="8121" y="17198"/>
                  </a:lnTo>
                  <a:lnTo>
                    <a:pt x="6210" y="18154"/>
                  </a:lnTo>
                  <a:lnTo>
                    <a:pt x="5255" y="20065"/>
                  </a:lnTo>
                  <a:lnTo>
                    <a:pt x="3821" y="21020"/>
                  </a:lnTo>
                  <a:lnTo>
                    <a:pt x="1910" y="20542"/>
                  </a:lnTo>
                  <a:lnTo>
                    <a:pt x="955" y="19587"/>
                  </a:lnTo>
                  <a:lnTo>
                    <a:pt x="955" y="16243"/>
                  </a:lnTo>
                  <a:lnTo>
                    <a:pt x="0" y="14810"/>
                  </a:lnTo>
                  <a:lnTo>
                    <a:pt x="478" y="13854"/>
                  </a:lnTo>
                  <a:lnTo>
                    <a:pt x="2389" y="13854"/>
                  </a:lnTo>
                  <a:lnTo>
                    <a:pt x="4777" y="11943"/>
                  </a:lnTo>
                  <a:lnTo>
                    <a:pt x="9555" y="10988"/>
                  </a:lnTo>
                  <a:lnTo>
                    <a:pt x="11465" y="8599"/>
                  </a:lnTo>
                  <a:lnTo>
                    <a:pt x="13854" y="2866"/>
                  </a:lnTo>
                  <a:lnTo>
                    <a:pt x="16242" y="478"/>
                  </a:lnTo>
                  <a:lnTo>
                    <a:pt x="1815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20B7A976-F165-57B9-85C7-84FF8A27DF3A}"/>
                </a:ext>
              </a:extLst>
            </p:cNvPr>
            <p:cNvSpPr/>
            <p:nvPr/>
          </p:nvSpPr>
          <p:spPr>
            <a:xfrm>
              <a:off x="8951866" y="4833308"/>
              <a:ext cx="24841" cy="25797"/>
            </a:xfrm>
            <a:custGeom>
              <a:avLst/>
              <a:gdLst>
                <a:gd name="csX0" fmla="*/ 23886 w 24841"/>
                <a:gd name="csY0" fmla="*/ 20065 h 25797"/>
                <a:gd name="csX1" fmla="*/ 24842 w 24841"/>
                <a:gd name="csY1" fmla="*/ 22453 h 25797"/>
                <a:gd name="csX2" fmla="*/ 24364 w 24841"/>
                <a:gd name="csY2" fmla="*/ 23886 h 25797"/>
                <a:gd name="csX3" fmla="*/ 23886 w 24841"/>
                <a:gd name="csY3" fmla="*/ 24364 h 25797"/>
                <a:gd name="csX4" fmla="*/ 23408 w 24841"/>
                <a:gd name="csY4" fmla="*/ 23886 h 25797"/>
                <a:gd name="csX5" fmla="*/ 21498 w 24841"/>
                <a:gd name="csY5" fmla="*/ 24364 h 25797"/>
                <a:gd name="csX6" fmla="*/ 21020 w 24841"/>
                <a:gd name="csY6" fmla="*/ 24842 h 25797"/>
                <a:gd name="csX7" fmla="*/ 20064 w 24841"/>
                <a:gd name="csY7" fmla="*/ 25798 h 25797"/>
                <a:gd name="csX8" fmla="*/ 18153 w 24841"/>
                <a:gd name="csY8" fmla="*/ 25320 h 25797"/>
                <a:gd name="csX9" fmla="*/ 16242 w 24841"/>
                <a:gd name="csY9" fmla="*/ 24842 h 25797"/>
                <a:gd name="csX10" fmla="*/ 14332 w 24841"/>
                <a:gd name="csY10" fmla="*/ 23886 h 25797"/>
                <a:gd name="csX11" fmla="*/ 12421 w 24841"/>
                <a:gd name="csY11" fmla="*/ 22931 h 25797"/>
                <a:gd name="csX12" fmla="*/ 10987 w 24841"/>
                <a:gd name="csY12" fmla="*/ 21020 h 25797"/>
                <a:gd name="csX13" fmla="*/ 10032 w 24841"/>
                <a:gd name="csY13" fmla="*/ 19587 h 25797"/>
                <a:gd name="csX14" fmla="*/ 10510 w 24841"/>
                <a:gd name="csY14" fmla="*/ 17198 h 25797"/>
                <a:gd name="csX15" fmla="*/ 9555 w 24841"/>
                <a:gd name="csY15" fmla="*/ 15287 h 25797"/>
                <a:gd name="csX16" fmla="*/ 6688 w 24841"/>
                <a:gd name="csY16" fmla="*/ 14332 h 25797"/>
                <a:gd name="csX17" fmla="*/ 5733 w 24841"/>
                <a:gd name="csY17" fmla="*/ 13854 h 25797"/>
                <a:gd name="csX18" fmla="*/ 4299 w 24841"/>
                <a:gd name="csY18" fmla="*/ 11943 h 25797"/>
                <a:gd name="csX19" fmla="*/ 3344 w 24841"/>
                <a:gd name="csY19" fmla="*/ 10988 h 25797"/>
                <a:gd name="csX20" fmla="*/ 1433 w 24841"/>
                <a:gd name="csY20" fmla="*/ 9555 h 25797"/>
                <a:gd name="csX21" fmla="*/ 955 w 24841"/>
                <a:gd name="csY21" fmla="*/ 8599 h 25797"/>
                <a:gd name="csX22" fmla="*/ 0 w 24841"/>
                <a:gd name="csY22" fmla="*/ 6688 h 25797"/>
                <a:gd name="csX23" fmla="*/ 0 w 24841"/>
                <a:gd name="csY23" fmla="*/ 5255 h 25797"/>
                <a:gd name="csX24" fmla="*/ 478 w 24841"/>
                <a:gd name="csY24" fmla="*/ 1433 h 25797"/>
                <a:gd name="csX25" fmla="*/ 478 w 24841"/>
                <a:gd name="csY25" fmla="*/ 0 h 25797"/>
                <a:gd name="csX26" fmla="*/ 1433 w 24841"/>
                <a:gd name="csY26" fmla="*/ 0 h 25797"/>
                <a:gd name="csX27" fmla="*/ 1910 w 24841"/>
                <a:gd name="csY27" fmla="*/ 478 h 25797"/>
                <a:gd name="csX28" fmla="*/ 3344 w 24841"/>
                <a:gd name="csY28" fmla="*/ 1433 h 25797"/>
                <a:gd name="csX29" fmla="*/ 5733 w 24841"/>
                <a:gd name="csY29" fmla="*/ 1433 h 25797"/>
                <a:gd name="csX30" fmla="*/ 7644 w 24841"/>
                <a:gd name="csY30" fmla="*/ 2867 h 25797"/>
                <a:gd name="csX31" fmla="*/ 9555 w 24841"/>
                <a:gd name="csY31" fmla="*/ 5733 h 25797"/>
                <a:gd name="csX32" fmla="*/ 9555 w 24841"/>
                <a:gd name="csY32" fmla="*/ 6688 h 25797"/>
                <a:gd name="csX33" fmla="*/ 10032 w 24841"/>
                <a:gd name="csY33" fmla="*/ 7644 h 25797"/>
                <a:gd name="csX34" fmla="*/ 11943 w 24841"/>
                <a:gd name="csY34" fmla="*/ 8599 h 25797"/>
                <a:gd name="csX35" fmla="*/ 12898 w 24841"/>
                <a:gd name="csY35" fmla="*/ 9555 h 25797"/>
                <a:gd name="csX36" fmla="*/ 14809 w 24841"/>
                <a:gd name="csY36" fmla="*/ 12421 h 25797"/>
                <a:gd name="csX37" fmla="*/ 15765 w 24841"/>
                <a:gd name="csY37" fmla="*/ 13377 h 25797"/>
                <a:gd name="csX38" fmla="*/ 17198 w 24841"/>
                <a:gd name="csY38" fmla="*/ 13377 h 25797"/>
                <a:gd name="csX39" fmla="*/ 18153 w 24841"/>
                <a:gd name="csY39" fmla="*/ 13854 h 25797"/>
                <a:gd name="csX40" fmla="*/ 20064 w 24841"/>
                <a:gd name="csY40" fmla="*/ 15287 h 25797"/>
                <a:gd name="csX41" fmla="*/ 21975 w 24841"/>
                <a:gd name="csY41" fmla="*/ 16721 h 25797"/>
                <a:gd name="csX42" fmla="*/ 23408 w 24841"/>
                <a:gd name="csY42" fmla="*/ 18632 h 25797"/>
                <a:gd name="csX43" fmla="*/ 23886 w 24841"/>
                <a:gd name="csY43" fmla="*/ 20065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4841" h="25797">
                  <a:moveTo>
                    <a:pt x="23886" y="20065"/>
                  </a:moveTo>
                  <a:lnTo>
                    <a:pt x="24842" y="22453"/>
                  </a:lnTo>
                  <a:lnTo>
                    <a:pt x="24364" y="23886"/>
                  </a:lnTo>
                  <a:lnTo>
                    <a:pt x="23886" y="24364"/>
                  </a:lnTo>
                  <a:lnTo>
                    <a:pt x="23408" y="23886"/>
                  </a:lnTo>
                  <a:lnTo>
                    <a:pt x="21498" y="24364"/>
                  </a:lnTo>
                  <a:lnTo>
                    <a:pt x="21020" y="24842"/>
                  </a:lnTo>
                  <a:lnTo>
                    <a:pt x="20064" y="25798"/>
                  </a:lnTo>
                  <a:lnTo>
                    <a:pt x="18153" y="25320"/>
                  </a:lnTo>
                  <a:lnTo>
                    <a:pt x="16242" y="24842"/>
                  </a:lnTo>
                  <a:lnTo>
                    <a:pt x="14332" y="23886"/>
                  </a:lnTo>
                  <a:lnTo>
                    <a:pt x="12421" y="22931"/>
                  </a:lnTo>
                  <a:lnTo>
                    <a:pt x="10987" y="21020"/>
                  </a:lnTo>
                  <a:lnTo>
                    <a:pt x="10032" y="19587"/>
                  </a:lnTo>
                  <a:lnTo>
                    <a:pt x="10510" y="17198"/>
                  </a:lnTo>
                  <a:lnTo>
                    <a:pt x="9555" y="15287"/>
                  </a:lnTo>
                  <a:lnTo>
                    <a:pt x="6688" y="14332"/>
                  </a:lnTo>
                  <a:lnTo>
                    <a:pt x="5733" y="13854"/>
                  </a:lnTo>
                  <a:lnTo>
                    <a:pt x="4299" y="11943"/>
                  </a:lnTo>
                  <a:lnTo>
                    <a:pt x="3344" y="10988"/>
                  </a:lnTo>
                  <a:lnTo>
                    <a:pt x="1433" y="9555"/>
                  </a:lnTo>
                  <a:lnTo>
                    <a:pt x="955" y="8599"/>
                  </a:lnTo>
                  <a:lnTo>
                    <a:pt x="0" y="6688"/>
                  </a:lnTo>
                  <a:lnTo>
                    <a:pt x="0" y="5255"/>
                  </a:lnTo>
                  <a:lnTo>
                    <a:pt x="478" y="1433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0" y="478"/>
                  </a:lnTo>
                  <a:lnTo>
                    <a:pt x="3344" y="1433"/>
                  </a:lnTo>
                  <a:lnTo>
                    <a:pt x="5733" y="1433"/>
                  </a:lnTo>
                  <a:lnTo>
                    <a:pt x="7644" y="2867"/>
                  </a:lnTo>
                  <a:lnTo>
                    <a:pt x="9555" y="5733"/>
                  </a:lnTo>
                  <a:lnTo>
                    <a:pt x="9555" y="6688"/>
                  </a:lnTo>
                  <a:lnTo>
                    <a:pt x="10032" y="7644"/>
                  </a:lnTo>
                  <a:lnTo>
                    <a:pt x="11943" y="8599"/>
                  </a:lnTo>
                  <a:lnTo>
                    <a:pt x="12898" y="9555"/>
                  </a:lnTo>
                  <a:lnTo>
                    <a:pt x="14809" y="12421"/>
                  </a:lnTo>
                  <a:lnTo>
                    <a:pt x="15765" y="13377"/>
                  </a:lnTo>
                  <a:lnTo>
                    <a:pt x="17198" y="13377"/>
                  </a:lnTo>
                  <a:lnTo>
                    <a:pt x="18153" y="13854"/>
                  </a:lnTo>
                  <a:lnTo>
                    <a:pt x="20064" y="15287"/>
                  </a:lnTo>
                  <a:lnTo>
                    <a:pt x="21975" y="16721"/>
                  </a:lnTo>
                  <a:lnTo>
                    <a:pt x="23408" y="18632"/>
                  </a:lnTo>
                  <a:lnTo>
                    <a:pt x="23886" y="200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71E38EE9-7FAB-BB68-ECB6-C1AD35BDF1E2}"/>
                </a:ext>
              </a:extLst>
            </p:cNvPr>
            <p:cNvSpPr/>
            <p:nvPr/>
          </p:nvSpPr>
          <p:spPr>
            <a:xfrm>
              <a:off x="8970975" y="4861017"/>
              <a:ext cx="3821" cy="2388"/>
            </a:xfrm>
            <a:custGeom>
              <a:avLst/>
              <a:gdLst>
                <a:gd name="csX0" fmla="*/ 3821 w 3821"/>
                <a:gd name="csY0" fmla="*/ 955 h 2388"/>
                <a:gd name="csX1" fmla="*/ 3344 w 3821"/>
                <a:gd name="csY1" fmla="*/ 1911 h 2388"/>
                <a:gd name="csX2" fmla="*/ 1433 w 3821"/>
                <a:gd name="csY2" fmla="*/ 2389 h 2388"/>
                <a:gd name="csX3" fmla="*/ 0 w 3821"/>
                <a:gd name="csY3" fmla="*/ 1911 h 2388"/>
                <a:gd name="csX4" fmla="*/ 478 w 3821"/>
                <a:gd name="csY4" fmla="*/ 478 h 2388"/>
                <a:gd name="csX5" fmla="*/ 1433 w 3821"/>
                <a:gd name="csY5" fmla="*/ 0 h 2388"/>
                <a:gd name="csX6" fmla="*/ 3821 w 3821"/>
                <a:gd name="csY6" fmla="*/ 955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2388">
                  <a:moveTo>
                    <a:pt x="3821" y="955"/>
                  </a:moveTo>
                  <a:lnTo>
                    <a:pt x="3344" y="1911"/>
                  </a:lnTo>
                  <a:lnTo>
                    <a:pt x="1433" y="2389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382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" name="Freeform 284">
              <a:extLst>
                <a:ext uri="{FF2B5EF4-FFF2-40B4-BE49-F238E27FC236}">
                  <a16:creationId xmlns:a16="http://schemas.microsoft.com/office/drawing/2014/main" id="{57375B33-3395-7449-76B0-C88D36232471}"/>
                </a:ext>
              </a:extLst>
            </p:cNvPr>
            <p:cNvSpPr/>
            <p:nvPr/>
          </p:nvSpPr>
          <p:spPr>
            <a:xfrm>
              <a:off x="8966675" y="3660005"/>
              <a:ext cx="3821" cy="3344"/>
            </a:xfrm>
            <a:custGeom>
              <a:avLst/>
              <a:gdLst>
                <a:gd name="csX0" fmla="*/ 3344 w 3821"/>
                <a:gd name="csY0" fmla="*/ 478 h 3344"/>
                <a:gd name="csX1" fmla="*/ 3821 w 3821"/>
                <a:gd name="csY1" fmla="*/ 2389 h 3344"/>
                <a:gd name="csX2" fmla="*/ 3821 w 3821"/>
                <a:gd name="csY2" fmla="*/ 2866 h 3344"/>
                <a:gd name="csX3" fmla="*/ 1911 w 3821"/>
                <a:gd name="csY3" fmla="*/ 3344 h 3344"/>
                <a:gd name="csX4" fmla="*/ 955 w 3821"/>
                <a:gd name="csY4" fmla="*/ 2389 h 3344"/>
                <a:gd name="csX5" fmla="*/ 478 w 3821"/>
                <a:gd name="csY5" fmla="*/ 1911 h 3344"/>
                <a:gd name="csX6" fmla="*/ 0 w 3821"/>
                <a:gd name="csY6" fmla="*/ 478 h 3344"/>
                <a:gd name="csX7" fmla="*/ 1911 w 3821"/>
                <a:gd name="csY7" fmla="*/ 0 h 3344"/>
                <a:gd name="csX8" fmla="*/ 3344 w 3821"/>
                <a:gd name="csY8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3344">
                  <a:moveTo>
                    <a:pt x="3344" y="478"/>
                  </a:moveTo>
                  <a:lnTo>
                    <a:pt x="3821" y="2389"/>
                  </a:lnTo>
                  <a:lnTo>
                    <a:pt x="3821" y="2866"/>
                  </a:lnTo>
                  <a:lnTo>
                    <a:pt x="1911" y="3344"/>
                  </a:lnTo>
                  <a:lnTo>
                    <a:pt x="955" y="2389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FE6C63BF-9010-46C6-6592-2A2B7E91465D}"/>
                </a:ext>
              </a:extLst>
            </p:cNvPr>
            <p:cNvSpPr/>
            <p:nvPr/>
          </p:nvSpPr>
          <p:spPr>
            <a:xfrm>
              <a:off x="8949955" y="3696312"/>
              <a:ext cx="5732" cy="10509"/>
            </a:xfrm>
            <a:custGeom>
              <a:avLst/>
              <a:gdLst>
                <a:gd name="csX0" fmla="*/ 5733 w 5732"/>
                <a:gd name="csY0" fmla="*/ 478 h 10509"/>
                <a:gd name="csX1" fmla="*/ 5255 w 5732"/>
                <a:gd name="csY1" fmla="*/ 2389 h 10509"/>
                <a:gd name="csX2" fmla="*/ 3821 w 5732"/>
                <a:gd name="csY2" fmla="*/ 5255 h 10509"/>
                <a:gd name="csX3" fmla="*/ 4300 w 5732"/>
                <a:gd name="csY3" fmla="*/ 8599 h 10509"/>
                <a:gd name="csX4" fmla="*/ 3821 w 5732"/>
                <a:gd name="csY4" fmla="*/ 9555 h 10509"/>
                <a:gd name="csX5" fmla="*/ 1911 w 5732"/>
                <a:gd name="csY5" fmla="*/ 10510 h 10509"/>
                <a:gd name="csX6" fmla="*/ 0 w 5732"/>
                <a:gd name="csY6" fmla="*/ 10032 h 10509"/>
                <a:gd name="csX7" fmla="*/ 0 w 5732"/>
                <a:gd name="csY7" fmla="*/ 7644 h 10509"/>
                <a:gd name="csX8" fmla="*/ 4300 w 5732"/>
                <a:gd name="csY8" fmla="*/ 0 h 10509"/>
                <a:gd name="csX9" fmla="*/ 5733 w 5732"/>
                <a:gd name="csY9" fmla="*/ 478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10509">
                  <a:moveTo>
                    <a:pt x="5733" y="478"/>
                  </a:moveTo>
                  <a:lnTo>
                    <a:pt x="5255" y="2389"/>
                  </a:lnTo>
                  <a:lnTo>
                    <a:pt x="3821" y="5255"/>
                  </a:lnTo>
                  <a:lnTo>
                    <a:pt x="4300" y="8599"/>
                  </a:lnTo>
                  <a:lnTo>
                    <a:pt x="3821" y="9555"/>
                  </a:lnTo>
                  <a:lnTo>
                    <a:pt x="1911" y="10510"/>
                  </a:lnTo>
                  <a:lnTo>
                    <a:pt x="0" y="10032"/>
                  </a:lnTo>
                  <a:lnTo>
                    <a:pt x="0" y="7644"/>
                  </a:lnTo>
                  <a:lnTo>
                    <a:pt x="4300" y="0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290D78E6-C69B-4AEE-5E62-DD8D722022E2}"/>
                </a:ext>
              </a:extLst>
            </p:cNvPr>
            <p:cNvSpPr/>
            <p:nvPr/>
          </p:nvSpPr>
          <p:spPr>
            <a:xfrm>
              <a:off x="8948521" y="4825187"/>
              <a:ext cx="3822" cy="7643"/>
            </a:xfrm>
            <a:custGeom>
              <a:avLst/>
              <a:gdLst>
                <a:gd name="csX0" fmla="*/ 2866 w 3822"/>
                <a:gd name="csY0" fmla="*/ 2389 h 7643"/>
                <a:gd name="csX1" fmla="*/ 3822 w 3822"/>
                <a:gd name="csY1" fmla="*/ 3822 h 7643"/>
                <a:gd name="csX2" fmla="*/ 2866 w 3822"/>
                <a:gd name="csY2" fmla="*/ 6688 h 7643"/>
                <a:gd name="csX3" fmla="*/ 1911 w 3822"/>
                <a:gd name="csY3" fmla="*/ 7644 h 7643"/>
                <a:gd name="csX4" fmla="*/ 1433 w 3822"/>
                <a:gd name="csY4" fmla="*/ 7644 h 7643"/>
                <a:gd name="csX5" fmla="*/ 956 w 3822"/>
                <a:gd name="csY5" fmla="*/ 5733 h 7643"/>
                <a:gd name="csX6" fmla="*/ 478 w 3822"/>
                <a:gd name="csY6" fmla="*/ 3822 h 7643"/>
                <a:gd name="csX7" fmla="*/ 478 w 3822"/>
                <a:gd name="csY7" fmla="*/ 2389 h 7643"/>
                <a:gd name="csX8" fmla="*/ 0 w 3822"/>
                <a:gd name="csY8" fmla="*/ 1911 h 7643"/>
                <a:gd name="csX9" fmla="*/ 1433 w 3822"/>
                <a:gd name="csY9" fmla="*/ 478 h 7643"/>
                <a:gd name="csX10" fmla="*/ 1911 w 3822"/>
                <a:gd name="csY10" fmla="*/ 0 h 7643"/>
                <a:gd name="csX11" fmla="*/ 2866 w 3822"/>
                <a:gd name="csY11" fmla="*/ 955 h 7643"/>
                <a:gd name="csX12" fmla="*/ 2866 w 3822"/>
                <a:gd name="csY12" fmla="*/ 2389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822" h="7643">
                  <a:moveTo>
                    <a:pt x="2866" y="2389"/>
                  </a:moveTo>
                  <a:lnTo>
                    <a:pt x="3822" y="3822"/>
                  </a:lnTo>
                  <a:lnTo>
                    <a:pt x="2866" y="6688"/>
                  </a:lnTo>
                  <a:lnTo>
                    <a:pt x="1911" y="7644"/>
                  </a:lnTo>
                  <a:lnTo>
                    <a:pt x="1433" y="7644"/>
                  </a:lnTo>
                  <a:lnTo>
                    <a:pt x="956" y="5733"/>
                  </a:lnTo>
                  <a:lnTo>
                    <a:pt x="478" y="3822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866" y="955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1B9EA91F-7D46-A245-821D-173B67D0D12E}"/>
                </a:ext>
              </a:extLst>
            </p:cNvPr>
            <p:cNvSpPr/>
            <p:nvPr/>
          </p:nvSpPr>
          <p:spPr>
            <a:xfrm>
              <a:off x="8938011" y="4940320"/>
              <a:ext cx="5254" cy="1911"/>
            </a:xfrm>
            <a:custGeom>
              <a:avLst/>
              <a:gdLst>
                <a:gd name="csX0" fmla="*/ 5255 w 5254"/>
                <a:gd name="csY0" fmla="*/ 956 h 1911"/>
                <a:gd name="csX1" fmla="*/ 4777 w 5254"/>
                <a:gd name="csY1" fmla="*/ 1911 h 1911"/>
                <a:gd name="csX2" fmla="*/ 4300 w 5254"/>
                <a:gd name="csY2" fmla="*/ 1433 h 1911"/>
                <a:gd name="csX3" fmla="*/ 1911 w 5254"/>
                <a:gd name="csY3" fmla="*/ 1911 h 1911"/>
                <a:gd name="csX4" fmla="*/ 955 w 5254"/>
                <a:gd name="csY4" fmla="*/ 1911 h 1911"/>
                <a:gd name="csX5" fmla="*/ 478 w 5254"/>
                <a:gd name="csY5" fmla="*/ 956 h 1911"/>
                <a:gd name="csX6" fmla="*/ 0 w 5254"/>
                <a:gd name="csY6" fmla="*/ 478 h 1911"/>
                <a:gd name="csX7" fmla="*/ 1911 w 5254"/>
                <a:gd name="csY7" fmla="*/ 956 h 1911"/>
                <a:gd name="csX8" fmla="*/ 1911 w 5254"/>
                <a:gd name="csY8" fmla="*/ 0 h 1911"/>
                <a:gd name="csX9" fmla="*/ 4300 w 5254"/>
                <a:gd name="csY9" fmla="*/ 478 h 1911"/>
                <a:gd name="csX10" fmla="*/ 5255 w 5254"/>
                <a:gd name="csY10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4" h="1911">
                  <a:moveTo>
                    <a:pt x="5255" y="956"/>
                  </a:moveTo>
                  <a:lnTo>
                    <a:pt x="4777" y="1911"/>
                  </a:lnTo>
                  <a:lnTo>
                    <a:pt x="4300" y="1433"/>
                  </a:lnTo>
                  <a:lnTo>
                    <a:pt x="1911" y="1911"/>
                  </a:lnTo>
                  <a:lnTo>
                    <a:pt x="955" y="1911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1911" y="956"/>
                  </a:lnTo>
                  <a:lnTo>
                    <a:pt x="1911" y="0"/>
                  </a:lnTo>
                  <a:lnTo>
                    <a:pt x="4300" y="478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B1F3B2DE-6644-B4A7-382B-2AEA99CB17B8}"/>
                </a:ext>
              </a:extLst>
            </p:cNvPr>
            <p:cNvSpPr/>
            <p:nvPr/>
          </p:nvSpPr>
          <p:spPr>
            <a:xfrm>
              <a:off x="8937534" y="3716854"/>
              <a:ext cx="4777" cy="4777"/>
            </a:xfrm>
            <a:custGeom>
              <a:avLst/>
              <a:gdLst>
                <a:gd name="csX0" fmla="*/ 4777 w 4777"/>
                <a:gd name="csY0" fmla="*/ 478 h 4777"/>
                <a:gd name="csX1" fmla="*/ 4299 w 4777"/>
                <a:gd name="csY1" fmla="*/ 1433 h 4777"/>
                <a:gd name="csX2" fmla="*/ 1910 w 4777"/>
                <a:gd name="csY2" fmla="*/ 3344 h 4777"/>
                <a:gd name="csX3" fmla="*/ 955 w 4777"/>
                <a:gd name="csY3" fmla="*/ 4777 h 4777"/>
                <a:gd name="csX4" fmla="*/ 0 w 4777"/>
                <a:gd name="csY4" fmla="*/ 4300 h 4777"/>
                <a:gd name="csX5" fmla="*/ 0 w 4777"/>
                <a:gd name="csY5" fmla="*/ 3822 h 4777"/>
                <a:gd name="csX6" fmla="*/ 1910 w 4777"/>
                <a:gd name="csY6" fmla="*/ 2389 h 4777"/>
                <a:gd name="csX7" fmla="*/ 2866 w 4777"/>
                <a:gd name="csY7" fmla="*/ 0 h 4777"/>
                <a:gd name="csX8" fmla="*/ 4299 w 4777"/>
                <a:gd name="csY8" fmla="*/ 0 h 4777"/>
                <a:gd name="csX9" fmla="*/ 4777 w 4777"/>
                <a:gd name="csY9" fmla="*/ 478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4777">
                  <a:moveTo>
                    <a:pt x="4777" y="478"/>
                  </a:moveTo>
                  <a:lnTo>
                    <a:pt x="4299" y="1433"/>
                  </a:lnTo>
                  <a:lnTo>
                    <a:pt x="1910" y="3344"/>
                  </a:lnTo>
                  <a:lnTo>
                    <a:pt x="955" y="4777"/>
                  </a:lnTo>
                  <a:lnTo>
                    <a:pt x="0" y="4300"/>
                  </a:lnTo>
                  <a:lnTo>
                    <a:pt x="0" y="3822"/>
                  </a:lnTo>
                  <a:lnTo>
                    <a:pt x="1910" y="2389"/>
                  </a:lnTo>
                  <a:lnTo>
                    <a:pt x="2866" y="0"/>
                  </a:lnTo>
                  <a:lnTo>
                    <a:pt x="4299" y="0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30ABD2CA-2B27-F8C7-6C2D-09FF1A05E977}"/>
                </a:ext>
              </a:extLst>
            </p:cNvPr>
            <p:cNvSpPr/>
            <p:nvPr/>
          </p:nvSpPr>
          <p:spPr>
            <a:xfrm>
              <a:off x="8921769" y="4940320"/>
              <a:ext cx="11465" cy="5732"/>
            </a:xfrm>
            <a:custGeom>
              <a:avLst/>
              <a:gdLst>
                <a:gd name="csX0" fmla="*/ 11466 w 11465"/>
                <a:gd name="csY0" fmla="*/ 5255 h 5732"/>
                <a:gd name="csX1" fmla="*/ 10032 w 11465"/>
                <a:gd name="csY1" fmla="*/ 5733 h 5732"/>
                <a:gd name="csX2" fmla="*/ 7166 w 11465"/>
                <a:gd name="csY2" fmla="*/ 5733 h 5732"/>
                <a:gd name="csX3" fmla="*/ 6688 w 11465"/>
                <a:gd name="csY3" fmla="*/ 5255 h 5732"/>
                <a:gd name="csX4" fmla="*/ 3822 w 11465"/>
                <a:gd name="csY4" fmla="*/ 4777 h 5732"/>
                <a:gd name="csX5" fmla="*/ 3344 w 11465"/>
                <a:gd name="csY5" fmla="*/ 3344 h 5732"/>
                <a:gd name="csX6" fmla="*/ 1911 w 11465"/>
                <a:gd name="csY6" fmla="*/ 3822 h 5732"/>
                <a:gd name="csX7" fmla="*/ 2389 w 11465"/>
                <a:gd name="csY7" fmla="*/ 2866 h 5732"/>
                <a:gd name="csX8" fmla="*/ 955 w 11465"/>
                <a:gd name="csY8" fmla="*/ 1911 h 5732"/>
                <a:gd name="csX9" fmla="*/ 478 w 11465"/>
                <a:gd name="csY9" fmla="*/ 478 h 5732"/>
                <a:gd name="csX10" fmla="*/ 0 w 11465"/>
                <a:gd name="csY10" fmla="*/ 0 h 5732"/>
                <a:gd name="csX11" fmla="*/ 2389 w 11465"/>
                <a:gd name="csY11" fmla="*/ 956 h 5732"/>
                <a:gd name="csX12" fmla="*/ 6688 w 11465"/>
                <a:gd name="csY12" fmla="*/ 2866 h 5732"/>
                <a:gd name="csX13" fmla="*/ 10032 w 11465"/>
                <a:gd name="csY13" fmla="*/ 3822 h 5732"/>
                <a:gd name="csX14" fmla="*/ 11466 w 11465"/>
                <a:gd name="csY14" fmla="*/ 5255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1465" h="5732">
                  <a:moveTo>
                    <a:pt x="11466" y="5255"/>
                  </a:moveTo>
                  <a:lnTo>
                    <a:pt x="10032" y="5733"/>
                  </a:lnTo>
                  <a:lnTo>
                    <a:pt x="7166" y="5733"/>
                  </a:lnTo>
                  <a:lnTo>
                    <a:pt x="6688" y="5255"/>
                  </a:lnTo>
                  <a:lnTo>
                    <a:pt x="3822" y="4777"/>
                  </a:lnTo>
                  <a:lnTo>
                    <a:pt x="3344" y="3344"/>
                  </a:lnTo>
                  <a:lnTo>
                    <a:pt x="1911" y="3822"/>
                  </a:lnTo>
                  <a:lnTo>
                    <a:pt x="2389" y="2866"/>
                  </a:lnTo>
                  <a:lnTo>
                    <a:pt x="955" y="1911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6688" y="2866"/>
                  </a:lnTo>
                  <a:lnTo>
                    <a:pt x="10032" y="3822"/>
                  </a:lnTo>
                  <a:lnTo>
                    <a:pt x="11466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2FF24DCF-E519-BC52-5659-A5CA960BCB2D}"/>
                </a:ext>
              </a:extLst>
            </p:cNvPr>
            <p:cNvSpPr/>
            <p:nvPr/>
          </p:nvSpPr>
          <p:spPr>
            <a:xfrm>
              <a:off x="8929412" y="4807511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1433 w 1433"/>
                <a:gd name="csY1" fmla="*/ 956 h 1433"/>
                <a:gd name="csX2" fmla="*/ 1433 w 1433"/>
                <a:gd name="csY2" fmla="*/ 1433 h 1433"/>
                <a:gd name="csX3" fmla="*/ 0 w 1433"/>
                <a:gd name="csY3" fmla="*/ 956 h 1433"/>
                <a:gd name="csX4" fmla="*/ 956 w 1433"/>
                <a:gd name="csY4" fmla="*/ 0 h 1433"/>
                <a:gd name="csX5" fmla="*/ 1433 w 1433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1433" y="956"/>
                  </a:lnTo>
                  <a:lnTo>
                    <a:pt x="1433" y="1433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33A361E1-4E50-D692-4581-75D0428C0AEB}"/>
                </a:ext>
              </a:extLst>
            </p:cNvPr>
            <p:cNvSpPr/>
            <p:nvPr/>
          </p:nvSpPr>
          <p:spPr>
            <a:xfrm>
              <a:off x="8128260" y="4929332"/>
              <a:ext cx="802107" cy="575663"/>
            </a:xfrm>
            <a:custGeom>
              <a:avLst/>
              <a:gdLst>
                <a:gd name="csX0" fmla="*/ 801152 w 802107"/>
                <a:gd name="csY0" fmla="*/ 343965 h 575663"/>
                <a:gd name="csX1" fmla="*/ 802108 w 802107"/>
                <a:gd name="csY1" fmla="*/ 346831 h 575663"/>
                <a:gd name="csX2" fmla="*/ 801630 w 802107"/>
                <a:gd name="csY2" fmla="*/ 350653 h 575663"/>
                <a:gd name="csX3" fmla="*/ 798763 w 802107"/>
                <a:gd name="csY3" fmla="*/ 354475 h 575663"/>
                <a:gd name="csX4" fmla="*/ 796375 w 802107"/>
                <a:gd name="csY4" fmla="*/ 359730 h 575663"/>
                <a:gd name="csX5" fmla="*/ 796375 w 802107"/>
                <a:gd name="csY5" fmla="*/ 364030 h 575663"/>
                <a:gd name="csX6" fmla="*/ 794942 w 802107"/>
                <a:gd name="csY6" fmla="*/ 372151 h 575663"/>
                <a:gd name="csX7" fmla="*/ 793986 w 802107"/>
                <a:gd name="csY7" fmla="*/ 374540 h 575663"/>
                <a:gd name="csX8" fmla="*/ 793508 w 802107"/>
                <a:gd name="csY8" fmla="*/ 377884 h 575663"/>
                <a:gd name="csX9" fmla="*/ 790165 w 802107"/>
                <a:gd name="csY9" fmla="*/ 386005 h 575663"/>
                <a:gd name="csX10" fmla="*/ 790165 w 802107"/>
                <a:gd name="csY10" fmla="*/ 389350 h 575663"/>
                <a:gd name="csX11" fmla="*/ 790642 w 802107"/>
                <a:gd name="csY11" fmla="*/ 393171 h 575663"/>
                <a:gd name="csX12" fmla="*/ 790165 w 802107"/>
                <a:gd name="csY12" fmla="*/ 396993 h 575663"/>
                <a:gd name="csX13" fmla="*/ 789209 w 802107"/>
                <a:gd name="csY13" fmla="*/ 399860 h 575663"/>
                <a:gd name="csX14" fmla="*/ 788731 w 802107"/>
                <a:gd name="csY14" fmla="*/ 404637 h 575663"/>
                <a:gd name="csX15" fmla="*/ 785387 w 802107"/>
                <a:gd name="csY15" fmla="*/ 411803 h 575663"/>
                <a:gd name="csX16" fmla="*/ 781088 w 802107"/>
                <a:gd name="csY16" fmla="*/ 417535 h 575663"/>
                <a:gd name="csX17" fmla="*/ 780610 w 802107"/>
                <a:gd name="csY17" fmla="*/ 421835 h 575663"/>
                <a:gd name="csX18" fmla="*/ 780132 w 802107"/>
                <a:gd name="csY18" fmla="*/ 423746 h 575663"/>
                <a:gd name="csX19" fmla="*/ 779177 w 802107"/>
                <a:gd name="csY19" fmla="*/ 426135 h 575663"/>
                <a:gd name="csX20" fmla="*/ 776310 w 802107"/>
                <a:gd name="csY20" fmla="*/ 428523 h 575663"/>
                <a:gd name="csX21" fmla="*/ 774877 w 802107"/>
                <a:gd name="csY21" fmla="*/ 429479 h 575663"/>
                <a:gd name="csX22" fmla="*/ 773922 w 802107"/>
                <a:gd name="csY22" fmla="*/ 430912 h 575663"/>
                <a:gd name="csX23" fmla="*/ 772488 w 802107"/>
                <a:gd name="csY23" fmla="*/ 430912 h 575663"/>
                <a:gd name="csX24" fmla="*/ 772488 w 802107"/>
                <a:gd name="csY24" fmla="*/ 431390 h 575663"/>
                <a:gd name="csX25" fmla="*/ 773444 w 802107"/>
                <a:gd name="csY25" fmla="*/ 431867 h 575663"/>
                <a:gd name="csX26" fmla="*/ 772966 w 802107"/>
                <a:gd name="csY26" fmla="*/ 432823 h 575663"/>
                <a:gd name="csX27" fmla="*/ 769144 w 802107"/>
                <a:gd name="csY27" fmla="*/ 434256 h 575663"/>
                <a:gd name="csX28" fmla="*/ 766278 w 802107"/>
                <a:gd name="csY28" fmla="*/ 435689 h 575663"/>
                <a:gd name="csX29" fmla="*/ 763411 w 802107"/>
                <a:gd name="csY29" fmla="*/ 439989 h 575663"/>
                <a:gd name="csX30" fmla="*/ 761978 w 802107"/>
                <a:gd name="csY30" fmla="*/ 442377 h 575663"/>
                <a:gd name="csX31" fmla="*/ 760545 w 802107"/>
                <a:gd name="csY31" fmla="*/ 444766 h 575663"/>
                <a:gd name="csX32" fmla="*/ 759590 w 802107"/>
                <a:gd name="csY32" fmla="*/ 445722 h 575663"/>
                <a:gd name="csX33" fmla="*/ 759112 w 802107"/>
                <a:gd name="csY33" fmla="*/ 446677 h 575663"/>
                <a:gd name="csX34" fmla="*/ 758634 w 802107"/>
                <a:gd name="csY34" fmla="*/ 449543 h 575663"/>
                <a:gd name="csX35" fmla="*/ 757201 w 802107"/>
                <a:gd name="csY35" fmla="*/ 450021 h 575663"/>
                <a:gd name="csX36" fmla="*/ 755768 w 802107"/>
                <a:gd name="csY36" fmla="*/ 450499 h 575663"/>
                <a:gd name="csX37" fmla="*/ 756245 w 802107"/>
                <a:gd name="csY37" fmla="*/ 453365 h 575663"/>
                <a:gd name="csX38" fmla="*/ 755768 w 802107"/>
                <a:gd name="csY38" fmla="*/ 456232 h 575663"/>
                <a:gd name="csX39" fmla="*/ 755768 w 802107"/>
                <a:gd name="csY39" fmla="*/ 458142 h 575663"/>
                <a:gd name="csX40" fmla="*/ 754813 w 802107"/>
                <a:gd name="csY40" fmla="*/ 459576 h 575663"/>
                <a:gd name="csX41" fmla="*/ 753857 w 802107"/>
                <a:gd name="csY41" fmla="*/ 459098 h 575663"/>
                <a:gd name="csX42" fmla="*/ 753379 w 802107"/>
                <a:gd name="csY42" fmla="*/ 459098 h 575663"/>
                <a:gd name="csX43" fmla="*/ 752424 w 802107"/>
                <a:gd name="csY43" fmla="*/ 460053 h 575663"/>
                <a:gd name="csX44" fmla="*/ 753857 w 802107"/>
                <a:gd name="csY44" fmla="*/ 460053 h 575663"/>
                <a:gd name="csX45" fmla="*/ 754335 w 802107"/>
                <a:gd name="csY45" fmla="*/ 460531 h 575663"/>
                <a:gd name="csX46" fmla="*/ 751946 w 802107"/>
                <a:gd name="csY46" fmla="*/ 463398 h 575663"/>
                <a:gd name="csX47" fmla="*/ 749079 w 802107"/>
                <a:gd name="csY47" fmla="*/ 466264 h 575663"/>
                <a:gd name="csX48" fmla="*/ 748602 w 802107"/>
                <a:gd name="csY48" fmla="*/ 468175 h 575663"/>
                <a:gd name="csX49" fmla="*/ 747647 w 802107"/>
                <a:gd name="csY49" fmla="*/ 470564 h 575663"/>
                <a:gd name="csX50" fmla="*/ 746213 w 802107"/>
                <a:gd name="csY50" fmla="*/ 476296 h 575663"/>
                <a:gd name="csX51" fmla="*/ 745736 w 802107"/>
                <a:gd name="csY51" fmla="*/ 479163 h 575663"/>
                <a:gd name="csX52" fmla="*/ 746213 w 802107"/>
                <a:gd name="csY52" fmla="*/ 481551 h 575663"/>
                <a:gd name="csX53" fmla="*/ 746213 w 802107"/>
                <a:gd name="csY53" fmla="*/ 482029 h 575663"/>
                <a:gd name="csX54" fmla="*/ 745736 w 802107"/>
                <a:gd name="csY54" fmla="*/ 482029 h 575663"/>
                <a:gd name="csX55" fmla="*/ 745258 w 802107"/>
                <a:gd name="csY55" fmla="*/ 482029 h 575663"/>
                <a:gd name="csX56" fmla="*/ 743825 w 802107"/>
                <a:gd name="csY56" fmla="*/ 482507 h 575663"/>
                <a:gd name="csX57" fmla="*/ 743825 w 802107"/>
                <a:gd name="csY57" fmla="*/ 483462 h 575663"/>
                <a:gd name="csX58" fmla="*/ 744302 w 802107"/>
                <a:gd name="csY58" fmla="*/ 484417 h 575663"/>
                <a:gd name="csX59" fmla="*/ 744302 w 802107"/>
                <a:gd name="csY59" fmla="*/ 484895 h 575663"/>
                <a:gd name="csX60" fmla="*/ 744302 w 802107"/>
                <a:gd name="csY60" fmla="*/ 485373 h 575663"/>
                <a:gd name="csX61" fmla="*/ 743825 w 802107"/>
                <a:gd name="csY61" fmla="*/ 485851 h 575663"/>
                <a:gd name="csX62" fmla="*/ 742869 w 802107"/>
                <a:gd name="csY62" fmla="*/ 485851 h 575663"/>
                <a:gd name="csX63" fmla="*/ 741436 w 802107"/>
                <a:gd name="csY63" fmla="*/ 486329 h 575663"/>
                <a:gd name="csX64" fmla="*/ 737614 w 802107"/>
                <a:gd name="csY64" fmla="*/ 494450 h 575663"/>
                <a:gd name="csX65" fmla="*/ 736181 w 802107"/>
                <a:gd name="csY65" fmla="*/ 496839 h 575663"/>
                <a:gd name="csX66" fmla="*/ 733792 w 802107"/>
                <a:gd name="csY66" fmla="*/ 500183 h 575663"/>
                <a:gd name="csX67" fmla="*/ 733315 w 802107"/>
                <a:gd name="csY67" fmla="*/ 503527 h 575663"/>
                <a:gd name="csX68" fmla="*/ 732837 w 802107"/>
                <a:gd name="csY68" fmla="*/ 506871 h 575663"/>
                <a:gd name="csX69" fmla="*/ 731881 w 802107"/>
                <a:gd name="csY69" fmla="*/ 512126 h 575663"/>
                <a:gd name="csX70" fmla="*/ 731404 w 802107"/>
                <a:gd name="csY70" fmla="*/ 516425 h 575663"/>
                <a:gd name="csX71" fmla="*/ 729970 w 802107"/>
                <a:gd name="csY71" fmla="*/ 520247 h 575663"/>
                <a:gd name="csX72" fmla="*/ 729493 w 802107"/>
                <a:gd name="csY72" fmla="*/ 523114 h 575663"/>
                <a:gd name="csX73" fmla="*/ 729015 w 802107"/>
                <a:gd name="csY73" fmla="*/ 528369 h 575663"/>
                <a:gd name="csX74" fmla="*/ 729970 w 802107"/>
                <a:gd name="csY74" fmla="*/ 532190 h 575663"/>
                <a:gd name="csX75" fmla="*/ 729493 w 802107"/>
                <a:gd name="csY75" fmla="*/ 534579 h 575663"/>
                <a:gd name="csX76" fmla="*/ 729493 w 802107"/>
                <a:gd name="csY76" fmla="*/ 536490 h 575663"/>
                <a:gd name="csX77" fmla="*/ 729015 w 802107"/>
                <a:gd name="csY77" fmla="*/ 538401 h 575663"/>
                <a:gd name="csX78" fmla="*/ 726149 w 802107"/>
                <a:gd name="csY78" fmla="*/ 538879 h 575663"/>
                <a:gd name="csX79" fmla="*/ 724238 w 802107"/>
                <a:gd name="csY79" fmla="*/ 540790 h 575663"/>
                <a:gd name="csX80" fmla="*/ 721371 w 802107"/>
                <a:gd name="csY80" fmla="*/ 543178 h 575663"/>
                <a:gd name="csX81" fmla="*/ 719938 w 802107"/>
                <a:gd name="csY81" fmla="*/ 544134 h 575663"/>
                <a:gd name="csX82" fmla="*/ 716117 w 802107"/>
                <a:gd name="csY82" fmla="*/ 544612 h 575663"/>
                <a:gd name="csX83" fmla="*/ 708951 w 802107"/>
                <a:gd name="csY83" fmla="*/ 544612 h 575663"/>
                <a:gd name="csX84" fmla="*/ 695574 w 802107"/>
                <a:gd name="csY84" fmla="*/ 545567 h 575663"/>
                <a:gd name="csX85" fmla="*/ 693185 w 802107"/>
                <a:gd name="csY85" fmla="*/ 546045 h 575663"/>
                <a:gd name="csX86" fmla="*/ 687930 w 802107"/>
                <a:gd name="csY86" fmla="*/ 547956 h 575663"/>
                <a:gd name="csX87" fmla="*/ 683153 w 802107"/>
                <a:gd name="csY87" fmla="*/ 550822 h 575663"/>
                <a:gd name="csX88" fmla="*/ 678376 w 802107"/>
                <a:gd name="csY88" fmla="*/ 554644 h 575663"/>
                <a:gd name="csX89" fmla="*/ 667865 w 802107"/>
                <a:gd name="csY89" fmla="*/ 564676 h 575663"/>
                <a:gd name="csX90" fmla="*/ 659267 w 802107"/>
                <a:gd name="csY90" fmla="*/ 565632 h 575663"/>
                <a:gd name="csX91" fmla="*/ 657833 w 802107"/>
                <a:gd name="csY91" fmla="*/ 565632 h 575663"/>
                <a:gd name="csX92" fmla="*/ 656400 w 802107"/>
                <a:gd name="csY92" fmla="*/ 565632 h 575663"/>
                <a:gd name="csX93" fmla="*/ 654967 w 802107"/>
                <a:gd name="csY93" fmla="*/ 566109 h 575663"/>
                <a:gd name="csX94" fmla="*/ 654967 w 802107"/>
                <a:gd name="csY94" fmla="*/ 567543 h 575663"/>
                <a:gd name="csX95" fmla="*/ 656400 w 802107"/>
                <a:gd name="csY95" fmla="*/ 568976 h 575663"/>
                <a:gd name="csX96" fmla="*/ 657356 w 802107"/>
                <a:gd name="csY96" fmla="*/ 569931 h 575663"/>
                <a:gd name="csX97" fmla="*/ 659267 w 802107"/>
                <a:gd name="csY97" fmla="*/ 568498 h 575663"/>
                <a:gd name="csX98" fmla="*/ 660222 w 802107"/>
                <a:gd name="csY98" fmla="*/ 568976 h 575663"/>
                <a:gd name="csX99" fmla="*/ 660222 w 802107"/>
                <a:gd name="csY99" fmla="*/ 571842 h 575663"/>
                <a:gd name="csX100" fmla="*/ 660222 w 802107"/>
                <a:gd name="csY100" fmla="*/ 574231 h 575663"/>
                <a:gd name="csX101" fmla="*/ 659744 w 802107"/>
                <a:gd name="csY101" fmla="*/ 575186 h 575663"/>
                <a:gd name="csX102" fmla="*/ 658789 w 802107"/>
                <a:gd name="csY102" fmla="*/ 575664 h 575663"/>
                <a:gd name="csX103" fmla="*/ 657356 w 802107"/>
                <a:gd name="csY103" fmla="*/ 575186 h 575663"/>
                <a:gd name="csX104" fmla="*/ 657356 w 802107"/>
                <a:gd name="csY104" fmla="*/ 574231 h 575663"/>
                <a:gd name="csX105" fmla="*/ 655922 w 802107"/>
                <a:gd name="csY105" fmla="*/ 571842 h 575663"/>
                <a:gd name="csX106" fmla="*/ 654012 w 802107"/>
                <a:gd name="csY106" fmla="*/ 569454 h 575663"/>
                <a:gd name="csX107" fmla="*/ 652101 w 802107"/>
                <a:gd name="csY107" fmla="*/ 568498 h 575663"/>
                <a:gd name="csX108" fmla="*/ 651145 w 802107"/>
                <a:gd name="csY108" fmla="*/ 569454 h 575663"/>
                <a:gd name="csX109" fmla="*/ 649712 w 802107"/>
                <a:gd name="csY109" fmla="*/ 570409 h 575663"/>
                <a:gd name="csX110" fmla="*/ 648279 w 802107"/>
                <a:gd name="csY110" fmla="*/ 567065 h 575663"/>
                <a:gd name="csX111" fmla="*/ 646846 w 802107"/>
                <a:gd name="csY111" fmla="*/ 564676 h 575663"/>
                <a:gd name="csX112" fmla="*/ 644935 w 802107"/>
                <a:gd name="csY112" fmla="*/ 564676 h 575663"/>
                <a:gd name="csX113" fmla="*/ 643024 w 802107"/>
                <a:gd name="csY113" fmla="*/ 564676 h 575663"/>
                <a:gd name="csX114" fmla="*/ 641590 w 802107"/>
                <a:gd name="csY114" fmla="*/ 563243 h 575663"/>
                <a:gd name="csX115" fmla="*/ 638724 w 802107"/>
                <a:gd name="csY115" fmla="*/ 561810 h 575663"/>
                <a:gd name="csX116" fmla="*/ 639202 w 802107"/>
                <a:gd name="csY116" fmla="*/ 560377 h 575663"/>
                <a:gd name="csX117" fmla="*/ 640157 w 802107"/>
                <a:gd name="csY117" fmla="*/ 558943 h 575663"/>
                <a:gd name="csX118" fmla="*/ 641590 w 802107"/>
                <a:gd name="csY118" fmla="*/ 558466 h 575663"/>
                <a:gd name="csX119" fmla="*/ 641113 w 802107"/>
                <a:gd name="csY119" fmla="*/ 556555 h 575663"/>
                <a:gd name="csX120" fmla="*/ 640635 w 802107"/>
                <a:gd name="csY120" fmla="*/ 555122 h 575663"/>
                <a:gd name="csX121" fmla="*/ 638246 w 802107"/>
                <a:gd name="csY121" fmla="*/ 554644 h 575663"/>
                <a:gd name="csX122" fmla="*/ 636813 w 802107"/>
                <a:gd name="csY122" fmla="*/ 554644 h 575663"/>
                <a:gd name="csX123" fmla="*/ 635858 w 802107"/>
                <a:gd name="csY123" fmla="*/ 556077 h 575663"/>
                <a:gd name="csX124" fmla="*/ 634903 w 802107"/>
                <a:gd name="csY124" fmla="*/ 557988 h 575663"/>
                <a:gd name="csX125" fmla="*/ 630125 w 802107"/>
                <a:gd name="csY125" fmla="*/ 560854 h 575663"/>
                <a:gd name="csX126" fmla="*/ 628214 w 802107"/>
                <a:gd name="csY126" fmla="*/ 559421 h 575663"/>
                <a:gd name="csX127" fmla="*/ 625348 w 802107"/>
                <a:gd name="csY127" fmla="*/ 557032 h 575663"/>
                <a:gd name="csX128" fmla="*/ 626781 w 802107"/>
                <a:gd name="csY128" fmla="*/ 557510 h 575663"/>
                <a:gd name="csX129" fmla="*/ 629169 w 802107"/>
                <a:gd name="csY129" fmla="*/ 557510 h 575663"/>
                <a:gd name="csX130" fmla="*/ 631558 w 802107"/>
                <a:gd name="csY130" fmla="*/ 555122 h 575663"/>
                <a:gd name="csX131" fmla="*/ 632514 w 802107"/>
                <a:gd name="csY131" fmla="*/ 554166 h 575663"/>
                <a:gd name="csX132" fmla="*/ 633469 w 802107"/>
                <a:gd name="csY132" fmla="*/ 551300 h 575663"/>
                <a:gd name="csX133" fmla="*/ 632036 w 802107"/>
                <a:gd name="csY133" fmla="*/ 549867 h 575663"/>
                <a:gd name="csX134" fmla="*/ 630603 w 802107"/>
                <a:gd name="csY134" fmla="*/ 548433 h 575663"/>
                <a:gd name="csX135" fmla="*/ 628692 w 802107"/>
                <a:gd name="csY135" fmla="*/ 547000 h 575663"/>
                <a:gd name="csX136" fmla="*/ 622004 w 802107"/>
                <a:gd name="csY136" fmla="*/ 551300 h 575663"/>
                <a:gd name="csX137" fmla="*/ 620571 w 802107"/>
                <a:gd name="csY137" fmla="*/ 551778 h 575663"/>
                <a:gd name="csX138" fmla="*/ 619137 w 802107"/>
                <a:gd name="csY138" fmla="*/ 552733 h 575663"/>
                <a:gd name="csX139" fmla="*/ 621526 w 802107"/>
                <a:gd name="csY139" fmla="*/ 553211 h 575663"/>
                <a:gd name="csX140" fmla="*/ 622959 w 802107"/>
                <a:gd name="csY140" fmla="*/ 553211 h 575663"/>
                <a:gd name="csX141" fmla="*/ 624392 w 802107"/>
                <a:gd name="csY141" fmla="*/ 554166 h 575663"/>
                <a:gd name="csX142" fmla="*/ 622004 w 802107"/>
                <a:gd name="csY142" fmla="*/ 556077 h 575663"/>
                <a:gd name="csX143" fmla="*/ 620092 w 802107"/>
                <a:gd name="csY143" fmla="*/ 556555 h 575663"/>
                <a:gd name="csX144" fmla="*/ 617704 w 802107"/>
                <a:gd name="csY144" fmla="*/ 557510 h 575663"/>
                <a:gd name="csX145" fmla="*/ 613405 w 802107"/>
                <a:gd name="csY145" fmla="*/ 559899 h 575663"/>
                <a:gd name="csX146" fmla="*/ 607672 w 802107"/>
                <a:gd name="csY146" fmla="*/ 565632 h 575663"/>
                <a:gd name="csX147" fmla="*/ 604805 w 802107"/>
                <a:gd name="csY147" fmla="*/ 567065 h 575663"/>
                <a:gd name="csX148" fmla="*/ 601939 w 802107"/>
                <a:gd name="csY148" fmla="*/ 568498 h 575663"/>
                <a:gd name="csX149" fmla="*/ 598117 w 802107"/>
                <a:gd name="csY149" fmla="*/ 567065 h 575663"/>
                <a:gd name="csX150" fmla="*/ 595728 w 802107"/>
                <a:gd name="csY150" fmla="*/ 566587 h 575663"/>
                <a:gd name="csX151" fmla="*/ 592862 w 802107"/>
                <a:gd name="csY151" fmla="*/ 564198 h 575663"/>
                <a:gd name="csX152" fmla="*/ 588085 w 802107"/>
                <a:gd name="csY152" fmla="*/ 562765 h 575663"/>
                <a:gd name="csX153" fmla="*/ 583785 w 802107"/>
                <a:gd name="csY153" fmla="*/ 559899 h 575663"/>
                <a:gd name="csX154" fmla="*/ 580441 w 802107"/>
                <a:gd name="csY154" fmla="*/ 558466 h 575663"/>
                <a:gd name="csX155" fmla="*/ 578530 w 802107"/>
                <a:gd name="csY155" fmla="*/ 557988 h 575663"/>
                <a:gd name="csX156" fmla="*/ 575186 w 802107"/>
                <a:gd name="csY156" fmla="*/ 558466 h 575663"/>
                <a:gd name="csX157" fmla="*/ 569931 w 802107"/>
                <a:gd name="csY157" fmla="*/ 556077 h 575663"/>
                <a:gd name="csX158" fmla="*/ 566109 w 802107"/>
                <a:gd name="csY158" fmla="*/ 555599 h 575663"/>
                <a:gd name="csX159" fmla="*/ 563243 w 802107"/>
                <a:gd name="csY159" fmla="*/ 558466 h 575663"/>
                <a:gd name="csX160" fmla="*/ 561332 w 802107"/>
                <a:gd name="csY160" fmla="*/ 557988 h 575663"/>
                <a:gd name="csX161" fmla="*/ 559899 w 802107"/>
                <a:gd name="csY161" fmla="*/ 557510 h 575663"/>
                <a:gd name="csX162" fmla="*/ 556077 w 802107"/>
                <a:gd name="csY162" fmla="*/ 553211 h 575663"/>
                <a:gd name="csX163" fmla="*/ 551778 w 802107"/>
                <a:gd name="csY163" fmla="*/ 551300 h 575663"/>
                <a:gd name="csX164" fmla="*/ 544134 w 802107"/>
                <a:gd name="csY164" fmla="*/ 549867 h 575663"/>
                <a:gd name="csX165" fmla="*/ 539357 w 802107"/>
                <a:gd name="csY165" fmla="*/ 547000 h 575663"/>
                <a:gd name="csX166" fmla="*/ 536012 w 802107"/>
                <a:gd name="csY166" fmla="*/ 541267 h 575663"/>
                <a:gd name="csX167" fmla="*/ 529324 w 802107"/>
                <a:gd name="csY167" fmla="*/ 534579 h 575663"/>
                <a:gd name="csX168" fmla="*/ 527413 w 802107"/>
                <a:gd name="csY168" fmla="*/ 532190 h 575663"/>
                <a:gd name="csX169" fmla="*/ 526935 w 802107"/>
                <a:gd name="csY169" fmla="*/ 529802 h 575663"/>
                <a:gd name="csX170" fmla="*/ 526458 w 802107"/>
                <a:gd name="csY170" fmla="*/ 527891 h 575663"/>
                <a:gd name="csX171" fmla="*/ 527413 w 802107"/>
                <a:gd name="csY171" fmla="*/ 524547 h 575663"/>
                <a:gd name="csX172" fmla="*/ 528846 w 802107"/>
                <a:gd name="csY172" fmla="*/ 520725 h 575663"/>
                <a:gd name="csX173" fmla="*/ 528846 w 802107"/>
                <a:gd name="csY173" fmla="*/ 518814 h 575663"/>
                <a:gd name="csX174" fmla="*/ 526458 w 802107"/>
                <a:gd name="csY174" fmla="*/ 512126 h 575663"/>
                <a:gd name="csX175" fmla="*/ 523114 w 802107"/>
                <a:gd name="csY175" fmla="*/ 506393 h 575663"/>
                <a:gd name="csX176" fmla="*/ 521203 w 802107"/>
                <a:gd name="csY176" fmla="*/ 504482 h 575663"/>
                <a:gd name="csX177" fmla="*/ 516903 w 802107"/>
                <a:gd name="csY177" fmla="*/ 500183 h 575663"/>
                <a:gd name="csX178" fmla="*/ 512603 w 802107"/>
                <a:gd name="csY178" fmla="*/ 496839 h 575663"/>
                <a:gd name="csX179" fmla="*/ 511648 w 802107"/>
                <a:gd name="csY179" fmla="*/ 495406 h 575663"/>
                <a:gd name="csX180" fmla="*/ 511171 w 802107"/>
                <a:gd name="csY180" fmla="*/ 494450 h 575663"/>
                <a:gd name="csX181" fmla="*/ 513559 w 802107"/>
                <a:gd name="csY181" fmla="*/ 494928 h 575663"/>
                <a:gd name="csX182" fmla="*/ 514037 w 802107"/>
                <a:gd name="csY182" fmla="*/ 493972 h 575663"/>
                <a:gd name="csX183" fmla="*/ 515470 w 802107"/>
                <a:gd name="csY183" fmla="*/ 493494 h 575663"/>
                <a:gd name="csX184" fmla="*/ 516425 w 802107"/>
                <a:gd name="csY184" fmla="*/ 494928 h 575663"/>
                <a:gd name="csX185" fmla="*/ 517859 w 802107"/>
                <a:gd name="csY185" fmla="*/ 495406 h 575663"/>
                <a:gd name="csX186" fmla="*/ 517859 w 802107"/>
                <a:gd name="csY186" fmla="*/ 492539 h 575663"/>
                <a:gd name="csX187" fmla="*/ 518336 w 802107"/>
                <a:gd name="csY187" fmla="*/ 491106 h 575663"/>
                <a:gd name="csX188" fmla="*/ 517859 w 802107"/>
                <a:gd name="csY188" fmla="*/ 490628 h 575663"/>
                <a:gd name="csX189" fmla="*/ 517859 w 802107"/>
                <a:gd name="csY189" fmla="*/ 490150 h 575663"/>
                <a:gd name="csX190" fmla="*/ 515948 w 802107"/>
                <a:gd name="csY190" fmla="*/ 489673 h 575663"/>
                <a:gd name="csX191" fmla="*/ 514037 w 802107"/>
                <a:gd name="csY191" fmla="*/ 490150 h 575663"/>
                <a:gd name="csX192" fmla="*/ 512603 w 802107"/>
                <a:gd name="csY192" fmla="*/ 491583 h 575663"/>
                <a:gd name="csX193" fmla="*/ 510215 w 802107"/>
                <a:gd name="csY193" fmla="*/ 492539 h 575663"/>
                <a:gd name="csX194" fmla="*/ 509737 w 802107"/>
                <a:gd name="csY194" fmla="*/ 493494 h 575663"/>
                <a:gd name="csX195" fmla="*/ 507348 w 802107"/>
                <a:gd name="csY195" fmla="*/ 493494 h 575663"/>
                <a:gd name="csX196" fmla="*/ 506871 w 802107"/>
                <a:gd name="csY196" fmla="*/ 493972 h 575663"/>
                <a:gd name="csX197" fmla="*/ 502571 w 802107"/>
                <a:gd name="csY197" fmla="*/ 495883 h 575663"/>
                <a:gd name="csX198" fmla="*/ 499705 w 802107"/>
                <a:gd name="csY198" fmla="*/ 495883 h 575663"/>
                <a:gd name="csX199" fmla="*/ 495883 w 802107"/>
                <a:gd name="csY199" fmla="*/ 495406 h 575663"/>
                <a:gd name="csX200" fmla="*/ 497316 w 802107"/>
                <a:gd name="csY200" fmla="*/ 492539 h 575663"/>
                <a:gd name="csX201" fmla="*/ 498750 w 802107"/>
                <a:gd name="csY201" fmla="*/ 490628 h 575663"/>
                <a:gd name="csX202" fmla="*/ 500182 w 802107"/>
                <a:gd name="csY202" fmla="*/ 488717 h 575663"/>
                <a:gd name="csX203" fmla="*/ 502571 w 802107"/>
                <a:gd name="csY203" fmla="*/ 482507 h 575663"/>
                <a:gd name="csX204" fmla="*/ 502094 w 802107"/>
                <a:gd name="csY204" fmla="*/ 476296 h 575663"/>
                <a:gd name="csX205" fmla="*/ 500660 w 802107"/>
                <a:gd name="csY205" fmla="*/ 474385 h 575663"/>
                <a:gd name="csX206" fmla="*/ 497316 w 802107"/>
                <a:gd name="csY206" fmla="*/ 469608 h 575663"/>
                <a:gd name="csX207" fmla="*/ 495883 w 802107"/>
                <a:gd name="csY207" fmla="*/ 466742 h 575663"/>
                <a:gd name="csX208" fmla="*/ 493972 w 802107"/>
                <a:gd name="csY208" fmla="*/ 463398 h 575663"/>
                <a:gd name="csX209" fmla="*/ 493017 w 802107"/>
                <a:gd name="csY209" fmla="*/ 465308 h 575663"/>
                <a:gd name="csX210" fmla="*/ 492539 w 802107"/>
                <a:gd name="csY210" fmla="*/ 467219 h 575663"/>
                <a:gd name="csX211" fmla="*/ 490628 w 802107"/>
                <a:gd name="csY211" fmla="*/ 469608 h 575663"/>
                <a:gd name="csX212" fmla="*/ 489673 w 802107"/>
                <a:gd name="csY212" fmla="*/ 475818 h 575663"/>
                <a:gd name="csX213" fmla="*/ 485851 w 802107"/>
                <a:gd name="csY213" fmla="*/ 484895 h 575663"/>
                <a:gd name="csX214" fmla="*/ 483462 w 802107"/>
                <a:gd name="csY214" fmla="*/ 484895 h 575663"/>
                <a:gd name="csX215" fmla="*/ 481551 w 802107"/>
                <a:gd name="csY215" fmla="*/ 484895 h 575663"/>
                <a:gd name="csX216" fmla="*/ 477729 w 802107"/>
                <a:gd name="csY216" fmla="*/ 485851 h 575663"/>
                <a:gd name="csX217" fmla="*/ 475341 w 802107"/>
                <a:gd name="csY217" fmla="*/ 486806 h 575663"/>
                <a:gd name="csX218" fmla="*/ 472952 w 802107"/>
                <a:gd name="csY218" fmla="*/ 486806 h 575663"/>
                <a:gd name="csX219" fmla="*/ 471519 w 802107"/>
                <a:gd name="csY219" fmla="*/ 487284 h 575663"/>
                <a:gd name="csX220" fmla="*/ 470086 w 802107"/>
                <a:gd name="csY220" fmla="*/ 486806 h 575663"/>
                <a:gd name="csX221" fmla="*/ 472475 w 802107"/>
                <a:gd name="csY221" fmla="*/ 480118 h 575663"/>
                <a:gd name="csX222" fmla="*/ 474863 w 802107"/>
                <a:gd name="csY222" fmla="*/ 480118 h 575663"/>
                <a:gd name="csX223" fmla="*/ 477252 w 802107"/>
                <a:gd name="csY223" fmla="*/ 479640 h 575663"/>
                <a:gd name="csX224" fmla="*/ 478685 w 802107"/>
                <a:gd name="csY224" fmla="*/ 480118 h 575663"/>
                <a:gd name="csX225" fmla="*/ 480118 w 802107"/>
                <a:gd name="csY225" fmla="*/ 479640 h 575663"/>
                <a:gd name="csX226" fmla="*/ 481551 w 802107"/>
                <a:gd name="csY226" fmla="*/ 476774 h 575663"/>
                <a:gd name="csX227" fmla="*/ 482029 w 802107"/>
                <a:gd name="csY227" fmla="*/ 472952 h 575663"/>
                <a:gd name="csX228" fmla="*/ 481551 w 802107"/>
                <a:gd name="csY228" fmla="*/ 470564 h 575663"/>
                <a:gd name="csX229" fmla="*/ 481551 w 802107"/>
                <a:gd name="csY229" fmla="*/ 468175 h 575663"/>
                <a:gd name="csX230" fmla="*/ 482029 w 802107"/>
                <a:gd name="csY230" fmla="*/ 465308 h 575663"/>
                <a:gd name="csX231" fmla="*/ 482029 w 802107"/>
                <a:gd name="csY231" fmla="*/ 463398 h 575663"/>
                <a:gd name="csX232" fmla="*/ 485373 w 802107"/>
                <a:gd name="csY232" fmla="*/ 456709 h 575663"/>
                <a:gd name="csX233" fmla="*/ 487762 w 802107"/>
                <a:gd name="csY233" fmla="*/ 453365 h 575663"/>
                <a:gd name="csX234" fmla="*/ 490628 w 802107"/>
                <a:gd name="csY234" fmla="*/ 450499 h 575663"/>
                <a:gd name="csX235" fmla="*/ 490628 w 802107"/>
                <a:gd name="csY235" fmla="*/ 448110 h 575663"/>
                <a:gd name="csX236" fmla="*/ 489673 w 802107"/>
                <a:gd name="csY236" fmla="*/ 444766 h 575663"/>
                <a:gd name="csX237" fmla="*/ 489195 w 802107"/>
                <a:gd name="csY237" fmla="*/ 442377 h 575663"/>
                <a:gd name="csX238" fmla="*/ 490628 w 802107"/>
                <a:gd name="csY238" fmla="*/ 441422 h 575663"/>
                <a:gd name="csX239" fmla="*/ 492061 w 802107"/>
                <a:gd name="csY239" fmla="*/ 439989 h 575663"/>
                <a:gd name="csX240" fmla="*/ 490628 w 802107"/>
                <a:gd name="csY240" fmla="*/ 433301 h 575663"/>
                <a:gd name="csX241" fmla="*/ 489673 w 802107"/>
                <a:gd name="csY241" fmla="*/ 430912 h 575663"/>
                <a:gd name="csX242" fmla="*/ 487762 w 802107"/>
                <a:gd name="csY242" fmla="*/ 429001 h 575663"/>
                <a:gd name="csX243" fmla="*/ 487762 w 802107"/>
                <a:gd name="csY243" fmla="*/ 431867 h 575663"/>
                <a:gd name="csX244" fmla="*/ 488239 w 802107"/>
                <a:gd name="csY244" fmla="*/ 434256 h 575663"/>
                <a:gd name="csX245" fmla="*/ 485851 w 802107"/>
                <a:gd name="csY245" fmla="*/ 437600 h 575663"/>
                <a:gd name="csX246" fmla="*/ 482984 w 802107"/>
                <a:gd name="csY246" fmla="*/ 439989 h 575663"/>
                <a:gd name="csX247" fmla="*/ 481073 w 802107"/>
                <a:gd name="csY247" fmla="*/ 442377 h 575663"/>
                <a:gd name="csX248" fmla="*/ 479162 w 802107"/>
                <a:gd name="csY248" fmla="*/ 447155 h 575663"/>
                <a:gd name="csX249" fmla="*/ 477252 w 802107"/>
                <a:gd name="csY249" fmla="*/ 451932 h 575663"/>
                <a:gd name="csX250" fmla="*/ 474863 w 802107"/>
                <a:gd name="csY250" fmla="*/ 453365 h 575663"/>
                <a:gd name="csX251" fmla="*/ 472952 w 802107"/>
                <a:gd name="csY251" fmla="*/ 453843 h 575663"/>
                <a:gd name="csX252" fmla="*/ 471041 w 802107"/>
                <a:gd name="csY252" fmla="*/ 454321 h 575663"/>
                <a:gd name="csX253" fmla="*/ 468175 w 802107"/>
                <a:gd name="csY253" fmla="*/ 456232 h 575663"/>
                <a:gd name="csX254" fmla="*/ 465309 w 802107"/>
                <a:gd name="csY254" fmla="*/ 457665 h 575663"/>
                <a:gd name="csX255" fmla="*/ 462920 w 802107"/>
                <a:gd name="csY255" fmla="*/ 459576 h 575663"/>
                <a:gd name="csX256" fmla="*/ 461009 w 802107"/>
                <a:gd name="csY256" fmla="*/ 460531 h 575663"/>
                <a:gd name="csX257" fmla="*/ 454798 w 802107"/>
                <a:gd name="csY257" fmla="*/ 469130 h 575663"/>
                <a:gd name="csX258" fmla="*/ 451932 w 802107"/>
                <a:gd name="csY258" fmla="*/ 471997 h 575663"/>
                <a:gd name="csX259" fmla="*/ 451454 w 802107"/>
                <a:gd name="csY259" fmla="*/ 473430 h 575663"/>
                <a:gd name="csX260" fmla="*/ 450499 w 802107"/>
                <a:gd name="csY260" fmla="*/ 474385 h 575663"/>
                <a:gd name="csX261" fmla="*/ 450499 w 802107"/>
                <a:gd name="csY261" fmla="*/ 475818 h 575663"/>
                <a:gd name="csX262" fmla="*/ 451454 w 802107"/>
                <a:gd name="csY262" fmla="*/ 476774 h 575663"/>
                <a:gd name="csX263" fmla="*/ 452410 w 802107"/>
                <a:gd name="csY263" fmla="*/ 480596 h 575663"/>
                <a:gd name="csX264" fmla="*/ 451932 w 802107"/>
                <a:gd name="csY264" fmla="*/ 481551 h 575663"/>
                <a:gd name="csX265" fmla="*/ 450977 w 802107"/>
                <a:gd name="csY265" fmla="*/ 481074 h 575663"/>
                <a:gd name="csX266" fmla="*/ 448588 w 802107"/>
                <a:gd name="csY266" fmla="*/ 478685 h 575663"/>
                <a:gd name="csX267" fmla="*/ 446677 w 802107"/>
                <a:gd name="csY267" fmla="*/ 479640 h 575663"/>
                <a:gd name="csX268" fmla="*/ 445721 w 802107"/>
                <a:gd name="csY268" fmla="*/ 480596 h 575663"/>
                <a:gd name="csX269" fmla="*/ 442377 w 802107"/>
                <a:gd name="csY269" fmla="*/ 476296 h 575663"/>
                <a:gd name="csX270" fmla="*/ 440944 w 802107"/>
                <a:gd name="csY270" fmla="*/ 475341 h 575663"/>
                <a:gd name="csX271" fmla="*/ 439033 w 802107"/>
                <a:gd name="csY271" fmla="*/ 473908 h 575663"/>
                <a:gd name="csX272" fmla="*/ 437122 w 802107"/>
                <a:gd name="csY272" fmla="*/ 472474 h 575663"/>
                <a:gd name="csX273" fmla="*/ 436645 w 802107"/>
                <a:gd name="csY273" fmla="*/ 472474 h 575663"/>
                <a:gd name="csX274" fmla="*/ 435211 w 802107"/>
                <a:gd name="csY274" fmla="*/ 472474 h 575663"/>
                <a:gd name="csX275" fmla="*/ 435211 w 802107"/>
                <a:gd name="csY275" fmla="*/ 471519 h 575663"/>
                <a:gd name="csX276" fmla="*/ 436167 w 802107"/>
                <a:gd name="csY276" fmla="*/ 470564 h 575663"/>
                <a:gd name="csX277" fmla="*/ 437122 w 802107"/>
                <a:gd name="csY277" fmla="*/ 470564 h 575663"/>
                <a:gd name="csX278" fmla="*/ 438555 w 802107"/>
                <a:gd name="csY278" fmla="*/ 471519 h 575663"/>
                <a:gd name="csX279" fmla="*/ 439989 w 802107"/>
                <a:gd name="csY279" fmla="*/ 472952 h 575663"/>
                <a:gd name="csX280" fmla="*/ 440944 w 802107"/>
                <a:gd name="csY280" fmla="*/ 472952 h 575663"/>
                <a:gd name="csX281" fmla="*/ 441422 w 802107"/>
                <a:gd name="csY281" fmla="*/ 472474 h 575663"/>
                <a:gd name="csX282" fmla="*/ 439989 w 802107"/>
                <a:gd name="csY282" fmla="*/ 468175 h 575663"/>
                <a:gd name="csX283" fmla="*/ 439033 w 802107"/>
                <a:gd name="csY283" fmla="*/ 463875 h 575663"/>
                <a:gd name="csX284" fmla="*/ 438555 w 802107"/>
                <a:gd name="csY284" fmla="*/ 462920 h 575663"/>
                <a:gd name="csX285" fmla="*/ 437122 w 802107"/>
                <a:gd name="csY285" fmla="*/ 459098 h 575663"/>
                <a:gd name="csX286" fmla="*/ 436167 w 802107"/>
                <a:gd name="csY286" fmla="*/ 457665 h 575663"/>
                <a:gd name="csX287" fmla="*/ 433300 w 802107"/>
                <a:gd name="csY287" fmla="*/ 454799 h 575663"/>
                <a:gd name="csX288" fmla="*/ 430434 w 802107"/>
                <a:gd name="csY288" fmla="*/ 451454 h 575663"/>
                <a:gd name="csX289" fmla="*/ 429479 w 802107"/>
                <a:gd name="csY289" fmla="*/ 447633 h 575663"/>
                <a:gd name="csX290" fmla="*/ 428523 w 802107"/>
                <a:gd name="csY290" fmla="*/ 445244 h 575663"/>
                <a:gd name="csX291" fmla="*/ 427090 w 802107"/>
                <a:gd name="csY291" fmla="*/ 443333 h 575663"/>
                <a:gd name="csX292" fmla="*/ 424702 w 802107"/>
                <a:gd name="csY292" fmla="*/ 442377 h 575663"/>
                <a:gd name="csX293" fmla="*/ 418968 w 802107"/>
                <a:gd name="csY293" fmla="*/ 441422 h 575663"/>
                <a:gd name="csX294" fmla="*/ 416102 w 802107"/>
                <a:gd name="csY294" fmla="*/ 437600 h 575663"/>
                <a:gd name="csX295" fmla="*/ 414669 w 802107"/>
                <a:gd name="csY295" fmla="*/ 432823 h 575663"/>
                <a:gd name="csX296" fmla="*/ 416102 w 802107"/>
                <a:gd name="csY296" fmla="*/ 432345 h 575663"/>
                <a:gd name="csX297" fmla="*/ 417536 w 802107"/>
                <a:gd name="csY297" fmla="*/ 432345 h 575663"/>
                <a:gd name="csX298" fmla="*/ 418013 w 802107"/>
                <a:gd name="csY298" fmla="*/ 430912 h 575663"/>
                <a:gd name="csX299" fmla="*/ 417536 w 802107"/>
                <a:gd name="csY299" fmla="*/ 428523 h 575663"/>
                <a:gd name="csX300" fmla="*/ 411325 w 802107"/>
                <a:gd name="csY300" fmla="*/ 425179 h 575663"/>
                <a:gd name="csX301" fmla="*/ 408459 w 802107"/>
                <a:gd name="csY301" fmla="*/ 422313 h 575663"/>
                <a:gd name="csX302" fmla="*/ 406070 w 802107"/>
                <a:gd name="csY302" fmla="*/ 420880 h 575663"/>
                <a:gd name="csX303" fmla="*/ 404159 w 802107"/>
                <a:gd name="csY303" fmla="*/ 420402 h 575663"/>
                <a:gd name="csX304" fmla="*/ 400815 w 802107"/>
                <a:gd name="csY304" fmla="*/ 420402 h 575663"/>
                <a:gd name="csX305" fmla="*/ 396993 w 802107"/>
                <a:gd name="csY305" fmla="*/ 420402 h 575663"/>
                <a:gd name="csX306" fmla="*/ 388394 w 802107"/>
                <a:gd name="csY306" fmla="*/ 415625 h 575663"/>
                <a:gd name="csX307" fmla="*/ 386005 w 802107"/>
                <a:gd name="csY307" fmla="*/ 415625 h 575663"/>
                <a:gd name="csX308" fmla="*/ 379795 w 802107"/>
                <a:gd name="csY308" fmla="*/ 417058 h 575663"/>
                <a:gd name="csX309" fmla="*/ 377406 w 802107"/>
                <a:gd name="csY309" fmla="*/ 416580 h 575663"/>
                <a:gd name="csX310" fmla="*/ 367852 w 802107"/>
                <a:gd name="csY310" fmla="*/ 409892 h 575663"/>
                <a:gd name="csX311" fmla="*/ 361163 w 802107"/>
                <a:gd name="csY311" fmla="*/ 407026 h 575663"/>
                <a:gd name="csX312" fmla="*/ 359252 w 802107"/>
                <a:gd name="csY312" fmla="*/ 406548 h 575663"/>
                <a:gd name="csX313" fmla="*/ 356386 w 802107"/>
                <a:gd name="csY313" fmla="*/ 406070 h 575663"/>
                <a:gd name="csX314" fmla="*/ 353997 w 802107"/>
                <a:gd name="csY314" fmla="*/ 406548 h 575663"/>
                <a:gd name="csX315" fmla="*/ 352564 w 802107"/>
                <a:gd name="csY315" fmla="*/ 407503 h 575663"/>
                <a:gd name="csX316" fmla="*/ 349220 w 802107"/>
                <a:gd name="csY316" fmla="*/ 407981 h 575663"/>
                <a:gd name="csX317" fmla="*/ 336322 w 802107"/>
                <a:gd name="csY317" fmla="*/ 407503 h 575663"/>
                <a:gd name="csX318" fmla="*/ 324856 w 802107"/>
                <a:gd name="csY318" fmla="*/ 408459 h 575663"/>
                <a:gd name="csX319" fmla="*/ 317212 w 802107"/>
                <a:gd name="csY319" fmla="*/ 409414 h 575663"/>
                <a:gd name="csX320" fmla="*/ 312435 w 802107"/>
                <a:gd name="csY320" fmla="*/ 410369 h 575663"/>
                <a:gd name="csX321" fmla="*/ 304791 w 802107"/>
                <a:gd name="csY321" fmla="*/ 414192 h 575663"/>
                <a:gd name="csX322" fmla="*/ 295236 w 802107"/>
                <a:gd name="csY322" fmla="*/ 418013 h 575663"/>
                <a:gd name="csX323" fmla="*/ 287593 w 802107"/>
                <a:gd name="csY323" fmla="*/ 419924 h 575663"/>
                <a:gd name="csX324" fmla="*/ 280427 w 802107"/>
                <a:gd name="csY324" fmla="*/ 422313 h 575663"/>
                <a:gd name="csX325" fmla="*/ 275650 w 802107"/>
                <a:gd name="csY325" fmla="*/ 422791 h 575663"/>
                <a:gd name="csX326" fmla="*/ 269440 w 802107"/>
                <a:gd name="csY326" fmla="*/ 423268 h 575663"/>
                <a:gd name="csX327" fmla="*/ 257018 w 802107"/>
                <a:gd name="csY327" fmla="*/ 422313 h 575663"/>
                <a:gd name="csX328" fmla="*/ 252719 w 802107"/>
                <a:gd name="csY328" fmla="*/ 422791 h 575663"/>
                <a:gd name="csX329" fmla="*/ 245553 w 802107"/>
                <a:gd name="csY329" fmla="*/ 427568 h 575663"/>
                <a:gd name="csX330" fmla="*/ 243642 w 802107"/>
                <a:gd name="csY330" fmla="*/ 428523 h 575663"/>
                <a:gd name="csX331" fmla="*/ 239820 w 802107"/>
                <a:gd name="csY331" fmla="*/ 429957 h 575663"/>
                <a:gd name="csX332" fmla="*/ 229788 w 802107"/>
                <a:gd name="csY332" fmla="*/ 435689 h 575663"/>
                <a:gd name="csX333" fmla="*/ 225010 w 802107"/>
                <a:gd name="csY333" fmla="*/ 436645 h 575663"/>
                <a:gd name="csX334" fmla="*/ 222144 w 802107"/>
                <a:gd name="csY334" fmla="*/ 437122 h 575663"/>
                <a:gd name="csX335" fmla="*/ 219278 w 802107"/>
                <a:gd name="csY335" fmla="*/ 438556 h 575663"/>
                <a:gd name="csX336" fmla="*/ 216889 w 802107"/>
                <a:gd name="csY336" fmla="*/ 440944 h 575663"/>
                <a:gd name="csX337" fmla="*/ 214022 w 802107"/>
                <a:gd name="csY337" fmla="*/ 447633 h 575663"/>
                <a:gd name="csX338" fmla="*/ 212112 w 802107"/>
                <a:gd name="csY338" fmla="*/ 450976 h 575663"/>
                <a:gd name="csX339" fmla="*/ 207812 w 802107"/>
                <a:gd name="csY339" fmla="*/ 456232 h 575663"/>
                <a:gd name="csX340" fmla="*/ 204946 w 802107"/>
                <a:gd name="csY340" fmla="*/ 458142 h 575663"/>
                <a:gd name="csX341" fmla="*/ 202079 w 802107"/>
                <a:gd name="csY341" fmla="*/ 457665 h 575663"/>
                <a:gd name="csX342" fmla="*/ 198735 w 802107"/>
                <a:gd name="csY342" fmla="*/ 459576 h 575663"/>
                <a:gd name="csX343" fmla="*/ 195869 w 802107"/>
                <a:gd name="csY343" fmla="*/ 457665 h 575663"/>
                <a:gd name="csX344" fmla="*/ 193958 w 802107"/>
                <a:gd name="csY344" fmla="*/ 457187 h 575663"/>
                <a:gd name="csX345" fmla="*/ 190136 w 802107"/>
                <a:gd name="csY345" fmla="*/ 457187 h 575663"/>
                <a:gd name="csX346" fmla="*/ 177715 w 802107"/>
                <a:gd name="csY346" fmla="*/ 459576 h 575663"/>
                <a:gd name="csX347" fmla="*/ 176282 w 802107"/>
                <a:gd name="csY347" fmla="*/ 457187 h 575663"/>
                <a:gd name="csX348" fmla="*/ 173894 w 802107"/>
                <a:gd name="csY348" fmla="*/ 456709 h 575663"/>
                <a:gd name="csX349" fmla="*/ 169594 w 802107"/>
                <a:gd name="csY349" fmla="*/ 456709 h 575663"/>
                <a:gd name="csX350" fmla="*/ 162906 w 802107"/>
                <a:gd name="csY350" fmla="*/ 456232 h 575663"/>
                <a:gd name="csX351" fmla="*/ 151440 w 802107"/>
                <a:gd name="csY351" fmla="*/ 457187 h 575663"/>
                <a:gd name="csX352" fmla="*/ 145707 w 802107"/>
                <a:gd name="csY352" fmla="*/ 458142 h 575663"/>
                <a:gd name="csX353" fmla="*/ 143319 w 802107"/>
                <a:gd name="csY353" fmla="*/ 459098 h 575663"/>
                <a:gd name="csX354" fmla="*/ 139497 w 802107"/>
                <a:gd name="csY354" fmla="*/ 458142 h 575663"/>
                <a:gd name="csX355" fmla="*/ 132331 w 802107"/>
                <a:gd name="csY355" fmla="*/ 459098 h 575663"/>
                <a:gd name="csX356" fmla="*/ 129942 w 802107"/>
                <a:gd name="csY356" fmla="*/ 460531 h 575663"/>
                <a:gd name="csX357" fmla="*/ 128031 w 802107"/>
                <a:gd name="csY357" fmla="*/ 461964 h 575663"/>
                <a:gd name="csX358" fmla="*/ 124210 w 802107"/>
                <a:gd name="csY358" fmla="*/ 467697 h 575663"/>
                <a:gd name="csX359" fmla="*/ 120388 w 802107"/>
                <a:gd name="csY359" fmla="*/ 469608 h 575663"/>
                <a:gd name="csX360" fmla="*/ 117044 w 802107"/>
                <a:gd name="csY360" fmla="*/ 469608 h 575663"/>
                <a:gd name="csX361" fmla="*/ 113222 w 802107"/>
                <a:gd name="csY361" fmla="*/ 470086 h 575663"/>
                <a:gd name="csX362" fmla="*/ 106056 w 802107"/>
                <a:gd name="csY362" fmla="*/ 475818 h 575663"/>
                <a:gd name="csX363" fmla="*/ 98412 w 802107"/>
                <a:gd name="csY363" fmla="*/ 481551 h 575663"/>
                <a:gd name="csX364" fmla="*/ 95546 w 802107"/>
                <a:gd name="csY364" fmla="*/ 482029 h 575663"/>
                <a:gd name="csX365" fmla="*/ 92680 w 802107"/>
                <a:gd name="csY365" fmla="*/ 482984 h 575663"/>
                <a:gd name="csX366" fmla="*/ 89335 w 802107"/>
                <a:gd name="csY366" fmla="*/ 483462 h 575663"/>
                <a:gd name="csX367" fmla="*/ 87424 w 802107"/>
                <a:gd name="csY367" fmla="*/ 483940 h 575663"/>
                <a:gd name="csX368" fmla="*/ 78825 w 802107"/>
                <a:gd name="csY368" fmla="*/ 482507 h 575663"/>
                <a:gd name="csX369" fmla="*/ 73092 w 802107"/>
                <a:gd name="csY369" fmla="*/ 482507 h 575663"/>
                <a:gd name="csX370" fmla="*/ 66405 w 802107"/>
                <a:gd name="csY370" fmla="*/ 481551 h 575663"/>
                <a:gd name="csX371" fmla="*/ 60194 w 802107"/>
                <a:gd name="csY371" fmla="*/ 478685 h 575663"/>
                <a:gd name="csX372" fmla="*/ 55894 w 802107"/>
                <a:gd name="csY372" fmla="*/ 477252 h 575663"/>
                <a:gd name="csX373" fmla="*/ 50639 w 802107"/>
                <a:gd name="csY373" fmla="*/ 471519 h 575663"/>
                <a:gd name="csX374" fmla="*/ 47295 w 802107"/>
                <a:gd name="csY374" fmla="*/ 469130 h 575663"/>
                <a:gd name="csX375" fmla="*/ 41562 w 802107"/>
                <a:gd name="csY375" fmla="*/ 466264 h 575663"/>
                <a:gd name="csX376" fmla="*/ 40129 w 802107"/>
                <a:gd name="csY376" fmla="*/ 466742 h 575663"/>
                <a:gd name="csX377" fmla="*/ 38696 w 802107"/>
                <a:gd name="csY377" fmla="*/ 467219 h 575663"/>
                <a:gd name="csX378" fmla="*/ 36307 w 802107"/>
                <a:gd name="csY378" fmla="*/ 465308 h 575663"/>
                <a:gd name="csX379" fmla="*/ 36307 w 802107"/>
                <a:gd name="csY379" fmla="*/ 462920 h 575663"/>
                <a:gd name="csX380" fmla="*/ 35352 w 802107"/>
                <a:gd name="csY380" fmla="*/ 461009 h 575663"/>
                <a:gd name="csX381" fmla="*/ 35830 w 802107"/>
                <a:gd name="csY381" fmla="*/ 455276 h 575663"/>
                <a:gd name="csX382" fmla="*/ 35830 w 802107"/>
                <a:gd name="csY382" fmla="*/ 449066 h 575663"/>
                <a:gd name="csX383" fmla="*/ 38218 w 802107"/>
                <a:gd name="csY383" fmla="*/ 450499 h 575663"/>
                <a:gd name="csX384" fmla="*/ 39651 w 802107"/>
                <a:gd name="csY384" fmla="*/ 451932 h 575663"/>
                <a:gd name="csX385" fmla="*/ 42996 w 802107"/>
                <a:gd name="csY385" fmla="*/ 451932 h 575663"/>
                <a:gd name="csX386" fmla="*/ 46340 w 802107"/>
                <a:gd name="csY386" fmla="*/ 449543 h 575663"/>
                <a:gd name="csX387" fmla="*/ 48251 w 802107"/>
                <a:gd name="csY387" fmla="*/ 446199 h 575663"/>
                <a:gd name="csX388" fmla="*/ 49684 w 802107"/>
                <a:gd name="csY388" fmla="*/ 442377 h 575663"/>
                <a:gd name="csX389" fmla="*/ 49206 w 802107"/>
                <a:gd name="csY389" fmla="*/ 438078 h 575663"/>
                <a:gd name="csX390" fmla="*/ 48251 w 802107"/>
                <a:gd name="csY390" fmla="*/ 430912 h 575663"/>
                <a:gd name="csX391" fmla="*/ 49206 w 802107"/>
                <a:gd name="csY391" fmla="*/ 429479 h 575663"/>
                <a:gd name="csX392" fmla="*/ 50162 w 802107"/>
                <a:gd name="csY392" fmla="*/ 428523 h 575663"/>
                <a:gd name="csX393" fmla="*/ 50639 w 802107"/>
                <a:gd name="csY393" fmla="*/ 425179 h 575663"/>
                <a:gd name="csX394" fmla="*/ 50639 w 802107"/>
                <a:gd name="csY394" fmla="*/ 414192 h 575663"/>
                <a:gd name="csX395" fmla="*/ 50162 w 802107"/>
                <a:gd name="csY395" fmla="*/ 409892 h 575663"/>
                <a:gd name="csX396" fmla="*/ 44907 w 802107"/>
                <a:gd name="csY396" fmla="*/ 401770 h 575663"/>
                <a:gd name="csX397" fmla="*/ 42040 w 802107"/>
                <a:gd name="csY397" fmla="*/ 394604 h 575663"/>
                <a:gd name="csX398" fmla="*/ 39651 w 802107"/>
                <a:gd name="csY398" fmla="*/ 391260 h 575663"/>
                <a:gd name="csX399" fmla="*/ 37741 w 802107"/>
                <a:gd name="csY399" fmla="*/ 386005 h 575663"/>
                <a:gd name="csX400" fmla="*/ 35830 w 802107"/>
                <a:gd name="csY400" fmla="*/ 378839 h 575663"/>
                <a:gd name="csX401" fmla="*/ 35352 w 802107"/>
                <a:gd name="csY401" fmla="*/ 375018 h 575663"/>
                <a:gd name="csX402" fmla="*/ 34874 w 802107"/>
                <a:gd name="csY402" fmla="*/ 368329 h 575663"/>
                <a:gd name="csX403" fmla="*/ 35352 w 802107"/>
                <a:gd name="csY403" fmla="*/ 364508 h 575663"/>
                <a:gd name="csX404" fmla="*/ 35352 w 802107"/>
                <a:gd name="csY404" fmla="*/ 362596 h 575663"/>
                <a:gd name="csX405" fmla="*/ 33441 w 802107"/>
                <a:gd name="csY405" fmla="*/ 356386 h 575663"/>
                <a:gd name="csX406" fmla="*/ 28664 w 802107"/>
                <a:gd name="csY406" fmla="*/ 350653 h 575663"/>
                <a:gd name="csX407" fmla="*/ 28186 w 802107"/>
                <a:gd name="csY407" fmla="*/ 348743 h 575663"/>
                <a:gd name="csX408" fmla="*/ 28186 w 802107"/>
                <a:gd name="csY408" fmla="*/ 346831 h 575663"/>
                <a:gd name="csX409" fmla="*/ 26753 w 802107"/>
                <a:gd name="csY409" fmla="*/ 343965 h 575663"/>
                <a:gd name="csX410" fmla="*/ 23409 w 802107"/>
                <a:gd name="csY410" fmla="*/ 339188 h 575663"/>
                <a:gd name="csX411" fmla="*/ 19587 w 802107"/>
                <a:gd name="csY411" fmla="*/ 334411 h 575663"/>
                <a:gd name="csX412" fmla="*/ 19109 w 802107"/>
                <a:gd name="csY412" fmla="*/ 332500 h 575663"/>
                <a:gd name="csX413" fmla="*/ 18153 w 802107"/>
                <a:gd name="csY413" fmla="*/ 323423 h 575663"/>
                <a:gd name="csX414" fmla="*/ 16721 w 802107"/>
                <a:gd name="csY414" fmla="*/ 319601 h 575663"/>
                <a:gd name="csX415" fmla="*/ 10510 w 802107"/>
                <a:gd name="csY415" fmla="*/ 309569 h 575663"/>
                <a:gd name="csX416" fmla="*/ 2866 w 802107"/>
                <a:gd name="csY416" fmla="*/ 300492 h 575663"/>
                <a:gd name="csX417" fmla="*/ 955 w 802107"/>
                <a:gd name="csY417" fmla="*/ 297148 h 575663"/>
                <a:gd name="csX418" fmla="*/ 0 w 802107"/>
                <a:gd name="csY418" fmla="*/ 296192 h 575663"/>
                <a:gd name="csX419" fmla="*/ 478 w 802107"/>
                <a:gd name="csY419" fmla="*/ 295714 h 575663"/>
                <a:gd name="csX420" fmla="*/ 1433 w 802107"/>
                <a:gd name="csY420" fmla="*/ 296192 h 575663"/>
                <a:gd name="csX421" fmla="*/ 2389 w 802107"/>
                <a:gd name="csY421" fmla="*/ 297148 h 575663"/>
                <a:gd name="csX422" fmla="*/ 2866 w 802107"/>
                <a:gd name="csY422" fmla="*/ 297148 h 575663"/>
                <a:gd name="csX423" fmla="*/ 3344 w 802107"/>
                <a:gd name="csY423" fmla="*/ 296670 h 575663"/>
                <a:gd name="csX424" fmla="*/ 3344 w 802107"/>
                <a:gd name="csY424" fmla="*/ 294759 h 575663"/>
                <a:gd name="csX425" fmla="*/ 3344 w 802107"/>
                <a:gd name="csY425" fmla="*/ 293804 h 575663"/>
                <a:gd name="csX426" fmla="*/ 4300 w 802107"/>
                <a:gd name="csY426" fmla="*/ 294281 h 575663"/>
                <a:gd name="csX427" fmla="*/ 4777 w 802107"/>
                <a:gd name="csY427" fmla="*/ 296192 h 575663"/>
                <a:gd name="csX428" fmla="*/ 7166 w 802107"/>
                <a:gd name="csY428" fmla="*/ 300970 h 575663"/>
                <a:gd name="csX429" fmla="*/ 8121 w 802107"/>
                <a:gd name="csY429" fmla="*/ 303358 h 575663"/>
                <a:gd name="csX430" fmla="*/ 10987 w 802107"/>
                <a:gd name="csY430" fmla="*/ 304314 h 575663"/>
                <a:gd name="csX431" fmla="*/ 11943 w 802107"/>
                <a:gd name="csY431" fmla="*/ 303836 h 575663"/>
                <a:gd name="csX432" fmla="*/ 12898 w 802107"/>
                <a:gd name="csY432" fmla="*/ 302403 h 575663"/>
                <a:gd name="csX433" fmla="*/ 13376 w 802107"/>
                <a:gd name="csY433" fmla="*/ 299059 h 575663"/>
                <a:gd name="csX434" fmla="*/ 11943 w 802107"/>
                <a:gd name="csY434" fmla="*/ 297625 h 575663"/>
                <a:gd name="csX435" fmla="*/ 10510 w 802107"/>
                <a:gd name="csY435" fmla="*/ 296670 h 575663"/>
                <a:gd name="csX436" fmla="*/ 8121 w 802107"/>
                <a:gd name="csY436" fmla="*/ 294281 h 575663"/>
                <a:gd name="csX437" fmla="*/ 6688 w 802107"/>
                <a:gd name="csY437" fmla="*/ 290459 h 575663"/>
                <a:gd name="csX438" fmla="*/ 4300 w 802107"/>
                <a:gd name="csY438" fmla="*/ 286638 h 575663"/>
                <a:gd name="csX439" fmla="*/ 4300 w 802107"/>
                <a:gd name="csY439" fmla="*/ 285205 h 575663"/>
                <a:gd name="csX440" fmla="*/ 5255 w 802107"/>
                <a:gd name="csY440" fmla="*/ 284249 h 575663"/>
                <a:gd name="csX441" fmla="*/ 7166 w 802107"/>
                <a:gd name="csY441" fmla="*/ 284727 h 575663"/>
                <a:gd name="csX442" fmla="*/ 8599 w 802107"/>
                <a:gd name="csY442" fmla="*/ 287115 h 575663"/>
                <a:gd name="csX443" fmla="*/ 10510 w 802107"/>
                <a:gd name="csY443" fmla="*/ 289026 h 575663"/>
                <a:gd name="csX444" fmla="*/ 10510 w 802107"/>
                <a:gd name="csY444" fmla="*/ 292370 h 575663"/>
                <a:gd name="csX445" fmla="*/ 10032 w 802107"/>
                <a:gd name="csY445" fmla="*/ 293326 h 575663"/>
                <a:gd name="csX446" fmla="*/ 10032 w 802107"/>
                <a:gd name="csY446" fmla="*/ 294281 h 575663"/>
                <a:gd name="csX447" fmla="*/ 10987 w 802107"/>
                <a:gd name="csY447" fmla="*/ 294759 h 575663"/>
                <a:gd name="csX448" fmla="*/ 11466 w 802107"/>
                <a:gd name="csY448" fmla="*/ 295714 h 575663"/>
                <a:gd name="csX449" fmla="*/ 12421 w 802107"/>
                <a:gd name="csY449" fmla="*/ 294759 h 575663"/>
                <a:gd name="csX450" fmla="*/ 13376 w 802107"/>
                <a:gd name="csY450" fmla="*/ 292848 h 575663"/>
                <a:gd name="csX451" fmla="*/ 13854 w 802107"/>
                <a:gd name="csY451" fmla="*/ 292848 h 575663"/>
                <a:gd name="csX452" fmla="*/ 15287 w 802107"/>
                <a:gd name="csY452" fmla="*/ 297625 h 575663"/>
                <a:gd name="csX453" fmla="*/ 16243 w 802107"/>
                <a:gd name="csY453" fmla="*/ 298581 h 575663"/>
                <a:gd name="csX454" fmla="*/ 18153 w 802107"/>
                <a:gd name="csY454" fmla="*/ 300492 h 575663"/>
                <a:gd name="csX455" fmla="*/ 19587 w 802107"/>
                <a:gd name="csY455" fmla="*/ 299059 h 575663"/>
                <a:gd name="csX456" fmla="*/ 20542 w 802107"/>
                <a:gd name="csY456" fmla="*/ 298103 h 575663"/>
                <a:gd name="csX457" fmla="*/ 20542 w 802107"/>
                <a:gd name="csY457" fmla="*/ 294759 h 575663"/>
                <a:gd name="csX458" fmla="*/ 21020 w 802107"/>
                <a:gd name="csY458" fmla="*/ 291893 h 575663"/>
                <a:gd name="csX459" fmla="*/ 20542 w 802107"/>
                <a:gd name="csY459" fmla="*/ 289504 h 575663"/>
                <a:gd name="csX460" fmla="*/ 16243 w 802107"/>
                <a:gd name="csY460" fmla="*/ 283294 h 575663"/>
                <a:gd name="csX461" fmla="*/ 11943 w 802107"/>
                <a:gd name="csY461" fmla="*/ 275650 h 575663"/>
                <a:gd name="csX462" fmla="*/ 9555 w 802107"/>
                <a:gd name="csY462" fmla="*/ 271828 h 575663"/>
                <a:gd name="csX463" fmla="*/ 7644 w 802107"/>
                <a:gd name="csY463" fmla="*/ 266095 h 575663"/>
                <a:gd name="csX464" fmla="*/ 6210 w 802107"/>
                <a:gd name="csY464" fmla="*/ 264184 h 575663"/>
                <a:gd name="csX465" fmla="*/ 4777 w 802107"/>
                <a:gd name="csY465" fmla="*/ 260840 h 575663"/>
                <a:gd name="csX466" fmla="*/ 4777 w 802107"/>
                <a:gd name="csY466" fmla="*/ 257496 h 575663"/>
                <a:gd name="csX467" fmla="*/ 4777 w 802107"/>
                <a:gd name="csY467" fmla="*/ 255107 h 575663"/>
                <a:gd name="csX468" fmla="*/ 6210 w 802107"/>
                <a:gd name="csY468" fmla="*/ 249852 h 575663"/>
                <a:gd name="csX469" fmla="*/ 7166 w 802107"/>
                <a:gd name="csY469" fmla="*/ 246986 h 575663"/>
                <a:gd name="csX470" fmla="*/ 11466 w 802107"/>
                <a:gd name="csY470" fmla="*/ 240775 h 575663"/>
                <a:gd name="csX471" fmla="*/ 11466 w 802107"/>
                <a:gd name="csY471" fmla="*/ 238387 h 575663"/>
                <a:gd name="csX472" fmla="*/ 11466 w 802107"/>
                <a:gd name="csY472" fmla="*/ 235998 h 575663"/>
                <a:gd name="csX473" fmla="*/ 11943 w 802107"/>
                <a:gd name="csY473" fmla="*/ 233132 h 575663"/>
                <a:gd name="csX474" fmla="*/ 12421 w 802107"/>
                <a:gd name="csY474" fmla="*/ 230743 h 575663"/>
                <a:gd name="csX475" fmla="*/ 11466 w 802107"/>
                <a:gd name="csY475" fmla="*/ 228832 h 575663"/>
                <a:gd name="csX476" fmla="*/ 10032 w 802107"/>
                <a:gd name="csY476" fmla="*/ 225488 h 575663"/>
                <a:gd name="csX477" fmla="*/ 11943 w 802107"/>
                <a:gd name="csY477" fmla="*/ 219756 h 575663"/>
                <a:gd name="csX478" fmla="*/ 15287 w 802107"/>
                <a:gd name="csY478" fmla="*/ 211634 h 575663"/>
                <a:gd name="csX479" fmla="*/ 16721 w 802107"/>
                <a:gd name="csY479" fmla="*/ 210679 h 575663"/>
                <a:gd name="csX480" fmla="*/ 18632 w 802107"/>
                <a:gd name="csY480" fmla="*/ 209723 h 575663"/>
                <a:gd name="csX481" fmla="*/ 19109 w 802107"/>
                <a:gd name="csY481" fmla="*/ 211156 h 575663"/>
                <a:gd name="csX482" fmla="*/ 18153 w 802107"/>
                <a:gd name="csY482" fmla="*/ 216411 h 575663"/>
                <a:gd name="csX483" fmla="*/ 19587 w 802107"/>
                <a:gd name="csY483" fmla="*/ 219278 h 575663"/>
                <a:gd name="csX484" fmla="*/ 19109 w 802107"/>
                <a:gd name="csY484" fmla="*/ 222622 h 575663"/>
                <a:gd name="csX485" fmla="*/ 20542 w 802107"/>
                <a:gd name="csY485" fmla="*/ 222144 h 575663"/>
                <a:gd name="csX486" fmla="*/ 22453 w 802107"/>
                <a:gd name="csY486" fmla="*/ 221189 h 575663"/>
                <a:gd name="csX487" fmla="*/ 23886 w 802107"/>
                <a:gd name="csY487" fmla="*/ 219756 h 575663"/>
                <a:gd name="csX488" fmla="*/ 24364 w 802107"/>
                <a:gd name="csY488" fmla="*/ 218322 h 575663"/>
                <a:gd name="csX489" fmla="*/ 28186 w 802107"/>
                <a:gd name="csY489" fmla="*/ 212112 h 575663"/>
                <a:gd name="csX490" fmla="*/ 30097 w 802107"/>
                <a:gd name="csY490" fmla="*/ 209723 h 575663"/>
                <a:gd name="csX491" fmla="*/ 33441 w 802107"/>
                <a:gd name="csY491" fmla="*/ 207812 h 575663"/>
                <a:gd name="csX492" fmla="*/ 39174 w 802107"/>
                <a:gd name="csY492" fmla="*/ 205901 h 575663"/>
                <a:gd name="csX493" fmla="*/ 44907 w 802107"/>
                <a:gd name="csY493" fmla="*/ 203035 h 575663"/>
                <a:gd name="csX494" fmla="*/ 47773 w 802107"/>
                <a:gd name="csY494" fmla="*/ 200646 h 575663"/>
                <a:gd name="csX495" fmla="*/ 51117 w 802107"/>
                <a:gd name="csY495" fmla="*/ 198258 h 575663"/>
                <a:gd name="csX496" fmla="*/ 53983 w 802107"/>
                <a:gd name="csY496" fmla="*/ 195869 h 575663"/>
                <a:gd name="csX497" fmla="*/ 56372 w 802107"/>
                <a:gd name="csY497" fmla="*/ 194436 h 575663"/>
                <a:gd name="csX498" fmla="*/ 67837 w 802107"/>
                <a:gd name="csY498" fmla="*/ 188225 h 575663"/>
                <a:gd name="csX499" fmla="*/ 69748 w 802107"/>
                <a:gd name="csY499" fmla="*/ 186792 h 575663"/>
                <a:gd name="csX500" fmla="*/ 72615 w 802107"/>
                <a:gd name="csY500" fmla="*/ 186792 h 575663"/>
                <a:gd name="csX501" fmla="*/ 75481 w 802107"/>
                <a:gd name="csY501" fmla="*/ 186792 h 575663"/>
                <a:gd name="csX502" fmla="*/ 78348 w 802107"/>
                <a:gd name="csY502" fmla="*/ 186792 h 575663"/>
                <a:gd name="csX503" fmla="*/ 81692 w 802107"/>
                <a:gd name="csY503" fmla="*/ 188225 h 575663"/>
                <a:gd name="csX504" fmla="*/ 83603 w 802107"/>
                <a:gd name="csY504" fmla="*/ 188225 h 575663"/>
                <a:gd name="csX505" fmla="*/ 89335 w 802107"/>
                <a:gd name="csY505" fmla="*/ 186792 h 575663"/>
                <a:gd name="csX506" fmla="*/ 92201 w 802107"/>
                <a:gd name="csY506" fmla="*/ 185359 h 575663"/>
                <a:gd name="csX507" fmla="*/ 97457 w 802107"/>
                <a:gd name="csY507" fmla="*/ 182493 h 575663"/>
                <a:gd name="csX508" fmla="*/ 99367 w 802107"/>
                <a:gd name="csY508" fmla="*/ 181537 h 575663"/>
                <a:gd name="csX509" fmla="*/ 104623 w 802107"/>
                <a:gd name="csY509" fmla="*/ 180582 h 575663"/>
                <a:gd name="csX510" fmla="*/ 110355 w 802107"/>
                <a:gd name="csY510" fmla="*/ 179149 h 575663"/>
                <a:gd name="csX511" fmla="*/ 117521 w 802107"/>
                <a:gd name="csY511" fmla="*/ 174371 h 575663"/>
                <a:gd name="csX512" fmla="*/ 122299 w 802107"/>
                <a:gd name="csY512" fmla="*/ 174371 h 575663"/>
                <a:gd name="csX513" fmla="*/ 127076 w 802107"/>
                <a:gd name="csY513" fmla="*/ 174849 h 575663"/>
                <a:gd name="csX514" fmla="*/ 130420 w 802107"/>
                <a:gd name="csY514" fmla="*/ 173416 h 575663"/>
                <a:gd name="csX515" fmla="*/ 139019 w 802107"/>
                <a:gd name="csY515" fmla="*/ 172460 h 575663"/>
                <a:gd name="csX516" fmla="*/ 143796 w 802107"/>
                <a:gd name="csY516" fmla="*/ 171027 h 575663"/>
                <a:gd name="csX517" fmla="*/ 152873 w 802107"/>
                <a:gd name="csY517" fmla="*/ 167683 h 575663"/>
                <a:gd name="csX518" fmla="*/ 154784 w 802107"/>
                <a:gd name="csY518" fmla="*/ 166727 h 575663"/>
                <a:gd name="csX519" fmla="*/ 158606 w 802107"/>
                <a:gd name="csY519" fmla="*/ 164339 h 575663"/>
                <a:gd name="csX520" fmla="*/ 161950 w 802107"/>
                <a:gd name="csY520" fmla="*/ 161473 h 575663"/>
                <a:gd name="csX521" fmla="*/ 164817 w 802107"/>
                <a:gd name="csY521" fmla="*/ 157173 h 575663"/>
                <a:gd name="csX522" fmla="*/ 166728 w 802107"/>
                <a:gd name="csY522" fmla="*/ 153351 h 575663"/>
                <a:gd name="csX523" fmla="*/ 167683 w 802107"/>
                <a:gd name="csY523" fmla="*/ 151440 h 575663"/>
                <a:gd name="csX524" fmla="*/ 169594 w 802107"/>
                <a:gd name="csY524" fmla="*/ 148574 h 575663"/>
                <a:gd name="csX525" fmla="*/ 170549 w 802107"/>
                <a:gd name="csY525" fmla="*/ 146185 h 575663"/>
                <a:gd name="csX526" fmla="*/ 171505 w 802107"/>
                <a:gd name="csY526" fmla="*/ 145230 h 575663"/>
                <a:gd name="csX527" fmla="*/ 174849 w 802107"/>
                <a:gd name="csY527" fmla="*/ 143796 h 575663"/>
                <a:gd name="csX528" fmla="*/ 180104 w 802107"/>
                <a:gd name="csY528" fmla="*/ 139019 h 575663"/>
                <a:gd name="csX529" fmla="*/ 181537 w 802107"/>
                <a:gd name="csY529" fmla="*/ 138064 h 575663"/>
                <a:gd name="csX530" fmla="*/ 182015 w 802107"/>
                <a:gd name="csY530" fmla="*/ 136631 h 575663"/>
                <a:gd name="csX531" fmla="*/ 181060 w 802107"/>
                <a:gd name="csY531" fmla="*/ 136153 h 575663"/>
                <a:gd name="csX532" fmla="*/ 179626 w 802107"/>
                <a:gd name="csY532" fmla="*/ 135675 h 575663"/>
                <a:gd name="csX533" fmla="*/ 178671 w 802107"/>
                <a:gd name="csY533" fmla="*/ 130898 h 575663"/>
                <a:gd name="csX534" fmla="*/ 177715 w 802107"/>
                <a:gd name="csY534" fmla="*/ 127554 h 575663"/>
                <a:gd name="csX535" fmla="*/ 177715 w 802107"/>
                <a:gd name="csY535" fmla="*/ 125165 h 575663"/>
                <a:gd name="csX536" fmla="*/ 178193 w 802107"/>
                <a:gd name="csY536" fmla="*/ 123254 h 575663"/>
                <a:gd name="csX537" fmla="*/ 180104 w 802107"/>
                <a:gd name="csY537" fmla="*/ 119910 h 575663"/>
                <a:gd name="csX538" fmla="*/ 181537 w 802107"/>
                <a:gd name="csY538" fmla="*/ 117999 h 575663"/>
                <a:gd name="csX539" fmla="*/ 183448 w 802107"/>
                <a:gd name="csY539" fmla="*/ 116566 h 575663"/>
                <a:gd name="csX540" fmla="*/ 185359 w 802107"/>
                <a:gd name="csY540" fmla="*/ 116088 h 575663"/>
                <a:gd name="csX541" fmla="*/ 186792 w 802107"/>
                <a:gd name="csY541" fmla="*/ 114655 h 575663"/>
                <a:gd name="csX542" fmla="*/ 189181 w 802107"/>
                <a:gd name="csY542" fmla="*/ 113222 h 575663"/>
                <a:gd name="csX543" fmla="*/ 190136 w 802107"/>
                <a:gd name="csY543" fmla="*/ 111789 h 575663"/>
                <a:gd name="csX544" fmla="*/ 191569 w 802107"/>
                <a:gd name="csY544" fmla="*/ 108445 h 575663"/>
                <a:gd name="csX545" fmla="*/ 193003 w 802107"/>
                <a:gd name="csY545" fmla="*/ 106534 h 575663"/>
                <a:gd name="csX546" fmla="*/ 193958 w 802107"/>
                <a:gd name="csY546" fmla="*/ 106534 h 575663"/>
                <a:gd name="csX547" fmla="*/ 196347 w 802107"/>
                <a:gd name="csY547" fmla="*/ 111789 h 575663"/>
                <a:gd name="csX548" fmla="*/ 197302 w 802107"/>
                <a:gd name="csY548" fmla="*/ 114655 h 575663"/>
                <a:gd name="csX549" fmla="*/ 200169 w 802107"/>
                <a:gd name="csY549" fmla="*/ 117999 h 575663"/>
                <a:gd name="csX550" fmla="*/ 202079 w 802107"/>
                <a:gd name="csY550" fmla="*/ 122777 h 575663"/>
                <a:gd name="csX551" fmla="*/ 203990 w 802107"/>
                <a:gd name="csY551" fmla="*/ 124687 h 575663"/>
                <a:gd name="csX552" fmla="*/ 204946 w 802107"/>
                <a:gd name="csY552" fmla="*/ 126120 h 575663"/>
                <a:gd name="csX553" fmla="*/ 205901 w 802107"/>
                <a:gd name="csY553" fmla="*/ 127076 h 575663"/>
                <a:gd name="csX554" fmla="*/ 205901 w 802107"/>
                <a:gd name="csY554" fmla="*/ 126120 h 575663"/>
                <a:gd name="csX555" fmla="*/ 205901 w 802107"/>
                <a:gd name="csY555" fmla="*/ 125165 h 575663"/>
                <a:gd name="csX556" fmla="*/ 206856 w 802107"/>
                <a:gd name="csY556" fmla="*/ 121343 h 575663"/>
                <a:gd name="csX557" fmla="*/ 206379 w 802107"/>
                <a:gd name="csY557" fmla="*/ 118477 h 575663"/>
                <a:gd name="csX558" fmla="*/ 206379 w 802107"/>
                <a:gd name="csY558" fmla="*/ 117521 h 575663"/>
                <a:gd name="csX559" fmla="*/ 206856 w 802107"/>
                <a:gd name="csY559" fmla="*/ 117044 h 575663"/>
                <a:gd name="csX560" fmla="*/ 207812 w 802107"/>
                <a:gd name="csY560" fmla="*/ 117521 h 575663"/>
                <a:gd name="csX561" fmla="*/ 209723 w 802107"/>
                <a:gd name="csY561" fmla="*/ 118954 h 575663"/>
                <a:gd name="csX562" fmla="*/ 210679 w 802107"/>
                <a:gd name="csY562" fmla="*/ 119432 h 575663"/>
                <a:gd name="csX563" fmla="*/ 211156 w 802107"/>
                <a:gd name="csY563" fmla="*/ 119432 h 575663"/>
                <a:gd name="csX564" fmla="*/ 211156 w 802107"/>
                <a:gd name="csY564" fmla="*/ 117044 h 575663"/>
                <a:gd name="csX565" fmla="*/ 212112 w 802107"/>
                <a:gd name="csY565" fmla="*/ 115611 h 575663"/>
                <a:gd name="csX566" fmla="*/ 211634 w 802107"/>
                <a:gd name="csY566" fmla="*/ 114655 h 575663"/>
                <a:gd name="csX567" fmla="*/ 210201 w 802107"/>
                <a:gd name="csY567" fmla="*/ 114655 h 575663"/>
                <a:gd name="csX568" fmla="*/ 209723 w 802107"/>
                <a:gd name="csY568" fmla="*/ 113222 h 575663"/>
                <a:gd name="csX569" fmla="*/ 208290 w 802107"/>
                <a:gd name="csY569" fmla="*/ 111789 h 575663"/>
                <a:gd name="csX570" fmla="*/ 206856 w 802107"/>
                <a:gd name="csY570" fmla="*/ 110833 h 575663"/>
                <a:gd name="csX571" fmla="*/ 204946 w 802107"/>
                <a:gd name="csY571" fmla="*/ 108445 h 575663"/>
                <a:gd name="csX572" fmla="*/ 204468 w 802107"/>
                <a:gd name="csY572" fmla="*/ 107489 h 575663"/>
                <a:gd name="csX573" fmla="*/ 204946 w 802107"/>
                <a:gd name="csY573" fmla="*/ 107011 h 575663"/>
                <a:gd name="csX574" fmla="*/ 206379 w 802107"/>
                <a:gd name="csY574" fmla="*/ 107011 h 575663"/>
                <a:gd name="csX575" fmla="*/ 207335 w 802107"/>
                <a:gd name="csY575" fmla="*/ 106056 h 575663"/>
                <a:gd name="csX576" fmla="*/ 207335 w 802107"/>
                <a:gd name="csY576" fmla="*/ 104623 h 575663"/>
                <a:gd name="csX577" fmla="*/ 206856 w 802107"/>
                <a:gd name="csY577" fmla="*/ 102712 h 575663"/>
                <a:gd name="csX578" fmla="*/ 207812 w 802107"/>
                <a:gd name="csY578" fmla="*/ 101756 h 575663"/>
                <a:gd name="csX579" fmla="*/ 209245 w 802107"/>
                <a:gd name="csY579" fmla="*/ 101756 h 575663"/>
                <a:gd name="csX580" fmla="*/ 211634 w 802107"/>
                <a:gd name="csY580" fmla="*/ 105578 h 575663"/>
                <a:gd name="csX581" fmla="*/ 213067 w 802107"/>
                <a:gd name="csY581" fmla="*/ 105100 h 575663"/>
                <a:gd name="csX582" fmla="*/ 213545 w 802107"/>
                <a:gd name="csY582" fmla="*/ 103667 h 575663"/>
                <a:gd name="csX583" fmla="*/ 215456 w 802107"/>
                <a:gd name="csY583" fmla="*/ 103189 h 575663"/>
                <a:gd name="csX584" fmla="*/ 217367 w 802107"/>
                <a:gd name="csY584" fmla="*/ 103667 h 575663"/>
                <a:gd name="csX585" fmla="*/ 218322 w 802107"/>
                <a:gd name="csY585" fmla="*/ 104623 h 575663"/>
                <a:gd name="csX586" fmla="*/ 220711 w 802107"/>
                <a:gd name="csY586" fmla="*/ 105578 h 575663"/>
                <a:gd name="csX587" fmla="*/ 223577 w 802107"/>
                <a:gd name="csY587" fmla="*/ 105578 h 575663"/>
                <a:gd name="csX588" fmla="*/ 225010 w 802107"/>
                <a:gd name="csY588" fmla="*/ 105578 h 575663"/>
                <a:gd name="csX589" fmla="*/ 228354 w 802107"/>
                <a:gd name="csY589" fmla="*/ 105578 h 575663"/>
                <a:gd name="csX590" fmla="*/ 229788 w 802107"/>
                <a:gd name="csY590" fmla="*/ 105578 h 575663"/>
                <a:gd name="csX591" fmla="*/ 229788 w 802107"/>
                <a:gd name="csY591" fmla="*/ 105100 h 575663"/>
                <a:gd name="csX592" fmla="*/ 227877 w 802107"/>
                <a:gd name="csY592" fmla="*/ 104623 h 575663"/>
                <a:gd name="csX593" fmla="*/ 225966 w 802107"/>
                <a:gd name="csY593" fmla="*/ 104623 h 575663"/>
                <a:gd name="csX594" fmla="*/ 223577 w 802107"/>
                <a:gd name="csY594" fmla="*/ 104623 h 575663"/>
                <a:gd name="csX595" fmla="*/ 222622 w 802107"/>
                <a:gd name="csY595" fmla="*/ 103667 h 575663"/>
                <a:gd name="csX596" fmla="*/ 222144 w 802107"/>
                <a:gd name="csY596" fmla="*/ 102234 h 575663"/>
                <a:gd name="csX597" fmla="*/ 222622 w 802107"/>
                <a:gd name="csY597" fmla="*/ 100801 h 575663"/>
                <a:gd name="csX598" fmla="*/ 223099 w 802107"/>
                <a:gd name="csY598" fmla="*/ 100323 h 575663"/>
                <a:gd name="csX599" fmla="*/ 224533 w 802107"/>
                <a:gd name="csY599" fmla="*/ 100323 h 575663"/>
                <a:gd name="csX600" fmla="*/ 225966 w 802107"/>
                <a:gd name="csY600" fmla="*/ 100323 h 575663"/>
                <a:gd name="csX601" fmla="*/ 225966 w 802107"/>
                <a:gd name="csY601" fmla="*/ 98412 h 575663"/>
                <a:gd name="csX602" fmla="*/ 226444 w 802107"/>
                <a:gd name="csY602" fmla="*/ 96979 h 575663"/>
                <a:gd name="csX603" fmla="*/ 227399 w 802107"/>
                <a:gd name="csY603" fmla="*/ 95546 h 575663"/>
                <a:gd name="csX604" fmla="*/ 227399 w 802107"/>
                <a:gd name="csY604" fmla="*/ 94590 h 575663"/>
                <a:gd name="csX605" fmla="*/ 226444 w 802107"/>
                <a:gd name="csY605" fmla="*/ 95068 h 575663"/>
                <a:gd name="csX606" fmla="*/ 224533 w 802107"/>
                <a:gd name="csY606" fmla="*/ 97457 h 575663"/>
                <a:gd name="csX607" fmla="*/ 223577 w 802107"/>
                <a:gd name="csY607" fmla="*/ 95546 h 575663"/>
                <a:gd name="csX608" fmla="*/ 222144 w 802107"/>
                <a:gd name="csY608" fmla="*/ 93635 h 575663"/>
                <a:gd name="csX609" fmla="*/ 222622 w 802107"/>
                <a:gd name="csY609" fmla="*/ 91246 h 575663"/>
                <a:gd name="csX610" fmla="*/ 223099 w 802107"/>
                <a:gd name="csY610" fmla="*/ 88858 h 575663"/>
                <a:gd name="csX611" fmla="*/ 224533 w 802107"/>
                <a:gd name="csY611" fmla="*/ 88380 h 575663"/>
                <a:gd name="csX612" fmla="*/ 225488 w 802107"/>
                <a:gd name="csY612" fmla="*/ 88858 h 575663"/>
                <a:gd name="csX613" fmla="*/ 227399 w 802107"/>
                <a:gd name="csY613" fmla="*/ 87424 h 575663"/>
                <a:gd name="csX614" fmla="*/ 228354 w 802107"/>
                <a:gd name="csY614" fmla="*/ 85991 h 575663"/>
                <a:gd name="csX615" fmla="*/ 227877 w 802107"/>
                <a:gd name="csY615" fmla="*/ 85036 h 575663"/>
                <a:gd name="csX616" fmla="*/ 228354 w 802107"/>
                <a:gd name="csY616" fmla="*/ 84558 h 575663"/>
                <a:gd name="csX617" fmla="*/ 229310 w 802107"/>
                <a:gd name="csY617" fmla="*/ 84558 h 575663"/>
                <a:gd name="csX618" fmla="*/ 234087 w 802107"/>
                <a:gd name="csY618" fmla="*/ 86947 h 575663"/>
                <a:gd name="csX619" fmla="*/ 234565 w 802107"/>
                <a:gd name="csY619" fmla="*/ 88380 h 575663"/>
                <a:gd name="csX620" fmla="*/ 235520 w 802107"/>
                <a:gd name="csY620" fmla="*/ 87902 h 575663"/>
                <a:gd name="csX621" fmla="*/ 235998 w 802107"/>
                <a:gd name="csY621" fmla="*/ 86469 h 575663"/>
                <a:gd name="csX622" fmla="*/ 235998 w 802107"/>
                <a:gd name="csY622" fmla="*/ 85036 h 575663"/>
                <a:gd name="csX623" fmla="*/ 235043 w 802107"/>
                <a:gd name="csY623" fmla="*/ 85513 h 575663"/>
                <a:gd name="csX624" fmla="*/ 232654 w 802107"/>
                <a:gd name="csY624" fmla="*/ 85036 h 575663"/>
                <a:gd name="csX625" fmla="*/ 232176 w 802107"/>
                <a:gd name="csY625" fmla="*/ 84558 h 575663"/>
                <a:gd name="csX626" fmla="*/ 232176 w 802107"/>
                <a:gd name="csY626" fmla="*/ 84080 h 575663"/>
                <a:gd name="csX627" fmla="*/ 231221 w 802107"/>
                <a:gd name="csY627" fmla="*/ 82647 h 575663"/>
                <a:gd name="csX628" fmla="*/ 232654 w 802107"/>
                <a:gd name="csY628" fmla="*/ 81692 h 575663"/>
                <a:gd name="csX629" fmla="*/ 234087 w 802107"/>
                <a:gd name="csY629" fmla="*/ 81214 h 575663"/>
                <a:gd name="csX630" fmla="*/ 235043 w 802107"/>
                <a:gd name="csY630" fmla="*/ 80736 h 575663"/>
                <a:gd name="csX631" fmla="*/ 235043 w 802107"/>
                <a:gd name="csY631" fmla="*/ 79781 h 575663"/>
                <a:gd name="csX632" fmla="*/ 235043 w 802107"/>
                <a:gd name="csY632" fmla="*/ 79303 h 575663"/>
                <a:gd name="csX633" fmla="*/ 235998 w 802107"/>
                <a:gd name="csY633" fmla="*/ 80258 h 575663"/>
                <a:gd name="csX634" fmla="*/ 237909 w 802107"/>
                <a:gd name="csY634" fmla="*/ 80258 h 575663"/>
                <a:gd name="csX635" fmla="*/ 240298 w 802107"/>
                <a:gd name="csY635" fmla="*/ 81214 h 575663"/>
                <a:gd name="csX636" fmla="*/ 241253 w 802107"/>
                <a:gd name="csY636" fmla="*/ 81692 h 575663"/>
                <a:gd name="csX637" fmla="*/ 241731 w 802107"/>
                <a:gd name="csY637" fmla="*/ 81214 h 575663"/>
                <a:gd name="csX638" fmla="*/ 242209 w 802107"/>
                <a:gd name="csY638" fmla="*/ 79781 h 575663"/>
                <a:gd name="csX639" fmla="*/ 239342 w 802107"/>
                <a:gd name="csY639" fmla="*/ 78347 h 575663"/>
                <a:gd name="csX640" fmla="*/ 239342 w 802107"/>
                <a:gd name="csY640" fmla="*/ 76914 h 575663"/>
                <a:gd name="csX641" fmla="*/ 237909 w 802107"/>
                <a:gd name="csY641" fmla="*/ 75481 h 575663"/>
                <a:gd name="csX642" fmla="*/ 237909 w 802107"/>
                <a:gd name="csY642" fmla="*/ 74048 h 575663"/>
                <a:gd name="csX643" fmla="*/ 239820 w 802107"/>
                <a:gd name="csY643" fmla="*/ 72615 h 575663"/>
                <a:gd name="csX644" fmla="*/ 239820 w 802107"/>
                <a:gd name="csY644" fmla="*/ 71659 h 575663"/>
                <a:gd name="csX645" fmla="*/ 241253 w 802107"/>
                <a:gd name="csY645" fmla="*/ 71182 h 575663"/>
                <a:gd name="csX646" fmla="*/ 243164 w 802107"/>
                <a:gd name="csY646" fmla="*/ 71182 h 575663"/>
                <a:gd name="csX647" fmla="*/ 244597 w 802107"/>
                <a:gd name="csY647" fmla="*/ 70226 h 575663"/>
                <a:gd name="csX648" fmla="*/ 246031 w 802107"/>
                <a:gd name="csY648" fmla="*/ 69748 h 575663"/>
                <a:gd name="csX649" fmla="*/ 246031 w 802107"/>
                <a:gd name="csY649" fmla="*/ 67360 h 575663"/>
                <a:gd name="csX650" fmla="*/ 246031 w 802107"/>
                <a:gd name="csY650" fmla="*/ 65927 h 575663"/>
                <a:gd name="csX651" fmla="*/ 246986 w 802107"/>
                <a:gd name="csY651" fmla="*/ 65449 h 575663"/>
                <a:gd name="csX652" fmla="*/ 248419 w 802107"/>
                <a:gd name="csY652" fmla="*/ 66404 h 575663"/>
                <a:gd name="csX653" fmla="*/ 247942 w 802107"/>
                <a:gd name="csY653" fmla="*/ 67838 h 575663"/>
                <a:gd name="csX654" fmla="*/ 247942 w 802107"/>
                <a:gd name="csY654" fmla="*/ 69748 h 575663"/>
                <a:gd name="csX655" fmla="*/ 247464 w 802107"/>
                <a:gd name="csY655" fmla="*/ 70704 h 575663"/>
                <a:gd name="csX656" fmla="*/ 247942 w 802107"/>
                <a:gd name="csY656" fmla="*/ 70704 h 575663"/>
                <a:gd name="csX657" fmla="*/ 248419 w 802107"/>
                <a:gd name="csY657" fmla="*/ 70226 h 575663"/>
                <a:gd name="csX658" fmla="*/ 248897 w 802107"/>
                <a:gd name="csY658" fmla="*/ 69271 h 575663"/>
                <a:gd name="csX659" fmla="*/ 250808 w 802107"/>
                <a:gd name="csY659" fmla="*/ 69748 h 575663"/>
                <a:gd name="csX660" fmla="*/ 251286 w 802107"/>
                <a:gd name="csY660" fmla="*/ 70704 h 575663"/>
                <a:gd name="csX661" fmla="*/ 251286 w 802107"/>
                <a:gd name="csY661" fmla="*/ 72137 h 575663"/>
                <a:gd name="csX662" fmla="*/ 252241 w 802107"/>
                <a:gd name="csY662" fmla="*/ 72137 h 575663"/>
                <a:gd name="csX663" fmla="*/ 253197 w 802107"/>
                <a:gd name="csY663" fmla="*/ 70704 h 575663"/>
                <a:gd name="csX664" fmla="*/ 254629 w 802107"/>
                <a:gd name="csY664" fmla="*/ 70226 h 575663"/>
                <a:gd name="csX665" fmla="*/ 254629 w 802107"/>
                <a:gd name="csY665" fmla="*/ 67838 h 575663"/>
                <a:gd name="csX666" fmla="*/ 255108 w 802107"/>
                <a:gd name="csY666" fmla="*/ 65927 h 575663"/>
                <a:gd name="csX667" fmla="*/ 255108 w 802107"/>
                <a:gd name="csY667" fmla="*/ 64971 h 575663"/>
                <a:gd name="csX668" fmla="*/ 256063 w 802107"/>
                <a:gd name="csY668" fmla="*/ 64016 h 575663"/>
                <a:gd name="csX669" fmla="*/ 256540 w 802107"/>
                <a:gd name="csY669" fmla="*/ 63060 h 575663"/>
                <a:gd name="csX670" fmla="*/ 255585 w 802107"/>
                <a:gd name="csY670" fmla="*/ 62105 h 575663"/>
                <a:gd name="csX671" fmla="*/ 255108 w 802107"/>
                <a:gd name="csY671" fmla="*/ 60194 h 575663"/>
                <a:gd name="csX672" fmla="*/ 256540 w 802107"/>
                <a:gd name="csY672" fmla="*/ 60194 h 575663"/>
                <a:gd name="csX673" fmla="*/ 257974 w 802107"/>
                <a:gd name="csY673" fmla="*/ 60672 h 575663"/>
                <a:gd name="csX674" fmla="*/ 258929 w 802107"/>
                <a:gd name="csY674" fmla="*/ 63060 h 575663"/>
                <a:gd name="csX675" fmla="*/ 259407 w 802107"/>
                <a:gd name="csY675" fmla="*/ 64016 h 575663"/>
                <a:gd name="csX676" fmla="*/ 259885 w 802107"/>
                <a:gd name="csY676" fmla="*/ 63538 h 575663"/>
                <a:gd name="csX677" fmla="*/ 260840 w 802107"/>
                <a:gd name="csY677" fmla="*/ 62105 h 575663"/>
                <a:gd name="csX678" fmla="*/ 262274 w 802107"/>
                <a:gd name="csY678" fmla="*/ 61149 h 575663"/>
                <a:gd name="csX679" fmla="*/ 263706 w 802107"/>
                <a:gd name="csY679" fmla="*/ 62105 h 575663"/>
                <a:gd name="csX680" fmla="*/ 265617 w 802107"/>
                <a:gd name="csY680" fmla="*/ 64016 h 575663"/>
                <a:gd name="csX681" fmla="*/ 267528 w 802107"/>
                <a:gd name="csY681" fmla="*/ 62582 h 575663"/>
                <a:gd name="csX682" fmla="*/ 269440 w 802107"/>
                <a:gd name="csY682" fmla="*/ 60194 h 575663"/>
                <a:gd name="csX683" fmla="*/ 269440 w 802107"/>
                <a:gd name="csY683" fmla="*/ 58283 h 575663"/>
                <a:gd name="csX684" fmla="*/ 269440 w 802107"/>
                <a:gd name="csY684" fmla="*/ 56850 h 575663"/>
                <a:gd name="csX685" fmla="*/ 272306 w 802107"/>
                <a:gd name="csY685" fmla="*/ 55894 h 575663"/>
                <a:gd name="csX686" fmla="*/ 274217 w 802107"/>
                <a:gd name="csY686" fmla="*/ 56372 h 575663"/>
                <a:gd name="csX687" fmla="*/ 276127 w 802107"/>
                <a:gd name="csY687" fmla="*/ 58283 h 575663"/>
                <a:gd name="csX688" fmla="*/ 279949 w 802107"/>
                <a:gd name="csY688" fmla="*/ 59716 h 575663"/>
                <a:gd name="csX689" fmla="*/ 283293 w 802107"/>
                <a:gd name="csY689" fmla="*/ 61149 h 575663"/>
                <a:gd name="csX690" fmla="*/ 284727 w 802107"/>
                <a:gd name="csY690" fmla="*/ 62582 h 575663"/>
                <a:gd name="csX691" fmla="*/ 287593 w 802107"/>
                <a:gd name="csY691" fmla="*/ 64493 h 575663"/>
                <a:gd name="csX692" fmla="*/ 289026 w 802107"/>
                <a:gd name="csY692" fmla="*/ 66404 h 575663"/>
                <a:gd name="csX693" fmla="*/ 291893 w 802107"/>
                <a:gd name="csY693" fmla="*/ 69748 h 575663"/>
                <a:gd name="csX694" fmla="*/ 297625 w 802107"/>
                <a:gd name="csY694" fmla="*/ 74048 h 575663"/>
                <a:gd name="csX695" fmla="*/ 297625 w 802107"/>
                <a:gd name="csY695" fmla="*/ 75004 h 575663"/>
                <a:gd name="csX696" fmla="*/ 297147 w 802107"/>
                <a:gd name="csY696" fmla="*/ 76437 h 575663"/>
                <a:gd name="csX697" fmla="*/ 296192 w 802107"/>
                <a:gd name="csY697" fmla="*/ 77870 h 575663"/>
                <a:gd name="csX698" fmla="*/ 295715 w 802107"/>
                <a:gd name="csY698" fmla="*/ 81214 h 575663"/>
                <a:gd name="csX699" fmla="*/ 295236 w 802107"/>
                <a:gd name="csY699" fmla="*/ 85513 h 575663"/>
                <a:gd name="csX700" fmla="*/ 296192 w 802107"/>
                <a:gd name="csY700" fmla="*/ 85036 h 575663"/>
                <a:gd name="csX701" fmla="*/ 297147 w 802107"/>
                <a:gd name="csY701" fmla="*/ 83603 h 575663"/>
                <a:gd name="csX702" fmla="*/ 298103 w 802107"/>
                <a:gd name="csY702" fmla="*/ 84080 h 575663"/>
                <a:gd name="csX703" fmla="*/ 299059 w 802107"/>
                <a:gd name="csY703" fmla="*/ 85036 h 575663"/>
                <a:gd name="csX704" fmla="*/ 299059 w 802107"/>
                <a:gd name="csY704" fmla="*/ 84080 h 575663"/>
                <a:gd name="csX705" fmla="*/ 298581 w 802107"/>
                <a:gd name="csY705" fmla="*/ 83603 h 575663"/>
                <a:gd name="csX706" fmla="*/ 297147 w 802107"/>
                <a:gd name="csY706" fmla="*/ 81214 h 575663"/>
                <a:gd name="csX707" fmla="*/ 297147 w 802107"/>
                <a:gd name="csY707" fmla="*/ 80258 h 575663"/>
                <a:gd name="csX708" fmla="*/ 298103 w 802107"/>
                <a:gd name="csY708" fmla="*/ 79303 h 575663"/>
                <a:gd name="csX709" fmla="*/ 299536 w 802107"/>
                <a:gd name="csY709" fmla="*/ 78347 h 575663"/>
                <a:gd name="csX710" fmla="*/ 300970 w 802107"/>
                <a:gd name="csY710" fmla="*/ 77392 h 575663"/>
                <a:gd name="csX711" fmla="*/ 301925 w 802107"/>
                <a:gd name="csY711" fmla="*/ 76914 h 575663"/>
                <a:gd name="csX712" fmla="*/ 301925 w 802107"/>
                <a:gd name="csY712" fmla="*/ 76437 h 575663"/>
                <a:gd name="csX713" fmla="*/ 303358 w 802107"/>
                <a:gd name="csY713" fmla="*/ 75481 h 575663"/>
                <a:gd name="csX714" fmla="*/ 305269 w 802107"/>
                <a:gd name="csY714" fmla="*/ 75004 h 575663"/>
                <a:gd name="csX715" fmla="*/ 306702 w 802107"/>
                <a:gd name="csY715" fmla="*/ 75481 h 575663"/>
                <a:gd name="csX716" fmla="*/ 314824 w 802107"/>
                <a:gd name="csY716" fmla="*/ 77392 h 575663"/>
                <a:gd name="csX717" fmla="*/ 316734 w 802107"/>
                <a:gd name="csY717" fmla="*/ 79303 h 575663"/>
                <a:gd name="csX718" fmla="*/ 317212 w 802107"/>
                <a:gd name="csY718" fmla="*/ 81692 h 575663"/>
                <a:gd name="csX719" fmla="*/ 318168 w 802107"/>
                <a:gd name="csY719" fmla="*/ 82647 h 575663"/>
                <a:gd name="csX720" fmla="*/ 318645 w 802107"/>
                <a:gd name="csY720" fmla="*/ 80736 h 575663"/>
                <a:gd name="csX721" fmla="*/ 318168 w 802107"/>
                <a:gd name="csY721" fmla="*/ 77870 h 575663"/>
                <a:gd name="csX722" fmla="*/ 319123 w 802107"/>
                <a:gd name="csY722" fmla="*/ 76914 h 575663"/>
                <a:gd name="csX723" fmla="*/ 321512 w 802107"/>
                <a:gd name="csY723" fmla="*/ 77392 h 575663"/>
                <a:gd name="csX724" fmla="*/ 322945 w 802107"/>
                <a:gd name="csY724" fmla="*/ 78347 h 575663"/>
                <a:gd name="csX725" fmla="*/ 324856 w 802107"/>
                <a:gd name="csY725" fmla="*/ 80258 h 575663"/>
                <a:gd name="csX726" fmla="*/ 325334 w 802107"/>
                <a:gd name="csY726" fmla="*/ 81214 h 575663"/>
                <a:gd name="csX727" fmla="*/ 326289 w 802107"/>
                <a:gd name="csY727" fmla="*/ 82170 h 575663"/>
                <a:gd name="csX728" fmla="*/ 326767 w 802107"/>
                <a:gd name="csY728" fmla="*/ 81214 h 575663"/>
                <a:gd name="csX729" fmla="*/ 326289 w 802107"/>
                <a:gd name="csY729" fmla="*/ 79781 h 575663"/>
                <a:gd name="csX730" fmla="*/ 325811 w 802107"/>
                <a:gd name="csY730" fmla="*/ 77870 h 575663"/>
                <a:gd name="csX731" fmla="*/ 326289 w 802107"/>
                <a:gd name="csY731" fmla="*/ 76437 h 575663"/>
                <a:gd name="csX732" fmla="*/ 328678 w 802107"/>
                <a:gd name="csY732" fmla="*/ 76437 h 575663"/>
                <a:gd name="csX733" fmla="*/ 330589 w 802107"/>
                <a:gd name="csY733" fmla="*/ 76437 h 575663"/>
                <a:gd name="csX734" fmla="*/ 329633 w 802107"/>
                <a:gd name="csY734" fmla="*/ 75481 h 575663"/>
                <a:gd name="csX735" fmla="*/ 328678 w 802107"/>
                <a:gd name="csY735" fmla="*/ 75481 h 575663"/>
                <a:gd name="csX736" fmla="*/ 326767 w 802107"/>
                <a:gd name="csY736" fmla="*/ 74048 h 575663"/>
                <a:gd name="csX737" fmla="*/ 325811 w 802107"/>
                <a:gd name="csY737" fmla="*/ 72615 h 575663"/>
                <a:gd name="csX738" fmla="*/ 327722 w 802107"/>
                <a:gd name="csY738" fmla="*/ 71659 h 575663"/>
                <a:gd name="csX739" fmla="*/ 327722 w 802107"/>
                <a:gd name="csY739" fmla="*/ 71182 h 575663"/>
                <a:gd name="csX740" fmla="*/ 325811 w 802107"/>
                <a:gd name="csY740" fmla="*/ 71182 h 575663"/>
                <a:gd name="csX741" fmla="*/ 323423 w 802107"/>
                <a:gd name="csY741" fmla="*/ 69748 h 575663"/>
                <a:gd name="csX742" fmla="*/ 321034 w 802107"/>
                <a:gd name="csY742" fmla="*/ 68315 h 575663"/>
                <a:gd name="csX743" fmla="*/ 322945 w 802107"/>
                <a:gd name="csY743" fmla="*/ 64971 h 575663"/>
                <a:gd name="csX744" fmla="*/ 325811 w 802107"/>
                <a:gd name="csY744" fmla="*/ 61627 h 575663"/>
                <a:gd name="csX745" fmla="*/ 327722 w 802107"/>
                <a:gd name="csY745" fmla="*/ 60194 h 575663"/>
                <a:gd name="csX746" fmla="*/ 327722 w 802107"/>
                <a:gd name="csY746" fmla="*/ 59238 h 575663"/>
                <a:gd name="csX747" fmla="*/ 328678 w 802107"/>
                <a:gd name="csY747" fmla="*/ 57328 h 575663"/>
                <a:gd name="csX748" fmla="*/ 329156 w 802107"/>
                <a:gd name="csY748" fmla="*/ 55417 h 575663"/>
                <a:gd name="csX749" fmla="*/ 329633 w 802107"/>
                <a:gd name="csY749" fmla="*/ 53983 h 575663"/>
                <a:gd name="csX750" fmla="*/ 330589 w 802107"/>
                <a:gd name="csY750" fmla="*/ 53028 h 575663"/>
                <a:gd name="csX751" fmla="*/ 332500 w 802107"/>
                <a:gd name="csY751" fmla="*/ 51595 h 575663"/>
                <a:gd name="csX752" fmla="*/ 334888 w 802107"/>
                <a:gd name="csY752" fmla="*/ 51117 h 575663"/>
                <a:gd name="csX753" fmla="*/ 336322 w 802107"/>
                <a:gd name="csY753" fmla="*/ 50639 h 575663"/>
                <a:gd name="csX754" fmla="*/ 337277 w 802107"/>
                <a:gd name="csY754" fmla="*/ 49206 h 575663"/>
                <a:gd name="csX755" fmla="*/ 338710 w 802107"/>
                <a:gd name="csY755" fmla="*/ 47773 h 575663"/>
                <a:gd name="csX756" fmla="*/ 336322 w 802107"/>
                <a:gd name="csY756" fmla="*/ 44906 h 575663"/>
                <a:gd name="csX757" fmla="*/ 336322 w 802107"/>
                <a:gd name="csY757" fmla="*/ 43473 h 575663"/>
                <a:gd name="csX758" fmla="*/ 336799 w 802107"/>
                <a:gd name="csY758" fmla="*/ 41563 h 575663"/>
                <a:gd name="csX759" fmla="*/ 339666 w 802107"/>
                <a:gd name="csY759" fmla="*/ 40129 h 575663"/>
                <a:gd name="csX760" fmla="*/ 341577 w 802107"/>
                <a:gd name="csY760" fmla="*/ 36307 h 575663"/>
                <a:gd name="csX761" fmla="*/ 342532 w 802107"/>
                <a:gd name="csY761" fmla="*/ 35830 h 575663"/>
                <a:gd name="csX762" fmla="*/ 344920 w 802107"/>
                <a:gd name="csY762" fmla="*/ 35830 h 575663"/>
                <a:gd name="csX763" fmla="*/ 345876 w 802107"/>
                <a:gd name="csY763" fmla="*/ 35830 h 575663"/>
                <a:gd name="csX764" fmla="*/ 345398 w 802107"/>
                <a:gd name="csY764" fmla="*/ 32963 h 575663"/>
                <a:gd name="csX765" fmla="*/ 345876 w 802107"/>
                <a:gd name="csY765" fmla="*/ 31530 h 575663"/>
                <a:gd name="csX766" fmla="*/ 346831 w 802107"/>
                <a:gd name="csY766" fmla="*/ 31052 h 575663"/>
                <a:gd name="csX767" fmla="*/ 348265 w 802107"/>
                <a:gd name="csY767" fmla="*/ 31530 h 575663"/>
                <a:gd name="csX768" fmla="*/ 348742 w 802107"/>
                <a:gd name="csY768" fmla="*/ 32963 h 575663"/>
                <a:gd name="csX769" fmla="*/ 350654 w 802107"/>
                <a:gd name="csY769" fmla="*/ 33919 h 575663"/>
                <a:gd name="csX770" fmla="*/ 351131 w 802107"/>
                <a:gd name="csY770" fmla="*/ 33441 h 575663"/>
                <a:gd name="csX771" fmla="*/ 351131 w 802107"/>
                <a:gd name="csY771" fmla="*/ 32008 h 575663"/>
                <a:gd name="csX772" fmla="*/ 350654 w 802107"/>
                <a:gd name="csY772" fmla="*/ 30575 h 575663"/>
                <a:gd name="csX773" fmla="*/ 352564 w 802107"/>
                <a:gd name="csY773" fmla="*/ 30097 h 575663"/>
                <a:gd name="csX774" fmla="*/ 353997 w 802107"/>
                <a:gd name="csY774" fmla="*/ 30097 h 575663"/>
                <a:gd name="csX775" fmla="*/ 353997 w 802107"/>
                <a:gd name="csY775" fmla="*/ 28664 h 575663"/>
                <a:gd name="csX776" fmla="*/ 353520 w 802107"/>
                <a:gd name="csY776" fmla="*/ 27708 h 575663"/>
                <a:gd name="csX777" fmla="*/ 354475 w 802107"/>
                <a:gd name="csY777" fmla="*/ 27231 h 575663"/>
                <a:gd name="csX778" fmla="*/ 357819 w 802107"/>
                <a:gd name="csY778" fmla="*/ 27231 h 575663"/>
                <a:gd name="csX779" fmla="*/ 358775 w 802107"/>
                <a:gd name="csY779" fmla="*/ 25797 h 575663"/>
                <a:gd name="csX780" fmla="*/ 359252 w 802107"/>
                <a:gd name="csY780" fmla="*/ 24842 h 575663"/>
                <a:gd name="csX781" fmla="*/ 359730 w 802107"/>
                <a:gd name="csY781" fmla="*/ 25320 h 575663"/>
                <a:gd name="csX782" fmla="*/ 360208 w 802107"/>
                <a:gd name="csY782" fmla="*/ 27708 h 575663"/>
                <a:gd name="csX783" fmla="*/ 362119 w 802107"/>
                <a:gd name="csY783" fmla="*/ 28664 h 575663"/>
                <a:gd name="csX784" fmla="*/ 367852 w 802107"/>
                <a:gd name="csY784" fmla="*/ 28664 h 575663"/>
                <a:gd name="csX785" fmla="*/ 371196 w 802107"/>
                <a:gd name="csY785" fmla="*/ 28186 h 575663"/>
                <a:gd name="csX786" fmla="*/ 372151 w 802107"/>
                <a:gd name="csY786" fmla="*/ 28664 h 575663"/>
                <a:gd name="csX787" fmla="*/ 374540 w 802107"/>
                <a:gd name="csY787" fmla="*/ 28664 h 575663"/>
                <a:gd name="csX788" fmla="*/ 376929 w 802107"/>
                <a:gd name="csY788" fmla="*/ 27708 h 575663"/>
                <a:gd name="csX789" fmla="*/ 378361 w 802107"/>
                <a:gd name="csY789" fmla="*/ 27231 h 575663"/>
                <a:gd name="csX790" fmla="*/ 380750 w 802107"/>
                <a:gd name="csY790" fmla="*/ 28186 h 575663"/>
                <a:gd name="csX791" fmla="*/ 381228 w 802107"/>
                <a:gd name="csY791" fmla="*/ 29141 h 575663"/>
                <a:gd name="csX792" fmla="*/ 382184 w 802107"/>
                <a:gd name="csY792" fmla="*/ 26753 h 575663"/>
                <a:gd name="csX793" fmla="*/ 383139 w 802107"/>
                <a:gd name="csY793" fmla="*/ 26275 h 575663"/>
                <a:gd name="csX794" fmla="*/ 384572 w 802107"/>
                <a:gd name="csY794" fmla="*/ 25797 h 575663"/>
                <a:gd name="csX795" fmla="*/ 386483 w 802107"/>
                <a:gd name="csY795" fmla="*/ 26275 h 575663"/>
                <a:gd name="csX796" fmla="*/ 387438 w 802107"/>
                <a:gd name="csY796" fmla="*/ 25797 h 575663"/>
                <a:gd name="csX797" fmla="*/ 385527 w 802107"/>
                <a:gd name="csY797" fmla="*/ 24364 h 575663"/>
                <a:gd name="csX798" fmla="*/ 386005 w 802107"/>
                <a:gd name="csY798" fmla="*/ 22931 h 575663"/>
                <a:gd name="csX799" fmla="*/ 385527 w 802107"/>
                <a:gd name="csY799" fmla="*/ 20542 h 575663"/>
                <a:gd name="csX800" fmla="*/ 386005 w 802107"/>
                <a:gd name="csY800" fmla="*/ 18631 h 575663"/>
                <a:gd name="csX801" fmla="*/ 386483 w 802107"/>
                <a:gd name="csY801" fmla="*/ 17198 h 575663"/>
                <a:gd name="csX802" fmla="*/ 382661 w 802107"/>
                <a:gd name="csY802" fmla="*/ 14332 h 575663"/>
                <a:gd name="csX803" fmla="*/ 378839 w 802107"/>
                <a:gd name="csY803" fmla="*/ 13854 h 575663"/>
                <a:gd name="csX804" fmla="*/ 375973 w 802107"/>
                <a:gd name="csY804" fmla="*/ 14332 h 575663"/>
                <a:gd name="csX805" fmla="*/ 374540 w 802107"/>
                <a:gd name="csY805" fmla="*/ 13854 h 575663"/>
                <a:gd name="csX806" fmla="*/ 372151 w 802107"/>
                <a:gd name="csY806" fmla="*/ 11465 h 575663"/>
                <a:gd name="csX807" fmla="*/ 369763 w 802107"/>
                <a:gd name="csY807" fmla="*/ 10988 h 575663"/>
                <a:gd name="csX808" fmla="*/ 369285 w 802107"/>
                <a:gd name="csY808" fmla="*/ 10032 h 575663"/>
                <a:gd name="csX809" fmla="*/ 372629 w 802107"/>
                <a:gd name="csY809" fmla="*/ 8599 h 575663"/>
                <a:gd name="csX810" fmla="*/ 373584 w 802107"/>
                <a:gd name="csY810" fmla="*/ 9077 h 575663"/>
                <a:gd name="csX811" fmla="*/ 375495 w 802107"/>
                <a:gd name="csY811" fmla="*/ 10510 h 575663"/>
                <a:gd name="csX812" fmla="*/ 376450 w 802107"/>
                <a:gd name="csY812" fmla="*/ 10988 h 575663"/>
                <a:gd name="csX813" fmla="*/ 376929 w 802107"/>
                <a:gd name="csY813" fmla="*/ 10988 h 575663"/>
                <a:gd name="csX814" fmla="*/ 377884 w 802107"/>
                <a:gd name="csY814" fmla="*/ 9555 h 575663"/>
                <a:gd name="csX815" fmla="*/ 378361 w 802107"/>
                <a:gd name="csY815" fmla="*/ 9077 h 575663"/>
                <a:gd name="csX816" fmla="*/ 379795 w 802107"/>
                <a:gd name="csY816" fmla="*/ 9555 h 575663"/>
                <a:gd name="csX817" fmla="*/ 384095 w 802107"/>
                <a:gd name="csY817" fmla="*/ 11943 h 575663"/>
                <a:gd name="csX818" fmla="*/ 386961 w 802107"/>
                <a:gd name="csY818" fmla="*/ 14809 h 575663"/>
                <a:gd name="csX819" fmla="*/ 387916 w 802107"/>
                <a:gd name="csY819" fmla="*/ 13854 h 575663"/>
                <a:gd name="csX820" fmla="*/ 390305 w 802107"/>
                <a:gd name="csY820" fmla="*/ 12421 h 575663"/>
                <a:gd name="csX821" fmla="*/ 392216 w 802107"/>
                <a:gd name="csY821" fmla="*/ 12899 h 575663"/>
                <a:gd name="csX822" fmla="*/ 393649 w 802107"/>
                <a:gd name="csY822" fmla="*/ 13376 h 575663"/>
                <a:gd name="csX823" fmla="*/ 395082 w 802107"/>
                <a:gd name="csY823" fmla="*/ 16721 h 575663"/>
                <a:gd name="csX824" fmla="*/ 396515 w 802107"/>
                <a:gd name="csY824" fmla="*/ 18154 h 575663"/>
                <a:gd name="csX825" fmla="*/ 399859 w 802107"/>
                <a:gd name="csY825" fmla="*/ 18631 h 575663"/>
                <a:gd name="csX826" fmla="*/ 401770 w 802107"/>
                <a:gd name="csY826" fmla="*/ 19109 h 575663"/>
                <a:gd name="csX827" fmla="*/ 403681 w 802107"/>
                <a:gd name="csY827" fmla="*/ 20542 h 575663"/>
                <a:gd name="csX828" fmla="*/ 406070 w 802107"/>
                <a:gd name="csY828" fmla="*/ 20065 h 575663"/>
                <a:gd name="csX829" fmla="*/ 410847 w 802107"/>
                <a:gd name="csY829" fmla="*/ 20542 h 575663"/>
                <a:gd name="csX830" fmla="*/ 415625 w 802107"/>
                <a:gd name="csY830" fmla="*/ 22453 h 575663"/>
                <a:gd name="csX831" fmla="*/ 417536 w 802107"/>
                <a:gd name="csY831" fmla="*/ 23886 h 575663"/>
                <a:gd name="csX832" fmla="*/ 419924 w 802107"/>
                <a:gd name="csY832" fmla="*/ 24364 h 575663"/>
                <a:gd name="csX833" fmla="*/ 421357 w 802107"/>
                <a:gd name="csY833" fmla="*/ 24842 h 575663"/>
                <a:gd name="csX834" fmla="*/ 423746 w 802107"/>
                <a:gd name="csY834" fmla="*/ 24842 h 575663"/>
                <a:gd name="csX835" fmla="*/ 427568 w 802107"/>
                <a:gd name="csY835" fmla="*/ 23409 h 575663"/>
                <a:gd name="csX836" fmla="*/ 429001 w 802107"/>
                <a:gd name="csY836" fmla="*/ 24842 h 575663"/>
                <a:gd name="csX837" fmla="*/ 429957 w 802107"/>
                <a:gd name="csY837" fmla="*/ 25797 h 575663"/>
                <a:gd name="csX838" fmla="*/ 433300 w 802107"/>
                <a:gd name="csY838" fmla="*/ 27231 h 575663"/>
                <a:gd name="csX839" fmla="*/ 437122 w 802107"/>
                <a:gd name="csY839" fmla="*/ 27708 h 575663"/>
                <a:gd name="csX840" fmla="*/ 439511 w 802107"/>
                <a:gd name="csY840" fmla="*/ 26275 h 575663"/>
                <a:gd name="csX841" fmla="*/ 443333 w 802107"/>
                <a:gd name="csY841" fmla="*/ 24842 h 575663"/>
                <a:gd name="csX842" fmla="*/ 446199 w 802107"/>
                <a:gd name="csY842" fmla="*/ 22931 h 575663"/>
                <a:gd name="csX843" fmla="*/ 448110 w 802107"/>
                <a:gd name="csY843" fmla="*/ 21975 h 575663"/>
                <a:gd name="csX844" fmla="*/ 450499 w 802107"/>
                <a:gd name="csY844" fmla="*/ 20542 h 575663"/>
                <a:gd name="csX845" fmla="*/ 450977 w 802107"/>
                <a:gd name="csY845" fmla="*/ 20542 h 575663"/>
                <a:gd name="csX846" fmla="*/ 449543 w 802107"/>
                <a:gd name="csY846" fmla="*/ 21975 h 575663"/>
                <a:gd name="csX847" fmla="*/ 449066 w 802107"/>
                <a:gd name="csY847" fmla="*/ 22931 h 575663"/>
                <a:gd name="csX848" fmla="*/ 450499 w 802107"/>
                <a:gd name="csY848" fmla="*/ 22931 h 575663"/>
                <a:gd name="csX849" fmla="*/ 450499 w 802107"/>
                <a:gd name="csY849" fmla="*/ 23409 h 575663"/>
                <a:gd name="csX850" fmla="*/ 448588 w 802107"/>
                <a:gd name="csY850" fmla="*/ 24842 h 575663"/>
                <a:gd name="csX851" fmla="*/ 446677 w 802107"/>
                <a:gd name="csY851" fmla="*/ 26275 h 575663"/>
                <a:gd name="csX852" fmla="*/ 446677 w 802107"/>
                <a:gd name="csY852" fmla="*/ 27708 h 575663"/>
                <a:gd name="csX853" fmla="*/ 447632 w 802107"/>
                <a:gd name="csY853" fmla="*/ 28186 h 575663"/>
                <a:gd name="csX854" fmla="*/ 448110 w 802107"/>
                <a:gd name="csY854" fmla="*/ 27708 h 575663"/>
                <a:gd name="csX855" fmla="*/ 449543 w 802107"/>
                <a:gd name="csY855" fmla="*/ 27231 h 575663"/>
                <a:gd name="csX856" fmla="*/ 451454 w 802107"/>
                <a:gd name="csY856" fmla="*/ 26275 h 575663"/>
                <a:gd name="csX857" fmla="*/ 452887 w 802107"/>
                <a:gd name="csY857" fmla="*/ 27231 h 575663"/>
                <a:gd name="csX858" fmla="*/ 453365 w 802107"/>
                <a:gd name="csY858" fmla="*/ 29619 h 575663"/>
                <a:gd name="csX859" fmla="*/ 454321 w 802107"/>
                <a:gd name="csY859" fmla="*/ 31530 h 575663"/>
                <a:gd name="csX860" fmla="*/ 456232 w 802107"/>
                <a:gd name="csY860" fmla="*/ 31530 h 575663"/>
                <a:gd name="csX861" fmla="*/ 457664 w 802107"/>
                <a:gd name="csY861" fmla="*/ 31530 h 575663"/>
                <a:gd name="csX862" fmla="*/ 459098 w 802107"/>
                <a:gd name="csY862" fmla="*/ 29141 h 575663"/>
                <a:gd name="csX863" fmla="*/ 458143 w 802107"/>
                <a:gd name="csY863" fmla="*/ 27231 h 575663"/>
                <a:gd name="csX864" fmla="*/ 457664 w 802107"/>
                <a:gd name="csY864" fmla="*/ 26753 h 575663"/>
                <a:gd name="csX865" fmla="*/ 457664 w 802107"/>
                <a:gd name="csY865" fmla="*/ 26275 h 575663"/>
                <a:gd name="csX866" fmla="*/ 461487 w 802107"/>
                <a:gd name="csY866" fmla="*/ 22931 h 575663"/>
                <a:gd name="csX867" fmla="*/ 463398 w 802107"/>
                <a:gd name="csY867" fmla="*/ 22931 h 575663"/>
                <a:gd name="csX868" fmla="*/ 464830 w 802107"/>
                <a:gd name="csY868" fmla="*/ 26275 h 575663"/>
                <a:gd name="csX869" fmla="*/ 466741 w 802107"/>
                <a:gd name="csY869" fmla="*/ 27708 h 575663"/>
                <a:gd name="csX870" fmla="*/ 469130 w 802107"/>
                <a:gd name="csY870" fmla="*/ 27708 h 575663"/>
                <a:gd name="csX871" fmla="*/ 470564 w 802107"/>
                <a:gd name="csY871" fmla="*/ 28186 h 575663"/>
                <a:gd name="csX872" fmla="*/ 471519 w 802107"/>
                <a:gd name="csY872" fmla="*/ 30097 h 575663"/>
                <a:gd name="csX873" fmla="*/ 463398 w 802107"/>
                <a:gd name="csY873" fmla="*/ 38218 h 575663"/>
                <a:gd name="csX874" fmla="*/ 462920 w 802107"/>
                <a:gd name="csY874" fmla="*/ 39174 h 575663"/>
                <a:gd name="csX875" fmla="*/ 463875 w 802107"/>
                <a:gd name="csY875" fmla="*/ 40607 h 575663"/>
                <a:gd name="csX876" fmla="*/ 464353 w 802107"/>
                <a:gd name="csY876" fmla="*/ 42518 h 575663"/>
                <a:gd name="csX877" fmla="*/ 461487 w 802107"/>
                <a:gd name="csY877" fmla="*/ 46340 h 575663"/>
                <a:gd name="csX878" fmla="*/ 460531 w 802107"/>
                <a:gd name="csY878" fmla="*/ 46817 h 575663"/>
                <a:gd name="csX879" fmla="*/ 459575 w 802107"/>
                <a:gd name="csY879" fmla="*/ 45384 h 575663"/>
                <a:gd name="csX880" fmla="*/ 458143 w 802107"/>
                <a:gd name="csY880" fmla="*/ 44906 h 575663"/>
                <a:gd name="csX881" fmla="*/ 457187 w 802107"/>
                <a:gd name="csY881" fmla="*/ 45384 h 575663"/>
                <a:gd name="csX882" fmla="*/ 455754 w 802107"/>
                <a:gd name="csY882" fmla="*/ 45384 h 575663"/>
                <a:gd name="csX883" fmla="*/ 450977 w 802107"/>
                <a:gd name="csY883" fmla="*/ 47773 h 575663"/>
                <a:gd name="csX884" fmla="*/ 450977 w 802107"/>
                <a:gd name="csY884" fmla="*/ 53983 h 575663"/>
                <a:gd name="csX885" fmla="*/ 452410 w 802107"/>
                <a:gd name="csY885" fmla="*/ 57328 h 575663"/>
                <a:gd name="csX886" fmla="*/ 451454 w 802107"/>
                <a:gd name="csY886" fmla="*/ 59716 h 575663"/>
                <a:gd name="csX887" fmla="*/ 450021 w 802107"/>
                <a:gd name="csY887" fmla="*/ 63538 h 575663"/>
                <a:gd name="csX888" fmla="*/ 448588 w 802107"/>
                <a:gd name="csY888" fmla="*/ 64971 h 575663"/>
                <a:gd name="csX889" fmla="*/ 447632 w 802107"/>
                <a:gd name="csY889" fmla="*/ 65927 h 575663"/>
                <a:gd name="csX890" fmla="*/ 443333 w 802107"/>
                <a:gd name="csY890" fmla="*/ 71659 h 575663"/>
                <a:gd name="csX891" fmla="*/ 441900 w 802107"/>
                <a:gd name="csY891" fmla="*/ 73093 h 575663"/>
                <a:gd name="csX892" fmla="*/ 440466 w 802107"/>
                <a:gd name="csY892" fmla="*/ 75004 h 575663"/>
                <a:gd name="csX893" fmla="*/ 440944 w 802107"/>
                <a:gd name="csY893" fmla="*/ 76914 h 575663"/>
                <a:gd name="csX894" fmla="*/ 441422 w 802107"/>
                <a:gd name="csY894" fmla="*/ 77870 h 575663"/>
                <a:gd name="csX895" fmla="*/ 443333 w 802107"/>
                <a:gd name="csY895" fmla="*/ 79303 h 575663"/>
                <a:gd name="csX896" fmla="*/ 449066 w 802107"/>
                <a:gd name="csY896" fmla="*/ 82647 h 575663"/>
                <a:gd name="csX897" fmla="*/ 451932 w 802107"/>
                <a:gd name="csY897" fmla="*/ 84558 h 575663"/>
                <a:gd name="csX898" fmla="*/ 456709 w 802107"/>
                <a:gd name="csY898" fmla="*/ 86947 h 575663"/>
                <a:gd name="csX899" fmla="*/ 457664 w 802107"/>
                <a:gd name="csY899" fmla="*/ 88858 h 575663"/>
                <a:gd name="csX900" fmla="*/ 458143 w 802107"/>
                <a:gd name="csY900" fmla="*/ 90291 h 575663"/>
                <a:gd name="csX901" fmla="*/ 461487 w 802107"/>
                <a:gd name="csY901" fmla="*/ 91724 h 575663"/>
                <a:gd name="csX902" fmla="*/ 463875 w 802107"/>
                <a:gd name="csY902" fmla="*/ 92679 h 575663"/>
                <a:gd name="csX903" fmla="*/ 464830 w 802107"/>
                <a:gd name="csY903" fmla="*/ 92679 h 575663"/>
                <a:gd name="csX904" fmla="*/ 465309 w 802107"/>
                <a:gd name="csY904" fmla="*/ 92202 h 575663"/>
                <a:gd name="csX905" fmla="*/ 465786 w 802107"/>
                <a:gd name="csY905" fmla="*/ 92202 h 575663"/>
                <a:gd name="csX906" fmla="*/ 466741 w 802107"/>
                <a:gd name="csY906" fmla="*/ 92202 h 575663"/>
                <a:gd name="csX907" fmla="*/ 466264 w 802107"/>
                <a:gd name="csY907" fmla="*/ 93635 h 575663"/>
                <a:gd name="csX908" fmla="*/ 466264 w 802107"/>
                <a:gd name="csY908" fmla="*/ 94113 h 575663"/>
                <a:gd name="csX909" fmla="*/ 466264 w 802107"/>
                <a:gd name="csY909" fmla="*/ 95068 h 575663"/>
                <a:gd name="csX910" fmla="*/ 468175 w 802107"/>
                <a:gd name="csY910" fmla="*/ 96024 h 575663"/>
                <a:gd name="csX911" fmla="*/ 470564 w 802107"/>
                <a:gd name="csY911" fmla="*/ 96024 h 575663"/>
                <a:gd name="csX912" fmla="*/ 472475 w 802107"/>
                <a:gd name="csY912" fmla="*/ 96024 h 575663"/>
                <a:gd name="csX913" fmla="*/ 473907 w 802107"/>
                <a:gd name="csY913" fmla="*/ 96979 h 575663"/>
                <a:gd name="csX914" fmla="*/ 475818 w 802107"/>
                <a:gd name="csY914" fmla="*/ 97935 h 575663"/>
                <a:gd name="csX915" fmla="*/ 478207 w 802107"/>
                <a:gd name="csY915" fmla="*/ 99368 h 575663"/>
                <a:gd name="csX916" fmla="*/ 482984 w 802107"/>
                <a:gd name="csY916" fmla="*/ 101279 h 575663"/>
                <a:gd name="csX917" fmla="*/ 486328 w 802107"/>
                <a:gd name="csY917" fmla="*/ 102712 h 575663"/>
                <a:gd name="csX918" fmla="*/ 490628 w 802107"/>
                <a:gd name="csY918" fmla="*/ 107011 h 575663"/>
                <a:gd name="csX919" fmla="*/ 493494 w 802107"/>
                <a:gd name="csY919" fmla="*/ 109878 h 575663"/>
                <a:gd name="csX920" fmla="*/ 496839 w 802107"/>
                <a:gd name="csY920" fmla="*/ 111789 h 575663"/>
                <a:gd name="csX921" fmla="*/ 502094 w 802107"/>
                <a:gd name="csY921" fmla="*/ 113222 h 575663"/>
                <a:gd name="csX922" fmla="*/ 504482 w 802107"/>
                <a:gd name="csY922" fmla="*/ 112744 h 575663"/>
                <a:gd name="csX923" fmla="*/ 508304 w 802107"/>
                <a:gd name="csY923" fmla="*/ 114655 h 575663"/>
                <a:gd name="csX924" fmla="*/ 512126 w 802107"/>
                <a:gd name="csY924" fmla="*/ 115133 h 575663"/>
                <a:gd name="csX925" fmla="*/ 514037 w 802107"/>
                <a:gd name="csY925" fmla="*/ 117521 h 575663"/>
                <a:gd name="csX926" fmla="*/ 514992 w 802107"/>
                <a:gd name="csY926" fmla="*/ 118954 h 575663"/>
                <a:gd name="csX927" fmla="*/ 514992 w 802107"/>
                <a:gd name="csY927" fmla="*/ 120388 h 575663"/>
                <a:gd name="csX928" fmla="*/ 516903 w 802107"/>
                <a:gd name="csY928" fmla="*/ 123254 h 575663"/>
                <a:gd name="csX929" fmla="*/ 520725 w 802107"/>
                <a:gd name="csY929" fmla="*/ 124210 h 575663"/>
                <a:gd name="csX930" fmla="*/ 525502 w 802107"/>
                <a:gd name="csY930" fmla="*/ 127554 h 575663"/>
                <a:gd name="csX931" fmla="*/ 529802 w 802107"/>
                <a:gd name="csY931" fmla="*/ 128509 h 575663"/>
                <a:gd name="csX932" fmla="*/ 530757 w 802107"/>
                <a:gd name="csY932" fmla="*/ 129465 h 575663"/>
                <a:gd name="csX933" fmla="*/ 532668 w 802107"/>
                <a:gd name="csY933" fmla="*/ 130420 h 575663"/>
                <a:gd name="csX934" fmla="*/ 536012 w 802107"/>
                <a:gd name="csY934" fmla="*/ 130420 h 575663"/>
                <a:gd name="csX935" fmla="*/ 542223 w 802107"/>
                <a:gd name="csY935" fmla="*/ 128987 h 575663"/>
                <a:gd name="csX936" fmla="*/ 544612 w 802107"/>
                <a:gd name="csY936" fmla="*/ 127554 h 575663"/>
                <a:gd name="csX937" fmla="*/ 548433 w 802107"/>
                <a:gd name="csY937" fmla="*/ 124687 h 575663"/>
                <a:gd name="csX938" fmla="*/ 549866 w 802107"/>
                <a:gd name="csY938" fmla="*/ 120865 h 575663"/>
                <a:gd name="csX939" fmla="*/ 550822 w 802107"/>
                <a:gd name="csY939" fmla="*/ 117521 h 575663"/>
                <a:gd name="csX940" fmla="*/ 556077 w 802107"/>
                <a:gd name="csY940" fmla="*/ 110355 h 575663"/>
                <a:gd name="csX941" fmla="*/ 557510 w 802107"/>
                <a:gd name="csY941" fmla="*/ 107011 h 575663"/>
                <a:gd name="csX942" fmla="*/ 558943 w 802107"/>
                <a:gd name="csY942" fmla="*/ 102234 h 575663"/>
                <a:gd name="csX943" fmla="*/ 559899 w 802107"/>
                <a:gd name="csY943" fmla="*/ 99368 h 575663"/>
                <a:gd name="csX944" fmla="*/ 559421 w 802107"/>
                <a:gd name="csY944" fmla="*/ 96501 h 575663"/>
                <a:gd name="csX945" fmla="*/ 560376 w 802107"/>
                <a:gd name="csY945" fmla="*/ 90769 h 575663"/>
                <a:gd name="csX946" fmla="*/ 563243 w 802107"/>
                <a:gd name="csY946" fmla="*/ 83125 h 575663"/>
                <a:gd name="csX947" fmla="*/ 564198 w 802107"/>
                <a:gd name="csY947" fmla="*/ 80736 h 575663"/>
                <a:gd name="csX948" fmla="*/ 563721 w 802107"/>
                <a:gd name="csY948" fmla="*/ 76914 h 575663"/>
                <a:gd name="csX949" fmla="*/ 561810 w 802107"/>
                <a:gd name="csY949" fmla="*/ 69748 h 575663"/>
                <a:gd name="csX950" fmla="*/ 562765 w 802107"/>
                <a:gd name="csY950" fmla="*/ 66882 h 575663"/>
                <a:gd name="csX951" fmla="*/ 563243 w 802107"/>
                <a:gd name="csY951" fmla="*/ 63538 h 575663"/>
                <a:gd name="csX952" fmla="*/ 562287 w 802107"/>
                <a:gd name="csY952" fmla="*/ 61149 h 575663"/>
                <a:gd name="csX953" fmla="*/ 561332 w 802107"/>
                <a:gd name="csY953" fmla="*/ 59238 h 575663"/>
                <a:gd name="csX954" fmla="*/ 560854 w 802107"/>
                <a:gd name="csY954" fmla="*/ 56850 h 575663"/>
                <a:gd name="csX955" fmla="*/ 562287 w 802107"/>
                <a:gd name="csY955" fmla="*/ 52550 h 575663"/>
                <a:gd name="csX956" fmla="*/ 563243 w 802107"/>
                <a:gd name="csY956" fmla="*/ 50162 h 575663"/>
                <a:gd name="csX957" fmla="*/ 564676 w 802107"/>
                <a:gd name="csY957" fmla="*/ 46817 h 575663"/>
                <a:gd name="csX958" fmla="*/ 563721 w 802107"/>
                <a:gd name="csY958" fmla="*/ 41085 h 575663"/>
                <a:gd name="csX959" fmla="*/ 566109 w 802107"/>
                <a:gd name="csY959" fmla="*/ 39174 h 575663"/>
                <a:gd name="csX960" fmla="*/ 567065 w 802107"/>
                <a:gd name="csY960" fmla="*/ 38218 h 575663"/>
                <a:gd name="csX961" fmla="*/ 568976 w 802107"/>
                <a:gd name="csY961" fmla="*/ 38218 h 575663"/>
                <a:gd name="csX962" fmla="*/ 569931 w 802107"/>
                <a:gd name="csY962" fmla="*/ 38696 h 575663"/>
                <a:gd name="csX963" fmla="*/ 569931 w 802107"/>
                <a:gd name="csY963" fmla="*/ 37263 h 575663"/>
                <a:gd name="csX964" fmla="*/ 569453 w 802107"/>
                <a:gd name="csY964" fmla="*/ 36307 h 575663"/>
                <a:gd name="csX965" fmla="*/ 568976 w 802107"/>
                <a:gd name="csY965" fmla="*/ 34874 h 575663"/>
                <a:gd name="csX966" fmla="*/ 568498 w 802107"/>
                <a:gd name="csY966" fmla="*/ 34397 h 575663"/>
                <a:gd name="csX967" fmla="*/ 567542 w 802107"/>
                <a:gd name="csY967" fmla="*/ 33919 h 575663"/>
                <a:gd name="csX968" fmla="*/ 566587 w 802107"/>
                <a:gd name="csY968" fmla="*/ 33441 h 575663"/>
                <a:gd name="csX969" fmla="*/ 565154 w 802107"/>
                <a:gd name="csY969" fmla="*/ 32963 h 575663"/>
                <a:gd name="csX970" fmla="*/ 565154 w 802107"/>
                <a:gd name="csY970" fmla="*/ 30097 h 575663"/>
                <a:gd name="csX971" fmla="*/ 567542 w 802107"/>
                <a:gd name="csY971" fmla="*/ 25320 h 575663"/>
                <a:gd name="csX972" fmla="*/ 568976 w 802107"/>
                <a:gd name="csY972" fmla="*/ 23409 h 575663"/>
                <a:gd name="csX973" fmla="*/ 569931 w 802107"/>
                <a:gd name="csY973" fmla="*/ 23886 h 575663"/>
                <a:gd name="csX974" fmla="*/ 570887 w 802107"/>
                <a:gd name="csY974" fmla="*/ 24842 h 575663"/>
                <a:gd name="csX975" fmla="*/ 570887 w 802107"/>
                <a:gd name="csY975" fmla="*/ 23409 h 575663"/>
                <a:gd name="csX976" fmla="*/ 570409 w 802107"/>
                <a:gd name="csY976" fmla="*/ 21975 h 575663"/>
                <a:gd name="csX977" fmla="*/ 572320 w 802107"/>
                <a:gd name="csY977" fmla="*/ 16721 h 575663"/>
                <a:gd name="csX978" fmla="*/ 574231 w 802107"/>
                <a:gd name="csY978" fmla="*/ 10510 h 575663"/>
                <a:gd name="csX979" fmla="*/ 574708 w 802107"/>
                <a:gd name="csY979" fmla="*/ 4299 h 575663"/>
                <a:gd name="csX980" fmla="*/ 578053 w 802107"/>
                <a:gd name="csY980" fmla="*/ 2866 h 575663"/>
                <a:gd name="csX981" fmla="*/ 579485 w 802107"/>
                <a:gd name="csY981" fmla="*/ 1433 h 575663"/>
                <a:gd name="csX982" fmla="*/ 580441 w 802107"/>
                <a:gd name="csY982" fmla="*/ 0 h 575663"/>
                <a:gd name="csX983" fmla="*/ 582352 w 802107"/>
                <a:gd name="csY983" fmla="*/ 0 h 575663"/>
                <a:gd name="csX984" fmla="*/ 583308 w 802107"/>
                <a:gd name="csY984" fmla="*/ 478 h 575663"/>
                <a:gd name="csX985" fmla="*/ 582830 w 802107"/>
                <a:gd name="csY985" fmla="*/ 1911 h 575663"/>
                <a:gd name="csX986" fmla="*/ 582352 w 802107"/>
                <a:gd name="csY986" fmla="*/ 2866 h 575663"/>
                <a:gd name="csX987" fmla="*/ 585696 w 802107"/>
                <a:gd name="csY987" fmla="*/ 5255 h 575663"/>
                <a:gd name="csX988" fmla="*/ 587130 w 802107"/>
                <a:gd name="csY988" fmla="*/ 7166 h 575663"/>
                <a:gd name="csX989" fmla="*/ 587607 w 802107"/>
                <a:gd name="csY989" fmla="*/ 9077 h 575663"/>
                <a:gd name="csX990" fmla="*/ 588085 w 802107"/>
                <a:gd name="csY990" fmla="*/ 10988 h 575663"/>
                <a:gd name="csX991" fmla="*/ 588562 w 802107"/>
                <a:gd name="csY991" fmla="*/ 13376 h 575663"/>
                <a:gd name="csX992" fmla="*/ 588562 w 802107"/>
                <a:gd name="csY992" fmla="*/ 16721 h 575663"/>
                <a:gd name="csX993" fmla="*/ 589040 w 802107"/>
                <a:gd name="csY993" fmla="*/ 20542 h 575663"/>
                <a:gd name="csX994" fmla="*/ 589996 w 802107"/>
                <a:gd name="csY994" fmla="*/ 21498 h 575663"/>
                <a:gd name="csX995" fmla="*/ 590951 w 802107"/>
                <a:gd name="csY995" fmla="*/ 22453 h 575663"/>
                <a:gd name="csX996" fmla="*/ 592862 w 802107"/>
                <a:gd name="csY996" fmla="*/ 22453 h 575663"/>
                <a:gd name="csX997" fmla="*/ 594773 w 802107"/>
                <a:gd name="csY997" fmla="*/ 22931 h 575663"/>
                <a:gd name="csX998" fmla="*/ 594296 w 802107"/>
                <a:gd name="csY998" fmla="*/ 25320 h 575663"/>
                <a:gd name="csX999" fmla="*/ 593340 w 802107"/>
                <a:gd name="csY999" fmla="*/ 26753 h 575663"/>
                <a:gd name="csX1000" fmla="*/ 593340 w 802107"/>
                <a:gd name="csY1000" fmla="*/ 27708 h 575663"/>
                <a:gd name="csX1001" fmla="*/ 593340 w 802107"/>
                <a:gd name="csY1001" fmla="*/ 29141 h 575663"/>
                <a:gd name="csX1002" fmla="*/ 595251 w 802107"/>
                <a:gd name="csY1002" fmla="*/ 30575 h 575663"/>
                <a:gd name="csX1003" fmla="*/ 596206 w 802107"/>
                <a:gd name="csY1003" fmla="*/ 31052 h 575663"/>
                <a:gd name="csX1004" fmla="*/ 597162 w 802107"/>
                <a:gd name="csY1004" fmla="*/ 32963 h 575663"/>
                <a:gd name="csX1005" fmla="*/ 599073 w 802107"/>
                <a:gd name="csY1005" fmla="*/ 35352 h 575663"/>
                <a:gd name="csX1006" fmla="*/ 599073 w 802107"/>
                <a:gd name="csY1006" fmla="*/ 37263 h 575663"/>
                <a:gd name="csX1007" fmla="*/ 600506 w 802107"/>
                <a:gd name="csY1007" fmla="*/ 39651 h 575663"/>
                <a:gd name="csX1008" fmla="*/ 601461 w 802107"/>
                <a:gd name="csY1008" fmla="*/ 43951 h 575663"/>
                <a:gd name="csX1009" fmla="*/ 601939 w 802107"/>
                <a:gd name="csY1009" fmla="*/ 47773 h 575663"/>
                <a:gd name="csX1010" fmla="*/ 602894 w 802107"/>
                <a:gd name="csY1010" fmla="*/ 50639 h 575663"/>
                <a:gd name="csX1011" fmla="*/ 602417 w 802107"/>
                <a:gd name="csY1011" fmla="*/ 55894 h 575663"/>
                <a:gd name="csX1012" fmla="*/ 602894 w 802107"/>
                <a:gd name="csY1012" fmla="*/ 58283 h 575663"/>
                <a:gd name="csX1013" fmla="*/ 603850 w 802107"/>
                <a:gd name="csY1013" fmla="*/ 60194 h 575663"/>
                <a:gd name="csX1014" fmla="*/ 605283 w 802107"/>
                <a:gd name="csY1014" fmla="*/ 64016 h 575663"/>
                <a:gd name="csX1015" fmla="*/ 606239 w 802107"/>
                <a:gd name="csY1015" fmla="*/ 67360 h 575663"/>
                <a:gd name="csX1016" fmla="*/ 607672 w 802107"/>
                <a:gd name="csY1016" fmla="*/ 68315 h 575663"/>
                <a:gd name="csX1017" fmla="*/ 610538 w 802107"/>
                <a:gd name="csY1017" fmla="*/ 69271 h 575663"/>
                <a:gd name="csX1018" fmla="*/ 613405 w 802107"/>
                <a:gd name="csY1018" fmla="*/ 68315 h 575663"/>
                <a:gd name="csX1019" fmla="*/ 615315 w 802107"/>
                <a:gd name="csY1019" fmla="*/ 66404 h 575663"/>
                <a:gd name="csX1020" fmla="*/ 617704 w 802107"/>
                <a:gd name="csY1020" fmla="*/ 65927 h 575663"/>
                <a:gd name="csX1021" fmla="*/ 620571 w 802107"/>
                <a:gd name="csY1021" fmla="*/ 64971 h 575663"/>
                <a:gd name="csX1022" fmla="*/ 622959 w 802107"/>
                <a:gd name="csY1022" fmla="*/ 67360 h 575663"/>
                <a:gd name="csX1023" fmla="*/ 623915 w 802107"/>
                <a:gd name="csY1023" fmla="*/ 69748 h 575663"/>
                <a:gd name="csX1024" fmla="*/ 629169 w 802107"/>
                <a:gd name="csY1024" fmla="*/ 73570 h 575663"/>
                <a:gd name="csX1025" fmla="*/ 632514 w 802107"/>
                <a:gd name="csY1025" fmla="*/ 75481 h 575663"/>
                <a:gd name="csX1026" fmla="*/ 634424 w 802107"/>
                <a:gd name="csY1026" fmla="*/ 76914 h 575663"/>
                <a:gd name="csX1027" fmla="*/ 636813 w 802107"/>
                <a:gd name="csY1027" fmla="*/ 78347 h 575663"/>
                <a:gd name="csX1028" fmla="*/ 636335 w 802107"/>
                <a:gd name="csY1028" fmla="*/ 80258 h 575663"/>
                <a:gd name="csX1029" fmla="*/ 635858 w 802107"/>
                <a:gd name="csY1029" fmla="*/ 81214 h 575663"/>
                <a:gd name="csX1030" fmla="*/ 636335 w 802107"/>
                <a:gd name="csY1030" fmla="*/ 83125 h 575663"/>
                <a:gd name="csX1031" fmla="*/ 636813 w 802107"/>
                <a:gd name="csY1031" fmla="*/ 85513 h 575663"/>
                <a:gd name="csX1032" fmla="*/ 636335 w 802107"/>
                <a:gd name="csY1032" fmla="*/ 88380 h 575663"/>
                <a:gd name="csX1033" fmla="*/ 637769 w 802107"/>
                <a:gd name="csY1033" fmla="*/ 92679 h 575663"/>
                <a:gd name="csX1034" fmla="*/ 638246 w 802107"/>
                <a:gd name="csY1034" fmla="*/ 96024 h 575663"/>
                <a:gd name="csX1035" fmla="*/ 640157 w 802107"/>
                <a:gd name="csY1035" fmla="*/ 99368 h 575663"/>
                <a:gd name="csX1036" fmla="*/ 640157 w 802107"/>
                <a:gd name="csY1036" fmla="*/ 102712 h 575663"/>
                <a:gd name="csX1037" fmla="*/ 639680 w 802107"/>
                <a:gd name="csY1037" fmla="*/ 104145 h 575663"/>
                <a:gd name="csX1038" fmla="*/ 639680 w 802107"/>
                <a:gd name="csY1038" fmla="*/ 106056 h 575663"/>
                <a:gd name="csX1039" fmla="*/ 640635 w 802107"/>
                <a:gd name="csY1039" fmla="*/ 108445 h 575663"/>
                <a:gd name="csX1040" fmla="*/ 642068 w 802107"/>
                <a:gd name="csY1040" fmla="*/ 109878 h 575663"/>
                <a:gd name="csX1041" fmla="*/ 643501 w 802107"/>
                <a:gd name="csY1041" fmla="*/ 111789 h 575663"/>
                <a:gd name="csX1042" fmla="*/ 645890 w 802107"/>
                <a:gd name="csY1042" fmla="*/ 114655 h 575663"/>
                <a:gd name="csX1043" fmla="*/ 647801 w 802107"/>
                <a:gd name="csY1043" fmla="*/ 115611 h 575663"/>
                <a:gd name="csX1044" fmla="*/ 649234 w 802107"/>
                <a:gd name="csY1044" fmla="*/ 115611 h 575663"/>
                <a:gd name="csX1045" fmla="*/ 648756 w 802107"/>
                <a:gd name="csY1045" fmla="*/ 118477 h 575663"/>
                <a:gd name="csX1046" fmla="*/ 651623 w 802107"/>
                <a:gd name="csY1046" fmla="*/ 124210 h 575663"/>
                <a:gd name="csX1047" fmla="*/ 653534 w 802107"/>
                <a:gd name="csY1047" fmla="*/ 128987 h 575663"/>
                <a:gd name="csX1048" fmla="*/ 652101 w 802107"/>
                <a:gd name="csY1048" fmla="*/ 135675 h 575663"/>
                <a:gd name="csX1049" fmla="*/ 651145 w 802107"/>
                <a:gd name="csY1049" fmla="*/ 139497 h 575663"/>
                <a:gd name="csX1050" fmla="*/ 651623 w 802107"/>
                <a:gd name="csY1050" fmla="*/ 141408 h 575663"/>
                <a:gd name="csX1051" fmla="*/ 655445 w 802107"/>
                <a:gd name="csY1051" fmla="*/ 145707 h 575663"/>
                <a:gd name="csX1052" fmla="*/ 657356 w 802107"/>
                <a:gd name="csY1052" fmla="*/ 146663 h 575663"/>
                <a:gd name="csX1053" fmla="*/ 656878 w 802107"/>
                <a:gd name="csY1053" fmla="*/ 148574 h 575663"/>
                <a:gd name="csX1054" fmla="*/ 656878 w 802107"/>
                <a:gd name="csY1054" fmla="*/ 151918 h 575663"/>
                <a:gd name="csX1055" fmla="*/ 658311 w 802107"/>
                <a:gd name="csY1055" fmla="*/ 154784 h 575663"/>
                <a:gd name="csX1056" fmla="*/ 660222 w 802107"/>
                <a:gd name="csY1056" fmla="*/ 156695 h 575663"/>
                <a:gd name="csX1057" fmla="*/ 662611 w 802107"/>
                <a:gd name="csY1057" fmla="*/ 157651 h 575663"/>
                <a:gd name="csX1058" fmla="*/ 664522 w 802107"/>
                <a:gd name="csY1058" fmla="*/ 158606 h 575663"/>
                <a:gd name="csX1059" fmla="*/ 667388 w 802107"/>
                <a:gd name="csY1059" fmla="*/ 159561 h 575663"/>
                <a:gd name="csX1060" fmla="*/ 670732 w 802107"/>
                <a:gd name="csY1060" fmla="*/ 160039 h 575663"/>
                <a:gd name="csX1061" fmla="*/ 672643 w 802107"/>
                <a:gd name="csY1061" fmla="*/ 161473 h 575663"/>
                <a:gd name="csX1062" fmla="*/ 673599 w 802107"/>
                <a:gd name="csY1062" fmla="*/ 162428 h 575663"/>
                <a:gd name="csX1063" fmla="*/ 675987 w 802107"/>
                <a:gd name="csY1063" fmla="*/ 162906 h 575663"/>
                <a:gd name="csX1064" fmla="*/ 677420 w 802107"/>
                <a:gd name="csY1064" fmla="*/ 162906 h 575663"/>
                <a:gd name="csX1065" fmla="*/ 678853 w 802107"/>
                <a:gd name="csY1065" fmla="*/ 162428 h 575663"/>
                <a:gd name="csX1066" fmla="*/ 679809 w 802107"/>
                <a:gd name="csY1066" fmla="*/ 163384 h 575663"/>
                <a:gd name="csX1067" fmla="*/ 680764 w 802107"/>
                <a:gd name="csY1067" fmla="*/ 164339 h 575663"/>
                <a:gd name="csX1068" fmla="*/ 682197 w 802107"/>
                <a:gd name="csY1068" fmla="*/ 167205 h 575663"/>
                <a:gd name="csX1069" fmla="*/ 685542 w 802107"/>
                <a:gd name="csY1069" fmla="*/ 170072 h 575663"/>
                <a:gd name="csX1070" fmla="*/ 687453 w 802107"/>
                <a:gd name="csY1070" fmla="*/ 170549 h 575663"/>
                <a:gd name="csX1071" fmla="*/ 688886 w 802107"/>
                <a:gd name="csY1071" fmla="*/ 171983 h 575663"/>
                <a:gd name="csX1072" fmla="*/ 690797 w 802107"/>
                <a:gd name="csY1072" fmla="*/ 171983 h 575663"/>
                <a:gd name="csX1073" fmla="*/ 692230 w 802107"/>
                <a:gd name="csY1073" fmla="*/ 172460 h 575663"/>
                <a:gd name="csX1074" fmla="*/ 694141 w 802107"/>
                <a:gd name="csY1074" fmla="*/ 173416 h 575663"/>
                <a:gd name="csX1075" fmla="*/ 697963 w 802107"/>
                <a:gd name="csY1075" fmla="*/ 175804 h 575663"/>
                <a:gd name="csX1076" fmla="*/ 700829 w 802107"/>
                <a:gd name="csY1076" fmla="*/ 176282 h 575663"/>
                <a:gd name="csX1077" fmla="*/ 702262 w 802107"/>
                <a:gd name="csY1077" fmla="*/ 177238 h 575663"/>
                <a:gd name="csX1078" fmla="*/ 705606 w 802107"/>
                <a:gd name="csY1078" fmla="*/ 179626 h 575663"/>
                <a:gd name="csX1079" fmla="*/ 706562 w 802107"/>
                <a:gd name="csY1079" fmla="*/ 181537 h 575663"/>
                <a:gd name="csX1080" fmla="*/ 707995 w 802107"/>
                <a:gd name="csY1080" fmla="*/ 183448 h 575663"/>
                <a:gd name="csX1081" fmla="*/ 706562 w 802107"/>
                <a:gd name="csY1081" fmla="*/ 183926 h 575663"/>
                <a:gd name="csX1082" fmla="*/ 705129 w 802107"/>
                <a:gd name="csY1082" fmla="*/ 183448 h 575663"/>
                <a:gd name="csX1083" fmla="*/ 704173 w 802107"/>
                <a:gd name="csY1083" fmla="*/ 185359 h 575663"/>
                <a:gd name="csX1084" fmla="*/ 706084 w 802107"/>
                <a:gd name="csY1084" fmla="*/ 188703 h 575663"/>
                <a:gd name="csX1085" fmla="*/ 708472 w 802107"/>
                <a:gd name="csY1085" fmla="*/ 190614 h 575663"/>
                <a:gd name="csX1086" fmla="*/ 711339 w 802107"/>
                <a:gd name="csY1086" fmla="*/ 193003 h 575663"/>
                <a:gd name="csX1087" fmla="*/ 714206 w 802107"/>
                <a:gd name="csY1087" fmla="*/ 195869 h 575663"/>
                <a:gd name="csX1088" fmla="*/ 715161 w 802107"/>
                <a:gd name="csY1088" fmla="*/ 198258 h 575663"/>
                <a:gd name="csX1089" fmla="*/ 716117 w 802107"/>
                <a:gd name="csY1089" fmla="*/ 199213 h 575663"/>
                <a:gd name="csX1090" fmla="*/ 717072 w 802107"/>
                <a:gd name="csY1090" fmla="*/ 203035 h 575663"/>
                <a:gd name="csX1091" fmla="*/ 719460 w 802107"/>
                <a:gd name="csY1091" fmla="*/ 204946 h 575663"/>
                <a:gd name="csX1092" fmla="*/ 719460 w 802107"/>
                <a:gd name="csY1092" fmla="*/ 208290 h 575663"/>
                <a:gd name="csX1093" fmla="*/ 720894 w 802107"/>
                <a:gd name="csY1093" fmla="*/ 213545 h 575663"/>
                <a:gd name="csX1094" fmla="*/ 722327 w 802107"/>
                <a:gd name="csY1094" fmla="*/ 218322 h 575663"/>
                <a:gd name="csX1095" fmla="*/ 723283 w 802107"/>
                <a:gd name="csY1095" fmla="*/ 219278 h 575663"/>
                <a:gd name="csX1096" fmla="*/ 724238 w 802107"/>
                <a:gd name="csY1096" fmla="*/ 221666 h 575663"/>
                <a:gd name="csX1097" fmla="*/ 725671 w 802107"/>
                <a:gd name="csY1097" fmla="*/ 221189 h 575663"/>
                <a:gd name="csX1098" fmla="*/ 726626 w 802107"/>
                <a:gd name="csY1098" fmla="*/ 220711 h 575663"/>
                <a:gd name="csX1099" fmla="*/ 728537 w 802107"/>
                <a:gd name="csY1099" fmla="*/ 222622 h 575663"/>
                <a:gd name="csX1100" fmla="*/ 729493 w 802107"/>
                <a:gd name="csY1100" fmla="*/ 224055 h 575663"/>
                <a:gd name="csX1101" fmla="*/ 730448 w 802107"/>
                <a:gd name="csY1101" fmla="*/ 223100 h 575663"/>
                <a:gd name="csX1102" fmla="*/ 729015 w 802107"/>
                <a:gd name="csY1102" fmla="*/ 219278 h 575663"/>
                <a:gd name="csX1103" fmla="*/ 729970 w 802107"/>
                <a:gd name="csY1103" fmla="*/ 216411 h 575663"/>
                <a:gd name="csX1104" fmla="*/ 730448 w 802107"/>
                <a:gd name="csY1104" fmla="*/ 216411 h 575663"/>
                <a:gd name="csX1105" fmla="*/ 731404 w 802107"/>
                <a:gd name="csY1105" fmla="*/ 216411 h 575663"/>
                <a:gd name="csX1106" fmla="*/ 732837 w 802107"/>
                <a:gd name="csY1106" fmla="*/ 218322 h 575663"/>
                <a:gd name="csX1107" fmla="*/ 734748 w 802107"/>
                <a:gd name="csY1107" fmla="*/ 220233 h 575663"/>
                <a:gd name="csX1108" fmla="*/ 738092 w 802107"/>
                <a:gd name="csY1108" fmla="*/ 222144 h 575663"/>
                <a:gd name="csX1109" fmla="*/ 740958 w 802107"/>
                <a:gd name="csY1109" fmla="*/ 224055 h 575663"/>
                <a:gd name="csX1110" fmla="*/ 741436 w 802107"/>
                <a:gd name="csY1110" fmla="*/ 224055 h 575663"/>
                <a:gd name="csX1111" fmla="*/ 741436 w 802107"/>
                <a:gd name="csY1111" fmla="*/ 222622 h 575663"/>
                <a:gd name="csX1112" fmla="*/ 741436 w 802107"/>
                <a:gd name="csY1112" fmla="*/ 220711 h 575663"/>
                <a:gd name="csX1113" fmla="*/ 742392 w 802107"/>
                <a:gd name="csY1113" fmla="*/ 220233 h 575663"/>
                <a:gd name="csX1114" fmla="*/ 743347 w 802107"/>
                <a:gd name="csY1114" fmla="*/ 221189 h 575663"/>
                <a:gd name="csX1115" fmla="*/ 745258 w 802107"/>
                <a:gd name="csY1115" fmla="*/ 224055 h 575663"/>
                <a:gd name="csX1116" fmla="*/ 745736 w 802107"/>
                <a:gd name="csY1116" fmla="*/ 230743 h 575663"/>
                <a:gd name="csX1117" fmla="*/ 745736 w 802107"/>
                <a:gd name="csY1117" fmla="*/ 235998 h 575663"/>
                <a:gd name="csX1118" fmla="*/ 746691 w 802107"/>
                <a:gd name="csY1118" fmla="*/ 241731 h 575663"/>
                <a:gd name="csX1119" fmla="*/ 748602 w 802107"/>
                <a:gd name="csY1119" fmla="*/ 243164 h 575663"/>
                <a:gd name="csX1120" fmla="*/ 749558 w 802107"/>
                <a:gd name="csY1120" fmla="*/ 244598 h 575663"/>
                <a:gd name="csX1121" fmla="*/ 751468 w 802107"/>
                <a:gd name="csY1121" fmla="*/ 246508 h 575663"/>
                <a:gd name="csX1122" fmla="*/ 752901 w 802107"/>
                <a:gd name="csY1122" fmla="*/ 247941 h 575663"/>
                <a:gd name="csX1123" fmla="*/ 754813 w 802107"/>
                <a:gd name="csY1123" fmla="*/ 248897 h 575663"/>
                <a:gd name="csX1124" fmla="*/ 760067 w 802107"/>
                <a:gd name="csY1124" fmla="*/ 252719 h 575663"/>
                <a:gd name="csX1125" fmla="*/ 761501 w 802107"/>
                <a:gd name="csY1125" fmla="*/ 253197 h 575663"/>
                <a:gd name="csX1126" fmla="*/ 763890 w 802107"/>
                <a:gd name="csY1126" fmla="*/ 253197 h 575663"/>
                <a:gd name="csX1127" fmla="*/ 766278 w 802107"/>
                <a:gd name="csY1127" fmla="*/ 254630 h 575663"/>
                <a:gd name="csX1128" fmla="*/ 767711 w 802107"/>
                <a:gd name="csY1128" fmla="*/ 256541 h 575663"/>
                <a:gd name="csX1129" fmla="*/ 771055 w 802107"/>
                <a:gd name="csY1129" fmla="*/ 262273 h 575663"/>
                <a:gd name="csX1130" fmla="*/ 772488 w 802107"/>
                <a:gd name="csY1130" fmla="*/ 264184 h 575663"/>
                <a:gd name="csX1131" fmla="*/ 775355 w 802107"/>
                <a:gd name="csY1131" fmla="*/ 266095 h 575663"/>
                <a:gd name="csX1132" fmla="*/ 776788 w 802107"/>
                <a:gd name="csY1132" fmla="*/ 267051 h 575663"/>
                <a:gd name="csX1133" fmla="*/ 778699 w 802107"/>
                <a:gd name="csY1133" fmla="*/ 268484 h 575663"/>
                <a:gd name="csX1134" fmla="*/ 779654 w 802107"/>
                <a:gd name="csY1134" fmla="*/ 270395 h 575663"/>
                <a:gd name="csX1135" fmla="*/ 779654 w 802107"/>
                <a:gd name="csY1135" fmla="*/ 271350 h 575663"/>
                <a:gd name="csX1136" fmla="*/ 781088 w 802107"/>
                <a:gd name="csY1136" fmla="*/ 273739 h 575663"/>
                <a:gd name="csX1137" fmla="*/ 782999 w 802107"/>
                <a:gd name="csY1137" fmla="*/ 276128 h 575663"/>
                <a:gd name="csX1138" fmla="*/ 785387 w 802107"/>
                <a:gd name="csY1138" fmla="*/ 277561 h 575663"/>
                <a:gd name="csX1139" fmla="*/ 787776 w 802107"/>
                <a:gd name="csY1139" fmla="*/ 280905 h 575663"/>
                <a:gd name="csX1140" fmla="*/ 788254 w 802107"/>
                <a:gd name="csY1140" fmla="*/ 286160 h 575663"/>
                <a:gd name="csX1141" fmla="*/ 789209 w 802107"/>
                <a:gd name="csY1141" fmla="*/ 288548 h 575663"/>
                <a:gd name="csX1142" fmla="*/ 790165 w 802107"/>
                <a:gd name="csY1142" fmla="*/ 289504 h 575663"/>
                <a:gd name="csX1143" fmla="*/ 792075 w 802107"/>
                <a:gd name="csY1143" fmla="*/ 290937 h 575663"/>
                <a:gd name="csX1144" fmla="*/ 793031 w 802107"/>
                <a:gd name="csY1144" fmla="*/ 291415 h 575663"/>
                <a:gd name="csX1145" fmla="*/ 791120 w 802107"/>
                <a:gd name="csY1145" fmla="*/ 298581 h 575663"/>
                <a:gd name="csX1146" fmla="*/ 793031 w 802107"/>
                <a:gd name="csY1146" fmla="*/ 311957 h 575663"/>
                <a:gd name="csX1147" fmla="*/ 792075 w 802107"/>
                <a:gd name="csY1147" fmla="*/ 316257 h 575663"/>
                <a:gd name="csX1148" fmla="*/ 793508 w 802107"/>
                <a:gd name="csY1148" fmla="*/ 320556 h 575663"/>
                <a:gd name="csX1149" fmla="*/ 797331 w 802107"/>
                <a:gd name="csY1149" fmla="*/ 328200 h 575663"/>
                <a:gd name="csX1150" fmla="*/ 798286 w 802107"/>
                <a:gd name="csY1150" fmla="*/ 330589 h 575663"/>
                <a:gd name="csX1151" fmla="*/ 798763 w 802107"/>
                <a:gd name="csY1151" fmla="*/ 333933 h 575663"/>
                <a:gd name="csX1152" fmla="*/ 801152 w 802107"/>
                <a:gd name="csY1152" fmla="*/ 337755 h 575663"/>
                <a:gd name="csX1153" fmla="*/ 801152 w 802107"/>
                <a:gd name="csY1153" fmla="*/ 343965 h 575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</a:cxnLst>
              <a:rect l="l" t="t" r="r" b="b"/>
              <a:pathLst>
                <a:path w="802107" h="575663">
                  <a:moveTo>
                    <a:pt x="801152" y="343965"/>
                  </a:moveTo>
                  <a:lnTo>
                    <a:pt x="802108" y="346831"/>
                  </a:lnTo>
                  <a:lnTo>
                    <a:pt x="801630" y="350653"/>
                  </a:lnTo>
                  <a:lnTo>
                    <a:pt x="798763" y="354475"/>
                  </a:lnTo>
                  <a:lnTo>
                    <a:pt x="796375" y="359730"/>
                  </a:lnTo>
                  <a:lnTo>
                    <a:pt x="796375" y="364030"/>
                  </a:lnTo>
                  <a:lnTo>
                    <a:pt x="794942" y="372151"/>
                  </a:lnTo>
                  <a:lnTo>
                    <a:pt x="793986" y="374540"/>
                  </a:lnTo>
                  <a:lnTo>
                    <a:pt x="793508" y="377884"/>
                  </a:lnTo>
                  <a:lnTo>
                    <a:pt x="790165" y="386005"/>
                  </a:lnTo>
                  <a:lnTo>
                    <a:pt x="790165" y="389350"/>
                  </a:lnTo>
                  <a:lnTo>
                    <a:pt x="790642" y="393171"/>
                  </a:lnTo>
                  <a:lnTo>
                    <a:pt x="790165" y="396993"/>
                  </a:lnTo>
                  <a:lnTo>
                    <a:pt x="789209" y="399860"/>
                  </a:lnTo>
                  <a:lnTo>
                    <a:pt x="788731" y="404637"/>
                  </a:lnTo>
                  <a:lnTo>
                    <a:pt x="785387" y="411803"/>
                  </a:lnTo>
                  <a:lnTo>
                    <a:pt x="781088" y="417535"/>
                  </a:lnTo>
                  <a:lnTo>
                    <a:pt x="780610" y="421835"/>
                  </a:lnTo>
                  <a:lnTo>
                    <a:pt x="780132" y="423746"/>
                  </a:lnTo>
                  <a:lnTo>
                    <a:pt x="779177" y="426135"/>
                  </a:lnTo>
                  <a:lnTo>
                    <a:pt x="776310" y="428523"/>
                  </a:lnTo>
                  <a:lnTo>
                    <a:pt x="774877" y="429479"/>
                  </a:lnTo>
                  <a:lnTo>
                    <a:pt x="773922" y="430912"/>
                  </a:lnTo>
                  <a:lnTo>
                    <a:pt x="772488" y="430912"/>
                  </a:lnTo>
                  <a:lnTo>
                    <a:pt x="772488" y="431390"/>
                  </a:lnTo>
                  <a:lnTo>
                    <a:pt x="773444" y="431867"/>
                  </a:lnTo>
                  <a:lnTo>
                    <a:pt x="772966" y="432823"/>
                  </a:lnTo>
                  <a:lnTo>
                    <a:pt x="769144" y="434256"/>
                  </a:lnTo>
                  <a:lnTo>
                    <a:pt x="766278" y="435689"/>
                  </a:lnTo>
                  <a:lnTo>
                    <a:pt x="763411" y="439989"/>
                  </a:lnTo>
                  <a:lnTo>
                    <a:pt x="761978" y="442377"/>
                  </a:lnTo>
                  <a:lnTo>
                    <a:pt x="760545" y="444766"/>
                  </a:lnTo>
                  <a:lnTo>
                    <a:pt x="759590" y="445722"/>
                  </a:lnTo>
                  <a:lnTo>
                    <a:pt x="759112" y="446677"/>
                  </a:lnTo>
                  <a:lnTo>
                    <a:pt x="758634" y="449543"/>
                  </a:lnTo>
                  <a:lnTo>
                    <a:pt x="757201" y="450021"/>
                  </a:lnTo>
                  <a:lnTo>
                    <a:pt x="755768" y="450499"/>
                  </a:lnTo>
                  <a:lnTo>
                    <a:pt x="756245" y="453365"/>
                  </a:lnTo>
                  <a:lnTo>
                    <a:pt x="755768" y="456232"/>
                  </a:lnTo>
                  <a:lnTo>
                    <a:pt x="755768" y="458142"/>
                  </a:lnTo>
                  <a:lnTo>
                    <a:pt x="754813" y="459576"/>
                  </a:lnTo>
                  <a:lnTo>
                    <a:pt x="753857" y="459098"/>
                  </a:lnTo>
                  <a:lnTo>
                    <a:pt x="753379" y="459098"/>
                  </a:lnTo>
                  <a:lnTo>
                    <a:pt x="752424" y="460053"/>
                  </a:lnTo>
                  <a:lnTo>
                    <a:pt x="753857" y="460053"/>
                  </a:lnTo>
                  <a:lnTo>
                    <a:pt x="754335" y="460531"/>
                  </a:lnTo>
                  <a:lnTo>
                    <a:pt x="751946" y="463398"/>
                  </a:lnTo>
                  <a:lnTo>
                    <a:pt x="749079" y="466264"/>
                  </a:lnTo>
                  <a:lnTo>
                    <a:pt x="748602" y="468175"/>
                  </a:lnTo>
                  <a:lnTo>
                    <a:pt x="747647" y="470564"/>
                  </a:lnTo>
                  <a:lnTo>
                    <a:pt x="746213" y="476296"/>
                  </a:lnTo>
                  <a:lnTo>
                    <a:pt x="745736" y="479163"/>
                  </a:lnTo>
                  <a:lnTo>
                    <a:pt x="746213" y="481551"/>
                  </a:lnTo>
                  <a:lnTo>
                    <a:pt x="746213" y="482029"/>
                  </a:lnTo>
                  <a:lnTo>
                    <a:pt x="745736" y="482029"/>
                  </a:lnTo>
                  <a:lnTo>
                    <a:pt x="745258" y="482029"/>
                  </a:lnTo>
                  <a:lnTo>
                    <a:pt x="743825" y="482507"/>
                  </a:lnTo>
                  <a:lnTo>
                    <a:pt x="743825" y="483462"/>
                  </a:lnTo>
                  <a:lnTo>
                    <a:pt x="744302" y="484417"/>
                  </a:lnTo>
                  <a:lnTo>
                    <a:pt x="744302" y="484895"/>
                  </a:lnTo>
                  <a:lnTo>
                    <a:pt x="744302" y="485373"/>
                  </a:lnTo>
                  <a:lnTo>
                    <a:pt x="743825" y="485851"/>
                  </a:lnTo>
                  <a:lnTo>
                    <a:pt x="742869" y="485851"/>
                  </a:lnTo>
                  <a:lnTo>
                    <a:pt x="741436" y="486329"/>
                  </a:lnTo>
                  <a:lnTo>
                    <a:pt x="737614" y="494450"/>
                  </a:lnTo>
                  <a:lnTo>
                    <a:pt x="736181" y="496839"/>
                  </a:lnTo>
                  <a:lnTo>
                    <a:pt x="733792" y="500183"/>
                  </a:lnTo>
                  <a:lnTo>
                    <a:pt x="733315" y="503527"/>
                  </a:lnTo>
                  <a:lnTo>
                    <a:pt x="732837" y="506871"/>
                  </a:lnTo>
                  <a:lnTo>
                    <a:pt x="731881" y="512126"/>
                  </a:lnTo>
                  <a:lnTo>
                    <a:pt x="731404" y="516425"/>
                  </a:lnTo>
                  <a:lnTo>
                    <a:pt x="729970" y="520247"/>
                  </a:lnTo>
                  <a:lnTo>
                    <a:pt x="729493" y="523114"/>
                  </a:lnTo>
                  <a:lnTo>
                    <a:pt x="729015" y="528369"/>
                  </a:lnTo>
                  <a:lnTo>
                    <a:pt x="729970" y="532190"/>
                  </a:lnTo>
                  <a:lnTo>
                    <a:pt x="729493" y="534579"/>
                  </a:lnTo>
                  <a:lnTo>
                    <a:pt x="729493" y="536490"/>
                  </a:lnTo>
                  <a:lnTo>
                    <a:pt x="729015" y="538401"/>
                  </a:lnTo>
                  <a:lnTo>
                    <a:pt x="726149" y="538879"/>
                  </a:lnTo>
                  <a:lnTo>
                    <a:pt x="724238" y="540790"/>
                  </a:lnTo>
                  <a:lnTo>
                    <a:pt x="721371" y="543178"/>
                  </a:lnTo>
                  <a:lnTo>
                    <a:pt x="719938" y="544134"/>
                  </a:lnTo>
                  <a:lnTo>
                    <a:pt x="716117" y="544612"/>
                  </a:lnTo>
                  <a:lnTo>
                    <a:pt x="708951" y="544612"/>
                  </a:lnTo>
                  <a:lnTo>
                    <a:pt x="695574" y="545567"/>
                  </a:lnTo>
                  <a:lnTo>
                    <a:pt x="693185" y="546045"/>
                  </a:lnTo>
                  <a:lnTo>
                    <a:pt x="687930" y="547956"/>
                  </a:lnTo>
                  <a:lnTo>
                    <a:pt x="683153" y="550822"/>
                  </a:lnTo>
                  <a:lnTo>
                    <a:pt x="678376" y="554644"/>
                  </a:lnTo>
                  <a:lnTo>
                    <a:pt x="667865" y="564676"/>
                  </a:lnTo>
                  <a:lnTo>
                    <a:pt x="659267" y="565632"/>
                  </a:lnTo>
                  <a:lnTo>
                    <a:pt x="657833" y="565632"/>
                  </a:lnTo>
                  <a:lnTo>
                    <a:pt x="656400" y="565632"/>
                  </a:lnTo>
                  <a:lnTo>
                    <a:pt x="654967" y="566109"/>
                  </a:lnTo>
                  <a:lnTo>
                    <a:pt x="654967" y="567543"/>
                  </a:lnTo>
                  <a:lnTo>
                    <a:pt x="656400" y="568976"/>
                  </a:lnTo>
                  <a:lnTo>
                    <a:pt x="657356" y="569931"/>
                  </a:lnTo>
                  <a:lnTo>
                    <a:pt x="659267" y="568498"/>
                  </a:lnTo>
                  <a:lnTo>
                    <a:pt x="660222" y="568976"/>
                  </a:lnTo>
                  <a:lnTo>
                    <a:pt x="660222" y="571842"/>
                  </a:lnTo>
                  <a:lnTo>
                    <a:pt x="660222" y="574231"/>
                  </a:lnTo>
                  <a:lnTo>
                    <a:pt x="659744" y="575186"/>
                  </a:lnTo>
                  <a:lnTo>
                    <a:pt x="658789" y="575664"/>
                  </a:lnTo>
                  <a:lnTo>
                    <a:pt x="657356" y="575186"/>
                  </a:lnTo>
                  <a:lnTo>
                    <a:pt x="657356" y="574231"/>
                  </a:lnTo>
                  <a:lnTo>
                    <a:pt x="655922" y="571842"/>
                  </a:lnTo>
                  <a:lnTo>
                    <a:pt x="654012" y="569454"/>
                  </a:lnTo>
                  <a:lnTo>
                    <a:pt x="652101" y="568498"/>
                  </a:lnTo>
                  <a:lnTo>
                    <a:pt x="651145" y="569454"/>
                  </a:lnTo>
                  <a:lnTo>
                    <a:pt x="649712" y="570409"/>
                  </a:lnTo>
                  <a:lnTo>
                    <a:pt x="648279" y="567065"/>
                  </a:lnTo>
                  <a:lnTo>
                    <a:pt x="646846" y="564676"/>
                  </a:lnTo>
                  <a:lnTo>
                    <a:pt x="644935" y="564676"/>
                  </a:lnTo>
                  <a:lnTo>
                    <a:pt x="643024" y="564676"/>
                  </a:lnTo>
                  <a:lnTo>
                    <a:pt x="641590" y="563243"/>
                  </a:lnTo>
                  <a:lnTo>
                    <a:pt x="638724" y="561810"/>
                  </a:lnTo>
                  <a:lnTo>
                    <a:pt x="639202" y="560377"/>
                  </a:lnTo>
                  <a:lnTo>
                    <a:pt x="640157" y="558943"/>
                  </a:lnTo>
                  <a:lnTo>
                    <a:pt x="641590" y="558466"/>
                  </a:lnTo>
                  <a:lnTo>
                    <a:pt x="641113" y="556555"/>
                  </a:lnTo>
                  <a:lnTo>
                    <a:pt x="640635" y="555122"/>
                  </a:lnTo>
                  <a:lnTo>
                    <a:pt x="638246" y="554644"/>
                  </a:lnTo>
                  <a:lnTo>
                    <a:pt x="636813" y="554644"/>
                  </a:lnTo>
                  <a:lnTo>
                    <a:pt x="635858" y="556077"/>
                  </a:lnTo>
                  <a:lnTo>
                    <a:pt x="634903" y="557988"/>
                  </a:lnTo>
                  <a:lnTo>
                    <a:pt x="630125" y="560854"/>
                  </a:lnTo>
                  <a:lnTo>
                    <a:pt x="628214" y="559421"/>
                  </a:lnTo>
                  <a:lnTo>
                    <a:pt x="625348" y="557032"/>
                  </a:lnTo>
                  <a:lnTo>
                    <a:pt x="626781" y="557510"/>
                  </a:lnTo>
                  <a:lnTo>
                    <a:pt x="629169" y="557510"/>
                  </a:lnTo>
                  <a:lnTo>
                    <a:pt x="631558" y="555122"/>
                  </a:lnTo>
                  <a:lnTo>
                    <a:pt x="632514" y="554166"/>
                  </a:lnTo>
                  <a:lnTo>
                    <a:pt x="633469" y="551300"/>
                  </a:lnTo>
                  <a:lnTo>
                    <a:pt x="632036" y="549867"/>
                  </a:lnTo>
                  <a:lnTo>
                    <a:pt x="630603" y="548433"/>
                  </a:lnTo>
                  <a:lnTo>
                    <a:pt x="628692" y="547000"/>
                  </a:lnTo>
                  <a:lnTo>
                    <a:pt x="622004" y="551300"/>
                  </a:lnTo>
                  <a:lnTo>
                    <a:pt x="620571" y="551778"/>
                  </a:lnTo>
                  <a:lnTo>
                    <a:pt x="619137" y="552733"/>
                  </a:lnTo>
                  <a:lnTo>
                    <a:pt x="621526" y="553211"/>
                  </a:lnTo>
                  <a:lnTo>
                    <a:pt x="622959" y="553211"/>
                  </a:lnTo>
                  <a:lnTo>
                    <a:pt x="624392" y="554166"/>
                  </a:lnTo>
                  <a:lnTo>
                    <a:pt x="622004" y="556077"/>
                  </a:lnTo>
                  <a:lnTo>
                    <a:pt x="620092" y="556555"/>
                  </a:lnTo>
                  <a:lnTo>
                    <a:pt x="617704" y="557510"/>
                  </a:lnTo>
                  <a:lnTo>
                    <a:pt x="613405" y="559899"/>
                  </a:lnTo>
                  <a:lnTo>
                    <a:pt x="607672" y="565632"/>
                  </a:lnTo>
                  <a:lnTo>
                    <a:pt x="604805" y="567065"/>
                  </a:lnTo>
                  <a:lnTo>
                    <a:pt x="601939" y="568498"/>
                  </a:lnTo>
                  <a:lnTo>
                    <a:pt x="598117" y="567065"/>
                  </a:lnTo>
                  <a:lnTo>
                    <a:pt x="595728" y="566587"/>
                  </a:lnTo>
                  <a:lnTo>
                    <a:pt x="592862" y="564198"/>
                  </a:lnTo>
                  <a:lnTo>
                    <a:pt x="588085" y="562765"/>
                  </a:lnTo>
                  <a:lnTo>
                    <a:pt x="583785" y="559899"/>
                  </a:lnTo>
                  <a:lnTo>
                    <a:pt x="580441" y="558466"/>
                  </a:lnTo>
                  <a:lnTo>
                    <a:pt x="578530" y="557988"/>
                  </a:lnTo>
                  <a:lnTo>
                    <a:pt x="575186" y="558466"/>
                  </a:lnTo>
                  <a:lnTo>
                    <a:pt x="569931" y="556077"/>
                  </a:lnTo>
                  <a:lnTo>
                    <a:pt x="566109" y="555599"/>
                  </a:lnTo>
                  <a:lnTo>
                    <a:pt x="563243" y="558466"/>
                  </a:lnTo>
                  <a:lnTo>
                    <a:pt x="561332" y="557988"/>
                  </a:lnTo>
                  <a:lnTo>
                    <a:pt x="559899" y="557510"/>
                  </a:lnTo>
                  <a:lnTo>
                    <a:pt x="556077" y="553211"/>
                  </a:lnTo>
                  <a:lnTo>
                    <a:pt x="551778" y="551300"/>
                  </a:lnTo>
                  <a:lnTo>
                    <a:pt x="544134" y="549867"/>
                  </a:lnTo>
                  <a:lnTo>
                    <a:pt x="539357" y="547000"/>
                  </a:lnTo>
                  <a:lnTo>
                    <a:pt x="536012" y="541267"/>
                  </a:lnTo>
                  <a:lnTo>
                    <a:pt x="529324" y="534579"/>
                  </a:lnTo>
                  <a:lnTo>
                    <a:pt x="527413" y="532190"/>
                  </a:lnTo>
                  <a:lnTo>
                    <a:pt x="526935" y="529802"/>
                  </a:lnTo>
                  <a:lnTo>
                    <a:pt x="526458" y="527891"/>
                  </a:lnTo>
                  <a:lnTo>
                    <a:pt x="527413" y="524547"/>
                  </a:lnTo>
                  <a:lnTo>
                    <a:pt x="528846" y="520725"/>
                  </a:lnTo>
                  <a:lnTo>
                    <a:pt x="528846" y="518814"/>
                  </a:lnTo>
                  <a:lnTo>
                    <a:pt x="526458" y="512126"/>
                  </a:lnTo>
                  <a:lnTo>
                    <a:pt x="523114" y="506393"/>
                  </a:lnTo>
                  <a:lnTo>
                    <a:pt x="521203" y="504482"/>
                  </a:lnTo>
                  <a:lnTo>
                    <a:pt x="516903" y="500183"/>
                  </a:lnTo>
                  <a:lnTo>
                    <a:pt x="512603" y="496839"/>
                  </a:lnTo>
                  <a:lnTo>
                    <a:pt x="511648" y="495406"/>
                  </a:lnTo>
                  <a:lnTo>
                    <a:pt x="511171" y="494450"/>
                  </a:lnTo>
                  <a:lnTo>
                    <a:pt x="513559" y="494928"/>
                  </a:lnTo>
                  <a:lnTo>
                    <a:pt x="514037" y="493972"/>
                  </a:lnTo>
                  <a:lnTo>
                    <a:pt x="515470" y="493494"/>
                  </a:lnTo>
                  <a:lnTo>
                    <a:pt x="516425" y="494928"/>
                  </a:lnTo>
                  <a:lnTo>
                    <a:pt x="517859" y="495406"/>
                  </a:lnTo>
                  <a:lnTo>
                    <a:pt x="517859" y="492539"/>
                  </a:lnTo>
                  <a:lnTo>
                    <a:pt x="518336" y="491106"/>
                  </a:lnTo>
                  <a:lnTo>
                    <a:pt x="517859" y="490628"/>
                  </a:lnTo>
                  <a:lnTo>
                    <a:pt x="517859" y="490150"/>
                  </a:lnTo>
                  <a:lnTo>
                    <a:pt x="515948" y="489673"/>
                  </a:lnTo>
                  <a:lnTo>
                    <a:pt x="514037" y="490150"/>
                  </a:lnTo>
                  <a:lnTo>
                    <a:pt x="512603" y="491583"/>
                  </a:lnTo>
                  <a:lnTo>
                    <a:pt x="510215" y="492539"/>
                  </a:lnTo>
                  <a:lnTo>
                    <a:pt x="509737" y="493494"/>
                  </a:lnTo>
                  <a:lnTo>
                    <a:pt x="507348" y="493494"/>
                  </a:lnTo>
                  <a:lnTo>
                    <a:pt x="506871" y="493972"/>
                  </a:lnTo>
                  <a:lnTo>
                    <a:pt x="502571" y="495883"/>
                  </a:lnTo>
                  <a:lnTo>
                    <a:pt x="499705" y="495883"/>
                  </a:lnTo>
                  <a:lnTo>
                    <a:pt x="495883" y="495406"/>
                  </a:lnTo>
                  <a:lnTo>
                    <a:pt x="497316" y="492539"/>
                  </a:lnTo>
                  <a:lnTo>
                    <a:pt x="498750" y="490628"/>
                  </a:lnTo>
                  <a:lnTo>
                    <a:pt x="500182" y="488717"/>
                  </a:lnTo>
                  <a:lnTo>
                    <a:pt x="502571" y="482507"/>
                  </a:lnTo>
                  <a:lnTo>
                    <a:pt x="502094" y="476296"/>
                  </a:lnTo>
                  <a:lnTo>
                    <a:pt x="500660" y="474385"/>
                  </a:lnTo>
                  <a:lnTo>
                    <a:pt x="497316" y="469608"/>
                  </a:lnTo>
                  <a:lnTo>
                    <a:pt x="495883" y="466742"/>
                  </a:lnTo>
                  <a:lnTo>
                    <a:pt x="493972" y="463398"/>
                  </a:lnTo>
                  <a:lnTo>
                    <a:pt x="493017" y="465308"/>
                  </a:lnTo>
                  <a:lnTo>
                    <a:pt x="492539" y="467219"/>
                  </a:lnTo>
                  <a:lnTo>
                    <a:pt x="490628" y="469608"/>
                  </a:lnTo>
                  <a:lnTo>
                    <a:pt x="489673" y="475818"/>
                  </a:lnTo>
                  <a:lnTo>
                    <a:pt x="485851" y="484895"/>
                  </a:lnTo>
                  <a:lnTo>
                    <a:pt x="483462" y="484895"/>
                  </a:lnTo>
                  <a:lnTo>
                    <a:pt x="481551" y="484895"/>
                  </a:lnTo>
                  <a:lnTo>
                    <a:pt x="477729" y="485851"/>
                  </a:lnTo>
                  <a:lnTo>
                    <a:pt x="475341" y="486806"/>
                  </a:lnTo>
                  <a:lnTo>
                    <a:pt x="472952" y="486806"/>
                  </a:lnTo>
                  <a:lnTo>
                    <a:pt x="471519" y="487284"/>
                  </a:lnTo>
                  <a:lnTo>
                    <a:pt x="470086" y="486806"/>
                  </a:lnTo>
                  <a:lnTo>
                    <a:pt x="472475" y="480118"/>
                  </a:lnTo>
                  <a:lnTo>
                    <a:pt x="474863" y="480118"/>
                  </a:lnTo>
                  <a:lnTo>
                    <a:pt x="477252" y="479640"/>
                  </a:lnTo>
                  <a:lnTo>
                    <a:pt x="478685" y="480118"/>
                  </a:lnTo>
                  <a:lnTo>
                    <a:pt x="480118" y="479640"/>
                  </a:lnTo>
                  <a:lnTo>
                    <a:pt x="481551" y="476774"/>
                  </a:lnTo>
                  <a:lnTo>
                    <a:pt x="482029" y="472952"/>
                  </a:lnTo>
                  <a:lnTo>
                    <a:pt x="481551" y="470564"/>
                  </a:lnTo>
                  <a:lnTo>
                    <a:pt x="481551" y="468175"/>
                  </a:lnTo>
                  <a:lnTo>
                    <a:pt x="482029" y="465308"/>
                  </a:lnTo>
                  <a:lnTo>
                    <a:pt x="482029" y="463398"/>
                  </a:lnTo>
                  <a:lnTo>
                    <a:pt x="485373" y="456709"/>
                  </a:lnTo>
                  <a:lnTo>
                    <a:pt x="487762" y="453365"/>
                  </a:lnTo>
                  <a:lnTo>
                    <a:pt x="490628" y="450499"/>
                  </a:lnTo>
                  <a:lnTo>
                    <a:pt x="490628" y="448110"/>
                  </a:lnTo>
                  <a:lnTo>
                    <a:pt x="489673" y="444766"/>
                  </a:lnTo>
                  <a:lnTo>
                    <a:pt x="489195" y="442377"/>
                  </a:lnTo>
                  <a:lnTo>
                    <a:pt x="490628" y="441422"/>
                  </a:lnTo>
                  <a:lnTo>
                    <a:pt x="492061" y="439989"/>
                  </a:lnTo>
                  <a:lnTo>
                    <a:pt x="490628" y="433301"/>
                  </a:lnTo>
                  <a:lnTo>
                    <a:pt x="489673" y="430912"/>
                  </a:lnTo>
                  <a:lnTo>
                    <a:pt x="487762" y="429001"/>
                  </a:lnTo>
                  <a:lnTo>
                    <a:pt x="487762" y="431867"/>
                  </a:lnTo>
                  <a:lnTo>
                    <a:pt x="488239" y="434256"/>
                  </a:lnTo>
                  <a:lnTo>
                    <a:pt x="485851" y="437600"/>
                  </a:lnTo>
                  <a:lnTo>
                    <a:pt x="482984" y="439989"/>
                  </a:lnTo>
                  <a:lnTo>
                    <a:pt x="481073" y="442377"/>
                  </a:lnTo>
                  <a:lnTo>
                    <a:pt x="479162" y="447155"/>
                  </a:lnTo>
                  <a:lnTo>
                    <a:pt x="477252" y="451932"/>
                  </a:lnTo>
                  <a:lnTo>
                    <a:pt x="474863" y="453365"/>
                  </a:lnTo>
                  <a:lnTo>
                    <a:pt x="472952" y="453843"/>
                  </a:lnTo>
                  <a:lnTo>
                    <a:pt x="471041" y="454321"/>
                  </a:lnTo>
                  <a:lnTo>
                    <a:pt x="468175" y="456232"/>
                  </a:lnTo>
                  <a:lnTo>
                    <a:pt x="465309" y="457665"/>
                  </a:lnTo>
                  <a:lnTo>
                    <a:pt x="462920" y="459576"/>
                  </a:lnTo>
                  <a:lnTo>
                    <a:pt x="461009" y="460531"/>
                  </a:lnTo>
                  <a:lnTo>
                    <a:pt x="454798" y="469130"/>
                  </a:lnTo>
                  <a:lnTo>
                    <a:pt x="451932" y="471997"/>
                  </a:lnTo>
                  <a:lnTo>
                    <a:pt x="451454" y="473430"/>
                  </a:lnTo>
                  <a:lnTo>
                    <a:pt x="450499" y="474385"/>
                  </a:lnTo>
                  <a:lnTo>
                    <a:pt x="450499" y="475818"/>
                  </a:lnTo>
                  <a:lnTo>
                    <a:pt x="451454" y="476774"/>
                  </a:lnTo>
                  <a:lnTo>
                    <a:pt x="452410" y="480596"/>
                  </a:lnTo>
                  <a:lnTo>
                    <a:pt x="451932" y="481551"/>
                  </a:lnTo>
                  <a:lnTo>
                    <a:pt x="450977" y="481074"/>
                  </a:lnTo>
                  <a:lnTo>
                    <a:pt x="448588" y="478685"/>
                  </a:lnTo>
                  <a:lnTo>
                    <a:pt x="446677" y="479640"/>
                  </a:lnTo>
                  <a:lnTo>
                    <a:pt x="445721" y="480596"/>
                  </a:lnTo>
                  <a:lnTo>
                    <a:pt x="442377" y="476296"/>
                  </a:lnTo>
                  <a:lnTo>
                    <a:pt x="440944" y="475341"/>
                  </a:lnTo>
                  <a:lnTo>
                    <a:pt x="439033" y="473908"/>
                  </a:lnTo>
                  <a:lnTo>
                    <a:pt x="437122" y="472474"/>
                  </a:lnTo>
                  <a:lnTo>
                    <a:pt x="436645" y="472474"/>
                  </a:lnTo>
                  <a:lnTo>
                    <a:pt x="435211" y="472474"/>
                  </a:lnTo>
                  <a:lnTo>
                    <a:pt x="435211" y="471519"/>
                  </a:lnTo>
                  <a:lnTo>
                    <a:pt x="436167" y="470564"/>
                  </a:lnTo>
                  <a:lnTo>
                    <a:pt x="437122" y="470564"/>
                  </a:lnTo>
                  <a:lnTo>
                    <a:pt x="438555" y="471519"/>
                  </a:lnTo>
                  <a:lnTo>
                    <a:pt x="439989" y="472952"/>
                  </a:lnTo>
                  <a:lnTo>
                    <a:pt x="440944" y="472952"/>
                  </a:lnTo>
                  <a:lnTo>
                    <a:pt x="441422" y="472474"/>
                  </a:lnTo>
                  <a:lnTo>
                    <a:pt x="439989" y="468175"/>
                  </a:lnTo>
                  <a:lnTo>
                    <a:pt x="439033" y="463875"/>
                  </a:lnTo>
                  <a:lnTo>
                    <a:pt x="438555" y="462920"/>
                  </a:lnTo>
                  <a:lnTo>
                    <a:pt x="437122" y="459098"/>
                  </a:lnTo>
                  <a:lnTo>
                    <a:pt x="436167" y="457665"/>
                  </a:lnTo>
                  <a:lnTo>
                    <a:pt x="433300" y="454799"/>
                  </a:lnTo>
                  <a:lnTo>
                    <a:pt x="430434" y="451454"/>
                  </a:lnTo>
                  <a:lnTo>
                    <a:pt x="429479" y="447633"/>
                  </a:lnTo>
                  <a:lnTo>
                    <a:pt x="428523" y="445244"/>
                  </a:lnTo>
                  <a:lnTo>
                    <a:pt x="427090" y="443333"/>
                  </a:lnTo>
                  <a:lnTo>
                    <a:pt x="424702" y="442377"/>
                  </a:lnTo>
                  <a:lnTo>
                    <a:pt x="418968" y="441422"/>
                  </a:lnTo>
                  <a:lnTo>
                    <a:pt x="416102" y="437600"/>
                  </a:lnTo>
                  <a:lnTo>
                    <a:pt x="414669" y="432823"/>
                  </a:lnTo>
                  <a:lnTo>
                    <a:pt x="416102" y="432345"/>
                  </a:lnTo>
                  <a:lnTo>
                    <a:pt x="417536" y="432345"/>
                  </a:lnTo>
                  <a:lnTo>
                    <a:pt x="418013" y="430912"/>
                  </a:lnTo>
                  <a:lnTo>
                    <a:pt x="417536" y="428523"/>
                  </a:lnTo>
                  <a:lnTo>
                    <a:pt x="411325" y="425179"/>
                  </a:lnTo>
                  <a:lnTo>
                    <a:pt x="408459" y="422313"/>
                  </a:lnTo>
                  <a:lnTo>
                    <a:pt x="406070" y="420880"/>
                  </a:lnTo>
                  <a:lnTo>
                    <a:pt x="404159" y="420402"/>
                  </a:lnTo>
                  <a:lnTo>
                    <a:pt x="400815" y="420402"/>
                  </a:lnTo>
                  <a:lnTo>
                    <a:pt x="396993" y="420402"/>
                  </a:lnTo>
                  <a:lnTo>
                    <a:pt x="388394" y="415625"/>
                  </a:lnTo>
                  <a:lnTo>
                    <a:pt x="386005" y="415625"/>
                  </a:lnTo>
                  <a:lnTo>
                    <a:pt x="379795" y="417058"/>
                  </a:lnTo>
                  <a:lnTo>
                    <a:pt x="377406" y="416580"/>
                  </a:lnTo>
                  <a:lnTo>
                    <a:pt x="367852" y="409892"/>
                  </a:lnTo>
                  <a:lnTo>
                    <a:pt x="361163" y="407026"/>
                  </a:lnTo>
                  <a:lnTo>
                    <a:pt x="359252" y="406548"/>
                  </a:lnTo>
                  <a:lnTo>
                    <a:pt x="356386" y="406070"/>
                  </a:lnTo>
                  <a:lnTo>
                    <a:pt x="353997" y="406548"/>
                  </a:lnTo>
                  <a:lnTo>
                    <a:pt x="352564" y="407503"/>
                  </a:lnTo>
                  <a:lnTo>
                    <a:pt x="349220" y="407981"/>
                  </a:lnTo>
                  <a:lnTo>
                    <a:pt x="336322" y="407503"/>
                  </a:lnTo>
                  <a:lnTo>
                    <a:pt x="324856" y="408459"/>
                  </a:lnTo>
                  <a:lnTo>
                    <a:pt x="317212" y="409414"/>
                  </a:lnTo>
                  <a:lnTo>
                    <a:pt x="312435" y="410369"/>
                  </a:lnTo>
                  <a:lnTo>
                    <a:pt x="304791" y="414192"/>
                  </a:lnTo>
                  <a:lnTo>
                    <a:pt x="295236" y="418013"/>
                  </a:lnTo>
                  <a:lnTo>
                    <a:pt x="287593" y="419924"/>
                  </a:lnTo>
                  <a:lnTo>
                    <a:pt x="280427" y="422313"/>
                  </a:lnTo>
                  <a:lnTo>
                    <a:pt x="275650" y="422791"/>
                  </a:lnTo>
                  <a:lnTo>
                    <a:pt x="269440" y="423268"/>
                  </a:lnTo>
                  <a:lnTo>
                    <a:pt x="257018" y="422313"/>
                  </a:lnTo>
                  <a:lnTo>
                    <a:pt x="252719" y="422791"/>
                  </a:lnTo>
                  <a:lnTo>
                    <a:pt x="245553" y="427568"/>
                  </a:lnTo>
                  <a:lnTo>
                    <a:pt x="243642" y="428523"/>
                  </a:lnTo>
                  <a:lnTo>
                    <a:pt x="239820" y="429957"/>
                  </a:lnTo>
                  <a:lnTo>
                    <a:pt x="229788" y="435689"/>
                  </a:lnTo>
                  <a:lnTo>
                    <a:pt x="225010" y="436645"/>
                  </a:lnTo>
                  <a:lnTo>
                    <a:pt x="222144" y="437122"/>
                  </a:lnTo>
                  <a:lnTo>
                    <a:pt x="219278" y="438556"/>
                  </a:lnTo>
                  <a:lnTo>
                    <a:pt x="216889" y="440944"/>
                  </a:lnTo>
                  <a:lnTo>
                    <a:pt x="214022" y="447633"/>
                  </a:lnTo>
                  <a:lnTo>
                    <a:pt x="212112" y="450976"/>
                  </a:lnTo>
                  <a:lnTo>
                    <a:pt x="207812" y="456232"/>
                  </a:lnTo>
                  <a:lnTo>
                    <a:pt x="204946" y="458142"/>
                  </a:lnTo>
                  <a:lnTo>
                    <a:pt x="202079" y="457665"/>
                  </a:lnTo>
                  <a:lnTo>
                    <a:pt x="198735" y="459576"/>
                  </a:lnTo>
                  <a:lnTo>
                    <a:pt x="195869" y="457665"/>
                  </a:lnTo>
                  <a:lnTo>
                    <a:pt x="193958" y="457187"/>
                  </a:lnTo>
                  <a:lnTo>
                    <a:pt x="190136" y="457187"/>
                  </a:lnTo>
                  <a:lnTo>
                    <a:pt x="177715" y="459576"/>
                  </a:lnTo>
                  <a:lnTo>
                    <a:pt x="176282" y="457187"/>
                  </a:lnTo>
                  <a:lnTo>
                    <a:pt x="173894" y="456709"/>
                  </a:lnTo>
                  <a:lnTo>
                    <a:pt x="169594" y="456709"/>
                  </a:lnTo>
                  <a:lnTo>
                    <a:pt x="162906" y="456232"/>
                  </a:lnTo>
                  <a:lnTo>
                    <a:pt x="151440" y="457187"/>
                  </a:lnTo>
                  <a:lnTo>
                    <a:pt x="145707" y="458142"/>
                  </a:lnTo>
                  <a:lnTo>
                    <a:pt x="143319" y="459098"/>
                  </a:lnTo>
                  <a:lnTo>
                    <a:pt x="139497" y="458142"/>
                  </a:lnTo>
                  <a:lnTo>
                    <a:pt x="132331" y="459098"/>
                  </a:lnTo>
                  <a:lnTo>
                    <a:pt x="129942" y="460531"/>
                  </a:lnTo>
                  <a:lnTo>
                    <a:pt x="128031" y="461964"/>
                  </a:lnTo>
                  <a:lnTo>
                    <a:pt x="124210" y="467697"/>
                  </a:lnTo>
                  <a:lnTo>
                    <a:pt x="120388" y="469608"/>
                  </a:lnTo>
                  <a:lnTo>
                    <a:pt x="117044" y="469608"/>
                  </a:lnTo>
                  <a:lnTo>
                    <a:pt x="113222" y="470086"/>
                  </a:lnTo>
                  <a:lnTo>
                    <a:pt x="106056" y="475818"/>
                  </a:lnTo>
                  <a:lnTo>
                    <a:pt x="98412" y="481551"/>
                  </a:lnTo>
                  <a:lnTo>
                    <a:pt x="95546" y="482029"/>
                  </a:lnTo>
                  <a:lnTo>
                    <a:pt x="92680" y="482984"/>
                  </a:lnTo>
                  <a:lnTo>
                    <a:pt x="89335" y="483462"/>
                  </a:lnTo>
                  <a:lnTo>
                    <a:pt x="87424" y="483940"/>
                  </a:lnTo>
                  <a:lnTo>
                    <a:pt x="78825" y="482507"/>
                  </a:lnTo>
                  <a:lnTo>
                    <a:pt x="73092" y="482507"/>
                  </a:lnTo>
                  <a:lnTo>
                    <a:pt x="66405" y="481551"/>
                  </a:lnTo>
                  <a:lnTo>
                    <a:pt x="60194" y="478685"/>
                  </a:lnTo>
                  <a:lnTo>
                    <a:pt x="55894" y="477252"/>
                  </a:lnTo>
                  <a:lnTo>
                    <a:pt x="50639" y="471519"/>
                  </a:lnTo>
                  <a:lnTo>
                    <a:pt x="47295" y="469130"/>
                  </a:lnTo>
                  <a:lnTo>
                    <a:pt x="41562" y="466264"/>
                  </a:lnTo>
                  <a:lnTo>
                    <a:pt x="40129" y="466742"/>
                  </a:lnTo>
                  <a:lnTo>
                    <a:pt x="38696" y="467219"/>
                  </a:lnTo>
                  <a:lnTo>
                    <a:pt x="36307" y="465308"/>
                  </a:lnTo>
                  <a:lnTo>
                    <a:pt x="36307" y="462920"/>
                  </a:lnTo>
                  <a:lnTo>
                    <a:pt x="35352" y="461009"/>
                  </a:lnTo>
                  <a:lnTo>
                    <a:pt x="35830" y="455276"/>
                  </a:lnTo>
                  <a:lnTo>
                    <a:pt x="35830" y="449066"/>
                  </a:lnTo>
                  <a:lnTo>
                    <a:pt x="38218" y="450499"/>
                  </a:lnTo>
                  <a:lnTo>
                    <a:pt x="39651" y="451932"/>
                  </a:lnTo>
                  <a:lnTo>
                    <a:pt x="42996" y="451932"/>
                  </a:lnTo>
                  <a:lnTo>
                    <a:pt x="46340" y="449543"/>
                  </a:lnTo>
                  <a:lnTo>
                    <a:pt x="48251" y="446199"/>
                  </a:lnTo>
                  <a:lnTo>
                    <a:pt x="49684" y="442377"/>
                  </a:lnTo>
                  <a:lnTo>
                    <a:pt x="49206" y="438078"/>
                  </a:lnTo>
                  <a:lnTo>
                    <a:pt x="48251" y="430912"/>
                  </a:lnTo>
                  <a:lnTo>
                    <a:pt x="49206" y="429479"/>
                  </a:lnTo>
                  <a:lnTo>
                    <a:pt x="50162" y="428523"/>
                  </a:lnTo>
                  <a:lnTo>
                    <a:pt x="50639" y="425179"/>
                  </a:lnTo>
                  <a:lnTo>
                    <a:pt x="50639" y="414192"/>
                  </a:lnTo>
                  <a:lnTo>
                    <a:pt x="50162" y="409892"/>
                  </a:lnTo>
                  <a:lnTo>
                    <a:pt x="44907" y="401770"/>
                  </a:lnTo>
                  <a:lnTo>
                    <a:pt x="42040" y="394604"/>
                  </a:lnTo>
                  <a:lnTo>
                    <a:pt x="39651" y="391260"/>
                  </a:lnTo>
                  <a:lnTo>
                    <a:pt x="37741" y="386005"/>
                  </a:lnTo>
                  <a:lnTo>
                    <a:pt x="35830" y="378839"/>
                  </a:lnTo>
                  <a:lnTo>
                    <a:pt x="35352" y="375018"/>
                  </a:lnTo>
                  <a:lnTo>
                    <a:pt x="34874" y="368329"/>
                  </a:lnTo>
                  <a:lnTo>
                    <a:pt x="35352" y="364508"/>
                  </a:lnTo>
                  <a:lnTo>
                    <a:pt x="35352" y="362596"/>
                  </a:lnTo>
                  <a:lnTo>
                    <a:pt x="33441" y="356386"/>
                  </a:lnTo>
                  <a:lnTo>
                    <a:pt x="28664" y="350653"/>
                  </a:lnTo>
                  <a:lnTo>
                    <a:pt x="28186" y="348743"/>
                  </a:lnTo>
                  <a:lnTo>
                    <a:pt x="28186" y="346831"/>
                  </a:lnTo>
                  <a:lnTo>
                    <a:pt x="26753" y="343965"/>
                  </a:lnTo>
                  <a:lnTo>
                    <a:pt x="23409" y="339188"/>
                  </a:lnTo>
                  <a:lnTo>
                    <a:pt x="19587" y="334411"/>
                  </a:lnTo>
                  <a:lnTo>
                    <a:pt x="19109" y="332500"/>
                  </a:lnTo>
                  <a:lnTo>
                    <a:pt x="18153" y="323423"/>
                  </a:lnTo>
                  <a:lnTo>
                    <a:pt x="16721" y="319601"/>
                  </a:lnTo>
                  <a:lnTo>
                    <a:pt x="10510" y="309569"/>
                  </a:lnTo>
                  <a:lnTo>
                    <a:pt x="2866" y="300492"/>
                  </a:lnTo>
                  <a:lnTo>
                    <a:pt x="955" y="297148"/>
                  </a:lnTo>
                  <a:lnTo>
                    <a:pt x="0" y="296192"/>
                  </a:lnTo>
                  <a:lnTo>
                    <a:pt x="478" y="295714"/>
                  </a:lnTo>
                  <a:lnTo>
                    <a:pt x="1433" y="296192"/>
                  </a:lnTo>
                  <a:lnTo>
                    <a:pt x="2389" y="297148"/>
                  </a:lnTo>
                  <a:lnTo>
                    <a:pt x="2866" y="297148"/>
                  </a:lnTo>
                  <a:lnTo>
                    <a:pt x="3344" y="296670"/>
                  </a:lnTo>
                  <a:lnTo>
                    <a:pt x="3344" y="294759"/>
                  </a:lnTo>
                  <a:lnTo>
                    <a:pt x="3344" y="293804"/>
                  </a:lnTo>
                  <a:lnTo>
                    <a:pt x="4300" y="294281"/>
                  </a:lnTo>
                  <a:lnTo>
                    <a:pt x="4777" y="296192"/>
                  </a:lnTo>
                  <a:lnTo>
                    <a:pt x="7166" y="300970"/>
                  </a:lnTo>
                  <a:lnTo>
                    <a:pt x="8121" y="303358"/>
                  </a:lnTo>
                  <a:lnTo>
                    <a:pt x="10987" y="304314"/>
                  </a:lnTo>
                  <a:lnTo>
                    <a:pt x="11943" y="303836"/>
                  </a:lnTo>
                  <a:lnTo>
                    <a:pt x="12898" y="302403"/>
                  </a:lnTo>
                  <a:lnTo>
                    <a:pt x="13376" y="299059"/>
                  </a:lnTo>
                  <a:lnTo>
                    <a:pt x="11943" y="297625"/>
                  </a:lnTo>
                  <a:lnTo>
                    <a:pt x="10510" y="296670"/>
                  </a:lnTo>
                  <a:lnTo>
                    <a:pt x="8121" y="294281"/>
                  </a:lnTo>
                  <a:lnTo>
                    <a:pt x="6688" y="290459"/>
                  </a:lnTo>
                  <a:lnTo>
                    <a:pt x="4300" y="286638"/>
                  </a:lnTo>
                  <a:lnTo>
                    <a:pt x="4300" y="285205"/>
                  </a:lnTo>
                  <a:lnTo>
                    <a:pt x="5255" y="284249"/>
                  </a:lnTo>
                  <a:lnTo>
                    <a:pt x="7166" y="284727"/>
                  </a:lnTo>
                  <a:lnTo>
                    <a:pt x="8599" y="287115"/>
                  </a:lnTo>
                  <a:lnTo>
                    <a:pt x="10510" y="289026"/>
                  </a:lnTo>
                  <a:lnTo>
                    <a:pt x="10510" y="292370"/>
                  </a:lnTo>
                  <a:lnTo>
                    <a:pt x="10032" y="293326"/>
                  </a:lnTo>
                  <a:lnTo>
                    <a:pt x="10032" y="294281"/>
                  </a:lnTo>
                  <a:lnTo>
                    <a:pt x="10987" y="294759"/>
                  </a:lnTo>
                  <a:lnTo>
                    <a:pt x="11466" y="295714"/>
                  </a:lnTo>
                  <a:lnTo>
                    <a:pt x="12421" y="294759"/>
                  </a:lnTo>
                  <a:lnTo>
                    <a:pt x="13376" y="292848"/>
                  </a:lnTo>
                  <a:lnTo>
                    <a:pt x="13854" y="292848"/>
                  </a:lnTo>
                  <a:lnTo>
                    <a:pt x="15287" y="297625"/>
                  </a:lnTo>
                  <a:lnTo>
                    <a:pt x="16243" y="298581"/>
                  </a:lnTo>
                  <a:lnTo>
                    <a:pt x="18153" y="300492"/>
                  </a:lnTo>
                  <a:lnTo>
                    <a:pt x="19587" y="299059"/>
                  </a:lnTo>
                  <a:lnTo>
                    <a:pt x="20542" y="298103"/>
                  </a:lnTo>
                  <a:lnTo>
                    <a:pt x="20542" y="294759"/>
                  </a:lnTo>
                  <a:lnTo>
                    <a:pt x="21020" y="291893"/>
                  </a:lnTo>
                  <a:lnTo>
                    <a:pt x="20542" y="289504"/>
                  </a:lnTo>
                  <a:lnTo>
                    <a:pt x="16243" y="283294"/>
                  </a:lnTo>
                  <a:lnTo>
                    <a:pt x="11943" y="275650"/>
                  </a:lnTo>
                  <a:lnTo>
                    <a:pt x="9555" y="271828"/>
                  </a:lnTo>
                  <a:lnTo>
                    <a:pt x="7644" y="266095"/>
                  </a:lnTo>
                  <a:lnTo>
                    <a:pt x="6210" y="264184"/>
                  </a:lnTo>
                  <a:lnTo>
                    <a:pt x="4777" y="260840"/>
                  </a:lnTo>
                  <a:lnTo>
                    <a:pt x="4777" y="257496"/>
                  </a:lnTo>
                  <a:lnTo>
                    <a:pt x="4777" y="255107"/>
                  </a:lnTo>
                  <a:lnTo>
                    <a:pt x="6210" y="249852"/>
                  </a:lnTo>
                  <a:lnTo>
                    <a:pt x="7166" y="246986"/>
                  </a:lnTo>
                  <a:lnTo>
                    <a:pt x="11466" y="240775"/>
                  </a:lnTo>
                  <a:lnTo>
                    <a:pt x="11466" y="238387"/>
                  </a:lnTo>
                  <a:lnTo>
                    <a:pt x="11466" y="235998"/>
                  </a:lnTo>
                  <a:lnTo>
                    <a:pt x="11943" y="233132"/>
                  </a:lnTo>
                  <a:lnTo>
                    <a:pt x="12421" y="230743"/>
                  </a:lnTo>
                  <a:lnTo>
                    <a:pt x="11466" y="228832"/>
                  </a:lnTo>
                  <a:lnTo>
                    <a:pt x="10032" y="225488"/>
                  </a:lnTo>
                  <a:lnTo>
                    <a:pt x="11943" y="219756"/>
                  </a:lnTo>
                  <a:lnTo>
                    <a:pt x="15287" y="211634"/>
                  </a:lnTo>
                  <a:lnTo>
                    <a:pt x="16721" y="210679"/>
                  </a:lnTo>
                  <a:lnTo>
                    <a:pt x="18632" y="209723"/>
                  </a:lnTo>
                  <a:lnTo>
                    <a:pt x="19109" y="211156"/>
                  </a:lnTo>
                  <a:lnTo>
                    <a:pt x="18153" y="216411"/>
                  </a:lnTo>
                  <a:lnTo>
                    <a:pt x="19587" y="219278"/>
                  </a:lnTo>
                  <a:lnTo>
                    <a:pt x="19109" y="222622"/>
                  </a:lnTo>
                  <a:lnTo>
                    <a:pt x="20542" y="222144"/>
                  </a:lnTo>
                  <a:lnTo>
                    <a:pt x="22453" y="221189"/>
                  </a:lnTo>
                  <a:lnTo>
                    <a:pt x="23886" y="219756"/>
                  </a:lnTo>
                  <a:lnTo>
                    <a:pt x="24364" y="218322"/>
                  </a:lnTo>
                  <a:lnTo>
                    <a:pt x="28186" y="212112"/>
                  </a:lnTo>
                  <a:lnTo>
                    <a:pt x="30097" y="209723"/>
                  </a:lnTo>
                  <a:lnTo>
                    <a:pt x="33441" y="207812"/>
                  </a:lnTo>
                  <a:lnTo>
                    <a:pt x="39174" y="205901"/>
                  </a:lnTo>
                  <a:lnTo>
                    <a:pt x="44907" y="203035"/>
                  </a:lnTo>
                  <a:lnTo>
                    <a:pt x="47773" y="200646"/>
                  </a:lnTo>
                  <a:lnTo>
                    <a:pt x="51117" y="198258"/>
                  </a:lnTo>
                  <a:lnTo>
                    <a:pt x="53983" y="195869"/>
                  </a:lnTo>
                  <a:lnTo>
                    <a:pt x="56372" y="194436"/>
                  </a:lnTo>
                  <a:lnTo>
                    <a:pt x="67837" y="188225"/>
                  </a:lnTo>
                  <a:lnTo>
                    <a:pt x="69748" y="186792"/>
                  </a:lnTo>
                  <a:lnTo>
                    <a:pt x="72615" y="186792"/>
                  </a:lnTo>
                  <a:lnTo>
                    <a:pt x="75481" y="186792"/>
                  </a:lnTo>
                  <a:lnTo>
                    <a:pt x="78348" y="186792"/>
                  </a:lnTo>
                  <a:lnTo>
                    <a:pt x="81692" y="188225"/>
                  </a:lnTo>
                  <a:lnTo>
                    <a:pt x="83603" y="188225"/>
                  </a:lnTo>
                  <a:lnTo>
                    <a:pt x="89335" y="186792"/>
                  </a:lnTo>
                  <a:lnTo>
                    <a:pt x="92201" y="185359"/>
                  </a:lnTo>
                  <a:lnTo>
                    <a:pt x="97457" y="182493"/>
                  </a:lnTo>
                  <a:lnTo>
                    <a:pt x="99367" y="181537"/>
                  </a:lnTo>
                  <a:lnTo>
                    <a:pt x="104623" y="180582"/>
                  </a:lnTo>
                  <a:lnTo>
                    <a:pt x="110355" y="179149"/>
                  </a:lnTo>
                  <a:lnTo>
                    <a:pt x="117521" y="174371"/>
                  </a:lnTo>
                  <a:lnTo>
                    <a:pt x="122299" y="174371"/>
                  </a:lnTo>
                  <a:lnTo>
                    <a:pt x="127076" y="174849"/>
                  </a:lnTo>
                  <a:lnTo>
                    <a:pt x="130420" y="173416"/>
                  </a:lnTo>
                  <a:lnTo>
                    <a:pt x="139019" y="172460"/>
                  </a:lnTo>
                  <a:lnTo>
                    <a:pt x="143796" y="171027"/>
                  </a:lnTo>
                  <a:lnTo>
                    <a:pt x="152873" y="167683"/>
                  </a:lnTo>
                  <a:lnTo>
                    <a:pt x="154784" y="166727"/>
                  </a:lnTo>
                  <a:lnTo>
                    <a:pt x="158606" y="164339"/>
                  </a:lnTo>
                  <a:lnTo>
                    <a:pt x="161950" y="161473"/>
                  </a:lnTo>
                  <a:lnTo>
                    <a:pt x="164817" y="157173"/>
                  </a:lnTo>
                  <a:lnTo>
                    <a:pt x="166728" y="153351"/>
                  </a:lnTo>
                  <a:lnTo>
                    <a:pt x="167683" y="151440"/>
                  </a:lnTo>
                  <a:lnTo>
                    <a:pt x="169594" y="148574"/>
                  </a:lnTo>
                  <a:lnTo>
                    <a:pt x="170549" y="146185"/>
                  </a:lnTo>
                  <a:lnTo>
                    <a:pt x="171505" y="145230"/>
                  </a:lnTo>
                  <a:lnTo>
                    <a:pt x="174849" y="143796"/>
                  </a:lnTo>
                  <a:lnTo>
                    <a:pt x="180104" y="139019"/>
                  </a:lnTo>
                  <a:lnTo>
                    <a:pt x="181537" y="138064"/>
                  </a:lnTo>
                  <a:lnTo>
                    <a:pt x="182015" y="136631"/>
                  </a:lnTo>
                  <a:lnTo>
                    <a:pt x="181060" y="136153"/>
                  </a:lnTo>
                  <a:lnTo>
                    <a:pt x="179626" y="135675"/>
                  </a:lnTo>
                  <a:lnTo>
                    <a:pt x="178671" y="130898"/>
                  </a:lnTo>
                  <a:lnTo>
                    <a:pt x="177715" y="127554"/>
                  </a:lnTo>
                  <a:lnTo>
                    <a:pt x="177715" y="125165"/>
                  </a:lnTo>
                  <a:lnTo>
                    <a:pt x="178193" y="123254"/>
                  </a:lnTo>
                  <a:lnTo>
                    <a:pt x="180104" y="119910"/>
                  </a:lnTo>
                  <a:lnTo>
                    <a:pt x="181537" y="117999"/>
                  </a:lnTo>
                  <a:lnTo>
                    <a:pt x="183448" y="116566"/>
                  </a:lnTo>
                  <a:lnTo>
                    <a:pt x="185359" y="116088"/>
                  </a:lnTo>
                  <a:lnTo>
                    <a:pt x="186792" y="114655"/>
                  </a:lnTo>
                  <a:lnTo>
                    <a:pt x="189181" y="113222"/>
                  </a:lnTo>
                  <a:lnTo>
                    <a:pt x="190136" y="111789"/>
                  </a:lnTo>
                  <a:lnTo>
                    <a:pt x="191569" y="108445"/>
                  </a:lnTo>
                  <a:lnTo>
                    <a:pt x="193003" y="106534"/>
                  </a:lnTo>
                  <a:lnTo>
                    <a:pt x="193958" y="106534"/>
                  </a:lnTo>
                  <a:lnTo>
                    <a:pt x="196347" y="111789"/>
                  </a:lnTo>
                  <a:lnTo>
                    <a:pt x="197302" y="114655"/>
                  </a:lnTo>
                  <a:lnTo>
                    <a:pt x="200169" y="117999"/>
                  </a:lnTo>
                  <a:lnTo>
                    <a:pt x="202079" y="122777"/>
                  </a:lnTo>
                  <a:lnTo>
                    <a:pt x="203990" y="124687"/>
                  </a:lnTo>
                  <a:lnTo>
                    <a:pt x="204946" y="126120"/>
                  </a:lnTo>
                  <a:lnTo>
                    <a:pt x="205901" y="127076"/>
                  </a:lnTo>
                  <a:lnTo>
                    <a:pt x="205901" y="126120"/>
                  </a:lnTo>
                  <a:lnTo>
                    <a:pt x="205901" y="125165"/>
                  </a:lnTo>
                  <a:lnTo>
                    <a:pt x="206856" y="121343"/>
                  </a:lnTo>
                  <a:lnTo>
                    <a:pt x="206379" y="118477"/>
                  </a:lnTo>
                  <a:lnTo>
                    <a:pt x="206379" y="117521"/>
                  </a:lnTo>
                  <a:lnTo>
                    <a:pt x="206856" y="117044"/>
                  </a:lnTo>
                  <a:lnTo>
                    <a:pt x="207812" y="117521"/>
                  </a:lnTo>
                  <a:lnTo>
                    <a:pt x="209723" y="118954"/>
                  </a:lnTo>
                  <a:lnTo>
                    <a:pt x="210679" y="119432"/>
                  </a:lnTo>
                  <a:lnTo>
                    <a:pt x="211156" y="119432"/>
                  </a:lnTo>
                  <a:lnTo>
                    <a:pt x="211156" y="117044"/>
                  </a:lnTo>
                  <a:lnTo>
                    <a:pt x="212112" y="115611"/>
                  </a:lnTo>
                  <a:lnTo>
                    <a:pt x="211634" y="114655"/>
                  </a:lnTo>
                  <a:lnTo>
                    <a:pt x="210201" y="114655"/>
                  </a:lnTo>
                  <a:lnTo>
                    <a:pt x="209723" y="113222"/>
                  </a:lnTo>
                  <a:lnTo>
                    <a:pt x="208290" y="111789"/>
                  </a:lnTo>
                  <a:lnTo>
                    <a:pt x="206856" y="110833"/>
                  </a:lnTo>
                  <a:lnTo>
                    <a:pt x="204946" y="108445"/>
                  </a:lnTo>
                  <a:lnTo>
                    <a:pt x="204468" y="107489"/>
                  </a:lnTo>
                  <a:lnTo>
                    <a:pt x="204946" y="107011"/>
                  </a:lnTo>
                  <a:lnTo>
                    <a:pt x="206379" y="107011"/>
                  </a:lnTo>
                  <a:lnTo>
                    <a:pt x="207335" y="106056"/>
                  </a:lnTo>
                  <a:lnTo>
                    <a:pt x="207335" y="104623"/>
                  </a:lnTo>
                  <a:lnTo>
                    <a:pt x="206856" y="102712"/>
                  </a:lnTo>
                  <a:lnTo>
                    <a:pt x="207812" y="101756"/>
                  </a:lnTo>
                  <a:lnTo>
                    <a:pt x="209245" y="101756"/>
                  </a:lnTo>
                  <a:lnTo>
                    <a:pt x="211634" y="105578"/>
                  </a:lnTo>
                  <a:lnTo>
                    <a:pt x="213067" y="105100"/>
                  </a:lnTo>
                  <a:lnTo>
                    <a:pt x="213545" y="103667"/>
                  </a:lnTo>
                  <a:lnTo>
                    <a:pt x="215456" y="103189"/>
                  </a:lnTo>
                  <a:lnTo>
                    <a:pt x="217367" y="103667"/>
                  </a:lnTo>
                  <a:lnTo>
                    <a:pt x="218322" y="104623"/>
                  </a:lnTo>
                  <a:lnTo>
                    <a:pt x="220711" y="105578"/>
                  </a:lnTo>
                  <a:lnTo>
                    <a:pt x="223577" y="105578"/>
                  </a:lnTo>
                  <a:lnTo>
                    <a:pt x="225010" y="105578"/>
                  </a:lnTo>
                  <a:lnTo>
                    <a:pt x="228354" y="105578"/>
                  </a:lnTo>
                  <a:lnTo>
                    <a:pt x="229788" y="105578"/>
                  </a:lnTo>
                  <a:lnTo>
                    <a:pt x="229788" y="105100"/>
                  </a:lnTo>
                  <a:lnTo>
                    <a:pt x="227877" y="104623"/>
                  </a:lnTo>
                  <a:lnTo>
                    <a:pt x="225966" y="104623"/>
                  </a:lnTo>
                  <a:lnTo>
                    <a:pt x="223577" y="104623"/>
                  </a:lnTo>
                  <a:lnTo>
                    <a:pt x="222622" y="103667"/>
                  </a:lnTo>
                  <a:lnTo>
                    <a:pt x="222144" y="102234"/>
                  </a:lnTo>
                  <a:lnTo>
                    <a:pt x="222622" y="100801"/>
                  </a:lnTo>
                  <a:lnTo>
                    <a:pt x="223099" y="100323"/>
                  </a:lnTo>
                  <a:lnTo>
                    <a:pt x="224533" y="100323"/>
                  </a:lnTo>
                  <a:lnTo>
                    <a:pt x="225966" y="100323"/>
                  </a:lnTo>
                  <a:lnTo>
                    <a:pt x="225966" y="98412"/>
                  </a:lnTo>
                  <a:lnTo>
                    <a:pt x="226444" y="96979"/>
                  </a:lnTo>
                  <a:lnTo>
                    <a:pt x="227399" y="95546"/>
                  </a:lnTo>
                  <a:lnTo>
                    <a:pt x="227399" y="94590"/>
                  </a:lnTo>
                  <a:lnTo>
                    <a:pt x="226444" y="95068"/>
                  </a:lnTo>
                  <a:lnTo>
                    <a:pt x="224533" y="97457"/>
                  </a:lnTo>
                  <a:lnTo>
                    <a:pt x="223577" y="95546"/>
                  </a:lnTo>
                  <a:lnTo>
                    <a:pt x="222144" y="93635"/>
                  </a:lnTo>
                  <a:lnTo>
                    <a:pt x="222622" y="91246"/>
                  </a:lnTo>
                  <a:lnTo>
                    <a:pt x="223099" y="88858"/>
                  </a:lnTo>
                  <a:lnTo>
                    <a:pt x="224533" y="88380"/>
                  </a:lnTo>
                  <a:lnTo>
                    <a:pt x="225488" y="88858"/>
                  </a:lnTo>
                  <a:lnTo>
                    <a:pt x="227399" y="87424"/>
                  </a:lnTo>
                  <a:lnTo>
                    <a:pt x="228354" y="85991"/>
                  </a:lnTo>
                  <a:lnTo>
                    <a:pt x="227877" y="85036"/>
                  </a:lnTo>
                  <a:lnTo>
                    <a:pt x="228354" y="84558"/>
                  </a:lnTo>
                  <a:lnTo>
                    <a:pt x="229310" y="84558"/>
                  </a:lnTo>
                  <a:lnTo>
                    <a:pt x="234087" y="86947"/>
                  </a:lnTo>
                  <a:lnTo>
                    <a:pt x="234565" y="88380"/>
                  </a:lnTo>
                  <a:lnTo>
                    <a:pt x="235520" y="87902"/>
                  </a:lnTo>
                  <a:lnTo>
                    <a:pt x="235998" y="86469"/>
                  </a:lnTo>
                  <a:lnTo>
                    <a:pt x="235998" y="85036"/>
                  </a:lnTo>
                  <a:lnTo>
                    <a:pt x="235043" y="85513"/>
                  </a:lnTo>
                  <a:lnTo>
                    <a:pt x="232654" y="85036"/>
                  </a:lnTo>
                  <a:lnTo>
                    <a:pt x="232176" y="84558"/>
                  </a:lnTo>
                  <a:lnTo>
                    <a:pt x="232176" y="84080"/>
                  </a:lnTo>
                  <a:lnTo>
                    <a:pt x="231221" y="82647"/>
                  </a:lnTo>
                  <a:lnTo>
                    <a:pt x="232654" y="81692"/>
                  </a:lnTo>
                  <a:lnTo>
                    <a:pt x="234087" y="81214"/>
                  </a:lnTo>
                  <a:lnTo>
                    <a:pt x="235043" y="80736"/>
                  </a:lnTo>
                  <a:lnTo>
                    <a:pt x="235043" y="79781"/>
                  </a:lnTo>
                  <a:lnTo>
                    <a:pt x="235043" y="79303"/>
                  </a:lnTo>
                  <a:lnTo>
                    <a:pt x="235998" y="80258"/>
                  </a:lnTo>
                  <a:lnTo>
                    <a:pt x="237909" y="80258"/>
                  </a:lnTo>
                  <a:lnTo>
                    <a:pt x="240298" y="81214"/>
                  </a:lnTo>
                  <a:lnTo>
                    <a:pt x="241253" y="81692"/>
                  </a:lnTo>
                  <a:lnTo>
                    <a:pt x="241731" y="81214"/>
                  </a:lnTo>
                  <a:lnTo>
                    <a:pt x="242209" y="79781"/>
                  </a:lnTo>
                  <a:lnTo>
                    <a:pt x="239342" y="78347"/>
                  </a:lnTo>
                  <a:lnTo>
                    <a:pt x="239342" y="76914"/>
                  </a:lnTo>
                  <a:lnTo>
                    <a:pt x="237909" y="75481"/>
                  </a:lnTo>
                  <a:lnTo>
                    <a:pt x="237909" y="74048"/>
                  </a:lnTo>
                  <a:lnTo>
                    <a:pt x="239820" y="72615"/>
                  </a:lnTo>
                  <a:lnTo>
                    <a:pt x="239820" y="71659"/>
                  </a:lnTo>
                  <a:lnTo>
                    <a:pt x="241253" y="71182"/>
                  </a:lnTo>
                  <a:lnTo>
                    <a:pt x="243164" y="71182"/>
                  </a:lnTo>
                  <a:lnTo>
                    <a:pt x="244597" y="70226"/>
                  </a:lnTo>
                  <a:lnTo>
                    <a:pt x="246031" y="69748"/>
                  </a:lnTo>
                  <a:lnTo>
                    <a:pt x="246031" y="67360"/>
                  </a:lnTo>
                  <a:lnTo>
                    <a:pt x="246031" y="65927"/>
                  </a:lnTo>
                  <a:lnTo>
                    <a:pt x="246986" y="65449"/>
                  </a:lnTo>
                  <a:lnTo>
                    <a:pt x="248419" y="66404"/>
                  </a:lnTo>
                  <a:lnTo>
                    <a:pt x="247942" y="67838"/>
                  </a:lnTo>
                  <a:lnTo>
                    <a:pt x="247942" y="69748"/>
                  </a:lnTo>
                  <a:lnTo>
                    <a:pt x="247464" y="70704"/>
                  </a:lnTo>
                  <a:lnTo>
                    <a:pt x="247942" y="70704"/>
                  </a:lnTo>
                  <a:lnTo>
                    <a:pt x="248419" y="70226"/>
                  </a:lnTo>
                  <a:lnTo>
                    <a:pt x="248897" y="69271"/>
                  </a:lnTo>
                  <a:lnTo>
                    <a:pt x="250808" y="69748"/>
                  </a:lnTo>
                  <a:lnTo>
                    <a:pt x="251286" y="70704"/>
                  </a:lnTo>
                  <a:lnTo>
                    <a:pt x="251286" y="72137"/>
                  </a:lnTo>
                  <a:lnTo>
                    <a:pt x="252241" y="72137"/>
                  </a:lnTo>
                  <a:lnTo>
                    <a:pt x="253197" y="70704"/>
                  </a:lnTo>
                  <a:lnTo>
                    <a:pt x="254629" y="70226"/>
                  </a:lnTo>
                  <a:lnTo>
                    <a:pt x="254629" y="67838"/>
                  </a:lnTo>
                  <a:lnTo>
                    <a:pt x="255108" y="65927"/>
                  </a:lnTo>
                  <a:lnTo>
                    <a:pt x="255108" y="64971"/>
                  </a:lnTo>
                  <a:lnTo>
                    <a:pt x="256063" y="64016"/>
                  </a:lnTo>
                  <a:lnTo>
                    <a:pt x="256540" y="63060"/>
                  </a:lnTo>
                  <a:lnTo>
                    <a:pt x="255585" y="62105"/>
                  </a:lnTo>
                  <a:lnTo>
                    <a:pt x="255108" y="60194"/>
                  </a:lnTo>
                  <a:lnTo>
                    <a:pt x="256540" y="60194"/>
                  </a:lnTo>
                  <a:lnTo>
                    <a:pt x="257974" y="60672"/>
                  </a:lnTo>
                  <a:lnTo>
                    <a:pt x="258929" y="63060"/>
                  </a:lnTo>
                  <a:lnTo>
                    <a:pt x="259407" y="64016"/>
                  </a:lnTo>
                  <a:lnTo>
                    <a:pt x="259885" y="63538"/>
                  </a:lnTo>
                  <a:lnTo>
                    <a:pt x="260840" y="62105"/>
                  </a:lnTo>
                  <a:lnTo>
                    <a:pt x="262274" y="61149"/>
                  </a:lnTo>
                  <a:lnTo>
                    <a:pt x="263706" y="62105"/>
                  </a:lnTo>
                  <a:lnTo>
                    <a:pt x="265617" y="64016"/>
                  </a:lnTo>
                  <a:lnTo>
                    <a:pt x="267528" y="62582"/>
                  </a:lnTo>
                  <a:lnTo>
                    <a:pt x="269440" y="60194"/>
                  </a:lnTo>
                  <a:lnTo>
                    <a:pt x="269440" y="58283"/>
                  </a:lnTo>
                  <a:lnTo>
                    <a:pt x="269440" y="56850"/>
                  </a:lnTo>
                  <a:lnTo>
                    <a:pt x="272306" y="55894"/>
                  </a:lnTo>
                  <a:lnTo>
                    <a:pt x="274217" y="56372"/>
                  </a:lnTo>
                  <a:lnTo>
                    <a:pt x="276127" y="58283"/>
                  </a:lnTo>
                  <a:lnTo>
                    <a:pt x="279949" y="59716"/>
                  </a:lnTo>
                  <a:lnTo>
                    <a:pt x="283293" y="61149"/>
                  </a:lnTo>
                  <a:lnTo>
                    <a:pt x="284727" y="62582"/>
                  </a:lnTo>
                  <a:lnTo>
                    <a:pt x="287593" y="64493"/>
                  </a:lnTo>
                  <a:lnTo>
                    <a:pt x="289026" y="66404"/>
                  </a:lnTo>
                  <a:lnTo>
                    <a:pt x="291893" y="69748"/>
                  </a:lnTo>
                  <a:lnTo>
                    <a:pt x="297625" y="74048"/>
                  </a:lnTo>
                  <a:lnTo>
                    <a:pt x="297625" y="75004"/>
                  </a:lnTo>
                  <a:lnTo>
                    <a:pt x="297147" y="76437"/>
                  </a:lnTo>
                  <a:lnTo>
                    <a:pt x="296192" y="77870"/>
                  </a:lnTo>
                  <a:lnTo>
                    <a:pt x="295715" y="81214"/>
                  </a:lnTo>
                  <a:lnTo>
                    <a:pt x="295236" y="85513"/>
                  </a:lnTo>
                  <a:lnTo>
                    <a:pt x="296192" y="85036"/>
                  </a:lnTo>
                  <a:lnTo>
                    <a:pt x="297147" y="83603"/>
                  </a:lnTo>
                  <a:lnTo>
                    <a:pt x="298103" y="84080"/>
                  </a:lnTo>
                  <a:lnTo>
                    <a:pt x="299059" y="85036"/>
                  </a:lnTo>
                  <a:lnTo>
                    <a:pt x="299059" y="84080"/>
                  </a:lnTo>
                  <a:lnTo>
                    <a:pt x="298581" y="83603"/>
                  </a:lnTo>
                  <a:lnTo>
                    <a:pt x="297147" y="81214"/>
                  </a:lnTo>
                  <a:lnTo>
                    <a:pt x="297147" y="80258"/>
                  </a:lnTo>
                  <a:lnTo>
                    <a:pt x="298103" y="79303"/>
                  </a:lnTo>
                  <a:lnTo>
                    <a:pt x="299536" y="78347"/>
                  </a:lnTo>
                  <a:lnTo>
                    <a:pt x="300970" y="77392"/>
                  </a:lnTo>
                  <a:lnTo>
                    <a:pt x="301925" y="76914"/>
                  </a:lnTo>
                  <a:lnTo>
                    <a:pt x="301925" y="76437"/>
                  </a:lnTo>
                  <a:lnTo>
                    <a:pt x="303358" y="75481"/>
                  </a:lnTo>
                  <a:lnTo>
                    <a:pt x="305269" y="75004"/>
                  </a:lnTo>
                  <a:lnTo>
                    <a:pt x="306702" y="75481"/>
                  </a:lnTo>
                  <a:lnTo>
                    <a:pt x="314824" y="77392"/>
                  </a:lnTo>
                  <a:lnTo>
                    <a:pt x="316734" y="79303"/>
                  </a:lnTo>
                  <a:lnTo>
                    <a:pt x="317212" y="81692"/>
                  </a:lnTo>
                  <a:lnTo>
                    <a:pt x="318168" y="82647"/>
                  </a:lnTo>
                  <a:lnTo>
                    <a:pt x="318645" y="80736"/>
                  </a:lnTo>
                  <a:lnTo>
                    <a:pt x="318168" y="77870"/>
                  </a:lnTo>
                  <a:lnTo>
                    <a:pt x="319123" y="76914"/>
                  </a:lnTo>
                  <a:lnTo>
                    <a:pt x="321512" y="77392"/>
                  </a:lnTo>
                  <a:lnTo>
                    <a:pt x="322945" y="78347"/>
                  </a:lnTo>
                  <a:lnTo>
                    <a:pt x="324856" y="80258"/>
                  </a:lnTo>
                  <a:lnTo>
                    <a:pt x="325334" y="81214"/>
                  </a:lnTo>
                  <a:lnTo>
                    <a:pt x="326289" y="82170"/>
                  </a:lnTo>
                  <a:lnTo>
                    <a:pt x="326767" y="81214"/>
                  </a:lnTo>
                  <a:lnTo>
                    <a:pt x="326289" y="79781"/>
                  </a:lnTo>
                  <a:lnTo>
                    <a:pt x="325811" y="77870"/>
                  </a:lnTo>
                  <a:lnTo>
                    <a:pt x="326289" y="76437"/>
                  </a:lnTo>
                  <a:lnTo>
                    <a:pt x="328678" y="76437"/>
                  </a:lnTo>
                  <a:lnTo>
                    <a:pt x="330589" y="76437"/>
                  </a:lnTo>
                  <a:lnTo>
                    <a:pt x="329633" y="75481"/>
                  </a:lnTo>
                  <a:lnTo>
                    <a:pt x="328678" y="75481"/>
                  </a:lnTo>
                  <a:lnTo>
                    <a:pt x="326767" y="74048"/>
                  </a:lnTo>
                  <a:lnTo>
                    <a:pt x="325811" y="72615"/>
                  </a:lnTo>
                  <a:lnTo>
                    <a:pt x="327722" y="71659"/>
                  </a:lnTo>
                  <a:lnTo>
                    <a:pt x="327722" y="71182"/>
                  </a:lnTo>
                  <a:lnTo>
                    <a:pt x="325811" y="71182"/>
                  </a:lnTo>
                  <a:lnTo>
                    <a:pt x="323423" y="69748"/>
                  </a:lnTo>
                  <a:lnTo>
                    <a:pt x="321034" y="68315"/>
                  </a:lnTo>
                  <a:lnTo>
                    <a:pt x="322945" y="64971"/>
                  </a:lnTo>
                  <a:lnTo>
                    <a:pt x="325811" y="61627"/>
                  </a:lnTo>
                  <a:lnTo>
                    <a:pt x="327722" y="60194"/>
                  </a:lnTo>
                  <a:lnTo>
                    <a:pt x="327722" y="59238"/>
                  </a:lnTo>
                  <a:lnTo>
                    <a:pt x="328678" y="57328"/>
                  </a:lnTo>
                  <a:lnTo>
                    <a:pt x="329156" y="55417"/>
                  </a:lnTo>
                  <a:lnTo>
                    <a:pt x="329633" y="53983"/>
                  </a:lnTo>
                  <a:lnTo>
                    <a:pt x="330589" y="53028"/>
                  </a:lnTo>
                  <a:lnTo>
                    <a:pt x="332500" y="51595"/>
                  </a:lnTo>
                  <a:lnTo>
                    <a:pt x="334888" y="51117"/>
                  </a:lnTo>
                  <a:lnTo>
                    <a:pt x="336322" y="50639"/>
                  </a:lnTo>
                  <a:lnTo>
                    <a:pt x="337277" y="49206"/>
                  </a:lnTo>
                  <a:lnTo>
                    <a:pt x="338710" y="47773"/>
                  </a:lnTo>
                  <a:lnTo>
                    <a:pt x="336322" y="44906"/>
                  </a:lnTo>
                  <a:lnTo>
                    <a:pt x="336322" y="43473"/>
                  </a:lnTo>
                  <a:lnTo>
                    <a:pt x="336799" y="41563"/>
                  </a:lnTo>
                  <a:lnTo>
                    <a:pt x="339666" y="40129"/>
                  </a:lnTo>
                  <a:lnTo>
                    <a:pt x="341577" y="36307"/>
                  </a:lnTo>
                  <a:lnTo>
                    <a:pt x="342532" y="35830"/>
                  </a:lnTo>
                  <a:lnTo>
                    <a:pt x="344920" y="35830"/>
                  </a:lnTo>
                  <a:lnTo>
                    <a:pt x="345876" y="35830"/>
                  </a:lnTo>
                  <a:lnTo>
                    <a:pt x="345398" y="32963"/>
                  </a:lnTo>
                  <a:lnTo>
                    <a:pt x="345876" y="31530"/>
                  </a:lnTo>
                  <a:lnTo>
                    <a:pt x="346831" y="31052"/>
                  </a:lnTo>
                  <a:lnTo>
                    <a:pt x="348265" y="31530"/>
                  </a:lnTo>
                  <a:lnTo>
                    <a:pt x="348742" y="32963"/>
                  </a:lnTo>
                  <a:lnTo>
                    <a:pt x="350654" y="33919"/>
                  </a:lnTo>
                  <a:lnTo>
                    <a:pt x="351131" y="33441"/>
                  </a:lnTo>
                  <a:lnTo>
                    <a:pt x="351131" y="32008"/>
                  </a:lnTo>
                  <a:lnTo>
                    <a:pt x="350654" y="30575"/>
                  </a:lnTo>
                  <a:lnTo>
                    <a:pt x="352564" y="30097"/>
                  </a:lnTo>
                  <a:lnTo>
                    <a:pt x="353997" y="30097"/>
                  </a:lnTo>
                  <a:lnTo>
                    <a:pt x="353997" y="28664"/>
                  </a:lnTo>
                  <a:lnTo>
                    <a:pt x="353520" y="27708"/>
                  </a:lnTo>
                  <a:lnTo>
                    <a:pt x="354475" y="27231"/>
                  </a:lnTo>
                  <a:lnTo>
                    <a:pt x="357819" y="27231"/>
                  </a:lnTo>
                  <a:lnTo>
                    <a:pt x="358775" y="25797"/>
                  </a:lnTo>
                  <a:lnTo>
                    <a:pt x="359252" y="24842"/>
                  </a:lnTo>
                  <a:lnTo>
                    <a:pt x="359730" y="25320"/>
                  </a:lnTo>
                  <a:lnTo>
                    <a:pt x="360208" y="27708"/>
                  </a:lnTo>
                  <a:lnTo>
                    <a:pt x="362119" y="28664"/>
                  </a:lnTo>
                  <a:lnTo>
                    <a:pt x="367852" y="28664"/>
                  </a:lnTo>
                  <a:lnTo>
                    <a:pt x="371196" y="28186"/>
                  </a:lnTo>
                  <a:lnTo>
                    <a:pt x="372151" y="28664"/>
                  </a:lnTo>
                  <a:lnTo>
                    <a:pt x="374540" y="28664"/>
                  </a:lnTo>
                  <a:lnTo>
                    <a:pt x="376929" y="27708"/>
                  </a:lnTo>
                  <a:lnTo>
                    <a:pt x="378361" y="27231"/>
                  </a:lnTo>
                  <a:lnTo>
                    <a:pt x="380750" y="28186"/>
                  </a:lnTo>
                  <a:lnTo>
                    <a:pt x="381228" y="29141"/>
                  </a:lnTo>
                  <a:lnTo>
                    <a:pt x="382184" y="26753"/>
                  </a:lnTo>
                  <a:lnTo>
                    <a:pt x="383139" y="26275"/>
                  </a:lnTo>
                  <a:lnTo>
                    <a:pt x="384572" y="25797"/>
                  </a:lnTo>
                  <a:lnTo>
                    <a:pt x="386483" y="26275"/>
                  </a:lnTo>
                  <a:lnTo>
                    <a:pt x="387438" y="25797"/>
                  </a:lnTo>
                  <a:lnTo>
                    <a:pt x="385527" y="24364"/>
                  </a:lnTo>
                  <a:lnTo>
                    <a:pt x="386005" y="22931"/>
                  </a:lnTo>
                  <a:lnTo>
                    <a:pt x="385527" y="20542"/>
                  </a:lnTo>
                  <a:lnTo>
                    <a:pt x="386005" y="18631"/>
                  </a:lnTo>
                  <a:lnTo>
                    <a:pt x="386483" y="17198"/>
                  </a:lnTo>
                  <a:lnTo>
                    <a:pt x="382661" y="14332"/>
                  </a:lnTo>
                  <a:lnTo>
                    <a:pt x="378839" y="13854"/>
                  </a:lnTo>
                  <a:lnTo>
                    <a:pt x="375973" y="14332"/>
                  </a:lnTo>
                  <a:lnTo>
                    <a:pt x="374540" y="13854"/>
                  </a:lnTo>
                  <a:lnTo>
                    <a:pt x="372151" y="11465"/>
                  </a:lnTo>
                  <a:lnTo>
                    <a:pt x="369763" y="10988"/>
                  </a:lnTo>
                  <a:lnTo>
                    <a:pt x="369285" y="10032"/>
                  </a:lnTo>
                  <a:lnTo>
                    <a:pt x="372629" y="8599"/>
                  </a:lnTo>
                  <a:lnTo>
                    <a:pt x="373584" y="9077"/>
                  </a:lnTo>
                  <a:lnTo>
                    <a:pt x="375495" y="10510"/>
                  </a:lnTo>
                  <a:lnTo>
                    <a:pt x="376450" y="10988"/>
                  </a:lnTo>
                  <a:lnTo>
                    <a:pt x="376929" y="10988"/>
                  </a:lnTo>
                  <a:lnTo>
                    <a:pt x="377884" y="9555"/>
                  </a:lnTo>
                  <a:lnTo>
                    <a:pt x="378361" y="9077"/>
                  </a:lnTo>
                  <a:lnTo>
                    <a:pt x="379795" y="9555"/>
                  </a:lnTo>
                  <a:lnTo>
                    <a:pt x="384095" y="11943"/>
                  </a:lnTo>
                  <a:lnTo>
                    <a:pt x="386961" y="14809"/>
                  </a:lnTo>
                  <a:lnTo>
                    <a:pt x="387916" y="13854"/>
                  </a:lnTo>
                  <a:lnTo>
                    <a:pt x="390305" y="12421"/>
                  </a:lnTo>
                  <a:lnTo>
                    <a:pt x="392216" y="12899"/>
                  </a:lnTo>
                  <a:lnTo>
                    <a:pt x="393649" y="13376"/>
                  </a:lnTo>
                  <a:lnTo>
                    <a:pt x="395082" y="16721"/>
                  </a:lnTo>
                  <a:lnTo>
                    <a:pt x="396515" y="18154"/>
                  </a:lnTo>
                  <a:lnTo>
                    <a:pt x="399859" y="18631"/>
                  </a:lnTo>
                  <a:lnTo>
                    <a:pt x="401770" y="19109"/>
                  </a:lnTo>
                  <a:lnTo>
                    <a:pt x="403681" y="20542"/>
                  </a:lnTo>
                  <a:lnTo>
                    <a:pt x="406070" y="20065"/>
                  </a:lnTo>
                  <a:lnTo>
                    <a:pt x="410847" y="20542"/>
                  </a:lnTo>
                  <a:lnTo>
                    <a:pt x="415625" y="22453"/>
                  </a:lnTo>
                  <a:lnTo>
                    <a:pt x="417536" y="23886"/>
                  </a:lnTo>
                  <a:lnTo>
                    <a:pt x="419924" y="24364"/>
                  </a:lnTo>
                  <a:lnTo>
                    <a:pt x="421357" y="24842"/>
                  </a:lnTo>
                  <a:lnTo>
                    <a:pt x="423746" y="24842"/>
                  </a:lnTo>
                  <a:lnTo>
                    <a:pt x="427568" y="23409"/>
                  </a:lnTo>
                  <a:lnTo>
                    <a:pt x="429001" y="24842"/>
                  </a:lnTo>
                  <a:lnTo>
                    <a:pt x="429957" y="25797"/>
                  </a:lnTo>
                  <a:lnTo>
                    <a:pt x="433300" y="27231"/>
                  </a:lnTo>
                  <a:lnTo>
                    <a:pt x="437122" y="27708"/>
                  </a:lnTo>
                  <a:lnTo>
                    <a:pt x="439511" y="26275"/>
                  </a:lnTo>
                  <a:lnTo>
                    <a:pt x="443333" y="24842"/>
                  </a:lnTo>
                  <a:lnTo>
                    <a:pt x="446199" y="22931"/>
                  </a:lnTo>
                  <a:lnTo>
                    <a:pt x="448110" y="21975"/>
                  </a:lnTo>
                  <a:lnTo>
                    <a:pt x="450499" y="20542"/>
                  </a:lnTo>
                  <a:lnTo>
                    <a:pt x="450977" y="20542"/>
                  </a:lnTo>
                  <a:lnTo>
                    <a:pt x="449543" y="21975"/>
                  </a:lnTo>
                  <a:lnTo>
                    <a:pt x="449066" y="22931"/>
                  </a:lnTo>
                  <a:lnTo>
                    <a:pt x="450499" y="22931"/>
                  </a:lnTo>
                  <a:lnTo>
                    <a:pt x="450499" y="23409"/>
                  </a:lnTo>
                  <a:lnTo>
                    <a:pt x="448588" y="24842"/>
                  </a:lnTo>
                  <a:lnTo>
                    <a:pt x="446677" y="26275"/>
                  </a:lnTo>
                  <a:lnTo>
                    <a:pt x="446677" y="27708"/>
                  </a:lnTo>
                  <a:lnTo>
                    <a:pt x="447632" y="28186"/>
                  </a:lnTo>
                  <a:lnTo>
                    <a:pt x="448110" y="27708"/>
                  </a:lnTo>
                  <a:lnTo>
                    <a:pt x="449543" y="27231"/>
                  </a:lnTo>
                  <a:lnTo>
                    <a:pt x="451454" y="26275"/>
                  </a:lnTo>
                  <a:lnTo>
                    <a:pt x="452887" y="27231"/>
                  </a:lnTo>
                  <a:lnTo>
                    <a:pt x="453365" y="29619"/>
                  </a:lnTo>
                  <a:lnTo>
                    <a:pt x="454321" y="31530"/>
                  </a:lnTo>
                  <a:lnTo>
                    <a:pt x="456232" y="31530"/>
                  </a:lnTo>
                  <a:lnTo>
                    <a:pt x="457664" y="31530"/>
                  </a:lnTo>
                  <a:lnTo>
                    <a:pt x="459098" y="29141"/>
                  </a:lnTo>
                  <a:lnTo>
                    <a:pt x="458143" y="27231"/>
                  </a:lnTo>
                  <a:lnTo>
                    <a:pt x="457664" y="26753"/>
                  </a:lnTo>
                  <a:lnTo>
                    <a:pt x="457664" y="26275"/>
                  </a:lnTo>
                  <a:lnTo>
                    <a:pt x="461487" y="22931"/>
                  </a:lnTo>
                  <a:lnTo>
                    <a:pt x="463398" y="22931"/>
                  </a:lnTo>
                  <a:lnTo>
                    <a:pt x="464830" y="26275"/>
                  </a:lnTo>
                  <a:lnTo>
                    <a:pt x="466741" y="27708"/>
                  </a:lnTo>
                  <a:lnTo>
                    <a:pt x="469130" y="27708"/>
                  </a:lnTo>
                  <a:lnTo>
                    <a:pt x="470564" y="28186"/>
                  </a:lnTo>
                  <a:lnTo>
                    <a:pt x="471519" y="30097"/>
                  </a:lnTo>
                  <a:lnTo>
                    <a:pt x="463398" y="38218"/>
                  </a:lnTo>
                  <a:lnTo>
                    <a:pt x="462920" y="39174"/>
                  </a:lnTo>
                  <a:lnTo>
                    <a:pt x="463875" y="40607"/>
                  </a:lnTo>
                  <a:lnTo>
                    <a:pt x="464353" y="42518"/>
                  </a:lnTo>
                  <a:lnTo>
                    <a:pt x="461487" y="46340"/>
                  </a:lnTo>
                  <a:lnTo>
                    <a:pt x="460531" y="46817"/>
                  </a:lnTo>
                  <a:lnTo>
                    <a:pt x="459575" y="45384"/>
                  </a:lnTo>
                  <a:lnTo>
                    <a:pt x="458143" y="44906"/>
                  </a:lnTo>
                  <a:lnTo>
                    <a:pt x="457187" y="45384"/>
                  </a:lnTo>
                  <a:lnTo>
                    <a:pt x="455754" y="45384"/>
                  </a:lnTo>
                  <a:lnTo>
                    <a:pt x="450977" y="47773"/>
                  </a:lnTo>
                  <a:lnTo>
                    <a:pt x="450977" y="53983"/>
                  </a:lnTo>
                  <a:lnTo>
                    <a:pt x="452410" y="57328"/>
                  </a:lnTo>
                  <a:lnTo>
                    <a:pt x="451454" y="59716"/>
                  </a:lnTo>
                  <a:lnTo>
                    <a:pt x="450021" y="63538"/>
                  </a:lnTo>
                  <a:lnTo>
                    <a:pt x="448588" y="64971"/>
                  </a:lnTo>
                  <a:lnTo>
                    <a:pt x="447632" y="65927"/>
                  </a:lnTo>
                  <a:lnTo>
                    <a:pt x="443333" y="71659"/>
                  </a:lnTo>
                  <a:lnTo>
                    <a:pt x="441900" y="73093"/>
                  </a:lnTo>
                  <a:lnTo>
                    <a:pt x="440466" y="75004"/>
                  </a:lnTo>
                  <a:lnTo>
                    <a:pt x="440944" y="76914"/>
                  </a:lnTo>
                  <a:lnTo>
                    <a:pt x="441422" y="77870"/>
                  </a:lnTo>
                  <a:lnTo>
                    <a:pt x="443333" y="79303"/>
                  </a:lnTo>
                  <a:lnTo>
                    <a:pt x="449066" y="82647"/>
                  </a:lnTo>
                  <a:lnTo>
                    <a:pt x="451932" y="84558"/>
                  </a:lnTo>
                  <a:lnTo>
                    <a:pt x="456709" y="86947"/>
                  </a:lnTo>
                  <a:lnTo>
                    <a:pt x="457664" y="88858"/>
                  </a:lnTo>
                  <a:lnTo>
                    <a:pt x="458143" y="90291"/>
                  </a:lnTo>
                  <a:lnTo>
                    <a:pt x="461487" y="91724"/>
                  </a:lnTo>
                  <a:lnTo>
                    <a:pt x="463875" y="92679"/>
                  </a:lnTo>
                  <a:lnTo>
                    <a:pt x="464830" y="92679"/>
                  </a:lnTo>
                  <a:lnTo>
                    <a:pt x="465309" y="92202"/>
                  </a:lnTo>
                  <a:lnTo>
                    <a:pt x="465786" y="92202"/>
                  </a:lnTo>
                  <a:lnTo>
                    <a:pt x="466741" y="92202"/>
                  </a:lnTo>
                  <a:lnTo>
                    <a:pt x="466264" y="93635"/>
                  </a:lnTo>
                  <a:lnTo>
                    <a:pt x="466264" y="94113"/>
                  </a:lnTo>
                  <a:lnTo>
                    <a:pt x="466264" y="95068"/>
                  </a:lnTo>
                  <a:lnTo>
                    <a:pt x="468175" y="96024"/>
                  </a:lnTo>
                  <a:lnTo>
                    <a:pt x="470564" y="96024"/>
                  </a:lnTo>
                  <a:lnTo>
                    <a:pt x="472475" y="96024"/>
                  </a:lnTo>
                  <a:lnTo>
                    <a:pt x="473907" y="96979"/>
                  </a:lnTo>
                  <a:lnTo>
                    <a:pt x="475818" y="97935"/>
                  </a:lnTo>
                  <a:lnTo>
                    <a:pt x="478207" y="99368"/>
                  </a:lnTo>
                  <a:lnTo>
                    <a:pt x="482984" y="101279"/>
                  </a:lnTo>
                  <a:lnTo>
                    <a:pt x="486328" y="102712"/>
                  </a:lnTo>
                  <a:lnTo>
                    <a:pt x="490628" y="107011"/>
                  </a:lnTo>
                  <a:lnTo>
                    <a:pt x="493494" y="109878"/>
                  </a:lnTo>
                  <a:lnTo>
                    <a:pt x="496839" y="111789"/>
                  </a:lnTo>
                  <a:lnTo>
                    <a:pt x="502094" y="113222"/>
                  </a:lnTo>
                  <a:lnTo>
                    <a:pt x="504482" y="112744"/>
                  </a:lnTo>
                  <a:lnTo>
                    <a:pt x="508304" y="114655"/>
                  </a:lnTo>
                  <a:lnTo>
                    <a:pt x="512126" y="115133"/>
                  </a:lnTo>
                  <a:lnTo>
                    <a:pt x="514037" y="117521"/>
                  </a:lnTo>
                  <a:lnTo>
                    <a:pt x="514992" y="118954"/>
                  </a:lnTo>
                  <a:lnTo>
                    <a:pt x="514992" y="120388"/>
                  </a:lnTo>
                  <a:lnTo>
                    <a:pt x="516903" y="123254"/>
                  </a:lnTo>
                  <a:lnTo>
                    <a:pt x="520725" y="124210"/>
                  </a:lnTo>
                  <a:lnTo>
                    <a:pt x="525502" y="127554"/>
                  </a:lnTo>
                  <a:lnTo>
                    <a:pt x="529802" y="128509"/>
                  </a:lnTo>
                  <a:lnTo>
                    <a:pt x="530757" y="129465"/>
                  </a:lnTo>
                  <a:lnTo>
                    <a:pt x="532668" y="130420"/>
                  </a:lnTo>
                  <a:lnTo>
                    <a:pt x="536012" y="130420"/>
                  </a:lnTo>
                  <a:lnTo>
                    <a:pt x="542223" y="128987"/>
                  </a:lnTo>
                  <a:lnTo>
                    <a:pt x="544612" y="127554"/>
                  </a:lnTo>
                  <a:lnTo>
                    <a:pt x="548433" y="124687"/>
                  </a:lnTo>
                  <a:lnTo>
                    <a:pt x="549866" y="120865"/>
                  </a:lnTo>
                  <a:lnTo>
                    <a:pt x="550822" y="117521"/>
                  </a:lnTo>
                  <a:lnTo>
                    <a:pt x="556077" y="110355"/>
                  </a:lnTo>
                  <a:lnTo>
                    <a:pt x="557510" y="107011"/>
                  </a:lnTo>
                  <a:lnTo>
                    <a:pt x="558943" y="102234"/>
                  </a:lnTo>
                  <a:lnTo>
                    <a:pt x="559899" y="99368"/>
                  </a:lnTo>
                  <a:lnTo>
                    <a:pt x="559421" y="96501"/>
                  </a:lnTo>
                  <a:lnTo>
                    <a:pt x="560376" y="90769"/>
                  </a:lnTo>
                  <a:lnTo>
                    <a:pt x="563243" y="83125"/>
                  </a:lnTo>
                  <a:lnTo>
                    <a:pt x="564198" y="80736"/>
                  </a:lnTo>
                  <a:lnTo>
                    <a:pt x="563721" y="76914"/>
                  </a:lnTo>
                  <a:lnTo>
                    <a:pt x="561810" y="69748"/>
                  </a:lnTo>
                  <a:lnTo>
                    <a:pt x="562765" y="66882"/>
                  </a:lnTo>
                  <a:lnTo>
                    <a:pt x="563243" y="63538"/>
                  </a:lnTo>
                  <a:lnTo>
                    <a:pt x="562287" y="61149"/>
                  </a:lnTo>
                  <a:lnTo>
                    <a:pt x="561332" y="59238"/>
                  </a:lnTo>
                  <a:lnTo>
                    <a:pt x="560854" y="56850"/>
                  </a:lnTo>
                  <a:lnTo>
                    <a:pt x="562287" y="52550"/>
                  </a:lnTo>
                  <a:lnTo>
                    <a:pt x="563243" y="50162"/>
                  </a:lnTo>
                  <a:lnTo>
                    <a:pt x="564676" y="46817"/>
                  </a:lnTo>
                  <a:lnTo>
                    <a:pt x="563721" y="41085"/>
                  </a:lnTo>
                  <a:lnTo>
                    <a:pt x="566109" y="39174"/>
                  </a:lnTo>
                  <a:lnTo>
                    <a:pt x="567065" y="38218"/>
                  </a:lnTo>
                  <a:lnTo>
                    <a:pt x="568976" y="38218"/>
                  </a:lnTo>
                  <a:lnTo>
                    <a:pt x="569931" y="38696"/>
                  </a:lnTo>
                  <a:lnTo>
                    <a:pt x="569931" y="37263"/>
                  </a:lnTo>
                  <a:lnTo>
                    <a:pt x="569453" y="36307"/>
                  </a:lnTo>
                  <a:lnTo>
                    <a:pt x="568976" y="34874"/>
                  </a:lnTo>
                  <a:lnTo>
                    <a:pt x="568498" y="34397"/>
                  </a:lnTo>
                  <a:lnTo>
                    <a:pt x="567542" y="33919"/>
                  </a:lnTo>
                  <a:lnTo>
                    <a:pt x="566587" y="33441"/>
                  </a:lnTo>
                  <a:lnTo>
                    <a:pt x="565154" y="32963"/>
                  </a:lnTo>
                  <a:lnTo>
                    <a:pt x="565154" y="30097"/>
                  </a:lnTo>
                  <a:lnTo>
                    <a:pt x="567542" y="25320"/>
                  </a:lnTo>
                  <a:lnTo>
                    <a:pt x="568976" y="23409"/>
                  </a:lnTo>
                  <a:lnTo>
                    <a:pt x="569931" y="23886"/>
                  </a:lnTo>
                  <a:lnTo>
                    <a:pt x="570887" y="24842"/>
                  </a:lnTo>
                  <a:lnTo>
                    <a:pt x="570887" y="23409"/>
                  </a:lnTo>
                  <a:lnTo>
                    <a:pt x="570409" y="21975"/>
                  </a:lnTo>
                  <a:lnTo>
                    <a:pt x="572320" y="16721"/>
                  </a:lnTo>
                  <a:lnTo>
                    <a:pt x="574231" y="10510"/>
                  </a:lnTo>
                  <a:lnTo>
                    <a:pt x="574708" y="4299"/>
                  </a:lnTo>
                  <a:lnTo>
                    <a:pt x="578053" y="2866"/>
                  </a:lnTo>
                  <a:lnTo>
                    <a:pt x="579485" y="1433"/>
                  </a:lnTo>
                  <a:lnTo>
                    <a:pt x="580441" y="0"/>
                  </a:lnTo>
                  <a:lnTo>
                    <a:pt x="582352" y="0"/>
                  </a:lnTo>
                  <a:lnTo>
                    <a:pt x="583308" y="478"/>
                  </a:lnTo>
                  <a:lnTo>
                    <a:pt x="582830" y="1911"/>
                  </a:lnTo>
                  <a:lnTo>
                    <a:pt x="582352" y="2866"/>
                  </a:lnTo>
                  <a:lnTo>
                    <a:pt x="585696" y="5255"/>
                  </a:lnTo>
                  <a:lnTo>
                    <a:pt x="587130" y="7166"/>
                  </a:lnTo>
                  <a:lnTo>
                    <a:pt x="587607" y="9077"/>
                  </a:lnTo>
                  <a:lnTo>
                    <a:pt x="588085" y="10988"/>
                  </a:lnTo>
                  <a:lnTo>
                    <a:pt x="588562" y="13376"/>
                  </a:lnTo>
                  <a:lnTo>
                    <a:pt x="588562" y="16721"/>
                  </a:lnTo>
                  <a:lnTo>
                    <a:pt x="589040" y="20542"/>
                  </a:lnTo>
                  <a:lnTo>
                    <a:pt x="589996" y="21498"/>
                  </a:lnTo>
                  <a:lnTo>
                    <a:pt x="590951" y="22453"/>
                  </a:lnTo>
                  <a:lnTo>
                    <a:pt x="592862" y="22453"/>
                  </a:lnTo>
                  <a:lnTo>
                    <a:pt x="594773" y="22931"/>
                  </a:lnTo>
                  <a:lnTo>
                    <a:pt x="594296" y="25320"/>
                  </a:lnTo>
                  <a:lnTo>
                    <a:pt x="593340" y="26753"/>
                  </a:lnTo>
                  <a:lnTo>
                    <a:pt x="593340" y="27708"/>
                  </a:lnTo>
                  <a:lnTo>
                    <a:pt x="593340" y="29141"/>
                  </a:lnTo>
                  <a:lnTo>
                    <a:pt x="595251" y="30575"/>
                  </a:lnTo>
                  <a:lnTo>
                    <a:pt x="596206" y="31052"/>
                  </a:lnTo>
                  <a:lnTo>
                    <a:pt x="597162" y="32963"/>
                  </a:lnTo>
                  <a:lnTo>
                    <a:pt x="599073" y="35352"/>
                  </a:lnTo>
                  <a:lnTo>
                    <a:pt x="599073" y="37263"/>
                  </a:lnTo>
                  <a:lnTo>
                    <a:pt x="600506" y="39651"/>
                  </a:lnTo>
                  <a:lnTo>
                    <a:pt x="601461" y="43951"/>
                  </a:lnTo>
                  <a:lnTo>
                    <a:pt x="601939" y="47773"/>
                  </a:lnTo>
                  <a:lnTo>
                    <a:pt x="602894" y="50639"/>
                  </a:lnTo>
                  <a:lnTo>
                    <a:pt x="602417" y="55894"/>
                  </a:lnTo>
                  <a:lnTo>
                    <a:pt x="602894" y="58283"/>
                  </a:lnTo>
                  <a:lnTo>
                    <a:pt x="603850" y="60194"/>
                  </a:lnTo>
                  <a:lnTo>
                    <a:pt x="605283" y="64016"/>
                  </a:lnTo>
                  <a:lnTo>
                    <a:pt x="606239" y="67360"/>
                  </a:lnTo>
                  <a:lnTo>
                    <a:pt x="607672" y="68315"/>
                  </a:lnTo>
                  <a:lnTo>
                    <a:pt x="610538" y="69271"/>
                  </a:lnTo>
                  <a:lnTo>
                    <a:pt x="613405" y="68315"/>
                  </a:lnTo>
                  <a:lnTo>
                    <a:pt x="615315" y="66404"/>
                  </a:lnTo>
                  <a:lnTo>
                    <a:pt x="617704" y="65927"/>
                  </a:lnTo>
                  <a:lnTo>
                    <a:pt x="620571" y="64971"/>
                  </a:lnTo>
                  <a:lnTo>
                    <a:pt x="622959" y="67360"/>
                  </a:lnTo>
                  <a:lnTo>
                    <a:pt x="623915" y="69748"/>
                  </a:lnTo>
                  <a:lnTo>
                    <a:pt x="629169" y="73570"/>
                  </a:lnTo>
                  <a:lnTo>
                    <a:pt x="632514" y="75481"/>
                  </a:lnTo>
                  <a:lnTo>
                    <a:pt x="634424" y="76914"/>
                  </a:lnTo>
                  <a:lnTo>
                    <a:pt x="636813" y="78347"/>
                  </a:lnTo>
                  <a:lnTo>
                    <a:pt x="636335" y="80258"/>
                  </a:lnTo>
                  <a:lnTo>
                    <a:pt x="635858" y="81214"/>
                  </a:lnTo>
                  <a:lnTo>
                    <a:pt x="636335" y="83125"/>
                  </a:lnTo>
                  <a:lnTo>
                    <a:pt x="636813" y="85513"/>
                  </a:lnTo>
                  <a:lnTo>
                    <a:pt x="636335" y="88380"/>
                  </a:lnTo>
                  <a:lnTo>
                    <a:pt x="637769" y="92679"/>
                  </a:lnTo>
                  <a:lnTo>
                    <a:pt x="638246" y="96024"/>
                  </a:lnTo>
                  <a:lnTo>
                    <a:pt x="640157" y="99368"/>
                  </a:lnTo>
                  <a:lnTo>
                    <a:pt x="640157" y="102712"/>
                  </a:lnTo>
                  <a:lnTo>
                    <a:pt x="639680" y="104145"/>
                  </a:lnTo>
                  <a:lnTo>
                    <a:pt x="639680" y="106056"/>
                  </a:lnTo>
                  <a:lnTo>
                    <a:pt x="640635" y="108445"/>
                  </a:lnTo>
                  <a:lnTo>
                    <a:pt x="642068" y="109878"/>
                  </a:lnTo>
                  <a:lnTo>
                    <a:pt x="643501" y="111789"/>
                  </a:lnTo>
                  <a:lnTo>
                    <a:pt x="645890" y="114655"/>
                  </a:lnTo>
                  <a:lnTo>
                    <a:pt x="647801" y="115611"/>
                  </a:lnTo>
                  <a:lnTo>
                    <a:pt x="649234" y="115611"/>
                  </a:lnTo>
                  <a:lnTo>
                    <a:pt x="648756" y="118477"/>
                  </a:lnTo>
                  <a:lnTo>
                    <a:pt x="651623" y="124210"/>
                  </a:lnTo>
                  <a:lnTo>
                    <a:pt x="653534" y="128987"/>
                  </a:lnTo>
                  <a:lnTo>
                    <a:pt x="652101" y="135675"/>
                  </a:lnTo>
                  <a:lnTo>
                    <a:pt x="651145" y="139497"/>
                  </a:lnTo>
                  <a:lnTo>
                    <a:pt x="651623" y="141408"/>
                  </a:lnTo>
                  <a:lnTo>
                    <a:pt x="655445" y="145707"/>
                  </a:lnTo>
                  <a:lnTo>
                    <a:pt x="657356" y="146663"/>
                  </a:lnTo>
                  <a:lnTo>
                    <a:pt x="656878" y="148574"/>
                  </a:lnTo>
                  <a:lnTo>
                    <a:pt x="656878" y="151918"/>
                  </a:lnTo>
                  <a:lnTo>
                    <a:pt x="658311" y="154784"/>
                  </a:lnTo>
                  <a:lnTo>
                    <a:pt x="660222" y="156695"/>
                  </a:lnTo>
                  <a:lnTo>
                    <a:pt x="662611" y="157651"/>
                  </a:lnTo>
                  <a:lnTo>
                    <a:pt x="664522" y="158606"/>
                  </a:lnTo>
                  <a:lnTo>
                    <a:pt x="667388" y="159561"/>
                  </a:lnTo>
                  <a:lnTo>
                    <a:pt x="670732" y="160039"/>
                  </a:lnTo>
                  <a:lnTo>
                    <a:pt x="672643" y="161473"/>
                  </a:lnTo>
                  <a:lnTo>
                    <a:pt x="673599" y="162428"/>
                  </a:lnTo>
                  <a:lnTo>
                    <a:pt x="675987" y="162906"/>
                  </a:lnTo>
                  <a:lnTo>
                    <a:pt x="677420" y="162906"/>
                  </a:lnTo>
                  <a:lnTo>
                    <a:pt x="678853" y="162428"/>
                  </a:lnTo>
                  <a:lnTo>
                    <a:pt x="679809" y="163384"/>
                  </a:lnTo>
                  <a:lnTo>
                    <a:pt x="680764" y="164339"/>
                  </a:lnTo>
                  <a:lnTo>
                    <a:pt x="682197" y="167205"/>
                  </a:lnTo>
                  <a:lnTo>
                    <a:pt x="685542" y="170072"/>
                  </a:lnTo>
                  <a:lnTo>
                    <a:pt x="687453" y="170549"/>
                  </a:lnTo>
                  <a:lnTo>
                    <a:pt x="688886" y="171983"/>
                  </a:lnTo>
                  <a:lnTo>
                    <a:pt x="690797" y="171983"/>
                  </a:lnTo>
                  <a:lnTo>
                    <a:pt x="692230" y="172460"/>
                  </a:lnTo>
                  <a:lnTo>
                    <a:pt x="694141" y="173416"/>
                  </a:lnTo>
                  <a:lnTo>
                    <a:pt x="697963" y="175804"/>
                  </a:lnTo>
                  <a:lnTo>
                    <a:pt x="700829" y="176282"/>
                  </a:lnTo>
                  <a:lnTo>
                    <a:pt x="702262" y="177238"/>
                  </a:lnTo>
                  <a:lnTo>
                    <a:pt x="705606" y="179626"/>
                  </a:lnTo>
                  <a:lnTo>
                    <a:pt x="706562" y="181537"/>
                  </a:lnTo>
                  <a:lnTo>
                    <a:pt x="707995" y="183448"/>
                  </a:lnTo>
                  <a:lnTo>
                    <a:pt x="706562" y="183926"/>
                  </a:lnTo>
                  <a:lnTo>
                    <a:pt x="705129" y="183448"/>
                  </a:lnTo>
                  <a:lnTo>
                    <a:pt x="704173" y="185359"/>
                  </a:lnTo>
                  <a:lnTo>
                    <a:pt x="706084" y="188703"/>
                  </a:lnTo>
                  <a:lnTo>
                    <a:pt x="708472" y="190614"/>
                  </a:lnTo>
                  <a:lnTo>
                    <a:pt x="711339" y="193003"/>
                  </a:lnTo>
                  <a:lnTo>
                    <a:pt x="714206" y="195869"/>
                  </a:lnTo>
                  <a:lnTo>
                    <a:pt x="715161" y="198258"/>
                  </a:lnTo>
                  <a:lnTo>
                    <a:pt x="716117" y="199213"/>
                  </a:lnTo>
                  <a:lnTo>
                    <a:pt x="717072" y="203035"/>
                  </a:lnTo>
                  <a:lnTo>
                    <a:pt x="719460" y="204946"/>
                  </a:lnTo>
                  <a:lnTo>
                    <a:pt x="719460" y="208290"/>
                  </a:lnTo>
                  <a:lnTo>
                    <a:pt x="720894" y="213545"/>
                  </a:lnTo>
                  <a:lnTo>
                    <a:pt x="722327" y="218322"/>
                  </a:lnTo>
                  <a:lnTo>
                    <a:pt x="723283" y="219278"/>
                  </a:lnTo>
                  <a:lnTo>
                    <a:pt x="724238" y="221666"/>
                  </a:lnTo>
                  <a:lnTo>
                    <a:pt x="725671" y="221189"/>
                  </a:lnTo>
                  <a:lnTo>
                    <a:pt x="726626" y="220711"/>
                  </a:lnTo>
                  <a:lnTo>
                    <a:pt x="728537" y="222622"/>
                  </a:lnTo>
                  <a:lnTo>
                    <a:pt x="729493" y="224055"/>
                  </a:lnTo>
                  <a:lnTo>
                    <a:pt x="730448" y="223100"/>
                  </a:lnTo>
                  <a:lnTo>
                    <a:pt x="729015" y="219278"/>
                  </a:lnTo>
                  <a:lnTo>
                    <a:pt x="729970" y="216411"/>
                  </a:lnTo>
                  <a:lnTo>
                    <a:pt x="730448" y="216411"/>
                  </a:lnTo>
                  <a:lnTo>
                    <a:pt x="731404" y="216411"/>
                  </a:lnTo>
                  <a:lnTo>
                    <a:pt x="732837" y="218322"/>
                  </a:lnTo>
                  <a:lnTo>
                    <a:pt x="734748" y="220233"/>
                  </a:lnTo>
                  <a:lnTo>
                    <a:pt x="738092" y="222144"/>
                  </a:lnTo>
                  <a:lnTo>
                    <a:pt x="740958" y="224055"/>
                  </a:lnTo>
                  <a:lnTo>
                    <a:pt x="741436" y="224055"/>
                  </a:lnTo>
                  <a:lnTo>
                    <a:pt x="741436" y="222622"/>
                  </a:lnTo>
                  <a:lnTo>
                    <a:pt x="741436" y="220711"/>
                  </a:lnTo>
                  <a:lnTo>
                    <a:pt x="742392" y="220233"/>
                  </a:lnTo>
                  <a:lnTo>
                    <a:pt x="743347" y="221189"/>
                  </a:lnTo>
                  <a:lnTo>
                    <a:pt x="745258" y="224055"/>
                  </a:lnTo>
                  <a:lnTo>
                    <a:pt x="745736" y="230743"/>
                  </a:lnTo>
                  <a:lnTo>
                    <a:pt x="745736" y="235998"/>
                  </a:lnTo>
                  <a:lnTo>
                    <a:pt x="746691" y="241731"/>
                  </a:lnTo>
                  <a:lnTo>
                    <a:pt x="748602" y="243164"/>
                  </a:lnTo>
                  <a:lnTo>
                    <a:pt x="749558" y="244598"/>
                  </a:lnTo>
                  <a:lnTo>
                    <a:pt x="751468" y="246508"/>
                  </a:lnTo>
                  <a:lnTo>
                    <a:pt x="752901" y="247941"/>
                  </a:lnTo>
                  <a:lnTo>
                    <a:pt x="754813" y="248897"/>
                  </a:lnTo>
                  <a:lnTo>
                    <a:pt x="760067" y="252719"/>
                  </a:lnTo>
                  <a:lnTo>
                    <a:pt x="761501" y="253197"/>
                  </a:lnTo>
                  <a:lnTo>
                    <a:pt x="763890" y="253197"/>
                  </a:lnTo>
                  <a:lnTo>
                    <a:pt x="766278" y="254630"/>
                  </a:lnTo>
                  <a:lnTo>
                    <a:pt x="767711" y="256541"/>
                  </a:lnTo>
                  <a:lnTo>
                    <a:pt x="771055" y="262273"/>
                  </a:lnTo>
                  <a:lnTo>
                    <a:pt x="772488" y="264184"/>
                  </a:lnTo>
                  <a:lnTo>
                    <a:pt x="775355" y="266095"/>
                  </a:lnTo>
                  <a:lnTo>
                    <a:pt x="776788" y="267051"/>
                  </a:lnTo>
                  <a:lnTo>
                    <a:pt x="778699" y="268484"/>
                  </a:lnTo>
                  <a:lnTo>
                    <a:pt x="779654" y="270395"/>
                  </a:lnTo>
                  <a:lnTo>
                    <a:pt x="779654" y="271350"/>
                  </a:lnTo>
                  <a:lnTo>
                    <a:pt x="781088" y="273739"/>
                  </a:lnTo>
                  <a:lnTo>
                    <a:pt x="782999" y="276128"/>
                  </a:lnTo>
                  <a:lnTo>
                    <a:pt x="785387" y="277561"/>
                  </a:lnTo>
                  <a:lnTo>
                    <a:pt x="787776" y="280905"/>
                  </a:lnTo>
                  <a:lnTo>
                    <a:pt x="788254" y="286160"/>
                  </a:lnTo>
                  <a:lnTo>
                    <a:pt x="789209" y="288548"/>
                  </a:lnTo>
                  <a:lnTo>
                    <a:pt x="790165" y="289504"/>
                  </a:lnTo>
                  <a:lnTo>
                    <a:pt x="792075" y="290937"/>
                  </a:lnTo>
                  <a:lnTo>
                    <a:pt x="793031" y="291415"/>
                  </a:lnTo>
                  <a:lnTo>
                    <a:pt x="791120" y="298581"/>
                  </a:lnTo>
                  <a:lnTo>
                    <a:pt x="793031" y="311957"/>
                  </a:lnTo>
                  <a:lnTo>
                    <a:pt x="792075" y="316257"/>
                  </a:lnTo>
                  <a:lnTo>
                    <a:pt x="793508" y="320556"/>
                  </a:lnTo>
                  <a:lnTo>
                    <a:pt x="797331" y="328200"/>
                  </a:lnTo>
                  <a:lnTo>
                    <a:pt x="798286" y="330589"/>
                  </a:lnTo>
                  <a:lnTo>
                    <a:pt x="798763" y="333933"/>
                  </a:lnTo>
                  <a:lnTo>
                    <a:pt x="801152" y="337755"/>
                  </a:lnTo>
                  <a:lnTo>
                    <a:pt x="801152" y="3439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25F3EA0C-4776-14F5-7753-556193323A8B}"/>
                </a:ext>
              </a:extLst>
            </p:cNvPr>
            <p:cNvSpPr/>
            <p:nvPr/>
          </p:nvSpPr>
          <p:spPr>
            <a:xfrm>
              <a:off x="8925591" y="5249888"/>
              <a:ext cx="2866" cy="6210"/>
            </a:xfrm>
            <a:custGeom>
              <a:avLst/>
              <a:gdLst>
                <a:gd name="csX0" fmla="*/ 2866 w 2866"/>
                <a:gd name="csY0" fmla="*/ 956 h 6210"/>
                <a:gd name="csX1" fmla="*/ 1433 w 2866"/>
                <a:gd name="csY1" fmla="*/ 6210 h 6210"/>
                <a:gd name="csX2" fmla="*/ 955 w 2866"/>
                <a:gd name="csY2" fmla="*/ 6210 h 6210"/>
                <a:gd name="csX3" fmla="*/ 0 w 2866"/>
                <a:gd name="csY3" fmla="*/ 5255 h 6210"/>
                <a:gd name="csX4" fmla="*/ 478 w 2866"/>
                <a:gd name="csY4" fmla="*/ 2389 h 6210"/>
                <a:gd name="csX5" fmla="*/ 955 w 2866"/>
                <a:gd name="csY5" fmla="*/ 0 h 6210"/>
                <a:gd name="csX6" fmla="*/ 2866 w 2866"/>
                <a:gd name="csY6" fmla="*/ 478 h 6210"/>
                <a:gd name="csX7" fmla="*/ 2866 w 2866"/>
                <a:gd name="csY7" fmla="*/ 95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6210">
                  <a:moveTo>
                    <a:pt x="2866" y="956"/>
                  </a:moveTo>
                  <a:lnTo>
                    <a:pt x="1433" y="6210"/>
                  </a:lnTo>
                  <a:lnTo>
                    <a:pt x="955" y="6210"/>
                  </a:lnTo>
                  <a:lnTo>
                    <a:pt x="0" y="5255"/>
                  </a:lnTo>
                  <a:lnTo>
                    <a:pt x="478" y="2389"/>
                  </a:lnTo>
                  <a:lnTo>
                    <a:pt x="955" y="0"/>
                  </a:lnTo>
                  <a:lnTo>
                    <a:pt x="2866" y="478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B79F50DC-DC53-3052-2980-EBFC95C585E7}"/>
                </a:ext>
              </a:extLst>
            </p:cNvPr>
            <p:cNvSpPr/>
            <p:nvPr/>
          </p:nvSpPr>
          <p:spPr>
            <a:xfrm>
              <a:off x="8925112" y="5242245"/>
              <a:ext cx="1911" cy="6210"/>
            </a:xfrm>
            <a:custGeom>
              <a:avLst/>
              <a:gdLst>
                <a:gd name="csX0" fmla="*/ 1911 w 1911"/>
                <a:gd name="csY0" fmla="*/ 478 h 6210"/>
                <a:gd name="csX1" fmla="*/ 1433 w 1911"/>
                <a:gd name="csY1" fmla="*/ 3822 h 6210"/>
                <a:gd name="csX2" fmla="*/ 1433 w 1911"/>
                <a:gd name="csY2" fmla="*/ 6210 h 6210"/>
                <a:gd name="csX3" fmla="*/ 956 w 1911"/>
                <a:gd name="csY3" fmla="*/ 6210 h 6210"/>
                <a:gd name="csX4" fmla="*/ 0 w 1911"/>
                <a:gd name="csY4" fmla="*/ 4299 h 6210"/>
                <a:gd name="csX5" fmla="*/ 0 w 1911"/>
                <a:gd name="csY5" fmla="*/ 2389 h 6210"/>
                <a:gd name="csX6" fmla="*/ 478 w 1911"/>
                <a:gd name="csY6" fmla="*/ 478 h 6210"/>
                <a:gd name="csX7" fmla="*/ 1433 w 1911"/>
                <a:gd name="csY7" fmla="*/ 0 h 6210"/>
                <a:gd name="csX8" fmla="*/ 1911 w 1911"/>
                <a:gd name="csY8" fmla="*/ 478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6210">
                  <a:moveTo>
                    <a:pt x="1911" y="478"/>
                  </a:moveTo>
                  <a:lnTo>
                    <a:pt x="1433" y="3822"/>
                  </a:lnTo>
                  <a:lnTo>
                    <a:pt x="1433" y="6210"/>
                  </a:lnTo>
                  <a:lnTo>
                    <a:pt x="956" y="6210"/>
                  </a:lnTo>
                  <a:lnTo>
                    <a:pt x="0" y="4299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3385C4B3-6730-8350-704F-D0CA1052DBDF}"/>
                </a:ext>
              </a:extLst>
            </p:cNvPr>
            <p:cNvSpPr/>
            <p:nvPr/>
          </p:nvSpPr>
          <p:spPr>
            <a:xfrm>
              <a:off x="8917469" y="5196382"/>
              <a:ext cx="7643" cy="21020"/>
            </a:xfrm>
            <a:custGeom>
              <a:avLst/>
              <a:gdLst>
                <a:gd name="csX0" fmla="*/ 6211 w 7643"/>
                <a:gd name="csY0" fmla="*/ 3344 h 21020"/>
                <a:gd name="csX1" fmla="*/ 7644 w 7643"/>
                <a:gd name="csY1" fmla="*/ 4777 h 21020"/>
                <a:gd name="csX2" fmla="*/ 7166 w 7643"/>
                <a:gd name="csY2" fmla="*/ 6211 h 21020"/>
                <a:gd name="csX3" fmla="*/ 3344 w 7643"/>
                <a:gd name="csY3" fmla="*/ 15287 h 21020"/>
                <a:gd name="csX4" fmla="*/ 1911 w 7643"/>
                <a:gd name="csY4" fmla="*/ 19109 h 21020"/>
                <a:gd name="csX5" fmla="*/ 1911 w 7643"/>
                <a:gd name="csY5" fmla="*/ 20065 h 21020"/>
                <a:gd name="csX6" fmla="*/ 1433 w 7643"/>
                <a:gd name="csY6" fmla="*/ 21020 h 21020"/>
                <a:gd name="csX7" fmla="*/ 478 w 7643"/>
                <a:gd name="csY7" fmla="*/ 19587 h 21020"/>
                <a:gd name="csX8" fmla="*/ 0 w 7643"/>
                <a:gd name="csY8" fmla="*/ 16243 h 21020"/>
                <a:gd name="csX9" fmla="*/ 478 w 7643"/>
                <a:gd name="csY9" fmla="*/ 14332 h 21020"/>
                <a:gd name="csX10" fmla="*/ 1433 w 7643"/>
                <a:gd name="csY10" fmla="*/ 12421 h 21020"/>
                <a:gd name="csX11" fmla="*/ 1433 w 7643"/>
                <a:gd name="csY11" fmla="*/ 11466 h 21020"/>
                <a:gd name="csX12" fmla="*/ 956 w 7643"/>
                <a:gd name="csY12" fmla="*/ 9077 h 21020"/>
                <a:gd name="csX13" fmla="*/ 4300 w 7643"/>
                <a:gd name="csY13" fmla="*/ 6688 h 21020"/>
                <a:gd name="csX14" fmla="*/ 4777 w 7643"/>
                <a:gd name="csY14" fmla="*/ 5255 h 21020"/>
                <a:gd name="csX15" fmla="*/ 5255 w 7643"/>
                <a:gd name="csY15" fmla="*/ 3822 h 21020"/>
                <a:gd name="csX16" fmla="*/ 4300 w 7643"/>
                <a:gd name="csY16" fmla="*/ 1911 h 21020"/>
                <a:gd name="csX17" fmla="*/ 3344 w 7643"/>
                <a:gd name="csY17" fmla="*/ 1433 h 21020"/>
                <a:gd name="csX18" fmla="*/ 3822 w 7643"/>
                <a:gd name="csY18" fmla="*/ 478 h 21020"/>
                <a:gd name="csX19" fmla="*/ 4777 w 7643"/>
                <a:gd name="csY19" fmla="*/ 0 h 21020"/>
                <a:gd name="csX20" fmla="*/ 5733 w 7643"/>
                <a:gd name="csY20" fmla="*/ 0 h 21020"/>
                <a:gd name="csX21" fmla="*/ 6211 w 7643"/>
                <a:gd name="csY21" fmla="*/ 0 h 21020"/>
                <a:gd name="csX22" fmla="*/ 6211 w 7643"/>
                <a:gd name="csY22" fmla="*/ 3344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7643" h="21020">
                  <a:moveTo>
                    <a:pt x="6211" y="3344"/>
                  </a:moveTo>
                  <a:lnTo>
                    <a:pt x="7644" y="4777"/>
                  </a:lnTo>
                  <a:lnTo>
                    <a:pt x="7166" y="6211"/>
                  </a:lnTo>
                  <a:lnTo>
                    <a:pt x="3344" y="15287"/>
                  </a:lnTo>
                  <a:lnTo>
                    <a:pt x="1911" y="19109"/>
                  </a:lnTo>
                  <a:lnTo>
                    <a:pt x="1911" y="20065"/>
                  </a:lnTo>
                  <a:lnTo>
                    <a:pt x="1433" y="21020"/>
                  </a:lnTo>
                  <a:lnTo>
                    <a:pt x="478" y="19587"/>
                  </a:lnTo>
                  <a:lnTo>
                    <a:pt x="0" y="16243"/>
                  </a:lnTo>
                  <a:lnTo>
                    <a:pt x="478" y="14332"/>
                  </a:lnTo>
                  <a:lnTo>
                    <a:pt x="1433" y="12421"/>
                  </a:lnTo>
                  <a:lnTo>
                    <a:pt x="1433" y="11466"/>
                  </a:lnTo>
                  <a:lnTo>
                    <a:pt x="956" y="9077"/>
                  </a:lnTo>
                  <a:lnTo>
                    <a:pt x="4300" y="6688"/>
                  </a:lnTo>
                  <a:lnTo>
                    <a:pt x="4777" y="5255"/>
                  </a:lnTo>
                  <a:lnTo>
                    <a:pt x="5255" y="3822"/>
                  </a:lnTo>
                  <a:lnTo>
                    <a:pt x="4300" y="1911"/>
                  </a:lnTo>
                  <a:lnTo>
                    <a:pt x="3344" y="1433"/>
                  </a:lnTo>
                  <a:lnTo>
                    <a:pt x="3822" y="478"/>
                  </a:lnTo>
                  <a:lnTo>
                    <a:pt x="4777" y="0"/>
                  </a:lnTo>
                  <a:lnTo>
                    <a:pt x="5733" y="0"/>
                  </a:lnTo>
                  <a:lnTo>
                    <a:pt x="6211" y="0"/>
                  </a:lnTo>
                  <a:lnTo>
                    <a:pt x="6211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37F3A70F-E878-E1B7-8F63-7233514C3354}"/>
                </a:ext>
              </a:extLst>
            </p:cNvPr>
            <p:cNvSpPr/>
            <p:nvPr/>
          </p:nvSpPr>
          <p:spPr>
            <a:xfrm>
              <a:off x="8873040" y="4781236"/>
              <a:ext cx="47294" cy="40607"/>
            </a:xfrm>
            <a:custGeom>
              <a:avLst/>
              <a:gdLst>
                <a:gd name="csX0" fmla="*/ 47295 w 47294"/>
                <a:gd name="csY0" fmla="*/ 30097 h 40607"/>
                <a:gd name="csX1" fmla="*/ 47295 w 47294"/>
                <a:gd name="csY1" fmla="*/ 32008 h 40607"/>
                <a:gd name="csX2" fmla="*/ 47295 w 47294"/>
                <a:gd name="csY2" fmla="*/ 32963 h 40607"/>
                <a:gd name="csX3" fmla="*/ 45862 w 47294"/>
                <a:gd name="csY3" fmla="*/ 34397 h 40607"/>
                <a:gd name="csX4" fmla="*/ 45862 w 47294"/>
                <a:gd name="csY4" fmla="*/ 36307 h 40607"/>
                <a:gd name="csX5" fmla="*/ 45384 w 47294"/>
                <a:gd name="csY5" fmla="*/ 37740 h 40607"/>
                <a:gd name="csX6" fmla="*/ 44428 w 47294"/>
                <a:gd name="csY6" fmla="*/ 39174 h 40607"/>
                <a:gd name="csX7" fmla="*/ 42517 w 47294"/>
                <a:gd name="csY7" fmla="*/ 40607 h 40607"/>
                <a:gd name="csX8" fmla="*/ 41562 w 47294"/>
                <a:gd name="csY8" fmla="*/ 39651 h 40607"/>
                <a:gd name="csX9" fmla="*/ 40607 w 47294"/>
                <a:gd name="csY9" fmla="*/ 38218 h 40607"/>
                <a:gd name="csX10" fmla="*/ 39651 w 47294"/>
                <a:gd name="csY10" fmla="*/ 37263 h 40607"/>
                <a:gd name="csX11" fmla="*/ 38696 w 47294"/>
                <a:gd name="csY11" fmla="*/ 34874 h 40607"/>
                <a:gd name="csX12" fmla="*/ 38696 w 47294"/>
                <a:gd name="csY12" fmla="*/ 33441 h 40607"/>
                <a:gd name="csX13" fmla="*/ 38696 w 47294"/>
                <a:gd name="csY13" fmla="*/ 32008 h 40607"/>
                <a:gd name="csX14" fmla="*/ 38696 w 47294"/>
                <a:gd name="csY14" fmla="*/ 30575 h 40607"/>
                <a:gd name="csX15" fmla="*/ 38218 w 47294"/>
                <a:gd name="csY15" fmla="*/ 28186 h 40607"/>
                <a:gd name="csX16" fmla="*/ 36785 w 47294"/>
                <a:gd name="csY16" fmla="*/ 25320 h 40607"/>
                <a:gd name="csX17" fmla="*/ 32008 w 47294"/>
                <a:gd name="csY17" fmla="*/ 19587 h 40607"/>
                <a:gd name="csX18" fmla="*/ 30574 w 47294"/>
                <a:gd name="csY18" fmla="*/ 18154 h 40607"/>
                <a:gd name="csX19" fmla="*/ 28664 w 47294"/>
                <a:gd name="csY19" fmla="*/ 16721 h 40607"/>
                <a:gd name="csX20" fmla="*/ 27708 w 47294"/>
                <a:gd name="csY20" fmla="*/ 16243 h 40607"/>
                <a:gd name="csX21" fmla="*/ 25319 w 47294"/>
                <a:gd name="csY21" fmla="*/ 16243 h 40607"/>
                <a:gd name="csX22" fmla="*/ 24364 w 47294"/>
                <a:gd name="csY22" fmla="*/ 15765 h 40607"/>
                <a:gd name="csX23" fmla="*/ 22453 w 47294"/>
                <a:gd name="csY23" fmla="*/ 14809 h 40607"/>
                <a:gd name="csX24" fmla="*/ 21020 w 47294"/>
                <a:gd name="csY24" fmla="*/ 13854 h 40607"/>
                <a:gd name="csX25" fmla="*/ 16721 w 47294"/>
                <a:gd name="csY25" fmla="*/ 10510 h 40607"/>
                <a:gd name="csX26" fmla="*/ 14332 w 47294"/>
                <a:gd name="csY26" fmla="*/ 9555 h 40607"/>
                <a:gd name="csX27" fmla="*/ 13376 w 47294"/>
                <a:gd name="csY27" fmla="*/ 8121 h 40607"/>
                <a:gd name="csX28" fmla="*/ 6688 w 47294"/>
                <a:gd name="csY28" fmla="*/ 4299 h 40607"/>
                <a:gd name="csX29" fmla="*/ 4777 w 47294"/>
                <a:gd name="csY29" fmla="*/ 3344 h 40607"/>
                <a:gd name="csX30" fmla="*/ 2389 w 47294"/>
                <a:gd name="csY30" fmla="*/ 3344 h 40607"/>
                <a:gd name="csX31" fmla="*/ 0 w 47294"/>
                <a:gd name="csY31" fmla="*/ 2866 h 40607"/>
                <a:gd name="csX32" fmla="*/ 1910 w 47294"/>
                <a:gd name="csY32" fmla="*/ 2389 h 40607"/>
                <a:gd name="csX33" fmla="*/ 1910 w 47294"/>
                <a:gd name="csY33" fmla="*/ 956 h 40607"/>
                <a:gd name="csX34" fmla="*/ 1910 w 47294"/>
                <a:gd name="csY34" fmla="*/ 0 h 40607"/>
                <a:gd name="csX35" fmla="*/ 5255 w 47294"/>
                <a:gd name="csY35" fmla="*/ 1911 h 40607"/>
                <a:gd name="csX36" fmla="*/ 8599 w 47294"/>
                <a:gd name="csY36" fmla="*/ 3822 h 40607"/>
                <a:gd name="csX37" fmla="*/ 9555 w 47294"/>
                <a:gd name="csY37" fmla="*/ 5255 h 40607"/>
                <a:gd name="csX38" fmla="*/ 11465 w 47294"/>
                <a:gd name="csY38" fmla="*/ 5255 h 40607"/>
                <a:gd name="csX39" fmla="*/ 14809 w 47294"/>
                <a:gd name="csY39" fmla="*/ 6688 h 40607"/>
                <a:gd name="csX40" fmla="*/ 16721 w 47294"/>
                <a:gd name="csY40" fmla="*/ 7644 h 40607"/>
                <a:gd name="csX41" fmla="*/ 19109 w 47294"/>
                <a:gd name="csY41" fmla="*/ 9077 h 40607"/>
                <a:gd name="csX42" fmla="*/ 21020 w 47294"/>
                <a:gd name="csY42" fmla="*/ 10510 h 40607"/>
                <a:gd name="csX43" fmla="*/ 25797 w 47294"/>
                <a:gd name="csY43" fmla="*/ 11943 h 40607"/>
                <a:gd name="csX44" fmla="*/ 26275 w 47294"/>
                <a:gd name="csY44" fmla="*/ 12421 h 40607"/>
                <a:gd name="csX45" fmla="*/ 28664 w 47294"/>
                <a:gd name="csY45" fmla="*/ 14809 h 40607"/>
                <a:gd name="csX46" fmla="*/ 31530 w 47294"/>
                <a:gd name="csY46" fmla="*/ 17198 h 40607"/>
                <a:gd name="csX47" fmla="*/ 32485 w 47294"/>
                <a:gd name="csY47" fmla="*/ 18154 h 40607"/>
                <a:gd name="csX48" fmla="*/ 45384 w 47294"/>
                <a:gd name="csY48" fmla="*/ 27708 h 40607"/>
                <a:gd name="csX49" fmla="*/ 47295 w 47294"/>
                <a:gd name="csY49" fmla="*/ 30097 h 40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47294" h="40607">
                  <a:moveTo>
                    <a:pt x="47295" y="30097"/>
                  </a:moveTo>
                  <a:lnTo>
                    <a:pt x="47295" y="32008"/>
                  </a:lnTo>
                  <a:lnTo>
                    <a:pt x="47295" y="32963"/>
                  </a:lnTo>
                  <a:lnTo>
                    <a:pt x="45862" y="34397"/>
                  </a:lnTo>
                  <a:lnTo>
                    <a:pt x="45862" y="36307"/>
                  </a:lnTo>
                  <a:lnTo>
                    <a:pt x="45384" y="37740"/>
                  </a:lnTo>
                  <a:lnTo>
                    <a:pt x="44428" y="39174"/>
                  </a:lnTo>
                  <a:lnTo>
                    <a:pt x="42517" y="40607"/>
                  </a:lnTo>
                  <a:lnTo>
                    <a:pt x="41562" y="39651"/>
                  </a:lnTo>
                  <a:lnTo>
                    <a:pt x="40607" y="38218"/>
                  </a:lnTo>
                  <a:lnTo>
                    <a:pt x="39651" y="37263"/>
                  </a:lnTo>
                  <a:lnTo>
                    <a:pt x="38696" y="34874"/>
                  </a:lnTo>
                  <a:lnTo>
                    <a:pt x="38696" y="33441"/>
                  </a:lnTo>
                  <a:lnTo>
                    <a:pt x="38696" y="32008"/>
                  </a:lnTo>
                  <a:lnTo>
                    <a:pt x="38696" y="30575"/>
                  </a:lnTo>
                  <a:lnTo>
                    <a:pt x="38218" y="28186"/>
                  </a:lnTo>
                  <a:lnTo>
                    <a:pt x="36785" y="25320"/>
                  </a:lnTo>
                  <a:lnTo>
                    <a:pt x="32008" y="19587"/>
                  </a:lnTo>
                  <a:lnTo>
                    <a:pt x="30574" y="18154"/>
                  </a:lnTo>
                  <a:lnTo>
                    <a:pt x="28664" y="16721"/>
                  </a:lnTo>
                  <a:lnTo>
                    <a:pt x="27708" y="16243"/>
                  </a:lnTo>
                  <a:lnTo>
                    <a:pt x="25319" y="16243"/>
                  </a:lnTo>
                  <a:lnTo>
                    <a:pt x="24364" y="15765"/>
                  </a:lnTo>
                  <a:lnTo>
                    <a:pt x="22453" y="14809"/>
                  </a:lnTo>
                  <a:lnTo>
                    <a:pt x="21020" y="13854"/>
                  </a:lnTo>
                  <a:lnTo>
                    <a:pt x="16721" y="10510"/>
                  </a:lnTo>
                  <a:lnTo>
                    <a:pt x="14332" y="9555"/>
                  </a:lnTo>
                  <a:lnTo>
                    <a:pt x="13376" y="8121"/>
                  </a:lnTo>
                  <a:lnTo>
                    <a:pt x="6688" y="4299"/>
                  </a:lnTo>
                  <a:lnTo>
                    <a:pt x="4777" y="3344"/>
                  </a:lnTo>
                  <a:lnTo>
                    <a:pt x="2389" y="3344"/>
                  </a:lnTo>
                  <a:lnTo>
                    <a:pt x="0" y="2866"/>
                  </a:lnTo>
                  <a:lnTo>
                    <a:pt x="1910" y="2389"/>
                  </a:lnTo>
                  <a:lnTo>
                    <a:pt x="1910" y="956"/>
                  </a:lnTo>
                  <a:lnTo>
                    <a:pt x="1910" y="0"/>
                  </a:lnTo>
                  <a:lnTo>
                    <a:pt x="5255" y="1911"/>
                  </a:lnTo>
                  <a:lnTo>
                    <a:pt x="8599" y="3822"/>
                  </a:lnTo>
                  <a:lnTo>
                    <a:pt x="9555" y="5255"/>
                  </a:lnTo>
                  <a:lnTo>
                    <a:pt x="11465" y="5255"/>
                  </a:lnTo>
                  <a:lnTo>
                    <a:pt x="14809" y="6688"/>
                  </a:lnTo>
                  <a:lnTo>
                    <a:pt x="16721" y="7644"/>
                  </a:lnTo>
                  <a:lnTo>
                    <a:pt x="19109" y="9077"/>
                  </a:lnTo>
                  <a:lnTo>
                    <a:pt x="21020" y="10510"/>
                  </a:lnTo>
                  <a:lnTo>
                    <a:pt x="25797" y="11943"/>
                  </a:lnTo>
                  <a:lnTo>
                    <a:pt x="26275" y="12421"/>
                  </a:lnTo>
                  <a:lnTo>
                    <a:pt x="28664" y="14809"/>
                  </a:lnTo>
                  <a:lnTo>
                    <a:pt x="31530" y="17198"/>
                  </a:lnTo>
                  <a:lnTo>
                    <a:pt x="32485" y="18154"/>
                  </a:lnTo>
                  <a:lnTo>
                    <a:pt x="45384" y="27708"/>
                  </a:lnTo>
                  <a:lnTo>
                    <a:pt x="47295" y="3009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ADC00CBE-3FB3-7333-E113-BE20B3CA4840}"/>
                </a:ext>
              </a:extLst>
            </p:cNvPr>
            <p:cNvSpPr/>
            <p:nvPr/>
          </p:nvSpPr>
          <p:spPr>
            <a:xfrm>
              <a:off x="8917469" y="3746952"/>
              <a:ext cx="2388" cy="2866"/>
            </a:xfrm>
            <a:custGeom>
              <a:avLst/>
              <a:gdLst>
                <a:gd name="csX0" fmla="*/ 1911 w 2388"/>
                <a:gd name="csY0" fmla="*/ 0 h 2866"/>
                <a:gd name="csX1" fmla="*/ 2389 w 2388"/>
                <a:gd name="csY1" fmla="*/ 1433 h 2866"/>
                <a:gd name="csX2" fmla="*/ 1433 w 2388"/>
                <a:gd name="csY2" fmla="*/ 2866 h 2866"/>
                <a:gd name="csX3" fmla="*/ 478 w 2388"/>
                <a:gd name="csY3" fmla="*/ 2389 h 2866"/>
                <a:gd name="csX4" fmla="*/ 0 w 2388"/>
                <a:gd name="csY4" fmla="*/ 2389 h 2866"/>
                <a:gd name="csX5" fmla="*/ 1433 w 2388"/>
                <a:gd name="csY5" fmla="*/ 478 h 2866"/>
                <a:gd name="csX6" fmla="*/ 1911 w 2388"/>
                <a:gd name="csY6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866">
                  <a:moveTo>
                    <a:pt x="1911" y="0"/>
                  </a:moveTo>
                  <a:lnTo>
                    <a:pt x="2389" y="1433"/>
                  </a:lnTo>
                  <a:lnTo>
                    <a:pt x="1433" y="2866"/>
                  </a:lnTo>
                  <a:lnTo>
                    <a:pt x="478" y="2389"/>
                  </a:lnTo>
                  <a:lnTo>
                    <a:pt x="0" y="2389"/>
                  </a:lnTo>
                  <a:lnTo>
                    <a:pt x="1433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31B82678-06F6-792E-DECA-24FC2632660E}"/>
                </a:ext>
              </a:extLst>
            </p:cNvPr>
            <p:cNvSpPr/>
            <p:nvPr/>
          </p:nvSpPr>
          <p:spPr>
            <a:xfrm>
              <a:off x="8908392" y="4897324"/>
              <a:ext cx="9554" cy="4777"/>
            </a:xfrm>
            <a:custGeom>
              <a:avLst/>
              <a:gdLst>
                <a:gd name="csX0" fmla="*/ 9555 w 9554"/>
                <a:gd name="csY0" fmla="*/ 2389 h 4777"/>
                <a:gd name="csX1" fmla="*/ 9555 w 9554"/>
                <a:gd name="csY1" fmla="*/ 2866 h 4777"/>
                <a:gd name="csX2" fmla="*/ 9077 w 9554"/>
                <a:gd name="csY2" fmla="*/ 3344 h 4777"/>
                <a:gd name="csX3" fmla="*/ 8599 w 9554"/>
                <a:gd name="csY3" fmla="*/ 3822 h 4777"/>
                <a:gd name="csX4" fmla="*/ 9077 w 9554"/>
                <a:gd name="csY4" fmla="*/ 4300 h 4777"/>
                <a:gd name="csX5" fmla="*/ 8122 w 9554"/>
                <a:gd name="csY5" fmla="*/ 4300 h 4777"/>
                <a:gd name="csX6" fmla="*/ 6688 w 9554"/>
                <a:gd name="csY6" fmla="*/ 4777 h 4777"/>
                <a:gd name="csX7" fmla="*/ 4777 w 9554"/>
                <a:gd name="csY7" fmla="*/ 3822 h 4777"/>
                <a:gd name="csX8" fmla="*/ 3822 w 9554"/>
                <a:gd name="csY8" fmla="*/ 3822 h 4777"/>
                <a:gd name="csX9" fmla="*/ 3822 w 9554"/>
                <a:gd name="csY9" fmla="*/ 2866 h 4777"/>
                <a:gd name="csX10" fmla="*/ 2389 w 9554"/>
                <a:gd name="csY10" fmla="*/ 1433 h 4777"/>
                <a:gd name="csX11" fmla="*/ 0 w 9554"/>
                <a:gd name="csY11" fmla="*/ 956 h 4777"/>
                <a:gd name="csX12" fmla="*/ 956 w 9554"/>
                <a:gd name="csY12" fmla="*/ 0 h 4777"/>
                <a:gd name="csX13" fmla="*/ 2389 w 9554"/>
                <a:gd name="csY13" fmla="*/ 0 h 4777"/>
                <a:gd name="csX14" fmla="*/ 3344 w 9554"/>
                <a:gd name="csY14" fmla="*/ 0 h 4777"/>
                <a:gd name="csX15" fmla="*/ 5733 w 9554"/>
                <a:gd name="csY15" fmla="*/ 0 h 4777"/>
                <a:gd name="csX16" fmla="*/ 6688 w 9554"/>
                <a:gd name="csY16" fmla="*/ 956 h 4777"/>
                <a:gd name="csX17" fmla="*/ 7644 w 9554"/>
                <a:gd name="csY17" fmla="*/ 1433 h 4777"/>
                <a:gd name="csX18" fmla="*/ 8599 w 9554"/>
                <a:gd name="csY18" fmla="*/ 1911 h 4777"/>
                <a:gd name="csX19" fmla="*/ 9555 w 9554"/>
                <a:gd name="csY19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9554" h="4777">
                  <a:moveTo>
                    <a:pt x="9555" y="2389"/>
                  </a:moveTo>
                  <a:lnTo>
                    <a:pt x="9555" y="2866"/>
                  </a:lnTo>
                  <a:lnTo>
                    <a:pt x="9077" y="3344"/>
                  </a:lnTo>
                  <a:lnTo>
                    <a:pt x="8599" y="3822"/>
                  </a:lnTo>
                  <a:lnTo>
                    <a:pt x="9077" y="4300"/>
                  </a:lnTo>
                  <a:lnTo>
                    <a:pt x="8122" y="4300"/>
                  </a:lnTo>
                  <a:lnTo>
                    <a:pt x="6688" y="4777"/>
                  </a:lnTo>
                  <a:lnTo>
                    <a:pt x="4777" y="3822"/>
                  </a:lnTo>
                  <a:lnTo>
                    <a:pt x="3822" y="3822"/>
                  </a:lnTo>
                  <a:lnTo>
                    <a:pt x="3822" y="2866"/>
                  </a:lnTo>
                  <a:lnTo>
                    <a:pt x="2389" y="1433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5733" y="0"/>
                  </a:lnTo>
                  <a:lnTo>
                    <a:pt x="6688" y="956"/>
                  </a:lnTo>
                  <a:lnTo>
                    <a:pt x="7644" y="1433"/>
                  </a:lnTo>
                  <a:lnTo>
                    <a:pt x="8599" y="1911"/>
                  </a:lnTo>
                  <a:lnTo>
                    <a:pt x="955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" name="Freeform 298">
              <a:extLst>
                <a:ext uri="{FF2B5EF4-FFF2-40B4-BE49-F238E27FC236}">
                  <a16:creationId xmlns:a16="http://schemas.microsoft.com/office/drawing/2014/main" id="{FBA1E4E0-4F8B-3D2B-A55A-B56B8F688554}"/>
                </a:ext>
              </a:extLst>
            </p:cNvPr>
            <p:cNvSpPr/>
            <p:nvPr/>
          </p:nvSpPr>
          <p:spPr>
            <a:xfrm>
              <a:off x="8909348" y="2540685"/>
              <a:ext cx="6210" cy="8121"/>
            </a:xfrm>
            <a:custGeom>
              <a:avLst/>
              <a:gdLst>
                <a:gd name="csX0" fmla="*/ 5733 w 6210"/>
                <a:gd name="csY0" fmla="*/ 2389 h 8121"/>
                <a:gd name="csX1" fmla="*/ 6210 w 6210"/>
                <a:gd name="csY1" fmla="*/ 5255 h 8121"/>
                <a:gd name="csX2" fmla="*/ 4300 w 6210"/>
                <a:gd name="csY2" fmla="*/ 8121 h 8121"/>
                <a:gd name="csX3" fmla="*/ 0 w 6210"/>
                <a:gd name="csY3" fmla="*/ 3822 h 8121"/>
                <a:gd name="csX4" fmla="*/ 1433 w 6210"/>
                <a:gd name="csY4" fmla="*/ 1433 h 8121"/>
                <a:gd name="csX5" fmla="*/ 4777 w 6210"/>
                <a:gd name="csY5" fmla="*/ 0 h 8121"/>
                <a:gd name="csX6" fmla="*/ 5255 w 6210"/>
                <a:gd name="csY6" fmla="*/ 478 h 8121"/>
                <a:gd name="csX7" fmla="*/ 5733 w 6210"/>
                <a:gd name="csY7" fmla="*/ 2389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8121">
                  <a:moveTo>
                    <a:pt x="5733" y="2389"/>
                  </a:moveTo>
                  <a:lnTo>
                    <a:pt x="6210" y="5255"/>
                  </a:lnTo>
                  <a:lnTo>
                    <a:pt x="4300" y="8121"/>
                  </a:lnTo>
                  <a:lnTo>
                    <a:pt x="0" y="3822"/>
                  </a:lnTo>
                  <a:lnTo>
                    <a:pt x="1433" y="1433"/>
                  </a:lnTo>
                  <a:lnTo>
                    <a:pt x="4777" y="0"/>
                  </a:lnTo>
                  <a:lnTo>
                    <a:pt x="5255" y="478"/>
                  </a:lnTo>
                  <a:lnTo>
                    <a:pt x="57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EE2822AB-C8EC-B080-EC31-01596824BCE2}"/>
                </a:ext>
              </a:extLst>
            </p:cNvPr>
            <p:cNvSpPr/>
            <p:nvPr/>
          </p:nvSpPr>
          <p:spPr>
            <a:xfrm>
              <a:off x="8908870" y="4789357"/>
              <a:ext cx="2388" cy="3343"/>
            </a:xfrm>
            <a:custGeom>
              <a:avLst/>
              <a:gdLst>
                <a:gd name="csX0" fmla="*/ 1910 w 2388"/>
                <a:gd name="csY0" fmla="*/ 0 h 3343"/>
                <a:gd name="csX1" fmla="*/ 2389 w 2388"/>
                <a:gd name="csY1" fmla="*/ 1911 h 3343"/>
                <a:gd name="csX2" fmla="*/ 1910 w 2388"/>
                <a:gd name="csY2" fmla="*/ 3344 h 3343"/>
                <a:gd name="csX3" fmla="*/ 955 w 2388"/>
                <a:gd name="csY3" fmla="*/ 2389 h 3343"/>
                <a:gd name="csX4" fmla="*/ 0 w 2388"/>
                <a:gd name="csY4" fmla="*/ 955 h 3343"/>
                <a:gd name="csX5" fmla="*/ 478 w 2388"/>
                <a:gd name="csY5" fmla="*/ 478 h 3343"/>
                <a:gd name="csX6" fmla="*/ 1910 w 2388"/>
                <a:gd name="csY6" fmla="*/ 0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3343">
                  <a:moveTo>
                    <a:pt x="1910" y="0"/>
                  </a:moveTo>
                  <a:lnTo>
                    <a:pt x="2389" y="1911"/>
                  </a:lnTo>
                  <a:lnTo>
                    <a:pt x="1910" y="3344"/>
                  </a:lnTo>
                  <a:lnTo>
                    <a:pt x="955" y="2389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5E02E618-261B-841A-D2C1-D464E25FA7F4}"/>
                </a:ext>
              </a:extLst>
            </p:cNvPr>
            <p:cNvSpPr/>
            <p:nvPr/>
          </p:nvSpPr>
          <p:spPr>
            <a:xfrm>
              <a:off x="8825267" y="4810377"/>
              <a:ext cx="80735" cy="38218"/>
            </a:xfrm>
            <a:custGeom>
              <a:avLst/>
              <a:gdLst>
                <a:gd name="csX0" fmla="*/ 80736 w 80735"/>
                <a:gd name="csY0" fmla="*/ 2867 h 38218"/>
                <a:gd name="csX1" fmla="*/ 79781 w 80735"/>
                <a:gd name="csY1" fmla="*/ 5255 h 38218"/>
                <a:gd name="csX2" fmla="*/ 80258 w 80735"/>
                <a:gd name="csY2" fmla="*/ 6688 h 38218"/>
                <a:gd name="csX3" fmla="*/ 80736 w 80735"/>
                <a:gd name="csY3" fmla="*/ 8121 h 38218"/>
                <a:gd name="csX4" fmla="*/ 80736 w 80735"/>
                <a:gd name="csY4" fmla="*/ 10032 h 38218"/>
                <a:gd name="csX5" fmla="*/ 79781 w 80735"/>
                <a:gd name="csY5" fmla="*/ 11466 h 38218"/>
                <a:gd name="csX6" fmla="*/ 77870 w 80735"/>
                <a:gd name="csY6" fmla="*/ 13854 h 38218"/>
                <a:gd name="csX7" fmla="*/ 76914 w 80735"/>
                <a:gd name="csY7" fmla="*/ 14332 h 38218"/>
                <a:gd name="csX8" fmla="*/ 75959 w 80735"/>
                <a:gd name="csY8" fmla="*/ 14332 h 38218"/>
                <a:gd name="csX9" fmla="*/ 73092 w 80735"/>
                <a:gd name="csY9" fmla="*/ 14810 h 38218"/>
                <a:gd name="csX10" fmla="*/ 72615 w 80735"/>
                <a:gd name="csY10" fmla="*/ 15765 h 38218"/>
                <a:gd name="csX11" fmla="*/ 72615 w 80735"/>
                <a:gd name="csY11" fmla="*/ 17198 h 38218"/>
                <a:gd name="csX12" fmla="*/ 74526 w 80735"/>
                <a:gd name="csY12" fmla="*/ 19109 h 38218"/>
                <a:gd name="csX13" fmla="*/ 75481 w 80735"/>
                <a:gd name="csY13" fmla="*/ 21020 h 38218"/>
                <a:gd name="csX14" fmla="*/ 74526 w 80735"/>
                <a:gd name="csY14" fmla="*/ 22931 h 38218"/>
                <a:gd name="csX15" fmla="*/ 72137 w 80735"/>
                <a:gd name="csY15" fmla="*/ 24364 h 38218"/>
                <a:gd name="csX16" fmla="*/ 70226 w 80735"/>
                <a:gd name="csY16" fmla="*/ 24842 h 38218"/>
                <a:gd name="csX17" fmla="*/ 66882 w 80735"/>
                <a:gd name="csY17" fmla="*/ 24364 h 38218"/>
                <a:gd name="csX18" fmla="*/ 63060 w 80735"/>
                <a:gd name="csY18" fmla="*/ 24842 h 38218"/>
                <a:gd name="csX19" fmla="*/ 62582 w 80735"/>
                <a:gd name="csY19" fmla="*/ 25320 h 38218"/>
                <a:gd name="csX20" fmla="*/ 62582 w 80735"/>
                <a:gd name="csY20" fmla="*/ 26753 h 38218"/>
                <a:gd name="csX21" fmla="*/ 62105 w 80735"/>
                <a:gd name="csY21" fmla="*/ 27231 h 38218"/>
                <a:gd name="csX22" fmla="*/ 61149 w 80735"/>
                <a:gd name="csY22" fmla="*/ 28186 h 38218"/>
                <a:gd name="csX23" fmla="*/ 59716 w 80735"/>
                <a:gd name="csY23" fmla="*/ 30097 h 38218"/>
                <a:gd name="csX24" fmla="*/ 57328 w 80735"/>
                <a:gd name="csY24" fmla="*/ 31530 h 38218"/>
                <a:gd name="csX25" fmla="*/ 54939 w 80735"/>
                <a:gd name="csY25" fmla="*/ 32963 h 38218"/>
                <a:gd name="csX26" fmla="*/ 53983 w 80735"/>
                <a:gd name="csY26" fmla="*/ 32963 h 38218"/>
                <a:gd name="csX27" fmla="*/ 51594 w 80735"/>
                <a:gd name="csY27" fmla="*/ 33441 h 38218"/>
                <a:gd name="csX28" fmla="*/ 49206 w 80735"/>
                <a:gd name="csY28" fmla="*/ 33919 h 38218"/>
                <a:gd name="csX29" fmla="*/ 48251 w 80735"/>
                <a:gd name="csY29" fmla="*/ 34874 h 38218"/>
                <a:gd name="csX30" fmla="*/ 47295 w 80735"/>
                <a:gd name="csY30" fmla="*/ 35352 h 38218"/>
                <a:gd name="csX31" fmla="*/ 44906 w 80735"/>
                <a:gd name="csY31" fmla="*/ 36308 h 38218"/>
                <a:gd name="csX32" fmla="*/ 42517 w 80735"/>
                <a:gd name="csY32" fmla="*/ 37741 h 38218"/>
                <a:gd name="csX33" fmla="*/ 41562 w 80735"/>
                <a:gd name="csY33" fmla="*/ 37741 h 38218"/>
                <a:gd name="csX34" fmla="*/ 36785 w 80735"/>
                <a:gd name="csY34" fmla="*/ 38218 h 38218"/>
                <a:gd name="csX35" fmla="*/ 30097 w 80735"/>
                <a:gd name="csY35" fmla="*/ 38218 h 38218"/>
                <a:gd name="csX36" fmla="*/ 28186 w 80735"/>
                <a:gd name="csY36" fmla="*/ 38218 h 38218"/>
                <a:gd name="csX37" fmla="*/ 26275 w 80735"/>
                <a:gd name="csY37" fmla="*/ 38218 h 38218"/>
                <a:gd name="csX38" fmla="*/ 25319 w 80735"/>
                <a:gd name="csY38" fmla="*/ 37741 h 38218"/>
                <a:gd name="csX39" fmla="*/ 22931 w 80735"/>
                <a:gd name="csY39" fmla="*/ 34874 h 38218"/>
                <a:gd name="csX40" fmla="*/ 21020 w 80735"/>
                <a:gd name="csY40" fmla="*/ 34397 h 38218"/>
                <a:gd name="csX41" fmla="*/ 18631 w 80735"/>
                <a:gd name="csY41" fmla="*/ 34397 h 38218"/>
                <a:gd name="csX42" fmla="*/ 15765 w 80735"/>
                <a:gd name="csY42" fmla="*/ 34874 h 38218"/>
                <a:gd name="csX43" fmla="*/ 15287 w 80735"/>
                <a:gd name="csY43" fmla="*/ 34874 h 38218"/>
                <a:gd name="csX44" fmla="*/ 9555 w 80735"/>
                <a:gd name="csY44" fmla="*/ 31052 h 38218"/>
                <a:gd name="csX45" fmla="*/ 7644 w 80735"/>
                <a:gd name="csY45" fmla="*/ 30575 h 38218"/>
                <a:gd name="csX46" fmla="*/ 5733 w 80735"/>
                <a:gd name="csY46" fmla="*/ 29619 h 38218"/>
                <a:gd name="csX47" fmla="*/ 3344 w 80735"/>
                <a:gd name="csY47" fmla="*/ 29142 h 38218"/>
                <a:gd name="csX48" fmla="*/ 1433 w 80735"/>
                <a:gd name="csY48" fmla="*/ 28664 h 38218"/>
                <a:gd name="csX49" fmla="*/ 0 w 80735"/>
                <a:gd name="csY49" fmla="*/ 26753 h 38218"/>
                <a:gd name="csX50" fmla="*/ 478 w 80735"/>
                <a:gd name="csY50" fmla="*/ 24364 h 38218"/>
                <a:gd name="csX51" fmla="*/ 1910 w 80735"/>
                <a:gd name="csY51" fmla="*/ 23409 h 38218"/>
                <a:gd name="csX52" fmla="*/ 4777 w 80735"/>
                <a:gd name="csY52" fmla="*/ 23886 h 38218"/>
                <a:gd name="csX53" fmla="*/ 5733 w 80735"/>
                <a:gd name="csY53" fmla="*/ 23886 h 38218"/>
                <a:gd name="csX54" fmla="*/ 6688 w 80735"/>
                <a:gd name="csY54" fmla="*/ 23409 h 38218"/>
                <a:gd name="csX55" fmla="*/ 7644 w 80735"/>
                <a:gd name="csY55" fmla="*/ 23409 h 38218"/>
                <a:gd name="csX56" fmla="*/ 9076 w 80735"/>
                <a:gd name="csY56" fmla="*/ 23886 h 38218"/>
                <a:gd name="csX57" fmla="*/ 13376 w 80735"/>
                <a:gd name="csY57" fmla="*/ 23409 h 38218"/>
                <a:gd name="csX58" fmla="*/ 15765 w 80735"/>
                <a:gd name="csY58" fmla="*/ 24364 h 38218"/>
                <a:gd name="csX59" fmla="*/ 18153 w 80735"/>
                <a:gd name="csY59" fmla="*/ 24842 h 38218"/>
                <a:gd name="csX60" fmla="*/ 20542 w 80735"/>
                <a:gd name="csY60" fmla="*/ 25320 h 38218"/>
                <a:gd name="csX61" fmla="*/ 22931 w 80735"/>
                <a:gd name="csY61" fmla="*/ 24842 h 38218"/>
                <a:gd name="csX62" fmla="*/ 25797 w 80735"/>
                <a:gd name="csY62" fmla="*/ 23886 h 38218"/>
                <a:gd name="csX63" fmla="*/ 26753 w 80735"/>
                <a:gd name="csY63" fmla="*/ 24364 h 38218"/>
                <a:gd name="csX64" fmla="*/ 29619 w 80735"/>
                <a:gd name="csY64" fmla="*/ 24364 h 38218"/>
                <a:gd name="csX65" fmla="*/ 32485 w 80735"/>
                <a:gd name="csY65" fmla="*/ 22931 h 38218"/>
                <a:gd name="csX66" fmla="*/ 33441 w 80735"/>
                <a:gd name="csY66" fmla="*/ 17198 h 38218"/>
                <a:gd name="csX67" fmla="*/ 33919 w 80735"/>
                <a:gd name="csY67" fmla="*/ 15287 h 38218"/>
                <a:gd name="csX68" fmla="*/ 34874 w 80735"/>
                <a:gd name="csY68" fmla="*/ 14810 h 38218"/>
                <a:gd name="csX69" fmla="*/ 35352 w 80735"/>
                <a:gd name="csY69" fmla="*/ 14810 h 38218"/>
                <a:gd name="csX70" fmla="*/ 36307 w 80735"/>
                <a:gd name="csY70" fmla="*/ 15765 h 38218"/>
                <a:gd name="csX71" fmla="*/ 35352 w 80735"/>
                <a:gd name="csY71" fmla="*/ 17198 h 38218"/>
                <a:gd name="csX72" fmla="*/ 34874 w 80735"/>
                <a:gd name="csY72" fmla="*/ 18154 h 38218"/>
                <a:gd name="csX73" fmla="*/ 34396 w 80735"/>
                <a:gd name="csY73" fmla="*/ 20065 h 38218"/>
                <a:gd name="csX74" fmla="*/ 35352 w 80735"/>
                <a:gd name="csY74" fmla="*/ 22453 h 38218"/>
                <a:gd name="csX75" fmla="*/ 36785 w 80735"/>
                <a:gd name="csY75" fmla="*/ 24364 h 38218"/>
                <a:gd name="csX76" fmla="*/ 39174 w 80735"/>
                <a:gd name="csY76" fmla="*/ 24364 h 38218"/>
                <a:gd name="csX77" fmla="*/ 41085 w 80735"/>
                <a:gd name="csY77" fmla="*/ 23409 h 38218"/>
                <a:gd name="csX78" fmla="*/ 43473 w 80735"/>
                <a:gd name="csY78" fmla="*/ 22931 h 38218"/>
                <a:gd name="csX79" fmla="*/ 45384 w 80735"/>
                <a:gd name="csY79" fmla="*/ 23886 h 38218"/>
                <a:gd name="csX80" fmla="*/ 47773 w 80735"/>
                <a:gd name="csY80" fmla="*/ 23886 h 38218"/>
                <a:gd name="csX81" fmla="*/ 48728 w 80735"/>
                <a:gd name="csY81" fmla="*/ 23409 h 38218"/>
                <a:gd name="csX82" fmla="*/ 49683 w 80735"/>
                <a:gd name="csY82" fmla="*/ 22931 h 38218"/>
                <a:gd name="csX83" fmla="*/ 51117 w 80735"/>
                <a:gd name="csY83" fmla="*/ 22931 h 38218"/>
                <a:gd name="csX84" fmla="*/ 52072 w 80735"/>
                <a:gd name="csY84" fmla="*/ 22453 h 38218"/>
                <a:gd name="csX85" fmla="*/ 53505 w 80735"/>
                <a:gd name="csY85" fmla="*/ 20542 h 38218"/>
                <a:gd name="csX86" fmla="*/ 54461 w 80735"/>
                <a:gd name="csY86" fmla="*/ 18154 h 38218"/>
                <a:gd name="csX87" fmla="*/ 55894 w 80735"/>
                <a:gd name="csY87" fmla="*/ 16721 h 38218"/>
                <a:gd name="csX88" fmla="*/ 59238 w 80735"/>
                <a:gd name="csY88" fmla="*/ 13854 h 38218"/>
                <a:gd name="csX89" fmla="*/ 60671 w 80735"/>
                <a:gd name="csY89" fmla="*/ 13376 h 38218"/>
                <a:gd name="csX90" fmla="*/ 61627 w 80735"/>
                <a:gd name="csY90" fmla="*/ 13376 h 38218"/>
                <a:gd name="csX91" fmla="*/ 64493 w 80735"/>
                <a:gd name="csY91" fmla="*/ 13376 h 38218"/>
                <a:gd name="csX92" fmla="*/ 66404 w 80735"/>
                <a:gd name="csY92" fmla="*/ 12421 h 38218"/>
                <a:gd name="csX93" fmla="*/ 66404 w 80735"/>
                <a:gd name="csY93" fmla="*/ 10510 h 38218"/>
                <a:gd name="csX94" fmla="*/ 65926 w 80735"/>
                <a:gd name="csY94" fmla="*/ 8121 h 38218"/>
                <a:gd name="csX95" fmla="*/ 64015 w 80735"/>
                <a:gd name="csY95" fmla="*/ 2867 h 38218"/>
                <a:gd name="csX96" fmla="*/ 63538 w 80735"/>
                <a:gd name="csY96" fmla="*/ 1911 h 38218"/>
                <a:gd name="csX97" fmla="*/ 64015 w 80735"/>
                <a:gd name="csY97" fmla="*/ 956 h 38218"/>
                <a:gd name="csX98" fmla="*/ 64493 w 80735"/>
                <a:gd name="csY98" fmla="*/ 0 h 38218"/>
                <a:gd name="csX99" fmla="*/ 66882 w 80735"/>
                <a:gd name="csY99" fmla="*/ 0 h 38218"/>
                <a:gd name="csX100" fmla="*/ 69271 w 80735"/>
                <a:gd name="csY100" fmla="*/ 478 h 38218"/>
                <a:gd name="csX101" fmla="*/ 70226 w 80735"/>
                <a:gd name="csY101" fmla="*/ 1433 h 38218"/>
                <a:gd name="csX102" fmla="*/ 71181 w 80735"/>
                <a:gd name="csY102" fmla="*/ 1911 h 38218"/>
                <a:gd name="csX103" fmla="*/ 72137 w 80735"/>
                <a:gd name="csY103" fmla="*/ 2389 h 38218"/>
                <a:gd name="csX104" fmla="*/ 75003 w 80735"/>
                <a:gd name="csY104" fmla="*/ 478 h 38218"/>
                <a:gd name="csX105" fmla="*/ 76914 w 80735"/>
                <a:gd name="csY105" fmla="*/ 1911 h 38218"/>
                <a:gd name="csX106" fmla="*/ 78825 w 80735"/>
                <a:gd name="csY106" fmla="*/ 2389 h 38218"/>
                <a:gd name="csX107" fmla="*/ 80736 w 80735"/>
                <a:gd name="csY107" fmla="*/ 2867 h 38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</a:cxnLst>
              <a:rect l="l" t="t" r="r" b="b"/>
              <a:pathLst>
                <a:path w="80735" h="38218">
                  <a:moveTo>
                    <a:pt x="80736" y="2867"/>
                  </a:moveTo>
                  <a:lnTo>
                    <a:pt x="79781" y="5255"/>
                  </a:lnTo>
                  <a:lnTo>
                    <a:pt x="80258" y="6688"/>
                  </a:lnTo>
                  <a:lnTo>
                    <a:pt x="80736" y="8121"/>
                  </a:lnTo>
                  <a:lnTo>
                    <a:pt x="80736" y="10032"/>
                  </a:lnTo>
                  <a:lnTo>
                    <a:pt x="79781" y="11466"/>
                  </a:lnTo>
                  <a:lnTo>
                    <a:pt x="77870" y="13854"/>
                  </a:lnTo>
                  <a:lnTo>
                    <a:pt x="76914" y="14332"/>
                  </a:lnTo>
                  <a:lnTo>
                    <a:pt x="75959" y="14332"/>
                  </a:lnTo>
                  <a:lnTo>
                    <a:pt x="73092" y="14810"/>
                  </a:lnTo>
                  <a:lnTo>
                    <a:pt x="72615" y="15765"/>
                  </a:lnTo>
                  <a:lnTo>
                    <a:pt x="72615" y="17198"/>
                  </a:lnTo>
                  <a:lnTo>
                    <a:pt x="74526" y="19109"/>
                  </a:lnTo>
                  <a:lnTo>
                    <a:pt x="75481" y="21020"/>
                  </a:lnTo>
                  <a:lnTo>
                    <a:pt x="74526" y="22931"/>
                  </a:lnTo>
                  <a:lnTo>
                    <a:pt x="72137" y="24364"/>
                  </a:lnTo>
                  <a:lnTo>
                    <a:pt x="70226" y="24842"/>
                  </a:lnTo>
                  <a:lnTo>
                    <a:pt x="66882" y="24364"/>
                  </a:lnTo>
                  <a:lnTo>
                    <a:pt x="63060" y="24842"/>
                  </a:lnTo>
                  <a:lnTo>
                    <a:pt x="62582" y="25320"/>
                  </a:lnTo>
                  <a:lnTo>
                    <a:pt x="62582" y="26753"/>
                  </a:lnTo>
                  <a:lnTo>
                    <a:pt x="62105" y="27231"/>
                  </a:lnTo>
                  <a:lnTo>
                    <a:pt x="61149" y="28186"/>
                  </a:lnTo>
                  <a:lnTo>
                    <a:pt x="59716" y="30097"/>
                  </a:lnTo>
                  <a:lnTo>
                    <a:pt x="57328" y="31530"/>
                  </a:lnTo>
                  <a:lnTo>
                    <a:pt x="54939" y="32963"/>
                  </a:lnTo>
                  <a:lnTo>
                    <a:pt x="53983" y="32963"/>
                  </a:lnTo>
                  <a:lnTo>
                    <a:pt x="51594" y="33441"/>
                  </a:lnTo>
                  <a:lnTo>
                    <a:pt x="49206" y="33919"/>
                  </a:lnTo>
                  <a:lnTo>
                    <a:pt x="48251" y="34874"/>
                  </a:lnTo>
                  <a:lnTo>
                    <a:pt x="47295" y="35352"/>
                  </a:lnTo>
                  <a:lnTo>
                    <a:pt x="44906" y="36308"/>
                  </a:lnTo>
                  <a:lnTo>
                    <a:pt x="42517" y="37741"/>
                  </a:lnTo>
                  <a:lnTo>
                    <a:pt x="41562" y="37741"/>
                  </a:lnTo>
                  <a:lnTo>
                    <a:pt x="36785" y="38218"/>
                  </a:lnTo>
                  <a:lnTo>
                    <a:pt x="30097" y="38218"/>
                  </a:lnTo>
                  <a:lnTo>
                    <a:pt x="28186" y="38218"/>
                  </a:lnTo>
                  <a:lnTo>
                    <a:pt x="26275" y="38218"/>
                  </a:lnTo>
                  <a:lnTo>
                    <a:pt x="25319" y="37741"/>
                  </a:lnTo>
                  <a:lnTo>
                    <a:pt x="22931" y="34874"/>
                  </a:lnTo>
                  <a:lnTo>
                    <a:pt x="21020" y="34397"/>
                  </a:lnTo>
                  <a:lnTo>
                    <a:pt x="18631" y="34397"/>
                  </a:lnTo>
                  <a:lnTo>
                    <a:pt x="15765" y="34874"/>
                  </a:lnTo>
                  <a:lnTo>
                    <a:pt x="15287" y="34874"/>
                  </a:lnTo>
                  <a:lnTo>
                    <a:pt x="9555" y="31052"/>
                  </a:lnTo>
                  <a:lnTo>
                    <a:pt x="7644" y="30575"/>
                  </a:lnTo>
                  <a:lnTo>
                    <a:pt x="5733" y="29619"/>
                  </a:lnTo>
                  <a:lnTo>
                    <a:pt x="3344" y="29142"/>
                  </a:lnTo>
                  <a:lnTo>
                    <a:pt x="1433" y="28664"/>
                  </a:lnTo>
                  <a:lnTo>
                    <a:pt x="0" y="26753"/>
                  </a:lnTo>
                  <a:lnTo>
                    <a:pt x="478" y="24364"/>
                  </a:lnTo>
                  <a:lnTo>
                    <a:pt x="1910" y="23409"/>
                  </a:lnTo>
                  <a:lnTo>
                    <a:pt x="4777" y="23886"/>
                  </a:lnTo>
                  <a:lnTo>
                    <a:pt x="5733" y="23886"/>
                  </a:lnTo>
                  <a:lnTo>
                    <a:pt x="6688" y="23409"/>
                  </a:lnTo>
                  <a:lnTo>
                    <a:pt x="7644" y="23409"/>
                  </a:lnTo>
                  <a:lnTo>
                    <a:pt x="9076" y="23886"/>
                  </a:lnTo>
                  <a:lnTo>
                    <a:pt x="13376" y="23409"/>
                  </a:lnTo>
                  <a:lnTo>
                    <a:pt x="15765" y="24364"/>
                  </a:lnTo>
                  <a:lnTo>
                    <a:pt x="18153" y="24842"/>
                  </a:lnTo>
                  <a:lnTo>
                    <a:pt x="20542" y="25320"/>
                  </a:lnTo>
                  <a:lnTo>
                    <a:pt x="22931" y="24842"/>
                  </a:lnTo>
                  <a:lnTo>
                    <a:pt x="25797" y="23886"/>
                  </a:lnTo>
                  <a:lnTo>
                    <a:pt x="26753" y="24364"/>
                  </a:lnTo>
                  <a:lnTo>
                    <a:pt x="29619" y="24364"/>
                  </a:lnTo>
                  <a:lnTo>
                    <a:pt x="32485" y="22931"/>
                  </a:lnTo>
                  <a:lnTo>
                    <a:pt x="33441" y="17198"/>
                  </a:lnTo>
                  <a:lnTo>
                    <a:pt x="33919" y="15287"/>
                  </a:lnTo>
                  <a:lnTo>
                    <a:pt x="34874" y="14810"/>
                  </a:lnTo>
                  <a:lnTo>
                    <a:pt x="35352" y="14810"/>
                  </a:lnTo>
                  <a:lnTo>
                    <a:pt x="36307" y="15765"/>
                  </a:lnTo>
                  <a:lnTo>
                    <a:pt x="35352" y="17198"/>
                  </a:lnTo>
                  <a:lnTo>
                    <a:pt x="34874" y="18154"/>
                  </a:lnTo>
                  <a:lnTo>
                    <a:pt x="34396" y="20065"/>
                  </a:lnTo>
                  <a:lnTo>
                    <a:pt x="35352" y="22453"/>
                  </a:lnTo>
                  <a:lnTo>
                    <a:pt x="36785" y="24364"/>
                  </a:lnTo>
                  <a:lnTo>
                    <a:pt x="39174" y="24364"/>
                  </a:lnTo>
                  <a:lnTo>
                    <a:pt x="41085" y="23409"/>
                  </a:lnTo>
                  <a:lnTo>
                    <a:pt x="43473" y="22931"/>
                  </a:lnTo>
                  <a:lnTo>
                    <a:pt x="45384" y="23886"/>
                  </a:lnTo>
                  <a:lnTo>
                    <a:pt x="47773" y="23886"/>
                  </a:lnTo>
                  <a:lnTo>
                    <a:pt x="48728" y="23409"/>
                  </a:lnTo>
                  <a:lnTo>
                    <a:pt x="49683" y="22931"/>
                  </a:lnTo>
                  <a:lnTo>
                    <a:pt x="51117" y="22931"/>
                  </a:lnTo>
                  <a:lnTo>
                    <a:pt x="52072" y="22453"/>
                  </a:lnTo>
                  <a:lnTo>
                    <a:pt x="53505" y="20542"/>
                  </a:lnTo>
                  <a:lnTo>
                    <a:pt x="54461" y="18154"/>
                  </a:lnTo>
                  <a:lnTo>
                    <a:pt x="55894" y="16721"/>
                  </a:lnTo>
                  <a:lnTo>
                    <a:pt x="59238" y="13854"/>
                  </a:lnTo>
                  <a:lnTo>
                    <a:pt x="60671" y="13376"/>
                  </a:lnTo>
                  <a:lnTo>
                    <a:pt x="61627" y="13376"/>
                  </a:lnTo>
                  <a:lnTo>
                    <a:pt x="64493" y="13376"/>
                  </a:lnTo>
                  <a:lnTo>
                    <a:pt x="66404" y="12421"/>
                  </a:lnTo>
                  <a:lnTo>
                    <a:pt x="66404" y="10510"/>
                  </a:lnTo>
                  <a:lnTo>
                    <a:pt x="65926" y="8121"/>
                  </a:lnTo>
                  <a:lnTo>
                    <a:pt x="64015" y="2867"/>
                  </a:lnTo>
                  <a:lnTo>
                    <a:pt x="63538" y="1911"/>
                  </a:lnTo>
                  <a:lnTo>
                    <a:pt x="64015" y="956"/>
                  </a:lnTo>
                  <a:lnTo>
                    <a:pt x="64493" y="0"/>
                  </a:lnTo>
                  <a:lnTo>
                    <a:pt x="66882" y="0"/>
                  </a:lnTo>
                  <a:lnTo>
                    <a:pt x="69271" y="478"/>
                  </a:lnTo>
                  <a:lnTo>
                    <a:pt x="70226" y="1433"/>
                  </a:lnTo>
                  <a:lnTo>
                    <a:pt x="71181" y="1911"/>
                  </a:lnTo>
                  <a:lnTo>
                    <a:pt x="72137" y="2389"/>
                  </a:lnTo>
                  <a:lnTo>
                    <a:pt x="75003" y="478"/>
                  </a:lnTo>
                  <a:lnTo>
                    <a:pt x="76914" y="1911"/>
                  </a:lnTo>
                  <a:lnTo>
                    <a:pt x="78825" y="2389"/>
                  </a:lnTo>
                  <a:lnTo>
                    <a:pt x="80736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D92A2B03-B3D9-8B46-3871-EC9C1A585EBD}"/>
                </a:ext>
              </a:extLst>
            </p:cNvPr>
            <p:cNvSpPr/>
            <p:nvPr/>
          </p:nvSpPr>
          <p:spPr>
            <a:xfrm>
              <a:off x="8892627" y="3764628"/>
              <a:ext cx="10987" cy="9554"/>
            </a:xfrm>
            <a:custGeom>
              <a:avLst/>
              <a:gdLst>
                <a:gd name="csX0" fmla="*/ 10987 w 10987"/>
                <a:gd name="csY0" fmla="*/ 0 h 9554"/>
                <a:gd name="csX1" fmla="*/ 5733 w 10987"/>
                <a:gd name="csY1" fmla="*/ 6688 h 9554"/>
                <a:gd name="csX2" fmla="*/ 1911 w 10987"/>
                <a:gd name="csY2" fmla="*/ 9555 h 9554"/>
                <a:gd name="csX3" fmla="*/ 478 w 10987"/>
                <a:gd name="csY3" fmla="*/ 9555 h 9554"/>
                <a:gd name="csX4" fmla="*/ 0 w 10987"/>
                <a:gd name="csY4" fmla="*/ 8599 h 9554"/>
                <a:gd name="csX5" fmla="*/ 0 w 10987"/>
                <a:gd name="csY5" fmla="*/ 8121 h 9554"/>
                <a:gd name="csX6" fmla="*/ 2866 w 10987"/>
                <a:gd name="csY6" fmla="*/ 7644 h 9554"/>
                <a:gd name="csX7" fmla="*/ 6210 w 10987"/>
                <a:gd name="csY7" fmla="*/ 3822 h 9554"/>
                <a:gd name="csX8" fmla="*/ 8599 w 10987"/>
                <a:gd name="csY8" fmla="*/ 955 h 9554"/>
                <a:gd name="csX9" fmla="*/ 10032 w 10987"/>
                <a:gd name="csY9" fmla="*/ 0 h 9554"/>
                <a:gd name="csX10" fmla="*/ 10987 w 10987"/>
                <a:gd name="csY10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0987" h="9554">
                  <a:moveTo>
                    <a:pt x="10987" y="0"/>
                  </a:moveTo>
                  <a:lnTo>
                    <a:pt x="5733" y="6688"/>
                  </a:lnTo>
                  <a:lnTo>
                    <a:pt x="1911" y="9555"/>
                  </a:lnTo>
                  <a:lnTo>
                    <a:pt x="478" y="9555"/>
                  </a:lnTo>
                  <a:lnTo>
                    <a:pt x="0" y="8599"/>
                  </a:lnTo>
                  <a:lnTo>
                    <a:pt x="0" y="8121"/>
                  </a:lnTo>
                  <a:lnTo>
                    <a:pt x="2866" y="7644"/>
                  </a:lnTo>
                  <a:lnTo>
                    <a:pt x="6210" y="3822"/>
                  </a:lnTo>
                  <a:lnTo>
                    <a:pt x="8599" y="955"/>
                  </a:lnTo>
                  <a:lnTo>
                    <a:pt x="10032" y="0"/>
                  </a:lnTo>
                  <a:lnTo>
                    <a:pt x="1098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00077D7D-784F-0FB0-925B-3FF514635D54}"/>
                </a:ext>
              </a:extLst>
            </p:cNvPr>
            <p:cNvSpPr/>
            <p:nvPr/>
          </p:nvSpPr>
          <p:spPr>
            <a:xfrm>
              <a:off x="8897404" y="4786013"/>
              <a:ext cx="2866" cy="2866"/>
            </a:xfrm>
            <a:custGeom>
              <a:avLst/>
              <a:gdLst>
                <a:gd name="csX0" fmla="*/ 2866 w 2866"/>
                <a:gd name="csY0" fmla="*/ 1911 h 2866"/>
                <a:gd name="csX1" fmla="*/ 2389 w 2866"/>
                <a:gd name="csY1" fmla="*/ 2866 h 2866"/>
                <a:gd name="csX2" fmla="*/ 1911 w 2866"/>
                <a:gd name="csY2" fmla="*/ 2866 h 2866"/>
                <a:gd name="csX3" fmla="*/ 0 w 2866"/>
                <a:gd name="csY3" fmla="*/ 956 h 2866"/>
                <a:gd name="csX4" fmla="*/ 0 w 2866"/>
                <a:gd name="csY4" fmla="*/ 478 h 2866"/>
                <a:gd name="csX5" fmla="*/ 0 w 2866"/>
                <a:gd name="csY5" fmla="*/ 0 h 2866"/>
                <a:gd name="csX6" fmla="*/ 1911 w 2866"/>
                <a:gd name="csY6" fmla="*/ 1433 h 2866"/>
                <a:gd name="csX7" fmla="*/ 2866 w 2866"/>
                <a:gd name="csY7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866">
                  <a:moveTo>
                    <a:pt x="2866" y="1911"/>
                  </a:moveTo>
                  <a:lnTo>
                    <a:pt x="2389" y="2866"/>
                  </a:lnTo>
                  <a:lnTo>
                    <a:pt x="1911" y="286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1433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" name="Freeform 303">
              <a:extLst>
                <a:ext uri="{FF2B5EF4-FFF2-40B4-BE49-F238E27FC236}">
                  <a16:creationId xmlns:a16="http://schemas.microsoft.com/office/drawing/2014/main" id="{4974240A-0C00-880A-A76B-DCFC24BB9541}"/>
                </a:ext>
              </a:extLst>
            </p:cNvPr>
            <p:cNvSpPr/>
            <p:nvPr/>
          </p:nvSpPr>
          <p:spPr>
            <a:xfrm>
              <a:off x="8896449" y="4783624"/>
              <a:ext cx="1911" cy="1910"/>
            </a:xfrm>
            <a:custGeom>
              <a:avLst/>
              <a:gdLst>
                <a:gd name="csX0" fmla="*/ 1911 w 1911"/>
                <a:gd name="csY0" fmla="*/ 478 h 1910"/>
                <a:gd name="csX1" fmla="*/ 1911 w 1911"/>
                <a:gd name="csY1" fmla="*/ 1911 h 1910"/>
                <a:gd name="csX2" fmla="*/ 956 w 1911"/>
                <a:gd name="csY2" fmla="*/ 1911 h 1910"/>
                <a:gd name="csX3" fmla="*/ 478 w 1911"/>
                <a:gd name="csY3" fmla="*/ 1911 h 1910"/>
                <a:gd name="csX4" fmla="*/ 0 w 1911"/>
                <a:gd name="csY4" fmla="*/ 478 h 1910"/>
                <a:gd name="csX5" fmla="*/ 478 w 1911"/>
                <a:gd name="csY5" fmla="*/ 0 h 1910"/>
                <a:gd name="csX6" fmla="*/ 1911 w 1911"/>
                <a:gd name="csY6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0">
                  <a:moveTo>
                    <a:pt x="1911" y="478"/>
                  </a:moveTo>
                  <a:lnTo>
                    <a:pt x="1911" y="1911"/>
                  </a:lnTo>
                  <a:lnTo>
                    <a:pt x="956" y="1911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" name="Freeform 304">
              <a:extLst>
                <a:ext uri="{FF2B5EF4-FFF2-40B4-BE49-F238E27FC236}">
                  <a16:creationId xmlns:a16="http://schemas.microsoft.com/office/drawing/2014/main" id="{24B99D34-2F5D-C440-8BEB-885DD821BEAA}"/>
                </a:ext>
              </a:extLst>
            </p:cNvPr>
            <p:cNvSpPr/>
            <p:nvPr/>
          </p:nvSpPr>
          <p:spPr>
            <a:xfrm>
              <a:off x="8873996" y="4910700"/>
              <a:ext cx="10032" cy="9076"/>
            </a:xfrm>
            <a:custGeom>
              <a:avLst/>
              <a:gdLst>
                <a:gd name="csX0" fmla="*/ 10032 w 10032"/>
                <a:gd name="csY0" fmla="*/ 4777 h 9076"/>
                <a:gd name="csX1" fmla="*/ 8599 w 10032"/>
                <a:gd name="csY1" fmla="*/ 9077 h 9076"/>
                <a:gd name="csX2" fmla="*/ 7644 w 10032"/>
                <a:gd name="csY2" fmla="*/ 8599 h 9076"/>
                <a:gd name="csX3" fmla="*/ 3344 w 10032"/>
                <a:gd name="csY3" fmla="*/ 7166 h 9076"/>
                <a:gd name="csX4" fmla="*/ 3344 w 10032"/>
                <a:gd name="csY4" fmla="*/ 5255 h 9076"/>
                <a:gd name="csX5" fmla="*/ 2389 w 10032"/>
                <a:gd name="csY5" fmla="*/ 4777 h 9076"/>
                <a:gd name="csX6" fmla="*/ 1433 w 10032"/>
                <a:gd name="csY6" fmla="*/ 3344 h 9076"/>
                <a:gd name="csX7" fmla="*/ 0 w 10032"/>
                <a:gd name="csY7" fmla="*/ 1433 h 9076"/>
                <a:gd name="csX8" fmla="*/ 0 w 10032"/>
                <a:gd name="csY8" fmla="*/ 0 h 9076"/>
                <a:gd name="csX9" fmla="*/ 478 w 10032"/>
                <a:gd name="csY9" fmla="*/ 478 h 9076"/>
                <a:gd name="csX10" fmla="*/ 1433 w 10032"/>
                <a:gd name="csY10" fmla="*/ 1911 h 9076"/>
                <a:gd name="csX11" fmla="*/ 5255 w 10032"/>
                <a:gd name="csY11" fmla="*/ 4300 h 9076"/>
                <a:gd name="csX12" fmla="*/ 5255 w 10032"/>
                <a:gd name="csY12" fmla="*/ 5255 h 9076"/>
                <a:gd name="csX13" fmla="*/ 5733 w 10032"/>
                <a:gd name="csY13" fmla="*/ 5733 h 9076"/>
                <a:gd name="csX14" fmla="*/ 6688 w 10032"/>
                <a:gd name="csY14" fmla="*/ 5733 h 9076"/>
                <a:gd name="csX15" fmla="*/ 8121 w 10032"/>
                <a:gd name="csY15" fmla="*/ 4300 h 9076"/>
                <a:gd name="csX16" fmla="*/ 9555 w 10032"/>
                <a:gd name="csY16" fmla="*/ 4300 h 9076"/>
                <a:gd name="csX17" fmla="*/ 10032 w 10032"/>
                <a:gd name="csY17" fmla="*/ 4777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032" h="9076">
                  <a:moveTo>
                    <a:pt x="10032" y="4777"/>
                  </a:moveTo>
                  <a:lnTo>
                    <a:pt x="8599" y="9077"/>
                  </a:lnTo>
                  <a:lnTo>
                    <a:pt x="7644" y="8599"/>
                  </a:lnTo>
                  <a:lnTo>
                    <a:pt x="3344" y="7166"/>
                  </a:lnTo>
                  <a:lnTo>
                    <a:pt x="3344" y="5255"/>
                  </a:lnTo>
                  <a:lnTo>
                    <a:pt x="2389" y="4777"/>
                  </a:lnTo>
                  <a:lnTo>
                    <a:pt x="1433" y="3344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1433" y="1911"/>
                  </a:lnTo>
                  <a:lnTo>
                    <a:pt x="5255" y="4300"/>
                  </a:lnTo>
                  <a:lnTo>
                    <a:pt x="5255" y="5255"/>
                  </a:lnTo>
                  <a:lnTo>
                    <a:pt x="5733" y="5733"/>
                  </a:lnTo>
                  <a:lnTo>
                    <a:pt x="6688" y="5733"/>
                  </a:lnTo>
                  <a:lnTo>
                    <a:pt x="8121" y="4300"/>
                  </a:lnTo>
                  <a:lnTo>
                    <a:pt x="9555" y="4300"/>
                  </a:lnTo>
                  <a:lnTo>
                    <a:pt x="10032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A806C547-E4A3-CD89-E56F-4E6CAF3F3CF6}"/>
                </a:ext>
              </a:extLst>
            </p:cNvPr>
            <p:cNvSpPr/>
            <p:nvPr/>
          </p:nvSpPr>
          <p:spPr>
            <a:xfrm>
              <a:off x="8878773" y="5171063"/>
              <a:ext cx="5254" cy="6210"/>
            </a:xfrm>
            <a:custGeom>
              <a:avLst/>
              <a:gdLst>
                <a:gd name="csX0" fmla="*/ 4777 w 5254"/>
                <a:gd name="csY0" fmla="*/ 3822 h 6210"/>
                <a:gd name="csX1" fmla="*/ 5255 w 5254"/>
                <a:gd name="csY1" fmla="*/ 5255 h 6210"/>
                <a:gd name="csX2" fmla="*/ 4777 w 5254"/>
                <a:gd name="csY2" fmla="*/ 5733 h 6210"/>
                <a:gd name="csX3" fmla="*/ 4300 w 5254"/>
                <a:gd name="csY3" fmla="*/ 6210 h 6210"/>
                <a:gd name="csX4" fmla="*/ 2866 w 5254"/>
                <a:gd name="csY4" fmla="*/ 5733 h 6210"/>
                <a:gd name="csX5" fmla="*/ 0 w 5254"/>
                <a:gd name="csY5" fmla="*/ 1433 h 6210"/>
                <a:gd name="csX6" fmla="*/ 478 w 5254"/>
                <a:gd name="csY6" fmla="*/ 0 h 6210"/>
                <a:gd name="csX7" fmla="*/ 2389 w 5254"/>
                <a:gd name="csY7" fmla="*/ 478 h 6210"/>
                <a:gd name="csX8" fmla="*/ 2866 w 5254"/>
                <a:gd name="csY8" fmla="*/ 956 h 6210"/>
                <a:gd name="csX9" fmla="*/ 3822 w 5254"/>
                <a:gd name="csY9" fmla="*/ 956 h 6210"/>
                <a:gd name="csX10" fmla="*/ 4300 w 5254"/>
                <a:gd name="csY10" fmla="*/ 1433 h 6210"/>
                <a:gd name="csX11" fmla="*/ 3822 w 5254"/>
                <a:gd name="csY11" fmla="*/ 2867 h 6210"/>
                <a:gd name="csX12" fmla="*/ 4777 w 5254"/>
                <a:gd name="csY12" fmla="*/ 3822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254" h="6210">
                  <a:moveTo>
                    <a:pt x="4777" y="3822"/>
                  </a:moveTo>
                  <a:lnTo>
                    <a:pt x="5255" y="5255"/>
                  </a:lnTo>
                  <a:lnTo>
                    <a:pt x="4777" y="5733"/>
                  </a:lnTo>
                  <a:lnTo>
                    <a:pt x="4300" y="6210"/>
                  </a:lnTo>
                  <a:lnTo>
                    <a:pt x="2866" y="5733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2866" y="956"/>
                  </a:lnTo>
                  <a:lnTo>
                    <a:pt x="3822" y="956"/>
                  </a:lnTo>
                  <a:lnTo>
                    <a:pt x="4300" y="1433"/>
                  </a:lnTo>
                  <a:lnTo>
                    <a:pt x="3822" y="2867"/>
                  </a:lnTo>
                  <a:lnTo>
                    <a:pt x="4777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F37FE2E4-E0B2-B641-7580-62D3C55A4572}"/>
                </a:ext>
              </a:extLst>
            </p:cNvPr>
            <p:cNvSpPr/>
            <p:nvPr/>
          </p:nvSpPr>
          <p:spPr>
            <a:xfrm>
              <a:off x="8878295" y="4887292"/>
              <a:ext cx="2866" cy="7165"/>
            </a:xfrm>
            <a:custGeom>
              <a:avLst/>
              <a:gdLst>
                <a:gd name="csX0" fmla="*/ 2389 w 2866"/>
                <a:gd name="csY0" fmla="*/ 1911 h 7165"/>
                <a:gd name="csX1" fmla="*/ 2866 w 2866"/>
                <a:gd name="csY1" fmla="*/ 2866 h 7165"/>
                <a:gd name="csX2" fmla="*/ 1911 w 2866"/>
                <a:gd name="csY2" fmla="*/ 5733 h 7165"/>
                <a:gd name="csX3" fmla="*/ 2389 w 2866"/>
                <a:gd name="csY3" fmla="*/ 7166 h 7165"/>
                <a:gd name="csX4" fmla="*/ 955 w 2866"/>
                <a:gd name="csY4" fmla="*/ 5733 h 7165"/>
                <a:gd name="csX5" fmla="*/ 1433 w 2866"/>
                <a:gd name="csY5" fmla="*/ 3822 h 7165"/>
                <a:gd name="csX6" fmla="*/ 1433 w 2866"/>
                <a:gd name="csY6" fmla="*/ 3344 h 7165"/>
                <a:gd name="csX7" fmla="*/ 1433 w 2866"/>
                <a:gd name="csY7" fmla="*/ 2866 h 7165"/>
                <a:gd name="csX8" fmla="*/ 0 w 2866"/>
                <a:gd name="csY8" fmla="*/ 1911 h 7165"/>
                <a:gd name="csX9" fmla="*/ 955 w 2866"/>
                <a:gd name="csY9" fmla="*/ 478 h 7165"/>
                <a:gd name="csX10" fmla="*/ 1911 w 2866"/>
                <a:gd name="csY10" fmla="*/ 0 h 7165"/>
                <a:gd name="csX11" fmla="*/ 2389 w 2866"/>
                <a:gd name="csY11" fmla="*/ 0 h 7165"/>
                <a:gd name="csX12" fmla="*/ 2389 w 2866"/>
                <a:gd name="csY12" fmla="*/ 1911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866" h="7165">
                  <a:moveTo>
                    <a:pt x="2389" y="1911"/>
                  </a:moveTo>
                  <a:lnTo>
                    <a:pt x="2866" y="2866"/>
                  </a:lnTo>
                  <a:lnTo>
                    <a:pt x="1911" y="5733"/>
                  </a:lnTo>
                  <a:lnTo>
                    <a:pt x="2389" y="7166"/>
                  </a:lnTo>
                  <a:lnTo>
                    <a:pt x="955" y="5733"/>
                  </a:lnTo>
                  <a:lnTo>
                    <a:pt x="1433" y="3822"/>
                  </a:lnTo>
                  <a:lnTo>
                    <a:pt x="1433" y="3344"/>
                  </a:lnTo>
                  <a:lnTo>
                    <a:pt x="1433" y="2866"/>
                  </a:lnTo>
                  <a:lnTo>
                    <a:pt x="0" y="1911"/>
                  </a:lnTo>
                  <a:lnTo>
                    <a:pt x="955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1AC3C3F1-C6D1-2FC6-03B8-380B581F24EC}"/>
                </a:ext>
              </a:extLst>
            </p:cNvPr>
            <p:cNvSpPr/>
            <p:nvPr/>
          </p:nvSpPr>
          <p:spPr>
            <a:xfrm>
              <a:off x="8866830" y="4904012"/>
              <a:ext cx="9554" cy="6688"/>
            </a:xfrm>
            <a:custGeom>
              <a:avLst/>
              <a:gdLst>
                <a:gd name="csX0" fmla="*/ 9077 w 9554"/>
                <a:gd name="csY0" fmla="*/ 4299 h 6688"/>
                <a:gd name="csX1" fmla="*/ 9555 w 9554"/>
                <a:gd name="csY1" fmla="*/ 5733 h 6688"/>
                <a:gd name="csX2" fmla="*/ 9077 w 9554"/>
                <a:gd name="csY2" fmla="*/ 6210 h 6688"/>
                <a:gd name="csX3" fmla="*/ 8121 w 9554"/>
                <a:gd name="csY3" fmla="*/ 6688 h 6688"/>
                <a:gd name="csX4" fmla="*/ 8599 w 9554"/>
                <a:gd name="csY4" fmla="*/ 6210 h 6688"/>
                <a:gd name="csX5" fmla="*/ 7644 w 9554"/>
                <a:gd name="csY5" fmla="*/ 5733 h 6688"/>
                <a:gd name="csX6" fmla="*/ 5255 w 9554"/>
                <a:gd name="csY6" fmla="*/ 5733 h 6688"/>
                <a:gd name="csX7" fmla="*/ 2866 w 9554"/>
                <a:gd name="csY7" fmla="*/ 5255 h 6688"/>
                <a:gd name="csX8" fmla="*/ 478 w 9554"/>
                <a:gd name="csY8" fmla="*/ 5255 h 6688"/>
                <a:gd name="csX9" fmla="*/ 1433 w 9554"/>
                <a:gd name="csY9" fmla="*/ 4299 h 6688"/>
                <a:gd name="csX10" fmla="*/ 1433 w 9554"/>
                <a:gd name="csY10" fmla="*/ 3822 h 6688"/>
                <a:gd name="csX11" fmla="*/ 0 w 9554"/>
                <a:gd name="csY11" fmla="*/ 1911 h 6688"/>
                <a:gd name="csX12" fmla="*/ 0 w 9554"/>
                <a:gd name="csY12" fmla="*/ 955 h 6688"/>
                <a:gd name="csX13" fmla="*/ 478 w 9554"/>
                <a:gd name="csY13" fmla="*/ 478 h 6688"/>
                <a:gd name="csX14" fmla="*/ 1433 w 9554"/>
                <a:gd name="csY14" fmla="*/ 0 h 6688"/>
                <a:gd name="csX15" fmla="*/ 1911 w 9554"/>
                <a:gd name="csY15" fmla="*/ 0 h 6688"/>
                <a:gd name="csX16" fmla="*/ 4777 w 9554"/>
                <a:gd name="csY16" fmla="*/ 1911 h 6688"/>
                <a:gd name="csX17" fmla="*/ 6211 w 9554"/>
                <a:gd name="csY17" fmla="*/ 1433 h 6688"/>
                <a:gd name="csX18" fmla="*/ 7166 w 9554"/>
                <a:gd name="csY18" fmla="*/ 1433 h 6688"/>
                <a:gd name="csX19" fmla="*/ 9077 w 9554"/>
                <a:gd name="csY19" fmla="*/ 3344 h 6688"/>
                <a:gd name="csX20" fmla="*/ 9077 w 9554"/>
                <a:gd name="csY20" fmla="*/ 4299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9554" h="6688">
                  <a:moveTo>
                    <a:pt x="9077" y="4299"/>
                  </a:moveTo>
                  <a:lnTo>
                    <a:pt x="9555" y="5733"/>
                  </a:lnTo>
                  <a:lnTo>
                    <a:pt x="9077" y="6210"/>
                  </a:lnTo>
                  <a:lnTo>
                    <a:pt x="8121" y="6688"/>
                  </a:lnTo>
                  <a:lnTo>
                    <a:pt x="8599" y="6210"/>
                  </a:lnTo>
                  <a:lnTo>
                    <a:pt x="7644" y="5733"/>
                  </a:lnTo>
                  <a:lnTo>
                    <a:pt x="5255" y="5733"/>
                  </a:lnTo>
                  <a:lnTo>
                    <a:pt x="2866" y="5255"/>
                  </a:lnTo>
                  <a:lnTo>
                    <a:pt x="478" y="5255"/>
                  </a:lnTo>
                  <a:lnTo>
                    <a:pt x="1433" y="4299"/>
                  </a:lnTo>
                  <a:lnTo>
                    <a:pt x="1433" y="3822"/>
                  </a:lnTo>
                  <a:lnTo>
                    <a:pt x="0" y="1911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4777" y="1911"/>
                  </a:lnTo>
                  <a:lnTo>
                    <a:pt x="6211" y="1433"/>
                  </a:lnTo>
                  <a:lnTo>
                    <a:pt x="7166" y="1433"/>
                  </a:lnTo>
                  <a:lnTo>
                    <a:pt x="9077" y="3344"/>
                  </a:lnTo>
                  <a:lnTo>
                    <a:pt x="9077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5A0D35CC-E0DA-B3C4-4977-E0FA17C17A5E}"/>
                </a:ext>
              </a:extLst>
            </p:cNvPr>
            <p:cNvSpPr/>
            <p:nvPr/>
          </p:nvSpPr>
          <p:spPr>
            <a:xfrm>
              <a:off x="8873996" y="4926465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1911 w 2388"/>
                <a:gd name="csY1" fmla="*/ 1433 h 1433"/>
                <a:gd name="csX2" fmla="*/ 478 w 2388"/>
                <a:gd name="csY2" fmla="*/ 956 h 1433"/>
                <a:gd name="csX3" fmla="*/ 0 w 2388"/>
                <a:gd name="csY3" fmla="*/ 956 h 1433"/>
                <a:gd name="csX4" fmla="*/ 478 w 2388"/>
                <a:gd name="csY4" fmla="*/ 0 h 1433"/>
                <a:gd name="csX5" fmla="*/ 1911 w 2388"/>
                <a:gd name="csY5" fmla="*/ 0 h 1433"/>
                <a:gd name="csX6" fmla="*/ 2389 w 2388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1911" y="1433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1E51B266-6D97-81D2-A91C-E610A9E5D6A3}"/>
                </a:ext>
              </a:extLst>
            </p:cNvPr>
            <p:cNvSpPr/>
            <p:nvPr/>
          </p:nvSpPr>
          <p:spPr>
            <a:xfrm>
              <a:off x="8677171" y="4781713"/>
              <a:ext cx="198257" cy="146662"/>
            </a:xfrm>
            <a:custGeom>
              <a:avLst/>
              <a:gdLst>
                <a:gd name="csX0" fmla="*/ 198258 w 198257"/>
                <a:gd name="csY0" fmla="*/ 139019 h 146662"/>
                <a:gd name="csX1" fmla="*/ 194913 w 198257"/>
                <a:gd name="csY1" fmla="*/ 140453 h 146662"/>
                <a:gd name="csX2" fmla="*/ 193958 w 198257"/>
                <a:gd name="csY2" fmla="*/ 140453 h 146662"/>
                <a:gd name="csX3" fmla="*/ 190136 w 198257"/>
                <a:gd name="csY3" fmla="*/ 139975 h 146662"/>
                <a:gd name="csX4" fmla="*/ 189181 w 198257"/>
                <a:gd name="csY4" fmla="*/ 140930 h 146662"/>
                <a:gd name="csX5" fmla="*/ 191092 w 198257"/>
                <a:gd name="csY5" fmla="*/ 142363 h 146662"/>
                <a:gd name="csX6" fmla="*/ 193002 w 198257"/>
                <a:gd name="csY6" fmla="*/ 143319 h 146662"/>
                <a:gd name="csX7" fmla="*/ 193958 w 198257"/>
                <a:gd name="csY7" fmla="*/ 143797 h 146662"/>
                <a:gd name="csX8" fmla="*/ 193480 w 198257"/>
                <a:gd name="csY8" fmla="*/ 144752 h 146662"/>
                <a:gd name="csX9" fmla="*/ 190614 w 198257"/>
                <a:gd name="csY9" fmla="*/ 146185 h 146662"/>
                <a:gd name="csX10" fmla="*/ 189658 w 198257"/>
                <a:gd name="csY10" fmla="*/ 146185 h 146662"/>
                <a:gd name="csX11" fmla="*/ 187747 w 198257"/>
                <a:gd name="csY11" fmla="*/ 146663 h 146662"/>
                <a:gd name="csX12" fmla="*/ 183926 w 198257"/>
                <a:gd name="csY12" fmla="*/ 145707 h 146662"/>
                <a:gd name="csX13" fmla="*/ 181537 w 198257"/>
                <a:gd name="csY13" fmla="*/ 145230 h 146662"/>
                <a:gd name="csX14" fmla="*/ 181059 w 198257"/>
                <a:gd name="csY14" fmla="*/ 143797 h 146662"/>
                <a:gd name="csX15" fmla="*/ 180104 w 198257"/>
                <a:gd name="csY15" fmla="*/ 143319 h 146662"/>
                <a:gd name="csX16" fmla="*/ 178193 w 198257"/>
                <a:gd name="csY16" fmla="*/ 141886 h 146662"/>
                <a:gd name="csX17" fmla="*/ 176282 w 198257"/>
                <a:gd name="csY17" fmla="*/ 140930 h 146662"/>
                <a:gd name="csX18" fmla="*/ 174371 w 198257"/>
                <a:gd name="csY18" fmla="*/ 140453 h 146662"/>
                <a:gd name="csX19" fmla="*/ 171983 w 198257"/>
                <a:gd name="csY19" fmla="*/ 140453 h 146662"/>
                <a:gd name="csX20" fmla="*/ 168161 w 198257"/>
                <a:gd name="csY20" fmla="*/ 139975 h 146662"/>
                <a:gd name="csX21" fmla="*/ 160039 w 198257"/>
                <a:gd name="csY21" fmla="*/ 139019 h 146662"/>
                <a:gd name="csX22" fmla="*/ 158128 w 198257"/>
                <a:gd name="csY22" fmla="*/ 138542 h 146662"/>
                <a:gd name="csX23" fmla="*/ 155740 w 198257"/>
                <a:gd name="csY23" fmla="*/ 137586 h 146662"/>
                <a:gd name="csX24" fmla="*/ 154306 w 198257"/>
                <a:gd name="csY24" fmla="*/ 137108 h 146662"/>
                <a:gd name="csX25" fmla="*/ 153351 w 198257"/>
                <a:gd name="csY25" fmla="*/ 137586 h 146662"/>
                <a:gd name="csX26" fmla="*/ 150007 w 198257"/>
                <a:gd name="csY26" fmla="*/ 138064 h 146662"/>
                <a:gd name="csX27" fmla="*/ 149051 w 198257"/>
                <a:gd name="csY27" fmla="*/ 138064 h 146662"/>
                <a:gd name="csX28" fmla="*/ 146663 w 198257"/>
                <a:gd name="csY28" fmla="*/ 136631 h 146662"/>
                <a:gd name="csX29" fmla="*/ 144752 w 198257"/>
                <a:gd name="csY29" fmla="*/ 136631 h 146662"/>
                <a:gd name="csX30" fmla="*/ 143796 w 198257"/>
                <a:gd name="csY30" fmla="*/ 136631 h 146662"/>
                <a:gd name="csX31" fmla="*/ 142841 w 198257"/>
                <a:gd name="csY31" fmla="*/ 136631 h 146662"/>
                <a:gd name="csX32" fmla="*/ 139497 w 198257"/>
                <a:gd name="csY32" fmla="*/ 136153 h 146662"/>
                <a:gd name="csX33" fmla="*/ 137108 w 198257"/>
                <a:gd name="csY33" fmla="*/ 135675 h 146662"/>
                <a:gd name="csX34" fmla="*/ 135197 w 198257"/>
                <a:gd name="csY34" fmla="*/ 134720 h 146662"/>
                <a:gd name="csX35" fmla="*/ 133764 w 198257"/>
                <a:gd name="csY35" fmla="*/ 133764 h 146662"/>
                <a:gd name="csX36" fmla="*/ 132808 w 198257"/>
                <a:gd name="csY36" fmla="*/ 132809 h 146662"/>
                <a:gd name="csX37" fmla="*/ 131376 w 198257"/>
                <a:gd name="csY37" fmla="*/ 130420 h 146662"/>
                <a:gd name="csX38" fmla="*/ 129942 w 198257"/>
                <a:gd name="csY38" fmla="*/ 128509 h 146662"/>
                <a:gd name="csX39" fmla="*/ 127554 w 198257"/>
                <a:gd name="csY39" fmla="*/ 126598 h 146662"/>
                <a:gd name="csX40" fmla="*/ 123254 w 198257"/>
                <a:gd name="csY40" fmla="*/ 123732 h 146662"/>
                <a:gd name="csX41" fmla="*/ 122299 w 198257"/>
                <a:gd name="csY41" fmla="*/ 123254 h 146662"/>
                <a:gd name="csX42" fmla="*/ 120388 w 198257"/>
                <a:gd name="csY42" fmla="*/ 120865 h 146662"/>
                <a:gd name="csX43" fmla="*/ 120388 w 198257"/>
                <a:gd name="csY43" fmla="*/ 118955 h 146662"/>
                <a:gd name="csX44" fmla="*/ 120865 w 198257"/>
                <a:gd name="csY44" fmla="*/ 117044 h 146662"/>
                <a:gd name="csX45" fmla="*/ 119910 w 198257"/>
                <a:gd name="csY45" fmla="*/ 117999 h 146662"/>
                <a:gd name="csX46" fmla="*/ 118954 w 198257"/>
                <a:gd name="csY46" fmla="*/ 117522 h 146662"/>
                <a:gd name="csX47" fmla="*/ 115610 w 198257"/>
                <a:gd name="csY47" fmla="*/ 116566 h 146662"/>
                <a:gd name="csX48" fmla="*/ 114655 w 198257"/>
                <a:gd name="csY48" fmla="*/ 115133 h 146662"/>
                <a:gd name="csX49" fmla="*/ 112266 w 198257"/>
                <a:gd name="csY49" fmla="*/ 111789 h 146662"/>
                <a:gd name="csX50" fmla="*/ 110833 w 198257"/>
                <a:gd name="csY50" fmla="*/ 109400 h 146662"/>
                <a:gd name="csX51" fmla="*/ 107967 w 198257"/>
                <a:gd name="csY51" fmla="*/ 106056 h 146662"/>
                <a:gd name="csX52" fmla="*/ 107011 w 198257"/>
                <a:gd name="csY52" fmla="*/ 104145 h 146662"/>
                <a:gd name="csX53" fmla="*/ 105578 w 198257"/>
                <a:gd name="csY53" fmla="*/ 102234 h 146662"/>
                <a:gd name="csX54" fmla="*/ 104622 w 198257"/>
                <a:gd name="csY54" fmla="*/ 101756 h 146662"/>
                <a:gd name="csX55" fmla="*/ 104145 w 198257"/>
                <a:gd name="csY55" fmla="*/ 100801 h 146662"/>
                <a:gd name="csX56" fmla="*/ 103667 w 198257"/>
                <a:gd name="csY56" fmla="*/ 99846 h 146662"/>
                <a:gd name="csX57" fmla="*/ 102712 w 198257"/>
                <a:gd name="csY57" fmla="*/ 99368 h 146662"/>
                <a:gd name="csX58" fmla="*/ 97935 w 198257"/>
                <a:gd name="csY58" fmla="*/ 97935 h 146662"/>
                <a:gd name="csX59" fmla="*/ 97456 w 198257"/>
                <a:gd name="csY59" fmla="*/ 97457 h 146662"/>
                <a:gd name="csX60" fmla="*/ 96501 w 198257"/>
                <a:gd name="csY60" fmla="*/ 96979 h 146662"/>
                <a:gd name="csX61" fmla="*/ 93157 w 198257"/>
                <a:gd name="csY61" fmla="*/ 96979 h 146662"/>
                <a:gd name="csX62" fmla="*/ 91246 w 198257"/>
                <a:gd name="csY62" fmla="*/ 96501 h 146662"/>
                <a:gd name="csX63" fmla="*/ 87902 w 198257"/>
                <a:gd name="csY63" fmla="*/ 95546 h 146662"/>
                <a:gd name="csX64" fmla="*/ 85991 w 198257"/>
                <a:gd name="csY64" fmla="*/ 95068 h 146662"/>
                <a:gd name="csX65" fmla="*/ 83603 w 198257"/>
                <a:gd name="csY65" fmla="*/ 94590 h 146662"/>
                <a:gd name="csX66" fmla="*/ 81692 w 198257"/>
                <a:gd name="csY66" fmla="*/ 94113 h 146662"/>
                <a:gd name="csX67" fmla="*/ 80736 w 198257"/>
                <a:gd name="csY67" fmla="*/ 93635 h 146662"/>
                <a:gd name="csX68" fmla="*/ 79781 w 198257"/>
                <a:gd name="csY68" fmla="*/ 93157 h 146662"/>
                <a:gd name="csX69" fmla="*/ 79303 w 198257"/>
                <a:gd name="csY69" fmla="*/ 91247 h 146662"/>
                <a:gd name="csX70" fmla="*/ 77392 w 198257"/>
                <a:gd name="csY70" fmla="*/ 91247 h 146662"/>
                <a:gd name="csX71" fmla="*/ 75959 w 198257"/>
                <a:gd name="csY71" fmla="*/ 90769 h 146662"/>
                <a:gd name="csX72" fmla="*/ 74048 w 198257"/>
                <a:gd name="csY72" fmla="*/ 90291 h 146662"/>
                <a:gd name="csX73" fmla="*/ 72137 w 198257"/>
                <a:gd name="csY73" fmla="*/ 89813 h 146662"/>
                <a:gd name="csX74" fmla="*/ 71181 w 198257"/>
                <a:gd name="csY74" fmla="*/ 90769 h 146662"/>
                <a:gd name="csX75" fmla="*/ 70704 w 198257"/>
                <a:gd name="csY75" fmla="*/ 92202 h 146662"/>
                <a:gd name="csX76" fmla="*/ 70226 w 198257"/>
                <a:gd name="csY76" fmla="*/ 92202 h 146662"/>
                <a:gd name="csX77" fmla="*/ 69271 w 198257"/>
                <a:gd name="csY77" fmla="*/ 91724 h 146662"/>
                <a:gd name="csX78" fmla="*/ 68793 w 198257"/>
                <a:gd name="csY78" fmla="*/ 91724 h 146662"/>
                <a:gd name="csX79" fmla="*/ 67360 w 198257"/>
                <a:gd name="csY79" fmla="*/ 92680 h 146662"/>
                <a:gd name="csX80" fmla="*/ 66882 w 198257"/>
                <a:gd name="csY80" fmla="*/ 93635 h 146662"/>
                <a:gd name="csX81" fmla="*/ 64971 w 198257"/>
                <a:gd name="csY81" fmla="*/ 93635 h 146662"/>
                <a:gd name="csX82" fmla="*/ 61627 w 198257"/>
                <a:gd name="csY82" fmla="*/ 92680 h 146662"/>
                <a:gd name="csX83" fmla="*/ 60194 w 198257"/>
                <a:gd name="csY83" fmla="*/ 91724 h 146662"/>
                <a:gd name="csX84" fmla="*/ 58760 w 198257"/>
                <a:gd name="csY84" fmla="*/ 90769 h 146662"/>
                <a:gd name="csX85" fmla="*/ 57805 w 198257"/>
                <a:gd name="csY85" fmla="*/ 89813 h 146662"/>
                <a:gd name="csX86" fmla="*/ 56849 w 198257"/>
                <a:gd name="csY86" fmla="*/ 88858 h 146662"/>
                <a:gd name="csX87" fmla="*/ 55416 w 198257"/>
                <a:gd name="csY87" fmla="*/ 87902 h 146662"/>
                <a:gd name="csX88" fmla="*/ 57328 w 198257"/>
                <a:gd name="csY88" fmla="*/ 89813 h 146662"/>
                <a:gd name="csX89" fmla="*/ 61149 w 198257"/>
                <a:gd name="csY89" fmla="*/ 96979 h 146662"/>
                <a:gd name="csX90" fmla="*/ 60194 w 198257"/>
                <a:gd name="csY90" fmla="*/ 96979 h 146662"/>
                <a:gd name="csX91" fmla="*/ 59238 w 198257"/>
                <a:gd name="csY91" fmla="*/ 96979 h 146662"/>
                <a:gd name="csX92" fmla="*/ 60194 w 198257"/>
                <a:gd name="csY92" fmla="*/ 98412 h 146662"/>
                <a:gd name="csX93" fmla="*/ 58760 w 198257"/>
                <a:gd name="csY93" fmla="*/ 98412 h 146662"/>
                <a:gd name="csX94" fmla="*/ 57805 w 198257"/>
                <a:gd name="csY94" fmla="*/ 98412 h 146662"/>
                <a:gd name="csX95" fmla="*/ 55416 w 198257"/>
                <a:gd name="csY95" fmla="*/ 97935 h 146662"/>
                <a:gd name="csX96" fmla="*/ 53505 w 198257"/>
                <a:gd name="csY96" fmla="*/ 97457 h 146662"/>
                <a:gd name="csX97" fmla="*/ 52550 w 198257"/>
                <a:gd name="csY97" fmla="*/ 97935 h 146662"/>
                <a:gd name="csX98" fmla="*/ 53028 w 198257"/>
                <a:gd name="csY98" fmla="*/ 98412 h 146662"/>
                <a:gd name="csX99" fmla="*/ 53983 w 198257"/>
                <a:gd name="csY99" fmla="*/ 99846 h 146662"/>
                <a:gd name="csX100" fmla="*/ 54461 w 198257"/>
                <a:gd name="csY100" fmla="*/ 101279 h 146662"/>
                <a:gd name="csX101" fmla="*/ 51117 w 198257"/>
                <a:gd name="csY101" fmla="*/ 102234 h 146662"/>
                <a:gd name="csX102" fmla="*/ 48251 w 198257"/>
                <a:gd name="csY102" fmla="*/ 102712 h 146662"/>
                <a:gd name="csX103" fmla="*/ 44428 w 198257"/>
                <a:gd name="csY103" fmla="*/ 103667 h 146662"/>
                <a:gd name="csX104" fmla="*/ 40607 w 198257"/>
                <a:gd name="csY104" fmla="*/ 103667 h 146662"/>
                <a:gd name="csX105" fmla="*/ 38696 w 198257"/>
                <a:gd name="csY105" fmla="*/ 103190 h 146662"/>
                <a:gd name="csX106" fmla="*/ 36785 w 198257"/>
                <a:gd name="csY106" fmla="*/ 102712 h 146662"/>
                <a:gd name="csX107" fmla="*/ 34874 w 198257"/>
                <a:gd name="csY107" fmla="*/ 103190 h 146662"/>
                <a:gd name="csX108" fmla="*/ 32963 w 198257"/>
                <a:gd name="csY108" fmla="*/ 103667 h 146662"/>
                <a:gd name="csX109" fmla="*/ 31530 w 198257"/>
                <a:gd name="csY109" fmla="*/ 103667 h 146662"/>
                <a:gd name="csX110" fmla="*/ 30574 w 198257"/>
                <a:gd name="csY110" fmla="*/ 102712 h 146662"/>
                <a:gd name="csX111" fmla="*/ 30097 w 198257"/>
                <a:gd name="csY111" fmla="*/ 101756 h 146662"/>
                <a:gd name="csX112" fmla="*/ 29619 w 198257"/>
                <a:gd name="csY112" fmla="*/ 100801 h 146662"/>
                <a:gd name="csX113" fmla="*/ 28186 w 198257"/>
                <a:gd name="csY113" fmla="*/ 101279 h 146662"/>
                <a:gd name="csX114" fmla="*/ 26753 w 198257"/>
                <a:gd name="csY114" fmla="*/ 101279 h 146662"/>
                <a:gd name="csX115" fmla="*/ 29141 w 198257"/>
                <a:gd name="csY115" fmla="*/ 101279 h 146662"/>
                <a:gd name="csX116" fmla="*/ 29619 w 198257"/>
                <a:gd name="csY116" fmla="*/ 102234 h 146662"/>
                <a:gd name="csX117" fmla="*/ 30574 w 198257"/>
                <a:gd name="csY117" fmla="*/ 103667 h 146662"/>
                <a:gd name="csX118" fmla="*/ 32008 w 198257"/>
                <a:gd name="csY118" fmla="*/ 104623 h 146662"/>
                <a:gd name="csX119" fmla="*/ 33919 w 198257"/>
                <a:gd name="csY119" fmla="*/ 104145 h 146662"/>
                <a:gd name="csX120" fmla="*/ 38218 w 198257"/>
                <a:gd name="csY120" fmla="*/ 104145 h 146662"/>
                <a:gd name="csX121" fmla="*/ 42517 w 198257"/>
                <a:gd name="csY121" fmla="*/ 106056 h 146662"/>
                <a:gd name="csX122" fmla="*/ 43473 w 198257"/>
                <a:gd name="csY122" fmla="*/ 106056 h 146662"/>
                <a:gd name="csX123" fmla="*/ 44428 w 198257"/>
                <a:gd name="csY123" fmla="*/ 106534 h 146662"/>
                <a:gd name="csX124" fmla="*/ 46817 w 198257"/>
                <a:gd name="csY124" fmla="*/ 108445 h 146662"/>
                <a:gd name="csX125" fmla="*/ 48728 w 198257"/>
                <a:gd name="csY125" fmla="*/ 109878 h 146662"/>
                <a:gd name="csX126" fmla="*/ 49683 w 198257"/>
                <a:gd name="csY126" fmla="*/ 111789 h 146662"/>
                <a:gd name="csX127" fmla="*/ 50162 w 198257"/>
                <a:gd name="csY127" fmla="*/ 112744 h 146662"/>
                <a:gd name="csX128" fmla="*/ 50162 w 198257"/>
                <a:gd name="csY128" fmla="*/ 114655 h 146662"/>
                <a:gd name="csX129" fmla="*/ 49683 w 198257"/>
                <a:gd name="csY129" fmla="*/ 115611 h 146662"/>
                <a:gd name="csX130" fmla="*/ 46817 w 198257"/>
                <a:gd name="csY130" fmla="*/ 116566 h 146662"/>
                <a:gd name="csX131" fmla="*/ 43951 w 198257"/>
                <a:gd name="csY131" fmla="*/ 117999 h 146662"/>
                <a:gd name="csX132" fmla="*/ 39651 w 198257"/>
                <a:gd name="csY132" fmla="*/ 119910 h 146662"/>
                <a:gd name="csX133" fmla="*/ 35352 w 198257"/>
                <a:gd name="csY133" fmla="*/ 122299 h 146662"/>
                <a:gd name="csX134" fmla="*/ 33441 w 198257"/>
                <a:gd name="csY134" fmla="*/ 121821 h 146662"/>
                <a:gd name="csX135" fmla="*/ 31052 w 198257"/>
                <a:gd name="csY135" fmla="*/ 120388 h 146662"/>
                <a:gd name="csX136" fmla="*/ 30574 w 198257"/>
                <a:gd name="csY136" fmla="*/ 119910 h 146662"/>
                <a:gd name="csX137" fmla="*/ 28186 w 198257"/>
                <a:gd name="csY137" fmla="*/ 119432 h 146662"/>
                <a:gd name="csX138" fmla="*/ 27230 w 198257"/>
                <a:gd name="csY138" fmla="*/ 119432 h 146662"/>
                <a:gd name="csX139" fmla="*/ 21975 w 198257"/>
                <a:gd name="csY139" fmla="*/ 119910 h 146662"/>
                <a:gd name="csX140" fmla="*/ 17198 w 198257"/>
                <a:gd name="csY140" fmla="*/ 119910 h 146662"/>
                <a:gd name="csX141" fmla="*/ 15287 w 198257"/>
                <a:gd name="csY141" fmla="*/ 119910 h 146662"/>
                <a:gd name="csX142" fmla="*/ 12898 w 198257"/>
                <a:gd name="csY142" fmla="*/ 119432 h 146662"/>
                <a:gd name="csX143" fmla="*/ 10987 w 198257"/>
                <a:gd name="csY143" fmla="*/ 118955 h 146662"/>
                <a:gd name="csX144" fmla="*/ 8599 w 198257"/>
                <a:gd name="csY144" fmla="*/ 119432 h 146662"/>
                <a:gd name="csX145" fmla="*/ 7166 w 198257"/>
                <a:gd name="csY145" fmla="*/ 119910 h 146662"/>
                <a:gd name="csX146" fmla="*/ 5255 w 198257"/>
                <a:gd name="csY146" fmla="*/ 120388 h 146662"/>
                <a:gd name="csX147" fmla="*/ 2389 w 198257"/>
                <a:gd name="csY147" fmla="*/ 118477 h 146662"/>
                <a:gd name="csX148" fmla="*/ 2389 w 198257"/>
                <a:gd name="csY148" fmla="*/ 117999 h 146662"/>
                <a:gd name="csX149" fmla="*/ 2389 w 198257"/>
                <a:gd name="csY149" fmla="*/ 114177 h 146662"/>
                <a:gd name="csX150" fmla="*/ 2389 w 198257"/>
                <a:gd name="csY150" fmla="*/ 110833 h 146662"/>
                <a:gd name="csX151" fmla="*/ 2389 w 198257"/>
                <a:gd name="csY151" fmla="*/ 107012 h 146662"/>
                <a:gd name="csX152" fmla="*/ 2389 w 198257"/>
                <a:gd name="csY152" fmla="*/ 103190 h 146662"/>
                <a:gd name="csX153" fmla="*/ 2389 w 198257"/>
                <a:gd name="csY153" fmla="*/ 99368 h 146662"/>
                <a:gd name="csX154" fmla="*/ 2389 w 198257"/>
                <a:gd name="csY154" fmla="*/ 95546 h 146662"/>
                <a:gd name="csX155" fmla="*/ 2389 w 198257"/>
                <a:gd name="csY155" fmla="*/ 92202 h 146662"/>
                <a:gd name="csX156" fmla="*/ 2389 w 198257"/>
                <a:gd name="csY156" fmla="*/ 88380 h 146662"/>
                <a:gd name="csX157" fmla="*/ 2389 w 198257"/>
                <a:gd name="csY157" fmla="*/ 84558 h 146662"/>
                <a:gd name="csX158" fmla="*/ 2389 w 198257"/>
                <a:gd name="csY158" fmla="*/ 81214 h 146662"/>
                <a:gd name="csX159" fmla="*/ 2389 w 198257"/>
                <a:gd name="csY159" fmla="*/ 77870 h 146662"/>
                <a:gd name="csX160" fmla="*/ 955 w 198257"/>
                <a:gd name="csY160" fmla="*/ 76915 h 146662"/>
                <a:gd name="csX161" fmla="*/ 0 w 198257"/>
                <a:gd name="csY161" fmla="*/ 75004 h 146662"/>
                <a:gd name="csX162" fmla="*/ 478 w 198257"/>
                <a:gd name="csY162" fmla="*/ 72615 h 146662"/>
                <a:gd name="csX163" fmla="*/ 1433 w 198257"/>
                <a:gd name="csY163" fmla="*/ 69749 h 146662"/>
                <a:gd name="csX164" fmla="*/ 2389 w 198257"/>
                <a:gd name="csY164" fmla="*/ 67838 h 146662"/>
                <a:gd name="csX165" fmla="*/ 2389 w 198257"/>
                <a:gd name="csY165" fmla="*/ 66405 h 146662"/>
                <a:gd name="csX166" fmla="*/ 2389 w 198257"/>
                <a:gd name="csY166" fmla="*/ 62583 h 146662"/>
                <a:gd name="csX167" fmla="*/ 2389 w 198257"/>
                <a:gd name="csY167" fmla="*/ 58761 h 146662"/>
                <a:gd name="csX168" fmla="*/ 2389 w 198257"/>
                <a:gd name="csY168" fmla="*/ 54939 h 146662"/>
                <a:gd name="csX169" fmla="*/ 2389 w 198257"/>
                <a:gd name="csY169" fmla="*/ 51595 h 146662"/>
                <a:gd name="csX170" fmla="*/ 2389 w 198257"/>
                <a:gd name="csY170" fmla="*/ 47773 h 146662"/>
                <a:gd name="csX171" fmla="*/ 2389 w 198257"/>
                <a:gd name="csY171" fmla="*/ 43951 h 146662"/>
                <a:gd name="csX172" fmla="*/ 2389 w 198257"/>
                <a:gd name="csY172" fmla="*/ 40129 h 146662"/>
                <a:gd name="csX173" fmla="*/ 2389 w 198257"/>
                <a:gd name="csY173" fmla="*/ 36785 h 146662"/>
                <a:gd name="csX174" fmla="*/ 2389 w 198257"/>
                <a:gd name="csY174" fmla="*/ 32963 h 146662"/>
                <a:gd name="csX175" fmla="*/ 2389 w 198257"/>
                <a:gd name="csY175" fmla="*/ 29142 h 146662"/>
                <a:gd name="csX176" fmla="*/ 2389 w 198257"/>
                <a:gd name="csY176" fmla="*/ 25798 h 146662"/>
                <a:gd name="csX177" fmla="*/ 2389 w 198257"/>
                <a:gd name="csY177" fmla="*/ 21976 h 146662"/>
                <a:gd name="csX178" fmla="*/ 2389 w 198257"/>
                <a:gd name="csY178" fmla="*/ 18154 h 146662"/>
                <a:gd name="csX179" fmla="*/ 2389 w 198257"/>
                <a:gd name="csY179" fmla="*/ 14332 h 146662"/>
                <a:gd name="csX180" fmla="*/ 2389 w 198257"/>
                <a:gd name="csY180" fmla="*/ 10988 h 146662"/>
                <a:gd name="csX181" fmla="*/ 2389 w 198257"/>
                <a:gd name="csY181" fmla="*/ 7166 h 146662"/>
                <a:gd name="csX182" fmla="*/ 2389 w 198257"/>
                <a:gd name="csY182" fmla="*/ 3344 h 146662"/>
                <a:gd name="csX183" fmla="*/ 2389 w 198257"/>
                <a:gd name="csY183" fmla="*/ 1433 h 146662"/>
                <a:gd name="csX184" fmla="*/ 2389 w 198257"/>
                <a:gd name="csY184" fmla="*/ 0 h 146662"/>
                <a:gd name="csX185" fmla="*/ 2389 w 198257"/>
                <a:gd name="csY185" fmla="*/ 0 h 146662"/>
                <a:gd name="csX186" fmla="*/ 2866 w 198257"/>
                <a:gd name="csY186" fmla="*/ 0 h 146662"/>
                <a:gd name="csX187" fmla="*/ 4777 w 198257"/>
                <a:gd name="csY187" fmla="*/ 0 h 146662"/>
                <a:gd name="csX188" fmla="*/ 6688 w 198257"/>
                <a:gd name="csY188" fmla="*/ 478 h 146662"/>
                <a:gd name="csX189" fmla="*/ 16242 w 198257"/>
                <a:gd name="csY189" fmla="*/ 4300 h 146662"/>
                <a:gd name="csX190" fmla="*/ 19109 w 198257"/>
                <a:gd name="csY190" fmla="*/ 5733 h 146662"/>
                <a:gd name="csX191" fmla="*/ 20542 w 198257"/>
                <a:gd name="csY191" fmla="*/ 6210 h 146662"/>
                <a:gd name="csX192" fmla="*/ 21498 w 198257"/>
                <a:gd name="csY192" fmla="*/ 6210 h 146662"/>
                <a:gd name="csX193" fmla="*/ 22453 w 198257"/>
                <a:gd name="csY193" fmla="*/ 6210 h 146662"/>
                <a:gd name="csX194" fmla="*/ 26753 w 198257"/>
                <a:gd name="csY194" fmla="*/ 8599 h 146662"/>
                <a:gd name="csX195" fmla="*/ 33441 w 198257"/>
                <a:gd name="csY195" fmla="*/ 10510 h 146662"/>
                <a:gd name="csX196" fmla="*/ 40607 w 198257"/>
                <a:gd name="csY196" fmla="*/ 12899 h 146662"/>
                <a:gd name="csX197" fmla="*/ 42517 w 198257"/>
                <a:gd name="csY197" fmla="*/ 13376 h 146662"/>
                <a:gd name="csX198" fmla="*/ 44906 w 198257"/>
                <a:gd name="csY198" fmla="*/ 13376 h 146662"/>
                <a:gd name="csX199" fmla="*/ 50162 w 198257"/>
                <a:gd name="csY199" fmla="*/ 14332 h 146662"/>
                <a:gd name="csX200" fmla="*/ 52550 w 198257"/>
                <a:gd name="csY200" fmla="*/ 14810 h 146662"/>
                <a:gd name="csX201" fmla="*/ 56372 w 198257"/>
                <a:gd name="csY201" fmla="*/ 17198 h 146662"/>
                <a:gd name="csX202" fmla="*/ 58283 w 198257"/>
                <a:gd name="csY202" fmla="*/ 18154 h 146662"/>
                <a:gd name="csX203" fmla="*/ 60194 w 198257"/>
                <a:gd name="csY203" fmla="*/ 19587 h 146662"/>
                <a:gd name="csX204" fmla="*/ 62582 w 198257"/>
                <a:gd name="csY204" fmla="*/ 21020 h 146662"/>
                <a:gd name="csX205" fmla="*/ 63538 w 198257"/>
                <a:gd name="csY205" fmla="*/ 21498 h 146662"/>
                <a:gd name="csX206" fmla="*/ 64493 w 198257"/>
                <a:gd name="csY206" fmla="*/ 21976 h 146662"/>
                <a:gd name="csX207" fmla="*/ 67360 w 198257"/>
                <a:gd name="csY207" fmla="*/ 21976 h 146662"/>
                <a:gd name="csX208" fmla="*/ 69748 w 198257"/>
                <a:gd name="csY208" fmla="*/ 21498 h 146662"/>
                <a:gd name="csX209" fmla="*/ 70704 w 198257"/>
                <a:gd name="csY209" fmla="*/ 21976 h 146662"/>
                <a:gd name="csX210" fmla="*/ 71659 w 198257"/>
                <a:gd name="csY210" fmla="*/ 21976 h 146662"/>
                <a:gd name="csX211" fmla="*/ 72615 w 198257"/>
                <a:gd name="csY211" fmla="*/ 22453 h 146662"/>
                <a:gd name="csX212" fmla="*/ 73092 w 198257"/>
                <a:gd name="csY212" fmla="*/ 23409 h 146662"/>
                <a:gd name="csX213" fmla="*/ 74526 w 198257"/>
                <a:gd name="csY213" fmla="*/ 24842 h 146662"/>
                <a:gd name="csX214" fmla="*/ 76914 w 198257"/>
                <a:gd name="csY214" fmla="*/ 25798 h 146662"/>
                <a:gd name="csX215" fmla="*/ 78825 w 198257"/>
                <a:gd name="csY215" fmla="*/ 27231 h 146662"/>
                <a:gd name="csX216" fmla="*/ 80736 w 198257"/>
                <a:gd name="csY216" fmla="*/ 28664 h 146662"/>
                <a:gd name="csX217" fmla="*/ 82169 w 198257"/>
                <a:gd name="csY217" fmla="*/ 30097 h 146662"/>
                <a:gd name="csX218" fmla="*/ 84080 w 198257"/>
                <a:gd name="csY218" fmla="*/ 31530 h 146662"/>
                <a:gd name="csX219" fmla="*/ 85991 w 198257"/>
                <a:gd name="csY219" fmla="*/ 32008 h 146662"/>
                <a:gd name="csX220" fmla="*/ 88858 w 198257"/>
                <a:gd name="csY220" fmla="*/ 32008 h 146662"/>
                <a:gd name="csX221" fmla="*/ 97456 w 198257"/>
                <a:gd name="csY221" fmla="*/ 40129 h 146662"/>
                <a:gd name="csX222" fmla="*/ 97935 w 198257"/>
                <a:gd name="csY222" fmla="*/ 41563 h 146662"/>
                <a:gd name="csX223" fmla="*/ 97935 w 198257"/>
                <a:gd name="csY223" fmla="*/ 46340 h 146662"/>
                <a:gd name="csX224" fmla="*/ 96979 w 198257"/>
                <a:gd name="csY224" fmla="*/ 50639 h 146662"/>
                <a:gd name="csX225" fmla="*/ 98890 w 198257"/>
                <a:gd name="csY225" fmla="*/ 52073 h 146662"/>
                <a:gd name="csX226" fmla="*/ 101756 w 198257"/>
                <a:gd name="csY226" fmla="*/ 52550 h 146662"/>
                <a:gd name="csX227" fmla="*/ 106056 w 198257"/>
                <a:gd name="csY227" fmla="*/ 53028 h 146662"/>
                <a:gd name="csX228" fmla="*/ 109878 w 198257"/>
                <a:gd name="csY228" fmla="*/ 54461 h 146662"/>
                <a:gd name="csX229" fmla="*/ 122299 w 198257"/>
                <a:gd name="csY229" fmla="*/ 60194 h 146662"/>
                <a:gd name="csX230" fmla="*/ 124210 w 198257"/>
                <a:gd name="csY230" fmla="*/ 60672 h 146662"/>
                <a:gd name="csX231" fmla="*/ 126598 w 198257"/>
                <a:gd name="csY231" fmla="*/ 60672 h 146662"/>
                <a:gd name="csX232" fmla="*/ 129465 w 198257"/>
                <a:gd name="csY232" fmla="*/ 60672 h 146662"/>
                <a:gd name="csX233" fmla="*/ 129942 w 198257"/>
                <a:gd name="csY233" fmla="*/ 60672 h 146662"/>
                <a:gd name="csX234" fmla="*/ 131853 w 198257"/>
                <a:gd name="csY234" fmla="*/ 61627 h 146662"/>
                <a:gd name="csX235" fmla="*/ 132808 w 198257"/>
                <a:gd name="csY235" fmla="*/ 62583 h 146662"/>
                <a:gd name="csX236" fmla="*/ 134719 w 198257"/>
                <a:gd name="csY236" fmla="*/ 64493 h 146662"/>
                <a:gd name="csX237" fmla="*/ 136153 w 198257"/>
                <a:gd name="csY237" fmla="*/ 66405 h 146662"/>
                <a:gd name="csX238" fmla="*/ 137108 w 198257"/>
                <a:gd name="csY238" fmla="*/ 66882 h 146662"/>
                <a:gd name="csX239" fmla="*/ 137586 w 198257"/>
                <a:gd name="csY239" fmla="*/ 67360 h 146662"/>
                <a:gd name="csX240" fmla="*/ 138063 w 198257"/>
                <a:gd name="csY240" fmla="*/ 68315 h 146662"/>
                <a:gd name="csX241" fmla="*/ 138542 w 198257"/>
                <a:gd name="csY241" fmla="*/ 71659 h 146662"/>
                <a:gd name="csX242" fmla="*/ 138542 w 198257"/>
                <a:gd name="csY242" fmla="*/ 73570 h 146662"/>
                <a:gd name="csX243" fmla="*/ 138063 w 198257"/>
                <a:gd name="csY243" fmla="*/ 74048 h 146662"/>
                <a:gd name="csX244" fmla="*/ 135675 w 198257"/>
                <a:gd name="csY244" fmla="*/ 74526 h 146662"/>
                <a:gd name="csX245" fmla="*/ 128987 w 198257"/>
                <a:gd name="csY245" fmla="*/ 75004 h 146662"/>
                <a:gd name="csX246" fmla="*/ 124210 w 198257"/>
                <a:gd name="csY246" fmla="*/ 74526 h 146662"/>
                <a:gd name="csX247" fmla="*/ 120865 w 198257"/>
                <a:gd name="csY247" fmla="*/ 76437 h 146662"/>
                <a:gd name="csX248" fmla="*/ 120865 w 198257"/>
                <a:gd name="csY248" fmla="*/ 77392 h 146662"/>
                <a:gd name="csX249" fmla="*/ 120865 w 198257"/>
                <a:gd name="csY249" fmla="*/ 78348 h 146662"/>
                <a:gd name="csX250" fmla="*/ 123731 w 198257"/>
                <a:gd name="csY250" fmla="*/ 82647 h 146662"/>
                <a:gd name="csX251" fmla="*/ 125642 w 198257"/>
                <a:gd name="csY251" fmla="*/ 86469 h 146662"/>
                <a:gd name="csX252" fmla="*/ 127076 w 198257"/>
                <a:gd name="csY252" fmla="*/ 87902 h 146662"/>
                <a:gd name="csX253" fmla="*/ 128987 w 198257"/>
                <a:gd name="csY253" fmla="*/ 89335 h 146662"/>
                <a:gd name="csX254" fmla="*/ 130897 w 198257"/>
                <a:gd name="csY254" fmla="*/ 90769 h 146662"/>
                <a:gd name="csX255" fmla="*/ 132331 w 198257"/>
                <a:gd name="csY255" fmla="*/ 92680 h 146662"/>
                <a:gd name="csX256" fmla="*/ 136153 w 198257"/>
                <a:gd name="csY256" fmla="*/ 95546 h 146662"/>
                <a:gd name="csX257" fmla="*/ 138063 w 198257"/>
                <a:gd name="csY257" fmla="*/ 96501 h 146662"/>
                <a:gd name="csX258" fmla="*/ 140452 w 198257"/>
                <a:gd name="csY258" fmla="*/ 97457 h 146662"/>
                <a:gd name="csX259" fmla="*/ 144274 w 198257"/>
                <a:gd name="csY259" fmla="*/ 99846 h 146662"/>
                <a:gd name="csX260" fmla="*/ 144752 w 198257"/>
                <a:gd name="csY260" fmla="*/ 100801 h 146662"/>
                <a:gd name="csX261" fmla="*/ 145707 w 198257"/>
                <a:gd name="csY261" fmla="*/ 104145 h 146662"/>
                <a:gd name="csX262" fmla="*/ 146185 w 198257"/>
                <a:gd name="csY262" fmla="*/ 106056 h 146662"/>
                <a:gd name="csX263" fmla="*/ 146185 w 198257"/>
                <a:gd name="csY263" fmla="*/ 107012 h 146662"/>
                <a:gd name="csX264" fmla="*/ 146663 w 198257"/>
                <a:gd name="csY264" fmla="*/ 107967 h 146662"/>
                <a:gd name="csX265" fmla="*/ 150007 w 198257"/>
                <a:gd name="csY265" fmla="*/ 109878 h 146662"/>
                <a:gd name="csX266" fmla="*/ 150485 w 198257"/>
                <a:gd name="csY266" fmla="*/ 110356 h 146662"/>
                <a:gd name="csX267" fmla="*/ 151918 w 198257"/>
                <a:gd name="csY267" fmla="*/ 115133 h 146662"/>
                <a:gd name="csX268" fmla="*/ 153351 w 198257"/>
                <a:gd name="csY268" fmla="*/ 117044 h 146662"/>
                <a:gd name="csX269" fmla="*/ 155262 w 198257"/>
                <a:gd name="csY269" fmla="*/ 117999 h 146662"/>
                <a:gd name="csX270" fmla="*/ 157173 w 198257"/>
                <a:gd name="csY270" fmla="*/ 117999 h 146662"/>
                <a:gd name="csX271" fmla="*/ 163383 w 198257"/>
                <a:gd name="csY271" fmla="*/ 116566 h 146662"/>
                <a:gd name="csX272" fmla="*/ 164338 w 198257"/>
                <a:gd name="csY272" fmla="*/ 116566 h 146662"/>
                <a:gd name="csX273" fmla="*/ 165294 w 198257"/>
                <a:gd name="csY273" fmla="*/ 116566 h 146662"/>
                <a:gd name="csX274" fmla="*/ 166249 w 198257"/>
                <a:gd name="csY274" fmla="*/ 117522 h 146662"/>
                <a:gd name="csX275" fmla="*/ 166727 w 198257"/>
                <a:gd name="csY275" fmla="*/ 119432 h 146662"/>
                <a:gd name="csX276" fmla="*/ 165772 w 198257"/>
                <a:gd name="csY276" fmla="*/ 121821 h 146662"/>
                <a:gd name="csX277" fmla="*/ 165294 w 198257"/>
                <a:gd name="csY277" fmla="*/ 123732 h 146662"/>
                <a:gd name="csX278" fmla="*/ 166727 w 198257"/>
                <a:gd name="csY278" fmla="*/ 125165 h 146662"/>
                <a:gd name="csX279" fmla="*/ 169594 w 198257"/>
                <a:gd name="csY279" fmla="*/ 126598 h 146662"/>
                <a:gd name="csX280" fmla="*/ 171027 w 198257"/>
                <a:gd name="csY280" fmla="*/ 127076 h 146662"/>
                <a:gd name="csX281" fmla="*/ 176282 w 198257"/>
                <a:gd name="csY281" fmla="*/ 127554 h 146662"/>
                <a:gd name="csX282" fmla="*/ 178670 w 198257"/>
                <a:gd name="csY282" fmla="*/ 127554 h 146662"/>
                <a:gd name="csX283" fmla="*/ 180581 w 198257"/>
                <a:gd name="csY283" fmla="*/ 128031 h 146662"/>
                <a:gd name="csX284" fmla="*/ 181537 w 198257"/>
                <a:gd name="csY284" fmla="*/ 128509 h 146662"/>
                <a:gd name="csX285" fmla="*/ 181059 w 198257"/>
                <a:gd name="csY285" fmla="*/ 129465 h 146662"/>
                <a:gd name="csX286" fmla="*/ 179626 w 198257"/>
                <a:gd name="csY286" fmla="*/ 129942 h 146662"/>
                <a:gd name="csX287" fmla="*/ 178670 w 198257"/>
                <a:gd name="csY287" fmla="*/ 130420 h 146662"/>
                <a:gd name="csX288" fmla="*/ 176760 w 198257"/>
                <a:gd name="csY288" fmla="*/ 130898 h 146662"/>
                <a:gd name="csX289" fmla="*/ 176760 w 198257"/>
                <a:gd name="csY289" fmla="*/ 131854 h 146662"/>
                <a:gd name="csX290" fmla="*/ 177715 w 198257"/>
                <a:gd name="csY290" fmla="*/ 133287 h 146662"/>
                <a:gd name="csX291" fmla="*/ 178670 w 198257"/>
                <a:gd name="csY291" fmla="*/ 134720 h 146662"/>
                <a:gd name="csX292" fmla="*/ 179626 w 198257"/>
                <a:gd name="csY292" fmla="*/ 135197 h 146662"/>
                <a:gd name="csX293" fmla="*/ 180581 w 198257"/>
                <a:gd name="csY293" fmla="*/ 135675 h 146662"/>
                <a:gd name="csX294" fmla="*/ 182970 w 198257"/>
                <a:gd name="csY294" fmla="*/ 136153 h 146662"/>
                <a:gd name="csX295" fmla="*/ 185359 w 198257"/>
                <a:gd name="csY295" fmla="*/ 136631 h 146662"/>
                <a:gd name="csX296" fmla="*/ 186792 w 198257"/>
                <a:gd name="csY296" fmla="*/ 137586 h 146662"/>
                <a:gd name="csX297" fmla="*/ 188225 w 198257"/>
                <a:gd name="csY297" fmla="*/ 138064 h 146662"/>
                <a:gd name="csX298" fmla="*/ 192047 w 198257"/>
                <a:gd name="csY298" fmla="*/ 138064 h 146662"/>
                <a:gd name="csX299" fmla="*/ 194436 w 198257"/>
                <a:gd name="csY299" fmla="*/ 139019 h 146662"/>
                <a:gd name="csX300" fmla="*/ 198258 w 198257"/>
                <a:gd name="csY300" fmla="*/ 139019 h 146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</a:cxnLst>
              <a:rect l="l" t="t" r="r" b="b"/>
              <a:pathLst>
                <a:path w="198257" h="146662">
                  <a:moveTo>
                    <a:pt x="198258" y="139019"/>
                  </a:moveTo>
                  <a:lnTo>
                    <a:pt x="194913" y="140453"/>
                  </a:lnTo>
                  <a:lnTo>
                    <a:pt x="193958" y="140453"/>
                  </a:lnTo>
                  <a:lnTo>
                    <a:pt x="190136" y="139975"/>
                  </a:lnTo>
                  <a:lnTo>
                    <a:pt x="189181" y="140930"/>
                  </a:lnTo>
                  <a:lnTo>
                    <a:pt x="191092" y="142363"/>
                  </a:lnTo>
                  <a:lnTo>
                    <a:pt x="193002" y="143319"/>
                  </a:lnTo>
                  <a:lnTo>
                    <a:pt x="193958" y="143797"/>
                  </a:lnTo>
                  <a:lnTo>
                    <a:pt x="193480" y="144752"/>
                  </a:lnTo>
                  <a:lnTo>
                    <a:pt x="190614" y="146185"/>
                  </a:lnTo>
                  <a:lnTo>
                    <a:pt x="189658" y="146185"/>
                  </a:lnTo>
                  <a:lnTo>
                    <a:pt x="187747" y="146663"/>
                  </a:lnTo>
                  <a:lnTo>
                    <a:pt x="183926" y="145707"/>
                  </a:lnTo>
                  <a:lnTo>
                    <a:pt x="181537" y="145230"/>
                  </a:lnTo>
                  <a:lnTo>
                    <a:pt x="181059" y="143797"/>
                  </a:lnTo>
                  <a:lnTo>
                    <a:pt x="180104" y="143319"/>
                  </a:lnTo>
                  <a:lnTo>
                    <a:pt x="178193" y="141886"/>
                  </a:lnTo>
                  <a:lnTo>
                    <a:pt x="176282" y="140930"/>
                  </a:lnTo>
                  <a:lnTo>
                    <a:pt x="174371" y="140453"/>
                  </a:lnTo>
                  <a:lnTo>
                    <a:pt x="171983" y="140453"/>
                  </a:lnTo>
                  <a:lnTo>
                    <a:pt x="168161" y="139975"/>
                  </a:lnTo>
                  <a:lnTo>
                    <a:pt x="160039" y="139019"/>
                  </a:lnTo>
                  <a:lnTo>
                    <a:pt x="158128" y="138542"/>
                  </a:lnTo>
                  <a:lnTo>
                    <a:pt x="155740" y="137586"/>
                  </a:lnTo>
                  <a:lnTo>
                    <a:pt x="154306" y="137108"/>
                  </a:lnTo>
                  <a:lnTo>
                    <a:pt x="153351" y="137586"/>
                  </a:lnTo>
                  <a:lnTo>
                    <a:pt x="150007" y="138064"/>
                  </a:lnTo>
                  <a:lnTo>
                    <a:pt x="149051" y="138064"/>
                  </a:lnTo>
                  <a:lnTo>
                    <a:pt x="146663" y="136631"/>
                  </a:lnTo>
                  <a:lnTo>
                    <a:pt x="144752" y="136631"/>
                  </a:lnTo>
                  <a:lnTo>
                    <a:pt x="143796" y="136631"/>
                  </a:lnTo>
                  <a:lnTo>
                    <a:pt x="142841" y="136631"/>
                  </a:lnTo>
                  <a:lnTo>
                    <a:pt x="139497" y="136153"/>
                  </a:lnTo>
                  <a:lnTo>
                    <a:pt x="137108" y="135675"/>
                  </a:lnTo>
                  <a:lnTo>
                    <a:pt x="135197" y="134720"/>
                  </a:lnTo>
                  <a:lnTo>
                    <a:pt x="133764" y="133764"/>
                  </a:lnTo>
                  <a:lnTo>
                    <a:pt x="132808" y="132809"/>
                  </a:lnTo>
                  <a:lnTo>
                    <a:pt x="131376" y="130420"/>
                  </a:lnTo>
                  <a:lnTo>
                    <a:pt x="129942" y="128509"/>
                  </a:lnTo>
                  <a:lnTo>
                    <a:pt x="127554" y="126598"/>
                  </a:lnTo>
                  <a:lnTo>
                    <a:pt x="123254" y="123732"/>
                  </a:lnTo>
                  <a:lnTo>
                    <a:pt x="122299" y="123254"/>
                  </a:lnTo>
                  <a:lnTo>
                    <a:pt x="120388" y="120865"/>
                  </a:lnTo>
                  <a:lnTo>
                    <a:pt x="120388" y="118955"/>
                  </a:lnTo>
                  <a:lnTo>
                    <a:pt x="120865" y="117044"/>
                  </a:lnTo>
                  <a:lnTo>
                    <a:pt x="119910" y="117999"/>
                  </a:lnTo>
                  <a:lnTo>
                    <a:pt x="118954" y="117522"/>
                  </a:lnTo>
                  <a:lnTo>
                    <a:pt x="115610" y="116566"/>
                  </a:lnTo>
                  <a:lnTo>
                    <a:pt x="114655" y="115133"/>
                  </a:lnTo>
                  <a:lnTo>
                    <a:pt x="112266" y="111789"/>
                  </a:lnTo>
                  <a:lnTo>
                    <a:pt x="110833" y="109400"/>
                  </a:lnTo>
                  <a:lnTo>
                    <a:pt x="107967" y="106056"/>
                  </a:lnTo>
                  <a:lnTo>
                    <a:pt x="107011" y="104145"/>
                  </a:lnTo>
                  <a:lnTo>
                    <a:pt x="105578" y="102234"/>
                  </a:lnTo>
                  <a:lnTo>
                    <a:pt x="104622" y="101756"/>
                  </a:lnTo>
                  <a:lnTo>
                    <a:pt x="104145" y="100801"/>
                  </a:lnTo>
                  <a:lnTo>
                    <a:pt x="103667" y="99846"/>
                  </a:lnTo>
                  <a:lnTo>
                    <a:pt x="102712" y="99368"/>
                  </a:lnTo>
                  <a:lnTo>
                    <a:pt x="97935" y="97935"/>
                  </a:lnTo>
                  <a:lnTo>
                    <a:pt x="97456" y="97457"/>
                  </a:lnTo>
                  <a:lnTo>
                    <a:pt x="96501" y="96979"/>
                  </a:lnTo>
                  <a:lnTo>
                    <a:pt x="93157" y="96979"/>
                  </a:lnTo>
                  <a:lnTo>
                    <a:pt x="91246" y="96501"/>
                  </a:lnTo>
                  <a:lnTo>
                    <a:pt x="87902" y="95546"/>
                  </a:lnTo>
                  <a:lnTo>
                    <a:pt x="85991" y="95068"/>
                  </a:lnTo>
                  <a:lnTo>
                    <a:pt x="83603" y="94590"/>
                  </a:lnTo>
                  <a:lnTo>
                    <a:pt x="81692" y="94113"/>
                  </a:lnTo>
                  <a:lnTo>
                    <a:pt x="80736" y="93635"/>
                  </a:lnTo>
                  <a:lnTo>
                    <a:pt x="79781" y="93157"/>
                  </a:lnTo>
                  <a:lnTo>
                    <a:pt x="79303" y="91247"/>
                  </a:lnTo>
                  <a:lnTo>
                    <a:pt x="77392" y="91247"/>
                  </a:lnTo>
                  <a:lnTo>
                    <a:pt x="75959" y="90769"/>
                  </a:lnTo>
                  <a:lnTo>
                    <a:pt x="74048" y="90291"/>
                  </a:lnTo>
                  <a:lnTo>
                    <a:pt x="72137" y="89813"/>
                  </a:lnTo>
                  <a:lnTo>
                    <a:pt x="71181" y="90769"/>
                  </a:lnTo>
                  <a:lnTo>
                    <a:pt x="70704" y="92202"/>
                  </a:lnTo>
                  <a:lnTo>
                    <a:pt x="70226" y="92202"/>
                  </a:lnTo>
                  <a:lnTo>
                    <a:pt x="69271" y="91724"/>
                  </a:lnTo>
                  <a:lnTo>
                    <a:pt x="68793" y="91724"/>
                  </a:lnTo>
                  <a:lnTo>
                    <a:pt x="67360" y="92680"/>
                  </a:lnTo>
                  <a:lnTo>
                    <a:pt x="66882" y="93635"/>
                  </a:lnTo>
                  <a:lnTo>
                    <a:pt x="64971" y="93635"/>
                  </a:lnTo>
                  <a:lnTo>
                    <a:pt x="61627" y="92680"/>
                  </a:lnTo>
                  <a:lnTo>
                    <a:pt x="60194" y="91724"/>
                  </a:lnTo>
                  <a:lnTo>
                    <a:pt x="58760" y="90769"/>
                  </a:lnTo>
                  <a:lnTo>
                    <a:pt x="57805" y="89813"/>
                  </a:lnTo>
                  <a:lnTo>
                    <a:pt x="56849" y="88858"/>
                  </a:lnTo>
                  <a:lnTo>
                    <a:pt x="55416" y="87902"/>
                  </a:lnTo>
                  <a:lnTo>
                    <a:pt x="57328" y="89813"/>
                  </a:lnTo>
                  <a:lnTo>
                    <a:pt x="61149" y="96979"/>
                  </a:lnTo>
                  <a:lnTo>
                    <a:pt x="60194" y="96979"/>
                  </a:lnTo>
                  <a:lnTo>
                    <a:pt x="59238" y="96979"/>
                  </a:lnTo>
                  <a:lnTo>
                    <a:pt x="60194" y="98412"/>
                  </a:lnTo>
                  <a:lnTo>
                    <a:pt x="58760" y="98412"/>
                  </a:lnTo>
                  <a:lnTo>
                    <a:pt x="57805" y="98412"/>
                  </a:lnTo>
                  <a:lnTo>
                    <a:pt x="55416" y="97935"/>
                  </a:lnTo>
                  <a:lnTo>
                    <a:pt x="53505" y="97457"/>
                  </a:lnTo>
                  <a:lnTo>
                    <a:pt x="52550" y="97935"/>
                  </a:lnTo>
                  <a:lnTo>
                    <a:pt x="53028" y="98412"/>
                  </a:lnTo>
                  <a:lnTo>
                    <a:pt x="53983" y="99846"/>
                  </a:lnTo>
                  <a:lnTo>
                    <a:pt x="54461" y="101279"/>
                  </a:lnTo>
                  <a:lnTo>
                    <a:pt x="51117" y="102234"/>
                  </a:lnTo>
                  <a:lnTo>
                    <a:pt x="48251" y="102712"/>
                  </a:lnTo>
                  <a:lnTo>
                    <a:pt x="44428" y="103667"/>
                  </a:lnTo>
                  <a:lnTo>
                    <a:pt x="40607" y="103667"/>
                  </a:lnTo>
                  <a:lnTo>
                    <a:pt x="38696" y="103190"/>
                  </a:lnTo>
                  <a:lnTo>
                    <a:pt x="36785" y="102712"/>
                  </a:lnTo>
                  <a:lnTo>
                    <a:pt x="34874" y="103190"/>
                  </a:lnTo>
                  <a:lnTo>
                    <a:pt x="32963" y="103667"/>
                  </a:lnTo>
                  <a:lnTo>
                    <a:pt x="31530" y="103667"/>
                  </a:lnTo>
                  <a:lnTo>
                    <a:pt x="30574" y="102712"/>
                  </a:lnTo>
                  <a:lnTo>
                    <a:pt x="30097" y="101756"/>
                  </a:lnTo>
                  <a:lnTo>
                    <a:pt x="29619" y="100801"/>
                  </a:lnTo>
                  <a:lnTo>
                    <a:pt x="28186" y="101279"/>
                  </a:lnTo>
                  <a:lnTo>
                    <a:pt x="26753" y="101279"/>
                  </a:lnTo>
                  <a:lnTo>
                    <a:pt x="29141" y="101279"/>
                  </a:lnTo>
                  <a:lnTo>
                    <a:pt x="29619" y="102234"/>
                  </a:lnTo>
                  <a:lnTo>
                    <a:pt x="30574" y="103667"/>
                  </a:lnTo>
                  <a:lnTo>
                    <a:pt x="32008" y="104623"/>
                  </a:lnTo>
                  <a:lnTo>
                    <a:pt x="33919" y="104145"/>
                  </a:lnTo>
                  <a:lnTo>
                    <a:pt x="38218" y="104145"/>
                  </a:lnTo>
                  <a:lnTo>
                    <a:pt x="42517" y="106056"/>
                  </a:lnTo>
                  <a:lnTo>
                    <a:pt x="43473" y="106056"/>
                  </a:lnTo>
                  <a:lnTo>
                    <a:pt x="44428" y="106534"/>
                  </a:lnTo>
                  <a:lnTo>
                    <a:pt x="46817" y="108445"/>
                  </a:lnTo>
                  <a:lnTo>
                    <a:pt x="48728" y="109878"/>
                  </a:lnTo>
                  <a:lnTo>
                    <a:pt x="49683" y="111789"/>
                  </a:lnTo>
                  <a:lnTo>
                    <a:pt x="50162" y="112744"/>
                  </a:lnTo>
                  <a:lnTo>
                    <a:pt x="50162" y="114655"/>
                  </a:lnTo>
                  <a:lnTo>
                    <a:pt x="49683" y="115611"/>
                  </a:lnTo>
                  <a:lnTo>
                    <a:pt x="46817" y="116566"/>
                  </a:lnTo>
                  <a:lnTo>
                    <a:pt x="43951" y="117999"/>
                  </a:lnTo>
                  <a:lnTo>
                    <a:pt x="39651" y="119910"/>
                  </a:lnTo>
                  <a:lnTo>
                    <a:pt x="35352" y="122299"/>
                  </a:lnTo>
                  <a:lnTo>
                    <a:pt x="33441" y="121821"/>
                  </a:lnTo>
                  <a:lnTo>
                    <a:pt x="31052" y="120388"/>
                  </a:lnTo>
                  <a:lnTo>
                    <a:pt x="30574" y="119910"/>
                  </a:lnTo>
                  <a:lnTo>
                    <a:pt x="28186" y="119432"/>
                  </a:lnTo>
                  <a:lnTo>
                    <a:pt x="27230" y="119432"/>
                  </a:lnTo>
                  <a:lnTo>
                    <a:pt x="21975" y="119910"/>
                  </a:lnTo>
                  <a:lnTo>
                    <a:pt x="17198" y="119910"/>
                  </a:lnTo>
                  <a:lnTo>
                    <a:pt x="15287" y="119910"/>
                  </a:lnTo>
                  <a:lnTo>
                    <a:pt x="12898" y="119432"/>
                  </a:lnTo>
                  <a:lnTo>
                    <a:pt x="10987" y="118955"/>
                  </a:lnTo>
                  <a:lnTo>
                    <a:pt x="8599" y="119432"/>
                  </a:lnTo>
                  <a:lnTo>
                    <a:pt x="7166" y="119910"/>
                  </a:lnTo>
                  <a:lnTo>
                    <a:pt x="5255" y="120388"/>
                  </a:lnTo>
                  <a:lnTo>
                    <a:pt x="2389" y="118477"/>
                  </a:lnTo>
                  <a:lnTo>
                    <a:pt x="2389" y="117999"/>
                  </a:lnTo>
                  <a:lnTo>
                    <a:pt x="2389" y="114177"/>
                  </a:lnTo>
                  <a:lnTo>
                    <a:pt x="2389" y="110833"/>
                  </a:lnTo>
                  <a:lnTo>
                    <a:pt x="2389" y="107012"/>
                  </a:lnTo>
                  <a:lnTo>
                    <a:pt x="2389" y="103190"/>
                  </a:lnTo>
                  <a:lnTo>
                    <a:pt x="2389" y="99368"/>
                  </a:lnTo>
                  <a:lnTo>
                    <a:pt x="2389" y="95546"/>
                  </a:lnTo>
                  <a:lnTo>
                    <a:pt x="2389" y="92202"/>
                  </a:lnTo>
                  <a:lnTo>
                    <a:pt x="2389" y="88380"/>
                  </a:lnTo>
                  <a:lnTo>
                    <a:pt x="2389" y="84558"/>
                  </a:lnTo>
                  <a:lnTo>
                    <a:pt x="2389" y="81214"/>
                  </a:lnTo>
                  <a:lnTo>
                    <a:pt x="2389" y="77870"/>
                  </a:lnTo>
                  <a:lnTo>
                    <a:pt x="955" y="76915"/>
                  </a:lnTo>
                  <a:lnTo>
                    <a:pt x="0" y="75004"/>
                  </a:lnTo>
                  <a:lnTo>
                    <a:pt x="478" y="72615"/>
                  </a:lnTo>
                  <a:lnTo>
                    <a:pt x="1433" y="69749"/>
                  </a:lnTo>
                  <a:lnTo>
                    <a:pt x="2389" y="67838"/>
                  </a:lnTo>
                  <a:lnTo>
                    <a:pt x="2389" y="66405"/>
                  </a:lnTo>
                  <a:lnTo>
                    <a:pt x="2389" y="62583"/>
                  </a:lnTo>
                  <a:lnTo>
                    <a:pt x="2389" y="58761"/>
                  </a:lnTo>
                  <a:lnTo>
                    <a:pt x="2389" y="54939"/>
                  </a:lnTo>
                  <a:lnTo>
                    <a:pt x="2389" y="51595"/>
                  </a:lnTo>
                  <a:lnTo>
                    <a:pt x="2389" y="47773"/>
                  </a:lnTo>
                  <a:lnTo>
                    <a:pt x="2389" y="43951"/>
                  </a:lnTo>
                  <a:lnTo>
                    <a:pt x="2389" y="40129"/>
                  </a:lnTo>
                  <a:lnTo>
                    <a:pt x="2389" y="36785"/>
                  </a:lnTo>
                  <a:lnTo>
                    <a:pt x="2389" y="32963"/>
                  </a:lnTo>
                  <a:lnTo>
                    <a:pt x="2389" y="29142"/>
                  </a:lnTo>
                  <a:lnTo>
                    <a:pt x="2389" y="25798"/>
                  </a:lnTo>
                  <a:lnTo>
                    <a:pt x="2389" y="21976"/>
                  </a:lnTo>
                  <a:lnTo>
                    <a:pt x="2389" y="18154"/>
                  </a:lnTo>
                  <a:lnTo>
                    <a:pt x="2389" y="14332"/>
                  </a:lnTo>
                  <a:lnTo>
                    <a:pt x="2389" y="10988"/>
                  </a:lnTo>
                  <a:lnTo>
                    <a:pt x="2389" y="7166"/>
                  </a:lnTo>
                  <a:lnTo>
                    <a:pt x="2389" y="3344"/>
                  </a:lnTo>
                  <a:lnTo>
                    <a:pt x="2389" y="1433"/>
                  </a:lnTo>
                  <a:lnTo>
                    <a:pt x="2389" y="0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4777" y="0"/>
                  </a:lnTo>
                  <a:lnTo>
                    <a:pt x="6688" y="478"/>
                  </a:lnTo>
                  <a:lnTo>
                    <a:pt x="16242" y="4300"/>
                  </a:lnTo>
                  <a:lnTo>
                    <a:pt x="19109" y="5733"/>
                  </a:lnTo>
                  <a:lnTo>
                    <a:pt x="20542" y="6210"/>
                  </a:lnTo>
                  <a:lnTo>
                    <a:pt x="21498" y="6210"/>
                  </a:lnTo>
                  <a:lnTo>
                    <a:pt x="22453" y="6210"/>
                  </a:lnTo>
                  <a:lnTo>
                    <a:pt x="26753" y="8599"/>
                  </a:lnTo>
                  <a:lnTo>
                    <a:pt x="33441" y="10510"/>
                  </a:lnTo>
                  <a:lnTo>
                    <a:pt x="40607" y="12899"/>
                  </a:lnTo>
                  <a:lnTo>
                    <a:pt x="42517" y="13376"/>
                  </a:lnTo>
                  <a:lnTo>
                    <a:pt x="44906" y="13376"/>
                  </a:lnTo>
                  <a:lnTo>
                    <a:pt x="50162" y="14332"/>
                  </a:lnTo>
                  <a:lnTo>
                    <a:pt x="52550" y="14810"/>
                  </a:lnTo>
                  <a:lnTo>
                    <a:pt x="56372" y="17198"/>
                  </a:lnTo>
                  <a:lnTo>
                    <a:pt x="58283" y="18154"/>
                  </a:lnTo>
                  <a:lnTo>
                    <a:pt x="60194" y="19587"/>
                  </a:lnTo>
                  <a:lnTo>
                    <a:pt x="62582" y="21020"/>
                  </a:lnTo>
                  <a:lnTo>
                    <a:pt x="63538" y="21498"/>
                  </a:lnTo>
                  <a:lnTo>
                    <a:pt x="64493" y="21976"/>
                  </a:lnTo>
                  <a:lnTo>
                    <a:pt x="67360" y="21976"/>
                  </a:lnTo>
                  <a:lnTo>
                    <a:pt x="69748" y="21498"/>
                  </a:lnTo>
                  <a:lnTo>
                    <a:pt x="70704" y="21976"/>
                  </a:lnTo>
                  <a:lnTo>
                    <a:pt x="71659" y="21976"/>
                  </a:lnTo>
                  <a:lnTo>
                    <a:pt x="72615" y="22453"/>
                  </a:lnTo>
                  <a:lnTo>
                    <a:pt x="73092" y="23409"/>
                  </a:lnTo>
                  <a:lnTo>
                    <a:pt x="74526" y="24842"/>
                  </a:lnTo>
                  <a:lnTo>
                    <a:pt x="76914" y="25798"/>
                  </a:lnTo>
                  <a:lnTo>
                    <a:pt x="78825" y="27231"/>
                  </a:lnTo>
                  <a:lnTo>
                    <a:pt x="80736" y="28664"/>
                  </a:lnTo>
                  <a:lnTo>
                    <a:pt x="82169" y="30097"/>
                  </a:lnTo>
                  <a:lnTo>
                    <a:pt x="84080" y="31530"/>
                  </a:lnTo>
                  <a:lnTo>
                    <a:pt x="85991" y="32008"/>
                  </a:lnTo>
                  <a:lnTo>
                    <a:pt x="88858" y="32008"/>
                  </a:lnTo>
                  <a:lnTo>
                    <a:pt x="97456" y="40129"/>
                  </a:lnTo>
                  <a:lnTo>
                    <a:pt x="97935" y="41563"/>
                  </a:lnTo>
                  <a:lnTo>
                    <a:pt x="97935" y="46340"/>
                  </a:lnTo>
                  <a:lnTo>
                    <a:pt x="96979" y="50639"/>
                  </a:lnTo>
                  <a:lnTo>
                    <a:pt x="98890" y="52073"/>
                  </a:lnTo>
                  <a:lnTo>
                    <a:pt x="101756" y="52550"/>
                  </a:lnTo>
                  <a:lnTo>
                    <a:pt x="106056" y="53028"/>
                  </a:lnTo>
                  <a:lnTo>
                    <a:pt x="109878" y="54461"/>
                  </a:lnTo>
                  <a:lnTo>
                    <a:pt x="122299" y="60194"/>
                  </a:lnTo>
                  <a:lnTo>
                    <a:pt x="124210" y="60672"/>
                  </a:lnTo>
                  <a:lnTo>
                    <a:pt x="126598" y="60672"/>
                  </a:lnTo>
                  <a:lnTo>
                    <a:pt x="129465" y="60672"/>
                  </a:lnTo>
                  <a:lnTo>
                    <a:pt x="129942" y="60672"/>
                  </a:lnTo>
                  <a:lnTo>
                    <a:pt x="131853" y="61627"/>
                  </a:lnTo>
                  <a:lnTo>
                    <a:pt x="132808" y="62583"/>
                  </a:lnTo>
                  <a:lnTo>
                    <a:pt x="134719" y="64493"/>
                  </a:lnTo>
                  <a:lnTo>
                    <a:pt x="136153" y="66405"/>
                  </a:lnTo>
                  <a:lnTo>
                    <a:pt x="137108" y="66882"/>
                  </a:lnTo>
                  <a:lnTo>
                    <a:pt x="137586" y="67360"/>
                  </a:lnTo>
                  <a:lnTo>
                    <a:pt x="138063" y="68315"/>
                  </a:lnTo>
                  <a:lnTo>
                    <a:pt x="138542" y="71659"/>
                  </a:lnTo>
                  <a:lnTo>
                    <a:pt x="138542" y="73570"/>
                  </a:lnTo>
                  <a:lnTo>
                    <a:pt x="138063" y="74048"/>
                  </a:lnTo>
                  <a:lnTo>
                    <a:pt x="135675" y="74526"/>
                  </a:lnTo>
                  <a:lnTo>
                    <a:pt x="128987" y="75004"/>
                  </a:lnTo>
                  <a:lnTo>
                    <a:pt x="124210" y="74526"/>
                  </a:lnTo>
                  <a:lnTo>
                    <a:pt x="120865" y="76437"/>
                  </a:lnTo>
                  <a:lnTo>
                    <a:pt x="120865" y="77392"/>
                  </a:lnTo>
                  <a:lnTo>
                    <a:pt x="120865" y="78348"/>
                  </a:lnTo>
                  <a:lnTo>
                    <a:pt x="123731" y="82647"/>
                  </a:lnTo>
                  <a:lnTo>
                    <a:pt x="125642" y="86469"/>
                  </a:lnTo>
                  <a:lnTo>
                    <a:pt x="127076" y="87902"/>
                  </a:lnTo>
                  <a:lnTo>
                    <a:pt x="128987" y="89335"/>
                  </a:lnTo>
                  <a:lnTo>
                    <a:pt x="130897" y="90769"/>
                  </a:lnTo>
                  <a:lnTo>
                    <a:pt x="132331" y="92680"/>
                  </a:lnTo>
                  <a:lnTo>
                    <a:pt x="136153" y="95546"/>
                  </a:lnTo>
                  <a:lnTo>
                    <a:pt x="138063" y="96501"/>
                  </a:lnTo>
                  <a:lnTo>
                    <a:pt x="140452" y="97457"/>
                  </a:lnTo>
                  <a:lnTo>
                    <a:pt x="144274" y="99846"/>
                  </a:lnTo>
                  <a:lnTo>
                    <a:pt x="144752" y="100801"/>
                  </a:lnTo>
                  <a:lnTo>
                    <a:pt x="145707" y="104145"/>
                  </a:lnTo>
                  <a:lnTo>
                    <a:pt x="146185" y="106056"/>
                  </a:lnTo>
                  <a:lnTo>
                    <a:pt x="146185" y="107012"/>
                  </a:lnTo>
                  <a:lnTo>
                    <a:pt x="146663" y="107967"/>
                  </a:lnTo>
                  <a:lnTo>
                    <a:pt x="150007" y="109878"/>
                  </a:lnTo>
                  <a:lnTo>
                    <a:pt x="150485" y="110356"/>
                  </a:lnTo>
                  <a:lnTo>
                    <a:pt x="151918" y="115133"/>
                  </a:lnTo>
                  <a:lnTo>
                    <a:pt x="153351" y="117044"/>
                  </a:lnTo>
                  <a:lnTo>
                    <a:pt x="155262" y="117999"/>
                  </a:lnTo>
                  <a:lnTo>
                    <a:pt x="157173" y="117999"/>
                  </a:lnTo>
                  <a:lnTo>
                    <a:pt x="163383" y="116566"/>
                  </a:lnTo>
                  <a:lnTo>
                    <a:pt x="164338" y="116566"/>
                  </a:lnTo>
                  <a:lnTo>
                    <a:pt x="165294" y="116566"/>
                  </a:lnTo>
                  <a:lnTo>
                    <a:pt x="166249" y="117522"/>
                  </a:lnTo>
                  <a:lnTo>
                    <a:pt x="166727" y="119432"/>
                  </a:lnTo>
                  <a:lnTo>
                    <a:pt x="165772" y="121821"/>
                  </a:lnTo>
                  <a:lnTo>
                    <a:pt x="165294" y="123732"/>
                  </a:lnTo>
                  <a:lnTo>
                    <a:pt x="166727" y="125165"/>
                  </a:lnTo>
                  <a:lnTo>
                    <a:pt x="169594" y="126598"/>
                  </a:lnTo>
                  <a:lnTo>
                    <a:pt x="171027" y="127076"/>
                  </a:lnTo>
                  <a:lnTo>
                    <a:pt x="176282" y="127554"/>
                  </a:lnTo>
                  <a:lnTo>
                    <a:pt x="178670" y="127554"/>
                  </a:lnTo>
                  <a:lnTo>
                    <a:pt x="180581" y="128031"/>
                  </a:lnTo>
                  <a:lnTo>
                    <a:pt x="181537" y="128509"/>
                  </a:lnTo>
                  <a:lnTo>
                    <a:pt x="181059" y="129465"/>
                  </a:lnTo>
                  <a:lnTo>
                    <a:pt x="179626" y="129942"/>
                  </a:lnTo>
                  <a:lnTo>
                    <a:pt x="178670" y="130420"/>
                  </a:lnTo>
                  <a:lnTo>
                    <a:pt x="176760" y="130898"/>
                  </a:lnTo>
                  <a:lnTo>
                    <a:pt x="176760" y="131854"/>
                  </a:lnTo>
                  <a:lnTo>
                    <a:pt x="177715" y="133287"/>
                  </a:lnTo>
                  <a:lnTo>
                    <a:pt x="178670" y="134720"/>
                  </a:lnTo>
                  <a:lnTo>
                    <a:pt x="179626" y="135197"/>
                  </a:lnTo>
                  <a:lnTo>
                    <a:pt x="180581" y="135675"/>
                  </a:lnTo>
                  <a:lnTo>
                    <a:pt x="182970" y="136153"/>
                  </a:lnTo>
                  <a:lnTo>
                    <a:pt x="185359" y="136631"/>
                  </a:lnTo>
                  <a:lnTo>
                    <a:pt x="186792" y="137586"/>
                  </a:lnTo>
                  <a:lnTo>
                    <a:pt x="188225" y="138064"/>
                  </a:lnTo>
                  <a:lnTo>
                    <a:pt x="192047" y="138064"/>
                  </a:lnTo>
                  <a:lnTo>
                    <a:pt x="194436" y="139019"/>
                  </a:lnTo>
                  <a:lnTo>
                    <a:pt x="198258" y="13901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99E3E24C-7F51-03C9-E05D-9109B263398C}"/>
                </a:ext>
              </a:extLst>
            </p:cNvPr>
            <p:cNvSpPr/>
            <p:nvPr/>
          </p:nvSpPr>
          <p:spPr>
            <a:xfrm>
              <a:off x="8782272" y="2586069"/>
              <a:ext cx="92679" cy="57805"/>
            </a:xfrm>
            <a:custGeom>
              <a:avLst/>
              <a:gdLst>
                <a:gd name="csX0" fmla="*/ 92679 w 92679"/>
                <a:gd name="csY0" fmla="*/ 30575 h 57805"/>
                <a:gd name="csX1" fmla="*/ 88858 w 92679"/>
                <a:gd name="csY1" fmla="*/ 45862 h 57805"/>
                <a:gd name="csX2" fmla="*/ 87424 w 92679"/>
                <a:gd name="csY2" fmla="*/ 47773 h 57805"/>
                <a:gd name="csX3" fmla="*/ 82647 w 92679"/>
                <a:gd name="csY3" fmla="*/ 51117 h 57805"/>
                <a:gd name="csX4" fmla="*/ 73092 w 92679"/>
                <a:gd name="csY4" fmla="*/ 55894 h 57805"/>
                <a:gd name="csX5" fmla="*/ 68315 w 92679"/>
                <a:gd name="csY5" fmla="*/ 57805 h 57805"/>
                <a:gd name="csX6" fmla="*/ 57328 w 92679"/>
                <a:gd name="csY6" fmla="*/ 57805 h 57805"/>
                <a:gd name="csX7" fmla="*/ 42517 w 92679"/>
                <a:gd name="csY7" fmla="*/ 55894 h 57805"/>
                <a:gd name="csX8" fmla="*/ 38218 w 92679"/>
                <a:gd name="csY8" fmla="*/ 53983 h 57805"/>
                <a:gd name="csX9" fmla="*/ 35830 w 92679"/>
                <a:gd name="csY9" fmla="*/ 52072 h 57805"/>
                <a:gd name="csX10" fmla="*/ 31530 w 92679"/>
                <a:gd name="csY10" fmla="*/ 46817 h 57805"/>
                <a:gd name="csX11" fmla="*/ 29141 w 92679"/>
                <a:gd name="csY11" fmla="*/ 44907 h 57805"/>
                <a:gd name="csX12" fmla="*/ 21498 w 92679"/>
                <a:gd name="csY12" fmla="*/ 42996 h 57805"/>
                <a:gd name="csX13" fmla="*/ 19587 w 92679"/>
                <a:gd name="csY13" fmla="*/ 42040 h 57805"/>
                <a:gd name="csX14" fmla="*/ 15287 w 92679"/>
                <a:gd name="csY14" fmla="*/ 37263 h 57805"/>
                <a:gd name="csX15" fmla="*/ 10510 w 92679"/>
                <a:gd name="csY15" fmla="*/ 33919 h 57805"/>
                <a:gd name="csX16" fmla="*/ 0 w 92679"/>
                <a:gd name="csY16" fmla="*/ 27708 h 57805"/>
                <a:gd name="csX17" fmla="*/ 478 w 92679"/>
                <a:gd name="csY17" fmla="*/ 21020 h 57805"/>
                <a:gd name="csX18" fmla="*/ 1910 w 92679"/>
                <a:gd name="csY18" fmla="*/ 13854 h 57805"/>
                <a:gd name="csX19" fmla="*/ 3821 w 92679"/>
                <a:gd name="csY19" fmla="*/ 7644 h 57805"/>
                <a:gd name="csX20" fmla="*/ 5733 w 92679"/>
                <a:gd name="csY20" fmla="*/ 1911 h 57805"/>
                <a:gd name="csX21" fmla="*/ 7644 w 92679"/>
                <a:gd name="csY21" fmla="*/ 0 h 57805"/>
                <a:gd name="csX22" fmla="*/ 11465 w 92679"/>
                <a:gd name="csY22" fmla="*/ 5255 h 57805"/>
                <a:gd name="csX23" fmla="*/ 11465 w 92679"/>
                <a:gd name="csY23" fmla="*/ 11465 h 57805"/>
                <a:gd name="csX24" fmla="*/ 12421 w 92679"/>
                <a:gd name="csY24" fmla="*/ 15287 h 57805"/>
                <a:gd name="csX25" fmla="*/ 17676 w 92679"/>
                <a:gd name="csY25" fmla="*/ 15765 h 57805"/>
                <a:gd name="csX26" fmla="*/ 25319 w 92679"/>
                <a:gd name="csY26" fmla="*/ 10510 h 57805"/>
                <a:gd name="csX27" fmla="*/ 26275 w 92679"/>
                <a:gd name="csY27" fmla="*/ 10510 h 57805"/>
                <a:gd name="csX28" fmla="*/ 44906 w 92679"/>
                <a:gd name="csY28" fmla="*/ 12421 h 57805"/>
                <a:gd name="csX29" fmla="*/ 46340 w 92679"/>
                <a:gd name="csY29" fmla="*/ 14332 h 57805"/>
                <a:gd name="csX30" fmla="*/ 46817 w 92679"/>
                <a:gd name="csY30" fmla="*/ 18154 h 57805"/>
                <a:gd name="csX31" fmla="*/ 46340 w 92679"/>
                <a:gd name="csY31" fmla="*/ 20065 h 57805"/>
                <a:gd name="csX32" fmla="*/ 45862 w 92679"/>
                <a:gd name="csY32" fmla="*/ 22453 h 57805"/>
                <a:gd name="csX33" fmla="*/ 48251 w 92679"/>
                <a:gd name="csY33" fmla="*/ 25320 h 57805"/>
                <a:gd name="csX34" fmla="*/ 53983 w 92679"/>
                <a:gd name="csY34" fmla="*/ 25797 h 57805"/>
                <a:gd name="csX35" fmla="*/ 57805 w 92679"/>
                <a:gd name="csY35" fmla="*/ 23409 h 57805"/>
                <a:gd name="csX36" fmla="*/ 69271 w 92679"/>
                <a:gd name="csY36" fmla="*/ 24364 h 57805"/>
                <a:gd name="csX37" fmla="*/ 78347 w 92679"/>
                <a:gd name="csY37" fmla="*/ 26275 h 57805"/>
                <a:gd name="csX38" fmla="*/ 81692 w 92679"/>
                <a:gd name="csY38" fmla="*/ 30097 h 57805"/>
                <a:gd name="csX39" fmla="*/ 84558 w 92679"/>
                <a:gd name="csY39" fmla="*/ 32486 h 57805"/>
                <a:gd name="csX40" fmla="*/ 86469 w 92679"/>
                <a:gd name="csY40" fmla="*/ 34874 h 57805"/>
                <a:gd name="csX41" fmla="*/ 88380 w 92679"/>
                <a:gd name="csY41" fmla="*/ 33441 h 57805"/>
                <a:gd name="csX42" fmla="*/ 89813 w 92679"/>
                <a:gd name="csY42" fmla="*/ 31052 h 57805"/>
                <a:gd name="csX43" fmla="*/ 91246 w 92679"/>
                <a:gd name="csY43" fmla="*/ 30575 h 57805"/>
                <a:gd name="csX44" fmla="*/ 92679 w 92679"/>
                <a:gd name="csY44" fmla="*/ 30575 h 57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92679" h="57805">
                  <a:moveTo>
                    <a:pt x="92679" y="30575"/>
                  </a:moveTo>
                  <a:lnTo>
                    <a:pt x="88858" y="45862"/>
                  </a:lnTo>
                  <a:lnTo>
                    <a:pt x="87424" y="47773"/>
                  </a:lnTo>
                  <a:lnTo>
                    <a:pt x="82647" y="51117"/>
                  </a:lnTo>
                  <a:lnTo>
                    <a:pt x="73092" y="55894"/>
                  </a:lnTo>
                  <a:lnTo>
                    <a:pt x="68315" y="57805"/>
                  </a:lnTo>
                  <a:lnTo>
                    <a:pt x="57328" y="57805"/>
                  </a:lnTo>
                  <a:lnTo>
                    <a:pt x="42517" y="55894"/>
                  </a:lnTo>
                  <a:lnTo>
                    <a:pt x="38218" y="53983"/>
                  </a:lnTo>
                  <a:lnTo>
                    <a:pt x="35830" y="52072"/>
                  </a:lnTo>
                  <a:lnTo>
                    <a:pt x="31530" y="46817"/>
                  </a:lnTo>
                  <a:lnTo>
                    <a:pt x="29141" y="44907"/>
                  </a:lnTo>
                  <a:lnTo>
                    <a:pt x="21498" y="42996"/>
                  </a:lnTo>
                  <a:lnTo>
                    <a:pt x="19587" y="42040"/>
                  </a:lnTo>
                  <a:lnTo>
                    <a:pt x="15287" y="37263"/>
                  </a:lnTo>
                  <a:lnTo>
                    <a:pt x="10510" y="33919"/>
                  </a:lnTo>
                  <a:lnTo>
                    <a:pt x="0" y="27708"/>
                  </a:lnTo>
                  <a:lnTo>
                    <a:pt x="478" y="21020"/>
                  </a:lnTo>
                  <a:lnTo>
                    <a:pt x="1910" y="13854"/>
                  </a:lnTo>
                  <a:lnTo>
                    <a:pt x="3821" y="7644"/>
                  </a:lnTo>
                  <a:lnTo>
                    <a:pt x="5733" y="1911"/>
                  </a:lnTo>
                  <a:lnTo>
                    <a:pt x="7644" y="0"/>
                  </a:lnTo>
                  <a:lnTo>
                    <a:pt x="11465" y="5255"/>
                  </a:lnTo>
                  <a:lnTo>
                    <a:pt x="11465" y="11465"/>
                  </a:lnTo>
                  <a:lnTo>
                    <a:pt x="12421" y="15287"/>
                  </a:lnTo>
                  <a:lnTo>
                    <a:pt x="17676" y="15765"/>
                  </a:lnTo>
                  <a:lnTo>
                    <a:pt x="25319" y="10510"/>
                  </a:lnTo>
                  <a:lnTo>
                    <a:pt x="26275" y="10510"/>
                  </a:lnTo>
                  <a:lnTo>
                    <a:pt x="44906" y="12421"/>
                  </a:lnTo>
                  <a:lnTo>
                    <a:pt x="46340" y="14332"/>
                  </a:lnTo>
                  <a:lnTo>
                    <a:pt x="46817" y="18154"/>
                  </a:lnTo>
                  <a:lnTo>
                    <a:pt x="46340" y="20065"/>
                  </a:lnTo>
                  <a:lnTo>
                    <a:pt x="45862" y="22453"/>
                  </a:lnTo>
                  <a:lnTo>
                    <a:pt x="48251" y="25320"/>
                  </a:lnTo>
                  <a:lnTo>
                    <a:pt x="53983" y="25797"/>
                  </a:lnTo>
                  <a:lnTo>
                    <a:pt x="57805" y="23409"/>
                  </a:lnTo>
                  <a:lnTo>
                    <a:pt x="69271" y="24364"/>
                  </a:lnTo>
                  <a:lnTo>
                    <a:pt x="78347" y="26275"/>
                  </a:lnTo>
                  <a:lnTo>
                    <a:pt x="81692" y="30097"/>
                  </a:lnTo>
                  <a:lnTo>
                    <a:pt x="84558" y="32486"/>
                  </a:lnTo>
                  <a:lnTo>
                    <a:pt x="86469" y="34874"/>
                  </a:lnTo>
                  <a:lnTo>
                    <a:pt x="88380" y="33441"/>
                  </a:lnTo>
                  <a:lnTo>
                    <a:pt x="89813" y="31052"/>
                  </a:lnTo>
                  <a:lnTo>
                    <a:pt x="91246" y="30575"/>
                  </a:lnTo>
                  <a:lnTo>
                    <a:pt x="92679" y="3057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0ACF64E8-F5F7-36A9-9DD2-CA5C16B21513}"/>
                </a:ext>
              </a:extLst>
            </p:cNvPr>
            <p:cNvSpPr/>
            <p:nvPr/>
          </p:nvSpPr>
          <p:spPr>
            <a:xfrm>
              <a:off x="8867785" y="3398209"/>
              <a:ext cx="5255" cy="5254"/>
            </a:xfrm>
            <a:custGeom>
              <a:avLst/>
              <a:gdLst>
                <a:gd name="csX0" fmla="*/ 4777 w 5255"/>
                <a:gd name="csY0" fmla="*/ 955 h 5254"/>
                <a:gd name="csX1" fmla="*/ 5255 w 5255"/>
                <a:gd name="csY1" fmla="*/ 1911 h 5254"/>
                <a:gd name="csX2" fmla="*/ 2389 w 5255"/>
                <a:gd name="csY2" fmla="*/ 4777 h 5254"/>
                <a:gd name="csX3" fmla="*/ 956 w 5255"/>
                <a:gd name="csY3" fmla="*/ 5255 h 5254"/>
                <a:gd name="csX4" fmla="*/ 0 w 5255"/>
                <a:gd name="csY4" fmla="*/ 4300 h 5254"/>
                <a:gd name="csX5" fmla="*/ 0 w 5255"/>
                <a:gd name="csY5" fmla="*/ 3822 h 5254"/>
                <a:gd name="csX6" fmla="*/ 2389 w 5255"/>
                <a:gd name="csY6" fmla="*/ 1911 h 5254"/>
                <a:gd name="csX7" fmla="*/ 3822 w 5255"/>
                <a:gd name="csY7" fmla="*/ 0 h 5254"/>
                <a:gd name="csX8" fmla="*/ 4777 w 5255"/>
                <a:gd name="csY8" fmla="*/ 9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5" h="5254">
                  <a:moveTo>
                    <a:pt x="4777" y="955"/>
                  </a:moveTo>
                  <a:lnTo>
                    <a:pt x="5255" y="1911"/>
                  </a:lnTo>
                  <a:lnTo>
                    <a:pt x="2389" y="4777"/>
                  </a:lnTo>
                  <a:lnTo>
                    <a:pt x="956" y="5255"/>
                  </a:lnTo>
                  <a:lnTo>
                    <a:pt x="0" y="4300"/>
                  </a:lnTo>
                  <a:lnTo>
                    <a:pt x="0" y="3822"/>
                  </a:lnTo>
                  <a:lnTo>
                    <a:pt x="2389" y="1911"/>
                  </a:lnTo>
                  <a:lnTo>
                    <a:pt x="3822" y="0"/>
                  </a:lnTo>
                  <a:lnTo>
                    <a:pt x="4777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D41F882B-5013-6B4C-4E6B-4FF3481494CC}"/>
                </a:ext>
              </a:extLst>
            </p:cNvPr>
            <p:cNvSpPr/>
            <p:nvPr/>
          </p:nvSpPr>
          <p:spPr>
            <a:xfrm>
              <a:off x="8847243" y="3789469"/>
              <a:ext cx="21975" cy="16242"/>
            </a:xfrm>
            <a:custGeom>
              <a:avLst/>
              <a:gdLst>
                <a:gd name="csX0" fmla="*/ 21975 w 21975"/>
                <a:gd name="csY0" fmla="*/ 0 h 16242"/>
                <a:gd name="csX1" fmla="*/ 15765 w 21975"/>
                <a:gd name="csY1" fmla="*/ 5255 h 16242"/>
                <a:gd name="csX2" fmla="*/ 15287 w 21975"/>
                <a:gd name="csY2" fmla="*/ 7166 h 16242"/>
                <a:gd name="csX3" fmla="*/ 12421 w 21975"/>
                <a:gd name="csY3" fmla="*/ 9555 h 16242"/>
                <a:gd name="csX4" fmla="*/ 10510 w 21975"/>
                <a:gd name="csY4" fmla="*/ 10032 h 16242"/>
                <a:gd name="csX5" fmla="*/ 9077 w 21975"/>
                <a:gd name="csY5" fmla="*/ 10988 h 16242"/>
                <a:gd name="csX6" fmla="*/ 4777 w 21975"/>
                <a:gd name="csY6" fmla="*/ 14810 h 16242"/>
                <a:gd name="csX7" fmla="*/ 1911 w 21975"/>
                <a:gd name="csY7" fmla="*/ 16243 h 16242"/>
                <a:gd name="csX8" fmla="*/ 0 w 21975"/>
                <a:gd name="csY8" fmla="*/ 16243 h 16242"/>
                <a:gd name="csX9" fmla="*/ 4777 w 21975"/>
                <a:gd name="csY9" fmla="*/ 9555 h 16242"/>
                <a:gd name="csX10" fmla="*/ 7166 w 21975"/>
                <a:gd name="csY10" fmla="*/ 8599 h 16242"/>
                <a:gd name="csX11" fmla="*/ 10510 w 21975"/>
                <a:gd name="csY11" fmla="*/ 4777 h 16242"/>
                <a:gd name="csX12" fmla="*/ 17198 w 21975"/>
                <a:gd name="csY12" fmla="*/ 0 h 16242"/>
                <a:gd name="csX13" fmla="*/ 18153 w 21975"/>
                <a:gd name="csY13" fmla="*/ 0 h 16242"/>
                <a:gd name="csX14" fmla="*/ 21975 w 21975"/>
                <a:gd name="csY14" fmla="*/ 0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1975" h="16242">
                  <a:moveTo>
                    <a:pt x="21975" y="0"/>
                  </a:moveTo>
                  <a:lnTo>
                    <a:pt x="15765" y="5255"/>
                  </a:lnTo>
                  <a:lnTo>
                    <a:pt x="15287" y="7166"/>
                  </a:lnTo>
                  <a:lnTo>
                    <a:pt x="12421" y="9555"/>
                  </a:lnTo>
                  <a:lnTo>
                    <a:pt x="10510" y="10032"/>
                  </a:lnTo>
                  <a:lnTo>
                    <a:pt x="9077" y="10988"/>
                  </a:lnTo>
                  <a:lnTo>
                    <a:pt x="4777" y="14810"/>
                  </a:lnTo>
                  <a:lnTo>
                    <a:pt x="1911" y="16243"/>
                  </a:lnTo>
                  <a:lnTo>
                    <a:pt x="0" y="16243"/>
                  </a:lnTo>
                  <a:lnTo>
                    <a:pt x="4777" y="9555"/>
                  </a:lnTo>
                  <a:lnTo>
                    <a:pt x="7166" y="8599"/>
                  </a:lnTo>
                  <a:lnTo>
                    <a:pt x="10510" y="4777"/>
                  </a:lnTo>
                  <a:lnTo>
                    <a:pt x="17198" y="0"/>
                  </a:lnTo>
                  <a:lnTo>
                    <a:pt x="18153" y="0"/>
                  </a:lnTo>
                  <a:lnTo>
                    <a:pt x="2197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85CEA5FD-70E9-C642-3087-13222220F418}"/>
                </a:ext>
              </a:extLst>
            </p:cNvPr>
            <p:cNvSpPr/>
            <p:nvPr/>
          </p:nvSpPr>
          <p:spPr>
            <a:xfrm>
              <a:off x="8867785" y="5146699"/>
              <a:ext cx="1433" cy="1910"/>
            </a:xfrm>
            <a:custGeom>
              <a:avLst/>
              <a:gdLst>
                <a:gd name="csX0" fmla="*/ 956 w 1433"/>
                <a:gd name="csY0" fmla="*/ 0 h 1910"/>
                <a:gd name="csX1" fmla="*/ 1433 w 1433"/>
                <a:gd name="csY1" fmla="*/ 1911 h 1910"/>
                <a:gd name="csX2" fmla="*/ 956 w 1433"/>
                <a:gd name="csY2" fmla="*/ 1911 h 1910"/>
                <a:gd name="csX3" fmla="*/ 478 w 1433"/>
                <a:gd name="csY3" fmla="*/ 1911 h 1910"/>
                <a:gd name="csX4" fmla="*/ 0 w 1433"/>
                <a:gd name="csY4" fmla="*/ 1911 h 1910"/>
                <a:gd name="csX5" fmla="*/ 478 w 1433"/>
                <a:gd name="csY5" fmla="*/ 956 h 1910"/>
                <a:gd name="csX6" fmla="*/ 478 w 1433"/>
                <a:gd name="csY6" fmla="*/ 0 h 1910"/>
                <a:gd name="csX7" fmla="*/ 956 w 1433"/>
                <a:gd name="csY7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1910">
                  <a:moveTo>
                    <a:pt x="956" y="0"/>
                  </a:moveTo>
                  <a:lnTo>
                    <a:pt x="1433" y="1911"/>
                  </a:lnTo>
                  <a:lnTo>
                    <a:pt x="956" y="1911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9C4733E3-91C2-A3A4-51F7-6AEA634542F3}"/>
                </a:ext>
              </a:extLst>
            </p:cNvPr>
            <p:cNvSpPr/>
            <p:nvPr/>
          </p:nvSpPr>
          <p:spPr>
            <a:xfrm>
              <a:off x="8857753" y="4777892"/>
              <a:ext cx="9554" cy="5254"/>
            </a:xfrm>
            <a:custGeom>
              <a:avLst/>
              <a:gdLst>
                <a:gd name="csX0" fmla="*/ 9555 w 9554"/>
                <a:gd name="csY0" fmla="*/ 1911 h 5254"/>
                <a:gd name="csX1" fmla="*/ 9555 w 9554"/>
                <a:gd name="csY1" fmla="*/ 2866 h 5254"/>
                <a:gd name="csX2" fmla="*/ 9555 w 9554"/>
                <a:gd name="csY2" fmla="*/ 4300 h 5254"/>
                <a:gd name="csX3" fmla="*/ 9555 w 9554"/>
                <a:gd name="csY3" fmla="*/ 4777 h 5254"/>
                <a:gd name="csX4" fmla="*/ 5255 w 9554"/>
                <a:gd name="csY4" fmla="*/ 5255 h 5254"/>
                <a:gd name="csX5" fmla="*/ 3822 w 9554"/>
                <a:gd name="csY5" fmla="*/ 4777 h 5254"/>
                <a:gd name="csX6" fmla="*/ 2866 w 9554"/>
                <a:gd name="csY6" fmla="*/ 3822 h 5254"/>
                <a:gd name="csX7" fmla="*/ 1433 w 9554"/>
                <a:gd name="csY7" fmla="*/ 1911 h 5254"/>
                <a:gd name="csX8" fmla="*/ 478 w 9554"/>
                <a:gd name="csY8" fmla="*/ 1911 h 5254"/>
                <a:gd name="csX9" fmla="*/ 0 w 9554"/>
                <a:gd name="csY9" fmla="*/ 1433 h 5254"/>
                <a:gd name="csX10" fmla="*/ 2866 w 9554"/>
                <a:gd name="csY10" fmla="*/ 0 h 5254"/>
                <a:gd name="csX11" fmla="*/ 5255 w 9554"/>
                <a:gd name="csY11" fmla="*/ 0 h 5254"/>
                <a:gd name="csX12" fmla="*/ 9077 w 9554"/>
                <a:gd name="csY12" fmla="*/ 1433 h 5254"/>
                <a:gd name="csX13" fmla="*/ 9555 w 9554"/>
                <a:gd name="csY13" fmla="*/ 1911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554" h="5254">
                  <a:moveTo>
                    <a:pt x="9555" y="1911"/>
                  </a:moveTo>
                  <a:lnTo>
                    <a:pt x="9555" y="2866"/>
                  </a:lnTo>
                  <a:lnTo>
                    <a:pt x="9555" y="4300"/>
                  </a:lnTo>
                  <a:lnTo>
                    <a:pt x="9555" y="4777"/>
                  </a:lnTo>
                  <a:lnTo>
                    <a:pt x="5255" y="5255"/>
                  </a:lnTo>
                  <a:lnTo>
                    <a:pt x="3822" y="4777"/>
                  </a:lnTo>
                  <a:lnTo>
                    <a:pt x="2866" y="3822"/>
                  </a:lnTo>
                  <a:lnTo>
                    <a:pt x="1433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2866" y="0"/>
                  </a:lnTo>
                  <a:lnTo>
                    <a:pt x="5255" y="0"/>
                  </a:lnTo>
                  <a:lnTo>
                    <a:pt x="9077" y="1433"/>
                  </a:lnTo>
                  <a:lnTo>
                    <a:pt x="95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" name="Freeform 315">
              <a:extLst>
                <a:ext uri="{FF2B5EF4-FFF2-40B4-BE49-F238E27FC236}">
                  <a16:creationId xmlns:a16="http://schemas.microsoft.com/office/drawing/2014/main" id="{45442824-D604-805B-EFAB-867CC6718BF9}"/>
                </a:ext>
              </a:extLst>
            </p:cNvPr>
            <p:cNvSpPr/>
            <p:nvPr/>
          </p:nvSpPr>
          <p:spPr>
            <a:xfrm>
              <a:off x="8860619" y="4901624"/>
              <a:ext cx="5255" cy="5732"/>
            </a:xfrm>
            <a:custGeom>
              <a:avLst/>
              <a:gdLst>
                <a:gd name="csX0" fmla="*/ 4777 w 5255"/>
                <a:gd name="csY0" fmla="*/ 2866 h 5732"/>
                <a:gd name="csX1" fmla="*/ 5255 w 5255"/>
                <a:gd name="csY1" fmla="*/ 3344 h 5732"/>
                <a:gd name="csX2" fmla="*/ 4777 w 5255"/>
                <a:gd name="csY2" fmla="*/ 5255 h 5732"/>
                <a:gd name="csX3" fmla="*/ 4300 w 5255"/>
                <a:gd name="csY3" fmla="*/ 5733 h 5732"/>
                <a:gd name="csX4" fmla="*/ 3344 w 5255"/>
                <a:gd name="csY4" fmla="*/ 5255 h 5732"/>
                <a:gd name="csX5" fmla="*/ 0 w 5255"/>
                <a:gd name="csY5" fmla="*/ 2866 h 5732"/>
                <a:gd name="csX6" fmla="*/ 478 w 5255"/>
                <a:gd name="csY6" fmla="*/ 955 h 5732"/>
                <a:gd name="csX7" fmla="*/ 1911 w 5255"/>
                <a:gd name="csY7" fmla="*/ 0 h 5732"/>
                <a:gd name="csX8" fmla="*/ 4300 w 5255"/>
                <a:gd name="csY8" fmla="*/ 955 h 5732"/>
                <a:gd name="csX9" fmla="*/ 4777 w 5255"/>
                <a:gd name="csY9" fmla="*/ 2866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255" h="5732">
                  <a:moveTo>
                    <a:pt x="4777" y="2866"/>
                  </a:moveTo>
                  <a:lnTo>
                    <a:pt x="5255" y="3344"/>
                  </a:lnTo>
                  <a:lnTo>
                    <a:pt x="4777" y="5255"/>
                  </a:lnTo>
                  <a:lnTo>
                    <a:pt x="4300" y="5733"/>
                  </a:lnTo>
                  <a:lnTo>
                    <a:pt x="3344" y="5255"/>
                  </a:lnTo>
                  <a:lnTo>
                    <a:pt x="0" y="2866"/>
                  </a:lnTo>
                  <a:lnTo>
                    <a:pt x="478" y="955"/>
                  </a:lnTo>
                  <a:lnTo>
                    <a:pt x="1911" y="0"/>
                  </a:lnTo>
                  <a:lnTo>
                    <a:pt x="4300" y="955"/>
                  </a:lnTo>
                  <a:lnTo>
                    <a:pt x="4777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0F046DCF-E5C7-D155-A87A-06109218D35D}"/>
                </a:ext>
              </a:extLst>
            </p:cNvPr>
            <p:cNvSpPr/>
            <p:nvPr/>
          </p:nvSpPr>
          <p:spPr>
            <a:xfrm>
              <a:off x="8855842" y="5143355"/>
              <a:ext cx="955" cy="3344"/>
            </a:xfrm>
            <a:custGeom>
              <a:avLst/>
              <a:gdLst>
                <a:gd name="csX0" fmla="*/ 956 w 955"/>
                <a:gd name="csY0" fmla="*/ 1911 h 3344"/>
                <a:gd name="csX1" fmla="*/ 956 w 955"/>
                <a:gd name="csY1" fmla="*/ 2866 h 3344"/>
                <a:gd name="csX2" fmla="*/ 478 w 955"/>
                <a:gd name="csY2" fmla="*/ 3344 h 3344"/>
                <a:gd name="csX3" fmla="*/ 0 w 955"/>
                <a:gd name="csY3" fmla="*/ 1911 h 3344"/>
                <a:gd name="csX4" fmla="*/ 0 w 955"/>
                <a:gd name="csY4" fmla="*/ 478 h 3344"/>
                <a:gd name="csX5" fmla="*/ 956 w 955"/>
                <a:gd name="csY5" fmla="*/ 0 h 3344"/>
                <a:gd name="csX6" fmla="*/ 956 w 955"/>
                <a:gd name="csY6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3344">
                  <a:moveTo>
                    <a:pt x="956" y="1911"/>
                  </a:moveTo>
                  <a:lnTo>
                    <a:pt x="956" y="2866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293F9125-249E-AEA7-BE65-B52EF337897E}"/>
                </a:ext>
              </a:extLst>
            </p:cNvPr>
            <p:cNvSpPr/>
            <p:nvPr/>
          </p:nvSpPr>
          <p:spPr>
            <a:xfrm>
              <a:off x="8849632" y="4759260"/>
              <a:ext cx="4299" cy="3822"/>
            </a:xfrm>
            <a:custGeom>
              <a:avLst/>
              <a:gdLst>
                <a:gd name="csX0" fmla="*/ 3344 w 4299"/>
                <a:gd name="csY0" fmla="*/ 956 h 3822"/>
                <a:gd name="csX1" fmla="*/ 4300 w 4299"/>
                <a:gd name="csY1" fmla="*/ 3344 h 3822"/>
                <a:gd name="csX2" fmla="*/ 4300 w 4299"/>
                <a:gd name="csY2" fmla="*/ 3822 h 3822"/>
                <a:gd name="csX3" fmla="*/ 2866 w 4299"/>
                <a:gd name="csY3" fmla="*/ 3822 h 3822"/>
                <a:gd name="csX4" fmla="*/ 2389 w 4299"/>
                <a:gd name="csY4" fmla="*/ 3822 h 3822"/>
                <a:gd name="csX5" fmla="*/ 0 w 4299"/>
                <a:gd name="csY5" fmla="*/ 1911 h 3822"/>
                <a:gd name="csX6" fmla="*/ 0 w 4299"/>
                <a:gd name="csY6" fmla="*/ 956 h 3822"/>
                <a:gd name="csX7" fmla="*/ 478 w 4299"/>
                <a:gd name="csY7" fmla="*/ 0 h 3822"/>
                <a:gd name="csX8" fmla="*/ 1433 w 4299"/>
                <a:gd name="csY8" fmla="*/ 0 h 3822"/>
                <a:gd name="csX9" fmla="*/ 3344 w 4299"/>
                <a:gd name="csY9" fmla="*/ 956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3822">
                  <a:moveTo>
                    <a:pt x="3344" y="956"/>
                  </a:moveTo>
                  <a:lnTo>
                    <a:pt x="4300" y="3344"/>
                  </a:lnTo>
                  <a:lnTo>
                    <a:pt x="4300" y="3822"/>
                  </a:lnTo>
                  <a:lnTo>
                    <a:pt x="2866" y="3822"/>
                  </a:lnTo>
                  <a:lnTo>
                    <a:pt x="2389" y="3822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33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74734F66-80AB-F985-8C79-B36B5000B0BF}"/>
                </a:ext>
              </a:extLst>
            </p:cNvPr>
            <p:cNvSpPr/>
            <p:nvPr/>
          </p:nvSpPr>
          <p:spPr>
            <a:xfrm>
              <a:off x="8826700" y="2494823"/>
              <a:ext cx="20064" cy="10510"/>
            </a:xfrm>
            <a:custGeom>
              <a:avLst/>
              <a:gdLst>
                <a:gd name="csX0" fmla="*/ 20065 w 20064"/>
                <a:gd name="csY0" fmla="*/ 0 h 10510"/>
                <a:gd name="csX1" fmla="*/ 17198 w 20064"/>
                <a:gd name="csY1" fmla="*/ 2866 h 10510"/>
                <a:gd name="csX2" fmla="*/ 15765 w 20064"/>
                <a:gd name="csY2" fmla="*/ 8121 h 10510"/>
                <a:gd name="csX3" fmla="*/ 14809 w 20064"/>
                <a:gd name="csY3" fmla="*/ 9555 h 10510"/>
                <a:gd name="csX4" fmla="*/ 0 w 20064"/>
                <a:gd name="csY4" fmla="*/ 10510 h 10510"/>
                <a:gd name="csX5" fmla="*/ 956 w 20064"/>
                <a:gd name="csY5" fmla="*/ 8121 h 10510"/>
                <a:gd name="csX6" fmla="*/ 6211 w 20064"/>
                <a:gd name="csY6" fmla="*/ 2866 h 10510"/>
                <a:gd name="csX7" fmla="*/ 20065 w 20064"/>
                <a:gd name="csY7" fmla="*/ 0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064" h="10510">
                  <a:moveTo>
                    <a:pt x="20065" y="0"/>
                  </a:moveTo>
                  <a:lnTo>
                    <a:pt x="17198" y="2866"/>
                  </a:lnTo>
                  <a:lnTo>
                    <a:pt x="15765" y="8121"/>
                  </a:lnTo>
                  <a:lnTo>
                    <a:pt x="14809" y="9555"/>
                  </a:lnTo>
                  <a:lnTo>
                    <a:pt x="0" y="10510"/>
                  </a:lnTo>
                  <a:lnTo>
                    <a:pt x="956" y="8121"/>
                  </a:lnTo>
                  <a:lnTo>
                    <a:pt x="6211" y="2866"/>
                  </a:lnTo>
                  <a:lnTo>
                    <a:pt x="2006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80240816-13F2-5895-1512-66DE7285E512}"/>
                </a:ext>
              </a:extLst>
            </p:cNvPr>
            <p:cNvSpPr/>
            <p:nvPr/>
          </p:nvSpPr>
          <p:spPr>
            <a:xfrm>
              <a:off x="8837211" y="5106569"/>
              <a:ext cx="2388" cy="2866"/>
            </a:xfrm>
            <a:custGeom>
              <a:avLst/>
              <a:gdLst>
                <a:gd name="csX0" fmla="*/ 2389 w 2388"/>
                <a:gd name="csY0" fmla="*/ 2389 h 2866"/>
                <a:gd name="csX1" fmla="*/ 2389 w 2388"/>
                <a:gd name="csY1" fmla="*/ 2867 h 2866"/>
                <a:gd name="csX2" fmla="*/ 1910 w 2388"/>
                <a:gd name="csY2" fmla="*/ 2867 h 2866"/>
                <a:gd name="csX3" fmla="*/ 955 w 2388"/>
                <a:gd name="csY3" fmla="*/ 2867 h 2866"/>
                <a:gd name="csX4" fmla="*/ 0 w 2388"/>
                <a:gd name="csY4" fmla="*/ 2389 h 2866"/>
                <a:gd name="csX5" fmla="*/ 955 w 2388"/>
                <a:gd name="csY5" fmla="*/ 0 h 2866"/>
                <a:gd name="csX6" fmla="*/ 1433 w 2388"/>
                <a:gd name="csY6" fmla="*/ 1433 h 2866"/>
                <a:gd name="csX7" fmla="*/ 2389 w 2388"/>
                <a:gd name="csY7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866">
                  <a:moveTo>
                    <a:pt x="2389" y="2389"/>
                  </a:moveTo>
                  <a:lnTo>
                    <a:pt x="2389" y="2867"/>
                  </a:lnTo>
                  <a:lnTo>
                    <a:pt x="1910" y="2867"/>
                  </a:lnTo>
                  <a:lnTo>
                    <a:pt x="955" y="2867"/>
                  </a:lnTo>
                  <a:lnTo>
                    <a:pt x="0" y="2389"/>
                  </a:lnTo>
                  <a:lnTo>
                    <a:pt x="955" y="0"/>
                  </a:lnTo>
                  <a:lnTo>
                    <a:pt x="1433" y="1433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B72A764F-B224-87EE-C72D-15AD196C9DF9}"/>
                </a:ext>
              </a:extLst>
            </p:cNvPr>
            <p:cNvSpPr/>
            <p:nvPr/>
          </p:nvSpPr>
          <p:spPr>
            <a:xfrm>
              <a:off x="8836255" y="5104659"/>
              <a:ext cx="1911" cy="1910"/>
            </a:xfrm>
            <a:custGeom>
              <a:avLst/>
              <a:gdLst>
                <a:gd name="csX0" fmla="*/ 1911 w 1911"/>
                <a:gd name="csY0" fmla="*/ 0 h 1910"/>
                <a:gd name="csX1" fmla="*/ 1433 w 1911"/>
                <a:gd name="csY1" fmla="*/ 1433 h 1910"/>
                <a:gd name="csX2" fmla="*/ 956 w 1911"/>
                <a:gd name="csY2" fmla="*/ 1911 h 1910"/>
                <a:gd name="csX3" fmla="*/ 478 w 1911"/>
                <a:gd name="csY3" fmla="*/ 1911 h 1910"/>
                <a:gd name="csX4" fmla="*/ 0 w 1911"/>
                <a:gd name="csY4" fmla="*/ 1911 h 1910"/>
                <a:gd name="csX5" fmla="*/ 478 w 1911"/>
                <a:gd name="csY5" fmla="*/ 955 h 1910"/>
                <a:gd name="csX6" fmla="*/ 956 w 1911"/>
                <a:gd name="csY6" fmla="*/ 478 h 1910"/>
                <a:gd name="csX7" fmla="*/ 1911 w 1911"/>
                <a:gd name="csY7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0">
                  <a:moveTo>
                    <a:pt x="1911" y="0"/>
                  </a:moveTo>
                  <a:lnTo>
                    <a:pt x="1433" y="1433"/>
                  </a:lnTo>
                  <a:lnTo>
                    <a:pt x="956" y="1911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956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84B9FCCA-35CF-9514-5CA2-66BC40798319}"/>
                </a:ext>
              </a:extLst>
            </p:cNvPr>
            <p:cNvSpPr/>
            <p:nvPr/>
          </p:nvSpPr>
          <p:spPr>
            <a:xfrm>
              <a:off x="8797081" y="3807145"/>
              <a:ext cx="38218" cy="28663"/>
            </a:xfrm>
            <a:custGeom>
              <a:avLst/>
              <a:gdLst>
                <a:gd name="csX0" fmla="*/ 37741 w 38218"/>
                <a:gd name="csY0" fmla="*/ 2867 h 28663"/>
                <a:gd name="csX1" fmla="*/ 38218 w 38218"/>
                <a:gd name="csY1" fmla="*/ 4300 h 28663"/>
                <a:gd name="csX2" fmla="*/ 37263 w 38218"/>
                <a:gd name="csY2" fmla="*/ 5255 h 28663"/>
                <a:gd name="csX3" fmla="*/ 33441 w 38218"/>
                <a:gd name="csY3" fmla="*/ 5733 h 28663"/>
                <a:gd name="csX4" fmla="*/ 30097 w 38218"/>
                <a:gd name="csY4" fmla="*/ 7166 h 28663"/>
                <a:gd name="csX5" fmla="*/ 26753 w 38218"/>
                <a:gd name="csY5" fmla="*/ 8121 h 28663"/>
                <a:gd name="csX6" fmla="*/ 21975 w 38218"/>
                <a:gd name="csY6" fmla="*/ 11943 h 28663"/>
                <a:gd name="csX7" fmla="*/ 20064 w 38218"/>
                <a:gd name="csY7" fmla="*/ 13854 h 28663"/>
                <a:gd name="csX8" fmla="*/ 17198 w 38218"/>
                <a:gd name="csY8" fmla="*/ 14810 h 28663"/>
                <a:gd name="csX9" fmla="*/ 14809 w 38218"/>
                <a:gd name="csY9" fmla="*/ 14332 h 28663"/>
                <a:gd name="csX10" fmla="*/ 14332 w 38218"/>
                <a:gd name="csY10" fmla="*/ 15287 h 28663"/>
                <a:gd name="csX11" fmla="*/ 13854 w 38218"/>
                <a:gd name="csY11" fmla="*/ 16721 h 28663"/>
                <a:gd name="csX12" fmla="*/ 12898 w 38218"/>
                <a:gd name="csY12" fmla="*/ 17676 h 28663"/>
                <a:gd name="csX13" fmla="*/ 8121 w 38218"/>
                <a:gd name="csY13" fmla="*/ 21976 h 28663"/>
                <a:gd name="csX14" fmla="*/ 5733 w 38218"/>
                <a:gd name="csY14" fmla="*/ 24842 h 28663"/>
                <a:gd name="csX15" fmla="*/ 3821 w 38218"/>
                <a:gd name="csY15" fmla="*/ 25798 h 28663"/>
                <a:gd name="csX16" fmla="*/ 0 w 38218"/>
                <a:gd name="csY16" fmla="*/ 28664 h 28663"/>
                <a:gd name="csX17" fmla="*/ 478 w 38218"/>
                <a:gd name="csY17" fmla="*/ 26275 h 28663"/>
                <a:gd name="csX18" fmla="*/ 1433 w 38218"/>
                <a:gd name="csY18" fmla="*/ 24842 h 28663"/>
                <a:gd name="csX19" fmla="*/ 4777 w 38218"/>
                <a:gd name="csY19" fmla="*/ 22453 h 28663"/>
                <a:gd name="csX20" fmla="*/ 4777 w 38218"/>
                <a:gd name="csY20" fmla="*/ 19587 h 28663"/>
                <a:gd name="csX21" fmla="*/ 6688 w 38218"/>
                <a:gd name="csY21" fmla="*/ 17198 h 28663"/>
                <a:gd name="csX22" fmla="*/ 10510 w 38218"/>
                <a:gd name="csY22" fmla="*/ 15287 h 28663"/>
                <a:gd name="csX23" fmla="*/ 12898 w 38218"/>
                <a:gd name="csY23" fmla="*/ 11943 h 28663"/>
                <a:gd name="csX24" fmla="*/ 14809 w 38218"/>
                <a:gd name="csY24" fmla="*/ 11466 h 28663"/>
                <a:gd name="csX25" fmla="*/ 17198 w 38218"/>
                <a:gd name="csY25" fmla="*/ 8599 h 28663"/>
                <a:gd name="csX26" fmla="*/ 19587 w 38218"/>
                <a:gd name="csY26" fmla="*/ 7644 h 28663"/>
                <a:gd name="csX27" fmla="*/ 19109 w 38218"/>
                <a:gd name="csY27" fmla="*/ 5733 h 28663"/>
                <a:gd name="csX28" fmla="*/ 20064 w 38218"/>
                <a:gd name="csY28" fmla="*/ 3822 h 28663"/>
                <a:gd name="csX29" fmla="*/ 21020 w 38218"/>
                <a:gd name="csY29" fmla="*/ 3822 h 28663"/>
                <a:gd name="csX30" fmla="*/ 22931 w 38218"/>
                <a:gd name="csY30" fmla="*/ 7166 h 28663"/>
                <a:gd name="csX31" fmla="*/ 24364 w 38218"/>
                <a:gd name="csY31" fmla="*/ 7166 h 28663"/>
                <a:gd name="csX32" fmla="*/ 28186 w 38218"/>
                <a:gd name="csY32" fmla="*/ 6688 h 28663"/>
                <a:gd name="csX33" fmla="*/ 33919 w 38218"/>
                <a:gd name="csY33" fmla="*/ 1433 h 28663"/>
                <a:gd name="csX34" fmla="*/ 35830 w 38218"/>
                <a:gd name="csY34" fmla="*/ 478 h 28663"/>
                <a:gd name="csX35" fmla="*/ 36785 w 38218"/>
                <a:gd name="csY35" fmla="*/ 0 h 28663"/>
                <a:gd name="csX36" fmla="*/ 37741 w 38218"/>
                <a:gd name="csY36" fmla="*/ 478 h 28663"/>
                <a:gd name="csX37" fmla="*/ 38218 w 38218"/>
                <a:gd name="csY37" fmla="*/ 956 h 28663"/>
                <a:gd name="csX38" fmla="*/ 38218 w 38218"/>
                <a:gd name="csY38" fmla="*/ 1911 h 28663"/>
                <a:gd name="csX39" fmla="*/ 37741 w 38218"/>
                <a:gd name="csY39" fmla="*/ 2867 h 2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8218" h="28663">
                  <a:moveTo>
                    <a:pt x="37741" y="2867"/>
                  </a:moveTo>
                  <a:lnTo>
                    <a:pt x="38218" y="4300"/>
                  </a:lnTo>
                  <a:lnTo>
                    <a:pt x="37263" y="5255"/>
                  </a:lnTo>
                  <a:lnTo>
                    <a:pt x="33441" y="5733"/>
                  </a:lnTo>
                  <a:lnTo>
                    <a:pt x="30097" y="7166"/>
                  </a:lnTo>
                  <a:lnTo>
                    <a:pt x="26753" y="8121"/>
                  </a:lnTo>
                  <a:lnTo>
                    <a:pt x="21975" y="11943"/>
                  </a:lnTo>
                  <a:lnTo>
                    <a:pt x="20064" y="13854"/>
                  </a:lnTo>
                  <a:lnTo>
                    <a:pt x="17198" y="14810"/>
                  </a:lnTo>
                  <a:lnTo>
                    <a:pt x="14809" y="14332"/>
                  </a:lnTo>
                  <a:lnTo>
                    <a:pt x="14332" y="15287"/>
                  </a:lnTo>
                  <a:lnTo>
                    <a:pt x="13854" y="16721"/>
                  </a:lnTo>
                  <a:lnTo>
                    <a:pt x="12898" y="17676"/>
                  </a:lnTo>
                  <a:lnTo>
                    <a:pt x="8121" y="21976"/>
                  </a:lnTo>
                  <a:lnTo>
                    <a:pt x="5733" y="24842"/>
                  </a:lnTo>
                  <a:lnTo>
                    <a:pt x="3821" y="25798"/>
                  </a:lnTo>
                  <a:lnTo>
                    <a:pt x="0" y="28664"/>
                  </a:lnTo>
                  <a:lnTo>
                    <a:pt x="478" y="26275"/>
                  </a:lnTo>
                  <a:lnTo>
                    <a:pt x="1433" y="24842"/>
                  </a:lnTo>
                  <a:lnTo>
                    <a:pt x="4777" y="22453"/>
                  </a:lnTo>
                  <a:lnTo>
                    <a:pt x="4777" y="19587"/>
                  </a:lnTo>
                  <a:lnTo>
                    <a:pt x="6688" y="17198"/>
                  </a:lnTo>
                  <a:lnTo>
                    <a:pt x="10510" y="15287"/>
                  </a:lnTo>
                  <a:lnTo>
                    <a:pt x="12898" y="11943"/>
                  </a:lnTo>
                  <a:lnTo>
                    <a:pt x="14809" y="11466"/>
                  </a:lnTo>
                  <a:lnTo>
                    <a:pt x="17198" y="8599"/>
                  </a:lnTo>
                  <a:lnTo>
                    <a:pt x="19587" y="7644"/>
                  </a:lnTo>
                  <a:lnTo>
                    <a:pt x="19109" y="5733"/>
                  </a:lnTo>
                  <a:lnTo>
                    <a:pt x="20064" y="3822"/>
                  </a:lnTo>
                  <a:lnTo>
                    <a:pt x="21020" y="3822"/>
                  </a:lnTo>
                  <a:lnTo>
                    <a:pt x="22931" y="7166"/>
                  </a:lnTo>
                  <a:lnTo>
                    <a:pt x="24364" y="7166"/>
                  </a:lnTo>
                  <a:lnTo>
                    <a:pt x="28186" y="6688"/>
                  </a:lnTo>
                  <a:lnTo>
                    <a:pt x="33919" y="1433"/>
                  </a:lnTo>
                  <a:lnTo>
                    <a:pt x="35830" y="478"/>
                  </a:lnTo>
                  <a:lnTo>
                    <a:pt x="36785" y="0"/>
                  </a:lnTo>
                  <a:lnTo>
                    <a:pt x="37741" y="478"/>
                  </a:lnTo>
                  <a:lnTo>
                    <a:pt x="38218" y="956"/>
                  </a:lnTo>
                  <a:lnTo>
                    <a:pt x="38218" y="1911"/>
                  </a:lnTo>
                  <a:lnTo>
                    <a:pt x="37741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0DB88DF9-296F-11E7-6BE3-650F38B8BA5C}"/>
                </a:ext>
              </a:extLst>
            </p:cNvPr>
            <p:cNvSpPr/>
            <p:nvPr/>
          </p:nvSpPr>
          <p:spPr>
            <a:xfrm>
              <a:off x="8819057" y="5532704"/>
              <a:ext cx="9076" cy="4299"/>
            </a:xfrm>
            <a:custGeom>
              <a:avLst/>
              <a:gdLst>
                <a:gd name="csX0" fmla="*/ 8121 w 9076"/>
                <a:gd name="csY0" fmla="*/ 1433 h 4299"/>
                <a:gd name="csX1" fmla="*/ 9077 w 9076"/>
                <a:gd name="csY1" fmla="*/ 2866 h 4299"/>
                <a:gd name="csX2" fmla="*/ 7644 w 9076"/>
                <a:gd name="csY2" fmla="*/ 4300 h 4299"/>
                <a:gd name="csX3" fmla="*/ 6688 w 9076"/>
                <a:gd name="csY3" fmla="*/ 4300 h 4299"/>
                <a:gd name="csX4" fmla="*/ 6211 w 9076"/>
                <a:gd name="csY4" fmla="*/ 2866 h 4299"/>
                <a:gd name="csX5" fmla="*/ 3822 w 9076"/>
                <a:gd name="csY5" fmla="*/ 3344 h 4299"/>
                <a:gd name="csX6" fmla="*/ 1911 w 9076"/>
                <a:gd name="csY6" fmla="*/ 3344 h 4299"/>
                <a:gd name="csX7" fmla="*/ 0 w 9076"/>
                <a:gd name="csY7" fmla="*/ 2389 h 4299"/>
                <a:gd name="csX8" fmla="*/ 0 w 9076"/>
                <a:gd name="csY8" fmla="*/ 1433 h 4299"/>
                <a:gd name="csX9" fmla="*/ 955 w 9076"/>
                <a:gd name="csY9" fmla="*/ 956 h 4299"/>
                <a:gd name="csX10" fmla="*/ 3822 w 9076"/>
                <a:gd name="csY10" fmla="*/ 956 h 4299"/>
                <a:gd name="csX11" fmla="*/ 6211 w 9076"/>
                <a:gd name="csY11" fmla="*/ 0 h 4299"/>
                <a:gd name="csX12" fmla="*/ 8121 w 9076"/>
                <a:gd name="csY12" fmla="*/ 1433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076" h="4299">
                  <a:moveTo>
                    <a:pt x="8121" y="1433"/>
                  </a:moveTo>
                  <a:lnTo>
                    <a:pt x="9077" y="2866"/>
                  </a:lnTo>
                  <a:lnTo>
                    <a:pt x="7644" y="4300"/>
                  </a:lnTo>
                  <a:lnTo>
                    <a:pt x="6688" y="4300"/>
                  </a:lnTo>
                  <a:lnTo>
                    <a:pt x="6211" y="2866"/>
                  </a:lnTo>
                  <a:lnTo>
                    <a:pt x="3822" y="3344"/>
                  </a:lnTo>
                  <a:lnTo>
                    <a:pt x="1911" y="3344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955" y="956"/>
                  </a:lnTo>
                  <a:lnTo>
                    <a:pt x="3822" y="956"/>
                  </a:lnTo>
                  <a:lnTo>
                    <a:pt x="6211" y="0"/>
                  </a:lnTo>
                  <a:lnTo>
                    <a:pt x="812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D8943EB2-970A-4359-5F78-EC28F1BCBF29}"/>
                </a:ext>
              </a:extLst>
            </p:cNvPr>
            <p:cNvSpPr/>
            <p:nvPr/>
          </p:nvSpPr>
          <p:spPr>
            <a:xfrm>
              <a:off x="8752175" y="5541303"/>
              <a:ext cx="73570" cy="72137"/>
            </a:xfrm>
            <a:custGeom>
              <a:avLst/>
              <a:gdLst>
                <a:gd name="csX0" fmla="*/ 73093 w 73570"/>
                <a:gd name="csY0" fmla="*/ 35830 h 72137"/>
                <a:gd name="csX1" fmla="*/ 73570 w 73570"/>
                <a:gd name="csY1" fmla="*/ 37263 h 72137"/>
                <a:gd name="csX2" fmla="*/ 73093 w 73570"/>
                <a:gd name="csY2" fmla="*/ 38218 h 72137"/>
                <a:gd name="csX3" fmla="*/ 72137 w 73570"/>
                <a:gd name="csY3" fmla="*/ 38218 h 72137"/>
                <a:gd name="csX4" fmla="*/ 72137 w 73570"/>
                <a:gd name="csY4" fmla="*/ 37263 h 72137"/>
                <a:gd name="csX5" fmla="*/ 72137 w 73570"/>
                <a:gd name="csY5" fmla="*/ 36308 h 72137"/>
                <a:gd name="csX6" fmla="*/ 72137 w 73570"/>
                <a:gd name="csY6" fmla="*/ 35352 h 72137"/>
                <a:gd name="csX7" fmla="*/ 71659 w 73570"/>
                <a:gd name="csY7" fmla="*/ 34397 h 72137"/>
                <a:gd name="csX8" fmla="*/ 70226 w 73570"/>
                <a:gd name="csY8" fmla="*/ 33441 h 72137"/>
                <a:gd name="csX9" fmla="*/ 70704 w 73570"/>
                <a:gd name="csY9" fmla="*/ 32963 h 72137"/>
                <a:gd name="csX10" fmla="*/ 71182 w 73570"/>
                <a:gd name="csY10" fmla="*/ 32486 h 72137"/>
                <a:gd name="csX11" fmla="*/ 70704 w 73570"/>
                <a:gd name="csY11" fmla="*/ 31052 h 72137"/>
                <a:gd name="csX12" fmla="*/ 69748 w 73570"/>
                <a:gd name="csY12" fmla="*/ 32486 h 72137"/>
                <a:gd name="csX13" fmla="*/ 69271 w 73570"/>
                <a:gd name="csY13" fmla="*/ 33919 h 72137"/>
                <a:gd name="csX14" fmla="*/ 69748 w 73570"/>
                <a:gd name="csY14" fmla="*/ 34397 h 72137"/>
                <a:gd name="csX15" fmla="*/ 69271 w 73570"/>
                <a:gd name="csY15" fmla="*/ 34397 h 72137"/>
                <a:gd name="csX16" fmla="*/ 67837 w 73570"/>
                <a:gd name="csY16" fmla="*/ 36308 h 72137"/>
                <a:gd name="csX17" fmla="*/ 66882 w 73570"/>
                <a:gd name="csY17" fmla="*/ 38218 h 72137"/>
                <a:gd name="csX18" fmla="*/ 66882 w 73570"/>
                <a:gd name="csY18" fmla="*/ 40607 h 72137"/>
                <a:gd name="csX19" fmla="*/ 66882 w 73570"/>
                <a:gd name="csY19" fmla="*/ 42518 h 72137"/>
                <a:gd name="csX20" fmla="*/ 65927 w 73570"/>
                <a:gd name="csY20" fmla="*/ 44429 h 72137"/>
                <a:gd name="csX21" fmla="*/ 64971 w 73570"/>
                <a:gd name="csY21" fmla="*/ 45862 h 72137"/>
                <a:gd name="csX22" fmla="*/ 64971 w 73570"/>
                <a:gd name="csY22" fmla="*/ 48251 h 72137"/>
                <a:gd name="csX23" fmla="*/ 64971 w 73570"/>
                <a:gd name="csY23" fmla="*/ 52073 h 72137"/>
                <a:gd name="csX24" fmla="*/ 65927 w 73570"/>
                <a:gd name="csY24" fmla="*/ 55417 h 72137"/>
                <a:gd name="csX25" fmla="*/ 66405 w 73570"/>
                <a:gd name="csY25" fmla="*/ 60672 h 72137"/>
                <a:gd name="csX26" fmla="*/ 65449 w 73570"/>
                <a:gd name="csY26" fmla="*/ 61149 h 72137"/>
                <a:gd name="csX27" fmla="*/ 63538 w 73570"/>
                <a:gd name="csY27" fmla="*/ 61627 h 72137"/>
                <a:gd name="csX28" fmla="*/ 62105 w 73570"/>
                <a:gd name="csY28" fmla="*/ 62105 h 72137"/>
                <a:gd name="csX29" fmla="*/ 60671 w 73570"/>
                <a:gd name="csY29" fmla="*/ 59716 h 72137"/>
                <a:gd name="csX30" fmla="*/ 59716 w 73570"/>
                <a:gd name="csY30" fmla="*/ 56850 h 72137"/>
                <a:gd name="csX31" fmla="*/ 60194 w 73570"/>
                <a:gd name="csY31" fmla="*/ 55894 h 72137"/>
                <a:gd name="csX32" fmla="*/ 62105 w 73570"/>
                <a:gd name="csY32" fmla="*/ 56850 h 72137"/>
                <a:gd name="csX33" fmla="*/ 62582 w 73570"/>
                <a:gd name="csY33" fmla="*/ 55894 h 72137"/>
                <a:gd name="csX34" fmla="*/ 62582 w 73570"/>
                <a:gd name="csY34" fmla="*/ 55417 h 72137"/>
                <a:gd name="csX35" fmla="*/ 62582 w 73570"/>
                <a:gd name="csY35" fmla="*/ 54939 h 72137"/>
                <a:gd name="csX36" fmla="*/ 60671 w 73570"/>
                <a:gd name="csY36" fmla="*/ 53506 h 72137"/>
                <a:gd name="csX37" fmla="*/ 58283 w 73570"/>
                <a:gd name="csY37" fmla="*/ 52550 h 72137"/>
                <a:gd name="csX38" fmla="*/ 57328 w 73570"/>
                <a:gd name="csY38" fmla="*/ 53506 h 72137"/>
                <a:gd name="csX39" fmla="*/ 57805 w 73570"/>
                <a:gd name="csY39" fmla="*/ 55894 h 72137"/>
                <a:gd name="csX40" fmla="*/ 57328 w 73570"/>
                <a:gd name="csY40" fmla="*/ 56372 h 72137"/>
                <a:gd name="csX41" fmla="*/ 55894 w 73570"/>
                <a:gd name="csY41" fmla="*/ 57328 h 72137"/>
                <a:gd name="csX42" fmla="*/ 54939 w 73570"/>
                <a:gd name="csY42" fmla="*/ 53983 h 72137"/>
                <a:gd name="csX43" fmla="*/ 52550 w 73570"/>
                <a:gd name="csY43" fmla="*/ 51595 h 72137"/>
                <a:gd name="csX44" fmla="*/ 52550 w 73570"/>
                <a:gd name="csY44" fmla="*/ 52550 h 72137"/>
                <a:gd name="csX45" fmla="*/ 53505 w 73570"/>
                <a:gd name="csY45" fmla="*/ 54939 h 72137"/>
                <a:gd name="csX46" fmla="*/ 53505 w 73570"/>
                <a:gd name="csY46" fmla="*/ 55894 h 72137"/>
                <a:gd name="csX47" fmla="*/ 53028 w 73570"/>
                <a:gd name="csY47" fmla="*/ 56850 h 72137"/>
                <a:gd name="csX48" fmla="*/ 52550 w 73570"/>
                <a:gd name="csY48" fmla="*/ 57328 h 72137"/>
                <a:gd name="csX49" fmla="*/ 52073 w 73570"/>
                <a:gd name="csY49" fmla="*/ 58283 h 72137"/>
                <a:gd name="csX50" fmla="*/ 52073 w 73570"/>
                <a:gd name="csY50" fmla="*/ 59716 h 72137"/>
                <a:gd name="csX51" fmla="*/ 51595 w 73570"/>
                <a:gd name="csY51" fmla="*/ 62105 h 72137"/>
                <a:gd name="csX52" fmla="*/ 50162 w 73570"/>
                <a:gd name="csY52" fmla="*/ 63060 h 72137"/>
                <a:gd name="csX53" fmla="*/ 46818 w 73570"/>
                <a:gd name="csY53" fmla="*/ 60672 h 72137"/>
                <a:gd name="csX54" fmla="*/ 46340 w 73570"/>
                <a:gd name="csY54" fmla="*/ 61149 h 72137"/>
                <a:gd name="csX55" fmla="*/ 46340 w 73570"/>
                <a:gd name="csY55" fmla="*/ 62105 h 72137"/>
                <a:gd name="csX56" fmla="*/ 48251 w 73570"/>
                <a:gd name="csY56" fmla="*/ 63538 h 72137"/>
                <a:gd name="csX57" fmla="*/ 47295 w 73570"/>
                <a:gd name="csY57" fmla="*/ 64493 h 72137"/>
                <a:gd name="csX58" fmla="*/ 46818 w 73570"/>
                <a:gd name="csY58" fmla="*/ 65927 h 72137"/>
                <a:gd name="csX59" fmla="*/ 45862 w 73570"/>
                <a:gd name="csY59" fmla="*/ 69271 h 72137"/>
                <a:gd name="csX60" fmla="*/ 44429 w 73570"/>
                <a:gd name="csY60" fmla="*/ 71659 h 72137"/>
                <a:gd name="csX61" fmla="*/ 43473 w 73570"/>
                <a:gd name="csY61" fmla="*/ 72137 h 72137"/>
                <a:gd name="csX62" fmla="*/ 40607 w 73570"/>
                <a:gd name="csY62" fmla="*/ 71659 h 72137"/>
                <a:gd name="csX63" fmla="*/ 37741 w 73570"/>
                <a:gd name="csY63" fmla="*/ 69271 h 72137"/>
                <a:gd name="csX64" fmla="*/ 34874 w 73570"/>
                <a:gd name="csY64" fmla="*/ 69749 h 72137"/>
                <a:gd name="csX65" fmla="*/ 30575 w 73570"/>
                <a:gd name="csY65" fmla="*/ 69271 h 72137"/>
                <a:gd name="csX66" fmla="*/ 27709 w 73570"/>
                <a:gd name="csY66" fmla="*/ 70226 h 72137"/>
                <a:gd name="csX67" fmla="*/ 27230 w 73570"/>
                <a:gd name="csY67" fmla="*/ 67838 h 72137"/>
                <a:gd name="csX68" fmla="*/ 26753 w 73570"/>
                <a:gd name="csY68" fmla="*/ 66882 h 72137"/>
                <a:gd name="csX69" fmla="*/ 26753 w 73570"/>
                <a:gd name="csY69" fmla="*/ 65927 h 72137"/>
                <a:gd name="csX70" fmla="*/ 29141 w 73570"/>
                <a:gd name="csY70" fmla="*/ 65449 h 72137"/>
                <a:gd name="csX71" fmla="*/ 31530 w 73570"/>
                <a:gd name="csY71" fmla="*/ 65449 h 72137"/>
                <a:gd name="csX72" fmla="*/ 31052 w 73570"/>
                <a:gd name="csY72" fmla="*/ 64493 h 72137"/>
                <a:gd name="csX73" fmla="*/ 30575 w 73570"/>
                <a:gd name="csY73" fmla="*/ 64016 h 72137"/>
                <a:gd name="csX74" fmla="*/ 29141 w 73570"/>
                <a:gd name="csY74" fmla="*/ 64493 h 72137"/>
                <a:gd name="csX75" fmla="*/ 26275 w 73570"/>
                <a:gd name="csY75" fmla="*/ 63538 h 72137"/>
                <a:gd name="csX76" fmla="*/ 24364 w 73570"/>
                <a:gd name="csY76" fmla="*/ 64016 h 72137"/>
                <a:gd name="csX77" fmla="*/ 22931 w 73570"/>
                <a:gd name="csY77" fmla="*/ 62583 h 72137"/>
                <a:gd name="csX78" fmla="*/ 20543 w 73570"/>
                <a:gd name="csY78" fmla="*/ 58283 h 72137"/>
                <a:gd name="csX79" fmla="*/ 19109 w 73570"/>
                <a:gd name="csY79" fmla="*/ 56372 h 72137"/>
                <a:gd name="csX80" fmla="*/ 18154 w 73570"/>
                <a:gd name="csY80" fmla="*/ 55894 h 72137"/>
                <a:gd name="csX81" fmla="*/ 17198 w 73570"/>
                <a:gd name="csY81" fmla="*/ 55417 h 72137"/>
                <a:gd name="csX82" fmla="*/ 16721 w 73570"/>
                <a:gd name="csY82" fmla="*/ 54939 h 72137"/>
                <a:gd name="csX83" fmla="*/ 12421 w 73570"/>
                <a:gd name="csY83" fmla="*/ 45384 h 72137"/>
                <a:gd name="csX84" fmla="*/ 11943 w 73570"/>
                <a:gd name="csY84" fmla="*/ 42996 h 72137"/>
                <a:gd name="csX85" fmla="*/ 10988 w 73570"/>
                <a:gd name="csY85" fmla="*/ 37741 h 72137"/>
                <a:gd name="csX86" fmla="*/ 14332 w 73570"/>
                <a:gd name="csY86" fmla="*/ 40129 h 72137"/>
                <a:gd name="csX87" fmla="*/ 15765 w 73570"/>
                <a:gd name="csY87" fmla="*/ 42040 h 72137"/>
                <a:gd name="csX88" fmla="*/ 16243 w 73570"/>
                <a:gd name="csY88" fmla="*/ 43951 h 72137"/>
                <a:gd name="csX89" fmla="*/ 17676 w 73570"/>
                <a:gd name="csY89" fmla="*/ 41563 h 72137"/>
                <a:gd name="csX90" fmla="*/ 17198 w 73570"/>
                <a:gd name="csY90" fmla="*/ 40607 h 72137"/>
                <a:gd name="csX91" fmla="*/ 14332 w 73570"/>
                <a:gd name="csY91" fmla="*/ 37741 h 72137"/>
                <a:gd name="csX92" fmla="*/ 13854 w 73570"/>
                <a:gd name="csY92" fmla="*/ 36785 h 72137"/>
                <a:gd name="csX93" fmla="*/ 13854 w 73570"/>
                <a:gd name="csY93" fmla="*/ 35352 h 72137"/>
                <a:gd name="csX94" fmla="*/ 12898 w 73570"/>
                <a:gd name="csY94" fmla="*/ 36785 h 72137"/>
                <a:gd name="csX95" fmla="*/ 11943 w 73570"/>
                <a:gd name="csY95" fmla="*/ 36785 h 72137"/>
                <a:gd name="csX96" fmla="*/ 12421 w 73570"/>
                <a:gd name="csY96" fmla="*/ 34397 h 72137"/>
                <a:gd name="csX97" fmla="*/ 11943 w 73570"/>
                <a:gd name="csY97" fmla="*/ 32486 h 72137"/>
                <a:gd name="csX98" fmla="*/ 8121 w 73570"/>
                <a:gd name="csY98" fmla="*/ 27708 h 72137"/>
                <a:gd name="csX99" fmla="*/ 5255 w 73570"/>
                <a:gd name="csY99" fmla="*/ 23409 h 72137"/>
                <a:gd name="csX100" fmla="*/ 2866 w 73570"/>
                <a:gd name="csY100" fmla="*/ 18154 h 72137"/>
                <a:gd name="csX101" fmla="*/ 2389 w 73570"/>
                <a:gd name="csY101" fmla="*/ 17198 h 72137"/>
                <a:gd name="csX102" fmla="*/ 2389 w 73570"/>
                <a:gd name="csY102" fmla="*/ 16243 h 72137"/>
                <a:gd name="csX103" fmla="*/ 955 w 73570"/>
                <a:gd name="csY103" fmla="*/ 12421 h 72137"/>
                <a:gd name="csX104" fmla="*/ 478 w 73570"/>
                <a:gd name="csY104" fmla="*/ 9555 h 72137"/>
                <a:gd name="csX105" fmla="*/ 0 w 73570"/>
                <a:gd name="csY105" fmla="*/ 7166 h 72137"/>
                <a:gd name="csX106" fmla="*/ 1433 w 73570"/>
                <a:gd name="csY106" fmla="*/ 2389 h 72137"/>
                <a:gd name="csX107" fmla="*/ 1433 w 73570"/>
                <a:gd name="csY107" fmla="*/ 0 h 72137"/>
                <a:gd name="csX108" fmla="*/ 3344 w 73570"/>
                <a:gd name="csY108" fmla="*/ 956 h 72137"/>
                <a:gd name="csX109" fmla="*/ 8121 w 73570"/>
                <a:gd name="csY109" fmla="*/ 2867 h 72137"/>
                <a:gd name="csX110" fmla="*/ 10032 w 73570"/>
                <a:gd name="csY110" fmla="*/ 2867 h 72137"/>
                <a:gd name="csX111" fmla="*/ 11466 w 73570"/>
                <a:gd name="csY111" fmla="*/ 2389 h 72137"/>
                <a:gd name="csX112" fmla="*/ 12898 w 73570"/>
                <a:gd name="csY112" fmla="*/ 2389 h 72137"/>
                <a:gd name="csX113" fmla="*/ 13854 w 73570"/>
                <a:gd name="csY113" fmla="*/ 3822 h 72137"/>
                <a:gd name="csX114" fmla="*/ 15765 w 73570"/>
                <a:gd name="csY114" fmla="*/ 4300 h 72137"/>
                <a:gd name="csX115" fmla="*/ 16721 w 73570"/>
                <a:gd name="csY115" fmla="*/ 4300 h 72137"/>
                <a:gd name="csX116" fmla="*/ 17676 w 73570"/>
                <a:gd name="csY116" fmla="*/ 4300 h 72137"/>
                <a:gd name="csX117" fmla="*/ 18632 w 73570"/>
                <a:gd name="csY117" fmla="*/ 5255 h 72137"/>
                <a:gd name="csX118" fmla="*/ 20543 w 73570"/>
                <a:gd name="csY118" fmla="*/ 6210 h 72137"/>
                <a:gd name="csX119" fmla="*/ 21498 w 73570"/>
                <a:gd name="csY119" fmla="*/ 6688 h 72137"/>
                <a:gd name="csX120" fmla="*/ 22453 w 73570"/>
                <a:gd name="csY120" fmla="*/ 7644 h 72137"/>
                <a:gd name="csX121" fmla="*/ 23409 w 73570"/>
                <a:gd name="csY121" fmla="*/ 8599 h 72137"/>
                <a:gd name="csX122" fmla="*/ 29141 w 73570"/>
                <a:gd name="csY122" fmla="*/ 10510 h 72137"/>
                <a:gd name="csX123" fmla="*/ 32963 w 73570"/>
                <a:gd name="csY123" fmla="*/ 11943 h 72137"/>
                <a:gd name="csX124" fmla="*/ 38218 w 73570"/>
                <a:gd name="csY124" fmla="*/ 10988 h 72137"/>
                <a:gd name="csX125" fmla="*/ 39652 w 73570"/>
                <a:gd name="csY125" fmla="*/ 10510 h 72137"/>
                <a:gd name="csX126" fmla="*/ 41085 w 73570"/>
                <a:gd name="csY126" fmla="*/ 9555 h 72137"/>
                <a:gd name="csX127" fmla="*/ 42518 w 73570"/>
                <a:gd name="csY127" fmla="*/ 10510 h 72137"/>
                <a:gd name="csX128" fmla="*/ 43473 w 73570"/>
                <a:gd name="csY128" fmla="*/ 11943 h 72137"/>
                <a:gd name="csX129" fmla="*/ 43473 w 73570"/>
                <a:gd name="csY129" fmla="*/ 10510 h 72137"/>
                <a:gd name="csX130" fmla="*/ 43951 w 73570"/>
                <a:gd name="csY130" fmla="*/ 9077 h 72137"/>
                <a:gd name="csX131" fmla="*/ 44907 w 73570"/>
                <a:gd name="csY131" fmla="*/ 8121 h 72137"/>
                <a:gd name="csX132" fmla="*/ 46340 w 73570"/>
                <a:gd name="csY132" fmla="*/ 7644 h 72137"/>
                <a:gd name="csX133" fmla="*/ 48728 w 73570"/>
                <a:gd name="csY133" fmla="*/ 7644 h 72137"/>
                <a:gd name="csX134" fmla="*/ 51117 w 73570"/>
                <a:gd name="csY134" fmla="*/ 7166 h 72137"/>
                <a:gd name="csX135" fmla="*/ 52073 w 73570"/>
                <a:gd name="csY135" fmla="*/ 6688 h 72137"/>
                <a:gd name="csX136" fmla="*/ 53028 w 73570"/>
                <a:gd name="csY136" fmla="*/ 6688 h 72137"/>
                <a:gd name="csX137" fmla="*/ 54461 w 73570"/>
                <a:gd name="csY137" fmla="*/ 7644 h 72137"/>
                <a:gd name="csX138" fmla="*/ 55894 w 73570"/>
                <a:gd name="csY138" fmla="*/ 7644 h 72137"/>
                <a:gd name="csX139" fmla="*/ 56850 w 73570"/>
                <a:gd name="csY139" fmla="*/ 7166 h 72137"/>
                <a:gd name="csX140" fmla="*/ 58283 w 73570"/>
                <a:gd name="csY140" fmla="*/ 4777 h 72137"/>
                <a:gd name="csX141" fmla="*/ 59239 w 73570"/>
                <a:gd name="csY141" fmla="*/ 4300 h 72137"/>
                <a:gd name="csX142" fmla="*/ 63060 w 73570"/>
                <a:gd name="csY142" fmla="*/ 4777 h 72137"/>
                <a:gd name="csX143" fmla="*/ 64016 w 73570"/>
                <a:gd name="csY143" fmla="*/ 4777 h 72137"/>
                <a:gd name="csX144" fmla="*/ 65927 w 73570"/>
                <a:gd name="csY144" fmla="*/ 2389 h 72137"/>
                <a:gd name="csX145" fmla="*/ 67360 w 73570"/>
                <a:gd name="csY145" fmla="*/ 2389 h 72137"/>
                <a:gd name="csX146" fmla="*/ 70704 w 73570"/>
                <a:gd name="csY146" fmla="*/ 4300 h 72137"/>
                <a:gd name="csX147" fmla="*/ 72615 w 73570"/>
                <a:gd name="csY147" fmla="*/ 6688 h 72137"/>
                <a:gd name="csX148" fmla="*/ 72137 w 73570"/>
                <a:gd name="csY148" fmla="*/ 10510 h 72137"/>
                <a:gd name="csX149" fmla="*/ 72137 w 73570"/>
                <a:gd name="csY149" fmla="*/ 11943 h 72137"/>
                <a:gd name="csX150" fmla="*/ 72615 w 73570"/>
                <a:gd name="csY150" fmla="*/ 13376 h 72137"/>
                <a:gd name="csX151" fmla="*/ 72615 w 73570"/>
                <a:gd name="csY151" fmla="*/ 16243 h 72137"/>
                <a:gd name="csX152" fmla="*/ 72137 w 73570"/>
                <a:gd name="csY152" fmla="*/ 19109 h 72137"/>
                <a:gd name="csX153" fmla="*/ 72137 w 73570"/>
                <a:gd name="csY153" fmla="*/ 21020 h 72137"/>
                <a:gd name="csX154" fmla="*/ 72615 w 73570"/>
                <a:gd name="csY154" fmla="*/ 23409 h 72137"/>
                <a:gd name="csX155" fmla="*/ 72137 w 73570"/>
                <a:gd name="csY155" fmla="*/ 27708 h 72137"/>
                <a:gd name="csX156" fmla="*/ 72615 w 73570"/>
                <a:gd name="csY156" fmla="*/ 30097 h 72137"/>
                <a:gd name="csX157" fmla="*/ 72615 w 73570"/>
                <a:gd name="csY157" fmla="*/ 32008 h 72137"/>
                <a:gd name="csX158" fmla="*/ 72615 w 73570"/>
                <a:gd name="csY158" fmla="*/ 32963 h 72137"/>
                <a:gd name="csX159" fmla="*/ 73093 w 73570"/>
                <a:gd name="csY159" fmla="*/ 33919 h 72137"/>
                <a:gd name="csX160" fmla="*/ 73570 w 73570"/>
                <a:gd name="csY160" fmla="*/ 34874 h 72137"/>
                <a:gd name="csX161" fmla="*/ 73093 w 73570"/>
                <a:gd name="csY161" fmla="*/ 35830 h 72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</a:cxnLst>
              <a:rect l="l" t="t" r="r" b="b"/>
              <a:pathLst>
                <a:path w="73570" h="72137">
                  <a:moveTo>
                    <a:pt x="73093" y="35830"/>
                  </a:moveTo>
                  <a:lnTo>
                    <a:pt x="73570" y="37263"/>
                  </a:lnTo>
                  <a:lnTo>
                    <a:pt x="73093" y="38218"/>
                  </a:lnTo>
                  <a:lnTo>
                    <a:pt x="72137" y="38218"/>
                  </a:lnTo>
                  <a:lnTo>
                    <a:pt x="72137" y="37263"/>
                  </a:lnTo>
                  <a:lnTo>
                    <a:pt x="72137" y="36308"/>
                  </a:lnTo>
                  <a:lnTo>
                    <a:pt x="72137" y="35352"/>
                  </a:lnTo>
                  <a:lnTo>
                    <a:pt x="71659" y="34397"/>
                  </a:lnTo>
                  <a:lnTo>
                    <a:pt x="70226" y="33441"/>
                  </a:lnTo>
                  <a:lnTo>
                    <a:pt x="70704" y="32963"/>
                  </a:lnTo>
                  <a:lnTo>
                    <a:pt x="71182" y="32486"/>
                  </a:lnTo>
                  <a:lnTo>
                    <a:pt x="70704" y="31052"/>
                  </a:lnTo>
                  <a:lnTo>
                    <a:pt x="69748" y="32486"/>
                  </a:lnTo>
                  <a:lnTo>
                    <a:pt x="69271" y="33919"/>
                  </a:lnTo>
                  <a:lnTo>
                    <a:pt x="69748" y="34397"/>
                  </a:lnTo>
                  <a:lnTo>
                    <a:pt x="69271" y="34397"/>
                  </a:lnTo>
                  <a:lnTo>
                    <a:pt x="67837" y="36308"/>
                  </a:lnTo>
                  <a:lnTo>
                    <a:pt x="66882" y="38218"/>
                  </a:lnTo>
                  <a:lnTo>
                    <a:pt x="66882" y="40607"/>
                  </a:lnTo>
                  <a:lnTo>
                    <a:pt x="66882" y="42518"/>
                  </a:lnTo>
                  <a:lnTo>
                    <a:pt x="65927" y="44429"/>
                  </a:lnTo>
                  <a:lnTo>
                    <a:pt x="64971" y="45862"/>
                  </a:lnTo>
                  <a:lnTo>
                    <a:pt x="64971" y="48251"/>
                  </a:lnTo>
                  <a:lnTo>
                    <a:pt x="64971" y="52073"/>
                  </a:lnTo>
                  <a:lnTo>
                    <a:pt x="65927" y="55417"/>
                  </a:lnTo>
                  <a:lnTo>
                    <a:pt x="66405" y="60672"/>
                  </a:lnTo>
                  <a:lnTo>
                    <a:pt x="65449" y="61149"/>
                  </a:lnTo>
                  <a:lnTo>
                    <a:pt x="63538" y="61627"/>
                  </a:lnTo>
                  <a:lnTo>
                    <a:pt x="62105" y="62105"/>
                  </a:lnTo>
                  <a:lnTo>
                    <a:pt x="60671" y="59716"/>
                  </a:lnTo>
                  <a:lnTo>
                    <a:pt x="59716" y="56850"/>
                  </a:lnTo>
                  <a:lnTo>
                    <a:pt x="60194" y="55894"/>
                  </a:lnTo>
                  <a:lnTo>
                    <a:pt x="62105" y="56850"/>
                  </a:lnTo>
                  <a:lnTo>
                    <a:pt x="62582" y="55894"/>
                  </a:lnTo>
                  <a:lnTo>
                    <a:pt x="62582" y="55417"/>
                  </a:lnTo>
                  <a:lnTo>
                    <a:pt x="62582" y="54939"/>
                  </a:lnTo>
                  <a:lnTo>
                    <a:pt x="60671" y="53506"/>
                  </a:lnTo>
                  <a:lnTo>
                    <a:pt x="58283" y="52550"/>
                  </a:lnTo>
                  <a:lnTo>
                    <a:pt x="57328" y="53506"/>
                  </a:lnTo>
                  <a:lnTo>
                    <a:pt x="57805" y="55894"/>
                  </a:lnTo>
                  <a:lnTo>
                    <a:pt x="57328" y="56372"/>
                  </a:lnTo>
                  <a:lnTo>
                    <a:pt x="55894" y="57328"/>
                  </a:lnTo>
                  <a:lnTo>
                    <a:pt x="54939" y="53983"/>
                  </a:lnTo>
                  <a:lnTo>
                    <a:pt x="52550" y="51595"/>
                  </a:lnTo>
                  <a:lnTo>
                    <a:pt x="52550" y="52550"/>
                  </a:lnTo>
                  <a:lnTo>
                    <a:pt x="53505" y="54939"/>
                  </a:lnTo>
                  <a:lnTo>
                    <a:pt x="53505" y="55894"/>
                  </a:lnTo>
                  <a:lnTo>
                    <a:pt x="53028" y="56850"/>
                  </a:lnTo>
                  <a:lnTo>
                    <a:pt x="52550" y="57328"/>
                  </a:lnTo>
                  <a:lnTo>
                    <a:pt x="52073" y="58283"/>
                  </a:lnTo>
                  <a:lnTo>
                    <a:pt x="52073" y="59716"/>
                  </a:lnTo>
                  <a:lnTo>
                    <a:pt x="51595" y="62105"/>
                  </a:lnTo>
                  <a:lnTo>
                    <a:pt x="50162" y="63060"/>
                  </a:lnTo>
                  <a:lnTo>
                    <a:pt x="46818" y="60672"/>
                  </a:lnTo>
                  <a:lnTo>
                    <a:pt x="46340" y="61149"/>
                  </a:lnTo>
                  <a:lnTo>
                    <a:pt x="46340" y="62105"/>
                  </a:lnTo>
                  <a:lnTo>
                    <a:pt x="48251" y="63538"/>
                  </a:lnTo>
                  <a:lnTo>
                    <a:pt x="47295" y="64493"/>
                  </a:lnTo>
                  <a:lnTo>
                    <a:pt x="46818" y="65927"/>
                  </a:lnTo>
                  <a:lnTo>
                    <a:pt x="45862" y="69271"/>
                  </a:lnTo>
                  <a:lnTo>
                    <a:pt x="44429" y="71659"/>
                  </a:lnTo>
                  <a:lnTo>
                    <a:pt x="43473" y="72137"/>
                  </a:lnTo>
                  <a:lnTo>
                    <a:pt x="40607" y="71659"/>
                  </a:lnTo>
                  <a:lnTo>
                    <a:pt x="37741" y="69271"/>
                  </a:lnTo>
                  <a:lnTo>
                    <a:pt x="34874" y="69749"/>
                  </a:lnTo>
                  <a:lnTo>
                    <a:pt x="30575" y="69271"/>
                  </a:lnTo>
                  <a:lnTo>
                    <a:pt x="27709" y="70226"/>
                  </a:lnTo>
                  <a:lnTo>
                    <a:pt x="27230" y="67838"/>
                  </a:lnTo>
                  <a:lnTo>
                    <a:pt x="26753" y="66882"/>
                  </a:lnTo>
                  <a:lnTo>
                    <a:pt x="26753" y="65927"/>
                  </a:lnTo>
                  <a:lnTo>
                    <a:pt x="29141" y="65449"/>
                  </a:lnTo>
                  <a:lnTo>
                    <a:pt x="31530" y="65449"/>
                  </a:lnTo>
                  <a:lnTo>
                    <a:pt x="31052" y="64493"/>
                  </a:lnTo>
                  <a:lnTo>
                    <a:pt x="30575" y="64016"/>
                  </a:lnTo>
                  <a:lnTo>
                    <a:pt x="29141" y="64493"/>
                  </a:lnTo>
                  <a:lnTo>
                    <a:pt x="26275" y="63538"/>
                  </a:lnTo>
                  <a:lnTo>
                    <a:pt x="24364" y="64016"/>
                  </a:lnTo>
                  <a:lnTo>
                    <a:pt x="22931" y="62583"/>
                  </a:lnTo>
                  <a:lnTo>
                    <a:pt x="20543" y="58283"/>
                  </a:lnTo>
                  <a:lnTo>
                    <a:pt x="19109" y="56372"/>
                  </a:lnTo>
                  <a:lnTo>
                    <a:pt x="18154" y="55894"/>
                  </a:lnTo>
                  <a:lnTo>
                    <a:pt x="17198" y="55417"/>
                  </a:lnTo>
                  <a:lnTo>
                    <a:pt x="16721" y="54939"/>
                  </a:lnTo>
                  <a:lnTo>
                    <a:pt x="12421" y="45384"/>
                  </a:lnTo>
                  <a:lnTo>
                    <a:pt x="11943" y="42996"/>
                  </a:lnTo>
                  <a:lnTo>
                    <a:pt x="10988" y="37741"/>
                  </a:lnTo>
                  <a:lnTo>
                    <a:pt x="14332" y="40129"/>
                  </a:lnTo>
                  <a:lnTo>
                    <a:pt x="15765" y="42040"/>
                  </a:lnTo>
                  <a:lnTo>
                    <a:pt x="16243" y="43951"/>
                  </a:lnTo>
                  <a:lnTo>
                    <a:pt x="17676" y="41563"/>
                  </a:lnTo>
                  <a:lnTo>
                    <a:pt x="17198" y="40607"/>
                  </a:lnTo>
                  <a:lnTo>
                    <a:pt x="14332" y="37741"/>
                  </a:lnTo>
                  <a:lnTo>
                    <a:pt x="13854" y="36785"/>
                  </a:lnTo>
                  <a:lnTo>
                    <a:pt x="13854" y="35352"/>
                  </a:lnTo>
                  <a:lnTo>
                    <a:pt x="12898" y="36785"/>
                  </a:lnTo>
                  <a:lnTo>
                    <a:pt x="11943" y="36785"/>
                  </a:lnTo>
                  <a:lnTo>
                    <a:pt x="12421" y="34397"/>
                  </a:lnTo>
                  <a:lnTo>
                    <a:pt x="11943" y="32486"/>
                  </a:lnTo>
                  <a:lnTo>
                    <a:pt x="8121" y="27708"/>
                  </a:lnTo>
                  <a:lnTo>
                    <a:pt x="5255" y="23409"/>
                  </a:lnTo>
                  <a:lnTo>
                    <a:pt x="2866" y="18154"/>
                  </a:lnTo>
                  <a:lnTo>
                    <a:pt x="2389" y="17198"/>
                  </a:lnTo>
                  <a:lnTo>
                    <a:pt x="2389" y="16243"/>
                  </a:lnTo>
                  <a:lnTo>
                    <a:pt x="955" y="12421"/>
                  </a:lnTo>
                  <a:lnTo>
                    <a:pt x="478" y="9555"/>
                  </a:lnTo>
                  <a:lnTo>
                    <a:pt x="0" y="7166"/>
                  </a:lnTo>
                  <a:lnTo>
                    <a:pt x="1433" y="2389"/>
                  </a:lnTo>
                  <a:lnTo>
                    <a:pt x="1433" y="0"/>
                  </a:lnTo>
                  <a:lnTo>
                    <a:pt x="3344" y="956"/>
                  </a:lnTo>
                  <a:lnTo>
                    <a:pt x="8121" y="2867"/>
                  </a:lnTo>
                  <a:lnTo>
                    <a:pt x="10032" y="2867"/>
                  </a:lnTo>
                  <a:lnTo>
                    <a:pt x="11466" y="2389"/>
                  </a:lnTo>
                  <a:lnTo>
                    <a:pt x="12898" y="2389"/>
                  </a:lnTo>
                  <a:lnTo>
                    <a:pt x="13854" y="3822"/>
                  </a:lnTo>
                  <a:lnTo>
                    <a:pt x="15765" y="4300"/>
                  </a:lnTo>
                  <a:lnTo>
                    <a:pt x="16721" y="4300"/>
                  </a:lnTo>
                  <a:lnTo>
                    <a:pt x="17676" y="4300"/>
                  </a:lnTo>
                  <a:lnTo>
                    <a:pt x="18632" y="5255"/>
                  </a:lnTo>
                  <a:lnTo>
                    <a:pt x="20543" y="6210"/>
                  </a:lnTo>
                  <a:lnTo>
                    <a:pt x="21498" y="6688"/>
                  </a:lnTo>
                  <a:lnTo>
                    <a:pt x="22453" y="7644"/>
                  </a:lnTo>
                  <a:lnTo>
                    <a:pt x="23409" y="8599"/>
                  </a:lnTo>
                  <a:lnTo>
                    <a:pt x="29141" y="10510"/>
                  </a:lnTo>
                  <a:lnTo>
                    <a:pt x="32963" y="11943"/>
                  </a:lnTo>
                  <a:lnTo>
                    <a:pt x="38218" y="10988"/>
                  </a:lnTo>
                  <a:lnTo>
                    <a:pt x="39652" y="10510"/>
                  </a:lnTo>
                  <a:lnTo>
                    <a:pt x="41085" y="9555"/>
                  </a:lnTo>
                  <a:lnTo>
                    <a:pt x="42518" y="10510"/>
                  </a:lnTo>
                  <a:lnTo>
                    <a:pt x="43473" y="11943"/>
                  </a:lnTo>
                  <a:lnTo>
                    <a:pt x="43473" y="10510"/>
                  </a:lnTo>
                  <a:lnTo>
                    <a:pt x="43951" y="9077"/>
                  </a:lnTo>
                  <a:lnTo>
                    <a:pt x="44907" y="8121"/>
                  </a:lnTo>
                  <a:lnTo>
                    <a:pt x="46340" y="7644"/>
                  </a:lnTo>
                  <a:lnTo>
                    <a:pt x="48728" y="7644"/>
                  </a:lnTo>
                  <a:lnTo>
                    <a:pt x="51117" y="7166"/>
                  </a:lnTo>
                  <a:lnTo>
                    <a:pt x="52073" y="6688"/>
                  </a:lnTo>
                  <a:lnTo>
                    <a:pt x="53028" y="6688"/>
                  </a:lnTo>
                  <a:lnTo>
                    <a:pt x="54461" y="7644"/>
                  </a:lnTo>
                  <a:lnTo>
                    <a:pt x="55894" y="7644"/>
                  </a:lnTo>
                  <a:lnTo>
                    <a:pt x="56850" y="7166"/>
                  </a:lnTo>
                  <a:lnTo>
                    <a:pt x="58283" y="4777"/>
                  </a:lnTo>
                  <a:lnTo>
                    <a:pt x="59239" y="4300"/>
                  </a:lnTo>
                  <a:lnTo>
                    <a:pt x="63060" y="4777"/>
                  </a:lnTo>
                  <a:lnTo>
                    <a:pt x="64016" y="4777"/>
                  </a:lnTo>
                  <a:lnTo>
                    <a:pt x="65927" y="2389"/>
                  </a:lnTo>
                  <a:lnTo>
                    <a:pt x="67360" y="2389"/>
                  </a:lnTo>
                  <a:lnTo>
                    <a:pt x="70704" y="4300"/>
                  </a:lnTo>
                  <a:lnTo>
                    <a:pt x="72615" y="6688"/>
                  </a:lnTo>
                  <a:lnTo>
                    <a:pt x="72137" y="10510"/>
                  </a:lnTo>
                  <a:lnTo>
                    <a:pt x="72137" y="11943"/>
                  </a:lnTo>
                  <a:lnTo>
                    <a:pt x="72615" y="13376"/>
                  </a:lnTo>
                  <a:lnTo>
                    <a:pt x="72615" y="16243"/>
                  </a:lnTo>
                  <a:lnTo>
                    <a:pt x="72137" y="19109"/>
                  </a:lnTo>
                  <a:lnTo>
                    <a:pt x="72137" y="21020"/>
                  </a:lnTo>
                  <a:lnTo>
                    <a:pt x="72615" y="23409"/>
                  </a:lnTo>
                  <a:lnTo>
                    <a:pt x="72137" y="27708"/>
                  </a:lnTo>
                  <a:lnTo>
                    <a:pt x="72615" y="30097"/>
                  </a:lnTo>
                  <a:lnTo>
                    <a:pt x="72615" y="32008"/>
                  </a:lnTo>
                  <a:lnTo>
                    <a:pt x="72615" y="32963"/>
                  </a:lnTo>
                  <a:lnTo>
                    <a:pt x="73093" y="33919"/>
                  </a:lnTo>
                  <a:lnTo>
                    <a:pt x="73570" y="34874"/>
                  </a:lnTo>
                  <a:lnTo>
                    <a:pt x="73093" y="3583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2700EF3D-0388-40A4-0DCF-1D06EA11C338}"/>
                </a:ext>
              </a:extLst>
            </p:cNvPr>
            <p:cNvSpPr/>
            <p:nvPr/>
          </p:nvSpPr>
          <p:spPr>
            <a:xfrm>
              <a:off x="8814279" y="5518850"/>
              <a:ext cx="10988" cy="12421"/>
            </a:xfrm>
            <a:custGeom>
              <a:avLst/>
              <a:gdLst>
                <a:gd name="csX0" fmla="*/ 10988 w 10988"/>
                <a:gd name="csY0" fmla="*/ 10032 h 12421"/>
                <a:gd name="csX1" fmla="*/ 10510 w 10988"/>
                <a:gd name="csY1" fmla="*/ 10510 h 12421"/>
                <a:gd name="csX2" fmla="*/ 10510 w 10988"/>
                <a:gd name="csY2" fmla="*/ 10510 h 12421"/>
                <a:gd name="csX3" fmla="*/ 8599 w 10988"/>
                <a:gd name="csY3" fmla="*/ 11943 h 12421"/>
                <a:gd name="csX4" fmla="*/ 6688 w 10988"/>
                <a:gd name="csY4" fmla="*/ 12421 h 12421"/>
                <a:gd name="csX5" fmla="*/ 5733 w 10988"/>
                <a:gd name="csY5" fmla="*/ 11943 h 12421"/>
                <a:gd name="csX6" fmla="*/ 5255 w 10988"/>
                <a:gd name="csY6" fmla="*/ 11466 h 12421"/>
                <a:gd name="csX7" fmla="*/ 4777 w 10988"/>
                <a:gd name="csY7" fmla="*/ 10510 h 12421"/>
                <a:gd name="csX8" fmla="*/ 2389 w 10988"/>
                <a:gd name="csY8" fmla="*/ 6688 h 12421"/>
                <a:gd name="csX9" fmla="*/ 2866 w 10988"/>
                <a:gd name="csY9" fmla="*/ 5733 h 12421"/>
                <a:gd name="csX10" fmla="*/ 1911 w 10988"/>
                <a:gd name="csY10" fmla="*/ 4300 h 12421"/>
                <a:gd name="csX11" fmla="*/ 955 w 10988"/>
                <a:gd name="csY11" fmla="*/ 4300 h 12421"/>
                <a:gd name="csX12" fmla="*/ 0 w 10988"/>
                <a:gd name="csY12" fmla="*/ 3344 h 12421"/>
                <a:gd name="csX13" fmla="*/ 1433 w 10988"/>
                <a:gd name="csY13" fmla="*/ 2389 h 12421"/>
                <a:gd name="csX14" fmla="*/ 3344 w 10988"/>
                <a:gd name="csY14" fmla="*/ 0 h 12421"/>
                <a:gd name="csX15" fmla="*/ 4300 w 10988"/>
                <a:gd name="csY15" fmla="*/ 956 h 12421"/>
                <a:gd name="csX16" fmla="*/ 8121 w 10988"/>
                <a:gd name="csY16" fmla="*/ 4777 h 12421"/>
                <a:gd name="csX17" fmla="*/ 10032 w 10988"/>
                <a:gd name="csY17" fmla="*/ 5733 h 12421"/>
                <a:gd name="csX18" fmla="*/ 10510 w 10988"/>
                <a:gd name="csY18" fmla="*/ 6211 h 12421"/>
                <a:gd name="csX19" fmla="*/ 10032 w 10988"/>
                <a:gd name="csY19" fmla="*/ 8121 h 12421"/>
                <a:gd name="csX20" fmla="*/ 9555 w 10988"/>
                <a:gd name="csY20" fmla="*/ 8599 h 12421"/>
                <a:gd name="csX21" fmla="*/ 10988 w 10988"/>
                <a:gd name="csY21" fmla="*/ 10032 h 12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0988" h="12421">
                  <a:moveTo>
                    <a:pt x="10988" y="10032"/>
                  </a:moveTo>
                  <a:lnTo>
                    <a:pt x="10510" y="10510"/>
                  </a:lnTo>
                  <a:lnTo>
                    <a:pt x="10510" y="10510"/>
                  </a:lnTo>
                  <a:lnTo>
                    <a:pt x="8599" y="11943"/>
                  </a:lnTo>
                  <a:lnTo>
                    <a:pt x="6688" y="12421"/>
                  </a:lnTo>
                  <a:lnTo>
                    <a:pt x="5733" y="11943"/>
                  </a:lnTo>
                  <a:lnTo>
                    <a:pt x="5255" y="11466"/>
                  </a:lnTo>
                  <a:lnTo>
                    <a:pt x="4777" y="10510"/>
                  </a:lnTo>
                  <a:lnTo>
                    <a:pt x="2389" y="6688"/>
                  </a:lnTo>
                  <a:lnTo>
                    <a:pt x="2866" y="5733"/>
                  </a:lnTo>
                  <a:lnTo>
                    <a:pt x="1911" y="4300"/>
                  </a:lnTo>
                  <a:lnTo>
                    <a:pt x="955" y="4300"/>
                  </a:lnTo>
                  <a:lnTo>
                    <a:pt x="0" y="3344"/>
                  </a:lnTo>
                  <a:lnTo>
                    <a:pt x="1433" y="2389"/>
                  </a:lnTo>
                  <a:lnTo>
                    <a:pt x="3344" y="0"/>
                  </a:lnTo>
                  <a:lnTo>
                    <a:pt x="4300" y="956"/>
                  </a:lnTo>
                  <a:lnTo>
                    <a:pt x="8121" y="4777"/>
                  </a:lnTo>
                  <a:lnTo>
                    <a:pt x="10032" y="5733"/>
                  </a:lnTo>
                  <a:lnTo>
                    <a:pt x="10510" y="6211"/>
                  </a:lnTo>
                  <a:lnTo>
                    <a:pt x="10032" y="8121"/>
                  </a:lnTo>
                  <a:lnTo>
                    <a:pt x="9555" y="8599"/>
                  </a:lnTo>
                  <a:lnTo>
                    <a:pt x="10988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505CB86F-680D-9633-ECA7-138168B2CA2A}"/>
                </a:ext>
              </a:extLst>
            </p:cNvPr>
            <p:cNvSpPr/>
            <p:nvPr/>
          </p:nvSpPr>
          <p:spPr>
            <a:xfrm>
              <a:off x="8820968" y="5537004"/>
              <a:ext cx="2388" cy="2388"/>
            </a:xfrm>
            <a:custGeom>
              <a:avLst/>
              <a:gdLst>
                <a:gd name="csX0" fmla="*/ 2389 w 2388"/>
                <a:gd name="csY0" fmla="*/ 478 h 2388"/>
                <a:gd name="csX1" fmla="*/ 1433 w 2388"/>
                <a:gd name="csY1" fmla="*/ 2389 h 2388"/>
                <a:gd name="csX2" fmla="*/ 478 w 2388"/>
                <a:gd name="csY2" fmla="*/ 955 h 2388"/>
                <a:gd name="csX3" fmla="*/ 0 w 2388"/>
                <a:gd name="csY3" fmla="*/ 478 h 2388"/>
                <a:gd name="csX4" fmla="*/ 1433 w 2388"/>
                <a:gd name="csY4" fmla="*/ 0 h 2388"/>
                <a:gd name="csX5" fmla="*/ 1911 w 2388"/>
                <a:gd name="csY5" fmla="*/ 478 h 2388"/>
                <a:gd name="csX6" fmla="*/ 2389 w 2388"/>
                <a:gd name="csY6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2389" y="478"/>
                  </a:moveTo>
                  <a:lnTo>
                    <a:pt x="1433" y="2389"/>
                  </a:lnTo>
                  <a:lnTo>
                    <a:pt x="478" y="955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E8DAC4C4-79BE-90E3-1838-D61D20924C56}"/>
                </a:ext>
              </a:extLst>
            </p:cNvPr>
            <p:cNvSpPr/>
            <p:nvPr/>
          </p:nvSpPr>
          <p:spPr>
            <a:xfrm>
              <a:off x="8819057" y="5587643"/>
              <a:ext cx="2866" cy="3344"/>
            </a:xfrm>
            <a:custGeom>
              <a:avLst/>
              <a:gdLst>
                <a:gd name="csX0" fmla="*/ 2389 w 2866"/>
                <a:gd name="csY0" fmla="*/ 956 h 3344"/>
                <a:gd name="csX1" fmla="*/ 2866 w 2866"/>
                <a:gd name="csY1" fmla="*/ 1433 h 3344"/>
                <a:gd name="csX2" fmla="*/ 1911 w 2866"/>
                <a:gd name="csY2" fmla="*/ 2389 h 3344"/>
                <a:gd name="csX3" fmla="*/ 1911 w 2866"/>
                <a:gd name="csY3" fmla="*/ 2866 h 3344"/>
                <a:gd name="csX4" fmla="*/ 478 w 2866"/>
                <a:gd name="csY4" fmla="*/ 3344 h 3344"/>
                <a:gd name="csX5" fmla="*/ 478 w 2866"/>
                <a:gd name="csY5" fmla="*/ 3344 h 3344"/>
                <a:gd name="csX6" fmla="*/ 478 w 2866"/>
                <a:gd name="csY6" fmla="*/ 1911 h 3344"/>
                <a:gd name="csX7" fmla="*/ 0 w 2866"/>
                <a:gd name="csY7" fmla="*/ 1433 h 3344"/>
                <a:gd name="csX8" fmla="*/ 955 w 2866"/>
                <a:gd name="csY8" fmla="*/ 0 h 3344"/>
                <a:gd name="csX9" fmla="*/ 2389 w 2866"/>
                <a:gd name="csY9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3344">
                  <a:moveTo>
                    <a:pt x="2389" y="956"/>
                  </a:moveTo>
                  <a:lnTo>
                    <a:pt x="2866" y="1433"/>
                  </a:lnTo>
                  <a:lnTo>
                    <a:pt x="1911" y="2389"/>
                  </a:lnTo>
                  <a:lnTo>
                    <a:pt x="1911" y="2866"/>
                  </a:lnTo>
                  <a:lnTo>
                    <a:pt x="478" y="3344"/>
                  </a:lnTo>
                  <a:lnTo>
                    <a:pt x="478" y="3344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955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19FC86F9-629F-08C3-7534-FDB23E3E72AE}"/>
                </a:ext>
              </a:extLst>
            </p:cNvPr>
            <p:cNvSpPr/>
            <p:nvPr/>
          </p:nvSpPr>
          <p:spPr>
            <a:xfrm>
              <a:off x="8814279" y="4833786"/>
              <a:ext cx="5732" cy="6210"/>
            </a:xfrm>
            <a:custGeom>
              <a:avLst/>
              <a:gdLst>
                <a:gd name="csX0" fmla="*/ 5733 w 5732"/>
                <a:gd name="csY0" fmla="*/ 2389 h 6210"/>
                <a:gd name="csX1" fmla="*/ 5733 w 5732"/>
                <a:gd name="csY1" fmla="*/ 2866 h 6210"/>
                <a:gd name="csX2" fmla="*/ 5733 w 5732"/>
                <a:gd name="csY2" fmla="*/ 5255 h 6210"/>
                <a:gd name="csX3" fmla="*/ 4777 w 5732"/>
                <a:gd name="csY3" fmla="*/ 6210 h 6210"/>
                <a:gd name="csX4" fmla="*/ 4300 w 5732"/>
                <a:gd name="csY4" fmla="*/ 6210 h 6210"/>
                <a:gd name="csX5" fmla="*/ 3822 w 5732"/>
                <a:gd name="csY5" fmla="*/ 5733 h 6210"/>
                <a:gd name="csX6" fmla="*/ 1911 w 5732"/>
                <a:gd name="csY6" fmla="*/ 4777 h 6210"/>
                <a:gd name="csX7" fmla="*/ 0 w 5732"/>
                <a:gd name="csY7" fmla="*/ 2866 h 6210"/>
                <a:gd name="csX8" fmla="*/ 0 w 5732"/>
                <a:gd name="csY8" fmla="*/ 956 h 6210"/>
                <a:gd name="csX9" fmla="*/ 478 w 5732"/>
                <a:gd name="csY9" fmla="*/ 0 h 6210"/>
                <a:gd name="csX10" fmla="*/ 1433 w 5732"/>
                <a:gd name="csY10" fmla="*/ 0 h 6210"/>
                <a:gd name="csX11" fmla="*/ 5733 w 5732"/>
                <a:gd name="csY11" fmla="*/ 238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32" h="6210">
                  <a:moveTo>
                    <a:pt x="5733" y="2389"/>
                  </a:moveTo>
                  <a:lnTo>
                    <a:pt x="5733" y="2866"/>
                  </a:lnTo>
                  <a:lnTo>
                    <a:pt x="5733" y="5255"/>
                  </a:lnTo>
                  <a:lnTo>
                    <a:pt x="4777" y="6210"/>
                  </a:lnTo>
                  <a:lnTo>
                    <a:pt x="4300" y="6210"/>
                  </a:lnTo>
                  <a:lnTo>
                    <a:pt x="3822" y="5733"/>
                  </a:lnTo>
                  <a:lnTo>
                    <a:pt x="1911" y="4777"/>
                  </a:lnTo>
                  <a:lnTo>
                    <a:pt x="0" y="2866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57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51FA779A-6FB3-32B2-E12C-B0BF4F4D28D4}"/>
                </a:ext>
              </a:extLst>
            </p:cNvPr>
            <p:cNvSpPr/>
            <p:nvPr/>
          </p:nvSpPr>
          <p:spPr>
            <a:xfrm>
              <a:off x="8813324" y="4775025"/>
              <a:ext cx="2866" cy="1910"/>
            </a:xfrm>
            <a:custGeom>
              <a:avLst/>
              <a:gdLst>
                <a:gd name="csX0" fmla="*/ 2866 w 2866"/>
                <a:gd name="csY0" fmla="*/ 955 h 1910"/>
                <a:gd name="csX1" fmla="*/ 2389 w 2866"/>
                <a:gd name="csY1" fmla="*/ 1911 h 1910"/>
                <a:gd name="csX2" fmla="*/ 955 w 2866"/>
                <a:gd name="csY2" fmla="*/ 1911 h 1910"/>
                <a:gd name="csX3" fmla="*/ 0 w 2866"/>
                <a:gd name="csY3" fmla="*/ 1433 h 1910"/>
                <a:gd name="csX4" fmla="*/ 1433 w 2866"/>
                <a:gd name="csY4" fmla="*/ 1433 h 1910"/>
                <a:gd name="csX5" fmla="*/ 1910 w 2866"/>
                <a:gd name="csY5" fmla="*/ 478 h 1910"/>
                <a:gd name="csX6" fmla="*/ 2389 w 2866"/>
                <a:gd name="csY6" fmla="*/ 0 h 1910"/>
                <a:gd name="csX7" fmla="*/ 2866 w 2866"/>
                <a:gd name="csY7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1910">
                  <a:moveTo>
                    <a:pt x="2866" y="955"/>
                  </a:moveTo>
                  <a:lnTo>
                    <a:pt x="2389" y="1911"/>
                  </a:lnTo>
                  <a:lnTo>
                    <a:pt x="955" y="1911"/>
                  </a:lnTo>
                  <a:lnTo>
                    <a:pt x="0" y="1433"/>
                  </a:lnTo>
                  <a:lnTo>
                    <a:pt x="1433" y="1433"/>
                  </a:lnTo>
                  <a:lnTo>
                    <a:pt x="1910" y="478"/>
                  </a:lnTo>
                  <a:lnTo>
                    <a:pt x="2389" y="0"/>
                  </a:lnTo>
                  <a:lnTo>
                    <a:pt x="286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A3B2F2F7-29B7-EB43-ABEF-90FCE00743E7}"/>
                </a:ext>
              </a:extLst>
            </p:cNvPr>
            <p:cNvSpPr/>
            <p:nvPr/>
          </p:nvSpPr>
          <p:spPr>
            <a:xfrm>
              <a:off x="8789438" y="4769770"/>
              <a:ext cx="18153" cy="4777"/>
            </a:xfrm>
            <a:custGeom>
              <a:avLst/>
              <a:gdLst>
                <a:gd name="csX0" fmla="*/ 18153 w 18153"/>
                <a:gd name="csY0" fmla="*/ 956 h 4777"/>
                <a:gd name="csX1" fmla="*/ 18153 w 18153"/>
                <a:gd name="csY1" fmla="*/ 1911 h 4777"/>
                <a:gd name="csX2" fmla="*/ 17198 w 18153"/>
                <a:gd name="csY2" fmla="*/ 2389 h 4777"/>
                <a:gd name="csX3" fmla="*/ 16242 w 18153"/>
                <a:gd name="csY3" fmla="*/ 2389 h 4777"/>
                <a:gd name="csX4" fmla="*/ 15287 w 18153"/>
                <a:gd name="csY4" fmla="*/ 2389 h 4777"/>
                <a:gd name="csX5" fmla="*/ 13376 w 18153"/>
                <a:gd name="csY5" fmla="*/ 4300 h 4777"/>
                <a:gd name="csX6" fmla="*/ 12421 w 18153"/>
                <a:gd name="csY6" fmla="*/ 3822 h 4777"/>
                <a:gd name="csX7" fmla="*/ 10510 w 18153"/>
                <a:gd name="csY7" fmla="*/ 4300 h 4777"/>
                <a:gd name="csX8" fmla="*/ 8121 w 18153"/>
                <a:gd name="csY8" fmla="*/ 4300 h 4777"/>
                <a:gd name="csX9" fmla="*/ 4299 w 18153"/>
                <a:gd name="csY9" fmla="*/ 3822 h 4777"/>
                <a:gd name="csX10" fmla="*/ 3344 w 18153"/>
                <a:gd name="csY10" fmla="*/ 4300 h 4777"/>
                <a:gd name="csX11" fmla="*/ 2389 w 18153"/>
                <a:gd name="csY11" fmla="*/ 4300 h 4777"/>
                <a:gd name="csX12" fmla="*/ 955 w 18153"/>
                <a:gd name="csY12" fmla="*/ 4777 h 4777"/>
                <a:gd name="csX13" fmla="*/ 478 w 18153"/>
                <a:gd name="csY13" fmla="*/ 4777 h 4777"/>
                <a:gd name="csX14" fmla="*/ 0 w 18153"/>
                <a:gd name="csY14" fmla="*/ 3822 h 4777"/>
                <a:gd name="csX15" fmla="*/ 0 w 18153"/>
                <a:gd name="csY15" fmla="*/ 3344 h 4777"/>
                <a:gd name="csX16" fmla="*/ 1433 w 18153"/>
                <a:gd name="csY16" fmla="*/ 2867 h 4777"/>
                <a:gd name="csX17" fmla="*/ 1433 w 18153"/>
                <a:gd name="csY17" fmla="*/ 1433 h 4777"/>
                <a:gd name="csX18" fmla="*/ 2866 w 18153"/>
                <a:gd name="csY18" fmla="*/ 478 h 4777"/>
                <a:gd name="csX19" fmla="*/ 4777 w 18153"/>
                <a:gd name="csY19" fmla="*/ 478 h 4777"/>
                <a:gd name="csX20" fmla="*/ 6688 w 18153"/>
                <a:gd name="csY20" fmla="*/ 0 h 4777"/>
                <a:gd name="csX21" fmla="*/ 10987 w 18153"/>
                <a:gd name="csY21" fmla="*/ 478 h 4777"/>
                <a:gd name="csX22" fmla="*/ 17198 w 18153"/>
                <a:gd name="csY22" fmla="*/ 1433 h 4777"/>
                <a:gd name="csX23" fmla="*/ 17676 w 18153"/>
                <a:gd name="csY23" fmla="*/ 1433 h 4777"/>
                <a:gd name="csX24" fmla="*/ 17676 w 18153"/>
                <a:gd name="csY24" fmla="*/ 956 h 4777"/>
                <a:gd name="csX25" fmla="*/ 18153 w 18153"/>
                <a:gd name="csY25" fmla="*/ 956 h 4777"/>
                <a:gd name="csX26" fmla="*/ 18153 w 18153"/>
                <a:gd name="csY26" fmla="*/ 95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8153" h="4777">
                  <a:moveTo>
                    <a:pt x="18153" y="956"/>
                  </a:moveTo>
                  <a:lnTo>
                    <a:pt x="18153" y="1911"/>
                  </a:lnTo>
                  <a:lnTo>
                    <a:pt x="17198" y="2389"/>
                  </a:lnTo>
                  <a:lnTo>
                    <a:pt x="16242" y="2389"/>
                  </a:lnTo>
                  <a:lnTo>
                    <a:pt x="15287" y="2389"/>
                  </a:lnTo>
                  <a:lnTo>
                    <a:pt x="13376" y="4300"/>
                  </a:lnTo>
                  <a:lnTo>
                    <a:pt x="12421" y="3822"/>
                  </a:lnTo>
                  <a:lnTo>
                    <a:pt x="10510" y="4300"/>
                  </a:lnTo>
                  <a:lnTo>
                    <a:pt x="8121" y="4300"/>
                  </a:lnTo>
                  <a:lnTo>
                    <a:pt x="4299" y="3822"/>
                  </a:lnTo>
                  <a:lnTo>
                    <a:pt x="3344" y="4300"/>
                  </a:lnTo>
                  <a:lnTo>
                    <a:pt x="2389" y="4300"/>
                  </a:lnTo>
                  <a:lnTo>
                    <a:pt x="955" y="4777"/>
                  </a:lnTo>
                  <a:lnTo>
                    <a:pt x="478" y="4777"/>
                  </a:lnTo>
                  <a:lnTo>
                    <a:pt x="0" y="3822"/>
                  </a:lnTo>
                  <a:lnTo>
                    <a:pt x="0" y="3344"/>
                  </a:lnTo>
                  <a:lnTo>
                    <a:pt x="1433" y="2867"/>
                  </a:lnTo>
                  <a:lnTo>
                    <a:pt x="1433" y="1433"/>
                  </a:lnTo>
                  <a:lnTo>
                    <a:pt x="2866" y="478"/>
                  </a:lnTo>
                  <a:lnTo>
                    <a:pt x="4777" y="478"/>
                  </a:lnTo>
                  <a:lnTo>
                    <a:pt x="6688" y="0"/>
                  </a:lnTo>
                  <a:lnTo>
                    <a:pt x="10987" y="478"/>
                  </a:lnTo>
                  <a:lnTo>
                    <a:pt x="17198" y="1433"/>
                  </a:lnTo>
                  <a:lnTo>
                    <a:pt x="17676" y="1433"/>
                  </a:lnTo>
                  <a:lnTo>
                    <a:pt x="17676" y="956"/>
                  </a:lnTo>
                  <a:lnTo>
                    <a:pt x="18153" y="956"/>
                  </a:lnTo>
                  <a:lnTo>
                    <a:pt x="1815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2720F6CB-6D30-DC0A-2368-02DEA5F81DCC}"/>
                </a:ext>
              </a:extLst>
            </p:cNvPr>
            <p:cNvSpPr/>
            <p:nvPr/>
          </p:nvSpPr>
          <p:spPr>
            <a:xfrm>
              <a:off x="8804725" y="5600064"/>
              <a:ext cx="2866" cy="3822"/>
            </a:xfrm>
            <a:custGeom>
              <a:avLst/>
              <a:gdLst>
                <a:gd name="csX0" fmla="*/ 1911 w 2866"/>
                <a:gd name="csY0" fmla="*/ 956 h 3822"/>
                <a:gd name="csX1" fmla="*/ 2866 w 2866"/>
                <a:gd name="csY1" fmla="*/ 3822 h 3822"/>
                <a:gd name="csX2" fmla="*/ 1433 w 2866"/>
                <a:gd name="csY2" fmla="*/ 3822 h 3822"/>
                <a:gd name="csX3" fmla="*/ 955 w 2866"/>
                <a:gd name="csY3" fmla="*/ 3822 h 3822"/>
                <a:gd name="csX4" fmla="*/ 955 w 2866"/>
                <a:gd name="csY4" fmla="*/ 2389 h 3822"/>
                <a:gd name="csX5" fmla="*/ 0 w 2866"/>
                <a:gd name="csY5" fmla="*/ 1911 h 3822"/>
                <a:gd name="csX6" fmla="*/ 478 w 2866"/>
                <a:gd name="csY6" fmla="*/ 1433 h 3822"/>
                <a:gd name="csX7" fmla="*/ 478 w 2866"/>
                <a:gd name="csY7" fmla="*/ 478 h 3822"/>
                <a:gd name="csX8" fmla="*/ 955 w 2866"/>
                <a:gd name="csY8" fmla="*/ 0 h 3822"/>
                <a:gd name="csX9" fmla="*/ 1911 w 2866"/>
                <a:gd name="csY9" fmla="*/ 956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3822">
                  <a:moveTo>
                    <a:pt x="1911" y="956"/>
                  </a:moveTo>
                  <a:lnTo>
                    <a:pt x="2866" y="3822"/>
                  </a:lnTo>
                  <a:lnTo>
                    <a:pt x="1433" y="3822"/>
                  </a:lnTo>
                  <a:lnTo>
                    <a:pt x="955" y="3822"/>
                  </a:lnTo>
                  <a:lnTo>
                    <a:pt x="955" y="2389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F71BA0CC-6C26-0B61-87B8-A28E0902DB14}"/>
                </a:ext>
              </a:extLst>
            </p:cNvPr>
            <p:cNvSpPr/>
            <p:nvPr/>
          </p:nvSpPr>
          <p:spPr>
            <a:xfrm>
              <a:off x="8800903" y="5604841"/>
              <a:ext cx="5255" cy="5732"/>
            </a:xfrm>
            <a:custGeom>
              <a:avLst/>
              <a:gdLst>
                <a:gd name="csX0" fmla="*/ 4777 w 5255"/>
                <a:gd name="csY0" fmla="*/ 1911 h 5732"/>
                <a:gd name="csX1" fmla="*/ 5255 w 5255"/>
                <a:gd name="csY1" fmla="*/ 2867 h 5732"/>
                <a:gd name="csX2" fmla="*/ 4300 w 5255"/>
                <a:gd name="csY2" fmla="*/ 5733 h 5732"/>
                <a:gd name="csX3" fmla="*/ 2389 w 5255"/>
                <a:gd name="csY3" fmla="*/ 5255 h 5732"/>
                <a:gd name="csX4" fmla="*/ 956 w 5255"/>
                <a:gd name="csY4" fmla="*/ 5733 h 5732"/>
                <a:gd name="csX5" fmla="*/ 0 w 5255"/>
                <a:gd name="csY5" fmla="*/ 3822 h 5732"/>
                <a:gd name="csX6" fmla="*/ 0 w 5255"/>
                <a:gd name="csY6" fmla="*/ 3344 h 5732"/>
                <a:gd name="csX7" fmla="*/ 1433 w 5255"/>
                <a:gd name="csY7" fmla="*/ 3822 h 5732"/>
                <a:gd name="csX8" fmla="*/ 1911 w 5255"/>
                <a:gd name="csY8" fmla="*/ 3344 h 5732"/>
                <a:gd name="csX9" fmla="*/ 1911 w 5255"/>
                <a:gd name="csY9" fmla="*/ 2389 h 5732"/>
                <a:gd name="csX10" fmla="*/ 2389 w 5255"/>
                <a:gd name="csY10" fmla="*/ 2389 h 5732"/>
                <a:gd name="csX11" fmla="*/ 2867 w 5255"/>
                <a:gd name="csY11" fmla="*/ 1433 h 5732"/>
                <a:gd name="csX12" fmla="*/ 3822 w 5255"/>
                <a:gd name="csY12" fmla="*/ 0 h 5732"/>
                <a:gd name="csX13" fmla="*/ 4300 w 5255"/>
                <a:gd name="csY13" fmla="*/ 0 h 5732"/>
                <a:gd name="csX14" fmla="*/ 4777 w 5255"/>
                <a:gd name="csY14" fmla="*/ 1911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255" h="5732">
                  <a:moveTo>
                    <a:pt x="4777" y="1911"/>
                  </a:moveTo>
                  <a:lnTo>
                    <a:pt x="5255" y="2867"/>
                  </a:lnTo>
                  <a:lnTo>
                    <a:pt x="4300" y="5733"/>
                  </a:lnTo>
                  <a:lnTo>
                    <a:pt x="2389" y="5255"/>
                  </a:lnTo>
                  <a:lnTo>
                    <a:pt x="956" y="5733"/>
                  </a:lnTo>
                  <a:lnTo>
                    <a:pt x="0" y="3822"/>
                  </a:lnTo>
                  <a:lnTo>
                    <a:pt x="0" y="3344"/>
                  </a:lnTo>
                  <a:lnTo>
                    <a:pt x="1433" y="3822"/>
                  </a:lnTo>
                  <a:lnTo>
                    <a:pt x="1911" y="3344"/>
                  </a:lnTo>
                  <a:lnTo>
                    <a:pt x="1911" y="2389"/>
                  </a:lnTo>
                  <a:lnTo>
                    <a:pt x="2389" y="2389"/>
                  </a:lnTo>
                  <a:lnTo>
                    <a:pt x="2867" y="1433"/>
                  </a:lnTo>
                  <a:lnTo>
                    <a:pt x="3822" y="0"/>
                  </a:lnTo>
                  <a:lnTo>
                    <a:pt x="4300" y="0"/>
                  </a:lnTo>
                  <a:lnTo>
                    <a:pt x="477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16676BE2-98A6-2B07-B3B8-F219FFCF350C}"/>
                </a:ext>
              </a:extLst>
            </p:cNvPr>
            <p:cNvSpPr/>
            <p:nvPr/>
          </p:nvSpPr>
          <p:spPr>
            <a:xfrm>
              <a:off x="8798992" y="4828531"/>
              <a:ext cx="4299" cy="4299"/>
            </a:xfrm>
            <a:custGeom>
              <a:avLst/>
              <a:gdLst>
                <a:gd name="csX0" fmla="*/ 3821 w 4299"/>
                <a:gd name="csY0" fmla="*/ 956 h 4299"/>
                <a:gd name="csX1" fmla="*/ 4299 w 4299"/>
                <a:gd name="csY1" fmla="*/ 3344 h 4299"/>
                <a:gd name="csX2" fmla="*/ 3344 w 4299"/>
                <a:gd name="csY2" fmla="*/ 4300 h 4299"/>
                <a:gd name="csX3" fmla="*/ 2389 w 4299"/>
                <a:gd name="csY3" fmla="*/ 4300 h 4299"/>
                <a:gd name="csX4" fmla="*/ 478 w 4299"/>
                <a:gd name="csY4" fmla="*/ 2867 h 4299"/>
                <a:gd name="csX5" fmla="*/ 0 w 4299"/>
                <a:gd name="csY5" fmla="*/ 1911 h 4299"/>
                <a:gd name="csX6" fmla="*/ 0 w 4299"/>
                <a:gd name="csY6" fmla="*/ 956 h 4299"/>
                <a:gd name="csX7" fmla="*/ 2389 w 4299"/>
                <a:gd name="csY7" fmla="*/ 0 h 4299"/>
                <a:gd name="csX8" fmla="*/ 3821 w 4299"/>
                <a:gd name="csY8" fmla="*/ 95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4299">
                  <a:moveTo>
                    <a:pt x="3821" y="956"/>
                  </a:moveTo>
                  <a:lnTo>
                    <a:pt x="4299" y="3344"/>
                  </a:lnTo>
                  <a:lnTo>
                    <a:pt x="3344" y="4300"/>
                  </a:lnTo>
                  <a:lnTo>
                    <a:pt x="2389" y="4300"/>
                  </a:lnTo>
                  <a:lnTo>
                    <a:pt x="478" y="2867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2389" y="0"/>
                  </a:lnTo>
                  <a:lnTo>
                    <a:pt x="38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AED4E9DD-DC46-3845-54CD-9E3AE4C24E85}"/>
                </a:ext>
              </a:extLst>
            </p:cNvPr>
            <p:cNvSpPr/>
            <p:nvPr/>
          </p:nvSpPr>
          <p:spPr>
            <a:xfrm>
              <a:off x="8791348" y="3849663"/>
              <a:ext cx="5733" cy="3821"/>
            </a:xfrm>
            <a:custGeom>
              <a:avLst/>
              <a:gdLst>
                <a:gd name="csX0" fmla="*/ 5255 w 5733"/>
                <a:gd name="csY0" fmla="*/ 956 h 3821"/>
                <a:gd name="csX1" fmla="*/ 5733 w 5733"/>
                <a:gd name="csY1" fmla="*/ 1433 h 3821"/>
                <a:gd name="csX2" fmla="*/ 1911 w 5733"/>
                <a:gd name="csY2" fmla="*/ 2866 h 3821"/>
                <a:gd name="csX3" fmla="*/ 1433 w 5733"/>
                <a:gd name="csY3" fmla="*/ 3822 h 3821"/>
                <a:gd name="csX4" fmla="*/ 0 w 5733"/>
                <a:gd name="csY4" fmla="*/ 3344 h 3821"/>
                <a:gd name="csX5" fmla="*/ 0 w 5733"/>
                <a:gd name="csY5" fmla="*/ 1911 h 3821"/>
                <a:gd name="csX6" fmla="*/ 0 w 5733"/>
                <a:gd name="csY6" fmla="*/ 1433 h 3821"/>
                <a:gd name="csX7" fmla="*/ 4300 w 5733"/>
                <a:gd name="csY7" fmla="*/ 0 h 3821"/>
                <a:gd name="csX8" fmla="*/ 5255 w 5733"/>
                <a:gd name="csY8" fmla="*/ 95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3" h="3821">
                  <a:moveTo>
                    <a:pt x="5255" y="956"/>
                  </a:moveTo>
                  <a:lnTo>
                    <a:pt x="5733" y="1433"/>
                  </a:lnTo>
                  <a:lnTo>
                    <a:pt x="1911" y="2866"/>
                  </a:lnTo>
                  <a:lnTo>
                    <a:pt x="1433" y="3822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300" y="0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06AE9F85-9034-6CF2-28B0-B50CAF9CB93B}"/>
                </a:ext>
              </a:extLst>
            </p:cNvPr>
            <p:cNvSpPr/>
            <p:nvPr/>
          </p:nvSpPr>
          <p:spPr>
            <a:xfrm>
              <a:off x="8767940" y="3833420"/>
              <a:ext cx="22453" cy="21020"/>
            </a:xfrm>
            <a:custGeom>
              <a:avLst/>
              <a:gdLst>
                <a:gd name="csX0" fmla="*/ 22453 w 22453"/>
                <a:gd name="csY0" fmla="*/ 1433 h 21020"/>
                <a:gd name="csX1" fmla="*/ 21498 w 22453"/>
                <a:gd name="csY1" fmla="*/ 3344 h 21020"/>
                <a:gd name="csX2" fmla="*/ 19587 w 22453"/>
                <a:gd name="csY2" fmla="*/ 3344 h 21020"/>
                <a:gd name="csX3" fmla="*/ 17198 w 22453"/>
                <a:gd name="csY3" fmla="*/ 5733 h 21020"/>
                <a:gd name="csX4" fmla="*/ 14332 w 22453"/>
                <a:gd name="csY4" fmla="*/ 6210 h 21020"/>
                <a:gd name="csX5" fmla="*/ 13376 w 22453"/>
                <a:gd name="csY5" fmla="*/ 6688 h 21020"/>
                <a:gd name="csX6" fmla="*/ 9555 w 22453"/>
                <a:gd name="csY6" fmla="*/ 10032 h 21020"/>
                <a:gd name="csX7" fmla="*/ 9076 w 22453"/>
                <a:gd name="csY7" fmla="*/ 11466 h 21020"/>
                <a:gd name="csX8" fmla="*/ 6688 w 22453"/>
                <a:gd name="csY8" fmla="*/ 14332 h 21020"/>
                <a:gd name="csX9" fmla="*/ 2866 w 22453"/>
                <a:gd name="csY9" fmla="*/ 16721 h 21020"/>
                <a:gd name="csX10" fmla="*/ 2389 w 22453"/>
                <a:gd name="csY10" fmla="*/ 21020 h 21020"/>
                <a:gd name="csX11" fmla="*/ 0 w 22453"/>
                <a:gd name="csY11" fmla="*/ 19587 h 21020"/>
                <a:gd name="csX12" fmla="*/ 0 w 22453"/>
                <a:gd name="csY12" fmla="*/ 17676 h 21020"/>
                <a:gd name="csX13" fmla="*/ 478 w 22453"/>
                <a:gd name="csY13" fmla="*/ 16243 h 21020"/>
                <a:gd name="csX14" fmla="*/ 4777 w 22453"/>
                <a:gd name="csY14" fmla="*/ 12899 h 21020"/>
                <a:gd name="csX15" fmla="*/ 6210 w 22453"/>
                <a:gd name="csY15" fmla="*/ 10988 h 21020"/>
                <a:gd name="csX16" fmla="*/ 6688 w 22453"/>
                <a:gd name="csY16" fmla="*/ 9555 h 21020"/>
                <a:gd name="csX17" fmla="*/ 8121 w 22453"/>
                <a:gd name="csY17" fmla="*/ 8121 h 21020"/>
                <a:gd name="csX18" fmla="*/ 9076 w 22453"/>
                <a:gd name="csY18" fmla="*/ 6688 h 21020"/>
                <a:gd name="csX19" fmla="*/ 10032 w 22453"/>
                <a:gd name="csY19" fmla="*/ 5733 h 21020"/>
                <a:gd name="csX20" fmla="*/ 13376 w 22453"/>
                <a:gd name="csY20" fmla="*/ 0 h 21020"/>
                <a:gd name="csX21" fmla="*/ 15287 w 22453"/>
                <a:gd name="csY21" fmla="*/ 478 h 21020"/>
                <a:gd name="csX22" fmla="*/ 18153 w 22453"/>
                <a:gd name="csY22" fmla="*/ 1911 h 21020"/>
                <a:gd name="csX23" fmla="*/ 22453 w 22453"/>
                <a:gd name="csY23" fmla="*/ 1433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2453" h="21020">
                  <a:moveTo>
                    <a:pt x="22453" y="1433"/>
                  </a:moveTo>
                  <a:lnTo>
                    <a:pt x="21498" y="3344"/>
                  </a:lnTo>
                  <a:lnTo>
                    <a:pt x="19587" y="3344"/>
                  </a:lnTo>
                  <a:lnTo>
                    <a:pt x="17198" y="5733"/>
                  </a:lnTo>
                  <a:lnTo>
                    <a:pt x="14332" y="6210"/>
                  </a:lnTo>
                  <a:lnTo>
                    <a:pt x="13376" y="6688"/>
                  </a:lnTo>
                  <a:lnTo>
                    <a:pt x="9555" y="10032"/>
                  </a:lnTo>
                  <a:lnTo>
                    <a:pt x="9076" y="11466"/>
                  </a:lnTo>
                  <a:lnTo>
                    <a:pt x="6688" y="14332"/>
                  </a:lnTo>
                  <a:lnTo>
                    <a:pt x="2866" y="16721"/>
                  </a:lnTo>
                  <a:lnTo>
                    <a:pt x="2389" y="21020"/>
                  </a:lnTo>
                  <a:lnTo>
                    <a:pt x="0" y="19587"/>
                  </a:lnTo>
                  <a:lnTo>
                    <a:pt x="0" y="17676"/>
                  </a:lnTo>
                  <a:lnTo>
                    <a:pt x="478" y="16243"/>
                  </a:lnTo>
                  <a:lnTo>
                    <a:pt x="4777" y="12899"/>
                  </a:lnTo>
                  <a:lnTo>
                    <a:pt x="6210" y="10988"/>
                  </a:lnTo>
                  <a:lnTo>
                    <a:pt x="6688" y="9555"/>
                  </a:lnTo>
                  <a:lnTo>
                    <a:pt x="8121" y="8121"/>
                  </a:lnTo>
                  <a:lnTo>
                    <a:pt x="9076" y="6688"/>
                  </a:lnTo>
                  <a:lnTo>
                    <a:pt x="10032" y="5733"/>
                  </a:lnTo>
                  <a:lnTo>
                    <a:pt x="13376" y="0"/>
                  </a:lnTo>
                  <a:lnTo>
                    <a:pt x="15287" y="478"/>
                  </a:lnTo>
                  <a:lnTo>
                    <a:pt x="18153" y="1911"/>
                  </a:lnTo>
                  <a:lnTo>
                    <a:pt x="2245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E2E655AD-0BCC-9C98-1F7C-D8C80CC03C35}"/>
                </a:ext>
              </a:extLst>
            </p:cNvPr>
            <p:cNvSpPr/>
            <p:nvPr/>
          </p:nvSpPr>
          <p:spPr>
            <a:xfrm>
              <a:off x="8784660" y="3854918"/>
              <a:ext cx="1432" cy="955"/>
            </a:xfrm>
            <a:custGeom>
              <a:avLst/>
              <a:gdLst>
                <a:gd name="csX0" fmla="*/ 1433 w 1432"/>
                <a:gd name="csY0" fmla="*/ 478 h 955"/>
                <a:gd name="csX1" fmla="*/ 1433 w 1432"/>
                <a:gd name="csY1" fmla="*/ 956 h 955"/>
                <a:gd name="csX2" fmla="*/ 955 w 1432"/>
                <a:gd name="csY2" fmla="*/ 956 h 955"/>
                <a:gd name="csX3" fmla="*/ 0 w 1432"/>
                <a:gd name="csY3" fmla="*/ 956 h 955"/>
                <a:gd name="csX4" fmla="*/ 0 w 1432"/>
                <a:gd name="csY4" fmla="*/ 478 h 955"/>
                <a:gd name="csX5" fmla="*/ 0 w 1432"/>
                <a:gd name="csY5" fmla="*/ 478 h 955"/>
                <a:gd name="csX6" fmla="*/ 478 w 1432"/>
                <a:gd name="csY6" fmla="*/ 0 h 955"/>
                <a:gd name="csX7" fmla="*/ 955 w 1432"/>
                <a:gd name="csY7" fmla="*/ 0 h 955"/>
                <a:gd name="csX8" fmla="*/ 1433 w 1432"/>
                <a:gd name="csY8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2" h="955">
                  <a:moveTo>
                    <a:pt x="1433" y="478"/>
                  </a:moveTo>
                  <a:lnTo>
                    <a:pt x="1433" y="956"/>
                  </a:lnTo>
                  <a:lnTo>
                    <a:pt x="955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0B71BB57-2EED-1CA0-020B-32E8F538163B}"/>
                </a:ext>
              </a:extLst>
            </p:cNvPr>
            <p:cNvSpPr/>
            <p:nvPr/>
          </p:nvSpPr>
          <p:spPr>
            <a:xfrm>
              <a:off x="8780838" y="5069784"/>
              <a:ext cx="5254" cy="4777"/>
            </a:xfrm>
            <a:custGeom>
              <a:avLst/>
              <a:gdLst>
                <a:gd name="csX0" fmla="*/ 4300 w 5254"/>
                <a:gd name="csY0" fmla="*/ 1911 h 4777"/>
                <a:gd name="csX1" fmla="*/ 5255 w 5254"/>
                <a:gd name="csY1" fmla="*/ 3344 h 4777"/>
                <a:gd name="csX2" fmla="*/ 4777 w 5254"/>
                <a:gd name="csY2" fmla="*/ 4300 h 4777"/>
                <a:gd name="csX3" fmla="*/ 4300 w 5254"/>
                <a:gd name="csY3" fmla="*/ 4777 h 4777"/>
                <a:gd name="csX4" fmla="*/ 2866 w 5254"/>
                <a:gd name="csY4" fmla="*/ 4300 h 4777"/>
                <a:gd name="csX5" fmla="*/ 1911 w 5254"/>
                <a:gd name="csY5" fmla="*/ 2389 h 4777"/>
                <a:gd name="csX6" fmla="*/ 478 w 5254"/>
                <a:gd name="csY6" fmla="*/ 956 h 4777"/>
                <a:gd name="csX7" fmla="*/ 0 w 5254"/>
                <a:gd name="csY7" fmla="*/ 478 h 4777"/>
                <a:gd name="csX8" fmla="*/ 1911 w 5254"/>
                <a:gd name="csY8" fmla="*/ 478 h 4777"/>
                <a:gd name="csX9" fmla="*/ 2866 w 5254"/>
                <a:gd name="csY9" fmla="*/ 0 h 4777"/>
                <a:gd name="csX10" fmla="*/ 3344 w 5254"/>
                <a:gd name="csY10" fmla="*/ 0 h 4777"/>
                <a:gd name="csX11" fmla="*/ 3822 w 5254"/>
                <a:gd name="csY11" fmla="*/ 0 h 4777"/>
                <a:gd name="csX12" fmla="*/ 4300 w 5254"/>
                <a:gd name="csY12" fmla="*/ 1911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254" h="4777">
                  <a:moveTo>
                    <a:pt x="4300" y="1911"/>
                  </a:moveTo>
                  <a:lnTo>
                    <a:pt x="5255" y="3344"/>
                  </a:lnTo>
                  <a:lnTo>
                    <a:pt x="4777" y="4300"/>
                  </a:lnTo>
                  <a:lnTo>
                    <a:pt x="4300" y="4777"/>
                  </a:lnTo>
                  <a:lnTo>
                    <a:pt x="2866" y="4300"/>
                  </a:lnTo>
                  <a:lnTo>
                    <a:pt x="1911" y="2389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1911" y="478"/>
                  </a:lnTo>
                  <a:lnTo>
                    <a:pt x="2866" y="0"/>
                  </a:lnTo>
                  <a:lnTo>
                    <a:pt x="3344" y="0"/>
                  </a:lnTo>
                  <a:lnTo>
                    <a:pt x="3822" y="0"/>
                  </a:lnTo>
                  <a:lnTo>
                    <a:pt x="430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AE517CD9-000D-17E5-E6A6-6DE04947AFF5}"/>
                </a:ext>
              </a:extLst>
            </p:cNvPr>
            <p:cNvSpPr/>
            <p:nvPr/>
          </p:nvSpPr>
          <p:spPr>
            <a:xfrm>
              <a:off x="8779405" y="3860173"/>
              <a:ext cx="1911" cy="955"/>
            </a:xfrm>
            <a:custGeom>
              <a:avLst/>
              <a:gdLst>
                <a:gd name="csX0" fmla="*/ 1911 w 1911"/>
                <a:gd name="csY0" fmla="*/ 0 h 955"/>
                <a:gd name="csX1" fmla="*/ 1433 w 1911"/>
                <a:gd name="csY1" fmla="*/ 478 h 955"/>
                <a:gd name="csX2" fmla="*/ 956 w 1911"/>
                <a:gd name="csY2" fmla="*/ 478 h 955"/>
                <a:gd name="csX3" fmla="*/ 478 w 1911"/>
                <a:gd name="csY3" fmla="*/ 955 h 955"/>
                <a:gd name="csX4" fmla="*/ 478 w 1911"/>
                <a:gd name="csY4" fmla="*/ 955 h 955"/>
                <a:gd name="csX5" fmla="*/ 0 w 1911"/>
                <a:gd name="csY5" fmla="*/ 478 h 955"/>
                <a:gd name="csX6" fmla="*/ 478 w 1911"/>
                <a:gd name="csY6" fmla="*/ 478 h 955"/>
                <a:gd name="csX7" fmla="*/ 1433 w 1911"/>
                <a:gd name="csY7" fmla="*/ 0 h 955"/>
                <a:gd name="csX8" fmla="*/ 1911 w 1911"/>
                <a:gd name="csY8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955">
                  <a:moveTo>
                    <a:pt x="1911" y="0"/>
                  </a:moveTo>
                  <a:lnTo>
                    <a:pt x="1433" y="478"/>
                  </a:lnTo>
                  <a:lnTo>
                    <a:pt x="956" y="478"/>
                  </a:lnTo>
                  <a:lnTo>
                    <a:pt x="478" y="955"/>
                  </a:lnTo>
                  <a:lnTo>
                    <a:pt x="478" y="955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" name="Freeform 338">
              <a:extLst>
                <a:ext uri="{FF2B5EF4-FFF2-40B4-BE49-F238E27FC236}">
                  <a16:creationId xmlns:a16="http://schemas.microsoft.com/office/drawing/2014/main" id="{55E460CB-1087-4483-4EE7-ED6DD5CCDE95}"/>
                </a:ext>
              </a:extLst>
            </p:cNvPr>
            <p:cNvSpPr/>
            <p:nvPr/>
          </p:nvSpPr>
          <p:spPr>
            <a:xfrm>
              <a:off x="8776539" y="4816588"/>
              <a:ext cx="3822" cy="3822"/>
            </a:xfrm>
            <a:custGeom>
              <a:avLst/>
              <a:gdLst>
                <a:gd name="csX0" fmla="*/ 3344 w 3822"/>
                <a:gd name="csY0" fmla="*/ 956 h 3822"/>
                <a:gd name="csX1" fmla="*/ 3822 w 3822"/>
                <a:gd name="csY1" fmla="*/ 1911 h 3822"/>
                <a:gd name="csX2" fmla="*/ 2866 w 3822"/>
                <a:gd name="csY2" fmla="*/ 3344 h 3822"/>
                <a:gd name="csX3" fmla="*/ 1433 w 3822"/>
                <a:gd name="csY3" fmla="*/ 3822 h 3822"/>
                <a:gd name="csX4" fmla="*/ 478 w 3822"/>
                <a:gd name="csY4" fmla="*/ 3822 h 3822"/>
                <a:gd name="csX5" fmla="*/ 0 w 3822"/>
                <a:gd name="csY5" fmla="*/ 2389 h 3822"/>
                <a:gd name="csX6" fmla="*/ 478 w 3822"/>
                <a:gd name="csY6" fmla="*/ 1433 h 3822"/>
                <a:gd name="csX7" fmla="*/ 1911 w 3822"/>
                <a:gd name="csY7" fmla="*/ 478 h 3822"/>
                <a:gd name="csX8" fmla="*/ 2389 w 3822"/>
                <a:gd name="csY8" fmla="*/ 0 h 3822"/>
                <a:gd name="csX9" fmla="*/ 3344 w 3822"/>
                <a:gd name="csY9" fmla="*/ 956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3822">
                  <a:moveTo>
                    <a:pt x="3344" y="956"/>
                  </a:moveTo>
                  <a:lnTo>
                    <a:pt x="3822" y="1911"/>
                  </a:lnTo>
                  <a:lnTo>
                    <a:pt x="2866" y="3344"/>
                  </a:lnTo>
                  <a:lnTo>
                    <a:pt x="1433" y="3822"/>
                  </a:lnTo>
                  <a:lnTo>
                    <a:pt x="478" y="3822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33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61AF5D4E-AF7C-8E83-6A22-2CC305DE9BA0}"/>
                </a:ext>
              </a:extLst>
            </p:cNvPr>
            <p:cNvSpPr/>
            <p:nvPr/>
          </p:nvSpPr>
          <p:spPr>
            <a:xfrm>
              <a:off x="8776539" y="3859696"/>
              <a:ext cx="1433" cy="955"/>
            </a:xfrm>
            <a:custGeom>
              <a:avLst/>
              <a:gdLst>
                <a:gd name="csX0" fmla="*/ 1433 w 1433"/>
                <a:gd name="csY0" fmla="*/ 478 h 955"/>
                <a:gd name="csX1" fmla="*/ 1433 w 1433"/>
                <a:gd name="csY1" fmla="*/ 956 h 955"/>
                <a:gd name="csX2" fmla="*/ 956 w 1433"/>
                <a:gd name="csY2" fmla="*/ 956 h 955"/>
                <a:gd name="csX3" fmla="*/ 956 w 1433"/>
                <a:gd name="csY3" fmla="*/ 956 h 955"/>
                <a:gd name="csX4" fmla="*/ 478 w 1433"/>
                <a:gd name="csY4" fmla="*/ 956 h 955"/>
                <a:gd name="csX5" fmla="*/ 478 w 1433"/>
                <a:gd name="csY5" fmla="*/ 956 h 955"/>
                <a:gd name="csX6" fmla="*/ 0 w 1433"/>
                <a:gd name="csY6" fmla="*/ 478 h 955"/>
                <a:gd name="csX7" fmla="*/ 0 w 1433"/>
                <a:gd name="csY7" fmla="*/ 478 h 955"/>
                <a:gd name="csX8" fmla="*/ 0 w 1433"/>
                <a:gd name="csY8" fmla="*/ 0 h 955"/>
                <a:gd name="csX9" fmla="*/ 0 w 1433"/>
                <a:gd name="csY9" fmla="*/ 0 h 955"/>
                <a:gd name="csX10" fmla="*/ 478 w 1433"/>
                <a:gd name="csY10" fmla="*/ 478 h 955"/>
                <a:gd name="csX11" fmla="*/ 956 w 1433"/>
                <a:gd name="csY11" fmla="*/ 0 h 955"/>
                <a:gd name="csX12" fmla="*/ 956 w 1433"/>
                <a:gd name="csY12" fmla="*/ 0 h 955"/>
                <a:gd name="csX13" fmla="*/ 1433 w 1433"/>
                <a:gd name="csY13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433" h="955">
                  <a:moveTo>
                    <a:pt x="1433" y="478"/>
                  </a:moveTo>
                  <a:lnTo>
                    <a:pt x="1433" y="956"/>
                  </a:lnTo>
                  <a:lnTo>
                    <a:pt x="956" y="956"/>
                  </a:lnTo>
                  <a:lnTo>
                    <a:pt x="956" y="956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EAF1CC40-F308-19AB-E56D-803B7B4CCD6D}"/>
                </a:ext>
              </a:extLst>
            </p:cNvPr>
            <p:cNvSpPr/>
            <p:nvPr/>
          </p:nvSpPr>
          <p:spPr>
            <a:xfrm>
              <a:off x="8656629" y="3807623"/>
              <a:ext cx="118954" cy="102233"/>
            </a:xfrm>
            <a:custGeom>
              <a:avLst/>
              <a:gdLst>
                <a:gd name="csX0" fmla="*/ 118955 w 118954"/>
                <a:gd name="csY0" fmla="*/ 53983 h 102233"/>
                <a:gd name="csX1" fmla="*/ 117044 w 118954"/>
                <a:gd name="csY1" fmla="*/ 54939 h 102233"/>
                <a:gd name="csX2" fmla="*/ 115133 w 118954"/>
                <a:gd name="csY2" fmla="*/ 56372 h 102233"/>
                <a:gd name="csX3" fmla="*/ 113222 w 118954"/>
                <a:gd name="csY3" fmla="*/ 58761 h 102233"/>
                <a:gd name="csX4" fmla="*/ 112744 w 118954"/>
                <a:gd name="csY4" fmla="*/ 59238 h 102233"/>
                <a:gd name="csX5" fmla="*/ 110833 w 118954"/>
                <a:gd name="csY5" fmla="*/ 59238 h 102233"/>
                <a:gd name="csX6" fmla="*/ 109400 w 118954"/>
                <a:gd name="csY6" fmla="*/ 59238 h 102233"/>
                <a:gd name="csX7" fmla="*/ 107012 w 118954"/>
                <a:gd name="csY7" fmla="*/ 60194 h 102233"/>
                <a:gd name="csX8" fmla="*/ 105100 w 118954"/>
                <a:gd name="csY8" fmla="*/ 61627 h 102233"/>
                <a:gd name="csX9" fmla="*/ 103189 w 118954"/>
                <a:gd name="csY9" fmla="*/ 63060 h 102233"/>
                <a:gd name="csX10" fmla="*/ 101278 w 118954"/>
                <a:gd name="csY10" fmla="*/ 63538 h 102233"/>
                <a:gd name="csX11" fmla="*/ 98890 w 118954"/>
                <a:gd name="csY11" fmla="*/ 64016 h 102233"/>
                <a:gd name="csX12" fmla="*/ 95546 w 118954"/>
                <a:gd name="csY12" fmla="*/ 64971 h 102233"/>
                <a:gd name="csX13" fmla="*/ 93157 w 118954"/>
                <a:gd name="csY13" fmla="*/ 64971 h 102233"/>
                <a:gd name="csX14" fmla="*/ 88858 w 118954"/>
                <a:gd name="csY14" fmla="*/ 64016 h 102233"/>
                <a:gd name="csX15" fmla="*/ 86947 w 118954"/>
                <a:gd name="csY15" fmla="*/ 64493 h 102233"/>
                <a:gd name="csX16" fmla="*/ 82169 w 118954"/>
                <a:gd name="csY16" fmla="*/ 66404 h 102233"/>
                <a:gd name="csX17" fmla="*/ 77870 w 118954"/>
                <a:gd name="csY17" fmla="*/ 69748 h 102233"/>
                <a:gd name="csX18" fmla="*/ 74526 w 118954"/>
                <a:gd name="csY18" fmla="*/ 73570 h 102233"/>
                <a:gd name="csX19" fmla="*/ 71659 w 118954"/>
                <a:gd name="csY19" fmla="*/ 77870 h 102233"/>
                <a:gd name="csX20" fmla="*/ 70226 w 118954"/>
                <a:gd name="csY20" fmla="*/ 80258 h 102233"/>
                <a:gd name="csX21" fmla="*/ 69748 w 118954"/>
                <a:gd name="csY21" fmla="*/ 82647 h 102233"/>
                <a:gd name="csX22" fmla="*/ 69271 w 118954"/>
                <a:gd name="csY22" fmla="*/ 84558 h 102233"/>
                <a:gd name="csX23" fmla="*/ 69271 w 118954"/>
                <a:gd name="csY23" fmla="*/ 85991 h 102233"/>
                <a:gd name="csX24" fmla="*/ 68316 w 118954"/>
                <a:gd name="csY24" fmla="*/ 87424 h 102233"/>
                <a:gd name="csX25" fmla="*/ 67837 w 118954"/>
                <a:gd name="csY25" fmla="*/ 88380 h 102233"/>
                <a:gd name="csX26" fmla="*/ 64971 w 118954"/>
                <a:gd name="csY26" fmla="*/ 87902 h 102233"/>
                <a:gd name="csX27" fmla="*/ 61150 w 118954"/>
                <a:gd name="csY27" fmla="*/ 85513 h 102233"/>
                <a:gd name="csX28" fmla="*/ 53028 w 118954"/>
                <a:gd name="csY28" fmla="*/ 81692 h 102233"/>
                <a:gd name="csX29" fmla="*/ 44907 w 118954"/>
                <a:gd name="csY29" fmla="*/ 76437 h 102233"/>
                <a:gd name="csX30" fmla="*/ 40129 w 118954"/>
                <a:gd name="csY30" fmla="*/ 74048 h 102233"/>
                <a:gd name="csX31" fmla="*/ 31530 w 118954"/>
                <a:gd name="csY31" fmla="*/ 75003 h 102233"/>
                <a:gd name="csX32" fmla="*/ 22931 w 118954"/>
                <a:gd name="csY32" fmla="*/ 79781 h 102233"/>
                <a:gd name="csX33" fmla="*/ 22453 w 118954"/>
                <a:gd name="csY33" fmla="*/ 79303 h 102233"/>
                <a:gd name="csX34" fmla="*/ 19109 w 118954"/>
                <a:gd name="csY34" fmla="*/ 75959 h 102233"/>
                <a:gd name="csX35" fmla="*/ 17676 w 118954"/>
                <a:gd name="csY35" fmla="*/ 74526 h 102233"/>
                <a:gd name="csX36" fmla="*/ 15765 w 118954"/>
                <a:gd name="csY36" fmla="*/ 74048 h 102233"/>
                <a:gd name="csX37" fmla="*/ 14332 w 118954"/>
                <a:gd name="csY37" fmla="*/ 74048 h 102233"/>
                <a:gd name="csX38" fmla="*/ 12898 w 118954"/>
                <a:gd name="csY38" fmla="*/ 74526 h 102233"/>
                <a:gd name="csX39" fmla="*/ 10988 w 118954"/>
                <a:gd name="csY39" fmla="*/ 76437 h 102233"/>
                <a:gd name="csX40" fmla="*/ 10510 w 118954"/>
                <a:gd name="csY40" fmla="*/ 77392 h 102233"/>
                <a:gd name="csX41" fmla="*/ 10032 w 118954"/>
                <a:gd name="csY41" fmla="*/ 78825 h 102233"/>
                <a:gd name="csX42" fmla="*/ 9555 w 118954"/>
                <a:gd name="csY42" fmla="*/ 80258 h 102233"/>
                <a:gd name="csX43" fmla="*/ 10032 w 118954"/>
                <a:gd name="csY43" fmla="*/ 81214 h 102233"/>
                <a:gd name="csX44" fmla="*/ 11943 w 118954"/>
                <a:gd name="csY44" fmla="*/ 83125 h 102233"/>
                <a:gd name="csX45" fmla="*/ 13854 w 118954"/>
                <a:gd name="csY45" fmla="*/ 85036 h 102233"/>
                <a:gd name="csX46" fmla="*/ 14809 w 118954"/>
                <a:gd name="csY46" fmla="*/ 85513 h 102233"/>
                <a:gd name="csX47" fmla="*/ 17198 w 118954"/>
                <a:gd name="csY47" fmla="*/ 85036 h 102233"/>
                <a:gd name="csX48" fmla="*/ 18154 w 118954"/>
                <a:gd name="csY48" fmla="*/ 85513 h 102233"/>
                <a:gd name="csX49" fmla="*/ 21498 w 118954"/>
                <a:gd name="csY49" fmla="*/ 88858 h 102233"/>
                <a:gd name="csX50" fmla="*/ 25320 w 118954"/>
                <a:gd name="csY50" fmla="*/ 91724 h 102233"/>
                <a:gd name="csX51" fmla="*/ 26275 w 118954"/>
                <a:gd name="csY51" fmla="*/ 93157 h 102233"/>
                <a:gd name="csX52" fmla="*/ 24842 w 118954"/>
                <a:gd name="csY52" fmla="*/ 94112 h 102233"/>
                <a:gd name="csX53" fmla="*/ 23409 w 118954"/>
                <a:gd name="csY53" fmla="*/ 94590 h 102233"/>
                <a:gd name="csX54" fmla="*/ 21498 w 118954"/>
                <a:gd name="csY54" fmla="*/ 94590 h 102233"/>
                <a:gd name="csX55" fmla="*/ 19587 w 118954"/>
                <a:gd name="csY55" fmla="*/ 94112 h 102233"/>
                <a:gd name="csX56" fmla="*/ 16721 w 118954"/>
                <a:gd name="csY56" fmla="*/ 92679 h 102233"/>
                <a:gd name="csX57" fmla="*/ 15287 w 118954"/>
                <a:gd name="csY57" fmla="*/ 94112 h 102233"/>
                <a:gd name="csX58" fmla="*/ 13377 w 118954"/>
                <a:gd name="csY58" fmla="*/ 96024 h 102233"/>
                <a:gd name="csX59" fmla="*/ 11943 w 118954"/>
                <a:gd name="csY59" fmla="*/ 98890 h 102233"/>
                <a:gd name="csX60" fmla="*/ 10988 w 118954"/>
                <a:gd name="csY60" fmla="*/ 99845 h 102233"/>
                <a:gd name="csX61" fmla="*/ 9077 w 118954"/>
                <a:gd name="csY61" fmla="*/ 101278 h 102233"/>
                <a:gd name="csX62" fmla="*/ 6211 w 118954"/>
                <a:gd name="csY62" fmla="*/ 102234 h 102233"/>
                <a:gd name="csX63" fmla="*/ 5255 w 118954"/>
                <a:gd name="csY63" fmla="*/ 101756 h 102233"/>
                <a:gd name="csX64" fmla="*/ 4300 w 118954"/>
                <a:gd name="csY64" fmla="*/ 100801 h 102233"/>
                <a:gd name="csX65" fmla="*/ 3822 w 118954"/>
                <a:gd name="csY65" fmla="*/ 99845 h 102233"/>
                <a:gd name="csX66" fmla="*/ 3344 w 118954"/>
                <a:gd name="csY66" fmla="*/ 98412 h 102233"/>
                <a:gd name="csX67" fmla="*/ 3822 w 118954"/>
                <a:gd name="csY67" fmla="*/ 95546 h 102233"/>
                <a:gd name="csX68" fmla="*/ 5255 w 118954"/>
                <a:gd name="csY68" fmla="*/ 93157 h 102233"/>
                <a:gd name="csX69" fmla="*/ 5733 w 118954"/>
                <a:gd name="csY69" fmla="*/ 90291 h 102233"/>
                <a:gd name="csX70" fmla="*/ 4777 w 118954"/>
                <a:gd name="csY70" fmla="*/ 86469 h 102233"/>
                <a:gd name="csX71" fmla="*/ 3822 w 118954"/>
                <a:gd name="csY71" fmla="*/ 85991 h 102233"/>
                <a:gd name="csX72" fmla="*/ 1433 w 118954"/>
                <a:gd name="csY72" fmla="*/ 83603 h 102233"/>
                <a:gd name="csX73" fmla="*/ 0 w 118954"/>
                <a:gd name="csY73" fmla="*/ 81214 h 102233"/>
                <a:gd name="csX74" fmla="*/ 0 w 118954"/>
                <a:gd name="csY74" fmla="*/ 78825 h 102233"/>
                <a:gd name="csX75" fmla="*/ 0 w 118954"/>
                <a:gd name="csY75" fmla="*/ 77392 h 102233"/>
                <a:gd name="csX76" fmla="*/ 478 w 118954"/>
                <a:gd name="csY76" fmla="*/ 74048 h 102233"/>
                <a:gd name="csX77" fmla="*/ 1433 w 118954"/>
                <a:gd name="csY77" fmla="*/ 72137 h 102233"/>
                <a:gd name="csX78" fmla="*/ 2389 w 118954"/>
                <a:gd name="csY78" fmla="*/ 71659 h 102233"/>
                <a:gd name="csX79" fmla="*/ 3822 w 118954"/>
                <a:gd name="csY79" fmla="*/ 71659 h 102233"/>
                <a:gd name="csX80" fmla="*/ 5733 w 118954"/>
                <a:gd name="csY80" fmla="*/ 70226 h 102233"/>
                <a:gd name="csX81" fmla="*/ 8121 w 118954"/>
                <a:gd name="csY81" fmla="*/ 68793 h 102233"/>
                <a:gd name="csX82" fmla="*/ 10032 w 118954"/>
                <a:gd name="csY82" fmla="*/ 66882 h 102233"/>
                <a:gd name="csX83" fmla="*/ 11943 w 118954"/>
                <a:gd name="csY83" fmla="*/ 64971 h 102233"/>
                <a:gd name="csX84" fmla="*/ 12898 w 118954"/>
                <a:gd name="csY84" fmla="*/ 62582 h 102233"/>
                <a:gd name="csX85" fmla="*/ 11466 w 118954"/>
                <a:gd name="csY85" fmla="*/ 59238 h 102233"/>
                <a:gd name="csX86" fmla="*/ 10988 w 118954"/>
                <a:gd name="csY86" fmla="*/ 57805 h 102233"/>
                <a:gd name="csX87" fmla="*/ 11466 w 118954"/>
                <a:gd name="csY87" fmla="*/ 55894 h 102233"/>
                <a:gd name="csX88" fmla="*/ 12898 w 118954"/>
                <a:gd name="csY88" fmla="*/ 55417 h 102233"/>
                <a:gd name="csX89" fmla="*/ 15287 w 118954"/>
                <a:gd name="csY89" fmla="*/ 55894 h 102233"/>
                <a:gd name="csX90" fmla="*/ 19109 w 118954"/>
                <a:gd name="csY90" fmla="*/ 58283 h 102233"/>
                <a:gd name="csX91" fmla="*/ 19587 w 118954"/>
                <a:gd name="csY91" fmla="*/ 58283 h 102233"/>
                <a:gd name="csX92" fmla="*/ 22453 w 118954"/>
                <a:gd name="csY92" fmla="*/ 58761 h 102233"/>
                <a:gd name="csX93" fmla="*/ 26275 w 118954"/>
                <a:gd name="csY93" fmla="*/ 59238 h 102233"/>
                <a:gd name="csX94" fmla="*/ 28186 w 118954"/>
                <a:gd name="csY94" fmla="*/ 59238 h 102233"/>
                <a:gd name="csX95" fmla="*/ 29141 w 118954"/>
                <a:gd name="csY95" fmla="*/ 58761 h 102233"/>
                <a:gd name="csX96" fmla="*/ 30575 w 118954"/>
                <a:gd name="csY96" fmla="*/ 56850 h 102233"/>
                <a:gd name="csX97" fmla="*/ 31530 w 118954"/>
                <a:gd name="csY97" fmla="*/ 53983 h 102233"/>
                <a:gd name="csX98" fmla="*/ 31052 w 118954"/>
                <a:gd name="csY98" fmla="*/ 50639 h 102233"/>
                <a:gd name="csX99" fmla="*/ 31052 w 118954"/>
                <a:gd name="csY99" fmla="*/ 47773 h 102233"/>
                <a:gd name="csX100" fmla="*/ 32008 w 118954"/>
                <a:gd name="csY100" fmla="*/ 44906 h 102233"/>
                <a:gd name="csX101" fmla="*/ 35352 w 118954"/>
                <a:gd name="csY101" fmla="*/ 40607 h 102233"/>
                <a:gd name="csX102" fmla="*/ 36307 w 118954"/>
                <a:gd name="csY102" fmla="*/ 38218 h 102233"/>
                <a:gd name="csX103" fmla="*/ 36307 w 118954"/>
                <a:gd name="csY103" fmla="*/ 32008 h 102233"/>
                <a:gd name="csX104" fmla="*/ 37741 w 118954"/>
                <a:gd name="csY104" fmla="*/ 29141 h 102233"/>
                <a:gd name="csX105" fmla="*/ 38218 w 118954"/>
                <a:gd name="csY105" fmla="*/ 26275 h 102233"/>
                <a:gd name="csX106" fmla="*/ 38696 w 118954"/>
                <a:gd name="csY106" fmla="*/ 20542 h 102233"/>
                <a:gd name="csX107" fmla="*/ 37741 w 118954"/>
                <a:gd name="csY107" fmla="*/ 14809 h 102233"/>
                <a:gd name="csX108" fmla="*/ 36307 w 118954"/>
                <a:gd name="csY108" fmla="*/ 11943 h 102233"/>
                <a:gd name="csX109" fmla="*/ 34874 w 118954"/>
                <a:gd name="csY109" fmla="*/ 9077 h 102233"/>
                <a:gd name="csX110" fmla="*/ 34874 w 118954"/>
                <a:gd name="csY110" fmla="*/ 6688 h 102233"/>
                <a:gd name="csX111" fmla="*/ 36307 w 118954"/>
                <a:gd name="csY111" fmla="*/ 4299 h 102233"/>
                <a:gd name="csX112" fmla="*/ 36307 w 118954"/>
                <a:gd name="csY112" fmla="*/ 3344 h 102233"/>
                <a:gd name="csX113" fmla="*/ 36785 w 118954"/>
                <a:gd name="csY113" fmla="*/ 2866 h 102233"/>
                <a:gd name="csX114" fmla="*/ 38696 w 118954"/>
                <a:gd name="csY114" fmla="*/ 2389 h 102233"/>
                <a:gd name="csX115" fmla="*/ 39652 w 118954"/>
                <a:gd name="csY115" fmla="*/ 1911 h 102233"/>
                <a:gd name="csX116" fmla="*/ 40607 w 118954"/>
                <a:gd name="csY116" fmla="*/ 955 h 102233"/>
                <a:gd name="csX117" fmla="*/ 42040 w 118954"/>
                <a:gd name="csY117" fmla="*/ 0 h 102233"/>
                <a:gd name="csX118" fmla="*/ 42518 w 118954"/>
                <a:gd name="csY118" fmla="*/ 955 h 102233"/>
                <a:gd name="csX119" fmla="*/ 43473 w 118954"/>
                <a:gd name="csY119" fmla="*/ 1911 h 102233"/>
                <a:gd name="csX120" fmla="*/ 46340 w 118954"/>
                <a:gd name="csY120" fmla="*/ 4777 h 102233"/>
                <a:gd name="csX121" fmla="*/ 51595 w 118954"/>
                <a:gd name="csY121" fmla="*/ 10032 h 102233"/>
                <a:gd name="csX122" fmla="*/ 57328 w 118954"/>
                <a:gd name="csY122" fmla="*/ 17676 h 102233"/>
                <a:gd name="csX123" fmla="*/ 60671 w 118954"/>
                <a:gd name="csY123" fmla="*/ 21498 h 102233"/>
                <a:gd name="csX124" fmla="*/ 64493 w 118954"/>
                <a:gd name="csY124" fmla="*/ 25320 h 102233"/>
                <a:gd name="csX125" fmla="*/ 68793 w 118954"/>
                <a:gd name="csY125" fmla="*/ 28664 h 102233"/>
                <a:gd name="csX126" fmla="*/ 73093 w 118954"/>
                <a:gd name="csY126" fmla="*/ 31530 h 102233"/>
                <a:gd name="csX127" fmla="*/ 75959 w 118954"/>
                <a:gd name="csY127" fmla="*/ 32963 h 102233"/>
                <a:gd name="csX128" fmla="*/ 77870 w 118954"/>
                <a:gd name="csY128" fmla="*/ 35352 h 102233"/>
                <a:gd name="csX129" fmla="*/ 79303 w 118954"/>
                <a:gd name="csY129" fmla="*/ 35830 h 102233"/>
                <a:gd name="csX130" fmla="*/ 81692 w 118954"/>
                <a:gd name="csY130" fmla="*/ 35830 h 102233"/>
                <a:gd name="csX131" fmla="*/ 83125 w 118954"/>
                <a:gd name="csY131" fmla="*/ 35830 h 102233"/>
                <a:gd name="csX132" fmla="*/ 85036 w 118954"/>
                <a:gd name="csY132" fmla="*/ 35830 h 102233"/>
                <a:gd name="csX133" fmla="*/ 92202 w 118954"/>
                <a:gd name="csY133" fmla="*/ 39651 h 102233"/>
                <a:gd name="csX134" fmla="*/ 94591 w 118954"/>
                <a:gd name="csY134" fmla="*/ 40607 h 102233"/>
                <a:gd name="csX135" fmla="*/ 96979 w 118954"/>
                <a:gd name="csY135" fmla="*/ 40607 h 102233"/>
                <a:gd name="csX136" fmla="*/ 98890 w 118954"/>
                <a:gd name="csY136" fmla="*/ 40129 h 102233"/>
                <a:gd name="csX137" fmla="*/ 100323 w 118954"/>
                <a:gd name="csY137" fmla="*/ 39174 h 102233"/>
                <a:gd name="csX138" fmla="*/ 104623 w 118954"/>
                <a:gd name="csY138" fmla="*/ 34396 h 102233"/>
                <a:gd name="csX139" fmla="*/ 109400 w 118954"/>
                <a:gd name="csY139" fmla="*/ 30097 h 102233"/>
                <a:gd name="csX140" fmla="*/ 109878 w 118954"/>
                <a:gd name="csY140" fmla="*/ 30097 h 102233"/>
                <a:gd name="csX141" fmla="*/ 109878 w 118954"/>
                <a:gd name="csY141" fmla="*/ 31530 h 102233"/>
                <a:gd name="csX142" fmla="*/ 109400 w 118954"/>
                <a:gd name="csY142" fmla="*/ 32963 h 102233"/>
                <a:gd name="csX143" fmla="*/ 107489 w 118954"/>
                <a:gd name="csY143" fmla="*/ 36785 h 102233"/>
                <a:gd name="csX144" fmla="*/ 105100 w 118954"/>
                <a:gd name="csY144" fmla="*/ 42040 h 102233"/>
                <a:gd name="csX145" fmla="*/ 104623 w 118954"/>
                <a:gd name="csY145" fmla="*/ 44429 h 102233"/>
                <a:gd name="csX146" fmla="*/ 105578 w 118954"/>
                <a:gd name="csY146" fmla="*/ 47295 h 102233"/>
                <a:gd name="csX147" fmla="*/ 107012 w 118954"/>
                <a:gd name="csY147" fmla="*/ 49206 h 102233"/>
                <a:gd name="csX148" fmla="*/ 107967 w 118954"/>
                <a:gd name="csY148" fmla="*/ 52072 h 102233"/>
                <a:gd name="csX149" fmla="*/ 109400 w 118954"/>
                <a:gd name="csY149" fmla="*/ 56372 h 102233"/>
                <a:gd name="csX150" fmla="*/ 111311 w 118954"/>
                <a:gd name="csY150" fmla="*/ 56372 h 102233"/>
                <a:gd name="csX151" fmla="*/ 112266 w 118954"/>
                <a:gd name="csY151" fmla="*/ 56850 h 102233"/>
                <a:gd name="csX152" fmla="*/ 114177 w 118954"/>
                <a:gd name="csY152" fmla="*/ 55417 h 102233"/>
                <a:gd name="csX153" fmla="*/ 116088 w 118954"/>
                <a:gd name="csY153" fmla="*/ 53983 h 102233"/>
                <a:gd name="csX154" fmla="*/ 117521 w 118954"/>
                <a:gd name="csY154" fmla="*/ 53983 h 102233"/>
                <a:gd name="csX155" fmla="*/ 118955 w 118954"/>
                <a:gd name="csY155" fmla="*/ 53983 h 102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</a:cxnLst>
              <a:rect l="l" t="t" r="r" b="b"/>
              <a:pathLst>
                <a:path w="118954" h="102233">
                  <a:moveTo>
                    <a:pt x="118955" y="53983"/>
                  </a:moveTo>
                  <a:lnTo>
                    <a:pt x="117044" y="54939"/>
                  </a:lnTo>
                  <a:lnTo>
                    <a:pt x="115133" y="56372"/>
                  </a:lnTo>
                  <a:lnTo>
                    <a:pt x="113222" y="58761"/>
                  </a:lnTo>
                  <a:lnTo>
                    <a:pt x="112744" y="59238"/>
                  </a:lnTo>
                  <a:lnTo>
                    <a:pt x="110833" y="59238"/>
                  </a:lnTo>
                  <a:lnTo>
                    <a:pt x="109400" y="59238"/>
                  </a:lnTo>
                  <a:lnTo>
                    <a:pt x="107012" y="60194"/>
                  </a:lnTo>
                  <a:lnTo>
                    <a:pt x="105100" y="61627"/>
                  </a:lnTo>
                  <a:lnTo>
                    <a:pt x="103189" y="63060"/>
                  </a:lnTo>
                  <a:lnTo>
                    <a:pt x="101278" y="63538"/>
                  </a:lnTo>
                  <a:lnTo>
                    <a:pt x="98890" y="64016"/>
                  </a:lnTo>
                  <a:lnTo>
                    <a:pt x="95546" y="64971"/>
                  </a:lnTo>
                  <a:lnTo>
                    <a:pt x="93157" y="64971"/>
                  </a:lnTo>
                  <a:lnTo>
                    <a:pt x="88858" y="64016"/>
                  </a:lnTo>
                  <a:lnTo>
                    <a:pt x="86947" y="64493"/>
                  </a:lnTo>
                  <a:lnTo>
                    <a:pt x="82169" y="66404"/>
                  </a:lnTo>
                  <a:lnTo>
                    <a:pt x="77870" y="69748"/>
                  </a:lnTo>
                  <a:lnTo>
                    <a:pt x="74526" y="73570"/>
                  </a:lnTo>
                  <a:lnTo>
                    <a:pt x="71659" y="77870"/>
                  </a:lnTo>
                  <a:lnTo>
                    <a:pt x="70226" y="80258"/>
                  </a:lnTo>
                  <a:lnTo>
                    <a:pt x="69748" y="82647"/>
                  </a:lnTo>
                  <a:lnTo>
                    <a:pt x="69271" y="84558"/>
                  </a:lnTo>
                  <a:lnTo>
                    <a:pt x="69271" y="85991"/>
                  </a:lnTo>
                  <a:lnTo>
                    <a:pt x="68316" y="87424"/>
                  </a:lnTo>
                  <a:lnTo>
                    <a:pt x="67837" y="88380"/>
                  </a:lnTo>
                  <a:lnTo>
                    <a:pt x="64971" y="87902"/>
                  </a:lnTo>
                  <a:lnTo>
                    <a:pt x="61150" y="85513"/>
                  </a:lnTo>
                  <a:lnTo>
                    <a:pt x="53028" y="81692"/>
                  </a:lnTo>
                  <a:lnTo>
                    <a:pt x="44907" y="76437"/>
                  </a:lnTo>
                  <a:lnTo>
                    <a:pt x="40129" y="74048"/>
                  </a:lnTo>
                  <a:lnTo>
                    <a:pt x="31530" y="75003"/>
                  </a:lnTo>
                  <a:lnTo>
                    <a:pt x="22931" y="79781"/>
                  </a:lnTo>
                  <a:lnTo>
                    <a:pt x="22453" y="79303"/>
                  </a:lnTo>
                  <a:lnTo>
                    <a:pt x="19109" y="75959"/>
                  </a:lnTo>
                  <a:lnTo>
                    <a:pt x="17676" y="74526"/>
                  </a:lnTo>
                  <a:lnTo>
                    <a:pt x="15765" y="74048"/>
                  </a:lnTo>
                  <a:lnTo>
                    <a:pt x="14332" y="74048"/>
                  </a:lnTo>
                  <a:lnTo>
                    <a:pt x="12898" y="74526"/>
                  </a:lnTo>
                  <a:lnTo>
                    <a:pt x="10988" y="76437"/>
                  </a:lnTo>
                  <a:lnTo>
                    <a:pt x="10510" y="77392"/>
                  </a:lnTo>
                  <a:lnTo>
                    <a:pt x="10032" y="78825"/>
                  </a:lnTo>
                  <a:lnTo>
                    <a:pt x="9555" y="80258"/>
                  </a:lnTo>
                  <a:lnTo>
                    <a:pt x="10032" y="81214"/>
                  </a:lnTo>
                  <a:lnTo>
                    <a:pt x="11943" y="83125"/>
                  </a:lnTo>
                  <a:lnTo>
                    <a:pt x="13854" y="85036"/>
                  </a:lnTo>
                  <a:lnTo>
                    <a:pt x="14809" y="85513"/>
                  </a:lnTo>
                  <a:lnTo>
                    <a:pt x="17198" y="85036"/>
                  </a:lnTo>
                  <a:lnTo>
                    <a:pt x="18154" y="85513"/>
                  </a:lnTo>
                  <a:lnTo>
                    <a:pt x="21498" y="88858"/>
                  </a:lnTo>
                  <a:lnTo>
                    <a:pt x="25320" y="91724"/>
                  </a:lnTo>
                  <a:lnTo>
                    <a:pt x="26275" y="93157"/>
                  </a:lnTo>
                  <a:lnTo>
                    <a:pt x="24842" y="94112"/>
                  </a:lnTo>
                  <a:lnTo>
                    <a:pt x="23409" y="94590"/>
                  </a:lnTo>
                  <a:lnTo>
                    <a:pt x="21498" y="94590"/>
                  </a:lnTo>
                  <a:lnTo>
                    <a:pt x="19587" y="94112"/>
                  </a:lnTo>
                  <a:lnTo>
                    <a:pt x="16721" y="92679"/>
                  </a:lnTo>
                  <a:lnTo>
                    <a:pt x="15287" y="94112"/>
                  </a:lnTo>
                  <a:lnTo>
                    <a:pt x="13377" y="96024"/>
                  </a:lnTo>
                  <a:lnTo>
                    <a:pt x="11943" y="98890"/>
                  </a:lnTo>
                  <a:lnTo>
                    <a:pt x="10988" y="99845"/>
                  </a:lnTo>
                  <a:lnTo>
                    <a:pt x="9077" y="101278"/>
                  </a:lnTo>
                  <a:lnTo>
                    <a:pt x="6211" y="102234"/>
                  </a:lnTo>
                  <a:lnTo>
                    <a:pt x="5255" y="101756"/>
                  </a:lnTo>
                  <a:lnTo>
                    <a:pt x="4300" y="100801"/>
                  </a:lnTo>
                  <a:lnTo>
                    <a:pt x="3822" y="99845"/>
                  </a:lnTo>
                  <a:lnTo>
                    <a:pt x="3344" y="98412"/>
                  </a:lnTo>
                  <a:lnTo>
                    <a:pt x="3822" y="95546"/>
                  </a:lnTo>
                  <a:lnTo>
                    <a:pt x="5255" y="93157"/>
                  </a:lnTo>
                  <a:lnTo>
                    <a:pt x="5733" y="90291"/>
                  </a:lnTo>
                  <a:lnTo>
                    <a:pt x="4777" y="86469"/>
                  </a:lnTo>
                  <a:lnTo>
                    <a:pt x="3822" y="85991"/>
                  </a:lnTo>
                  <a:lnTo>
                    <a:pt x="1433" y="83603"/>
                  </a:lnTo>
                  <a:lnTo>
                    <a:pt x="0" y="81214"/>
                  </a:lnTo>
                  <a:lnTo>
                    <a:pt x="0" y="78825"/>
                  </a:lnTo>
                  <a:lnTo>
                    <a:pt x="0" y="77392"/>
                  </a:lnTo>
                  <a:lnTo>
                    <a:pt x="478" y="74048"/>
                  </a:lnTo>
                  <a:lnTo>
                    <a:pt x="1433" y="72137"/>
                  </a:lnTo>
                  <a:lnTo>
                    <a:pt x="2389" y="71659"/>
                  </a:lnTo>
                  <a:lnTo>
                    <a:pt x="3822" y="71659"/>
                  </a:lnTo>
                  <a:lnTo>
                    <a:pt x="5733" y="70226"/>
                  </a:lnTo>
                  <a:lnTo>
                    <a:pt x="8121" y="68793"/>
                  </a:lnTo>
                  <a:lnTo>
                    <a:pt x="10032" y="66882"/>
                  </a:lnTo>
                  <a:lnTo>
                    <a:pt x="11943" y="64971"/>
                  </a:lnTo>
                  <a:lnTo>
                    <a:pt x="12898" y="62582"/>
                  </a:lnTo>
                  <a:lnTo>
                    <a:pt x="11466" y="59238"/>
                  </a:lnTo>
                  <a:lnTo>
                    <a:pt x="10988" y="57805"/>
                  </a:lnTo>
                  <a:lnTo>
                    <a:pt x="11466" y="55894"/>
                  </a:lnTo>
                  <a:lnTo>
                    <a:pt x="12898" y="55417"/>
                  </a:lnTo>
                  <a:lnTo>
                    <a:pt x="15287" y="55894"/>
                  </a:lnTo>
                  <a:lnTo>
                    <a:pt x="19109" y="58283"/>
                  </a:lnTo>
                  <a:lnTo>
                    <a:pt x="19587" y="58283"/>
                  </a:lnTo>
                  <a:lnTo>
                    <a:pt x="22453" y="58761"/>
                  </a:lnTo>
                  <a:lnTo>
                    <a:pt x="26275" y="59238"/>
                  </a:lnTo>
                  <a:lnTo>
                    <a:pt x="28186" y="59238"/>
                  </a:lnTo>
                  <a:lnTo>
                    <a:pt x="29141" y="58761"/>
                  </a:lnTo>
                  <a:lnTo>
                    <a:pt x="30575" y="56850"/>
                  </a:lnTo>
                  <a:lnTo>
                    <a:pt x="31530" y="53983"/>
                  </a:lnTo>
                  <a:lnTo>
                    <a:pt x="31052" y="50639"/>
                  </a:lnTo>
                  <a:lnTo>
                    <a:pt x="31052" y="47773"/>
                  </a:lnTo>
                  <a:lnTo>
                    <a:pt x="32008" y="44906"/>
                  </a:lnTo>
                  <a:lnTo>
                    <a:pt x="35352" y="40607"/>
                  </a:lnTo>
                  <a:lnTo>
                    <a:pt x="36307" y="38218"/>
                  </a:lnTo>
                  <a:lnTo>
                    <a:pt x="36307" y="32008"/>
                  </a:lnTo>
                  <a:lnTo>
                    <a:pt x="37741" y="29141"/>
                  </a:lnTo>
                  <a:lnTo>
                    <a:pt x="38218" y="26275"/>
                  </a:lnTo>
                  <a:lnTo>
                    <a:pt x="38696" y="20542"/>
                  </a:lnTo>
                  <a:lnTo>
                    <a:pt x="37741" y="14809"/>
                  </a:lnTo>
                  <a:lnTo>
                    <a:pt x="36307" y="11943"/>
                  </a:lnTo>
                  <a:lnTo>
                    <a:pt x="34874" y="9077"/>
                  </a:lnTo>
                  <a:lnTo>
                    <a:pt x="34874" y="6688"/>
                  </a:lnTo>
                  <a:lnTo>
                    <a:pt x="36307" y="4299"/>
                  </a:lnTo>
                  <a:lnTo>
                    <a:pt x="36307" y="3344"/>
                  </a:lnTo>
                  <a:lnTo>
                    <a:pt x="36785" y="2866"/>
                  </a:lnTo>
                  <a:lnTo>
                    <a:pt x="38696" y="2389"/>
                  </a:lnTo>
                  <a:lnTo>
                    <a:pt x="39652" y="1911"/>
                  </a:lnTo>
                  <a:lnTo>
                    <a:pt x="40607" y="955"/>
                  </a:lnTo>
                  <a:lnTo>
                    <a:pt x="42040" y="0"/>
                  </a:lnTo>
                  <a:lnTo>
                    <a:pt x="42518" y="955"/>
                  </a:lnTo>
                  <a:lnTo>
                    <a:pt x="43473" y="1911"/>
                  </a:lnTo>
                  <a:lnTo>
                    <a:pt x="46340" y="4777"/>
                  </a:lnTo>
                  <a:lnTo>
                    <a:pt x="51595" y="10032"/>
                  </a:lnTo>
                  <a:lnTo>
                    <a:pt x="57328" y="17676"/>
                  </a:lnTo>
                  <a:lnTo>
                    <a:pt x="60671" y="21498"/>
                  </a:lnTo>
                  <a:lnTo>
                    <a:pt x="64493" y="25320"/>
                  </a:lnTo>
                  <a:lnTo>
                    <a:pt x="68793" y="28664"/>
                  </a:lnTo>
                  <a:lnTo>
                    <a:pt x="73093" y="31530"/>
                  </a:lnTo>
                  <a:lnTo>
                    <a:pt x="75959" y="32963"/>
                  </a:lnTo>
                  <a:lnTo>
                    <a:pt x="77870" y="35352"/>
                  </a:lnTo>
                  <a:lnTo>
                    <a:pt x="79303" y="35830"/>
                  </a:lnTo>
                  <a:lnTo>
                    <a:pt x="81692" y="35830"/>
                  </a:lnTo>
                  <a:lnTo>
                    <a:pt x="83125" y="35830"/>
                  </a:lnTo>
                  <a:lnTo>
                    <a:pt x="85036" y="35830"/>
                  </a:lnTo>
                  <a:lnTo>
                    <a:pt x="92202" y="39651"/>
                  </a:lnTo>
                  <a:lnTo>
                    <a:pt x="94591" y="40607"/>
                  </a:lnTo>
                  <a:lnTo>
                    <a:pt x="96979" y="40607"/>
                  </a:lnTo>
                  <a:lnTo>
                    <a:pt x="98890" y="40129"/>
                  </a:lnTo>
                  <a:lnTo>
                    <a:pt x="100323" y="39174"/>
                  </a:lnTo>
                  <a:lnTo>
                    <a:pt x="104623" y="34396"/>
                  </a:lnTo>
                  <a:lnTo>
                    <a:pt x="109400" y="30097"/>
                  </a:lnTo>
                  <a:lnTo>
                    <a:pt x="109878" y="30097"/>
                  </a:lnTo>
                  <a:lnTo>
                    <a:pt x="109878" y="31530"/>
                  </a:lnTo>
                  <a:lnTo>
                    <a:pt x="109400" y="32963"/>
                  </a:lnTo>
                  <a:lnTo>
                    <a:pt x="107489" y="36785"/>
                  </a:lnTo>
                  <a:lnTo>
                    <a:pt x="105100" y="42040"/>
                  </a:lnTo>
                  <a:lnTo>
                    <a:pt x="104623" y="44429"/>
                  </a:lnTo>
                  <a:lnTo>
                    <a:pt x="105578" y="47295"/>
                  </a:lnTo>
                  <a:lnTo>
                    <a:pt x="107012" y="49206"/>
                  </a:lnTo>
                  <a:lnTo>
                    <a:pt x="107967" y="52072"/>
                  </a:lnTo>
                  <a:lnTo>
                    <a:pt x="109400" y="56372"/>
                  </a:lnTo>
                  <a:lnTo>
                    <a:pt x="111311" y="56372"/>
                  </a:lnTo>
                  <a:lnTo>
                    <a:pt x="112266" y="56850"/>
                  </a:lnTo>
                  <a:lnTo>
                    <a:pt x="114177" y="55417"/>
                  </a:lnTo>
                  <a:lnTo>
                    <a:pt x="116088" y="53983"/>
                  </a:lnTo>
                  <a:lnTo>
                    <a:pt x="117521" y="53983"/>
                  </a:lnTo>
                  <a:lnTo>
                    <a:pt x="118955" y="5398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71D28E56-0DB1-5640-5A72-19D33C644F3F}"/>
                </a:ext>
              </a:extLst>
            </p:cNvPr>
            <p:cNvSpPr/>
            <p:nvPr/>
          </p:nvSpPr>
          <p:spPr>
            <a:xfrm>
              <a:off x="8765073" y="5485887"/>
              <a:ext cx="3822" cy="2388"/>
            </a:xfrm>
            <a:custGeom>
              <a:avLst/>
              <a:gdLst>
                <a:gd name="csX0" fmla="*/ 3822 w 3822"/>
                <a:gd name="csY0" fmla="*/ 956 h 2388"/>
                <a:gd name="csX1" fmla="*/ 956 w 3822"/>
                <a:gd name="csY1" fmla="*/ 2389 h 2388"/>
                <a:gd name="csX2" fmla="*/ 0 w 3822"/>
                <a:gd name="csY2" fmla="*/ 1911 h 2388"/>
                <a:gd name="csX3" fmla="*/ 0 w 3822"/>
                <a:gd name="csY3" fmla="*/ 478 h 2388"/>
                <a:gd name="csX4" fmla="*/ 0 w 3822"/>
                <a:gd name="csY4" fmla="*/ 0 h 2388"/>
                <a:gd name="csX5" fmla="*/ 2867 w 3822"/>
                <a:gd name="csY5" fmla="*/ 0 h 2388"/>
                <a:gd name="csX6" fmla="*/ 3822 w 3822"/>
                <a:gd name="csY6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2" h="2388">
                  <a:moveTo>
                    <a:pt x="3822" y="956"/>
                  </a:moveTo>
                  <a:lnTo>
                    <a:pt x="956" y="2389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2867" y="0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4442E78E-168C-DF18-0D0C-EBDF40B40BBB}"/>
                </a:ext>
              </a:extLst>
            </p:cNvPr>
            <p:cNvSpPr/>
            <p:nvPr/>
          </p:nvSpPr>
          <p:spPr>
            <a:xfrm>
              <a:off x="8599779" y="2540207"/>
              <a:ext cx="166727" cy="111788"/>
            </a:xfrm>
            <a:custGeom>
              <a:avLst/>
              <a:gdLst>
                <a:gd name="csX0" fmla="*/ 165772 w 166727"/>
                <a:gd name="csY0" fmla="*/ 47295 h 111788"/>
                <a:gd name="csX1" fmla="*/ 166728 w 166727"/>
                <a:gd name="csY1" fmla="*/ 49684 h 111788"/>
                <a:gd name="csX2" fmla="*/ 160039 w 166727"/>
                <a:gd name="csY2" fmla="*/ 52550 h 111788"/>
                <a:gd name="csX3" fmla="*/ 155740 w 166727"/>
                <a:gd name="csY3" fmla="*/ 58283 h 111788"/>
                <a:gd name="csX4" fmla="*/ 153829 w 166727"/>
                <a:gd name="csY4" fmla="*/ 61627 h 111788"/>
                <a:gd name="csX5" fmla="*/ 155740 w 166727"/>
                <a:gd name="csY5" fmla="*/ 64493 h 111788"/>
                <a:gd name="csX6" fmla="*/ 157173 w 166727"/>
                <a:gd name="csY6" fmla="*/ 68793 h 111788"/>
                <a:gd name="csX7" fmla="*/ 147619 w 166727"/>
                <a:gd name="csY7" fmla="*/ 80258 h 111788"/>
                <a:gd name="csX8" fmla="*/ 143796 w 166727"/>
                <a:gd name="csY8" fmla="*/ 83603 h 111788"/>
                <a:gd name="csX9" fmla="*/ 139975 w 166727"/>
                <a:gd name="csY9" fmla="*/ 84558 h 111788"/>
                <a:gd name="csX10" fmla="*/ 132331 w 166727"/>
                <a:gd name="csY10" fmla="*/ 81692 h 111788"/>
                <a:gd name="csX11" fmla="*/ 127554 w 166727"/>
                <a:gd name="csY11" fmla="*/ 81692 h 111788"/>
                <a:gd name="csX12" fmla="*/ 123254 w 166727"/>
                <a:gd name="csY12" fmla="*/ 79303 h 111788"/>
                <a:gd name="csX13" fmla="*/ 118477 w 166727"/>
                <a:gd name="csY13" fmla="*/ 72137 h 111788"/>
                <a:gd name="csX14" fmla="*/ 116088 w 166727"/>
                <a:gd name="csY14" fmla="*/ 68793 h 111788"/>
                <a:gd name="csX15" fmla="*/ 114655 w 166727"/>
                <a:gd name="csY15" fmla="*/ 63538 h 111788"/>
                <a:gd name="csX16" fmla="*/ 113700 w 166727"/>
                <a:gd name="csY16" fmla="*/ 55894 h 111788"/>
                <a:gd name="csX17" fmla="*/ 114655 w 166727"/>
                <a:gd name="csY17" fmla="*/ 48728 h 111788"/>
                <a:gd name="csX18" fmla="*/ 117044 w 166727"/>
                <a:gd name="csY18" fmla="*/ 46817 h 111788"/>
                <a:gd name="csX19" fmla="*/ 119432 w 166727"/>
                <a:gd name="csY19" fmla="*/ 42040 h 111788"/>
                <a:gd name="csX20" fmla="*/ 119910 w 166727"/>
                <a:gd name="csY20" fmla="*/ 40129 h 111788"/>
                <a:gd name="csX21" fmla="*/ 118477 w 166727"/>
                <a:gd name="csY21" fmla="*/ 36307 h 111788"/>
                <a:gd name="csX22" fmla="*/ 110834 w 166727"/>
                <a:gd name="csY22" fmla="*/ 35830 h 111788"/>
                <a:gd name="csX23" fmla="*/ 106056 w 166727"/>
                <a:gd name="csY23" fmla="*/ 37741 h 111788"/>
                <a:gd name="csX24" fmla="*/ 101757 w 166727"/>
                <a:gd name="csY24" fmla="*/ 40129 h 111788"/>
                <a:gd name="csX25" fmla="*/ 103189 w 166727"/>
                <a:gd name="csY25" fmla="*/ 54939 h 111788"/>
                <a:gd name="csX26" fmla="*/ 104145 w 166727"/>
                <a:gd name="csY26" fmla="*/ 59716 h 111788"/>
                <a:gd name="csX27" fmla="*/ 105100 w 166727"/>
                <a:gd name="csY27" fmla="*/ 63060 h 111788"/>
                <a:gd name="csX28" fmla="*/ 112266 w 166727"/>
                <a:gd name="csY28" fmla="*/ 78348 h 111788"/>
                <a:gd name="csX29" fmla="*/ 113700 w 166727"/>
                <a:gd name="csY29" fmla="*/ 80258 h 111788"/>
                <a:gd name="csX30" fmla="*/ 118477 w 166727"/>
                <a:gd name="csY30" fmla="*/ 83125 h 111788"/>
                <a:gd name="csX31" fmla="*/ 122299 w 166727"/>
                <a:gd name="csY31" fmla="*/ 89813 h 111788"/>
                <a:gd name="csX32" fmla="*/ 115611 w 166727"/>
                <a:gd name="csY32" fmla="*/ 96979 h 111788"/>
                <a:gd name="csX33" fmla="*/ 112266 w 166727"/>
                <a:gd name="csY33" fmla="*/ 98890 h 111788"/>
                <a:gd name="csX34" fmla="*/ 109400 w 166727"/>
                <a:gd name="csY34" fmla="*/ 100323 h 111788"/>
                <a:gd name="csX35" fmla="*/ 107489 w 166727"/>
                <a:gd name="csY35" fmla="*/ 99845 h 111788"/>
                <a:gd name="csX36" fmla="*/ 105578 w 166727"/>
                <a:gd name="csY36" fmla="*/ 98412 h 111788"/>
                <a:gd name="csX37" fmla="*/ 103668 w 166727"/>
                <a:gd name="csY37" fmla="*/ 94590 h 111788"/>
                <a:gd name="csX38" fmla="*/ 101757 w 166727"/>
                <a:gd name="csY38" fmla="*/ 91246 h 111788"/>
                <a:gd name="csX39" fmla="*/ 99846 w 166727"/>
                <a:gd name="csY39" fmla="*/ 88380 h 111788"/>
                <a:gd name="csX40" fmla="*/ 95068 w 166727"/>
                <a:gd name="csY40" fmla="*/ 88858 h 111788"/>
                <a:gd name="csX41" fmla="*/ 90769 w 166727"/>
                <a:gd name="csY41" fmla="*/ 91246 h 111788"/>
                <a:gd name="csX42" fmla="*/ 86469 w 166727"/>
                <a:gd name="csY42" fmla="*/ 93157 h 111788"/>
                <a:gd name="csX43" fmla="*/ 73570 w 166727"/>
                <a:gd name="csY43" fmla="*/ 96024 h 111788"/>
                <a:gd name="csX44" fmla="*/ 69748 w 166727"/>
                <a:gd name="csY44" fmla="*/ 97935 h 111788"/>
                <a:gd name="csX45" fmla="*/ 65449 w 166727"/>
                <a:gd name="csY45" fmla="*/ 98412 h 111788"/>
                <a:gd name="csX46" fmla="*/ 60672 w 166727"/>
                <a:gd name="csY46" fmla="*/ 95068 h 111788"/>
                <a:gd name="csX47" fmla="*/ 55416 w 166727"/>
                <a:gd name="csY47" fmla="*/ 90291 h 111788"/>
                <a:gd name="csX48" fmla="*/ 53984 w 166727"/>
                <a:gd name="csY48" fmla="*/ 90291 h 111788"/>
                <a:gd name="csX49" fmla="*/ 52550 w 166727"/>
                <a:gd name="csY49" fmla="*/ 91724 h 111788"/>
                <a:gd name="csX50" fmla="*/ 51117 w 166727"/>
                <a:gd name="csY50" fmla="*/ 94590 h 111788"/>
                <a:gd name="csX51" fmla="*/ 50639 w 166727"/>
                <a:gd name="csY51" fmla="*/ 98890 h 111788"/>
                <a:gd name="csX52" fmla="*/ 49206 w 166727"/>
                <a:gd name="csY52" fmla="*/ 105100 h 111788"/>
                <a:gd name="csX53" fmla="*/ 46818 w 166727"/>
                <a:gd name="csY53" fmla="*/ 109400 h 111788"/>
                <a:gd name="csX54" fmla="*/ 44907 w 166727"/>
                <a:gd name="csY54" fmla="*/ 111311 h 111788"/>
                <a:gd name="csX55" fmla="*/ 42518 w 166727"/>
                <a:gd name="csY55" fmla="*/ 111789 h 111788"/>
                <a:gd name="csX56" fmla="*/ 40129 w 166727"/>
                <a:gd name="csY56" fmla="*/ 110356 h 111788"/>
                <a:gd name="csX57" fmla="*/ 37741 w 166727"/>
                <a:gd name="csY57" fmla="*/ 108445 h 111788"/>
                <a:gd name="csX58" fmla="*/ 22454 w 166727"/>
                <a:gd name="csY58" fmla="*/ 101756 h 111788"/>
                <a:gd name="csX59" fmla="*/ 20543 w 166727"/>
                <a:gd name="csY59" fmla="*/ 99845 h 111788"/>
                <a:gd name="csX60" fmla="*/ 19109 w 166727"/>
                <a:gd name="csY60" fmla="*/ 96979 h 111788"/>
                <a:gd name="csX61" fmla="*/ 14332 w 166727"/>
                <a:gd name="csY61" fmla="*/ 86947 h 111788"/>
                <a:gd name="csX62" fmla="*/ 11943 w 166727"/>
                <a:gd name="csY62" fmla="*/ 85036 h 111788"/>
                <a:gd name="csX63" fmla="*/ 9555 w 166727"/>
                <a:gd name="csY63" fmla="*/ 84080 h 111788"/>
                <a:gd name="csX64" fmla="*/ 5255 w 166727"/>
                <a:gd name="csY64" fmla="*/ 78825 h 111788"/>
                <a:gd name="csX65" fmla="*/ 956 w 166727"/>
                <a:gd name="csY65" fmla="*/ 71182 h 111788"/>
                <a:gd name="csX66" fmla="*/ 0 w 166727"/>
                <a:gd name="csY66" fmla="*/ 68315 h 111788"/>
                <a:gd name="csX67" fmla="*/ 0 w 166727"/>
                <a:gd name="csY67" fmla="*/ 64493 h 111788"/>
                <a:gd name="csX68" fmla="*/ 478 w 166727"/>
                <a:gd name="csY68" fmla="*/ 61627 h 111788"/>
                <a:gd name="csX69" fmla="*/ 4300 w 166727"/>
                <a:gd name="csY69" fmla="*/ 63060 h 111788"/>
                <a:gd name="csX70" fmla="*/ 6688 w 166727"/>
                <a:gd name="csY70" fmla="*/ 63060 h 111788"/>
                <a:gd name="csX71" fmla="*/ 5255 w 166727"/>
                <a:gd name="csY71" fmla="*/ 48251 h 111788"/>
                <a:gd name="csX72" fmla="*/ 6211 w 166727"/>
                <a:gd name="csY72" fmla="*/ 33919 h 111788"/>
                <a:gd name="csX73" fmla="*/ 8122 w 166727"/>
                <a:gd name="csY73" fmla="*/ 31530 h 111788"/>
                <a:gd name="csX74" fmla="*/ 14809 w 166727"/>
                <a:gd name="csY74" fmla="*/ 32963 h 111788"/>
                <a:gd name="csX75" fmla="*/ 12421 w 166727"/>
                <a:gd name="csY75" fmla="*/ 28186 h 111788"/>
                <a:gd name="csX76" fmla="*/ 10510 w 166727"/>
                <a:gd name="csY76" fmla="*/ 21976 h 111788"/>
                <a:gd name="csX77" fmla="*/ 11943 w 166727"/>
                <a:gd name="csY77" fmla="*/ 18631 h 111788"/>
                <a:gd name="csX78" fmla="*/ 13377 w 166727"/>
                <a:gd name="csY78" fmla="*/ 15765 h 111788"/>
                <a:gd name="csX79" fmla="*/ 16243 w 166727"/>
                <a:gd name="csY79" fmla="*/ 13854 h 111788"/>
                <a:gd name="csX80" fmla="*/ 20065 w 166727"/>
                <a:gd name="csY80" fmla="*/ 12899 h 111788"/>
                <a:gd name="csX81" fmla="*/ 21498 w 166727"/>
                <a:gd name="csY81" fmla="*/ 11465 h 111788"/>
                <a:gd name="csX82" fmla="*/ 22454 w 166727"/>
                <a:gd name="csY82" fmla="*/ 9077 h 111788"/>
                <a:gd name="csX83" fmla="*/ 24842 w 166727"/>
                <a:gd name="csY83" fmla="*/ 6210 h 111788"/>
                <a:gd name="csX84" fmla="*/ 29141 w 166727"/>
                <a:gd name="csY84" fmla="*/ 5255 h 111788"/>
                <a:gd name="csX85" fmla="*/ 36786 w 166727"/>
                <a:gd name="csY85" fmla="*/ 0 h 111788"/>
                <a:gd name="csX86" fmla="*/ 38696 w 166727"/>
                <a:gd name="csY86" fmla="*/ 0 h 111788"/>
                <a:gd name="csX87" fmla="*/ 40607 w 166727"/>
                <a:gd name="csY87" fmla="*/ 2866 h 111788"/>
                <a:gd name="csX88" fmla="*/ 42518 w 166727"/>
                <a:gd name="csY88" fmla="*/ 6688 h 111788"/>
                <a:gd name="csX89" fmla="*/ 44429 w 166727"/>
                <a:gd name="csY89" fmla="*/ 9077 h 111788"/>
                <a:gd name="csX90" fmla="*/ 51117 w 166727"/>
                <a:gd name="csY90" fmla="*/ 13854 h 111788"/>
                <a:gd name="csX91" fmla="*/ 55416 w 166727"/>
                <a:gd name="csY91" fmla="*/ 18631 h 111788"/>
                <a:gd name="csX92" fmla="*/ 61150 w 166727"/>
                <a:gd name="csY92" fmla="*/ 27708 h 111788"/>
                <a:gd name="csX93" fmla="*/ 63538 w 166727"/>
                <a:gd name="csY93" fmla="*/ 29142 h 111788"/>
                <a:gd name="csX94" fmla="*/ 65927 w 166727"/>
                <a:gd name="csY94" fmla="*/ 28186 h 111788"/>
                <a:gd name="csX95" fmla="*/ 67838 w 166727"/>
                <a:gd name="csY95" fmla="*/ 30097 h 111788"/>
                <a:gd name="csX96" fmla="*/ 70227 w 166727"/>
                <a:gd name="csY96" fmla="*/ 38218 h 111788"/>
                <a:gd name="csX97" fmla="*/ 71182 w 166727"/>
                <a:gd name="csY97" fmla="*/ 40129 h 111788"/>
                <a:gd name="csX98" fmla="*/ 72137 w 166727"/>
                <a:gd name="csY98" fmla="*/ 41562 h 111788"/>
                <a:gd name="csX99" fmla="*/ 73570 w 166727"/>
                <a:gd name="csY99" fmla="*/ 42040 h 111788"/>
                <a:gd name="csX100" fmla="*/ 76437 w 166727"/>
                <a:gd name="csY100" fmla="*/ 42518 h 111788"/>
                <a:gd name="csX101" fmla="*/ 77870 w 166727"/>
                <a:gd name="csY101" fmla="*/ 41085 h 111788"/>
                <a:gd name="csX102" fmla="*/ 78825 w 166727"/>
                <a:gd name="csY102" fmla="*/ 37263 h 111788"/>
                <a:gd name="csX103" fmla="*/ 78825 w 166727"/>
                <a:gd name="csY103" fmla="*/ 33919 h 111788"/>
                <a:gd name="csX104" fmla="*/ 78825 w 166727"/>
                <a:gd name="csY104" fmla="*/ 30097 h 111788"/>
                <a:gd name="csX105" fmla="*/ 78825 w 166727"/>
                <a:gd name="csY105" fmla="*/ 24842 h 111788"/>
                <a:gd name="csX106" fmla="*/ 79303 w 166727"/>
                <a:gd name="csY106" fmla="*/ 20542 h 111788"/>
                <a:gd name="csX107" fmla="*/ 79781 w 166727"/>
                <a:gd name="csY107" fmla="*/ 17676 h 111788"/>
                <a:gd name="csX108" fmla="*/ 80736 w 166727"/>
                <a:gd name="csY108" fmla="*/ 15765 h 111788"/>
                <a:gd name="csX109" fmla="*/ 85991 w 166727"/>
                <a:gd name="csY109" fmla="*/ 10032 h 111788"/>
                <a:gd name="csX110" fmla="*/ 89813 w 166727"/>
                <a:gd name="csY110" fmla="*/ 4777 h 111788"/>
                <a:gd name="csX111" fmla="*/ 95068 w 166727"/>
                <a:gd name="csY111" fmla="*/ 7166 h 111788"/>
                <a:gd name="csX112" fmla="*/ 99846 w 166727"/>
                <a:gd name="csY112" fmla="*/ 11943 h 111788"/>
                <a:gd name="csX113" fmla="*/ 108923 w 166727"/>
                <a:gd name="csY113" fmla="*/ 22453 h 111788"/>
                <a:gd name="csX114" fmla="*/ 113222 w 166727"/>
                <a:gd name="csY114" fmla="*/ 25320 h 111788"/>
                <a:gd name="csX115" fmla="*/ 118477 w 166727"/>
                <a:gd name="csY115" fmla="*/ 28186 h 111788"/>
                <a:gd name="csX116" fmla="*/ 123732 w 166727"/>
                <a:gd name="csY116" fmla="*/ 29142 h 111788"/>
                <a:gd name="csX117" fmla="*/ 126121 w 166727"/>
                <a:gd name="csY117" fmla="*/ 28186 h 111788"/>
                <a:gd name="csX118" fmla="*/ 130898 w 166727"/>
                <a:gd name="csY118" fmla="*/ 25320 h 111788"/>
                <a:gd name="csX119" fmla="*/ 133287 w 166727"/>
                <a:gd name="csY119" fmla="*/ 25320 h 111788"/>
                <a:gd name="csX120" fmla="*/ 164339 w 166727"/>
                <a:gd name="csY120" fmla="*/ 45862 h 111788"/>
                <a:gd name="csX121" fmla="*/ 165772 w 166727"/>
                <a:gd name="csY121" fmla="*/ 47295 h 111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</a:cxnLst>
              <a:rect l="l" t="t" r="r" b="b"/>
              <a:pathLst>
                <a:path w="166727" h="111788">
                  <a:moveTo>
                    <a:pt x="165772" y="47295"/>
                  </a:moveTo>
                  <a:lnTo>
                    <a:pt x="166728" y="49684"/>
                  </a:lnTo>
                  <a:lnTo>
                    <a:pt x="160039" y="52550"/>
                  </a:lnTo>
                  <a:lnTo>
                    <a:pt x="155740" y="58283"/>
                  </a:lnTo>
                  <a:lnTo>
                    <a:pt x="153829" y="61627"/>
                  </a:lnTo>
                  <a:lnTo>
                    <a:pt x="155740" y="64493"/>
                  </a:lnTo>
                  <a:lnTo>
                    <a:pt x="157173" y="68793"/>
                  </a:lnTo>
                  <a:lnTo>
                    <a:pt x="147619" y="80258"/>
                  </a:lnTo>
                  <a:lnTo>
                    <a:pt x="143796" y="83603"/>
                  </a:lnTo>
                  <a:lnTo>
                    <a:pt x="139975" y="84558"/>
                  </a:lnTo>
                  <a:lnTo>
                    <a:pt x="132331" y="81692"/>
                  </a:lnTo>
                  <a:lnTo>
                    <a:pt x="127554" y="81692"/>
                  </a:lnTo>
                  <a:lnTo>
                    <a:pt x="123254" y="79303"/>
                  </a:lnTo>
                  <a:lnTo>
                    <a:pt x="118477" y="72137"/>
                  </a:lnTo>
                  <a:lnTo>
                    <a:pt x="116088" y="68793"/>
                  </a:lnTo>
                  <a:lnTo>
                    <a:pt x="114655" y="63538"/>
                  </a:lnTo>
                  <a:lnTo>
                    <a:pt x="113700" y="55894"/>
                  </a:lnTo>
                  <a:lnTo>
                    <a:pt x="114655" y="48728"/>
                  </a:lnTo>
                  <a:lnTo>
                    <a:pt x="117044" y="46817"/>
                  </a:lnTo>
                  <a:lnTo>
                    <a:pt x="119432" y="42040"/>
                  </a:lnTo>
                  <a:lnTo>
                    <a:pt x="119910" y="40129"/>
                  </a:lnTo>
                  <a:lnTo>
                    <a:pt x="118477" y="36307"/>
                  </a:lnTo>
                  <a:lnTo>
                    <a:pt x="110834" y="35830"/>
                  </a:lnTo>
                  <a:lnTo>
                    <a:pt x="106056" y="37741"/>
                  </a:lnTo>
                  <a:lnTo>
                    <a:pt x="101757" y="40129"/>
                  </a:lnTo>
                  <a:lnTo>
                    <a:pt x="103189" y="54939"/>
                  </a:lnTo>
                  <a:lnTo>
                    <a:pt x="104145" y="59716"/>
                  </a:lnTo>
                  <a:lnTo>
                    <a:pt x="105100" y="63060"/>
                  </a:lnTo>
                  <a:lnTo>
                    <a:pt x="112266" y="78348"/>
                  </a:lnTo>
                  <a:lnTo>
                    <a:pt x="113700" y="80258"/>
                  </a:lnTo>
                  <a:lnTo>
                    <a:pt x="118477" y="83125"/>
                  </a:lnTo>
                  <a:lnTo>
                    <a:pt x="122299" y="89813"/>
                  </a:lnTo>
                  <a:lnTo>
                    <a:pt x="115611" y="96979"/>
                  </a:lnTo>
                  <a:lnTo>
                    <a:pt x="112266" y="98890"/>
                  </a:lnTo>
                  <a:lnTo>
                    <a:pt x="109400" y="100323"/>
                  </a:lnTo>
                  <a:lnTo>
                    <a:pt x="107489" y="99845"/>
                  </a:lnTo>
                  <a:lnTo>
                    <a:pt x="105578" y="98412"/>
                  </a:lnTo>
                  <a:lnTo>
                    <a:pt x="103668" y="94590"/>
                  </a:lnTo>
                  <a:lnTo>
                    <a:pt x="101757" y="91246"/>
                  </a:lnTo>
                  <a:lnTo>
                    <a:pt x="99846" y="88380"/>
                  </a:lnTo>
                  <a:lnTo>
                    <a:pt x="95068" y="88858"/>
                  </a:lnTo>
                  <a:lnTo>
                    <a:pt x="90769" y="91246"/>
                  </a:lnTo>
                  <a:lnTo>
                    <a:pt x="86469" y="93157"/>
                  </a:lnTo>
                  <a:lnTo>
                    <a:pt x="73570" y="96024"/>
                  </a:lnTo>
                  <a:lnTo>
                    <a:pt x="69748" y="97935"/>
                  </a:lnTo>
                  <a:lnTo>
                    <a:pt x="65449" y="98412"/>
                  </a:lnTo>
                  <a:lnTo>
                    <a:pt x="60672" y="95068"/>
                  </a:lnTo>
                  <a:lnTo>
                    <a:pt x="55416" y="90291"/>
                  </a:lnTo>
                  <a:lnTo>
                    <a:pt x="53984" y="90291"/>
                  </a:lnTo>
                  <a:lnTo>
                    <a:pt x="52550" y="91724"/>
                  </a:lnTo>
                  <a:lnTo>
                    <a:pt x="51117" y="94590"/>
                  </a:lnTo>
                  <a:lnTo>
                    <a:pt x="50639" y="98890"/>
                  </a:lnTo>
                  <a:lnTo>
                    <a:pt x="49206" y="105100"/>
                  </a:lnTo>
                  <a:lnTo>
                    <a:pt x="46818" y="109400"/>
                  </a:lnTo>
                  <a:lnTo>
                    <a:pt x="44907" y="111311"/>
                  </a:lnTo>
                  <a:lnTo>
                    <a:pt x="42518" y="111789"/>
                  </a:lnTo>
                  <a:lnTo>
                    <a:pt x="40129" y="110356"/>
                  </a:lnTo>
                  <a:lnTo>
                    <a:pt x="37741" y="108445"/>
                  </a:lnTo>
                  <a:lnTo>
                    <a:pt x="22454" y="101756"/>
                  </a:lnTo>
                  <a:lnTo>
                    <a:pt x="20543" y="99845"/>
                  </a:lnTo>
                  <a:lnTo>
                    <a:pt x="19109" y="96979"/>
                  </a:lnTo>
                  <a:lnTo>
                    <a:pt x="14332" y="86947"/>
                  </a:lnTo>
                  <a:lnTo>
                    <a:pt x="11943" y="85036"/>
                  </a:lnTo>
                  <a:lnTo>
                    <a:pt x="9555" y="84080"/>
                  </a:lnTo>
                  <a:lnTo>
                    <a:pt x="5255" y="78825"/>
                  </a:lnTo>
                  <a:lnTo>
                    <a:pt x="956" y="71182"/>
                  </a:lnTo>
                  <a:lnTo>
                    <a:pt x="0" y="68315"/>
                  </a:lnTo>
                  <a:lnTo>
                    <a:pt x="0" y="64493"/>
                  </a:lnTo>
                  <a:lnTo>
                    <a:pt x="478" y="61627"/>
                  </a:lnTo>
                  <a:lnTo>
                    <a:pt x="4300" y="63060"/>
                  </a:lnTo>
                  <a:lnTo>
                    <a:pt x="6688" y="63060"/>
                  </a:lnTo>
                  <a:lnTo>
                    <a:pt x="5255" y="48251"/>
                  </a:lnTo>
                  <a:lnTo>
                    <a:pt x="6211" y="33919"/>
                  </a:lnTo>
                  <a:lnTo>
                    <a:pt x="8122" y="31530"/>
                  </a:lnTo>
                  <a:lnTo>
                    <a:pt x="14809" y="32963"/>
                  </a:lnTo>
                  <a:lnTo>
                    <a:pt x="12421" y="28186"/>
                  </a:lnTo>
                  <a:lnTo>
                    <a:pt x="10510" y="21976"/>
                  </a:lnTo>
                  <a:lnTo>
                    <a:pt x="11943" y="18631"/>
                  </a:lnTo>
                  <a:lnTo>
                    <a:pt x="13377" y="15765"/>
                  </a:lnTo>
                  <a:lnTo>
                    <a:pt x="16243" y="13854"/>
                  </a:lnTo>
                  <a:lnTo>
                    <a:pt x="20065" y="12899"/>
                  </a:lnTo>
                  <a:lnTo>
                    <a:pt x="21498" y="11465"/>
                  </a:lnTo>
                  <a:lnTo>
                    <a:pt x="22454" y="9077"/>
                  </a:lnTo>
                  <a:lnTo>
                    <a:pt x="24842" y="6210"/>
                  </a:lnTo>
                  <a:lnTo>
                    <a:pt x="29141" y="5255"/>
                  </a:lnTo>
                  <a:lnTo>
                    <a:pt x="36786" y="0"/>
                  </a:lnTo>
                  <a:lnTo>
                    <a:pt x="38696" y="0"/>
                  </a:lnTo>
                  <a:lnTo>
                    <a:pt x="40607" y="2866"/>
                  </a:lnTo>
                  <a:lnTo>
                    <a:pt x="42518" y="6688"/>
                  </a:lnTo>
                  <a:lnTo>
                    <a:pt x="44429" y="9077"/>
                  </a:lnTo>
                  <a:lnTo>
                    <a:pt x="51117" y="13854"/>
                  </a:lnTo>
                  <a:lnTo>
                    <a:pt x="55416" y="18631"/>
                  </a:lnTo>
                  <a:lnTo>
                    <a:pt x="61150" y="27708"/>
                  </a:lnTo>
                  <a:lnTo>
                    <a:pt x="63538" y="29142"/>
                  </a:lnTo>
                  <a:lnTo>
                    <a:pt x="65927" y="28186"/>
                  </a:lnTo>
                  <a:lnTo>
                    <a:pt x="67838" y="30097"/>
                  </a:lnTo>
                  <a:lnTo>
                    <a:pt x="70227" y="38218"/>
                  </a:lnTo>
                  <a:lnTo>
                    <a:pt x="71182" y="40129"/>
                  </a:lnTo>
                  <a:lnTo>
                    <a:pt x="72137" y="41562"/>
                  </a:lnTo>
                  <a:lnTo>
                    <a:pt x="73570" y="42040"/>
                  </a:lnTo>
                  <a:lnTo>
                    <a:pt x="76437" y="42518"/>
                  </a:lnTo>
                  <a:lnTo>
                    <a:pt x="77870" y="41085"/>
                  </a:lnTo>
                  <a:lnTo>
                    <a:pt x="78825" y="37263"/>
                  </a:lnTo>
                  <a:lnTo>
                    <a:pt x="78825" y="33919"/>
                  </a:lnTo>
                  <a:lnTo>
                    <a:pt x="78825" y="30097"/>
                  </a:lnTo>
                  <a:lnTo>
                    <a:pt x="78825" y="24842"/>
                  </a:lnTo>
                  <a:lnTo>
                    <a:pt x="79303" y="20542"/>
                  </a:lnTo>
                  <a:lnTo>
                    <a:pt x="79781" y="17676"/>
                  </a:lnTo>
                  <a:lnTo>
                    <a:pt x="80736" y="15765"/>
                  </a:lnTo>
                  <a:lnTo>
                    <a:pt x="85991" y="10032"/>
                  </a:lnTo>
                  <a:lnTo>
                    <a:pt x="89813" y="4777"/>
                  </a:lnTo>
                  <a:lnTo>
                    <a:pt x="95068" y="7166"/>
                  </a:lnTo>
                  <a:lnTo>
                    <a:pt x="99846" y="11943"/>
                  </a:lnTo>
                  <a:lnTo>
                    <a:pt x="108923" y="22453"/>
                  </a:lnTo>
                  <a:lnTo>
                    <a:pt x="113222" y="25320"/>
                  </a:lnTo>
                  <a:lnTo>
                    <a:pt x="118477" y="28186"/>
                  </a:lnTo>
                  <a:lnTo>
                    <a:pt x="123732" y="29142"/>
                  </a:lnTo>
                  <a:lnTo>
                    <a:pt x="126121" y="28186"/>
                  </a:lnTo>
                  <a:lnTo>
                    <a:pt x="130898" y="25320"/>
                  </a:lnTo>
                  <a:lnTo>
                    <a:pt x="133287" y="25320"/>
                  </a:lnTo>
                  <a:lnTo>
                    <a:pt x="164339" y="45862"/>
                  </a:lnTo>
                  <a:lnTo>
                    <a:pt x="165772" y="4729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EC13C5EC-ABC2-A58B-4077-4A39C974223F}"/>
                </a:ext>
              </a:extLst>
            </p:cNvPr>
            <p:cNvSpPr/>
            <p:nvPr/>
          </p:nvSpPr>
          <p:spPr>
            <a:xfrm>
              <a:off x="8761729" y="5489231"/>
              <a:ext cx="4777" cy="2388"/>
            </a:xfrm>
            <a:custGeom>
              <a:avLst/>
              <a:gdLst>
                <a:gd name="csX0" fmla="*/ 4300 w 4777"/>
                <a:gd name="csY0" fmla="*/ 1911 h 2388"/>
                <a:gd name="csX1" fmla="*/ 4777 w 4777"/>
                <a:gd name="csY1" fmla="*/ 2389 h 2388"/>
                <a:gd name="csX2" fmla="*/ 2866 w 4777"/>
                <a:gd name="csY2" fmla="*/ 1433 h 2388"/>
                <a:gd name="csX3" fmla="*/ 0 w 4777"/>
                <a:gd name="csY3" fmla="*/ 1433 h 2388"/>
                <a:gd name="csX4" fmla="*/ 1911 w 4777"/>
                <a:gd name="csY4" fmla="*/ 0 h 2388"/>
                <a:gd name="csX5" fmla="*/ 3344 w 4777"/>
                <a:gd name="csY5" fmla="*/ 478 h 2388"/>
                <a:gd name="csX6" fmla="*/ 3822 w 4777"/>
                <a:gd name="csY6" fmla="*/ 955 h 2388"/>
                <a:gd name="csX7" fmla="*/ 4300 w 4777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7" h="2388">
                  <a:moveTo>
                    <a:pt x="4300" y="1911"/>
                  </a:moveTo>
                  <a:lnTo>
                    <a:pt x="4777" y="2389"/>
                  </a:lnTo>
                  <a:lnTo>
                    <a:pt x="2866" y="1433"/>
                  </a:lnTo>
                  <a:lnTo>
                    <a:pt x="0" y="1433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3822" y="955"/>
                  </a:lnTo>
                  <a:lnTo>
                    <a:pt x="430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C682B3CB-0DB3-05D1-5C70-EC6E7A9FC1B0}"/>
                </a:ext>
              </a:extLst>
            </p:cNvPr>
            <p:cNvSpPr/>
            <p:nvPr/>
          </p:nvSpPr>
          <p:spPr>
            <a:xfrm>
              <a:off x="8753608" y="5535570"/>
              <a:ext cx="1432" cy="3822"/>
            </a:xfrm>
            <a:custGeom>
              <a:avLst/>
              <a:gdLst>
                <a:gd name="csX0" fmla="*/ 1433 w 1432"/>
                <a:gd name="csY0" fmla="*/ 0 h 3822"/>
                <a:gd name="csX1" fmla="*/ 1433 w 1432"/>
                <a:gd name="csY1" fmla="*/ 1911 h 3822"/>
                <a:gd name="csX2" fmla="*/ 478 w 1432"/>
                <a:gd name="csY2" fmla="*/ 3822 h 3822"/>
                <a:gd name="csX3" fmla="*/ 0 w 1432"/>
                <a:gd name="csY3" fmla="*/ 1433 h 3822"/>
                <a:gd name="csX4" fmla="*/ 955 w 1432"/>
                <a:gd name="csY4" fmla="*/ 956 h 3822"/>
                <a:gd name="csX5" fmla="*/ 1433 w 1432"/>
                <a:gd name="csY5" fmla="*/ 0 h 3822"/>
                <a:gd name="csX6" fmla="*/ 1433 w 1432"/>
                <a:gd name="csY6" fmla="*/ 0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3822">
                  <a:moveTo>
                    <a:pt x="1433" y="0"/>
                  </a:moveTo>
                  <a:lnTo>
                    <a:pt x="1433" y="1911"/>
                  </a:lnTo>
                  <a:lnTo>
                    <a:pt x="478" y="3822"/>
                  </a:lnTo>
                  <a:lnTo>
                    <a:pt x="0" y="1433"/>
                  </a:lnTo>
                  <a:lnTo>
                    <a:pt x="955" y="956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F5B7E865-C629-5A7E-4F0B-5E51A589E563}"/>
                </a:ext>
              </a:extLst>
            </p:cNvPr>
            <p:cNvSpPr/>
            <p:nvPr/>
          </p:nvSpPr>
          <p:spPr>
            <a:xfrm>
              <a:off x="8692936" y="3555382"/>
              <a:ext cx="60671" cy="241731"/>
            </a:xfrm>
            <a:custGeom>
              <a:avLst/>
              <a:gdLst>
                <a:gd name="csX0" fmla="*/ 60672 w 60671"/>
                <a:gd name="csY0" fmla="*/ 163861 h 241731"/>
                <a:gd name="csX1" fmla="*/ 60672 w 60671"/>
                <a:gd name="csY1" fmla="*/ 169116 h 241731"/>
                <a:gd name="csX2" fmla="*/ 59716 w 60671"/>
                <a:gd name="csY2" fmla="*/ 167683 h 241731"/>
                <a:gd name="csX3" fmla="*/ 58761 w 60671"/>
                <a:gd name="csY3" fmla="*/ 163861 h 241731"/>
                <a:gd name="csX4" fmla="*/ 57328 w 60671"/>
                <a:gd name="csY4" fmla="*/ 161950 h 241731"/>
                <a:gd name="csX5" fmla="*/ 54461 w 60671"/>
                <a:gd name="csY5" fmla="*/ 159562 h 241731"/>
                <a:gd name="csX6" fmla="*/ 52073 w 60671"/>
                <a:gd name="csY6" fmla="*/ 157173 h 241731"/>
                <a:gd name="csX7" fmla="*/ 48729 w 60671"/>
                <a:gd name="csY7" fmla="*/ 153351 h 241731"/>
                <a:gd name="csX8" fmla="*/ 47295 w 60671"/>
                <a:gd name="csY8" fmla="*/ 151918 h 241731"/>
                <a:gd name="csX9" fmla="*/ 45862 w 60671"/>
                <a:gd name="csY9" fmla="*/ 151440 h 241731"/>
                <a:gd name="csX10" fmla="*/ 42996 w 60671"/>
                <a:gd name="csY10" fmla="*/ 150485 h 241731"/>
                <a:gd name="csX11" fmla="*/ 41085 w 60671"/>
                <a:gd name="csY11" fmla="*/ 150485 h 241731"/>
                <a:gd name="csX12" fmla="*/ 34397 w 60671"/>
                <a:gd name="csY12" fmla="*/ 150963 h 241731"/>
                <a:gd name="csX13" fmla="*/ 31530 w 60671"/>
                <a:gd name="csY13" fmla="*/ 151918 h 241731"/>
                <a:gd name="csX14" fmla="*/ 28664 w 60671"/>
                <a:gd name="csY14" fmla="*/ 153351 h 241731"/>
                <a:gd name="csX15" fmla="*/ 27231 w 60671"/>
                <a:gd name="csY15" fmla="*/ 156217 h 241731"/>
                <a:gd name="csX16" fmla="*/ 26275 w 60671"/>
                <a:gd name="csY16" fmla="*/ 161473 h 241731"/>
                <a:gd name="csX17" fmla="*/ 19587 w 60671"/>
                <a:gd name="csY17" fmla="*/ 179626 h 241731"/>
                <a:gd name="csX18" fmla="*/ 18154 w 60671"/>
                <a:gd name="csY18" fmla="*/ 184404 h 241731"/>
                <a:gd name="csX19" fmla="*/ 17676 w 60671"/>
                <a:gd name="csY19" fmla="*/ 189659 h 241731"/>
                <a:gd name="csX20" fmla="*/ 17676 w 60671"/>
                <a:gd name="csY20" fmla="*/ 193480 h 241731"/>
                <a:gd name="csX21" fmla="*/ 18154 w 60671"/>
                <a:gd name="csY21" fmla="*/ 194914 h 241731"/>
                <a:gd name="csX22" fmla="*/ 20065 w 60671"/>
                <a:gd name="csY22" fmla="*/ 198735 h 241731"/>
                <a:gd name="csX23" fmla="*/ 21498 w 60671"/>
                <a:gd name="csY23" fmla="*/ 201124 h 241731"/>
                <a:gd name="csX24" fmla="*/ 22931 w 60671"/>
                <a:gd name="csY24" fmla="*/ 202080 h 241731"/>
                <a:gd name="csX25" fmla="*/ 23886 w 60671"/>
                <a:gd name="csY25" fmla="*/ 202557 h 241731"/>
                <a:gd name="csX26" fmla="*/ 24842 w 60671"/>
                <a:gd name="csY26" fmla="*/ 203513 h 241731"/>
                <a:gd name="csX27" fmla="*/ 25320 w 60671"/>
                <a:gd name="csY27" fmla="*/ 204468 h 241731"/>
                <a:gd name="csX28" fmla="*/ 26753 w 60671"/>
                <a:gd name="csY28" fmla="*/ 207335 h 241731"/>
                <a:gd name="csX29" fmla="*/ 28664 w 60671"/>
                <a:gd name="csY29" fmla="*/ 213067 h 241731"/>
                <a:gd name="csX30" fmla="*/ 30097 w 60671"/>
                <a:gd name="csY30" fmla="*/ 217367 h 241731"/>
                <a:gd name="csX31" fmla="*/ 31052 w 60671"/>
                <a:gd name="csY31" fmla="*/ 218800 h 241731"/>
                <a:gd name="csX32" fmla="*/ 32963 w 60671"/>
                <a:gd name="csY32" fmla="*/ 218322 h 241731"/>
                <a:gd name="csX33" fmla="*/ 34397 w 60671"/>
                <a:gd name="csY33" fmla="*/ 218322 h 241731"/>
                <a:gd name="csX34" fmla="*/ 35352 w 60671"/>
                <a:gd name="csY34" fmla="*/ 218800 h 241731"/>
                <a:gd name="csX35" fmla="*/ 36307 w 60671"/>
                <a:gd name="csY35" fmla="*/ 219755 h 241731"/>
                <a:gd name="csX36" fmla="*/ 37263 w 60671"/>
                <a:gd name="csY36" fmla="*/ 224533 h 241731"/>
                <a:gd name="csX37" fmla="*/ 38218 w 60671"/>
                <a:gd name="csY37" fmla="*/ 228832 h 241731"/>
                <a:gd name="csX38" fmla="*/ 38218 w 60671"/>
                <a:gd name="csY38" fmla="*/ 230266 h 241731"/>
                <a:gd name="csX39" fmla="*/ 36786 w 60671"/>
                <a:gd name="csY39" fmla="*/ 233610 h 241731"/>
                <a:gd name="csX40" fmla="*/ 36307 w 60671"/>
                <a:gd name="csY40" fmla="*/ 235043 h 241731"/>
                <a:gd name="csX41" fmla="*/ 36307 w 60671"/>
                <a:gd name="csY41" fmla="*/ 236476 h 241731"/>
                <a:gd name="csX42" fmla="*/ 35830 w 60671"/>
                <a:gd name="csY42" fmla="*/ 237909 h 241731"/>
                <a:gd name="csX43" fmla="*/ 35352 w 60671"/>
                <a:gd name="csY43" fmla="*/ 238865 h 241731"/>
                <a:gd name="csX44" fmla="*/ 34874 w 60671"/>
                <a:gd name="csY44" fmla="*/ 233610 h 241731"/>
                <a:gd name="csX45" fmla="*/ 33919 w 60671"/>
                <a:gd name="csY45" fmla="*/ 230266 h 241731"/>
                <a:gd name="csX46" fmla="*/ 33441 w 60671"/>
                <a:gd name="csY46" fmla="*/ 226921 h 241731"/>
                <a:gd name="csX47" fmla="*/ 32486 w 60671"/>
                <a:gd name="csY47" fmla="*/ 225011 h 241731"/>
                <a:gd name="csX48" fmla="*/ 27709 w 60671"/>
                <a:gd name="csY48" fmla="*/ 224055 h 241731"/>
                <a:gd name="csX49" fmla="*/ 23409 w 60671"/>
                <a:gd name="csY49" fmla="*/ 223577 h 241731"/>
                <a:gd name="csX50" fmla="*/ 22454 w 60671"/>
                <a:gd name="csY50" fmla="*/ 223100 h 241731"/>
                <a:gd name="csX51" fmla="*/ 21498 w 60671"/>
                <a:gd name="csY51" fmla="*/ 222144 h 241731"/>
                <a:gd name="csX52" fmla="*/ 20543 w 60671"/>
                <a:gd name="csY52" fmla="*/ 220711 h 241731"/>
                <a:gd name="csX53" fmla="*/ 19587 w 60671"/>
                <a:gd name="csY53" fmla="*/ 220711 h 241731"/>
                <a:gd name="csX54" fmla="*/ 18154 w 60671"/>
                <a:gd name="csY54" fmla="*/ 221189 h 241731"/>
                <a:gd name="csX55" fmla="*/ 16243 w 60671"/>
                <a:gd name="csY55" fmla="*/ 222622 h 241731"/>
                <a:gd name="csX56" fmla="*/ 14809 w 60671"/>
                <a:gd name="csY56" fmla="*/ 225011 h 241731"/>
                <a:gd name="csX57" fmla="*/ 13854 w 60671"/>
                <a:gd name="csY57" fmla="*/ 227399 h 241731"/>
                <a:gd name="csX58" fmla="*/ 12899 w 60671"/>
                <a:gd name="csY58" fmla="*/ 230266 h 241731"/>
                <a:gd name="csX59" fmla="*/ 10988 w 60671"/>
                <a:gd name="csY59" fmla="*/ 237431 h 241731"/>
                <a:gd name="csX60" fmla="*/ 10032 w 60671"/>
                <a:gd name="csY60" fmla="*/ 239342 h 241731"/>
                <a:gd name="csX61" fmla="*/ 8122 w 60671"/>
                <a:gd name="csY61" fmla="*/ 241731 h 241731"/>
                <a:gd name="csX62" fmla="*/ 7166 w 60671"/>
                <a:gd name="csY62" fmla="*/ 240776 h 241731"/>
                <a:gd name="csX63" fmla="*/ 6211 w 60671"/>
                <a:gd name="csY63" fmla="*/ 239342 h 241731"/>
                <a:gd name="csX64" fmla="*/ 5255 w 60671"/>
                <a:gd name="csY64" fmla="*/ 237431 h 241731"/>
                <a:gd name="csX65" fmla="*/ 5255 w 60671"/>
                <a:gd name="csY65" fmla="*/ 235043 h 241731"/>
                <a:gd name="csX66" fmla="*/ 3344 w 60671"/>
                <a:gd name="csY66" fmla="*/ 227877 h 241731"/>
                <a:gd name="csX67" fmla="*/ 4300 w 60671"/>
                <a:gd name="csY67" fmla="*/ 221189 h 241731"/>
                <a:gd name="csX68" fmla="*/ 7166 w 60671"/>
                <a:gd name="csY68" fmla="*/ 212589 h 241731"/>
                <a:gd name="csX69" fmla="*/ 7644 w 60671"/>
                <a:gd name="csY69" fmla="*/ 209246 h 241731"/>
                <a:gd name="csX70" fmla="*/ 7166 w 60671"/>
                <a:gd name="csY70" fmla="*/ 206857 h 241731"/>
                <a:gd name="csX71" fmla="*/ 6688 w 60671"/>
                <a:gd name="csY71" fmla="*/ 203990 h 241731"/>
                <a:gd name="csX72" fmla="*/ 6211 w 60671"/>
                <a:gd name="csY72" fmla="*/ 198735 h 241731"/>
                <a:gd name="csX73" fmla="*/ 6211 w 60671"/>
                <a:gd name="csY73" fmla="*/ 197302 h 241731"/>
                <a:gd name="csX74" fmla="*/ 7166 w 60671"/>
                <a:gd name="csY74" fmla="*/ 194436 h 241731"/>
                <a:gd name="csX75" fmla="*/ 8122 w 60671"/>
                <a:gd name="csY75" fmla="*/ 191570 h 241731"/>
                <a:gd name="csX76" fmla="*/ 10032 w 60671"/>
                <a:gd name="csY76" fmla="*/ 189181 h 241731"/>
                <a:gd name="csX77" fmla="*/ 10510 w 60671"/>
                <a:gd name="csY77" fmla="*/ 185837 h 241731"/>
                <a:gd name="csX78" fmla="*/ 9555 w 60671"/>
                <a:gd name="csY78" fmla="*/ 178671 h 241731"/>
                <a:gd name="csX79" fmla="*/ 7166 w 60671"/>
                <a:gd name="csY79" fmla="*/ 173416 h 241731"/>
                <a:gd name="csX80" fmla="*/ 4777 w 60671"/>
                <a:gd name="csY80" fmla="*/ 168638 h 241731"/>
                <a:gd name="csX81" fmla="*/ 4300 w 60671"/>
                <a:gd name="csY81" fmla="*/ 167205 h 241731"/>
                <a:gd name="csX82" fmla="*/ 4300 w 60671"/>
                <a:gd name="csY82" fmla="*/ 165772 h 241731"/>
                <a:gd name="csX83" fmla="*/ 6211 w 60671"/>
                <a:gd name="csY83" fmla="*/ 159562 h 241731"/>
                <a:gd name="csX84" fmla="*/ 7166 w 60671"/>
                <a:gd name="csY84" fmla="*/ 156695 h 241731"/>
                <a:gd name="csX85" fmla="*/ 8122 w 60671"/>
                <a:gd name="csY85" fmla="*/ 150485 h 241731"/>
                <a:gd name="csX86" fmla="*/ 9077 w 60671"/>
                <a:gd name="csY86" fmla="*/ 146663 h 241731"/>
                <a:gd name="csX87" fmla="*/ 9555 w 60671"/>
                <a:gd name="csY87" fmla="*/ 143319 h 241731"/>
                <a:gd name="csX88" fmla="*/ 10032 w 60671"/>
                <a:gd name="csY88" fmla="*/ 125165 h 241731"/>
                <a:gd name="csX89" fmla="*/ 9555 w 60671"/>
                <a:gd name="csY89" fmla="*/ 122299 h 241731"/>
                <a:gd name="csX90" fmla="*/ 8122 w 60671"/>
                <a:gd name="csY90" fmla="*/ 116566 h 241731"/>
                <a:gd name="csX91" fmla="*/ 8122 w 60671"/>
                <a:gd name="csY91" fmla="*/ 113222 h 241731"/>
                <a:gd name="csX92" fmla="*/ 9077 w 60671"/>
                <a:gd name="csY92" fmla="*/ 108922 h 241731"/>
                <a:gd name="csX93" fmla="*/ 9555 w 60671"/>
                <a:gd name="csY93" fmla="*/ 105578 h 241731"/>
                <a:gd name="csX94" fmla="*/ 10988 w 60671"/>
                <a:gd name="csY94" fmla="*/ 102712 h 241731"/>
                <a:gd name="csX95" fmla="*/ 10988 w 60671"/>
                <a:gd name="csY95" fmla="*/ 96024 h 241731"/>
                <a:gd name="csX96" fmla="*/ 8599 w 60671"/>
                <a:gd name="csY96" fmla="*/ 90291 h 241731"/>
                <a:gd name="csX97" fmla="*/ 7166 w 60671"/>
                <a:gd name="csY97" fmla="*/ 87424 h 241731"/>
                <a:gd name="csX98" fmla="*/ 4300 w 60671"/>
                <a:gd name="csY98" fmla="*/ 84080 h 241731"/>
                <a:gd name="csX99" fmla="*/ 2389 w 60671"/>
                <a:gd name="csY99" fmla="*/ 82647 h 241731"/>
                <a:gd name="csX100" fmla="*/ 1433 w 60671"/>
                <a:gd name="csY100" fmla="*/ 81214 h 241731"/>
                <a:gd name="csX101" fmla="*/ 2389 w 60671"/>
                <a:gd name="csY101" fmla="*/ 80736 h 241731"/>
                <a:gd name="csX102" fmla="*/ 2866 w 60671"/>
                <a:gd name="csY102" fmla="*/ 79781 h 241731"/>
                <a:gd name="csX103" fmla="*/ 1433 w 60671"/>
                <a:gd name="csY103" fmla="*/ 77870 h 241731"/>
                <a:gd name="csX104" fmla="*/ 478 w 60671"/>
                <a:gd name="csY104" fmla="*/ 75481 h 241731"/>
                <a:gd name="csX105" fmla="*/ 0 w 60671"/>
                <a:gd name="csY105" fmla="*/ 65449 h 241731"/>
                <a:gd name="csX106" fmla="*/ 478 w 60671"/>
                <a:gd name="csY106" fmla="*/ 62583 h 241731"/>
                <a:gd name="csX107" fmla="*/ 1911 w 60671"/>
                <a:gd name="csY107" fmla="*/ 59716 h 241731"/>
                <a:gd name="csX108" fmla="*/ 2866 w 60671"/>
                <a:gd name="csY108" fmla="*/ 56850 h 241731"/>
                <a:gd name="csX109" fmla="*/ 3822 w 60671"/>
                <a:gd name="csY109" fmla="*/ 49684 h 241731"/>
                <a:gd name="csX110" fmla="*/ 4300 w 60671"/>
                <a:gd name="csY110" fmla="*/ 42518 h 241731"/>
                <a:gd name="csX111" fmla="*/ 3822 w 60671"/>
                <a:gd name="csY111" fmla="*/ 39174 h 241731"/>
                <a:gd name="csX112" fmla="*/ 3344 w 60671"/>
                <a:gd name="csY112" fmla="*/ 33441 h 241731"/>
                <a:gd name="csX113" fmla="*/ 3822 w 60671"/>
                <a:gd name="csY113" fmla="*/ 32008 h 241731"/>
                <a:gd name="csX114" fmla="*/ 6211 w 60671"/>
                <a:gd name="csY114" fmla="*/ 29619 h 241731"/>
                <a:gd name="csX115" fmla="*/ 9555 w 60671"/>
                <a:gd name="csY115" fmla="*/ 28664 h 241731"/>
                <a:gd name="csX116" fmla="*/ 10510 w 60671"/>
                <a:gd name="csY116" fmla="*/ 28664 h 241731"/>
                <a:gd name="csX117" fmla="*/ 13377 w 60671"/>
                <a:gd name="csY117" fmla="*/ 31052 h 241731"/>
                <a:gd name="csX118" fmla="*/ 14332 w 60671"/>
                <a:gd name="csY118" fmla="*/ 31530 h 241731"/>
                <a:gd name="csX119" fmla="*/ 15288 w 60671"/>
                <a:gd name="csY119" fmla="*/ 31052 h 241731"/>
                <a:gd name="csX120" fmla="*/ 17198 w 60671"/>
                <a:gd name="csY120" fmla="*/ 30097 h 241731"/>
                <a:gd name="csX121" fmla="*/ 18632 w 60671"/>
                <a:gd name="csY121" fmla="*/ 27230 h 241731"/>
                <a:gd name="csX122" fmla="*/ 17198 w 60671"/>
                <a:gd name="csY122" fmla="*/ 25797 h 241731"/>
                <a:gd name="csX123" fmla="*/ 17676 w 60671"/>
                <a:gd name="csY123" fmla="*/ 23886 h 241731"/>
                <a:gd name="csX124" fmla="*/ 20543 w 60671"/>
                <a:gd name="csY124" fmla="*/ 22931 h 241731"/>
                <a:gd name="csX125" fmla="*/ 20543 w 60671"/>
                <a:gd name="csY125" fmla="*/ 21498 h 241731"/>
                <a:gd name="csX126" fmla="*/ 19587 w 60671"/>
                <a:gd name="csY126" fmla="*/ 21020 h 241731"/>
                <a:gd name="csX127" fmla="*/ 20543 w 60671"/>
                <a:gd name="csY127" fmla="*/ 18631 h 241731"/>
                <a:gd name="csX128" fmla="*/ 21020 w 60671"/>
                <a:gd name="csY128" fmla="*/ 16243 h 241731"/>
                <a:gd name="csX129" fmla="*/ 20065 w 60671"/>
                <a:gd name="csY129" fmla="*/ 13854 h 241731"/>
                <a:gd name="csX130" fmla="*/ 16243 w 60671"/>
                <a:gd name="csY130" fmla="*/ 8599 h 241731"/>
                <a:gd name="csX131" fmla="*/ 13377 w 60671"/>
                <a:gd name="csY131" fmla="*/ 4300 h 241731"/>
                <a:gd name="csX132" fmla="*/ 17676 w 60671"/>
                <a:gd name="csY132" fmla="*/ 4300 h 241731"/>
                <a:gd name="csX133" fmla="*/ 19109 w 60671"/>
                <a:gd name="csY133" fmla="*/ 3822 h 241731"/>
                <a:gd name="csX134" fmla="*/ 20065 w 60671"/>
                <a:gd name="csY134" fmla="*/ 1911 h 241731"/>
                <a:gd name="csX135" fmla="*/ 20543 w 60671"/>
                <a:gd name="csY135" fmla="*/ 0 h 241731"/>
                <a:gd name="csX136" fmla="*/ 21975 w 60671"/>
                <a:gd name="csY136" fmla="*/ 955 h 241731"/>
                <a:gd name="csX137" fmla="*/ 26275 w 60671"/>
                <a:gd name="csY137" fmla="*/ 8599 h 241731"/>
                <a:gd name="csX138" fmla="*/ 26275 w 60671"/>
                <a:gd name="csY138" fmla="*/ 10510 h 241731"/>
                <a:gd name="csX139" fmla="*/ 25798 w 60671"/>
                <a:gd name="csY139" fmla="*/ 11943 h 241731"/>
                <a:gd name="csX140" fmla="*/ 25320 w 60671"/>
                <a:gd name="csY140" fmla="*/ 14332 h 241731"/>
                <a:gd name="csX141" fmla="*/ 24842 w 60671"/>
                <a:gd name="csY141" fmla="*/ 16721 h 241731"/>
                <a:gd name="csX142" fmla="*/ 25320 w 60671"/>
                <a:gd name="csY142" fmla="*/ 19109 h 241731"/>
                <a:gd name="csX143" fmla="*/ 24842 w 60671"/>
                <a:gd name="csY143" fmla="*/ 19587 h 241731"/>
                <a:gd name="csX144" fmla="*/ 28664 w 60671"/>
                <a:gd name="csY144" fmla="*/ 28664 h 241731"/>
                <a:gd name="csX145" fmla="*/ 31052 w 60671"/>
                <a:gd name="csY145" fmla="*/ 34396 h 241731"/>
                <a:gd name="csX146" fmla="*/ 32008 w 60671"/>
                <a:gd name="csY146" fmla="*/ 37263 h 241731"/>
                <a:gd name="csX147" fmla="*/ 32486 w 60671"/>
                <a:gd name="csY147" fmla="*/ 39651 h 241731"/>
                <a:gd name="csX148" fmla="*/ 32963 w 60671"/>
                <a:gd name="csY148" fmla="*/ 44907 h 241731"/>
                <a:gd name="csX149" fmla="*/ 33441 w 60671"/>
                <a:gd name="csY149" fmla="*/ 52550 h 241731"/>
                <a:gd name="csX150" fmla="*/ 32963 w 60671"/>
                <a:gd name="csY150" fmla="*/ 55417 h 241731"/>
                <a:gd name="csX151" fmla="*/ 32486 w 60671"/>
                <a:gd name="csY151" fmla="*/ 57805 h 241731"/>
                <a:gd name="csX152" fmla="*/ 32008 w 60671"/>
                <a:gd name="csY152" fmla="*/ 59238 h 241731"/>
                <a:gd name="csX153" fmla="*/ 30575 w 60671"/>
                <a:gd name="csY153" fmla="*/ 60194 h 241731"/>
                <a:gd name="csX154" fmla="*/ 30097 w 60671"/>
                <a:gd name="csY154" fmla="*/ 63060 h 241731"/>
                <a:gd name="csX155" fmla="*/ 29620 w 60671"/>
                <a:gd name="csY155" fmla="*/ 70704 h 241731"/>
                <a:gd name="csX156" fmla="*/ 30575 w 60671"/>
                <a:gd name="csY156" fmla="*/ 75003 h 241731"/>
                <a:gd name="csX157" fmla="*/ 31530 w 60671"/>
                <a:gd name="csY157" fmla="*/ 77870 h 241731"/>
                <a:gd name="csX158" fmla="*/ 32486 w 60671"/>
                <a:gd name="csY158" fmla="*/ 80736 h 241731"/>
                <a:gd name="csX159" fmla="*/ 32486 w 60671"/>
                <a:gd name="csY159" fmla="*/ 84080 h 241731"/>
                <a:gd name="csX160" fmla="*/ 32963 w 60671"/>
                <a:gd name="csY160" fmla="*/ 85514 h 241731"/>
                <a:gd name="csX161" fmla="*/ 34874 w 60671"/>
                <a:gd name="csY161" fmla="*/ 87424 h 241731"/>
                <a:gd name="csX162" fmla="*/ 35830 w 60671"/>
                <a:gd name="csY162" fmla="*/ 88858 h 241731"/>
                <a:gd name="csX163" fmla="*/ 35830 w 60671"/>
                <a:gd name="csY163" fmla="*/ 90769 h 241731"/>
                <a:gd name="csX164" fmla="*/ 35830 w 60671"/>
                <a:gd name="csY164" fmla="*/ 94113 h 241731"/>
                <a:gd name="csX165" fmla="*/ 36307 w 60671"/>
                <a:gd name="csY165" fmla="*/ 94590 h 241731"/>
                <a:gd name="csX166" fmla="*/ 37263 w 60671"/>
                <a:gd name="csY166" fmla="*/ 95546 h 241731"/>
                <a:gd name="csX167" fmla="*/ 41085 w 60671"/>
                <a:gd name="csY167" fmla="*/ 116566 h 241731"/>
                <a:gd name="csX168" fmla="*/ 42996 w 60671"/>
                <a:gd name="csY168" fmla="*/ 123254 h 241731"/>
                <a:gd name="csX169" fmla="*/ 47295 w 60671"/>
                <a:gd name="csY169" fmla="*/ 134242 h 241731"/>
                <a:gd name="csX170" fmla="*/ 49206 w 60671"/>
                <a:gd name="csY170" fmla="*/ 140452 h 241731"/>
                <a:gd name="csX171" fmla="*/ 50639 w 60671"/>
                <a:gd name="csY171" fmla="*/ 143797 h 241731"/>
                <a:gd name="csX172" fmla="*/ 51117 w 60671"/>
                <a:gd name="csY172" fmla="*/ 147141 h 241731"/>
                <a:gd name="csX173" fmla="*/ 52073 w 60671"/>
                <a:gd name="csY173" fmla="*/ 150485 h 241731"/>
                <a:gd name="csX174" fmla="*/ 53028 w 60671"/>
                <a:gd name="csY174" fmla="*/ 153829 h 241731"/>
                <a:gd name="csX175" fmla="*/ 54939 w 60671"/>
                <a:gd name="csY175" fmla="*/ 157651 h 241731"/>
                <a:gd name="csX176" fmla="*/ 58283 w 60671"/>
                <a:gd name="csY176" fmla="*/ 160995 h 241731"/>
                <a:gd name="csX177" fmla="*/ 60194 w 60671"/>
                <a:gd name="csY177" fmla="*/ 162428 h 241731"/>
                <a:gd name="csX178" fmla="*/ 60672 w 60671"/>
                <a:gd name="csY178" fmla="*/ 163861 h 241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</a:cxnLst>
              <a:rect l="l" t="t" r="r" b="b"/>
              <a:pathLst>
                <a:path w="60671" h="241731">
                  <a:moveTo>
                    <a:pt x="60672" y="163861"/>
                  </a:moveTo>
                  <a:lnTo>
                    <a:pt x="60672" y="169116"/>
                  </a:lnTo>
                  <a:lnTo>
                    <a:pt x="59716" y="167683"/>
                  </a:lnTo>
                  <a:lnTo>
                    <a:pt x="58761" y="163861"/>
                  </a:lnTo>
                  <a:lnTo>
                    <a:pt x="57328" y="161950"/>
                  </a:lnTo>
                  <a:lnTo>
                    <a:pt x="54461" y="159562"/>
                  </a:lnTo>
                  <a:lnTo>
                    <a:pt x="52073" y="157173"/>
                  </a:lnTo>
                  <a:lnTo>
                    <a:pt x="48729" y="153351"/>
                  </a:lnTo>
                  <a:lnTo>
                    <a:pt x="47295" y="151918"/>
                  </a:lnTo>
                  <a:lnTo>
                    <a:pt x="45862" y="151440"/>
                  </a:lnTo>
                  <a:lnTo>
                    <a:pt x="42996" y="150485"/>
                  </a:lnTo>
                  <a:lnTo>
                    <a:pt x="41085" y="150485"/>
                  </a:lnTo>
                  <a:lnTo>
                    <a:pt x="34397" y="150963"/>
                  </a:lnTo>
                  <a:lnTo>
                    <a:pt x="31530" y="151918"/>
                  </a:lnTo>
                  <a:lnTo>
                    <a:pt x="28664" y="153351"/>
                  </a:lnTo>
                  <a:lnTo>
                    <a:pt x="27231" y="156217"/>
                  </a:lnTo>
                  <a:lnTo>
                    <a:pt x="26275" y="161473"/>
                  </a:lnTo>
                  <a:lnTo>
                    <a:pt x="19587" y="179626"/>
                  </a:lnTo>
                  <a:lnTo>
                    <a:pt x="18154" y="184404"/>
                  </a:lnTo>
                  <a:lnTo>
                    <a:pt x="17676" y="189659"/>
                  </a:lnTo>
                  <a:lnTo>
                    <a:pt x="17676" y="193480"/>
                  </a:lnTo>
                  <a:lnTo>
                    <a:pt x="18154" y="194914"/>
                  </a:lnTo>
                  <a:lnTo>
                    <a:pt x="20065" y="198735"/>
                  </a:lnTo>
                  <a:lnTo>
                    <a:pt x="21498" y="201124"/>
                  </a:lnTo>
                  <a:lnTo>
                    <a:pt x="22931" y="202080"/>
                  </a:lnTo>
                  <a:lnTo>
                    <a:pt x="23886" y="202557"/>
                  </a:lnTo>
                  <a:lnTo>
                    <a:pt x="24842" y="203513"/>
                  </a:lnTo>
                  <a:lnTo>
                    <a:pt x="25320" y="204468"/>
                  </a:lnTo>
                  <a:lnTo>
                    <a:pt x="26753" y="207335"/>
                  </a:lnTo>
                  <a:lnTo>
                    <a:pt x="28664" y="213067"/>
                  </a:lnTo>
                  <a:lnTo>
                    <a:pt x="30097" y="217367"/>
                  </a:lnTo>
                  <a:lnTo>
                    <a:pt x="31052" y="218800"/>
                  </a:lnTo>
                  <a:lnTo>
                    <a:pt x="32963" y="218322"/>
                  </a:lnTo>
                  <a:lnTo>
                    <a:pt x="34397" y="218322"/>
                  </a:lnTo>
                  <a:lnTo>
                    <a:pt x="35352" y="218800"/>
                  </a:lnTo>
                  <a:lnTo>
                    <a:pt x="36307" y="219755"/>
                  </a:lnTo>
                  <a:lnTo>
                    <a:pt x="37263" y="224533"/>
                  </a:lnTo>
                  <a:lnTo>
                    <a:pt x="38218" y="228832"/>
                  </a:lnTo>
                  <a:lnTo>
                    <a:pt x="38218" y="230266"/>
                  </a:lnTo>
                  <a:lnTo>
                    <a:pt x="36786" y="233610"/>
                  </a:lnTo>
                  <a:lnTo>
                    <a:pt x="36307" y="235043"/>
                  </a:lnTo>
                  <a:lnTo>
                    <a:pt x="36307" y="236476"/>
                  </a:lnTo>
                  <a:lnTo>
                    <a:pt x="35830" y="237909"/>
                  </a:lnTo>
                  <a:lnTo>
                    <a:pt x="35352" y="238865"/>
                  </a:lnTo>
                  <a:lnTo>
                    <a:pt x="34874" y="233610"/>
                  </a:lnTo>
                  <a:lnTo>
                    <a:pt x="33919" y="230266"/>
                  </a:lnTo>
                  <a:lnTo>
                    <a:pt x="33441" y="226921"/>
                  </a:lnTo>
                  <a:lnTo>
                    <a:pt x="32486" y="225011"/>
                  </a:lnTo>
                  <a:lnTo>
                    <a:pt x="27709" y="224055"/>
                  </a:lnTo>
                  <a:lnTo>
                    <a:pt x="23409" y="223577"/>
                  </a:lnTo>
                  <a:lnTo>
                    <a:pt x="22454" y="223100"/>
                  </a:lnTo>
                  <a:lnTo>
                    <a:pt x="21498" y="222144"/>
                  </a:lnTo>
                  <a:lnTo>
                    <a:pt x="20543" y="220711"/>
                  </a:lnTo>
                  <a:lnTo>
                    <a:pt x="19587" y="220711"/>
                  </a:lnTo>
                  <a:lnTo>
                    <a:pt x="18154" y="221189"/>
                  </a:lnTo>
                  <a:lnTo>
                    <a:pt x="16243" y="222622"/>
                  </a:lnTo>
                  <a:lnTo>
                    <a:pt x="14809" y="225011"/>
                  </a:lnTo>
                  <a:lnTo>
                    <a:pt x="13854" y="227399"/>
                  </a:lnTo>
                  <a:lnTo>
                    <a:pt x="12899" y="230266"/>
                  </a:lnTo>
                  <a:lnTo>
                    <a:pt x="10988" y="237431"/>
                  </a:lnTo>
                  <a:lnTo>
                    <a:pt x="10032" y="239342"/>
                  </a:lnTo>
                  <a:lnTo>
                    <a:pt x="8122" y="241731"/>
                  </a:lnTo>
                  <a:lnTo>
                    <a:pt x="7166" y="240776"/>
                  </a:lnTo>
                  <a:lnTo>
                    <a:pt x="6211" y="239342"/>
                  </a:lnTo>
                  <a:lnTo>
                    <a:pt x="5255" y="237431"/>
                  </a:lnTo>
                  <a:lnTo>
                    <a:pt x="5255" y="235043"/>
                  </a:lnTo>
                  <a:lnTo>
                    <a:pt x="3344" y="227877"/>
                  </a:lnTo>
                  <a:lnTo>
                    <a:pt x="4300" y="221189"/>
                  </a:lnTo>
                  <a:lnTo>
                    <a:pt x="7166" y="212589"/>
                  </a:lnTo>
                  <a:lnTo>
                    <a:pt x="7644" y="209246"/>
                  </a:lnTo>
                  <a:lnTo>
                    <a:pt x="7166" y="206857"/>
                  </a:lnTo>
                  <a:lnTo>
                    <a:pt x="6688" y="203990"/>
                  </a:lnTo>
                  <a:lnTo>
                    <a:pt x="6211" y="198735"/>
                  </a:lnTo>
                  <a:lnTo>
                    <a:pt x="6211" y="197302"/>
                  </a:lnTo>
                  <a:lnTo>
                    <a:pt x="7166" y="194436"/>
                  </a:lnTo>
                  <a:lnTo>
                    <a:pt x="8122" y="191570"/>
                  </a:lnTo>
                  <a:lnTo>
                    <a:pt x="10032" y="189181"/>
                  </a:lnTo>
                  <a:lnTo>
                    <a:pt x="10510" y="185837"/>
                  </a:lnTo>
                  <a:lnTo>
                    <a:pt x="9555" y="178671"/>
                  </a:lnTo>
                  <a:lnTo>
                    <a:pt x="7166" y="173416"/>
                  </a:lnTo>
                  <a:lnTo>
                    <a:pt x="4777" y="168638"/>
                  </a:lnTo>
                  <a:lnTo>
                    <a:pt x="4300" y="167205"/>
                  </a:lnTo>
                  <a:lnTo>
                    <a:pt x="4300" y="165772"/>
                  </a:lnTo>
                  <a:lnTo>
                    <a:pt x="6211" y="159562"/>
                  </a:lnTo>
                  <a:lnTo>
                    <a:pt x="7166" y="156695"/>
                  </a:lnTo>
                  <a:lnTo>
                    <a:pt x="8122" y="150485"/>
                  </a:lnTo>
                  <a:lnTo>
                    <a:pt x="9077" y="146663"/>
                  </a:lnTo>
                  <a:lnTo>
                    <a:pt x="9555" y="143319"/>
                  </a:lnTo>
                  <a:lnTo>
                    <a:pt x="10032" y="125165"/>
                  </a:lnTo>
                  <a:lnTo>
                    <a:pt x="9555" y="122299"/>
                  </a:lnTo>
                  <a:lnTo>
                    <a:pt x="8122" y="116566"/>
                  </a:lnTo>
                  <a:lnTo>
                    <a:pt x="8122" y="113222"/>
                  </a:lnTo>
                  <a:lnTo>
                    <a:pt x="9077" y="108922"/>
                  </a:lnTo>
                  <a:lnTo>
                    <a:pt x="9555" y="105578"/>
                  </a:lnTo>
                  <a:lnTo>
                    <a:pt x="10988" y="102712"/>
                  </a:lnTo>
                  <a:lnTo>
                    <a:pt x="10988" y="96024"/>
                  </a:lnTo>
                  <a:lnTo>
                    <a:pt x="8599" y="90291"/>
                  </a:lnTo>
                  <a:lnTo>
                    <a:pt x="7166" y="87424"/>
                  </a:lnTo>
                  <a:lnTo>
                    <a:pt x="4300" y="84080"/>
                  </a:lnTo>
                  <a:lnTo>
                    <a:pt x="2389" y="82647"/>
                  </a:lnTo>
                  <a:lnTo>
                    <a:pt x="1433" y="81214"/>
                  </a:lnTo>
                  <a:lnTo>
                    <a:pt x="2389" y="80736"/>
                  </a:lnTo>
                  <a:lnTo>
                    <a:pt x="2866" y="79781"/>
                  </a:lnTo>
                  <a:lnTo>
                    <a:pt x="1433" y="77870"/>
                  </a:lnTo>
                  <a:lnTo>
                    <a:pt x="478" y="75481"/>
                  </a:lnTo>
                  <a:lnTo>
                    <a:pt x="0" y="65449"/>
                  </a:lnTo>
                  <a:lnTo>
                    <a:pt x="478" y="62583"/>
                  </a:lnTo>
                  <a:lnTo>
                    <a:pt x="1911" y="59716"/>
                  </a:lnTo>
                  <a:lnTo>
                    <a:pt x="2866" y="56850"/>
                  </a:lnTo>
                  <a:lnTo>
                    <a:pt x="3822" y="49684"/>
                  </a:lnTo>
                  <a:lnTo>
                    <a:pt x="4300" y="42518"/>
                  </a:lnTo>
                  <a:lnTo>
                    <a:pt x="3822" y="39174"/>
                  </a:lnTo>
                  <a:lnTo>
                    <a:pt x="3344" y="33441"/>
                  </a:lnTo>
                  <a:lnTo>
                    <a:pt x="3822" y="32008"/>
                  </a:lnTo>
                  <a:lnTo>
                    <a:pt x="6211" y="29619"/>
                  </a:lnTo>
                  <a:lnTo>
                    <a:pt x="9555" y="28664"/>
                  </a:lnTo>
                  <a:lnTo>
                    <a:pt x="10510" y="28664"/>
                  </a:lnTo>
                  <a:lnTo>
                    <a:pt x="13377" y="31052"/>
                  </a:lnTo>
                  <a:lnTo>
                    <a:pt x="14332" y="31530"/>
                  </a:lnTo>
                  <a:lnTo>
                    <a:pt x="15288" y="31052"/>
                  </a:lnTo>
                  <a:lnTo>
                    <a:pt x="17198" y="30097"/>
                  </a:lnTo>
                  <a:lnTo>
                    <a:pt x="18632" y="27230"/>
                  </a:lnTo>
                  <a:lnTo>
                    <a:pt x="17198" y="25797"/>
                  </a:lnTo>
                  <a:lnTo>
                    <a:pt x="17676" y="23886"/>
                  </a:lnTo>
                  <a:lnTo>
                    <a:pt x="20543" y="22931"/>
                  </a:lnTo>
                  <a:lnTo>
                    <a:pt x="20543" y="21498"/>
                  </a:lnTo>
                  <a:lnTo>
                    <a:pt x="19587" y="21020"/>
                  </a:lnTo>
                  <a:lnTo>
                    <a:pt x="20543" y="18631"/>
                  </a:lnTo>
                  <a:lnTo>
                    <a:pt x="21020" y="16243"/>
                  </a:lnTo>
                  <a:lnTo>
                    <a:pt x="20065" y="13854"/>
                  </a:lnTo>
                  <a:lnTo>
                    <a:pt x="16243" y="8599"/>
                  </a:lnTo>
                  <a:lnTo>
                    <a:pt x="13377" y="4300"/>
                  </a:lnTo>
                  <a:lnTo>
                    <a:pt x="17676" y="4300"/>
                  </a:lnTo>
                  <a:lnTo>
                    <a:pt x="19109" y="3822"/>
                  </a:lnTo>
                  <a:lnTo>
                    <a:pt x="20065" y="1911"/>
                  </a:lnTo>
                  <a:lnTo>
                    <a:pt x="20543" y="0"/>
                  </a:lnTo>
                  <a:lnTo>
                    <a:pt x="21975" y="955"/>
                  </a:lnTo>
                  <a:lnTo>
                    <a:pt x="26275" y="8599"/>
                  </a:lnTo>
                  <a:lnTo>
                    <a:pt x="26275" y="10510"/>
                  </a:lnTo>
                  <a:lnTo>
                    <a:pt x="25798" y="11943"/>
                  </a:lnTo>
                  <a:lnTo>
                    <a:pt x="25320" y="14332"/>
                  </a:lnTo>
                  <a:lnTo>
                    <a:pt x="24842" y="16721"/>
                  </a:lnTo>
                  <a:lnTo>
                    <a:pt x="25320" y="19109"/>
                  </a:lnTo>
                  <a:lnTo>
                    <a:pt x="24842" y="19587"/>
                  </a:lnTo>
                  <a:lnTo>
                    <a:pt x="28664" y="28664"/>
                  </a:lnTo>
                  <a:lnTo>
                    <a:pt x="31052" y="34396"/>
                  </a:lnTo>
                  <a:lnTo>
                    <a:pt x="32008" y="37263"/>
                  </a:lnTo>
                  <a:lnTo>
                    <a:pt x="32486" y="39651"/>
                  </a:lnTo>
                  <a:lnTo>
                    <a:pt x="32963" y="44907"/>
                  </a:lnTo>
                  <a:lnTo>
                    <a:pt x="33441" y="52550"/>
                  </a:lnTo>
                  <a:lnTo>
                    <a:pt x="32963" y="55417"/>
                  </a:lnTo>
                  <a:lnTo>
                    <a:pt x="32486" y="57805"/>
                  </a:lnTo>
                  <a:lnTo>
                    <a:pt x="32008" y="59238"/>
                  </a:lnTo>
                  <a:lnTo>
                    <a:pt x="30575" y="60194"/>
                  </a:lnTo>
                  <a:lnTo>
                    <a:pt x="30097" y="63060"/>
                  </a:lnTo>
                  <a:lnTo>
                    <a:pt x="29620" y="70704"/>
                  </a:lnTo>
                  <a:lnTo>
                    <a:pt x="30575" y="75003"/>
                  </a:lnTo>
                  <a:lnTo>
                    <a:pt x="31530" y="77870"/>
                  </a:lnTo>
                  <a:lnTo>
                    <a:pt x="32486" y="80736"/>
                  </a:lnTo>
                  <a:lnTo>
                    <a:pt x="32486" y="84080"/>
                  </a:lnTo>
                  <a:lnTo>
                    <a:pt x="32963" y="85514"/>
                  </a:lnTo>
                  <a:lnTo>
                    <a:pt x="34874" y="87424"/>
                  </a:lnTo>
                  <a:lnTo>
                    <a:pt x="35830" y="88858"/>
                  </a:lnTo>
                  <a:lnTo>
                    <a:pt x="35830" y="90769"/>
                  </a:lnTo>
                  <a:lnTo>
                    <a:pt x="35830" y="94113"/>
                  </a:lnTo>
                  <a:lnTo>
                    <a:pt x="36307" y="94590"/>
                  </a:lnTo>
                  <a:lnTo>
                    <a:pt x="37263" y="95546"/>
                  </a:lnTo>
                  <a:lnTo>
                    <a:pt x="41085" y="116566"/>
                  </a:lnTo>
                  <a:lnTo>
                    <a:pt x="42996" y="123254"/>
                  </a:lnTo>
                  <a:lnTo>
                    <a:pt x="47295" y="134242"/>
                  </a:lnTo>
                  <a:lnTo>
                    <a:pt x="49206" y="140452"/>
                  </a:lnTo>
                  <a:lnTo>
                    <a:pt x="50639" y="143797"/>
                  </a:lnTo>
                  <a:lnTo>
                    <a:pt x="51117" y="147141"/>
                  </a:lnTo>
                  <a:lnTo>
                    <a:pt x="52073" y="150485"/>
                  </a:lnTo>
                  <a:lnTo>
                    <a:pt x="53028" y="153829"/>
                  </a:lnTo>
                  <a:lnTo>
                    <a:pt x="54939" y="157651"/>
                  </a:lnTo>
                  <a:lnTo>
                    <a:pt x="58283" y="160995"/>
                  </a:lnTo>
                  <a:lnTo>
                    <a:pt x="60194" y="162428"/>
                  </a:lnTo>
                  <a:lnTo>
                    <a:pt x="60672" y="16386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3E9AF028-BDD8-17AD-4AA3-5797714B9BEA}"/>
                </a:ext>
              </a:extLst>
            </p:cNvPr>
            <p:cNvSpPr/>
            <p:nvPr/>
          </p:nvSpPr>
          <p:spPr>
            <a:xfrm>
              <a:off x="8736409" y="5515506"/>
              <a:ext cx="5733" cy="12420"/>
            </a:xfrm>
            <a:custGeom>
              <a:avLst/>
              <a:gdLst>
                <a:gd name="csX0" fmla="*/ 5255 w 5733"/>
                <a:gd name="csY0" fmla="*/ 6688 h 12420"/>
                <a:gd name="csX1" fmla="*/ 5733 w 5733"/>
                <a:gd name="csY1" fmla="*/ 8599 h 12420"/>
                <a:gd name="csX2" fmla="*/ 5255 w 5733"/>
                <a:gd name="csY2" fmla="*/ 10510 h 12420"/>
                <a:gd name="csX3" fmla="*/ 3822 w 5733"/>
                <a:gd name="csY3" fmla="*/ 11465 h 12420"/>
                <a:gd name="csX4" fmla="*/ 1433 w 5733"/>
                <a:gd name="csY4" fmla="*/ 12421 h 12420"/>
                <a:gd name="csX5" fmla="*/ 956 w 5733"/>
                <a:gd name="csY5" fmla="*/ 12421 h 12420"/>
                <a:gd name="csX6" fmla="*/ 478 w 5733"/>
                <a:gd name="csY6" fmla="*/ 11465 h 12420"/>
                <a:gd name="csX7" fmla="*/ 956 w 5733"/>
                <a:gd name="csY7" fmla="*/ 9555 h 12420"/>
                <a:gd name="csX8" fmla="*/ 0 w 5733"/>
                <a:gd name="csY8" fmla="*/ 7644 h 12420"/>
                <a:gd name="csX9" fmla="*/ 478 w 5733"/>
                <a:gd name="csY9" fmla="*/ 5733 h 12420"/>
                <a:gd name="csX10" fmla="*/ 478 w 5733"/>
                <a:gd name="csY10" fmla="*/ 3344 h 12420"/>
                <a:gd name="csX11" fmla="*/ 478 w 5733"/>
                <a:gd name="csY11" fmla="*/ 2866 h 12420"/>
                <a:gd name="csX12" fmla="*/ 1911 w 5733"/>
                <a:gd name="csY12" fmla="*/ 1911 h 12420"/>
                <a:gd name="csX13" fmla="*/ 1911 w 5733"/>
                <a:gd name="csY13" fmla="*/ 0 h 12420"/>
                <a:gd name="csX14" fmla="*/ 2867 w 5733"/>
                <a:gd name="csY14" fmla="*/ 0 h 12420"/>
                <a:gd name="csX15" fmla="*/ 4777 w 5733"/>
                <a:gd name="csY15" fmla="*/ 1433 h 12420"/>
                <a:gd name="csX16" fmla="*/ 5255 w 5733"/>
                <a:gd name="csY16" fmla="*/ 4777 h 12420"/>
                <a:gd name="csX17" fmla="*/ 5255 w 5733"/>
                <a:gd name="csY17" fmla="*/ 6688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33" h="12420">
                  <a:moveTo>
                    <a:pt x="5255" y="6688"/>
                  </a:moveTo>
                  <a:lnTo>
                    <a:pt x="5733" y="8599"/>
                  </a:lnTo>
                  <a:lnTo>
                    <a:pt x="5255" y="10510"/>
                  </a:lnTo>
                  <a:lnTo>
                    <a:pt x="3822" y="11465"/>
                  </a:lnTo>
                  <a:lnTo>
                    <a:pt x="1433" y="12421"/>
                  </a:lnTo>
                  <a:lnTo>
                    <a:pt x="956" y="12421"/>
                  </a:lnTo>
                  <a:lnTo>
                    <a:pt x="478" y="11465"/>
                  </a:lnTo>
                  <a:lnTo>
                    <a:pt x="956" y="9555"/>
                  </a:lnTo>
                  <a:lnTo>
                    <a:pt x="0" y="7644"/>
                  </a:lnTo>
                  <a:lnTo>
                    <a:pt x="478" y="5733"/>
                  </a:lnTo>
                  <a:lnTo>
                    <a:pt x="478" y="3344"/>
                  </a:lnTo>
                  <a:lnTo>
                    <a:pt x="478" y="2866"/>
                  </a:lnTo>
                  <a:lnTo>
                    <a:pt x="1911" y="1911"/>
                  </a:lnTo>
                  <a:lnTo>
                    <a:pt x="1911" y="0"/>
                  </a:lnTo>
                  <a:lnTo>
                    <a:pt x="2867" y="0"/>
                  </a:lnTo>
                  <a:lnTo>
                    <a:pt x="4777" y="1433"/>
                  </a:lnTo>
                  <a:lnTo>
                    <a:pt x="5255" y="4777"/>
                  </a:lnTo>
                  <a:lnTo>
                    <a:pt x="5255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E8E4F4A2-8C0F-97BF-01D6-84D354FC20D4}"/>
                </a:ext>
              </a:extLst>
            </p:cNvPr>
            <p:cNvSpPr/>
            <p:nvPr/>
          </p:nvSpPr>
          <p:spPr>
            <a:xfrm>
              <a:off x="8723511" y="4887292"/>
              <a:ext cx="8121" cy="4777"/>
            </a:xfrm>
            <a:custGeom>
              <a:avLst/>
              <a:gdLst>
                <a:gd name="csX0" fmla="*/ 7644 w 8121"/>
                <a:gd name="csY0" fmla="*/ 3822 h 4777"/>
                <a:gd name="csX1" fmla="*/ 8121 w 8121"/>
                <a:gd name="csY1" fmla="*/ 4777 h 4777"/>
                <a:gd name="csX2" fmla="*/ 5255 w 8121"/>
                <a:gd name="csY2" fmla="*/ 3344 h 4777"/>
                <a:gd name="csX3" fmla="*/ 2389 w 8121"/>
                <a:gd name="csY3" fmla="*/ 1911 h 4777"/>
                <a:gd name="csX4" fmla="*/ 955 w 8121"/>
                <a:gd name="csY4" fmla="*/ 1433 h 4777"/>
                <a:gd name="csX5" fmla="*/ 0 w 8121"/>
                <a:gd name="csY5" fmla="*/ 0 h 4777"/>
                <a:gd name="csX6" fmla="*/ 1911 w 8121"/>
                <a:gd name="csY6" fmla="*/ 955 h 4777"/>
                <a:gd name="csX7" fmla="*/ 4777 w 8121"/>
                <a:gd name="csY7" fmla="*/ 1911 h 4777"/>
                <a:gd name="csX8" fmla="*/ 7644 w 8121"/>
                <a:gd name="csY8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21" h="4777">
                  <a:moveTo>
                    <a:pt x="7644" y="3822"/>
                  </a:moveTo>
                  <a:lnTo>
                    <a:pt x="8121" y="4777"/>
                  </a:lnTo>
                  <a:lnTo>
                    <a:pt x="5255" y="3344"/>
                  </a:lnTo>
                  <a:lnTo>
                    <a:pt x="2389" y="1911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1911" y="955"/>
                  </a:lnTo>
                  <a:lnTo>
                    <a:pt x="4777" y="1911"/>
                  </a:lnTo>
                  <a:lnTo>
                    <a:pt x="76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BFAEEB6F-FE42-6576-C3F5-54FE031F6C3B}"/>
                </a:ext>
              </a:extLst>
            </p:cNvPr>
            <p:cNvSpPr/>
            <p:nvPr/>
          </p:nvSpPr>
          <p:spPr>
            <a:xfrm>
              <a:off x="8725899" y="4886336"/>
              <a:ext cx="5254" cy="1910"/>
            </a:xfrm>
            <a:custGeom>
              <a:avLst/>
              <a:gdLst>
                <a:gd name="csX0" fmla="*/ 5255 w 5254"/>
                <a:gd name="csY0" fmla="*/ 478 h 1910"/>
                <a:gd name="csX1" fmla="*/ 5255 w 5254"/>
                <a:gd name="csY1" fmla="*/ 1433 h 1910"/>
                <a:gd name="csX2" fmla="*/ 5255 w 5254"/>
                <a:gd name="csY2" fmla="*/ 1911 h 1910"/>
                <a:gd name="csX3" fmla="*/ 4300 w 5254"/>
                <a:gd name="csY3" fmla="*/ 1911 h 1910"/>
                <a:gd name="csX4" fmla="*/ 955 w 5254"/>
                <a:gd name="csY4" fmla="*/ 956 h 1910"/>
                <a:gd name="csX5" fmla="*/ 0 w 5254"/>
                <a:gd name="csY5" fmla="*/ 0 h 1910"/>
                <a:gd name="csX6" fmla="*/ 4300 w 5254"/>
                <a:gd name="csY6" fmla="*/ 0 h 1910"/>
                <a:gd name="csX7" fmla="*/ 5255 w 5254"/>
                <a:gd name="csY7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1910">
                  <a:moveTo>
                    <a:pt x="5255" y="478"/>
                  </a:moveTo>
                  <a:lnTo>
                    <a:pt x="5255" y="1433"/>
                  </a:lnTo>
                  <a:lnTo>
                    <a:pt x="5255" y="1911"/>
                  </a:lnTo>
                  <a:lnTo>
                    <a:pt x="4300" y="1911"/>
                  </a:lnTo>
                  <a:lnTo>
                    <a:pt x="955" y="956"/>
                  </a:lnTo>
                  <a:lnTo>
                    <a:pt x="0" y="0"/>
                  </a:lnTo>
                  <a:lnTo>
                    <a:pt x="4300" y="0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FD270444-8E71-D7D5-6C95-4417267D6926}"/>
                </a:ext>
              </a:extLst>
            </p:cNvPr>
            <p:cNvSpPr/>
            <p:nvPr/>
          </p:nvSpPr>
          <p:spPr>
            <a:xfrm>
              <a:off x="8653762" y="2701679"/>
              <a:ext cx="75480" cy="44428"/>
            </a:xfrm>
            <a:custGeom>
              <a:avLst/>
              <a:gdLst>
                <a:gd name="csX0" fmla="*/ 75003 w 75480"/>
                <a:gd name="csY0" fmla="*/ 29619 h 44428"/>
                <a:gd name="csX1" fmla="*/ 75481 w 75480"/>
                <a:gd name="csY1" fmla="*/ 42996 h 44428"/>
                <a:gd name="csX2" fmla="*/ 75003 w 75480"/>
                <a:gd name="csY2" fmla="*/ 43951 h 44428"/>
                <a:gd name="csX3" fmla="*/ 69748 w 75480"/>
                <a:gd name="csY3" fmla="*/ 44429 h 44428"/>
                <a:gd name="csX4" fmla="*/ 62582 w 75480"/>
                <a:gd name="csY4" fmla="*/ 42996 h 44428"/>
                <a:gd name="csX5" fmla="*/ 57805 w 75480"/>
                <a:gd name="csY5" fmla="*/ 42518 h 44428"/>
                <a:gd name="csX6" fmla="*/ 52550 w 75480"/>
                <a:gd name="csY6" fmla="*/ 42518 h 44428"/>
                <a:gd name="csX7" fmla="*/ 48251 w 75480"/>
                <a:gd name="csY7" fmla="*/ 40607 h 44428"/>
                <a:gd name="csX8" fmla="*/ 38218 w 75480"/>
                <a:gd name="csY8" fmla="*/ 38696 h 44428"/>
                <a:gd name="csX9" fmla="*/ 29619 w 75480"/>
                <a:gd name="csY9" fmla="*/ 33919 h 44428"/>
                <a:gd name="csX10" fmla="*/ 21498 w 75480"/>
                <a:gd name="csY10" fmla="*/ 30097 h 44428"/>
                <a:gd name="csX11" fmla="*/ 19587 w 75480"/>
                <a:gd name="csY11" fmla="*/ 30097 h 44428"/>
                <a:gd name="csX12" fmla="*/ 14332 w 75480"/>
                <a:gd name="csY12" fmla="*/ 31052 h 44428"/>
                <a:gd name="csX13" fmla="*/ 6688 w 75480"/>
                <a:gd name="csY13" fmla="*/ 35830 h 44428"/>
                <a:gd name="csX14" fmla="*/ 4777 w 75480"/>
                <a:gd name="csY14" fmla="*/ 35830 h 44428"/>
                <a:gd name="csX15" fmla="*/ 1911 w 75480"/>
                <a:gd name="csY15" fmla="*/ 35830 h 44428"/>
                <a:gd name="csX16" fmla="*/ 0 w 75480"/>
                <a:gd name="csY16" fmla="*/ 31530 h 44428"/>
                <a:gd name="csX17" fmla="*/ 4777 w 75480"/>
                <a:gd name="csY17" fmla="*/ 30097 h 44428"/>
                <a:gd name="csX18" fmla="*/ 9555 w 75480"/>
                <a:gd name="csY18" fmla="*/ 29619 h 44428"/>
                <a:gd name="csX19" fmla="*/ 13854 w 75480"/>
                <a:gd name="csY19" fmla="*/ 27708 h 44428"/>
                <a:gd name="csX20" fmla="*/ 18153 w 75480"/>
                <a:gd name="csY20" fmla="*/ 22453 h 44428"/>
                <a:gd name="csX21" fmla="*/ 20064 w 75480"/>
                <a:gd name="csY21" fmla="*/ 18631 h 44428"/>
                <a:gd name="csX22" fmla="*/ 23886 w 75480"/>
                <a:gd name="csY22" fmla="*/ 9077 h 44428"/>
                <a:gd name="csX23" fmla="*/ 25798 w 75480"/>
                <a:gd name="csY23" fmla="*/ 5255 h 44428"/>
                <a:gd name="csX24" fmla="*/ 27708 w 75480"/>
                <a:gd name="csY24" fmla="*/ 2866 h 44428"/>
                <a:gd name="csX25" fmla="*/ 30097 w 75480"/>
                <a:gd name="csY25" fmla="*/ 2389 h 44428"/>
                <a:gd name="csX26" fmla="*/ 32485 w 75480"/>
                <a:gd name="csY26" fmla="*/ 2866 h 44428"/>
                <a:gd name="csX27" fmla="*/ 39651 w 75480"/>
                <a:gd name="csY27" fmla="*/ 478 h 44428"/>
                <a:gd name="csX28" fmla="*/ 44428 w 75480"/>
                <a:gd name="csY28" fmla="*/ 0 h 44428"/>
                <a:gd name="csX29" fmla="*/ 49684 w 75480"/>
                <a:gd name="csY29" fmla="*/ 956 h 44428"/>
                <a:gd name="csX30" fmla="*/ 54461 w 75480"/>
                <a:gd name="csY30" fmla="*/ 3822 h 44428"/>
                <a:gd name="csX31" fmla="*/ 58760 w 75480"/>
                <a:gd name="csY31" fmla="*/ 7166 h 44428"/>
                <a:gd name="csX32" fmla="*/ 72615 w 75480"/>
                <a:gd name="csY32" fmla="*/ 22453 h 44428"/>
                <a:gd name="csX33" fmla="*/ 74048 w 75480"/>
                <a:gd name="csY33" fmla="*/ 25320 h 44428"/>
                <a:gd name="csX34" fmla="*/ 75003 w 75480"/>
                <a:gd name="csY34" fmla="*/ 29619 h 44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75480" h="44428">
                  <a:moveTo>
                    <a:pt x="75003" y="29619"/>
                  </a:moveTo>
                  <a:lnTo>
                    <a:pt x="75481" y="42996"/>
                  </a:lnTo>
                  <a:lnTo>
                    <a:pt x="75003" y="43951"/>
                  </a:lnTo>
                  <a:lnTo>
                    <a:pt x="69748" y="44429"/>
                  </a:lnTo>
                  <a:lnTo>
                    <a:pt x="62582" y="42996"/>
                  </a:lnTo>
                  <a:lnTo>
                    <a:pt x="57805" y="42518"/>
                  </a:lnTo>
                  <a:lnTo>
                    <a:pt x="52550" y="42518"/>
                  </a:lnTo>
                  <a:lnTo>
                    <a:pt x="48251" y="40607"/>
                  </a:lnTo>
                  <a:lnTo>
                    <a:pt x="38218" y="38696"/>
                  </a:lnTo>
                  <a:lnTo>
                    <a:pt x="29619" y="33919"/>
                  </a:lnTo>
                  <a:lnTo>
                    <a:pt x="21498" y="30097"/>
                  </a:lnTo>
                  <a:lnTo>
                    <a:pt x="19587" y="30097"/>
                  </a:lnTo>
                  <a:lnTo>
                    <a:pt x="14332" y="31052"/>
                  </a:lnTo>
                  <a:lnTo>
                    <a:pt x="6688" y="35830"/>
                  </a:lnTo>
                  <a:lnTo>
                    <a:pt x="4777" y="35830"/>
                  </a:lnTo>
                  <a:lnTo>
                    <a:pt x="1911" y="35830"/>
                  </a:lnTo>
                  <a:lnTo>
                    <a:pt x="0" y="31530"/>
                  </a:lnTo>
                  <a:lnTo>
                    <a:pt x="4777" y="30097"/>
                  </a:lnTo>
                  <a:lnTo>
                    <a:pt x="9555" y="29619"/>
                  </a:lnTo>
                  <a:lnTo>
                    <a:pt x="13854" y="27708"/>
                  </a:lnTo>
                  <a:lnTo>
                    <a:pt x="18153" y="22453"/>
                  </a:lnTo>
                  <a:lnTo>
                    <a:pt x="20064" y="18631"/>
                  </a:lnTo>
                  <a:lnTo>
                    <a:pt x="23886" y="9077"/>
                  </a:lnTo>
                  <a:lnTo>
                    <a:pt x="25798" y="5255"/>
                  </a:lnTo>
                  <a:lnTo>
                    <a:pt x="27708" y="2866"/>
                  </a:lnTo>
                  <a:lnTo>
                    <a:pt x="30097" y="2389"/>
                  </a:lnTo>
                  <a:lnTo>
                    <a:pt x="32485" y="2866"/>
                  </a:lnTo>
                  <a:lnTo>
                    <a:pt x="39651" y="478"/>
                  </a:lnTo>
                  <a:lnTo>
                    <a:pt x="44428" y="0"/>
                  </a:lnTo>
                  <a:lnTo>
                    <a:pt x="49684" y="956"/>
                  </a:lnTo>
                  <a:lnTo>
                    <a:pt x="54461" y="3822"/>
                  </a:lnTo>
                  <a:lnTo>
                    <a:pt x="58760" y="7166"/>
                  </a:lnTo>
                  <a:lnTo>
                    <a:pt x="72615" y="22453"/>
                  </a:lnTo>
                  <a:lnTo>
                    <a:pt x="74048" y="25320"/>
                  </a:lnTo>
                  <a:lnTo>
                    <a:pt x="75003" y="2961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149A4AA6-98A6-AE15-1692-32A0DD49BFAB}"/>
                </a:ext>
              </a:extLst>
            </p:cNvPr>
            <p:cNvSpPr/>
            <p:nvPr/>
          </p:nvSpPr>
          <p:spPr>
            <a:xfrm>
              <a:off x="8703446" y="4918822"/>
              <a:ext cx="2866" cy="1911"/>
            </a:xfrm>
            <a:custGeom>
              <a:avLst/>
              <a:gdLst>
                <a:gd name="csX0" fmla="*/ 2389 w 2866"/>
                <a:gd name="csY0" fmla="*/ 0 h 1911"/>
                <a:gd name="csX1" fmla="*/ 2866 w 2866"/>
                <a:gd name="csY1" fmla="*/ 956 h 1911"/>
                <a:gd name="csX2" fmla="*/ 1910 w 2866"/>
                <a:gd name="csY2" fmla="*/ 1911 h 1911"/>
                <a:gd name="csX3" fmla="*/ 478 w 2866"/>
                <a:gd name="csY3" fmla="*/ 1911 h 1911"/>
                <a:gd name="csX4" fmla="*/ 0 w 2866"/>
                <a:gd name="csY4" fmla="*/ 956 h 1911"/>
                <a:gd name="csX5" fmla="*/ 478 w 2866"/>
                <a:gd name="csY5" fmla="*/ 0 h 1911"/>
                <a:gd name="csX6" fmla="*/ 2389 w 2866"/>
                <a:gd name="csY6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1911">
                  <a:moveTo>
                    <a:pt x="2389" y="0"/>
                  </a:moveTo>
                  <a:lnTo>
                    <a:pt x="2866" y="956"/>
                  </a:lnTo>
                  <a:lnTo>
                    <a:pt x="1910" y="1911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392EC736-D1EE-FB72-226D-17C08CC1FCEA}"/>
                </a:ext>
              </a:extLst>
            </p:cNvPr>
            <p:cNvSpPr/>
            <p:nvPr/>
          </p:nvSpPr>
          <p:spPr>
            <a:xfrm>
              <a:off x="8702013" y="4926943"/>
              <a:ext cx="3343" cy="3344"/>
            </a:xfrm>
            <a:custGeom>
              <a:avLst/>
              <a:gdLst>
                <a:gd name="csX0" fmla="*/ 1433 w 3343"/>
                <a:gd name="csY0" fmla="*/ 0 h 3344"/>
                <a:gd name="csX1" fmla="*/ 3344 w 3343"/>
                <a:gd name="csY1" fmla="*/ 2389 h 3344"/>
                <a:gd name="csX2" fmla="*/ 1433 w 3343"/>
                <a:gd name="csY2" fmla="*/ 3344 h 3344"/>
                <a:gd name="csX3" fmla="*/ 478 w 3343"/>
                <a:gd name="csY3" fmla="*/ 2866 h 3344"/>
                <a:gd name="csX4" fmla="*/ 0 w 3343"/>
                <a:gd name="csY4" fmla="*/ 1433 h 3344"/>
                <a:gd name="csX5" fmla="*/ 478 w 3343"/>
                <a:gd name="csY5" fmla="*/ 956 h 3344"/>
                <a:gd name="csX6" fmla="*/ 1433 w 3343"/>
                <a:gd name="csY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3344">
                  <a:moveTo>
                    <a:pt x="1433" y="0"/>
                  </a:moveTo>
                  <a:lnTo>
                    <a:pt x="3344" y="2389"/>
                  </a:lnTo>
                  <a:lnTo>
                    <a:pt x="1433" y="3344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059F97CC-C314-592E-CDB0-EE5B2DB7CD49}"/>
                </a:ext>
              </a:extLst>
            </p:cNvPr>
            <p:cNvSpPr/>
            <p:nvPr/>
          </p:nvSpPr>
          <p:spPr>
            <a:xfrm>
              <a:off x="8701535" y="4916911"/>
              <a:ext cx="1911" cy="2866"/>
            </a:xfrm>
            <a:custGeom>
              <a:avLst/>
              <a:gdLst>
                <a:gd name="csX0" fmla="*/ 1911 w 1911"/>
                <a:gd name="csY0" fmla="*/ 956 h 2866"/>
                <a:gd name="csX1" fmla="*/ 1433 w 1911"/>
                <a:gd name="csY1" fmla="*/ 1911 h 2866"/>
                <a:gd name="csX2" fmla="*/ 955 w 1911"/>
                <a:gd name="csY2" fmla="*/ 2867 h 2866"/>
                <a:gd name="csX3" fmla="*/ 0 w 1911"/>
                <a:gd name="csY3" fmla="*/ 1433 h 2866"/>
                <a:gd name="csX4" fmla="*/ 955 w 1911"/>
                <a:gd name="csY4" fmla="*/ 0 h 2866"/>
                <a:gd name="csX5" fmla="*/ 1911 w 1911"/>
                <a:gd name="csY5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2866">
                  <a:moveTo>
                    <a:pt x="1911" y="956"/>
                  </a:moveTo>
                  <a:lnTo>
                    <a:pt x="1433" y="1911"/>
                  </a:lnTo>
                  <a:lnTo>
                    <a:pt x="955" y="2867"/>
                  </a:lnTo>
                  <a:lnTo>
                    <a:pt x="0" y="1433"/>
                  </a:lnTo>
                  <a:lnTo>
                    <a:pt x="955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02E0C011-1163-C312-0EAC-9C28F73F640F}"/>
                </a:ext>
              </a:extLst>
            </p:cNvPr>
            <p:cNvSpPr/>
            <p:nvPr/>
          </p:nvSpPr>
          <p:spPr>
            <a:xfrm>
              <a:off x="8479391" y="3907946"/>
              <a:ext cx="220233" cy="183447"/>
            </a:xfrm>
            <a:custGeom>
              <a:avLst/>
              <a:gdLst>
                <a:gd name="csX0" fmla="*/ 220233 w 220233"/>
                <a:gd name="csY0" fmla="*/ 40607 h 183447"/>
                <a:gd name="csX1" fmla="*/ 220233 w 220233"/>
                <a:gd name="csY1" fmla="*/ 42040 h 183447"/>
                <a:gd name="csX2" fmla="*/ 219756 w 220233"/>
                <a:gd name="csY2" fmla="*/ 43951 h 183447"/>
                <a:gd name="csX3" fmla="*/ 220233 w 220233"/>
                <a:gd name="csY3" fmla="*/ 44906 h 183447"/>
                <a:gd name="csX4" fmla="*/ 219756 w 220233"/>
                <a:gd name="csY4" fmla="*/ 49206 h 183447"/>
                <a:gd name="csX5" fmla="*/ 218800 w 220233"/>
                <a:gd name="csY5" fmla="*/ 54461 h 183447"/>
                <a:gd name="csX6" fmla="*/ 218322 w 220233"/>
                <a:gd name="csY6" fmla="*/ 56850 h 183447"/>
                <a:gd name="csX7" fmla="*/ 217367 w 220233"/>
                <a:gd name="csY7" fmla="*/ 57328 h 183447"/>
                <a:gd name="csX8" fmla="*/ 216411 w 220233"/>
                <a:gd name="csY8" fmla="*/ 58283 h 183447"/>
                <a:gd name="csX9" fmla="*/ 215933 w 220233"/>
                <a:gd name="csY9" fmla="*/ 59238 h 183447"/>
                <a:gd name="csX10" fmla="*/ 215456 w 220233"/>
                <a:gd name="csY10" fmla="*/ 59238 h 183447"/>
                <a:gd name="csX11" fmla="*/ 214501 w 220233"/>
                <a:gd name="csY11" fmla="*/ 59716 h 183447"/>
                <a:gd name="csX12" fmla="*/ 213545 w 220233"/>
                <a:gd name="csY12" fmla="*/ 60194 h 183447"/>
                <a:gd name="csX13" fmla="*/ 213067 w 220233"/>
                <a:gd name="csY13" fmla="*/ 61149 h 183447"/>
                <a:gd name="csX14" fmla="*/ 213067 w 220233"/>
                <a:gd name="csY14" fmla="*/ 62582 h 183447"/>
                <a:gd name="csX15" fmla="*/ 212112 w 220233"/>
                <a:gd name="csY15" fmla="*/ 63538 h 183447"/>
                <a:gd name="csX16" fmla="*/ 211156 w 220233"/>
                <a:gd name="csY16" fmla="*/ 64971 h 183447"/>
                <a:gd name="csX17" fmla="*/ 210679 w 220233"/>
                <a:gd name="csY17" fmla="*/ 67837 h 183447"/>
                <a:gd name="csX18" fmla="*/ 210679 w 220233"/>
                <a:gd name="csY18" fmla="*/ 71182 h 183447"/>
                <a:gd name="csX19" fmla="*/ 209723 w 220233"/>
                <a:gd name="csY19" fmla="*/ 73093 h 183447"/>
                <a:gd name="csX20" fmla="*/ 207812 w 220233"/>
                <a:gd name="csY20" fmla="*/ 74048 h 183447"/>
                <a:gd name="csX21" fmla="*/ 205424 w 220233"/>
                <a:gd name="csY21" fmla="*/ 73570 h 183447"/>
                <a:gd name="csX22" fmla="*/ 202557 w 220233"/>
                <a:gd name="csY22" fmla="*/ 75003 h 183447"/>
                <a:gd name="csX23" fmla="*/ 202079 w 220233"/>
                <a:gd name="csY23" fmla="*/ 75481 h 183447"/>
                <a:gd name="csX24" fmla="*/ 199691 w 220233"/>
                <a:gd name="csY24" fmla="*/ 79303 h 183447"/>
                <a:gd name="csX25" fmla="*/ 199213 w 220233"/>
                <a:gd name="csY25" fmla="*/ 81214 h 183447"/>
                <a:gd name="csX26" fmla="*/ 199213 w 220233"/>
                <a:gd name="csY26" fmla="*/ 83603 h 183447"/>
                <a:gd name="csX27" fmla="*/ 199691 w 220233"/>
                <a:gd name="csY27" fmla="*/ 86469 h 183447"/>
                <a:gd name="csX28" fmla="*/ 200646 w 220233"/>
                <a:gd name="csY28" fmla="*/ 89335 h 183447"/>
                <a:gd name="csX29" fmla="*/ 201124 w 220233"/>
                <a:gd name="csY29" fmla="*/ 94590 h 183447"/>
                <a:gd name="csX30" fmla="*/ 200646 w 220233"/>
                <a:gd name="csY30" fmla="*/ 102712 h 183447"/>
                <a:gd name="csX31" fmla="*/ 199691 w 220233"/>
                <a:gd name="csY31" fmla="*/ 105100 h 183447"/>
                <a:gd name="csX32" fmla="*/ 198258 w 220233"/>
                <a:gd name="csY32" fmla="*/ 107011 h 183447"/>
                <a:gd name="csX33" fmla="*/ 197302 w 220233"/>
                <a:gd name="csY33" fmla="*/ 107967 h 183447"/>
                <a:gd name="csX34" fmla="*/ 196347 w 220233"/>
                <a:gd name="csY34" fmla="*/ 108922 h 183447"/>
                <a:gd name="csX35" fmla="*/ 195391 w 220233"/>
                <a:gd name="csY35" fmla="*/ 111311 h 183447"/>
                <a:gd name="csX36" fmla="*/ 193003 w 220233"/>
                <a:gd name="csY36" fmla="*/ 116566 h 183447"/>
                <a:gd name="csX37" fmla="*/ 193003 w 220233"/>
                <a:gd name="csY37" fmla="*/ 117999 h 183447"/>
                <a:gd name="csX38" fmla="*/ 193003 w 220233"/>
                <a:gd name="csY38" fmla="*/ 119432 h 183447"/>
                <a:gd name="csX39" fmla="*/ 192525 w 220233"/>
                <a:gd name="csY39" fmla="*/ 120865 h 183447"/>
                <a:gd name="csX40" fmla="*/ 192047 w 220233"/>
                <a:gd name="csY40" fmla="*/ 122776 h 183447"/>
                <a:gd name="csX41" fmla="*/ 192525 w 220233"/>
                <a:gd name="csY41" fmla="*/ 124687 h 183447"/>
                <a:gd name="csX42" fmla="*/ 193003 w 220233"/>
                <a:gd name="csY42" fmla="*/ 126598 h 183447"/>
                <a:gd name="csX43" fmla="*/ 195869 w 220233"/>
                <a:gd name="csY43" fmla="*/ 131376 h 183447"/>
                <a:gd name="csX44" fmla="*/ 196824 w 220233"/>
                <a:gd name="csY44" fmla="*/ 132809 h 183447"/>
                <a:gd name="csX45" fmla="*/ 198258 w 220233"/>
                <a:gd name="csY45" fmla="*/ 134242 h 183447"/>
                <a:gd name="csX46" fmla="*/ 193480 w 220233"/>
                <a:gd name="csY46" fmla="*/ 135675 h 183447"/>
                <a:gd name="csX47" fmla="*/ 192525 w 220233"/>
                <a:gd name="csY47" fmla="*/ 136153 h 183447"/>
                <a:gd name="csX48" fmla="*/ 189658 w 220233"/>
                <a:gd name="csY48" fmla="*/ 139019 h 183447"/>
                <a:gd name="csX49" fmla="*/ 188703 w 220233"/>
                <a:gd name="csY49" fmla="*/ 141408 h 183447"/>
                <a:gd name="csX50" fmla="*/ 189181 w 220233"/>
                <a:gd name="csY50" fmla="*/ 144274 h 183447"/>
                <a:gd name="csX51" fmla="*/ 188703 w 220233"/>
                <a:gd name="csY51" fmla="*/ 145230 h 183447"/>
                <a:gd name="csX52" fmla="*/ 187747 w 220233"/>
                <a:gd name="csY52" fmla="*/ 146185 h 183447"/>
                <a:gd name="csX53" fmla="*/ 186792 w 220233"/>
                <a:gd name="csY53" fmla="*/ 146663 h 183447"/>
                <a:gd name="csX54" fmla="*/ 183926 w 220233"/>
                <a:gd name="csY54" fmla="*/ 148096 h 183447"/>
                <a:gd name="csX55" fmla="*/ 182015 w 220233"/>
                <a:gd name="csY55" fmla="*/ 149529 h 183447"/>
                <a:gd name="csX56" fmla="*/ 180104 w 220233"/>
                <a:gd name="csY56" fmla="*/ 151440 h 183447"/>
                <a:gd name="csX57" fmla="*/ 179149 w 220233"/>
                <a:gd name="csY57" fmla="*/ 152396 h 183447"/>
                <a:gd name="csX58" fmla="*/ 177715 w 220233"/>
                <a:gd name="csY58" fmla="*/ 151918 h 183447"/>
                <a:gd name="csX59" fmla="*/ 176760 w 220233"/>
                <a:gd name="csY59" fmla="*/ 150962 h 183447"/>
                <a:gd name="csX60" fmla="*/ 177715 w 220233"/>
                <a:gd name="csY60" fmla="*/ 150007 h 183447"/>
                <a:gd name="csX61" fmla="*/ 177238 w 220233"/>
                <a:gd name="csY61" fmla="*/ 148574 h 183447"/>
                <a:gd name="csX62" fmla="*/ 177715 w 220233"/>
                <a:gd name="csY62" fmla="*/ 145230 h 183447"/>
                <a:gd name="csX63" fmla="*/ 177238 w 220233"/>
                <a:gd name="csY63" fmla="*/ 143796 h 183447"/>
                <a:gd name="csX64" fmla="*/ 178671 w 220233"/>
                <a:gd name="csY64" fmla="*/ 142363 h 183447"/>
                <a:gd name="csX65" fmla="*/ 179626 w 220233"/>
                <a:gd name="csY65" fmla="*/ 140930 h 183447"/>
                <a:gd name="csX66" fmla="*/ 181060 w 220233"/>
                <a:gd name="csY66" fmla="*/ 139497 h 183447"/>
                <a:gd name="csX67" fmla="*/ 182492 w 220233"/>
                <a:gd name="csY67" fmla="*/ 138064 h 183447"/>
                <a:gd name="csX68" fmla="*/ 182492 w 220233"/>
                <a:gd name="csY68" fmla="*/ 137108 h 183447"/>
                <a:gd name="csX69" fmla="*/ 181537 w 220233"/>
                <a:gd name="csY69" fmla="*/ 136153 h 183447"/>
                <a:gd name="csX70" fmla="*/ 180581 w 220233"/>
                <a:gd name="csY70" fmla="*/ 135197 h 183447"/>
                <a:gd name="csX71" fmla="*/ 179149 w 220233"/>
                <a:gd name="csY71" fmla="*/ 135197 h 183447"/>
                <a:gd name="csX72" fmla="*/ 177238 w 220233"/>
                <a:gd name="csY72" fmla="*/ 135675 h 183447"/>
                <a:gd name="csX73" fmla="*/ 176282 w 220233"/>
                <a:gd name="csY73" fmla="*/ 136631 h 183447"/>
                <a:gd name="csX74" fmla="*/ 176282 w 220233"/>
                <a:gd name="csY74" fmla="*/ 138064 h 183447"/>
                <a:gd name="csX75" fmla="*/ 176282 w 220233"/>
                <a:gd name="csY75" fmla="*/ 138542 h 183447"/>
                <a:gd name="csX76" fmla="*/ 176282 w 220233"/>
                <a:gd name="csY76" fmla="*/ 139019 h 183447"/>
                <a:gd name="csX77" fmla="*/ 173894 w 220233"/>
                <a:gd name="csY77" fmla="*/ 140930 h 183447"/>
                <a:gd name="csX78" fmla="*/ 173894 w 220233"/>
                <a:gd name="csY78" fmla="*/ 143319 h 183447"/>
                <a:gd name="csX79" fmla="*/ 174849 w 220233"/>
                <a:gd name="csY79" fmla="*/ 144274 h 183447"/>
                <a:gd name="csX80" fmla="*/ 175804 w 220233"/>
                <a:gd name="csY80" fmla="*/ 144752 h 183447"/>
                <a:gd name="csX81" fmla="*/ 175326 w 220233"/>
                <a:gd name="csY81" fmla="*/ 145230 h 183447"/>
                <a:gd name="csX82" fmla="*/ 174371 w 220233"/>
                <a:gd name="csY82" fmla="*/ 146663 h 183447"/>
                <a:gd name="csX83" fmla="*/ 173415 w 220233"/>
                <a:gd name="csY83" fmla="*/ 147141 h 183447"/>
                <a:gd name="csX84" fmla="*/ 171983 w 220233"/>
                <a:gd name="csY84" fmla="*/ 144752 h 183447"/>
                <a:gd name="csX85" fmla="*/ 170549 w 220233"/>
                <a:gd name="csY85" fmla="*/ 143319 h 183447"/>
                <a:gd name="csX86" fmla="*/ 168161 w 220233"/>
                <a:gd name="csY86" fmla="*/ 143319 h 183447"/>
                <a:gd name="csX87" fmla="*/ 165772 w 220233"/>
                <a:gd name="csY87" fmla="*/ 143796 h 183447"/>
                <a:gd name="csX88" fmla="*/ 164339 w 220233"/>
                <a:gd name="csY88" fmla="*/ 145707 h 183447"/>
                <a:gd name="csX89" fmla="*/ 163383 w 220233"/>
                <a:gd name="csY89" fmla="*/ 146663 h 183447"/>
                <a:gd name="csX90" fmla="*/ 163383 w 220233"/>
                <a:gd name="csY90" fmla="*/ 148096 h 183447"/>
                <a:gd name="csX91" fmla="*/ 163383 w 220233"/>
                <a:gd name="csY91" fmla="*/ 150962 h 183447"/>
                <a:gd name="csX92" fmla="*/ 162428 w 220233"/>
                <a:gd name="csY92" fmla="*/ 153829 h 183447"/>
                <a:gd name="csX93" fmla="*/ 160995 w 220233"/>
                <a:gd name="csY93" fmla="*/ 155740 h 183447"/>
                <a:gd name="csX94" fmla="*/ 160517 w 220233"/>
                <a:gd name="csY94" fmla="*/ 156695 h 183447"/>
                <a:gd name="csX95" fmla="*/ 159084 w 220233"/>
                <a:gd name="csY95" fmla="*/ 158128 h 183447"/>
                <a:gd name="csX96" fmla="*/ 157651 w 220233"/>
                <a:gd name="csY96" fmla="*/ 158606 h 183447"/>
                <a:gd name="csX97" fmla="*/ 156695 w 220233"/>
                <a:gd name="csY97" fmla="*/ 157651 h 183447"/>
                <a:gd name="csX98" fmla="*/ 156217 w 220233"/>
                <a:gd name="csY98" fmla="*/ 156695 h 183447"/>
                <a:gd name="csX99" fmla="*/ 157173 w 220233"/>
                <a:gd name="csY99" fmla="*/ 152873 h 183447"/>
                <a:gd name="csX100" fmla="*/ 157173 w 220233"/>
                <a:gd name="csY100" fmla="*/ 150485 h 183447"/>
                <a:gd name="csX101" fmla="*/ 159084 w 220233"/>
                <a:gd name="csY101" fmla="*/ 149529 h 183447"/>
                <a:gd name="csX102" fmla="*/ 157173 w 220233"/>
                <a:gd name="csY102" fmla="*/ 148096 h 183447"/>
                <a:gd name="csX103" fmla="*/ 155262 w 220233"/>
                <a:gd name="csY103" fmla="*/ 147618 h 183447"/>
                <a:gd name="csX104" fmla="*/ 152396 w 220233"/>
                <a:gd name="csY104" fmla="*/ 148096 h 183447"/>
                <a:gd name="csX105" fmla="*/ 151918 w 220233"/>
                <a:gd name="csY105" fmla="*/ 149051 h 183447"/>
                <a:gd name="csX106" fmla="*/ 151440 w 220233"/>
                <a:gd name="csY106" fmla="*/ 150485 h 183447"/>
                <a:gd name="csX107" fmla="*/ 149529 w 220233"/>
                <a:gd name="csY107" fmla="*/ 151918 h 183447"/>
                <a:gd name="csX108" fmla="*/ 148096 w 220233"/>
                <a:gd name="csY108" fmla="*/ 153351 h 183447"/>
                <a:gd name="csX109" fmla="*/ 146185 w 220233"/>
                <a:gd name="csY109" fmla="*/ 156217 h 183447"/>
                <a:gd name="csX110" fmla="*/ 144752 w 220233"/>
                <a:gd name="csY110" fmla="*/ 159084 h 183447"/>
                <a:gd name="csX111" fmla="*/ 140453 w 220233"/>
                <a:gd name="csY111" fmla="*/ 158128 h 183447"/>
                <a:gd name="csX112" fmla="*/ 138542 w 220233"/>
                <a:gd name="csY112" fmla="*/ 157651 h 183447"/>
                <a:gd name="csX113" fmla="*/ 136153 w 220233"/>
                <a:gd name="csY113" fmla="*/ 158128 h 183447"/>
                <a:gd name="csX114" fmla="*/ 131853 w 220233"/>
                <a:gd name="csY114" fmla="*/ 157651 h 183447"/>
                <a:gd name="csX115" fmla="*/ 127554 w 220233"/>
                <a:gd name="csY115" fmla="*/ 158128 h 183447"/>
                <a:gd name="csX116" fmla="*/ 122299 w 220233"/>
                <a:gd name="csY116" fmla="*/ 159561 h 183447"/>
                <a:gd name="csX117" fmla="*/ 122776 w 220233"/>
                <a:gd name="csY117" fmla="*/ 158606 h 183447"/>
                <a:gd name="csX118" fmla="*/ 127076 w 220233"/>
                <a:gd name="csY118" fmla="*/ 156695 h 183447"/>
                <a:gd name="csX119" fmla="*/ 127076 w 220233"/>
                <a:gd name="csY119" fmla="*/ 156217 h 183447"/>
                <a:gd name="csX120" fmla="*/ 126598 w 220233"/>
                <a:gd name="csY120" fmla="*/ 155262 h 183447"/>
                <a:gd name="csX121" fmla="*/ 125642 w 220233"/>
                <a:gd name="csY121" fmla="*/ 155262 h 183447"/>
                <a:gd name="csX122" fmla="*/ 123254 w 220233"/>
                <a:gd name="csY122" fmla="*/ 155262 h 183447"/>
                <a:gd name="csX123" fmla="*/ 121821 w 220233"/>
                <a:gd name="csY123" fmla="*/ 155262 h 183447"/>
                <a:gd name="csX124" fmla="*/ 121343 w 220233"/>
                <a:gd name="csY124" fmla="*/ 154307 h 183447"/>
                <a:gd name="csX125" fmla="*/ 120388 w 220233"/>
                <a:gd name="csY125" fmla="*/ 153829 h 183447"/>
                <a:gd name="csX126" fmla="*/ 119910 w 220233"/>
                <a:gd name="csY126" fmla="*/ 154307 h 183447"/>
                <a:gd name="csX127" fmla="*/ 119910 w 220233"/>
                <a:gd name="csY127" fmla="*/ 156217 h 183447"/>
                <a:gd name="csX128" fmla="*/ 119432 w 220233"/>
                <a:gd name="csY128" fmla="*/ 156695 h 183447"/>
                <a:gd name="csX129" fmla="*/ 118477 w 220233"/>
                <a:gd name="csY129" fmla="*/ 156217 h 183447"/>
                <a:gd name="csX130" fmla="*/ 118955 w 220233"/>
                <a:gd name="csY130" fmla="*/ 154307 h 183447"/>
                <a:gd name="csX131" fmla="*/ 118477 w 220233"/>
                <a:gd name="csY131" fmla="*/ 151918 h 183447"/>
                <a:gd name="csX132" fmla="*/ 118477 w 220233"/>
                <a:gd name="csY132" fmla="*/ 150485 h 183447"/>
                <a:gd name="csX133" fmla="*/ 119432 w 220233"/>
                <a:gd name="csY133" fmla="*/ 149529 h 183447"/>
                <a:gd name="csX134" fmla="*/ 118477 w 220233"/>
                <a:gd name="csY134" fmla="*/ 149051 h 183447"/>
                <a:gd name="csX135" fmla="*/ 117521 w 220233"/>
                <a:gd name="csY135" fmla="*/ 149051 h 183447"/>
                <a:gd name="csX136" fmla="*/ 116088 w 220233"/>
                <a:gd name="csY136" fmla="*/ 149529 h 183447"/>
                <a:gd name="csX137" fmla="*/ 115133 w 220233"/>
                <a:gd name="csY137" fmla="*/ 150485 h 183447"/>
                <a:gd name="csX138" fmla="*/ 112744 w 220233"/>
                <a:gd name="csY138" fmla="*/ 154784 h 183447"/>
                <a:gd name="csX139" fmla="*/ 111789 w 220233"/>
                <a:gd name="csY139" fmla="*/ 157173 h 183447"/>
                <a:gd name="csX140" fmla="*/ 113699 w 220233"/>
                <a:gd name="csY140" fmla="*/ 159084 h 183447"/>
                <a:gd name="csX141" fmla="*/ 117999 w 220233"/>
                <a:gd name="csY141" fmla="*/ 161950 h 183447"/>
                <a:gd name="csX142" fmla="*/ 118955 w 220233"/>
                <a:gd name="csY142" fmla="*/ 162428 h 183447"/>
                <a:gd name="csX143" fmla="*/ 118955 w 220233"/>
                <a:gd name="csY143" fmla="*/ 163861 h 183447"/>
                <a:gd name="csX144" fmla="*/ 118477 w 220233"/>
                <a:gd name="csY144" fmla="*/ 164817 h 183447"/>
                <a:gd name="csX145" fmla="*/ 117044 w 220233"/>
                <a:gd name="csY145" fmla="*/ 165772 h 183447"/>
                <a:gd name="csX146" fmla="*/ 112266 w 220233"/>
                <a:gd name="csY146" fmla="*/ 166727 h 183447"/>
                <a:gd name="csX147" fmla="*/ 107967 w 220233"/>
                <a:gd name="csY147" fmla="*/ 168161 h 183447"/>
                <a:gd name="csX148" fmla="*/ 106533 w 220233"/>
                <a:gd name="csY148" fmla="*/ 170072 h 183447"/>
                <a:gd name="csX149" fmla="*/ 102712 w 220233"/>
                <a:gd name="csY149" fmla="*/ 176760 h 183447"/>
                <a:gd name="csX150" fmla="*/ 99846 w 220233"/>
                <a:gd name="csY150" fmla="*/ 181537 h 183447"/>
                <a:gd name="csX151" fmla="*/ 95546 w 220233"/>
                <a:gd name="csY151" fmla="*/ 183448 h 183447"/>
                <a:gd name="csX152" fmla="*/ 90769 w 220233"/>
                <a:gd name="csY152" fmla="*/ 182015 h 183447"/>
                <a:gd name="csX153" fmla="*/ 89335 w 220233"/>
                <a:gd name="csY153" fmla="*/ 180104 h 183447"/>
                <a:gd name="csX154" fmla="*/ 88380 w 220233"/>
                <a:gd name="csY154" fmla="*/ 178193 h 183447"/>
                <a:gd name="csX155" fmla="*/ 86469 w 220233"/>
                <a:gd name="csY155" fmla="*/ 176282 h 183447"/>
                <a:gd name="csX156" fmla="*/ 85035 w 220233"/>
                <a:gd name="csY156" fmla="*/ 174371 h 183447"/>
                <a:gd name="csX157" fmla="*/ 84080 w 220233"/>
                <a:gd name="csY157" fmla="*/ 171983 h 183447"/>
                <a:gd name="csX158" fmla="*/ 84080 w 220233"/>
                <a:gd name="csY158" fmla="*/ 168161 h 183447"/>
                <a:gd name="csX159" fmla="*/ 83603 w 220233"/>
                <a:gd name="csY159" fmla="*/ 165772 h 183447"/>
                <a:gd name="csX160" fmla="*/ 84080 w 220233"/>
                <a:gd name="csY160" fmla="*/ 165294 h 183447"/>
                <a:gd name="csX161" fmla="*/ 86947 w 220233"/>
                <a:gd name="csY161" fmla="*/ 163861 h 183447"/>
                <a:gd name="csX162" fmla="*/ 87902 w 220233"/>
                <a:gd name="csY162" fmla="*/ 162906 h 183447"/>
                <a:gd name="csX163" fmla="*/ 89335 w 220233"/>
                <a:gd name="csY163" fmla="*/ 160995 h 183447"/>
                <a:gd name="csX164" fmla="*/ 89813 w 220233"/>
                <a:gd name="csY164" fmla="*/ 160039 h 183447"/>
                <a:gd name="csX165" fmla="*/ 89813 w 220233"/>
                <a:gd name="csY165" fmla="*/ 158606 h 183447"/>
                <a:gd name="csX166" fmla="*/ 88380 w 220233"/>
                <a:gd name="csY166" fmla="*/ 157651 h 183447"/>
                <a:gd name="csX167" fmla="*/ 85514 w 220233"/>
                <a:gd name="csY167" fmla="*/ 157651 h 183447"/>
                <a:gd name="csX168" fmla="*/ 82647 w 220233"/>
                <a:gd name="csY168" fmla="*/ 158128 h 183447"/>
                <a:gd name="csX169" fmla="*/ 80258 w 220233"/>
                <a:gd name="csY169" fmla="*/ 157651 h 183447"/>
                <a:gd name="csX170" fmla="*/ 77392 w 220233"/>
                <a:gd name="csY170" fmla="*/ 155740 h 183447"/>
                <a:gd name="csX171" fmla="*/ 76437 w 220233"/>
                <a:gd name="csY171" fmla="*/ 155262 h 183447"/>
                <a:gd name="csX172" fmla="*/ 73092 w 220233"/>
                <a:gd name="csY172" fmla="*/ 155262 h 183447"/>
                <a:gd name="csX173" fmla="*/ 71182 w 220233"/>
                <a:gd name="csY173" fmla="*/ 155740 h 183447"/>
                <a:gd name="csX174" fmla="*/ 68793 w 220233"/>
                <a:gd name="csY174" fmla="*/ 156217 h 183447"/>
                <a:gd name="csX175" fmla="*/ 66882 w 220233"/>
                <a:gd name="csY175" fmla="*/ 156217 h 183447"/>
                <a:gd name="csX176" fmla="*/ 65926 w 220233"/>
                <a:gd name="csY176" fmla="*/ 156695 h 183447"/>
                <a:gd name="csX177" fmla="*/ 63060 w 220233"/>
                <a:gd name="csY177" fmla="*/ 159084 h 183447"/>
                <a:gd name="csX178" fmla="*/ 61149 w 220233"/>
                <a:gd name="csY178" fmla="*/ 160517 h 183447"/>
                <a:gd name="csX179" fmla="*/ 59239 w 220233"/>
                <a:gd name="csY179" fmla="*/ 161473 h 183447"/>
                <a:gd name="csX180" fmla="*/ 55416 w 220233"/>
                <a:gd name="csY180" fmla="*/ 161473 h 183447"/>
                <a:gd name="csX181" fmla="*/ 53505 w 220233"/>
                <a:gd name="csY181" fmla="*/ 161950 h 183447"/>
                <a:gd name="csX182" fmla="*/ 51117 w 220233"/>
                <a:gd name="csY182" fmla="*/ 162906 h 183447"/>
                <a:gd name="csX183" fmla="*/ 50639 w 220233"/>
                <a:gd name="csY183" fmla="*/ 162428 h 183447"/>
                <a:gd name="csX184" fmla="*/ 48728 w 220233"/>
                <a:gd name="csY184" fmla="*/ 163861 h 183447"/>
                <a:gd name="csX185" fmla="*/ 45862 w 220233"/>
                <a:gd name="csY185" fmla="*/ 164817 h 183447"/>
                <a:gd name="csX186" fmla="*/ 44907 w 220233"/>
                <a:gd name="csY186" fmla="*/ 165294 h 183447"/>
                <a:gd name="csX187" fmla="*/ 42040 w 220233"/>
                <a:gd name="csY187" fmla="*/ 164817 h 183447"/>
                <a:gd name="csX188" fmla="*/ 37263 w 220233"/>
                <a:gd name="csY188" fmla="*/ 166727 h 183447"/>
                <a:gd name="csX189" fmla="*/ 35352 w 220233"/>
                <a:gd name="csY189" fmla="*/ 166727 h 183447"/>
                <a:gd name="csX190" fmla="*/ 32485 w 220233"/>
                <a:gd name="csY190" fmla="*/ 165772 h 183447"/>
                <a:gd name="csX191" fmla="*/ 30575 w 220233"/>
                <a:gd name="csY191" fmla="*/ 164339 h 183447"/>
                <a:gd name="csX192" fmla="*/ 28186 w 220233"/>
                <a:gd name="csY192" fmla="*/ 164817 h 183447"/>
                <a:gd name="csX193" fmla="*/ 26753 w 220233"/>
                <a:gd name="csY193" fmla="*/ 167205 h 183447"/>
                <a:gd name="csX194" fmla="*/ 26275 w 220233"/>
                <a:gd name="csY194" fmla="*/ 171505 h 183447"/>
                <a:gd name="csX195" fmla="*/ 25319 w 220233"/>
                <a:gd name="csY195" fmla="*/ 173416 h 183447"/>
                <a:gd name="csX196" fmla="*/ 24842 w 220233"/>
                <a:gd name="csY196" fmla="*/ 175804 h 183447"/>
                <a:gd name="csX197" fmla="*/ 23886 w 220233"/>
                <a:gd name="csY197" fmla="*/ 175326 h 183447"/>
                <a:gd name="csX198" fmla="*/ 17198 w 220233"/>
                <a:gd name="csY198" fmla="*/ 171027 h 183447"/>
                <a:gd name="csX199" fmla="*/ 17198 w 220233"/>
                <a:gd name="csY199" fmla="*/ 171027 h 183447"/>
                <a:gd name="csX200" fmla="*/ 11466 w 220233"/>
                <a:gd name="csY200" fmla="*/ 171505 h 183447"/>
                <a:gd name="csX201" fmla="*/ 10510 w 220233"/>
                <a:gd name="csY201" fmla="*/ 171983 h 183447"/>
                <a:gd name="csX202" fmla="*/ 8599 w 220233"/>
                <a:gd name="csY202" fmla="*/ 172938 h 183447"/>
                <a:gd name="csX203" fmla="*/ 6688 w 220233"/>
                <a:gd name="csY203" fmla="*/ 173416 h 183447"/>
                <a:gd name="csX204" fmla="*/ 5255 w 220233"/>
                <a:gd name="csY204" fmla="*/ 172460 h 183447"/>
                <a:gd name="csX205" fmla="*/ 3821 w 220233"/>
                <a:gd name="csY205" fmla="*/ 171505 h 183447"/>
                <a:gd name="csX206" fmla="*/ 2389 w 220233"/>
                <a:gd name="csY206" fmla="*/ 171983 h 183447"/>
                <a:gd name="csX207" fmla="*/ 478 w 220233"/>
                <a:gd name="csY207" fmla="*/ 172460 h 183447"/>
                <a:gd name="csX208" fmla="*/ 0 w 220233"/>
                <a:gd name="csY208" fmla="*/ 166250 h 183447"/>
                <a:gd name="csX209" fmla="*/ 478 w 220233"/>
                <a:gd name="csY209" fmla="*/ 165772 h 183447"/>
                <a:gd name="csX210" fmla="*/ 1433 w 220233"/>
                <a:gd name="csY210" fmla="*/ 164339 h 183447"/>
                <a:gd name="csX211" fmla="*/ 2389 w 220233"/>
                <a:gd name="csY211" fmla="*/ 163383 h 183447"/>
                <a:gd name="csX212" fmla="*/ 4777 w 220233"/>
                <a:gd name="csY212" fmla="*/ 163383 h 183447"/>
                <a:gd name="csX213" fmla="*/ 7644 w 220233"/>
                <a:gd name="csY213" fmla="*/ 163383 h 183447"/>
                <a:gd name="csX214" fmla="*/ 9077 w 220233"/>
                <a:gd name="csY214" fmla="*/ 162906 h 183447"/>
                <a:gd name="csX215" fmla="*/ 10987 w 220233"/>
                <a:gd name="csY215" fmla="*/ 161950 h 183447"/>
                <a:gd name="csX216" fmla="*/ 12421 w 220233"/>
                <a:gd name="csY216" fmla="*/ 160039 h 183447"/>
                <a:gd name="csX217" fmla="*/ 14332 w 220233"/>
                <a:gd name="csY217" fmla="*/ 158606 h 183447"/>
                <a:gd name="csX218" fmla="*/ 16721 w 220233"/>
                <a:gd name="csY218" fmla="*/ 157651 h 183447"/>
                <a:gd name="csX219" fmla="*/ 19109 w 220233"/>
                <a:gd name="csY219" fmla="*/ 156217 h 183447"/>
                <a:gd name="csX220" fmla="*/ 21498 w 220233"/>
                <a:gd name="csY220" fmla="*/ 154307 h 183447"/>
                <a:gd name="csX221" fmla="*/ 23409 w 220233"/>
                <a:gd name="csY221" fmla="*/ 152396 h 183447"/>
                <a:gd name="csX222" fmla="*/ 25319 w 220233"/>
                <a:gd name="csY222" fmla="*/ 150962 h 183447"/>
                <a:gd name="csX223" fmla="*/ 27230 w 220233"/>
                <a:gd name="csY223" fmla="*/ 149529 h 183447"/>
                <a:gd name="csX224" fmla="*/ 30097 w 220233"/>
                <a:gd name="csY224" fmla="*/ 146663 h 183447"/>
                <a:gd name="csX225" fmla="*/ 34396 w 220233"/>
                <a:gd name="csY225" fmla="*/ 143319 h 183447"/>
                <a:gd name="csX226" fmla="*/ 35830 w 220233"/>
                <a:gd name="csY226" fmla="*/ 140930 h 183447"/>
                <a:gd name="csX227" fmla="*/ 36785 w 220233"/>
                <a:gd name="csY227" fmla="*/ 139975 h 183447"/>
                <a:gd name="csX228" fmla="*/ 40607 w 220233"/>
                <a:gd name="csY228" fmla="*/ 138542 h 183447"/>
                <a:gd name="csX229" fmla="*/ 44907 w 220233"/>
                <a:gd name="csY229" fmla="*/ 137586 h 183447"/>
                <a:gd name="csX230" fmla="*/ 47295 w 220233"/>
                <a:gd name="csY230" fmla="*/ 137586 h 183447"/>
                <a:gd name="csX231" fmla="*/ 49206 w 220233"/>
                <a:gd name="csY231" fmla="*/ 139975 h 183447"/>
                <a:gd name="csX232" fmla="*/ 50639 w 220233"/>
                <a:gd name="csY232" fmla="*/ 139497 h 183447"/>
                <a:gd name="csX233" fmla="*/ 51594 w 220233"/>
                <a:gd name="csY233" fmla="*/ 139019 h 183447"/>
                <a:gd name="csX234" fmla="*/ 53983 w 220233"/>
                <a:gd name="csY234" fmla="*/ 138542 h 183447"/>
                <a:gd name="csX235" fmla="*/ 56850 w 220233"/>
                <a:gd name="csY235" fmla="*/ 139019 h 183447"/>
                <a:gd name="csX236" fmla="*/ 58760 w 220233"/>
                <a:gd name="csY236" fmla="*/ 139019 h 183447"/>
                <a:gd name="csX237" fmla="*/ 61627 w 220233"/>
                <a:gd name="csY237" fmla="*/ 139019 h 183447"/>
                <a:gd name="csX238" fmla="*/ 65926 w 220233"/>
                <a:gd name="csY238" fmla="*/ 138064 h 183447"/>
                <a:gd name="csX239" fmla="*/ 68315 w 220233"/>
                <a:gd name="csY239" fmla="*/ 137108 h 183447"/>
                <a:gd name="csX240" fmla="*/ 70704 w 220233"/>
                <a:gd name="csY240" fmla="*/ 136153 h 183447"/>
                <a:gd name="csX241" fmla="*/ 79303 w 220233"/>
                <a:gd name="csY241" fmla="*/ 135197 h 183447"/>
                <a:gd name="csX242" fmla="*/ 85035 w 220233"/>
                <a:gd name="csY242" fmla="*/ 133764 h 183447"/>
                <a:gd name="csX243" fmla="*/ 85991 w 220233"/>
                <a:gd name="csY243" fmla="*/ 133764 h 183447"/>
                <a:gd name="csX244" fmla="*/ 86947 w 220233"/>
                <a:gd name="csY244" fmla="*/ 134242 h 183447"/>
                <a:gd name="csX245" fmla="*/ 86947 w 220233"/>
                <a:gd name="csY245" fmla="*/ 135675 h 183447"/>
                <a:gd name="csX246" fmla="*/ 85991 w 220233"/>
                <a:gd name="csY246" fmla="*/ 137108 h 183447"/>
                <a:gd name="csX247" fmla="*/ 86947 w 220233"/>
                <a:gd name="csY247" fmla="*/ 138064 h 183447"/>
                <a:gd name="csX248" fmla="*/ 87902 w 220233"/>
                <a:gd name="csY248" fmla="*/ 138542 h 183447"/>
                <a:gd name="csX249" fmla="*/ 93635 w 220233"/>
                <a:gd name="csY249" fmla="*/ 138542 h 183447"/>
                <a:gd name="csX250" fmla="*/ 95068 w 220233"/>
                <a:gd name="csY250" fmla="*/ 139019 h 183447"/>
                <a:gd name="csX251" fmla="*/ 97457 w 220233"/>
                <a:gd name="csY251" fmla="*/ 138064 h 183447"/>
                <a:gd name="csX252" fmla="*/ 99367 w 220233"/>
                <a:gd name="csY252" fmla="*/ 136631 h 183447"/>
                <a:gd name="csX253" fmla="*/ 101756 w 220233"/>
                <a:gd name="csY253" fmla="*/ 135197 h 183447"/>
                <a:gd name="csX254" fmla="*/ 103189 w 220233"/>
                <a:gd name="csY254" fmla="*/ 133286 h 183447"/>
                <a:gd name="csX255" fmla="*/ 101756 w 220233"/>
                <a:gd name="csY255" fmla="*/ 130898 h 183447"/>
                <a:gd name="csX256" fmla="*/ 101756 w 220233"/>
                <a:gd name="csY256" fmla="*/ 128031 h 183447"/>
                <a:gd name="csX257" fmla="*/ 102712 w 220233"/>
                <a:gd name="csY257" fmla="*/ 125165 h 183447"/>
                <a:gd name="csX258" fmla="*/ 104623 w 220233"/>
                <a:gd name="csY258" fmla="*/ 122776 h 183447"/>
                <a:gd name="csX259" fmla="*/ 106533 w 220233"/>
                <a:gd name="csY259" fmla="*/ 121343 h 183447"/>
                <a:gd name="csX260" fmla="*/ 108444 w 220233"/>
                <a:gd name="csY260" fmla="*/ 119910 h 183447"/>
                <a:gd name="csX261" fmla="*/ 112266 w 220233"/>
                <a:gd name="csY261" fmla="*/ 115133 h 183447"/>
                <a:gd name="csX262" fmla="*/ 115133 w 220233"/>
                <a:gd name="csY262" fmla="*/ 111311 h 183447"/>
                <a:gd name="csX263" fmla="*/ 116088 w 220233"/>
                <a:gd name="csY263" fmla="*/ 106534 h 183447"/>
                <a:gd name="csX264" fmla="*/ 115610 w 220233"/>
                <a:gd name="csY264" fmla="*/ 100801 h 183447"/>
                <a:gd name="csX265" fmla="*/ 117999 w 220233"/>
                <a:gd name="csY265" fmla="*/ 96501 h 183447"/>
                <a:gd name="csX266" fmla="*/ 120388 w 220233"/>
                <a:gd name="csY266" fmla="*/ 96024 h 183447"/>
                <a:gd name="csX267" fmla="*/ 125165 w 220233"/>
                <a:gd name="csY267" fmla="*/ 94112 h 183447"/>
                <a:gd name="csX268" fmla="*/ 127554 w 220233"/>
                <a:gd name="csY268" fmla="*/ 93635 h 183447"/>
                <a:gd name="csX269" fmla="*/ 128031 w 220233"/>
                <a:gd name="csY269" fmla="*/ 94112 h 183447"/>
                <a:gd name="csX270" fmla="*/ 128031 w 220233"/>
                <a:gd name="csY270" fmla="*/ 95546 h 183447"/>
                <a:gd name="csX271" fmla="*/ 124210 w 220233"/>
                <a:gd name="csY271" fmla="*/ 98890 h 183447"/>
                <a:gd name="csX272" fmla="*/ 122299 w 220233"/>
                <a:gd name="csY272" fmla="*/ 100323 h 183447"/>
                <a:gd name="csX273" fmla="*/ 120865 w 220233"/>
                <a:gd name="csY273" fmla="*/ 100801 h 183447"/>
                <a:gd name="csX274" fmla="*/ 119910 w 220233"/>
                <a:gd name="csY274" fmla="*/ 101278 h 183447"/>
                <a:gd name="csX275" fmla="*/ 119432 w 220233"/>
                <a:gd name="csY275" fmla="*/ 102712 h 183447"/>
                <a:gd name="csX276" fmla="*/ 121343 w 220233"/>
                <a:gd name="csY276" fmla="*/ 104623 h 183447"/>
                <a:gd name="csX277" fmla="*/ 121821 w 220233"/>
                <a:gd name="csY277" fmla="*/ 106056 h 183447"/>
                <a:gd name="csX278" fmla="*/ 121343 w 220233"/>
                <a:gd name="csY278" fmla="*/ 107489 h 183447"/>
                <a:gd name="csX279" fmla="*/ 121343 w 220233"/>
                <a:gd name="csY279" fmla="*/ 108922 h 183447"/>
                <a:gd name="csX280" fmla="*/ 123732 w 220233"/>
                <a:gd name="csY280" fmla="*/ 110355 h 183447"/>
                <a:gd name="csX281" fmla="*/ 126121 w 220233"/>
                <a:gd name="csY281" fmla="*/ 110833 h 183447"/>
                <a:gd name="csX282" fmla="*/ 127076 w 220233"/>
                <a:gd name="csY282" fmla="*/ 110833 h 183447"/>
                <a:gd name="csX283" fmla="*/ 128031 w 220233"/>
                <a:gd name="csY283" fmla="*/ 110355 h 183447"/>
                <a:gd name="csX284" fmla="*/ 130898 w 220233"/>
                <a:gd name="csY284" fmla="*/ 107011 h 183447"/>
                <a:gd name="csX285" fmla="*/ 131376 w 220233"/>
                <a:gd name="csY285" fmla="*/ 106534 h 183447"/>
                <a:gd name="csX286" fmla="*/ 139497 w 220233"/>
                <a:gd name="csY286" fmla="*/ 103667 h 183447"/>
                <a:gd name="csX287" fmla="*/ 143319 w 220233"/>
                <a:gd name="csY287" fmla="*/ 101756 h 183447"/>
                <a:gd name="csX288" fmla="*/ 145230 w 220233"/>
                <a:gd name="csY288" fmla="*/ 101278 h 183447"/>
                <a:gd name="csX289" fmla="*/ 147619 w 220233"/>
                <a:gd name="csY289" fmla="*/ 100323 h 183447"/>
                <a:gd name="csX290" fmla="*/ 151918 w 220233"/>
                <a:gd name="csY290" fmla="*/ 96501 h 183447"/>
                <a:gd name="csX291" fmla="*/ 153829 w 220233"/>
                <a:gd name="csY291" fmla="*/ 94590 h 183447"/>
                <a:gd name="csX292" fmla="*/ 155262 w 220233"/>
                <a:gd name="csY292" fmla="*/ 92679 h 183447"/>
                <a:gd name="csX293" fmla="*/ 156217 w 220233"/>
                <a:gd name="csY293" fmla="*/ 90291 h 183447"/>
                <a:gd name="csX294" fmla="*/ 157173 w 220233"/>
                <a:gd name="csY294" fmla="*/ 87902 h 183447"/>
                <a:gd name="csX295" fmla="*/ 158606 w 220233"/>
                <a:gd name="csY295" fmla="*/ 85991 h 183447"/>
                <a:gd name="csX296" fmla="*/ 165772 w 220233"/>
                <a:gd name="csY296" fmla="*/ 82169 h 183447"/>
                <a:gd name="csX297" fmla="*/ 168161 w 220233"/>
                <a:gd name="csY297" fmla="*/ 80258 h 183447"/>
                <a:gd name="csX298" fmla="*/ 168638 w 220233"/>
                <a:gd name="csY298" fmla="*/ 79303 h 183447"/>
                <a:gd name="csX299" fmla="*/ 169594 w 220233"/>
                <a:gd name="csY299" fmla="*/ 76437 h 183447"/>
                <a:gd name="csX300" fmla="*/ 170549 w 220233"/>
                <a:gd name="csY300" fmla="*/ 73093 h 183447"/>
                <a:gd name="csX301" fmla="*/ 171505 w 220233"/>
                <a:gd name="csY301" fmla="*/ 70704 h 183447"/>
                <a:gd name="csX302" fmla="*/ 172460 w 220233"/>
                <a:gd name="csY302" fmla="*/ 68793 h 183447"/>
                <a:gd name="csX303" fmla="*/ 173894 w 220233"/>
                <a:gd name="csY303" fmla="*/ 66404 h 183447"/>
                <a:gd name="csX304" fmla="*/ 175804 w 220233"/>
                <a:gd name="csY304" fmla="*/ 64493 h 183447"/>
                <a:gd name="csX305" fmla="*/ 176760 w 220233"/>
                <a:gd name="csY305" fmla="*/ 62105 h 183447"/>
                <a:gd name="csX306" fmla="*/ 178193 w 220233"/>
                <a:gd name="csY306" fmla="*/ 56850 h 183447"/>
                <a:gd name="csX307" fmla="*/ 179149 w 220233"/>
                <a:gd name="csY307" fmla="*/ 53983 h 183447"/>
                <a:gd name="csX308" fmla="*/ 179626 w 220233"/>
                <a:gd name="csY308" fmla="*/ 53028 h 183447"/>
                <a:gd name="csX309" fmla="*/ 180104 w 220233"/>
                <a:gd name="csY309" fmla="*/ 52072 h 183447"/>
                <a:gd name="csX310" fmla="*/ 181060 w 220233"/>
                <a:gd name="csY310" fmla="*/ 51117 h 183447"/>
                <a:gd name="csX311" fmla="*/ 181537 w 220233"/>
                <a:gd name="csY311" fmla="*/ 49684 h 183447"/>
                <a:gd name="csX312" fmla="*/ 181537 w 220233"/>
                <a:gd name="csY312" fmla="*/ 48728 h 183447"/>
                <a:gd name="csX313" fmla="*/ 182015 w 220233"/>
                <a:gd name="csY313" fmla="*/ 44906 h 183447"/>
                <a:gd name="csX314" fmla="*/ 182015 w 220233"/>
                <a:gd name="csY314" fmla="*/ 42040 h 183447"/>
                <a:gd name="csX315" fmla="*/ 180581 w 220233"/>
                <a:gd name="csY315" fmla="*/ 39174 h 183447"/>
                <a:gd name="csX316" fmla="*/ 179626 w 220233"/>
                <a:gd name="csY316" fmla="*/ 38696 h 183447"/>
                <a:gd name="csX317" fmla="*/ 178671 w 220233"/>
                <a:gd name="csY317" fmla="*/ 38696 h 183447"/>
                <a:gd name="csX318" fmla="*/ 177238 w 220233"/>
                <a:gd name="csY318" fmla="*/ 38696 h 183447"/>
                <a:gd name="csX319" fmla="*/ 175804 w 220233"/>
                <a:gd name="csY319" fmla="*/ 37740 h 183447"/>
                <a:gd name="csX320" fmla="*/ 175804 w 220233"/>
                <a:gd name="csY320" fmla="*/ 36785 h 183447"/>
                <a:gd name="csX321" fmla="*/ 177238 w 220233"/>
                <a:gd name="csY321" fmla="*/ 36785 h 183447"/>
                <a:gd name="csX322" fmla="*/ 178193 w 220233"/>
                <a:gd name="csY322" fmla="*/ 36307 h 183447"/>
                <a:gd name="csX323" fmla="*/ 179149 w 220233"/>
                <a:gd name="csY323" fmla="*/ 35352 h 183447"/>
                <a:gd name="csX324" fmla="*/ 180104 w 220233"/>
                <a:gd name="csY324" fmla="*/ 32486 h 183447"/>
                <a:gd name="csX325" fmla="*/ 181060 w 220233"/>
                <a:gd name="csY325" fmla="*/ 29619 h 183447"/>
                <a:gd name="csX326" fmla="*/ 181060 w 220233"/>
                <a:gd name="csY326" fmla="*/ 28186 h 183447"/>
                <a:gd name="csX327" fmla="*/ 180104 w 220233"/>
                <a:gd name="csY327" fmla="*/ 26275 h 183447"/>
                <a:gd name="csX328" fmla="*/ 179149 w 220233"/>
                <a:gd name="csY328" fmla="*/ 23409 h 183447"/>
                <a:gd name="csX329" fmla="*/ 179149 w 220233"/>
                <a:gd name="csY329" fmla="*/ 21498 h 183447"/>
                <a:gd name="csX330" fmla="*/ 180104 w 220233"/>
                <a:gd name="csY330" fmla="*/ 20064 h 183447"/>
                <a:gd name="csX331" fmla="*/ 181537 w 220233"/>
                <a:gd name="csY331" fmla="*/ 18631 h 183447"/>
                <a:gd name="csX332" fmla="*/ 182492 w 220233"/>
                <a:gd name="csY332" fmla="*/ 18154 h 183447"/>
                <a:gd name="csX333" fmla="*/ 183448 w 220233"/>
                <a:gd name="csY333" fmla="*/ 18154 h 183447"/>
                <a:gd name="csX334" fmla="*/ 184881 w 220233"/>
                <a:gd name="csY334" fmla="*/ 17676 h 183447"/>
                <a:gd name="csX335" fmla="*/ 185837 w 220233"/>
                <a:gd name="csY335" fmla="*/ 16721 h 183447"/>
                <a:gd name="csX336" fmla="*/ 186314 w 220233"/>
                <a:gd name="csY336" fmla="*/ 15765 h 183447"/>
                <a:gd name="csX337" fmla="*/ 187270 w 220233"/>
                <a:gd name="csY337" fmla="*/ 13376 h 183447"/>
                <a:gd name="csX338" fmla="*/ 187747 w 220233"/>
                <a:gd name="csY338" fmla="*/ 11943 h 183447"/>
                <a:gd name="csX339" fmla="*/ 187270 w 220233"/>
                <a:gd name="csY339" fmla="*/ 8121 h 183447"/>
                <a:gd name="csX340" fmla="*/ 187747 w 220233"/>
                <a:gd name="csY340" fmla="*/ 7166 h 183447"/>
                <a:gd name="csX341" fmla="*/ 188226 w 220233"/>
                <a:gd name="csY341" fmla="*/ 6688 h 183447"/>
                <a:gd name="csX342" fmla="*/ 189658 w 220233"/>
                <a:gd name="csY342" fmla="*/ 7166 h 183447"/>
                <a:gd name="csX343" fmla="*/ 190614 w 220233"/>
                <a:gd name="csY343" fmla="*/ 7166 h 183447"/>
                <a:gd name="csX344" fmla="*/ 192047 w 220233"/>
                <a:gd name="csY344" fmla="*/ 7166 h 183447"/>
                <a:gd name="csX345" fmla="*/ 193003 w 220233"/>
                <a:gd name="csY345" fmla="*/ 7166 h 183447"/>
                <a:gd name="csX346" fmla="*/ 193480 w 220233"/>
                <a:gd name="csY346" fmla="*/ 8121 h 183447"/>
                <a:gd name="csX347" fmla="*/ 194436 w 220233"/>
                <a:gd name="csY347" fmla="*/ 14809 h 183447"/>
                <a:gd name="csX348" fmla="*/ 194913 w 220233"/>
                <a:gd name="csY348" fmla="*/ 15287 h 183447"/>
                <a:gd name="csX349" fmla="*/ 195869 w 220233"/>
                <a:gd name="csY349" fmla="*/ 16243 h 183447"/>
                <a:gd name="csX350" fmla="*/ 196824 w 220233"/>
                <a:gd name="csY350" fmla="*/ 15765 h 183447"/>
                <a:gd name="csX351" fmla="*/ 197780 w 220233"/>
                <a:gd name="csY351" fmla="*/ 14809 h 183447"/>
                <a:gd name="csX352" fmla="*/ 198258 w 220233"/>
                <a:gd name="csY352" fmla="*/ 13854 h 183447"/>
                <a:gd name="csX353" fmla="*/ 199213 w 220233"/>
                <a:gd name="csY353" fmla="*/ 13376 h 183447"/>
                <a:gd name="csX354" fmla="*/ 203035 w 220233"/>
                <a:gd name="csY354" fmla="*/ 14809 h 183447"/>
                <a:gd name="csX355" fmla="*/ 204468 w 220233"/>
                <a:gd name="csY355" fmla="*/ 13854 h 183447"/>
                <a:gd name="csX356" fmla="*/ 204946 w 220233"/>
                <a:gd name="csY356" fmla="*/ 12421 h 183447"/>
                <a:gd name="csX357" fmla="*/ 205901 w 220233"/>
                <a:gd name="csY357" fmla="*/ 9555 h 183447"/>
                <a:gd name="csX358" fmla="*/ 205424 w 220233"/>
                <a:gd name="csY358" fmla="*/ 7166 h 183447"/>
                <a:gd name="csX359" fmla="*/ 204468 w 220233"/>
                <a:gd name="csY359" fmla="*/ 6210 h 183447"/>
                <a:gd name="csX360" fmla="*/ 203513 w 220233"/>
                <a:gd name="csY360" fmla="*/ 6210 h 183447"/>
                <a:gd name="csX361" fmla="*/ 203035 w 220233"/>
                <a:gd name="csY361" fmla="*/ 7166 h 183447"/>
                <a:gd name="csX362" fmla="*/ 202079 w 220233"/>
                <a:gd name="csY362" fmla="*/ 7166 h 183447"/>
                <a:gd name="csX363" fmla="*/ 196824 w 220233"/>
                <a:gd name="csY363" fmla="*/ 8599 h 183447"/>
                <a:gd name="csX364" fmla="*/ 196824 w 220233"/>
                <a:gd name="csY364" fmla="*/ 5733 h 183447"/>
                <a:gd name="csX365" fmla="*/ 197780 w 220233"/>
                <a:gd name="csY365" fmla="*/ 1911 h 183447"/>
                <a:gd name="csX366" fmla="*/ 198258 w 220233"/>
                <a:gd name="csY366" fmla="*/ 478 h 183447"/>
                <a:gd name="csX367" fmla="*/ 199213 w 220233"/>
                <a:gd name="csY367" fmla="*/ 0 h 183447"/>
                <a:gd name="csX368" fmla="*/ 201602 w 220233"/>
                <a:gd name="csY368" fmla="*/ 478 h 183447"/>
                <a:gd name="csX369" fmla="*/ 202557 w 220233"/>
                <a:gd name="csY369" fmla="*/ 955 h 183447"/>
                <a:gd name="csX370" fmla="*/ 204946 w 220233"/>
                <a:gd name="csY370" fmla="*/ 3344 h 183447"/>
                <a:gd name="csX371" fmla="*/ 205901 w 220233"/>
                <a:gd name="csY371" fmla="*/ 3344 h 183447"/>
                <a:gd name="csX372" fmla="*/ 209723 w 220233"/>
                <a:gd name="csY372" fmla="*/ 2389 h 183447"/>
                <a:gd name="csX373" fmla="*/ 208768 w 220233"/>
                <a:gd name="csY373" fmla="*/ 6210 h 183447"/>
                <a:gd name="csX374" fmla="*/ 208290 w 220233"/>
                <a:gd name="csY374" fmla="*/ 9555 h 183447"/>
                <a:gd name="csX375" fmla="*/ 208768 w 220233"/>
                <a:gd name="csY375" fmla="*/ 15765 h 183447"/>
                <a:gd name="csX376" fmla="*/ 209245 w 220233"/>
                <a:gd name="csY376" fmla="*/ 18631 h 183447"/>
                <a:gd name="csX377" fmla="*/ 209723 w 220233"/>
                <a:gd name="csY377" fmla="*/ 21498 h 183447"/>
                <a:gd name="csX378" fmla="*/ 211156 w 220233"/>
                <a:gd name="csY378" fmla="*/ 23409 h 183447"/>
                <a:gd name="csX379" fmla="*/ 213545 w 220233"/>
                <a:gd name="csY379" fmla="*/ 24842 h 183447"/>
                <a:gd name="csX380" fmla="*/ 216411 w 220233"/>
                <a:gd name="csY380" fmla="*/ 29141 h 183447"/>
                <a:gd name="csX381" fmla="*/ 217845 w 220233"/>
                <a:gd name="csY381" fmla="*/ 34396 h 183447"/>
                <a:gd name="csX382" fmla="*/ 219278 w 220233"/>
                <a:gd name="csY382" fmla="*/ 36785 h 183447"/>
                <a:gd name="csX383" fmla="*/ 219756 w 220233"/>
                <a:gd name="csY383" fmla="*/ 39651 h 183447"/>
                <a:gd name="csX384" fmla="*/ 220233 w 220233"/>
                <a:gd name="csY384" fmla="*/ 40607 h 183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</a:cxnLst>
              <a:rect l="l" t="t" r="r" b="b"/>
              <a:pathLst>
                <a:path w="220233" h="183447">
                  <a:moveTo>
                    <a:pt x="220233" y="40607"/>
                  </a:moveTo>
                  <a:lnTo>
                    <a:pt x="220233" y="42040"/>
                  </a:lnTo>
                  <a:lnTo>
                    <a:pt x="219756" y="43951"/>
                  </a:lnTo>
                  <a:lnTo>
                    <a:pt x="220233" y="44906"/>
                  </a:lnTo>
                  <a:lnTo>
                    <a:pt x="219756" y="49206"/>
                  </a:lnTo>
                  <a:lnTo>
                    <a:pt x="218800" y="54461"/>
                  </a:lnTo>
                  <a:lnTo>
                    <a:pt x="218322" y="56850"/>
                  </a:lnTo>
                  <a:lnTo>
                    <a:pt x="217367" y="57328"/>
                  </a:lnTo>
                  <a:lnTo>
                    <a:pt x="216411" y="58283"/>
                  </a:lnTo>
                  <a:lnTo>
                    <a:pt x="215933" y="59238"/>
                  </a:lnTo>
                  <a:lnTo>
                    <a:pt x="215456" y="59238"/>
                  </a:lnTo>
                  <a:lnTo>
                    <a:pt x="214501" y="59716"/>
                  </a:lnTo>
                  <a:lnTo>
                    <a:pt x="213545" y="60194"/>
                  </a:lnTo>
                  <a:lnTo>
                    <a:pt x="213067" y="61149"/>
                  </a:lnTo>
                  <a:lnTo>
                    <a:pt x="213067" y="62582"/>
                  </a:lnTo>
                  <a:lnTo>
                    <a:pt x="212112" y="63538"/>
                  </a:lnTo>
                  <a:lnTo>
                    <a:pt x="211156" y="64971"/>
                  </a:lnTo>
                  <a:lnTo>
                    <a:pt x="210679" y="67837"/>
                  </a:lnTo>
                  <a:lnTo>
                    <a:pt x="210679" y="71182"/>
                  </a:lnTo>
                  <a:lnTo>
                    <a:pt x="209723" y="73093"/>
                  </a:lnTo>
                  <a:lnTo>
                    <a:pt x="207812" y="74048"/>
                  </a:lnTo>
                  <a:lnTo>
                    <a:pt x="205424" y="73570"/>
                  </a:lnTo>
                  <a:lnTo>
                    <a:pt x="202557" y="75003"/>
                  </a:lnTo>
                  <a:lnTo>
                    <a:pt x="202079" y="75481"/>
                  </a:lnTo>
                  <a:lnTo>
                    <a:pt x="199691" y="79303"/>
                  </a:lnTo>
                  <a:lnTo>
                    <a:pt x="199213" y="81214"/>
                  </a:lnTo>
                  <a:lnTo>
                    <a:pt x="199213" y="83603"/>
                  </a:lnTo>
                  <a:lnTo>
                    <a:pt x="199691" y="86469"/>
                  </a:lnTo>
                  <a:lnTo>
                    <a:pt x="200646" y="89335"/>
                  </a:lnTo>
                  <a:lnTo>
                    <a:pt x="201124" y="94590"/>
                  </a:lnTo>
                  <a:lnTo>
                    <a:pt x="200646" y="102712"/>
                  </a:lnTo>
                  <a:lnTo>
                    <a:pt x="199691" y="105100"/>
                  </a:lnTo>
                  <a:lnTo>
                    <a:pt x="198258" y="107011"/>
                  </a:lnTo>
                  <a:lnTo>
                    <a:pt x="197302" y="107967"/>
                  </a:lnTo>
                  <a:lnTo>
                    <a:pt x="196347" y="108922"/>
                  </a:lnTo>
                  <a:lnTo>
                    <a:pt x="195391" y="111311"/>
                  </a:lnTo>
                  <a:lnTo>
                    <a:pt x="193003" y="116566"/>
                  </a:lnTo>
                  <a:lnTo>
                    <a:pt x="193003" y="117999"/>
                  </a:lnTo>
                  <a:lnTo>
                    <a:pt x="193003" y="119432"/>
                  </a:lnTo>
                  <a:lnTo>
                    <a:pt x="192525" y="120865"/>
                  </a:lnTo>
                  <a:lnTo>
                    <a:pt x="192047" y="122776"/>
                  </a:lnTo>
                  <a:lnTo>
                    <a:pt x="192525" y="124687"/>
                  </a:lnTo>
                  <a:lnTo>
                    <a:pt x="193003" y="126598"/>
                  </a:lnTo>
                  <a:lnTo>
                    <a:pt x="195869" y="131376"/>
                  </a:lnTo>
                  <a:lnTo>
                    <a:pt x="196824" y="132809"/>
                  </a:lnTo>
                  <a:lnTo>
                    <a:pt x="198258" y="134242"/>
                  </a:lnTo>
                  <a:lnTo>
                    <a:pt x="193480" y="135675"/>
                  </a:lnTo>
                  <a:lnTo>
                    <a:pt x="192525" y="136153"/>
                  </a:lnTo>
                  <a:lnTo>
                    <a:pt x="189658" y="139019"/>
                  </a:lnTo>
                  <a:lnTo>
                    <a:pt x="188703" y="141408"/>
                  </a:lnTo>
                  <a:lnTo>
                    <a:pt x="189181" y="144274"/>
                  </a:lnTo>
                  <a:lnTo>
                    <a:pt x="188703" y="145230"/>
                  </a:lnTo>
                  <a:lnTo>
                    <a:pt x="187747" y="146185"/>
                  </a:lnTo>
                  <a:lnTo>
                    <a:pt x="186792" y="146663"/>
                  </a:lnTo>
                  <a:lnTo>
                    <a:pt x="183926" y="148096"/>
                  </a:lnTo>
                  <a:lnTo>
                    <a:pt x="182015" y="149529"/>
                  </a:lnTo>
                  <a:lnTo>
                    <a:pt x="180104" y="151440"/>
                  </a:lnTo>
                  <a:lnTo>
                    <a:pt x="179149" y="152396"/>
                  </a:lnTo>
                  <a:lnTo>
                    <a:pt x="177715" y="151918"/>
                  </a:lnTo>
                  <a:lnTo>
                    <a:pt x="176760" y="150962"/>
                  </a:lnTo>
                  <a:lnTo>
                    <a:pt x="177715" y="150007"/>
                  </a:lnTo>
                  <a:lnTo>
                    <a:pt x="177238" y="148574"/>
                  </a:lnTo>
                  <a:lnTo>
                    <a:pt x="177715" y="145230"/>
                  </a:lnTo>
                  <a:lnTo>
                    <a:pt x="177238" y="143796"/>
                  </a:lnTo>
                  <a:lnTo>
                    <a:pt x="178671" y="142363"/>
                  </a:lnTo>
                  <a:lnTo>
                    <a:pt x="179626" y="140930"/>
                  </a:lnTo>
                  <a:lnTo>
                    <a:pt x="181060" y="139497"/>
                  </a:lnTo>
                  <a:lnTo>
                    <a:pt x="182492" y="138064"/>
                  </a:lnTo>
                  <a:lnTo>
                    <a:pt x="182492" y="137108"/>
                  </a:lnTo>
                  <a:lnTo>
                    <a:pt x="181537" y="136153"/>
                  </a:lnTo>
                  <a:lnTo>
                    <a:pt x="180581" y="135197"/>
                  </a:lnTo>
                  <a:lnTo>
                    <a:pt x="179149" y="135197"/>
                  </a:lnTo>
                  <a:lnTo>
                    <a:pt x="177238" y="135675"/>
                  </a:lnTo>
                  <a:lnTo>
                    <a:pt x="176282" y="136631"/>
                  </a:lnTo>
                  <a:lnTo>
                    <a:pt x="176282" y="138064"/>
                  </a:lnTo>
                  <a:lnTo>
                    <a:pt x="176282" y="138542"/>
                  </a:lnTo>
                  <a:lnTo>
                    <a:pt x="176282" y="139019"/>
                  </a:lnTo>
                  <a:lnTo>
                    <a:pt x="173894" y="140930"/>
                  </a:lnTo>
                  <a:lnTo>
                    <a:pt x="173894" y="143319"/>
                  </a:lnTo>
                  <a:lnTo>
                    <a:pt x="174849" y="144274"/>
                  </a:lnTo>
                  <a:lnTo>
                    <a:pt x="175804" y="144752"/>
                  </a:lnTo>
                  <a:lnTo>
                    <a:pt x="175326" y="145230"/>
                  </a:lnTo>
                  <a:lnTo>
                    <a:pt x="174371" y="146663"/>
                  </a:lnTo>
                  <a:lnTo>
                    <a:pt x="173415" y="147141"/>
                  </a:lnTo>
                  <a:lnTo>
                    <a:pt x="171983" y="144752"/>
                  </a:lnTo>
                  <a:lnTo>
                    <a:pt x="170549" y="143319"/>
                  </a:lnTo>
                  <a:lnTo>
                    <a:pt x="168161" y="143319"/>
                  </a:lnTo>
                  <a:lnTo>
                    <a:pt x="165772" y="143796"/>
                  </a:lnTo>
                  <a:lnTo>
                    <a:pt x="164339" y="145707"/>
                  </a:lnTo>
                  <a:lnTo>
                    <a:pt x="163383" y="146663"/>
                  </a:lnTo>
                  <a:lnTo>
                    <a:pt x="163383" y="148096"/>
                  </a:lnTo>
                  <a:lnTo>
                    <a:pt x="163383" y="150962"/>
                  </a:lnTo>
                  <a:lnTo>
                    <a:pt x="162428" y="153829"/>
                  </a:lnTo>
                  <a:lnTo>
                    <a:pt x="160995" y="155740"/>
                  </a:lnTo>
                  <a:lnTo>
                    <a:pt x="160517" y="156695"/>
                  </a:lnTo>
                  <a:lnTo>
                    <a:pt x="159084" y="158128"/>
                  </a:lnTo>
                  <a:lnTo>
                    <a:pt x="157651" y="158606"/>
                  </a:lnTo>
                  <a:lnTo>
                    <a:pt x="156695" y="157651"/>
                  </a:lnTo>
                  <a:lnTo>
                    <a:pt x="156217" y="156695"/>
                  </a:lnTo>
                  <a:lnTo>
                    <a:pt x="157173" y="152873"/>
                  </a:lnTo>
                  <a:lnTo>
                    <a:pt x="157173" y="150485"/>
                  </a:lnTo>
                  <a:lnTo>
                    <a:pt x="159084" y="149529"/>
                  </a:lnTo>
                  <a:lnTo>
                    <a:pt x="157173" y="148096"/>
                  </a:lnTo>
                  <a:lnTo>
                    <a:pt x="155262" y="147618"/>
                  </a:lnTo>
                  <a:lnTo>
                    <a:pt x="152396" y="148096"/>
                  </a:lnTo>
                  <a:lnTo>
                    <a:pt x="151918" y="149051"/>
                  </a:lnTo>
                  <a:lnTo>
                    <a:pt x="151440" y="150485"/>
                  </a:lnTo>
                  <a:lnTo>
                    <a:pt x="149529" y="151918"/>
                  </a:lnTo>
                  <a:lnTo>
                    <a:pt x="148096" y="153351"/>
                  </a:lnTo>
                  <a:lnTo>
                    <a:pt x="146185" y="156217"/>
                  </a:lnTo>
                  <a:lnTo>
                    <a:pt x="144752" y="159084"/>
                  </a:lnTo>
                  <a:lnTo>
                    <a:pt x="140453" y="158128"/>
                  </a:lnTo>
                  <a:lnTo>
                    <a:pt x="138542" y="157651"/>
                  </a:lnTo>
                  <a:lnTo>
                    <a:pt x="136153" y="158128"/>
                  </a:lnTo>
                  <a:lnTo>
                    <a:pt x="131853" y="157651"/>
                  </a:lnTo>
                  <a:lnTo>
                    <a:pt x="127554" y="158128"/>
                  </a:lnTo>
                  <a:lnTo>
                    <a:pt x="122299" y="159561"/>
                  </a:lnTo>
                  <a:lnTo>
                    <a:pt x="122776" y="158606"/>
                  </a:lnTo>
                  <a:lnTo>
                    <a:pt x="127076" y="156695"/>
                  </a:lnTo>
                  <a:lnTo>
                    <a:pt x="127076" y="156217"/>
                  </a:lnTo>
                  <a:lnTo>
                    <a:pt x="126598" y="155262"/>
                  </a:lnTo>
                  <a:lnTo>
                    <a:pt x="125642" y="155262"/>
                  </a:lnTo>
                  <a:lnTo>
                    <a:pt x="123254" y="155262"/>
                  </a:lnTo>
                  <a:lnTo>
                    <a:pt x="121821" y="155262"/>
                  </a:lnTo>
                  <a:lnTo>
                    <a:pt x="121343" y="154307"/>
                  </a:lnTo>
                  <a:lnTo>
                    <a:pt x="120388" y="153829"/>
                  </a:lnTo>
                  <a:lnTo>
                    <a:pt x="119910" y="154307"/>
                  </a:lnTo>
                  <a:lnTo>
                    <a:pt x="119910" y="156217"/>
                  </a:lnTo>
                  <a:lnTo>
                    <a:pt x="119432" y="156695"/>
                  </a:lnTo>
                  <a:lnTo>
                    <a:pt x="118477" y="156217"/>
                  </a:lnTo>
                  <a:lnTo>
                    <a:pt x="118955" y="154307"/>
                  </a:lnTo>
                  <a:lnTo>
                    <a:pt x="118477" y="151918"/>
                  </a:lnTo>
                  <a:lnTo>
                    <a:pt x="118477" y="150485"/>
                  </a:lnTo>
                  <a:lnTo>
                    <a:pt x="119432" y="149529"/>
                  </a:lnTo>
                  <a:lnTo>
                    <a:pt x="118477" y="149051"/>
                  </a:lnTo>
                  <a:lnTo>
                    <a:pt x="117521" y="149051"/>
                  </a:lnTo>
                  <a:lnTo>
                    <a:pt x="116088" y="149529"/>
                  </a:lnTo>
                  <a:lnTo>
                    <a:pt x="115133" y="150485"/>
                  </a:lnTo>
                  <a:lnTo>
                    <a:pt x="112744" y="154784"/>
                  </a:lnTo>
                  <a:lnTo>
                    <a:pt x="111789" y="157173"/>
                  </a:lnTo>
                  <a:lnTo>
                    <a:pt x="113699" y="159084"/>
                  </a:lnTo>
                  <a:lnTo>
                    <a:pt x="117999" y="161950"/>
                  </a:lnTo>
                  <a:lnTo>
                    <a:pt x="118955" y="162428"/>
                  </a:lnTo>
                  <a:lnTo>
                    <a:pt x="118955" y="163861"/>
                  </a:lnTo>
                  <a:lnTo>
                    <a:pt x="118477" y="164817"/>
                  </a:lnTo>
                  <a:lnTo>
                    <a:pt x="117044" y="165772"/>
                  </a:lnTo>
                  <a:lnTo>
                    <a:pt x="112266" y="166727"/>
                  </a:lnTo>
                  <a:lnTo>
                    <a:pt x="107967" y="168161"/>
                  </a:lnTo>
                  <a:lnTo>
                    <a:pt x="106533" y="170072"/>
                  </a:lnTo>
                  <a:lnTo>
                    <a:pt x="102712" y="176760"/>
                  </a:lnTo>
                  <a:lnTo>
                    <a:pt x="99846" y="181537"/>
                  </a:lnTo>
                  <a:lnTo>
                    <a:pt x="95546" y="183448"/>
                  </a:lnTo>
                  <a:lnTo>
                    <a:pt x="90769" y="182015"/>
                  </a:lnTo>
                  <a:lnTo>
                    <a:pt x="89335" y="180104"/>
                  </a:lnTo>
                  <a:lnTo>
                    <a:pt x="88380" y="178193"/>
                  </a:lnTo>
                  <a:lnTo>
                    <a:pt x="86469" y="176282"/>
                  </a:lnTo>
                  <a:lnTo>
                    <a:pt x="85035" y="174371"/>
                  </a:lnTo>
                  <a:lnTo>
                    <a:pt x="84080" y="171983"/>
                  </a:lnTo>
                  <a:lnTo>
                    <a:pt x="84080" y="168161"/>
                  </a:lnTo>
                  <a:lnTo>
                    <a:pt x="83603" y="165772"/>
                  </a:lnTo>
                  <a:lnTo>
                    <a:pt x="84080" y="165294"/>
                  </a:lnTo>
                  <a:lnTo>
                    <a:pt x="86947" y="163861"/>
                  </a:lnTo>
                  <a:lnTo>
                    <a:pt x="87902" y="162906"/>
                  </a:lnTo>
                  <a:lnTo>
                    <a:pt x="89335" y="160995"/>
                  </a:lnTo>
                  <a:lnTo>
                    <a:pt x="89813" y="160039"/>
                  </a:lnTo>
                  <a:lnTo>
                    <a:pt x="89813" y="158606"/>
                  </a:lnTo>
                  <a:lnTo>
                    <a:pt x="88380" y="157651"/>
                  </a:lnTo>
                  <a:lnTo>
                    <a:pt x="85514" y="157651"/>
                  </a:lnTo>
                  <a:lnTo>
                    <a:pt x="82647" y="158128"/>
                  </a:lnTo>
                  <a:lnTo>
                    <a:pt x="80258" y="157651"/>
                  </a:lnTo>
                  <a:lnTo>
                    <a:pt x="77392" y="155740"/>
                  </a:lnTo>
                  <a:lnTo>
                    <a:pt x="76437" y="155262"/>
                  </a:lnTo>
                  <a:lnTo>
                    <a:pt x="73092" y="155262"/>
                  </a:lnTo>
                  <a:lnTo>
                    <a:pt x="71182" y="155740"/>
                  </a:lnTo>
                  <a:lnTo>
                    <a:pt x="68793" y="156217"/>
                  </a:lnTo>
                  <a:lnTo>
                    <a:pt x="66882" y="156217"/>
                  </a:lnTo>
                  <a:lnTo>
                    <a:pt x="65926" y="156695"/>
                  </a:lnTo>
                  <a:lnTo>
                    <a:pt x="63060" y="159084"/>
                  </a:lnTo>
                  <a:lnTo>
                    <a:pt x="61149" y="160517"/>
                  </a:lnTo>
                  <a:lnTo>
                    <a:pt x="59239" y="161473"/>
                  </a:lnTo>
                  <a:lnTo>
                    <a:pt x="55416" y="161473"/>
                  </a:lnTo>
                  <a:lnTo>
                    <a:pt x="53505" y="161950"/>
                  </a:lnTo>
                  <a:lnTo>
                    <a:pt x="51117" y="162906"/>
                  </a:lnTo>
                  <a:lnTo>
                    <a:pt x="50639" y="162428"/>
                  </a:lnTo>
                  <a:lnTo>
                    <a:pt x="48728" y="163861"/>
                  </a:lnTo>
                  <a:lnTo>
                    <a:pt x="45862" y="164817"/>
                  </a:lnTo>
                  <a:lnTo>
                    <a:pt x="44907" y="165294"/>
                  </a:lnTo>
                  <a:lnTo>
                    <a:pt x="42040" y="164817"/>
                  </a:lnTo>
                  <a:lnTo>
                    <a:pt x="37263" y="166727"/>
                  </a:lnTo>
                  <a:lnTo>
                    <a:pt x="35352" y="166727"/>
                  </a:lnTo>
                  <a:lnTo>
                    <a:pt x="32485" y="165772"/>
                  </a:lnTo>
                  <a:lnTo>
                    <a:pt x="30575" y="164339"/>
                  </a:lnTo>
                  <a:lnTo>
                    <a:pt x="28186" y="164817"/>
                  </a:lnTo>
                  <a:lnTo>
                    <a:pt x="26753" y="167205"/>
                  </a:lnTo>
                  <a:lnTo>
                    <a:pt x="26275" y="171505"/>
                  </a:lnTo>
                  <a:lnTo>
                    <a:pt x="25319" y="173416"/>
                  </a:lnTo>
                  <a:lnTo>
                    <a:pt x="24842" y="175804"/>
                  </a:lnTo>
                  <a:lnTo>
                    <a:pt x="23886" y="175326"/>
                  </a:lnTo>
                  <a:lnTo>
                    <a:pt x="17198" y="171027"/>
                  </a:lnTo>
                  <a:lnTo>
                    <a:pt x="17198" y="171027"/>
                  </a:lnTo>
                  <a:lnTo>
                    <a:pt x="11466" y="171505"/>
                  </a:lnTo>
                  <a:lnTo>
                    <a:pt x="10510" y="171983"/>
                  </a:lnTo>
                  <a:lnTo>
                    <a:pt x="8599" y="172938"/>
                  </a:lnTo>
                  <a:lnTo>
                    <a:pt x="6688" y="173416"/>
                  </a:lnTo>
                  <a:lnTo>
                    <a:pt x="5255" y="172460"/>
                  </a:lnTo>
                  <a:lnTo>
                    <a:pt x="3821" y="171505"/>
                  </a:lnTo>
                  <a:lnTo>
                    <a:pt x="2389" y="171983"/>
                  </a:lnTo>
                  <a:lnTo>
                    <a:pt x="478" y="172460"/>
                  </a:lnTo>
                  <a:lnTo>
                    <a:pt x="0" y="166250"/>
                  </a:lnTo>
                  <a:lnTo>
                    <a:pt x="478" y="165772"/>
                  </a:lnTo>
                  <a:lnTo>
                    <a:pt x="1433" y="164339"/>
                  </a:lnTo>
                  <a:lnTo>
                    <a:pt x="2389" y="163383"/>
                  </a:lnTo>
                  <a:lnTo>
                    <a:pt x="4777" y="163383"/>
                  </a:lnTo>
                  <a:lnTo>
                    <a:pt x="7644" y="163383"/>
                  </a:lnTo>
                  <a:lnTo>
                    <a:pt x="9077" y="162906"/>
                  </a:lnTo>
                  <a:lnTo>
                    <a:pt x="10987" y="161950"/>
                  </a:lnTo>
                  <a:lnTo>
                    <a:pt x="12421" y="160039"/>
                  </a:lnTo>
                  <a:lnTo>
                    <a:pt x="14332" y="158606"/>
                  </a:lnTo>
                  <a:lnTo>
                    <a:pt x="16721" y="157651"/>
                  </a:lnTo>
                  <a:lnTo>
                    <a:pt x="19109" y="156217"/>
                  </a:lnTo>
                  <a:lnTo>
                    <a:pt x="21498" y="154307"/>
                  </a:lnTo>
                  <a:lnTo>
                    <a:pt x="23409" y="152396"/>
                  </a:lnTo>
                  <a:lnTo>
                    <a:pt x="25319" y="150962"/>
                  </a:lnTo>
                  <a:lnTo>
                    <a:pt x="27230" y="149529"/>
                  </a:lnTo>
                  <a:lnTo>
                    <a:pt x="30097" y="146663"/>
                  </a:lnTo>
                  <a:lnTo>
                    <a:pt x="34396" y="143319"/>
                  </a:lnTo>
                  <a:lnTo>
                    <a:pt x="35830" y="140930"/>
                  </a:lnTo>
                  <a:lnTo>
                    <a:pt x="36785" y="139975"/>
                  </a:lnTo>
                  <a:lnTo>
                    <a:pt x="40607" y="138542"/>
                  </a:lnTo>
                  <a:lnTo>
                    <a:pt x="44907" y="137586"/>
                  </a:lnTo>
                  <a:lnTo>
                    <a:pt x="47295" y="137586"/>
                  </a:lnTo>
                  <a:lnTo>
                    <a:pt x="49206" y="139975"/>
                  </a:lnTo>
                  <a:lnTo>
                    <a:pt x="50639" y="139497"/>
                  </a:lnTo>
                  <a:lnTo>
                    <a:pt x="51594" y="139019"/>
                  </a:lnTo>
                  <a:lnTo>
                    <a:pt x="53983" y="138542"/>
                  </a:lnTo>
                  <a:lnTo>
                    <a:pt x="56850" y="139019"/>
                  </a:lnTo>
                  <a:lnTo>
                    <a:pt x="58760" y="139019"/>
                  </a:lnTo>
                  <a:lnTo>
                    <a:pt x="61627" y="139019"/>
                  </a:lnTo>
                  <a:lnTo>
                    <a:pt x="65926" y="138064"/>
                  </a:lnTo>
                  <a:lnTo>
                    <a:pt x="68315" y="137108"/>
                  </a:lnTo>
                  <a:lnTo>
                    <a:pt x="70704" y="136153"/>
                  </a:lnTo>
                  <a:lnTo>
                    <a:pt x="79303" y="135197"/>
                  </a:lnTo>
                  <a:lnTo>
                    <a:pt x="85035" y="133764"/>
                  </a:lnTo>
                  <a:lnTo>
                    <a:pt x="85991" y="133764"/>
                  </a:lnTo>
                  <a:lnTo>
                    <a:pt x="86947" y="134242"/>
                  </a:lnTo>
                  <a:lnTo>
                    <a:pt x="86947" y="135675"/>
                  </a:lnTo>
                  <a:lnTo>
                    <a:pt x="85991" y="137108"/>
                  </a:lnTo>
                  <a:lnTo>
                    <a:pt x="86947" y="138064"/>
                  </a:lnTo>
                  <a:lnTo>
                    <a:pt x="87902" y="138542"/>
                  </a:lnTo>
                  <a:lnTo>
                    <a:pt x="93635" y="138542"/>
                  </a:lnTo>
                  <a:lnTo>
                    <a:pt x="95068" y="139019"/>
                  </a:lnTo>
                  <a:lnTo>
                    <a:pt x="97457" y="138064"/>
                  </a:lnTo>
                  <a:lnTo>
                    <a:pt x="99367" y="136631"/>
                  </a:lnTo>
                  <a:lnTo>
                    <a:pt x="101756" y="135197"/>
                  </a:lnTo>
                  <a:lnTo>
                    <a:pt x="103189" y="133286"/>
                  </a:lnTo>
                  <a:lnTo>
                    <a:pt x="101756" y="130898"/>
                  </a:lnTo>
                  <a:lnTo>
                    <a:pt x="101756" y="128031"/>
                  </a:lnTo>
                  <a:lnTo>
                    <a:pt x="102712" y="125165"/>
                  </a:lnTo>
                  <a:lnTo>
                    <a:pt x="104623" y="122776"/>
                  </a:lnTo>
                  <a:lnTo>
                    <a:pt x="106533" y="121343"/>
                  </a:lnTo>
                  <a:lnTo>
                    <a:pt x="108444" y="119910"/>
                  </a:lnTo>
                  <a:lnTo>
                    <a:pt x="112266" y="115133"/>
                  </a:lnTo>
                  <a:lnTo>
                    <a:pt x="115133" y="111311"/>
                  </a:lnTo>
                  <a:lnTo>
                    <a:pt x="116088" y="106534"/>
                  </a:lnTo>
                  <a:lnTo>
                    <a:pt x="115610" y="100801"/>
                  </a:lnTo>
                  <a:lnTo>
                    <a:pt x="117999" y="96501"/>
                  </a:lnTo>
                  <a:lnTo>
                    <a:pt x="120388" y="96024"/>
                  </a:lnTo>
                  <a:lnTo>
                    <a:pt x="125165" y="94112"/>
                  </a:lnTo>
                  <a:lnTo>
                    <a:pt x="127554" y="93635"/>
                  </a:lnTo>
                  <a:lnTo>
                    <a:pt x="128031" y="94112"/>
                  </a:lnTo>
                  <a:lnTo>
                    <a:pt x="128031" y="95546"/>
                  </a:lnTo>
                  <a:lnTo>
                    <a:pt x="124210" y="98890"/>
                  </a:lnTo>
                  <a:lnTo>
                    <a:pt x="122299" y="100323"/>
                  </a:lnTo>
                  <a:lnTo>
                    <a:pt x="120865" y="100801"/>
                  </a:lnTo>
                  <a:lnTo>
                    <a:pt x="119910" y="101278"/>
                  </a:lnTo>
                  <a:lnTo>
                    <a:pt x="119432" y="102712"/>
                  </a:lnTo>
                  <a:lnTo>
                    <a:pt x="121343" y="104623"/>
                  </a:lnTo>
                  <a:lnTo>
                    <a:pt x="121821" y="106056"/>
                  </a:lnTo>
                  <a:lnTo>
                    <a:pt x="121343" y="107489"/>
                  </a:lnTo>
                  <a:lnTo>
                    <a:pt x="121343" y="108922"/>
                  </a:lnTo>
                  <a:lnTo>
                    <a:pt x="123732" y="110355"/>
                  </a:lnTo>
                  <a:lnTo>
                    <a:pt x="126121" y="110833"/>
                  </a:lnTo>
                  <a:lnTo>
                    <a:pt x="127076" y="110833"/>
                  </a:lnTo>
                  <a:lnTo>
                    <a:pt x="128031" y="110355"/>
                  </a:lnTo>
                  <a:lnTo>
                    <a:pt x="130898" y="107011"/>
                  </a:lnTo>
                  <a:lnTo>
                    <a:pt x="131376" y="106534"/>
                  </a:lnTo>
                  <a:lnTo>
                    <a:pt x="139497" y="103667"/>
                  </a:lnTo>
                  <a:lnTo>
                    <a:pt x="143319" y="101756"/>
                  </a:lnTo>
                  <a:lnTo>
                    <a:pt x="145230" y="101278"/>
                  </a:lnTo>
                  <a:lnTo>
                    <a:pt x="147619" y="100323"/>
                  </a:lnTo>
                  <a:lnTo>
                    <a:pt x="151918" y="96501"/>
                  </a:lnTo>
                  <a:lnTo>
                    <a:pt x="153829" y="94590"/>
                  </a:lnTo>
                  <a:lnTo>
                    <a:pt x="155262" y="92679"/>
                  </a:lnTo>
                  <a:lnTo>
                    <a:pt x="156217" y="90291"/>
                  </a:lnTo>
                  <a:lnTo>
                    <a:pt x="157173" y="87902"/>
                  </a:lnTo>
                  <a:lnTo>
                    <a:pt x="158606" y="85991"/>
                  </a:lnTo>
                  <a:lnTo>
                    <a:pt x="165772" y="82169"/>
                  </a:lnTo>
                  <a:lnTo>
                    <a:pt x="168161" y="80258"/>
                  </a:lnTo>
                  <a:lnTo>
                    <a:pt x="168638" y="79303"/>
                  </a:lnTo>
                  <a:lnTo>
                    <a:pt x="169594" y="76437"/>
                  </a:lnTo>
                  <a:lnTo>
                    <a:pt x="170549" y="73093"/>
                  </a:lnTo>
                  <a:lnTo>
                    <a:pt x="171505" y="70704"/>
                  </a:lnTo>
                  <a:lnTo>
                    <a:pt x="172460" y="68793"/>
                  </a:lnTo>
                  <a:lnTo>
                    <a:pt x="173894" y="66404"/>
                  </a:lnTo>
                  <a:lnTo>
                    <a:pt x="175804" y="64493"/>
                  </a:lnTo>
                  <a:lnTo>
                    <a:pt x="176760" y="62105"/>
                  </a:lnTo>
                  <a:lnTo>
                    <a:pt x="178193" y="56850"/>
                  </a:lnTo>
                  <a:lnTo>
                    <a:pt x="179149" y="53983"/>
                  </a:lnTo>
                  <a:lnTo>
                    <a:pt x="179626" y="53028"/>
                  </a:lnTo>
                  <a:lnTo>
                    <a:pt x="180104" y="52072"/>
                  </a:lnTo>
                  <a:lnTo>
                    <a:pt x="181060" y="51117"/>
                  </a:lnTo>
                  <a:lnTo>
                    <a:pt x="181537" y="49684"/>
                  </a:lnTo>
                  <a:lnTo>
                    <a:pt x="181537" y="48728"/>
                  </a:lnTo>
                  <a:lnTo>
                    <a:pt x="182015" y="44906"/>
                  </a:lnTo>
                  <a:lnTo>
                    <a:pt x="182015" y="42040"/>
                  </a:lnTo>
                  <a:lnTo>
                    <a:pt x="180581" y="39174"/>
                  </a:lnTo>
                  <a:lnTo>
                    <a:pt x="179626" y="38696"/>
                  </a:lnTo>
                  <a:lnTo>
                    <a:pt x="178671" y="38696"/>
                  </a:lnTo>
                  <a:lnTo>
                    <a:pt x="177238" y="38696"/>
                  </a:lnTo>
                  <a:lnTo>
                    <a:pt x="175804" y="37740"/>
                  </a:lnTo>
                  <a:lnTo>
                    <a:pt x="175804" y="36785"/>
                  </a:lnTo>
                  <a:lnTo>
                    <a:pt x="177238" y="36785"/>
                  </a:lnTo>
                  <a:lnTo>
                    <a:pt x="178193" y="36307"/>
                  </a:lnTo>
                  <a:lnTo>
                    <a:pt x="179149" y="35352"/>
                  </a:lnTo>
                  <a:lnTo>
                    <a:pt x="180104" y="32486"/>
                  </a:lnTo>
                  <a:lnTo>
                    <a:pt x="181060" y="29619"/>
                  </a:lnTo>
                  <a:lnTo>
                    <a:pt x="181060" y="28186"/>
                  </a:lnTo>
                  <a:lnTo>
                    <a:pt x="180104" y="26275"/>
                  </a:lnTo>
                  <a:lnTo>
                    <a:pt x="179149" y="23409"/>
                  </a:lnTo>
                  <a:lnTo>
                    <a:pt x="179149" y="21498"/>
                  </a:lnTo>
                  <a:lnTo>
                    <a:pt x="180104" y="20064"/>
                  </a:lnTo>
                  <a:lnTo>
                    <a:pt x="181537" y="18631"/>
                  </a:lnTo>
                  <a:lnTo>
                    <a:pt x="182492" y="18154"/>
                  </a:lnTo>
                  <a:lnTo>
                    <a:pt x="183448" y="18154"/>
                  </a:lnTo>
                  <a:lnTo>
                    <a:pt x="184881" y="17676"/>
                  </a:lnTo>
                  <a:lnTo>
                    <a:pt x="185837" y="16721"/>
                  </a:lnTo>
                  <a:lnTo>
                    <a:pt x="186314" y="15765"/>
                  </a:lnTo>
                  <a:lnTo>
                    <a:pt x="187270" y="13376"/>
                  </a:lnTo>
                  <a:lnTo>
                    <a:pt x="187747" y="11943"/>
                  </a:lnTo>
                  <a:lnTo>
                    <a:pt x="187270" y="8121"/>
                  </a:lnTo>
                  <a:lnTo>
                    <a:pt x="187747" y="7166"/>
                  </a:lnTo>
                  <a:lnTo>
                    <a:pt x="188226" y="6688"/>
                  </a:lnTo>
                  <a:lnTo>
                    <a:pt x="189658" y="7166"/>
                  </a:lnTo>
                  <a:lnTo>
                    <a:pt x="190614" y="7166"/>
                  </a:lnTo>
                  <a:lnTo>
                    <a:pt x="192047" y="7166"/>
                  </a:lnTo>
                  <a:lnTo>
                    <a:pt x="193003" y="7166"/>
                  </a:lnTo>
                  <a:lnTo>
                    <a:pt x="193480" y="8121"/>
                  </a:lnTo>
                  <a:lnTo>
                    <a:pt x="194436" y="14809"/>
                  </a:lnTo>
                  <a:lnTo>
                    <a:pt x="194913" y="15287"/>
                  </a:lnTo>
                  <a:lnTo>
                    <a:pt x="195869" y="16243"/>
                  </a:lnTo>
                  <a:lnTo>
                    <a:pt x="196824" y="15765"/>
                  </a:lnTo>
                  <a:lnTo>
                    <a:pt x="197780" y="14809"/>
                  </a:lnTo>
                  <a:lnTo>
                    <a:pt x="198258" y="13854"/>
                  </a:lnTo>
                  <a:lnTo>
                    <a:pt x="199213" y="13376"/>
                  </a:lnTo>
                  <a:lnTo>
                    <a:pt x="203035" y="14809"/>
                  </a:lnTo>
                  <a:lnTo>
                    <a:pt x="204468" y="13854"/>
                  </a:lnTo>
                  <a:lnTo>
                    <a:pt x="204946" y="12421"/>
                  </a:lnTo>
                  <a:lnTo>
                    <a:pt x="205901" y="9555"/>
                  </a:lnTo>
                  <a:lnTo>
                    <a:pt x="205424" y="7166"/>
                  </a:lnTo>
                  <a:lnTo>
                    <a:pt x="204468" y="6210"/>
                  </a:lnTo>
                  <a:lnTo>
                    <a:pt x="203513" y="6210"/>
                  </a:lnTo>
                  <a:lnTo>
                    <a:pt x="203035" y="7166"/>
                  </a:lnTo>
                  <a:lnTo>
                    <a:pt x="202079" y="7166"/>
                  </a:lnTo>
                  <a:lnTo>
                    <a:pt x="196824" y="8599"/>
                  </a:lnTo>
                  <a:lnTo>
                    <a:pt x="196824" y="5733"/>
                  </a:lnTo>
                  <a:lnTo>
                    <a:pt x="197780" y="1911"/>
                  </a:lnTo>
                  <a:lnTo>
                    <a:pt x="198258" y="478"/>
                  </a:lnTo>
                  <a:lnTo>
                    <a:pt x="199213" y="0"/>
                  </a:lnTo>
                  <a:lnTo>
                    <a:pt x="201602" y="478"/>
                  </a:lnTo>
                  <a:lnTo>
                    <a:pt x="202557" y="955"/>
                  </a:lnTo>
                  <a:lnTo>
                    <a:pt x="204946" y="3344"/>
                  </a:lnTo>
                  <a:lnTo>
                    <a:pt x="205901" y="3344"/>
                  </a:lnTo>
                  <a:lnTo>
                    <a:pt x="209723" y="2389"/>
                  </a:lnTo>
                  <a:lnTo>
                    <a:pt x="208768" y="6210"/>
                  </a:lnTo>
                  <a:lnTo>
                    <a:pt x="208290" y="9555"/>
                  </a:lnTo>
                  <a:lnTo>
                    <a:pt x="208768" y="15765"/>
                  </a:lnTo>
                  <a:lnTo>
                    <a:pt x="209245" y="18631"/>
                  </a:lnTo>
                  <a:lnTo>
                    <a:pt x="209723" y="21498"/>
                  </a:lnTo>
                  <a:lnTo>
                    <a:pt x="211156" y="23409"/>
                  </a:lnTo>
                  <a:lnTo>
                    <a:pt x="213545" y="24842"/>
                  </a:lnTo>
                  <a:lnTo>
                    <a:pt x="216411" y="29141"/>
                  </a:lnTo>
                  <a:lnTo>
                    <a:pt x="217845" y="34396"/>
                  </a:lnTo>
                  <a:lnTo>
                    <a:pt x="219278" y="36785"/>
                  </a:lnTo>
                  <a:lnTo>
                    <a:pt x="219756" y="39651"/>
                  </a:lnTo>
                  <a:lnTo>
                    <a:pt x="220233" y="4060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D1F36EFF-6DDC-78A0-F49D-7839C4D4807B}"/>
                </a:ext>
              </a:extLst>
            </p:cNvPr>
            <p:cNvSpPr/>
            <p:nvPr/>
          </p:nvSpPr>
          <p:spPr>
            <a:xfrm>
              <a:off x="8682426" y="3814311"/>
              <a:ext cx="3821" cy="3821"/>
            </a:xfrm>
            <a:custGeom>
              <a:avLst/>
              <a:gdLst>
                <a:gd name="csX0" fmla="*/ 3821 w 3821"/>
                <a:gd name="csY0" fmla="*/ 1911 h 3821"/>
                <a:gd name="csX1" fmla="*/ 3821 w 3821"/>
                <a:gd name="csY1" fmla="*/ 2867 h 3821"/>
                <a:gd name="csX2" fmla="*/ 3344 w 3821"/>
                <a:gd name="csY2" fmla="*/ 3344 h 3821"/>
                <a:gd name="csX3" fmla="*/ 1911 w 3821"/>
                <a:gd name="csY3" fmla="*/ 3822 h 3821"/>
                <a:gd name="csX4" fmla="*/ 478 w 3821"/>
                <a:gd name="csY4" fmla="*/ 2389 h 3821"/>
                <a:gd name="csX5" fmla="*/ 0 w 3821"/>
                <a:gd name="csY5" fmla="*/ 1433 h 3821"/>
                <a:gd name="csX6" fmla="*/ 1433 w 3821"/>
                <a:gd name="csY6" fmla="*/ 0 h 3821"/>
                <a:gd name="csX7" fmla="*/ 2389 w 3821"/>
                <a:gd name="csY7" fmla="*/ 478 h 3821"/>
                <a:gd name="csX8" fmla="*/ 3821 w 3821"/>
                <a:gd name="csY8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3821">
                  <a:moveTo>
                    <a:pt x="3821" y="1911"/>
                  </a:moveTo>
                  <a:lnTo>
                    <a:pt x="3821" y="2867"/>
                  </a:lnTo>
                  <a:lnTo>
                    <a:pt x="3344" y="3344"/>
                  </a:lnTo>
                  <a:lnTo>
                    <a:pt x="1911" y="3822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2389" y="478"/>
                  </a:lnTo>
                  <a:lnTo>
                    <a:pt x="382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EE6E4C76-FB88-A77D-B393-E746C4C821A9}"/>
                </a:ext>
              </a:extLst>
            </p:cNvPr>
            <p:cNvSpPr/>
            <p:nvPr/>
          </p:nvSpPr>
          <p:spPr>
            <a:xfrm>
              <a:off x="8661884" y="2677793"/>
              <a:ext cx="20064" cy="23408"/>
            </a:xfrm>
            <a:custGeom>
              <a:avLst/>
              <a:gdLst>
                <a:gd name="csX0" fmla="*/ 19587 w 20064"/>
                <a:gd name="csY0" fmla="*/ 4300 h 23408"/>
                <a:gd name="csX1" fmla="*/ 20065 w 20064"/>
                <a:gd name="csY1" fmla="*/ 7166 h 23408"/>
                <a:gd name="csX2" fmla="*/ 19109 w 20064"/>
                <a:gd name="csY2" fmla="*/ 14810 h 23408"/>
                <a:gd name="csX3" fmla="*/ 18154 w 20064"/>
                <a:gd name="csY3" fmla="*/ 18154 h 23408"/>
                <a:gd name="csX4" fmla="*/ 8122 w 20064"/>
                <a:gd name="csY4" fmla="*/ 23409 h 23408"/>
                <a:gd name="csX5" fmla="*/ 6211 w 20064"/>
                <a:gd name="csY5" fmla="*/ 23409 h 23408"/>
                <a:gd name="csX6" fmla="*/ 1911 w 20064"/>
                <a:gd name="csY6" fmla="*/ 17676 h 23408"/>
                <a:gd name="csX7" fmla="*/ 0 w 20064"/>
                <a:gd name="csY7" fmla="*/ 5733 h 23408"/>
                <a:gd name="csX8" fmla="*/ 1911 w 20064"/>
                <a:gd name="csY8" fmla="*/ 2389 h 23408"/>
                <a:gd name="csX9" fmla="*/ 4300 w 20064"/>
                <a:gd name="csY9" fmla="*/ 956 h 23408"/>
                <a:gd name="csX10" fmla="*/ 6211 w 20064"/>
                <a:gd name="csY10" fmla="*/ 478 h 23408"/>
                <a:gd name="csX11" fmla="*/ 15288 w 20064"/>
                <a:gd name="csY11" fmla="*/ 0 h 23408"/>
                <a:gd name="csX12" fmla="*/ 17198 w 20064"/>
                <a:gd name="csY12" fmla="*/ 478 h 23408"/>
                <a:gd name="csX13" fmla="*/ 18632 w 20064"/>
                <a:gd name="csY13" fmla="*/ 1911 h 23408"/>
                <a:gd name="csX14" fmla="*/ 19587 w 20064"/>
                <a:gd name="csY14" fmla="*/ 4300 h 23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0064" h="23408">
                  <a:moveTo>
                    <a:pt x="19587" y="4300"/>
                  </a:moveTo>
                  <a:lnTo>
                    <a:pt x="20065" y="7166"/>
                  </a:lnTo>
                  <a:lnTo>
                    <a:pt x="19109" y="14810"/>
                  </a:lnTo>
                  <a:lnTo>
                    <a:pt x="18154" y="18154"/>
                  </a:lnTo>
                  <a:lnTo>
                    <a:pt x="8122" y="23409"/>
                  </a:lnTo>
                  <a:lnTo>
                    <a:pt x="6211" y="23409"/>
                  </a:lnTo>
                  <a:lnTo>
                    <a:pt x="1911" y="17676"/>
                  </a:lnTo>
                  <a:lnTo>
                    <a:pt x="0" y="5733"/>
                  </a:lnTo>
                  <a:lnTo>
                    <a:pt x="1911" y="2389"/>
                  </a:lnTo>
                  <a:lnTo>
                    <a:pt x="4300" y="956"/>
                  </a:lnTo>
                  <a:lnTo>
                    <a:pt x="6211" y="478"/>
                  </a:lnTo>
                  <a:lnTo>
                    <a:pt x="15288" y="0"/>
                  </a:lnTo>
                  <a:lnTo>
                    <a:pt x="17198" y="478"/>
                  </a:lnTo>
                  <a:lnTo>
                    <a:pt x="18632" y="1911"/>
                  </a:lnTo>
                  <a:lnTo>
                    <a:pt x="19587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5A19E2C9-B238-FE96-4306-A65028A1FB0A}"/>
                </a:ext>
              </a:extLst>
            </p:cNvPr>
            <p:cNvSpPr/>
            <p:nvPr/>
          </p:nvSpPr>
          <p:spPr>
            <a:xfrm>
              <a:off x="8679560" y="3809056"/>
              <a:ext cx="1910" cy="4777"/>
            </a:xfrm>
            <a:custGeom>
              <a:avLst/>
              <a:gdLst>
                <a:gd name="csX0" fmla="*/ 1910 w 1910"/>
                <a:gd name="csY0" fmla="*/ 1433 h 4777"/>
                <a:gd name="csX1" fmla="*/ 1910 w 1910"/>
                <a:gd name="csY1" fmla="*/ 3344 h 4777"/>
                <a:gd name="csX2" fmla="*/ 955 w 1910"/>
                <a:gd name="csY2" fmla="*/ 4777 h 4777"/>
                <a:gd name="csX3" fmla="*/ 0 w 1910"/>
                <a:gd name="csY3" fmla="*/ 2389 h 4777"/>
                <a:gd name="csX4" fmla="*/ 0 w 1910"/>
                <a:gd name="csY4" fmla="*/ 0 h 4777"/>
                <a:gd name="csX5" fmla="*/ 478 w 1910"/>
                <a:gd name="csY5" fmla="*/ 0 h 4777"/>
                <a:gd name="csX6" fmla="*/ 1433 w 1910"/>
                <a:gd name="csY6" fmla="*/ 0 h 4777"/>
                <a:gd name="csX7" fmla="*/ 1910 w 1910"/>
                <a:gd name="csY7" fmla="*/ 1433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4777">
                  <a:moveTo>
                    <a:pt x="1910" y="1433"/>
                  </a:moveTo>
                  <a:lnTo>
                    <a:pt x="1910" y="3344"/>
                  </a:lnTo>
                  <a:lnTo>
                    <a:pt x="955" y="4777"/>
                  </a:lnTo>
                  <a:lnTo>
                    <a:pt x="0" y="2389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BD7EDC49-89F3-E3BA-5F1A-29A2FA6749BD}"/>
                </a:ext>
              </a:extLst>
            </p:cNvPr>
            <p:cNvSpPr/>
            <p:nvPr/>
          </p:nvSpPr>
          <p:spPr>
            <a:xfrm>
              <a:off x="8481302" y="4741106"/>
              <a:ext cx="198257" cy="159083"/>
            </a:xfrm>
            <a:custGeom>
              <a:avLst/>
              <a:gdLst>
                <a:gd name="csX0" fmla="*/ 198258 w 198257"/>
                <a:gd name="csY0" fmla="*/ 158606 h 159083"/>
                <a:gd name="csX1" fmla="*/ 198258 w 198257"/>
                <a:gd name="csY1" fmla="*/ 159084 h 159083"/>
                <a:gd name="csX2" fmla="*/ 197302 w 198257"/>
                <a:gd name="csY2" fmla="*/ 158129 h 159083"/>
                <a:gd name="csX3" fmla="*/ 194436 w 198257"/>
                <a:gd name="csY3" fmla="*/ 156218 h 159083"/>
                <a:gd name="csX4" fmla="*/ 192047 w 198257"/>
                <a:gd name="csY4" fmla="*/ 153829 h 159083"/>
                <a:gd name="csX5" fmla="*/ 190136 w 198257"/>
                <a:gd name="csY5" fmla="*/ 151918 h 159083"/>
                <a:gd name="csX6" fmla="*/ 188703 w 198257"/>
                <a:gd name="csY6" fmla="*/ 150007 h 159083"/>
                <a:gd name="csX7" fmla="*/ 180581 w 198257"/>
                <a:gd name="csY7" fmla="*/ 143797 h 159083"/>
                <a:gd name="csX8" fmla="*/ 178670 w 198257"/>
                <a:gd name="csY8" fmla="*/ 141886 h 159083"/>
                <a:gd name="csX9" fmla="*/ 178193 w 198257"/>
                <a:gd name="csY9" fmla="*/ 141408 h 159083"/>
                <a:gd name="csX10" fmla="*/ 178670 w 198257"/>
                <a:gd name="csY10" fmla="*/ 140930 h 159083"/>
                <a:gd name="csX11" fmla="*/ 179626 w 198257"/>
                <a:gd name="csY11" fmla="*/ 139975 h 159083"/>
                <a:gd name="csX12" fmla="*/ 181059 w 198257"/>
                <a:gd name="csY12" fmla="*/ 137108 h 159083"/>
                <a:gd name="csX13" fmla="*/ 179626 w 198257"/>
                <a:gd name="csY13" fmla="*/ 139019 h 159083"/>
                <a:gd name="csX14" fmla="*/ 177238 w 198257"/>
                <a:gd name="csY14" fmla="*/ 140453 h 159083"/>
                <a:gd name="csX15" fmla="*/ 174849 w 198257"/>
                <a:gd name="csY15" fmla="*/ 140453 h 159083"/>
                <a:gd name="csX16" fmla="*/ 171983 w 198257"/>
                <a:gd name="csY16" fmla="*/ 140930 h 159083"/>
                <a:gd name="csX17" fmla="*/ 169116 w 198257"/>
                <a:gd name="csY17" fmla="*/ 141886 h 159083"/>
                <a:gd name="csX18" fmla="*/ 166727 w 198257"/>
                <a:gd name="csY18" fmla="*/ 141886 h 159083"/>
                <a:gd name="csX19" fmla="*/ 165294 w 198257"/>
                <a:gd name="csY19" fmla="*/ 141408 h 159083"/>
                <a:gd name="csX20" fmla="*/ 164338 w 198257"/>
                <a:gd name="csY20" fmla="*/ 140453 h 159083"/>
                <a:gd name="csX21" fmla="*/ 163861 w 198257"/>
                <a:gd name="csY21" fmla="*/ 139497 h 159083"/>
                <a:gd name="csX22" fmla="*/ 163861 w 198257"/>
                <a:gd name="csY22" fmla="*/ 138064 h 159083"/>
                <a:gd name="csX23" fmla="*/ 162906 w 198257"/>
                <a:gd name="csY23" fmla="*/ 139975 h 159083"/>
                <a:gd name="csX24" fmla="*/ 160517 w 198257"/>
                <a:gd name="csY24" fmla="*/ 140930 h 159083"/>
                <a:gd name="csX25" fmla="*/ 157651 w 198257"/>
                <a:gd name="csY25" fmla="*/ 143319 h 159083"/>
                <a:gd name="csX26" fmla="*/ 156695 w 198257"/>
                <a:gd name="csY26" fmla="*/ 142841 h 159083"/>
                <a:gd name="csX27" fmla="*/ 156217 w 198257"/>
                <a:gd name="csY27" fmla="*/ 141886 h 159083"/>
                <a:gd name="csX28" fmla="*/ 156217 w 198257"/>
                <a:gd name="csY28" fmla="*/ 140930 h 159083"/>
                <a:gd name="csX29" fmla="*/ 156695 w 198257"/>
                <a:gd name="csY29" fmla="*/ 140453 h 159083"/>
                <a:gd name="csX30" fmla="*/ 157173 w 198257"/>
                <a:gd name="csY30" fmla="*/ 139019 h 159083"/>
                <a:gd name="csX31" fmla="*/ 157651 w 198257"/>
                <a:gd name="csY31" fmla="*/ 137108 h 159083"/>
                <a:gd name="csX32" fmla="*/ 159084 w 198257"/>
                <a:gd name="csY32" fmla="*/ 135675 h 159083"/>
                <a:gd name="csX33" fmla="*/ 160039 w 198257"/>
                <a:gd name="csY33" fmla="*/ 132809 h 159083"/>
                <a:gd name="csX34" fmla="*/ 160517 w 198257"/>
                <a:gd name="csY34" fmla="*/ 131854 h 159083"/>
                <a:gd name="csX35" fmla="*/ 160517 w 198257"/>
                <a:gd name="csY35" fmla="*/ 130898 h 159083"/>
                <a:gd name="csX36" fmla="*/ 160039 w 198257"/>
                <a:gd name="csY36" fmla="*/ 129942 h 159083"/>
                <a:gd name="csX37" fmla="*/ 158606 w 198257"/>
                <a:gd name="csY37" fmla="*/ 129465 h 159083"/>
                <a:gd name="csX38" fmla="*/ 157651 w 198257"/>
                <a:gd name="csY38" fmla="*/ 128987 h 159083"/>
                <a:gd name="csX39" fmla="*/ 156695 w 198257"/>
                <a:gd name="csY39" fmla="*/ 127076 h 159083"/>
                <a:gd name="csX40" fmla="*/ 156217 w 198257"/>
                <a:gd name="csY40" fmla="*/ 126598 h 159083"/>
                <a:gd name="csX41" fmla="*/ 154784 w 198257"/>
                <a:gd name="csY41" fmla="*/ 125643 h 159083"/>
                <a:gd name="csX42" fmla="*/ 153829 w 198257"/>
                <a:gd name="csY42" fmla="*/ 124688 h 159083"/>
                <a:gd name="csX43" fmla="*/ 154784 w 198257"/>
                <a:gd name="csY43" fmla="*/ 124210 h 159083"/>
                <a:gd name="csX44" fmla="*/ 156217 w 198257"/>
                <a:gd name="csY44" fmla="*/ 123732 h 159083"/>
                <a:gd name="csX45" fmla="*/ 157173 w 198257"/>
                <a:gd name="csY45" fmla="*/ 124210 h 159083"/>
                <a:gd name="csX46" fmla="*/ 159084 w 198257"/>
                <a:gd name="csY46" fmla="*/ 124210 h 159083"/>
                <a:gd name="csX47" fmla="*/ 160039 w 198257"/>
                <a:gd name="csY47" fmla="*/ 124210 h 159083"/>
                <a:gd name="csX48" fmla="*/ 162428 w 198257"/>
                <a:gd name="csY48" fmla="*/ 123732 h 159083"/>
                <a:gd name="csX49" fmla="*/ 160995 w 198257"/>
                <a:gd name="csY49" fmla="*/ 123732 h 159083"/>
                <a:gd name="csX50" fmla="*/ 160039 w 198257"/>
                <a:gd name="csY50" fmla="*/ 123732 h 159083"/>
                <a:gd name="csX51" fmla="*/ 155740 w 198257"/>
                <a:gd name="csY51" fmla="*/ 122777 h 159083"/>
                <a:gd name="csX52" fmla="*/ 153351 w 198257"/>
                <a:gd name="csY52" fmla="*/ 121343 h 159083"/>
                <a:gd name="csX53" fmla="*/ 150962 w 198257"/>
                <a:gd name="csY53" fmla="*/ 118955 h 159083"/>
                <a:gd name="csX54" fmla="*/ 150962 w 198257"/>
                <a:gd name="csY54" fmla="*/ 118477 h 159083"/>
                <a:gd name="csX55" fmla="*/ 152873 w 198257"/>
                <a:gd name="csY55" fmla="*/ 117999 h 159083"/>
                <a:gd name="csX56" fmla="*/ 156217 w 198257"/>
                <a:gd name="csY56" fmla="*/ 117522 h 159083"/>
                <a:gd name="csX57" fmla="*/ 155262 w 198257"/>
                <a:gd name="csY57" fmla="*/ 116566 h 159083"/>
                <a:gd name="csX58" fmla="*/ 153351 w 198257"/>
                <a:gd name="csY58" fmla="*/ 115611 h 159083"/>
                <a:gd name="csX59" fmla="*/ 152873 w 198257"/>
                <a:gd name="csY59" fmla="*/ 113222 h 159083"/>
                <a:gd name="csX60" fmla="*/ 151918 w 198257"/>
                <a:gd name="csY60" fmla="*/ 112266 h 159083"/>
                <a:gd name="csX61" fmla="*/ 149529 w 198257"/>
                <a:gd name="csY61" fmla="*/ 110356 h 159083"/>
                <a:gd name="csX62" fmla="*/ 147618 w 198257"/>
                <a:gd name="csY62" fmla="*/ 108445 h 159083"/>
                <a:gd name="csX63" fmla="*/ 146663 w 198257"/>
                <a:gd name="csY63" fmla="*/ 104145 h 159083"/>
                <a:gd name="csX64" fmla="*/ 145229 w 198257"/>
                <a:gd name="csY64" fmla="*/ 101279 h 159083"/>
                <a:gd name="csX65" fmla="*/ 145229 w 198257"/>
                <a:gd name="csY65" fmla="*/ 99846 h 159083"/>
                <a:gd name="csX66" fmla="*/ 146663 w 198257"/>
                <a:gd name="csY66" fmla="*/ 99368 h 159083"/>
                <a:gd name="csX67" fmla="*/ 144752 w 198257"/>
                <a:gd name="csY67" fmla="*/ 99368 h 159083"/>
                <a:gd name="csX68" fmla="*/ 143319 w 198257"/>
                <a:gd name="csY68" fmla="*/ 98412 h 159083"/>
                <a:gd name="csX69" fmla="*/ 143796 w 198257"/>
                <a:gd name="csY69" fmla="*/ 96979 h 159083"/>
                <a:gd name="csX70" fmla="*/ 145707 w 198257"/>
                <a:gd name="csY70" fmla="*/ 96024 h 159083"/>
                <a:gd name="csX71" fmla="*/ 144274 w 198257"/>
                <a:gd name="csY71" fmla="*/ 96501 h 159083"/>
                <a:gd name="csX72" fmla="*/ 142363 w 198257"/>
                <a:gd name="csY72" fmla="*/ 96979 h 159083"/>
                <a:gd name="csX73" fmla="*/ 141885 w 198257"/>
                <a:gd name="csY73" fmla="*/ 96979 h 159083"/>
                <a:gd name="csX74" fmla="*/ 140930 w 198257"/>
                <a:gd name="csY74" fmla="*/ 96979 h 159083"/>
                <a:gd name="csX75" fmla="*/ 140452 w 198257"/>
                <a:gd name="csY75" fmla="*/ 96024 h 159083"/>
                <a:gd name="csX76" fmla="*/ 140452 w 198257"/>
                <a:gd name="csY76" fmla="*/ 95546 h 159083"/>
                <a:gd name="csX77" fmla="*/ 140452 w 198257"/>
                <a:gd name="csY77" fmla="*/ 93635 h 159083"/>
                <a:gd name="csX78" fmla="*/ 140452 w 198257"/>
                <a:gd name="csY78" fmla="*/ 92202 h 159083"/>
                <a:gd name="csX79" fmla="*/ 139019 w 198257"/>
                <a:gd name="csY79" fmla="*/ 91724 h 159083"/>
                <a:gd name="csX80" fmla="*/ 137586 w 198257"/>
                <a:gd name="csY80" fmla="*/ 90769 h 159083"/>
                <a:gd name="csX81" fmla="*/ 137108 w 198257"/>
                <a:gd name="csY81" fmla="*/ 90291 h 159083"/>
                <a:gd name="csX82" fmla="*/ 136153 w 198257"/>
                <a:gd name="csY82" fmla="*/ 90291 h 159083"/>
                <a:gd name="csX83" fmla="*/ 135197 w 198257"/>
                <a:gd name="csY83" fmla="*/ 89813 h 159083"/>
                <a:gd name="csX84" fmla="*/ 134242 w 198257"/>
                <a:gd name="csY84" fmla="*/ 88380 h 159083"/>
                <a:gd name="csX85" fmla="*/ 125165 w 198257"/>
                <a:gd name="csY85" fmla="*/ 84081 h 159083"/>
                <a:gd name="csX86" fmla="*/ 124687 w 198257"/>
                <a:gd name="csY86" fmla="*/ 83125 h 159083"/>
                <a:gd name="csX87" fmla="*/ 124210 w 198257"/>
                <a:gd name="csY87" fmla="*/ 83603 h 159083"/>
                <a:gd name="csX88" fmla="*/ 123254 w 198257"/>
                <a:gd name="csY88" fmla="*/ 83603 h 159083"/>
                <a:gd name="csX89" fmla="*/ 122299 w 198257"/>
                <a:gd name="csY89" fmla="*/ 83125 h 159083"/>
                <a:gd name="csX90" fmla="*/ 120865 w 198257"/>
                <a:gd name="csY90" fmla="*/ 82647 h 159083"/>
                <a:gd name="csX91" fmla="*/ 119910 w 198257"/>
                <a:gd name="csY91" fmla="*/ 82647 h 159083"/>
                <a:gd name="csX92" fmla="*/ 118954 w 198257"/>
                <a:gd name="csY92" fmla="*/ 82170 h 159083"/>
                <a:gd name="csX93" fmla="*/ 117521 w 198257"/>
                <a:gd name="csY93" fmla="*/ 82170 h 159083"/>
                <a:gd name="csX94" fmla="*/ 116566 w 198257"/>
                <a:gd name="csY94" fmla="*/ 82170 h 159083"/>
                <a:gd name="csX95" fmla="*/ 111788 w 198257"/>
                <a:gd name="csY95" fmla="*/ 80736 h 159083"/>
                <a:gd name="csX96" fmla="*/ 107489 w 198257"/>
                <a:gd name="csY96" fmla="*/ 78348 h 159083"/>
                <a:gd name="csX97" fmla="*/ 103667 w 198257"/>
                <a:gd name="csY97" fmla="*/ 77392 h 159083"/>
                <a:gd name="csX98" fmla="*/ 101278 w 198257"/>
                <a:gd name="csY98" fmla="*/ 76437 h 159083"/>
                <a:gd name="csX99" fmla="*/ 98890 w 198257"/>
                <a:gd name="csY99" fmla="*/ 75481 h 159083"/>
                <a:gd name="csX100" fmla="*/ 93635 w 198257"/>
                <a:gd name="csY100" fmla="*/ 74526 h 159083"/>
                <a:gd name="csX101" fmla="*/ 88380 w 198257"/>
                <a:gd name="csY101" fmla="*/ 74048 h 159083"/>
                <a:gd name="csX102" fmla="*/ 86469 w 198257"/>
                <a:gd name="csY102" fmla="*/ 73570 h 159083"/>
                <a:gd name="csX103" fmla="*/ 85035 w 198257"/>
                <a:gd name="csY103" fmla="*/ 74048 h 159083"/>
                <a:gd name="csX104" fmla="*/ 83603 w 198257"/>
                <a:gd name="csY104" fmla="*/ 74048 h 159083"/>
                <a:gd name="csX105" fmla="*/ 75003 w 198257"/>
                <a:gd name="csY105" fmla="*/ 69271 h 159083"/>
                <a:gd name="csX106" fmla="*/ 73092 w 198257"/>
                <a:gd name="csY106" fmla="*/ 67360 h 159083"/>
                <a:gd name="csX107" fmla="*/ 73570 w 198257"/>
                <a:gd name="csY107" fmla="*/ 65927 h 159083"/>
                <a:gd name="csX108" fmla="*/ 74048 w 198257"/>
                <a:gd name="csY108" fmla="*/ 64971 h 159083"/>
                <a:gd name="csX109" fmla="*/ 77392 w 198257"/>
                <a:gd name="csY109" fmla="*/ 64493 h 159083"/>
                <a:gd name="csX110" fmla="*/ 75003 w 198257"/>
                <a:gd name="csY110" fmla="*/ 64493 h 159083"/>
                <a:gd name="csX111" fmla="*/ 74048 w 198257"/>
                <a:gd name="csY111" fmla="*/ 64493 h 159083"/>
                <a:gd name="csX112" fmla="*/ 71659 w 198257"/>
                <a:gd name="csY112" fmla="*/ 65449 h 159083"/>
                <a:gd name="csX113" fmla="*/ 70704 w 198257"/>
                <a:gd name="csY113" fmla="*/ 65449 h 159083"/>
                <a:gd name="csX114" fmla="*/ 69271 w 198257"/>
                <a:gd name="csY114" fmla="*/ 64971 h 159083"/>
                <a:gd name="csX115" fmla="*/ 67360 w 198257"/>
                <a:gd name="csY115" fmla="*/ 64016 h 159083"/>
                <a:gd name="csX116" fmla="*/ 64971 w 198257"/>
                <a:gd name="csY116" fmla="*/ 64971 h 159083"/>
                <a:gd name="csX117" fmla="*/ 64015 w 198257"/>
                <a:gd name="csY117" fmla="*/ 63538 h 159083"/>
                <a:gd name="csX118" fmla="*/ 63538 w 198257"/>
                <a:gd name="csY118" fmla="*/ 62583 h 159083"/>
                <a:gd name="csX119" fmla="*/ 62582 w 198257"/>
                <a:gd name="csY119" fmla="*/ 62105 h 159083"/>
                <a:gd name="csX120" fmla="*/ 61627 w 198257"/>
                <a:gd name="csY120" fmla="*/ 62105 h 159083"/>
                <a:gd name="csX121" fmla="*/ 60671 w 198257"/>
                <a:gd name="csY121" fmla="*/ 62583 h 159083"/>
                <a:gd name="csX122" fmla="*/ 59238 w 198257"/>
                <a:gd name="csY122" fmla="*/ 62583 h 159083"/>
                <a:gd name="csX123" fmla="*/ 58283 w 198257"/>
                <a:gd name="csY123" fmla="*/ 61627 h 159083"/>
                <a:gd name="csX124" fmla="*/ 57805 w 198257"/>
                <a:gd name="csY124" fmla="*/ 60672 h 159083"/>
                <a:gd name="csX125" fmla="*/ 56849 w 198257"/>
                <a:gd name="csY125" fmla="*/ 60194 h 159083"/>
                <a:gd name="csX126" fmla="*/ 55894 w 198257"/>
                <a:gd name="csY126" fmla="*/ 59239 h 159083"/>
                <a:gd name="csX127" fmla="*/ 54461 w 198257"/>
                <a:gd name="csY127" fmla="*/ 58283 h 159083"/>
                <a:gd name="csX128" fmla="*/ 53505 w 198257"/>
                <a:gd name="csY128" fmla="*/ 56372 h 159083"/>
                <a:gd name="csX129" fmla="*/ 53505 w 198257"/>
                <a:gd name="csY129" fmla="*/ 53506 h 159083"/>
                <a:gd name="csX130" fmla="*/ 53983 w 198257"/>
                <a:gd name="csY130" fmla="*/ 52073 h 159083"/>
                <a:gd name="csX131" fmla="*/ 55416 w 198257"/>
                <a:gd name="csY131" fmla="*/ 50162 h 159083"/>
                <a:gd name="csX132" fmla="*/ 56849 w 198257"/>
                <a:gd name="csY132" fmla="*/ 48728 h 159083"/>
                <a:gd name="csX133" fmla="*/ 55416 w 198257"/>
                <a:gd name="csY133" fmla="*/ 48728 h 159083"/>
                <a:gd name="csX134" fmla="*/ 53983 w 198257"/>
                <a:gd name="csY134" fmla="*/ 49206 h 159083"/>
                <a:gd name="csX135" fmla="*/ 53505 w 198257"/>
                <a:gd name="csY135" fmla="*/ 50162 h 159083"/>
                <a:gd name="csX136" fmla="*/ 53028 w 198257"/>
                <a:gd name="csY136" fmla="*/ 51117 h 159083"/>
                <a:gd name="csX137" fmla="*/ 53028 w 198257"/>
                <a:gd name="csY137" fmla="*/ 54461 h 159083"/>
                <a:gd name="csX138" fmla="*/ 52072 w 198257"/>
                <a:gd name="csY138" fmla="*/ 55417 h 159083"/>
                <a:gd name="csX139" fmla="*/ 50162 w 198257"/>
                <a:gd name="csY139" fmla="*/ 54939 h 159083"/>
                <a:gd name="csX140" fmla="*/ 50639 w 198257"/>
                <a:gd name="csY140" fmla="*/ 56850 h 159083"/>
                <a:gd name="csX141" fmla="*/ 50162 w 198257"/>
                <a:gd name="csY141" fmla="*/ 58761 h 159083"/>
                <a:gd name="csX142" fmla="*/ 48251 w 198257"/>
                <a:gd name="csY142" fmla="*/ 61149 h 159083"/>
                <a:gd name="csX143" fmla="*/ 48251 w 198257"/>
                <a:gd name="csY143" fmla="*/ 62105 h 159083"/>
                <a:gd name="csX144" fmla="*/ 48251 w 198257"/>
                <a:gd name="csY144" fmla="*/ 63060 h 159083"/>
                <a:gd name="csX145" fmla="*/ 47773 w 198257"/>
                <a:gd name="csY145" fmla="*/ 64016 h 159083"/>
                <a:gd name="csX146" fmla="*/ 44906 w 198257"/>
                <a:gd name="csY146" fmla="*/ 66882 h 159083"/>
                <a:gd name="csX147" fmla="*/ 43951 w 198257"/>
                <a:gd name="csY147" fmla="*/ 66882 h 159083"/>
                <a:gd name="csX148" fmla="*/ 41562 w 198257"/>
                <a:gd name="csY148" fmla="*/ 66882 h 159083"/>
                <a:gd name="csX149" fmla="*/ 39174 w 198257"/>
                <a:gd name="csY149" fmla="*/ 67360 h 159083"/>
                <a:gd name="csX150" fmla="*/ 38218 w 198257"/>
                <a:gd name="csY150" fmla="*/ 66882 h 159083"/>
                <a:gd name="csX151" fmla="*/ 37263 w 198257"/>
                <a:gd name="csY151" fmla="*/ 65927 h 159083"/>
                <a:gd name="csX152" fmla="*/ 36785 w 198257"/>
                <a:gd name="csY152" fmla="*/ 64971 h 159083"/>
                <a:gd name="csX153" fmla="*/ 35830 w 198257"/>
                <a:gd name="csY153" fmla="*/ 62583 h 159083"/>
                <a:gd name="csX154" fmla="*/ 35352 w 198257"/>
                <a:gd name="csY154" fmla="*/ 60672 h 159083"/>
                <a:gd name="csX155" fmla="*/ 37263 w 198257"/>
                <a:gd name="csY155" fmla="*/ 57805 h 159083"/>
                <a:gd name="csX156" fmla="*/ 36785 w 198257"/>
                <a:gd name="csY156" fmla="*/ 55417 h 159083"/>
                <a:gd name="csX157" fmla="*/ 34874 w 198257"/>
                <a:gd name="csY157" fmla="*/ 53028 h 159083"/>
                <a:gd name="csX158" fmla="*/ 31052 w 198257"/>
                <a:gd name="csY158" fmla="*/ 50162 h 159083"/>
                <a:gd name="csX159" fmla="*/ 27230 w 198257"/>
                <a:gd name="csY159" fmla="*/ 47295 h 159083"/>
                <a:gd name="csX160" fmla="*/ 25319 w 198257"/>
                <a:gd name="csY160" fmla="*/ 46817 h 159083"/>
                <a:gd name="csX161" fmla="*/ 21975 w 198257"/>
                <a:gd name="csY161" fmla="*/ 46340 h 159083"/>
                <a:gd name="csX162" fmla="*/ 21020 w 198257"/>
                <a:gd name="csY162" fmla="*/ 46340 h 159083"/>
                <a:gd name="csX163" fmla="*/ 20064 w 198257"/>
                <a:gd name="csY163" fmla="*/ 44907 h 159083"/>
                <a:gd name="csX164" fmla="*/ 19587 w 198257"/>
                <a:gd name="csY164" fmla="*/ 43951 h 159083"/>
                <a:gd name="csX165" fmla="*/ 21498 w 198257"/>
                <a:gd name="csY165" fmla="*/ 43474 h 159083"/>
                <a:gd name="csX166" fmla="*/ 24842 w 198257"/>
                <a:gd name="csY166" fmla="*/ 42040 h 159083"/>
                <a:gd name="csX167" fmla="*/ 26753 w 198257"/>
                <a:gd name="csY167" fmla="*/ 42040 h 159083"/>
                <a:gd name="csX168" fmla="*/ 31530 w 198257"/>
                <a:gd name="csY168" fmla="*/ 42996 h 159083"/>
                <a:gd name="csX169" fmla="*/ 32963 w 198257"/>
                <a:gd name="csY169" fmla="*/ 43474 h 159083"/>
                <a:gd name="csX170" fmla="*/ 34396 w 198257"/>
                <a:gd name="csY170" fmla="*/ 43951 h 159083"/>
                <a:gd name="csX171" fmla="*/ 37740 w 198257"/>
                <a:gd name="csY171" fmla="*/ 41563 h 159083"/>
                <a:gd name="csX172" fmla="*/ 40607 w 198257"/>
                <a:gd name="csY172" fmla="*/ 38696 h 159083"/>
                <a:gd name="csX173" fmla="*/ 42517 w 198257"/>
                <a:gd name="csY173" fmla="*/ 37741 h 159083"/>
                <a:gd name="csX174" fmla="*/ 43951 w 198257"/>
                <a:gd name="csY174" fmla="*/ 37741 h 159083"/>
                <a:gd name="csX175" fmla="*/ 45384 w 198257"/>
                <a:gd name="csY175" fmla="*/ 37741 h 159083"/>
                <a:gd name="csX176" fmla="*/ 48251 w 198257"/>
                <a:gd name="csY176" fmla="*/ 38696 h 159083"/>
                <a:gd name="csX177" fmla="*/ 50639 w 198257"/>
                <a:gd name="csY177" fmla="*/ 39651 h 159083"/>
                <a:gd name="csX178" fmla="*/ 52072 w 198257"/>
                <a:gd name="csY178" fmla="*/ 39651 h 159083"/>
                <a:gd name="csX179" fmla="*/ 53028 w 198257"/>
                <a:gd name="csY179" fmla="*/ 40607 h 159083"/>
                <a:gd name="csX180" fmla="*/ 53983 w 198257"/>
                <a:gd name="csY180" fmla="*/ 41085 h 159083"/>
                <a:gd name="csX181" fmla="*/ 53983 w 198257"/>
                <a:gd name="csY181" fmla="*/ 39651 h 159083"/>
                <a:gd name="csX182" fmla="*/ 54939 w 198257"/>
                <a:gd name="csY182" fmla="*/ 37741 h 159083"/>
                <a:gd name="csX183" fmla="*/ 56372 w 198257"/>
                <a:gd name="csY183" fmla="*/ 37263 h 159083"/>
                <a:gd name="csX184" fmla="*/ 57328 w 198257"/>
                <a:gd name="csY184" fmla="*/ 37263 h 159083"/>
                <a:gd name="csX185" fmla="*/ 57805 w 198257"/>
                <a:gd name="csY185" fmla="*/ 36785 h 159083"/>
                <a:gd name="csX186" fmla="*/ 57805 w 198257"/>
                <a:gd name="csY186" fmla="*/ 35352 h 159083"/>
                <a:gd name="csX187" fmla="*/ 55894 w 198257"/>
                <a:gd name="csY187" fmla="*/ 34874 h 159083"/>
                <a:gd name="csX188" fmla="*/ 56849 w 198257"/>
                <a:gd name="csY188" fmla="*/ 33441 h 159083"/>
                <a:gd name="csX189" fmla="*/ 57805 w 198257"/>
                <a:gd name="csY189" fmla="*/ 32963 h 159083"/>
                <a:gd name="csX190" fmla="*/ 58283 w 198257"/>
                <a:gd name="csY190" fmla="*/ 32486 h 159083"/>
                <a:gd name="csX191" fmla="*/ 58283 w 198257"/>
                <a:gd name="csY191" fmla="*/ 31530 h 159083"/>
                <a:gd name="csX192" fmla="*/ 53983 w 198257"/>
                <a:gd name="csY192" fmla="*/ 32963 h 159083"/>
                <a:gd name="csX193" fmla="*/ 49683 w 198257"/>
                <a:gd name="csY193" fmla="*/ 33919 h 159083"/>
                <a:gd name="csX194" fmla="*/ 46817 w 198257"/>
                <a:gd name="csY194" fmla="*/ 33441 h 159083"/>
                <a:gd name="csX195" fmla="*/ 44428 w 198257"/>
                <a:gd name="csY195" fmla="*/ 33441 h 159083"/>
                <a:gd name="csX196" fmla="*/ 39174 w 198257"/>
                <a:gd name="csY196" fmla="*/ 34397 h 159083"/>
                <a:gd name="csX197" fmla="*/ 37263 w 198257"/>
                <a:gd name="csY197" fmla="*/ 34397 h 159083"/>
                <a:gd name="csX198" fmla="*/ 32485 w 198257"/>
                <a:gd name="csY198" fmla="*/ 33919 h 159083"/>
                <a:gd name="csX199" fmla="*/ 30097 w 198257"/>
                <a:gd name="csY199" fmla="*/ 33441 h 159083"/>
                <a:gd name="csX200" fmla="*/ 28186 w 198257"/>
                <a:gd name="csY200" fmla="*/ 33919 h 159083"/>
                <a:gd name="csX201" fmla="*/ 26275 w 198257"/>
                <a:gd name="csY201" fmla="*/ 33919 h 159083"/>
                <a:gd name="csX202" fmla="*/ 24364 w 198257"/>
                <a:gd name="csY202" fmla="*/ 32963 h 159083"/>
                <a:gd name="csX203" fmla="*/ 22453 w 198257"/>
                <a:gd name="csY203" fmla="*/ 31530 h 159083"/>
                <a:gd name="csX204" fmla="*/ 21975 w 198257"/>
                <a:gd name="csY204" fmla="*/ 30097 h 159083"/>
                <a:gd name="csX205" fmla="*/ 20542 w 198257"/>
                <a:gd name="csY205" fmla="*/ 29619 h 159083"/>
                <a:gd name="csX206" fmla="*/ 20064 w 198257"/>
                <a:gd name="csY206" fmla="*/ 28186 h 159083"/>
                <a:gd name="csX207" fmla="*/ 19109 w 198257"/>
                <a:gd name="csY207" fmla="*/ 24364 h 159083"/>
                <a:gd name="csX208" fmla="*/ 18631 w 198257"/>
                <a:gd name="csY208" fmla="*/ 21498 h 159083"/>
                <a:gd name="csX209" fmla="*/ 16721 w 198257"/>
                <a:gd name="csY209" fmla="*/ 21498 h 159083"/>
                <a:gd name="csX210" fmla="*/ 14809 w 198257"/>
                <a:gd name="csY210" fmla="*/ 21498 h 159083"/>
                <a:gd name="csX211" fmla="*/ 6210 w 198257"/>
                <a:gd name="csY211" fmla="*/ 18632 h 159083"/>
                <a:gd name="csX212" fmla="*/ 5255 w 198257"/>
                <a:gd name="csY212" fmla="*/ 19109 h 159083"/>
                <a:gd name="csX213" fmla="*/ 3821 w 198257"/>
                <a:gd name="csY213" fmla="*/ 19587 h 159083"/>
                <a:gd name="csX214" fmla="*/ 2389 w 198257"/>
                <a:gd name="csY214" fmla="*/ 19587 h 159083"/>
                <a:gd name="csX215" fmla="*/ 1433 w 198257"/>
                <a:gd name="csY215" fmla="*/ 19587 h 159083"/>
                <a:gd name="csX216" fmla="*/ 0 w 198257"/>
                <a:gd name="csY216" fmla="*/ 19109 h 159083"/>
                <a:gd name="csX217" fmla="*/ 478 w 198257"/>
                <a:gd name="csY217" fmla="*/ 18632 h 159083"/>
                <a:gd name="csX218" fmla="*/ 1433 w 198257"/>
                <a:gd name="csY218" fmla="*/ 16721 h 159083"/>
                <a:gd name="csX219" fmla="*/ 1910 w 198257"/>
                <a:gd name="csY219" fmla="*/ 16243 h 159083"/>
                <a:gd name="csX220" fmla="*/ 3344 w 198257"/>
                <a:gd name="csY220" fmla="*/ 15287 h 159083"/>
                <a:gd name="csX221" fmla="*/ 4299 w 198257"/>
                <a:gd name="csY221" fmla="*/ 14332 h 159083"/>
                <a:gd name="csX222" fmla="*/ 5255 w 198257"/>
                <a:gd name="csY222" fmla="*/ 11466 h 159083"/>
                <a:gd name="csX223" fmla="*/ 5255 w 198257"/>
                <a:gd name="csY223" fmla="*/ 10510 h 159083"/>
                <a:gd name="csX224" fmla="*/ 5255 w 198257"/>
                <a:gd name="csY224" fmla="*/ 9555 h 159083"/>
                <a:gd name="csX225" fmla="*/ 5255 w 198257"/>
                <a:gd name="csY225" fmla="*/ 9077 h 159083"/>
                <a:gd name="csX226" fmla="*/ 6210 w 198257"/>
                <a:gd name="csY226" fmla="*/ 8599 h 159083"/>
                <a:gd name="csX227" fmla="*/ 9555 w 198257"/>
                <a:gd name="csY227" fmla="*/ 7644 h 159083"/>
                <a:gd name="csX228" fmla="*/ 16242 w 198257"/>
                <a:gd name="csY228" fmla="*/ 6210 h 159083"/>
                <a:gd name="csX229" fmla="*/ 18153 w 198257"/>
                <a:gd name="csY229" fmla="*/ 5255 h 159083"/>
                <a:gd name="csX230" fmla="*/ 19587 w 198257"/>
                <a:gd name="csY230" fmla="*/ 3822 h 159083"/>
                <a:gd name="csX231" fmla="*/ 21020 w 198257"/>
                <a:gd name="csY231" fmla="*/ 3344 h 159083"/>
                <a:gd name="csX232" fmla="*/ 21975 w 198257"/>
                <a:gd name="csY232" fmla="*/ 2389 h 159083"/>
                <a:gd name="csX233" fmla="*/ 22931 w 198257"/>
                <a:gd name="csY233" fmla="*/ 1911 h 159083"/>
                <a:gd name="csX234" fmla="*/ 27708 w 198257"/>
                <a:gd name="csY234" fmla="*/ 0 h 159083"/>
                <a:gd name="csX235" fmla="*/ 30097 w 198257"/>
                <a:gd name="csY235" fmla="*/ 0 h 159083"/>
                <a:gd name="csX236" fmla="*/ 32485 w 198257"/>
                <a:gd name="csY236" fmla="*/ 0 h 159083"/>
                <a:gd name="csX237" fmla="*/ 37263 w 198257"/>
                <a:gd name="csY237" fmla="*/ 956 h 159083"/>
                <a:gd name="csX238" fmla="*/ 41562 w 198257"/>
                <a:gd name="csY238" fmla="*/ 2867 h 159083"/>
                <a:gd name="csX239" fmla="*/ 45384 w 198257"/>
                <a:gd name="csY239" fmla="*/ 4777 h 159083"/>
                <a:gd name="csX240" fmla="*/ 49206 w 198257"/>
                <a:gd name="csY240" fmla="*/ 6688 h 159083"/>
                <a:gd name="csX241" fmla="*/ 54461 w 198257"/>
                <a:gd name="csY241" fmla="*/ 6688 h 159083"/>
                <a:gd name="csX242" fmla="*/ 56849 w 198257"/>
                <a:gd name="csY242" fmla="*/ 6688 h 159083"/>
                <a:gd name="csX243" fmla="*/ 59238 w 198257"/>
                <a:gd name="csY243" fmla="*/ 6688 h 159083"/>
                <a:gd name="csX244" fmla="*/ 60194 w 198257"/>
                <a:gd name="csY244" fmla="*/ 7166 h 159083"/>
                <a:gd name="csX245" fmla="*/ 62105 w 198257"/>
                <a:gd name="csY245" fmla="*/ 8599 h 159083"/>
                <a:gd name="csX246" fmla="*/ 61627 w 198257"/>
                <a:gd name="csY246" fmla="*/ 9555 h 159083"/>
                <a:gd name="csX247" fmla="*/ 61149 w 198257"/>
                <a:gd name="csY247" fmla="*/ 11466 h 159083"/>
                <a:gd name="csX248" fmla="*/ 62105 w 198257"/>
                <a:gd name="csY248" fmla="*/ 13376 h 159083"/>
                <a:gd name="csX249" fmla="*/ 63538 w 198257"/>
                <a:gd name="csY249" fmla="*/ 15287 h 159083"/>
                <a:gd name="csX250" fmla="*/ 64493 w 198257"/>
                <a:gd name="csY250" fmla="*/ 17198 h 159083"/>
                <a:gd name="csX251" fmla="*/ 64971 w 198257"/>
                <a:gd name="csY251" fmla="*/ 18154 h 159083"/>
                <a:gd name="csX252" fmla="*/ 64493 w 198257"/>
                <a:gd name="csY252" fmla="*/ 20065 h 159083"/>
                <a:gd name="csX253" fmla="*/ 64015 w 198257"/>
                <a:gd name="csY253" fmla="*/ 21020 h 159083"/>
                <a:gd name="csX254" fmla="*/ 62582 w 198257"/>
                <a:gd name="csY254" fmla="*/ 22931 h 159083"/>
                <a:gd name="csX255" fmla="*/ 62105 w 198257"/>
                <a:gd name="csY255" fmla="*/ 24364 h 159083"/>
                <a:gd name="csX256" fmla="*/ 62582 w 198257"/>
                <a:gd name="csY256" fmla="*/ 26753 h 159083"/>
                <a:gd name="csX257" fmla="*/ 62582 w 198257"/>
                <a:gd name="csY257" fmla="*/ 29142 h 159083"/>
                <a:gd name="csX258" fmla="*/ 62582 w 198257"/>
                <a:gd name="csY258" fmla="*/ 31052 h 159083"/>
                <a:gd name="csX259" fmla="*/ 63060 w 198257"/>
                <a:gd name="csY259" fmla="*/ 32963 h 159083"/>
                <a:gd name="csX260" fmla="*/ 63538 w 198257"/>
                <a:gd name="csY260" fmla="*/ 35352 h 159083"/>
                <a:gd name="csX261" fmla="*/ 66882 w 198257"/>
                <a:gd name="csY261" fmla="*/ 40607 h 159083"/>
                <a:gd name="csX262" fmla="*/ 68793 w 198257"/>
                <a:gd name="csY262" fmla="*/ 44429 h 159083"/>
                <a:gd name="csX263" fmla="*/ 69748 w 198257"/>
                <a:gd name="csY263" fmla="*/ 42518 h 159083"/>
                <a:gd name="csX264" fmla="*/ 69271 w 198257"/>
                <a:gd name="csY264" fmla="*/ 40129 h 159083"/>
                <a:gd name="csX265" fmla="*/ 70226 w 198257"/>
                <a:gd name="csY265" fmla="*/ 39174 h 159083"/>
                <a:gd name="csX266" fmla="*/ 71181 w 198257"/>
                <a:gd name="csY266" fmla="*/ 38696 h 159083"/>
                <a:gd name="csX267" fmla="*/ 72137 w 198257"/>
                <a:gd name="csY267" fmla="*/ 39174 h 159083"/>
                <a:gd name="csX268" fmla="*/ 72615 w 198257"/>
                <a:gd name="csY268" fmla="*/ 40129 h 159083"/>
                <a:gd name="csX269" fmla="*/ 72615 w 198257"/>
                <a:gd name="csY269" fmla="*/ 42518 h 159083"/>
                <a:gd name="csX270" fmla="*/ 73570 w 198257"/>
                <a:gd name="csY270" fmla="*/ 46340 h 159083"/>
                <a:gd name="csX271" fmla="*/ 75003 w 198257"/>
                <a:gd name="csY271" fmla="*/ 46817 h 159083"/>
                <a:gd name="csX272" fmla="*/ 76437 w 198257"/>
                <a:gd name="csY272" fmla="*/ 45862 h 159083"/>
                <a:gd name="csX273" fmla="*/ 76914 w 198257"/>
                <a:gd name="csY273" fmla="*/ 47295 h 159083"/>
                <a:gd name="csX274" fmla="*/ 76914 w 198257"/>
                <a:gd name="csY274" fmla="*/ 49684 h 159083"/>
                <a:gd name="csX275" fmla="*/ 77392 w 198257"/>
                <a:gd name="csY275" fmla="*/ 51595 h 159083"/>
                <a:gd name="csX276" fmla="*/ 77870 w 198257"/>
                <a:gd name="csY276" fmla="*/ 52073 h 159083"/>
                <a:gd name="csX277" fmla="*/ 80258 w 198257"/>
                <a:gd name="csY277" fmla="*/ 53506 h 159083"/>
                <a:gd name="csX278" fmla="*/ 81692 w 198257"/>
                <a:gd name="csY278" fmla="*/ 53983 h 159083"/>
                <a:gd name="csX279" fmla="*/ 84558 w 198257"/>
                <a:gd name="csY279" fmla="*/ 54461 h 159083"/>
                <a:gd name="csX280" fmla="*/ 86947 w 198257"/>
                <a:gd name="csY280" fmla="*/ 54461 h 159083"/>
                <a:gd name="csX281" fmla="*/ 89335 w 198257"/>
                <a:gd name="csY281" fmla="*/ 53983 h 159083"/>
                <a:gd name="csX282" fmla="*/ 90769 w 198257"/>
                <a:gd name="csY282" fmla="*/ 52550 h 159083"/>
                <a:gd name="csX283" fmla="*/ 92201 w 198257"/>
                <a:gd name="csY283" fmla="*/ 51117 h 159083"/>
                <a:gd name="csX284" fmla="*/ 96501 w 198257"/>
                <a:gd name="csY284" fmla="*/ 47773 h 159083"/>
                <a:gd name="csX285" fmla="*/ 97935 w 198257"/>
                <a:gd name="csY285" fmla="*/ 45862 h 159083"/>
                <a:gd name="csX286" fmla="*/ 99367 w 198257"/>
                <a:gd name="csY286" fmla="*/ 43474 h 159083"/>
                <a:gd name="csX287" fmla="*/ 99845 w 198257"/>
                <a:gd name="csY287" fmla="*/ 42996 h 159083"/>
                <a:gd name="csX288" fmla="*/ 104145 w 198257"/>
                <a:gd name="csY288" fmla="*/ 40129 h 159083"/>
                <a:gd name="csX289" fmla="*/ 104622 w 198257"/>
                <a:gd name="csY289" fmla="*/ 39174 h 159083"/>
                <a:gd name="csX290" fmla="*/ 105578 w 198257"/>
                <a:gd name="csY290" fmla="*/ 37263 h 159083"/>
                <a:gd name="csX291" fmla="*/ 106533 w 198257"/>
                <a:gd name="csY291" fmla="*/ 35352 h 159083"/>
                <a:gd name="csX292" fmla="*/ 107011 w 198257"/>
                <a:gd name="csY292" fmla="*/ 34397 h 159083"/>
                <a:gd name="csX293" fmla="*/ 111788 w 198257"/>
                <a:gd name="csY293" fmla="*/ 33919 h 159083"/>
                <a:gd name="csX294" fmla="*/ 116088 w 198257"/>
                <a:gd name="csY294" fmla="*/ 32963 h 159083"/>
                <a:gd name="csX295" fmla="*/ 120865 w 198257"/>
                <a:gd name="csY295" fmla="*/ 31530 h 159083"/>
                <a:gd name="csX296" fmla="*/ 122776 w 198257"/>
                <a:gd name="csY296" fmla="*/ 30097 h 159083"/>
                <a:gd name="csX297" fmla="*/ 122776 w 198257"/>
                <a:gd name="csY297" fmla="*/ 29142 h 159083"/>
                <a:gd name="csX298" fmla="*/ 121821 w 198257"/>
                <a:gd name="csY298" fmla="*/ 27708 h 159083"/>
                <a:gd name="csX299" fmla="*/ 121821 w 198257"/>
                <a:gd name="csY299" fmla="*/ 26753 h 159083"/>
                <a:gd name="csX300" fmla="*/ 122776 w 198257"/>
                <a:gd name="csY300" fmla="*/ 25798 h 159083"/>
                <a:gd name="csX301" fmla="*/ 127076 w 198257"/>
                <a:gd name="csY301" fmla="*/ 23886 h 159083"/>
                <a:gd name="csX302" fmla="*/ 131376 w 198257"/>
                <a:gd name="csY302" fmla="*/ 21976 h 159083"/>
                <a:gd name="csX303" fmla="*/ 135197 w 198257"/>
                <a:gd name="csY303" fmla="*/ 20065 h 159083"/>
                <a:gd name="csX304" fmla="*/ 137586 w 198257"/>
                <a:gd name="csY304" fmla="*/ 20065 h 159083"/>
                <a:gd name="csX305" fmla="*/ 139497 w 198257"/>
                <a:gd name="csY305" fmla="*/ 21498 h 159083"/>
                <a:gd name="csX306" fmla="*/ 141408 w 198257"/>
                <a:gd name="csY306" fmla="*/ 22453 h 159083"/>
                <a:gd name="csX307" fmla="*/ 151918 w 198257"/>
                <a:gd name="csY307" fmla="*/ 25798 h 159083"/>
                <a:gd name="csX308" fmla="*/ 153829 w 198257"/>
                <a:gd name="csY308" fmla="*/ 26753 h 159083"/>
                <a:gd name="csX309" fmla="*/ 155262 w 198257"/>
                <a:gd name="csY309" fmla="*/ 28186 h 159083"/>
                <a:gd name="csX310" fmla="*/ 157173 w 198257"/>
                <a:gd name="csY310" fmla="*/ 29142 h 159083"/>
                <a:gd name="csX311" fmla="*/ 159561 w 198257"/>
                <a:gd name="csY311" fmla="*/ 29619 h 159083"/>
                <a:gd name="csX312" fmla="*/ 161950 w 198257"/>
                <a:gd name="csY312" fmla="*/ 30097 h 159083"/>
                <a:gd name="csX313" fmla="*/ 163861 w 198257"/>
                <a:gd name="csY313" fmla="*/ 31530 h 159083"/>
                <a:gd name="csX314" fmla="*/ 168638 w 198257"/>
                <a:gd name="csY314" fmla="*/ 33441 h 159083"/>
                <a:gd name="csX315" fmla="*/ 174371 w 198257"/>
                <a:gd name="csY315" fmla="*/ 35830 h 159083"/>
                <a:gd name="csX316" fmla="*/ 176282 w 198257"/>
                <a:gd name="csY316" fmla="*/ 35830 h 159083"/>
                <a:gd name="csX317" fmla="*/ 182015 w 198257"/>
                <a:gd name="csY317" fmla="*/ 35830 h 159083"/>
                <a:gd name="csX318" fmla="*/ 182970 w 198257"/>
                <a:gd name="csY318" fmla="*/ 36308 h 159083"/>
                <a:gd name="csX319" fmla="*/ 183926 w 198257"/>
                <a:gd name="csY319" fmla="*/ 37263 h 159083"/>
                <a:gd name="csX320" fmla="*/ 184403 w 198257"/>
                <a:gd name="csY320" fmla="*/ 37263 h 159083"/>
                <a:gd name="csX321" fmla="*/ 191092 w 198257"/>
                <a:gd name="csY321" fmla="*/ 37741 h 159083"/>
                <a:gd name="csX322" fmla="*/ 192047 w 198257"/>
                <a:gd name="csY322" fmla="*/ 38218 h 159083"/>
                <a:gd name="csX323" fmla="*/ 193002 w 198257"/>
                <a:gd name="csY323" fmla="*/ 38696 h 159083"/>
                <a:gd name="csX324" fmla="*/ 193480 w 198257"/>
                <a:gd name="csY324" fmla="*/ 40607 h 159083"/>
                <a:gd name="csX325" fmla="*/ 198258 w 198257"/>
                <a:gd name="csY325" fmla="*/ 40607 h 159083"/>
                <a:gd name="csX326" fmla="*/ 198258 w 198257"/>
                <a:gd name="csY326" fmla="*/ 42040 h 159083"/>
                <a:gd name="csX327" fmla="*/ 198258 w 198257"/>
                <a:gd name="csY327" fmla="*/ 43951 h 159083"/>
                <a:gd name="csX328" fmla="*/ 198258 w 198257"/>
                <a:gd name="csY328" fmla="*/ 47773 h 159083"/>
                <a:gd name="csX329" fmla="*/ 198258 w 198257"/>
                <a:gd name="csY329" fmla="*/ 51595 h 159083"/>
                <a:gd name="csX330" fmla="*/ 198258 w 198257"/>
                <a:gd name="csY330" fmla="*/ 54939 h 159083"/>
                <a:gd name="csX331" fmla="*/ 198258 w 198257"/>
                <a:gd name="csY331" fmla="*/ 58761 h 159083"/>
                <a:gd name="csX332" fmla="*/ 198258 w 198257"/>
                <a:gd name="csY332" fmla="*/ 62583 h 159083"/>
                <a:gd name="csX333" fmla="*/ 198258 w 198257"/>
                <a:gd name="csY333" fmla="*/ 66405 h 159083"/>
                <a:gd name="csX334" fmla="*/ 198258 w 198257"/>
                <a:gd name="csY334" fmla="*/ 69749 h 159083"/>
                <a:gd name="csX335" fmla="*/ 198258 w 198257"/>
                <a:gd name="csY335" fmla="*/ 73570 h 159083"/>
                <a:gd name="csX336" fmla="*/ 198258 w 198257"/>
                <a:gd name="csY336" fmla="*/ 77392 h 159083"/>
                <a:gd name="csX337" fmla="*/ 198258 w 198257"/>
                <a:gd name="csY337" fmla="*/ 80736 h 159083"/>
                <a:gd name="csX338" fmla="*/ 198258 w 198257"/>
                <a:gd name="csY338" fmla="*/ 84558 h 159083"/>
                <a:gd name="csX339" fmla="*/ 198258 w 198257"/>
                <a:gd name="csY339" fmla="*/ 88380 h 159083"/>
                <a:gd name="csX340" fmla="*/ 198258 w 198257"/>
                <a:gd name="csY340" fmla="*/ 92202 h 159083"/>
                <a:gd name="csX341" fmla="*/ 198258 w 198257"/>
                <a:gd name="csY341" fmla="*/ 95546 h 159083"/>
                <a:gd name="csX342" fmla="*/ 198258 w 198257"/>
                <a:gd name="csY342" fmla="*/ 99368 h 159083"/>
                <a:gd name="csX343" fmla="*/ 198258 w 198257"/>
                <a:gd name="csY343" fmla="*/ 103190 h 159083"/>
                <a:gd name="csX344" fmla="*/ 198258 w 198257"/>
                <a:gd name="csY344" fmla="*/ 107012 h 159083"/>
                <a:gd name="csX345" fmla="*/ 198258 w 198257"/>
                <a:gd name="csY345" fmla="*/ 108445 h 159083"/>
                <a:gd name="csX346" fmla="*/ 197302 w 198257"/>
                <a:gd name="csY346" fmla="*/ 110356 h 159083"/>
                <a:gd name="csX347" fmla="*/ 196347 w 198257"/>
                <a:gd name="csY347" fmla="*/ 113222 h 159083"/>
                <a:gd name="csX348" fmla="*/ 195869 w 198257"/>
                <a:gd name="csY348" fmla="*/ 115611 h 159083"/>
                <a:gd name="csX349" fmla="*/ 196824 w 198257"/>
                <a:gd name="csY349" fmla="*/ 117522 h 159083"/>
                <a:gd name="csX350" fmla="*/ 198258 w 198257"/>
                <a:gd name="csY350" fmla="*/ 118477 h 159083"/>
                <a:gd name="csX351" fmla="*/ 198258 w 198257"/>
                <a:gd name="csY351" fmla="*/ 121821 h 159083"/>
                <a:gd name="csX352" fmla="*/ 198258 w 198257"/>
                <a:gd name="csY352" fmla="*/ 125165 h 159083"/>
                <a:gd name="csX353" fmla="*/ 198258 w 198257"/>
                <a:gd name="csY353" fmla="*/ 128987 h 159083"/>
                <a:gd name="csX354" fmla="*/ 198258 w 198257"/>
                <a:gd name="csY354" fmla="*/ 132809 h 159083"/>
                <a:gd name="csX355" fmla="*/ 198258 w 198257"/>
                <a:gd name="csY355" fmla="*/ 136153 h 159083"/>
                <a:gd name="csX356" fmla="*/ 198258 w 198257"/>
                <a:gd name="csY356" fmla="*/ 139975 h 159083"/>
                <a:gd name="csX357" fmla="*/ 198258 w 198257"/>
                <a:gd name="csY357" fmla="*/ 143797 h 159083"/>
                <a:gd name="csX358" fmla="*/ 198258 w 198257"/>
                <a:gd name="csY358" fmla="*/ 147619 h 159083"/>
                <a:gd name="csX359" fmla="*/ 198258 w 198257"/>
                <a:gd name="csY359" fmla="*/ 151440 h 159083"/>
                <a:gd name="csX360" fmla="*/ 198258 w 198257"/>
                <a:gd name="csY360" fmla="*/ 154784 h 159083"/>
                <a:gd name="csX361" fmla="*/ 198258 w 198257"/>
                <a:gd name="csY361" fmla="*/ 158606 h 159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</a:cxnLst>
              <a:rect l="l" t="t" r="r" b="b"/>
              <a:pathLst>
                <a:path w="198257" h="159083">
                  <a:moveTo>
                    <a:pt x="198258" y="158606"/>
                  </a:moveTo>
                  <a:lnTo>
                    <a:pt x="198258" y="159084"/>
                  </a:lnTo>
                  <a:lnTo>
                    <a:pt x="197302" y="158129"/>
                  </a:lnTo>
                  <a:lnTo>
                    <a:pt x="194436" y="156218"/>
                  </a:lnTo>
                  <a:lnTo>
                    <a:pt x="192047" y="153829"/>
                  </a:lnTo>
                  <a:lnTo>
                    <a:pt x="190136" y="151918"/>
                  </a:lnTo>
                  <a:lnTo>
                    <a:pt x="188703" y="150007"/>
                  </a:lnTo>
                  <a:lnTo>
                    <a:pt x="180581" y="143797"/>
                  </a:lnTo>
                  <a:lnTo>
                    <a:pt x="178670" y="141886"/>
                  </a:lnTo>
                  <a:lnTo>
                    <a:pt x="178193" y="141408"/>
                  </a:lnTo>
                  <a:lnTo>
                    <a:pt x="178670" y="140930"/>
                  </a:lnTo>
                  <a:lnTo>
                    <a:pt x="179626" y="139975"/>
                  </a:lnTo>
                  <a:lnTo>
                    <a:pt x="181059" y="137108"/>
                  </a:lnTo>
                  <a:lnTo>
                    <a:pt x="179626" y="139019"/>
                  </a:lnTo>
                  <a:lnTo>
                    <a:pt x="177238" y="140453"/>
                  </a:lnTo>
                  <a:lnTo>
                    <a:pt x="174849" y="140453"/>
                  </a:lnTo>
                  <a:lnTo>
                    <a:pt x="171983" y="140930"/>
                  </a:lnTo>
                  <a:lnTo>
                    <a:pt x="169116" y="141886"/>
                  </a:lnTo>
                  <a:lnTo>
                    <a:pt x="166727" y="141886"/>
                  </a:lnTo>
                  <a:lnTo>
                    <a:pt x="165294" y="141408"/>
                  </a:lnTo>
                  <a:lnTo>
                    <a:pt x="164338" y="140453"/>
                  </a:lnTo>
                  <a:lnTo>
                    <a:pt x="163861" y="139497"/>
                  </a:lnTo>
                  <a:lnTo>
                    <a:pt x="163861" y="138064"/>
                  </a:lnTo>
                  <a:lnTo>
                    <a:pt x="162906" y="139975"/>
                  </a:lnTo>
                  <a:lnTo>
                    <a:pt x="160517" y="140930"/>
                  </a:lnTo>
                  <a:lnTo>
                    <a:pt x="157651" y="143319"/>
                  </a:lnTo>
                  <a:lnTo>
                    <a:pt x="156695" y="142841"/>
                  </a:lnTo>
                  <a:lnTo>
                    <a:pt x="156217" y="141886"/>
                  </a:lnTo>
                  <a:lnTo>
                    <a:pt x="156217" y="140930"/>
                  </a:lnTo>
                  <a:lnTo>
                    <a:pt x="156695" y="140453"/>
                  </a:lnTo>
                  <a:lnTo>
                    <a:pt x="157173" y="139019"/>
                  </a:lnTo>
                  <a:lnTo>
                    <a:pt x="157651" y="137108"/>
                  </a:lnTo>
                  <a:lnTo>
                    <a:pt x="159084" y="135675"/>
                  </a:lnTo>
                  <a:lnTo>
                    <a:pt x="160039" y="132809"/>
                  </a:lnTo>
                  <a:lnTo>
                    <a:pt x="160517" y="131854"/>
                  </a:lnTo>
                  <a:lnTo>
                    <a:pt x="160517" y="130898"/>
                  </a:lnTo>
                  <a:lnTo>
                    <a:pt x="160039" y="129942"/>
                  </a:lnTo>
                  <a:lnTo>
                    <a:pt x="158606" y="129465"/>
                  </a:lnTo>
                  <a:lnTo>
                    <a:pt x="157651" y="128987"/>
                  </a:lnTo>
                  <a:lnTo>
                    <a:pt x="156695" y="127076"/>
                  </a:lnTo>
                  <a:lnTo>
                    <a:pt x="156217" y="126598"/>
                  </a:lnTo>
                  <a:lnTo>
                    <a:pt x="154784" y="125643"/>
                  </a:lnTo>
                  <a:lnTo>
                    <a:pt x="153829" y="124688"/>
                  </a:lnTo>
                  <a:lnTo>
                    <a:pt x="154784" y="124210"/>
                  </a:lnTo>
                  <a:lnTo>
                    <a:pt x="156217" y="123732"/>
                  </a:lnTo>
                  <a:lnTo>
                    <a:pt x="157173" y="124210"/>
                  </a:lnTo>
                  <a:lnTo>
                    <a:pt x="159084" y="124210"/>
                  </a:lnTo>
                  <a:lnTo>
                    <a:pt x="160039" y="124210"/>
                  </a:lnTo>
                  <a:lnTo>
                    <a:pt x="162428" y="123732"/>
                  </a:lnTo>
                  <a:lnTo>
                    <a:pt x="160995" y="123732"/>
                  </a:lnTo>
                  <a:lnTo>
                    <a:pt x="160039" y="123732"/>
                  </a:lnTo>
                  <a:lnTo>
                    <a:pt x="155740" y="122777"/>
                  </a:lnTo>
                  <a:lnTo>
                    <a:pt x="153351" y="121343"/>
                  </a:lnTo>
                  <a:lnTo>
                    <a:pt x="150962" y="118955"/>
                  </a:lnTo>
                  <a:lnTo>
                    <a:pt x="150962" y="118477"/>
                  </a:lnTo>
                  <a:lnTo>
                    <a:pt x="152873" y="117999"/>
                  </a:lnTo>
                  <a:lnTo>
                    <a:pt x="156217" y="117522"/>
                  </a:lnTo>
                  <a:lnTo>
                    <a:pt x="155262" y="116566"/>
                  </a:lnTo>
                  <a:lnTo>
                    <a:pt x="153351" y="115611"/>
                  </a:lnTo>
                  <a:lnTo>
                    <a:pt x="152873" y="113222"/>
                  </a:lnTo>
                  <a:lnTo>
                    <a:pt x="151918" y="112266"/>
                  </a:lnTo>
                  <a:lnTo>
                    <a:pt x="149529" y="110356"/>
                  </a:lnTo>
                  <a:lnTo>
                    <a:pt x="147618" y="108445"/>
                  </a:lnTo>
                  <a:lnTo>
                    <a:pt x="146663" y="104145"/>
                  </a:lnTo>
                  <a:lnTo>
                    <a:pt x="145229" y="101279"/>
                  </a:lnTo>
                  <a:lnTo>
                    <a:pt x="145229" y="99846"/>
                  </a:lnTo>
                  <a:lnTo>
                    <a:pt x="146663" y="99368"/>
                  </a:lnTo>
                  <a:lnTo>
                    <a:pt x="144752" y="99368"/>
                  </a:lnTo>
                  <a:lnTo>
                    <a:pt x="143319" y="98412"/>
                  </a:lnTo>
                  <a:lnTo>
                    <a:pt x="143796" y="96979"/>
                  </a:lnTo>
                  <a:lnTo>
                    <a:pt x="145707" y="96024"/>
                  </a:lnTo>
                  <a:lnTo>
                    <a:pt x="144274" y="96501"/>
                  </a:lnTo>
                  <a:lnTo>
                    <a:pt x="142363" y="96979"/>
                  </a:lnTo>
                  <a:lnTo>
                    <a:pt x="141885" y="96979"/>
                  </a:lnTo>
                  <a:lnTo>
                    <a:pt x="140930" y="96979"/>
                  </a:lnTo>
                  <a:lnTo>
                    <a:pt x="140452" y="96024"/>
                  </a:lnTo>
                  <a:lnTo>
                    <a:pt x="140452" y="95546"/>
                  </a:lnTo>
                  <a:lnTo>
                    <a:pt x="140452" y="93635"/>
                  </a:lnTo>
                  <a:lnTo>
                    <a:pt x="140452" y="92202"/>
                  </a:lnTo>
                  <a:lnTo>
                    <a:pt x="139019" y="91724"/>
                  </a:lnTo>
                  <a:lnTo>
                    <a:pt x="137586" y="90769"/>
                  </a:lnTo>
                  <a:lnTo>
                    <a:pt x="137108" y="90291"/>
                  </a:lnTo>
                  <a:lnTo>
                    <a:pt x="136153" y="90291"/>
                  </a:lnTo>
                  <a:lnTo>
                    <a:pt x="135197" y="89813"/>
                  </a:lnTo>
                  <a:lnTo>
                    <a:pt x="134242" y="88380"/>
                  </a:lnTo>
                  <a:lnTo>
                    <a:pt x="125165" y="84081"/>
                  </a:lnTo>
                  <a:lnTo>
                    <a:pt x="124687" y="83125"/>
                  </a:lnTo>
                  <a:lnTo>
                    <a:pt x="124210" y="83603"/>
                  </a:lnTo>
                  <a:lnTo>
                    <a:pt x="123254" y="83603"/>
                  </a:lnTo>
                  <a:lnTo>
                    <a:pt x="122299" y="83125"/>
                  </a:lnTo>
                  <a:lnTo>
                    <a:pt x="120865" y="82647"/>
                  </a:lnTo>
                  <a:lnTo>
                    <a:pt x="119910" y="82647"/>
                  </a:lnTo>
                  <a:lnTo>
                    <a:pt x="118954" y="82170"/>
                  </a:lnTo>
                  <a:lnTo>
                    <a:pt x="117521" y="82170"/>
                  </a:lnTo>
                  <a:lnTo>
                    <a:pt x="116566" y="82170"/>
                  </a:lnTo>
                  <a:lnTo>
                    <a:pt x="111788" y="80736"/>
                  </a:lnTo>
                  <a:lnTo>
                    <a:pt x="107489" y="78348"/>
                  </a:lnTo>
                  <a:lnTo>
                    <a:pt x="103667" y="77392"/>
                  </a:lnTo>
                  <a:lnTo>
                    <a:pt x="101278" y="76437"/>
                  </a:lnTo>
                  <a:lnTo>
                    <a:pt x="98890" y="75481"/>
                  </a:lnTo>
                  <a:lnTo>
                    <a:pt x="93635" y="74526"/>
                  </a:lnTo>
                  <a:lnTo>
                    <a:pt x="88380" y="74048"/>
                  </a:lnTo>
                  <a:lnTo>
                    <a:pt x="86469" y="73570"/>
                  </a:lnTo>
                  <a:lnTo>
                    <a:pt x="85035" y="74048"/>
                  </a:lnTo>
                  <a:lnTo>
                    <a:pt x="83603" y="74048"/>
                  </a:lnTo>
                  <a:lnTo>
                    <a:pt x="75003" y="69271"/>
                  </a:lnTo>
                  <a:lnTo>
                    <a:pt x="73092" y="67360"/>
                  </a:lnTo>
                  <a:lnTo>
                    <a:pt x="73570" y="65927"/>
                  </a:lnTo>
                  <a:lnTo>
                    <a:pt x="74048" y="64971"/>
                  </a:lnTo>
                  <a:lnTo>
                    <a:pt x="77392" y="64493"/>
                  </a:lnTo>
                  <a:lnTo>
                    <a:pt x="75003" y="64493"/>
                  </a:lnTo>
                  <a:lnTo>
                    <a:pt x="74048" y="64493"/>
                  </a:lnTo>
                  <a:lnTo>
                    <a:pt x="71659" y="65449"/>
                  </a:lnTo>
                  <a:lnTo>
                    <a:pt x="70704" y="65449"/>
                  </a:lnTo>
                  <a:lnTo>
                    <a:pt x="69271" y="64971"/>
                  </a:lnTo>
                  <a:lnTo>
                    <a:pt x="67360" y="64016"/>
                  </a:lnTo>
                  <a:lnTo>
                    <a:pt x="64971" y="64971"/>
                  </a:lnTo>
                  <a:lnTo>
                    <a:pt x="64015" y="63538"/>
                  </a:lnTo>
                  <a:lnTo>
                    <a:pt x="63538" y="62583"/>
                  </a:lnTo>
                  <a:lnTo>
                    <a:pt x="62582" y="62105"/>
                  </a:lnTo>
                  <a:lnTo>
                    <a:pt x="61627" y="62105"/>
                  </a:lnTo>
                  <a:lnTo>
                    <a:pt x="60671" y="62583"/>
                  </a:lnTo>
                  <a:lnTo>
                    <a:pt x="59238" y="62583"/>
                  </a:lnTo>
                  <a:lnTo>
                    <a:pt x="58283" y="61627"/>
                  </a:lnTo>
                  <a:lnTo>
                    <a:pt x="57805" y="60672"/>
                  </a:lnTo>
                  <a:lnTo>
                    <a:pt x="56849" y="60194"/>
                  </a:lnTo>
                  <a:lnTo>
                    <a:pt x="55894" y="59239"/>
                  </a:lnTo>
                  <a:lnTo>
                    <a:pt x="54461" y="58283"/>
                  </a:lnTo>
                  <a:lnTo>
                    <a:pt x="53505" y="56372"/>
                  </a:lnTo>
                  <a:lnTo>
                    <a:pt x="53505" y="53506"/>
                  </a:lnTo>
                  <a:lnTo>
                    <a:pt x="53983" y="52073"/>
                  </a:lnTo>
                  <a:lnTo>
                    <a:pt x="55416" y="50162"/>
                  </a:lnTo>
                  <a:lnTo>
                    <a:pt x="56849" y="48728"/>
                  </a:lnTo>
                  <a:lnTo>
                    <a:pt x="55416" y="48728"/>
                  </a:lnTo>
                  <a:lnTo>
                    <a:pt x="53983" y="49206"/>
                  </a:lnTo>
                  <a:lnTo>
                    <a:pt x="53505" y="50162"/>
                  </a:lnTo>
                  <a:lnTo>
                    <a:pt x="53028" y="51117"/>
                  </a:lnTo>
                  <a:lnTo>
                    <a:pt x="53028" y="54461"/>
                  </a:lnTo>
                  <a:lnTo>
                    <a:pt x="52072" y="55417"/>
                  </a:lnTo>
                  <a:lnTo>
                    <a:pt x="50162" y="54939"/>
                  </a:lnTo>
                  <a:lnTo>
                    <a:pt x="50639" y="56850"/>
                  </a:lnTo>
                  <a:lnTo>
                    <a:pt x="50162" y="58761"/>
                  </a:lnTo>
                  <a:lnTo>
                    <a:pt x="48251" y="61149"/>
                  </a:lnTo>
                  <a:lnTo>
                    <a:pt x="48251" y="62105"/>
                  </a:lnTo>
                  <a:lnTo>
                    <a:pt x="48251" y="63060"/>
                  </a:lnTo>
                  <a:lnTo>
                    <a:pt x="47773" y="64016"/>
                  </a:lnTo>
                  <a:lnTo>
                    <a:pt x="44906" y="66882"/>
                  </a:lnTo>
                  <a:lnTo>
                    <a:pt x="43951" y="66882"/>
                  </a:lnTo>
                  <a:lnTo>
                    <a:pt x="41562" y="66882"/>
                  </a:lnTo>
                  <a:lnTo>
                    <a:pt x="39174" y="67360"/>
                  </a:lnTo>
                  <a:lnTo>
                    <a:pt x="38218" y="66882"/>
                  </a:lnTo>
                  <a:lnTo>
                    <a:pt x="37263" y="65927"/>
                  </a:lnTo>
                  <a:lnTo>
                    <a:pt x="36785" y="64971"/>
                  </a:lnTo>
                  <a:lnTo>
                    <a:pt x="35830" y="62583"/>
                  </a:lnTo>
                  <a:lnTo>
                    <a:pt x="35352" y="60672"/>
                  </a:lnTo>
                  <a:lnTo>
                    <a:pt x="37263" y="57805"/>
                  </a:lnTo>
                  <a:lnTo>
                    <a:pt x="36785" y="55417"/>
                  </a:lnTo>
                  <a:lnTo>
                    <a:pt x="34874" y="53028"/>
                  </a:lnTo>
                  <a:lnTo>
                    <a:pt x="31052" y="50162"/>
                  </a:lnTo>
                  <a:lnTo>
                    <a:pt x="27230" y="47295"/>
                  </a:lnTo>
                  <a:lnTo>
                    <a:pt x="25319" y="46817"/>
                  </a:lnTo>
                  <a:lnTo>
                    <a:pt x="21975" y="46340"/>
                  </a:lnTo>
                  <a:lnTo>
                    <a:pt x="21020" y="46340"/>
                  </a:lnTo>
                  <a:lnTo>
                    <a:pt x="20064" y="44907"/>
                  </a:lnTo>
                  <a:lnTo>
                    <a:pt x="19587" y="43951"/>
                  </a:lnTo>
                  <a:lnTo>
                    <a:pt x="21498" y="43474"/>
                  </a:lnTo>
                  <a:lnTo>
                    <a:pt x="24842" y="42040"/>
                  </a:lnTo>
                  <a:lnTo>
                    <a:pt x="26753" y="42040"/>
                  </a:lnTo>
                  <a:lnTo>
                    <a:pt x="31530" y="42996"/>
                  </a:lnTo>
                  <a:lnTo>
                    <a:pt x="32963" y="43474"/>
                  </a:lnTo>
                  <a:lnTo>
                    <a:pt x="34396" y="43951"/>
                  </a:lnTo>
                  <a:lnTo>
                    <a:pt x="37740" y="41563"/>
                  </a:lnTo>
                  <a:lnTo>
                    <a:pt x="40607" y="38696"/>
                  </a:lnTo>
                  <a:lnTo>
                    <a:pt x="42517" y="37741"/>
                  </a:lnTo>
                  <a:lnTo>
                    <a:pt x="43951" y="37741"/>
                  </a:lnTo>
                  <a:lnTo>
                    <a:pt x="45384" y="37741"/>
                  </a:lnTo>
                  <a:lnTo>
                    <a:pt x="48251" y="38696"/>
                  </a:lnTo>
                  <a:lnTo>
                    <a:pt x="50639" y="39651"/>
                  </a:lnTo>
                  <a:lnTo>
                    <a:pt x="52072" y="39651"/>
                  </a:lnTo>
                  <a:lnTo>
                    <a:pt x="53028" y="40607"/>
                  </a:lnTo>
                  <a:lnTo>
                    <a:pt x="53983" y="41085"/>
                  </a:lnTo>
                  <a:lnTo>
                    <a:pt x="53983" y="39651"/>
                  </a:lnTo>
                  <a:lnTo>
                    <a:pt x="54939" y="37741"/>
                  </a:lnTo>
                  <a:lnTo>
                    <a:pt x="56372" y="37263"/>
                  </a:lnTo>
                  <a:lnTo>
                    <a:pt x="57328" y="37263"/>
                  </a:lnTo>
                  <a:lnTo>
                    <a:pt x="57805" y="36785"/>
                  </a:lnTo>
                  <a:lnTo>
                    <a:pt x="57805" y="35352"/>
                  </a:lnTo>
                  <a:lnTo>
                    <a:pt x="55894" y="34874"/>
                  </a:lnTo>
                  <a:lnTo>
                    <a:pt x="56849" y="33441"/>
                  </a:lnTo>
                  <a:lnTo>
                    <a:pt x="57805" y="32963"/>
                  </a:lnTo>
                  <a:lnTo>
                    <a:pt x="58283" y="32486"/>
                  </a:lnTo>
                  <a:lnTo>
                    <a:pt x="58283" y="31530"/>
                  </a:lnTo>
                  <a:lnTo>
                    <a:pt x="53983" y="32963"/>
                  </a:lnTo>
                  <a:lnTo>
                    <a:pt x="49683" y="33919"/>
                  </a:lnTo>
                  <a:lnTo>
                    <a:pt x="46817" y="33441"/>
                  </a:lnTo>
                  <a:lnTo>
                    <a:pt x="44428" y="33441"/>
                  </a:lnTo>
                  <a:lnTo>
                    <a:pt x="39174" y="34397"/>
                  </a:lnTo>
                  <a:lnTo>
                    <a:pt x="37263" y="34397"/>
                  </a:lnTo>
                  <a:lnTo>
                    <a:pt x="32485" y="33919"/>
                  </a:lnTo>
                  <a:lnTo>
                    <a:pt x="30097" y="33441"/>
                  </a:lnTo>
                  <a:lnTo>
                    <a:pt x="28186" y="33919"/>
                  </a:lnTo>
                  <a:lnTo>
                    <a:pt x="26275" y="33919"/>
                  </a:lnTo>
                  <a:lnTo>
                    <a:pt x="24364" y="32963"/>
                  </a:lnTo>
                  <a:lnTo>
                    <a:pt x="22453" y="31530"/>
                  </a:lnTo>
                  <a:lnTo>
                    <a:pt x="21975" y="30097"/>
                  </a:lnTo>
                  <a:lnTo>
                    <a:pt x="20542" y="29619"/>
                  </a:lnTo>
                  <a:lnTo>
                    <a:pt x="20064" y="28186"/>
                  </a:lnTo>
                  <a:lnTo>
                    <a:pt x="19109" y="24364"/>
                  </a:lnTo>
                  <a:lnTo>
                    <a:pt x="18631" y="21498"/>
                  </a:lnTo>
                  <a:lnTo>
                    <a:pt x="16721" y="21498"/>
                  </a:lnTo>
                  <a:lnTo>
                    <a:pt x="14809" y="21498"/>
                  </a:lnTo>
                  <a:lnTo>
                    <a:pt x="6210" y="18632"/>
                  </a:lnTo>
                  <a:lnTo>
                    <a:pt x="5255" y="19109"/>
                  </a:lnTo>
                  <a:lnTo>
                    <a:pt x="3821" y="19587"/>
                  </a:lnTo>
                  <a:lnTo>
                    <a:pt x="2389" y="19587"/>
                  </a:lnTo>
                  <a:lnTo>
                    <a:pt x="1433" y="19587"/>
                  </a:lnTo>
                  <a:lnTo>
                    <a:pt x="0" y="19109"/>
                  </a:lnTo>
                  <a:lnTo>
                    <a:pt x="478" y="18632"/>
                  </a:lnTo>
                  <a:lnTo>
                    <a:pt x="1433" y="16721"/>
                  </a:lnTo>
                  <a:lnTo>
                    <a:pt x="1910" y="16243"/>
                  </a:lnTo>
                  <a:lnTo>
                    <a:pt x="3344" y="15287"/>
                  </a:lnTo>
                  <a:lnTo>
                    <a:pt x="4299" y="14332"/>
                  </a:lnTo>
                  <a:lnTo>
                    <a:pt x="5255" y="11466"/>
                  </a:lnTo>
                  <a:lnTo>
                    <a:pt x="5255" y="10510"/>
                  </a:lnTo>
                  <a:lnTo>
                    <a:pt x="5255" y="9555"/>
                  </a:lnTo>
                  <a:lnTo>
                    <a:pt x="5255" y="9077"/>
                  </a:lnTo>
                  <a:lnTo>
                    <a:pt x="6210" y="8599"/>
                  </a:lnTo>
                  <a:lnTo>
                    <a:pt x="9555" y="7644"/>
                  </a:lnTo>
                  <a:lnTo>
                    <a:pt x="16242" y="6210"/>
                  </a:lnTo>
                  <a:lnTo>
                    <a:pt x="18153" y="5255"/>
                  </a:lnTo>
                  <a:lnTo>
                    <a:pt x="19587" y="3822"/>
                  </a:lnTo>
                  <a:lnTo>
                    <a:pt x="21020" y="3344"/>
                  </a:lnTo>
                  <a:lnTo>
                    <a:pt x="21975" y="2389"/>
                  </a:lnTo>
                  <a:lnTo>
                    <a:pt x="22931" y="1911"/>
                  </a:lnTo>
                  <a:lnTo>
                    <a:pt x="27708" y="0"/>
                  </a:lnTo>
                  <a:lnTo>
                    <a:pt x="30097" y="0"/>
                  </a:lnTo>
                  <a:lnTo>
                    <a:pt x="32485" y="0"/>
                  </a:lnTo>
                  <a:lnTo>
                    <a:pt x="37263" y="956"/>
                  </a:lnTo>
                  <a:lnTo>
                    <a:pt x="41562" y="2867"/>
                  </a:lnTo>
                  <a:lnTo>
                    <a:pt x="45384" y="4777"/>
                  </a:lnTo>
                  <a:lnTo>
                    <a:pt x="49206" y="6688"/>
                  </a:lnTo>
                  <a:lnTo>
                    <a:pt x="54461" y="6688"/>
                  </a:lnTo>
                  <a:lnTo>
                    <a:pt x="56849" y="6688"/>
                  </a:lnTo>
                  <a:lnTo>
                    <a:pt x="59238" y="6688"/>
                  </a:lnTo>
                  <a:lnTo>
                    <a:pt x="60194" y="7166"/>
                  </a:lnTo>
                  <a:lnTo>
                    <a:pt x="62105" y="8599"/>
                  </a:lnTo>
                  <a:lnTo>
                    <a:pt x="61627" y="9555"/>
                  </a:lnTo>
                  <a:lnTo>
                    <a:pt x="61149" y="11466"/>
                  </a:lnTo>
                  <a:lnTo>
                    <a:pt x="62105" y="13376"/>
                  </a:lnTo>
                  <a:lnTo>
                    <a:pt x="63538" y="15287"/>
                  </a:lnTo>
                  <a:lnTo>
                    <a:pt x="64493" y="17198"/>
                  </a:lnTo>
                  <a:lnTo>
                    <a:pt x="64971" y="18154"/>
                  </a:lnTo>
                  <a:lnTo>
                    <a:pt x="64493" y="20065"/>
                  </a:lnTo>
                  <a:lnTo>
                    <a:pt x="64015" y="21020"/>
                  </a:lnTo>
                  <a:lnTo>
                    <a:pt x="62582" y="22931"/>
                  </a:lnTo>
                  <a:lnTo>
                    <a:pt x="62105" y="24364"/>
                  </a:lnTo>
                  <a:lnTo>
                    <a:pt x="62582" y="26753"/>
                  </a:lnTo>
                  <a:lnTo>
                    <a:pt x="62582" y="29142"/>
                  </a:lnTo>
                  <a:lnTo>
                    <a:pt x="62582" y="31052"/>
                  </a:lnTo>
                  <a:lnTo>
                    <a:pt x="63060" y="32963"/>
                  </a:lnTo>
                  <a:lnTo>
                    <a:pt x="63538" y="35352"/>
                  </a:lnTo>
                  <a:lnTo>
                    <a:pt x="66882" y="40607"/>
                  </a:lnTo>
                  <a:lnTo>
                    <a:pt x="68793" y="44429"/>
                  </a:lnTo>
                  <a:lnTo>
                    <a:pt x="69748" y="42518"/>
                  </a:lnTo>
                  <a:lnTo>
                    <a:pt x="69271" y="40129"/>
                  </a:lnTo>
                  <a:lnTo>
                    <a:pt x="70226" y="39174"/>
                  </a:lnTo>
                  <a:lnTo>
                    <a:pt x="71181" y="38696"/>
                  </a:lnTo>
                  <a:lnTo>
                    <a:pt x="72137" y="39174"/>
                  </a:lnTo>
                  <a:lnTo>
                    <a:pt x="72615" y="40129"/>
                  </a:lnTo>
                  <a:lnTo>
                    <a:pt x="72615" y="42518"/>
                  </a:lnTo>
                  <a:lnTo>
                    <a:pt x="73570" y="46340"/>
                  </a:lnTo>
                  <a:lnTo>
                    <a:pt x="75003" y="46817"/>
                  </a:lnTo>
                  <a:lnTo>
                    <a:pt x="76437" y="45862"/>
                  </a:lnTo>
                  <a:lnTo>
                    <a:pt x="76914" y="47295"/>
                  </a:lnTo>
                  <a:lnTo>
                    <a:pt x="76914" y="49684"/>
                  </a:lnTo>
                  <a:lnTo>
                    <a:pt x="77392" y="51595"/>
                  </a:lnTo>
                  <a:lnTo>
                    <a:pt x="77870" y="52073"/>
                  </a:lnTo>
                  <a:lnTo>
                    <a:pt x="80258" y="53506"/>
                  </a:lnTo>
                  <a:lnTo>
                    <a:pt x="81692" y="53983"/>
                  </a:lnTo>
                  <a:lnTo>
                    <a:pt x="84558" y="54461"/>
                  </a:lnTo>
                  <a:lnTo>
                    <a:pt x="86947" y="54461"/>
                  </a:lnTo>
                  <a:lnTo>
                    <a:pt x="89335" y="53983"/>
                  </a:lnTo>
                  <a:lnTo>
                    <a:pt x="90769" y="52550"/>
                  </a:lnTo>
                  <a:lnTo>
                    <a:pt x="92201" y="51117"/>
                  </a:lnTo>
                  <a:lnTo>
                    <a:pt x="96501" y="47773"/>
                  </a:lnTo>
                  <a:lnTo>
                    <a:pt x="97935" y="45862"/>
                  </a:lnTo>
                  <a:lnTo>
                    <a:pt x="99367" y="43474"/>
                  </a:lnTo>
                  <a:lnTo>
                    <a:pt x="99845" y="42996"/>
                  </a:lnTo>
                  <a:lnTo>
                    <a:pt x="104145" y="40129"/>
                  </a:lnTo>
                  <a:lnTo>
                    <a:pt x="104622" y="39174"/>
                  </a:lnTo>
                  <a:lnTo>
                    <a:pt x="105578" y="37263"/>
                  </a:lnTo>
                  <a:lnTo>
                    <a:pt x="106533" y="35352"/>
                  </a:lnTo>
                  <a:lnTo>
                    <a:pt x="107011" y="34397"/>
                  </a:lnTo>
                  <a:lnTo>
                    <a:pt x="111788" y="33919"/>
                  </a:lnTo>
                  <a:lnTo>
                    <a:pt x="116088" y="32963"/>
                  </a:lnTo>
                  <a:lnTo>
                    <a:pt x="120865" y="31530"/>
                  </a:lnTo>
                  <a:lnTo>
                    <a:pt x="122776" y="30097"/>
                  </a:lnTo>
                  <a:lnTo>
                    <a:pt x="122776" y="29142"/>
                  </a:lnTo>
                  <a:lnTo>
                    <a:pt x="121821" y="27708"/>
                  </a:lnTo>
                  <a:lnTo>
                    <a:pt x="121821" y="26753"/>
                  </a:lnTo>
                  <a:lnTo>
                    <a:pt x="122776" y="25798"/>
                  </a:lnTo>
                  <a:lnTo>
                    <a:pt x="127076" y="23886"/>
                  </a:lnTo>
                  <a:lnTo>
                    <a:pt x="131376" y="21976"/>
                  </a:lnTo>
                  <a:lnTo>
                    <a:pt x="135197" y="20065"/>
                  </a:lnTo>
                  <a:lnTo>
                    <a:pt x="137586" y="20065"/>
                  </a:lnTo>
                  <a:lnTo>
                    <a:pt x="139497" y="21498"/>
                  </a:lnTo>
                  <a:lnTo>
                    <a:pt x="141408" y="22453"/>
                  </a:lnTo>
                  <a:lnTo>
                    <a:pt x="151918" y="25798"/>
                  </a:lnTo>
                  <a:lnTo>
                    <a:pt x="153829" y="26753"/>
                  </a:lnTo>
                  <a:lnTo>
                    <a:pt x="155262" y="28186"/>
                  </a:lnTo>
                  <a:lnTo>
                    <a:pt x="157173" y="29142"/>
                  </a:lnTo>
                  <a:lnTo>
                    <a:pt x="159561" y="29619"/>
                  </a:lnTo>
                  <a:lnTo>
                    <a:pt x="161950" y="30097"/>
                  </a:lnTo>
                  <a:lnTo>
                    <a:pt x="163861" y="31530"/>
                  </a:lnTo>
                  <a:lnTo>
                    <a:pt x="168638" y="33441"/>
                  </a:lnTo>
                  <a:lnTo>
                    <a:pt x="174371" y="35830"/>
                  </a:lnTo>
                  <a:lnTo>
                    <a:pt x="176282" y="35830"/>
                  </a:lnTo>
                  <a:lnTo>
                    <a:pt x="182015" y="35830"/>
                  </a:lnTo>
                  <a:lnTo>
                    <a:pt x="182970" y="36308"/>
                  </a:lnTo>
                  <a:lnTo>
                    <a:pt x="183926" y="37263"/>
                  </a:lnTo>
                  <a:lnTo>
                    <a:pt x="184403" y="37263"/>
                  </a:lnTo>
                  <a:lnTo>
                    <a:pt x="191092" y="37741"/>
                  </a:lnTo>
                  <a:lnTo>
                    <a:pt x="192047" y="38218"/>
                  </a:lnTo>
                  <a:lnTo>
                    <a:pt x="193002" y="38696"/>
                  </a:lnTo>
                  <a:lnTo>
                    <a:pt x="193480" y="40607"/>
                  </a:lnTo>
                  <a:lnTo>
                    <a:pt x="198258" y="40607"/>
                  </a:lnTo>
                  <a:lnTo>
                    <a:pt x="198258" y="42040"/>
                  </a:lnTo>
                  <a:lnTo>
                    <a:pt x="198258" y="43951"/>
                  </a:lnTo>
                  <a:lnTo>
                    <a:pt x="198258" y="47773"/>
                  </a:lnTo>
                  <a:lnTo>
                    <a:pt x="198258" y="51595"/>
                  </a:lnTo>
                  <a:lnTo>
                    <a:pt x="198258" y="54939"/>
                  </a:lnTo>
                  <a:lnTo>
                    <a:pt x="198258" y="58761"/>
                  </a:lnTo>
                  <a:lnTo>
                    <a:pt x="198258" y="62583"/>
                  </a:lnTo>
                  <a:lnTo>
                    <a:pt x="198258" y="66405"/>
                  </a:lnTo>
                  <a:lnTo>
                    <a:pt x="198258" y="69749"/>
                  </a:lnTo>
                  <a:lnTo>
                    <a:pt x="198258" y="73570"/>
                  </a:lnTo>
                  <a:lnTo>
                    <a:pt x="198258" y="77392"/>
                  </a:lnTo>
                  <a:lnTo>
                    <a:pt x="198258" y="80736"/>
                  </a:lnTo>
                  <a:lnTo>
                    <a:pt x="198258" y="84558"/>
                  </a:lnTo>
                  <a:lnTo>
                    <a:pt x="198258" y="88380"/>
                  </a:lnTo>
                  <a:lnTo>
                    <a:pt x="198258" y="92202"/>
                  </a:lnTo>
                  <a:lnTo>
                    <a:pt x="198258" y="95546"/>
                  </a:lnTo>
                  <a:lnTo>
                    <a:pt x="198258" y="99368"/>
                  </a:lnTo>
                  <a:lnTo>
                    <a:pt x="198258" y="103190"/>
                  </a:lnTo>
                  <a:lnTo>
                    <a:pt x="198258" y="107012"/>
                  </a:lnTo>
                  <a:lnTo>
                    <a:pt x="198258" y="108445"/>
                  </a:lnTo>
                  <a:lnTo>
                    <a:pt x="197302" y="110356"/>
                  </a:lnTo>
                  <a:lnTo>
                    <a:pt x="196347" y="113222"/>
                  </a:lnTo>
                  <a:lnTo>
                    <a:pt x="195869" y="115611"/>
                  </a:lnTo>
                  <a:lnTo>
                    <a:pt x="196824" y="117522"/>
                  </a:lnTo>
                  <a:lnTo>
                    <a:pt x="198258" y="118477"/>
                  </a:lnTo>
                  <a:lnTo>
                    <a:pt x="198258" y="121821"/>
                  </a:lnTo>
                  <a:lnTo>
                    <a:pt x="198258" y="125165"/>
                  </a:lnTo>
                  <a:lnTo>
                    <a:pt x="198258" y="128987"/>
                  </a:lnTo>
                  <a:lnTo>
                    <a:pt x="198258" y="132809"/>
                  </a:lnTo>
                  <a:lnTo>
                    <a:pt x="198258" y="136153"/>
                  </a:lnTo>
                  <a:lnTo>
                    <a:pt x="198258" y="139975"/>
                  </a:lnTo>
                  <a:lnTo>
                    <a:pt x="198258" y="143797"/>
                  </a:lnTo>
                  <a:lnTo>
                    <a:pt x="198258" y="147619"/>
                  </a:lnTo>
                  <a:lnTo>
                    <a:pt x="198258" y="151440"/>
                  </a:lnTo>
                  <a:lnTo>
                    <a:pt x="198258" y="154784"/>
                  </a:lnTo>
                  <a:lnTo>
                    <a:pt x="198258" y="15860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226F6CF0-328B-2224-8867-6AF7047FDAD9}"/>
                </a:ext>
              </a:extLst>
            </p:cNvPr>
            <p:cNvSpPr/>
            <p:nvPr/>
          </p:nvSpPr>
          <p:spPr>
            <a:xfrm>
              <a:off x="8655674" y="4099038"/>
              <a:ext cx="1910" cy="1910"/>
            </a:xfrm>
            <a:custGeom>
              <a:avLst/>
              <a:gdLst>
                <a:gd name="csX0" fmla="*/ 1910 w 1910"/>
                <a:gd name="csY0" fmla="*/ 478 h 1910"/>
                <a:gd name="csX1" fmla="*/ 1433 w 1910"/>
                <a:gd name="csY1" fmla="*/ 1433 h 1910"/>
                <a:gd name="csX2" fmla="*/ 955 w 1910"/>
                <a:gd name="csY2" fmla="*/ 1911 h 1910"/>
                <a:gd name="csX3" fmla="*/ 0 w 1910"/>
                <a:gd name="csY3" fmla="*/ 955 h 1910"/>
                <a:gd name="csX4" fmla="*/ 0 w 1910"/>
                <a:gd name="csY4" fmla="*/ 478 h 1910"/>
                <a:gd name="csX5" fmla="*/ 0 w 1910"/>
                <a:gd name="csY5" fmla="*/ 0 h 1910"/>
                <a:gd name="csX6" fmla="*/ 478 w 1910"/>
                <a:gd name="csY6" fmla="*/ 0 h 1910"/>
                <a:gd name="csX7" fmla="*/ 1910 w 1910"/>
                <a:gd name="csY7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1910">
                  <a:moveTo>
                    <a:pt x="1910" y="478"/>
                  </a:moveTo>
                  <a:lnTo>
                    <a:pt x="1433" y="1433"/>
                  </a:lnTo>
                  <a:lnTo>
                    <a:pt x="955" y="1911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91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97AE1FB8-BA31-F47A-856E-8C107DF2CBB7}"/>
                </a:ext>
              </a:extLst>
            </p:cNvPr>
            <p:cNvSpPr/>
            <p:nvPr/>
          </p:nvSpPr>
          <p:spPr>
            <a:xfrm>
              <a:off x="8643252" y="5034910"/>
              <a:ext cx="10988" cy="6688"/>
            </a:xfrm>
            <a:custGeom>
              <a:avLst/>
              <a:gdLst>
                <a:gd name="csX0" fmla="*/ 9077 w 10988"/>
                <a:gd name="csY0" fmla="*/ 478 h 6688"/>
                <a:gd name="csX1" fmla="*/ 10988 w 10988"/>
                <a:gd name="csY1" fmla="*/ 2389 h 6688"/>
                <a:gd name="csX2" fmla="*/ 8122 w 10988"/>
                <a:gd name="csY2" fmla="*/ 2867 h 6688"/>
                <a:gd name="csX3" fmla="*/ 7166 w 10988"/>
                <a:gd name="csY3" fmla="*/ 3344 h 6688"/>
                <a:gd name="csX4" fmla="*/ 5733 w 10988"/>
                <a:gd name="csY4" fmla="*/ 5255 h 6688"/>
                <a:gd name="csX5" fmla="*/ 4777 w 10988"/>
                <a:gd name="csY5" fmla="*/ 4777 h 6688"/>
                <a:gd name="csX6" fmla="*/ 3822 w 10988"/>
                <a:gd name="csY6" fmla="*/ 5733 h 6688"/>
                <a:gd name="csX7" fmla="*/ 2867 w 10988"/>
                <a:gd name="csY7" fmla="*/ 6210 h 6688"/>
                <a:gd name="csX8" fmla="*/ 1911 w 10988"/>
                <a:gd name="csY8" fmla="*/ 6210 h 6688"/>
                <a:gd name="csX9" fmla="*/ 0 w 10988"/>
                <a:gd name="csY9" fmla="*/ 6688 h 6688"/>
                <a:gd name="csX10" fmla="*/ 0 w 10988"/>
                <a:gd name="csY10" fmla="*/ 6210 h 6688"/>
                <a:gd name="csX11" fmla="*/ 0 w 10988"/>
                <a:gd name="csY11" fmla="*/ 4300 h 6688"/>
                <a:gd name="csX12" fmla="*/ 1433 w 10988"/>
                <a:gd name="csY12" fmla="*/ 2389 h 6688"/>
                <a:gd name="csX13" fmla="*/ 2867 w 10988"/>
                <a:gd name="csY13" fmla="*/ 1433 h 6688"/>
                <a:gd name="csX14" fmla="*/ 6211 w 10988"/>
                <a:gd name="csY14" fmla="*/ 956 h 6688"/>
                <a:gd name="csX15" fmla="*/ 8599 w 10988"/>
                <a:gd name="csY15" fmla="*/ 0 h 6688"/>
                <a:gd name="csX16" fmla="*/ 9077 w 10988"/>
                <a:gd name="csY16" fmla="*/ 47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988" h="6688">
                  <a:moveTo>
                    <a:pt x="9077" y="478"/>
                  </a:moveTo>
                  <a:lnTo>
                    <a:pt x="10988" y="2389"/>
                  </a:lnTo>
                  <a:lnTo>
                    <a:pt x="8122" y="2867"/>
                  </a:lnTo>
                  <a:lnTo>
                    <a:pt x="7166" y="3344"/>
                  </a:lnTo>
                  <a:lnTo>
                    <a:pt x="5733" y="5255"/>
                  </a:lnTo>
                  <a:lnTo>
                    <a:pt x="4777" y="4777"/>
                  </a:lnTo>
                  <a:lnTo>
                    <a:pt x="3822" y="5733"/>
                  </a:lnTo>
                  <a:lnTo>
                    <a:pt x="2867" y="6210"/>
                  </a:lnTo>
                  <a:lnTo>
                    <a:pt x="1911" y="6210"/>
                  </a:lnTo>
                  <a:lnTo>
                    <a:pt x="0" y="6688"/>
                  </a:lnTo>
                  <a:lnTo>
                    <a:pt x="0" y="6210"/>
                  </a:lnTo>
                  <a:lnTo>
                    <a:pt x="0" y="4300"/>
                  </a:lnTo>
                  <a:lnTo>
                    <a:pt x="1433" y="2389"/>
                  </a:lnTo>
                  <a:lnTo>
                    <a:pt x="2867" y="1433"/>
                  </a:lnTo>
                  <a:lnTo>
                    <a:pt x="6211" y="956"/>
                  </a:lnTo>
                  <a:lnTo>
                    <a:pt x="8599" y="0"/>
                  </a:lnTo>
                  <a:lnTo>
                    <a:pt x="90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98ACF098-07EC-5ADF-DB65-F57F9F711210}"/>
                </a:ext>
              </a:extLst>
            </p:cNvPr>
            <p:cNvSpPr/>
            <p:nvPr/>
          </p:nvSpPr>
          <p:spPr>
            <a:xfrm>
              <a:off x="8648508" y="5046376"/>
              <a:ext cx="2866" cy="2388"/>
            </a:xfrm>
            <a:custGeom>
              <a:avLst/>
              <a:gdLst>
                <a:gd name="csX0" fmla="*/ 2866 w 2866"/>
                <a:gd name="csY0" fmla="*/ 956 h 2388"/>
                <a:gd name="csX1" fmla="*/ 2866 w 2866"/>
                <a:gd name="csY1" fmla="*/ 1911 h 2388"/>
                <a:gd name="csX2" fmla="*/ 955 w 2866"/>
                <a:gd name="csY2" fmla="*/ 2389 h 2388"/>
                <a:gd name="csX3" fmla="*/ 0 w 2866"/>
                <a:gd name="csY3" fmla="*/ 2389 h 2388"/>
                <a:gd name="csX4" fmla="*/ 0 w 2866"/>
                <a:gd name="csY4" fmla="*/ 1911 h 2388"/>
                <a:gd name="csX5" fmla="*/ 955 w 2866"/>
                <a:gd name="csY5" fmla="*/ 956 h 2388"/>
                <a:gd name="csX6" fmla="*/ 1433 w 2866"/>
                <a:gd name="csY6" fmla="*/ 0 h 2388"/>
                <a:gd name="csX7" fmla="*/ 2866 w 2866"/>
                <a:gd name="csY7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388">
                  <a:moveTo>
                    <a:pt x="2866" y="956"/>
                  </a:moveTo>
                  <a:lnTo>
                    <a:pt x="2866" y="1911"/>
                  </a:lnTo>
                  <a:lnTo>
                    <a:pt x="955" y="2389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955" y="956"/>
                  </a:lnTo>
                  <a:lnTo>
                    <a:pt x="1433" y="0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BBDF662C-2770-4866-24DE-840C2FCE1ED4}"/>
                </a:ext>
              </a:extLst>
            </p:cNvPr>
            <p:cNvSpPr/>
            <p:nvPr/>
          </p:nvSpPr>
          <p:spPr>
            <a:xfrm>
              <a:off x="8648508" y="3890270"/>
              <a:ext cx="2866" cy="3821"/>
            </a:xfrm>
            <a:custGeom>
              <a:avLst/>
              <a:gdLst>
                <a:gd name="csX0" fmla="*/ 2866 w 2866"/>
                <a:gd name="csY0" fmla="*/ 0 h 3821"/>
                <a:gd name="csX1" fmla="*/ 1910 w 2866"/>
                <a:gd name="csY1" fmla="*/ 3344 h 3821"/>
                <a:gd name="csX2" fmla="*/ 1433 w 2866"/>
                <a:gd name="csY2" fmla="*/ 3344 h 3821"/>
                <a:gd name="csX3" fmla="*/ 955 w 2866"/>
                <a:gd name="csY3" fmla="*/ 3822 h 3821"/>
                <a:gd name="csX4" fmla="*/ 478 w 2866"/>
                <a:gd name="csY4" fmla="*/ 3344 h 3821"/>
                <a:gd name="csX5" fmla="*/ 0 w 2866"/>
                <a:gd name="csY5" fmla="*/ 1433 h 3821"/>
                <a:gd name="csX6" fmla="*/ 478 w 2866"/>
                <a:gd name="csY6" fmla="*/ 478 h 3821"/>
                <a:gd name="csX7" fmla="*/ 1433 w 2866"/>
                <a:gd name="csY7" fmla="*/ 0 h 3821"/>
                <a:gd name="csX8" fmla="*/ 2866 w 2866"/>
                <a:gd name="csY8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3821">
                  <a:moveTo>
                    <a:pt x="2866" y="0"/>
                  </a:moveTo>
                  <a:lnTo>
                    <a:pt x="1910" y="3344"/>
                  </a:lnTo>
                  <a:lnTo>
                    <a:pt x="1433" y="3344"/>
                  </a:lnTo>
                  <a:lnTo>
                    <a:pt x="955" y="3822"/>
                  </a:lnTo>
                  <a:lnTo>
                    <a:pt x="478" y="3344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1E1B3921-00B4-E323-1966-51229ABB8160}"/>
                </a:ext>
              </a:extLst>
            </p:cNvPr>
            <p:cNvSpPr/>
            <p:nvPr/>
          </p:nvSpPr>
          <p:spPr>
            <a:xfrm>
              <a:off x="8647552" y="4063208"/>
              <a:ext cx="1911" cy="1910"/>
            </a:xfrm>
            <a:custGeom>
              <a:avLst/>
              <a:gdLst>
                <a:gd name="csX0" fmla="*/ 956 w 1911"/>
                <a:gd name="csY0" fmla="*/ 0 h 1910"/>
                <a:gd name="csX1" fmla="*/ 1911 w 1911"/>
                <a:gd name="csY1" fmla="*/ 955 h 1910"/>
                <a:gd name="csX2" fmla="*/ 1433 w 1911"/>
                <a:gd name="csY2" fmla="*/ 1911 h 1910"/>
                <a:gd name="csX3" fmla="*/ 478 w 1911"/>
                <a:gd name="csY3" fmla="*/ 1911 h 1910"/>
                <a:gd name="csX4" fmla="*/ 0 w 1911"/>
                <a:gd name="csY4" fmla="*/ 955 h 1910"/>
                <a:gd name="csX5" fmla="*/ 0 w 1911"/>
                <a:gd name="csY5" fmla="*/ 0 h 1910"/>
                <a:gd name="csX6" fmla="*/ 956 w 1911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0">
                  <a:moveTo>
                    <a:pt x="956" y="0"/>
                  </a:moveTo>
                  <a:lnTo>
                    <a:pt x="1911" y="955"/>
                  </a:lnTo>
                  <a:lnTo>
                    <a:pt x="1433" y="1911"/>
                  </a:lnTo>
                  <a:lnTo>
                    <a:pt x="478" y="1911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79FC69C0-2353-323E-294D-5BB4D30BE97C}"/>
                </a:ext>
              </a:extLst>
            </p:cNvPr>
            <p:cNvSpPr/>
            <p:nvPr/>
          </p:nvSpPr>
          <p:spPr>
            <a:xfrm>
              <a:off x="8613633" y="4868183"/>
              <a:ext cx="26275" cy="19109"/>
            </a:xfrm>
            <a:custGeom>
              <a:avLst/>
              <a:gdLst>
                <a:gd name="csX0" fmla="*/ 25798 w 26275"/>
                <a:gd name="csY0" fmla="*/ 3822 h 19109"/>
                <a:gd name="csX1" fmla="*/ 26275 w 26275"/>
                <a:gd name="csY1" fmla="*/ 5733 h 19109"/>
                <a:gd name="csX2" fmla="*/ 24364 w 26275"/>
                <a:gd name="csY2" fmla="*/ 9077 h 19109"/>
                <a:gd name="csX3" fmla="*/ 22453 w 26275"/>
                <a:gd name="csY3" fmla="*/ 12421 h 19109"/>
                <a:gd name="csX4" fmla="*/ 19109 w 26275"/>
                <a:gd name="csY4" fmla="*/ 14809 h 19109"/>
                <a:gd name="csX5" fmla="*/ 17198 w 26275"/>
                <a:gd name="csY5" fmla="*/ 16243 h 19109"/>
                <a:gd name="csX6" fmla="*/ 12898 w 26275"/>
                <a:gd name="csY6" fmla="*/ 18631 h 19109"/>
                <a:gd name="csX7" fmla="*/ 6211 w 26275"/>
                <a:gd name="csY7" fmla="*/ 18631 h 19109"/>
                <a:gd name="csX8" fmla="*/ 4300 w 26275"/>
                <a:gd name="csY8" fmla="*/ 18154 h 19109"/>
                <a:gd name="csX9" fmla="*/ 478 w 26275"/>
                <a:gd name="csY9" fmla="*/ 19109 h 19109"/>
                <a:gd name="csX10" fmla="*/ 0 w 26275"/>
                <a:gd name="csY10" fmla="*/ 18631 h 19109"/>
                <a:gd name="csX11" fmla="*/ 478 w 26275"/>
                <a:gd name="csY11" fmla="*/ 16243 h 19109"/>
                <a:gd name="csX12" fmla="*/ 3344 w 26275"/>
                <a:gd name="csY12" fmla="*/ 10032 h 19109"/>
                <a:gd name="csX13" fmla="*/ 7166 w 26275"/>
                <a:gd name="csY13" fmla="*/ 4777 h 19109"/>
                <a:gd name="csX14" fmla="*/ 8599 w 26275"/>
                <a:gd name="csY14" fmla="*/ 3344 h 19109"/>
                <a:gd name="csX15" fmla="*/ 10510 w 26275"/>
                <a:gd name="csY15" fmla="*/ 2389 h 19109"/>
                <a:gd name="csX16" fmla="*/ 12898 w 26275"/>
                <a:gd name="csY16" fmla="*/ 1433 h 19109"/>
                <a:gd name="csX17" fmla="*/ 17676 w 26275"/>
                <a:gd name="csY17" fmla="*/ 0 h 19109"/>
                <a:gd name="csX18" fmla="*/ 21975 w 26275"/>
                <a:gd name="csY18" fmla="*/ 478 h 19109"/>
                <a:gd name="csX19" fmla="*/ 22931 w 26275"/>
                <a:gd name="csY19" fmla="*/ 955 h 19109"/>
                <a:gd name="csX20" fmla="*/ 24842 w 26275"/>
                <a:gd name="csY20" fmla="*/ 2389 h 19109"/>
                <a:gd name="csX21" fmla="*/ 25798 w 26275"/>
                <a:gd name="csY21" fmla="*/ 3822 h 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6275" h="19109">
                  <a:moveTo>
                    <a:pt x="25798" y="3822"/>
                  </a:moveTo>
                  <a:lnTo>
                    <a:pt x="26275" y="5733"/>
                  </a:lnTo>
                  <a:lnTo>
                    <a:pt x="24364" y="9077"/>
                  </a:lnTo>
                  <a:lnTo>
                    <a:pt x="22453" y="12421"/>
                  </a:lnTo>
                  <a:lnTo>
                    <a:pt x="19109" y="14809"/>
                  </a:lnTo>
                  <a:lnTo>
                    <a:pt x="17198" y="16243"/>
                  </a:lnTo>
                  <a:lnTo>
                    <a:pt x="12898" y="18631"/>
                  </a:lnTo>
                  <a:lnTo>
                    <a:pt x="6211" y="18631"/>
                  </a:lnTo>
                  <a:lnTo>
                    <a:pt x="4300" y="18154"/>
                  </a:lnTo>
                  <a:lnTo>
                    <a:pt x="478" y="19109"/>
                  </a:lnTo>
                  <a:lnTo>
                    <a:pt x="0" y="18631"/>
                  </a:lnTo>
                  <a:lnTo>
                    <a:pt x="478" y="16243"/>
                  </a:lnTo>
                  <a:lnTo>
                    <a:pt x="3344" y="10032"/>
                  </a:lnTo>
                  <a:lnTo>
                    <a:pt x="7166" y="4777"/>
                  </a:lnTo>
                  <a:lnTo>
                    <a:pt x="8599" y="3344"/>
                  </a:lnTo>
                  <a:lnTo>
                    <a:pt x="10510" y="2389"/>
                  </a:lnTo>
                  <a:lnTo>
                    <a:pt x="12898" y="1433"/>
                  </a:lnTo>
                  <a:lnTo>
                    <a:pt x="17676" y="0"/>
                  </a:lnTo>
                  <a:lnTo>
                    <a:pt x="21975" y="478"/>
                  </a:lnTo>
                  <a:lnTo>
                    <a:pt x="22931" y="955"/>
                  </a:lnTo>
                  <a:lnTo>
                    <a:pt x="24842" y="2389"/>
                  </a:lnTo>
                  <a:lnTo>
                    <a:pt x="25798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B80D34A8-3A02-6590-7525-9B8392B9CBA5}"/>
                </a:ext>
              </a:extLst>
            </p:cNvPr>
            <p:cNvSpPr/>
            <p:nvPr/>
          </p:nvSpPr>
          <p:spPr>
            <a:xfrm>
              <a:off x="8631787" y="4882992"/>
              <a:ext cx="6687" cy="3821"/>
            </a:xfrm>
            <a:custGeom>
              <a:avLst/>
              <a:gdLst>
                <a:gd name="csX0" fmla="*/ 4299 w 6687"/>
                <a:gd name="csY0" fmla="*/ 0 h 3821"/>
                <a:gd name="csX1" fmla="*/ 6688 w 6687"/>
                <a:gd name="csY1" fmla="*/ 2866 h 3821"/>
                <a:gd name="csX2" fmla="*/ 6210 w 6687"/>
                <a:gd name="csY2" fmla="*/ 3822 h 3821"/>
                <a:gd name="csX3" fmla="*/ 5255 w 6687"/>
                <a:gd name="csY3" fmla="*/ 3822 h 3821"/>
                <a:gd name="csX4" fmla="*/ 478 w 6687"/>
                <a:gd name="csY4" fmla="*/ 3344 h 3821"/>
                <a:gd name="csX5" fmla="*/ 0 w 6687"/>
                <a:gd name="csY5" fmla="*/ 2866 h 3821"/>
                <a:gd name="csX6" fmla="*/ 0 w 6687"/>
                <a:gd name="csY6" fmla="*/ 2389 h 3821"/>
                <a:gd name="csX7" fmla="*/ 955 w 6687"/>
                <a:gd name="csY7" fmla="*/ 1433 h 3821"/>
                <a:gd name="csX8" fmla="*/ 1910 w 6687"/>
                <a:gd name="csY8" fmla="*/ 0 h 3821"/>
                <a:gd name="csX9" fmla="*/ 3821 w 6687"/>
                <a:gd name="csY9" fmla="*/ 0 h 3821"/>
                <a:gd name="csX10" fmla="*/ 4299 w 6687"/>
                <a:gd name="csY10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7" h="3821">
                  <a:moveTo>
                    <a:pt x="4299" y="0"/>
                  </a:moveTo>
                  <a:lnTo>
                    <a:pt x="6688" y="2866"/>
                  </a:lnTo>
                  <a:lnTo>
                    <a:pt x="6210" y="3822"/>
                  </a:lnTo>
                  <a:lnTo>
                    <a:pt x="5255" y="3822"/>
                  </a:lnTo>
                  <a:lnTo>
                    <a:pt x="478" y="3344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955" y="1433"/>
                  </a:lnTo>
                  <a:lnTo>
                    <a:pt x="1910" y="0"/>
                  </a:lnTo>
                  <a:lnTo>
                    <a:pt x="3821" y="0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F3CA49E4-BF5B-D3F3-E3FE-F1EFF1947FD0}"/>
                </a:ext>
              </a:extLst>
            </p:cNvPr>
            <p:cNvSpPr/>
            <p:nvPr/>
          </p:nvSpPr>
          <p:spPr>
            <a:xfrm>
              <a:off x="8625099" y="3983428"/>
              <a:ext cx="6688" cy="10987"/>
            </a:xfrm>
            <a:custGeom>
              <a:avLst/>
              <a:gdLst>
                <a:gd name="csX0" fmla="*/ 6688 w 6688"/>
                <a:gd name="csY0" fmla="*/ 5733 h 10987"/>
                <a:gd name="csX1" fmla="*/ 5255 w 6688"/>
                <a:gd name="csY1" fmla="*/ 9077 h 10987"/>
                <a:gd name="csX2" fmla="*/ 2389 w 6688"/>
                <a:gd name="csY2" fmla="*/ 10988 h 10987"/>
                <a:gd name="csX3" fmla="*/ 478 w 6688"/>
                <a:gd name="csY3" fmla="*/ 10988 h 10987"/>
                <a:gd name="csX4" fmla="*/ 0 w 6688"/>
                <a:gd name="csY4" fmla="*/ 10988 h 10987"/>
                <a:gd name="csX5" fmla="*/ 955 w 6688"/>
                <a:gd name="csY5" fmla="*/ 10510 h 10987"/>
                <a:gd name="csX6" fmla="*/ 955 w 6688"/>
                <a:gd name="csY6" fmla="*/ 9555 h 10987"/>
                <a:gd name="csX7" fmla="*/ 1911 w 6688"/>
                <a:gd name="csY7" fmla="*/ 7644 h 10987"/>
                <a:gd name="csX8" fmla="*/ 1911 w 6688"/>
                <a:gd name="csY8" fmla="*/ 7166 h 10987"/>
                <a:gd name="csX9" fmla="*/ 0 w 6688"/>
                <a:gd name="csY9" fmla="*/ 7166 h 10987"/>
                <a:gd name="csX10" fmla="*/ 478 w 6688"/>
                <a:gd name="csY10" fmla="*/ 5255 h 10987"/>
                <a:gd name="csX11" fmla="*/ 1433 w 6688"/>
                <a:gd name="csY11" fmla="*/ 3344 h 10987"/>
                <a:gd name="csX12" fmla="*/ 4300 w 6688"/>
                <a:gd name="csY12" fmla="*/ 478 h 10987"/>
                <a:gd name="csX13" fmla="*/ 5255 w 6688"/>
                <a:gd name="csY13" fmla="*/ 0 h 10987"/>
                <a:gd name="csX14" fmla="*/ 5255 w 6688"/>
                <a:gd name="csY14" fmla="*/ 956 h 10987"/>
                <a:gd name="csX15" fmla="*/ 4777 w 6688"/>
                <a:gd name="csY15" fmla="*/ 4299 h 10987"/>
                <a:gd name="csX16" fmla="*/ 4300 w 6688"/>
                <a:gd name="csY16" fmla="*/ 5255 h 10987"/>
                <a:gd name="csX17" fmla="*/ 6688 w 6688"/>
                <a:gd name="csY17" fmla="*/ 5733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688" h="10987">
                  <a:moveTo>
                    <a:pt x="6688" y="5733"/>
                  </a:moveTo>
                  <a:lnTo>
                    <a:pt x="5255" y="9077"/>
                  </a:lnTo>
                  <a:lnTo>
                    <a:pt x="2389" y="10988"/>
                  </a:lnTo>
                  <a:lnTo>
                    <a:pt x="478" y="10988"/>
                  </a:lnTo>
                  <a:lnTo>
                    <a:pt x="0" y="10988"/>
                  </a:lnTo>
                  <a:lnTo>
                    <a:pt x="955" y="10510"/>
                  </a:lnTo>
                  <a:lnTo>
                    <a:pt x="955" y="9555"/>
                  </a:lnTo>
                  <a:lnTo>
                    <a:pt x="1911" y="7644"/>
                  </a:lnTo>
                  <a:lnTo>
                    <a:pt x="1911" y="7166"/>
                  </a:lnTo>
                  <a:lnTo>
                    <a:pt x="0" y="7166"/>
                  </a:lnTo>
                  <a:lnTo>
                    <a:pt x="478" y="5255"/>
                  </a:lnTo>
                  <a:lnTo>
                    <a:pt x="1433" y="3344"/>
                  </a:lnTo>
                  <a:lnTo>
                    <a:pt x="4300" y="478"/>
                  </a:lnTo>
                  <a:lnTo>
                    <a:pt x="5255" y="0"/>
                  </a:lnTo>
                  <a:lnTo>
                    <a:pt x="5255" y="956"/>
                  </a:lnTo>
                  <a:lnTo>
                    <a:pt x="4777" y="4299"/>
                  </a:lnTo>
                  <a:lnTo>
                    <a:pt x="4300" y="5255"/>
                  </a:lnTo>
                  <a:lnTo>
                    <a:pt x="6688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3FDD081F-1180-A697-39FB-B448C5DCD2A3}"/>
                </a:ext>
              </a:extLst>
            </p:cNvPr>
            <p:cNvSpPr/>
            <p:nvPr/>
          </p:nvSpPr>
          <p:spPr>
            <a:xfrm>
              <a:off x="8605034" y="3531018"/>
              <a:ext cx="19587" cy="17198"/>
            </a:xfrm>
            <a:custGeom>
              <a:avLst/>
              <a:gdLst>
                <a:gd name="csX0" fmla="*/ 18632 w 19587"/>
                <a:gd name="csY0" fmla="*/ 4300 h 17198"/>
                <a:gd name="csX1" fmla="*/ 19587 w 19587"/>
                <a:gd name="csY1" fmla="*/ 5255 h 17198"/>
                <a:gd name="csX2" fmla="*/ 17199 w 19587"/>
                <a:gd name="csY2" fmla="*/ 6688 h 17198"/>
                <a:gd name="csX3" fmla="*/ 15765 w 19587"/>
                <a:gd name="csY3" fmla="*/ 9077 h 17198"/>
                <a:gd name="csX4" fmla="*/ 15288 w 19587"/>
                <a:gd name="csY4" fmla="*/ 11943 h 17198"/>
                <a:gd name="csX5" fmla="*/ 14810 w 19587"/>
                <a:gd name="csY5" fmla="*/ 12899 h 17198"/>
                <a:gd name="csX6" fmla="*/ 12899 w 19587"/>
                <a:gd name="csY6" fmla="*/ 14332 h 17198"/>
                <a:gd name="csX7" fmla="*/ 10988 w 19587"/>
                <a:gd name="csY7" fmla="*/ 15765 h 17198"/>
                <a:gd name="csX8" fmla="*/ 10033 w 19587"/>
                <a:gd name="csY8" fmla="*/ 16721 h 17198"/>
                <a:gd name="csX9" fmla="*/ 8599 w 19587"/>
                <a:gd name="csY9" fmla="*/ 17198 h 17198"/>
                <a:gd name="csX10" fmla="*/ 6211 w 19587"/>
                <a:gd name="csY10" fmla="*/ 11465 h 17198"/>
                <a:gd name="csX11" fmla="*/ 4777 w 19587"/>
                <a:gd name="csY11" fmla="*/ 10032 h 17198"/>
                <a:gd name="csX12" fmla="*/ 956 w 19587"/>
                <a:gd name="csY12" fmla="*/ 12899 h 17198"/>
                <a:gd name="csX13" fmla="*/ 0 w 19587"/>
                <a:gd name="csY13" fmla="*/ 12899 h 17198"/>
                <a:gd name="csX14" fmla="*/ 956 w 19587"/>
                <a:gd name="csY14" fmla="*/ 9555 h 17198"/>
                <a:gd name="csX15" fmla="*/ 3344 w 19587"/>
                <a:gd name="csY15" fmla="*/ 6210 h 17198"/>
                <a:gd name="csX16" fmla="*/ 4300 w 19587"/>
                <a:gd name="csY16" fmla="*/ 5733 h 17198"/>
                <a:gd name="csX17" fmla="*/ 6211 w 19587"/>
                <a:gd name="csY17" fmla="*/ 956 h 17198"/>
                <a:gd name="csX18" fmla="*/ 7166 w 19587"/>
                <a:gd name="csY18" fmla="*/ 0 h 17198"/>
                <a:gd name="csX19" fmla="*/ 13854 w 19587"/>
                <a:gd name="csY19" fmla="*/ 2866 h 17198"/>
                <a:gd name="csX20" fmla="*/ 14332 w 19587"/>
                <a:gd name="csY20" fmla="*/ 3344 h 17198"/>
                <a:gd name="csX21" fmla="*/ 15765 w 19587"/>
                <a:gd name="csY21" fmla="*/ 4300 h 17198"/>
                <a:gd name="csX22" fmla="*/ 18632 w 19587"/>
                <a:gd name="csY22" fmla="*/ 4300 h 17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9587" h="17198">
                  <a:moveTo>
                    <a:pt x="18632" y="4300"/>
                  </a:moveTo>
                  <a:lnTo>
                    <a:pt x="19587" y="5255"/>
                  </a:lnTo>
                  <a:lnTo>
                    <a:pt x="17199" y="6688"/>
                  </a:lnTo>
                  <a:lnTo>
                    <a:pt x="15765" y="9077"/>
                  </a:lnTo>
                  <a:lnTo>
                    <a:pt x="15288" y="11943"/>
                  </a:lnTo>
                  <a:lnTo>
                    <a:pt x="14810" y="12899"/>
                  </a:lnTo>
                  <a:lnTo>
                    <a:pt x="12899" y="14332"/>
                  </a:lnTo>
                  <a:lnTo>
                    <a:pt x="10988" y="15765"/>
                  </a:lnTo>
                  <a:lnTo>
                    <a:pt x="10033" y="16721"/>
                  </a:lnTo>
                  <a:lnTo>
                    <a:pt x="8599" y="17198"/>
                  </a:lnTo>
                  <a:lnTo>
                    <a:pt x="6211" y="11465"/>
                  </a:lnTo>
                  <a:lnTo>
                    <a:pt x="4777" y="10032"/>
                  </a:lnTo>
                  <a:lnTo>
                    <a:pt x="956" y="12899"/>
                  </a:lnTo>
                  <a:lnTo>
                    <a:pt x="0" y="12899"/>
                  </a:lnTo>
                  <a:lnTo>
                    <a:pt x="956" y="9555"/>
                  </a:lnTo>
                  <a:lnTo>
                    <a:pt x="3344" y="6210"/>
                  </a:lnTo>
                  <a:lnTo>
                    <a:pt x="4300" y="5733"/>
                  </a:lnTo>
                  <a:lnTo>
                    <a:pt x="6211" y="956"/>
                  </a:lnTo>
                  <a:lnTo>
                    <a:pt x="7166" y="0"/>
                  </a:lnTo>
                  <a:lnTo>
                    <a:pt x="13854" y="2866"/>
                  </a:lnTo>
                  <a:lnTo>
                    <a:pt x="14332" y="3344"/>
                  </a:lnTo>
                  <a:lnTo>
                    <a:pt x="15765" y="4300"/>
                  </a:lnTo>
                  <a:lnTo>
                    <a:pt x="18632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4FCC7117-CC85-CC64-A352-69C9488F9B89}"/>
                </a:ext>
              </a:extLst>
            </p:cNvPr>
            <p:cNvSpPr/>
            <p:nvPr/>
          </p:nvSpPr>
          <p:spPr>
            <a:xfrm>
              <a:off x="8591658" y="5424259"/>
              <a:ext cx="31052" cy="10510"/>
            </a:xfrm>
            <a:custGeom>
              <a:avLst/>
              <a:gdLst>
                <a:gd name="csX0" fmla="*/ 29619 w 31052"/>
                <a:gd name="csY0" fmla="*/ 3344 h 10510"/>
                <a:gd name="csX1" fmla="*/ 31052 w 31052"/>
                <a:gd name="csY1" fmla="*/ 5733 h 10510"/>
                <a:gd name="csX2" fmla="*/ 30097 w 31052"/>
                <a:gd name="csY2" fmla="*/ 6688 h 10510"/>
                <a:gd name="csX3" fmla="*/ 29141 w 31052"/>
                <a:gd name="csY3" fmla="*/ 7166 h 10510"/>
                <a:gd name="csX4" fmla="*/ 25319 w 31052"/>
                <a:gd name="csY4" fmla="*/ 6210 h 10510"/>
                <a:gd name="csX5" fmla="*/ 22453 w 31052"/>
                <a:gd name="csY5" fmla="*/ 6688 h 10510"/>
                <a:gd name="csX6" fmla="*/ 21498 w 31052"/>
                <a:gd name="csY6" fmla="*/ 7644 h 10510"/>
                <a:gd name="csX7" fmla="*/ 20542 w 31052"/>
                <a:gd name="csY7" fmla="*/ 9555 h 10510"/>
                <a:gd name="csX8" fmla="*/ 17676 w 31052"/>
                <a:gd name="csY8" fmla="*/ 10510 h 10510"/>
                <a:gd name="csX9" fmla="*/ 16721 w 31052"/>
                <a:gd name="csY9" fmla="*/ 9555 h 10510"/>
                <a:gd name="csX10" fmla="*/ 12898 w 31052"/>
                <a:gd name="csY10" fmla="*/ 8599 h 10510"/>
                <a:gd name="csX11" fmla="*/ 11943 w 31052"/>
                <a:gd name="csY11" fmla="*/ 10032 h 10510"/>
                <a:gd name="csX12" fmla="*/ 9555 w 31052"/>
                <a:gd name="csY12" fmla="*/ 9555 h 10510"/>
                <a:gd name="csX13" fmla="*/ 7166 w 31052"/>
                <a:gd name="csY13" fmla="*/ 10032 h 10510"/>
                <a:gd name="csX14" fmla="*/ 4300 w 31052"/>
                <a:gd name="csY14" fmla="*/ 9555 h 10510"/>
                <a:gd name="csX15" fmla="*/ 955 w 31052"/>
                <a:gd name="csY15" fmla="*/ 7644 h 10510"/>
                <a:gd name="csX16" fmla="*/ 0 w 31052"/>
                <a:gd name="csY16" fmla="*/ 6688 h 10510"/>
                <a:gd name="csX17" fmla="*/ 478 w 31052"/>
                <a:gd name="csY17" fmla="*/ 4777 h 10510"/>
                <a:gd name="csX18" fmla="*/ 1911 w 31052"/>
                <a:gd name="csY18" fmla="*/ 3344 h 10510"/>
                <a:gd name="csX19" fmla="*/ 10987 w 31052"/>
                <a:gd name="csY19" fmla="*/ 1433 h 10510"/>
                <a:gd name="csX20" fmla="*/ 15765 w 31052"/>
                <a:gd name="csY20" fmla="*/ 0 h 10510"/>
                <a:gd name="csX21" fmla="*/ 19587 w 31052"/>
                <a:gd name="csY21" fmla="*/ 0 h 10510"/>
                <a:gd name="csX22" fmla="*/ 20542 w 31052"/>
                <a:gd name="csY22" fmla="*/ 478 h 10510"/>
                <a:gd name="csX23" fmla="*/ 21498 w 31052"/>
                <a:gd name="csY23" fmla="*/ 1433 h 10510"/>
                <a:gd name="csX24" fmla="*/ 21020 w 31052"/>
                <a:gd name="csY24" fmla="*/ 2867 h 10510"/>
                <a:gd name="csX25" fmla="*/ 20542 w 31052"/>
                <a:gd name="csY25" fmla="*/ 3344 h 10510"/>
                <a:gd name="csX26" fmla="*/ 25319 w 31052"/>
                <a:gd name="csY26" fmla="*/ 3822 h 10510"/>
                <a:gd name="csX27" fmla="*/ 27230 w 31052"/>
                <a:gd name="csY27" fmla="*/ 2867 h 10510"/>
                <a:gd name="csX28" fmla="*/ 29619 w 31052"/>
                <a:gd name="csY28" fmla="*/ 3344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1052" h="10510">
                  <a:moveTo>
                    <a:pt x="29619" y="3344"/>
                  </a:moveTo>
                  <a:lnTo>
                    <a:pt x="31052" y="5733"/>
                  </a:lnTo>
                  <a:lnTo>
                    <a:pt x="30097" y="6688"/>
                  </a:lnTo>
                  <a:lnTo>
                    <a:pt x="29141" y="7166"/>
                  </a:lnTo>
                  <a:lnTo>
                    <a:pt x="25319" y="6210"/>
                  </a:lnTo>
                  <a:lnTo>
                    <a:pt x="22453" y="6688"/>
                  </a:lnTo>
                  <a:lnTo>
                    <a:pt x="21498" y="7644"/>
                  </a:lnTo>
                  <a:lnTo>
                    <a:pt x="20542" y="9555"/>
                  </a:lnTo>
                  <a:lnTo>
                    <a:pt x="17676" y="10510"/>
                  </a:lnTo>
                  <a:lnTo>
                    <a:pt x="16721" y="9555"/>
                  </a:lnTo>
                  <a:lnTo>
                    <a:pt x="12898" y="8599"/>
                  </a:lnTo>
                  <a:lnTo>
                    <a:pt x="11943" y="10032"/>
                  </a:lnTo>
                  <a:lnTo>
                    <a:pt x="9555" y="9555"/>
                  </a:lnTo>
                  <a:lnTo>
                    <a:pt x="7166" y="10032"/>
                  </a:lnTo>
                  <a:lnTo>
                    <a:pt x="4300" y="9555"/>
                  </a:lnTo>
                  <a:lnTo>
                    <a:pt x="955" y="7644"/>
                  </a:lnTo>
                  <a:lnTo>
                    <a:pt x="0" y="6688"/>
                  </a:lnTo>
                  <a:lnTo>
                    <a:pt x="478" y="4777"/>
                  </a:lnTo>
                  <a:lnTo>
                    <a:pt x="1911" y="3344"/>
                  </a:lnTo>
                  <a:lnTo>
                    <a:pt x="10987" y="1433"/>
                  </a:lnTo>
                  <a:lnTo>
                    <a:pt x="15765" y="0"/>
                  </a:lnTo>
                  <a:lnTo>
                    <a:pt x="19587" y="0"/>
                  </a:lnTo>
                  <a:lnTo>
                    <a:pt x="20542" y="478"/>
                  </a:lnTo>
                  <a:lnTo>
                    <a:pt x="21498" y="1433"/>
                  </a:lnTo>
                  <a:lnTo>
                    <a:pt x="21020" y="2867"/>
                  </a:lnTo>
                  <a:lnTo>
                    <a:pt x="20542" y="3344"/>
                  </a:lnTo>
                  <a:lnTo>
                    <a:pt x="25319" y="3822"/>
                  </a:lnTo>
                  <a:lnTo>
                    <a:pt x="27230" y="2867"/>
                  </a:lnTo>
                  <a:lnTo>
                    <a:pt x="2961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9866168B-ACF5-1426-C746-27DF1860EC23}"/>
                </a:ext>
              </a:extLst>
            </p:cNvPr>
            <p:cNvSpPr/>
            <p:nvPr/>
          </p:nvSpPr>
          <p:spPr>
            <a:xfrm>
              <a:off x="8601690" y="2844520"/>
              <a:ext cx="18153" cy="9554"/>
            </a:xfrm>
            <a:custGeom>
              <a:avLst/>
              <a:gdLst>
                <a:gd name="csX0" fmla="*/ 17198 w 18153"/>
                <a:gd name="csY0" fmla="*/ 2389 h 9554"/>
                <a:gd name="csX1" fmla="*/ 18154 w 18153"/>
                <a:gd name="csY1" fmla="*/ 4777 h 9554"/>
                <a:gd name="csX2" fmla="*/ 12898 w 18153"/>
                <a:gd name="csY2" fmla="*/ 9555 h 9554"/>
                <a:gd name="csX3" fmla="*/ 10988 w 18153"/>
                <a:gd name="csY3" fmla="*/ 8599 h 9554"/>
                <a:gd name="csX4" fmla="*/ 9077 w 18153"/>
                <a:gd name="csY4" fmla="*/ 6688 h 9554"/>
                <a:gd name="csX5" fmla="*/ 8121 w 18153"/>
                <a:gd name="csY5" fmla="*/ 6211 h 9554"/>
                <a:gd name="csX6" fmla="*/ 6688 w 18153"/>
                <a:gd name="csY6" fmla="*/ 6211 h 9554"/>
                <a:gd name="csX7" fmla="*/ 5733 w 18153"/>
                <a:gd name="csY7" fmla="*/ 7166 h 9554"/>
                <a:gd name="csX8" fmla="*/ 4300 w 18153"/>
                <a:gd name="csY8" fmla="*/ 7644 h 9554"/>
                <a:gd name="csX9" fmla="*/ 478 w 18153"/>
                <a:gd name="csY9" fmla="*/ 4777 h 9554"/>
                <a:gd name="csX10" fmla="*/ 0 w 18153"/>
                <a:gd name="csY10" fmla="*/ 3344 h 9554"/>
                <a:gd name="csX11" fmla="*/ 478 w 18153"/>
                <a:gd name="csY11" fmla="*/ 2389 h 9554"/>
                <a:gd name="csX12" fmla="*/ 1433 w 18153"/>
                <a:gd name="csY12" fmla="*/ 1911 h 9554"/>
                <a:gd name="csX13" fmla="*/ 2389 w 18153"/>
                <a:gd name="csY13" fmla="*/ 1911 h 9554"/>
                <a:gd name="csX14" fmla="*/ 4300 w 18153"/>
                <a:gd name="csY14" fmla="*/ 478 h 9554"/>
                <a:gd name="csX15" fmla="*/ 15287 w 18153"/>
                <a:gd name="csY15" fmla="*/ 0 h 9554"/>
                <a:gd name="csX16" fmla="*/ 15765 w 18153"/>
                <a:gd name="csY16" fmla="*/ 478 h 9554"/>
                <a:gd name="csX17" fmla="*/ 17198 w 18153"/>
                <a:gd name="csY17" fmla="*/ 2389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8153" h="9554">
                  <a:moveTo>
                    <a:pt x="17198" y="2389"/>
                  </a:moveTo>
                  <a:lnTo>
                    <a:pt x="18154" y="4777"/>
                  </a:lnTo>
                  <a:lnTo>
                    <a:pt x="12898" y="9555"/>
                  </a:lnTo>
                  <a:lnTo>
                    <a:pt x="10988" y="8599"/>
                  </a:lnTo>
                  <a:lnTo>
                    <a:pt x="9077" y="6688"/>
                  </a:lnTo>
                  <a:lnTo>
                    <a:pt x="8121" y="6211"/>
                  </a:lnTo>
                  <a:lnTo>
                    <a:pt x="6688" y="6211"/>
                  </a:lnTo>
                  <a:lnTo>
                    <a:pt x="5733" y="7166"/>
                  </a:lnTo>
                  <a:lnTo>
                    <a:pt x="4300" y="7644"/>
                  </a:lnTo>
                  <a:lnTo>
                    <a:pt x="478" y="4777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1433" y="1911"/>
                  </a:lnTo>
                  <a:lnTo>
                    <a:pt x="2389" y="1911"/>
                  </a:lnTo>
                  <a:lnTo>
                    <a:pt x="4300" y="478"/>
                  </a:lnTo>
                  <a:lnTo>
                    <a:pt x="15287" y="0"/>
                  </a:lnTo>
                  <a:lnTo>
                    <a:pt x="15765" y="478"/>
                  </a:lnTo>
                  <a:lnTo>
                    <a:pt x="1719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9D3828EB-20B6-66CB-4CDB-7CF2D68BA63D}"/>
                </a:ext>
              </a:extLst>
            </p:cNvPr>
            <p:cNvSpPr/>
            <p:nvPr/>
          </p:nvSpPr>
          <p:spPr>
            <a:xfrm>
              <a:off x="8595002" y="3533884"/>
              <a:ext cx="9076" cy="5732"/>
            </a:xfrm>
            <a:custGeom>
              <a:avLst/>
              <a:gdLst>
                <a:gd name="csX0" fmla="*/ 9077 w 9076"/>
                <a:gd name="csY0" fmla="*/ 0 h 5732"/>
                <a:gd name="csX1" fmla="*/ 6688 w 9076"/>
                <a:gd name="csY1" fmla="*/ 5733 h 5732"/>
                <a:gd name="csX2" fmla="*/ 4777 w 9076"/>
                <a:gd name="csY2" fmla="*/ 5733 h 5732"/>
                <a:gd name="csX3" fmla="*/ 3822 w 9076"/>
                <a:gd name="csY3" fmla="*/ 4777 h 5732"/>
                <a:gd name="csX4" fmla="*/ 956 w 9076"/>
                <a:gd name="csY4" fmla="*/ 5255 h 5732"/>
                <a:gd name="csX5" fmla="*/ 0 w 9076"/>
                <a:gd name="csY5" fmla="*/ 4777 h 5732"/>
                <a:gd name="csX6" fmla="*/ 1433 w 9076"/>
                <a:gd name="csY6" fmla="*/ 2866 h 5732"/>
                <a:gd name="csX7" fmla="*/ 5733 w 9076"/>
                <a:gd name="csY7" fmla="*/ 478 h 5732"/>
                <a:gd name="csX8" fmla="*/ 7166 w 9076"/>
                <a:gd name="csY8" fmla="*/ 478 h 5732"/>
                <a:gd name="csX9" fmla="*/ 8599 w 9076"/>
                <a:gd name="csY9" fmla="*/ 0 h 5732"/>
                <a:gd name="csX10" fmla="*/ 9077 w 9076"/>
                <a:gd name="csY10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076" h="5732">
                  <a:moveTo>
                    <a:pt x="9077" y="0"/>
                  </a:moveTo>
                  <a:lnTo>
                    <a:pt x="6688" y="5733"/>
                  </a:lnTo>
                  <a:lnTo>
                    <a:pt x="4777" y="5733"/>
                  </a:lnTo>
                  <a:lnTo>
                    <a:pt x="3822" y="4777"/>
                  </a:lnTo>
                  <a:lnTo>
                    <a:pt x="956" y="5255"/>
                  </a:lnTo>
                  <a:lnTo>
                    <a:pt x="0" y="4777"/>
                  </a:lnTo>
                  <a:lnTo>
                    <a:pt x="1433" y="2866"/>
                  </a:lnTo>
                  <a:lnTo>
                    <a:pt x="5733" y="478"/>
                  </a:lnTo>
                  <a:lnTo>
                    <a:pt x="7166" y="478"/>
                  </a:lnTo>
                  <a:lnTo>
                    <a:pt x="8599" y="0"/>
                  </a:lnTo>
                  <a:lnTo>
                    <a:pt x="90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EA1A2925-B21A-2448-033F-D7A8D0231C07}"/>
                </a:ext>
              </a:extLst>
            </p:cNvPr>
            <p:cNvSpPr/>
            <p:nvPr/>
          </p:nvSpPr>
          <p:spPr>
            <a:xfrm>
              <a:off x="8599301" y="5020101"/>
              <a:ext cx="3343" cy="4299"/>
            </a:xfrm>
            <a:custGeom>
              <a:avLst/>
              <a:gdLst>
                <a:gd name="csX0" fmla="*/ 2866 w 3343"/>
                <a:gd name="csY0" fmla="*/ 2389 h 4299"/>
                <a:gd name="csX1" fmla="*/ 3344 w 3343"/>
                <a:gd name="csY1" fmla="*/ 3344 h 4299"/>
                <a:gd name="csX2" fmla="*/ 2389 w 3343"/>
                <a:gd name="csY2" fmla="*/ 4299 h 4299"/>
                <a:gd name="csX3" fmla="*/ 1433 w 3343"/>
                <a:gd name="csY3" fmla="*/ 3344 h 4299"/>
                <a:gd name="csX4" fmla="*/ 955 w 3343"/>
                <a:gd name="csY4" fmla="*/ 2389 h 4299"/>
                <a:gd name="csX5" fmla="*/ 0 w 3343"/>
                <a:gd name="csY5" fmla="*/ 1911 h 4299"/>
                <a:gd name="csX6" fmla="*/ 478 w 3343"/>
                <a:gd name="csY6" fmla="*/ 956 h 4299"/>
                <a:gd name="csX7" fmla="*/ 955 w 3343"/>
                <a:gd name="csY7" fmla="*/ 956 h 4299"/>
                <a:gd name="csX8" fmla="*/ 1433 w 3343"/>
                <a:gd name="csY8" fmla="*/ 0 h 4299"/>
                <a:gd name="csX9" fmla="*/ 2389 w 3343"/>
                <a:gd name="csY9" fmla="*/ 956 h 4299"/>
                <a:gd name="csX10" fmla="*/ 2866 w 3343"/>
                <a:gd name="csY10" fmla="*/ 238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3" h="4299">
                  <a:moveTo>
                    <a:pt x="2866" y="2389"/>
                  </a:moveTo>
                  <a:lnTo>
                    <a:pt x="3344" y="3344"/>
                  </a:lnTo>
                  <a:lnTo>
                    <a:pt x="2389" y="4299"/>
                  </a:lnTo>
                  <a:lnTo>
                    <a:pt x="1433" y="3344"/>
                  </a:lnTo>
                  <a:lnTo>
                    <a:pt x="955" y="2389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955" y="956"/>
                  </a:lnTo>
                  <a:lnTo>
                    <a:pt x="1433" y="0"/>
                  </a:lnTo>
                  <a:lnTo>
                    <a:pt x="2389" y="956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92DF4306-94CC-CE3A-5F05-455A646593A2}"/>
                </a:ext>
              </a:extLst>
            </p:cNvPr>
            <p:cNvSpPr/>
            <p:nvPr/>
          </p:nvSpPr>
          <p:spPr>
            <a:xfrm>
              <a:off x="8587358" y="4984271"/>
              <a:ext cx="12420" cy="11465"/>
            </a:xfrm>
            <a:custGeom>
              <a:avLst/>
              <a:gdLst>
                <a:gd name="csX0" fmla="*/ 12421 w 12420"/>
                <a:gd name="csY0" fmla="*/ 9077 h 11465"/>
                <a:gd name="csX1" fmla="*/ 11943 w 12420"/>
                <a:gd name="csY1" fmla="*/ 10510 h 11465"/>
                <a:gd name="csX2" fmla="*/ 10988 w 12420"/>
                <a:gd name="csY2" fmla="*/ 11465 h 11465"/>
                <a:gd name="csX3" fmla="*/ 8599 w 12420"/>
                <a:gd name="csY3" fmla="*/ 10988 h 11465"/>
                <a:gd name="csX4" fmla="*/ 6211 w 12420"/>
                <a:gd name="csY4" fmla="*/ 10988 h 11465"/>
                <a:gd name="csX5" fmla="*/ 2389 w 12420"/>
                <a:gd name="csY5" fmla="*/ 10032 h 11465"/>
                <a:gd name="csX6" fmla="*/ 478 w 12420"/>
                <a:gd name="csY6" fmla="*/ 10032 h 11465"/>
                <a:gd name="csX7" fmla="*/ 0 w 12420"/>
                <a:gd name="csY7" fmla="*/ 10032 h 11465"/>
                <a:gd name="csX8" fmla="*/ 955 w 12420"/>
                <a:gd name="csY8" fmla="*/ 9077 h 11465"/>
                <a:gd name="csX9" fmla="*/ 1911 w 12420"/>
                <a:gd name="csY9" fmla="*/ 8121 h 11465"/>
                <a:gd name="csX10" fmla="*/ 1433 w 12420"/>
                <a:gd name="csY10" fmla="*/ 6210 h 11465"/>
                <a:gd name="csX11" fmla="*/ 1911 w 12420"/>
                <a:gd name="csY11" fmla="*/ 3344 h 11465"/>
                <a:gd name="csX12" fmla="*/ 3822 w 12420"/>
                <a:gd name="csY12" fmla="*/ 1911 h 11465"/>
                <a:gd name="csX13" fmla="*/ 4777 w 12420"/>
                <a:gd name="csY13" fmla="*/ 478 h 11465"/>
                <a:gd name="csX14" fmla="*/ 6211 w 12420"/>
                <a:gd name="csY14" fmla="*/ 0 h 11465"/>
                <a:gd name="csX15" fmla="*/ 7166 w 12420"/>
                <a:gd name="csY15" fmla="*/ 0 h 11465"/>
                <a:gd name="csX16" fmla="*/ 7166 w 12420"/>
                <a:gd name="csY16" fmla="*/ 956 h 11465"/>
                <a:gd name="csX17" fmla="*/ 7644 w 12420"/>
                <a:gd name="csY17" fmla="*/ 2389 h 11465"/>
                <a:gd name="csX18" fmla="*/ 8599 w 12420"/>
                <a:gd name="csY18" fmla="*/ 2866 h 11465"/>
                <a:gd name="csX19" fmla="*/ 9555 w 12420"/>
                <a:gd name="csY19" fmla="*/ 2866 h 11465"/>
                <a:gd name="csX20" fmla="*/ 10032 w 12420"/>
                <a:gd name="csY20" fmla="*/ 1433 h 11465"/>
                <a:gd name="csX21" fmla="*/ 10510 w 12420"/>
                <a:gd name="csY21" fmla="*/ 1433 h 11465"/>
                <a:gd name="csX22" fmla="*/ 10988 w 12420"/>
                <a:gd name="csY22" fmla="*/ 1911 h 11465"/>
                <a:gd name="csX23" fmla="*/ 11466 w 12420"/>
                <a:gd name="csY23" fmla="*/ 2866 h 11465"/>
                <a:gd name="csX24" fmla="*/ 10032 w 12420"/>
                <a:gd name="csY24" fmla="*/ 3822 h 11465"/>
                <a:gd name="csX25" fmla="*/ 9555 w 12420"/>
                <a:gd name="csY25" fmla="*/ 4299 h 11465"/>
                <a:gd name="csX26" fmla="*/ 9077 w 12420"/>
                <a:gd name="csY26" fmla="*/ 4777 h 11465"/>
                <a:gd name="csX27" fmla="*/ 8121 w 12420"/>
                <a:gd name="csY27" fmla="*/ 7166 h 11465"/>
                <a:gd name="csX28" fmla="*/ 8121 w 12420"/>
                <a:gd name="csY28" fmla="*/ 8121 h 11465"/>
                <a:gd name="csX29" fmla="*/ 9077 w 12420"/>
                <a:gd name="csY29" fmla="*/ 8599 h 11465"/>
                <a:gd name="csX30" fmla="*/ 10988 w 12420"/>
                <a:gd name="csY30" fmla="*/ 9555 h 11465"/>
                <a:gd name="csX31" fmla="*/ 11943 w 12420"/>
                <a:gd name="csY31" fmla="*/ 9077 h 11465"/>
                <a:gd name="csX32" fmla="*/ 12421 w 12420"/>
                <a:gd name="csY32" fmla="*/ 9077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2420" h="11465">
                  <a:moveTo>
                    <a:pt x="12421" y="9077"/>
                  </a:moveTo>
                  <a:lnTo>
                    <a:pt x="11943" y="10510"/>
                  </a:lnTo>
                  <a:lnTo>
                    <a:pt x="10988" y="11465"/>
                  </a:lnTo>
                  <a:lnTo>
                    <a:pt x="8599" y="10988"/>
                  </a:lnTo>
                  <a:lnTo>
                    <a:pt x="6211" y="10988"/>
                  </a:lnTo>
                  <a:lnTo>
                    <a:pt x="2389" y="10032"/>
                  </a:lnTo>
                  <a:lnTo>
                    <a:pt x="478" y="10032"/>
                  </a:lnTo>
                  <a:lnTo>
                    <a:pt x="0" y="10032"/>
                  </a:lnTo>
                  <a:lnTo>
                    <a:pt x="955" y="9077"/>
                  </a:lnTo>
                  <a:lnTo>
                    <a:pt x="1911" y="8121"/>
                  </a:lnTo>
                  <a:lnTo>
                    <a:pt x="1433" y="6210"/>
                  </a:lnTo>
                  <a:lnTo>
                    <a:pt x="1911" y="3344"/>
                  </a:lnTo>
                  <a:lnTo>
                    <a:pt x="3822" y="1911"/>
                  </a:lnTo>
                  <a:lnTo>
                    <a:pt x="4777" y="478"/>
                  </a:lnTo>
                  <a:lnTo>
                    <a:pt x="6211" y="0"/>
                  </a:lnTo>
                  <a:lnTo>
                    <a:pt x="7166" y="0"/>
                  </a:lnTo>
                  <a:lnTo>
                    <a:pt x="7166" y="956"/>
                  </a:lnTo>
                  <a:lnTo>
                    <a:pt x="7644" y="2389"/>
                  </a:lnTo>
                  <a:lnTo>
                    <a:pt x="8599" y="2866"/>
                  </a:lnTo>
                  <a:lnTo>
                    <a:pt x="9555" y="2866"/>
                  </a:lnTo>
                  <a:lnTo>
                    <a:pt x="10032" y="1433"/>
                  </a:lnTo>
                  <a:lnTo>
                    <a:pt x="10510" y="1433"/>
                  </a:lnTo>
                  <a:lnTo>
                    <a:pt x="10988" y="1911"/>
                  </a:lnTo>
                  <a:lnTo>
                    <a:pt x="11466" y="2866"/>
                  </a:lnTo>
                  <a:lnTo>
                    <a:pt x="10032" y="3822"/>
                  </a:lnTo>
                  <a:lnTo>
                    <a:pt x="9555" y="4299"/>
                  </a:lnTo>
                  <a:lnTo>
                    <a:pt x="9077" y="4777"/>
                  </a:lnTo>
                  <a:lnTo>
                    <a:pt x="8121" y="7166"/>
                  </a:lnTo>
                  <a:lnTo>
                    <a:pt x="8121" y="8121"/>
                  </a:lnTo>
                  <a:lnTo>
                    <a:pt x="9077" y="8599"/>
                  </a:lnTo>
                  <a:lnTo>
                    <a:pt x="10988" y="9555"/>
                  </a:lnTo>
                  <a:lnTo>
                    <a:pt x="11943" y="9077"/>
                  </a:lnTo>
                  <a:lnTo>
                    <a:pt x="12421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3DFD1EC0-2C82-0F26-98A3-4C233BBBE8D4}"/>
                </a:ext>
              </a:extLst>
            </p:cNvPr>
            <p:cNvSpPr/>
            <p:nvPr/>
          </p:nvSpPr>
          <p:spPr>
            <a:xfrm>
              <a:off x="8570160" y="4763082"/>
              <a:ext cx="28186" cy="5732"/>
            </a:xfrm>
            <a:custGeom>
              <a:avLst/>
              <a:gdLst>
                <a:gd name="csX0" fmla="*/ 28186 w 28186"/>
                <a:gd name="csY0" fmla="*/ 3822 h 5732"/>
                <a:gd name="csX1" fmla="*/ 24842 w 28186"/>
                <a:gd name="csY1" fmla="*/ 4777 h 5732"/>
                <a:gd name="csX2" fmla="*/ 22931 w 28186"/>
                <a:gd name="csY2" fmla="*/ 5255 h 5732"/>
                <a:gd name="csX3" fmla="*/ 19587 w 28186"/>
                <a:gd name="csY3" fmla="*/ 5733 h 5732"/>
                <a:gd name="csX4" fmla="*/ 17198 w 28186"/>
                <a:gd name="csY4" fmla="*/ 5255 h 5732"/>
                <a:gd name="csX5" fmla="*/ 15287 w 28186"/>
                <a:gd name="csY5" fmla="*/ 5733 h 5732"/>
                <a:gd name="csX6" fmla="*/ 14332 w 28186"/>
                <a:gd name="csY6" fmla="*/ 5255 h 5732"/>
                <a:gd name="csX7" fmla="*/ 11466 w 28186"/>
                <a:gd name="csY7" fmla="*/ 4299 h 5732"/>
                <a:gd name="csX8" fmla="*/ 8121 w 28186"/>
                <a:gd name="csY8" fmla="*/ 3344 h 5732"/>
                <a:gd name="csX9" fmla="*/ 478 w 28186"/>
                <a:gd name="csY9" fmla="*/ 1433 h 5732"/>
                <a:gd name="csX10" fmla="*/ 0 w 28186"/>
                <a:gd name="csY10" fmla="*/ 478 h 5732"/>
                <a:gd name="csX11" fmla="*/ 0 w 28186"/>
                <a:gd name="csY11" fmla="*/ 0 h 5732"/>
                <a:gd name="csX12" fmla="*/ 8121 w 28186"/>
                <a:gd name="csY12" fmla="*/ 955 h 5732"/>
                <a:gd name="csX13" fmla="*/ 10032 w 28186"/>
                <a:gd name="csY13" fmla="*/ 955 h 5732"/>
                <a:gd name="csX14" fmla="*/ 14809 w 28186"/>
                <a:gd name="csY14" fmla="*/ 1433 h 5732"/>
                <a:gd name="csX15" fmla="*/ 18153 w 28186"/>
                <a:gd name="csY15" fmla="*/ 2389 h 5732"/>
                <a:gd name="csX16" fmla="*/ 24842 w 28186"/>
                <a:gd name="csY16" fmla="*/ 2866 h 5732"/>
                <a:gd name="csX17" fmla="*/ 26753 w 28186"/>
                <a:gd name="csY17" fmla="*/ 3344 h 5732"/>
                <a:gd name="csX18" fmla="*/ 28186 w 28186"/>
                <a:gd name="csY18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8186" h="5732">
                  <a:moveTo>
                    <a:pt x="28186" y="3822"/>
                  </a:moveTo>
                  <a:lnTo>
                    <a:pt x="24842" y="4777"/>
                  </a:lnTo>
                  <a:lnTo>
                    <a:pt x="22931" y="5255"/>
                  </a:lnTo>
                  <a:lnTo>
                    <a:pt x="19587" y="5733"/>
                  </a:lnTo>
                  <a:lnTo>
                    <a:pt x="17198" y="5255"/>
                  </a:lnTo>
                  <a:lnTo>
                    <a:pt x="15287" y="5733"/>
                  </a:lnTo>
                  <a:lnTo>
                    <a:pt x="14332" y="5255"/>
                  </a:lnTo>
                  <a:lnTo>
                    <a:pt x="11466" y="4299"/>
                  </a:lnTo>
                  <a:lnTo>
                    <a:pt x="8121" y="3344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8121" y="955"/>
                  </a:lnTo>
                  <a:lnTo>
                    <a:pt x="10032" y="955"/>
                  </a:lnTo>
                  <a:lnTo>
                    <a:pt x="14809" y="1433"/>
                  </a:lnTo>
                  <a:lnTo>
                    <a:pt x="18153" y="2389"/>
                  </a:lnTo>
                  <a:lnTo>
                    <a:pt x="24842" y="2866"/>
                  </a:lnTo>
                  <a:lnTo>
                    <a:pt x="26753" y="3344"/>
                  </a:lnTo>
                  <a:lnTo>
                    <a:pt x="2818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E0DF034E-CDFF-019D-69FD-F195D1E6CDA7}"/>
                </a:ext>
              </a:extLst>
            </p:cNvPr>
            <p:cNvSpPr/>
            <p:nvPr/>
          </p:nvSpPr>
          <p:spPr>
            <a:xfrm>
              <a:off x="8597390" y="5018189"/>
              <a:ext cx="955" cy="2388"/>
            </a:xfrm>
            <a:custGeom>
              <a:avLst/>
              <a:gdLst>
                <a:gd name="csX0" fmla="*/ 956 w 955"/>
                <a:gd name="csY0" fmla="*/ 0 h 2388"/>
                <a:gd name="csX1" fmla="*/ 956 w 955"/>
                <a:gd name="csY1" fmla="*/ 1433 h 2388"/>
                <a:gd name="csX2" fmla="*/ 478 w 955"/>
                <a:gd name="csY2" fmla="*/ 2389 h 2388"/>
                <a:gd name="csX3" fmla="*/ 0 w 955"/>
                <a:gd name="csY3" fmla="*/ 2389 h 2388"/>
                <a:gd name="csX4" fmla="*/ 0 w 955"/>
                <a:gd name="csY4" fmla="*/ 956 h 2388"/>
                <a:gd name="csX5" fmla="*/ 956 w 955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2388">
                  <a:moveTo>
                    <a:pt x="956" y="0"/>
                  </a:moveTo>
                  <a:lnTo>
                    <a:pt x="956" y="1433"/>
                  </a:lnTo>
                  <a:lnTo>
                    <a:pt x="478" y="2389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" name="Freeform 374">
              <a:extLst>
                <a:ext uri="{FF2B5EF4-FFF2-40B4-BE49-F238E27FC236}">
                  <a16:creationId xmlns:a16="http://schemas.microsoft.com/office/drawing/2014/main" id="{5D336E8E-DECF-2D24-893A-5C933C3CEC2B}"/>
                </a:ext>
              </a:extLst>
            </p:cNvPr>
            <p:cNvSpPr/>
            <p:nvPr/>
          </p:nvSpPr>
          <p:spPr>
            <a:xfrm>
              <a:off x="8591180" y="4934587"/>
              <a:ext cx="5254" cy="8121"/>
            </a:xfrm>
            <a:custGeom>
              <a:avLst/>
              <a:gdLst>
                <a:gd name="csX0" fmla="*/ 5255 w 5254"/>
                <a:gd name="csY0" fmla="*/ 0 h 8121"/>
                <a:gd name="csX1" fmla="*/ 4299 w 5254"/>
                <a:gd name="csY1" fmla="*/ 3344 h 8121"/>
                <a:gd name="csX2" fmla="*/ 1433 w 5254"/>
                <a:gd name="csY2" fmla="*/ 7166 h 8121"/>
                <a:gd name="csX3" fmla="*/ 0 w 5254"/>
                <a:gd name="csY3" fmla="*/ 8121 h 8121"/>
                <a:gd name="csX4" fmla="*/ 0 w 5254"/>
                <a:gd name="csY4" fmla="*/ 7166 h 8121"/>
                <a:gd name="csX5" fmla="*/ 955 w 5254"/>
                <a:gd name="csY5" fmla="*/ 6688 h 8121"/>
                <a:gd name="csX6" fmla="*/ 2389 w 5254"/>
                <a:gd name="csY6" fmla="*/ 3822 h 8121"/>
                <a:gd name="csX7" fmla="*/ 3344 w 5254"/>
                <a:gd name="csY7" fmla="*/ 3344 h 8121"/>
                <a:gd name="csX8" fmla="*/ 3821 w 5254"/>
                <a:gd name="csY8" fmla="*/ 2867 h 8121"/>
                <a:gd name="csX9" fmla="*/ 3821 w 5254"/>
                <a:gd name="csY9" fmla="*/ 1911 h 8121"/>
                <a:gd name="csX10" fmla="*/ 4299 w 5254"/>
                <a:gd name="csY10" fmla="*/ 478 h 8121"/>
                <a:gd name="csX11" fmla="*/ 5255 w 5254"/>
                <a:gd name="csY11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4" h="8121">
                  <a:moveTo>
                    <a:pt x="5255" y="0"/>
                  </a:moveTo>
                  <a:lnTo>
                    <a:pt x="4299" y="3344"/>
                  </a:lnTo>
                  <a:lnTo>
                    <a:pt x="1433" y="7166"/>
                  </a:lnTo>
                  <a:lnTo>
                    <a:pt x="0" y="8121"/>
                  </a:lnTo>
                  <a:lnTo>
                    <a:pt x="0" y="7166"/>
                  </a:lnTo>
                  <a:lnTo>
                    <a:pt x="955" y="6688"/>
                  </a:lnTo>
                  <a:lnTo>
                    <a:pt x="2389" y="3822"/>
                  </a:lnTo>
                  <a:lnTo>
                    <a:pt x="3344" y="3344"/>
                  </a:lnTo>
                  <a:lnTo>
                    <a:pt x="3821" y="2867"/>
                  </a:lnTo>
                  <a:lnTo>
                    <a:pt x="3821" y="1911"/>
                  </a:lnTo>
                  <a:lnTo>
                    <a:pt x="4299" y="478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FEEB3E44-0647-D6A4-371B-2D9552B27AEC}"/>
                </a:ext>
              </a:extLst>
            </p:cNvPr>
            <p:cNvSpPr/>
            <p:nvPr/>
          </p:nvSpPr>
          <p:spPr>
            <a:xfrm>
              <a:off x="8590702" y="5018667"/>
              <a:ext cx="2388" cy="1910"/>
            </a:xfrm>
            <a:custGeom>
              <a:avLst/>
              <a:gdLst>
                <a:gd name="csX0" fmla="*/ 2389 w 2388"/>
                <a:gd name="csY0" fmla="*/ 478 h 1910"/>
                <a:gd name="csX1" fmla="*/ 1911 w 2388"/>
                <a:gd name="csY1" fmla="*/ 1911 h 1910"/>
                <a:gd name="csX2" fmla="*/ 478 w 2388"/>
                <a:gd name="csY2" fmla="*/ 1911 h 1910"/>
                <a:gd name="csX3" fmla="*/ 478 w 2388"/>
                <a:gd name="csY3" fmla="*/ 1911 h 1910"/>
                <a:gd name="csX4" fmla="*/ 0 w 2388"/>
                <a:gd name="csY4" fmla="*/ 955 h 1910"/>
                <a:gd name="csX5" fmla="*/ 478 w 2388"/>
                <a:gd name="csY5" fmla="*/ 478 h 1910"/>
                <a:gd name="csX6" fmla="*/ 1911 w 2388"/>
                <a:gd name="csY6" fmla="*/ 0 h 1910"/>
                <a:gd name="csX7" fmla="*/ 2389 w 2388"/>
                <a:gd name="csY7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1910">
                  <a:moveTo>
                    <a:pt x="2389" y="478"/>
                  </a:moveTo>
                  <a:lnTo>
                    <a:pt x="1911" y="1911"/>
                  </a:lnTo>
                  <a:lnTo>
                    <a:pt x="478" y="1911"/>
                  </a:lnTo>
                  <a:lnTo>
                    <a:pt x="478" y="1911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8073EAE1-0612-70E0-CD0D-4633B165DCDD}"/>
                </a:ext>
              </a:extLst>
            </p:cNvPr>
            <p:cNvSpPr/>
            <p:nvPr/>
          </p:nvSpPr>
          <p:spPr>
            <a:xfrm>
              <a:off x="8584492" y="4943186"/>
              <a:ext cx="5732" cy="3822"/>
            </a:xfrm>
            <a:custGeom>
              <a:avLst/>
              <a:gdLst>
                <a:gd name="csX0" fmla="*/ 5733 w 5732"/>
                <a:gd name="csY0" fmla="*/ 0 h 3822"/>
                <a:gd name="csX1" fmla="*/ 5733 w 5732"/>
                <a:gd name="csY1" fmla="*/ 956 h 3822"/>
                <a:gd name="csX2" fmla="*/ 3821 w 5732"/>
                <a:gd name="csY2" fmla="*/ 1911 h 3822"/>
                <a:gd name="csX3" fmla="*/ 2866 w 5732"/>
                <a:gd name="csY3" fmla="*/ 2389 h 3822"/>
                <a:gd name="csX4" fmla="*/ 0 w 5732"/>
                <a:gd name="csY4" fmla="*/ 3822 h 3822"/>
                <a:gd name="csX5" fmla="*/ 1433 w 5732"/>
                <a:gd name="csY5" fmla="*/ 1911 h 3822"/>
                <a:gd name="csX6" fmla="*/ 5255 w 5732"/>
                <a:gd name="csY6" fmla="*/ 478 h 3822"/>
                <a:gd name="csX7" fmla="*/ 5733 w 5732"/>
                <a:gd name="csY7" fmla="*/ 0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3822">
                  <a:moveTo>
                    <a:pt x="5733" y="0"/>
                  </a:moveTo>
                  <a:lnTo>
                    <a:pt x="5733" y="956"/>
                  </a:lnTo>
                  <a:lnTo>
                    <a:pt x="3821" y="1911"/>
                  </a:lnTo>
                  <a:lnTo>
                    <a:pt x="2866" y="2389"/>
                  </a:lnTo>
                  <a:lnTo>
                    <a:pt x="0" y="3822"/>
                  </a:lnTo>
                  <a:lnTo>
                    <a:pt x="1433" y="1911"/>
                  </a:lnTo>
                  <a:lnTo>
                    <a:pt x="5255" y="478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DB00D769-0565-E0FC-1101-85C15CD0FA51}"/>
                </a:ext>
              </a:extLst>
            </p:cNvPr>
            <p:cNvSpPr/>
            <p:nvPr/>
          </p:nvSpPr>
          <p:spPr>
            <a:xfrm>
              <a:off x="8568726" y="4746362"/>
              <a:ext cx="19586" cy="10032"/>
            </a:xfrm>
            <a:custGeom>
              <a:avLst/>
              <a:gdLst>
                <a:gd name="csX0" fmla="*/ 19587 w 19586"/>
                <a:gd name="csY0" fmla="*/ 8121 h 10032"/>
                <a:gd name="csX1" fmla="*/ 18154 w 19586"/>
                <a:gd name="csY1" fmla="*/ 9555 h 10032"/>
                <a:gd name="csX2" fmla="*/ 15288 w 19586"/>
                <a:gd name="csY2" fmla="*/ 10032 h 10032"/>
                <a:gd name="csX3" fmla="*/ 14332 w 19586"/>
                <a:gd name="csY3" fmla="*/ 10032 h 10032"/>
                <a:gd name="csX4" fmla="*/ 11943 w 19586"/>
                <a:gd name="csY4" fmla="*/ 9555 h 10032"/>
                <a:gd name="csX5" fmla="*/ 10510 w 19586"/>
                <a:gd name="csY5" fmla="*/ 9555 h 10032"/>
                <a:gd name="csX6" fmla="*/ 8599 w 19586"/>
                <a:gd name="csY6" fmla="*/ 8599 h 10032"/>
                <a:gd name="csX7" fmla="*/ 8599 w 19586"/>
                <a:gd name="csY7" fmla="*/ 6688 h 10032"/>
                <a:gd name="csX8" fmla="*/ 7166 w 19586"/>
                <a:gd name="csY8" fmla="*/ 2866 h 10032"/>
                <a:gd name="csX9" fmla="*/ 4777 w 19586"/>
                <a:gd name="csY9" fmla="*/ 4299 h 10032"/>
                <a:gd name="csX10" fmla="*/ 2389 w 19586"/>
                <a:gd name="csY10" fmla="*/ 2389 h 10032"/>
                <a:gd name="csX11" fmla="*/ 1911 w 19586"/>
                <a:gd name="csY11" fmla="*/ 2389 h 10032"/>
                <a:gd name="csX12" fmla="*/ 1911 w 19586"/>
                <a:gd name="csY12" fmla="*/ 2866 h 10032"/>
                <a:gd name="csX13" fmla="*/ 956 w 19586"/>
                <a:gd name="csY13" fmla="*/ 1911 h 10032"/>
                <a:gd name="csX14" fmla="*/ 0 w 19586"/>
                <a:gd name="csY14" fmla="*/ 955 h 10032"/>
                <a:gd name="csX15" fmla="*/ 0 w 19586"/>
                <a:gd name="csY15" fmla="*/ 0 h 10032"/>
                <a:gd name="csX16" fmla="*/ 3822 w 19586"/>
                <a:gd name="csY16" fmla="*/ 478 h 10032"/>
                <a:gd name="csX17" fmla="*/ 5733 w 19586"/>
                <a:gd name="csY17" fmla="*/ 478 h 10032"/>
                <a:gd name="csX18" fmla="*/ 7166 w 19586"/>
                <a:gd name="csY18" fmla="*/ 1433 h 10032"/>
                <a:gd name="csX19" fmla="*/ 9077 w 19586"/>
                <a:gd name="csY19" fmla="*/ 955 h 10032"/>
                <a:gd name="csX20" fmla="*/ 10032 w 19586"/>
                <a:gd name="csY20" fmla="*/ 1433 h 10032"/>
                <a:gd name="csX21" fmla="*/ 13377 w 19586"/>
                <a:gd name="csY21" fmla="*/ 4299 h 10032"/>
                <a:gd name="csX22" fmla="*/ 15288 w 19586"/>
                <a:gd name="csY22" fmla="*/ 5733 h 10032"/>
                <a:gd name="csX23" fmla="*/ 17676 w 19586"/>
                <a:gd name="csY23" fmla="*/ 7644 h 10032"/>
                <a:gd name="csX24" fmla="*/ 19587 w 19586"/>
                <a:gd name="csY24" fmla="*/ 8121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9586" h="10032">
                  <a:moveTo>
                    <a:pt x="19587" y="8121"/>
                  </a:moveTo>
                  <a:lnTo>
                    <a:pt x="18154" y="9555"/>
                  </a:lnTo>
                  <a:lnTo>
                    <a:pt x="15288" y="10032"/>
                  </a:lnTo>
                  <a:lnTo>
                    <a:pt x="14332" y="10032"/>
                  </a:lnTo>
                  <a:lnTo>
                    <a:pt x="11943" y="9555"/>
                  </a:lnTo>
                  <a:lnTo>
                    <a:pt x="10510" y="9555"/>
                  </a:lnTo>
                  <a:lnTo>
                    <a:pt x="8599" y="8599"/>
                  </a:lnTo>
                  <a:lnTo>
                    <a:pt x="8599" y="6688"/>
                  </a:lnTo>
                  <a:lnTo>
                    <a:pt x="7166" y="2866"/>
                  </a:lnTo>
                  <a:lnTo>
                    <a:pt x="4777" y="4299"/>
                  </a:lnTo>
                  <a:lnTo>
                    <a:pt x="2389" y="2389"/>
                  </a:lnTo>
                  <a:lnTo>
                    <a:pt x="1911" y="2389"/>
                  </a:lnTo>
                  <a:lnTo>
                    <a:pt x="1911" y="2866"/>
                  </a:lnTo>
                  <a:lnTo>
                    <a:pt x="956" y="1911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3822" y="478"/>
                  </a:lnTo>
                  <a:lnTo>
                    <a:pt x="5733" y="478"/>
                  </a:lnTo>
                  <a:lnTo>
                    <a:pt x="7166" y="1433"/>
                  </a:lnTo>
                  <a:lnTo>
                    <a:pt x="9077" y="955"/>
                  </a:lnTo>
                  <a:lnTo>
                    <a:pt x="10032" y="1433"/>
                  </a:lnTo>
                  <a:lnTo>
                    <a:pt x="13377" y="4299"/>
                  </a:lnTo>
                  <a:lnTo>
                    <a:pt x="15288" y="5733"/>
                  </a:lnTo>
                  <a:lnTo>
                    <a:pt x="17676" y="7644"/>
                  </a:lnTo>
                  <a:lnTo>
                    <a:pt x="19587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BE204B71-F02F-FB4F-E9FB-45264FC826B4}"/>
                </a:ext>
              </a:extLst>
            </p:cNvPr>
            <p:cNvSpPr/>
            <p:nvPr/>
          </p:nvSpPr>
          <p:spPr>
            <a:xfrm>
              <a:off x="8583058" y="4983793"/>
              <a:ext cx="3344" cy="3344"/>
            </a:xfrm>
            <a:custGeom>
              <a:avLst/>
              <a:gdLst>
                <a:gd name="csX0" fmla="*/ 2866 w 3344"/>
                <a:gd name="csY0" fmla="*/ 956 h 3344"/>
                <a:gd name="csX1" fmla="*/ 3344 w 3344"/>
                <a:gd name="csY1" fmla="*/ 2389 h 3344"/>
                <a:gd name="csX2" fmla="*/ 2389 w 3344"/>
                <a:gd name="csY2" fmla="*/ 2867 h 3344"/>
                <a:gd name="csX3" fmla="*/ 1911 w 3344"/>
                <a:gd name="csY3" fmla="*/ 3344 h 3344"/>
                <a:gd name="csX4" fmla="*/ 0 w 3344"/>
                <a:gd name="csY4" fmla="*/ 2867 h 3344"/>
                <a:gd name="csX5" fmla="*/ 0 w 3344"/>
                <a:gd name="csY5" fmla="*/ 2389 h 3344"/>
                <a:gd name="csX6" fmla="*/ 478 w 3344"/>
                <a:gd name="csY6" fmla="*/ 1911 h 3344"/>
                <a:gd name="csX7" fmla="*/ 956 w 3344"/>
                <a:gd name="csY7" fmla="*/ 1433 h 3344"/>
                <a:gd name="csX8" fmla="*/ 1911 w 3344"/>
                <a:gd name="csY8" fmla="*/ 0 h 3344"/>
                <a:gd name="csX9" fmla="*/ 2866 w 3344"/>
                <a:gd name="csY9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344">
                  <a:moveTo>
                    <a:pt x="2866" y="956"/>
                  </a:moveTo>
                  <a:lnTo>
                    <a:pt x="3344" y="2389"/>
                  </a:lnTo>
                  <a:lnTo>
                    <a:pt x="2389" y="2867"/>
                  </a:lnTo>
                  <a:lnTo>
                    <a:pt x="1911" y="3344"/>
                  </a:lnTo>
                  <a:lnTo>
                    <a:pt x="0" y="2867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956" y="1433"/>
                  </a:lnTo>
                  <a:lnTo>
                    <a:pt x="1911" y="0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4C430C91-9CF3-7FB2-0FFC-2D25AEB1B276}"/>
                </a:ext>
              </a:extLst>
            </p:cNvPr>
            <p:cNvSpPr/>
            <p:nvPr/>
          </p:nvSpPr>
          <p:spPr>
            <a:xfrm>
              <a:off x="8568726" y="2679226"/>
              <a:ext cx="17198" cy="24364"/>
            </a:xfrm>
            <a:custGeom>
              <a:avLst/>
              <a:gdLst>
                <a:gd name="csX0" fmla="*/ 12899 w 17198"/>
                <a:gd name="csY0" fmla="*/ 10988 h 24364"/>
                <a:gd name="csX1" fmla="*/ 17198 w 17198"/>
                <a:gd name="csY1" fmla="*/ 17676 h 24364"/>
                <a:gd name="csX2" fmla="*/ 15765 w 17198"/>
                <a:gd name="csY2" fmla="*/ 22453 h 24364"/>
                <a:gd name="csX3" fmla="*/ 14332 w 17198"/>
                <a:gd name="csY3" fmla="*/ 24364 h 24364"/>
                <a:gd name="csX4" fmla="*/ 12899 w 17198"/>
                <a:gd name="csY4" fmla="*/ 21498 h 24364"/>
                <a:gd name="csX5" fmla="*/ 6211 w 17198"/>
                <a:gd name="csY5" fmla="*/ 12899 h 24364"/>
                <a:gd name="csX6" fmla="*/ 4777 w 17198"/>
                <a:gd name="csY6" fmla="*/ 8599 h 24364"/>
                <a:gd name="csX7" fmla="*/ 956 w 17198"/>
                <a:gd name="csY7" fmla="*/ 4777 h 24364"/>
                <a:gd name="csX8" fmla="*/ 0 w 17198"/>
                <a:gd name="csY8" fmla="*/ 3344 h 24364"/>
                <a:gd name="csX9" fmla="*/ 0 w 17198"/>
                <a:gd name="csY9" fmla="*/ 0 h 24364"/>
                <a:gd name="csX10" fmla="*/ 4777 w 17198"/>
                <a:gd name="csY10" fmla="*/ 2389 h 24364"/>
                <a:gd name="csX11" fmla="*/ 12899 w 17198"/>
                <a:gd name="csY11" fmla="*/ 10988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7198" h="24364">
                  <a:moveTo>
                    <a:pt x="12899" y="10988"/>
                  </a:moveTo>
                  <a:lnTo>
                    <a:pt x="17198" y="17676"/>
                  </a:lnTo>
                  <a:lnTo>
                    <a:pt x="15765" y="22453"/>
                  </a:lnTo>
                  <a:lnTo>
                    <a:pt x="14332" y="24364"/>
                  </a:lnTo>
                  <a:lnTo>
                    <a:pt x="12899" y="21498"/>
                  </a:lnTo>
                  <a:lnTo>
                    <a:pt x="6211" y="12899"/>
                  </a:lnTo>
                  <a:lnTo>
                    <a:pt x="4777" y="8599"/>
                  </a:lnTo>
                  <a:lnTo>
                    <a:pt x="956" y="4777"/>
                  </a:lnTo>
                  <a:lnTo>
                    <a:pt x="0" y="3344"/>
                  </a:lnTo>
                  <a:lnTo>
                    <a:pt x="0" y="0"/>
                  </a:lnTo>
                  <a:lnTo>
                    <a:pt x="4777" y="2389"/>
                  </a:lnTo>
                  <a:lnTo>
                    <a:pt x="12899" y="109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8D262404-4ADE-23A3-93A3-0CC9377169CE}"/>
                </a:ext>
              </a:extLst>
            </p:cNvPr>
            <p:cNvSpPr/>
            <p:nvPr/>
          </p:nvSpPr>
          <p:spPr>
            <a:xfrm>
              <a:off x="8569682" y="2566960"/>
              <a:ext cx="14331" cy="33918"/>
            </a:xfrm>
            <a:custGeom>
              <a:avLst/>
              <a:gdLst>
                <a:gd name="csX0" fmla="*/ 13854 w 14331"/>
                <a:gd name="csY0" fmla="*/ 16243 h 33918"/>
                <a:gd name="csX1" fmla="*/ 14332 w 14331"/>
                <a:gd name="csY1" fmla="*/ 17676 h 33918"/>
                <a:gd name="csX2" fmla="*/ 10987 w 14331"/>
                <a:gd name="csY2" fmla="*/ 23886 h 33918"/>
                <a:gd name="csX3" fmla="*/ 10510 w 14331"/>
                <a:gd name="csY3" fmla="*/ 26275 h 33918"/>
                <a:gd name="csX4" fmla="*/ 11465 w 14331"/>
                <a:gd name="csY4" fmla="*/ 29619 h 33918"/>
                <a:gd name="csX5" fmla="*/ 10032 w 14331"/>
                <a:gd name="csY5" fmla="*/ 32008 h 33918"/>
                <a:gd name="csX6" fmla="*/ 6210 w 14331"/>
                <a:gd name="csY6" fmla="*/ 33919 h 33918"/>
                <a:gd name="csX7" fmla="*/ 0 w 14331"/>
                <a:gd name="csY7" fmla="*/ 33441 h 33918"/>
                <a:gd name="csX8" fmla="*/ 478 w 14331"/>
                <a:gd name="csY8" fmla="*/ 27708 h 33918"/>
                <a:gd name="csX9" fmla="*/ 1433 w 14331"/>
                <a:gd name="csY9" fmla="*/ 25797 h 33918"/>
                <a:gd name="csX10" fmla="*/ 2866 w 14331"/>
                <a:gd name="csY10" fmla="*/ 19587 h 33918"/>
                <a:gd name="csX11" fmla="*/ 2389 w 14331"/>
                <a:gd name="csY11" fmla="*/ 15287 h 33918"/>
                <a:gd name="csX12" fmla="*/ 2866 w 14331"/>
                <a:gd name="csY12" fmla="*/ 10032 h 33918"/>
                <a:gd name="csX13" fmla="*/ 3344 w 14331"/>
                <a:gd name="csY13" fmla="*/ 5733 h 33918"/>
                <a:gd name="csX14" fmla="*/ 5255 w 14331"/>
                <a:gd name="csY14" fmla="*/ 0 h 33918"/>
                <a:gd name="csX15" fmla="*/ 6688 w 14331"/>
                <a:gd name="csY15" fmla="*/ 3344 h 33918"/>
                <a:gd name="csX16" fmla="*/ 8121 w 14331"/>
                <a:gd name="csY16" fmla="*/ 8599 h 33918"/>
                <a:gd name="csX17" fmla="*/ 9076 w 14331"/>
                <a:gd name="csY17" fmla="*/ 10988 h 33918"/>
                <a:gd name="csX18" fmla="*/ 13854 w 14331"/>
                <a:gd name="csY18" fmla="*/ 16243 h 3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4331" h="33918">
                  <a:moveTo>
                    <a:pt x="13854" y="16243"/>
                  </a:moveTo>
                  <a:lnTo>
                    <a:pt x="14332" y="17676"/>
                  </a:lnTo>
                  <a:lnTo>
                    <a:pt x="10987" y="23886"/>
                  </a:lnTo>
                  <a:lnTo>
                    <a:pt x="10510" y="26275"/>
                  </a:lnTo>
                  <a:lnTo>
                    <a:pt x="11465" y="29619"/>
                  </a:lnTo>
                  <a:lnTo>
                    <a:pt x="10032" y="32008"/>
                  </a:lnTo>
                  <a:lnTo>
                    <a:pt x="6210" y="33919"/>
                  </a:lnTo>
                  <a:lnTo>
                    <a:pt x="0" y="33441"/>
                  </a:lnTo>
                  <a:lnTo>
                    <a:pt x="478" y="27708"/>
                  </a:lnTo>
                  <a:lnTo>
                    <a:pt x="1433" y="25797"/>
                  </a:lnTo>
                  <a:lnTo>
                    <a:pt x="2866" y="19587"/>
                  </a:lnTo>
                  <a:lnTo>
                    <a:pt x="2389" y="15287"/>
                  </a:lnTo>
                  <a:lnTo>
                    <a:pt x="2866" y="10032"/>
                  </a:lnTo>
                  <a:lnTo>
                    <a:pt x="3344" y="5733"/>
                  </a:lnTo>
                  <a:lnTo>
                    <a:pt x="5255" y="0"/>
                  </a:lnTo>
                  <a:lnTo>
                    <a:pt x="6688" y="3344"/>
                  </a:lnTo>
                  <a:lnTo>
                    <a:pt x="8121" y="8599"/>
                  </a:lnTo>
                  <a:lnTo>
                    <a:pt x="9076" y="10988"/>
                  </a:lnTo>
                  <a:lnTo>
                    <a:pt x="13854" y="162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7A124982-6BF0-A656-7A97-86EBC45F55C0}"/>
                </a:ext>
              </a:extLst>
            </p:cNvPr>
            <p:cNvSpPr/>
            <p:nvPr/>
          </p:nvSpPr>
          <p:spPr>
            <a:xfrm>
              <a:off x="8554395" y="4067986"/>
              <a:ext cx="6688" cy="7643"/>
            </a:xfrm>
            <a:custGeom>
              <a:avLst/>
              <a:gdLst>
                <a:gd name="csX0" fmla="*/ 6688 w 6688"/>
                <a:gd name="csY0" fmla="*/ 0 h 7643"/>
                <a:gd name="csX1" fmla="*/ 4777 w 6688"/>
                <a:gd name="csY1" fmla="*/ 3344 h 7643"/>
                <a:gd name="csX2" fmla="*/ 5255 w 6688"/>
                <a:gd name="csY2" fmla="*/ 5733 h 7643"/>
                <a:gd name="csX3" fmla="*/ 2866 w 6688"/>
                <a:gd name="csY3" fmla="*/ 7644 h 7643"/>
                <a:gd name="csX4" fmla="*/ 956 w 6688"/>
                <a:gd name="csY4" fmla="*/ 7644 h 7643"/>
                <a:gd name="csX5" fmla="*/ 478 w 6688"/>
                <a:gd name="csY5" fmla="*/ 6688 h 7643"/>
                <a:gd name="csX6" fmla="*/ 0 w 6688"/>
                <a:gd name="csY6" fmla="*/ 5733 h 7643"/>
                <a:gd name="csX7" fmla="*/ 1911 w 6688"/>
                <a:gd name="csY7" fmla="*/ 3822 h 7643"/>
                <a:gd name="csX8" fmla="*/ 3344 w 6688"/>
                <a:gd name="csY8" fmla="*/ 1911 h 7643"/>
                <a:gd name="csX9" fmla="*/ 4777 w 6688"/>
                <a:gd name="csY9" fmla="*/ 478 h 7643"/>
                <a:gd name="csX10" fmla="*/ 5733 w 6688"/>
                <a:gd name="csY10" fmla="*/ 0 h 7643"/>
                <a:gd name="csX11" fmla="*/ 6688 w 6688"/>
                <a:gd name="csY11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8" h="7643">
                  <a:moveTo>
                    <a:pt x="6688" y="0"/>
                  </a:moveTo>
                  <a:lnTo>
                    <a:pt x="4777" y="3344"/>
                  </a:lnTo>
                  <a:lnTo>
                    <a:pt x="5255" y="5733"/>
                  </a:lnTo>
                  <a:lnTo>
                    <a:pt x="2866" y="7644"/>
                  </a:lnTo>
                  <a:lnTo>
                    <a:pt x="956" y="7644"/>
                  </a:lnTo>
                  <a:lnTo>
                    <a:pt x="478" y="6688"/>
                  </a:lnTo>
                  <a:lnTo>
                    <a:pt x="0" y="5733"/>
                  </a:lnTo>
                  <a:lnTo>
                    <a:pt x="1911" y="3822"/>
                  </a:lnTo>
                  <a:lnTo>
                    <a:pt x="3344" y="1911"/>
                  </a:lnTo>
                  <a:lnTo>
                    <a:pt x="4777" y="478"/>
                  </a:lnTo>
                  <a:lnTo>
                    <a:pt x="5733" y="0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8C2748FF-8075-4566-DFC9-7A57CFDD2691}"/>
                </a:ext>
              </a:extLst>
            </p:cNvPr>
            <p:cNvSpPr/>
            <p:nvPr/>
          </p:nvSpPr>
          <p:spPr>
            <a:xfrm>
              <a:off x="8557261" y="4751617"/>
              <a:ext cx="3822" cy="3344"/>
            </a:xfrm>
            <a:custGeom>
              <a:avLst/>
              <a:gdLst>
                <a:gd name="csX0" fmla="*/ 3822 w 3822"/>
                <a:gd name="csY0" fmla="*/ 1433 h 3344"/>
                <a:gd name="csX1" fmla="*/ 2867 w 3822"/>
                <a:gd name="csY1" fmla="*/ 2866 h 3344"/>
                <a:gd name="csX2" fmla="*/ 1911 w 3822"/>
                <a:gd name="csY2" fmla="*/ 3344 h 3344"/>
                <a:gd name="csX3" fmla="*/ 956 w 3822"/>
                <a:gd name="csY3" fmla="*/ 2866 h 3344"/>
                <a:gd name="csX4" fmla="*/ 0 w 3822"/>
                <a:gd name="csY4" fmla="*/ 1911 h 3344"/>
                <a:gd name="csX5" fmla="*/ 478 w 3822"/>
                <a:gd name="csY5" fmla="*/ 478 h 3344"/>
                <a:gd name="csX6" fmla="*/ 1433 w 3822"/>
                <a:gd name="csY6" fmla="*/ 0 h 3344"/>
                <a:gd name="csX7" fmla="*/ 2389 w 3822"/>
                <a:gd name="csY7" fmla="*/ 478 h 3344"/>
                <a:gd name="csX8" fmla="*/ 2867 w 3822"/>
                <a:gd name="csY8" fmla="*/ 1433 h 3344"/>
                <a:gd name="csX9" fmla="*/ 3822 w 3822"/>
                <a:gd name="csY9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3344">
                  <a:moveTo>
                    <a:pt x="3822" y="1433"/>
                  </a:moveTo>
                  <a:lnTo>
                    <a:pt x="2867" y="2866"/>
                  </a:lnTo>
                  <a:lnTo>
                    <a:pt x="1911" y="3344"/>
                  </a:lnTo>
                  <a:lnTo>
                    <a:pt x="956" y="2866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389" y="478"/>
                  </a:lnTo>
                  <a:lnTo>
                    <a:pt x="2867" y="1433"/>
                  </a:lnTo>
                  <a:lnTo>
                    <a:pt x="38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" name="Freeform 383">
              <a:extLst>
                <a:ext uri="{FF2B5EF4-FFF2-40B4-BE49-F238E27FC236}">
                  <a16:creationId xmlns:a16="http://schemas.microsoft.com/office/drawing/2014/main" id="{E42061F1-FE27-E700-18F2-E77421EDF7DF}"/>
                </a:ext>
              </a:extLst>
            </p:cNvPr>
            <p:cNvSpPr/>
            <p:nvPr/>
          </p:nvSpPr>
          <p:spPr>
            <a:xfrm>
              <a:off x="8556783" y="4849073"/>
              <a:ext cx="1911" cy="1910"/>
            </a:xfrm>
            <a:custGeom>
              <a:avLst/>
              <a:gdLst>
                <a:gd name="csX0" fmla="*/ 1911 w 1911"/>
                <a:gd name="csY0" fmla="*/ 0 h 1910"/>
                <a:gd name="csX1" fmla="*/ 478 w 1911"/>
                <a:gd name="csY1" fmla="*/ 1911 h 1910"/>
                <a:gd name="csX2" fmla="*/ 0 w 1911"/>
                <a:gd name="csY2" fmla="*/ 1911 h 1910"/>
                <a:gd name="csX3" fmla="*/ 0 w 1911"/>
                <a:gd name="csY3" fmla="*/ 1433 h 1910"/>
                <a:gd name="csX4" fmla="*/ 478 w 1911"/>
                <a:gd name="csY4" fmla="*/ 478 h 1910"/>
                <a:gd name="csX5" fmla="*/ 1433 w 1911"/>
                <a:gd name="csY5" fmla="*/ 0 h 1910"/>
                <a:gd name="csX6" fmla="*/ 1911 w 1911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0">
                  <a:moveTo>
                    <a:pt x="1911" y="0"/>
                  </a:moveTo>
                  <a:lnTo>
                    <a:pt x="478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" name="Freeform 384">
              <a:extLst>
                <a:ext uri="{FF2B5EF4-FFF2-40B4-BE49-F238E27FC236}">
                  <a16:creationId xmlns:a16="http://schemas.microsoft.com/office/drawing/2014/main" id="{31E70CE8-4716-ACB0-17FC-CC58AC5E71A1}"/>
                </a:ext>
              </a:extLst>
            </p:cNvPr>
            <p:cNvSpPr/>
            <p:nvPr/>
          </p:nvSpPr>
          <p:spPr>
            <a:xfrm>
              <a:off x="8544362" y="4832831"/>
              <a:ext cx="11943" cy="17198"/>
            </a:xfrm>
            <a:custGeom>
              <a:avLst/>
              <a:gdLst>
                <a:gd name="csX0" fmla="*/ 11466 w 11943"/>
                <a:gd name="csY0" fmla="*/ 11466 h 17198"/>
                <a:gd name="csX1" fmla="*/ 11943 w 11943"/>
                <a:gd name="csY1" fmla="*/ 11943 h 17198"/>
                <a:gd name="csX2" fmla="*/ 11943 w 11943"/>
                <a:gd name="csY2" fmla="*/ 13376 h 17198"/>
                <a:gd name="csX3" fmla="*/ 11466 w 11943"/>
                <a:gd name="csY3" fmla="*/ 13854 h 17198"/>
                <a:gd name="csX4" fmla="*/ 10988 w 11943"/>
                <a:gd name="csY4" fmla="*/ 15765 h 17198"/>
                <a:gd name="csX5" fmla="*/ 10510 w 11943"/>
                <a:gd name="csY5" fmla="*/ 16243 h 17198"/>
                <a:gd name="csX6" fmla="*/ 10032 w 11943"/>
                <a:gd name="csY6" fmla="*/ 16243 h 17198"/>
                <a:gd name="csX7" fmla="*/ 9555 w 11943"/>
                <a:gd name="csY7" fmla="*/ 17198 h 17198"/>
                <a:gd name="csX8" fmla="*/ 5733 w 11943"/>
                <a:gd name="csY8" fmla="*/ 16243 h 17198"/>
                <a:gd name="csX9" fmla="*/ 3822 w 11943"/>
                <a:gd name="csY9" fmla="*/ 15287 h 17198"/>
                <a:gd name="csX10" fmla="*/ 2389 w 11943"/>
                <a:gd name="csY10" fmla="*/ 13854 h 17198"/>
                <a:gd name="csX11" fmla="*/ 1911 w 11943"/>
                <a:gd name="csY11" fmla="*/ 13376 h 17198"/>
                <a:gd name="csX12" fmla="*/ 478 w 11943"/>
                <a:gd name="csY12" fmla="*/ 11943 h 17198"/>
                <a:gd name="csX13" fmla="*/ 0 w 11943"/>
                <a:gd name="csY13" fmla="*/ 11466 h 17198"/>
                <a:gd name="csX14" fmla="*/ 0 w 11943"/>
                <a:gd name="csY14" fmla="*/ 10510 h 17198"/>
                <a:gd name="csX15" fmla="*/ 1433 w 11943"/>
                <a:gd name="csY15" fmla="*/ 10510 h 17198"/>
                <a:gd name="csX16" fmla="*/ 2866 w 11943"/>
                <a:gd name="csY16" fmla="*/ 10510 h 17198"/>
                <a:gd name="csX17" fmla="*/ 2866 w 11943"/>
                <a:gd name="csY17" fmla="*/ 10032 h 17198"/>
                <a:gd name="csX18" fmla="*/ 3344 w 11943"/>
                <a:gd name="csY18" fmla="*/ 7166 h 17198"/>
                <a:gd name="csX19" fmla="*/ 1433 w 11943"/>
                <a:gd name="csY19" fmla="*/ 5733 h 17198"/>
                <a:gd name="csX20" fmla="*/ 955 w 11943"/>
                <a:gd name="csY20" fmla="*/ 5255 h 17198"/>
                <a:gd name="csX21" fmla="*/ 1433 w 11943"/>
                <a:gd name="csY21" fmla="*/ 4777 h 17198"/>
                <a:gd name="csX22" fmla="*/ 3344 w 11943"/>
                <a:gd name="csY22" fmla="*/ 5255 h 17198"/>
                <a:gd name="csX23" fmla="*/ 5733 w 11943"/>
                <a:gd name="csY23" fmla="*/ 2389 h 17198"/>
                <a:gd name="csX24" fmla="*/ 6688 w 11943"/>
                <a:gd name="csY24" fmla="*/ 1911 h 17198"/>
                <a:gd name="csX25" fmla="*/ 6688 w 11943"/>
                <a:gd name="csY25" fmla="*/ 0 h 17198"/>
                <a:gd name="csX26" fmla="*/ 8121 w 11943"/>
                <a:gd name="csY26" fmla="*/ 0 h 17198"/>
                <a:gd name="csX27" fmla="*/ 9077 w 11943"/>
                <a:gd name="csY27" fmla="*/ 0 h 17198"/>
                <a:gd name="csX28" fmla="*/ 9555 w 11943"/>
                <a:gd name="csY28" fmla="*/ 956 h 17198"/>
                <a:gd name="csX29" fmla="*/ 10032 w 11943"/>
                <a:gd name="csY29" fmla="*/ 1911 h 17198"/>
                <a:gd name="csX30" fmla="*/ 9555 w 11943"/>
                <a:gd name="csY30" fmla="*/ 2866 h 17198"/>
                <a:gd name="csX31" fmla="*/ 10510 w 11943"/>
                <a:gd name="csY31" fmla="*/ 3344 h 17198"/>
                <a:gd name="csX32" fmla="*/ 11466 w 11943"/>
                <a:gd name="csY32" fmla="*/ 4777 h 17198"/>
                <a:gd name="csX33" fmla="*/ 11466 w 11943"/>
                <a:gd name="csY33" fmla="*/ 5733 h 17198"/>
                <a:gd name="csX34" fmla="*/ 11466 w 11943"/>
                <a:gd name="csY34" fmla="*/ 7166 h 17198"/>
                <a:gd name="csX35" fmla="*/ 11943 w 11943"/>
                <a:gd name="csY35" fmla="*/ 8121 h 17198"/>
                <a:gd name="csX36" fmla="*/ 10988 w 11943"/>
                <a:gd name="csY36" fmla="*/ 9555 h 17198"/>
                <a:gd name="csX37" fmla="*/ 11466 w 11943"/>
                <a:gd name="csY37" fmla="*/ 11466 h 17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11943" h="17198">
                  <a:moveTo>
                    <a:pt x="11466" y="11466"/>
                  </a:moveTo>
                  <a:lnTo>
                    <a:pt x="11943" y="11943"/>
                  </a:lnTo>
                  <a:lnTo>
                    <a:pt x="11943" y="13376"/>
                  </a:lnTo>
                  <a:lnTo>
                    <a:pt x="11466" y="13854"/>
                  </a:lnTo>
                  <a:lnTo>
                    <a:pt x="10988" y="15765"/>
                  </a:lnTo>
                  <a:lnTo>
                    <a:pt x="10510" y="16243"/>
                  </a:lnTo>
                  <a:lnTo>
                    <a:pt x="10032" y="16243"/>
                  </a:lnTo>
                  <a:lnTo>
                    <a:pt x="9555" y="17198"/>
                  </a:lnTo>
                  <a:lnTo>
                    <a:pt x="5733" y="16243"/>
                  </a:lnTo>
                  <a:lnTo>
                    <a:pt x="3822" y="15287"/>
                  </a:lnTo>
                  <a:lnTo>
                    <a:pt x="2389" y="13854"/>
                  </a:lnTo>
                  <a:lnTo>
                    <a:pt x="1911" y="13376"/>
                  </a:lnTo>
                  <a:lnTo>
                    <a:pt x="478" y="11943"/>
                  </a:lnTo>
                  <a:lnTo>
                    <a:pt x="0" y="11466"/>
                  </a:lnTo>
                  <a:lnTo>
                    <a:pt x="0" y="10510"/>
                  </a:lnTo>
                  <a:lnTo>
                    <a:pt x="1433" y="10510"/>
                  </a:lnTo>
                  <a:lnTo>
                    <a:pt x="2866" y="10510"/>
                  </a:lnTo>
                  <a:lnTo>
                    <a:pt x="2866" y="10032"/>
                  </a:lnTo>
                  <a:lnTo>
                    <a:pt x="3344" y="7166"/>
                  </a:lnTo>
                  <a:lnTo>
                    <a:pt x="1433" y="5733"/>
                  </a:lnTo>
                  <a:lnTo>
                    <a:pt x="955" y="5255"/>
                  </a:lnTo>
                  <a:lnTo>
                    <a:pt x="1433" y="4777"/>
                  </a:lnTo>
                  <a:lnTo>
                    <a:pt x="3344" y="5255"/>
                  </a:lnTo>
                  <a:lnTo>
                    <a:pt x="5733" y="2389"/>
                  </a:lnTo>
                  <a:lnTo>
                    <a:pt x="6688" y="1911"/>
                  </a:lnTo>
                  <a:lnTo>
                    <a:pt x="6688" y="0"/>
                  </a:lnTo>
                  <a:lnTo>
                    <a:pt x="8121" y="0"/>
                  </a:lnTo>
                  <a:lnTo>
                    <a:pt x="9077" y="0"/>
                  </a:lnTo>
                  <a:lnTo>
                    <a:pt x="9555" y="956"/>
                  </a:lnTo>
                  <a:lnTo>
                    <a:pt x="10032" y="1911"/>
                  </a:lnTo>
                  <a:lnTo>
                    <a:pt x="9555" y="2866"/>
                  </a:lnTo>
                  <a:lnTo>
                    <a:pt x="10510" y="3344"/>
                  </a:lnTo>
                  <a:lnTo>
                    <a:pt x="11466" y="4777"/>
                  </a:lnTo>
                  <a:lnTo>
                    <a:pt x="11466" y="5733"/>
                  </a:lnTo>
                  <a:lnTo>
                    <a:pt x="11466" y="7166"/>
                  </a:lnTo>
                  <a:lnTo>
                    <a:pt x="11943" y="8121"/>
                  </a:lnTo>
                  <a:lnTo>
                    <a:pt x="10988" y="9555"/>
                  </a:lnTo>
                  <a:lnTo>
                    <a:pt x="11466" y="114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E6ED1334-D23C-87D5-881D-2B6A0BDFE33E}"/>
                </a:ext>
              </a:extLst>
            </p:cNvPr>
            <p:cNvSpPr/>
            <p:nvPr/>
          </p:nvSpPr>
          <p:spPr>
            <a:xfrm>
              <a:off x="8552006" y="3745041"/>
              <a:ext cx="3822" cy="10510"/>
            </a:xfrm>
            <a:custGeom>
              <a:avLst/>
              <a:gdLst>
                <a:gd name="csX0" fmla="*/ 2866 w 3822"/>
                <a:gd name="csY0" fmla="*/ 1911 h 10510"/>
                <a:gd name="csX1" fmla="*/ 3822 w 3822"/>
                <a:gd name="csY1" fmla="*/ 4300 h 10510"/>
                <a:gd name="csX2" fmla="*/ 3344 w 3822"/>
                <a:gd name="csY2" fmla="*/ 5255 h 10510"/>
                <a:gd name="csX3" fmla="*/ 2866 w 3822"/>
                <a:gd name="csY3" fmla="*/ 6688 h 10510"/>
                <a:gd name="csX4" fmla="*/ 956 w 3822"/>
                <a:gd name="csY4" fmla="*/ 9555 h 10510"/>
                <a:gd name="csX5" fmla="*/ 0 w 3822"/>
                <a:gd name="csY5" fmla="*/ 10510 h 10510"/>
                <a:gd name="csX6" fmla="*/ 956 w 3822"/>
                <a:gd name="csY6" fmla="*/ 9555 h 10510"/>
                <a:gd name="csX7" fmla="*/ 2866 w 3822"/>
                <a:gd name="csY7" fmla="*/ 6688 h 10510"/>
                <a:gd name="csX8" fmla="*/ 3344 w 3822"/>
                <a:gd name="csY8" fmla="*/ 5255 h 10510"/>
                <a:gd name="csX9" fmla="*/ 3822 w 3822"/>
                <a:gd name="csY9" fmla="*/ 4300 h 10510"/>
                <a:gd name="csX10" fmla="*/ 2866 w 3822"/>
                <a:gd name="csY10" fmla="*/ 1911 h 10510"/>
                <a:gd name="csX11" fmla="*/ 1911 w 3822"/>
                <a:gd name="csY11" fmla="*/ 0 h 10510"/>
                <a:gd name="csX12" fmla="*/ 2866 w 3822"/>
                <a:gd name="csY12" fmla="*/ 1911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822" h="10510">
                  <a:moveTo>
                    <a:pt x="2866" y="1911"/>
                  </a:moveTo>
                  <a:lnTo>
                    <a:pt x="3822" y="4300"/>
                  </a:lnTo>
                  <a:lnTo>
                    <a:pt x="3344" y="5255"/>
                  </a:lnTo>
                  <a:lnTo>
                    <a:pt x="2866" y="6688"/>
                  </a:lnTo>
                  <a:lnTo>
                    <a:pt x="956" y="9555"/>
                  </a:lnTo>
                  <a:lnTo>
                    <a:pt x="0" y="10510"/>
                  </a:lnTo>
                  <a:lnTo>
                    <a:pt x="956" y="9555"/>
                  </a:lnTo>
                  <a:lnTo>
                    <a:pt x="2866" y="6688"/>
                  </a:lnTo>
                  <a:lnTo>
                    <a:pt x="3344" y="5255"/>
                  </a:lnTo>
                  <a:lnTo>
                    <a:pt x="3822" y="4300"/>
                  </a:lnTo>
                  <a:lnTo>
                    <a:pt x="2866" y="1911"/>
                  </a:lnTo>
                  <a:lnTo>
                    <a:pt x="1911" y="0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067F8C29-871E-AA42-E7A8-71FB501ECD37}"/>
                </a:ext>
              </a:extLst>
            </p:cNvPr>
            <p:cNvSpPr/>
            <p:nvPr/>
          </p:nvSpPr>
          <p:spPr>
            <a:xfrm>
              <a:off x="7343350" y="3582135"/>
              <a:ext cx="1212477" cy="778221"/>
            </a:xfrm>
            <a:custGeom>
              <a:avLst/>
              <a:gdLst>
                <a:gd name="csX0" fmla="*/ 1211522 w 1212477"/>
                <a:gd name="csY0" fmla="*/ 164817 h 778221"/>
                <a:gd name="csX1" fmla="*/ 1212478 w 1212477"/>
                <a:gd name="csY1" fmla="*/ 167205 h 778221"/>
                <a:gd name="csX2" fmla="*/ 1212000 w 1212477"/>
                <a:gd name="csY2" fmla="*/ 168161 h 778221"/>
                <a:gd name="csX3" fmla="*/ 1211522 w 1212477"/>
                <a:gd name="csY3" fmla="*/ 169594 h 778221"/>
                <a:gd name="csX4" fmla="*/ 1209611 w 1212477"/>
                <a:gd name="csY4" fmla="*/ 172460 h 778221"/>
                <a:gd name="csX5" fmla="*/ 1208656 w 1212477"/>
                <a:gd name="csY5" fmla="*/ 173416 h 778221"/>
                <a:gd name="csX6" fmla="*/ 1208656 w 1212477"/>
                <a:gd name="csY6" fmla="*/ 173416 h 778221"/>
                <a:gd name="csX7" fmla="*/ 1207223 w 1212477"/>
                <a:gd name="csY7" fmla="*/ 174371 h 778221"/>
                <a:gd name="csX8" fmla="*/ 1205312 w 1212477"/>
                <a:gd name="csY8" fmla="*/ 174849 h 778221"/>
                <a:gd name="csX9" fmla="*/ 1205312 w 1212477"/>
                <a:gd name="csY9" fmla="*/ 174849 h 778221"/>
                <a:gd name="csX10" fmla="*/ 1204356 w 1212477"/>
                <a:gd name="csY10" fmla="*/ 174849 h 778221"/>
                <a:gd name="csX11" fmla="*/ 1203401 w 1212477"/>
                <a:gd name="csY11" fmla="*/ 175327 h 778221"/>
                <a:gd name="csX12" fmla="*/ 1202923 w 1212477"/>
                <a:gd name="csY12" fmla="*/ 176282 h 778221"/>
                <a:gd name="csX13" fmla="*/ 1201967 w 1212477"/>
                <a:gd name="csY13" fmla="*/ 177238 h 778221"/>
                <a:gd name="csX14" fmla="*/ 1201012 w 1212477"/>
                <a:gd name="csY14" fmla="*/ 178193 h 778221"/>
                <a:gd name="csX15" fmla="*/ 1201012 w 1212477"/>
                <a:gd name="csY15" fmla="*/ 179626 h 778221"/>
                <a:gd name="csX16" fmla="*/ 1201490 w 1212477"/>
                <a:gd name="csY16" fmla="*/ 181059 h 778221"/>
                <a:gd name="csX17" fmla="*/ 1201490 w 1212477"/>
                <a:gd name="csY17" fmla="*/ 182970 h 778221"/>
                <a:gd name="csX18" fmla="*/ 1200534 w 1212477"/>
                <a:gd name="csY18" fmla="*/ 184403 h 778221"/>
                <a:gd name="csX19" fmla="*/ 1199579 w 1212477"/>
                <a:gd name="csY19" fmla="*/ 187270 h 778221"/>
                <a:gd name="csX20" fmla="*/ 1199101 w 1212477"/>
                <a:gd name="csY20" fmla="*/ 187748 h 778221"/>
                <a:gd name="csX21" fmla="*/ 1198623 w 1212477"/>
                <a:gd name="csY21" fmla="*/ 189659 h 778221"/>
                <a:gd name="csX22" fmla="*/ 1198623 w 1212477"/>
                <a:gd name="csY22" fmla="*/ 190136 h 778221"/>
                <a:gd name="csX23" fmla="*/ 1198146 w 1212477"/>
                <a:gd name="csY23" fmla="*/ 193958 h 778221"/>
                <a:gd name="csX24" fmla="*/ 1196712 w 1212477"/>
                <a:gd name="csY24" fmla="*/ 196825 h 778221"/>
                <a:gd name="csX25" fmla="*/ 1194801 w 1212477"/>
                <a:gd name="csY25" fmla="*/ 199691 h 778221"/>
                <a:gd name="csX26" fmla="*/ 1195279 w 1212477"/>
                <a:gd name="csY26" fmla="*/ 201602 h 778221"/>
                <a:gd name="csX27" fmla="*/ 1195757 w 1212477"/>
                <a:gd name="csY27" fmla="*/ 203035 h 778221"/>
                <a:gd name="csX28" fmla="*/ 1195279 w 1212477"/>
                <a:gd name="csY28" fmla="*/ 203991 h 778221"/>
                <a:gd name="csX29" fmla="*/ 1195279 w 1212477"/>
                <a:gd name="csY29" fmla="*/ 204468 h 778221"/>
                <a:gd name="csX30" fmla="*/ 1194801 w 1212477"/>
                <a:gd name="csY30" fmla="*/ 206379 h 778221"/>
                <a:gd name="csX31" fmla="*/ 1194324 w 1212477"/>
                <a:gd name="csY31" fmla="*/ 206857 h 778221"/>
                <a:gd name="csX32" fmla="*/ 1192891 w 1212477"/>
                <a:gd name="csY32" fmla="*/ 207812 h 778221"/>
                <a:gd name="csX33" fmla="*/ 1191935 w 1212477"/>
                <a:gd name="csY33" fmla="*/ 209245 h 778221"/>
                <a:gd name="csX34" fmla="*/ 1191935 w 1212477"/>
                <a:gd name="csY34" fmla="*/ 211156 h 778221"/>
                <a:gd name="csX35" fmla="*/ 1191457 w 1212477"/>
                <a:gd name="csY35" fmla="*/ 212590 h 778221"/>
                <a:gd name="csX36" fmla="*/ 1190502 w 1212477"/>
                <a:gd name="csY36" fmla="*/ 214023 h 778221"/>
                <a:gd name="csX37" fmla="*/ 1190024 w 1212477"/>
                <a:gd name="csY37" fmla="*/ 214978 h 778221"/>
                <a:gd name="csX38" fmla="*/ 1188591 w 1212477"/>
                <a:gd name="csY38" fmla="*/ 215456 h 778221"/>
                <a:gd name="csX39" fmla="*/ 1188113 w 1212477"/>
                <a:gd name="csY39" fmla="*/ 215934 h 778221"/>
                <a:gd name="csX40" fmla="*/ 1187635 w 1212477"/>
                <a:gd name="csY40" fmla="*/ 217845 h 778221"/>
                <a:gd name="csX41" fmla="*/ 1187158 w 1212477"/>
                <a:gd name="csY41" fmla="*/ 219278 h 778221"/>
                <a:gd name="csX42" fmla="*/ 1186680 w 1212477"/>
                <a:gd name="csY42" fmla="*/ 220233 h 778221"/>
                <a:gd name="csX43" fmla="*/ 1187158 w 1212477"/>
                <a:gd name="csY43" fmla="*/ 221666 h 778221"/>
                <a:gd name="csX44" fmla="*/ 1186680 w 1212477"/>
                <a:gd name="csY44" fmla="*/ 223100 h 778221"/>
                <a:gd name="csX45" fmla="*/ 1184769 w 1212477"/>
                <a:gd name="csY45" fmla="*/ 224055 h 778221"/>
                <a:gd name="csX46" fmla="*/ 1183814 w 1212477"/>
                <a:gd name="csY46" fmla="*/ 224533 h 778221"/>
                <a:gd name="csX47" fmla="*/ 1183336 w 1212477"/>
                <a:gd name="csY47" fmla="*/ 224533 h 778221"/>
                <a:gd name="csX48" fmla="*/ 1183336 w 1212477"/>
                <a:gd name="csY48" fmla="*/ 224533 h 778221"/>
                <a:gd name="csX49" fmla="*/ 1181425 w 1212477"/>
                <a:gd name="csY49" fmla="*/ 225966 h 778221"/>
                <a:gd name="csX50" fmla="*/ 1179992 w 1212477"/>
                <a:gd name="csY50" fmla="*/ 230266 h 778221"/>
                <a:gd name="csX51" fmla="*/ 1179992 w 1212477"/>
                <a:gd name="csY51" fmla="*/ 233132 h 778221"/>
                <a:gd name="csX52" fmla="*/ 1179992 w 1212477"/>
                <a:gd name="csY52" fmla="*/ 235521 h 778221"/>
                <a:gd name="csX53" fmla="*/ 1178081 w 1212477"/>
                <a:gd name="csY53" fmla="*/ 236954 h 778221"/>
                <a:gd name="csX54" fmla="*/ 1176648 w 1212477"/>
                <a:gd name="csY54" fmla="*/ 237909 h 778221"/>
                <a:gd name="csX55" fmla="*/ 1175692 w 1212477"/>
                <a:gd name="csY55" fmla="*/ 237432 h 778221"/>
                <a:gd name="csX56" fmla="*/ 1175692 w 1212477"/>
                <a:gd name="csY56" fmla="*/ 237432 h 778221"/>
                <a:gd name="csX57" fmla="*/ 1174737 w 1212477"/>
                <a:gd name="csY57" fmla="*/ 236954 h 778221"/>
                <a:gd name="csX58" fmla="*/ 1174737 w 1212477"/>
                <a:gd name="csY58" fmla="*/ 236954 h 778221"/>
                <a:gd name="csX59" fmla="*/ 1172348 w 1212477"/>
                <a:gd name="csY59" fmla="*/ 236476 h 778221"/>
                <a:gd name="csX60" fmla="*/ 1171393 w 1212477"/>
                <a:gd name="csY60" fmla="*/ 236476 h 778221"/>
                <a:gd name="csX61" fmla="*/ 1169004 w 1212477"/>
                <a:gd name="csY61" fmla="*/ 235521 h 778221"/>
                <a:gd name="csX62" fmla="*/ 1165182 w 1212477"/>
                <a:gd name="csY62" fmla="*/ 234565 h 778221"/>
                <a:gd name="csX63" fmla="*/ 1161838 w 1212477"/>
                <a:gd name="csY63" fmla="*/ 233610 h 778221"/>
                <a:gd name="csX64" fmla="*/ 1159450 w 1212477"/>
                <a:gd name="csY64" fmla="*/ 232654 h 778221"/>
                <a:gd name="csX65" fmla="*/ 1157539 w 1212477"/>
                <a:gd name="csY65" fmla="*/ 232176 h 778221"/>
                <a:gd name="csX66" fmla="*/ 1156105 w 1212477"/>
                <a:gd name="csY66" fmla="*/ 231699 h 778221"/>
                <a:gd name="csX67" fmla="*/ 1155150 w 1212477"/>
                <a:gd name="csY67" fmla="*/ 230266 h 778221"/>
                <a:gd name="csX68" fmla="*/ 1155150 w 1212477"/>
                <a:gd name="csY68" fmla="*/ 230266 h 778221"/>
                <a:gd name="csX69" fmla="*/ 1155150 w 1212477"/>
                <a:gd name="csY69" fmla="*/ 230266 h 778221"/>
                <a:gd name="csX70" fmla="*/ 1154194 w 1212477"/>
                <a:gd name="csY70" fmla="*/ 230743 h 778221"/>
                <a:gd name="csX71" fmla="*/ 1152761 w 1212477"/>
                <a:gd name="csY71" fmla="*/ 232654 h 778221"/>
                <a:gd name="csX72" fmla="*/ 1151328 w 1212477"/>
                <a:gd name="csY72" fmla="*/ 233610 h 778221"/>
                <a:gd name="csX73" fmla="*/ 1150373 w 1212477"/>
                <a:gd name="csY73" fmla="*/ 235043 h 778221"/>
                <a:gd name="csX74" fmla="*/ 1149895 w 1212477"/>
                <a:gd name="csY74" fmla="*/ 236476 h 778221"/>
                <a:gd name="csX75" fmla="*/ 1147984 w 1212477"/>
                <a:gd name="csY75" fmla="*/ 238387 h 778221"/>
                <a:gd name="csX76" fmla="*/ 1147028 w 1212477"/>
                <a:gd name="csY76" fmla="*/ 238865 h 778221"/>
                <a:gd name="csX77" fmla="*/ 1143684 w 1212477"/>
                <a:gd name="csY77" fmla="*/ 240298 h 778221"/>
                <a:gd name="csX78" fmla="*/ 1142729 w 1212477"/>
                <a:gd name="csY78" fmla="*/ 240775 h 778221"/>
                <a:gd name="csX79" fmla="*/ 1139862 w 1212477"/>
                <a:gd name="csY79" fmla="*/ 240775 h 778221"/>
                <a:gd name="csX80" fmla="*/ 1139862 w 1212477"/>
                <a:gd name="csY80" fmla="*/ 240775 h 778221"/>
                <a:gd name="csX81" fmla="*/ 1138907 w 1212477"/>
                <a:gd name="csY81" fmla="*/ 241253 h 778221"/>
                <a:gd name="csX82" fmla="*/ 1137952 w 1212477"/>
                <a:gd name="csY82" fmla="*/ 242687 h 778221"/>
                <a:gd name="csX83" fmla="*/ 1137474 w 1212477"/>
                <a:gd name="csY83" fmla="*/ 243642 h 778221"/>
                <a:gd name="csX84" fmla="*/ 1138430 w 1212477"/>
                <a:gd name="csY84" fmla="*/ 245075 h 778221"/>
                <a:gd name="csX85" fmla="*/ 1139385 w 1212477"/>
                <a:gd name="csY85" fmla="*/ 247464 h 778221"/>
                <a:gd name="csX86" fmla="*/ 1139862 w 1212477"/>
                <a:gd name="csY86" fmla="*/ 248897 h 778221"/>
                <a:gd name="csX87" fmla="*/ 1140818 w 1212477"/>
                <a:gd name="csY87" fmla="*/ 252241 h 778221"/>
                <a:gd name="csX88" fmla="*/ 1143207 w 1212477"/>
                <a:gd name="csY88" fmla="*/ 262273 h 778221"/>
                <a:gd name="csX89" fmla="*/ 1142251 w 1212477"/>
                <a:gd name="csY89" fmla="*/ 264184 h 778221"/>
                <a:gd name="csX90" fmla="*/ 1141773 w 1212477"/>
                <a:gd name="csY90" fmla="*/ 271350 h 778221"/>
                <a:gd name="csX91" fmla="*/ 1141773 w 1212477"/>
                <a:gd name="csY91" fmla="*/ 272783 h 778221"/>
                <a:gd name="csX92" fmla="*/ 1141773 w 1212477"/>
                <a:gd name="csY92" fmla="*/ 275172 h 778221"/>
                <a:gd name="csX93" fmla="*/ 1141773 w 1212477"/>
                <a:gd name="csY93" fmla="*/ 276605 h 778221"/>
                <a:gd name="csX94" fmla="*/ 1141773 w 1212477"/>
                <a:gd name="csY94" fmla="*/ 276605 h 778221"/>
                <a:gd name="csX95" fmla="*/ 1142251 w 1212477"/>
                <a:gd name="csY95" fmla="*/ 277083 h 778221"/>
                <a:gd name="csX96" fmla="*/ 1142251 w 1212477"/>
                <a:gd name="csY96" fmla="*/ 277083 h 778221"/>
                <a:gd name="csX97" fmla="*/ 1143207 w 1212477"/>
                <a:gd name="csY97" fmla="*/ 277561 h 778221"/>
                <a:gd name="csX98" fmla="*/ 1143207 w 1212477"/>
                <a:gd name="csY98" fmla="*/ 278516 h 778221"/>
                <a:gd name="csX99" fmla="*/ 1143207 w 1212477"/>
                <a:gd name="csY99" fmla="*/ 279472 h 778221"/>
                <a:gd name="csX100" fmla="*/ 1142729 w 1212477"/>
                <a:gd name="csY100" fmla="*/ 280905 h 778221"/>
                <a:gd name="csX101" fmla="*/ 1142251 w 1212477"/>
                <a:gd name="csY101" fmla="*/ 282816 h 778221"/>
                <a:gd name="csX102" fmla="*/ 1141773 w 1212477"/>
                <a:gd name="csY102" fmla="*/ 285682 h 778221"/>
                <a:gd name="csX103" fmla="*/ 1140818 w 1212477"/>
                <a:gd name="csY103" fmla="*/ 286638 h 778221"/>
                <a:gd name="csX104" fmla="*/ 1140341 w 1212477"/>
                <a:gd name="csY104" fmla="*/ 287593 h 778221"/>
                <a:gd name="csX105" fmla="*/ 1139862 w 1212477"/>
                <a:gd name="csY105" fmla="*/ 288071 h 778221"/>
                <a:gd name="csX106" fmla="*/ 1139862 w 1212477"/>
                <a:gd name="csY106" fmla="*/ 289982 h 778221"/>
                <a:gd name="csX107" fmla="*/ 1139385 w 1212477"/>
                <a:gd name="csY107" fmla="*/ 291415 h 778221"/>
                <a:gd name="csX108" fmla="*/ 1138430 w 1212477"/>
                <a:gd name="csY108" fmla="*/ 291893 h 778221"/>
                <a:gd name="csX109" fmla="*/ 1136996 w 1212477"/>
                <a:gd name="csY109" fmla="*/ 292848 h 778221"/>
                <a:gd name="csX110" fmla="*/ 1136041 w 1212477"/>
                <a:gd name="csY110" fmla="*/ 292370 h 778221"/>
                <a:gd name="csX111" fmla="*/ 1135563 w 1212477"/>
                <a:gd name="csY111" fmla="*/ 292370 h 778221"/>
                <a:gd name="csX112" fmla="*/ 1134130 w 1212477"/>
                <a:gd name="csY112" fmla="*/ 292370 h 778221"/>
                <a:gd name="csX113" fmla="*/ 1132696 w 1212477"/>
                <a:gd name="csY113" fmla="*/ 293326 h 778221"/>
                <a:gd name="csX114" fmla="*/ 1129830 w 1212477"/>
                <a:gd name="csY114" fmla="*/ 293804 h 778221"/>
                <a:gd name="csX115" fmla="*/ 1127919 w 1212477"/>
                <a:gd name="csY115" fmla="*/ 294281 h 778221"/>
                <a:gd name="csX116" fmla="*/ 1127442 w 1212477"/>
                <a:gd name="csY116" fmla="*/ 295237 h 778221"/>
                <a:gd name="csX117" fmla="*/ 1126964 w 1212477"/>
                <a:gd name="csY117" fmla="*/ 295714 h 778221"/>
                <a:gd name="csX118" fmla="*/ 1126486 w 1212477"/>
                <a:gd name="csY118" fmla="*/ 296670 h 778221"/>
                <a:gd name="csX119" fmla="*/ 1126964 w 1212477"/>
                <a:gd name="csY119" fmla="*/ 296670 h 778221"/>
                <a:gd name="csX120" fmla="*/ 1126964 w 1212477"/>
                <a:gd name="csY120" fmla="*/ 296670 h 778221"/>
                <a:gd name="csX121" fmla="*/ 1126964 w 1212477"/>
                <a:gd name="csY121" fmla="*/ 296670 h 778221"/>
                <a:gd name="csX122" fmla="*/ 1128397 w 1212477"/>
                <a:gd name="csY122" fmla="*/ 297148 h 778221"/>
                <a:gd name="csX123" fmla="*/ 1128875 w 1212477"/>
                <a:gd name="csY123" fmla="*/ 297148 h 778221"/>
                <a:gd name="csX124" fmla="*/ 1129830 w 1212477"/>
                <a:gd name="csY124" fmla="*/ 298581 h 778221"/>
                <a:gd name="csX125" fmla="*/ 1129830 w 1212477"/>
                <a:gd name="csY125" fmla="*/ 299536 h 778221"/>
                <a:gd name="csX126" fmla="*/ 1128875 w 1212477"/>
                <a:gd name="csY126" fmla="*/ 300492 h 778221"/>
                <a:gd name="csX127" fmla="*/ 1128397 w 1212477"/>
                <a:gd name="csY127" fmla="*/ 299536 h 778221"/>
                <a:gd name="csX128" fmla="*/ 1128397 w 1212477"/>
                <a:gd name="csY128" fmla="*/ 299536 h 778221"/>
                <a:gd name="csX129" fmla="*/ 1127442 w 1212477"/>
                <a:gd name="csY129" fmla="*/ 299536 h 778221"/>
                <a:gd name="csX130" fmla="*/ 1125530 w 1212477"/>
                <a:gd name="csY130" fmla="*/ 298103 h 778221"/>
                <a:gd name="csX131" fmla="*/ 1124098 w 1212477"/>
                <a:gd name="csY131" fmla="*/ 296670 h 778221"/>
                <a:gd name="csX132" fmla="*/ 1123142 w 1212477"/>
                <a:gd name="csY132" fmla="*/ 295237 h 778221"/>
                <a:gd name="csX133" fmla="*/ 1123620 w 1212477"/>
                <a:gd name="csY133" fmla="*/ 292370 h 778221"/>
                <a:gd name="csX134" fmla="*/ 1123142 w 1212477"/>
                <a:gd name="csY134" fmla="*/ 291893 h 778221"/>
                <a:gd name="csX135" fmla="*/ 1121231 w 1212477"/>
                <a:gd name="csY135" fmla="*/ 290937 h 778221"/>
                <a:gd name="csX136" fmla="*/ 1120753 w 1212477"/>
                <a:gd name="csY136" fmla="*/ 289982 h 778221"/>
                <a:gd name="csX137" fmla="*/ 1120753 w 1212477"/>
                <a:gd name="csY137" fmla="*/ 289982 h 778221"/>
                <a:gd name="csX138" fmla="*/ 1120276 w 1212477"/>
                <a:gd name="csY138" fmla="*/ 289504 h 778221"/>
                <a:gd name="csX139" fmla="*/ 1118843 w 1212477"/>
                <a:gd name="csY139" fmla="*/ 289982 h 778221"/>
                <a:gd name="csX140" fmla="*/ 1117887 w 1212477"/>
                <a:gd name="csY140" fmla="*/ 289504 h 778221"/>
                <a:gd name="csX141" fmla="*/ 1117409 w 1212477"/>
                <a:gd name="csY141" fmla="*/ 289026 h 778221"/>
                <a:gd name="csX142" fmla="*/ 1117409 w 1212477"/>
                <a:gd name="csY142" fmla="*/ 289026 h 778221"/>
                <a:gd name="csX143" fmla="*/ 1116454 w 1212477"/>
                <a:gd name="csY143" fmla="*/ 289026 h 778221"/>
                <a:gd name="csX144" fmla="*/ 1116454 w 1212477"/>
                <a:gd name="csY144" fmla="*/ 289026 h 778221"/>
                <a:gd name="csX145" fmla="*/ 1115498 w 1212477"/>
                <a:gd name="csY145" fmla="*/ 289982 h 778221"/>
                <a:gd name="csX146" fmla="*/ 1115498 w 1212477"/>
                <a:gd name="csY146" fmla="*/ 291893 h 778221"/>
                <a:gd name="csX147" fmla="*/ 1114065 w 1212477"/>
                <a:gd name="csY147" fmla="*/ 294759 h 778221"/>
                <a:gd name="csX148" fmla="*/ 1114065 w 1212477"/>
                <a:gd name="csY148" fmla="*/ 296192 h 778221"/>
                <a:gd name="csX149" fmla="*/ 1113587 w 1212477"/>
                <a:gd name="csY149" fmla="*/ 299059 h 778221"/>
                <a:gd name="csX150" fmla="*/ 1112632 w 1212477"/>
                <a:gd name="csY150" fmla="*/ 301925 h 778221"/>
                <a:gd name="csX151" fmla="*/ 1112632 w 1212477"/>
                <a:gd name="csY151" fmla="*/ 302880 h 778221"/>
                <a:gd name="csX152" fmla="*/ 1111199 w 1212477"/>
                <a:gd name="csY152" fmla="*/ 302880 h 778221"/>
                <a:gd name="csX153" fmla="*/ 1111199 w 1212477"/>
                <a:gd name="csY153" fmla="*/ 302880 h 778221"/>
                <a:gd name="csX154" fmla="*/ 1111199 w 1212477"/>
                <a:gd name="csY154" fmla="*/ 302880 h 778221"/>
                <a:gd name="csX155" fmla="*/ 1110721 w 1212477"/>
                <a:gd name="csY155" fmla="*/ 302880 h 778221"/>
                <a:gd name="csX156" fmla="*/ 1110721 w 1212477"/>
                <a:gd name="csY156" fmla="*/ 302880 h 778221"/>
                <a:gd name="csX157" fmla="*/ 1109766 w 1212477"/>
                <a:gd name="csY157" fmla="*/ 303836 h 778221"/>
                <a:gd name="csX158" fmla="*/ 1108810 w 1212477"/>
                <a:gd name="csY158" fmla="*/ 304314 h 778221"/>
                <a:gd name="csX159" fmla="*/ 1108332 w 1212477"/>
                <a:gd name="csY159" fmla="*/ 303836 h 778221"/>
                <a:gd name="csX160" fmla="*/ 1106899 w 1212477"/>
                <a:gd name="csY160" fmla="*/ 302880 h 778221"/>
                <a:gd name="csX161" fmla="*/ 1106899 w 1212477"/>
                <a:gd name="csY161" fmla="*/ 302880 h 778221"/>
                <a:gd name="csX162" fmla="*/ 1105944 w 1212477"/>
                <a:gd name="csY162" fmla="*/ 302880 h 778221"/>
                <a:gd name="csX163" fmla="*/ 1105944 w 1212477"/>
                <a:gd name="csY163" fmla="*/ 302880 h 778221"/>
                <a:gd name="csX164" fmla="*/ 1104988 w 1212477"/>
                <a:gd name="csY164" fmla="*/ 303358 h 778221"/>
                <a:gd name="csX165" fmla="*/ 1104988 w 1212477"/>
                <a:gd name="csY165" fmla="*/ 303358 h 778221"/>
                <a:gd name="csX166" fmla="*/ 1103555 w 1212477"/>
                <a:gd name="csY166" fmla="*/ 304791 h 778221"/>
                <a:gd name="csX167" fmla="*/ 1103077 w 1212477"/>
                <a:gd name="csY167" fmla="*/ 305747 h 778221"/>
                <a:gd name="csX168" fmla="*/ 1103077 w 1212477"/>
                <a:gd name="csY168" fmla="*/ 306224 h 778221"/>
                <a:gd name="csX169" fmla="*/ 1102600 w 1212477"/>
                <a:gd name="csY169" fmla="*/ 307180 h 778221"/>
                <a:gd name="csX170" fmla="*/ 1102600 w 1212477"/>
                <a:gd name="csY170" fmla="*/ 308136 h 778221"/>
                <a:gd name="csX171" fmla="*/ 1101166 w 1212477"/>
                <a:gd name="csY171" fmla="*/ 309569 h 778221"/>
                <a:gd name="csX172" fmla="*/ 1100211 w 1212477"/>
                <a:gd name="csY172" fmla="*/ 310046 h 778221"/>
                <a:gd name="csX173" fmla="*/ 1097823 w 1212477"/>
                <a:gd name="csY173" fmla="*/ 311957 h 778221"/>
                <a:gd name="csX174" fmla="*/ 1097823 w 1212477"/>
                <a:gd name="csY174" fmla="*/ 311957 h 778221"/>
                <a:gd name="csX175" fmla="*/ 1096867 w 1212477"/>
                <a:gd name="csY175" fmla="*/ 312913 h 778221"/>
                <a:gd name="csX176" fmla="*/ 1096867 w 1212477"/>
                <a:gd name="csY176" fmla="*/ 312913 h 778221"/>
                <a:gd name="csX177" fmla="*/ 1095434 w 1212477"/>
                <a:gd name="csY177" fmla="*/ 312913 h 778221"/>
                <a:gd name="csX178" fmla="*/ 1093523 w 1212477"/>
                <a:gd name="csY178" fmla="*/ 312913 h 778221"/>
                <a:gd name="csX179" fmla="*/ 1091134 w 1212477"/>
                <a:gd name="csY179" fmla="*/ 312913 h 778221"/>
                <a:gd name="csX180" fmla="*/ 1087312 w 1212477"/>
                <a:gd name="csY180" fmla="*/ 313390 h 778221"/>
                <a:gd name="csX181" fmla="*/ 1087312 w 1212477"/>
                <a:gd name="csY181" fmla="*/ 313390 h 778221"/>
                <a:gd name="csX182" fmla="*/ 1084923 w 1212477"/>
                <a:gd name="csY182" fmla="*/ 312913 h 778221"/>
                <a:gd name="csX183" fmla="*/ 1084446 w 1212477"/>
                <a:gd name="csY183" fmla="*/ 312913 h 778221"/>
                <a:gd name="csX184" fmla="*/ 1082057 w 1212477"/>
                <a:gd name="csY184" fmla="*/ 313390 h 778221"/>
                <a:gd name="csX185" fmla="*/ 1080624 w 1212477"/>
                <a:gd name="csY185" fmla="*/ 313868 h 778221"/>
                <a:gd name="csX186" fmla="*/ 1079669 w 1212477"/>
                <a:gd name="csY186" fmla="*/ 313868 h 778221"/>
                <a:gd name="csX187" fmla="*/ 1079669 w 1212477"/>
                <a:gd name="csY187" fmla="*/ 313868 h 778221"/>
                <a:gd name="csX188" fmla="*/ 1079191 w 1212477"/>
                <a:gd name="csY188" fmla="*/ 314824 h 778221"/>
                <a:gd name="csX189" fmla="*/ 1079191 w 1212477"/>
                <a:gd name="csY189" fmla="*/ 316257 h 778221"/>
                <a:gd name="csX190" fmla="*/ 1079669 w 1212477"/>
                <a:gd name="csY190" fmla="*/ 316735 h 778221"/>
                <a:gd name="csX191" fmla="*/ 1080624 w 1212477"/>
                <a:gd name="csY191" fmla="*/ 317690 h 778221"/>
                <a:gd name="csX192" fmla="*/ 1081580 w 1212477"/>
                <a:gd name="csY192" fmla="*/ 319123 h 778221"/>
                <a:gd name="csX193" fmla="*/ 1082535 w 1212477"/>
                <a:gd name="csY193" fmla="*/ 321034 h 778221"/>
                <a:gd name="csX194" fmla="*/ 1082535 w 1212477"/>
                <a:gd name="csY194" fmla="*/ 321034 h 778221"/>
                <a:gd name="csX195" fmla="*/ 1083968 w 1212477"/>
                <a:gd name="csY195" fmla="*/ 321989 h 778221"/>
                <a:gd name="csX196" fmla="*/ 1084446 w 1212477"/>
                <a:gd name="csY196" fmla="*/ 323423 h 778221"/>
                <a:gd name="csX197" fmla="*/ 1084446 w 1212477"/>
                <a:gd name="csY197" fmla="*/ 324378 h 778221"/>
                <a:gd name="csX198" fmla="*/ 1083968 w 1212477"/>
                <a:gd name="csY198" fmla="*/ 325812 h 778221"/>
                <a:gd name="csX199" fmla="*/ 1082535 w 1212477"/>
                <a:gd name="csY199" fmla="*/ 327245 h 778221"/>
                <a:gd name="csX200" fmla="*/ 1081580 w 1212477"/>
                <a:gd name="csY200" fmla="*/ 328678 h 778221"/>
                <a:gd name="csX201" fmla="*/ 1081102 w 1212477"/>
                <a:gd name="csY201" fmla="*/ 328678 h 778221"/>
                <a:gd name="csX202" fmla="*/ 1079669 w 1212477"/>
                <a:gd name="csY202" fmla="*/ 327722 h 778221"/>
                <a:gd name="csX203" fmla="*/ 1079191 w 1212477"/>
                <a:gd name="csY203" fmla="*/ 327245 h 778221"/>
                <a:gd name="csX204" fmla="*/ 1079191 w 1212477"/>
                <a:gd name="csY204" fmla="*/ 327245 h 778221"/>
                <a:gd name="csX205" fmla="*/ 1077280 w 1212477"/>
                <a:gd name="csY205" fmla="*/ 326767 h 778221"/>
                <a:gd name="csX206" fmla="*/ 1072503 w 1212477"/>
                <a:gd name="csY206" fmla="*/ 327245 h 778221"/>
                <a:gd name="csX207" fmla="*/ 1070114 w 1212477"/>
                <a:gd name="csY207" fmla="*/ 326767 h 778221"/>
                <a:gd name="csX208" fmla="*/ 1069159 w 1212477"/>
                <a:gd name="csY208" fmla="*/ 326289 h 778221"/>
                <a:gd name="csX209" fmla="*/ 1067248 w 1212477"/>
                <a:gd name="csY209" fmla="*/ 326289 h 778221"/>
                <a:gd name="csX210" fmla="*/ 1064381 w 1212477"/>
                <a:gd name="csY210" fmla="*/ 325334 h 778221"/>
                <a:gd name="csX211" fmla="*/ 1064381 w 1212477"/>
                <a:gd name="csY211" fmla="*/ 325334 h 778221"/>
                <a:gd name="csX212" fmla="*/ 1062470 w 1212477"/>
                <a:gd name="csY212" fmla="*/ 324856 h 778221"/>
                <a:gd name="csX213" fmla="*/ 1061515 w 1212477"/>
                <a:gd name="csY213" fmla="*/ 324378 h 778221"/>
                <a:gd name="csX214" fmla="*/ 1061515 w 1212477"/>
                <a:gd name="csY214" fmla="*/ 323423 h 778221"/>
                <a:gd name="csX215" fmla="*/ 1060559 w 1212477"/>
                <a:gd name="csY215" fmla="*/ 322467 h 778221"/>
                <a:gd name="csX216" fmla="*/ 1060082 w 1212477"/>
                <a:gd name="csY216" fmla="*/ 321512 h 778221"/>
                <a:gd name="csX217" fmla="*/ 1059127 w 1212477"/>
                <a:gd name="csY217" fmla="*/ 320079 h 778221"/>
                <a:gd name="csX218" fmla="*/ 1059127 w 1212477"/>
                <a:gd name="csY218" fmla="*/ 320079 h 778221"/>
                <a:gd name="csX219" fmla="*/ 1058171 w 1212477"/>
                <a:gd name="csY219" fmla="*/ 319123 h 778221"/>
                <a:gd name="csX220" fmla="*/ 1057216 w 1212477"/>
                <a:gd name="csY220" fmla="*/ 319123 h 778221"/>
                <a:gd name="csX221" fmla="*/ 1055782 w 1212477"/>
                <a:gd name="csY221" fmla="*/ 319601 h 778221"/>
                <a:gd name="csX222" fmla="*/ 1054827 w 1212477"/>
                <a:gd name="csY222" fmla="*/ 320556 h 778221"/>
                <a:gd name="csX223" fmla="*/ 1053871 w 1212477"/>
                <a:gd name="csY223" fmla="*/ 320556 h 778221"/>
                <a:gd name="csX224" fmla="*/ 1053871 w 1212477"/>
                <a:gd name="csY224" fmla="*/ 320556 h 778221"/>
                <a:gd name="csX225" fmla="*/ 1053393 w 1212477"/>
                <a:gd name="csY225" fmla="*/ 320556 h 778221"/>
                <a:gd name="csX226" fmla="*/ 1053393 w 1212477"/>
                <a:gd name="csY226" fmla="*/ 320556 h 778221"/>
                <a:gd name="csX227" fmla="*/ 1052916 w 1212477"/>
                <a:gd name="csY227" fmla="*/ 321034 h 778221"/>
                <a:gd name="csX228" fmla="*/ 1051005 w 1212477"/>
                <a:gd name="csY228" fmla="*/ 322467 h 778221"/>
                <a:gd name="csX229" fmla="*/ 1050527 w 1212477"/>
                <a:gd name="csY229" fmla="*/ 323423 h 778221"/>
                <a:gd name="csX230" fmla="*/ 1049572 w 1212477"/>
                <a:gd name="csY230" fmla="*/ 325812 h 778221"/>
                <a:gd name="csX231" fmla="*/ 1049094 w 1212477"/>
                <a:gd name="csY231" fmla="*/ 328200 h 778221"/>
                <a:gd name="csX232" fmla="*/ 1049094 w 1212477"/>
                <a:gd name="csY232" fmla="*/ 329155 h 778221"/>
                <a:gd name="csX233" fmla="*/ 1048616 w 1212477"/>
                <a:gd name="csY233" fmla="*/ 329155 h 778221"/>
                <a:gd name="csX234" fmla="*/ 1048139 w 1212477"/>
                <a:gd name="csY234" fmla="*/ 329155 h 778221"/>
                <a:gd name="csX235" fmla="*/ 1048139 w 1212477"/>
                <a:gd name="csY235" fmla="*/ 329155 h 778221"/>
                <a:gd name="csX236" fmla="*/ 1047183 w 1212477"/>
                <a:gd name="csY236" fmla="*/ 330111 h 778221"/>
                <a:gd name="csX237" fmla="*/ 1047183 w 1212477"/>
                <a:gd name="csY237" fmla="*/ 330111 h 778221"/>
                <a:gd name="csX238" fmla="*/ 1045750 w 1212477"/>
                <a:gd name="csY238" fmla="*/ 332500 h 778221"/>
                <a:gd name="csX239" fmla="*/ 1044316 w 1212477"/>
                <a:gd name="csY239" fmla="*/ 334411 h 778221"/>
                <a:gd name="csX240" fmla="*/ 1041928 w 1212477"/>
                <a:gd name="csY240" fmla="*/ 335844 h 778221"/>
                <a:gd name="csX241" fmla="*/ 1041928 w 1212477"/>
                <a:gd name="csY241" fmla="*/ 335844 h 778221"/>
                <a:gd name="csX242" fmla="*/ 1040973 w 1212477"/>
                <a:gd name="csY242" fmla="*/ 337277 h 778221"/>
                <a:gd name="csX243" fmla="*/ 1040973 w 1212477"/>
                <a:gd name="csY243" fmla="*/ 337277 h 778221"/>
                <a:gd name="csX244" fmla="*/ 1040495 w 1212477"/>
                <a:gd name="csY244" fmla="*/ 338710 h 778221"/>
                <a:gd name="csX245" fmla="*/ 1039062 w 1212477"/>
                <a:gd name="csY245" fmla="*/ 340143 h 778221"/>
                <a:gd name="csX246" fmla="*/ 1037151 w 1212477"/>
                <a:gd name="csY246" fmla="*/ 340621 h 778221"/>
                <a:gd name="csX247" fmla="*/ 1036673 w 1212477"/>
                <a:gd name="csY247" fmla="*/ 340621 h 778221"/>
                <a:gd name="csX248" fmla="*/ 1034762 w 1212477"/>
                <a:gd name="csY248" fmla="*/ 341099 h 778221"/>
                <a:gd name="csX249" fmla="*/ 1033807 w 1212477"/>
                <a:gd name="csY249" fmla="*/ 341099 h 778221"/>
                <a:gd name="csX250" fmla="*/ 1032851 w 1212477"/>
                <a:gd name="csY250" fmla="*/ 341577 h 778221"/>
                <a:gd name="csX251" fmla="*/ 1032851 w 1212477"/>
                <a:gd name="csY251" fmla="*/ 341577 h 778221"/>
                <a:gd name="csX252" fmla="*/ 1032373 w 1212477"/>
                <a:gd name="csY252" fmla="*/ 342532 h 778221"/>
                <a:gd name="csX253" fmla="*/ 1031896 w 1212477"/>
                <a:gd name="csY253" fmla="*/ 343010 h 778221"/>
                <a:gd name="csX254" fmla="*/ 1030940 w 1212477"/>
                <a:gd name="csY254" fmla="*/ 343010 h 778221"/>
                <a:gd name="csX255" fmla="*/ 1030940 w 1212477"/>
                <a:gd name="csY255" fmla="*/ 343010 h 778221"/>
                <a:gd name="csX256" fmla="*/ 1029985 w 1212477"/>
                <a:gd name="csY256" fmla="*/ 343965 h 778221"/>
                <a:gd name="csX257" fmla="*/ 1029985 w 1212477"/>
                <a:gd name="csY257" fmla="*/ 343965 h 778221"/>
                <a:gd name="csX258" fmla="*/ 1027596 w 1212477"/>
                <a:gd name="csY258" fmla="*/ 345876 h 778221"/>
                <a:gd name="csX259" fmla="*/ 1025685 w 1212477"/>
                <a:gd name="csY259" fmla="*/ 346354 h 778221"/>
                <a:gd name="csX260" fmla="*/ 1022819 w 1212477"/>
                <a:gd name="csY260" fmla="*/ 347787 h 778221"/>
                <a:gd name="csX261" fmla="*/ 1020908 w 1212477"/>
                <a:gd name="csY261" fmla="*/ 348743 h 778221"/>
                <a:gd name="csX262" fmla="*/ 1019952 w 1212477"/>
                <a:gd name="csY262" fmla="*/ 349220 h 778221"/>
                <a:gd name="csX263" fmla="*/ 1019475 w 1212477"/>
                <a:gd name="csY263" fmla="*/ 349698 h 778221"/>
                <a:gd name="csX264" fmla="*/ 1018997 w 1212477"/>
                <a:gd name="csY264" fmla="*/ 350653 h 778221"/>
                <a:gd name="csX265" fmla="*/ 1018520 w 1212477"/>
                <a:gd name="csY265" fmla="*/ 350653 h 778221"/>
                <a:gd name="csX266" fmla="*/ 1018041 w 1212477"/>
                <a:gd name="csY266" fmla="*/ 350653 h 778221"/>
                <a:gd name="csX267" fmla="*/ 1017086 w 1212477"/>
                <a:gd name="csY267" fmla="*/ 350653 h 778221"/>
                <a:gd name="csX268" fmla="*/ 1014697 w 1212477"/>
                <a:gd name="csY268" fmla="*/ 352564 h 778221"/>
                <a:gd name="csX269" fmla="*/ 1014697 w 1212477"/>
                <a:gd name="csY269" fmla="*/ 352564 h 778221"/>
                <a:gd name="csX270" fmla="*/ 1013742 w 1212477"/>
                <a:gd name="csY270" fmla="*/ 353997 h 778221"/>
                <a:gd name="csX271" fmla="*/ 1008965 w 1212477"/>
                <a:gd name="csY271" fmla="*/ 357342 h 778221"/>
                <a:gd name="csX272" fmla="*/ 1008965 w 1212477"/>
                <a:gd name="csY272" fmla="*/ 357342 h 778221"/>
                <a:gd name="csX273" fmla="*/ 1007054 w 1212477"/>
                <a:gd name="csY273" fmla="*/ 359253 h 778221"/>
                <a:gd name="csX274" fmla="*/ 1007054 w 1212477"/>
                <a:gd name="csY274" fmla="*/ 359253 h 778221"/>
                <a:gd name="csX275" fmla="*/ 1006576 w 1212477"/>
                <a:gd name="csY275" fmla="*/ 361641 h 778221"/>
                <a:gd name="csX276" fmla="*/ 1006576 w 1212477"/>
                <a:gd name="csY276" fmla="*/ 361641 h 778221"/>
                <a:gd name="csX277" fmla="*/ 1004665 w 1212477"/>
                <a:gd name="csY277" fmla="*/ 363552 h 778221"/>
                <a:gd name="csX278" fmla="*/ 1001799 w 1212477"/>
                <a:gd name="csY278" fmla="*/ 365463 h 778221"/>
                <a:gd name="csX279" fmla="*/ 994633 w 1212477"/>
                <a:gd name="csY279" fmla="*/ 365941 h 778221"/>
                <a:gd name="csX280" fmla="*/ 992722 w 1212477"/>
                <a:gd name="csY280" fmla="*/ 364508 h 778221"/>
                <a:gd name="csX281" fmla="*/ 991766 w 1212477"/>
                <a:gd name="csY281" fmla="*/ 365463 h 778221"/>
                <a:gd name="csX282" fmla="*/ 991289 w 1212477"/>
                <a:gd name="csY282" fmla="*/ 366896 h 778221"/>
                <a:gd name="csX283" fmla="*/ 989378 w 1212477"/>
                <a:gd name="csY283" fmla="*/ 367374 h 778221"/>
                <a:gd name="csX284" fmla="*/ 986511 w 1212477"/>
                <a:gd name="csY284" fmla="*/ 367374 h 778221"/>
                <a:gd name="csX285" fmla="*/ 985078 w 1212477"/>
                <a:gd name="csY285" fmla="*/ 368329 h 778221"/>
                <a:gd name="csX286" fmla="*/ 984123 w 1212477"/>
                <a:gd name="csY286" fmla="*/ 369285 h 778221"/>
                <a:gd name="csX287" fmla="*/ 980301 w 1212477"/>
                <a:gd name="csY287" fmla="*/ 369285 h 778221"/>
                <a:gd name="csX288" fmla="*/ 978868 w 1212477"/>
                <a:gd name="csY288" fmla="*/ 370718 h 778221"/>
                <a:gd name="csX289" fmla="*/ 976479 w 1212477"/>
                <a:gd name="csY289" fmla="*/ 371196 h 778221"/>
                <a:gd name="csX290" fmla="*/ 966447 w 1212477"/>
                <a:gd name="csY290" fmla="*/ 376451 h 778221"/>
                <a:gd name="csX291" fmla="*/ 964536 w 1212477"/>
                <a:gd name="csY291" fmla="*/ 378839 h 778221"/>
                <a:gd name="csX292" fmla="*/ 962147 w 1212477"/>
                <a:gd name="csY292" fmla="*/ 381706 h 778221"/>
                <a:gd name="csX293" fmla="*/ 960714 w 1212477"/>
                <a:gd name="csY293" fmla="*/ 383139 h 778221"/>
                <a:gd name="csX294" fmla="*/ 959281 w 1212477"/>
                <a:gd name="csY294" fmla="*/ 384094 h 778221"/>
                <a:gd name="csX295" fmla="*/ 958325 w 1212477"/>
                <a:gd name="csY295" fmla="*/ 384094 h 778221"/>
                <a:gd name="csX296" fmla="*/ 957370 w 1212477"/>
                <a:gd name="csY296" fmla="*/ 385050 h 778221"/>
                <a:gd name="csX297" fmla="*/ 955936 w 1212477"/>
                <a:gd name="csY297" fmla="*/ 385528 h 778221"/>
                <a:gd name="csX298" fmla="*/ 954981 w 1212477"/>
                <a:gd name="csY298" fmla="*/ 385050 h 778221"/>
                <a:gd name="csX299" fmla="*/ 953548 w 1212477"/>
                <a:gd name="csY299" fmla="*/ 385050 h 778221"/>
                <a:gd name="csX300" fmla="*/ 952593 w 1212477"/>
                <a:gd name="csY300" fmla="*/ 386005 h 778221"/>
                <a:gd name="csX301" fmla="*/ 953070 w 1212477"/>
                <a:gd name="csY301" fmla="*/ 387916 h 778221"/>
                <a:gd name="csX302" fmla="*/ 953070 w 1212477"/>
                <a:gd name="csY302" fmla="*/ 388394 h 778221"/>
                <a:gd name="csX303" fmla="*/ 950204 w 1212477"/>
                <a:gd name="csY303" fmla="*/ 388872 h 778221"/>
                <a:gd name="csX304" fmla="*/ 946382 w 1212477"/>
                <a:gd name="csY304" fmla="*/ 389827 h 778221"/>
                <a:gd name="csX305" fmla="*/ 944471 w 1212477"/>
                <a:gd name="csY305" fmla="*/ 390783 h 778221"/>
                <a:gd name="csX306" fmla="*/ 943993 w 1212477"/>
                <a:gd name="csY306" fmla="*/ 391260 h 778221"/>
                <a:gd name="csX307" fmla="*/ 943516 w 1212477"/>
                <a:gd name="csY307" fmla="*/ 391260 h 778221"/>
                <a:gd name="csX308" fmla="*/ 942560 w 1212477"/>
                <a:gd name="csY308" fmla="*/ 389350 h 778221"/>
                <a:gd name="csX309" fmla="*/ 942083 w 1212477"/>
                <a:gd name="csY309" fmla="*/ 386961 h 778221"/>
                <a:gd name="csX310" fmla="*/ 943516 w 1212477"/>
                <a:gd name="csY310" fmla="*/ 386483 h 778221"/>
                <a:gd name="csX311" fmla="*/ 945427 w 1212477"/>
                <a:gd name="csY311" fmla="*/ 386005 h 778221"/>
                <a:gd name="csX312" fmla="*/ 953548 w 1212477"/>
                <a:gd name="csY312" fmla="*/ 382661 h 778221"/>
                <a:gd name="csX313" fmla="*/ 952593 w 1212477"/>
                <a:gd name="csY313" fmla="*/ 380273 h 778221"/>
                <a:gd name="csX314" fmla="*/ 953070 w 1212477"/>
                <a:gd name="csY314" fmla="*/ 378839 h 778221"/>
                <a:gd name="csX315" fmla="*/ 954981 w 1212477"/>
                <a:gd name="csY315" fmla="*/ 376928 h 778221"/>
                <a:gd name="csX316" fmla="*/ 956415 w 1212477"/>
                <a:gd name="csY316" fmla="*/ 375973 h 778221"/>
                <a:gd name="csX317" fmla="*/ 955459 w 1212477"/>
                <a:gd name="csY317" fmla="*/ 375973 h 778221"/>
                <a:gd name="csX318" fmla="*/ 950204 w 1212477"/>
                <a:gd name="csY318" fmla="*/ 376451 h 778221"/>
                <a:gd name="csX319" fmla="*/ 947338 w 1212477"/>
                <a:gd name="csY319" fmla="*/ 376451 h 778221"/>
                <a:gd name="csX320" fmla="*/ 945427 w 1212477"/>
                <a:gd name="csY320" fmla="*/ 375973 h 778221"/>
                <a:gd name="csX321" fmla="*/ 945904 w 1212477"/>
                <a:gd name="csY321" fmla="*/ 374540 h 778221"/>
                <a:gd name="csX322" fmla="*/ 945904 w 1212477"/>
                <a:gd name="csY322" fmla="*/ 373107 h 778221"/>
                <a:gd name="csX323" fmla="*/ 945427 w 1212477"/>
                <a:gd name="csY323" fmla="*/ 372629 h 778221"/>
                <a:gd name="csX324" fmla="*/ 948293 w 1212477"/>
                <a:gd name="csY324" fmla="*/ 370718 h 778221"/>
                <a:gd name="csX325" fmla="*/ 949249 w 1212477"/>
                <a:gd name="csY325" fmla="*/ 370240 h 778221"/>
                <a:gd name="csX326" fmla="*/ 950204 w 1212477"/>
                <a:gd name="csY326" fmla="*/ 370240 h 778221"/>
                <a:gd name="csX327" fmla="*/ 950204 w 1212477"/>
                <a:gd name="csY327" fmla="*/ 369285 h 778221"/>
                <a:gd name="csX328" fmla="*/ 949249 w 1212477"/>
                <a:gd name="csY328" fmla="*/ 367374 h 778221"/>
                <a:gd name="csX329" fmla="*/ 950204 w 1212477"/>
                <a:gd name="csY329" fmla="*/ 365463 h 778221"/>
                <a:gd name="csX330" fmla="*/ 955936 w 1212477"/>
                <a:gd name="csY330" fmla="*/ 363074 h 778221"/>
                <a:gd name="csX331" fmla="*/ 957370 w 1212477"/>
                <a:gd name="csY331" fmla="*/ 360686 h 778221"/>
                <a:gd name="csX332" fmla="*/ 959759 w 1212477"/>
                <a:gd name="csY332" fmla="*/ 358297 h 778221"/>
                <a:gd name="csX333" fmla="*/ 963581 w 1212477"/>
                <a:gd name="csY333" fmla="*/ 353042 h 778221"/>
                <a:gd name="csX334" fmla="*/ 964058 w 1212477"/>
                <a:gd name="csY334" fmla="*/ 352087 h 778221"/>
                <a:gd name="csX335" fmla="*/ 965013 w 1212477"/>
                <a:gd name="csY335" fmla="*/ 349698 h 778221"/>
                <a:gd name="csX336" fmla="*/ 965491 w 1212477"/>
                <a:gd name="csY336" fmla="*/ 348743 h 778221"/>
                <a:gd name="csX337" fmla="*/ 963581 w 1212477"/>
                <a:gd name="csY337" fmla="*/ 347309 h 778221"/>
                <a:gd name="csX338" fmla="*/ 962625 w 1212477"/>
                <a:gd name="csY338" fmla="*/ 345398 h 778221"/>
                <a:gd name="csX339" fmla="*/ 956892 w 1212477"/>
                <a:gd name="csY339" fmla="*/ 341577 h 778221"/>
                <a:gd name="csX340" fmla="*/ 956415 w 1212477"/>
                <a:gd name="csY340" fmla="*/ 338710 h 778221"/>
                <a:gd name="csX341" fmla="*/ 955936 w 1212477"/>
                <a:gd name="csY341" fmla="*/ 338710 h 778221"/>
                <a:gd name="csX342" fmla="*/ 954981 w 1212477"/>
                <a:gd name="csY342" fmla="*/ 340621 h 778221"/>
                <a:gd name="csX343" fmla="*/ 954504 w 1212477"/>
                <a:gd name="csY343" fmla="*/ 341577 h 778221"/>
                <a:gd name="csX344" fmla="*/ 952115 w 1212477"/>
                <a:gd name="csY344" fmla="*/ 341577 h 778221"/>
                <a:gd name="csX345" fmla="*/ 950682 w 1212477"/>
                <a:gd name="csY345" fmla="*/ 340621 h 778221"/>
                <a:gd name="csX346" fmla="*/ 943516 w 1212477"/>
                <a:gd name="csY346" fmla="*/ 340143 h 778221"/>
                <a:gd name="csX347" fmla="*/ 941605 w 1212477"/>
                <a:gd name="csY347" fmla="*/ 341577 h 778221"/>
                <a:gd name="csX348" fmla="*/ 940172 w 1212477"/>
                <a:gd name="csY348" fmla="*/ 343965 h 778221"/>
                <a:gd name="csX349" fmla="*/ 938738 w 1212477"/>
                <a:gd name="csY349" fmla="*/ 345398 h 778221"/>
                <a:gd name="csX350" fmla="*/ 936827 w 1212477"/>
                <a:gd name="csY350" fmla="*/ 346354 h 778221"/>
                <a:gd name="csX351" fmla="*/ 935394 w 1212477"/>
                <a:gd name="csY351" fmla="*/ 347787 h 778221"/>
                <a:gd name="csX352" fmla="*/ 929661 w 1212477"/>
                <a:gd name="csY352" fmla="*/ 356386 h 778221"/>
                <a:gd name="csX353" fmla="*/ 927273 w 1212477"/>
                <a:gd name="csY353" fmla="*/ 356864 h 778221"/>
                <a:gd name="csX354" fmla="*/ 917241 w 1212477"/>
                <a:gd name="csY354" fmla="*/ 362119 h 778221"/>
                <a:gd name="csX355" fmla="*/ 911986 w 1212477"/>
                <a:gd name="csY355" fmla="*/ 364030 h 778221"/>
                <a:gd name="csX356" fmla="*/ 908164 w 1212477"/>
                <a:gd name="csY356" fmla="*/ 367374 h 778221"/>
                <a:gd name="csX357" fmla="*/ 906731 w 1212477"/>
                <a:gd name="csY357" fmla="*/ 369762 h 778221"/>
                <a:gd name="csX358" fmla="*/ 905775 w 1212477"/>
                <a:gd name="csY358" fmla="*/ 372151 h 778221"/>
                <a:gd name="csX359" fmla="*/ 904820 w 1212477"/>
                <a:gd name="csY359" fmla="*/ 375495 h 778221"/>
                <a:gd name="csX360" fmla="*/ 900998 w 1212477"/>
                <a:gd name="csY360" fmla="*/ 379795 h 778221"/>
                <a:gd name="csX361" fmla="*/ 900042 w 1212477"/>
                <a:gd name="csY361" fmla="*/ 380750 h 778221"/>
                <a:gd name="csX362" fmla="*/ 898609 w 1212477"/>
                <a:gd name="csY362" fmla="*/ 381228 h 778221"/>
                <a:gd name="csX363" fmla="*/ 896699 w 1212477"/>
                <a:gd name="csY363" fmla="*/ 381228 h 778221"/>
                <a:gd name="csX364" fmla="*/ 895265 w 1212477"/>
                <a:gd name="csY364" fmla="*/ 381228 h 778221"/>
                <a:gd name="csX365" fmla="*/ 892876 w 1212477"/>
                <a:gd name="csY365" fmla="*/ 381228 h 778221"/>
                <a:gd name="csX366" fmla="*/ 890010 w 1212477"/>
                <a:gd name="csY366" fmla="*/ 382184 h 778221"/>
                <a:gd name="csX367" fmla="*/ 886666 w 1212477"/>
                <a:gd name="csY367" fmla="*/ 383617 h 778221"/>
                <a:gd name="csX368" fmla="*/ 883322 w 1212477"/>
                <a:gd name="csY368" fmla="*/ 380750 h 778221"/>
                <a:gd name="csX369" fmla="*/ 881411 w 1212477"/>
                <a:gd name="csY369" fmla="*/ 379795 h 778221"/>
                <a:gd name="csX370" fmla="*/ 877589 w 1212477"/>
                <a:gd name="csY370" fmla="*/ 380750 h 778221"/>
                <a:gd name="csX371" fmla="*/ 876156 w 1212477"/>
                <a:gd name="csY371" fmla="*/ 382184 h 778221"/>
                <a:gd name="csX372" fmla="*/ 872812 w 1212477"/>
                <a:gd name="csY372" fmla="*/ 388394 h 778221"/>
                <a:gd name="csX373" fmla="*/ 871856 w 1212477"/>
                <a:gd name="csY373" fmla="*/ 392216 h 778221"/>
                <a:gd name="csX374" fmla="*/ 871856 w 1212477"/>
                <a:gd name="csY374" fmla="*/ 393649 h 778221"/>
                <a:gd name="csX375" fmla="*/ 873767 w 1212477"/>
                <a:gd name="csY375" fmla="*/ 398426 h 778221"/>
                <a:gd name="csX376" fmla="*/ 875678 w 1212477"/>
                <a:gd name="csY376" fmla="*/ 401293 h 778221"/>
                <a:gd name="csX377" fmla="*/ 880933 w 1212477"/>
                <a:gd name="csY377" fmla="*/ 404159 h 778221"/>
                <a:gd name="csX378" fmla="*/ 891443 w 1212477"/>
                <a:gd name="csY378" fmla="*/ 406070 h 778221"/>
                <a:gd name="csX379" fmla="*/ 893832 w 1212477"/>
                <a:gd name="csY379" fmla="*/ 405592 h 778221"/>
                <a:gd name="csX380" fmla="*/ 896220 w 1212477"/>
                <a:gd name="csY380" fmla="*/ 405592 h 778221"/>
                <a:gd name="csX381" fmla="*/ 899087 w 1212477"/>
                <a:gd name="csY381" fmla="*/ 407503 h 778221"/>
                <a:gd name="csX382" fmla="*/ 900998 w 1212477"/>
                <a:gd name="csY382" fmla="*/ 410369 h 778221"/>
                <a:gd name="csX383" fmla="*/ 900998 w 1212477"/>
                <a:gd name="csY383" fmla="*/ 412758 h 778221"/>
                <a:gd name="csX384" fmla="*/ 900998 w 1212477"/>
                <a:gd name="csY384" fmla="*/ 413236 h 778221"/>
                <a:gd name="csX385" fmla="*/ 901953 w 1212477"/>
                <a:gd name="csY385" fmla="*/ 414192 h 778221"/>
                <a:gd name="csX386" fmla="*/ 901953 w 1212477"/>
                <a:gd name="csY386" fmla="*/ 415147 h 778221"/>
                <a:gd name="csX387" fmla="*/ 900998 w 1212477"/>
                <a:gd name="csY387" fmla="*/ 416102 h 778221"/>
                <a:gd name="csX388" fmla="*/ 900042 w 1212477"/>
                <a:gd name="csY388" fmla="*/ 416580 h 778221"/>
                <a:gd name="csX389" fmla="*/ 899565 w 1212477"/>
                <a:gd name="csY389" fmla="*/ 419924 h 778221"/>
                <a:gd name="csX390" fmla="*/ 899565 w 1212477"/>
                <a:gd name="csY390" fmla="*/ 423746 h 778221"/>
                <a:gd name="csX391" fmla="*/ 900520 w 1212477"/>
                <a:gd name="csY391" fmla="*/ 424701 h 778221"/>
                <a:gd name="csX392" fmla="*/ 902431 w 1212477"/>
                <a:gd name="csY392" fmla="*/ 426612 h 778221"/>
                <a:gd name="csX393" fmla="*/ 906253 w 1212477"/>
                <a:gd name="csY393" fmla="*/ 428045 h 778221"/>
                <a:gd name="csX394" fmla="*/ 909119 w 1212477"/>
                <a:gd name="csY394" fmla="*/ 428523 h 778221"/>
                <a:gd name="csX395" fmla="*/ 915329 w 1212477"/>
                <a:gd name="csY395" fmla="*/ 427568 h 778221"/>
                <a:gd name="csX396" fmla="*/ 917718 w 1212477"/>
                <a:gd name="csY396" fmla="*/ 425657 h 778221"/>
                <a:gd name="csX397" fmla="*/ 917718 w 1212477"/>
                <a:gd name="csY397" fmla="*/ 424224 h 778221"/>
                <a:gd name="csX398" fmla="*/ 917718 w 1212477"/>
                <a:gd name="csY398" fmla="*/ 423268 h 778221"/>
                <a:gd name="csX399" fmla="*/ 923451 w 1212477"/>
                <a:gd name="csY399" fmla="*/ 419924 h 778221"/>
                <a:gd name="csX400" fmla="*/ 926318 w 1212477"/>
                <a:gd name="csY400" fmla="*/ 417058 h 778221"/>
                <a:gd name="csX401" fmla="*/ 925840 w 1212477"/>
                <a:gd name="csY401" fmla="*/ 416102 h 778221"/>
                <a:gd name="csX402" fmla="*/ 925362 w 1212477"/>
                <a:gd name="csY402" fmla="*/ 415625 h 778221"/>
                <a:gd name="csX403" fmla="*/ 925840 w 1212477"/>
                <a:gd name="csY403" fmla="*/ 415625 h 778221"/>
                <a:gd name="csX404" fmla="*/ 927273 w 1212477"/>
                <a:gd name="csY404" fmla="*/ 415147 h 778221"/>
                <a:gd name="csX405" fmla="*/ 934917 w 1212477"/>
                <a:gd name="csY405" fmla="*/ 412280 h 778221"/>
                <a:gd name="csX406" fmla="*/ 941127 w 1212477"/>
                <a:gd name="csY406" fmla="*/ 414669 h 778221"/>
                <a:gd name="csX407" fmla="*/ 944471 w 1212477"/>
                <a:gd name="csY407" fmla="*/ 417535 h 778221"/>
                <a:gd name="csX408" fmla="*/ 947815 w 1212477"/>
                <a:gd name="csY408" fmla="*/ 418013 h 778221"/>
                <a:gd name="csX409" fmla="*/ 950204 w 1212477"/>
                <a:gd name="csY409" fmla="*/ 419446 h 778221"/>
                <a:gd name="csX410" fmla="*/ 952593 w 1212477"/>
                <a:gd name="csY410" fmla="*/ 420880 h 778221"/>
                <a:gd name="csX411" fmla="*/ 955936 w 1212477"/>
                <a:gd name="csY411" fmla="*/ 420880 h 778221"/>
                <a:gd name="csX412" fmla="*/ 959281 w 1212477"/>
                <a:gd name="csY412" fmla="*/ 420880 h 778221"/>
                <a:gd name="csX413" fmla="*/ 960236 w 1212477"/>
                <a:gd name="csY413" fmla="*/ 419924 h 778221"/>
                <a:gd name="csX414" fmla="*/ 960714 w 1212477"/>
                <a:gd name="csY414" fmla="*/ 418969 h 778221"/>
                <a:gd name="csX415" fmla="*/ 962147 w 1212477"/>
                <a:gd name="csY415" fmla="*/ 419446 h 778221"/>
                <a:gd name="csX416" fmla="*/ 963102 w 1212477"/>
                <a:gd name="csY416" fmla="*/ 420880 h 778221"/>
                <a:gd name="csX417" fmla="*/ 966447 w 1212477"/>
                <a:gd name="csY417" fmla="*/ 421835 h 778221"/>
                <a:gd name="csX418" fmla="*/ 969791 w 1212477"/>
                <a:gd name="csY418" fmla="*/ 421835 h 778221"/>
                <a:gd name="csX419" fmla="*/ 971702 w 1212477"/>
                <a:gd name="csY419" fmla="*/ 421357 h 778221"/>
                <a:gd name="csX420" fmla="*/ 973135 w 1212477"/>
                <a:gd name="csY420" fmla="*/ 421835 h 778221"/>
                <a:gd name="csX421" fmla="*/ 971224 w 1212477"/>
                <a:gd name="csY421" fmla="*/ 423746 h 778221"/>
                <a:gd name="csX422" fmla="*/ 971702 w 1212477"/>
                <a:gd name="csY422" fmla="*/ 427090 h 778221"/>
                <a:gd name="csX423" fmla="*/ 970268 w 1212477"/>
                <a:gd name="csY423" fmla="*/ 428045 h 778221"/>
                <a:gd name="csX424" fmla="*/ 968836 w 1212477"/>
                <a:gd name="csY424" fmla="*/ 429479 h 778221"/>
                <a:gd name="csX425" fmla="*/ 969313 w 1212477"/>
                <a:gd name="csY425" fmla="*/ 430434 h 778221"/>
                <a:gd name="csX426" fmla="*/ 970268 w 1212477"/>
                <a:gd name="csY426" fmla="*/ 430912 h 778221"/>
                <a:gd name="csX427" fmla="*/ 970268 w 1212477"/>
                <a:gd name="csY427" fmla="*/ 432345 h 778221"/>
                <a:gd name="csX428" fmla="*/ 968836 w 1212477"/>
                <a:gd name="csY428" fmla="*/ 433301 h 778221"/>
                <a:gd name="csX429" fmla="*/ 966447 w 1212477"/>
                <a:gd name="csY429" fmla="*/ 435211 h 778221"/>
                <a:gd name="csX430" fmla="*/ 965491 w 1212477"/>
                <a:gd name="csY430" fmla="*/ 434734 h 778221"/>
                <a:gd name="csX431" fmla="*/ 964536 w 1212477"/>
                <a:gd name="csY431" fmla="*/ 434734 h 778221"/>
                <a:gd name="csX432" fmla="*/ 964058 w 1212477"/>
                <a:gd name="csY432" fmla="*/ 433778 h 778221"/>
                <a:gd name="csX433" fmla="*/ 964058 w 1212477"/>
                <a:gd name="csY433" fmla="*/ 432823 h 778221"/>
                <a:gd name="csX434" fmla="*/ 963102 w 1212477"/>
                <a:gd name="csY434" fmla="*/ 432345 h 778221"/>
                <a:gd name="csX435" fmla="*/ 960714 w 1212477"/>
                <a:gd name="csY435" fmla="*/ 431867 h 778221"/>
                <a:gd name="csX436" fmla="*/ 958325 w 1212477"/>
                <a:gd name="csY436" fmla="*/ 431867 h 778221"/>
                <a:gd name="csX437" fmla="*/ 953070 w 1212477"/>
                <a:gd name="csY437" fmla="*/ 434734 h 778221"/>
                <a:gd name="csX438" fmla="*/ 948293 w 1212477"/>
                <a:gd name="csY438" fmla="*/ 437122 h 778221"/>
                <a:gd name="csX439" fmla="*/ 943038 w 1212477"/>
                <a:gd name="csY439" fmla="*/ 439033 h 778221"/>
                <a:gd name="csX440" fmla="*/ 941127 w 1212477"/>
                <a:gd name="csY440" fmla="*/ 439989 h 778221"/>
                <a:gd name="csX441" fmla="*/ 939694 w 1212477"/>
                <a:gd name="csY441" fmla="*/ 440467 h 778221"/>
                <a:gd name="csX442" fmla="*/ 937783 w 1212477"/>
                <a:gd name="csY442" fmla="*/ 439511 h 778221"/>
                <a:gd name="csX443" fmla="*/ 936350 w 1212477"/>
                <a:gd name="csY443" fmla="*/ 439511 h 778221"/>
                <a:gd name="csX444" fmla="*/ 935872 w 1212477"/>
                <a:gd name="csY444" fmla="*/ 439989 h 778221"/>
                <a:gd name="csX445" fmla="*/ 937783 w 1212477"/>
                <a:gd name="csY445" fmla="*/ 441422 h 778221"/>
                <a:gd name="csX446" fmla="*/ 938261 w 1212477"/>
                <a:gd name="csY446" fmla="*/ 442855 h 778221"/>
                <a:gd name="csX447" fmla="*/ 937783 w 1212477"/>
                <a:gd name="csY447" fmla="*/ 443810 h 778221"/>
                <a:gd name="csX448" fmla="*/ 936827 w 1212477"/>
                <a:gd name="csY448" fmla="*/ 444288 h 778221"/>
                <a:gd name="csX449" fmla="*/ 935394 w 1212477"/>
                <a:gd name="csY449" fmla="*/ 443333 h 778221"/>
                <a:gd name="csX450" fmla="*/ 934439 w 1212477"/>
                <a:gd name="csY450" fmla="*/ 444288 h 778221"/>
                <a:gd name="csX451" fmla="*/ 933961 w 1212477"/>
                <a:gd name="csY451" fmla="*/ 446199 h 778221"/>
                <a:gd name="csX452" fmla="*/ 933483 w 1212477"/>
                <a:gd name="csY452" fmla="*/ 450021 h 778221"/>
                <a:gd name="csX453" fmla="*/ 933006 w 1212477"/>
                <a:gd name="csY453" fmla="*/ 450976 h 778221"/>
                <a:gd name="csX454" fmla="*/ 930617 w 1212477"/>
                <a:gd name="csY454" fmla="*/ 451454 h 778221"/>
                <a:gd name="csX455" fmla="*/ 927751 w 1212477"/>
                <a:gd name="csY455" fmla="*/ 452410 h 778221"/>
                <a:gd name="csX456" fmla="*/ 927273 w 1212477"/>
                <a:gd name="csY456" fmla="*/ 451932 h 778221"/>
                <a:gd name="csX457" fmla="*/ 926795 w 1212477"/>
                <a:gd name="csY457" fmla="*/ 451454 h 778221"/>
                <a:gd name="csX458" fmla="*/ 926795 w 1212477"/>
                <a:gd name="csY458" fmla="*/ 449543 h 778221"/>
                <a:gd name="csX459" fmla="*/ 926795 w 1212477"/>
                <a:gd name="csY459" fmla="*/ 448588 h 778221"/>
                <a:gd name="csX460" fmla="*/ 925362 w 1212477"/>
                <a:gd name="csY460" fmla="*/ 448588 h 778221"/>
                <a:gd name="csX461" fmla="*/ 923929 w 1212477"/>
                <a:gd name="csY461" fmla="*/ 449066 h 778221"/>
                <a:gd name="csX462" fmla="*/ 922495 w 1212477"/>
                <a:gd name="csY462" fmla="*/ 450499 h 778221"/>
                <a:gd name="csX463" fmla="*/ 922018 w 1212477"/>
                <a:gd name="csY463" fmla="*/ 450976 h 778221"/>
                <a:gd name="csX464" fmla="*/ 923929 w 1212477"/>
                <a:gd name="csY464" fmla="*/ 453365 h 778221"/>
                <a:gd name="csX465" fmla="*/ 925362 w 1212477"/>
                <a:gd name="csY465" fmla="*/ 453365 h 778221"/>
                <a:gd name="csX466" fmla="*/ 925840 w 1212477"/>
                <a:gd name="csY466" fmla="*/ 453843 h 778221"/>
                <a:gd name="csX467" fmla="*/ 924406 w 1212477"/>
                <a:gd name="csY467" fmla="*/ 455276 h 778221"/>
                <a:gd name="csX468" fmla="*/ 921063 w 1212477"/>
                <a:gd name="csY468" fmla="*/ 456709 h 778221"/>
                <a:gd name="csX469" fmla="*/ 920585 w 1212477"/>
                <a:gd name="csY469" fmla="*/ 458142 h 778221"/>
                <a:gd name="csX470" fmla="*/ 919629 w 1212477"/>
                <a:gd name="csY470" fmla="*/ 459576 h 778221"/>
                <a:gd name="csX471" fmla="*/ 918196 w 1212477"/>
                <a:gd name="csY471" fmla="*/ 460531 h 778221"/>
                <a:gd name="csX472" fmla="*/ 917718 w 1212477"/>
                <a:gd name="csY472" fmla="*/ 461487 h 778221"/>
                <a:gd name="csX473" fmla="*/ 916285 w 1212477"/>
                <a:gd name="csY473" fmla="*/ 462442 h 778221"/>
                <a:gd name="csX474" fmla="*/ 914374 w 1212477"/>
                <a:gd name="csY474" fmla="*/ 462920 h 778221"/>
                <a:gd name="csX475" fmla="*/ 912463 w 1212477"/>
                <a:gd name="csY475" fmla="*/ 465308 h 778221"/>
                <a:gd name="csX476" fmla="*/ 910552 w 1212477"/>
                <a:gd name="csY476" fmla="*/ 468175 h 778221"/>
                <a:gd name="csX477" fmla="*/ 908642 w 1212477"/>
                <a:gd name="csY477" fmla="*/ 469130 h 778221"/>
                <a:gd name="csX478" fmla="*/ 907208 w 1212477"/>
                <a:gd name="csY478" fmla="*/ 473430 h 778221"/>
                <a:gd name="csX479" fmla="*/ 904820 w 1212477"/>
                <a:gd name="csY479" fmla="*/ 475818 h 778221"/>
                <a:gd name="csX480" fmla="*/ 903864 w 1212477"/>
                <a:gd name="csY480" fmla="*/ 479163 h 778221"/>
                <a:gd name="csX481" fmla="*/ 904342 w 1212477"/>
                <a:gd name="csY481" fmla="*/ 481551 h 778221"/>
                <a:gd name="csX482" fmla="*/ 907208 w 1212477"/>
                <a:gd name="csY482" fmla="*/ 481551 h 778221"/>
                <a:gd name="csX483" fmla="*/ 908642 w 1212477"/>
                <a:gd name="csY483" fmla="*/ 482507 h 778221"/>
                <a:gd name="csX484" fmla="*/ 911986 w 1212477"/>
                <a:gd name="csY484" fmla="*/ 485373 h 778221"/>
                <a:gd name="csX485" fmla="*/ 915808 w 1212477"/>
                <a:gd name="csY485" fmla="*/ 487284 h 778221"/>
                <a:gd name="csX486" fmla="*/ 919629 w 1212477"/>
                <a:gd name="csY486" fmla="*/ 488240 h 778221"/>
                <a:gd name="csX487" fmla="*/ 923929 w 1212477"/>
                <a:gd name="csY487" fmla="*/ 490628 h 778221"/>
                <a:gd name="csX488" fmla="*/ 925362 w 1212477"/>
                <a:gd name="csY488" fmla="*/ 492061 h 778221"/>
                <a:gd name="csX489" fmla="*/ 926795 w 1212477"/>
                <a:gd name="csY489" fmla="*/ 494450 h 778221"/>
                <a:gd name="csX490" fmla="*/ 928706 w 1212477"/>
                <a:gd name="csY490" fmla="*/ 500660 h 778221"/>
                <a:gd name="csX491" fmla="*/ 930140 w 1212477"/>
                <a:gd name="csY491" fmla="*/ 504005 h 778221"/>
                <a:gd name="csX492" fmla="*/ 930140 w 1212477"/>
                <a:gd name="csY492" fmla="*/ 505915 h 778221"/>
                <a:gd name="csX493" fmla="*/ 932528 w 1212477"/>
                <a:gd name="csY493" fmla="*/ 509259 h 778221"/>
                <a:gd name="csX494" fmla="*/ 934917 w 1212477"/>
                <a:gd name="csY494" fmla="*/ 514515 h 778221"/>
                <a:gd name="csX495" fmla="*/ 937306 w 1212477"/>
                <a:gd name="csY495" fmla="*/ 519292 h 778221"/>
                <a:gd name="csX496" fmla="*/ 937783 w 1212477"/>
                <a:gd name="csY496" fmla="*/ 523114 h 778221"/>
                <a:gd name="csX497" fmla="*/ 937306 w 1212477"/>
                <a:gd name="csY497" fmla="*/ 524547 h 778221"/>
                <a:gd name="csX498" fmla="*/ 937306 w 1212477"/>
                <a:gd name="csY498" fmla="*/ 526936 h 778221"/>
                <a:gd name="csX499" fmla="*/ 939694 w 1212477"/>
                <a:gd name="csY499" fmla="*/ 528847 h 778221"/>
                <a:gd name="csX500" fmla="*/ 945904 w 1212477"/>
                <a:gd name="csY500" fmla="*/ 531235 h 778221"/>
                <a:gd name="csX501" fmla="*/ 946860 w 1212477"/>
                <a:gd name="csY501" fmla="*/ 532190 h 778221"/>
                <a:gd name="csX502" fmla="*/ 947815 w 1212477"/>
                <a:gd name="csY502" fmla="*/ 533146 h 778221"/>
                <a:gd name="csX503" fmla="*/ 947815 w 1212477"/>
                <a:gd name="csY503" fmla="*/ 536968 h 778221"/>
                <a:gd name="csX504" fmla="*/ 948771 w 1212477"/>
                <a:gd name="csY504" fmla="*/ 537923 h 778221"/>
                <a:gd name="csX505" fmla="*/ 949726 w 1212477"/>
                <a:gd name="csY505" fmla="*/ 538401 h 778221"/>
                <a:gd name="csX506" fmla="*/ 953548 w 1212477"/>
                <a:gd name="csY506" fmla="*/ 539834 h 778221"/>
                <a:gd name="csX507" fmla="*/ 954981 w 1212477"/>
                <a:gd name="csY507" fmla="*/ 541267 h 778221"/>
                <a:gd name="csX508" fmla="*/ 956415 w 1212477"/>
                <a:gd name="csY508" fmla="*/ 543178 h 778221"/>
                <a:gd name="csX509" fmla="*/ 956892 w 1212477"/>
                <a:gd name="csY509" fmla="*/ 545089 h 778221"/>
                <a:gd name="csX510" fmla="*/ 957370 w 1212477"/>
                <a:gd name="csY510" fmla="*/ 547478 h 778221"/>
                <a:gd name="csX511" fmla="*/ 954981 w 1212477"/>
                <a:gd name="csY511" fmla="*/ 547478 h 778221"/>
                <a:gd name="csX512" fmla="*/ 953548 w 1212477"/>
                <a:gd name="csY512" fmla="*/ 547478 h 778221"/>
                <a:gd name="csX513" fmla="*/ 946860 w 1212477"/>
                <a:gd name="csY513" fmla="*/ 544134 h 778221"/>
                <a:gd name="csX514" fmla="*/ 945427 w 1212477"/>
                <a:gd name="csY514" fmla="*/ 544134 h 778221"/>
                <a:gd name="csX515" fmla="*/ 943038 w 1212477"/>
                <a:gd name="csY515" fmla="*/ 544612 h 778221"/>
                <a:gd name="csX516" fmla="*/ 939694 w 1212477"/>
                <a:gd name="csY516" fmla="*/ 544134 h 778221"/>
                <a:gd name="csX517" fmla="*/ 935872 w 1212477"/>
                <a:gd name="csY517" fmla="*/ 540312 h 778221"/>
                <a:gd name="csX518" fmla="*/ 933483 w 1212477"/>
                <a:gd name="csY518" fmla="*/ 539356 h 778221"/>
                <a:gd name="csX519" fmla="*/ 930617 w 1212477"/>
                <a:gd name="csY519" fmla="*/ 538879 h 778221"/>
                <a:gd name="csX520" fmla="*/ 923929 w 1212477"/>
                <a:gd name="csY520" fmla="*/ 541745 h 778221"/>
                <a:gd name="csX521" fmla="*/ 922018 w 1212477"/>
                <a:gd name="csY521" fmla="*/ 541745 h 778221"/>
                <a:gd name="csX522" fmla="*/ 921540 w 1212477"/>
                <a:gd name="csY522" fmla="*/ 541745 h 778221"/>
                <a:gd name="csX523" fmla="*/ 921063 w 1212477"/>
                <a:gd name="csY523" fmla="*/ 542701 h 778221"/>
                <a:gd name="csX524" fmla="*/ 923929 w 1212477"/>
                <a:gd name="csY524" fmla="*/ 543178 h 778221"/>
                <a:gd name="csX525" fmla="*/ 927273 w 1212477"/>
                <a:gd name="csY525" fmla="*/ 542223 h 778221"/>
                <a:gd name="csX526" fmla="*/ 930140 w 1212477"/>
                <a:gd name="csY526" fmla="*/ 540790 h 778221"/>
                <a:gd name="csX527" fmla="*/ 934439 w 1212477"/>
                <a:gd name="csY527" fmla="*/ 541267 h 778221"/>
                <a:gd name="csX528" fmla="*/ 934917 w 1212477"/>
                <a:gd name="csY528" fmla="*/ 542701 h 778221"/>
                <a:gd name="csX529" fmla="*/ 935872 w 1212477"/>
                <a:gd name="csY529" fmla="*/ 545089 h 778221"/>
                <a:gd name="csX530" fmla="*/ 938738 w 1212477"/>
                <a:gd name="csY530" fmla="*/ 546522 h 778221"/>
                <a:gd name="csX531" fmla="*/ 941127 w 1212477"/>
                <a:gd name="csY531" fmla="*/ 547000 h 778221"/>
                <a:gd name="csX532" fmla="*/ 943993 w 1212477"/>
                <a:gd name="csY532" fmla="*/ 548911 h 778221"/>
                <a:gd name="csX533" fmla="*/ 946860 w 1212477"/>
                <a:gd name="csY533" fmla="*/ 552255 h 778221"/>
                <a:gd name="csX534" fmla="*/ 953070 w 1212477"/>
                <a:gd name="csY534" fmla="*/ 555599 h 778221"/>
                <a:gd name="csX535" fmla="*/ 955459 w 1212477"/>
                <a:gd name="csY535" fmla="*/ 558943 h 778221"/>
                <a:gd name="csX536" fmla="*/ 956415 w 1212477"/>
                <a:gd name="csY536" fmla="*/ 560854 h 778221"/>
                <a:gd name="csX537" fmla="*/ 957370 w 1212477"/>
                <a:gd name="csY537" fmla="*/ 564198 h 778221"/>
                <a:gd name="csX538" fmla="*/ 955459 w 1212477"/>
                <a:gd name="csY538" fmla="*/ 565154 h 778221"/>
                <a:gd name="csX539" fmla="*/ 953548 w 1212477"/>
                <a:gd name="csY539" fmla="*/ 565154 h 778221"/>
                <a:gd name="csX540" fmla="*/ 950682 w 1212477"/>
                <a:gd name="csY540" fmla="*/ 565632 h 778221"/>
                <a:gd name="csX541" fmla="*/ 948293 w 1212477"/>
                <a:gd name="csY541" fmla="*/ 566587 h 778221"/>
                <a:gd name="csX542" fmla="*/ 946382 w 1212477"/>
                <a:gd name="csY542" fmla="*/ 568498 h 778221"/>
                <a:gd name="csX543" fmla="*/ 940172 w 1212477"/>
                <a:gd name="csY543" fmla="*/ 571842 h 778221"/>
                <a:gd name="csX544" fmla="*/ 938738 w 1212477"/>
                <a:gd name="csY544" fmla="*/ 573275 h 778221"/>
                <a:gd name="csX545" fmla="*/ 937783 w 1212477"/>
                <a:gd name="csY545" fmla="*/ 575186 h 778221"/>
                <a:gd name="csX546" fmla="*/ 936350 w 1212477"/>
                <a:gd name="csY546" fmla="*/ 576142 h 778221"/>
                <a:gd name="csX547" fmla="*/ 932528 w 1212477"/>
                <a:gd name="csY547" fmla="*/ 575186 h 778221"/>
                <a:gd name="csX548" fmla="*/ 929184 w 1212477"/>
                <a:gd name="csY548" fmla="*/ 575186 h 778221"/>
                <a:gd name="csX549" fmla="*/ 924884 w 1212477"/>
                <a:gd name="csY549" fmla="*/ 577575 h 778221"/>
                <a:gd name="csX550" fmla="*/ 923929 w 1212477"/>
                <a:gd name="csY550" fmla="*/ 578530 h 778221"/>
                <a:gd name="csX551" fmla="*/ 924884 w 1212477"/>
                <a:gd name="csY551" fmla="*/ 578053 h 778221"/>
                <a:gd name="csX552" fmla="*/ 925362 w 1212477"/>
                <a:gd name="csY552" fmla="*/ 578053 h 778221"/>
                <a:gd name="csX553" fmla="*/ 927273 w 1212477"/>
                <a:gd name="csY553" fmla="*/ 578053 h 778221"/>
                <a:gd name="csX554" fmla="*/ 930140 w 1212477"/>
                <a:gd name="csY554" fmla="*/ 577097 h 778221"/>
                <a:gd name="csX555" fmla="*/ 933006 w 1212477"/>
                <a:gd name="csY555" fmla="*/ 580441 h 778221"/>
                <a:gd name="csX556" fmla="*/ 938261 w 1212477"/>
                <a:gd name="csY556" fmla="*/ 579963 h 778221"/>
                <a:gd name="csX557" fmla="*/ 943038 w 1212477"/>
                <a:gd name="csY557" fmla="*/ 577097 h 778221"/>
                <a:gd name="csX558" fmla="*/ 944949 w 1212477"/>
                <a:gd name="csY558" fmla="*/ 577097 h 778221"/>
                <a:gd name="csX559" fmla="*/ 946860 w 1212477"/>
                <a:gd name="csY559" fmla="*/ 577575 h 778221"/>
                <a:gd name="csX560" fmla="*/ 948771 w 1212477"/>
                <a:gd name="csY560" fmla="*/ 578530 h 778221"/>
                <a:gd name="csX561" fmla="*/ 953548 w 1212477"/>
                <a:gd name="csY561" fmla="*/ 583785 h 778221"/>
                <a:gd name="csX562" fmla="*/ 955936 w 1212477"/>
                <a:gd name="csY562" fmla="*/ 584263 h 778221"/>
                <a:gd name="csX563" fmla="*/ 958803 w 1212477"/>
                <a:gd name="csY563" fmla="*/ 585696 h 778221"/>
                <a:gd name="csX564" fmla="*/ 960236 w 1212477"/>
                <a:gd name="csY564" fmla="*/ 585696 h 778221"/>
                <a:gd name="csX565" fmla="*/ 961670 w 1212477"/>
                <a:gd name="csY565" fmla="*/ 586174 h 778221"/>
                <a:gd name="csX566" fmla="*/ 957848 w 1212477"/>
                <a:gd name="csY566" fmla="*/ 588085 h 778221"/>
                <a:gd name="csX567" fmla="*/ 953548 w 1212477"/>
                <a:gd name="csY567" fmla="*/ 591907 h 778221"/>
                <a:gd name="csX568" fmla="*/ 951637 w 1212477"/>
                <a:gd name="csY568" fmla="*/ 592862 h 778221"/>
                <a:gd name="csX569" fmla="*/ 950204 w 1212477"/>
                <a:gd name="csY569" fmla="*/ 594295 h 778221"/>
                <a:gd name="csX570" fmla="*/ 953548 w 1212477"/>
                <a:gd name="csY570" fmla="*/ 593818 h 778221"/>
                <a:gd name="csX571" fmla="*/ 956415 w 1212477"/>
                <a:gd name="csY571" fmla="*/ 591429 h 778221"/>
                <a:gd name="csX572" fmla="*/ 957848 w 1212477"/>
                <a:gd name="csY572" fmla="*/ 590951 h 778221"/>
                <a:gd name="csX573" fmla="*/ 958803 w 1212477"/>
                <a:gd name="csY573" fmla="*/ 591429 h 778221"/>
                <a:gd name="csX574" fmla="*/ 959281 w 1212477"/>
                <a:gd name="csY574" fmla="*/ 593818 h 778221"/>
                <a:gd name="csX575" fmla="*/ 958325 w 1212477"/>
                <a:gd name="csY575" fmla="*/ 601461 h 778221"/>
                <a:gd name="csX576" fmla="*/ 956892 w 1212477"/>
                <a:gd name="csY576" fmla="*/ 601461 h 778221"/>
                <a:gd name="csX577" fmla="*/ 955936 w 1212477"/>
                <a:gd name="csY577" fmla="*/ 599550 h 778221"/>
                <a:gd name="csX578" fmla="*/ 954026 w 1212477"/>
                <a:gd name="csY578" fmla="*/ 599073 h 778221"/>
                <a:gd name="csX579" fmla="*/ 953070 w 1212477"/>
                <a:gd name="csY579" fmla="*/ 599073 h 778221"/>
                <a:gd name="csX580" fmla="*/ 950682 w 1212477"/>
                <a:gd name="csY580" fmla="*/ 599073 h 778221"/>
                <a:gd name="csX581" fmla="*/ 949726 w 1212477"/>
                <a:gd name="csY581" fmla="*/ 600028 h 778221"/>
                <a:gd name="csX582" fmla="*/ 948771 w 1212477"/>
                <a:gd name="csY582" fmla="*/ 601461 h 778221"/>
                <a:gd name="csX583" fmla="*/ 950204 w 1212477"/>
                <a:gd name="csY583" fmla="*/ 601939 h 778221"/>
                <a:gd name="csX584" fmla="*/ 953070 w 1212477"/>
                <a:gd name="csY584" fmla="*/ 603850 h 778221"/>
                <a:gd name="csX585" fmla="*/ 953548 w 1212477"/>
                <a:gd name="csY585" fmla="*/ 605283 h 778221"/>
                <a:gd name="csX586" fmla="*/ 952593 w 1212477"/>
                <a:gd name="csY586" fmla="*/ 605761 h 778221"/>
                <a:gd name="csX587" fmla="*/ 950682 w 1212477"/>
                <a:gd name="csY587" fmla="*/ 605761 h 778221"/>
                <a:gd name="csX588" fmla="*/ 953070 w 1212477"/>
                <a:gd name="csY588" fmla="*/ 607194 h 778221"/>
                <a:gd name="csX589" fmla="*/ 952593 w 1212477"/>
                <a:gd name="csY589" fmla="*/ 609105 h 778221"/>
                <a:gd name="csX590" fmla="*/ 951637 w 1212477"/>
                <a:gd name="csY590" fmla="*/ 609583 h 778221"/>
                <a:gd name="csX591" fmla="*/ 950204 w 1212477"/>
                <a:gd name="csY591" fmla="*/ 610061 h 778221"/>
                <a:gd name="csX592" fmla="*/ 949249 w 1212477"/>
                <a:gd name="csY592" fmla="*/ 611494 h 778221"/>
                <a:gd name="csX593" fmla="*/ 950682 w 1212477"/>
                <a:gd name="csY593" fmla="*/ 613882 h 778221"/>
                <a:gd name="csX594" fmla="*/ 952115 w 1212477"/>
                <a:gd name="csY594" fmla="*/ 617227 h 778221"/>
                <a:gd name="csX595" fmla="*/ 952115 w 1212477"/>
                <a:gd name="csY595" fmla="*/ 618660 h 778221"/>
                <a:gd name="csX596" fmla="*/ 950204 w 1212477"/>
                <a:gd name="csY596" fmla="*/ 618182 h 778221"/>
                <a:gd name="csX597" fmla="*/ 946860 w 1212477"/>
                <a:gd name="csY597" fmla="*/ 620093 h 778221"/>
                <a:gd name="csX598" fmla="*/ 945427 w 1212477"/>
                <a:gd name="csY598" fmla="*/ 620093 h 778221"/>
                <a:gd name="csX599" fmla="*/ 944471 w 1212477"/>
                <a:gd name="csY599" fmla="*/ 617704 h 778221"/>
                <a:gd name="csX600" fmla="*/ 943038 w 1212477"/>
                <a:gd name="csY600" fmla="*/ 618182 h 778221"/>
                <a:gd name="csX601" fmla="*/ 942083 w 1212477"/>
                <a:gd name="csY601" fmla="*/ 618660 h 778221"/>
                <a:gd name="csX602" fmla="*/ 940649 w 1212477"/>
                <a:gd name="csY602" fmla="*/ 621526 h 778221"/>
                <a:gd name="csX603" fmla="*/ 939216 w 1212477"/>
                <a:gd name="csY603" fmla="*/ 623915 h 778221"/>
                <a:gd name="csX604" fmla="*/ 937783 w 1212477"/>
                <a:gd name="csY604" fmla="*/ 624870 h 778221"/>
                <a:gd name="csX605" fmla="*/ 936350 w 1212477"/>
                <a:gd name="csY605" fmla="*/ 624392 h 778221"/>
                <a:gd name="csX606" fmla="*/ 934917 w 1212477"/>
                <a:gd name="csY606" fmla="*/ 624392 h 778221"/>
                <a:gd name="csX607" fmla="*/ 935394 w 1212477"/>
                <a:gd name="csY607" fmla="*/ 625348 h 778221"/>
                <a:gd name="csX608" fmla="*/ 936827 w 1212477"/>
                <a:gd name="csY608" fmla="*/ 625826 h 778221"/>
                <a:gd name="csX609" fmla="*/ 936827 w 1212477"/>
                <a:gd name="csY609" fmla="*/ 626781 h 778221"/>
                <a:gd name="csX610" fmla="*/ 933961 w 1212477"/>
                <a:gd name="csY610" fmla="*/ 630125 h 778221"/>
                <a:gd name="csX611" fmla="*/ 933483 w 1212477"/>
                <a:gd name="csY611" fmla="*/ 631081 h 778221"/>
                <a:gd name="csX612" fmla="*/ 933483 w 1212477"/>
                <a:gd name="csY612" fmla="*/ 632036 h 778221"/>
                <a:gd name="csX613" fmla="*/ 932050 w 1212477"/>
                <a:gd name="csY613" fmla="*/ 633469 h 778221"/>
                <a:gd name="csX614" fmla="*/ 932528 w 1212477"/>
                <a:gd name="csY614" fmla="*/ 635380 h 778221"/>
                <a:gd name="csX615" fmla="*/ 932050 w 1212477"/>
                <a:gd name="csY615" fmla="*/ 636813 h 778221"/>
                <a:gd name="csX616" fmla="*/ 931095 w 1212477"/>
                <a:gd name="csY616" fmla="*/ 638724 h 778221"/>
                <a:gd name="csX617" fmla="*/ 929661 w 1212477"/>
                <a:gd name="csY617" fmla="*/ 640157 h 778221"/>
                <a:gd name="csX618" fmla="*/ 927751 w 1212477"/>
                <a:gd name="csY618" fmla="*/ 642068 h 778221"/>
                <a:gd name="csX619" fmla="*/ 925840 w 1212477"/>
                <a:gd name="csY619" fmla="*/ 643024 h 778221"/>
                <a:gd name="csX620" fmla="*/ 922974 w 1212477"/>
                <a:gd name="csY620" fmla="*/ 647323 h 778221"/>
                <a:gd name="csX621" fmla="*/ 922018 w 1212477"/>
                <a:gd name="csY621" fmla="*/ 649712 h 778221"/>
                <a:gd name="csX622" fmla="*/ 922018 w 1212477"/>
                <a:gd name="csY622" fmla="*/ 651623 h 778221"/>
                <a:gd name="csX623" fmla="*/ 921063 w 1212477"/>
                <a:gd name="csY623" fmla="*/ 652578 h 778221"/>
                <a:gd name="csX624" fmla="*/ 919629 w 1212477"/>
                <a:gd name="csY624" fmla="*/ 653534 h 778221"/>
                <a:gd name="csX625" fmla="*/ 917718 w 1212477"/>
                <a:gd name="csY625" fmla="*/ 653056 h 778221"/>
                <a:gd name="csX626" fmla="*/ 917718 w 1212477"/>
                <a:gd name="csY626" fmla="*/ 651623 h 778221"/>
                <a:gd name="csX627" fmla="*/ 917241 w 1212477"/>
                <a:gd name="csY627" fmla="*/ 651623 h 778221"/>
                <a:gd name="csX628" fmla="*/ 916763 w 1212477"/>
                <a:gd name="csY628" fmla="*/ 650668 h 778221"/>
                <a:gd name="csX629" fmla="*/ 916285 w 1212477"/>
                <a:gd name="csY629" fmla="*/ 649234 h 778221"/>
                <a:gd name="csX630" fmla="*/ 916763 w 1212477"/>
                <a:gd name="csY630" fmla="*/ 648279 h 778221"/>
                <a:gd name="csX631" fmla="*/ 915808 w 1212477"/>
                <a:gd name="csY631" fmla="*/ 648757 h 778221"/>
                <a:gd name="csX632" fmla="*/ 915329 w 1212477"/>
                <a:gd name="csY632" fmla="*/ 649712 h 778221"/>
                <a:gd name="csX633" fmla="*/ 914374 w 1212477"/>
                <a:gd name="csY633" fmla="*/ 650668 h 778221"/>
                <a:gd name="csX634" fmla="*/ 913419 w 1212477"/>
                <a:gd name="csY634" fmla="*/ 650190 h 778221"/>
                <a:gd name="csX635" fmla="*/ 911986 w 1212477"/>
                <a:gd name="csY635" fmla="*/ 649712 h 778221"/>
                <a:gd name="csX636" fmla="*/ 911986 w 1212477"/>
                <a:gd name="csY636" fmla="*/ 650668 h 778221"/>
                <a:gd name="csX637" fmla="*/ 912941 w 1212477"/>
                <a:gd name="csY637" fmla="*/ 651623 h 778221"/>
                <a:gd name="csX638" fmla="*/ 912941 w 1212477"/>
                <a:gd name="csY638" fmla="*/ 652578 h 778221"/>
                <a:gd name="csX639" fmla="*/ 914852 w 1212477"/>
                <a:gd name="csY639" fmla="*/ 653056 h 778221"/>
                <a:gd name="csX640" fmla="*/ 915808 w 1212477"/>
                <a:gd name="csY640" fmla="*/ 654489 h 778221"/>
                <a:gd name="csX641" fmla="*/ 916763 w 1212477"/>
                <a:gd name="csY641" fmla="*/ 656400 h 778221"/>
                <a:gd name="csX642" fmla="*/ 917241 w 1212477"/>
                <a:gd name="csY642" fmla="*/ 656878 h 778221"/>
                <a:gd name="csX643" fmla="*/ 917718 w 1212477"/>
                <a:gd name="csY643" fmla="*/ 657834 h 778221"/>
                <a:gd name="csX644" fmla="*/ 917718 w 1212477"/>
                <a:gd name="csY644" fmla="*/ 658789 h 778221"/>
                <a:gd name="csX645" fmla="*/ 916285 w 1212477"/>
                <a:gd name="csY645" fmla="*/ 659267 h 778221"/>
                <a:gd name="csX646" fmla="*/ 913897 w 1212477"/>
                <a:gd name="csY646" fmla="*/ 660700 h 778221"/>
                <a:gd name="csX647" fmla="*/ 911508 w 1212477"/>
                <a:gd name="csY647" fmla="*/ 662611 h 778221"/>
                <a:gd name="csX648" fmla="*/ 909597 w 1212477"/>
                <a:gd name="csY648" fmla="*/ 664522 h 778221"/>
                <a:gd name="csX649" fmla="*/ 907686 w 1212477"/>
                <a:gd name="csY649" fmla="*/ 664522 h 778221"/>
                <a:gd name="csX650" fmla="*/ 906731 w 1212477"/>
                <a:gd name="csY650" fmla="*/ 664044 h 778221"/>
                <a:gd name="csX651" fmla="*/ 904820 w 1212477"/>
                <a:gd name="csY651" fmla="*/ 663088 h 778221"/>
                <a:gd name="csX652" fmla="*/ 902909 w 1212477"/>
                <a:gd name="csY652" fmla="*/ 663088 h 778221"/>
                <a:gd name="csX653" fmla="*/ 905775 w 1212477"/>
                <a:gd name="csY653" fmla="*/ 665955 h 778221"/>
                <a:gd name="csX654" fmla="*/ 906731 w 1212477"/>
                <a:gd name="csY654" fmla="*/ 666433 h 778221"/>
                <a:gd name="csX655" fmla="*/ 908642 w 1212477"/>
                <a:gd name="csY655" fmla="*/ 666433 h 778221"/>
                <a:gd name="csX656" fmla="*/ 910075 w 1212477"/>
                <a:gd name="csY656" fmla="*/ 664999 h 778221"/>
                <a:gd name="csX657" fmla="*/ 912463 w 1212477"/>
                <a:gd name="csY657" fmla="*/ 665477 h 778221"/>
                <a:gd name="csX658" fmla="*/ 913419 w 1212477"/>
                <a:gd name="csY658" fmla="*/ 666910 h 778221"/>
                <a:gd name="csX659" fmla="*/ 912463 w 1212477"/>
                <a:gd name="csY659" fmla="*/ 668821 h 778221"/>
                <a:gd name="csX660" fmla="*/ 911508 w 1212477"/>
                <a:gd name="csY660" fmla="*/ 671210 h 778221"/>
                <a:gd name="csX661" fmla="*/ 911030 w 1212477"/>
                <a:gd name="csY661" fmla="*/ 673599 h 778221"/>
                <a:gd name="csX662" fmla="*/ 912463 w 1212477"/>
                <a:gd name="csY662" fmla="*/ 676465 h 778221"/>
                <a:gd name="csX663" fmla="*/ 912463 w 1212477"/>
                <a:gd name="csY663" fmla="*/ 677420 h 778221"/>
                <a:gd name="csX664" fmla="*/ 911986 w 1212477"/>
                <a:gd name="csY664" fmla="*/ 677898 h 778221"/>
                <a:gd name="csX665" fmla="*/ 910075 w 1212477"/>
                <a:gd name="csY665" fmla="*/ 677420 h 778221"/>
                <a:gd name="csX666" fmla="*/ 908642 w 1212477"/>
                <a:gd name="csY666" fmla="*/ 675987 h 778221"/>
                <a:gd name="csX667" fmla="*/ 907208 w 1212477"/>
                <a:gd name="csY667" fmla="*/ 676465 h 778221"/>
                <a:gd name="csX668" fmla="*/ 905775 w 1212477"/>
                <a:gd name="csY668" fmla="*/ 675987 h 778221"/>
                <a:gd name="csX669" fmla="*/ 903864 w 1212477"/>
                <a:gd name="csY669" fmla="*/ 676465 h 778221"/>
                <a:gd name="csX670" fmla="*/ 903386 w 1212477"/>
                <a:gd name="csY670" fmla="*/ 676943 h 778221"/>
                <a:gd name="csX671" fmla="*/ 903864 w 1212477"/>
                <a:gd name="csY671" fmla="*/ 678376 h 778221"/>
                <a:gd name="csX672" fmla="*/ 905297 w 1212477"/>
                <a:gd name="csY672" fmla="*/ 679331 h 778221"/>
                <a:gd name="csX673" fmla="*/ 905775 w 1212477"/>
                <a:gd name="csY673" fmla="*/ 680764 h 778221"/>
                <a:gd name="csX674" fmla="*/ 904820 w 1212477"/>
                <a:gd name="csY674" fmla="*/ 681242 h 778221"/>
                <a:gd name="csX675" fmla="*/ 900998 w 1212477"/>
                <a:gd name="csY675" fmla="*/ 680764 h 778221"/>
                <a:gd name="csX676" fmla="*/ 900042 w 1212477"/>
                <a:gd name="csY676" fmla="*/ 681242 h 778221"/>
                <a:gd name="csX677" fmla="*/ 898609 w 1212477"/>
                <a:gd name="csY677" fmla="*/ 682675 h 778221"/>
                <a:gd name="csX678" fmla="*/ 899565 w 1212477"/>
                <a:gd name="csY678" fmla="*/ 685542 h 778221"/>
                <a:gd name="csX679" fmla="*/ 898609 w 1212477"/>
                <a:gd name="csY679" fmla="*/ 686975 h 778221"/>
                <a:gd name="csX680" fmla="*/ 896699 w 1212477"/>
                <a:gd name="csY680" fmla="*/ 686975 h 778221"/>
                <a:gd name="csX681" fmla="*/ 894310 w 1212477"/>
                <a:gd name="csY681" fmla="*/ 688408 h 778221"/>
                <a:gd name="csX682" fmla="*/ 893354 w 1212477"/>
                <a:gd name="csY682" fmla="*/ 688886 h 778221"/>
                <a:gd name="csX683" fmla="*/ 893354 w 1212477"/>
                <a:gd name="csY683" fmla="*/ 689364 h 778221"/>
                <a:gd name="csX684" fmla="*/ 894310 w 1212477"/>
                <a:gd name="csY684" fmla="*/ 689841 h 778221"/>
                <a:gd name="csX685" fmla="*/ 894787 w 1212477"/>
                <a:gd name="csY685" fmla="*/ 690319 h 778221"/>
                <a:gd name="csX686" fmla="*/ 893354 w 1212477"/>
                <a:gd name="csY686" fmla="*/ 693185 h 778221"/>
                <a:gd name="csX687" fmla="*/ 891443 w 1212477"/>
                <a:gd name="csY687" fmla="*/ 693663 h 778221"/>
                <a:gd name="csX688" fmla="*/ 888577 w 1212477"/>
                <a:gd name="csY688" fmla="*/ 693185 h 778221"/>
                <a:gd name="csX689" fmla="*/ 886188 w 1212477"/>
                <a:gd name="csY689" fmla="*/ 694141 h 778221"/>
                <a:gd name="csX690" fmla="*/ 884277 w 1212477"/>
                <a:gd name="csY690" fmla="*/ 692708 h 778221"/>
                <a:gd name="csX691" fmla="*/ 882367 w 1212477"/>
                <a:gd name="csY691" fmla="*/ 692708 h 778221"/>
                <a:gd name="csX692" fmla="*/ 880933 w 1212477"/>
                <a:gd name="csY692" fmla="*/ 694141 h 778221"/>
                <a:gd name="csX693" fmla="*/ 880456 w 1212477"/>
                <a:gd name="csY693" fmla="*/ 695574 h 778221"/>
                <a:gd name="csX694" fmla="*/ 879022 w 1212477"/>
                <a:gd name="csY694" fmla="*/ 696052 h 778221"/>
                <a:gd name="csX695" fmla="*/ 878545 w 1212477"/>
                <a:gd name="csY695" fmla="*/ 695574 h 778221"/>
                <a:gd name="csX696" fmla="*/ 877589 w 1212477"/>
                <a:gd name="csY696" fmla="*/ 696052 h 778221"/>
                <a:gd name="csX697" fmla="*/ 877589 w 1212477"/>
                <a:gd name="csY697" fmla="*/ 696530 h 778221"/>
                <a:gd name="csX698" fmla="*/ 878067 w 1212477"/>
                <a:gd name="csY698" fmla="*/ 697485 h 778221"/>
                <a:gd name="csX699" fmla="*/ 880933 w 1212477"/>
                <a:gd name="csY699" fmla="*/ 697963 h 778221"/>
                <a:gd name="csX700" fmla="*/ 881411 w 1212477"/>
                <a:gd name="csY700" fmla="*/ 698918 h 778221"/>
                <a:gd name="csX701" fmla="*/ 881411 w 1212477"/>
                <a:gd name="csY701" fmla="*/ 700351 h 778221"/>
                <a:gd name="csX702" fmla="*/ 878545 w 1212477"/>
                <a:gd name="csY702" fmla="*/ 703218 h 778221"/>
                <a:gd name="csX703" fmla="*/ 877111 w 1212477"/>
                <a:gd name="csY703" fmla="*/ 705129 h 778221"/>
                <a:gd name="csX704" fmla="*/ 875201 w 1212477"/>
                <a:gd name="csY704" fmla="*/ 705129 h 778221"/>
                <a:gd name="csX705" fmla="*/ 873767 w 1212477"/>
                <a:gd name="csY705" fmla="*/ 706562 h 778221"/>
                <a:gd name="csX706" fmla="*/ 873290 w 1212477"/>
                <a:gd name="csY706" fmla="*/ 708473 h 778221"/>
                <a:gd name="csX707" fmla="*/ 872334 w 1212477"/>
                <a:gd name="csY707" fmla="*/ 707995 h 778221"/>
                <a:gd name="csX708" fmla="*/ 869945 w 1212477"/>
                <a:gd name="csY708" fmla="*/ 708473 h 778221"/>
                <a:gd name="csX709" fmla="*/ 869468 w 1212477"/>
                <a:gd name="csY709" fmla="*/ 709428 h 778221"/>
                <a:gd name="csX710" fmla="*/ 869945 w 1212477"/>
                <a:gd name="csY710" fmla="*/ 709906 h 778221"/>
                <a:gd name="csX711" fmla="*/ 869945 w 1212477"/>
                <a:gd name="csY711" fmla="*/ 710384 h 778221"/>
                <a:gd name="csX712" fmla="*/ 868990 w 1212477"/>
                <a:gd name="csY712" fmla="*/ 712772 h 778221"/>
                <a:gd name="csX713" fmla="*/ 868035 w 1212477"/>
                <a:gd name="csY713" fmla="*/ 713250 h 778221"/>
                <a:gd name="csX714" fmla="*/ 867557 w 1212477"/>
                <a:gd name="csY714" fmla="*/ 712295 h 778221"/>
                <a:gd name="csX715" fmla="*/ 867079 w 1212477"/>
                <a:gd name="csY715" fmla="*/ 710861 h 778221"/>
                <a:gd name="csX716" fmla="*/ 866601 w 1212477"/>
                <a:gd name="csY716" fmla="*/ 710861 h 778221"/>
                <a:gd name="csX717" fmla="*/ 865168 w 1212477"/>
                <a:gd name="csY717" fmla="*/ 712295 h 778221"/>
                <a:gd name="csX718" fmla="*/ 863735 w 1212477"/>
                <a:gd name="csY718" fmla="*/ 713250 h 778221"/>
                <a:gd name="csX719" fmla="*/ 862302 w 1212477"/>
                <a:gd name="csY719" fmla="*/ 713728 h 778221"/>
                <a:gd name="csX720" fmla="*/ 861346 w 1212477"/>
                <a:gd name="csY720" fmla="*/ 712772 h 778221"/>
                <a:gd name="csX721" fmla="*/ 858958 w 1212477"/>
                <a:gd name="csY721" fmla="*/ 712295 h 778221"/>
                <a:gd name="csX722" fmla="*/ 858002 w 1212477"/>
                <a:gd name="csY722" fmla="*/ 716116 h 778221"/>
                <a:gd name="csX723" fmla="*/ 856092 w 1212477"/>
                <a:gd name="csY723" fmla="*/ 717550 h 778221"/>
                <a:gd name="csX724" fmla="*/ 855136 w 1212477"/>
                <a:gd name="csY724" fmla="*/ 718027 h 778221"/>
                <a:gd name="csX725" fmla="*/ 853225 w 1212477"/>
                <a:gd name="csY725" fmla="*/ 718027 h 778221"/>
                <a:gd name="csX726" fmla="*/ 854180 w 1212477"/>
                <a:gd name="csY726" fmla="*/ 718505 h 778221"/>
                <a:gd name="csX727" fmla="*/ 854658 w 1212477"/>
                <a:gd name="csY727" fmla="*/ 719460 h 778221"/>
                <a:gd name="csX728" fmla="*/ 854180 w 1212477"/>
                <a:gd name="csY728" fmla="*/ 720416 h 778221"/>
                <a:gd name="csX729" fmla="*/ 852269 w 1212477"/>
                <a:gd name="csY729" fmla="*/ 720894 h 778221"/>
                <a:gd name="csX730" fmla="*/ 851792 w 1212477"/>
                <a:gd name="csY730" fmla="*/ 721371 h 778221"/>
                <a:gd name="csX731" fmla="*/ 851314 w 1212477"/>
                <a:gd name="csY731" fmla="*/ 724716 h 778221"/>
                <a:gd name="csX732" fmla="*/ 850358 w 1212477"/>
                <a:gd name="csY732" fmla="*/ 726149 h 778221"/>
                <a:gd name="csX733" fmla="*/ 847492 w 1212477"/>
                <a:gd name="csY733" fmla="*/ 726149 h 778221"/>
                <a:gd name="csX734" fmla="*/ 846059 w 1212477"/>
                <a:gd name="csY734" fmla="*/ 725193 h 778221"/>
                <a:gd name="csX735" fmla="*/ 845104 w 1212477"/>
                <a:gd name="csY735" fmla="*/ 726149 h 778221"/>
                <a:gd name="csX736" fmla="*/ 845104 w 1212477"/>
                <a:gd name="csY736" fmla="*/ 726626 h 778221"/>
                <a:gd name="csX737" fmla="*/ 844148 w 1212477"/>
                <a:gd name="csY737" fmla="*/ 727104 h 778221"/>
                <a:gd name="csX738" fmla="*/ 842237 w 1212477"/>
                <a:gd name="csY738" fmla="*/ 727582 h 778221"/>
                <a:gd name="csX739" fmla="*/ 837938 w 1212477"/>
                <a:gd name="csY739" fmla="*/ 729015 h 778221"/>
                <a:gd name="csX740" fmla="*/ 836027 w 1212477"/>
                <a:gd name="csY740" fmla="*/ 728537 h 778221"/>
                <a:gd name="csX741" fmla="*/ 833638 w 1212477"/>
                <a:gd name="csY741" fmla="*/ 728060 h 778221"/>
                <a:gd name="csX742" fmla="*/ 832205 w 1212477"/>
                <a:gd name="csY742" fmla="*/ 728537 h 778221"/>
                <a:gd name="csX743" fmla="*/ 831727 w 1212477"/>
                <a:gd name="csY743" fmla="*/ 729493 h 778221"/>
                <a:gd name="csX744" fmla="*/ 830772 w 1212477"/>
                <a:gd name="csY744" fmla="*/ 730448 h 778221"/>
                <a:gd name="csX745" fmla="*/ 828383 w 1212477"/>
                <a:gd name="csY745" fmla="*/ 730448 h 778221"/>
                <a:gd name="csX746" fmla="*/ 826950 w 1212477"/>
                <a:gd name="csY746" fmla="*/ 729493 h 778221"/>
                <a:gd name="csX747" fmla="*/ 825039 w 1212477"/>
                <a:gd name="csY747" fmla="*/ 728537 h 778221"/>
                <a:gd name="csX748" fmla="*/ 822650 w 1212477"/>
                <a:gd name="csY748" fmla="*/ 729493 h 778221"/>
                <a:gd name="csX749" fmla="*/ 821217 w 1212477"/>
                <a:gd name="csY749" fmla="*/ 730926 h 778221"/>
                <a:gd name="csX750" fmla="*/ 819306 w 1212477"/>
                <a:gd name="csY750" fmla="*/ 731404 h 778221"/>
                <a:gd name="csX751" fmla="*/ 818828 w 1212477"/>
                <a:gd name="csY751" fmla="*/ 731882 h 778221"/>
                <a:gd name="csX752" fmla="*/ 817873 w 1212477"/>
                <a:gd name="csY752" fmla="*/ 732359 h 778221"/>
                <a:gd name="csX753" fmla="*/ 815962 w 1212477"/>
                <a:gd name="csY753" fmla="*/ 732359 h 778221"/>
                <a:gd name="csX754" fmla="*/ 815485 w 1212477"/>
                <a:gd name="csY754" fmla="*/ 729971 h 778221"/>
                <a:gd name="csX755" fmla="*/ 814051 w 1212477"/>
                <a:gd name="csY755" fmla="*/ 729971 h 778221"/>
                <a:gd name="csX756" fmla="*/ 813096 w 1212477"/>
                <a:gd name="csY756" fmla="*/ 730926 h 778221"/>
                <a:gd name="csX757" fmla="*/ 812618 w 1212477"/>
                <a:gd name="csY757" fmla="*/ 731882 h 778221"/>
                <a:gd name="csX758" fmla="*/ 812140 w 1212477"/>
                <a:gd name="csY758" fmla="*/ 732359 h 778221"/>
                <a:gd name="csX759" fmla="*/ 812140 w 1212477"/>
                <a:gd name="csY759" fmla="*/ 734270 h 778221"/>
                <a:gd name="csX760" fmla="*/ 811185 w 1212477"/>
                <a:gd name="csY760" fmla="*/ 734270 h 778221"/>
                <a:gd name="csX761" fmla="*/ 809274 w 1212477"/>
                <a:gd name="csY761" fmla="*/ 733315 h 778221"/>
                <a:gd name="csX762" fmla="*/ 807840 w 1212477"/>
                <a:gd name="csY762" fmla="*/ 732837 h 778221"/>
                <a:gd name="csX763" fmla="*/ 806408 w 1212477"/>
                <a:gd name="csY763" fmla="*/ 733792 h 778221"/>
                <a:gd name="csX764" fmla="*/ 806408 w 1212477"/>
                <a:gd name="csY764" fmla="*/ 733792 h 778221"/>
                <a:gd name="csX765" fmla="*/ 805452 w 1212477"/>
                <a:gd name="csY765" fmla="*/ 733792 h 778221"/>
                <a:gd name="csX766" fmla="*/ 804974 w 1212477"/>
                <a:gd name="csY766" fmla="*/ 733792 h 778221"/>
                <a:gd name="csX767" fmla="*/ 803541 w 1212477"/>
                <a:gd name="csY767" fmla="*/ 733792 h 778221"/>
                <a:gd name="csX768" fmla="*/ 803063 w 1212477"/>
                <a:gd name="csY768" fmla="*/ 733792 h 778221"/>
                <a:gd name="csX769" fmla="*/ 802108 w 1212477"/>
                <a:gd name="csY769" fmla="*/ 733792 h 778221"/>
                <a:gd name="csX770" fmla="*/ 801630 w 1212477"/>
                <a:gd name="csY770" fmla="*/ 734270 h 778221"/>
                <a:gd name="csX771" fmla="*/ 801630 w 1212477"/>
                <a:gd name="csY771" fmla="*/ 734748 h 778221"/>
                <a:gd name="csX772" fmla="*/ 801630 w 1212477"/>
                <a:gd name="csY772" fmla="*/ 734748 h 778221"/>
                <a:gd name="csX773" fmla="*/ 801630 w 1212477"/>
                <a:gd name="csY773" fmla="*/ 734748 h 778221"/>
                <a:gd name="csX774" fmla="*/ 799719 w 1212477"/>
                <a:gd name="csY774" fmla="*/ 734270 h 778221"/>
                <a:gd name="csX775" fmla="*/ 797808 w 1212477"/>
                <a:gd name="csY775" fmla="*/ 732837 h 778221"/>
                <a:gd name="csX776" fmla="*/ 796375 w 1212477"/>
                <a:gd name="csY776" fmla="*/ 730448 h 778221"/>
                <a:gd name="csX777" fmla="*/ 794464 w 1212477"/>
                <a:gd name="csY777" fmla="*/ 729015 h 778221"/>
                <a:gd name="csX778" fmla="*/ 793508 w 1212477"/>
                <a:gd name="csY778" fmla="*/ 727582 h 778221"/>
                <a:gd name="csX779" fmla="*/ 793508 w 1212477"/>
                <a:gd name="csY779" fmla="*/ 725671 h 778221"/>
                <a:gd name="csX780" fmla="*/ 793031 w 1212477"/>
                <a:gd name="csY780" fmla="*/ 724716 h 778221"/>
                <a:gd name="csX781" fmla="*/ 793031 w 1212477"/>
                <a:gd name="csY781" fmla="*/ 723282 h 778221"/>
                <a:gd name="csX782" fmla="*/ 793508 w 1212477"/>
                <a:gd name="csY782" fmla="*/ 722327 h 778221"/>
                <a:gd name="csX783" fmla="*/ 791598 w 1212477"/>
                <a:gd name="csY783" fmla="*/ 722805 h 778221"/>
                <a:gd name="csX784" fmla="*/ 790165 w 1212477"/>
                <a:gd name="csY784" fmla="*/ 723760 h 778221"/>
                <a:gd name="csX785" fmla="*/ 790642 w 1212477"/>
                <a:gd name="csY785" fmla="*/ 725193 h 778221"/>
                <a:gd name="csX786" fmla="*/ 790165 w 1212477"/>
                <a:gd name="csY786" fmla="*/ 726149 h 778221"/>
                <a:gd name="csX787" fmla="*/ 787776 w 1212477"/>
                <a:gd name="csY787" fmla="*/ 726626 h 778221"/>
                <a:gd name="csX788" fmla="*/ 787776 w 1212477"/>
                <a:gd name="csY788" fmla="*/ 727104 h 778221"/>
                <a:gd name="csX789" fmla="*/ 788254 w 1212477"/>
                <a:gd name="csY789" fmla="*/ 727582 h 778221"/>
                <a:gd name="csX790" fmla="*/ 789687 w 1212477"/>
                <a:gd name="csY790" fmla="*/ 729015 h 778221"/>
                <a:gd name="csX791" fmla="*/ 790165 w 1212477"/>
                <a:gd name="csY791" fmla="*/ 730448 h 778221"/>
                <a:gd name="csX792" fmla="*/ 791120 w 1212477"/>
                <a:gd name="csY792" fmla="*/ 730926 h 778221"/>
                <a:gd name="csX793" fmla="*/ 792076 w 1212477"/>
                <a:gd name="csY793" fmla="*/ 732837 h 778221"/>
                <a:gd name="csX794" fmla="*/ 792076 w 1212477"/>
                <a:gd name="csY794" fmla="*/ 736659 h 778221"/>
                <a:gd name="csX795" fmla="*/ 793031 w 1212477"/>
                <a:gd name="csY795" fmla="*/ 737614 h 778221"/>
                <a:gd name="csX796" fmla="*/ 792553 w 1212477"/>
                <a:gd name="csY796" fmla="*/ 738570 h 778221"/>
                <a:gd name="csX797" fmla="*/ 792076 w 1212477"/>
                <a:gd name="csY797" fmla="*/ 740003 h 778221"/>
                <a:gd name="csX798" fmla="*/ 792076 w 1212477"/>
                <a:gd name="csY798" fmla="*/ 740481 h 778221"/>
                <a:gd name="csX799" fmla="*/ 791598 w 1212477"/>
                <a:gd name="csY799" fmla="*/ 740003 h 778221"/>
                <a:gd name="csX800" fmla="*/ 791120 w 1212477"/>
                <a:gd name="csY800" fmla="*/ 740003 h 778221"/>
                <a:gd name="csX801" fmla="*/ 790642 w 1212477"/>
                <a:gd name="csY801" fmla="*/ 740481 h 778221"/>
                <a:gd name="csX802" fmla="*/ 790642 w 1212477"/>
                <a:gd name="csY802" fmla="*/ 740958 h 778221"/>
                <a:gd name="csX803" fmla="*/ 790642 w 1212477"/>
                <a:gd name="csY803" fmla="*/ 740958 h 778221"/>
                <a:gd name="csX804" fmla="*/ 790642 w 1212477"/>
                <a:gd name="csY804" fmla="*/ 740958 h 778221"/>
                <a:gd name="csX805" fmla="*/ 789687 w 1212477"/>
                <a:gd name="csY805" fmla="*/ 740958 h 778221"/>
                <a:gd name="csX806" fmla="*/ 788731 w 1212477"/>
                <a:gd name="csY806" fmla="*/ 741436 h 778221"/>
                <a:gd name="csX807" fmla="*/ 787776 w 1212477"/>
                <a:gd name="csY807" fmla="*/ 741914 h 778221"/>
                <a:gd name="csX808" fmla="*/ 786821 w 1212477"/>
                <a:gd name="csY808" fmla="*/ 742869 h 778221"/>
                <a:gd name="csX809" fmla="*/ 784432 w 1212477"/>
                <a:gd name="csY809" fmla="*/ 743347 h 778221"/>
                <a:gd name="csX810" fmla="*/ 782999 w 1212477"/>
                <a:gd name="csY810" fmla="*/ 740481 h 778221"/>
                <a:gd name="csX811" fmla="*/ 781565 w 1212477"/>
                <a:gd name="csY811" fmla="*/ 742391 h 778221"/>
                <a:gd name="csX812" fmla="*/ 781088 w 1212477"/>
                <a:gd name="csY812" fmla="*/ 745736 h 778221"/>
                <a:gd name="csX813" fmla="*/ 780610 w 1212477"/>
                <a:gd name="csY813" fmla="*/ 746213 h 778221"/>
                <a:gd name="csX814" fmla="*/ 779177 w 1212477"/>
                <a:gd name="csY814" fmla="*/ 747169 h 778221"/>
                <a:gd name="csX815" fmla="*/ 777744 w 1212477"/>
                <a:gd name="csY815" fmla="*/ 745736 h 778221"/>
                <a:gd name="csX816" fmla="*/ 775833 w 1212477"/>
                <a:gd name="csY816" fmla="*/ 746691 h 778221"/>
                <a:gd name="csX817" fmla="*/ 774399 w 1212477"/>
                <a:gd name="csY817" fmla="*/ 747169 h 778221"/>
                <a:gd name="csX818" fmla="*/ 773922 w 1212477"/>
                <a:gd name="csY818" fmla="*/ 748124 h 778221"/>
                <a:gd name="csX819" fmla="*/ 772966 w 1212477"/>
                <a:gd name="csY819" fmla="*/ 749080 h 778221"/>
                <a:gd name="csX820" fmla="*/ 771533 w 1212477"/>
                <a:gd name="csY820" fmla="*/ 748124 h 778221"/>
                <a:gd name="csX821" fmla="*/ 769622 w 1212477"/>
                <a:gd name="csY821" fmla="*/ 747169 h 778221"/>
                <a:gd name="csX822" fmla="*/ 770100 w 1212477"/>
                <a:gd name="csY822" fmla="*/ 746213 h 778221"/>
                <a:gd name="csX823" fmla="*/ 770100 w 1212477"/>
                <a:gd name="csY823" fmla="*/ 745258 h 778221"/>
                <a:gd name="csX824" fmla="*/ 769144 w 1212477"/>
                <a:gd name="csY824" fmla="*/ 744780 h 778221"/>
                <a:gd name="csX825" fmla="*/ 768667 w 1212477"/>
                <a:gd name="csY825" fmla="*/ 745258 h 778221"/>
                <a:gd name="csX826" fmla="*/ 769144 w 1212477"/>
                <a:gd name="csY826" fmla="*/ 746213 h 778221"/>
                <a:gd name="csX827" fmla="*/ 769144 w 1212477"/>
                <a:gd name="csY827" fmla="*/ 748602 h 778221"/>
                <a:gd name="csX828" fmla="*/ 768667 w 1212477"/>
                <a:gd name="csY828" fmla="*/ 749080 h 778221"/>
                <a:gd name="csX829" fmla="*/ 767712 w 1212477"/>
                <a:gd name="csY829" fmla="*/ 749557 h 778221"/>
                <a:gd name="csX830" fmla="*/ 765323 w 1212477"/>
                <a:gd name="csY830" fmla="*/ 749080 h 778221"/>
                <a:gd name="csX831" fmla="*/ 763890 w 1212477"/>
                <a:gd name="csY831" fmla="*/ 748602 h 778221"/>
                <a:gd name="csX832" fmla="*/ 761978 w 1212477"/>
                <a:gd name="csY832" fmla="*/ 747647 h 778221"/>
                <a:gd name="csX833" fmla="*/ 760546 w 1212477"/>
                <a:gd name="csY833" fmla="*/ 747647 h 778221"/>
                <a:gd name="csX834" fmla="*/ 760067 w 1212477"/>
                <a:gd name="csY834" fmla="*/ 749080 h 778221"/>
                <a:gd name="csX835" fmla="*/ 759112 w 1212477"/>
                <a:gd name="csY835" fmla="*/ 750035 h 778221"/>
                <a:gd name="csX836" fmla="*/ 758157 w 1212477"/>
                <a:gd name="csY836" fmla="*/ 750513 h 778221"/>
                <a:gd name="csX837" fmla="*/ 757201 w 1212477"/>
                <a:gd name="csY837" fmla="*/ 750035 h 778221"/>
                <a:gd name="csX838" fmla="*/ 755768 w 1212477"/>
                <a:gd name="csY838" fmla="*/ 751468 h 778221"/>
                <a:gd name="csX839" fmla="*/ 755290 w 1212477"/>
                <a:gd name="csY839" fmla="*/ 752424 h 778221"/>
                <a:gd name="csX840" fmla="*/ 753380 w 1212477"/>
                <a:gd name="csY840" fmla="*/ 753379 h 778221"/>
                <a:gd name="csX841" fmla="*/ 749558 w 1212477"/>
                <a:gd name="csY841" fmla="*/ 753857 h 778221"/>
                <a:gd name="csX842" fmla="*/ 748124 w 1212477"/>
                <a:gd name="csY842" fmla="*/ 754813 h 778221"/>
                <a:gd name="csX843" fmla="*/ 746214 w 1212477"/>
                <a:gd name="csY843" fmla="*/ 754335 h 778221"/>
                <a:gd name="csX844" fmla="*/ 744303 w 1212477"/>
                <a:gd name="csY844" fmla="*/ 754813 h 778221"/>
                <a:gd name="csX845" fmla="*/ 743825 w 1212477"/>
                <a:gd name="csY845" fmla="*/ 754813 h 778221"/>
                <a:gd name="csX846" fmla="*/ 742869 w 1212477"/>
                <a:gd name="csY846" fmla="*/ 754335 h 778221"/>
                <a:gd name="csX847" fmla="*/ 741914 w 1212477"/>
                <a:gd name="csY847" fmla="*/ 754335 h 778221"/>
                <a:gd name="csX848" fmla="*/ 741436 w 1212477"/>
                <a:gd name="csY848" fmla="*/ 755768 h 778221"/>
                <a:gd name="csX849" fmla="*/ 739048 w 1212477"/>
                <a:gd name="csY849" fmla="*/ 756246 h 778221"/>
                <a:gd name="csX850" fmla="*/ 737137 w 1212477"/>
                <a:gd name="csY850" fmla="*/ 756723 h 778221"/>
                <a:gd name="csX851" fmla="*/ 734748 w 1212477"/>
                <a:gd name="csY851" fmla="*/ 758634 h 778221"/>
                <a:gd name="csX852" fmla="*/ 732837 w 1212477"/>
                <a:gd name="csY852" fmla="*/ 760067 h 778221"/>
                <a:gd name="csX853" fmla="*/ 731882 w 1212477"/>
                <a:gd name="csY853" fmla="*/ 760067 h 778221"/>
                <a:gd name="csX854" fmla="*/ 730926 w 1212477"/>
                <a:gd name="csY854" fmla="*/ 759590 h 778221"/>
                <a:gd name="csX855" fmla="*/ 730448 w 1212477"/>
                <a:gd name="csY855" fmla="*/ 757679 h 778221"/>
                <a:gd name="csX856" fmla="*/ 729971 w 1212477"/>
                <a:gd name="csY856" fmla="*/ 757679 h 778221"/>
                <a:gd name="csX857" fmla="*/ 729493 w 1212477"/>
                <a:gd name="csY857" fmla="*/ 759112 h 778221"/>
                <a:gd name="csX858" fmla="*/ 729015 w 1212477"/>
                <a:gd name="csY858" fmla="*/ 760545 h 778221"/>
                <a:gd name="csX859" fmla="*/ 728537 w 1212477"/>
                <a:gd name="csY859" fmla="*/ 761501 h 778221"/>
                <a:gd name="csX860" fmla="*/ 725671 w 1212477"/>
                <a:gd name="csY860" fmla="*/ 763412 h 778221"/>
                <a:gd name="csX861" fmla="*/ 724716 w 1212477"/>
                <a:gd name="csY861" fmla="*/ 765323 h 778221"/>
                <a:gd name="csX862" fmla="*/ 725194 w 1212477"/>
                <a:gd name="csY862" fmla="*/ 766756 h 778221"/>
                <a:gd name="csX863" fmla="*/ 729015 w 1212477"/>
                <a:gd name="csY863" fmla="*/ 767233 h 778221"/>
                <a:gd name="csX864" fmla="*/ 729493 w 1212477"/>
                <a:gd name="csY864" fmla="*/ 768189 h 778221"/>
                <a:gd name="csX865" fmla="*/ 729015 w 1212477"/>
                <a:gd name="csY865" fmla="*/ 768667 h 778221"/>
                <a:gd name="csX866" fmla="*/ 728060 w 1212477"/>
                <a:gd name="csY866" fmla="*/ 769622 h 778221"/>
                <a:gd name="csX867" fmla="*/ 728060 w 1212477"/>
                <a:gd name="csY867" fmla="*/ 770578 h 778221"/>
                <a:gd name="csX868" fmla="*/ 731882 w 1212477"/>
                <a:gd name="csY868" fmla="*/ 773444 h 778221"/>
                <a:gd name="csX869" fmla="*/ 731882 w 1212477"/>
                <a:gd name="csY869" fmla="*/ 774399 h 778221"/>
                <a:gd name="csX870" fmla="*/ 731404 w 1212477"/>
                <a:gd name="csY870" fmla="*/ 775355 h 778221"/>
                <a:gd name="csX871" fmla="*/ 730926 w 1212477"/>
                <a:gd name="csY871" fmla="*/ 776310 h 778221"/>
                <a:gd name="csX872" fmla="*/ 728537 w 1212477"/>
                <a:gd name="csY872" fmla="*/ 777744 h 778221"/>
                <a:gd name="csX873" fmla="*/ 724238 w 1212477"/>
                <a:gd name="csY873" fmla="*/ 778221 h 778221"/>
                <a:gd name="csX874" fmla="*/ 720416 w 1212477"/>
                <a:gd name="csY874" fmla="*/ 777744 h 778221"/>
                <a:gd name="csX875" fmla="*/ 719460 w 1212477"/>
                <a:gd name="csY875" fmla="*/ 776310 h 778221"/>
                <a:gd name="csX876" fmla="*/ 719460 w 1212477"/>
                <a:gd name="csY876" fmla="*/ 775355 h 778221"/>
                <a:gd name="csX877" fmla="*/ 720416 w 1212477"/>
                <a:gd name="csY877" fmla="*/ 775832 h 778221"/>
                <a:gd name="csX878" fmla="*/ 721371 w 1212477"/>
                <a:gd name="csY878" fmla="*/ 775832 h 778221"/>
                <a:gd name="csX879" fmla="*/ 721371 w 1212477"/>
                <a:gd name="csY879" fmla="*/ 774877 h 778221"/>
                <a:gd name="csX880" fmla="*/ 720894 w 1212477"/>
                <a:gd name="csY880" fmla="*/ 774399 h 778221"/>
                <a:gd name="csX881" fmla="*/ 718983 w 1212477"/>
                <a:gd name="csY881" fmla="*/ 773444 h 778221"/>
                <a:gd name="csX882" fmla="*/ 717550 w 1212477"/>
                <a:gd name="csY882" fmla="*/ 771533 h 778221"/>
                <a:gd name="csX883" fmla="*/ 718028 w 1212477"/>
                <a:gd name="csY883" fmla="*/ 769622 h 778221"/>
                <a:gd name="csX884" fmla="*/ 717072 w 1212477"/>
                <a:gd name="csY884" fmla="*/ 768189 h 778221"/>
                <a:gd name="csX885" fmla="*/ 716594 w 1212477"/>
                <a:gd name="csY885" fmla="*/ 767233 h 778221"/>
                <a:gd name="csX886" fmla="*/ 715639 w 1212477"/>
                <a:gd name="csY886" fmla="*/ 766756 h 778221"/>
                <a:gd name="csX887" fmla="*/ 715161 w 1212477"/>
                <a:gd name="csY887" fmla="*/ 765800 h 778221"/>
                <a:gd name="csX888" fmla="*/ 716117 w 1212477"/>
                <a:gd name="csY888" fmla="*/ 762934 h 778221"/>
                <a:gd name="csX889" fmla="*/ 715639 w 1212477"/>
                <a:gd name="csY889" fmla="*/ 761501 h 778221"/>
                <a:gd name="csX890" fmla="*/ 717072 w 1212477"/>
                <a:gd name="csY890" fmla="*/ 759590 h 778221"/>
                <a:gd name="csX891" fmla="*/ 717550 w 1212477"/>
                <a:gd name="csY891" fmla="*/ 757679 h 778221"/>
                <a:gd name="csX892" fmla="*/ 720416 w 1212477"/>
                <a:gd name="csY892" fmla="*/ 756723 h 778221"/>
                <a:gd name="csX893" fmla="*/ 720416 w 1212477"/>
                <a:gd name="csY893" fmla="*/ 754813 h 778221"/>
                <a:gd name="csX894" fmla="*/ 718505 w 1212477"/>
                <a:gd name="csY894" fmla="*/ 754813 h 778221"/>
                <a:gd name="csX895" fmla="*/ 717072 w 1212477"/>
                <a:gd name="csY895" fmla="*/ 753379 h 778221"/>
                <a:gd name="csX896" fmla="*/ 716594 w 1212477"/>
                <a:gd name="csY896" fmla="*/ 753857 h 778221"/>
                <a:gd name="csX897" fmla="*/ 715639 w 1212477"/>
                <a:gd name="csY897" fmla="*/ 753857 h 778221"/>
                <a:gd name="csX898" fmla="*/ 713728 w 1212477"/>
                <a:gd name="csY898" fmla="*/ 750991 h 778221"/>
                <a:gd name="csX899" fmla="*/ 713250 w 1212477"/>
                <a:gd name="csY899" fmla="*/ 750513 h 778221"/>
                <a:gd name="csX900" fmla="*/ 712294 w 1212477"/>
                <a:gd name="csY900" fmla="*/ 750513 h 778221"/>
                <a:gd name="csX901" fmla="*/ 712773 w 1212477"/>
                <a:gd name="csY901" fmla="*/ 753857 h 778221"/>
                <a:gd name="csX902" fmla="*/ 710862 w 1212477"/>
                <a:gd name="csY902" fmla="*/ 754813 h 778221"/>
                <a:gd name="csX903" fmla="*/ 708951 w 1212477"/>
                <a:gd name="csY903" fmla="*/ 755290 h 778221"/>
                <a:gd name="csX904" fmla="*/ 706562 w 1212477"/>
                <a:gd name="csY904" fmla="*/ 755290 h 778221"/>
                <a:gd name="csX905" fmla="*/ 705129 w 1212477"/>
                <a:gd name="csY905" fmla="*/ 755768 h 778221"/>
                <a:gd name="csX906" fmla="*/ 703696 w 1212477"/>
                <a:gd name="csY906" fmla="*/ 755768 h 778221"/>
                <a:gd name="csX907" fmla="*/ 703696 w 1212477"/>
                <a:gd name="csY907" fmla="*/ 754813 h 778221"/>
                <a:gd name="csX908" fmla="*/ 704651 w 1212477"/>
                <a:gd name="csY908" fmla="*/ 753379 h 778221"/>
                <a:gd name="csX909" fmla="*/ 704173 w 1212477"/>
                <a:gd name="csY909" fmla="*/ 752424 h 778221"/>
                <a:gd name="csX910" fmla="*/ 702740 w 1212477"/>
                <a:gd name="csY910" fmla="*/ 751946 h 778221"/>
                <a:gd name="csX911" fmla="*/ 700351 w 1212477"/>
                <a:gd name="csY911" fmla="*/ 751946 h 778221"/>
                <a:gd name="csX912" fmla="*/ 698918 w 1212477"/>
                <a:gd name="csY912" fmla="*/ 751946 h 778221"/>
                <a:gd name="csX913" fmla="*/ 697485 w 1212477"/>
                <a:gd name="csY913" fmla="*/ 751946 h 778221"/>
                <a:gd name="csX914" fmla="*/ 697007 w 1212477"/>
                <a:gd name="csY914" fmla="*/ 751468 h 778221"/>
                <a:gd name="csX915" fmla="*/ 695574 w 1212477"/>
                <a:gd name="csY915" fmla="*/ 750035 h 778221"/>
                <a:gd name="csX916" fmla="*/ 694141 w 1212477"/>
                <a:gd name="csY916" fmla="*/ 749080 h 778221"/>
                <a:gd name="csX917" fmla="*/ 693664 w 1212477"/>
                <a:gd name="csY917" fmla="*/ 748124 h 778221"/>
                <a:gd name="csX918" fmla="*/ 694141 w 1212477"/>
                <a:gd name="csY918" fmla="*/ 747169 h 778221"/>
                <a:gd name="csX919" fmla="*/ 694141 w 1212477"/>
                <a:gd name="csY919" fmla="*/ 746691 h 778221"/>
                <a:gd name="csX920" fmla="*/ 691752 w 1212477"/>
                <a:gd name="csY920" fmla="*/ 746691 h 778221"/>
                <a:gd name="csX921" fmla="*/ 691752 w 1212477"/>
                <a:gd name="csY921" fmla="*/ 748124 h 778221"/>
                <a:gd name="csX922" fmla="*/ 691752 w 1212477"/>
                <a:gd name="csY922" fmla="*/ 749557 h 778221"/>
                <a:gd name="csX923" fmla="*/ 692708 w 1212477"/>
                <a:gd name="csY923" fmla="*/ 750991 h 778221"/>
                <a:gd name="csX924" fmla="*/ 692230 w 1212477"/>
                <a:gd name="csY924" fmla="*/ 751946 h 778221"/>
                <a:gd name="csX925" fmla="*/ 690797 w 1212477"/>
                <a:gd name="csY925" fmla="*/ 752424 h 778221"/>
                <a:gd name="csX926" fmla="*/ 689841 w 1212477"/>
                <a:gd name="csY926" fmla="*/ 750991 h 778221"/>
                <a:gd name="csX927" fmla="*/ 689364 w 1212477"/>
                <a:gd name="csY927" fmla="*/ 750513 h 778221"/>
                <a:gd name="csX928" fmla="*/ 688408 w 1212477"/>
                <a:gd name="csY928" fmla="*/ 750513 h 778221"/>
                <a:gd name="csX929" fmla="*/ 688408 w 1212477"/>
                <a:gd name="csY929" fmla="*/ 751946 h 778221"/>
                <a:gd name="csX930" fmla="*/ 686975 w 1212477"/>
                <a:gd name="csY930" fmla="*/ 753379 h 778221"/>
                <a:gd name="csX931" fmla="*/ 685064 w 1212477"/>
                <a:gd name="csY931" fmla="*/ 752902 h 778221"/>
                <a:gd name="csX932" fmla="*/ 683631 w 1212477"/>
                <a:gd name="csY932" fmla="*/ 753857 h 778221"/>
                <a:gd name="csX933" fmla="*/ 681720 w 1212477"/>
                <a:gd name="csY933" fmla="*/ 754335 h 778221"/>
                <a:gd name="csX934" fmla="*/ 681720 w 1212477"/>
                <a:gd name="csY934" fmla="*/ 754335 h 778221"/>
                <a:gd name="csX935" fmla="*/ 680287 w 1212477"/>
                <a:gd name="csY935" fmla="*/ 753379 h 778221"/>
                <a:gd name="csX936" fmla="*/ 678376 w 1212477"/>
                <a:gd name="csY936" fmla="*/ 751468 h 778221"/>
                <a:gd name="csX937" fmla="*/ 677421 w 1212477"/>
                <a:gd name="csY937" fmla="*/ 751468 h 778221"/>
                <a:gd name="csX938" fmla="*/ 675032 w 1212477"/>
                <a:gd name="csY938" fmla="*/ 752424 h 778221"/>
                <a:gd name="csX939" fmla="*/ 671687 w 1212477"/>
                <a:gd name="csY939" fmla="*/ 752424 h 778221"/>
                <a:gd name="csX940" fmla="*/ 671210 w 1212477"/>
                <a:gd name="csY940" fmla="*/ 751468 h 778221"/>
                <a:gd name="csX941" fmla="*/ 670732 w 1212477"/>
                <a:gd name="csY941" fmla="*/ 751468 h 778221"/>
                <a:gd name="csX942" fmla="*/ 669299 w 1212477"/>
                <a:gd name="csY942" fmla="*/ 752424 h 778221"/>
                <a:gd name="csX943" fmla="*/ 667866 w 1212477"/>
                <a:gd name="csY943" fmla="*/ 750513 h 778221"/>
                <a:gd name="csX944" fmla="*/ 665955 w 1212477"/>
                <a:gd name="csY944" fmla="*/ 750035 h 778221"/>
                <a:gd name="csX945" fmla="*/ 663566 w 1212477"/>
                <a:gd name="csY945" fmla="*/ 748602 h 778221"/>
                <a:gd name="csX946" fmla="*/ 662611 w 1212477"/>
                <a:gd name="csY946" fmla="*/ 747647 h 778221"/>
                <a:gd name="csX947" fmla="*/ 662611 w 1212477"/>
                <a:gd name="csY947" fmla="*/ 746691 h 778221"/>
                <a:gd name="csX948" fmla="*/ 661655 w 1212477"/>
                <a:gd name="csY948" fmla="*/ 746213 h 778221"/>
                <a:gd name="csX949" fmla="*/ 660700 w 1212477"/>
                <a:gd name="csY949" fmla="*/ 746213 h 778221"/>
                <a:gd name="csX950" fmla="*/ 659744 w 1212477"/>
                <a:gd name="csY950" fmla="*/ 745736 h 778221"/>
                <a:gd name="csX951" fmla="*/ 658311 w 1212477"/>
                <a:gd name="csY951" fmla="*/ 744780 h 778221"/>
                <a:gd name="csX952" fmla="*/ 656878 w 1212477"/>
                <a:gd name="csY952" fmla="*/ 744780 h 778221"/>
                <a:gd name="csX953" fmla="*/ 656400 w 1212477"/>
                <a:gd name="csY953" fmla="*/ 744780 h 778221"/>
                <a:gd name="csX954" fmla="*/ 655445 w 1212477"/>
                <a:gd name="csY954" fmla="*/ 745258 h 778221"/>
                <a:gd name="csX955" fmla="*/ 655445 w 1212477"/>
                <a:gd name="csY955" fmla="*/ 744302 h 778221"/>
                <a:gd name="csX956" fmla="*/ 655445 w 1212477"/>
                <a:gd name="csY956" fmla="*/ 741914 h 778221"/>
                <a:gd name="csX957" fmla="*/ 655445 w 1212477"/>
                <a:gd name="csY957" fmla="*/ 740003 h 778221"/>
                <a:gd name="csX958" fmla="*/ 654967 w 1212477"/>
                <a:gd name="csY958" fmla="*/ 739048 h 778221"/>
                <a:gd name="csX959" fmla="*/ 654489 w 1212477"/>
                <a:gd name="csY959" fmla="*/ 738092 h 778221"/>
                <a:gd name="csX960" fmla="*/ 653534 w 1212477"/>
                <a:gd name="csY960" fmla="*/ 738092 h 778221"/>
                <a:gd name="csX961" fmla="*/ 653057 w 1212477"/>
                <a:gd name="csY961" fmla="*/ 736659 h 778221"/>
                <a:gd name="csX962" fmla="*/ 653534 w 1212477"/>
                <a:gd name="csY962" fmla="*/ 734748 h 778221"/>
                <a:gd name="csX963" fmla="*/ 654012 w 1212477"/>
                <a:gd name="csY963" fmla="*/ 733315 h 778221"/>
                <a:gd name="csX964" fmla="*/ 654967 w 1212477"/>
                <a:gd name="csY964" fmla="*/ 733315 h 778221"/>
                <a:gd name="csX965" fmla="*/ 656400 w 1212477"/>
                <a:gd name="csY965" fmla="*/ 732359 h 778221"/>
                <a:gd name="csX966" fmla="*/ 657356 w 1212477"/>
                <a:gd name="csY966" fmla="*/ 730926 h 778221"/>
                <a:gd name="csX967" fmla="*/ 657834 w 1212477"/>
                <a:gd name="csY967" fmla="*/ 729493 h 778221"/>
                <a:gd name="csX968" fmla="*/ 654967 w 1212477"/>
                <a:gd name="csY968" fmla="*/ 727582 h 778221"/>
                <a:gd name="csX969" fmla="*/ 653057 w 1212477"/>
                <a:gd name="csY969" fmla="*/ 726626 h 778221"/>
                <a:gd name="csX970" fmla="*/ 651623 w 1212477"/>
                <a:gd name="csY970" fmla="*/ 727104 h 778221"/>
                <a:gd name="csX971" fmla="*/ 649234 w 1212477"/>
                <a:gd name="csY971" fmla="*/ 727582 h 778221"/>
                <a:gd name="csX972" fmla="*/ 648279 w 1212477"/>
                <a:gd name="csY972" fmla="*/ 728060 h 778221"/>
                <a:gd name="csX973" fmla="*/ 647323 w 1212477"/>
                <a:gd name="csY973" fmla="*/ 727582 h 778221"/>
                <a:gd name="csX974" fmla="*/ 646368 w 1212477"/>
                <a:gd name="csY974" fmla="*/ 726149 h 778221"/>
                <a:gd name="csX975" fmla="*/ 645412 w 1212477"/>
                <a:gd name="csY975" fmla="*/ 725671 h 778221"/>
                <a:gd name="csX976" fmla="*/ 643980 w 1212477"/>
                <a:gd name="csY976" fmla="*/ 725671 h 778221"/>
                <a:gd name="csX977" fmla="*/ 642546 w 1212477"/>
                <a:gd name="csY977" fmla="*/ 725671 h 778221"/>
                <a:gd name="csX978" fmla="*/ 641591 w 1212477"/>
                <a:gd name="csY978" fmla="*/ 726149 h 778221"/>
                <a:gd name="csX979" fmla="*/ 640635 w 1212477"/>
                <a:gd name="csY979" fmla="*/ 726626 h 778221"/>
                <a:gd name="csX980" fmla="*/ 639202 w 1212477"/>
                <a:gd name="csY980" fmla="*/ 726626 h 778221"/>
                <a:gd name="csX981" fmla="*/ 638246 w 1212477"/>
                <a:gd name="csY981" fmla="*/ 725671 h 778221"/>
                <a:gd name="csX982" fmla="*/ 636336 w 1212477"/>
                <a:gd name="csY982" fmla="*/ 724238 h 778221"/>
                <a:gd name="csX983" fmla="*/ 633469 w 1212477"/>
                <a:gd name="csY983" fmla="*/ 723760 h 778221"/>
                <a:gd name="csX984" fmla="*/ 633469 w 1212477"/>
                <a:gd name="csY984" fmla="*/ 722805 h 778221"/>
                <a:gd name="csX985" fmla="*/ 632514 w 1212477"/>
                <a:gd name="csY985" fmla="*/ 721371 h 778221"/>
                <a:gd name="csX986" fmla="*/ 632514 w 1212477"/>
                <a:gd name="csY986" fmla="*/ 721371 h 778221"/>
                <a:gd name="csX987" fmla="*/ 631559 w 1212477"/>
                <a:gd name="csY987" fmla="*/ 720416 h 778221"/>
                <a:gd name="csX988" fmla="*/ 631559 w 1212477"/>
                <a:gd name="csY988" fmla="*/ 720416 h 778221"/>
                <a:gd name="csX989" fmla="*/ 629648 w 1212477"/>
                <a:gd name="csY989" fmla="*/ 718983 h 778221"/>
                <a:gd name="csX990" fmla="*/ 628214 w 1212477"/>
                <a:gd name="csY990" fmla="*/ 718027 h 778221"/>
                <a:gd name="csX991" fmla="*/ 627259 w 1212477"/>
                <a:gd name="csY991" fmla="*/ 718505 h 778221"/>
                <a:gd name="csX992" fmla="*/ 626303 w 1212477"/>
                <a:gd name="csY992" fmla="*/ 719460 h 778221"/>
                <a:gd name="csX993" fmla="*/ 622482 w 1212477"/>
                <a:gd name="csY993" fmla="*/ 721371 h 778221"/>
                <a:gd name="csX994" fmla="*/ 621048 w 1212477"/>
                <a:gd name="csY994" fmla="*/ 721849 h 778221"/>
                <a:gd name="csX995" fmla="*/ 620093 w 1212477"/>
                <a:gd name="csY995" fmla="*/ 722327 h 778221"/>
                <a:gd name="csX996" fmla="*/ 619137 w 1212477"/>
                <a:gd name="csY996" fmla="*/ 723282 h 778221"/>
                <a:gd name="csX997" fmla="*/ 619137 w 1212477"/>
                <a:gd name="csY997" fmla="*/ 724716 h 778221"/>
                <a:gd name="csX998" fmla="*/ 618660 w 1212477"/>
                <a:gd name="csY998" fmla="*/ 726626 h 778221"/>
                <a:gd name="csX999" fmla="*/ 617704 w 1212477"/>
                <a:gd name="csY999" fmla="*/ 727582 h 778221"/>
                <a:gd name="csX1000" fmla="*/ 616271 w 1212477"/>
                <a:gd name="csY1000" fmla="*/ 728537 h 778221"/>
                <a:gd name="csX1001" fmla="*/ 615316 w 1212477"/>
                <a:gd name="csY1001" fmla="*/ 728537 h 778221"/>
                <a:gd name="csX1002" fmla="*/ 614360 w 1212477"/>
                <a:gd name="csY1002" fmla="*/ 728537 h 778221"/>
                <a:gd name="csX1003" fmla="*/ 613405 w 1212477"/>
                <a:gd name="csY1003" fmla="*/ 729015 h 778221"/>
                <a:gd name="csX1004" fmla="*/ 610061 w 1212477"/>
                <a:gd name="csY1004" fmla="*/ 730926 h 778221"/>
                <a:gd name="csX1005" fmla="*/ 608627 w 1212477"/>
                <a:gd name="csY1005" fmla="*/ 730448 h 778221"/>
                <a:gd name="csX1006" fmla="*/ 607672 w 1212477"/>
                <a:gd name="csY1006" fmla="*/ 729493 h 778221"/>
                <a:gd name="csX1007" fmla="*/ 607194 w 1212477"/>
                <a:gd name="csY1007" fmla="*/ 728537 h 778221"/>
                <a:gd name="csX1008" fmla="*/ 607194 w 1212477"/>
                <a:gd name="csY1008" fmla="*/ 728537 h 778221"/>
                <a:gd name="csX1009" fmla="*/ 605761 w 1212477"/>
                <a:gd name="csY1009" fmla="*/ 729015 h 778221"/>
                <a:gd name="csX1010" fmla="*/ 603850 w 1212477"/>
                <a:gd name="csY1010" fmla="*/ 729971 h 778221"/>
                <a:gd name="csX1011" fmla="*/ 602895 w 1212477"/>
                <a:gd name="csY1011" fmla="*/ 731404 h 778221"/>
                <a:gd name="csX1012" fmla="*/ 602417 w 1212477"/>
                <a:gd name="csY1012" fmla="*/ 733315 h 778221"/>
                <a:gd name="csX1013" fmla="*/ 602417 w 1212477"/>
                <a:gd name="csY1013" fmla="*/ 733792 h 778221"/>
                <a:gd name="csX1014" fmla="*/ 601461 w 1212477"/>
                <a:gd name="csY1014" fmla="*/ 733792 h 778221"/>
                <a:gd name="csX1015" fmla="*/ 600984 w 1212477"/>
                <a:gd name="csY1015" fmla="*/ 734270 h 778221"/>
                <a:gd name="csX1016" fmla="*/ 595729 w 1212477"/>
                <a:gd name="csY1016" fmla="*/ 729493 h 778221"/>
                <a:gd name="csX1017" fmla="*/ 595251 w 1212477"/>
                <a:gd name="csY1017" fmla="*/ 729493 h 778221"/>
                <a:gd name="csX1018" fmla="*/ 594296 w 1212477"/>
                <a:gd name="csY1018" fmla="*/ 730448 h 778221"/>
                <a:gd name="csX1019" fmla="*/ 593340 w 1212477"/>
                <a:gd name="csY1019" fmla="*/ 732837 h 778221"/>
                <a:gd name="csX1020" fmla="*/ 592862 w 1212477"/>
                <a:gd name="csY1020" fmla="*/ 733315 h 778221"/>
                <a:gd name="csX1021" fmla="*/ 592385 w 1212477"/>
                <a:gd name="csY1021" fmla="*/ 732837 h 778221"/>
                <a:gd name="csX1022" fmla="*/ 589996 w 1212477"/>
                <a:gd name="csY1022" fmla="*/ 729971 h 778221"/>
                <a:gd name="csX1023" fmla="*/ 589996 w 1212477"/>
                <a:gd name="csY1023" fmla="*/ 729971 h 778221"/>
                <a:gd name="csX1024" fmla="*/ 589518 w 1212477"/>
                <a:gd name="csY1024" fmla="*/ 729493 h 778221"/>
                <a:gd name="csX1025" fmla="*/ 589041 w 1212477"/>
                <a:gd name="csY1025" fmla="*/ 729493 h 778221"/>
                <a:gd name="csX1026" fmla="*/ 588085 w 1212477"/>
                <a:gd name="csY1026" fmla="*/ 730448 h 778221"/>
                <a:gd name="csX1027" fmla="*/ 586652 w 1212477"/>
                <a:gd name="csY1027" fmla="*/ 731882 h 778221"/>
                <a:gd name="csX1028" fmla="*/ 585696 w 1212477"/>
                <a:gd name="csY1028" fmla="*/ 732837 h 778221"/>
                <a:gd name="csX1029" fmla="*/ 585696 w 1212477"/>
                <a:gd name="csY1029" fmla="*/ 732837 h 778221"/>
                <a:gd name="csX1030" fmla="*/ 585696 w 1212477"/>
                <a:gd name="csY1030" fmla="*/ 733792 h 778221"/>
                <a:gd name="csX1031" fmla="*/ 584741 w 1212477"/>
                <a:gd name="csY1031" fmla="*/ 734748 h 778221"/>
                <a:gd name="csX1032" fmla="*/ 583308 w 1212477"/>
                <a:gd name="csY1032" fmla="*/ 735703 h 778221"/>
                <a:gd name="csX1033" fmla="*/ 582830 w 1212477"/>
                <a:gd name="csY1033" fmla="*/ 735703 h 778221"/>
                <a:gd name="csX1034" fmla="*/ 581875 w 1212477"/>
                <a:gd name="csY1034" fmla="*/ 735703 h 778221"/>
                <a:gd name="csX1035" fmla="*/ 580441 w 1212477"/>
                <a:gd name="csY1035" fmla="*/ 734270 h 778221"/>
                <a:gd name="csX1036" fmla="*/ 579486 w 1212477"/>
                <a:gd name="csY1036" fmla="*/ 733315 h 778221"/>
                <a:gd name="csX1037" fmla="*/ 577575 w 1212477"/>
                <a:gd name="csY1037" fmla="*/ 731882 h 778221"/>
                <a:gd name="csX1038" fmla="*/ 575186 w 1212477"/>
                <a:gd name="csY1038" fmla="*/ 730926 h 778221"/>
                <a:gd name="csX1039" fmla="*/ 573275 w 1212477"/>
                <a:gd name="csY1039" fmla="*/ 729971 h 778221"/>
                <a:gd name="csX1040" fmla="*/ 572320 w 1212477"/>
                <a:gd name="csY1040" fmla="*/ 729971 h 778221"/>
                <a:gd name="csX1041" fmla="*/ 571843 w 1212477"/>
                <a:gd name="csY1041" fmla="*/ 730448 h 778221"/>
                <a:gd name="csX1042" fmla="*/ 571364 w 1212477"/>
                <a:gd name="csY1042" fmla="*/ 730926 h 778221"/>
                <a:gd name="csX1043" fmla="*/ 570409 w 1212477"/>
                <a:gd name="csY1043" fmla="*/ 731882 h 778221"/>
                <a:gd name="csX1044" fmla="*/ 568976 w 1212477"/>
                <a:gd name="csY1044" fmla="*/ 733792 h 778221"/>
                <a:gd name="csX1045" fmla="*/ 568020 w 1212477"/>
                <a:gd name="csY1045" fmla="*/ 735703 h 778221"/>
                <a:gd name="csX1046" fmla="*/ 566587 w 1212477"/>
                <a:gd name="csY1046" fmla="*/ 736659 h 778221"/>
                <a:gd name="csX1047" fmla="*/ 565632 w 1212477"/>
                <a:gd name="csY1047" fmla="*/ 737137 h 778221"/>
                <a:gd name="csX1048" fmla="*/ 565154 w 1212477"/>
                <a:gd name="csY1048" fmla="*/ 736659 h 778221"/>
                <a:gd name="csX1049" fmla="*/ 563721 w 1212477"/>
                <a:gd name="csY1049" fmla="*/ 736181 h 778221"/>
                <a:gd name="csX1050" fmla="*/ 562288 w 1212477"/>
                <a:gd name="csY1050" fmla="*/ 736181 h 778221"/>
                <a:gd name="csX1051" fmla="*/ 559899 w 1212477"/>
                <a:gd name="csY1051" fmla="*/ 737137 h 778221"/>
                <a:gd name="csX1052" fmla="*/ 558466 w 1212477"/>
                <a:gd name="csY1052" fmla="*/ 735225 h 778221"/>
                <a:gd name="csX1053" fmla="*/ 557988 w 1212477"/>
                <a:gd name="csY1053" fmla="*/ 734748 h 778221"/>
                <a:gd name="csX1054" fmla="*/ 557511 w 1212477"/>
                <a:gd name="csY1054" fmla="*/ 735225 h 778221"/>
                <a:gd name="csX1055" fmla="*/ 556555 w 1212477"/>
                <a:gd name="csY1055" fmla="*/ 735703 h 778221"/>
                <a:gd name="csX1056" fmla="*/ 556555 w 1212477"/>
                <a:gd name="csY1056" fmla="*/ 735703 h 778221"/>
                <a:gd name="csX1057" fmla="*/ 556077 w 1212477"/>
                <a:gd name="csY1057" fmla="*/ 736659 h 778221"/>
                <a:gd name="csX1058" fmla="*/ 555600 w 1212477"/>
                <a:gd name="csY1058" fmla="*/ 738092 h 778221"/>
                <a:gd name="csX1059" fmla="*/ 554644 w 1212477"/>
                <a:gd name="csY1059" fmla="*/ 739048 h 778221"/>
                <a:gd name="csX1060" fmla="*/ 553689 w 1212477"/>
                <a:gd name="csY1060" fmla="*/ 739525 h 778221"/>
                <a:gd name="csX1061" fmla="*/ 554166 w 1212477"/>
                <a:gd name="csY1061" fmla="*/ 740481 h 778221"/>
                <a:gd name="csX1062" fmla="*/ 554644 w 1212477"/>
                <a:gd name="csY1062" fmla="*/ 741436 h 778221"/>
                <a:gd name="csX1063" fmla="*/ 554644 w 1212477"/>
                <a:gd name="csY1063" fmla="*/ 742391 h 778221"/>
                <a:gd name="csX1064" fmla="*/ 554644 w 1212477"/>
                <a:gd name="csY1064" fmla="*/ 743347 h 778221"/>
                <a:gd name="csX1065" fmla="*/ 555122 w 1212477"/>
                <a:gd name="csY1065" fmla="*/ 744302 h 778221"/>
                <a:gd name="csX1066" fmla="*/ 555122 w 1212477"/>
                <a:gd name="csY1066" fmla="*/ 744780 h 778221"/>
                <a:gd name="csX1067" fmla="*/ 557032 w 1212477"/>
                <a:gd name="csY1067" fmla="*/ 746691 h 778221"/>
                <a:gd name="csX1068" fmla="*/ 557988 w 1212477"/>
                <a:gd name="csY1068" fmla="*/ 748124 h 778221"/>
                <a:gd name="csX1069" fmla="*/ 557988 w 1212477"/>
                <a:gd name="csY1069" fmla="*/ 749080 h 778221"/>
                <a:gd name="csX1070" fmla="*/ 557988 w 1212477"/>
                <a:gd name="csY1070" fmla="*/ 752424 h 778221"/>
                <a:gd name="csX1071" fmla="*/ 557988 w 1212477"/>
                <a:gd name="csY1071" fmla="*/ 753857 h 778221"/>
                <a:gd name="csX1072" fmla="*/ 557511 w 1212477"/>
                <a:gd name="csY1072" fmla="*/ 756246 h 778221"/>
                <a:gd name="csX1073" fmla="*/ 557511 w 1212477"/>
                <a:gd name="csY1073" fmla="*/ 758157 h 778221"/>
                <a:gd name="csX1074" fmla="*/ 558466 w 1212477"/>
                <a:gd name="csY1074" fmla="*/ 758634 h 778221"/>
                <a:gd name="csX1075" fmla="*/ 559421 w 1212477"/>
                <a:gd name="csY1075" fmla="*/ 759590 h 778221"/>
                <a:gd name="csX1076" fmla="*/ 558943 w 1212477"/>
                <a:gd name="csY1076" fmla="*/ 760067 h 778221"/>
                <a:gd name="csX1077" fmla="*/ 558943 w 1212477"/>
                <a:gd name="csY1077" fmla="*/ 760067 h 778221"/>
                <a:gd name="csX1078" fmla="*/ 557988 w 1212477"/>
                <a:gd name="csY1078" fmla="*/ 761023 h 778221"/>
                <a:gd name="csX1079" fmla="*/ 557511 w 1212477"/>
                <a:gd name="csY1079" fmla="*/ 761023 h 778221"/>
                <a:gd name="csX1080" fmla="*/ 556555 w 1212477"/>
                <a:gd name="csY1080" fmla="*/ 760545 h 778221"/>
                <a:gd name="csX1081" fmla="*/ 555600 w 1212477"/>
                <a:gd name="csY1081" fmla="*/ 760545 h 778221"/>
                <a:gd name="csX1082" fmla="*/ 555600 w 1212477"/>
                <a:gd name="csY1082" fmla="*/ 760545 h 778221"/>
                <a:gd name="csX1083" fmla="*/ 555122 w 1212477"/>
                <a:gd name="csY1083" fmla="*/ 760067 h 778221"/>
                <a:gd name="csX1084" fmla="*/ 554166 w 1212477"/>
                <a:gd name="csY1084" fmla="*/ 759590 h 778221"/>
                <a:gd name="csX1085" fmla="*/ 552255 w 1212477"/>
                <a:gd name="csY1085" fmla="*/ 759590 h 778221"/>
                <a:gd name="csX1086" fmla="*/ 548911 w 1212477"/>
                <a:gd name="csY1086" fmla="*/ 760545 h 778221"/>
                <a:gd name="csX1087" fmla="*/ 548434 w 1212477"/>
                <a:gd name="csY1087" fmla="*/ 760067 h 778221"/>
                <a:gd name="csX1088" fmla="*/ 547956 w 1212477"/>
                <a:gd name="csY1088" fmla="*/ 759590 h 778221"/>
                <a:gd name="csX1089" fmla="*/ 547478 w 1212477"/>
                <a:gd name="csY1089" fmla="*/ 758634 h 778221"/>
                <a:gd name="csX1090" fmla="*/ 547478 w 1212477"/>
                <a:gd name="csY1090" fmla="*/ 757201 h 778221"/>
                <a:gd name="csX1091" fmla="*/ 547478 w 1212477"/>
                <a:gd name="csY1091" fmla="*/ 756723 h 778221"/>
                <a:gd name="csX1092" fmla="*/ 547478 w 1212477"/>
                <a:gd name="csY1092" fmla="*/ 756723 h 778221"/>
                <a:gd name="csX1093" fmla="*/ 547000 w 1212477"/>
                <a:gd name="csY1093" fmla="*/ 756246 h 778221"/>
                <a:gd name="csX1094" fmla="*/ 547478 w 1212477"/>
                <a:gd name="csY1094" fmla="*/ 753857 h 778221"/>
                <a:gd name="csX1095" fmla="*/ 547478 w 1212477"/>
                <a:gd name="csY1095" fmla="*/ 753857 h 778221"/>
                <a:gd name="csX1096" fmla="*/ 546045 w 1212477"/>
                <a:gd name="csY1096" fmla="*/ 752902 h 778221"/>
                <a:gd name="csX1097" fmla="*/ 546045 w 1212477"/>
                <a:gd name="csY1097" fmla="*/ 752902 h 778221"/>
                <a:gd name="csX1098" fmla="*/ 546045 w 1212477"/>
                <a:gd name="csY1098" fmla="*/ 750513 h 778221"/>
                <a:gd name="csX1099" fmla="*/ 546045 w 1212477"/>
                <a:gd name="csY1099" fmla="*/ 749557 h 778221"/>
                <a:gd name="csX1100" fmla="*/ 545567 w 1212477"/>
                <a:gd name="csY1100" fmla="*/ 749557 h 778221"/>
                <a:gd name="csX1101" fmla="*/ 545089 w 1212477"/>
                <a:gd name="csY1101" fmla="*/ 749557 h 778221"/>
                <a:gd name="csX1102" fmla="*/ 543656 w 1212477"/>
                <a:gd name="csY1102" fmla="*/ 749557 h 778221"/>
                <a:gd name="csX1103" fmla="*/ 539834 w 1212477"/>
                <a:gd name="csY1103" fmla="*/ 751468 h 778221"/>
                <a:gd name="csX1104" fmla="*/ 536968 w 1212477"/>
                <a:gd name="csY1104" fmla="*/ 754335 h 778221"/>
                <a:gd name="csX1105" fmla="*/ 535535 w 1212477"/>
                <a:gd name="csY1105" fmla="*/ 754813 h 778221"/>
                <a:gd name="csX1106" fmla="*/ 534102 w 1212477"/>
                <a:gd name="csY1106" fmla="*/ 755290 h 778221"/>
                <a:gd name="csX1107" fmla="*/ 532191 w 1212477"/>
                <a:gd name="csY1107" fmla="*/ 754813 h 778221"/>
                <a:gd name="csX1108" fmla="*/ 530280 w 1212477"/>
                <a:gd name="csY1108" fmla="*/ 754335 h 778221"/>
                <a:gd name="csX1109" fmla="*/ 527891 w 1212477"/>
                <a:gd name="csY1109" fmla="*/ 755290 h 778221"/>
                <a:gd name="csX1110" fmla="*/ 526458 w 1212477"/>
                <a:gd name="csY1110" fmla="*/ 754813 h 778221"/>
                <a:gd name="csX1111" fmla="*/ 525980 w 1212477"/>
                <a:gd name="csY1111" fmla="*/ 754335 h 778221"/>
                <a:gd name="csX1112" fmla="*/ 525025 w 1212477"/>
                <a:gd name="csY1112" fmla="*/ 753379 h 778221"/>
                <a:gd name="csX1113" fmla="*/ 525502 w 1212477"/>
                <a:gd name="csY1113" fmla="*/ 751946 h 778221"/>
                <a:gd name="csX1114" fmla="*/ 525502 w 1212477"/>
                <a:gd name="csY1114" fmla="*/ 751946 h 778221"/>
                <a:gd name="csX1115" fmla="*/ 525502 w 1212477"/>
                <a:gd name="csY1115" fmla="*/ 750991 h 778221"/>
                <a:gd name="csX1116" fmla="*/ 524070 w 1212477"/>
                <a:gd name="csY1116" fmla="*/ 750991 h 778221"/>
                <a:gd name="csX1117" fmla="*/ 523114 w 1212477"/>
                <a:gd name="csY1117" fmla="*/ 750513 h 778221"/>
                <a:gd name="csX1118" fmla="*/ 522159 w 1212477"/>
                <a:gd name="csY1118" fmla="*/ 749557 h 778221"/>
                <a:gd name="csX1119" fmla="*/ 522159 w 1212477"/>
                <a:gd name="csY1119" fmla="*/ 748124 h 778221"/>
                <a:gd name="csX1120" fmla="*/ 522159 w 1212477"/>
                <a:gd name="csY1120" fmla="*/ 746691 h 778221"/>
                <a:gd name="csX1121" fmla="*/ 522636 w 1212477"/>
                <a:gd name="csY1121" fmla="*/ 744780 h 778221"/>
                <a:gd name="csX1122" fmla="*/ 521681 w 1212477"/>
                <a:gd name="csY1122" fmla="*/ 743825 h 778221"/>
                <a:gd name="csX1123" fmla="*/ 520247 w 1212477"/>
                <a:gd name="csY1123" fmla="*/ 743347 h 778221"/>
                <a:gd name="csX1124" fmla="*/ 515470 w 1212477"/>
                <a:gd name="csY1124" fmla="*/ 742869 h 778221"/>
                <a:gd name="csX1125" fmla="*/ 511171 w 1212477"/>
                <a:gd name="csY1125" fmla="*/ 742391 h 778221"/>
                <a:gd name="csX1126" fmla="*/ 509738 w 1212477"/>
                <a:gd name="csY1126" fmla="*/ 742391 h 778221"/>
                <a:gd name="csX1127" fmla="*/ 508304 w 1212477"/>
                <a:gd name="csY1127" fmla="*/ 742391 h 778221"/>
                <a:gd name="csX1128" fmla="*/ 507349 w 1212477"/>
                <a:gd name="csY1128" fmla="*/ 741914 h 778221"/>
                <a:gd name="csX1129" fmla="*/ 506871 w 1212477"/>
                <a:gd name="csY1129" fmla="*/ 741436 h 778221"/>
                <a:gd name="csX1130" fmla="*/ 506871 w 1212477"/>
                <a:gd name="csY1130" fmla="*/ 740958 h 778221"/>
                <a:gd name="csX1131" fmla="*/ 507827 w 1212477"/>
                <a:gd name="csY1131" fmla="*/ 739048 h 778221"/>
                <a:gd name="csX1132" fmla="*/ 508304 w 1212477"/>
                <a:gd name="csY1132" fmla="*/ 737137 h 778221"/>
                <a:gd name="csX1133" fmla="*/ 510215 w 1212477"/>
                <a:gd name="csY1133" fmla="*/ 734748 h 778221"/>
                <a:gd name="csX1134" fmla="*/ 510693 w 1212477"/>
                <a:gd name="csY1134" fmla="*/ 733315 h 778221"/>
                <a:gd name="csX1135" fmla="*/ 510215 w 1212477"/>
                <a:gd name="csY1135" fmla="*/ 730926 h 778221"/>
                <a:gd name="csX1136" fmla="*/ 511171 w 1212477"/>
                <a:gd name="csY1136" fmla="*/ 728537 h 778221"/>
                <a:gd name="csX1137" fmla="*/ 513082 w 1212477"/>
                <a:gd name="csY1137" fmla="*/ 726626 h 778221"/>
                <a:gd name="csX1138" fmla="*/ 513559 w 1212477"/>
                <a:gd name="csY1138" fmla="*/ 725671 h 778221"/>
                <a:gd name="csX1139" fmla="*/ 513559 w 1212477"/>
                <a:gd name="csY1139" fmla="*/ 724716 h 778221"/>
                <a:gd name="csX1140" fmla="*/ 513082 w 1212477"/>
                <a:gd name="csY1140" fmla="*/ 724238 h 778221"/>
                <a:gd name="csX1141" fmla="*/ 513082 w 1212477"/>
                <a:gd name="csY1141" fmla="*/ 724238 h 778221"/>
                <a:gd name="csX1142" fmla="*/ 512126 w 1212477"/>
                <a:gd name="csY1142" fmla="*/ 723760 h 778221"/>
                <a:gd name="csX1143" fmla="*/ 510693 w 1212477"/>
                <a:gd name="csY1143" fmla="*/ 723282 h 778221"/>
                <a:gd name="csX1144" fmla="*/ 507827 w 1212477"/>
                <a:gd name="csY1144" fmla="*/ 722805 h 778221"/>
                <a:gd name="csX1145" fmla="*/ 504960 w 1212477"/>
                <a:gd name="csY1145" fmla="*/ 722327 h 778221"/>
                <a:gd name="csX1146" fmla="*/ 501138 w 1212477"/>
                <a:gd name="csY1146" fmla="*/ 721371 h 778221"/>
                <a:gd name="csX1147" fmla="*/ 501616 w 1212477"/>
                <a:gd name="csY1147" fmla="*/ 718983 h 778221"/>
                <a:gd name="csX1148" fmla="*/ 501138 w 1212477"/>
                <a:gd name="csY1148" fmla="*/ 717550 h 778221"/>
                <a:gd name="csX1149" fmla="*/ 501138 w 1212477"/>
                <a:gd name="csY1149" fmla="*/ 716594 h 778221"/>
                <a:gd name="csX1150" fmla="*/ 500183 w 1212477"/>
                <a:gd name="csY1150" fmla="*/ 715639 h 778221"/>
                <a:gd name="csX1151" fmla="*/ 499705 w 1212477"/>
                <a:gd name="csY1151" fmla="*/ 714683 h 778221"/>
                <a:gd name="csX1152" fmla="*/ 500183 w 1212477"/>
                <a:gd name="csY1152" fmla="*/ 712772 h 778221"/>
                <a:gd name="csX1153" fmla="*/ 499705 w 1212477"/>
                <a:gd name="csY1153" fmla="*/ 710384 h 778221"/>
                <a:gd name="csX1154" fmla="*/ 498272 w 1212477"/>
                <a:gd name="csY1154" fmla="*/ 709428 h 778221"/>
                <a:gd name="csX1155" fmla="*/ 497316 w 1212477"/>
                <a:gd name="csY1155" fmla="*/ 708473 h 778221"/>
                <a:gd name="csX1156" fmla="*/ 497316 w 1212477"/>
                <a:gd name="csY1156" fmla="*/ 707040 h 778221"/>
                <a:gd name="csX1157" fmla="*/ 497794 w 1212477"/>
                <a:gd name="csY1157" fmla="*/ 706084 h 778221"/>
                <a:gd name="csX1158" fmla="*/ 500183 w 1212477"/>
                <a:gd name="csY1158" fmla="*/ 703695 h 778221"/>
                <a:gd name="csX1159" fmla="*/ 500183 w 1212477"/>
                <a:gd name="csY1159" fmla="*/ 703695 h 778221"/>
                <a:gd name="csX1160" fmla="*/ 500183 w 1212477"/>
                <a:gd name="csY1160" fmla="*/ 702740 h 778221"/>
                <a:gd name="csX1161" fmla="*/ 499705 w 1212477"/>
                <a:gd name="csY1161" fmla="*/ 702740 h 778221"/>
                <a:gd name="csX1162" fmla="*/ 499227 w 1212477"/>
                <a:gd name="csY1162" fmla="*/ 702740 h 778221"/>
                <a:gd name="csX1163" fmla="*/ 495406 w 1212477"/>
                <a:gd name="csY1163" fmla="*/ 703695 h 778221"/>
                <a:gd name="csX1164" fmla="*/ 494928 w 1212477"/>
                <a:gd name="csY1164" fmla="*/ 703218 h 778221"/>
                <a:gd name="csX1165" fmla="*/ 493972 w 1212477"/>
                <a:gd name="csY1165" fmla="*/ 702740 h 778221"/>
                <a:gd name="csX1166" fmla="*/ 491106 w 1212477"/>
                <a:gd name="csY1166" fmla="*/ 702740 h 778221"/>
                <a:gd name="csX1167" fmla="*/ 488240 w 1212477"/>
                <a:gd name="csY1167" fmla="*/ 703218 h 778221"/>
                <a:gd name="csX1168" fmla="*/ 484418 w 1212477"/>
                <a:gd name="csY1168" fmla="*/ 704173 h 778221"/>
                <a:gd name="csX1169" fmla="*/ 480596 w 1212477"/>
                <a:gd name="csY1169" fmla="*/ 705606 h 778221"/>
                <a:gd name="csX1170" fmla="*/ 479163 w 1212477"/>
                <a:gd name="csY1170" fmla="*/ 706562 h 778221"/>
                <a:gd name="csX1171" fmla="*/ 477729 w 1212477"/>
                <a:gd name="csY1171" fmla="*/ 707517 h 778221"/>
                <a:gd name="csX1172" fmla="*/ 476297 w 1212477"/>
                <a:gd name="csY1172" fmla="*/ 707517 h 778221"/>
                <a:gd name="csX1173" fmla="*/ 475341 w 1212477"/>
                <a:gd name="csY1173" fmla="*/ 707040 h 778221"/>
                <a:gd name="csX1174" fmla="*/ 475341 w 1212477"/>
                <a:gd name="csY1174" fmla="*/ 705606 h 778221"/>
                <a:gd name="csX1175" fmla="*/ 477729 w 1212477"/>
                <a:gd name="csY1175" fmla="*/ 702740 h 778221"/>
                <a:gd name="csX1176" fmla="*/ 478207 w 1212477"/>
                <a:gd name="csY1176" fmla="*/ 700829 h 778221"/>
                <a:gd name="csX1177" fmla="*/ 477252 w 1212477"/>
                <a:gd name="csY1177" fmla="*/ 698918 h 778221"/>
                <a:gd name="csX1178" fmla="*/ 477252 w 1212477"/>
                <a:gd name="csY1178" fmla="*/ 697963 h 778221"/>
                <a:gd name="csX1179" fmla="*/ 476297 w 1212477"/>
                <a:gd name="csY1179" fmla="*/ 697007 h 778221"/>
                <a:gd name="csX1180" fmla="*/ 475341 w 1212477"/>
                <a:gd name="csY1180" fmla="*/ 696530 h 778221"/>
                <a:gd name="csX1181" fmla="*/ 474386 w 1212477"/>
                <a:gd name="csY1181" fmla="*/ 695574 h 778221"/>
                <a:gd name="csX1182" fmla="*/ 474386 w 1212477"/>
                <a:gd name="csY1182" fmla="*/ 692708 h 778221"/>
                <a:gd name="csX1183" fmla="*/ 475818 w 1212477"/>
                <a:gd name="csY1183" fmla="*/ 689841 h 778221"/>
                <a:gd name="csX1184" fmla="*/ 477252 w 1212477"/>
                <a:gd name="csY1184" fmla="*/ 688886 h 778221"/>
                <a:gd name="csX1185" fmla="*/ 478207 w 1212477"/>
                <a:gd name="csY1185" fmla="*/ 688408 h 778221"/>
                <a:gd name="csX1186" fmla="*/ 478685 w 1212477"/>
                <a:gd name="csY1186" fmla="*/ 687930 h 778221"/>
                <a:gd name="csX1187" fmla="*/ 478207 w 1212477"/>
                <a:gd name="csY1187" fmla="*/ 686019 h 778221"/>
                <a:gd name="csX1188" fmla="*/ 478207 w 1212477"/>
                <a:gd name="csY1188" fmla="*/ 684586 h 778221"/>
                <a:gd name="csX1189" fmla="*/ 479163 w 1212477"/>
                <a:gd name="csY1189" fmla="*/ 682198 h 778221"/>
                <a:gd name="csX1190" fmla="*/ 480118 w 1212477"/>
                <a:gd name="csY1190" fmla="*/ 680287 h 778221"/>
                <a:gd name="csX1191" fmla="*/ 482029 w 1212477"/>
                <a:gd name="csY1191" fmla="*/ 680764 h 778221"/>
                <a:gd name="csX1192" fmla="*/ 482984 w 1212477"/>
                <a:gd name="csY1192" fmla="*/ 680287 h 778221"/>
                <a:gd name="csX1193" fmla="*/ 483940 w 1212477"/>
                <a:gd name="csY1193" fmla="*/ 679809 h 778221"/>
                <a:gd name="csX1194" fmla="*/ 484895 w 1212477"/>
                <a:gd name="csY1194" fmla="*/ 678376 h 778221"/>
                <a:gd name="csX1195" fmla="*/ 485851 w 1212477"/>
                <a:gd name="csY1195" fmla="*/ 676943 h 778221"/>
                <a:gd name="csX1196" fmla="*/ 486806 w 1212477"/>
                <a:gd name="csY1196" fmla="*/ 674076 h 778221"/>
                <a:gd name="csX1197" fmla="*/ 487284 w 1212477"/>
                <a:gd name="csY1197" fmla="*/ 673599 h 778221"/>
                <a:gd name="csX1198" fmla="*/ 489673 w 1212477"/>
                <a:gd name="csY1198" fmla="*/ 674076 h 778221"/>
                <a:gd name="csX1199" fmla="*/ 490628 w 1212477"/>
                <a:gd name="csY1199" fmla="*/ 673599 h 778221"/>
                <a:gd name="csX1200" fmla="*/ 491584 w 1212477"/>
                <a:gd name="csY1200" fmla="*/ 671688 h 778221"/>
                <a:gd name="csX1201" fmla="*/ 493017 w 1212477"/>
                <a:gd name="csY1201" fmla="*/ 669777 h 778221"/>
                <a:gd name="csX1202" fmla="*/ 494928 w 1212477"/>
                <a:gd name="csY1202" fmla="*/ 668821 h 778221"/>
                <a:gd name="csX1203" fmla="*/ 496361 w 1212477"/>
                <a:gd name="csY1203" fmla="*/ 668821 h 778221"/>
                <a:gd name="csX1204" fmla="*/ 496839 w 1212477"/>
                <a:gd name="csY1204" fmla="*/ 668343 h 778221"/>
                <a:gd name="csX1205" fmla="*/ 496839 w 1212477"/>
                <a:gd name="csY1205" fmla="*/ 666910 h 778221"/>
                <a:gd name="csX1206" fmla="*/ 495406 w 1212477"/>
                <a:gd name="csY1206" fmla="*/ 665477 h 778221"/>
                <a:gd name="csX1207" fmla="*/ 494928 w 1212477"/>
                <a:gd name="csY1207" fmla="*/ 664044 h 778221"/>
                <a:gd name="csX1208" fmla="*/ 495406 w 1212477"/>
                <a:gd name="csY1208" fmla="*/ 663088 h 778221"/>
                <a:gd name="csX1209" fmla="*/ 496839 w 1212477"/>
                <a:gd name="csY1209" fmla="*/ 662611 h 778221"/>
                <a:gd name="csX1210" fmla="*/ 497316 w 1212477"/>
                <a:gd name="csY1210" fmla="*/ 661655 h 778221"/>
                <a:gd name="csX1211" fmla="*/ 497316 w 1212477"/>
                <a:gd name="csY1211" fmla="*/ 659267 h 778221"/>
                <a:gd name="csX1212" fmla="*/ 497794 w 1212477"/>
                <a:gd name="csY1212" fmla="*/ 656878 h 778221"/>
                <a:gd name="csX1213" fmla="*/ 498272 w 1212477"/>
                <a:gd name="csY1213" fmla="*/ 653534 h 778221"/>
                <a:gd name="csX1214" fmla="*/ 498272 w 1212477"/>
                <a:gd name="csY1214" fmla="*/ 651145 h 778221"/>
                <a:gd name="csX1215" fmla="*/ 498272 w 1212477"/>
                <a:gd name="csY1215" fmla="*/ 649712 h 778221"/>
                <a:gd name="csX1216" fmla="*/ 498272 w 1212477"/>
                <a:gd name="csY1216" fmla="*/ 647801 h 778221"/>
                <a:gd name="csX1217" fmla="*/ 498272 w 1212477"/>
                <a:gd name="csY1217" fmla="*/ 644457 h 778221"/>
                <a:gd name="csX1218" fmla="*/ 497316 w 1212477"/>
                <a:gd name="csY1218" fmla="*/ 641113 h 778221"/>
                <a:gd name="csX1219" fmla="*/ 497316 w 1212477"/>
                <a:gd name="csY1219" fmla="*/ 640157 h 778221"/>
                <a:gd name="csX1220" fmla="*/ 497316 w 1212477"/>
                <a:gd name="csY1220" fmla="*/ 636336 h 778221"/>
                <a:gd name="csX1221" fmla="*/ 496839 w 1212477"/>
                <a:gd name="csY1221" fmla="*/ 633469 h 778221"/>
                <a:gd name="csX1222" fmla="*/ 496839 w 1212477"/>
                <a:gd name="csY1222" fmla="*/ 633469 h 778221"/>
                <a:gd name="csX1223" fmla="*/ 495883 w 1212477"/>
                <a:gd name="csY1223" fmla="*/ 632992 h 778221"/>
                <a:gd name="csX1224" fmla="*/ 493972 w 1212477"/>
                <a:gd name="csY1224" fmla="*/ 632036 h 778221"/>
                <a:gd name="csX1225" fmla="*/ 493017 w 1212477"/>
                <a:gd name="csY1225" fmla="*/ 631558 h 778221"/>
                <a:gd name="csX1226" fmla="*/ 492061 w 1212477"/>
                <a:gd name="csY1226" fmla="*/ 632036 h 778221"/>
                <a:gd name="csX1227" fmla="*/ 491584 w 1212477"/>
                <a:gd name="csY1227" fmla="*/ 632992 h 778221"/>
                <a:gd name="csX1228" fmla="*/ 490628 w 1212477"/>
                <a:gd name="csY1228" fmla="*/ 634425 h 778221"/>
                <a:gd name="csX1229" fmla="*/ 489673 w 1212477"/>
                <a:gd name="csY1229" fmla="*/ 633947 h 778221"/>
                <a:gd name="csX1230" fmla="*/ 489195 w 1212477"/>
                <a:gd name="csY1230" fmla="*/ 632992 h 778221"/>
                <a:gd name="csX1231" fmla="*/ 488717 w 1212477"/>
                <a:gd name="csY1231" fmla="*/ 631558 h 778221"/>
                <a:gd name="csX1232" fmla="*/ 486329 w 1212477"/>
                <a:gd name="csY1232" fmla="*/ 625348 h 778221"/>
                <a:gd name="csX1233" fmla="*/ 486329 w 1212477"/>
                <a:gd name="csY1233" fmla="*/ 623437 h 778221"/>
                <a:gd name="csX1234" fmla="*/ 485851 w 1212477"/>
                <a:gd name="csY1234" fmla="*/ 622004 h 778221"/>
                <a:gd name="csX1235" fmla="*/ 484895 w 1212477"/>
                <a:gd name="csY1235" fmla="*/ 621048 h 778221"/>
                <a:gd name="csX1236" fmla="*/ 484418 w 1212477"/>
                <a:gd name="csY1236" fmla="*/ 620570 h 778221"/>
                <a:gd name="csX1237" fmla="*/ 482507 w 1212477"/>
                <a:gd name="csY1237" fmla="*/ 618182 h 778221"/>
                <a:gd name="csX1238" fmla="*/ 482507 w 1212477"/>
                <a:gd name="csY1238" fmla="*/ 618182 h 778221"/>
                <a:gd name="csX1239" fmla="*/ 481552 w 1212477"/>
                <a:gd name="csY1239" fmla="*/ 617227 h 778221"/>
                <a:gd name="csX1240" fmla="*/ 481074 w 1212477"/>
                <a:gd name="csY1240" fmla="*/ 617227 h 778221"/>
                <a:gd name="csX1241" fmla="*/ 480118 w 1212477"/>
                <a:gd name="csY1241" fmla="*/ 617227 h 778221"/>
                <a:gd name="csX1242" fmla="*/ 479163 w 1212477"/>
                <a:gd name="csY1242" fmla="*/ 617227 h 778221"/>
                <a:gd name="csX1243" fmla="*/ 478685 w 1212477"/>
                <a:gd name="csY1243" fmla="*/ 616271 h 778221"/>
                <a:gd name="csX1244" fmla="*/ 477729 w 1212477"/>
                <a:gd name="csY1244" fmla="*/ 615315 h 778221"/>
                <a:gd name="csX1245" fmla="*/ 477729 w 1212477"/>
                <a:gd name="csY1245" fmla="*/ 614838 h 778221"/>
                <a:gd name="csX1246" fmla="*/ 477252 w 1212477"/>
                <a:gd name="csY1246" fmla="*/ 614360 h 778221"/>
                <a:gd name="csX1247" fmla="*/ 475818 w 1212477"/>
                <a:gd name="csY1247" fmla="*/ 613882 h 778221"/>
                <a:gd name="csX1248" fmla="*/ 474863 w 1212477"/>
                <a:gd name="csY1248" fmla="*/ 614360 h 778221"/>
                <a:gd name="csX1249" fmla="*/ 474863 w 1212477"/>
                <a:gd name="csY1249" fmla="*/ 614360 h 778221"/>
                <a:gd name="csX1250" fmla="*/ 473908 w 1212477"/>
                <a:gd name="csY1250" fmla="*/ 615315 h 778221"/>
                <a:gd name="csX1251" fmla="*/ 473430 w 1212477"/>
                <a:gd name="csY1251" fmla="*/ 615793 h 778221"/>
                <a:gd name="csX1252" fmla="*/ 472475 w 1212477"/>
                <a:gd name="csY1252" fmla="*/ 617704 h 778221"/>
                <a:gd name="csX1253" fmla="*/ 471041 w 1212477"/>
                <a:gd name="csY1253" fmla="*/ 619615 h 778221"/>
                <a:gd name="csX1254" fmla="*/ 470564 w 1212477"/>
                <a:gd name="csY1254" fmla="*/ 620093 h 778221"/>
                <a:gd name="csX1255" fmla="*/ 469608 w 1212477"/>
                <a:gd name="csY1255" fmla="*/ 620093 h 778221"/>
                <a:gd name="csX1256" fmla="*/ 466742 w 1212477"/>
                <a:gd name="csY1256" fmla="*/ 617704 h 778221"/>
                <a:gd name="csX1257" fmla="*/ 465309 w 1212477"/>
                <a:gd name="csY1257" fmla="*/ 617227 h 778221"/>
                <a:gd name="csX1258" fmla="*/ 465309 w 1212477"/>
                <a:gd name="csY1258" fmla="*/ 617227 h 778221"/>
                <a:gd name="csX1259" fmla="*/ 464831 w 1212477"/>
                <a:gd name="csY1259" fmla="*/ 617227 h 778221"/>
                <a:gd name="csX1260" fmla="*/ 463398 w 1212477"/>
                <a:gd name="csY1260" fmla="*/ 617704 h 778221"/>
                <a:gd name="csX1261" fmla="*/ 460531 w 1212477"/>
                <a:gd name="csY1261" fmla="*/ 617227 h 778221"/>
                <a:gd name="csX1262" fmla="*/ 459576 w 1212477"/>
                <a:gd name="csY1262" fmla="*/ 617227 h 778221"/>
                <a:gd name="csX1263" fmla="*/ 457187 w 1212477"/>
                <a:gd name="csY1263" fmla="*/ 615315 h 778221"/>
                <a:gd name="csX1264" fmla="*/ 456232 w 1212477"/>
                <a:gd name="csY1264" fmla="*/ 615315 h 778221"/>
                <a:gd name="csX1265" fmla="*/ 452888 w 1212477"/>
                <a:gd name="csY1265" fmla="*/ 616271 h 778221"/>
                <a:gd name="csX1266" fmla="*/ 452888 w 1212477"/>
                <a:gd name="csY1266" fmla="*/ 616271 h 778221"/>
                <a:gd name="csX1267" fmla="*/ 451932 w 1212477"/>
                <a:gd name="csY1267" fmla="*/ 617227 h 778221"/>
                <a:gd name="csX1268" fmla="*/ 451454 w 1212477"/>
                <a:gd name="csY1268" fmla="*/ 617227 h 778221"/>
                <a:gd name="csX1269" fmla="*/ 451454 w 1212477"/>
                <a:gd name="csY1269" fmla="*/ 617227 h 778221"/>
                <a:gd name="csX1270" fmla="*/ 450499 w 1212477"/>
                <a:gd name="csY1270" fmla="*/ 616749 h 778221"/>
                <a:gd name="csX1271" fmla="*/ 450021 w 1212477"/>
                <a:gd name="csY1271" fmla="*/ 616271 h 778221"/>
                <a:gd name="csX1272" fmla="*/ 449543 w 1212477"/>
                <a:gd name="csY1272" fmla="*/ 615793 h 778221"/>
                <a:gd name="csX1273" fmla="*/ 450499 w 1212477"/>
                <a:gd name="csY1273" fmla="*/ 615315 h 778221"/>
                <a:gd name="csX1274" fmla="*/ 450977 w 1212477"/>
                <a:gd name="csY1274" fmla="*/ 614360 h 778221"/>
                <a:gd name="csX1275" fmla="*/ 450499 w 1212477"/>
                <a:gd name="csY1275" fmla="*/ 613882 h 778221"/>
                <a:gd name="csX1276" fmla="*/ 451932 w 1212477"/>
                <a:gd name="csY1276" fmla="*/ 612449 h 778221"/>
                <a:gd name="csX1277" fmla="*/ 455754 w 1212477"/>
                <a:gd name="csY1277" fmla="*/ 609105 h 778221"/>
                <a:gd name="csX1278" fmla="*/ 455754 w 1212477"/>
                <a:gd name="csY1278" fmla="*/ 609105 h 778221"/>
                <a:gd name="csX1279" fmla="*/ 455276 w 1212477"/>
                <a:gd name="csY1279" fmla="*/ 607672 h 778221"/>
                <a:gd name="csX1280" fmla="*/ 453843 w 1212477"/>
                <a:gd name="csY1280" fmla="*/ 604805 h 778221"/>
                <a:gd name="csX1281" fmla="*/ 453365 w 1212477"/>
                <a:gd name="csY1281" fmla="*/ 603850 h 778221"/>
                <a:gd name="csX1282" fmla="*/ 453365 w 1212477"/>
                <a:gd name="csY1282" fmla="*/ 603850 h 778221"/>
                <a:gd name="csX1283" fmla="*/ 452888 w 1212477"/>
                <a:gd name="csY1283" fmla="*/ 602895 h 778221"/>
                <a:gd name="csX1284" fmla="*/ 450977 w 1212477"/>
                <a:gd name="csY1284" fmla="*/ 603372 h 778221"/>
                <a:gd name="csX1285" fmla="*/ 447633 w 1212477"/>
                <a:gd name="csY1285" fmla="*/ 605761 h 778221"/>
                <a:gd name="csX1286" fmla="*/ 447633 w 1212477"/>
                <a:gd name="csY1286" fmla="*/ 606239 h 778221"/>
                <a:gd name="csX1287" fmla="*/ 446677 w 1212477"/>
                <a:gd name="csY1287" fmla="*/ 605761 h 778221"/>
                <a:gd name="csX1288" fmla="*/ 447155 w 1212477"/>
                <a:gd name="csY1288" fmla="*/ 604805 h 778221"/>
                <a:gd name="csX1289" fmla="*/ 447155 w 1212477"/>
                <a:gd name="csY1289" fmla="*/ 604805 h 778221"/>
                <a:gd name="csX1290" fmla="*/ 446677 w 1212477"/>
                <a:gd name="csY1290" fmla="*/ 602417 h 778221"/>
                <a:gd name="csX1291" fmla="*/ 447633 w 1212477"/>
                <a:gd name="csY1291" fmla="*/ 601939 h 778221"/>
                <a:gd name="csX1292" fmla="*/ 449543 w 1212477"/>
                <a:gd name="csY1292" fmla="*/ 600984 h 778221"/>
                <a:gd name="csX1293" fmla="*/ 450977 w 1212477"/>
                <a:gd name="csY1293" fmla="*/ 600028 h 778221"/>
                <a:gd name="csX1294" fmla="*/ 450977 w 1212477"/>
                <a:gd name="csY1294" fmla="*/ 599550 h 778221"/>
                <a:gd name="csX1295" fmla="*/ 451454 w 1212477"/>
                <a:gd name="csY1295" fmla="*/ 599073 h 778221"/>
                <a:gd name="csX1296" fmla="*/ 450977 w 1212477"/>
                <a:gd name="csY1296" fmla="*/ 598595 h 778221"/>
                <a:gd name="csX1297" fmla="*/ 449066 w 1212477"/>
                <a:gd name="csY1297" fmla="*/ 599073 h 778221"/>
                <a:gd name="csX1298" fmla="*/ 448110 w 1212477"/>
                <a:gd name="csY1298" fmla="*/ 598595 h 778221"/>
                <a:gd name="csX1299" fmla="*/ 446677 w 1212477"/>
                <a:gd name="csY1299" fmla="*/ 596206 h 778221"/>
                <a:gd name="csX1300" fmla="*/ 446677 w 1212477"/>
                <a:gd name="csY1300" fmla="*/ 596206 h 778221"/>
                <a:gd name="csX1301" fmla="*/ 445722 w 1212477"/>
                <a:gd name="csY1301" fmla="*/ 595251 h 778221"/>
                <a:gd name="csX1302" fmla="*/ 444766 w 1212477"/>
                <a:gd name="csY1302" fmla="*/ 594773 h 778221"/>
                <a:gd name="csX1303" fmla="*/ 441900 w 1212477"/>
                <a:gd name="csY1303" fmla="*/ 596206 h 778221"/>
                <a:gd name="csX1304" fmla="*/ 438556 w 1212477"/>
                <a:gd name="csY1304" fmla="*/ 597639 h 778221"/>
                <a:gd name="csX1305" fmla="*/ 434734 w 1212477"/>
                <a:gd name="csY1305" fmla="*/ 600028 h 778221"/>
                <a:gd name="csX1306" fmla="*/ 434734 w 1212477"/>
                <a:gd name="csY1306" fmla="*/ 600028 h 778221"/>
                <a:gd name="csX1307" fmla="*/ 434734 w 1212477"/>
                <a:gd name="csY1307" fmla="*/ 600984 h 778221"/>
                <a:gd name="csX1308" fmla="*/ 434256 w 1212477"/>
                <a:gd name="csY1308" fmla="*/ 601461 h 778221"/>
                <a:gd name="csX1309" fmla="*/ 434256 w 1212477"/>
                <a:gd name="csY1309" fmla="*/ 601461 h 778221"/>
                <a:gd name="csX1310" fmla="*/ 433301 w 1212477"/>
                <a:gd name="csY1310" fmla="*/ 601939 h 778221"/>
                <a:gd name="csX1311" fmla="*/ 432823 w 1212477"/>
                <a:gd name="csY1311" fmla="*/ 602895 h 778221"/>
                <a:gd name="csX1312" fmla="*/ 431868 w 1212477"/>
                <a:gd name="csY1312" fmla="*/ 603372 h 778221"/>
                <a:gd name="csX1313" fmla="*/ 431390 w 1212477"/>
                <a:gd name="csY1313" fmla="*/ 603372 h 778221"/>
                <a:gd name="csX1314" fmla="*/ 429957 w 1212477"/>
                <a:gd name="csY1314" fmla="*/ 602895 h 778221"/>
                <a:gd name="csX1315" fmla="*/ 427090 w 1212477"/>
                <a:gd name="csY1315" fmla="*/ 601939 h 778221"/>
                <a:gd name="csX1316" fmla="*/ 424224 w 1212477"/>
                <a:gd name="csY1316" fmla="*/ 600984 h 778221"/>
                <a:gd name="csX1317" fmla="*/ 423746 w 1212477"/>
                <a:gd name="csY1317" fmla="*/ 600984 h 778221"/>
                <a:gd name="csX1318" fmla="*/ 419924 w 1212477"/>
                <a:gd name="csY1318" fmla="*/ 600506 h 778221"/>
                <a:gd name="csX1319" fmla="*/ 419447 w 1212477"/>
                <a:gd name="csY1319" fmla="*/ 600028 h 778221"/>
                <a:gd name="csX1320" fmla="*/ 419447 w 1212477"/>
                <a:gd name="csY1320" fmla="*/ 600028 h 778221"/>
                <a:gd name="csX1321" fmla="*/ 418969 w 1212477"/>
                <a:gd name="csY1321" fmla="*/ 599073 h 778221"/>
                <a:gd name="csX1322" fmla="*/ 418969 w 1212477"/>
                <a:gd name="csY1322" fmla="*/ 599073 h 778221"/>
                <a:gd name="csX1323" fmla="*/ 418013 w 1212477"/>
                <a:gd name="csY1323" fmla="*/ 598117 h 778221"/>
                <a:gd name="csX1324" fmla="*/ 417058 w 1212477"/>
                <a:gd name="csY1324" fmla="*/ 597639 h 778221"/>
                <a:gd name="csX1325" fmla="*/ 413714 w 1212477"/>
                <a:gd name="csY1325" fmla="*/ 599550 h 778221"/>
                <a:gd name="csX1326" fmla="*/ 410370 w 1212477"/>
                <a:gd name="csY1326" fmla="*/ 600984 h 778221"/>
                <a:gd name="csX1327" fmla="*/ 408459 w 1212477"/>
                <a:gd name="csY1327" fmla="*/ 602895 h 778221"/>
                <a:gd name="csX1328" fmla="*/ 408459 w 1212477"/>
                <a:gd name="csY1328" fmla="*/ 602895 h 778221"/>
                <a:gd name="csX1329" fmla="*/ 406548 w 1212477"/>
                <a:gd name="csY1329" fmla="*/ 604805 h 778221"/>
                <a:gd name="csX1330" fmla="*/ 404637 w 1212477"/>
                <a:gd name="csY1330" fmla="*/ 604805 h 778221"/>
                <a:gd name="csX1331" fmla="*/ 404637 w 1212477"/>
                <a:gd name="csY1331" fmla="*/ 604805 h 778221"/>
                <a:gd name="csX1332" fmla="*/ 404637 w 1212477"/>
                <a:gd name="csY1332" fmla="*/ 606239 h 778221"/>
                <a:gd name="csX1333" fmla="*/ 404159 w 1212477"/>
                <a:gd name="csY1333" fmla="*/ 607194 h 778221"/>
                <a:gd name="csX1334" fmla="*/ 402726 w 1212477"/>
                <a:gd name="csY1334" fmla="*/ 608150 h 778221"/>
                <a:gd name="csX1335" fmla="*/ 399860 w 1212477"/>
                <a:gd name="csY1335" fmla="*/ 609583 h 778221"/>
                <a:gd name="csX1336" fmla="*/ 397949 w 1212477"/>
                <a:gd name="csY1336" fmla="*/ 610538 h 778221"/>
                <a:gd name="csX1337" fmla="*/ 391738 w 1212477"/>
                <a:gd name="csY1337" fmla="*/ 611494 h 778221"/>
                <a:gd name="csX1338" fmla="*/ 389827 w 1212477"/>
                <a:gd name="csY1338" fmla="*/ 611971 h 778221"/>
                <a:gd name="csX1339" fmla="*/ 388872 w 1212477"/>
                <a:gd name="csY1339" fmla="*/ 612449 h 778221"/>
                <a:gd name="csX1340" fmla="*/ 387917 w 1212477"/>
                <a:gd name="csY1340" fmla="*/ 614838 h 778221"/>
                <a:gd name="csX1341" fmla="*/ 386961 w 1212477"/>
                <a:gd name="csY1341" fmla="*/ 616271 h 778221"/>
                <a:gd name="csX1342" fmla="*/ 386006 w 1212477"/>
                <a:gd name="csY1342" fmla="*/ 617227 h 778221"/>
                <a:gd name="csX1343" fmla="*/ 385528 w 1212477"/>
                <a:gd name="csY1343" fmla="*/ 618182 h 778221"/>
                <a:gd name="csX1344" fmla="*/ 382184 w 1212477"/>
                <a:gd name="csY1344" fmla="*/ 620093 h 778221"/>
                <a:gd name="csX1345" fmla="*/ 378840 w 1212477"/>
                <a:gd name="csY1345" fmla="*/ 621526 h 778221"/>
                <a:gd name="csX1346" fmla="*/ 378840 w 1212477"/>
                <a:gd name="csY1346" fmla="*/ 622004 h 778221"/>
                <a:gd name="csX1347" fmla="*/ 377884 w 1212477"/>
                <a:gd name="csY1347" fmla="*/ 622959 h 778221"/>
                <a:gd name="csX1348" fmla="*/ 377406 w 1212477"/>
                <a:gd name="csY1348" fmla="*/ 623437 h 778221"/>
                <a:gd name="csX1349" fmla="*/ 377406 w 1212477"/>
                <a:gd name="csY1349" fmla="*/ 623437 h 778221"/>
                <a:gd name="csX1350" fmla="*/ 377884 w 1212477"/>
                <a:gd name="csY1350" fmla="*/ 623915 h 778221"/>
                <a:gd name="csX1351" fmla="*/ 378362 w 1212477"/>
                <a:gd name="csY1351" fmla="*/ 624392 h 778221"/>
                <a:gd name="csX1352" fmla="*/ 378362 w 1212477"/>
                <a:gd name="csY1352" fmla="*/ 624870 h 778221"/>
                <a:gd name="csX1353" fmla="*/ 378362 w 1212477"/>
                <a:gd name="csY1353" fmla="*/ 625348 h 778221"/>
                <a:gd name="csX1354" fmla="*/ 377884 w 1212477"/>
                <a:gd name="csY1354" fmla="*/ 625826 h 778221"/>
                <a:gd name="csX1355" fmla="*/ 375495 w 1212477"/>
                <a:gd name="csY1355" fmla="*/ 627259 h 778221"/>
                <a:gd name="csX1356" fmla="*/ 374540 w 1212477"/>
                <a:gd name="csY1356" fmla="*/ 627736 h 778221"/>
                <a:gd name="csX1357" fmla="*/ 374062 w 1212477"/>
                <a:gd name="csY1357" fmla="*/ 628214 h 778221"/>
                <a:gd name="csX1358" fmla="*/ 373107 w 1212477"/>
                <a:gd name="csY1358" fmla="*/ 628214 h 778221"/>
                <a:gd name="csX1359" fmla="*/ 371674 w 1212477"/>
                <a:gd name="csY1359" fmla="*/ 628214 h 778221"/>
                <a:gd name="csX1360" fmla="*/ 370240 w 1212477"/>
                <a:gd name="csY1360" fmla="*/ 628214 h 778221"/>
                <a:gd name="csX1361" fmla="*/ 369763 w 1212477"/>
                <a:gd name="csY1361" fmla="*/ 627736 h 778221"/>
                <a:gd name="csX1362" fmla="*/ 369285 w 1212477"/>
                <a:gd name="csY1362" fmla="*/ 628214 h 778221"/>
                <a:gd name="csX1363" fmla="*/ 367852 w 1212477"/>
                <a:gd name="csY1363" fmla="*/ 628692 h 778221"/>
                <a:gd name="csX1364" fmla="*/ 366896 w 1212477"/>
                <a:gd name="csY1364" fmla="*/ 628692 h 778221"/>
                <a:gd name="csX1365" fmla="*/ 364508 w 1212477"/>
                <a:gd name="csY1365" fmla="*/ 630125 h 778221"/>
                <a:gd name="csX1366" fmla="*/ 363074 w 1212477"/>
                <a:gd name="csY1366" fmla="*/ 630125 h 778221"/>
                <a:gd name="csX1367" fmla="*/ 361163 w 1212477"/>
                <a:gd name="csY1367" fmla="*/ 630125 h 778221"/>
                <a:gd name="csX1368" fmla="*/ 359253 w 1212477"/>
                <a:gd name="csY1368" fmla="*/ 629647 h 778221"/>
                <a:gd name="csX1369" fmla="*/ 357342 w 1212477"/>
                <a:gd name="csY1369" fmla="*/ 629647 h 778221"/>
                <a:gd name="csX1370" fmla="*/ 357342 w 1212477"/>
                <a:gd name="csY1370" fmla="*/ 628692 h 778221"/>
                <a:gd name="csX1371" fmla="*/ 357819 w 1212477"/>
                <a:gd name="csY1371" fmla="*/ 626303 h 778221"/>
                <a:gd name="csX1372" fmla="*/ 356864 w 1212477"/>
                <a:gd name="csY1372" fmla="*/ 625826 h 778221"/>
                <a:gd name="csX1373" fmla="*/ 354953 w 1212477"/>
                <a:gd name="csY1373" fmla="*/ 624870 h 778221"/>
                <a:gd name="csX1374" fmla="*/ 352087 w 1212477"/>
                <a:gd name="csY1374" fmla="*/ 624392 h 778221"/>
                <a:gd name="csX1375" fmla="*/ 351131 w 1212477"/>
                <a:gd name="csY1375" fmla="*/ 623437 h 778221"/>
                <a:gd name="csX1376" fmla="*/ 350654 w 1212477"/>
                <a:gd name="csY1376" fmla="*/ 622959 h 778221"/>
                <a:gd name="csX1377" fmla="*/ 349698 w 1212477"/>
                <a:gd name="csY1377" fmla="*/ 623437 h 778221"/>
                <a:gd name="csX1378" fmla="*/ 347787 w 1212477"/>
                <a:gd name="csY1378" fmla="*/ 624392 h 778221"/>
                <a:gd name="csX1379" fmla="*/ 346354 w 1212477"/>
                <a:gd name="csY1379" fmla="*/ 625348 h 778221"/>
                <a:gd name="csX1380" fmla="*/ 345399 w 1212477"/>
                <a:gd name="csY1380" fmla="*/ 625348 h 778221"/>
                <a:gd name="csX1381" fmla="*/ 344443 w 1212477"/>
                <a:gd name="csY1381" fmla="*/ 624870 h 778221"/>
                <a:gd name="csX1382" fmla="*/ 343010 w 1212477"/>
                <a:gd name="csY1382" fmla="*/ 624392 h 778221"/>
                <a:gd name="csX1383" fmla="*/ 339188 w 1212477"/>
                <a:gd name="csY1383" fmla="*/ 623437 h 778221"/>
                <a:gd name="csX1384" fmla="*/ 337755 w 1212477"/>
                <a:gd name="csY1384" fmla="*/ 622959 h 778221"/>
                <a:gd name="csX1385" fmla="*/ 334888 w 1212477"/>
                <a:gd name="csY1385" fmla="*/ 623437 h 778221"/>
                <a:gd name="csX1386" fmla="*/ 332022 w 1212477"/>
                <a:gd name="csY1386" fmla="*/ 622959 h 778221"/>
                <a:gd name="csX1387" fmla="*/ 332022 w 1212477"/>
                <a:gd name="csY1387" fmla="*/ 622959 h 778221"/>
                <a:gd name="csX1388" fmla="*/ 332022 w 1212477"/>
                <a:gd name="csY1388" fmla="*/ 622481 h 778221"/>
                <a:gd name="csX1389" fmla="*/ 332022 w 1212477"/>
                <a:gd name="csY1389" fmla="*/ 621048 h 778221"/>
                <a:gd name="csX1390" fmla="*/ 332500 w 1212477"/>
                <a:gd name="csY1390" fmla="*/ 620093 h 778221"/>
                <a:gd name="csX1391" fmla="*/ 332022 w 1212477"/>
                <a:gd name="csY1391" fmla="*/ 619615 h 778221"/>
                <a:gd name="csX1392" fmla="*/ 329633 w 1212477"/>
                <a:gd name="csY1392" fmla="*/ 619137 h 778221"/>
                <a:gd name="csX1393" fmla="*/ 327245 w 1212477"/>
                <a:gd name="csY1393" fmla="*/ 618660 h 778221"/>
                <a:gd name="csX1394" fmla="*/ 324856 w 1212477"/>
                <a:gd name="csY1394" fmla="*/ 618182 h 778221"/>
                <a:gd name="csX1395" fmla="*/ 323423 w 1212477"/>
                <a:gd name="csY1395" fmla="*/ 618660 h 778221"/>
                <a:gd name="csX1396" fmla="*/ 321512 w 1212477"/>
                <a:gd name="csY1396" fmla="*/ 619615 h 778221"/>
                <a:gd name="csX1397" fmla="*/ 321512 w 1212477"/>
                <a:gd name="csY1397" fmla="*/ 619615 h 778221"/>
                <a:gd name="csX1398" fmla="*/ 320079 w 1212477"/>
                <a:gd name="csY1398" fmla="*/ 621048 h 778221"/>
                <a:gd name="csX1399" fmla="*/ 318168 w 1212477"/>
                <a:gd name="csY1399" fmla="*/ 621526 h 778221"/>
                <a:gd name="csX1400" fmla="*/ 315779 w 1212477"/>
                <a:gd name="csY1400" fmla="*/ 622481 h 778221"/>
                <a:gd name="csX1401" fmla="*/ 314824 w 1212477"/>
                <a:gd name="csY1401" fmla="*/ 623437 h 778221"/>
                <a:gd name="csX1402" fmla="*/ 313390 w 1212477"/>
                <a:gd name="csY1402" fmla="*/ 625826 h 778221"/>
                <a:gd name="csX1403" fmla="*/ 310524 w 1212477"/>
                <a:gd name="csY1403" fmla="*/ 628214 h 778221"/>
                <a:gd name="csX1404" fmla="*/ 308613 w 1212477"/>
                <a:gd name="csY1404" fmla="*/ 630603 h 778221"/>
                <a:gd name="csX1405" fmla="*/ 307180 w 1212477"/>
                <a:gd name="csY1405" fmla="*/ 632992 h 778221"/>
                <a:gd name="csX1406" fmla="*/ 305747 w 1212477"/>
                <a:gd name="csY1406" fmla="*/ 634425 h 778221"/>
                <a:gd name="csX1407" fmla="*/ 304314 w 1212477"/>
                <a:gd name="csY1407" fmla="*/ 635858 h 778221"/>
                <a:gd name="csX1408" fmla="*/ 304314 w 1212477"/>
                <a:gd name="csY1408" fmla="*/ 635858 h 778221"/>
                <a:gd name="csX1409" fmla="*/ 303358 w 1212477"/>
                <a:gd name="csY1409" fmla="*/ 638724 h 778221"/>
                <a:gd name="csX1410" fmla="*/ 301925 w 1212477"/>
                <a:gd name="csY1410" fmla="*/ 637769 h 778221"/>
                <a:gd name="csX1411" fmla="*/ 300492 w 1212477"/>
                <a:gd name="csY1411" fmla="*/ 636336 h 778221"/>
                <a:gd name="csX1412" fmla="*/ 300492 w 1212477"/>
                <a:gd name="csY1412" fmla="*/ 634425 h 778221"/>
                <a:gd name="csX1413" fmla="*/ 301925 w 1212477"/>
                <a:gd name="csY1413" fmla="*/ 629647 h 778221"/>
                <a:gd name="csX1414" fmla="*/ 302403 w 1212477"/>
                <a:gd name="csY1414" fmla="*/ 627259 h 778221"/>
                <a:gd name="csX1415" fmla="*/ 301925 w 1212477"/>
                <a:gd name="csY1415" fmla="*/ 626781 h 778221"/>
                <a:gd name="csX1416" fmla="*/ 301447 w 1212477"/>
                <a:gd name="csY1416" fmla="*/ 624870 h 778221"/>
                <a:gd name="csX1417" fmla="*/ 301447 w 1212477"/>
                <a:gd name="csY1417" fmla="*/ 624870 h 778221"/>
                <a:gd name="csX1418" fmla="*/ 300492 w 1212477"/>
                <a:gd name="csY1418" fmla="*/ 623915 h 778221"/>
                <a:gd name="csX1419" fmla="*/ 297626 w 1212477"/>
                <a:gd name="csY1419" fmla="*/ 622959 h 778221"/>
                <a:gd name="csX1420" fmla="*/ 297148 w 1212477"/>
                <a:gd name="csY1420" fmla="*/ 622959 h 778221"/>
                <a:gd name="csX1421" fmla="*/ 296192 w 1212477"/>
                <a:gd name="csY1421" fmla="*/ 623437 h 778221"/>
                <a:gd name="csX1422" fmla="*/ 295237 w 1212477"/>
                <a:gd name="csY1422" fmla="*/ 623915 h 778221"/>
                <a:gd name="csX1423" fmla="*/ 293804 w 1212477"/>
                <a:gd name="csY1423" fmla="*/ 624392 h 778221"/>
                <a:gd name="csX1424" fmla="*/ 290937 w 1212477"/>
                <a:gd name="csY1424" fmla="*/ 625348 h 778221"/>
                <a:gd name="csX1425" fmla="*/ 288549 w 1212477"/>
                <a:gd name="csY1425" fmla="*/ 625826 h 778221"/>
                <a:gd name="csX1426" fmla="*/ 287593 w 1212477"/>
                <a:gd name="csY1426" fmla="*/ 626303 h 778221"/>
                <a:gd name="csX1427" fmla="*/ 287593 w 1212477"/>
                <a:gd name="csY1427" fmla="*/ 626303 h 778221"/>
                <a:gd name="csX1428" fmla="*/ 287593 w 1212477"/>
                <a:gd name="csY1428" fmla="*/ 626781 h 778221"/>
                <a:gd name="csX1429" fmla="*/ 287593 w 1212477"/>
                <a:gd name="csY1429" fmla="*/ 627259 h 778221"/>
                <a:gd name="csX1430" fmla="*/ 286160 w 1212477"/>
                <a:gd name="csY1430" fmla="*/ 627259 h 778221"/>
                <a:gd name="csX1431" fmla="*/ 284249 w 1212477"/>
                <a:gd name="csY1431" fmla="*/ 626781 h 778221"/>
                <a:gd name="csX1432" fmla="*/ 282816 w 1212477"/>
                <a:gd name="csY1432" fmla="*/ 627259 h 778221"/>
                <a:gd name="csX1433" fmla="*/ 279472 w 1212477"/>
                <a:gd name="csY1433" fmla="*/ 628214 h 778221"/>
                <a:gd name="csX1434" fmla="*/ 278039 w 1212477"/>
                <a:gd name="csY1434" fmla="*/ 628692 h 778221"/>
                <a:gd name="csX1435" fmla="*/ 276605 w 1212477"/>
                <a:gd name="csY1435" fmla="*/ 628214 h 778221"/>
                <a:gd name="csX1436" fmla="*/ 275172 w 1212477"/>
                <a:gd name="csY1436" fmla="*/ 628214 h 778221"/>
                <a:gd name="csX1437" fmla="*/ 271351 w 1212477"/>
                <a:gd name="csY1437" fmla="*/ 628214 h 778221"/>
                <a:gd name="csX1438" fmla="*/ 268484 w 1212477"/>
                <a:gd name="csY1438" fmla="*/ 628214 h 778221"/>
                <a:gd name="csX1439" fmla="*/ 266096 w 1212477"/>
                <a:gd name="csY1439" fmla="*/ 626303 h 778221"/>
                <a:gd name="csX1440" fmla="*/ 264185 w 1212477"/>
                <a:gd name="csY1440" fmla="*/ 625348 h 778221"/>
                <a:gd name="csX1441" fmla="*/ 264185 w 1212477"/>
                <a:gd name="csY1441" fmla="*/ 625348 h 778221"/>
                <a:gd name="csX1442" fmla="*/ 262751 w 1212477"/>
                <a:gd name="csY1442" fmla="*/ 624870 h 778221"/>
                <a:gd name="csX1443" fmla="*/ 260840 w 1212477"/>
                <a:gd name="csY1443" fmla="*/ 624392 h 778221"/>
                <a:gd name="csX1444" fmla="*/ 260363 w 1212477"/>
                <a:gd name="csY1444" fmla="*/ 623437 h 778221"/>
                <a:gd name="csX1445" fmla="*/ 259407 w 1212477"/>
                <a:gd name="csY1445" fmla="*/ 622959 h 778221"/>
                <a:gd name="csX1446" fmla="*/ 259407 w 1212477"/>
                <a:gd name="csY1446" fmla="*/ 622959 h 778221"/>
                <a:gd name="csX1447" fmla="*/ 257974 w 1212477"/>
                <a:gd name="csY1447" fmla="*/ 622481 h 778221"/>
                <a:gd name="csX1448" fmla="*/ 257019 w 1212477"/>
                <a:gd name="csY1448" fmla="*/ 622959 h 778221"/>
                <a:gd name="csX1449" fmla="*/ 257019 w 1212477"/>
                <a:gd name="csY1449" fmla="*/ 622959 h 778221"/>
                <a:gd name="csX1450" fmla="*/ 256063 w 1212477"/>
                <a:gd name="csY1450" fmla="*/ 625348 h 778221"/>
                <a:gd name="csX1451" fmla="*/ 255585 w 1212477"/>
                <a:gd name="csY1451" fmla="*/ 625826 h 778221"/>
                <a:gd name="csX1452" fmla="*/ 254152 w 1212477"/>
                <a:gd name="csY1452" fmla="*/ 626303 h 778221"/>
                <a:gd name="csX1453" fmla="*/ 252241 w 1212477"/>
                <a:gd name="csY1453" fmla="*/ 625826 h 778221"/>
                <a:gd name="csX1454" fmla="*/ 250330 w 1212477"/>
                <a:gd name="csY1454" fmla="*/ 624392 h 778221"/>
                <a:gd name="csX1455" fmla="*/ 249375 w 1212477"/>
                <a:gd name="csY1455" fmla="*/ 622959 h 778221"/>
                <a:gd name="csX1456" fmla="*/ 248419 w 1212477"/>
                <a:gd name="csY1456" fmla="*/ 622481 h 778221"/>
                <a:gd name="csX1457" fmla="*/ 247464 w 1212477"/>
                <a:gd name="csY1457" fmla="*/ 622959 h 778221"/>
                <a:gd name="csX1458" fmla="*/ 247464 w 1212477"/>
                <a:gd name="csY1458" fmla="*/ 622959 h 778221"/>
                <a:gd name="csX1459" fmla="*/ 247464 w 1212477"/>
                <a:gd name="csY1459" fmla="*/ 624870 h 778221"/>
                <a:gd name="csX1460" fmla="*/ 246986 w 1212477"/>
                <a:gd name="csY1460" fmla="*/ 626303 h 778221"/>
                <a:gd name="csX1461" fmla="*/ 245553 w 1212477"/>
                <a:gd name="csY1461" fmla="*/ 626781 h 778221"/>
                <a:gd name="csX1462" fmla="*/ 245075 w 1212477"/>
                <a:gd name="csY1462" fmla="*/ 626303 h 778221"/>
                <a:gd name="csX1463" fmla="*/ 244120 w 1212477"/>
                <a:gd name="csY1463" fmla="*/ 624870 h 778221"/>
                <a:gd name="csX1464" fmla="*/ 242687 w 1212477"/>
                <a:gd name="csY1464" fmla="*/ 622004 h 778221"/>
                <a:gd name="csX1465" fmla="*/ 241253 w 1212477"/>
                <a:gd name="csY1465" fmla="*/ 620093 h 778221"/>
                <a:gd name="csX1466" fmla="*/ 239342 w 1212477"/>
                <a:gd name="csY1466" fmla="*/ 619137 h 778221"/>
                <a:gd name="csX1467" fmla="*/ 234087 w 1212477"/>
                <a:gd name="csY1467" fmla="*/ 619137 h 778221"/>
                <a:gd name="csX1468" fmla="*/ 230266 w 1212477"/>
                <a:gd name="csY1468" fmla="*/ 618660 h 778221"/>
                <a:gd name="csX1469" fmla="*/ 228355 w 1212477"/>
                <a:gd name="csY1469" fmla="*/ 618182 h 778221"/>
                <a:gd name="csX1470" fmla="*/ 227877 w 1212477"/>
                <a:gd name="csY1470" fmla="*/ 617227 h 778221"/>
                <a:gd name="csX1471" fmla="*/ 228355 w 1212477"/>
                <a:gd name="csY1471" fmla="*/ 614838 h 778221"/>
                <a:gd name="csX1472" fmla="*/ 229310 w 1212477"/>
                <a:gd name="csY1472" fmla="*/ 612927 h 778221"/>
                <a:gd name="csX1473" fmla="*/ 229310 w 1212477"/>
                <a:gd name="csY1473" fmla="*/ 612449 h 778221"/>
                <a:gd name="csX1474" fmla="*/ 229310 w 1212477"/>
                <a:gd name="csY1474" fmla="*/ 612449 h 778221"/>
                <a:gd name="csX1475" fmla="*/ 228355 w 1212477"/>
                <a:gd name="csY1475" fmla="*/ 612449 h 778221"/>
                <a:gd name="csX1476" fmla="*/ 227399 w 1212477"/>
                <a:gd name="csY1476" fmla="*/ 611971 h 778221"/>
                <a:gd name="csX1477" fmla="*/ 223100 w 1212477"/>
                <a:gd name="csY1477" fmla="*/ 613404 h 778221"/>
                <a:gd name="csX1478" fmla="*/ 222144 w 1212477"/>
                <a:gd name="csY1478" fmla="*/ 613404 h 778221"/>
                <a:gd name="csX1479" fmla="*/ 221189 w 1212477"/>
                <a:gd name="csY1479" fmla="*/ 612927 h 778221"/>
                <a:gd name="csX1480" fmla="*/ 220233 w 1212477"/>
                <a:gd name="csY1480" fmla="*/ 612449 h 778221"/>
                <a:gd name="csX1481" fmla="*/ 219756 w 1212477"/>
                <a:gd name="csY1481" fmla="*/ 611971 h 778221"/>
                <a:gd name="csX1482" fmla="*/ 219278 w 1212477"/>
                <a:gd name="csY1482" fmla="*/ 611016 h 778221"/>
                <a:gd name="csX1483" fmla="*/ 215456 w 1212477"/>
                <a:gd name="csY1483" fmla="*/ 609105 h 778221"/>
                <a:gd name="csX1484" fmla="*/ 214501 w 1212477"/>
                <a:gd name="csY1484" fmla="*/ 608150 h 778221"/>
                <a:gd name="csX1485" fmla="*/ 213545 w 1212477"/>
                <a:gd name="csY1485" fmla="*/ 607672 h 778221"/>
                <a:gd name="csX1486" fmla="*/ 212590 w 1212477"/>
                <a:gd name="csY1486" fmla="*/ 606716 h 778221"/>
                <a:gd name="csX1487" fmla="*/ 210679 w 1212477"/>
                <a:gd name="csY1487" fmla="*/ 606239 h 778221"/>
                <a:gd name="csX1488" fmla="*/ 209723 w 1212477"/>
                <a:gd name="csY1488" fmla="*/ 603372 h 778221"/>
                <a:gd name="csX1489" fmla="*/ 208768 w 1212477"/>
                <a:gd name="csY1489" fmla="*/ 600984 h 778221"/>
                <a:gd name="csX1490" fmla="*/ 208290 w 1212477"/>
                <a:gd name="csY1490" fmla="*/ 599550 h 778221"/>
                <a:gd name="csX1491" fmla="*/ 208290 w 1212477"/>
                <a:gd name="csY1491" fmla="*/ 599550 h 778221"/>
                <a:gd name="csX1492" fmla="*/ 206857 w 1212477"/>
                <a:gd name="csY1492" fmla="*/ 599073 h 778221"/>
                <a:gd name="csX1493" fmla="*/ 204946 w 1212477"/>
                <a:gd name="csY1493" fmla="*/ 598595 h 778221"/>
                <a:gd name="csX1494" fmla="*/ 202080 w 1212477"/>
                <a:gd name="csY1494" fmla="*/ 599550 h 778221"/>
                <a:gd name="csX1495" fmla="*/ 199691 w 1212477"/>
                <a:gd name="csY1495" fmla="*/ 600506 h 778221"/>
                <a:gd name="csX1496" fmla="*/ 197780 w 1212477"/>
                <a:gd name="csY1496" fmla="*/ 600506 h 778221"/>
                <a:gd name="csX1497" fmla="*/ 195391 w 1212477"/>
                <a:gd name="csY1497" fmla="*/ 597639 h 778221"/>
                <a:gd name="csX1498" fmla="*/ 193480 w 1212477"/>
                <a:gd name="csY1498" fmla="*/ 595251 h 778221"/>
                <a:gd name="csX1499" fmla="*/ 193480 w 1212477"/>
                <a:gd name="csY1499" fmla="*/ 595251 h 778221"/>
                <a:gd name="csX1500" fmla="*/ 191092 w 1212477"/>
                <a:gd name="csY1500" fmla="*/ 592862 h 778221"/>
                <a:gd name="csX1501" fmla="*/ 189659 w 1212477"/>
                <a:gd name="csY1501" fmla="*/ 591429 h 778221"/>
                <a:gd name="csX1502" fmla="*/ 186792 w 1212477"/>
                <a:gd name="csY1502" fmla="*/ 591429 h 778221"/>
                <a:gd name="csX1503" fmla="*/ 183448 w 1212477"/>
                <a:gd name="csY1503" fmla="*/ 589996 h 778221"/>
                <a:gd name="csX1504" fmla="*/ 181060 w 1212477"/>
                <a:gd name="csY1504" fmla="*/ 588085 h 778221"/>
                <a:gd name="csX1505" fmla="*/ 179149 w 1212477"/>
                <a:gd name="csY1505" fmla="*/ 587129 h 778221"/>
                <a:gd name="csX1506" fmla="*/ 176282 w 1212477"/>
                <a:gd name="csY1506" fmla="*/ 584741 h 778221"/>
                <a:gd name="csX1507" fmla="*/ 171027 w 1212477"/>
                <a:gd name="csY1507" fmla="*/ 581874 h 778221"/>
                <a:gd name="csX1508" fmla="*/ 169594 w 1212477"/>
                <a:gd name="csY1508" fmla="*/ 580919 h 778221"/>
                <a:gd name="csX1509" fmla="*/ 169116 w 1212477"/>
                <a:gd name="csY1509" fmla="*/ 579963 h 778221"/>
                <a:gd name="csX1510" fmla="*/ 168639 w 1212477"/>
                <a:gd name="csY1510" fmla="*/ 578053 h 778221"/>
                <a:gd name="csX1511" fmla="*/ 167683 w 1212477"/>
                <a:gd name="csY1511" fmla="*/ 577097 h 778221"/>
                <a:gd name="csX1512" fmla="*/ 167205 w 1212477"/>
                <a:gd name="csY1512" fmla="*/ 576620 h 778221"/>
                <a:gd name="csX1513" fmla="*/ 167205 w 1212477"/>
                <a:gd name="csY1513" fmla="*/ 576620 h 778221"/>
                <a:gd name="csX1514" fmla="*/ 164339 w 1212477"/>
                <a:gd name="csY1514" fmla="*/ 575664 h 778221"/>
                <a:gd name="csX1515" fmla="*/ 163861 w 1212477"/>
                <a:gd name="csY1515" fmla="*/ 575664 h 778221"/>
                <a:gd name="csX1516" fmla="*/ 159562 w 1212477"/>
                <a:gd name="csY1516" fmla="*/ 575186 h 778221"/>
                <a:gd name="csX1517" fmla="*/ 154784 w 1212477"/>
                <a:gd name="csY1517" fmla="*/ 576142 h 778221"/>
                <a:gd name="csX1518" fmla="*/ 154784 w 1212477"/>
                <a:gd name="csY1518" fmla="*/ 576142 h 778221"/>
                <a:gd name="csX1519" fmla="*/ 151918 w 1212477"/>
                <a:gd name="csY1519" fmla="*/ 581397 h 778221"/>
                <a:gd name="csX1520" fmla="*/ 150485 w 1212477"/>
                <a:gd name="csY1520" fmla="*/ 582352 h 778221"/>
                <a:gd name="csX1521" fmla="*/ 150007 w 1212477"/>
                <a:gd name="csY1521" fmla="*/ 582352 h 778221"/>
                <a:gd name="csX1522" fmla="*/ 149052 w 1212477"/>
                <a:gd name="csY1522" fmla="*/ 582352 h 778221"/>
                <a:gd name="csX1523" fmla="*/ 148574 w 1212477"/>
                <a:gd name="csY1523" fmla="*/ 581874 h 778221"/>
                <a:gd name="csX1524" fmla="*/ 147619 w 1212477"/>
                <a:gd name="csY1524" fmla="*/ 581397 h 778221"/>
                <a:gd name="csX1525" fmla="*/ 147141 w 1212477"/>
                <a:gd name="csY1525" fmla="*/ 579963 h 778221"/>
                <a:gd name="csX1526" fmla="*/ 146663 w 1212477"/>
                <a:gd name="csY1526" fmla="*/ 579963 h 778221"/>
                <a:gd name="csX1527" fmla="*/ 146663 w 1212477"/>
                <a:gd name="csY1527" fmla="*/ 578530 h 778221"/>
                <a:gd name="csX1528" fmla="*/ 144275 w 1212477"/>
                <a:gd name="csY1528" fmla="*/ 577097 h 778221"/>
                <a:gd name="csX1529" fmla="*/ 141886 w 1212477"/>
                <a:gd name="csY1529" fmla="*/ 575664 h 778221"/>
                <a:gd name="csX1530" fmla="*/ 140453 w 1212477"/>
                <a:gd name="csY1530" fmla="*/ 574708 h 778221"/>
                <a:gd name="csX1531" fmla="*/ 139019 w 1212477"/>
                <a:gd name="csY1531" fmla="*/ 573753 h 778221"/>
                <a:gd name="csX1532" fmla="*/ 137586 w 1212477"/>
                <a:gd name="csY1532" fmla="*/ 573753 h 778221"/>
                <a:gd name="csX1533" fmla="*/ 135198 w 1212477"/>
                <a:gd name="csY1533" fmla="*/ 572797 h 778221"/>
                <a:gd name="csX1534" fmla="*/ 131853 w 1212477"/>
                <a:gd name="csY1534" fmla="*/ 571364 h 778221"/>
                <a:gd name="csX1535" fmla="*/ 130898 w 1212477"/>
                <a:gd name="csY1535" fmla="*/ 571364 h 778221"/>
                <a:gd name="csX1536" fmla="*/ 130420 w 1212477"/>
                <a:gd name="csY1536" fmla="*/ 570409 h 778221"/>
                <a:gd name="csX1537" fmla="*/ 130898 w 1212477"/>
                <a:gd name="csY1537" fmla="*/ 568976 h 778221"/>
                <a:gd name="csX1538" fmla="*/ 130898 w 1212477"/>
                <a:gd name="csY1538" fmla="*/ 567543 h 778221"/>
                <a:gd name="csX1539" fmla="*/ 129943 w 1212477"/>
                <a:gd name="csY1539" fmla="*/ 566587 h 778221"/>
                <a:gd name="csX1540" fmla="*/ 128509 w 1212477"/>
                <a:gd name="csY1540" fmla="*/ 567065 h 778221"/>
                <a:gd name="csX1541" fmla="*/ 125165 w 1212477"/>
                <a:gd name="csY1541" fmla="*/ 564676 h 778221"/>
                <a:gd name="csX1542" fmla="*/ 125165 w 1212477"/>
                <a:gd name="csY1542" fmla="*/ 564676 h 778221"/>
                <a:gd name="csX1543" fmla="*/ 124210 w 1212477"/>
                <a:gd name="csY1543" fmla="*/ 563721 h 778221"/>
                <a:gd name="csX1544" fmla="*/ 122777 w 1212477"/>
                <a:gd name="csY1544" fmla="*/ 562765 h 778221"/>
                <a:gd name="csX1545" fmla="*/ 120388 w 1212477"/>
                <a:gd name="csY1545" fmla="*/ 563243 h 778221"/>
                <a:gd name="csX1546" fmla="*/ 118477 w 1212477"/>
                <a:gd name="csY1546" fmla="*/ 563243 h 778221"/>
                <a:gd name="csX1547" fmla="*/ 117044 w 1212477"/>
                <a:gd name="csY1547" fmla="*/ 562288 h 778221"/>
                <a:gd name="csX1548" fmla="*/ 114655 w 1212477"/>
                <a:gd name="csY1548" fmla="*/ 560854 h 778221"/>
                <a:gd name="csX1549" fmla="*/ 114177 w 1212477"/>
                <a:gd name="csY1549" fmla="*/ 560854 h 778221"/>
                <a:gd name="csX1550" fmla="*/ 114177 w 1212477"/>
                <a:gd name="csY1550" fmla="*/ 560377 h 778221"/>
                <a:gd name="csX1551" fmla="*/ 113700 w 1212477"/>
                <a:gd name="csY1551" fmla="*/ 559899 h 778221"/>
                <a:gd name="csX1552" fmla="*/ 111789 w 1212477"/>
                <a:gd name="csY1552" fmla="*/ 557032 h 778221"/>
                <a:gd name="csX1553" fmla="*/ 109400 w 1212477"/>
                <a:gd name="csY1553" fmla="*/ 553688 h 778221"/>
                <a:gd name="csX1554" fmla="*/ 107967 w 1212477"/>
                <a:gd name="csY1554" fmla="*/ 553211 h 778221"/>
                <a:gd name="csX1555" fmla="*/ 107489 w 1212477"/>
                <a:gd name="csY1555" fmla="*/ 553688 h 778221"/>
                <a:gd name="csX1556" fmla="*/ 106534 w 1212477"/>
                <a:gd name="csY1556" fmla="*/ 555599 h 778221"/>
                <a:gd name="csX1557" fmla="*/ 106056 w 1212477"/>
                <a:gd name="csY1557" fmla="*/ 555122 h 778221"/>
                <a:gd name="csX1558" fmla="*/ 105100 w 1212477"/>
                <a:gd name="csY1558" fmla="*/ 555122 h 778221"/>
                <a:gd name="csX1559" fmla="*/ 104145 w 1212477"/>
                <a:gd name="csY1559" fmla="*/ 556077 h 778221"/>
                <a:gd name="csX1560" fmla="*/ 102712 w 1212477"/>
                <a:gd name="csY1560" fmla="*/ 556077 h 778221"/>
                <a:gd name="csX1561" fmla="*/ 102234 w 1212477"/>
                <a:gd name="csY1561" fmla="*/ 556077 h 778221"/>
                <a:gd name="csX1562" fmla="*/ 102234 w 1212477"/>
                <a:gd name="csY1562" fmla="*/ 555599 h 778221"/>
                <a:gd name="csX1563" fmla="*/ 102234 w 1212477"/>
                <a:gd name="csY1563" fmla="*/ 553211 h 778221"/>
                <a:gd name="csX1564" fmla="*/ 101757 w 1212477"/>
                <a:gd name="csY1564" fmla="*/ 552255 h 778221"/>
                <a:gd name="csX1565" fmla="*/ 102234 w 1212477"/>
                <a:gd name="csY1565" fmla="*/ 550822 h 778221"/>
                <a:gd name="csX1566" fmla="*/ 103189 w 1212477"/>
                <a:gd name="csY1566" fmla="*/ 549389 h 778221"/>
                <a:gd name="csX1567" fmla="*/ 102234 w 1212477"/>
                <a:gd name="csY1567" fmla="*/ 548433 h 778221"/>
                <a:gd name="csX1568" fmla="*/ 100801 w 1212477"/>
                <a:gd name="csY1568" fmla="*/ 546522 h 778221"/>
                <a:gd name="csX1569" fmla="*/ 100801 w 1212477"/>
                <a:gd name="csY1569" fmla="*/ 546522 h 778221"/>
                <a:gd name="csX1570" fmla="*/ 100801 w 1212477"/>
                <a:gd name="csY1570" fmla="*/ 545089 h 778221"/>
                <a:gd name="csX1571" fmla="*/ 101279 w 1212477"/>
                <a:gd name="csY1571" fmla="*/ 543656 h 778221"/>
                <a:gd name="csX1572" fmla="*/ 101757 w 1212477"/>
                <a:gd name="csY1572" fmla="*/ 542223 h 778221"/>
                <a:gd name="csX1573" fmla="*/ 101757 w 1212477"/>
                <a:gd name="csY1573" fmla="*/ 541267 h 778221"/>
                <a:gd name="csX1574" fmla="*/ 101757 w 1212477"/>
                <a:gd name="csY1574" fmla="*/ 541267 h 778221"/>
                <a:gd name="csX1575" fmla="*/ 100801 w 1212477"/>
                <a:gd name="csY1575" fmla="*/ 540790 h 778221"/>
                <a:gd name="csX1576" fmla="*/ 96979 w 1212477"/>
                <a:gd name="csY1576" fmla="*/ 536490 h 778221"/>
                <a:gd name="csX1577" fmla="*/ 96979 w 1212477"/>
                <a:gd name="csY1577" fmla="*/ 536013 h 778221"/>
                <a:gd name="csX1578" fmla="*/ 96502 w 1212477"/>
                <a:gd name="csY1578" fmla="*/ 534579 h 778221"/>
                <a:gd name="csX1579" fmla="*/ 96024 w 1212477"/>
                <a:gd name="csY1579" fmla="*/ 532668 h 778221"/>
                <a:gd name="csX1580" fmla="*/ 95546 w 1212477"/>
                <a:gd name="csY1580" fmla="*/ 531235 h 778221"/>
                <a:gd name="csX1581" fmla="*/ 95546 w 1212477"/>
                <a:gd name="csY1581" fmla="*/ 531235 h 778221"/>
                <a:gd name="csX1582" fmla="*/ 95068 w 1212477"/>
                <a:gd name="csY1582" fmla="*/ 529802 h 778221"/>
                <a:gd name="csX1583" fmla="*/ 95068 w 1212477"/>
                <a:gd name="csY1583" fmla="*/ 529324 h 778221"/>
                <a:gd name="csX1584" fmla="*/ 95546 w 1212477"/>
                <a:gd name="csY1584" fmla="*/ 529324 h 778221"/>
                <a:gd name="csX1585" fmla="*/ 97457 w 1212477"/>
                <a:gd name="csY1585" fmla="*/ 528847 h 778221"/>
                <a:gd name="csX1586" fmla="*/ 99846 w 1212477"/>
                <a:gd name="csY1586" fmla="*/ 528847 h 778221"/>
                <a:gd name="csX1587" fmla="*/ 101279 w 1212477"/>
                <a:gd name="csY1587" fmla="*/ 528369 h 778221"/>
                <a:gd name="csX1588" fmla="*/ 101757 w 1212477"/>
                <a:gd name="csY1588" fmla="*/ 529324 h 778221"/>
                <a:gd name="csX1589" fmla="*/ 102234 w 1212477"/>
                <a:gd name="csY1589" fmla="*/ 530280 h 778221"/>
                <a:gd name="csX1590" fmla="*/ 102712 w 1212477"/>
                <a:gd name="csY1590" fmla="*/ 531235 h 778221"/>
                <a:gd name="csX1591" fmla="*/ 104145 w 1212477"/>
                <a:gd name="csY1591" fmla="*/ 532190 h 778221"/>
                <a:gd name="csX1592" fmla="*/ 105578 w 1212477"/>
                <a:gd name="csY1592" fmla="*/ 533624 h 778221"/>
                <a:gd name="csX1593" fmla="*/ 107012 w 1212477"/>
                <a:gd name="csY1593" fmla="*/ 533146 h 778221"/>
                <a:gd name="csX1594" fmla="*/ 108445 w 1212477"/>
                <a:gd name="csY1594" fmla="*/ 532668 h 778221"/>
                <a:gd name="csX1595" fmla="*/ 109878 w 1212477"/>
                <a:gd name="csY1595" fmla="*/ 530757 h 778221"/>
                <a:gd name="csX1596" fmla="*/ 110355 w 1212477"/>
                <a:gd name="csY1596" fmla="*/ 530280 h 778221"/>
                <a:gd name="csX1597" fmla="*/ 111311 w 1212477"/>
                <a:gd name="csY1597" fmla="*/ 530280 h 778221"/>
                <a:gd name="csX1598" fmla="*/ 111311 w 1212477"/>
                <a:gd name="csY1598" fmla="*/ 528847 h 778221"/>
                <a:gd name="csX1599" fmla="*/ 111311 w 1212477"/>
                <a:gd name="csY1599" fmla="*/ 528847 h 778221"/>
                <a:gd name="csX1600" fmla="*/ 111789 w 1212477"/>
                <a:gd name="csY1600" fmla="*/ 525980 h 778221"/>
                <a:gd name="csX1601" fmla="*/ 111789 w 1212477"/>
                <a:gd name="csY1601" fmla="*/ 525025 h 778221"/>
                <a:gd name="csX1602" fmla="*/ 111311 w 1212477"/>
                <a:gd name="csY1602" fmla="*/ 523591 h 778221"/>
                <a:gd name="csX1603" fmla="*/ 111311 w 1212477"/>
                <a:gd name="csY1603" fmla="*/ 523591 h 778221"/>
                <a:gd name="csX1604" fmla="*/ 111311 w 1212477"/>
                <a:gd name="csY1604" fmla="*/ 522636 h 778221"/>
                <a:gd name="csX1605" fmla="*/ 111311 w 1212477"/>
                <a:gd name="csY1605" fmla="*/ 520725 h 778221"/>
                <a:gd name="csX1606" fmla="*/ 109878 w 1212477"/>
                <a:gd name="csY1606" fmla="*/ 519770 h 778221"/>
                <a:gd name="csX1607" fmla="*/ 109878 w 1212477"/>
                <a:gd name="csY1607" fmla="*/ 519770 h 778221"/>
                <a:gd name="csX1608" fmla="*/ 109400 w 1212477"/>
                <a:gd name="csY1608" fmla="*/ 519292 h 778221"/>
                <a:gd name="csX1609" fmla="*/ 108923 w 1212477"/>
                <a:gd name="csY1609" fmla="*/ 518336 h 778221"/>
                <a:gd name="csX1610" fmla="*/ 109400 w 1212477"/>
                <a:gd name="csY1610" fmla="*/ 517381 h 778221"/>
                <a:gd name="csX1611" fmla="*/ 109878 w 1212477"/>
                <a:gd name="csY1611" fmla="*/ 515948 h 778221"/>
                <a:gd name="csX1612" fmla="*/ 109400 w 1212477"/>
                <a:gd name="csY1612" fmla="*/ 514515 h 778221"/>
                <a:gd name="csX1613" fmla="*/ 109400 w 1212477"/>
                <a:gd name="csY1613" fmla="*/ 514515 h 778221"/>
                <a:gd name="csX1614" fmla="*/ 108445 w 1212477"/>
                <a:gd name="csY1614" fmla="*/ 514037 h 778221"/>
                <a:gd name="csX1615" fmla="*/ 107489 w 1212477"/>
                <a:gd name="csY1615" fmla="*/ 513559 h 778221"/>
                <a:gd name="csX1616" fmla="*/ 106056 w 1212477"/>
                <a:gd name="csY1616" fmla="*/ 512126 h 778221"/>
                <a:gd name="csX1617" fmla="*/ 105578 w 1212477"/>
                <a:gd name="csY1617" fmla="*/ 511171 h 778221"/>
                <a:gd name="csX1618" fmla="*/ 104623 w 1212477"/>
                <a:gd name="csY1618" fmla="*/ 510215 h 778221"/>
                <a:gd name="csX1619" fmla="*/ 103189 w 1212477"/>
                <a:gd name="csY1619" fmla="*/ 508782 h 778221"/>
                <a:gd name="csX1620" fmla="*/ 103189 w 1212477"/>
                <a:gd name="csY1620" fmla="*/ 505438 h 778221"/>
                <a:gd name="csX1621" fmla="*/ 102712 w 1212477"/>
                <a:gd name="csY1621" fmla="*/ 502094 h 778221"/>
                <a:gd name="csX1622" fmla="*/ 102234 w 1212477"/>
                <a:gd name="csY1622" fmla="*/ 500183 h 778221"/>
                <a:gd name="csX1623" fmla="*/ 101757 w 1212477"/>
                <a:gd name="csY1623" fmla="*/ 497794 h 778221"/>
                <a:gd name="csX1624" fmla="*/ 101757 w 1212477"/>
                <a:gd name="csY1624" fmla="*/ 496839 h 778221"/>
                <a:gd name="csX1625" fmla="*/ 102234 w 1212477"/>
                <a:gd name="csY1625" fmla="*/ 495883 h 778221"/>
                <a:gd name="csX1626" fmla="*/ 105578 w 1212477"/>
                <a:gd name="csY1626" fmla="*/ 493972 h 778221"/>
                <a:gd name="csX1627" fmla="*/ 105578 w 1212477"/>
                <a:gd name="csY1627" fmla="*/ 493972 h 778221"/>
                <a:gd name="csX1628" fmla="*/ 106056 w 1212477"/>
                <a:gd name="csY1628" fmla="*/ 493494 h 778221"/>
                <a:gd name="csX1629" fmla="*/ 106534 w 1212477"/>
                <a:gd name="csY1629" fmla="*/ 493017 h 778221"/>
                <a:gd name="csX1630" fmla="*/ 106534 w 1212477"/>
                <a:gd name="csY1630" fmla="*/ 493017 h 778221"/>
                <a:gd name="csX1631" fmla="*/ 106534 w 1212477"/>
                <a:gd name="csY1631" fmla="*/ 492539 h 778221"/>
                <a:gd name="csX1632" fmla="*/ 106534 w 1212477"/>
                <a:gd name="csY1632" fmla="*/ 491106 h 778221"/>
                <a:gd name="csX1633" fmla="*/ 106056 w 1212477"/>
                <a:gd name="csY1633" fmla="*/ 490150 h 778221"/>
                <a:gd name="csX1634" fmla="*/ 105578 w 1212477"/>
                <a:gd name="csY1634" fmla="*/ 490150 h 778221"/>
                <a:gd name="csX1635" fmla="*/ 104623 w 1212477"/>
                <a:gd name="csY1635" fmla="*/ 489195 h 778221"/>
                <a:gd name="csX1636" fmla="*/ 102234 w 1212477"/>
                <a:gd name="csY1636" fmla="*/ 488240 h 778221"/>
                <a:gd name="csX1637" fmla="*/ 102234 w 1212477"/>
                <a:gd name="csY1637" fmla="*/ 488240 h 778221"/>
                <a:gd name="csX1638" fmla="*/ 100801 w 1212477"/>
                <a:gd name="csY1638" fmla="*/ 486329 h 778221"/>
                <a:gd name="csX1639" fmla="*/ 97457 w 1212477"/>
                <a:gd name="csY1639" fmla="*/ 485851 h 778221"/>
                <a:gd name="csX1640" fmla="*/ 93635 w 1212477"/>
                <a:gd name="csY1640" fmla="*/ 484417 h 778221"/>
                <a:gd name="csX1641" fmla="*/ 92680 w 1212477"/>
                <a:gd name="csY1641" fmla="*/ 483462 h 778221"/>
                <a:gd name="csX1642" fmla="*/ 91724 w 1212477"/>
                <a:gd name="csY1642" fmla="*/ 481074 h 778221"/>
                <a:gd name="csX1643" fmla="*/ 90291 w 1212477"/>
                <a:gd name="csY1643" fmla="*/ 477252 h 778221"/>
                <a:gd name="csX1644" fmla="*/ 88858 w 1212477"/>
                <a:gd name="csY1644" fmla="*/ 472952 h 778221"/>
                <a:gd name="csX1645" fmla="*/ 87425 w 1212477"/>
                <a:gd name="csY1645" fmla="*/ 470564 h 778221"/>
                <a:gd name="csX1646" fmla="*/ 87425 w 1212477"/>
                <a:gd name="csY1646" fmla="*/ 469130 h 778221"/>
                <a:gd name="csX1647" fmla="*/ 88380 w 1212477"/>
                <a:gd name="csY1647" fmla="*/ 465786 h 778221"/>
                <a:gd name="csX1648" fmla="*/ 87902 w 1212477"/>
                <a:gd name="csY1648" fmla="*/ 465308 h 778221"/>
                <a:gd name="csX1649" fmla="*/ 87425 w 1212477"/>
                <a:gd name="csY1649" fmla="*/ 465308 h 778221"/>
                <a:gd name="csX1650" fmla="*/ 85991 w 1212477"/>
                <a:gd name="csY1650" fmla="*/ 465308 h 778221"/>
                <a:gd name="csX1651" fmla="*/ 85036 w 1212477"/>
                <a:gd name="csY1651" fmla="*/ 465786 h 778221"/>
                <a:gd name="csX1652" fmla="*/ 84080 w 1212477"/>
                <a:gd name="csY1652" fmla="*/ 465786 h 778221"/>
                <a:gd name="csX1653" fmla="*/ 83603 w 1212477"/>
                <a:gd name="csY1653" fmla="*/ 465308 h 778221"/>
                <a:gd name="csX1654" fmla="*/ 83125 w 1212477"/>
                <a:gd name="csY1654" fmla="*/ 464831 h 778221"/>
                <a:gd name="csX1655" fmla="*/ 83125 w 1212477"/>
                <a:gd name="csY1655" fmla="*/ 464831 h 778221"/>
                <a:gd name="csX1656" fmla="*/ 83125 w 1212477"/>
                <a:gd name="csY1656" fmla="*/ 464831 h 778221"/>
                <a:gd name="csX1657" fmla="*/ 81692 w 1212477"/>
                <a:gd name="csY1657" fmla="*/ 465308 h 778221"/>
                <a:gd name="csX1658" fmla="*/ 78825 w 1212477"/>
                <a:gd name="csY1658" fmla="*/ 465308 h 778221"/>
                <a:gd name="csX1659" fmla="*/ 77870 w 1212477"/>
                <a:gd name="csY1659" fmla="*/ 465308 h 778221"/>
                <a:gd name="csX1660" fmla="*/ 76437 w 1212477"/>
                <a:gd name="csY1660" fmla="*/ 465308 h 778221"/>
                <a:gd name="csX1661" fmla="*/ 73093 w 1212477"/>
                <a:gd name="csY1661" fmla="*/ 464831 h 778221"/>
                <a:gd name="csX1662" fmla="*/ 69271 w 1212477"/>
                <a:gd name="csY1662" fmla="*/ 463875 h 778221"/>
                <a:gd name="csX1663" fmla="*/ 64971 w 1212477"/>
                <a:gd name="csY1663" fmla="*/ 462442 h 778221"/>
                <a:gd name="csX1664" fmla="*/ 62582 w 1212477"/>
                <a:gd name="csY1664" fmla="*/ 461487 h 778221"/>
                <a:gd name="csX1665" fmla="*/ 62105 w 1212477"/>
                <a:gd name="csY1665" fmla="*/ 461009 h 778221"/>
                <a:gd name="csX1666" fmla="*/ 60194 w 1212477"/>
                <a:gd name="csY1666" fmla="*/ 459576 h 778221"/>
                <a:gd name="csX1667" fmla="*/ 58761 w 1212477"/>
                <a:gd name="csY1667" fmla="*/ 458620 h 778221"/>
                <a:gd name="csX1668" fmla="*/ 58283 w 1212477"/>
                <a:gd name="csY1668" fmla="*/ 456232 h 778221"/>
                <a:gd name="csX1669" fmla="*/ 57328 w 1212477"/>
                <a:gd name="csY1669" fmla="*/ 456232 h 778221"/>
                <a:gd name="csX1670" fmla="*/ 55416 w 1212477"/>
                <a:gd name="csY1670" fmla="*/ 457187 h 778221"/>
                <a:gd name="csX1671" fmla="*/ 52550 w 1212477"/>
                <a:gd name="csY1671" fmla="*/ 458142 h 778221"/>
                <a:gd name="csX1672" fmla="*/ 51117 w 1212477"/>
                <a:gd name="csY1672" fmla="*/ 458142 h 778221"/>
                <a:gd name="csX1673" fmla="*/ 50639 w 1212477"/>
                <a:gd name="csY1673" fmla="*/ 457665 h 778221"/>
                <a:gd name="csX1674" fmla="*/ 49684 w 1212477"/>
                <a:gd name="csY1674" fmla="*/ 454799 h 778221"/>
                <a:gd name="csX1675" fmla="*/ 48729 w 1212477"/>
                <a:gd name="csY1675" fmla="*/ 454321 h 778221"/>
                <a:gd name="csX1676" fmla="*/ 47773 w 1212477"/>
                <a:gd name="csY1676" fmla="*/ 453843 h 778221"/>
                <a:gd name="csX1677" fmla="*/ 46340 w 1212477"/>
                <a:gd name="csY1677" fmla="*/ 453365 h 778221"/>
                <a:gd name="csX1678" fmla="*/ 45862 w 1212477"/>
                <a:gd name="csY1678" fmla="*/ 452887 h 778221"/>
                <a:gd name="csX1679" fmla="*/ 45862 w 1212477"/>
                <a:gd name="csY1679" fmla="*/ 452410 h 778221"/>
                <a:gd name="csX1680" fmla="*/ 45862 w 1212477"/>
                <a:gd name="csY1680" fmla="*/ 451932 h 778221"/>
                <a:gd name="csX1681" fmla="*/ 46340 w 1212477"/>
                <a:gd name="csY1681" fmla="*/ 450976 h 778221"/>
                <a:gd name="csX1682" fmla="*/ 46818 w 1212477"/>
                <a:gd name="csY1682" fmla="*/ 450021 h 778221"/>
                <a:gd name="csX1683" fmla="*/ 46818 w 1212477"/>
                <a:gd name="csY1683" fmla="*/ 445244 h 778221"/>
                <a:gd name="csX1684" fmla="*/ 46818 w 1212477"/>
                <a:gd name="csY1684" fmla="*/ 443333 h 778221"/>
                <a:gd name="csX1685" fmla="*/ 46340 w 1212477"/>
                <a:gd name="csY1685" fmla="*/ 441900 h 778221"/>
                <a:gd name="csX1686" fmla="*/ 45384 w 1212477"/>
                <a:gd name="csY1686" fmla="*/ 439989 h 778221"/>
                <a:gd name="csX1687" fmla="*/ 44429 w 1212477"/>
                <a:gd name="csY1687" fmla="*/ 439033 h 778221"/>
                <a:gd name="csX1688" fmla="*/ 42996 w 1212477"/>
                <a:gd name="csY1688" fmla="*/ 438078 h 778221"/>
                <a:gd name="csX1689" fmla="*/ 41085 w 1212477"/>
                <a:gd name="csY1689" fmla="*/ 437122 h 778221"/>
                <a:gd name="csX1690" fmla="*/ 39174 w 1212477"/>
                <a:gd name="csY1690" fmla="*/ 436645 h 778221"/>
                <a:gd name="csX1691" fmla="*/ 36786 w 1212477"/>
                <a:gd name="csY1691" fmla="*/ 437600 h 778221"/>
                <a:gd name="csX1692" fmla="*/ 36307 w 1212477"/>
                <a:gd name="csY1692" fmla="*/ 437122 h 778221"/>
                <a:gd name="csX1693" fmla="*/ 35352 w 1212477"/>
                <a:gd name="csY1693" fmla="*/ 433778 h 778221"/>
                <a:gd name="csX1694" fmla="*/ 34397 w 1212477"/>
                <a:gd name="csY1694" fmla="*/ 433301 h 778221"/>
                <a:gd name="csX1695" fmla="*/ 34397 w 1212477"/>
                <a:gd name="csY1695" fmla="*/ 433301 h 778221"/>
                <a:gd name="csX1696" fmla="*/ 30575 w 1212477"/>
                <a:gd name="csY1696" fmla="*/ 431867 h 778221"/>
                <a:gd name="csX1697" fmla="*/ 28664 w 1212477"/>
                <a:gd name="csY1697" fmla="*/ 431390 h 778221"/>
                <a:gd name="csX1698" fmla="*/ 26753 w 1212477"/>
                <a:gd name="csY1698" fmla="*/ 431867 h 778221"/>
                <a:gd name="csX1699" fmla="*/ 25320 w 1212477"/>
                <a:gd name="csY1699" fmla="*/ 432345 h 778221"/>
                <a:gd name="csX1700" fmla="*/ 24364 w 1212477"/>
                <a:gd name="csY1700" fmla="*/ 431867 h 778221"/>
                <a:gd name="csX1701" fmla="*/ 22931 w 1212477"/>
                <a:gd name="csY1701" fmla="*/ 430912 h 778221"/>
                <a:gd name="csX1702" fmla="*/ 21498 w 1212477"/>
                <a:gd name="csY1702" fmla="*/ 430434 h 778221"/>
                <a:gd name="csX1703" fmla="*/ 19587 w 1212477"/>
                <a:gd name="csY1703" fmla="*/ 430434 h 778221"/>
                <a:gd name="csX1704" fmla="*/ 18632 w 1212477"/>
                <a:gd name="csY1704" fmla="*/ 430434 h 778221"/>
                <a:gd name="csX1705" fmla="*/ 18632 w 1212477"/>
                <a:gd name="csY1705" fmla="*/ 430434 h 778221"/>
                <a:gd name="csX1706" fmla="*/ 18154 w 1212477"/>
                <a:gd name="csY1706" fmla="*/ 430434 h 778221"/>
                <a:gd name="csX1707" fmla="*/ 17676 w 1212477"/>
                <a:gd name="csY1707" fmla="*/ 429957 h 778221"/>
                <a:gd name="csX1708" fmla="*/ 15288 w 1212477"/>
                <a:gd name="csY1708" fmla="*/ 428045 h 778221"/>
                <a:gd name="csX1709" fmla="*/ 15288 w 1212477"/>
                <a:gd name="csY1709" fmla="*/ 427568 h 778221"/>
                <a:gd name="csX1710" fmla="*/ 19109 w 1212477"/>
                <a:gd name="csY1710" fmla="*/ 425657 h 778221"/>
                <a:gd name="csX1711" fmla="*/ 21020 w 1212477"/>
                <a:gd name="csY1711" fmla="*/ 425179 h 778221"/>
                <a:gd name="csX1712" fmla="*/ 22454 w 1212477"/>
                <a:gd name="csY1712" fmla="*/ 424701 h 778221"/>
                <a:gd name="csX1713" fmla="*/ 22454 w 1212477"/>
                <a:gd name="csY1713" fmla="*/ 424701 h 778221"/>
                <a:gd name="csX1714" fmla="*/ 22931 w 1212477"/>
                <a:gd name="csY1714" fmla="*/ 425657 h 778221"/>
                <a:gd name="csX1715" fmla="*/ 23886 w 1212477"/>
                <a:gd name="csY1715" fmla="*/ 425657 h 778221"/>
                <a:gd name="csX1716" fmla="*/ 24364 w 1212477"/>
                <a:gd name="csY1716" fmla="*/ 426135 h 778221"/>
                <a:gd name="csX1717" fmla="*/ 25320 w 1212477"/>
                <a:gd name="csY1717" fmla="*/ 426135 h 778221"/>
                <a:gd name="csX1718" fmla="*/ 25798 w 1212477"/>
                <a:gd name="csY1718" fmla="*/ 426135 h 778221"/>
                <a:gd name="csX1719" fmla="*/ 26275 w 1212477"/>
                <a:gd name="csY1719" fmla="*/ 425657 h 778221"/>
                <a:gd name="csX1720" fmla="*/ 27709 w 1212477"/>
                <a:gd name="csY1720" fmla="*/ 424701 h 778221"/>
                <a:gd name="csX1721" fmla="*/ 29141 w 1212477"/>
                <a:gd name="csY1721" fmla="*/ 423268 h 778221"/>
                <a:gd name="csX1722" fmla="*/ 30097 w 1212477"/>
                <a:gd name="csY1722" fmla="*/ 422313 h 778221"/>
                <a:gd name="csX1723" fmla="*/ 29620 w 1212477"/>
                <a:gd name="csY1723" fmla="*/ 420880 h 778221"/>
                <a:gd name="csX1724" fmla="*/ 29620 w 1212477"/>
                <a:gd name="csY1724" fmla="*/ 420880 h 778221"/>
                <a:gd name="csX1725" fmla="*/ 27709 w 1212477"/>
                <a:gd name="csY1725" fmla="*/ 418969 h 778221"/>
                <a:gd name="csX1726" fmla="*/ 27231 w 1212477"/>
                <a:gd name="csY1726" fmla="*/ 418969 h 778221"/>
                <a:gd name="csX1727" fmla="*/ 26275 w 1212477"/>
                <a:gd name="csY1727" fmla="*/ 418013 h 778221"/>
                <a:gd name="csX1728" fmla="*/ 25798 w 1212477"/>
                <a:gd name="csY1728" fmla="*/ 417535 h 778221"/>
                <a:gd name="csX1729" fmla="*/ 25798 w 1212477"/>
                <a:gd name="csY1729" fmla="*/ 415625 h 778221"/>
                <a:gd name="csX1730" fmla="*/ 26275 w 1212477"/>
                <a:gd name="csY1730" fmla="*/ 413714 h 778221"/>
                <a:gd name="csX1731" fmla="*/ 26275 w 1212477"/>
                <a:gd name="csY1731" fmla="*/ 412758 h 778221"/>
                <a:gd name="csX1732" fmla="*/ 25798 w 1212477"/>
                <a:gd name="csY1732" fmla="*/ 412280 h 778221"/>
                <a:gd name="csX1733" fmla="*/ 25798 w 1212477"/>
                <a:gd name="csY1733" fmla="*/ 409892 h 778221"/>
                <a:gd name="csX1734" fmla="*/ 24842 w 1212477"/>
                <a:gd name="csY1734" fmla="*/ 407503 h 778221"/>
                <a:gd name="csX1735" fmla="*/ 23409 w 1212477"/>
                <a:gd name="csY1735" fmla="*/ 406070 h 778221"/>
                <a:gd name="csX1736" fmla="*/ 23409 w 1212477"/>
                <a:gd name="csY1736" fmla="*/ 404159 h 778221"/>
                <a:gd name="csX1737" fmla="*/ 23409 w 1212477"/>
                <a:gd name="csY1737" fmla="*/ 402248 h 778221"/>
                <a:gd name="csX1738" fmla="*/ 24364 w 1212477"/>
                <a:gd name="csY1738" fmla="*/ 398904 h 778221"/>
                <a:gd name="csX1739" fmla="*/ 23886 w 1212477"/>
                <a:gd name="csY1739" fmla="*/ 397949 h 778221"/>
                <a:gd name="csX1740" fmla="*/ 22454 w 1212477"/>
                <a:gd name="csY1740" fmla="*/ 396515 h 778221"/>
                <a:gd name="csX1741" fmla="*/ 18154 w 1212477"/>
                <a:gd name="csY1741" fmla="*/ 394604 h 778221"/>
                <a:gd name="csX1742" fmla="*/ 13377 w 1212477"/>
                <a:gd name="csY1742" fmla="*/ 393171 h 778221"/>
                <a:gd name="csX1743" fmla="*/ 13377 w 1212477"/>
                <a:gd name="csY1743" fmla="*/ 393171 h 778221"/>
                <a:gd name="csX1744" fmla="*/ 11466 w 1212477"/>
                <a:gd name="csY1744" fmla="*/ 393171 h 778221"/>
                <a:gd name="csX1745" fmla="*/ 10510 w 1212477"/>
                <a:gd name="csY1745" fmla="*/ 393171 h 778221"/>
                <a:gd name="csX1746" fmla="*/ 9077 w 1212477"/>
                <a:gd name="csY1746" fmla="*/ 394127 h 778221"/>
                <a:gd name="csX1747" fmla="*/ 9077 w 1212477"/>
                <a:gd name="csY1747" fmla="*/ 394127 h 778221"/>
                <a:gd name="csX1748" fmla="*/ 8122 w 1212477"/>
                <a:gd name="csY1748" fmla="*/ 396038 h 778221"/>
                <a:gd name="csX1749" fmla="*/ 8122 w 1212477"/>
                <a:gd name="csY1749" fmla="*/ 396038 h 778221"/>
                <a:gd name="csX1750" fmla="*/ 7166 w 1212477"/>
                <a:gd name="csY1750" fmla="*/ 396038 h 778221"/>
                <a:gd name="csX1751" fmla="*/ 5255 w 1212477"/>
                <a:gd name="csY1751" fmla="*/ 395560 h 778221"/>
                <a:gd name="csX1752" fmla="*/ 5255 w 1212477"/>
                <a:gd name="csY1752" fmla="*/ 395560 h 778221"/>
                <a:gd name="csX1753" fmla="*/ 3822 w 1212477"/>
                <a:gd name="csY1753" fmla="*/ 394127 h 778221"/>
                <a:gd name="csX1754" fmla="*/ 2866 w 1212477"/>
                <a:gd name="csY1754" fmla="*/ 392216 h 778221"/>
                <a:gd name="csX1755" fmla="*/ 2389 w 1212477"/>
                <a:gd name="csY1755" fmla="*/ 389350 h 778221"/>
                <a:gd name="csX1756" fmla="*/ 1911 w 1212477"/>
                <a:gd name="csY1756" fmla="*/ 388394 h 778221"/>
                <a:gd name="csX1757" fmla="*/ 1911 w 1212477"/>
                <a:gd name="csY1757" fmla="*/ 387916 h 778221"/>
                <a:gd name="csX1758" fmla="*/ 2389 w 1212477"/>
                <a:gd name="csY1758" fmla="*/ 386961 h 778221"/>
                <a:gd name="csX1759" fmla="*/ 3822 w 1212477"/>
                <a:gd name="csY1759" fmla="*/ 386483 h 778221"/>
                <a:gd name="csX1760" fmla="*/ 3822 w 1212477"/>
                <a:gd name="csY1760" fmla="*/ 386005 h 778221"/>
                <a:gd name="csX1761" fmla="*/ 3822 w 1212477"/>
                <a:gd name="csY1761" fmla="*/ 385050 h 778221"/>
                <a:gd name="csX1762" fmla="*/ 3822 w 1212477"/>
                <a:gd name="csY1762" fmla="*/ 385050 h 778221"/>
                <a:gd name="csX1763" fmla="*/ 2866 w 1212477"/>
                <a:gd name="csY1763" fmla="*/ 384094 h 778221"/>
                <a:gd name="csX1764" fmla="*/ 1911 w 1212477"/>
                <a:gd name="csY1764" fmla="*/ 382661 h 778221"/>
                <a:gd name="csX1765" fmla="*/ 0 w 1212477"/>
                <a:gd name="csY1765" fmla="*/ 379795 h 778221"/>
                <a:gd name="csX1766" fmla="*/ 478 w 1212477"/>
                <a:gd name="csY1766" fmla="*/ 378362 h 778221"/>
                <a:gd name="csX1767" fmla="*/ 478 w 1212477"/>
                <a:gd name="csY1767" fmla="*/ 375973 h 778221"/>
                <a:gd name="csX1768" fmla="*/ 478 w 1212477"/>
                <a:gd name="csY1768" fmla="*/ 374540 h 778221"/>
                <a:gd name="csX1769" fmla="*/ 1911 w 1212477"/>
                <a:gd name="csY1769" fmla="*/ 374540 h 778221"/>
                <a:gd name="csX1770" fmla="*/ 2389 w 1212477"/>
                <a:gd name="csY1770" fmla="*/ 374540 h 778221"/>
                <a:gd name="csX1771" fmla="*/ 2866 w 1212477"/>
                <a:gd name="csY1771" fmla="*/ 374062 h 778221"/>
                <a:gd name="csX1772" fmla="*/ 4300 w 1212477"/>
                <a:gd name="csY1772" fmla="*/ 373584 h 778221"/>
                <a:gd name="csX1773" fmla="*/ 4300 w 1212477"/>
                <a:gd name="csY1773" fmla="*/ 373584 h 778221"/>
                <a:gd name="csX1774" fmla="*/ 5255 w 1212477"/>
                <a:gd name="csY1774" fmla="*/ 372629 h 778221"/>
                <a:gd name="csX1775" fmla="*/ 6211 w 1212477"/>
                <a:gd name="csY1775" fmla="*/ 371673 h 778221"/>
                <a:gd name="csX1776" fmla="*/ 6211 w 1212477"/>
                <a:gd name="csY1776" fmla="*/ 371196 h 778221"/>
                <a:gd name="csX1777" fmla="*/ 5733 w 1212477"/>
                <a:gd name="csY1777" fmla="*/ 368329 h 778221"/>
                <a:gd name="csX1778" fmla="*/ 4777 w 1212477"/>
                <a:gd name="csY1778" fmla="*/ 367374 h 778221"/>
                <a:gd name="csX1779" fmla="*/ 4777 w 1212477"/>
                <a:gd name="csY1779" fmla="*/ 366419 h 778221"/>
                <a:gd name="csX1780" fmla="*/ 5255 w 1212477"/>
                <a:gd name="csY1780" fmla="*/ 365941 h 778221"/>
                <a:gd name="csX1781" fmla="*/ 5733 w 1212477"/>
                <a:gd name="csY1781" fmla="*/ 364508 h 778221"/>
                <a:gd name="csX1782" fmla="*/ 6688 w 1212477"/>
                <a:gd name="csY1782" fmla="*/ 362119 h 778221"/>
                <a:gd name="csX1783" fmla="*/ 7644 w 1212477"/>
                <a:gd name="csY1783" fmla="*/ 360686 h 778221"/>
                <a:gd name="csX1784" fmla="*/ 8122 w 1212477"/>
                <a:gd name="csY1784" fmla="*/ 360208 h 778221"/>
                <a:gd name="csX1785" fmla="*/ 9555 w 1212477"/>
                <a:gd name="csY1785" fmla="*/ 360208 h 778221"/>
                <a:gd name="csX1786" fmla="*/ 10032 w 1212477"/>
                <a:gd name="csY1786" fmla="*/ 359730 h 778221"/>
                <a:gd name="csX1787" fmla="*/ 12899 w 1212477"/>
                <a:gd name="csY1787" fmla="*/ 359730 h 778221"/>
                <a:gd name="csX1788" fmla="*/ 16243 w 1212477"/>
                <a:gd name="csY1788" fmla="*/ 358297 h 778221"/>
                <a:gd name="csX1789" fmla="*/ 20065 w 1212477"/>
                <a:gd name="csY1789" fmla="*/ 355431 h 778221"/>
                <a:gd name="csX1790" fmla="*/ 20065 w 1212477"/>
                <a:gd name="csY1790" fmla="*/ 355431 h 778221"/>
                <a:gd name="csX1791" fmla="*/ 21498 w 1212477"/>
                <a:gd name="csY1791" fmla="*/ 354475 h 778221"/>
                <a:gd name="csX1792" fmla="*/ 22931 w 1212477"/>
                <a:gd name="csY1792" fmla="*/ 353997 h 778221"/>
                <a:gd name="csX1793" fmla="*/ 24364 w 1212477"/>
                <a:gd name="csY1793" fmla="*/ 353997 h 778221"/>
                <a:gd name="csX1794" fmla="*/ 24364 w 1212477"/>
                <a:gd name="csY1794" fmla="*/ 353997 h 778221"/>
                <a:gd name="csX1795" fmla="*/ 24842 w 1212477"/>
                <a:gd name="csY1795" fmla="*/ 353520 h 778221"/>
                <a:gd name="csX1796" fmla="*/ 23886 w 1212477"/>
                <a:gd name="csY1796" fmla="*/ 351609 h 778221"/>
                <a:gd name="csX1797" fmla="*/ 23886 w 1212477"/>
                <a:gd name="csY1797" fmla="*/ 350653 h 778221"/>
                <a:gd name="csX1798" fmla="*/ 24364 w 1212477"/>
                <a:gd name="csY1798" fmla="*/ 350176 h 778221"/>
                <a:gd name="csX1799" fmla="*/ 24842 w 1212477"/>
                <a:gd name="csY1799" fmla="*/ 350176 h 778221"/>
                <a:gd name="csX1800" fmla="*/ 24842 w 1212477"/>
                <a:gd name="csY1800" fmla="*/ 350176 h 778221"/>
                <a:gd name="csX1801" fmla="*/ 27709 w 1212477"/>
                <a:gd name="csY1801" fmla="*/ 351131 h 778221"/>
                <a:gd name="csX1802" fmla="*/ 30097 w 1212477"/>
                <a:gd name="csY1802" fmla="*/ 351131 h 778221"/>
                <a:gd name="csX1803" fmla="*/ 30575 w 1212477"/>
                <a:gd name="csY1803" fmla="*/ 350653 h 778221"/>
                <a:gd name="csX1804" fmla="*/ 32486 w 1212477"/>
                <a:gd name="csY1804" fmla="*/ 350176 h 778221"/>
                <a:gd name="csX1805" fmla="*/ 35830 w 1212477"/>
                <a:gd name="csY1805" fmla="*/ 348265 h 778221"/>
                <a:gd name="csX1806" fmla="*/ 38218 w 1212477"/>
                <a:gd name="csY1806" fmla="*/ 346831 h 778221"/>
                <a:gd name="csX1807" fmla="*/ 38696 w 1212477"/>
                <a:gd name="csY1807" fmla="*/ 346831 h 778221"/>
                <a:gd name="csX1808" fmla="*/ 39174 w 1212477"/>
                <a:gd name="csY1808" fmla="*/ 347309 h 778221"/>
                <a:gd name="csX1809" fmla="*/ 40129 w 1212477"/>
                <a:gd name="csY1809" fmla="*/ 349220 h 778221"/>
                <a:gd name="csX1810" fmla="*/ 40607 w 1212477"/>
                <a:gd name="csY1810" fmla="*/ 353997 h 778221"/>
                <a:gd name="csX1811" fmla="*/ 41085 w 1212477"/>
                <a:gd name="csY1811" fmla="*/ 354475 h 778221"/>
                <a:gd name="csX1812" fmla="*/ 44907 w 1212477"/>
                <a:gd name="csY1812" fmla="*/ 354475 h 778221"/>
                <a:gd name="csX1813" fmla="*/ 47773 w 1212477"/>
                <a:gd name="csY1813" fmla="*/ 353042 h 778221"/>
                <a:gd name="csX1814" fmla="*/ 48729 w 1212477"/>
                <a:gd name="csY1814" fmla="*/ 352564 h 778221"/>
                <a:gd name="csX1815" fmla="*/ 50639 w 1212477"/>
                <a:gd name="csY1815" fmla="*/ 353042 h 778221"/>
                <a:gd name="csX1816" fmla="*/ 51117 w 1212477"/>
                <a:gd name="csY1816" fmla="*/ 352564 h 778221"/>
                <a:gd name="csX1817" fmla="*/ 51595 w 1212477"/>
                <a:gd name="csY1817" fmla="*/ 352087 h 778221"/>
                <a:gd name="csX1818" fmla="*/ 52073 w 1212477"/>
                <a:gd name="csY1818" fmla="*/ 352087 h 778221"/>
                <a:gd name="csX1819" fmla="*/ 52550 w 1212477"/>
                <a:gd name="csY1819" fmla="*/ 351609 h 778221"/>
                <a:gd name="csX1820" fmla="*/ 53984 w 1212477"/>
                <a:gd name="csY1820" fmla="*/ 353520 h 778221"/>
                <a:gd name="csX1821" fmla="*/ 55416 w 1212477"/>
                <a:gd name="csY1821" fmla="*/ 352564 h 778221"/>
                <a:gd name="csX1822" fmla="*/ 56850 w 1212477"/>
                <a:gd name="csY1822" fmla="*/ 351131 h 778221"/>
                <a:gd name="csX1823" fmla="*/ 57805 w 1212477"/>
                <a:gd name="csY1823" fmla="*/ 349698 h 778221"/>
                <a:gd name="csX1824" fmla="*/ 59239 w 1212477"/>
                <a:gd name="csY1824" fmla="*/ 347787 h 778221"/>
                <a:gd name="csX1825" fmla="*/ 59716 w 1212477"/>
                <a:gd name="csY1825" fmla="*/ 345876 h 778221"/>
                <a:gd name="csX1826" fmla="*/ 60194 w 1212477"/>
                <a:gd name="csY1826" fmla="*/ 343965 h 778221"/>
                <a:gd name="csX1827" fmla="*/ 60672 w 1212477"/>
                <a:gd name="csY1827" fmla="*/ 343010 h 778221"/>
                <a:gd name="csX1828" fmla="*/ 61627 w 1212477"/>
                <a:gd name="csY1828" fmla="*/ 342054 h 778221"/>
                <a:gd name="csX1829" fmla="*/ 61627 w 1212477"/>
                <a:gd name="csY1829" fmla="*/ 342054 h 778221"/>
                <a:gd name="csX1830" fmla="*/ 64016 w 1212477"/>
                <a:gd name="csY1830" fmla="*/ 338232 h 778221"/>
                <a:gd name="csX1831" fmla="*/ 65449 w 1212477"/>
                <a:gd name="csY1831" fmla="*/ 337277 h 778221"/>
                <a:gd name="csX1832" fmla="*/ 67360 w 1212477"/>
                <a:gd name="csY1832" fmla="*/ 336799 h 778221"/>
                <a:gd name="csX1833" fmla="*/ 71182 w 1212477"/>
                <a:gd name="csY1833" fmla="*/ 337755 h 778221"/>
                <a:gd name="csX1834" fmla="*/ 73093 w 1212477"/>
                <a:gd name="csY1834" fmla="*/ 337755 h 778221"/>
                <a:gd name="csX1835" fmla="*/ 78825 w 1212477"/>
                <a:gd name="csY1835" fmla="*/ 338232 h 778221"/>
                <a:gd name="csX1836" fmla="*/ 81692 w 1212477"/>
                <a:gd name="csY1836" fmla="*/ 337277 h 778221"/>
                <a:gd name="csX1837" fmla="*/ 83603 w 1212477"/>
                <a:gd name="csY1837" fmla="*/ 336799 h 778221"/>
                <a:gd name="csX1838" fmla="*/ 86469 w 1212477"/>
                <a:gd name="csY1838" fmla="*/ 336799 h 778221"/>
                <a:gd name="csX1839" fmla="*/ 89813 w 1212477"/>
                <a:gd name="csY1839" fmla="*/ 336321 h 778221"/>
                <a:gd name="csX1840" fmla="*/ 89813 w 1212477"/>
                <a:gd name="csY1840" fmla="*/ 335844 h 778221"/>
                <a:gd name="csX1841" fmla="*/ 94113 w 1212477"/>
                <a:gd name="csY1841" fmla="*/ 331066 h 778221"/>
                <a:gd name="csX1842" fmla="*/ 94113 w 1212477"/>
                <a:gd name="csY1842" fmla="*/ 330111 h 778221"/>
                <a:gd name="csX1843" fmla="*/ 94591 w 1212477"/>
                <a:gd name="csY1843" fmla="*/ 329155 h 778221"/>
                <a:gd name="csX1844" fmla="*/ 95546 w 1212477"/>
                <a:gd name="csY1844" fmla="*/ 328200 h 778221"/>
                <a:gd name="csX1845" fmla="*/ 96024 w 1212477"/>
                <a:gd name="csY1845" fmla="*/ 327722 h 778221"/>
                <a:gd name="csX1846" fmla="*/ 97935 w 1212477"/>
                <a:gd name="csY1846" fmla="*/ 326767 h 778221"/>
                <a:gd name="csX1847" fmla="*/ 99368 w 1212477"/>
                <a:gd name="csY1847" fmla="*/ 325812 h 778221"/>
                <a:gd name="csX1848" fmla="*/ 101757 w 1212477"/>
                <a:gd name="csY1848" fmla="*/ 324378 h 778221"/>
                <a:gd name="csX1849" fmla="*/ 109878 w 1212477"/>
                <a:gd name="csY1849" fmla="*/ 320556 h 778221"/>
                <a:gd name="csX1850" fmla="*/ 112744 w 1212477"/>
                <a:gd name="csY1850" fmla="*/ 319123 h 778221"/>
                <a:gd name="csX1851" fmla="*/ 114177 w 1212477"/>
                <a:gd name="csY1851" fmla="*/ 319123 h 778221"/>
                <a:gd name="csX1852" fmla="*/ 117044 w 1212477"/>
                <a:gd name="csY1852" fmla="*/ 318168 h 778221"/>
                <a:gd name="csX1853" fmla="*/ 122299 w 1212477"/>
                <a:gd name="csY1853" fmla="*/ 316257 h 778221"/>
                <a:gd name="csX1854" fmla="*/ 123732 w 1212477"/>
                <a:gd name="csY1854" fmla="*/ 313868 h 778221"/>
                <a:gd name="csX1855" fmla="*/ 125165 w 1212477"/>
                <a:gd name="csY1855" fmla="*/ 313390 h 778221"/>
                <a:gd name="csX1856" fmla="*/ 131376 w 1212477"/>
                <a:gd name="csY1856" fmla="*/ 312913 h 778221"/>
                <a:gd name="csX1857" fmla="*/ 131376 w 1212477"/>
                <a:gd name="csY1857" fmla="*/ 312435 h 778221"/>
                <a:gd name="csX1858" fmla="*/ 131853 w 1212477"/>
                <a:gd name="csY1858" fmla="*/ 312435 h 778221"/>
                <a:gd name="csX1859" fmla="*/ 131376 w 1212477"/>
                <a:gd name="csY1859" fmla="*/ 310524 h 778221"/>
                <a:gd name="csX1860" fmla="*/ 130898 w 1212477"/>
                <a:gd name="csY1860" fmla="*/ 309091 h 778221"/>
                <a:gd name="csX1861" fmla="*/ 131376 w 1212477"/>
                <a:gd name="csY1861" fmla="*/ 308613 h 778221"/>
                <a:gd name="csX1862" fmla="*/ 131853 w 1212477"/>
                <a:gd name="csY1862" fmla="*/ 308136 h 778221"/>
                <a:gd name="csX1863" fmla="*/ 131853 w 1212477"/>
                <a:gd name="csY1863" fmla="*/ 307180 h 778221"/>
                <a:gd name="csX1864" fmla="*/ 130898 w 1212477"/>
                <a:gd name="csY1864" fmla="*/ 303836 h 778221"/>
                <a:gd name="csX1865" fmla="*/ 130420 w 1212477"/>
                <a:gd name="csY1865" fmla="*/ 300970 h 778221"/>
                <a:gd name="csX1866" fmla="*/ 129943 w 1212477"/>
                <a:gd name="csY1866" fmla="*/ 298581 h 778221"/>
                <a:gd name="csX1867" fmla="*/ 129943 w 1212477"/>
                <a:gd name="csY1867" fmla="*/ 297148 h 778221"/>
                <a:gd name="csX1868" fmla="*/ 130898 w 1212477"/>
                <a:gd name="csY1868" fmla="*/ 295714 h 778221"/>
                <a:gd name="csX1869" fmla="*/ 131853 w 1212477"/>
                <a:gd name="csY1869" fmla="*/ 294281 h 778221"/>
                <a:gd name="csX1870" fmla="*/ 134242 w 1212477"/>
                <a:gd name="csY1870" fmla="*/ 293326 h 778221"/>
                <a:gd name="csX1871" fmla="*/ 135198 w 1212477"/>
                <a:gd name="csY1871" fmla="*/ 292848 h 778221"/>
                <a:gd name="csX1872" fmla="*/ 137586 w 1212477"/>
                <a:gd name="csY1872" fmla="*/ 292370 h 778221"/>
                <a:gd name="csX1873" fmla="*/ 137586 w 1212477"/>
                <a:gd name="csY1873" fmla="*/ 291415 h 778221"/>
                <a:gd name="csX1874" fmla="*/ 135675 w 1212477"/>
                <a:gd name="csY1874" fmla="*/ 290937 h 778221"/>
                <a:gd name="csX1875" fmla="*/ 134242 w 1212477"/>
                <a:gd name="csY1875" fmla="*/ 289982 h 778221"/>
                <a:gd name="csX1876" fmla="*/ 134242 w 1212477"/>
                <a:gd name="csY1876" fmla="*/ 289026 h 778221"/>
                <a:gd name="csX1877" fmla="*/ 134242 w 1212477"/>
                <a:gd name="csY1877" fmla="*/ 288548 h 778221"/>
                <a:gd name="csX1878" fmla="*/ 134720 w 1212477"/>
                <a:gd name="csY1878" fmla="*/ 288071 h 778221"/>
                <a:gd name="csX1879" fmla="*/ 137109 w 1212477"/>
                <a:gd name="csY1879" fmla="*/ 287115 h 778221"/>
                <a:gd name="csX1880" fmla="*/ 139019 w 1212477"/>
                <a:gd name="csY1880" fmla="*/ 286160 h 778221"/>
                <a:gd name="csX1881" fmla="*/ 141886 w 1212477"/>
                <a:gd name="csY1881" fmla="*/ 286638 h 778221"/>
                <a:gd name="csX1882" fmla="*/ 142364 w 1212477"/>
                <a:gd name="csY1882" fmla="*/ 286160 h 778221"/>
                <a:gd name="csX1883" fmla="*/ 142364 w 1212477"/>
                <a:gd name="csY1883" fmla="*/ 285205 h 778221"/>
                <a:gd name="csX1884" fmla="*/ 141886 w 1212477"/>
                <a:gd name="csY1884" fmla="*/ 284249 h 778221"/>
                <a:gd name="csX1885" fmla="*/ 141408 w 1212477"/>
                <a:gd name="csY1885" fmla="*/ 282338 h 778221"/>
                <a:gd name="csX1886" fmla="*/ 139975 w 1212477"/>
                <a:gd name="csY1886" fmla="*/ 281382 h 778221"/>
                <a:gd name="csX1887" fmla="*/ 139975 w 1212477"/>
                <a:gd name="csY1887" fmla="*/ 280427 h 778221"/>
                <a:gd name="csX1888" fmla="*/ 140930 w 1212477"/>
                <a:gd name="csY1888" fmla="*/ 278516 h 778221"/>
                <a:gd name="csX1889" fmla="*/ 139975 w 1212477"/>
                <a:gd name="csY1889" fmla="*/ 275172 h 778221"/>
                <a:gd name="csX1890" fmla="*/ 138542 w 1212477"/>
                <a:gd name="csY1890" fmla="*/ 272306 h 778221"/>
                <a:gd name="csX1891" fmla="*/ 136631 w 1212477"/>
                <a:gd name="csY1891" fmla="*/ 267051 h 778221"/>
                <a:gd name="csX1892" fmla="*/ 135198 w 1212477"/>
                <a:gd name="csY1892" fmla="*/ 265140 h 778221"/>
                <a:gd name="csX1893" fmla="*/ 134720 w 1212477"/>
                <a:gd name="csY1893" fmla="*/ 262751 h 778221"/>
                <a:gd name="csX1894" fmla="*/ 133764 w 1212477"/>
                <a:gd name="csY1894" fmla="*/ 261796 h 778221"/>
                <a:gd name="csX1895" fmla="*/ 133764 w 1212477"/>
                <a:gd name="csY1895" fmla="*/ 259885 h 778221"/>
                <a:gd name="csX1896" fmla="*/ 134242 w 1212477"/>
                <a:gd name="csY1896" fmla="*/ 258452 h 778221"/>
                <a:gd name="csX1897" fmla="*/ 134242 w 1212477"/>
                <a:gd name="csY1897" fmla="*/ 258452 h 778221"/>
                <a:gd name="csX1898" fmla="*/ 133764 w 1212477"/>
                <a:gd name="csY1898" fmla="*/ 256063 h 778221"/>
                <a:gd name="csX1899" fmla="*/ 133764 w 1212477"/>
                <a:gd name="csY1899" fmla="*/ 253197 h 778221"/>
                <a:gd name="csX1900" fmla="*/ 133764 w 1212477"/>
                <a:gd name="csY1900" fmla="*/ 250330 h 778221"/>
                <a:gd name="csX1901" fmla="*/ 134720 w 1212477"/>
                <a:gd name="csY1901" fmla="*/ 248419 h 778221"/>
                <a:gd name="csX1902" fmla="*/ 134242 w 1212477"/>
                <a:gd name="csY1902" fmla="*/ 247464 h 778221"/>
                <a:gd name="csX1903" fmla="*/ 134720 w 1212477"/>
                <a:gd name="csY1903" fmla="*/ 246986 h 778221"/>
                <a:gd name="csX1904" fmla="*/ 134720 w 1212477"/>
                <a:gd name="csY1904" fmla="*/ 246986 h 778221"/>
                <a:gd name="csX1905" fmla="*/ 135675 w 1212477"/>
                <a:gd name="csY1905" fmla="*/ 246986 h 778221"/>
                <a:gd name="csX1906" fmla="*/ 135675 w 1212477"/>
                <a:gd name="csY1906" fmla="*/ 246986 h 778221"/>
                <a:gd name="csX1907" fmla="*/ 136631 w 1212477"/>
                <a:gd name="csY1907" fmla="*/ 246031 h 778221"/>
                <a:gd name="csX1908" fmla="*/ 135675 w 1212477"/>
                <a:gd name="csY1908" fmla="*/ 245075 h 778221"/>
                <a:gd name="csX1909" fmla="*/ 134242 w 1212477"/>
                <a:gd name="csY1909" fmla="*/ 244598 h 778221"/>
                <a:gd name="csX1910" fmla="*/ 131853 w 1212477"/>
                <a:gd name="csY1910" fmla="*/ 243642 h 778221"/>
                <a:gd name="csX1911" fmla="*/ 129465 w 1212477"/>
                <a:gd name="csY1911" fmla="*/ 243642 h 778221"/>
                <a:gd name="csX1912" fmla="*/ 126598 w 1212477"/>
                <a:gd name="csY1912" fmla="*/ 244120 h 778221"/>
                <a:gd name="csX1913" fmla="*/ 125643 w 1212477"/>
                <a:gd name="csY1913" fmla="*/ 243164 h 778221"/>
                <a:gd name="csX1914" fmla="*/ 124210 w 1212477"/>
                <a:gd name="csY1914" fmla="*/ 242209 h 778221"/>
                <a:gd name="csX1915" fmla="*/ 124210 w 1212477"/>
                <a:gd name="csY1915" fmla="*/ 241731 h 778221"/>
                <a:gd name="csX1916" fmla="*/ 126121 w 1212477"/>
                <a:gd name="csY1916" fmla="*/ 240298 h 778221"/>
                <a:gd name="csX1917" fmla="*/ 128032 w 1212477"/>
                <a:gd name="csY1917" fmla="*/ 238387 h 778221"/>
                <a:gd name="csX1918" fmla="*/ 131376 w 1212477"/>
                <a:gd name="csY1918" fmla="*/ 237909 h 778221"/>
                <a:gd name="csX1919" fmla="*/ 135198 w 1212477"/>
                <a:gd name="csY1919" fmla="*/ 236954 h 778221"/>
                <a:gd name="csX1920" fmla="*/ 137109 w 1212477"/>
                <a:gd name="csY1920" fmla="*/ 235998 h 778221"/>
                <a:gd name="csX1921" fmla="*/ 139497 w 1212477"/>
                <a:gd name="csY1921" fmla="*/ 235521 h 778221"/>
                <a:gd name="csX1922" fmla="*/ 142364 w 1212477"/>
                <a:gd name="csY1922" fmla="*/ 235043 h 778221"/>
                <a:gd name="csX1923" fmla="*/ 143796 w 1212477"/>
                <a:gd name="csY1923" fmla="*/ 235521 h 778221"/>
                <a:gd name="csX1924" fmla="*/ 147619 w 1212477"/>
                <a:gd name="csY1924" fmla="*/ 234565 h 778221"/>
                <a:gd name="csX1925" fmla="*/ 153351 w 1212477"/>
                <a:gd name="csY1925" fmla="*/ 232176 h 778221"/>
                <a:gd name="csX1926" fmla="*/ 158607 w 1212477"/>
                <a:gd name="csY1926" fmla="*/ 230743 h 778221"/>
                <a:gd name="csX1927" fmla="*/ 160517 w 1212477"/>
                <a:gd name="csY1927" fmla="*/ 229788 h 778221"/>
                <a:gd name="csX1928" fmla="*/ 161950 w 1212477"/>
                <a:gd name="csY1928" fmla="*/ 230743 h 778221"/>
                <a:gd name="csX1929" fmla="*/ 162428 w 1212477"/>
                <a:gd name="csY1929" fmla="*/ 232654 h 778221"/>
                <a:gd name="csX1930" fmla="*/ 163861 w 1212477"/>
                <a:gd name="csY1930" fmla="*/ 234087 h 778221"/>
                <a:gd name="csX1931" fmla="*/ 165294 w 1212477"/>
                <a:gd name="csY1931" fmla="*/ 234565 h 778221"/>
                <a:gd name="csX1932" fmla="*/ 166250 w 1212477"/>
                <a:gd name="csY1932" fmla="*/ 234565 h 778221"/>
                <a:gd name="csX1933" fmla="*/ 169116 w 1212477"/>
                <a:gd name="csY1933" fmla="*/ 233610 h 778221"/>
                <a:gd name="csX1934" fmla="*/ 171983 w 1212477"/>
                <a:gd name="csY1934" fmla="*/ 233132 h 778221"/>
                <a:gd name="csX1935" fmla="*/ 172938 w 1212477"/>
                <a:gd name="csY1935" fmla="*/ 233610 h 778221"/>
                <a:gd name="csX1936" fmla="*/ 174371 w 1212477"/>
                <a:gd name="csY1936" fmla="*/ 234565 h 778221"/>
                <a:gd name="csX1937" fmla="*/ 175805 w 1212477"/>
                <a:gd name="csY1937" fmla="*/ 235521 h 778221"/>
                <a:gd name="csX1938" fmla="*/ 176760 w 1212477"/>
                <a:gd name="csY1938" fmla="*/ 235521 h 778221"/>
                <a:gd name="csX1939" fmla="*/ 177716 w 1212477"/>
                <a:gd name="csY1939" fmla="*/ 234565 h 778221"/>
                <a:gd name="csX1940" fmla="*/ 178193 w 1212477"/>
                <a:gd name="csY1940" fmla="*/ 233132 h 778221"/>
                <a:gd name="csX1941" fmla="*/ 178671 w 1212477"/>
                <a:gd name="csY1941" fmla="*/ 231221 h 778221"/>
                <a:gd name="csX1942" fmla="*/ 179149 w 1212477"/>
                <a:gd name="csY1942" fmla="*/ 228832 h 778221"/>
                <a:gd name="csX1943" fmla="*/ 178671 w 1212477"/>
                <a:gd name="csY1943" fmla="*/ 227877 h 778221"/>
                <a:gd name="csX1944" fmla="*/ 178193 w 1212477"/>
                <a:gd name="csY1944" fmla="*/ 227399 h 778221"/>
                <a:gd name="csX1945" fmla="*/ 175327 w 1212477"/>
                <a:gd name="csY1945" fmla="*/ 226444 h 778221"/>
                <a:gd name="csX1946" fmla="*/ 172938 w 1212477"/>
                <a:gd name="csY1946" fmla="*/ 225488 h 778221"/>
                <a:gd name="csX1947" fmla="*/ 172460 w 1212477"/>
                <a:gd name="csY1947" fmla="*/ 224055 h 778221"/>
                <a:gd name="csX1948" fmla="*/ 172938 w 1212477"/>
                <a:gd name="csY1948" fmla="*/ 223577 h 778221"/>
                <a:gd name="csX1949" fmla="*/ 173416 w 1212477"/>
                <a:gd name="csY1949" fmla="*/ 221189 h 778221"/>
                <a:gd name="csX1950" fmla="*/ 174849 w 1212477"/>
                <a:gd name="csY1950" fmla="*/ 217845 h 778221"/>
                <a:gd name="csX1951" fmla="*/ 176760 w 1212477"/>
                <a:gd name="csY1951" fmla="*/ 212590 h 778221"/>
                <a:gd name="csX1952" fmla="*/ 177716 w 1212477"/>
                <a:gd name="csY1952" fmla="*/ 208768 h 778221"/>
                <a:gd name="csX1953" fmla="*/ 180104 w 1212477"/>
                <a:gd name="csY1953" fmla="*/ 202557 h 778221"/>
                <a:gd name="csX1954" fmla="*/ 182493 w 1212477"/>
                <a:gd name="csY1954" fmla="*/ 196347 h 778221"/>
                <a:gd name="csX1955" fmla="*/ 185837 w 1212477"/>
                <a:gd name="csY1955" fmla="*/ 187270 h 778221"/>
                <a:gd name="csX1956" fmla="*/ 186314 w 1212477"/>
                <a:gd name="csY1956" fmla="*/ 185359 h 778221"/>
                <a:gd name="csX1957" fmla="*/ 186792 w 1212477"/>
                <a:gd name="csY1957" fmla="*/ 182493 h 778221"/>
                <a:gd name="csX1958" fmla="*/ 186792 w 1212477"/>
                <a:gd name="csY1958" fmla="*/ 181537 h 778221"/>
                <a:gd name="csX1959" fmla="*/ 188226 w 1212477"/>
                <a:gd name="csY1959" fmla="*/ 181059 h 778221"/>
                <a:gd name="csX1960" fmla="*/ 190137 w 1212477"/>
                <a:gd name="csY1960" fmla="*/ 181537 h 778221"/>
                <a:gd name="csX1961" fmla="*/ 194914 w 1212477"/>
                <a:gd name="csY1961" fmla="*/ 183448 h 778221"/>
                <a:gd name="csX1962" fmla="*/ 198735 w 1212477"/>
                <a:gd name="csY1962" fmla="*/ 185359 h 778221"/>
                <a:gd name="csX1963" fmla="*/ 200646 w 1212477"/>
                <a:gd name="csY1963" fmla="*/ 185837 h 778221"/>
                <a:gd name="csX1964" fmla="*/ 203035 w 1212477"/>
                <a:gd name="csY1964" fmla="*/ 186314 h 778221"/>
                <a:gd name="csX1965" fmla="*/ 206379 w 1212477"/>
                <a:gd name="csY1965" fmla="*/ 187270 h 778221"/>
                <a:gd name="csX1966" fmla="*/ 208768 w 1212477"/>
                <a:gd name="csY1966" fmla="*/ 187270 h 778221"/>
                <a:gd name="csX1967" fmla="*/ 210679 w 1212477"/>
                <a:gd name="csY1967" fmla="*/ 186792 h 778221"/>
                <a:gd name="csX1968" fmla="*/ 213067 w 1212477"/>
                <a:gd name="csY1968" fmla="*/ 186792 h 778221"/>
                <a:gd name="csX1969" fmla="*/ 216889 w 1212477"/>
                <a:gd name="csY1969" fmla="*/ 187270 h 778221"/>
                <a:gd name="csX1970" fmla="*/ 217845 w 1212477"/>
                <a:gd name="csY1970" fmla="*/ 187270 h 778221"/>
                <a:gd name="csX1971" fmla="*/ 219278 w 1212477"/>
                <a:gd name="csY1971" fmla="*/ 187270 h 778221"/>
                <a:gd name="csX1972" fmla="*/ 220233 w 1212477"/>
                <a:gd name="csY1972" fmla="*/ 188225 h 778221"/>
                <a:gd name="csX1973" fmla="*/ 221189 w 1212477"/>
                <a:gd name="csY1973" fmla="*/ 190136 h 778221"/>
                <a:gd name="csX1974" fmla="*/ 221667 w 1212477"/>
                <a:gd name="csY1974" fmla="*/ 191092 h 778221"/>
                <a:gd name="csX1975" fmla="*/ 223100 w 1212477"/>
                <a:gd name="csY1975" fmla="*/ 190614 h 778221"/>
                <a:gd name="csX1976" fmla="*/ 226444 w 1212477"/>
                <a:gd name="csY1976" fmla="*/ 188703 h 778221"/>
                <a:gd name="csX1977" fmla="*/ 228355 w 1212477"/>
                <a:gd name="csY1977" fmla="*/ 187748 h 778221"/>
                <a:gd name="csX1978" fmla="*/ 230744 w 1212477"/>
                <a:gd name="csY1978" fmla="*/ 185359 h 778221"/>
                <a:gd name="csX1979" fmla="*/ 233132 w 1212477"/>
                <a:gd name="csY1979" fmla="*/ 185359 h 778221"/>
                <a:gd name="csX1980" fmla="*/ 235521 w 1212477"/>
                <a:gd name="csY1980" fmla="*/ 184881 h 778221"/>
                <a:gd name="csX1981" fmla="*/ 236476 w 1212477"/>
                <a:gd name="csY1981" fmla="*/ 183926 h 778221"/>
                <a:gd name="csX1982" fmla="*/ 237432 w 1212477"/>
                <a:gd name="csY1982" fmla="*/ 181537 h 778221"/>
                <a:gd name="csX1983" fmla="*/ 238865 w 1212477"/>
                <a:gd name="csY1983" fmla="*/ 179626 h 778221"/>
                <a:gd name="csX1984" fmla="*/ 239342 w 1212477"/>
                <a:gd name="csY1984" fmla="*/ 177238 h 778221"/>
                <a:gd name="csX1985" fmla="*/ 238865 w 1212477"/>
                <a:gd name="csY1985" fmla="*/ 175804 h 778221"/>
                <a:gd name="csX1986" fmla="*/ 237432 w 1212477"/>
                <a:gd name="csY1986" fmla="*/ 173416 h 778221"/>
                <a:gd name="csX1987" fmla="*/ 237909 w 1212477"/>
                <a:gd name="csY1987" fmla="*/ 171505 h 778221"/>
                <a:gd name="csX1988" fmla="*/ 236954 w 1212477"/>
                <a:gd name="csY1988" fmla="*/ 166728 h 778221"/>
                <a:gd name="csX1989" fmla="*/ 236476 w 1212477"/>
                <a:gd name="csY1989" fmla="*/ 161950 h 778221"/>
                <a:gd name="csX1990" fmla="*/ 237432 w 1212477"/>
                <a:gd name="csY1990" fmla="*/ 158128 h 778221"/>
                <a:gd name="csX1991" fmla="*/ 238387 w 1212477"/>
                <a:gd name="csY1991" fmla="*/ 154307 h 778221"/>
                <a:gd name="csX1992" fmla="*/ 238865 w 1212477"/>
                <a:gd name="csY1992" fmla="*/ 152873 h 778221"/>
                <a:gd name="csX1993" fmla="*/ 239821 w 1212477"/>
                <a:gd name="csY1993" fmla="*/ 150962 h 778221"/>
                <a:gd name="csX1994" fmla="*/ 240776 w 1212477"/>
                <a:gd name="csY1994" fmla="*/ 149052 h 778221"/>
                <a:gd name="csX1995" fmla="*/ 242687 w 1212477"/>
                <a:gd name="csY1995" fmla="*/ 148574 h 778221"/>
                <a:gd name="csX1996" fmla="*/ 246986 w 1212477"/>
                <a:gd name="csY1996" fmla="*/ 148096 h 778221"/>
                <a:gd name="csX1997" fmla="*/ 251286 w 1212477"/>
                <a:gd name="csY1997" fmla="*/ 147141 h 778221"/>
                <a:gd name="csX1998" fmla="*/ 253197 w 1212477"/>
                <a:gd name="csY1998" fmla="*/ 146185 h 778221"/>
                <a:gd name="csX1999" fmla="*/ 255585 w 1212477"/>
                <a:gd name="csY1999" fmla="*/ 145707 h 778221"/>
                <a:gd name="csX2000" fmla="*/ 256541 w 1212477"/>
                <a:gd name="csY2000" fmla="*/ 145230 h 778221"/>
                <a:gd name="csX2001" fmla="*/ 258930 w 1212477"/>
                <a:gd name="csY2001" fmla="*/ 142363 h 778221"/>
                <a:gd name="csX2002" fmla="*/ 259885 w 1212477"/>
                <a:gd name="csY2002" fmla="*/ 140452 h 778221"/>
                <a:gd name="csX2003" fmla="*/ 260840 w 1212477"/>
                <a:gd name="csY2003" fmla="*/ 136153 h 778221"/>
                <a:gd name="csX2004" fmla="*/ 260363 w 1212477"/>
                <a:gd name="csY2004" fmla="*/ 133764 h 778221"/>
                <a:gd name="csX2005" fmla="*/ 260840 w 1212477"/>
                <a:gd name="csY2005" fmla="*/ 131853 h 778221"/>
                <a:gd name="csX2006" fmla="*/ 261796 w 1212477"/>
                <a:gd name="csY2006" fmla="*/ 130898 h 778221"/>
                <a:gd name="csX2007" fmla="*/ 263229 w 1212477"/>
                <a:gd name="csY2007" fmla="*/ 129942 h 778221"/>
                <a:gd name="csX2008" fmla="*/ 264662 w 1212477"/>
                <a:gd name="csY2008" fmla="*/ 129465 h 778221"/>
                <a:gd name="csX2009" fmla="*/ 266573 w 1212477"/>
                <a:gd name="csY2009" fmla="*/ 128987 h 778221"/>
                <a:gd name="csX2010" fmla="*/ 270395 w 1212477"/>
                <a:gd name="csY2010" fmla="*/ 129465 h 778221"/>
                <a:gd name="csX2011" fmla="*/ 271828 w 1212477"/>
                <a:gd name="csY2011" fmla="*/ 129942 h 778221"/>
                <a:gd name="csX2012" fmla="*/ 271828 w 1212477"/>
                <a:gd name="csY2012" fmla="*/ 129942 h 778221"/>
                <a:gd name="csX2013" fmla="*/ 272306 w 1212477"/>
                <a:gd name="csY2013" fmla="*/ 129942 h 778221"/>
                <a:gd name="csX2014" fmla="*/ 273739 w 1212477"/>
                <a:gd name="csY2014" fmla="*/ 129942 h 778221"/>
                <a:gd name="csX2015" fmla="*/ 273739 w 1212477"/>
                <a:gd name="csY2015" fmla="*/ 129942 h 778221"/>
                <a:gd name="csX2016" fmla="*/ 274217 w 1212477"/>
                <a:gd name="csY2016" fmla="*/ 129942 h 778221"/>
                <a:gd name="csX2017" fmla="*/ 275172 w 1212477"/>
                <a:gd name="csY2017" fmla="*/ 129942 h 778221"/>
                <a:gd name="csX2018" fmla="*/ 276128 w 1212477"/>
                <a:gd name="csY2018" fmla="*/ 128987 h 778221"/>
                <a:gd name="csX2019" fmla="*/ 277083 w 1212477"/>
                <a:gd name="csY2019" fmla="*/ 128509 h 778221"/>
                <a:gd name="csX2020" fmla="*/ 278994 w 1212477"/>
                <a:gd name="csY2020" fmla="*/ 128031 h 778221"/>
                <a:gd name="csX2021" fmla="*/ 280905 w 1212477"/>
                <a:gd name="csY2021" fmla="*/ 127554 h 778221"/>
                <a:gd name="csX2022" fmla="*/ 281860 w 1212477"/>
                <a:gd name="csY2022" fmla="*/ 127554 h 778221"/>
                <a:gd name="csX2023" fmla="*/ 281860 w 1212477"/>
                <a:gd name="csY2023" fmla="*/ 128031 h 778221"/>
                <a:gd name="csX2024" fmla="*/ 281860 w 1212477"/>
                <a:gd name="csY2024" fmla="*/ 128031 h 778221"/>
                <a:gd name="csX2025" fmla="*/ 281860 w 1212477"/>
                <a:gd name="csY2025" fmla="*/ 128987 h 778221"/>
                <a:gd name="csX2026" fmla="*/ 281860 w 1212477"/>
                <a:gd name="csY2026" fmla="*/ 129942 h 778221"/>
                <a:gd name="csX2027" fmla="*/ 282338 w 1212477"/>
                <a:gd name="csY2027" fmla="*/ 131376 h 778221"/>
                <a:gd name="csX2028" fmla="*/ 282816 w 1212477"/>
                <a:gd name="csY2028" fmla="*/ 132331 h 778221"/>
                <a:gd name="csX2029" fmla="*/ 282816 w 1212477"/>
                <a:gd name="csY2029" fmla="*/ 133286 h 778221"/>
                <a:gd name="csX2030" fmla="*/ 281860 w 1212477"/>
                <a:gd name="csY2030" fmla="*/ 133764 h 778221"/>
                <a:gd name="csX2031" fmla="*/ 280905 w 1212477"/>
                <a:gd name="csY2031" fmla="*/ 134720 h 778221"/>
                <a:gd name="csX2032" fmla="*/ 280428 w 1212477"/>
                <a:gd name="csY2032" fmla="*/ 135675 h 778221"/>
                <a:gd name="csX2033" fmla="*/ 281860 w 1212477"/>
                <a:gd name="csY2033" fmla="*/ 136631 h 778221"/>
                <a:gd name="csX2034" fmla="*/ 282338 w 1212477"/>
                <a:gd name="csY2034" fmla="*/ 138064 h 778221"/>
                <a:gd name="csX2035" fmla="*/ 284249 w 1212477"/>
                <a:gd name="csY2035" fmla="*/ 138542 h 778221"/>
                <a:gd name="csX2036" fmla="*/ 286160 w 1212477"/>
                <a:gd name="csY2036" fmla="*/ 139497 h 778221"/>
                <a:gd name="csX2037" fmla="*/ 286638 w 1212477"/>
                <a:gd name="csY2037" fmla="*/ 140452 h 778221"/>
                <a:gd name="csX2038" fmla="*/ 286638 w 1212477"/>
                <a:gd name="csY2038" fmla="*/ 141408 h 778221"/>
                <a:gd name="csX2039" fmla="*/ 285682 w 1212477"/>
                <a:gd name="csY2039" fmla="*/ 142363 h 778221"/>
                <a:gd name="csX2040" fmla="*/ 285205 w 1212477"/>
                <a:gd name="csY2040" fmla="*/ 143319 h 778221"/>
                <a:gd name="csX2041" fmla="*/ 284727 w 1212477"/>
                <a:gd name="csY2041" fmla="*/ 143796 h 778221"/>
                <a:gd name="csX2042" fmla="*/ 285205 w 1212477"/>
                <a:gd name="csY2042" fmla="*/ 144752 h 778221"/>
                <a:gd name="csX2043" fmla="*/ 285205 w 1212477"/>
                <a:gd name="csY2043" fmla="*/ 144752 h 778221"/>
                <a:gd name="csX2044" fmla="*/ 286638 w 1212477"/>
                <a:gd name="csY2044" fmla="*/ 144752 h 778221"/>
                <a:gd name="csX2045" fmla="*/ 288549 w 1212477"/>
                <a:gd name="csY2045" fmla="*/ 145707 h 778221"/>
                <a:gd name="csX2046" fmla="*/ 291893 w 1212477"/>
                <a:gd name="csY2046" fmla="*/ 146663 h 778221"/>
                <a:gd name="csX2047" fmla="*/ 293804 w 1212477"/>
                <a:gd name="csY2047" fmla="*/ 148574 h 778221"/>
                <a:gd name="csX2048" fmla="*/ 295715 w 1212477"/>
                <a:gd name="csY2048" fmla="*/ 149052 h 778221"/>
                <a:gd name="csX2049" fmla="*/ 296670 w 1212477"/>
                <a:gd name="csY2049" fmla="*/ 150962 h 778221"/>
                <a:gd name="csX2050" fmla="*/ 297148 w 1212477"/>
                <a:gd name="csY2050" fmla="*/ 153829 h 778221"/>
                <a:gd name="csX2051" fmla="*/ 299059 w 1212477"/>
                <a:gd name="csY2051" fmla="*/ 154784 h 778221"/>
                <a:gd name="csX2052" fmla="*/ 301925 w 1212477"/>
                <a:gd name="csY2052" fmla="*/ 156695 h 778221"/>
                <a:gd name="csX2053" fmla="*/ 303836 w 1212477"/>
                <a:gd name="csY2053" fmla="*/ 157173 h 778221"/>
                <a:gd name="csX2054" fmla="*/ 304792 w 1212477"/>
                <a:gd name="csY2054" fmla="*/ 158128 h 778221"/>
                <a:gd name="csX2055" fmla="*/ 306224 w 1212477"/>
                <a:gd name="csY2055" fmla="*/ 159562 h 778221"/>
                <a:gd name="csX2056" fmla="*/ 307658 w 1212477"/>
                <a:gd name="csY2056" fmla="*/ 160039 h 778221"/>
                <a:gd name="csX2057" fmla="*/ 309091 w 1212477"/>
                <a:gd name="csY2057" fmla="*/ 160039 h 778221"/>
                <a:gd name="csX2058" fmla="*/ 311958 w 1212477"/>
                <a:gd name="csY2058" fmla="*/ 159084 h 778221"/>
                <a:gd name="csX2059" fmla="*/ 314824 w 1212477"/>
                <a:gd name="csY2059" fmla="*/ 159084 h 778221"/>
                <a:gd name="csX2060" fmla="*/ 316735 w 1212477"/>
                <a:gd name="csY2060" fmla="*/ 159562 h 778221"/>
                <a:gd name="csX2061" fmla="*/ 318168 w 1212477"/>
                <a:gd name="csY2061" fmla="*/ 161950 h 778221"/>
                <a:gd name="csX2062" fmla="*/ 319124 w 1212477"/>
                <a:gd name="csY2062" fmla="*/ 162906 h 778221"/>
                <a:gd name="csX2063" fmla="*/ 319601 w 1212477"/>
                <a:gd name="csY2063" fmla="*/ 163861 h 778221"/>
                <a:gd name="csX2064" fmla="*/ 320556 w 1212477"/>
                <a:gd name="csY2064" fmla="*/ 164339 h 778221"/>
                <a:gd name="csX2065" fmla="*/ 321990 w 1212477"/>
                <a:gd name="csY2065" fmla="*/ 164339 h 778221"/>
                <a:gd name="csX2066" fmla="*/ 323423 w 1212477"/>
                <a:gd name="csY2066" fmla="*/ 163861 h 778221"/>
                <a:gd name="csX2067" fmla="*/ 323423 w 1212477"/>
                <a:gd name="csY2067" fmla="*/ 163861 h 778221"/>
                <a:gd name="csX2068" fmla="*/ 324378 w 1212477"/>
                <a:gd name="csY2068" fmla="*/ 162906 h 778221"/>
                <a:gd name="csX2069" fmla="*/ 325812 w 1212477"/>
                <a:gd name="csY2069" fmla="*/ 162906 h 778221"/>
                <a:gd name="csX2070" fmla="*/ 326289 w 1212477"/>
                <a:gd name="csY2070" fmla="*/ 163861 h 778221"/>
                <a:gd name="csX2071" fmla="*/ 326289 w 1212477"/>
                <a:gd name="csY2071" fmla="*/ 164817 h 778221"/>
                <a:gd name="csX2072" fmla="*/ 327245 w 1212477"/>
                <a:gd name="csY2072" fmla="*/ 166728 h 778221"/>
                <a:gd name="csX2073" fmla="*/ 327245 w 1212477"/>
                <a:gd name="csY2073" fmla="*/ 166728 h 778221"/>
                <a:gd name="csX2074" fmla="*/ 329156 w 1212477"/>
                <a:gd name="csY2074" fmla="*/ 167683 h 778221"/>
                <a:gd name="csX2075" fmla="*/ 331544 w 1212477"/>
                <a:gd name="csY2075" fmla="*/ 168161 h 778221"/>
                <a:gd name="csX2076" fmla="*/ 331544 w 1212477"/>
                <a:gd name="csY2076" fmla="*/ 169116 h 778221"/>
                <a:gd name="csX2077" fmla="*/ 332022 w 1212477"/>
                <a:gd name="csY2077" fmla="*/ 170549 h 778221"/>
                <a:gd name="csX2078" fmla="*/ 332978 w 1212477"/>
                <a:gd name="csY2078" fmla="*/ 171505 h 778221"/>
                <a:gd name="csX2079" fmla="*/ 332978 w 1212477"/>
                <a:gd name="csY2079" fmla="*/ 171505 h 778221"/>
                <a:gd name="csX2080" fmla="*/ 333455 w 1212477"/>
                <a:gd name="csY2080" fmla="*/ 172938 h 778221"/>
                <a:gd name="csX2081" fmla="*/ 334411 w 1212477"/>
                <a:gd name="csY2081" fmla="*/ 175327 h 778221"/>
                <a:gd name="csX2082" fmla="*/ 334888 w 1212477"/>
                <a:gd name="csY2082" fmla="*/ 177715 h 778221"/>
                <a:gd name="csX2083" fmla="*/ 334888 w 1212477"/>
                <a:gd name="csY2083" fmla="*/ 178671 h 778221"/>
                <a:gd name="csX2084" fmla="*/ 336322 w 1212477"/>
                <a:gd name="csY2084" fmla="*/ 180582 h 778221"/>
                <a:gd name="csX2085" fmla="*/ 337755 w 1212477"/>
                <a:gd name="csY2085" fmla="*/ 183926 h 778221"/>
                <a:gd name="csX2086" fmla="*/ 339188 w 1212477"/>
                <a:gd name="csY2086" fmla="*/ 186314 h 778221"/>
                <a:gd name="csX2087" fmla="*/ 341099 w 1212477"/>
                <a:gd name="csY2087" fmla="*/ 186792 h 778221"/>
                <a:gd name="csX2088" fmla="*/ 341099 w 1212477"/>
                <a:gd name="csY2088" fmla="*/ 186792 h 778221"/>
                <a:gd name="csX2089" fmla="*/ 342532 w 1212477"/>
                <a:gd name="csY2089" fmla="*/ 187748 h 778221"/>
                <a:gd name="csX2090" fmla="*/ 343488 w 1212477"/>
                <a:gd name="csY2090" fmla="*/ 189659 h 778221"/>
                <a:gd name="csX2091" fmla="*/ 344921 w 1212477"/>
                <a:gd name="csY2091" fmla="*/ 193003 h 778221"/>
                <a:gd name="csX2092" fmla="*/ 344921 w 1212477"/>
                <a:gd name="csY2092" fmla="*/ 195391 h 778221"/>
                <a:gd name="csX2093" fmla="*/ 344921 w 1212477"/>
                <a:gd name="csY2093" fmla="*/ 197302 h 778221"/>
                <a:gd name="csX2094" fmla="*/ 345399 w 1212477"/>
                <a:gd name="csY2094" fmla="*/ 197780 h 778221"/>
                <a:gd name="csX2095" fmla="*/ 345876 w 1212477"/>
                <a:gd name="csY2095" fmla="*/ 198735 h 778221"/>
                <a:gd name="csX2096" fmla="*/ 344443 w 1212477"/>
                <a:gd name="csY2096" fmla="*/ 202557 h 778221"/>
                <a:gd name="csX2097" fmla="*/ 343488 w 1212477"/>
                <a:gd name="csY2097" fmla="*/ 204468 h 778221"/>
                <a:gd name="csX2098" fmla="*/ 343488 w 1212477"/>
                <a:gd name="csY2098" fmla="*/ 204468 h 778221"/>
                <a:gd name="csX2099" fmla="*/ 343488 w 1212477"/>
                <a:gd name="csY2099" fmla="*/ 205424 h 778221"/>
                <a:gd name="csX2100" fmla="*/ 343488 w 1212477"/>
                <a:gd name="csY2100" fmla="*/ 205901 h 778221"/>
                <a:gd name="csX2101" fmla="*/ 343965 w 1212477"/>
                <a:gd name="csY2101" fmla="*/ 208290 h 778221"/>
                <a:gd name="csX2102" fmla="*/ 344921 w 1212477"/>
                <a:gd name="csY2102" fmla="*/ 210201 h 778221"/>
                <a:gd name="csX2103" fmla="*/ 344921 w 1212477"/>
                <a:gd name="csY2103" fmla="*/ 212112 h 778221"/>
                <a:gd name="csX2104" fmla="*/ 344443 w 1212477"/>
                <a:gd name="csY2104" fmla="*/ 213067 h 778221"/>
                <a:gd name="csX2105" fmla="*/ 342532 w 1212477"/>
                <a:gd name="csY2105" fmla="*/ 214978 h 778221"/>
                <a:gd name="csX2106" fmla="*/ 342054 w 1212477"/>
                <a:gd name="csY2106" fmla="*/ 215934 h 778221"/>
                <a:gd name="csX2107" fmla="*/ 342054 w 1212477"/>
                <a:gd name="csY2107" fmla="*/ 215934 h 778221"/>
                <a:gd name="csX2108" fmla="*/ 341099 w 1212477"/>
                <a:gd name="csY2108" fmla="*/ 216889 h 778221"/>
                <a:gd name="csX2109" fmla="*/ 339188 w 1212477"/>
                <a:gd name="csY2109" fmla="*/ 219756 h 778221"/>
                <a:gd name="csX2110" fmla="*/ 338710 w 1212477"/>
                <a:gd name="csY2110" fmla="*/ 223577 h 778221"/>
                <a:gd name="csX2111" fmla="*/ 338233 w 1212477"/>
                <a:gd name="csY2111" fmla="*/ 225010 h 778221"/>
                <a:gd name="csX2112" fmla="*/ 338710 w 1212477"/>
                <a:gd name="csY2112" fmla="*/ 226444 h 778221"/>
                <a:gd name="csX2113" fmla="*/ 340144 w 1212477"/>
                <a:gd name="csY2113" fmla="*/ 227877 h 778221"/>
                <a:gd name="csX2114" fmla="*/ 340144 w 1212477"/>
                <a:gd name="csY2114" fmla="*/ 229310 h 778221"/>
                <a:gd name="csX2115" fmla="*/ 342054 w 1212477"/>
                <a:gd name="csY2115" fmla="*/ 232176 h 778221"/>
                <a:gd name="csX2116" fmla="*/ 342532 w 1212477"/>
                <a:gd name="csY2116" fmla="*/ 233610 h 778221"/>
                <a:gd name="csX2117" fmla="*/ 342532 w 1212477"/>
                <a:gd name="csY2117" fmla="*/ 233610 h 778221"/>
                <a:gd name="csX2118" fmla="*/ 343488 w 1212477"/>
                <a:gd name="csY2118" fmla="*/ 233610 h 778221"/>
                <a:gd name="csX2119" fmla="*/ 343965 w 1212477"/>
                <a:gd name="csY2119" fmla="*/ 233132 h 778221"/>
                <a:gd name="csX2120" fmla="*/ 345876 w 1212477"/>
                <a:gd name="csY2120" fmla="*/ 233132 h 778221"/>
                <a:gd name="csX2121" fmla="*/ 347787 w 1212477"/>
                <a:gd name="csY2121" fmla="*/ 233610 h 778221"/>
                <a:gd name="csX2122" fmla="*/ 349220 w 1212477"/>
                <a:gd name="csY2122" fmla="*/ 235043 h 778221"/>
                <a:gd name="csX2123" fmla="*/ 351131 w 1212477"/>
                <a:gd name="csY2123" fmla="*/ 235521 h 778221"/>
                <a:gd name="csX2124" fmla="*/ 353997 w 1212477"/>
                <a:gd name="csY2124" fmla="*/ 235521 h 778221"/>
                <a:gd name="csX2125" fmla="*/ 354953 w 1212477"/>
                <a:gd name="csY2125" fmla="*/ 235998 h 778221"/>
                <a:gd name="csX2126" fmla="*/ 354953 w 1212477"/>
                <a:gd name="csY2126" fmla="*/ 235998 h 778221"/>
                <a:gd name="csX2127" fmla="*/ 356386 w 1212477"/>
                <a:gd name="csY2127" fmla="*/ 236954 h 778221"/>
                <a:gd name="csX2128" fmla="*/ 359731 w 1212477"/>
                <a:gd name="csY2128" fmla="*/ 236954 h 778221"/>
                <a:gd name="csX2129" fmla="*/ 362119 w 1212477"/>
                <a:gd name="csY2129" fmla="*/ 236954 h 778221"/>
                <a:gd name="csX2130" fmla="*/ 365463 w 1212477"/>
                <a:gd name="csY2130" fmla="*/ 236954 h 778221"/>
                <a:gd name="csX2131" fmla="*/ 368329 w 1212477"/>
                <a:gd name="csY2131" fmla="*/ 237909 h 778221"/>
                <a:gd name="csX2132" fmla="*/ 373107 w 1212477"/>
                <a:gd name="csY2132" fmla="*/ 238387 h 778221"/>
                <a:gd name="csX2133" fmla="*/ 373107 w 1212477"/>
                <a:gd name="csY2133" fmla="*/ 238387 h 778221"/>
                <a:gd name="csX2134" fmla="*/ 376451 w 1212477"/>
                <a:gd name="csY2134" fmla="*/ 238387 h 778221"/>
                <a:gd name="csX2135" fmla="*/ 380273 w 1212477"/>
                <a:gd name="csY2135" fmla="*/ 237909 h 778221"/>
                <a:gd name="csX2136" fmla="*/ 383139 w 1212477"/>
                <a:gd name="csY2136" fmla="*/ 238387 h 778221"/>
                <a:gd name="csX2137" fmla="*/ 390305 w 1212477"/>
                <a:gd name="csY2137" fmla="*/ 239342 h 778221"/>
                <a:gd name="csX2138" fmla="*/ 395083 w 1212477"/>
                <a:gd name="csY2138" fmla="*/ 240298 h 778221"/>
                <a:gd name="csX2139" fmla="*/ 397471 w 1212477"/>
                <a:gd name="csY2139" fmla="*/ 241253 h 778221"/>
                <a:gd name="csX2140" fmla="*/ 399860 w 1212477"/>
                <a:gd name="csY2140" fmla="*/ 243164 h 778221"/>
                <a:gd name="csX2141" fmla="*/ 401770 w 1212477"/>
                <a:gd name="csY2141" fmla="*/ 245553 h 778221"/>
                <a:gd name="csX2142" fmla="*/ 403681 w 1212477"/>
                <a:gd name="csY2142" fmla="*/ 246986 h 778221"/>
                <a:gd name="csX2143" fmla="*/ 408459 w 1212477"/>
                <a:gd name="csY2143" fmla="*/ 247941 h 778221"/>
                <a:gd name="csX2144" fmla="*/ 411803 w 1212477"/>
                <a:gd name="csY2144" fmla="*/ 250808 h 778221"/>
                <a:gd name="csX2145" fmla="*/ 414192 w 1212477"/>
                <a:gd name="csY2145" fmla="*/ 252241 h 778221"/>
                <a:gd name="csX2146" fmla="*/ 418491 w 1212477"/>
                <a:gd name="csY2146" fmla="*/ 255107 h 778221"/>
                <a:gd name="csX2147" fmla="*/ 421835 w 1212477"/>
                <a:gd name="csY2147" fmla="*/ 256541 h 778221"/>
                <a:gd name="csX2148" fmla="*/ 425179 w 1212477"/>
                <a:gd name="csY2148" fmla="*/ 257496 h 778221"/>
                <a:gd name="csX2149" fmla="*/ 425657 w 1212477"/>
                <a:gd name="csY2149" fmla="*/ 257496 h 778221"/>
                <a:gd name="csX2150" fmla="*/ 431390 w 1212477"/>
                <a:gd name="csY2150" fmla="*/ 257018 h 778221"/>
                <a:gd name="csX2151" fmla="*/ 431390 w 1212477"/>
                <a:gd name="csY2151" fmla="*/ 257496 h 778221"/>
                <a:gd name="csX2152" fmla="*/ 431390 w 1212477"/>
                <a:gd name="csY2152" fmla="*/ 259407 h 778221"/>
                <a:gd name="csX2153" fmla="*/ 430912 w 1212477"/>
                <a:gd name="csY2153" fmla="*/ 261318 h 778221"/>
                <a:gd name="csX2154" fmla="*/ 430912 w 1212477"/>
                <a:gd name="csY2154" fmla="*/ 261318 h 778221"/>
                <a:gd name="csX2155" fmla="*/ 430912 w 1212477"/>
                <a:gd name="csY2155" fmla="*/ 263229 h 778221"/>
                <a:gd name="csX2156" fmla="*/ 431390 w 1212477"/>
                <a:gd name="csY2156" fmla="*/ 264184 h 778221"/>
                <a:gd name="csX2157" fmla="*/ 431390 w 1212477"/>
                <a:gd name="csY2157" fmla="*/ 264184 h 778221"/>
                <a:gd name="csX2158" fmla="*/ 433779 w 1212477"/>
                <a:gd name="csY2158" fmla="*/ 264662 h 778221"/>
                <a:gd name="csX2159" fmla="*/ 434734 w 1212477"/>
                <a:gd name="csY2159" fmla="*/ 265140 h 778221"/>
                <a:gd name="csX2160" fmla="*/ 435690 w 1212477"/>
                <a:gd name="csY2160" fmla="*/ 267051 h 778221"/>
                <a:gd name="csX2161" fmla="*/ 436167 w 1212477"/>
                <a:gd name="csY2161" fmla="*/ 268006 h 778221"/>
                <a:gd name="csX2162" fmla="*/ 438078 w 1212477"/>
                <a:gd name="csY2162" fmla="*/ 272783 h 778221"/>
                <a:gd name="csX2163" fmla="*/ 440945 w 1212477"/>
                <a:gd name="csY2163" fmla="*/ 279472 h 778221"/>
                <a:gd name="csX2164" fmla="*/ 441422 w 1212477"/>
                <a:gd name="csY2164" fmla="*/ 282338 h 778221"/>
                <a:gd name="csX2165" fmla="*/ 442377 w 1212477"/>
                <a:gd name="csY2165" fmla="*/ 283771 h 778221"/>
                <a:gd name="csX2166" fmla="*/ 445722 w 1212477"/>
                <a:gd name="csY2166" fmla="*/ 286638 h 778221"/>
                <a:gd name="csX2167" fmla="*/ 447633 w 1212477"/>
                <a:gd name="csY2167" fmla="*/ 288548 h 778221"/>
                <a:gd name="csX2168" fmla="*/ 447633 w 1212477"/>
                <a:gd name="csY2168" fmla="*/ 288548 h 778221"/>
                <a:gd name="csX2169" fmla="*/ 450021 w 1212477"/>
                <a:gd name="csY2169" fmla="*/ 290937 h 778221"/>
                <a:gd name="csX2170" fmla="*/ 450977 w 1212477"/>
                <a:gd name="csY2170" fmla="*/ 292848 h 778221"/>
                <a:gd name="csX2171" fmla="*/ 450977 w 1212477"/>
                <a:gd name="csY2171" fmla="*/ 295237 h 778221"/>
                <a:gd name="csX2172" fmla="*/ 451932 w 1212477"/>
                <a:gd name="csY2172" fmla="*/ 296192 h 778221"/>
                <a:gd name="csX2173" fmla="*/ 452410 w 1212477"/>
                <a:gd name="csY2173" fmla="*/ 296192 h 778221"/>
                <a:gd name="csX2174" fmla="*/ 456709 w 1212477"/>
                <a:gd name="csY2174" fmla="*/ 295237 h 778221"/>
                <a:gd name="csX2175" fmla="*/ 460531 w 1212477"/>
                <a:gd name="csY2175" fmla="*/ 295237 h 778221"/>
                <a:gd name="csX2176" fmla="*/ 460531 w 1212477"/>
                <a:gd name="csY2176" fmla="*/ 295237 h 778221"/>
                <a:gd name="csX2177" fmla="*/ 468175 w 1212477"/>
                <a:gd name="csY2177" fmla="*/ 294281 h 778221"/>
                <a:gd name="csX2178" fmla="*/ 478207 w 1212477"/>
                <a:gd name="csY2178" fmla="*/ 295714 h 778221"/>
                <a:gd name="csX2179" fmla="*/ 478207 w 1212477"/>
                <a:gd name="csY2179" fmla="*/ 295714 h 778221"/>
                <a:gd name="csX2180" fmla="*/ 488717 w 1212477"/>
                <a:gd name="csY2180" fmla="*/ 297148 h 778221"/>
                <a:gd name="csX2181" fmla="*/ 498272 w 1212477"/>
                <a:gd name="csY2181" fmla="*/ 298103 h 778221"/>
                <a:gd name="csX2182" fmla="*/ 502572 w 1212477"/>
                <a:gd name="csY2182" fmla="*/ 298581 h 778221"/>
                <a:gd name="csX2183" fmla="*/ 513082 w 1212477"/>
                <a:gd name="csY2183" fmla="*/ 300014 h 778221"/>
                <a:gd name="csX2184" fmla="*/ 517381 w 1212477"/>
                <a:gd name="csY2184" fmla="*/ 298581 h 778221"/>
                <a:gd name="csX2185" fmla="*/ 518814 w 1212477"/>
                <a:gd name="csY2185" fmla="*/ 298103 h 778221"/>
                <a:gd name="csX2186" fmla="*/ 523114 w 1212477"/>
                <a:gd name="csY2186" fmla="*/ 297148 h 778221"/>
                <a:gd name="csX2187" fmla="*/ 525025 w 1212477"/>
                <a:gd name="csY2187" fmla="*/ 297148 h 778221"/>
                <a:gd name="csX2188" fmla="*/ 533624 w 1212477"/>
                <a:gd name="csY2188" fmla="*/ 298581 h 778221"/>
                <a:gd name="csX2189" fmla="*/ 538879 w 1212477"/>
                <a:gd name="csY2189" fmla="*/ 299059 h 778221"/>
                <a:gd name="csX2190" fmla="*/ 545089 w 1212477"/>
                <a:gd name="csY2190" fmla="*/ 300014 h 778221"/>
                <a:gd name="csX2191" fmla="*/ 549389 w 1212477"/>
                <a:gd name="csY2191" fmla="*/ 300492 h 778221"/>
                <a:gd name="csX2192" fmla="*/ 553211 w 1212477"/>
                <a:gd name="csY2192" fmla="*/ 300492 h 778221"/>
                <a:gd name="csX2193" fmla="*/ 554644 w 1212477"/>
                <a:gd name="csY2193" fmla="*/ 300970 h 778221"/>
                <a:gd name="csX2194" fmla="*/ 556555 w 1212477"/>
                <a:gd name="csY2194" fmla="*/ 301447 h 778221"/>
                <a:gd name="csX2195" fmla="*/ 557511 w 1212477"/>
                <a:gd name="csY2195" fmla="*/ 302403 h 778221"/>
                <a:gd name="csX2196" fmla="*/ 560854 w 1212477"/>
                <a:gd name="csY2196" fmla="*/ 306702 h 778221"/>
                <a:gd name="csX2197" fmla="*/ 562766 w 1212477"/>
                <a:gd name="csY2197" fmla="*/ 308613 h 778221"/>
                <a:gd name="csX2198" fmla="*/ 566109 w 1212477"/>
                <a:gd name="csY2198" fmla="*/ 309569 h 778221"/>
                <a:gd name="csX2199" fmla="*/ 574709 w 1212477"/>
                <a:gd name="csY2199" fmla="*/ 311480 h 778221"/>
                <a:gd name="csX2200" fmla="*/ 579008 w 1212477"/>
                <a:gd name="csY2200" fmla="*/ 312435 h 778221"/>
                <a:gd name="csX2201" fmla="*/ 584263 w 1212477"/>
                <a:gd name="csY2201" fmla="*/ 313390 h 778221"/>
                <a:gd name="csX2202" fmla="*/ 588085 w 1212477"/>
                <a:gd name="csY2202" fmla="*/ 315301 h 778221"/>
                <a:gd name="csX2203" fmla="*/ 591907 w 1212477"/>
                <a:gd name="csY2203" fmla="*/ 317212 h 778221"/>
                <a:gd name="csX2204" fmla="*/ 597162 w 1212477"/>
                <a:gd name="csY2204" fmla="*/ 319601 h 778221"/>
                <a:gd name="csX2205" fmla="*/ 601939 w 1212477"/>
                <a:gd name="csY2205" fmla="*/ 318646 h 778221"/>
                <a:gd name="csX2206" fmla="*/ 602895 w 1212477"/>
                <a:gd name="csY2206" fmla="*/ 318646 h 778221"/>
                <a:gd name="csX2207" fmla="*/ 603850 w 1212477"/>
                <a:gd name="csY2207" fmla="*/ 318646 h 778221"/>
                <a:gd name="csX2208" fmla="*/ 609105 w 1212477"/>
                <a:gd name="csY2208" fmla="*/ 317690 h 778221"/>
                <a:gd name="csX2209" fmla="*/ 612927 w 1212477"/>
                <a:gd name="csY2209" fmla="*/ 316735 h 778221"/>
                <a:gd name="csX2210" fmla="*/ 612927 w 1212477"/>
                <a:gd name="csY2210" fmla="*/ 321989 h 778221"/>
                <a:gd name="csX2211" fmla="*/ 612927 w 1212477"/>
                <a:gd name="csY2211" fmla="*/ 321989 h 778221"/>
                <a:gd name="csX2212" fmla="*/ 618182 w 1212477"/>
                <a:gd name="csY2212" fmla="*/ 322467 h 778221"/>
                <a:gd name="csX2213" fmla="*/ 620093 w 1212477"/>
                <a:gd name="csY2213" fmla="*/ 322467 h 778221"/>
                <a:gd name="csX2214" fmla="*/ 622482 w 1212477"/>
                <a:gd name="csY2214" fmla="*/ 323423 h 778221"/>
                <a:gd name="csX2215" fmla="*/ 623915 w 1212477"/>
                <a:gd name="csY2215" fmla="*/ 322945 h 778221"/>
                <a:gd name="csX2216" fmla="*/ 624870 w 1212477"/>
                <a:gd name="csY2216" fmla="*/ 321989 h 778221"/>
                <a:gd name="csX2217" fmla="*/ 624870 w 1212477"/>
                <a:gd name="csY2217" fmla="*/ 321989 h 778221"/>
                <a:gd name="csX2218" fmla="*/ 625826 w 1212477"/>
                <a:gd name="csY2218" fmla="*/ 321034 h 778221"/>
                <a:gd name="csX2219" fmla="*/ 626781 w 1212477"/>
                <a:gd name="csY2219" fmla="*/ 320079 h 778221"/>
                <a:gd name="csX2220" fmla="*/ 628692 w 1212477"/>
                <a:gd name="csY2220" fmla="*/ 319123 h 778221"/>
                <a:gd name="csX2221" fmla="*/ 632992 w 1212477"/>
                <a:gd name="csY2221" fmla="*/ 317212 h 778221"/>
                <a:gd name="csX2222" fmla="*/ 633947 w 1212477"/>
                <a:gd name="csY2222" fmla="*/ 316735 h 778221"/>
                <a:gd name="csX2223" fmla="*/ 639680 w 1212477"/>
                <a:gd name="csY2223" fmla="*/ 313868 h 778221"/>
                <a:gd name="csX2224" fmla="*/ 646368 w 1212477"/>
                <a:gd name="csY2224" fmla="*/ 311480 h 778221"/>
                <a:gd name="csX2225" fmla="*/ 648757 w 1212477"/>
                <a:gd name="csY2225" fmla="*/ 310046 h 778221"/>
                <a:gd name="csX2226" fmla="*/ 652578 w 1212477"/>
                <a:gd name="csY2226" fmla="*/ 308613 h 778221"/>
                <a:gd name="csX2227" fmla="*/ 654012 w 1212477"/>
                <a:gd name="csY2227" fmla="*/ 308136 h 778221"/>
                <a:gd name="csX2228" fmla="*/ 656400 w 1212477"/>
                <a:gd name="csY2228" fmla="*/ 307180 h 778221"/>
                <a:gd name="csX2229" fmla="*/ 657834 w 1212477"/>
                <a:gd name="csY2229" fmla="*/ 306702 h 778221"/>
                <a:gd name="csX2230" fmla="*/ 660222 w 1212477"/>
                <a:gd name="csY2230" fmla="*/ 306224 h 778221"/>
                <a:gd name="csX2231" fmla="*/ 664044 w 1212477"/>
                <a:gd name="csY2231" fmla="*/ 305747 h 778221"/>
                <a:gd name="csX2232" fmla="*/ 668344 w 1212477"/>
                <a:gd name="csY2232" fmla="*/ 305269 h 778221"/>
                <a:gd name="csX2233" fmla="*/ 669299 w 1212477"/>
                <a:gd name="csY2233" fmla="*/ 304791 h 778221"/>
                <a:gd name="csX2234" fmla="*/ 676943 w 1212477"/>
                <a:gd name="csY2234" fmla="*/ 303836 h 778221"/>
                <a:gd name="csX2235" fmla="*/ 678376 w 1212477"/>
                <a:gd name="csY2235" fmla="*/ 303836 h 778221"/>
                <a:gd name="csX2236" fmla="*/ 683631 w 1212477"/>
                <a:gd name="csY2236" fmla="*/ 303358 h 778221"/>
                <a:gd name="csX2237" fmla="*/ 685542 w 1212477"/>
                <a:gd name="csY2237" fmla="*/ 302880 h 778221"/>
                <a:gd name="csX2238" fmla="*/ 688886 w 1212477"/>
                <a:gd name="csY2238" fmla="*/ 302880 h 778221"/>
                <a:gd name="csX2239" fmla="*/ 693185 w 1212477"/>
                <a:gd name="csY2239" fmla="*/ 303358 h 778221"/>
                <a:gd name="csX2240" fmla="*/ 695574 w 1212477"/>
                <a:gd name="csY2240" fmla="*/ 303358 h 778221"/>
                <a:gd name="csX2241" fmla="*/ 699396 w 1212477"/>
                <a:gd name="csY2241" fmla="*/ 303358 h 778221"/>
                <a:gd name="csX2242" fmla="*/ 704651 w 1212477"/>
                <a:gd name="csY2242" fmla="*/ 302880 h 778221"/>
                <a:gd name="csX2243" fmla="*/ 708473 w 1212477"/>
                <a:gd name="csY2243" fmla="*/ 302880 h 778221"/>
                <a:gd name="csX2244" fmla="*/ 710862 w 1212477"/>
                <a:gd name="csY2244" fmla="*/ 302403 h 778221"/>
                <a:gd name="csX2245" fmla="*/ 713728 w 1212477"/>
                <a:gd name="csY2245" fmla="*/ 300970 h 778221"/>
                <a:gd name="csX2246" fmla="*/ 715639 w 1212477"/>
                <a:gd name="csY2246" fmla="*/ 300014 h 778221"/>
                <a:gd name="csX2247" fmla="*/ 718983 w 1212477"/>
                <a:gd name="csY2247" fmla="*/ 299059 h 778221"/>
                <a:gd name="csX2248" fmla="*/ 722805 w 1212477"/>
                <a:gd name="csY2248" fmla="*/ 297625 h 778221"/>
                <a:gd name="csX2249" fmla="*/ 725671 w 1212477"/>
                <a:gd name="csY2249" fmla="*/ 296192 h 778221"/>
                <a:gd name="csX2250" fmla="*/ 727582 w 1212477"/>
                <a:gd name="csY2250" fmla="*/ 295237 h 778221"/>
                <a:gd name="csX2251" fmla="*/ 729971 w 1212477"/>
                <a:gd name="csY2251" fmla="*/ 294759 h 778221"/>
                <a:gd name="csX2252" fmla="*/ 730448 w 1212477"/>
                <a:gd name="csY2252" fmla="*/ 293804 h 778221"/>
                <a:gd name="csX2253" fmla="*/ 730926 w 1212477"/>
                <a:gd name="csY2253" fmla="*/ 292848 h 778221"/>
                <a:gd name="csX2254" fmla="*/ 732359 w 1212477"/>
                <a:gd name="csY2254" fmla="*/ 291893 h 778221"/>
                <a:gd name="csX2255" fmla="*/ 734271 w 1212477"/>
                <a:gd name="csY2255" fmla="*/ 289504 h 778221"/>
                <a:gd name="csX2256" fmla="*/ 735703 w 1212477"/>
                <a:gd name="csY2256" fmla="*/ 287115 h 778221"/>
                <a:gd name="csX2257" fmla="*/ 736659 w 1212477"/>
                <a:gd name="csY2257" fmla="*/ 286160 h 778221"/>
                <a:gd name="csX2258" fmla="*/ 738570 w 1212477"/>
                <a:gd name="csY2258" fmla="*/ 284249 h 778221"/>
                <a:gd name="csX2259" fmla="*/ 740003 w 1212477"/>
                <a:gd name="csY2259" fmla="*/ 282816 h 778221"/>
                <a:gd name="csX2260" fmla="*/ 741914 w 1212477"/>
                <a:gd name="csY2260" fmla="*/ 280427 h 778221"/>
                <a:gd name="csX2261" fmla="*/ 743347 w 1212477"/>
                <a:gd name="csY2261" fmla="*/ 279949 h 778221"/>
                <a:gd name="csX2262" fmla="*/ 743825 w 1212477"/>
                <a:gd name="csY2262" fmla="*/ 279949 h 778221"/>
                <a:gd name="csX2263" fmla="*/ 745258 w 1212477"/>
                <a:gd name="csY2263" fmla="*/ 279472 h 778221"/>
                <a:gd name="csX2264" fmla="*/ 750513 w 1212477"/>
                <a:gd name="csY2264" fmla="*/ 277083 h 778221"/>
                <a:gd name="csX2265" fmla="*/ 751469 w 1212477"/>
                <a:gd name="csY2265" fmla="*/ 277083 h 778221"/>
                <a:gd name="csX2266" fmla="*/ 752424 w 1212477"/>
                <a:gd name="csY2266" fmla="*/ 276605 h 778221"/>
                <a:gd name="csX2267" fmla="*/ 754335 w 1212477"/>
                <a:gd name="csY2267" fmla="*/ 275172 h 778221"/>
                <a:gd name="csX2268" fmla="*/ 755768 w 1212477"/>
                <a:gd name="csY2268" fmla="*/ 273739 h 778221"/>
                <a:gd name="csX2269" fmla="*/ 757201 w 1212477"/>
                <a:gd name="csY2269" fmla="*/ 272306 h 778221"/>
                <a:gd name="csX2270" fmla="*/ 759112 w 1212477"/>
                <a:gd name="csY2270" fmla="*/ 272306 h 778221"/>
                <a:gd name="csX2271" fmla="*/ 759590 w 1212477"/>
                <a:gd name="csY2271" fmla="*/ 271828 h 778221"/>
                <a:gd name="csX2272" fmla="*/ 760067 w 1212477"/>
                <a:gd name="csY2272" fmla="*/ 271350 h 778221"/>
                <a:gd name="csX2273" fmla="*/ 760067 w 1212477"/>
                <a:gd name="csY2273" fmla="*/ 271350 h 778221"/>
                <a:gd name="csX2274" fmla="*/ 760067 w 1212477"/>
                <a:gd name="csY2274" fmla="*/ 271350 h 778221"/>
                <a:gd name="csX2275" fmla="*/ 760546 w 1212477"/>
                <a:gd name="csY2275" fmla="*/ 270395 h 778221"/>
                <a:gd name="csX2276" fmla="*/ 760067 w 1212477"/>
                <a:gd name="csY2276" fmla="*/ 268962 h 778221"/>
                <a:gd name="csX2277" fmla="*/ 759112 w 1212477"/>
                <a:gd name="csY2277" fmla="*/ 267051 h 778221"/>
                <a:gd name="csX2278" fmla="*/ 758157 w 1212477"/>
                <a:gd name="csY2278" fmla="*/ 265617 h 778221"/>
                <a:gd name="csX2279" fmla="*/ 755290 w 1212477"/>
                <a:gd name="csY2279" fmla="*/ 263229 h 778221"/>
                <a:gd name="csX2280" fmla="*/ 753857 w 1212477"/>
                <a:gd name="csY2280" fmla="*/ 261318 h 778221"/>
                <a:gd name="csX2281" fmla="*/ 751946 w 1212477"/>
                <a:gd name="csY2281" fmla="*/ 259407 h 778221"/>
                <a:gd name="csX2282" fmla="*/ 751469 w 1212477"/>
                <a:gd name="csY2282" fmla="*/ 257496 h 778221"/>
                <a:gd name="csX2283" fmla="*/ 751469 w 1212477"/>
                <a:gd name="csY2283" fmla="*/ 257018 h 778221"/>
                <a:gd name="csX2284" fmla="*/ 750035 w 1212477"/>
                <a:gd name="csY2284" fmla="*/ 256063 h 778221"/>
                <a:gd name="csX2285" fmla="*/ 749558 w 1212477"/>
                <a:gd name="csY2285" fmla="*/ 254630 h 778221"/>
                <a:gd name="csX2286" fmla="*/ 750035 w 1212477"/>
                <a:gd name="csY2286" fmla="*/ 253674 h 778221"/>
                <a:gd name="csX2287" fmla="*/ 751469 w 1212477"/>
                <a:gd name="csY2287" fmla="*/ 251286 h 778221"/>
                <a:gd name="csX2288" fmla="*/ 751946 w 1212477"/>
                <a:gd name="csY2288" fmla="*/ 249852 h 778221"/>
                <a:gd name="csX2289" fmla="*/ 752424 w 1212477"/>
                <a:gd name="csY2289" fmla="*/ 246986 h 778221"/>
                <a:gd name="csX2290" fmla="*/ 753857 w 1212477"/>
                <a:gd name="csY2290" fmla="*/ 243164 h 778221"/>
                <a:gd name="csX2291" fmla="*/ 755290 w 1212477"/>
                <a:gd name="csY2291" fmla="*/ 241253 h 778221"/>
                <a:gd name="csX2292" fmla="*/ 756724 w 1212477"/>
                <a:gd name="csY2292" fmla="*/ 239342 h 778221"/>
                <a:gd name="csX2293" fmla="*/ 759590 w 1212477"/>
                <a:gd name="csY2293" fmla="*/ 236954 h 778221"/>
                <a:gd name="csX2294" fmla="*/ 761978 w 1212477"/>
                <a:gd name="csY2294" fmla="*/ 236476 h 778221"/>
                <a:gd name="csX2295" fmla="*/ 763890 w 1212477"/>
                <a:gd name="csY2295" fmla="*/ 236954 h 778221"/>
                <a:gd name="csX2296" fmla="*/ 767233 w 1212477"/>
                <a:gd name="csY2296" fmla="*/ 236954 h 778221"/>
                <a:gd name="csX2297" fmla="*/ 769622 w 1212477"/>
                <a:gd name="csY2297" fmla="*/ 237432 h 778221"/>
                <a:gd name="csX2298" fmla="*/ 769622 w 1212477"/>
                <a:gd name="csY2298" fmla="*/ 237432 h 778221"/>
                <a:gd name="csX2299" fmla="*/ 771533 w 1212477"/>
                <a:gd name="csY2299" fmla="*/ 238387 h 778221"/>
                <a:gd name="csX2300" fmla="*/ 773444 w 1212477"/>
                <a:gd name="csY2300" fmla="*/ 240775 h 778221"/>
                <a:gd name="csX2301" fmla="*/ 775355 w 1212477"/>
                <a:gd name="csY2301" fmla="*/ 241731 h 778221"/>
                <a:gd name="csX2302" fmla="*/ 782043 w 1212477"/>
                <a:gd name="csY2302" fmla="*/ 243642 h 778221"/>
                <a:gd name="csX2303" fmla="*/ 785387 w 1212477"/>
                <a:gd name="csY2303" fmla="*/ 244120 h 778221"/>
                <a:gd name="csX2304" fmla="*/ 787298 w 1212477"/>
                <a:gd name="csY2304" fmla="*/ 244120 h 778221"/>
                <a:gd name="csX2305" fmla="*/ 790165 w 1212477"/>
                <a:gd name="csY2305" fmla="*/ 244598 h 778221"/>
                <a:gd name="csX2306" fmla="*/ 791598 w 1212477"/>
                <a:gd name="csY2306" fmla="*/ 244598 h 778221"/>
                <a:gd name="csX2307" fmla="*/ 793031 w 1212477"/>
                <a:gd name="csY2307" fmla="*/ 245075 h 778221"/>
                <a:gd name="csX2308" fmla="*/ 794464 w 1212477"/>
                <a:gd name="csY2308" fmla="*/ 244598 h 778221"/>
                <a:gd name="csX2309" fmla="*/ 796375 w 1212477"/>
                <a:gd name="csY2309" fmla="*/ 243164 h 778221"/>
                <a:gd name="csX2310" fmla="*/ 798764 w 1212477"/>
                <a:gd name="csY2310" fmla="*/ 241253 h 778221"/>
                <a:gd name="csX2311" fmla="*/ 799719 w 1212477"/>
                <a:gd name="csY2311" fmla="*/ 240775 h 778221"/>
                <a:gd name="csX2312" fmla="*/ 801630 w 1212477"/>
                <a:gd name="csY2312" fmla="*/ 240298 h 778221"/>
                <a:gd name="csX2313" fmla="*/ 802108 w 1212477"/>
                <a:gd name="csY2313" fmla="*/ 239820 h 778221"/>
                <a:gd name="csX2314" fmla="*/ 802585 w 1212477"/>
                <a:gd name="csY2314" fmla="*/ 239342 h 778221"/>
                <a:gd name="csX2315" fmla="*/ 802585 w 1212477"/>
                <a:gd name="csY2315" fmla="*/ 239342 h 778221"/>
                <a:gd name="csX2316" fmla="*/ 804497 w 1212477"/>
                <a:gd name="csY2316" fmla="*/ 237432 h 778221"/>
                <a:gd name="csX2317" fmla="*/ 806885 w 1212477"/>
                <a:gd name="csY2317" fmla="*/ 235998 h 778221"/>
                <a:gd name="csX2318" fmla="*/ 809274 w 1212477"/>
                <a:gd name="csY2318" fmla="*/ 233610 h 778221"/>
                <a:gd name="csX2319" fmla="*/ 809274 w 1212477"/>
                <a:gd name="csY2319" fmla="*/ 233610 h 778221"/>
                <a:gd name="csX2320" fmla="*/ 810707 w 1212477"/>
                <a:gd name="csY2320" fmla="*/ 231699 h 778221"/>
                <a:gd name="csX2321" fmla="*/ 811185 w 1212477"/>
                <a:gd name="csY2321" fmla="*/ 230743 h 778221"/>
                <a:gd name="csX2322" fmla="*/ 811185 w 1212477"/>
                <a:gd name="csY2322" fmla="*/ 229310 h 778221"/>
                <a:gd name="csX2323" fmla="*/ 812140 w 1212477"/>
                <a:gd name="csY2323" fmla="*/ 228832 h 778221"/>
                <a:gd name="csX2324" fmla="*/ 814051 w 1212477"/>
                <a:gd name="csY2324" fmla="*/ 227877 h 778221"/>
                <a:gd name="csX2325" fmla="*/ 815962 w 1212477"/>
                <a:gd name="csY2325" fmla="*/ 227877 h 778221"/>
                <a:gd name="csX2326" fmla="*/ 819306 w 1212477"/>
                <a:gd name="csY2326" fmla="*/ 228832 h 778221"/>
                <a:gd name="csX2327" fmla="*/ 824083 w 1212477"/>
                <a:gd name="csY2327" fmla="*/ 228832 h 778221"/>
                <a:gd name="csX2328" fmla="*/ 825517 w 1212477"/>
                <a:gd name="csY2328" fmla="*/ 228355 h 778221"/>
                <a:gd name="csX2329" fmla="*/ 829816 w 1212477"/>
                <a:gd name="csY2329" fmla="*/ 227877 h 778221"/>
                <a:gd name="csX2330" fmla="*/ 831727 w 1212477"/>
                <a:gd name="csY2330" fmla="*/ 227399 h 778221"/>
                <a:gd name="csX2331" fmla="*/ 834594 w 1212477"/>
                <a:gd name="csY2331" fmla="*/ 226921 h 778221"/>
                <a:gd name="csX2332" fmla="*/ 836504 w 1212477"/>
                <a:gd name="csY2332" fmla="*/ 225010 h 778221"/>
                <a:gd name="csX2333" fmla="*/ 839371 w 1212477"/>
                <a:gd name="csY2333" fmla="*/ 222622 h 778221"/>
                <a:gd name="csX2334" fmla="*/ 841760 w 1212477"/>
                <a:gd name="csY2334" fmla="*/ 221189 h 778221"/>
                <a:gd name="csX2335" fmla="*/ 843192 w 1212477"/>
                <a:gd name="csY2335" fmla="*/ 221189 h 778221"/>
                <a:gd name="csX2336" fmla="*/ 844148 w 1212477"/>
                <a:gd name="csY2336" fmla="*/ 220233 h 778221"/>
                <a:gd name="csX2337" fmla="*/ 844626 w 1212477"/>
                <a:gd name="csY2337" fmla="*/ 219756 h 778221"/>
                <a:gd name="csX2338" fmla="*/ 844626 w 1212477"/>
                <a:gd name="csY2338" fmla="*/ 219756 h 778221"/>
                <a:gd name="csX2339" fmla="*/ 845581 w 1212477"/>
                <a:gd name="csY2339" fmla="*/ 218322 h 778221"/>
                <a:gd name="csX2340" fmla="*/ 845581 w 1212477"/>
                <a:gd name="csY2340" fmla="*/ 216889 h 778221"/>
                <a:gd name="csX2341" fmla="*/ 845104 w 1212477"/>
                <a:gd name="csY2341" fmla="*/ 215934 h 778221"/>
                <a:gd name="csX2342" fmla="*/ 846059 w 1212477"/>
                <a:gd name="csY2342" fmla="*/ 214023 h 778221"/>
                <a:gd name="csX2343" fmla="*/ 847970 w 1212477"/>
                <a:gd name="csY2343" fmla="*/ 210201 h 778221"/>
                <a:gd name="csX2344" fmla="*/ 849881 w 1212477"/>
                <a:gd name="csY2344" fmla="*/ 208768 h 778221"/>
                <a:gd name="csX2345" fmla="*/ 850836 w 1212477"/>
                <a:gd name="csY2345" fmla="*/ 207334 h 778221"/>
                <a:gd name="csX2346" fmla="*/ 851792 w 1212477"/>
                <a:gd name="csY2346" fmla="*/ 205424 h 778221"/>
                <a:gd name="csX2347" fmla="*/ 853225 w 1212477"/>
                <a:gd name="csY2347" fmla="*/ 204468 h 778221"/>
                <a:gd name="csX2348" fmla="*/ 853225 w 1212477"/>
                <a:gd name="csY2348" fmla="*/ 204468 h 778221"/>
                <a:gd name="csX2349" fmla="*/ 854658 w 1212477"/>
                <a:gd name="csY2349" fmla="*/ 204468 h 778221"/>
                <a:gd name="csX2350" fmla="*/ 855613 w 1212477"/>
                <a:gd name="csY2350" fmla="*/ 203513 h 778221"/>
                <a:gd name="csX2351" fmla="*/ 856569 w 1212477"/>
                <a:gd name="csY2351" fmla="*/ 203035 h 778221"/>
                <a:gd name="csX2352" fmla="*/ 858002 w 1212477"/>
                <a:gd name="csY2352" fmla="*/ 202557 h 778221"/>
                <a:gd name="csX2353" fmla="*/ 860391 w 1212477"/>
                <a:gd name="csY2353" fmla="*/ 203513 h 778221"/>
                <a:gd name="csX2354" fmla="*/ 863735 w 1212477"/>
                <a:gd name="csY2354" fmla="*/ 203513 h 778221"/>
                <a:gd name="csX2355" fmla="*/ 866124 w 1212477"/>
                <a:gd name="csY2355" fmla="*/ 203513 h 778221"/>
                <a:gd name="csX2356" fmla="*/ 867079 w 1212477"/>
                <a:gd name="csY2356" fmla="*/ 203513 h 778221"/>
                <a:gd name="csX2357" fmla="*/ 867557 w 1212477"/>
                <a:gd name="csY2357" fmla="*/ 202557 h 778221"/>
                <a:gd name="csX2358" fmla="*/ 867557 w 1212477"/>
                <a:gd name="csY2358" fmla="*/ 201602 h 778221"/>
                <a:gd name="csX2359" fmla="*/ 868512 w 1212477"/>
                <a:gd name="csY2359" fmla="*/ 198735 h 778221"/>
                <a:gd name="csX2360" fmla="*/ 868512 w 1212477"/>
                <a:gd name="csY2360" fmla="*/ 198735 h 778221"/>
                <a:gd name="csX2361" fmla="*/ 868512 w 1212477"/>
                <a:gd name="csY2361" fmla="*/ 197780 h 778221"/>
                <a:gd name="csX2362" fmla="*/ 869468 w 1212477"/>
                <a:gd name="csY2362" fmla="*/ 197302 h 778221"/>
                <a:gd name="csX2363" fmla="*/ 871379 w 1212477"/>
                <a:gd name="csY2363" fmla="*/ 197302 h 778221"/>
                <a:gd name="csX2364" fmla="*/ 872812 w 1212477"/>
                <a:gd name="csY2364" fmla="*/ 198258 h 778221"/>
                <a:gd name="csX2365" fmla="*/ 873767 w 1212477"/>
                <a:gd name="csY2365" fmla="*/ 199213 h 778221"/>
                <a:gd name="csX2366" fmla="*/ 875201 w 1212477"/>
                <a:gd name="csY2366" fmla="*/ 199213 h 778221"/>
                <a:gd name="csX2367" fmla="*/ 876634 w 1212477"/>
                <a:gd name="csY2367" fmla="*/ 198735 h 778221"/>
                <a:gd name="csX2368" fmla="*/ 876634 w 1212477"/>
                <a:gd name="csY2368" fmla="*/ 198735 h 778221"/>
                <a:gd name="csX2369" fmla="*/ 878545 w 1212477"/>
                <a:gd name="csY2369" fmla="*/ 196347 h 778221"/>
                <a:gd name="csX2370" fmla="*/ 881888 w 1212477"/>
                <a:gd name="csY2370" fmla="*/ 195391 h 778221"/>
                <a:gd name="csX2371" fmla="*/ 883322 w 1212477"/>
                <a:gd name="csY2371" fmla="*/ 194914 h 778221"/>
                <a:gd name="csX2372" fmla="*/ 886666 w 1212477"/>
                <a:gd name="csY2372" fmla="*/ 193958 h 778221"/>
                <a:gd name="csX2373" fmla="*/ 888577 w 1212477"/>
                <a:gd name="csY2373" fmla="*/ 194436 h 778221"/>
                <a:gd name="csX2374" fmla="*/ 891921 w 1212477"/>
                <a:gd name="csY2374" fmla="*/ 194436 h 778221"/>
                <a:gd name="csX2375" fmla="*/ 893354 w 1212477"/>
                <a:gd name="csY2375" fmla="*/ 194436 h 778221"/>
                <a:gd name="csX2376" fmla="*/ 894787 w 1212477"/>
                <a:gd name="csY2376" fmla="*/ 194436 h 778221"/>
                <a:gd name="csX2377" fmla="*/ 896220 w 1212477"/>
                <a:gd name="csY2377" fmla="*/ 193003 h 778221"/>
                <a:gd name="csX2378" fmla="*/ 897176 w 1212477"/>
                <a:gd name="csY2378" fmla="*/ 193003 h 778221"/>
                <a:gd name="csX2379" fmla="*/ 899565 w 1212477"/>
                <a:gd name="csY2379" fmla="*/ 193480 h 778221"/>
                <a:gd name="csX2380" fmla="*/ 900998 w 1212477"/>
                <a:gd name="csY2380" fmla="*/ 194436 h 778221"/>
                <a:gd name="csX2381" fmla="*/ 903386 w 1212477"/>
                <a:gd name="csY2381" fmla="*/ 195869 h 778221"/>
                <a:gd name="csX2382" fmla="*/ 906731 w 1212477"/>
                <a:gd name="csY2382" fmla="*/ 196825 h 778221"/>
                <a:gd name="csX2383" fmla="*/ 909597 w 1212477"/>
                <a:gd name="csY2383" fmla="*/ 196347 h 778221"/>
                <a:gd name="csX2384" fmla="*/ 912463 w 1212477"/>
                <a:gd name="csY2384" fmla="*/ 196825 h 778221"/>
                <a:gd name="csX2385" fmla="*/ 914374 w 1212477"/>
                <a:gd name="csY2385" fmla="*/ 196825 h 778221"/>
                <a:gd name="csX2386" fmla="*/ 915329 w 1212477"/>
                <a:gd name="csY2386" fmla="*/ 196347 h 778221"/>
                <a:gd name="csX2387" fmla="*/ 917241 w 1212477"/>
                <a:gd name="csY2387" fmla="*/ 195391 h 778221"/>
                <a:gd name="csX2388" fmla="*/ 917241 w 1212477"/>
                <a:gd name="csY2388" fmla="*/ 194914 h 778221"/>
                <a:gd name="csX2389" fmla="*/ 918196 w 1212477"/>
                <a:gd name="csY2389" fmla="*/ 193480 h 778221"/>
                <a:gd name="csX2390" fmla="*/ 917718 w 1212477"/>
                <a:gd name="csY2390" fmla="*/ 192047 h 778221"/>
                <a:gd name="csX2391" fmla="*/ 917718 w 1212477"/>
                <a:gd name="csY2391" fmla="*/ 192047 h 778221"/>
                <a:gd name="csX2392" fmla="*/ 918196 w 1212477"/>
                <a:gd name="csY2392" fmla="*/ 190136 h 778221"/>
                <a:gd name="csX2393" fmla="*/ 917241 w 1212477"/>
                <a:gd name="csY2393" fmla="*/ 189181 h 778221"/>
                <a:gd name="csX2394" fmla="*/ 915808 w 1212477"/>
                <a:gd name="csY2394" fmla="*/ 187270 h 778221"/>
                <a:gd name="csX2395" fmla="*/ 915329 w 1212477"/>
                <a:gd name="csY2395" fmla="*/ 185837 h 778221"/>
                <a:gd name="csX2396" fmla="*/ 915329 w 1212477"/>
                <a:gd name="csY2396" fmla="*/ 183926 h 778221"/>
                <a:gd name="csX2397" fmla="*/ 914374 w 1212477"/>
                <a:gd name="csY2397" fmla="*/ 182493 h 778221"/>
                <a:gd name="csX2398" fmla="*/ 911986 w 1212477"/>
                <a:gd name="csY2398" fmla="*/ 180582 h 778221"/>
                <a:gd name="csX2399" fmla="*/ 910552 w 1212477"/>
                <a:gd name="csY2399" fmla="*/ 179626 h 778221"/>
                <a:gd name="csX2400" fmla="*/ 907686 w 1212477"/>
                <a:gd name="csY2400" fmla="*/ 176282 h 778221"/>
                <a:gd name="csX2401" fmla="*/ 906731 w 1212477"/>
                <a:gd name="csY2401" fmla="*/ 175327 h 778221"/>
                <a:gd name="csX2402" fmla="*/ 906731 w 1212477"/>
                <a:gd name="csY2402" fmla="*/ 175327 h 778221"/>
                <a:gd name="csX2403" fmla="*/ 906253 w 1212477"/>
                <a:gd name="csY2403" fmla="*/ 174849 h 778221"/>
                <a:gd name="csX2404" fmla="*/ 906253 w 1212477"/>
                <a:gd name="csY2404" fmla="*/ 173893 h 778221"/>
                <a:gd name="csX2405" fmla="*/ 906253 w 1212477"/>
                <a:gd name="csY2405" fmla="*/ 173893 h 778221"/>
                <a:gd name="csX2406" fmla="*/ 905297 w 1212477"/>
                <a:gd name="csY2406" fmla="*/ 173416 h 778221"/>
                <a:gd name="csX2407" fmla="*/ 904820 w 1212477"/>
                <a:gd name="csY2407" fmla="*/ 173416 h 778221"/>
                <a:gd name="csX2408" fmla="*/ 904342 w 1212477"/>
                <a:gd name="csY2408" fmla="*/ 172938 h 778221"/>
                <a:gd name="csX2409" fmla="*/ 903386 w 1212477"/>
                <a:gd name="csY2409" fmla="*/ 172460 h 778221"/>
                <a:gd name="csX2410" fmla="*/ 902909 w 1212477"/>
                <a:gd name="csY2410" fmla="*/ 171505 h 778221"/>
                <a:gd name="csX2411" fmla="*/ 902431 w 1212477"/>
                <a:gd name="csY2411" fmla="*/ 170072 h 778221"/>
                <a:gd name="csX2412" fmla="*/ 901953 w 1212477"/>
                <a:gd name="csY2412" fmla="*/ 169116 h 778221"/>
                <a:gd name="csX2413" fmla="*/ 900520 w 1212477"/>
                <a:gd name="csY2413" fmla="*/ 168161 h 778221"/>
                <a:gd name="csX2414" fmla="*/ 899565 w 1212477"/>
                <a:gd name="csY2414" fmla="*/ 167683 h 778221"/>
                <a:gd name="csX2415" fmla="*/ 898131 w 1212477"/>
                <a:gd name="csY2415" fmla="*/ 167205 h 778221"/>
                <a:gd name="csX2416" fmla="*/ 895743 w 1212477"/>
                <a:gd name="csY2416" fmla="*/ 166250 h 778221"/>
                <a:gd name="csX2417" fmla="*/ 894310 w 1212477"/>
                <a:gd name="csY2417" fmla="*/ 164339 h 778221"/>
                <a:gd name="csX2418" fmla="*/ 891921 w 1212477"/>
                <a:gd name="csY2418" fmla="*/ 160995 h 778221"/>
                <a:gd name="csX2419" fmla="*/ 890488 w 1212477"/>
                <a:gd name="csY2419" fmla="*/ 160039 h 778221"/>
                <a:gd name="csX2420" fmla="*/ 885711 w 1212477"/>
                <a:gd name="csY2420" fmla="*/ 159562 h 778221"/>
                <a:gd name="csX2421" fmla="*/ 885233 w 1212477"/>
                <a:gd name="csY2421" fmla="*/ 159562 h 778221"/>
                <a:gd name="csX2422" fmla="*/ 884755 w 1212477"/>
                <a:gd name="csY2422" fmla="*/ 159562 h 778221"/>
                <a:gd name="csX2423" fmla="*/ 883322 w 1212477"/>
                <a:gd name="csY2423" fmla="*/ 158606 h 778221"/>
                <a:gd name="csX2424" fmla="*/ 881411 w 1212477"/>
                <a:gd name="csY2424" fmla="*/ 159084 h 778221"/>
                <a:gd name="csX2425" fmla="*/ 879978 w 1212477"/>
                <a:gd name="csY2425" fmla="*/ 159562 h 778221"/>
                <a:gd name="csX2426" fmla="*/ 877111 w 1212477"/>
                <a:gd name="csY2426" fmla="*/ 159562 h 778221"/>
                <a:gd name="csX2427" fmla="*/ 877111 w 1212477"/>
                <a:gd name="csY2427" fmla="*/ 159562 h 778221"/>
                <a:gd name="csX2428" fmla="*/ 875678 w 1212477"/>
                <a:gd name="csY2428" fmla="*/ 160039 h 778221"/>
                <a:gd name="csX2429" fmla="*/ 875678 w 1212477"/>
                <a:gd name="csY2429" fmla="*/ 160039 h 778221"/>
                <a:gd name="csX2430" fmla="*/ 874245 w 1212477"/>
                <a:gd name="csY2430" fmla="*/ 161950 h 778221"/>
                <a:gd name="csX2431" fmla="*/ 871856 w 1212477"/>
                <a:gd name="csY2431" fmla="*/ 164817 h 778221"/>
                <a:gd name="csX2432" fmla="*/ 869468 w 1212477"/>
                <a:gd name="csY2432" fmla="*/ 166728 h 778221"/>
                <a:gd name="csX2433" fmla="*/ 868035 w 1212477"/>
                <a:gd name="csY2433" fmla="*/ 168161 h 778221"/>
                <a:gd name="csX2434" fmla="*/ 867557 w 1212477"/>
                <a:gd name="csY2434" fmla="*/ 169116 h 778221"/>
                <a:gd name="csX2435" fmla="*/ 866124 w 1212477"/>
                <a:gd name="csY2435" fmla="*/ 168638 h 778221"/>
                <a:gd name="csX2436" fmla="*/ 864690 w 1212477"/>
                <a:gd name="csY2436" fmla="*/ 166728 h 778221"/>
                <a:gd name="csX2437" fmla="*/ 861824 w 1212477"/>
                <a:gd name="csY2437" fmla="*/ 164817 h 778221"/>
                <a:gd name="csX2438" fmla="*/ 859435 w 1212477"/>
                <a:gd name="csY2438" fmla="*/ 163861 h 778221"/>
                <a:gd name="csX2439" fmla="*/ 858480 w 1212477"/>
                <a:gd name="csY2439" fmla="*/ 163383 h 778221"/>
                <a:gd name="csX2440" fmla="*/ 856092 w 1212477"/>
                <a:gd name="csY2440" fmla="*/ 162906 h 778221"/>
                <a:gd name="csX2441" fmla="*/ 853703 w 1212477"/>
                <a:gd name="csY2441" fmla="*/ 163383 h 778221"/>
                <a:gd name="csX2442" fmla="*/ 850836 w 1212477"/>
                <a:gd name="csY2442" fmla="*/ 163861 h 778221"/>
                <a:gd name="csX2443" fmla="*/ 848447 w 1212477"/>
                <a:gd name="csY2443" fmla="*/ 163861 h 778221"/>
                <a:gd name="csX2444" fmla="*/ 847015 w 1212477"/>
                <a:gd name="csY2444" fmla="*/ 163383 h 778221"/>
                <a:gd name="csX2445" fmla="*/ 845581 w 1212477"/>
                <a:gd name="csY2445" fmla="*/ 163383 h 778221"/>
                <a:gd name="csX2446" fmla="*/ 842237 w 1212477"/>
                <a:gd name="csY2446" fmla="*/ 165294 h 778221"/>
                <a:gd name="csX2447" fmla="*/ 840804 w 1212477"/>
                <a:gd name="csY2447" fmla="*/ 167205 h 778221"/>
                <a:gd name="csX2448" fmla="*/ 838893 w 1212477"/>
                <a:gd name="csY2448" fmla="*/ 168161 h 778221"/>
                <a:gd name="csX2449" fmla="*/ 837938 w 1212477"/>
                <a:gd name="csY2449" fmla="*/ 167683 h 778221"/>
                <a:gd name="csX2450" fmla="*/ 836982 w 1212477"/>
                <a:gd name="csY2450" fmla="*/ 166728 h 778221"/>
                <a:gd name="csX2451" fmla="*/ 835071 w 1212477"/>
                <a:gd name="csY2451" fmla="*/ 164817 h 778221"/>
                <a:gd name="csX2452" fmla="*/ 833160 w 1212477"/>
                <a:gd name="csY2452" fmla="*/ 162906 h 778221"/>
                <a:gd name="csX2453" fmla="*/ 832205 w 1212477"/>
                <a:gd name="csY2453" fmla="*/ 160995 h 778221"/>
                <a:gd name="csX2454" fmla="*/ 831249 w 1212477"/>
                <a:gd name="csY2454" fmla="*/ 156695 h 778221"/>
                <a:gd name="csX2455" fmla="*/ 831249 w 1212477"/>
                <a:gd name="csY2455" fmla="*/ 156217 h 778221"/>
                <a:gd name="csX2456" fmla="*/ 833638 w 1212477"/>
                <a:gd name="csY2456" fmla="*/ 154784 h 778221"/>
                <a:gd name="csX2457" fmla="*/ 833638 w 1212477"/>
                <a:gd name="csY2457" fmla="*/ 154784 h 778221"/>
                <a:gd name="csX2458" fmla="*/ 836504 w 1212477"/>
                <a:gd name="csY2458" fmla="*/ 152873 h 778221"/>
                <a:gd name="csX2459" fmla="*/ 836982 w 1212477"/>
                <a:gd name="csY2459" fmla="*/ 150007 h 778221"/>
                <a:gd name="csX2460" fmla="*/ 836504 w 1212477"/>
                <a:gd name="csY2460" fmla="*/ 147141 h 778221"/>
                <a:gd name="csX2461" fmla="*/ 836982 w 1212477"/>
                <a:gd name="csY2461" fmla="*/ 143796 h 778221"/>
                <a:gd name="csX2462" fmla="*/ 839849 w 1212477"/>
                <a:gd name="csY2462" fmla="*/ 140930 h 778221"/>
                <a:gd name="csX2463" fmla="*/ 841281 w 1212477"/>
                <a:gd name="csY2463" fmla="*/ 138064 h 778221"/>
                <a:gd name="csX2464" fmla="*/ 841281 w 1212477"/>
                <a:gd name="csY2464" fmla="*/ 136631 h 778221"/>
                <a:gd name="csX2465" fmla="*/ 842715 w 1212477"/>
                <a:gd name="csY2465" fmla="*/ 133764 h 778221"/>
                <a:gd name="csX2466" fmla="*/ 844148 w 1212477"/>
                <a:gd name="csY2466" fmla="*/ 131376 h 778221"/>
                <a:gd name="csX2467" fmla="*/ 845581 w 1212477"/>
                <a:gd name="csY2467" fmla="*/ 127554 h 778221"/>
                <a:gd name="csX2468" fmla="*/ 848926 w 1212477"/>
                <a:gd name="csY2468" fmla="*/ 120865 h 778221"/>
                <a:gd name="csX2469" fmla="*/ 852747 w 1212477"/>
                <a:gd name="csY2469" fmla="*/ 113222 h 778221"/>
                <a:gd name="csX2470" fmla="*/ 854180 w 1212477"/>
                <a:gd name="csY2470" fmla="*/ 109400 h 778221"/>
                <a:gd name="csX2471" fmla="*/ 858480 w 1212477"/>
                <a:gd name="csY2471" fmla="*/ 111789 h 778221"/>
                <a:gd name="csX2472" fmla="*/ 860869 w 1212477"/>
                <a:gd name="csY2472" fmla="*/ 112744 h 778221"/>
                <a:gd name="csX2473" fmla="*/ 860869 w 1212477"/>
                <a:gd name="csY2473" fmla="*/ 112744 h 778221"/>
                <a:gd name="csX2474" fmla="*/ 865168 w 1212477"/>
                <a:gd name="csY2474" fmla="*/ 114655 h 778221"/>
                <a:gd name="csX2475" fmla="*/ 869945 w 1212477"/>
                <a:gd name="csY2475" fmla="*/ 115133 h 778221"/>
                <a:gd name="csX2476" fmla="*/ 874245 w 1212477"/>
                <a:gd name="csY2476" fmla="*/ 117521 h 778221"/>
                <a:gd name="csX2477" fmla="*/ 876634 w 1212477"/>
                <a:gd name="csY2477" fmla="*/ 117999 h 778221"/>
                <a:gd name="csX2478" fmla="*/ 877589 w 1212477"/>
                <a:gd name="csY2478" fmla="*/ 117999 h 778221"/>
                <a:gd name="csX2479" fmla="*/ 884277 w 1212477"/>
                <a:gd name="csY2479" fmla="*/ 112744 h 778221"/>
                <a:gd name="csX2480" fmla="*/ 889533 w 1212477"/>
                <a:gd name="csY2480" fmla="*/ 108922 h 778221"/>
                <a:gd name="csX2481" fmla="*/ 890965 w 1212477"/>
                <a:gd name="csY2481" fmla="*/ 107967 h 778221"/>
                <a:gd name="csX2482" fmla="*/ 895265 w 1212477"/>
                <a:gd name="csY2482" fmla="*/ 105578 h 778221"/>
                <a:gd name="csX2483" fmla="*/ 899565 w 1212477"/>
                <a:gd name="csY2483" fmla="*/ 105100 h 778221"/>
                <a:gd name="csX2484" fmla="*/ 900998 w 1212477"/>
                <a:gd name="csY2484" fmla="*/ 104623 h 778221"/>
                <a:gd name="csX2485" fmla="*/ 902909 w 1212477"/>
                <a:gd name="csY2485" fmla="*/ 104145 h 778221"/>
                <a:gd name="csX2486" fmla="*/ 903386 w 1212477"/>
                <a:gd name="csY2486" fmla="*/ 104145 h 778221"/>
                <a:gd name="csX2487" fmla="*/ 905297 w 1212477"/>
                <a:gd name="csY2487" fmla="*/ 102234 h 778221"/>
                <a:gd name="csX2488" fmla="*/ 905297 w 1212477"/>
                <a:gd name="csY2488" fmla="*/ 102234 h 778221"/>
                <a:gd name="csX2489" fmla="*/ 906731 w 1212477"/>
                <a:gd name="csY2489" fmla="*/ 99845 h 778221"/>
                <a:gd name="csX2490" fmla="*/ 906731 w 1212477"/>
                <a:gd name="csY2490" fmla="*/ 99845 h 778221"/>
                <a:gd name="csX2491" fmla="*/ 907208 w 1212477"/>
                <a:gd name="csY2491" fmla="*/ 96501 h 778221"/>
                <a:gd name="csX2492" fmla="*/ 906253 w 1212477"/>
                <a:gd name="csY2492" fmla="*/ 94113 h 778221"/>
                <a:gd name="csX2493" fmla="*/ 906253 w 1212477"/>
                <a:gd name="csY2493" fmla="*/ 94113 h 778221"/>
                <a:gd name="csX2494" fmla="*/ 903864 w 1212477"/>
                <a:gd name="csY2494" fmla="*/ 93635 h 778221"/>
                <a:gd name="csX2495" fmla="*/ 903386 w 1212477"/>
                <a:gd name="csY2495" fmla="*/ 92679 h 778221"/>
                <a:gd name="csX2496" fmla="*/ 904342 w 1212477"/>
                <a:gd name="csY2496" fmla="*/ 92202 h 778221"/>
                <a:gd name="csX2497" fmla="*/ 904342 w 1212477"/>
                <a:gd name="csY2497" fmla="*/ 92202 h 778221"/>
                <a:gd name="csX2498" fmla="*/ 905297 w 1212477"/>
                <a:gd name="csY2498" fmla="*/ 90769 h 778221"/>
                <a:gd name="csX2499" fmla="*/ 905775 w 1212477"/>
                <a:gd name="csY2499" fmla="*/ 88380 h 778221"/>
                <a:gd name="csX2500" fmla="*/ 907208 w 1212477"/>
                <a:gd name="csY2500" fmla="*/ 86469 h 778221"/>
                <a:gd name="csX2501" fmla="*/ 909119 w 1212477"/>
                <a:gd name="csY2501" fmla="*/ 84558 h 778221"/>
                <a:gd name="csX2502" fmla="*/ 909119 w 1212477"/>
                <a:gd name="csY2502" fmla="*/ 84558 h 778221"/>
                <a:gd name="csX2503" fmla="*/ 910075 w 1212477"/>
                <a:gd name="csY2503" fmla="*/ 82169 h 778221"/>
                <a:gd name="csX2504" fmla="*/ 910552 w 1212477"/>
                <a:gd name="csY2504" fmla="*/ 79781 h 778221"/>
                <a:gd name="csX2505" fmla="*/ 911508 w 1212477"/>
                <a:gd name="csY2505" fmla="*/ 77392 h 778221"/>
                <a:gd name="csX2506" fmla="*/ 913897 w 1212477"/>
                <a:gd name="csY2506" fmla="*/ 75003 h 778221"/>
                <a:gd name="csX2507" fmla="*/ 914852 w 1212477"/>
                <a:gd name="csY2507" fmla="*/ 72615 h 778221"/>
                <a:gd name="csX2508" fmla="*/ 914852 w 1212477"/>
                <a:gd name="csY2508" fmla="*/ 72615 h 778221"/>
                <a:gd name="csX2509" fmla="*/ 915329 w 1212477"/>
                <a:gd name="csY2509" fmla="*/ 70704 h 778221"/>
                <a:gd name="csX2510" fmla="*/ 916285 w 1212477"/>
                <a:gd name="csY2510" fmla="*/ 68315 h 778221"/>
                <a:gd name="csX2511" fmla="*/ 916285 w 1212477"/>
                <a:gd name="csY2511" fmla="*/ 67837 h 778221"/>
                <a:gd name="csX2512" fmla="*/ 919629 w 1212477"/>
                <a:gd name="csY2512" fmla="*/ 63538 h 778221"/>
                <a:gd name="csX2513" fmla="*/ 921540 w 1212477"/>
                <a:gd name="csY2513" fmla="*/ 58283 h 778221"/>
                <a:gd name="csX2514" fmla="*/ 924884 w 1212477"/>
                <a:gd name="csY2514" fmla="*/ 54939 h 778221"/>
                <a:gd name="csX2515" fmla="*/ 930140 w 1212477"/>
                <a:gd name="csY2515" fmla="*/ 51117 h 778221"/>
                <a:gd name="csX2516" fmla="*/ 930140 w 1212477"/>
                <a:gd name="csY2516" fmla="*/ 51117 h 778221"/>
                <a:gd name="csX2517" fmla="*/ 933483 w 1212477"/>
                <a:gd name="csY2517" fmla="*/ 47295 h 778221"/>
                <a:gd name="csX2518" fmla="*/ 934917 w 1212477"/>
                <a:gd name="csY2518" fmla="*/ 43951 h 778221"/>
                <a:gd name="csX2519" fmla="*/ 934917 w 1212477"/>
                <a:gd name="csY2519" fmla="*/ 40607 h 778221"/>
                <a:gd name="csX2520" fmla="*/ 933483 w 1212477"/>
                <a:gd name="csY2520" fmla="*/ 37741 h 778221"/>
                <a:gd name="csX2521" fmla="*/ 933006 w 1212477"/>
                <a:gd name="csY2521" fmla="*/ 34874 h 778221"/>
                <a:gd name="csX2522" fmla="*/ 933961 w 1212477"/>
                <a:gd name="csY2522" fmla="*/ 32008 h 778221"/>
                <a:gd name="csX2523" fmla="*/ 933961 w 1212477"/>
                <a:gd name="csY2523" fmla="*/ 32008 h 778221"/>
                <a:gd name="csX2524" fmla="*/ 933006 w 1212477"/>
                <a:gd name="csY2524" fmla="*/ 29619 h 778221"/>
                <a:gd name="csX2525" fmla="*/ 930617 w 1212477"/>
                <a:gd name="csY2525" fmla="*/ 28186 h 778221"/>
                <a:gd name="csX2526" fmla="*/ 927273 w 1212477"/>
                <a:gd name="csY2526" fmla="*/ 28186 h 778221"/>
                <a:gd name="csX2527" fmla="*/ 923451 w 1212477"/>
                <a:gd name="csY2527" fmla="*/ 28664 h 778221"/>
                <a:gd name="csX2528" fmla="*/ 921540 w 1212477"/>
                <a:gd name="csY2528" fmla="*/ 27708 h 778221"/>
                <a:gd name="csX2529" fmla="*/ 921063 w 1212477"/>
                <a:gd name="csY2529" fmla="*/ 25320 h 778221"/>
                <a:gd name="csX2530" fmla="*/ 922018 w 1212477"/>
                <a:gd name="csY2530" fmla="*/ 23409 h 778221"/>
                <a:gd name="csX2531" fmla="*/ 924406 w 1212477"/>
                <a:gd name="csY2531" fmla="*/ 21498 h 778221"/>
                <a:gd name="csX2532" fmla="*/ 928229 w 1212477"/>
                <a:gd name="csY2532" fmla="*/ 17676 h 778221"/>
                <a:gd name="csX2533" fmla="*/ 928229 w 1212477"/>
                <a:gd name="csY2533" fmla="*/ 17676 h 778221"/>
                <a:gd name="csX2534" fmla="*/ 933961 w 1212477"/>
                <a:gd name="csY2534" fmla="*/ 11465 h 778221"/>
                <a:gd name="csX2535" fmla="*/ 939694 w 1212477"/>
                <a:gd name="csY2535" fmla="*/ 8121 h 778221"/>
                <a:gd name="csX2536" fmla="*/ 940649 w 1212477"/>
                <a:gd name="csY2536" fmla="*/ 8121 h 778221"/>
                <a:gd name="csX2537" fmla="*/ 947815 w 1212477"/>
                <a:gd name="csY2537" fmla="*/ 7166 h 778221"/>
                <a:gd name="csX2538" fmla="*/ 954504 w 1212477"/>
                <a:gd name="csY2538" fmla="*/ 5255 h 778221"/>
                <a:gd name="csX2539" fmla="*/ 961670 w 1212477"/>
                <a:gd name="csY2539" fmla="*/ 3344 h 778221"/>
                <a:gd name="csX2540" fmla="*/ 966447 w 1212477"/>
                <a:gd name="csY2540" fmla="*/ 1911 h 778221"/>
                <a:gd name="csX2541" fmla="*/ 967402 w 1212477"/>
                <a:gd name="csY2541" fmla="*/ 2866 h 778221"/>
                <a:gd name="csX2542" fmla="*/ 969791 w 1212477"/>
                <a:gd name="csY2542" fmla="*/ 2866 h 778221"/>
                <a:gd name="csX2543" fmla="*/ 974568 w 1212477"/>
                <a:gd name="csY2543" fmla="*/ 2389 h 778221"/>
                <a:gd name="csX2544" fmla="*/ 978868 w 1212477"/>
                <a:gd name="csY2544" fmla="*/ 1911 h 778221"/>
                <a:gd name="csX2545" fmla="*/ 978868 w 1212477"/>
                <a:gd name="csY2545" fmla="*/ 1433 h 778221"/>
                <a:gd name="csX2546" fmla="*/ 982690 w 1212477"/>
                <a:gd name="csY2546" fmla="*/ 478 h 778221"/>
                <a:gd name="csX2547" fmla="*/ 985556 w 1212477"/>
                <a:gd name="csY2547" fmla="*/ 0 h 778221"/>
                <a:gd name="csX2548" fmla="*/ 987945 w 1212477"/>
                <a:gd name="csY2548" fmla="*/ 478 h 778221"/>
                <a:gd name="csX2549" fmla="*/ 989378 w 1212477"/>
                <a:gd name="csY2549" fmla="*/ 955 h 778221"/>
                <a:gd name="csX2550" fmla="*/ 990333 w 1212477"/>
                <a:gd name="csY2550" fmla="*/ 955 h 778221"/>
                <a:gd name="csX2551" fmla="*/ 990333 w 1212477"/>
                <a:gd name="csY2551" fmla="*/ 955 h 778221"/>
                <a:gd name="csX2552" fmla="*/ 990811 w 1212477"/>
                <a:gd name="csY2552" fmla="*/ 955 h 778221"/>
                <a:gd name="csX2553" fmla="*/ 991766 w 1212477"/>
                <a:gd name="csY2553" fmla="*/ 478 h 778221"/>
                <a:gd name="csX2554" fmla="*/ 991766 w 1212477"/>
                <a:gd name="csY2554" fmla="*/ 478 h 778221"/>
                <a:gd name="csX2555" fmla="*/ 994155 w 1212477"/>
                <a:gd name="csY2555" fmla="*/ 1433 h 778221"/>
                <a:gd name="csX2556" fmla="*/ 999410 w 1212477"/>
                <a:gd name="csY2556" fmla="*/ 4300 h 778221"/>
                <a:gd name="csX2557" fmla="*/ 1002277 w 1212477"/>
                <a:gd name="csY2557" fmla="*/ 5733 h 778221"/>
                <a:gd name="csX2558" fmla="*/ 1002277 w 1212477"/>
                <a:gd name="csY2558" fmla="*/ 5733 h 778221"/>
                <a:gd name="csX2559" fmla="*/ 1002277 w 1212477"/>
                <a:gd name="csY2559" fmla="*/ 6210 h 778221"/>
                <a:gd name="csX2560" fmla="*/ 1003709 w 1212477"/>
                <a:gd name="csY2560" fmla="*/ 5733 h 778221"/>
                <a:gd name="csX2561" fmla="*/ 1003709 w 1212477"/>
                <a:gd name="csY2561" fmla="*/ 5733 h 778221"/>
                <a:gd name="csX2562" fmla="*/ 1005143 w 1212477"/>
                <a:gd name="csY2562" fmla="*/ 6688 h 778221"/>
                <a:gd name="csX2563" fmla="*/ 1006576 w 1212477"/>
                <a:gd name="csY2563" fmla="*/ 8599 h 778221"/>
                <a:gd name="csX2564" fmla="*/ 1008487 w 1212477"/>
                <a:gd name="csY2564" fmla="*/ 10032 h 778221"/>
                <a:gd name="csX2565" fmla="*/ 1008487 w 1212477"/>
                <a:gd name="csY2565" fmla="*/ 10032 h 778221"/>
                <a:gd name="csX2566" fmla="*/ 1011831 w 1212477"/>
                <a:gd name="csY2566" fmla="*/ 10510 h 778221"/>
                <a:gd name="csX2567" fmla="*/ 1015653 w 1212477"/>
                <a:gd name="csY2567" fmla="*/ 12899 h 778221"/>
                <a:gd name="csX2568" fmla="*/ 1015653 w 1212477"/>
                <a:gd name="csY2568" fmla="*/ 12899 h 778221"/>
                <a:gd name="csX2569" fmla="*/ 1015653 w 1212477"/>
                <a:gd name="csY2569" fmla="*/ 12899 h 778221"/>
                <a:gd name="csX2570" fmla="*/ 1016608 w 1212477"/>
                <a:gd name="csY2570" fmla="*/ 12899 h 778221"/>
                <a:gd name="csX2571" fmla="*/ 1017086 w 1212477"/>
                <a:gd name="csY2571" fmla="*/ 12899 h 778221"/>
                <a:gd name="csX2572" fmla="*/ 1017086 w 1212477"/>
                <a:gd name="csY2572" fmla="*/ 12899 h 778221"/>
                <a:gd name="csX2573" fmla="*/ 1017564 w 1212477"/>
                <a:gd name="csY2573" fmla="*/ 11465 h 778221"/>
                <a:gd name="csX2574" fmla="*/ 1018520 w 1212477"/>
                <a:gd name="csY2574" fmla="*/ 10988 h 778221"/>
                <a:gd name="csX2575" fmla="*/ 1020908 w 1212477"/>
                <a:gd name="csY2575" fmla="*/ 10510 h 778221"/>
                <a:gd name="csX2576" fmla="*/ 1022819 w 1212477"/>
                <a:gd name="csY2576" fmla="*/ 11465 h 778221"/>
                <a:gd name="csX2577" fmla="*/ 1023774 w 1212477"/>
                <a:gd name="csY2577" fmla="*/ 11943 h 778221"/>
                <a:gd name="csX2578" fmla="*/ 1027596 w 1212477"/>
                <a:gd name="csY2578" fmla="*/ 14332 h 778221"/>
                <a:gd name="csX2579" fmla="*/ 1028074 w 1212477"/>
                <a:gd name="csY2579" fmla="*/ 14332 h 778221"/>
                <a:gd name="csX2580" fmla="*/ 1029985 w 1212477"/>
                <a:gd name="csY2580" fmla="*/ 15287 h 778221"/>
                <a:gd name="csX2581" fmla="*/ 1029985 w 1212477"/>
                <a:gd name="csY2581" fmla="*/ 15287 h 778221"/>
                <a:gd name="csX2582" fmla="*/ 1030940 w 1212477"/>
                <a:gd name="csY2582" fmla="*/ 15287 h 778221"/>
                <a:gd name="csX2583" fmla="*/ 1030940 w 1212477"/>
                <a:gd name="csY2583" fmla="*/ 15287 h 778221"/>
                <a:gd name="csX2584" fmla="*/ 1031896 w 1212477"/>
                <a:gd name="csY2584" fmla="*/ 15765 h 778221"/>
                <a:gd name="csX2585" fmla="*/ 1032851 w 1212477"/>
                <a:gd name="csY2585" fmla="*/ 16721 h 778221"/>
                <a:gd name="csX2586" fmla="*/ 1032851 w 1212477"/>
                <a:gd name="csY2586" fmla="*/ 18154 h 778221"/>
                <a:gd name="csX2587" fmla="*/ 1032851 w 1212477"/>
                <a:gd name="csY2587" fmla="*/ 19109 h 778221"/>
                <a:gd name="csX2588" fmla="*/ 1033807 w 1212477"/>
                <a:gd name="csY2588" fmla="*/ 20065 h 778221"/>
                <a:gd name="csX2589" fmla="*/ 1033807 w 1212477"/>
                <a:gd name="csY2589" fmla="*/ 20065 h 778221"/>
                <a:gd name="csX2590" fmla="*/ 1034762 w 1212477"/>
                <a:gd name="csY2590" fmla="*/ 20065 h 778221"/>
                <a:gd name="csX2591" fmla="*/ 1036673 w 1212477"/>
                <a:gd name="csY2591" fmla="*/ 20542 h 778221"/>
                <a:gd name="csX2592" fmla="*/ 1037629 w 1212477"/>
                <a:gd name="csY2592" fmla="*/ 22931 h 778221"/>
                <a:gd name="csX2593" fmla="*/ 1039062 w 1212477"/>
                <a:gd name="csY2593" fmla="*/ 23886 h 778221"/>
                <a:gd name="csX2594" fmla="*/ 1039062 w 1212477"/>
                <a:gd name="csY2594" fmla="*/ 23886 h 778221"/>
                <a:gd name="csX2595" fmla="*/ 1039062 w 1212477"/>
                <a:gd name="csY2595" fmla="*/ 23886 h 778221"/>
                <a:gd name="csX2596" fmla="*/ 1040017 w 1212477"/>
                <a:gd name="csY2596" fmla="*/ 24842 h 778221"/>
                <a:gd name="csX2597" fmla="*/ 1040017 w 1212477"/>
                <a:gd name="csY2597" fmla="*/ 25320 h 778221"/>
                <a:gd name="csX2598" fmla="*/ 1040017 w 1212477"/>
                <a:gd name="csY2598" fmla="*/ 26275 h 778221"/>
                <a:gd name="csX2599" fmla="*/ 1040017 w 1212477"/>
                <a:gd name="csY2599" fmla="*/ 26753 h 778221"/>
                <a:gd name="csX2600" fmla="*/ 1039539 w 1212477"/>
                <a:gd name="csY2600" fmla="*/ 27708 h 778221"/>
                <a:gd name="csX2601" fmla="*/ 1039539 w 1212477"/>
                <a:gd name="csY2601" fmla="*/ 28664 h 778221"/>
                <a:gd name="csX2602" fmla="*/ 1040017 w 1212477"/>
                <a:gd name="csY2602" fmla="*/ 29619 h 778221"/>
                <a:gd name="csX2603" fmla="*/ 1041928 w 1212477"/>
                <a:gd name="csY2603" fmla="*/ 30575 h 778221"/>
                <a:gd name="csX2604" fmla="*/ 1042884 w 1212477"/>
                <a:gd name="csY2604" fmla="*/ 31052 h 778221"/>
                <a:gd name="csX2605" fmla="*/ 1042884 w 1212477"/>
                <a:gd name="csY2605" fmla="*/ 32486 h 778221"/>
                <a:gd name="csX2606" fmla="*/ 1042884 w 1212477"/>
                <a:gd name="csY2606" fmla="*/ 32486 h 778221"/>
                <a:gd name="csX2607" fmla="*/ 1043839 w 1212477"/>
                <a:gd name="csY2607" fmla="*/ 33441 h 778221"/>
                <a:gd name="csX2608" fmla="*/ 1043839 w 1212477"/>
                <a:gd name="csY2608" fmla="*/ 33441 h 778221"/>
                <a:gd name="csX2609" fmla="*/ 1045272 w 1212477"/>
                <a:gd name="csY2609" fmla="*/ 34874 h 778221"/>
                <a:gd name="csX2610" fmla="*/ 1045750 w 1212477"/>
                <a:gd name="csY2610" fmla="*/ 35830 h 778221"/>
                <a:gd name="csX2611" fmla="*/ 1045272 w 1212477"/>
                <a:gd name="csY2611" fmla="*/ 36785 h 778221"/>
                <a:gd name="csX2612" fmla="*/ 1045750 w 1212477"/>
                <a:gd name="csY2612" fmla="*/ 37741 h 778221"/>
                <a:gd name="csX2613" fmla="*/ 1046705 w 1212477"/>
                <a:gd name="csY2613" fmla="*/ 38218 h 778221"/>
                <a:gd name="csX2614" fmla="*/ 1046705 w 1212477"/>
                <a:gd name="csY2614" fmla="*/ 40129 h 778221"/>
                <a:gd name="csX2615" fmla="*/ 1046705 w 1212477"/>
                <a:gd name="csY2615" fmla="*/ 41562 h 778221"/>
                <a:gd name="csX2616" fmla="*/ 1048139 w 1212477"/>
                <a:gd name="csY2616" fmla="*/ 42996 h 778221"/>
                <a:gd name="csX2617" fmla="*/ 1048139 w 1212477"/>
                <a:gd name="csY2617" fmla="*/ 45862 h 778221"/>
                <a:gd name="csX2618" fmla="*/ 1049094 w 1212477"/>
                <a:gd name="csY2618" fmla="*/ 48728 h 778221"/>
                <a:gd name="csX2619" fmla="*/ 1051961 w 1212477"/>
                <a:gd name="csY2619" fmla="*/ 53028 h 778221"/>
                <a:gd name="csX2620" fmla="*/ 1052916 w 1212477"/>
                <a:gd name="csY2620" fmla="*/ 55417 h 778221"/>
                <a:gd name="csX2621" fmla="*/ 1052438 w 1212477"/>
                <a:gd name="csY2621" fmla="*/ 58283 h 778221"/>
                <a:gd name="csX2622" fmla="*/ 1052916 w 1212477"/>
                <a:gd name="csY2622" fmla="*/ 59238 h 778221"/>
                <a:gd name="csX2623" fmla="*/ 1053393 w 1212477"/>
                <a:gd name="csY2623" fmla="*/ 59238 h 778221"/>
                <a:gd name="csX2624" fmla="*/ 1054349 w 1212477"/>
                <a:gd name="csY2624" fmla="*/ 59716 h 778221"/>
                <a:gd name="csX2625" fmla="*/ 1054827 w 1212477"/>
                <a:gd name="csY2625" fmla="*/ 61149 h 778221"/>
                <a:gd name="csX2626" fmla="*/ 1054827 w 1212477"/>
                <a:gd name="csY2626" fmla="*/ 62582 h 778221"/>
                <a:gd name="csX2627" fmla="*/ 1055304 w 1212477"/>
                <a:gd name="csY2627" fmla="*/ 64016 h 778221"/>
                <a:gd name="csX2628" fmla="*/ 1055782 w 1212477"/>
                <a:gd name="csY2628" fmla="*/ 64971 h 778221"/>
                <a:gd name="csX2629" fmla="*/ 1055304 w 1212477"/>
                <a:gd name="csY2629" fmla="*/ 66882 h 778221"/>
                <a:gd name="csX2630" fmla="*/ 1055782 w 1212477"/>
                <a:gd name="csY2630" fmla="*/ 68315 h 778221"/>
                <a:gd name="csX2631" fmla="*/ 1056738 w 1212477"/>
                <a:gd name="csY2631" fmla="*/ 69271 h 778221"/>
                <a:gd name="csX2632" fmla="*/ 1057216 w 1212477"/>
                <a:gd name="csY2632" fmla="*/ 70704 h 778221"/>
                <a:gd name="csX2633" fmla="*/ 1057216 w 1212477"/>
                <a:gd name="csY2633" fmla="*/ 73093 h 778221"/>
                <a:gd name="csX2634" fmla="*/ 1059127 w 1212477"/>
                <a:gd name="csY2634" fmla="*/ 75959 h 778221"/>
                <a:gd name="csX2635" fmla="*/ 1062948 w 1212477"/>
                <a:gd name="csY2635" fmla="*/ 80736 h 778221"/>
                <a:gd name="csX2636" fmla="*/ 1064859 w 1212477"/>
                <a:gd name="csY2636" fmla="*/ 84080 h 778221"/>
                <a:gd name="csX2637" fmla="*/ 1065814 w 1212477"/>
                <a:gd name="csY2637" fmla="*/ 86469 h 778221"/>
                <a:gd name="csX2638" fmla="*/ 1065814 w 1212477"/>
                <a:gd name="csY2638" fmla="*/ 88858 h 778221"/>
                <a:gd name="csX2639" fmla="*/ 1064859 w 1212477"/>
                <a:gd name="csY2639" fmla="*/ 90291 h 778221"/>
                <a:gd name="csX2640" fmla="*/ 1064859 w 1212477"/>
                <a:gd name="csY2640" fmla="*/ 91246 h 778221"/>
                <a:gd name="csX2641" fmla="*/ 1065814 w 1212477"/>
                <a:gd name="csY2641" fmla="*/ 92202 h 778221"/>
                <a:gd name="csX2642" fmla="*/ 1065814 w 1212477"/>
                <a:gd name="csY2642" fmla="*/ 93157 h 778221"/>
                <a:gd name="csX2643" fmla="*/ 1065337 w 1212477"/>
                <a:gd name="csY2643" fmla="*/ 94590 h 778221"/>
                <a:gd name="csX2644" fmla="*/ 1066770 w 1212477"/>
                <a:gd name="csY2644" fmla="*/ 96024 h 778221"/>
                <a:gd name="csX2645" fmla="*/ 1070592 w 1212477"/>
                <a:gd name="csY2645" fmla="*/ 98412 h 778221"/>
                <a:gd name="csX2646" fmla="*/ 1069159 w 1212477"/>
                <a:gd name="csY2646" fmla="*/ 102234 h 778221"/>
                <a:gd name="csX2647" fmla="*/ 1068681 w 1212477"/>
                <a:gd name="csY2647" fmla="*/ 105100 h 778221"/>
                <a:gd name="csX2648" fmla="*/ 1068681 w 1212477"/>
                <a:gd name="csY2648" fmla="*/ 107967 h 778221"/>
                <a:gd name="csX2649" fmla="*/ 1069636 w 1212477"/>
                <a:gd name="csY2649" fmla="*/ 109878 h 778221"/>
                <a:gd name="csX2650" fmla="*/ 1071547 w 1212477"/>
                <a:gd name="csY2650" fmla="*/ 110833 h 778221"/>
                <a:gd name="csX2651" fmla="*/ 1072503 w 1212477"/>
                <a:gd name="csY2651" fmla="*/ 112266 h 778221"/>
                <a:gd name="csX2652" fmla="*/ 1072980 w 1212477"/>
                <a:gd name="csY2652" fmla="*/ 113700 h 778221"/>
                <a:gd name="csX2653" fmla="*/ 1074891 w 1212477"/>
                <a:gd name="csY2653" fmla="*/ 114655 h 778221"/>
                <a:gd name="csX2654" fmla="*/ 1075847 w 1212477"/>
                <a:gd name="csY2654" fmla="*/ 115133 h 778221"/>
                <a:gd name="csX2655" fmla="*/ 1078713 w 1212477"/>
                <a:gd name="csY2655" fmla="*/ 116566 h 778221"/>
                <a:gd name="csX2656" fmla="*/ 1078713 w 1212477"/>
                <a:gd name="csY2656" fmla="*/ 116566 h 778221"/>
                <a:gd name="csX2657" fmla="*/ 1083491 w 1212477"/>
                <a:gd name="csY2657" fmla="*/ 116566 h 778221"/>
                <a:gd name="csX2658" fmla="*/ 1083491 w 1212477"/>
                <a:gd name="csY2658" fmla="*/ 116566 h 778221"/>
                <a:gd name="csX2659" fmla="*/ 1089223 w 1212477"/>
                <a:gd name="csY2659" fmla="*/ 115610 h 778221"/>
                <a:gd name="csX2660" fmla="*/ 1092568 w 1212477"/>
                <a:gd name="csY2660" fmla="*/ 115610 h 778221"/>
                <a:gd name="csX2661" fmla="*/ 1093045 w 1212477"/>
                <a:gd name="csY2661" fmla="*/ 115610 h 778221"/>
                <a:gd name="csX2662" fmla="*/ 1094000 w 1212477"/>
                <a:gd name="csY2662" fmla="*/ 116088 h 778221"/>
                <a:gd name="csX2663" fmla="*/ 1094478 w 1212477"/>
                <a:gd name="csY2663" fmla="*/ 117044 h 778221"/>
                <a:gd name="csX2664" fmla="*/ 1094000 w 1212477"/>
                <a:gd name="csY2664" fmla="*/ 118477 h 778221"/>
                <a:gd name="csX2665" fmla="*/ 1094956 w 1212477"/>
                <a:gd name="csY2665" fmla="*/ 119432 h 778221"/>
                <a:gd name="csX2666" fmla="*/ 1094956 w 1212477"/>
                <a:gd name="csY2666" fmla="*/ 119432 h 778221"/>
                <a:gd name="csX2667" fmla="*/ 1097345 w 1212477"/>
                <a:gd name="csY2667" fmla="*/ 119910 h 778221"/>
                <a:gd name="csX2668" fmla="*/ 1098778 w 1212477"/>
                <a:gd name="csY2668" fmla="*/ 120388 h 778221"/>
                <a:gd name="csX2669" fmla="*/ 1099734 w 1212477"/>
                <a:gd name="csY2669" fmla="*/ 121821 h 778221"/>
                <a:gd name="csX2670" fmla="*/ 1099734 w 1212477"/>
                <a:gd name="csY2670" fmla="*/ 121821 h 778221"/>
                <a:gd name="csX2671" fmla="*/ 1100689 w 1212477"/>
                <a:gd name="csY2671" fmla="*/ 122299 h 778221"/>
                <a:gd name="csX2672" fmla="*/ 1100689 w 1212477"/>
                <a:gd name="csY2672" fmla="*/ 122299 h 778221"/>
                <a:gd name="csX2673" fmla="*/ 1101166 w 1212477"/>
                <a:gd name="csY2673" fmla="*/ 122299 h 778221"/>
                <a:gd name="csX2674" fmla="*/ 1102122 w 1212477"/>
                <a:gd name="csY2674" fmla="*/ 121821 h 778221"/>
                <a:gd name="csX2675" fmla="*/ 1102600 w 1212477"/>
                <a:gd name="csY2675" fmla="*/ 121821 h 778221"/>
                <a:gd name="csX2676" fmla="*/ 1103555 w 1212477"/>
                <a:gd name="csY2676" fmla="*/ 121821 h 778221"/>
                <a:gd name="csX2677" fmla="*/ 1104033 w 1212477"/>
                <a:gd name="csY2677" fmla="*/ 121821 h 778221"/>
                <a:gd name="csX2678" fmla="*/ 1104511 w 1212477"/>
                <a:gd name="csY2678" fmla="*/ 122299 h 778221"/>
                <a:gd name="csX2679" fmla="*/ 1104511 w 1212477"/>
                <a:gd name="csY2679" fmla="*/ 122299 h 778221"/>
                <a:gd name="csX2680" fmla="*/ 1104988 w 1212477"/>
                <a:gd name="csY2680" fmla="*/ 122299 h 778221"/>
                <a:gd name="csX2681" fmla="*/ 1105466 w 1212477"/>
                <a:gd name="csY2681" fmla="*/ 122299 h 778221"/>
                <a:gd name="csX2682" fmla="*/ 1106421 w 1212477"/>
                <a:gd name="csY2682" fmla="*/ 121343 h 778221"/>
                <a:gd name="csX2683" fmla="*/ 1107377 w 1212477"/>
                <a:gd name="csY2683" fmla="*/ 121343 h 778221"/>
                <a:gd name="csX2684" fmla="*/ 1108332 w 1212477"/>
                <a:gd name="csY2684" fmla="*/ 121343 h 778221"/>
                <a:gd name="csX2685" fmla="*/ 1109288 w 1212477"/>
                <a:gd name="csY2685" fmla="*/ 123254 h 778221"/>
                <a:gd name="csX2686" fmla="*/ 1110243 w 1212477"/>
                <a:gd name="csY2686" fmla="*/ 124210 h 778221"/>
                <a:gd name="csX2687" fmla="*/ 1111677 w 1212477"/>
                <a:gd name="csY2687" fmla="*/ 124687 h 778221"/>
                <a:gd name="csX2688" fmla="*/ 1114065 w 1212477"/>
                <a:gd name="csY2688" fmla="*/ 126598 h 778221"/>
                <a:gd name="csX2689" fmla="*/ 1119320 w 1212477"/>
                <a:gd name="csY2689" fmla="*/ 132809 h 778221"/>
                <a:gd name="csX2690" fmla="*/ 1122187 w 1212477"/>
                <a:gd name="csY2690" fmla="*/ 135197 h 778221"/>
                <a:gd name="csX2691" fmla="*/ 1125530 w 1212477"/>
                <a:gd name="csY2691" fmla="*/ 135675 h 778221"/>
                <a:gd name="csX2692" fmla="*/ 1129353 w 1212477"/>
                <a:gd name="csY2692" fmla="*/ 136153 h 778221"/>
                <a:gd name="csX2693" fmla="*/ 1130786 w 1212477"/>
                <a:gd name="csY2693" fmla="*/ 138542 h 778221"/>
                <a:gd name="csX2694" fmla="*/ 1129353 w 1212477"/>
                <a:gd name="csY2694" fmla="*/ 140930 h 778221"/>
                <a:gd name="csX2695" fmla="*/ 1129353 w 1212477"/>
                <a:gd name="csY2695" fmla="*/ 143319 h 778221"/>
                <a:gd name="csX2696" fmla="*/ 1130308 w 1212477"/>
                <a:gd name="csY2696" fmla="*/ 143796 h 778221"/>
                <a:gd name="csX2697" fmla="*/ 1131264 w 1212477"/>
                <a:gd name="csY2697" fmla="*/ 146663 h 778221"/>
                <a:gd name="csX2698" fmla="*/ 1133175 w 1212477"/>
                <a:gd name="csY2698" fmla="*/ 148096 h 778221"/>
                <a:gd name="csX2699" fmla="*/ 1133652 w 1212477"/>
                <a:gd name="csY2699" fmla="*/ 149052 h 778221"/>
                <a:gd name="csX2700" fmla="*/ 1134130 w 1212477"/>
                <a:gd name="csY2700" fmla="*/ 150485 h 778221"/>
                <a:gd name="csX2701" fmla="*/ 1134130 w 1212477"/>
                <a:gd name="csY2701" fmla="*/ 152873 h 778221"/>
                <a:gd name="csX2702" fmla="*/ 1132696 w 1212477"/>
                <a:gd name="csY2702" fmla="*/ 156217 h 778221"/>
                <a:gd name="csX2703" fmla="*/ 1132696 w 1212477"/>
                <a:gd name="csY2703" fmla="*/ 159084 h 778221"/>
                <a:gd name="csX2704" fmla="*/ 1135085 w 1212477"/>
                <a:gd name="csY2704" fmla="*/ 161473 h 778221"/>
                <a:gd name="csX2705" fmla="*/ 1136518 w 1212477"/>
                <a:gd name="csY2705" fmla="*/ 163861 h 778221"/>
                <a:gd name="csX2706" fmla="*/ 1136996 w 1212477"/>
                <a:gd name="csY2706" fmla="*/ 166250 h 778221"/>
                <a:gd name="csX2707" fmla="*/ 1137474 w 1212477"/>
                <a:gd name="csY2707" fmla="*/ 167683 h 778221"/>
                <a:gd name="csX2708" fmla="*/ 1138430 w 1212477"/>
                <a:gd name="csY2708" fmla="*/ 167683 h 778221"/>
                <a:gd name="csX2709" fmla="*/ 1138430 w 1212477"/>
                <a:gd name="csY2709" fmla="*/ 167683 h 778221"/>
                <a:gd name="csX2710" fmla="*/ 1140341 w 1212477"/>
                <a:gd name="csY2710" fmla="*/ 167683 h 778221"/>
                <a:gd name="csX2711" fmla="*/ 1144640 w 1212477"/>
                <a:gd name="csY2711" fmla="*/ 166728 h 778221"/>
                <a:gd name="csX2712" fmla="*/ 1147506 w 1212477"/>
                <a:gd name="csY2712" fmla="*/ 167205 h 778221"/>
                <a:gd name="csX2713" fmla="*/ 1149417 w 1212477"/>
                <a:gd name="csY2713" fmla="*/ 168161 h 778221"/>
                <a:gd name="csX2714" fmla="*/ 1149417 w 1212477"/>
                <a:gd name="csY2714" fmla="*/ 168161 h 778221"/>
                <a:gd name="csX2715" fmla="*/ 1153717 w 1212477"/>
                <a:gd name="csY2715" fmla="*/ 168161 h 778221"/>
                <a:gd name="csX2716" fmla="*/ 1160883 w 1212477"/>
                <a:gd name="csY2716" fmla="*/ 167205 h 778221"/>
                <a:gd name="csX2717" fmla="*/ 1165660 w 1212477"/>
                <a:gd name="csY2717" fmla="*/ 166728 h 778221"/>
                <a:gd name="csX2718" fmla="*/ 1167571 w 1212477"/>
                <a:gd name="csY2718" fmla="*/ 167205 h 778221"/>
                <a:gd name="csX2719" fmla="*/ 1167571 w 1212477"/>
                <a:gd name="csY2719" fmla="*/ 167205 h 778221"/>
                <a:gd name="csX2720" fmla="*/ 1169482 w 1212477"/>
                <a:gd name="csY2720" fmla="*/ 165772 h 778221"/>
                <a:gd name="csX2721" fmla="*/ 1170915 w 1212477"/>
                <a:gd name="csY2721" fmla="*/ 162428 h 778221"/>
                <a:gd name="csX2722" fmla="*/ 1172348 w 1212477"/>
                <a:gd name="csY2722" fmla="*/ 160995 h 778221"/>
                <a:gd name="csX2723" fmla="*/ 1173303 w 1212477"/>
                <a:gd name="csY2723" fmla="*/ 160995 h 778221"/>
                <a:gd name="csX2724" fmla="*/ 1173303 w 1212477"/>
                <a:gd name="csY2724" fmla="*/ 160995 h 778221"/>
                <a:gd name="csX2725" fmla="*/ 1175692 w 1212477"/>
                <a:gd name="csY2725" fmla="*/ 160039 h 778221"/>
                <a:gd name="csX2726" fmla="*/ 1178081 w 1212477"/>
                <a:gd name="csY2726" fmla="*/ 157651 h 778221"/>
                <a:gd name="csX2727" fmla="*/ 1178081 w 1212477"/>
                <a:gd name="csY2727" fmla="*/ 157651 h 778221"/>
                <a:gd name="csX2728" fmla="*/ 1180948 w 1212477"/>
                <a:gd name="csY2728" fmla="*/ 156695 h 778221"/>
                <a:gd name="csX2729" fmla="*/ 1183814 w 1212477"/>
                <a:gd name="csY2729" fmla="*/ 156695 h 778221"/>
                <a:gd name="csX2730" fmla="*/ 1187158 w 1212477"/>
                <a:gd name="csY2730" fmla="*/ 157173 h 778221"/>
                <a:gd name="csX2731" fmla="*/ 1187158 w 1212477"/>
                <a:gd name="csY2731" fmla="*/ 157173 h 778221"/>
                <a:gd name="csX2732" fmla="*/ 1189546 w 1212477"/>
                <a:gd name="csY2732" fmla="*/ 156217 h 778221"/>
                <a:gd name="csX2733" fmla="*/ 1191457 w 1212477"/>
                <a:gd name="csY2733" fmla="*/ 153829 h 778221"/>
                <a:gd name="csX2734" fmla="*/ 1194801 w 1212477"/>
                <a:gd name="csY2734" fmla="*/ 152396 h 778221"/>
                <a:gd name="csX2735" fmla="*/ 1201967 w 1212477"/>
                <a:gd name="csY2735" fmla="*/ 150007 h 778221"/>
                <a:gd name="csX2736" fmla="*/ 1203401 w 1212477"/>
                <a:gd name="csY2736" fmla="*/ 149529 h 778221"/>
                <a:gd name="csX2737" fmla="*/ 1204356 w 1212477"/>
                <a:gd name="csY2737" fmla="*/ 149529 h 778221"/>
                <a:gd name="csX2738" fmla="*/ 1206744 w 1212477"/>
                <a:gd name="csY2738" fmla="*/ 150007 h 778221"/>
                <a:gd name="csX2739" fmla="*/ 1208656 w 1212477"/>
                <a:gd name="csY2739" fmla="*/ 150485 h 778221"/>
                <a:gd name="csX2740" fmla="*/ 1208656 w 1212477"/>
                <a:gd name="csY2740" fmla="*/ 150962 h 778221"/>
                <a:gd name="csX2741" fmla="*/ 1211044 w 1212477"/>
                <a:gd name="csY2741" fmla="*/ 152873 h 778221"/>
                <a:gd name="csX2742" fmla="*/ 1211044 w 1212477"/>
                <a:gd name="csY2742" fmla="*/ 153829 h 778221"/>
                <a:gd name="csX2743" fmla="*/ 1211044 w 1212477"/>
                <a:gd name="csY2743" fmla="*/ 155262 h 778221"/>
                <a:gd name="csX2744" fmla="*/ 1210567 w 1212477"/>
                <a:gd name="csY2744" fmla="*/ 156217 h 778221"/>
                <a:gd name="csX2745" fmla="*/ 1209611 w 1212477"/>
                <a:gd name="csY2745" fmla="*/ 157173 h 778221"/>
                <a:gd name="csX2746" fmla="*/ 1209133 w 1212477"/>
                <a:gd name="csY2746" fmla="*/ 159084 h 778221"/>
                <a:gd name="csX2747" fmla="*/ 1209611 w 1212477"/>
                <a:gd name="csY2747" fmla="*/ 160039 h 778221"/>
                <a:gd name="csX2748" fmla="*/ 1210567 w 1212477"/>
                <a:gd name="csY2748" fmla="*/ 162906 h 778221"/>
                <a:gd name="csX2749" fmla="*/ 1210567 w 1212477"/>
                <a:gd name="csY2749" fmla="*/ 162906 h 778221"/>
                <a:gd name="csX2750" fmla="*/ 1211522 w 1212477"/>
                <a:gd name="csY2750" fmla="*/ 164817 h 778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</a:cxnLst>
              <a:rect l="l" t="t" r="r" b="b"/>
              <a:pathLst>
                <a:path w="1212477" h="778221">
                  <a:moveTo>
                    <a:pt x="1211522" y="164817"/>
                  </a:moveTo>
                  <a:lnTo>
                    <a:pt x="1212478" y="167205"/>
                  </a:lnTo>
                  <a:lnTo>
                    <a:pt x="1212000" y="168161"/>
                  </a:lnTo>
                  <a:lnTo>
                    <a:pt x="1211522" y="169594"/>
                  </a:lnTo>
                  <a:lnTo>
                    <a:pt x="1209611" y="172460"/>
                  </a:lnTo>
                  <a:lnTo>
                    <a:pt x="1208656" y="173416"/>
                  </a:lnTo>
                  <a:lnTo>
                    <a:pt x="1208656" y="173416"/>
                  </a:lnTo>
                  <a:lnTo>
                    <a:pt x="1207223" y="174371"/>
                  </a:lnTo>
                  <a:lnTo>
                    <a:pt x="1205312" y="174849"/>
                  </a:lnTo>
                  <a:lnTo>
                    <a:pt x="1205312" y="174849"/>
                  </a:lnTo>
                  <a:lnTo>
                    <a:pt x="1204356" y="174849"/>
                  </a:lnTo>
                  <a:lnTo>
                    <a:pt x="1203401" y="175327"/>
                  </a:lnTo>
                  <a:lnTo>
                    <a:pt x="1202923" y="176282"/>
                  </a:lnTo>
                  <a:lnTo>
                    <a:pt x="1201967" y="177238"/>
                  </a:lnTo>
                  <a:lnTo>
                    <a:pt x="1201012" y="178193"/>
                  </a:lnTo>
                  <a:lnTo>
                    <a:pt x="1201012" y="179626"/>
                  </a:lnTo>
                  <a:lnTo>
                    <a:pt x="1201490" y="181059"/>
                  </a:lnTo>
                  <a:lnTo>
                    <a:pt x="1201490" y="182970"/>
                  </a:lnTo>
                  <a:lnTo>
                    <a:pt x="1200534" y="184403"/>
                  </a:lnTo>
                  <a:lnTo>
                    <a:pt x="1199579" y="187270"/>
                  </a:lnTo>
                  <a:lnTo>
                    <a:pt x="1199101" y="187748"/>
                  </a:lnTo>
                  <a:lnTo>
                    <a:pt x="1198623" y="189659"/>
                  </a:lnTo>
                  <a:lnTo>
                    <a:pt x="1198623" y="190136"/>
                  </a:lnTo>
                  <a:lnTo>
                    <a:pt x="1198146" y="193958"/>
                  </a:lnTo>
                  <a:lnTo>
                    <a:pt x="1196712" y="196825"/>
                  </a:lnTo>
                  <a:lnTo>
                    <a:pt x="1194801" y="199691"/>
                  </a:lnTo>
                  <a:lnTo>
                    <a:pt x="1195279" y="201602"/>
                  </a:lnTo>
                  <a:lnTo>
                    <a:pt x="1195757" y="203035"/>
                  </a:lnTo>
                  <a:lnTo>
                    <a:pt x="1195279" y="203991"/>
                  </a:lnTo>
                  <a:lnTo>
                    <a:pt x="1195279" y="204468"/>
                  </a:lnTo>
                  <a:lnTo>
                    <a:pt x="1194801" y="206379"/>
                  </a:lnTo>
                  <a:lnTo>
                    <a:pt x="1194324" y="206857"/>
                  </a:lnTo>
                  <a:lnTo>
                    <a:pt x="1192891" y="207812"/>
                  </a:lnTo>
                  <a:lnTo>
                    <a:pt x="1191935" y="209245"/>
                  </a:lnTo>
                  <a:lnTo>
                    <a:pt x="1191935" y="211156"/>
                  </a:lnTo>
                  <a:lnTo>
                    <a:pt x="1191457" y="212590"/>
                  </a:lnTo>
                  <a:lnTo>
                    <a:pt x="1190502" y="214023"/>
                  </a:lnTo>
                  <a:lnTo>
                    <a:pt x="1190024" y="214978"/>
                  </a:lnTo>
                  <a:lnTo>
                    <a:pt x="1188591" y="215456"/>
                  </a:lnTo>
                  <a:lnTo>
                    <a:pt x="1188113" y="215934"/>
                  </a:lnTo>
                  <a:lnTo>
                    <a:pt x="1187635" y="217845"/>
                  </a:lnTo>
                  <a:lnTo>
                    <a:pt x="1187158" y="219278"/>
                  </a:lnTo>
                  <a:lnTo>
                    <a:pt x="1186680" y="220233"/>
                  </a:lnTo>
                  <a:lnTo>
                    <a:pt x="1187158" y="221666"/>
                  </a:lnTo>
                  <a:lnTo>
                    <a:pt x="1186680" y="223100"/>
                  </a:lnTo>
                  <a:lnTo>
                    <a:pt x="1184769" y="224055"/>
                  </a:lnTo>
                  <a:lnTo>
                    <a:pt x="1183814" y="224533"/>
                  </a:lnTo>
                  <a:lnTo>
                    <a:pt x="1183336" y="224533"/>
                  </a:lnTo>
                  <a:lnTo>
                    <a:pt x="1183336" y="224533"/>
                  </a:lnTo>
                  <a:lnTo>
                    <a:pt x="1181425" y="225966"/>
                  </a:lnTo>
                  <a:lnTo>
                    <a:pt x="1179992" y="230266"/>
                  </a:lnTo>
                  <a:lnTo>
                    <a:pt x="1179992" y="233132"/>
                  </a:lnTo>
                  <a:lnTo>
                    <a:pt x="1179992" y="235521"/>
                  </a:lnTo>
                  <a:lnTo>
                    <a:pt x="1178081" y="236954"/>
                  </a:lnTo>
                  <a:lnTo>
                    <a:pt x="1176648" y="237909"/>
                  </a:lnTo>
                  <a:lnTo>
                    <a:pt x="1175692" y="237432"/>
                  </a:lnTo>
                  <a:lnTo>
                    <a:pt x="1175692" y="237432"/>
                  </a:lnTo>
                  <a:lnTo>
                    <a:pt x="1174737" y="236954"/>
                  </a:lnTo>
                  <a:lnTo>
                    <a:pt x="1174737" y="236954"/>
                  </a:lnTo>
                  <a:lnTo>
                    <a:pt x="1172348" y="236476"/>
                  </a:lnTo>
                  <a:lnTo>
                    <a:pt x="1171393" y="236476"/>
                  </a:lnTo>
                  <a:lnTo>
                    <a:pt x="1169004" y="235521"/>
                  </a:lnTo>
                  <a:lnTo>
                    <a:pt x="1165182" y="234565"/>
                  </a:lnTo>
                  <a:lnTo>
                    <a:pt x="1161838" y="233610"/>
                  </a:lnTo>
                  <a:lnTo>
                    <a:pt x="1159450" y="232654"/>
                  </a:lnTo>
                  <a:lnTo>
                    <a:pt x="1157539" y="232176"/>
                  </a:lnTo>
                  <a:lnTo>
                    <a:pt x="1156105" y="231699"/>
                  </a:lnTo>
                  <a:lnTo>
                    <a:pt x="1155150" y="230266"/>
                  </a:lnTo>
                  <a:lnTo>
                    <a:pt x="1155150" y="230266"/>
                  </a:lnTo>
                  <a:lnTo>
                    <a:pt x="1155150" y="230266"/>
                  </a:lnTo>
                  <a:lnTo>
                    <a:pt x="1154194" y="230743"/>
                  </a:lnTo>
                  <a:lnTo>
                    <a:pt x="1152761" y="232654"/>
                  </a:lnTo>
                  <a:lnTo>
                    <a:pt x="1151328" y="233610"/>
                  </a:lnTo>
                  <a:lnTo>
                    <a:pt x="1150373" y="235043"/>
                  </a:lnTo>
                  <a:lnTo>
                    <a:pt x="1149895" y="236476"/>
                  </a:lnTo>
                  <a:lnTo>
                    <a:pt x="1147984" y="238387"/>
                  </a:lnTo>
                  <a:lnTo>
                    <a:pt x="1147028" y="238865"/>
                  </a:lnTo>
                  <a:lnTo>
                    <a:pt x="1143684" y="240298"/>
                  </a:lnTo>
                  <a:lnTo>
                    <a:pt x="1142729" y="240775"/>
                  </a:lnTo>
                  <a:lnTo>
                    <a:pt x="1139862" y="240775"/>
                  </a:lnTo>
                  <a:lnTo>
                    <a:pt x="1139862" y="240775"/>
                  </a:lnTo>
                  <a:lnTo>
                    <a:pt x="1138907" y="241253"/>
                  </a:lnTo>
                  <a:lnTo>
                    <a:pt x="1137952" y="242687"/>
                  </a:lnTo>
                  <a:lnTo>
                    <a:pt x="1137474" y="243642"/>
                  </a:lnTo>
                  <a:lnTo>
                    <a:pt x="1138430" y="245075"/>
                  </a:lnTo>
                  <a:lnTo>
                    <a:pt x="1139385" y="247464"/>
                  </a:lnTo>
                  <a:lnTo>
                    <a:pt x="1139862" y="248897"/>
                  </a:lnTo>
                  <a:lnTo>
                    <a:pt x="1140818" y="252241"/>
                  </a:lnTo>
                  <a:lnTo>
                    <a:pt x="1143207" y="262273"/>
                  </a:lnTo>
                  <a:lnTo>
                    <a:pt x="1142251" y="264184"/>
                  </a:lnTo>
                  <a:lnTo>
                    <a:pt x="1141773" y="271350"/>
                  </a:lnTo>
                  <a:lnTo>
                    <a:pt x="1141773" y="272783"/>
                  </a:lnTo>
                  <a:lnTo>
                    <a:pt x="1141773" y="275172"/>
                  </a:lnTo>
                  <a:lnTo>
                    <a:pt x="1141773" y="276605"/>
                  </a:lnTo>
                  <a:lnTo>
                    <a:pt x="1141773" y="276605"/>
                  </a:lnTo>
                  <a:lnTo>
                    <a:pt x="1142251" y="277083"/>
                  </a:lnTo>
                  <a:lnTo>
                    <a:pt x="1142251" y="277083"/>
                  </a:lnTo>
                  <a:lnTo>
                    <a:pt x="1143207" y="277561"/>
                  </a:lnTo>
                  <a:lnTo>
                    <a:pt x="1143207" y="278516"/>
                  </a:lnTo>
                  <a:lnTo>
                    <a:pt x="1143207" y="279472"/>
                  </a:lnTo>
                  <a:lnTo>
                    <a:pt x="1142729" y="280905"/>
                  </a:lnTo>
                  <a:lnTo>
                    <a:pt x="1142251" y="282816"/>
                  </a:lnTo>
                  <a:lnTo>
                    <a:pt x="1141773" y="285682"/>
                  </a:lnTo>
                  <a:lnTo>
                    <a:pt x="1140818" y="286638"/>
                  </a:lnTo>
                  <a:lnTo>
                    <a:pt x="1140341" y="287593"/>
                  </a:lnTo>
                  <a:lnTo>
                    <a:pt x="1139862" y="288071"/>
                  </a:lnTo>
                  <a:lnTo>
                    <a:pt x="1139862" y="289982"/>
                  </a:lnTo>
                  <a:lnTo>
                    <a:pt x="1139385" y="291415"/>
                  </a:lnTo>
                  <a:lnTo>
                    <a:pt x="1138430" y="291893"/>
                  </a:lnTo>
                  <a:lnTo>
                    <a:pt x="1136996" y="292848"/>
                  </a:lnTo>
                  <a:lnTo>
                    <a:pt x="1136041" y="292370"/>
                  </a:lnTo>
                  <a:lnTo>
                    <a:pt x="1135563" y="292370"/>
                  </a:lnTo>
                  <a:lnTo>
                    <a:pt x="1134130" y="292370"/>
                  </a:lnTo>
                  <a:lnTo>
                    <a:pt x="1132696" y="293326"/>
                  </a:lnTo>
                  <a:lnTo>
                    <a:pt x="1129830" y="293804"/>
                  </a:lnTo>
                  <a:lnTo>
                    <a:pt x="1127919" y="294281"/>
                  </a:lnTo>
                  <a:lnTo>
                    <a:pt x="1127442" y="295237"/>
                  </a:lnTo>
                  <a:lnTo>
                    <a:pt x="1126964" y="295714"/>
                  </a:lnTo>
                  <a:lnTo>
                    <a:pt x="1126486" y="296670"/>
                  </a:lnTo>
                  <a:lnTo>
                    <a:pt x="1126964" y="296670"/>
                  </a:lnTo>
                  <a:lnTo>
                    <a:pt x="1126964" y="296670"/>
                  </a:lnTo>
                  <a:lnTo>
                    <a:pt x="1126964" y="296670"/>
                  </a:lnTo>
                  <a:lnTo>
                    <a:pt x="1128397" y="297148"/>
                  </a:lnTo>
                  <a:lnTo>
                    <a:pt x="1128875" y="297148"/>
                  </a:lnTo>
                  <a:lnTo>
                    <a:pt x="1129830" y="298581"/>
                  </a:lnTo>
                  <a:lnTo>
                    <a:pt x="1129830" y="299536"/>
                  </a:lnTo>
                  <a:lnTo>
                    <a:pt x="1128875" y="300492"/>
                  </a:lnTo>
                  <a:lnTo>
                    <a:pt x="1128397" y="299536"/>
                  </a:lnTo>
                  <a:lnTo>
                    <a:pt x="1128397" y="299536"/>
                  </a:lnTo>
                  <a:lnTo>
                    <a:pt x="1127442" y="299536"/>
                  </a:lnTo>
                  <a:lnTo>
                    <a:pt x="1125530" y="298103"/>
                  </a:lnTo>
                  <a:lnTo>
                    <a:pt x="1124098" y="296670"/>
                  </a:lnTo>
                  <a:lnTo>
                    <a:pt x="1123142" y="295237"/>
                  </a:lnTo>
                  <a:lnTo>
                    <a:pt x="1123620" y="292370"/>
                  </a:lnTo>
                  <a:lnTo>
                    <a:pt x="1123142" y="291893"/>
                  </a:lnTo>
                  <a:lnTo>
                    <a:pt x="1121231" y="290937"/>
                  </a:lnTo>
                  <a:lnTo>
                    <a:pt x="1120753" y="289982"/>
                  </a:lnTo>
                  <a:lnTo>
                    <a:pt x="1120753" y="289982"/>
                  </a:lnTo>
                  <a:lnTo>
                    <a:pt x="1120276" y="289504"/>
                  </a:lnTo>
                  <a:lnTo>
                    <a:pt x="1118843" y="289982"/>
                  </a:lnTo>
                  <a:lnTo>
                    <a:pt x="1117887" y="289504"/>
                  </a:lnTo>
                  <a:lnTo>
                    <a:pt x="1117409" y="289026"/>
                  </a:lnTo>
                  <a:lnTo>
                    <a:pt x="1117409" y="289026"/>
                  </a:lnTo>
                  <a:lnTo>
                    <a:pt x="1116454" y="289026"/>
                  </a:lnTo>
                  <a:lnTo>
                    <a:pt x="1116454" y="289026"/>
                  </a:lnTo>
                  <a:lnTo>
                    <a:pt x="1115498" y="289982"/>
                  </a:lnTo>
                  <a:lnTo>
                    <a:pt x="1115498" y="291893"/>
                  </a:lnTo>
                  <a:lnTo>
                    <a:pt x="1114065" y="294759"/>
                  </a:lnTo>
                  <a:lnTo>
                    <a:pt x="1114065" y="296192"/>
                  </a:lnTo>
                  <a:lnTo>
                    <a:pt x="1113587" y="299059"/>
                  </a:lnTo>
                  <a:lnTo>
                    <a:pt x="1112632" y="301925"/>
                  </a:lnTo>
                  <a:lnTo>
                    <a:pt x="1112632" y="302880"/>
                  </a:lnTo>
                  <a:lnTo>
                    <a:pt x="1111199" y="302880"/>
                  </a:lnTo>
                  <a:lnTo>
                    <a:pt x="1111199" y="302880"/>
                  </a:lnTo>
                  <a:lnTo>
                    <a:pt x="1111199" y="302880"/>
                  </a:lnTo>
                  <a:lnTo>
                    <a:pt x="1110721" y="302880"/>
                  </a:lnTo>
                  <a:lnTo>
                    <a:pt x="1110721" y="302880"/>
                  </a:lnTo>
                  <a:lnTo>
                    <a:pt x="1109766" y="303836"/>
                  </a:lnTo>
                  <a:lnTo>
                    <a:pt x="1108810" y="304314"/>
                  </a:lnTo>
                  <a:lnTo>
                    <a:pt x="1108332" y="303836"/>
                  </a:lnTo>
                  <a:lnTo>
                    <a:pt x="1106899" y="302880"/>
                  </a:lnTo>
                  <a:lnTo>
                    <a:pt x="1106899" y="302880"/>
                  </a:lnTo>
                  <a:lnTo>
                    <a:pt x="1105944" y="302880"/>
                  </a:lnTo>
                  <a:lnTo>
                    <a:pt x="1105944" y="302880"/>
                  </a:lnTo>
                  <a:lnTo>
                    <a:pt x="1104988" y="303358"/>
                  </a:lnTo>
                  <a:lnTo>
                    <a:pt x="1104988" y="303358"/>
                  </a:lnTo>
                  <a:lnTo>
                    <a:pt x="1103555" y="304791"/>
                  </a:lnTo>
                  <a:lnTo>
                    <a:pt x="1103077" y="305747"/>
                  </a:lnTo>
                  <a:lnTo>
                    <a:pt x="1103077" y="306224"/>
                  </a:lnTo>
                  <a:lnTo>
                    <a:pt x="1102600" y="307180"/>
                  </a:lnTo>
                  <a:lnTo>
                    <a:pt x="1102600" y="308136"/>
                  </a:lnTo>
                  <a:lnTo>
                    <a:pt x="1101166" y="309569"/>
                  </a:lnTo>
                  <a:lnTo>
                    <a:pt x="1100211" y="310046"/>
                  </a:lnTo>
                  <a:lnTo>
                    <a:pt x="1097823" y="311957"/>
                  </a:lnTo>
                  <a:lnTo>
                    <a:pt x="1097823" y="311957"/>
                  </a:lnTo>
                  <a:lnTo>
                    <a:pt x="1096867" y="312913"/>
                  </a:lnTo>
                  <a:lnTo>
                    <a:pt x="1096867" y="312913"/>
                  </a:lnTo>
                  <a:lnTo>
                    <a:pt x="1095434" y="312913"/>
                  </a:lnTo>
                  <a:lnTo>
                    <a:pt x="1093523" y="312913"/>
                  </a:lnTo>
                  <a:lnTo>
                    <a:pt x="1091134" y="312913"/>
                  </a:lnTo>
                  <a:lnTo>
                    <a:pt x="1087312" y="313390"/>
                  </a:lnTo>
                  <a:lnTo>
                    <a:pt x="1087312" y="313390"/>
                  </a:lnTo>
                  <a:lnTo>
                    <a:pt x="1084923" y="312913"/>
                  </a:lnTo>
                  <a:lnTo>
                    <a:pt x="1084446" y="312913"/>
                  </a:lnTo>
                  <a:lnTo>
                    <a:pt x="1082057" y="313390"/>
                  </a:lnTo>
                  <a:lnTo>
                    <a:pt x="1080624" y="313868"/>
                  </a:lnTo>
                  <a:lnTo>
                    <a:pt x="1079669" y="313868"/>
                  </a:lnTo>
                  <a:lnTo>
                    <a:pt x="1079669" y="313868"/>
                  </a:lnTo>
                  <a:lnTo>
                    <a:pt x="1079191" y="314824"/>
                  </a:lnTo>
                  <a:lnTo>
                    <a:pt x="1079191" y="316257"/>
                  </a:lnTo>
                  <a:lnTo>
                    <a:pt x="1079669" y="316735"/>
                  </a:lnTo>
                  <a:lnTo>
                    <a:pt x="1080624" y="317690"/>
                  </a:lnTo>
                  <a:lnTo>
                    <a:pt x="1081580" y="319123"/>
                  </a:lnTo>
                  <a:lnTo>
                    <a:pt x="1082535" y="321034"/>
                  </a:lnTo>
                  <a:lnTo>
                    <a:pt x="1082535" y="321034"/>
                  </a:lnTo>
                  <a:lnTo>
                    <a:pt x="1083968" y="321989"/>
                  </a:lnTo>
                  <a:lnTo>
                    <a:pt x="1084446" y="323423"/>
                  </a:lnTo>
                  <a:lnTo>
                    <a:pt x="1084446" y="324378"/>
                  </a:lnTo>
                  <a:lnTo>
                    <a:pt x="1083968" y="325812"/>
                  </a:lnTo>
                  <a:lnTo>
                    <a:pt x="1082535" y="327245"/>
                  </a:lnTo>
                  <a:lnTo>
                    <a:pt x="1081580" y="328678"/>
                  </a:lnTo>
                  <a:lnTo>
                    <a:pt x="1081102" y="328678"/>
                  </a:lnTo>
                  <a:lnTo>
                    <a:pt x="1079669" y="327722"/>
                  </a:lnTo>
                  <a:lnTo>
                    <a:pt x="1079191" y="327245"/>
                  </a:lnTo>
                  <a:lnTo>
                    <a:pt x="1079191" y="327245"/>
                  </a:lnTo>
                  <a:lnTo>
                    <a:pt x="1077280" y="326767"/>
                  </a:lnTo>
                  <a:lnTo>
                    <a:pt x="1072503" y="327245"/>
                  </a:lnTo>
                  <a:lnTo>
                    <a:pt x="1070114" y="326767"/>
                  </a:lnTo>
                  <a:lnTo>
                    <a:pt x="1069159" y="326289"/>
                  </a:lnTo>
                  <a:lnTo>
                    <a:pt x="1067248" y="326289"/>
                  </a:lnTo>
                  <a:lnTo>
                    <a:pt x="1064381" y="325334"/>
                  </a:lnTo>
                  <a:lnTo>
                    <a:pt x="1064381" y="325334"/>
                  </a:lnTo>
                  <a:lnTo>
                    <a:pt x="1062470" y="324856"/>
                  </a:lnTo>
                  <a:lnTo>
                    <a:pt x="1061515" y="324378"/>
                  </a:lnTo>
                  <a:lnTo>
                    <a:pt x="1061515" y="323423"/>
                  </a:lnTo>
                  <a:lnTo>
                    <a:pt x="1060559" y="322467"/>
                  </a:lnTo>
                  <a:lnTo>
                    <a:pt x="1060082" y="321512"/>
                  </a:lnTo>
                  <a:lnTo>
                    <a:pt x="1059127" y="320079"/>
                  </a:lnTo>
                  <a:lnTo>
                    <a:pt x="1059127" y="320079"/>
                  </a:lnTo>
                  <a:lnTo>
                    <a:pt x="1058171" y="319123"/>
                  </a:lnTo>
                  <a:lnTo>
                    <a:pt x="1057216" y="319123"/>
                  </a:lnTo>
                  <a:lnTo>
                    <a:pt x="1055782" y="319601"/>
                  </a:lnTo>
                  <a:lnTo>
                    <a:pt x="1054827" y="320556"/>
                  </a:lnTo>
                  <a:lnTo>
                    <a:pt x="1053871" y="320556"/>
                  </a:lnTo>
                  <a:lnTo>
                    <a:pt x="1053871" y="320556"/>
                  </a:lnTo>
                  <a:lnTo>
                    <a:pt x="1053393" y="320556"/>
                  </a:lnTo>
                  <a:lnTo>
                    <a:pt x="1053393" y="320556"/>
                  </a:lnTo>
                  <a:lnTo>
                    <a:pt x="1052916" y="321034"/>
                  </a:lnTo>
                  <a:lnTo>
                    <a:pt x="1051005" y="322467"/>
                  </a:lnTo>
                  <a:lnTo>
                    <a:pt x="1050527" y="323423"/>
                  </a:lnTo>
                  <a:lnTo>
                    <a:pt x="1049572" y="325812"/>
                  </a:lnTo>
                  <a:lnTo>
                    <a:pt x="1049094" y="328200"/>
                  </a:lnTo>
                  <a:lnTo>
                    <a:pt x="1049094" y="329155"/>
                  </a:lnTo>
                  <a:lnTo>
                    <a:pt x="1048616" y="329155"/>
                  </a:lnTo>
                  <a:lnTo>
                    <a:pt x="1048139" y="329155"/>
                  </a:lnTo>
                  <a:lnTo>
                    <a:pt x="1048139" y="329155"/>
                  </a:lnTo>
                  <a:lnTo>
                    <a:pt x="1047183" y="330111"/>
                  </a:lnTo>
                  <a:lnTo>
                    <a:pt x="1047183" y="330111"/>
                  </a:lnTo>
                  <a:lnTo>
                    <a:pt x="1045750" y="332500"/>
                  </a:lnTo>
                  <a:lnTo>
                    <a:pt x="1044316" y="334411"/>
                  </a:lnTo>
                  <a:lnTo>
                    <a:pt x="1041928" y="335844"/>
                  </a:lnTo>
                  <a:lnTo>
                    <a:pt x="1041928" y="335844"/>
                  </a:lnTo>
                  <a:lnTo>
                    <a:pt x="1040973" y="337277"/>
                  </a:lnTo>
                  <a:lnTo>
                    <a:pt x="1040973" y="337277"/>
                  </a:lnTo>
                  <a:lnTo>
                    <a:pt x="1040495" y="338710"/>
                  </a:lnTo>
                  <a:lnTo>
                    <a:pt x="1039062" y="340143"/>
                  </a:lnTo>
                  <a:lnTo>
                    <a:pt x="1037151" y="340621"/>
                  </a:lnTo>
                  <a:lnTo>
                    <a:pt x="1036673" y="340621"/>
                  </a:lnTo>
                  <a:lnTo>
                    <a:pt x="1034762" y="341099"/>
                  </a:lnTo>
                  <a:lnTo>
                    <a:pt x="1033807" y="341099"/>
                  </a:lnTo>
                  <a:lnTo>
                    <a:pt x="1032851" y="341577"/>
                  </a:lnTo>
                  <a:lnTo>
                    <a:pt x="1032851" y="341577"/>
                  </a:lnTo>
                  <a:lnTo>
                    <a:pt x="1032373" y="342532"/>
                  </a:lnTo>
                  <a:lnTo>
                    <a:pt x="1031896" y="343010"/>
                  </a:lnTo>
                  <a:lnTo>
                    <a:pt x="1030940" y="343010"/>
                  </a:lnTo>
                  <a:lnTo>
                    <a:pt x="1030940" y="343010"/>
                  </a:lnTo>
                  <a:lnTo>
                    <a:pt x="1029985" y="343965"/>
                  </a:lnTo>
                  <a:lnTo>
                    <a:pt x="1029985" y="343965"/>
                  </a:lnTo>
                  <a:lnTo>
                    <a:pt x="1027596" y="345876"/>
                  </a:lnTo>
                  <a:lnTo>
                    <a:pt x="1025685" y="346354"/>
                  </a:lnTo>
                  <a:lnTo>
                    <a:pt x="1022819" y="347787"/>
                  </a:lnTo>
                  <a:lnTo>
                    <a:pt x="1020908" y="348743"/>
                  </a:lnTo>
                  <a:lnTo>
                    <a:pt x="1019952" y="349220"/>
                  </a:lnTo>
                  <a:lnTo>
                    <a:pt x="1019475" y="349698"/>
                  </a:lnTo>
                  <a:lnTo>
                    <a:pt x="1018997" y="350653"/>
                  </a:lnTo>
                  <a:lnTo>
                    <a:pt x="1018520" y="350653"/>
                  </a:lnTo>
                  <a:lnTo>
                    <a:pt x="1018041" y="350653"/>
                  </a:lnTo>
                  <a:lnTo>
                    <a:pt x="1017086" y="350653"/>
                  </a:lnTo>
                  <a:lnTo>
                    <a:pt x="1014697" y="352564"/>
                  </a:lnTo>
                  <a:lnTo>
                    <a:pt x="1014697" y="352564"/>
                  </a:lnTo>
                  <a:lnTo>
                    <a:pt x="1013742" y="353997"/>
                  </a:lnTo>
                  <a:lnTo>
                    <a:pt x="1008965" y="357342"/>
                  </a:lnTo>
                  <a:lnTo>
                    <a:pt x="1008965" y="357342"/>
                  </a:lnTo>
                  <a:lnTo>
                    <a:pt x="1007054" y="359253"/>
                  </a:lnTo>
                  <a:lnTo>
                    <a:pt x="1007054" y="359253"/>
                  </a:lnTo>
                  <a:lnTo>
                    <a:pt x="1006576" y="361641"/>
                  </a:lnTo>
                  <a:lnTo>
                    <a:pt x="1006576" y="361641"/>
                  </a:lnTo>
                  <a:lnTo>
                    <a:pt x="1004665" y="363552"/>
                  </a:lnTo>
                  <a:lnTo>
                    <a:pt x="1001799" y="365463"/>
                  </a:lnTo>
                  <a:lnTo>
                    <a:pt x="994633" y="365941"/>
                  </a:lnTo>
                  <a:lnTo>
                    <a:pt x="992722" y="364508"/>
                  </a:lnTo>
                  <a:lnTo>
                    <a:pt x="991766" y="365463"/>
                  </a:lnTo>
                  <a:lnTo>
                    <a:pt x="991289" y="366896"/>
                  </a:lnTo>
                  <a:lnTo>
                    <a:pt x="989378" y="367374"/>
                  </a:lnTo>
                  <a:lnTo>
                    <a:pt x="986511" y="367374"/>
                  </a:lnTo>
                  <a:lnTo>
                    <a:pt x="985078" y="368329"/>
                  </a:lnTo>
                  <a:lnTo>
                    <a:pt x="984123" y="369285"/>
                  </a:lnTo>
                  <a:lnTo>
                    <a:pt x="980301" y="369285"/>
                  </a:lnTo>
                  <a:lnTo>
                    <a:pt x="978868" y="370718"/>
                  </a:lnTo>
                  <a:lnTo>
                    <a:pt x="976479" y="371196"/>
                  </a:lnTo>
                  <a:lnTo>
                    <a:pt x="966447" y="376451"/>
                  </a:lnTo>
                  <a:lnTo>
                    <a:pt x="964536" y="378839"/>
                  </a:lnTo>
                  <a:lnTo>
                    <a:pt x="962147" y="381706"/>
                  </a:lnTo>
                  <a:lnTo>
                    <a:pt x="960714" y="383139"/>
                  </a:lnTo>
                  <a:lnTo>
                    <a:pt x="959281" y="384094"/>
                  </a:lnTo>
                  <a:lnTo>
                    <a:pt x="958325" y="384094"/>
                  </a:lnTo>
                  <a:lnTo>
                    <a:pt x="957370" y="385050"/>
                  </a:lnTo>
                  <a:lnTo>
                    <a:pt x="955936" y="385528"/>
                  </a:lnTo>
                  <a:lnTo>
                    <a:pt x="954981" y="385050"/>
                  </a:lnTo>
                  <a:lnTo>
                    <a:pt x="953548" y="385050"/>
                  </a:lnTo>
                  <a:lnTo>
                    <a:pt x="952593" y="386005"/>
                  </a:lnTo>
                  <a:lnTo>
                    <a:pt x="953070" y="387916"/>
                  </a:lnTo>
                  <a:lnTo>
                    <a:pt x="953070" y="388394"/>
                  </a:lnTo>
                  <a:lnTo>
                    <a:pt x="950204" y="388872"/>
                  </a:lnTo>
                  <a:lnTo>
                    <a:pt x="946382" y="389827"/>
                  </a:lnTo>
                  <a:lnTo>
                    <a:pt x="944471" y="390783"/>
                  </a:lnTo>
                  <a:lnTo>
                    <a:pt x="943993" y="391260"/>
                  </a:lnTo>
                  <a:lnTo>
                    <a:pt x="943516" y="391260"/>
                  </a:lnTo>
                  <a:lnTo>
                    <a:pt x="942560" y="389350"/>
                  </a:lnTo>
                  <a:lnTo>
                    <a:pt x="942083" y="386961"/>
                  </a:lnTo>
                  <a:lnTo>
                    <a:pt x="943516" y="386483"/>
                  </a:lnTo>
                  <a:lnTo>
                    <a:pt x="945427" y="386005"/>
                  </a:lnTo>
                  <a:lnTo>
                    <a:pt x="953548" y="382661"/>
                  </a:lnTo>
                  <a:lnTo>
                    <a:pt x="952593" y="380273"/>
                  </a:lnTo>
                  <a:lnTo>
                    <a:pt x="953070" y="378839"/>
                  </a:lnTo>
                  <a:lnTo>
                    <a:pt x="954981" y="376928"/>
                  </a:lnTo>
                  <a:lnTo>
                    <a:pt x="956415" y="375973"/>
                  </a:lnTo>
                  <a:lnTo>
                    <a:pt x="955459" y="375973"/>
                  </a:lnTo>
                  <a:lnTo>
                    <a:pt x="950204" y="376451"/>
                  </a:lnTo>
                  <a:lnTo>
                    <a:pt x="947338" y="376451"/>
                  </a:lnTo>
                  <a:lnTo>
                    <a:pt x="945427" y="375973"/>
                  </a:lnTo>
                  <a:lnTo>
                    <a:pt x="945904" y="374540"/>
                  </a:lnTo>
                  <a:lnTo>
                    <a:pt x="945904" y="373107"/>
                  </a:lnTo>
                  <a:lnTo>
                    <a:pt x="945427" y="372629"/>
                  </a:lnTo>
                  <a:lnTo>
                    <a:pt x="948293" y="370718"/>
                  </a:lnTo>
                  <a:lnTo>
                    <a:pt x="949249" y="370240"/>
                  </a:lnTo>
                  <a:lnTo>
                    <a:pt x="950204" y="370240"/>
                  </a:lnTo>
                  <a:lnTo>
                    <a:pt x="950204" y="369285"/>
                  </a:lnTo>
                  <a:lnTo>
                    <a:pt x="949249" y="367374"/>
                  </a:lnTo>
                  <a:lnTo>
                    <a:pt x="950204" y="365463"/>
                  </a:lnTo>
                  <a:lnTo>
                    <a:pt x="955936" y="363074"/>
                  </a:lnTo>
                  <a:lnTo>
                    <a:pt x="957370" y="360686"/>
                  </a:lnTo>
                  <a:lnTo>
                    <a:pt x="959759" y="358297"/>
                  </a:lnTo>
                  <a:lnTo>
                    <a:pt x="963581" y="353042"/>
                  </a:lnTo>
                  <a:lnTo>
                    <a:pt x="964058" y="352087"/>
                  </a:lnTo>
                  <a:lnTo>
                    <a:pt x="965013" y="349698"/>
                  </a:lnTo>
                  <a:lnTo>
                    <a:pt x="965491" y="348743"/>
                  </a:lnTo>
                  <a:lnTo>
                    <a:pt x="963581" y="347309"/>
                  </a:lnTo>
                  <a:lnTo>
                    <a:pt x="962625" y="345398"/>
                  </a:lnTo>
                  <a:lnTo>
                    <a:pt x="956892" y="341577"/>
                  </a:lnTo>
                  <a:lnTo>
                    <a:pt x="956415" y="338710"/>
                  </a:lnTo>
                  <a:lnTo>
                    <a:pt x="955936" y="338710"/>
                  </a:lnTo>
                  <a:lnTo>
                    <a:pt x="954981" y="340621"/>
                  </a:lnTo>
                  <a:lnTo>
                    <a:pt x="954504" y="341577"/>
                  </a:lnTo>
                  <a:lnTo>
                    <a:pt x="952115" y="341577"/>
                  </a:lnTo>
                  <a:lnTo>
                    <a:pt x="950682" y="340621"/>
                  </a:lnTo>
                  <a:lnTo>
                    <a:pt x="943516" y="340143"/>
                  </a:lnTo>
                  <a:lnTo>
                    <a:pt x="941605" y="341577"/>
                  </a:lnTo>
                  <a:lnTo>
                    <a:pt x="940172" y="343965"/>
                  </a:lnTo>
                  <a:lnTo>
                    <a:pt x="938738" y="345398"/>
                  </a:lnTo>
                  <a:lnTo>
                    <a:pt x="936827" y="346354"/>
                  </a:lnTo>
                  <a:lnTo>
                    <a:pt x="935394" y="347787"/>
                  </a:lnTo>
                  <a:lnTo>
                    <a:pt x="929661" y="356386"/>
                  </a:lnTo>
                  <a:lnTo>
                    <a:pt x="927273" y="356864"/>
                  </a:lnTo>
                  <a:lnTo>
                    <a:pt x="917241" y="362119"/>
                  </a:lnTo>
                  <a:lnTo>
                    <a:pt x="911986" y="364030"/>
                  </a:lnTo>
                  <a:lnTo>
                    <a:pt x="908164" y="367374"/>
                  </a:lnTo>
                  <a:lnTo>
                    <a:pt x="906731" y="369762"/>
                  </a:lnTo>
                  <a:lnTo>
                    <a:pt x="905775" y="372151"/>
                  </a:lnTo>
                  <a:lnTo>
                    <a:pt x="904820" y="375495"/>
                  </a:lnTo>
                  <a:lnTo>
                    <a:pt x="900998" y="379795"/>
                  </a:lnTo>
                  <a:lnTo>
                    <a:pt x="900042" y="380750"/>
                  </a:lnTo>
                  <a:lnTo>
                    <a:pt x="898609" y="381228"/>
                  </a:lnTo>
                  <a:lnTo>
                    <a:pt x="896699" y="381228"/>
                  </a:lnTo>
                  <a:lnTo>
                    <a:pt x="895265" y="381228"/>
                  </a:lnTo>
                  <a:lnTo>
                    <a:pt x="892876" y="381228"/>
                  </a:lnTo>
                  <a:lnTo>
                    <a:pt x="890010" y="382184"/>
                  </a:lnTo>
                  <a:lnTo>
                    <a:pt x="886666" y="383617"/>
                  </a:lnTo>
                  <a:lnTo>
                    <a:pt x="883322" y="380750"/>
                  </a:lnTo>
                  <a:lnTo>
                    <a:pt x="881411" y="379795"/>
                  </a:lnTo>
                  <a:lnTo>
                    <a:pt x="877589" y="380750"/>
                  </a:lnTo>
                  <a:lnTo>
                    <a:pt x="876156" y="382184"/>
                  </a:lnTo>
                  <a:lnTo>
                    <a:pt x="872812" y="388394"/>
                  </a:lnTo>
                  <a:lnTo>
                    <a:pt x="871856" y="392216"/>
                  </a:lnTo>
                  <a:lnTo>
                    <a:pt x="871856" y="393649"/>
                  </a:lnTo>
                  <a:lnTo>
                    <a:pt x="873767" y="398426"/>
                  </a:lnTo>
                  <a:lnTo>
                    <a:pt x="875678" y="401293"/>
                  </a:lnTo>
                  <a:lnTo>
                    <a:pt x="880933" y="404159"/>
                  </a:lnTo>
                  <a:lnTo>
                    <a:pt x="891443" y="406070"/>
                  </a:lnTo>
                  <a:lnTo>
                    <a:pt x="893832" y="405592"/>
                  </a:lnTo>
                  <a:lnTo>
                    <a:pt x="896220" y="405592"/>
                  </a:lnTo>
                  <a:lnTo>
                    <a:pt x="899087" y="407503"/>
                  </a:lnTo>
                  <a:lnTo>
                    <a:pt x="900998" y="410369"/>
                  </a:lnTo>
                  <a:lnTo>
                    <a:pt x="900998" y="412758"/>
                  </a:lnTo>
                  <a:lnTo>
                    <a:pt x="900998" y="413236"/>
                  </a:lnTo>
                  <a:lnTo>
                    <a:pt x="901953" y="414192"/>
                  </a:lnTo>
                  <a:lnTo>
                    <a:pt x="901953" y="415147"/>
                  </a:lnTo>
                  <a:lnTo>
                    <a:pt x="900998" y="416102"/>
                  </a:lnTo>
                  <a:lnTo>
                    <a:pt x="900042" y="416580"/>
                  </a:lnTo>
                  <a:lnTo>
                    <a:pt x="899565" y="419924"/>
                  </a:lnTo>
                  <a:lnTo>
                    <a:pt x="899565" y="423746"/>
                  </a:lnTo>
                  <a:lnTo>
                    <a:pt x="900520" y="424701"/>
                  </a:lnTo>
                  <a:lnTo>
                    <a:pt x="902431" y="426612"/>
                  </a:lnTo>
                  <a:lnTo>
                    <a:pt x="906253" y="428045"/>
                  </a:lnTo>
                  <a:lnTo>
                    <a:pt x="909119" y="428523"/>
                  </a:lnTo>
                  <a:lnTo>
                    <a:pt x="915329" y="427568"/>
                  </a:lnTo>
                  <a:lnTo>
                    <a:pt x="917718" y="425657"/>
                  </a:lnTo>
                  <a:lnTo>
                    <a:pt x="917718" y="424224"/>
                  </a:lnTo>
                  <a:lnTo>
                    <a:pt x="917718" y="423268"/>
                  </a:lnTo>
                  <a:lnTo>
                    <a:pt x="923451" y="419924"/>
                  </a:lnTo>
                  <a:lnTo>
                    <a:pt x="926318" y="417058"/>
                  </a:lnTo>
                  <a:lnTo>
                    <a:pt x="925840" y="416102"/>
                  </a:lnTo>
                  <a:lnTo>
                    <a:pt x="925362" y="415625"/>
                  </a:lnTo>
                  <a:lnTo>
                    <a:pt x="925840" y="415625"/>
                  </a:lnTo>
                  <a:lnTo>
                    <a:pt x="927273" y="415147"/>
                  </a:lnTo>
                  <a:lnTo>
                    <a:pt x="934917" y="412280"/>
                  </a:lnTo>
                  <a:lnTo>
                    <a:pt x="941127" y="414669"/>
                  </a:lnTo>
                  <a:lnTo>
                    <a:pt x="944471" y="417535"/>
                  </a:lnTo>
                  <a:lnTo>
                    <a:pt x="947815" y="418013"/>
                  </a:lnTo>
                  <a:lnTo>
                    <a:pt x="950204" y="419446"/>
                  </a:lnTo>
                  <a:lnTo>
                    <a:pt x="952593" y="420880"/>
                  </a:lnTo>
                  <a:lnTo>
                    <a:pt x="955936" y="420880"/>
                  </a:lnTo>
                  <a:lnTo>
                    <a:pt x="959281" y="420880"/>
                  </a:lnTo>
                  <a:lnTo>
                    <a:pt x="960236" y="419924"/>
                  </a:lnTo>
                  <a:lnTo>
                    <a:pt x="960714" y="418969"/>
                  </a:lnTo>
                  <a:lnTo>
                    <a:pt x="962147" y="419446"/>
                  </a:lnTo>
                  <a:lnTo>
                    <a:pt x="963102" y="420880"/>
                  </a:lnTo>
                  <a:lnTo>
                    <a:pt x="966447" y="421835"/>
                  </a:lnTo>
                  <a:lnTo>
                    <a:pt x="969791" y="421835"/>
                  </a:lnTo>
                  <a:lnTo>
                    <a:pt x="971702" y="421357"/>
                  </a:lnTo>
                  <a:lnTo>
                    <a:pt x="973135" y="421835"/>
                  </a:lnTo>
                  <a:lnTo>
                    <a:pt x="971224" y="423746"/>
                  </a:lnTo>
                  <a:lnTo>
                    <a:pt x="971702" y="427090"/>
                  </a:lnTo>
                  <a:lnTo>
                    <a:pt x="970268" y="428045"/>
                  </a:lnTo>
                  <a:lnTo>
                    <a:pt x="968836" y="429479"/>
                  </a:lnTo>
                  <a:lnTo>
                    <a:pt x="969313" y="430434"/>
                  </a:lnTo>
                  <a:lnTo>
                    <a:pt x="970268" y="430912"/>
                  </a:lnTo>
                  <a:lnTo>
                    <a:pt x="970268" y="432345"/>
                  </a:lnTo>
                  <a:lnTo>
                    <a:pt x="968836" y="433301"/>
                  </a:lnTo>
                  <a:lnTo>
                    <a:pt x="966447" y="435211"/>
                  </a:lnTo>
                  <a:lnTo>
                    <a:pt x="965491" y="434734"/>
                  </a:lnTo>
                  <a:lnTo>
                    <a:pt x="964536" y="434734"/>
                  </a:lnTo>
                  <a:lnTo>
                    <a:pt x="964058" y="433778"/>
                  </a:lnTo>
                  <a:lnTo>
                    <a:pt x="964058" y="432823"/>
                  </a:lnTo>
                  <a:lnTo>
                    <a:pt x="963102" y="432345"/>
                  </a:lnTo>
                  <a:lnTo>
                    <a:pt x="960714" y="431867"/>
                  </a:lnTo>
                  <a:lnTo>
                    <a:pt x="958325" y="431867"/>
                  </a:lnTo>
                  <a:lnTo>
                    <a:pt x="953070" y="434734"/>
                  </a:lnTo>
                  <a:lnTo>
                    <a:pt x="948293" y="437122"/>
                  </a:lnTo>
                  <a:lnTo>
                    <a:pt x="943038" y="439033"/>
                  </a:lnTo>
                  <a:lnTo>
                    <a:pt x="941127" y="439989"/>
                  </a:lnTo>
                  <a:lnTo>
                    <a:pt x="939694" y="440467"/>
                  </a:lnTo>
                  <a:lnTo>
                    <a:pt x="937783" y="439511"/>
                  </a:lnTo>
                  <a:lnTo>
                    <a:pt x="936350" y="439511"/>
                  </a:lnTo>
                  <a:lnTo>
                    <a:pt x="935872" y="439989"/>
                  </a:lnTo>
                  <a:lnTo>
                    <a:pt x="937783" y="441422"/>
                  </a:lnTo>
                  <a:lnTo>
                    <a:pt x="938261" y="442855"/>
                  </a:lnTo>
                  <a:lnTo>
                    <a:pt x="937783" y="443810"/>
                  </a:lnTo>
                  <a:lnTo>
                    <a:pt x="936827" y="444288"/>
                  </a:lnTo>
                  <a:lnTo>
                    <a:pt x="935394" y="443333"/>
                  </a:lnTo>
                  <a:lnTo>
                    <a:pt x="934439" y="444288"/>
                  </a:lnTo>
                  <a:lnTo>
                    <a:pt x="933961" y="446199"/>
                  </a:lnTo>
                  <a:lnTo>
                    <a:pt x="933483" y="450021"/>
                  </a:lnTo>
                  <a:lnTo>
                    <a:pt x="933006" y="450976"/>
                  </a:lnTo>
                  <a:lnTo>
                    <a:pt x="930617" y="451454"/>
                  </a:lnTo>
                  <a:lnTo>
                    <a:pt x="927751" y="452410"/>
                  </a:lnTo>
                  <a:lnTo>
                    <a:pt x="927273" y="451932"/>
                  </a:lnTo>
                  <a:lnTo>
                    <a:pt x="926795" y="451454"/>
                  </a:lnTo>
                  <a:lnTo>
                    <a:pt x="926795" y="449543"/>
                  </a:lnTo>
                  <a:lnTo>
                    <a:pt x="926795" y="448588"/>
                  </a:lnTo>
                  <a:lnTo>
                    <a:pt x="925362" y="448588"/>
                  </a:lnTo>
                  <a:lnTo>
                    <a:pt x="923929" y="449066"/>
                  </a:lnTo>
                  <a:lnTo>
                    <a:pt x="922495" y="450499"/>
                  </a:lnTo>
                  <a:lnTo>
                    <a:pt x="922018" y="450976"/>
                  </a:lnTo>
                  <a:lnTo>
                    <a:pt x="923929" y="453365"/>
                  </a:lnTo>
                  <a:lnTo>
                    <a:pt x="925362" y="453365"/>
                  </a:lnTo>
                  <a:lnTo>
                    <a:pt x="925840" y="453843"/>
                  </a:lnTo>
                  <a:lnTo>
                    <a:pt x="924406" y="455276"/>
                  </a:lnTo>
                  <a:lnTo>
                    <a:pt x="921063" y="456709"/>
                  </a:lnTo>
                  <a:lnTo>
                    <a:pt x="920585" y="458142"/>
                  </a:lnTo>
                  <a:lnTo>
                    <a:pt x="919629" y="459576"/>
                  </a:lnTo>
                  <a:lnTo>
                    <a:pt x="918196" y="460531"/>
                  </a:lnTo>
                  <a:lnTo>
                    <a:pt x="917718" y="461487"/>
                  </a:lnTo>
                  <a:lnTo>
                    <a:pt x="916285" y="462442"/>
                  </a:lnTo>
                  <a:lnTo>
                    <a:pt x="914374" y="462920"/>
                  </a:lnTo>
                  <a:lnTo>
                    <a:pt x="912463" y="465308"/>
                  </a:lnTo>
                  <a:lnTo>
                    <a:pt x="910552" y="468175"/>
                  </a:lnTo>
                  <a:lnTo>
                    <a:pt x="908642" y="469130"/>
                  </a:lnTo>
                  <a:lnTo>
                    <a:pt x="907208" y="473430"/>
                  </a:lnTo>
                  <a:lnTo>
                    <a:pt x="904820" y="475818"/>
                  </a:lnTo>
                  <a:lnTo>
                    <a:pt x="903864" y="479163"/>
                  </a:lnTo>
                  <a:lnTo>
                    <a:pt x="904342" y="481551"/>
                  </a:lnTo>
                  <a:lnTo>
                    <a:pt x="907208" y="481551"/>
                  </a:lnTo>
                  <a:lnTo>
                    <a:pt x="908642" y="482507"/>
                  </a:lnTo>
                  <a:lnTo>
                    <a:pt x="911986" y="485373"/>
                  </a:lnTo>
                  <a:lnTo>
                    <a:pt x="915808" y="487284"/>
                  </a:lnTo>
                  <a:lnTo>
                    <a:pt x="919629" y="488240"/>
                  </a:lnTo>
                  <a:lnTo>
                    <a:pt x="923929" y="490628"/>
                  </a:lnTo>
                  <a:lnTo>
                    <a:pt x="925362" y="492061"/>
                  </a:lnTo>
                  <a:lnTo>
                    <a:pt x="926795" y="494450"/>
                  </a:lnTo>
                  <a:lnTo>
                    <a:pt x="928706" y="500660"/>
                  </a:lnTo>
                  <a:lnTo>
                    <a:pt x="930140" y="504005"/>
                  </a:lnTo>
                  <a:lnTo>
                    <a:pt x="930140" y="505915"/>
                  </a:lnTo>
                  <a:lnTo>
                    <a:pt x="932528" y="509259"/>
                  </a:lnTo>
                  <a:lnTo>
                    <a:pt x="934917" y="514515"/>
                  </a:lnTo>
                  <a:lnTo>
                    <a:pt x="937306" y="519292"/>
                  </a:lnTo>
                  <a:lnTo>
                    <a:pt x="937783" y="523114"/>
                  </a:lnTo>
                  <a:lnTo>
                    <a:pt x="937306" y="524547"/>
                  </a:lnTo>
                  <a:lnTo>
                    <a:pt x="937306" y="526936"/>
                  </a:lnTo>
                  <a:lnTo>
                    <a:pt x="939694" y="528847"/>
                  </a:lnTo>
                  <a:lnTo>
                    <a:pt x="945904" y="531235"/>
                  </a:lnTo>
                  <a:lnTo>
                    <a:pt x="946860" y="532190"/>
                  </a:lnTo>
                  <a:lnTo>
                    <a:pt x="947815" y="533146"/>
                  </a:lnTo>
                  <a:lnTo>
                    <a:pt x="947815" y="536968"/>
                  </a:lnTo>
                  <a:lnTo>
                    <a:pt x="948771" y="537923"/>
                  </a:lnTo>
                  <a:lnTo>
                    <a:pt x="949726" y="538401"/>
                  </a:lnTo>
                  <a:lnTo>
                    <a:pt x="953548" y="539834"/>
                  </a:lnTo>
                  <a:lnTo>
                    <a:pt x="954981" y="541267"/>
                  </a:lnTo>
                  <a:lnTo>
                    <a:pt x="956415" y="543178"/>
                  </a:lnTo>
                  <a:lnTo>
                    <a:pt x="956892" y="545089"/>
                  </a:lnTo>
                  <a:lnTo>
                    <a:pt x="957370" y="547478"/>
                  </a:lnTo>
                  <a:lnTo>
                    <a:pt x="954981" y="547478"/>
                  </a:lnTo>
                  <a:lnTo>
                    <a:pt x="953548" y="547478"/>
                  </a:lnTo>
                  <a:lnTo>
                    <a:pt x="946860" y="544134"/>
                  </a:lnTo>
                  <a:lnTo>
                    <a:pt x="945427" y="544134"/>
                  </a:lnTo>
                  <a:lnTo>
                    <a:pt x="943038" y="544612"/>
                  </a:lnTo>
                  <a:lnTo>
                    <a:pt x="939694" y="544134"/>
                  </a:lnTo>
                  <a:lnTo>
                    <a:pt x="935872" y="540312"/>
                  </a:lnTo>
                  <a:lnTo>
                    <a:pt x="933483" y="539356"/>
                  </a:lnTo>
                  <a:lnTo>
                    <a:pt x="930617" y="538879"/>
                  </a:lnTo>
                  <a:lnTo>
                    <a:pt x="923929" y="541745"/>
                  </a:lnTo>
                  <a:lnTo>
                    <a:pt x="922018" y="541745"/>
                  </a:lnTo>
                  <a:lnTo>
                    <a:pt x="921540" y="541745"/>
                  </a:lnTo>
                  <a:lnTo>
                    <a:pt x="921063" y="542701"/>
                  </a:lnTo>
                  <a:lnTo>
                    <a:pt x="923929" y="543178"/>
                  </a:lnTo>
                  <a:lnTo>
                    <a:pt x="927273" y="542223"/>
                  </a:lnTo>
                  <a:lnTo>
                    <a:pt x="930140" y="540790"/>
                  </a:lnTo>
                  <a:lnTo>
                    <a:pt x="934439" y="541267"/>
                  </a:lnTo>
                  <a:lnTo>
                    <a:pt x="934917" y="542701"/>
                  </a:lnTo>
                  <a:lnTo>
                    <a:pt x="935872" y="545089"/>
                  </a:lnTo>
                  <a:lnTo>
                    <a:pt x="938738" y="546522"/>
                  </a:lnTo>
                  <a:lnTo>
                    <a:pt x="941127" y="547000"/>
                  </a:lnTo>
                  <a:lnTo>
                    <a:pt x="943993" y="548911"/>
                  </a:lnTo>
                  <a:lnTo>
                    <a:pt x="946860" y="552255"/>
                  </a:lnTo>
                  <a:lnTo>
                    <a:pt x="953070" y="555599"/>
                  </a:lnTo>
                  <a:lnTo>
                    <a:pt x="955459" y="558943"/>
                  </a:lnTo>
                  <a:lnTo>
                    <a:pt x="956415" y="560854"/>
                  </a:lnTo>
                  <a:lnTo>
                    <a:pt x="957370" y="564198"/>
                  </a:lnTo>
                  <a:lnTo>
                    <a:pt x="955459" y="565154"/>
                  </a:lnTo>
                  <a:lnTo>
                    <a:pt x="953548" y="565154"/>
                  </a:lnTo>
                  <a:lnTo>
                    <a:pt x="950682" y="565632"/>
                  </a:lnTo>
                  <a:lnTo>
                    <a:pt x="948293" y="566587"/>
                  </a:lnTo>
                  <a:lnTo>
                    <a:pt x="946382" y="568498"/>
                  </a:lnTo>
                  <a:lnTo>
                    <a:pt x="940172" y="571842"/>
                  </a:lnTo>
                  <a:lnTo>
                    <a:pt x="938738" y="573275"/>
                  </a:lnTo>
                  <a:lnTo>
                    <a:pt x="937783" y="575186"/>
                  </a:lnTo>
                  <a:lnTo>
                    <a:pt x="936350" y="576142"/>
                  </a:lnTo>
                  <a:lnTo>
                    <a:pt x="932528" y="575186"/>
                  </a:lnTo>
                  <a:lnTo>
                    <a:pt x="929184" y="575186"/>
                  </a:lnTo>
                  <a:lnTo>
                    <a:pt x="924884" y="577575"/>
                  </a:lnTo>
                  <a:lnTo>
                    <a:pt x="923929" y="578530"/>
                  </a:lnTo>
                  <a:lnTo>
                    <a:pt x="924884" y="578053"/>
                  </a:lnTo>
                  <a:lnTo>
                    <a:pt x="925362" y="578053"/>
                  </a:lnTo>
                  <a:lnTo>
                    <a:pt x="927273" y="578053"/>
                  </a:lnTo>
                  <a:lnTo>
                    <a:pt x="930140" y="577097"/>
                  </a:lnTo>
                  <a:lnTo>
                    <a:pt x="933006" y="580441"/>
                  </a:lnTo>
                  <a:lnTo>
                    <a:pt x="938261" y="579963"/>
                  </a:lnTo>
                  <a:lnTo>
                    <a:pt x="943038" y="577097"/>
                  </a:lnTo>
                  <a:lnTo>
                    <a:pt x="944949" y="577097"/>
                  </a:lnTo>
                  <a:lnTo>
                    <a:pt x="946860" y="577575"/>
                  </a:lnTo>
                  <a:lnTo>
                    <a:pt x="948771" y="578530"/>
                  </a:lnTo>
                  <a:lnTo>
                    <a:pt x="953548" y="583785"/>
                  </a:lnTo>
                  <a:lnTo>
                    <a:pt x="955936" y="584263"/>
                  </a:lnTo>
                  <a:lnTo>
                    <a:pt x="958803" y="585696"/>
                  </a:lnTo>
                  <a:lnTo>
                    <a:pt x="960236" y="585696"/>
                  </a:lnTo>
                  <a:lnTo>
                    <a:pt x="961670" y="586174"/>
                  </a:lnTo>
                  <a:lnTo>
                    <a:pt x="957848" y="588085"/>
                  </a:lnTo>
                  <a:lnTo>
                    <a:pt x="953548" y="591907"/>
                  </a:lnTo>
                  <a:lnTo>
                    <a:pt x="951637" y="592862"/>
                  </a:lnTo>
                  <a:lnTo>
                    <a:pt x="950204" y="594295"/>
                  </a:lnTo>
                  <a:lnTo>
                    <a:pt x="953548" y="593818"/>
                  </a:lnTo>
                  <a:lnTo>
                    <a:pt x="956415" y="591429"/>
                  </a:lnTo>
                  <a:lnTo>
                    <a:pt x="957848" y="590951"/>
                  </a:lnTo>
                  <a:lnTo>
                    <a:pt x="958803" y="591429"/>
                  </a:lnTo>
                  <a:lnTo>
                    <a:pt x="959281" y="593818"/>
                  </a:lnTo>
                  <a:lnTo>
                    <a:pt x="958325" y="601461"/>
                  </a:lnTo>
                  <a:lnTo>
                    <a:pt x="956892" y="601461"/>
                  </a:lnTo>
                  <a:lnTo>
                    <a:pt x="955936" y="599550"/>
                  </a:lnTo>
                  <a:lnTo>
                    <a:pt x="954026" y="599073"/>
                  </a:lnTo>
                  <a:lnTo>
                    <a:pt x="953070" y="599073"/>
                  </a:lnTo>
                  <a:lnTo>
                    <a:pt x="950682" y="599073"/>
                  </a:lnTo>
                  <a:lnTo>
                    <a:pt x="949726" y="600028"/>
                  </a:lnTo>
                  <a:lnTo>
                    <a:pt x="948771" y="601461"/>
                  </a:lnTo>
                  <a:lnTo>
                    <a:pt x="950204" y="601939"/>
                  </a:lnTo>
                  <a:lnTo>
                    <a:pt x="953070" y="603850"/>
                  </a:lnTo>
                  <a:lnTo>
                    <a:pt x="953548" y="605283"/>
                  </a:lnTo>
                  <a:lnTo>
                    <a:pt x="952593" y="605761"/>
                  </a:lnTo>
                  <a:lnTo>
                    <a:pt x="950682" y="605761"/>
                  </a:lnTo>
                  <a:lnTo>
                    <a:pt x="953070" y="607194"/>
                  </a:lnTo>
                  <a:lnTo>
                    <a:pt x="952593" y="609105"/>
                  </a:lnTo>
                  <a:lnTo>
                    <a:pt x="951637" y="609583"/>
                  </a:lnTo>
                  <a:lnTo>
                    <a:pt x="950204" y="610061"/>
                  </a:lnTo>
                  <a:lnTo>
                    <a:pt x="949249" y="611494"/>
                  </a:lnTo>
                  <a:lnTo>
                    <a:pt x="950682" y="613882"/>
                  </a:lnTo>
                  <a:lnTo>
                    <a:pt x="952115" y="617227"/>
                  </a:lnTo>
                  <a:lnTo>
                    <a:pt x="952115" y="618660"/>
                  </a:lnTo>
                  <a:lnTo>
                    <a:pt x="950204" y="618182"/>
                  </a:lnTo>
                  <a:lnTo>
                    <a:pt x="946860" y="620093"/>
                  </a:lnTo>
                  <a:lnTo>
                    <a:pt x="945427" y="620093"/>
                  </a:lnTo>
                  <a:lnTo>
                    <a:pt x="944471" y="617704"/>
                  </a:lnTo>
                  <a:lnTo>
                    <a:pt x="943038" y="618182"/>
                  </a:lnTo>
                  <a:lnTo>
                    <a:pt x="942083" y="618660"/>
                  </a:lnTo>
                  <a:lnTo>
                    <a:pt x="940649" y="621526"/>
                  </a:lnTo>
                  <a:lnTo>
                    <a:pt x="939216" y="623915"/>
                  </a:lnTo>
                  <a:lnTo>
                    <a:pt x="937783" y="624870"/>
                  </a:lnTo>
                  <a:lnTo>
                    <a:pt x="936350" y="624392"/>
                  </a:lnTo>
                  <a:lnTo>
                    <a:pt x="934917" y="624392"/>
                  </a:lnTo>
                  <a:lnTo>
                    <a:pt x="935394" y="625348"/>
                  </a:lnTo>
                  <a:lnTo>
                    <a:pt x="936827" y="625826"/>
                  </a:lnTo>
                  <a:lnTo>
                    <a:pt x="936827" y="626781"/>
                  </a:lnTo>
                  <a:lnTo>
                    <a:pt x="933961" y="630125"/>
                  </a:lnTo>
                  <a:lnTo>
                    <a:pt x="933483" y="631081"/>
                  </a:lnTo>
                  <a:lnTo>
                    <a:pt x="933483" y="632036"/>
                  </a:lnTo>
                  <a:lnTo>
                    <a:pt x="932050" y="633469"/>
                  </a:lnTo>
                  <a:lnTo>
                    <a:pt x="932528" y="635380"/>
                  </a:lnTo>
                  <a:lnTo>
                    <a:pt x="932050" y="636813"/>
                  </a:lnTo>
                  <a:lnTo>
                    <a:pt x="931095" y="638724"/>
                  </a:lnTo>
                  <a:lnTo>
                    <a:pt x="929661" y="640157"/>
                  </a:lnTo>
                  <a:lnTo>
                    <a:pt x="927751" y="642068"/>
                  </a:lnTo>
                  <a:lnTo>
                    <a:pt x="925840" y="643024"/>
                  </a:lnTo>
                  <a:lnTo>
                    <a:pt x="922974" y="647323"/>
                  </a:lnTo>
                  <a:lnTo>
                    <a:pt x="922018" y="649712"/>
                  </a:lnTo>
                  <a:lnTo>
                    <a:pt x="922018" y="651623"/>
                  </a:lnTo>
                  <a:lnTo>
                    <a:pt x="921063" y="652578"/>
                  </a:lnTo>
                  <a:lnTo>
                    <a:pt x="919629" y="653534"/>
                  </a:lnTo>
                  <a:lnTo>
                    <a:pt x="917718" y="653056"/>
                  </a:lnTo>
                  <a:lnTo>
                    <a:pt x="917718" y="651623"/>
                  </a:lnTo>
                  <a:lnTo>
                    <a:pt x="917241" y="651623"/>
                  </a:lnTo>
                  <a:lnTo>
                    <a:pt x="916763" y="650668"/>
                  </a:lnTo>
                  <a:lnTo>
                    <a:pt x="916285" y="649234"/>
                  </a:lnTo>
                  <a:lnTo>
                    <a:pt x="916763" y="648279"/>
                  </a:lnTo>
                  <a:lnTo>
                    <a:pt x="915808" y="648757"/>
                  </a:lnTo>
                  <a:lnTo>
                    <a:pt x="915329" y="649712"/>
                  </a:lnTo>
                  <a:lnTo>
                    <a:pt x="914374" y="650668"/>
                  </a:lnTo>
                  <a:lnTo>
                    <a:pt x="913419" y="650190"/>
                  </a:lnTo>
                  <a:lnTo>
                    <a:pt x="911986" y="649712"/>
                  </a:lnTo>
                  <a:lnTo>
                    <a:pt x="911986" y="650668"/>
                  </a:lnTo>
                  <a:lnTo>
                    <a:pt x="912941" y="651623"/>
                  </a:lnTo>
                  <a:lnTo>
                    <a:pt x="912941" y="652578"/>
                  </a:lnTo>
                  <a:lnTo>
                    <a:pt x="914852" y="653056"/>
                  </a:lnTo>
                  <a:lnTo>
                    <a:pt x="915808" y="654489"/>
                  </a:lnTo>
                  <a:lnTo>
                    <a:pt x="916763" y="656400"/>
                  </a:lnTo>
                  <a:lnTo>
                    <a:pt x="917241" y="656878"/>
                  </a:lnTo>
                  <a:lnTo>
                    <a:pt x="917718" y="657834"/>
                  </a:lnTo>
                  <a:lnTo>
                    <a:pt x="917718" y="658789"/>
                  </a:lnTo>
                  <a:lnTo>
                    <a:pt x="916285" y="659267"/>
                  </a:lnTo>
                  <a:lnTo>
                    <a:pt x="913897" y="660700"/>
                  </a:lnTo>
                  <a:lnTo>
                    <a:pt x="911508" y="662611"/>
                  </a:lnTo>
                  <a:lnTo>
                    <a:pt x="909597" y="664522"/>
                  </a:lnTo>
                  <a:lnTo>
                    <a:pt x="907686" y="664522"/>
                  </a:lnTo>
                  <a:lnTo>
                    <a:pt x="906731" y="664044"/>
                  </a:lnTo>
                  <a:lnTo>
                    <a:pt x="904820" y="663088"/>
                  </a:lnTo>
                  <a:lnTo>
                    <a:pt x="902909" y="663088"/>
                  </a:lnTo>
                  <a:lnTo>
                    <a:pt x="905775" y="665955"/>
                  </a:lnTo>
                  <a:lnTo>
                    <a:pt x="906731" y="666433"/>
                  </a:lnTo>
                  <a:lnTo>
                    <a:pt x="908642" y="666433"/>
                  </a:lnTo>
                  <a:lnTo>
                    <a:pt x="910075" y="664999"/>
                  </a:lnTo>
                  <a:lnTo>
                    <a:pt x="912463" y="665477"/>
                  </a:lnTo>
                  <a:lnTo>
                    <a:pt x="913419" y="666910"/>
                  </a:lnTo>
                  <a:lnTo>
                    <a:pt x="912463" y="668821"/>
                  </a:lnTo>
                  <a:lnTo>
                    <a:pt x="911508" y="671210"/>
                  </a:lnTo>
                  <a:lnTo>
                    <a:pt x="911030" y="673599"/>
                  </a:lnTo>
                  <a:lnTo>
                    <a:pt x="912463" y="676465"/>
                  </a:lnTo>
                  <a:lnTo>
                    <a:pt x="912463" y="677420"/>
                  </a:lnTo>
                  <a:lnTo>
                    <a:pt x="911986" y="677898"/>
                  </a:lnTo>
                  <a:lnTo>
                    <a:pt x="910075" y="677420"/>
                  </a:lnTo>
                  <a:lnTo>
                    <a:pt x="908642" y="675987"/>
                  </a:lnTo>
                  <a:lnTo>
                    <a:pt x="907208" y="676465"/>
                  </a:lnTo>
                  <a:lnTo>
                    <a:pt x="905775" y="675987"/>
                  </a:lnTo>
                  <a:lnTo>
                    <a:pt x="903864" y="676465"/>
                  </a:lnTo>
                  <a:lnTo>
                    <a:pt x="903386" y="676943"/>
                  </a:lnTo>
                  <a:lnTo>
                    <a:pt x="903864" y="678376"/>
                  </a:lnTo>
                  <a:lnTo>
                    <a:pt x="905297" y="679331"/>
                  </a:lnTo>
                  <a:lnTo>
                    <a:pt x="905775" y="680764"/>
                  </a:lnTo>
                  <a:lnTo>
                    <a:pt x="904820" y="681242"/>
                  </a:lnTo>
                  <a:lnTo>
                    <a:pt x="900998" y="680764"/>
                  </a:lnTo>
                  <a:lnTo>
                    <a:pt x="900042" y="681242"/>
                  </a:lnTo>
                  <a:lnTo>
                    <a:pt x="898609" y="682675"/>
                  </a:lnTo>
                  <a:lnTo>
                    <a:pt x="899565" y="685542"/>
                  </a:lnTo>
                  <a:lnTo>
                    <a:pt x="898609" y="686975"/>
                  </a:lnTo>
                  <a:lnTo>
                    <a:pt x="896699" y="686975"/>
                  </a:lnTo>
                  <a:lnTo>
                    <a:pt x="894310" y="688408"/>
                  </a:lnTo>
                  <a:lnTo>
                    <a:pt x="893354" y="688886"/>
                  </a:lnTo>
                  <a:lnTo>
                    <a:pt x="893354" y="689364"/>
                  </a:lnTo>
                  <a:lnTo>
                    <a:pt x="894310" y="689841"/>
                  </a:lnTo>
                  <a:lnTo>
                    <a:pt x="894787" y="690319"/>
                  </a:lnTo>
                  <a:lnTo>
                    <a:pt x="893354" y="693185"/>
                  </a:lnTo>
                  <a:lnTo>
                    <a:pt x="891443" y="693663"/>
                  </a:lnTo>
                  <a:lnTo>
                    <a:pt x="888577" y="693185"/>
                  </a:lnTo>
                  <a:lnTo>
                    <a:pt x="886188" y="694141"/>
                  </a:lnTo>
                  <a:lnTo>
                    <a:pt x="884277" y="692708"/>
                  </a:lnTo>
                  <a:lnTo>
                    <a:pt x="882367" y="692708"/>
                  </a:lnTo>
                  <a:lnTo>
                    <a:pt x="880933" y="694141"/>
                  </a:lnTo>
                  <a:lnTo>
                    <a:pt x="880456" y="695574"/>
                  </a:lnTo>
                  <a:lnTo>
                    <a:pt x="879022" y="696052"/>
                  </a:lnTo>
                  <a:lnTo>
                    <a:pt x="878545" y="695574"/>
                  </a:lnTo>
                  <a:lnTo>
                    <a:pt x="877589" y="696052"/>
                  </a:lnTo>
                  <a:lnTo>
                    <a:pt x="877589" y="696530"/>
                  </a:lnTo>
                  <a:lnTo>
                    <a:pt x="878067" y="697485"/>
                  </a:lnTo>
                  <a:lnTo>
                    <a:pt x="880933" y="697963"/>
                  </a:lnTo>
                  <a:lnTo>
                    <a:pt x="881411" y="698918"/>
                  </a:lnTo>
                  <a:lnTo>
                    <a:pt x="881411" y="700351"/>
                  </a:lnTo>
                  <a:lnTo>
                    <a:pt x="878545" y="703218"/>
                  </a:lnTo>
                  <a:lnTo>
                    <a:pt x="877111" y="705129"/>
                  </a:lnTo>
                  <a:lnTo>
                    <a:pt x="875201" y="705129"/>
                  </a:lnTo>
                  <a:lnTo>
                    <a:pt x="873767" y="706562"/>
                  </a:lnTo>
                  <a:lnTo>
                    <a:pt x="873290" y="708473"/>
                  </a:lnTo>
                  <a:lnTo>
                    <a:pt x="872334" y="707995"/>
                  </a:lnTo>
                  <a:lnTo>
                    <a:pt x="869945" y="708473"/>
                  </a:lnTo>
                  <a:lnTo>
                    <a:pt x="869468" y="709428"/>
                  </a:lnTo>
                  <a:lnTo>
                    <a:pt x="869945" y="709906"/>
                  </a:lnTo>
                  <a:lnTo>
                    <a:pt x="869945" y="710384"/>
                  </a:lnTo>
                  <a:lnTo>
                    <a:pt x="868990" y="712772"/>
                  </a:lnTo>
                  <a:lnTo>
                    <a:pt x="868035" y="713250"/>
                  </a:lnTo>
                  <a:lnTo>
                    <a:pt x="867557" y="712295"/>
                  </a:lnTo>
                  <a:lnTo>
                    <a:pt x="867079" y="710861"/>
                  </a:lnTo>
                  <a:lnTo>
                    <a:pt x="866601" y="710861"/>
                  </a:lnTo>
                  <a:lnTo>
                    <a:pt x="865168" y="712295"/>
                  </a:lnTo>
                  <a:lnTo>
                    <a:pt x="863735" y="713250"/>
                  </a:lnTo>
                  <a:lnTo>
                    <a:pt x="862302" y="713728"/>
                  </a:lnTo>
                  <a:lnTo>
                    <a:pt x="861346" y="712772"/>
                  </a:lnTo>
                  <a:lnTo>
                    <a:pt x="858958" y="712295"/>
                  </a:lnTo>
                  <a:lnTo>
                    <a:pt x="858002" y="716116"/>
                  </a:lnTo>
                  <a:lnTo>
                    <a:pt x="856092" y="717550"/>
                  </a:lnTo>
                  <a:lnTo>
                    <a:pt x="855136" y="718027"/>
                  </a:lnTo>
                  <a:lnTo>
                    <a:pt x="853225" y="718027"/>
                  </a:lnTo>
                  <a:lnTo>
                    <a:pt x="854180" y="718505"/>
                  </a:lnTo>
                  <a:lnTo>
                    <a:pt x="854658" y="719460"/>
                  </a:lnTo>
                  <a:lnTo>
                    <a:pt x="854180" y="720416"/>
                  </a:lnTo>
                  <a:lnTo>
                    <a:pt x="852269" y="720894"/>
                  </a:lnTo>
                  <a:lnTo>
                    <a:pt x="851792" y="721371"/>
                  </a:lnTo>
                  <a:lnTo>
                    <a:pt x="851314" y="724716"/>
                  </a:lnTo>
                  <a:lnTo>
                    <a:pt x="850358" y="726149"/>
                  </a:lnTo>
                  <a:lnTo>
                    <a:pt x="847492" y="726149"/>
                  </a:lnTo>
                  <a:lnTo>
                    <a:pt x="846059" y="725193"/>
                  </a:lnTo>
                  <a:lnTo>
                    <a:pt x="845104" y="726149"/>
                  </a:lnTo>
                  <a:lnTo>
                    <a:pt x="845104" y="726626"/>
                  </a:lnTo>
                  <a:lnTo>
                    <a:pt x="844148" y="727104"/>
                  </a:lnTo>
                  <a:lnTo>
                    <a:pt x="842237" y="727582"/>
                  </a:lnTo>
                  <a:lnTo>
                    <a:pt x="837938" y="729015"/>
                  </a:lnTo>
                  <a:lnTo>
                    <a:pt x="836027" y="728537"/>
                  </a:lnTo>
                  <a:lnTo>
                    <a:pt x="833638" y="728060"/>
                  </a:lnTo>
                  <a:lnTo>
                    <a:pt x="832205" y="728537"/>
                  </a:lnTo>
                  <a:lnTo>
                    <a:pt x="831727" y="729493"/>
                  </a:lnTo>
                  <a:lnTo>
                    <a:pt x="830772" y="730448"/>
                  </a:lnTo>
                  <a:lnTo>
                    <a:pt x="828383" y="730448"/>
                  </a:lnTo>
                  <a:lnTo>
                    <a:pt x="826950" y="729493"/>
                  </a:lnTo>
                  <a:lnTo>
                    <a:pt x="825039" y="728537"/>
                  </a:lnTo>
                  <a:lnTo>
                    <a:pt x="822650" y="729493"/>
                  </a:lnTo>
                  <a:lnTo>
                    <a:pt x="821217" y="730926"/>
                  </a:lnTo>
                  <a:lnTo>
                    <a:pt x="819306" y="731404"/>
                  </a:lnTo>
                  <a:lnTo>
                    <a:pt x="818828" y="731882"/>
                  </a:lnTo>
                  <a:lnTo>
                    <a:pt x="817873" y="732359"/>
                  </a:lnTo>
                  <a:lnTo>
                    <a:pt x="815962" y="732359"/>
                  </a:lnTo>
                  <a:lnTo>
                    <a:pt x="815485" y="729971"/>
                  </a:lnTo>
                  <a:lnTo>
                    <a:pt x="814051" y="729971"/>
                  </a:lnTo>
                  <a:lnTo>
                    <a:pt x="813096" y="730926"/>
                  </a:lnTo>
                  <a:lnTo>
                    <a:pt x="812618" y="731882"/>
                  </a:lnTo>
                  <a:lnTo>
                    <a:pt x="812140" y="732359"/>
                  </a:lnTo>
                  <a:lnTo>
                    <a:pt x="812140" y="734270"/>
                  </a:lnTo>
                  <a:lnTo>
                    <a:pt x="811185" y="734270"/>
                  </a:lnTo>
                  <a:lnTo>
                    <a:pt x="809274" y="733315"/>
                  </a:lnTo>
                  <a:lnTo>
                    <a:pt x="807840" y="732837"/>
                  </a:lnTo>
                  <a:lnTo>
                    <a:pt x="806408" y="733792"/>
                  </a:lnTo>
                  <a:lnTo>
                    <a:pt x="806408" y="733792"/>
                  </a:lnTo>
                  <a:lnTo>
                    <a:pt x="805452" y="733792"/>
                  </a:lnTo>
                  <a:lnTo>
                    <a:pt x="804974" y="733792"/>
                  </a:lnTo>
                  <a:lnTo>
                    <a:pt x="803541" y="733792"/>
                  </a:lnTo>
                  <a:lnTo>
                    <a:pt x="803063" y="733792"/>
                  </a:lnTo>
                  <a:lnTo>
                    <a:pt x="802108" y="733792"/>
                  </a:lnTo>
                  <a:lnTo>
                    <a:pt x="801630" y="734270"/>
                  </a:lnTo>
                  <a:lnTo>
                    <a:pt x="801630" y="734748"/>
                  </a:lnTo>
                  <a:lnTo>
                    <a:pt x="801630" y="734748"/>
                  </a:lnTo>
                  <a:lnTo>
                    <a:pt x="801630" y="734748"/>
                  </a:lnTo>
                  <a:lnTo>
                    <a:pt x="799719" y="734270"/>
                  </a:lnTo>
                  <a:lnTo>
                    <a:pt x="797808" y="732837"/>
                  </a:lnTo>
                  <a:lnTo>
                    <a:pt x="796375" y="730448"/>
                  </a:lnTo>
                  <a:lnTo>
                    <a:pt x="794464" y="729015"/>
                  </a:lnTo>
                  <a:lnTo>
                    <a:pt x="793508" y="727582"/>
                  </a:lnTo>
                  <a:lnTo>
                    <a:pt x="793508" y="725671"/>
                  </a:lnTo>
                  <a:lnTo>
                    <a:pt x="793031" y="724716"/>
                  </a:lnTo>
                  <a:lnTo>
                    <a:pt x="793031" y="723282"/>
                  </a:lnTo>
                  <a:lnTo>
                    <a:pt x="793508" y="722327"/>
                  </a:lnTo>
                  <a:lnTo>
                    <a:pt x="791598" y="722805"/>
                  </a:lnTo>
                  <a:lnTo>
                    <a:pt x="790165" y="723760"/>
                  </a:lnTo>
                  <a:lnTo>
                    <a:pt x="790642" y="725193"/>
                  </a:lnTo>
                  <a:lnTo>
                    <a:pt x="790165" y="726149"/>
                  </a:lnTo>
                  <a:lnTo>
                    <a:pt x="787776" y="726626"/>
                  </a:lnTo>
                  <a:lnTo>
                    <a:pt x="787776" y="727104"/>
                  </a:lnTo>
                  <a:lnTo>
                    <a:pt x="788254" y="727582"/>
                  </a:lnTo>
                  <a:lnTo>
                    <a:pt x="789687" y="729015"/>
                  </a:lnTo>
                  <a:lnTo>
                    <a:pt x="790165" y="730448"/>
                  </a:lnTo>
                  <a:lnTo>
                    <a:pt x="791120" y="730926"/>
                  </a:lnTo>
                  <a:lnTo>
                    <a:pt x="792076" y="732837"/>
                  </a:lnTo>
                  <a:lnTo>
                    <a:pt x="792076" y="736659"/>
                  </a:lnTo>
                  <a:lnTo>
                    <a:pt x="793031" y="737614"/>
                  </a:lnTo>
                  <a:lnTo>
                    <a:pt x="792553" y="738570"/>
                  </a:lnTo>
                  <a:lnTo>
                    <a:pt x="792076" y="740003"/>
                  </a:lnTo>
                  <a:lnTo>
                    <a:pt x="792076" y="740481"/>
                  </a:lnTo>
                  <a:lnTo>
                    <a:pt x="791598" y="740003"/>
                  </a:lnTo>
                  <a:lnTo>
                    <a:pt x="791120" y="740003"/>
                  </a:lnTo>
                  <a:lnTo>
                    <a:pt x="790642" y="740481"/>
                  </a:lnTo>
                  <a:lnTo>
                    <a:pt x="790642" y="740958"/>
                  </a:lnTo>
                  <a:lnTo>
                    <a:pt x="790642" y="740958"/>
                  </a:lnTo>
                  <a:lnTo>
                    <a:pt x="790642" y="740958"/>
                  </a:lnTo>
                  <a:lnTo>
                    <a:pt x="789687" y="740958"/>
                  </a:lnTo>
                  <a:lnTo>
                    <a:pt x="788731" y="741436"/>
                  </a:lnTo>
                  <a:lnTo>
                    <a:pt x="787776" y="741914"/>
                  </a:lnTo>
                  <a:lnTo>
                    <a:pt x="786821" y="742869"/>
                  </a:lnTo>
                  <a:lnTo>
                    <a:pt x="784432" y="743347"/>
                  </a:lnTo>
                  <a:lnTo>
                    <a:pt x="782999" y="740481"/>
                  </a:lnTo>
                  <a:lnTo>
                    <a:pt x="781565" y="742391"/>
                  </a:lnTo>
                  <a:lnTo>
                    <a:pt x="781088" y="745736"/>
                  </a:lnTo>
                  <a:lnTo>
                    <a:pt x="780610" y="746213"/>
                  </a:lnTo>
                  <a:lnTo>
                    <a:pt x="779177" y="747169"/>
                  </a:lnTo>
                  <a:lnTo>
                    <a:pt x="777744" y="745736"/>
                  </a:lnTo>
                  <a:lnTo>
                    <a:pt x="775833" y="746691"/>
                  </a:lnTo>
                  <a:lnTo>
                    <a:pt x="774399" y="747169"/>
                  </a:lnTo>
                  <a:lnTo>
                    <a:pt x="773922" y="748124"/>
                  </a:lnTo>
                  <a:lnTo>
                    <a:pt x="772966" y="749080"/>
                  </a:lnTo>
                  <a:lnTo>
                    <a:pt x="771533" y="748124"/>
                  </a:lnTo>
                  <a:lnTo>
                    <a:pt x="769622" y="747169"/>
                  </a:lnTo>
                  <a:lnTo>
                    <a:pt x="770100" y="746213"/>
                  </a:lnTo>
                  <a:lnTo>
                    <a:pt x="770100" y="745258"/>
                  </a:lnTo>
                  <a:lnTo>
                    <a:pt x="769144" y="744780"/>
                  </a:lnTo>
                  <a:lnTo>
                    <a:pt x="768667" y="745258"/>
                  </a:lnTo>
                  <a:lnTo>
                    <a:pt x="769144" y="746213"/>
                  </a:lnTo>
                  <a:lnTo>
                    <a:pt x="769144" y="748602"/>
                  </a:lnTo>
                  <a:lnTo>
                    <a:pt x="768667" y="749080"/>
                  </a:lnTo>
                  <a:lnTo>
                    <a:pt x="767712" y="749557"/>
                  </a:lnTo>
                  <a:lnTo>
                    <a:pt x="765323" y="749080"/>
                  </a:lnTo>
                  <a:lnTo>
                    <a:pt x="763890" y="748602"/>
                  </a:lnTo>
                  <a:lnTo>
                    <a:pt x="761978" y="747647"/>
                  </a:lnTo>
                  <a:lnTo>
                    <a:pt x="760546" y="747647"/>
                  </a:lnTo>
                  <a:lnTo>
                    <a:pt x="760067" y="749080"/>
                  </a:lnTo>
                  <a:lnTo>
                    <a:pt x="759112" y="750035"/>
                  </a:lnTo>
                  <a:lnTo>
                    <a:pt x="758157" y="750513"/>
                  </a:lnTo>
                  <a:lnTo>
                    <a:pt x="757201" y="750035"/>
                  </a:lnTo>
                  <a:lnTo>
                    <a:pt x="755768" y="751468"/>
                  </a:lnTo>
                  <a:lnTo>
                    <a:pt x="755290" y="752424"/>
                  </a:lnTo>
                  <a:lnTo>
                    <a:pt x="753380" y="753379"/>
                  </a:lnTo>
                  <a:lnTo>
                    <a:pt x="749558" y="753857"/>
                  </a:lnTo>
                  <a:lnTo>
                    <a:pt x="748124" y="754813"/>
                  </a:lnTo>
                  <a:lnTo>
                    <a:pt x="746214" y="754335"/>
                  </a:lnTo>
                  <a:lnTo>
                    <a:pt x="744303" y="754813"/>
                  </a:lnTo>
                  <a:lnTo>
                    <a:pt x="743825" y="754813"/>
                  </a:lnTo>
                  <a:lnTo>
                    <a:pt x="742869" y="754335"/>
                  </a:lnTo>
                  <a:lnTo>
                    <a:pt x="741914" y="754335"/>
                  </a:lnTo>
                  <a:lnTo>
                    <a:pt x="741436" y="755768"/>
                  </a:lnTo>
                  <a:lnTo>
                    <a:pt x="739048" y="756246"/>
                  </a:lnTo>
                  <a:lnTo>
                    <a:pt x="737137" y="756723"/>
                  </a:lnTo>
                  <a:lnTo>
                    <a:pt x="734748" y="758634"/>
                  </a:lnTo>
                  <a:lnTo>
                    <a:pt x="732837" y="760067"/>
                  </a:lnTo>
                  <a:lnTo>
                    <a:pt x="731882" y="760067"/>
                  </a:lnTo>
                  <a:lnTo>
                    <a:pt x="730926" y="759590"/>
                  </a:lnTo>
                  <a:lnTo>
                    <a:pt x="730448" y="757679"/>
                  </a:lnTo>
                  <a:lnTo>
                    <a:pt x="729971" y="757679"/>
                  </a:lnTo>
                  <a:lnTo>
                    <a:pt x="729493" y="759112"/>
                  </a:lnTo>
                  <a:lnTo>
                    <a:pt x="729015" y="760545"/>
                  </a:lnTo>
                  <a:lnTo>
                    <a:pt x="728537" y="761501"/>
                  </a:lnTo>
                  <a:lnTo>
                    <a:pt x="725671" y="763412"/>
                  </a:lnTo>
                  <a:lnTo>
                    <a:pt x="724716" y="765323"/>
                  </a:lnTo>
                  <a:lnTo>
                    <a:pt x="725194" y="766756"/>
                  </a:lnTo>
                  <a:lnTo>
                    <a:pt x="729015" y="767233"/>
                  </a:lnTo>
                  <a:lnTo>
                    <a:pt x="729493" y="768189"/>
                  </a:lnTo>
                  <a:lnTo>
                    <a:pt x="729015" y="768667"/>
                  </a:lnTo>
                  <a:lnTo>
                    <a:pt x="728060" y="769622"/>
                  </a:lnTo>
                  <a:lnTo>
                    <a:pt x="728060" y="770578"/>
                  </a:lnTo>
                  <a:lnTo>
                    <a:pt x="731882" y="773444"/>
                  </a:lnTo>
                  <a:lnTo>
                    <a:pt x="731882" y="774399"/>
                  </a:lnTo>
                  <a:lnTo>
                    <a:pt x="731404" y="775355"/>
                  </a:lnTo>
                  <a:lnTo>
                    <a:pt x="730926" y="776310"/>
                  </a:lnTo>
                  <a:lnTo>
                    <a:pt x="728537" y="777744"/>
                  </a:lnTo>
                  <a:lnTo>
                    <a:pt x="724238" y="778221"/>
                  </a:lnTo>
                  <a:lnTo>
                    <a:pt x="720416" y="777744"/>
                  </a:lnTo>
                  <a:lnTo>
                    <a:pt x="719460" y="776310"/>
                  </a:lnTo>
                  <a:lnTo>
                    <a:pt x="719460" y="775355"/>
                  </a:lnTo>
                  <a:lnTo>
                    <a:pt x="720416" y="775832"/>
                  </a:lnTo>
                  <a:lnTo>
                    <a:pt x="721371" y="775832"/>
                  </a:lnTo>
                  <a:lnTo>
                    <a:pt x="721371" y="774877"/>
                  </a:lnTo>
                  <a:lnTo>
                    <a:pt x="720894" y="774399"/>
                  </a:lnTo>
                  <a:lnTo>
                    <a:pt x="718983" y="773444"/>
                  </a:lnTo>
                  <a:lnTo>
                    <a:pt x="717550" y="771533"/>
                  </a:lnTo>
                  <a:lnTo>
                    <a:pt x="718028" y="769622"/>
                  </a:lnTo>
                  <a:lnTo>
                    <a:pt x="717072" y="768189"/>
                  </a:lnTo>
                  <a:lnTo>
                    <a:pt x="716594" y="767233"/>
                  </a:lnTo>
                  <a:lnTo>
                    <a:pt x="715639" y="766756"/>
                  </a:lnTo>
                  <a:lnTo>
                    <a:pt x="715161" y="765800"/>
                  </a:lnTo>
                  <a:lnTo>
                    <a:pt x="716117" y="762934"/>
                  </a:lnTo>
                  <a:lnTo>
                    <a:pt x="715639" y="761501"/>
                  </a:lnTo>
                  <a:lnTo>
                    <a:pt x="717072" y="759590"/>
                  </a:lnTo>
                  <a:lnTo>
                    <a:pt x="717550" y="757679"/>
                  </a:lnTo>
                  <a:lnTo>
                    <a:pt x="720416" y="756723"/>
                  </a:lnTo>
                  <a:lnTo>
                    <a:pt x="720416" y="754813"/>
                  </a:lnTo>
                  <a:lnTo>
                    <a:pt x="718505" y="754813"/>
                  </a:lnTo>
                  <a:lnTo>
                    <a:pt x="717072" y="753379"/>
                  </a:lnTo>
                  <a:lnTo>
                    <a:pt x="716594" y="753857"/>
                  </a:lnTo>
                  <a:lnTo>
                    <a:pt x="715639" y="753857"/>
                  </a:lnTo>
                  <a:lnTo>
                    <a:pt x="713728" y="750991"/>
                  </a:lnTo>
                  <a:lnTo>
                    <a:pt x="713250" y="750513"/>
                  </a:lnTo>
                  <a:lnTo>
                    <a:pt x="712294" y="750513"/>
                  </a:lnTo>
                  <a:lnTo>
                    <a:pt x="712773" y="753857"/>
                  </a:lnTo>
                  <a:lnTo>
                    <a:pt x="710862" y="754813"/>
                  </a:lnTo>
                  <a:lnTo>
                    <a:pt x="708951" y="755290"/>
                  </a:lnTo>
                  <a:lnTo>
                    <a:pt x="706562" y="755290"/>
                  </a:lnTo>
                  <a:lnTo>
                    <a:pt x="705129" y="755768"/>
                  </a:lnTo>
                  <a:lnTo>
                    <a:pt x="703696" y="755768"/>
                  </a:lnTo>
                  <a:lnTo>
                    <a:pt x="703696" y="754813"/>
                  </a:lnTo>
                  <a:lnTo>
                    <a:pt x="704651" y="753379"/>
                  </a:lnTo>
                  <a:lnTo>
                    <a:pt x="704173" y="752424"/>
                  </a:lnTo>
                  <a:lnTo>
                    <a:pt x="702740" y="751946"/>
                  </a:lnTo>
                  <a:lnTo>
                    <a:pt x="700351" y="751946"/>
                  </a:lnTo>
                  <a:lnTo>
                    <a:pt x="698918" y="751946"/>
                  </a:lnTo>
                  <a:lnTo>
                    <a:pt x="697485" y="751946"/>
                  </a:lnTo>
                  <a:lnTo>
                    <a:pt x="697007" y="751468"/>
                  </a:lnTo>
                  <a:lnTo>
                    <a:pt x="695574" y="750035"/>
                  </a:lnTo>
                  <a:lnTo>
                    <a:pt x="694141" y="749080"/>
                  </a:lnTo>
                  <a:lnTo>
                    <a:pt x="693664" y="748124"/>
                  </a:lnTo>
                  <a:lnTo>
                    <a:pt x="694141" y="747169"/>
                  </a:lnTo>
                  <a:lnTo>
                    <a:pt x="694141" y="746691"/>
                  </a:lnTo>
                  <a:lnTo>
                    <a:pt x="691752" y="746691"/>
                  </a:lnTo>
                  <a:lnTo>
                    <a:pt x="691752" y="748124"/>
                  </a:lnTo>
                  <a:lnTo>
                    <a:pt x="691752" y="749557"/>
                  </a:lnTo>
                  <a:lnTo>
                    <a:pt x="692708" y="750991"/>
                  </a:lnTo>
                  <a:lnTo>
                    <a:pt x="692230" y="751946"/>
                  </a:lnTo>
                  <a:lnTo>
                    <a:pt x="690797" y="752424"/>
                  </a:lnTo>
                  <a:lnTo>
                    <a:pt x="689841" y="750991"/>
                  </a:lnTo>
                  <a:lnTo>
                    <a:pt x="689364" y="750513"/>
                  </a:lnTo>
                  <a:lnTo>
                    <a:pt x="688408" y="750513"/>
                  </a:lnTo>
                  <a:lnTo>
                    <a:pt x="688408" y="751946"/>
                  </a:lnTo>
                  <a:lnTo>
                    <a:pt x="686975" y="753379"/>
                  </a:lnTo>
                  <a:lnTo>
                    <a:pt x="685064" y="752902"/>
                  </a:lnTo>
                  <a:lnTo>
                    <a:pt x="683631" y="753857"/>
                  </a:lnTo>
                  <a:lnTo>
                    <a:pt x="681720" y="754335"/>
                  </a:lnTo>
                  <a:lnTo>
                    <a:pt x="681720" y="754335"/>
                  </a:lnTo>
                  <a:lnTo>
                    <a:pt x="680287" y="753379"/>
                  </a:lnTo>
                  <a:lnTo>
                    <a:pt x="678376" y="751468"/>
                  </a:lnTo>
                  <a:lnTo>
                    <a:pt x="677421" y="751468"/>
                  </a:lnTo>
                  <a:lnTo>
                    <a:pt x="675032" y="752424"/>
                  </a:lnTo>
                  <a:lnTo>
                    <a:pt x="671687" y="752424"/>
                  </a:lnTo>
                  <a:lnTo>
                    <a:pt x="671210" y="751468"/>
                  </a:lnTo>
                  <a:lnTo>
                    <a:pt x="670732" y="751468"/>
                  </a:lnTo>
                  <a:lnTo>
                    <a:pt x="669299" y="752424"/>
                  </a:lnTo>
                  <a:lnTo>
                    <a:pt x="667866" y="750513"/>
                  </a:lnTo>
                  <a:lnTo>
                    <a:pt x="665955" y="750035"/>
                  </a:lnTo>
                  <a:lnTo>
                    <a:pt x="663566" y="748602"/>
                  </a:lnTo>
                  <a:lnTo>
                    <a:pt x="662611" y="747647"/>
                  </a:lnTo>
                  <a:lnTo>
                    <a:pt x="662611" y="746691"/>
                  </a:lnTo>
                  <a:lnTo>
                    <a:pt x="661655" y="746213"/>
                  </a:lnTo>
                  <a:lnTo>
                    <a:pt x="660700" y="746213"/>
                  </a:lnTo>
                  <a:lnTo>
                    <a:pt x="659744" y="745736"/>
                  </a:lnTo>
                  <a:lnTo>
                    <a:pt x="658311" y="744780"/>
                  </a:lnTo>
                  <a:lnTo>
                    <a:pt x="656878" y="744780"/>
                  </a:lnTo>
                  <a:lnTo>
                    <a:pt x="656400" y="744780"/>
                  </a:lnTo>
                  <a:lnTo>
                    <a:pt x="655445" y="745258"/>
                  </a:lnTo>
                  <a:lnTo>
                    <a:pt x="655445" y="744302"/>
                  </a:lnTo>
                  <a:lnTo>
                    <a:pt x="655445" y="741914"/>
                  </a:lnTo>
                  <a:lnTo>
                    <a:pt x="655445" y="740003"/>
                  </a:lnTo>
                  <a:lnTo>
                    <a:pt x="654967" y="739048"/>
                  </a:lnTo>
                  <a:lnTo>
                    <a:pt x="654489" y="738092"/>
                  </a:lnTo>
                  <a:lnTo>
                    <a:pt x="653534" y="738092"/>
                  </a:lnTo>
                  <a:lnTo>
                    <a:pt x="653057" y="736659"/>
                  </a:lnTo>
                  <a:lnTo>
                    <a:pt x="653534" y="734748"/>
                  </a:lnTo>
                  <a:lnTo>
                    <a:pt x="654012" y="733315"/>
                  </a:lnTo>
                  <a:lnTo>
                    <a:pt x="654967" y="733315"/>
                  </a:lnTo>
                  <a:lnTo>
                    <a:pt x="656400" y="732359"/>
                  </a:lnTo>
                  <a:lnTo>
                    <a:pt x="657356" y="730926"/>
                  </a:lnTo>
                  <a:lnTo>
                    <a:pt x="657834" y="729493"/>
                  </a:lnTo>
                  <a:lnTo>
                    <a:pt x="654967" y="727582"/>
                  </a:lnTo>
                  <a:lnTo>
                    <a:pt x="653057" y="726626"/>
                  </a:lnTo>
                  <a:lnTo>
                    <a:pt x="651623" y="727104"/>
                  </a:lnTo>
                  <a:lnTo>
                    <a:pt x="649234" y="727582"/>
                  </a:lnTo>
                  <a:lnTo>
                    <a:pt x="648279" y="728060"/>
                  </a:lnTo>
                  <a:lnTo>
                    <a:pt x="647323" y="727582"/>
                  </a:lnTo>
                  <a:lnTo>
                    <a:pt x="646368" y="726149"/>
                  </a:lnTo>
                  <a:lnTo>
                    <a:pt x="645412" y="725671"/>
                  </a:lnTo>
                  <a:lnTo>
                    <a:pt x="643980" y="725671"/>
                  </a:lnTo>
                  <a:lnTo>
                    <a:pt x="642546" y="725671"/>
                  </a:lnTo>
                  <a:lnTo>
                    <a:pt x="641591" y="726149"/>
                  </a:lnTo>
                  <a:lnTo>
                    <a:pt x="640635" y="726626"/>
                  </a:lnTo>
                  <a:lnTo>
                    <a:pt x="639202" y="726626"/>
                  </a:lnTo>
                  <a:lnTo>
                    <a:pt x="638246" y="725671"/>
                  </a:lnTo>
                  <a:lnTo>
                    <a:pt x="636336" y="724238"/>
                  </a:lnTo>
                  <a:lnTo>
                    <a:pt x="633469" y="723760"/>
                  </a:lnTo>
                  <a:lnTo>
                    <a:pt x="633469" y="722805"/>
                  </a:lnTo>
                  <a:lnTo>
                    <a:pt x="632514" y="721371"/>
                  </a:lnTo>
                  <a:lnTo>
                    <a:pt x="632514" y="721371"/>
                  </a:lnTo>
                  <a:lnTo>
                    <a:pt x="631559" y="720416"/>
                  </a:lnTo>
                  <a:lnTo>
                    <a:pt x="631559" y="720416"/>
                  </a:lnTo>
                  <a:lnTo>
                    <a:pt x="629648" y="718983"/>
                  </a:lnTo>
                  <a:lnTo>
                    <a:pt x="628214" y="718027"/>
                  </a:lnTo>
                  <a:lnTo>
                    <a:pt x="627259" y="718505"/>
                  </a:lnTo>
                  <a:lnTo>
                    <a:pt x="626303" y="719460"/>
                  </a:lnTo>
                  <a:lnTo>
                    <a:pt x="622482" y="721371"/>
                  </a:lnTo>
                  <a:lnTo>
                    <a:pt x="621048" y="721849"/>
                  </a:lnTo>
                  <a:lnTo>
                    <a:pt x="620093" y="722327"/>
                  </a:lnTo>
                  <a:lnTo>
                    <a:pt x="619137" y="723282"/>
                  </a:lnTo>
                  <a:lnTo>
                    <a:pt x="619137" y="724716"/>
                  </a:lnTo>
                  <a:lnTo>
                    <a:pt x="618660" y="726626"/>
                  </a:lnTo>
                  <a:lnTo>
                    <a:pt x="617704" y="727582"/>
                  </a:lnTo>
                  <a:lnTo>
                    <a:pt x="616271" y="728537"/>
                  </a:lnTo>
                  <a:lnTo>
                    <a:pt x="615316" y="728537"/>
                  </a:lnTo>
                  <a:lnTo>
                    <a:pt x="614360" y="728537"/>
                  </a:lnTo>
                  <a:lnTo>
                    <a:pt x="613405" y="729015"/>
                  </a:lnTo>
                  <a:lnTo>
                    <a:pt x="610061" y="730926"/>
                  </a:lnTo>
                  <a:lnTo>
                    <a:pt x="608627" y="730448"/>
                  </a:lnTo>
                  <a:lnTo>
                    <a:pt x="607672" y="729493"/>
                  </a:lnTo>
                  <a:lnTo>
                    <a:pt x="607194" y="728537"/>
                  </a:lnTo>
                  <a:lnTo>
                    <a:pt x="607194" y="728537"/>
                  </a:lnTo>
                  <a:lnTo>
                    <a:pt x="605761" y="729015"/>
                  </a:lnTo>
                  <a:lnTo>
                    <a:pt x="603850" y="729971"/>
                  </a:lnTo>
                  <a:lnTo>
                    <a:pt x="602895" y="731404"/>
                  </a:lnTo>
                  <a:lnTo>
                    <a:pt x="602417" y="733315"/>
                  </a:lnTo>
                  <a:lnTo>
                    <a:pt x="602417" y="733792"/>
                  </a:lnTo>
                  <a:lnTo>
                    <a:pt x="601461" y="733792"/>
                  </a:lnTo>
                  <a:lnTo>
                    <a:pt x="600984" y="734270"/>
                  </a:lnTo>
                  <a:lnTo>
                    <a:pt x="595729" y="729493"/>
                  </a:lnTo>
                  <a:lnTo>
                    <a:pt x="595251" y="729493"/>
                  </a:lnTo>
                  <a:lnTo>
                    <a:pt x="594296" y="730448"/>
                  </a:lnTo>
                  <a:lnTo>
                    <a:pt x="593340" y="732837"/>
                  </a:lnTo>
                  <a:lnTo>
                    <a:pt x="592862" y="733315"/>
                  </a:lnTo>
                  <a:lnTo>
                    <a:pt x="592385" y="732837"/>
                  </a:lnTo>
                  <a:lnTo>
                    <a:pt x="589996" y="729971"/>
                  </a:lnTo>
                  <a:lnTo>
                    <a:pt x="589996" y="729971"/>
                  </a:lnTo>
                  <a:lnTo>
                    <a:pt x="589518" y="729493"/>
                  </a:lnTo>
                  <a:lnTo>
                    <a:pt x="589041" y="729493"/>
                  </a:lnTo>
                  <a:lnTo>
                    <a:pt x="588085" y="730448"/>
                  </a:lnTo>
                  <a:lnTo>
                    <a:pt x="586652" y="731882"/>
                  </a:lnTo>
                  <a:lnTo>
                    <a:pt x="585696" y="732837"/>
                  </a:lnTo>
                  <a:lnTo>
                    <a:pt x="585696" y="732837"/>
                  </a:lnTo>
                  <a:lnTo>
                    <a:pt x="585696" y="733792"/>
                  </a:lnTo>
                  <a:lnTo>
                    <a:pt x="584741" y="734748"/>
                  </a:lnTo>
                  <a:lnTo>
                    <a:pt x="583308" y="735703"/>
                  </a:lnTo>
                  <a:lnTo>
                    <a:pt x="582830" y="735703"/>
                  </a:lnTo>
                  <a:lnTo>
                    <a:pt x="581875" y="735703"/>
                  </a:lnTo>
                  <a:lnTo>
                    <a:pt x="580441" y="734270"/>
                  </a:lnTo>
                  <a:lnTo>
                    <a:pt x="579486" y="733315"/>
                  </a:lnTo>
                  <a:lnTo>
                    <a:pt x="577575" y="731882"/>
                  </a:lnTo>
                  <a:lnTo>
                    <a:pt x="575186" y="730926"/>
                  </a:lnTo>
                  <a:lnTo>
                    <a:pt x="573275" y="729971"/>
                  </a:lnTo>
                  <a:lnTo>
                    <a:pt x="572320" y="729971"/>
                  </a:lnTo>
                  <a:lnTo>
                    <a:pt x="571843" y="730448"/>
                  </a:lnTo>
                  <a:lnTo>
                    <a:pt x="571364" y="730926"/>
                  </a:lnTo>
                  <a:lnTo>
                    <a:pt x="570409" y="731882"/>
                  </a:lnTo>
                  <a:lnTo>
                    <a:pt x="568976" y="733792"/>
                  </a:lnTo>
                  <a:lnTo>
                    <a:pt x="568020" y="735703"/>
                  </a:lnTo>
                  <a:lnTo>
                    <a:pt x="566587" y="736659"/>
                  </a:lnTo>
                  <a:lnTo>
                    <a:pt x="565632" y="737137"/>
                  </a:lnTo>
                  <a:lnTo>
                    <a:pt x="565154" y="736659"/>
                  </a:lnTo>
                  <a:lnTo>
                    <a:pt x="563721" y="736181"/>
                  </a:lnTo>
                  <a:lnTo>
                    <a:pt x="562288" y="736181"/>
                  </a:lnTo>
                  <a:lnTo>
                    <a:pt x="559899" y="737137"/>
                  </a:lnTo>
                  <a:lnTo>
                    <a:pt x="558466" y="735225"/>
                  </a:lnTo>
                  <a:lnTo>
                    <a:pt x="557988" y="734748"/>
                  </a:lnTo>
                  <a:lnTo>
                    <a:pt x="557511" y="735225"/>
                  </a:lnTo>
                  <a:lnTo>
                    <a:pt x="556555" y="735703"/>
                  </a:lnTo>
                  <a:lnTo>
                    <a:pt x="556555" y="735703"/>
                  </a:lnTo>
                  <a:lnTo>
                    <a:pt x="556077" y="736659"/>
                  </a:lnTo>
                  <a:lnTo>
                    <a:pt x="555600" y="738092"/>
                  </a:lnTo>
                  <a:lnTo>
                    <a:pt x="554644" y="739048"/>
                  </a:lnTo>
                  <a:lnTo>
                    <a:pt x="553689" y="739525"/>
                  </a:lnTo>
                  <a:lnTo>
                    <a:pt x="554166" y="740481"/>
                  </a:lnTo>
                  <a:lnTo>
                    <a:pt x="554644" y="741436"/>
                  </a:lnTo>
                  <a:lnTo>
                    <a:pt x="554644" y="742391"/>
                  </a:lnTo>
                  <a:lnTo>
                    <a:pt x="554644" y="743347"/>
                  </a:lnTo>
                  <a:lnTo>
                    <a:pt x="555122" y="744302"/>
                  </a:lnTo>
                  <a:lnTo>
                    <a:pt x="555122" y="744780"/>
                  </a:lnTo>
                  <a:lnTo>
                    <a:pt x="557032" y="746691"/>
                  </a:lnTo>
                  <a:lnTo>
                    <a:pt x="557988" y="748124"/>
                  </a:lnTo>
                  <a:lnTo>
                    <a:pt x="557988" y="749080"/>
                  </a:lnTo>
                  <a:lnTo>
                    <a:pt x="557988" y="752424"/>
                  </a:lnTo>
                  <a:lnTo>
                    <a:pt x="557988" y="753857"/>
                  </a:lnTo>
                  <a:lnTo>
                    <a:pt x="557511" y="756246"/>
                  </a:lnTo>
                  <a:lnTo>
                    <a:pt x="557511" y="758157"/>
                  </a:lnTo>
                  <a:lnTo>
                    <a:pt x="558466" y="758634"/>
                  </a:lnTo>
                  <a:lnTo>
                    <a:pt x="559421" y="759590"/>
                  </a:lnTo>
                  <a:lnTo>
                    <a:pt x="558943" y="760067"/>
                  </a:lnTo>
                  <a:lnTo>
                    <a:pt x="558943" y="760067"/>
                  </a:lnTo>
                  <a:lnTo>
                    <a:pt x="557988" y="761023"/>
                  </a:lnTo>
                  <a:lnTo>
                    <a:pt x="557511" y="761023"/>
                  </a:lnTo>
                  <a:lnTo>
                    <a:pt x="556555" y="760545"/>
                  </a:lnTo>
                  <a:lnTo>
                    <a:pt x="555600" y="760545"/>
                  </a:lnTo>
                  <a:lnTo>
                    <a:pt x="555600" y="760545"/>
                  </a:lnTo>
                  <a:lnTo>
                    <a:pt x="555122" y="760067"/>
                  </a:lnTo>
                  <a:lnTo>
                    <a:pt x="554166" y="759590"/>
                  </a:lnTo>
                  <a:lnTo>
                    <a:pt x="552255" y="759590"/>
                  </a:lnTo>
                  <a:lnTo>
                    <a:pt x="548911" y="760545"/>
                  </a:lnTo>
                  <a:lnTo>
                    <a:pt x="548434" y="760067"/>
                  </a:lnTo>
                  <a:lnTo>
                    <a:pt x="547956" y="759590"/>
                  </a:lnTo>
                  <a:lnTo>
                    <a:pt x="547478" y="758634"/>
                  </a:lnTo>
                  <a:lnTo>
                    <a:pt x="547478" y="757201"/>
                  </a:lnTo>
                  <a:lnTo>
                    <a:pt x="547478" y="756723"/>
                  </a:lnTo>
                  <a:lnTo>
                    <a:pt x="547478" y="756723"/>
                  </a:lnTo>
                  <a:lnTo>
                    <a:pt x="547000" y="756246"/>
                  </a:lnTo>
                  <a:lnTo>
                    <a:pt x="547478" y="753857"/>
                  </a:lnTo>
                  <a:lnTo>
                    <a:pt x="547478" y="753857"/>
                  </a:lnTo>
                  <a:lnTo>
                    <a:pt x="546045" y="752902"/>
                  </a:lnTo>
                  <a:lnTo>
                    <a:pt x="546045" y="752902"/>
                  </a:lnTo>
                  <a:lnTo>
                    <a:pt x="546045" y="750513"/>
                  </a:lnTo>
                  <a:lnTo>
                    <a:pt x="546045" y="749557"/>
                  </a:lnTo>
                  <a:lnTo>
                    <a:pt x="545567" y="749557"/>
                  </a:lnTo>
                  <a:lnTo>
                    <a:pt x="545089" y="749557"/>
                  </a:lnTo>
                  <a:lnTo>
                    <a:pt x="543656" y="749557"/>
                  </a:lnTo>
                  <a:lnTo>
                    <a:pt x="539834" y="751468"/>
                  </a:lnTo>
                  <a:lnTo>
                    <a:pt x="536968" y="754335"/>
                  </a:lnTo>
                  <a:lnTo>
                    <a:pt x="535535" y="754813"/>
                  </a:lnTo>
                  <a:lnTo>
                    <a:pt x="534102" y="755290"/>
                  </a:lnTo>
                  <a:lnTo>
                    <a:pt x="532191" y="754813"/>
                  </a:lnTo>
                  <a:lnTo>
                    <a:pt x="530280" y="754335"/>
                  </a:lnTo>
                  <a:lnTo>
                    <a:pt x="527891" y="755290"/>
                  </a:lnTo>
                  <a:lnTo>
                    <a:pt x="526458" y="754813"/>
                  </a:lnTo>
                  <a:lnTo>
                    <a:pt x="525980" y="754335"/>
                  </a:lnTo>
                  <a:lnTo>
                    <a:pt x="525025" y="753379"/>
                  </a:lnTo>
                  <a:lnTo>
                    <a:pt x="525502" y="751946"/>
                  </a:lnTo>
                  <a:lnTo>
                    <a:pt x="525502" y="751946"/>
                  </a:lnTo>
                  <a:lnTo>
                    <a:pt x="525502" y="750991"/>
                  </a:lnTo>
                  <a:lnTo>
                    <a:pt x="524070" y="750991"/>
                  </a:lnTo>
                  <a:lnTo>
                    <a:pt x="523114" y="750513"/>
                  </a:lnTo>
                  <a:lnTo>
                    <a:pt x="522159" y="749557"/>
                  </a:lnTo>
                  <a:lnTo>
                    <a:pt x="522159" y="748124"/>
                  </a:lnTo>
                  <a:lnTo>
                    <a:pt x="522159" y="746691"/>
                  </a:lnTo>
                  <a:lnTo>
                    <a:pt x="522636" y="744780"/>
                  </a:lnTo>
                  <a:lnTo>
                    <a:pt x="521681" y="743825"/>
                  </a:lnTo>
                  <a:lnTo>
                    <a:pt x="520247" y="743347"/>
                  </a:lnTo>
                  <a:lnTo>
                    <a:pt x="515470" y="742869"/>
                  </a:lnTo>
                  <a:lnTo>
                    <a:pt x="511171" y="742391"/>
                  </a:lnTo>
                  <a:lnTo>
                    <a:pt x="509738" y="742391"/>
                  </a:lnTo>
                  <a:lnTo>
                    <a:pt x="508304" y="742391"/>
                  </a:lnTo>
                  <a:lnTo>
                    <a:pt x="507349" y="741914"/>
                  </a:lnTo>
                  <a:lnTo>
                    <a:pt x="506871" y="741436"/>
                  </a:lnTo>
                  <a:lnTo>
                    <a:pt x="506871" y="740958"/>
                  </a:lnTo>
                  <a:lnTo>
                    <a:pt x="507827" y="739048"/>
                  </a:lnTo>
                  <a:lnTo>
                    <a:pt x="508304" y="737137"/>
                  </a:lnTo>
                  <a:lnTo>
                    <a:pt x="510215" y="734748"/>
                  </a:lnTo>
                  <a:lnTo>
                    <a:pt x="510693" y="733315"/>
                  </a:lnTo>
                  <a:lnTo>
                    <a:pt x="510215" y="730926"/>
                  </a:lnTo>
                  <a:lnTo>
                    <a:pt x="511171" y="728537"/>
                  </a:lnTo>
                  <a:lnTo>
                    <a:pt x="513082" y="726626"/>
                  </a:lnTo>
                  <a:lnTo>
                    <a:pt x="513559" y="725671"/>
                  </a:lnTo>
                  <a:lnTo>
                    <a:pt x="513559" y="724716"/>
                  </a:lnTo>
                  <a:lnTo>
                    <a:pt x="513082" y="724238"/>
                  </a:lnTo>
                  <a:lnTo>
                    <a:pt x="513082" y="724238"/>
                  </a:lnTo>
                  <a:lnTo>
                    <a:pt x="512126" y="723760"/>
                  </a:lnTo>
                  <a:lnTo>
                    <a:pt x="510693" y="723282"/>
                  </a:lnTo>
                  <a:lnTo>
                    <a:pt x="507827" y="722805"/>
                  </a:lnTo>
                  <a:lnTo>
                    <a:pt x="504960" y="722327"/>
                  </a:lnTo>
                  <a:lnTo>
                    <a:pt x="501138" y="721371"/>
                  </a:lnTo>
                  <a:lnTo>
                    <a:pt x="501616" y="718983"/>
                  </a:lnTo>
                  <a:lnTo>
                    <a:pt x="501138" y="717550"/>
                  </a:lnTo>
                  <a:lnTo>
                    <a:pt x="501138" y="716594"/>
                  </a:lnTo>
                  <a:lnTo>
                    <a:pt x="500183" y="715639"/>
                  </a:lnTo>
                  <a:lnTo>
                    <a:pt x="499705" y="714683"/>
                  </a:lnTo>
                  <a:lnTo>
                    <a:pt x="500183" y="712772"/>
                  </a:lnTo>
                  <a:lnTo>
                    <a:pt x="499705" y="710384"/>
                  </a:lnTo>
                  <a:lnTo>
                    <a:pt x="498272" y="709428"/>
                  </a:lnTo>
                  <a:lnTo>
                    <a:pt x="497316" y="708473"/>
                  </a:lnTo>
                  <a:lnTo>
                    <a:pt x="497316" y="707040"/>
                  </a:lnTo>
                  <a:lnTo>
                    <a:pt x="497794" y="706084"/>
                  </a:lnTo>
                  <a:lnTo>
                    <a:pt x="500183" y="703695"/>
                  </a:lnTo>
                  <a:lnTo>
                    <a:pt x="500183" y="703695"/>
                  </a:lnTo>
                  <a:lnTo>
                    <a:pt x="500183" y="702740"/>
                  </a:lnTo>
                  <a:lnTo>
                    <a:pt x="499705" y="702740"/>
                  </a:lnTo>
                  <a:lnTo>
                    <a:pt x="499227" y="702740"/>
                  </a:lnTo>
                  <a:lnTo>
                    <a:pt x="495406" y="703695"/>
                  </a:lnTo>
                  <a:lnTo>
                    <a:pt x="494928" y="703218"/>
                  </a:lnTo>
                  <a:lnTo>
                    <a:pt x="493972" y="702740"/>
                  </a:lnTo>
                  <a:lnTo>
                    <a:pt x="491106" y="702740"/>
                  </a:lnTo>
                  <a:lnTo>
                    <a:pt x="488240" y="703218"/>
                  </a:lnTo>
                  <a:lnTo>
                    <a:pt x="484418" y="704173"/>
                  </a:lnTo>
                  <a:lnTo>
                    <a:pt x="480596" y="705606"/>
                  </a:lnTo>
                  <a:lnTo>
                    <a:pt x="479163" y="706562"/>
                  </a:lnTo>
                  <a:lnTo>
                    <a:pt x="477729" y="707517"/>
                  </a:lnTo>
                  <a:lnTo>
                    <a:pt x="476297" y="707517"/>
                  </a:lnTo>
                  <a:lnTo>
                    <a:pt x="475341" y="707040"/>
                  </a:lnTo>
                  <a:lnTo>
                    <a:pt x="475341" y="705606"/>
                  </a:lnTo>
                  <a:lnTo>
                    <a:pt x="477729" y="702740"/>
                  </a:lnTo>
                  <a:lnTo>
                    <a:pt x="478207" y="700829"/>
                  </a:lnTo>
                  <a:lnTo>
                    <a:pt x="477252" y="698918"/>
                  </a:lnTo>
                  <a:lnTo>
                    <a:pt x="477252" y="697963"/>
                  </a:lnTo>
                  <a:lnTo>
                    <a:pt x="476297" y="697007"/>
                  </a:lnTo>
                  <a:lnTo>
                    <a:pt x="475341" y="696530"/>
                  </a:lnTo>
                  <a:lnTo>
                    <a:pt x="474386" y="695574"/>
                  </a:lnTo>
                  <a:lnTo>
                    <a:pt x="474386" y="692708"/>
                  </a:lnTo>
                  <a:lnTo>
                    <a:pt x="475818" y="689841"/>
                  </a:lnTo>
                  <a:lnTo>
                    <a:pt x="477252" y="688886"/>
                  </a:lnTo>
                  <a:lnTo>
                    <a:pt x="478207" y="688408"/>
                  </a:lnTo>
                  <a:lnTo>
                    <a:pt x="478685" y="687930"/>
                  </a:lnTo>
                  <a:lnTo>
                    <a:pt x="478207" y="686019"/>
                  </a:lnTo>
                  <a:lnTo>
                    <a:pt x="478207" y="684586"/>
                  </a:lnTo>
                  <a:lnTo>
                    <a:pt x="479163" y="682198"/>
                  </a:lnTo>
                  <a:lnTo>
                    <a:pt x="480118" y="680287"/>
                  </a:lnTo>
                  <a:lnTo>
                    <a:pt x="482029" y="680764"/>
                  </a:lnTo>
                  <a:lnTo>
                    <a:pt x="482984" y="680287"/>
                  </a:lnTo>
                  <a:lnTo>
                    <a:pt x="483940" y="679809"/>
                  </a:lnTo>
                  <a:lnTo>
                    <a:pt x="484895" y="678376"/>
                  </a:lnTo>
                  <a:lnTo>
                    <a:pt x="485851" y="676943"/>
                  </a:lnTo>
                  <a:lnTo>
                    <a:pt x="486806" y="674076"/>
                  </a:lnTo>
                  <a:lnTo>
                    <a:pt x="487284" y="673599"/>
                  </a:lnTo>
                  <a:lnTo>
                    <a:pt x="489673" y="674076"/>
                  </a:lnTo>
                  <a:lnTo>
                    <a:pt x="490628" y="673599"/>
                  </a:lnTo>
                  <a:lnTo>
                    <a:pt x="491584" y="671688"/>
                  </a:lnTo>
                  <a:lnTo>
                    <a:pt x="493017" y="669777"/>
                  </a:lnTo>
                  <a:lnTo>
                    <a:pt x="494928" y="668821"/>
                  </a:lnTo>
                  <a:lnTo>
                    <a:pt x="496361" y="668821"/>
                  </a:lnTo>
                  <a:lnTo>
                    <a:pt x="496839" y="668343"/>
                  </a:lnTo>
                  <a:lnTo>
                    <a:pt x="496839" y="666910"/>
                  </a:lnTo>
                  <a:lnTo>
                    <a:pt x="495406" y="665477"/>
                  </a:lnTo>
                  <a:lnTo>
                    <a:pt x="494928" y="664044"/>
                  </a:lnTo>
                  <a:lnTo>
                    <a:pt x="495406" y="663088"/>
                  </a:lnTo>
                  <a:lnTo>
                    <a:pt x="496839" y="662611"/>
                  </a:lnTo>
                  <a:lnTo>
                    <a:pt x="497316" y="661655"/>
                  </a:lnTo>
                  <a:lnTo>
                    <a:pt x="497316" y="659267"/>
                  </a:lnTo>
                  <a:lnTo>
                    <a:pt x="497794" y="656878"/>
                  </a:lnTo>
                  <a:lnTo>
                    <a:pt x="498272" y="653534"/>
                  </a:lnTo>
                  <a:lnTo>
                    <a:pt x="498272" y="651145"/>
                  </a:lnTo>
                  <a:lnTo>
                    <a:pt x="498272" y="649712"/>
                  </a:lnTo>
                  <a:lnTo>
                    <a:pt x="498272" y="647801"/>
                  </a:lnTo>
                  <a:lnTo>
                    <a:pt x="498272" y="644457"/>
                  </a:lnTo>
                  <a:lnTo>
                    <a:pt x="497316" y="641113"/>
                  </a:lnTo>
                  <a:lnTo>
                    <a:pt x="497316" y="640157"/>
                  </a:lnTo>
                  <a:lnTo>
                    <a:pt x="497316" y="636336"/>
                  </a:lnTo>
                  <a:lnTo>
                    <a:pt x="496839" y="633469"/>
                  </a:lnTo>
                  <a:lnTo>
                    <a:pt x="496839" y="633469"/>
                  </a:lnTo>
                  <a:lnTo>
                    <a:pt x="495883" y="632992"/>
                  </a:lnTo>
                  <a:lnTo>
                    <a:pt x="493972" y="632036"/>
                  </a:lnTo>
                  <a:lnTo>
                    <a:pt x="493017" y="631558"/>
                  </a:lnTo>
                  <a:lnTo>
                    <a:pt x="492061" y="632036"/>
                  </a:lnTo>
                  <a:lnTo>
                    <a:pt x="491584" y="632992"/>
                  </a:lnTo>
                  <a:lnTo>
                    <a:pt x="490628" y="634425"/>
                  </a:lnTo>
                  <a:lnTo>
                    <a:pt x="489673" y="633947"/>
                  </a:lnTo>
                  <a:lnTo>
                    <a:pt x="489195" y="632992"/>
                  </a:lnTo>
                  <a:lnTo>
                    <a:pt x="488717" y="631558"/>
                  </a:lnTo>
                  <a:lnTo>
                    <a:pt x="486329" y="625348"/>
                  </a:lnTo>
                  <a:lnTo>
                    <a:pt x="486329" y="623437"/>
                  </a:lnTo>
                  <a:lnTo>
                    <a:pt x="485851" y="622004"/>
                  </a:lnTo>
                  <a:lnTo>
                    <a:pt x="484895" y="621048"/>
                  </a:lnTo>
                  <a:lnTo>
                    <a:pt x="484418" y="620570"/>
                  </a:lnTo>
                  <a:lnTo>
                    <a:pt x="482507" y="618182"/>
                  </a:lnTo>
                  <a:lnTo>
                    <a:pt x="482507" y="618182"/>
                  </a:lnTo>
                  <a:lnTo>
                    <a:pt x="481552" y="617227"/>
                  </a:lnTo>
                  <a:lnTo>
                    <a:pt x="481074" y="617227"/>
                  </a:lnTo>
                  <a:lnTo>
                    <a:pt x="480118" y="617227"/>
                  </a:lnTo>
                  <a:lnTo>
                    <a:pt x="479163" y="617227"/>
                  </a:lnTo>
                  <a:lnTo>
                    <a:pt x="478685" y="616271"/>
                  </a:lnTo>
                  <a:lnTo>
                    <a:pt x="477729" y="615315"/>
                  </a:lnTo>
                  <a:lnTo>
                    <a:pt x="477729" y="614838"/>
                  </a:lnTo>
                  <a:lnTo>
                    <a:pt x="477252" y="614360"/>
                  </a:lnTo>
                  <a:lnTo>
                    <a:pt x="475818" y="613882"/>
                  </a:lnTo>
                  <a:lnTo>
                    <a:pt x="474863" y="614360"/>
                  </a:lnTo>
                  <a:lnTo>
                    <a:pt x="474863" y="614360"/>
                  </a:lnTo>
                  <a:lnTo>
                    <a:pt x="473908" y="615315"/>
                  </a:lnTo>
                  <a:lnTo>
                    <a:pt x="473430" y="615793"/>
                  </a:lnTo>
                  <a:lnTo>
                    <a:pt x="472475" y="617704"/>
                  </a:lnTo>
                  <a:lnTo>
                    <a:pt x="471041" y="619615"/>
                  </a:lnTo>
                  <a:lnTo>
                    <a:pt x="470564" y="620093"/>
                  </a:lnTo>
                  <a:lnTo>
                    <a:pt x="469608" y="620093"/>
                  </a:lnTo>
                  <a:lnTo>
                    <a:pt x="466742" y="617704"/>
                  </a:lnTo>
                  <a:lnTo>
                    <a:pt x="465309" y="617227"/>
                  </a:lnTo>
                  <a:lnTo>
                    <a:pt x="465309" y="617227"/>
                  </a:lnTo>
                  <a:lnTo>
                    <a:pt x="464831" y="617227"/>
                  </a:lnTo>
                  <a:lnTo>
                    <a:pt x="463398" y="617704"/>
                  </a:lnTo>
                  <a:lnTo>
                    <a:pt x="460531" y="617227"/>
                  </a:lnTo>
                  <a:lnTo>
                    <a:pt x="459576" y="617227"/>
                  </a:lnTo>
                  <a:lnTo>
                    <a:pt x="457187" y="615315"/>
                  </a:lnTo>
                  <a:lnTo>
                    <a:pt x="456232" y="615315"/>
                  </a:lnTo>
                  <a:lnTo>
                    <a:pt x="452888" y="616271"/>
                  </a:lnTo>
                  <a:lnTo>
                    <a:pt x="452888" y="616271"/>
                  </a:lnTo>
                  <a:lnTo>
                    <a:pt x="451932" y="617227"/>
                  </a:lnTo>
                  <a:lnTo>
                    <a:pt x="451454" y="617227"/>
                  </a:lnTo>
                  <a:lnTo>
                    <a:pt x="451454" y="617227"/>
                  </a:lnTo>
                  <a:lnTo>
                    <a:pt x="450499" y="616749"/>
                  </a:lnTo>
                  <a:lnTo>
                    <a:pt x="450021" y="616271"/>
                  </a:lnTo>
                  <a:lnTo>
                    <a:pt x="449543" y="615793"/>
                  </a:lnTo>
                  <a:lnTo>
                    <a:pt x="450499" y="615315"/>
                  </a:lnTo>
                  <a:lnTo>
                    <a:pt x="450977" y="614360"/>
                  </a:lnTo>
                  <a:lnTo>
                    <a:pt x="450499" y="613882"/>
                  </a:lnTo>
                  <a:lnTo>
                    <a:pt x="451932" y="612449"/>
                  </a:lnTo>
                  <a:lnTo>
                    <a:pt x="455754" y="609105"/>
                  </a:lnTo>
                  <a:lnTo>
                    <a:pt x="455754" y="609105"/>
                  </a:lnTo>
                  <a:lnTo>
                    <a:pt x="455276" y="607672"/>
                  </a:lnTo>
                  <a:lnTo>
                    <a:pt x="453843" y="604805"/>
                  </a:lnTo>
                  <a:lnTo>
                    <a:pt x="453365" y="603850"/>
                  </a:lnTo>
                  <a:lnTo>
                    <a:pt x="453365" y="603850"/>
                  </a:lnTo>
                  <a:lnTo>
                    <a:pt x="452888" y="602895"/>
                  </a:lnTo>
                  <a:lnTo>
                    <a:pt x="450977" y="603372"/>
                  </a:lnTo>
                  <a:lnTo>
                    <a:pt x="447633" y="605761"/>
                  </a:lnTo>
                  <a:lnTo>
                    <a:pt x="447633" y="606239"/>
                  </a:lnTo>
                  <a:lnTo>
                    <a:pt x="446677" y="605761"/>
                  </a:lnTo>
                  <a:lnTo>
                    <a:pt x="447155" y="604805"/>
                  </a:lnTo>
                  <a:lnTo>
                    <a:pt x="447155" y="604805"/>
                  </a:lnTo>
                  <a:lnTo>
                    <a:pt x="446677" y="602417"/>
                  </a:lnTo>
                  <a:lnTo>
                    <a:pt x="447633" y="601939"/>
                  </a:lnTo>
                  <a:lnTo>
                    <a:pt x="449543" y="600984"/>
                  </a:lnTo>
                  <a:lnTo>
                    <a:pt x="450977" y="600028"/>
                  </a:lnTo>
                  <a:lnTo>
                    <a:pt x="450977" y="599550"/>
                  </a:lnTo>
                  <a:lnTo>
                    <a:pt x="451454" y="599073"/>
                  </a:lnTo>
                  <a:lnTo>
                    <a:pt x="450977" y="598595"/>
                  </a:lnTo>
                  <a:lnTo>
                    <a:pt x="449066" y="599073"/>
                  </a:lnTo>
                  <a:lnTo>
                    <a:pt x="448110" y="598595"/>
                  </a:lnTo>
                  <a:lnTo>
                    <a:pt x="446677" y="596206"/>
                  </a:lnTo>
                  <a:lnTo>
                    <a:pt x="446677" y="596206"/>
                  </a:lnTo>
                  <a:lnTo>
                    <a:pt x="445722" y="595251"/>
                  </a:lnTo>
                  <a:lnTo>
                    <a:pt x="444766" y="594773"/>
                  </a:lnTo>
                  <a:lnTo>
                    <a:pt x="441900" y="596206"/>
                  </a:lnTo>
                  <a:lnTo>
                    <a:pt x="438556" y="597639"/>
                  </a:lnTo>
                  <a:lnTo>
                    <a:pt x="434734" y="600028"/>
                  </a:lnTo>
                  <a:lnTo>
                    <a:pt x="434734" y="600028"/>
                  </a:lnTo>
                  <a:lnTo>
                    <a:pt x="434734" y="600984"/>
                  </a:lnTo>
                  <a:lnTo>
                    <a:pt x="434256" y="601461"/>
                  </a:lnTo>
                  <a:lnTo>
                    <a:pt x="434256" y="601461"/>
                  </a:lnTo>
                  <a:lnTo>
                    <a:pt x="433301" y="601939"/>
                  </a:lnTo>
                  <a:lnTo>
                    <a:pt x="432823" y="602895"/>
                  </a:lnTo>
                  <a:lnTo>
                    <a:pt x="431868" y="603372"/>
                  </a:lnTo>
                  <a:lnTo>
                    <a:pt x="431390" y="603372"/>
                  </a:lnTo>
                  <a:lnTo>
                    <a:pt x="429957" y="602895"/>
                  </a:lnTo>
                  <a:lnTo>
                    <a:pt x="427090" y="601939"/>
                  </a:lnTo>
                  <a:lnTo>
                    <a:pt x="424224" y="600984"/>
                  </a:lnTo>
                  <a:lnTo>
                    <a:pt x="423746" y="600984"/>
                  </a:lnTo>
                  <a:lnTo>
                    <a:pt x="419924" y="600506"/>
                  </a:lnTo>
                  <a:lnTo>
                    <a:pt x="419447" y="600028"/>
                  </a:lnTo>
                  <a:lnTo>
                    <a:pt x="419447" y="600028"/>
                  </a:lnTo>
                  <a:lnTo>
                    <a:pt x="418969" y="599073"/>
                  </a:lnTo>
                  <a:lnTo>
                    <a:pt x="418969" y="599073"/>
                  </a:lnTo>
                  <a:lnTo>
                    <a:pt x="418013" y="598117"/>
                  </a:lnTo>
                  <a:lnTo>
                    <a:pt x="417058" y="597639"/>
                  </a:lnTo>
                  <a:lnTo>
                    <a:pt x="413714" y="599550"/>
                  </a:lnTo>
                  <a:lnTo>
                    <a:pt x="410370" y="600984"/>
                  </a:lnTo>
                  <a:lnTo>
                    <a:pt x="408459" y="602895"/>
                  </a:lnTo>
                  <a:lnTo>
                    <a:pt x="408459" y="602895"/>
                  </a:lnTo>
                  <a:lnTo>
                    <a:pt x="406548" y="604805"/>
                  </a:lnTo>
                  <a:lnTo>
                    <a:pt x="404637" y="604805"/>
                  </a:lnTo>
                  <a:lnTo>
                    <a:pt x="404637" y="604805"/>
                  </a:lnTo>
                  <a:lnTo>
                    <a:pt x="404637" y="606239"/>
                  </a:lnTo>
                  <a:lnTo>
                    <a:pt x="404159" y="607194"/>
                  </a:lnTo>
                  <a:lnTo>
                    <a:pt x="402726" y="608150"/>
                  </a:lnTo>
                  <a:lnTo>
                    <a:pt x="399860" y="609583"/>
                  </a:lnTo>
                  <a:lnTo>
                    <a:pt x="397949" y="610538"/>
                  </a:lnTo>
                  <a:lnTo>
                    <a:pt x="391738" y="611494"/>
                  </a:lnTo>
                  <a:lnTo>
                    <a:pt x="389827" y="611971"/>
                  </a:lnTo>
                  <a:lnTo>
                    <a:pt x="388872" y="612449"/>
                  </a:lnTo>
                  <a:lnTo>
                    <a:pt x="387917" y="614838"/>
                  </a:lnTo>
                  <a:lnTo>
                    <a:pt x="386961" y="616271"/>
                  </a:lnTo>
                  <a:lnTo>
                    <a:pt x="386006" y="617227"/>
                  </a:lnTo>
                  <a:lnTo>
                    <a:pt x="385528" y="618182"/>
                  </a:lnTo>
                  <a:lnTo>
                    <a:pt x="382184" y="620093"/>
                  </a:lnTo>
                  <a:lnTo>
                    <a:pt x="378840" y="621526"/>
                  </a:lnTo>
                  <a:lnTo>
                    <a:pt x="378840" y="622004"/>
                  </a:lnTo>
                  <a:lnTo>
                    <a:pt x="377884" y="622959"/>
                  </a:lnTo>
                  <a:lnTo>
                    <a:pt x="377406" y="623437"/>
                  </a:lnTo>
                  <a:lnTo>
                    <a:pt x="377406" y="623437"/>
                  </a:lnTo>
                  <a:lnTo>
                    <a:pt x="377884" y="623915"/>
                  </a:lnTo>
                  <a:lnTo>
                    <a:pt x="378362" y="624392"/>
                  </a:lnTo>
                  <a:lnTo>
                    <a:pt x="378362" y="624870"/>
                  </a:lnTo>
                  <a:lnTo>
                    <a:pt x="378362" y="625348"/>
                  </a:lnTo>
                  <a:lnTo>
                    <a:pt x="377884" y="625826"/>
                  </a:lnTo>
                  <a:lnTo>
                    <a:pt x="375495" y="627259"/>
                  </a:lnTo>
                  <a:lnTo>
                    <a:pt x="374540" y="627736"/>
                  </a:lnTo>
                  <a:lnTo>
                    <a:pt x="374062" y="628214"/>
                  </a:lnTo>
                  <a:lnTo>
                    <a:pt x="373107" y="628214"/>
                  </a:lnTo>
                  <a:lnTo>
                    <a:pt x="371674" y="628214"/>
                  </a:lnTo>
                  <a:lnTo>
                    <a:pt x="370240" y="628214"/>
                  </a:lnTo>
                  <a:lnTo>
                    <a:pt x="369763" y="627736"/>
                  </a:lnTo>
                  <a:lnTo>
                    <a:pt x="369285" y="628214"/>
                  </a:lnTo>
                  <a:lnTo>
                    <a:pt x="367852" y="628692"/>
                  </a:lnTo>
                  <a:lnTo>
                    <a:pt x="366896" y="628692"/>
                  </a:lnTo>
                  <a:lnTo>
                    <a:pt x="364508" y="630125"/>
                  </a:lnTo>
                  <a:lnTo>
                    <a:pt x="363074" y="630125"/>
                  </a:lnTo>
                  <a:lnTo>
                    <a:pt x="361163" y="630125"/>
                  </a:lnTo>
                  <a:lnTo>
                    <a:pt x="359253" y="629647"/>
                  </a:lnTo>
                  <a:lnTo>
                    <a:pt x="357342" y="629647"/>
                  </a:lnTo>
                  <a:lnTo>
                    <a:pt x="357342" y="628692"/>
                  </a:lnTo>
                  <a:lnTo>
                    <a:pt x="357819" y="626303"/>
                  </a:lnTo>
                  <a:lnTo>
                    <a:pt x="356864" y="625826"/>
                  </a:lnTo>
                  <a:lnTo>
                    <a:pt x="354953" y="624870"/>
                  </a:lnTo>
                  <a:lnTo>
                    <a:pt x="352087" y="624392"/>
                  </a:lnTo>
                  <a:lnTo>
                    <a:pt x="351131" y="623437"/>
                  </a:lnTo>
                  <a:lnTo>
                    <a:pt x="350654" y="622959"/>
                  </a:lnTo>
                  <a:lnTo>
                    <a:pt x="349698" y="623437"/>
                  </a:lnTo>
                  <a:lnTo>
                    <a:pt x="347787" y="624392"/>
                  </a:lnTo>
                  <a:lnTo>
                    <a:pt x="346354" y="625348"/>
                  </a:lnTo>
                  <a:lnTo>
                    <a:pt x="345399" y="625348"/>
                  </a:lnTo>
                  <a:lnTo>
                    <a:pt x="344443" y="624870"/>
                  </a:lnTo>
                  <a:lnTo>
                    <a:pt x="343010" y="624392"/>
                  </a:lnTo>
                  <a:lnTo>
                    <a:pt x="339188" y="623437"/>
                  </a:lnTo>
                  <a:lnTo>
                    <a:pt x="337755" y="622959"/>
                  </a:lnTo>
                  <a:lnTo>
                    <a:pt x="334888" y="623437"/>
                  </a:lnTo>
                  <a:lnTo>
                    <a:pt x="332022" y="622959"/>
                  </a:lnTo>
                  <a:lnTo>
                    <a:pt x="332022" y="622959"/>
                  </a:lnTo>
                  <a:lnTo>
                    <a:pt x="332022" y="622481"/>
                  </a:lnTo>
                  <a:lnTo>
                    <a:pt x="332022" y="621048"/>
                  </a:lnTo>
                  <a:lnTo>
                    <a:pt x="332500" y="620093"/>
                  </a:lnTo>
                  <a:lnTo>
                    <a:pt x="332022" y="619615"/>
                  </a:lnTo>
                  <a:lnTo>
                    <a:pt x="329633" y="619137"/>
                  </a:lnTo>
                  <a:lnTo>
                    <a:pt x="327245" y="618660"/>
                  </a:lnTo>
                  <a:lnTo>
                    <a:pt x="324856" y="618182"/>
                  </a:lnTo>
                  <a:lnTo>
                    <a:pt x="323423" y="618660"/>
                  </a:lnTo>
                  <a:lnTo>
                    <a:pt x="321512" y="619615"/>
                  </a:lnTo>
                  <a:lnTo>
                    <a:pt x="321512" y="619615"/>
                  </a:lnTo>
                  <a:lnTo>
                    <a:pt x="320079" y="621048"/>
                  </a:lnTo>
                  <a:lnTo>
                    <a:pt x="318168" y="621526"/>
                  </a:lnTo>
                  <a:lnTo>
                    <a:pt x="315779" y="622481"/>
                  </a:lnTo>
                  <a:lnTo>
                    <a:pt x="314824" y="623437"/>
                  </a:lnTo>
                  <a:lnTo>
                    <a:pt x="313390" y="625826"/>
                  </a:lnTo>
                  <a:lnTo>
                    <a:pt x="310524" y="628214"/>
                  </a:lnTo>
                  <a:lnTo>
                    <a:pt x="308613" y="630603"/>
                  </a:lnTo>
                  <a:lnTo>
                    <a:pt x="307180" y="632992"/>
                  </a:lnTo>
                  <a:lnTo>
                    <a:pt x="305747" y="634425"/>
                  </a:lnTo>
                  <a:lnTo>
                    <a:pt x="304314" y="635858"/>
                  </a:lnTo>
                  <a:lnTo>
                    <a:pt x="304314" y="635858"/>
                  </a:lnTo>
                  <a:lnTo>
                    <a:pt x="303358" y="638724"/>
                  </a:lnTo>
                  <a:lnTo>
                    <a:pt x="301925" y="637769"/>
                  </a:lnTo>
                  <a:lnTo>
                    <a:pt x="300492" y="636336"/>
                  </a:lnTo>
                  <a:lnTo>
                    <a:pt x="300492" y="634425"/>
                  </a:lnTo>
                  <a:lnTo>
                    <a:pt x="301925" y="629647"/>
                  </a:lnTo>
                  <a:lnTo>
                    <a:pt x="302403" y="627259"/>
                  </a:lnTo>
                  <a:lnTo>
                    <a:pt x="301925" y="626781"/>
                  </a:lnTo>
                  <a:lnTo>
                    <a:pt x="301447" y="624870"/>
                  </a:lnTo>
                  <a:lnTo>
                    <a:pt x="301447" y="624870"/>
                  </a:lnTo>
                  <a:lnTo>
                    <a:pt x="300492" y="623915"/>
                  </a:lnTo>
                  <a:lnTo>
                    <a:pt x="297626" y="622959"/>
                  </a:lnTo>
                  <a:lnTo>
                    <a:pt x="297148" y="622959"/>
                  </a:lnTo>
                  <a:lnTo>
                    <a:pt x="296192" y="623437"/>
                  </a:lnTo>
                  <a:lnTo>
                    <a:pt x="295237" y="623915"/>
                  </a:lnTo>
                  <a:lnTo>
                    <a:pt x="293804" y="624392"/>
                  </a:lnTo>
                  <a:lnTo>
                    <a:pt x="290937" y="625348"/>
                  </a:lnTo>
                  <a:lnTo>
                    <a:pt x="288549" y="625826"/>
                  </a:lnTo>
                  <a:lnTo>
                    <a:pt x="287593" y="626303"/>
                  </a:lnTo>
                  <a:lnTo>
                    <a:pt x="287593" y="626303"/>
                  </a:lnTo>
                  <a:lnTo>
                    <a:pt x="287593" y="626781"/>
                  </a:lnTo>
                  <a:lnTo>
                    <a:pt x="287593" y="627259"/>
                  </a:lnTo>
                  <a:lnTo>
                    <a:pt x="286160" y="627259"/>
                  </a:lnTo>
                  <a:lnTo>
                    <a:pt x="284249" y="626781"/>
                  </a:lnTo>
                  <a:lnTo>
                    <a:pt x="282816" y="627259"/>
                  </a:lnTo>
                  <a:lnTo>
                    <a:pt x="279472" y="628214"/>
                  </a:lnTo>
                  <a:lnTo>
                    <a:pt x="278039" y="628692"/>
                  </a:lnTo>
                  <a:lnTo>
                    <a:pt x="276605" y="628214"/>
                  </a:lnTo>
                  <a:lnTo>
                    <a:pt x="275172" y="628214"/>
                  </a:lnTo>
                  <a:lnTo>
                    <a:pt x="271351" y="628214"/>
                  </a:lnTo>
                  <a:lnTo>
                    <a:pt x="268484" y="628214"/>
                  </a:lnTo>
                  <a:lnTo>
                    <a:pt x="266096" y="626303"/>
                  </a:lnTo>
                  <a:lnTo>
                    <a:pt x="264185" y="625348"/>
                  </a:lnTo>
                  <a:lnTo>
                    <a:pt x="264185" y="625348"/>
                  </a:lnTo>
                  <a:lnTo>
                    <a:pt x="262751" y="624870"/>
                  </a:lnTo>
                  <a:lnTo>
                    <a:pt x="260840" y="624392"/>
                  </a:lnTo>
                  <a:lnTo>
                    <a:pt x="260363" y="623437"/>
                  </a:lnTo>
                  <a:lnTo>
                    <a:pt x="259407" y="622959"/>
                  </a:lnTo>
                  <a:lnTo>
                    <a:pt x="259407" y="622959"/>
                  </a:lnTo>
                  <a:lnTo>
                    <a:pt x="257974" y="622481"/>
                  </a:lnTo>
                  <a:lnTo>
                    <a:pt x="257019" y="622959"/>
                  </a:lnTo>
                  <a:lnTo>
                    <a:pt x="257019" y="622959"/>
                  </a:lnTo>
                  <a:lnTo>
                    <a:pt x="256063" y="625348"/>
                  </a:lnTo>
                  <a:lnTo>
                    <a:pt x="255585" y="625826"/>
                  </a:lnTo>
                  <a:lnTo>
                    <a:pt x="254152" y="626303"/>
                  </a:lnTo>
                  <a:lnTo>
                    <a:pt x="252241" y="625826"/>
                  </a:lnTo>
                  <a:lnTo>
                    <a:pt x="250330" y="624392"/>
                  </a:lnTo>
                  <a:lnTo>
                    <a:pt x="249375" y="622959"/>
                  </a:lnTo>
                  <a:lnTo>
                    <a:pt x="248419" y="622481"/>
                  </a:lnTo>
                  <a:lnTo>
                    <a:pt x="247464" y="622959"/>
                  </a:lnTo>
                  <a:lnTo>
                    <a:pt x="247464" y="622959"/>
                  </a:lnTo>
                  <a:lnTo>
                    <a:pt x="247464" y="624870"/>
                  </a:lnTo>
                  <a:lnTo>
                    <a:pt x="246986" y="626303"/>
                  </a:lnTo>
                  <a:lnTo>
                    <a:pt x="245553" y="626781"/>
                  </a:lnTo>
                  <a:lnTo>
                    <a:pt x="245075" y="626303"/>
                  </a:lnTo>
                  <a:lnTo>
                    <a:pt x="244120" y="624870"/>
                  </a:lnTo>
                  <a:lnTo>
                    <a:pt x="242687" y="622004"/>
                  </a:lnTo>
                  <a:lnTo>
                    <a:pt x="241253" y="620093"/>
                  </a:lnTo>
                  <a:lnTo>
                    <a:pt x="239342" y="619137"/>
                  </a:lnTo>
                  <a:lnTo>
                    <a:pt x="234087" y="619137"/>
                  </a:lnTo>
                  <a:lnTo>
                    <a:pt x="230266" y="618660"/>
                  </a:lnTo>
                  <a:lnTo>
                    <a:pt x="228355" y="618182"/>
                  </a:lnTo>
                  <a:lnTo>
                    <a:pt x="227877" y="617227"/>
                  </a:lnTo>
                  <a:lnTo>
                    <a:pt x="228355" y="614838"/>
                  </a:lnTo>
                  <a:lnTo>
                    <a:pt x="229310" y="612927"/>
                  </a:lnTo>
                  <a:lnTo>
                    <a:pt x="229310" y="612449"/>
                  </a:lnTo>
                  <a:lnTo>
                    <a:pt x="229310" y="612449"/>
                  </a:lnTo>
                  <a:lnTo>
                    <a:pt x="228355" y="612449"/>
                  </a:lnTo>
                  <a:lnTo>
                    <a:pt x="227399" y="611971"/>
                  </a:lnTo>
                  <a:lnTo>
                    <a:pt x="223100" y="613404"/>
                  </a:lnTo>
                  <a:lnTo>
                    <a:pt x="222144" y="613404"/>
                  </a:lnTo>
                  <a:lnTo>
                    <a:pt x="221189" y="612927"/>
                  </a:lnTo>
                  <a:lnTo>
                    <a:pt x="220233" y="612449"/>
                  </a:lnTo>
                  <a:lnTo>
                    <a:pt x="219756" y="611971"/>
                  </a:lnTo>
                  <a:lnTo>
                    <a:pt x="219278" y="611016"/>
                  </a:lnTo>
                  <a:lnTo>
                    <a:pt x="215456" y="609105"/>
                  </a:lnTo>
                  <a:lnTo>
                    <a:pt x="214501" y="608150"/>
                  </a:lnTo>
                  <a:lnTo>
                    <a:pt x="213545" y="607672"/>
                  </a:lnTo>
                  <a:lnTo>
                    <a:pt x="212590" y="606716"/>
                  </a:lnTo>
                  <a:lnTo>
                    <a:pt x="210679" y="606239"/>
                  </a:lnTo>
                  <a:lnTo>
                    <a:pt x="209723" y="603372"/>
                  </a:lnTo>
                  <a:lnTo>
                    <a:pt x="208768" y="600984"/>
                  </a:lnTo>
                  <a:lnTo>
                    <a:pt x="208290" y="599550"/>
                  </a:lnTo>
                  <a:lnTo>
                    <a:pt x="208290" y="599550"/>
                  </a:lnTo>
                  <a:lnTo>
                    <a:pt x="206857" y="599073"/>
                  </a:lnTo>
                  <a:lnTo>
                    <a:pt x="204946" y="598595"/>
                  </a:lnTo>
                  <a:lnTo>
                    <a:pt x="202080" y="599550"/>
                  </a:lnTo>
                  <a:lnTo>
                    <a:pt x="199691" y="600506"/>
                  </a:lnTo>
                  <a:lnTo>
                    <a:pt x="197780" y="600506"/>
                  </a:lnTo>
                  <a:lnTo>
                    <a:pt x="195391" y="597639"/>
                  </a:lnTo>
                  <a:lnTo>
                    <a:pt x="193480" y="595251"/>
                  </a:lnTo>
                  <a:lnTo>
                    <a:pt x="193480" y="595251"/>
                  </a:lnTo>
                  <a:lnTo>
                    <a:pt x="191092" y="592862"/>
                  </a:lnTo>
                  <a:lnTo>
                    <a:pt x="189659" y="591429"/>
                  </a:lnTo>
                  <a:lnTo>
                    <a:pt x="186792" y="591429"/>
                  </a:lnTo>
                  <a:lnTo>
                    <a:pt x="183448" y="589996"/>
                  </a:lnTo>
                  <a:lnTo>
                    <a:pt x="181060" y="588085"/>
                  </a:lnTo>
                  <a:lnTo>
                    <a:pt x="179149" y="587129"/>
                  </a:lnTo>
                  <a:lnTo>
                    <a:pt x="176282" y="584741"/>
                  </a:lnTo>
                  <a:lnTo>
                    <a:pt x="171027" y="581874"/>
                  </a:lnTo>
                  <a:lnTo>
                    <a:pt x="169594" y="580919"/>
                  </a:lnTo>
                  <a:lnTo>
                    <a:pt x="169116" y="579963"/>
                  </a:lnTo>
                  <a:lnTo>
                    <a:pt x="168639" y="578053"/>
                  </a:lnTo>
                  <a:lnTo>
                    <a:pt x="167683" y="577097"/>
                  </a:lnTo>
                  <a:lnTo>
                    <a:pt x="167205" y="576620"/>
                  </a:lnTo>
                  <a:lnTo>
                    <a:pt x="167205" y="576620"/>
                  </a:lnTo>
                  <a:lnTo>
                    <a:pt x="164339" y="575664"/>
                  </a:lnTo>
                  <a:lnTo>
                    <a:pt x="163861" y="575664"/>
                  </a:lnTo>
                  <a:lnTo>
                    <a:pt x="159562" y="575186"/>
                  </a:lnTo>
                  <a:lnTo>
                    <a:pt x="154784" y="576142"/>
                  </a:lnTo>
                  <a:lnTo>
                    <a:pt x="154784" y="576142"/>
                  </a:lnTo>
                  <a:lnTo>
                    <a:pt x="151918" y="581397"/>
                  </a:lnTo>
                  <a:lnTo>
                    <a:pt x="150485" y="582352"/>
                  </a:lnTo>
                  <a:lnTo>
                    <a:pt x="150007" y="582352"/>
                  </a:lnTo>
                  <a:lnTo>
                    <a:pt x="149052" y="582352"/>
                  </a:lnTo>
                  <a:lnTo>
                    <a:pt x="148574" y="581874"/>
                  </a:lnTo>
                  <a:lnTo>
                    <a:pt x="147619" y="581397"/>
                  </a:lnTo>
                  <a:lnTo>
                    <a:pt x="147141" y="579963"/>
                  </a:lnTo>
                  <a:lnTo>
                    <a:pt x="146663" y="579963"/>
                  </a:lnTo>
                  <a:lnTo>
                    <a:pt x="146663" y="578530"/>
                  </a:lnTo>
                  <a:lnTo>
                    <a:pt x="144275" y="577097"/>
                  </a:lnTo>
                  <a:lnTo>
                    <a:pt x="141886" y="575664"/>
                  </a:lnTo>
                  <a:lnTo>
                    <a:pt x="140453" y="574708"/>
                  </a:lnTo>
                  <a:lnTo>
                    <a:pt x="139019" y="573753"/>
                  </a:lnTo>
                  <a:lnTo>
                    <a:pt x="137586" y="573753"/>
                  </a:lnTo>
                  <a:lnTo>
                    <a:pt x="135198" y="572797"/>
                  </a:lnTo>
                  <a:lnTo>
                    <a:pt x="131853" y="571364"/>
                  </a:lnTo>
                  <a:lnTo>
                    <a:pt x="130898" y="571364"/>
                  </a:lnTo>
                  <a:lnTo>
                    <a:pt x="130420" y="570409"/>
                  </a:lnTo>
                  <a:lnTo>
                    <a:pt x="130898" y="568976"/>
                  </a:lnTo>
                  <a:lnTo>
                    <a:pt x="130898" y="567543"/>
                  </a:lnTo>
                  <a:lnTo>
                    <a:pt x="129943" y="566587"/>
                  </a:lnTo>
                  <a:lnTo>
                    <a:pt x="128509" y="567065"/>
                  </a:lnTo>
                  <a:lnTo>
                    <a:pt x="125165" y="564676"/>
                  </a:lnTo>
                  <a:lnTo>
                    <a:pt x="125165" y="564676"/>
                  </a:lnTo>
                  <a:lnTo>
                    <a:pt x="124210" y="563721"/>
                  </a:lnTo>
                  <a:lnTo>
                    <a:pt x="122777" y="562765"/>
                  </a:lnTo>
                  <a:lnTo>
                    <a:pt x="120388" y="563243"/>
                  </a:lnTo>
                  <a:lnTo>
                    <a:pt x="118477" y="563243"/>
                  </a:lnTo>
                  <a:lnTo>
                    <a:pt x="117044" y="562288"/>
                  </a:lnTo>
                  <a:lnTo>
                    <a:pt x="114655" y="560854"/>
                  </a:lnTo>
                  <a:lnTo>
                    <a:pt x="114177" y="560854"/>
                  </a:lnTo>
                  <a:lnTo>
                    <a:pt x="114177" y="560377"/>
                  </a:lnTo>
                  <a:lnTo>
                    <a:pt x="113700" y="559899"/>
                  </a:lnTo>
                  <a:lnTo>
                    <a:pt x="111789" y="557032"/>
                  </a:lnTo>
                  <a:lnTo>
                    <a:pt x="109400" y="553688"/>
                  </a:lnTo>
                  <a:lnTo>
                    <a:pt x="107967" y="553211"/>
                  </a:lnTo>
                  <a:lnTo>
                    <a:pt x="107489" y="553688"/>
                  </a:lnTo>
                  <a:lnTo>
                    <a:pt x="106534" y="555599"/>
                  </a:lnTo>
                  <a:lnTo>
                    <a:pt x="106056" y="555122"/>
                  </a:lnTo>
                  <a:lnTo>
                    <a:pt x="105100" y="555122"/>
                  </a:lnTo>
                  <a:lnTo>
                    <a:pt x="104145" y="556077"/>
                  </a:lnTo>
                  <a:lnTo>
                    <a:pt x="102712" y="556077"/>
                  </a:lnTo>
                  <a:lnTo>
                    <a:pt x="102234" y="556077"/>
                  </a:lnTo>
                  <a:lnTo>
                    <a:pt x="102234" y="555599"/>
                  </a:lnTo>
                  <a:lnTo>
                    <a:pt x="102234" y="553211"/>
                  </a:lnTo>
                  <a:lnTo>
                    <a:pt x="101757" y="552255"/>
                  </a:lnTo>
                  <a:lnTo>
                    <a:pt x="102234" y="550822"/>
                  </a:lnTo>
                  <a:lnTo>
                    <a:pt x="103189" y="549389"/>
                  </a:lnTo>
                  <a:lnTo>
                    <a:pt x="102234" y="548433"/>
                  </a:lnTo>
                  <a:lnTo>
                    <a:pt x="100801" y="546522"/>
                  </a:lnTo>
                  <a:lnTo>
                    <a:pt x="100801" y="546522"/>
                  </a:lnTo>
                  <a:lnTo>
                    <a:pt x="100801" y="545089"/>
                  </a:lnTo>
                  <a:lnTo>
                    <a:pt x="101279" y="543656"/>
                  </a:lnTo>
                  <a:lnTo>
                    <a:pt x="101757" y="542223"/>
                  </a:lnTo>
                  <a:lnTo>
                    <a:pt x="101757" y="541267"/>
                  </a:lnTo>
                  <a:lnTo>
                    <a:pt x="101757" y="541267"/>
                  </a:lnTo>
                  <a:lnTo>
                    <a:pt x="100801" y="540790"/>
                  </a:lnTo>
                  <a:lnTo>
                    <a:pt x="96979" y="536490"/>
                  </a:lnTo>
                  <a:lnTo>
                    <a:pt x="96979" y="536013"/>
                  </a:lnTo>
                  <a:lnTo>
                    <a:pt x="96502" y="534579"/>
                  </a:lnTo>
                  <a:lnTo>
                    <a:pt x="96024" y="532668"/>
                  </a:lnTo>
                  <a:lnTo>
                    <a:pt x="95546" y="531235"/>
                  </a:lnTo>
                  <a:lnTo>
                    <a:pt x="95546" y="531235"/>
                  </a:lnTo>
                  <a:lnTo>
                    <a:pt x="95068" y="529802"/>
                  </a:lnTo>
                  <a:lnTo>
                    <a:pt x="95068" y="529324"/>
                  </a:lnTo>
                  <a:lnTo>
                    <a:pt x="95546" y="529324"/>
                  </a:lnTo>
                  <a:lnTo>
                    <a:pt x="97457" y="528847"/>
                  </a:lnTo>
                  <a:lnTo>
                    <a:pt x="99846" y="528847"/>
                  </a:lnTo>
                  <a:lnTo>
                    <a:pt x="101279" y="528369"/>
                  </a:lnTo>
                  <a:lnTo>
                    <a:pt x="101757" y="529324"/>
                  </a:lnTo>
                  <a:lnTo>
                    <a:pt x="102234" y="530280"/>
                  </a:lnTo>
                  <a:lnTo>
                    <a:pt x="102712" y="531235"/>
                  </a:lnTo>
                  <a:lnTo>
                    <a:pt x="104145" y="532190"/>
                  </a:lnTo>
                  <a:lnTo>
                    <a:pt x="105578" y="533624"/>
                  </a:lnTo>
                  <a:lnTo>
                    <a:pt x="107012" y="533146"/>
                  </a:lnTo>
                  <a:lnTo>
                    <a:pt x="108445" y="532668"/>
                  </a:lnTo>
                  <a:lnTo>
                    <a:pt x="109878" y="530757"/>
                  </a:lnTo>
                  <a:lnTo>
                    <a:pt x="110355" y="530280"/>
                  </a:lnTo>
                  <a:lnTo>
                    <a:pt x="111311" y="530280"/>
                  </a:lnTo>
                  <a:lnTo>
                    <a:pt x="111311" y="528847"/>
                  </a:lnTo>
                  <a:lnTo>
                    <a:pt x="111311" y="528847"/>
                  </a:lnTo>
                  <a:lnTo>
                    <a:pt x="111789" y="525980"/>
                  </a:lnTo>
                  <a:lnTo>
                    <a:pt x="111789" y="525025"/>
                  </a:lnTo>
                  <a:lnTo>
                    <a:pt x="111311" y="523591"/>
                  </a:lnTo>
                  <a:lnTo>
                    <a:pt x="111311" y="523591"/>
                  </a:lnTo>
                  <a:lnTo>
                    <a:pt x="111311" y="522636"/>
                  </a:lnTo>
                  <a:lnTo>
                    <a:pt x="111311" y="520725"/>
                  </a:lnTo>
                  <a:lnTo>
                    <a:pt x="109878" y="519770"/>
                  </a:lnTo>
                  <a:lnTo>
                    <a:pt x="109878" y="519770"/>
                  </a:lnTo>
                  <a:lnTo>
                    <a:pt x="109400" y="519292"/>
                  </a:lnTo>
                  <a:lnTo>
                    <a:pt x="108923" y="518336"/>
                  </a:lnTo>
                  <a:lnTo>
                    <a:pt x="109400" y="517381"/>
                  </a:lnTo>
                  <a:lnTo>
                    <a:pt x="109878" y="515948"/>
                  </a:lnTo>
                  <a:lnTo>
                    <a:pt x="109400" y="514515"/>
                  </a:lnTo>
                  <a:lnTo>
                    <a:pt x="109400" y="514515"/>
                  </a:lnTo>
                  <a:lnTo>
                    <a:pt x="108445" y="514037"/>
                  </a:lnTo>
                  <a:lnTo>
                    <a:pt x="107489" y="513559"/>
                  </a:lnTo>
                  <a:lnTo>
                    <a:pt x="106056" y="512126"/>
                  </a:lnTo>
                  <a:lnTo>
                    <a:pt x="105578" y="511171"/>
                  </a:lnTo>
                  <a:lnTo>
                    <a:pt x="104623" y="510215"/>
                  </a:lnTo>
                  <a:lnTo>
                    <a:pt x="103189" y="508782"/>
                  </a:lnTo>
                  <a:lnTo>
                    <a:pt x="103189" y="505438"/>
                  </a:lnTo>
                  <a:lnTo>
                    <a:pt x="102712" y="502094"/>
                  </a:lnTo>
                  <a:lnTo>
                    <a:pt x="102234" y="500183"/>
                  </a:lnTo>
                  <a:lnTo>
                    <a:pt x="101757" y="497794"/>
                  </a:lnTo>
                  <a:lnTo>
                    <a:pt x="101757" y="496839"/>
                  </a:lnTo>
                  <a:lnTo>
                    <a:pt x="102234" y="495883"/>
                  </a:lnTo>
                  <a:lnTo>
                    <a:pt x="105578" y="493972"/>
                  </a:lnTo>
                  <a:lnTo>
                    <a:pt x="105578" y="493972"/>
                  </a:lnTo>
                  <a:lnTo>
                    <a:pt x="106056" y="493494"/>
                  </a:lnTo>
                  <a:lnTo>
                    <a:pt x="106534" y="493017"/>
                  </a:lnTo>
                  <a:lnTo>
                    <a:pt x="106534" y="493017"/>
                  </a:lnTo>
                  <a:lnTo>
                    <a:pt x="106534" y="492539"/>
                  </a:lnTo>
                  <a:lnTo>
                    <a:pt x="106534" y="491106"/>
                  </a:lnTo>
                  <a:lnTo>
                    <a:pt x="106056" y="490150"/>
                  </a:lnTo>
                  <a:lnTo>
                    <a:pt x="105578" y="490150"/>
                  </a:lnTo>
                  <a:lnTo>
                    <a:pt x="104623" y="489195"/>
                  </a:lnTo>
                  <a:lnTo>
                    <a:pt x="102234" y="488240"/>
                  </a:lnTo>
                  <a:lnTo>
                    <a:pt x="102234" y="488240"/>
                  </a:lnTo>
                  <a:lnTo>
                    <a:pt x="100801" y="486329"/>
                  </a:lnTo>
                  <a:lnTo>
                    <a:pt x="97457" y="485851"/>
                  </a:lnTo>
                  <a:lnTo>
                    <a:pt x="93635" y="484417"/>
                  </a:lnTo>
                  <a:lnTo>
                    <a:pt x="92680" y="483462"/>
                  </a:lnTo>
                  <a:lnTo>
                    <a:pt x="91724" y="481074"/>
                  </a:lnTo>
                  <a:lnTo>
                    <a:pt x="90291" y="477252"/>
                  </a:lnTo>
                  <a:lnTo>
                    <a:pt x="88858" y="472952"/>
                  </a:lnTo>
                  <a:lnTo>
                    <a:pt x="87425" y="470564"/>
                  </a:lnTo>
                  <a:lnTo>
                    <a:pt x="87425" y="469130"/>
                  </a:lnTo>
                  <a:lnTo>
                    <a:pt x="88380" y="465786"/>
                  </a:lnTo>
                  <a:lnTo>
                    <a:pt x="87902" y="465308"/>
                  </a:lnTo>
                  <a:lnTo>
                    <a:pt x="87425" y="465308"/>
                  </a:lnTo>
                  <a:lnTo>
                    <a:pt x="85991" y="465308"/>
                  </a:lnTo>
                  <a:lnTo>
                    <a:pt x="85036" y="465786"/>
                  </a:lnTo>
                  <a:lnTo>
                    <a:pt x="84080" y="465786"/>
                  </a:lnTo>
                  <a:lnTo>
                    <a:pt x="83603" y="465308"/>
                  </a:lnTo>
                  <a:lnTo>
                    <a:pt x="83125" y="464831"/>
                  </a:lnTo>
                  <a:lnTo>
                    <a:pt x="83125" y="464831"/>
                  </a:lnTo>
                  <a:lnTo>
                    <a:pt x="83125" y="464831"/>
                  </a:lnTo>
                  <a:lnTo>
                    <a:pt x="81692" y="465308"/>
                  </a:lnTo>
                  <a:lnTo>
                    <a:pt x="78825" y="465308"/>
                  </a:lnTo>
                  <a:lnTo>
                    <a:pt x="77870" y="465308"/>
                  </a:lnTo>
                  <a:lnTo>
                    <a:pt x="76437" y="465308"/>
                  </a:lnTo>
                  <a:lnTo>
                    <a:pt x="73093" y="464831"/>
                  </a:lnTo>
                  <a:lnTo>
                    <a:pt x="69271" y="463875"/>
                  </a:lnTo>
                  <a:lnTo>
                    <a:pt x="64971" y="462442"/>
                  </a:lnTo>
                  <a:lnTo>
                    <a:pt x="62582" y="461487"/>
                  </a:lnTo>
                  <a:lnTo>
                    <a:pt x="62105" y="461009"/>
                  </a:lnTo>
                  <a:lnTo>
                    <a:pt x="60194" y="459576"/>
                  </a:lnTo>
                  <a:lnTo>
                    <a:pt x="58761" y="458620"/>
                  </a:lnTo>
                  <a:lnTo>
                    <a:pt x="58283" y="456232"/>
                  </a:lnTo>
                  <a:lnTo>
                    <a:pt x="57328" y="456232"/>
                  </a:lnTo>
                  <a:lnTo>
                    <a:pt x="55416" y="457187"/>
                  </a:lnTo>
                  <a:lnTo>
                    <a:pt x="52550" y="458142"/>
                  </a:lnTo>
                  <a:lnTo>
                    <a:pt x="51117" y="458142"/>
                  </a:lnTo>
                  <a:lnTo>
                    <a:pt x="50639" y="457665"/>
                  </a:lnTo>
                  <a:lnTo>
                    <a:pt x="49684" y="454799"/>
                  </a:lnTo>
                  <a:lnTo>
                    <a:pt x="48729" y="454321"/>
                  </a:lnTo>
                  <a:lnTo>
                    <a:pt x="47773" y="453843"/>
                  </a:lnTo>
                  <a:lnTo>
                    <a:pt x="46340" y="453365"/>
                  </a:lnTo>
                  <a:lnTo>
                    <a:pt x="45862" y="452887"/>
                  </a:lnTo>
                  <a:lnTo>
                    <a:pt x="45862" y="452410"/>
                  </a:lnTo>
                  <a:lnTo>
                    <a:pt x="45862" y="451932"/>
                  </a:lnTo>
                  <a:lnTo>
                    <a:pt x="46340" y="450976"/>
                  </a:lnTo>
                  <a:lnTo>
                    <a:pt x="46818" y="450021"/>
                  </a:lnTo>
                  <a:lnTo>
                    <a:pt x="46818" y="445244"/>
                  </a:lnTo>
                  <a:lnTo>
                    <a:pt x="46818" y="443333"/>
                  </a:lnTo>
                  <a:lnTo>
                    <a:pt x="46340" y="441900"/>
                  </a:lnTo>
                  <a:lnTo>
                    <a:pt x="45384" y="439989"/>
                  </a:lnTo>
                  <a:lnTo>
                    <a:pt x="44429" y="439033"/>
                  </a:lnTo>
                  <a:lnTo>
                    <a:pt x="42996" y="438078"/>
                  </a:lnTo>
                  <a:lnTo>
                    <a:pt x="41085" y="437122"/>
                  </a:lnTo>
                  <a:lnTo>
                    <a:pt x="39174" y="436645"/>
                  </a:lnTo>
                  <a:lnTo>
                    <a:pt x="36786" y="437600"/>
                  </a:lnTo>
                  <a:lnTo>
                    <a:pt x="36307" y="437122"/>
                  </a:lnTo>
                  <a:lnTo>
                    <a:pt x="35352" y="433778"/>
                  </a:lnTo>
                  <a:lnTo>
                    <a:pt x="34397" y="433301"/>
                  </a:lnTo>
                  <a:lnTo>
                    <a:pt x="34397" y="433301"/>
                  </a:lnTo>
                  <a:lnTo>
                    <a:pt x="30575" y="431867"/>
                  </a:lnTo>
                  <a:lnTo>
                    <a:pt x="28664" y="431390"/>
                  </a:lnTo>
                  <a:lnTo>
                    <a:pt x="26753" y="431867"/>
                  </a:lnTo>
                  <a:lnTo>
                    <a:pt x="25320" y="432345"/>
                  </a:lnTo>
                  <a:lnTo>
                    <a:pt x="24364" y="431867"/>
                  </a:lnTo>
                  <a:lnTo>
                    <a:pt x="22931" y="430912"/>
                  </a:lnTo>
                  <a:lnTo>
                    <a:pt x="21498" y="430434"/>
                  </a:lnTo>
                  <a:lnTo>
                    <a:pt x="19587" y="430434"/>
                  </a:lnTo>
                  <a:lnTo>
                    <a:pt x="18632" y="430434"/>
                  </a:lnTo>
                  <a:lnTo>
                    <a:pt x="18632" y="430434"/>
                  </a:lnTo>
                  <a:lnTo>
                    <a:pt x="18154" y="430434"/>
                  </a:lnTo>
                  <a:lnTo>
                    <a:pt x="17676" y="429957"/>
                  </a:lnTo>
                  <a:lnTo>
                    <a:pt x="15288" y="428045"/>
                  </a:lnTo>
                  <a:lnTo>
                    <a:pt x="15288" y="427568"/>
                  </a:lnTo>
                  <a:lnTo>
                    <a:pt x="19109" y="425657"/>
                  </a:lnTo>
                  <a:lnTo>
                    <a:pt x="21020" y="425179"/>
                  </a:lnTo>
                  <a:lnTo>
                    <a:pt x="22454" y="424701"/>
                  </a:lnTo>
                  <a:lnTo>
                    <a:pt x="22454" y="424701"/>
                  </a:lnTo>
                  <a:lnTo>
                    <a:pt x="22931" y="425657"/>
                  </a:lnTo>
                  <a:lnTo>
                    <a:pt x="23886" y="425657"/>
                  </a:lnTo>
                  <a:lnTo>
                    <a:pt x="24364" y="426135"/>
                  </a:lnTo>
                  <a:lnTo>
                    <a:pt x="25320" y="426135"/>
                  </a:lnTo>
                  <a:lnTo>
                    <a:pt x="25798" y="426135"/>
                  </a:lnTo>
                  <a:lnTo>
                    <a:pt x="26275" y="425657"/>
                  </a:lnTo>
                  <a:lnTo>
                    <a:pt x="27709" y="424701"/>
                  </a:lnTo>
                  <a:lnTo>
                    <a:pt x="29141" y="423268"/>
                  </a:lnTo>
                  <a:lnTo>
                    <a:pt x="30097" y="422313"/>
                  </a:lnTo>
                  <a:lnTo>
                    <a:pt x="29620" y="420880"/>
                  </a:lnTo>
                  <a:lnTo>
                    <a:pt x="29620" y="420880"/>
                  </a:lnTo>
                  <a:lnTo>
                    <a:pt x="27709" y="418969"/>
                  </a:lnTo>
                  <a:lnTo>
                    <a:pt x="27231" y="418969"/>
                  </a:lnTo>
                  <a:lnTo>
                    <a:pt x="26275" y="418013"/>
                  </a:lnTo>
                  <a:lnTo>
                    <a:pt x="25798" y="417535"/>
                  </a:lnTo>
                  <a:lnTo>
                    <a:pt x="25798" y="415625"/>
                  </a:lnTo>
                  <a:lnTo>
                    <a:pt x="26275" y="413714"/>
                  </a:lnTo>
                  <a:lnTo>
                    <a:pt x="26275" y="412758"/>
                  </a:lnTo>
                  <a:lnTo>
                    <a:pt x="25798" y="412280"/>
                  </a:lnTo>
                  <a:lnTo>
                    <a:pt x="25798" y="409892"/>
                  </a:lnTo>
                  <a:lnTo>
                    <a:pt x="24842" y="407503"/>
                  </a:lnTo>
                  <a:lnTo>
                    <a:pt x="23409" y="406070"/>
                  </a:lnTo>
                  <a:lnTo>
                    <a:pt x="23409" y="404159"/>
                  </a:lnTo>
                  <a:lnTo>
                    <a:pt x="23409" y="402248"/>
                  </a:lnTo>
                  <a:lnTo>
                    <a:pt x="24364" y="398904"/>
                  </a:lnTo>
                  <a:lnTo>
                    <a:pt x="23886" y="397949"/>
                  </a:lnTo>
                  <a:lnTo>
                    <a:pt x="22454" y="396515"/>
                  </a:lnTo>
                  <a:lnTo>
                    <a:pt x="18154" y="394604"/>
                  </a:lnTo>
                  <a:lnTo>
                    <a:pt x="13377" y="393171"/>
                  </a:lnTo>
                  <a:lnTo>
                    <a:pt x="13377" y="393171"/>
                  </a:lnTo>
                  <a:lnTo>
                    <a:pt x="11466" y="393171"/>
                  </a:lnTo>
                  <a:lnTo>
                    <a:pt x="10510" y="393171"/>
                  </a:lnTo>
                  <a:lnTo>
                    <a:pt x="9077" y="394127"/>
                  </a:lnTo>
                  <a:lnTo>
                    <a:pt x="9077" y="394127"/>
                  </a:lnTo>
                  <a:lnTo>
                    <a:pt x="8122" y="396038"/>
                  </a:lnTo>
                  <a:lnTo>
                    <a:pt x="8122" y="396038"/>
                  </a:lnTo>
                  <a:lnTo>
                    <a:pt x="7166" y="396038"/>
                  </a:lnTo>
                  <a:lnTo>
                    <a:pt x="5255" y="395560"/>
                  </a:lnTo>
                  <a:lnTo>
                    <a:pt x="5255" y="395560"/>
                  </a:lnTo>
                  <a:lnTo>
                    <a:pt x="3822" y="394127"/>
                  </a:lnTo>
                  <a:lnTo>
                    <a:pt x="2866" y="392216"/>
                  </a:lnTo>
                  <a:lnTo>
                    <a:pt x="2389" y="389350"/>
                  </a:lnTo>
                  <a:lnTo>
                    <a:pt x="1911" y="388394"/>
                  </a:lnTo>
                  <a:lnTo>
                    <a:pt x="1911" y="387916"/>
                  </a:lnTo>
                  <a:lnTo>
                    <a:pt x="2389" y="386961"/>
                  </a:lnTo>
                  <a:lnTo>
                    <a:pt x="3822" y="386483"/>
                  </a:lnTo>
                  <a:lnTo>
                    <a:pt x="3822" y="386005"/>
                  </a:lnTo>
                  <a:lnTo>
                    <a:pt x="3822" y="385050"/>
                  </a:lnTo>
                  <a:lnTo>
                    <a:pt x="3822" y="385050"/>
                  </a:lnTo>
                  <a:lnTo>
                    <a:pt x="2866" y="384094"/>
                  </a:lnTo>
                  <a:lnTo>
                    <a:pt x="1911" y="382661"/>
                  </a:lnTo>
                  <a:lnTo>
                    <a:pt x="0" y="379795"/>
                  </a:lnTo>
                  <a:lnTo>
                    <a:pt x="478" y="378362"/>
                  </a:lnTo>
                  <a:lnTo>
                    <a:pt x="478" y="375973"/>
                  </a:lnTo>
                  <a:lnTo>
                    <a:pt x="478" y="374540"/>
                  </a:lnTo>
                  <a:lnTo>
                    <a:pt x="1911" y="374540"/>
                  </a:lnTo>
                  <a:lnTo>
                    <a:pt x="2389" y="374540"/>
                  </a:lnTo>
                  <a:lnTo>
                    <a:pt x="2866" y="374062"/>
                  </a:lnTo>
                  <a:lnTo>
                    <a:pt x="4300" y="373584"/>
                  </a:lnTo>
                  <a:lnTo>
                    <a:pt x="4300" y="373584"/>
                  </a:lnTo>
                  <a:lnTo>
                    <a:pt x="5255" y="372629"/>
                  </a:lnTo>
                  <a:lnTo>
                    <a:pt x="6211" y="371673"/>
                  </a:lnTo>
                  <a:lnTo>
                    <a:pt x="6211" y="371196"/>
                  </a:lnTo>
                  <a:lnTo>
                    <a:pt x="5733" y="368329"/>
                  </a:lnTo>
                  <a:lnTo>
                    <a:pt x="4777" y="367374"/>
                  </a:lnTo>
                  <a:lnTo>
                    <a:pt x="4777" y="366419"/>
                  </a:lnTo>
                  <a:lnTo>
                    <a:pt x="5255" y="365941"/>
                  </a:lnTo>
                  <a:lnTo>
                    <a:pt x="5733" y="364508"/>
                  </a:lnTo>
                  <a:lnTo>
                    <a:pt x="6688" y="362119"/>
                  </a:lnTo>
                  <a:lnTo>
                    <a:pt x="7644" y="360686"/>
                  </a:lnTo>
                  <a:lnTo>
                    <a:pt x="8122" y="360208"/>
                  </a:lnTo>
                  <a:lnTo>
                    <a:pt x="9555" y="360208"/>
                  </a:lnTo>
                  <a:lnTo>
                    <a:pt x="10032" y="359730"/>
                  </a:lnTo>
                  <a:lnTo>
                    <a:pt x="12899" y="359730"/>
                  </a:lnTo>
                  <a:lnTo>
                    <a:pt x="16243" y="358297"/>
                  </a:lnTo>
                  <a:lnTo>
                    <a:pt x="20065" y="355431"/>
                  </a:lnTo>
                  <a:lnTo>
                    <a:pt x="20065" y="355431"/>
                  </a:lnTo>
                  <a:lnTo>
                    <a:pt x="21498" y="354475"/>
                  </a:lnTo>
                  <a:lnTo>
                    <a:pt x="22931" y="353997"/>
                  </a:lnTo>
                  <a:lnTo>
                    <a:pt x="24364" y="353997"/>
                  </a:lnTo>
                  <a:lnTo>
                    <a:pt x="24364" y="353997"/>
                  </a:lnTo>
                  <a:lnTo>
                    <a:pt x="24842" y="353520"/>
                  </a:lnTo>
                  <a:lnTo>
                    <a:pt x="23886" y="351609"/>
                  </a:lnTo>
                  <a:lnTo>
                    <a:pt x="23886" y="350653"/>
                  </a:lnTo>
                  <a:lnTo>
                    <a:pt x="24364" y="350176"/>
                  </a:lnTo>
                  <a:lnTo>
                    <a:pt x="24842" y="350176"/>
                  </a:lnTo>
                  <a:lnTo>
                    <a:pt x="24842" y="350176"/>
                  </a:lnTo>
                  <a:lnTo>
                    <a:pt x="27709" y="351131"/>
                  </a:lnTo>
                  <a:lnTo>
                    <a:pt x="30097" y="351131"/>
                  </a:lnTo>
                  <a:lnTo>
                    <a:pt x="30575" y="350653"/>
                  </a:lnTo>
                  <a:lnTo>
                    <a:pt x="32486" y="350176"/>
                  </a:lnTo>
                  <a:lnTo>
                    <a:pt x="35830" y="348265"/>
                  </a:lnTo>
                  <a:lnTo>
                    <a:pt x="38218" y="346831"/>
                  </a:lnTo>
                  <a:lnTo>
                    <a:pt x="38696" y="346831"/>
                  </a:lnTo>
                  <a:lnTo>
                    <a:pt x="39174" y="347309"/>
                  </a:lnTo>
                  <a:lnTo>
                    <a:pt x="40129" y="349220"/>
                  </a:lnTo>
                  <a:lnTo>
                    <a:pt x="40607" y="353997"/>
                  </a:lnTo>
                  <a:lnTo>
                    <a:pt x="41085" y="354475"/>
                  </a:lnTo>
                  <a:lnTo>
                    <a:pt x="44907" y="354475"/>
                  </a:lnTo>
                  <a:lnTo>
                    <a:pt x="47773" y="353042"/>
                  </a:lnTo>
                  <a:lnTo>
                    <a:pt x="48729" y="352564"/>
                  </a:lnTo>
                  <a:lnTo>
                    <a:pt x="50639" y="353042"/>
                  </a:lnTo>
                  <a:lnTo>
                    <a:pt x="51117" y="352564"/>
                  </a:lnTo>
                  <a:lnTo>
                    <a:pt x="51595" y="352087"/>
                  </a:lnTo>
                  <a:lnTo>
                    <a:pt x="52073" y="352087"/>
                  </a:lnTo>
                  <a:lnTo>
                    <a:pt x="52550" y="351609"/>
                  </a:lnTo>
                  <a:lnTo>
                    <a:pt x="53984" y="353520"/>
                  </a:lnTo>
                  <a:lnTo>
                    <a:pt x="55416" y="352564"/>
                  </a:lnTo>
                  <a:lnTo>
                    <a:pt x="56850" y="351131"/>
                  </a:lnTo>
                  <a:lnTo>
                    <a:pt x="57805" y="349698"/>
                  </a:lnTo>
                  <a:lnTo>
                    <a:pt x="59239" y="347787"/>
                  </a:lnTo>
                  <a:lnTo>
                    <a:pt x="59716" y="345876"/>
                  </a:lnTo>
                  <a:lnTo>
                    <a:pt x="60194" y="343965"/>
                  </a:lnTo>
                  <a:lnTo>
                    <a:pt x="60672" y="343010"/>
                  </a:lnTo>
                  <a:lnTo>
                    <a:pt x="61627" y="342054"/>
                  </a:lnTo>
                  <a:lnTo>
                    <a:pt x="61627" y="342054"/>
                  </a:lnTo>
                  <a:lnTo>
                    <a:pt x="64016" y="338232"/>
                  </a:lnTo>
                  <a:lnTo>
                    <a:pt x="65449" y="337277"/>
                  </a:lnTo>
                  <a:lnTo>
                    <a:pt x="67360" y="336799"/>
                  </a:lnTo>
                  <a:lnTo>
                    <a:pt x="71182" y="337755"/>
                  </a:lnTo>
                  <a:lnTo>
                    <a:pt x="73093" y="337755"/>
                  </a:lnTo>
                  <a:lnTo>
                    <a:pt x="78825" y="338232"/>
                  </a:lnTo>
                  <a:lnTo>
                    <a:pt x="81692" y="337277"/>
                  </a:lnTo>
                  <a:lnTo>
                    <a:pt x="83603" y="336799"/>
                  </a:lnTo>
                  <a:lnTo>
                    <a:pt x="86469" y="336799"/>
                  </a:lnTo>
                  <a:lnTo>
                    <a:pt x="89813" y="336321"/>
                  </a:lnTo>
                  <a:lnTo>
                    <a:pt x="89813" y="335844"/>
                  </a:lnTo>
                  <a:lnTo>
                    <a:pt x="94113" y="331066"/>
                  </a:lnTo>
                  <a:lnTo>
                    <a:pt x="94113" y="330111"/>
                  </a:lnTo>
                  <a:lnTo>
                    <a:pt x="94591" y="329155"/>
                  </a:lnTo>
                  <a:lnTo>
                    <a:pt x="95546" y="328200"/>
                  </a:lnTo>
                  <a:lnTo>
                    <a:pt x="96024" y="327722"/>
                  </a:lnTo>
                  <a:lnTo>
                    <a:pt x="97935" y="326767"/>
                  </a:lnTo>
                  <a:lnTo>
                    <a:pt x="99368" y="325812"/>
                  </a:lnTo>
                  <a:lnTo>
                    <a:pt x="101757" y="324378"/>
                  </a:lnTo>
                  <a:lnTo>
                    <a:pt x="109878" y="320556"/>
                  </a:lnTo>
                  <a:lnTo>
                    <a:pt x="112744" y="319123"/>
                  </a:lnTo>
                  <a:lnTo>
                    <a:pt x="114177" y="319123"/>
                  </a:lnTo>
                  <a:lnTo>
                    <a:pt x="117044" y="318168"/>
                  </a:lnTo>
                  <a:lnTo>
                    <a:pt x="122299" y="316257"/>
                  </a:lnTo>
                  <a:lnTo>
                    <a:pt x="123732" y="313868"/>
                  </a:lnTo>
                  <a:lnTo>
                    <a:pt x="125165" y="313390"/>
                  </a:lnTo>
                  <a:lnTo>
                    <a:pt x="131376" y="312913"/>
                  </a:lnTo>
                  <a:lnTo>
                    <a:pt x="131376" y="312435"/>
                  </a:lnTo>
                  <a:lnTo>
                    <a:pt x="131853" y="312435"/>
                  </a:lnTo>
                  <a:lnTo>
                    <a:pt x="131376" y="310524"/>
                  </a:lnTo>
                  <a:lnTo>
                    <a:pt x="130898" y="309091"/>
                  </a:lnTo>
                  <a:lnTo>
                    <a:pt x="131376" y="308613"/>
                  </a:lnTo>
                  <a:lnTo>
                    <a:pt x="131853" y="308136"/>
                  </a:lnTo>
                  <a:lnTo>
                    <a:pt x="131853" y="307180"/>
                  </a:lnTo>
                  <a:lnTo>
                    <a:pt x="130898" y="303836"/>
                  </a:lnTo>
                  <a:lnTo>
                    <a:pt x="130420" y="300970"/>
                  </a:lnTo>
                  <a:lnTo>
                    <a:pt x="129943" y="298581"/>
                  </a:lnTo>
                  <a:lnTo>
                    <a:pt x="129943" y="297148"/>
                  </a:lnTo>
                  <a:lnTo>
                    <a:pt x="130898" y="295714"/>
                  </a:lnTo>
                  <a:lnTo>
                    <a:pt x="131853" y="294281"/>
                  </a:lnTo>
                  <a:lnTo>
                    <a:pt x="134242" y="293326"/>
                  </a:lnTo>
                  <a:lnTo>
                    <a:pt x="135198" y="292848"/>
                  </a:lnTo>
                  <a:lnTo>
                    <a:pt x="137586" y="292370"/>
                  </a:lnTo>
                  <a:lnTo>
                    <a:pt x="137586" y="291415"/>
                  </a:lnTo>
                  <a:lnTo>
                    <a:pt x="135675" y="290937"/>
                  </a:lnTo>
                  <a:lnTo>
                    <a:pt x="134242" y="289982"/>
                  </a:lnTo>
                  <a:lnTo>
                    <a:pt x="134242" y="289026"/>
                  </a:lnTo>
                  <a:lnTo>
                    <a:pt x="134242" y="288548"/>
                  </a:lnTo>
                  <a:lnTo>
                    <a:pt x="134720" y="288071"/>
                  </a:lnTo>
                  <a:lnTo>
                    <a:pt x="137109" y="287115"/>
                  </a:lnTo>
                  <a:lnTo>
                    <a:pt x="139019" y="286160"/>
                  </a:lnTo>
                  <a:lnTo>
                    <a:pt x="141886" y="286638"/>
                  </a:lnTo>
                  <a:lnTo>
                    <a:pt x="142364" y="286160"/>
                  </a:lnTo>
                  <a:lnTo>
                    <a:pt x="142364" y="285205"/>
                  </a:lnTo>
                  <a:lnTo>
                    <a:pt x="141886" y="284249"/>
                  </a:lnTo>
                  <a:lnTo>
                    <a:pt x="141408" y="282338"/>
                  </a:lnTo>
                  <a:lnTo>
                    <a:pt x="139975" y="281382"/>
                  </a:lnTo>
                  <a:lnTo>
                    <a:pt x="139975" y="280427"/>
                  </a:lnTo>
                  <a:lnTo>
                    <a:pt x="140930" y="278516"/>
                  </a:lnTo>
                  <a:lnTo>
                    <a:pt x="139975" y="275172"/>
                  </a:lnTo>
                  <a:lnTo>
                    <a:pt x="138542" y="272306"/>
                  </a:lnTo>
                  <a:lnTo>
                    <a:pt x="136631" y="267051"/>
                  </a:lnTo>
                  <a:lnTo>
                    <a:pt x="135198" y="265140"/>
                  </a:lnTo>
                  <a:lnTo>
                    <a:pt x="134720" y="262751"/>
                  </a:lnTo>
                  <a:lnTo>
                    <a:pt x="133764" y="261796"/>
                  </a:lnTo>
                  <a:lnTo>
                    <a:pt x="133764" y="259885"/>
                  </a:lnTo>
                  <a:lnTo>
                    <a:pt x="134242" y="258452"/>
                  </a:lnTo>
                  <a:lnTo>
                    <a:pt x="134242" y="258452"/>
                  </a:lnTo>
                  <a:lnTo>
                    <a:pt x="133764" y="256063"/>
                  </a:lnTo>
                  <a:lnTo>
                    <a:pt x="133764" y="253197"/>
                  </a:lnTo>
                  <a:lnTo>
                    <a:pt x="133764" y="250330"/>
                  </a:lnTo>
                  <a:lnTo>
                    <a:pt x="134720" y="248419"/>
                  </a:lnTo>
                  <a:lnTo>
                    <a:pt x="134242" y="247464"/>
                  </a:lnTo>
                  <a:lnTo>
                    <a:pt x="134720" y="246986"/>
                  </a:lnTo>
                  <a:lnTo>
                    <a:pt x="134720" y="246986"/>
                  </a:lnTo>
                  <a:lnTo>
                    <a:pt x="135675" y="246986"/>
                  </a:lnTo>
                  <a:lnTo>
                    <a:pt x="135675" y="246986"/>
                  </a:lnTo>
                  <a:lnTo>
                    <a:pt x="136631" y="246031"/>
                  </a:lnTo>
                  <a:lnTo>
                    <a:pt x="135675" y="245075"/>
                  </a:lnTo>
                  <a:lnTo>
                    <a:pt x="134242" y="244598"/>
                  </a:lnTo>
                  <a:lnTo>
                    <a:pt x="131853" y="243642"/>
                  </a:lnTo>
                  <a:lnTo>
                    <a:pt x="129465" y="243642"/>
                  </a:lnTo>
                  <a:lnTo>
                    <a:pt x="126598" y="244120"/>
                  </a:lnTo>
                  <a:lnTo>
                    <a:pt x="125643" y="243164"/>
                  </a:lnTo>
                  <a:lnTo>
                    <a:pt x="124210" y="242209"/>
                  </a:lnTo>
                  <a:lnTo>
                    <a:pt x="124210" y="241731"/>
                  </a:lnTo>
                  <a:lnTo>
                    <a:pt x="126121" y="240298"/>
                  </a:lnTo>
                  <a:lnTo>
                    <a:pt x="128032" y="238387"/>
                  </a:lnTo>
                  <a:lnTo>
                    <a:pt x="131376" y="237909"/>
                  </a:lnTo>
                  <a:lnTo>
                    <a:pt x="135198" y="236954"/>
                  </a:lnTo>
                  <a:lnTo>
                    <a:pt x="137109" y="235998"/>
                  </a:lnTo>
                  <a:lnTo>
                    <a:pt x="139497" y="235521"/>
                  </a:lnTo>
                  <a:lnTo>
                    <a:pt x="142364" y="235043"/>
                  </a:lnTo>
                  <a:lnTo>
                    <a:pt x="143796" y="235521"/>
                  </a:lnTo>
                  <a:lnTo>
                    <a:pt x="147619" y="234565"/>
                  </a:lnTo>
                  <a:lnTo>
                    <a:pt x="153351" y="232176"/>
                  </a:lnTo>
                  <a:lnTo>
                    <a:pt x="158607" y="230743"/>
                  </a:lnTo>
                  <a:lnTo>
                    <a:pt x="160517" y="229788"/>
                  </a:lnTo>
                  <a:lnTo>
                    <a:pt x="161950" y="230743"/>
                  </a:lnTo>
                  <a:lnTo>
                    <a:pt x="162428" y="232654"/>
                  </a:lnTo>
                  <a:lnTo>
                    <a:pt x="163861" y="234087"/>
                  </a:lnTo>
                  <a:lnTo>
                    <a:pt x="165294" y="234565"/>
                  </a:lnTo>
                  <a:lnTo>
                    <a:pt x="166250" y="234565"/>
                  </a:lnTo>
                  <a:lnTo>
                    <a:pt x="169116" y="233610"/>
                  </a:lnTo>
                  <a:lnTo>
                    <a:pt x="171983" y="233132"/>
                  </a:lnTo>
                  <a:lnTo>
                    <a:pt x="172938" y="233610"/>
                  </a:lnTo>
                  <a:lnTo>
                    <a:pt x="174371" y="234565"/>
                  </a:lnTo>
                  <a:lnTo>
                    <a:pt x="175805" y="235521"/>
                  </a:lnTo>
                  <a:lnTo>
                    <a:pt x="176760" y="235521"/>
                  </a:lnTo>
                  <a:lnTo>
                    <a:pt x="177716" y="234565"/>
                  </a:lnTo>
                  <a:lnTo>
                    <a:pt x="178193" y="233132"/>
                  </a:lnTo>
                  <a:lnTo>
                    <a:pt x="178671" y="231221"/>
                  </a:lnTo>
                  <a:lnTo>
                    <a:pt x="179149" y="228832"/>
                  </a:lnTo>
                  <a:lnTo>
                    <a:pt x="178671" y="227877"/>
                  </a:lnTo>
                  <a:lnTo>
                    <a:pt x="178193" y="227399"/>
                  </a:lnTo>
                  <a:lnTo>
                    <a:pt x="175327" y="226444"/>
                  </a:lnTo>
                  <a:lnTo>
                    <a:pt x="172938" y="225488"/>
                  </a:lnTo>
                  <a:lnTo>
                    <a:pt x="172460" y="224055"/>
                  </a:lnTo>
                  <a:lnTo>
                    <a:pt x="172938" y="223577"/>
                  </a:lnTo>
                  <a:lnTo>
                    <a:pt x="173416" y="221189"/>
                  </a:lnTo>
                  <a:lnTo>
                    <a:pt x="174849" y="217845"/>
                  </a:lnTo>
                  <a:lnTo>
                    <a:pt x="176760" y="212590"/>
                  </a:lnTo>
                  <a:lnTo>
                    <a:pt x="177716" y="208768"/>
                  </a:lnTo>
                  <a:lnTo>
                    <a:pt x="180104" y="202557"/>
                  </a:lnTo>
                  <a:lnTo>
                    <a:pt x="182493" y="196347"/>
                  </a:lnTo>
                  <a:lnTo>
                    <a:pt x="185837" y="187270"/>
                  </a:lnTo>
                  <a:lnTo>
                    <a:pt x="186314" y="185359"/>
                  </a:lnTo>
                  <a:lnTo>
                    <a:pt x="186792" y="182493"/>
                  </a:lnTo>
                  <a:lnTo>
                    <a:pt x="186792" y="181537"/>
                  </a:lnTo>
                  <a:lnTo>
                    <a:pt x="188226" y="181059"/>
                  </a:lnTo>
                  <a:lnTo>
                    <a:pt x="190137" y="181537"/>
                  </a:lnTo>
                  <a:lnTo>
                    <a:pt x="194914" y="183448"/>
                  </a:lnTo>
                  <a:lnTo>
                    <a:pt x="198735" y="185359"/>
                  </a:lnTo>
                  <a:lnTo>
                    <a:pt x="200646" y="185837"/>
                  </a:lnTo>
                  <a:lnTo>
                    <a:pt x="203035" y="186314"/>
                  </a:lnTo>
                  <a:lnTo>
                    <a:pt x="206379" y="187270"/>
                  </a:lnTo>
                  <a:lnTo>
                    <a:pt x="208768" y="187270"/>
                  </a:lnTo>
                  <a:lnTo>
                    <a:pt x="210679" y="186792"/>
                  </a:lnTo>
                  <a:lnTo>
                    <a:pt x="213067" y="186792"/>
                  </a:lnTo>
                  <a:lnTo>
                    <a:pt x="216889" y="187270"/>
                  </a:lnTo>
                  <a:lnTo>
                    <a:pt x="217845" y="187270"/>
                  </a:lnTo>
                  <a:lnTo>
                    <a:pt x="219278" y="187270"/>
                  </a:lnTo>
                  <a:lnTo>
                    <a:pt x="220233" y="188225"/>
                  </a:lnTo>
                  <a:lnTo>
                    <a:pt x="221189" y="190136"/>
                  </a:lnTo>
                  <a:lnTo>
                    <a:pt x="221667" y="191092"/>
                  </a:lnTo>
                  <a:lnTo>
                    <a:pt x="223100" y="190614"/>
                  </a:lnTo>
                  <a:lnTo>
                    <a:pt x="226444" y="188703"/>
                  </a:lnTo>
                  <a:lnTo>
                    <a:pt x="228355" y="187748"/>
                  </a:lnTo>
                  <a:lnTo>
                    <a:pt x="230744" y="185359"/>
                  </a:lnTo>
                  <a:lnTo>
                    <a:pt x="233132" y="185359"/>
                  </a:lnTo>
                  <a:lnTo>
                    <a:pt x="235521" y="184881"/>
                  </a:lnTo>
                  <a:lnTo>
                    <a:pt x="236476" y="183926"/>
                  </a:lnTo>
                  <a:lnTo>
                    <a:pt x="237432" y="181537"/>
                  </a:lnTo>
                  <a:lnTo>
                    <a:pt x="238865" y="179626"/>
                  </a:lnTo>
                  <a:lnTo>
                    <a:pt x="239342" y="177238"/>
                  </a:lnTo>
                  <a:lnTo>
                    <a:pt x="238865" y="175804"/>
                  </a:lnTo>
                  <a:lnTo>
                    <a:pt x="237432" y="173416"/>
                  </a:lnTo>
                  <a:lnTo>
                    <a:pt x="237909" y="171505"/>
                  </a:lnTo>
                  <a:lnTo>
                    <a:pt x="236954" y="166728"/>
                  </a:lnTo>
                  <a:lnTo>
                    <a:pt x="236476" y="161950"/>
                  </a:lnTo>
                  <a:lnTo>
                    <a:pt x="237432" y="158128"/>
                  </a:lnTo>
                  <a:lnTo>
                    <a:pt x="238387" y="154307"/>
                  </a:lnTo>
                  <a:lnTo>
                    <a:pt x="238865" y="152873"/>
                  </a:lnTo>
                  <a:lnTo>
                    <a:pt x="239821" y="150962"/>
                  </a:lnTo>
                  <a:lnTo>
                    <a:pt x="240776" y="149052"/>
                  </a:lnTo>
                  <a:lnTo>
                    <a:pt x="242687" y="148574"/>
                  </a:lnTo>
                  <a:lnTo>
                    <a:pt x="246986" y="148096"/>
                  </a:lnTo>
                  <a:lnTo>
                    <a:pt x="251286" y="147141"/>
                  </a:lnTo>
                  <a:lnTo>
                    <a:pt x="253197" y="146185"/>
                  </a:lnTo>
                  <a:lnTo>
                    <a:pt x="255585" y="145707"/>
                  </a:lnTo>
                  <a:lnTo>
                    <a:pt x="256541" y="145230"/>
                  </a:lnTo>
                  <a:lnTo>
                    <a:pt x="258930" y="142363"/>
                  </a:lnTo>
                  <a:lnTo>
                    <a:pt x="259885" y="140452"/>
                  </a:lnTo>
                  <a:lnTo>
                    <a:pt x="260840" y="136153"/>
                  </a:lnTo>
                  <a:lnTo>
                    <a:pt x="260363" y="133764"/>
                  </a:lnTo>
                  <a:lnTo>
                    <a:pt x="260840" y="131853"/>
                  </a:lnTo>
                  <a:lnTo>
                    <a:pt x="261796" y="130898"/>
                  </a:lnTo>
                  <a:lnTo>
                    <a:pt x="263229" y="129942"/>
                  </a:lnTo>
                  <a:lnTo>
                    <a:pt x="264662" y="129465"/>
                  </a:lnTo>
                  <a:lnTo>
                    <a:pt x="266573" y="128987"/>
                  </a:lnTo>
                  <a:lnTo>
                    <a:pt x="270395" y="129465"/>
                  </a:lnTo>
                  <a:lnTo>
                    <a:pt x="271828" y="129942"/>
                  </a:lnTo>
                  <a:lnTo>
                    <a:pt x="271828" y="129942"/>
                  </a:lnTo>
                  <a:lnTo>
                    <a:pt x="272306" y="129942"/>
                  </a:lnTo>
                  <a:lnTo>
                    <a:pt x="273739" y="129942"/>
                  </a:lnTo>
                  <a:lnTo>
                    <a:pt x="273739" y="129942"/>
                  </a:lnTo>
                  <a:lnTo>
                    <a:pt x="274217" y="129942"/>
                  </a:lnTo>
                  <a:lnTo>
                    <a:pt x="275172" y="129942"/>
                  </a:lnTo>
                  <a:lnTo>
                    <a:pt x="276128" y="128987"/>
                  </a:lnTo>
                  <a:lnTo>
                    <a:pt x="277083" y="128509"/>
                  </a:lnTo>
                  <a:lnTo>
                    <a:pt x="278994" y="128031"/>
                  </a:lnTo>
                  <a:lnTo>
                    <a:pt x="280905" y="127554"/>
                  </a:lnTo>
                  <a:lnTo>
                    <a:pt x="281860" y="127554"/>
                  </a:lnTo>
                  <a:lnTo>
                    <a:pt x="281860" y="128031"/>
                  </a:lnTo>
                  <a:lnTo>
                    <a:pt x="281860" y="128031"/>
                  </a:lnTo>
                  <a:lnTo>
                    <a:pt x="281860" y="128987"/>
                  </a:lnTo>
                  <a:lnTo>
                    <a:pt x="281860" y="129942"/>
                  </a:lnTo>
                  <a:lnTo>
                    <a:pt x="282338" y="131376"/>
                  </a:lnTo>
                  <a:lnTo>
                    <a:pt x="282816" y="132331"/>
                  </a:lnTo>
                  <a:lnTo>
                    <a:pt x="282816" y="133286"/>
                  </a:lnTo>
                  <a:lnTo>
                    <a:pt x="281860" y="133764"/>
                  </a:lnTo>
                  <a:lnTo>
                    <a:pt x="280905" y="134720"/>
                  </a:lnTo>
                  <a:lnTo>
                    <a:pt x="280428" y="135675"/>
                  </a:lnTo>
                  <a:lnTo>
                    <a:pt x="281860" y="136631"/>
                  </a:lnTo>
                  <a:lnTo>
                    <a:pt x="282338" y="138064"/>
                  </a:lnTo>
                  <a:lnTo>
                    <a:pt x="284249" y="138542"/>
                  </a:lnTo>
                  <a:lnTo>
                    <a:pt x="286160" y="139497"/>
                  </a:lnTo>
                  <a:lnTo>
                    <a:pt x="286638" y="140452"/>
                  </a:lnTo>
                  <a:lnTo>
                    <a:pt x="286638" y="141408"/>
                  </a:lnTo>
                  <a:lnTo>
                    <a:pt x="285682" y="142363"/>
                  </a:lnTo>
                  <a:lnTo>
                    <a:pt x="285205" y="143319"/>
                  </a:lnTo>
                  <a:lnTo>
                    <a:pt x="284727" y="143796"/>
                  </a:lnTo>
                  <a:lnTo>
                    <a:pt x="285205" y="144752"/>
                  </a:lnTo>
                  <a:lnTo>
                    <a:pt x="285205" y="144752"/>
                  </a:lnTo>
                  <a:lnTo>
                    <a:pt x="286638" y="144752"/>
                  </a:lnTo>
                  <a:lnTo>
                    <a:pt x="288549" y="145707"/>
                  </a:lnTo>
                  <a:lnTo>
                    <a:pt x="291893" y="146663"/>
                  </a:lnTo>
                  <a:lnTo>
                    <a:pt x="293804" y="148574"/>
                  </a:lnTo>
                  <a:lnTo>
                    <a:pt x="295715" y="149052"/>
                  </a:lnTo>
                  <a:lnTo>
                    <a:pt x="296670" y="150962"/>
                  </a:lnTo>
                  <a:lnTo>
                    <a:pt x="297148" y="153829"/>
                  </a:lnTo>
                  <a:lnTo>
                    <a:pt x="299059" y="154784"/>
                  </a:lnTo>
                  <a:lnTo>
                    <a:pt x="301925" y="156695"/>
                  </a:lnTo>
                  <a:lnTo>
                    <a:pt x="303836" y="157173"/>
                  </a:lnTo>
                  <a:lnTo>
                    <a:pt x="304792" y="158128"/>
                  </a:lnTo>
                  <a:lnTo>
                    <a:pt x="306224" y="159562"/>
                  </a:lnTo>
                  <a:lnTo>
                    <a:pt x="307658" y="160039"/>
                  </a:lnTo>
                  <a:lnTo>
                    <a:pt x="309091" y="160039"/>
                  </a:lnTo>
                  <a:lnTo>
                    <a:pt x="311958" y="159084"/>
                  </a:lnTo>
                  <a:lnTo>
                    <a:pt x="314824" y="159084"/>
                  </a:lnTo>
                  <a:lnTo>
                    <a:pt x="316735" y="159562"/>
                  </a:lnTo>
                  <a:lnTo>
                    <a:pt x="318168" y="161950"/>
                  </a:lnTo>
                  <a:lnTo>
                    <a:pt x="319124" y="162906"/>
                  </a:lnTo>
                  <a:lnTo>
                    <a:pt x="319601" y="163861"/>
                  </a:lnTo>
                  <a:lnTo>
                    <a:pt x="320556" y="164339"/>
                  </a:lnTo>
                  <a:lnTo>
                    <a:pt x="321990" y="164339"/>
                  </a:lnTo>
                  <a:lnTo>
                    <a:pt x="323423" y="163861"/>
                  </a:lnTo>
                  <a:lnTo>
                    <a:pt x="323423" y="163861"/>
                  </a:lnTo>
                  <a:lnTo>
                    <a:pt x="324378" y="162906"/>
                  </a:lnTo>
                  <a:lnTo>
                    <a:pt x="325812" y="162906"/>
                  </a:lnTo>
                  <a:lnTo>
                    <a:pt x="326289" y="163861"/>
                  </a:lnTo>
                  <a:lnTo>
                    <a:pt x="326289" y="164817"/>
                  </a:lnTo>
                  <a:lnTo>
                    <a:pt x="327245" y="166728"/>
                  </a:lnTo>
                  <a:lnTo>
                    <a:pt x="327245" y="166728"/>
                  </a:lnTo>
                  <a:lnTo>
                    <a:pt x="329156" y="167683"/>
                  </a:lnTo>
                  <a:lnTo>
                    <a:pt x="331544" y="168161"/>
                  </a:lnTo>
                  <a:lnTo>
                    <a:pt x="331544" y="169116"/>
                  </a:lnTo>
                  <a:lnTo>
                    <a:pt x="332022" y="170549"/>
                  </a:lnTo>
                  <a:lnTo>
                    <a:pt x="332978" y="171505"/>
                  </a:lnTo>
                  <a:lnTo>
                    <a:pt x="332978" y="171505"/>
                  </a:lnTo>
                  <a:lnTo>
                    <a:pt x="333455" y="172938"/>
                  </a:lnTo>
                  <a:lnTo>
                    <a:pt x="334411" y="175327"/>
                  </a:lnTo>
                  <a:lnTo>
                    <a:pt x="334888" y="177715"/>
                  </a:lnTo>
                  <a:lnTo>
                    <a:pt x="334888" y="178671"/>
                  </a:lnTo>
                  <a:lnTo>
                    <a:pt x="336322" y="180582"/>
                  </a:lnTo>
                  <a:lnTo>
                    <a:pt x="337755" y="183926"/>
                  </a:lnTo>
                  <a:lnTo>
                    <a:pt x="339188" y="186314"/>
                  </a:lnTo>
                  <a:lnTo>
                    <a:pt x="341099" y="186792"/>
                  </a:lnTo>
                  <a:lnTo>
                    <a:pt x="341099" y="186792"/>
                  </a:lnTo>
                  <a:lnTo>
                    <a:pt x="342532" y="187748"/>
                  </a:lnTo>
                  <a:lnTo>
                    <a:pt x="343488" y="189659"/>
                  </a:lnTo>
                  <a:lnTo>
                    <a:pt x="344921" y="193003"/>
                  </a:lnTo>
                  <a:lnTo>
                    <a:pt x="344921" y="195391"/>
                  </a:lnTo>
                  <a:lnTo>
                    <a:pt x="344921" y="197302"/>
                  </a:lnTo>
                  <a:lnTo>
                    <a:pt x="345399" y="197780"/>
                  </a:lnTo>
                  <a:lnTo>
                    <a:pt x="345876" y="198735"/>
                  </a:lnTo>
                  <a:lnTo>
                    <a:pt x="344443" y="202557"/>
                  </a:lnTo>
                  <a:lnTo>
                    <a:pt x="343488" y="204468"/>
                  </a:lnTo>
                  <a:lnTo>
                    <a:pt x="343488" y="204468"/>
                  </a:lnTo>
                  <a:lnTo>
                    <a:pt x="343488" y="205424"/>
                  </a:lnTo>
                  <a:lnTo>
                    <a:pt x="343488" y="205901"/>
                  </a:lnTo>
                  <a:lnTo>
                    <a:pt x="343965" y="208290"/>
                  </a:lnTo>
                  <a:lnTo>
                    <a:pt x="344921" y="210201"/>
                  </a:lnTo>
                  <a:lnTo>
                    <a:pt x="344921" y="212112"/>
                  </a:lnTo>
                  <a:lnTo>
                    <a:pt x="344443" y="213067"/>
                  </a:lnTo>
                  <a:lnTo>
                    <a:pt x="342532" y="214978"/>
                  </a:lnTo>
                  <a:lnTo>
                    <a:pt x="342054" y="215934"/>
                  </a:lnTo>
                  <a:lnTo>
                    <a:pt x="342054" y="215934"/>
                  </a:lnTo>
                  <a:lnTo>
                    <a:pt x="341099" y="216889"/>
                  </a:lnTo>
                  <a:lnTo>
                    <a:pt x="339188" y="219756"/>
                  </a:lnTo>
                  <a:lnTo>
                    <a:pt x="338710" y="223577"/>
                  </a:lnTo>
                  <a:lnTo>
                    <a:pt x="338233" y="225010"/>
                  </a:lnTo>
                  <a:lnTo>
                    <a:pt x="338710" y="226444"/>
                  </a:lnTo>
                  <a:lnTo>
                    <a:pt x="340144" y="227877"/>
                  </a:lnTo>
                  <a:lnTo>
                    <a:pt x="340144" y="229310"/>
                  </a:lnTo>
                  <a:lnTo>
                    <a:pt x="342054" y="232176"/>
                  </a:lnTo>
                  <a:lnTo>
                    <a:pt x="342532" y="233610"/>
                  </a:lnTo>
                  <a:lnTo>
                    <a:pt x="342532" y="233610"/>
                  </a:lnTo>
                  <a:lnTo>
                    <a:pt x="343488" y="233610"/>
                  </a:lnTo>
                  <a:lnTo>
                    <a:pt x="343965" y="233132"/>
                  </a:lnTo>
                  <a:lnTo>
                    <a:pt x="345876" y="233132"/>
                  </a:lnTo>
                  <a:lnTo>
                    <a:pt x="347787" y="233610"/>
                  </a:lnTo>
                  <a:lnTo>
                    <a:pt x="349220" y="235043"/>
                  </a:lnTo>
                  <a:lnTo>
                    <a:pt x="351131" y="235521"/>
                  </a:lnTo>
                  <a:lnTo>
                    <a:pt x="353997" y="235521"/>
                  </a:lnTo>
                  <a:lnTo>
                    <a:pt x="354953" y="235998"/>
                  </a:lnTo>
                  <a:lnTo>
                    <a:pt x="354953" y="235998"/>
                  </a:lnTo>
                  <a:lnTo>
                    <a:pt x="356386" y="236954"/>
                  </a:lnTo>
                  <a:lnTo>
                    <a:pt x="359731" y="236954"/>
                  </a:lnTo>
                  <a:lnTo>
                    <a:pt x="362119" y="236954"/>
                  </a:lnTo>
                  <a:lnTo>
                    <a:pt x="365463" y="236954"/>
                  </a:lnTo>
                  <a:lnTo>
                    <a:pt x="368329" y="237909"/>
                  </a:lnTo>
                  <a:lnTo>
                    <a:pt x="373107" y="238387"/>
                  </a:lnTo>
                  <a:lnTo>
                    <a:pt x="373107" y="238387"/>
                  </a:lnTo>
                  <a:lnTo>
                    <a:pt x="376451" y="238387"/>
                  </a:lnTo>
                  <a:lnTo>
                    <a:pt x="380273" y="237909"/>
                  </a:lnTo>
                  <a:lnTo>
                    <a:pt x="383139" y="238387"/>
                  </a:lnTo>
                  <a:lnTo>
                    <a:pt x="390305" y="239342"/>
                  </a:lnTo>
                  <a:lnTo>
                    <a:pt x="395083" y="240298"/>
                  </a:lnTo>
                  <a:lnTo>
                    <a:pt x="397471" y="241253"/>
                  </a:lnTo>
                  <a:lnTo>
                    <a:pt x="399860" y="243164"/>
                  </a:lnTo>
                  <a:lnTo>
                    <a:pt x="401770" y="245553"/>
                  </a:lnTo>
                  <a:lnTo>
                    <a:pt x="403681" y="246986"/>
                  </a:lnTo>
                  <a:lnTo>
                    <a:pt x="408459" y="247941"/>
                  </a:lnTo>
                  <a:lnTo>
                    <a:pt x="411803" y="250808"/>
                  </a:lnTo>
                  <a:lnTo>
                    <a:pt x="414192" y="252241"/>
                  </a:lnTo>
                  <a:lnTo>
                    <a:pt x="418491" y="255107"/>
                  </a:lnTo>
                  <a:lnTo>
                    <a:pt x="421835" y="256541"/>
                  </a:lnTo>
                  <a:lnTo>
                    <a:pt x="425179" y="257496"/>
                  </a:lnTo>
                  <a:lnTo>
                    <a:pt x="425657" y="257496"/>
                  </a:lnTo>
                  <a:lnTo>
                    <a:pt x="431390" y="257018"/>
                  </a:lnTo>
                  <a:lnTo>
                    <a:pt x="431390" y="257496"/>
                  </a:lnTo>
                  <a:lnTo>
                    <a:pt x="431390" y="259407"/>
                  </a:lnTo>
                  <a:lnTo>
                    <a:pt x="430912" y="261318"/>
                  </a:lnTo>
                  <a:lnTo>
                    <a:pt x="430912" y="261318"/>
                  </a:lnTo>
                  <a:lnTo>
                    <a:pt x="430912" y="263229"/>
                  </a:lnTo>
                  <a:lnTo>
                    <a:pt x="431390" y="264184"/>
                  </a:lnTo>
                  <a:lnTo>
                    <a:pt x="431390" y="264184"/>
                  </a:lnTo>
                  <a:lnTo>
                    <a:pt x="433779" y="264662"/>
                  </a:lnTo>
                  <a:lnTo>
                    <a:pt x="434734" y="265140"/>
                  </a:lnTo>
                  <a:lnTo>
                    <a:pt x="435690" y="267051"/>
                  </a:lnTo>
                  <a:lnTo>
                    <a:pt x="436167" y="268006"/>
                  </a:lnTo>
                  <a:lnTo>
                    <a:pt x="438078" y="272783"/>
                  </a:lnTo>
                  <a:lnTo>
                    <a:pt x="440945" y="279472"/>
                  </a:lnTo>
                  <a:lnTo>
                    <a:pt x="441422" y="282338"/>
                  </a:lnTo>
                  <a:lnTo>
                    <a:pt x="442377" y="283771"/>
                  </a:lnTo>
                  <a:lnTo>
                    <a:pt x="445722" y="286638"/>
                  </a:lnTo>
                  <a:lnTo>
                    <a:pt x="447633" y="288548"/>
                  </a:lnTo>
                  <a:lnTo>
                    <a:pt x="447633" y="288548"/>
                  </a:lnTo>
                  <a:lnTo>
                    <a:pt x="450021" y="290937"/>
                  </a:lnTo>
                  <a:lnTo>
                    <a:pt x="450977" y="292848"/>
                  </a:lnTo>
                  <a:lnTo>
                    <a:pt x="450977" y="295237"/>
                  </a:lnTo>
                  <a:lnTo>
                    <a:pt x="451932" y="296192"/>
                  </a:lnTo>
                  <a:lnTo>
                    <a:pt x="452410" y="296192"/>
                  </a:lnTo>
                  <a:lnTo>
                    <a:pt x="456709" y="295237"/>
                  </a:lnTo>
                  <a:lnTo>
                    <a:pt x="460531" y="295237"/>
                  </a:lnTo>
                  <a:lnTo>
                    <a:pt x="460531" y="295237"/>
                  </a:lnTo>
                  <a:lnTo>
                    <a:pt x="468175" y="294281"/>
                  </a:lnTo>
                  <a:lnTo>
                    <a:pt x="478207" y="295714"/>
                  </a:lnTo>
                  <a:lnTo>
                    <a:pt x="478207" y="295714"/>
                  </a:lnTo>
                  <a:lnTo>
                    <a:pt x="488717" y="297148"/>
                  </a:lnTo>
                  <a:lnTo>
                    <a:pt x="498272" y="298103"/>
                  </a:lnTo>
                  <a:lnTo>
                    <a:pt x="502572" y="298581"/>
                  </a:lnTo>
                  <a:lnTo>
                    <a:pt x="513082" y="300014"/>
                  </a:lnTo>
                  <a:lnTo>
                    <a:pt x="517381" y="298581"/>
                  </a:lnTo>
                  <a:lnTo>
                    <a:pt x="518814" y="298103"/>
                  </a:lnTo>
                  <a:lnTo>
                    <a:pt x="523114" y="297148"/>
                  </a:lnTo>
                  <a:lnTo>
                    <a:pt x="525025" y="297148"/>
                  </a:lnTo>
                  <a:lnTo>
                    <a:pt x="533624" y="298581"/>
                  </a:lnTo>
                  <a:lnTo>
                    <a:pt x="538879" y="299059"/>
                  </a:lnTo>
                  <a:lnTo>
                    <a:pt x="545089" y="300014"/>
                  </a:lnTo>
                  <a:lnTo>
                    <a:pt x="549389" y="300492"/>
                  </a:lnTo>
                  <a:lnTo>
                    <a:pt x="553211" y="300492"/>
                  </a:lnTo>
                  <a:lnTo>
                    <a:pt x="554644" y="300970"/>
                  </a:lnTo>
                  <a:lnTo>
                    <a:pt x="556555" y="301447"/>
                  </a:lnTo>
                  <a:lnTo>
                    <a:pt x="557511" y="302403"/>
                  </a:lnTo>
                  <a:lnTo>
                    <a:pt x="560854" y="306702"/>
                  </a:lnTo>
                  <a:lnTo>
                    <a:pt x="562766" y="308613"/>
                  </a:lnTo>
                  <a:lnTo>
                    <a:pt x="566109" y="309569"/>
                  </a:lnTo>
                  <a:lnTo>
                    <a:pt x="574709" y="311480"/>
                  </a:lnTo>
                  <a:lnTo>
                    <a:pt x="579008" y="312435"/>
                  </a:lnTo>
                  <a:lnTo>
                    <a:pt x="584263" y="313390"/>
                  </a:lnTo>
                  <a:lnTo>
                    <a:pt x="588085" y="315301"/>
                  </a:lnTo>
                  <a:lnTo>
                    <a:pt x="591907" y="317212"/>
                  </a:lnTo>
                  <a:lnTo>
                    <a:pt x="597162" y="319601"/>
                  </a:lnTo>
                  <a:lnTo>
                    <a:pt x="601939" y="318646"/>
                  </a:lnTo>
                  <a:lnTo>
                    <a:pt x="602895" y="318646"/>
                  </a:lnTo>
                  <a:lnTo>
                    <a:pt x="603850" y="318646"/>
                  </a:lnTo>
                  <a:lnTo>
                    <a:pt x="609105" y="317690"/>
                  </a:lnTo>
                  <a:lnTo>
                    <a:pt x="612927" y="316735"/>
                  </a:lnTo>
                  <a:lnTo>
                    <a:pt x="612927" y="321989"/>
                  </a:lnTo>
                  <a:lnTo>
                    <a:pt x="612927" y="321989"/>
                  </a:lnTo>
                  <a:lnTo>
                    <a:pt x="618182" y="322467"/>
                  </a:lnTo>
                  <a:lnTo>
                    <a:pt x="620093" y="322467"/>
                  </a:lnTo>
                  <a:lnTo>
                    <a:pt x="622482" y="323423"/>
                  </a:lnTo>
                  <a:lnTo>
                    <a:pt x="623915" y="322945"/>
                  </a:lnTo>
                  <a:lnTo>
                    <a:pt x="624870" y="321989"/>
                  </a:lnTo>
                  <a:lnTo>
                    <a:pt x="624870" y="321989"/>
                  </a:lnTo>
                  <a:lnTo>
                    <a:pt x="625826" y="321034"/>
                  </a:lnTo>
                  <a:lnTo>
                    <a:pt x="626781" y="320079"/>
                  </a:lnTo>
                  <a:lnTo>
                    <a:pt x="628692" y="319123"/>
                  </a:lnTo>
                  <a:lnTo>
                    <a:pt x="632992" y="317212"/>
                  </a:lnTo>
                  <a:lnTo>
                    <a:pt x="633947" y="316735"/>
                  </a:lnTo>
                  <a:lnTo>
                    <a:pt x="639680" y="313868"/>
                  </a:lnTo>
                  <a:lnTo>
                    <a:pt x="646368" y="311480"/>
                  </a:lnTo>
                  <a:lnTo>
                    <a:pt x="648757" y="310046"/>
                  </a:lnTo>
                  <a:lnTo>
                    <a:pt x="652578" y="308613"/>
                  </a:lnTo>
                  <a:lnTo>
                    <a:pt x="654012" y="308136"/>
                  </a:lnTo>
                  <a:lnTo>
                    <a:pt x="656400" y="307180"/>
                  </a:lnTo>
                  <a:lnTo>
                    <a:pt x="657834" y="306702"/>
                  </a:lnTo>
                  <a:lnTo>
                    <a:pt x="660222" y="306224"/>
                  </a:lnTo>
                  <a:lnTo>
                    <a:pt x="664044" y="305747"/>
                  </a:lnTo>
                  <a:lnTo>
                    <a:pt x="668344" y="305269"/>
                  </a:lnTo>
                  <a:lnTo>
                    <a:pt x="669299" y="304791"/>
                  </a:lnTo>
                  <a:lnTo>
                    <a:pt x="676943" y="303836"/>
                  </a:lnTo>
                  <a:lnTo>
                    <a:pt x="678376" y="303836"/>
                  </a:lnTo>
                  <a:lnTo>
                    <a:pt x="683631" y="303358"/>
                  </a:lnTo>
                  <a:lnTo>
                    <a:pt x="685542" y="302880"/>
                  </a:lnTo>
                  <a:lnTo>
                    <a:pt x="688886" y="302880"/>
                  </a:lnTo>
                  <a:lnTo>
                    <a:pt x="693185" y="303358"/>
                  </a:lnTo>
                  <a:lnTo>
                    <a:pt x="695574" y="303358"/>
                  </a:lnTo>
                  <a:lnTo>
                    <a:pt x="699396" y="303358"/>
                  </a:lnTo>
                  <a:lnTo>
                    <a:pt x="704651" y="302880"/>
                  </a:lnTo>
                  <a:lnTo>
                    <a:pt x="708473" y="302880"/>
                  </a:lnTo>
                  <a:lnTo>
                    <a:pt x="710862" y="302403"/>
                  </a:lnTo>
                  <a:lnTo>
                    <a:pt x="713728" y="300970"/>
                  </a:lnTo>
                  <a:lnTo>
                    <a:pt x="715639" y="300014"/>
                  </a:lnTo>
                  <a:lnTo>
                    <a:pt x="718983" y="299059"/>
                  </a:lnTo>
                  <a:lnTo>
                    <a:pt x="722805" y="297625"/>
                  </a:lnTo>
                  <a:lnTo>
                    <a:pt x="725671" y="296192"/>
                  </a:lnTo>
                  <a:lnTo>
                    <a:pt x="727582" y="295237"/>
                  </a:lnTo>
                  <a:lnTo>
                    <a:pt x="729971" y="294759"/>
                  </a:lnTo>
                  <a:lnTo>
                    <a:pt x="730448" y="293804"/>
                  </a:lnTo>
                  <a:lnTo>
                    <a:pt x="730926" y="292848"/>
                  </a:lnTo>
                  <a:lnTo>
                    <a:pt x="732359" y="291893"/>
                  </a:lnTo>
                  <a:lnTo>
                    <a:pt x="734271" y="289504"/>
                  </a:lnTo>
                  <a:lnTo>
                    <a:pt x="735703" y="287115"/>
                  </a:lnTo>
                  <a:lnTo>
                    <a:pt x="736659" y="286160"/>
                  </a:lnTo>
                  <a:lnTo>
                    <a:pt x="738570" y="284249"/>
                  </a:lnTo>
                  <a:lnTo>
                    <a:pt x="740003" y="282816"/>
                  </a:lnTo>
                  <a:lnTo>
                    <a:pt x="741914" y="280427"/>
                  </a:lnTo>
                  <a:lnTo>
                    <a:pt x="743347" y="279949"/>
                  </a:lnTo>
                  <a:lnTo>
                    <a:pt x="743825" y="279949"/>
                  </a:lnTo>
                  <a:lnTo>
                    <a:pt x="745258" y="279472"/>
                  </a:lnTo>
                  <a:lnTo>
                    <a:pt x="750513" y="277083"/>
                  </a:lnTo>
                  <a:lnTo>
                    <a:pt x="751469" y="277083"/>
                  </a:lnTo>
                  <a:lnTo>
                    <a:pt x="752424" y="276605"/>
                  </a:lnTo>
                  <a:lnTo>
                    <a:pt x="754335" y="275172"/>
                  </a:lnTo>
                  <a:lnTo>
                    <a:pt x="755768" y="273739"/>
                  </a:lnTo>
                  <a:lnTo>
                    <a:pt x="757201" y="272306"/>
                  </a:lnTo>
                  <a:lnTo>
                    <a:pt x="759112" y="272306"/>
                  </a:lnTo>
                  <a:lnTo>
                    <a:pt x="759590" y="271828"/>
                  </a:lnTo>
                  <a:lnTo>
                    <a:pt x="760067" y="271350"/>
                  </a:lnTo>
                  <a:lnTo>
                    <a:pt x="760067" y="271350"/>
                  </a:lnTo>
                  <a:lnTo>
                    <a:pt x="760067" y="271350"/>
                  </a:lnTo>
                  <a:lnTo>
                    <a:pt x="760546" y="270395"/>
                  </a:lnTo>
                  <a:lnTo>
                    <a:pt x="760067" y="268962"/>
                  </a:lnTo>
                  <a:lnTo>
                    <a:pt x="759112" y="267051"/>
                  </a:lnTo>
                  <a:lnTo>
                    <a:pt x="758157" y="265617"/>
                  </a:lnTo>
                  <a:lnTo>
                    <a:pt x="755290" y="263229"/>
                  </a:lnTo>
                  <a:lnTo>
                    <a:pt x="753857" y="261318"/>
                  </a:lnTo>
                  <a:lnTo>
                    <a:pt x="751946" y="259407"/>
                  </a:lnTo>
                  <a:lnTo>
                    <a:pt x="751469" y="257496"/>
                  </a:lnTo>
                  <a:lnTo>
                    <a:pt x="751469" y="257018"/>
                  </a:lnTo>
                  <a:lnTo>
                    <a:pt x="750035" y="256063"/>
                  </a:lnTo>
                  <a:lnTo>
                    <a:pt x="749558" y="254630"/>
                  </a:lnTo>
                  <a:lnTo>
                    <a:pt x="750035" y="253674"/>
                  </a:lnTo>
                  <a:lnTo>
                    <a:pt x="751469" y="251286"/>
                  </a:lnTo>
                  <a:lnTo>
                    <a:pt x="751946" y="249852"/>
                  </a:lnTo>
                  <a:lnTo>
                    <a:pt x="752424" y="246986"/>
                  </a:lnTo>
                  <a:lnTo>
                    <a:pt x="753857" y="243164"/>
                  </a:lnTo>
                  <a:lnTo>
                    <a:pt x="755290" y="241253"/>
                  </a:lnTo>
                  <a:lnTo>
                    <a:pt x="756724" y="239342"/>
                  </a:lnTo>
                  <a:lnTo>
                    <a:pt x="759590" y="236954"/>
                  </a:lnTo>
                  <a:lnTo>
                    <a:pt x="761978" y="236476"/>
                  </a:lnTo>
                  <a:lnTo>
                    <a:pt x="763890" y="236954"/>
                  </a:lnTo>
                  <a:lnTo>
                    <a:pt x="767233" y="236954"/>
                  </a:lnTo>
                  <a:lnTo>
                    <a:pt x="769622" y="237432"/>
                  </a:lnTo>
                  <a:lnTo>
                    <a:pt x="769622" y="237432"/>
                  </a:lnTo>
                  <a:lnTo>
                    <a:pt x="771533" y="238387"/>
                  </a:lnTo>
                  <a:lnTo>
                    <a:pt x="773444" y="240775"/>
                  </a:lnTo>
                  <a:lnTo>
                    <a:pt x="775355" y="241731"/>
                  </a:lnTo>
                  <a:lnTo>
                    <a:pt x="782043" y="243642"/>
                  </a:lnTo>
                  <a:lnTo>
                    <a:pt x="785387" y="244120"/>
                  </a:lnTo>
                  <a:lnTo>
                    <a:pt x="787298" y="244120"/>
                  </a:lnTo>
                  <a:lnTo>
                    <a:pt x="790165" y="244598"/>
                  </a:lnTo>
                  <a:lnTo>
                    <a:pt x="791598" y="244598"/>
                  </a:lnTo>
                  <a:lnTo>
                    <a:pt x="793031" y="245075"/>
                  </a:lnTo>
                  <a:lnTo>
                    <a:pt x="794464" y="244598"/>
                  </a:lnTo>
                  <a:lnTo>
                    <a:pt x="796375" y="243164"/>
                  </a:lnTo>
                  <a:lnTo>
                    <a:pt x="798764" y="241253"/>
                  </a:lnTo>
                  <a:lnTo>
                    <a:pt x="799719" y="240775"/>
                  </a:lnTo>
                  <a:lnTo>
                    <a:pt x="801630" y="240298"/>
                  </a:lnTo>
                  <a:lnTo>
                    <a:pt x="802108" y="239820"/>
                  </a:lnTo>
                  <a:lnTo>
                    <a:pt x="802585" y="239342"/>
                  </a:lnTo>
                  <a:lnTo>
                    <a:pt x="802585" y="239342"/>
                  </a:lnTo>
                  <a:lnTo>
                    <a:pt x="804497" y="237432"/>
                  </a:lnTo>
                  <a:lnTo>
                    <a:pt x="806885" y="235998"/>
                  </a:lnTo>
                  <a:lnTo>
                    <a:pt x="809274" y="233610"/>
                  </a:lnTo>
                  <a:lnTo>
                    <a:pt x="809274" y="233610"/>
                  </a:lnTo>
                  <a:lnTo>
                    <a:pt x="810707" y="231699"/>
                  </a:lnTo>
                  <a:lnTo>
                    <a:pt x="811185" y="230743"/>
                  </a:lnTo>
                  <a:lnTo>
                    <a:pt x="811185" y="229310"/>
                  </a:lnTo>
                  <a:lnTo>
                    <a:pt x="812140" y="228832"/>
                  </a:lnTo>
                  <a:lnTo>
                    <a:pt x="814051" y="227877"/>
                  </a:lnTo>
                  <a:lnTo>
                    <a:pt x="815962" y="227877"/>
                  </a:lnTo>
                  <a:lnTo>
                    <a:pt x="819306" y="228832"/>
                  </a:lnTo>
                  <a:lnTo>
                    <a:pt x="824083" y="228832"/>
                  </a:lnTo>
                  <a:lnTo>
                    <a:pt x="825517" y="228355"/>
                  </a:lnTo>
                  <a:lnTo>
                    <a:pt x="829816" y="227877"/>
                  </a:lnTo>
                  <a:lnTo>
                    <a:pt x="831727" y="227399"/>
                  </a:lnTo>
                  <a:lnTo>
                    <a:pt x="834594" y="226921"/>
                  </a:lnTo>
                  <a:lnTo>
                    <a:pt x="836504" y="225010"/>
                  </a:lnTo>
                  <a:lnTo>
                    <a:pt x="839371" y="222622"/>
                  </a:lnTo>
                  <a:lnTo>
                    <a:pt x="841760" y="221189"/>
                  </a:lnTo>
                  <a:lnTo>
                    <a:pt x="843192" y="221189"/>
                  </a:lnTo>
                  <a:lnTo>
                    <a:pt x="844148" y="220233"/>
                  </a:lnTo>
                  <a:lnTo>
                    <a:pt x="844626" y="219756"/>
                  </a:lnTo>
                  <a:lnTo>
                    <a:pt x="844626" y="219756"/>
                  </a:lnTo>
                  <a:lnTo>
                    <a:pt x="845581" y="218322"/>
                  </a:lnTo>
                  <a:lnTo>
                    <a:pt x="845581" y="216889"/>
                  </a:lnTo>
                  <a:lnTo>
                    <a:pt x="845104" y="215934"/>
                  </a:lnTo>
                  <a:lnTo>
                    <a:pt x="846059" y="214023"/>
                  </a:lnTo>
                  <a:lnTo>
                    <a:pt x="847970" y="210201"/>
                  </a:lnTo>
                  <a:lnTo>
                    <a:pt x="849881" y="208768"/>
                  </a:lnTo>
                  <a:lnTo>
                    <a:pt x="850836" y="207334"/>
                  </a:lnTo>
                  <a:lnTo>
                    <a:pt x="851792" y="205424"/>
                  </a:lnTo>
                  <a:lnTo>
                    <a:pt x="853225" y="204468"/>
                  </a:lnTo>
                  <a:lnTo>
                    <a:pt x="853225" y="204468"/>
                  </a:lnTo>
                  <a:lnTo>
                    <a:pt x="854658" y="204468"/>
                  </a:lnTo>
                  <a:lnTo>
                    <a:pt x="855613" y="203513"/>
                  </a:lnTo>
                  <a:lnTo>
                    <a:pt x="856569" y="203035"/>
                  </a:lnTo>
                  <a:lnTo>
                    <a:pt x="858002" y="202557"/>
                  </a:lnTo>
                  <a:lnTo>
                    <a:pt x="860391" y="203513"/>
                  </a:lnTo>
                  <a:lnTo>
                    <a:pt x="863735" y="203513"/>
                  </a:lnTo>
                  <a:lnTo>
                    <a:pt x="866124" y="203513"/>
                  </a:lnTo>
                  <a:lnTo>
                    <a:pt x="867079" y="203513"/>
                  </a:lnTo>
                  <a:lnTo>
                    <a:pt x="867557" y="202557"/>
                  </a:lnTo>
                  <a:lnTo>
                    <a:pt x="867557" y="201602"/>
                  </a:lnTo>
                  <a:lnTo>
                    <a:pt x="868512" y="198735"/>
                  </a:lnTo>
                  <a:lnTo>
                    <a:pt x="868512" y="198735"/>
                  </a:lnTo>
                  <a:lnTo>
                    <a:pt x="868512" y="197780"/>
                  </a:lnTo>
                  <a:lnTo>
                    <a:pt x="869468" y="197302"/>
                  </a:lnTo>
                  <a:lnTo>
                    <a:pt x="871379" y="197302"/>
                  </a:lnTo>
                  <a:lnTo>
                    <a:pt x="872812" y="198258"/>
                  </a:lnTo>
                  <a:lnTo>
                    <a:pt x="873767" y="199213"/>
                  </a:lnTo>
                  <a:lnTo>
                    <a:pt x="875201" y="199213"/>
                  </a:lnTo>
                  <a:lnTo>
                    <a:pt x="876634" y="198735"/>
                  </a:lnTo>
                  <a:lnTo>
                    <a:pt x="876634" y="198735"/>
                  </a:lnTo>
                  <a:lnTo>
                    <a:pt x="878545" y="196347"/>
                  </a:lnTo>
                  <a:lnTo>
                    <a:pt x="881888" y="195391"/>
                  </a:lnTo>
                  <a:lnTo>
                    <a:pt x="883322" y="194914"/>
                  </a:lnTo>
                  <a:lnTo>
                    <a:pt x="886666" y="193958"/>
                  </a:lnTo>
                  <a:lnTo>
                    <a:pt x="888577" y="194436"/>
                  </a:lnTo>
                  <a:lnTo>
                    <a:pt x="891921" y="194436"/>
                  </a:lnTo>
                  <a:lnTo>
                    <a:pt x="893354" y="194436"/>
                  </a:lnTo>
                  <a:lnTo>
                    <a:pt x="894787" y="194436"/>
                  </a:lnTo>
                  <a:lnTo>
                    <a:pt x="896220" y="193003"/>
                  </a:lnTo>
                  <a:lnTo>
                    <a:pt x="897176" y="193003"/>
                  </a:lnTo>
                  <a:lnTo>
                    <a:pt x="899565" y="193480"/>
                  </a:lnTo>
                  <a:lnTo>
                    <a:pt x="900998" y="194436"/>
                  </a:lnTo>
                  <a:lnTo>
                    <a:pt x="903386" y="195869"/>
                  </a:lnTo>
                  <a:lnTo>
                    <a:pt x="906731" y="196825"/>
                  </a:lnTo>
                  <a:lnTo>
                    <a:pt x="909597" y="196347"/>
                  </a:lnTo>
                  <a:lnTo>
                    <a:pt x="912463" y="196825"/>
                  </a:lnTo>
                  <a:lnTo>
                    <a:pt x="914374" y="196825"/>
                  </a:lnTo>
                  <a:lnTo>
                    <a:pt x="915329" y="196347"/>
                  </a:lnTo>
                  <a:lnTo>
                    <a:pt x="917241" y="195391"/>
                  </a:lnTo>
                  <a:lnTo>
                    <a:pt x="917241" y="194914"/>
                  </a:lnTo>
                  <a:lnTo>
                    <a:pt x="918196" y="193480"/>
                  </a:lnTo>
                  <a:lnTo>
                    <a:pt x="917718" y="192047"/>
                  </a:lnTo>
                  <a:lnTo>
                    <a:pt x="917718" y="192047"/>
                  </a:lnTo>
                  <a:lnTo>
                    <a:pt x="918196" y="190136"/>
                  </a:lnTo>
                  <a:lnTo>
                    <a:pt x="917241" y="189181"/>
                  </a:lnTo>
                  <a:lnTo>
                    <a:pt x="915808" y="187270"/>
                  </a:lnTo>
                  <a:lnTo>
                    <a:pt x="915329" y="185837"/>
                  </a:lnTo>
                  <a:lnTo>
                    <a:pt x="915329" y="183926"/>
                  </a:lnTo>
                  <a:lnTo>
                    <a:pt x="914374" y="182493"/>
                  </a:lnTo>
                  <a:lnTo>
                    <a:pt x="911986" y="180582"/>
                  </a:lnTo>
                  <a:lnTo>
                    <a:pt x="910552" y="179626"/>
                  </a:lnTo>
                  <a:lnTo>
                    <a:pt x="907686" y="176282"/>
                  </a:lnTo>
                  <a:lnTo>
                    <a:pt x="906731" y="175327"/>
                  </a:lnTo>
                  <a:lnTo>
                    <a:pt x="906731" y="175327"/>
                  </a:lnTo>
                  <a:lnTo>
                    <a:pt x="906253" y="174849"/>
                  </a:lnTo>
                  <a:lnTo>
                    <a:pt x="906253" y="173893"/>
                  </a:lnTo>
                  <a:lnTo>
                    <a:pt x="906253" y="173893"/>
                  </a:lnTo>
                  <a:lnTo>
                    <a:pt x="905297" y="173416"/>
                  </a:lnTo>
                  <a:lnTo>
                    <a:pt x="904820" y="173416"/>
                  </a:lnTo>
                  <a:lnTo>
                    <a:pt x="904342" y="172938"/>
                  </a:lnTo>
                  <a:lnTo>
                    <a:pt x="903386" y="172460"/>
                  </a:lnTo>
                  <a:lnTo>
                    <a:pt x="902909" y="171505"/>
                  </a:lnTo>
                  <a:lnTo>
                    <a:pt x="902431" y="170072"/>
                  </a:lnTo>
                  <a:lnTo>
                    <a:pt x="901953" y="169116"/>
                  </a:lnTo>
                  <a:lnTo>
                    <a:pt x="900520" y="168161"/>
                  </a:lnTo>
                  <a:lnTo>
                    <a:pt x="899565" y="167683"/>
                  </a:lnTo>
                  <a:lnTo>
                    <a:pt x="898131" y="167205"/>
                  </a:lnTo>
                  <a:lnTo>
                    <a:pt x="895743" y="166250"/>
                  </a:lnTo>
                  <a:lnTo>
                    <a:pt x="894310" y="164339"/>
                  </a:lnTo>
                  <a:lnTo>
                    <a:pt x="891921" y="160995"/>
                  </a:lnTo>
                  <a:lnTo>
                    <a:pt x="890488" y="160039"/>
                  </a:lnTo>
                  <a:lnTo>
                    <a:pt x="885711" y="159562"/>
                  </a:lnTo>
                  <a:lnTo>
                    <a:pt x="885233" y="159562"/>
                  </a:lnTo>
                  <a:lnTo>
                    <a:pt x="884755" y="159562"/>
                  </a:lnTo>
                  <a:lnTo>
                    <a:pt x="883322" y="158606"/>
                  </a:lnTo>
                  <a:lnTo>
                    <a:pt x="881411" y="159084"/>
                  </a:lnTo>
                  <a:lnTo>
                    <a:pt x="879978" y="159562"/>
                  </a:lnTo>
                  <a:lnTo>
                    <a:pt x="877111" y="159562"/>
                  </a:lnTo>
                  <a:lnTo>
                    <a:pt x="877111" y="159562"/>
                  </a:lnTo>
                  <a:lnTo>
                    <a:pt x="875678" y="160039"/>
                  </a:lnTo>
                  <a:lnTo>
                    <a:pt x="875678" y="160039"/>
                  </a:lnTo>
                  <a:lnTo>
                    <a:pt x="874245" y="161950"/>
                  </a:lnTo>
                  <a:lnTo>
                    <a:pt x="871856" y="164817"/>
                  </a:lnTo>
                  <a:lnTo>
                    <a:pt x="869468" y="166728"/>
                  </a:lnTo>
                  <a:lnTo>
                    <a:pt x="868035" y="168161"/>
                  </a:lnTo>
                  <a:lnTo>
                    <a:pt x="867557" y="169116"/>
                  </a:lnTo>
                  <a:lnTo>
                    <a:pt x="866124" y="168638"/>
                  </a:lnTo>
                  <a:lnTo>
                    <a:pt x="864690" y="166728"/>
                  </a:lnTo>
                  <a:lnTo>
                    <a:pt x="861824" y="164817"/>
                  </a:lnTo>
                  <a:lnTo>
                    <a:pt x="859435" y="163861"/>
                  </a:lnTo>
                  <a:lnTo>
                    <a:pt x="858480" y="163383"/>
                  </a:lnTo>
                  <a:lnTo>
                    <a:pt x="856092" y="162906"/>
                  </a:lnTo>
                  <a:lnTo>
                    <a:pt x="853703" y="163383"/>
                  </a:lnTo>
                  <a:lnTo>
                    <a:pt x="850836" y="163861"/>
                  </a:lnTo>
                  <a:lnTo>
                    <a:pt x="848447" y="163861"/>
                  </a:lnTo>
                  <a:lnTo>
                    <a:pt x="847015" y="163383"/>
                  </a:lnTo>
                  <a:lnTo>
                    <a:pt x="845581" y="163383"/>
                  </a:lnTo>
                  <a:lnTo>
                    <a:pt x="842237" y="165294"/>
                  </a:lnTo>
                  <a:lnTo>
                    <a:pt x="840804" y="167205"/>
                  </a:lnTo>
                  <a:lnTo>
                    <a:pt x="838893" y="168161"/>
                  </a:lnTo>
                  <a:lnTo>
                    <a:pt x="837938" y="167683"/>
                  </a:lnTo>
                  <a:lnTo>
                    <a:pt x="836982" y="166728"/>
                  </a:lnTo>
                  <a:lnTo>
                    <a:pt x="835071" y="164817"/>
                  </a:lnTo>
                  <a:lnTo>
                    <a:pt x="833160" y="162906"/>
                  </a:lnTo>
                  <a:lnTo>
                    <a:pt x="832205" y="160995"/>
                  </a:lnTo>
                  <a:lnTo>
                    <a:pt x="831249" y="156695"/>
                  </a:lnTo>
                  <a:lnTo>
                    <a:pt x="831249" y="156217"/>
                  </a:lnTo>
                  <a:lnTo>
                    <a:pt x="833638" y="154784"/>
                  </a:lnTo>
                  <a:lnTo>
                    <a:pt x="833638" y="154784"/>
                  </a:lnTo>
                  <a:lnTo>
                    <a:pt x="836504" y="152873"/>
                  </a:lnTo>
                  <a:lnTo>
                    <a:pt x="836982" y="150007"/>
                  </a:lnTo>
                  <a:lnTo>
                    <a:pt x="836504" y="147141"/>
                  </a:lnTo>
                  <a:lnTo>
                    <a:pt x="836982" y="143796"/>
                  </a:lnTo>
                  <a:lnTo>
                    <a:pt x="839849" y="140930"/>
                  </a:lnTo>
                  <a:lnTo>
                    <a:pt x="841281" y="138064"/>
                  </a:lnTo>
                  <a:lnTo>
                    <a:pt x="841281" y="136631"/>
                  </a:lnTo>
                  <a:lnTo>
                    <a:pt x="842715" y="133764"/>
                  </a:lnTo>
                  <a:lnTo>
                    <a:pt x="844148" y="131376"/>
                  </a:lnTo>
                  <a:lnTo>
                    <a:pt x="845581" y="127554"/>
                  </a:lnTo>
                  <a:lnTo>
                    <a:pt x="848926" y="120865"/>
                  </a:lnTo>
                  <a:lnTo>
                    <a:pt x="852747" y="113222"/>
                  </a:lnTo>
                  <a:lnTo>
                    <a:pt x="854180" y="109400"/>
                  </a:lnTo>
                  <a:lnTo>
                    <a:pt x="858480" y="111789"/>
                  </a:lnTo>
                  <a:lnTo>
                    <a:pt x="860869" y="112744"/>
                  </a:lnTo>
                  <a:lnTo>
                    <a:pt x="860869" y="112744"/>
                  </a:lnTo>
                  <a:lnTo>
                    <a:pt x="865168" y="114655"/>
                  </a:lnTo>
                  <a:lnTo>
                    <a:pt x="869945" y="115133"/>
                  </a:lnTo>
                  <a:lnTo>
                    <a:pt x="874245" y="117521"/>
                  </a:lnTo>
                  <a:lnTo>
                    <a:pt x="876634" y="117999"/>
                  </a:lnTo>
                  <a:lnTo>
                    <a:pt x="877589" y="117999"/>
                  </a:lnTo>
                  <a:lnTo>
                    <a:pt x="884277" y="112744"/>
                  </a:lnTo>
                  <a:lnTo>
                    <a:pt x="889533" y="108922"/>
                  </a:lnTo>
                  <a:lnTo>
                    <a:pt x="890965" y="107967"/>
                  </a:lnTo>
                  <a:lnTo>
                    <a:pt x="895265" y="105578"/>
                  </a:lnTo>
                  <a:lnTo>
                    <a:pt x="899565" y="105100"/>
                  </a:lnTo>
                  <a:lnTo>
                    <a:pt x="900998" y="104623"/>
                  </a:lnTo>
                  <a:lnTo>
                    <a:pt x="902909" y="104145"/>
                  </a:lnTo>
                  <a:lnTo>
                    <a:pt x="903386" y="104145"/>
                  </a:lnTo>
                  <a:lnTo>
                    <a:pt x="905297" y="102234"/>
                  </a:lnTo>
                  <a:lnTo>
                    <a:pt x="905297" y="102234"/>
                  </a:lnTo>
                  <a:lnTo>
                    <a:pt x="906731" y="99845"/>
                  </a:lnTo>
                  <a:lnTo>
                    <a:pt x="906731" y="99845"/>
                  </a:lnTo>
                  <a:lnTo>
                    <a:pt x="907208" y="96501"/>
                  </a:lnTo>
                  <a:lnTo>
                    <a:pt x="906253" y="94113"/>
                  </a:lnTo>
                  <a:lnTo>
                    <a:pt x="906253" y="94113"/>
                  </a:lnTo>
                  <a:lnTo>
                    <a:pt x="903864" y="93635"/>
                  </a:lnTo>
                  <a:lnTo>
                    <a:pt x="903386" y="92679"/>
                  </a:lnTo>
                  <a:lnTo>
                    <a:pt x="904342" y="92202"/>
                  </a:lnTo>
                  <a:lnTo>
                    <a:pt x="904342" y="92202"/>
                  </a:lnTo>
                  <a:lnTo>
                    <a:pt x="905297" y="90769"/>
                  </a:lnTo>
                  <a:lnTo>
                    <a:pt x="905775" y="88380"/>
                  </a:lnTo>
                  <a:lnTo>
                    <a:pt x="907208" y="86469"/>
                  </a:lnTo>
                  <a:lnTo>
                    <a:pt x="909119" y="84558"/>
                  </a:lnTo>
                  <a:lnTo>
                    <a:pt x="909119" y="84558"/>
                  </a:lnTo>
                  <a:lnTo>
                    <a:pt x="910075" y="82169"/>
                  </a:lnTo>
                  <a:lnTo>
                    <a:pt x="910552" y="79781"/>
                  </a:lnTo>
                  <a:lnTo>
                    <a:pt x="911508" y="77392"/>
                  </a:lnTo>
                  <a:lnTo>
                    <a:pt x="913897" y="75003"/>
                  </a:lnTo>
                  <a:lnTo>
                    <a:pt x="914852" y="72615"/>
                  </a:lnTo>
                  <a:lnTo>
                    <a:pt x="914852" y="72615"/>
                  </a:lnTo>
                  <a:lnTo>
                    <a:pt x="915329" y="70704"/>
                  </a:lnTo>
                  <a:lnTo>
                    <a:pt x="916285" y="68315"/>
                  </a:lnTo>
                  <a:lnTo>
                    <a:pt x="916285" y="67837"/>
                  </a:lnTo>
                  <a:lnTo>
                    <a:pt x="919629" y="63538"/>
                  </a:lnTo>
                  <a:lnTo>
                    <a:pt x="921540" y="58283"/>
                  </a:lnTo>
                  <a:lnTo>
                    <a:pt x="924884" y="54939"/>
                  </a:lnTo>
                  <a:lnTo>
                    <a:pt x="930140" y="51117"/>
                  </a:lnTo>
                  <a:lnTo>
                    <a:pt x="930140" y="51117"/>
                  </a:lnTo>
                  <a:lnTo>
                    <a:pt x="933483" y="47295"/>
                  </a:lnTo>
                  <a:lnTo>
                    <a:pt x="934917" y="43951"/>
                  </a:lnTo>
                  <a:lnTo>
                    <a:pt x="934917" y="40607"/>
                  </a:lnTo>
                  <a:lnTo>
                    <a:pt x="933483" y="37741"/>
                  </a:lnTo>
                  <a:lnTo>
                    <a:pt x="933006" y="34874"/>
                  </a:lnTo>
                  <a:lnTo>
                    <a:pt x="933961" y="32008"/>
                  </a:lnTo>
                  <a:lnTo>
                    <a:pt x="933961" y="32008"/>
                  </a:lnTo>
                  <a:lnTo>
                    <a:pt x="933006" y="29619"/>
                  </a:lnTo>
                  <a:lnTo>
                    <a:pt x="930617" y="28186"/>
                  </a:lnTo>
                  <a:lnTo>
                    <a:pt x="927273" y="28186"/>
                  </a:lnTo>
                  <a:lnTo>
                    <a:pt x="923451" y="28664"/>
                  </a:lnTo>
                  <a:lnTo>
                    <a:pt x="921540" y="27708"/>
                  </a:lnTo>
                  <a:lnTo>
                    <a:pt x="921063" y="25320"/>
                  </a:lnTo>
                  <a:lnTo>
                    <a:pt x="922018" y="23409"/>
                  </a:lnTo>
                  <a:lnTo>
                    <a:pt x="924406" y="21498"/>
                  </a:lnTo>
                  <a:lnTo>
                    <a:pt x="928229" y="17676"/>
                  </a:lnTo>
                  <a:lnTo>
                    <a:pt x="928229" y="17676"/>
                  </a:lnTo>
                  <a:lnTo>
                    <a:pt x="933961" y="11465"/>
                  </a:lnTo>
                  <a:lnTo>
                    <a:pt x="939694" y="8121"/>
                  </a:lnTo>
                  <a:lnTo>
                    <a:pt x="940649" y="8121"/>
                  </a:lnTo>
                  <a:lnTo>
                    <a:pt x="947815" y="7166"/>
                  </a:lnTo>
                  <a:lnTo>
                    <a:pt x="954504" y="5255"/>
                  </a:lnTo>
                  <a:lnTo>
                    <a:pt x="961670" y="3344"/>
                  </a:lnTo>
                  <a:lnTo>
                    <a:pt x="966447" y="1911"/>
                  </a:lnTo>
                  <a:lnTo>
                    <a:pt x="967402" y="2866"/>
                  </a:lnTo>
                  <a:lnTo>
                    <a:pt x="969791" y="2866"/>
                  </a:lnTo>
                  <a:lnTo>
                    <a:pt x="974568" y="2389"/>
                  </a:lnTo>
                  <a:lnTo>
                    <a:pt x="978868" y="1911"/>
                  </a:lnTo>
                  <a:lnTo>
                    <a:pt x="978868" y="1433"/>
                  </a:lnTo>
                  <a:lnTo>
                    <a:pt x="982690" y="478"/>
                  </a:lnTo>
                  <a:lnTo>
                    <a:pt x="985556" y="0"/>
                  </a:lnTo>
                  <a:lnTo>
                    <a:pt x="987945" y="478"/>
                  </a:lnTo>
                  <a:lnTo>
                    <a:pt x="989378" y="955"/>
                  </a:lnTo>
                  <a:lnTo>
                    <a:pt x="990333" y="955"/>
                  </a:lnTo>
                  <a:lnTo>
                    <a:pt x="990333" y="955"/>
                  </a:lnTo>
                  <a:lnTo>
                    <a:pt x="990811" y="955"/>
                  </a:lnTo>
                  <a:lnTo>
                    <a:pt x="991766" y="478"/>
                  </a:lnTo>
                  <a:lnTo>
                    <a:pt x="991766" y="478"/>
                  </a:lnTo>
                  <a:lnTo>
                    <a:pt x="994155" y="1433"/>
                  </a:lnTo>
                  <a:lnTo>
                    <a:pt x="999410" y="4300"/>
                  </a:lnTo>
                  <a:lnTo>
                    <a:pt x="1002277" y="5733"/>
                  </a:lnTo>
                  <a:lnTo>
                    <a:pt x="1002277" y="5733"/>
                  </a:lnTo>
                  <a:lnTo>
                    <a:pt x="1002277" y="6210"/>
                  </a:lnTo>
                  <a:lnTo>
                    <a:pt x="1003709" y="5733"/>
                  </a:lnTo>
                  <a:lnTo>
                    <a:pt x="1003709" y="5733"/>
                  </a:lnTo>
                  <a:lnTo>
                    <a:pt x="1005143" y="6688"/>
                  </a:lnTo>
                  <a:lnTo>
                    <a:pt x="1006576" y="8599"/>
                  </a:lnTo>
                  <a:lnTo>
                    <a:pt x="1008487" y="10032"/>
                  </a:lnTo>
                  <a:lnTo>
                    <a:pt x="1008487" y="10032"/>
                  </a:lnTo>
                  <a:lnTo>
                    <a:pt x="1011831" y="10510"/>
                  </a:lnTo>
                  <a:lnTo>
                    <a:pt x="1015653" y="12899"/>
                  </a:lnTo>
                  <a:lnTo>
                    <a:pt x="1015653" y="12899"/>
                  </a:lnTo>
                  <a:lnTo>
                    <a:pt x="1015653" y="12899"/>
                  </a:lnTo>
                  <a:lnTo>
                    <a:pt x="1016608" y="12899"/>
                  </a:lnTo>
                  <a:lnTo>
                    <a:pt x="1017086" y="12899"/>
                  </a:lnTo>
                  <a:lnTo>
                    <a:pt x="1017086" y="12899"/>
                  </a:lnTo>
                  <a:lnTo>
                    <a:pt x="1017564" y="11465"/>
                  </a:lnTo>
                  <a:lnTo>
                    <a:pt x="1018520" y="10988"/>
                  </a:lnTo>
                  <a:lnTo>
                    <a:pt x="1020908" y="10510"/>
                  </a:lnTo>
                  <a:lnTo>
                    <a:pt x="1022819" y="11465"/>
                  </a:lnTo>
                  <a:lnTo>
                    <a:pt x="1023774" y="11943"/>
                  </a:lnTo>
                  <a:lnTo>
                    <a:pt x="1027596" y="14332"/>
                  </a:lnTo>
                  <a:lnTo>
                    <a:pt x="1028074" y="14332"/>
                  </a:lnTo>
                  <a:lnTo>
                    <a:pt x="1029985" y="15287"/>
                  </a:lnTo>
                  <a:lnTo>
                    <a:pt x="1029985" y="15287"/>
                  </a:lnTo>
                  <a:lnTo>
                    <a:pt x="1030940" y="15287"/>
                  </a:lnTo>
                  <a:lnTo>
                    <a:pt x="1030940" y="15287"/>
                  </a:lnTo>
                  <a:lnTo>
                    <a:pt x="1031896" y="15765"/>
                  </a:lnTo>
                  <a:lnTo>
                    <a:pt x="1032851" y="16721"/>
                  </a:lnTo>
                  <a:lnTo>
                    <a:pt x="1032851" y="18154"/>
                  </a:lnTo>
                  <a:lnTo>
                    <a:pt x="1032851" y="19109"/>
                  </a:lnTo>
                  <a:lnTo>
                    <a:pt x="1033807" y="20065"/>
                  </a:lnTo>
                  <a:lnTo>
                    <a:pt x="1033807" y="20065"/>
                  </a:lnTo>
                  <a:lnTo>
                    <a:pt x="1034762" y="20065"/>
                  </a:lnTo>
                  <a:lnTo>
                    <a:pt x="1036673" y="20542"/>
                  </a:lnTo>
                  <a:lnTo>
                    <a:pt x="1037629" y="22931"/>
                  </a:lnTo>
                  <a:lnTo>
                    <a:pt x="1039062" y="23886"/>
                  </a:lnTo>
                  <a:lnTo>
                    <a:pt x="1039062" y="23886"/>
                  </a:lnTo>
                  <a:lnTo>
                    <a:pt x="1039062" y="23886"/>
                  </a:lnTo>
                  <a:lnTo>
                    <a:pt x="1040017" y="24842"/>
                  </a:lnTo>
                  <a:lnTo>
                    <a:pt x="1040017" y="25320"/>
                  </a:lnTo>
                  <a:lnTo>
                    <a:pt x="1040017" y="26275"/>
                  </a:lnTo>
                  <a:lnTo>
                    <a:pt x="1040017" y="26753"/>
                  </a:lnTo>
                  <a:lnTo>
                    <a:pt x="1039539" y="27708"/>
                  </a:lnTo>
                  <a:lnTo>
                    <a:pt x="1039539" y="28664"/>
                  </a:lnTo>
                  <a:lnTo>
                    <a:pt x="1040017" y="29619"/>
                  </a:lnTo>
                  <a:lnTo>
                    <a:pt x="1041928" y="30575"/>
                  </a:lnTo>
                  <a:lnTo>
                    <a:pt x="1042884" y="31052"/>
                  </a:lnTo>
                  <a:lnTo>
                    <a:pt x="1042884" y="32486"/>
                  </a:lnTo>
                  <a:lnTo>
                    <a:pt x="1042884" y="32486"/>
                  </a:lnTo>
                  <a:lnTo>
                    <a:pt x="1043839" y="33441"/>
                  </a:lnTo>
                  <a:lnTo>
                    <a:pt x="1043839" y="33441"/>
                  </a:lnTo>
                  <a:lnTo>
                    <a:pt x="1045272" y="34874"/>
                  </a:lnTo>
                  <a:lnTo>
                    <a:pt x="1045750" y="35830"/>
                  </a:lnTo>
                  <a:lnTo>
                    <a:pt x="1045272" y="36785"/>
                  </a:lnTo>
                  <a:lnTo>
                    <a:pt x="1045750" y="37741"/>
                  </a:lnTo>
                  <a:lnTo>
                    <a:pt x="1046705" y="38218"/>
                  </a:lnTo>
                  <a:lnTo>
                    <a:pt x="1046705" y="40129"/>
                  </a:lnTo>
                  <a:lnTo>
                    <a:pt x="1046705" y="41562"/>
                  </a:lnTo>
                  <a:lnTo>
                    <a:pt x="1048139" y="42996"/>
                  </a:lnTo>
                  <a:lnTo>
                    <a:pt x="1048139" y="45862"/>
                  </a:lnTo>
                  <a:lnTo>
                    <a:pt x="1049094" y="48728"/>
                  </a:lnTo>
                  <a:lnTo>
                    <a:pt x="1051961" y="53028"/>
                  </a:lnTo>
                  <a:lnTo>
                    <a:pt x="1052916" y="55417"/>
                  </a:lnTo>
                  <a:lnTo>
                    <a:pt x="1052438" y="58283"/>
                  </a:lnTo>
                  <a:lnTo>
                    <a:pt x="1052916" y="59238"/>
                  </a:lnTo>
                  <a:lnTo>
                    <a:pt x="1053393" y="59238"/>
                  </a:lnTo>
                  <a:lnTo>
                    <a:pt x="1054349" y="59716"/>
                  </a:lnTo>
                  <a:lnTo>
                    <a:pt x="1054827" y="61149"/>
                  </a:lnTo>
                  <a:lnTo>
                    <a:pt x="1054827" y="62582"/>
                  </a:lnTo>
                  <a:lnTo>
                    <a:pt x="1055304" y="64016"/>
                  </a:lnTo>
                  <a:lnTo>
                    <a:pt x="1055782" y="64971"/>
                  </a:lnTo>
                  <a:lnTo>
                    <a:pt x="1055304" y="66882"/>
                  </a:lnTo>
                  <a:lnTo>
                    <a:pt x="1055782" y="68315"/>
                  </a:lnTo>
                  <a:lnTo>
                    <a:pt x="1056738" y="69271"/>
                  </a:lnTo>
                  <a:lnTo>
                    <a:pt x="1057216" y="70704"/>
                  </a:lnTo>
                  <a:lnTo>
                    <a:pt x="1057216" y="73093"/>
                  </a:lnTo>
                  <a:lnTo>
                    <a:pt x="1059127" y="75959"/>
                  </a:lnTo>
                  <a:lnTo>
                    <a:pt x="1062948" y="80736"/>
                  </a:lnTo>
                  <a:lnTo>
                    <a:pt x="1064859" y="84080"/>
                  </a:lnTo>
                  <a:lnTo>
                    <a:pt x="1065814" y="86469"/>
                  </a:lnTo>
                  <a:lnTo>
                    <a:pt x="1065814" y="88858"/>
                  </a:lnTo>
                  <a:lnTo>
                    <a:pt x="1064859" y="90291"/>
                  </a:lnTo>
                  <a:lnTo>
                    <a:pt x="1064859" y="91246"/>
                  </a:lnTo>
                  <a:lnTo>
                    <a:pt x="1065814" y="92202"/>
                  </a:lnTo>
                  <a:lnTo>
                    <a:pt x="1065814" y="93157"/>
                  </a:lnTo>
                  <a:lnTo>
                    <a:pt x="1065337" y="94590"/>
                  </a:lnTo>
                  <a:lnTo>
                    <a:pt x="1066770" y="96024"/>
                  </a:lnTo>
                  <a:lnTo>
                    <a:pt x="1070592" y="98412"/>
                  </a:lnTo>
                  <a:lnTo>
                    <a:pt x="1069159" y="102234"/>
                  </a:lnTo>
                  <a:lnTo>
                    <a:pt x="1068681" y="105100"/>
                  </a:lnTo>
                  <a:lnTo>
                    <a:pt x="1068681" y="107967"/>
                  </a:lnTo>
                  <a:lnTo>
                    <a:pt x="1069636" y="109878"/>
                  </a:lnTo>
                  <a:lnTo>
                    <a:pt x="1071547" y="110833"/>
                  </a:lnTo>
                  <a:lnTo>
                    <a:pt x="1072503" y="112266"/>
                  </a:lnTo>
                  <a:lnTo>
                    <a:pt x="1072980" y="113700"/>
                  </a:lnTo>
                  <a:lnTo>
                    <a:pt x="1074891" y="114655"/>
                  </a:lnTo>
                  <a:lnTo>
                    <a:pt x="1075847" y="115133"/>
                  </a:lnTo>
                  <a:lnTo>
                    <a:pt x="1078713" y="116566"/>
                  </a:lnTo>
                  <a:lnTo>
                    <a:pt x="1078713" y="116566"/>
                  </a:lnTo>
                  <a:lnTo>
                    <a:pt x="1083491" y="116566"/>
                  </a:lnTo>
                  <a:lnTo>
                    <a:pt x="1083491" y="116566"/>
                  </a:lnTo>
                  <a:lnTo>
                    <a:pt x="1089223" y="115610"/>
                  </a:lnTo>
                  <a:lnTo>
                    <a:pt x="1092568" y="115610"/>
                  </a:lnTo>
                  <a:lnTo>
                    <a:pt x="1093045" y="115610"/>
                  </a:lnTo>
                  <a:lnTo>
                    <a:pt x="1094000" y="116088"/>
                  </a:lnTo>
                  <a:lnTo>
                    <a:pt x="1094478" y="117044"/>
                  </a:lnTo>
                  <a:lnTo>
                    <a:pt x="1094000" y="118477"/>
                  </a:lnTo>
                  <a:lnTo>
                    <a:pt x="1094956" y="119432"/>
                  </a:lnTo>
                  <a:lnTo>
                    <a:pt x="1094956" y="119432"/>
                  </a:lnTo>
                  <a:lnTo>
                    <a:pt x="1097345" y="119910"/>
                  </a:lnTo>
                  <a:lnTo>
                    <a:pt x="1098778" y="120388"/>
                  </a:lnTo>
                  <a:lnTo>
                    <a:pt x="1099734" y="121821"/>
                  </a:lnTo>
                  <a:lnTo>
                    <a:pt x="1099734" y="121821"/>
                  </a:lnTo>
                  <a:lnTo>
                    <a:pt x="1100689" y="122299"/>
                  </a:lnTo>
                  <a:lnTo>
                    <a:pt x="1100689" y="122299"/>
                  </a:lnTo>
                  <a:lnTo>
                    <a:pt x="1101166" y="122299"/>
                  </a:lnTo>
                  <a:lnTo>
                    <a:pt x="1102122" y="121821"/>
                  </a:lnTo>
                  <a:lnTo>
                    <a:pt x="1102600" y="121821"/>
                  </a:lnTo>
                  <a:lnTo>
                    <a:pt x="1103555" y="121821"/>
                  </a:lnTo>
                  <a:lnTo>
                    <a:pt x="1104033" y="121821"/>
                  </a:lnTo>
                  <a:lnTo>
                    <a:pt x="1104511" y="122299"/>
                  </a:lnTo>
                  <a:lnTo>
                    <a:pt x="1104511" y="122299"/>
                  </a:lnTo>
                  <a:lnTo>
                    <a:pt x="1104988" y="122299"/>
                  </a:lnTo>
                  <a:lnTo>
                    <a:pt x="1105466" y="122299"/>
                  </a:lnTo>
                  <a:lnTo>
                    <a:pt x="1106421" y="121343"/>
                  </a:lnTo>
                  <a:lnTo>
                    <a:pt x="1107377" y="121343"/>
                  </a:lnTo>
                  <a:lnTo>
                    <a:pt x="1108332" y="121343"/>
                  </a:lnTo>
                  <a:lnTo>
                    <a:pt x="1109288" y="123254"/>
                  </a:lnTo>
                  <a:lnTo>
                    <a:pt x="1110243" y="124210"/>
                  </a:lnTo>
                  <a:lnTo>
                    <a:pt x="1111677" y="124687"/>
                  </a:lnTo>
                  <a:lnTo>
                    <a:pt x="1114065" y="126598"/>
                  </a:lnTo>
                  <a:lnTo>
                    <a:pt x="1119320" y="132809"/>
                  </a:lnTo>
                  <a:lnTo>
                    <a:pt x="1122187" y="135197"/>
                  </a:lnTo>
                  <a:lnTo>
                    <a:pt x="1125530" y="135675"/>
                  </a:lnTo>
                  <a:lnTo>
                    <a:pt x="1129353" y="136153"/>
                  </a:lnTo>
                  <a:lnTo>
                    <a:pt x="1130786" y="138542"/>
                  </a:lnTo>
                  <a:lnTo>
                    <a:pt x="1129353" y="140930"/>
                  </a:lnTo>
                  <a:lnTo>
                    <a:pt x="1129353" y="143319"/>
                  </a:lnTo>
                  <a:lnTo>
                    <a:pt x="1130308" y="143796"/>
                  </a:lnTo>
                  <a:lnTo>
                    <a:pt x="1131264" y="146663"/>
                  </a:lnTo>
                  <a:lnTo>
                    <a:pt x="1133175" y="148096"/>
                  </a:lnTo>
                  <a:lnTo>
                    <a:pt x="1133652" y="149052"/>
                  </a:lnTo>
                  <a:lnTo>
                    <a:pt x="1134130" y="150485"/>
                  </a:lnTo>
                  <a:lnTo>
                    <a:pt x="1134130" y="152873"/>
                  </a:lnTo>
                  <a:lnTo>
                    <a:pt x="1132696" y="156217"/>
                  </a:lnTo>
                  <a:lnTo>
                    <a:pt x="1132696" y="159084"/>
                  </a:lnTo>
                  <a:lnTo>
                    <a:pt x="1135085" y="161473"/>
                  </a:lnTo>
                  <a:lnTo>
                    <a:pt x="1136518" y="163861"/>
                  </a:lnTo>
                  <a:lnTo>
                    <a:pt x="1136996" y="166250"/>
                  </a:lnTo>
                  <a:lnTo>
                    <a:pt x="1137474" y="167683"/>
                  </a:lnTo>
                  <a:lnTo>
                    <a:pt x="1138430" y="167683"/>
                  </a:lnTo>
                  <a:lnTo>
                    <a:pt x="1138430" y="167683"/>
                  </a:lnTo>
                  <a:lnTo>
                    <a:pt x="1140341" y="167683"/>
                  </a:lnTo>
                  <a:lnTo>
                    <a:pt x="1144640" y="166728"/>
                  </a:lnTo>
                  <a:lnTo>
                    <a:pt x="1147506" y="167205"/>
                  </a:lnTo>
                  <a:lnTo>
                    <a:pt x="1149417" y="168161"/>
                  </a:lnTo>
                  <a:lnTo>
                    <a:pt x="1149417" y="168161"/>
                  </a:lnTo>
                  <a:lnTo>
                    <a:pt x="1153717" y="168161"/>
                  </a:lnTo>
                  <a:lnTo>
                    <a:pt x="1160883" y="167205"/>
                  </a:lnTo>
                  <a:lnTo>
                    <a:pt x="1165660" y="166728"/>
                  </a:lnTo>
                  <a:lnTo>
                    <a:pt x="1167571" y="167205"/>
                  </a:lnTo>
                  <a:lnTo>
                    <a:pt x="1167571" y="167205"/>
                  </a:lnTo>
                  <a:lnTo>
                    <a:pt x="1169482" y="165772"/>
                  </a:lnTo>
                  <a:lnTo>
                    <a:pt x="1170915" y="162428"/>
                  </a:lnTo>
                  <a:lnTo>
                    <a:pt x="1172348" y="160995"/>
                  </a:lnTo>
                  <a:lnTo>
                    <a:pt x="1173303" y="160995"/>
                  </a:lnTo>
                  <a:lnTo>
                    <a:pt x="1173303" y="160995"/>
                  </a:lnTo>
                  <a:lnTo>
                    <a:pt x="1175692" y="160039"/>
                  </a:lnTo>
                  <a:lnTo>
                    <a:pt x="1178081" y="157651"/>
                  </a:lnTo>
                  <a:lnTo>
                    <a:pt x="1178081" y="157651"/>
                  </a:lnTo>
                  <a:lnTo>
                    <a:pt x="1180948" y="156695"/>
                  </a:lnTo>
                  <a:lnTo>
                    <a:pt x="1183814" y="156695"/>
                  </a:lnTo>
                  <a:lnTo>
                    <a:pt x="1187158" y="157173"/>
                  </a:lnTo>
                  <a:lnTo>
                    <a:pt x="1187158" y="157173"/>
                  </a:lnTo>
                  <a:lnTo>
                    <a:pt x="1189546" y="156217"/>
                  </a:lnTo>
                  <a:lnTo>
                    <a:pt x="1191457" y="153829"/>
                  </a:lnTo>
                  <a:lnTo>
                    <a:pt x="1194801" y="152396"/>
                  </a:lnTo>
                  <a:lnTo>
                    <a:pt x="1201967" y="150007"/>
                  </a:lnTo>
                  <a:lnTo>
                    <a:pt x="1203401" y="149529"/>
                  </a:lnTo>
                  <a:lnTo>
                    <a:pt x="1204356" y="149529"/>
                  </a:lnTo>
                  <a:lnTo>
                    <a:pt x="1206744" y="150007"/>
                  </a:lnTo>
                  <a:lnTo>
                    <a:pt x="1208656" y="150485"/>
                  </a:lnTo>
                  <a:lnTo>
                    <a:pt x="1208656" y="150962"/>
                  </a:lnTo>
                  <a:lnTo>
                    <a:pt x="1211044" y="152873"/>
                  </a:lnTo>
                  <a:lnTo>
                    <a:pt x="1211044" y="153829"/>
                  </a:lnTo>
                  <a:lnTo>
                    <a:pt x="1211044" y="155262"/>
                  </a:lnTo>
                  <a:lnTo>
                    <a:pt x="1210567" y="156217"/>
                  </a:lnTo>
                  <a:lnTo>
                    <a:pt x="1209611" y="157173"/>
                  </a:lnTo>
                  <a:lnTo>
                    <a:pt x="1209133" y="159084"/>
                  </a:lnTo>
                  <a:lnTo>
                    <a:pt x="1209611" y="160039"/>
                  </a:lnTo>
                  <a:lnTo>
                    <a:pt x="1210567" y="162906"/>
                  </a:lnTo>
                  <a:lnTo>
                    <a:pt x="1210567" y="162906"/>
                  </a:lnTo>
                  <a:lnTo>
                    <a:pt x="1211522" y="16481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" name="Freeform 387">
              <a:extLst>
                <a:ext uri="{FF2B5EF4-FFF2-40B4-BE49-F238E27FC236}">
                  <a16:creationId xmlns:a16="http://schemas.microsoft.com/office/drawing/2014/main" id="{0484DB6C-9540-648D-1785-736691E43DE5}"/>
                </a:ext>
              </a:extLst>
            </p:cNvPr>
            <p:cNvSpPr/>
            <p:nvPr/>
          </p:nvSpPr>
          <p:spPr>
            <a:xfrm>
              <a:off x="8502322" y="4072285"/>
              <a:ext cx="53506" cy="34874"/>
            </a:xfrm>
            <a:custGeom>
              <a:avLst/>
              <a:gdLst>
                <a:gd name="csX0" fmla="*/ 53506 w 53506"/>
                <a:gd name="csY0" fmla="*/ 11943 h 34874"/>
                <a:gd name="csX1" fmla="*/ 49684 w 53506"/>
                <a:gd name="csY1" fmla="*/ 13854 h 34874"/>
                <a:gd name="csX2" fmla="*/ 46340 w 53506"/>
                <a:gd name="csY2" fmla="*/ 16243 h 34874"/>
                <a:gd name="csX3" fmla="*/ 44907 w 53506"/>
                <a:gd name="csY3" fmla="*/ 18154 h 34874"/>
                <a:gd name="csX4" fmla="*/ 43474 w 53506"/>
                <a:gd name="csY4" fmla="*/ 20065 h 34874"/>
                <a:gd name="csX5" fmla="*/ 42996 w 53506"/>
                <a:gd name="csY5" fmla="*/ 21976 h 34874"/>
                <a:gd name="csX6" fmla="*/ 42518 w 53506"/>
                <a:gd name="csY6" fmla="*/ 24364 h 34874"/>
                <a:gd name="csX7" fmla="*/ 41085 w 53506"/>
                <a:gd name="csY7" fmla="*/ 23409 h 34874"/>
                <a:gd name="csX8" fmla="*/ 37741 w 53506"/>
                <a:gd name="csY8" fmla="*/ 19587 h 34874"/>
                <a:gd name="csX9" fmla="*/ 35830 w 53506"/>
                <a:gd name="csY9" fmla="*/ 18632 h 34874"/>
                <a:gd name="csX10" fmla="*/ 32486 w 53506"/>
                <a:gd name="csY10" fmla="*/ 18154 h 34874"/>
                <a:gd name="csX11" fmla="*/ 31531 w 53506"/>
                <a:gd name="csY11" fmla="*/ 18632 h 34874"/>
                <a:gd name="csX12" fmla="*/ 24842 w 53506"/>
                <a:gd name="csY12" fmla="*/ 21498 h 34874"/>
                <a:gd name="csX13" fmla="*/ 23886 w 53506"/>
                <a:gd name="csY13" fmla="*/ 24364 h 34874"/>
                <a:gd name="csX14" fmla="*/ 21976 w 53506"/>
                <a:gd name="csY14" fmla="*/ 27708 h 34874"/>
                <a:gd name="csX15" fmla="*/ 21020 w 53506"/>
                <a:gd name="csY15" fmla="*/ 29142 h 34874"/>
                <a:gd name="csX16" fmla="*/ 20065 w 53506"/>
                <a:gd name="csY16" fmla="*/ 29142 h 34874"/>
                <a:gd name="csX17" fmla="*/ 19109 w 53506"/>
                <a:gd name="csY17" fmla="*/ 30097 h 34874"/>
                <a:gd name="csX18" fmla="*/ 18632 w 53506"/>
                <a:gd name="csY18" fmla="*/ 32963 h 34874"/>
                <a:gd name="csX19" fmla="*/ 16243 w 53506"/>
                <a:gd name="csY19" fmla="*/ 34874 h 34874"/>
                <a:gd name="csX20" fmla="*/ 15288 w 53506"/>
                <a:gd name="csY20" fmla="*/ 34874 h 34874"/>
                <a:gd name="csX21" fmla="*/ 12899 w 53506"/>
                <a:gd name="csY21" fmla="*/ 34397 h 34874"/>
                <a:gd name="csX22" fmla="*/ 11943 w 53506"/>
                <a:gd name="csY22" fmla="*/ 34874 h 34874"/>
                <a:gd name="csX23" fmla="*/ 13377 w 53506"/>
                <a:gd name="csY23" fmla="*/ 31530 h 34874"/>
                <a:gd name="csX24" fmla="*/ 10988 w 53506"/>
                <a:gd name="csY24" fmla="*/ 31052 h 34874"/>
                <a:gd name="csX25" fmla="*/ 9077 w 53506"/>
                <a:gd name="csY25" fmla="*/ 31530 h 34874"/>
                <a:gd name="csX26" fmla="*/ 9077 w 53506"/>
                <a:gd name="csY26" fmla="*/ 29142 h 34874"/>
                <a:gd name="csX27" fmla="*/ 7644 w 53506"/>
                <a:gd name="csY27" fmla="*/ 28186 h 34874"/>
                <a:gd name="csX28" fmla="*/ 8599 w 53506"/>
                <a:gd name="csY28" fmla="*/ 26753 h 34874"/>
                <a:gd name="csX29" fmla="*/ 8599 w 53506"/>
                <a:gd name="csY29" fmla="*/ 25798 h 34874"/>
                <a:gd name="csX30" fmla="*/ 9077 w 53506"/>
                <a:gd name="csY30" fmla="*/ 24842 h 34874"/>
                <a:gd name="csX31" fmla="*/ 9555 w 53506"/>
                <a:gd name="csY31" fmla="*/ 23886 h 34874"/>
                <a:gd name="csX32" fmla="*/ 9077 w 53506"/>
                <a:gd name="csY32" fmla="*/ 23409 h 34874"/>
                <a:gd name="csX33" fmla="*/ 8122 w 53506"/>
                <a:gd name="csY33" fmla="*/ 22931 h 34874"/>
                <a:gd name="csX34" fmla="*/ 7166 w 53506"/>
                <a:gd name="csY34" fmla="*/ 22453 h 34874"/>
                <a:gd name="csX35" fmla="*/ 7166 w 53506"/>
                <a:gd name="csY35" fmla="*/ 20065 h 34874"/>
                <a:gd name="csX36" fmla="*/ 6688 w 53506"/>
                <a:gd name="csY36" fmla="*/ 20065 h 34874"/>
                <a:gd name="csX37" fmla="*/ 4777 w 53506"/>
                <a:gd name="csY37" fmla="*/ 20542 h 34874"/>
                <a:gd name="csX38" fmla="*/ 956 w 53506"/>
                <a:gd name="csY38" fmla="*/ 21976 h 34874"/>
                <a:gd name="csX39" fmla="*/ 0 w 53506"/>
                <a:gd name="csY39" fmla="*/ 21976 h 34874"/>
                <a:gd name="csX40" fmla="*/ 1433 w 53506"/>
                <a:gd name="csY40" fmla="*/ 21020 h 34874"/>
                <a:gd name="csX41" fmla="*/ 4777 w 53506"/>
                <a:gd name="csY41" fmla="*/ 19587 h 34874"/>
                <a:gd name="csX42" fmla="*/ 6211 w 53506"/>
                <a:gd name="csY42" fmla="*/ 18632 h 34874"/>
                <a:gd name="csX43" fmla="*/ 9555 w 53506"/>
                <a:gd name="csY43" fmla="*/ 15765 h 34874"/>
                <a:gd name="csX44" fmla="*/ 11943 w 53506"/>
                <a:gd name="csY44" fmla="*/ 14810 h 34874"/>
                <a:gd name="csX45" fmla="*/ 12899 w 53506"/>
                <a:gd name="csY45" fmla="*/ 12421 h 34874"/>
                <a:gd name="csX46" fmla="*/ 13377 w 53506"/>
                <a:gd name="csY46" fmla="*/ 10988 h 34874"/>
                <a:gd name="csX47" fmla="*/ 13854 w 53506"/>
                <a:gd name="csY47" fmla="*/ 10032 h 34874"/>
                <a:gd name="csX48" fmla="*/ 14810 w 53506"/>
                <a:gd name="csY48" fmla="*/ 8121 h 34874"/>
                <a:gd name="csX49" fmla="*/ 15765 w 53506"/>
                <a:gd name="csY49" fmla="*/ 7166 h 34874"/>
                <a:gd name="csX50" fmla="*/ 17676 w 53506"/>
                <a:gd name="csY50" fmla="*/ 5733 h 34874"/>
                <a:gd name="csX51" fmla="*/ 18632 w 53506"/>
                <a:gd name="csY51" fmla="*/ 5733 h 34874"/>
                <a:gd name="csX52" fmla="*/ 20065 w 53506"/>
                <a:gd name="csY52" fmla="*/ 7644 h 34874"/>
                <a:gd name="csX53" fmla="*/ 21498 w 53506"/>
                <a:gd name="csY53" fmla="*/ 9555 h 34874"/>
                <a:gd name="csX54" fmla="*/ 22931 w 53506"/>
                <a:gd name="csY54" fmla="*/ 9077 h 34874"/>
                <a:gd name="csX55" fmla="*/ 24842 w 53506"/>
                <a:gd name="csY55" fmla="*/ 8599 h 34874"/>
                <a:gd name="csX56" fmla="*/ 25798 w 53506"/>
                <a:gd name="csY56" fmla="*/ 8121 h 34874"/>
                <a:gd name="csX57" fmla="*/ 28186 w 53506"/>
                <a:gd name="csY57" fmla="*/ 8599 h 34874"/>
                <a:gd name="csX58" fmla="*/ 30575 w 53506"/>
                <a:gd name="csY58" fmla="*/ 7644 h 34874"/>
                <a:gd name="csX59" fmla="*/ 31531 w 53506"/>
                <a:gd name="csY59" fmla="*/ 6210 h 34874"/>
                <a:gd name="csX60" fmla="*/ 31531 w 53506"/>
                <a:gd name="csY60" fmla="*/ 4777 h 34874"/>
                <a:gd name="csX61" fmla="*/ 31052 w 53506"/>
                <a:gd name="csY61" fmla="*/ 2389 h 34874"/>
                <a:gd name="csX62" fmla="*/ 32008 w 53506"/>
                <a:gd name="csY62" fmla="*/ 2867 h 34874"/>
                <a:gd name="csX63" fmla="*/ 32963 w 53506"/>
                <a:gd name="csY63" fmla="*/ 2389 h 34874"/>
                <a:gd name="csX64" fmla="*/ 35352 w 53506"/>
                <a:gd name="csY64" fmla="*/ 956 h 34874"/>
                <a:gd name="csX65" fmla="*/ 37741 w 53506"/>
                <a:gd name="csY65" fmla="*/ 0 h 34874"/>
                <a:gd name="csX66" fmla="*/ 40129 w 53506"/>
                <a:gd name="csY66" fmla="*/ 0 h 34874"/>
                <a:gd name="csX67" fmla="*/ 42996 w 53506"/>
                <a:gd name="csY67" fmla="*/ 956 h 34874"/>
                <a:gd name="csX68" fmla="*/ 45862 w 53506"/>
                <a:gd name="csY68" fmla="*/ 2389 h 34874"/>
                <a:gd name="csX69" fmla="*/ 48729 w 53506"/>
                <a:gd name="csY69" fmla="*/ 3344 h 34874"/>
                <a:gd name="csX70" fmla="*/ 51595 w 53506"/>
                <a:gd name="csY70" fmla="*/ 2867 h 34874"/>
                <a:gd name="csX71" fmla="*/ 51595 w 53506"/>
                <a:gd name="csY71" fmla="*/ 6688 h 34874"/>
                <a:gd name="csX72" fmla="*/ 51595 w 53506"/>
                <a:gd name="csY72" fmla="*/ 8121 h 34874"/>
                <a:gd name="csX73" fmla="*/ 52550 w 53506"/>
                <a:gd name="csY73" fmla="*/ 9555 h 34874"/>
                <a:gd name="csX74" fmla="*/ 52073 w 53506"/>
                <a:gd name="csY74" fmla="*/ 10988 h 34874"/>
                <a:gd name="csX75" fmla="*/ 53506 w 53506"/>
                <a:gd name="csY75" fmla="*/ 11943 h 34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53506" h="34874">
                  <a:moveTo>
                    <a:pt x="53506" y="11943"/>
                  </a:moveTo>
                  <a:lnTo>
                    <a:pt x="49684" y="13854"/>
                  </a:lnTo>
                  <a:lnTo>
                    <a:pt x="46340" y="16243"/>
                  </a:lnTo>
                  <a:lnTo>
                    <a:pt x="44907" y="18154"/>
                  </a:lnTo>
                  <a:lnTo>
                    <a:pt x="43474" y="20065"/>
                  </a:lnTo>
                  <a:lnTo>
                    <a:pt x="42996" y="21976"/>
                  </a:lnTo>
                  <a:lnTo>
                    <a:pt x="42518" y="24364"/>
                  </a:lnTo>
                  <a:lnTo>
                    <a:pt x="41085" y="23409"/>
                  </a:lnTo>
                  <a:lnTo>
                    <a:pt x="37741" y="19587"/>
                  </a:lnTo>
                  <a:lnTo>
                    <a:pt x="35830" y="18632"/>
                  </a:lnTo>
                  <a:lnTo>
                    <a:pt x="32486" y="18154"/>
                  </a:lnTo>
                  <a:lnTo>
                    <a:pt x="31531" y="18632"/>
                  </a:lnTo>
                  <a:lnTo>
                    <a:pt x="24842" y="21498"/>
                  </a:lnTo>
                  <a:lnTo>
                    <a:pt x="23886" y="24364"/>
                  </a:lnTo>
                  <a:lnTo>
                    <a:pt x="21976" y="27708"/>
                  </a:lnTo>
                  <a:lnTo>
                    <a:pt x="21020" y="29142"/>
                  </a:lnTo>
                  <a:lnTo>
                    <a:pt x="20065" y="29142"/>
                  </a:lnTo>
                  <a:lnTo>
                    <a:pt x="19109" y="30097"/>
                  </a:lnTo>
                  <a:lnTo>
                    <a:pt x="18632" y="32963"/>
                  </a:lnTo>
                  <a:lnTo>
                    <a:pt x="16243" y="34874"/>
                  </a:lnTo>
                  <a:lnTo>
                    <a:pt x="15288" y="34874"/>
                  </a:lnTo>
                  <a:lnTo>
                    <a:pt x="12899" y="34397"/>
                  </a:lnTo>
                  <a:lnTo>
                    <a:pt x="11943" y="34874"/>
                  </a:lnTo>
                  <a:lnTo>
                    <a:pt x="13377" y="31530"/>
                  </a:lnTo>
                  <a:lnTo>
                    <a:pt x="10988" y="31052"/>
                  </a:lnTo>
                  <a:lnTo>
                    <a:pt x="9077" y="31530"/>
                  </a:lnTo>
                  <a:lnTo>
                    <a:pt x="9077" y="29142"/>
                  </a:lnTo>
                  <a:lnTo>
                    <a:pt x="7644" y="28186"/>
                  </a:lnTo>
                  <a:lnTo>
                    <a:pt x="8599" y="26753"/>
                  </a:lnTo>
                  <a:lnTo>
                    <a:pt x="8599" y="25798"/>
                  </a:lnTo>
                  <a:lnTo>
                    <a:pt x="9077" y="24842"/>
                  </a:lnTo>
                  <a:lnTo>
                    <a:pt x="9555" y="23886"/>
                  </a:lnTo>
                  <a:lnTo>
                    <a:pt x="9077" y="23409"/>
                  </a:lnTo>
                  <a:lnTo>
                    <a:pt x="8122" y="22931"/>
                  </a:lnTo>
                  <a:lnTo>
                    <a:pt x="7166" y="22453"/>
                  </a:lnTo>
                  <a:lnTo>
                    <a:pt x="7166" y="20065"/>
                  </a:lnTo>
                  <a:lnTo>
                    <a:pt x="6688" y="20065"/>
                  </a:lnTo>
                  <a:lnTo>
                    <a:pt x="4777" y="20542"/>
                  </a:lnTo>
                  <a:lnTo>
                    <a:pt x="956" y="21976"/>
                  </a:lnTo>
                  <a:lnTo>
                    <a:pt x="0" y="21976"/>
                  </a:lnTo>
                  <a:lnTo>
                    <a:pt x="1433" y="21020"/>
                  </a:lnTo>
                  <a:lnTo>
                    <a:pt x="4777" y="19587"/>
                  </a:lnTo>
                  <a:lnTo>
                    <a:pt x="6211" y="18632"/>
                  </a:lnTo>
                  <a:lnTo>
                    <a:pt x="9555" y="15765"/>
                  </a:lnTo>
                  <a:lnTo>
                    <a:pt x="11943" y="14810"/>
                  </a:lnTo>
                  <a:lnTo>
                    <a:pt x="12899" y="12421"/>
                  </a:lnTo>
                  <a:lnTo>
                    <a:pt x="13377" y="10988"/>
                  </a:lnTo>
                  <a:lnTo>
                    <a:pt x="13854" y="10032"/>
                  </a:lnTo>
                  <a:lnTo>
                    <a:pt x="14810" y="8121"/>
                  </a:lnTo>
                  <a:lnTo>
                    <a:pt x="15765" y="7166"/>
                  </a:lnTo>
                  <a:lnTo>
                    <a:pt x="17676" y="5733"/>
                  </a:lnTo>
                  <a:lnTo>
                    <a:pt x="18632" y="5733"/>
                  </a:lnTo>
                  <a:lnTo>
                    <a:pt x="20065" y="7644"/>
                  </a:lnTo>
                  <a:lnTo>
                    <a:pt x="21498" y="9555"/>
                  </a:lnTo>
                  <a:lnTo>
                    <a:pt x="22931" y="9077"/>
                  </a:lnTo>
                  <a:lnTo>
                    <a:pt x="24842" y="8599"/>
                  </a:lnTo>
                  <a:lnTo>
                    <a:pt x="25798" y="8121"/>
                  </a:lnTo>
                  <a:lnTo>
                    <a:pt x="28186" y="8599"/>
                  </a:lnTo>
                  <a:lnTo>
                    <a:pt x="30575" y="7644"/>
                  </a:lnTo>
                  <a:lnTo>
                    <a:pt x="31531" y="6210"/>
                  </a:lnTo>
                  <a:lnTo>
                    <a:pt x="31531" y="4777"/>
                  </a:lnTo>
                  <a:lnTo>
                    <a:pt x="31052" y="2389"/>
                  </a:lnTo>
                  <a:lnTo>
                    <a:pt x="32008" y="2867"/>
                  </a:lnTo>
                  <a:lnTo>
                    <a:pt x="32963" y="2389"/>
                  </a:lnTo>
                  <a:lnTo>
                    <a:pt x="35352" y="956"/>
                  </a:lnTo>
                  <a:lnTo>
                    <a:pt x="37741" y="0"/>
                  </a:lnTo>
                  <a:lnTo>
                    <a:pt x="40129" y="0"/>
                  </a:lnTo>
                  <a:lnTo>
                    <a:pt x="42996" y="956"/>
                  </a:lnTo>
                  <a:lnTo>
                    <a:pt x="45862" y="2389"/>
                  </a:lnTo>
                  <a:lnTo>
                    <a:pt x="48729" y="3344"/>
                  </a:lnTo>
                  <a:lnTo>
                    <a:pt x="51595" y="2867"/>
                  </a:lnTo>
                  <a:lnTo>
                    <a:pt x="51595" y="6688"/>
                  </a:lnTo>
                  <a:lnTo>
                    <a:pt x="51595" y="8121"/>
                  </a:lnTo>
                  <a:lnTo>
                    <a:pt x="52550" y="9555"/>
                  </a:lnTo>
                  <a:lnTo>
                    <a:pt x="52073" y="10988"/>
                  </a:lnTo>
                  <a:lnTo>
                    <a:pt x="53506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A19C3E0F-C00B-56FB-7E5D-3F8568385AB4}"/>
                </a:ext>
              </a:extLst>
            </p:cNvPr>
            <p:cNvSpPr/>
            <p:nvPr/>
          </p:nvSpPr>
          <p:spPr>
            <a:xfrm>
              <a:off x="8553439" y="4854328"/>
              <a:ext cx="2388" cy="2866"/>
            </a:xfrm>
            <a:custGeom>
              <a:avLst/>
              <a:gdLst>
                <a:gd name="csX0" fmla="*/ 2389 w 2388"/>
                <a:gd name="csY0" fmla="*/ 0 h 2866"/>
                <a:gd name="csX1" fmla="*/ 1911 w 2388"/>
                <a:gd name="csY1" fmla="*/ 956 h 2866"/>
                <a:gd name="csX2" fmla="*/ 955 w 2388"/>
                <a:gd name="csY2" fmla="*/ 2389 h 2866"/>
                <a:gd name="csX3" fmla="*/ 955 w 2388"/>
                <a:gd name="csY3" fmla="*/ 2866 h 2866"/>
                <a:gd name="csX4" fmla="*/ 0 w 2388"/>
                <a:gd name="csY4" fmla="*/ 2389 h 2866"/>
                <a:gd name="csX5" fmla="*/ 0 w 2388"/>
                <a:gd name="csY5" fmla="*/ 1911 h 2866"/>
                <a:gd name="csX6" fmla="*/ 955 w 2388"/>
                <a:gd name="csY6" fmla="*/ 956 h 2866"/>
                <a:gd name="csX7" fmla="*/ 1433 w 2388"/>
                <a:gd name="csY7" fmla="*/ 0 h 2866"/>
                <a:gd name="csX8" fmla="*/ 2389 w 2388"/>
                <a:gd name="csY8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866">
                  <a:moveTo>
                    <a:pt x="2389" y="0"/>
                  </a:moveTo>
                  <a:lnTo>
                    <a:pt x="1911" y="956"/>
                  </a:lnTo>
                  <a:lnTo>
                    <a:pt x="955" y="2389"/>
                  </a:lnTo>
                  <a:lnTo>
                    <a:pt x="955" y="2866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955" y="956"/>
                  </a:lnTo>
                  <a:lnTo>
                    <a:pt x="1433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05A8142F-DD02-0686-19B1-C0EFFDC86FE0}"/>
                </a:ext>
              </a:extLst>
            </p:cNvPr>
            <p:cNvSpPr/>
            <p:nvPr/>
          </p:nvSpPr>
          <p:spPr>
            <a:xfrm>
              <a:off x="8553439" y="4851462"/>
              <a:ext cx="1911" cy="1910"/>
            </a:xfrm>
            <a:custGeom>
              <a:avLst/>
              <a:gdLst>
                <a:gd name="csX0" fmla="*/ 1911 w 1911"/>
                <a:gd name="csY0" fmla="*/ 955 h 1910"/>
                <a:gd name="csX1" fmla="*/ 1911 w 1911"/>
                <a:gd name="csY1" fmla="*/ 1911 h 1910"/>
                <a:gd name="csX2" fmla="*/ 955 w 1911"/>
                <a:gd name="csY2" fmla="*/ 1911 h 1910"/>
                <a:gd name="csX3" fmla="*/ 0 w 1911"/>
                <a:gd name="csY3" fmla="*/ 478 h 1910"/>
                <a:gd name="csX4" fmla="*/ 955 w 1911"/>
                <a:gd name="csY4" fmla="*/ 0 h 1910"/>
                <a:gd name="csX5" fmla="*/ 1911 w 1911"/>
                <a:gd name="csY5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1910">
                  <a:moveTo>
                    <a:pt x="1911" y="955"/>
                  </a:moveTo>
                  <a:lnTo>
                    <a:pt x="1911" y="1911"/>
                  </a:lnTo>
                  <a:lnTo>
                    <a:pt x="955" y="1911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53824A2C-331D-D0DA-6E76-6BFA32CEAD1D}"/>
                </a:ext>
              </a:extLst>
            </p:cNvPr>
            <p:cNvSpPr/>
            <p:nvPr/>
          </p:nvSpPr>
          <p:spPr>
            <a:xfrm>
              <a:off x="8552483" y="3735008"/>
              <a:ext cx="1911" cy="10032"/>
            </a:xfrm>
            <a:custGeom>
              <a:avLst/>
              <a:gdLst>
                <a:gd name="csX0" fmla="*/ 1911 w 1911"/>
                <a:gd name="csY0" fmla="*/ 0 h 10032"/>
                <a:gd name="csX1" fmla="*/ 1911 w 1911"/>
                <a:gd name="csY1" fmla="*/ 955 h 10032"/>
                <a:gd name="csX2" fmla="*/ 1911 w 1911"/>
                <a:gd name="csY2" fmla="*/ 2389 h 10032"/>
                <a:gd name="csX3" fmla="*/ 1433 w 1911"/>
                <a:gd name="csY3" fmla="*/ 3344 h 10032"/>
                <a:gd name="csX4" fmla="*/ 478 w 1911"/>
                <a:gd name="csY4" fmla="*/ 4300 h 10032"/>
                <a:gd name="csX5" fmla="*/ 0 w 1911"/>
                <a:gd name="csY5" fmla="*/ 6210 h 10032"/>
                <a:gd name="csX6" fmla="*/ 478 w 1911"/>
                <a:gd name="csY6" fmla="*/ 7166 h 10032"/>
                <a:gd name="csX7" fmla="*/ 1433 w 1911"/>
                <a:gd name="csY7" fmla="*/ 10032 h 10032"/>
                <a:gd name="csX8" fmla="*/ 478 w 1911"/>
                <a:gd name="csY8" fmla="*/ 7166 h 10032"/>
                <a:gd name="csX9" fmla="*/ 0 w 1911"/>
                <a:gd name="csY9" fmla="*/ 6210 h 10032"/>
                <a:gd name="csX10" fmla="*/ 478 w 1911"/>
                <a:gd name="csY10" fmla="*/ 4300 h 10032"/>
                <a:gd name="csX11" fmla="*/ 1433 w 1911"/>
                <a:gd name="csY11" fmla="*/ 3344 h 10032"/>
                <a:gd name="csX12" fmla="*/ 1911 w 1911"/>
                <a:gd name="csY12" fmla="*/ 2389 h 10032"/>
                <a:gd name="csX13" fmla="*/ 1911 w 1911"/>
                <a:gd name="csY13" fmla="*/ 955 h 10032"/>
                <a:gd name="csX14" fmla="*/ 1911 w 1911"/>
                <a:gd name="csY14" fmla="*/ 0 h 10032"/>
                <a:gd name="csX15" fmla="*/ 1911 w 1911"/>
                <a:gd name="csY15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911" h="10032">
                  <a:moveTo>
                    <a:pt x="1911" y="0"/>
                  </a:moveTo>
                  <a:lnTo>
                    <a:pt x="1911" y="955"/>
                  </a:lnTo>
                  <a:lnTo>
                    <a:pt x="1911" y="2389"/>
                  </a:lnTo>
                  <a:lnTo>
                    <a:pt x="1433" y="3344"/>
                  </a:lnTo>
                  <a:lnTo>
                    <a:pt x="478" y="4300"/>
                  </a:lnTo>
                  <a:lnTo>
                    <a:pt x="0" y="6210"/>
                  </a:lnTo>
                  <a:lnTo>
                    <a:pt x="478" y="7166"/>
                  </a:lnTo>
                  <a:lnTo>
                    <a:pt x="1433" y="10032"/>
                  </a:lnTo>
                  <a:lnTo>
                    <a:pt x="478" y="7166"/>
                  </a:lnTo>
                  <a:lnTo>
                    <a:pt x="0" y="6210"/>
                  </a:lnTo>
                  <a:lnTo>
                    <a:pt x="478" y="4300"/>
                  </a:lnTo>
                  <a:lnTo>
                    <a:pt x="1433" y="3344"/>
                  </a:lnTo>
                  <a:lnTo>
                    <a:pt x="1911" y="2389"/>
                  </a:lnTo>
                  <a:lnTo>
                    <a:pt x="1911" y="955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D616A5E3-12FA-B917-E5FE-B38D3CAF98A7}"/>
                </a:ext>
              </a:extLst>
            </p:cNvPr>
            <p:cNvSpPr/>
            <p:nvPr/>
          </p:nvSpPr>
          <p:spPr>
            <a:xfrm>
              <a:off x="8550095" y="3732142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0 w 1911"/>
                <a:gd name="csY1" fmla="*/ 0 h 477"/>
                <a:gd name="csX2" fmla="*/ 0 w 1911"/>
                <a:gd name="csY2" fmla="*/ 0 h 477"/>
                <a:gd name="csX3" fmla="*/ 1911 w 1911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392">
              <a:extLst>
                <a:ext uri="{FF2B5EF4-FFF2-40B4-BE49-F238E27FC236}">
                  <a16:creationId xmlns:a16="http://schemas.microsoft.com/office/drawing/2014/main" id="{29F9CE18-85D9-4C57-3072-8F3E8A27A5DE}"/>
                </a:ext>
              </a:extLst>
            </p:cNvPr>
            <p:cNvSpPr/>
            <p:nvPr/>
          </p:nvSpPr>
          <p:spPr>
            <a:xfrm>
              <a:off x="8550573" y="3755551"/>
              <a:ext cx="1432" cy="955"/>
            </a:xfrm>
            <a:custGeom>
              <a:avLst/>
              <a:gdLst>
                <a:gd name="csX0" fmla="*/ 1433 w 1432"/>
                <a:gd name="csY0" fmla="*/ 0 h 955"/>
                <a:gd name="csX1" fmla="*/ 0 w 1432"/>
                <a:gd name="csY1" fmla="*/ 956 h 955"/>
                <a:gd name="csX2" fmla="*/ 0 w 1432"/>
                <a:gd name="csY2" fmla="*/ 956 h 955"/>
                <a:gd name="csX3" fmla="*/ 1433 w 1432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955">
                  <a:moveTo>
                    <a:pt x="1433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F7DF6FCA-241C-6AC4-E725-06F59E256C72}"/>
                </a:ext>
              </a:extLst>
            </p:cNvPr>
            <p:cNvSpPr/>
            <p:nvPr/>
          </p:nvSpPr>
          <p:spPr>
            <a:xfrm>
              <a:off x="8542451" y="4846207"/>
              <a:ext cx="9076" cy="13376"/>
            </a:xfrm>
            <a:custGeom>
              <a:avLst/>
              <a:gdLst>
                <a:gd name="csX0" fmla="*/ 9077 w 9076"/>
                <a:gd name="csY0" fmla="*/ 4777 h 13376"/>
                <a:gd name="csX1" fmla="*/ 9077 w 9076"/>
                <a:gd name="csY1" fmla="*/ 6210 h 13376"/>
                <a:gd name="csX2" fmla="*/ 8599 w 9076"/>
                <a:gd name="csY2" fmla="*/ 7644 h 13376"/>
                <a:gd name="csX3" fmla="*/ 6688 w 9076"/>
                <a:gd name="csY3" fmla="*/ 9555 h 13376"/>
                <a:gd name="csX4" fmla="*/ 5733 w 9076"/>
                <a:gd name="csY4" fmla="*/ 11943 h 13376"/>
                <a:gd name="csX5" fmla="*/ 5255 w 9076"/>
                <a:gd name="csY5" fmla="*/ 12421 h 13376"/>
                <a:gd name="csX6" fmla="*/ 2389 w 9076"/>
                <a:gd name="csY6" fmla="*/ 13376 h 13376"/>
                <a:gd name="csX7" fmla="*/ 478 w 9076"/>
                <a:gd name="csY7" fmla="*/ 11943 h 13376"/>
                <a:gd name="csX8" fmla="*/ 0 w 9076"/>
                <a:gd name="csY8" fmla="*/ 10988 h 13376"/>
                <a:gd name="csX9" fmla="*/ 956 w 9076"/>
                <a:gd name="csY9" fmla="*/ 5733 h 13376"/>
                <a:gd name="csX10" fmla="*/ 1911 w 9076"/>
                <a:gd name="csY10" fmla="*/ 5733 h 13376"/>
                <a:gd name="csX11" fmla="*/ 2389 w 9076"/>
                <a:gd name="csY11" fmla="*/ 5733 h 13376"/>
                <a:gd name="csX12" fmla="*/ 2389 w 9076"/>
                <a:gd name="csY12" fmla="*/ 5255 h 13376"/>
                <a:gd name="csX13" fmla="*/ 956 w 9076"/>
                <a:gd name="csY13" fmla="*/ 4777 h 13376"/>
                <a:gd name="csX14" fmla="*/ 956 w 9076"/>
                <a:gd name="csY14" fmla="*/ 1433 h 13376"/>
                <a:gd name="csX15" fmla="*/ 956 w 9076"/>
                <a:gd name="csY15" fmla="*/ 478 h 13376"/>
                <a:gd name="csX16" fmla="*/ 1911 w 9076"/>
                <a:gd name="csY16" fmla="*/ 0 h 13376"/>
                <a:gd name="csX17" fmla="*/ 3344 w 9076"/>
                <a:gd name="csY17" fmla="*/ 956 h 13376"/>
                <a:gd name="csX18" fmla="*/ 4777 w 9076"/>
                <a:gd name="csY18" fmla="*/ 2867 h 13376"/>
                <a:gd name="csX19" fmla="*/ 6688 w 9076"/>
                <a:gd name="csY19" fmla="*/ 3822 h 13376"/>
                <a:gd name="csX20" fmla="*/ 9077 w 9076"/>
                <a:gd name="csY20" fmla="*/ 4777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9076" h="13376">
                  <a:moveTo>
                    <a:pt x="9077" y="4777"/>
                  </a:moveTo>
                  <a:lnTo>
                    <a:pt x="9077" y="6210"/>
                  </a:lnTo>
                  <a:lnTo>
                    <a:pt x="8599" y="7644"/>
                  </a:lnTo>
                  <a:lnTo>
                    <a:pt x="6688" y="9555"/>
                  </a:lnTo>
                  <a:lnTo>
                    <a:pt x="5733" y="11943"/>
                  </a:lnTo>
                  <a:lnTo>
                    <a:pt x="5255" y="12421"/>
                  </a:lnTo>
                  <a:lnTo>
                    <a:pt x="2389" y="13376"/>
                  </a:lnTo>
                  <a:lnTo>
                    <a:pt x="478" y="11943"/>
                  </a:lnTo>
                  <a:lnTo>
                    <a:pt x="0" y="10988"/>
                  </a:lnTo>
                  <a:lnTo>
                    <a:pt x="956" y="5733"/>
                  </a:lnTo>
                  <a:lnTo>
                    <a:pt x="1911" y="5733"/>
                  </a:lnTo>
                  <a:lnTo>
                    <a:pt x="2389" y="5733"/>
                  </a:lnTo>
                  <a:lnTo>
                    <a:pt x="2389" y="5255"/>
                  </a:lnTo>
                  <a:lnTo>
                    <a:pt x="956" y="4777"/>
                  </a:lnTo>
                  <a:lnTo>
                    <a:pt x="956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344" y="956"/>
                  </a:lnTo>
                  <a:lnTo>
                    <a:pt x="4777" y="2867"/>
                  </a:lnTo>
                  <a:lnTo>
                    <a:pt x="6688" y="3822"/>
                  </a:lnTo>
                  <a:lnTo>
                    <a:pt x="9077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" name="Freeform 394">
              <a:extLst>
                <a:ext uri="{FF2B5EF4-FFF2-40B4-BE49-F238E27FC236}">
                  <a16:creationId xmlns:a16="http://schemas.microsoft.com/office/drawing/2014/main" id="{22F241C5-EEE2-8C1E-F822-F7EB94046023}"/>
                </a:ext>
              </a:extLst>
            </p:cNvPr>
            <p:cNvSpPr/>
            <p:nvPr/>
          </p:nvSpPr>
          <p:spPr>
            <a:xfrm>
              <a:off x="8547706" y="4771203"/>
              <a:ext cx="1911" cy="1911"/>
            </a:xfrm>
            <a:custGeom>
              <a:avLst/>
              <a:gdLst>
                <a:gd name="csX0" fmla="*/ 1911 w 1911"/>
                <a:gd name="csY0" fmla="*/ 478 h 1911"/>
                <a:gd name="csX1" fmla="*/ 956 w 1911"/>
                <a:gd name="csY1" fmla="*/ 1911 h 1911"/>
                <a:gd name="csX2" fmla="*/ 478 w 1911"/>
                <a:gd name="csY2" fmla="*/ 1911 h 1911"/>
                <a:gd name="csX3" fmla="*/ 0 w 1911"/>
                <a:gd name="csY3" fmla="*/ 1433 h 1911"/>
                <a:gd name="csX4" fmla="*/ 478 w 1911"/>
                <a:gd name="csY4" fmla="*/ 0 h 1911"/>
                <a:gd name="csX5" fmla="*/ 956 w 1911"/>
                <a:gd name="csY5" fmla="*/ 0 h 1911"/>
                <a:gd name="csX6" fmla="*/ 956 w 1911"/>
                <a:gd name="csY6" fmla="*/ 0 h 1911"/>
                <a:gd name="csX7" fmla="*/ 1911 w 1911"/>
                <a:gd name="csY7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1">
                  <a:moveTo>
                    <a:pt x="1911" y="478"/>
                  </a:moveTo>
                  <a:lnTo>
                    <a:pt x="956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" name="Freeform 395">
              <a:extLst>
                <a:ext uri="{FF2B5EF4-FFF2-40B4-BE49-F238E27FC236}">
                  <a16:creationId xmlns:a16="http://schemas.microsoft.com/office/drawing/2014/main" id="{730EC995-35C8-5E0A-CD18-DF9E6E5E9D53}"/>
                </a:ext>
              </a:extLst>
            </p:cNvPr>
            <p:cNvSpPr/>
            <p:nvPr/>
          </p:nvSpPr>
          <p:spPr>
            <a:xfrm>
              <a:off x="8526687" y="3756984"/>
              <a:ext cx="21975" cy="49683"/>
            </a:xfrm>
            <a:custGeom>
              <a:avLst/>
              <a:gdLst>
                <a:gd name="csX0" fmla="*/ 21975 w 21975"/>
                <a:gd name="csY0" fmla="*/ 0 h 49683"/>
                <a:gd name="csX1" fmla="*/ 21020 w 21975"/>
                <a:gd name="csY1" fmla="*/ 0 h 49683"/>
                <a:gd name="csX2" fmla="*/ 20064 w 21975"/>
                <a:gd name="csY2" fmla="*/ 478 h 49683"/>
                <a:gd name="csX3" fmla="*/ 19587 w 21975"/>
                <a:gd name="csY3" fmla="*/ 1433 h 49683"/>
                <a:gd name="csX4" fmla="*/ 19109 w 21975"/>
                <a:gd name="csY4" fmla="*/ 2389 h 49683"/>
                <a:gd name="csX5" fmla="*/ 17676 w 21975"/>
                <a:gd name="csY5" fmla="*/ 3344 h 49683"/>
                <a:gd name="csX6" fmla="*/ 17676 w 21975"/>
                <a:gd name="csY6" fmla="*/ 4777 h 49683"/>
                <a:gd name="csX7" fmla="*/ 18153 w 21975"/>
                <a:gd name="csY7" fmla="*/ 6688 h 49683"/>
                <a:gd name="csX8" fmla="*/ 18631 w 21975"/>
                <a:gd name="csY8" fmla="*/ 8121 h 49683"/>
                <a:gd name="csX9" fmla="*/ 17198 w 21975"/>
                <a:gd name="csY9" fmla="*/ 9555 h 49683"/>
                <a:gd name="csX10" fmla="*/ 16242 w 21975"/>
                <a:gd name="csY10" fmla="*/ 12421 h 49683"/>
                <a:gd name="csX11" fmla="*/ 15765 w 21975"/>
                <a:gd name="csY11" fmla="*/ 12899 h 49683"/>
                <a:gd name="csX12" fmla="*/ 15287 w 21975"/>
                <a:gd name="csY12" fmla="*/ 14810 h 49683"/>
                <a:gd name="csX13" fmla="*/ 15287 w 21975"/>
                <a:gd name="csY13" fmla="*/ 15287 h 49683"/>
                <a:gd name="csX14" fmla="*/ 14809 w 21975"/>
                <a:gd name="csY14" fmla="*/ 19109 h 49683"/>
                <a:gd name="csX15" fmla="*/ 13376 w 21975"/>
                <a:gd name="csY15" fmla="*/ 21976 h 49683"/>
                <a:gd name="csX16" fmla="*/ 11943 w 21975"/>
                <a:gd name="csY16" fmla="*/ 24842 h 49683"/>
                <a:gd name="csX17" fmla="*/ 12421 w 21975"/>
                <a:gd name="csY17" fmla="*/ 26753 h 49683"/>
                <a:gd name="csX18" fmla="*/ 12421 w 21975"/>
                <a:gd name="csY18" fmla="*/ 28186 h 49683"/>
                <a:gd name="csX19" fmla="*/ 11943 w 21975"/>
                <a:gd name="csY19" fmla="*/ 29142 h 49683"/>
                <a:gd name="csX20" fmla="*/ 11943 w 21975"/>
                <a:gd name="csY20" fmla="*/ 29619 h 49683"/>
                <a:gd name="csX21" fmla="*/ 11465 w 21975"/>
                <a:gd name="csY21" fmla="*/ 31530 h 49683"/>
                <a:gd name="csX22" fmla="*/ 10987 w 21975"/>
                <a:gd name="csY22" fmla="*/ 32008 h 49683"/>
                <a:gd name="csX23" fmla="*/ 9555 w 21975"/>
                <a:gd name="csY23" fmla="*/ 32963 h 49683"/>
                <a:gd name="csX24" fmla="*/ 8599 w 21975"/>
                <a:gd name="csY24" fmla="*/ 34397 h 49683"/>
                <a:gd name="csX25" fmla="*/ 8599 w 21975"/>
                <a:gd name="csY25" fmla="*/ 36308 h 49683"/>
                <a:gd name="csX26" fmla="*/ 8121 w 21975"/>
                <a:gd name="csY26" fmla="*/ 37741 h 49683"/>
                <a:gd name="csX27" fmla="*/ 7644 w 21975"/>
                <a:gd name="csY27" fmla="*/ 39174 h 49683"/>
                <a:gd name="csX28" fmla="*/ 6688 w 21975"/>
                <a:gd name="csY28" fmla="*/ 40129 h 49683"/>
                <a:gd name="csX29" fmla="*/ 5733 w 21975"/>
                <a:gd name="csY29" fmla="*/ 40607 h 49683"/>
                <a:gd name="csX30" fmla="*/ 4777 w 21975"/>
                <a:gd name="csY30" fmla="*/ 41085 h 49683"/>
                <a:gd name="csX31" fmla="*/ 4299 w 21975"/>
                <a:gd name="csY31" fmla="*/ 42996 h 49683"/>
                <a:gd name="csX32" fmla="*/ 4299 w 21975"/>
                <a:gd name="csY32" fmla="*/ 44429 h 49683"/>
                <a:gd name="csX33" fmla="*/ 3344 w 21975"/>
                <a:gd name="csY33" fmla="*/ 45384 h 49683"/>
                <a:gd name="csX34" fmla="*/ 3821 w 21975"/>
                <a:gd name="csY34" fmla="*/ 46817 h 49683"/>
                <a:gd name="csX35" fmla="*/ 3344 w 21975"/>
                <a:gd name="csY35" fmla="*/ 48251 h 49683"/>
                <a:gd name="csX36" fmla="*/ 1433 w 21975"/>
                <a:gd name="csY36" fmla="*/ 49206 h 49683"/>
                <a:gd name="csX37" fmla="*/ 955 w 21975"/>
                <a:gd name="csY37" fmla="*/ 49684 h 49683"/>
                <a:gd name="csX38" fmla="*/ 0 w 21975"/>
                <a:gd name="csY38" fmla="*/ 49684 h 49683"/>
                <a:gd name="csX39" fmla="*/ 478 w 21975"/>
                <a:gd name="csY39" fmla="*/ 49684 h 49683"/>
                <a:gd name="csX40" fmla="*/ 1433 w 21975"/>
                <a:gd name="csY40" fmla="*/ 49206 h 49683"/>
                <a:gd name="csX41" fmla="*/ 3344 w 21975"/>
                <a:gd name="csY41" fmla="*/ 48251 h 49683"/>
                <a:gd name="csX42" fmla="*/ 3821 w 21975"/>
                <a:gd name="csY42" fmla="*/ 46817 h 49683"/>
                <a:gd name="csX43" fmla="*/ 3344 w 21975"/>
                <a:gd name="csY43" fmla="*/ 45384 h 49683"/>
                <a:gd name="csX44" fmla="*/ 3821 w 21975"/>
                <a:gd name="csY44" fmla="*/ 44429 h 49683"/>
                <a:gd name="csX45" fmla="*/ 4299 w 21975"/>
                <a:gd name="csY45" fmla="*/ 42996 h 49683"/>
                <a:gd name="csX46" fmla="*/ 4777 w 21975"/>
                <a:gd name="csY46" fmla="*/ 41085 h 49683"/>
                <a:gd name="csX47" fmla="*/ 5255 w 21975"/>
                <a:gd name="csY47" fmla="*/ 40607 h 49683"/>
                <a:gd name="csX48" fmla="*/ 6688 w 21975"/>
                <a:gd name="csY48" fmla="*/ 40129 h 49683"/>
                <a:gd name="csX49" fmla="*/ 7166 w 21975"/>
                <a:gd name="csY49" fmla="*/ 39174 h 49683"/>
                <a:gd name="csX50" fmla="*/ 8121 w 21975"/>
                <a:gd name="csY50" fmla="*/ 37741 h 49683"/>
                <a:gd name="csX51" fmla="*/ 8599 w 21975"/>
                <a:gd name="csY51" fmla="*/ 36308 h 49683"/>
                <a:gd name="csX52" fmla="*/ 8599 w 21975"/>
                <a:gd name="csY52" fmla="*/ 34397 h 49683"/>
                <a:gd name="csX53" fmla="*/ 9555 w 21975"/>
                <a:gd name="csY53" fmla="*/ 32963 h 49683"/>
                <a:gd name="csX54" fmla="*/ 10987 w 21975"/>
                <a:gd name="csY54" fmla="*/ 32008 h 49683"/>
                <a:gd name="csX55" fmla="*/ 11465 w 21975"/>
                <a:gd name="csY55" fmla="*/ 31530 h 49683"/>
                <a:gd name="csX56" fmla="*/ 11943 w 21975"/>
                <a:gd name="csY56" fmla="*/ 29619 h 49683"/>
                <a:gd name="csX57" fmla="*/ 11943 w 21975"/>
                <a:gd name="csY57" fmla="*/ 29142 h 49683"/>
                <a:gd name="csX58" fmla="*/ 12421 w 21975"/>
                <a:gd name="csY58" fmla="*/ 28186 h 49683"/>
                <a:gd name="csX59" fmla="*/ 11943 w 21975"/>
                <a:gd name="csY59" fmla="*/ 26753 h 49683"/>
                <a:gd name="csX60" fmla="*/ 11465 w 21975"/>
                <a:gd name="csY60" fmla="*/ 24842 h 49683"/>
                <a:gd name="csX61" fmla="*/ 13376 w 21975"/>
                <a:gd name="csY61" fmla="*/ 21976 h 49683"/>
                <a:gd name="csX62" fmla="*/ 14809 w 21975"/>
                <a:gd name="csY62" fmla="*/ 19109 h 49683"/>
                <a:gd name="csX63" fmla="*/ 15287 w 21975"/>
                <a:gd name="csY63" fmla="*/ 15287 h 49683"/>
                <a:gd name="csX64" fmla="*/ 15287 w 21975"/>
                <a:gd name="csY64" fmla="*/ 14810 h 49683"/>
                <a:gd name="csX65" fmla="*/ 15765 w 21975"/>
                <a:gd name="csY65" fmla="*/ 12899 h 49683"/>
                <a:gd name="csX66" fmla="*/ 16242 w 21975"/>
                <a:gd name="csY66" fmla="*/ 12421 h 49683"/>
                <a:gd name="csX67" fmla="*/ 17198 w 21975"/>
                <a:gd name="csY67" fmla="*/ 9555 h 49683"/>
                <a:gd name="csX68" fmla="*/ 18153 w 21975"/>
                <a:gd name="csY68" fmla="*/ 8121 h 49683"/>
                <a:gd name="csX69" fmla="*/ 18153 w 21975"/>
                <a:gd name="csY69" fmla="*/ 6210 h 49683"/>
                <a:gd name="csX70" fmla="*/ 17676 w 21975"/>
                <a:gd name="csY70" fmla="*/ 4777 h 49683"/>
                <a:gd name="csX71" fmla="*/ 17676 w 21975"/>
                <a:gd name="csY71" fmla="*/ 3344 h 49683"/>
                <a:gd name="csX72" fmla="*/ 18631 w 21975"/>
                <a:gd name="csY72" fmla="*/ 2389 h 49683"/>
                <a:gd name="csX73" fmla="*/ 19587 w 21975"/>
                <a:gd name="csY73" fmla="*/ 1433 h 49683"/>
                <a:gd name="csX74" fmla="*/ 20064 w 21975"/>
                <a:gd name="csY74" fmla="*/ 478 h 49683"/>
                <a:gd name="csX75" fmla="*/ 21020 w 21975"/>
                <a:gd name="csY75" fmla="*/ 0 h 49683"/>
                <a:gd name="csX76" fmla="*/ 21975 w 21975"/>
                <a:gd name="csY76" fmla="*/ 0 h 49683"/>
                <a:gd name="csX77" fmla="*/ 21975 w 21975"/>
                <a:gd name="csY77" fmla="*/ 0 h 49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21975" h="49683">
                  <a:moveTo>
                    <a:pt x="21975" y="0"/>
                  </a:moveTo>
                  <a:lnTo>
                    <a:pt x="21020" y="0"/>
                  </a:lnTo>
                  <a:lnTo>
                    <a:pt x="20064" y="478"/>
                  </a:lnTo>
                  <a:lnTo>
                    <a:pt x="19587" y="1433"/>
                  </a:lnTo>
                  <a:lnTo>
                    <a:pt x="19109" y="2389"/>
                  </a:lnTo>
                  <a:lnTo>
                    <a:pt x="17676" y="3344"/>
                  </a:lnTo>
                  <a:lnTo>
                    <a:pt x="17676" y="4777"/>
                  </a:lnTo>
                  <a:lnTo>
                    <a:pt x="18153" y="6688"/>
                  </a:lnTo>
                  <a:lnTo>
                    <a:pt x="18631" y="8121"/>
                  </a:lnTo>
                  <a:lnTo>
                    <a:pt x="17198" y="9555"/>
                  </a:lnTo>
                  <a:lnTo>
                    <a:pt x="16242" y="12421"/>
                  </a:lnTo>
                  <a:lnTo>
                    <a:pt x="15765" y="12899"/>
                  </a:lnTo>
                  <a:lnTo>
                    <a:pt x="15287" y="14810"/>
                  </a:lnTo>
                  <a:lnTo>
                    <a:pt x="15287" y="15287"/>
                  </a:lnTo>
                  <a:lnTo>
                    <a:pt x="14809" y="19109"/>
                  </a:lnTo>
                  <a:lnTo>
                    <a:pt x="13376" y="21976"/>
                  </a:lnTo>
                  <a:lnTo>
                    <a:pt x="11943" y="24842"/>
                  </a:lnTo>
                  <a:lnTo>
                    <a:pt x="12421" y="26753"/>
                  </a:lnTo>
                  <a:lnTo>
                    <a:pt x="12421" y="28186"/>
                  </a:lnTo>
                  <a:lnTo>
                    <a:pt x="11943" y="29142"/>
                  </a:lnTo>
                  <a:lnTo>
                    <a:pt x="11943" y="29619"/>
                  </a:lnTo>
                  <a:lnTo>
                    <a:pt x="11465" y="31530"/>
                  </a:lnTo>
                  <a:lnTo>
                    <a:pt x="10987" y="32008"/>
                  </a:lnTo>
                  <a:lnTo>
                    <a:pt x="9555" y="32963"/>
                  </a:lnTo>
                  <a:lnTo>
                    <a:pt x="8599" y="34397"/>
                  </a:lnTo>
                  <a:lnTo>
                    <a:pt x="8599" y="36308"/>
                  </a:lnTo>
                  <a:lnTo>
                    <a:pt x="8121" y="37741"/>
                  </a:lnTo>
                  <a:lnTo>
                    <a:pt x="7644" y="39174"/>
                  </a:lnTo>
                  <a:lnTo>
                    <a:pt x="6688" y="40129"/>
                  </a:lnTo>
                  <a:lnTo>
                    <a:pt x="5733" y="40607"/>
                  </a:lnTo>
                  <a:lnTo>
                    <a:pt x="4777" y="41085"/>
                  </a:lnTo>
                  <a:lnTo>
                    <a:pt x="4299" y="42996"/>
                  </a:lnTo>
                  <a:lnTo>
                    <a:pt x="4299" y="44429"/>
                  </a:lnTo>
                  <a:lnTo>
                    <a:pt x="3344" y="45384"/>
                  </a:lnTo>
                  <a:lnTo>
                    <a:pt x="3821" y="46817"/>
                  </a:lnTo>
                  <a:lnTo>
                    <a:pt x="3344" y="48251"/>
                  </a:lnTo>
                  <a:lnTo>
                    <a:pt x="1433" y="49206"/>
                  </a:lnTo>
                  <a:lnTo>
                    <a:pt x="955" y="49684"/>
                  </a:lnTo>
                  <a:lnTo>
                    <a:pt x="0" y="49684"/>
                  </a:lnTo>
                  <a:lnTo>
                    <a:pt x="478" y="49684"/>
                  </a:lnTo>
                  <a:lnTo>
                    <a:pt x="1433" y="49206"/>
                  </a:lnTo>
                  <a:lnTo>
                    <a:pt x="3344" y="48251"/>
                  </a:lnTo>
                  <a:lnTo>
                    <a:pt x="3821" y="46817"/>
                  </a:lnTo>
                  <a:lnTo>
                    <a:pt x="3344" y="45384"/>
                  </a:lnTo>
                  <a:lnTo>
                    <a:pt x="3821" y="44429"/>
                  </a:lnTo>
                  <a:lnTo>
                    <a:pt x="4299" y="42996"/>
                  </a:lnTo>
                  <a:lnTo>
                    <a:pt x="4777" y="41085"/>
                  </a:lnTo>
                  <a:lnTo>
                    <a:pt x="5255" y="40607"/>
                  </a:lnTo>
                  <a:lnTo>
                    <a:pt x="6688" y="40129"/>
                  </a:lnTo>
                  <a:lnTo>
                    <a:pt x="7166" y="39174"/>
                  </a:lnTo>
                  <a:lnTo>
                    <a:pt x="8121" y="37741"/>
                  </a:lnTo>
                  <a:lnTo>
                    <a:pt x="8599" y="36308"/>
                  </a:lnTo>
                  <a:lnTo>
                    <a:pt x="8599" y="34397"/>
                  </a:lnTo>
                  <a:lnTo>
                    <a:pt x="9555" y="32963"/>
                  </a:lnTo>
                  <a:lnTo>
                    <a:pt x="10987" y="32008"/>
                  </a:lnTo>
                  <a:lnTo>
                    <a:pt x="11465" y="31530"/>
                  </a:lnTo>
                  <a:lnTo>
                    <a:pt x="11943" y="29619"/>
                  </a:lnTo>
                  <a:lnTo>
                    <a:pt x="11943" y="29142"/>
                  </a:lnTo>
                  <a:lnTo>
                    <a:pt x="12421" y="28186"/>
                  </a:lnTo>
                  <a:lnTo>
                    <a:pt x="11943" y="26753"/>
                  </a:lnTo>
                  <a:lnTo>
                    <a:pt x="11465" y="24842"/>
                  </a:lnTo>
                  <a:lnTo>
                    <a:pt x="13376" y="21976"/>
                  </a:lnTo>
                  <a:lnTo>
                    <a:pt x="14809" y="19109"/>
                  </a:lnTo>
                  <a:lnTo>
                    <a:pt x="15287" y="15287"/>
                  </a:lnTo>
                  <a:lnTo>
                    <a:pt x="15287" y="14810"/>
                  </a:lnTo>
                  <a:lnTo>
                    <a:pt x="15765" y="12899"/>
                  </a:lnTo>
                  <a:lnTo>
                    <a:pt x="16242" y="12421"/>
                  </a:lnTo>
                  <a:lnTo>
                    <a:pt x="17198" y="9555"/>
                  </a:lnTo>
                  <a:lnTo>
                    <a:pt x="18153" y="8121"/>
                  </a:lnTo>
                  <a:lnTo>
                    <a:pt x="18153" y="6210"/>
                  </a:lnTo>
                  <a:lnTo>
                    <a:pt x="17676" y="4777"/>
                  </a:lnTo>
                  <a:lnTo>
                    <a:pt x="17676" y="3344"/>
                  </a:lnTo>
                  <a:lnTo>
                    <a:pt x="18631" y="2389"/>
                  </a:lnTo>
                  <a:lnTo>
                    <a:pt x="19587" y="1433"/>
                  </a:lnTo>
                  <a:lnTo>
                    <a:pt x="20064" y="478"/>
                  </a:lnTo>
                  <a:lnTo>
                    <a:pt x="21020" y="0"/>
                  </a:lnTo>
                  <a:lnTo>
                    <a:pt x="21975" y="0"/>
                  </a:lnTo>
                  <a:lnTo>
                    <a:pt x="2197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" name="Freeform 396">
              <a:extLst>
                <a:ext uri="{FF2B5EF4-FFF2-40B4-BE49-F238E27FC236}">
                  <a16:creationId xmlns:a16="http://schemas.microsoft.com/office/drawing/2014/main" id="{764055BF-3494-9009-44A6-969B5703FFD6}"/>
                </a:ext>
              </a:extLst>
            </p:cNvPr>
            <p:cNvSpPr/>
            <p:nvPr/>
          </p:nvSpPr>
          <p:spPr>
            <a:xfrm>
              <a:off x="8544840" y="4068463"/>
              <a:ext cx="3822" cy="2388"/>
            </a:xfrm>
            <a:custGeom>
              <a:avLst/>
              <a:gdLst>
                <a:gd name="csX0" fmla="*/ 3822 w 3822"/>
                <a:gd name="csY0" fmla="*/ 0 h 2388"/>
                <a:gd name="csX1" fmla="*/ 3344 w 3822"/>
                <a:gd name="csY1" fmla="*/ 956 h 2388"/>
                <a:gd name="csX2" fmla="*/ 2866 w 3822"/>
                <a:gd name="csY2" fmla="*/ 1433 h 2388"/>
                <a:gd name="csX3" fmla="*/ 2389 w 3822"/>
                <a:gd name="csY3" fmla="*/ 1433 h 2388"/>
                <a:gd name="csX4" fmla="*/ 1433 w 3822"/>
                <a:gd name="csY4" fmla="*/ 2389 h 2388"/>
                <a:gd name="csX5" fmla="*/ 956 w 3822"/>
                <a:gd name="csY5" fmla="*/ 1433 h 2388"/>
                <a:gd name="csX6" fmla="*/ 0 w 3822"/>
                <a:gd name="csY6" fmla="*/ 956 h 2388"/>
                <a:gd name="csX7" fmla="*/ 0 w 3822"/>
                <a:gd name="csY7" fmla="*/ 0 h 2388"/>
                <a:gd name="csX8" fmla="*/ 2866 w 3822"/>
                <a:gd name="csY8" fmla="*/ 0 h 2388"/>
                <a:gd name="csX9" fmla="*/ 3822 w 3822"/>
                <a:gd name="csY9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2388">
                  <a:moveTo>
                    <a:pt x="3822" y="0"/>
                  </a:moveTo>
                  <a:lnTo>
                    <a:pt x="3344" y="956"/>
                  </a:lnTo>
                  <a:lnTo>
                    <a:pt x="2866" y="1433"/>
                  </a:lnTo>
                  <a:lnTo>
                    <a:pt x="2389" y="1433"/>
                  </a:lnTo>
                  <a:lnTo>
                    <a:pt x="1433" y="2389"/>
                  </a:lnTo>
                  <a:lnTo>
                    <a:pt x="956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2866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C1F4B84E-6EAE-6A4D-2A57-56B55145C34D}"/>
                </a:ext>
              </a:extLst>
            </p:cNvPr>
            <p:cNvSpPr/>
            <p:nvPr/>
          </p:nvSpPr>
          <p:spPr>
            <a:xfrm>
              <a:off x="8527642" y="4808944"/>
              <a:ext cx="6210" cy="3344"/>
            </a:xfrm>
            <a:custGeom>
              <a:avLst/>
              <a:gdLst>
                <a:gd name="csX0" fmla="*/ 6211 w 6210"/>
                <a:gd name="csY0" fmla="*/ 3344 h 3344"/>
                <a:gd name="csX1" fmla="*/ 3822 w 6210"/>
                <a:gd name="csY1" fmla="*/ 2389 h 3344"/>
                <a:gd name="csX2" fmla="*/ 478 w 6210"/>
                <a:gd name="csY2" fmla="*/ 956 h 3344"/>
                <a:gd name="csX3" fmla="*/ 0 w 6210"/>
                <a:gd name="csY3" fmla="*/ 0 h 3344"/>
                <a:gd name="csX4" fmla="*/ 2866 w 6210"/>
                <a:gd name="csY4" fmla="*/ 1433 h 3344"/>
                <a:gd name="csX5" fmla="*/ 4777 w 6210"/>
                <a:gd name="csY5" fmla="*/ 2389 h 3344"/>
                <a:gd name="csX6" fmla="*/ 6211 w 6210"/>
                <a:gd name="csY6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3344">
                  <a:moveTo>
                    <a:pt x="6211" y="3344"/>
                  </a:moveTo>
                  <a:lnTo>
                    <a:pt x="3822" y="2389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2866" y="1433"/>
                  </a:lnTo>
                  <a:lnTo>
                    <a:pt x="4777" y="2389"/>
                  </a:lnTo>
                  <a:lnTo>
                    <a:pt x="6211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7658CBEA-822E-B9F3-837A-07C9A131B9D1}"/>
                </a:ext>
              </a:extLst>
            </p:cNvPr>
            <p:cNvSpPr/>
            <p:nvPr/>
          </p:nvSpPr>
          <p:spPr>
            <a:xfrm>
              <a:off x="8525253" y="4028334"/>
              <a:ext cx="3822" cy="3822"/>
            </a:xfrm>
            <a:custGeom>
              <a:avLst/>
              <a:gdLst>
                <a:gd name="csX0" fmla="*/ 1911 w 3822"/>
                <a:gd name="csY0" fmla="*/ 0 h 3822"/>
                <a:gd name="csX1" fmla="*/ 3822 w 3822"/>
                <a:gd name="csY1" fmla="*/ 1911 h 3822"/>
                <a:gd name="csX2" fmla="*/ 3344 w 3822"/>
                <a:gd name="csY2" fmla="*/ 2867 h 3822"/>
                <a:gd name="csX3" fmla="*/ 2389 w 3822"/>
                <a:gd name="csY3" fmla="*/ 3822 h 3822"/>
                <a:gd name="csX4" fmla="*/ 955 w 3822"/>
                <a:gd name="csY4" fmla="*/ 3344 h 3822"/>
                <a:gd name="csX5" fmla="*/ 0 w 3822"/>
                <a:gd name="csY5" fmla="*/ 2389 h 3822"/>
                <a:gd name="csX6" fmla="*/ 0 w 3822"/>
                <a:gd name="csY6" fmla="*/ 956 h 3822"/>
                <a:gd name="csX7" fmla="*/ 1911 w 3822"/>
                <a:gd name="csY7" fmla="*/ 0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2" h="3822">
                  <a:moveTo>
                    <a:pt x="1911" y="0"/>
                  </a:moveTo>
                  <a:lnTo>
                    <a:pt x="3822" y="1911"/>
                  </a:lnTo>
                  <a:lnTo>
                    <a:pt x="3344" y="2867"/>
                  </a:lnTo>
                  <a:lnTo>
                    <a:pt x="2389" y="3822"/>
                  </a:lnTo>
                  <a:lnTo>
                    <a:pt x="955" y="3344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BE761ABE-EB57-45D7-3CA5-9BF0F55627BF}"/>
                </a:ext>
              </a:extLst>
            </p:cNvPr>
            <p:cNvSpPr/>
            <p:nvPr/>
          </p:nvSpPr>
          <p:spPr>
            <a:xfrm>
              <a:off x="8519998" y="3806668"/>
              <a:ext cx="6688" cy="13376"/>
            </a:xfrm>
            <a:custGeom>
              <a:avLst/>
              <a:gdLst>
                <a:gd name="csX0" fmla="*/ 6688 w 6688"/>
                <a:gd name="csY0" fmla="*/ 0 h 13376"/>
                <a:gd name="csX1" fmla="*/ 4777 w 6688"/>
                <a:gd name="csY1" fmla="*/ 1433 h 13376"/>
                <a:gd name="csX2" fmla="*/ 3344 w 6688"/>
                <a:gd name="csY2" fmla="*/ 5733 h 13376"/>
                <a:gd name="csX3" fmla="*/ 3344 w 6688"/>
                <a:gd name="csY3" fmla="*/ 8599 h 13376"/>
                <a:gd name="csX4" fmla="*/ 3344 w 6688"/>
                <a:gd name="csY4" fmla="*/ 10988 h 13376"/>
                <a:gd name="csX5" fmla="*/ 1433 w 6688"/>
                <a:gd name="csY5" fmla="*/ 12421 h 13376"/>
                <a:gd name="csX6" fmla="*/ 0 w 6688"/>
                <a:gd name="csY6" fmla="*/ 13376 h 13376"/>
                <a:gd name="csX7" fmla="*/ 0 w 6688"/>
                <a:gd name="csY7" fmla="*/ 13376 h 13376"/>
                <a:gd name="csX8" fmla="*/ 1433 w 6688"/>
                <a:gd name="csY8" fmla="*/ 12421 h 13376"/>
                <a:gd name="csX9" fmla="*/ 3344 w 6688"/>
                <a:gd name="csY9" fmla="*/ 10988 h 13376"/>
                <a:gd name="csX10" fmla="*/ 3344 w 6688"/>
                <a:gd name="csY10" fmla="*/ 8599 h 13376"/>
                <a:gd name="csX11" fmla="*/ 3344 w 6688"/>
                <a:gd name="csY11" fmla="*/ 5733 h 13376"/>
                <a:gd name="csX12" fmla="*/ 4777 w 6688"/>
                <a:gd name="csY12" fmla="*/ 1433 h 13376"/>
                <a:gd name="csX13" fmla="*/ 6688 w 6688"/>
                <a:gd name="csY13" fmla="*/ 0 h 13376"/>
                <a:gd name="csX14" fmla="*/ 6688 w 6688"/>
                <a:gd name="csY14" fmla="*/ 0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688" h="13376">
                  <a:moveTo>
                    <a:pt x="6688" y="0"/>
                  </a:moveTo>
                  <a:lnTo>
                    <a:pt x="4777" y="1433"/>
                  </a:lnTo>
                  <a:lnTo>
                    <a:pt x="3344" y="5733"/>
                  </a:lnTo>
                  <a:lnTo>
                    <a:pt x="3344" y="8599"/>
                  </a:lnTo>
                  <a:lnTo>
                    <a:pt x="3344" y="10988"/>
                  </a:lnTo>
                  <a:lnTo>
                    <a:pt x="1433" y="12421"/>
                  </a:lnTo>
                  <a:lnTo>
                    <a:pt x="0" y="13376"/>
                  </a:lnTo>
                  <a:lnTo>
                    <a:pt x="0" y="13376"/>
                  </a:lnTo>
                  <a:lnTo>
                    <a:pt x="1433" y="12421"/>
                  </a:lnTo>
                  <a:lnTo>
                    <a:pt x="3344" y="10988"/>
                  </a:lnTo>
                  <a:lnTo>
                    <a:pt x="3344" y="8599"/>
                  </a:lnTo>
                  <a:lnTo>
                    <a:pt x="3344" y="5733"/>
                  </a:lnTo>
                  <a:lnTo>
                    <a:pt x="4777" y="1433"/>
                  </a:lnTo>
                  <a:lnTo>
                    <a:pt x="6688" y="0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2F8BBB48-AC37-6DC0-CCD2-8CF01A035006}"/>
                </a:ext>
              </a:extLst>
            </p:cNvPr>
            <p:cNvSpPr/>
            <p:nvPr/>
          </p:nvSpPr>
          <p:spPr>
            <a:xfrm>
              <a:off x="8518087" y="4830919"/>
              <a:ext cx="6688" cy="11943"/>
            </a:xfrm>
            <a:custGeom>
              <a:avLst/>
              <a:gdLst>
                <a:gd name="csX0" fmla="*/ 6688 w 6688"/>
                <a:gd name="csY0" fmla="*/ 478 h 11943"/>
                <a:gd name="csX1" fmla="*/ 5733 w 6688"/>
                <a:gd name="csY1" fmla="*/ 4777 h 11943"/>
                <a:gd name="csX2" fmla="*/ 2389 w 6688"/>
                <a:gd name="csY2" fmla="*/ 7644 h 11943"/>
                <a:gd name="csX3" fmla="*/ 1911 w 6688"/>
                <a:gd name="csY3" fmla="*/ 10510 h 11943"/>
                <a:gd name="csX4" fmla="*/ 0 w 6688"/>
                <a:gd name="csY4" fmla="*/ 11943 h 11943"/>
                <a:gd name="csX5" fmla="*/ 1433 w 6688"/>
                <a:gd name="csY5" fmla="*/ 8599 h 11943"/>
                <a:gd name="csX6" fmla="*/ 1911 w 6688"/>
                <a:gd name="csY6" fmla="*/ 6688 h 11943"/>
                <a:gd name="csX7" fmla="*/ 3344 w 6688"/>
                <a:gd name="csY7" fmla="*/ 5255 h 11943"/>
                <a:gd name="csX8" fmla="*/ 5255 w 6688"/>
                <a:gd name="csY8" fmla="*/ 0 h 11943"/>
                <a:gd name="csX9" fmla="*/ 5733 w 6688"/>
                <a:gd name="csY9" fmla="*/ 0 h 11943"/>
                <a:gd name="csX10" fmla="*/ 6688 w 6688"/>
                <a:gd name="csY10" fmla="*/ 478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8" h="11943">
                  <a:moveTo>
                    <a:pt x="6688" y="478"/>
                  </a:moveTo>
                  <a:lnTo>
                    <a:pt x="5733" y="4777"/>
                  </a:lnTo>
                  <a:lnTo>
                    <a:pt x="2389" y="7644"/>
                  </a:lnTo>
                  <a:lnTo>
                    <a:pt x="1911" y="10510"/>
                  </a:lnTo>
                  <a:lnTo>
                    <a:pt x="0" y="11943"/>
                  </a:lnTo>
                  <a:lnTo>
                    <a:pt x="1433" y="8599"/>
                  </a:lnTo>
                  <a:lnTo>
                    <a:pt x="1911" y="6688"/>
                  </a:lnTo>
                  <a:lnTo>
                    <a:pt x="3344" y="5255"/>
                  </a:lnTo>
                  <a:lnTo>
                    <a:pt x="5255" y="0"/>
                  </a:lnTo>
                  <a:lnTo>
                    <a:pt x="5733" y="0"/>
                  </a:lnTo>
                  <a:lnTo>
                    <a:pt x="668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" name="Freeform 401">
              <a:extLst>
                <a:ext uri="{FF2B5EF4-FFF2-40B4-BE49-F238E27FC236}">
                  <a16:creationId xmlns:a16="http://schemas.microsoft.com/office/drawing/2014/main" id="{67FF08D6-0235-43B5-B5EE-96049767EA2B}"/>
                </a:ext>
              </a:extLst>
            </p:cNvPr>
            <p:cNvSpPr/>
            <p:nvPr/>
          </p:nvSpPr>
          <p:spPr>
            <a:xfrm>
              <a:off x="8513788" y="4836175"/>
              <a:ext cx="3822" cy="6210"/>
            </a:xfrm>
            <a:custGeom>
              <a:avLst/>
              <a:gdLst>
                <a:gd name="csX0" fmla="*/ 3822 w 3822"/>
                <a:gd name="csY0" fmla="*/ 3344 h 6210"/>
                <a:gd name="csX1" fmla="*/ 3822 w 3822"/>
                <a:gd name="csY1" fmla="*/ 4299 h 6210"/>
                <a:gd name="csX2" fmla="*/ 2389 w 3822"/>
                <a:gd name="csY2" fmla="*/ 6210 h 6210"/>
                <a:gd name="csX3" fmla="*/ 1433 w 3822"/>
                <a:gd name="csY3" fmla="*/ 5255 h 6210"/>
                <a:gd name="csX4" fmla="*/ 956 w 3822"/>
                <a:gd name="csY4" fmla="*/ 5255 h 6210"/>
                <a:gd name="csX5" fmla="*/ 956 w 3822"/>
                <a:gd name="csY5" fmla="*/ 4299 h 6210"/>
                <a:gd name="csX6" fmla="*/ 956 w 3822"/>
                <a:gd name="csY6" fmla="*/ 2389 h 6210"/>
                <a:gd name="csX7" fmla="*/ 0 w 3822"/>
                <a:gd name="csY7" fmla="*/ 0 h 6210"/>
                <a:gd name="csX8" fmla="*/ 1433 w 3822"/>
                <a:gd name="csY8" fmla="*/ 0 h 6210"/>
                <a:gd name="csX9" fmla="*/ 1911 w 3822"/>
                <a:gd name="csY9" fmla="*/ 478 h 6210"/>
                <a:gd name="csX10" fmla="*/ 2389 w 3822"/>
                <a:gd name="csY10" fmla="*/ 956 h 6210"/>
                <a:gd name="csX11" fmla="*/ 3822 w 3822"/>
                <a:gd name="csY11" fmla="*/ 3344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6210">
                  <a:moveTo>
                    <a:pt x="3822" y="3344"/>
                  </a:moveTo>
                  <a:lnTo>
                    <a:pt x="3822" y="4299"/>
                  </a:lnTo>
                  <a:lnTo>
                    <a:pt x="2389" y="6210"/>
                  </a:lnTo>
                  <a:lnTo>
                    <a:pt x="1433" y="5255"/>
                  </a:lnTo>
                  <a:lnTo>
                    <a:pt x="956" y="5255"/>
                  </a:lnTo>
                  <a:lnTo>
                    <a:pt x="956" y="4299"/>
                  </a:lnTo>
                  <a:lnTo>
                    <a:pt x="956" y="2389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389" y="956"/>
                  </a:lnTo>
                  <a:lnTo>
                    <a:pt x="3822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" name="Freeform 402">
              <a:extLst>
                <a:ext uri="{FF2B5EF4-FFF2-40B4-BE49-F238E27FC236}">
                  <a16:creationId xmlns:a16="http://schemas.microsoft.com/office/drawing/2014/main" id="{8CD60D50-5A48-E6F6-8ECC-A37F2F649EE0}"/>
                </a:ext>
              </a:extLst>
            </p:cNvPr>
            <p:cNvSpPr/>
            <p:nvPr/>
          </p:nvSpPr>
          <p:spPr>
            <a:xfrm>
              <a:off x="8510921" y="4934109"/>
              <a:ext cx="2866" cy="6210"/>
            </a:xfrm>
            <a:custGeom>
              <a:avLst/>
              <a:gdLst>
                <a:gd name="csX0" fmla="*/ 2389 w 2866"/>
                <a:gd name="csY0" fmla="*/ 2389 h 6210"/>
                <a:gd name="csX1" fmla="*/ 2866 w 2866"/>
                <a:gd name="csY1" fmla="*/ 3822 h 6210"/>
                <a:gd name="csX2" fmla="*/ 2389 w 2866"/>
                <a:gd name="csY2" fmla="*/ 6210 h 6210"/>
                <a:gd name="csX3" fmla="*/ 1911 w 2866"/>
                <a:gd name="csY3" fmla="*/ 6210 h 6210"/>
                <a:gd name="csX4" fmla="*/ 478 w 2866"/>
                <a:gd name="csY4" fmla="*/ 3344 h 6210"/>
                <a:gd name="csX5" fmla="*/ 955 w 2866"/>
                <a:gd name="csY5" fmla="*/ 2389 h 6210"/>
                <a:gd name="csX6" fmla="*/ 0 w 2866"/>
                <a:gd name="csY6" fmla="*/ 956 h 6210"/>
                <a:gd name="csX7" fmla="*/ 955 w 2866"/>
                <a:gd name="csY7" fmla="*/ 956 h 6210"/>
                <a:gd name="csX8" fmla="*/ 1911 w 2866"/>
                <a:gd name="csY8" fmla="*/ 0 h 6210"/>
                <a:gd name="csX9" fmla="*/ 2389 w 2866"/>
                <a:gd name="csY9" fmla="*/ 478 h 6210"/>
                <a:gd name="csX10" fmla="*/ 2389 w 2866"/>
                <a:gd name="csY10" fmla="*/ 238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866" h="6210">
                  <a:moveTo>
                    <a:pt x="2389" y="2389"/>
                  </a:moveTo>
                  <a:lnTo>
                    <a:pt x="2866" y="3822"/>
                  </a:lnTo>
                  <a:lnTo>
                    <a:pt x="2389" y="6210"/>
                  </a:lnTo>
                  <a:lnTo>
                    <a:pt x="1911" y="6210"/>
                  </a:lnTo>
                  <a:lnTo>
                    <a:pt x="478" y="3344"/>
                  </a:lnTo>
                  <a:lnTo>
                    <a:pt x="955" y="2389"/>
                  </a:lnTo>
                  <a:lnTo>
                    <a:pt x="0" y="956"/>
                  </a:lnTo>
                  <a:lnTo>
                    <a:pt x="955" y="956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65DECDDF-49A5-EF24-3784-813F078152CD}"/>
                </a:ext>
              </a:extLst>
            </p:cNvPr>
            <p:cNvSpPr/>
            <p:nvPr/>
          </p:nvSpPr>
          <p:spPr>
            <a:xfrm>
              <a:off x="8510444" y="4076107"/>
              <a:ext cx="2388" cy="2388"/>
            </a:xfrm>
            <a:custGeom>
              <a:avLst/>
              <a:gdLst>
                <a:gd name="csX0" fmla="*/ 2389 w 2388"/>
                <a:gd name="csY0" fmla="*/ 1433 h 2388"/>
                <a:gd name="csX1" fmla="*/ 1911 w 2388"/>
                <a:gd name="csY1" fmla="*/ 2389 h 2388"/>
                <a:gd name="csX2" fmla="*/ 0 w 2388"/>
                <a:gd name="csY2" fmla="*/ 1911 h 2388"/>
                <a:gd name="csX3" fmla="*/ 955 w 2388"/>
                <a:gd name="csY3" fmla="*/ 1433 h 2388"/>
                <a:gd name="csX4" fmla="*/ 1433 w 2388"/>
                <a:gd name="csY4" fmla="*/ 478 h 2388"/>
                <a:gd name="csX5" fmla="*/ 1911 w 2388"/>
                <a:gd name="csY5" fmla="*/ 0 h 2388"/>
                <a:gd name="csX6" fmla="*/ 1911 w 2388"/>
                <a:gd name="csY6" fmla="*/ 1433 h 2388"/>
                <a:gd name="csX7" fmla="*/ 2389 w 2388"/>
                <a:gd name="csY7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2389" y="1433"/>
                  </a:moveTo>
                  <a:lnTo>
                    <a:pt x="1911" y="2389"/>
                  </a:lnTo>
                  <a:lnTo>
                    <a:pt x="0" y="1911"/>
                  </a:lnTo>
                  <a:lnTo>
                    <a:pt x="955" y="1433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1911" y="1433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" name="Freeform 404">
              <a:extLst>
                <a:ext uri="{FF2B5EF4-FFF2-40B4-BE49-F238E27FC236}">
                  <a16:creationId xmlns:a16="http://schemas.microsoft.com/office/drawing/2014/main" id="{17CC711F-B9D0-89F7-5B41-CB766FE87174}"/>
                </a:ext>
              </a:extLst>
            </p:cNvPr>
            <p:cNvSpPr/>
            <p:nvPr/>
          </p:nvSpPr>
          <p:spPr>
            <a:xfrm>
              <a:off x="8505189" y="4081362"/>
              <a:ext cx="5254" cy="1910"/>
            </a:xfrm>
            <a:custGeom>
              <a:avLst/>
              <a:gdLst>
                <a:gd name="csX0" fmla="*/ 5255 w 5254"/>
                <a:gd name="csY0" fmla="*/ 478 h 1910"/>
                <a:gd name="csX1" fmla="*/ 4299 w 5254"/>
                <a:gd name="csY1" fmla="*/ 1433 h 1910"/>
                <a:gd name="csX2" fmla="*/ 3344 w 5254"/>
                <a:gd name="csY2" fmla="*/ 1911 h 1910"/>
                <a:gd name="csX3" fmla="*/ 1433 w 5254"/>
                <a:gd name="csY3" fmla="*/ 1433 h 1910"/>
                <a:gd name="csX4" fmla="*/ 478 w 5254"/>
                <a:gd name="csY4" fmla="*/ 1433 h 1910"/>
                <a:gd name="csX5" fmla="*/ 0 w 5254"/>
                <a:gd name="csY5" fmla="*/ 478 h 1910"/>
                <a:gd name="csX6" fmla="*/ 478 w 5254"/>
                <a:gd name="csY6" fmla="*/ 0 h 1910"/>
                <a:gd name="csX7" fmla="*/ 1433 w 5254"/>
                <a:gd name="csY7" fmla="*/ 0 h 1910"/>
                <a:gd name="csX8" fmla="*/ 2389 w 5254"/>
                <a:gd name="csY8" fmla="*/ 956 h 1910"/>
                <a:gd name="csX9" fmla="*/ 4777 w 5254"/>
                <a:gd name="csY9" fmla="*/ 478 h 1910"/>
                <a:gd name="csX10" fmla="*/ 5255 w 5254"/>
                <a:gd name="csY10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4" h="1910">
                  <a:moveTo>
                    <a:pt x="5255" y="478"/>
                  </a:moveTo>
                  <a:lnTo>
                    <a:pt x="4299" y="1433"/>
                  </a:lnTo>
                  <a:lnTo>
                    <a:pt x="3344" y="1911"/>
                  </a:lnTo>
                  <a:lnTo>
                    <a:pt x="1433" y="1433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389" y="956"/>
                  </a:lnTo>
                  <a:lnTo>
                    <a:pt x="4777" y="478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" name="Freeform 405">
              <a:extLst>
                <a:ext uri="{FF2B5EF4-FFF2-40B4-BE49-F238E27FC236}">
                  <a16:creationId xmlns:a16="http://schemas.microsoft.com/office/drawing/2014/main" id="{133BDCE0-E7F0-E351-6272-26370A824077}"/>
                </a:ext>
              </a:extLst>
            </p:cNvPr>
            <p:cNvSpPr/>
            <p:nvPr/>
          </p:nvSpPr>
          <p:spPr>
            <a:xfrm>
              <a:off x="8453594" y="4081840"/>
              <a:ext cx="47772" cy="62104"/>
            </a:xfrm>
            <a:custGeom>
              <a:avLst/>
              <a:gdLst>
                <a:gd name="csX0" fmla="*/ 47773 w 47772"/>
                <a:gd name="csY0" fmla="*/ 21498 h 62104"/>
                <a:gd name="csX1" fmla="*/ 47773 w 47772"/>
                <a:gd name="csY1" fmla="*/ 22453 h 62104"/>
                <a:gd name="csX2" fmla="*/ 47295 w 47772"/>
                <a:gd name="csY2" fmla="*/ 23409 h 62104"/>
                <a:gd name="csX3" fmla="*/ 42518 w 47772"/>
                <a:gd name="csY3" fmla="*/ 28664 h 62104"/>
                <a:gd name="csX4" fmla="*/ 41085 w 47772"/>
                <a:gd name="csY4" fmla="*/ 31530 h 62104"/>
                <a:gd name="csX5" fmla="*/ 40129 w 47772"/>
                <a:gd name="csY5" fmla="*/ 34397 h 62104"/>
                <a:gd name="csX6" fmla="*/ 39174 w 47772"/>
                <a:gd name="csY6" fmla="*/ 36785 h 62104"/>
                <a:gd name="csX7" fmla="*/ 38696 w 47772"/>
                <a:gd name="csY7" fmla="*/ 39174 h 62104"/>
                <a:gd name="csX8" fmla="*/ 38218 w 47772"/>
                <a:gd name="csY8" fmla="*/ 41563 h 62104"/>
                <a:gd name="csX9" fmla="*/ 37263 w 47772"/>
                <a:gd name="csY9" fmla="*/ 43951 h 62104"/>
                <a:gd name="csX10" fmla="*/ 37263 w 47772"/>
                <a:gd name="csY10" fmla="*/ 46340 h 62104"/>
                <a:gd name="csX11" fmla="*/ 37263 w 47772"/>
                <a:gd name="csY11" fmla="*/ 48251 h 62104"/>
                <a:gd name="csX12" fmla="*/ 34874 w 47772"/>
                <a:gd name="csY12" fmla="*/ 53983 h 62104"/>
                <a:gd name="csX13" fmla="*/ 32963 w 47772"/>
                <a:gd name="csY13" fmla="*/ 53983 h 62104"/>
                <a:gd name="csX14" fmla="*/ 30575 w 47772"/>
                <a:gd name="csY14" fmla="*/ 53506 h 62104"/>
                <a:gd name="csX15" fmla="*/ 29619 w 47772"/>
                <a:gd name="csY15" fmla="*/ 53506 h 62104"/>
                <a:gd name="csX16" fmla="*/ 28664 w 47772"/>
                <a:gd name="csY16" fmla="*/ 54461 h 62104"/>
                <a:gd name="csX17" fmla="*/ 30097 w 47772"/>
                <a:gd name="csY17" fmla="*/ 57328 h 62104"/>
                <a:gd name="csX18" fmla="*/ 26275 w 47772"/>
                <a:gd name="csY18" fmla="*/ 60194 h 62104"/>
                <a:gd name="csX19" fmla="*/ 21975 w 47772"/>
                <a:gd name="csY19" fmla="*/ 62105 h 62104"/>
                <a:gd name="csX20" fmla="*/ 21498 w 47772"/>
                <a:gd name="csY20" fmla="*/ 61149 h 62104"/>
                <a:gd name="csX21" fmla="*/ 21975 w 47772"/>
                <a:gd name="csY21" fmla="*/ 60672 h 62104"/>
                <a:gd name="csX22" fmla="*/ 22931 w 47772"/>
                <a:gd name="csY22" fmla="*/ 60194 h 62104"/>
                <a:gd name="csX23" fmla="*/ 23409 w 47772"/>
                <a:gd name="csY23" fmla="*/ 59239 h 62104"/>
                <a:gd name="csX24" fmla="*/ 23886 w 47772"/>
                <a:gd name="csY24" fmla="*/ 56850 h 62104"/>
                <a:gd name="csX25" fmla="*/ 23409 w 47772"/>
                <a:gd name="csY25" fmla="*/ 54461 h 62104"/>
                <a:gd name="csX26" fmla="*/ 22453 w 47772"/>
                <a:gd name="csY26" fmla="*/ 51595 h 62104"/>
                <a:gd name="csX27" fmla="*/ 21975 w 47772"/>
                <a:gd name="csY27" fmla="*/ 50639 h 62104"/>
                <a:gd name="csX28" fmla="*/ 22931 w 47772"/>
                <a:gd name="csY28" fmla="*/ 50162 h 62104"/>
                <a:gd name="csX29" fmla="*/ 23409 w 47772"/>
                <a:gd name="csY29" fmla="*/ 49684 h 62104"/>
                <a:gd name="csX30" fmla="*/ 23886 w 47772"/>
                <a:gd name="csY30" fmla="*/ 49684 h 62104"/>
                <a:gd name="csX31" fmla="*/ 23886 w 47772"/>
                <a:gd name="csY31" fmla="*/ 48251 h 62104"/>
                <a:gd name="csX32" fmla="*/ 23409 w 47772"/>
                <a:gd name="csY32" fmla="*/ 47773 h 62104"/>
                <a:gd name="csX33" fmla="*/ 22453 w 47772"/>
                <a:gd name="csY33" fmla="*/ 47295 h 62104"/>
                <a:gd name="csX34" fmla="*/ 21020 w 47772"/>
                <a:gd name="csY34" fmla="*/ 47295 h 62104"/>
                <a:gd name="csX35" fmla="*/ 20543 w 47772"/>
                <a:gd name="csY35" fmla="*/ 48728 h 62104"/>
                <a:gd name="csX36" fmla="*/ 19109 w 47772"/>
                <a:gd name="csY36" fmla="*/ 50639 h 62104"/>
                <a:gd name="csX37" fmla="*/ 18632 w 47772"/>
                <a:gd name="csY37" fmla="*/ 53028 h 62104"/>
                <a:gd name="csX38" fmla="*/ 19109 w 47772"/>
                <a:gd name="csY38" fmla="*/ 53983 h 62104"/>
                <a:gd name="csX39" fmla="*/ 19587 w 47772"/>
                <a:gd name="csY39" fmla="*/ 55417 h 62104"/>
                <a:gd name="csX40" fmla="*/ 21020 w 47772"/>
                <a:gd name="csY40" fmla="*/ 56850 h 62104"/>
                <a:gd name="csX41" fmla="*/ 20543 w 47772"/>
                <a:gd name="csY41" fmla="*/ 58283 h 62104"/>
                <a:gd name="csX42" fmla="*/ 20064 w 47772"/>
                <a:gd name="csY42" fmla="*/ 58761 h 62104"/>
                <a:gd name="csX43" fmla="*/ 14332 w 47772"/>
                <a:gd name="csY43" fmla="*/ 56850 h 62104"/>
                <a:gd name="csX44" fmla="*/ 12898 w 47772"/>
                <a:gd name="csY44" fmla="*/ 56850 h 62104"/>
                <a:gd name="csX45" fmla="*/ 11943 w 47772"/>
                <a:gd name="csY45" fmla="*/ 56372 h 62104"/>
                <a:gd name="csX46" fmla="*/ 10988 w 47772"/>
                <a:gd name="csY46" fmla="*/ 53983 h 62104"/>
                <a:gd name="csX47" fmla="*/ 13377 w 47772"/>
                <a:gd name="csY47" fmla="*/ 53506 h 62104"/>
                <a:gd name="csX48" fmla="*/ 13854 w 47772"/>
                <a:gd name="csY48" fmla="*/ 53028 h 62104"/>
                <a:gd name="csX49" fmla="*/ 14332 w 47772"/>
                <a:gd name="csY49" fmla="*/ 52550 h 62104"/>
                <a:gd name="csX50" fmla="*/ 14332 w 47772"/>
                <a:gd name="csY50" fmla="*/ 49684 h 62104"/>
                <a:gd name="csX51" fmla="*/ 13377 w 47772"/>
                <a:gd name="csY51" fmla="*/ 47773 h 62104"/>
                <a:gd name="csX52" fmla="*/ 12421 w 47772"/>
                <a:gd name="csY52" fmla="*/ 47295 h 62104"/>
                <a:gd name="csX53" fmla="*/ 11943 w 47772"/>
                <a:gd name="csY53" fmla="*/ 46340 h 62104"/>
                <a:gd name="csX54" fmla="*/ 12421 w 47772"/>
                <a:gd name="csY54" fmla="*/ 44429 h 62104"/>
                <a:gd name="csX55" fmla="*/ 11943 w 47772"/>
                <a:gd name="csY55" fmla="*/ 42518 h 62104"/>
                <a:gd name="csX56" fmla="*/ 11943 w 47772"/>
                <a:gd name="csY56" fmla="*/ 39651 h 62104"/>
                <a:gd name="csX57" fmla="*/ 12421 w 47772"/>
                <a:gd name="csY57" fmla="*/ 39174 h 62104"/>
                <a:gd name="csX58" fmla="*/ 14332 w 47772"/>
                <a:gd name="csY58" fmla="*/ 38218 h 62104"/>
                <a:gd name="csX59" fmla="*/ 15765 w 47772"/>
                <a:gd name="csY59" fmla="*/ 36785 h 62104"/>
                <a:gd name="csX60" fmla="*/ 17198 w 47772"/>
                <a:gd name="csY60" fmla="*/ 34874 h 62104"/>
                <a:gd name="csX61" fmla="*/ 19109 w 47772"/>
                <a:gd name="csY61" fmla="*/ 31530 h 62104"/>
                <a:gd name="csX62" fmla="*/ 21020 w 47772"/>
                <a:gd name="csY62" fmla="*/ 28186 h 62104"/>
                <a:gd name="csX63" fmla="*/ 19587 w 47772"/>
                <a:gd name="csY63" fmla="*/ 28186 h 62104"/>
                <a:gd name="csX64" fmla="*/ 18154 w 47772"/>
                <a:gd name="csY64" fmla="*/ 27231 h 62104"/>
                <a:gd name="csX65" fmla="*/ 19587 w 47772"/>
                <a:gd name="csY65" fmla="*/ 25798 h 62104"/>
                <a:gd name="csX66" fmla="*/ 19109 w 47772"/>
                <a:gd name="csY66" fmla="*/ 23409 h 62104"/>
                <a:gd name="csX67" fmla="*/ 16721 w 47772"/>
                <a:gd name="csY67" fmla="*/ 21020 h 62104"/>
                <a:gd name="csX68" fmla="*/ 15765 w 47772"/>
                <a:gd name="csY68" fmla="*/ 18154 h 62104"/>
                <a:gd name="csX69" fmla="*/ 13854 w 47772"/>
                <a:gd name="csY69" fmla="*/ 16721 h 62104"/>
                <a:gd name="csX70" fmla="*/ 12898 w 47772"/>
                <a:gd name="csY70" fmla="*/ 16243 h 62104"/>
                <a:gd name="csX71" fmla="*/ 11466 w 47772"/>
                <a:gd name="csY71" fmla="*/ 16721 h 62104"/>
                <a:gd name="csX72" fmla="*/ 10510 w 47772"/>
                <a:gd name="csY72" fmla="*/ 17676 h 62104"/>
                <a:gd name="csX73" fmla="*/ 11466 w 47772"/>
                <a:gd name="csY73" fmla="*/ 19587 h 62104"/>
                <a:gd name="csX74" fmla="*/ 11466 w 47772"/>
                <a:gd name="csY74" fmla="*/ 21498 h 62104"/>
                <a:gd name="csX75" fmla="*/ 11466 w 47772"/>
                <a:gd name="csY75" fmla="*/ 22931 h 62104"/>
                <a:gd name="csX76" fmla="*/ 12421 w 47772"/>
                <a:gd name="csY76" fmla="*/ 23409 h 62104"/>
                <a:gd name="csX77" fmla="*/ 13854 w 47772"/>
                <a:gd name="csY77" fmla="*/ 22931 h 62104"/>
                <a:gd name="csX78" fmla="*/ 14809 w 47772"/>
                <a:gd name="csY78" fmla="*/ 22931 h 62104"/>
                <a:gd name="csX79" fmla="*/ 15287 w 47772"/>
                <a:gd name="csY79" fmla="*/ 23886 h 62104"/>
                <a:gd name="csX80" fmla="*/ 15287 w 47772"/>
                <a:gd name="csY80" fmla="*/ 25320 h 62104"/>
                <a:gd name="csX81" fmla="*/ 14809 w 47772"/>
                <a:gd name="csY81" fmla="*/ 26275 h 62104"/>
                <a:gd name="csX82" fmla="*/ 13854 w 47772"/>
                <a:gd name="csY82" fmla="*/ 26753 h 62104"/>
                <a:gd name="csX83" fmla="*/ 12898 w 47772"/>
                <a:gd name="csY83" fmla="*/ 26753 h 62104"/>
                <a:gd name="csX84" fmla="*/ 11943 w 47772"/>
                <a:gd name="csY84" fmla="*/ 26275 h 62104"/>
                <a:gd name="csX85" fmla="*/ 10988 w 47772"/>
                <a:gd name="csY85" fmla="*/ 25320 h 62104"/>
                <a:gd name="csX86" fmla="*/ 9077 w 47772"/>
                <a:gd name="csY86" fmla="*/ 24842 h 62104"/>
                <a:gd name="csX87" fmla="*/ 7166 w 47772"/>
                <a:gd name="csY87" fmla="*/ 25798 h 62104"/>
                <a:gd name="csX88" fmla="*/ 5255 w 47772"/>
                <a:gd name="csY88" fmla="*/ 28186 h 62104"/>
                <a:gd name="csX89" fmla="*/ 3344 w 47772"/>
                <a:gd name="csY89" fmla="*/ 29142 h 62104"/>
                <a:gd name="csX90" fmla="*/ 4300 w 47772"/>
                <a:gd name="csY90" fmla="*/ 27708 h 62104"/>
                <a:gd name="csX91" fmla="*/ 4777 w 47772"/>
                <a:gd name="csY91" fmla="*/ 25798 h 62104"/>
                <a:gd name="csX92" fmla="*/ 3822 w 47772"/>
                <a:gd name="csY92" fmla="*/ 24842 h 62104"/>
                <a:gd name="csX93" fmla="*/ 1911 w 47772"/>
                <a:gd name="csY93" fmla="*/ 22453 h 62104"/>
                <a:gd name="csX94" fmla="*/ 1433 w 47772"/>
                <a:gd name="csY94" fmla="*/ 21498 h 62104"/>
                <a:gd name="csX95" fmla="*/ 1433 w 47772"/>
                <a:gd name="csY95" fmla="*/ 20065 h 62104"/>
                <a:gd name="csX96" fmla="*/ 1911 w 47772"/>
                <a:gd name="csY96" fmla="*/ 18632 h 62104"/>
                <a:gd name="csX97" fmla="*/ 3822 w 47772"/>
                <a:gd name="csY97" fmla="*/ 20065 h 62104"/>
                <a:gd name="csX98" fmla="*/ 4777 w 47772"/>
                <a:gd name="csY98" fmla="*/ 22453 h 62104"/>
                <a:gd name="csX99" fmla="*/ 6211 w 47772"/>
                <a:gd name="csY99" fmla="*/ 22931 h 62104"/>
                <a:gd name="csX100" fmla="*/ 8121 w 47772"/>
                <a:gd name="csY100" fmla="*/ 22931 h 62104"/>
                <a:gd name="csX101" fmla="*/ 6688 w 47772"/>
                <a:gd name="csY101" fmla="*/ 20065 h 62104"/>
                <a:gd name="csX102" fmla="*/ 6211 w 47772"/>
                <a:gd name="csY102" fmla="*/ 19587 h 62104"/>
                <a:gd name="csX103" fmla="*/ 4300 w 47772"/>
                <a:gd name="csY103" fmla="*/ 18154 h 62104"/>
                <a:gd name="csX104" fmla="*/ 1433 w 47772"/>
                <a:gd name="csY104" fmla="*/ 15765 h 62104"/>
                <a:gd name="csX105" fmla="*/ 0 w 47772"/>
                <a:gd name="csY105" fmla="*/ 14810 h 62104"/>
                <a:gd name="csX106" fmla="*/ 478 w 47772"/>
                <a:gd name="csY106" fmla="*/ 12421 h 62104"/>
                <a:gd name="csX107" fmla="*/ 1433 w 47772"/>
                <a:gd name="csY107" fmla="*/ 11943 h 62104"/>
                <a:gd name="csX108" fmla="*/ 2389 w 47772"/>
                <a:gd name="csY108" fmla="*/ 11943 h 62104"/>
                <a:gd name="csX109" fmla="*/ 5255 w 47772"/>
                <a:gd name="csY109" fmla="*/ 12899 h 62104"/>
                <a:gd name="csX110" fmla="*/ 5255 w 47772"/>
                <a:gd name="csY110" fmla="*/ 11943 h 62104"/>
                <a:gd name="csX111" fmla="*/ 4777 w 47772"/>
                <a:gd name="csY111" fmla="*/ 10988 h 62104"/>
                <a:gd name="csX112" fmla="*/ 4777 w 47772"/>
                <a:gd name="csY112" fmla="*/ 10510 h 62104"/>
                <a:gd name="csX113" fmla="*/ 6688 w 47772"/>
                <a:gd name="csY113" fmla="*/ 9555 h 62104"/>
                <a:gd name="csX114" fmla="*/ 9555 w 47772"/>
                <a:gd name="csY114" fmla="*/ 8599 h 62104"/>
                <a:gd name="csX115" fmla="*/ 10032 w 47772"/>
                <a:gd name="csY115" fmla="*/ 8121 h 62104"/>
                <a:gd name="csX116" fmla="*/ 10988 w 47772"/>
                <a:gd name="csY116" fmla="*/ 7644 h 62104"/>
                <a:gd name="csX117" fmla="*/ 11466 w 47772"/>
                <a:gd name="csY117" fmla="*/ 7166 h 62104"/>
                <a:gd name="csX118" fmla="*/ 13854 w 47772"/>
                <a:gd name="csY118" fmla="*/ 7166 h 62104"/>
                <a:gd name="csX119" fmla="*/ 15287 w 47772"/>
                <a:gd name="csY119" fmla="*/ 6210 h 62104"/>
                <a:gd name="csX120" fmla="*/ 16721 w 47772"/>
                <a:gd name="csY120" fmla="*/ 3822 h 62104"/>
                <a:gd name="csX121" fmla="*/ 17198 w 47772"/>
                <a:gd name="csY121" fmla="*/ 2867 h 62104"/>
                <a:gd name="csX122" fmla="*/ 17676 w 47772"/>
                <a:gd name="csY122" fmla="*/ 1911 h 62104"/>
                <a:gd name="csX123" fmla="*/ 21498 w 47772"/>
                <a:gd name="csY123" fmla="*/ 0 h 62104"/>
                <a:gd name="csX124" fmla="*/ 22453 w 47772"/>
                <a:gd name="csY124" fmla="*/ 0 h 62104"/>
                <a:gd name="csX125" fmla="*/ 24842 w 47772"/>
                <a:gd name="csY125" fmla="*/ 0 h 62104"/>
                <a:gd name="csX126" fmla="*/ 27230 w 47772"/>
                <a:gd name="csY126" fmla="*/ 956 h 62104"/>
                <a:gd name="csX127" fmla="*/ 28186 w 47772"/>
                <a:gd name="csY127" fmla="*/ 3344 h 62104"/>
                <a:gd name="csX128" fmla="*/ 29141 w 47772"/>
                <a:gd name="csY128" fmla="*/ 5255 h 62104"/>
                <a:gd name="csX129" fmla="*/ 31530 w 47772"/>
                <a:gd name="csY129" fmla="*/ 6688 h 62104"/>
                <a:gd name="csX130" fmla="*/ 33919 w 47772"/>
                <a:gd name="csY130" fmla="*/ 7644 h 62104"/>
                <a:gd name="csX131" fmla="*/ 35352 w 47772"/>
                <a:gd name="csY131" fmla="*/ 7644 h 62104"/>
                <a:gd name="csX132" fmla="*/ 36307 w 47772"/>
                <a:gd name="csY132" fmla="*/ 7166 h 62104"/>
                <a:gd name="csX133" fmla="*/ 37741 w 47772"/>
                <a:gd name="csY133" fmla="*/ 6210 h 62104"/>
                <a:gd name="csX134" fmla="*/ 39652 w 47772"/>
                <a:gd name="csY134" fmla="*/ 5733 h 62104"/>
                <a:gd name="csX135" fmla="*/ 40607 w 47772"/>
                <a:gd name="csY135" fmla="*/ 6210 h 62104"/>
                <a:gd name="csX136" fmla="*/ 42040 w 47772"/>
                <a:gd name="csY136" fmla="*/ 6688 h 62104"/>
                <a:gd name="csX137" fmla="*/ 42518 w 47772"/>
                <a:gd name="csY137" fmla="*/ 8121 h 62104"/>
                <a:gd name="csX138" fmla="*/ 42040 w 47772"/>
                <a:gd name="csY138" fmla="*/ 9077 h 62104"/>
                <a:gd name="csX139" fmla="*/ 40129 w 47772"/>
                <a:gd name="csY139" fmla="*/ 11466 h 62104"/>
                <a:gd name="csX140" fmla="*/ 38696 w 47772"/>
                <a:gd name="csY140" fmla="*/ 13854 h 62104"/>
                <a:gd name="csX141" fmla="*/ 42040 w 47772"/>
                <a:gd name="csY141" fmla="*/ 14332 h 62104"/>
                <a:gd name="csX142" fmla="*/ 45862 w 47772"/>
                <a:gd name="csY142" fmla="*/ 14332 h 62104"/>
                <a:gd name="csX143" fmla="*/ 44907 w 47772"/>
                <a:gd name="csY143" fmla="*/ 16243 h 62104"/>
                <a:gd name="csX144" fmla="*/ 44907 w 47772"/>
                <a:gd name="csY144" fmla="*/ 17198 h 62104"/>
                <a:gd name="csX145" fmla="*/ 45862 w 47772"/>
                <a:gd name="csY145" fmla="*/ 18154 h 62104"/>
                <a:gd name="csX146" fmla="*/ 46818 w 47772"/>
                <a:gd name="csY146" fmla="*/ 19109 h 62104"/>
                <a:gd name="csX147" fmla="*/ 46818 w 47772"/>
                <a:gd name="csY147" fmla="*/ 19587 h 62104"/>
                <a:gd name="csX148" fmla="*/ 45862 w 47772"/>
                <a:gd name="csY148" fmla="*/ 20542 h 62104"/>
                <a:gd name="csX149" fmla="*/ 47773 w 47772"/>
                <a:gd name="csY149" fmla="*/ 21498 h 62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</a:cxnLst>
              <a:rect l="l" t="t" r="r" b="b"/>
              <a:pathLst>
                <a:path w="47772" h="62104">
                  <a:moveTo>
                    <a:pt x="47773" y="21498"/>
                  </a:moveTo>
                  <a:lnTo>
                    <a:pt x="47773" y="22453"/>
                  </a:lnTo>
                  <a:lnTo>
                    <a:pt x="47295" y="23409"/>
                  </a:lnTo>
                  <a:lnTo>
                    <a:pt x="42518" y="28664"/>
                  </a:lnTo>
                  <a:lnTo>
                    <a:pt x="41085" y="31530"/>
                  </a:lnTo>
                  <a:lnTo>
                    <a:pt x="40129" y="34397"/>
                  </a:lnTo>
                  <a:lnTo>
                    <a:pt x="39174" y="36785"/>
                  </a:lnTo>
                  <a:lnTo>
                    <a:pt x="38696" y="39174"/>
                  </a:lnTo>
                  <a:lnTo>
                    <a:pt x="38218" y="41563"/>
                  </a:lnTo>
                  <a:lnTo>
                    <a:pt x="37263" y="43951"/>
                  </a:lnTo>
                  <a:lnTo>
                    <a:pt x="37263" y="46340"/>
                  </a:lnTo>
                  <a:lnTo>
                    <a:pt x="37263" y="48251"/>
                  </a:lnTo>
                  <a:lnTo>
                    <a:pt x="34874" y="53983"/>
                  </a:lnTo>
                  <a:lnTo>
                    <a:pt x="32963" y="53983"/>
                  </a:lnTo>
                  <a:lnTo>
                    <a:pt x="30575" y="53506"/>
                  </a:lnTo>
                  <a:lnTo>
                    <a:pt x="29619" y="53506"/>
                  </a:lnTo>
                  <a:lnTo>
                    <a:pt x="28664" y="54461"/>
                  </a:lnTo>
                  <a:lnTo>
                    <a:pt x="30097" y="57328"/>
                  </a:lnTo>
                  <a:lnTo>
                    <a:pt x="26275" y="60194"/>
                  </a:lnTo>
                  <a:lnTo>
                    <a:pt x="21975" y="62105"/>
                  </a:lnTo>
                  <a:lnTo>
                    <a:pt x="21498" y="61149"/>
                  </a:lnTo>
                  <a:lnTo>
                    <a:pt x="21975" y="60672"/>
                  </a:lnTo>
                  <a:lnTo>
                    <a:pt x="22931" y="60194"/>
                  </a:lnTo>
                  <a:lnTo>
                    <a:pt x="23409" y="59239"/>
                  </a:lnTo>
                  <a:lnTo>
                    <a:pt x="23886" y="56850"/>
                  </a:lnTo>
                  <a:lnTo>
                    <a:pt x="23409" y="54461"/>
                  </a:lnTo>
                  <a:lnTo>
                    <a:pt x="22453" y="51595"/>
                  </a:lnTo>
                  <a:lnTo>
                    <a:pt x="21975" y="50639"/>
                  </a:lnTo>
                  <a:lnTo>
                    <a:pt x="22931" y="50162"/>
                  </a:lnTo>
                  <a:lnTo>
                    <a:pt x="23409" y="49684"/>
                  </a:lnTo>
                  <a:lnTo>
                    <a:pt x="23886" y="49684"/>
                  </a:lnTo>
                  <a:lnTo>
                    <a:pt x="23886" y="48251"/>
                  </a:lnTo>
                  <a:lnTo>
                    <a:pt x="23409" y="47773"/>
                  </a:lnTo>
                  <a:lnTo>
                    <a:pt x="22453" y="47295"/>
                  </a:lnTo>
                  <a:lnTo>
                    <a:pt x="21020" y="47295"/>
                  </a:lnTo>
                  <a:lnTo>
                    <a:pt x="20543" y="48728"/>
                  </a:lnTo>
                  <a:lnTo>
                    <a:pt x="19109" y="50639"/>
                  </a:lnTo>
                  <a:lnTo>
                    <a:pt x="18632" y="53028"/>
                  </a:lnTo>
                  <a:lnTo>
                    <a:pt x="19109" y="53983"/>
                  </a:lnTo>
                  <a:lnTo>
                    <a:pt x="19587" y="55417"/>
                  </a:lnTo>
                  <a:lnTo>
                    <a:pt x="21020" y="56850"/>
                  </a:lnTo>
                  <a:lnTo>
                    <a:pt x="20543" y="58283"/>
                  </a:lnTo>
                  <a:lnTo>
                    <a:pt x="20064" y="58761"/>
                  </a:lnTo>
                  <a:lnTo>
                    <a:pt x="14332" y="56850"/>
                  </a:lnTo>
                  <a:lnTo>
                    <a:pt x="12898" y="56850"/>
                  </a:lnTo>
                  <a:lnTo>
                    <a:pt x="11943" y="56372"/>
                  </a:lnTo>
                  <a:lnTo>
                    <a:pt x="10988" y="53983"/>
                  </a:lnTo>
                  <a:lnTo>
                    <a:pt x="13377" y="53506"/>
                  </a:lnTo>
                  <a:lnTo>
                    <a:pt x="13854" y="53028"/>
                  </a:lnTo>
                  <a:lnTo>
                    <a:pt x="14332" y="52550"/>
                  </a:lnTo>
                  <a:lnTo>
                    <a:pt x="14332" y="49684"/>
                  </a:lnTo>
                  <a:lnTo>
                    <a:pt x="13377" y="47773"/>
                  </a:lnTo>
                  <a:lnTo>
                    <a:pt x="12421" y="47295"/>
                  </a:lnTo>
                  <a:lnTo>
                    <a:pt x="11943" y="46340"/>
                  </a:lnTo>
                  <a:lnTo>
                    <a:pt x="12421" y="44429"/>
                  </a:lnTo>
                  <a:lnTo>
                    <a:pt x="11943" y="42518"/>
                  </a:lnTo>
                  <a:lnTo>
                    <a:pt x="11943" y="39651"/>
                  </a:lnTo>
                  <a:lnTo>
                    <a:pt x="12421" y="39174"/>
                  </a:lnTo>
                  <a:lnTo>
                    <a:pt x="14332" y="38218"/>
                  </a:lnTo>
                  <a:lnTo>
                    <a:pt x="15765" y="36785"/>
                  </a:lnTo>
                  <a:lnTo>
                    <a:pt x="17198" y="34874"/>
                  </a:lnTo>
                  <a:lnTo>
                    <a:pt x="19109" y="31530"/>
                  </a:lnTo>
                  <a:lnTo>
                    <a:pt x="21020" y="28186"/>
                  </a:lnTo>
                  <a:lnTo>
                    <a:pt x="19587" y="28186"/>
                  </a:lnTo>
                  <a:lnTo>
                    <a:pt x="18154" y="27231"/>
                  </a:lnTo>
                  <a:lnTo>
                    <a:pt x="19587" y="25798"/>
                  </a:lnTo>
                  <a:lnTo>
                    <a:pt x="19109" y="23409"/>
                  </a:lnTo>
                  <a:lnTo>
                    <a:pt x="16721" y="21020"/>
                  </a:lnTo>
                  <a:lnTo>
                    <a:pt x="15765" y="18154"/>
                  </a:lnTo>
                  <a:lnTo>
                    <a:pt x="13854" y="16721"/>
                  </a:lnTo>
                  <a:lnTo>
                    <a:pt x="12898" y="16243"/>
                  </a:lnTo>
                  <a:lnTo>
                    <a:pt x="11466" y="16721"/>
                  </a:lnTo>
                  <a:lnTo>
                    <a:pt x="10510" y="17676"/>
                  </a:lnTo>
                  <a:lnTo>
                    <a:pt x="11466" y="19587"/>
                  </a:lnTo>
                  <a:lnTo>
                    <a:pt x="11466" y="21498"/>
                  </a:lnTo>
                  <a:lnTo>
                    <a:pt x="11466" y="22931"/>
                  </a:lnTo>
                  <a:lnTo>
                    <a:pt x="12421" y="23409"/>
                  </a:lnTo>
                  <a:lnTo>
                    <a:pt x="13854" y="22931"/>
                  </a:lnTo>
                  <a:lnTo>
                    <a:pt x="14809" y="22931"/>
                  </a:lnTo>
                  <a:lnTo>
                    <a:pt x="15287" y="23886"/>
                  </a:lnTo>
                  <a:lnTo>
                    <a:pt x="15287" y="25320"/>
                  </a:lnTo>
                  <a:lnTo>
                    <a:pt x="14809" y="26275"/>
                  </a:lnTo>
                  <a:lnTo>
                    <a:pt x="13854" y="26753"/>
                  </a:lnTo>
                  <a:lnTo>
                    <a:pt x="12898" y="26753"/>
                  </a:lnTo>
                  <a:lnTo>
                    <a:pt x="11943" y="26275"/>
                  </a:lnTo>
                  <a:lnTo>
                    <a:pt x="10988" y="25320"/>
                  </a:lnTo>
                  <a:lnTo>
                    <a:pt x="9077" y="24842"/>
                  </a:lnTo>
                  <a:lnTo>
                    <a:pt x="7166" y="25798"/>
                  </a:lnTo>
                  <a:lnTo>
                    <a:pt x="5255" y="28186"/>
                  </a:lnTo>
                  <a:lnTo>
                    <a:pt x="3344" y="29142"/>
                  </a:lnTo>
                  <a:lnTo>
                    <a:pt x="4300" y="27708"/>
                  </a:lnTo>
                  <a:lnTo>
                    <a:pt x="4777" y="25798"/>
                  </a:lnTo>
                  <a:lnTo>
                    <a:pt x="3822" y="24842"/>
                  </a:lnTo>
                  <a:lnTo>
                    <a:pt x="1911" y="22453"/>
                  </a:lnTo>
                  <a:lnTo>
                    <a:pt x="1433" y="21498"/>
                  </a:lnTo>
                  <a:lnTo>
                    <a:pt x="1433" y="20065"/>
                  </a:lnTo>
                  <a:lnTo>
                    <a:pt x="1911" y="18632"/>
                  </a:lnTo>
                  <a:lnTo>
                    <a:pt x="3822" y="20065"/>
                  </a:lnTo>
                  <a:lnTo>
                    <a:pt x="4777" y="22453"/>
                  </a:lnTo>
                  <a:lnTo>
                    <a:pt x="6211" y="22931"/>
                  </a:lnTo>
                  <a:lnTo>
                    <a:pt x="8121" y="22931"/>
                  </a:lnTo>
                  <a:lnTo>
                    <a:pt x="6688" y="20065"/>
                  </a:lnTo>
                  <a:lnTo>
                    <a:pt x="6211" y="19587"/>
                  </a:lnTo>
                  <a:lnTo>
                    <a:pt x="4300" y="18154"/>
                  </a:lnTo>
                  <a:lnTo>
                    <a:pt x="1433" y="15765"/>
                  </a:lnTo>
                  <a:lnTo>
                    <a:pt x="0" y="14810"/>
                  </a:lnTo>
                  <a:lnTo>
                    <a:pt x="478" y="12421"/>
                  </a:lnTo>
                  <a:lnTo>
                    <a:pt x="1433" y="11943"/>
                  </a:lnTo>
                  <a:lnTo>
                    <a:pt x="2389" y="11943"/>
                  </a:lnTo>
                  <a:lnTo>
                    <a:pt x="5255" y="12899"/>
                  </a:lnTo>
                  <a:lnTo>
                    <a:pt x="5255" y="11943"/>
                  </a:lnTo>
                  <a:lnTo>
                    <a:pt x="4777" y="10988"/>
                  </a:lnTo>
                  <a:lnTo>
                    <a:pt x="4777" y="10510"/>
                  </a:lnTo>
                  <a:lnTo>
                    <a:pt x="6688" y="9555"/>
                  </a:lnTo>
                  <a:lnTo>
                    <a:pt x="9555" y="8599"/>
                  </a:lnTo>
                  <a:lnTo>
                    <a:pt x="10032" y="8121"/>
                  </a:lnTo>
                  <a:lnTo>
                    <a:pt x="10988" y="7644"/>
                  </a:lnTo>
                  <a:lnTo>
                    <a:pt x="11466" y="7166"/>
                  </a:lnTo>
                  <a:lnTo>
                    <a:pt x="13854" y="7166"/>
                  </a:lnTo>
                  <a:lnTo>
                    <a:pt x="15287" y="6210"/>
                  </a:lnTo>
                  <a:lnTo>
                    <a:pt x="16721" y="3822"/>
                  </a:lnTo>
                  <a:lnTo>
                    <a:pt x="17198" y="2867"/>
                  </a:lnTo>
                  <a:lnTo>
                    <a:pt x="17676" y="1911"/>
                  </a:lnTo>
                  <a:lnTo>
                    <a:pt x="21498" y="0"/>
                  </a:lnTo>
                  <a:lnTo>
                    <a:pt x="22453" y="0"/>
                  </a:lnTo>
                  <a:lnTo>
                    <a:pt x="24842" y="0"/>
                  </a:lnTo>
                  <a:lnTo>
                    <a:pt x="27230" y="956"/>
                  </a:lnTo>
                  <a:lnTo>
                    <a:pt x="28186" y="3344"/>
                  </a:lnTo>
                  <a:lnTo>
                    <a:pt x="29141" y="5255"/>
                  </a:lnTo>
                  <a:lnTo>
                    <a:pt x="31530" y="6688"/>
                  </a:lnTo>
                  <a:lnTo>
                    <a:pt x="33919" y="7644"/>
                  </a:lnTo>
                  <a:lnTo>
                    <a:pt x="35352" y="7644"/>
                  </a:lnTo>
                  <a:lnTo>
                    <a:pt x="36307" y="7166"/>
                  </a:lnTo>
                  <a:lnTo>
                    <a:pt x="37741" y="6210"/>
                  </a:lnTo>
                  <a:lnTo>
                    <a:pt x="39652" y="5733"/>
                  </a:lnTo>
                  <a:lnTo>
                    <a:pt x="40607" y="6210"/>
                  </a:lnTo>
                  <a:lnTo>
                    <a:pt x="42040" y="6688"/>
                  </a:lnTo>
                  <a:lnTo>
                    <a:pt x="42518" y="8121"/>
                  </a:lnTo>
                  <a:lnTo>
                    <a:pt x="42040" y="9077"/>
                  </a:lnTo>
                  <a:lnTo>
                    <a:pt x="40129" y="11466"/>
                  </a:lnTo>
                  <a:lnTo>
                    <a:pt x="38696" y="13854"/>
                  </a:lnTo>
                  <a:lnTo>
                    <a:pt x="42040" y="14332"/>
                  </a:lnTo>
                  <a:lnTo>
                    <a:pt x="45862" y="14332"/>
                  </a:lnTo>
                  <a:lnTo>
                    <a:pt x="44907" y="16243"/>
                  </a:lnTo>
                  <a:lnTo>
                    <a:pt x="44907" y="17198"/>
                  </a:lnTo>
                  <a:lnTo>
                    <a:pt x="45862" y="18154"/>
                  </a:lnTo>
                  <a:lnTo>
                    <a:pt x="46818" y="19109"/>
                  </a:lnTo>
                  <a:lnTo>
                    <a:pt x="46818" y="19587"/>
                  </a:lnTo>
                  <a:lnTo>
                    <a:pt x="45862" y="20542"/>
                  </a:lnTo>
                  <a:lnTo>
                    <a:pt x="47773" y="214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AA00E42B-D175-BF02-DABD-F695C258D6BC}"/>
                </a:ext>
              </a:extLst>
            </p:cNvPr>
            <p:cNvSpPr/>
            <p:nvPr/>
          </p:nvSpPr>
          <p:spPr>
            <a:xfrm>
              <a:off x="8496589" y="4863405"/>
              <a:ext cx="4299" cy="2388"/>
            </a:xfrm>
            <a:custGeom>
              <a:avLst/>
              <a:gdLst>
                <a:gd name="csX0" fmla="*/ 3344 w 4299"/>
                <a:gd name="csY0" fmla="*/ 0 h 2388"/>
                <a:gd name="csX1" fmla="*/ 4300 w 4299"/>
                <a:gd name="csY1" fmla="*/ 1433 h 2388"/>
                <a:gd name="csX2" fmla="*/ 4300 w 4299"/>
                <a:gd name="csY2" fmla="*/ 2389 h 2388"/>
                <a:gd name="csX3" fmla="*/ 3344 w 4299"/>
                <a:gd name="csY3" fmla="*/ 1911 h 2388"/>
                <a:gd name="csX4" fmla="*/ 2389 w 4299"/>
                <a:gd name="csY4" fmla="*/ 955 h 2388"/>
                <a:gd name="csX5" fmla="*/ 1433 w 4299"/>
                <a:gd name="csY5" fmla="*/ 955 h 2388"/>
                <a:gd name="csX6" fmla="*/ 478 w 4299"/>
                <a:gd name="csY6" fmla="*/ 478 h 2388"/>
                <a:gd name="csX7" fmla="*/ 0 w 4299"/>
                <a:gd name="csY7" fmla="*/ 0 h 2388"/>
                <a:gd name="csX8" fmla="*/ 3344 w 4299"/>
                <a:gd name="csY8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2388">
                  <a:moveTo>
                    <a:pt x="3344" y="0"/>
                  </a:moveTo>
                  <a:lnTo>
                    <a:pt x="4300" y="1433"/>
                  </a:lnTo>
                  <a:lnTo>
                    <a:pt x="4300" y="2389"/>
                  </a:lnTo>
                  <a:lnTo>
                    <a:pt x="3344" y="1911"/>
                  </a:lnTo>
                  <a:lnTo>
                    <a:pt x="2389" y="955"/>
                  </a:lnTo>
                  <a:lnTo>
                    <a:pt x="1433" y="955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7C9D4D10-48A4-39E4-D89B-1A62F41B4648}"/>
                </a:ext>
              </a:extLst>
            </p:cNvPr>
            <p:cNvSpPr/>
            <p:nvPr/>
          </p:nvSpPr>
          <p:spPr>
            <a:xfrm>
              <a:off x="8486080" y="3812401"/>
              <a:ext cx="12420" cy="10509"/>
            </a:xfrm>
            <a:custGeom>
              <a:avLst/>
              <a:gdLst>
                <a:gd name="csX0" fmla="*/ 12421 w 12420"/>
                <a:gd name="csY0" fmla="*/ 0 h 10509"/>
                <a:gd name="csX1" fmla="*/ 11465 w 12420"/>
                <a:gd name="csY1" fmla="*/ 478 h 10509"/>
                <a:gd name="csX2" fmla="*/ 10510 w 12420"/>
                <a:gd name="csY2" fmla="*/ 2389 h 10509"/>
                <a:gd name="csX3" fmla="*/ 8599 w 12420"/>
                <a:gd name="csY3" fmla="*/ 3344 h 10509"/>
                <a:gd name="csX4" fmla="*/ 7644 w 12420"/>
                <a:gd name="csY4" fmla="*/ 4777 h 10509"/>
                <a:gd name="csX5" fmla="*/ 7166 w 12420"/>
                <a:gd name="csY5" fmla="*/ 6210 h 10509"/>
                <a:gd name="csX6" fmla="*/ 5255 w 12420"/>
                <a:gd name="csY6" fmla="*/ 8121 h 10509"/>
                <a:gd name="csX7" fmla="*/ 4299 w 12420"/>
                <a:gd name="csY7" fmla="*/ 8599 h 10509"/>
                <a:gd name="csX8" fmla="*/ 955 w 12420"/>
                <a:gd name="csY8" fmla="*/ 10032 h 10509"/>
                <a:gd name="csX9" fmla="*/ 0 w 12420"/>
                <a:gd name="csY9" fmla="*/ 10510 h 10509"/>
                <a:gd name="csX10" fmla="*/ 0 w 12420"/>
                <a:gd name="csY10" fmla="*/ 10510 h 10509"/>
                <a:gd name="csX11" fmla="*/ 955 w 12420"/>
                <a:gd name="csY11" fmla="*/ 10032 h 10509"/>
                <a:gd name="csX12" fmla="*/ 4299 w 12420"/>
                <a:gd name="csY12" fmla="*/ 8599 h 10509"/>
                <a:gd name="csX13" fmla="*/ 5255 w 12420"/>
                <a:gd name="csY13" fmla="*/ 8121 h 10509"/>
                <a:gd name="csX14" fmla="*/ 7166 w 12420"/>
                <a:gd name="csY14" fmla="*/ 6210 h 10509"/>
                <a:gd name="csX15" fmla="*/ 7644 w 12420"/>
                <a:gd name="csY15" fmla="*/ 4777 h 10509"/>
                <a:gd name="csX16" fmla="*/ 8599 w 12420"/>
                <a:gd name="csY16" fmla="*/ 3344 h 10509"/>
                <a:gd name="csX17" fmla="*/ 10032 w 12420"/>
                <a:gd name="csY17" fmla="*/ 2389 h 10509"/>
                <a:gd name="csX18" fmla="*/ 11465 w 12420"/>
                <a:gd name="csY18" fmla="*/ 478 h 10509"/>
                <a:gd name="csX19" fmla="*/ 12421 w 12420"/>
                <a:gd name="csY19" fmla="*/ 0 h 10509"/>
                <a:gd name="csX20" fmla="*/ 12421 w 12420"/>
                <a:gd name="csY20" fmla="*/ 0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2420" h="10509">
                  <a:moveTo>
                    <a:pt x="12421" y="0"/>
                  </a:moveTo>
                  <a:lnTo>
                    <a:pt x="11465" y="478"/>
                  </a:lnTo>
                  <a:lnTo>
                    <a:pt x="10510" y="2389"/>
                  </a:lnTo>
                  <a:lnTo>
                    <a:pt x="8599" y="3344"/>
                  </a:lnTo>
                  <a:lnTo>
                    <a:pt x="7644" y="4777"/>
                  </a:lnTo>
                  <a:lnTo>
                    <a:pt x="7166" y="6210"/>
                  </a:lnTo>
                  <a:lnTo>
                    <a:pt x="5255" y="8121"/>
                  </a:lnTo>
                  <a:lnTo>
                    <a:pt x="4299" y="8599"/>
                  </a:lnTo>
                  <a:lnTo>
                    <a:pt x="955" y="10032"/>
                  </a:lnTo>
                  <a:lnTo>
                    <a:pt x="0" y="10510"/>
                  </a:lnTo>
                  <a:lnTo>
                    <a:pt x="0" y="10510"/>
                  </a:lnTo>
                  <a:lnTo>
                    <a:pt x="955" y="10032"/>
                  </a:lnTo>
                  <a:lnTo>
                    <a:pt x="4299" y="8599"/>
                  </a:lnTo>
                  <a:lnTo>
                    <a:pt x="5255" y="8121"/>
                  </a:lnTo>
                  <a:lnTo>
                    <a:pt x="7166" y="6210"/>
                  </a:lnTo>
                  <a:lnTo>
                    <a:pt x="7644" y="4777"/>
                  </a:lnTo>
                  <a:lnTo>
                    <a:pt x="8599" y="3344"/>
                  </a:lnTo>
                  <a:lnTo>
                    <a:pt x="10032" y="2389"/>
                  </a:lnTo>
                  <a:lnTo>
                    <a:pt x="11465" y="478"/>
                  </a:lnTo>
                  <a:lnTo>
                    <a:pt x="12421" y="0"/>
                  </a:lnTo>
                  <a:lnTo>
                    <a:pt x="124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5C8826E8-0507-B2C8-B16E-0A0CA99ECCB8}"/>
                </a:ext>
              </a:extLst>
            </p:cNvPr>
            <p:cNvSpPr/>
            <p:nvPr/>
          </p:nvSpPr>
          <p:spPr>
            <a:xfrm>
              <a:off x="8483213" y="4863405"/>
              <a:ext cx="12899" cy="16242"/>
            </a:xfrm>
            <a:custGeom>
              <a:avLst/>
              <a:gdLst>
                <a:gd name="csX0" fmla="*/ 12421 w 12899"/>
                <a:gd name="csY0" fmla="*/ 478 h 16242"/>
                <a:gd name="csX1" fmla="*/ 12899 w 12899"/>
                <a:gd name="csY1" fmla="*/ 1433 h 16242"/>
                <a:gd name="csX2" fmla="*/ 10988 w 12899"/>
                <a:gd name="csY2" fmla="*/ 2866 h 16242"/>
                <a:gd name="csX3" fmla="*/ 11943 w 12899"/>
                <a:gd name="csY3" fmla="*/ 6210 h 16242"/>
                <a:gd name="csX4" fmla="*/ 10988 w 12899"/>
                <a:gd name="csY4" fmla="*/ 9555 h 16242"/>
                <a:gd name="csX5" fmla="*/ 10033 w 12899"/>
                <a:gd name="csY5" fmla="*/ 10510 h 16242"/>
                <a:gd name="csX6" fmla="*/ 8122 w 12899"/>
                <a:gd name="csY6" fmla="*/ 11465 h 16242"/>
                <a:gd name="csX7" fmla="*/ 7644 w 12899"/>
                <a:gd name="csY7" fmla="*/ 11943 h 16242"/>
                <a:gd name="csX8" fmla="*/ 5733 w 12899"/>
                <a:gd name="csY8" fmla="*/ 13854 h 16242"/>
                <a:gd name="csX9" fmla="*/ 5255 w 12899"/>
                <a:gd name="csY9" fmla="*/ 15287 h 16242"/>
                <a:gd name="csX10" fmla="*/ 5255 w 12899"/>
                <a:gd name="csY10" fmla="*/ 15765 h 16242"/>
                <a:gd name="csX11" fmla="*/ 4777 w 12899"/>
                <a:gd name="csY11" fmla="*/ 16243 h 16242"/>
                <a:gd name="csX12" fmla="*/ 4300 w 12899"/>
                <a:gd name="csY12" fmla="*/ 16243 h 16242"/>
                <a:gd name="csX13" fmla="*/ 1911 w 12899"/>
                <a:gd name="csY13" fmla="*/ 16243 h 16242"/>
                <a:gd name="csX14" fmla="*/ 478 w 12899"/>
                <a:gd name="csY14" fmla="*/ 16243 h 16242"/>
                <a:gd name="csX15" fmla="*/ 956 w 12899"/>
                <a:gd name="csY15" fmla="*/ 14809 h 16242"/>
                <a:gd name="csX16" fmla="*/ 0 w 12899"/>
                <a:gd name="csY16" fmla="*/ 13854 h 16242"/>
                <a:gd name="csX17" fmla="*/ 956 w 12899"/>
                <a:gd name="csY17" fmla="*/ 12421 h 16242"/>
                <a:gd name="csX18" fmla="*/ 956 w 12899"/>
                <a:gd name="csY18" fmla="*/ 10510 h 16242"/>
                <a:gd name="csX19" fmla="*/ 2389 w 12899"/>
                <a:gd name="csY19" fmla="*/ 10032 h 16242"/>
                <a:gd name="csX20" fmla="*/ 2389 w 12899"/>
                <a:gd name="csY20" fmla="*/ 9077 h 16242"/>
                <a:gd name="csX21" fmla="*/ 3344 w 12899"/>
                <a:gd name="csY21" fmla="*/ 6688 h 16242"/>
                <a:gd name="csX22" fmla="*/ 4300 w 12899"/>
                <a:gd name="csY22" fmla="*/ 5733 h 16242"/>
                <a:gd name="csX23" fmla="*/ 5255 w 12899"/>
                <a:gd name="csY23" fmla="*/ 5733 h 16242"/>
                <a:gd name="csX24" fmla="*/ 6688 w 12899"/>
                <a:gd name="csY24" fmla="*/ 4299 h 16242"/>
                <a:gd name="csX25" fmla="*/ 7166 w 12899"/>
                <a:gd name="csY25" fmla="*/ 3822 h 16242"/>
                <a:gd name="csX26" fmla="*/ 8122 w 12899"/>
                <a:gd name="csY26" fmla="*/ 2389 h 16242"/>
                <a:gd name="csX27" fmla="*/ 9077 w 12899"/>
                <a:gd name="csY27" fmla="*/ 1911 h 16242"/>
                <a:gd name="csX28" fmla="*/ 9077 w 12899"/>
                <a:gd name="csY28" fmla="*/ 955 h 16242"/>
                <a:gd name="csX29" fmla="*/ 9555 w 12899"/>
                <a:gd name="csY29" fmla="*/ 478 h 16242"/>
                <a:gd name="csX30" fmla="*/ 10988 w 12899"/>
                <a:gd name="csY30" fmla="*/ 0 h 16242"/>
                <a:gd name="csX31" fmla="*/ 12421 w 12899"/>
                <a:gd name="csY31" fmla="*/ 478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2899" h="16242">
                  <a:moveTo>
                    <a:pt x="12421" y="478"/>
                  </a:moveTo>
                  <a:lnTo>
                    <a:pt x="12899" y="1433"/>
                  </a:lnTo>
                  <a:lnTo>
                    <a:pt x="10988" y="2866"/>
                  </a:lnTo>
                  <a:lnTo>
                    <a:pt x="11943" y="6210"/>
                  </a:lnTo>
                  <a:lnTo>
                    <a:pt x="10988" y="9555"/>
                  </a:lnTo>
                  <a:lnTo>
                    <a:pt x="10033" y="10510"/>
                  </a:lnTo>
                  <a:lnTo>
                    <a:pt x="8122" y="11465"/>
                  </a:lnTo>
                  <a:lnTo>
                    <a:pt x="7644" y="11943"/>
                  </a:lnTo>
                  <a:lnTo>
                    <a:pt x="5733" y="13854"/>
                  </a:lnTo>
                  <a:lnTo>
                    <a:pt x="5255" y="15287"/>
                  </a:lnTo>
                  <a:lnTo>
                    <a:pt x="5255" y="15765"/>
                  </a:lnTo>
                  <a:lnTo>
                    <a:pt x="4777" y="16243"/>
                  </a:lnTo>
                  <a:lnTo>
                    <a:pt x="4300" y="16243"/>
                  </a:lnTo>
                  <a:lnTo>
                    <a:pt x="1911" y="16243"/>
                  </a:lnTo>
                  <a:lnTo>
                    <a:pt x="478" y="16243"/>
                  </a:lnTo>
                  <a:lnTo>
                    <a:pt x="956" y="14809"/>
                  </a:lnTo>
                  <a:lnTo>
                    <a:pt x="0" y="13854"/>
                  </a:lnTo>
                  <a:lnTo>
                    <a:pt x="956" y="12421"/>
                  </a:lnTo>
                  <a:lnTo>
                    <a:pt x="956" y="10510"/>
                  </a:lnTo>
                  <a:lnTo>
                    <a:pt x="2389" y="10032"/>
                  </a:lnTo>
                  <a:lnTo>
                    <a:pt x="2389" y="9077"/>
                  </a:lnTo>
                  <a:lnTo>
                    <a:pt x="3344" y="6688"/>
                  </a:lnTo>
                  <a:lnTo>
                    <a:pt x="4300" y="5733"/>
                  </a:lnTo>
                  <a:lnTo>
                    <a:pt x="5255" y="5733"/>
                  </a:lnTo>
                  <a:lnTo>
                    <a:pt x="6688" y="4299"/>
                  </a:lnTo>
                  <a:lnTo>
                    <a:pt x="7166" y="3822"/>
                  </a:lnTo>
                  <a:lnTo>
                    <a:pt x="8122" y="2389"/>
                  </a:lnTo>
                  <a:lnTo>
                    <a:pt x="9077" y="1911"/>
                  </a:lnTo>
                  <a:lnTo>
                    <a:pt x="9077" y="955"/>
                  </a:lnTo>
                  <a:lnTo>
                    <a:pt x="9555" y="478"/>
                  </a:lnTo>
                  <a:lnTo>
                    <a:pt x="10988" y="0"/>
                  </a:lnTo>
                  <a:lnTo>
                    <a:pt x="124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3D63C517-6110-BE94-FBBF-EED1B2DAA21E}"/>
                </a:ext>
              </a:extLst>
            </p:cNvPr>
            <p:cNvSpPr/>
            <p:nvPr/>
          </p:nvSpPr>
          <p:spPr>
            <a:xfrm>
              <a:off x="8490857" y="3749340"/>
              <a:ext cx="1910" cy="955"/>
            </a:xfrm>
            <a:custGeom>
              <a:avLst/>
              <a:gdLst>
                <a:gd name="csX0" fmla="*/ 1910 w 1910"/>
                <a:gd name="csY0" fmla="*/ 955 h 955"/>
                <a:gd name="csX1" fmla="*/ 1910 w 1910"/>
                <a:gd name="csY1" fmla="*/ 955 h 955"/>
                <a:gd name="csX2" fmla="*/ 0 w 1910"/>
                <a:gd name="csY2" fmla="*/ 0 h 955"/>
                <a:gd name="csX3" fmla="*/ 0 w 1910"/>
                <a:gd name="csY3" fmla="*/ 0 h 955"/>
                <a:gd name="csX4" fmla="*/ 1910 w 1910"/>
                <a:gd name="csY4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955">
                  <a:moveTo>
                    <a:pt x="1910" y="955"/>
                  </a:moveTo>
                  <a:lnTo>
                    <a:pt x="1910" y="95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C12E65CC-AD6B-7D1B-56AC-1D163F722887}"/>
                </a:ext>
              </a:extLst>
            </p:cNvPr>
            <p:cNvSpPr/>
            <p:nvPr/>
          </p:nvSpPr>
          <p:spPr>
            <a:xfrm>
              <a:off x="8468881" y="4937931"/>
              <a:ext cx="23408" cy="13854"/>
            </a:xfrm>
            <a:custGeom>
              <a:avLst/>
              <a:gdLst>
                <a:gd name="csX0" fmla="*/ 22931 w 23408"/>
                <a:gd name="csY0" fmla="*/ 4300 h 13854"/>
                <a:gd name="csX1" fmla="*/ 23409 w 23408"/>
                <a:gd name="csY1" fmla="*/ 4777 h 13854"/>
                <a:gd name="csX2" fmla="*/ 21976 w 23408"/>
                <a:gd name="csY2" fmla="*/ 6210 h 13854"/>
                <a:gd name="csX3" fmla="*/ 21976 w 23408"/>
                <a:gd name="csY3" fmla="*/ 7644 h 13854"/>
                <a:gd name="csX4" fmla="*/ 20543 w 23408"/>
                <a:gd name="csY4" fmla="*/ 7166 h 13854"/>
                <a:gd name="csX5" fmla="*/ 18632 w 23408"/>
                <a:gd name="csY5" fmla="*/ 9555 h 13854"/>
                <a:gd name="csX6" fmla="*/ 11943 w 23408"/>
                <a:gd name="csY6" fmla="*/ 13854 h 13854"/>
                <a:gd name="csX7" fmla="*/ 5733 w 23408"/>
                <a:gd name="csY7" fmla="*/ 10510 h 13854"/>
                <a:gd name="csX8" fmla="*/ 2867 w 23408"/>
                <a:gd name="csY8" fmla="*/ 8121 h 13854"/>
                <a:gd name="csX9" fmla="*/ 1433 w 23408"/>
                <a:gd name="csY9" fmla="*/ 4777 h 13854"/>
                <a:gd name="csX10" fmla="*/ 956 w 23408"/>
                <a:gd name="csY10" fmla="*/ 2389 h 13854"/>
                <a:gd name="csX11" fmla="*/ 0 w 23408"/>
                <a:gd name="csY11" fmla="*/ 478 h 13854"/>
                <a:gd name="csX12" fmla="*/ 478 w 23408"/>
                <a:gd name="csY12" fmla="*/ 0 h 13854"/>
                <a:gd name="csX13" fmla="*/ 956 w 23408"/>
                <a:gd name="csY13" fmla="*/ 0 h 13854"/>
                <a:gd name="csX14" fmla="*/ 1433 w 23408"/>
                <a:gd name="csY14" fmla="*/ 0 h 13854"/>
                <a:gd name="csX15" fmla="*/ 3344 w 23408"/>
                <a:gd name="csY15" fmla="*/ 1911 h 13854"/>
                <a:gd name="csX16" fmla="*/ 3822 w 23408"/>
                <a:gd name="csY16" fmla="*/ 2389 h 13854"/>
                <a:gd name="csX17" fmla="*/ 5255 w 23408"/>
                <a:gd name="csY17" fmla="*/ 3822 h 13854"/>
                <a:gd name="csX18" fmla="*/ 7644 w 23408"/>
                <a:gd name="csY18" fmla="*/ 3822 h 13854"/>
                <a:gd name="csX19" fmla="*/ 10988 w 23408"/>
                <a:gd name="csY19" fmla="*/ 2389 h 13854"/>
                <a:gd name="csX20" fmla="*/ 12421 w 23408"/>
                <a:gd name="csY20" fmla="*/ 2866 h 13854"/>
                <a:gd name="csX21" fmla="*/ 13377 w 23408"/>
                <a:gd name="csY21" fmla="*/ 2866 h 13854"/>
                <a:gd name="csX22" fmla="*/ 15765 w 23408"/>
                <a:gd name="csY22" fmla="*/ 1433 h 13854"/>
                <a:gd name="csX23" fmla="*/ 17199 w 23408"/>
                <a:gd name="csY23" fmla="*/ 956 h 13854"/>
                <a:gd name="csX24" fmla="*/ 18154 w 23408"/>
                <a:gd name="csY24" fmla="*/ 0 h 13854"/>
                <a:gd name="csX25" fmla="*/ 19109 w 23408"/>
                <a:gd name="csY25" fmla="*/ 956 h 13854"/>
                <a:gd name="csX26" fmla="*/ 21498 w 23408"/>
                <a:gd name="csY26" fmla="*/ 2389 h 13854"/>
                <a:gd name="csX27" fmla="*/ 21976 w 23408"/>
                <a:gd name="csY27" fmla="*/ 3822 h 13854"/>
                <a:gd name="csX28" fmla="*/ 22931 w 23408"/>
                <a:gd name="csY28" fmla="*/ 4300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23408" h="13854">
                  <a:moveTo>
                    <a:pt x="22931" y="4300"/>
                  </a:moveTo>
                  <a:lnTo>
                    <a:pt x="23409" y="4777"/>
                  </a:lnTo>
                  <a:lnTo>
                    <a:pt x="21976" y="6210"/>
                  </a:lnTo>
                  <a:lnTo>
                    <a:pt x="21976" y="7644"/>
                  </a:lnTo>
                  <a:lnTo>
                    <a:pt x="20543" y="7166"/>
                  </a:lnTo>
                  <a:lnTo>
                    <a:pt x="18632" y="9555"/>
                  </a:lnTo>
                  <a:lnTo>
                    <a:pt x="11943" y="13854"/>
                  </a:lnTo>
                  <a:lnTo>
                    <a:pt x="5733" y="10510"/>
                  </a:lnTo>
                  <a:lnTo>
                    <a:pt x="2867" y="8121"/>
                  </a:lnTo>
                  <a:lnTo>
                    <a:pt x="1433" y="4777"/>
                  </a:lnTo>
                  <a:lnTo>
                    <a:pt x="956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3344" y="1911"/>
                  </a:lnTo>
                  <a:lnTo>
                    <a:pt x="3822" y="2389"/>
                  </a:lnTo>
                  <a:lnTo>
                    <a:pt x="5255" y="3822"/>
                  </a:lnTo>
                  <a:lnTo>
                    <a:pt x="7644" y="3822"/>
                  </a:lnTo>
                  <a:lnTo>
                    <a:pt x="10988" y="2389"/>
                  </a:lnTo>
                  <a:lnTo>
                    <a:pt x="12421" y="2866"/>
                  </a:lnTo>
                  <a:lnTo>
                    <a:pt x="13377" y="2866"/>
                  </a:lnTo>
                  <a:lnTo>
                    <a:pt x="15765" y="1433"/>
                  </a:lnTo>
                  <a:lnTo>
                    <a:pt x="17199" y="956"/>
                  </a:lnTo>
                  <a:lnTo>
                    <a:pt x="18154" y="0"/>
                  </a:lnTo>
                  <a:lnTo>
                    <a:pt x="19109" y="956"/>
                  </a:lnTo>
                  <a:lnTo>
                    <a:pt x="21498" y="2389"/>
                  </a:lnTo>
                  <a:lnTo>
                    <a:pt x="21976" y="3822"/>
                  </a:lnTo>
                  <a:lnTo>
                    <a:pt x="22931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EF61F3C6-51A3-1B45-DB0B-FD05E2204BFF}"/>
                </a:ext>
              </a:extLst>
            </p:cNvPr>
            <p:cNvSpPr/>
            <p:nvPr/>
          </p:nvSpPr>
          <p:spPr>
            <a:xfrm>
              <a:off x="8466492" y="4734418"/>
              <a:ext cx="21976" cy="8121"/>
            </a:xfrm>
            <a:custGeom>
              <a:avLst/>
              <a:gdLst>
                <a:gd name="csX0" fmla="*/ 21020 w 21976"/>
                <a:gd name="csY0" fmla="*/ 4299 h 8121"/>
                <a:gd name="csX1" fmla="*/ 21976 w 21976"/>
                <a:gd name="csY1" fmla="*/ 5255 h 8121"/>
                <a:gd name="csX2" fmla="*/ 20065 w 21976"/>
                <a:gd name="csY2" fmla="*/ 6688 h 8121"/>
                <a:gd name="csX3" fmla="*/ 19587 w 21976"/>
                <a:gd name="csY3" fmla="*/ 6688 h 8121"/>
                <a:gd name="csX4" fmla="*/ 18632 w 21976"/>
                <a:gd name="csY4" fmla="*/ 6210 h 8121"/>
                <a:gd name="csX5" fmla="*/ 17199 w 21976"/>
                <a:gd name="csY5" fmla="*/ 6210 h 8121"/>
                <a:gd name="csX6" fmla="*/ 15288 w 21976"/>
                <a:gd name="csY6" fmla="*/ 6688 h 8121"/>
                <a:gd name="csX7" fmla="*/ 13854 w 21976"/>
                <a:gd name="csY7" fmla="*/ 6210 h 8121"/>
                <a:gd name="csX8" fmla="*/ 12899 w 21976"/>
                <a:gd name="csY8" fmla="*/ 4777 h 8121"/>
                <a:gd name="csX9" fmla="*/ 11466 w 21976"/>
                <a:gd name="csY9" fmla="*/ 4299 h 8121"/>
                <a:gd name="csX10" fmla="*/ 8599 w 21976"/>
                <a:gd name="csY10" fmla="*/ 1433 h 8121"/>
                <a:gd name="csX11" fmla="*/ 7644 w 21976"/>
                <a:gd name="csY11" fmla="*/ 1911 h 8121"/>
                <a:gd name="csX12" fmla="*/ 8122 w 21976"/>
                <a:gd name="csY12" fmla="*/ 2866 h 8121"/>
                <a:gd name="csX13" fmla="*/ 9077 w 21976"/>
                <a:gd name="csY13" fmla="*/ 3344 h 8121"/>
                <a:gd name="csX14" fmla="*/ 10510 w 21976"/>
                <a:gd name="csY14" fmla="*/ 5255 h 8121"/>
                <a:gd name="csX15" fmla="*/ 10988 w 21976"/>
                <a:gd name="csY15" fmla="*/ 5733 h 8121"/>
                <a:gd name="csX16" fmla="*/ 11943 w 21976"/>
                <a:gd name="csY16" fmla="*/ 5733 h 8121"/>
                <a:gd name="csX17" fmla="*/ 12899 w 21976"/>
                <a:gd name="csY17" fmla="*/ 6210 h 8121"/>
                <a:gd name="csX18" fmla="*/ 12899 w 21976"/>
                <a:gd name="csY18" fmla="*/ 7644 h 8121"/>
                <a:gd name="csX19" fmla="*/ 10033 w 21976"/>
                <a:gd name="csY19" fmla="*/ 8121 h 8121"/>
                <a:gd name="csX20" fmla="*/ 9077 w 21976"/>
                <a:gd name="csY20" fmla="*/ 7166 h 8121"/>
                <a:gd name="csX21" fmla="*/ 9077 w 21976"/>
                <a:gd name="csY21" fmla="*/ 5733 h 8121"/>
                <a:gd name="csX22" fmla="*/ 7166 w 21976"/>
                <a:gd name="csY22" fmla="*/ 6210 h 8121"/>
                <a:gd name="csX23" fmla="*/ 6688 w 21976"/>
                <a:gd name="csY23" fmla="*/ 6688 h 8121"/>
                <a:gd name="csX24" fmla="*/ 6211 w 21976"/>
                <a:gd name="csY24" fmla="*/ 6688 h 8121"/>
                <a:gd name="csX25" fmla="*/ 5255 w 21976"/>
                <a:gd name="csY25" fmla="*/ 4777 h 8121"/>
                <a:gd name="csX26" fmla="*/ 1911 w 21976"/>
                <a:gd name="csY26" fmla="*/ 4777 h 8121"/>
                <a:gd name="csX27" fmla="*/ 0 w 21976"/>
                <a:gd name="csY27" fmla="*/ 3822 h 8121"/>
                <a:gd name="csX28" fmla="*/ 956 w 21976"/>
                <a:gd name="csY28" fmla="*/ 2866 h 8121"/>
                <a:gd name="csX29" fmla="*/ 956 w 21976"/>
                <a:gd name="csY29" fmla="*/ 1911 h 8121"/>
                <a:gd name="csX30" fmla="*/ 2389 w 21976"/>
                <a:gd name="csY30" fmla="*/ 1433 h 8121"/>
                <a:gd name="csX31" fmla="*/ 3822 w 21976"/>
                <a:gd name="csY31" fmla="*/ 1911 h 8121"/>
                <a:gd name="csX32" fmla="*/ 5255 w 21976"/>
                <a:gd name="csY32" fmla="*/ 1433 h 8121"/>
                <a:gd name="csX33" fmla="*/ 6211 w 21976"/>
                <a:gd name="csY33" fmla="*/ 1433 h 8121"/>
                <a:gd name="csX34" fmla="*/ 6688 w 21976"/>
                <a:gd name="csY34" fmla="*/ 955 h 8121"/>
                <a:gd name="csX35" fmla="*/ 9555 w 21976"/>
                <a:gd name="csY35" fmla="*/ 478 h 8121"/>
                <a:gd name="csX36" fmla="*/ 11466 w 21976"/>
                <a:gd name="csY36" fmla="*/ 0 h 8121"/>
                <a:gd name="csX37" fmla="*/ 14810 w 21976"/>
                <a:gd name="csY37" fmla="*/ 955 h 8121"/>
                <a:gd name="csX38" fmla="*/ 15765 w 21976"/>
                <a:gd name="csY38" fmla="*/ 955 h 8121"/>
                <a:gd name="csX39" fmla="*/ 20543 w 21976"/>
                <a:gd name="csY39" fmla="*/ 2866 h 8121"/>
                <a:gd name="csX40" fmla="*/ 21498 w 21976"/>
                <a:gd name="csY40" fmla="*/ 3822 h 8121"/>
                <a:gd name="csX41" fmla="*/ 21020 w 21976"/>
                <a:gd name="csY41" fmla="*/ 4299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21976" h="8121">
                  <a:moveTo>
                    <a:pt x="21020" y="4299"/>
                  </a:moveTo>
                  <a:lnTo>
                    <a:pt x="21976" y="5255"/>
                  </a:lnTo>
                  <a:lnTo>
                    <a:pt x="20065" y="6688"/>
                  </a:lnTo>
                  <a:lnTo>
                    <a:pt x="19587" y="6688"/>
                  </a:lnTo>
                  <a:lnTo>
                    <a:pt x="18632" y="6210"/>
                  </a:lnTo>
                  <a:lnTo>
                    <a:pt x="17199" y="6210"/>
                  </a:lnTo>
                  <a:lnTo>
                    <a:pt x="15288" y="6688"/>
                  </a:lnTo>
                  <a:lnTo>
                    <a:pt x="13854" y="6210"/>
                  </a:lnTo>
                  <a:lnTo>
                    <a:pt x="12899" y="4777"/>
                  </a:lnTo>
                  <a:lnTo>
                    <a:pt x="11466" y="4299"/>
                  </a:lnTo>
                  <a:lnTo>
                    <a:pt x="8599" y="1433"/>
                  </a:lnTo>
                  <a:lnTo>
                    <a:pt x="7644" y="1911"/>
                  </a:lnTo>
                  <a:lnTo>
                    <a:pt x="8122" y="2866"/>
                  </a:lnTo>
                  <a:lnTo>
                    <a:pt x="9077" y="3344"/>
                  </a:lnTo>
                  <a:lnTo>
                    <a:pt x="10510" y="5255"/>
                  </a:lnTo>
                  <a:lnTo>
                    <a:pt x="10988" y="5733"/>
                  </a:lnTo>
                  <a:lnTo>
                    <a:pt x="11943" y="5733"/>
                  </a:lnTo>
                  <a:lnTo>
                    <a:pt x="12899" y="6210"/>
                  </a:lnTo>
                  <a:lnTo>
                    <a:pt x="12899" y="7644"/>
                  </a:lnTo>
                  <a:lnTo>
                    <a:pt x="10033" y="8121"/>
                  </a:lnTo>
                  <a:lnTo>
                    <a:pt x="9077" y="7166"/>
                  </a:lnTo>
                  <a:lnTo>
                    <a:pt x="9077" y="5733"/>
                  </a:lnTo>
                  <a:lnTo>
                    <a:pt x="7166" y="6210"/>
                  </a:lnTo>
                  <a:lnTo>
                    <a:pt x="6688" y="6688"/>
                  </a:lnTo>
                  <a:lnTo>
                    <a:pt x="6211" y="6688"/>
                  </a:lnTo>
                  <a:lnTo>
                    <a:pt x="5255" y="4777"/>
                  </a:lnTo>
                  <a:lnTo>
                    <a:pt x="1911" y="4777"/>
                  </a:lnTo>
                  <a:lnTo>
                    <a:pt x="0" y="3822"/>
                  </a:lnTo>
                  <a:lnTo>
                    <a:pt x="956" y="2866"/>
                  </a:lnTo>
                  <a:lnTo>
                    <a:pt x="956" y="1911"/>
                  </a:lnTo>
                  <a:lnTo>
                    <a:pt x="2389" y="1433"/>
                  </a:lnTo>
                  <a:lnTo>
                    <a:pt x="3822" y="1911"/>
                  </a:lnTo>
                  <a:lnTo>
                    <a:pt x="5255" y="1433"/>
                  </a:lnTo>
                  <a:lnTo>
                    <a:pt x="6211" y="1433"/>
                  </a:lnTo>
                  <a:lnTo>
                    <a:pt x="6688" y="955"/>
                  </a:lnTo>
                  <a:lnTo>
                    <a:pt x="9555" y="478"/>
                  </a:lnTo>
                  <a:lnTo>
                    <a:pt x="11466" y="0"/>
                  </a:lnTo>
                  <a:lnTo>
                    <a:pt x="14810" y="955"/>
                  </a:lnTo>
                  <a:lnTo>
                    <a:pt x="15765" y="955"/>
                  </a:lnTo>
                  <a:lnTo>
                    <a:pt x="20543" y="2866"/>
                  </a:lnTo>
                  <a:lnTo>
                    <a:pt x="21498" y="3822"/>
                  </a:lnTo>
                  <a:lnTo>
                    <a:pt x="21020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" name="Freeform 412">
              <a:extLst>
                <a:ext uri="{FF2B5EF4-FFF2-40B4-BE49-F238E27FC236}">
                  <a16:creationId xmlns:a16="http://schemas.microsoft.com/office/drawing/2014/main" id="{99089142-8273-5BBB-5AC1-9779C1287866}"/>
                </a:ext>
              </a:extLst>
            </p:cNvPr>
            <p:cNvSpPr/>
            <p:nvPr/>
          </p:nvSpPr>
          <p:spPr>
            <a:xfrm>
              <a:off x="8479391" y="3859218"/>
              <a:ext cx="7643" cy="15765"/>
            </a:xfrm>
            <a:custGeom>
              <a:avLst/>
              <a:gdLst>
                <a:gd name="csX0" fmla="*/ 7166 w 7643"/>
                <a:gd name="csY0" fmla="*/ 478 h 15765"/>
                <a:gd name="csX1" fmla="*/ 7644 w 7643"/>
                <a:gd name="csY1" fmla="*/ 1433 h 15765"/>
                <a:gd name="csX2" fmla="*/ 7166 w 7643"/>
                <a:gd name="csY2" fmla="*/ 2389 h 15765"/>
                <a:gd name="csX3" fmla="*/ 7166 w 7643"/>
                <a:gd name="csY3" fmla="*/ 3822 h 15765"/>
                <a:gd name="csX4" fmla="*/ 6210 w 7643"/>
                <a:gd name="csY4" fmla="*/ 5733 h 15765"/>
                <a:gd name="csX5" fmla="*/ 5733 w 7643"/>
                <a:gd name="csY5" fmla="*/ 8599 h 15765"/>
                <a:gd name="csX6" fmla="*/ 4777 w 7643"/>
                <a:gd name="csY6" fmla="*/ 9555 h 15765"/>
                <a:gd name="csX7" fmla="*/ 4300 w 7643"/>
                <a:gd name="csY7" fmla="*/ 10510 h 15765"/>
                <a:gd name="csX8" fmla="*/ 3821 w 7643"/>
                <a:gd name="csY8" fmla="*/ 10988 h 15765"/>
                <a:gd name="csX9" fmla="*/ 3821 w 7643"/>
                <a:gd name="csY9" fmla="*/ 12899 h 15765"/>
                <a:gd name="csX10" fmla="*/ 3821 w 7643"/>
                <a:gd name="csY10" fmla="*/ 14332 h 15765"/>
                <a:gd name="csX11" fmla="*/ 2389 w 7643"/>
                <a:gd name="csY11" fmla="*/ 14809 h 15765"/>
                <a:gd name="csX12" fmla="*/ 955 w 7643"/>
                <a:gd name="csY12" fmla="*/ 15765 h 15765"/>
                <a:gd name="csX13" fmla="*/ 0 w 7643"/>
                <a:gd name="csY13" fmla="*/ 15287 h 15765"/>
                <a:gd name="csX14" fmla="*/ 955 w 7643"/>
                <a:gd name="csY14" fmla="*/ 15765 h 15765"/>
                <a:gd name="csX15" fmla="*/ 2389 w 7643"/>
                <a:gd name="csY15" fmla="*/ 14809 h 15765"/>
                <a:gd name="csX16" fmla="*/ 3344 w 7643"/>
                <a:gd name="csY16" fmla="*/ 14332 h 15765"/>
                <a:gd name="csX17" fmla="*/ 3821 w 7643"/>
                <a:gd name="csY17" fmla="*/ 12899 h 15765"/>
                <a:gd name="csX18" fmla="*/ 3821 w 7643"/>
                <a:gd name="csY18" fmla="*/ 10988 h 15765"/>
                <a:gd name="csX19" fmla="*/ 4300 w 7643"/>
                <a:gd name="csY19" fmla="*/ 10510 h 15765"/>
                <a:gd name="csX20" fmla="*/ 4777 w 7643"/>
                <a:gd name="csY20" fmla="*/ 9555 h 15765"/>
                <a:gd name="csX21" fmla="*/ 5733 w 7643"/>
                <a:gd name="csY21" fmla="*/ 8599 h 15765"/>
                <a:gd name="csX22" fmla="*/ 6210 w 7643"/>
                <a:gd name="csY22" fmla="*/ 5733 h 15765"/>
                <a:gd name="csX23" fmla="*/ 6688 w 7643"/>
                <a:gd name="csY23" fmla="*/ 3822 h 15765"/>
                <a:gd name="csX24" fmla="*/ 7166 w 7643"/>
                <a:gd name="csY24" fmla="*/ 2389 h 15765"/>
                <a:gd name="csX25" fmla="*/ 7166 w 7643"/>
                <a:gd name="csY25" fmla="*/ 1433 h 15765"/>
                <a:gd name="csX26" fmla="*/ 7166 w 7643"/>
                <a:gd name="csY26" fmla="*/ 478 h 15765"/>
                <a:gd name="csX27" fmla="*/ 6210 w 7643"/>
                <a:gd name="csY27" fmla="*/ 0 h 15765"/>
                <a:gd name="csX28" fmla="*/ 7166 w 7643"/>
                <a:gd name="csY28" fmla="*/ 478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643" h="15765">
                  <a:moveTo>
                    <a:pt x="7166" y="478"/>
                  </a:moveTo>
                  <a:lnTo>
                    <a:pt x="7644" y="1433"/>
                  </a:lnTo>
                  <a:lnTo>
                    <a:pt x="7166" y="2389"/>
                  </a:lnTo>
                  <a:lnTo>
                    <a:pt x="7166" y="3822"/>
                  </a:lnTo>
                  <a:lnTo>
                    <a:pt x="6210" y="5733"/>
                  </a:lnTo>
                  <a:lnTo>
                    <a:pt x="5733" y="8599"/>
                  </a:lnTo>
                  <a:lnTo>
                    <a:pt x="4777" y="9555"/>
                  </a:lnTo>
                  <a:lnTo>
                    <a:pt x="4300" y="10510"/>
                  </a:lnTo>
                  <a:lnTo>
                    <a:pt x="3821" y="10988"/>
                  </a:lnTo>
                  <a:lnTo>
                    <a:pt x="3821" y="12899"/>
                  </a:lnTo>
                  <a:lnTo>
                    <a:pt x="3821" y="14332"/>
                  </a:lnTo>
                  <a:lnTo>
                    <a:pt x="2389" y="14809"/>
                  </a:lnTo>
                  <a:lnTo>
                    <a:pt x="955" y="15765"/>
                  </a:lnTo>
                  <a:lnTo>
                    <a:pt x="0" y="15287"/>
                  </a:lnTo>
                  <a:lnTo>
                    <a:pt x="955" y="15765"/>
                  </a:lnTo>
                  <a:lnTo>
                    <a:pt x="2389" y="14809"/>
                  </a:lnTo>
                  <a:lnTo>
                    <a:pt x="3344" y="14332"/>
                  </a:lnTo>
                  <a:lnTo>
                    <a:pt x="3821" y="12899"/>
                  </a:lnTo>
                  <a:lnTo>
                    <a:pt x="3821" y="10988"/>
                  </a:lnTo>
                  <a:lnTo>
                    <a:pt x="4300" y="10510"/>
                  </a:lnTo>
                  <a:lnTo>
                    <a:pt x="4777" y="9555"/>
                  </a:lnTo>
                  <a:lnTo>
                    <a:pt x="5733" y="8599"/>
                  </a:lnTo>
                  <a:lnTo>
                    <a:pt x="6210" y="5733"/>
                  </a:lnTo>
                  <a:lnTo>
                    <a:pt x="6688" y="3822"/>
                  </a:lnTo>
                  <a:lnTo>
                    <a:pt x="7166" y="2389"/>
                  </a:lnTo>
                  <a:lnTo>
                    <a:pt x="7166" y="1433"/>
                  </a:lnTo>
                  <a:lnTo>
                    <a:pt x="7166" y="478"/>
                  </a:lnTo>
                  <a:lnTo>
                    <a:pt x="6210" y="0"/>
                  </a:lnTo>
                  <a:lnTo>
                    <a:pt x="71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" name="Freeform 413">
              <a:extLst>
                <a:ext uri="{FF2B5EF4-FFF2-40B4-BE49-F238E27FC236}">
                  <a16:creationId xmlns:a16="http://schemas.microsoft.com/office/drawing/2014/main" id="{7DA21F39-E128-DE05-DAA5-9BE9178F565D}"/>
                </a:ext>
              </a:extLst>
            </p:cNvPr>
            <p:cNvSpPr/>
            <p:nvPr/>
          </p:nvSpPr>
          <p:spPr>
            <a:xfrm>
              <a:off x="8480824" y="3822910"/>
              <a:ext cx="5733" cy="35829"/>
            </a:xfrm>
            <a:custGeom>
              <a:avLst/>
              <a:gdLst>
                <a:gd name="csX0" fmla="*/ 3344 w 5733"/>
                <a:gd name="csY0" fmla="*/ 11466 h 35829"/>
                <a:gd name="csX1" fmla="*/ 5733 w 5733"/>
                <a:gd name="csY1" fmla="*/ 21498 h 35829"/>
                <a:gd name="csX2" fmla="*/ 5255 w 5733"/>
                <a:gd name="csY2" fmla="*/ 23409 h 35829"/>
                <a:gd name="csX3" fmla="*/ 4300 w 5733"/>
                <a:gd name="csY3" fmla="*/ 30575 h 35829"/>
                <a:gd name="csX4" fmla="*/ 4300 w 5733"/>
                <a:gd name="csY4" fmla="*/ 32008 h 35829"/>
                <a:gd name="csX5" fmla="*/ 4300 w 5733"/>
                <a:gd name="csY5" fmla="*/ 34397 h 35829"/>
                <a:gd name="csX6" fmla="*/ 4300 w 5733"/>
                <a:gd name="csY6" fmla="*/ 35830 h 35829"/>
                <a:gd name="csX7" fmla="*/ 4300 w 5733"/>
                <a:gd name="csY7" fmla="*/ 35830 h 35829"/>
                <a:gd name="csX8" fmla="*/ 4300 w 5733"/>
                <a:gd name="csY8" fmla="*/ 34397 h 35829"/>
                <a:gd name="csX9" fmla="*/ 4300 w 5733"/>
                <a:gd name="csY9" fmla="*/ 32008 h 35829"/>
                <a:gd name="csX10" fmla="*/ 4300 w 5733"/>
                <a:gd name="csY10" fmla="*/ 30575 h 35829"/>
                <a:gd name="csX11" fmla="*/ 4777 w 5733"/>
                <a:gd name="csY11" fmla="*/ 23409 h 35829"/>
                <a:gd name="csX12" fmla="*/ 5733 w 5733"/>
                <a:gd name="csY12" fmla="*/ 21498 h 35829"/>
                <a:gd name="csX13" fmla="*/ 3344 w 5733"/>
                <a:gd name="csY13" fmla="*/ 11466 h 35829"/>
                <a:gd name="csX14" fmla="*/ 2389 w 5733"/>
                <a:gd name="csY14" fmla="*/ 8121 h 35829"/>
                <a:gd name="csX15" fmla="*/ 1911 w 5733"/>
                <a:gd name="csY15" fmla="*/ 6688 h 35829"/>
                <a:gd name="csX16" fmla="*/ 956 w 5733"/>
                <a:gd name="csY16" fmla="*/ 4300 h 35829"/>
                <a:gd name="csX17" fmla="*/ 0 w 5733"/>
                <a:gd name="csY17" fmla="*/ 2867 h 35829"/>
                <a:gd name="csX18" fmla="*/ 478 w 5733"/>
                <a:gd name="csY18" fmla="*/ 1911 h 35829"/>
                <a:gd name="csX19" fmla="*/ 1433 w 5733"/>
                <a:gd name="csY19" fmla="*/ 478 h 35829"/>
                <a:gd name="csX20" fmla="*/ 2389 w 5733"/>
                <a:gd name="csY20" fmla="*/ 0 h 35829"/>
                <a:gd name="csX21" fmla="*/ 2389 w 5733"/>
                <a:gd name="csY21" fmla="*/ 0 h 35829"/>
                <a:gd name="csX22" fmla="*/ 1433 w 5733"/>
                <a:gd name="csY22" fmla="*/ 956 h 35829"/>
                <a:gd name="csX23" fmla="*/ 478 w 5733"/>
                <a:gd name="csY23" fmla="*/ 1911 h 35829"/>
                <a:gd name="csX24" fmla="*/ 0 w 5733"/>
                <a:gd name="csY24" fmla="*/ 2867 h 35829"/>
                <a:gd name="csX25" fmla="*/ 956 w 5733"/>
                <a:gd name="csY25" fmla="*/ 4300 h 35829"/>
                <a:gd name="csX26" fmla="*/ 1911 w 5733"/>
                <a:gd name="csY26" fmla="*/ 6688 h 35829"/>
                <a:gd name="csX27" fmla="*/ 2389 w 5733"/>
                <a:gd name="csY27" fmla="*/ 8121 h 35829"/>
                <a:gd name="csX28" fmla="*/ 3344 w 5733"/>
                <a:gd name="csY28" fmla="*/ 11466 h 3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733" h="35829">
                  <a:moveTo>
                    <a:pt x="3344" y="11466"/>
                  </a:moveTo>
                  <a:lnTo>
                    <a:pt x="5733" y="21498"/>
                  </a:lnTo>
                  <a:lnTo>
                    <a:pt x="5255" y="23409"/>
                  </a:lnTo>
                  <a:lnTo>
                    <a:pt x="4300" y="30575"/>
                  </a:lnTo>
                  <a:lnTo>
                    <a:pt x="4300" y="32008"/>
                  </a:lnTo>
                  <a:lnTo>
                    <a:pt x="4300" y="34397"/>
                  </a:lnTo>
                  <a:lnTo>
                    <a:pt x="4300" y="35830"/>
                  </a:lnTo>
                  <a:lnTo>
                    <a:pt x="4300" y="35830"/>
                  </a:lnTo>
                  <a:lnTo>
                    <a:pt x="4300" y="34397"/>
                  </a:lnTo>
                  <a:lnTo>
                    <a:pt x="4300" y="32008"/>
                  </a:lnTo>
                  <a:lnTo>
                    <a:pt x="4300" y="30575"/>
                  </a:lnTo>
                  <a:lnTo>
                    <a:pt x="4777" y="23409"/>
                  </a:lnTo>
                  <a:lnTo>
                    <a:pt x="5733" y="21498"/>
                  </a:lnTo>
                  <a:lnTo>
                    <a:pt x="3344" y="11466"/>
                  </a:lnTo>
                  <a:lnTo>
                    <a:pt x="2389" y="8121"/>
                  </a:lnTo>
                  <a:lnTo>
                    <a:pt x="1911" y="6688"/>
                  </a:lnTo>
                  <a:lnTo>
                    <a:pt x="956" y="4300"/>
                  </a:lnTo>
                  <a:lnTo>
                    <a:pt x="0" y="2867"/>
                  </a:lnTo>
                  <a:lnTo>
                    <a:pt x="478" y="1911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2389" y="0"/>
                  </a:lnTo>
                  <a:lnTo>
                    <a:pt x="1433" y="956"/>
                  </a:lnTo>
                  <a:lnTo>
                    <a:pt x="478" y="1911"/>
                  </a:lnTo>
                  <a:lnTo>
                    <a:pt x="0" y="2867"/>
                  </a:lnTo>
                  <a:lnTo>
                    <a:pt x="956" y="4300"/>
                  </a:lnTo>
                  <a:lnTo>
                    <a:pt x="1911" y="6688"/>
                  </a:lnTo>
                  <a:lnTo>
                    <a:pt x="2389" y="8121"/>
                  </a:lnTo>
                  <a:lnTo>
                    <a:pt x="3344" y="114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Freeform 414">
              <a:extLst>
                <a:ext uri="{FF2B5EF4-FFF2-40B4-BE49-F238E27FC236}">
                  <a16:creationId xmlns:a16="http://schemas.microsoft.com/office/drawing/2014/main" id="{9039005A-EC90-EE38-C938-0C4125B5C784}"/>
                </a:ext>
              </a:extLst>
            </p:cNvPr>
            <p:cNvSpPr/>
            <p:nvPr/>
          </p:nvSpPr>
          <p:spPr>
            <a:xfrm>
              <a:off x="8484169" y="4679002"/>
              <a:ext cx="955" cy="955"/>
            </a:xfrm>
            <a:custGeom>
              <a:avLst/>
              <a:gdLst>
                <a:gd name="csX0" fmla="*/ 955 w 955"/>
                <a:gd name="csY0" fmla="*/ 478 h 955"/>
                <a:gd name="csX1" fmla="*/ 955 w 955"/>
                <a:gd name="csY1" fmla="*/ 478 h 955"/>
                <a:gd name="csX2" fmla="*/ 955 w 955"/>
                <a:gd name="csY2" fmla="*/ 956 h 955"/>
                <a:gd name="csX3" fmla="*/ 478 w 955"/>
                <a:gd name="csY3" fmla="*/ 956 h 955"/>
                <a:gd name="csX4" fmla="*/ 0 w 955"/>
                <a:gd name="csY4" fmla="*/ 956 h 955"/>
                <a:gd name="csX5" fmla="*/ 0 w 955"/>
                <a:gd name="csY5" fmla="*/ 478 h 955"/>
                <a:gd name="csX6" fmla="*/ 478 w 955"/>
                <a:gd name="csY6" fmla="*/ 478 h 955"/>
                <a:gd name="csX7" fmla="*/ 955 w 955"/>
                <a:gd name="csY7" fmla="*/ 0 h 955"/>
                <a:gd name="csX8" fmla="*/ 955 w 955"/>
                <a:gd name="csY8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" h="955">
                  <a:moveTo>
                    <a:pt x="955" y="478"/>
                  </a:moveTo>
                  <a:lnTo>
                    <a:pt x="955" y="478"/>
                  </a:lnTo>
                  <a:lnTo>
                    <a:pt x="955" y="956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B9210D03-CA9F-E75D-2173-C5DF3D6CB8EF}"/>
                </a:ext>
              </a:extLst>
            </p:cNvPr>
            <p:cNvSpPr/>
            <p:nvPr/>
          </p:nvSpPr>
          <p:spPr>
            <a:xfrm>
              <a:off x="8477003" y="4881081"/>
              <a:ext cx="8121" cy="4777"/>
            </a:xfrm>
            <a:custGeom>
              <a:avLst/>
              <a:gdLst>
                <a:gd name="csX0" fmla="*/ 8121 w 8121"/>
                <a:gd name="csY0" fmla="*/ 956 h 4777"/>
                <a:gd name="csX1" fmla="*/ 5255 w 8121"/>
                <a:gd name="csY1" fmla="*/ 2389 h 4777"/>
                <a:gd name="csX2" fmla="*/ 2866 w 8121"/>
                <a:gd name="csY2" fmla="*/ 2867 h 4777"/>
                <a:gd name="csX3" fmla="*/ 1911 w 8121"/>
                <a:gd name="csY3" fmla="*/ 4300 h 4777"/>
                <a:gd name="csX4" fmla="*/ 0 w 8121"/>
                <a:gd name="csY4" fmla="*/ 4777 h 4777"/>
                <a:gd name="csX5" fmla="*/ 1433 w 8121"/>
                <a:gd name="csY5" fmla="*/ 3344 h 4777"/>
                <a:gd name="csX6" fmla="*/ 4777 w 8121"/>
                <a:gd name="csY6" fmla="*/ 0 h 4777"/>
                <a:gd name="csX7" fmla="*/ 6210 w 8121"/>
                <a:gd name="csY7" fmla="*/ 956 h 4777"/>
                <a:gd name="csX8" fmla="*/ 8121 w 8121"/>
                <a:gd name="csY8" fmla="*/ 95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21" h="4777">
                  <a:moveTo>
                    <a:pt x="8121" y="956"/>
                  </a:moveTo>
                  <a:lnTo>
                    <a:pt x="5255" y="2389"/>
                  </a:lnTo>
                  <a:lnTo>
                    <a:pt x="2866" y="2867"/>
                  </a:lnTo>
                  <a:lnTo>
                    <a:pt x="1911" y="4300"/>
                  </a:lnTo>
                  <a:lnTo>
                    <a:pt x="0" y="4777"/>
                  </a:lnTo>
                  <a:lnTo>
                    <a:pt x="1433" y="3344"/>
                  </a:lnTo>
                  <a:lnTo>
                    <a:pt x="4777" y="0"/>
                  </a:lnTo>
                  <a:lnTo>
                    <a:pt x="6210" y="956"/>
                  </a:lnTo>
                  <a:lnTo>
                    <a:pt x="81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99F5FC29-A721-106B-A1DE-B6BDB67BABF5}"/>
                </a:ext>
              </a:extLst>
            </p:cNvPr>
            <p:cNvSpPr/>
            <p:nvPr/>
          </p:nvSpPr>
          <p:spPr>
            <a:xfrm>
              <a:off x="8478914" y="4148244"/>
              <a:ext cx="4299" cy="9076"/>
            </a:xfrm>
            <a:custGeom>
              <a:avLst/>
              <a:gdLst>
                <a:gd name="csX0" fmla="*/ 3821 w 4299"/>
                <a:gd name="csY0" fmla="*/ 0 h 9076"/>
                <a:gd name="csX1" fmla="*/ 4299 w 4299"/>
                <a:gd name="csY1" fmla="*/ 478 h 9076"/>
                <a:gd name="csX2" fmla="*/ 3821 w 4299"/>
                <a:gd name="csY2" fmla="*/ 3822 h 9076"/>
                <a:gd name="csX3" fmla="*/ 2389 w 4299"/>
                <a:gd name="csY3" fmla="*/ 6210 h 9076"/>
                <a:gd name="csX4" fmla="*/ 1910 w 4299"/>
                <a:gd name="csY4" fmla="*/ 9077 h 9076"/>
                <a:gd name="csX5" fmla="*/ 0 w 4299"/>
                <a:gd name="csY5" fmla="*/ 9077 h 9076"/>
                <a:gd name="csX6" fmla="*/ 0 w 4299"/>
                <a:gd name="csY6" fmla="*/ 8121 h 9076"/>
                <a:gd name="csX7" fmla="*/ 1433 w 4299"/>
                <a:gd name="csY7" fmla="*/ 5255 h 9076"/>
                <a:gd name="csX8" fmla="*/ 1433 w 4299"/>
                <a:gd name="csY8" fmla="*/ 3344 h 9076"/>
                <a:gd name="csX9" fmla="*/ 2866 w 4299"/>
                <a:gd name="csY9" fmla="*/ 478 h 9076"/>
                <a:gd name="csX10" fmla="*/ 3344 w 4299"/>
                <a:gd name="csY10" fmla="*/ 0 h 9076"/>
                <a:gd name="csX11" fmla="*/ 3821 w 4299"/>
                <a:gd name="csY11" fmla="*/ 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9076">
                  <a:moveTo>
                    <a:pt x="3821" y="0"/>
                  </a:moveTo>
                  <a:lnTo>
                    <a:pt x="4299" y="478"/>
                  </a:lnTo>
                  <a:lnTo>
                    <a:pt x="3821" y="3822"/>
                  </a:lnTo>
                  <a:lnTo>
                    <a:pt x="2389" y="6210"/>
                  </a:lnTo>
                  <a:lnTo>
                    <a:pt x="1910" y="9077"/>
                  </a:lnTo>
                  <a:lnTo>
                    <a:pt x="0" y="9077"/>
                  </a:lnTo>
                  <a:lnTo>
                    <a:pt x="0" y="8121"/>
                  </a:lnTo>
                  <a:lnTo>
                    <a:pt x="1433" y="5255"/>
                  </a:lnTo>
                  <a:lnTo>
                    <a:pt x="1433" y="3344"/>
                  </a:lnTo>
                  <a:lnTo>
                    <a:pt x="2866" y="478"/>
                  </a:lnTo>
                  <a:lnTo>
                    <a:pt x="3344" y="0"/>
                  </a:lnTo>
                  <a:lnTo>
                    <a:pt x="38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05A31ABE-4A10-A30B-0262-99CCBB0B7989}"/>
                </a:ext>
              </a:extLst>
            </p:cNvPr>
            <p:cNvSpPr/>
            <p:nvPr/>
          </p:nvSpPr>
          <p:spPr>
            <a:xfrm>
              <a:off x="8475092" y="4750661"/>
              <a:ext cx="8121" cy="8121"/>
            </a:xfrm>
            <a:custGeom>
              <a:avLst/>
              <a:gdLst>
                <a:gd name="csX0" fmla="*/ 7166 w 8121"/>
                <a:gd name="csY0" fmla="*/ 478 h 8121"/>
                <a:gd name="csX1" fmla="*/ 8121 w 8121"/>
                <a:gd name="csY1" fmla="*/ 1433 h 8121"/>
                <a:gd name="csX2" fmla="*/ 7644 w 8121"/>
                <a:gd name="csY2" fmla="*/ 5255 h 8121"/>
                <a:gd name="csX3" fmla="*/ 6688 w 8121"/>
                <a:gd name="csY3" fmla="*/ 7644 h 8121"/>
                <a:gd name="csX4" fmla="*/ 5733 w 8121"/>
                <a:gd name="csY4" fmla="*/ 8121 h 8121"/>
                <a:gd name="csX5" fmla="*/ 3344 w 8121"/>
                <a:gd name="csY5" fmla="*/ 7644 h 8121"/>
                <a:gd name="csX6" fmla="*/ 2389 w 8121"/>
                <a:gd name="csY6" fmla="*/ 6688 h 8121"/>
                <a:gd name="csX7" fmla="*/ 1433 w 8121"/>
                <a:gd name="csY7" fmla="*/ 5255 h 8121"/>
                <a:gd name="csX8" fmla="*/ 955 w 8121"/>
                <a:gd name="csY8" fmla="*/ 3822 h 8121"/>
                <a:gd name="csX9" fmla="*/ 478 w 8121"/>
                <a:gd name="csY9" fmla="*/ 2867 h 8121"/>
                <a:gd name="csX10" fmla="*/ 0 w 8121"/>
                <a:gd name="csY10" fmla="*/ 1911 h 8121"/>
                <a:gd name="csX11" fmla="*/ 0 w 8121"/>
                <a:gd name="csY11" fmla="*/ 1433 h 8121"/>
                <a:gd name="csX12" fmla="*/ 4300 w 8121"/>
                <a:gd name="csY12" fmla="*/ 0 h 8121"/>
                <a:gd name="csX13" fmla="*/ 5255 w 8121"/>
                <a:gd name="csY13" fmla="*/ 478 h 8121"/>
                <a:gd name="csX14" fmla="*/ 7166 w 8121"/>
                <a:gd name="csY14" fmla="*/ 478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121" h="8121">
                  <a:moveTo>
                    <a:pt x="7166" y="478"/>
                  </a:moveTo>
                  <a:lnTo>
                    <a:pt x="8121" y="1433"/>
                  </a:lnTo>
                  <a:lnTo>
                    <a:pt x="7644" y="5255"/>
                  </a:lnTo>
                  <a:lnTo>
                    <a:pt x="6688" y="7644"/>
                  </a:lnTo>
                  <a:lnTo>
                    <a:pt x="5733" y="8121"/>
                  </a:lnTo>
                  <a:lnTo>
                    <a:pt x="3344" y="7644"/>
                  </a:lnTo>
                  <a:lnTo>
                    <a:pt x="2389" y="6688"/>
                  </a:lnTo>
                  <a:lnTo>
                    <a:pt x="1433" y="5255"/>
                  </a:lnTo>
                  <a:lnTo>
                    <a:pt x="955" y="3822"/>
                  </a:lnTo>
                  <a:lnTo>
                    <a:pt x="478" y="2867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300" y="0"/>
                  </a:lnTo>
                  <a:lnTo>
                    <a:pt x="5255" y="478"/>
                  </a:lnTo>
                  <a:lnTo>
                    <a:pt x="71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4295841A-4D61-B833-65C5-090CF207445A}"/>
                </a:ext>
              </a:extLst>
            </p:cNvPr>
            <p:cNvSpPr/>
            <p:nvPr/>
          </p:nvSpPr>
          <p:spPr>
            <a:xfrm>
              <a:off x="8473658" y="3725931"/>
              <a:ext cx="8121" cy="23886"/>
            </a:xfrm>
            <a:custGeom>
              <a:avLst/>
              <a:gdLst>
                <a:gd name="csX0" fmla="*/ 8122 w 8121"/>
                <a:gd name="csY0" fmla="*/ 23886 h 23886"/>
                <a:gd name="csX1" fmla="*/ 8122 w 8121"/>
                <a:gd name="csY1" fmla="*/ 23886 h 23886"/>
                <a:gd name="csX2" fmla="*/ 7166 w 8121"/>
                <a:gd name="csY2" fmla="*/ 23886 h 23886"/>
                <a:gd name="csX3" fmla="*/ 6688 w 8121"/>
                <a:gd name="csY3" fmla="*/ 22453 h 23886"/>
                <a:gd name="csX4" fmla="*/ 6211 w 8121"/>
                <a:gd name="csY4" fmla="*/ 20065 h 23886"/>
                <a:gd name="csX5" fmla="*/ 4777 w 8121"/>
                <a:gd name="csY5" fmla="*/ 17676 h 23886"/>
                <a:gd name="csX6" fmla="*/ 2389 w 8121"/>
                <a:gd name="csY6" fmla="*/ 15287 h 23886"/>
                <a:gd name="csX7" fmla="*/ 2389 w 8121"/>
                <a:gd name="csY7" fmla="*/ 12421 h 23886"/>
                <a:gd name="csX8" fmla="*/ 3822 w 8121"/>
                <a:gd name="csY8" fmla="*/ 9077 h 23886"/>
                <a:gd name="csX9" fmla="*/ 3822 w 8121"/>
                <a:gd name="csY9" fmla="*/ 6688 h 23886"/>
                <a:gd name="csX10" fmla="*/ 3344 w 8121"/>
                <a:gd name="csY10" fmla="*/ 5255 h 23886"/>
                <a:gd name="csX11" fmla="*/ 2867 w 8121"/>
                <a:gd name="csY11" fmla="*/ 4300 h 23886"/>
                <a:gd name="csX12" fmla="*/ 956 w 8121"/>
                <a:gd name="csY12" fmla="*/ 2866 h 23886"/>
                <a:gd name="csX13" fmla="*/ 0 w 8121"/>
                <a:gd name="csY13" fmla="*/ 0 h 23886"/>
                <a:gd name="csX14" fmla="*/ 0 w 8121"/>
                <a:gd name="csY14" fmla="*/ 0 h 23886"/>
                <a:gd name="csX15" fmla="*/ 1433 w 8121"/>
                <a:gd name="csY15" fmla="*/ 2866 h 23886"/>
                <a:gd name="csX16" fmla="*/ 2867 w 8121"/>
                <a:gd name="csY16" fmla="*/ 4300 h 23886"/>
                <a:gd name="csX17" fmla="*/ 3344 w 8121"/>
                <a:gd name="csY17" fmla="*/ 5255 h 23886"/>
                <a:gd name="csX18" fmla="*/ 4300 w 8121"/>
                <a:gd name="csY18" fmla="*/ 6688 h 23886"/>
                <a:gd name="csX19" fmla="*/ 3822 w 8121"/>
                <a:gd name="csY19" fmla="*/ 9077 h 23886"/>
                <a:gd name="csX20" fmla="*/ 2389 w 8121"/>
                <a:gd name="csY20" fmla="*/ 12421 h 23886"/>
                <a:gd name="csX21" fmla="*/ 2867 w 8121"/>
                <a:gd name="csY21" fmla="*/ 15287 h 23886"/>
                <a:gd name="csX22" fmla="*/ 4777 w 8121"/>
                <a:gd name="csY22" fmla="*/ 17676 h 23886"/>
                <a:gd name="csX23" fmla="*/ 6211 w 8121"/>
                <a:gd name="csY23" fmla="*/ 20065 h 23886"/>
                <a:gd name="csX24" fmla="*/ 6688 w 8121"/>
                <a:gd name="csY24" fmla="*/ 22453 h 23886"/>
                <a:gd name="csX25" fmla="*/ 7166 w 8121"/>
                <a:gd name="csY25" fmla="*/ 23886 h 23886"/>
                <a:gd name="csX26" fmla="*/ 8122 w 8121"/>
                <a:gd name="csY26" fmla="*/ 23886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121" h="23886">
                  <a:moveTo>
                    <a:pt x="8122" y="23886"/>
                  </a:moveTo>
                  <a:lnTo>
                    <a:pt x="8122" y="23886"/>
                  </a:lnTo>
                  <a:lnTo>
                    <a:pt x="7166" y="23886"/>
                  </a:lnTo>
                  <a:lnTo>
                    <a:pt x="6688" y="22453"/>
                  </a:lnTo>
                  <a:lnTo>
                    <a:pt x="6211" y="20065"/>
                  </a:lnTo>
                  <a:lnTo>
                    <a:pt x="4777" y="17676"/>
                  </a:lnTo>
                  <a:lnTo>
                    <a:pt x="2389" y="15287"/>
                  </a:lnTo>
                  <a:lnTo>
                    <a:pt x="2389" y="12421"/>
                  </a:lnTo>
                  <a:lnTo>
                    <a:pt x="3822" y="9077"/>
                  </a:lnTo>
                  <a:lnTo>
                    <a:pt x="3822" y="6688"/>
                  </a:lnTo>
                  <a:lnTo>
                    <a:pt x="3344" y="5255"/>
                  </a:lnTo>
                  <a:lnTo>
                    <a:pt x="2867" y="4300"/>
                  </a:lnTo>
                  <a:lnTo>
                    <a:pt x="956" y="286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2866"/>
                  </a:lnTo>
                  <a:lnTo>
                    <a:pt x="2867" y="4300"/>
                  </a:lnTo>
                  <a:lnTo>
                    <a:pt x="3344" y="5255"/>
                  </a:lnTo>
                  <a:lnTo>
                    <a:pt x="4300" y="6688"/>
                  </a:lnTo>
                  <a:lnTo>
                    <a:pt x="3822" y="9077"/>
                  </a:lnTo>
                  <a:lnTo>
                    <a:pt x="2389" y="12421"/>
                  </a:lnTo>
                  <a:lnTo>
                    <a:pt x="2867" y="15287"/>
                  </a:lnTo>
                  <a:lnTo>
                    <a:pt x="4777" y="17676"/>
                  </a:lnTo>
                  <a:lnTo>
                    <a:pt x="6211" y="20065"/>
                  </a:lnTo>
                  <a:lnTo>
                    <a:pt x="6688" y="22453"/>
                  </a:lnTo>
                  <a:lnTo>
                    <a:pt x="7166" y="23886"/>
                  </a:lnTo>
                  <a:lnTo>
                    <a:pt x="8122" y="2388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1595DA92-47C6-E17B-1391-DBE827DE70EC}"/>
                </a:ext>
              </a:extLst>
            </p:cNvPr>
            <p:cNvSpPr/>
            <p:nvPr/>
          </p:nvSpPr>
          <p:spPr>
            <a:xfrm>
              <a:off x="8477958" y="4000626"/>
              <a:ext cx="2388" cy="2388"/>
            </a:xfrm>
            <a:custGeom>
              <a:avLst/>
              <a:gdLst>
                <a:gd name="csX0" fmla="*/ 2389 w 2388"/>
                <a:gd name="csY0" fmla="*/ 478 h 2388"/>
                <a:gd name="csX1" fmla="*/ 1911 w 2388"/>
                <a:gd name="csY1" fmla="*/ 1911 h 2388"/>
                <a:gd name="csX2" fmla="*/ 956 w 2388"/>
                <a:gd name="csY2" fmla="*/ 2389 h 2388"/>
                <a:gd name="csX3" fmla="*/ 0 w 2388"/>
                <a:gd name="csY3" fmla="*/ 1911 h 2388"/>
                <a:gd name="csX4" fmla="*/ 0 w 2388"/>
                <a:gd name="csY4" fmla="*/ 956 h 2388"/>
                <a:gd name="csX5" fmla="*/ 478 w 2388"/>
                <a:gd name="csY5" fmla="*/ 478 h 2388"/>
                <a:gd name="csX6" fmla="*/ 1911 w 2388"/>
                <a:gd name="csY6" fmla="*/ 0 h 2388"/>
                <a:gd name="csX7" fmla="*/ 2389 w 2388"/>
                <a:gd name="csY7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2389" y="478"/>
                  </a:moveTo>
                  <a:lnTo>
                    <a:pt x="1911" y="1911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521CA6F1-94EB-BDB2-DFB2-AC1B54E01FD2}"/>
                </a:ext>
              </a:extLst>
            </p:cNvPr>
            <p:cNvSpPr/>
            <p:nvPr/>
          </p:nvSpPr>
          <p:spPr>
            <a:xfrm>
              <a:off x="8469837" y="4748272"/>
              <a:ext cx="10032" cy="2866"/>
            </a:xfrm>
            <a:custGeom>
              <a:avLst/>
              <a:gdLst>
                <a:gd name="csX0" fmla="*/ 10032 w 10032"/>
                <a:gd name="csY0" fmla="*/ 478 h 2866"/>
                <a:gd name="csX1" fmla="*/ 9555 w 10032"/>
                <a:gd name="csY1" fmla="*/ 1433 h 2866"/>
                <a:gd name="csX2" fmla="*/ 8599 w 10032"/>
                <a:gd name="csY2" fmla="*/ 1911 h 2866"/>
                <a:gd name="csX3" fmla="*/ 0 w 10032"/>
                <a:gd name="csY3" fmla="*/ 2867 h 2866"/>
                <a:gd name="csX4" fmla="*/ 478 w 10032"/>
                <a:gd name="csY4" fmla="*/ 2389 h 2866"/>
                <a:gd name="csX5" fmla="*/ 955 w 10032"/>
                <a:gd name="csY5" fmla="*/ 1433 h 2866"/>
                <a:gd name="csX6" fmla="*/ 1433 w 10032"/>
                <a:gd name="csY6" fmla="*/ 1433 h 2866"/>
                <a:gd name="csX7" fmla="*/ 2389 w 10032"/>
                <a:gd name="csY7" fmla="*/ 1433 h 2866"/>
                <a:gd name="csX8" fmla="*/ 2866 w 10032"/>
                <a:gd name="csY8" fmla="*/ 1433 h 2866"/>
                <a:gd name="csX9" fmla="*/ 3344 w 10032"/>
                <a:gd name="csY9" fmla="*/ 956 h 2866"/>
                <a:gd name="csX10" fmla="*/ 3821 w 10032"/>
                <a:gd name="csY10" fmla="*/ 1433 h 2866"/>
                <a:gd name="csX11" fmla="*/ 4777 w 10032"/>
                <a:gd name="csY11" fmla="*/ 956 h 2866"/>
                <a:gd name="csX12" fmla="*/ 6210 w 10032"/>
                <a:gd name="csY12" fmla="*/ 956 h 2866"/>
                <a:gd name="csX13" fmla="*/ 8121 w 10032"/>
                <a:gd name="csY13" fmla="*/ 956 h 2866"/>
                <a:gd name="csX14" fmla="*/ 8121 w 10032"/>
                <a:gd name="csY14" fmla="*/ 0 h 2866"/>
                <a:gd name="csX15" fmla="*/ 10032 w 10032"/>
                <a:gd name="csY15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0032" h="2866">
                  <a:moveTo>
                    <a:pt x="10032" y="478"/>
                  </a:moveTo>
                  <a:lnTo>
                    <a:pt x="9555" y="1433"/>
                  </a:lnTo>
                  <a:lnTo>
                    <a:pt x="8599" y="1911"/>
                  </a:lnTo>
                  <a:lnTo>
                    <a:pt x="0" y="2867"/>
                  </a:lnTo>
                  <a:lnTo>
                    <a:pt x="478" y="2389"/>
                  </a:lnTo>
                  <a:lnTo>
                    <a:pt x="955" y="1433"/>
                  </a:lnTo>
                  <a:lnTo>
                    <a:pt x="1433" y="1433"/>
                  </a:lnTo>
                  <a:lnTo>
                    <a:pt x="2389" y="1433"/>
                  </a:lnTo>
                  <a:lnTo>
                    <a:pt x="2866" y="1433"/>
                  </a:lnTo>
                  <a:lnTo>
                    <a:pt x="3344" y="956"/>
                  </a:lnTo>
                  <a:lnTo>
                    <a:pt x="3821" y="1433"/>
                  </a:lnTo>
                  <a:lnTo>
                    <a:pt x="4777" y="956"/>
                  </a:lnTo>
                  <a:lnTo>
                    <a:pt x="6210" y="956"/>
                  </a:lnTo>
                  <a:lnTo>
                    <a:pt x="8121" y="956"/>
                  </a:lnTo>
                  <a:lnTo>
                    <a:pt x="8121" y="0"/>
                  </a:lnTo>
                  <a:lnTo>
                    <a:pt x="1003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7FB2BB0E-B20A-BFF7-3866-5641A19494E2}"/>
                </a:ext>
              </a:extLst>
            </p:cNvPr>
            <p:cNvSpPr/>
            <p:nvPr/>
          </p:nvSpPr>
          <p:spPr>
            <a:xfrm>
              <a:off x="8419675" y="4785058"/>
              <a:ext cx="59238" cy="19109"/>
            </a:xfrm>
            <a:custGeom>
              <a:avLst/>
              <a:gdLst>
                <a:gd name="csX0" fmla="*/ 58760 w 59238"/>
                <a:gd name="csY0" fmla="*/ 13376 h 19109"/>
                <a:gd name="csX1" fmla="*/ 59239 w 59238"/>
                <a:gd name="csY1" fmla="*/ 13854 h 19109"/>
                <a:gd name="csX2" fmla="*/ 58283 w 59238"/>
                <a:gd name="csY2" fmla="*/ 19109 h 19109"/>
                <a:gd name="csX3" fmla="*/ 53505 w 59238"/>
                <a:gd name="csY3" fmla="*/ 17198 h 19109"/>
                <a:gd name="csX4" fmla="*/ 49206 w 59238"/>
                <a:gd name="csY4" fmla="*/ 14809 h 19109"/>
                <a:gd name="csX5" fmla="*/ 47295 w 59238"/>
                <a:gd name="csY5" fmla="*/ 14332 h 19109"/>
                <a:gd name="csX6" fmla="*/ 42518 w 59238"/>
                <a:gd name="csY6" fmla="*/ 12421 h 19109"/>
                <a:gd name="csX7" fmla="*/ 41562 w 59238"/>
                <a:gd name="csY7" fmla="*/ 11466 h 19109"/>
                <a:gd name="csX8" fmla="*/ 41085 w 59238"/>
                <a:gd name="csY8" fmla="*/ 10988 h 19109"/>
                <a:gd name="csX9" fmla="*/ 39174 w 59238"/>
                <a:gd name="csY9" fmla="*/ 9555 h 19109"/>
                <a:gd name="csX10" fmla="*/ 34874 w 59238"/>
                <a:gd name="csY10" fmla="*/ 9555 h 19109"/>
                <a:gd name="csX11" fmla="*/ 32963 w 59238"/>
                <a:gd name="csY11" fmla="*/ 9555 h 19109"/>
                <a:gd name="csX12" fmla="*/ 32485 w 59238"/>
                <a:gd name="csY12" fmla="*/ 9555 h 19109"/>
                <a:gd name="csX13" fmla="*/ 32485 w 59238"/>
                <a:gd name="csY13" fmla="*/ 10510 h 19109"/>
                <a:gd name="csX14" fmla="*/ 32485 w 59238"/>
                <a:gd name="csY14" fmla="*/ 11466 h 19109"/>
                <a:gd name="csX15" fmla="*/ 31530 w 59238"/>
                <a:gd name="csY15" fmla="*/ 11943 h 19109"/>
                <a:gd name="csX16" fmla="*/ 28664 w 59238"/>
                <a:gd name="csY16" fmla="*/ 10988 h 19109"/>
                <a:gd name="csX17" fmla="*/ 26275 w 59238"/>
                <a:gd name="csY17" fmla="*/ 10988 h 19109"/>
                <a:gd name="csX18" fmla="*/ 24364 w 59238"/>
                <a:gd name="csY18" fmla="*/ 10032 h 19109"/>
                <a:gd name="csX19" fmla="*/ 21498 w 59238"/>
                <a:gd name="csY19" fmla="*/ 9555 h 19109"/>
                <a:gd name="csX20" fmla="*/ 21498 w 59238"/>
                <a:gd name="csY20" fmla="*/ 9077 h 19109"/>
                <a:gd name="csX21" fmla="*/ 21498 w 59238"/>
                <a:gd name="csY21" fmla="*/ 8599 h 19109"/>
                <a:gd name="csX22" fmla="*/ 21498 w 59238"/>
                <a:gd name="csY22" fmla="*/ 8121 h 19109"/>
                <a:gd name="csX23" fmla="*/ 20542 w 59238"/>
                <a:gd name="csY23" fmla="*/ 8121 h 19109"/>
                <a:gd name="csX24" fmla="*/ 19587 w 59238"/>
                <a:gd name="csY24" fmla="*/ 8121 h 19109"/>
                <a:gd name="csX25" fmla="*/ 18153 w 59238"/>
                <a:gd name="csY25" fmla="*/ 8599 h 19109"/>
                <a:gd name="csX26" fmla="*/ 17198 w 59238"/>
                <a:gd name="csY26" fmla="*/ 9077 h 19109"/>
                <a:gd name="csX27" fmla="*/ 15765 w 59238"/>
                <a:gd name="csY27" fmla="*/ 10988 h 19109"/>
                <a:gd name="csX28" fmla="*/ 15287 w 59238"/>
                <a:gd name="csY28" fmla="*/ 11466 h 19109"/>
                <a:gd name="csX29" fmla="*/ 12898 w 59238"/>
                <a:gd name="csY29" fmla="*/ 11943 h 19109"/>
                <a:gd name="csX30" fmla="*/ 11466 w 59238"/>
                <a:gd name="csY30" fmla="*/ 11943 h 19109"/>
                <a:gd name="csX31" fmla="*/ 10987 w 59238"/>
                <a:gd name="csY31" fmla="*/ 11466 h 19109"/>
                <a:gd name="csX32" fmla="*/ 8121 w 59238"/>
                <a:gd name="csY32" fmla="*/ 8121 h 19109"/>
                <a:gd name="csX33" fmla="*/ 7166 w 59238"/>
                <a:gd name="csY33" fmla="*/ 7644 h 19109"/>
                <a:gd name="csX34" fmla="*/ 6210 w 59238"/>
                <a:gd name="csY34" fmla="*/ 6688 h 19109"/>
                <a:gd name="csX35" fmla="*/ 5255 w 59238"/>
                <a:gd name="csY35" fmla="*/ 6688 h 19109"/>
                <a:gd name="csX36" fmla="*/ 4300 w 59238"/>
                <a:gd name="csY36" fmla="*/ 7166 h 19109"/>
                <a:gd name="csX37" fmla="*/ 3344 w 59238"/>
                <a:gd name="csY37" fmla="*/ 8121 h 19109"/>
                <a:gd name="csX38" fmla="*/ 3344 w 59238"/>
                <a:gd name="csY38" fmla="*/ 9077 h 19109"/>
                <a:gd name="csX39" fmla="*/ 2866 w 59238"/>
                <a:gd name="csY39" fmla="*/ 10032 h 19109"/>
                <a:gd name="csX40" fmla="*/ 1911 w 59238"/>
                <a:gd name="csY40" fmla="*/ 11943 h 19109"/>
                <a:gd name="csX41" fmla="*/ 955 w 59238"/>
                <a:gd name="csY41" fmla="*/ 12899 h 19109"/>
                <a:gd name="csX42" fmla="*/ 478 w 59238"/>
                <a:gd name="csY42" fmla="*/ 12899 h 19109"/>
                <a:gd name="csX43" fmla="*/ 955 w 59238"/>
                <a:gd name="csY43" fmla="*/ 10988 h 19109"/>
                <a:gd name="csX44" fmla="*/ 955 w 59238"/>
                <a:gd name="csY44" fmla="*/ 10032 h 19109"/>
                <a:gd name="csX45" fmla="*/ 478 w 59238"/>
                <a:gd name="csY45" fmla="*/ 9077 h 19109"/>
                <a:gd name="csX46" fmla="*/ 0 w 59238"/>
                <a:gd name="csY46" fmla="*/ 7644 h 19109"/>
                <a:gd name="csX47" fmla="*/ 4777 w 59238"/>
                <a:gd name="csY47" fmla="*/ 2389 h 19109"/>
                <a:gd name="csX48" fmla="*/ 6210 w 59238"/>
                <a:gd name="csY48" fmla="*/ 1433 h 19109"/>
                <a:gd name="csX49" fmla="*/ 13854 w 59238"/>
                <a:gd name="csY49" fmla="*/ 956 h 19109"/>
                <a:gd name="csX50" fmla="*/ 18153 w 59238"/>
                <a:gd name="csY50" fmla="*/ 1433 h 19109"/>
                <a:gd name="csX51" fmla="*/ 20542 w 59238"/>
                <a:gd name="csY51" fmla="*/ 956 h 19109"/>
                <a:gd name="csX52" fmla="*/ 21975 w 59238"/>
                <a:gd name="csY52" fmla="*/ 478 h 19109"/>
                <a:gd name="csX53" fmla="*/ 23409 w 59238"/>
                <a:gd name="csY53" fmla="*/ 956 h 19109"/>
                <a:gd name="csX54" fmla="*/ 23886 w 59238"/>
                <a:gd name="csY54" fmla="*/ 1911 h 19109"/>
                <a:gd name="csX55" fmla="*/ 24364 w 59238"/>
                <a:gd name="csY55" fmla="*/ 2389 h 19109"/>
                <a:gd name="csX56" fmla="*/ 25798 w 59238"/>
                <a:gd name="csY56" fmla="*/ 2389 h 19109"/>
                <a:gd name="csX57" fmla="*/ 27708 w 59238"/>
                <a:gd name="csY57" fmla="*/ 1911 h 19109"/>
                <a:gd name="csX58" fmla="*/ 29619 w 59238"/>
                <a:gd name="csY58" fmla="*/ 478 h 19109"/>
                <a:gd name="csX59" fmla="*/ 30575 w 59238"/>
                <a:gd name="csY59" fmla="*/ 0 h 19109"/>
                <a:gd name="csX60" fmla="*/ 32008 w 59238"/>
                <a:gd name="csY60" fmla="*/ 0 h 19109"/>
                <a:gd name="csX61" fmla="*/ 32963 w 59238"/>
                <a:gd name="csY61" fmla="*/ 0 h 19109"/>
                <a:gd name="csX62" fmla="*/ 34396 w 59238"/>
                <a:gd name="csY62" fmla="*/ 478 h 19109"/>
                <a:gd name="csX63" fmla="*/ 37263 w 59238"/>
                <a:gd name="csY63" fmla="*/ 1433 h 19109"/>
                <a:gd name="csX64" fmla="*/ 42040 w 59238"/>
                <a:gd name="csY64" fmla="*/ 3344 h 19109"/>
                <a:gd name="csX65" fmla="*/ 43951 w 59238"/>
                <a:gd name="csY65" fmla="*/ 3822 h 19109"/>
                <a:gd name="csX66" fmla="*/ 48251 w 59238"/>
                <a:gd name="csY66" fmla="*/ 3344 h 19109"/>
                <a:gd name="csX67" fmla="*/ 49684 w 59238"/>
                <a:gd name="csY67" fmla="*/ 3344 h 19109"/>
                <a:gd name="csX68" fmla="*/ 53505 w 59238"/>
                <a:gd name="csY68" fmla="*/ 6210 h 19109"/>
                <a:gd name="csX69" fmla="*/ 54461 w 59238"/>
                <a:gd name="csY69" fmla="*/ 7644 h 19109"/>
                <a:gd name="csX70" fmla="*/ 54939 w 59238"/>
                <a:gd name="csY70" fmla="*/ 9555 h 19109"/>
                <a:gd name="csX71" fmla="*/ 55416 w 59238"/>
                <a:gd name="csY71" fmla="*/ 10988 h 19109"/>
                <a:gd name="csX72" fmla="*/ 56372 w 59238"/>
                <a:gd name="csY72" fmla="*/ 10988 h 19109"/>
                <a:gd name="csX73" fmla="*/ 57328 w 59238"/>
                <a:gd name="csY73" fmla="*/ 11466 h 19109"/>
                <a:gd name="csX74" fmla="*/ 58760 w 59238"/>
                <a:gd name="csY74" fmla="*/ 13376 h 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</a:cxnLst>
              <a:rect l="l" t="t" r="r" b="b"/>
              <a:pathLst>
                <a:path w="59238" h="19109">
                  <a:moveTo>
                    <a:pt x="58760" y="13376"/>
                  </a:moveTo>
                  <a:lnTo>
                    <a:pt x="59239" y="13854"/>
                  </a:lnTo>
                  <a:lnTo>
                    <a:pt x="58283" y="19109"/>
                  </a:lnTo>
                  <a:lnTo>
                    <a:pt x="53505" y="17198"/>
                  </a:lnTo>
                  <a:lnTo>
                    <a:pt x="49206" y="14809"/>
                  </a:lnTo>
                  <a:lnTo>
                    <a:pt x="47295" y="14332"/>
                  </a:lnTo>
                  <a:lnTo>
                    <a:pt x="42518" y="12421"/>
                  </a:lnTo>
                  <a:lnTo>
                    <a:pt x="41562" y="11466"/>
                  </a:lnTo>
                  <a:lnTo>
                    <a:pt x="41085" y="10988"/>
                  </a:lnTo>
                  <a:lnTo>
                    <a:pt x="39174" y="9555"/>
                  </a:lnTo>
                  <a:lnTo>
                    <a:pt x="34874" y="9555"/>
                  </a:lnTo>
                  <a:lnTo>
                    <a:pt x="32963" y="9555"/>
                  </a:lnTo>
                  <a:lnTo>
                    <a:pt x="32485" y="9555"/>
                  </a:lnTo>
                  <a:lnTo>
                    <a:pt x="32485" y="10510"/>
                  </a:lnTo>
                  <a:lnTo>
                    <a:pt x="32485" y="11466"/>
                  </a:lnTo>
                  <a:lnTo>
                    <a:pt x="31530" y="11943"/>
                  </a:lnTo>
                  <a:lnTo>
                    <a:pt x="28664" y="10988"/>
                  </a:lnTo>
                  <a:lnTo>
                    <a:pt x="26275" y="10988"/>
                  </a:lnTo>
                  <a:lnTo>
                    <a:pt x="24364" y="10032"/>
                  </a:lnTo>
                  <a:lnTo>
                    <a:pt x="21498" y="9555"/>
                  </a:lnTo>
                  <a:lnTo>
                    <a:pt x="21498" y="9077"/>
                  </a:lnTo>
                  <a:lnTo>
                    <a:pt x="21498" y="8599"/>
                  </a:lnTo>
                  <a:lnTo>
                    <a:pt x="21498" y="8121"/>
                  </a:lnTo>
                  <a:lnTo>
                    <a:pt x="20542" y="8121"/>
                  </a:lnTo>
                  <a:lnTo>
                    <a:pt x="19587" y="8121"/>
                  </a:lnTo>
                  <a:lnTo>
                    <a:pt x="18153" y="8599"/>
                  </a:lnTo>
                  <a:lnTo>
                    <a:pt x="17198" y="9077"/>
                  </a:lnTo>
                  <a:lnTo>
                    <a:pt x="15765" y="10988"/>
                  </a:lnTo>
                  <a:lnTo>
                    <a:pt x="15287" y="11466"/>
                  </a:lnTo>
                  <a:lnTo>
                    <a:pt x="12898" y="11943"/>
                  </a:lnTo>
                  <a:lnTo>
                    <a:pt x="11466" y="11943"/>
                  </a:lnTo>
                  <a:lnTo>
                    <a:pt x="10987" y="11466"/>
                  </a:lnTo>
                  <a:lnTo>
                    <a:pt x="8121" y="8121"/>
                  </a:lnTo>
                  <a:lnTo>
                    <a:pt x="7166" y="7644"/>
                  </a:lnTo>
                  <a:lnTo>
                    <a:pt x="6210" y="6688"/>
                  </a:lnTo>
                  <a:lnTo>
                    <a:pt x="5255" y="6688"/>
                  </a:lnTo>
                  <a:lnTo>
                    <a:pt x="4300" y="7166"/>
                  </a:lnTo>
                  <a:lnTo>
                    <a:pt x="3344" y="8121"/>
                  </a:lnTo>
                  <a:lnTo>
                    <a:pt x="3344" y="9077"/>
                  </a:lnTo>
                  <a:lnTo>
                    <a:pt x="2866" y="10032"/>
                  </a:lnTo>
                  <a:lnTo>
                    <a:pt x="1911" y="11943"/>
                  </a:lnTo>
                  <a:lnTo>
                    <a:pt x="955" y="12899"/>
                  </a:lnTo>
                  <a:lnTo>
                    <a:pt x="478" y="12899"/>
                  </a:lnTo>
                  <a:lnTo>
                    <a:pt x="955" y="10988"/>
                  </a:lnTo>
                  <a:lnTo>
                    <a:pt x="955" y="10032"/>
                  </a:lnTo>
                  <a:lnTo>
                    <a:pt x="478" y="9077"/>
                  </a:lnTo>
                  <a:lnTo>
                    <a:pt x="0" y="7644"/>
                  </a:lnTo>
                  <a:lnTo>
                    <a:pt x="4777" y="2389"/>
                  </a:lnTo>
                  <a:lnTo>
                    <a:pt x="6210" y="1433"/>
                  </a:lnTo>
                  <a:lnTo>
                    <a:pt x="13854" y="956"/>
                  </a:lnTo>
                  <a:lnTo>
                    <a:pt x="18153" y="1433"/>
                  </a:lnTo>
                  <a:lnTo>
                    <a:pt x="20542" y="956"/>
                  </a:lnTo>
                  <a:lnTo>
                    <a:pt x="21975" y="478"/>
                  </a:lnTo>
                  <a:lnTo>
                    <a:pt x="23409" y="956"/>
                  </a:lnTo>
                  <a:lnTo>
                    <a:pt x="23886" y="1911"/>
                  </a:lnTo>
                  <a:lnTo>
                    <a:pt x="24364" y="2389"/>
                  </a:lnTo>
                  <a:lnTo>
                    <a:pt x="25798" y="2389"/>
                  </a:lnTo>
                  <a:lnTo>
                    <a:pt x="27708" y="1911"/>
                  </a:lnTo>
                  <a:lnTo>
                    <a:pt x="29619" y="478"/>
                  </a:lnTo>
                  <a:lnTo>
                    <a:pt x="30575" y="0"/>
                  </a:lnTo>
                  <a:lnTo>
                    <a:pt x="32008" y="0"/>
                  </a:lnTo>
                  <a:lnTo>
                    <a:pt x="32963" y="0"/>
                  </a:lnTo>
                  <a:lnTo>
                    <a:pt x="34396" y="478"/>
                  </a:lnTo>
                  <a:lnTo>
                    <a:pt x="37263" y="1433"/>
                  </a:lnTo>
                  <a:lnTo>
                    <a:pt x="42040" y="3344"/>
                  </a:lnTo>
                  <a:lnTo>
                    <a:pt x="43951" y="3822"/>
                  </a:lnTo>
                  <a:lnTo>
                    <a:pt x="48251" y="3344"/>
                  </a:lnTo>
                  <a:lnTo>
                    <a:pt x="49684" y="3344"/>
                  </a:lnTo>
                  <a:lnTo>
                    <a:pt x="53505" y="6210"/>
                  </a:lnTo>
                  <a:lnTo>
                    <a:pt x="54461" y="7644"/>
                  </a:lnTo>
                  <a:lnTo>
                    <a:pt x="54939" y="9555"/>
                  </a:lnTo>
                  <a:lnTo>
                    <a:pt x="55416" y="10988"/>
                  </a:lnTo>
                  <a:lnTo>
                    <a:pt x="56372" y="10988"/>
                  </a:lnTo>
                  <a:lnTo>
                    <a:pt x="57328" y="11466"/>
                  </a:lnTo>
                  <a:lnTo>
                    <a:pt x="58760" y="1337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" name="Freeform 422">
              <a:extLst>
                <a:ext uri="{FF2B5EF4-FFF2-40B4-BE49-F238E27FC236}">
                  <a16:creationId xmlns:a16="http://schemas.microsoft.com/office/drawing/2014/main" id="{8BA9E8ED-EC0E-85F2-186D-15267BA97F6E}"/>
                </a:ext>
              </a:extLst>
            </p:cNvPr>
            <p:cNvSpPr/>
            <p:nvPr/>
          </p:nvSpPr>
          <p:spPr>
            <a:xfrm>
              <a:off x="8349927" y="3871161"/>
              <a:ext cx="125642" cy="125642"/>
            </a:xfrm>
            <a:custGeom>
              <a:avLst/>
              <a:gdLst>
                <a:gd name="csX0" fmla="*/ 125642 w 125642"/>
                <a:gd name="csY0" fmla="*/ 17198 h 125642"/>
                <a:gd name="csX1" fmla="*/ 124687 w 125642"/>
                <a:gd name="csY1" fmla="*/ 18154 h 125642"/>
                <a:gd name="csX2" fmla="*/ 123254 w 125642"/>
                <a:gd name="csY2" fmla="*/ 17676 h 125642"/>
                <a:gd name="csX3" fmla="*/ 120865 w 125642"/>
                <a:gd name="csY3" fmla="*/ 17198 h 125642"/>
                <a:gd name="csX4" fmla="*/ 117999 w 125642"/>
                <a:gd name="csY4" fmla="*/ 19587 h 125642"/>
                <a:gd name="csX5" fmla="*/ 116566 w 125642"/>
                <a:gd name="csY5" fmla="*/ 20065 h 125642"/>
                <a:gd name="csX6" fmla="*/ 115610 w 125642"/>
                <a:gd name="csY6" fmla="*/ 22453 h 125642"/>
                <a:gd name="csX7" fmla="*/ 113222 w 125642"/>
                <a:gd name="csY7" fmla="*/ 23409 h 125642"/>
                <a:gd name="csX8" fmla="*/ 111788 w 125642"/>
                <a:gd name="csY8" fmla="*/ 24842 h 125642"/>
                <a:gd name="csX9" fmla="*/ 110355 w 125642"/>
                <a:gd name="csY9" fmla="*/ 27231 h 125642"/>
                <a:gd name="csX10" fmla="*/ 109400 w 125642"/>
                <a:gd name="csY10" fmla="*/ 29619 h 125642"/>
                <a:gd name="csX11" fmla="*/ 107011 w 125642"/>
                <a:gd name="csY11" fmla="*/ 31530 h 125642"/>
                <a:gd name="csX12" fmla="*/ 105578 w 125642"/>
                <a:gd name="csY12" fmla="*/ 34397 h 125642"/>
                <a:gd name="csX13" fmla="*/ 105578 w 125642"/>
                <a:gd name="csY13" fmla="*/ 36785 h 125642"/>
                <a:gd name="csX14" fmla="*/ 107011 w 125642"/>
                <a:gd name="csY14" fmla="*/ 39174 h 125642"/>
                <a:gd name="csX15" fmla="*/ 107011 w 125642"/>
                <a:gd name="csY15" fmla="*/ 41563 h 125642"/>
                <a:gd name="csX16" fmla="*/ 106056 w 125642"/>
                <a:gd name="csY16" fmla="*/ 45862 h 125642"/>
                <a:gd name="csX17" fmla="*/ 107011 w 125642"/>
                <a:gd name="csY17" fmla="*/ 50639 h 125642"/>
                <a:gd name="csX18" fmla="*/ 106056 w 125642"/>
                <a:gd name="csY18" fmla="*/ 52072 h 125642"/>
                <a:gd name="csX19" fmla="*/ 98890 w 125642"/>
                <a:gd name="csY19" fmla="*/ 55417 h 125642"/>
                <a:gd name="csX20" fmla="*/ 96979 w 125642"/>
                <a:gd name="csY20" fmla="*/ 56850 h 125642"/>
                <a:gd name="csX21" fmla="*/ 94112 w 125642"/>
                <a:gd name="csY21" fmla="*/ 61149 h 125642"/>
                <a:gd name="csX22" fmla="*/ 90769 w 125642"/>
                <a:gd name="csY22" fmla="*/ 62582 h 125642"/>
                <a:gd name="csX23" fmla="*/ 88858 w 125642"/>
                <a:gd name="csY23" fmla="*/ 64016 h 125642"/>
                <a:gd name="csX24" fmla="*/ 85991 w 125642"/>
                <a:gd name="csY24" fmla="*/ 64971 h 125642"/>
                <a:gd name="csX25" fmla="*/ 84558 w 125642"/>
                <a:gd name="csY25" fmla="*/ 67838 h 125642"/>
                <a:gd name="csX26" fmla="*/ 82169 w 125642"/>
                <a:gd name="csY26" fmla="*/ 69748 h 125642"/>
                <a:gd name="csX27" fmla="*/ 79781 w 125642"/>
                <a:gd name="csY27" fmla="*/ 70704 h 125642"/>
                <a:gd name="csX28" fmla="*/ 78347 w 125642"/>
                <a:gd name="csY28" fmla="*/ 71659 h 125642"/>
                <a:gd name="csX29" fmla="*/ 74526 w 125642"/>
                <a:gd name="csY29" fmla="*/ 72137 h 125642"/>
                <a:gd name="csX30" fmla="*/ 71659 w 125642"/>
                <a:gd name="csY30" fmla="*/ 72615 h 125642"/>
                <a:gd name="csX31" fmla="*/ 69748 w 125642"/>
                <a:gd name="csY31" fmla="*/ 75004 h 125642"/>
                <a:gd name="csX32" fmla="*/ 63538 w 125642"/>
                <a:gd name="csY32" fmla="*/ 77870 h 125642"/>
                <a:gd name="csX33" fmla="*/ 63060 w 125642"/>
                <a:gd name="csY33" fmla="*/ 79781 h 125642"/>
                <a:gd name="csX34" fmla="*/ 63060 w 125642"/>
                <a:gd name="csY34" fmla="*/ 83125 h 125642"/>
                <a:gd name="csX35" fmla="*/ 63060 w 125642"/>
                <a:gd name="csY35" fmla="*/ 85513 h 125642"/>
                <a:gd name="csX36" fmla="*/ 62582 w 125642"/>
                <a:gd name="csY36" fmla="*/ 87424 h 125642"/>
                <a:gd name="csX37" fmla="*/ 61627 w 125642"/>
                <a:gd name="csY37" fmla="*/ 86947 h 125642"/>
                <a:gd name="csX38" fmla="*/ 60671 w 125642"/>
                <a:gd name="csY38" fmla="*/ 87424 h 125642"/>
                <a:gd name="csX39" fmla="*/ 60194 w 125642"/>
                <a:gd name="csY39" fmla="*/ 89335 h 125642"/>
                <a:gd name="csX40" fmla="*/ 60194 w 125642"/>
                <a:gd name="csY40" fmla="*/ 91246 h 125642"/>
                <a:gd name="csX41" fmla="*/ 62105 w 125642"/>
                <a:gd name="csY41" fmla="*/ 92202 h 125642"/>
                <a:gd name="csX42" fmla="*/ 64015 w 125642"/>
                <a:gd name="csY42" fmla="*/ 92679 h 125642"/>
                <a:gd name="csX43" fmla="*/ 66404 w 125642"/>
                <a:gd name="csY43" fmla="*/ 93157 h 125642"/>
                <a:gd name="csX44" fmla="*/ 67837 w 125642"/>
                <a:gd name="csY44" fmla="*/ 94113 h 125642"/>
                <a:gd name="csX45" fmla="*/ 71659 w 125642"/>
                <a:gd name="csY45" fmla="*/ 98412 h 125642"/>
                <a:gd name="csX46" fmla="*/ 74526 w 125642"/>
                <a:gd name="csY46" fmla="*/ 100323 h 125642"/>
                <a:gd name="csX47" fmla="*/ 75481 w 125642"/>
                <a:gd name="csY47" fmla="*/ 101279 h 125642"/>
                <a:gd name="csX48" fmla="*/ 76914 w 125642"/>
                <a:gd name="csY48" fmla="*/ 102234 h 125642"/>
                <a:gd name="csX49" fmla="*/ 78825 w 125642"/>
                <a:gd name="csY49" fmla="*/ 103667 h 125642"/>
                <a:gd name="csX50" fmla="*/ 79781 w 125642"/>
                <a:gd name="csY50" fmla="*/ 105100 h 125642"/>
                <a:gd name="csX51" fmla="*/ 78825 w 125642"/>
                <a:gd name="csY51" fmla="*/ 105100 h 125642"/>
                <a:gd name="csX52" fmla="*/ 78825 w 125642"/>
                <a:gd name="csY52" fmla="*/ 105100 h 125642"/>
                <a:gd name="csX53" fmla="*/ 77870 w 125642"/>
                <a:gd name="csY53" fmla="*/ 107011 h 125642"/>
                <a:gd name="csX54" fmla="*/ 76437 w 125642"/>
                <a:gd name="csY54" fmla="*/ 109878 h 125642"/>
                <a:gd name="csX55" fmla="*/ 75481 w 125642"/>
                <a:gd name="csY55" fmla="*/ 110833 h 125642"/>
                <a:gd name="csX56" fmla="*/ 74526 w 125642"/>
                <a:gd name="csY56" fmla="*/ 111789 h 125642"/>
                <a:gd name="csX57" fmla="*/ 73092 w 125642"/>
                <a:gd name="csY57" fmla="*/ 112266 h 125642"/>
                <a:gd name="csX58" fmla="*/ 70226 w 125642"/>
                <a:gd name="csY58" fmla="*/ 112266 h 125642"/>
                <a:gd name="csX59" fmla="*/ 67837 w 125642"/>
                <a:gd name="csY59" fmla="*/ 112266 h 125642"/>
                <a:gd name="csX60" fmla="*/ 67360 w 125642"/>
                <a:gd name="csY60" fmla="*/ 111789 h 125642"/>
                <a:gd name="csX61" fmla="*/ 64015 w 125642"/>
                <a:gd name="csY61" fmla="*/ 112266 h 125642"/>
                <a:gd name="csX62" fmla="*/ 63060 w 125642"/>
                <a:gd name="csY62" fmla="*/ 112266 h 125642"/>
                <a:gd name="csX63" fmla="*/ 58283 w 125642"/>
                <a:gd name="csY63" fmla="*/ 112266 h 125642"/>
                <a:gd name="csX64" fmla="*/ 55894 w 125642"/>
                <a:gd name="csY64" fmla="*/ 112266 h 125642"/>
                <a:gd name="csX65" fmla="*/ 53983 w 125642"/>
                <a:gd name="csY65" fmla="*/ 112744 h 125642"/>
                <a:gd name="csX66" fmla="*/ 52550 w 125642"/>
                <a:gd name="csY66" fmla="*/ 113700 h 125642"/>
                <a:gd name="csX67" fmla="*/ 51117 w 125642"/>
                <a:gd name="csY67" fmla="*/ 115133 h 125642"/>
                <a:gd name="csX68" fmla="*/ 50162 w 125642"/>
                <a:gd name="csY68" fmla="*/ 117044 h 125642"/>
                <a:gd name="csX69" fmla="*/ 47295 w 125642"/>
                <a:gd name="csY69" fmla="*/ 119910 h 125642"/>
                <a:gd name="csX70" fmla="*/ 45862 w 125642"/>
                <a:gd name="csY70" fmla="*/ 121343 h 125642"/>
                <a:gd name="csX71" fmla="*/ 45862 w 125642"/>
                <a:gd name="csY71" fmla="*/ 123254 h 125642"/>
                <a:gd name="csX72" fmla="*/ 45862 w 125642"/>
                <a:gd name="csY72" fmla="*/ 123732 h 125642"/>
                <a:gd name="csX73" fmla="*/ 44906 w 125642"/>
                <a:gd name="csY73" fmla="*/ 124210 h 125642"/>
                <a:gd name="csX74" fmla="*/ 44906 w 125642"/>
                <a:gd name="csY74" fmla="*/ 124210 h 125642"/>
                <a:gd name="csX75" fmla="*/ 43951 w 125642"/>
                <a:gd name="csY75" fmla="*/ 124210 h 125642"/>
                <a:gd name="csX76" fmla="*/ 39651 w 125642"/>
                <a:gd name="csY76" fmla="*/ 122299 h 125642"/>
                <a:gd name="csX77" fmla="*/ 36785 w 125642"/>
                <a:gd name="csY77" fmla="*/ 123254 h 125642"/>
                <a:gd name="csX78" fmla="*/ 35830 w 125642"/>
                <a:gd name="csY78" fmla="*/ 124687 h 125642"/>
                <a:gd name="csX79" fmla="*/ 34874 w 125642"/>
                <a:gd name="csY79" fmla="*/ 125165 h 125642"/>
                <a:gd name="csX80" fmla="*/ 33441 w 125642"/>
                <a:gd name="csY80" fmla="*/ 122299 h 125642"/>
                <a:gd name="csX81" fmla="*/ 31530 w 125642"/>
                <a:gd name="csY81" fmla="*/ 122299 h 125642"/>
                <a:gd name="csX82" fmla="*/ 28186 w 125642"/>
                <a:gd name="csY82" fmla="*/ 119432 h 125642"/>
                <a:gd name="csX83" fmla="*/ 26275 w 125642"/>
                <a:gd name="csY83" fmla="*/ 120388 h 125642"/>
                <a:gd name="csX84" fmla="*/ 26275 w 125642"/>
                <a:gd name="csY84" fmla="*/ 121343 h 125642"/>
                <a:gd name="csX85" fmla="*/ 24364 w 125642"/>
                <a:gd name="csY85" fmla="*/ 123732 h 125642"/>
                <a:gd name="csX86" fmla="*/ 21498 w 125642"/>
                <a:gd name="csY86" fmla="*/ 125643 h 125642"/>
                <a:gd name="csX87" fmla="*/ 21020 w 125642"/>
                <a:gd name="csY87" fmla="*/ 125643 h 125642"/>
                <a:gd name="csX88" fmla="*/ 19587 w 125642"/>
                <a:gd name="csY88" fmla="*/ 125643 h 125642"/>
                <a:gd name="csX89" fmla="*/ 20064 w 125642"/>
                <a:gd name="csY89" fmla="*/ 125165 h 125642"/>
                <a:gd name="csX90" fmla="*/ 19109 w 125642"/>
                <a:gd name="csY90" fmla="*/ 122777 h 125642"/>
                <a:gd name="csX91" fmla="*/ 14809 w 125642"/>
                <a:gd name="csY91" fmla="*/ 121821 h 125642"/>
                <a:gd name="csX92" fmla="*/ 13376 w 125642"/>
                <a:gd name="csY92" fmla="*/ 121343 h 125642"/>
                <a:gd name="csX93" fmla="*/ 12421 w 125642"/>
                <a:gd name="csY93" fmla="*/ 120865 h 125642"/>
                <a:gd name="csX94" fmla="*/ 16721 w 125642"/>
                <a:gd name="csY94" fmla="*/ 118477 h 125642"/>
                <a:gd name="csX95" fmla="*/ 17676 w 125642"/>
                <a:gd name="csY95" fmla="*/ 117999 h 125642"/>
                <a:gd name="csX96" fmla="*/ 16721 w 125642"/>
                <a:gd name="csY96" fmla="*/ 117521 h 125642"/>
                <a:gd name="csX97" fmla="*/ 15765 w 125642"/>
                <a:gd name="csY97" fmla="*/ 117044 h 125642"/>
                <a:gd name="csX98" fmla="*/ 12421 w 125642"/>
                <a:gd name="csY98" fmla="*/ 117521 h 125642"/>
                <a:gd name="csX99" fmla="*/ 10987 w 125642"/>
                <a:gd name="csY99" fmla="*/ 116566 h 125642"/>
                <a:gd name="csX100" fmla="*/ 8121 w 125642"/>
                <a:gd name="csY100" fmla="*/ 117044 h 125642"/>
                <a:gd name="csX101" fmla="*/ 6688 w 125642"/>
                <a:gd name="csY101" fmla="*/ 116566 h 125642"/>
                <a:gd name="csX102" fmla="*/ 10032 w 125642"/>
                <a:gd name="csY102" fmla="*/ 114177 h 125642"/>
                <a:gd name="csX103" fmla="*/ 10510 w 125642"/>
                <a:gd name="csY103" fmla="*/ 112744 h 125642"/>
                <a:gd name="csX104" fmla="*/ 10510 w 125642"/>
                <a:gd name="csY104" fmla="*/ 111311 h 125642"/>
                <a:gd name="csX105" fmla="*/ 12421 w 125642"/>
                <a:gd name="csY105" fmla="*/ 108445 h 125642"/>
                <a:gd name="csX106" fmla="*/ 13854 w 125642"/>
                <a:gd name="csY106" fmla="*/ 106534 h 125642"/>
                <a:gd name="csX107" fmla="*/ 19109 w 125642"/>
                <a:gd name="csY107" fmla="*/ 104145 h 125642"/>
                <a:gd name="csX108" fmla="*/ 21020 w 125642"/>
                <a:gd name="csY108" fmla="*/ 103667 h 125642"/>
                <a:gd name="csX109" fmla="*/ 22453 w 125642"/>
                <a:gd name="csY109" fmla="*/ 103667 h 125642"/>
                <a:gd name="csX110" fmla="*/ 23886 w 125642"/>
                <a:gd name="csY110" fmla="*/ 103667 h 125642"/>
                <a:gd name="csX111" fmla="*/ 22453 w 125642"/>
                <a:gd name="csY111" fmla="*/ 102712 h 125642"/>
                <a:gd name="csX112" fmla="*/ 21020 w 125642"/>
                <a:gd name="csY112" fmla="*/ 102234 h 125642"/>
                <a:gd name="csX113" fmla="*/ 18631 w 125642"/>
                <a:gd name="csY113" fmla="*/ 102234 h 125642"/>
                <a:gd name="csX114" fmla="*/ 16242 w 125642"/>
                <a:gd name="csY114" fmla="*/ 100801 h 125642"/>
                <a:gd name="csX115" fmla="*/ 15765 w 125642"/>
                <a:gd name="csY115" fmla="*/ 99368 h 125642"/>
                <a:gd name="csX116" fmla="*/ 21020 w 125642"/>
                <a:gd name="csY116" fmla="*/ 89335 h 125642"/>
                <a:gd name="csX117" fmla="*/ 21020 w 125642"/>
                <a:gd name="csY117" fmla="*/ 88380 h 125642"/>
                <a:gd name="csX118" fmla="*/ 20064 w 125642"/>
                <a:gd name="csY118" fmla="*/ 85991 h 125642"/>
                <a:gd name="csX119" fmla="*/ 20064 w 125642"/>
                <a:gd name="csY119" fmla="*/ 83603 h 125642"/>
                <a:gd name="csX120" fmla="*/ 16242 w 125642"/>
                <a:gd name="csY120" fmla="*/ 82647 h 125642"/>
                <a:gd name="csX121" fmla="*/ 14809 w 125642"/>
                <a:gd name="csY121" fmla="*/ 82170 h 125642"/>
                <a:gd name="csX122" fmla="*/ 10032 w 125642"/>
                <a:gd name="csY122" fmla="*/ 79781 h 125642"/>
                <a:gd name="csX123" fmla="*/ 8121 w 125642"/>
                <a:gd name="csY123" fmla="*/ 78347 h 125642"/>
                <a:gd name="csX124" fmla="*/ 7644 w 125642"/>
                <a:gd name="csY124" fmla="*/ 78825 h 125642"/>
                <a:gd name="csX125" fmla="*/ 7166 w 125642"/>
                <a:gd name="csY125" fmla="*/ 80736 h 125642"/>
                <a:gd name="csX126" fmla="*/ 6688 w 125642"/>
                <a:gd name="csY126" fmla="*/ 81214 h 125642"/>
                <a:gd name="csX127" fmla="*/ 5733 w 125642"/>
                <a:gd name="csY127" fmla="*/ 81692 h 125642"/>
                <a:gd name="csX128" fmla="*/ 4777 w 125642"/>
                <a:gd name="csY128" fmla="*/ 79303 h 125642"/>
                <a:gd name="csX129" fmla="*/ 3821 w 125642"/>
                <a:gd name="csY129" fmla="*/ 77870 h 125642"/>
                <a:gd name="csX130" fmla="*/ 955 w 125642"/>
                <a:gd name="csY130" fmla="*/ 75959 h 125642"/>
                <a:gd name="csX131" fmla="*/ 0 w 125642"/>
                <a:gd name="csY131" fmla="*/ 75004 h 125642"/>
                <a:gd name="csX132" fmla="*/ 478 w 125642"/>
                <a:gd name="csY132" fmla="*/ 72615 h 125642"/>
                <a:gd name="csX133" fmla="*/ 0 w 125642"/>
                <a:gd name="csY133" fmla="*/ 72615 h 125642"/>
                <a:gd name="csX134" fmla="*/ 0 w 125642"/>
                <a:gd name="csY134" fmla="*/ 72615 h 125642"/>
                <a:gd name="csX135" fmla="*/ 0 w 125642"/>
                <a:gd name="csY135" fmla="*/ 72615 h 125642"/>
                <a:gd name="csX136" fmla="*/ 478 w 125642"/>
                <a:gd name="csY136" fmla="*/ 70226 h 125642"/>
                <a:gd name="csX137" fmla="*/ 2389 w 125642"/>
                <a:gd name="csY137" fmla="*/ 68315 h 125642"/>
                <a:gd name="csX138" fmla="*/ 7166 w 125642"/>
                <a:gd name="csY138" fmla="*/ 64971 h 125642"/>
                <a:gd name="csX139" fmla="*/ 7166 w 125642"/>
                <a:gd name="csY139" fmla="*/ 64971 h 125642"/>
                <a:gd name="csX140" fmla="*/ 8121 w 125642"/>
                <a:gd name="csY140" fmla="*/ 63538 h 125642"/>
                <a:gd name="csX141" fmla="*/ 10510 w 125642"/>
                <a:gd name="csY141" fmla="*/ 61627 h 125642"/>
                <a:gd name="csX142" fmla="*/ 11465 w 125642"/>
                <a:gd name="csY142" fmla="*/ 61627 h 125642"/>
                <a:gd name="csX143" fmla="*/ 11943 w 125642"/>
                <a:gd name="csY143" fmla="*/ 61627 h 125642"/>
                <a:gd name="csX144" fmla="*/ 12421 w 125642"/>
                <a:gd name="csY144" fmla="*/ 61627 h 125642"/>
                <a:gd name="csX145" fmla="*/ 12421 w 125642"/>
                <a:gd name="csY145" fmla="*/ 61627 h 125642"/>
                <a:gd name="csX146" fmla="*/ 12898 w 125642"/>
                <a:gd name="csY146" fmla="*/ 60672 h 125642"/>
                <a:gd name="csX147" fmla="*/ 13376 w 125642"/>
                <a:gd name="csY147" fmla="*/ 60194 h 125642"/>
                <a:gd name="csX148" fmla="*/ 14332 w 125642"/>
                <a:gd name="csY148" fmla="*/ 59716 h 125642"/>
                <a:gd name="csX149" fmla="*/ 16242 w 125642"/>
                <a:gd name="csY149" fmla="*/ 58761 h 125642"/>
                <a:gd name="csX150" fmla="*/ 19109 w 125642"/>
                <a:gd name="csY150" fmla="*/ 57328 h 125642"/>
                <a:gd name="csX151" fmla="*/ 21020 w 125642"/>
                <a:gd name="csY151" fmla="*/ 56850 h 125642"/>
                <a:gd name="csX152" fmla="*/ 23408 w 125642"/>
                <a:gd name="csY152" fmla="*/ 54939 h 125642"/>
                <a:gd name="csX153" fmla="*/ 23408 w 125642"/>
                <a:gd name="csY153" fmla="*/ 54939 h 125642"/>
                <a:gd name="csX154" fmla="*/ 24364 w 125642"/>
                <a:gd name="csY154" fmla="*/ 53983 h 125642"/>
                <a:gd name="csX155" fmla="*/ 25319 w 125642"/>
                <a:gd name="csY155" fmla="*/ 53983 h 125642"/>
                <a:gd name="csX156" fmla="*/ 25797 w 125642"/>
                <a:gd name="csY156" fmla="*/ 53983 h 125642"/>
                <a:gd name="csX157" fmla="*/ 25797 w 125642"/>
                <a:gd name="csY157" fmla="*/ 53506 h 125642"/>
                <a:gd name="csX158" fmla="*/ 26275 w 125642"/>
                <a:gd name="csY158" fmla="*/ 52550 h 125642"/>
                <a:gd name="csX159" fmla="*/ 27230 w 125642"/>
                <a:gd name="csY159" fmla="*/ 52072 h 125642"/>
                <a:gd name="csX160" fmla="*/ 28186 w 125642"/>
                <a:gd name="csY160" fmla="*/ 52072 h 125642"/>
                <a:gd name="csX161" fmla="*/ 30097 w 125642"/>
                <a:gd name="csY161" fmla="*/ 51595 h 125642"/>
                <a:gd name="csX162" fmla="*/ 30574 w 125642"/>
                <a:gd name="csY162" fmla="*/ 51595 h 125642"/>
                <a:gd name="csX163" fmla="*/ 32485 w 125642"/>
                <a:gd name="csY163" fmla="*/ 51117 h 125642"/>
                <a:gd name="csX164" fmla="*/ 32485 w 125642"/>
                <a:gd name="csY164" fmla="*/ 51117 h 125642"/>
                <a:gd name="csX165" fmla="*/ 33919 w 125642"/>
                <a:gd name="csY165" fmla="*/ 49684 h 125642"/>
                <a:gd name="csX166" fmla="*/ 34396 w 125642"/>
                <a:gd name="csY166" fmla="*/ 48251 h 125642"/>
                <a:gd name="csX167" fmla="*/ 34396 w 125642"/>
                <a:gd name="csY167" fmla="*/ 48251 h 125642"/>
                <a:gd name="csX168" fmla="*/ 35352 w 125642"/>
                <a:gd name="csY168" fmla="*/ 46817 h 125642"/>
                <a:gd name="csX169" fmla="*/ 37740 w 125642"/>
                <a:gd name="csY169" fmla="*/ 45384 h 125642"/>
                <a:gd name="csX170" fmla="*/ 37740 w 125642"/>
                <a:gd name="csY170" fmla="*/ 45384 h 125642"/>
                <a:gd name="csX171" fmla="*/ 39174 w 125642"/>
                <a:gd name="csY171" fmla="*/ 43473 h 125642"/>
                <a:gd name="csX172" fmla="*/ 40607 w 125642"/>
                <a:gd name="csY172" fmla="*/ 41085 h 125642"/>
                <a:gd name="csX173" fmla="*/ 41562 w 125642"/>
                <a:gd name="csY173" fmla="*/ 40129 h 125642"/>
                <a:gd name="csX174" fmla="*/ 41562 w 125642"/>
                <a:gd name="csY174" fmla="*/ 40129 h 125642"/>
                <a:gd name="csX175" fmla="*/ 42040 w 125642"/>
                <a:gd name="csY175" fmla="*/ 40129 h 125642"/>
                <a:gd name="csX176" fmla="*/ 42040 w 125642"/>
                <a:gd name="csY176" fmla="*/ 40129 h 125642"/>
                <a:gd name="csX177" fmla="*/ 42517 w 125642"/>
                <a:gd name="csY177" fmla="*/ 40129 h 125642"/>
                <a:gd name="csX178" fmla="*/ 42996 w 125642"/>
                <a:gd name="csY178" fmla="*/ 39174 h 125642"/>
                <a:gd name="csX179" fmla="*/ 43473 w 125642"/>
                <a:gd name="csY179" fmla="*/ 36785 h 125642"/>
                <a:gd name="csX180" fmla="*/ 43951 w 125642"/>
                <a:gd name="csY180" fmla="*/ 34397 h 125642"/>
                <a:gd name="csX181" fmla="*/ 44428 w 125642"/>
                <a:gd name="csY181" fmla="*/ 33441 h 125642"/>
                <a:gd name="csX182" fmla="*/ 46340 w 125642"/>
                <a:gd name="csY182" fmla="*/ 32008 h 125642"/>
                <a:gd name="csX183" fmla="*/ 46817 w 125642"/>
                <a:gd name="csY183" fmla="*/ 31530 h 125642"/>
                <a:gd name="csX184" fmla="*/ 47295 w 125642"/>
                <a:gd name="csY184" fmla="*/ 31530 h 125642"/>
                <a:gd name="csX185" fmla="*/ 48251 w 125642"/>
                <a:gd name="csY185" fmla="*/ 31530 h 125642"/>
                <a:gd name="csX186" fmla="*/ 48251 w 125642"/>
                <a:gd name="csY186" fmla="*/ 31530 h 125642"/>
                <a:gd name="csX187" fmla="*/ 49206 w 125642"/>
                <a:gd name="csY187" fmla="*/ 30575 h 125642"/>
                <a:gd name="csX188" fmla="*/ 50639 w 125642"/>
                <a:gd name="csY188" fmla="*/ 30097 h 125642"/>
                <a:gd name="csX189" fmla="*/ 51594 w 125642"/>
                <a:gd name="csY189" fmla="*/ 30097 h 125642"/>
                <a:gd name="csX190" fmla="*/ 52550 w 125642"/>
                <a:gd name="csY190" fmla="*/ 31052 h 125642"/>
                <a:gd name="csX191" fmla="*/ 53505 w 125642"/>
                <a:gd name="csY191" fmla="*/ 32486 h 125642"/>
                <a:gd name="csX192" fmla="*/ 53983 w 125642"/>
                <a:gd name="csY192" fmla="*/ 33441 h 125642"/>
                <a:gd name="csX193" fmla="*/ 54939 w 125642"/>
                <a:gd name="csY193" fmla="*/ 34397 h 125642"/>
                <a:gd name="csX194" fmla="*/ 54939 w 125642"/>
                <a:gd name="csY194" fmla="*/ 35352 h 125642"/>
                <a:gd name="csX195" fmla="*/ 54939 w 125642"/>
                <a:gd name="csY195" fmla="*/ 35352 h 125642"/>
                <a:gd name="csX196" fmla="*/ 55894 w 125642"/>
                <a:gd name="csY196" fmla="*/ 35830 h 125642"/>
                <a:gd name="csX197" fmla="*/ 55894 w 125642"/>
                <a:gd name="csY197" fmla="*/ 35830 h 125642"/>
                <a:gd name="csX198" fmla="*/ 57805 w 125642"/>
                <a:gd name="csY198" fmla="*/ 36307 h 125642"/>
                <a:gd name="csX199" fmla="*/ 57805 w 125642"/>
                <a:gd name="csY199" fmla="*/ 36307 h 125642"/>
                <a:gd name="csX200" fmla="*/ 60671 w 125642"/>
                <a:gd name="csY200" fmla="*/ 37263 h 125642"/>
                <a:gd name="csX201" fmla="*/ 62582 w 125642"/>
                <a:gd name="csY201" fmla="*/ 37263 h 125642"/>
                <a:gd name="csX202" fmla="*/ 63538 w 125642"/>
                <a:gd name="csY202" fmla="*/ 37740 h 125642"/>
                <a:gd name="csX203" fmla="*/ 65926 w 125642"/>
                <a:gd name="csY203" fmla="*/ 38218 h 125642"/>
                <a:gd name="csX204" fmla="*/ 70704 w 125642"/>
                <a:gd name="csY204" fmla="*/ 37740 h 125642"/>
                <a:gd name="csX205" fmla="*/ 72615 w 125642"/>
                <a:gd name="csY205" fmla="*/ 38218 h 125642"/>
                <a:gd name="csX206" fmla="*/ 73092 w 125642"/>
                <a:gd name="csY206" fmla="*/ 38696 h 125642"/>
                <a:gd name="csX207" fmla="*/ 73092 w 125642"/>
                <a:gd name="csY207" fmla="*/ 38696 h 125642"/>
                <a:gd name="csX208" fmla="*/ 74526 w 125642"/>
                <a:gd name="csY208" fmla="*/ 39651 h 125642"/>
                <a:gd name="csX209" fmla="*/ 75003 w 125642"/>
                <a:gd name="csY209" fmla="*/ 39651 h 125642"/>
                <a:gd name="csX210" fmla="*/ 75003 w 125642"/>
                <a:gd name="csY210" fmla="*/ 39651 h 125642"/>
                <a:gd name="csX211" fmla="*/ 75959 w 125642"/>
                <a:gd name="csY211" fmla="*/ 38218 h 125642"/>
                <a:gd name="csX212" fmla="*/ 77392 w 125642"/>
                <a:gd name="csY212" fmla="*/ 36785 h 125642"/>
                <a:gd name="csX213" fmla="*/ 77870 w 125642"/>
                <a:gd name="csY213" fmla="*/ 35352 h 125642"/>
                <a:gd name="csX214" fmla="*/ 77870 w 125642"/>
                <a:gd name="csY214" fmla="*/ 34397 h 125642"/>
                <a:gd name="csX215" fmla="*/ 77392 w 125642"/>
                <a:gd name="csY215" fmla="*/ 32963 h 125642"/>
                <a:gd name="csX216" fmla="*/ 75959 w 125642"/>
                <a:gd name="csY216" fmla="*/ 32008 h 125642"/>
                <a:gd name="csX217" fmla="*/ 75003 w 125642"/>
                <a:gd name="csY217" fmla="*/ 30097 h 125642"/>
                <a:gd name="csX218" fmla="*/ 74048 w 125642"/>
                <a:gd name="csY218" fmla="*/ 28664 h 125642"/>
                <a:gd name="csX219" fmla="*/ 73092 w 125642"/>
                <a:gd name="csY219" fmla="*/ 27708 h 125642"/>
                <a:gd name="csX220" fmla="*/ 73092 w 125642"/>
                <a:gd name="csY220" fmla="*/ 27231 h 125642"/>
                <a:gd name="csX221" fmla="*/ 72615 w 125642"/>
                <a:gd name="csY221" fmla="*/ 25797 h 125642"/>
                <a:gd name="csX222" fmla="*/ 73092 w 125642"/>
                <a:gd name="csY222" fmla="*/ 24842 h 125642"/>
                <a:gd name="csX223" fmla="*/ 74048 w 125642"/>
                <a:gd name="csY223" fmla="*/ 24842 h 125642"/>
                <a:gd name="csX224" fmla="*/ 75481 w 125642"/>
                <a:gd name="csY224" fmla="*/ 24364 h 125642"/>
                <a:gd name="csX225" fmla="*/ 77870 w 125642"/>
                <a:gd name="csY225" fmla="*/ 23886 h 125642"/>
                <a:gd name="csX226" fmla="*/ 78347 w 125642"/>
                <a:gd name="csY226" fmla="*/ 23886 h 125642"/>
                <a:gd name="csX227" fmla="*/ 80736 w 125642"/>
                <a:gd name="csY227" fmla="*/ 24364 h 125642"/>
                <a:gd name="csX228" fmla="*/ 80736 w 125642"/>
                <a:gd name="csY228" fmla="*/ 24364 h 125642"/>
                <a:gd name="csX229" fmla="*/ 84558 w 125642"/>
                <a:gd name="csY229" fmla="*/ 24364 h 125642"/>
                <a:gd name="csX230" fmla="*/ 84558 w 125642"/>
                <a:gd name="csY230" fmla="*/ 23886 h 125642"/>
                <a:gd name="csX231" fmla="*/ 86947 w 125642"/>
                <a:gd name="csY231" fmla="*/ 23886 h 125642"/>
                <a:gd name="csX232" fmla="*/ 88858 w 125642"/>
                <a:gd name="csY232" fmla="*/ 23886 h 125642"/>
                <a:gd name="csX233" fmla="*/ 90290 w 125642"/>
                <a:gd name="csY233" fmla="*/ 23886 h 125642"/>
                <a:gd name="csX234" fmla="*/ 90290 w 125642"/>
                <a:gd name="csY234" fmla="*/ 23886 h 125642"/>
                <a:gd name="csX235" fmla="*/ 91246 w 125642"/>
                <a:gd name="csY235" fmla="*/ 22931 h 125642"/>
                <a:gd name="csX236" fmla="*/ 93635 w 125642"/>
                <a:gd name="csY236" fmla="*/ 21020 h 125642"/>
                <a:gd name="csX237" fmla="*/ 94590 w 125642"/>
                <a:gd name="csY237" fmla="*/ 20542 h 125642"/>
                <a:gd name="csX238" fmla="*/ 96024 w 125642"/>
                <a:gd name="csY238" fmla="*/ 19109 h 125642"/>
                <a:gd name="csX239" fmla="*/ 96024 w 125642"/>
                <a:gd name="csY239" fmla="*/ 19109 h 125642"/>
                <a:gd name="csX240" fmla="*/ 96024 w 125642"/>
                <a:gd name="csY240" fmla="*/ 18154 h 125642"/>
                <a:gd name="csX241" fmla="*/ 96501 w 125642"/>
                <a:gd name="csY241" fmla="*/ 16721 h 125642"/>
                <a:gd name="csX242" fmla="*/ 96979 w 125642"/>
                <a:gd name="csY242" fmla="*/ 15765 h 125642"/>
                <a:gd name="csX243" fmla="*/ 98412 w 125642"/>
                <a:gd name="csY243" fmla="*/ 14332 h 125642"/>
                <a:gd name="csX244" fmla="*/ 99367 w 125642"/>
                <a:gd name="csY244" fmla="*/ 13854 h 125642"/>
                <a:gd name="csX245" fmla="*/ 100323 w 125642"/>
                <a:gd name="csY245" fmla="*/ 13854 h 125642"/>
                <a:gd name="csX246" fmla="*/ 101756 w 125642"/>
                <a:gd name="csY246" fmla="*/ 14809 h 125642"/>
                <a:gd name="csX247" fmla="*/ 102234 w 125642"/>
                <a:gd name="csY247" fmla="*/ 15287 h 125642"/>
                <a:gd name="csX248" fmla="*/ 103189 w 125642"/>
                <a:gd name="csY248" fmla="*/ 14809 h 125642"/>
                <a:gd name="csX249" fmla="*/ 103189 w 125642"/>
                <a:gd name="csY249" fmla="*/ 14809 h 125642"/>
                <a:gd name="csX250" fmla="*/ 104145 w 125642"/>
                <a:gd name="csY250" fmla="*/ 13854 h 125642"/>
                <a:gd name="csX251" fmla="*/ 104622 w 125642"/>
                <a:gd name="csY251" fmla="*/ 13854 h 125642"/>
                <a:gd name="csX252" fmla="*/ 104622 w 125642"/>
                <a:gd name="csY252" fmla="*/ 13854 h 125642"/>
                <a:gd name="csX253" fmla="*/ 106056 w 125642"/>
                <a:gd name="csY253" fmla="*/ 13854 h 125642"/>
                <a:gd name="csX254" fmla="*/ 106056 w 125642"/>
                <a:gd name="csY254" fmla="*/ 13854 h 125642"/>
                <a:gd name="csX255" fmla="*/ 106533 w 125642"/>
                <a:gd name="csY255" fmla="*/ 12899 h 125642"/>
                <a:gd name="csX256" fmla="*/ 107011 w 125642"/>
                <a:gd name="csY256" fmla="*/ 10032 h 125642"/>
                <a:gd name="csX257" fmla="*/ 107489 w 125642"/>
                <a:gd name="csY257" fmla="*/ 7166 h 125642"/>
                <a:gd name="csX258" fmla="*/ 107489 w 125642"/>
                <a:gd name="csY258" fmla="*/ 5733 h 125642"/>
                <a:gd name="csX259" fmla="*/ 108922 w 125642"/>
                <a:gd name="csY259" fmla="*/ 2866 h 125642"/>
                <a:gd name="csX260" fmla="*/ 108922 w 125642"/>
                <a:gd name="csY260" fmla="*/ 956 h 125642"/>
                <a:gd name="csX261" fmla="*/ 109878 w 125642"/>
                <a:gd name="csY261" fmla="*/ 0 h 125642"/>
                <a:gd name="csX262" fmla="*/ 110833 w 125642"/>
                <a:gd name="csY262" fmla="*/ 0 h 125642"/>
                <a:gd name="csX263" fmla="*/ 110833 w 125642"/>
                <a:gd name="csY263" fmla="*/ 0 h 125642"/>
                <a:gd name="csX264" fmla="*/ 111311 w 125642"/>
                <a:gd name="csY264" fmla="*/ 478 h 125642"/>
                <a:gd name="csX265" fmla="*/ 112266 w 125642"/>
                <a:gd name="csY265" fmla="*/ 956 h 125642"/>
                <a:gd name="csX266" fmla="*/ 113699 w 125642"/>
                <a:gd name="csY266" fmla="*/ 478 h 125642"/>
                <a:gd name="csX267" fmla="*/ 114177 w 125642"/>
                <a:gd name="csY267" fmla="*/ 956 h 125642"/>
                <a:gd name="csX268" fmla="*/ 114655 w 125642"/>
                <a:gd name="csY268" fmla="*/ 1911 h 125642"/>
                <a:gd name="csX269" fmla="*/ 116566 w 125642"/>
                <a:gd name="csY269" fmla="*/ 2866 h 125642"/>
                <a:gd name="csX270" fmla="*/ 116566 w 125642"/>
                <a:gd name="csY270" fmla="*/ 3344 h 125642"/>
                <a:gd name="csX271" fmla="*/ 116566 w 125642"/>
                <a:gd name="csY271" fmla="*/ 6210 h 125642"/>
                <a:gd name="csX272" fmla="*/ 117521 w 125642"/>
                <a:gd name="csY272" fmla="*/ 7644 h 125642"/>
                <a:gd name="csX273" fmla="*/ 118954 w 125642"/>
                <a:gd name="csY273" fmla="*/ 9077 h 125642"/>
                <a:gd name="csX274" fmla="*/ 120865 w 125642"/>
                <a:gd name="csY274" fmla="*/ 10510 h 125642"/>
                <a:gd name="csX275" fmla="*/ 120865 w 125642"/>
                <a:gd name="csY275" fmla="*/ 10510 h 125642"/>
                <a:gd name="csX276" fmla="*/ 121821 w 125642"/>
                <a:gd name="csY276" fmla="*/ 10510 h 125642"/>
                <a:gd name="csX277" fmla="*/ 122299 w 125642"/>
                <a:gd name="csY277" fmla="*/ 11465 h 125642"/>
                <a:gd name="csX278" fmla="*/ 122299 w 125642"/>
                <a:gd name="csY278" fmla="*/ 11465 h 125642"/>
                <a:gd name="csX279" fmla="*/ 122776 w 125642"/>
                <a:gd name="csY279" fmla="*/ 12899 h 125642"/>
                <a:gd name="csX280" fmla="*/ 124210 w 125642"/>
                <a:gd name="csY280" fmla="*/ 14332 h 125642"/>
                <a:gd name="csX281" fmla="*/ 124687 w 125642"/>
                <a:gd name="csY281" fmla="*/ 15287 h 125642"/>
                <a:gd name="csX282" fmla="*/ 124687 w 125642"/>
                <a:gd name="csY282" fmla="*/ 16721 h 125642"/>
                <a:gd name="csX283" fmla="*/ 124687 w 125642"/>
                <a:gd name="csY283" fmla="*/ 16721 h 125642"/>
                <a:gd name="csX284" fmla="*/ 125642 w 125642"/>
                <a:gd name="csY284" fmla="*/ 17198 h 125642"/>
                <a:gd name="csX285" fmla="*/ 125642 w 125642"/>
                <a:gd name="csY285" fmla="*/ 17198 h 125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</a:cxnLst>
              <a:rect l="l" t="t" r="r" b="b"/>
              <a:pathLst>
                <a:path w="125642" h="125642">
                  <a:moveTo>
                    <a:pt x="125642" y="17198"/>
                  </a:moveTo>
                  <a:lnTo>
                    <a:pt x="124687" y="18154"/>
                  </a:lnTo>
                  <a:lnTo>
                    <a:pt x="123254" y="17676"/>
                  </a:lnTo>
                  <a:lnTo>
                    <a:pt x="120865" y="17198"/>
                  </a:lnTo>
                  <a:lnTo>
                    <a:pt x="117999" y="19587"/>
                  </a:lnTo>
                  <a:lnTo>
                    <a:pt x="116566" y="20065"/>
                  </a:lnTo>
                  <a:lnTo>
                    <a:pt x="115610" y="22453"/>
                  </a:lnTo>
                  <a:lnTo>
                    <a:pt x="113222" y="23409"/>
                  </a:lnTo>
                  <a:lnTo>
                    <a:pt x="111788" y="24842"/>
                  </a:lnTo>
                  <a:lnTo>
                    <a:pt x="110355" y="27231"/>
                  </a:lnTo>
                  <a:lnTo>
                    <a:pt x="109400" y="29619"/>
                  </a:lnTo>
                  <a:lnTo>
                    <a:pt x="107011" y="31530"/>
                  </a:lnTo>
                  <a:lnTo>
                    <a:pt x="105578" y="34397"/>
                  </a:lnTo>
                  <a:lnTo>
                    <a:pt x="105578" y="36785"/>
                  </a:lnTo>
                  <a:lnTo>
                    <a:pt x="107011" y="39174"/>
                  </a:lnTo>
                  <a:lnTo>
                    <a:pt x="107011" y="41563"/>
                  </a:lnTo>
                  <a:lnTo>
                    <a:pt x="106056" y="45862"/>
                  </a:lnTo>
                  <a:lnTo>
                    <a:pt x="107011" y="50639"/>
                  </a:lnTo>
                  <a:lnTo>
                    <a:pt x="106056" y="52072"/>
                  </a:lnTo>
                  <a:lnTo>
                    <a:pt x="98890" y="55417"/>
                  </a:lnTo>
                  <a:lnTo>
                    <a:pt x="96979" y="56850"/>
                  </a:lnTo>
                  <a:lnTo>
                    <a:pt x="94112" y="61149"/>
                  </a:lnTo>
                  <a:lnTo>
                    <a:pt x="90769" y="62582"/>
                  </a:lnTo>
                  <a:lnTo>
                    <a:pt x="88858" y="64016"/>
                  </a:lnTo>
                  <a:lnTo>
                    <a:pt x="85991" y="64971"/>
                  </a:lnTo>
                  <a:lnTo>
                    <a:pt x="84558" y="67838"/>
                  </a:lnTo>
                  <a:lnTo>
                    <a:pt x="82169" y="69748"/>
                  </a:lnTo>
                  <a:lnTo>
                    <a:pt x="79781" y="70704"/>
                  </a:lnTo>
                  <a:lnTo>
                    <a:pt x="78347" y="71659"/>
                  </a:lnTo>
                  <a:lnTo>
                    <a:pt x="74526" y="72137"/>
                  </a:lnTo>
                  <a:lnTo>
                    <a:pt x="71659" y="72615"/>
                  </a:lnTo>
                  <a:lnTo>
                    <a:pt x="69748" y="75004"/>
                  </a:lnTo>
                  <a:lnTo>
                    <a:pt x="63538" y="77870"/>
                  </a:lnTo>
                  <a:lnTo>
                    <a:pt x="63060" y="79781"/>
                  </a:lnTo>
                  <a:lnTo>
                    <a:pt x="63060" y="83125"/>
                  </a:lnTo>
                  <a:lnTo>
                    <a:pt x="63060" y="85513"/>
                  </a:lnTo>
                  <a:lnTo>
                    <a:pt x="62582" y="87424"/>
                  </a:lnTo>
                  <a:lnTo>
                    <a:pt x="61627" y="86947"/>
                  </a:lnTo>
                  <a:lnTo>
                    <a:pt x="60671" y="87424"/>
                  </a:lnTo>
                  <a:lnTo>
                    <a:pt x="60194" y="89335"/>
                  </a:lnTo>
                  <a:lnTo>
                    <a:pt x="60194" y="91246"/>
                  </a:lnTo>
                  <a:lnTo>
                    <a:pt x="62105" y="92202"/>
                  </a:lnTo>
                  <a:lnTo>
                    <a:pt x="64015" y="92679"/>
                  </a:lnTo>
                  <a:lnTo>
                    <a:pt x="66404" y="93157"/>
                  </a:lnTo>
                  <a:lnTo>
                    <a:pt x="67837" y="94113"/>
                  </a:lnTo>
                  <a:lnTo>
                    <a:pt x="71659" y="98412"/>
                  </a:lnTo>
                  <a:lnTo>
                    <a:pt x="74526" y="100323"/>
                  </a:lnTo>
                  <a:lnTo>
                    <a:pt x="75481" y="101279"/>
                  </a:lnTo>
                  <a:lnTo>
                    <a:pt x="76914" y="102234"/>
                  </a:lnTo>
                  <a:lnTo>
                    <a:pt x="78825" y="103667"/>
                  </a:lnTo>
                  <a:lnTo>
                    <a:pt x="79781" y="105100"/>
                  </a:lnTo>
                  <a:lnTo>
                    <a:pt x="78825" y="105100"/>
                  </a:lnTo>
                  <a:lnTo>
                    <a:pt x="78825" y="105100"/>
                  </a:lnTo>
                  <a:lnTo>
                    <a:pt x="77870" y="107011"/>
                  </a:lnTo>
                  <a:lnTo>
                    <a:pt x="76437" y="109878"/>
                  </a:lnTo>
                  <a:lnTo>
                    <a:pt x="75481" y="110833"/>
                  </a:lnTo>
                  <a:lnTo>
                    <a:pt x="74526" y="111789"/>
                  </a:lnTo>
                  <a:lnTo>
                    <a:pt x="73092" y="112266"/>
                  </a:lnTo>
                  <a:lnTo>
                    <a:pt x="70226" y="112266"/>
                  </a:lnTo>
                  <a:lnTo>
                    <a:pt x="67837" y="112266"/>
                  </a:lnTo>
                  <a:lnTo>
                    <a:pt x="67360" y="111789"/>
                  </a:lnTo>
                  <a:lnTo>
                    <a:pt x="64015" y="112266"/>
                  </a:lnTo>
                  <a:lnTo>
                    <a:pt x="63060" y="112266"/>
                  </a:lnTo>
                  <a:lnTo>
                    <a:pt x="58283" y="112266"/>
                  </a:lnTo>
                  <a:lnTo>
                    <a:pt x="55894" y="112266"/>
                  </a:lnTo>
                  <a:lnTo>
                    <a:pt x="53983" y="112744"/>
                  </a:lnTo>
                  <a:lnTo>
                    <a:pt x="52550" y="113700"/>
                  </a:lnTo>
                  <a:lnTo>
                    <a:pt x="51117" y="115133"/>
                  </a:lnTo>
                  <a:lnTo>
                    <a:pt x="50162" y="117044"/>
                  </a:lnTo>
                  <a:lnTo>
                    <a:pt x="47295" y="119910"/>
                  </a:lnTo>
                  <a:lnTo>
                    <a:pt x="45862" y="121343"/>
                  </a:lnTo>
                  <a:lnTo>
                    <a:pt x="45862" y="123254"/>
                  </a:lnTo>
                  <a:lnTo>
                    <a:pt x="45862" y="123732"/>
                  </a:lnTo>
                  <a:lnTo>
                    <a:pt x="44906" y="124210"/>
                  </a:lnTo>
                  <a:lnTo>
                    <a:pt x="44906" y="124210"/>
                  </a:lnTo>
                  <a:lnTo>
                    <a:pt x="43951" y="124210"/>
                  </a:lnTo>
                  <a:lnTo>
                    <a:pt x="39651" y="122299"/>
                  </a:lnTo>
                  <a:lnTo>
                    <a:pt x="36785" y="123254"/>
                  </a:lnTo>
                  <a:lnTo>
                    <a:pt x="35830" y="124687"/>
                  </a:lnTo>
                  <a:lnTo>
                    <a:pt x="34874" y="125165"/>
                  </a:lnTo>
                  <a:lnTo>
                    <a:pt x="33441" y="122299"/>
                  </a:lnTo>
                  <a:lnTo>
                    <a:pt x="31530" y="122299"/>
                  </a:lnTo>
                  <a:lnTo>
                    <a:pt x="28186" y="119432"/>
                  </a:lnTo>
                  <a:lnTo>
                    <a:pt x="26275" y="120388"/>
                  </a:lnTo>
                  <a:lnTo>
                    <a:pt x="26275" y="121343"/>
                  </a:lnTo>
                  <a:lnTo>
                    <a:pt x="24364" y="123732"/>
                  </a:lnTo>
                  <a:lnTo>
                    <a:pt x="21498" y="125643"/>
                  </a:lnTo>
                  <a:lnTo>
                    <a:pt x="21020" y="125643"/>
                  </a:lnTo>
                  <a:lnTo>
                    <a:pt x="19587" y="125643"/>
                  </a:lnTo>
                  <a:lnTo>
                    <a:pt x="20064" y="125165"/>
                  </a:lnTo>
                  <a:lnTo>
                    <a:pt x="19109" y="122777"/>
                  </a:lnTo>
                  <a:lnTo>
                    <a:pt x="14809" y="121821"/>
                  </a:lnTo>
                  <a:lnTo>
                    <a:pt x="13376" y="121343"/>
                  </a:lnTo>
                  <a:lnTo>
                    <a:pt x="12421" y="120865"/>
                  </a:lnTo>
                  <a:lnTo>
                    <a:pt x="16721" y="118477"/>
                  </a:lnTo>
                  <a:lnTo>
                    <a:pt x="17676" y="117999"/>
                  </a:lnTo>
                  <a:lnTo>
                    <a:pt x="16721" y="117521"/>
                  </a:lnTo>
                  <a:lnTo>
                    <a:pt x="15765" y="117044"/>
                  </a:lnTo>
                  <a:lnTo>
                    <a:pt x="12421" y="117521"/>
                  </a:lnTo>
                  <a:lnTo>
                    <a:pt x="10987" y="116566"/>
                  </a:lnTo>
                  <a:lnTo>
                    <a:pt x="8121" y="117044"/>
                  </a:lnTo>
                  <a:lnTo>
                    <a:pt x="6688" y="116566"/>
                  </a:lnTo>
                  <a:lnTo>
                    <a:pt x="10032" y="114177"/>
                  </a:lnTo>
                  <a:lnTo>
                    <a:pt x="10510" y="112744"/>
                  </a:lnTo>
                  <a:lnTo>
                    <a:pt x="10510" y="111311"/>
                  </a:lnTo>
                  <a:lnTo>
                    <a:pt x="12421" y="108445"/>
                  </a:lnTo>
                  <a:lnTo>
                    <a:pt x="13854" y="106534"/>
                  </a:lnTo>
                  <a:lnTo>
                    <a:pt x="19109" y="104145"/>
                  </a:lnTo>
                  <a:lnTo>
                    <a:pt x="21020" y="103667"/>
                  </a:lnTo>
                  <a:lnTo>
                    <a:pt x="22453" y="103667"/>
                  </a:lnTo>
                  <a:lnTo>
                    <a:pt x="23886" y="103667"/>
                  </a:lnTo>
                  <a:lnTo>
                    <a:pt x="22453" y="102712"/>
                  </a:lnTo>
                  <a:lnTo>
                    <a:pt x="21020" y="102234"/>
                  </a:lnTo>
                  <a:lnTo>
                    <a:pt x="18631" y="102234"/>
                  </a:lnTo>
                  <a:lnTo>
                    <a:pt x="16242" y="100801"/>
                  </a:lnTo>
                  <a:lnTo>
                    <a:pt x="15765" y="99368"/>
                  </a:lnTo>
                  <a:lnTo>
                    <a:pt x="21020" y="89335"/>
                  </a:lnTo>
                  <a:lnTo>
                    <a:pt x="21020" y="88380"/>
                  </a:lnTo>
                  <a:lnTo>
                    <a:pt x="20064" y="85991"/>
                  </a:lnTo>
                  <a:lnTo>
                    <a:pt x="20064" y="83603"/>
                  </a:lnTo>
                  <a:lnTo>
                    <a:pt x="16242" y="82647"/>
                  </a:lnTo>
                  <a:lnTo>
                    <a:pt x="14809" y="82170"/>
                  </a:lnTo>
                  <a:lnTo>
                    <a:pt x="10032" y="79781"/>
                  </a:lnTo>
                  <a:lnTo>
                    <a:pt x="8121" y="78347"/>
                  </a:lnTo>
                  <a:lnTo>
                    <a:pt x="7644" y="78825"/>
                  </a:lnTo>
                  <a:lnTo>
                    <a:pt x="7166" y="80736"/>
                  </a:lnTo>
                  <a:lnTo>
                    <a:pt x="6688" y="81214"/>
                  </a:lnTo>
                  <a:lnTo>
                    <a:pt x="5733" y="81692"/>
                  </a:lnTo>
                  <a:lnTo>
                    <a:pt x="4777" y="79303"/>
                  </a:lnTo>
                  <a:lnTo>
                    <a:pt x="3821" y="77870"/>
                  </a:lnTo>
                  <a:lnTo>
                    <a:pt x="955" y="75959"/>
                  </a:lnTo>
                  <a:lnTo>
                    <a:pt x="0" y="75004"/>
                  </a:lnTo>
                  <a:lnTo>
                    <a:pt x="478" y="72615"/>
                  </a:lnTo>
                  <a:lnTo>
                    <a:pt x="0" y="72615"/>
                  </a:lnTo>
                  <a:lnTo>
                    <a:pt x="0" y="72615"/>
                  </a:lnTo>
                  <a:lnTo>
                    <a:pt x="0" y="72615"/>
                  </a:lnTo>
                  <a:lnTo>
                    <a:pt x="478" y="70226"/>
                  </a:lnTo>
                  <a:lnTo>
                    <a:pt x="2389" y="68315"/>
                  </a:lnTo>
                  <a:lnTo>
                    <a:pt x="7166" y="64971"/>
                  </a:lnTo>
                  <a:lnTo>
                    <a:pt x="7166" y="64971"/>
                  </a:lnTo>
                  <a:lnTo>
                    <a:pt x="8121" y="63538"/>
                  </a:lnTo>
                  <a:lnTo>
                    <a:pt x="10510" y="61627"/>
                  </a:lnTo>
                  <a:lnTo>
                    <a:pt x="11465" y="61627"/>
                  </a:lnTo>
                  <a:lnTo>
                    <a:pt x="11943" y="61627"/>
                  </a:lnTo>
                  <a:lnTo>
                    <a:pt x="12421" y="61627"/>
                  </a:lnTo>
                  <a:lnTo>
                    <a:pt x="12421" y="61627"/>
                  </a:lnTo>
                  <a:lnTo>
                    <a:pt x="12898" y="60672"/>
                  </a:lnTo>
                  <a:lnTo>
                    <a:pt x="13376" y="60194"/>
                  </a:lnTo>
                  <a:lnTo>
                    <a:pt x="14332" y="59716"/>
                  </a:lnTo>
                  <a:lnTo>
                    <a:pt x="16242" y="58761"/>
                  </a:lnTo>
                  <a:lnTo>
                    <a:pt x="19109" y="57328"/>
                  </a:lnTo>
                  <a:lnTo>
                    <a:pt x="21020" y="56850"/>
                  </a:lnTo>
                  <a:lnTo>
                    <a:pt x="23408" y="54939"/>
                  </a:lnTo>
                  <a:lnTo>
                    <a:pt x="23408" y="54939"/>
                  </a:lnTo>
                  <a:lnTo>
                    <a:pt x="24364" y="53983"/>
                  </a:lnTo>
                  <a:lnTo>
                    <a:pt x="25319" y="53983"/>
                  </a:lnTo>
                  <a:lnTo>
                    <a:pt x="25797" y="53983"/>
                  </a:lnTo>
                  <a:lnTo>
                    <a:pt x="25797" y="53506"/>
                  </a:lnTo>
                  <a:lnTo>
                    <a:pt x="26275" y="52550"/>
                  </a:lnTo>
                  <a:lnTo>
                    <a:pt x="27230" y="52072"/>
                  </a:lnTo>
                  <a:lnTo>
                    <a:pt x="28186" y="52072"/>
                  </a:lnTo>
                  <a:lnTo>
                    <a:pt x="30097" y="51595"/>
                  </a:lnTo>
                  <a:lnTo>
                    <a:pt x="30574" y="51595"/>
                  </a:lnTo>
                  <a:lnTo>
                    <a:pt x="32485" y="51117"/>
                  </a:lnTo>
                  <a:lnTo>
                    <a:pt x="32485" y="51117"/>
                  </a:lnTo>
                  <a:lnTo>
                    <a:pt x="33919" y="49684"/>
                  </a:lnTo>
                  <a:lnTo>
                    <a:pt x="34396" y="48251"/>
                  </a:lnTo>
                  <a:lnTo>
                    <a:pt x="34396" y="48251"/>
                  </a:lnTo>
                  <a:lnTo>
                    <a:pt x="35352" y="46817"/>
                  </a:lnTo>
                  <a:lnTo>
                    <a:pt x="37740" y="45384"/>
                  </a:lnTo>
                  <a:lnTo>
                    <a:pt x="37740" y="45384"/>
                  </a:lnTo>
                  <a:lnTo>
                    <a:pt x="39174" y="43473"/>
                  </a:lnTo>
                  <a:lnTo>
                    <a:pt x="40607" y="41085"/>
                  </a:lnTo>
                  <a:lnTo>
                    <a:pt x="41562" y="40129"/>
                  </a:lnTo>
                  <a:lnTo>
                    <a:pt x="41562" y="40129"/>
                  </a:lnTo>
                  <a:lnTo>
                    <a:pt x="42040" y="40129"/>
                  </a:lnTo>
                  <a:lnTo>
                    <a:pt x="42040" y="40129"/>
                  </a:lnTo>
                  <a:lnTo>
                    <a:pt x="42517" y="40129"/>
                  </a:lnTo>
                  <a:lnTo>
                    <a:pt x="42996" y="39174"/>
                  </a:lnTo>
                  <a:lnTo>
                    <a:pt x="43473" y="36785"/>
                  </a:lnTo>
                  <a:lnTo>
                    <a:pt x="43951" y="34397"/>
                  </a:lnTo>
                  <a:lnTo>
                    <a:pt x="44428" y="33441"/>
                  </a:lnTo>
                  <a:lnTo>
                    <a:pt x="46340" y="32008"/>
                  </a:lnTo>
                  <a:lnTo>
                    <a:pt x="46817" y="31530"/>
                  </a:lnTo>
                  <a:lnTo>
                    <a:pt x="47295" y="31530"/>
                  </a:lnTo>
                  <a:lnTo>
                    <a:pt x="48251" y="31530"/>
                  </a:lnTo>
                  <a:lnTo>
                    <a:pt x="48251" y="31530"/>
                  </a:lnTo>
                  <a:lnTo>
                    <a:pt x="49206" y="30575"/>
                  </a:lnTo>
                  <a:lnTo>
                    <a:pt x="50639" y="30097"/>
                  </a:lnTo>
                  <a:lnTo>
                    <a:pt x="51594" y="30097"/>
                  </a:lnTo>
                  <a:lnTo>
                    <a:pt x="52550" y="31052"/>
                  </a:lnTo>
                  <a:lnTo>
                    <a:pt x="53505" y="32486"/>
                  </a:lnTo>
                  <a:lnTo>
                    <a:pt x="53983" y="33441"/>
                  </a:lnTo>
                  <a:lnTo>
                    <a:pt x="54939" y="34397"/>
                  </a:lnTo>
                  <a:lnTo>
                    <a:pt x="54939" y="35352"/>
                  </a:lnTo>
                  <a:lnTo>
                    <a:pt x="54939" y="35352"/>
                  </a:lnTo>
                  <a:lnTo>
                    <a:pt x="55894" y="35830"/>
                  </a:lnTo>
                  <a:lnTo>
                    <a:pt x="55894" y="35830"/>
                  </a:lnTo>
                  <a:lnTo>
                    <a:pt x="57805" y="36307"/>
                  </a:lnTo>
                  <a:lnTo>
                    <a:pt x="57805" y="36307"/>
                  </a:lnTo>
                  <a:lnTo>
                    <a:pt x="60671" y="37263"/>
                  </a:lnTo>
                  <a:lnTo>
                    <a:pt x="62582" y="37263"/>
                  </a:lnTo>
                  <a:lnTo>
                    <a:pt x="63538" y="37740"/>
                  </a:lnTo>
                  <a:lnTo>
                    <a:pt x="65926" y="38218"/>
                  </a:lnTo>
                  <a:lnTo>
                    <a:pt x="70704" y="37740"/>
                  </a:lnTo>
                  <a:lnTo>
                    <a:pt x="72615" y="38218"/>
                  </a:lnTo>
                  <a:lnTo>
                    <a:pt x="73092" y="38696"/>
                  </a:lnTo>
                  <a:lnTo>
                    <a:pt x="73092" y="38696"/>
                  </a:lnTo>
                  <a:lnTo>
                    <a:pt x="74526" y="39651"/>
                  </a:lnTo>
                  <a:lnTo>
                    <a:pt x="75003" y="39651"/>
                  </a:lnTo>
                  <a:lnTo>
                    <a:pt x="75003" y="39651"/>
                  </a:lnTo>
                  <a:lnTo>
                    <a:pt x="75959" y="38218"/>
                  </a:lnTo>
                  <a:lnTo>
                    <a:pt x="77392" y="36785"/>
                  </a:lnTo>
                  <a:lnTo>
                    <a:pt x="77870" y="35352"/>
                  </a:lnTo>
                  <a:lnTo>
                    <a:pt x="77870" y="34397"/>
                  </a:lnTo>
                  <a:lnTo>
                    <a:pt x="77392" y="32963"/>
                  </a:lnTo>
                  <a:lnTo>
                    <a:pt x="75959" y="32008"/>
                  </a:lnTo>
                  <a:lnTo>
                    <a:pt x="75003" y="30097"/>
                  </a:lnTo>
                  <a:lnTo>
                    <a:pt x="74048" y="28664"/>
                  </a:lnTo>
                  <a:lnTo>
                    <a:pt x="73092" y="27708"/>
                  </a:lnTo>
                  <a:lnTo>
                    <a:pt x="73092" y="27231"/>
                  </a:lnTo>
                  <a:lnTo>
                    <a:pt x="72615" y="25797"/>
                  </a:lnTo>
                  <a:lnTo>
                    <a:pt x="73092" y="24842"/>
                  </a:lnTo>
                  <a:lnTo>
                    <a:pt x="74048" y="24842"/>
                  </a:lnTo>
                  <a:lnTo>
                    <a:pt x="75481" y="24364"/>
                  </a:lnTo>
                  <a:lnTo>
                    <a:pt x="77870" y="23886"/>
                  </a:lnTo>
                  <a:lnTo>
                    <a:pt x="78347" y="23886"/>
                  </a:lnTo>
                  <a:lnTo>
                    <a:pt x="80736" y="24364"/>
                  </a:lnTo>
                  <a:lnTo>
                    <a:pt x="80736" y="24364"/>
                  </a:lnTo>
                  <a:lnTo>
                    <a:pt x="84558" y="24364"/>
                  </a:lnTo>
                  <a:lnTo>
                    <a:pt x="84558" y="23886"/>
                  </a:lnTo>
                  <a:lnTo>
                    <a:pt x="86947" y="23886"/>
                  </a:lnTo>
                  <a:lnTo>
                    <a:pt x="88858" y="23886"/>
                  </a:lnTo>
                  <a:lnTo>
                    <a:pt x="90290" y="23886"/>
                  </a:lnTo>
                  <a:lnTo>
                    <a:pt x="90290" y="23886"/>
                  </a:lnTo>
                  <a:lnTo>
                    <a:pt x="91246" y="22931"/>
                  </a:lnTo>
                  <a:lnTo>
                    <a:pt x="93635" y="21020"/>
                  </a:lnTo>
                  <a:lnTo>
                    <a:pt x="94590" y="20542"/>
                  </a:lnTo>
                  <a:lnTo>
                    <a:pt x="96024" y="19109"/>
                  </a:lnTo>
                  <a:lnTo>
                    <a:pt x="96024" y="19109"/>
                  </a:lnTo>
                  <a:lnTo>
                    <a:pt x="96024" y="18154"/>
                  </a:lnTo>
                  <a:lnTo>
                    <a:pt x="96501" y="16721"/>
                  </a:lnTo>
                  <a:lnTo>
                    <a:pt x="96979" y="15765"/>
                  </a:lnTo>
                  <a:lnTo>
                    <a:pt x="98412" y="14332"/>
                  </a:lnTo>
                  <a:lnTo>
                    <a:pt x="99367" y="13854"/>
                  </a:lnTo>
                  <a:lnTo>
                    <a:pt x="100323" y="13854"/>
                  </a:lnTo>
                  <a:lnTo>
                    <a:pt x="101756" y="14809"/>
                  </a:lnTo>
                  <a:lnTo>
                    <a:pt x="102234" y="15287"/>
                  </a:lnTo>
                  <a:lnTo>
                    <a:pt x="103189" y="14809"/>
                  </a:lnTo>
                  <a:lnTo>
                    <a:pt x="103189" y="14809"/>
                  </a:lnTo>
                  <a:lnTo>
                    <a:pt x="104145" y="13854"/>
                  </a:lnTo>
                  <a:lnTo>
                    <a:pt x="104622" y="13854"/>
                  </a:lnTo>
                  <a:lnTo>
                    <a:pt x="104622" y="13854"/>
                  </a:lnTo>
                  <a:lnTo>
                    <a:pt x="106056" y="13854"/>
                  </a:lnTo>
                  <a:lnTo>
                    <a:pt x="106056" y="13854"/>
                  </a:lnTo>
                  <a:lnTo>
                    <a:pt x="106533" y="12899"/>
                  </a:lnTo>
                  <a:lnTo>
                    <a:pt x="107011" y="10032"/>
                  </a:lnTo>
                  <a:lnTo>
                    <a:pt x="107489" y="7166"/>
                  </a:lnTo>
                  <a:lnTo>
                    <a:pt x="107489" y="5733"/>
                  </a:lnTo>
                  <a:lnTo>
                    <a:pt x="108922" y="2866"/>
                  </a:lnTo>
                  <a:lnTo>
                    <a:pt x="108922" y="956"/>
                  </a:lnTo>
                  <a:lnTo>
                    <a:pt x="109878" y="0"/>
                  </a:lnTo>
                  <a:lnTo>
                    <a:pt x="110833" y="0"/>
                  </a:lnTo>
                  <a:lnTo>
                    <a:pt x="110833" y="0"/>
                  </a:lnTo>
                  <a:lnTo>
                    <a:pt x="111311" y="478"/>
                  </a:lnTo>
                  <a:lnTo>
                    <a:pt x="112266" y="956"/>
                  </a:lnTo>
                  <a:lnTo>
                    <a:pt x="113699" y="478"/>
                  </a:lnTo>
                  <a:lnTo>
                    <a:pt x="114177" y="956"/>
                  </a:lnTo>
                  <a:lnTo>
                    <a:pt x="114655" y="1911"/>
                  </a:lnTo>
                  <a:lnTo>
                    <a:pt x="116566" y="2866"/>
                  </a:lnTo>
                  <a:lnTo>
                    <a:pt x="116566" y="3344"/>
                  </a:lnTo>
                  <a:lnTo>
                    <a:pt x="116566" y="6210"/>
                  </a:lnTo>
                  <a:lnTo>
                    <a:pt x="117521" y="7644"/>
                  </a:lnTo>
                  <a:lnTo>
                    <a:pt x="118954" y="9077"/>
                  </a:lnTo>
                  <a:lnTo>
                    <a:pt x="120865" y="10510"/>
                  </a:lnTo>
                  <a:lnTo>
                    <a:pt x="120865" y="10510"/>
                  </a:lnTo>
                  <a:lnTo>
                    <a:pt x="121821" y="10510"/>
                  </a:lnTo>
                  <a:lnTo>
                    <a:pt x="122299" y="11465"/>
                  </a:lnTo>
                  <a:lnTo>
                    <a:pt x="122299" y="11465"/>
                  </a:lnTo>
                  <a:lnTo>
                    <a:pt x="122776" y="12899"/>
                  </a:lnTo>
                  <a:lnTo>
                    <a:pt x="124210" y="14332"/>
                  </a:lnTo>
                  <a:lnTo>
                    <a:pt x="124687" y="15287"/>
                  </a:lnTo>
                  <a:lnTo>
                    <a:pt x="124687" y="16721"/>
                  </a:lnTo>
                  <a:lnTo>
                    <a:pt x="124687" y="16721"/>
                  </a:lnTo>
                  <a:lnTo>
                    <a:pt x="125642" y="17198"/>
                  </a:lnTo>
                  <a:lnTo>
                    <a:pt x="125642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" name="Freeform 423">
              <a:extLst>
                <a:ext uri="{FF2B5EF4-FFF2-40B4-BE49-F238E27FC236}">
                  <a16:creationId xmlns:a16="http://schemas.microsoft.com/office/drawing/2014/main" id="{B3971463-EC45-E555-10A5-7EF5458C5C61}"/>
                </a:ext>
              </a:extLst>
            </p:cNvPr>
            <p:cNvSpPr/>
            <p:nvPr/>
          </p:nvSpPr>
          <p:spPr>
            <a:xfrm>
              <a:off x="8471269" y="4742062"/>
              <a:ext cx="4299" cy="1911"/>
            </a:xfrm>
            <a:custGeom>
              <a:avLst/>
              <a:gdLst>
                <a:gd name="csX0" fmla="*/ 3344 w 4299"/>
                <a:gd name="csY0" fmla="*/ 478 h 1911"/>
                <a:gd name="csX1" fmla="*/ 4300 w 4299"/>
                <a:gd name="csY1" fmla="*/ 956 h 1911"/>
                <a:gd name="csX2" fmla="*/ 2867 w 4299"/>
                <a:gd name="csY2" fmla="*/ 1911 h 1911"/>
                <a:gd name="csX3" fmla="*/ 1911 w 4299"/>
                <a:gd name="csY3" fmla="*/ 1911 h 1911"/>
                <a:gd name="csX4" fmla="*/ 0 w 4299"/>
                <a:gd name="csY4" fmla="*/ 1433 h 1911"/>
                <a:gd name="csX5" fmla="*/ 956 w 4299"/>
                <a:gd name="csY5" fmla="*/ 478 h 1911"/>
                <a:gd name="csX6" fmla="*/ 1911 w 4299"/>
                <a:gd name="csY6" fmla="*/ 478 h 1911"/>
                <a:gd name="csX7" fmla="*/ 2389 w 4299"/>
                <a:gd name="csY7" fmla="*/ 0 h 1911"/>
                <a:gd name="csX8" fmla="*/ 2867 w 4299"/>
                <a:gd name="csY8" fmla="*/ 0 h 1911"/>
                <a:gd name="csX9" fmla="*/ 3344 w 4299"/>
                <a:gd name="csY9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1911">
                  <a:moveTo>
                    <a:pt x="3344" y="478"/>
                  </a:moveTo>
                  <a:lnTo>
                    <a:pt x="4300" y="956"/>
                  </a:lnTo>
                  <a:lnTo>
                    <a:pt x="2867" y="1911"/>
                  </a:lnTo>
                  <a:lnTo>
                    <a:pt x="1911" y="1911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2867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" name="Freeform 424">
              <a:extLst>
                <a:ext uri="{FF2B5EF4-FFF2-40B4-BE49-F238E27FC236}">
                  <a16:creationId xmlns:a16="http://schemas.microsoft.com/office/drawing/2014/main" id="{DB01CC94-9BC7-6414-D977-6C14079568F4}"/>
                </a:ext>
              </a:extLst>
            </p:cNvPr>
            <p:cNvSpPr/>
            <p:nvPr/>
          </p:nvSpPr>
          <p:spPr>
            <a:xfrm>
              <a:off x="8469359" y="4155888"/>
              <a:ext cx="5732" cy="4777"/>
            </a:xfrm>
            <a:custGeom>
              <a:avLst/>
              <a:gdLst>
                <a:gd name="csX0" fmla="*/ 5733 w 5732"/>
                <a:gd name="csY0" fmla="*/ 1911 h 4777"/>
                <a:gd name="csX1" fmla="*/ 4777 w 5732"/>
                <a:gd name="csY1" fmla="*/ 4300 h 4777"/>
                <a:gd name="csX2" fmla="*/ 2389 w 5732"/>
                <a:gd name="csY2" fmla="*/ 4777 h 4777"/>
                <a:gd name="csX3" fmla="*/ 1433 w 5732"/>
                <a:gd name="csY3" fmla="*/ 4300 h 4777"/>
                <a:gd name="csX4" fmla="*/ 0 w 5732"/>
                <a:gd name="csY4" fmla="*/ 1433 h 4777"/>
                <a:gd name="csX5" fmla="*/ 2389 w 5732"/>
                <a:gd name="csY5" fmla="*/ 0 h 4777"/>
                <a:gd name="csX6" fmla="*/ 5255 w 5732"/>
                <a:gd name="csY6" fmla="*/ 1433 h 4777"/>
                <a:gd name="csX7" fmla="*/ 5733 w 5732"/>
                <a:gd name="csY7" fmla="*/ 1911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4777">
                  <a:moveTo>
                    <a:pt x="5733" y="1911"/>
                  </a:moveTo>
                  <a:lnTo>
                    <a:pt x="4777" y="4300"/>
                  </a:lnTo>
                  <a:lnTo>
                    <a:pt x="2389" y="4777"/>
                  </a:lnTo>
                  <a:lnTo>
                    <a:pt x="1433" y="4300"/>
                  </a:lnTo>
                  <a:lnTo>
                    <a:pt x="0" y="1433"/>
                  </a:lnTo>
                  <a:lnTo>
                    <a:pt x="2389" y="0"/>
                  </a:lnTo>
                  <a:lnTo>
                    <a:pt x="5255" y="1433"/>
                  </a:lnTo>
                  <a:lnTo>
                    <a:pt x="57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F18DC5D2-79AD-86C4-2CCE-402120CCA916}"/>
                </a:ext>
              </a:extLst>
            </p:cNvPr>
            <p:cNvSpPr/>
            <p:nvPr/>
          </p:nvSpPr>
          <p:spPr>
            <a:xfrm>
              <a:off x="8472703" y="3718288"/>
              <a:ext cx="1433" cy="7643"/>
            </a:xfrm>
            <a:custGeom>
              <a:avLst/>
              <a:gdLst>
                <a:gd name="csX0" fmla="*/ 0 w 1433"/>
                <a:gd name="csY0" fmla="*/ 0 h 7643"/>
                <a:gd name="csX1" fmla="*/ 1433 w 1433"/>
                <a:gd name="csY1" fmla="*/ 2389 h 7643"/>
                <a:gd name="csX2" fmla="*/ 478 w 1433"/>
                <a:gd name="csY2" fmla="*/ 4777 h 7643"/>
                <a:gd name="csX3" fmla="*/ 0 w 1433"/>
                <a:gd name="csY3" fmla="*/ 7166 h 7643"/>
                <a:gd name="csX4" fmla="*/ 955 w 1433"/>
                <a:gd name="csY4" fmla="*/ 7644 h 7643"/>
                <a:gd name="csX5" fmla="*/ 0 w 1433"/>
                <a:gd name="csY5" fmla="*/ 7166 h 7643"/>
                <a:gd name="csX6" fmla="*/ 0 w 1433"/>
                <a:gd name="csY6" fmla="*/ 4777 h 7643"/>
                <a:gd name="csX7" fmla="*/ 1433 w 1433"/>
                <a:gd name="csY7" fmla="*/ 2389 h 7643"/>
                <a:gd name="csX8" fmla="*/ 0 w 1433"/>
                <a:gd name="csY8" fmla="*/ 0 h 7643"/>
                <a:gd name="csX9" fmla="*/ 0 w 1433"/>
                <a:gd name="csY9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33" h="7643">
                  <a:moveTo>
                    <a:pt x="0" y="0"/>
                  </a:moveTo>
                  <a:lnTo>
                    <a:pt x="1433" y="2389"/>
                  </a:lnTo>
                  <a:lnTo>
                    <a:pt x="478" y="4777"/>
                  </a:lnTo>
                  <a:lnTo>
                    <a:pt x="0" y="7166"/>
                  </a:lnTo>
                  <a:lnTo>
                    <a:pt x="955" y="7644"/>
                  </a:lnTo>
                  <a:lnTo>
                    <a:pt x="0" y="7166"/>
                  </a:lnTo>
                  <a:lnTo>
                    <a:pt x="0" y="4777"/>
                  </a:lnTo>
                  <a:lnTo>
                    <a:pt x="1433" y="238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B2BAAFE2-65CC-A922-1783-6701E800C9DB}"/>
                </a:ext>
              </a:extLst>
            </p:cNvPr>
            <p:cNvSpPr/>
            <p:nvPr/>
          </p:nvSpPr>
          <p:spPr>
            <a:xfrm>
              <a:off x="8472225" y="3882627"/>
              <a:ext cx="1911" cy="2866"/>
            </a:xfrm>
            <a:custGeom>
              <a:avLst/>
              <a:gdLst>
                <a:gd name="csX0" fmla="*/ 478 w 1911"/>
                <a:gd name="csY0" fmla="*/ 1433 h 2866"/>
                <a:gd name="csX1" fmla="*/ 1911 w 1911"/>
                <a:gd name="csY1" fmla="*/ 2867 h 2866"/>
                <a:gd name="csX2" fmla="*/ 478 w 1911"/>
                <a:gd name="csY2" fmla="*/ 1433 h 2866"/>
                <a:gd name="csX3" fmla="*/ 0 w 1911"/>
                <a:gd name="csY3" fmla="*/ 0 h 2866"/>
                <a:gd name="csX4" fmla="*/ 478 w 1911"/>
                <a:gd name="csY4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2866">
                  <a:moveTo>
                    <a:pt x="478" y="1433"/>
                  </a:moveTo>
                  <a:lnTo>
                    <a:pt x="1911" y="2867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47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2B39FDA3-FEBE-AD42-5023-F034E99C87E4}"/>
                </a:ext>
              </a:extLst>
            </p:cNvPr>
            <p:cNvSpPr/>
            <p:nvPr/>
          </p:nvSpPr>
          <p:spPr>
            <a:xfrm>
              <a:off x="8462671" y="4940797"/>
              <a:ext cx="10987" cy="9076"/>
            </a:xfrm>
            <a:custGeom>
              <a:avLst/>
              <a:gdLst>
                <a:gd name="csX0" fmla="*/ 10987 w 10987"/>
                <a:gd name="csY0" fmla="*/ 8121 h 9076"/>
                <a:gd name="csX1" fmla="*/ 10987 w 10987"/>
                <a:gd name="csY1" fmla="*/ 9077 h 9076"/>
                <a:gd name="csX2" fmla="*/ 9077 w 10987"/>
                <a:gd name="csY2" fmla="*/ 9077 h 9076"/>
                <a:gd name="csX3" fmla="*/ 5255 w 10987"/>
                <a:gd name="csY3" fmla="*/ 8121 h 9076"/>
                <a:gd name="csX4" fmla="*/ 1911 w 10987"/>
                <a:gd name="csY4" fmla="*/ 9077 h 9076"/>
                <a:gd name="csX5" fmla="*/ 478 w 10987"/>
                <a:gd name="csY5" fmla="*/ 9077 h 9076"/>
                <a:gd name="csX6" fmla="*/ 0 w 10987"/>
                <a:gd name="csY6" fmla="*/ 8121 h 9076"/>
                <a:gd name="csX7" fmla="*/ 478 w 10987"/>
                <a:gd name="csY7" fmla="*/ 6211 h 9076"/>
                <a:gd name="csX8" fmla="*/ 1911 w 10987"/>
                <a:gd name="csY8" fmla="*/ 6688 h 9076"/>
                <a:gd name="csX9" fmla="*/ 2866 w 10987"/>
                <a:gd name="csY9" fmla="*/ 5733 h 9076"/>
                <a:gd name="csX10" fmla="*/ 2866 w 10987"/>
                <a:gd name="csY10" fmla="*/ 3822 h 9076"/>
                <a:gd name="csX11" fmla="*/ 2389 w 10987"/>
                <a:gd name="csY11" fmla="*/ 2389 h 9076"/>
                <a:gd name="csX12" fmla="*/ 4300 w 10987"/>
                <a:gd name="csY12" fmla="*/ 478 h 9076"/>
                <a:gd name="csX13" fmla="*/ 4777 w 10987"/>
                <a:gd name="csY13" fmla="*/ 0 h 9076"/>
                <a:gd name="csX14" fmla="*/ 5733 w 10987"/>
                <a:gd name="csY14" fmla="*/ 0 h 9076"/>
                <a:gd name="csX15" fmla="*/ 6688 w 10987"/>
                <a:gd name="csY15" fmla="*/ 1433 h 9076"/>
                <a:gd name="csX16" fmla="*/ 6688 w 10987"/>
                <a:gd name="csY16" fmla="*/ 3344 h 9076"/>
                <a:gd name="csX17" fmla="*/ 7644 w 10987"/>
                <a:gd name="csY17" fmla="*/ 4777 h 9076"/>
                <a:gd name="csX18" fmla="*/ 8121 w 10987"/>
                <a:gd name="csY18" fmla="*/ 6211 h 9076"/>
                <a:gd name="csX19" fmla="*/ 10032 w 10987"/>
                <a:gd name="csY19" fmla="*/ 6688 h 9076"/>
                <a:gd name="csX20" fmla="*/ 10510 w 10987"/>
                <a:gd name="csY20" fmla="*/ 7166 h 9076"/>
                <a:gd name="csX21" fmla="*/ 10987 w 10987"/>
                <a:gd name="csY21" fmla="*/ 8121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0987" h="9076">
                  <a:moveTo>
                    <a:pt x="10987" y="8121"/>
                  </a:moveTo>
                  <a:lnTo>
                    <a:pt x="10987" y="9077"/>
                  </a:lnTo>
                  <a:lnTo>
                    <a:pt x="9077" y="9077"/>
                  </a:lnTo>
                  <a:lnTo>
                    <a:pt x="5255" y="8121"/>
                  </a:lnTo>
                  <a:lnTo>
                    <a:pt x="1911" y="9077"/>
                  </a:lnTo>
                  <a:lnTo>
                    <a:pt x="478" y="9077"/>
                  </a:lnTo>
                  <a:lnTo>
                    <a:pt x="0" y="8121"/>
                  </a:lnTo>
                  <a:lnTo>
                    <a:pt x="478" y="6211"/>
                  </a:lnTo>
                  <a:lnTo>
                    <a:pt x="1911" y="6688"/>
                  </a:lnTo>
                  <a:lnTo>
                    <a:pt x="2866" y="5733"/>
                  </a:lnTo>
                  <a:lnTo>
                    <a:pt x="2866" y="3822"/>
                  </a:lnTo>
                  <a:lnTo>
                    <a:pt x="2389" y="2389"/>
                  </a:lnTo>
                  <a:lnTo>
                    <a:pt x="4300" y="478"/>
                  </a:lnTo>
                  <a:lnTo>
                    <a:pt x="4777" y="0"/>
                  </a:lnTo>
                  <a:lnTo>
                    <a:pt x="5733" y="0"/>
                  </a:lnTo>
                  <a:lnTo>
                    <a:pt x="6688" y="1433"/>
                  </a:lnTo>
                  <a:lnTo>
                    <a:pt x="6688" y="3344"/>
                  </a:lnTo>
                  <a:lnTo>
                    <a:pt x="7644" y="4777"/>
                  </a:lnTo>
                  <a:lnTo>
                    <a:pt x="8121" y="6211"/>
                  </a:lnTo>
                  <a:lnTo>
                    <a:pt x="10032" y="6688"/>
                  </a:lnTo>
                  <a:lnTo>
                    <a:pt x="10510" y="7166"/>
                  </a:lnTo>
                  <a:lnTo>
                    <a:pt x="10987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" name="Freeform 428">
              <a:extLst>
                <a:ext uri="{FF2B5EF4-FFF2-40B4-BE49-F238E27FC236}">
                  <a16:creationId xmlns:a16="http://schemas.microsoft.com/office/drawing/2014/main" id="{BD4AA630-95CE-9936-6B10-983A23821290}"/>
                </a:ext>
              </a:extLst>
            </p:cNvPr>
            <p:cNvSpPr/>
            <p:nvPr/>
          </p:nvSpPr>
          <p:spPr>
            <a:xfrm>
              <a:off x="8472225" y="3879283"/>
              <a:ext cx="955" cy="3343"/>
            </a:xfrm>
            <a:custGeom>
              <a:avLst/>
              <a:gdLst>
                <a:gd name="csX0" fmla="*/ 955 w 955"/>
                <a:gd name="csY0" fmla="*/ 1433 h 3343"/>
                <a:gd name="csX1" fmla="*/ 955 w 955"/>
                <a:gd name="csY1" fmla="*/ 2389 h 3343"/>
                <a:gd name="csX2" fmla="*/ 0 w 955"/>
                <a:gd name="csY2" fmla="*/ 3344 h 3343"/>
                <a:gd name="csX3" fmla="*/ 0 w 955"/>
                <a:gd name="csY3" fmla="*/ 3344 h 3343"/>
                <a:gd name="csX4" fmla="*/ 955 w 955"/>
                <a:gd name="csY4" fmla="*/ 2389 h 3343"/>
                <a:gd name="csX5" fmla="*/ 955 w 955"/>
                <a:gd name="csY5" fmla="*/ 1433 h 3343"/>
                <a:gd name="csX6" fmla="*/ 0 w 955"/>
                <a:gd name="csY6" fmla="*/ 0 h 3343"/>
                <a:gd name="csX7" fmla="*/ 0 w 955"/>
                <a:gd name="csY7" fmla="*/ 0 h 3343"/>
                <a:gd name="csX8" fmla="*/ 955 w 955"/>
                <a:gd name="csY8" fmla="*/ 1433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" h="3343">
                  <a:moveTo>
                    <a:pt x="955" y="1433"/>
                  </a:moveTo>
                  <a:lnTo>
                    <a:pt x="955" y="2389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955" y="2389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" name="Freeform 429">
              <a:extLst>
                <a:ext uri="{FF2B5EF4-FFF2-40B4-BE49-F238E27FC236}">
                  <a16:creationId xmlns:a16="http://schemas.microsoft.com/office/drawing/2014/main" id="{6ACB3728-7279-5215-08AD-07EBCF77D15C}"/>
                </a:ext>
              </a:extLst>
            </p:cNvPr>
            <p:cNvSpPr/>
            <p:nvPr/>
          </p:nvSpPr>
          <p:spPr>
            <a:xfrm>
              <a:off x="8469837" y="3875938"/>
              <a:ext cx="3343" cy="2866"/>
            </a:xfrm>
            <a:custGeom>
              <a:avLst/>
              <a:gdLst>
                <a:gd name="csX0" fmla="*/ 3344 w 3343"/>
                <a:gd name="csY0" fmla="*/ 0 h 2866"/>
                <a:gd name="csX1" fmla="*/ 1911 w 3343"/>
                <a:gd name="csY1" fmla="*/ 478 h 2866"/>
                <a:gd name="csX2" fmla="*/ 955 w 3343"/>
                <a:gd name="csY2" fmla="*/ 1433 h 2866"/>
                <a:gd name="csX3" fmla="*/ 478 w 3343"/>
                <a:gd name="csY3" fmla="*/ 1911 h 2866"/>
                <a:gd name="csX4" fmla="*/ 478 w 3343"/>
                <a:gd name="csY4" fmla="*/ 2866 h 2866"/>
                <a:gd name="csX5" fmla="*/ 478 w 3343"/>
                <a:gd name="csY5" fmla="*/ 2866 h 2866"/>
                <a:gd name="csX6" fmla="*/ 0 w 3343"/>
                <a:gd name="csY6" fmla="*/ 2866 h 2866"/>
                <a:gd name="csX7" fmla="*/ 478 w 3343"/>
                <a:gd name="csY7" fmla="*/ 1911 h 2866"/>
                <a:gd name="csX8" fmla="*/ 955 w 3343"/>
                <a:gd name="csY8" fmla="*/ 1433 h 2866"/>
                <a:gd name="csX9" fmla="*/ 1433 w 3343"/>
                <a:gd name="csY9" fmla="*/ 478 h 2866"/>
                <a:gd name="csX10" fmla="*/ 3344 w 3343"/>
                <a:gd name="csY10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3" h="2866">
                  <a:moveTo>
                    <a:pt x="3344" y="0"/>
                  </a:moveTo>
                  <a:lnTo>
                    <a:pt x="1911" y="478"/>
                  </a:lnTo>
                  <a:lnTo>
                    <a:pt x="955" y="1433"/>
                  </a:lnTo>
                  <a:lnTo>
                    <a:pt x="478" y="1911"/>
                  </a:lnTo>
                  <a:lnTo>
                    <a:pt x="478" y="2866"/>
                  </a:lnTo>
                  <a:lnTo>
                    <a:pt x="478" y="2866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955" y="1433"/>
                  </a:lnTo>
                  <a:lnTo>
                    <a:pt x="1433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" name="Freeform 430">
              <a:extLst>
                <a:ext uri="{FF2B5EF4-FFF2-40B4-BE49-F238E27FC236}">
                  <a16:creationId xmlns:a16="http://schemas.microsoft.com/office/drawing/2014/main" id="{3659CA6C-373C-0714-C1E4-773087D1D18C}"/>
                </a:ext>
              </a:extLst>
            </p:cNvPr>
            <p:cNvSpPr/>
            <p:nvPr/>
          </p:nvSpPr>
          <p:spPr>
            <a:xfrm>
              <a:off x="8466492" y="4111937"/>
              <a:ext cx="4299" cy="2388"/>
            </a:xfrm>
            <a:custGeom>
              <a:avLst/>
              <a:gdLst>
                <a:gd name="csX0" fmla="*/ 4300 w 4299"/>
                <a:gd name="csY0" fmla="*/ 478 h 2388"/>
                <a:gd name="csX1" fmla="*/ 3822 w 4299"/>
                <a:gd name="csY1" fmla="*/ 1433 h 2388"/>
                <a:gd name="csX2" fmla="*/ 2867 w 4299"/>
                <a:gd name="csY2" fmla="*/ 2389 h 2388"/>
                <a:gd name="csX3" fmla="*/ 956 w 4299"/>
                <a:gd name="csY3" fmla="*/ 2389 h 2388"/>
                <a:gd name="csX4" fmla="*/ 478 w 4299"/>
                <a:gd name="csY4" fmla="*/ 1911 h 2388"/>
                <a:gd name="csX5" fmla="*/ 0 w 4299"/>
                <a:gd name="csY5" fmla="*/ 1433 h 2388"/>
                <a:gd name="csX6" fmla="*/ 2389 w 4299"/>
                <a:gd name="csY6" fmla="*/ 0 h 2388"/>
                <a:gd name="csX7" fmla="*/ 4300 w 4299"/>
                <a:gd name="csY7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2388">
                  <a:moveTo>
                    <a:pt x="4300" y="478"/>
                  </a:moveTo>
                  <a:lnTo>
                    <a:pt x="3822" y="1433"/>
                  </a:lnTo>
                  <a:lnTo>
                    <a:pt x="2867" y="2389"/>
                  </a:lnTo>
                  <a:lnTo>
                    <a:pt x="956" y="2389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2389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" name="Freeform 431">
              <a:extLst>
                <a:ext uri="{FF2B5EF4-FFF2-40B4-BE49-F238E27FC236}">
                  <a16:creationId xmlns:a16="http://schemas.microsoft.com/office/drawing/2014/main" id="{7AB98948-EF06-2994-4FC4-4EB57CBD3867}"/>
                </a:ext>
              </a:extLst>
            </p:cNvPr>
            <p:cNvSpPr/>
            <p:nvPr/>
          </p:nvSpPr>
          <p:spPr>
            <a:xfrm>
              <a:off x="8456460" y="4764993"/>
              <a:ext cx="13854" cy="6688"/>
            </a:xfrm>
            <a:custGeom>
              <a:avLst/>
              <a:gdLst>
                <a:gd name="csX0" fmla="*/ 13854 w 13854"/>
                <a:gd name="csY0" fmla="*/ 2389 h 6688"/>
                <a:gd name="csX1" fmla="*/ 13377 w 13854"/>
                <a:gd name="csY1" fmla="*/ 3822 h 6688"/>
                <a:gd name="csX2" fmla="*/ 12899 w 13854"/>
                <a:gd name="csY2" fmla="*/ 3822 h 6688"/>
                <a:gd name="csX3" fmla="*/ 12899 w 13854"/>
                <a:gd name="csY3" fmla="*/ 4777 h 6688"/>
                <a:gd name="csX4" fmla="*/ 13854 w 13854"/>
                <a:gd name="csY4" fmla="*/ 5255 h 6688"/>
                <a:gd name="csX5" fmla="*/ 12899 w 13854"/>
                <a:gd name="csY5" fmla="*/ 5733 h 6688"/>
                <a:gd name="csX6" fmla="*/ 11943 w 13854"/>
                <a:gd name="csY6" fmla="*/ 5255 h 6688"/>
                <a:gd name="csX7" fmla="*/ 10988 w 13854"/>
                <a:gd name="csY7" fmla="*/ 5733 h 6688"/>
                <a:gd name="csX8" fmla="*/ 10032 w 13854"/>
                <a:gd name="csY8" fmla="*/ 6688 h 6688"/>
                <a:gd name="csX9" fmla="*/ 8122 w 13854"/>
                <a:gd name="csY9" fmla="*/ 6688 h 6688"/>
                <a:gd name="csX10" fmla="*/ 7166 w 13854"/>
                <a:gd name="csY10" fmla="*/ 6210 h 6688"/>
                <a:gd name="csX11" fmla="*/ 2866 w 13854"/>
                <a:gd name="csY11" fmla="*/ 5255 h 6688"/>
                <a:gd name="csX12" fmla="*/ 478 w 13854"/>
                <a:gd name="csY12" fmla="*/ 3822 h 6688"/>
                <a:gd name="csX13" fmla="*/ 0 w 13854"/>
                <a:gd name="csY13" fmla="*/ 3344 h 6688"/>
                <a:gd name="csX14" fmla="*/ 5255 w 13854"/>
                <a:gd name="csY14" fmla="*/ 1433 h 6688"/>
                <a:gd name="csX15" fmla="*/ 7644 w 13854"/>
                <a:gd name="csY15" fmla="*/ 956 h 6688"/>
                <a:gd name="csX16" fmla="*/ 9077 w 13854"/>
                <a:gd name="csY16" fmla="*/ 956 h 6688"/>
                <a:gd name="csX17" fmla="*/ 11466 w 13854"/>
                <a:gd name="csY17" fmla="*/ 0 h 6688"/>
                <a:gd name="csX18" fmla="*/ 12421 w 13854"/>
                <a:gd name="csY18" fmla="*/ 0 h 6688"/>
                <a:gd name="csX19" fmla="*/ 12421 w 13854"/>
                <a:gd name="csY19" fmla="*/ 956 h 6688"/>
                <a:gd name="csX20" fmla="*/ 13854 w 13854"/>
                <a:gd name="csY20" fmla="*/ 2389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3854" h="6688">
                  <a:moveTo>
                    <a:pt x="13854" y="2389"/>
                  </a:moveTo>
                  <a:lnTo>
                    <a:pt x="13377" y="3822"/>
                  </a:lnTo>
                  <a:lnTo>
                    <a:pt x="12899" y="3822"/>
                  </a:lnTo>
                  <a:lnTo>
                    <a:pt x="12899" y="4777"/>
                  </a:lnTo>
                  <a:lnTo>
                    <a:pt x="13854" y="5255"/>
                  </a:lnTo>
                  <a:lnTo>
                    <a:pt x="12899" y="5733"/>
                  </a:lnTo>
                  <a:lnTo>
                    <a:pt x="11943" y="5255"/>
                  </a:lnTo>
                  <a:lnTo>
                    <a:pt x="10988" y="5733"/>
                  </a:lnTo>
                  <a:lnTo>
                    <a:pt x="10032" y="6688"/>
                  </a:lnTo>
                  <a:lnTo>
                    <a:pt x="8122" y="6688"/>
                  </a:lnTo>
                  <a:lnTo>
                    <a:pt x="7166" y="6210"/>
                  </a:lnTo>
                  <a:lnTo>
                    <a:pt x="2866" y="5255"/>
                  </a:lnTo>
                  <a:lnTo>
                    <a:pt x="478" y="3822"/>
                  </a:lnTo>
                  <a:lnTo>
                    <a:pt x="0" y="3344"/>
                  </a:lnTo>
                  <a:lnTo>
                    <a:pt x="5255" y="1433"/>
                  </a:lnTo>
                  <a:lnTo>
                    <a:pt x="7644" y="956"/>
                  </a:lnTo>
                  <a:lnTo>
                    <a:pt x="9077" y="956"/>
                  </a:lnTo>
                  <a:lnTo>
                    <a:pt x="11466" y="0"/>
                  </a:lnTo>
                  <a:lnTo>
                    <a:pt x="12421" y="0"/>
                  </a:lnTo>
                  <a:lnTo>
                    <a:pt x="12421" y="956"/>
                  </a:lnTo>
                  <a:lnTo>
                    <a:pt x="1385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68308707-E429-D43A-6A10-D8D7152F1086}"/>
                </a:ext>
              </a:extLst>
            </p:cNvPr>
            <p:cNvSpPr/>
            <p:nvPr/>
          </p:nvSpPr>
          <p:spPr>
            <a:xfrm>
              <a:off x="8460760" y="4111459"/>
              <a:ext cx="4777" cy="7643"/>
            </a:xfrm>
            <a:custGeom>
              <a:avLst/>
              <a:gdLst>
                <a:gd name="csX0" fmla="*/ 4777 w 4777"/>
                <a:gd name="csY0" fmla="*/ 1433 h 7643"/>
                <a:gd name="csX1" fmla="*/ 4777 w 4777"/>
                <a:gd name="csY1" fmla="*/ 4777 h 7643"/>
                <a:gd name="csX2" fmla="*/ 2866 w 4777"/>
                <a:gd name="csY2" fmla="*/ 6688 h 7643"/>
                <a:gd name="csX3" fmla="*/ 955 w 4777"/>
                <a:gd name="csY3" fmla="*/ 7644 h 7643"/>
                <a:gd name="csX4" fmla="*/ 955 w 4777"/>
                <a:gd name="csY4" fmla="*/ 6688 h 7643"/>
                <a:gd name="csX5" fmla="*/ 0 w 4777"/>
                <a:gd name="csY5" fmla="*/ 6688 h 7643"/>
                <a:gd name="csX6" fmla="*/ 1433 w 4777"/>
                <a:gd name="csY6" fmla="*/ 5733 h 7643"/>
                <a:gd name="csX7" fmla="*/ 1433 w 4777"/>
                <a:gd name="csY7" fmla="*/ 5255 h 7643"/>
                <a:gd name="csX8" fmla="*/ 478 w 4777"/>
                <a:gd name="csY8" fmla="*/ 4300 h 7643"/>
                <a:gd name="csX9" fmla="*/ 1433 w 4777"/>
                <a:gd name="csY9" fmla="*/ 1911 h 7643"/>
                <a:gd name="csX10" fmla="*/ 1433 w 4777"/>
                <a:gd name="csY10" fmla="*/ 478 h 7643"/>
                <a:gd name="csX11" fmla="*/ 4300 w 4777"/>
                <a:gd name="csY11" fmla="*/ 0 h 7643"/>
                <a:gd name="csX12" fmla="*/ 4777 w 4777"/>
                <a:gd name="csY12" fmla="*/ 1433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77" h="7643">
                  <a:moveTo>
                    <a:pt x="4777" y="1433"/>
                  </a:moveTo>
                  <a:lnTo>
                    <a:pt x="4777" y="4777"/>
                  </a:lnTo>
                  <a:lnTo>
                    <a:pt x="2866" y="6688"/>
                  </a:lnTo>
                  <a:lnTo>
                    <a:pt x="955" y="7644"/>
                  </a:lnTo>
                  <a:lnTo>
                    <a:pt x="955" y="6688"/>
                  </a:lnTo>
                  <a:lnTo>
                    <a:pt x="0" y="6688"/>
                  </a:lnTo>
                  <a:lnTo>
                    <a:pt x="1433" y="5733"/>
                  </a:lnTo>
                  <a:lnTo>
                    <a:pt x="1433" y="5255"/>
                  </a:lnTo>
                  <a:lnTo>
                    <a:pt x="478" y="4300"/>
                  </a:lnTo>
                  <a:lnTo>
                    <a:pt x="1433" y="1911"/>
                  </a:lnTo>
                  <a:lnTo>
                    <a:pt x="1433" y="478"/>
                  </a:lnTo>
                  <a:lnTo>
                    <a:pt x="4300" y="0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A96A28DF-7DE6-A31C-5312-2E6DB721ECD4}"/>
                </a:ext>
              </a:extLst>
            </p:cNvPr>
            <p:cNvSpPr/>
            <p:nvPr/>
          </p:nvSpPr>
          <p:spPr>
            <a:xfrm>
              <a:off x="8457416" y="3708733"/>
              <a:ext cx="8121" cy="8599"/>
            </a:xfrm>
            <a:custGeom>
              <a:avLst/>
              <a:gdLst>
                <a:gd name="csX0" fmla="*/ 5255 w 8121"/>
                <a:gd name="csY0" fmla="*/ 6210 h 8599"/>
                <a:gd name="csX1" fmla="*/ 8121 w 8121"/>
                <a:gd name="csY1" fmla="*/ 8599 h 8599"/>
                <a:gd name="csX2" fmla="*/ 5255 w 8121"/>
                <a:gd name="csY2" fmla="*/ 6210 h 8599"/>
                <a:gd name="csX3" fmla="*/ 0 w 8121"/>
                <a:gd name="csY3" fmla="*/ 0 h 8599"/>
                <a:gd name="csX4" fmla="*/ 478 w 8121"/>
                <a:gd name="csY4" fmla="*/ 0 h 8599"/>
                <a:gd name="csX5" fmla="*/ 5255 w 8121"/>
                <a:gd name="csY5" fmla="*/ 621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21" h="8599">
                  <a:moveTo>
                    <a:pt x="5255" y="6210"/>
                  </a:moveTo>
                  <a:lnTo>
                    <a:pt x="8121" y="8599"/>
                  </a:lnTo>
                  <a:lnTo>
                    <a:pt x="5255" y="621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5255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244E6FF4-B9E6-6854-5E27-2FF87A428FDF}"/>
                </a:ext>
              </a:extLst>
            </p:cNvPr>
            <p:cNvSpPr/>
            <p:nvPr/>
          </p:nvSpPr>
          <p:spPr>
            <a:xfrm>
              <a:off x="8455982" y="3871161"/>
              <a:ext cx="3822" cy="13853"/>
            </a:xfrm>
            <a:custGeom>
              <a:avLst/>
              <a:gdLst>
                <a:gd name="csX0" fmla="*/ 3822 w 3822"/>
                <a:gd name="csY0" fmla="*/ 0 h 13853"/>
                <a:gd name="csX1" fmla="*/ 2866 w 3822"/>
                <a:gd name="csY1" fmla="*/ 956 h 13853"/>
                <a:gd name="csX2" fmla="*/ 2866 w 3822"/>
                <a:gd name="csY2" fmla="*/ 2866 h 13853"/>
                <a:gd name="csX3" fmla="*/ 1433 w 3822"/>
                <a:gd name="csY3" fmla="*/ 5733 h 13853"/>
                <a:gd name="csX4" fmla="*/ 1433 w 3822"/>
                <a:gd name="csY4" fmla="*/ 7166 h 13853"/>
                <a:gd name="csX5" fmla="*/ 955 w 3822"/>
                <a:gd name="csY5" fmla="*/ 10032 h 13853"/>
                <a:gd name="csX6" fmla="*/ 478 w 3822"/>
                <a:gd name="csY6" fmla="*/ 12899 h 13853"/>
                <a:gd name="csX7" fmla="*/ 0 w 3822"/>
                <a:gd name="csY7" fmla="*/ 13854 h 13853"/>
                <a:gd name="csX8" fmla="*/ 0 w 3822"/>
                <a:gd name="csY8" fmla="*/ 12899 h 13853"/>
                <a:gd name="csX9" fmla="*/ 955 w 3822"/>
                <a:gd name="csY9" fmla="*/ 10032 h 13853"/>
                <a:gd name="csX10" fmla="*/ 1433 w 3822"/>
                <a:gd name="csY10" fmla="*/ 7166 h 13853"/>
                <a:gd name="csX11" fmla="*/ 1433 w 3822"/>
                <a:gd name="csY11" fmla="*/ 5733 h 13853"/>
                <a:gd name="csX12" fmla="*/ 2866 w 3822"/>
                <a:gd name="csY12" fmla="*/ 2866 h 13853"/>
                <a:gd name="csX13" fmla="*/ 2866 w 3822"/>
                <a:gd name="csY13" fmla="*/ 956 h 13853"/>
                <a:gd name="csX14" fmla="*/ 3822 w 3822"/>
                <a:gd name="csY14" fmla="*/ 0 h 13853"/>
                <a:gd name="csX15" fmla="*/ 3822 w 3822"/>
                <a:gd name="csY15" fmla="*/ 0 h 13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822" h="13853">
                  <a:moveTo>
                    <a:pt x="3822" y="0"/>
                  </a:moveTo>
                  <a:lnTo>
                    <a:pt x="2866" y="956"/>
                  </a:lnTo>
                  <a:lnTo>
                    <a:pt x="2866" y="2866"/>
                  </a:lnTo>
                  <a:lnTo>
                    <a:pt x="1433" y="5733"/>
                  </a:lnTo>
                  <a:lnTo>
                    <a:pt x="1433" y="7166"/>
                  </a:lnTo>
                  <a:lnTo>
                    <a:pt x="955" y="10032"/>
                  </a:lnTo>
                  <a:lnTo>
                    <a:pt x="478" y="12899"/>
                  </a:lnTo>
                  <a:lnTo>
                    <a:pt x="0" y="13854"/>
                  </a:lnTo>
                  <a:lnTo>
                    <a:pt x="0" y="12899"/>
                  </a:lnTo>
                  <a:lnTo>
                    <a:pt x="955" y="10032"/>
                  </a:lnTo>
                  <a:lnTo>
                    <a:pt x="1433" y="7166"/>
                  </a:lnTo>
                  <a:lnTo>
                    <a:pt x="1433" y="5733"/>
                  </a:lnTo>
                  <a:lnTo>
                    <a:pt x="2866" y="2866"/>
                  </a:lnTo>
                  <a:lnTo>
                    <a:pt x="2866" y="956"/>
                  </a:lnTo>
                  <a:lnTo>
                    <a:pt x="3822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A344BF33-E98A-54D1-8C12-5E1428EAC6FE}"/>
                </a:ext>
              </a:extLst>
            </p:cNvPr>
            <p:cNvSpPr/>
            <p:nvPr/>
          </p:nvSpPr>
          <p:spPr>
            <a:xfrm>
              <a:off x="8453594" y="4875826"/>
              <a:ext cx="5254" cy="4777"/>
            </a:xfrm>
            <a:custGeom>
              <a:avLst/>
              <a:gdLst>
                <a:gd name="csX0" fmla="*/ 4300 w 5254"/>
                <a:gd name="csY0" fmla="*/ 478 h 4777"/>
                <a:gd name="csX1" fmla="*/ 5255 w 5254"/>
                <a:gd name="csY1" fmla="*/ 1911 h 4777"/>
                <a:gd name="csX2" fmla="*/ 5255 w 5254"/>
                <a:gd name="csY2" fmla="*/ 2866 h 4777"/>
                <a:gd name="csX3" fmla="*/ 3822 w 5254"/>
                <a:gd name="csY3" fmla="*/ 4777 h 4777"/>
                <a:gd name="csX4" fmla="*/ 2389 w 5254"/>
                <a:gd name="csY4" fmla="*/ 4300 h 4777"/>
                <a:gd name="csX5" fmla="*/ 0 w 5254"/>
                <a:gd name="csY5" fmla="*/ 2389 h 4777"/>
                <a:gd name="csX6" fmla="*/ 478 w 5254"/>
                <a:gd name="csY6" fmla="*/ 478 h 4777"/>
                <a:gd name="csX7" fmla="*/ 478 w 5254"/>
                <a:gd name="csY7" fmla="*/ 0 h 4777"/>
                <a:gd name="csX8" fmla="*/ 1433 w 5254"/>
                <a:gd name="csY8" fmla="*/ 0 h 4777"/>
                <a:gd name="csX9" fmla="*/ 4300 w 5254"/>
                <a:gd name="csY9" fmla="*/ 478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254" h="4777">
                  <a:moveTo>
                    <a:pt x="4300" y="478"/>
                  </a:moveTo>
                  <a:lnTo>
                    <a:pt x="5255" y="1911"/>
                  </a:lnTo>
                  <a:lnTo>
                    <a:pt x="5255" y="2866"/>
                  </a:lnTo>
                  <a:lnTo>
                    <a:pt x="3822" y="4777"/>
                  </a:lnTo>
                  <a:lnTo>
                    <a:pt x="2389" y="4300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" name="Freeform 436">
              <a:extLst>
                <a:ext uri="{FF2B5EF4-FFF2-40B4-BE49-F238E27FC236}">
                  <a16:creationId xmlns:a16="http://schemas.microsoft.com/office/drawing/2014/main" id="{E22B28D8-C9A5-2AB2-B289-DE0F0B3B2078}"/>
                </a:ext>
              </a:extLst>
            </p:cNvPr>
            <p:cNvSpPr/>
            <p:nvPr/>
          </p:nvSpPr>
          <p:spPr>
            <a:xfrm>
              <a:off x="8455505" y="4083273"/>
              <a:ext cx="2388" cy="3344"/>
            </a:xfrm>
            <a:custGeom>
              <a:avLst/>
              <a:gdLst>
                <a:gd name="csX0" fmla="*/ 1911 w 2388"/>
                <a:gd name="csY0" fmla="*/ 478 h 3344"/>
                <a:gd name="csX1" fmla="*/ 2389 w 2388"/>
                <a:gd name="csY1" fmla="*/ 2389 h 3344"/>
                <a:gd name="csX2" fmla="*/ 955 w 2388"/>
                <a:gd name="csY2" fmla="*/ 3344 h 3344"/>
                <a:gd name="csX3" fmla="*/ 0 w 2388"/>
                <a:gd name="csY3" fmla="*/ 2389 h 3344"/>
                <a:gd name="csX4" fmla="*/ 478 w 2388"/>
                <a:gd name="csY4" fmla="*/ 478 h 3344"/>
                <a:gd name="csX5" fmla="*/ 478 w 2388"/>
                <a:gd name="csY5" fmla="*/ 0 h 3344"/>
                <a:gd name="csX6" fmla="*/ 1911 w 2388"/>
                <a:gd name="csY6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3344">
                  <a:moveTo>
                    <a:pt x="1911" y="478"/>
                  </a:moveTo>
                  <a:lnTo>
                    <a:pt x="2389" y="2389"/>
                  </a:lnTo>
                  <a:lnTo>
                    <a:pt x="955" y="3344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" name="Freeform 437">
              <a:extLst>
                <a:ext uri="{FF2B5EF4-FFF2-40B4-BE49-F238E27FC236}">
                  <a16:creationId xmlns:a16="http://schemas.microsoft.com/office/drawing/2014/main" id="{1DB4C8BB-30DA-42EE-378C-0E9CBE4885CF}"/>
                </a:ext>
              </a:extLst>
            </p:cNvPr>
            <p:cNvSpPr/>
            <p:nvPr/>
          </p:nvSpPr>
          <p:spPr>
            <a:xfrm>
              <a:off x="8455505" y="4127702"/>
              <a:ext cx="2388" cy="3343"/>
            </a:xfrm>
            <a:custGeom>
              <a:avLst/>
              <a:gdLst>
                <a:gd name="csX0" fmla="*/ 1911 w 2388"/>
                <a:gd name="csY0" fmla="*/ 0 h 3343"/>
                <a:gd name="csX1" fmla="*/ 2389 w 2388"/>
                <a:gd name="csY1" fmla="*/ 955 h 3343"/>
                <a:gd name="csX2" fmla="*/ 478 w 2388"/>
                <a:gd name="csY2" fmla="*/ 2866 h 3343"/>
                <a:gd name="csX3" fmla="*/ 0 w 2388"/>
                <a:gd name="csY3" fmla="*/ 3344 h 3343"/>
                <a:gd name="csX4" fmla="*/ 478 w 2388"/>
                <a:gd name="csY4" fmla="*/ 1433 h 3343"/>
                <a:gd name="csX5" fmla="*/ 1911 w 2388"/>
                <a:gd name="csY5" fmla="*/ 0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3343">
                  <a:moveTo>
                    <a:pt x="1911" y="0"/>
                  </a:moveTo>
                  <a:lnTo>
                    <a:pt x="2389" y="955"/>
                  </a:lnTo>
                  <a:lnTo>
                    <a:pt x="478" y="2866"/>
                  </a:lnTo>
                  <a:lnTo>
                    <a:pt x="0" y="3344"/>
                  </a:lnTo>
                  <a:lnTo>
                    <a:pt x="478" y="1433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" name="Freeform 438">
              <a:extLst>
                <a:ext uri="{FF2B5EF4-FFF2-40B4-BE49-F238E27FC236}">
                  <a16:creationId xmlns:a16="http://schemas.microsoft.com/office/drawing/2014/main" id="{A66AA29E-10A1-DA09-3A4B-62A7A7C95410}"/>
                </a:ext>
              </a:extLst>
            </p:cNvPr>
            <p:cNvSpPr/>
            <p:nvPr/>
          </p:nvSpPr>
          <p:spPr>
            <a:xfrm>
              <a:off x="8455027" y="3706822"/>
              <a:ext cx="2388" cy="1911"/>
            </a:xfrm>
            <a:custGeom>
              <a:avLst/>
              <a:gdLst>
                <a:gd name="csX0" fmla="*/ 478 w 2388"/>
                <a:gd name="csY0" fmla="*/ 0 h 1911"/>
                <a:gd name="csX1" fmla="*/ 2389 w 2388"/>
                <a:gd name="csY1" fmla="*/ 1911 h 1911"/>
                <a:gd name="csX2" fmla="*/ 0 w 2388"/>
                <a:gd name="csY2" fmla="*/ 0 h 1911"/>
                <a:gd name="csX3" fmla="*/ 478 w 2388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911">
                  <a:moveTo>
                    <a:pt x="478" y="0"/>
                  </a:moveTo>
                  <a:lnTo>
                    <a:pt x="2389" y="1911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" name="Freeform 439">
              <a:extLst>
                <a:ext uri="{FF2B5EF4-FFF2-40B4-BE49-F238E27FC236}">
                  <a16:creationId xmlns:a16="http://schemas.microsoft.com/office/drawing/2014/main" id="{B1FBEAA9-EA22-68C8-EC79-19CBEA2DD444}"/>
                </a:ext>
              </a:extLst>
            </p:cNvPr>
            <p:cNvSpPr/>
            <p:nvPr/>
          </p:nvSpPr>
          <p:spPr>
            <a:xfrm>
              <a:off x="8444994" y="4196017"/>
              <a:ext cx="10988" cy="8121"/>
            </a:xfrm>
            <a:custGeom>
              <a:avLst/>
              <a:gdLst>
                <a:gd name="csX0" fmla="*/ 10510 w 10988"/>
                <a:gd name="csY0" fmla="*/ 0 h 8121"/>
                <a:gd name="csX1" fmla="*/ 10988 w 10988"/>
                <a:gd name="csY1" fmla="*/ 1433 h 8121"/>
                <a:gd name="csX2" fmla="*/ 10988 w 10988"/>
                <a:gd name="csY2" fmla="*/ 1911 h 8121"/>
                <a:gd name="csX3" fmla="*/ 9555 w 10988"/>
                <a:gd name="csY3" fmla="*/ 2389 h 8121"/>
                <a:gd name="csX4" fmla="*/ 8122 w 10988"/>
                <a:gd name="csY4" fmla="*/ 3344 h 8121"/>
                <a:gd name="csX5" fmla="*/ 7166 w 10988"/>
                <a:gd name="csY5" fmla="*/ 4777 h 8121"/>
                <a:gd name="csX6" fmla="*/ 6211 w 10988"/>
                <a:gd name="csY6" fmla="*/ 5255 h 8121"/>
                <a:gd name="csX7" fmla="*/ 5733 w 10988"/>
                <a:gd name="csY7" fmla="*/ 5733 h 8121"/>
                <a:gd name="csX8" fmla="*/ 5733 w 10988"/>
                <a:gd name="csY8" fmla="*/ 6688 h 8121"/>
                <a:gd name="csX9" fmla="*/ 4300 w 10988"/>
                <a:gd name="csY9" fmla="*/ 8121 h 8121"/>
                <a:gd name="csX10" fmla="*/ 2389 w 10988"/>
                <a:gd name="csY10" fmla="*/ 6688 h 8121"/>
                <a:gd name="csX11" fmla="*/ 0 w 10988"/>
                <a:gd name="csY11" fmla="*/ 5733 h 8121"/>
                <a:gd name="csX12" fmla="*/ 1433 w 10988"/>
                <a:gd name="csY12" fmla="*/ 5255 h 8121"/>
                <a:gd name="csX13" fmla="*/ 1911 w 10988"/>
                <a:gd name="csY13" fmla="*/ 5255 h 8121"/>
                <a:gd name="csX14" fmla="*/ 1911 w 10988"/>
                <a:gd name="csY14" fmla="*/ 4299 h 8121"/>
                <a:gd name="csX15" fmla="*/ 3344 w 10988"/>
                <a:gd name="csY15" fmla="*/ 3344 h 8121"/>
                <a:gd name="csX16" fmla="*/ 6211 w 10988"/>
                <a:gd name="csY16" fmla="*/ 2866 h 8121"/>
                <a:gd name="csX17" fmla="*/ 7166 w 10988"/>
                <a:gd name="csY17" fmla="*/ 2866 h 8121"/>
                <a:gd name="csX18" fmla="*/ 8122 w 10988"/>
                <a:gd name="csY18" fmla="*/ 1911 h 8121"/>
                <a:gd name="csX19" fmla="*/ 8599 w 10988"/>
                <a:gd name="csY19" fmla="*/ 1433 h 8121"/>
                <a:gd name="csX20" fmla="*/ 9077 w 10988"/>
                <a:gd name="csY20" fmla="*/ 956 h 8121"/>
                <a:gd name="csX21" fmla="*/ 10510 w 10988"/>
                <a:gd name="csY21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0988" h="8121">
                  <a:moveTo>
                    <a:pt x="10510" y="0"/>
                  </a:moveTo>
                  <a:lnTo>
                    <a:pt x="10988" y="1433"/>
                  </a:lnTo>
                  <a:lnTo>
                    <a:pt x="10988" y="1911"/>
                  </a:lnTo>
                  <a:lnTo>
                    <a:pt x="9555" y="2389"/>
                  </a:lnTo>
                  <a:lnTo>
                    <a:pt x="8122" y="3344"/>
                  </a:lnTo>
                  <a:lnTo>
                    <a:pt x="7166" y="4777"/>
                  </a:lnTo>
                  <a:lnTo>
                    <a:pt x="6211" y="5255"/>
                  </a:lnTo>
                  <a:lnTo>
                    <a:pt x="5733" y="5733"/>
                  </a:lnTo>
                  <a:lnTo>
                    <a:pt x="5733" y="6688"/>
                  </a:lnTo>
                  <a:lnTo>
                    <a:pt x="4300" y="8121"/>
                  </a:lnTo>
                  <a:lnTo>
                    <a:pt x="2389" y="6688"/>
                  </a:lnTo>
                  <a:lnTo>
                    <a:pt x="0" y="5733"/>
                  </a:lnTo>
                  <a:lnTo>
                    <a:pt x="1433" y="5255"/>
                  </a:lnTo>
                  <a:lnTo>
                    <a:pt x="1911" y="5255"/>
                  </a:lnTo>
                  <a:lnTo>
                    <a:pt x="1911" y="4299"/>
                  </a:lnTo>
                  <a:lnTo>
                    <a:pt x="3344" y="3344"/>
                  </a:lnTo>
                  <a:lnTo>
                    <a:pt x="6211" y="2866"/>
                  </a:lnTo>
                  <a:lnTo>
                    <a:pt x="7166" y="2866"/>
                  </a:lnTo>
                  <a:lnTo>
                    <a:pt x="8122" y="1911"/>
                  </a:lnTo>
                  <a:lnTo>
                    <a:pt x="8599" y="1433"/>
                  </a:lnTo>
                  <a:lnTo>
                    <a:pt x="9077" y="956"/>
                  </a:lnTo>
                  <a:lnTo>
                    <a:pt x="105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B93FA9DA-57C4-30D2-923A-FB477AA4FE45}"/>
                </a:ext>
              </a:extLst>
            </p:cNvPr>
            <p:cNvSpPr/>
            <p:nvPr/>
          </p:nvSpPr>
          <p:spPr>
            <a:xfrm>
              <a:off x="8453116" y="3885015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0 w 955"/>
                <a:gd name="csY1" fmla="*/ 956 h 955"/>
                <a:gd name="csX2" fmla="*/ 0 w 955"/>
                <a:gd name="csY2" fmla="*/ 956 h 955"/>
                <a:gd name="csX3" fmla="*/ 955 w 955"/>
                <a:gd name="csY3" fmla="*/ 0 h 955"/>
                <a:gd name="csX4" fmla="*/ 955 w 955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955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" name="Freeform 441">
              <a:extLst>
                <a:ext uri="{FF2B5EF4-FFF2-40B4-BE49-F238E27FC236}">
                  <a16:creationId xmlns:a16="http://schemas.microsoft.com/office/drawing/2014/main" id="{D43EAE58-3CB3-005A-17D5-E41239DBE979}"/>
                </a:ext>
              </a:extLst>
            </p:cNvPr>
            <p:cNvSpPr/>
            <p:nvPr/>
          </p:nvSpPr>
          <p:spPr>
            <a:xfrm>
              <a:off x="8451683" y="3703478"/>
              <a:ext cx="1911" cy="2866"/>
            </a:xfrm>
            <a:custGeom>
              <a:avLst/>
              <a:gdLst>
                <a:gd name="csX0" fmla="*/ 956 w 1911"/>
                <a:gd name="csY0" fmla="*/ 1911 h 2866"/>
                <a:gd name="csX1" fmla="*/ 1911 w 1911"/>
                <a:gd name="csY1" fmla="*/ 2866 h 2866"/>
                <a:gd name="csX2" fmla="*/ 956 w 1911"/>
                <a:gd name="csY2" fmla="*/ 1911 h 2866"/>
                <a:gd name="csX3" fmla="*/ 0 w 1911"/>
                <a:gd name="csY3" fmla="*/ 0 h 2866"/>
                <a:gd name="csX4" fmla="*/ 0 w 1911"/>
                <a:gd name="csY4" fmla="*/ 0 h 2866"/>
                <a:gd name="csX5" fmla="*/ 956 w 1911"/>
                <a:gd name="csY5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2866">
                  <a:moveTo>
                    <a:pt x="956" y="1911"/>
                  </a:moveTo>
                  <a:lnTo>
                    <a:pt x="1911" y="2866"/>
                  </a:lnTo>
                  <a:lnTo>
                    <a:pt x="956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910EBE7-CEF4-A0C8-F0C3-CF3D65F30327}"/>
                </a:ext>
              </a:extLst>
            </p:cNvPr>
            <p:cNvSpPr/>
            <p:nvPr/>
          </p:nvSpPr>
          <p:spPr>
            <a:xfrm>
              <a:off x="8385756" y="3976262"/>
              <a:ext cx="67359" cy="96979"/>
            </a:xfrm>
            <a:custGeom>
              <a:avLst/>
              <a:gdLst>
                <a:gd name="csX0" fmla="*/ 67360 w 67359"/>
                <a:gd name="csY0" fmla="*/ 58283 h 96979"/>
                <a:gd name="csX1" fmla="*/ 67360 w 67359"/>
                <a:gd name="csY1" fmla="*/ 60672 h 96979"/>
                <a:gd name="csX2" fmla="*/ 65926 w 67359"/>
                <a:gd name="csY2" fmla="*/ 66404 h 96979"/>
                <a:gd name="csX3" fmla="*/ 64493 w 67359"/>
                <a:gd name="csY3" fmla="*/ 70704 h 96979"/>
                <a:gd name="csX4" fmla="*/ 62582 w 67359"/>
                <a:gd name="csY4" fmla="*/ 74526 h 96979"/>
                <a:gd name="csX5" fmla="*/ 60671 w 67359"/>
                <a:gd name="csY5" fmla="*/ 77870 h 96979"/>
                <a:gd name="csX6" fmla="*/ 57805 w 67359"/>
                <a:gd name="csY6" fmla="*/ 79303 h 96979"/>
                <a:gd name="csX7" fmla="*/ 55894 w 67359"/>
                <a:gd name="csY7" fmla="*/ 79781 h 96979"/>
                <a:gd name="csX8" fmla="*/ 52072 w 67359"/>
                <a:gd name="csY8" fmla="*/ 79781 h 96979"/>
                <a:gd name="csX9" fmla="*/ 49206 w 67359"/>
                <a:gd name="csY9" fmla="*/ 79303 h 96979"/>
                <a:gd name="csX10" fmla="*/ 46340 w 67359"/>
                <a:gd name="csY10" fmla="*/ 79781 h 96979"/>
                <a:gd name="csX11" fmla="*/ 45384 w 67359"/>
                <a:gd name="csY11" fmla="*/ 80258 h 96979"/>
                <a:gd name="csX12" fmla="*/ 44906 w 67359"/>
                <a:gd name="csY12" fmla="*/ 81692 h 96979"/>
                <a:gd name="csX13" fmla="*/ 45384 w 67359"/>
                <a:gd name="csY13" fmla="*/ 83125 h 96979"/>
                <a:gd name="csX14" fmla="*/ 45384 w 67359"/>
                <a:gd name="csY14" fmla="*/ 84558 h 96979"/>
                <a:gd name="csX15" fmla="*/ 43951 w 67359"/>
                <a:gd name="csY15" fmla="*/ 84558 h 96979"/>
                <a:gd name="csX16" fmla="*/ 42040 w 67359"/>
                <a:gd name="csY16" fmla="*/ 83603 h 96979"/>
                <a:gd name="csX17" fmla="*/ 39174 w 67359"/>
                <a:gd name="csY17" fmla="*/ 83603 h 96979"/>
                <a:gd name="csX18" fmla="*/ 38218 w 67359"/>
                <a:gd name="csY18" fmla="*/ 83125 h 96979"/>
                <a:gd name="csX19" fmla="*/ 37263 w 67359"/>
                <a:gd name="csY19" fmla="*/ 81214 h 96979"/>
                <a:gd name="csX20" fmla="*/ 35830 w 67359"/>
                <a:gd name="csY20" fmla="*/ 81214 h 96979"/>
                <a:gd name="csX21" fmla="*/ 33919 w 67359"/>
                <a:gd name="csY21" fmla="*/ 82647 h 96979"/>
                <a:gd name="csX22" fmla="*/ 30574 w 67359"/>
                <a:gd name="csY22" fmla="*/ 82647 h 96979"/>
                <a:gd name="csX23" fmla="*/ 29619 w 67359"/>
                <a:gd name="csY23" fmla="*/ 83603 h 96979"/>
                <a:gd name="csX24" fmla="*/ 29141 w 67359"/>
                <a:gd name="csY24" fmla="*/ 84080 h 96979"/>
                <a:gd name="csX25" fmla="*/ 29619 w 67359"/>
                <a:gd name="csY25" fmla="*/ 85513 h 96979"/>
                <a:gd name="csX26" fmla="*/ 31530 w 67359"/>
                <a:gd name="csY26" fmla="*/ 86469 h 96979"/>
                <a:gd name="csX27" fmla="*/ 30574 w 67359"/>
                <a:gd name="csY27" fmla="*/ 87902 h 96979"/>
                <a:gd name="csX28" fmla="*/ 29141 w 67359"/>
                <a:gd name="csY28" fmla="*/ 88858 h 96979"/>
                <a:gd name="csX29" fmla="*/ 27708 w 67359"/>
                <a:gd name="csY29" fmla="*/ 86947 h 96979"/>
                <a:gd name="csX30" fmla="*/ 26753 w 67359"/>
                <a:gd name="csY30" fmla="*/ 85513 h 96979"/>
                <a:gd name="csX31" fmla="*/ 25797 w 67359"/>
                <a:gd name="csY31" fmla="*/ 85036 h 96979"/>
                <a:gd name="csX32" fmla="*/ 24842 w 67359"/>
                <a:gd name="csY32" fmla="*/ 85513 h 96979"/>
                <a:gd name="csX33" fmla="*/ 24364 w 67359"/>
                <a:gd name="csY33" fmla="*/ 87424 h 96979"/>
                <a:gd name="csX34" fmla="*/ 24842 w 67359"/>
                <a:gd name="csY34" fmla="*/ 88858 h 96979"/>
                <a:gd name="csX35" fmla="*/ 26275 w 67359"/>
                <a:gd name="csY35" fmla="*/ 90291 h 96979"/>
                <a:gd name="csX36" fmla="*/ 24364 w 67359"/>
                <a:gd name="csY36" fmla="*/ 91724 h 96979"/>
                <a:gd name="csX37" fmla="*/ 23886 w 67359"/>
                <a:gd name="csY37" fmla="*/ 92679 h 96979"/>
                <a:gd name="csX38" fmla="*/ 22931 w 67359"/>
                <a:gd name="csY38" fmla="*/ 93635 h 96979"/>
                <a:gd name="csX39" fmla="*/ 20064 w 67359"/>
                <a:gd name="csY39" fmla="*/ 91724 h 96979"/>
                <a:gd name="csX40" fmla="*/ 20542 w 67359"/>
                <a:gd name="csY40" fmla="*/ 90291 h 96979"/>
                <a:gd name="csX41" fmla="*/ 21975 w 67359"/>
                <a:gd name="csY41" fmla="*/ 89335 h 96979"/>
                <a:gd name="csX42" fmla="*/ 21975 w 67359"/>
                <a:gd name="csY42" fmla="*/ 87902 h 96979"/>
                <a:gd name="csX43" fmla="*/ 21498 w 67359"/>
                <a:gd name="csY43" fmla="*/ 87424 h 96979"/>
                <a:gd name="csX44" fmla="*/ 17198 w 67359"/>
                <a:gd name="csY44" fmla="*/ 90291 h 96979"/>
                <a:gd name="csX45" fmla="*/ 14332 w 67359"/>
                <a:gd name="csY45" fmla="*/ 94113 h 96979"/>
                <a:gd name="csX46" fmla="*/ 12898 w 67359"/>
                <a:gd name="csY46" fmla="*/ 94113 h 96979"/>
                <a:gd name="csX47" fmla="*/ 12421 w 67359"/>
                <a:gd name="csY47" fmla="*/ 93157 h 96979"/>
                <a:gd name="csX48" fmla="*/ 11943 w 67359"/>
                <a:gd name="csY48" fmla="*/ 92679 h 96979"/>
                <a:gd name="csX49" fmla="*/ 9076 w 67359"/>
                <a:gd name="csY49" fmla="*/ 95068 h 96979"/>
                <a:gd name="csX50" fmla="*/ 8121 w 67359"/>
                <a:gd name="csY50" fmla="*/ 96979 h 96979"/>
                <a:gd name="csX51" fmla="*/ 7166 w 67359"/>
                <a:gd name="csY51" fmla="*/ 96979 h 96979"/>
                <a:gd name="csX52" fmla="*/ 6688 w 67359"/>
                <a:gd name="csY52" fmla="*/ 96024 h 96979"/>
                <a:gd name="csX53" fmla="*/ 6688 w 67359"/>
                <a:gd name="csY53" fmla="*/ 94590 h 96979"/>
                <a:gd name="csX54" fmla="*/ 6210 w 67359"/>
                <a:gd name="csY54" fmla="*/ 93157 h 96979"/>
                <a:gd name="csX55" fmla="*/ 3344 w 67359"/>
                <a:gd name="csY55" fmla="*/ 90769 h 96979"/>
                <a:gd name="csX56" fmla="*/ 1910 w 67359"/>
                <a:gd name="csY56" fmla="*/ 88858 h 96979"/>
                <a:gd name="csX57" fmla="*/ 2866 w 67359"/>
                <a:gd name="csY57" fmla="*/ 87902 h 96979"/>
                <a:gd name="csX58" fmla="*/ 5255 w 67359"/>
                <a:gd name="csY58" fmla="*/ 88380 h 96979"/>
                <a:gd name="csX59" fmla="*/ 7166 w 67359"/>
                <a:gd name="csY59" fmla="*/ 88380 h 96979"/>
                <a:gd name="csX60" fmla="*/ 6688 w 67359"/>
                <a:gd name="csY60" fmla="*/ 87424 h 96979"/>
                <a:gd name="csX61" fmla="*/ 6210 w 67359"/>
                <a:gd name="csY61" fmla="*/ 87424 h 96979"/>
                <a:gd name="csX62" fmla="*/ 7644 w 67359"/>
                <a:gd name="csY62" fmla="*/ 86469 h 96979"/>
                <a:gd name="csX63" fmla="*/ 8599 w 67359"/>
                <a:gd name="csY63" fmla="*/ 85513 h 96979"/>
                <a:gd name="csX64" fmla="*/ 7644 w 67359"/>
                <a:gd name="csY64" fmla="*/ 85513 h 96979"/>
                <a:gd name="csX65" fmla="*/ 6210 w 67359"/>
                <a:gd name="csY65" fmla="*/ 85991 h 96979"/>
                <a:gd name="csX66" fmla="*/ 5255 w 67359"/>
                <a:gd name="csY66" fmla="*/ 85513 h 96979"/>
                <a:gd name="csX67" fmla="*/ 4777 w 67359"/>
                <a:gd name="csY67" fmla="*/ 83125 h 96979"/>
                <a:gd name="csX68" fmla="*/ 3344 w 67359"/>
                <a:gd name="csY68" fmla="*/ 80736 h 96979"/>
                <a:gd name="csX69" fmla="*/ 2389 w 67359"/>
                <a:gd name="csY69" fmla="*/ 78347 h 96979"/>
                <a:gd name="csX70" fmla="*/ 3821 w 67359"/>
                <a:gd name="csY70" fmla="*/ 76914 h 96979"/>
                <a:gd name="csX71" fmla="*/ 4777 w 67359"/>
                <a:gd name="csY71" fmla="*/ 75004 h 96979"/>
                <a:gd name="csX72" fmla="*/ 5733 w 67359"/>
                <a:gd name="csY72" fmla="*/ 71659 h 96979"/>
                <a:gd name="csX73" fmla="*/ 6688 w 67359"/>
                <a:gd name="csY73" fmla="*/ 70704 h 96979"/>
                <a:gd name="csX74" fmla="*/ 8121 w 67359"/>
                <a:gd name="csY74" fmla="*/ 69748 h 96979"/>
                <a:gd name="csX75" fmla="*/ 9076 w 67359"/>
                <a:gd name="csY75" fmla="*/ 69271 h 96979"/>
                <a:gd name="csX76" fmla="*/ 8121 w 67359"/>
                <a:gd name="csY76" fmla="*/ 68793 h 96979"/>
                <a:gd name="csX77" fmla="*/ 6210 w 67359"/>
                <a:gd name="csY77" fmla="*/ 68315 h 96979"/>
                <a:gd name="csX78" fmla="*/ 6210 w 67359"/>
                <a:gd name="csY78" fmla="*/ 67360 h 96979"/>
                <a:gd name="csX79" fmla="*/ 7644 w 67359"/>
                <a:gd name="csY79" fmla="*/ 66882 h 96979"/>
                <a:gd name="csX80" fmla="*/ 8599 w 67359"/>
                <a:gd name="csY80" fmla="*/ 65927 h 96979"/>
                <a:gd name="csX81" fmla="*/ 10987 w 67359"/>
                <a:gd name="csY81" fmla="*/ 64971 h 96979"/>
                <a:gd name="csX82" fmla="*/ 11465 w 67359"/>
                <a:gd name="csY82" fmla="*/ 62582 h 96979"/>
                <a:gd name="csX83" fmla="*/ 10987 w 67359"/>
                <a:gd name="csY83" fmla="*/ 61627 h 96979"/>
                <a:gd name="csX84" fmla="*/ 9555 w 67359"/>
                <a:gd name="csY84" fmla="*/ 61149 h 96979"/>
                <a:gd name="csX85" fmla="*/ 10032 w 67359"/>
                <a:gd name="csY85" fmla="*/ 60194 h 96979"/>
                <a:gd name="csX86" fmla="*/ 10510 w 67359"/>
                <a:gd name="csY86" fmla="*/ 59238 h 96979"/>
                <a:gd name="csX87" fmla="*/ 10032 w 67359"/>
                <a:gd name="csY87" fmla="*/ 58761 h 96979"/>
                <a:gd name="csX88" fmla="*/ 8599 w 67359"/>
                <a:gd name="csY88" fmla="*/ 57328 h 96979"/>
                <a:gd name="csX89" fmla="*/ 7644 w 67359"/>
                <a:gd name="csY89" fmla="*/ 55894 h 96979"/>
                <a:gd name="csX90" fmla="*/ 7644 w 67359"/>
                <a:gd name="csY90" fmla="*/ 54461 h 96979"/>
                <a:gd name="csX91" fmla="*/ 7644 w 67359"/>
                <a:gd name="csY91" fmla="*/ 52072 h 96979"/>
                <a:gd name="csX92" fmla="*/ 7644 w 67359"/>
                <a:gd name="csY92" fmla="*/ 50162 h 96979"/>
                <a:gd name="csX93" fmla="*/ 7644 w 67359"/>
                <a:gd name="csY93" fmla="*/ 48728 h 96979"/>
                <a:gd name="csX94" fmla="*/ 6688 w 67359"/>
                <a:gd name="csY94" fmla="*/ 46340 h 96979"/>
                <a:gd name="csX95" fmla="*/ 6210 w 67359"/>
                <a:gd name="csY95" fmla="*/ 43951 h 96979"/>
                <a:gd name="csX96" fmla="*/ 5255 w 67359"/>
                <a:gd name="csY96" fmla="*/ 44429 h 96979"/>
                <a:gd name="csX97" fmla="*/ 4299 w 67359"/>
                <a:gd name="csY97" fmla="*/ 44906 h 96979"/>
                <a:gd name="csX98" fmla="*/ 1433 w 67359"/>
                <a:gd name="csY98" fmla="*/ 43951 h 96979"/>
                <a:gd name="csX99" fmla="*/ 478 w 67359"/>
                <a:gd name="csY99" fmla="*/ 43951 h 96979"/>
                <a:gd name="csX100" fmla="*/ 0 w 67359"/>
                <a:gd name="csY100" fmla="*/ 42040 h 96979"/>
                <a:gd name="csX101" fmla="*/ 955 w 67359"/>
                <a:gd name="csY101" fmla="*/ 40129 h 96979"/>
                <a:gd name="csX102" fmla="*/ 3821 w 67359"/>
                <a:gd name="csY102" fmla="*/ 38218 h 96979"/>
                <a:gd name="csX103" fmla="*/ 5255 w 67359"/>
                <a:gd name="csY103" fmla="*/ 37740 h 96979"/>
                <a:gd name="csX104" fmla="*/ 6210 w 67359"/>
                <a:gd name="csY104" fmla="*/ 36785 h 96979"/>
                <a:gd name="csX105" fmla="*/ 8121 w 67359"/>
                <a:gd name="csY105" fmla="*/ 36785 h 96979"/>
                <a:gd name="csX106" fmla="*/ 10510 w 67359"/>
                <a:gd name="csY106" fmla="*/ 37740 h 96979"/>
                <a:gd name="csX107" fmla="*/ 12421 w 67359"/>
                <a:gd name="csY107" fmla="*/ 38218 h 96979"/>
                <a:gd name="csX108" fmla="*/ 13376 w 67359"/>
                <a:gd name="csY108" fmla="*/ 40607 h 96979"/>
                <a:gd name="csX109" fmla="*/ 13854 w 67359"/>
                <a:gd name="csY109" fmla="*/ 41085 h 96979"/>
                <a:gd name="csX110" fmla="*/ 14332 w 67359"/>
                <a:gd name="csY110" fmla="*/ 40129 h 96979"/>
                <a:gd name="csX111" fmla="*/ 15765 w 67359"/>
                <a:gd name="csY111" fmla="*/ 39174 h 96979"/>
                <a:gd name="csX112" fmla="*/ 16242 w 67359"/>
                <a:gd name="csY112" fmla="*/ 38218 h 96979"/>
                <a:gd name="csX113" fmla="*/ 15765 w 67359"/>
                <a:gd name="csY113" fmla="*/ 38218 h 96979"/>
                <a:gd name="csX114" fmla="*/ 13854 w 67359"/>
                <a:gd name="csY114" fmla="*/ 37740 h 96979"/>
                <a:gd name="csX115" fmla="*/ 12421 w 67359"/>
                <a:gd name="csY115" fmla="*/ 34874 h 96979"/>
                <a:gd name="csX116" fmla="*/ 11943 w 67359"/>
                <a:gd name="csY116" fmla="*/ 33441 h 96979"/>
                <a:gd name="csX117" fmla="*/ 11465 w 67359"/>
                <a:gd name="csY117" fmla="*/ 32486 h 96979"/>
                <a:gd name="csX118" fmla="*/ 12421 w 67359"/>
                <a:gd name="csY118" fmla="*/ 30575 h 96979"/>
                <a:gd name="csX119" fmla="*/ 10510 w 67359"/>
                <a:gd name="csY119" fmla="*/ 27708 h 96979"/>
                <a:gd name="csX120" fmla="*/ 9555 w 67359"/>
                <a:gd name="csY120" fmla="*/ 26753 h 96979"/>
                <a:gd name="csX121" fmla="*/ 10032 w 67359"/>
                <a:gd name="csY121" fmla="*/ 24364 h 96979"/>
                <a:gd name="csX122" fmla="*/ 8599 w 67359"/>
                <a:gd name="csY122" fmla="*/ 22931 h 96979"/>
                <a:gd name="csX123" fmla="*/ 8121 w 67359"/>
                <a:gd name="csY123" fmla="*/ 21975 h 96979"/>
                <a:gd name="csX124" fmla="*/ 8121 w 67359"/>
                <a:gd name="csY124" fmla="*/ 20542 h 96979"/>
                <a:gd name="csX125" fmla="*/ 8121 w 67359"/>
                <a:gd name="csY125" fmla="*/ 20065 h 96979"/>
                <a:gd name="csX126" fmla="*/ 9076 w 67359"/>
                <a:gd name="csY126" fmla="*/ 20065 h 96979"/>
                <a:gd name="csX127" fmla="*/ 9076 w 67359"/>
                <a:gd name="csY127" fmla="*/ 19109 h 96979"/>
                <a:gd name="csX128" fmla="*/ 10032 w 67359"/>
                <a:gd name="csY128" fmla="*/ 18631 h 96979"/>
                <a:gd name="csX129" fmla="*/ 10032 w 67359"/>
                <a:gd name="csY129" fmla="*/ 18631 h 96979"/>
                <a:gd name="csX130" fmla="*/ 10032 w 67359"/>
                <a:gd name="csY130" fmla="*/ 18154 h 96979"/>
                <a:gd name="csX131" fmla="*/ 10032 w 67359"/>
                <a:gd name="csY131" fmla="*/ 16243 h 96979"/>
                <a:gd name="csX132" fmla="*/ 11465 w 67359"/>
                <a:gd name="csY132" fmla="*/ 14809 h 96979"/>
                <a:gd name="csX133" fmla="*/ 14332 w 67359"/>
                <a:gd name="csY133" fmla="*/ 11943 h 96979"/>
                <a:gd name="csX134" fmla="*/ 15287 w 67359"/>
                <a:gd name="csY134" fmla="*/ 10032 h 96979"/>
                <a:gd name="csX135" fmla="*/ 16721 w 67359"/>
                <a:gd name="csY135" fmla="*/ 8599 h 96979"/>
                <a:gd name="csX136" fmla="*/ 18153 w 67359"/>
                <a:gd name="csY136" fmla="*/ 7644 h 96979"/>
                <a:gd name="csX137" fmla="*/ 20064 w 67359"/>
                <a:gd name="csY137" fmla="*/ 7166 h 96979"/>
                <a:gd name="csX138" fmla="*/ 22453 w 67359"/>
                <a:gd name="csY138" fmla="*/ 7166 h 96979"/>
                <a:gd name="csX139" fmla="*/ 27230 w 67359"/>
                <a:gd name="csY139" fmla="*/ 7166 h 96979"/>
                <a:gd name="csX140" fmla="*/ 28186 w 67359"/>
                <a:gd name="csY140" fmla="*/ 7166 h 96979"/>
                <a:gd name="csX141" fmla="*/ 31530 w 67359"/>
                <a:gd name="csY141" fmla="*/ 6688 h 96979"/>
                <a:gd name="csX142" fmla="*/ 32008 w 67359"/>
                <a:gd name="csY142" fmla="*/ 7166 h 96979"/>
                <a:gd name="csX143" fmla="*/ 34396 w 67359"/>
                <a:gd name="csY143" fmla="*/ 7166 h 96979"/>
                <a:gd name="csX144" fmla="*/ 37263 w 67359"/>
                <a:gd name="csY144" fmla="*/ 7166 h 96979"/>
                <a:gd name="csX145" fmla="*/ 38696 w 67359"/>
                <a:gd name="csY145" fmla="*/ 6688 h 96979"/>
                <a:gd name="csX146" fmla="*/ 39651 w 67359"/>
                <a:gd name="csY146" fmla="*/ 5733 h 96979"/>
                <a:gd name="csX147" fmla="*/ 40607 w 67359"/>
                <a:gd name="csY147" fmla="*/ 4777 h 96979"/>
                <a:gd name="csX148" fmla="*/ 42040 w 67359"/>
                <a:gd name="csY148" fmla="*/ 1911 h 96979"/>
                <a:gd name="csX149" fmla="*/ 42996 w 67359"/>
                <a:gd name="csY149" fmla="*/ 0 h 96979"/>
                <a:gd name="csX150" fmla="*/ 43951 w 67359"/>
                <a:gd name="csY150" fmla="*/ 0 h 96979"/>
                <a:gd name="csX151" fmla="*/ 48728 w 67359"/>
                <a:gd name="csY151" fmla="*/ 10032 h 96979"/>
                <a:gd name="csX152" fmla="*/ 53505 w 67359"/>
                <a:gd name="csY152" fmla="*/ 16721 h 96979"/>
                <a:gd name="csX153" fmla="*/ 57328 w 67359"/>
                <a:gd name="csY153" fmla="*/ 21498 h 96979"/>
                <a:gd name="csX154" fmla="*/ 63060 w 67359"/>
                <a:gd name="csY154" fmla="*/ 30575 h 96979"/>
                <a:gd name="csX155" fmla="*/ 64493 w 67359"/>
                <a:gd name="csY155" fmla="*/ 35830 h 96979"/>
                <a:gd name="csX156" fmla="*/ 64493 w 67359"/>
                <a:gd name="csY156" fmla="*/ 38696 h 96979"/>
                <a:gd name="csX157" fmla="*/ 65449 w 67359"/>
                <a:gd name="csY157" fmla="*/ 42996 h 96979"/>
                <a:gd name="csX158" fmla="*/ 64971 w 67359"/>
                <a:gd name="csY158" fmla="*/ 45384 h 96979"/>
                <a:gd name="csX159" fmla="*/ 64971 w 67359"/>
                <a:gd name="csY159" fmla="*/ 49206 h 96979"/>
                <a:gd name="csX160" fmla="*/ 64493 w 67359"/>
                <a:gd name="csY160" fmla="*/ 51117 h 96979"/>
                <a:gd name="csX161" fmla="*/ 64015 w 67359"/>
                <a:gd name="csY161" fmla="*/ 52550 h 96979"/>
                <a:gd name="csX162" fmla="*/ 64015 w 67359"/>
                <a:gd name="csY162" fmla="*/ 54939 h 96979"/>
                <a:gd name="csX163" fmla="*/ 64015 w 67359"/>
                <a:gd name="csY163" fmla="*/ 56372 h 96979"/>
                <a:gd name="csX164" fmla="*/ 64015 w 67359"/>
                <a:gd name="csY164" fmla="*/ 58283 h 96979"/>
                <a:gd name="csX165" fmla="*/ 64493 w 67359"/>
                <a:gd name="csY165" fmla="*/ 59238 h 96979"/>
                <a:gd name="csX166" fmla="*/ 65449 w 67359"/>
                <a:gd name="csY166" fmla="*/ 59238 h 96979"/>
                <a:gd name="csX167" fmla="*/ 66404 w 67359"/>
                <a:gd name="csY167" fmla="*/ 58761 h 96979"/>
                <a:gd name="csX168" fmla="*/ 67360 w 67359"/>
                <a:gd name="csY168" fmla="*/ 58283 h 96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67359" h="96979">
                  <a:moveTo>
                    <a:pt x="67360" y="58283"/>
                  </a:moveTo>
                  <a:lnTo>
                    <a:pt x="67360" y="60672"/>
                  </a:lnTo>
                  <a:lnTo>
                    <a:pt x="65926" y="66404"/>
                  </a:lnTo>
                  <a:lnTo>
                    <a:pt x="64493" y="70704"/>
                  </a:lnTo>
                  <a:lnTo>
                    <a:pt x="62582" y="74526"/>
                  </a:lnTo>
                  <a:lnTo>
                    <a:pt x="60671" y="77870"/>
                  </a:lnTo>
                  <a:lnTo>
                    <a:pt x="57805" y="79303"/>
                  </a:lnTo>
                  <a:lnTo>
                    <a:pt x="55894" y="79781"/>
                  </a:lnTo>
                  <a:lnTo>
                    <a:pt x="52072" y="79781"/>
                  </a:lnTo>
                  <a:lnTo>
                    <a:pt x="49206" y="79303"/>
                  </a:lnTo>
                  <a:lnTo>
                    <a:pt x="46340" y="79781"/>
                  </a:lnTo>
                  <a:lnTo>
                    <a:pt x="45384" y="80258"/>
                  </a:lnTo>
                  <a:lnTo>
                    <a:pt x="44906" y="81692"/>
                  </a:lnTo>
                  <a:lnTo>
                    <a:pt x="45384" y="83125"/>
                  </a:lnTo>
                  <a:lnTo>
                    <a:pt x="45384" y="84558"/>
                  </a:lnTo>
                  <a:lnTo>
                    <a:pt x="43951" y="84558"/>
                  </a:lnTo>
                  <a:lnTo>
                    <a:pt x="42040" y="83603"/>
                  </a:lnTo>
                  <a:lnTo>
                    <a:pt x="39174" y="83603"/>
                  </a:lnTo>
                  <a:lnTo>
                    <a:pt x="38218" y="83125"/>
                  </a:lnTo>
                  <a:lnTo>
                    <a:pt x="37263" y="81214"/>
                  </a:lnTo>
                  <a:lnTo>
                    <a:pt x="35830" y="81214"/>
                  </a:lnTo>
                  <a:lnTo>
                    <a:pt x="33919" y="82647"/>
                  </a:lnTo>
                  <a:lnTo>
                    <a:pt x="30574" y="82647"/>
                  </a:lnTo>
                  <a:lnTo>
                    <a:pt x="29619" y="83603"/>
                  </a:lnTo>
                  <a:lnTo>
                    <a:pt x="29141" y="84080"/>
                  </a:lnTo>
                  <a:lnTo>
                    <a:pt x="29619" y="85513"/>
                  </a:lnTo>
                  <a:lnTo>
                    <a:pt x="31530" y="86469"/>
                  </a:lnTo>
                  <a:lnTo>
                    <a:pt x="30574" y="87902"/>
                  </a:lnTo>
                  <a:lnTo>
                    <a:pt x="29141" y="88858"/>
                  </a:lnTo>
                  <a:lnTo>
                    <a:pt x="27708" y="86947"/>
                  </a:lnTo>
                  <a:lnTo>
                    <a:pt x="26753" y="85513"/>
                  </a:lnTo>
                  <a:lnTo>
                    <a:pt x="25797" y="85036"/>
                  </a:lnTo>
                  <a:lnTo>
                    <a:pt x="24842" y="85513"/>
                  </a:lnTo>
                  <a:lnTo>
                    <a:pt x="24364" y="87424"/>
                  </a:lnTo>
                  <a:lnTo>
                    <a:pt x="24842" y="88858"/>
                  </a:lnTo>
                  <a:lnTo>
                    <a:pt x="26275" y="90291"/>
                  </a:lnTo>
                  <a:lnTo>
                    <a:pt x="24364" y="91724"/>
                  </a:lnTo>
                  <a:lnTo>
                    <a:pt x="23886" y="92679"/>
                  </a:lnTo>
                  <a:lnTo>
                    <a:pt x="22931" y="93635"/>
                  </a:lnTo>
                  <a:lnTo>
                    <a:pt x="20064" y="91724"/>
                  </a:lnTo>
                  <a:lnTo>
                    <a:pt x="20542" y="90291"/>
                  </a:lnTo>
                  <a:lnTo>
                    <a:pt x="21975" y="89335"/>
                  </a:lnTo>
                  <a:lnTo>
                    <a:pt x="21975" y="87902"/>
                  </a:lnTo>
                  <a:lnTo>
                    <a:pt x="21498" y="87424"/>
                  </a:lnTo>
                  <a:lnTo>
                    <a:pt x="17198" y="90291"/>
                  </a:lnTo>
                  <a:lnTo>
                    <a:pt x="14332" y="94113"/>
                  </a:lnTo>
                  <a:lnTo>
                    <a:pt x="12898" y="94113"/>
                  </a:lnTo>
                  <a:lnTo>
                    <a:pt x="12421" y="93157"/>
                  </a:lnTo>
                  <a:lnTo>
                    <a:pt x="11943" y="92679"/>
                  </a:lnTo>
                  <a:lnTo>
                    <a:pt x="9076" y="95068"/>
                  </a:lnTo>
                  <a:lnTo>
                    <a:pt x="8121" y="96979"/>
                  </a:lnTo>
                  <a:lnTo>
                    <a:pt x="7166" y="96979"/>
                  </a:lnTo>
                  <a:lnTo>
                    <a:pt x="6688" y="96024"/>
                  </a:lnTo>
                  <a:lnTo>
                    <a:pt x="6688" y="94590"/>
                  </a:lnTo>
                  <a:lnTo>
                    <a:pt x="6210" y="93157"/>
                  </a:lnTo>
                  <a:lnTo>
                    <a:pt x="3344" y="90769"/>
                  </a:lnTo>
                  <a:lnTo>
                    <a:pt x="1910" y="88858"/>
                  </a:lnTo>
                  <a:lnTo>
                    <a:pt x="2866" y="87902"/>
                  </a:lnTo>
                  <a:lnTo>
                    <a:pt x="5255" y="88380"/>
                  </a:lnTo>
                  <a:lnTo>
                    <a:pt x="7166" y="88380"/>
                  </a:lnTo>
                  <a:lnTo>
                    <a:pt x="6688" y="87424"/>
                  </a:lnTo>
                  <a:lnTo>
                    <a:pt x="6210" y="87424"/>
                  </a:lnTo>
                  <a:lnTo>
                    <a:pt x="7644" y="86469"/>
                  </a:lnTo>
                  <a:lnTo>
                    <a:pt x="8599" y="85513"/>
                  </a:lnTo>
                  <a:lnTo>
                    <a:pt x="7644" y="85513"/>
                  </a:lnTo>
                  <a:lnTo>
                    <a:pt x="6210" y="85991"/>
                  </a:lnTo>
                  <a:lnTo>
                    <a:pt x="5255" y="85513"/>
                  </a:lnTo>
                  <a:lnTo>
                    <a:pt x="4777" y="83125"/>
                  </a:lnTo>
                  <a:lnTo>
                    <a:pt x="3344" y="80736"/>
                  </a:lnTo>
                  <a:lnTo>
                    <a:pt x="2389" y="78347"/>
                  </a:lnTo>
                  <a:lnTo>
                    <a:pt x="3821" y="76914"/>
                  </a:lnTo>
                  <a:lnTo>
                    <a:pt x="4777" y="75004"/>
                  </a:lnTo>
                  <a:lnTo>
                    <a:pt x="5733" y="71659"/>
                  </a:lnTo>
                  <a:lnTo>
                    <a:pt x="6688" y="70704"/>
                  </a:lnTo>
                  <a:lnTo>
                    <a:pt x="8121" y="69748"/>
                  </a:lnTo>
                  <a:lnTo>
                    <a:pt x="9076" y="69271"/>
                  </a:lnTo>
                  <a:lnTo>
                    <a:pt x="8121" y="68793"/>
                  </a:lnTo>
                  <a:lnTo>
                    <a:pt x="6210" y="68315"/>
                  </a:lnTo>
                  <a:lnTo>
                    <a:pt x="6210" y="67360"/>
                  </a:lnTo>
                  <a:lnTo>
                    <a:pt x="7644" y="66882"/>
                  </a:lnTo>
                  <a:lnTo>
                    <a:pt x="8599" y="65927"/>
                  </a:lnTo>
                  <a:lnTo>
                    <a:pt x="10987" y="64971"/>
                  </a:lnTo>
                  <a:lnTo>
                    <a:pt x="11465" y="62582"/>
                  </a:lnTo>
                  <a:lnTo>
                    <a:pt x="10987" y="61627"/>
                  </a:lnTo>
                  <a:lnTo>
                    <a:pt x="9555" y="61149"/>
                  </a:lnTo>
                  <a:lnTo>
                    <a:pt x="10032" y="60194"/>
                  </a:lnTo>
                  <a:lnTo>
                    <a:pt x="10510" y="59238"/>
                  </a:lnTo>
                  <a:lnTo>
                    <a:pt x="10032" y="58761"/>
                  </a:lnTo>
                  <a:lnTo>
                    <a:pt x="8599" y="57328"/>
                  </a:lnTo>
                  <a:lnTo>
                    <a:pt x="7644" y="55894"/>
                  </a:lnTo>
                  <a:lnTo>
                    <a:pt x="7644" y="54461"/>
                  </a:lnTo>
                  <a:lnTo>
                    <a:pt x="7644" y="52072"/>
                  </a:lnTo>
                  <a:lnTo>
                    <a:pt x="7644" y="50162"/>
                  </a:lnTo>
                  <a:lnTo>
                    <a:pt x="7644" y="48728"/>
                  </a:lnTo>
                  <a:lnTo>
                    <a:pt x="6688" y="46340"/>
                  </a:lnTo>
                  <a:lnTo>
                    <a:pt x="6210" y="43951"/>
                  </a:lnTo>
                  <a:lnTo>
                    <a:pt x="5255" y="44429"/>
                  </a:lnTo>
                  <a:lnTo>
                    <a:pt x="4299" y="44906"/>
                  </a:lnTo>
                  <a:lnTo>
                    <a:pt x="1433" y="43951"/>
                  </a:lnTo>
                  <a:lnTo>
                    <a:pt x="478" y="43951"/>
                  </a:lnTo>
                  <a:lnTo>
                    <a:pt x="0" y="42040"/>
                  </a:lnTo>
                  <a:lnTo>
                    <a:pt x="955" y="40129"/>
                  </a:lnTo>
                  <a:lnTo>
                    <a:pt x="3821" y="38218"/>
                  </a:lnTo>
                  <a:lnTo>
                    <a:pt x="5255" y="37740"/>
                  </a:lnTo>
                  <a:lnTo>
                    <a:pt x="6210" y="36785"/>
                  </a:lnTo>
                  <a:lnTo>
                    <a:pt x="8121" y="36785"/>
                  </a:lnTo>
                  <a:lnTo>
                    <a:pt x="10510" y="37740"/>
                  </a:lnTo>
                  <a:lnTo>
                    <a:pt x="12421" y="38218"/>
                  </a:lnTo>
                  <a:lnTo>
                    <a:pt x="13376" y="40607"/>
                  </a:lnTo>
                  <a:lnTo>
                    <a:pt x="13854" y="41085"/>
                  </a:lnTo>
                  <a:lnTo>
                    <a:pt x="14332" y="40129"/>
                  </a:lnTo>
                  <a:lnTo>
                    <a:pt x="15765" y="39174"/>
                  </a:lnTo>
                  <a:lnTo>
                    <a:pt x="16242" y="38218"/>
                  </a:lnTo>
                  <a:lnTo>
                    <a:pt x="15765" y="38218"/>
                  </a:lnTo>
                  <a:lnTo>
                    <a:pt x="13854" y="37740"/>
                  </a:lnTo>
                  <a:lnTo>
                    <a:pt x="12421" y="34874"/>
                  </a:lnTo>
                  <a:lnTo>
                    <a:pt x="11943" y="33441"/>
                  </a:lnTo>
                  <a:lnTo>
                    <a:pt x="11465" y="32486"/>
                  </a:lnTo>
                  <a:lnTo>
                    <a:pt x="12421" y="30575"/>
                  </a:lnTo>
                  <a:lnTo>
                    <a:pt x="10510" y="27708"/>
                  </a:lnTo>
                  <a:lnTo>
                    <a:pt x="9555" y="26753"/>
                  </a:lnTo>
                  <a:lnTo>
                    <a:pt x="10032" y="24364"/>
                  </a:lnTo>
                  <a:lnTo>
                    <a:pt x="8599" y="22931"/>
                  </a:lnTo>
                  <a:lnTo>
                    <a:pt x="8121" y="21975"/>
                  </a:lnTo>
                  <a:lnTo>
                    <a:pt x="8121" y="20542"/>
                  </a:lnTo>
                  <a:lnTo>
                    <a:pt x="8121" y="20065"/>
                  </a:lnTo>
                  <a:lnTo>
                    <a:pt x="9076" y="20065"/>
                  </a:lnTo>
                  <a:lnTo>
                    <a:pt x="9076" y="19109"/>
                  </a:lnTo>
                  <a:lnTo>
                    <a:pt x="10032" y="18631"/>
                  </a:lnTo>
                  <a:lnTo>
                    <a:pt x="10032" y="18631"/>
                  </a:lnTo>
                  <a:lnTo>
                    <a:pt x="10032" y="18154"/>
                  </a:lnTo>
                  <a:lnTo>
                    <a:pt x="10032" y="16243"/>
                  </a:lnTo>
                  <a:lnTo>
                    <a:pt x="11465" y="14809"/>
                  </a:lnTo>
                  <a:lnTo>
                    <a:pt x="14332" y="11943"/>
                  </a:lnTo>
                  <a:lnTo>
                    <a:pt x="15287" y="10032"/>
                  </a:lnTo>
                  <a:lnTo>
                    <a:pt x="16721" y="8599"/>
                  </a:lnTo>
                  <a:lnTo>
                    <a:pt x="18153" y="7644"/>
                  </a:lnTo>
                  <a:lnTo>
                    <a:pt x="20064" y="7166"/>
                  </a:lnTo>
                  <a:lnTo>
                    <a:pt x="22453" y="7166"/>
                  </a:lnTo>
                  <a:lnTo>
                    <a:pt x="27230" y="7166"/>
                  </a:lnTo>
                  <a:lnTo>
                    <a:pt x="28186" y="7166"/>
                  </a:lnTo>
                  <a:lnTo>
                    <a:pt x="31530" y="6688"/>
                  </a:lnTo>
                  <a:lnTo>
                    <a:pt x="32008" y="7166"/>
                  </a:lnTo>
                  <a:lnTo>
                    <a:pt x="34396" y="7166"/>
                  </a:lnTo>
                  <a:lnTo>
                    <a:pt x="37263" y="7166"/>
                  </a:lnTo>
                  <a:lnTo>
                    <a:pt x="38696" y="6688"/>
                  </a:lnTo>
                  <a:lnTo>
                    <a:pt x="39651" y="5733"/>
                  </a:lnTo>
                  <a:lnTo>
                    <a:pt x="40607" y="4777"/>
                  </a:lnTo>
                  <a:lnTo>
                    <a:pt x="42040" y="1911"/>
                  </a:lnTo>
                  <a:lnTo>
                    <a:pt x="42996" y="0"/>
                  </a:lnTo>
                  <a:lnTo>
                    <a:pt x="43951" y="0"/>
                  </a:lnTo>
                  <a:lnTo>
                    <a:pt x="48728" y="10032"/>
                  </a:lnTo>
                  <a:lnTo>
                    <a:pt x="53505" y="16721"/>
                  </a:lnTo>
                  <a:lnTo>
                    <a:pt x="57328" y="21498"/>
                  </a:lnTo>
                  <a:lnTo>
                    <a:pt x="63060" y="30575"/>
                  </a:lnTo>
                  <a:lnTo>
                    <a:pt x="64493" y="35830"/>
                  </a:lnTo>
                  <a:lnTo>
                    <a:pt x="64493" y="38696"/>
                  </a:lnTo>
                  <a:lnTo>
                    <a:pt x="65449" y="42996"/>
                  </a:lnTo>
                  <a:lnTo>
                    <a:pt x="64971" y="45384"/>
                  </a:lnTo>
                  <a:lnTo>
                    <a:pt x="64971" y="49206"/>
                  </a:lnTo>
                  <a:lnTo>
                    <a:pt x="64493" y="51117"/>
                  </a:lnTo>
                  <a:lnTo>
                    <a:pt x="64015" y="52550"/>
                  </a:lnTo>
                  <a:lnTo>
                    <a:pt x="64015" y="54939"/>
                  </a:lnTo>
                  <a:lnTo>
                    <a:pt x="64015" y="56372"/>
                  </a:lnTo>
                  <a:lnTo>
                    <a:pt x="64015" y="58283"/>
                  </a:lnTo>
                  <a:lnTo>
                    <a:pt x="64493" y="59238"/>
                  </a:lnTo>
                  <a:lnTo>
                    <a:pt x="65449" y="59238"/>
                  </a:lnTo>
                  <a:lnTo>
                    <a:pt x="66404" y="58761"/>
                  </a:lnTo>
                  <a:lnTo>
                    <a:pt x="67360" y="5828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6CCE4DB4-7AED-78B1-06CA-9E681836A74C}"/>
                </a:ext>
              </a:extLst>
            </p:cNvPr>
            <p:cNvSpPr/>
            <p:nvPr/>
          </p:nvSpPr>
          <p:spPr>
            <a:xfrm>
              <a:off x="8449294" y="4093783"/>
              <a:ext cx="3822" cy="4299"/>
            </a:xfrm>
            <a:custGeom>
              <a:avLst/>
              <a:gdLst>
                <a:gd name="csX0" fmla="*/ 3822 w 3822"/>
                <a:gd name="csY0" fmla="*/ 0 h 4299"/>
                <a:gd name="csX1" fmla="*/ 2866 w 3822"/>
                <a:gd name="csY1" fmla="*/ 1911 h 4299"/>
                <a:gd name="csX2" fmla="*/ 2389 w 3822"/>
                <a:gd name="csY2" fmla="*/ 3344 h 4299"/>
                <a:gd name="csX3" fmla="*/ 956 w 3822"/>
                <a:gd name="csY3" fmla="*/ 4300 h 4299"/>
                <a:gd name="csX4" fmla="*/ 0 w 3822"/>
                <a:gd name="csY4" fmla="*/ 4300 h 4299"/>
                <a:gd name="csX5" fmla="*/ 956 w 3822"/>
                <a:gd name="csY5" fmla="*/ 2867 h 4299"/>
                <a:gd name="csX6" fmla="*/ 956 w 3822"/>
                <a:gd name="csY6" fmla="*/ 2389 h 4299"/>
                <a:gd name="csX7" fmla="*/ 1911 w 3822"/>
                <a:gd name="csY7" fmla="*/ 956 h 4299"/>
                <a:gd name="csX8" fmla="*/ 3344 w 3822"/>
                <a:gd name="csY8" fmla="*/ 478 h 4299"/>
                <a:gd name="csX9" fmla="*/ 3822 w 3822"/>
                <a:gd name="csY9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4299">
                  <a:moveTo>
                    <a:pt x="3822" y="0"/>
                  </a:moveTo>
                  <a:lnTo>
                    <a:pt x="2866" y="1911"/>
                  </a:lnTo>
                  <a:lnTo>
                    <a:pt x="2389" y="3344"/>
                  </a:lnTo>
                  <a:lnTo>
                    <a:pt x="956" y="4300"/>
                  </a:lnTo>
                  <a:lnTo>
                    <a:pt x="0" y="4300"/>
                  </a:lnTo>
                  <a:lnTo>
                    <a:pt x="956" y="2867"/>
                  </a:lnTo>
                  <a:lnTo>
                    <a:pt x="956" y="2389"/>
                  </a:lnTo>
                  <a:lnTo>
                    <a:pt x="1911" y="956"/>
                  </a:lnTo>
                  <a:lnTo>
                    <a:pt x="3344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11D82EFC-B434-0957-24DE-6590BE0DAA9C}"/>
                </a:ext>
              </a:extLst>
            </p:cNvPr>
            <p:cNvSpPr/>
            <p:nvPr/>
          </p:nvSpPr>
          <p:spPr>
            <a:xfrm>
              <a:off x="8448339" y="4733940"/>
              <a:ext cx="4299" cy="4299"/>
            </a:xfrm>
            <a:custGeom>
              <a:avLst/>
              <a:gdLst>
                <a:gd name="csX0" fmla="*/ 4300 w 4299"/>
                <a:gd name="csY0" fmla="*/ 3344 h 4299"/>
                <a:gd name="csX1" fmla="*/ 4300 w 4299"/>
                <a:gd name="csY1" fmla="*/ 3822 h 4299"/>
                <a:gd name="csX2" fmla="*/ 3821 w 4299"/>
                <a:gd name="csY2" fmla="*/ 4300 h 4299"/>
                <a:gd name="csX3" fmla="*/ 2866 w 4299"/>
                <a:gd name="csY3" fmla="*/ 2867 h 4299"/>
                <a:gd name="csX4" fmla="*/ 955 w 4299"/>
                <a:gd name="csY4" fmla="*/ 1911 h 4299"/>
                <a:gd name="csX5" fmla="*/ 0 w 4299"/>
                <a:gd name="csY5" fmla="*/ 0 h 4299"/>
                <a:gd name="csX6" fmla="*/ 4300 w 4299"/>
                <a:gd name="csY6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4299">
                  <a:moveTo>
                    <a:pt x="4300" y="3344"/>
                  </a:moveTo>
                  <a:lnTo>
                    <a:pt x="4300" y="3822"/>
                  </a:lnTo>
                  <a:lnTo>
                    <a:pt x="3821" y="4300"/>
                  </a:lnTo>
                  <a:lnTo>
                    <a:pt x="2866" y="2867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430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2799BEF2-16E1-1D45-C697-4F639ACC23A1}"/>
                </a:ext>
              </a:extLst>
            </p:cNvPr>
            <p:cNvSpPr/>
            <p:nvPr/>
          </p:nvSpPr>
          <p:spPr>
            <a:xfrm>
              <a:off x="8447383" y="4065119"/>
              <a:ext cx="4299" cy="8121"/>
            </a:xfrm>
            <a:custGeom>
              <a:avLst/>
              <a:gdLst>
                <a:gd name="csX0" fmla="*/ 3822 w 4299"/>
                <a:gd name="csY0" fmla="*/ 478 h 8121"/>
                <a:gd name="csX1" fmla="*/ 4300 w 4299"/>
                <a:gd name="csY1" fmla="*/ 478 h 8121"/>
                <a:gd name="csX2" fmla="*/ 3822 w 4299"/>
                <a:gd name="csY2" fmla="*/ 1433 h 8121"/>
                <a:gd name="csX3" fmla="*/ 3822 w 4299"/>
                <a:gd name="csY3" fmla="*/ 3344 h 8121"/>
                <a:gd name="csX4" fmla="*/ 1911 w 4299"/>
                <a:gd name="csY4" fmla="*/ 5733 h 8121"/>
                <a:gd name="csX5" fmla="*/ 2389 w 4299"/>
                <a:gd name="csY5" fmla="*/ 7166 h 8121"/>
                <a:gd name="csX6" fmla="*/ 1911 w 4299"/>
                <a:gd name="csY6" fmla="*/ 8121 h 8121"/>
                <a:gd name="csX7" fmla="*/ 478 w 4299"/>
                <a:gd name="csY7" fmla="*/ 7644 h 8121"/>
                <a:gd name="csX8" fmla="*/ 0 w 4299"/>
                <a:gd name="csY8" fmla="*/ 6688 h 8121"/>
                <a:gd name="csX9" fmla="*/ 956 w 4299"/>
                <a:gd name="csY9" fmla="*/ 3344 h 8121"/>
                <a:gd name="csX10" fmla="*/ 956 w 4299"/>
                <a:gd name="csY10" fmla="*/ 2389 h 8121"/>
                <a:gd name="csX11" fmla="*/ 956 w 4299"/>
                <a:gd name="csY11" fmla="*/ 1433 h 8121"/>
                <a:gd name="csX12" fmla="*/ 3344 w 4299"/>
                <a:gd name="csY12" fmla="*/ 0 h 8121"/>
                <a:gd name="csX13" fmla="*/ 3822 w 4299"/>
                <a:gd name="csY13" fmla="*/ 478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8121">
                  <a:moveTo>
                    <a:pt x="3822" y="478"/>
                  </a:moveTo>
                  <a:lnTo>
                    <a:pt x="4300" y="478"/>
                  </a:lnTo>
                  <a:lnTo>
                    <a:pt x="3822" y="1433"/>
                  </a:lnTo>
                  <a:lnTo>
                    <a:pt x="3822" y="3344"/>
                  </a:lnTo>
                  <a:lnTo>
                    <a:pt x="1911" y="5733"/>
                  </a:lnTo>
                  <a:lnTo>
                    <a:pt x="2389" y="7166"/>
                  </a:lnTo>
                  <a:lnTo>
                    <a:pt x="1911" y="8121"/>
                  </a:lnTo>
                  <a:lnTo>
                    <a:pt x="478" y="7644"/>
                  </a:lnTo>
                  <a:lnTo>
                    <a:pt x="0" y="6688"/>
                  </a:lnTo>
                  <a:lnTo>
                    <a:pt x="956" y="3344"/>
                  </a:lnTo>
                  <a:lnTo>
                    <a:pt x="956" y="2389"/>
                  </a:lnTo>
                  <a:lnTo>
                    <a:pt x="956" y="1433"/>
                  </a:lnTo>
                  <a:lnTo>
                    <a:pt x="3344" y="0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D02236FC-AFB3-F73A-6E63-113F7C9147F2}"/>
                </a:ext>
              </a:extLst>
            </p:cNvPr>
            <p:cNvSpPr/>
            <p:nvPr/>
          </p:nvSpPr>
          <p:spPr>
            <a:xfrm>
              <a:off x="8445473" y="4073241"/>
              <a:ext cx="3343" cy="5254"/>
            </a:xfrm>
            <a:custGeom>
              <a:avLst/>
              <a:gdLst>
                <a:gd name="csX0" fmla="*/ 3344 w 3343"/>
                <a:gd name="csY0" fmla="*/ 478 h 5254"/>
                <a:gd name="csX1" fmla="*/ 3344 w 3343"/>
                <a:gd name="csY1" fmla="*/ 1911 h 5254"/>
                <a:gd name="csX2" fmla="*/ 1910 w 3343"/>
                <a:gd name="csY2" fmla="*/ 4300 h 5254"/>
                <a:gd name="csX3" fmla="*/ 478 w 3343"/>
                <a:gd name="csY3" fmla="*/ 5255 h 5254"/>
                <a:gd name="csX4" fmla="*/ 0 w 3343"/>
                <a:gd name="csY4" fmla="*/ 3822 h 5254"/>
                <a:gd name="csX5" fmla="*/ 955 w 3343"/>
                <a:gd name="csY5" fmla="*/ 0 h 5254"/>
                <a:gd name="csX6" fmla="*/ 3344 w 3343"/>
                <a:gd name="csY6" fmla="*/ 478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5254">
                  <a:moveTo>
                    <a:pt x="3344" y="478"/>
                  </a:moveTo>
                  <a:lnTo>
                    <a:pt x="3344" y="1911"/>
                  </a:lnTo>
                  <a:lnTo>
                    <a:pt x="1910" y="4300"/>
                  </a:lnTo>
                  <a:lnTo>
                    <a:pt x="478" y="5255"/>
                  </a:lnTo>
                  <a:lnTo>
                    <a:pt x="0" y="3822"/>
                  </a:lnTo>
                  <a:lnTo>
                    <a:pt x="955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4CB65EE-E0BD-CAF8-11D6-74E646107D51}"/>
                </a:ext>
              </a:extLst>
            </p:cNvPr>
            <p:cNvSpPr/>
            <p:nvPr/>
          </p:nvSpPr>
          <p:spPr>
            <a:xfrm>
              <a:off x="8445950" y="4203183"/>
              <a:ext cx="2388" cy="1910"/>
            </a:xfrm>
            <a:custGeom>
              <a:avLst/>
              <a:gdLst>
                <a:gd name="csX0" fmla="*/ 2389 w 2388"/>
                <a:gd name="csY0" fmla="*/ 1433 h 1910"/>
                <a:gd name="csX1" fmla="*/ 2389 w 2388"/>
                <a:gd name="csY1" fmla="*/ 1911 h 1910"/>
                <a:gd name="csX2" fmla="*/ 478 w 2388"/>
                <a:gd name="csY2" fmla="*/ 1433 h 1910"/>
                <a:gd name="csX3" fmla="*/ 0 w 2388"/>
                <a:gd name="csY3" fmla="*/ 0 h 1910"/>
                <a:gd name="csX4" fmla="*/ 955 w 2388"/>
                <a:gd name="csY4" fmla="*/ 0 h 1910"/>
                <a:gd name="csX5" fmla="*/ 1433 w 2388"/>
                <a:gd name="csY5" fmla="*/ 956 h 1910"/>
                <a:gd name="csX6" fmla="*/ 2389 w 2388"/>
                <a:gd name="csY6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910">
                  <a:moveTo>
                    <a:pt x="2389" y="1433"/>
                  </a:moveTo>
                  <a:lnTo>
                    <a:pt x="2389" y="1911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433" y="956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05703A75-A4B4-33FF-305F-FA2E7D900AA3}"/>
                </a:ext>
              </a:extLst>
            </p:cNvPr>
            <p:cNvSpPr/>
            <p:nvPr/>
          </p:nvSpPr>
          <p:spPr>
            <a:xfrm>
              <a:off x="8446428" y="3885493"/>
              <a:ext cx="1911" cy="2388"/>
            </a:xfrm>
            <a:custGeom>
              <a:avLst/>
              <a:gdLst>
                <a:gd name="csX0" fmla="*/ 1911 w 1911"/>
                <a:gd name="csY0" fmla="*/ 0 h 2388"/>
                <a:gd name="csX1" fmla="*/ 478 w 1911"/>
                <a:gd name="csY1" fmla="*/ 1433 h 2388"/>
                <a:gd name="csX2" fmla="*/ 0 w 1911"/>
                <a:gd name="csY2" fmla="*/ 2389 h 2388"/>
                <a:gd name="csX3" fmla="*/ 478 w 1911"/>
                <a:gd name="csY3" fmla="*/ 1433 h 2388"/>
                <a:gd name="csX4" fmla="*/ 1911 w 1911"/>
                <a:gd name="csY4" fmla="*/ 0 h 2388"/>
                <a:gd name="csX5" fmla="*/ 1911 w 1911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2388">
                  <a:moveTo>
                    <a:pt x="1911" y="0"/>
                  </a:moveTo>
                  <a:lnTo>
                    <a:pt x="478" y="1433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" name="Freeform 449">
              <a:extLst>
                <a:ext uri="{FF2B5EF4-FFF2-40B4-BE49-F238E27FC236}">
                  <a16:creationId xmlns:a16="http://schemas.microsoft.com/office/drawing/2014/main" id="{61EEAE7A-F088-2234-CD36-577189E24456}"/>
                </a:ext>
              </a:extLst>
            </p:cNvPr>
            <p:cNvSpPr/>
            <p:nvPr/>
          </p:nvSpPr>
          <p:spPr>
            <a:xfrm>
              <a:off x="8447383" y="3703956"/>
              <a:ext cx="478" cy="477"/>
            </a:xfrm>
            <a:custGeom>
              <a:avLst/>
              <a:gdLst>
                <a:gd name="csX0" fmla="*/ 0 w 478"/>
                <a:gd name="csY0" fmla="*/ 0 h 477"/>
                <a:gd name="csX1" fmla="*/ 478 w 478"/>
                <a:gd name="csY1" fmla="*/ 478 h 477"/>
                <a:gd name="csX2" fmla="*/ 478 w 478"/>
                <a:gd name="csY2" fmla="*/ 478 h 477"/>
                <a:gd name="csX3" fmla="*/ 0 w 47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477">
                  <a:moveTo>
                    <a:pt x="0" y="0"/>
                  </a:moveTo>
                  <a:lnTo>
                    <a:pt x="478" y="478"/>
                  </a:lnTo>
                  <a:lnTo>
                    <a:pt x="478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" name="Freeform 450">
              <a:extLst>
                <a:ext uri="{FF2B5EF4-FFF2-40B4-BE49-F238E27FC236}">
                  <a16:creationId xmlns:a16="http://schemas.microsoft.com/office/drawing/2014/main" id="{2A0B0D8C-541D-119B-5B55-2AFE73787476}"/>
                </a:ext>
              </a:extLst>
            </p:cNvPr>
            <p:cNvSpPr/>
            <p:nvPr/>
          </p:nvSpPr>
          <p:spPr>
            <a:xfrm>
              <a:off x="8445950" y="3887882"/>
              <a:ext cx="477" cy="2388"/>
            </a:xfrm>
            <a:custGeom>
              <a:avLst/>
              <a:gdLst>
                <a:gd name="csX0" fmla="*/ 478 w 477"/>
                <a:gd name="csY0" fmla="*/ 0 h 2388"/>
                <a:gd name="csX1" fmla="*/ 0 w 477"/>
                <a:gd name="csY1" fmla="*/ 1433 h 2388"/>
                <a:gd name="csX2" fmla="*/ 0 w 477"/>
                <a:gd name="csY2" fmla="*/ 2389 h 2388"/>
                <a:gd name="csX3" fmla="*/ 0 w 477"/>
                <a:gd name="csY3" fmla="*/ 2389 h 2388"/>
                <a:gd name="csX4" fmla="*/ 0 w 477"/>
                <a:gd name="csY4" fmla="*/ 1433 h 2388"/>
                <a:gd name="csX5" fmla="*/ 478 w 477"/>
                <a:gd name="csY5" fmla="*/ 478 h 2388"/>
                <a:gd name="csX6" fmla="*/ 478 w 477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2388">
                  <a:moveTo>
                    <a:pt x="478" y="0"/>
                  </a:moveTo>
                  <a:lnTo>
                    <a:pt x="0" y="1433"/>
                  </a:lnTo>
                  <a:lnTo>
                    <a:pt x="0" y="2389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" name="Freeform 451">
              <a:extLst>
                <a:ext uri="{FF2B5EF4-FFF2-40B4-BE49-F238E27FC236}">
                  <a16:creationId xmlns:a16="http://schemas.microsoft.com/office/drawing/2014/main" id="{A226BAB5-B319-C030-AFE8-880CFFFE1520}"/>
                </a:ext>
              </a:extLst>
            </p:cNvPr>
            <p:cNvSpPr/>
            <p:nvPr/>
          </p:nvSpPr>
          <p:spPr>
            <a:xfrm>
              <a:off x="8442128" y="4099038"/>
              <a:ext cx="3344" cy="6210"/>
            </a:xfrm>
            <a:custGeom>
              <a:avLst/>
              <a:gdLst>
                <a:gd name="csX0" fmla="*/ 3344 w 3344"/>
                <a:gd name="csY0" fmla="*/ 2866 h 6210"/>
                <a:gd name="csX1" fmla="*/ 2866 w 3344"/>
                <a:gd name="csY1" fmla="*/ 3822 h 6210"/>
                <a:gd name="csX2" fmla="*/ 1911 w 3344"/>
                <a:gd name="csY2" fmla="*/ 4299 h 6210"/>
                <a:gd name="csX3" fmla="*/ 1433 w 3344"/>
                <a:gd name="csY3" fmla="*/ 6210 h 6210"/>
                <a:gd name="csX4" fmla="*/ 956 w 3344"/>
                <a:gd name="csY4" fmla="*/ 6210 h 6210"/>
                <a:gd name="csX5" fmla="*/ 0 w 3344"/>
                <a:gd name="csY5" fmla="*/ 4299 h 6210"/>
                <a:gd name="csX6" fmla="*/ 0 w 3344"/>
                <a:gd name="csY6" fmla="*/ 3822 h 6210"/>
                <a:gd name="csX7" fmla="*/ 478 w 3344"/>
                <a:gd name="csY7" fmla="*/ 3344 h 6210"/>
                <a:gd name="csX8" fmla="*/ 1911 w 3344"/>
                <a:gd name="csY8" fmla="*/ 0 h 6210"/>
                <a:gd name="csX9" fmla="*/ 2389 w 3344"/>
                <a:gd name="csY9" fmla="*/ 1433 h 6210"/>
                <a:gd name="csX10" fmla="*/ 2866 w 3344"/>
                <a:gd name="csY10" fmla="*/ 2866 h 6210"/>
                <a:gd name="csX11" fmla="*/ 3344 w 3344"/>
                <a:gd name="csY11" fmla="*/ 286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4" h="6210">
                  <a:moveTo>
                    <a:pt x="3344" y="2866"/>
                  </a:moveTo>
                  <a:lnTo>
                    <a:pt x="2866" y="3822"/>
                  </a:lnTo>
                  <a:lnTo>
                    <a:pt x="1911" y="4299"/>
                  </a:lnTo>
                  <a:lnTo>
                    <a:pt x="1433" y="6210"/>
                  </a:lnTo>
                  <a:lnTo>
                    <a:pt x="956" y="6210"/>
                  </a:lnTo>
                  <a:lnTo>
                    <a:pt x="0" y="4299"/>
                  </a:lnTo>
                  <a:lnTo>
                    <a:pt x="0" y="3822"/>
                  </a:lnTo>
                  <a:lnTo>
                    <a:pt x="478" y="3344"/>
                  </a:lnTo>
                  <a:lnTo>
                    <a:pt x="1911" y="0"/>
                  </a:lnTo>
                  <a:lnTo>
                    <a:pt x="2389" y="1433"/>
                  </a:lnTo>
                  <a:lnTo>
                    <a:pt x="2866" y="2866"/>
                  </a:lnTo>
                  <a:lnTo>
                    <a:pt x="3344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" name="Freeform 452">
              <a:extLst>
                <a:ext uri="{FF2B5EF4-FFF2-40B4-BE49-F238E27FC236}">
                  <a16:creationId xmlns:a16="http://schemas.microsoft.com/office/drawing/2014/main" id="{19EF41FD-90FC-94EB-E58E-136EEAB7DD97}"/>
                </a:ext>
              </a:extLst>
            </p:cNvPr>
            <p:cNvSpPr/>
            <p:nvPr/>
          </p:nvSpPr>
          <p:spPr>
            <a:xfrm>
              <a:off x="8440695" y="3702045"/>
              <a:ext cx="2388" cy="1911"/>
            </a:xfrm>
            <a:custGeom>
              <a:avLst/>
              <a:gdLst>
                <a:gd name="csX0" fmla="*/ 1433 w 2388"/>
                <a:gd name="csY0" fmla="*/ 478 h 1911"/>
                <a:gd name="csX1" fmla="*/ 2389 w 2388"/>
                <a:gd name="csY1" fmla="*/ 1911 h 1911"/>
                <a:gd name="csX2" fmla="*/ 2389 w 2388"/>
                <a:gd name="csY2" fmla="*/ 1911 h 1911"/>
                <a:gd name="csX3" fmla="*/ 1433 w 2388"/>
                <a:gd name="csY3" fmla="*/ 478 h 1911"/>
                <a:gd name="csX4" fmla="*/ 0 w 2388"/>
                <a:gd name="csY4" fmla="*/ 0 h 1911"/>
                <a:gd name="csX5" fmla="*/ 0 w 2388"/>
                <a:gd name="csY5" fmla="*/ 0 h 1911"/>
                <a:gd name="csX6" fmla="*/ 1433 w 2388"/>
                <a:gd name="csY6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911">
                  <a:moveTo>
                    <a:pt x="1433" y="478"/>
                  </a:moveTo>
                  <a:lnTo>
                    <a:pt x="2389" y="1911"/>
                  </a:lnTo>
                  <a:lnTo>
                    <a:pt x="2389" y="1911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1C7F4581-2BAB-3E6D-3EE6-CCAB9243EF35}"/>
                </a:ext>
              </a:extLst>
            </p:cNvPr>
            <p:cNvSpPr/>
            <p:nvPr/>
          </p:nvSpPr>
          <p:spPr>
            <a:xfrm>
              <a:off x="8439739" y="4208916"/>
              <a:ext cx="2388" cy="3821"/>
            </a:xfrm>
            <a:custGeom>
              <a:avLst/>
              <a:gdLst>
                <a:gd name="csX0" fmla="*/ 1911 w 2388"/>
                <a:gd name="csY0" fmla="*/ 1911 h 3821"/>
                <a:gd name="csX1" fmla="*/ 2389 w 2388"/>
                <a:gd name="csY1" fmla="*/ 2866 h 3821"/>
                <a:gd name="csX2" fmla="*/ 2389 w 2388"/>
                <a:gd name="csY2" fmla="*/ 3822 h 3821"/>
                <a:gd name="csX3" fmla="*/ 1433 w 2388"/>
                <a:gd name="csY3" fmla="*/ 3822 h 3821"/>
                <a:gd name="csX4" fmla="*/ 478 w 2388"/>
                <a:gd name="csY4" fmla="*/ 3344 h 3821"/>
                <a:gd name="csX5" fmla="*/ 0 w 2388"/>
                <a:gd name="csY5" fmla="*/ 955 h 3821"/>
                <a:gd name="csX6" fmla="*/ 478 w 2388"/>
                <a:gd name="csY6" fmla="*/ 0 h 3821"/>
                <a:gd name="csX7" fmla="*/ 1433 w 2388"/>
                <a:gd name="csY7" fmla="*/ 0 h 3821"/>
                <a:gd name="csX8" fmla="*/ 1911 w 2388"/>
                <a:gd name="csY8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3821">
                  <a:moveTo>
                    <a:pt x="1911" y="1911"/>
                  </a:moveTo>
                  <a:lnTo>
                    <a:pt x="2389" y="2866"/>
                  </a:lnTo>
                  <a:lnTo>
                    <a:pt x="2389" y="3822"/>
                  </a:lnTo>
                  <a:lnTo>
                    <a:pt x="1433" y="3822"/>
                  </a:lnTo>
                  <a:lnTo>
                    <a:pt x="478" y="3344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4C5BAE63-DEF8-6B4B-24EA-42A08EB19B30}"/>
                </a:ext>
              </a:extLst>
            </p:cNvPr>
            <p:cNvSpPr/>
            <p:nvPr/>
          </p:nvSpPr>
          <p:spPr>
            <a:xfrm>
              <a:off x="8440217" y="3894092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0 w 955"/>
                <a:gd name="csY1" fmla="*/ 956 h 955"/>
                <a:gd name="csX2" fmla="*/ 956 w 955"/>
                <a:gd name="csY2" fmla="*/ 0 h 955"/>
                <a:gd name="csX3" fmla="*/ 956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0" y="956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F3422844-9DB6-BFE6-115B-8D00BFA585ED}"/>
                </a:ext>
              </a:extLst>
            </p:cNvPr>
            <p:cNvSpPr/>
            <p:nvPr/>
          </p:nvSpPr>
          <p:spPr>
            <a:xfrm>
              <a:off x="8410598" y="4694767"/>
              <a:ext cx="29141" cy="55894"/>
            </a:xfrm>
            <a:custGeom>
              <a:avLst/>
              <a:gdLst>
                <a:gd name="csX0" fmla="*/ 28664 w 29141"/>
                <a:gd name="csY0" fmla="*/ 34874 h 55894"/>
                <a:gd name="csX1" fmla="*/ 29141 w 29141"/>
                <a:gd name="csY1" fmla="*/ 35830 h 55894"/>
                <a:gd name="csX2" fmla="*/ 22453 w 29141"/>
                <a:gd name="csY2" fmla="*/ 33919 h 55894"/>
                <a:gd name="csX3" fmla="*/ 20543 w 29141"/>
                <a:gd name="csY3" fmla="*/ 32963 h 55894"/>
                <a:gd name="csX4" fmla="*/ 18154 w 29141"/>
                <a:gd name="csY4" fmla="*/ 32486 h 55894"/>
                <a:gd name="csX5" fmla="*/ 15765 w 29141"/>
                <a:gd name="csY5" fmla="*/ 32486 h 55894"/>
                <a:gd name="csX6" fmla="*/ 13854 w 29141"/>
                <a:gd name="csY6" fmla="*/ 31530 h 55894"/>
                <a:gd name="csX7" fmla="*/ 10988 w 29141"/>
                <a:gd name="csY7" fmla="*/ 31052 h 55894"/>
                <a:gd name="csX8" fmla="*/ 10032 w 29141"/>
                <a:gd name="csY8" fmla="*/ 32008 h 55894"/>
                <a:gd name="csX9" fmla="*/ 9555 w 29141"/>
                <a:gd name="csY9" fmla="*/ 32963 h 55894"/>
                <a:gd name="csX10" fmla="*/ 9555 w 29141"/>
                <a:gd name="csY10" fmla="*/ 34397 h 55894"/>
                <a:gd name="csX11" fmla="*/ 10032 w 29141"/>
                <a:gd name="csY11" fmla="*/ 36308 h 55894"/>
                <a:gd name="csX12" fmla="*/ 9555 w 29141"/>
                <a:gd name="csY12" fmla="*/ 37263 h 55894"/>
                <a:gd name="csX13" fmla="*/ 9555 w 29141"/>
                <a:gd name="csY13" fmla="*/ 38696 h 55894"/>
                <a:gd name="csX14" fmla="*/ 10988 w 29141"/>
                <a:gd name="csY14" fmla="*/ 44429 h 55894"/>
                <a:gd name="csX15" fmla="*/ 13377 w 29141"/>
                <a:gd name="csY15" fmla="*/ 48728 h 55894"/>
                <a:gd name="csX16" fmla="*/ 16721 w 29141"/>
                <a:gd name="csY16" fmla="*/ 53028 h 55894"/>
                <a:gd name="csX17" fmla="*/ 18154 w 29141"/>
                <a:gd name="csY17" fmla="*/ 54461 h 55894"/>
                <a:gd name="csX18" fmla="*/ 20064 w 29141"/>
                <a:gd name="csY18" fmla="*/ 55894 h 55894"/>
                <a:gd name="csX19" fmla="*/ 17198 w 29141"/>
                <a:gd name="csY19" fmla="*/ 55417 h 55894"/>
                <a:gd name="csX20" fmla="*/ 16243 w 29141"/>
                <a:gd name="csY20" fmla="*/ 53984 h 55894"/>
                <a:gd name="csX21" fmla="*/ 12421 w 29141"/>
                <a:gd name="csY21" fmla="*/ 52550 h 55894"/>
                <a:gd name="csX22" fmla="*/ 11943 w 29141"/>
                <a:gd name="csY22" fmla="*/ 51595 h 55894"/>
                <a:gd name="csX23" fmla="*/ 9555 w 29141"/>
                <a:gd name="csY23" fmla="*/ 47295 h 55894"/>
                <a:gd name="csX24" fmla="*/ 8599 w 29141"/>
                <a:gd name="csY24" fmla="*/ 46818 h 55894"/>
                <a:gd name="csX25" fmla="*/ 6211 w 29141"/>
                <a:gd name="csY25" fmla="*/ 45384 h 55894"/>
                <a:gd name="csX26" fmla="*/ 5255 w 29141"/>
                <a:gd name="csY26" fmla="*/ 44429 h 55894"/>
                <a:gd name="csX27" fmla="*/ 5255 w 29141"/>
                <a:gd name="csY27" fmla="*/ 42518 h 55894"/>
                <a:gd name="csX28" fmla="*/ 5255 w 29141"/>
                <a:gd name="csY28" fmla="*/ 41085 h 55894"/>
                <a:gd name="csX29" fmla="*/ 5255 w 29141"/>
                <a:gd name="csY29" fmla="*/ 39174 h 55894"/>
                <a:gd name="csX30" fmla="*/ 5255 w 29141"/>
                <a:gd name="csY30" fmla="*/ 37263 h 55894"/>
                <a:gd name="csX31" fmla="*/ 5733 w 29141"/>
                <a:gd name="csY31" fmla="*/ 34397 h 55894"/>
                <a:gd name="csX32" fmla="*/ 4777 w 29141"/>
                <a:gd name="csY32" fmla="*/ 33919 h 55894"/>
                <a:gd name="csX33" fmla="*/ 3822 w 29141"/>
                <a:gd name="csY33" fmla="*/ 32963 h 55894"/>
                <a:gd name="csX34" fmla="*/ 2866 w 29141"/>
                <a:gd name="csY34" fmla="*/ 31052 h 55894"/>
                <a:gd name="csX35" fmla="*/ 2389 w 29141"/>
                <a:gd name="csY35" fmla="*/ 28664 h 55894"/>
                <a:gd name="csX36" fmla="*/ 2389 w 29141"/>
                <a:gd name="csY36" fmla="*/ 27709 h 55894"/>
                <a:gd name="csX37" fmla="*/ 2866 w 29141"/>
                <a:gd name="csY37" fmla="*/ 26275 h 55894"/>
                <a:gd name="csX38" fmla="*/ 3822 w 29141"/>
                <a:gd name="csY38" fmla="*/ 25320 h 55894"/>
                <a:gd name="csX39" fmla="*/ 3822 w 29141"/>
                <a:gd name="csY39" fmla="*/ 24364 h 55894"/>
                <a:gd name="csX40" fmla="*/ 1911 w 29141"/>
                <a:gd name="csY40" fmla="*/ 22931 h 55894"/>
                <a:gd name="csX41" fmla="*/ 0 w 29141"/>
                <a:gd name="csY41" fmla="*/ 19109 h 55894"/>
                <a:gd name="csX42" fmla="*/ 0 w 29141"/>
                <a:gd name="csY42" fmla="*/ 17198 h 55894"/>
                <a:gd name="csX43" fmla="*/ 2389 w 29141"/>
                <a:gd name="csY43" fmla="*/ 13377 h 55894"/>
                <a:gd name="csX44" fmla="*/ 2389 w 29141"/>
                <a:gd name="csY44" fmla="*/ 11466 h 55894"/>
                <a:gd name="csX45" fmla="*/ 2866 w 29141"/>
                <a:gd name="csY45" fmla="*/ 10510 h 55894"/>
                <a:gd name="csX46" fmla="*/ 2866 w 29141"/>
                <a:gd name="csY46" fmla="*/ 9077 h 55894"/>
                <a:gd name="csX47" fmla="*/ 4300 w 29141"/>
                <a:gd name="csY47" fmla="*/ 6688 h 55894"/>
                <a:gd name="csX48" fmla="*/ 6211 w 29141"/>
                <a:gd name="csY48" fmla="*/ 4300 h 55894"/>
                <a:gd name="csX49" fmla="*/ 9555 w 29141"/>
                <a:gd name="csY49" fmla="*/ 956 h 55894"/>
                <a:gd name="csX50" fmla="*/ 10988 w 29141"/>
                <a:gd name="csY50" fmla="*/ 478 h 55894"/>
                <a:gd name="csX51" fmla="*/ 12421 w 29141"/>
                <a:gd name="csY51" fmla="*/ 0 h 55894"/>
                <a:gd name="csX52" fmla="*/ 12421 w 29141"/>
                <a:gd name="csY52" fmla="*/ 956 h 55894"/>
                <a:gd name="csX53" fmla="*/ 11943 w 29141"/>
                <a:gd name="csY53" fmla="*/ 1433 h 55894"/>
                <a:gd name="csX54" fmla="*/ 9555 w 29141"/>
                <a:gd name="csY54" fmla="*/ 4777 h 55894"/>
                <a:gd name="csX55" fmla="*/ 9555 w 29141"/>
                <a:gd name="csY55" fmla="*/ 5255 h 55894"/>
                <a:gd name="csX56" fmla="*/ 9077 w 29141"/>
                <a:gd name="csY56" fmla="*/ 6688 h 55894"/>
                <a:gd name="csX57" fmla="*/ 10510 w 29141"/>
                <a:gd name="csY57" fmla="*/ 7644 h 55894"/>
                <a:gd name="csX58" fmla="*/ 11943 w 29141"/>
                <a:gd name="csY58" fmla="*/ 9077 h 55894"/>
                <a:gd name="csX59" fmla="*/ 11943 w 29141"/>
                <a:gd name="csY59" fmla="*/ 10988 h 55894"/>
                <a:gd name="csX60" fmla="*/ 11943 w 29141"/>
                <a:gd name="csY60" fmla="*/ 13377 h 55894"/>
                <a:gd name="csX61" fmla="*/ 11943 w 29141"/>
                <a:gd name="csY61" fmla="*/ 15765 h 55894"/>
                <a:gd name="csX62" fmla="*/ 11466 w 29141"/>
                <a:gd name="csY62" fmla="*/ 16721 h 55894"/>
                <a:gd name="csX63" fmla="*/ 9077 w 29141"/>
                <a:gd name="csY63" fmla="*/ 18632 h 55894"/>
                <a:gd name="csX64" fmla="*/ 4777 w 29141"/>
                <a:gd name="csY64" fmla="*/ 21498 h 55894"/>
                <a:gd name="csX65" fmla="*/ 4300 w 29141"/>
                <a:gd name="csY65" fmla="*/ 21976 h 55894"/>
                <a:gd name="csX66" fmla="*/ 4300 w 29141"/>
                <a:gd name="csY66" fmla="*/ 22931 h 55894"/>
                <a:gd name="csX67" fmla="*/ 5255 w 29141"/>
                <a:gd name="csY67" fmla="*/ 23886 h 55894"/>
                <a:gd name="csX68" fmla="*/ 6211 w 29141"/>
                <a:gd name="csY68" fmla="*/ 24364 h 55894"/>
                <a:gd name="csX69" fmla="*/ 7644 w 29141"/>
                <a:gd name="csY69" fmla="*/ 24842 h 55894"/>
                <a:gd name="csX70" fmla="*/ 9077 w 29141"/>
                <a:gd name="csY70" fmla="*/ 24842 h 55894"/>
                <a:gd name="csX71" fmla="*/ 10032 w 29141"/>
                <a:gd name="csY71" fmla="*/ 23886 h 55894"/>
                <a:gd name="csX72" fmla="*/ 10032 w 29141"/>
                <a:gd name="csY72" fmla="*/ 22931 h 55894"/>
                <a:gd name="csX73" fmla="*/ 10988 w 29141"/>
                <a:gd name="csY73" fmla="*/ 21020 h 55894"/>
                <a:gd name="csX74" fmla="*/ 12421 w 29141"/>
                <a:gd name="csY74" fmla="*/ 19587 h 55894"/>
                <a:gd name="csX75" fmla="*/ 13854 w 29141"/>
                <a:gd name="csY75" fmla="*/ 19587 h 55894"/>
                <a:gd name="csX76" fmla="*/ 14809 w 29141"/>
                <a:gd name="csY76" fmla="*/ 19109 h 55894"/>
                <a:gd name="csX77" fmla="*/ 14332 w 29141"/>
                <a:gd name="csY77" fmla="*/ 17198 h 55894"/>
                <a:gd name="csX78" fmla="*/ 14809 w 29141"/>
                <a:gd name="csY78" fmla="*/ 16243 h 55894"/>
                <a:gd name="csX79" fmla="*/ 15765 w 29141"/>
                <a:gd name="csY79" fmla="*/ 14332 h 55894"/>
                <a:gd name="csX80" fmla="*/ 20064 w 29141"/>
                <a:gd name="csY80" fmla="*/ 12421 h 55894"/>
                <a:gd name="csX81" fmla="*/ 21975 w 29141"/>
                <a:gd name="csY81" fmla="*/ 11466 h 55894"/>
                <a:gd name="csX82" fmla="*/ 25320 w 29141"/>
                <a:gd name="csY82" fmla="*/ 11466 h 55894"/>
                <a:gd name="csX83" fmla="*/ 25320 w 29141"/>
                <a:gd name="csY83" fmla="*/ 12421 h 55894"/>
                <a:gd name="csX84" fmla="*/ 25320 w 29141"/>
                <a:gd name="csY84" fmla="*/ 13377 h 55894"/>
                <a:gd name="csX85" fmla="*/ 25798 w 29141"/>
                <a:gd name="csY85" fmla="*/ 15287 h 55894"/>
                <a:gd name="csX86" fmla="*/ 25320 w 29141"/>
                <a:gd name="csY86" fmla="*/ 19587 h 55894"/>
                <a:gd name="csX87" fmla="*/ 24842 w 29141"/>
                <a:gd name="csY87" fmla="*/ 20543 h 55894"/>
                <a:gd name="csX88" fmla="*/ 21498 w 29141"/>
                <a:gd name="csY88" fmla="*/ 21976 h 55894"/>
                <a:gd name="csX89" fmla="*/ 18154 w 29141"/>
                <a:gd name="csY89" fmla="*/ 23409 h 55894"/>
                <a:gd name="csX90" fmla="*/ 17198 w 29141"/>
                <a:gd name="csY90" fmla="*/ 23886 h 55894"/>
                <a:gd name="csX91" fmla="*/ 16721 w 29141"/>
                <a:gd name="csY91" fmla="*/ 25320 h 55894"/>
                <a:gd name="csX92" fmla="*/ 16721 w 29141"/>
                <a:gd name="csY92" fmla="*/ 26753 h 55894"/>
                <a:gd name="csX93" fmla="*/ 19587 w 29141"/>
                <a:gd name="csY93" fmla="*/ 28186 h 55894"/>
                <a:gd name="csX94" fmla="*/ 23886 w 29141"/>
                <a:gd name="csY94" fmla="*/ 30097 h 55894"/>
                <a:gd name="csX95" fmla="*/ 24364 w 29141"/>
                <a:gd name="csY95" fmla="*/ 30575 h 55894"/>
                <a:gd name="csX96" fmla="*/ 24842 w 29141"/>
                <a:gd name="csY96" fmla="*/ 32008 h 55894"/>
                <a:gd name="csX97" fmla="*/ 25320 w 29141"/>
                <a:gd name="csY97" fmla="*/ 33441 h 55894"/>
                <a:gd name="csX98" fmla="*/ 26275 w 29141"/>
                <a:gd name="csY98" fmla="*/ 33919 h 55894"/>
                <a:gd name="csX99" fmla="*/ 27709 w 29141"/>
                <a:gd name="csY99" fmla="*/ 34397 h 55894"/>
                <a:gd name="csX100" fmla="*/ 28664 w 29141"/>
                <a:gd name="csY100" fmla="*/ 34874 h 5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29141" h="55894">
                  <a:moveTo>
                    <a:pt x="28664" y="34874"/>
                  </a:moveTo>
                  <a:lnTo>
                    <a:pt x="29141" y="35830"/>
                  </a:lnTo>
                  <a:lnTo>
                    <a:pt x="22453" y="33919"/>
                  </a:lnTo>
                  <a:lnTo>
                    <a:pt x="20543" y="32963"/>
                  </a:lnTo>
                  <a:lnTo>
                    <a:pt x="18154" y="32486"/>
                  </a:lnTo>
                  <a:lnTo>
                    <a:pt x="15765" y="32486"/>
                  </a:lnTo>
                  <a:lnTo>
                    <a:pt x="13854" y="31530"/>
                  </a:lnTo>
                  <a:lnTo>
                    <a:pt x="10988" y="31052"/>
                  </a:lnTo>
                  <a:lnTo>
                    <a:pt x="10032" y="32008"/>
                  </a:lnTo>
                  <a:lnTo>
                    <a:pt x="9555" y="32963"/>
                  </a:lnTo>
                  <a:lnTo>
                    <a:pt x="9555" y="34397"/>
                  </a:lnTo>
                  <a:lnTo>
                    <a:pt x="10032" y="36308"/>
                  </a:lnTo>
                  <a:lnTo>
                    <a:pt x="9555" y="37263"/>
                  </a:lnTo>
                  <a:lnTo>
                    <a:pt x="9555" y="38696"/>
                  </a:lnTo>
                  <a:lnTo>
                    <a:pt x="10988" y="44429"/>
                  </a:lnTo>
                  <a:lnTo>
                    <a:pt x="13377" y="48728"/>
                  </a:lnTo>
                  <a:lnTo>
                    <a:pt x="16721" y="53028"/>
                  </a:lnTo>
                  <a:lnTo>
                    <a:pt x="18154" y="54461"/>
                  </a:lnTo>
                  <a:lnTo>
                    <a:pt x="20064" y="55894"/>
                  </a:lnTo>
                  <a:lnTo>
                    <a:pt x="17198" y="55417"/>
                  </a:lnTo>
                  <a:lnTo>
                    <a:pt x="16243" y="53984"/>
                  </a:lnTo>
                  <a:lnTo>
                    <a:pt x="12421" y="52550"/>
                  </a:lnTo>
                  <a:lnTo>
                    <a:pt x="11943" y="51595"/>
                  </a:lnTo>
                  <a:lnTo>
                    <a:pt x="9555" y="47295"/>
                  </a:lnTo>
                  <a:lnTo>
                    <a:pt x="8599" y="46818"/>
                  </a:lnTo>
                  <a:lnTo>
                    <a:pt x="6211" y="45384"/>
                  </a:lnTo>
                  <a:lnTo>
                    <a:pt x="5255" y="44429"/>
                  </a:lnTo>
                  <a:lnTo>
                    <a:pt x="5255" y="42518"/>
                  </a:lnTo>
                  <a:lnTo>
                    <a:pt x="5255" y="41085"/>
                  </a:lnTo>
                  <a:lnTo>
                    <a:pt x="5255" y="39174"/>
                  </a:lnTo>
                  <a:lnTo>
                    <a:pt x="5255" y="37263"/>
                  </a:lnTo>
                  <a:lnTo>
                    <a:pt x="5733" y="34397"/>
                  </a:lnTo>
                  <a:lnTo>
                    <a:pt x="4777" y="33919"/>
                  </a:lnTo>
                  <a:lnTo>
                    <a:pt x="3822" y="32963"/>
                  </a:lnTo>
                  <a:lnTo>
                    <a:pt x="2866" y="31052"/>
                  </a:lnTo>
                  <a:lnTo>
                    <a:pt x="2389" y="28664"/>
                  </a:lnTo>
                  <a:lnTo>
                    <a:pt x="2389" y="27709"/>
                  </a:lnTo>
                  <a:lnTo>
                    <a:pt x="2866" y="26275"/>
                  </a:lnTo>
                  <a:lnTo>
                    <a:pt x="3822" y="25320"/>
                  </a:lnTo>
                  <a:lnTo>
                    <a:pt x="3822" y="24364"/>
                  </a:lnTo>
                  <a:lnTo>
                    <a:pt x="1911" y="22931"/>
                  </a:lnTo>
                  <a:lnTo>
                    <a:pt x="0" y="19109"/>
                  </a:lnTo>
                  <a:lnTo>
                    <a:pt x="0" y="17198"/>
                  </a:lnTo>
                  <a:lnTo>
                    <a:pt x="2389" y="13377"/>
                  </a:lnTo>
                  <a:lnTo>
                    <a:pt x="2389" y="11466"/>
                  </a:lnTo>
                  <a:lnTo>
                    <a:pt x="2866" y="10510"/>
                  </a:lnTo>
                  <a:lnTo>
                    <a:pt x="2866" y="9077"/>
                  </a:lnTo>
                  <a:lnTo>
                    <a:pt x="4300" y="6688"/>
                  </a:lnTo>
                  <a:lnTo>
                    <a:pt x="6211" y="4300"/>
                  </a:lnTo>
                  <a:lnTo>
                    <a:pt x="9555" y="956"/>
                  </a:lnTo>
                  <a:lnTo>
                    <a:pt x="10988" y="478"/>
                  </a:lnTo>
                  <a:lnTo>
                    <a:pt x="12421" y="0"/>
                  </a:lnTo>
                  <a:lnTo>
                    <a:pt x="12421" y="956"/>
                  </a:lnTo>
                  <a:lnTo>
                    <a:pt x="11943" y="1433"/>
                  </a:lnTo>
                  <a:lnTo>
                    <a:pt x="9555" y="4777"/>
                  </a:lnTo>
                  <a:lnTo>
                    <a:pt x="9555" y="5255"/>
                  </a:lnTo>
                  <a:lnTo>
                    <a:pt x="9077" y="6688"/>
                  </a:lnTo>
                  <a:lnTo>
                    <a:pt x="10510" y="7644"/>
                  </a:lnTo>
                  <a:lnTo>
                    <a:pt x="11943" y="9077"/>
                  </a:lnTo>
                  <a:lnTo>
                    <a:pt x="11943" y="10988"/>
                  </a:lnTo>
                  <a:lnTo>
                    <a:pt x="11943" y="13377"/>
                  </a:lnTo>
                  <a:lnTo>
                    <a:pt x="11943" y="15765"/>
                  </a:lnTo>
                  <a:lnTo>
                    <a:pt x="11466" y="16721"/>
                  </a:lnTo>
                  <a:lnTo>
                    <a:pt x="9077" y="18632"/>
                  </a:lnTo>
                  <a:lnTo>
                    <a:pt x="4777" y="21498"/>
                  </a:lnTo>
                  <a:lnTo>
                    <a:pt x="4300" y="21976"/>
                  </a:lnTo>
                  <a:lnTo>
                    <a:pt x="4300" y="22931"/>
                  </a:lnTo>
                  <a:lnTo>
                    <a:pt x="5255" y="23886"/>
                  </a:lnTo>
                  <a:lnTo>
                    <a:pt x="6211" y="24364"/>
                  </a:lnTo>
                  <a:lnTo>
                    <a:pt x="7644" y="24842"/>
                  </a:lnTo>
                  <a:lnTo>
                    <a:pt x="9077" y="24842"/>
                  </a:lnTo>
                  <a:lnTo>
                    <a:pt x="10032" y="23886"/>
                  </a:lnTo>
                  <a:lnTo>
                    <a:pt x="10032" y="22931"/>
                  </a:lnTo>
                  <a:lnTo>
                    <a:pt x="10988" y="21020"/>
                  </a:lnTo>
                  <a:lnTo>
                    <a:pt x="12421" y="19587"/>
                  </a:lnTo>
                  <a:lnTo>
                    <a:pt x="13854" y="19587"/>
                  </a:lnTo>
                  <a:lnTo>
                    <a:pt x="14809" y="19109"/>
                  </a:lnTo>
                  <a:lnTo>
                    <a:pt x="14332" y="17198"/>
                  </a:lnTo>
                  <a:lnTo>
                    <a:pt x="14809" y="16243"/>
                  </a:lnTo>
                  <a:lnTo>
                    <a:pt x="15765" y="14332"/>
                  </a:lnTo>
                  <a:lnTo>
                    <a:pt x="20064" y="12421"/>
                  </a:lnTo>
                  <a:lnTo>
                    <a:pt x="21975" y="11466"/>
                  </a:lnTo>
                  <a:lnTo>
                    <a:pt x="25320" y="11466"/>
                  </a:lnTo>
                  <a:lnTo>
                    <a:pt x="25320" y="12421"/>
                  </a:lnTo>
                  <a:lnTo>
                    <a:pt x="25320" y="13377"/>
                  </a:lnTo>
                  <a:lnTo>
                    <a:pt x="25798" y="15287"/>
                  </a:lnTo>
                  <a:lnTo>
                    <a:pt x="25320" y="19587"/>
                  </a:lnTo>
                  <a:lnTo>
                    <a:pt x="24842" y="20543"/>
                  </a:lnTo>
                  <a:lnTo>
                    <a:pt x="21498" y="21976"/>
                  </a:lnTo>
                  <a:lnTo>
                    <a:pt x="18154" y="23409"/>
                  </a:lnTo>
                  <a:lnTo>
                    <a:pt x="17198" y="23886"/>
                  </a:lnTo>
                  <a:lnTo>
                    <a:pt x="16721" y="25320"/>
                  </a:lnTo>
                  <a:lnTo>
                    <a:pt x="16721" y="26753"/>
                  </a:lnTo>
                  <a:lnTo>
                    <a:pt x="19587" y="28186"/>
                  </a:lnTo>
                  <a:lnTo>
                    <a:pt x="23886" y="30097"/>
                  </a:lnTo>
                  <a:lnTo>
                    <a:pt x="24364" y="30575"/>
                  </a:lnTo>
                  <a:lnTo>
                    <a:pt x="24842" y="32008"/>
                  </a:lnTo>
                  <a:lnTo>
                    <a:pt x="25320" y="33441"/>
                  </a:lnTo>
                  <a:lnTo>
                    <a:pt x="26275" y="33919"/>
                  </a:lnTo>
                  <a:lnTo>
                    <a:pt x="27709" y="34397"/>
                  </a:lnTo>
                  <a:lnTo>
                    <a:pt x="28664" y="3487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89576F1F-789C-DB0B-6F6F-E1F136F78E40}"/>
                </a:ext>
              </a:extLst>
            </p:cNvPr>
            <p:cNvSpPr/>
            <p:nvPr/>
          </p:nvSpPr>
          <p:spPr>
            <a:xfrm>
              <a:off x="8434962" y="4106204"/>
              <a:ext cx="4777" cy="4299"/>
            </a:xfrm>
            <a:custGeom>
              <a:avLst/>
              <a:gdLst>
                <a:gd name="csX0" fmla="*/ 4777 w 4777"/>
                <a:gd name="csY0" fmla="*/ 2389 h 4299"/>
                <a:gd name="csX1" fmla="*/ 4777 w 4777"/>
                <a:gd name="csY1" fmla="*/ 2866 h 4299"/>
                <a:gd name="csX2" fmla="*/ 3344 w 4777"/>
                <a:gd name="csY2" fmla="*/ 3344 h 4299"/>
                <a:gd name="csX3" fmla="*/ 2866 w 4777"/>
                <a:gd name="csY3" fmla="*/ 3344 h 4299"/>
                <a:gd name="csX4" fmla="*/ 1911 w 4777"/>
                <a:gd name="csY4" fmla="*/ 4299 h 4299"/>
                <a:gd name="csX5" fmla="*/ 956 w 4777"/>
                <a:gd name="csY5" fmla="*/ 4299 h 4299"/>
                <a:gd name="csX6" fmla="*/ 0 w 4777"/>
                <a:gd name="csY6" fmla="*/ 3822 h 4299"/>
                <a:gd name="csX7" fmla="*/ 0 w 4777"/>
                <a:gd name="csY7" fmla="*/ 2866 h 4299"/>
                <a:gd name="csX8" fmla="*/ 478 w 4777"/>
                <a:gd name="csY8" fmla="*/ 0 h 4299"/>
                <a:gd name="csX9" fmla="*/ 956 w 4777"/>
                <a:gd name="csY9" fmla="*/ 955 h 4299"/>
                <a:gd name="csX10" fmla="*/ 2389 w 4777"/>
                <a:gd name="csY10" fmla="*/ 478 h 4299"/>
                <a:gd name="csX11" fmla="*/ 3344 w 4777"/>
                <a:gd name="csY11" fmla="*/ 478 h 4299"/>
                <a:gd name="csX12" fmla="*/ 3822 w 4777"/>
                <a:gd name="csY12" fmla="*/ 478 h 4299"/>
                <a:gd name="csX13" fmla="*/ 4777 w 4777"/>
                <a:gd name="csY13" fmla="*/ 238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777" h="4299">
                  <a:moveTo>
                    <a:pt x="4777" y="2389"/>
                  </a:moveTo>
                  <a:lnTo>
                    <a:pt x="4777" y="2866"/>
                  </a:lnTo>
                  <a:lnTo>
                    <a:pt x="3344" y="3344"/>
                  </a:lnTo>
                  <a:lnTo>
                    <a:pt x="2866" y="3344"/>
                  </a:lnTo>
                  <a:lnTo>
                    <a:pt x="1911" y="4299"/>
                  </a:lnTo>
                  <a:lnTo>
                    <a:pt x="956" y="4299"/>
                  </a:lnTo>
                  <a:lnTo>
                    <a:pt x="0" y="3822"/>
                  </a:lnTo>
                  <a:lnTo>
                    <a:pt x="0" y="2866"/>
                  </a:lnTo>
                  <a:lnTo>
                    <a:pt x="478" y="0"/>
                  </a:lnTo>
                  <a:lnTo>
                    <a:pt x="956" y="955"/>
                  </a:lnTo>
                  <a:lnTo>
                    <a:pt x="2389" y="478"/>
                  </a:lnTo>
                  <a:lnTo>
                    <a:pt x="3344" y="478"/>
                  </a:lnTo>
                  <a:lnTo>
                    <a:pt x="3822" y="478"/>
                  </a:lnTo>
                  <a:lnTo>
                    <a:pt x="477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9B6C9001-38F8-030E-85A2-BC7CB8D55EAA}"/>
                </a:ext>
              </a:extLst>
            </p:cNvPr>
            <p:cNvSpPr/>
            <p:nvPr/>
          </p:nvSpPr>
          <p:spPr>
            <a:xfrm>
              <a:off x="8436396" y="3697745"/>
              <a:ext cx="1911" cy="3821"/>
            </a:xfrm>
            <a:custGeom>
              <a:avLst/>
              <a:gdLst>
                <a:gd name="csX0" fmla="*/ 1911 w 1911"/>
                <a:gd name="csY0" fmla="*/ 3822 h 3821"/>
                <a:gd name="csX1" fmla="*/ 1911 w 1911"/>
                <a:gd name="csY1" fmla="*/ 3822 h 3821"/>
                <a:gd name="csX2" fmla="*/ 955 w 1911"/>
                <a:gd name="csY2" fmla="*/ 2866 h 3821"/>
                <a:gd name="csX3" fmla="*/ 1433 w 1911"/>
                <a:gd name="csY3" fmla="*/ 1433 h 3821"/>
                <a:gd name="csX4" fmla="*/ 955 w 1911"/>
                <a:gd name="csY4" fmla="*/ 478 h 3821"/>
                <a:gd name="csX5" fmla="*/ 0 w 1911"/>
                <a:gd name="csY5" fmla="*/ 0 h 3821"/>
                <a:gd name="csX6" fmla="*/ 955 w 1911"/>
                <a:gd name="csY6" fmla="*/ 478 h 3821"/>
                <a:gd name="csX7" fmla="*/ 1433 w 1911"/>
                <a:gd name="csY7" fmla="*/ 1433 h 3821"/>
                <a:gd name="csX8" fmla="*/ 955 w 1911"/>
                <a:gd name="csY8" fmla="*/ 2866 h 3821"/>
                <a:gd name="csX9" fmla="*/ 1911 w 1911"/>
                <a:gd name="csY9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1" h="3821">
                  <a:moveTo>
                    <a:pt x="1911" y="3822"/>
                  </a:moveTo>
                  <a:lnTo>
                    <a:pt x="1911" y="3822"/>
                  </a:lnTo>
                  <a:lnTo>
                    <a:pt x="955" y="2866"/>
                  </a:lnTo>
                  <a:lnTo>
                    <a:pt x="1433" y="1433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1433" y="1433"/>
                  </a:lnTo>
                  <a:lnTo>
                    <a:pt x="955" y="2866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" name="Freeform 458">
              <a:extLst>
                <a:ext uri="{FF2B5EF4-FFF2-40B4-BE49-F238E27FC236}">
                  <a16:creationId xmlns:a16="http://schemas.microsoft.com/office/drawing/2014/main" id="{6057D351-B6BC-7677-3905-0049E410223E}"/>
                </a:ext>
              </a:extLst>
            </p:cNvPr>
            <p:cNvSpPr/>
            <p:nvPr/>
          </p:nvSpPr>
          <p:spPr>
            <a:xfrm>
              <a:off x="8431618" y="4057953"/>
              <a:ext cx="5254" cy="5732"/>
            </a:xfrm>
            <a:custGeom>
              <a:avLst/>
              <a:gdLst>
                <a:gd name="csX0" fmla="*/ 4777 w 5254"/>
                <a:gd name="csY0" fmla="*/ 0 h 5732"/>
                <a:gd name="csX1" fmla="*/ 5255 w 5254"/>
                <a:gd name="csY1" fmla="*/ 4777 h 5732"/>
                <a:gd name="csX2" fmla="*/ 3344 w 5254"/>
                <a:gd name="csY2" fmla="*/ 5733 h 5732"/>
                <a:gd name="csX3" fmla="*/ 955 w 5254"/>
                <a:gd name="csY3" fmla="*/ 4300 h 5732"/>
                <a:gd name="csX4" fmla="*/ 0 w 5254"/>
                <a:gd name="csY4" fmla="*/ 3344 h 5732"/>
                <a:gd name="csX5" fmla="*/ 1911 w 5254"/>
                <a:gd name="csY5" fmla="*/ 1433 h 5732"/>
                <a:gd name="csX6" fmla="*/ 3821 w 5254"/>
                <a:gd name="csY6" fmla="*/ 0 h 5732"/>
                <a:gd name="csX7" fmla="*/ 4777 w 5254"/>
                <a:gd name="csY7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5732">
                  <a:moveTo>
                    <a:pt x="4777" y="0"/>
                  </a:moveTo>
                  <a:lnTo>
                    <a:pt x="5255" y="4777"/>
                  </a:lnTo>
                  <a:lnTo>
                    <a:pt x="3344" y="5733"/>
                  </a:lnTo>
                  <a:lnTo>
                    <a:pt x="955" y="4300"/>
                  </a:lnTo>
                  <a:lnTo>
                    <a:pt x="0" y="3344"/>
                  </a:lnTo>
                  <a:lnTo>
                    <a:pt x="1911" y="1433"/>
                  </a:lnTo>
                  <a:lnTo>
                    <a:pt x="3821" y="0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" name="Freeform 459">
              <a:extLst>
                <a:ext uri="{FF2B5EF4-FFF2-40B4-BE49-F238E27FC236}">
                  <a16:creationId xmlns:a16="http://schemas.microsoft.com/office/drawing/2014/main" id="{940E63D5-3167-CCF9-9B95-7E84D455783B}"/>
                </a:ext>
              </a:extLst>
            </p:cNvPr>
            <p:cNvSpPr/>
            <p:nvPr/>
          </p:nvSpPr>
          <p:spPr>
            <a:xfrm>
              <a:off x="8433529" y="4797956"/>
              <a:ext cx="2866" cy="1910"/>
            </a:xfrm>
            <a:custGeom>
              <a:avLst/>
              <a:gdLst>
                <a:gd name="csX0" fmla="*/ 2866 w 2866"/>
                <a:gd name="csY0" fmla="*/ 956 h 1910"/>
                <a:gd name="csX1" fmla="*/ 2866 w 2866"/>
                <a:gd name="csY1" fmla="*/ 1433 h 1910"/>
                <a:gd name="csX2" fmla="*/ 2866 w 2866"/>
                <a:gd name="csY2" fmla="*/ 1911 h 1910"/>
                <a:gd name="csX3" fmla="*/ 1433 w 2866"/>
                <a:gd name="csY3" fmla="*/ 1433 h 1910"/>
                <a:gd name="csX4" fmla="*/ 955 w 2866"/>
                <a:gd name="csY4" fmla="*/ 1433 h 1910"/>
                <a:gd name="csX5" fmla="*/ 0 w 2866"/>
                <a:gd name="csY5" fmla="*/ 0 h 1910"/>
                <a:gd name="csX6" fmla="*/ 478 w 2866"/>
                <a:gd name="csY6" fmla="*/ 0 h 1910"/>
                <a:gd name="csX7" fmla="*/ 1910 w 2866"/>
                <a:gd name="csY7" fmla="*/ 0 h 1910"/>
                <a:gd name="csX8" fmla="*/ 2389 w 2866"/>
                <a:gd name="csY8" fmla="*/ 478 h 1910"/>
                <a:gd name="csX9" fmla="*/ 2866 w 2866"/>
                <a:gd name="csY9" fmla="*/ 956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1910">
                  <a:moveTo>
                    <a:pt x="2866" y="956"/>
                  </a:moveTo>
                  <a:lnTo>
                    <a:pt x="2866" y="1433"/>
                  </a:lnTo>
                  <a:lnTo>
                    <a:pt x="2866" y="1911"/>
                  </a:lnTo>
                  <a:lnTo>
                    <a:pt x="1433" y="1433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910" y="0"/>
                  </a:lnTo>
                  <a:lnTo>
                    <a:pt x="2389" y="478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" name="Freeform 460">
              <a:extLst>
                <a:ext uri="{FF2B5EF4-FFF2-40B4-BE49-F238E27FC236}">
                  <a16:creationId xmlns:a16="http://schemas.microsoft.com/office/drawing/2014/main" id="{81CE6B88-9FF4-2F72-D004-28092AA9B89D}"/>
                </a:ext>
              </a:extLst>
            </p:cNvPr>
            <p:cNvSpPr/>
            <p:nvPr/>
          </p:nvSpPr>
          <p:spPr>
            <a:xfrm>
              <a:off x="8426363" y="4687601"/>
              <a:ext cx="9554" cy="10032"/>
            </a:xfrm>
            <a:custGeom>
              <a:avLst/>
              <a:gdLst>
                <a:gd name="csX0" fmla="*/ 7644 w 9554"/>
                <a:gd name="csY0" fmla="*/ 0 h 10032"/>
                <a:gd name="csX1" fmla="*/ 9555 w 9554"/>
                <a:gd name="csY1" fmla="*/ 2389 h 10032"/>
                <a:gd name="csX2" fmla="*/ 8121 w 9554"/>
                <a:gd name="csY2" fmla="*/ 6688 h 10032"/>
                <a:gd name="csX3" fmla="*/ 6688 w 9554"/>
                <a:gd name="csY3" fmla="*/ 9077 h 10032"/>
                <a:gd name="csX4" fmla="*/ 4777 w 9554"/>
                <a:gd name="csY4" fmla="*/ 10032 h 10032"/>
                <a:gd name="csX5" fmla="*/ 1433 w 9554"/>
                <a:gd name="csY5" fmla="*/ 10032 h 10032"/>
                <a:gd name="csX6" fmla="*/ 955 w 9554"/>
                <a:gd name="csY6" fmla="*/ 9555 h 10032"/>
                <a:gd name="csX7" fmla="*/ 0 w 9554"/>
                <a:gd name="csY7" fmla="*/ 5255 h 10032"/>
                <a:gd name="csX8" fmla="*/ 2389 w 9554"/>
                <a:gd name="csY8" fmla="*/ 2389 h 10032"/>
                <a:gd name="csX9" fmla="*/ 5255 w 9554"/>
                <a:gd name="csY9" fmla="*/ 478 h 10032"/>
                <a:gd name="csX10" fmla="*/ 7166 w 9554"/>
                <a:gd name="csY10" fmla="*/ 0 h 10032"/>
                <a:gd name="csX11" fmla="*/ 7644 w 9554"/>
                <a:gd name="csY11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554" h="10032">
                  <a:moveTo>
                    <a:pt x="7644" y="0"/>
                  </a:moveTo>
                  <a:lnTo>
                    <a:pt x="9555" y="2389"/>
                  </a:lnTo>
                  <a:lnTo>
                    <a:pt x="8121" y="6688"/>
                  </a:lnTo>
                  <a:lnTo>
                    <a:pt x="6688" y="9077"/>
                  </a:lnTo>
                  <a:lnTo>
                    <a:pt x="4777" y="10032"/>
                  </a:lnTo>
                  <a:lnTo>
                    <a:pt x="1433" y="10032"/>
                  </a:lnTo>
                  <a:lnTo>
                    <a:pt x="955" y="9555"/>
                  </a:lnTo>
                  <a:lnTo>
                    <a:pt x="0" y="5255"/>
                  </a:lnTo>
                  <a:lnTo>
                    <a:pt x="2389" y="2389"/>
                  </a:lnTo>
                  <a:lnTo>
                    <a:pt x="5255" y="478"/>
                  </a:lnTo>
                  <a:lnTo>
                    <a:pt x="7166" y="0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" name="Freeform 461">
              <a:extLst>
                <a:ext uri="{FF2B5EF4-FFF2-40B4-BE49-F238E27FC236}">
                  <a16:creationId xmlns:a16="http://schemas.microsoft.com/office/drawing/2014/main" id="{1D595702-BCD2-4153-FCC3-77D3DB5BFC77}"/>
                </a:ext>
              </a:extLst>
            </p:cNvPr>
            <p:cNvSpPr/>
            <p:nvPr/>
          </p:nvSpPr>
          <p:spPr>
            <a:xfrm>
              <a:off x="8432574" y="4862450"/>
              <a:ext cx="2866" cy="2866"/>
            </a:xfrm>
            <a:custGeom>
              <a:avLst/>
              <a:gdLst>
                <a:gd name="csX0" fmla="*/ 2389 w 2866"/>
                <a:gd name="csY0" fmla="*/ 478 h 2866"/>
                <a:gd name="csX1" fmla="*/ 2866 w 2866"/>
                <a:gd name="csY1" fmla="*/ 956 h 2866"/>
                <a:gd name="csX2" fmla="*/ 2866 w 2866"/>
                <a:gd name="csY2" fmla="*/ 1433 h 2866"/>
                <a:gd name="csX3" fmla="*/ 2866 w 2866"/>
                <a:gd name="csY3" fmla="*/ 2389 h 2866"/>
                <a:gd name="csX4" fmla="*/ 1911 w 2866"/>
                <a:gd name="csY4" fmla="*/ 2866 h 2866"/>
                <a:gd name="csX5" fmla="*/ 478 w 2866"/>
                <a:gd name="csY5" fmla="*/ 1911 h 2866"/>
                <a:gd name="csX6" fmla="*/ 0 w 2866"/>
                <a:gd name="csY6" fmla="*/ 1433 h 2866"/>
                <a:gd name="csX7" fmla="*/ 956 w 2866"/>
                <a:gd name="csY7" fmla="*/ 478 h 2866"/>
                <a:gd name="csX8" fmla="*/ 1911 w 2866"/>
                <a:gd name="csY8" fmla="*/ 0 h 2866"/>
                <a:gd name="csX9" fmla="*/ 2389 w 2866"/>
                <a:gd name="csY9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2866">
                  <a:moveTo>
                    <a:pt x="2389" y="478"/>
                  </a:moveTo>
                  <a:lnTo>
                    <a:pt x="2866" y="956"/>
                  </a:lnTo>
                  <a:lnTo>
                    <a:pt x="2866" y="1433"/>
                  </a:lnTo>
                  <a:lnTo>
                    <a:pt x="2866" y="2389"/>
                  </a:lnTo>
                  <a:lnTo>
                    <a:pt x="1911" y="2866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3CD90364-9C9D-A84C-D51D-925A893D8C7F}"/>
                </a:ext>
              </a:extLst>
            </p:cNvPr>
            <p:cNvSpPr/>
            <p:nvPr/>
          </p:nvSpPr>
          <p:spPr>
            <a:xfrm>
              <a:off x="8429707" y="4797956"/>
              <a:ext cx="3822" cy="2388"/>
            </a:xfrm>
            <a:custGeom>
              <a:avLst/>
              <a:gdLst>
                <a:gd name="csX0" fmla="*/ 2866 w 3822"/>
                <a:gd name="csY0" fmla="*/ 478 h 2388"/>
                <a:gd name="csX1" fmla="*/ 3822 w 3822"/>
                <a:gd name="csY1" fmla="*/ 1433 h 2388"/>
                <a:gd name="csX2" fmla="*/ 0 w 3822"/>
                <a:gd name="csY2" fmla="*/ 2389 h 2388"/>
                <a:gd name="csX3" fmla="*/ 955 w 3822"/>
                <a:gd name="csY3" fmla="*/ 478 h 2388"/>
                <a:gd name="csX4" fmla="*/ 1433 w 3822"/>
                <a:gd name="csY4" fmla="*/ 0 h 2388"/>
                <a:gd name="csX5" fmla="*/ 2866 w 3822"/>
                <a:gd name="csY5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2388">
                  <a:moveTo>
                    <a:pt x="2866" y="478"/>
                  </a:moveTo>
                  <a:lnTo>
                    <a:pt x="3822" y="1433"/>
                  </a:lnTo>
                  <a:lnTo>
                    <a:pt x="0" y="2389"/>
                  </a:lnTo>
                  <a:lnTo>
                    <a:pt x="955" y="478"/>
                  </a:lnTo>
                  <a:lnTo>
                    <a:pt x="1433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7525A9F-E5AC-FD34-DDE0-EF384E91299F}"/>
                </a:ext>
              </a:extLst>
            </p:cNvPr>
            <p:cNvSpPr/>
            <p:nvPr/>
          </p:nvSpPr>
          <p:spPr>
            <a:xfrm>
              <a:off x="8415375" y="4229936"/>
              <a:ext cx="13376" cy="15765"/>
            </a:xfrm>
            <a:custGeom>
              <a:avLst/>
              <a:gdLst>
                <a:gd name="csX0" fmla="*/ 13377 w 13376"/>
                <a:gd name="csY0" fmla="*/ 956 h 15765"/>
                <a:gd name="csX1" fmla="*/ 12898 w 13376"/>
                <a:gd name="csY1" fmla="*/ 2867 h 15765"/>
                <a:gd name="csX2" fmla="*/ 11943 w 13376"/>
                <a:gd name="csY2" fmla="*/ 4300 h 15765"/>
                <a:gd name="csX3" fmla="*/ 10032 w 13376"/>
                <a:gd name="csY3" fmla="*/ 5255 h 15765"/>
                <a:gd name="csX4" fmla="*/ 9077 w 13376"/>
                <a:gd name="csY4" fmla="*/ 6210 h 15765"/>
                <a:gd name="csX5" fmla="*/ 7644 w 13376"/>
                <a:gd name="csY5" fmla="*/ 6688 h 15765"/>
                <a:gd name="csX6" fmla="*/ 5733 w 13376"/>
                <a:gd name="csY6" fmla="*/ 8599 h 15765"/>
                <a:gd name="csX7" fmla="*/ 4300 w 13376"/>
                <a:gd name="csY7" fmla="*/ 8599 h 15765"/>
                <a:gd name="csX8" fmla="*/ 4300 w 13376"/>
                <a:gd name="csY8" fmla="*/ 10032 h 15765"/>
                <a:gd name="csX9" fmla="*/ 4777 w 13376"/>
                <a:gd name="csY9" fmla="*/ 10988 h 15765"/>
                <a:gd name="csX10" fmla="*/ 3822 w 13376"/>
                <a:gd name="csY10" fmla="*/ 10988 h 15765"/>
                <a:gd name="csX11" fmla="*/ 2389 w 13376"/>
                <a:gd name="csY11" fmla="*/ 12421 h 15765"/>
                <a:gd name="csX12" fmla="*/ 2389 w 13376"/>
                <a:gd name="csY12" fmla="*/ 13376 h 15765"/>
                <a:gd name="csX13" fmla="*/ 2866 w 13376"/>
                <a:gd name="csY13" fmla="*/ 14332 h 15765"/>
                <a:gd name="csX14" fmla="*/ 2866 w 13376"/>
                <a:gd name="csY14" fmla="*/ 14332 h 15765"/>
                <a:gd name="csX15" fmla="*/ 1433 w 13376"/>
                <a:gd name="csY15" fmla="*/ 15765 h 15765"/>
                <a:gd name="csX16" fmla="*/ 0 w 13376"/>
                <a:gd name="csY16" fmla="*/ 15765 h 15765"/>
                <a:gd name="csX17" fmla="*/ 0 w 13376"/>
                <a:gd name="csY17" fmla="*/ 14332 h 15765"/>
                <a:gd name="csX18" fmla="*/ 0 w 13376"/>
                <a:gd name="csY18" fmla="*/ 13376 h 15765"/>
                <a:gd name="csX19" fmla="*/ 1433 w 13376"/>
                <a:gd name="csY19" fmla="*/ 11466 h 15765"/>
                <a:gd name="csX20" fmla="*/ 1433 w 13376"/>
                <a:gd name="csY20" fmla="*/ 8599 h 15765"/>
                <a:gd name="csX21" fmla="*/ 2866 w 13376"/>
                <a:gd name="csY21" fmla="*/ 8599 h 15765"/>
                <a:gd name="csX22" fmla="*/ 3344 w 13376"/>
                <a:gd name="csY22" fmla="*/ 8121 h 15765"/>
                <a:gd name="csX23" fmla="*/ 5255 w 13376"/>
                <a:gd name="csY23" fmla="*/ 6210 h 15765"/>
                <a:gd name="csX24" fmla="*/ 5733 w 13376"/>
                <a:gd name="csY24" fmla="*/ 5733 h 15765"/>
                <a:gd name="csX25" fmla="*/ 4777 w 13376"/>
                <a:gd name="csY25" fmla="*/ 4777 h 15765"/>
                <a:gd name="csX26" fmla="*/ 4777 w 13376"/>
                <a:gd name="csY26" fmla="*/ 3822 h 15765"/>
                <a:gd name="csX27" fmla="*/ 4777 w 13376"/>
                <a:gd name="csY27" fmla="*/ 3822 h 15765"/>
                <a:gd name="csX28" fmla="*/ 6688 w 13376"/>
                <a:gd name="csY28" fmla="*/ 3822 h 15765"/>
                <a:gd name="csX29" fmla="*/ 7166 w 13376"/>
                <a:gd name="csY29" fmla="*/ 4300 h 15765"/>
                <a:gd name="csX30" fmla="*/ 7644 w 13376"/>
                <a:gd name="csY30" fmla="*/ 4777 h 15765"/>
                <a:gd name="csX31" fmla="*/ 8599 w 13376"/>
                <a:gd name="csY31" fmla="*/ 4300 h 15765"/>
                <a:gd name="csX32" fmla="*/ 9077 w 13376"/>
                <a:gd name="csY32" fmla="*/ 3344 h 15765"/>
                <a:gd name="csX33" fmla="*/ 10988 w 13376"/>
                <a:gd name="csY33" fmla="*/ 1433 h 15765"/>
                <a:gd name="csX34" fmla="*/ 11943 w 13376"/>
                <a:gd name="csY34" fmla="*/ 0 h 15765"/>
                <a:gd name="csX35" fmla="*/ 13377 w 13376"/>
                <a:gd name="csY35" fmla="*/ 956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13376" h="15765">
                  <a:moveTo>
                    <a:pt x="13377" y="956"/>
                  </a:moveTo>
                  <a:lnTo>
                    <a:pt x="12898" y="2867"/>
                  </a:lnTo>
                  <a:lnTo>
                    <a:pt x="11943" y="4300"/>
                  </a:lnTo>
                  <a:lnTo>
                    <a:pt x="10032" y="5255"/>
                  </a:lnTo>
                  <a:lnTo>
                    <a:pt x="9077" y="6210"/>
                  </a:lnTo>
                  <a:lnTo>
                    <a:pt x="7644" y="6688"/>
                  </a:lnTo>
                  <a:lnTo>
                    <a:pt x="5733" y="8599"/>
                  </a:lnTo>
                  <a:lnTo>
                    <a:pt x="4300" y="8599"/>
                  </a:lnTo>
                  <a:lnTo>
                    <a:pt x="4300" y="10032"/>
                  </a:lnTo>
                  <a:lnTo>
                    <a:pt x="4777" y="10988"/>
                  </a:lnTo>
                  <a:lnTo>
                    <a:pt x="3822" y="10988"/>
                  </a:lnTo>
                  <a:lnTo>
                    <a:pt x="2389" y="12421"/>
                  </a:lnTo>
                  <a:lnTo>
                    <a:pt x="2389" y="13376"/>
                  </a:lnTo>
                  <a:lnTo>
                    <a:pt x="2866" y="14332"/>
                  </a:lnTo>
                  <a:lnTo>
                    <a:pt x="2866" y="14332"/>
                  </a:lnTo>
                  <a:lnTo>
                    <a:pt x="1433" y="15765"/>
                  </a:lnTo>
                  <a:lnTo>
                    <a:pt x="0" y="15765"/>
                  </a:lnTo>
                  <a:lnTo>
                    <a:pt x="0" y="14332"/>
                  </a:lnTo>
                  <a:lnTo>
                    <a:pt x="0" y="13376"/>
                  </a:lnTo>
                  <a:lnTo>
                    <a:pt x="1433" y="11466"/>
                  </a:lnTo>
                  <a:lnTo>
                    <a:pt x="1433" y="8599"/>
                  </a:lnTo>
                  <a:lnTo>
                    <a:pt x="2866" y="8599"/>
                  </a:lnTo>
                  <a:lnTo>
                    <a:pt x="3344" y="8121"/>
                  </a:lnTo>
                  <a:lnTo>
                    <a:pt x="5255" y="6210"/>
                  </a:lnTo>
                  <a:lnTo>
                    <a:pt x="5733" y="5733"/>
                  </a:lnTo>
                  <a:lnTo>
                    <a:pt x="4777" y="4777"/>
                  </a:lnTo>
                  <a:lnTo>
                    <a:pt x="4777" y="3822"/>
                  </a:lnTo>
                  <a:lnTo>
                    <a:pt x="4777" y="3822"/>
                  </a:lnTo>
                  <a:lnTo>
                    <a:pt x="6688" y="3822"/>
                  </a:lnTo>
                  <a:lnTo>
                    <a:pt x="7166" y="4300"/>
                  </a:lnTo>
                  <a:lnTo>
                    <a:pt x="7644" y="4777"/>
                  </a:lnTo>
                  <a:lnTo>
                    <a:pt x="8599" y="4300"/>
                  </a:lnTo>
                  <a:lnTo>
                    <a:pt x="9077" y="3344"/>
                  </a:lnTo>
                  <a:lnTo>
                    <a:pt x="10988" y="1433"/>
                  </a:lnTo>
                  <a:lnTo>
                    <a:pt x="11943" y="0"/>
                  </a:lnTo>
                  <a:lnTo>
                    <a:pt x="1337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3E87D8E4-9EE2-DCE8-BE5C-07D15CC4EC88}"/>
                </a:ext>
              </a:extLst>
            </p:cNvPr>
            <p:cNvSpPr/>
            <p:nvPr/>
          </p:nvSpPr>
          <p:spPr>
            <a:xfrm>
              <a:off x="8420630" y="4797956"/>
              <a:ext cx="8121" cy="4777"/>
            </a:xfrm>
            <a:custGeom>
              <a:avLst/>
              <a:gdLst>
                <a:gd name="csX0" fmla="*/ 8122 w 8121"/>
                <a:gd name="csY0" fmla="*/ 0 h 4777"/>
                <a:gd name="csX1" fmla="*/ 7644 w 8121"/>
                <a:gd name="csY1" fmla="*/ 956 h 4777"/>
                <a:gd name="csX2" fmla="*/ 7166 w 8121"/>
                <a:gd name="csY2" fmla="*/ 1433 h 4777"/>
                <a:gd name="csX3" fmla="*/ 7166 w 8121"/>
                <a:gd name="csY3" fmla="*/ 2389 h 4777"/>
                <a:gd name="csX4" fmla="*/ 7166 w 8121"/>
                <a:gd name="csY4" fmla="*/ 2866 h 4777"/>
                <a:gd name="csX5" fmla="*/ 6211 w 8121"/>
                <a:gd name="csY5" fmla="*/ 3822 h 4777"/>
                <a:gd name="csX6" fmla="*/ 5255 w 8121"/>
                <a:gd name="csY6" fmla="*/ 4299 h 4777"/>
                <a:gd name="csX7" fmla="*/ 4300 w 8121"/>
                <a:gd name="csY7" fmla="*/ 4299 h 4777"/>
                <a:gd name="csX8" fmla="*/ 4777 w 8121"/>
                <a:gd name="csY8" fmla="*/ 3344 h 4777"/>
                <a:gd name="csX9" fmla="*/ 4300 w 8121"/>
                <a:gd name="csY9" fmla="*/ 2866 h 4777"/>
                <a:gd name="csX10" fmla="*/ 3822 w 8121"/>
                <a:gd name="csY10" fmla="*/ 3344 h 4777"/>
                <a:gd name="csX11" fmla="*/ 2389 w 8121"/>
                <a:gd name="csY11" fmla="*/ 3822 h 4777"/>
                <a:gd name="csX12" fmla="*/ 956 w 8121"/>
                <a:gd name="csY12" fmla="*/ 4777 h 4777"/>
                <a:gd name="csX13" fmla="*/ 0 w 8121"/>
                <a:gd name="csY13" fmla="*/ 4299 h 4777"/>
                <a:gd name="csX14" fmla="*/ 0 w 8121"/>
                <a:gd name="csY14" fmla="*/ 3344 h 4777"/>
                <a:gd name="csX15" fmla="*/ 0 w 8121"/>
                <a:gd name="csY15" fmla="*/ 3344 h 4777"/>
                <a:gd name="csX16" fmla="*/ 1911 w 8121"/>
                <a:gd name="csY16" fmla="*/ 1911 h 4777"/>
                <a:gd name="csX17" fmla="*/ 3822 w 8121"/>
                <a:gd name="csY17" fmla="*/ 1433 h 4777"/>
                <a:gd name="csX18" fmla="*/ 6688 w 8121"/>
                <a:gd name="csY18" fmla="*/ 0 h 4777"/>
                <a:gd name="csX19" fmla="*/ 8122 w 8121"/>
                <a:gd name="csY19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8121" h="4777">
                  <a:moveTo>
                    <a:pt x="8122" y="0"/>
                  </a:moveTo>
                  <a:lnTo>
                    <a:pt x="7644" y="956"/>
                  </a:lnTo>
                  <a:lnTo>
                    <a:pt x="7166" y="1433"/>
                  </a:lnTo>
                  <a:lnTo>
                    <a:pt x="7166" y="2389"/>
                  </a:lnTo>
                  <a:lnTo>
                    <a:pt x="7166" y="2866"/>
                  </a:lnTo>
                  <a:lnTo>
                    <a:pt x="6211" y="3822"/>
                  </a:lnTo>
                  <a:lnTo>
                    <a:pt x="5255" y="4299"/>
                  </a:lnTo>
                  <a:lnTo>
                    <a:pt x="4300" y="4299"/>
                  </a:lnTo>
                  <a:lnTo>
                    <a:pt x="4777" y="3344"/>
                  </a:lnTo>
                  <a:lnTo>
                    <a:pt x="4300" y="2866"/>
                  </a:lnTo>
                  <a:lnTo>
                    <a:pt x="3822" y="3344"/>
                  </a:lnTo>
                  <a:lnTo>
                    <a:pt x="2389" y="3822"/>
                  </a:lnTo>
                  <a:lnTo>
                    <a:pt x="956" y="4777"/>
                  </a:lnTo>
                  <a:lnTo>
                    <a:pt x="0" y="4299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1911" y="1911"/>
                  </a:lnTo>
                  <a:lnTo>
                    <a:pt x="3822" y="1433"/>
                  </a:lnTo>
                  <a:lnTo>
                    <a:pt x="6688" y="0"/>
                  </a:lnTo>
                  <a:lnTo>
                    <a:pt x="81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68BBFAD2-54CF-B7C6-A7C5-92E4A13D74FD}"/>
                </a:ext>
              </a:extLst>
            </p:cNvPr>
            <p:cNvSpPr/>
            <p:nvPr/>
          </p:nvSpPr>
          <p:spPr>
            <a:xfrm>
              <a:off x="8424930" y="3903169"/>
              <a:ext cx="2866" cy="7643"/>
            </a:xfrm>
            <a:custGeom>
              <a:avLst/>
              <a:gdLst>
                <a:gd name="csX0" fmla="*/ 2866 w 2866"/>
                <a:gd name="csY0" fmla="*/ 2389 h 7643"/>
                <a:gd name="csX1" fmla="*/ 2866 w 2866"/>
                <a:gd name="csY1" fmla="*/ 3344 h 7643"/>
                <a:gd name="csX2" fmla="*/ 2389 w 2866"/>
                <a:gd name="csY2" fmla="*/ 4777 h 7643"/>
                <a:gd name="csX3" fmla="*/ 955 w 2866"/>
                <a:gd name="csY3" fmla="*/ 6210 h 7643"/>
                <a:gd name="csX4" fmla="*/ 0 w 2866"/>
                <a:gd name="csY4" fmla="*/ 7644 h 7643"/>
                <a:gd name="csX5" fmla="*/ 0 w 2866"/>
                <a:gd name="csY5" fmla="*/ 7644 h 7643"/>
                <a:gd name="csX6" fmla="*/ 955 w 2866"/>
                <a:gd name="csY6" fmla="*/ 6210 h 7643"/>
                <a:gd name="csX7" fmla="*/ 2389 w 2866"/>
                <a:gd name="csY7" fmla="*/ 4777 h 7643"/>
                <a:gd name="csX8" fmla="*/ 2866 w 2866"/>
                <a:gd name="csY8" fmla="*/ 3344 h 7643"/>
                <a:gd name="csX9" fmla="*/ 2866 w 2866"/>
                <a:gd name="csY9" fmla="*/ 2389 h 7643"/>
                <a:gd name="csX10" fmla="*/ 2389 w 2866"/>
                <a:gd name="csY10" fmla="*/ 955 h 7643"/>
                <a:gd name="csX11" fmla="*/ 955 w 2866"/>
                <a:gd name="csY11" fmla="*/ 0 h 7643"/>
                <a:gd name="csX12" fmla="*/ 2389 w 2866"/>
                <a:gd name="csY12" fmla="*/ 955 h 7643"/>
                <a:gd name="csX13" fmla="*/ 2866 w 2866"/>
                <a:gd name="csY13" fmla="*/ 2389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866" h="7643">
                  <a:moveTo>
                    <a:pt x="2866" y="2389"/>
                  </a:moveTo>
                  <a:lnTo>
                    <a:pt x="2866" y="3344"/>
                  </a:lnTo>
                  <a:lnTo>
                    <a:pt x="2389" y="4777"/>
                  </a:lnTo>
                  <a:lnTo>
                    <a:pt x="955" y="6210"/>
                  </a:lnTo>
                  <a:lnTo>
                    <a:pt x="0" y="7644"/>
                  </a:lnTo>
                  <a:lnTo>
                    <a:pt x="0" y="7644"/>
                  </a:lnTo>
                  <a:lnTo>
                    <a:pt x="955" y="6210"/>
                  </a:lnTo>
                  <a:lnTo>
                    <a:pt x="2389" y="4777"/>
                  </a:lnTo>
                  <a:lnTo>
                    <a:pt x="2866" y="3344"/>
                  </a:lnTo>
                  <a:lnTo>
                    <a:pt x="2866" y="2389"/>
                  </a:lnTo>
                  <a:lnTo>
                    <a:pt x="2389" y="955"/>
                  </a:lnTo>
                  <a:lnTo>
                    <a:pt x="955" y="0"/>
                  </a:lnTo>
                  <a:lnTo>
                    <a:pt x="2389" y="955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" name="Freeform 466">
              <a:extLst>
                <a:ext uri="{FF2B5EF4-FFF2-40B4-BE49-F238E27FC236}">
                  <a16:creationId xmlns:a16="http://schemas.microsoft.com/office/drawing/2014/main" id="{7B7031A6-091C-A540-11CF-F2CC3253E54B}"/>
                </a:ext>
              </a:extLst>
            </p:cNvPr>
            <p:cNvSpPr/>
            <p:nvPr/>
          </p:nvSpPr>
          <p:spPr>
            <a:xfrm>
              <a:off x="8422541" y="3896003"/>
              <a:ext cx="3343" cy="7165"/>
            </a:xfrm>
            <a:custGeom>
              <a:avLst/>
              <a:gdLst>
                <a:gd name="csX0" fmla="*/ 2389 w 3343"/>
                <a:gd name="csY0" fmla="*/ 5255 h 7165"/>
                <a:gd name="csX1" fmla="*/ 3344 w 3343"/>
                <a:gd name="csY1" fmla="*/ 7166 h 7165"/>
                <a:gd name="csX2" fmla="*/ 3344 w 3343"/>
                <a:gd name="csY2" fmla="*/ 7166 h 7165"/>
                <a:gd name="csX3" fmla="*/ 2389 w 3343"/>
                <a:gd name="csY3" fmla="*/ 5255 h 7165"/>
                <a:gd name="csX4" fmla="*/ 1433 w 3343"/>
                <a:gd name="csY4" fmla="*/ 3822 h 7165"/>
                <a:gd name="csX5" fmla="*/ 478 w 3343"/>
                <a:gd name="csY5" fmla="*/ 2866 h 7165"/>
                <a:gd name="csX6" fmla="*/ 0 w 3343"/>
                <a:gd name="csY6" fmla="*/ 2389 h 7165"/>
                <a:gd name="csX7" fmla="*/ 0 w 3343"/>
                <a:gd name="csY7" fmla="*/ 955 h 7165"/>
                <a:gd name="csX8" fmla="*/ 478 w 3343"/>
                <a:gd name="csY8" fmla="*/ 0 h 7165"/>
                <a:gd name="csX9" fmla="*/ 478 w 3343"/>
                <a:gd name="csY9" fmla="*/ 0 h 7165"/>
                <a:gd name="csX10" fmla="*/ 0 w 3343"/>
                <a:gd name="csY10" fmla="*/ 955 h 7165"/>
                <a:gd name="csX11" fmla="*/ 478 w 3343"/>
                <a:gd name="csY11" fmla="*/ 2389 h 7165"/>
                <a:gd name="csX12" fmla="*/ 478 w 3343"/>
                <a:gd name="csY12" fmla="*/ 2866 h 7165"/>
                <a:gd name="csX13" fmla="*/ 1433 w 3343"/>
                <a:gd name="csY13" fmla="*/ 3822 h 7165"/>
                <a:gd name="csX14" fmla="*/ 2389 w 3343"/>
                <a:gd name="csY14" fmla="*/ 5255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343" h="7165">
                  <a:moveTo>
                    <a:pt x="2389" y="5255"/>
                  </a:moveTo>
                  <a:lnTo>
                    <a:pt x="3344" y="7166"/>
                  </a:lnTo>
                  <a:lnTo>
                    <a:pt x="3344" y="7166"/>
                  </a:lnTo>
                  <a:lnTo>
                    <a:pt x="2389" y="5255"/>
                  </a:lnTo>
                  <a:lnTo>
                    <a:pt x="1433" y="3822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0" y="955"/>
                  </a:lnTo>
                  <a:lnTo>
                    <a:pt x="478" y="2389"/>
                  </a:lnTo>
                  <a:lnTo>
                    <a:pt x="478" y="2866"/>
                  </a:lnTo>
                  <a:lnTo>
                    <a:pt x="1433" y="3822"/>
                  </a:lnTo>
                  <a:lnTo>
                    <a:pt x="2389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" name="Freeform 467">
              <a:extLst>
                <a:ext uri="{FF2B5EF4-FFF2-40B4-BE49-F238E27FC236}">
                  <a16:creationId xmlns:a16="http://schemas.microsoft.com/office/drawing/2014/main" id="{BC5FA7E3-C297-52B4-7092-0F021E3EE5B6}"/>
                </a:ext>
              </a:extLst>
            </p:cNvPr>
            <p:cNvSpPr/>
            <p:nvPr/>
          </p:nvSpPr>
          <p:spPr>
            <a:xfrm>
              <a:off x="8410120" y="4758782"/>
              <a:ext cx="14809" cy="7165"/>
            </a:xfrm>
            <a:custGeom>
              <a:avLst/>
              <a:gdLst>
                <a:gd name="csX0" fmla="*/ 14809 w 14809"/>
                <a:gd name="csY0" fmla="*/ 4777 h 7165"/>
                <a:gd name="csX1" fmla="*/ 14809 w 14809"/>
                <a:gd name="csY1" fmla="*/ 5733 h 7165"/>
                <a:gd name="csX2" fmla="*/ 13854 w 14809"/>
                <a:gd name="csY2" fmla="*/ 6688 h 7165"/>
                <a:gd name="csX3" fmla="*/ 13376 w 14809"/>
                <a:gd name="csY3" fmla="*/ 6688 h 7165"/>
                <a:gd name="csX4" fmla="*/ 10510 w 14809"/>
                <a:gd name="csY4" fmla="*/ 6210 h 7165"/>
                <a:gd name="csX5" fmla="*/ 6688 w 14809"/>
                <a:gd name="csY5" fmla="*/ 6210 h 7165"/>
                <a:gd name="csX6" fmla="*/ 3344 w 14809"/>
                <a:gd name="csY6" fmla="*/ 7166 h 7165"/>
                <a:gd name="csX7" fmla="*/ 1433 w 14809"/>
                <a:gd name="csY7" fmla="*/ 6210 h 7165"/>
                <a:gd name="csX8" fmla="*/ 0 w 14809"/>
                <a:gd name="csY8" fmla="*/ 5255 h 7165"/>
                <a:gd name="csX9" fmla="*/ 0 w 14809"/>
                <a:gd name="csY9" fmla="*/ 4300 h 7165"/>
                <a:gd name="csX10" fmla="*/ 1433 w 14809"/>
                <a:gd name="csY10" fmla="*/ 1911 h 7165"/>
                <a:gd name="csX11" fmla="*/ 3821 w 14809"/>
                <a:gd name="csY11" fmla="*/ 0 h 7165"/>
                <a:gd name="csX12" fmla="*/ 5255 w 14809"/>
                <a:gd name="csY12" fmla="*/ 0 h 7165"/>
                <a:gd name="csX13" fmla="*/ 7166 w 14809"/>
                <a:gd name="csY13" fmla="*/ 478 h 7165"/>
                <a:gd name="csX14" fmla="*/ 10032 w 14809"/>
                <a:gd name="csY14" fmla="*/ 1911 h 7165"/>
                <a:gd name="csX15" fmla="*/ 12898 w 14809"/>
                <a:gd name="csY15" fmla="*/ 3344 h 7165"/>
                <a:gd name="csX16" fmla="*/ 14809 w 14809"/>
                <a:gd name="csY16" fmla="*/ 4777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4809" h="7165">
                  <a:moveTo>
                    <a:pt x="14809" y="4777"/>
                  </a:moveTo>
                  <a:lnTo>
                    <a:pt x="14809" y="5733"/>
                  </a:lnTo>
                  <a:lnTo>
                    <a:pt x="13854" y="6688"/>
                  </a:lnTo>
                  <a:lnTo>
                    <a:pt x="13376" y="6688"/>
                  </a:lnTo>
                  <a:lnTo>
                    <a:pt x="10510" y="6210"/>
                  </a:lnTo>
                  <a:lnTo>
                    <a:pt x="6688" y="6210"/>
                  </a:lnTo>
                  <a:lnTo>
                    <a:pt x="3344" y="7166"/>
                  </a:lnTo>
                  <a:lnTo>
                    <a:pt x="1433" y="6210"/>
                  </a:lnTo>
                  <a:lnTo>
                    <a:pt x="0" y="5255"/>
                  </a:lnTo>
                  <a:lnTo>
                    <a:pt x="0" y="4300"/>
                  </a:lnTo>
                  <a:lnTo>
                    <a:pt x="1433" y="1911"/>
                  </a:lnTo>
                  <a:lnTo>
                    <a:pt x="3821" y="0"/>
                  </a:lnTo>
                  <a:lnTo>
                    <a:pt x="5255" y="0"/>
                  </a:lnTo>
                  <a:lnTo>
                    <a:pt x="7166" y="478"/>
                  </a:lnTo>
                  <a:lnTo>
                    <a:pt x="10032" y="1911"/>
                  </a:lnTo>
                  <a:lnTo>
                    <a:pt x="12898" y="3344"/>
                  </a:lnTo>
                  <a:lnTo>
                    <a:pt x="14809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" name="Freeform 468">
              <a:extLst>
                <a:ext uri="{FF2B5EF4-FFF2-40B4-BE49-F238E27FC236}">
                  <a16:creationId xmlns:a16="http://schemas.microsoft.com/office/drawing/2014/main" id="{700D4601-48F9-74FF-F61C-C7CEFEB3C6B1}"/>
                </a:ext>
              </a:extLst>
            </p:cNvPr>
            <p:cNvSpPr/>
            <p:nvPr/>
          </p:nvSpPr>
          <p:spPr>
            <a:xfrm>
              <a:off x="8417764" y="4881559"/>
              <a:ext cx="6688" cy="2866"/>
            </a:xfrm>
            <a:custGeom>
              <a:avLst/>
              <a:gdLst>
                <a:gd name="csX0" fmla="*/ 6211 w 6688"/>
                <a:gd name="csY0" fmla="*/ 478 h 2866"/>
                <a:gd name="csX1" fmla="*/ 6688 w 6688"/>
                <a:gd name="csY1" fmla="*/ 956 h 2866"/>
                <a:gd name="csX2" fmla="*/ 4777 w 6688"/>
                <a:gd name="csY2" fmla="*/ 2866 h 2866"/>
                <a:gd name="csX3" fmla="*/ 955 w 6688"/>
                <a:gd name="csY3" fmla="*/ 1433 h 2866"/>
                <a:gd name="csX4" fmla="*/ 0 w 6688"/>
                <a:gd name="csY4" fmla="*/ 478 h 2866"/>
                <a:gd name="csX5" fmla="*/ 955 w 6688"/>
                <a:gd name="csY5" fmla="*/ 0 h 2866"/>
                <a:gd name="csX6" fmla="*/ 4300 w 6688"/>
                <a:gd name="csY6" fmla="*/ 478 h 2866"/>
                <a:gd name="csX7" fmla="*/ 6211 w 6688"/>
                <a:gd name="csY7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688" h="2866">
                  <a:moveTo>
                    <a:pt x="6211" y="478"/>
                  </a:moveTo>
                  <a:lnTo>
                    <a:pt x="6688" y="956"/>
                  </a:lnTo>
                  <a:lnTo>
                    <a:pt x="4777" y="2866"/>
                  </a:lnTo>
                  <a:lnTo>
                    <a:pt x="955" y="1433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4300" y="478"/>
                  </a:lnTo>
                  <a:lnTo>
                    <a:pt x="62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" name="Freeform 469">
              <a:extLst>
                <a:ext uri="{FF2B5EF4-FFF2-40B4-BE49-F238E27FC236}">
                  <a16:creationId xmlns:a16="http://schemas.microsoft.com/office/drawing/2014/main" id="{8D169D95-5D35-F2F0-A1E4-C1FCBED1B5AE}"/>
                </a:ext>
              </a:extLst>
            </p:cNvPr>
            <p:cNvSpPr/>
            <p:nvPr/>
          </p:nvSpPr>
          <p:spPr>
            <a:xfrm>
              <a:off x="8418719" y="4059864"/>
              <a:ext cx="4777" cy="4777"/>
            </a:xfrm>
            <a:custGeom>
              <a:avLst/>
              <a:gdLst>
                <a:gd name="csX0" fmla="*/ 4300 w 4777"/>
                <a:gd name="csY0" fmla="*/ 956 h 4777"/>
                <a:gd name="csX1" fmla="*/ 4777 w 4777"/>
                <a:gd name="csY1" fmla="*/ 2389 h 4777"/>
                <a:gd name="csX2" fmla="*/ 4300 w 4777"/>
                <a:gd name="csY2" fmla="*/ 4777 h 4777"/>
                <a:gd name="csX3" fmla="*/ 3344 w 4777"/>
                <a:gd name="csY3" fmla="*/ 4777 h 4777"/>
                <a:gd name="csX4" fmla="*/ 2389 w 4777"/>
                <a:gd name="csY4" fmla="*/ 3344 h 4777"/>
                <a:gd name="csX5" fmla="*/ 1433 w 4777"/>
                <a:gd name="csY5" fmla="*/ 3822 h 4777"/>
                <a:gd name="csX6" fmla="*/ 956 w 4777"/>
                <a:gd name="csY6" fmla="*/ 4299 h 4777"/>
                <a:gd name="csX7" fmla="*/ 0 w 4777"/>
                <a:gd name="csY7" fmla="*/ 2389 h 4777"/>
                <a:gd name="csX8" fmla="*/ 0 w 4777"/>
                <a:gd name="csY8" fmla="*/ 956 h 4777"/>
                <a:gd name="csX9" fmla="*/ 1911 w 4777"/>
                <a:gd name="csY9" fmla="*/ 0 h 4777"/>
                <a:gd name="csX10" fmla="*/ 2867 w 4777"/>
                <a:gd name="csY10" fmla="*/ 478 h 4777"/>
                <a:gd name="csX11" fmla="*/ 4300 w 4777"/>
                <a:gd name="csY11" fmla="*/ 95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77" h="4777">
                  <a:moveTo>
                    <a:pt x="4300" y="956"/>
                  </a:moveTo>
                  <a:lnTo>
                    <a:pt x="4777" y="2389"/>
                  </a:lnTo>
                  <a:lnTo>
                    <a:pt x="4300" y="4777"/>
                  </a:lnTo>
                  <a:lnTo>
                    <a:pt x="3344" y="4777"/>
                  </a:lnTo>
                  <a:lnTo>
                    <a:pt x="2389" y="3344"/>
                  </a:lnTo>
                  <a:lnTo>
                    <a:pt x="1433" y="3822"/>
                  </a:lnTo>
                  <a:lnTo>
                    <a:pt x="956" y="4299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2867" y="478"/>
                  </a:lnTo>
                  <a:lnTo>
                    <a:pt x="430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1C0DCED8-0C89-E960-A26C-305C59C90F3C}"/>
                </a:ext>
              </a:extLst>
            </p:cNvPr>
            <p:cNvSpPr/>
            <p:nvPr/>
          </p:nvSpPr>
          <p:spPr>
            <a:xfrm>
              <a:off x="8419197" y="3697268"/>
              <a:ext cx="2866" cy="1433"/>
            </a:xfrm>
            <a:custGeom>
              <a:avLst/>
              <a:gdLst>
                <a:gd name="csX0" fmla="*/ 2866 w 2866"/>
                <a:gd name="csY0" fmla="*/ 1433 h 1433"/>
                <a:gd name="csX1" fmla="*/ 2866 w 2866"/>
                <a:gd name="csY1" fmla="*/ 1433 h 1433"/>
                <a:gd name="csX2" fmla="*/ 0 w 2866"/>
                <a:gd name="csY2" fmla="*/ 0 h 1433"/>
                <a:gd name="csX3" fmla="*/ 2866 w 2866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1433">
                  <a:moveTo>
                    <a:pt x="2866" y="1433"/>
                  </a:moveTo>
                  <a:lnTo>
                    <a:pt x="2866" y="1433"/>
                  </a:lnTo>
                  <a:lnTo>
                    <a:pt x="0" y="0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97CE4EC-2BD4-73E6-DA7B-2DBB19DC5946}"/>
                </a:ext>
              </a:extLst>
            </p:cNvPr>
            <p:cNvSpPr/>
            <p:nvPr/>
          </p:nvSpPr>
          <p:spPr>
            <a:xfrm>
              <a:off x="8418719" y="4787446"/>
              <a:ext cx="3344" cy="1911"/>
            </a:xfrm>
            <a:custGeom>
              <a:avLst/>
              <a:gdLst>
                <a:gd name="csX0" fmla="*/ 3344 w 3344"/>
                <a:gd name="csY0" fmla="*/ 0 h 1911"/>
                <a:gd name="csX1" fmla="*/ 2389 w 3344"/>
                <a:gd name="csY1" fmla="*/ 1911 h 1911"/>
                <a:gd name="csX2" fmla="*/ 478 w 3344"/>
                <a:gd name="csY2" fmla="*/ 1433 h 1911"/>
                <a:gd name="csX3" fmla="*/ 0 w 3344"/>
                <a:gd name="csY3" fmla="*/ 1433 h 1911"/>
                <a:gd name="csX4" fmla="*/ 2389 w 3344"/>
                <a:gd name="csY4" fmla="*/ 478 h 1911"/>
                <a:gd name="csX5" fmla="*/ 3344 w 3344"/>
                <a:gd name="csY5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1911">
                  <a:moveTo>
                    <a:pt x="3344" y="0"/>
                  </a:moveTo>
                  <a:lnTo>
                    <a:pt x="2389" y="1911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2389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96F6C262-7CBF-739A-C28F-1256DCF45704}"/>
                </a:ext>
              </a:extLst>
            </p:cNvPr>
            <p:cNvSpPr/>
            <p:nvPr/>
          </p:nvSpPr>
          <p:spPr>
            <a:xfrm>
              <a:off x="8408209" y="4740151"/>
              <a:ext cx="11465" cy="10510"/>
            </a:xfrm>
            <a:custGeom>
              <a:avLst/>
              <a:gdLst>
                <a:gd name="csX0" fmla="*/ 10988 w 11465"/>
                <a:gd name="csY0" fmla="*/ 8121 h 10510"/>
                <a:gd name="csX1" fmla="*/ 11466 w 11465"/>
                <a:gd name="csY1" fmla="*/ 9077 h 10510"/>
                <a:gd name="csX2" fmla="*/ 10988 w 11465"/>
                <a:gd name="csY2" fmla="*/ 9555 h 10510"/>
                <a:gd name="csX3" fmla="*/ 9077 w 11465"/>
                <a:gd name="csY3" fmla="*/ 10510 h 10510"/>
                <a:gd name="csX4" fmla="*/ 7166 w 11465"/>
                <a:gd name="csY4" fmla="*/ 9555 h 10510"/>
                <a:gd name="csX5" fmla="*/ 6688 w 11465"/>
                <a:gd name="csY5" fmla="*/ 8599 h 10510"/>
                <a:gd name="csX6" fmla="*/ 6211 w 11465"/>
                <a:gd name="csY6" fmla="*/ 8121 h 10510"/>
                <a:gd name="csX7" fmla="*/ 3822 w 11465"/>
                <a:gd name="csY7" fmla="*/ 9077 h 10510"/>
                <a:gd name="csX8" fmla="*/ 3344 w 11465"/>
                <a:gd name="csY8" fmla="*/ 9077 h 10510"/>
                <a:gd name="csX9" fmla="*/ 2866 w 11465"/>
                <a:gd name="csY9" fmla="*/ 7644 h 10510"/>
                <a:gd name="csX10" fmla="*/ 3344 w 11465"/>
                <a:gd name="csY10" fmla="*/ 6211 h 10510"/>
                <a:gd name="csX11" fmla="*/ 1433 w 11465"/>
                <a:gd name="csY11" fmla="*/ 5255 h 10510"/>
                <a:gd name="csX12" fmla="*/ 0 w 11465"/>
                <a:gd name="csY12" fmla="*/ 3344 h 10510"/>
                <a:gd name="csX13" fmla="*/ 0 w 11465"/>
                <a:gd name="csY13" fmla="*/ 2867 h 10510"/>
                <a:gd name="csX14" fmla="*/ 478 w 11465"/>
                <a:gd name="csY14" fmla="*/ 1433 h 10510"/>
                <a:gd name="csX15" fmla="*/ 478 w 11465"/>
                <a:gd name="csY15" fmla="*/ 478 h 10510"/>
                <a:gd name="csX16" fmla="*/ 1433 w 11465"/>
                <a:gd name="csY16" fmla="*/ 478 h 10510"/>
                <a:gd name="csX17" fmla="*/ 3344 w 11465"/>
                <a:gd name="csY17" fmla="*/ 1911 h 10510"/>
                <a:gd name="csX18" fmla="*/ 3822 w 11465"/>
                <a:gd name="csY18" fmla="*/ 478 h 10510"/>
                <a:gd name="csX19" fmla="*/ 4300 w 11465"/>
                <a:gd name="csY19" fmla="*/ 0 h 10510"/>
                <a:gd name="csX20" fmla="*/ 5255 w 11465"/>
                <a:gd name="csY20" fmla="*/ 0 h 10510"/>
                <a:gd name="csX21" fmla="*/ 7644 w 11465"/>
                <a:gd name="csY21" fmla="*/ 2867 h 10510"/>
                <a:gd name="csX22" fmla="*/ 6211 w 11465"/>
                <a:gd name="csY22" fmla="*/ 5255 h 10510"/>
                <a:gd name="csX23" fmla="*/ 7166 w 11465"/>
                <a:gd name="csY23" fmla="*/ 6688 h 10510"/>
                <a:gd name="csX24" fmla="*/ 10032 w 11465"/>
                <a:gd name="csY24" fmla="*/ 7166 h 10510"/>
                <a:gd name="csX25" fmla="*/ 10510 w 11465"/>
                <a:gd name="csY25" fmla="*/ 7644 h 10510"/>
                <a:gd name="csX26" fmla="*/ 10988 w 11465"/>
                <a:gd name="csY26" fmla="*/ 8121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1465" h="10510">
                  <a:moveTo>
                    <a:pt x="10988" y="8121"/>
                  </a:moveTo>
                  <a:lnTo>
                    <a:pt x="11466" y="9077"/>
                  </a:lnTo>
                  <a:lnTo>
                    <a:pt x="10988" y="9555"/>
                  </a:lnTo>
                  <a:lnTo>
                    <a:pt x="9077" y="10510"/>
                  </a:lnTo>
                  <a:lnTo>
                    <a:pt x="7166" y="9555"/>
                  </a:lnTo>
                  <a:lnTo>
                    <a:pt x="6688" y="8599"/>
                  </a:lnTo>
                  <a:lnTo>
                    <a:pt x="6211" y="8121"/>
                  </a:lnTo>
                  <a:lnTo>
                    <a:pt x="3822" y="9077"/>
                  </a:lnTo>
                  <a:lnTo>
                    <a:pt x="3344" y="9077"/>
                  </a:lnTo>
                  <a:lnTo>
                    <a:pt x="2866" y="7644"/>
                  </a:lnTo>
                  <a:lnTo>
                    <a:pt x="3344" y="6211"/>
                  </a:lnTo>
                  <a:lnTo>
                    <a:pt x="1433" y="5255"/>
                  </a:lnTo>
                  <a:lnTo>
                    <a:pt x="0" y="3344"/>
                  </a:lnTo>
                  <a:lnTo>
                    <a:pt x="0" y="2867"/>
                  </a:lnTo>
                  <a:lnTo>
                    <a:pt x="478" y="1433"/>
                  </a:lnTo>
                  <a:lnTo>
                    <a:pt x="478" y="478"/>
                  </a:lnTo>
                  <a:lnTo>
                    <a:pt x="1433" y="478"/>
                  </a:lnTo>
                  <a:lnTo>
                    <a:pt x="3344" y="1911"/>
                  </a:lnTo>
                  <a:lnTo>
                    <a:pt x="3822" y="478"/>
                  </a:lnTo>
                  <a:lnTo>
                    <a:pt x="4300" y="0"/>
                  </a:lnTo>
                  <a:lnTo>
                    <a:pt x="5255" y="0"/>
                  </a:lnTo>
                  <a:lnTo>
                    <a:pt x="7644" y="2867"/>
                  </a:lnTo>
                  <a:lnTo>
                    <a:pt x="6211" y="5255"/>
                  </a:lnTo>
                  <a:lnTo>
                    <a:pt x="7166" y="6688"/>
                  </a:lnTo>
                  <a:lnTo>
                    <a:pt x="10032" y="7166"/>
                  </a:lnTo>
                  <a:lnTo>
                    <a:pt x="10510" y="7644"/>
                  </a:lnTo>
                  <a:lnTo>
                    <a:pt x="10988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E1C1DB98-9221-E9FE-F025-C08AB17DE958}"/>
                </a:ext>
              </a:extLst>
            </p:cNvPr>
            <p:cNvSpPr/>
            <p:nvPr/>
          </p:nvSpPr>
          <p:spPr>
            <a:xfrm>
              <a:off x="8412031" y="3680547"/>
              <a:ext cx="6210" cy="16242"/>
            </a:xfrm>
            <a:custGeom>
              <a:avLst/>
              <a:gdLst>
                <a:gd name="csX0" fmla="*/ 4299 w 6210"/>
                <a:gd name="csY0" fmla="*/ 15287 h 16242"/>
                <a:gd name="csX1" fmla="*/ 6210 w 6210"/>
                <a:gd name="csY1" fmla="*/ 16243 h 16242"/>
                <a:gd name="csX2" fmla="*/ 4299 w 6210"/>
                <a:gd name="csY2" fmla="*/ 15287 h 16242"/>
                <a:gd name="csX3" fmla="*/ 3821 w 6210"/>
                <a:gd name="csY3" fmla="*/ 13854 h 16242"/>
                <a:gd name="csX4" fmla="*/ 2866 w 6210"/>
                <a:gd name="csY4" fmla="*/ 12421 h 16242"/>
                <a:gd name="csX5" fmla="*/ 955 w 6210"/>
                <a:gd name="csY5" fmla="*/ 11466 h 16242"/>
                <a:gd name="csX6" fmla="*/ 0 w 6210"/>
                <a:gd name="csY6" fmla="*/ 9555 h 16242"/>
                <a:gd name="csX7" fmla="*/ 0 w 6210"/>
                <a:gd name="csY7" fmla="*/ 6688 h 16242"/>
                <a:gd name="csX8" fmla="*/ 478 w 6210"/>
                <a:gd name="csY8" fmla="*/ 3822 h 16242"/>
                <a:gd name="csX9" fmla="*/ 1910 w 6210"/>
                <a:gd name="csY9" fmla="*/ 0 h 16242"/>
                <a:gd name="csX10" fmla="*/ 1910 w 6210"/>
                <a:gd name="csY10" fmla="*/ 0 h 16242"/>
                <a:gd name="csX11" fmla="*/ 478 w 6210"/>
                <a:gd name="csY11" fmla="*/ 3822 h 16242"/>
                <a:gd name="csX12" fmla="*/ 0 w 6210"/>
                <a:gd name="csY12" fmla="*/ 6688 h 16242"/>
                <a:gd name="csX13" fmla="*/ 0 w 6210"/>
                <a:gd name="csY13" fmla="*/ 9555 h 16242"/>
                <a:gd name="csX14" fmla="*/ 1433 w 6210"/>
                <a:gd name="csY14" fmla="*/ 11466 h 16242"/>
                <a:gd name="csX15" fmla="*/ 2866 w 6210"/>
                <a:gd name="csY15" fmla="*/ 12421 h 16242"/>
                <a:gd name="csX16" fmla="*/ 3821 w 6210"/>
                <a:gd name="csY16" fmla="*/ 13854 h 16242"/>
                <a:gd name="csX17" fmla="*/ 4299 w 6210"/>
                <a:gd name="csY17" fmla="*/ 15287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10" h="16242">
                  <a:moveTo>
                    <a:pt x="4299" y="15287"/>
                  </a:moveTo>
                  <a:lnTo>
                    <a:pt x="6210" y="16243"/>
                  </a:lnTo>
                  <a:lnTo>
                    <a:pt x="4299" y="15287"/>
                  </a:lnTo>
                  <a:lnTo>
                    <a:pt x="3821" y="13854"/>
                  </a:lnTo>
                  <a:lnTo>
                    <a:pt x="2866" y="12421"/>
                  </a:lnTo>
                  <a:lnTo>
                    <a:pt x="955" y="11466"/>
                  </a:lnTo>
                  <a:lnTo>
                    <a:pt x="0" y="9555"/>
                  </a:lnTo>
                  <a:lnTo>
                    <a:pt x="0" y="6688"/>
                  </a:lnTo>
                  <a:lnTo>
                    <a:pt x="478" y="3822"/>
                  </a:lnTo>
                  <a:lnTo>
                    <a:pt x="1910" y="0"/>
                  </a:lnTo>
                  <a:lnTo>
                    <a:pt x="1910" y="0"/>
                  </a:lnTo>
                  <a:lnTo>
                    <a:pt x="478" y="3822"/>
                  </a:lnTo>
                  <a:lnTo>
                    <a:pt x="0" y="6688"/>
                  </a:lnTo>
                  <a:lnTo>
                    <a:pt x="0" y="9555"/>
                  </a:lnTo>
                  <a:lnTo>
                    <a:pt x="1433" y="11466"/>
                  </a:lnTo>
                  <a:lnTo>
                    <a:pt x="2866" y="12421"/>
                  </a:lnTo>
                  <a:lnTo>
                    <a:pt x="3821" y="13854"/>
                  </a:lnTo>
                  <a:lnTo>
                    <a:pt x="4299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8DFA7BC8-681B-BAD8-A624-DE0DBA9FD7EB}"/>
                </a:ext>
              </a:extLst>
            </p:cNvPr>
            <p:cNvSpPr/>
            <p:nvPr/>
          </p:nvSpPr>
          <p:spPr>
            <a:xfrm>
              <a:off x="8416809" y="4065119"/>
              <a:ext cx="1432" cy="2388"/>
            </a:xfrm>
            <a:custGeom>
              <a:avLst/>
              <a:gdLst>
                <a:gd name="csX0" fmla="*/ 955 w 1432"/>
                <a:gd name="csY0" fmla="*/ 0 h 2388"/>
                <a:gd name="csX1" fmla="*/ 1433 w 1432"/>
                <a:gd name="csY1" fmla="*/ 1433 h 2388"/>
                <a:gd name="csX2" fmla="*/ 955 w 1432"/>
                <a:gd name="csY2" fmla="*/ 2389 h 2388"/>
                <a:gd name="csX3" fmla="*/ 0 w 1432"/>
                <a:gd name="csY3" fmla="*/ 956 h 2388"/>
                <a:gd name="csX4" fmla="*/ 955 w 1432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2388">
                  <a:moveTo>
                    <a:pt x="955" y="0"/>
                  </a:moveTo>
                  <a:lnTo>
                    <a:pt x="1433" y="1433"/>
                  </a:lnTo>
                  <a:lnTo>
                    <a:pt x="955" y="2389"/>
                  </a:lnTo>
                  <a:lnTo>
                    <a:pt x="0" y="956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" name="Freeform 475">
              <a:extLst>
                <a:ext uri="{FF2B5EF4-FFF2-40B4-BE49-F238E27FC236}">
                  <a16:creationId xmlns:a16="http://schemas.microsoft.com/office/drawing/2014/main" id="{81A88548-B38E-DE56-C641-CFC14CDBA6FD}"/>
                </a:ext>
              </a:extLst>
            </p:cNvPr>
            <p:cNvSpPr/>
            <p:nvPr/>
          </p:nvSpPr>
          <p:spPr>
            <a:xfrm>
              <a:off x="8412031" y="4793179"/>
              <a:ext cx="2866" cy="1910"/>
            </a:xfrm>
            <a:custGeom>
              <a:avLst/>
              <a:gdLst>
                <a:gd name="csX0" fmla="*/ 2389 w 2866"/>
                <a:gd name="csY0" fmla="*/ 1433 h 1910"/>
                <a:gd name="csX1" fmla="*/ 2866 w 2866"/>
                <a:gd name="csY1" fmla="*/ 1911 h 1910"/>
                <a:gd name="csX2" fmla="*/ 955 w 2866"/>
                <a:gd name="csY2" fmla="*/ 1433 h 1910"/>
                <a:gd name="csX3" fmla="*/ 0 w 2866"/>
                <a:gd name="csY3" fmla="*/ 956 h 1910"/>
                <a:gd name="csX4" fmla="*/ 955 w 2866"/>
                <a:gd name="csY4" fmla="*/ 478 h 1910"/>
                <a:gd name="csX5" fmla="*/ 1433 w 2866"/>
                <a:gd name="csY5" fmla="*/ 0 h 1910"/>
                <a:gd name="csX6" fmla="*/ 2389 w 2866"/>
                <a:gd name="csY6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1910">
                  <a:moveTo>
                    <a:pt x="2389" y="1433"/>
                  </a:moveTo>
                  <a:lnTo>
                    <a:pt x="2866" y="1911"/>
                  </a:lnTo>
                  <a:lnTo>
                    <a:pt x="955" y="1433"/>
                  </a:lnTo>
                  <a:lnTo>
                    <a:pt x="0" y="956"/>
                  </a:lnTo>
                  <a:lnTo>
                    <a:pt x="955" y="478"/>
                  </a:lnTo>
                  <a:lnTo>
                    <a:pt x="1433" y="0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" name="Freeform 476">
              <a:extLst>
                <a:ext uri="{FF2B5EF4-FFF2-40B4-BE49-F238E27FC236}">
                  <a16:creationId xmlns:a16="http://schemas.microsoft.com/office/drawing/2014/main" id="{FE89ADDF-5FE8-B932-C21F-DD42D379291A}"/>
                </a:ext>
              </a:extLst>
            </p:cNvPr>
            <p:cNvSpPr/>
            <p:nvPr/>
          </p:nvSpPr>
          <p:spPr>
            <a:xfrm>
              <a:off x="8397700" y="3641851"/>
              <a:ext cx="16242" cy="38695"/>
            </a:xfrm>
            <a:custGeom>
              <a:avLst/>
              <a:gdLst>
                <a:gd name="csX0" fmla="*/ 12421 w 16242"/>
                <a:gd name="csY0" fmla="*/ 36307 h 38695"/>
                <a:gd name="csX1" fmla="*/ 16242 w 16242"/>
                <a:gd name="csY1" fmla="*/ 38696 h 38695"/>
                <a:gd name="csX2" fmla="*/ 12421 w 16242"/>
                <a:gd name="csY2" fmla="*/ 36307 h 38695"/>
                <a:gd name="csX3" fmla="*/ 10987 w 16242"/>
                <a:gd name="csY3" fmla="*/ 34874 h 38695"/>
                <a:gd name="csX4" fmla="*/ 11465 w 16242"/>
                <a:gd name="csY4" fmla="*/ 33441 h 38695"/>
                <a:gd name="csX5" fmla="*/ 11465 w 16242"/>
                <a:gd name="csY5" fmla="*/ 32486 h 38695"/>
                <a:gd name="csX6" fmla="*/ 10510 w 16242"/>
                <a:gd name="csY6" fmla="*/ 31530 h 38695"/>
                <a:gd name="csX7" fmla="*/ 10510 w 16242"/>
                <a:gd name="csY7" fmla="*/ 30575 h 38695"/>
                <a:gd name="csX8" fmla="*/ 11465 w 16242"/>
                <a:gd name="csY8" fmla="*/ 29141 h 38695"/>
                <a:gd name="csX9" fmla="*/ 11465 w 16242"/>
                <a:gd name="csY9" fmla="*/ 26753 h 38695"/>
                <a:gd name="csX10" fmla="*/ 10510 w 16242"/>
                <a:gd name="csY10" fmla="*/ 24364 h 38695"/>
                <a:gd name="csX11" fmla="*/ 8599 w 16242"/>
                <a:gd name="csY11" fmla="*/ 21020 h 38695"/>
                <a:gd name="csX12" fmla="*/ 4777 w 16242"/>
                <a:gd name="csY12" fmla="*/ 16243 h 38695"/>
                <a:gd name="csX13" fmla="*/ 2866 w 16242"/>
                <a:gd name="csY13" fmla="*/ 13376 h 38695"/>
                <a:gd name="csX14" fmla="*/ 2866 w 16242"/>
                <a:gd name="csY14" fmla="*/ 10988 h 38695"/>
                <a:gd name="csX15" fmla="*/ 2389 w 16242"/>
                <a:gd name="csY15" fmla="*/ 9555 h 38695"/>
                <a:gd name="csX16" fmla="*/ 1433 w 16242"/>
                <a:gd name="csY16" fmla="*/ 8599 h 38695"/>
                <a:gd name="csX17" fmla="*/ 955 w 16242"/>
                <a:gd name="csY17" fmla="*/ 7166 h 38695"/>
                <a:gd name="csX18" fmla="*/ 1433 w 16242"/>
                <a:gd name="csY18" fmla="*/ 5255 h 38695"/>
                <a:gd name="csX19" fmla="*/ 955 w 16242"/>
                <a:gd name="csY19" fmla="*/ 4300 h 38695"/>
                <a:gd name="csX20" fmla="*/ 478 w 16242"/>
                <a:gd name="csY20" fmla="*/ 2866 h 38695"/>
                <a:gd name="csX21" fmla="*/ 478 w 16242"/>
                <a:gd name="csY21" fmla="*/ 1433 h 38695"/>
                <a:gd name="csX22" fmla="*/ 0 w 16242"/>
                <a:gd name="csY22" fmla="*/ 0 h 38695"/>
                <a:gd name="csX23" fmla="*/ 0 w 16242"/>
                <a:gd name="csY23" fmla="*/ 478 h 38695"/>
                <a:gd name="csX24" fmla="*/ 955 w 16242"/>
                <a:gd name="csY24" fmla="*/ 1433 h 38695"/>
                <a:gd name="csX25" fmla="*/ 478 w 16242"/>
                <a:gd name="csY25" fmla="*/ 2866 h 38695"/>
                <a:gd name="csX26" fmla="*/ 955 w 16242"/>
                <a:gd name="csY26" fmla="*/ 4300 h 38695"/>
                <a:gd name="csX27" fmla="*/ 1433 w 16242"/>
                <a:gd name="csY27" fmla="*/ 5255 h 38695"/>
                <a:gd name="csX28" fmla="*/ 1433 w 16242"/>
                <a:gd name="csY28" fmla="*/ 7166 h 38695"/>
                <a:gd name="csX29" fmla="*/ 1910 w 16242"/>
                <a:gd name="csY29" fmla="*/ 8599 h 38695"/>
                <a:gd name="csX30" fmla="*/ 2389 w 16242"/>
                <a:gd name="csY30" fmla="*/ 9555 h 38695"/>
                <a:gd name="csX31" fmla="*/ 2866 w 16242"/>
                <a:gd name="csY31" fmla="*/ 10988 h 38695"/>
                <a:gd name="csX32" fmla="*/ 2866 w 16242"/>
                <a:gd name="csY32" fmla="*/ 13376 h 38695"/>
                <a:gd name="csX33" fmla="*/ 4777 w 16242"/>
                <a:gd name="csY33" fmla="*/ 16243 h 38695"/>
                <a:gd name="csX34" fmla="*/ 8599 w 16242"/>
                <a:gd name="csY34" fmla="*/ 21020 h 38695"/>
                <a:gd name="csX35" fmla="*/ 10510 w 16242"/>
                <a:gd name="csY35" fmla="*/ 24364 h 38695"/>
                <a:gd name="csX36" fmla="*/ 11465 w 16242"/>
                <a:gd name="csY36" fmla="*/ 26753 h 38695"/>
                <a:gd name="csX37" fmla="*/ 11465 w 16242"/>
                <a:gd name="csY37" fmla="*/ 29141 h 38695"/>
                <a:gd name="csX38" fmla="*/ 10510 w 16242"/>
                <a:gd name="csY38" fmla="*/ 30575 h 38695"/>
                <a:gd name="csX39" fmla="*/ 10510 w 16242"/>
                <a:gd name="csY39" fmla="*/ 31530 h 38695"/>
                <a:gd name="csX40" fmla="*/ 11465 w 16242"/>
                <a:gd name="csY40" fmla="*/ 32486 h 38695"/>
                <a:gd name="csX41" fmla="*/ 11465 w 16242"/>
                <a:gd name="csY41" fmla="*/ 33441 h 38695"/>
                <a:gd name="csX42" fmla="*/ 11465 w 16242"/>
                <a:gd name="csY42" fmla="*/ 34874 h 38695"/>
                <a:gd name="csX43" fmla="*/ 12421 w 16242"/>
                <a:gd name="csY43" fmla="*/ 36307 h 38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16242" h="38695">
                  <a:moveTo>
                    <a:pt x="12421" y="36307"/>
                  </a:moveTo>
                  <a:lnTo>
                    <a:pt x="16242" y="38696"/>
                  </a:lnTo>
                  <a:lnTo>
                    <a:pt x="12421" y="36307"/>
                  </a:lnTo>
                  <a:lnTo>
                    <a:pt x="10987" y="34874"/>
                  </a:lnTo>
                  <a:lnTo>
                    <a:pt x="11465" y="33441"/>
                  </a:lnTo>
                  <a:lnTo>
                    <a:pt x="11465" y="32486"/>
                  </a:lnTo>
                  <a:lnTo>
                    <a:pt x="10510" y="31530"/>
                  </a:lnTo>
                  <a:lnTo>
                    <a:pt x="10510" y="30575"/>
                  </a:lnTo>
                  <a:lnTo>
                    <a:pt x="11465" y="29141"/>
                  </a:lnTo>
                  <a:lnTo>
                    <a:pt x="11465" y="26753"/>
                  </a:lnTo>
                  <a:lnTo>
                    <a:pt x="10510" y="24364"/>
                  </a:lnTo>
                  <a:lnTo>
                    <a:pt x="8599" y="21020"/>
                  </a:lnTo>
                  <a:lnTo>
                    <a:pt x="4777" y="16243"/>
                  </a:lnTo>
                  <a:lnTo>
                    <a:pt x="2866" y="13376"/>
                  </a:lnTo>
                  <a:lnTo>
                    <a:pt x="2866" y="10988"/>
                  </a:lnTo>
                  <a:lnTo>
                    <a:pt x="2389" y="9555"/>
                  </a:lnTo>
                  <a:lnTo>
                    <a:pt x="1433" y="8599"/>
                  </a:lnTo>
                  <a:lnTo>
                    <a:pt x="955" y="7166"/>
                  </a:lnTo>
                  <a:lnTo>
                    <a:pt x="1433" y="5255"/>
                  </a:lnTo>
                  <a:lnTo>
                    <a:pt x="955" y="4300"/>
                  </a:lnTo>
                  <a:lnTo>
                    <a:pt x="478" y="2866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0" y="478"/>
                  </a:lnTo>
                  <a:lnTo>
                    <a:pt x="955" y="1433"/>
                  </a:lnTo>
                  <a:lnTo>
                    <a:pt x="478" y="2866"/>
                  </a:lnTo>
                  <a:lnTo>
                    <a:pt x="955" y="4300"/>
                  </a:lnTo>
                  <a:lnTo>
                    <a:pt x="1433" y="5255"/>
                  </a:lnTo>
                  <a:lnTo>
                    <a:pt x="1433" y="7166"/>
                  </a:lnTo>
                  <a:lnTo>
                    <a:pt x="1910" y="8599"/>
                  </a:lnTo>
                  <a:lnTo>
                    <a:pt x="2389" y="9555"/>
                  </a:lnTo>
                  <a:lnTo>
                    <a:pt x="2866" y="10988"/>
                  </a:lnTo>
                  <a:lnTo>
                    <a:pt x="2866" y="13376"/>
                  </a:lnTo>
                  <a:lnTo>
                    <a:pt x="4777" y="16243"/>
                  </a:lnTo>
                  <a:lnTo>
                    <a:pt x="8599" y="21020"/>
                  </a:lnTo>
                  <a:lnTo>
                    <a:pt x="10510" y="24364"/>
                  </a:lnTo>
                  <a:lnTo>
                    <a:pt x="11465" y="26753"/>
                  </a:lnTo>
                  <a:lnTo>
                    <a:pt x="11465" y="29141"/>
                  </a:lnTo>
                  <a:lnTo>
                    <a:pt x="10510" y="30575"/>
                  </a:lnTo>
                  <a:lnTo>
                    <a:pt x="10510" y="31530"/>
                  </a:lnTo>
                  <a:lnTo>
                    <a:pt x="11465" y="32486"/>
                  </a:lnTo>
                  <a:lnTo>
                    <a:pt x="11465" y="33441"/>
                  </a:lnTo>
                  <a:lnTo>
                    <a:pt x="11465" y="34874"/>
                  </a:lnTo>
                  <a:lnTo>
                    <a:pt x="12421" y="3630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" name="Freeform 477">
              <a:extLst>
                <a:ext uri="{FF2B5EF4-FFF2-40B4-BE49-F238E27FC236}">
                  <a16:creationId xmlns:a16="http://schemas.microsoft.com/office/drawing/2014/main" id="{9441279A-FC11-55A5-1CE3-731171E91126}"/>
                </a:ext>
              </a:extLst>
            </p:cNvPr>
            <p:cNvSpPr/>
            <p:nvPr/>
          </p:nvSpPr>
          <p:spPr>
            <a:xfrm>
              <a:off x="8409165" y="4870571"/>
              <a:ext cx="2388" cy="2388"/>
            </a:xfrm>
            <a:custGeom>
              <a:avLst/>
              <a:gdLst>
                <a:gd name="csX0" fmla="*/ 2389 w 2388"/>
                <a:gd name="csY0" fmla="*/ 478 h 2388"/>
                <a:gd name="csX1" fmla="*/ 2389 w 2388"/>
                <a:gd name="csY1" fmla="*/ 1433 h 2388"/>
                <a:gd name="csX2" fmla="*/ 2389 w 2388"/>
                <a:gd name="csY2" fmla="*/ 1911 h 2388"/>
                <a:gd name="csX3" fmla="*/ 1433 w 2388"/>
                <a:gd name="csY3" fmla="*/ 1911 h 2388"/>
                <a:gd name="csX4" fmla="*/ 0 w 2388"/>
                <a:gd name="csY4" fmla="*/ 2389 h 2388"/>
                <a:gd name="csX5" fmla="*/ 478 w 2388"/>
                <a:gd name="csY5" fmla="*/ 1433 h 2388"/>
                <a:gd name="csX6" fmla="*/ 478 w 2388"/>
                <a:gd name="csY6" fmla="*/ 0 h 2388"/>
                <a:gd name="csX7" fmla="*/ 2389 w 2388"/>
                <a:gd name="csY7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2389" y="478"/>
                  </a:moveTo>
                  <a:lnTo>
                    <a:pt x="2389" y="1433"/>
                  </a:lnTo>
                  <a:lnTo>
                    <a:pt x="2389" y="1911"/>
                  </a:lnTo>
                  <a:lnTo>
                    <a:pt x="1433" y="1911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478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E7D55FA7-C7FE-509B-ECE5-9237AE503218}"/>
                </a:ext>
              </a:extLst>
            </p:cNvPr>
            <p:cNvSpPr/>
            <p:nvPr/>
          </p:nvSpPr>
          <p:spPr>
            <a:xfrm>
              <a:off x="8410120" y="4732030"/>
              <a:ext cx="955" cy="3343"/>
            </a:xfrm>
            <a:custGeom>
              <a:avLst/>
              <a:gdLst>
                <a:gd name="csX0" fmla="*/ 955 w 955"/>
                <a:gd name="csY0" fmla="*/ 1433 h 3343"/>
                <a:gd name="csX1" fmla="*/ 955 w 955"/>
                <a:gd name="csY1" fmla="*/ 2866 h 3343"/>
                <a:gd name="csX2" fmla="*/ 955 w 955"/>
                <a:gd name="csY2" fmla="*/ 3344 h 3343"/>
                <a:gd name="csX3" fmla="*/ 478 w 955"/>
                <a:gd name="csY3" fmla="*/ 2389 h 3343"/>
                <a:gd name="csX4" fmla="*/ 0 w 955"/>
                <a:gd name="csY4" fmla="*/ 2389 h 3343"/>
                <a:gd name="csX5" fmla="*/ 478 w 955"/>
                <a:gd name="csY5" fmla="*/ 478 h 3343"/>
                <a:gd name="csX6" fmla="*/ 478 w 955"/>
                <a:gd name="csY6" fmla="*/ 0 h 3343"/>
                <a:gd name="csX7" fmla="*/ 955 w 955"/>
                <a:gd name="csY7" fmla="*/ 1433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3343">
                  <a:moveTo>
                    <a:pt x="955" y="1433"/>
                  </a:moveTo>
                  <a:lnTo>
                    <a:pt x="955" y="2866"/>
                  </a:lnTo>
                  <a:lnTo>
                    <a:pt x="955" y="3344"/>
                  </a:lnTo>
                  <a:lnTo>
                    <a:pt x="478" y="2389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9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09BB8016-379A-A055-65EC-D4892BC10513}"/>
                </a:ext>
              </a:extLst>
            </p:cNvPr>
            <p:cNvSpPr/>
            <p:nvPr/>
          </p:nvSpPr>
          <p:spPr>
            <a:xfrm>
              <a:off x="8409643" y="4721042"/>
              <a:ext cx="1432" cy="1911"/>
            </a:xfrm>
            <a:custGeom>
              <a:avLst/>
              <a:gdLst>
                <a:gd name="csX0" fmla="*/ 1433 w 1432"/>
                <a:gd name="csY0" fmla="*/ 478 h 1911"/>
                <a:gd name="csX1" fmla="*/ 1433 w 1432"/>
                <a:gd name="csY1" fmla="*/ 956 h 1911"/>
                <a:gd name="csX2" fmla="*/ 955 w 1432"/>
                <a:gd name="csY2" fmla="*/ 1911 h 1911"/>
                <a:gd name="csX3" fmla="*/ 478 w 1432"/>
                <a:gd name="csY3" fmla="*/ 1911 h 1911"/>
                <a:gd name="csX4" fmla="*/ 0 w 1432"/>
                <a:gd name="csY4" fmla="*/ 1911 h 1911"/>
                <a:gd name="csX5" fmla="*/ 0 w 1432"/>
                <a:gd name="csY5" fmla="*/ 1433 h 1911"/>
                <a:gd name="csX6" fmla="*/ 478 w 1432"/>
                <a:gd name="csY6" fmla="*/ 0 h 1911"/>
                <a:gd name="csX7" fmla="*/ 955 w 1432"/>
                <a:gd name="csY7" fmla="*/ 0 h 1911"/>
                <a:gd name="csX8" fmla="*/ 1433 w 1432"/>
                <a:gd name="csY8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2" h="1911">
                  <a:moveTo>
                    <a:pt x="1433" y="478"/>
                  </a:moveTo>
                  <a:lnTo>
                    <a:pt x="1433" y="956"/>
                  </a:lnTo>
                  <a:lnTo>
                    <a:pt x="955" y="1911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E77E8CD9-09B8-3C33-63E7-127C3CDCDC7C}"/>
                </a:ext>
              </a:extLst>
            </p:cNvPr>
            <p:cNvSpPr/>
            <p:nvPr/>
          </p:nvSpPr>
          <p:spPr>
            <a:xfrm>
              <a:off x="8407732" y="4719131"/>
              <a:ext cx="1911" cy="1910"/>
            </a:xfrm>
            <a:custGeom>
              <a:avLst/>
              <a:gdLst>
                <a:gd name="csX0" fmla="*/ 1433 w 1911"/>
                <a:gd name="csY0" fmla="*/ 0 h 1910"/>
                <a:gd name="csX1" fmla="*/ 1911 w 1911"/>
                <a:gd name="csY1" fmla="*/ 956 h 1910"/>
                <a:gd name="csX2" fmla="*/ 1433 w 1911"/>
                <a:gd name="csY2" fmla="*/ 1911 h 1910"/>
                <a:gd name="csX3" fmla="*/ 478 w 1911"/>
                <a:gd name="csY3" fmla="*/ 1433 h 1910"/>
                <a:gd name="csX4" fmla="*/ 0 w 1911"/>
                <a:gd name="csY4" fmla="*/ 956 h 1910"/>
                <a:gd name="csX5" fmla="*/ 478 w 1911"/>
                <a:gd name="csY5" fmla="*/ 0 h 1910"/>
                <a:gd name="csX6" fmla="*/ 955 w 1911"/>
                <a:gd name="csY6" fmla="*/ 0 h 1910"/>
                <a:gd name="csX7" fmla="*/ 1433 w 1911"/>
                <a:gd name="csY7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0">
                  <a:moveTo>
                    <a:pt x="1433" y="0"/>
                  </a:moveTo>
                  <a:lnTo>
                    <a:pt x="1911" y="956"/>
                  </a:lnTo>
                  <a:lnTo>
                    <a:pt x="1433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272687BD-9C2F-CF49-17B7-AAE95FA67AF3}"/>
                </a:ext>
              </a:extLst>
            </p:cNvPr>
            <p:cNvSpPr/>
            <p:nvPr/>
          </p:nvSpPr>
          <p:spPr>
            <a:xfrm>
              <a:off x="8405343" y="4745884"/>
              <a:ext cx="2866" cy="3344"/>
            </a:xfrm>
            <a:custGeom>
              <a:avLst/>
              <a:gdLst>
                <a:gd name="csX0" fmla="*/ 2866 w 2866"/>
                <a:gd name="csY0" fmla="*/ 2389 h 3344"/>
                <a:gd name="csX1" fmla="*/ 2866 w 2866"/>
                <a:gd name="csY1" fmla="*/ 2867 h 3344"/>
                <a:gd name="csX2" fmla="*/ 2866 w 2866"/>
                <a:gd name="csY2" fmla="*/ 3344 h 3344"/>
                <a:gd name="csX3" fmla="*/ 478 w 2866"/>
                <a:gd name="csY3" fmla="*/ 2867 h 3344"/>
                <a:gd name="csX4" fmla="*/ 0 w 2866"/>
                <a:gd name="csY4" fmla="*/ 2389 h 3344"/>
                <a:gd name="csX5" fmla="*/ 955 w 2866"/>
                <a:gd name="csY5" fmla="*/ 0 h 3344"/>
                <a:gd name="csX6" fmla="*/ 1911 w 2866"/>
                <a:gd name="csY6" fmla="*/ 0 h 3344"/>
                <a:gd name="csX7" fmla="*/ 2866 w 2866"/>
                <a:gd name="csY7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344">
                  <a:moveTo>
                    <a:pt x="2866" y="2389"/>
                  </a:moveTo>
                  <a:lnTo>
                    <a:pt x="2866" y="2867"/>
                  </a:lnTo>
                  <a:lnTo>
                    <a:pt x="2866" y="3344"/>
                  </a:lnTo>
                  <a:lnTo>
                    <a:pt x="478" y="2867"/>
                  </a:lnTo>
                  <a:lnTo>
                    <a:pt x="0" y="2389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F890089C-49A5-730F-80BF-9D464B844931}"/>
                </a:ext>
              </a:extLst>
            </p:cNvPr>
            <p:cNvSpPr/>
            <p:nvPr/>
          </p:nvSpPr>
          <p:spPr>
            <a:xfrm>
              <a:off x="8360914" y="4885381"/>
              <a:ext cx="47295" cy="21975"/>
            </a:xfrm>
            <a:custGeom>
              <a:avLst/>
              <a:gdLst>
                <a:gd name="csX0" fmla="*/ 47295 w 47295"/>
                <a:gd name="csY0" fmla="*/ 1911 h 21975"/>
                <a:gd name="csX1" fmla="*/ 43473 w 47295"/>
                <a:gd name="csY1" fmla="*/ 4777 h 21975"/>
                <a:gd name="csX2" fmla="*/ 39652 w 47295"/>
                <a:gd name="csY2" fmla="*/ 7166 h 21975"/>
                <a:gd name="csX3" fmla="*/ 37263 w 47295"/>
                <a:gd name="csY3" fmla="*/ 8121 h 21975"/>
                <a:gd name="csX4" fmla="*/ 34874 w 47295"/>
                <a:gd name="csY4" fmla="*/ 8599 h 21975"/>
                <a:gd name="csX5" fmla="*/ 32963 w 47295"/>
                <a:gd name="csY5" fmla="*/ 9555 h 21975"/>
                <a:gd name="csX6" fmla="*/ 31052 w 47295"/>
                <a:gd name="csY6" fmla="*/ 10988 h 21975"/>
                <a:gd name="csX7" fmla="*/ 29141 w 47295"/>
                <a:gd name="csY7" fmla="*/ 11466 h 21975"/>
                <a:gd name="csX8" fmla="*/ 26753 w 47295"/>
                <a:gd name="csY8" fmla="*/ 11943 h 21975"/>
                <a:gd name="csX9" fmla="*/ 24842 w 47295"/>
                <a:gd name="csY9" fmla="*/ 12421 h 21975"/>
                <a:gd name="csX10" fmla="*/ 22931 w 47295"/>
                <a:gd name="csY10" fmla="*/ 13376 h 21975"/>
                <a:gd name="csX11" fmla="*/ 20543 w 47295"/>
                <a:gd name="csY11" fmla="*/ 14809 h 21975"/>
                <a:gd name="csX12" fmla="*/ 19587 w 47295"/>
                <a:gd name="csY12" fmla="*/ 14809 h 21975"/>
                <a:gd name="csX13" fmla="*/ 18632 w 47295"/>
                <a:gd name="csY13" fmla="*/ 14809 h 21975"/>
                <a:gd name="csX14" fmla="*/ 16243 w 47295"/>
                <a:gd name="csY14" fmla="*/ 15287 h 21975"/>
                <a:gd name="csX15" fmla="*/ 10032 w 47295"/>
                <a:gd name="csY15" fmla="*/ 17676 h 21975"/>
                <a:gd name="csX16" fmla="*/ 5733 w 47295"/>
                <a:gd name="csY16" fmla="*/ 20065 h 21975"/>
                <a:gd name="csX17" fmla="*/ 2866 w 47295"/>
                <a:gd name="csY17" fmla="*/ 21975 h 21975"/>
                <a:gd name="csX18" fmla="*/ 2389 w 47295"/>
                <a:gd name="csY18" fmla="*/ 19587 h 21975"/>
                <a:gd name="csX19" fmla="*/ 1433 w 47295"/>
                <a:gd name="csY19" fmla="*/ 18632 h 21975"/>
                <a:gd name="csX20" fmla="*/ 956 w 47295"/>
                <a:gd name="csY20" fmla="*/ 17676 h 21975"/>
                <a:gd name="csX21" fmla="*/ 956 w 47295"/>
                <a:gd name="csY21" fmla="*/ 17198 h 21975"/>
                <a:gd name="csX22" fmla="*/ 956 w 47295"/>
                <a:gd name="csY22" fmla="*/ 16243 h 21975"/>
                <a:gd name="csX23" fmla="*/ 1433 w 47295"/>
                <a:gd name="csY23" fmla="*/ 16243 h 21975"/>
                <a:gd name="csX24" fmla="*/ 3822 w 47295"/>
                <a:gd name="csY24" fmla="*/ 16243 h 21975"/>
                <a:gd name="csX25" fmla="*/ 3822 w 47295"/>
                <a:gd name="csY25" fmla="*/ 15765 h 21975"/>
                <a:gd name="csX26" fmla="*/ 4777 w 47295"/>
                <a:gd name="csY26" fmla="*/ 14809 h 21975"/>
                <a:gd name="csX27" fmla="*/ 4777 w 47295"/>
                <a:gd name="csY27" fmla="*/ 13376 h 21975"/>
                <a:gd name="csX28" fmla="*/ 4777 w 47295"/>
                <a:gd name="csY28" fmla="*/ 13376 h 21975"/>
                <a:gd name="csX29" fmla="*/ 4300 w 47295"/>
                <a:gd name="csY29" fmla="*/ 12899 h 21975"/>
                <a:gd name="csX30" fmla="*/ 4300 w 47295"/>
                <a:gd name="csY30" fmla="*/ 12899 h 21975"/>
                <a:gd name="csX31" fmla="*/ 3822 w 47295"/>
                <a:gd name="csY31" fmla="*/ 12421 h 21975"/>
                <a:gd name="csX32" fmla="*/ 1433 w 47295"/>
                <a:gd name="csY32" fmla="*/ 13854 h 21975"/>
                <a:gd name="csX33" fmla="*/ 478 w 47295"/>
                <a:gd name="csY33" fmla="*/ 13376 h 21975"/>
                <a:gd name="csX34" fmla="*/ 0 w 47295"/>
                <a:gd name="csY34" fmla="*/ 12899 h 21975"/>
                <a:gd name="csX35" fmla="*/ 0 w 47295"/>
                <a:gd name="csY35" fmla="*/ 11466 h 21975"/>
                <a:gd name="csX36" fmla="*/ 2389 w 47295"/>
                <a:gd name="csY36" fmla="*/ 10032 h 21975"/>
                <a:gd name="csX37" fmla="*/ 3822 w 47295"/>
                <a:gd name="csY37" fmla="*/ 7166 h 21975"/>
                <a:gd name="csX38" fmla="*/ 5255 w 47295"/>
                <a:gd name="csY38" fmla="*/ 6210 h 21975"/>
                <a:gd name="csX39" fmla="*/ 8122 w 47295"/>
                <a:gd name="csY39" fmla="*/ 5255 h 21975"/>
                <a:gd name="csX40" fmla="*/ 9077 w 47295"/>
                <a:gd name="csY40" fmla="*/ 4777 h 21975"/>
                <a:gd name="csX41" fmla="*/ 17676 w 47295"/>
                <a:gd name="csY41" fmla="*/ 3344 h 21975"/>
                <a:gd name="csX42" fmla="*/ 19587 w 47295"/>
                <a:gd name="csY42" fmla="*/ 3344 h 21975"/>
                <a:gd name="csX43" fmla="*/ 24842 w 47295"/>
                <a:gd name="csY43" fmla="*/ 3344 h 21975"/>
                <a:gd name="csX44" fmla="*/ 32008 w 47295"/>
                <a:gd name="csY44" fmla="*/ 2866 h 21975"/>
                <a:gd name="csX45" fmla="*/ 33919 w 47295"/>
                <a:gd name="csY45" fmla="*/ 2389 h 21975"/>
                <a:gd name="csX46" fmla="*/ 36307 w 47295"/>
                <a:gd name="csY46" fmla="*/ 1911 h 21975"/>
                <a:gd name="csX47" fmla="*/ 38218 w 47295"/>
                <a:gd name="csY47" fmla="*/ 956 h 21975"/>
                <a:gd name="csX48" fmla="*/ 39652 w 47295"/>
                <a:gd name="csY48" fmla="*/ 478 h 21975"/>
                <a:gd name="csX49" fmla="*/ 40607 w 47295"/>
                <a:gd name="csY49" fmla="*/ 0 h 21975"/>
                <a:gd name="csX50" fmla="*/ 42518 w 47295"/>
                <a:gd name="csY50" fmla="*/ 478 h 21975"/>
                <a:gd name="csX51" fmla="*/ 45862 w 47295"/>
                <a:gd name="csY51" fmla="*/ 956 h 21975"/>
                <a:gd name="csX52" fmla="*/ 46340 w 47295"/>
                <a:gd name="csY52" fmla="*/ 1433 h 21975"/>
                <a:gd name="csX53" fmla="*/ 47295 w 47295"/>
                <a:gd name="csY53" fmla="*/ 1911 h 21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47295" h="21975">
                  <a:moveTo>
                    <a:pt x="47295" y="1911"/>
                  </a:moveTo>
                  <a:lnTo>
                    <a:pt x="43473" y="4777"/>
                  </a:lnTo>
                  <a:lnTo>
                    <a:pt x="39652" y="7166"/>
                  </a:lnTo>
                  <a:lnTo>
                    <a:pt x="37263" y="8121"/>
                  </a:lnTo>
                  <a:lnTo>
                    <a:pt x="34874" y="8599"/>
                  </a:lnTo>
                  <a:lnTo>
                    <a:pt x="32963" y="9555"/>
                  </a:lnTo>
                  <a:lnTo>
                    <a:pt x="31052" y="10988"/>
                  </a:lnTo>
                  <a:lnTo>
                    <a:pt x="29141" y="11466"/>
                  </a:lnTo>
                  <a:lnTo>
                    <a:pt x="26753" y="11943"/>
                  </a:lnTo>
                  <a:lnTo>
                    <a:pt x="24842" y="12421"/>
                  </a:lnTo>
                  <a:lnTo>
                    <a:pt x="22931" y="13376"/>
                  </a:lnTo>
                  <a:lnTo>
                    <a:pt x="20543" y="14809"/>
                  </a:lnTo>
                  <a:lnTo>
                    <a:pt x="19587" y="14809"/>
                  </a:lnTo>
                  <a:lnTo>
                    <a:pt x="18632" y="14809"/>
                  </a:lnTo>
                  <a:lnTo>
                    <a:pt x="16243" y="15287"/>
                  </a:lnTo>
                  <a:lnTo>
                    <a:pt x="10032" y="17676"/>
                  </a:lnTo>
                  <a:lnTo>
                    <a:pt x="5733" y="20065"/>
                  </a:lnTo>
                  <a:lnTo>
                    <a:pt x="2866" y="21975"/>
                  </a:lnTo>
                  <a:lnTo>
                    <a:pt x="2389" y="19587"/>
                  </a:lnTo>
                  <a:lnTo>
                    <a:pt x="1433" y="18632"/>
                  </a:lnTo>
                  <a:lnTo>
                    <a:pt x="956" y="17676"/>
                  </a:lnTo>
                  <a:lnTo>
                    <a:pt x="956" y="17198"/>
                  </a:lnTo>
                  <a:lnTo>
                    <a:pt x="956" y="16243"/>
                  </a:lnTo>
                  <a:lnTo>
                    <a:pt x="1433" y="16243"/>
                  </a:lnTo>
                  <a:lnTo>
                    <a:pt x="3822" y="16243"/>
                  </a:lnTo>
                  <a:lnTo>
                    <a:pt x="3822" y="15765"/>
                  </a:lnTo>
                  <a:lnTo>
                    <a:pt x="4777" y="14809"/>
                  </a:lnTo>
                  <a:lnTo>
                    <a:pt x="4777" y="13376"/>
                  </a:lnTo>
                  <a:lnTo>
                    <a:pt x="4777" y="13376"/>
                  </a:lnTo>
                  <a:lnTo>
                    <a:pt x="4300" y="12899"/>
                  </a:lnTo>
                  <a:lnTo>
                    <a:pt x="4300" y="12899"/>
                  </a:lnTo>
                  <a:lnTo>
                    <a:pt x="3822" y="12421"/>
                  </a:lnTo>
                  <a:lnTo>
                    <a:pt x="1433" y="13854"/>
                  </a:lnTo>
                  <a:lnTo>
                    <a:pt x="478" y="13376"/>
                  </a:lnTo>
                  <a:lnTo>
                    <a:pt x="0" y="12899"/>
                  </a:lnTo>
                  <a:lnTo>
                    <a:pt x="0" y="11466"/>
                  </a:lnTo>
                  <a:lnTo>
                    <a:pt x="2389" y="10032"/>
                  </a:lnTo>
                  <a:lnTo>
                    <a:pt x="3822" y="7166"/>
                  </a:lnTo>
                  <a:lnTo>
                    <a:pt x="5255" y="6210"/>
                  </a:lnTo>
                  <a:lnTo>
                    <a:pt x="8122" y="5255"/>
                  </a:lnTo>
                  <a:lnTo>
                    <a:pt x="9077" y="4777"/>
                  </a:lnTo>
                  <a:lnTo>
                    <a:pt x="17676" y="3344"/>
                  </a:lnTo>
                  <a:lnTo>
                    <a:pt x="19587" y="3344"/>
                  </a:lnTo>
                  <a:lnTo>
                    <a:pt x="24842" y="3344"/>
                  </a:lnTo>
                  <a:lnTo>
                    <a:pt x="32008" y="2866"/>
                  </a:lnTo>
                  <a:lnTo>
                    <a:pt x="33919" y="2389"/>
                  </a:lnTo>
                  <a:lnTo>
                    <a:pt x="36307" y="1911"/>
                  </a:lnTo>
                  <a:lnTo>
                    <a:pt x="38218" y="956"/>
                  </a:lnTo>
                  <a:lnTo>
                    <a:pt x="39652" y="478"/>
                  </a:lnTo>
                  <a:lnTo>
                    <a:pt x="40607" y="0"/>
                  </a:lnTo>
                  <a:lnTo>
                    <a:pt x="42518" y="478"/>
                  </a:lnTo>
                  <a:lnTo>
                    <a:pt x="45862" y="956"/>
                  </a:lnTo>
                  <a:lnTo>
                    <a:pt x="46340" y="1433"/>
                  </a:lnTo>
                  <a:lnTo>
                    <a:pt x="4729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855ED10E-9A72-F9F0-16EB-64A8B9632279}"/>
                </a:ext>
              </a:extLst>
            </p:cNvPr>
            <p:cNvSpPr/>
            <p:nvPr/>
          </p:nvSpPr>
          <p:spPr>
            <a:xfrm>
              <a:off x="8404387" y="4739196"/>
              <a:ext cx="3822" cy="4777"/>
            </a:xfrm>
            <a:custGeom>
              <a:avLst/>
              <a:gdLst>
                <a:gd name="csX0" fmla="*/ 3822 w 3822"/>
                <a:gd name="csY0" fmla="*/ 478 h 4777"/>
                <a:gd name="csX1" fmla="*/ 2867 w 3822"/>
                <a:gd name="csY1" fmla="*/ 955 h 4777"/>
                <a:gd name="csX2" fmla="*/ 3344 w 3822"/>
                <a:gd name="csY2" fmla="*/ 2389 h 4777"/>
                <a:gd name="csX3" fmla="*/ 2867 w 3822"/>
                <a:gd name="csY3" fmla="*/ 4299 h 4777"/>
                <a:gd name="csX4" fmla="*/ 1433 w 3822"/>
                <a:gd name="csY4" fmla="*/ 4777 h 4777"/>
                <a:gd name="csX5" fmla="*/ 478 w 3822"/>
                <a:gd name="csY5" fmla="*/ 4777 h 4777"/>
                <a:gd name="csX6" fmla="*/ 0 w 3822"/>
                <a:gd name="csY6" fmla="*/ 2866 h 4777"/>
                <a:gd name="csX7" fmla="*/ 478 w 3822"/>
                <a:gd name="csY7" fmla="*/ 478 h 4777"/>
                <a:gd name="csX8" fmla="*/ 1911 w 3822"/>
                <a:gd name="csY8" fmla="*/ 0 h 4777"/>
                <a:gd name="csX9" fmla="*/ 3822 w 3822"/>
                <a:gd name="csY9" fmla="*/ 478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4777">
                  <a:moveTo>
                    <a:pt x="3822" y="478"/>
                  </a:moveTo>
                  <a:lnTo>
                    <a:pt x="2867" y="955"/>
                  </a:lnTo>
                  <a:lnTo>
                    <a:pt x="3344" y="2389"/>
                  </a:lnTo>
                  <a:lnTo>
                    <a:pt x="2867" y="4299"/>
                  </a:lnTo>
                  <a:lnTo>
                    <a:pt x="1433" y="4777"/>
                  </a:lnTo>
                  <a:lnTo>
                    <a:pt x="478" y="4777"/>
                  </a:lnTo>
                  <a:lnTo>
                    <a:pt x="0" y="2866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" name="Freeform 484">
              <a:extLst>
                <a:ext uri="{FF2B5EF4-FFF2-40B4-BE49-F238E27FC236}">
                  <a16:creationId xmlns:a16="http://schemas.microsoft.com/office/drawing/2014/main" id="{FEE28127-647B-57F9-F360-BCB569CB8E58}"/>
                </a:ext>
              </a:extLst>
            </p:cNvPr>
            <p:cNvSpPr/>
            <p:nvPr/>
          </p:nvSpPr>
          <p:spPr>
            <a:xfrm>
              <a:off x="8382890" y="4789835"/>
              <a:ext cx="24364" cy="13854"/>
            </a:xfrm>
            <a:custGeom>
              <a:avLst/>
              <a:gdLst>
                <a:gd name="csX0" fmla="*/ 23886 w 24364"/>
                <a:gd name="csY0" fmla="*/ 6210 h 13854"/>
                <a:gd name="csX1" fmla="*/ 24365 w 24364"/>
                <a:gd name="csY1" fmla="*/ 7644 h 13854"/>
                <a:gd name="csX2" fmla="*/ 23886 w 24364"/>
                <a:gd name="csY2" fmla="*/ 10510 h 13854"/>
                <a:gd name="csX3" fmla="*/ 22454 w 24364"/>
                <a:gd name="csY3" fmla="*/ 10510 h 13854"/>
                <a:gd name="csX4" fmla="*/ 21020 w 24364"/>
                <a:gd name="csY4" fmla="*/ 10988 h 13854"/>
                <a:gd name="csX5" fmla="*/ 18154 w 24364"/>
                <a:gd name="csY5" fmla="*/ 12899 h 13854"/>
                <a:gd name="csX6" fmla="*/ 16721 w 24364"/>
                <a:gd name="csY6" fmla="*/ 12899 h 13854"/>
                <a:gd name="csX7" fmla="*/ 15288 w 24364"/>
                <a:gd name="csY7" fmla="*/ 13376 h 13854"/>
                <a:gd name="csX8" fmla="*/ 14332 w 24364"/>
                <a:gd name="csY8" fmla="*/ 13854 h 13854"/>
                <a:gd name="csX9" fmla="*/ 13377 w 24364"/>
                <a:gd name="csY9" fmla="*/ 13854 h 13854"/>
                <a:gd name="csX10" fmla="*/ 10510 w 24364"/>
                <a:gd name="csY10" fmla="*/ 12899 h 13854"/>
                <a:gd name="csX11" fmla="*/ 7644 w 24364"/>
                <a:gd name="csY11" fmla="*/ 11943 h 13854"/>
                <a:gd name="csX12" fmla="*/ 3822 w 24364"/>
                <a:gd name="csY12" fmla="*/ 10032 h 13854"/>
                <a:gd name="csX13" fmla="*/ 3344 w 24364"/>
                <a:gd name="csY13" fmla="*/ 9555 h 13854"/>
                <a:gd name="csX14" fmla="*/ 2389 w 24364"/>
                <a:gd name="csY14" fmla="*/ 8599 h 13854"/>
                <a:gd name="csX15" fmla="*/ 478 w 24364"/>
                <a:gd name="csY15" fmla="*/ 6688 h 13854"/>
                <a:gd name="csX16" fmla="*/ 478 w 24364"/>
                <a:gd name="csY16" fmla="*/ 5255 h 13854"/>
                <a:gd name="csX17" fmla="*/ 0 w 24364"/>
                <a:gd name="csY17" fmla="*/ 1911 h 13854"/>
                <a:gd name="csX18" fmla="*/ 478 w 24364"/>
                <a:gd name="csY18" fmla="*/ 1433 h 13854"/>
                <a:gd name="csX19" fmla="*/ 1433 w 24364"/>
                <a:gd name="csY19" fmla="*/ 956 h 13854"/>
                <a:gd name="csX20" fmla="*/ 3822 w 24364"/>
                <a:gd name="csY20" fmla="*/ 1433 h 13854"/>
                <a:gd name="csX21" fmla="*/ 5733 w 24364"/>
                <a:gd name="csY21" fmla="*/ 956 h 13854"/>
                <a:gd name="csX22" fmla="*/ 10510 w 24364"/>
                <a:gd name="csY22" fmla="*/ 0 h 13854"/>
                <a:gd name="csX23" fmla="*/ 15765 w 24364"/>
                <a:gd name="csY23" fmla="*/ 0 h 13854"/>
                <a:gd name="csX24" fmla="*/ 16721 w 24364"/>
                <a:gd name="csY24" fmla="*/ 478 h 13854"/>
                <a:gd name="csX25" fmla="*/ 20065 w 24364"/>
                <a:gd name="csY25" fmla="*/ 1911 h 13854"/>
                <a:gd name="csX26" fmla="*/ 20543 w 24364"/>
                <a:gd name="csY26" fmla="*/ 2866 h 13854"/>
                <a:gd name="csX27" fmla="*/ 21020 w 24364"/>
                <a:gd name="csY27" fmla="*/ 3822 h 13854"/>
                <a:gd name="csX28" fmla="*/ 21976 w 24364"/>
                <a:gd name="csY28" fmla="*/ 4777 h 13854"/>
                <a:gd name="csX29" fmla="*/ 22454 w 24364"/>
                <a:gd name="csY29" fmla="*/ 5255 h 13854"/>
                <a:gd name="csX30" fmla="*/ 23886 w 24364"/>
                <a:gd name="csY30" fmla="*/ 6210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24364" h="13854">
                  <a:moveTo>
                    <a:pt x="23886" y="6210"/>
                  </a:moveTo>
                  <a:lnTo>
                    <a:pt x="24365" y="7644"/>
                  </a:lnTo>
                  <a:lnTo>
                    <a:pt x="23886" y="10510"/>
                  </a:lnTo>
                  <a:lnTo>
                    <a:pt x="22454" y="10510"/>
                  </a:lnTo>
                  <a:lnTo>
                    <a:pt x="21020" y="10988"/>
                  </a:lnTo>
                  <a:lnTo>
                    <a:pt x="18154" y="12899"/>
                  </a:lnTo>
                  <a:lnTo>
                    <a:pt x="16721" y="12899"/>
                  </a:lnTo>
                  <a:lnTo>
                    <a:pt x="15288" y="13376"/>
                  </a:lnTo>
                  <a:lnTo>
                    <a:pt x="14332" y="13854"/>
                  </a:lnTo>
                  <a:lnTo>
                    <a:pt x="13377" y="13854"/>
                  </a:lnTo>
                  <a:lnTo>
                    <a:pt x="10510" y="12899"/>
                  </a:lnTo>
                  <a:lnTo>
                    <a:pt x="7644" y="11943"/>
                  </a:lnTo>
                  <a:lnTo>
                    <a:pt x="3822" y="10032"/>
                  </a:lnTo>
                  <a:lnTo>
                    <a:pt x="3344" y="9555"/>
                  </a:lnTo>
                  <a:lnTo>
                    <a:pt x="2389" y="8599"/>
                  </a:lnTo>
                  <a:lnTo>
                    <a:pt x="478" y="6688"/>
                  </a:lnTo>
                  <a:lnTo>
                    <a:pt x="478" y="5255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1433" y="956"/>
                  </a:lnTo>
                  <a:lnTo>
                    <a:pt x="3822" y="1433"/>
                  </a:lnTo>
                  <a:lnTo>
                    <a:pt x="5733" y="956"/>
                  </a:lnTo>
                  <a:lnTo>
                    <a:pt x="10510" y="0"/>
                  </a:lnTo>
                  <a:lnTo>
                    <a:pt x="15765" y="0"/>
                  </a:lnTo>
                  <a:lnTo>
                    <a:pt x="16721" y="478"/>
                  </a:lnTo>
                  <a:lnTo>
                    <a:pt x="20065" y="1911"/>
                  </a:lnTo>
                  <a:lnTo>
                    <a:pt x="20543" y="2866"/>
                  </a:lnTo>
                  <a:lnTo>
                    <a:pt x="21020" y="3822"/>
                  </a:lnTo>
                  <a:lnTo>
                    <a:pt x="21976" y="4777"/>
                  </a:lnTo>
                  <a:lnTo>
                    <a:pt x="22454" y="5255"/>
                  </a:lnTo>
                  <a:lnTo>
                    <a:pt x="23886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" name="Freeform 485">
              <a:extLst>
                <a:ext uri="{FF2B5EF4-FFF2-40B4-BE49-F238E27FC236}">
                  <a16:creationId xmlns:a16="http://schemas.microsoft.com/office/drawing/2014/main" id="{BAF2D63C-CE6F-8591-C712-FCD0C450D518}"/>
                </a:ext>
              </a:extLst>
            </p:cNvPr>
            <p:cNvSpPr/>
            <p:nvPr/>
          </p:nvSpPr>
          <p:spPr>
            <a:xfrm>
              <a:off x="8385756" y="4089961"/>
              <a:ext cx="15287" cy="7643"/>
            </a:xfrm>
            <a:custGeom>
              <a:avLst/>
              <a:gdLst>
                <a:gd name="csX0" fmla="*/ 14809 w 15287"/>
                <a:gd name="csY0" fmla="*/ 478 h 7643"/>
                <a:gd name="csX1" fmla="*/ 15287 w 15287"/>
                <a:gd name="csY1" fmla="*/ 2389 h 7643"/>
                <a:gd name="csX2" fmla="*/ 14809 w 15287"/>
                <a:gd name="csY2" fmla="*/ 3344 h 7643"/>
                <a:gd name="csX3" fmla="*/ 13854 w 15287"/>
                <a:gd name="csY3" fmla="*/ 4300 h 7643"/>
                <a:gd name="csX4" fmla="*/ 10987 w 15287"/>
                <a:gd name="csY4" fmla="*/ 5733 h 7643"/>
                <a:gd name="csX5" fmla="*/ 8121 w 15287"/>
                <a:gd name="csY5" fmla="*/ 6688 h 7643"/>
                <a:gd name="csX6" fmla="*/ 3344 w 15287"/>
                <a:gd name="csY6" fmla="*/ 7166 h 7643"/>
                <a:gd name="csX7" fmla="*/ 2389 w 15287"/>
                <a:gd name="csY7" fmla="*/ 7644 h 7643"/>
                <a:gd name="csX8" fmla="*/ 1433 w 15287"/>
                <a:gd name="csY8" fmla="*/ 7166 h 7643"/>
                <a:gd name="csX9" fmla="*/ 1433 w 15287"/>
                <a:gd name="csY9" fmla="*/ 7166 h 7643"/>
                <a:gd name="csX10" fmla="*/ 478 w 15287"/>
                <a:gd name="csY10" fmla="*/ 5733 h 7643"/>
                <a:gd name="csX11" fmla="*/ 0 w 15287"/>
                <a:gd name="csY11" fmla="*/ 5255 h 7643"/>
                <a:gd name="csX12" fmla="*/ 478 w 15287"/>
                <a:gd name="csY12" fmla="*/ 3822 h 7643"/>
                <a:gd name="csX13" fmla="*/ 3344 w 15287"/>
                <a:gd name="csY13" fmla="*/ 1911 h 7643"/>
                <a:gd name="csX14" fmla="*/ 10510 w 15287"/>
                <a:gd name="csY14" fmla="*/ 0 h 7643"/>
                <a:gd name="csX15" fmla="*/ 11943 w 15287"/>
                <a:gd name="csY15" fmla="*/ 0 h 7643"/>
                <a:gd name="csX16" fmla="*/ 14809 w 15287"/>
                <a:gd name="csY16" fmla="*/ 478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5287" h="7643">
                  <a:moveTo>
                    <a:pt x="14809" y="478"/>
                  </a:moveTo>
                  <a:lnTo>
                    <a:pt x="15287" y="2389"/>
                  </a:lnTo>
                  <a:lnTo>
                    <a:pt x="14809" y="3344"/>
                  </a:lnTo>
                  <a:lnTo>
                    <a:pt x="13854" y="4300"/>
                  </a:lnTo>
                  <a:lnTo>
                    <a:pt x="10987" y="5733"/>
                  </a:lnTo>
                  <a:lnTo>
                    <a:pt x="8121" y="6688"/>
                  </a:lnTo>
                  <a:lnTo>
                    <a:pt x="3344" y="7166"/>
                  </a:lnTo>
                  <a:lnTo>
                    <a:pt x="2389" y="7644"/>
                  </a:lnTo>
                  <a:lnTo>
                    <a:pt x="1433" y="7166"/>
                  </a:lnTo>
                  <a:lnTo>
                    <a:pt x="1433" y="7166"/>
                  </a:lnTo>
                  <a:lnTo>
                    <a:pt x="478" y="5733"/>
                  </a:lnTo>
                  <a:lnTo>
                    <a:pt x="0" y="5255"/>
                  </a:lnTo>
                  <a:lnTo>
                    <a:pt x="478" y="3822"/>
                  </a:lnTo>
                  <a:lnTo>
                    <a:pt x="3344" y="1911"/>
                  </a:lnTo>
                  <a:lnTo>
                    <a:pt x="10510" y="0"/>
                  </a:lnTo>
                  <a:lnTo>
                    <a:pt x="11943" y="0"/>
                  </a:lnTo>
                  <a:lnTo>
                    <a:pt x="1480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61799C0E-22F4-6032-349B-15C2878A90C8}"/>
                </a:ext>
              </a:extLst>
            </p:cNvPr>
            <p:cNvSpPr/>
            <p:nvPr/>
          </p:nvSpPr>
          <p:spPr>
            <a:xfrm>
              <a:off x="8396266" y="4652249"/>
              <a:ext cx="4299" cy="9554"/>
            </a:xfrm>
            <a:custGeom>
              <a:avLst/>
              <a:gdLst>
                <a:gd name="csX0" fmla="*/ 3822 w 4299"/>
                <a:gd name="csY0" fmla="*/ 3344 h 9554"/>
                <a:gd name="csX1" fmla="*/ 4300 w 4299"/>
                <a:gd name="csY1" fmla="*/ 4777 h 9554"/>
                <a:gd name="csX2" fmla="*/ 2866 w 4299"/>
                <a:gd name="csY2" fmla="*/ 6688 h 9554"/>
                <a:gd name="csX3" fmla="*/ 2389 w 4299"/>
                <a:gd name="csY3" fmla="*/ 9555 h 9554"/>
                <a:gd name="csX4" fmla="*/ 1433 w 4299"/>
                <a:gd name="csY4" fmla="*/ 9555 h 9554"/>
                <a:gd name="csX5" fmla="*/ 478 w 4299"/>
                <a:gd name="csY5" fmla="*/ 9555 h 9554"/>
                <a:gd name="csX6" fmla="*/ 0 w 4299"/>
                <a:gd name="csY6" fmla="*/ 8599 h 9554"/>
                <a:gd name="csX7" fmla="*/ 1433 w 4299"/>
                <a:gd name="csY7" fmla="*/ 7166 h 9554"/>
                <a:gd name="csX8" fmla="*/ 2389 w 4299"/>
                <a:gd name="csY8" fmla="*/ 5255 h 9554"/>
                <a:gd name="csX9" fmla="*/ 1433 w 4299"/>
                <a:gd name="csY9" fmla="*/ 4777 h 9554"/>
                <a:gd name="csX10" fmla="*/ 478 w 4299"/>
                <a:gd name="csY10" fmla="*/ 3822 h 9554"/>
                <a:gd name="csX11" fmla="*/ 478 w 4299"/>
                <a:gd name="csY11" fmla="*/ 2389 h 9554"/>
                <a:gd name="csX12" fmla="*/ 1433 w 4299"/>
                <a:gd name="csY12" fmla="*/ 0 h 9554"/>
                <a:gd name="csX13" fmla="*/ 2389 w 4299"/>
                <a:gd name="csY13" fmla="*/ 0 h 9554"/>
                <a:gd name="csX14" fmla="*/ 3344 w 4299"/>
                <a:gd name="csY14" fmla="*/ 1433 h 9554"/>
                <a:gd name="csX15" fmla="*/ 3822 w 4299"/>
                <a:gd name="csY15" fmla="*/ 3344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299" h="9554">
                  <a:moveTo>
                    <a:pt x="3822" y="3344"/>
                  </a:moveTo>
                  <a:lnTo>
                    <a:pt x="4300" y="4777"/>
                  </a:lnTo>
                  <a:lnTo>
                    <a:pt x="2866" y="6688"/>
                  </a:lnTo>
                  <a:lnTo>
                    <a:pt x="2389" y="9555"/>
                  </a:lnTo>
                  <a:lnTo>
                    <a:pt x="1433" y="9555"/>
                  </a:lnTo>
                  <a:lnTo>
                    <a:pt x="478" y="9555"/>
                  </a:lnTo>
                  <a:lnTo>
                    <a:pt x="0" y="8599"/>
                  </a:lnTo>
                  <a:lnTo>
                    <a:pt x="1433" y="7166"/>
                  </a:lnTo>
                  <a:lnTo>
                    <a:pt x="2389" y="5255"/>
                  </a:lnTo>
                  <a:lnTo>
                    <a:pt x="1433" y="4777"/>
                  </a:lnTo>
                  <a:lnTo>
                    <a:pt x="478" y="3822"/>
                  </a:lnTo>
                  <a:lnTo>
                    <a:pt x="478" y="2389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3344" y="1433"/>
                  </a:lnTo>
                  <a:lnTo>
                    <a:pt x="3822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93A74A89-B812-1AED-51E1-106210990EEF}"/>
                </a:ext>
              </a:extLst>
            </p:cNvPr>
            <p:cNvSpPr/>
            <p:nvPr/>
          </p:nvSpPr>
          <p:spPr>
            <a:xfrm>
              <a:off x="8397700" y="4664670"/>
              <a:ext cx="1910" cy="1911"/>
            </a:xfrm>
            <a:custGeom>
              <a:avLst/>
              <a:gdLst>
                <a:gd name="csX0" fmla="*/ 1910 w 1910"/>
                <a:gd name="csY0" fmla="*/ 956 h 1911"/>
                <a:gd name="csX1" fmla="*/ 1910 w 1910"/>
                <a:gd name="csY1" fmla="*/ 1433 h 1911"/>
                <a:gd name="csX2" fmla="*/ 1433 w 1910"/>
                <a:gd name="csY2" fmla="*/ 1911 h 1911"/>
                <a:gd name="csX3" fmla="*/ 1433 w 1910"/>
                <a:gd name="csY3" fmla="*/ 1911 h 1911"/>
                <a:gd name="csX4" fmla="*/ 478 w 1910"/>
                <a:gd name="csY4" fmla="*/ 1433 h 1911"/>
                <a:gd name="csX5" fmla="*/ 0 w 1910"/>
                <a:gd name="csY5" fmla="*/ 956 h 1911"/>
                <a:gd name="csX6" fmla="*/ 0 w 1910"/>
                <a:gd name="csY6" fmla="*/ 478 h 1911"/>
                <a:gd name="csX7" fmla="*/ 478 w 1910"/>
                <a:gd name="csY7" fmla="*/ 0 h 1911"/>
                <a:gd name="csX8" fmla="*/ 1910 w 1910"/>
                <a:gd name="csY8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0" h="1911">
                  <a:moveTo>
                    <a:pt x="1910" y="956"/>
                  </a:moveTo>
                  <a:lnTo>
                    <a:pt x="1910" y="1433"/>
                  </a:lnTo>
                  <a:lnTo>
                    <a:pt x="1433" y="1911"/>
                  </a:lnTo>
                  <a:lnTo>
                    <a:pt x="1433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" name="Freeform 488">
              <a:extLst>
                <a:ext uri="{FF2B5EF4-FFF2-40B4-BE49-F238E27FC236}">
                  <a16:creationId xmlns:a16="http://schemas.microsoft.com/office/drawing/2014/main" id="{BDF5A29F-C092-3263-564E-A1E06E941416}"/>
                </a:ext>
              </a:extLst>
            </p:cNvPr>
            <p:cNvSpPr/>
            <p:nvPr/>
          </p:nvSpPr>
          <p:spPr>
            <a:xfrm>
              <a:off x="8378590" y="4872004"/>
              <a:ext cx="20064" cy="7165"/>
            </a:xfrm>
            <a:custGeom>
              <a:avLst/>
              <a:gdLst>
                <a:gd name="csX0" fmla="*/ 19587 w 20064"/>
                <a:gd name="csY0" fmla="*/ 1433 h 7165"/>
                <a:gd name="csX1" fmla="*/ 20064 w 20064"/>
                <a:gd name="csY1" fmla="*/ 2389 h 7165"/>
                <a:gd name="csX2" fmla="*/ 20064 w 20064"/>
                <a:gd name="csY2" fmla="*/ 2866 h 7165"/>
                <a:gd name="csX3" fmla="*/ 17676 w 20064"/>
                <a:gd name="csY3" fmla="*/ 3344 h 7165"/>
                <a:gd name="csX4" fmla="*/ 15287 w 20064"/>
                <a:gd name="csY4" fmla="*/ 4299 h 7165"/>
                <a:gd name="csX5" fmla="*/ 14332 w 20064"/>
                <a:gd name="csY5" fmla="*/ 5255 h 7165"/>
                <a:gd name="csX6" fmla="*/ 13376 w 20064"/>
                <a:gd name="csY6" fmla="*/ 6688 h 7165"/>
                <a:gd name="csX7" fmla="*/ 10032 w 20064"/>
                <a:gd name="csY7" fmla="*/ 6210 h 7165"/>
                <a:gd name="csX8" fmla="*/ 7166 w 20064"/>
                <a:gd name="csY8" fmla="*/ 6210 h 7165"/>
                <a:gd name="csX9" fmla="*/ 6210 w 20064"/>
                <a:gd name="csY9" fmla="*/ 5255 h 7165"/>
                <a:gd name="csX10" fmla="*/ 4777 w 20064"/>
                <a:gd name="csY10" fmla="*/ 5733 h 7165"/>
                <a:gd name="csX11" fmla="*/ 2866 w 20064"/>
                <a:gd name="csY11" fmla="*/ 6210 h 7165"/>
                <a:gd name="csX12" fmla="*/ 478 w 20064"/>
                <a:gd name="csY12" fmla="*/ 7166 h 7165"/>
                <a:gd name="csX13" fmla="*/ 0 w 20064"/>
                <a:gd name="csY13" fmla="*/ 7166 h 7165"/>
                <a:gd name="csX14" fmla="*/ 0 w 20064"/>
                <a:gd name="csY14" fmla="*/ 5255 h 7165"/>
                <a:gd name="csX15" fmla="*/ 955 w 20064"/>
                <a:gd name="csY15" fmla="*/ 4299 h 7165"/>
                <a:gd name="csX16" fmla="*/ 3344 w 20064"/>
                <a:gd name="csY16" fmla="*/ 1433 h 7165"/>
                <a:gd name="csX17" fmla="*/ 5733 w 20064"/>
                <a:gd name="csY17" fmla="*/ 1911 h 7165"/>
                <a:gd name="csX18" fmla="*/ 8121 w 20064"/>
                <a:gd name="csY18" fmla="*/ 2389 h 7165"/>
                <a:gd name="csX19" fmla="*/ 10987 w 20064"/>
                <a:gd name="csY19" fmla="*/ 1911 h 7165"/>
                <a:gd name="csX20" fmla="*/ 12898 w 20064"/>
                <a:gd name="csY20" fmla="*/ 478 h 7165"/>
                <a:gd name="csX21" fmla="*/ 15765 w 20064"/>
                <a:gd name="csY21" fmla="*/ 0 h 7165"/>
                <a:gd name="csX22" fmla="*/ 18153 w 20064"/>
                <a:gd name="csY22" fmla="*/ 1433 h 7165"/>
                <a:gd name="csX23" fmla="*/ 19587 w 20064"/>
                <a:gd name="csY23" fmla="*/ 1433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0064" h="7165">
                  <a:moveTo>
                    <a:pt x="19587" y="1433"/>
                  </a:moveTo>
                  <a:lnTo>
                    <a:pt x="20064" y="2389"/>
                  </a:lnTo>
                  <a:lnTo>
                    <a:pt x="20064" y="2866"/>
                  </a:lnTo>
                  <a:lnTo>
                    <a:pt x="17676" y="3344"/>
                  </a:lnTo>
                  <a:lnTo>
                    <a:pt x="15287" y="4299"/>
                  </a:lnTo>
                  <a:lnTo>
                    <a:pt x="14332" y="5255"/>
                  </a:lnTo>
                  <a:lnTo>
                    <a:pt x="13376" y="6688"/>
                  </a:lnTo>
                  <a:lnTo>
                    <a:pt x="10032" y="6210"/>
                  </a:lnTo>
                  <a:lnTo>
                    <a:pt x="7166" y="6210"/>
                  </a:lnTo>
                  <a:lnTo>
                    <a:pt x="6210" y="5255"/>
                  </a:lnTo>
                  <a:lnTo>
                    <a:pt x="4777" y="5733"/>
                  </a:lnTo>
                  <a:lnTo>
                    <a:pt x="2866" y="6210"/>
                  </a:lnTo>
                  <a:lnTo>
                    <a:pt x="478" y="7166"/>
                  </a:lnTo>
                  <a:lnTo>
                    <a:pt x="0" y="7166"/>
                  </a:lnTo>
                  <a:lnTo>
                    <a:pt x="0" y="5255"/>
                  </a:lnTo>
                  <a:lnTo>
                    <a:pt x="955" y="4299"/>
                  </a:lnTo>
                  <a:lnTo>
                    <a:pt x="3344" y="1433"/>
                  </a:lnTo>
                  <a:lnTo>
                    <a:pt x="5733" y="1911"/>
                  </a:lnTo>
                  <a:lnTo>
                    <a:pt x="8121" y="2389"/>
                  </a:lnTo>
                  <a:lnTo>
                    <a:pt x="10987" y="1911"/>
                  </a:lnTo>
                  <a:lnTo>
                    <a:pt x="12898" y="478"/>
                  </a:lnTo>
                  <a:lnTo>
                    <a:pt x="15765" y="0"/>
                  </a:lnTo>
                  <a:lnTo>
                    <a:pt x="18153" y="1433"/>
                  </a:lnTo>
                  <a:lnTo>
                    <a:pt x="1958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2125E064-ECF6-2960-079E-49474D4DC2E2}"/>
                </a:ext>
              </a:extLst>
            </p:cNvPr>
            <p:cNvSpPr/>
            <p:nvPr/>
          </p:nvSpPr>
          <p:spPr>
            <a:xfrm>
              <a:off x="8395311" y="4071330"/>
              <a:ext cx="2388" cy="2388"/>
            </a:xfrm>
            <a:custGeom>
              <a:avLst/>
              <a:gdLst>
                <a:gd name="csX0" fmla="*/ 1910 w 2388"/>
                <a:gd name="csY0" fmla="*/ 1433 h 2388"/>
                <a:gd name="csX1" fmla="*/ 2389 w 2388"/>
                <a:gd name="csY1" fmla="*/ 2389 h 2388"/>
                <a:gd name="csX2" fmla="*/ 955 w 2388"/>
                <a:gd name="csY2" fmla="*/ 1911 h 2388"/>
                <a:gd name="csX3" fmla="*/ 0 w 2388"/>
                <a:gd name="csY3" fmla="*/ 956 h 2388"/>
                <a:gd name="csX4" fmla="*/ 0 w 2388"/>
                <a:gd name="csY4" fmla="*/ 0 h 2388"/>
                <a:gd name="csX5" fmla="*/ 955 w 2388"/>
                <a:gd name="csY5" fmla="*/ 0 h 2388"/>
                <a:gd name="csX6" fmla="*/ 1910 w 2388"/>
                <a:gd name="csY6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1910" y="1433"/>
                  </a:moveTo>
                  <a:lnTo>
                    <a:pt x="2389" y="2389"/>
                  </a:lnTo>
                  <a:lnTo>
                    <a:pt x="955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9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E9649D18-AA73-CD04-DA07-95372010BA86}"/>
                </a:ext>
              </a:extLst>
            </p:cNvPr>
            <p:cNvSpPr/>
            <p:nvPr/>
          </p:nvSpPr>
          <p:spPr>
            <a:xfrm>
              <a:off x="8395311" y="4661326"/>
              <a:ext cx="1910" cy="3822"/>
            </a:xfrm>
            <a:custGeom>
              <a:avLst/>
              <a:gdLst>
                <a:gd name="csX0" fmla="*/ 955 w 1910"/>
                <a:gd name="csY0" fmla="*/ 956 h 3822"/>
                <a:gd name="csX1" fmla="*/ 1910 w 1910"/>
                <a:gd name="csY1" fmla="*/ 2389 h 3822"/>
                <a:gd name="csX2" fmla="*/ 1433 w 1910"/>
                <a:gd name="csY2" fmla="*/ 3344 h 3822"/>
                <a:gd name="csX3" fmla="*/ 1433 w 1910"/>
                <a:gd name="csY3" fmla="*/ 3822 h 3822"/>
                <a:gd name="csX4" fmla="*/ 478 w 1910"/>
                <a:gd name="csY4" fmla="*/ 2389 h 3822"/>
                <a:gd name="csX5" fmla="*/ 0 w 1910"/>
                <a:gd name="csY5" fmla="*/ 0 h 3822"/>
                <a:gd name="csX6" fmla="*/ 955 w 1910"/>
                <a:gd name="csY6" fmla="*/ 956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3822">
                  <a:moveTo>
                    <a:pt x="955" y="956"/>
                  </a:moveTo>
                  <a:lnTo>
                    <a:pt x="1910" y="2389"/>
                  </a:lnTo>
                  <a:lnTo>
                    <a:pt x="1433" y="3344"/>
                  </a:lnTo>
                  <a:lnTo>
                    <a:pt x="1433" y="3822"/>
                  </a:lnTo>
                  <a:lnTo>
                    <a:pt x="478" y="2389"/>
                  </a:lnTo>
                  <a:lnTo>
                    <a:pt x="0" y="0"/>
                  </a:lnTo>
                  <a:lnTo>
                    <a:pt x="9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BA4A1F8C-6DD7-2FBF-05DA-3D2DF0EED278}"/>
                </a:ext>
              </a:extLst>
            </p:cNvPr>
            <p:cNvSpPr/>
            <p:nvPr/>
          </p:nvSpPr>
          <p:spPr>
            <a:xfrm>
              <a:off x="8392444" y="3902691"/>
              <a:ext cx="4299" cy="8599"/>
            </a:xfrm>
            <a:custGeom>
              <a:avLst/>
              <a:gdLst>
                <a:gd name="csX0" fmla="*/ 4300 w 4299"/>
                <a:gd name="csY0" fmla="*/ 0 h 8599"/>
                <a:gd name="csX1" fmla="*/ 3822 w 4299"/>
                <a:gd name="csY1" fmla="*/ 478 h 8599"/>
                <a:gd name="csX2" fmla="*/ 1911 w 4299"/>
                <a:gd name="csY2" fmla="*/ 1911 h 8599"/>
                <a:gd name="csX3" fmla="*/ 1433 w 4299"/>
                <a:gd name="csY3" fmla="*/ 2867 h 8599"/>
                <a:gd name="csX4" fmla="*/ 956 w 4299"/>
                <a:gd name="csY4" fmla="*/ 5255 h 8599"/>
                <a:gd name="csX5" fmla="*/ 478 w 4299"/>
                <a:gd name="csY5" fmla="*/ 7644 h 8599"/>
                <a:gd name="csX6" fmla="*/ 0 w 4299"/>
                <a:gd name="csY6" fmla="*/ 8599 h 8599"/>
                <a:gd name="csX7" fmla="*/ 0 w 4299"/>
                <a:gd name="csY7" fmla="*/ 7644 h 8599"/>
                <a:gd name="csX8" fmla="*/ 478 w 4299"/>
                <a:gd name="csY8" fmla="*/ 5255 h 8599"/>
                <a:gd name="csX9" fmla="*/ 1433 w 4299"/>
                <a:gd name="csY9" fmla="*/ 2867 h 8599"/>
                <a:gd name="csX10" fmla="*/ 1911 w 4299"/>
                <a:gd name="csY10" fmla="*/ 1911 h 8599"/>
                <a:gd name="csX11" fmla="*/ 3822 w 4299"/>
                <a:gd name="csY11" fmla="*/ 478 h 8599"/>
                <a:gd name="csX12" fmla="*/ 4300 w 4299"/>
                <a:gd name="csY12" fmla="*/ 0 h 8599"/>
                <a:gd name="csX13" fmla="*/ 4300 w 4299"/>
                <a:gd name="csY13" fmla="*/ 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8599">
                  <a:moveTo>
                    <a:pt x="4300" y="0"/>
                  </a:moveTo>
                  <a:lnTo>
                    <a:pt x="3822" y="478"/>
                  </a:lnTo>
                  <a:lnTo>
                    <a:pt x="1911" y="1911"/>
                  </a:lnTo>
                  <a:lnTo>
                    <a:pt x="1433" y="2867"/>
                  </a:lnTo>
                  <a:lnTo>
                    <a:pt x="956" y="5255"/>
                  </a:lnTo>
                  <a:lnTo>
                    <a:pt x="478" y="7644"/>
                  </a:lnTo>
                  <a:lnTo>
                    <a:pt x="0" y="8599"/>
                  </a:lnTo>
                  <a:lnTo>
                    <a:pt x="0" y="7644"/>
                  </a:lnTo>
                  <a:lnTo>
                    <a:pt x="478" y="5255"/>
                  </a:lnTo>
                  <a:lnTo>
                    <a:pt x="1433" y="2867"/>
                  </a:lnTo>
                  <a:lnTo>
                    <a:pt x="1911" y="1911"/>
                  </a:lnTo>
                  <a:lnTo>
                    <a:pt x="3822" y="478"/>
                  </a:lnTo>
                  <a:lnTo>
                    <a:pt x="4300" y="0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0E900A41-4AA9-FECC-82B2-6869A6E848DD}"/>
                </a:ext>
              </a:extLst>
            </p:cNvPr>
            <p:cNvSpPr/>
            <p:nvPr/>
          </p:nvSpPr>
          <p:spPr>
            <a:xfrm>
              <a:off x="8387189" y="3615576"/>
              <a:ext cx="9554" cy="25797"/>
            </a:xfrm>
            <a:custGeom>
              <a:avLst/>
              <a:gdLst>
                <a:gd name="csX0" fmla="*/ 9077 w 9554"/>
                <a:gd name="csY0" fmla="*/ 24842 h 25797"/>
                <a:gd name="csX1" fmla="*/ 9555 w 9554"/>
                <a:gd name="csY1" fmla="*/ 25797 h 25797"/>
                <a:gd name="csX2" fmla="*/ 9077 w 9554"/>
                <a:gd name="csY2" fmla="*/ 25797 h 25797"/>
                <a:gd name="csX3" fmla="*/ 8599 w 9554"/>
                <a:gd name="csY3" fmla="*/ 24842 h 25797"/>
                <a:gd name="csX4" fmla="*/ 9077 w 9554"/>
                <a:gd name="csY4" fmla="*/ 21975 h 25797"/>
                <a:gd name="csX5" fmla="*/ 8122 w 9554"/>
                <a:gd name="csY5" fmla="*/ 19587 h 25797"/>
                <a:gd name="csX6" fmla="*/ 5255 w 9554"/>
                <a:gd name="csY6" fmla="*/ 15287 h 25797"/>
                <a:gd name="csX7" fmla="*/ 4300 w 9554"/>
                <a:gd name="csY7" fmla="*/ 12421 h 25797"/>
                <a:gd name="csX8" fmla="*/ 4300 w 9554"/>
                <a:gd name="csY8" fmla="*/ 9555 h 25797"/>
                <a:gd name="csX9" fmla="*/ 2866 w 9554"/>
                <a:gd name="csY9" fmla="*/ 8121 h 25797"/>
                <a:gd name="csX10" fmla="*/ 2866 w 9554"/>
                <a:gd name="csY10" fmla="*/ 6688 h 25797"/>
                <a:gd name="csX11" fmla="*/ 2866 w 9554"/>
                <a:gd name="csY11" fmla="*/ 4777 h 25797"/>
                <a:gd name="csX12" fmla="*/ 1911 w 9554"/>
                <a:gd name="csY12" fmla="*/ 4300 h 25797"/>
                <a:gd name="csX13" fmla="*/ 1433 w 9554"/>
                <a:gd name="csY13" fmla="*/ 3344 h 25797"/>
                <a:gd name="csX14" fmla="*/ 1911 w 9554"/>
                <a:gd name="csY14" fmla="*/ 2389 h 25797"/>
                <a:gd name="csX15" fmla="*/ 1433 w 9554"/>
                <a:gd name="csY15" fmla="*/ 1433 h 25797"/>
                <a:gd name="csX16" fmla="*/ 0 w 9554"/>
                <a:gd name="csY16" fmla="*/ 0 h 25797"/>
                <a:gd name="csX17" fmla="*/ 1433 w 9554"/>
                <a:gd name="csY17" fmla="*/ 1433 h 25797"/>
                <a:gd name="csX18" fmla="*/ 1911 w 9554"/>
                <a:gd name="csY18" fmla="*/ 2389 h 25797"/>
                <a:gd name="csX19" fmla="*/ 1911 w 9554"/>
                <a:gd name="csY19" fmla="*/ 3344 h 25797"/>
                <a:gd name="csX20" fmla="*/ 1911 w 9554"/>
                <a:gd name="csY20" fmla="*/ 4300 h 25797"/>
                <a:gd name="csX21" fmla="*/ 2866 w 9554"/>
                <a:gd name="csY21" fmla="*/ 4777 h 25797"/>
                <a:gd name="csX22" fmla="*/ 2866 w 9554"/>
                <a:gd name="csY22" fmla="*/ 6688 h 25797"/>
                <a:gd name="csX23" fmla="*/ 2866 w 9554"/>
                <a:gd name="csY23" fmla="*/ 8121 h 25797"/>
                <a:gd name="csX24" fmla="*/ 4300 w 9554"/>
                <a:gd name="csY24" fmla="*/ 9555 h 25797"/>
                <a:gd name="csX25" fmla="*/ 4777 w 9554"/>
                <a:gd name="csY25" fmla="*/ 12421 h 25797"/>
                <a:gd name="csX26" fmla="*/ 5255 w 9554"/>
                <a:gd name="csY26" fmla="*/ 15287 h 25797"/>
                <a:gd name="csX27" fmla="*/ 8122 w 9554"/>
                <a:gd name="csY27" fmla="*/ 19587 h 25797"/>
                <a:gd name="csX28" fmla="*/ 9077 w 9554"/>
                <a:gd name="csY28" fmla="*/ 21975 h 25797"/>
                <a:gd name="csX29" fmla="*/ 9077 w 9554"/>
                <a:gd name="csY29" fmla="*/ 24842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9554" h="25797">
                  <a:moveTo>
                    <a:pt x="9077" y="24842"/>
                  </a:moveTo>
                  <a:lnTo>
                    <a:pt x="9555" y="25797"/>
                  </a:lnTo>
                  <a:lnTo>
                    <a:pt x="9077" y="25797"/>
                  </a:lnTo>
                  <a:lnTo>
                    <a:pt x="8599" y="24842"/>
                  </a:lnTo>
                  <a:lnTo>
                    <a:pt x="9077" y="21975"/>
                  </a:lnTo>
                  <a:lnTo>
                    <a:pt x="8122" y="19587"/>
                  </a:lnTo>
                  <a:lnTo>
                    <a:pt x="5255" y="15287"/>
                  </a:lnTo>
                  <a:lnTo>
                    <a:pt x="4300" y="12421"/>
                  </a:lnTo>
                  <a:lnTo>
                    <a:pt x="4300" y="9555"/>
                  </a:lnTo>
                  <a:lnTo>
                    <a:pt x="2866" y="8121"/>
                  </a:lnTo>
                  <a:lnTo>
                    <a:pt x="2866" y="6688"/>
                  </a:lnTo>
                  <a:lnTo>
                    <a:pt x="2866" y="4777"/>
                  </a:lnTo>
                  <a:lnTo>
                    <a:pt x="1911" y="4300"/>
                  </a:lnTo>
                  <a:lnTo>
                    <a:pt x="1433" y="3344"/>
                  </a:lnTo>
                  <a:lnTo>
                    <a:pt x="1911" y="2389"/>
                  </a:lnTo>
                  <a:lnTo>
                    <a:pt x="1433" y="1433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1911" y="2389"/>
                  </a:lnTo>
                  <a:lnTo>
                    <a:pt x="1911" y="3344"/>
                  </a:lnTo>
                  <a:lnTo>
                    <a:pt x="1911" y="4300"/>
                  </a:lnTo>
                  <a:lnTo>
                    <a:pt x="2866" y="4777"/>
                  </a:lnTo>
                  <a:lnTo>
                    <a:pt x="2866" y="6688"/>
                  </a:lnTo>
                  <a:lnTo>
                    <a:pt x="2866" y="8121"/>
                  </a:lnTo>
                  <a:lnTo>
                    <a:pt x="4300" y="9555"/>
                  </a:lnTo>
                  <a:lnTo>
                    <a:pt x="4777" y="12421"/>
                  </a:lnTo>
                  <a:lnTo>
                    <a:pt x="5255" y="15287"/>
                  </a:lnTo>
                  <a:lnTo>
                    <a:pt x="8122" y="19587"/>
                  </a:lnTo>
                  <a:lnTo>
                    <a:pt x="9077" y="21975"/>
                  </a:lnTo>
                  <a:lnTo>
                    <a:pt x="9077" y="248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" name="Freeform 493">
              <a:extLst>
                <a:ext uri="{FF2B5EF4-FFF2-40B4-BE49-F238E27FC236}">
                  <a16:creationId xmlns:a16="http://schemas.microsoft.com/office/drawing/2014/main" id="{9D889619-D017-12EF-29D4-816E4247673E}"/>
                </a:ext>
              </a:extLst>
            </p:cNvPr>
            <p:cNvSpPr/>
            <p:nvPr/>
          </p:nvSpPr>
          <p:spPr>
            <a:xfrm>
              <a:off x="8301198" y="4557181"/>
              <a:ext cx="93157" cy="75959"/>
            </a:xfrm>
            <a:custGeom>
              <a:avLst/>
              <a:gdLst>
                <a:gd name="csX0" fmla="*/ 92680 w 93157"/>
                <a:gd name="csY0" fmla="*/ 38218 h 75959"/>
                <a:gd name="csX1" fmla="*/ 93157 w 93157"/>
                <a:gd name="csY1" fmla="*/ 40607 h 75959"/>
                <a:gd name="csX2" fmla="*/ 93157 w 93157"/>
                <a:gd name="csY2" fmla="*/ 44429 h 75959"/>
                <a:gd name="csX3" fmla="*/ 92680 w 93157"/>
                <a:gd name="csY3" fmla="*/ 45862 h 75959"/>
                <a:gd name="csX4" fmla="*/ 92202 w 93157"/>
                <a:gd name="csY4" fmla="*/ 47295 h 75959"/>
                <a:gd name="csX5" fmla="*/ 89813 w 93157"/>
                <a:gd name="csY5" fmla="*/ 50162 h 75959"/>
                <a:gd name="csX6" fmla="*/ 86947 w 93157"/>
                <a:gd name="csY6" fmla="*/ 52550 h 75959"/>
                <a:gd name="csX7" fmla="*/ 85514 w 93157"/>
                <a:gd name="csY7" fmla="*/ 52550 h 75959"/>
                <a:gd name="csX8" fmla="*/ 85036 w 93157"/>
                <a:gd name="csY8" fmla="*/ 53028 h 75959"/>
                <a:gd name="csX9" fmla="*/ 85991 w 93157"/>
                <a:gd name="csY9" fmla="*/ 55417 h 75959"/>
                <a:gd name="csX10" fmla="*/ 85514 w 93157"/>
                <a:gd name="csY10" fmla="*/ 60194 h 75959"/>
                <a:gd name="csX11" fmla="*/ 85036 w 93157"/>
                <a:gd name="csY11" fmla="*/ 63060 h 75959"/>
                <a:gd name="csX12" fmla="*/ 84080 w 93157"/>
                <a:gd name="csY12" fmla="*/ 61627 h 75959"/>
                <a:gd name="csX13" fmla="*/ 83603 w 93157"/>
                <a:gd name="csY13" fmla="*/ 59716 h 75959"/>
                <a:gd name="csX14" fmla="*/ 82647 w 93157"/>
                <a:gd name="csY14" fmla="*/ 55417 h 75959"/>
                <a:gd name="csX15" fmla="*/ 82170 w 93157"/>
                <a:gd name="csY15" fmla="*/ 53506 h 75959"/>
                <a:gd name="csX16" fmla="*/ 81214 w 93157"/>
                <a:gd name="csY16" fmla="*/ 51595 h 75959"/>
                <a:gd name="csX17" fmla="*/ 80736 w 93157"/>
                <a:gd name="csY17" fmla="*/ 50162 h 75959"/>
                <a:gd name="csX18" fmla="*/ 79303 w 93157"/>
                <a:gd name="csY18" fmla="*/ 48251 h 75959"/>
                <a:gd name="csX19" fmla="*/ 77870 w 93157"/>
                <a:gd name="csY19" fmla="*/ 44429 h 75959"/>
                <a:gd name="csX20" fmla="*/ 76914 w 93157"/>
                <a:gd name="csY20" fmla="*/ 44907 h 75959"/>
                <a:gd name="csX21" fmla="*/ 75004 w 93157"/>
                <a:gd name="csY21" fmla="*/ 45862 h 75959"/>
                <a:gd name="csX22" fmla="*/ 74526 w 93157"/>
                <a:gd name="csY22" fmla="*/ 46340 h 75959"/>
                <a:gd name="csX23" fmla="*/ 74526 w 93157"/>
                <a:gd name="csY23" fmla="*/ 47773 h 75959"/>
                <a:gd name="csX24" fmla="*/ 74048 w 93157"/>
                <a:gd name="csY24" fmla="*/ 48728 h 75959"/>
                <a:gd name="csX25" fmla="*/ 72137 w 93157"/>
                <a:gd name="csY25" fmla="*/ 50162 h 75959"/>
                <a:gd name="csX26" fmla="*/ 70704 w 93157"/>
                <a:gd name="csY26" fmla="*/ 52073 h 75959"/>
                <a:gd name="csX27" fmla="*/ 69271 w 93157"/>
                <a:gd name="csY27" fmla="*/ 54461 h 75959"/>
                <a:gd name="csX28" fmla="*/ 68793 w 93157"/>
                <a:gd name="csY28" fmla="*/ 56372 h 75959"/>
                <a:gd name="csX29" fmla="*/ 70227 w 93157"/>
                <a:gd name="csY29" fmla="*/ 57805 h 75959"/>
                <a:gd name="csX30" fmla="*/ 71182 w 93157"/>
                <a:gd name="csY30" fmla="*/ 58283 h 75959"/>
                <a:gd name="csX31" fmla="*/ 72615 w 93157"/>
                <a:gd name="csY31" fmla="*/ 59716 h 75959"/>
                <a:gd name="csX32" fmla="*/ 73093 w 93157"/>
                <a:gd name="csY32" fmla="*/ 60194 h 75959"/>
                <a:gd name="csX33" fmla="*/ 74526 w 93157"/>
                <a:gd name="csY33" fmla="*/ 64493 h 75959"/>
                <a:gd name="csX34" fmla="*/ 74526 w 93157"/>
                <a:gd name="csY34" fmla="*/ 69271 h 75959"/>
                <a:gd name="csX35" fmla="*/ 73570 w 93157"/>
                <a:gd name="csY35" fmla="*/ 71182 h 75959"/>
                <a:gd name="csX36" fmla="*/ 70704 w 93157"/>
                <a:gd name="csY36" fmla="*/ 75004 h 75959"/>
                <a:gd name="csX37" fmla="*/ 68316 w 93157"/>
                <a:gd name="csY37" fmla="*/ 75959 h 75959"/>
                <a:gd name="csX38" fmla="*/ 67360 w 93157"/>
                <a:gd name="csY38" fmla="*/ 75481 h 75959"/>
                <a:gd name="csX39" fmla="*/ 66405 w 93157"/>
                <a:gd name="csY39" fmla="*/ 73093 h 75959"/>
                <a:gd name="csX40" fmla="*/ 65927 w 93157"/>
                <a:gd name="csY40" fmla="*/ 72137 h 75959"/>
                <a:gd name="csX41" fmla="*/ 66882 w 93157"/>
                <a:gd name="csY41" fmla="*/ 70226 h 75959"/>
                <a:gd name="csX42" fmla="*/ 66882 w 93157"/>
                <a:gd name="csY42" fmla="*/ 68315 h 75959"/>
                <a:gd name="csX43" fmla="*/ 65927 w 93157"/>
                <a:gd name="csY43" fmla="*/ 67360 h 75959"/>
                <a:gd name="csX44" fmla="*/ 64971 w 93157"/>
                <a:gd name="csY44" fmla="*/ 67838 h 75959"/>
                <a:gd name="csX45" fmla="*/ 64971 w 93157"/>
                <a:gd name="csY45" fmla="*/ 67838 h 75959"/>
                <a:gd name="csX46" fmla="*/ 63061 w 93157"/>
                <a:gd name="csY46" fmla="*/ 70226 h 75959"/>
                <a:gd name="csX47" fmla="*/ 62105 w 93157"/>
                <a:gd name="csY47" fmla="*/ 71182 h 75959"/>
                <a:gd name="csX48" fmla="*/ 61150 w 93157"/>
                <a:gd name="csY48" fmla="*/ 71182 h 75959"/>
                <a:gd name="csX49" fmla="*/ 60194 w 93157"/>
                <a:gd name="csY49" fmla="*/ 71182 h 75959"/>
                <a:gd name="csX50" fmla="*/ 53984 w 93157"/>
                <a:gd name="csY50" fmla="*/ 68793 h 75959"/>
                <a:gd name="csX51" fmla="*/ 49684 w 93157"/>
                <a:gd name="csY51" fmla="*/ 66405 h 75959"/>
                <a:gd name="csX52" fmla="*/ 45862 w 93157"/>
                <a:gd name="csY52" fmla="*/ 64493 h 75959"/>
                <a:gd name="csX53" fmla="*/ 42996 w 93157"/>
                <a:gd name="csY53" fmla="*/ 61149 h 75959"/>
                <a:gd name="csX54" fmla="*/ 42518 w 93157"/>
                <a:gd name="csY54" fmla="*/ 59239 h 75959"/>
                <a:gd name="csX55" fmla="*/ 42518 w 93157"/>
                <a:gd name="csY55" fmla="*/ 56850 h 75959"/>
                <a:gd name="csX56" fmla="*/ 41563 w 93157"/>
                <a:gd name="csY56" fmla="*/ 53028 h 75959"/>
                <a:gd name="csX57" fmla="*/ 41085 w 93157"/>
                <a:gd name="csY57" fmla="*/ 52073 h 75959"/>
                <a:gd name="csX58" fmla="*/ 41085 w 93157"/>
                <a:gd name="csY58" fmla="*/ 50639 h 75959"/>
                <a:gd name="csX59" fmla="*/ 42518 w 93157"/>
                <a:gd name="csY59" fmla="*/ 48728 h 75959"/>
                <a:gd name="csX60" fmla="*/ 43951 w 93157"/>
                <a:gd name="csY60" fmla="*/ 47295 h 75959"/>
                <a:gd name="csX61" fmla="*/ 44907 w 93157"/>
                <a:gd name="csY61" fmla="*/ 46817 h 75959"/>
                <a:gd name="csX62" fmla="*/ 45384 w 93157"/>
                <a:gd name="csY62" fmla="*/ 45862 h 75959"/>
                <a:gd name="csX63" fmla="*/ 45862 w 93157"/>
                <a:gd name="csY63" fmla="*/ 44429 h 75959"/>
                <a:gd name="csX64" fmla="*/ 45862 w 93157"/>
                <a:gd name="csY64" fmla="*/ 43474 h 75959"/>
                <a:gd name="csX65" fmla="*/ 45384 w 93157"/>
                <a:gd name="csY65" fmla="*/ 42518 h 75959"/>
                <a:gd name="csX66" fmla="*/ 42996 w 93157"/>
                <a:gd name="csY66" fmla="*/ 40129 h 75959"/>
                <a:gd name="csX67" fmla="*/ 41085 w 93157"/>
                <a:gd name="csY67" fmla="*/ 38696 h 75959"/>
                <a:gd name="csX68" fmla="*/ 36786 w 93157"/>
                <a:gd name="csY68" fmla="*/ 37263 h 75959"/>
                <a:gd name="csX69" fmla="*/ 35830 w 93157"/>
                <a:gd name="csY69" fmla="*/ 36308 h 75959"/>
                <a:gd name="csX70" fmla="*/ 34874 w 93157"/>
                <a:gd name="csY70" fmla="*/ 35830 h 75959"/>
                <a:gd name="csX71" fmla="*/ 33919 w 93157"/>
                <a:gd name="csY71" fmla="*/ 35352 h 75959"/>
                <a:gd name="csX72" fmla="*/ 32963 w 93157"/>
                <a:gd name="csY72" fmla="*/ 35352 h 75959"/>
                <a:gd name="csX73" fmla="*/ 31530 w 93157"/>
                <a:gd name="csY73" fmla="*/ 35830 h 75959"/>
                <a:gd name="csX74" fmla="*/ 31052 w 93157"/>
                <a:gd name="csY74" fmla="*/ 36785 h 75959"/>
                <a:gd name="csX75" fmla="*/ 31530 w 93157"/>
                <a:gd name="csY75" fmla="*/ 37741 h 75959"/>
                <a:gd name="csX76" fmla="*/ 31052 w 93157"/>
                <a:gd name="csY76" fmla="*/ 38218 h 75959"/>
                <a:gd name="csX77" fmla="*/ 29620 w 93157"/>
                <a:gd name="csY77" fmla="*/ 42996 h 75959"/>
                <a:gd name="csX78" fmla="*/ 27231 w 93157"/>
                <a:gd name="csY78" fmla="*/ 42040 h 75959"/>
                <a:gd name="csX79" fmla="*/ 25320 w 93157"/>
                <a:gd name="csY79" fmla="*/ 41085 h 75959"/>
                <a:gd name="csX80" fmla="*/ 24842 w 93157"/>
                <a:gd name="csY80" fmla="*/ 40129 h 75959"/>
                <a:gd name="csX81" fmla="*/ 24364 w 93157"/>
                <a:gd name="csY81" fmla="*/ 39174 h 75959"/>
                <a:gd name="csX82" fmla="*/ 24364 w 93157"/>
                <a:gd name="csY82" fmla="*/ 38218 h 75959"/>
                <a:gd name="csX83" fmla="*/ 23886 w 93157"/>
                <a:gd name="csY83" fmla="*/ 37741 h 75959"/>
                <a:gd name="csX84" fmla="*/ 22931 w 93157"/>
                <a:gd name="csY84" fmla="*/ 39174 h 75959"/>
                <a:gd name="csX85" fmla="*/ 21498 w 93157"/>
                <a:gd name="csY85" fmla="*/ 40607 h 75959"/>
                <a:gd name="csX86" fmla="*/ 20065 w 93157"/>
                <a:gd name="csY86" fmla="*/ 41085 h 75959"/>
                <a:gd name="csX87" fmla="*/ 18632 w 93157"/>
                <a:gd name="csY87" fmla="*/ 41085 h 75959"/>
                <a:gd name="csX88" fmla="*/ 18154 w 93157"/>
                <a:gd name="csY88" fmla="*/ 40607 h 75959"/>
                <a:gd name="csX89" fmla="*/ 17676 w 93157"/>
                <a:gd name="csY89" fmla="*/ 37263 h 75959"/>
                <a:gd name="csX90" fmla="*/ 16243 w 93157"/>
                <a:gd name="csY90" fmla="*/ 36308 h 75959"/>
                <a:gd name="csX91" fmla="*/ 14332 w 93157"/>
                <a:gd name="csY91" fmla="*/ 36785 h 75959"/>
                <a:gd name="csX92" fmla="*/ 11943 w 93157"/>
                <a:gd name="csY92" fmla="*/ 38218 h 75959"/>
                <a:gd name="csX93" fmla="*/ 11466 w 93157"/>
                <a:gd name="csY93" fmla="*/ 39174 h 75959"/>
                <a:gd name="csX94" fmla="*/ 10988 w 93157"/>
                <a:gd name="csY94" fmla="*/ 40129 h 75959"/>
                <a:gd name="csX95" fmla="*/ 8122 w 93157"/>
                <a:gd name="csY95" fmla="*/ 44429 h 75959"/>
                <a:gd name="csX96" fmla="*/ 6688 w 93157"/>
                <a:gd name="csY96" fmla="*/ 47295 h 75959"/>
                <a:gd name="csX97" fmla="*/ 5255 w 93157"/>
                <a:gd name="csY97" fmla="*/ 50639 h 75959"/>
                <a:gd name="csX98" fmla="*/ 4777 w 93157"/>
                <a:gd name="csY98" fmla="*/ 51595 h 75959"/>
                <a:gd name="csX99" fmla="*/ 3822 w 93157"/>
                <a:gd name="csY99" fmla="*/ 52073 h 75959"/>
                <a:gd name="csX100" fmla="*/ 2389 w 93157"/>
                <a:gd name="csY100" fmla="*/ 52073 h 75959"/>
                <a:gd name="csX101" fmla="*/ 1433 w 93157"/>
                <a:gd name="csY101" fmla="*/ 51117 h 75959"/>
                <a:gd name="csX102" fmla="*/ 0 w 93157"/>
                <a:gd name="csY102" fmla="*/ 49206 h 75959"/>
                <a:gd name="csX103" fmla="*/ 478 w 93157"/>
                <a:gd name="csY103" fmla="*/ 46817 h 75959"/>
                <a:gd name="csX104" fmla="*/ 1911 w 93157"/>
                <a:gd name="csY104" fmla="*/ 45384 h 75959"/>
                <a:gd name="csX105" fmla="*/ 2866 w 93157"/>
                <a:gd name="csY105" fmla="*/ 43951 h 75959"/>
                <a:gd name="csX106" fmla="*/ 4300 w 93157"/>
                <a:gd name="csY106" fmla="*/ 38696 h 75959"/>
                <a:gd name="csX107" fmla="*/ 4300 w 93157"/>
                <a:gd name="csY107" fmla="*/ 36785 h 75959"/>
                <a:gd name="csX108" fmla="*/ 4777 w 93157"/>
                <a:gd name="csY108" fmla="*/ 35830 h 75959"/>
                <a:gd name="csX109" fmla="*/ 6688 w 93157"/>
                <a:gd name="csY109" fmla="*/ 33441 h 75959"/>
                <a:gd name="csX110" fmla="*/ 8599 w 93157"/>
                <a:gd name="csY110" fmla="*/ 32008 h 75959"/>
                <a:gd name="csX111" fmla="*/ 9555 w 93157"/>
                <a:gd name="csY111" fmla="*/ 31530 h 75959"/>
                <a:gd name="csX112" fmla="*/ 13854 w 93157"/>
                <a:gd name="csY112" fmla="*/ 30575 h 75959"/>
                <a:gd name="csX113" fmla="*/ 15288 w 93157"/>
                <a:gd name="csY113" fmla="*/ 30097 h 75959"/>
                <a:gd name="csX114" fmla="*/ 17676 w 93157"/>
                <a:gd name="csY114" fmla="*/ 30097 h 75959"/>
                <a:gd name="csX115" fmla="*/ 20065 w 93157"/>
                <a:gd name="csY115" fmla="*/ 29619 h 75959"/>
                <a:gd name="csX116" fmla="*/ 21498 w 93157"/>
                <a:gd name="csY116" fmla="*/ 28186 h 75959"/>
                <a:gd name="csX117" fmla="*/ 21975 w 93157"/>
                <a:gd name="csY117" fmla="*/ 27231 h 75959"/>
                <a:gd name="csX118" fmla="*/ 21975 w 93157"/>
                <a:gd name="csY118" fmla="*/ 25798 h 75959"/>
                <a:gd name="csX119" fmla="*/ 21975 w 93157"/>
                <a:gd name="csY119" fmla="*/ 24842 h 75959"/>
                <a:gd name="csX120" fmla="*/ 22931 w 93157"/>
                <a:gd name="csY120" fmla="*/ 24364 h 75959"/>
                <a:gd name="csX121" fmla="*/ 23886 w 93157"/>
                <a:gd name="csY121" fmla="*/ 23409 h 75959"/>
                <a:gd name="csX122" fmla="*/ 24842 w 93157"/>
                <a:gd name="csY122" fmla="*/ 22931 h 75959"/>
                <a:gd name="csX123" fmla="*/ 27709 w 93157"/>
                <a:gd name="csY123" fmla="*/ 22453 h 75959"/>
                <a:gd name="csX124" fmla="*/ 28664 w 93157"/>
                <a:gd name="csY124" fmla="*/ 21976 h 75959"/>
                <a:gd name="csX125" fmla="*/ 29141 w 93157"/>
                <a:gd name="csY125" fmla="*/ 21020 h 75959"/>
                <a:gd name="csX126" fmla="*/ 30575 w 93157"/>
                <a:gd name="csY126" fmla="*/ 19587 h 75959"/>
                <a:gd name="csX127" fmla="*/ 31530 w 93157"/>
                <a:gd name="csY127" fmla="*/ 20065 h 75959"/>
                <a:gd name="csX128" fmla="*/ 32963 w 93157"/>
                <a:gd name="csY128" fmla="*/ 20542 h 75959"/>
                <a:gd name="csX129" fmla="*/ 35352 w 93157"/>
                <a:gd name="csY129" fmla="*/ 21020 h 75959"/>
                <a:gd name="csX130" fmla="*/ 37263 w 93157"/>
                <a:gd name="csY130" fmla="*/ 22453 h 75959"/>
                <a:gd name="csX131" fmla="*/ 38696 w 93157"/>
                <a:gd name="csY131" fmla="*/ 24364 h 75959"/>
                <a:gd name="csX132" fmla="*/ 38696 w 93157"/>
                <a:gd name="csY132" fmla="*/ 25320 h 75959"/>
                <a:gd name="csX133" fmla="*/ 39174 w 93157"/>
                <a:gd name="csY133" fmla="*/ 28664 h 75959"/>
                <a:gd name="csX134" fmla="*/ 38696 w 93157"/>
                <a:gd name="csY134" fmla="*/ 29619 h 75959"/>
                <a:gd name="csX135" fmla="*/ 36786 w 93157"/>
                <a:gd name="csY135" fmla="*/ 31052 h 75959"/>
                <a:gd name="csX136" fmla="*/ 37741 w 93157"/>
                <a:gd name="csY136" fmla="*/ 31530 h 75959"/>
                <a:gd name="csX137" fmla="*/ 40129 w 93157"/>
                <a:gd name="csY137" fmla="*/ 30097 h 75959"/>
                <a:gd name="csX138" fmla="*/ 41563 w 93157"/>
                <a:gd name="csY138" fmla="*/ 29619 h 75959"/>
                <a:gd name="csX139" fmla="*/ 44907 w 93157"/>
                <a:gd name="csY139" fmla="*/ 28664 h 75959"/>
                <a:gd name="csX140" fmla="*/ 45384 w 93157"/>
                <a:gd name="csY140" fmla="*/ 28186 h 75959"/>
                <a:gd name="csX141" fmla="*/ 46340 w 93157"/>
                <a:gd name="csY141" fmla="*/ 27231 h 75959"/>
                <a:gd name="csX142" fmla="*/ 47295 w 93157"/>
                <a:gd name="csY142" fmla="*/ 25320 h 75959"/>
                <a:gd name="csX143" fmla="*/ 48251 w 93157"/>
                <a:gd name="csY143" fmla="*/ 22931 h 75959"/>
                <a:gd name="csX144" fmla="*/ 48729 w 93157"/>
                <a:gd name="csY144" fmla="*/ 21976 h 75959"/>
                <a:gd name="csX145" fmla="*/ 49684 w 93157"/>
                <a:gd name="csY145" fmla="*/ 21498 h 75959"/>
                <a:gd name="csX146" fmla="*/ 50639 w 93157"/>
                <a:gd name="csY146" fmla="*/ 21498 h 75959"/>
                <a:gd name="csX147" fmla="*/ 53984 w 93157"/>
                <a:gd name="csY147" fmla="*/ 22931 h 75959"/>
                <a:gd name="csX148" fmla="*/ 55895 w 93157"/>
                <a:gd name="csY148" fmla="*/ 21976 h 75959"/>
                <a:gd name="csX149" fmla="*/ 56850 w 93157"/>
                <a:gd name="csY149" fmla="*/ 19587 h 75959"/>
                <a:gd name="csX150" fmla="*/ 57328 w 93157"/>
                <a:gd name="csY150" fmla="*/ 16243 h 75959"/>
                <a:gd name="csX151" fmla="*/ 57805 w 93157"/>
                <a:gd name="csY151" fmla="*/ 15287 h 75959"/>
                <a:gd name="csX152" fmla="*/ 58761 w 93157"/>
                <a:gd name="csY152" fmla="*/ 14810 h 75959"/>
                <a:gd name="csX153" fmla="*/ 60194 w 93157"/>
                <a:gd name="csY153" fmla="*/ 14810 h 75959"/>
                <a:gd name="csX154" fmla="*/ 62582 w 93157"/>
                <a:gd name="csY154" fmla="*/ 16243 h 75959"/>
                <a:gd name="csX155" fmla="*/ 64493 w 93157"/>
                <a:gd name="csY155" fmla="*/ 16243 h 75959"/>
                <a:gd name="csX156" fmla="*/ 64971 w 93157"/>
                <a:gd name="csY156" fmla="*/ 15287 h 75959"/>
                <a:gd name="csX157" fmla="*/ 65449 w 93157"/>
                <a:gd name="csY157" fmla="*/ 13376 h 75959"/>
                <a:gd name="csX158" fmla="*/ 66405 w 93157"/>
                <a:gd name="csY158" fmla="*/ 13376 h 75959"/>
                <a:gd name="csX159" fmla="*/ 68793 w 93157"/>
                <a:gd name="csY159" fmla="*/ 14332 h 75959"/>
                <a:gd name="csX160" fmla="*/ 71182 w 93157"/>
                <a:gd name="csY160" fmla="*/ 13854 h 75959"/>
                <a:gd name="csX161" fmla="*/ 72137 w 93157"/>
                <a:gd name="csY161" fmla="*/ 11466 h 75959"/>
                <a:gd name="csX162" fmla="*/ 71659 w 93157"/>
                <a:gd name="csY162" fmla="*/ 9077 h 75959"/>
                <a:gd name="csX163" fmla="*/ 69748 w 93157"/>
                <a:gd name="csY163" fmla="*/ 1911 h 75959"/>
                <a:gd name="csX164" fmla="*/ 70704 w 93157"/>
                <a:gd name="csY164" fmla="*/ 0 h 75959"/>
                <a:gd name="csX165" fmla="*/ 71659 w 93157"/>
                <a:gd name="csY165" fmla="*/ 0 h 75959"/>
                <a:gd name="csX166" fmla="*/ 74048 w 93157"/>
                <a:gd name="csY166" fmla="*/ 1911 h 75959"/>
                <a:gd name="csX167" fmla="*/ 78825 w 93157"/>
                <a:gd name="csY167" fmla="*/ 4777 h 75959"/>
                <a:gd name="csX168" fmla="*/ 80259 w 93157"/>
                <a:gd name="csY168" fmla="*/ 6210 h 75959"/>
                <a:gd name="csX169" fmla="*/ 81214 w 93157"/>
                <a:gd name="csY169" fmla="*/ 8121 h 75959"/>
                <a:gd name="csX170" fmla="*/ 83125 w 93157"/>
                <a:gd name="csY170" fmla="*/ 9077 h 75959"/>
                <a:gd name="csX171" fmla="*/ 85036 w 93157"/>
                <a:gd name="csY171" fmla="*/ 9077 h 75959"/>
                <a:gd name="csX172" fmla="*/ 85036 w 93157"/>
                <a:gd name="csY172" fmla="*/ 11943 h 75959"/>
                <a:gd name="csX173" fmla="*/ 85514 w 93157"/>
                <a:gd name="csY173" fmla="*/ 12421 h 75959"/>
                <a:gd name="csX174" fmla="*/ 87425 w 93157"/>
                <a:gd name="csY174" fmla="*/ 14810 h 75959"/>
                <a:gd name="csX175" fmla="*/ 87425 w 93157"/>
                <a:gd name="csY175" fmla="*/ 16721 h 75959"/>
                <a:gd name="csX176" fmla="*/ 86469 w 93157"/>
                <a:gd name="csY176" fmla="*/ 18632 h 75959"/>
                <a:gd name="csX177" fmla="*/ 85514 w 93157"/>
                <a:gd name="csY177" fmla="*/ 19587 h 75959"/>
                <a:gd name="csX178" fmla="*/ 84080 w 93157"/>
                <a:gd name="csY178" fmla="*/ 21020 h 75959"/>
                <a:gd name="csX179" fmla="*/ 84080 w 93157"/>
                <a:gd name="csY179" fmla="*/ 21498 h 75959"/>
                <a:gd name="csX180" fmla="*/ 84558 w 93157"/>
                <a:gd name="csY180" fmla="*/ 21976 h 75959"/>
                <a:gd name="csX181" fmla="*/ 86947 w 93157"/>
                <a:gd name="csY181" fmla="*/ 22453 h 75959"/>
                <a:gd name="csX182" fmla="*/ 88380 w 93157"/>
                <a:gd name="csY182" fmla="*/ 23409 h 75959"/>
                <a:gd name="csX183" fmla="*/ 88858 w 93157"/>
                <a:gd name="csY183" fmla="*/ 26275 h 75959"/>
                <a:gd name="csX184" fmla="*/ 90291 w 93157"/>
                <a:gd name="csY184" fmla="*/ 28664 h 75959"/>
                <a:gd name="csX185" fmla="*/ 90291 w 93157"/>
                <a:gd name="csY185" fmla="*/ 29619 h 75959"/>
                <a:gd name="csX186" fmla="*/ 89813 w 93157"/>
                <a:gd name="csY186" fmla="*/ 33441 h 75959"/>
                <a:gd name="csX187" fmla="*/ 89813 w 93157"/>
                <a:gd name="csY187" fmla="*/ 35352 h 75959"/>
                <a:gd name="csX188" fmla="*/ 91246 w 93157"/>
                <a:gd name="csY188" fmla="*/ 36785 h 75959"/>
                <a:gd name="csX189" fmla="*/ 92202 w 93157"/>
                <a:gd name="csY189" fmla="*/ 37263 h 75959"/>
                <a:gd name="csX190" fmla="*/ 92680 w 93157"/>
                <a:gd name="csY190" fmla="*/ 38218 h 75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</a:cxnLst>
              <a:rect l="l" t="t" r="r" b="b"/>
              <a:pathLst>
                <a:path w="93157" h="75959">
                  <a:moveTo>
                    <a:pt x="92680" y="38218"/>
                  </a:moveTo>
                  <a:lnTo>
                    <a:pt x="93157" y="40607"/>
                  </a:lnTo>
                  <a:lnTo>
                    <a:pt x="93157" y="44429"/>
                  </a:lnTo>
                  <a:lnTo>
                    <a:pt x="92680" y="45862"/>
                  </a:lnTo>
                  <a:lnTo>
                    <a:pt x="92202" y="47295"/>
                  </a:lnTo>
                  <a:lnTo>
                    <a:pt x="89813" y="50162"/>
                  </a:lnTo>
                  <a:lnTo>
                    <a:pt x="86947" y="52550"/>
                  </a:lnTo>
                  <a:lnTo>
                    <a:pt x="85514" y="52550"/>
                  </a:lnTo>
                  <a:lnTo>
                    <a:pt x="85036" y="53028"/>
                  </a:lnTo>
                  <a:lnTo>
                    <a:pt x="85991" y="55417"/>
                  </a:lnTo>
                  <a:lnTo>
                    <a:pt x="85514" y="60194"/>
                  </a:lnTo>
                  <a:lnTo>
                    <a:pt x="85036" y="63060"/>
                  </a:lnTo>
                  <a:lnTo>
                    <a:pt x="84080" y="61627"/>
                  </a:lnTo>
                  <a:lnTo>
                    <a:pt x="83603" y="59716"/>
                  </a:lnTo>
                  <a:lnTo>
                    <a:pt x="82647" y="55417"/>
                  </a:lnTo>
                  <a:lnTo>
                    <a:pt x="82170" y="53506"/>
                  </a:lnTo>
                  <a:lnTo>
                    <a:pt x="81214" y="51595"/>
                  </a:lnTo>
                  <a:lnTo>
                    <a:pt x="80736" y="50162"/>
                  </a:lnTo>
                  <a:lnTo>
                    <a:pt x="79303" y="48251"/>
                  </a:lnTo>
                  <a:lnTo>
                    <a:pt x="77870" y="44429"/>
                  </a:lnTo>
                  <a:lnTo>
                    <a:pt x="76914" y="44907"/>
                  </a:lnTo>
                  <a:lnTo>
                    <a:pt x="75004" y="45862"/>
                  </a:lnTo>
                  <a:lnTo>
                    <a:pt x="74526" y="46340"/>
                  </a:lnTo>
                  <a:lnTo>
                    <a:pt x="74526" y="47773"/>
                  </a:lnTo>
                  <a:lnTo>
                    <a:pt x="74048" y="48728"/>
                  </a:lnTo>
                  <a:lnTo>
                    <a:pt x="72137" y="50162"/>
                  </a:lnTo>
                  <a:lnTo>
                    <a:pt x="70704" y="52073"/>
                  </a:lnTo>
                  <a:lnTo>
                    <a:pt x="69271" y="54461"/>
                  </a:lnTo>
                  <a:lnTo>
                    <a:pt x="68793" y="56372"/>
                  </a:lnTo>
                  <a:lnTo>
                    <a:pt x="70227" y="57805"/>
                  </a:lnTo>
                  <a:lnTo>
                    <a:pt x="71182" y="58283"/>
                  </a:lnTo>
                  <a:lnTo>
                    <a:pt x="72615" y="59716"/>
                  </a:lnTo>
                  <a:lnTo>
                    <a:pt x="73093" y="60194"/>
                  </a:lnTo>
                  <a:lnTo>
                    <a:pt x="74526" y="64493"/>
                  </a:lnTo>
                  <a:lnTo>
                    <a:pt x="74526" y="69271"/>
                  </a:lnTo>
                  <a:lnTo>
                    <a:pt x="73570" y="71182"/>
                  </a:lnTo>
                  <a:lnTo>
                    <a:pt x="70704" y="75004"/>
                  </a:lnTo>
                  <a:lnTo>
                    <a:pt x="68316" y="75959"/>
                  </a:lnTo>
                  <a:lnTo>
                    <a:pt x="67360" y="75481"/>
                  </a:lnTo>
                  <a:lnTo>
                    <a:pt x="66405" y="73093"/>
                  </a:lnTo>
                  <a:lnTo>
                    <a:pt x="65927" y="72137"/>
                  </a:lnTo>
                  <a:lnTo>
                    <a:pt x="66882" y="70226"/>
                  </a:lnTo>
                  <a:lnTo>
                    <a:pt x="66882" y="68315"/>
                  </a:lnTo>
                  <a:lnTo>
                    <a:pt x="65927" y="67360"/>
                  </a:lnTo>
                  <a:lnTo>
                    <a:pt x="64971" y="67838"/>
                  </a:lnTo>
                  <a:lnTo>
                    <a:pt x="64971" y="67838"/>
                  </a:lnTo>
                  <a:lnTo>
                    <a:pt x="63061" y="70226"/>
                  </a:lnTo>
                  <a:lnTo>
                    <a:pt x="62105" y="71182"/>
                  </a:lnTo>
                  <a:lnTo>
                    <a:pt x="61150" y="71182"/>
                  </a:lnTo>
                  <a:lnTo>
                    <a:pt x="60194" y="71182"/>
                  </a:lnTo>
                  <a:lnTo>
                    <a:pt x="53984" y="68793"/>
                  </a:lnTo>
                  <a:lnTo>
                    <a:pt x="49684" y="66405"/>
                  </a:lnTo>
                  <a:lnTo>
                    <a:pt x="45862" y="64493"/>
                  </a:lnTo>
                  <a:lnTo>
                    <a:pt x="42996" y="61149"/>
                  </a:lnTo>
                  <a:lnTo>
                    <a:pt x="42518" y="59239"/>
                  </a:lnTo>
                  <a:lnTo>
                    <a:pt x="42518" y="56850"/>
                  </a:lnTo>
                  <a:lnTo>
                    <a:pt x="41563" y="53028"/>
                  </a:lnTo>
                  <a:lnTo>
                    <a:pt x="41085" y="52073"/>
                  </a:lnTo>
                  <a:lnTo>
                    <a:pt x="41085" y="50639"/>
                  </a:lnTo>
                  <a:lnTo>
                    <a:pt x="42518" y="48728"/>
                  </a:lnTo>
                  <a:lnTo>
                    <a:pt x="43951" y="47295"/>
                  </a:lnTo>
                  <a:lnTo>
                    <a:pt x="44907" y="46817"/>
                  </a:lnTo>
                  <a:lnTo>
                    <a:pt x="45384" y="45862"/>
                  </a:lnTo>
                  <a:lnTo>
                    <a:pt x="45862" y="44429"/>
                  </a:lnTo>
                  <a:lnTo>
                    <a:pt x="45862" y="43474"/>
                  </a:lnTo>
                  <a:lnTo>
                    <a:pt x="45384" y="42518"/>
                  </a:lnTo>
                  <a:lnTo>
                    <a:pt x="42996" y="40129"/>
                  </a:lnTo>
                  <a:lnTo>
                    <a:pt x="41085" y="38696"/>
                  </a:lnTo>
                  <a:lnTo>
                    <a:pt x="36786" y="37263"/>
                  </a:lnTo>
                  <a:lnTo>
                    <a:pt x="35830" y="36308"/>
                  </a:lnTo>
                  <a:lnTo>
                    <a:pt x="34874" y="35830"/>
                  </a:lnTo>
                  <a:lnTo>
                    <a:pt x="33919" y="35352"/>
                  </a:lnTo>
                  <a:lnTo>
                    <a:pt x="32963" y="35352"/>
                  </a:lnTo>
                  <a:lnTo>
                    <a:pt x="31530" y="35830"/>
                  </a:lnTo>
                  <a:lnTo>
                    <a:pt x="31052" y="36785"/>
                  </a:lnTo>
                  <a:lnTo>
                    <a:pt x="31530" y="37741"/>
                  </a:lnTo>
                  <a:lnTo>
                    <a:pt x="31052" y="38218"/>
                  </a:lnTo>
                  <a:lnTo>
                    <a:pt x="29620" y="42996"/>
                  </a:lnTo>
                  <a:lnTo>
                    <a:pt x="27231" y="42040"/>
                  </a:lnTo>
                  <a:lnTo>
                    <a:pt x="25320" y="41085"/>
                  </a:lnTo>
                  <a:lnTo>
                    <a:pt x="24842" y="40129"/>
                  </a:lnTo>
                  <a:lnTo>
                    <a:pt x="24364" y="39174"/>
                  </a:lnTo>
                  <a:lnTo>
                    <a:pt x="24364" y="38218"/>
                  </a:lnTo>
                  <a:lnTo>
                    <a:pt x="23886" y="37741"/>
                  </a:lnTo>
                  <a:lnTo>
                    <a:pt x="22931" y="39174"/>
                  </a:lnTo>
                  <a:lnTo>
                    <a:pt x="21498" y="40607"/>
                  </a:lnTo>
                  <a:lnTo>
                    <a:pt x="20065" y="41085"/>
                  </a:lnTo>
                  <a:lnTo>
                    <a:pt x="18632" y="41085"/>
                  </a:lnTo>
                  <a:lnTo>
                    <a:pt x="18154" y="40607"/>
                  </a:lnTo>
                  <a:lnTo>
                    <a:pt x="17676" y="37263"/>
                  </a:lnTo>
                  <a:lnTo>
                    <a:pt x="16243" y="36308"/>
                  </a:lnTo>
                  <a:lnTo>
                    <a:pt x="14332" y="36785"/>
                  </a:lnTo>
                  <a:lnTo>
                    <a:pt x="11943" y="38218"/>
                  </a:lnTo>
                  <a:lnTo>
                    <a:pt x="11466" y="39174"/>
                  </a:lnTo>
                  <a:lnTo>
                    <a:pt x="10988" y="40129"/>
                  </a:lnTo>
                  <a:lnTo>
                    <a:pt x="8122" y="44429"/>
                  </a:lnTo>
                  <a:lnTo>
                    <a:pt x="6688" y="47295"/>
                  </a:lnTo>
                  <a:lnTo>
                    <a:pt x="5255" y="50639"/>
                  </a:lnTo>
                  <a:lnTo>
                    <a:pt x="4777" y="51595"/>
                  </a:lnTo>
                  <a:lnTo>
                    <a:pt x="3822" y="52073"/>
                  </a:lnTo>
                  <a:lnTo>
                    <a:pt x="2389" y="52073"/>
                  </a:lnTo>
                  <a:lnTo>
                    <a:pt x="1433" y="51117"/>
                  </a:lnTo>
                  <a:lnTo>
                    <a:pt x="0" y="49206"/>
                  </a:lnTo>
                  <a:lnTo>
                    <a:pt x="478" y="46817"/>
                  </a:lnTo>
                  <a:lnTo>
                    <a:pt x="1911" y="45384"/>
                  </a:lnTo>
                  <a:lnTo>
                    <a:pt x="2866" y="43951"/>
                  </a:lnTo>
                  <a:lnTo>
                    <a:pt x="4300" y="38696"/>
                  </a:lnTo>
                  <a:lnTo>
                    <a:pt x="4300" y="36785"/>
                  </a:lnTo>
                  <a:lnTo>
                    <a:pt x="4777" y="35830"/>
                  </a:lnTo>
                  <a:lnTo>
                    <a:pt x="6688" y="33441"/>
                  </a:lnTo>
                  <a:lnTo>
                    <a:pt x="8599" y="32008"/>
                  </a:lnTo>
                  <a:lnTo>
                    <a:pt x="9555" y="31530"/>
                  </a:lnTo>
                  <a:lnTo>
                    <a:pt x="13854" y="30575"/>
                  </a:lnTo>
                  <a:lnTo>
                    <a:pt x="15288" y="30097"/>
                  </a:lnTo>
                  <a:lnTo>
                    <a:pt x="17676" y="30097"/>
                  </a:lnTo>
                  <a:lnTo>
                    <a:pt x="20065" y="29619"/>
                  </a:lnTo>
                  <a:lnTo>
                    <a:pt x="21498" y="28186"/>
                  </a:lnTo>
                  <a:lnTo>
                    <a:pt x="21975" y="27231"/>
                  </a:lnTo>
                  <a:lnTo>
                    <a:pt x="21975" y="25798"/>
                  </a:lnTo>
                  <a:lnTo>
                    <a:pt x="21975" y="24842"/>
                  </a:lnTo>
                  <a:lnTo>
                    <a:pt x="22931" y="24364"/>
                  </a:lnTo>
                  <a:lnTo>
                    <a:pt x="23886" y="23409"/>
                  </a:lnTo>
                  <a:lnTo>
                    <a:pt x="24842" y="22931"/>
                  </a:lnTo>
                  <a:lnTo>
                    <a:pt x="27709" y="22453"/>
                  </a:lnTo>
                  <a:lnTo>
                    <a:pt x="28664" y="21976"/>
                  </a:lnTo>
                  <a:lnTo>
                    <a:pt x="29141" y="21020"/>
                  </a:lnTo>
                  <a:lnTo>
                    <a:pt x="30575" y="19587"/>
                  </a:lnTo>
                  <a:lnTo>
                    <a:pt x="31530" y="20065"/>
                  </a:lnTo>
                  <a:lnTo>
                    <a:pt x="32963" y="20542"/>
                  </a:lnTo>
                  <a:lnTo>
                    <a:pt x="35352" y="21020"/>
                  </a:lnTo>
                  <a:lnTo>
                    <a:pt x="37263" y="22453"/>
                  </a:lnTo>
                  <a:lnTo>
                    <a:pt x="38696" y="24364"/>
                  </a:lnTo>
                  <a:lnTo>
                    <a:pt x="38696" y="25320"/>
                  </a:lnTo>
                  <a:lnTo>
                    <a:pt x="39174" y="28664"/>
                  </a:lnTo>
                  <a:lnTo>
                    <a:pt x="38696" y="29619"/>
                  </a:lnTo>
                  <a:lnTo>
                    <a:pt x="36786" y="31052"/>
                  </a:lnTo>
                  <a:lnTo>
                    <a:pt x="37741" y="31530"/>
                  </a:lnTo>
                  <a:lnTo>
                    <a:pt x="40129" y="30097"/>
                  </a:lnTo>
                  <a:lnTo>
                    <a:pt x="41563" y="29619"/>
                  </a:lnTo>
                  <a:lnTo>
                    <a:pt x="44907" y="28664"/>
                  </a:lnTo>
                  <a:lnTo>
                    <a:pt x="45384" y="28186"/>
                  </a:lnTo>
                  <a:lnTo>
                    <a:pt x="46340" y="27231"/>
                  </a:lnTo>
                  <a:lnTo>
                    <a:pt x="47295" y="25320"/>
                  </a:lnTo>
                  <a:lnTo>
                    <a:pt x="48251" y="22931"/>
                  </a:lnTo>
                  <a:lnTo>
                    <a:pt x="48729" y="21976"/>
                  </a:lnTo>
                  <a:lnTo>
                    <a:pt x="49684" y="21498"/>
                  </a:lnTo>
                  <a:lnTo>
                    <a:pt x="50639" y="21498"/>
                  </a:lnTo>
                  <a:lnTo>
                    <a:pt x="53984" y="22931"/>
                  </a:lnTo>
                  <a:lnTo>
                    <a:pt x="55895" y="21976"/>
                  </a:lnTo>
                  <a:lnTo>
                    <a:pt x="56850" y="19587"/>
                  </a:lnTo>
                  <a:lnTo>
                    <a:pt x="57328" y="16243"/>
                  </a:lnTo>
                  <a:lnTo>
                    <a:pt x="57805" y="15287"/>
                  </a:lnTo>
                  <a:lnTo>
                    <a:pt x="58761" y="14810"/>
                  </a:lnTo>
                  <a:lnTo>
                    <a:pt x="60194" y="14810"/>
                  </a:lnTo>
                  <a:lnTo>
                    <a:pt x="62582" y="16243"/>
                  </a:lnTo>
                  <a:lnTo>
                    <a:pt x="64493" y="16243"/>
                  </a:lnTo>
                  <a:lnTo>
                    <a:pt x="64971" y="15287"/>
                  </a:lnTo>
                  <a:lnTo>
                    <a:pt x="65449" y="13376"/>
                  </a:lnTo>
                  <a:lnTo>
                    <a:pt x="66405" y="13376"/>
                  </a:lnTo>
                  <a:lnTo>
                    <a:pt x="68793" y="14332"/>
                  </a:lnTo>
                  <a:lnTo>
                    <a:pt x="71182" y="13854"/>
                  </a:lnTo>
                  <a:lnTo>
                    <a:pt x="72137" y="11466"/>
                  </a:lnTo>
                  <a:lnTo>
                    <a:pt x="71659" y="9077"/>
                  </a:lnTo>
                  <a:lnTo>
                    <a:pt x="69748" y="1911"/>
                  </a:lnTo>
                  <a:lnTo>
                    <a:pt x="70704" y="0"/>
                  </a:lnTo>
                  <a:lnTo>
                    <a:pt x="71659" y="0"/>
                  </a:lnTo>
                  <a:lnTo>
                    <a:pt x="74048" y="1911"/>
                  </a:lnTo>
                  <a:lnTo>
                    <a:pt x="78825" y="4777"/>
                  </a:lnTo>
                  <a:lnTo>
                    <a:pt x="80259" y="6210"/>
                  </a:lnTo>
                  <a:lnTo>
                    <a:pt x="81214" y="8121"/>
                  </a:lnTo>
                  <a:lnTo>
                    <a:pt x="83125" y="9077"/>
                  </a:lnTo>
                  <a:lnTo>
                    <a:pt x="85036" y="9077"/>
                  </a:lnTo>
                  <a:lnTo>
                    <a:pt x="85036" y="11943"/>
                  </a:lnTo>
                  <a:lnTo>
                    <a:pt x="85514" y="12421"/>
                  </a:lnTo>
                  <a:lnTo>
                    <a:pt x="87425" y="14810"/>
                  </a:lnTo>
                  <a:lnTo>
                    <a:pt x="87425" y="16721"/>
                  </a:lnTo>
                  <a:lnTo>
                    <a:pt x="86469" y="18632"/>
                  </a:lnTo>
                  <a:lnTo>
                    <a:pt x="85514" y="19587"/>
                  </a:lnTo>
                  <a:lnTo>
                    <a:pt x="84080" y="21020"/>
                  </a:lnTo>
                  <a:lnTo>
                    <a:pt x="84080" y="21498"/>
                  </a:lnTo>
                  <a:lnTo>
                    <a:pt x="84558" y="21976"/>
                  </a:lnTo>
                  <a:lnTo>
                    <a:pt x="86947" y="22453"/>
                  </a:lnTo>
                  <a:lnTo>
                    <a:pt x="88380" y="23409"/>
                  </a:lnTo>
                  <a:lnTo>
                    <a:pt x="88858" y="26275"/>
                  </a:lnTo>
                  <a:lnTo>
                    <a:pt x="90291" y="28664"/>
                  </a:lnTo>
                  <a:lnTo>
                    <a:pt x="90291" y="29619"/>
                  </a:lnTo>
                  <a:lnTo>
                    <a:pt x="89813" y="33441"/>
                  </a:lnTo>
                  <a:lnTo>
                    <a:pt x="89813" y="35352"/>
                  </a:lnTo>
                  <a:lnTo>
                    <a:pt x="91246" y="36785"/>
                  </a:lnTo>
                  <a:lnTo>
                    <a:pt x="92202" y="37263"/>
                  </a:lnTo>
                  <a:lnTo>
                    <a:pt x="92680" y="3821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DDBD0BCE-A8D9-82D9-31F3-1AB883661521}"/>
                </a:ext>
              </a:extLst>
            </p:cNvPr>
            <p:cNvSpPr/>
            <p:nvPr/>
          </p:nvSpPr>
          <p:spPr>
            <a:xfrm>
              <a:off x="8389578" y="3994415"/>
              <a:ext cx="3344" cy="5254"/>
            </a:xfrm>
            <a:custGeom>
              <a:avLst/>
              <a:gdLst>
                <a:gd name="csX0" fmla="*/ 2866 w 3344"/>
                <a:gd name="csY0" fmla="*/ 956 h 5254"/>
                <a:gd name="csX1" fmla="*/ 3344 w 3344"/>
                <a:gd name="csY1" fmla="*/ 1911 h 5254"/>
                <a:gd name="csX2" fmla="*/ 3344 w 3344"/>
                <a:gd name="csY2" fmla="*/ 5255 h 5254"/>
                <a:gd name="csX3" fmla="*/ 1911 w 3344"/>
                <a:gd name="csY3" fmla="*/ 4777 h 5254"/>
                <a:gd name="csX4" fmla="*/ 1433 w 3344"/>
                <a:gd name="csY4" fmla="*/ 4777 h 5254"/>
                <a:gd name="csX5" fmla="*/ 956 w 3344"/>
                <a:gd name="csY5" fmla="*/ 4300 h 5254"/>
                <a:gd name="csX6" fmla="*/ 0 w 3344"/>
                <a:gd name="csY6" fmla="*/ 1433 h 5254"/>
                <a:gd name="csX7" fmla="*/ 956 w 3344"/>
                <a:gd name="csY7" fmla="*/ 0 h 5254"/>
                <a:gd name="csX8" fmla="*/ 2866 w 3344"/>
                <a:gd name="csY8" fmla="*/ 956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5254">
                  <a:moveTo>
                    <a:pt x="2866" y="956"/>
                  </a:moveTo>
                  <a:lnTo>
                    <a:pt x="3344" y="1911"/>
                  </a:lnTo>
                  <a:lnTo>
                    <a:pt x="3344" y="5255"/>
                  </a:lnTo>
                  <a:lnTo>
                    <a:pt x="1911" y="4777"/>
                  </a:lnTo>
                  <a:lnTo>
                    <a:pt x="1433" y="4777"/>
                  </a:lnTo>
                  <a:lnTo>
                    <a:pt x="956" y="4300"/>
                  </a:lnTo>
                  <a:lnTo>
                    <a:pt x="0" y="1433"/>
                  </a:lnTo>
                  <a:lnTo>
                    <a:pt x="956" y="0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" name="Freeform 495">
              <a:extLst>
                <a:ext uri="{FF2B5EF4-FFF2-40B4-BE49-F238E27FC236}">
                  <a16:creationId xmlns:a16="http://schemas.microsoft.com/office/drawing/2014/main" id="{7FDA4DF3-7DF7-7D09-B8C2-2401329F4738}"/>
                </a:ext>
              </a:extLst>
            </p:cNvPr>
            <p:cNvSpPr/>
            <p:nvPr/>
          </p:nvSpPr>
          <p:spPr>
            <a:xfrm>
              <a:off x="8388623" y="4022124"/>
              <a:ext cx="1911" cy="4299"/>
            </a:xfrm>
            <a:custGeom>
              <a:avLst/>
              <a:gdLst>
                <a:gd name="csX0" fmla="*/ 1433 w 1911"/>
                <a:gd name="csY0" fmla="*/ 956 h 4299"/>
                <a:gd name="csX1" fmla="*/ 1911 w 1911"/>
                <a:gd name="csY1" fmla="*/ 2867 h 4299"/>
                <a:gd name="csX2" fmla="*/ 1911 w 1911"/>
                <a:gd name="csY2" fmla="*/ 4300 h 4299"/>
                <a:gd name="csX3" fmla="*/ 478 w 1911"/>
                <a:gd name="csY3" fmla="*/ 3344 h 4299"/>
                <a:gd name="csX4" fmla="*/ 0 w 1911"/>
                <a:gd name="csY4" fmla="*/ 0 h 4299"/>
                <a:gd name="csX5" fmla="*/ 1433 w 1911"/>
                <a:gd name="csY5" fmla="*/ 95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4299">
                  <a:moveTo>
                    <a:pt x="1433" y="956"/>
                  </a:moveTo>
                  <a:lnTo>
                    <a:pt x="1911" y="2867"/>
                  </a:lnTo>
                  <a:lnTo>
                    <a:pt x="1911" y="4300"/>
                  </a:lnTo>
                  <a:lnTo>
                    <a:pt x="478" y="3344"/>
                  </a:lnTo>
                  <a:lnTo>
                    <a:pt x="0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" name="Freeform 496">
              <a:extLst>
                <a:ext uri="{FF2B5EF4-FFF2-40B4-BE49-F238E27FC236}">
                  <a16:creationId xmlns:a16="http://schemas.microsoft.com/office/drawing/2014/main" id="{1E5EC427-2023-F055-5451-82E28E473AC0}"/>
                </a:ext>
              </a:extLst>
            </p:cNvPr>
            <p:cNvSpPr/>
            <p:nvPr/>
          </p:nvSpPr>
          <p:spPr>
            <a:xfrm>
              <a:off x="8387667" y="3912246"/>
              <a:ext cx="2866" cy="4299"/>
            </a:xfrm>
            <a:custGeom>
              <a:avLst/>
              <a:gdLst>
                <a:gd name="csX0" fmla="*/ 2867 w 2866"/>
                <a:gd name="csY0" fmla="*/ 0 h 4299"/>
                <a:gd name="csX1" fmla="*/ 1433 w 2866"/>
                <a:gd name="csY1" fmla="*/ 2389 h 4299"/>
                <a:gd name="csX2" fmla="*/ 0 w 2866"/>
                <a:gd name="csY2" fmla="*/ 4300 h 4299"/>
                <a:gd name="csX3" fmla="*/ 0 w 2866"/>
                <a:gd name="csY3" fmla="*/ 4300 h 4299"/>
                <a:gd name="csX4" fmla="*/ 1433 w 2866"/>
                <a:gd name="csY4" fmla="*/ 2389 h 4299"/>
                <a:gd name="csX5" fmla="*/ 2867 w 2866"/>
                <a:gd name="csY5" fmla="*/ 0 h 4299"/>
                <a:gd name="csX6" fmla="*/ 2867 w 2866"/>
                <a:gd name="csY6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4299">
                  <a:moveTo>
                    <a:pt x="2867" y="0"/>
                  </a:moveTo>
                  <a:lnTo>
                    <a:pt x="1433" y="2389"/>
                  </a:lnTo>
                  <a:lnTo>
                    <a:pt x="0" y="4300"/>
                  </a:lnTo>
                  <a:lnTo>
                    <a:pt x="0" y="4300"/>
                  </a:lnTo>
                  <a:lnTo>
                    <a:pt x="1433" y="2389"/>
                  </a:lnTo>
                  <a:lnTo>
                    <a:pt x="2867" y="0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F8A6A626-2B0B-F7CA-75D3-8AA66E0A3490}"/>
                </a:ext>
              </a:extLst>
            </p:cNvPr>
            <p:cNvSpPr/>
            <p:nvPr/>
          </p:nvSpPr>
          <p:spPr>
            <a:xfrm>
              <a:off x="8384801" y="4067508"/>
              <a:ext cx="5254" cy="4777"/>
            </a:xfrm>
            <a:custGeom>
              <a:avLst/>
              <a:gdLst>
                <a:gd name="csX0" fmla="*/ 4300 w 5254"/>
                <a:gd name="csY0" fmla="*/ 478 h 4777"/>
                <a:gd name="csX1" fmla="*/ 5255 w 5254"/>
                <a:gd name="csY1" fmla="*/ 1433 h 4777"/>
                <a:gd name="csX2" fmla="*/ 4300 w 5254"/>
                <a:gd name="csY2" fmla="*/ 3344 h 4777"/>
                <a:gd name="csX3" fmla="*/ 2389 w 5254"/>
                <a:gd name="csY3" fmla="*/ 4300 h 4777"/>
                <a:gd name="csX4" fmla="*/ 956 w 5254"/>
                <a:gd name="csY4" fmla="*/ 4777 h 4777"/>
                <a:gd name="csX5" fmla="*/ 478 w 5254"/>
                <a:gd name="csY5" fmla="*/ 4300 h 4777"/>
                <a:gd name="csX6" fmla="*/ 0 w 5254"/>
                <a:gd name="csY6" fmla="*/ 3822 h 4777"/>
                <a:gd name="csX7" fmla="*/ 0 w 5254"/>
                <a:gd name="csY7" fmla="*/ 2867 h 4777"/>
                <a:gd name="csX8" fmla="*/ 2389 w 5254"/>
                <a:gd name="csY8" fmla="*/ 956 h 4777"/>
                <a:gd name="csX9" fmla="*/ 2389 w 5254"/>
                <a:gd name="csY9" fmla="*/ 0 h 4777"/>
                <a:gd name="csX10" fmla="*/ 4300 w 5254"/>
                <a:gd name="csY10" fmla="*/ 478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4" h="4777">
                  <a:moveTo>
                    <a:pt x="4300" y="478"/>
                  </a:moveTo>
                  <a:lnTo>
                    <a:pt x="5255" y="1433"/>
                  </a:lnTo>
                  <a:lnTo>
                    <a:pt x="4300" y="3344"/>
                  </a:lnTo>
                  <a:lnTo>
                    <a:pt x="2389" y="4300"/>
                  </a:lnTo>
                  <a:lnTo>
                    <a:pt x="956" y="4777"/>
                  </a:lnTo>
                  <a:lnTo>
                    <a:pt x="478" y="4300"/>
                  </a:lnTo>
                  <a:lnTo>
                    <a:pt x="0" y="3822"/>
                  </a:lnTo>
                  <a:lnTo>
                    <a:pt x="0" y="2867"/>
                  </a:lnTo>
                  <a:lnTo>
                    <a:pt x="2389" y="956"/>
                  </a:lnTo>
                  <a:lnTo>
                    <a:pt x="2389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9C4C60DA-324F-4C4E-DC21-C77E5C0D595F}"/>
                </a:ext>
              </a:extLst>
            </p:cNvPr>
            <p:cNvSpPr/>
            <p:nvPr/>
          </p:nvSpPr>
          <p:spPr>
            <a:xfrm>
              <a:off x="8370469" y="4766904"/>
              <a:ext cx="18631" cy="2866"/>
            </a:xfrm>
            <a:custGeom>
              <a:avLst/>
              <a:gdLst>
                <a:gd name="csX0" fmla="*/ 18632 w 18631"/>
                <a:gd name="csY0" fmla="*/ 478 h 2866"/>
                <a:gd name="csX1" fmla="*/ 17676 w 18631"/>
                <a:gd name="csY1" fmla="*/ 1433 h 2866"/>
                <a:gd name="csX2" fmla="*/ 10988 w 18631"/>
                <a:gd name="csY2" fmla="*/ 2389 h 2866"/>
                <a:gd name="csX3" fmla="*/ 8599 w 18631"/>
                <a:gd name="csY3" fmla="*/ 1911 h 2866"/>
                <a:gd name="csX4" fmla="*/ 1433 w 18631"/>
                <a:gd name="csY4" fmla="*/ 2866 h 2866"/>
                <a:gd name="csX5" fmla="*/ 956 w 18631"/>
                <a:gd name="csY5" fmla="*/ 2866 h 2866"/>
                <a:gd name="csX6" fmla="*/ 478 w 18631"/>
                <a:gd name="csY6" fmla="*/ 1911 h 2866"/>
                <a:gd name="csX7" fmla="*/ 0 w 18631"/>
                <a:gd name="csY7" fmla="*/ 956 h 2866"/>
                <a:gd name="csX8" fmla="*/ 956 w 18631"/>
                <a:gd name="csY8" fmla="*/ 478 h 2866"/>
                <a:gd name="csX9" fmla="*/ 2389 w 18631"/>
                <a:gd name="csY9" fmla="*/ 0 h 2866"/>
                <a:gd name="csX10" fmla="*/ 6211 w 18631"/>
                <a:gd name="csY10" fmla="*/ 478 h 2866"/>
                <a:gd name="csX11" fmla="*/ 12421 w 18631"/>
                <a:gd name="csY11" fmla="*/ 0 h 2866"/>
                <a:gd name="csX12" fmla="*/ 18632 w 18631"/>
                <a:gd name="csY12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8631" h="2866">
                  <a:moveTo>
                    <a:pt x="18632" y="478"/>
                  </a:moveTo>
                  <a:lnTo>
                    <a:pt x="17676" y="1433"/>
                  </a:lnTo>
                  <a:lnTo>
                    <a:pt x="10988" y="2389"/>
                  </a:lnTo>
                  <a:lnTo>
                    <a:pt x="8599" y="1911"/>
                  </a:lnTo>
                  <a:lnTo>
                    <a:pt x="1433" y="2866"/>
                  </a:lnTo>
                  <a:lnTo>
                    <a:pt x="956" y="2866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6211" y="478"/>
                  </a:lnTo>
                  <a:lnTo>
                    <a:pt x="12421" y="0"/>
                  </a:lnTo>
                  <a:lnTo>
                    <a:pt x="1863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AD4CB779-FDAE-9B68-B5E0-452A7D08021C}"/>
                </a:ext>
              </a:extLst>
            </p:cNvPr>
            <p:cNvSpPr/>
            <p:nvPr/>
          </p:nvSpPr>
          <p:spPr>
            <a:xfrm>
              <a:off x="8386234" y="3614620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5 w 955"/>
                <a:gd name="csY1" fmla="*/ 956 h 955"/>
                <a:gd name="csX2" fmla="*/ 955 w 955"/>
                <a:gd name="csY2" fmla="*/ 956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5" y="956"/>
                  </a:lnTo>
                  <a:lnTo>
                    <a:pt x="955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8F8E777E-A047-6FE9-F117-FC5E330CC206}"/>
                </a:ext>
              </a:extLst>
            </p:cNvPr>
            <p:cNvSpPr/>
            <p:nvPr/>
          </p:nvSpPr>
          <p:spPr>
            <a:xfrm>
              <a:off x="8382412" y="3606021"/>
              <a:ext cx="3822" cy="8599"/>
            </a:xfrm>
            <a:custGeom>
              <a:avLst/>
              <a:gdLst>
                <a:gd name="csX0" fmla="*/ 3822 w 3822"/>
                <a:gd name="csY0" fmla="*/ 7166 h 8599"/>
                <a:gd name="csX1" fmla="*/ 3822 w 3822"/>
                <a:gd name="csY1" fmla="*/ 8599 h 8599"/>
                <a:gd name="csX2" fmla="*/ 3822 w 3822"/>
                <a:gd name="csY2" fmla="*/ 8599 h 8599"/>
                <a:gd name="csX3" fmla="*/ 3822 w 3822"/>
                <a:gd name="csY3" fmla="*/ 7166 h 8599"/>
                <a:gd name="csX4" fmla="*/ 2866 w 3822"/>
                <a:gd name="csY4" fmla="*/ 6688 h 8599"/>
                <a:gd name="csX5" fmla="*/ 956 w 3822"/>
                <a:gd name="csY5" fmla="*/ 5733 h 8599"/>
                <a:gd name="csX6" fmla="*/ 478 w 3822"/>
                <a:gd name="csY6" fmla="*/ 4777 h 8599"/>
                <a:gd name="csX7" fmla="*/ 478 w 3822"/>
                <a:gd name="csY7" fmla="*/ 3822 h 8599"/>
                <a:gd name="csX8" fmla="*/ 956 w 3822"/>
                <a:gd name="csY8" fmla="*/ 2866 h 8599"/>
                <a:gd name="csX9" fmla="*/ 956 w 3822"/>
                <a:gd name="csY9" fmla="*/ 2389 h 8599"/>
                <a:gd name="csX10" fmla="*/ 956 w 3822"/>
                <a:gd name="csY10" fmla="*/ 1433 h 8599"/>
                <a:gd name="csX11" fmla="*/ 956 w 3822"/>
                <a:gd name="csY11" fmla="*/ 955 h 8599"/>
                <a:gd name="csX12" fmla="*/ 0 w 3822"/>
                <a:gd name="csY12" fmla="*/ 0 h 8599"/>
                <a:gd name="csX13" fmla="*/ 956 w 3822"/>
                <a:gd name="csY13" fmla="*/ 955 h 8599"/>
                <a:gd name="csX14" fmla="*/ 956 w 3822"/>
                <a:gd name="csY14" fmla="*/ 1433 h 8599"/>
                <a:gd name="csX15" fmla="*/ 1433 w 3822"/>
                <a:gd name="csY15" fmla="*/ 2389 h 8599"/>
                <a:gd name="csX16" fmla="*/ 956 w 3822"/>
                <a:gd name="csY16" fmla="*/ 2866 h 8599"/>
                <a:gd name="csX17" fmla="*/ 478 w 3822"/>
                <a:gd name="csY17" fmla="*/ 3822 h 8599"/>
                <a:gd name="csX18" fmla="*/ 478 w 3822"/>
                <a:gd name="csY18" fmla="*/ 4777 h 8599"/>
                <a:gd name="csX19" fmla="*/ 956 w 3822"/>
                <a:gd name="csY19" fmla="*/ 5733 h 8599"/>
                <a:gd name="csX20" fmla="*/ 3344 w 3822"/>
                <a:gd name="csY20" fmla="*/ 6688 h 8599"/>
                <a:gd name="csX21" fmla="*/ 3822 w 3822"/>
                <a:gd name="csY21" fmla="*/ 7166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822" h="8599">
                  <a:moveTo>
                    <a:pt x="3822" y="7166"/>
                  </a:moveTo>
                  <a:lnTo>
                    <a:pt x="3822" y="8599"/>
                  </a:lnTo>
                  <a:lnTo>
                    <a:pt x="3822" y="8599"/>
                  </a:lnTo>
                  <a:lnTo>
                    <a:pt x="3822" y="7166"/>
                  </a:lnTo>
                  <a:lnTo>
                    <a:pt x="2866" y="6688"/>
                  </a:lnTo>
                  <a:lnTo>
                    <a:pt x="956" y="5733"/>
                  </a:lnTo>
                  <a:lnTo>
                    <a:pt x="478" y="4777"/>
                  </a:lnTo>
                  <a:lnTo>
                    <a:pt x="478" y="3822"/>
                  </a:lnTo>
                  <a:lnTo>
                    <a:pt x="956" y="2866"/>
                  </a:lnTo>
                  <a:lnTo>
                    <a:pt x="956" y="2389"/>
                  </a:lnTo>
                  <a:lnTo>
                    <a:pt x="956" y="1433"/>
                  </a:lnTo>
                  <a:lnTo>
                    <a:pt x="956" y="955"/>
                  </a:lnTo>
                  <a:lnTo>
                    <a:pt x="0" y="0"/>
                  </a:lnTo>
                  <a:lnTo>
                    <a:pt x="956" y="955"/>
                  </a:lnTo>
                  <a:lnTo>
                    <a:pt x="956" y="1433"/>
                  </a:lnTo>
                  <a:lnTo>
                    <a:pt x="1433" y="2389"/>
                  </a:lnTo>
                  <a:lnTo>
                    <a:pt x="956" y="2866"/>
                  </a:lnTo>
                  <a:lnTo>
                    <a:pt x="478" y="3822"/>
                  </a:lnTo>
                  <a:lnTo>
                    <a:pt x="478" y="4777"/>
                  </a:lnTo>
                  <a:lnTo>
                    <a:pt x="956" y="5733"/>
                  </a:lnTo>
                  <a:lnTo>
                    <a:pt x="3344" y="6688"/>
                  </a:lnTo>
                  <a:lnTo>
                    <a:pt x="3822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FBC700B0-12BC-5C56-0847-FFE616A9E992}"/>
                </a:ext>
              </a:extLst>
            </p:cNvPr>
            <p:cNvSpPr/>
            <p:nvPr/>
          </p:nvSpPr>
          <p:spPr>
            <a:xfrm>
              <a:off x="8382412" y="4059864"/>
              <a:ext cx="3344" cy="4777"/>
            </a:xfrm>
            <a:custGeom>
              <a:avLst/>
              <a:gdLst>
                <a:gd name="csX0" fmla="*/ 3344 w 3344"/>
                <a:gd name="csY0" fmla="*/ 1911 h 4777"/>
                <a:gd name="csX1" fmla="*/ 3344 w 3344"/>
                <a:gd name="csY1" fmla="*/ 4299 h 4777"/>
                <a:gd name="csX2" fmla="*/ 3344 w 3344"/>
                <a:gd name="csY2" fmla="*/ 4777 h 4777"/>
                <a:gd name="csX3" fmla="*/ 2389 w 3344"/>
                <a:gd name="csY3" fmla="*/ 4777 h 4777"/>
                <a:gd name="csX4" fmla="*/ 1433 w 3344"/>
                <a:gd name="csY4" fmla="*/ 2866 h 4777"/>
                <a:gd name="csX5" fmla="*/ 956 w 3344"/>
                <a:gd name="csY5" fmla="*/ 1911 h 4777"/>
                <a:gd name="csX6" fmla="*/ 0 w 3344"/>
                <a:gd name="csY6" fmla="*/ 956 h 4777"/>
                <a:gd name="csX7" fmla="*/ 1433 w 3344"/>
                <a:gd name="csY7" fmla="*/ 0 h 4777"/>
                <a:gd name="csX8" fmla="*/ 3344 w 3344"/>
                <a:gd name="csY8" fmla="*/ 1911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4777">
                  <a:moveTo>
                    <a:pt x="3344" y="1911"/>
                  </a:moveTo>
                  <a:lnTo>
                    <a:pt x="3344" y="4299"/>
                  </a:lnTo>
                  <a:lnTo>
                    <a:pt x="3344" y="4777"/>
                  </a:lnTo>
                  <a:lnTo>
                    <a:pt x="2389" y="4777"/>
                  </a:lnTo>
                  <a:lnTo>
                    <a:pt x="1433" y="2866"/>
                  </a:lnTo>
                  <a:lnTo>
                    <a:pt x="956" y="1911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FE2E4A20-13CB-68E1-CBFB-10CEC45D830B}"/>
                </a:ext>
              </a:extLst>
            </p:cNvPr>
            <p:cNvSpPr/>
            <p:nvPr/>
          </p:nvSpPr>
          <p:spPr>
            <a:xfrm>
              <a:off x="8382412" y="4551926"/>
              <a:ext cx="3344" cy="5254"/>
            </a:xfrm>
            <a:custGeom>
              <a:avLst/>
              <a:gdLst>
                <a:gd name="csX0" fmla="*/ 2389 w 3344"/>
                <a:gd name="csY0" fmla="*/ 3344 h 5254"/>
                <a:gd name="csX1" fmla="*/ 3344 w 3344"/>
                <a:gd name="csY1" fmla="*/ 4777 h 5254"/>
                <a:gd name="csX2" fmla="*/ 2866 w 3344"/>
                <a:gd name="csY2" fmla="*/ 5255 h 5254"/>
                <a:gd name="csX3" fmla="*/ 1433 w 3344"/>
                <a:gd name="csY3" fmla="*/ 5255 h 5254"/>
                <a:gd name="csX4" fmla="*/ 956 w 3344"/>
                <a:gd name="csY4" fmla="*/ 5255 h 5254"/>
                <a:gd name="csX5" fmla="*/ 0 w 3344"/>
                <a:gd name="csY5" fmla="*/ 3822 h 5254"/>
                <a:gd name="csX6" fmla="*/ 0 w 3344"/>
                <a:gd name="csY6" fmla="*/ 2389 h 5254"/>
                <a:gd name="csX7" fmla="*/ 1433 w 3344"/>
                <a:gd name="csY7" fmla="*/ 0 h 5254"/>
                <a:gd name="csX8" fmla="*/ 2866 w 3344"/>
                <a:gd name="csY8" fmla="*/ 1911 h 5254"/>
                <a:gd name="csX9" fmla="*/ 2389 w 3344"/>
                <a:gd name="csY9" fmla="*/ 2866 h 5254"/>
                <a:gd name="csX10" fmla="*/ 2389 w 3344"/>
                <a:gd name="csY10" fmla="*/ 3344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5254">
                  <a:moveTo>
                    <a:pt x="2389" y="3344"/>
                  </a:moveTo>
                  <a:lnTo>
                    <a:pt x="3344" y="4777"/>
                  </a:lnTo>
                  <a:lnTo>
                    <a:pt x="2866" y="5255"/>
                  </a:lnTo>
                  <a:lnTo>
                    <a:pt x="1433" y="5255"/>
                  </a:lnTo>
                  <a:lnTo>
                    <a:pt x="956" y="5255"/>
                  </a:lnTo>
                  <a:lnTo>
                    <a:pt x="0" y="3822"/>
                  </a:lnTo>
                  <a:lnTo>
                    <a:pt x="0" y="2389"/>
                  </a:lnTo>
                  <a:lnTo>
                    <a:pt x="1433" y="0"/>
                  </a:lnTo>
                  <a:lnTo>
                    <a:pt x="2866" y="1911"/>
                  </a:lnTo>
                  <a:lnTo>
                    <a:pt x="2389" y="2866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503">
              <a:extLst>
                <a:ext uri="{FF2B5EF4-FFF2-40B4-BE49-F238E27FC236}">
                  <a16:creationId xmlns:a16="http://schemas.microsoft.com/office/drawing/2014/main" id="{BC21DCE5-5A70-2D4C-D9F2-7C3CB11CEFE2}"/>
                </a:ext>
              </a:extLst>
            </p:cNvPr>
            <p:cNvSpPr/>
            <p:nvPr/>
          </p:nvSpPr>
          <p:spPr>
            <a:xfrm>
              <a:off x="8384323" y="3917979"/>
              <a:ext cx="955" cy="1433"/>
            </a:xfrm>
            <a:custGeom>
              <a:avLst/>
              <a:gdLst>
                <a:gd name="csX0" fmla="*/ 955 w 955"/>
                <a:gd name="csY0" fmla="*/ 0 h 1433"/>
                <a:gd name="csX1" fmla="*/ 0 w 955"/>
                <a:gd name="csY1" fmla="*/ 1433 h 1433"/>
                <a:gd name="csX2" fmla="*/ 955 w 955"/>
                <a:gd name="csY2" fmla="*/ 0 h 1433"/>
                <a:gd name="csX3" fmla="*/ 955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955" y="0"/>
                  </a:moveTo>
                  <a:lnTo>
                    <a:pt x="0" y="1433"/>
                  </a:lnTo>
                  <a:lnTo>
                    <a:pt x="955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504">
              <a:extLst>
                <a:ext uri="{FF2B5EF4-FFF2-40B4-BE49-F238E27FC236}">
                  <a16:creationId xmlns:a16="http://schemas.microsoft.com/office/drawing/2014/main" id="{47DB2DB4-890D-A7FA-82A0-B5E97783135B}"/>
                </a:ext>
              </a:extLst>
            </p:cNvPr>
            <p:cNvSpPr/>
            <p:nvPr/>
          </p:nvSpPr>
          <p:spPr>
            <a:xfrm>
              <a:off x="8382412" y="3919412"/>
              <a:ext cx="1911" cy="2866"/>
            </a:xfrm>
            <a:custGeom>
              <a:avLst/>
              <a:gdLst>
                <a:gd name="csX0" fmla="*/ 1911 w 1911"/>
                <a:gd name="csY0" fmla="*/ 0 h 2866"/>
                <a:gd name="csX1" fmla="*/ 1433 w 1911"/>
                <a:gd name="csY1" fmla="*/ 1433 h 2866"/>
                <a:gd name="csX2" fmla="*/ 0 w 1911"/>
                <a:gd name="csY2" fmla="*/ 2867 h 2866"/>
                <a:gd name="csX3" fmla="*/ 1433 w 1911"/>
                <a:gd name="csY3" fmla="*/ 1433 h 2866"/>
                <a:gd name="csX4" fmla="*/ 1911 w 1911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2866">
                  <a:moveTo>
                    <a:pt x="1911" y="0"/>
                  </a:moveTo>
                  <a:lnTo>
                    <a:pt x="1433" y="1433"/>
                  </a:lnTo>
                  <a:lnTo>
                    <a:pt x="0" y="2867"/>
                  </a:lnTo>
                  <a:lnTo>
                    <a:pt x="1433" y="1433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505">
              <a:extLst>
                <a:ext uri="{FF2B5EF4-FFF2-40B4-BE49-F238E27FC236}">
                  <a16:creationId xmlns:a16="http://schemas.microsoft.com/office/drawing/2014/main" id="{ED7BA48A-1E0E-B27B-2D39-DD5A2C667009}"/>
                </a:ext>
              </a:extLst>
            </p:cNvPr>
            <p:cNvSpPr/>
            <p:nvPr/>
          </p:nvSpPr>
          <p:spPr>
            <a:xfrm>
              <a:off x="8379546" y="4770248"/>
              <a:ext cx="4299" cy="9076"/>
            </a:xfrm>
            <a:custGeom>
              <a:avLst/>
              <a:gdLst>
                <a:gd name="csX0" fmla="*/ 2389 w 4299"/>
                <a:gd name="csY0" fmla="*/ 3344 h 9076"/>
                <a:gd name="csX1" fmla="*/ 4300 w 4299"/>
                <a:gd name="csY1" fmla="*/ 7166 h 9076"/>
                <a:gd name="csX2" fmla="*/ 3822 w 4299"/>
                <a:gd name="csY2" fmla="*/ 8599 h 9076"/>
                <a:gd name="csX3" fmla="*/ 3822 w 4299"/>
                <a:gd name="csY3" fmla="*/ 9077 h 9076"/>
                <a:gd name="csX4" fmla="*/ 2389 w 4299"/>
                <a:gd name="csY4" fmla="*/ 8121 h 9076"/>
                <a:gd name="csX5" fmla="*/ 1911 w 4299"/>
                <a:gd name="csY5" fmla="*/ 5255 h 9076"/>
                <a:gd name="csX6" fmla="*/ 955 w 4299"/>
                <a:gd name="csY6" fmla="*/ 4299 h 9076"/>
                <a:gd name="csX7" fmla="*/ 0 w 4299"/>
                <a:gd name="csY7" fmla="*/ 1911 h 9076"/>
                <a:gd name="csX8" fmla="*/ 478 w 4299"/>
                <a:gd name="csY8" fmla="*/ 955 h 9076"/>
                <a:gd name="csX9" fmla="*/ 1433 w 4299"/>
                <a:gd name="csY9" fmla="*/ 0 h 9076"/>
                <a:gd name="csX10" fmla="*/ 2389 w 4299"/>
                <a:gd name="csY10" fmla="*/ 0 h 9076"/>
                <a:gd name="csX11" fmla="*/ 2866 w 4299"/>
                <a:gd name="csY11" fmla="*/ 478 h 9076"/>
                <a:gd name="csX12" fmla="*/ 2389 w 4299"/>
                <a:gd name="csY12" fmla="*/ 3344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9076">
                  <a:moveTo>
                    <a:pt x="2389" y="3344"/>
                  </a:moveTo>
                  <a:lnTo>
                    <a:pt x="4300" y="7166"/>
                  </a:lnTo>
                  <a:lnTo>
                    <a:pt x="3822" y="8599"/>
                  </a:lnTo>
                  <a:lnTo>
                    <a:pt x="3822" y="9077"/>
                  </a:lnTo>
                  <a:lnTo>
                    <a:pt x="2389" y="8121"/>
                  </a:lnTo>
                  <a:lnTo>
                    <a:pt x="1911" y="5255"/>
                  </a:lnTo>
                  <a:lnTo>
                    <a:pt x="955" y="4299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866" y="478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" name="Freeform 506">
              <a:extLst>
                <a:ext uri="{FF2B5EF4-FFF2-40B4-BE49-F238E27FC236}">
                  <a16:creationId xmlns:a16="http://schemas.microsoft.com/office/drawing/2014/main" id="{2432E62F-7EDE-B0E7-BE61-82BCA313F6E6}"/>
                </a:ext>
              </a:extLst>
            </p:cNvPr>
            <p:cNvSpPr/>
            <p:nvPr/>
          </p:nvSpPr>
          <p:spPr>
            <a:xfrm>
              <a:off x="8380023" y="3602677"/>
              <a:ext cx="2388" cy="3344"/>
            </a:xfrm>
            <a:custGeom>
              <a:avLst/>
              <a:gdLst>
                <a:gd name="csX0" fmla="*/ 2389 w 2388"/>
                <a:gd name="csY0" fmla="*/ 3344 h 3344"/>
                <a:gd name="csX1" fmla="*/ 956 w 2388"/>
                <a:gd name="csY1" fmla="*/ 2389 h 3344"/>
                <a:gd name="csX2" fmla="*/ 0 w 2388"/>
                <a:gd name="csY2" fmla="*/ 0 h 3344"/>
                <a:gd name="csX3" fmla="*/ 0 w 2388"/>
                <a:gd name="csY3" fmla="*/ 0 h 3344"/>
                <a:gd name="csX4" fmla="*/ 1433 w 2388"/>
                <a:gd name="csY4" fmla="*/ 2389 h 3344"/>
                <a:gd name="csX5" fmla="*/ 2389 w 2388"/>
                <a:gd name="csY5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3344">
                  <a:moveTo>
                    <a:pt x="2389" y="3344"/>
                  </a:moveTo>
                  <a:lnTo>
                    <a:pt x="956" y="2389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2389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FBE443EA-B3F4-BDCD-53FC-1509377FCA69}"/>
                </a:ext>
              </a:extLst>
            </p:cNvPr>
            <p:cNvSpPr/>
            <p:nvPr/>
          </p:nvSpPr>
          <p:spPr>
            <a:xfrm>
              <a:off x="8380979" y="4557181"/>
              <a:ext cx="1432" cy="3821"/>
            </a:xfrm>
            <a:custGeom>
              <a:avLst/>
              <a:gdLst>
                <a:gd name="csX0" fmla="*/ 955 w 1432"/>
                <a:gd name="csY0" fmla="*/ 0 h 3821"/>
                <a:gd name="csX1" fmla="*/ 1433 w 1432"/>
                <a:gd name="csY1" fmla="*/ 1433 h 3821"/>
                <a:gd name="csX2" fmla="*/ 955 w 1432"/>
                <a:gd name="csY2" fmla="*/ 3344 h 3821"/>
                <a:gd name="csX3" fmla="*/ 478 w 1432"/>
                <a:gd name="csY3" fmla="*/ 3822 h 3821"/>
                <a:gd name="csX4" fmla="*/ 0 w 1432"/>
                <a:gd name="csY4" fmla="*/ 2867 h 3821"/>
                <a:gd name="csX5" fmla="*/ 478 w 1432"/>
                <a:gd name="csY5" fmla="*/ 478 h 3821"/>
                <a:gd name="csX6" fmla="*/ 955 w 1432"/>
                <a:gd name="csY6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3821">
                  <a:moveTo>
                    <a:pt x="955" y="0"/>
                  </a:moveTo>
                  <a:lnTo>
                    <a:pt x="1433" y="1433"/>
                  </a:lnTo>
                  <a:lnTo>
                    <a:pt x="955" y="3344"/>
                  </a:lnTo>
                  <a:lnTo>
                    <a:pt x="478" y="3822"/>
                  </a:lnTo>
                  <a:lnTo>
                    <a:pt x="0" y="2867"/>
                  </a:lnTo>
                  <a:lnTo>
                    <a:pt x="478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47FA2F4D-C9C2-F9D6-5884-18256A98E881}"/>
                </a:ext>
              </a:extLst>
            </p:cNvPr>
            <p:cNvSpPr/>
            <p:nvPr/>
          </p:nvSpPr>
          <p:spPr>
            <a:xfrm>
              <a:off x="8376202" y="4604476"/>
              <a:ext cx="1910" cy="4777"/>
            </a:xfrm>
            <a:custGeom>
              <a:avLst/>
              <a:gdLst>
                <a:gd name="csX0" fmla="*/ 1910 w 1910"/>
                <a:gd name="csY0" fmla="*/ 956 h 4777"/>
                <a:gd name="csX1" fmla="*/ 1910 w 1910"/>
                <a:gd name="csY1" fmla="*/ 3822 h 4777"/>
                <a:gd name="csX2" fmla="*/ 1910 w 1910"/>
                <a:gd name="csY2" fmla="*/ 4777 h 4777"/>
                <a:gd name="csX3" fmla="*/ 478 w 1910"/>
                <a:gd name="csY3" fmla="*/ 2389 h 4777"/>
                <a:gd name="csX4" fmla="*/ 0 w 1910"/>
                <a:gd name="csY4" fmla="*/ 1911 h 4777"/>
                <a:gd name="csX5" fmla="*/ 478 w 1910"/>
                <a:gd name="csY5" fmla="*/ 0 h 4777"/>
                <a:gd name="csX6" fmla="*/ 1910 w 1910"/>
                <a:gd name="csY6" fmla="*/ 95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4777">
                  <a:moveTo>
                    <a:pt x="1910" y="956"/>
                  </a:moveTo>
                  <a:lnTo>
                    <a:pt x="1910" y="3822"/>
                  </a:lnTo>
                  <a:lnTo>
                    <a:pt x="1910" y="4777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191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3081A0A3-A11A-53A4-9C79-9443DDFDD1BE}"/>
                </a:ext>
              </a:extLst>
            </p:cNvPr>
            <p:cNvSpPr/>
            <p:nvPr/>
          </p:nvSpPr>
          <p:spPr>
            <a:xfrm>
              <a:off x="8348493" y="4505586"/>
              <a:ext cx="29141" cy="28186"/>
            </a:xfrm>
            <a:custGeom>
              <a:avLst/>
              <a:gdLst>
                <a:gd name="csX0" fmla="*/ 28186 w 29141"/>
                <a:gd name="csY0" fmla="*/ 25798 h 28186"/>
                <a:gd name="csX1" fmla="*/ 29141 w 29141"/>
                <a:gd name="csY1" fmla="*/ 27708 h 28186"/>
                <a:gd name="csX2" fmla="*/ 28664 w 29141"/>
                <a:gd name="csY2" fmla="*/ 28186 h 28186"/>
                <a:gd name="csX3" fmla="*/ 27709 w 29141"/>
                <a:gd name="csY3" fmla="*/ 26753 h 28186"/>
                <a:gd name="csX4" fmla="*/ 26753 w 29141"/>
                <a:gd name="csY4" fmla="*/ 26753 h 28186"/>
                <a:gd name="csX5" fmla="*/ 22931 w 29141"/>
                <a:gd name="csY5" fmla="*/ 26753 h 28186"/>
                <a:gd name="csX6" fmla="*/ 20543 w 29141"/>
                <a:gd name="csY6" fmla="*/ 26275 h 28186"/>
                <a:gd name="csX7" fmla="*/ 18632 w 29141"/>
                <a:gd name="csY7" fmla="*/ 26275 h 28186"/>
                <a:gd name="csX8" fmla="*/ 17198 w 29141"/>
                <a:gd name="csY8" fmla="*/ 23886 h 28186"/>
                <a:gd name="csX9" fmla="*/ 15765 w 29141"/>
                <a:gd name="csY9" fmla="*/ 23886 h 28186"/>
                <a:gd name="csX10" fmla="*/ 14809 w 29141"/>
                <a:gd name="csY10" fmla="*/ 22453 h 28186"/>
                <a:gd name="csX11" fmla="*/ 12898 w 29141"/>
                <a:gd name="csY11" fmla="*/ 20065 h 28186"/>
                <a:gd name="csX12" fmla="*/ 12421 w 29141"/>
                <a:gd name="csY12" fmla="*/ 18632 h 28186"/>
                <a:gd name="csX13" fmla="*/ 13854 w 29141"/>
                <a:gd name="csY13" fmla="*/ 17198 h 28186"/>
                <a:gd name="csX14" fmla="*/ 14332 w 29141"/>
                <a:gd name="csY14" fmla="*/ 16243 h 28186"/>
                <a:gd name="csX15" fmla="*/ 13854 w 29141"/>
                <a:gd name="csY15" fmla="*/ 14809 h 28186"/>
                <a:gd name="csX16" fmla="*/ 12898 w 29141"/>
                <a:gd name="csY16" fmla="*/ 14809 h 28186"/>
                <a:gd name="csX17" fmla="*/ 11943 w 29141"/>
                <a:gd name="csY17" fmla="*/ 14809 h 28186"/>
                <a:gd name="csX18" fmla="*/ 10510 w 29141"/>
                <a:gd name="csY18" fmla="*/ 13376 h 28186"/>
                <a:gd name="csX19" fmla="*/ 10032 w 29141"/>
                <a:gd name="csY19" fmla="*/ 12421 h 28186"/>
                <a:gd name="csX20" fmla="*/ 9077 w 29141"/>
                <a:gd name="csY20" fmla="*/ 11943 h 28186"/>
                <a:gd name="csX21" fmla="*/ 7644 w 29141"/>
                <a:gd name="csY21" fmla="*/ 10032 h 28186"/>
                <a:gd name="csX22" fmla="*/ 5733 w 29141"/>
                <a:gd name="csY22" fmla="*/ 9555 h 28186"/>
                <a:gd name="csX23" fmla="*/ 4777 w 29141"/>
                <a:gd name="csY23" fmla="*/ 9077 h 28186"/>
                <a:gd name="csX24" fmla="*/ 3344 w 29141"/>
                <a:gd name="csY24" fmla="*/ 7644 h 28186"/>
                <a:gd name="csX25" fmla="*/ 1911 w 29141"/>
                <a:gd name="csY25" fmla="*/ 6210 h 28186"/>
                <a:gd name="csX26" fmla="*/ 955 w 29141"/>
                <a:gd name="csY26" fmla="*/ 2866 h 28186"/>
                <a:gd name="csX27" fmla="*/ 0 w 29141"/>
                <a:gd name="csY27" fmla="*/ 0 h 28186"/>
                <a:gd name="csX28" fmla="*/ 5733 w 29141"/>
                <a:gd name="csY28" fmla="*/ 956 h 28186"/>
                <a:gd name="csX29" fmla="*/ 10988 w 29141"/>
                <a:gd name="csY29" fmla="*/ 478 h 28186"/>
                <a:gd name="csX30" fmla="*/ 17198 w 29141"/>
                <a:gd name="csY30" fmla="*/ 0 h 28186"/>
                <a:gd name="csX31" fmla="*/ 19109 w 29141"/>
                <a:gd name="csY31" fmla="*/ 956 h 28186"/>
                <a:gd name="csX32" fmla="*/ 20543 w 29141"/>
                <a:gd name="csY32" fmla="*/ 2389 h 28186"/>
                <a:gd name="csX33" fmla="*/ 20543 w 29141"/>
                <a:gd name="csY33" fmla="*/ 3344 h 28186"/>
                <a:gd name="csX34" fmla="*/ 20543 w 29141"/>
                <a:gd name="csY34" fmla="*/ 4777 h 28186"/>
                <a:gd name="csX35" fmla="*/ 21020 w 29141"/>
                <a:gd name="csY35" fmla="*/ 5255 h 28186"/>
                <a:gd name="csX36" fmla="*/ 22453 w 29141"/>
                <a:gd name="csY36" fmla="*/ 5255 h 28186"/>
                <a:gd name="csX37" fmla="*/ 23886 w 29141"/>
                <a:gd name="csY37" fmla="*/ 5733 h 28186"/>
                <a:gd name="csX38" fmla="*/ 24842 w 29141"/>
                <a:gd name="csY38" fmla="*/ 7166 h 28186"/>
                <a:gd name="csX39" fmla="*/ 24364 w 29141"/>
                <a:gd name="csY39" fmla="*/ 8121 h 28186"/>
                <a:gd name="csX40" fmla="*/ 24364 w 29141"/>
                <a:gd name="csY40" fmla="*/ 9555 h 28186"/>
                <a:gd name="csX41" fmla="*/ 23409 w 29141"/>
                <a:gd name="csY41" fmla="*/ 11466 h 28186"/>
                <a:gd name="csX42" fmla="*/ 23409 w 29141"/>
                <a:gd name="csY42" fmla="*/ 14809 h 28186"/>
                <a:gd name="csX43" fmla="*/ 23886 w 29141"/>
                <a:gd name="csY43" fmla="*/ 15765 h 28186"/>
                <a:gd name="csX44" fmla="*/ 23886 w 29141"/>
                <a:gd name="csY44" fmla="*/ 16721 h 28186"/>
                <a:gd name="csX45" fmla="*/ 23886 w 29141"/>
                <a:gd name="csY45" fmla="*/ 18154 h 28186"/>
                <a:gd name="csX46" fmla="*/ 24364 w 29141"/>
                <a:gd name="csY46" fmla="*/ 19109 h 28186"/>
                <a:gd name="csX47" fmla="*/ 25798 w 29141"/>
                <a:gd name="csY47" fmla="*/ 21975 h 28186"/>
                <a:gd name="csX48" fmla="*/ 26275 w 29141"/>
                <a:gd name="csY48" fmla="*/ 22931 h 28186"/>
                <a:gd name="csX49" fmla="*/ 25798 w 29141"/>
                <a:gd name="csY49" fmla="*/ 23886 h 28186"/>
                <a:gd name="csX50" fmla="*/ 25320 w 29141"/>
                <a:gd name="csY50" fmla="*/ 24364 h 28186"/>
                <a:gd name="csX51" fmla="*/ 26753 w 29141"/>
                <a:gd name="csY51" fmla="*/ 24842 h 28186"/>
                <a:gd name="csX52" fmla="*/ 28186 w 29141"/>
                <a:gd name="csY52" fmla="*/ 25798 h 28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29141" h="28186">
                  <a:moveTo>
                    <a:pt x="28186" y="25798"/>
                  </a:moveTo>
                  <a:lnTo>
                    <a:pt x="29141" y="27708"/>
                  </a:lnTo>
                  <a:lnTo>
                    <a:pt x="28664" y="28186"/>
                  </a:lnTo>
                  <a:lnTo>
                    <a:pt x="27709" y="26753"/>
                  </a:lnTo>
                  <a:lnTo>
                    <a:pt x="26753" y="26753"/>
                  </a:lnTo>
                  <a:lnTo>
                    <a:pt x="22931" y="26753"/>
                  </a:lnTo>
                  <a:lnTo>
                    <a:pt x="20543" y="26275"/>
                  </a:lnTo>
                  <a:lnTo>
                    <a:pt x="18632" y="26275"/>
                  </a:lnTo>
                  <a:lnTo>
                    <a:pt x="17198" y="23886"/>
                  </a:lnTo>
                  <a:lnTo>
                    <a:pt x="15765" y="23886"/>
                  </a:lnTo>
                  <a:lnTo>
                    <a:pt x="14809" y="22453"/>
                  </a:lnTo>
                  <a:lnTo>
                    <a:pt x="12898" y="20065"/>
                  </a:lnTo>
                  <a:lnTo>
                    <a:pt x="12421" y="18632"/>
                  </a:lnTo>
                  <a:lnTo>
                    <a:pt x="13854" y="17198"/>
                  </a:lnTo>
                  <a:lnTo>
                    <a:pt x="14332" y="16243"/>
                  </a:lnTo>
                  <a:lnTo>
                    <a:pt x="13854" y="14809"/>
                  </a:lnTo>
                  <a:lnTo>
                    <a:pt x="12898" y="14809"/>
                  </a:lnTo>
                  <a:lnTo>
                    <a:pt x="11943" y="14809"/>
                  </a:lnTo>
                  <a:lnTo>
                    <a:pt x="10510" y="13376"/>
                  </a:lnTo>
                  <a:lnTo>
                    <a:pt x="10032" y="12421"/>
                  </a:lnTo>
                  <a:lnTo>
                    <a:pt x="9077" y="11943"/>
                  </a:lnTo>
                  <a:lnTo>
                    <a:pt x="7644" y="10032"/>
                  </a:lnTo>
                  <a:lnTo>
                    <a:pt x="5733" y="9555"/>
                  </a:lnTo>
                  <a:lnTo>
                    <a:pt x="4777" y="9077"/>
                  </a:lnTo>
                  <a:lnTo>
                    <a:pt x="3344" y="7644"/>
                  </a:lnTo>
                  <a:lnTo>
                    <a:pt x="1911" y="6210"/>
                  </a:lnTo>
                  <a:lnTo>
                    <a:pt x="955" y="2866"/>
                  </a:lnTo>
                  <a:lnTo>
                    <a:pt x="0" y="0"/>
                  </a:lnTo>
                  <a:lnTo>
                    <a:pt x="5733" y="956"/>
                  </a:lnTo>
                  <a:lnTo>
                    <a:pt x="10988" y="478"/>
                  </a:lnTo>
                  <a:lnTo>
                    <a:pt x="17198" y="0"/>
                  </a:lnTo>
                  <a:lnTo>
                    <a:pt x="19109" y="956"/>
                  </a:lnTo>
                  <a:lnTo>
                    <a:pt x="20543" y="2389"/>
                  </a:lnTo>
                  <a:lnTo>
                    <a:pt x="20543" y="3344"/>
                  </a:lnTo>
                  <a:lnTo>
                    <a:pt x="20543" y="4777"/>
                  </a:lnTo>
                  <a:lnTo>
                    <a:pt x="21020" y="5255"/>
                  </a:lnTo>
                  <a:lnTo>
                    <a:pt x="22453" y="5255"/>
                  </a:lnTo>
                  <a:lnTo>
                    <a:pt x="23886" y="5733"/>
                  </a:lnTo>
                  <a:lnTo>
                    <a:pt x="24842" y="7166"/>
                  </a:lnTo>
                  <a:lnTo>
                    <a:pt x="24364" y="8121"/>
                  </a:lnTo>
                  <a:lnTo>
                    <a:pt x="24364" y="9555"/>
                  </a:lnTo>
                  <a:lnTo>
                    <a:pt x="23409" y="11466"/>
                  </a:lnTo>
                  <a:lnTo>
                    <a:pt x="23409" y="14809"/>
                  </a:lnTo>
                  <a:lnTo>
                    <a:pt x="23886" y="15765"/>
                  </a:lnTo>
                  <a:lnTo>
                    <a:pt x="23886" y="16721"/>
                  </a:lnTo>
                  <a:lnTo>
                    <a:pt x="23886" y="18154"/>
                  </a:lnTo>
                  <a:lnTo>
                    <a:pt x="24364" y="19109"/>
                  </a:lnTo>
                  <a:lnTo>
                    <a:pt x="25798" y="21975"/>
                  </a:lnTo>
                  <a:lnTo>
                    <a:pt x="26275" y="22931"/>
                  </a:lnTo>
                  <a:lnTo>
                    <a:pt x="25798" y="23886"/>
                  </a:lnTo>
                  <a:lnTo>
                    <a:pt x="25320" y="24364"/>
                  </a:lnTo>
                  <a:lnTo>
                    <a:pt x="26753" y="24842"/>
                  </a:lnTo>
                  <a:lnTo>
                    <a:pt x="28186" y="257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50E793C7-357C-02EB-6A3C-E3A154E6B427}"/>
                </a:ext>
              </a:extLst>
            </p:cNvPr>
            <p:cNvSpPr/>
            <p:nvPr/>
          </p:nvSpPr>
          <p:spPr>
            <a:xfrm>
              <a:off x="8374291" y="3597422"/>
              <a:ext cx="2866" cy="4777"/>
            </a:xfrm>
            <a:custGeom>
              <a:avLst/>
              <a:gdLst>
                <a:gd name="csX0" fmla="*/ 1911 w 2866"/>
                <a:gd name="csY0" fmla="*/ 3822 h 4777"/>
                <a:gd name="csX1" fmla="*/ 2866 w 2866"/>
                <a:gd name="csY1" fmla="*/ 4777 h 4777"/>
                <a:gd name="csX2" fmla="*/ 2866 w 2866"/>
                <a:gd name="csY2" fmla="*/ 4777 h 4777"/>
                <a:gd name="csX3" fmla="*/ 1911 w 2866"/>
                <a:gd name="csY3" fmla="*/ 3822 h 4777"/>
                <a:gd name="csX4" fmla="*/ 1911 w 2866"/>
                <a:gd name="csY4" fmla="*/ 2866 h 4777"/>
                <a:gd name="csX5" fmla="*/ 1911 w 2866"/>
                <a:gd name="csY5" fmla="*/ 1433 h 4777"/>
                <a:gd name="csX6" fmla="*/ 955 w 2866"/>
                <a:gd name="csY6" fmla="*/ 478 h 4777"/>
                <a:gd name="csX7" fmla="*/ 0 w 2866"/>
                <a:gd name="csY7" fmla="*/ 0 h 4777"/>
                <a:gd name="csX8" fmla="*/ 1433 w 2866"/>
                <a:gd name="csY8" fmla="*/ 478 h 4777"/>
                <a:gd name="csX9" fmla="*/ 1911 w 2866"/>
                <a:gd name="csY9" fmla="*/ 1433 h 4777"/>
                <a:gd name="csX10" fmla="*/ 1911 w 2866"/>
                <a:gd name="csY10" fmla="*/ 2866 h 4777"/>
                <a:gd name="csX11" fmla="*/ 1911 w 2866"/>
                <a:gd name="csY11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866" h="4777">
                  <a:moveTo>
                    <a:pt x="1911" y="3822"/>
                  </a:moveTo>
                  <a:lnTo>
                    <a:pt x="2866" y="4777"/>
                  </a:lnTo>
                  <a:lnTo>
                    <a:pt x="2866" y="4777"/>
                  </a:lnTo>
                  <a:lnTo>
                    <a:pt x="1911" y="3822"/>
                  </a:lnTo>
                  <a:lnTo>
                    <a:pt x="1911" y="2866"/>
                  </a:lnTo>
                  <a:lnTo>
                    <a:pt x="1911" y="1433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1911" y="1433"/>
                  </a:lnTo>
                  <a:lnTo>
                    <a:pt x="1911" y="2866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511">
              <a:extLst>
                <a:ext uri="{FF2B5EF4-FFF2-40B4-BE49-F238E27FC236}">
                  <a16:creationId xmlns:a16="http://schemas.microsoft.com/office/drawing/2014/main" id="{E15DDDBA-4531-F05C-D2E3-81DA42B21156}"/>
                </a:ext>
              </a:extLst>
            </p:cNvPr>
            <p:cNvSpPr/>
            <p:nvPr/>
          </p:nvSpPr>
          <p:spPr>
            <a:xfrm>
              <a:off x="8372380" y="4544760"/>
              <a:ext cx="4299" cy="10032"/>
            </a:xfrm>
            <a:custGeom>
              <a:avLst/>
              <a:gdLst>
                <a:gd name="csX0" fmla="*/ 2866 w 4299"/>
                <a:gd name="csY0" fmla="*/ 3822 h 10032"/>
                <a:gd name="csX1" fmla="*/ 4300 w 4299"/>
                <a:gd name="csY1" fmla="*/ 6688 h 10032"/>
                <a:gd name="csX2" fmla="*/ 3822 w 4299"/>
                <a:gd name="csY2" fmla="*/ 9077 h 10032"/>
                <a:gd name="csX3" fmla="*/ 3822 w 4299"/>
                <a:gd name="csY3" fmla="*/ 9077 h 10032"/>
                <a:gd name="csX4" fmla="*/ 3822 w 4299"/>
                <a:gd name="csY4" fmla="*/ 9555 h 10032"/>
                <a:gd name="csX5" fmla="*/ 3344 w 4299"/>
                <a:gd name="csY5" fmla="*/ 10032 h 10032"/>
                <a:gd name="csX6" fmla="*/ 3344 w 4299"/>
                <a:gd name="csY6" fmla="*/ 9077 h 10032"/>
                <a:gd name="csX7" fmla="*/ 1911 w 4299"/>
                <a:gd name="csY7" fmla="*/ 8121 h 10032"/>
                <a:gd name="csX8" fmla="*/ 955 w 4299"/>
                <a:gd name="csY8" fmla="*/ 6688 h 10032"/>
                <a:gd name="csX9" fmla="*/ 0 w 4299"/>
                <a:gd name="csY9" fmla="*/ 6210 h 10032"/>
                <a:gd name="csX10" fmla="*/ 478 w 4299"/>
                <a:gd name="csY10" fmla="*/ 4777 h 10032"/>
                <a:gd name="csX11" fmla="*/ 478 w 4299"/>
                <a:gd name="csY11" fmla="*/ 2389 h 10032"/>
                <a:gd name="csX12" fmla="*/ 1911 w 4299"/>
                <a:gd name="csY12" fmla="*/ 1433 h 10032"/>
                <a:gd name="csX13" fmla="*/ 2389 w 4299"/>
                <a:gd name="csY13" fmla="*/ 956 h 10032"/>
                <a:gd name="csX14" fmla="*/ 3344 w 4299"/>
                <a:gd name="csY14" fmla="*/ 0 h 10032"/>
                <a:gd name="csX15" fmla="*/ 3344 w 4299"/>
                <a:gd name="csY15" fmla="*/ 0 h 10032"/>
                <a:gd name="csX16" fmla="*/ 3822 w 4299"/>
                <a:gd name="csY16" fmla="*/ 956 h 10032"/>
                <a:gd name="csX17" fmla="*/ 2866 w 4299"/>
                <a:gd name="csY17" fmla="*/ 382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299" h="10032">
                  <a:moveTo>
                    <a:pt x="2866" y="3822"/>
                  </a:moveTo>
                  <a:lnTo>
                    <a:pt x="4300" y="6688"/>
                  </a:lnTo>
                  <a:lnTo>
                    <a:pt x="3822" y="9077"/>
                  </a:lnTo>
                  <a:lnTo>
                    <a:pt x="3822" y="9077"/>
                  </a:lnTo>
                  <a:lnTo>
                    <a:pt x="3822" y="9555"/>
                  </a:lnTo>
                  <a:lnTo>
                    <a:pt x="3344" y="10032"/>
                  </a:lnTo>
                  <a:lnTo>
                    <a:pt x="3344" y="9077"/>
                  </a:lnTo>
                  <a:lnTo>
                    <a:pt x="1911" y="8121"/>
                  </a:lnTo>
                  <a:lnTo>
                    <a:pt x="955" y="6688"/>
                  </a:lnTo>
                  <a:lnTo>
                    <a:pt x="0" y="6210"/>
                  </a:lnTo>
                  <a:lnTo>
                    <a:pt x="478" y="4777"/>
                  </a:lnTo>
                  <a:lnTo>
                    <a:pt x="478" y="2389"/>
                  </a:lnTo>
                  <a:lnTo>
                    <a:pt x="1911" y="1433"/>
                  </a:lnTo>
                  <a:lnTo>
                    <a:pt x="2389" y="956"/>
                  </a:lnTo>
                  <a:lnTo>
                    <a:pt x="3344" y="0"/>
                  </a:lnTo>
                  <a:lnTo>
                    <a:pt x="3344" y="0"/>
                  </a:lnTo>
                  <a:lnTo>
                    <a:pt x="3822" y="956"/>
                  </a:lnTo>
                  <a:lnTo>
                    <a:pt x="286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512">
              <a:extLst>
                <a:ext uri="{FF2B5EF4-FFF2-40B4-BE49-F238E27FC236}">
                  <a16:creationId xmlns:a16="http://schemas.microsoft.com/office/drawing/2014/main" id="{A23B8F1E-CF57-7E97-8446-F044160FB1A0}"/>
                </a:ext>
              </a:extLst>
            </p:cNvPr>
            <p:cNvSpPr/>
            <p:nvPr/>
          </p:nvSpPr>
          <p:spPr>
            <a:xfrm>
              <a:off x="8375246" y="3923711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478 w 955"/>
                <a:gd name="csY1" fmla="*/ 956 h 1433"/>
                <a:gd name="csX2" fmla="*/ 478 w 955"/>
                <a:gd name="csY2" fmla="*/ 1433 h 1433"/>
                <a:gd name="csX3" fmla="*/ 0 w 955"/>
                <a:gd name="csY3" fmla="*/ 1433 h 1433"/>
                <a:gd name="csX4" fmla="*/ 478 w 955"/>
                <a:gd name="csY4" fmla="*/ 956 h 1433"/>
                <a:gd name="csX5" fmla="*/ 956 w 955"/>
                <a:gd name="csY5" fmla="*/ 0 h 1433"/>
                <a:gd name="csX6" fmla="*/ 956 w 955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478" y="956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" name="Freeform 513">
              <a:extLst>
                <a:ext uri="{FF2B5EF4-FFF2-40B4-BE49-F238E27FC236}">
                  <a16:creationId xmlns:a16="http://schemas.microsoft.com/office/drawing/2014/main" id="{21544CB2-08BC-FED8-52D7-A082F18D4FC7}"/>
                </a:ext>
              </a:extLst>
            </p:cNvPr>
            <p:cNvSpPr/>
            <p:nvPr/>
          </p:nvSpPr>
          <p:spPr>
            <a:xfrm>
              <a:off x="8371902" y="4667058"/>
              <a:ext cx="3821" cy="5732"/>
            </a:xfrm>
            <a:custGeom>
              <a:avLst/>
              <a:gdLst>
                <a:gd name="csX0" fmla="*/ 3344 w 3821"/>
                <a:gd name="csY0" fmla="*/ 4777 h 5732"/>
                <a:gd name="csX1" fmla="*/ 3821 w 3821"/>
                <a:gd name="csY1" fmla="*/ 5255 h 5732"/>
                <a:gd name="csX2" fmla="*/ 3344 w 3821"/>
                <a:gd name="csY2" fmla="*/ 5733 h 5732"/>
                <a:gd name="csX3" fmla="*/ 955 w 3821"/>
                <a:gd name="csY3" fmla="*/ 4777 h 5732"/>
                <a:gd name="csX4" fmla="*/ 955 w 3821"/>
                <a:gd name="csY4" fmla="*/ 3344 h 5732"/>
                <a:gd name="csX5" fmla="*/ 478 w 3821"/>
                <a:gd name="csY5" fmla="*/ 2389 h 5732"/>
                <a:gd name="csX6" fmla="*/ 0 w 3821"/>
                <a:gd name="csY6" fmla="*/ 1911 h 5732"/>
                <a:gd name="csX7" fmla="*/ 0 w 3821"/>
                <a:gd name="csY7" fmla="*/ 956 h 5732"/>
                <a:gd name="csX8" fmla="*/ 0 w 3821"/>
                <a:gd name="csY8" fmla="*/ 0 h 5732"/>
                <a:gd name="csX9" fmla="*/ 1433 w 3821"/>
                <a:gd name="csY9" fmla="*/ 956 h 5732"/>
                <a:gd name="csX10" fmla="*/ 2389 w 3821"/>
                <a:gd name="csY10" fmla="*/ 2867 h 5732"/>
                <a:gd name="csX11" fmla="*/ 3344 w 3821"/>
                <a:gd name="csY11" fmla="*/ 4777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1" h="5732">
                  <a:moveTo>
                    <a:pt x="3344" y="4777"/>
                  </a:moveTo>
                  <a:lnTo>
                    <a:pt x="3821" y="5255"/>
                  </a:lnTo>
                  <a:lnTo>
                    <a:pt x="3344" y="5733"/>
                  </a:lnTo>
                  <a:lnTo>
                    <a:pt x="955" y="4777"/>
                  </a:lnTo>
                  <a:lnTo>
                    <a:pt x="955" y="3344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433" y="956"/>
                  </a:lnTo>
                  <a:lnTo>
                    <a:pt x="2389" y="2867"/>
                  </a:lnTo>
                  <a:lnTo>
                    <a:pt x="3344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514">
              <a:extLst>
                <a:ext uri="{FF2B5EF4-FFF2-40B4-BE49-F238E27FC236}">
                  <a16:creationId xmlns:a16="http://schemas.microsoft.com/office/drawing/2014/main" id="{EC59D37D-8EEF-7DE3-2460-E97013FFA47C}"/>
                </a:ext>
              </a:extLst>
            </p:cNvPr>
            <p:cNvSpPr/>
            <p:nvPr/>
          </p:nvSpPr>
          <p:spPr>
            <a:xfrm>
              <a:off x="8372857" y="4882037"/>
              <a:ext cx="2388" cy="3344"/>
            </a:xfrm>
            <a:custGeom>
              <a:avLst/>
              <a:gdLst>
                <a:gd name="csX0" fmla="*/ 2389 w 2388"/>
                <a:gd name="csY0" fmla="*/ 0 h 3344"/>
                <a:gd name="csX1" fmla="*/ 1433 w 2388"/>
                <a:gd name="csY1" fmla="*/ 3344 h 3344"/>
                <a:gd name="csX2" fmla="*/ 0 w 2388"/>
                <a:gd name="csY2" fmla="*/ 2389 h 3344"/>
                <a:gd name="csX3" fmla="*/ 1433 w 2388"/>
                <a:gd name="csY3" fmla="*/ 956 h 3344"/>
                <a:gd name="csX4" fmla="*/ 1911 w 2388"/>
                <a:gd name="csY4" fmla="*/ 478 h 3344"/>
                <a:gd name="csX5" fmla="*/ 2389 w 2388"/>
                <a:gd name="csY5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3344">
                  <a:moveTo>
                    <a:pt x="2389" y="0"/>
                  </a:moveTo>
                  <a:lnTo>
                    <a:pt x="1433" y="3344"/>
                  </a:lnTo>
                  <a:lnTo>
                    <a:pt x="0" y="2389"/>
                  </a:lnTo>
                  <a:lnTo>
                    <a:pt x="1433" y="956"/>
                  </a:lnTo>
                  <a:lnTo>
                    <a:pt x="1911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515">
              <a:extLst>
                <a:ext uri="{FF2B5EF4-FFF2-40B4-BE49-F238E27FC236}">
                  <a16:creationId xmlns:a16="http://schemas.microsoft.com/office/drawing/2014/main" id="{5AF89684-CD6C-826A-ED71-76A62F39AAB5}"/>
                </a:ext>
              </a:extLst>
            </p:cNvPr>
            <p:cNvSpPr/>
            <p:nvPr/>
          </p:nvSpPr>
          <p:spPr>
            <a:xfrm>
              <a:off x="8373335" y="3925145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0 w 955"/>
                <a:gd name="csY1" fmla="*/ 956 h 955"/>
                <a:gd name="csX2" fmla="*/ 956 w 955"/>
                <a:gd name="csY2" fmla="*/ 0 h 955"/>
                <a:gd name="csX3" fmla="*/ 956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0" y="956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516">
              <a:extLst>
                <a:ext uri="{FF2B5EF4-FFF2-40B4-BE49-F238E27FC236}">
                  <a16:creationId xmlns:a16="http://schemas.microsoft.com/office/drawing/2014/main" id="{FEEC622E-ECE5-8049-A647-8355AC4042E4}"/>
                </a:ext>
              </a:extLst>
            </p:cNvPr>
            <p:cNvSpPr/>
            <p:nvPr/>
          </p:nvSpPr>
          <p:spPr>
            <a:xfrm>
              <a:off x="8371424" y="3596467"/>
              <a:ext cx="1910" cy="955"/>
            </a:xfrm>
            <a:custGeom>
              <a:avLst/>
              <a:gdLst>
                <a:gd name="csX0" fmla="*/ 0 w 1910"/>
                <a:gd name="csY0" fmla="*/ 0 h 955"/>
                <a:gd name="csX1" fmla="*/ 1910 w 1910"/>
                <a:gd name="csY1" fmla="*/ 955 h 955"/>
                <a:gd name="csX2" fmla="*/ 1910 w 1910"/>
                <a:gd name="csY2" fmla="*/ 955 h 955"/>
                <a:gd name="csX3" fmla="*/ 0 w 1910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955">
                  <a:moveTo>
                    <a:pt x="0" y="0"/>
                  </a:moveTo>
                  <a:lnTo>
                    <a:pt x="1910" y="955"/>
                  </a:lnTo>
                  <a:lnTo>
                    <a:pt x="1910" y="95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517">
              <a:extLst>
                <a:ext uri="{FF2B5EF4-FFF2-40B4-BE49-F238E27FC236}">
                  <a16:creationId xmlns:a16="http://schemas.microsoft.com/office/drawing/2014/main" id="{7C6B972C-F6A5-C980-F788-AB1CE7431748}"/>
                </a:ext>
              </a:extLst>
            </p:cNvPr>
            <p:cNvSpPr/>
            <p:nvPr/>
          </p:nvSpPr>
          <p:spPr>
            <a:xfrm>
              <a:off x="8369991" y="4683779"/>
              <a:ext cx="1433" cy="3344"/>
            </a:xfrm>
            <a:custGeom>
              <a:avLst/>
              <a:gdLst>
                <a:gd name="csX0" fmla="*/ 1433 w 1433"/>
                <a:gd name="csY0" fmla="*/ 478 h 3344"/>
                <a:gd name="csX1" fmla="*/ 1433 w 1433"/>
                <a:gd name="csY1" fmla="*/ 956 h 3344"/>
                <a:gd name="csX2" fmla="*/ 478 w 1433"/>
                <a:gd name="csY2" fmla="*/ 1911 h 3344"/>
                <a:gd name="csX3" fmla="*/ 955 w 1433"/>
                <a:gd name="csY3" fmla="*/ 2867 h 3344"/>
                <a:gd name="csX4" fmla="*/ 478 w 1433"/>
                <a:gd name="csY4" fmla="*/ 3344 h 3344"/>
                <a:gd name="csX5" fmla="*/ 0 w 1433"/>
                <a:gd name="csY5" fmla="*/ 956 h 3344"/>
                <a:gd name="csX6" fmla="*/ 478 w 1433"/>
                <a:gd name="csY6" fmla="*/ 0 h 3344"/>
                <a:gd name="csX7" fmla="*/ 1433 w 1433"/>
                <a:gd name="csY7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3344">
                  <a:moveTo>
                    <a:pt x="1433" y="478"/>
                  </a:moveTo>
                  <a:lnTo>
                    <a:pt x="1433" y="956"/>
                  </a:lnTo>
                  <a:lnTo>
                    <a:pt x="478" y="1911"/>
                  </a:lnTo>
                  <a:lnTo>
                    <a:pt x="955" y="2867"/>
                  </a:lnTo>
                  <a:lnTo>
                    <a:pt x="478" y="3344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518">
              <a:extLst>
                <a:ext uri="{FF2B5EF4-FFF2-40B4-BE49-F238E27FC236}">
                  <a16:creationId xmlns:a16="http://schemas.microsoft.com/office/drawing/2014/main" id="{65DBCC16-E5B0-CDB1-C47E-F20992DC62C4}"/>
                </a:ext>
              </a:extLst>
            </p:cNvPr>
            <p:cNvSpPr/>
            <p:nvPr/>
          </p:nvSpPr>
          <p:spPr>
            <a:xfrm>
              <a:off x="8368080" y="4270065"/>
              <a:ext cx="3344" cy="3344"/>
            </a:xfrm>
            <a:custGeom>
              <a:avLst/>
              <a:gdLst>
                <a:gd name="csX0" fmla="*/ 3344 w 3344"/>
                <a:gd name="csY0" fmla="*/ 2389 h 3344"/>
                <a:gd name="csX1" fmla="*/ 1911 w 3344"/>
                <a:gd name="csY1" fmla="*/ 3344 h 3344"/>
                <a:gd name="csX2" fmla="*/ 0 w 3344"/>
                <a:gd name="csY2" fmla="*/ 2866 h 3344"/>
                <a:gd name="csX3" fmla="*/ 0 w 3344"/>
                <a:gd name="csY3" fmla="*/ 0 h 3344"/>
                <a:gd name="csX4" fmla="*/ 956 w 3344"/>
                <a:gd name="csY4" fmla="*/ 478 h 3344"/>
                <a:gd name="csX5" fmla="*/ 956 w 3344"/>
                <a:gd name="csY5" fmla="*/ 1433 h 3344"/>
                <a:gd name="csX6" fmla="*/ 2389 w 3344"/>
                <a:gd name="csY6" fmla="*/ 1911 h 3344"/>
                <a:gd name="csX7" fmla="*/ 3344 w 3344"/>
                <a:gd name="csY7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3344">
                  <a:moveTo>
                    <a:pt x="3344" y="2389"/>
                  </a:moveTo>
                  <a:lnTo>
                    <a:pt x="1911" y="3344"/>
                  </a:lnTo>
                  <a:lnTo>
                    <a:pt x="0" y="2866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956" y="1433"/>
                  </a:lnTo>
                  <a:lnTo>
                    <a:pt x="2389" y="1911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" name="Freeform 519">
              <a:extLst>
                <a:ext uri="{FF2B5EF4-FFF2-40B4-BE49-F238E27FC236}">
                  <a16:creationId xmlns:a16="http://schemas.microsoft.com/office/drawing/2014/main" id="{DD79A246-821C-B0FF-500E-2706AFC57452}"/>
                </a:ext>
              </a:extLst>
            </p:cNvPr>
            <p:cNvSpPr/>
            <p:nvPr/>
          </p:nvSpPr>
          <p:spPr>
            <a:xfrm>
              <a:off x="8349448" y="4764037"/>
              <a:ext cx="19587" cy="6688"/>
            </a:xfrm>
            <a:custGeom>
              <a:avLst/>
              <a:gdLst>
                <a:gd name="csX0" fmla="*/ 19587 w 19587"/>
                <a:gd name="csY0" fmla="*/ 3344 h 6688"/>
                <a:gd name="csX1" fmla="*/ 19587 w 19587"/>
                <a:gd name="csY1" fmla="*/ 4300 h 6688"/>
                <a:gd name="csX2" fmla="*/ 15765 w 19587"/>
                <a:gd name="csY2" fmla="*/ 4777 h 6688"/>
                <a:gd name="csX3" fmla="*/ 13377 w 19587"/>
                <a:gd name="csY3" fmla="*/ 5733 h 6688"/>
                <a:gd name="csX4" fmla="*/ 10033 w 19587"/>
                <a:gd name="csY4" fmla="*/ 4777 h 6688"/>
                <a:gd name="csX5" fmla="*/ 6211 w 19587"/>
                <a:gd name="csY5" fmla="*/ 6211 h 6688"/>
                <a:gd name="csX6" fmla="*/ 3822 w 19587"/>
                <a:gd name="csY6" fmla="*/ 6688 h 6688"/>
                <a:gd name="csX7" fmla="*/ 1433 w 19587"/>
                <a:gd name="csY7" fmla="*/ 6688 h 6688"/>
                <a:gd name="csX8" fmla="*/ 0 w 19587"/>
                <a:gd name="csY8" fmla="*/ 4300 h 6688"/>
                <a:gd name="csX9" fmla="*/ 956 w 19587"/>
                <a:gd name="csY9" fmla="*/ 956 h 6688"/>
                <a:gd name="csX10" fmla="*/ 1433 w 19587"/>
                <a:gd name="csY10" fmla="*/ 478 h 6688"/>
                <a:gd name="csX11" fmla="*/ 2867 w 19587"/>
                <a:gd name="csY11" fmla="*/ 0 h 6688"/>
                <a:gd name="csX12" fmla="*/ 6688 w 19587"/>
                <a:gd name="csY12" fmla="*/ 0 h 6688"/>
                <a:gd name="csX13" fmla="*/ 12421 w 19587"/>
                <a:gd name="csY13" fmla="*/ 1433 h 6688"/>
                <a:gd name="csX14" fmla="*/ 14332 w 19587"/>
                <a:gd name="csY14" fmla="*/ 1911 h 6688"/>
                <a:gd name="csX15" fmla="*/ 15288 w 19587"/>
                <a:gd name="csY15" fmla="*/ 1911 h 6688"/>
                <a:gd name="csX16" fmla="*/ 15765 w 19587"/>
                <a:gd name="csY16" fmla="*/ 1433 h 6688"/>
                <a:gd name="csX17" fmla="*/ 16243 w 19587"/>
                <a:gd name="csY17" fmla="*/ 956 h 6688"/>
                <a:gd name="csX18" fmla="*/ 16721 w 19587"/>
                <a:gd name="csY18" fmla="*/ 1433 h 6688"/>
                <a:gd name="csX19" fmla="*/ 17199 w 19587"/>
                <a:gd name="csY19" fmla="*/ 2867 h 6688"/>
                <a:gd name="csX20" fmla="*/ 18154 w 19587"/>
                <a:gd name="csY20" fmla="*/ 2389 h 6688"/>
                <a:gd name="csX21" fmla="*/ 19109 w 19587"/>
                <a:gd name="csY21" fmla="*/ 2867 h 6688"/>
                <a:gd name="csX22" fmla="*/ 19587 w 19587"/>
                <a:gd name="csY22" fmla="*/ 3344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9587" h="6688">
                  <a:moveTo>
                    <a:pt x="19587" y="3344"/>
                  </a:moveTo>
                  <a:lnTo>
                    <a:pt x="19587" y="4300"/>
                  </a:lnTo>
                  <a:lnTo>
                    <a:pt x="15765" y="4777"/>
                  </a:lnTo>
                  <a:lnTo>
                    <a:pt x="13377" y="5733"/>
                  </a:lnTo>
                  <a:lnTo>
                    <a:pt x="10033" y="4777"/>
                  </a:lnTo>
                  <a:lnTo>
                    <a:pt x="6211" y="6211"/>
                  </a:lnTo>
                  <a:lnTo>
                    <a:pt x="3822" y="6688"/>
                  </a:lnTo>
                  <a:lnTo>
                    <a:pt x="1433" y="6688"/>
                  </a:lnTo>
                  <a:lnTo>
                    <a:pt x="0" y="4300"/>
                  </a:lnTo>
                  <a:lnTo>
                    <a:pt x="956" y="956"/>
                  </a:lnTo>
                  <a:lnTo>
                    <a:pt x="1433" y="478"/>
                  </a:lnTo>
                  <a:lnTo>
                    <a:pt x="2867" y="0"/>
                  </a:lnTo>
                  <a:lnTo>
                    <a:pt x="6688" y="0"/>
                  </a:lnTo>
                  <a:lnTo>
                    <a:pt x="12421" y="1433"/>
                  </a:lnTo>
                  <a:lnTo>
                    <a:pt x="14332" y="1911"/>
                  </a:lnTo>
                  <a:lnTo>
                    <a:pt x="15288" y="1911"/>
                  </a:lnTo>
                  <a:lnTo>
                    <a:pt x="15765" y="1433"/>
                  </a:lnTo>
                  <a:lnTo>
                    <a:pt x="16243" y="956"/>
                  </a:lnTo>
                  <a:lnTo>
                    <a:pt x="16721" y="1433"/>
                  </a:lnTo>
                  <a:lnTo>
                    <a:pt x="17199" y="2867"/>
                  </a:lnTo>
                  <a:lnTo>
                    <a:pt x="18154" y="2389"/>
                  </a:lnTo>
                  <a:lnTo>
                    <a:pt x="19109" y="2867"/>
                  </a:lnTo>
                  <a:lnTo>
                    <a:pt x="19587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" name="Freeform 520">
              <a:extLst>
                <a:ext uri="{FF2B5EF4-FFF2-40B4-BE49-F238E27FC236}">
                  <a16:creationId xmlns:a16="http://schemas.microsoft.com/office/drawing/2014/main" id="{86265320-F8BD-4B8F-F6F3-FD39DEDFA6BF}"/>
                </a:ext>
              </a:extLst>
            </p:cNvPr>
            <p:cNvSpPr/>
            <p:nvPr/>
          </p:nvSpPr>
          <p:spPr>
            <a:xfrm>
              <a:off x="8365214" y="4550015"/>
              <a:ext cx="3343" cy="4299"/>
            </a:xfrm>
            <a:custGeom>
              <a:avLst/>
              <a:gdLst>
                <a:gd name="csX0" fmla="*/ 2866 w 3343"/>
                <a:gd name="csY0" fmla="*/ 3344 h 4299"/>
                <a:gd name="csX1" fmla="*/ 3344 w 3343"/>
                <a:gd name="csY1" fmla="*/ 4300 h 4299"/>
                <a:gd name="csX2" fmla="*/ 478 w 3343"/>
                <a:gd name="csY2" fmla="*/ 1911 h 4299"/>
                <a:gd name="csX3" fmla="*/ 0 w 3343"/>
                <a:gd name="csY3" fmla="*/ 0 h 4299"/>
                <a:gd name="csX4" fmla="*/ 955 w 3343"/>
                <a:gd name="csY4" fmla="*/ 0 h 4299"/>
                <a:gd name="csX5" fmla="*/ 1911 w 3343"/>
                <a:gd name="csY5" fmla="*/ 956 h 4299"/>
                <a:gd name="csX6" fmla="*/ 2866 w 3343"/>
                <a:gd name="csY6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4299">
                  <a:moveTo>
                    <a:pt x="2866" y="3344"/>
                  </a:moveTo>
                  <a:lnTo>
                    <a:pt x="3344" y="4300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911" y="956"/>
                  </a:lnTo>
                  <a:lnTo>
                    <a:pt x="28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ECEEA44B-068C-865F-BDA5-FCA3A7D5D56F}"/>
                </a:ext>
              </a:extLst>
            </p:cNvPr>
            <p:cNvSpPr/>
            <p:nvPr/>
          </p:nvSpPr>
          <p:spPr>
            <a:xfrm>
              <a:off x="8348971" y="4524695"/>
              <a:ext cx="19109" cy="27708"/>
            </a:xfrm>
            <a:custGeom>
              <a:avLst/>
              <a:gdLst>
                <a:gd name="csX0" fmla="*/ 18632 w 19109"/>
                <a:gd name="csY0" fmla="*/ 21975 h 27708"/>
                <a:gd name="csX1" fmla="*/ 19109 w 19109"/>
                <a:gd name="csY1" fmla="*/ 22453 h 27708"/>
                <a:gd name="csX2" fmla="*/ 18632 w 19109"/>
                <a:gd name="csY2" fmla="*/ 23409 h 27708"/>
                <a:gd name="csX3" fmla="*/ 16721 w 19109"/>
                <a:gd name="csY3" fmla="*/ 23409 h 27708"/>
                <a:gd name="csX4" fmla="*/ 16243 w 19109"/>
                <a:gd name="csY4" fmla="*/ 23886 h 27708"/>
                <a:gd name="csX5" fmla="*/ 16721 w 19109"/>
                <a:gd name="csY5" fmla="*/ 24842 h 27708"/>
                <a:gd name="csX6" fmla="*/ 15765 w 19109"/>
                <a:gd name="csY6" fmla="*/ 24364 h 27708"/>
                <a:gd name="csX7" fmla="*/ 14332 w 19109"/>
                <a:gd name="csY7" fmla="*/ 22453 h 27708"/>
                <a:gd name="csX8" fmla="*/ 13377 w 19109"/>
                <a:gd name="csY8" fmla="*/ 21498 h 27708"/>
                <a:gd name="csX9" fmla="*/ 13854 w 19109"/>
                <a:gd name="csY9" fmla="*/ 24842 h 27708"/>
                <a:gd name="csX10" fmla="*/ 14332 w 19109"/>
                <a:gd name="csY10" fmla="*/ 26275 h 27708"/>
                <a:gd name="csX11" fmla="*/ 14332 w 19109"/>
                <a:gd name="csY11" fmla="*/ 27708 h 27708"/>
                <a:gd name="csX12" fmla="*/ 12421 w 19109"/>
                <a:gd name="csY12" fmla="*/ 26275 h 27708"/>
                <a:gd name="csX13" fmla="*/ 10032 w 19109"/>
                <a:gd name="csY13" fmla="*/ 25798 h 27708"/>
                <a:gd name="csX14" fmla="*/ 9077 w 19109"/>
                <a:gd name="csY14" fmla="*/ 25320 h 27708"/>
                <a:gd name="csX15" fmla="*/ 9555 w 19109"/>
                <a:gd name="csY15" fmla="*/ 22931 h 27708"/>
                <a:gd name="csX16" fmla="*/ 9555 w 19109"/>
                <a:gd name="csY16" fmla="*/ 21975 h 27708"/>
                <a:gd name="csX17" fmla="*/ 8599 w 19109"/>
                <a:gd name="csY17" fmla="*/ 20065 h 27708"/>
                <a:gd name="csX18" fmla="*/ 9555 w 19109"/>
                <a:gd name="csY18" fmla="*/ 15765 h 27708"/>
                <a:gd name="csX19" fmla="*/ 9555 w 19109"/>
                <a:gd name="csY19" fmla="*/ 14809 h 27708"/>
                <a:gd name="csX20" fmla="*/ 9555 w 19109"/>
                <a:gd name="csY20" fmla="*/ 13854 h 27708"/>
                <a:gd name="csX21" fmla="*/ 8599 w 19109"/>
                <a:gd name="csY21" fmla="*/ 11943 h 27708"/>
                <a:gd name="csX22" fmla="*/ 7166 w 19109"/>
                <a:gd name="csY22" fmla="*/ 10510 h 27708"/>
                <a:gd name="csX23" fmla="*/ 6211 w 19109"/>
                <a:gd name="csY23" fmla="*/ 10510 h 27708"/>
                <a:gd name="csX24" fmla="*/ 3822 w 19109"/>
                <a:gd name="csY24" fmla="*/ 11466 h 27708"/>
                <a:gd name="csX25" fmla="*/ 2866 w 19109"/>
                <a:gd name="csY25" fmla="*/ 11466 h 27708"/>
                <a:gd name="csX26" fmla="*/ 1911 w 19109"/>
                <a:gd name="csY26" fmla="*/ 7166 h 27708"/>
                <a:gd name="csX27" fmla="*/ 956 w 19109"/>
                <a:gd name="csY27" fmla="*/ 2866 h 27708"/>
                <a:gd name="csX28" fmla="*/ 478 w 19109"/>
                <a:gd name="csY28" fmla="*/ 1911 h 27708"/>
                <a:gd name="csX29" fmla="*/ 0 w 19109"/>
                <a:gd name="csY29" fmla="*/ 956 h 27708"/>
                <a:gd name="csX30" fmla="*/ 478 w 19109"/>
                <a:gd name="csY30" fmla="*/ 0 h 27708"/>
                <a:gd name="csX31" fmla="*/ 1433 w 19109"/>
                <a:gd name="csY31" fmla="*/ 478 h 27708"/>
                <a:gd name="csX32" fmla="*/ 2389 w 19109"/>
                <a:gd name="csY32" fmla="*/ 1433 h 27708"/>
                <a:gd name="csX33" fmla="*/ 3822 w 19109"/>
                <a:gd name="csY33" fmla="*/ 1911 h 27708"/>
                <a:gd name="csX34" fmla="*/ 4777 w 19109"/>
                <a:gd name="csY34" fmla="*/ 2389 h 27708"/>
                <a:gd name="csX35" fmla="*/ 5255 w 19109"/>
                <a:gd name="csY35" fmla="*/ 3344 h 27708"/>
                <a:gd name="csX36" fmla="*/ 6688 w 19109"/>
                <a:gd name="csY36" fmla="*/ 4300 h 27708"/>
                <a:gd name="csX37" fmla="*/ 8122 w 19109"/>
                <a:gd name="csY37" fmla="*/ 3822 h 27708"/>
                <a:gd name="csX38" fmla="*/ 10032 w 19109"/>
                <a:gd name="csY38" fmla="*/ 2389 h 27708"/>
                <a:gd name="csX39" fmla="*/ 12421 w 19109"/>
                <a:gd name="csY39" fmla="*/ 2866 h 27708"/>
                <a:gd name="csX40" fmla="*/ 13377 w 19109"/>
                <a:gd name="csY40" fmla="*/ 5255 h 27708"/>
                <a:gd name="csX41" fmla="*/ 14332 w 19109"/>
                <a:gd name="csY41" fmla="*/ 5733 h 27708"/>
                <a:gd name="csX42" fmla="*/ 14332 w 19109"/>
                <a:gd name="csY42" fmla="*/ 7166 h 27708"/>
                <a:gd name="csX43" fmla="*/ 14332 w 19109"/>
                <a:gd name="csY43" fmla="*/ 10510 h 27708"/>
                <a:gd name="csX44" fmla="*/ 13854 w 19109"/>
                <a:gd name="csY44" fmla="*/ 13854 h 27708"/>
                <a:gd name="csX45" fmla="*/ 14332 w 19109"/>
                <a:gd name="csY45" fmla="*/ 14332 h 27708"/>
                <a:gd name="csX46" fmla="*/ 15288 w 19109"/>
                <a:gd name="csY46" fmla="*/ 14809 h 27708"/>
                <a:gd name="csX47" fmla="*/ 16243 w 19109"/>
                <a:gd name="csY47" fmla="*/ 15765 h 27708"/>
                <a:gd name="csX48" fmla="*/ 16721 w 19109"/>
                <a:gd name="csY48" fmla="*/ 16721 h 27708"/>
                <a:gd name="csX49" fmla="*/ 17198 w 19109"/>
                <a:gd name="csY49" fmla="*/ 17676 h 27708"/>
                <a:gd name="csX50" fmla="*/ 17676 w 19109"/>
                <a:gd name="csY50" fmla="*/ 20065 h 27708"/>
                <a:gd name="csX51" fmla="*/ 18632 w 19109"/>
                <a:gd name="csY51" fmla="*/ 21975 h 27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19109" h="27708">
                  <a:moveTo>
                    <a:pt x="18632" y="21975"/>
                  </a:moveTo>
                  <a:lnTo>
                    <a:pt x="19109" y="22453"/>
                  </a:lnTo>
                  <a:lnTo>
                    <a:pt x="18632" y="23409"/>
                  </a:lnTo>
                  <a:lnTo>
                    <a:pt x="16721" y="23409"/>
                  </a:lnTo>
                  <a:lnTo>
                    <a:pt x="16243" y="23886"/>
                  </a:lnTo>
                  <a:lnTo>
                    <a:pt x="16721" y="24842"/>
                  </a:lnTo>
                  <a:lnTo>
                    <a:pt x="15765" y="24364"/>
                  </a:lnTo>
                  <a:lnTo>
                    <a:pt x="14332" y="22453"/>
                  </a:lnTo>
                  <a:lnTo>
                    <a:pt x="13377" y="21498"/>
                  </a:lnTo>
                  <a:lnTo>
                    <a:pt x="13854" y="24842"/>
                  </a:lnTo>
                  <a:lnTo>
                    <a:pt x="14332" y="26275"/>
                  </a:lnTo>
                  <a:lnTo>
                    <a:pt x="14332" y="27708"/>
                  </a:lnTo>
                  <a:lnTo>
                    <a:pt x="12421" y="26275"/>
                  </a:lnTo>
                  <a:lnTo>
                    <a:pt x="10032" y="25798"/>
                  </a:lnTo>
                  <a:lnTo>
                    <a:pt x="9077" y="25320"/>
                  </a:lnTo>
                  <a:lnTo>
                    <a:pt x="9555" y="22931"/>
                  </a:lnTo>
                  <a:lnTo>
                    <a:pt x="9555" y="21975"/>
                  </a:lnTo>
                  <a:lnTo>
                    <a:pt x="8599" y="20065"/>
                  </a:lnTo>
                  <a:lnTo>
                    <a:pt x="9555" y="15765"/>
                  </a:lnTo>
                  <a:lnTo>
                    <a:pt x="9555" y="14809"/>
                  </a:lnTo>
                  <a:lnTo>
                    <a:pt x="9555" y="13854"/>
                  </a:lnTo>
                  <a:lnTo>
                    <a:pt x="8599" y="11943"/>
                  </a:lnTo>
                  <a:lnTo>
                    <a:pt x="7166" y="10510"/>
                  </a:lnTo>
                  <a:lnTo>
                    <a:pt x="6211" y="10510"/>
                  </a:lnTo>
                  <a:lnTo>
                    <a:pt x="3822" y="11466"/>
                  </a:lnTo>
                  <a:lnTo>
                    <a:pt x="2866" y="11466"/>
                  </a:lnTo>
                  <a:lnTo>
                    <a:pt x="1911" y="7166"/>
                  </a:lnTo>
                  <a:lnTo>
                    <a:pt x="956" y="2866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2389" y="1433"/>
                  </a:lnTo>
                  <a:lnTo>
                    <a:pt x="3822" y="1911"/>
                  </a:lnTo>
                  <a:lnTo>
                    <a:pt x="4777" y="2389"/>
                  </a:lnTo>
                  <a:lnTo>
                    <a:pt x="5255" y="3344"/>
                  </a:lnTo>
                  <a:lnTo>
                    <a:pt x="6688" y="4300"/>
                  </a:lnTo>
                  <a:lnTo>
                    <a:pt x="8122" y="3822"/>
                  </a:lnTo>
                  <a:lnTo>
                    <a:pt x="10032" y="2389"/>
                  </a:lnTo>
                  <a:lnTo>
                    <a:pt x="12421" y="2866"/>
                  </a:lnTo>
                  <a:lnTo>
                    <a:pt x="13377" y="5255"/>
                  </a:lnTo>
                  <a:lnTo>
                    <a:pt x="14332" y="5733"/>
                  </a:lnTo>
                  <a:lnTo>
                    <a:pt x="14332" y="7166"/>
                  </a:lnTo>
                  <a:lnTo>
                    <a:pt x="14332" y="10510"/>
                  </a:lnTo>
                  <a:lnTo>
                    <a:pt x="13854" y="13854"/>
                  </a:lnTo>
                  <a:lnTo>
                    <a:pt x="14332" y="14332"/>
                  </a:lnTo>
                  <a:lnTo>
                    <a:pt x="15288" y="14809"/>
                  </a:lnTo>
                  <a:lnTo>
                    <a:pt x="16243" y="15765"/>
                  </a:lnTo>
                  <a:lnTo>
                    <a:pt x="16721" y="16721"/>
                  </a:lnTo>
                  <a:lnTo>
                    <a:pt x="17198" y="17676"/>
                  </a:lnTo>
                  <a:lnTo>
                    <a:pt x="17676" y="20065"/>
                  </a:lnTo>
                  <a:lnTo>
                    <a:pt x="18632" y="2197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" name="Freeform 522">
              <a:extLst>
                <a:ext uri="{FF2B5EF4-FFF2-40B4-BE49-F238E27FC236}">
                  <a16:creationId xmlns:a16="http://schemas.microsoft.com/office/drawing/2014/main" id="{306993BC-0AC4-8183-EFC0-AE6B1280F74C}"/>
                </a:ext>
              </a:extLst>
            </p:cNvPr>
            <p:cNvSpPr/>
            <p:nvPr/>
          </p:nvSpPr>
          <p:spPr>
            <a:xfrm>
              <a:off x="8239571" y="4703844"/>
              <a:ext cx="127554" cy="133764"/>
            </a:xfrm>
            <a:custGeom>
              <a:avLst/>
              <a:gdLst>
                <a:gd name="csX0" fmla="*/ 126121 w 127554"/>
                <a:gd name="csY0" fmla="*/ 956 h 133764"/>
                <a:gd name="csX1" fmla="*/ 127554 w 127554"/>
                <a:gd name="csY1" fmla="*/ 3344 h 133764"/>
                <a:gd name="csX2" fmla="*/ 127554 w 127554"/>
                <a:gd name="csY2" fmla="*/ 3822 h 133764"/>
                <a:gd name="csX3" fmla="*/ 125643 w 127554"/>
                <a:gd name="csY3" fmla="*/ 5255 h 133764"/>
                <a:gd name="csX4" fmla="*/ 125165 w 127554"/>
                <a:gd name="csY4" fmla="*/ 5733 h 133764"/>
                <a:gd name="csX5" fmla="*/ 123732 w 127554"/>
                <a:gd name="csY5" fmla="*/ 9555 h 133764"/>
                <a:gd name="csX6" fmla="*/ 122299 w 127554"/>
                <a:gd name="csY6" fmla="*/ 10988 h 133764"/>
                <a:gd name="csX7" fmla="*/ 120866 w 127554"/>
                <a:gd name="csY7" fmla="*/ 12899 h 133764"/>
                <a:gd name="csX8" fmla="*/ 117044 w 127554"/>
                <a:gd name="csY8" fmla="*/ 15765 h 133764"/>
                <a:gd name="csX9" fmla="*/ 116088 w 127554"/>
                <a:gd name="csY9" fmla="*/ 17198 h 133764"/>
                <a:gd name="csX10" fmla="*/ 114655 w 127554"/>
                <a:gd name="csY10" fmla="*/ 18632 h 133764"/>
                <a:gd name="csX11" fmla="*/ 113222 w 127554"/>
                <a:gd name="csY11" fmla="*/ 20542 h 133764"/>
                <a:gd name="csX12" fmla="*/ 111789 w 127554"/>
                <a:gd name="csY12" fmla="*/ 21975 h 133764"/>
                <a:gd name="csX13" fmla="*/ 110834 w 127554"/>
                <a:gd name="csY13" fmla="*/ 22931 h 133764"/>
                <a:gd name="csX14" fmla="*/ 108923 w 127554"/>
                <a:gd name="csY14" fmla="*/ 23409 h 133764"/>
                <a:gd name="csX15" fmla="*/ 107489 w 127554"/>
                <a:gd name="csY15" fmla="*/ 23886 h 133764"/>
                <a:gd name="csX16" fmla="*/ 105100 w 127554"/>
                <a:gd name="csY16" fmla="*/ 23886 h 133764"/>
                <a:gd name="csX17" fmla="*/ 98413 w 127554"/>
                <a:gd name="csY17" fmla="*/ 25320 h 133764"/>
                <a:gd name="csX18" fmla="*/ 96024 w 127554"/>
                <a:gd name="csY18" fmla="*/ 25320 h 133764"/>
                <a:gd name="csX19" fmla="*/ 93635 w 127554"/>
                <a:gd name="csY19" fmla="*/ 25320 h 133764"/>
                <a:gd name="csX20" fmla="*/ 89813 w 127554"/>
                <a:gd name="csY20" fmla="*/ 24842 h 133764"/>
                <a:gd name="csX21" fmla="*/ 88858 w 127554"/>
                <a:gd name="csY21" fmla="*/ 24842 h 133764"/>
                <a:gd name="csX22" fmla="*/ 86947 w 127554"/>
                <a:gd name="csY22" fmla="*/ 23409 h 133764"/>
                <a:gd name="csX23" fmla="*/ 85036 w 127554"/>
                <a:gd name="csY23" fmla="*/ 21975 h 133764"/>
                <a:gd name="csX24" fmla="*/ 83125 w 127554"/>
                <a:gd name="csY24" fmla="*/ 21975 h 133764"/>
                <a:gd name="csX25" fmla="*/ 81692 w 127554"/>
                <a:gd name="csY25" fmla="*/ 21975 h 133764"/>
                <a:gd name="csX26" fmla="*/ 69271 w 127554"/>
                <a:gd name="csY26" fmla="*/ 21975 h 133764"/>
                <a:gd name="csX27" fmla="*/ 64972 w 127554"/>
                <a:gd name="csY27" fmla="*/ 22453 h 133764"/>
                <a:gd name="csX28" fmla="*/ 60672 w 127554"/>
                <a:gd name="csY28" fmla="*/ 22931 h 133764"/>
                <a:gd name="csX29" fmla="*/ 58283 w 127554"/>
                <a:gd name="csY29" fmla="*/ 22453 h 133764"/>
                <a:gd name="csX30" fmla="*/ 55895 w 127554"/>
                <a:gd name="csY30" fmla="*/ 21975 h 133764"/>
                <a:gd name="csX31" fmla="*/ 53984 w 127554"/>
                <a:gd name="csY31" fmla="*/ 21498 h 133764"/>
                <a:gd name="csX32" fmla="*/ 52073 w 127554"/>
                <a:gd name="csY32" fmla="*/ 21975 h 133764"/>
                <a:gd name="csX33" fmla="*/ 43951 w 127554"/>
                <a:gd name="csY33" fmla="*/ 22931 h 133764"/>
                <a:gd name="csX34" fmla="*/ 42040 w 127554"/>
                <a:gd name="csY34" fmla="*/ 22453 h 133764"/>
                <a:gd name="csX35" fmla="*/ 37741 w 127554"/>
                <a:gd name="csY35" fmla="*/ 21498 h 133764"/>
                <a:gd name="csX36" fmla="*/ 35352 w 127554"/>
                <a:gd name="csY36" fmla="*/ 21020 h 133764"/>
                <a:gd name="csX37" fmla="*/ 32963 w 127554"/>
                <a:gd name="csY37" fmla="*/ 21498 h 133764"/>
                <a:gd name="csX38" fmla="*/ 30575 w 127554"/>
                <a:gd name="csY38" fmla="*/ 22453 h 133764"/>
                <a:gd name="csX39" fmla="*/ 30097 w 127554"/>
                <a:gd name="csY39" fmla="*/ 23409 h 133764"/>
                <a:gd name="csX40" fmla="*/ 27709 w 127554"/>
                <a:gd name="csY40" fmla="*/ 25798 h 133764"/>
                <a:gd name="csX41" fmla="*/ 26275 w 127554"/>
                <a:gd name="csY41" fmla="*/ 27708 h 133764"/>
                <a:gd name="csX42" fmla="*/ 25320 w 127554"/>
                <a:gd name="csY42" fmla="*/ 30097 h 133764"/>
                <a:gd name="csX43" fmla="*/ 24842 w 127554"/>
                <a:gd name="csY43" fmla="*/ 32486 h 133764"/>
                <a:gd name="csX44" fmla="*/ 24365 w 127554"/>
                <a:gd name="csY44" fmla="*/ 34397 h 133764"/>
                <a:gd name="csX45" fmla="*/ 24365 w 127554"/>
                <a:gd name="csY45" fmla="*/ 36307 h 133764"/>
                <a:gd name="csX46" fmla="*/ 24365 w 127554"/>
                <a:gd name="csY46" fmla="*/ 38696 h 133764"/>
                <a:gd name="csX47" fmla="*/ 25320 w 127554"/>
                <a:gd name="csY47" fmla="*/ 40607 h 133764"/>
                <a:gd name="csX48" fmla="*/ 25798 w 127554"/>
                <a:gd name="csY48" fmla="*/ 42518 h 133764"/>
                <a:gd name="csX49" fmla="*/ 28664 w 127554"/>
                <a:gd name="csY49" fmla="*/ 46340 h 133764"/>
                <a:gd name="csX50" fmla="*/ 29142 w 127554"/>
                <a:gd name="csY50" fmla="*/ 46817 h 133764"/>
                <a:gd name="csX51" fmla="*/ 32486 w 127554"/>
                <a:gd name="csY51" fmla="*/ 48251 h 133764"/>
                <a:gd name="csX52" fmla="*/ 34397 w 127554"/>
                <a:gd name="csY52" fmla="*/ 49684 h 133764"/>
                <a:gd name="csX53" fmla="*/ 35830 w 127554"/>
                <a:gd name="csY53" fmla="*/ 53506 h 133764"/>
                <a:gd name="csX54" fmla="*/ 37263 w 127554"/>
                <a:gd name="csY54" fmla="*/ 55417 h 133764"/>
                <a:gd name="csX55" fmla="*/ 38218 w 127554"/>
                <a:gd name="csY55" fmla="*/ 55417 h 133764"/>
                <a:gd name="csX56" fmla="*/ 39652 w 127554"/>
                <a:gd name="csY56" fmla="*/ 55417 h 133764"/>
                <a:gd name="csX57" fmla="*/ 42040 w 127554"/>
                <a:gd name="csY57" fmla="*/ 55417 h 133764"/>
                <a:gd name="csX58" fmla="*/ 44429 w 127554"/>
                <a:gd name="csY58" fmla="*/ 56372 h 133764"/>
                <a:gd name="csX59" fmla="*/ 46818 w 127554"/>
                <a:gd name="csY59" fmla="*/ 54939 h 133764"/>
                <a:gd name="csX60" fmla="*/ 47773 w 127554"/>
                <a:gd name="csY60" fmla="*/ 52550 h 133764"/>
                <a:gd name="csX61" fmla="*/ 49206 w 127554"/>
                <a:gd name="csY61" fmla="*/ 51117 h 133764"/>
                <a:gd name="csX62" fmla="*/ 52073 w 127554"/>
                <a:gd name="csY62" fmla="*/ 47773 h 133764"/>
                <a:gd name="csX63" fmla="*/ 53984 w 127554"/>
                <a:gd name="csY63" fmla="*/ 46340 h 133764"/>
                <a:gd name="csX64" fmla="*/ 54939 w 127554"/>
                <a:gd name="csY64" fmla="*/ 45862 h 133764"/>
                <a:gd name="csX65" fmla="*/ 56372 w 127554"/>
                <a:gd name="csY65" fmla="*/ 45862 h 133764"/>
                <a:gd name="csX66" fmla="*/ 57328 w 127554"/>
                <a:gd name="csY66" fmla="*/ 46817 h 133764"/>
                <a:gd name="csX67" fmla="*/ 58283 w 127554"/>
                <a:gd name="csY67" fmla="*/ 47295 h 133764"/>
                <a:gd name="csX68" fmla="*/ 60672 w 127554"/>
                <a:gd name="csY68" fmla="*/ 47773 h 133764"/>
                <a:gd name="csX69" fmla="*/ 63061 w 127554"/>
                <a:gd name="csY69" fmla="*/ 47773 h 133764"/>
                <a:gd name="csX70" fmla="*/ 65449 w 127554"/>
                <a:gd name="csY70" fmla="*/ 46340 h 133764"/>
                <a:gd name="csX71" fmla="*/ 66405 w 127554"/>
                <a:gd name="csY71" fmla="*/ 45862 h 133764"/>
                <a:gd name="csX72" fmla="*/ 66882 w 127554"/>
                <a:gd name="csY72" fmla="*/ 44907 h 133764"/>
                <a:gd name="csX73" fmla="*/ 69271 w 127554"/>
                <a:gd name="csY73" fmla="*/ 44429 h 133764"/>
                <a:gd name="csX74" fmla="*/ 74048 w 127554"/>
                <a:gd name="csY74" fmla="*/ 44429 h 133764"/>
                <a:gd name="csX75" fmla="*/ 76437 w 127554"/>
                <a:gd name="csY75" fmla="*/ 44429 h 133764"/>
                <a:gd name="csX76" fmla="*/ 81214 w 127554"/>
                <a:gd name="csY76" fmla="*/ 44429 h 133764"/>
                <a:gd name="csX77" fmla="*/ 81214 w 127554"/>
                <a:gd name="csY77" fmla="*/ 43951 h 133764"/>
                <a:gd name="csX78" fmla="*/ 80259 w 127554"/>
                <a:gd name="csY78" fmla="*/ 42996 h 133764"/>
                <a:gd name="csX79" fmla="*/ 80259 w 127554"/>
                <a:gd name="csY79" fmla="*/ 42518 h 133764"/>
                <a:gd name="csX80" fmla="*/ 80736 w 127554"/>
                <a:gd name="csY80" fmla="*/ 42040 h 133764"/>
                <a:gd name="csX81" fmla="*/ 84081 w 127554"/>
                <a:gd name="csY81" fmla="*/ 41563 h 133764"/>
                <a:gd name="csX82" fmla="*/ 86947 w 127554"/>
                <a:gd name="csY82" fmla="*/ 41085 h 133764"/>
                <a:gd name="csX83" fmla="*/ 88858 w 127554"/>
                <a:gd name="csY83" fmla="*/ 41563 h 133764"/>
                <a:gd name="csX84" fmla="*/ 90769 w 127554"/>
                <a:gd name="csY84" fmla="*/ 42518 h 133764"/>
                <a:gd name="csX85" fmla="*/ 91724 w 127554"/>
                <a:gd name="csY85" fmla="*/ 43473 h 133764"/>
                <a:gd name="csX86" fmla="*/ 92202 w 127554"/>
                <a:gd name="csY86" fmla="*/ 44907 h 133764"/>
                <a:gd name="csX87" fmla="*/ 91247 w 127554"/>
                <a:gd name="csY87" fmla="*/ 48251 h 133764"/>
                <a:gd name="csX88" fmla="*/ 90769 w 127554"/>
                <a:gd name="csY88" fmla="*/ 48728 h 133764"/>
                <a:gd name="csX89" fmla="*/ 89336 w 127554"/>
                <a:gd name="csY89" fmla="*/ 49206 h 133764"/>
                <a:gd name="csX90" fmla="*/ 87902 w 127554"/>
                <a:gd name="csY90" fmla="*/ 48728 h 133764"/>
                <a:gd name="csX91" fmla="*/ 86469 w 127554"/>
                <a:gd name="csY91" fmla="*/ 47295 h 133764"/>
                <a:gd name="csX92" fmla="*/ 84558 w 127554"/>
                <a:gd name="csY92" fmla="*/ 46340 h 133764"/>
                <a:gd name="csX93" fmla="*/ 81692 w 127554"/>
                <a:gd name="csY93" fmla="*/ 46817 h 133764"/>
                <a:gd name="csX94" fmla="*/ 80259 w 127554"/>
                <a:gd name="csY94" fmla="*/ 47295 h 133764"/>
                <a:gd name="csX95" fmla="*/ 79781 w 127554"/>
                <a:gd name="csY95" fmla="*/ 48251 h 133764"/>
                <a:gd name="csX96" fmla="*/ 77870 w 127554"/>
                <a:gd name="csY96" fmla="*/ 49684 h 133764"/>
                <a:gd name="csX97" fmla="*/ 76437 w 127554"/>
                <a:gd name="csY97" fmla="*/ 52073 h 133764"/>
                <a:gd name="csX98" fmla="*/ 73570 w 127554"/>
                <a:gd name="csY98" fmla="*/ 54939 h 133764"/>
                <a:gd name="csX99" fmla="*/ 70227 w 127554"/>
                <a:gd name="csY99" fmla="*/ 57805 h 133764"/>
                <a:gd name="csX100" fmla="*/ 68316 w 127554"/>
                <a:gd name="csY100" fmla="*/ 58761 h 133764"/>
                <a:gd name="csX101" fmla="*/ 66882 w 127554"/>
                <a:gd name="csY101" fmla="*/ 59239 h 133764"/>
                <a:gd name="csX102" fmla="*/ 60672 w 127554"/>
                <a:gd name="csY102" fmla="*/ 61149 h 133764"/>
                <a:gd name="csX103" fmla="*/ 59239 w 127554"/>
                <a:gd name="csY103" fmla="*/ 62582 h 133764"/>
                <a:gd name="csX104" fmla="*/ 57806 w 127554"/>
                <a:gd name="csY104" fmla="*/ 64493 h 133764"/>
                <a:gd name="csX105" fmla="*/ 56850 w 127554"/>
                <a:gd name="csY105" fmla="*/ 64971 h 133764"/>
                <a:gd name="csX106" fmla="*/ 54939 w 127554"/>
                <a:gd name="csY106" fmla="*/ 64971 h 133764"/>
                <a:gd name="csX107" fmla="*/ 53984 w 127554"/>
                <a:gd name="csY107" fmla="*/ 64971 h 133764"/>
                <a:gd name="csX108" fmla="*/ 51595 w 127554"/>
                <a:gd name="csY108" fmla="*/ 64016 h 133764"/>
                <a:gd name="csX109" fmla="*/ 50640 w 127554"/>
                <a:gd name="csY109" fmla="*/ 64493 h 133764"/>
                <a:gd name="csX110" fmla="*/ 50640 w 127554"/>
                <a:gd name="csY110" fmla="*/ 65927 h 133764"/>
                <a:gd name="csX111" fmla="*/ 52073 w 127554"/>
                <a:gd name="csY111" fmla="*/ 66405 h 133764"/>
                <a:gd name="csX112" fmla="*/ 53506 w 127554"/>
                <a:gd name="csY112" fmla="*/ 67838 h 133764"/>
                <a:gd name="csX113" fmla="*/ 54939 w 127554"/>
                <a:gd name="csY113" fmla="*/ 69748 h 133764"/>
                <a:gd name="csX114" fmla="*/ 55895 w 127554"/>
                <a:gd name="csY114" fmla="*/ 70226 h 133764"/>
                <a:gd name="csX115" fmla="*/ 58283 w 127554"/>
                <a:gd name="csY115" fmla="*/ 70704 h 133764"/>
                <a:gd name="csX116" fmla="*/ 59239 w 127554"/>
                <a:gd name="csY116" fmla="*/ 71182 h 133764"/>
                <a:gd name="csX117" fmla="*/ 60672 w 127554"/>
                <a:gd name="csY117" fmla="*/ 73093 h 133764"/>
                <a:gd name="csX118" fmla="*/ 63061 w 127554"/>
                <a:gd name="csY118" fmla="*/ 76437 h 133764"/>
                <a:gd name="csX119" fmla="*/ 64016 w 127554"/>
                <a:gd name="csY119" fmla="*/ 78825 h 133764"/>
                <a:gd name="csX120" fmla="*/ 65449 w 127554"/>
                <a:gd name="csY120" fmla="*/ 80258 h 133764"/>
                <a:gd name="csX121" fmla="*/ 69271 w 127554"/>
                <a:gd name="csY121" fmla="*/ 83125 h 133764"/>
                <a:gd name="csX122" fmla="*/ 69749 w 127554"/>
                <a:gd name="csY122" fmla="*/ 84080 h 133764"/>
                <a:gd name="csX123" fmla="*/ 69271 w 127554"/>
                <a:gd name="csY123" fmla="*/ 85036 h 133764"/>
                <a:gd name="csX124" fmla="*/ 69749 w 127554"/>
                <a:gd name="csY124" fmla="*/ 85991 h 133764"/>
                <a:gd name="csX125" fmla="*/ 71182 w 127554"/>
                <a:gd name="csY125" fmla="*/ 87424 h 133764"/>
                <a:gd name="csX126" fmla="*/ 71659 w 127554"/>
                <a:gd name="csY126" fmla="*/ 88380 h 133764"/>
                <a:gd name="csX127" fmla="*/ 69749 w 127554"/>
                <a:gd name="csY127" fmla="*/ 89813 h 133764"/>
                <a:gd name="csX128" fmla="*/ 69749 w 127554"/>
                <a:gd name="csY128" fmla="*/ 91724 h 133764"/>
                <a:gd name="csX129" fmla="*/ 68793 w 127554"/>
                <a:gd name="csY129" fmla="*/ 94590 h 133764"/>
                <a:gd name="csX130" fmla="*/ 68793 w 127554"/>
                <a:gd name="csY130" fmla="*/ 95546 h 133764"/>
                <a:gd name="csX131" fmla="*/ 68793 w 127554"/>
                <a:gd name="csY131" fmla="*/ 96024 h 133764"/>
                <a:gd name="csX132" fmla="*/ 69271 w 127554"/>
                <a:gd name="csY132" fmla="*/ 96979 h 133764"/>
                <a:gd name="csX133" fmla="*/ 70227 w 127554"/>
                <a:gd name="csY133" fmla="*/ 97457 h 133764"/>
                <a:gd name="csX134" fmla="*/ 71182 w 127554"/>
                <a:gd name="csY134" fmla="*/ 97935 h 133764"/>
                <a:gd name="csX135" fmla="*/ 72138 w 127554"/>
                <a:gd name="csY135" fmla="*/ 98412 h 133764"/>
                <a:gd name="csX136" fmla="*/ 74048 w 127554"/>
                <a:gd name="csY136" fmla="*/ 100323 h 133764"/>
                <a:gd name="csX137" fmla="*/ 75004 w 127554"/>
                <a:gd name="csY137" fmla="*/ 100801 h 133764"/>
                <a:gd name="csX138" fmla="*/ 75481 w 127554"/>
                <a:gd name="csY138" fmla="*/ 101756 h 133764"/>
                <a:gd name="csX139" fmla="*/ 75481 w 127554"/>
                <a:gd name="csY139" fmla="*/ 102712 h 133764"/>
                <a:gd name="csX140" fmla="*/ 76437 w 127554"/>
                <a:gd name="csY140" fmla="*/ 103189 h 133764"/>
                <a:gd name="csX141" fmla="*/ 77393 w 127554"/>
                <a:gd name="csY141" fmla="*/ 104623 h 133764"/>
                <a:gd name="csX142" fmla="*/ 78348 w 127554"/>
                <a:gd name="csY142" fmla="*/ 104623 h 133764"/>
                <a:gd name="csX143" fmla="*/ 79304 w 127554"/>
                <a:gd name="csY143" fmla="*/ 104623 h 133764"/>
                <a:gd name="csX144" fmla="*/ 79304 w 127554"/>
                <a:gd name="csY144" fmla="*/ 104145 h 133764"/>
                <a:gd name="csX145" fmla="*/ 80259 w 127554"/>
                <a:gd name="csY145" fmla="*/ 104145 h 133764"/>
                <a:gd name="csX146" fmla="*/ 81214 w 127554"/>
                <a:gd name="csY146" fmla="*/ 105100 h 133764"/>
                <a:gd name="csX147" fmla="*/ 81214 w 127554"/>
                <a:gd name="csY147" fmla="*/ 106056 h 133764"/>
                <a:gd name="csX148" fmla="*/ 81214 w 127554"/>
                <a:gd name="csY148" fmla="*/ 107012 h 133764"/>
                <a:gd name="csX149" fmla="*/ 81214 w 127554"/>
                <a:gd name="csY149" fmla="*/ 109400 h 133764"/>
                <a:gd name="csX150" fmla="*/ 80736 w 127554"/>
                <a:gd name="csY150" fmla="*/ 110355 h 133764"/>
                <a:gd name="csX151" fmla="*/ 79781 w 127554"/>
                <a:gd name="csY151" fmla="*/ 109878 h 133764"/>
                <a:gd name="csX152" fmla="*/ 77870 w 127554"/>
                <a:gd name="csY152" fmla="*/ 109400 h 133764"/>
                <a:gd name="csX153" fmla="*/ 77870 w 127554"/>
                <a:gd name="csY153" fmla="*/ 109878 h 133764"/>
                <a:gd name="csX154" fmla="*/ 77870 w 127554"/>
                <a:gd name="csY154" fmla="*/ 110355 h 133764"/>
                <a:gd name="csX155" fmla="*/ 76915 w 127554"/>
                <a:gd name="csY155" fmla="*/ 110833 h 133764"/>
                <a:gd name="csX156" fmla="*/ 75959 w 127554"/>
                <a:gd name="csY156" fmla="*/ 110833 h 133764"/>
                <a:gd name="csX157" fmla="*/ 73093 w 127554"/>
                <a:gd name="csY157" fmla="*/ 110833 h 133764"/>
                <a:gd name="csX158" fmla="*/ 67838 w 127554"/>
                <a:gd name="csY158" fmla="*/ 111789 h 133764"/>
                <a:gd name="csX159" fmla="*/ 65927 w 127554"/>
                <a:gd name="csY159" fmla="*/ 112744 h 133764"/>
                <a:gd name="csX160" fmla="*/ 64493 w 127554"/>
                <a:gd name="csY160" fmla="*/ 114177 h 133764"/>
                <a:gd name="csX161" fmla="*/ 64493 w 127554"/>
                <a:gd name="csY161" fmla="*/ 115133 h 133764"/>
                <a:gd name="csX162" fmla="*/ 64972 w 127554"/>
                <a:gd name="csY162" fmla="*/ 117521 h 133764"/>
                <a:gd name="csX163" fmla="*/ 64493 w 127554"/>
                <a:gd name="csY163" fmla="*/ 117999 h 133764"/>
                <a:gd name="csX164" fmla="*/ 62105 w 127554"/>
                <a:gd name="csY164" fmla="*/ 118477 h 133764"/>
                <a:gd name="csX165" fmla="*/ 58761 w 127554"/>
                <a:gd name="csY165" fmla="*/ 117999 h 133764"/>
                <a:gd name="csX166" fmla="*/ 56372 w 127554"/>
                <a:gd name="csY166" fmla="*/ 117044 h 133764"/>
                <a:gd name="csX167" fmla="*/ 55417 w 127554"/>
                <a:gd name="csY167" fmla="*/ 116566 h 133764"/>
                <a:gd name="csX168" fmla="*/ 53984 w 127554"/>
                <a:gd name="csY168" fmla="*/ 115611 h 133764"/>
                <a:gd name="csX169" fmla="*/ 53506 w 127554"/>
                <a:gd name="csY169" fmla="*/ 113700 h 133764"/>
                <a:gd name="csX170" fmla="*/ 54461 w 127554"/>
                <a:gd name="csY170" fmla="*/ 107967 h 133764"/>
                <a:gd name="csX171" fmla="*/ 54939 w 127554"/>
                <a:gd name="csY171" fmla="*/ 107489 h 133764"/>
                <a:gd name="csX172" fmla="*/ 55417 w 127554"/>
                <a:gd name="csY172" fmla="*/ 107012 h 133764"/>
                <a:gd name="csX173" fmla="*/ 55895 w 127554"/>
                <a:gd name="csY173" fmla="*/ 106056 h 133764"/>
                <a:gd name="csX174" fmla="*/ 55895 w 127554"/>
                <a:gd name="csY174" fmla="*/ 104623 h 133764"/>
                <a:gd name="csX175" fmla="*/ 54461 w 127554"/>
                <a:gd name="csY175" fmla="*/ 103189 h 133764"/>
                <a:gd name="csX176" fmla="*/ 52073 w 127554"/>
                <a:gd name="csY176" fmla="*/ 102712 h 133764"/>
                <a:gd name="csX177" fmla="*/ 50162 w 127554"/>
                <a:gd name="csY177" fmla="*/ 101756 h 133764"/>
                <a:gd name="csX178" fmla="*/ 42040 w 127554"/>
                <a:gd name="csY178" fmla="*/ 95068 h 133764"/>
                <a:gd name="csX179" fmla="*/ 41563 w 127554"/>
                <a:gd name="csY179" fmla="*/ 94113 h 133764"/>
                <a:gd name="csX180" fmla="*/ 41563 w 127554"/>
                <a:gd name="csY180" fmla="*/ 93157 h 133764"/>
                <a:gd name="csX181" fmla="*/ 42040 w 127554"/>
                <a:gd name="csY181" fmla="*/ 92202 h 133764"/>
                <a:gd name="csX182" fmla="*/ 44429 w 127554"/>
                <a:gd name="csY182" fmla="*/ 88858 h 133764"/>
                <a:gd name="csX183" fmla="*/ 44907 w 127554"/>
                <a:gd name="csY183" fmla="*/ 87902 h 133764"/>
                <a:gd name="csX184" fmla="*/ 45384 w 127554"/>
                <a:gd name="csY184" fmla="*/ 85036 h 133764"/>
                <a:gd name="csX185" fmla="*/ 44907 w 127554"/>
                <a:gd name="csY185" fmla="*/ 82647 h 133764"/>
                <a:gd name="csX186" fmla="*/ 44907 w 127554"/>
                <a:gd name="csY186" fmla="*/ 80258 h 133764"/>
                <a:gd name="csX187" fmla="*/ 43474 w 127554"/>
                <a:gd name="csY187" fmla="*/ 78825 h 133764"/>
                <a:gd name="csX188" fmla="*/ 41563 w 127554"/>
                <a:gd name="csY188" fmla="*/ 78348 h 133764"/>
                <a:gd name="csX189" fmla="*/ 39174 w 127554"/>
                <a:gd name="csY189" fmla="*/ 78348 h 133764"/>
                <a:gd name="csX190" fmla="*/ 36786 w 127554"/>
                <a:gd name="csY190" fmla="*/ 78825 h 133764"/>
                <a:gd name="csX191" fmla="*/ 34874 w 127554"/>
                <a:gd name="csY191" fmla="*/ 80258 h 133764"/>
                <a:gd name="csX192" fmla="*/ 30575 w 127554"/>
                <a:gd name="csY192" fmla="*/ 82647 h 133764"/>
                <a:gd name="csX193" fmla="*/ 29142 w 127554"/>
                <a:gd name="csY193" fmla="*/ 84080 h 133764"/>
                <a:gd name="csX194" fmla="*/ 29142 w 127554"/>
                <a:gd name="csY194" fmla="*/ 85991 h 133764"/>
                <a:gd name="csX195" fmla="*/ 30097 w 127554"/>
                <a:gd name="csY195" fmla="*/ 87902 h 133764"/>
                <a:gd name="csX196" fmla="*/ 31052 w 127554"/>
                <a:gd name="csY196" fmla="*/ 89335 h 133764"/>
                <a:gd name="csX197" fmla="*/ 31531 w 127554"/>
                <a:gd name="csY197" fmla="*/ 91246 h 133764"/>
                <a:gd name="csX198" fmla="*/ 32486 w 127554"/>
                <a:gd name="csY198" fmla="*/ 97935 h 133764"/>
                <a:gd name="csX199" fmla="*/ 32486 w 127554"/>
                <a:gd name="csY199" fmla="*/ 98412 h 133764"/>
                <a:gd name="csX200" fmla="*/ 31531 w 127554"/>
                <a:gd name="csY200" fmla="*/ 100323 h 133764"/>
                <a:gd name="csX201" fmla="*/ 31052 w 127554"/>
                <a:gd name="csY201" fmla="*/ 104623 h 133764"/>
                <a:gd name="csX202" fmla="*/ 31531 w 127554"/>
                <a:gd name="csY202" fmla="*/ 110355 h 133764"/>
                <a:gd name="csX203" fmla="*/ 32486 w 127554"/>
                <a:gd name="csY203" fmla="*/ 114177 h 133764"/>
                <a:gd name="csX204" fmla="*/ 32008 w 127554"/>
                <a:gd name="csY204" fmla="*/ 116088 h 133764"/>
                <a:gd name="csX205" fmla="*/ 30097 w 127554"/>
                <a:gd name="csY205" fmla="*/ 120388 h 133764"/>
                <a:gd name="csX206" fmla="*/ 29620 w 127554"/>
                <a:gd name="csY206" fmla="*/ 122777 h 133764"/>
                <a:gd name="csX207" fmla="*/ 29620 w 127554"/>
                <a:gd name="csY207" fmla="*/ 123732 h 133764"/>
                <a:gd name="csX208" fmla="*/ 31531 w 127554"/>
                <a:gd name="csY208" fmla="*/ 128031 h 133764"/>
                <a:gd name="csX209" fmla="*/ 32008 w 127554"/>
                <a:gd name="csY209" fmla="*/ 129942 h 133764"/>
                <a:gd name="csX210" fmla="*/ 32486 w 127554"/>
                <a:gd name="csY210" fmla="*/ 131853 h 133764"/>
                <a:gd name="csX211" fmla="*/ 30097 w 127554"/>
                <a:gd name="csY211" fmla="*/ 130898 h 133764"/>
                <a:gd name="csX212" fmla="*/ 29142 w 127554"/>
                <a:gd name="csY212" fmla="*/ 130898 h 133764"/>
                <a:gd name="csX213" fmla="*/ 27709 w 127554"/>
                <a:gd name="csY213" fmla="*/ 131376 h 133764"/>
                <a:gd name="csX214" fmla="*/ 25320 w 127554"/>
                <a:gd name="csY214" fmla="*/ 131376 h 133764"/>
                <a:gd name="csX215" fmla="*/ 22931 w 127554"/>
                <a:gd name="csY215" fmla="*/ 131853 h 133764"/>
                <a:gd name="csX216" fmla="*/ 21976 w 127554"/>
                <a:gd name="csY216" fmla="*/ 131853 h 133764"/>
                <a:gd name="csX217" fmla="*/ 20543 w 127554"/>
                <a:gd name="csY217" fmla="*/ 133287 h 133764"/>
                <a:gd name="csX218" fmla="*/ 19109 w 127554"/>
                <a:gd name="csY218" fmla="*/ 133764 h 133764"/>
                <a:gd name="csX219" fmla="*/ 18154 w 127554"/>
                <a:gd name="csY219" fmla="*/ 133764 h 133764"/>
                <a:gd name="csX220" fmla="*/ 15288 w 127554"/>
                <a:gd name="csY220" fmla="*/ 132331 h 133764"/>
                <a:gd name="csX221" fmla="*/ 13377 w 127554"/>
                <a:gd name="csY221" fmla="*/ 130420 h 133764"/>
                <a:gd name="csX222" fmla="*/ 11466 w 127554"/>
                <a:gd name="csY222" fmla="*/ 128987 h 133764"/>
                <a:gd name="csX223" fmla="*/ 11466 w 127554"/>
                <a:gd name="csY223" fmla="*/ 127076 h 133764"/>
                <a:gd name="csX224" fmla="*/ 11943 w 127554"/>
                <a:gd name="csY224" fmla="*/ 124687 h 133764"/>
                <a:gd name="csX225" fmla="*/ 12899 w 127554"/>
                <a:gd name="csY225" fmla="*/ 122777 h 133764"/>
                <a:gd name="csX226" fmla="*/ 14332 w 127554"/>
                <a:gd name="csY226" fmla="*/ 118955 h 133764"/>
                <a:gd name="csX227" fmla="*/ 14332 w 127554"/>
                <a:gd name="csY227" fmla="*/ 116566 h 133764"/>
                <a:gd name="csX228" fmla="*/ 14810 w 127554"/>
                <a:gd name="csY228" fmla="*/ 114655 h 133764"/>
                <a:gd name="csX229" fmla="*/ 15765 w 127554"/>
                <a:gd name="csY229" fmla="*/ 112744 h 133764"/>
                <a:gd name="csX230" fmla="*/ 16243 w 127554"/>
                <a:gd name="csY230" fmla="*/ 110833 h 133764"/>
                <a:gd name="csX231" fmla="*/ 16243 w 127554"/>
                <a:gd name="csY231" fmla="*/ 103667 h 133764"/>
                <a:gd name="csX232" fmla="*/ 16243 w 127554"/>
                <a:gd name="csY232" fmla="*/ 103189 h 133764"/>
                <a:gd name="csX233" fmla="*/ 13854 w 127554"/>
                <a:gd name="csY233" fmla="*/ 98890 h 133764"/>
                <a:gd name="csX234" fmla="*/ 13377 w 127554"/>
                <a:gd name="csY234" fmla="*/ 97935 h 133764"/>
                <a:gd name="csX235" fmla="*/ 13377 w 127554"/>
                <a:gd name="csY235" fmla="*/ 96979 h 133764"/>
                <a:gd name="csX236" fmla="*/ 13854 w 127554"/>
                <a:gd name="csY236" fmla="*/ 96024 h 133764"/>
                <a:gd name="csX237" fmla="*/ 13854 w 127554"/>
                <a:gd name="csY237" fmla="*/ 95068 h 133764"/>
                <a:gd name="csX238" fmla="*/ 13377 w 127554"/>
                <a:gd name="csY238" fmla="*/ 94113 h 133764"/>
                <a:gd name="csX239" fmla="*/ 12421 w 127554"/>
                <a:gd name="csY239" fmla="*/ 93635 h 133764"/>
                <a:gd name="csX240" fmla="*/ 11466 w 127554"/>
                <a:gd name="csY240" fmla="*/ 93157 h 133764"/>
                <a:gd name="csX241" fmla="*/ 9077 w 127554"/>
                <a:gd name="csY241" fmla="*/ 93635 h 133764"/>
                <a:gd name="csX242" fmla="*/ 3822 w 127554"/>
                <a:gd name="csY242" fmla="*/ 94590 h 133764"/>
                <a:gd name="csX243" fmla="*/ 2389 w 127554"/>
                <a:gd name="csY243" fmla="*/ 93635 h 133764"/>
                <a:gd name="csX244" fmla="*/ 1433 w 127554"/>
                <a:gd name="csY244" fmla="*/ 92202 h 133764"/>
                <a:gd name="csX245" fmla="*/ 956 w 127554"/>
                <a:gd name="csY245" fmla="*/ 89813 h 133764"/>
                <a:gd name="csX246" fmla="*/ 478 w 127554"/>
                <a:gd name="csY246" fmla="*/ 87902 h 133764"/>
                <a:gd name="csX247" fmla="*/ 478 w 127554"/>
                <a:gd name="csY247" fmla="*/ 85514 h 133764"/>
                <a:gd name="csX248" fmla="*/ 1433 w 127554"/>
                <a:gd name="csY248" fmla="*/ 83603 h 133764"/>
                <a:gd name="csX249" fmla="*/ 956 w 127554"/>
                <a:gd name="csY249" fmla="*/ 82170 h 133764"/>
                <a:gd name="csX250" fmla="*/ 0 w 127554"/>
                <a:gd name="csY250" fmla="*/ 80736 h 133764"/>
                <a:gd name="csX251" fmla="*/ 0 w 127554"/>
                <a:gd name="csY251" fmla="*/ 79781 h 133764"/>
                <a:gd name="csX252" fmla="*/ 478 w 127554"/>
                <a:gd name="csY252" fmla="*/ 79303 h 133764"/>
                <a:gd name="csX253" fmla="*/ 956 w 127554"/>
                <a:gd name="csY253" fmla="*/ 78825 h 133764"/>
                <a:gd name="csX254" fmla="*/ 2389 w 127554"/>
                <a:gd name="csY254" fmla="*/ 78348 h 133764"/>
                <a:gd name="csX255" fmla="*/ 3344 w 127554"/>
                <a:gd name="csY255" fmla="*/ 77870 h 133764"/>
                <a:gd name="csX256" fmla="*/ 5733 w 127554"/>
                <a:gd name="csY256" fmla="*/ 75481 h 133764"/>
                <a:gd name="csX257" fmla="*/ 6688 w 127554"/>
                <a:gd name="csY257" fmla="*/ 73570 h 133764"/>
                <a:gd name="csX258" fmla="*/ 6688 w 127554"/>
                <a:gd name="csY258" fmla="*/ 71659 h 133764"/>
                <a:gd name="csX259" fmla="*/ 7644 w 127554"/>
                <a:gd name="csY259" fmla="*/ 69271 h 133764"/>
                <a:gd name="csX260" fmla="*/ 9077 w 127554"/>
                <a:gd name="csY260" fmla="*/ 67360 h 133764"/>
                <a:gd name="csX261" fmla="*/ 10510 w 127554"/>
                <a:gd name="csY261" fmla="*/ 65449 h 133764"/>
                <a:gd name="csX262" fmla="*/ 10988 w 127554"/>
                <a:gd name="csY262" fmla="*/ 63538 h 133764"/>
                <a:gd name="csX263" fmla="*/ 10033 w 127554"/>
                <a:gd name="csY263" fmla="*/ 60672 h 133764"/>
                <a:gd name="csX264" fmla="*/ 10510 w 127554"/>
                <a:gd name="csY264" fmla="*/ 59239 h 133764"/>
                <a:gd name="csX265" fmla="*/ 10510 w 127554"/>
                <a:gd name="csY265" fmla="*/ 57805 h 133764"/>
                <a:gd name="csX266" fmla="*/ 10033 w 127554"/>
                <a:gd name="csY266" fmla="*/ 56372 h 133764"/>
                <a:gd name="csX267" fmla="*/ 11466 w 127554"/>
                <a:gd name="csY267" fmla="*/ 53028 h 133764"/>
                <a:gd name="csX268" fmla="*/ 14332 w 127554"/>
                <a:gd name="csY268" fmla="*/ 46817 h 133764"/>
                <a:gd name="csX269" fmla="*/ 17199 w 127554"/>
                <a:gd name="csY269" fmla="*/ 43951 h 133764"/>
                <a:gd name="csX270" fmla="*/ 18154 w 127554"/>
                <a:gd name="csY270" fmla="*/ 42996 h 133764"/>
                <a:gd name="csX271" fmla="*/ 19587 w 127554"/>
                <a:gd name="csY271" fmla="*/ 44429 h 133764"/>
                <a:gd name="csX272" fmla="*/ 21020 w 127554"/>
                <a:gd name="csY272" fmla="*/ 46340 h 133764"/>
                <a:gd name="csX273" fmla="*/ 21020 w 127554"/>
                <a:gd name="csY273" fmla="*/ 44429 h 133764"/>
                <a:gd name="csX274" fmla="*/ 20543 w 127554"/>
                <a:gd name="csY274" fmla="*/ 42996 h 133764"/>
                <a:gd name="csX275" fmla="*/ 19587 w 127554"/>
                <a:gd name="csY275" fmla="*/ 39651 h 133764"/>
                <a:gd name="csX276" fmla="*/ 18154 w 127554"/>
                <a:gd name="csY276" fmla="*/ 32486 h 133764"/>
                <a:gd name="csX277" fmla="*/ 18632 w 127554"/>
                <a:gd name="csY277" fmla="*/ 31530 h 133764"/>
                <a:gd name="csX278" fmla="*/ 19587 w 127554"/>
                <a:gd name="csY278" fmla="*/ 31530 h 133764"/>
                <a:gd name="csX279" fmla="*/ 20543 w 127554"/>
                <a:gd name="csY279" fmla="*/ 31052 h 133764"/>
                <a:gd name="csX280" fmla="*/ 21020 w 127554"/>
                <a:gd name="csY280" fmla="*/ 30097 h 133764"/>
                <a:gd name="csX281" fmla="*/ 20065 w 127554"/>
                <a:gd name="csY281" fmla="*/ 27231 h 133764"/>
                <a:gd name="csX282" fmla="*/ 20065 w 127554"/>
                <a:gd name="csY282" fmla="*/ 26275 h 133764"/>
                <a:gd name="csX283" fmla="*/ 21976 w 127554"/>
                <a:gd name="csY283" fmla="*/ 22931 h 133764"/>
                <a:gd name="csX284" fmla="*/ 23886 w 127554"/>
                <a:gd name="csY284" fmla="*/ 21498 h 133764"/>
                <a:gd name="csX285" fmla="*/ 24842 w 127554"/>
                <a:gd name="csY285" fmla="*/ 20542 h 133764"/>
                <a:gd name="csX286" fmla="*/ 24842 w 127554"/>
                <a:gd name="csY286" fmla="*/ 18154 h 133764"/>
                <a:gd name="csX287" fmla="*/ 25798 w 127554"/>
                <a:gd name="csY287" fmla="*/ 17198 h 133764"/>
                <a:gd name="csX288" fmla="*/ 26753 w 127554"/>
                <a:gd name="csY288" fmla="*/ 16721 h 133764"/>
                <a:gd name="csX289" fmla="*/ 28664 w 127554"/>
                <a:gd name="csY289" fmla="*/ 15287 h 133764"/>
                <a:gd name="csX290" fmla="*/ 29142 w 127554"/>
                <a:gd name="csY290" fmla="*/ 13376 h 133764"/>
                <a:gd name="csX291" fmla="*/ 29620 w 127554"/>
                <a:gd name="csY291" fmla="*/ 12899 h 133764"/>
                <a:gd name="csX292" fmla="*/ 30097 w 127554"/>
                <a:gd name="csY292" fmla="*/ 12899 h 133764"/>
                <a:gd name="csX293" fmla="*/ 31052 w 127554"/>
                <a:gd name="csY293" fmla="*/ 14809 h 133764"/>
                <a:gd name="csX294" fmla="*/ 32008 w 127554"/>
                <a:gd name="csY294" fmla="*/ 15287 h 133764"/>
                <a:gd name="csX295" fmla="*/ 33919 w 127554"/>
                <a:gd name="csY295" fmla="*/ 15765 h 133764"/>
                <a:gd name="csX296" fmla="*/ 35830 w 127554"/>
                <a:gd name="csY296" fmla="*/ 15287 h 133764"/>
                <a:gd name="csX297" fmla="*/ 36308 w 127554"/>
                <a:gd name="csY297" fmla="*/ 14332 h 133764"/>
                <a:gd name="csX298" fmla="*/ 36786 w 127554"/>
                <a:gd name="csY298" fmla="*/ 13854 h 133764"/>
                <a:gd name="csX299" fmla="*/ 38218 w 127554"/>
                <a:gd name="csY299" fmla="*/ 12899 h 133764"/>
                <a:gd name="csX300" fmla="*/ 38697 w 127554"/>
                <a:gd name="csY300" fmla="*/ 11943 h 133764"/>
                <a:gd name="csX301" fmla="*/ 39652 w 127554"/>
                <a:gd name="csY301" fmla="*/ 10032 h 133764"/>
                <a:gd name="csX302" fmla="*/ 41085 w 127554"/>
                <a:gd name="csY302" fmla="*/ 8121 h 133764"/>
                <a:gd name="csX303" fmla="*/ 42040 w 127554"/>
                <a:gd name="csY303" fmla="*/ 7644 h 133764"/>
                <a:gd name="csX304" fmla="*/ 42996 w 127554"/>
                <a:gd name="csY304" fmla="*/ 7166 h 133764"/>
                <a:gd name="csX305" fmla="*/ 44429 w 127554"/>
                <a:gd name="csY305" fmla="*/ 6688 h 133764"/>
                <a:gd name="csX306" fmla="*/ 45384 w 127554"/>
                <a:gd name="csY306" fmla="*/ 6688 h 133764"/>
                <a:gd name="csX307" fmla="*/ 47773 w 127554"/>
                <a:gd name="csY307" fmla="*/ 8121 h 133764"/>
                <a:gd name="csX308" fmla="*/ 49206 w 127554"/>
                <a:gd name="csY308" fmla="*/ 8121 h 133764"/>
                <a:gd name="csX309" fmla="*/ 50640 w 127554"/>
                <a:gd name="csY309" fmla="*/ 8121 h 133764"/>
                <a:gd name="csX310" fmla="*/ 51595 w 127554"/>
                <a:gd name="csY310" fmla="*/ 8121 h 133764"/>
                <a:gd name="csX311" fmla="*/ 52550 w 127554"/>
                <a:gd name="csY311" fmla="*/ 8599 h 133764"/>
                <a:gd name="csX312" fmla="*/ 53028 w 127554"/>
                <a:gd name="csY312" fmla="*/ 10032 h 133764"/>
                <a:gd name="csX313" fmla="*/ 53984 w 127554"/>
                <a:gd name="csY313" fmla="*/ 10988 h 133764"/>
                <a:gd name="csX314" fmla="*/ 54461 w 127554"/>
                <a:gd name="csY314" fmla="*/ 10988 h 133764"/>
                <a:gd name="csX315" fmla="*/ 55417 w 127554"/>
                <a:gd name="csY315" fmla="*/ 11466 h 133764"/>
                <a:gd name="csX316" fmla="*/ 60672 w 127554"/>
                <a:gd name="csY316" fmla="*/ 10988 h 133764"/>
                <a:gd name="csX317" fmla="*/ 65449 w 127554"/>
                <a:gd name="csY317" fmla="*/ 11943 h 133764"/>
                <a:gd name="csX318" fmla="*/ 72138 w 127554"/>
                <a:gd name="csY318" fmla="*/ 12421 h 133764"/>
                <a:gd name="csX319" fmla="*/ 74526 w 127554"/>
                <a:gd name="csY319" fmla="*/ 12899 h 133764"/>
                <a:gd name="csX320" fmla="*/ 76437 w 127554"/>
                <a:gd name="csY320" fmla="*/ 13854 h 133764"/>
                <a:gd name="csX321" fmla="*/ 79304 w 127554"/>
                <a:gd name="csY321" fmla="*/ 15287 h 133764"/>
                <a:gd name="csX322" fmla="*/ 80259 w 127554"/>
                <a:gd name="csY322" fmla="*/ 15287 h 133764"/>
                <a:gd name="csX323" fmla="*/ 81214 w 127554"/>
                <a:gd name="csY323" fmla="*/ 15287 h 133764"/>
                <a:gd name="csX324" fmla="*/ 82647 w 127554"/>
                <a:gd name="csY324" fmla="*/ 13854 h 133764"/>
                <a:gd name="csX325" fmla="*/ 83603 w 127554"/>
                <a:gd name="csY325" fmla="*/ 13854 h 133764"/>
                <a:gd name="csX326" fmla="*/ 84558 w 127554"/>
                <a:gd name="csY326" fmla="*/ 13854 h 133764"/>
                <a:gd name="csX327" fmla="*/ 88858 w 127554"/>
                <a:gd name="csY327" fmla="*/ 13854 h 133764"/>
                <a:gd name="csX328" fmla="*/ 100323 w 127554"/>
                <a:gd name="csY328" fmla="*/ 15765 h 133764"/>
                <a:gd name="csX329" fmla="*/ 101757 w 127554"/>
                <a:gd name="csY329" fmla="*/ 15287 h 133764"/>
                <a:gd name="csX330" fmla="*/ 108445 w 127554"/>
                <a:gd name="csY330" fmla="*/ 12421 h 133764"/>
                <a:gd name="csX331" fmla="*/ 111311 w 127554"/>
                <a:gd name="csY331" fmla="*/ 9077 h 133764"/>
                <a:gd name="csX332" fmla="*/ 113700 w 127554"/>
                <a:gd name="csY332" fmla="*/ 8599 h 133764"/>
                <a:gd name="csX333" fmla="*/ 114655 w 127554"/>
                <a:gd name="csY333" fmla="*/ 7166 h 133764"/>
                <a:gd name="csX334" fmla="*/ 115133 w 127554"/>
                <a:gd name="csY334" fmla="*/ 5733 h 133764"/>
                <a:gd name="csX335" fmla="*/ 116088 w 127554"/>
                <a:gd name="csY335" fmla="*/ 5255 h 133764"/>
                <a:gd name="csX336" fmla="*/ 118000 w 127554"/>
                <a:gd name="csY336" fmla="*/ 4777 h 133764"/>
                <a:gd name="csX337" fmla="*/ 118955 w 127554"/>
                <a:gd name="csY337" fmla="*/ 4300 h 133764"/>
                <a:gd name="csX338" fmla="*/ 120388 w 127554"/>
                <a:gd name="csY338" fmla="*/ 2389 h 133764"/>
                <a:gd name="csX339" fmla="*/ 121821 w 127554"/>
                <a:gd name="csY339" fmla="*/ 478 h 133764"/>
                <a:gd name="csX340" fmla="*/ 122777 w 127554"/>
                <a:gd name="csY340" fmla="*/ 0 h 133764"/>
                <a:gd name="csX341" fmla="*/ 125165 w 127554"/>
                <a:gd name="csY341" fmla="*/ 478 h 133764"/>
                <a:gd name="csX342" fmla="*/ 126121 w 127554"/>
                <a:gd name="csY342" fmla="*/ 956 h 13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</a:cxnLst>
              <a:rect l="l" t="t" r="r" b="b"/>
              <a:pathLst>
                <a:path w="127554" h="133764">
                  <a:moveTo>
                    <a:pt x="126121" y="956"/>
                  </a:moveTo>
                  <a:lnTo>
                    <a:pt x="127554" y="3344"/>
                  </a:lnTo>
                  <a:lnTo>
                    <a:pt x="127554" y="3822"/>
                  </a:lnTo>
                  <a:lnTo>
                    <a:pt x="125643" y="5255"/>
                  </a:lnTo>
                  <a:lnTo>
                    <a:pt x="125165" y="5733"/>
                  </a:lnTo>
                  <a:lnTo>
                    <a:pt x="123732" y="9555"/>
                  </a:lnTo>
                  <a:lnTo>
                    <a:pt x="122299" y="10988"/>
                  </a:lnTo>
                  <a:lnTo>
                    <a:pt x="120866" y="12899"/>
                  </a:lnTo>
                  <a:lnTo>
                    <a:pt x="117044" y="15765"/>
                  </a:lnTo>
                  <a:lnTo>
                    <a:pt x="116088" y="17198"/>
                  </a:lnTo>
                  <a:lnTo>
                    <a:pt x="114655" y="18632"/>
                  </a:lnTo>
                  <a:lnTo>
                    <a:pt x="113222" y="20542"/>
                  </a:lnTo>
                  <a:lnTo>
                    <a:pt x="111789" y="21975"/>
                  </a:lnTo>
                  <a:lnTo>
                    <a:pt x="110834" y="22931"/>
                  </a:lnTo>
                  <a:lnTo>
                    <a:pt x="108923" y="23409"/>
                  </a:lnTo>
                  <a:lnTo>
                    <a:pt x="107489" y="23886"/>
                  </a:lnTo>
                  <a:lnTo>
                    <a:pt x="105100" y="23886"/>
                  </a:lnTo>
                  <a:lnTo>
                    <a:pt x="98413" y="25320"/>
                  </a:lnTo>
                  <a:lnTo>
                    <a:pt x="96024" y="25320"/>
                  </a:lnTo>
                  <a:lnTo>
                    <a:pt x="93635" y="25320"/>
                  </a:lnTo>
                  <a:lnTo>
                    <a:pt x="89813" y="24842"/>
                  </a:lnTo>
                  <a:lnTo>
                    <a:pt x="88858" y="24842"/>
                  </a:lnTo>
                  <a:lnTo>
                    <a:pt x="86947" y="23409"/>
                  </a:lnTo>
                  <a:lnTo>
                    <a:pt x="85036" y="21975"/>
                  </a:lnTo>
                  <a:lnTo>
                    <a:pt x="83125" y="21975"/>
                  </a:lnTo>
                  <a:lnTo>
                    <a:pt x="81692" y="21975"/>
                  </a:lnTo>
                  <a:lnTo>
                    <a:pt x="69271" y="21975"/>
                  </a:lnTo>
                  <a:lnTo>
                    <a:pt x="64972" y="22453"/>
                  </a:lnTo>
                  <a:lnTo>
                    <a:pt x="60672" y="22931"/>
                  </a:lnTo>
                  <a:lnTo>
                    <a:pt x="58283" y="22453"/>
                  </a:lnTo>
                  <a:lnTo>
                    <a:pt x="55895" y="21975"/>
                  </a:lnTo>
                  <a:lnTo>
                    <a:pt x="53984" y="21498"/>
                  </a:lnTo>
                  <a:lnTo>
                    <a:pt x="52073" y="21975"/>
                  </a:lnTo>
                  <a:lnTo>
                    <a:pt x="43951" y="22931"/>
                  </a:lnTo>
                  <a:lnTo>
                    <a:pt x="42040" y="22453"/>
                  </a:lnTo>
                  <a:lnTo>
                    <a:pt x="37741" y="21498"/>
                  </a:lnTo>
                  <a:lnTo>
                    <a:pt x="35352" y="21020"/>
                  </a:lnTo>
                  <a:lnTo>
                    <a:pt x="32963" y="21498"/>
                  </a:lnTo>
                  <a:lnTo>
                    <a:pt x="30575" y="22453"/>
                  </a:lnTo>
                  <a:lnTo>
                    <a:pt x="30097" y="23409"/>
                  </a:lnTo>
                  <a:lnTo>
                    <a:pt x="27709" y="25798"/>
                  </a:lnTo>
                  <a:lnTo>
                    <a:pt x="26275" y="27708"/>
                  </a:lnTo>
                  <a:lnTo>
                    <a:pt x="25320" y="30097"/>
                  </a:lnTo>
                  <a:lnTo>
                    <a:pt x="24842" y="32486"/>
                  </a:lnTo>
                  <a:lnTo>
                    <a:pt x="24365" y="34397"/>
                  </a:lnTo>
                  <a:lnTo>
                    <a:pt x="24365" y="36307"/>
                  </a:lnTo>
                  <a:lnTo>
                    <a:pt x="24365" y="38696"/>
                  </a:lnTo>
                  <a:lnTo>
                    <a:pt x="25320" y="40607"/>
                  </a:lnTo>
                  <a:lnTo>
                    <a:pt x="25798" y="42518"/>
                  </a:lnTo>
                  <a:lnTo>
                    <a:pt x="28664" y="46340"/>
                  </a:lnTo>
                  <a:lnTo>
                    <a:pt x="29142" y="46817"/>
                  </a:lnTo>
                  <a:lnTo>
                    <a:pt x="32486" y="48251"/>
                  </a:lnTo>
                  <a:lnTo>
                    <a:pt x="34397" y="49684"/>
                  </a:lnTo>
                  <a:lnTo>
                    <a:pt x="35830" y="53506"/>
                  </a:lnTo>
                  <a:lnTo>
                    <a:pt x="37263" y="55417"/>
                  </a:lnTo>
                  <a:lnTo>
                    <a:pt x="38218" y="55417"/>
                  </a:lnTo>
                  <a:lnTo>
                    <a:pt x="39652" y="55417"/>
                  </a:lnTo>
                  <a:lnTo>
                    <a:pt x="42040" y="55417"/>
                  </a:lnTo>
                  <a:lnTo>
                    <a:pt x="44429" y="56372"/>
                  </a:lnTo>
                  <a:lnTo>
                    <a:pt x="46818" y="54939"/>
                  </a:lnTo>
                  <a:lnTo>
                    <a:pt x="47773" y="52550"/>
                  </a:lnTo>
                  <a:lnTo>
                    <a:pt x="49206" y="51117"/>
                  </a:lnTo>
                  <a:lnTo>
                    <a:pt x="52073" y="47773"/>
                  </a:lnTo>
                  <a:lnTo>
                    <a:pt x="53984" y="46340"/>
                  </a:lnTo>
                  <a:lnTo>
                    <a:pt x="54939" y="45862"/>
                  </a:lnTo>
                  <a:lnTo>
                    <a:pt x="56372" y="45862"/>
                  </a:lnTo>
                  <a:lnTo>
                    <a:pt x="57328" y="46817"/>
                  </a:lnTo>
                  <a:lnTo>
                    <a:pt x="58283" y="47295"/>
                  </a:lnTo>
                  <a:lnTo>
                    <a:pt x="60672" y="47773"/>
                  </a:lnTo>
                  <a:lnTo>
                    <a:pt x="63061" y="47773"/>
                  </a:lnTo>
                  <a:lnTo>
                    <a:pt x="65449" y="46340"/>
                  </a:lnTo>
                  <a:lnTo>
                    <a:pt x="66405" y="45862"/>
                  </a:lnTo>
                  <a:lnTo>
                    <a:pt x="66882" y="44907"/>
                  </a:lnTo>
                  <a:lnTo>
                    <a:pt x="69271" y="44429"/>
                  </a:lnTo>
                  <a:lnTo>
                    <a:pt x="74048" y="44429"/>
                  </a:lnTo>
                  <a:lnTo>
                    <a:pt x="76437" y="44429"/>
                  </a:lnTo>
                  <a:lnTo>
                    <a:pt x="81214" y="44429"/>
                  </a:lnTo>
                  <a:lnTo>
                    <a:pt x="81214" y="43951"/>
                  </a:lnTo>
                  <a:lnTo>
                    <a:pt x="80259" y="42996"/>
                  </a:lnTo>
                  <a:lnTo>
                    <a:pt x="80259" y="42518"/>
                  </a:lnTo>
                  <a:lnTo>
                    <a:pt x="80736" y="42040"/>
                  </a:lnTo>
                  <a:lnTo>
                    <a:pt x="84081" y="41563"/>
                  </a:lnTo>
                  <a:lnTo>
                    <a:pt x="86947" y="41085"/>
                  </a:lnTo>
                  <a:lnTo>
                    <a:pt x="88858" y="41563"/>
                  </a:lnTo>
                  <a:lnTo>
                    <a:pt x="90769" y="42518"/>
                  </a:lnTo>
                  <a:lnTo>
                    <a:pt x="91724" y="43473"/>
                  </a:lnTo>
                  <a:lnTo>
                    <a:pt x="92202" y="44907"/>
                  </a:lnTo>
                  <a:lnTo>
                    <a:pt x="91247" y="48251"/>
                  </a:lnTo>
                  <a:lnTo>
                    <a:pt x="90769" y="48728"/>
                  </a:lnTo>
                  <a:lnTo>
                    <a:pt x="89336" y="49206"/>
                  </a:lnTo>
                  <a:lnTo>
                    <a:pt x="87902" y="48728"/>
                  </a:lnTo>
                  <a:lnTo>
                    <a:pt x="86469" y="47295"/>
                  </a:lnTo>
                  <a:lnTo>
                    <a:pt x="84558" y="46340"/>
                  </a:lnTo>
                  <a:lnTo>
                    <a:pt x="81692" y="46817"/>
                  </a:lnTo>
                  <a:lnTo>
                    <a:pt x="80259" y="47295"/>
                  </a:lnTo>
                  <a:lnTo>
                    <a:pt x="79781" y="48251"/>
                  </a:lnTo>
                  <a:lnTo>
                    <a:pt x="77870" y="49684"/>
                  </a:lnTo>
                  <a:lnTo>
                    <a:pt x="76437" y="52073"/>
                  </a:lnTo>
                  <a:lnTo>
                    <a:pt x="73570" y="54939"/>
                  </a:lnTo>
                  <a:lnTo>
                    <a:pt x="70227" y="57805"/>
                  </a:lnTo>
                  <a:lnTo>
                    <a:pt x="68316" y="58761"/>
                  </a:lnTo>
                  <a:lnTo>
                    <a:pt x="66882" y="59239"/>
                  </a:lnTo>
                  <a:lnTo>
                    <a:pt x="60672" y="61149"/>
                  </a:lnTo>
                  <a:lnTo>
                    <a:pt x="59239" y="62582"/>
                  </a:lnTo>
                  <a:lnTo>
                    <a:pt x="57806" y="64493"/>
                  </a:lnTo>
                  <a:lnTo>
                    <a:pt x="56850" y="64971"/>
                  </a:lnTo>
                  <a:lnTo>
                    <a:pt x="54939" y="64971"/>
                  </a:lnTo>
                  <a:lnTo>
                    <a:pt x="53984" y="64971"/>
                  </a:lnTo>
                  <a:lnTo>
                    <a:pt x="51595" y="64016"/>
                  </a:lnTo>
                  <a:lnTo>
                    <a:pt x="50640" y="64493"/>
                  </a:lnTo>
                  <a:lnTo>
                    <a:pt x="50640" y="65927"/>
                  </a:lnTo>
                  <a:lnTo>
                    <a:pt x="52073" y="66405"/>
                  </a:lnTo>
                  <a:lnTo>
                    <a:pt x="53506" y="67838"/>
                  </a:lnTo>
                  <a:lnTo>
                    <a:pt x="54939" y="69748"/>
                  </a:lnTo>
                  <a:lnTo>
                    <a:pt x="55895" y="70226"/>
                  </a:lnTo>
                  <a:lnTo>
                    <a:pt x="58283" y="70704"/>
                  </a:lnTo>
                  <a:lnTo>
                    <a:pt x="59239" y="71182"/>
                  </a:lnTo>
                  <a:lnTo>
                    <a:pt x="60672" y="73093"/>
                  </a:lnTo>
                  <a:lnTo>
                    <a:pt x="63061" y="76437"/>
                  </a:lnTo>
                  <a:lnTo>
                    <a:pt x="64016" y="78825"/>
                  </a:lnTo>
                  <a:lnTo>
                    <a:pt x="65449" y="80258"/>
                  </a:lnTo>
                  <a:lnTo>
                    <a:pt x="69271" y="83125"/>
                  </a:lnTo>
                  <a:lnTo>
                    <a:pt x="69749" y="84080"/>
                  </a:lnTo>
                  <a:lnTo>
                    <a:pt x="69271" y="85036"/>
                  </a:lnTo>
                  <a:lnTo>
                    <a:pt x="69749" y="85991"/>
                  </a:lnTo>
                  <a:lnTo>
                    <a:pt x="71182" y="87424"/>
                  </a:lnTo>
                  <a:lnTo>
                    <a:pt x="71659" y="88380"/>
                  </a:lnTo>
                  <a:lnTo>
                    <a:pt x="69749" y="89813"/>
                  </a:lnTo>
                  <a:lnTo>
                    <a:pt x="69749" y="91724"/>
                  </a:lnTo>
                  <a:lnTo>
                    <a:pt x="68793" y="94590"/>
                  </a:lnTo>
                  <a:lnTo>
                    <a:pt x="68793" y="95546"/>
                  </a:lnTo>
                  <a:lnTo>
                    <a:pt x="68793" y="96024"/>
                  </a:lnTo>
                  <a:lnTo>
                    <a:pt x="69271" y="96979"/>
                  </a:lnTo>
                  <a:lnTo>
                    <a:pt x="70227" y="97457"/>
                  </a:lnTo>
                  <a:lnTo>
                    <a:pt x="71182" y="97935"/>
                  </a:lnTo>
                  <a:lnTo>
                    <a:pt x="72138" y="98412"/>
                  </a:lnTo>
                  <a:lnTo>
                    <a:pt x="74048" y="100323"/>
                  </a:lnTo>
                  <a:lnTo>
                    <a:pt x="75004" y="100801"/>
                  </a:lnTo>
                  <a:lnTo>
                    <a:pt x="75481" y="101756"/>
                  </a:lnTo>
                  <a:lnTo>
                    <a:pt x="75481" y="102712"/>
                  </a:lnTo>
                  <a:lnTo>
                    <a:pt x="76437" y="103189"/>
                  </a:lnTo>
                  <a:lnTo>
                    <a:pt x="77393" y="104623"/>
                  </a:lnTo>
                  <a:lnTo>
                    <a:pt x="78348" y="104623"/>
                  </a:lnTo>
                  <a:lnTo>
                    <a:pt x="79304" y="104623"/>
                  </a:lnTo>
                  <a:lnTo>
                    <a:pt x="79304" y="104145"/>
                  </a:lnTo>
                  <a:lnTo>
                    <a:pt x="80259" y="104145"/>
                  </a:lnTo>
                  <a:lnTo>
                    <a:pt x="81214" y="105100"/>
                  </a:lnTo>
                  <a:lnTo>
                    <a:pt x="81214" y="106056"/>
                  </a:lnTo>
                  <a:lnTo>
                    <a:pt x="81214" y="107012"/>
                  </a:lnTo>
                  <a:lnTo>
                    <a:pt x="81214" y="109400"/>
                  </a:lnTo>
                  <a:lnTo>
                    <a:pt x="80736" y="110355"/>
                  </a:lnTo>
                  <a:lnTo>
                    <a:pt x="79781" y="109878"/>
                  </a:lnTo>
                  <a:lnTo>
                    <a:pt x="77870" y="109400"/>
                  </a:lnTo>
                  <a:lnTo>
                    <a:pt x="77870" y="109878"/>
                  </a:lnTo>
                  <a:lnTo>
                    <a:pt x="77870" y="110355"/>
                  </a:lnTo>
                  <a:lnTo>
                    <a:pt x="76915" y="110833"/>
                  </a:lnTo>
                  <a:lnTo>
                    <a:pt x="75959" y="110833"/>
                  </a:lnTo>
                  <a:lnTo>
                    <a:pt x="73093" y="110833"/>
                  </a:lnTo>
                  <a:lnTo>
                    <a:pt x="67838" y="111789"/>
                  </a:lnTo>
                  <a:lnTo>
                    <a:pt x="65927" y="112744"/>
                  </a:lnTo>
                  <a:lnTo>
                    <a:pt x="64493" y="114177"/>
                  </a:lnTo>
                  <a:lnTo>
                    <a:pt x="64493" y="115133"/>
                  </a:lnTo>
                  <a:lnTo>
                    <a:pt x="64972" y="117521"/>
                  </a:lnTo>
                  <a:lnTo>
                    <a:pt x="64493" y="117999"/>
                  </a:lnTo>
                  <a:lnTo>
                    <a:pt x="62105" y="118477"/>
                  </a:lnTo>
                  <a:lnTo>
                    <a:pt x="58761" y="117999"/>
                  </a:lnTo>
                  <a:lnTo>
                    <a:pt x="56372" y="117044"/>
                  </a:lnTo>
                  <a:lnTo>
                    <a:pt x="55417" y="116566"/>
                  </a:lnTo>
                  <a:lnTo>
                    <a:pt x="53984" y="115611"/>
                  </a:lnTo>
                  <a:lnTo>
                    <a:pt x="53506" y="113700"/>
                  </a:lnTo>
                  <a:lnTo>
                    <a:pt x="54461" y="107967"/>
                  </a:lnTo>
                  <a:lnTo>
                    <a:pt x="54939" y="107489"/>
                  </a:lnTo>
                  <a:lnTo>
                    <a:pt x="55417" y="107012"/>
                  </a:lnTo>
                  <a:lnTo>
                    <a:pt x="55895" y="106056"/>
                  </a:lnTo>
                  <a:lnTo>
                    <a:pt x="55895" y="104623"/>
                  </a:lnTo>
                  <a:lnTo>
                    <a:pt x="54461" y="103189"/>
                  </a:lnTo>
                  <a:lnTo>
                    <a:pt x="52073" y="102712"/>
                  </a:lnTo>
                  <a:lnTo>
                    <a:pt x="50162" y="101756"/>
                  </a:lnTo>
                  <a:lnTo>
                    <a:pt x="42040" y="95068"/>
                  </a:lnTo>
                  <a:lnTo>
                    <a:pt x="41563" y="94113"/>
                  </a:lnTo>
                  <a:lnTo>
                    <a:pt x="41563" y="93157"/>
                  </a:lnTo>
                  <a:lnTo>
                    <a:pt x="42040" y="92202"/>
                  </a:lnTo>
                  <a:lnTo>
                    <a:pt x="44429" y="88858"/>
                  </a:lnTo>
                  <a:lnTo>
                    <a:pt x="44907" y="87902"/>
                  </a:lnTo>
                  <a:lnTo>
                    <a:pt x="45384" y="85036"/>
                  </a:lnTo>
                  <a:lnTo>
                    <a:pt x="44907" y="82647"/>
                  </a:lnTo>
                  <a:lnTo>
                    <a:pt x="44907" y="80258"/>
                  </a:lnTo>
                  <a:lnTo>
                    <a:pt x="43474" y="78825"/>
                  </a:lnTo>
                  <a:lnTo>
                    <a:pt x="41563" y="78348"/>
                  </a:lnTo>
                  <a:lnTo>
                    <a:pt x="39174" y="78348"/>
                  </a:lnTo>
                  <a:lnTo>
                    <a:pt x="36786" y="78825"/>
                  </a:lnTo>
                  <a:lnTo>
                    <a:pt x="34874" y="80258"/>
                  </a:lnTo>
                  <a:lnTo>
                    <a:pt x="30575" y="82647"/>
                  </a:lnTo>
                  <a:lnTo>
                    <a:pt x="29142" y="84080"/>
                  </a:lnTo>
                  <a:lnTo>
                    <a:pt x="29142" y="85991"/>
                  </a:lnTo>
                  <a:lnTo>
                    <a:pt x="30097" y="87902"/>
                  </a:lnTo>
                  <a:lnTo>
                    <a:pt x="31052" y="89335"/>
                  </a:lnTo>
                  <a:lnTo>
                    <a:pt x="31531" y="91246"/>
                  </a:lnTo>
                  <a:lnTo>
                    <a:pt x="32486" y="97935"/>
                  </a:lnTo>
                  <a:lnTo>
                    <a:pt x="32486" y="98412"/>
                  </a:lnTo>
                  <a:lnTo>
                    <a:pt x="31531" y="100323"/>
                  </a:lnTo>
                  <a:lnTo>
                    <a:pt x="31052" y="104623"/>
                  </a:lnTo>
                  <a:lnTo>
                    <a:pt x="31531" y="110355"/>
                  </a:lnTo>
                  <a:lnTo>
                    <a:pt x="32486" y="114177"/>
                  </a:lnTo>
                  <a:lnTo>
                    <a:pt x="32008" y="116088"/>
                  </a:lnTo>
                  <a:lnTo>
                    <a:pt x="30097" y="120388"/>
                  </a:lnTo>
                  <a:lnTo>
                    <a:pt x="29620" y="122777"/>
                  </a:lnTo>
                  <a:lnTo>
                    <a:pt x="29620" y="123732"/>
                  </a:lnTo>
                  <a:lnTo>
                    <a:pt x="31531" y="128031"/>
                  </a:lnTo>
                  <a:lnTo>
                    <a:pt x="32008" y="129942"/>
                  </a:lnTo>
                  <a:lnTo>
                    <a:pt x="32486" y="131853"/>
                  </a:lnTo>
                  <a:lnTo>
                    <a:pt x="30097" y="130898"/>
                  </a:lnTo>
                  <a:lnTo>
                    <a:pt x="29142" y="130898"/>
                  </a:lnTo>
                  <a:lnTo>
                    <a:pt x="27709" y="131376"/>
                  </a:lnTo>
                  <a:lnTo>
                    <a:pt x="25320" y="131376"/>
                  </a:lnTo>
                  <a:lnTo>
                    <a:pt x="22931" y="131853"/>
                  </a:lnTo>
                  <a:lnTo>
                    <a:pt x="21976" y="131853"/>
                  </a:lnTo>
                  <a:lnTo>
                    <a:pt x="20543" y="133287"/>
                  </a:lnTo>
                  <a:lnTo>
                    <a:pt x="19109" y="133764"/>
                  </a:lnTo>
                  <a:lnTo>
                    <a:pt x="18154" y="133764"/>
                  </a:lnTo>
                  <a:lnTo>
                    <a:pt x="15288" y="132331"/>
                  </a:lnTo>
                  <a:lnTo>
                    <a:pt x="13377" y="130420"/>
                  </a:lnTo>
                  <a:lnTo>
                    <a:pt x="11466" y="128987"/>
                  </a:lnTo>
                  <a:lnTo>
                    <a:pt x="11466" y="127076"/>
                  </a:lnTo>
                  <a:lnTo>
                    <a:pt x="11943" y="124687"/>
                  </a:lnTo>
                  <a:lnTo>
                    <a:pt x="12899" y="122777"/>
                  </a:lnTo>
                  <a:lnTo>
                    <a:pt x="14332" y="118955"/>
                  </a:lnTo>
                  <a:lnTo>
                    <a:pt x="14332" y="116566"/>
                  </a:lnTo>
                  <a:lnTo>
                    <a:pt x="14810" y="114655"/>
                  </a:lnTo>
                  <a:lnTo>
                    <a:pt x="15765" y="112744"/>
                  </a:lnTo>
                  <a:lnTo>
                    <a:pt x="16243" y="110833"/>
                  </a:lnTo>
                  <a:lnTo>
                    <a:pt x="16243" y="103667"/>
                  </a:lnTo>
                  <a:lnTo>
                    <a:pt x="16243" y="103189"/>
                  </a:lnTo>
                  <a:lnTo>
                    <a:pt x="13854" y="98890"/>
                  </a:lnTo>
                  <a:lnTo>
                    <a:pt x="13377" y="97935"/>
                  </a:lnTo>
                  <a:lnTo>
                    <a:pt x="13377" y="96979"/>
                  </a:lnTo>
                  <a:lnTo>
                    <a:pt x="13854" y="96024"/>
                  </a:lnTo>
                  <a:lnTo>
                    <a:pt x="13854" y="95068"/>
                  </a:lnTo>
                  <a:lnTo>
                    <a:pt x="13377" y="94113"/>
                  </a:lnTo>
                  <a:lnTo>
                    <a:pt x="12421" y="93635"/>
                  </a:lnTo>
                  <a:lnTo>
                    <a:pt x="11466" y="93157"/>
                  </a:lnTo>
                  <a:lnTo>
                    <a:pt x="9077" y="93635"/>
                  </a:lnTo>
                  <a:lnTo>
                    <a:pt x="3822" y="94590"/>
                  </a:lnTo>
                  <a:lnTo>
                    <a:pt x="2389" y="93635"/>
                  </a:lnTo>
                  <a:lnTo>
                    <a:pt x="1433" y="92202"/>
                  </a:lnTo>
                  <a:lnTo>
                    <a:pt x="956" y="89813"/>
                  </a:lnTo>
                  <a:lnTo>
                    <a:pt x="478" y="87902"/>
                  </a:lnTo>
                  <a:lnTo>
                    <a:pt x="478" y="85514"/>
                  </a:lnTo>
                  <a:lnTo>
                    <a:pt x="1433" y="83603"/>
                  </a:lnTo>
                  <a:lnTo>
                    <a:pt x="956" y="82170"/>
                  </a:lnTo>
                  <a:lnTo>
                    <a:pt x="0" y="80736"/>
                  </a:lnTo>
                  <a:lnTo>
                    <a:pt x="0" y="79781"/>
                  </a:lnTo>
                  <a:lnTo>
                    <a:pt x="478" y="79303"/>
                  </a:lnTo>
                  <a:lnTo>
                    <a:pt x="956" y="78825"/>
                  </a:lnTo>
                  <a:lnTo>
                    <a:pt x="2389" y="78348"/>
                  </a:lnTo>
                  <a:lnTo>
                    <a:pt x="3344" y="77870"/>
                  </a:lnTo>
                  <a:lnTo>
                    <a:pt x="5733" y="75481"/>
                  </a:lnTo>
                  <a:lnTo>
                    <a:pt x="6688" y="73570"/>
                  </a:lnTo>
                  <a:lnTo>
                    <a:pt x="6688" y="71659"/>
                  </a:lnTo>
                  <a:lnTo>
                    <a:pt x="7644" y="69271"/>
                  </a:lnTo>
                  <a:lnTo>
                    <a:pt x="9077" y="67360"/>
                  </a:lnTo>
                  <a:lnTo>
                    <a:pt x="10510" y="65449"/>
                  </a:lnTo>
                  <a:lnTo>
                    <a:pt x="10988" y="63538"/>
                  </a:lnTo>
                  <a:lnTo>
                    <a:pt x="10033" y="60672"/>
                  </a:lnTo>
                  <a:lnTo>
                    <a:pt x="10510" y="59239"/>
                  </a:lnTo>
                  <a:lnTo>
                    <a:pt x="10510" y="57805"/>
                  </a:lnTo>
                  <a:lnTo>
                    <a:pt x="10033" y="56372"/>
                  </a:lnTo>
                  <a:lnTo>
                    <a:pt x="11466" y="53028"/>
                  </a:lnTo>
                  <a:lnTo>
                    <a:pt x="14332" y="46817"/>
                  </a:lnTo>
                  <a:lnTo>
                    <a:pt x="17199" y="43951"/>
                  </a:lnTo>
                  <a:lnTo>
                    <a:pt x="18154" y="42996"/>
                  </a:lnTo>
                  <a:lnTo>
                    <a:pt x="19587" y="44429"/>
                  </a:lnTo>
                  <a:lnTo>
                    <a:pt x="21020" y="46340"/>
                  </a:lnTo>
                  <a:lnTo>
                    <a:pt x="21020" y="44429"/>
                  </a:lnTo>
                  <a:lnTo>
                    <a:pt x="20543" y="42996"/>
                  </a:lnTo>
                  <a:lnTo>
                    <a:pt x="19587" y="39651"/>
                  </a:lnTo>
                  <a:lnTo>
                    <a:pt x="18154" y="32486"/>
                  </a:lnTo>
                  <a:lnTo>
                    <a:pt x="18632" y="31530"/>
                  </a:lnTo>
                  <a:lnTo>
                    <a:pt x="19587" y="31530"/>
                  </a:lnTo>
                  <a:lnTo>
                    <a:pt x="20543" y="31052"/>
                  </a:lnTo>
                  <a:lnTo>
                    <a:pt x="21020" y="30097"/>
                  </a:lnTo>
                  <a:lnTo>
                    <a:pt x="20065" y="27231"/>
                  </a:lnTo>
                  <a:lnTo>
                    <a:pt x="20065" y="26275"/>
                  </a:lnTo>
                  <a:lnTo>
                    <a:pt x="21976" y="22931"/>
                  </a:lnTo>
                  <a:lnTo>
                    <a:pt x="23886" y="21498"/>
                  </a:lnTo>
                  <a:lnTo>
                    <a:pt x="24842" y="20542"/>
                  </a:lnTo>
                  <a:lnTo>
                    <a:pt x="24842" y="18154"/>
                  </a:lnTo>
                  <a:lnTo>
                    <a:pt x="25798" y="17198"/>
                  </a:lnTo>
                  <a:lnTo>
                    <a:pt x="26753" y="16721"/>
                  </a:lnTo>
                  <a:lnTo>
                    <a:pt x="28664" y="15287"/>
                  </a:lnTo>
                  <a:lnTo>
                    <a:pt x="29142" y="13376"/>
                  </a:lnTo>
                  <a:lnTo>
                    <a:pt x="29620" y="12899"/>
                  </a:lnTo>
                  <a:lnTo>
                    <a:pt x="30097" y="12899"/>
                  </a:lnTo>
                  <a:lnTo>
                    <a:pt x="31052" y="14809"/>
                  </a:lnTo>
                  <a:lnTo>
                    <a:pt x="32008" y="15287"/>
                  </a:lnTo>
                  <a:lnTo>
                    <a:pt x="33919" y="15765"/>
                  </a:lnTo>
                  <a:lnTo>
                    <a:pt x="35830" y="15287"/>
                  </a:lnTo>
                  <a:lnTo>
                    <a:pt x="36308" y="14332"/>
                  </a:lnTo>
                  <a:lnTo>
                    <a:pt x="36786" y="13854"/>
                  </a:lnTo>
                  <a:lnTo>
                    <a:pt x="38218" y="12899"/>
                  </a:lnTo>
                  <a:lnTo>
                    <a:pt x="38697" y="11943"/>
                  </a:lnTo>
                  <a:lnTo>
                    <a:pt x="39652" y="10032"/>
                  </a:lnTo>
                  <a:lnTo>
                    <a:pt x="41085" y="8121"/>
                  </a:lnTo>
                  <a:lnTo>
                    <a:pt x="42040" y="7644"/>
                  </a:lnTo>
                  <a:lnTo>
                    <a:pt x="42996" y="7166"/>
                  </a:lnTo>
                  <a:lnTo>
                    <a:pt x="44429" y="6688"/>
                  </a:lnTo>
                  <a:lnTo>
                    <a:pt x="45384" y="6688"/>
                  </a:lnTo>
                  <a:lnTo>
                    <a:pt x="47773" y="8121"/>
                  </a:lnTo>
                  <a:lnTo>
                    <a:pt x="49206" y="8121"/>
                  </a:lnTo>
                  <a:lnTo>
                    <a:pt x="50640" y="8121"/>
                  </a:lnTo>
                  <a:lnTo>
                    <a:pt x="51595" y="8121"/>
                  </a:lnTo>
                  <a:lnTo>
                    <a:pt x="52550" y="8599"/>
                  </a:lnTo>
                  <a:lnTo>
                    <a:pt x="53028" y="10032"/>
                  </a:lnTo>
                  <a:lnTo>
                    <a:pt x="53984" y="10988"/>
                  </a:lnTo>
                  <a:lnTo>
                    <a:pt x="54461" y="10988"/>
                  </a:lnTo>
                  <a:lnTo>
                    <a:pt x="55417" y="11466"/>
                  </a:lnTo>
                  <a:lnTo>
                    <a:pt x="60672" y="10988"/>
                  </a:lnTo>
                  <a:lnTo>
                    <a:pt x="65449" y="11943"/>
                  </a:lnTo>
                  <a:lnTo>
                    <a:pt x="72138" y="12421"/>
                  </a:lnTo>
                  <a:lnTo>
                    <a:pt x="74526" y="12899"/>
                  </a:lnTo>
                  <a:lnTo>
                    <a:pt x="76437" y="13854"/>
                  </a:lnTo>
                  <a:lnTo>
                    <a:pt x="79304" y="15287"/>
                  </a:lnTo>
                  <a:lnTo>
                    <a:pt x="80259" y="15287"/>
                  </a:lnTo>
                  <a:lnTo>
                    <a:pt x="81214" y="15287"/>
                  </a:lnTo>
                  <a:lnTo>
                    <a:pt x="82647" y="13854"/>
                  </a:lnTo>
                  <a:lnTo>
                    <a:pt x="83603" y="13854"/>
                  </a:lnTo>
                  <a:lnTo>
                    <a:pt x="84558" y="13854"/>
                  </a:lnTo>
                  <a:lnTo>
                    <a:pt x="88858" y="13854"/>
                  </a:lnTo>
                  <a:lnTo>
                    <a:pt x="100323" y="15765"/>
                  </a:lnTo>
                  <a:lnTo>
                    <a:pt x="101757" y="15287"/>
                  </a:lnTo>
                  <a:lnTo>
                    <a:pt x="108445" y="12421"/>
                  </a:lnTo>
                  <a:lnTo>
                    <a:pt x="111311" y="9077"/>
                  </a:lnTo>
                  <a:lnTo>
                    <a:pt x="113700" y="8599"/>
                  </a:lnTo>
                  <a:lnTo>
                    <a:pt x="114655" y="7166"/>
                  </a:lnTo>
                  <a:lnTo>
                    <a:pt x="115133" y="5733"/>
                  </a:lnTo>
                  <a:lnTo>
                    <a:pt x="116088" y="5255"/>
                  </a:lnTo>
                  <a:lnTo>
                    <a:pt x="118000" y="4777"/>
                  </a:lnTo>
                  <a:lnTo>
                    <a:pt x="118955" y="4300"/>
                  </a:lnTo>
                  <a:lnTo>
                    <a:pt x="120388" y="2389"/>
                  </a:lnTo>
                  <a:lnTo>
                    <a:pt x="121821" y="478"/>
                  </a:lnTo>
                  <a:lnTo>
                    <a:pt x="122777" y="0"/>
                  </a:lnTo>
                  <a:lnTo>
                    <a:pt x="125165" y="478"/>
                  </a:lnTo>
                  <a:lnTo>
                    <a:pt x="1261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" name="Freeform 523">
              <a:extLst>
                <a:ext uri="{FF2B5EF4-FFF2-40B4-BE49-F238E27FC236}">
                  <a16:creationId xmlns:a16="http://schemas.microsoft.com/office/drawing/2014/main" id="{F247AA5D-6184-1BAC-01BC-3838B85C84B5}"/>
                </a:ext>
              </a:extLst>
            </p:cNvPr>
            <p:cNvSpPr/>
            <p:nvPr/>
          </p:nvSpPr>
          <p:spPr>
            <a:xfrm>
              <a:off x="8364259" y="4998603"/>
              <a:ext cx="2388" cy="3344"/>
            </a:xfrm>
            <a:custGeom>
              <a:avLst/>
              <a:gdLst>
                <a:gd name="csX0" fmla="*/ 2389 w 2388"/>
                <a:gd name="csY0" fmla="*/ 478 h 3344"/>
                <a:gd name="csX1" fmla="*/ 2389 w 2388"/>
                <a:gd name="csY1" fmla="*/ 1911 h 3344"/>
                <a:gd name="csX2" fmla="*/ 2389 w 2388"/>
                <a:gd name="csY2" fmla="*/ 2389 h 3344"/>
                <a:gd name="csX3" fmla="*/ 955 w 2388"/>
                <a:gd name="csY3" fmla="*/ 3344 h 3344"/>
                <a:gd name="csX4" fmla="*/ 0 w 2388"/>
                <a:gd name="csY4" fmla="*/ 2389 h 3344"/>
                <a:gd name="csX5" fmla="*/ 955 w 2388"/>
                <a:gd name="csY5" fmla="*/ 478 h 3344"/>
                <a:gd name="csX6" fmla="*/ 1433 w 2388"/>
                <a:gd name="csY6" fmla="*/ 0 h 3344"/>
                <a:gd name="csX7" fmla="*/ 2389 w 2388"/>
                <a:gd name="csY7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3344">
                  <a:moveTo>
                    <a:pt x="2389" y="478"/>
                  </a:moveTo>
                  <a:lnTo>
                    <a:pt x="2389" y="1911"/>
                  </a:lnTo>
                  <a:lnTo>
                    <a:pt x="2389" y="2389"/>
                  </a:lnTo>
                  <a:lnTo>
                    <a:pt x="955" y="3344"/>
                  </a:lnTo>
                  <a:lnTo>
                    <a:pt x="0" y="2389"/>
                  </a:lnTo>
                  <a:lnTo>
                    <a:pt x="955" y="478"/>
                  </a:lnTo>
                  <a:lnTo>
                    <a:pt x="1433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" name="Freeform 524">
              <a:extLst>
                <a:ext uri="{FF2B5EF4-FFF2-40B4-BE49-F238E27FC236}">
                  <a16:creationId xmlns:a16="http://schemas.microsoft.com/office/drawing/2014/main" id="{D9D85631-5AF7-79E5-1B34-172319AF5A0C}"/>
                </a:ext>
              </a:extLst>
            </p:cNvPr>
            <p:cNvSpPr/>
            <p:nvPr/>
          </p:nvSpPr>
          <p:spPr>
            <a:xfrm>
              <a:off x="8364259" y="3592645"/>
              <a:ext cx="1910" cy="955"/>
            </a:xfrm>
            <a:custGeom>
              <a:avLst/>
              <a:gdLst>
                <a:gd name="csX0" fmla="*/ 1910 w 1910"/>
                <a:gd name="csY0" fmla="*/ 956 h 955"/>
                <a:gd name="csX1" fmla="*/ 0 w 1910"/>
                <a:gd name="csY1" fmla="*/ 0 h 955"/>
                <a:gd name="csX2" fmla="*/ 0 w 1910"/>
                <a:gd name="csY2" fmla="*/ 0 h 955"/>
                <a:gd name="csX3" fmla="*/ 1910 w 1910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955">
                  <a:moveTo>
                    <a:pt x="1910" y="9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1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" name="Freeform 525">
              <a:extLst>
                <a:ext uri="{FF2B5EF4-FFF2-40B4-BE49-F238E27FC236}">
                  <a16:creationId xmlns:a16="http://schemas.microsoft.com/office/drawing/2014/main" id="{F781BFEE-0041-D2C3-ABE7-83816F8EB5B4}"/>
                </a:ext>
              </a:extLst>
            </p:cNvPr>
            <p:cNvSpPr/>
            <p:nvPr/>
          </p:nvSpPr>
          <p:spPr>
            <a:xfrm>
              <a:off x="8334639" y="4896846"/>
              <a:ext cx="31052" cy="25797"/>
            </a:xfrm>
            <a:custGeom>
              <a:avLst/>
              <a:gdLst>
                <a:gd name="csX0" fmla="*/ 31052 w 31052"/>
                <a:gd name="csY0" fmla="*/ 1911 h 25797"/>
                <a:gd name="csX1" fmla="*/ 31052 w 31052"/>
                <a:gd name="csY1" fmla="*/ 3344 h 25797"/>
                <a:gd name="csX2" fmla="*/ 30097 w 31052"/>
                <a:gd name="csY2" fmla="*/ 4299 h 25797"/>
                <a:gd name="csX3" fmla="*/ 27709 w 31052"/>
                <a:gd name="csY3" fmla="*/ 4777 h 25797"/>
                <a:gd name="csX4" fmla="*/ 27231 w 31052"/>
                <a:gd name="csY4" fmla="*/ 4777 h 25797"/>
                <a:gd name="csX5" fmla="*/ 27231 w 31052"/>
                <a:gd name="csY5" fmla="*/ 5733 h 25797"/>
                <a:gd name="csX6" fmla="*/ 27231 w 31052"/>
                <a:gd name="csY6" fmla="*/ 6210 h 25797"/>
                <a:gd name="csX7" fmla="*/ 27709 w 31052"/>
                <a:gd name="csY7" fmla="*/ 7166 h 25797"/>
                <a:gd name="csX8" fmla="*/ 28664 w 31052"/>
                <a:gd name="csY8" fmla="*/ 8121 h 25797"/>
                <a:gd name="csX9" fmla="*/ 29141 w 31052"/>
                <a:gd name="csY9" fmla="*/ 10510 h 25797"/>
                <a:gd name="csX10" fmla="*/ 29141 w 31052"/>
                <a:gd name="csY10" fmla="*/ 10510 h 25797"/>
                <a:gd name="csX11" fmla="*/ 28186 w 31052"/>
                <a:gd name="csY11" fmla="*/ 11465 h 25797"/>
                <a:gd name="csX12" fmla="*/ 27231 w 31052"/>
                <a:gd name="csY12" fmla="*/ 13376 h 25797"/>
                <a:gd name="csX13" fmla="*/ 24842 w 31052"/>
                <a:gd name="csY13" fmla="*/ 14809 h 25797"/>
                <a:gd name="csX14" fmla="*/ 21975 w 31052"/>
                <a:gd name="csY14" fmla="*/ 17676 h 25797"/>
                <a:gd name="csX15" fmla="*/ 20065 w 31052"/>
                <a:gd name="csY15" fmla="*/ 19109 h 25797"/>
                <a:gd name="csX16" fmla="*/ 18154 w 31052"/>
                <a:gd name="csY16" fmla="*/ 21020 h 25797"/>
                <a:gd name="csX17" fmla="*/ 16721 w 31052"/>
                <a:gd name="csY17" fmla="*/ 21975 h 25797"/>
                <a:gd name="csX18" fmla="*/ 14809 w 31052"/>
                <a:gd name="csY18" fmla="*/ 22453 h 25797"/>
                <a:gd name="csX19" fmla="*/ 11466 w 31052"/>
                <a:gd name="csY19" fmla="*/ 22931 h 25797"/>
                <a:gd name="csX20" fmla="*/ 7644 w 31052"/>
                <a:gd name="csY20" fmla="*/ 24842 h 25797"/>
                <a:gd name="csX21" fmla="*/ 5255 w 31052"/>
                <a:gd name="csY21" fmla="*/ 25797 h 25797"/>
                <a:gd name="csX22" fmla="*/ 3344 w 31052"/>
                <a:gd name="csY22" fmla="*/ 25797 h 25797"/>
                <a:gd name="csX23" fmla="*/ 956 w 31052"/>
                <a:gd name="csY23" fmla="*/ 24842 h 25797"/>
                <a:gd name="csX24" fmla="*/ 478 w 31052"/>
                <a:gd name="csY24" fmla="*/ 24364 h 25797"/>
                <a:gd name="csX25" fmla="*/ 478 w 31052"/>
                <a:gd name="csY25" fmla="*/ 23409 h 25797"/>
                <a:gd name="csX26" fmla="*/ 956 w 31052"/>
                <a:gd name="csY26" fmla="*/ 22453 h 25797"/>
                <a:gd name="csX27" fmla="*/ 1911 w 31052"/>
                <a:gd name="csY27" fmla="*/ 21975 h 25797"/>
                <a:gd name="csX28" fmla="*/ 2389 w 31052"/>
                <a:gd name="csY28" fmla="*/ 21020 h 25797"/>
                <a:gd name="csX29" fmla="*/ 0 w 31052"/>
                <a:gd name="csY29" fmla="*/ 19587 h 25797"/>
                <a:gd name="csX30" fmla="*/ 0 w 31052"/>
                <a:gd name="csY30" fmla="*/ 18631 h 25797"/>
                <a:gd name="csX31" fmla="*/ 956 w 31052"/>
                <a:gd name="csY31" fmla="*/ 16243 h 25797"/>
                <a:gd name="csX32" fmla="*/ 1433 w 31052"/>
                <a:gd name="csY32" fmla="*/ 13854 h 25797"/>
                <a:gd name="csX33" fmla="*/ 2389 w 31052"/>
                <a:gd name="csY33" fmla="*/ 12421 h 25797"/>
                <a:gd name="csX34" fmla="*/ 5733 w 31052"/>
                <a:gd name="csY34" fmla="*/ 9555 h 25797"/>
                <a:gd name="csX35" fmla="*/ 7644 w 31052"/>
                <a:gd name="csY35" fmla="*/ 7644 h 25797"/>
                <a:gd name="csX36" fmla="*/ 9077 w 31052"/>
                <a:gd name="csY36" fmla="*/ 7166 h 25797"/>
                <a:gd name="csX37" fmla="*/ 9077 w 31052"/>
                <a:gd name="csY37" fmla="*/ 8121 h 25797"/>
                <a:gd name="csX38" fmla="*/ 10032 w 31052"/>
                <a:gd name="csY38" fmla="*/ 8599 h 25797"/>
                <a:gd name="csX39" fmla="*/ 10510 w 31052"/>
                <a:gd name="csY39" fmla="*/ 8599 h 25797"/>
                <a:gd name="csX40" fmla="*/ 10510 w 31052"/>
                <a:gd name="csY40" fmla="*/ 8599 h 25797"/>
                <a:gd name="csX41" fmla="*/ 10988 w 31052"/>
                <a:gd name="csY41" fmla="*/ 8599 h 25797"/>
                <a:gd name="csX42" fmla="*/ 13854 w 31052"/>
                <a:gd name="csY42" fmla="*/ 9077 h 25797"/>
                <a:gd name="csX43" fmla="*/ 14332 w 31052"/>
                <a:gd name="csY43" fmla="*/ 8599 h 25797"/>
                <a:gd name="csX44" fmla="*/ 14332 w 31052"/>
                <a:gd name="csY44" fmla="*/ 8599 h 25797"/>
                <a:gd name="csX45" fmla="*/ 15765 w 31052"/>
                <a:gd name="csY45" fmla="*/ 7644 h 25797"/>
                <a:gd name="csX46" fmla="*/ 16243 w 31052"/>
                <a:gd name="csY46" fmla="*/ 6688 h 25797"/>
                <a:gd name="csX47" fmla="*/ 16721 w 31052"/>
                <a:gd name="csY47" fmla="*/ 5255 h 25797"/>
                <a:gd name="csX48" fmla="*/ 16721 w 31052"/>
                <a:gd name="csY48" fmla="*/ 4777 h 25797"/>
                <a:gd name="csX49" fmla="*/ 19587 w 31052"/>
                <a:gd name="csY49" fmla="*/ 3822 h 25797"/>
                <a:gd name="csX50" fmla="*/ 21020 w 31052"/>
                <a:gd name="csY50" fmla="*/ 3344 h 25797"/>
                <a:gd name="csX51" fmla="*/ 21975 w 31052"/>
                <a:gd name="csY51" fmla="*/ 2389 h 25797"/>
                <a:gd name="csX52" fmla="*/ 25798 w 31052"/>
                <a:gd name="csY52" fmla="*/ 478 h 25797"/>
                <a:gd name="csX53" fmla="*/ 26275 w 31052"/>
                <a:gd name="csY53" fmla="*/ 0 h 25797"/>
                <a:gd name="csX54" fmla="*/ 26275 w 31052"/>
                <a:gd name="csY54" fmla="*/ 1433 h 25797"/>
                <a:gd name="csX55" fmla="*/ 26275 w 31052"/>
                <a:gd name="csY55" fmla="*/ 1433 h 25797"/>
                <a:gd name="csX56" fmla="*/ 26753 w 31052"/>
                <a:gd name="csY56" fmla="*/ 1911 h 25797"/>
                <a:gd name="csX57" fmla="*/ 27709 w 31052"/>
                <a:gd name="csY57" fmla="*/ 2389 h 25797"/>
                <a:gd name="csX58" fmla="*/ 30097 w 31052"/>
                <a:gd name="csY58" fmla="*/ 955 h 25797"/>
                <a:gd name="csX59" fmla="*/ 30575 w 31052"/>
                <a:gd name="csY59" fmla="*/ 1433 h 25797"/>
                <a:gd name="csX60" fmla="*/ 31052 w 31052"/>
                <a:gd name="csY60" fmla="*/ 1911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31052" h="25797">
                  <a:moveTo>
                    <a:pt x="31052" y="1911"/>
                  </a:moveTo>
                  <a:lnTo>
                    <a:pt x="31052" y="3344"/>
                  </a:lnTo>
                  <a:lnTo>
                    <a:pt x="30097" y="4299"/>
                  </a:lnTo>
                  <a:lnTo>
                    <a:pt x="27709" y="4777"/>
                  </a:lnTo>
                  <a:lnTo>
                    <a:pt x="27231" y="4777"/>
                  </a:lnTo>
                  <a:lnTo>
                    <a:pt x="27231" y="5733"/>
                  </a:lnTo>
                  <a:lnTo>
                    <a:pt x="27231" y="6210"/>
                  </a:lnTo>
                  <a:lnTo>
                    <a:pt x="27709" y="7166"/>
                  </a:lnTo>
                  <a:lnTo>
                    <a:pt x="28664" y="8121"/>
                  </a:lnTo>
                  <a:lnTo>
                    <a:pt x="29141" y="10510"/>
                  </a:lnTo>
                  <a:lnTo>
                    <a:pt x="29141" y="10510"/>
                  </a:lnTo>
                  <a:lnTo>
                    <a:pt x="28186" y="11465"/>
                  </a:lnTo>
                  <a:lnTo>
                    <a:pt x="27231" y="13376"/>
                  </a:lnTo>
                  <a:lnTo>
                    <a:pt x="24842" y="14809"/>
                  </a:lnTo>
                  <a:lnTo>
                    <a:pt x="21975" y="17676"/>
                  </a:lnTo>
                  <a:lnTo>
                    <a:pt x="20065" y="19109"/>
                  </a:lnTo>
                  <a:lnTo>
                    <a:pt x="18154" y="21020"/>
                  </a:lnTo>
                  <a:lnTo>
                    <a:pt x="16721" y="21975"/>
                  </a:lnTo>
                  <a:lnTo>
                    <a:pt x="14809" y="22453"/>
                  </a:lnTo>
                  <a:lnTo>
                    <a:pt x="11466" y="22931"/>
                  </a:lnTo>
                  <a:lnTo>
                    <a:pt x="7644" y="24842"/>
                  </a:lnTo>
                  <a:lnTo>
                    <a:pt x="5255" y="25797"/>
                  </a:lnTo>
                  <a:lnTo>
                    <a:pt x="3344" y="25797"/>
                  </a:lnTo>
                  <a:lnTo>
                    <a:pt x="956" y="24842"/>
                  </a:lnTo>
                  <a:lnTo>
                    <a:pt x="478" y="24364"/>
                  </a:lnTo>
                  <a:lnTo>
                    <a:pt x="478" y="23409"/>
                  </a:lnTo>
                  <a:lnTo>
                    <a:pt x="956" y="22453"/>
                  </a:lnTo>
                  <a:lnTo>
                    <a:pt x="1911" y="21975"/>
                  </a:lnTo>
                  <a:lnTo>
                    <a:pt x="2389" y="21020"/>
                  </a:lnTo>
                  <a:lnTo>
                    <a:pt x="0" y="19587"/>
                  </a:lnTo>
                  <a:lnTo>
                    <a:pt x="0" y="18631"/>
                  </a:lnTo>
                  <a:lnTo>
                    <a:pt x="956" y="16243"/>
                  </a:lnTo>
                  <a:lnTo>
                    <a:pt x="1433" y="13854"/>
                  </a:lnTo>
                  <a:lnTo>
                    <a:pt x="2389" y="12421"/>
                  </a:lnTo>
                  <a:lnTo>
                    <a:pt x="5733" y="9555"/>
                  </a:lnTo>
                  <a:lnTo>
                    <a:pt x="7644" y="7644"/>
                  </a:lnTo>
                  <a:lnTo>
                    <a:pt x="9077" y="7166"/>
                  </a:lnTo>
                  <a:lnTo>
                    <a:pt x="9077" y="8121"/>
                  </a:lnTo>
                  <a:lnTo>
                    <a:pt x="10032" y="8599"/>
                  </a:lnTo>
                  <a:lnTo>
                    <a:pt x="10510" y="8599"/>
                  </a:lnTo>
                  <a:lnTo>
                    <a:pt x="10510" y="8599"/>
                  </a:lnTo>
                  <a:lnTo>
                    <a:pt x="10988" y="8599"/>
                  </a:lnTo>
                  <a:lnTo>
                    <a:pt x="13854" y="9077"/>
                  </a:lnTo>
                  <a:lnTo>
                    <a:pt x="14332" y="8599"/>
                  </a:lnTo>
                  <a:lnTo>
                    <a:pt x="14332" y="8599"/>
                  </a:lnTo>
                  <a:lnTo>
                    <a:pt x="15765" y="7644"/>
                  </a:lnTo>
                  <a:lnTo>
                    <a:pt x="16243" y="6688"/>
                  </a:lnTo>
                  <a:lnTo>
                    <a:pt x="16721" y="5255"/>
                  </a:lnTo>
                  <a:lnTo>
                    <a:pt x="16721" y="4777"/>
                  </a:lnTo>
                  <a:lnTo>
                    <a:pt x="19587" y="3822"/>
                  </a:lnTo>
                  <a:lnTo>
                    <a:pt x="21020" y="3344"/>
                  </a:lnTo>
                  <a:lnTo>
                    <a:pt x="21975" y="2389"/>
                  </a:lnTo>
                  <a:lnTo>
                    <a:pt x="25798" y="478"/>
                  </a:lnTo>
                  <a:lnTo>
                    <a:pt x="26275" y="0"/>
                  </a:lnTo>
                  <a:lnTo>
                    <a:pt x="26275" y="1433"/>
                  </a:lnTo>
                  <a:lnTo>
                    <a:pt x="26275" y="1433"/>
                  </a:lnTo>
                  <a:lnTo>
                    <a:pt x="26753" y="1911"/>
                  </a:lnTo>
                  <a:lnTo>
                    <a:pt x="27709" y="2389"/>
                  </a:lnTo>
                  <a:lnTo>
                    <a:pt x="30097" y="955"/>
                  </a:lnTo>
                  <a:lnTo>
                    <a:pt x="30575" y="1433"/>
                  </a:lnTo>
                  <a:lnTo>
                    <a:pt x="31052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" name="Freeform 526">
              <a:extLst>
                <a:ext uri="{FF2B5EF4-FFF2-40B4-BE49-F238E27FC236}">
                  <a16:creationId xmlns:a16="http://schemas.microsoft.com/office/drawing/2014/main" id="{E32E7DFE-58AF-9200-964C-1602E9D78574}"/>
                </a:ext>
              </a:extLst>
            </p:cNvPr>
            <p:cNvSpPr/>
            <p:nvPr/>
          </p:nvSpPr>
          <p:spPr>
            <a:xfrm>
              <a:off x="8349927" y="4882037"/>
              <a:ext cx="15287" cy="5732"/>
            </a:xfrm>
            <a:custGeom>
              <a:avLst/>
              <a:gdLst>
                <a:gd name="csX0" fmla="*/ 15287 w 15287"/>
                <a:gd name="csY0" fmla="*/ 1433 h 5732"/>
                <a:gd name="csX1" fmla="*/ 15287 w 15287"/>
                <a:gd name="csY1" fmla="*/ 3344 h 5732"/>
                <a:gd name="csX2" fmla="*/ 14809 w 15287"/>
                <a:gd name="csY2" fmla="*/ 3822 h 5732"/>
                <a:gd name="csX3" fmla="*/ 1433 w 15287"/>
                <a:gd name="csY3" fmla="*/ 5733 h 5732"/>
                <a:gd name="csX4" fmla="*/ 478 w 15287"/>
                <a:gd name="csY4" fmla="*/ 5255 h 5732"/>
                <a:gd name="csX5" fmla="*/ 0 w 15287"/>
                <a:gd name="csY5" fmla="*/ 4777 h 5732"/>
                <a:gd name="csX6" fmla="*/ 1433 w 15287"/>
                <a:gd name="csY6" fmla="*/ 2867 h 5732"/>
                <a:gd name="csX7" fmla="*/ 478 w 15287"/>
                <a:gd name="csY7" fmla="*/ 2389 h 5732"/>
                <a:gd name="csX8" fmla="*/ 1433 w 15287"/>
                <a:gd name="csY8" fmla="*/ 956 h 5732"/>
                <a:gd name="csX9" fmla="*/ 2866 w 15287"/>
                <a:gd name="csY9" fmla="*/ 0 h 5732"/>
                <a:gd name="csX10" fmla="*/ 4299 w 15287"/>
                <a:gd name="csY10" fmla="*/ 0 h 5732"/>
                <a:gd name="csX11" fmla="*/ 4777 w 15287"/>
                <a:gd name="csY11" fmla="*/ 1433 h 5732"/>
                <a:gd name="csX12" fmla="*/ 6210 w 15287"/>
                <a:gd name="csY12" fmla="*/ 478 h 5732"/>
                <a:gd name="csX13" fmla="*/ 7644 w 15287"/>
                <a:gd name="csY13" fmla="*/ 478 h 5732"/>
                <a:gd name="csX14" fmla="*/ 10987 w 15287"/>
                <a:gd name="csY14" fmla="*/ 478 h 5732"/>
                <a:gd name="csX15" fmla="*/ 13854 w 15287"/>
                <a:gd name="csY15" fmla="*/ 956 h 5732"/>
                <a:gd name="csX16" fmla="*/ 15287 w 15287"/>
                <a:gd name="csY16" fmla="*/ 14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5287" h="5732">
                  <a:moveTo>
                    <a:pt x="15287" y="1433"/>
                  </a:moveTo>
                  <a:lnTo>
                    <a:pt x="15287" y="3344"/>
                  </a:lnTo>
                  <a:lnTo>
                    <a:pt x="14809" y="3822"/>
                  </a:lnTo>
                  <a:lnTo>
                    <a:pt x="1433" y="5733"/>
                  </a:lnTo>
                  <a:lnTo>
                    <a:pt x="478" y="5255"/>
                  </a:lnTo>
                  <a:lnTo>
                    <a:pt x="0" y="4777"/>
                  </a:lnTo>
                  <a:lnTo>
                    <a:pt x="1433" y="2867"/>
                  </a:lnTo>
                  <a:lnTo>
                    <a:pt x="478" y="2389"/>
                  </a:lnTo>
                  <a:lnTo>
                    <a:pt x="1433" y="956"/>
                  </a:lnTo>
                  <a:lnTo>
                    <a:pt x="2866" y="0"/>
                  </a:lnTo>
                  <a:lnTo>
                    <a:pt x="4299" y="0"/>
                  </a:lnTo>
                  <a:lnTo>
                    <a:pt x="4777" y="1433"/>
                  </a:lnTo>
                  <a:lnTo>
                    <a:pt x="6210" y="478"/>
                  </a:lnTo>
                  <a:lnTo>
                    <a:pt x="7644" y="478"/>
                  </a:lnTo>
                  <a:lnTo>
                    <a:pt x="10987" y="478"/>
                  </a:lnTo>
                  <a:lnTo>
                    <a:pt x="13854" y="956"/>
                  </a:lnTo>
                  <a:lnTo>
                    <a:pt x="1528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" name="Freeform 527">
              <a:extLst>
                <a:ext uri="{FF2B5EF4-FFF2-40B4-BE49-F238E27FC236}">
                  <a16:creationId xmlns:a16="http://schemas.microsoft.com/office/drawing/2014/main" id="{AFC93212-9F41-0E90-03A2-77CAFAD6DD0D}"/>
                </a:ext>
              </a:extLst>
            </p:cNvPr>
            <p:cNvSpPr/>
            <p:nvPr/>
          </p:nvSpPr>
          <p:spPr>
            <a:xfrm>
              <a:off x="8362348" y="4901146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2389 w 2388"/>
                <a:gd name="csY1" fmla="*/ 478 h 477"/>
                <a:gd name="csX2" fmla="*/ 0 w 2388"/>
                <a:gd name="csY2" fmla="*/ 478 h 477"/>
                <a:gd name="csX3" fmla="*/ 2389 w 238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2389" y="478"/>
                  </a:lnTo>
                  <a:lnTo>
                    <a:pt x="0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" name="Freeform 528">
              <a:extLst>
                <a:ext uri="{FF2B5EF4-FFF2-40B4-BE49-F238E27FC236}">
                  <a16:creationId xmlns:a16="http://schemas.microsoft.com/office/drawing/2014/main" id="{134D897B-542E-6EBF-457D-6220BC325299}"/>
                </a:ext>
              </a:extLst>
            </p:cNvPr>
            <p:cNvSpPr/>
            <p:nvPr/>
          </p:nvSpPr>
          <p:spPr>
            <a:xfrm>
              <a:off x="8359481" y="3953331"/>
              <a:ext cx="1910" cy="2388"/>
            </a:xfrm>
            <a:custGeom>
              <a:avLst/>
              <a:gdLst>
                <a:gd name="csX0" fmla="*/ 1910 w 1910"/>
                <a:gd name="csY0" fmla="*/ 0 h 2388"/>
                <a:gd name="csX1" fmla="*/ 1433 w 1910"/>
                <a:gd name="csY1" fmla="*/ 1433 h 2388"/>
                <a:gd name="csX2" fmla="*/ 0 w 1910"/>
                <a:gd name="csY2" fmla="*/ 2389 h 2388"/>
                <a:gd name="csX3" fmla="*/ 0 w 1910"/>
                <a:gd name="csY3" fmla="*/ 955 h 2388"/>
                <a:gd name="csX4" fmla="*/ 955 w 1910"/>
                <a:gd name="csY4" fmla="*/ 0 h 2388"/>
                <a:gd name="csX5" fmla="*/ 1910 w 1910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2388">
                  <a:moveTo>
                    <a:pt x="1910" y="0"/>
                  </a:moveTo>
                  <a:lnTo>
                    <a:pt x="1433" y="1433"/>
                  </a:lnTo>
                  <a:lnTo>
                    <a:pt x="0" y="2389"/>
                  </a:lnTo>
                  <a:lnTo>
                    <a:pt x="0" y="955"/>
                  </a:lnTo>
                  <a:lnTo>
                    <a:pt x="955" y="0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Freeform 529">
              <a:extLst>
                <a:ext uri="{FF2B5EF4-FFF2-40B4-BE49-F238E27FC236}">
                  <a16:creationId xmlns:a16="http://schemas.microsoft.com/office/drawing/2014/main" id="{225922CB-1C38-DF5A-278D-9E32D8FAD427}"/>
                </a:ext>
              </a:extLst>
            </p:cNvPr>
            <p:cNvSpPr/>
            <p:nvPr/>
          </p:nvSpPr>
          <p:spPr>
            <a:xfrm>
              <a:off x="8357093" y="4521351"/>
              <a:ext cx="2866" cy="3344"/>
            </a:xfrm>
            <a:custGeom>
              <a:avLst/>
              <a:gdLst>
                <a:gd name="csX0" fmla="*/ 2866 w 2866"/>
                <a:gd name="csY0" fmla="*/ 2389 h 3344"/>
                <a:gd name="csX1" fmla="*/ 2389 w 2866"/>
                <a:gd name="csY1" fmla="*/ 3344 h 3344"/>
                <a:gd name="csX2" fmla="*/ 1910 w 2866"/>
                <a:gd name="csY2" fmla="*/ 2867 h 3344"/>
                <a:gd name="csX3" fmla="*/ 955 w 2866"/>
                <a:gd name="csY3" fmla="*/ 2389 h 3344"/>
                <a:gd name="csX4" fmla="*/ 478 w 2866"/>
                <a:gd name="csY4" fmla="*/ 956 h 3344"/>
                <a:gd name="csX5" fmla="*/ 0 w 2866"/>
                <a:gd name="csY5" fmla="*/ 0 h 3344"/>
                <a:gd name="csX6" fmla="*/ 1433 w 2866"/>
                <a:gd name="csY6" fmla="*/ 478 h 3344"/>
                <a:gd name="csX7" fmla="*/ 1910 w 2866"/>
                <a:gd name="csY7" fmla="*/ 1433 h 3344"/>
                <a:gd name="csX8" fmla="*/ 2866 w 2866"/>
                <a:gd name="csY8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3344">
                  <a:moveTo>
                    <a:pt x="2866" y="2389"/>
                  </a:moveTo>
                  <a:lnTo>
                    <a:pt x="2389" y="3344"/>
                  </a:lnTo>
                  <a:lnTo>
                    <a:pt x="1910" y="2867"/>
                  </a:lnTo>
                  <a:lnTo>
                    <a:pt x="955" y="2389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1910" y="1433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338C624C-8556-A8C6-5601-5FF258B942A5}"/>
                </a:ext>
              </a:extLst>
            </p:cNvPr>
            <p:cNvSpPr/>
            <p:nvPr/>
          </p:nvSpPr>
          <p:spPr>
            <a:xfrm>
              <a:off x="8355182" y="3592645"/>
              <a:ext cx="3821" cy="2388"/>
            </a:xfrm>
            <a:custGeom>
              <a:avLst/>
              <a:gdLst>
                <a:gd name="csX0" fmla="*/ 478 w 3821"/>
                <a:gd name="csY0" fmla="*/ 0 h 2388"/>
                <a:gd name="csX1" fmla="*/ 3821 w 3821"/>
                <a:gd name="csY1" fmla="*/ 2389 h 2388"/>
                <a:gd name="csX2" fmla="*/ 0 w 3821"/>
                <a:gd name="csY2" fmla="*/ 0 h 2388"/>
                <a:gd name="csX3" fmla="*/ 478 w 3821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1" h="2388">
                  <a:moveTo>
                    <a:pt x="478" y="0"/>
                  </a:moveTo>
                  <a:lnTo>
                    <a:pt x="3821" y="2389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" name="Freeform 531">
              <a:extLst>
                <a:ext uri="{FF2B5EF4-FFF2-40B4-BE49-F238E27FC236}">
                  <a16:creationId xmlns:a16="http://schemas.microsoft.com/office/drawing/2014/main" id="{9ADDDFE8-AB49-51DD-0656-31904CF8F3C3}"/>
                </a:ext>
              </a:extLst>
            </p:cNvPr>
            <p:cNvSpPr/>
            <p:nvPr/>
          </p:nvSpPr>
          <p:spPr>
            <a:xfrm>
              <a:off x="8355659" y="4566735"/>
              <a:ext cx="3343" cy="2866"/>
            </a:xfrm>
            <a:custGeom>
              <a:avLst/>
              <a:gdLst>
                <a:gd name="csX0" fmla="*/ 2866 w 3343"/>
                <a:gd name="csY0" fmla="*/ 956 h 2866"/>
                <a:gd name="csX1" fmla="*/ 3344 w 3343"/>
                <a:gd name="csY1" fmla="*/ 1911 h 2866"/>
                <a:gd name="csX2" fmla="*/ 2389 w 3343"/>
                <a:gd name="csY2" fmla="*/ 2867 h 2866"/>
                <a:gd name="csX3" fmla="*/ 478 w 3343"/>
                <a:gd name="csY3" fmla="*/ 1911 h 2866"/>
                <a:gd name="csX4" fmla="*/ 0 w 3343"/>
                <a:gd name="csY4" fmla="*/ 1433 h 2866"/>
                <a:gd name="csX5" fmla="*/ 0 w 3343"/>
                <a:gd name="csY5" fmla="*/ 478 h 2866"/>
                <a:gd name="csX6" fmla="*/ 955 w 3343"/>
                <a:gd name="csY6" fmla="*/ 0 h 2866"/>
                <a:gd name="csX7" fmla="*/ 1911 w 3343"/>
                <a:gd name="csY7" fmla="*/ 0 h 2866"/>
                <a:gd name="csX8" fmla="*/ 2866 w 3343"/>
                <a:gd name="csY8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2866">
                  <a:moveTo>
                    <a:pt x="2866" y="956"/>
                  </a:moveTo>
                  <a:lnTo>
                    <a:pt x="3344" y="1911"/>
                  </a:lnTo>
                  <a:lnTo>
                    <a:pt x="2389" y="2867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" name="Freeform 532">
              <a:extLst>
                <a:ext uri="{FF2B5EF4-FFF2-40B4-BE49-F238E27FC236}">
                  <a16:creationId xmlns:a16="http://schemas.microsoft.com/office/drawing/2014/main" id="{B8799DC1-BF16-7A27-8516-128C0A143C88}"/>
                </a:ext>
              </a:extLst>
            </p:cNvPr>
            <p:cNvSpPr/>
            <p:nvPr/>
          </p:nvSpPr>
          <p:spPr>
            <a:xfrm>
              <a:off x="8357093" y="3934699"/>
              <a:ext cx="955" cy="1433"/>
            </a:xfrm>
            <a:custGeom>
              <a:avLst/>
              <a:gdLst>
                <a:gd name="csX0" fmla="*/ 955 w 955"/>
                <a:gd name="csY0" fmla="*/ 0 h 1433"/>
                <a:gd name="csX1" fmla="*/ 0 w 955"/>
                <a:gd name="csY1" fmla="*/ 1433 h 1433"/>
                <a:gd name="csX2" fmla="*/ 0 w 955"/>
                <a:gd name="csY2" fmla="*/ 1433 h 1433"/>
                <a:gd name="csX3" fmla="*/ 955 w 955"/>
                <a:gd name="csY3" fmla="*/ 0 h 1433"/>
                <a:gd name="csX4" fmla="*/ 955 w 955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433">
                  <a:moveTo>
                    <a:pt x="955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955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" name="Freeform 533">
              <a:extLst>
                <a:ext uri="{FF2B5EF4-FFF2-40B4-BE49-F238E27FC236}">
                  <a16:creationId xmlns:a16="http://schemas.microsoft.com/office/drawing/2014/main" id="{B8AB1197-C73D-70CA-0A19-091F872DB761}"/>
                </a:ext>
              </a:extLst>
            </p:cNvPr>
            <p:cNvSpPr/>
            <p:nvPr/>
          </p:nvSpPr>
          <p:spPr>
            <a:xfrm>
              <a:off x="8349448" y="2699769"/>
              <a:ext cx="6210" cy="6210"/>
            </a:xfrm>
            <a:custGeom>
              <a:avLst/>
              <a:gdLst>
                <a:gd name="csX0" fmla="*/ 5733 w 6210"/>
                <a:gd name="csY0" fmla="*/ 2866 h 6210"/>
                <a:gd name="csX1" fmla="*/ 6211 w 6210"/>
                <a:gd name="csY1" fmla="*/ 3344 h 6210"/>
                <a:gd name="csX2" fmla="*/ 4300 w 6210"/>
                <a:gd name="csY2" fmla="*/ 6210 h 6210"/>
                <a:gd name="csX3" fmla="*/ 2867 w 6210"/>
                <a:gd name="csY3" fmla="*/ 6210 h 6210"/>
                <a:gd name="csX4" fmla="*/ 478 w 6210"/>
                <a:gd name="csY4" fmla="*/ 4300 h 6210"/>
                <a:gd name="csX5" fmla="*/ 0 w 6210"/>
                <a:gd name="csY5" fmla="*/ 1911 h 6210"/>
                <a:gd name="csX6" fmla="*/ 0 w 6210"/>
                <a:gd name="csY6" fmla="*/ 956 h 6210"/>
                <a:gd name="csX7" fmla="*/ 1911 w 6210"/>
                <a:gd name="csY7" fmla="*/ 0 h 6210"/>
                <a:gd name="csX8" fmla="*/ 4300 w 6210"/>
                <a:gd name="csY8" fmla="*/ 478 h 6210"/>
                <a:gd name="csX9" fmla="*/ 5733 w 6210"/>
                <a:gd name="csY9" fmla="*/ 286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210" h="6210">
                  <a:moveTo>
                    <a:pt x="5733" y="2866"/>
                  </a:moveTo>
                  <a:lnTo>
                    <a:pt x="6211" y="3344"/>
                  </a:lnTo>
                  <a:lnTo>
                    <a:pt x="4300" y="6210"/>
                  </a:lnTo>
                  <a:lnTo>
                    <a:pt x="2867" y="6210"/>
                  </a:lnTo>
                  <a:lnTo>
                    <a:pt x="478" y="4300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4300" y="478"/>
                  </a:lnTo>
                  <a:lnTo>
                    <a:pt x="57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" name="Freeform 534">
              <a:extLst>
                <a:ext uri="{FF2B5EF4-FFF2-40B4-BE49-F238E27FC236}">
                  <a16:creationId xmlns:a16="http://schemas.microsoft.com/office/drawing/2014/main" id="{1B283648-720B-948C-2FBA-23A30D303BA8}"/>
                </a:ext>
              </a:extLst>
            </p:cNvPr>
            <p:cNvSpPr/>
            <p:nvPr/>
          </p:nvSpPr>
          <p:spPr>
            <a:xfrm>
              <a:off x="8349927" y="4521829"/>
              <a:ext cx="5254" cy="3821"/>
            </a:xfrm>
            <a:custGeom>
              <a:avLst/>
              <a:gdLst>
                <a:gd name="csX0" fmla="*/ 4299 w 5254"/>
                <a:gd name="csY0" fmla="*/ 955 h 3821"/>
                <a:gd name="csX1" fmla="*/ 5255 w 5254"/>
                <a:gd name="csY1" fmla="*/ 2389 h 3821"/>
                <a:gd name="csX2" fmla="*/ 4777 w 5254"/>
                <a:gd name="csY2" fmla="*/ 3822 h 3821"/>
                <a:gd name="csX3" fmla="*/ 2389 w 5254"/>
                <a:gd name="csY3" fmla="*/ 3822 h 3821"/>
                <a:gd name="csX4" fmla="*/ 1433 w 5254"/>
                <a:gd name="csY4" fmla="*/ 2866 h 3821"/>
                <a:gd name="csX5" fmla="*/ 0 w 5254"/>
                <a:gd name="csY5" fmla="*/ 478 h 3821"/>
                <a:gd name="csX6" fmla="*/ 1433 w 5254"/>
                <a:gd name="csY6" fmla="*/ 0 h 3821"/>
                <a:gd name="csX7" fmla="*/ 2866 w 5254"/>
                <a:gd name="csY7" fmla="*/ 0 h 3821"/>
                <a:gd name="csX8" fmla="*/ 4299 w 5254"/>
                <a:gd name="csY8" fmla="*/ 955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4" h="3821">
                  <a:moveTo>
                    <a:pt x="4299" y="955"/>
                  </a:moveTo>
                  <a:lnTo>
                    <a:pt x="5255" y="2389"/>
                  </a:lnTo>
                  <a:lnTo>
                    <a:pt x="4777" y="3822"/>
                  </a:lnTo>
                  <a:lnTo>
                    <a:pt x="2389" y="3822"/>
                  </a:lnTo>
                  <a:lnTo>
                    <a:pt x="1433" y="2866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866" y="0"/>
                  </a:lnTo>
                  <a:lnTo>
                    <a:pt x="4299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" name="Freeform 535">
              <a:extLst>
                <a:ext uri="{FF2B5EF4-FFF2-40B4-BE49-F238E27FC236}">
                  <a16:creationId xmlns:a16="http://schemas.microsoft.com/office/drawing/2014/main" id="{02F0C350-9CCC-2F0D-879E-94F652AE4044}"/>
                </a:ext>
              </a:extLst>
            </p:cNvPr>
            <p:cNvSpPr/>
            <p:nvPr/>
          </p:nvSpPr>
          <p:spPr>
            <a:xfrm>
              <a:off x="8352315" y="5013890"/>
              <a:ext cx="2388" cy="2866"/>
            </a:xfrm>
            <a:custGeom>
              <a:avLst/>
              <a:gdLst>
                <a:gd name="csX0" fmla="*/ 1910 w 2388"/>
                <a:gd name="csY0" fmla="*/ 955 h 2866"/>
                <a:gd name="csX1" fmla="*/ 2389 w 2388"/>
                <a:gd name="csY1" fmla="*/ 1433 h 2866"/>
                <a:gd name="csX2" fmla="*/ 2389 w 2388"/>
                <a:gd name="csY2" fmla="*/ 2389 h 2866"/>
                <a:gd name="csX3" fmla="*/ 1433 w 2388"/>
                <a:gd name="csY3" fmla="*/ 2866 h 2866"/>
                <a:gd name="csX4" fmla="*/ 955 w 2388"/>
                <a:gd name="csY4" fmla="*/ 2866 h 2866"/>
                <a:gd name="csX5" fmla="*/ 955 w 2388"/>
                <a:gd name="csY5" fmla="*/ 1911 h 2866"/>
                <a:gd name="csX6" fmla="*/ 0 w 2388"/>
                <a:gd name="csY6" fmla="*/ 1433 h 2866"/>
                <a:gd name="csX7" fmla="*/ 478 w 2388"/>
                <a:gd name="csY7" fmla="*/ 478 h 2866"/>
                <a:gd name="csX8" fmla="*/ 955 w 2388"/>
                <a:gd name="csY8" fmla="*/ 0 h 2866"/>
                <a:gd name="csX9" fmla="*/ 1433 w 2388"/>
                <a:gd name="csY9" fmla="*/ 0 h 2866"/>
                <a:gd name="csX10" fmla="*/ 1910 w 2388"/>
                <a:gd name="csY10" fmla="*/ 955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2866">
                  <a:moveTo>
                    <a:pt x="1910" y="955"/>
                  </a:moveTo>
                  <a:lnTo>
                    <a:pt x="2389" y="1433"/>
                  </a:lnTo>
                  <a:lnTo>
                    <a:pt x="2389" y="2389"/>
                  </a:lnTo>
                  <a:lnTo>
                    <a:pt x="1433" y="2866"/>
                  </a:lnTo>
                  <a:lnTo>
                    <a:pt x="955" y="2866"/>
                  </a:lnTo>
                  <a:lnTo>
                    <a:pt x="955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91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C7DBE26F-DD5B-D840-1D1C-E64802F15990}"/>
                </a:ext>
              </a:extLst>
            </p:cNvPr>
            <p:cNvSpPr/>
            <p:nvPr/>
          </p:nvSpPr>
          <p:spPr>
            <a:xfrm>
              <a:off x="8338939" y="4550015"/>
              <a:ext cx="15765" cy="10510"/>
            </a:xfrm>
            <a:custGeom>
              <a:avLst/>
              <a:gdLst>
                <a:gd name="csX0" fmla="*/ 15287 w 15765"/>
                <a:gd name="csY0" fmla="*/ 6210 h 10510"/>
                <a:gd name="csX1" fmla="*/ 15765 w 15765"/>
                <a:gd name="csY1" fmla="*/ 6688 h 10510"/>
                <a:gd name="csX2" fmla="*/ 15287 w 15765"/>
                <a:gd name="csY2" fmla="*/ 7644 h 10510"/>
                <a:gd name="csX3" fmla="*/ 13854 w 15765"/>
                <a:gd name="csY3" fmla="*/ 7644 h 10510"/>
                <a:gd name="csX4" fmla="*/ 13377 w 15765"/>
                <a:gd name="csY4" fmla="*/ 7644 h 10510"/>
                <a:gd name="csX5" fmla="*/ 11943 w 15765"/>
                <a:gd name="csY5" fmla="*/ 9077 h 10510"/>
                <a:gd name="csX6" fmla="*/ 10988 w 15765"/>
                <a:gd name="csY6" fmla="*/ 9555 h 10510"/>
                <a:gd name="csX7" fmla="*/ 6211 w 15765"/>
                <a:gd name="csY7" fmla="*/ 10510 h 10510"/>
                <a:gd name="csX8" fmla="*/ 2389 w 15765"/>
                <a:gd name="csY8" fmla="*/ 10032 h 10510"/>
                <a:gd name="csX9" fmla="*/ 1433 w 15765"/>
                <a:gd name="csY9" fmla="*/ 9077 h 10510"/>
                <a:gd name="csX10" fmla="*/ 478 w 15765"/>
                <a:gd name="csY10" fmla="*/ 7166 h 10510"/>
                <a:gd name="csX11" fmla="*/ 0 w 15765"/>
                <a:gd name="csY11" fmla="*/ 6210 h 10510"/>
                <a:gd name="csX12" fmla="*/ 955 w 15765"/>
                <a:gd name="csY12" fmla="*/ 5255 h 10510"/>
                <a:gd name="csX13" fmla="*/ 1911 w 15765"/>
                <a:gd name="csY13" fmla="*/ 4300 h 10510"/>
                <a:gd name="csX14" fmla="*/ 5255 w 15765"/>
                <a:gd name="csY14" fmla="*/ 2867 h 10510"/>
                <a:gd name="csX15" fmla="*/ 5733 w 15765"/>
                <a:gd name="csY15" fmla="*/ 1911 h 10510"/>
                <a:gd name="csX16" fmla="*/ 7166 w 15765"/>
                <a:gd name="csY16" fmla="*/ 478 h 10510"/>
                <a:gd name="csX17" fmla="*/ 10510 w 15765"/>
                <a:gd name="csY17" fmla="*/ 0 h 10510"/>
                <a:gd name="csX18" fmla="*/ 10988 w 15765"/>
                <a:gd name="csY18" fmla="*/ 478 h 10510"/>
                <a:gd name="csX19" fmla="*/ 11466 w 15765"/>
                <a:gd name="csY19" fmla="*/ 478 h 10510"/>
                <a:gd name="csX20" fmla="*/ 11943 w 15765"/>
                <a:gd name="csY20" fmla="*/ 478 h 10510"/>
                <a:gd name="csX21" fmla="*/ 13377 w 15765"/>
                <a:gd name="csY21" fmla="*/ 1911 h 10510"/>
                <a:gd name="csX22" fmla="*/ 15287 w 15765"/>
                <a:gd name="csY22" fmla="*/ 2389 h 10510"/>
                <a:gd name="csX23" fmla="*/ 14809 w 15765"/>
                <a:gd name="csY23" fmla="*/ 5255 h 10510"/>
                <a:gd name="csX24" fmla="*/ 15287 w 15765"/>
                <a:gd name="csY24" fmla="*/ 6210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5765" h="10510">
                  <a:moveTo>
                    <a:pt x="15287" y="6210"/>
                  </a:moveTo>
                  <a:lnTo>
                    <a:pt x="15765" y="6688"/>
                  </a:lnTo>
                  <a:lnTo>
                    <a:pt x="15287" y="7644"/>
                  </a:lnTo>
                  <a:lnTo>
                    <a:pt x="13854" y="7644"/>
                  </a:lnTo>
                  <a:lnTo>
                    <a:pt x="13377" y="7644"/>
                  </a:lnTo>
                  <a:lnTo>
                    <a:pt x="11943" y="9077"/>
                  </a:lnTo>
                  <a:lnTo>
                    <a:pt x="10988" y="9555"/>
                  </a:lnTo>
                  <a:lnTo>
                    <a:pt x="6211" y="10510"/>
                  </a:lnTo>
                  <a:lnTo>
                    <a:pt x="2389" y="10032"/>
                  </a:lnTo>
                  <a:lnTo>
                    <a:pt x="1433" y="9077"/>
                  </a:lnTo>
                  <a:lnTo>
                    <a:pt x="478" y="7166"/>
                  </a:lnTo>
                  <a:lnTo>
                    <a:pt x="0" y="6210"/>
                  </a:lnTo>
                  <a:lnTo>
                    <a:pt x="955" y="5255"/>
                  </a:lnTo>
                  <a:lnTo>
                    <a:pt x="1911" y="4300"/>
                  </a:lnTo>
                  <a:lnTo>
                    <a:pt x="5255" y="2867"/>
                  </a:lnTo>
                  <a:lnTo>
                    <a:pt x="5733" y="1911"/>
                  </a:lnTo>
                  <a:lnTo>
                    <a:pt x="7166" y="478"/>
                  </a:lnTo>
                  <a:lnTo>
                    <a:pt x="10510" y="0"/>
                  </a:lnTo>
                  <a:lnTo>
                    <a:pt x="10988" y="478"/>
                  </a:lnTo>
                  <a:lnTo>
                    <a:pt x="11466" y="478"/>
                  </a:lnTo>
                  <a:lnTo>
                    <a:pt x="11943" y="478"/>
                  </a:lnTo>
                  <a:lnTo>
                    <a:pt x="13377" y="1911"/>
                  </a:lnTo>
                  <a:lnTo>
                    <a:pt x="15287" y="2389"/>
                  </a:lnTo>
                  <a:lnTo>
                    <a:pt x="14809" y="5255"/>
                  </a:lnTo>
                  <a:lnTo>
                    <a:pt x="15287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EC4E3956-843C-4865-2A29-4D15C0C69F48}"/>
                </a:ext>
              </a:extLst>
            </p:cNvPr>
            <p:cNvSpPr/>
            <p:nvPr/>
          </p:nvSpPr>
          <p:spPr>
            <a:xfrm>
              <a:off x="8350404" y="3939476"/>
              <a:ext cx="1911" cy="1911"/>
            </a:xfrm>
            <a:custGeom>
              <a:avLst/>
              <a:gdLst>
                <a:gd name="csX0" fmla="*/ 1911 w 1911"/>
                <a:gd name="csY0" fmla="*/ 0 h 1911"/>
                <a:gd name="csX1" fmla="*/ 0 w 1911"/>
                <a:gd name="csY1" fmla="*/ 1911 h 1911"/>
                <a:gd name="csX2" fmla="*/ 1911 w 1911"/>
                <a:gd name="csY2" fmla="*/ 0 h 1911"/>
                <a:gd name="csX3" fmla="*/ 1911 w 1911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911">
                  <a:moveTo>
                    <a:pt x="1911" y="0"/>
                  </a:moveTo>
                  <a:lnTo>
                    <a:pt x="0" y="1911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1B3FEA3B-DB8F-2BB5-D123-F9BF231C97F0}"/>
                </a:ext>
              </a:extLst>
            </p:cNvPr>
            <p:cNvSpPr/>
            <p:nvPr/>
          </p:nvSpPr>
          <p:spPr>
            <a:xfrm>
              <a:off x="8348493" y="3588823"/>
              <a:ext cx="3343" cy="3344"/>
            </a:xfrm>
            <a:custGeom>
              <a:avLst/>
              <a:gdLst>
                <a:gd name="csX0" fmla="*/ 3344 w 3343"/>
                <a:gd name="csY0" fmla="*/ 3344 h 3344"/>
                <a:gd name="csX1" fmla="*/ 3344 w 3343"/>
                <a:gd name="csY1" fmla="*/ 3344 h 3344"/>
                <a:gd name="csX2" fmla="*/ 1433 w 3343"/>
                <a:gd name="csY2" fmla="*/ 1911 h 3344"/>
                <a:gd name="csX3" fmla="*/ 0 w 3343"/>
                <a:gd name="csY3" fmla="*/ 0 h 3344"/>
                <a:gd name="csX4" fmla="*/ 0 w 3343"/>
                <a:gd name="csY4" fmla="*/ 0 h 3344"/>
                <a:gd name="csX5" fmla="*/ 1433 w 3343"/>
                <a:gd name="csY5" fmla="*/ 1911 h 3344"/>
                <a:gd name="csX6" fmla="*/ 3344 w 3343"/>
                <a:gd name="csY6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3344">
                  <a:moveTo>
                    <a:pt x="3344" y="3344"/>
                  </a:moveTo>
                  <a:lnTo>
                    <a:pt x="3344" y="3344"/>
                  </a:lnTo>
                  <a:lnTo>
                    <a:pt x="1433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1911"/>
                  </a:lnTo>
                  <a:lnTo>
                    <a:pt x="3344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DFB7227E-802D-FB5A-A06E-EC84A2D9F7CD}"/>
                </a:ext>
              </a:extLst>
            </p:cNvPr>
            <p:cNvSpPr/>
            <p:nvPr/>
          </p:nvSpPr>
          <p:spPr>
            <a:xfrm>
              <a:off x="8343716" y="4901624"/>
              <a:ext cx="7643" cy="4299"/>
            </a:xfrm>
            <a:custGeom>
              <a:avLst/>
              <a:gdLst>
                <a:gd name="csX0" fmla="*/ 7644 w 7643"/>
                <a:gd name="csY0" fmla="*/ 0 h 4299"/>
                <a:gd name="csX1" fmla="*/ 7644 w 7643"/>
                <a:gd name="csY1" fmla="*/ 478 h 4299"/>
                <a:gd name="csX2" fmla="*/ 7166 w 7643"/>
                <a:gd name="csY2" fmla="*/ 1911 h 4299"/>
                <a:gd name="csX3" fmla="*/ 6688 w 7643"/>
                <a:gd name="csY3" fmla="*/ 2866 h 4299"/>
                <a:gd name="csX4" fmla="*/ 5255 w 7643"/>
                <a:gd name="csY4" fmla="*/ 3822 h 4299"/>
                <a:gd name="csX5" fmla="*/ 4777 w 7643"/>
                <a:gd name="csY5" fmla="*/ 4299 h 4299"/>
                <a:gd name="csX6" fmla="*/ 1911 w 7643"/>
                <a:gd name="csY6" fmla="*/ 3822 h 4299"/>
                <a:gd name="csX7" fmla="*/ 1433 w 7643"/>
                <a:gd name="csY7" fmla="*/ 3822 h 4299"/>
                <a:gd name="csX8" fmla="*/ 955 w 7643"/>
                <a:gd name="csY8" fmla="*/ 3822 h 4299"/>
                <a:gd name="csX9" fmla="*/ 0 w 7643"/>
                <a:gd name="csY9" fmla="*/ 3344 h 4299"/>
                <a:gd name="csX10" fmla="*/ 0 w 7643"/>
                <a:gd name="csY10" fmla="*/ 2389 h 4299"/>
                <a:gd name="csX11" fmla="*/ 2866 w 7643"/>
                <a:gd name="csY11" fmla="*/ 955 h 4299"/>
                <a:gd name="csX12" fmla="*/ 7644 w 7643"/>
                <a:gd name="csY12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643" h="4299">
                  <a:moveTo>
                    <a:pt x="7644" y="0"/>
                  </a:moveTo>
                  <a:lnTo>
                    <a:pt x="7644" y="478"/>
                  </a:lnTo>
                  <a:lnTo>
                    <a:pt x="7166" y="1911"/>
                  </a:lnTo>
                  <a:lnTo>
                    <a:pt x="6688" y="2866"/>
                  </a:lnTo>
                  <a:lnTo>
                    <a:pt x="5255" y="3822"/>
                  </a:lnTo>
                  <a:lnTo>
                    <a:pt x="4777" y="4299"/>
                  </a:lnTo>
                  <a:lnTo>
                    <a:pt x="1911" y="3822"/>
                  </a:lnTo>
                  <a:lnTo>
                    <a:pt x="1433" y="3822"/>
                  </a:lnTo>
                  <a:lnTo>
                    <a:pt x="955" y="3822"/>
                  </a:lnTo>
                  <a:lnTo>
                    <a:pt x="0" y="3344"/>
                  </a:lnTo>
                  <a:lnTo>
                    <a:pt x="0" y="2389"/>
                  </a:lnTo>
                  <a:lnTo>
                    <a:pt x="2866" y="955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DF14DF33-AA7D-1A2C-577F-44D19605497F}"/>
                </a:ext>
              </a:extLst>
            </p:cNvPr>
            <p:cNvSpPr/>
            <p:nvPr/>
          </p:nvSpPr>
          <p:spPr>
            <a:xfrm>
              <a:off x="8343716" y="4477400"/>
              <a:ext cx="7165" cy="10510"/>
            </a:xfrm>
            <a:custGeom>
              <a:avLst/>
              <a:gdLst>
                <a:gd name="csX0" fmla="*/ 7166 w 7165"/>
                <a:gd name="csY0" fmla="*/ 3822 h 10510"/>
                <a:gd name="csX1" fmla="*/ 6688 w 7165"/>
                <a:gd name="csY1" fmla="*/ 6211 h 10510"/>
                <a:gd name="csX2" fmla="*/ 7166 w 7165"/>
                <a:gd name="csY2" fmla="*/ 7644 h 10510"/>
                <a:gd name="csX3" fmla="*/ 6211 w 7165"/>
                <a:gd name="csY3" fmla="*/ 8599 h 10510"/>
                <a:gd name="csX4" fmla="*/ 5733 w 7165"/>
                <a:gd name="csY4" fmla="*/ 9555 h 10510"/>
                <a:gd name="csX5" fmla="*/ 4777 w 7165"/>
                <a:gd name="csY5" fmla="*/ 9077 h 10510"/>
                <a:gd name="csX6" fmla="*/ 3822 w 7165"/>
                <a:gd name="csY6" fmla="*/ 9077 h 10510"/>
                <a:gd name="csX7" fmla="*/ 2389 w 7165"/>
                <a:gd name="csY7" fmla="*/ 10510 h 10510"/>
                <a:gd name="csX8" fmla="*/ 0 w 7165"/>
                <a:gd name="csY8" fmla="*/ 9077 h 10510"/>
                <a:gd name="csX9" fmla="*/ 0 w 7165"/>
                <a:gd name="csY9" fmla="*/ 7644 h 10510"/>
                <a:gd name="csX10" fmla="*/ 1433 w 7165"/>
                <a:gd name="csY10" fmla="*/ 5733 h 10510"/>
                <a:gd name="csX11" fmla="*/ 1433 w 7165"/>
                <a:gd name="csY11" fmla="*/ 1911 h 10510"/>
                <a:gd name="csX12" fmla="*/ 1911 w 7165"/>
                <a:gd name="csY12" fmla="*/ 956 h 10510"/>
                <a:gd name="csX13" fmla="*/ 2866 w 7165"/>
                <a:gd name="csY13" fmla="*/ 478 h 10510"/>
                <a:gd name="csX14" fmla="*/ 3344 w 7165"/>
                <a:gd name="csY14" fmla="*/ 0 h 10510"/>
                <a:gd name="csX15" fmla="*/ 5255 w 7165"/>
                <a:gd name="csY15" fmla="*/ 2389 h 10510"/>
                <a:gd name="csX16" fmla="*/ 5733 w 7165"/>
                <a:gd name="csY16" fmla="*/ 2867 h 10510"/>
                <a:gd name="csX17" fmla="*/ 7166 w 7165"/>
                <a:gd name="csY17" fmla="*/ 3822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7165" h="10510">
                  <a:moveTo>
                    <a:pt x="7166" y="3822"/>
                  </a:moveTo>
                  <a:lnTo>
                    <a:pt x="6688" y="6211"/>
                  </a:lnTo>
                  <a:lnTo>
                    <a:pt x="7166" y="7644"/>
                  </a:lnTo>
                  <a:lnTo>
                    <a:pt x="6211" y="8599"/>
                  </a:lnTo>
                  <a:lnTo>
                    <a:pt x="5733" y="9555"/>
                  </a:lnTo>
                  <a:lnTo>
                    <a:pt x="4777" y="9077"/>
                  </a:lnTo>
                  <a:lnTo>
                    <a:pt x="3822" y="9077"/>
                  </a:lnTo>
                  <a:lnTo>
                    <a:pt x="2389" y="10510"/>
                  </a:lnTo>
                  <a:lnTo>
                    <a:pt x="0" y="9077"/>
                  </a:lnTo>
                  <a:lnTo>
                    <a:pt x="0" y="7644"/>
                  </a:lnTo>
                  <a:lnTo>
                    <a:pt x="1433" y="5733"/>
                  </a:lnTo>
                  <a:lnTo>
                    <a:pt x="1433" y="1911"/>
                  </a:lnTo>
                  <a:lnTo>
                    <a:pt x="1911" y="956"/>
                  </a:lnTo>
                  <a:lnTo>
                    <a:pt x="2866" y="478"/>
                  </a:lnTo>
                  <a:lnTo>
                    <a:pt x="3344" y="0"/>
                  </a:lnTo>
                  <a:lnTo>
                    <a:pt x="5255" y="2389"/>
                  </a:lnTo>
                  <a:lnTo>
                    <a:pt x="5733" y="2867"/>
                  </a:lnTo>
                  <a:lnTo>
                    <a:pt x="716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" name="Freeform 541">
              <a:extLst>
                <a:ext uri="{FF2B5EF4-FFF2-40B4-BE49-F238E27FC236}">
                  <a16:creationId xmlns:a16="http://schemas.microsoft.com/office/drawing/2014/main" id="{E32D75BA-3DA6-31D5-C7E6-BE78714EA408}"/>
                </a:ext>
              </a:extLst>
            </p:cNvPr>
            <p:cNvSpPr/>
            <p:nvPr/>
          </p:nvSpPr>
          <p:spPr>
            <a:xfrm>
              <a:off x="8349927" y="3941387"/>
              <a:ext cx="477" cy="2388"/>
            </a:xfrm>
            <a:custGeom>
              <a:avLst/>
              <a:gdLst>
                <a:gd name="csX0" fmla="*/ 478 w 477"/>
                <a:gd name="csY0" fmla="*/ 0 h 2388"/>
                <a:gd name="csX1" fmla="*/ 0 w 477"/>
                <a:gd name="csY1" fmla="*/ 2389 h 2388"/>
                <a:gd name="csX2" fmla="*/ 0 w 477"/>
                <a:gd name="csY2" fmla="*/ 2389 h 2388"/>
                <a:gd name="csX3" fmla="*/ 478 w 477"/>
                <a:gd name="csY3" fmla="*/ 0 h 2388"/>
                <a:gd name="csX4" fmla="*/ 478 w 477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388">
                  <a:moveTo>
                    <a:pt x="478" y="0"/>
                  </a:moveTo>
                  <a:lnTo>
                    <a:pt x="0" y="2389"/>
                  </a:lnTo>
                  <a:lnTo>
                    <a:pt x="0" y="2389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" name="Freeform 542">
              <a:extLst>
                <a:ext uri="{FF2B5EF4-FFF2-40B4-BE49-F238E27FC236}">
                  <a16:creationId xmlns:a16="http://schemas.microsoft.com/office/drawing/2014/main" id="{DE6D02F2-7672-5BE2-F44C-1D51203C7C6E}"/>
                </a:ext>
              </a:extLst>
            </p:cNvPr>
            <p:cNvSpPr/>
            <p:nvPr/>
          </p:nvSpPr>
          <p:spPr>
            <a:xfrm>
              <a:off x="8348493" y="4539982"/>
              <a:ext cx="1911" cy="1910"/>
            </a:xfrm>
            <a:custGeom>
              <a:avLst/>
              <a:gdLst>
                <a:gd name="csX0" fmla="*/ 1911 w 1911"/>
                <a:gd name="csY0" fmla="*/ 478 h 1910"/>
                <a:gd name="csX1" fmla="*/ 1911 w 1911"/>
                <a:gd name="csY1" fmla="*/ 1433 h 1910"/>
                <a:gd name="csX2" fmla="*/ 478 w 1911"/>
                <a:gd name="csY2" fmla="*/ 1911 h 1910"/>
                <a:gd name="csX3" fmla="*/ 0 w 1911"/>
                <a:gd name="csY3" fmla="*/ 1911 h 1910"/>
                <a:gd name="csX4" fmla="*/ 955 w 1911"/>
                <a:gd name="csY4" fmla="*/ 0 h 1910"/>
                <a:gd name="csX5" fmla="*/ 1911 w 1911"/>
                <a:gd name="csY5" fmla="*/ 0 h 1910"/>
                <a:gd name="csX6" fmla="*/ 1911 w 1911"/>
                <a:gd name="csY6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0">
                  <a:moveTo>
                    <a:pt x="1911" y="478"/>
                  </a:moveTo>
                  <a:lnTo>
                    <a:pt x="1911" y="1433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" name="Freeform 543">
              <a:extLst>
                <a:ext uri="{FF2B5EF4-FFF2-40B4-BE49-F238E27FC236}">
                  <a16:creationId xmlns:a16="http://schemas.microsoft.com/office/drawing/2014/main" id="{896C1270-A792-C39C-93DB-86CE61ED572B}"/>
                </a:ext>
              </a:extLst>
            </p:cNvPr>
            <p:cNvSpPr/>
            <p:nvPr/>
          </p:nvSpPr>
          <p:spPr>
            <a:xfrm>
              <a:off x="8344671" y="4275798"/>
              <a:ext cx="4777" cy="4777"/>
            </a:xfrm>
            <a:custGeom>
              <a:avLst/>
              <a:gdLst>
                <a:gd name="csX0" fmla="*/ 4777 w 4777"/>
                <a:gd name="csY0" fmla="*/ 478 h 4777"/>
                <a:gd name="csX1" fmla="*/ 3822 w 4777"/>
                <a:gd name="csY1" fmla="*/ 1433 h 4777"/>
                <a:gd name="csX2" fmla="*/ 2867 w 4777"/>
                <a:gd name="csY2" fmla="*/ 4299 h 4777"/>
                <a:gd name="csX3" fmla="*/ 1911 w 4777"/>
                <a:gd name="csY3" fmla="*/ 4777 h 4777"/>
                <a:gd name="csX4" fmla="*/ 956 w 4777"/>
                <a:gd name="csY4" fmla="*/ 4777 h 4777"/>
                <a:gd name="csX5" fmla="*/ 0 w 4777"/>
                <a:gd name="csY5" fmla="*/ 2866 h 4777"/>
                <a:gd name="csX6" fmla="*/ 478 w 4777"/>
                <a:gd name="csY6" fmla="*/ 2389 h 4777"/>
                <a:gd name="csX7" fmla="*/ 1433 w 4777"/>
                <a:gd name="csY7" fmla="*/ 2866 h 4777"/>
                <a:gd name="csX8" fmla="*/ 2389 w 4777"/>
                <a:gd name="csY8" fmla="*/ 2389 h 4777"/>
                <a:gd name="csX9" fmla="*/ 4300 w 4777"/>
                <a:gd name="csY9" fmla="*/ 0 h 4777"/>
                <a:gd name="csX10" fmla="*/ 4777 w 4777"/>
                <a:gd name="csY10" fmla="*/ 478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4777">
                  <a:moveTo>
                    <a:pt x="4777" y="478"/>
                  </a:moveTo>
                  <a:lnTo>
                    <a:pt x="3822" y="1433"/>
                  </a:lnTo>
                  <a:lnTo>
                    <a:pt x="2867" y="4299"/>
                  </a:lnTo>
                  <a:lnTo>
                    <a:pt x="1911" y="4777"/>
                  </a:lnTo>
                  <a:lnTo>
                    <a:pt x="956" y="4777"/>
                  </a:lnTo>
                  <a:lnTo>
                    <a:pt x="0" y="2866"/>
                  </a:lnTo>
                  <a:lnTo>
                    <a:pt x="478" y="2389"/>
                  </a:lnTo>
                  <a:lnTo>
                    <a:pt x="1433" y="2866"/>
                  </a:lnTo>
                  <a:lnTo>
                    <a:pt x="2389" y="2389"/>
                  </a:lnTo>
                  <a:lnTo>
                    <a:pt x="4300" y="0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" name="Freeform 544">
              <a:extLst>
                <a:ext uri="{FF2B5EF4-FFF2-40B4-BE49-F238E27FC236}">
                  <a16:creationId xmlns:a16="http://schemas.microsoft.com/office/drawing/2014/main" id="{4B4E5854-6ADA-3AA0-4279-EBC5B3B7E346}"/>
                </a:ext>
              </a:extLst>
            </p:cNvPr>
            <p:cNvSpPr/>
            <p:nvPr/>
          </p:nvSpPr>
          <p:spPr>
            <a:xfrm>
              <a:off x="8341327" y="4883470"/>
              <a:ext cx="7643" cy="6210"/>
            </a:xfrm>
            <a:custGeom>
              <a:avLst/>
              <a:gdLst>
                <a:gd name="csX0" fmla="*/ 7166 w 7643"/>
                <a:gd name="csY0" fmla="*/ 0 h 6210"/>
                <a:gd name="csX1" fmla="*/ 7644 w 7643"/>
                <a:gd name="csY1" fmla="*/ 478 h 6210"/>
                <a:gd name="csX2" fmla="*/ 7166 w 7643"/>
                <a:gd name="csY2" fmla="*/ 2389 h 6210"/>
                <a:gd name="csX3" fmla="*/ 5733 w 7643"/>
                <a:gd name="csY3" fmla="*/ 3344 h 6210"/>
                <a:gd name="csX4" fmla="*/ 5255 w 7643"/>
                <a:gd name="csY4" fmla="*/ 5255 h 6210"/>
                <a:gd name="csX5" fmla="*/ 4300 w 7643"/>
                <a:gd name="csY5" fmla="*/ 5733 h 6210"/>
                <a:gd name="csX6" fmla="*/ 2866 w 7643"/>
                <a:gd name="csY6" fmla="*/ 6211 h 6210"/>
                <a:gd name="csX7" fmla="*/ 1911 w 7643"/>
                <a:gd name="csY7" fmla="*/ 4300 h 6210"/>
                <a:gd name="csX8" fmla="*/ 0 w 7643"/>
                <a:gd name="csY8" fmla="*/ 4300 h 6210"/>
                <a:gd name="csX9" fmla="*/ 955 w 7643"/>
                <a:gd name="csY9" fmla="*/ 2389 h 6210"/>
                <a:gd name="csX10" fmla="*/ 1911 w 7643"/>
                <a:gd name="csY10" fmla="*/ 1911 h 6210"/>
                <a:gd name="csX11" fmla="*/ 2866 w 7643"/>
                <a:gd name="csY11" fmla="*/ 1911 h 6210"/>
                <a:gd name="csX12" fmla="*/ 3344 w 7643"/>
                <a:gd name="csY12" fmla="*/ 2389 h 6210"/>
                <a:gd name="csX13" fmla="*/ 3822 w 7643"/>
                <a:gd name="csY13" fmla="*/ 2867 h 6210"/>
                <a:gd name="csX14" fmla="*/ 6211 w 7643"/>
                <a:gd name="csY14" fmla="*/ 0 h 6210"/>
                <a:gd name="csX15" fmla="*/ 6688 w 7643"/>
                <a:gd name="csY15" fmla="*/ 0 h 6210"/>
                <a:gd name="csX16" fmla="*/ 7166 w 7643"/>
                <a:gd name="csY16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643" h="6210">
                  <a:moveTo>
                    <a:pt x="7166" y="0"/>
                  </a:moveTo>
                  <a:lnTo>
                    <a:pt x="7644" y="478"/>
                  </a:lnTo>
                  <a:lnTo>
                    <a:pt x="7166" y="2389"/>
                  </a:lnTo>
                  <a:lnTo>
                    <a:pt x="5733" y="3344"/>
                  </a:lnTo>
                  <a:lnTo>
                    <a:pt x="5255" y="5255"/>
                  </a:lnTo>
                  <a:lnTo>
                    <a:pt x="4300" y="5733"/>
                  </a:lnTo>
                  <a:lnTo>
                    <a:pt x="2866" y="6211"/>
                  </a:lnTo>
                  <a:lnTo>
                    <a:pt x="1911" y="4300"/>
                  </a:lnTo>
                  <a:lnTo>
                    <a:pt x="0" y="4300"/>
                  </a:lnTo>
                  <a:lnTo>
                    <a:pt x="955" y="2389"/>
                  </a:lnTo>
                  <a:lnTo>
                    <a:pt x="1911" y="1911"/>
                  </a:lnTo>
                  <a:lnTo>
                    <a:pt x="2866" y="1911"/>
                  </a:lnTo>
                  <a:lnTo>
                    <a:pt x="3344" y="2389"/>
                  </a:lnTo>
                  <a:lnTo>
                    <a:pt x="3822" y="2867"/>
                  </a:lnTo>
                  <a:lnTo>
                    <a:pt x="6211" y="0"/>
                  </a:lnTo>
                  <a:lnTo>
                    <a:pt x="6688" y="0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221BF9F8-E721-CD9C-9E58-7FC8E746CE8B}"/>
                </a:ext>
              </a:extLst>
            </p:cNvPr>
            <p:cNvSpPr/>
            <p:nvPr/>
          </p:nvSpPr>
          <p:spPr>
            <a:xfrm>
              <a:off x="8347060" y="3587868"/>
              <a:ext cx="1433" cy="955"/>
            </a:xfrm>
            <a:custGeom>
              <a:avLst/>
              <a:gdLst>
                <a:gd name="csX0" fmla="*/ 0 w 1433"/>
                <a:gd name="csY0" fmla="*/ 0 h 955"/>
                <a:gd name="csX1" fmla="*/ 1433 w 1433"/>
                <a:gd name="csY1" fmla="*/ 956 h 955"/>
                <a:gd name="csX2" fmla="*/ 0 w 1433"/>
                <a:gd name="csY2" fmla="*/ 0 h 955"/>
                <a:gd name="csX3" fmla="*/ 0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0" y="0"/>
                  </a:moveTo>
                  <a:lnTo>
                    <a:pt x="1433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67DC7E-E883-7129-C72C-0CACEA77E019}"/>
                </a:ext>
              </a:extLst>
            </p:cNvPr>
            <p:cNvSpPr/>
            <p:nvPr/>
          </p:nvSpPr>
          <p:spPr>
            <a:xfrm>
              <a:off x="8258680" y="4391886"/>
              <a:ext cx="86947" cy="113699"/>
            </a:xfrm>
            <a:custGeom>
              <a:avLst/>
              <a:gdLst>
                <a:gd name="csX0" fmla="*/ 86947 w 86947"/>
                <a:gd name="csY0" fmla="*/ 105100 h 113699"/>
                <a:gd name="csX1" fmla="*/ 86947 w 86947"/>
                <a:gd name="csY1" fmla="*/ 109400 h 113699"/>
                <a:gd name="csX2" fmla="*/ 85514 w 86947"/>
                <a:gd name="csY2" fmla="*/ 113700 h 113699"/>
                <a:gd name="csX3" fmla="*/ 83125 w 86947"/>
                <a:gd name="csY3" fmla="*/ 113222 h 113699"/>
                <a:gd name="csX4" fmla="*/ 81692 w 86947"/>
                <a:gd name="csY4" fmla="*/ 111311 h 113699"/>
                <a:gd name="csX5" fmla="*/ 82170 w 86947"/>
                <a:gd name="csY5" fmla="*/ 109400 h 113699"/>
                <a:gd name="csX6" fmla="*/ 83125 w 86947"/>
                <a:gd name="csY6" fmla="*/ 107489 h 113699"/>
                <a:gd name="csX7" fmla="*/ 82647 w 86947"/>
                <a:gd name="csY7" fmla="*/ 107011 h 113699"/>
                <a:gd name="csX8" fmla="*/ 81214 w 86947"/>
                <a:gd name="csY8" fmla="*/ 107011 h 113699"/>
                <a:gd name="csX9" fmla="*/ 80259 w 86947"/>
                <a:gd name="csY9" fmla="*/ 107489 h 113699"/>
                <a:gd name="csX10" fmla="*/ 78825 w 86947"/>
                <a:gd name="csY10" fmla="*/ 107489 h 113699"/>
                <a:gd name="csX11" fmla="*/ 76915 w 86947"/>
                <a:gd name="csY11" fmla="*/ 107489 h 113699"/>
                <a:gd name="csX12" fmla="*/ 72138 w 86947"/>
                <a:gd name="csY12" fmla="*/ 105100 h 113699"/>
                <a:gd name="csX13" fmla="*/ 70704 w 86947"/>
                <a:gd name="csY13" fmla="*/ 105100 h 113699"/>
                <a:gd name="csX14" fmla="*/ 70227 w 86947"/>
                <a:gd name="csY14" fmla="*/ 103667 h 113699"/>
                <a:gd name="csX15" fmla="*/ 70227 w 86947"/>
                <a:gd name="csY15" fmla="*/ 101756 h 113699"/>
                <a:gd name="csX16" fmla="*/ 68316 w 86947"/>
                <a:gd name="csY16" fmla="*/ 99368 h 113699"/>
                <a:gd name="csX17" fmla="*/ 67838 w 86947"/>
                <a:gd name="csY17" fmla="*/ 98412 h 113699"/>
                <a:gd name="csX18" fmla="*/ 67360 w 86947"/>
                <a:gd name="csY18" fmla="*/ 97457 h 113699"/>
                <a:gd name="csX19" fmla="*/ 62105 w 86947"/>
                <a:gd name="csY19" fmla="*/ 94590 h 113699"/>
                <a:gd name="csX20" fmla="*/ 61627 w 86947"/>
                <a:gd name="csY20" fmla="*/ 94113 h 113699"/>
                <a:gd name="csX21" fmla="*/ 60194 w 86947"/>
                <a:gd name="csY21" fmla="*/ 92202 h 113699"/>
                <a:gd name="csX22" fmla="*/ 56372 w 86947"/>
                <a:gd name="csY22" fmla="*/ 88858 h 113699"/>
                <a:gd name="csX23" fmla="*/ 55417 w 86947"/>
                <a:gd name="csY23" fmla="*/ 88380 h 113699"/>
                <a:gd name="csX24" fmla="*/ 53984 w 86947"/>
                <a:gd name="csY24" fmla="*/ 88380 h 113699"/>
                <a:gd name="csX25" fmla="*/ 53506 w 86947"/>
                <a:gd name="csY25" fmla="*/ 89335 h 113699"/>
                <a:gd name="csX26" fmla="*/ 53984 w 86947"/>
                <a:gd name="csY26" fmla="*/ 90291 h 113699"/>
                <a:gd name="csX27" fmla="*/ 54461 w 86947"/>
                <a:gd name="csY27" fmla="*/ 91724 h 113699"/>
                <a:gd name="csX28" fmla="*/ 54461 w 86947"/>
                <a:gd name="csY28" fmla="*/ 92679 h 113699"/>
                <a:gd name="csX29" fmla="*/ 54461 w 86947"/>
                <a:gd name="csY29" fmla="*/ 93635 h 113699"/>
                <a:gd name="csX30" fmla="*/ 56372 w 86947"/>
                <a:gd name="csY30" fmla="*/ 95068 h 113699"/>
                <a:gd name="csX31" fmla="*/ 56372 w 86947"/>
                <a:gd name="csY31" fmla="*/ 96024 h 113699"/>
                <a:gd name="csX32" fmla="*/ 57806 w 86947"/>
                <a:gd name="csY32" fmla="*/ 98412 h 113699"/>
                <a:gd name="csX33" fmla="*/ 57806 w 86947"/>
                <a:gd name="csY33" fmla="*/ 100801 h 113699"/>
                <a:gd name="csX34" fmla="*/ 56372 w 86947"/>
                <a:gd name="csY34" fmla="*/ 102234 h 113699"/>
                <a:gd name="csX35" fmla="*/ 54461 w 86947"/>
                <a:gd name="csY35" fmla="*/ 100801 h 113699"/>
                <a:gd name="csX36" fmla="*/ 54461 w 86947"/>
                <a:gd name="csY36" fmla="*/ 99845 h 113699"/>
                <a:gd name="csX37" fmla="*/ 54461 w 86947"/>
                <a:gd name="csY37" fmla="*/ 98890 h 113699"/>
                <a:gd name="csX38" fmla="*/ 52550 w 86947"/>
                <a:gd name="csY38" fmla="*/ 96501 h 113699"/>
                <a:gd name="csX39" fmla="*/ 52073 w 86947"/>
                <a:gd name="csY39" fmla="*/ 96024 h 113699"/>
                <a:gd name="csX40" fmla="*/ 48729 w 86947"/>
                <a:gd name="csY40" fmla="*/ 93635 h 113699"/>
                <a:gd name="csX41" fmla="*/ 45862 w 86947"/>
                <a:gd name="csY41" fmla="*/ 91246 h 113699"/>
                <a:gd name="csX42" fmla="*/ 40129 w 86947"/>
                <a:gd name="csY42" fmla="*/ 88380 h 113699"/>
                <a:gd name="csX43" fmla="*/ 39174 w 86947"/>
                <a:gd name="csY43" fmla="*/ 87902 h 113699"/>
                <a:gd name="csX44" fmla="*/ 38218 w 86947"/>
                <a:gd name="csY44" fmla="*/ 88380 h 113699"/>
                <a:gd name="csX45" fmla="*/ 37263 w 86947"/>
                <a:gd name="csY45" fmla="*/ 88858 h 113699"/>
                <a:gd name="csX46" fmla="*/ 34397 w 86947"/>
                <a:gd name="csY46" fmla="*/ 90291 h 113699"/>
                <a:gd name="csX47" fmla="*/ 33441 w 86947"/>
                <a:gd name="csY47" fmla="*/ 91246 h 113699"/>
                <a:gd name="csX48" fmla="*/ 33441 w 86947"/>
                <a:gd name="csY48" fmla="*/ 92679 h 113699"/>
                <a:gd name="csX49" fmla="*/ 31531 w 86947"/>
                <a:gd name="csY49" fmla="*/ 93635 h 113699"/>
                <a:gd name="csX50" fmla="*/ 28664 w 86947"/>
                <a:gd name="csY50" fmla="*/ 93635 h 113699"/>
                <a:gd name="csX51" fmla="*/ 26275 w 86947"/>
                <a:gd name="csY51" fmla="*/ 93157 h 113699"/>
                <a:gd name="csX52" fmla="*/ 24842 w 86947"/>
                <a:gd name="csY52" fmla="*/ 91724 h 113699"/>
                <a:gd name="csX53" fmla="*/ 23409 w 86947"/>
                <a:gd name="csY53" fmla="*/ 91724 h 113699"/>
                <a:gd name="csX54" fmla="*/ 21498 w 86947"/>
                <a:gd name="csY54" fmla="*/ 89335 h 113699"/>
                <a:gd name="csX55" fmla="*/ 19109 w 86947"/>
                <a:gd name="csY55" fmla="*/ 88858 h 113699"/>
                <a:gd name="csX56" fmla="*/ 17676 w 86947"/>
                <a:gd name="csY56" fmla="*/ 90769 h 113699"/>
                <a:gd name="csX57" fmla="*/ 17199 w 86947"/>
                <a:gd name="csY57" fmla="*/ 87424 h 113699"/>
                <a:gd name="csX58" fmla="*/ 17199 w 86947"/>
                <a:gd name="csY58" fmla="*/ 83603 h 113699"/>
                <a:gd name="csX59" fmla="*/ 17676 w 86947"/>
                <a:gd name="csY59" fmla="*/ 82647 h 113699"/>
                <a:gd name="csX60" fmla="*/ 18632 w 86947"/>
                <a:gd name="csY60" fmla="*/ 81692 h 113699"/>
                <a:gd name="csX61" fmla="*/ 22931 w 86947"/>
                <a:gd name="csY61" fmla="*/ 77870 h 113699"/>
                <a:gd name="csX62" fmla="*/ 23409 w 86947"/>
                <a:gd name="csY62" fmla="*/ 76914 h 113699"/>
                <a:gd name="csX63" fmla="*/ 23409 w 86947"/>
                <a:gd name="csY63" fmla="*/ 75004 h 113699"/>
                <a:gd name="csX64" fmla="*/ 22454 w 86947"/>
                <a:gd name="csY64" fmla="*/ 73570 h 113699"/>
                <a:gd name="csX65" fmla="*/ 20543 w 86947"/>
                <a:gd name="csY65" fmla="*/ 73093 h 113699"/>
                <a:gd name="csX66" fmla="*/ 18632 w 86947"/>
                <a:gd name="csY66" fmla="*/ 72615 h 113699"/>
                <a:gd name="csX67" fmla="*/ 17676 w 86947"/>
                <a:gd name="csY67" fmla="*/ 71659 h 113699"/>
                <a:gd name="csX68" fmla="*/ 16243 w 86947"/>
                <a:gd name="csY68" fmla="*/ 70704 h 113699"/>
                <a:gd name="csX69" fmla="*/ 15765 w 86947"/>
                <a:gd name="csY69" fmla="*/ 72615 h 113699"/>
                <a:gd name="csX70" fmla="*/ 16243 w 86947"/>
                <a:gd name="csY70" fmla="*/ 75959 h 113699"/>
                <a:gd name="csX71" fmla="*/ 16721 w 86947"/>
                <a:gd name="csY71" fmla="*/ 77870 h 113699"/>
                <a:gd name="csX72" fmla="*/ 15765 w 86947"/>
                <a:gd name="csY72" fmla="*/ 78825 h 113699"/>
                <a:gd name="csX73" fmla="*/ 14810 w 86947"/>
                <a:gd name="csY73" fmla="*/ 78825 h 113699"/>
                <a:gd name="csX74" fmla="*/ 13377 w 86947"/>
                <a:gd name="csY74" fmla="*/ 78825 h 113699"/>
                <a:gd name="csX75" fmla="*/ 12421 w 86947"/>
                <a:gd name="csY75" fmla="*/ 77870 h 113699"/>
                <a:gd name="csX76" fmla="*/ 11943 w 86947"/>
                <a:gd name="csY76" fmla="*/ 75959 h 113699"/>
                <a:gd name="csX77" fmla="*/ 10510 w 86947"/>
                <a:gd name="csY77" fmla="*/ 74526 h 113699"/>
                <a:gd name="csX78" fmla="*/ 9555 w 86947"/>
                <a:gd name="csY78" fmla="*/ 72137 h 113699"/>
                <a:gd name="csX79" fmla="*/ 9077 w 86947"/>
                <a:gd name="csY79" fmla="*/ 72137 h 113699"/>
                <a:gd name="csX80" fmla="*/ 7644 w 86947"/>
                <a:gd name="csY80" fmla="*/ 72137 h 113699"/>
                <a:gd name="csX81" fmla="*/ 6211 w 86947"/>
                <a:gd name="csY81" fmla="*/ 71182 h 113699"/>
                <a:gd name="csX82" fmla="*/ 5733 w 86947"/>
                <a:gd name="csY82" fmla="*/ 68793 h 113699"/>
                <a:gd name="csX83" fmla="*/ 5733 w 86947"/>
                <a:gd name="csY83" fmla="*/ 66404 h 113699"/>
                <a:gd name="csX84" fmla="*/ 4777 w 86947"/>
                <a:gd name="csY84" fmla="*/ 64016 h 113699"/>
                <a:gd name="csX85" fmla="*/ 3822 w 86947"/>
                <a:gd name="csY85" fmla="*/ 62105 h 113699"/>
                <a:gd name="csX86" fmla="*/ 3344 w 86947"/>
                <a:gd name="csY86" fmla="*/ 60194 h 113699"/>
                <a:gd name="csX87" fmla="*/ 2867 w 86947"/>
                <a:gd name="csY87" fmla="*/ 52550 h 113699"/>
                <a:gd name="csX88" fmla="*/ 2389 w 86947"/>
                <a:gd name="csY88" fmla="*/ 52072 h 113699"/>
                <a:gd name="csX89" fmla="*/ 1911 w 86947"/>
                <a:gd name="csY89" fmla="*/ 51595 h 113699"/>
                <a:gd name="csX90" fmla="*/ 956 w 86947"/>
                <a:gd name="csY90" fmla="*/ 50639 h 113699"/>
                <a:gd name="csX91" fmla="*/ 0 w 86947"/>
                <a:gd name="csY91" fmla="*/ 49684 h 113699"/>
                <a:gd name="csX92" fmla="*/ 0 w 86947"/>
                <a:gd name="csY92" fmla="*/ 48728 h 113699"/>
                <a:gd name="csX93" fmla="*/ 478 w 86947"/>
                <a:gd name="csY93" fmla="*/ 44906 h 113699"/>
                <a:gd name="csX94" fmla="*/ 478 w 86947"/>
                <a:gd name="csY94" fmla="*/ 43951 h 113699"/>
                <a:gd name="csX95" fmla="*/ 1433 w 86947"/>
                <a:gd name="csY95" fmla="*/ 43473 h 113699"/>
                <a:gd name="csX96" fmla="*/ 2389 w 86947"/>
                <a:gd name="csY96" fmla="*/ 44429 h 113699"/>
                <a:gd name="csX97" fmla="*/ 3344 w 86947"/>
                <a:gd name="csY97" fmla="*/ 45384 h 113699"/>
                <a:gd name="csX98" fmla="*/ 4300 w 86947"/>
                <a:gd name="csY98" fmla="*/ 45862 h 113699"/>
                <a:gd name="csX99" fmla="*/ 5255 w 86947"/>
                <a:gd name="csY99" fmla="*/ 46340 h 113699"/>
                <a:gd name="csX100" fmla="*/ 7166 w 86947"/>
                <a:gd name="csY100" fmla="*/ 48251 h 113699"/>
                <a:gd name="csX101" fmla="*/ 8122 w 86947"/>
                <a:gd name="csY101" fmla="*/ 48728 h 113699"/>
                <a:gd name="csX102" fmla="*/ 10033 w 86947"/>
                <a:gd name="csY102" fmla="*/ 48728 h 113699"/>
                <a:gd name="csX103" fmla="*/ 11466 w 86947"/>
                <a:gd name="csY103" fmla="*/ 48251 h 113699"/>
                <a:gd name="csX104" fmla="*/ 11943 w 86947"/>
                <a:gd name="csY104" fmla="*/ 47773 h 113699"/>
                <a:gd name="csX105" fmla="*/ 12421 w 86947"/>
                <a:gd name="csY105" fmla="*/ 46817 h 113699"/>
                <a:gd name="csX106" fmla="*/ 12421 w 86947"/>
                <a:gd name="csY106" fmla="*/ 45384 h 113699"/>
                <a:gd name="csX107" fmla="*/ 10988 w 86947"/>
                <a:gd name="csY107" fmla="*/ 42040 h 113699"/>
                <a:gd name="csX108" fmla="*/ 10988 w 86947"/>
                <a:gd name="csY108" fmla="*/ 39651 h 113699"/>
                <a:gd name="csX109" fmla="*/ 10988 w 86947"/>
                <a:gd name="csY109" fmla="*/ 37740 h 113699"/>
                <a:gd name="csX110" fmla="*/ 10988 w 86947"/>
                <a:gd name="csY110" fmla="*/ 35352 h 113699"/>
                <a:gd name="csX111" fmla="*/ 12899 w 86947"/>
                <a:gd name="csY111" fmla="*/ 31530 h 113699"/>
                <a:gd name="csX112" fmla="*/ 12899 w 86947"/>
                <a:gd name="csY112" fmla="*/ 29141 h 113699"/>
                <a:gd name="csX113" fmla="*/ 12899 w 86947"/>
                <a:gd name="csY113" fmla="*/ 25797 h 113699"/>
                <a:gd name="csX114" fmla="*/ 13377 w 86947"/>
                <a:gd name="csY114" fmla="*/ 23886 h 113699"/>
                <a:gd name="csX115" fmla="*/ 13377 w 86947"/>
                <a:gd name="csY115" fmla="*/ 22453 h 113699"/>
                <a:gd name="csX116" fmla="*/ 11943 w 86947"/>
                <a:gd name="csY116" fmla="*/ 20542 h 113699"/>
                <a:gd name="csX117" fmla="*/ 11943 w 86947"/>
                <a:gd name="csY117" fmla="*/ 18631 h 113699"/>
                <a:gd name="csX118" fmla="*/ 14810 w 86947"/>
                <a:gd name="csY118" fmla="*/ 8599 h 113699"/>
                <a:gd name="csX119" fmla="*/ 15765 w 86947"/>
                <a:gd name="csY119" fmla="*/ 6688 h 113699"/>
                <a:gd name="csX120" fmla="*/ 16243 w 86947"/>
                <a:gd name="csY120" fmla="*/ 4777 h 113699"/>
                <a:gd name="csX121" fmla="*/ 16721 w 86947"/>
                <a:gd name="csY121" fmla="*/ 2389 h 113699"/>
                <a:gd name="csX122" fmla="*/ 18632 w 86947"/>
                <a:gd name="csY122" fmla="*/ 1433 h 113699"/>
                <a:gd name="csX123" fmla="*/ 21020 w 86947"/>
                <a:gd name="csY123" fmla="*/ 478 h 113699"/>
                <a:gd name="csX124" fmla="*/ 21976 w 86947"/>
                <a:gd name="csY124" fmla="*/ 478 h 113699"/>
                <a:gd name="csX125" fmla="*/ 22931 w 86947"/>
                <a:gd name="csY125" fmla="*/ 478 h 113699"/>
                <a:gd name="csX126" fmla="*/ 25798 w 86947"/>
                <a:gd name="csY126" fmla="*/ 0 h 113699"/>
                <a:gd name="csX127" fmla="*/ 26753 w 86947"/>
                <a:gd name="csY127" fmla="*/ 0 h 113699"/>
                <a:gd name="csX128" fmla="*/ 29620 w 86947"/>
                <a:gd name="csY128" fmla="*/ 956 h 113699"/>
                <a:gd name="csX129" fmla="*/ 36308 w 86947"/>
                <a:gd name="csY129" fmla="*/ 4777 h 113699"/>
                <a:gd name="csX130" fmla="*/ 38697 w 86947"/>
                <a:gd name="csY130" fmla="*/ 5733 h 113699"/>
                <a:gd name="csX131" fmla="*/ 41563 w 86947"/>
                <a:gd name="csY131" fmla="*/ 6210 h 113699"/>
                <a:gd name="csX132" fmla="*/ 43474 w 86947"/>
                <a:gd name="csY132" fmla="*/ 6210 h 113699"/>
                <a:gd name="csX133" fmla="*/ 45384 w 86947"/>
                <a:gd name="csY133" fmla="*/ 5733 h 113699"/>
                <a:gd name="csX134" fmla="*/ 45862 w 86947"/>
                <a:gd name="csY134" fmla="*/ 4777 h 113699"/>
                <a:gd name="csX135" fmla="*/ 47295 w 86947"/>
                <a:gd name="csY135" fmla="*/ 2389 h 113699"/>
                <a:gd name="csX136" fmla="*/ 48729 w 86947"/>
                <a:gd name="csY136" fmla="*/ 2389 h 113699"/>
                <a:gd name="csX137" fmla="*/ 49684 w 86947"/>
                <a:gd name="csY137" fmla="*/ 3344 h 113699"/>
                <a:gd name="csX138" fmla="*/ 50162 w 86947"/>
                <a:gd name="csY138" fmla="*/ 4299 h 113699"/>
                <a:gd name="csX139" fmla="*/ 50640 w 86947"/>
                <a:gd name="csY139" fmla="*/ 5733 h 113699"/>
                <a:gd name="csX140" fmla="*/ 50162 w 86947"/>
                <a:gd name="csY140" fmla="*/ 7166 h 113699"/>
                <a:gd name="csX141" fmla="*/ 48729 w 86947"/>
                <a:gd name="csY141" fmla="*/ 9077 h 113699"/>
                <a:gd name="csX142" fmla="*/ 48251 w 86947"/>
                <a:gd name="csY142" fmla="*/ 10510 h 113699"/>
                <a:gd name="csX143" fmla="*/ 47295 w 86947"/>
                <a:gd name="csY143" fmla="*/ 16721 h 113699"/>
                <a:gd name="csX144" fmla="*/ 47295 w 86947"/>
                <a:gd name="csY144" fmla="*/ 18154 h 113699"/>
                <a:gd name="csX145" fmla="*/ 47773 w 86947"/>
                <a:gd name="csY145" fmla="*/ 20065 h 113699"/>
                <a:gd name="csX146" fmla="*/ 49206 w 86947"/>
                <a:gd name="csY146" fmla="*/ 22453 h 113699"/>
                <a:gd name="csX147" fmla="*/ 49684 w 86947"/>
                <a:gd name="csY147" fmla="*/ 23409 h 113699"/>
                <a:gd name="csX148" fmla="*/ 51595 w 86947"/>
                <a:gd name="csY148" fmla="*/ 24364 h 113699"/>
                <a:gd name="csX149" fmla="*/ 52073 w 86947"/>
                <a:gd name="csY149" fmla="*/ 24842 h 113699"/>
                <a:gd name="csX150" fmla="*/ 52073 w 86947"/>
                <a:gd name="csY150" fmla="*/ 26275 h 113699"/>
                <a:gd name="csX151" fmla="*/ 52550 w 86947"/>
                <a:gd name="csY151" fmla="*/ 27708 h 113699"/>
                <a:gd name="csX152" fmla="*/ 53506 w 86947"/>
                <a:gd name="csY152" fmla="*/ 27708 h 113699"/>
                <a:gd name="csX153" fmla="*/ 54939 w 86947"/>
                <a:gd name="csY153" fmla="*/ 28664 h 113699"/>
                <a:gd name="csX154" fmla="*/ 54461 w 86947"/>
                <a:gd name="csY154" fmla="*/ 29619 h 113699"/>
                <a:gd name="csX155" fmla="*/ 53506 w 86947"/>
                <a:gd name="csY155" fmla="*/ 31052 h 113699"/>
                <a:gd name="csX156" fmla="*/ 53028 w 86947"/>
                <a:gd name="csY156" fmla="*/ 34397 h 113699"/>
                <a:gd name="csX157" fmla="*/ 48729 w 86947"/>
                <a:gd name="csY157" fmla="*/ 41563 h 113699"/>
                <a:gd name="csX158" fmla="*/ 48729 w 86947"/>
                <a:gd name="csY158" fmla="*/ 42996 h 113699"/>
                <a:gd name="csX159" fmla="*/ 47295 w 86947"/>
                <a:gd name="csY159" fmla="*/ 46340 h 113699"/>
                <a:gd name="csX160" fmla="*/ 43951 w 86947"/>
                <a:gd name="csY160" fmla="*/ 46817 h 113699"/>
                <a:gd name="csX161" fmla="*/ 40129 w 86947"/>
                <a:gd name="csY161" fmla="*/ 48251 h 113699"/>
                <a:gd name="csX162" fmla="*/ 38218 w 86947"/>
                <a:gd name="csY162" fmla="*/ 49206 h 113699"/>
                <a:gd name="csX163" fmla="*/ 36308 w 86947"/>
                <a:gd name="csY163" fmla="*/ 51117 h 113699"/>
                <a:gd name="csX164" fmla="*/ 35830 w 86947"/>
                <a:gd name="csY164" fmla="*/ 53028 h 113699"/>
                <a:gd name="csX165" fmla="*/ 36308 w 86947"/>
                <a:gd name="csY165" fmla="*/ 53983 h 113699"/>
                <a:gd name="csX166" fmla="*/ 36786 w 86947"/>
                <a:gd name="csY166" fmla="*/ 54939 h 113699"/>
                <a:gd name="csX167" fmla="*/ 36786 w 86947"/>
                <a:gd name="csY167" fmla="*/ 55894 h 113699"/>
                <a:gd name="csX168" fmla="*/ 36308 w 86947"/>
                <a:gd name="csY168" fmla="*/ 56850 h 113699"/>
                <a:gd name="csX169" fmla="*/ 34397 w 86947"/>
                <a:gd name="csY169" fmla="*/ 58761 h 113699"/>
                <a:gd name="csX170" fmla="*/ 33441 w 86947"/>
                <a:gd name="csY170" fmla="*/ 60672 h 113699"/>
                <a:gd name="csX171" fmla="*/ 32963 w 86947"/>
                <a:gd name="csY171" fmla="*/ 61149 h 113699"/>
                <a:gd name="csX172" fmla="*/ 32486 w 86947"/>
                <a:gd name="csY172" fmla="*/ 62105 h 113699"/>
                <a:gd name="csX173" fmla="*/ 32486 w 86947"/>
                <a:gd name="csY173" fmla="*/ 63538 h 113699"/>
                <a:gd name="csX174" fmla="*/ 33441 w 86947"/>
                <a:gd name="csY174" fmla="*/ 64493 h 113699"/>
                <a:gd name="csX175" fmla="*/ 35352 w 86947"/>
                <a:gd name="csY175" fmla="*/ 68315 h 113699"/>
                <a:gd name="csX176" fmla="*/ 37741 w 86947"/>
                <a:gd name="csY176" fmla="*/ 72137 h 113699"/>
                <a:gd name="csX177" fmla="*/ 38218 w 86947"/>
                <a:gd name="csY177" fmla="*/ 72615 h 113699"/>
                <a:gd name="csX178" fmla="*/ 38218 w 86947"/>
                <a:gd name="csY178" fmla="*/ 73570 h 113699"/>
                <a:gd name="csX179" fmla="*/ 37263 w 86947"/>
                <a:gd name="csY179" fmla="*/ 74526 h 113699"/>
                <a:gd name="csX180" fmla="*/ 37263 w 86947"/>
                <a:gd name="csY180" fmla="*/ 76437 h 113699"/>
                <a:gd name="csX181" fmla="*/ 37741 w 86947"/>
                <a:gd name="csY181" fmla="*/ 78347 h 113699"/>
                <a:gd name="csX182" fmla="*/ 39652 w 86947"/>
                <a:gd name="csY182" fmla="*/ 82647 h 113699"/>
                <a:gd name="csX183" fmla="*/ 39652 w 86947"/>
                <a:gd name="csY183" fmla="*/ 84080 h 113699"/>
                <a:gd name="csX184" fmla="*/ 40607 w 86947"/>
                <a:gd name="csY184" fmla="*/ 85036 h 113699"/>
                <a:gd name="csX185" fmla="*/ 41563 w 86947"/>
                <a:gd name="csY185" fmla="*/ 85991 h 113699"/>
                <a:gd name="csX186" fmla="*/ 42518 w 86947"/>
                <a:gd name="csY186" fmla="*/ 86947 h 113699"/>
                <a:gd name="csX187" fmla="*/ 45862 w 86947"/>
                <a:gd name="csY187" fmla="*/ 87902 h 113699"/>
                <a:gd name="csX188" fmla="*/ 47295 w 86947"/>
                <a:gd name="csY188" fmla="*/ 88380 h 113699"/>
                <a:gd name="csX189" fmla="*/ 48729 w 86947"/>
                <a:gd name="csY189" fmla="*/ 88380 h 113699"/>
                <a:gd name="csX190" fmla="*/ 49206 w 86947"/>
                <a:gd name="csY190" fmla="*/ 87424 h 113699"/>
                <a:gd name="csX191" fmla="*/ 50162 w 86947"/>
                <a:gd name="csY191" fmla="*/ 87424 h 113699"/>
                <a:gd name="csX192" fmla="*/ 49684 w 86947"/>
                <a:gd name="csY192" fmla="*/ 86469 h 113699"/>
                <a:gd name="csX193" fmla="*/ 48251 w 86947"/>
                <a:gd name="csY193" fmla="*/ 85036 h 113699"/>
                <a:gd name="csX194" fmla="*/ 48251 w 86947"/>
                <a:gd name="csY194" fmla="*/ 84558 h 113699"/>
                <a:gd name="csX195" fmla="*/ 49206 w 86947"/>
                <a:gd name="csY195" fmla="*/ 83603 h 113699"/>
                <a:gd name="csX196" fmla="*/ 50162 w 86947"/>
                <a:gd name="csY196" fmla="*/ 83603 h 113699"/>
                <a:gd name="csX197" fmla="*/ 52073 w 86947"/>
                <a:gd name="csY197" fmla="*/ 82170 h 113699"/>
                <a:gd name="csX198" fmla="*/ 53984 w 86947"/>
                <a:gd name="csY198" fmla="*/ 81214 h 113699"/>
                <a:gd name="csX199" fmla="*/ 56850 w 86947"/>
                <a:gd name="csY199" fmla="*/ 81214 h 113699"/>
                <a:gd name="csX200" fmla="*/ 59716 w 86947"/>
                <a:gd name="csY200" fmla="*/ 81692 h 113699"/>
                <a:gd name="csX201" fmla="*/ 61627 w 86947"/>
                <a:gd name="csY201" fmla="*/ 82647 h 113699"/>
                <a:gd name="csX202" fmla="*/ 63061 w 86947"/>
                <a:gd name="csY202" fmla="*/ 83603 h 113699"/>
                <a:gd name="csX203" fmla="*/ 64493 w 86947"/>
                <a:gd name="csY203" fmla="*/ 85513 h 113699"/>
                <a:gd name="csX204" fmla="*/ 65927 w 86947"/>
                <a:gd name="csY204" fmla="*/ 87902 h 113699"/>
                <a:gd name="csX205" fmla="*/ 65927 w 86947"/>
                <a:gd name="csY205" fmla="*/ 88858 h 113699"/>
                <a:gd name="csX206" fmla="*/ 65449 w 86947"/>
                <a:gd name="csY206" fmla="*/ 89813 h 113699"/>
                <a:gd name="csX207" fmla="*/ 65449 w 86947"/>
                <a:gd name="csY207" fmla="*/ 91246 h 113699"/>
                <a:gd name="csX208" fmla="*/ 66405 w 86947"/>
                <a:gd name="csY208" fmla="*/ 91724 h 113699"/>
                <a:gd name="csX209" fmla="*/ 68793 w 86947"/>
                <a:gd name="csY209" fmla="*/ 91724 h 113699"/>
                <a:gd name="csX210" fmla="*/ 70227 w 86947"/>
                <a:gd name="csY210" fmla="*/ 90291 h 113699"/>
                <a:gd name="csX211" fmla="*/ 70227 w 86947"/>
                <a:gd name="csY211" fmla="*/ 88380 h 113699"/>
                <a:gd name="csX212" fmla="*/ 69271 w 86947"/>
                <a:gd name="csY212" fmla="*/ 87424 h 113699"/>
                <a:gd name="csX213" fmla="*/ 69749 w 86947"/>
                <a:gd name="csY213" fmla="*/ 86469 h 113699"/>
                <a:gd name="csX214" fmla="*/ 70704 w 86947"/>
                <a:gd name="csY214" fmla="*/ 85991 h 113699"/>
                <a:gd name="csX215" fmla="*/ 71659 w 86947"/>
                <a:gd name="csY215" fmla="*/ 86469 h 113699"/>
                <a:gd name="csX216" fmla="*/ 73093 w 86947"/>
                <a:gd name="csY216" fmla="*/ 87902 h 113699"/>
                <a:gd name="csX217" fmla="*/ 76915 w 86947"/>
                <a:gd name="csY217" fmla="*/ 88858 h 113699"/>
                <a:gd name="csX218" fmla="*/ 77870 w 86947"/>
                <a:gd name="csY218" fmla="*/ 88858 h 113699"/>
                <a:gd name="csX219" fmla="*/ 78825 w 86947"/>
                <a:gd name="csY219" fmla="*/ 89335 h 113699"/>
                <a:gd name="csX220" fmla="*/ 80259 w 86947"/>
                <a:gd name="csY220" fmla="*/ 90291 h 113699"/>
                <a:gd name="csX221" fmla="*/ 81214 w 86947"/>
                <a:gd name="csY221" fmla="*/ 90769 h 113699"/>
                <a:gd name="csX222" fmla="*/ 80259 w 86947"/>
                <a:gd name="csY222" fmla="*/ 92202 h 113699"/>
                <a:gd name="csX223" fmla="*/ 76437 w 86947"/>
                <a:gd name="csY223" fmla="*/ 92679 h 113699"/>
                <a:gd name="csX224" fmla="*/ 75004 w 86947"/>
                <a:gd name="csY224" fmla="*/ 93635 h 113699"/>
                <a:gd name="csX225" fmla="*/ 76437 w 86947"/>
                <a:gd name="csY225" fmla="*/ 96024 h 113699"/>
                <a:gd name="csX226" fmla="*/ 78348 w 86947"/>
                <a:gd name="csY226" fmla="*/ 97935 h 113699"/>
                <a:gd name="csX227" fmla="*/ 79304 w 86947"/>
                <a:gd name="csY227" fmla="*/ 99368 h 113699"/>
                <a:gd name="csX228" fmla="*/ 80736 w 86947"/>
                <a:gd name="csY228" fmla="*/ 100801 h 113699"/>
                <a:gd name="csX229" fmla="*/ 80259 w 86947"/>
                <a:gd name="csY229" fmla="*/ 102234 h 113699"/>
                <a:gd name="csX230" fmla="*/ 79781 w 86947"/>
                <a:gd name="csY230" fmla="*/ 103667 h 113699"/>
                <a:gd name="csX231" fmla="*/ 81692 w 86947"/>
                <a:gd name="csY231" fmla="*/ 103667 h 113699"/>
                <a:gd name="csX232" fmla="*/ 83125 w 86947"/>
                <a:gd name="csY232" fmla="*/ 103667 h 113699"/>
                <a:gd name="csX233" fmla="*/ 85514 w 86947"/>
                <a:gd name="csY233" fmla="*/ 105100 h 113699"/>
                <a:gd name="csX234" fmla="*/ 85991 w 86947"/>
                <a:gd name="csY234" fmla="*/ 105100 h 113699"/>
                <a:gd name="csX235" fmla="*/ 86947 w 86947"/>
                <a:gd name="csY235" fmla="*/ 105100 h 113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</a:cxnLst>
              <a:rect l="l" t="t" r="r" b="b"/>
              <a:pathLst>
                <a:path w="86947" h="113699">
                  <a:moveTo>
                    <a:pt x="86947" y="105100"/>
                  </a:moveTo>
                  <a:lnTo>
                    <a:pt x="86947" y="109400"/>
                  </a:lnTo>
                  <a:lnTo>
                    <a:pt x="85514" y="113700"/>
                  </a:lnTo>
                  <a:lnTo>
                    <a:pt x="83125" y="113222"/>
                  </a:lnTo>
                  <a:lnTo>
                    <a:pt x="81692" y="111311"/>
                  </a:lnTo>
                  <a:lnTo>
                    <a:pt x="82170" y="109400"/>
                  </a:lnTo>
                  <a:lnTo>
                    <a:pt x="83125" y="107489"/>
                  </a:lnTo>
                  <a:lnTo>
                    <a:pt x="82647" y="107011"/>
                  </a:lnTo>
                  <a:lnTo>
                    <a:pt x="81214" y="107011"/>
                  </a:lnTo>
                  <a:lnTo>
                    <a:pt x="80259" y="107489"/>
                  </a:lnTo>
                  <a:lnTo>
                    <a:pt x="78825" y="107489"/>
                  </a:lnTo>
                  <a:lnTo>
                    <a:pt x="76915" y="107489"/>
                  </a:lnTo>
                  <a:lnTo>
                    <a:pt x="72138" y="105100"/>
                  </a:lnTo>
                  <a:lnTo>
                    <a:pt x="70704" y="105100"/>
                  </a:lnTo>
                  <a:lnTo>
                    <a:pt x="70227" y="103667"/>
                  </a:lnTo>
                  <a:lnTo>
                    <a:pt x="70227" y="101756"/>
                  </a:lnTo>
                  <a:lnTo>
                    <a:pt x="68316" y="99368"/>
                  </a:lnTo>
                  <a:lnTo>
                    <a:pt x="67838" y="98412"/>
                  </a:lnTo>
                  <a:lnTo>
                    <a:pt x="67360" y="97457"/>
                  </a:lnTo>
                  <a:lnTo>
                    <a:pt x="62105" y="94590"/>
                  </a:lnTo>
                  <a:lnTo>
                    <a:pt x="61627" y="94113"/>
                  </a:lnTo>
                  <a:lnTo>
                    <a:pt x="60194" y="92202"/>
                  </a:lnTo>
                  <a:lnTo>
                    <a:pt x="56372" y="88858"/>
                  </a:lnTo>
                  <a:lnTo>
                    <a:pt x="55417" y="88380"/>
                  </a:lnTo>
                  <a:lnTo>
                    <a:pt x="53984" y="88380"/>
                  </a:lnTo>
                  <a:lnTo>
                    <a:pt x="53506" y="89335"/>
                  </a:lnTo>
                  <a:lnTo>
                    <a:pt x="53984" y="90291"/>
                  </a:lnTo>
                  <a:lnTo>
                    <a:pt x="54461" y="91724"/>
                  </a:lnTo>
                  <a:lnTo>
                    <a:pt x="54461" y="92679"/>
                  </a:lnTo>
                  <a:lnTo>
                    <a:pt x="54461" y="93635"/>
                  </a:lnTo>
                  <a:lnTo>
                    <a:pt x="56372" y="95068"/>
                  </a:lnTo>
                  <a:lnTo>
                    <a:pt x="56372" y="96024"/>
                  </a:lnTo>
                  <a:lnTo>
                    <a:pt x="57806" y="98412"/>
                  </a:lnTo>
                  <a:lnTo>
                    <a:pt x="57806" y="100801"/>
                  </a:lnTo>
                  <a:lnTo>
                    <a:pt x="56372" y="102234"/>
                  </a:lnTo>
                  <a:lnTo>
                    <a:pt x="54461" y="100801"/>
                  </a:lnTo>
                  <a:lnTo>
                    <a:pt x="54461" y="99845"/>
                  </a:lnTo>
                  <a:lnTo>
                    <a:pt x="54461" y="98890"/>
                  </a:lnTo>
                  <a:lnTo>
                    <a:pt x="52550" y="96501"/>
                  </a:lnTo>
                  <a:lnTo>
                    <a:pt x="52073" y="96024"/>
                  </a:lnTo>
                  <a:lnTo>
                    <a:pt x="48729" y="93635"/>
                  </a:lnTo>
                  <a:lnTo>
                    <a:pt x="45862" y="91246"/>
                  </a:lnTo>
                  <a:lnTo>
                    <a:pt x="40129" y="88380"/>
                  </a:lnTo>
                  <a:lnTo>
                    <a:pt x="39174" y="87902"/>
                  </a:lnTo>
                  <a:lnTo>
                    <a:pt x="38218" y="88380"/>
                  </a:lnTo>
                  <a:lnTo>
                    <a:pt x="37263" y="88858"/>
                  </a:lnTo>
                  <a:lnTo>
                    <a:pt x="34397" y="90291"/>
                  </a:lnTo>
                  <a:lnTo>
                    <a:pt x="33441" y="91246"/>
                  </a:lnTo>
                  <a:lnTo>
                    <a:pt x="33441" y="92679"/>
                  </a:lnTo>
                  <a:lnTo>
                    <a:pt x="31531" y="93635"/>
                  </a:lnTo>
                  <a:lnTo>
                    <a:pt x="28664" y="93635"/>
                  </a:lnTo>
                  <a:lnTo>
                    <a:pt x="26275" y="93157"/>
                  </a:lnTo>
                  <a:lnTo>
                    <a:pt x="24842" y="91724"/>
                  </a:lnTo>
                  <a:lnTo>
                    <a:pt x="23409" y="91724"/>
                  </a:lnTo>
                  <a:lnTo>
                    <a:pt x="21498" y="89335"/>
                  </a:lnTo>
                  <a:lnTo>
                    <a:pt x="19109" y="88858"/>
                  </a:lnTo>
                  <a:lnTo>
                    <a:pt x="17676" y="90769"/>
                  </a:lnTo>
                  <a:lnTo>
                    <a:pt x="17199" y="87424"/>
                  </a:lnTo>
                  <a:lnTo>
                    <a:pt x="17199" y="83603"/>
                  </a:lnTo>
                  <a:lnTo>
                    <a:pt x="17676" y="82647"/>
                  </a:lnTo>
                  <a:lnTo>
                    <a:pt x="18632" y="81692"/>
                  </a:lnTo>
                  <a:lnTo>
                    <a:pt x="22931" y="77870"/>
                  </a:lnTo>
                  <a:lnTo>
                    <a:pt x="23409" y="76914"/>
                  </a:lnTo>
                  <a:lnTo>
                    <a:pt x="23409" y="75004"/>
                  </a:lnTo>
                  <a:lnTo>
                    <a:pt x="22454" y="73570"/>
                  </a:lnTo>
                  <a:lnTo>
                    <a:pt x="20543" y="73093"/>
                  </a:lnTo>
                  <a:lnTo>
                    <a:pt x="18632" y="72615"/>
                  </a:lnTo>
                  <a:lnTo>
                    <a:pt x="17676" y="71659"/>
                  </a:lnTo>
                  <a:lnTo>
                    <a:pt x="16243" y="70704"/>
                  </a:lnTo>
                  <a:lnTo>
                    <a:pt x="15765" y="72615"/>
                  </a:lnTo>
                  <a:lnTo>
                    <a:pt x="16243" y="75959"/>
                  </a:lnTo>
                  <a:lnTo>
                    <a:pt x="16721" y="77870"/>
                  </a:lnTo>
                  <a:lnTo>
                    <a:pt x="15765" y="78825"/>
                  </a:lnTo>
                  <a:lnTo>
                    <a:pt x="14810" y="78825"/>
                  </a:lnTo>
                  <a:lnTo>
                    <a:pt x="13377" y="78825"/>
                  </a:lnTo>
                  <a:lnTo>
                    <a:pt x="12421" y="77870"/>
                  </a:lnTo>
                  <a:lnTo>
                    <a:pt x="11943" y="75959"/>
                  </a:lnTo>
                  <a:lnTo>
                    <a:pt x="10510" y="74526"/>
                  </a:lnTo>
                  <a:lnTo>
                    <a:pt x="9555" y="72137"/>
                  </a:lnTo>
                  <a:lnTo>
                    <a:pt x="9077" y="72137"/>
                  </a:lnTo>
                  <a:lnTo>
                    <a:pt x="7644" y="72137"/>
                  </a:lnTo>
                  <a:lnTo>
                    <a:pt x="6211" y="71182"/>
                  </a:lnTo>
                  <a:lnTo>
                    <a:pt x="5733" y="68793"/>
                  </a:lnTo>
                  <a:lnTo>
                    <a:pt x="5733" y="66404"/>
                  </a:lnTo>
                  <a:lnTo>
                    <a:pt x="4777" y="64016"/>
                  </a:lnTo>
                  <a:lnTo>
                    <a:pt x="3822" y="62105"/>
                  </a:lnTo>
                  <a:lnTo>
                    <a:pt x="3344" y="60194"/>
                  </a:lnTo>
                  <a:lnTo>
                    <a:pt x="2867" y="52550"/>
                  </a:lnTo>
                  <a:lnTo>
                    <a:pt x="2389" y="52072"/>
                  </a:lnTo>
                  <a:lnTo>
                    <a:pt x="1911" y="51595"/>
                  </a:lnTo>
                  <a:lnTo>
                    <a:pt x="956" y="50639"/>
                  </a:lnTo>
                  <a:lnTo>
                    <a:pt x="0" y="49684"/>
                  </a:lnTo>
                  <a:lnTo>
                    <a:pt x="0" y="48728"/>
                  </a:lnTo>
                  <a:lnTo>
                    <a:pt x="478" y="44906"/>
                  </a:lnTo>
                  <a:lnTo>
                    <a:pt x="478" y="43951"/>
                  </a:lnTo>
                  <a:lnTo>
                    <a:pt x="1433" y="43473"/>
                  </a:lnTo>
                  <a:lnTo>
                    <a:pt x="2389" y="44429"/>
                  </a:lnTo>
                  <a:lnTo>
                    <a:pt x="3344" y="45384"/>
                  </a:lnTo>
                  <a:lnTo>
                    <a:pt x="4300" y="45862"/>
                  </a:lnTo>
                  <a:lnTo>
                    <a:pt x="5255" y="46340"/>
                  </a:lnTo>
                  <a:lnTo>
                    <a:pt x="7166" y="48251"/>
                  </a:lnTo>
                  <a:lnTo>
                    <a:pt x="8122" y="48728"/>
                  </a:lnTo>
                  <a:lnTo>
                    <a:pt x="10033" y="48728"/>
                  </a:lnTo>
                  <a:lnTo>
                    <a:pt x="11466" y="48251"/>
                  </a:lnTo>
                  <a:lnTo>
                    <a:pt x="11943" y="47773"/>
                  </a:lnTo>
                  <a:lnTo>
                    <a:pt x="12421" y="46817"/>
                  </a:lnTo>
                  <a:lnTo>
                    <a:pt x="12421" y="45384"/>
                  </a:lnTo>
                  <a:lnTo>
                    <a:pt x="10988" y="42040"/>
                  </a:lnTo>
                  <a:lnTo>
                    <a:pt x="10988" y="39651"/>
                  </a:lnTo>
                  <a:lnTo>
                    <a:pt x="10988" y="37740"/>
                  </a:lnTo>
                  <a:lnTo>
                    <a:pt x="10988" y="35352"/>
                  </a:lnTo>
                  <a:lnTo>
                    <a:pt x="12899" y="31530"/>
                  </a:lnTo>
                  <a:lnTo>
                    <a:pt x="12899" y="29141"/>
                  </a:lnTo>
                  <a:lnTo>
                    <a:pt x="12899" y="25797"/>
                  </a:lnTo>
                  <a:lnTo>
                    <a:pt x="13377" y="23886"/>
                  </a:lnTo>
                  <a:lnTo>
                    <a:pt x="13377" y="22453"/>
                  </a:lnTo>
                  <a:lnTo>
                    <a:pt x="11943" y="20542"/>
                  </a:lnTo>
                  <a:lnTo>
                    <a:pt x="11943" y="18631"/>
                  </a:lnTo>
                  <a:lnTo>
                    <a:pt x="14810" y="8599"/>
                  </a:lnTo>
                  <a:lnTo>
                    <a:pt x="15765" y="6688"/>
                  </a:lnTo>
                  <a:lnTo>
                    <a:pt x="16243" y="4777"/>
                  </a:lnTo>
                  <a:lnTo>
                    <a:pt x="16721" y="2389"/>
                  </a:lnTo>
                  <a:lnTo>
                    <a:pt x="18632" y="1433"/>
                  </a:lnTo>
                  <a:lnTo>
                    <a:pt x="21020" y="478"/>
                  </a:lnTo>
                  <a:lnTo>
                    <a:pt x="21976" y="478"/>
                  </a:lnTo>
                  <a:lnTo>
                    <a:pt x="22931" y="478"/>
                  </a:lnTo>
                  <a:lnTo>
                    <a:pt x="25798" y="0"/>
                  </a:lnTo>
                  <a:lnTo>
                    <a:pt x="26753" y="0"/>
                  </a:lnTo>
                  <a:lnTo>
                    <a:pt x="29620" y="956"/>
                  </a:lnTo>
                  <a:lnTo>
                    <a:pt x="36308" y="4777"/>
                  </a:lnTo>
                  <a:lnTo>
                    <a:pt x="38697" y="5733"/>
                  </a:lnTo>
                  <a:lnTo>
                    <a:pt x="41563" y="6210"/>
                  </a:lnTo>
                  <a:lnTo>
                    <a:pt x="43474" y="6210"/>
                  </a:lnTo>
                  <a:lnTo>
                    <a:pt x="45384" y="5733"/>
                  </a:lnTo>
                  <a:lnTo>
                    <a:pt x="45862" y="4777"/>
                  </a:lnTo>
                  <a:lnTo>
                    <a:pt x="47295" y="2389"/>
                  </a:lnTo>
                  <a:lnTo>
                    <a:pt x="48729" y="2389"/>
                  </a:lnTo>
                  <a:lnTo>
                    <a:pt x="49684" y="3344"/>
                  </a:lnTo>
                  <a:lnTo>
                    <a:pt x="50162" y="4299"/>
                  </a:lnTo>
                  <a:lnTo>
                    <a:pt x="50640" y="5733"/>
                  </a:lnTo>
                  <a:lnTo>
                    <a:pt x="50162" y="7166"/>
                  </a:lnTo>
                  <a:lnTo>
                    <a:pt x="48729" y="9077"/>
                  </a:lnTo>
                  <a:lnTo>
                    <a:pt x="48251" y="10510"/>
                  </a:lnTo>
                  <a:lnTo>
                    <a:pt x="47295" y="16721"/>
                  </a:lnTo>
                  <a:lnTo>
                    <a:pt x="47295" y="18154"/>
                  </a:lnTo>
                  <a:lnTo>
                    <a:pt x="47773" y="20065"/>
                  </a:lnTo>
                  <a:lnTo>
                    <a:pt x="49206" y="22453"/>
                  </a:lnTo>
                  <a:lnTo>
                    <a:pt x="49684" y="23409"/>
                  </a:lnTo>
                  <a:lnTo>
                    <a:pt x="51595" y="24364"/>
                  </a:lnTo>
                  <a:lnTo>
                    <a:pt x="52073" y="24842"/>
                  </a:lnTo>
                  <a:lnTo>
                    <a:pt x="52073" y="26275"/>
                  </a:lnTo>
                  <a:lnTo>
                    <a:pt x="52550" y="27708"/>
                  </a:lnTo>
                  <a:lnTo>
                    <a:pt x="53506" y="27708"/>
                  </a:lnTo>
                  <a:lnTo>
                    <a:pt x="54939" y="28664"/>
                  </a:lnTo>
                  <a:lnTo>
                    <a:pt x="54461" y="29619"/>
                  </a:lnTo>
                  <a:lnTo>
                    <a:pt x="53506" y="31052"/>
                  </a:lnTo>
                  <a:lnTo>
                    <a:pt x="53028" y="34397"/>
                  </a:lnTo>
                  <a:lnTo>
                    <a:pt x="48729" y="41563"/>
                  </a:lnTo>
                  <a:lnTo>
                    <a:pt x="48729" y="42996"/>
                  </a:lnTo>
                  <a:lnTo>
                    <a:pt x="47295" y="46340"/>
                  </a:lnTo>
                  <a:lnTo>
                    <a:pt x="43951" y="46817"/>
                  </a:lnTo>
                  <a:lnTo>
                    <a:pt x="40129" y="48251"/>
                  </a:lnTo>
                  <a:lnTo>
                    <a:pt x="38218" y="49206"/>
                  </a:lnTo>
                  <a:lnTo>
                    <a:pt x="36308" y="51117"/>
                  </a:lnTo>
                  <a:lnTo>
                    <a:pt x="35830" y="53028"/>
                  </a:lnTo>
                  <a:lnTo>
                    <a:pt x="36308" y="53983"/>
                  </a:lnTo>
                  <a:lnTo>
                    <a:pt x="36786" y="54939"/>
                  </a:lnTo>
                  <a:lnTo>
                    <a:pt x="36786" y="55894"/>
                  </a:lnTo>
                  <a:lnTo>
                    <a:pt x="36308" y="56850"/>
                  </a:lnTo>
                  <a:lnTo>
                    <a:pt x="34397" y="58761"/>
                  </a:lnTo>
                  <a:lnTo>
                    <a:pt x="33441" y="60672"/>
                  </a:lnTo>
                  <a:lnTo>
                    <a:pt x="32963" y="61149"/>
                  </a:lnTo>
                  <a:lnTo>
                    <a:pt x="32486" y="62105"/>
                  </a:lnTo>
                  <a:lnTo>
                    <a:pt x="32486" y="63538"/>
                  </a:lnTo>
                  <a:lnTo>
                    <a:pt x="33441" y="64493"/>
                  </a:lnTo>
                  <a:lnTo>
                    <a:pt x="35352" y="68315"/>
                  </a:lnTo>
                  <a:lnTo>
                    <a:pt x="37741" y="72137"/>
                  </a:lnTo>
                  <a:lnTo>
                    <a:pt x="38218" y="72615"/>
                  </a:lnTo>
                  <a:lnTo>
                    <a:pt x="38218" y="73570"/>
                  </a:lnTo>
                  <a:lnTo>
                    <a:pt x="37263" y="74526"/>
                  </a:lnTo>
                  <a:lnTo>
                    <a:pt x="37263" y="76437"/>
                  </a:lnTo>
                  <a:lnTo>
                    <a:pt x="37741" y="78347"/>
                  </a:lnTo>
                  <a:lnTo>
                    <a:pt x="39652" y="82647"/>
                  </a:lnTo>
                  <a:lnTo>
                    <a:pt x="39652" y="84080"/>
                  </a:lnTo>
                  <a:lnTo>
                    <a:pt x="40607" y="85036"/>
                  </a:lnTo>
                  <a:lnTo>
                    <a:pt x="41563" y="85991"/>
                  </a:lnTo>
                  <a:lnTo>
                    <a:pt x="42518" y="86947"/>
                  </a:lnTo>
                  <a:lnTo>
                    <a:pt x="45862" y="87902"/>
                  </a:lnTo>
                  <a:lnTo>
                    <a:pt x="47295" y="88380"/>
                  </a:lnTo>
                  <a:lnTo>
                    <a:pt x="48729" y="88380"/>
                  </a:lnTo>
                  <a:lnTo>
                    <a:pt x="49206" y="87424"/>
                  </a:lnTo>
                  <a:lnTo>
                    <a:pt x="50162" y="87424"/>
                  </a:lnTo>
                  <a:lnTo>
                    <a:pt x="49684" y="86469"/>
                  </a:lnTo>
                  <a:lnTo>
                    <a:pt x="48251" y="85036"/>
                  </a:lnTo>
                  <a:lnTo>
                    <a:pt x="48251" y="84558"/>
                  </a:lnTo>
                  <a:lnTo>
                    <a:pt x="49206" y="83603"/>
                  </a:lnTo>
                  <a:lnTo>
                    <a:pt x="50162" y="83603"/>
                  </a:lnTo>
                  <a:lnTo>
                    <a:pt x="52073" y="82170"/>
                  </a:lnTo>
                  <a:lnTo>
                    <a:pt x="53984" y="81214"/>
                  </a:lnTo>
                  <a:lnTo>
                    <a:pt x="56850" y="81214"/>
                  </a:lnTo>
                  <a:lnTo>
                    <a:pt x="59716" y="81692"/>
                  </a:lnTo>
                  <a:lnTo>
                    <a:pt x="61627" y="82647"/>
                  </a:lnTo>
                  <a:lnTo>
                    <a:pt x="63061" y="83603"/>
                  </a:lnTo>
                  <a:lnTo>
                    <a:pt x="64493" y="85513"/>
                  </a:lnTo>
                  <a:lnTo>
                    <a:pt x="65927" y="87902"/>
                  </a:lnTo>
                  <a:lnTo>
                    <a:pt x="65927" y="88858"/>
                  </a:lnTo>
                  <a:lnTo>
                    <a:pt x="65449" y="89813"/>
                  </a:lnTo>
                  <a:lnTo>
                    <a:pt x="65449" y="91246"/>
                  </a:lnTo>
                  <a:lnTo>
                    <a:pt x="66405" y="91724"/>
                  </a:lnTo>
                  <a:lnTo>
                    <a:pt x="68793" y="91724"/>
                  </a:lnTo>
                  <a:lnTo>
                    <a:pt x="70227" y="90291"/>
                  </a:lnTo>
                  <a:lnTo>
                    <a:pt x="70227" y="88380"/>
                  </a:lnTo>
                  <a:lnTo>
                    <a:pt x="69271" y="87424"/>
                  </a:lnTo>
                  <a:lnTo>
                    <a:pt x="69749" y="86469"/>
                  </a:lnTo>
                  <a:lnTo>
                    <a:pt x="70704" y="85991"/>
                  </a:lnTo>
                  <a:lnTo>
                    <a:pt x="71659" y="86469"/>
                  </a:lnTo>
                  <a:lnTo>
                    <a:pt x="73093" y="87902"/>
                  </a:lnTo>
                  <a:lnTo>
                    <a:pt x="76915" y="88858"/>
                  </a:lnTo>
                  <a:lnTo>
                    <a:pt x="77870" y="88858"/>
                  </a:lnTo>
                  <a:lnTo>
                    <a:pt x="78825" y="89335"/>
                  </a:lnTo>
                  <a:lnTo>
                    <a:pt x="80259" y="90291"/>
                  </a:lnTo>
                  <a:lnTo>
                    <a:pt x="81214" y="90769"/>
                  </a:lnTo>
                  <a:lnTo>
                    <a:pt x="80259" y="92202"/>
                  </a:lnTo>
                  <a:lnTo>
                    <a:pt x="76437" y="92679"/>
                  </a:lnTo>
                  <a:lnTo>
                    <a:pt x="75004" y="93635"/>
                  </a:lnTo>
                  <a:lnTo>
                    <a:pt x="76437" y="96024"/>
                  </a:lnTo>
                  <a:lnTo>
                    <a:pt x="78348" y="97935"/>
                  </a:lnTo>
                  <a:lnTo>
                    <a:pt x="79304" y="99368"/>
                  </a:lnTo>
                  <a:lnTo>
                    <a:pt x="80736" y="100801"/>
                  </a:lnTo>
                  <a:lnTo>
                    <a:pt x="80259" y="102234"/>
                  </a:lnTo>
                  <a:lnTo>
                    <a:pt x="79781" y="103667"/>
                  </a:lnTo>
                  <a:lnTo>
                    <a:pt x="81692" y="103667"/>
                  </a:lnTo>
                  <a:lnTo>
                    <a:pt x="83125" y="103667"/>
                  </a:lnTo>
                  <a:lnTo>
                    <a:pt x="85514" y="105100"/>
                  </a:lnTo>
                  <a:lnTo>
                    <a:pt x="85991" y="105100"/>
                  </a:lnTo>
                  <a:lnTo>
                    <a:pt x="86947" y="1051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F114E68A-F77D-4503-E7A9-282B17A6728E}"/>
                </a:ext>
              </a:extLst>
            </p:cNvPr>
            <p:cNvSpPr/>
            <p:nvPr/>
          </p:nvSpPr>
          <p:spPr>
            <a:xfrm>
              <a:off x="8335117" y="3582612"/>
              <a:ext cx="10510" cy="5255"/>
            </a:xfrm>
            <a:custGeom>
              <a:avLst/>
              <a:gdLst>
                <a:gd name="csX0" fmla="*/ 10510 w 10510"/>
                <a:gd name="csY0" fmla="*/ 5255 h 5255"/>
                <a:gd name="csX1" fmla="*/ 7644 w 10510"/>
                <a:gd name="csY1" fmla="*/ 3822 h 5255"/>
                <a:gd name="csX2" fmla="*/ 2389 w 10510"/>
                <a:gd name="csY2" fmla="*/ 956 h 5255"/>
                <a:gd name="csX3" fmla="*/ 0 w 10510"/>
                <a:gd name="csY3" fmla="*/ 0 h 5255"/>
                <a:gd name="csX4" fmla="*/ 2389 w 10510"/>
                <a:gd name="csY4" fmla="*/ 956 h 5255"/>
                <a:gd name="csX5" fmla="*/ 7644 w 10510"/>
                <a:gd name="csY5" fmla="*/ 3822 h 5255"/>
                <a:gd name="csX6" fmla="*/ 10510 w 10510"/>
                <a:gd name="csY6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510" h="5255">
                  <a:moveTo>
                    <a:pt x="10510" y="5255"/>
                  </a:moveTo>
                  <a:lnTo>
                    <a:pt x="7644" y="3822"/>
                  </a:lnTo>
                  <a:lnTo>
                    <a:pt x="2389" y="956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7644" y="3822"/>
                  </a:lnTo>
                  <a:lnTo>
                    <a:pt x="10510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ED132CC1-598C-1868-5D08-0EAE25FB1CF5}"/>
                </a:ext>
              </a:extLst>
            </p:cNvPr>
            <p:cNvSpPr/>
            <p:nvPr/>
          </p:nvSpPr>
          <p:spPr>
            <a:xfrm>
              <a:off x="8329384" y="4529472"/>
              <a:ext cx="14331" cy="33918"/>
            </a:xfrm>
            <a:custGeom>
              <a:avLst/>
              <a:gdLst>
                <a:gd name="csX0" fmla="*/ 14332 w 14331"/>
                <a:gd name="csY0" fmla="*/ 0 h 33918"/>
                <a:gd name="csX1" fmla="*/ 14332 w 14331"/>
                <a:gd name="csY1" fmla="*/ 956 h 33918"/>
                <a:gd name="csX2" fmla="*/ 14332 w 14331"/>
                <a:gd name="csY2" fmla="*/ 2866 h 33918"/>
                <a:gd name="csX3" fmla="*/ 14332 w 14331"/>
                <a:gd name="csY3" fmla="*/ 4300 h 33918"/>
                <a:gd name="csX4" fmla="*/ 14332 w 14331"/>
                <a:gd name="csY4" fmla="*/ 4777 h 33918"/>
                <a:gd name="csX5" fmla="*/ 14332 w 14331"/>
                <a:gd name="csY5" fmla="*/ 6210 h 33918"/>
                <a:gd name="csX6" fmla="*/ 13854 w 14331"/>
                <a:gd name="csY6" fmla="*/ 9555 h 33918"/>
                <a:gd name="csX7" fmla="*/ 14332 w 14331"/>
                <a:gd name="csY7" fmla="*/ 12899 h 33918"/>
                <a:gd name="csX8" fmla="*/ 13377 w 14331"/>
                <a:gd name="csY8" fmla="*/ 16243 h 33918"/>
                <a:gd name="csX9" fmla="*/ 12421 w 14331"/>
                <a:gd name="csY9" fmla="*/ 17676 h 33918"/>
                <a:gd name="csX10" fmla="*/ 10988 w 14331"/>
                <a:gd name="csY10" fmla="*/ 18632 h 33918"/>
                <a:gd name="csX11" fmla="*/ 9077 w 14331"/>
                <a:gd name="csY11" fmla="*/ 19587 h 33918"/>
                <a:gd name="csX12" fmla="*/ 7644 w 14331"/>
                <a:gd name="csY12" fmla="*/ 21020 h 33918"/>
                <a:gd name="csX13" fmla="*/ 6211 w 14331"/>
                <a:gd name="csY13" fmla="*/ 22931 h 33918"/>
                <a:gd name="csX14" fmla="*/ 6211 w 14331"/>
                <a:gd name="csY14" fmla="*/ 24842 h 33918"/>
                <a:gd name="csX15" fmla="*/ 3344 w 14331"/>
                <a:gd name="csY15" fmla="*/ 31052 h 33918"/>
                <a:gd name="csX16" fmla="*/ 955 w 14331"/>
                <a:gd name="csY16" fmla="*/ 33441 h 33918"/>
                <a:gd name="csX17" fmla="*/ 0 w 14331"/>
                <a:gd name="csY17" fmla="*/ 33919 h 33918"/>
                <a:gd name="csX18" fmla="*/ 0 w 14331"/>
                <a:gd name="csY18" fmla="*/ 32963 h 33918"/>
                <a:gd name="csX19" fmla="*/ 0 w 14331"/>
                <a:gd name="csY19" fmla="*/ 31052 h 33918"/>
                <a:gd name="csX20" fmla="*/ 1433 w 14331"/>
                <a:gd name="csY20" fmla="*/ 25320 h 33918"/>
                <a:gd name="csX21" fmla="*/ 1433 w 14331"/>
                <a:gd name="csY21" fmla="*/ 23886 h 33918"/>
                <a:gd name="csX22" fmla="*/ 3822 w 14331"/>
                <a:gd name="csY22" fmla="*/ 21020 h 33918"/>
                <a:gd name="csX23" fmla="*/ 5255 w 14331"/>
                <a:gd name="csY23" fmla="*/ 17676 h 33918"/>
                <a:gd name="csX24" fmla="*/ 7644 w 14331"/>
                <a:gd name="csY24" fmla="*/ 14809 h 33918"/>
                <a:gd name="csX25" fmla="*/ 8121 w 14331"/>
                <a:gd name="csY25" fmla="*/ 12899 h 33918"/>
                <a:gd name="csX26" fmla="*/ 10032 w 14331"/>
                <a:gd name="csY26" fmla="*/ 10032 h 33918"/>
                <a:gd name="csX27" fmla="*/ 11943 w 14331"/>
                <a:gd name="csY27" fmla="*/ 5733 h 33918"/>
                <a:gd name="csX28" fmla="*/ 11943 w 14331"/>
                <a:gd name="csY28" fmla="*/ 4300 h 33918"/>
                <a:gd name="csX29" fmla="*/ 12421 w 14331"/>
                <a:gd name="csY29" fmla="*/ 3822 h 33918"/>
                <a:gd name="csX30" fmla="*/ 12898 w 14331"/>
                <a:gd name="csY30" fmla="*/ 2389 h 33918"/>
                <a:gd name="csX31" fmla="*/ 12898 w 14331"/>
                <a:gd name="csY31" fmla="*/ 1433 h 33918"/>
                <a:gd name="csX32" fmla="*/ 14332 w 14331"/>
                <a:gd name="csY32" fmla="*/ 0 h 3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4331" h="33918">
                  <a:moveTo>
                    <a:pt x="14332" y="0"/>
                  </a:moveTo>
                  <a:lnTo>
                    <a:pt x="14332" y="956"/>
                  </a:lnTo>
                  <a:lnTo>
                    <a:pt x="14332" y="2866"/>
                  </a:lnTo>
                  <a:lnTo>
                    <a:pt x="14332" y="4300"/>
                  </a:lnTo>
                  <a:lnTo>
                    <a:pt x="14332" y="4777"/>
                  </a:lnTo>
                  <a:lnTo>
                    <a:pt x="14332" y="6210"/>
                  </a:lnTo>
                  <a:lnTo>
                    <a:pt x="13854" y="9555"/>
                  </a:lnTo>
                  <a:lnTo>
                    <a:pt x="14332" y="12899"/>
                  </a:lnTo>
                  <a:lnTo>
                    <a:pt x="13377" y="16243"/>
                  </a:lnTo>
                  <a:lnTo>
                    <a:pt x="12421" y="17676"/>
                  </a:lnTo>
                  <a:lnTo>
                    <a:pt x="10988" y="18632"/>
                  </a:lnTo>
                  <a:lnTo>
                    <a:pt x="9077" y="19587"/>
                  </a:lnTo>
                  <a:lnTo>
                    <a:pt x="7644" y="21020"/>
                  </a:lnTo>
                  <a:lnTo>
                    <a:pt x="6211" y="22931"/>
                  </a:lnTo>
                  <a:lnTo>
                    <a:pt x="6211" y="24842"/>
                  </a:lnTo>
                  <a:lnTo>
                    <a:pt x="3344" y="31052"/>
                  </a:lnTo>
                  <a:lnTo>
                    <a:pt x="955" y="33441"/>
                  </a:lnTo>
                  <a:lnTo>
                    <a:pt x="0" y="33919"/>
                  </a:lnTo>
                  <a:lnTo>
                    <a:pt x="0" y="32963"/>
                  </a:lnTo>
                  <a:lnTo>
                    <a:pt x="0" y="31052"/>
                  </a:lnTo>
                  <a:lnTo>
                    <a:pt x="1433" y="25320"/>
                  </a:lnTo>
                  <a:lnTo>
                    <a:pt x="1433" y="23886"/>
                  </a:lnTo>
                  <a:lnTo>
                    <a:pt x="3822" y="21020"/>
                  </a:lnTo>
                  <a:lnTo>
                    <a:pt x="5255" y="17676"/>
                  </a:lnTo>
                  <a:lnTo>
                    <a:pt x="7644" y="14809"/>
                  </a:lnTo>
                  <a:lnTo>
                    <a:pt x="8121" y="12899"/>
                  </a:lnTo>
                  <a:lnTo>
                    <a:pt x="10032" y="10032"/>
                  </a:lnTo>
                  <a:lnTo>
                    <a:pt x="11943" y="5733"/>
                  </a:lnTo>
                  <a:lnTo>
                    <a:pt x="11943" y="4300"/>
                  </a:lnTo>
                  <a:lnTo>
                    <a:pt x="12421" y="3822"/>
                  </a:lnTo>
                  <a:lnTo>
                    <a:pt x="12898" y="2389"/>
                  </a:lnTo>
                  <a:lnTo>
                    <a:pt x="12898" y="1433"/>
                  </a:lnTo>
                  <a:lnTo>
                    <a:pt x="1433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" name="Freeform 549">
              <a:extLst>
                <a:ext uri="{FF2B5EF4-FFF2-40B4-BE49-F238E27FC236}">
                  <a16:creationId xmlns:a16="http://schemas.microsoft.com/office/drawing/2014/main" id="{7E475566-00CF-B731-850E-37D087BA0005}"/>
                </a:ext>
              </a:extLst>
            </p:cNvPr>
            <p:cNvSpPr/>
            <p:nvPr/>
          </p:nvSpPr>
          <p:spPr>
            <a:xfrm>
              <a:off x="8326040" y="4505108"/>
              <a:ext cx="17675" cy="15765"/>
            </a:xfrm>
            <a:custGeom>
              <a:avLst/>
              <a:gdLst>
                <a:gd name="csX0" fmla="*/ 17676 w 17675"/>
                <a:gd name="csY0" fmla="*/ 11465 h 15765"/>
                <a:gd name="csX1" fmla="*/ 17676 w 17675"/>
                <a:gd name="csY1" fmla="*/ 14332 h 15765"/>
                <a:gd name="csX2" fmla="*/ 17676 w 17675"/>
                <a:gd name="csY2" fmla="*/ 15765 h 15765"/>
                <a:gd name="csX3" fmla="*/ 16242 w 17675"/>
                <a:gd name="csY3" fmla="*/ 14332 h 15765"/>
                <a:gd name="csX4" fmla="*/ 13854 w 17675"/>
                <a:gd name="csY4" fmla="*/ 12421 h 15765"/>
                <a:gd name="csX5" fmla="*/ 11943 w 17675"/>
                <a:gd name="csY5" fmla="*/ 12421 h 15765"/>
                <a:gd name="csX6" fmla="*/ 11465 w 17675"/>
                <a:gd name="csY6" fmla="*/ 11943 h 15765"/>
                <a:gd name="csX7" fmla="*/ 11465 w 17675"/>
                <a:gd name="csY7" fmla="*/ 10988 h 15765"/>
                <a:gd name="csX8" fmla="*/ 10510 w 17675"/>
                <a:gd name="csY8" fmla="*/ 10032 h 15765"/>
                <a:gd name="csX9" fmla="*/ 10032 w 17675"/>
                <a:gd name="csY9" fmla="*/ 9555 h 15765"/>
                <a:gd name="csX10" fmla="*/ 9076 w 17675"/>
                <a:gd name="csY10" fmla="*/ 9077 h 15765"/>
                <a:gd name="csX11" fmla="*/ 7644 w 17675"/>
                <a:gd name="csY11" fmla="*/ 7166 h 15765"/>
                <a:gd name="csX12" fmla="*/ 6210 w 17675"/>
                <a:gd name="csY12" fmla="*/ 7166 h 15765"/>
                <a:gd name="csX13" fmla="*/ 5255 w 17675"/>
                <a:gd name="csY13" fmla="*/ 7166 h 15765"/>
                <a:gd name="csX14" fmla="*/ 2866 w 17675"/>
                <a:gd name="csY14" fmla="*/ 10510 h 15765"/>
                <a:gd name="csX15" fmla="*/ 0 w 17675"/>
                <a:gd name="csY15" fmla="*/ 12421 h 15765"/>
                <a:gd name="csX16" fmla="*/ 0 w 17675"/>
                <a:gd name="csY16" fmla="*/ 11465 h 15765"/>
                <a:gd name="csX17" fmla="*/ 955 w 17675"/>
                <a:gd name="csY17" fmla="*/ 9077 h 15765"/>
                <a:gd name="csX18" fmla="*/ 1910 w 17675"/>
                <a:gd name="csY18" fmla="*/ 4777 h 15765"/>
                <a:gd name="csX19" fmla="*/ 2389 w 17675"/>
                <a:gd name="csY19" fmla="*/ 3822 h 15765"/>
                <a:gd name="csX20" fmla="*/ 1910 w 17675"/>
                <a:gd name="csY20" fmla="*/ 1911 h 15765"/>
                <a:gd name="csX21" fmla="*/ 1433 w 17675"/>
                <a:gd name="csY21" fmla="*/ 0 h 15765"/>
                <a:gd name="csX22" fmla="*/ 3821 w 17675"/>
                <a:gd name="csY22" fmla="*/ 955 h 15765"/>
                <a:gd name="csX23" fmla="*/ 6210 w 17675"/>
                <a:gd name="csY23" fmla="*/ 1911 h 15765"/>
                <a:gd name="csX24" fmla="*/ 8121 w 17675"/>
                <a:gd name="csY24" fmla="*/ 2866 h 15765"/>
                <a:gd name="csX25" fmla="*/ 8121 w 17675"/>
                <a:gd name="csY25" fmla="*/ 3344 h 15765"/>
                <a:gd name="csX26" fmla="*/ 10987 w 17675"/>
                <a:gd name="csY26" fmla="*/ 5733 h 15765"/>
                <a:gd name="csX27" fmla="*/ 14809 w 17675"/>
                <a:gd name="csY27" fmla="*/ 8121 h 15765"/>
                <a:gd name="csX28" fmla="*/ 17676 w 17675"/>
                <a:gd name="csY28" fmla="*/ 11465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7675" h="15765">
                  <a:moveTo>
                    <a:pt x="17676" y="11465"/>
                  </a:moveTo>
                  <a:lnTo>
                    <a:pt x="17676" y="14332"/>
                  </a:lnTo>
                  <a:lnTo>
                    <a:pt x="17676" y="15765"/>
                  </a:lnTo>
                  <a:lnTo>
                    <a:pt x="16242" y="14332"/>
                  </a:lnTo>
                  <a:lnTo>
                    <a:pt x="13854" y="12421"/>
                  </a:lnTo>
                  <a:lnTo>
                    <a:pt x="11943" y="12421"/>
                  </a:lnTo>
                  <a:lnTo>
                    <a:pt x="11465" y="11943"/>
                  </a:lnTo>
                  <a:lnTo>
                    <a:pt x="11465" y="10988"/>
                  </a:lnTo>
                  <a:lnTo>
                    <a:pt x="10510" y="10032"/>
                  </a:lnTo>
                  <a:lnTo>
                    <a:pt x="10032" y="9555"/>
                  </a:lnTo>
                  <a:lnTo>
                    <a:pt x="9076" y="9077"/>
                  </a:lnTo>
                  <a:lnTo>
                    <a:pt x="7644" y="7166"/>
                  </a:lnTo>
                  <a:lnTo>
                    <a:pt x="6210" y="7166"/>
                  </a:lnTo>
                  <a:lnTo>
                    <a:pt x="5255" y="7166"/>
                  </a:lnTo>
                  <a:lnTo>
                    <a:pt x="2866" y="10510"/>
                  </a:lnTo>
                  <a:lnTo>
                    <a:pt x="0" y="12421"/>
                  </a:lnTo>
                  <a:lnTo>
                    <a:pt x="0" y="11465"/>
                  </a:lnTo>
                  <a:lnTo>
                    <a:pt x="955" y="9077"/>
                  </a:lnTo>
                  <a:lnTo>
                    <a:pt x="1910" y="4777"/>
                  </a:lnTo>
                  <a:lnTo>
                    <a:pt x="2389" y="3822"/>
                  </a:lnTo>
                  <a:lnTo>
                    <a:pt x="1910" y="1911"/>
                  </a:lnTo>
                  <a:lnTo>
                    <a:pt x="1433" y="0"/>
                  </a:lnTo>
                  <a:lnTo>
                    <a:pt x="3821" y="955"/>
                  </a:lnTo>
                  <a:lnTo>
                    <a:pt x="6210" y="1911"/>
                  </a:lnTo>
                  <a:lnTo>
                    <a:pt x="8121" y="2866"/>
                  </a:lnTo>
                  <a:lnTo>
                    <a:pt x="8121" y="3344"/>
                  </a:lnTo>
                  <a:lnTo>
                    <a:pt x="10987" y="5733"/>
                  </a:lnTo>
                  <a:lnTo>
                    <a:pt x="14809" y="8121"/>
                  </a:lnTo>
                  <a:lnTo>
                    <a:pt x="17676" y="114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" name="Freeform 550">
              <a:extLst>
                <a:ext uri="{FF2B5EF4-FFF2-40B4-BE49-F238E27FC236}">
                  <a16:creationId xmlns:a16="http://schemas.microsoft.com/office/drawing/2014/main" id="{5032B6F6-3634-4AEA-1858-EA483DB5F019}"/>
                </a:ext>
              </a:extLst>
            </p:cNvPr>
            <p:cNvSpPr/>
            <p:nvPr/>
          </p:nvSpPr>
          <p:spPr>
            <a:xfrm>
              <a:off x="8342283" y="4840952"/>
              <a:ext cx="1433" cy="2388"/>
            </a:xfrm>
            <a:custGeom>
              <a:avLst/>
              <a:gdLst>
                <a:gd name="csX0" fmla="*/ 956 w 1433"/>
                <a:gd name="csY0" fmla="*/ 478 h 2388"/>
                <a:gd name="csX1" fmla="*/ 1433 w 1433"/>
                <a:gd name="csY1" fmla="*/ 1911 h 2388"/>
                <a:gd name="csX2" fmla="*/ 1433 w 1433"/>
                <a:gd name="csY2" fmla="*/ 2389 h 2388"/>
                <a:gd name="csX3" fmla="*/ 478 w 1433"/>
                <a:gd name="csY3" fmla="*/ 1433 h 2388"/>
                <a:gd name="csX4" fmla="*/ 0 w 1433"/>
                <a:gd name="csY4" fmla="*/ 956 h 2388"/>
                <a:gd name="csX5" fmla="*/ 0 w 1433"/>
                <a:gd name="csY5" fmla="*/ 0 h 2388"/>
                <a:gd name="csX6" fmla="*/ 956 w 1433"/>
                <a:gd name="csY6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2388">
                  <a:moveTo>
                    <a:pt x="956" y="478"/>
                  </a:moveTo>
                  <a:lnTo>
                    <a:pt x="1433" y="1911"/>
                  </a:lnTo>
                  <a:lnTo>
                    <a:pt x="1433" y="2389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" name="Freeform 551">
              <a:extLst>
                <a:ext uri="{FF2B5EF4-FFF2-40B4-BE49-F238E27FC236}">
                  <a16:creationId xmlns:a16="http://schemas.microsoft.com/office/drawing/2014/main" id="{2C218137-9DB9-A0F8-9148-DA752669D3AB}"/>
                </a:ext>
              </a:extLst>
            </p:cNvPr>
            <p:cNvSpPr/>
            <p:nvPr/>
          </p:nvSpPr>
          <p:spPr>
            <a:xfrm>
              <a:off x="8336550" y="4279142"/>
              <a:ext cx="4777" cy="2866"/>
            </a:xfrm>
            <a:custGeom>
              <a:avLst/>
              <a:gdLst>
                <a:gd name="csX0" fmla="*/ 4777 w 4777"/>
                <a:gd name="csY0" fmla="*/ 956 h 2866"/>
                <a:gd name="csX1" fmla="*/ 4777 w 4777"/>
                <a:gd name="csY1" fmla="*/ 1911 h 2866"/>
                <a:gd name="csX2" fmla="*/ 4300 w 4777"/>
                <a:gd name="csY2" fmla="*/ 2867 h 2866"/>
                <a:gd name="csX3" fmla="*/ 2866 w 4777"/>
                <a:gd name="csY3" fmla="*/ 2867 h 2866"/>
                <a:gd name="csX4" fmla="*/ 1433 w 4777"/>
                <a:gd name="csY4" fmla="*/ 2867 h 2866"/>
                <a:gd name="csX5" fmla="*/ 0 w 4777"/>
                <a:gd name="csY5" fmla="*/ 2389 h 2866"/>
                <a:gd name="csX6" fmla="*/ 0 w 4777"/>
                <a:gd name="csY6" fmla="*/ 1911 h 2866"/>
                <a:gd name="csX7" fmla="*/ 1433 w 4777"/>
                <a:gd name="csY7" fmla="*/ 1433 h 2866"/>
                <a:gd name="csX8" fmla="*/ 1433 w 4777"/>
                <a:gd name="csY8" fmla="*/ 478 h 2866"/>
                <a:gd name="csX9" fmla="*/ 1911 w 4777"/>
                <a:gd name="csY9" fmla="*/ 0 h 2866"/>
                <a:gd name="csX10" fmla="*/ 4777 w 4777"/>
                <a:gd name="csY10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2866">
                  <a:moveTo>
                    <a:pt x="4777" y="956"/>
                  </a:moveTo>
                  <a:lnTo>
                    <a:pt x="4777" y="1911"/>
                  </a:lnTo>
                  <a:lnTo>
                    <a:pt x="4300" y="2867"/>
                  </a:lnTo>
                  <a:lnTo>
                    <a:pt x="2866" y="2867"/>
                  </a:lnTo>
                  <a:lnTo>
                    <a:pt x="1433" y="2867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1433" y="1433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477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" name="Freeform 552">
              <a:extLst>
                <a:ext uri="{FF2B5EF4-FFF2-40B4-BE49-F238E27FC236}">
                  <a16:creationId xmlns:a16="http://schemas.microsoft.com/office/drawing/2014/main" id="{0381D124-2A3F-55CB-B1FD-33CBEA585AC1}"/>
                </a:ext>
              </a:extLst>
            </p:cNvPr>
            <p:cNvSpPr/>
            <p:nvPr/>
          </p:nvSpPr>
          <p:spPr>
            <a:xfrm>
              <a:off x="8327473" y="4882992"/>
              <a:ext cx="13854" cy="7165"/>
            </a:xfrm>
            <a:custGeom>
              <a:avLst/>
              <a:gdLst>
                <a:gd name="csX0" fmla="*/ 13854 w 13854"/>
                <a:gd name="csY0" fmla="*/ 1433 h 7165"/>
                <a:gd name="csX1" fmla="*/ 10988 w 13854"/>
                <a:gd name="csY1" fmla="*/ 1911 h 7165"/>
                <a:gd name="csX2" fmla="*/ 9555 w 13854"/>
                <a:gd name="csY2" fmla="*/ 4300 h 7165"/>
                <a:gd name="csX3" fmla="*/ 8122 w 13854"/>
                <a:gd name="csY3" fmla="*/ 4300 h 7165"/>
                <a:gd name="csX4" fmla="*/ 7166 w 13854"/>
                <a:gd name="csY4" fmla="*/ 5255 h 7165"/>
                <a:gd name="csX5" fmla="*/ 7166 w 13854"/>
                <a:gd name="csY5" fmla="*/ 5733 h 7165"/>
                <a:gd name="csX6" fmla="*/ 7166 w 13854"/>
                <a:gd name="csY6" fmla="*/ 6210 h 7165"/>
                <a:gd name="csX7" fmla="*/ 7166 w 13854"/>
                <a:gd name="csY7" fmla="*/ 6688 h 7165"/>
                <a:gd name="csX8" fmla="*/ 6688 w 13854"/>
                <a:gd name="csY8" fmla="*/ 7166 h 7165"/>
                <a:gd name="csX9" fmla="*/ 5255 w 13854"/>
                <a:gd name="csY9" fmla="*/ 6210 h 7165"/>
                <a:gd name="csX10" fmla="*/ 4300 w 13854"/>
                <a:gd name="csY10" fmla="*/ 7166 h 7165"/>
                <a:gd name="csX11" fmla="*/ 3822 w 13854"/>
                <a:gd name="csY11" fmla="*/ 7166 h 7165"/>
                <a:gd name="csX12" fmla="*/ 1911 w 13854"/>
                <a:gd name="csY12" fmla="*/ 6210 h 7165"/>
                <a:gd name="csX13" fmla="*/ 478 w 13854"/>
                <a:gd name="csY13" fmla="*/ 6688 h 7165"/>
                <a:gd name="csX14" fmla="*/ 0 w 13854"/>
                <a:gd name="csY14" fmla="*/ 6210 h 7165"/>
                <a:gd name="csX15" fmla="*/ 1911 w 13854"/>
                <a:gd name="csY15" fmla="*/ 4777 h 7165"/>
                <a:gd name="csX16" fmla="*/ 4777 w 13854"/>
                <a:gd name="csY16" fmla="*/ 2866 h 7165"/>
                <a:gd name="csX17" fmla="*/ 4777 w 13854"/>
                <a:gd name="csY17" fmla="*/ 2389 h 7165"/>
                <a:gd name="csX18" fmla="*/ 3822 w 13854"/>
                <a:gd name="csY18" fmla="*/ 2389 h 7165"/>
                <a:gd name="csX19" fmla="*/ 3344 w 13854"/>
                <a:gd name="csY19" fmla="*/ 1911 h 7165"/>
                <a:gd name="csX20" fmla="*/ 3344 w 13854"/>
                <a:gd name="csY20" fmla="*/ 1911 h 7165"/>
                <a:gd name="csX21" fmla="*/ 4777 w 13854"/>
                <a:gd name="csY21" fmla="*/ 1433 h 7165"/>
                <a:gd name="csX22" fmla="*/ 6211 w 13854"/>
                <a:gd name="csY22" fmla="*/ 1433 h 7165"/>
                <a:gd name="csX23" fmla="*/ 6688 w 13854"/>
                <a:gd name="csY23" fmla="*/ 1911 h 7165"/>
                <a:gd name="csX24" fmla="*/ 7644 w 13854"/>
                <a:gd name="csY24" fmla="*/ 1911 h 7165"/>
                <a:gd name="csX25" fmla="*/ 10988 w 13854"/>
                <a:gd name="csY25" fmla="*/ 0 h 7165"/>
                <a:gd name="csX26" fmla="*/ 12421 w 13854"/>
                <a:gd name="csY26" fmla="*/ 478 h 7165"/>
                <a:gd name="csX27" fmla="*/ 13377 w 13854"/>
                <a:gd name="csY27" fmla="*/ 956 h 7165"/>
                <a:gd name="csX28" fmla="*/ 13854 w 13854"/>
                <a:gd name="csY28" fmla="*/ 1433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3854" h="7165">
                  <a:moveTo>
                    <a:pt x="13854" y="1433"/>
                  </a:moveTo>
                  <a:lnTo>
                    <a:pt x="10988" y="1911"/>
                  </a:lnTo>
                  <a:lnTo>
                    <a:pt x="9555" y="4300"/>
                  </a:lnTo>
                  <a:lnTo>
                    <a:pt x="8122" y="4300"/>
                  </a:lnTo>
                  <a:lnTo>
                    <a:pt x="7166" y="5255"/>
                  </a:lnTo>
                  <a:lnTo>
                    <a:pt x="7166" y="5733"/>
                  </a:lnTo>
                  <a:lnTo>
                    <a:pt x="7166" y="6210"/>
                  </a:lnTo>
                  <a:lnTo>
                    <a:pt x="7166" y="6688"/>
                  </a:lnTo>
                  <a:lnTo>
                    <a:pt x="6688" y="7166"/>
                  </a:lnTo>
                  <a:lnTo>
                    <a:pt x="5255" y="6210"/>
                  </a:lnTo>
                  <a:lnTo>
                    <a:pt x="4300" y="7166"/>
                  </a:lnTo>
                  <a:lnTo>
                    <a:pt x="3822" y="7166"/>
                  </a:lnTo>
                  <a:lnTo>
                    <a:pt x="1911" y="6210"/>
                  </a:lnTo>
                  <a:lnTo>
                    <a:pt x="478" y="6688"/>
                  </a:lnTo>
                  <a:lnTo>
                    <a:pt x="0" y="6210"/>
                  </a:lnTo>
                  <a:lnTo>
                    <a:pt x="1911" y="4777"/>
                  </a:lnTo>
                  <a:lnTo>
                    <a:pt x="4777" y="2866"/>
                  </a:lnTo>
                  <a:lnTo>
                    <a:pt x="4777" y="2389"/>
                  </a:lnTo>
                  <a:lnTo>
                    <a:pt x="3822" y="2389"/>
                  </a:lnTo>
                  <a:lnTo>
                    <a:pt x="3344" y="1911"/>
                  </a:lnTo>
                  <a:lnTo>
                    <a:pt x="3344" y="1911"/>
                  </a:lnTo>
                  <a:lnTo>
                    <a:pt x="4777" y="1433"/>
                  </a:lnTo>
                  <a:lnTo>
                    <a:pt x="6211" y="1433"/>
                  </a:lnTo>
                  <a:lnTo>
                    <a:pt x="6688" y="1911"/>
                  </a:lnTo>
                  <a:lnTo>
                    <a:pt x="7644" y="1911"/>
                  </a:lnTo>
                  <a:lnTo>
                    <a:pt x="10988" y="0"/>
                  </a:lnTo>
                  <a:lnTo>
                    <a:pt x="12421" y="478"/>
                  </a:lnTo>
                  <a:lnTo>
                    <a:pt x="13377" y="956"/>
                  </a:lnTo>
                  <a:lnTo>
                    <a:pt x="1385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" name="Freeform 553">
              <a:extLst>
                <a:ext uri="{FF2B5EF4-FFF2-40B4-BE49-F238E27FC236}">
                  <a16:creationId xmlns:a16="http://schemas.microsoft.com/office/drawing/2014/main" id="{388C1330-0D6A-151A-49B9-2927624A4EF9}"/>
                </a:ext>
              </a:extLst>
            </p:cNvPr>
            <p:cNvSpPr/>
            <p:nvPr/>
          </p:nvSpPr>
          <p:spPr>
            <a:xfrm>
              <a:off x="8338461" y="4768337"/>
              <a:ext cx="1432" cy="2388"/>
            </a:xfrm>
            <a:custGeom>
              <a:avLst/>
              <a:gdLst>
                <a:gd name="csX0" fmla="*/ 1433 w 1432"/>
                <a:gd name="csY0" fmla="*/ 1433 h 2388"/>
                <a:gd name="csX1" fmla="*/ 1433 w 1432"/>
                <a:gd name="csY1" fmla="*/ 2389 h 2388"/>
                <a:gd name="csX2" fmla="*/ 478 w 1432"/>
                <a:gd name="csY2" fmla="*/ 2389 h 2388"/>
                <a:gd name="csX3" fmla="*/ 0 w 1432"/>
                <a:gd name="csY3" fmla="*/ 956 h 2388"/>
                <a:gd name="csX4" fmla="*/ 0 w 1432"/>
                <a:gd name="csY4" fmla="*/ 0 h 2388"/>
                <a:gd name="csX5" fmla="*/ 1433 w 1432"/>
                <a:gd name="csY5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2" h="2388">
                  <a:moveTo>
                    <a:pt x="1433" y="1433"/>
                  </a:moveTo>
                  <a:lnTo>
                    <a:pt x="1433" y="2389"/>
                  </a:lnTo>
                  <a:lnTo>
                    <a:pt x="478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B359F172-7A24-83F6-20D1-3C9D98B8B903}"/>
                </a:ext>
              </a:extLst>
            </p:cNvPr>
            <p:cNvSpPr/>
            <p:nvPr/>
          </p:nvSpPr>
          <p:spPr>
            <a:xfrm>
              <a:off x="8337028" y="4529472"/>
              <a:ext cx="1911" cy="2388"/>
            </a:xfrm>
            <a:custGeom>
              <a:avLst/>
              <a:gdLst>
                <a:gd name="csX0" fmla="*/ 956 w 1911"/>
                <a:gd name="csY0" fmla="*/ 0 h 2388"/>
                <a:gd name="csX1" fmla="*/ 1911 w 1911"/>
                <a:gd name="csY1" fmla="*/ 2389 h 2388"/>
                <a:gd name="csX2" fmla="*/ 478 w 1911"/>
                <a:gd name="csY2" fmla="*/ 2389 h 2388"/>
                <a:gd name="csX3" fmla="*/ 0 w 1911"/>
                <a:gd name="csY3" fmla="*/ 478 h 2388"/>
                <a:gd name="csX4" fmla="*/ 478 w 1911"/>
                <a:gd name="csY4" fmla="*/ 0 h 2388"/>
                <a:gd name="csX5" fmla="*/ 956 w 1911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2388">
                  <a:moveTo>
                    <a:pt x="956" y="0"/>
                  </a:moveTo>
                  <a:lnTo>
                    <a:pt x="1911" y="2389"/>
                  </a:lnTo>
                  <a:lnTo>
                    <a:pt x="478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B2273783-E02A-B6E9-CE58-C5D0C95C962E}"/>
                </a:ext>
              </a:extLst>
            </p:cNvPr>
            <p:cNvSpPr/>
            <p:nvPr/>
          </p:nvSpPr>
          <p:spPr>
            <a:xfrm>
              <a:off x="8334639" y="4503675"/>
              <a:ext cx="3822" cy="5732"/>
            </a:xfrm>
            <a:custGeom>
              <a:avLst/>
              <a:gdLst>
                <a:gd name="csX0" fmla="*/ 3822 w 3822"/>
                <a:gd name="csY0" fmla="*/ 3822 h 5732"/>
                <a:gd name="csX1" fmla="*/ 3822 w 3822"/>
                <a:gd name="csY1" fmla="*/ 5733 h 5732"/>
                <a:gd name="csX2" fmla="*/ 2866 w 3822"/>
                <a:gd name="csY2" fmla="*/ 5255 h 5732"/>
                <a:gd name="csX3" fmla="*/ 478 w 3822"/>
                <a:gd name="csY3" fmla="*/ 1911 h 5732"/>
                <a:gd name="csX4" fmla="*/ 0 w 3822"/>
                <a:gd name="csY4" fmla="*/ 478 h 5732"/>
                <a:gd name="csX5" fmla="*/ 478 w 3822"/>
                <a:gd name="csY5" fmla="*/ 0 h 5732"/>
                <a:gd name="csX6" fmla="*/ 2389 w 3822"/>
                <a:gd name="csY6" fmla="*/ 956 h 5732"/>
                <a:gd name="csX7" fmla="*/ 3822 w 3822"/>
                <a:gd name="csY7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2" h="5732">
                  <a:moveTo>
                    <a:pt x="3822" y="3822"/>
                  </a:moveTo>
                  <a:lnTo>
                    <a:pt x="3822" y="5733"/>
                  </a:lnTo>
                  <a:lnTo>
                    <a:pt x="2866" y="5255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956"/>
                  </a:lnTo>
                  <a:lnTo>
                    <a:pt x="3822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1EB8EA6B-C6DD-9AF5-33DF-1735C2B4368C}"/>
                </a:ext>
              </a:extLst>
            </p:cNvPr>
            <p:cNvSpPr/>
            <p:nvPr/>
          </p:nvSpPr>
          <p:spPr>
            <a:xfrm>
              <a:off x="8332728" y="4566258"/>
              <a:ext cx="4299" cy="2866"/>
            </a:xfrm>
            <a:custGeom>
              <a:avLst/>
              <a:gdLst>
                <a:gd name="csX0" fmla="*/ 4300 w 4299"/>
                <a:gd name="csY0" fmla="*/ 478 h 2866"/>
                <a:gd name="csX1" fmla="*/ 4300 w 4299"/>
                <a:gd name="csY1" fmla="*/ 2389 h 2866"/>
                <a:gd name="csX2" fmla="*/ 2389 w 4299"/>
                <a:gd name="csY2" fmla="*/ 2866 h 2866"/>
                <a:gd name="csX3" fmla="*/ 956 w 4299"/>
                <a:gd name="csY3" fmla="*/ 2866 h 2866"/>
                <a:gd name="csX4" fmla="*/ 0 w 4299"/>
                <a:gd name="csY4" fmla="*/ 1433 h 2866"/>
                <a:gd name="csX5" fmla="*/ 0 w 4299"/>
                <a:gd name="csY5" fmla="*/ 956 h 2866"/>
                <a:gd name="csX6" fmla="*/ 956 w 4299"/>
                <a:gd name="csY6" fmla="*/ 956 h 2866"/>
                <a:gd name="csX7" fmla="*/ 2867 w 4299"/>
                <a:gd name="csY7" fmla="*/ 0 h 2866"/>
                <a:gd name="csX8" fmla="*/ 3344 w 4299"/>
                <a:gd name="csY8" fmla="*/ 0 h 2866"/>
                <a:gd name="csX9" fmla="*/ 4300 w 4299"/>
                <a:gd name="csY9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2866">
                  <a:moveTo>
                    <a:pt x="4300" y="478"/>
                  </a:moveTo>
                  <a:lnTo>
                    <a:pt x="4300" y="2389"/>
                  </a:lnTo>
                  <a:lnTo>
                    <a:pt x="2389" y="2866"/>
                  </a:lnTo>
                  <a:lnTo>
                    <a:pt x="956" y="2866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956" y="956"/>
                  </a:lnTo>
                  <a:lnTo>
                    <a:pt x="2867" y="0"/>
                  </a:lnTo>
                  <a:lnTo>
                    <a:pt x="3344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DD7F5AB6-3077-206B-0FFC-69074ED58DBE}"/>
                </a:ext>
              </a:extLst>
            </p:cNvPr>
            <p:cNvSpPr/>
            <p:nvPr/>
          </p:nvSpPr>
          <p:spPr>
            <a:xfrm>
              <a:off x="8333684" y="4829486"/>
              <a:ext cx="1911" cy="2388"/>
            </a:xfrm>
            <a:custGeom>
              <a:avLst/>
              <a:gdLst>
                <a:gd name="csX0" fmla="*/ 1911 w 1911"/>
                <a:gd name="csY0" fmla="*/ 478 h 2388"/>
                <a:gd name="csX1" fmla="*/ 1433 w 1911"/>
                <a:gd name="csY1" fmla="*/ 2389 h 2388"/>
                <a:gd name="csX2" fmla="*/ 955 w 1911"/>
                <a:gd name="csY2" fmla="*/ 2389 h 2388"/>
                <a:gd name="csX3" fmla="*/ 0 w 1911"/>
                <a:gd name="csY3" fmla="*/ 1433 h 2388"/>
                <a:gd name="csX4" fmla="*/ 0 w 1911"/>
                <a:gd name="csY4" fmla="*/ 956 h 2388"/>
                <a:gd name="csX5" fmla="*/ 0 w 1911"/>
                <a:gd name="csY5" fmla="*/ 478 h 2388"/>
                <a:gd name="csX6" fmla="*/ 478 w 1911"/>
                <a:gd name="csY6" fmla="*/ 0 h 2388"/>
                <a:gd name="csX7" fmla="*/ 1911 w 1911"/>
                <a:gd name="csY7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2388">
                  <a:moveTo>
                    <a:pt x="1911" y="478"/>
                  </a:moveTo>
                  <a:lnTo>
                    <a:pt x="1433" y="2389"/>
                  </a:lnTo>
                  <a:lnTo>
                    <a:pt x="955" y="2389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" name="Freeform 558">
              <a:extLst>
                <a:ext uri="{FF2B5EF4-FFF2-40B4-BE49-F238E27FC236}">
                  <a16:creationId xmlns:a16="http://schemas.microsoft.com/office/drawing/2014/main" id="{C7B29AFA-78E6-18A4-BEA4-AA07109BB24A}"/>
                </a:ext>
              </a:extLst>
            </p:cNvPr>
            <p:cNvSpPr/>
            <p:nvPr/>
          </p:nvSpPr>
          <p:spPr>
            <a:xfrm>
              <a:off x="8332728" y="4761649"/>
              <a:ext cx="2388" cy="3822"/>
            </a:xfrm>
            <a:custGeom>
              <a:avLst/>
              <a:gdLst>
                <a:gd name="csX0" fmla="*/ 2389 w 2388"/>
                <a:gd name="csY0" fmla="*/ 2389 h 3822"/>
                <a:gd name="csX1" fmla="*/ 1911 w 2388"/>
                <a:gd name="csY1" fmla="*/ 3822 h 3822"/>
                <a:gd name="csX2" fmla="*/ 478 w 2388"/>
                <a:gd name="csY2" fmla="*/ 3822 h 3822"/>
                <a:gd name="csX3" fmla="*/ 0 w 2388"/>
                <a:gd name="csY3" fmla="*/ 3344 h 3822"/>
                <a:gd name="csX4" fmla="*/ 0 w 2388"/>
                <a:gd name="csY4" fmla="*/ 478 h 3822"/>
                <a:gd name="csX5" fmla="*/ 478 w 2388"/>
                <a:gd name="csY5" fmla="*/ 0 h 3822"/>
                <a:gd name="csX6" fmla="*/ 956 w 2388"/>
                <a:gd name="csY6" fmla="*/ 0 h 3822"/>
                <a:gd name="csX7" fmla="*/ 1433 w 2388"/>
                <a:gd name="csY7" fmla="*/ 956 h 3822"/>
                <a:gd name="csX8" fmla="*/ 1911 w 2388"/>
                <a:gd name="csY8" fmla="*/ 1433 h 3822"/>
                <a:gd name="csX9" fmla="*/ 2389 w 2388"/>
                <a:gd name="csY9" fmla="*/ 2389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3822">
                  <a:moveTo>
                    <a:pt x="2389" y="2389"/>
                  </a:moveTo>
                  <a:lnTo>
                    <a:pt x="1911" y="3822"/>
                  </a:lnTo>
                  <a:lnTo>
                    <a:pt x="478" y="3822"/>
                  </a:lnTo>
                  <a:lnTo>
                    <a:pt x="0" y="3344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956"/>
                  </a:lnTo>
                  <a:lnTo>
                    <a:pt x="1911" y="1433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" name="Freeform 559">
              <a:extLst>
                <a:ext uri="{FF2B5EF4-FFF2-40B4-BE49-F238E27FC236}">
                  <a16:creationId xmlns:a16="http://schemas.microsoft.com/office/drawing/2014/main" id="{8F9F13AA-2DFA-0BB2-F975-396DCDE0C408}"/>
                </a:ext>
              </a:extLst>
            </p:cNvPr>
            <p:cNvSpPr/>
            <p:nvPr/>
          </p:nvSpPr>
          <p:spPr>
            <a:xfrm>
              <a:off x="8334161" y="4960862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  <a:gd name="csX4" fmla="*/ 478 w 477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" name="Freeform 560">
              <a:extLst>
                <a:ext uri="{FF2B5EF4-FFF2-40B4-BE49-F238E27FC236}">
                  <a16:creationId xmlns:a16="http://schemas.microsoft.com/office/drawing/2014/main" id="{EBB93C8F-2925-2AD2-8C63-4BC328E58F5B}"/>
                </a:ext>
              </a:extLst>
            </p:cNvPr>
            <p:cNvSpPr/>
            <p:nvPr/>
          </p:nvSpPr>
          <p:spPr>
            <a:xfrm>
              <a:off x="8311230" y="4534727"/>
              <a:ext cx="22931" cy="35352"/>
            </a:xfrm>
            <a:custGeom>
              <a:avLst/>
              <a:gdLst>
                <a:gd name="csX0" fmla="*/ 22931 w 22931"/>
                <a:gd name="csY0" fmla="*/ 3344 h 35352"/>
                <a:gd name="csX1" fmla="*/ 22931 w 22931"/>
                <a:gd name="csY1" fmla="*/ 3822 h 35352"/>
                <a:gd name="csX2" fmla="*/ 21976 w 22931"/>
                <a:gd name="csY2" fmla="*/ 6211 h 35352"/>
                <a:gd name="csX3" fmla="*/ 21498 w 22931"/>
                <a:gd name="csY3" fmla="*/ 7644 h 35352"/>
                <a:gd name="csX4" fmla="*/ 20065 w 22931"/>
                <a:gd name="csY4" fmla="*/ 9555 h 35352"/>
                <a:gd name="csX5" fmla="*/ 18632 w 22931"/>
                <a:gd name="csY5" fmla="*/ 12421 h 35352"/>
                <a:gd name="csX6" fmla="*/ 17676 w 22931"/>
                <a:gd name="csY6" fmla="*/ 15765 h 35352"/>
                <a:gd name="csX7" fmla="*/ 17199 w 22931"/>
                <a:gd name="csY7" fmla="*/ 17198 h 35352"/>
                <a:gd name="csX8" fmla="*/ 15288 w 22931"/>
                <a:gd name="csY8" fmla="*/ 19587 h 35352"/>
                <a:gd name="csX9" fmla="*/ 14810 w 22931"/>
                <a:gd name="csY9" fmla="*/ 20543 h 35352"/>
                <a:gd name="csX10" fmla="*/ 14810 w 22931"/>
                <a:gd name="csY10" fmla="*/ 23409 h 35352"/>
                <a:gd name="csX11" fmla="*/ 14810 w 22931"/>
                <a:gd name="csY11" fmla="*/ 24364 h 35352"/>
                <a:gd name="csX12" fmla="*/ 14810 w 22931"/>
                <a:gd name="csY12" fmla="*/ 25320 h 35352"/>
                <a:gd name="csX13" fmla="*/ 17676 w 22931"/>
                <a:gd name="csY13" fmla="*/ 30097 h 35352"/>
                <a:gd name="csX14" fmla="*/ 18154 w 22931"/>
                <a:gd name="csY14" fmla="*/ 30575 h 35352"/>
                <a:gd name="csX15" fmla="*/ 18154 w 22931"/>
                <a:gd name="csY15" fmla="*/ 31530 h 35352"/>
                <a:gd name="csX16" fmla="*/ 17676 w 22931"/>
                <a:gd name="csY16" fmla="*/ 32486 h 35352"/>
                <a:gd name="csX17" fmla="*/ 16243 w 22931"/>
                <a:gd name="csY17" fmla="*/ 34397 h 35352"/>
                <a:gd name="csX18" fmla="*/ 15765 w 22931"/>
                <a:gd name="csY18" fmla="*/ 34874 h 35352"/>
                <a:gd name="csX19" fmla="*/ 14332 w 22931"/>
                <a:gd name="csY19" fmla="*/ 35352 h 35352"/>
                <a:gd name="csX20" fmla="*/ 12899 w 22931"/>
                <a:gd name="csY20" fmla="*/ 35352 h 35352"/>
                <a:gd name="csX21" fmla="*/ 11466 w 22931"/>
                <a:gd name="csY21" fmla="*/ 35352 h 35352"/>
                <a:gd name="csX22" fmla="*/ 10510 w 22931"/>
                <a:gd name="csY22" fmla="*/ 34397 h 35352"/>
                <a:gd name="csX23" fmla="*/ 9077 w 22931"/>
                <a:gd name="csY23" fmla="*/ 30575 h 35352"/>
                <a:gd name="csX24" fmla="*/ 7166 w 22931"/>
                <a:gd name="csY24" fmla="*/ 29619 h 35352"/>
                <a:gd name="csX25" fmla="*/ 5255 w 22931"/>
                <a:gd name="csY25" fmla="*/ 29142 h 35352"/>
                <a:gd name="csX26" fmla="*/ 3822 w 22931"/>
                <a:gd name="csY26" fmla="*/ 28186 h 35352"/>
                <a:gd name="csX27" fmla="*/ 2867 w 22931"/>
                <a:gd name="csY27" fmla="*/ 27709 h 35352"/>
                <a:gd name="csX28" fmla="*/ 0 w 22931"/>
                <a:gd name="csY28" fmla="*/ 23886 h 35352"/>
                <a:gd name="csX29" fmla="*/ 0 w 22931"/>
                <a:gd name="csY29" fmla="*/ 21498 h 35352"/>
                <a:gd name="csX30" fmla="*/ 478 w 22931"/>
                <a:gd name="csY30" fmla="*/ 20065 h 35352"/>
                <a:gd name="csX31" fmla="*/ 1433 w 22931"/>
                <a:gd name="csY31" fmla="*/ 19109 h 35352"/>
                <a:gd name="csX32" fmla="*/ 2389 w 22931"/>
                <a:gd name="csY32" fmla="*/ 18632 h 35352"/>
                <a:gd name="csX33" fmla="*/ 4777 w 22931"/>
                <a:gd name="csY33" fmla="*/ 18632 h 35352"/>
                <a:gd name="csX34" fmla="*/ 6211 w 22931"/>
                <a:gd name="csY34" fmla="*/ 18154 h 35352"/>
                <a:gd name="csX35" fmla="*/ 9077 w 22931"/>
                <a:gd name="csY35" fmla="*/ 16721 h 35352"/>
                <a:gd name="csX36" fmla="*/ 9077 w 22931"/>
                <a:gd name="csY36" fmla="*/ 15765 h 35352"/>
                <a:gd name="csX37" fmla="*/ 9077 w 22931"/>
                <a:gd name="csY37" fmla="*/ 12899 h 35352"/>
                <a:gd name="csX38" fmla="*/ 8599 w 22931"/>
                <a:gd name="csY38" fmla="*/ 10988 h 35352"/>
                <a:gd name="csX39" fmla="*/ 8122 w 22931"/>
                <a:gd name="csY39" fmla="*/ 9077 h 35352"/>
                <a:gd name="csX40" fmla="*/ 9077 w 22931"/>
                <a:gd name="csY40" fmla="*/ 8121 h 35352"/>
                <a:gd name="csX41" fmla="*/ 10033 w 22931"/>
                <a:gd name="csY41" fmla="*/ 7166 h 35352"/>
                <a:gd name="csX42" fmla="*/ 10988 w 22931"/>
                <a:gd name="csY42" fmla="*/ 5255 h 35352"/>
                <a:gd name="csX43" fmla="*/ 10988 w 22931"/>
                <a:gd name="csY43" fmla="*/ 4300 h 35352"/>
                <a:gd name="csX44" fmla="*/ 10988 w 22931"/>
                <a:gd name="csY44" fmla="*/ 2867 h 35352"/>
                <a:gd name="csX45" fmla="*/ 11466 w 22931"/>
                <a:gd name="csY45" fmla="*/ 1911 h 35352"/>
                <a:gd name="csX46" fmla="*/ 12421 w 22931"/>
                <a:gd name="csY46" fmla="*/ 1433 h 35352"/>
                <a:gd name="csX47" fmla="*/ 16243 w 22931"/>
                <a:gd name="csY47" fmla="*/ 0 h 35352"/>
                <a:gd name="csX48" fmla="*/ 16721 w 22931"/>
                <a:gd name="csY48" fmla="*/ 0 h 35352"/>
                <a:gd name="csX49" fmla="*/ 21976 w 22931"/>
                <a:gd name="csY49" fmla="*/ 1433 h 35352"/>
                <a:gd name="csX50" fmla="*/ 22931 w 22931"/>
                <a:gd name="csY50" fmla="*/ 3344 h 35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2931" h="35352">
                  <a:moveTo>
                    <a:pt x="22931" y="3344"/>
                  </a:moveTo>
                  <a:lnTo>
                    <a:pt x="22931" y="3822"/>
                  </a:lnTo>
                  <a:lnTo>
                    <a:pt x="21976" y="6211"/>
                  </a:lnTo>
                  <a:lnTo>
                    <a:pt x="21498" y="7644"/>
                  </a:lnTo>
                  <a:lnTo>
                    <a:pt x="20065" y="9555"/>
                  </a:lnTo>
                  <a:lnTo>
                    <a:pt x="18632" y="12421"/>
                  </a:lnTo>
                  <a:lnTo>
                    <a:pt x="17676" y="15765"/>
                  </a:lnTo>
                  <a:lnTo>
                    <a:pt x="17199" y="17198"/>
                  </a:lnTo>
                  <a:lnTo>
                    <a:pt x="15288" y="19587"/>
                  </a:lnTo>
                  <a:lnTo>
                    <a:pt x="14810" y="20543"/>
                  </a:lnTo>
                  <a:lnTo>
                    <a:pt x="14810" y="23409"/>
                  </a:lnTo>
                  <a:lnTo>
                    <a:pt x="14810" y="24364"/>
                  </a:lnTo>
                  <a:lnTo>
                    <a:pt x="14810" y="25320"/>
                  </a:lnTo>
                  <a:lnTo>
                    <a:pt x="17676" y="30097"/>
                  </a:lnTo>
                  <a:lnTo>
                    <a:pt x="18154" y="30575"/>
                  </a:lnTo>
                  <a:lnTo>
                    <a:pt x="18154" y="31530"/>
                  </a:lnTo>
                  <a:lnTo>
                    <a:pt x="17676" y="32486"/>
                  </a:lnTo>
                  <a:lnTo>
                    <a:pt x="16243" y="34397"/>
                  </a:lnTo>
                  <a:lnTo>
                    <a:pt x="15765" y="34874"/>
                  </a:lnTo>
                  <a:lnTo>
                    <a:pt x="14332" y="35352"/>
                  </a:lnTo>
                  <a:lnTo>
                    <a:pt x="12899" y="35352"/>
                  </a:lnTo>
                  <a:lnTo>
                    <a:pt x="11466" y="35352"/>
                  </a:lnTo>
                  <a:lnTo>
                    <a:pt x="10510" y="34397"/>
                  </a:lnTo>
                  <a:lnTo>
                    <a:pt x="9077" y="30575"/>
                  </a:lnTo>
                  <a:lnTo>
                    <a:pt x="7166" y="29619"/>
                  </a:lnTo>
                  <a:lnTo>
                    <a:pt x="5255" y="29142"/>
                  </a:lnTo>
                  <a:lnTo>
                    <a:pt x="3822" y="28186"/>
                  </a:lnTo>
                  <a:lnTo>
                    <a:pt x="2867" y="27709"/>
                  </a:lnTo>
                  <a:lnTo>
                    <a:pt x="0" y="23886"/>
                  </a:lnTo>
                  <a:lnTo>
                    <a:pt x="0" y="21498"/>
                  </a:lnTo>
                  <a:lnTo>
                    <a:pt x="478" y="20065"/>
                  </a:lnTo>
                  <a:lnTo>
                    <a:pt x="1433" y="19109"/>
                  </a:lnTo>
                  <a:lnTo>
                    <a:pt x="2389" y="18632"/>
                  </a:lnTo>
                  <a:lnTo>
                    <a:pt x="4777" y="18632"/>
                  </a:lnTo>
                  <a:lnTo>
                    <a:pt x="6211" y="18154"/>
                  </a:lnTo>
                  <a:lnTo>
                    <a:pt x="9077" y="16721"/>
                  </a:lnTo>
                  <a:lnTo>
                    <a:pt x="9077" y="15765"/>
                  </a:lnTo>
                  <a:lnTo>
                    <a:pt x="9077" y="12899"/>
                  </a:lnTo>
                  <a:lnTo>
                    <a:pt x="8599" y="10988"/>
                  </a:lnTo>
                  <a:lnTo>
                    <a:pt x="8122" y="9077"/>
                  </a:lnTo>
                  <a:lnTo>
                    <a:pt x="9077" y="8121"/>
                  </a:lnTo>
                  <a:lnTo>
                    <a:pt x="10033" y="7166"/>
                  </a:lnTo>
                  <a:lnTo>
                    <a:pt x="10988" y="5255"/>
                  </a:lnTo>
                  <a:lnTo>
                    <a:pt x="10988" y="4300"/>
                  </a:lnTo>
                  <a:lnTo>
                    <a:pt x="10988" y="2867"/>
                  </a:lnTo>
                  <a:lnTo>
                    <a:pt x="11466" y="1911"/>
                  </a:lnTo>
                  <a:lnTo>
                    <a:pt x="12421" y="1433"/>
                  </a:lnTo>
                  <a:lnTo>
                    <a:pt x="16243" y="0"/>
                  </a:lnTo>
                  <a:lnTo>
                    <a:pt x="16721" y="0"/>
                  </a:lnTo>
                  <a:lnTo>
                    <a:pt x="21976" y="1433"/>
                  </a:lnTo>
                  <a:lnTo>
                    <a:pt x="22931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A1F1F250-2CC6-80D6-B58F-A154C91CD416}"/>
                </a:ext>
              </a:extLst>
            </p:cNvPr>
            <p:cNvSpPr/>
            <p:nvPr/>
          </p:nvSpPr>
          <p:spPr>
            <a:xfrm>
              <a:off x="8319352" y="4755438"/>
              <a:ext cx="14331" cy="8121"/>
            </a:xfrm>
            <a:custGeom>
              <a:avLst/>
              <a:gdLst>
                <a:gd name="csX0" fmla="*/ 13854 w 14331"/>
                <a:gd name="csY0" fmla="*/ 2389 h 8121"/>
                <a:gd name="csX1" fmla="*/ 14332 w 14331"/>
                <a:gd name="csY1" fmla="*/ 3344 h 8121"/>
                <a:gd name="csX2" fmla="*/ 13854 w 14331"/>
                <a:gd name="csY2" fmla="*/ 5255 h 8121"/>
                <a:gd name="csX3" fmla="*/ 12421 w 14331"/>
                <a:gd name="csY3" fmla="*/ 6210 h 8121"/>
                <a:gd name="csX4" fmla="*/ 10987 w 14331"/>
                <a:gd name="csY4" fmla="*/ 6210 h 8121"/>
                <a:gd name="csX5" fmla="*/ 10032 w 14331"/>
                <a:gd name="csY5" fmla="*/ 5255 h 8121"/>
                <a:gd name="csX6" fmla="*/ 9077 w 14331"/>
                <a:gd name="csY6" fmla="*/ 5255 h 8121"/>
                <a:gd name="csX7" fmla="*/ 8121 w 14331"/>
                <a:gd name="csY7" fmla="*/ 7644 h 8121"/>
                <a:gd name="csX8" fmla="*/ 8121 w 14331"/>
                <a:gd name="csY8" fmla="*/ 8121 h 8121"/>
                <a:gd name="csX9" fmla="*/ 7166 w 14331"/>
                <a:gd name="csY9" fmla="*/ 8121 h 8121"/>
                <a:gd name="csX10" fmla="*/ 6210 w 14331"/>
                <a:gd name="csY10" fmla="*/ 7644 h 8121"/>
                <a:gd name="csX11" fmla="*/ 6210 w 14331"/>
                <a:gd name="csY11" fmla="*/ 7166 h 8121"/>
                <a:gd name="csX12" fmla="*/ 7166 w 14331"/>
                <a:gd name="csY12" fmla="*/ 6210 h 8121"/>
                <a:gd name="csX13" fmla="*/ 6688 w 14331"/>
                <a:gd name="csY13" fmla="*/ 2867 h 8121"/>
                <a:gd name="csX14" fmla="*/ 5733 w 14331"/>
                <a:gd name="csY14" fmla="*/ 3344 h 8121"/>
                <a:gd name="csX15" fmla="*/ 3344 w 14331"/>
                <a:gd name="csY15" fmla="*/ 6210 h 8121"/>
                <a:gd name="csX16" fmla="*/ 1433 w 14331"/>
                <a:gd name="csY16" fmla="*/ 7644 h 8121"/>
                <a:gd name="csX17" fmla="*/ 955 w 14331"/>
                <a:gd name="csY17" fmla="*/ 7166 h 8121"/>
                <a:gd name="csX18" fmla="*/ 0 w 14331"/>
                <a:gd name="csY18" fmla="*/ 4777 h 8121"/>
                <a:gd name="csX19" fmla="*/ 478 w 14331"/>
                <a:gd name="csY19" fmla="*/ 2389 h 8121"/>
                <a:gd name="csX20" fmla="*/ 1911 w 14331"/>
                <a:gd name="csY20" fmla="*/ 478 h 8121"/>
                <a:gd name="csX21" fmla="*/ 2866 w 14331"/>
                <a:gd name="csY21" fmla="*/ 478 h 8121"/>
                <a:gd name="csX22" fmla="*/ 6688 w 14331"/>
                <a:gd name="csY22" fmla="*/ 0 h 8121"/>
                <a:gd name="csX23" fmla="*/ 7644 w 14331"/>
                <a:gd name="csY23" fmla="*/ 478 h 8121"/>
                <a:gd name="csX24" fmla="*/ 8121 w 14331"/>
                <a:gd name="csY24" fmla="*/ 1433 h 8121"/>
                <a:gd name="csX25" fmla="*/ 7644 w 14331"/>
                <a:gd name="csY25" fmla="*/ 2389 h 8121"/>
                <a:gd name="csX26" fmla="*/ 8121 w 14331"/>
                <a:gd name="csY26" fmla="*/ 4300 h 8121"/>
                <a:gd name="csX27" fmla="*/ 10510 w 14331"/>
                <a:gd name="csY27" fmla="*/ 1911 h 8121"/>
                <a:gd name="csX28" fmla="*/ 12421 w 14331"/>
                <a:gd name="csY28" fmla="*/ 1433 h 8121"/>
                <a:gd name="csX29" fmla="*/ 13376 w 14331"/>
                <a:gd name="csY29" fmla="*/ 1911 h 8121"/>
                <a:gd name="csX30" fmla="*/ 13854 w 14331"/>
                <a:gd name="csY30" fmla="*/ 2389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14331" h="8121">
                  <a:moveTo>
                    <a:pt x="13854" y="2389"/>
                  </a:moveTo>
                  <a:lnTo>
                    <a:pt x="14332" y="3344"/>
                  </a:lnTo>
                  <a:lnTo>
                    <a:pt x="13854" y="5255"/>
                  </a:lnTo>
                  <a:lnTo>
                    <a:pt x="12421" y="6210"/>
                  </a:lnTo>
                  <a:lnTo>
                    <a:pt x="10987" y="6210"/>
                  </a:lnTo>
                  <a:lnTo>
                    <a:pt x="10032" y="5255"/>
                  </a:lnTo>
                  <a:lnTo>
                    <a:pt x="9077" y="5255"/>
                  </a:lnTo>
                  <a:lnTo>
                    <a:pt x="8121" y="7644"/>
                  </a:lnTo>
                  <a:lnTo>
                    <a:pt x="8121" y="8121"/>
                  </a:lnTo>
                  <a:lnTo>
                    <a:pt x="7166" y="8121"/>
                  </a:lnTo>
                  <a:lnTo>
                    <a:pt x="6210" y="7644"/>
                  </a:lnTo>
                  <a:lnTo>
                    <a:pt x="6210" y="7166"/>
                  </a:lnTo>
                  <a:lnTo>
                    <a:pt x="7166" y="6210"/>
                  </a:lnTo>
                  <a:lnTo>
                    <a:pt x="6688" y="2867"/>
                  </a:lnTo>
                  <a:lnTo>
                    <a:pt x="5733" y="3344"/>
                  </a:lnTo>
                  <a:lnTo>
                    <a:pt x="3344" y="6210"/>
                  </a:lnTo>
                  <a:lnTo>
                    <a:pt x="1433" y="7644"/>
                  </a:lnTo>
                  <a:lnTo>
                    <a:pt x="955" y="7166"/>
                  </a:lnTo>
                  <a:lnTo>
                    <a:pt x="0" y="4777"/>
                  </a:lnTo>
                  <a:lnTo>
                    <a:pt x="478" y="2389"/>
                  </a:lnTo>
                  <a:lnTo>
                    <a:pt x="1911" y="478"/>
                  </a:lnTo>
                  <a:lnTo>
                    <a:pt x="2866" y="478"/>
                  </a:lnTo>
                  <a:lnTo>
                    <a:pt x="6688" y="0"/>
                  </a:lnTo>
                  <a:lnTo>
                    <a:pt x="7644" y="478"/>
                  </a:lnTo>
                  <a:lnTo>
                    <a:pt x="8121" y="1433"/>
                  </a:lnTo>
                  <a:lnTo>
                    <a:pt x="7644" y="2389"/>
                  </a:lnTo>
                  <a:lnTo>
                    <a:pt x="8121" y="4300"/>
                  </a:lnTo>
                  <a:lnTo>
                    <a:pt x="10510" y="1911"/>
                  </a:lnTo>
                  <a:lnTo>
                    <a:pt x="12421" y="1433"/>
                  </a:lnTo>
                  <a:lnTo>
                    <a:pt x="13376" y="1911"/>
                  </a:lnTo>
                  <a:lnTo>
                    <a:pt x="1385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B761D58D-BE39-B012-663A-5B180DE0025F}"/>
                </a:ext>
              </a:extLst>
            </p:cNvPr>
            <p:cNvSpPr/>
            <p:nvPr/>
          </p:nvSpPr>
          <p:spPr>
            <a:xfrm>
              <a:off x="8329384" y="4918822"/>
              <a:ext cx="3343" cy="3821"/>
            </a:xfrm>
            <a:custGeom>
              <a:avLst/>
              <a:gdLst>
                <a:gd name="csX0" fmla="*/ 3344 w 3343"/>
                <a:gd name="csY0" fmla="*/ 478 h 3821"/>
                <a:gd name="csX1" fmla="*/ 3344 w 3343"/>
                <a:gd name="csY1" fmla="*/ 956 h 3821"/>
                <a:gd name="csX2" fmla="*/ 1433 w 3343"/>
                <a:gd name="csY2" fmla="*/ 1433 h 3821"/>
                <a:gd name="csX3" fmla="*/ 1911 w 3343"/>
                <a:gd name="csY3" fmla="*/ 2866 h 3821"/>
                <a:gd name="csX4" fmla="*/ 0 w 3343"/>
                <a:gd name="csY4" fmla="*/ 3822 h 3821"/>
                <a:gd name="csX5" fmla="*/ 0 w 3343"/>
                <a:gd name="csY5" fmla="*/ 2389 h 3821"/>
                <a:gd name="csX6" fmla="*/ 1433 w 3343"/>
                <a:gd name="csY6" fmla="*/ 478 h 3821"/>
                <a:gd name="csX7" fmla="*/ 2866 w 3343"/>
                <a:gd name="csY7" fmla="*/ 0 h 3821"/>
                <a:gd name="csX8" fmla="*/ 3344 w 3343"/>
                <a:gd name="csY8" fmla="*/ 478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3821">
                  <a:moveTo>
                    <a:pt x="3344" y="478"/>
                  </a:moveTo>
                  <a:lnTo>
                    <a:pt x="3344" y="956"/>
                  </a:lnTo>
                  <a:lnTo>
                    <a:pt x="1433" y="1433"/>
                  </a:lnTo>
                  <a:lnTo>
                    <a:pt x="1911" y="2866"/>
                  </a:lnTo>
                  <a:lnTo>
                    <a:pt x="0" y="3822"/>
                  </a:lnTo>
                  <a:lnTo>
                    <a:pt x="0" y="2389"/>
                  </a:lnTo>
                  <a:lnTo>
                    <a:pt x="1433" y="478"/>
                  </a:lnTo>
                  <a:lnTo>
                    <a:pt x="2866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14731BCA-C4AA-300C-5DA2-40CD809F7E27}"/>
                </a:ext>
              </a:extLst>
            </p:cNvPr>
            <p:cNvSpPr/>
            <p:nvPr/>
          </p:nvSpPr>
          <p:spPr>
            <a:xfrm>
              <a:off x="8326040" y="3582135"/>
              <a:ext cx="6687" cy="955"/>
            </a:xfrm>
            <a:custGeom>
              <a:avLst/>
              <a:gdLst>
                <a:gd name="csX0" fmla="*/ 6688 w 6687"/>
                <a:gd name="csY0" fmla="*/ 955 h 955"/>
                <a:gd name="csX1" fmla="*/ 5255 w 6687"/>
                <a:gd name="csY1" fmla="*/ 478 h 955"/>
                <a:gd name="csX2" fmla="*/ 2866 w 6687"/>
                <a:gd name="csY2" fmla="*/ 0 h 955"/>
                <a:gd name="csX3" fmla="*/ 0 w 6687"/>
                <a:gd name="csY3" fmla="*/ 478 h 955"/>
                <a:gd name="csX4" fmla="*/ 0 w 6687"/>
                <a:gd name="csY4" fmla="*/ 478 h 955"/>
                <a:gd name="csX5" fmla="*/ 2866 w 6687"/>
                <a:gd name="csY5" fmla="*/ 0 h 955"/>
                <a:gd name="csX6" fmla="*/ 5255 w 6687"/>
                <a:gd name="csY6" fmla="*/ 478 h 955"/>
                <a:gd name="csX7" fmla="*/ 6688 w 6687"/>
                <a:gd name="csY7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687" h="955">
                  <a:moveTo>
                    <a:pt x="6688" y="955"/>
                  </a:moveTo>
                  <a:lnTo>
                    <a:pt x="5255" y="478"/>
                  </a:lnTo>
                  <a:lnTo>
                    <a:pt x="2866" y="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2866" y="0"/>
                  </a:lnTo>
                  <a:lnTo>
                    <a:pt x="5255" y="478"/>
                  </a:lnTo>
                  <a:lnTo>
                    <a:pt x="6688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99869562-A9EA-8669-807B-81546CE89F01}"/>
                </a:ext>
              </a:extLst>
            </p:cNvPr>
            <p:cNvSpPr/>
            <p:nvPr/>
          </p:nvSpPr>
          <p:spPr>
            <a:xfrm>
              <a:off x="8319352" y="4925032"/>
              <a:ext cx="11943" cy="8121"/>
            </a:xfrm>
            <a:custGeom>
              <a:avLst/>
              <a:gdLst>
                <a:gd name="csX0" fmla="*/ 11943 w 11943"/>
                <a:gd name="csY0" fmla="*/ 2389 h 8121"/>
                <a:gd name="csX1" fmla="*/ 11943 w 11943"/>
                <a:gd name="csY1" fmla="*/ 3344 h 8121"/>
                <a:gd name="csX2" fmla="*/ 10032 w 11943"/>
                <a:gd name="csY2" fmla="*/ 3822 h 8121"/>
                <a:gd name="csX3" fmla="*/ 8121 w 11943"/>
                <a:gd name="csY3" fmla="*/ 6210 h 8121"/>
                <a:gd name="csX4" fmla="*/ 3821 w 11943"/>
                <a:gd name="csY4" fmla="*/ 7166 h 8121"/>
                <a:gd name="csX5" fmla="*/ 2389 w 11943"/>
                <a:gd name="csY5" fmla="*/ 8121 h 8121"/>
                <a:gd name="csX6" fmla="*/ 955 w 11943"/>
                <a:gd name="csY6" fmla="*/ 8121 h 8121"/>
                <a:gd name="csX7" fmla="*/ 0 w 11943"/>
                <a:gd name="csY7" fmla="*/ 7644 h 8121"/>
                <a:gd name="csX8" fmla="*/ 0 w 11943"/>
                <a:gd name="csY8" fmla="*/ 6210 h 8121"/>
                <a:gd name="csX9" fmla="*/ 478 w 11943"/>
                <a:gd name="csY9" fmla="*/ 5255 h 8121"/>
                <a:gd name="csX10" fmla="*/ 4777 w 11943"/>
                <a:gd name="csY10" fmla="*/ 3822 h 8121"/>
                <a:gd name="csX11" fmla="*/ 6688 w 11943"/>
                <a:gd name="csY11" fmla="*/ 2867 h 8121"/>
                <a:gd name="csX12" fmla="*/ 9077 w 11943"/>
                <a:gd name="csY12" fmla="*/ 478 h 8121"/>
                <a:gd name="csX13" fmla="*/ 10510 w 11943"/>
                <a:gd name="csY13" fmla="*/ 0 h 8121"/>
                <a:gd name="csX14" fmla="*/ 10510 w 11943"/>
                <a:gd name="csY14" fmla="*/ 0 h 8121"/>
                <a:gd name="csX15" fmla="*/ 10987 w 11943"/>
                <a:gd name="csY15" fmla="*/ 0 h 8121"/>
                <a:gd name="csX16" fmla="*/ 10987 w 11943"/>
                <a:gd name="csY16" fmla="*/ 1433 h 8121"/>
                <a:gd name="csX17" fmla="*/ 11943 w 11943"/>
                <a:gd name="csY17" fmla="*/ 2389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1943" h="8121">
                  <a:moveTo>
                    <a:pt x="11943" y="2389"/>
                  </a:moveTo>
                  <a:lnTo>
                    <a:pt x="11943" y="3344"/>
                  </a:lnTo>
                  <a:lnTo>
                    <a:pt x="10032" y="3822"/>
                  </a:lnTo>
                  <a:lnTo>
                    <a:pt x="8121" y="6210"/>
                  </a:lnTo>
                  <a:lnTo>
                    <a:pt x="3821" y="7166"/>
                  </a:lnTo>
                  <a:lnTo>
                    <a:pt x="2389" y="8121"/>
                  </a:lnTo>
                  <a:lnTo>
                    <a:pt x="955" y="8121"/>
                  </a:lnTo>
                  <a:lnTo>
                    <a:pt x="0" y="7644"/>
                  </a:lnTo>
                  <a:lnTo>
                    <a:pt x="0" y="6210"/>
                  </a:lnTo>
                  <a:lnTo>
                    <a:pt x="478" y="5255"/>
                  </a:lnTo>
                  <a:lnTo>
                    <a:pt x="4777" y="3822"/>
                  </a:lnTo>
                  <a:lnTo>
                    <a:pt x="6688" y="2867"/>
                  </a:lnTo>
                  <a:lnTo>
                    <a:pt x="9077" y="478"/>
                  </a:lnTo>
                  <a:lnTo>
                    <a:pt x="10510" y="0"/>
                  </a:lnTo>
                  <a:lnTo>
                    <a:pt x="10510" y="0"/>
                  </a:lnTo>
                  <a:lnTo>
                    <a:pt x="10987" y="0"/>
                  </a:lnTo>
                  <a:lnTo>
                    <a:pt x="10987" y="1433"/>
                  </a:lnTo>
                  <a:lnTo>
                    <a:pt x="1194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A6D9194E-9F43-6354-F8F1-0ED0BF00F0C4}"/>
                </a:ext>
              </a:extLst>
            </p:cNvPr>
            <p:cNvSpPr/>
            <p:nvPr/>
          </p:nvSpPr>
          <p:spPr>
            <a:xfrm>
              <a:off x="8321741" y="4495554"/>
              <a:ext cx="8598" cy="7643"/>
            </a:xfrm>
            <a:custGeom>
              <a:avLst/>
              <a:gdLst>
                <a:gd name="csX0" fmla="*/ 6688 w 8598"/>
                <a:gd name="csY0" fmla="*/ 4777 h 7643"/>
                <a:gd name="csX1" fmla="*/ 8599 w 8598"/>
                <a:gd name="csY1" fmla="*/ 7644 h 7643"/>
                <a:gd name="csX2" fmla="*/ 6688 w 8598"/>
                <a:gd name="csY2" fmla="*/ 5733 h 7643"/>
                <a:gd name="csX3" fmla="*/ 4777 w 8598"/>
                <a:gd name="csY3" fmla="*/ 4299 h 7643"/>
                <a:gd name="csX4" fmla="*/ 2389 w 8598"/>
                <a:gd name="csY4" fmla="*/ 1911 h 7643"/>
                <a:gd name="csX5" fmla="*/ 955 w 8598"/>
                <a:gd name="csY5" fmla="*/ 1433 h 7643"/>
                <a:gd name="csX6" fmla="*/ 0 w 8598"/>
                <a:gd name="csY6" fmla="*/ 955 h 7643"/>
                <a:gd name="csX7" fmla="*/ 478 w 8598"/>
                <a:gd name="csY7" fmla="*/ 0 h 7643"/>
                <a:gd name="csX8" fmla="*/ 1433 w 8598"/>
                <a:gd name="csY8" fmla="*/ 0 h 7643"/>
                <a:gd name="csX9" fmla="*/ 1911 w 8598"/>
                <a:gd name="csY9" fmla="*/ 0 h 7643"/>
                <a:gd name="csX10" fmla="*/ 5255 w 8598"/>
                <a:gd name="csY10" fmla="*/ 3822 h 7643"/>
                <a:gd name="csX11" fmla="*/ 6688 w 8598"/>
                <a:gd name="csY11" fmla="*/ 4777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598" h="7643">
                  <a:moveTo>
                    <a:pt x="6688" y="4777"/>
                  </a:moveTo>
                  <a:lnTo>
                    <a:pt x="8599" y="7644"/>
                  </a:lnTo>
                  <a:lnTo>
                    <a:pt x="6688" y="5733"/>
                  </a:lnTo>
                  <a:lnTo>
                    <a:pt x="4777" y="4299"/>
                  </a:lnTo>
                  <a:lnTo>
                    <a:pt x="2389" y="1911"/>
                  </a:lnTo>
                  <a:lnTo>
                    <a:pt x="955" y="1433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5255" y="3822"/>
                  </a:lnTo>
                  <a:lnTo>
                    <a:pt x="668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AF04DE73-4044-1C3B-3CFF-1540DE01F4FA}"/>
                </a:ext>
              </a:extLst>
            </p:cNvPr>
            <p:cNvSpPr/>
            <p:nvPr/>
          </p:nvSpPr>
          <p:spPr>
            <a:xfrm>
              <a:off x="8323652" y="4883948"/>
              <a:ext cx="5732" cy="2866"/>
            </a:xfrm>
            <a:custGeom>
              <a:avLst/>
              <a:gdLst>
                <a:gd name="csX0" fmla="*/ 5733 w 5732"/>
                <a:gd name="csY0" fmla="*/ 478 h 2866"/>
                <a:gd name="csX1" fmla="*/ 5733 w 5732"/>
                <a:gd name="csY1" fmla="*/ 1911 h 2866"/>
                <a:gd name="csX2" fmla="*/ 5255 w 5732"/>
                <a:gd name="csY2" fmla="*/ 2866 h 2866"/>
                <a:gd name="csX3" fmla="*/ 0 w 5732"/>
                <a:gd name="csY3" fmla="*/ 2866 h 2866"/>
                <a:gd name="csX4" fmla="*/ 0 w 5732"/>
                <a:gd name="csY4" fmla="*/ 1911 h 2866"/>
                <a:gd name="csX5" fmla="*/ 1433 w 5732"/>
                <a:gd name="csY5" fmla="*/ 478 h 2866"/>
                <a:gd name="csX6" fmla="*/ 1910 w 5732"/>
                <a:gd name="csY6" fmla="*/ 478 h 2866"/>
                <a:gd name="csX7" fmla="*/ 3821 w 5732"/>
                <a:gd name="csY7" fmla="*/ 0 h 2866"/>
                <a:gd name="csX8" fmla="*/ 5733 w 5732"/>
                <a:gd name="csY8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2" h="2866">
                  <a:moveTo>
                    <a:pt x="5733" y="478"/>
                  </a:moveTo>
                  <a:lnTo>
                    <a:pt x="5733" y="1911"/>
                  </a:lnTo>
                  <a:lnTo>
                    <a:pt x="5255" y="2866"/>
                  </a:lnTo>
                  <a:lnTo>
                    <a:pt x="0" y="2866"/>
                  </a:lnTo>
                  <a:lnTo>
                    <a:pt x="0" y="1911"/>
                  </a:lnTo>
                  <a:lnTo>
                    <a:pt x="1433" y="478"/>
                  </a:lnTo>
                  <a:lnTo>
                    <a:pt x="1910" y="478"/>
                  </a:lnTo>
                  <a:lnTo>
                    <a:pt x="3821" y="0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" name="Freeform 567">
              <a:extLst>
                <a:ext uri="{FF2B5EF4-FFF2-40B4-BE49-F238E27FC236}">
                  <a16:creationId xmlns:a16="http://schemas.microsoft.com/office/drawing/2014/main" id="{60728638-9937-55AB-52E0-5452EFD1756A}"/>
                </a:ext>
              </a:extLst>
            </p:cNvPr>
            <p:cNvSpPr/>
            <p:nvPr/>
          </p:nvSpPr>
          <p:spPr>
            <a:xfrm>
              <a:off x="8322218" y="4806555"/>
              <a:ext cx="5732" cy="4777"/>
            </a:xfrm>
            <a:custGeom>
              <a:avLst/>
              <a:gdLst>
                <a:gd name="csX0" fmla="*/ 4777 w 5732"/>
                <a:gd name="csY0" fmla="*/ 478 h 4777"/>
                <a:gd name="csX1" fmla="*/ 5733 w 5732"/>
                <a:gd name="csY1" fmla="*/ 956 h 4777"/>
                <a:gd name="csX2" fmla="*/ 5733 w 5732"/>
                <a:gd name="csY2" fmla="*/ 2389 h 4777"/>
                <a:gd name="csX3" fmla="*/ 3822 w 5732"/>
                <a:gd name="csY3" fmla="*/ 4777 h 4777"/>
                <a:gd name="csX4" fmla="*/ 2389 w 5732"/>
                <a:gd name="csY4" fmla="*/ 4300 h 4777"/>
                <a:gd name="csX5" fmla="*/ 478 w 5732"/>
                <a:gd name="csY5" fmla="*/ 2866 h 4777"/>
                <a:gd name="csX6" fmla="*/ 0 w 5732"/>
                <a:gd name="csY6" fmla="*/ 1433 h 4777"/>
                <a:gd name="csX7" fmla="*/ 0 w 5732"/>
                <a:gd name="csY7" fmla="*/ 956 h 4777"/>
                <a:gd name="csX8" fmla="*/ 1433 w 5732"/>
                <a:gd name="csY8" fmla="*/ 0 h 4777"/>
                <a:gd name="csX9" fmla="*/ 4777 w 5732"/>
                <a:gd name="csY9" fmla="*/ 478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4777">
                  <a:moveTo>
                    <a:pt x="4777" y="478"/>
                  </a:moveTo>
                  <a:lnTo>
                    <a:pt x="5733" y="956"/>
                  </a:lnTo>
                  <a:lnTo>
                    <a:pt x="5733" y="2389"/>
                  </a:lnTo>
                  <a:lnTo>
                    <a:pt x="3822" y="4777"/>
                  </a:lnTo>
                  <a:lnTo>
                    <a:pt x="2389" y="4300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" name="Freeform 568">
              <a:extLst>
                <a:ext uri="{FF2B5EF4-FFF2-40B4-BE49-F238E27FC236}">
                  <a16:creationId xmlns:a16="http://schemas.microsoft.com/office/drawing/2014/main" id="{3F6EEA0D-F338-365D-0107-145E1D3BD6B2}"/>
                </a:ext>
              </a:extLst>
            </p:cNvPr>
            <p:cNvSpPr/>
            <p:nvPr/>
          </p:nvSpPr>
          <p:spPr>
            <a:xfrm>
              <a:off x="8314575" y="4813721"/>
              <a:ext cx="12420" cy="23408"/>
            </a:xfrm>
            <a:custGeom>
              <a:avLst/>
              <a:gdLst>
                <a:gd name="csX0" fmla="*/ 11943 w 12420"/>
                <a:gd name="csY0" fmla="*/ 3344 h 23408"/>
                <a:gd name="csX1" fmla="*/ 12421 w 12420"/>
                <a:gd name="csY1" fmla="*/ 7166 h 23408"/>
                <a:gd name="csX2" fmla="*/ 12421 w 12420"/>
                <a:gd name="csY2" fmla="*/ 8121 h 23408"/>
                <a:gd name="csX3" fmla="*/ 10987 w 12420"/>
                <a:gd name="csY3" fmla="*/ 6688 h 23408"/>
                <a:gd name="csX4" fmla="*/ 10987 w 12420"/>
                <a:gd name="csY4" fmla="*/ 6210 h 23408"/>
                <a:gd name="csX5" fmla="*/ 10510 w 12420"/>
                <a:gd name="csY5" fmla="*/ 6688 h 23408"/>
                <a:gd name="csX6" fmla="*/ 10032 w 12420"/>
                <a:gd name="csY6" fmla="*/ 6688 h 23408"/>
                <a:gd name="csX7" fmla="*/ 9555 w 12420"/>
                <a:gd name="csY7" fmla="*/ 6688 h 23408"/>
                <a:gd name="csX8" fmla="*/ 8599 w 12420"/>
                <a:gd name="csY8" fmla="*/ 8121 h 23408"/>
                <a:gd name="csX9" fmla="*/ 8599 w 12420"/>
                <a:gd name="csY9" fmla="*/ 9555 h 23408"/>
                <a:gd name="csX10" fmla="*/ 8121 w 12420"/>
                <a:gd name="csY10" fmla="*/ 10510 h 23408"/>
                <a:gd name="csX11" fmla="*/ 7644 w 12420"/>
                <a:gd name="csY11" fmla="*/ 13854 h 23408"/>
                <a:gd name="csX12" fmla="*/ 8121 w 12420"/>
                <a:gd name="csY12" fmla="*/ 14809 h 23408"/>
                <a:gd name="csX13" fmla="*/ 9077 w 12420"/>
                <a:gd name="csY13" fmla="*/ 14332 h 23408"/>
                <a:gd name="csX14" fmla="*/ 9555 w 12420"/>
                <a:gd name="csY14" fmla="*/ 14332 h 23408"/>
                <a:gd name="csX15" fmla="*/ 11466 w 12420"/>
                <a:gd name="csY15" fmla="*/ 15287 h 23408"/>
                <a:gd name="csX16" fmla="*/ 12421 w 12420"/>
                <a:gd name="csY16" fmla="*/ 16243 h 23408"/>
                <a:gd name="csX17" fmla="*/ 11943 w 12420"/>
                <a:gd name="csY17" fmla="*/ 17198 h 23408"/>
                <a:gd name="csX18" fmla="*/ 10987 w 12420"/>
                <a:gd name="csY18" fmla="*/ 18632 h 23408"/>
                <a:gd name="csX19" fmla="*/ 9077 w 12420"/>
                <a:gd name="csY19" fmla="*/ 19109 h 23408"/>
                <a:gd name="csX20" fmla="*/ 8121 w 12420"/>
                <a:gd name="csY20" fmla="*/ 18632 h 23408"/>
                <a:gd name="csX21" fmla="*/ 7644 w 12420"/>
                <a:gd name="csY21" fmla="*/ 18632 h 23408"/>
                <a:gd name="csX22" fmla="*/ 7166 w 12420"/>
                <a:gd name="csY22" fmla="*/ 19109 h 23408"/>
                <a:gd name="csX23" fmla="*/ 6688 w 12420"/>
                <a:gd name="csY23" fmla="*/ 20065 h 23408"/>
                <a:gd name="csX24" fmla="*/ 6688 w 12420"/>
                <a:gd name="csY24" fmla="*/ 20542 h 23408"/>
                <a:gd name="csX25" fmla="*/ 5255 w 12420"/>
                <a:gd name="csY25" fmla="*/ 22931 h 23408"/>
                <a:gd name="csX26" fmla="*/ 4777 w 12420"/>
                <a:gd name="csY26" fmla="*/ 23409 h 23408"/>
                <a:gd name="csX27" fmla="*/ 3344 w 12420"/>
                <a:gd name="csY27" fmla="*/ 22931 h 23408"/>
                <a:gd name="csX28" fmla="*/ 1911 w 12420"/>
                <a:gd name="csY28" fmla="*/ 23409 h 23408"/>
                <a:gd name="csX29" fmla="*/ 1433 w 12420"/>
                <a:gd name="csY29" fmla="*/ 23409 h 23408"/>
                <a:gd name="csX30" fmla="*/ 0 w 12420"/>
                <a:gd name="csY30" fmla="*/ 21020 h 23408"/>
                <a:gd name="csX31" fmla="*/ 0 w 12420"/>
                <a:gd name="csY31" fmla="*/ 20065 h 23408"/>
                <a:gd name="csX32" fmla="*/ 1433 w 12420"/>
                <a:gd name="csY32" fmla="*/ 19109 h 23408"/>
                <a:gd name="csX33" fmla="*/ 1433 w 12420"/>
                <a:gd name="csY33" fmla="*/ 18154 h 23408"/>
                <a:gd name="csX34" fmla="*/ 1911 w 12420"/>
                <a:gd name="csY34" fmla="*/ 17198 h 23408"/>
                <a:gd name="csX35" fmla="*/ 2866 w 12420"/>
                <a:gd name="csY35" fmla="*/ 16243 h 23408"/>
                <a:gd name="csX36" fmla="*/ 3821 w 12420"/>
                <a:gd name="csY36" fmla="*/ 15287 h 23408"/>
                <a:gd name="csX37" fmla="*/ 3821 w 12420"/>
                <a:gd name="csY37" fmla="*/ 14332 h 23408"/>
                <a:gd name="csX38" fmla="*/ 4300 w 12420"/>
                <a:gd name="csY38" fmla="*/ 12421 h 23408"/>
                <a:gd name="csX39" fmla="*/ 4300 w 12420"/>
                <a:gd name="csY39" fmla="*/ 11466 h 23408"/>
                <a:gd name="csX40" fmla="*/ 4777 w 12420"/>
                <a:gd name="csY40" fmla="*/ 10510 h 23408"/>
                <a:gd name="csX41" fmla="*/ 5255 w 12420"/>
                <a:gd name="csY41" fmla="*/ 8121 h 23408"/>
                <a:gd name="csX42" fmla="*/ 5255 w 12420"/>
                <a:gd name="csY42" fmla="*/ 4300 h 23408"/>
                <a:gd name="csX43" fmla="*/ 7166 w 12420"/>
                <a:gd name="csY43" fmla="*/ 956 h 23408"/>
                <a:gd name="csX44" fmla="*/ 9077 w 12420"/>
                <a:gd name="csY44" fmla="*/ 478 h 23408"/>
                <a:gd name="csX45" fmla="*/ 10032 w 12420"/>
                <a:gd name="csY45" fmla="*/ 0 h 23408"/>
                <a:gd name="csX46" fmla="*/ 9555 w 12420"/>
                <a:gd name="csY46" fmla="*/ 956 h 23408"/>
                <a:gd name="csX47" fmla="*/ 11943 w 12420"/>
                <a:gd name="csY47" fmla="*/ 3344 h 23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12420" h="23408">
                  <a:moveTo>
                    <a:pt x="11943" y="3344"/>
                  </a:moveTo>
                  <a:lnTo>
                    <a:pt x="12421" y="7166"/>
                  </a:lnTo>
                  <a:lnTo>
                    <a:pt x="12421" y="8121"/>
                  </a:lnTo>
                  <a:lnTo>
                    <a:pt x="10987" y="6688"/>
                  </a:lnTo>
                  <a:lnTo>
                    <a:pt x="10987" y="6210"/>
                  </a:lnTo>
                  <a:lnTo>
                    <a:pt x="10510" y="6688"/>
                  </a:lnTo>
                  <a:lnTo>
                    <a:pt x="10032" y="6688"/>
                  </a:lnTo>
                  <a:lnTo>
                    <a:pt x="9555" y="6688"/>
                  </a:lnTo>
                  <a:lnTo>
                    <a:pt x="8599" y="8121"/>
                  </a:lnTo>
                  <a:lnTo>
                    <a:pt x="8599" y="9555"/>
                  </a:lnTo>
                  <a:lnTo>
                    <a:pt x="8121" y="10510"/>
                  </a:lnTo>
                  <a:lnTo>
                    <a:pt x="7644" y="13854"/>
                  </a:lnTo>
                  <a:lnTo>
                    <a:pt x="8121" y="14809"/>
                  </a:lnTo>
                  <a:lnTo>
                    <a:pt x="9077" y="14332"/>
                  </a:lnTo>
                  <a:lnTo>
                    <a:pt x="9555" y="14332"/>
                  </a:lnTo>
                  <a:lnTo>
                    <a:pt x="11466" y="15287"/>
                  </a:lnTo>
                  <a:lnTo>
                    <a:pt x="12421" y="16243"/>
                  </a:lnTo>
                  <a:lnTo>
                    <a:pt x="11943" y="17198"/>
                  </a:lnTo>
                  <a:lnTo>
                    <a:pt x="10987" y="18632"/>
                  </a:lnTo>
                  <a:lnTo>
                    <a:pt x="9077" y="19109"/>
                  </a:lnTo>
                  <a:lnTo>
                    <a:pt x="8121" y="18632"/>
                  </a:lnTo>
                  <a:lnTo>
                    <a:pt x="7644" y="18632"/>
                  </a:lnTo>
                  <a:lnTo>
                    <a:pt x="7166" y="19109"/>
                  </a:lnTo>
                  <a:lnTo>
                    <a:pt x="6688" y="20065"/>
                  </a:lnTo>
                  <a:lnTo>
                    <a:pt x="6688" y="20542"/>
                  </a:lnTo>
                  <a:lnTo>
                    <a:pt x="5255" y="22931"/>
                  </a:lnTo>
                  <a:lnTo>
                    <a:pt x="4777" y="23409"/>
                  </a:lnTo>
                  <a:lnTo>
                    <a:pt x="3344" y="22931"/>
                  </a:lnTo>
                  <a:lnTo>
                    <a:pt x="1911" y="23409"/>
                  </a:lnTo>
                  <a:lnTo>
                    <a:pt x="1433" y="23409"/>
                  </a:lnTo>
                  <a:lnTo>
                    <a:pt x="0" y="21020"/>
                  </a:lnTo>
                  <a:lnTo>
                    <a:pt x="0" y="20065"/>
                  </a:lnTo>
                  <a:lnTo>
                    <a:pt x="1433" y="19109"/>
                  </a:lnTo>
                  <a:lnTo>
                    <a:pt x="1433" y="18154"/>
                  </a:lnTo>
                  <a:lnTo>
                    <a:pt x="1911" y="17198"/>
                  </a:lnTo>
                  <a:lnTo>
                    <a:pt x="2866" y="16243"/>
                  </a:lnTo>
                  <a:lnTo>
                    <a:pt x="3821" y="15287"/>
                  </a:lnTo>
                  <a:lnTo>
                    <a:pt x="3821" y="14332"/>
                  </a:lnTo>
                  <a:lnTo>
                    <a:pt x="4300" y="12421"/>
                  </a:lnTo>
                  <a:lnTo>
                    <a:pt x="4300" y="11466"/>
                  </a:lnTo>
                  <a:lnTo>
                    <a:pt x="4777" y="10510"/>
                  </a:lnTo>
                  <a:lnTo>
                    <a:pt x="5255" y="8121"/>
                  </a:lnTo>
                  <a:lnTo>
                    <a:pt x="5255" y="4300"/>
                  </a:lnTo>
                  <a:lnTo>
                    <a:pt x="7166" y="956"/>
                  </a:lnTo>
                  <a:lnTo>
                    <a:pt x="9077" y="478"/>
                  </a:lnTo>
                  <a:lnTo>
                    <a:pt x="10032" y="0"/>
                  </a:lnTo>
                  <a:lnTo>
                    <a:pt x="9555" y="956"/>
                  </a:lnTo>
                  <a:lnTo>
                    <a:pt x="1194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" name="Freeform 569">
              <a:extLst>
                <a:ext uri="{FF2B5EF4-FFF2-40B4-BE49-F238E27FC236}">
                  <a16:creationId xmlns:a16="http://schemas.microsoft.com/office/drawing/2014/main" id="{60CC478A-95B9-C397-92B2-F7F4BC4D9B09}"/>
                </a:ext>
              </a:extLst>
            </p:cNvPr>
            <p:cNvSpPr/>
            <p:nvPr/>
          </p:nvSpPr>
          <p:spPr>
            <a:xfrm>
              <a:off x="8301198" y="4518007"/>
              <a:ext cx="24842" cy="26753"/>
            </a:xfrm>
            <a:custGeom>
              <a:avLst/>
              <a:gdLst>
                <a:gd name="csX0" fmla="*/ 24842 w 24842"/>
                <a:gd name="csY0" fmla="*/ 6688 h 26753"/>
                <a:gd name="csX1" fmla="*/ 24842 w 24842"/>
                <a:gd name="csY1" fmla="*/ 8599 h 26753"/>
                <a:gd name="csX2" fmla="*/ 24842 w 24842"/>
                <a:gd name="csY2" fmla="*/ 10032 h 26753"/>
                <a:gd name="csX3" fmla="*/ 24364 w 24842"/>
                <a:gd name="csY3" fmla="*/ 11466 h 26753"/>
                <a:gd name="csX4" fmla="*/ 23409 w 24842"/>
                <a:gd name="csY4" fmla="*/ 12899 h 26753"/>
                <a:gd name="csX5" fmla="*/ 21975 w 24842"/>
                <a:gd name="csY5" fmla="*/ 14332 h 26753"/>
                <a:gd name="csX6" fmla="*/ 20543 w 24842"/>
                <a:gd name="csY6" fmla="*/ 15287 h 26753"/>
                <a:gd name="csX7" fmla="*/ 18632 w 24842"/>
                <a:gd name="csY7" fmla="*/ 16243 h 26753"/>
                <a:gd name="csX8" fmla="*/ 17676 w 24842"/>
                <a:gd name="csY8" fmla="*/ 16721 h 26753"/>
                <a:gd name="csX9" fmla="*/ 17676 w 24842"/>
                <a:gd name="csY9" fmla="*/ 17676 h 26753"/>
                <a:gd name="csX10" fmla="*/ 17676 w 24842"/>
                <a:gd name="csY10" fmla="*/ 18632 h 26753"/>
                <a:gd name="csX11" fmla="*/ 17198 w 24842"/>
                <a:gd name="csY11" fmla="*/ 19587 h 26753"/>
                <a:gd name="csX12" fmla="*/ 15288 w 24842"/>
                <a:gd name="csY12" fmla="*/ 20065 h 26753"/>
                <a:gd name="csX13" fmla="*/ 12421 w 24842"/>
                <a:gd name="csY13" fmla="*/ 21976 h 26753"/>
                <a:gd name="csX14" fmla="*/ 5733 w 24842"/>
                <a:gd name="csY14" fmla="*/ 23409 h 26753"/>
                <a:gd name="csX15" fmla="*/ 4300 w 24842"/>
                <a:gd name="csY15" fmla="*/ 24364 h 26753"/>
                <a:gd name="csX16" fmla="*/ 2866 w 24842"/>
                <a:gd name="csY16" fmla="*/ 25320 h 26753"/>
                <a:gd name="csX17" fmla="*/ 1911 w 24842"/>
                <a:gd name="csY17" fmla="*/ 26275 h 26753"/>
                <a:gd name="csX18" fmla="*/ 956 w 24842"/>
                <a:gd name="csY18" fmla="*/ 26753 h 26753"/>
                <a:gd name="csX19" fmla="*/ 478 w 24842"/>
                <a:gd name="csY19" fmla="*/ 26275 h 26753"/>
                <a:gd name="csX20" fmla="*/ 478 w 24842"/>
                <a:gd name="csY20" fmla="*/ 25798 h 26753"/>
                <a:gd name="csX21" fmla="*/ 1433 w 24842"/>
                <a:gd name="csY21" fmla="*/ 23409 h 26753"/>
                <a:gd name="csX22" fmla="*/ 1433 w 24842"/>
                <a:gd name="csY22" fmla="*/ 21976 h 26753"/>
                <a:gd name="csX23" fmla="*/ 956 w 24842"/>
                <a:gd name="csY23" fmla="*/ 21020 h 26753"/>
                <a:gd name="csX24" fmla="*/ 1433 w 24842"/>
                <a:gd name="csY24" fmla="*/ 19109 h 26753"/>
                <a:gd name="csX25" fmla="*/ 2389 w 24842"/>
                <a:gd name="csY25" fmla="*/ 16721 h 26753"/>
                <a:gd name="csX26" fmla="*/ 2866 w 24842"/>
                <a:gd name="csY26" fmla="*/ 14810 h 26753"/>
                <a:gd name="csX27" fmla="*/ 2866 w 24842"/>
                <a:gd name="csY27" fmla="*/ 10510 h 26753"/>
                <a:gd name="csX28" fmla="*/ 3822 w 24842"/>
                <a:gd name="csY28" fmla="*/ 4777 h 26753"/>
                <a:gd name="csX29" fmla="*/ 3822 w 24842"/>
                <a:gd name="csY29" fmla="*/ 3822 h 26753"/>
                <a:gd name="csX30" fmla="*/ 3344 w 24842"/>
                <a:gd name="csY30" fmla="*/ 3344 h 26753"/>
                <a:gd name="csX31" fmla="*/ 956 w 24842"/>
                <a:gd name="csY31" fmla="*/ 2389 h 26753"/>
                <a:gd name="csX32" fmla="*/ 0 w 24842"/>
                <a:gd name="csY32" fmla="*/ 1911 h 26753"/>
                <a:gd name="csX33" fmla="*/ 0 w 24842"/>
                <a:gd name="csY33" fmla="*/ 956 h 26753"/>
                <a:gd name="csX34" fmla="*/ 956 w 24842"/>
                <a:gd name="csY34" fmla="*/ 0 h 26753"/>
                <a:gd name="csX35" fmla="*/ 2389 w 24842"/>
                <a:gd name="csY35" fmla="*/ 0 h 26753"/>
                <a:gd name="csX36" fmla="*/ 3822 w 24842"/>
                <a:gd name="csY36" fmla="*/ 956 h 26753"/>
                <a:gd name="csX37" fmla="*/ 7644 w 24842"/>
                <a:gd name="csY37" fmla="*/ 2389 h 26753"/>
                <a:gd name="csX38" fmla="*/ 10032 w 24842"/>
                <a:gd name="csY38" fmla="*/ 3822 h 26753"/>
                <a:gd name="csX39" fmla="*/ 11943 w 24842"/>
                <a:gd name="csY39" fmla="*/ 5255 h 26753"/>
                <a:gd name="csX40" fmla="*/ 13854 w 24842"/>
                <a:gd name="csY40" fmla="*/ 6211 h 26753"/>
                <a:gd name="csX41" fmla="*/ 16243 w 24842"/>
                <a:gd name="csY41" fmla="*/ 5255 h 26753"/>
                <a:gd name="csX42" fmla="*/ 18632 w 24842"/>
                <a:gd name="csY42" fmla="*/ 5733 h 26753"/>
                <a:gd name="csX43" fmla="*/ 20543 w 24842"/>
                <a:gd name="csY43" fmla="*/ 6688 h 26753"/>
                <a:gd name="csX44" fmla="*/ 19587 w 24842"/>
                <a:gd name="csY44" fmla="*/ 7644 h 26753"/>
                <a:gd name="csX45" fmla="*/ 19587 w 24842"/>
                <a:gd name="csY45" fmla="*/ 8599 h 26753"/>
                <a:gd name="csX46" fmla="*/ 23886 w 24842"/>
                <a:gd name="csY46" fmla="*/ 6688 h 26753"/>
                <a:gd name="csX47" fmla="*/ 24842 w 24842"/>
                <a:gd name="csY47" fmla="*/ 6688 h 26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24842" h="26753">
                  <a:moveTo>
                    <a:pt x="24842" y="6688"/>
                  </a:moveTo>
                  <a:lnTo>
                    <a:pt x="24842" y="8599"/>
                  </a:lnTo>
                  <a:lnTo>
                    <a:pt x="24842" y="10032"/>
                  </a:lnTo>
                  <a:lnTo>
                    <a:pt x="24364" y="11466"/>
                  </a:lnTo>
                  <a:lnTo>
                    <a:pt x="23409" y="12899"/>
                  </a:lnTo>
                  <a:lnTo>
                    <a:pt x="21975" y="14332"/>
                  </a:lnTo>
                  <a:lnTo>
                    <a:pt x="20543" y="15287"/>
                  </a:lnTo>
                  <a:lnTo>
                    <a:pt x="18632" y="16243"/>
                  </a:lnTo>
                  <a:lnTo>
                    <a:pt x="17676" y="16721"/>
                  </a:lnTo>
                  <a:lnTo>
                    <a:pt x="17676" y="17676"/>
                  </a:lnTo>
                  <a:lnTo>
                    <a:pt x="17676" y="18632"/>
                  </a:lnTo>
                  <a:lnTo>
                    <a:pt x="17198" y="19587"/>
                  </a:lnTo>
                  <a:lnTo>
                    <a:pt x="15288" y="20065"/>
                  </a:lnTo>
                  <a:lnTo>
                    <a:pt x="12421" y="21976"/>
                  </a:lnTo>
                  <a:lnTo>
                    <a:pt x="5733" y="23409"/>
                  </a:lnTo>
                  <a:lnTo>
                    <a:pt x="4300" y="24364"/>
                  </a:lnTo>
                  <a:lnTo>
                    <a:pt x="2866" y="25320"/>
                  </a:lnTo>
                  <a:lnTo>
                    <a:pt x="1911" y="26275"/>
                  </a:lnTo>
                  <a:lnTo>
                    <a:pt x="956" y="26753"/>
                  </a:lnTo>
                  <a:lnTo>
                    <a:pt x="478" y="26275"/>
                  </a:lnTo>
                  <a:lnTo>
                    <a:pt x="478" y="25798"/>
                  </a:lnTo>
                  <a:lnTo>
                    <a:pt x="1433" y="23409"/>
                  </a:lnTo>
                  <a:lnTo>
                    <a:pt x="1433" y="21976"/>
                  </a:lnTo>
                  <a:lnTo>
                    <a:pt x="956" y="21020"/>
                  </a:lnTo>
                  <a:lnTo>
                    <a:pt x="1433" y="19109"/>
                  </a:lnTo>
                  <a:lnTo>
                    <a:pt x="2389" y="16721"/>
                  </a:lnTo>
                  <a:lnTo>
                    <a:pt x="2866" y="14810"/>
                  </a:lnTo>
                  <a:lnTo>
                    <a:pt x="2866" y="10510"/>
                  </a:lnTo>
                  <a:lnTo>
                    <a:pt x="3822" y="4777"/>
                  </a:lnTo>
                  <a:lnTo>
                    <a:pt x="3822" y="3822"/>
                  </a:lnTo>
                  <a:lnTo>
                    <a:pt x="3344" y="3344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3822" y="956"/>
                  </a:lnTo>
                  <a:lnTo>
                    <a:pt x="7644" y="2389"/>
                  </a:lnTo>
                  <a:lnTo>
                    <a:pt x="10032" y="3822"/>
                  </a:lnTo>
                  <a:lnTo>
                    <a:pt x="11943" y="5255"/>
                  </a:lnTo>
                  <a:lnTo>
                    <a:pt x="13854" y="6211"/>
                  </a:lnTo>
                  <a:lnTo>
                    <a:pt x="16243" y="5255"/>
                  </a:lnTo>
                  <a:lnTo>
                    <a:pt x="18632" y="5733"/>
                  </a:lnTo>
                  <a:lnTo>
                    <a:pt x="20543" y="6688"/>
                  </a:lnTo>
                  <a:lnTo>
                    <a:pt x="19587" y="7644"/>
                  </a:lnTo>
                  <a:lnTo>
                    <a:pt x="19587" y="8599"/>
                  </a:lnTo>
                  <a:lnTo>
                    <a:pt x="23886" y="6688"/>
                  </a:lnTo>
                  <a:lnTo>
                    <a:pt x="24842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11CC1D88-886A-2B73-2BD7-3BC2F1C8ECF0}"/>
                </a:ext>
              </a:extLst>
            </p:cNvPr>
            <p:cNvSpPr/>
            <p:nvPr/>
          </p:nvSpPr>
          <p:spPr>
            <a:xfrm>
              <a:off x="8324607" y="4766426"/>
              <a:ext cx="1433" cy="2388"/>
            </a:xfrm>
            <a:custGeom>
              <a:avLst/>
              <a:gdLst>
                <a:gd name="csX0" fmla="*/ 955 w 1433"/>
                <a:gd name="csY0" fmla="*/ 0 h 2388"/>
                <a:gd name="csX1" fmla="*/ 1433 w 1433"/>
                <a:gd name="csY1" fmla="*/ 956 h 2388"/>
                <a:gd name="csX2" fmla="*/ 0 w 1433"/>
                <a:gd name="csY2" fmla="*/ 2389 h 2388"/>
                <a:gd name="csX3" fmla="*/ 0 w 1433"/>
                <a:gd name="csY3" fmla="*/ 1433 h 2388"/>
                <a:gd name="csX4" fmla="*/ 0 w 1433"/>
                <a:gd name="csY4" fmla="*/ 956 h 2388"/>
                <a:gd name="csX5" fmla="*/ 478 w 1433"/>
                <a:gd name="csY5" fmla="*/ 478 h 2388"/>
                <a:gd name="csX6" fmla="*/ 955 w 1433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2388">
                  <a:moveTo>
                    <a:pt x="955" y="0"/>
                  </a:moveTo>
                  <a:lnTo>
                    <a:pt x="1433" y="956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" name="Freeform 571">
              <a:extLst>
                <a:ext uri="{FF2B5EF4-FFF2-40B4-BE49-F238E27FC236}">
                  <a16:creationId xmlns:a16="http://schemas.microsoft.com/office/drawing/2014/main" id="{B332B94F-A2DA-932F-A0E6-08C3386FE27B}"/>
                </a:ext>
              </a:extLst>
            </p:cNvPr>
            <p:cNvSpPr/>
            <p:nvPr/>
          </p:nvSpPr>
          <p:spPr>
            <a:xfrm>
              <a:off x="8320785" y="4887769"/>
              <a:ext cx="5255" cy="2866"/>
            </a:xfrm>
            <a:custGeom>
              <a:avLst/>
              <a:gdLst>
                <a:gd name="csX0" fmla="*/ 4777 w 5255"/>
                <a:gd name="csY0" fmla="*/ 0 h 2866"/>
                <a:gd name="csX1" fmla="*/ 5255 w 5255"/>
                <a:gd name="csY1" fmla="*/ 478 h 2866"/>
                <a:gd name="csX2" fmla="*/ 2867 w 5255"/>
                <a:gd name="csY2" fmla="*/ 956 h 2866"/>
                <a:gd name="csX3" fmla="*/ 1911 w 5255"/>
                <a:gd name="csY3" fmla="*/ 1911 h 2866"/>
                <a:gd name="csX4" fmla="*/ 956 w 5255"/>
                <a:gd name="csY4" fmla="*/ 2866 h 2866"/>
                <a:gd name="csX5" fmla="*/ 0 w 5255"/>
                <a:gd name="csY5" fmla="*/ 2389 h 2866"/>
                <a:gd name="csX6" fmla="*/ 478 w 5255"/>
                <a:gd name="csY6" fmla="*/ 1433 h 2866"/>
                <a:gd name="csX7" fmla="*/ 956 w 5255"/>
                <a:gd name="csY7" fmla="*/ 956 h 2866"/>
                <a:gd name="csX8" fmla="*/ 2389 w 5255"/>
                <a:gd name="csY8" fmla="*/ 0 h 2866"/>
                <a:gd name="csX9" fmla="*/ 3822 w 5255"/>
                <a:gd name="csY9" fmla="*/ 0 h 2866"/>
                <a:gd name="csX10" fmla="*/ 4777 w 5255"/>
                <a:gd name="csY10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5" h="2866">
                  <a:moveTo>
                    <a:pt x="4777" y="0"/>
                  </a:moveTo>
                  <a:lnTo>
                    <a:pt x="5255" y="478"/>
                  </a:lnTo>
                  <a:lnTo>
                    <a:pt x="2867" y="956"/>
                  </a:lnTo>
                  <a:lnTo>
                    <a:pt x="1911" y="1911"/>
                  </a:lnTo>
                  <a:lnTo>
                    <a:pt x="956" y="2866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956" y="956"/>
                  </a:lnTo>
                  <a:lnTo>
                    <a:pt x="2389" y="0"/>
                  </a:lnTo>
                  <a:lnTo>
                    <a:pt x="3822" y="0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81E08CF8-D326-9828-E265-934656AF3526}"/>
                </a:ext>
              </a:extLst>
            </p:cNvPr>
            <p:cNvSpPr/>
            <p:nvPr/>
          </p:nvSpPr>
          <p:spPr>
            <a:xfrm>
              <a:off x="8259636" y="4881081"/>
              <a:ext cx="63537" cy="15765"/>
            </a:xfrm>
            <a:custGeom>
              <a:avLst/>
              <a:gdLst>
                <a:gd name="csX0" fmla="*/ 63060 w 63537"/>
                <a:gd name="csY0" fmla="*/ 1433 h 15765"/>
                <a:gd name="csX1" fmla="*/ 63538 w 63537"/>
                <a:gd name="csY1" fmla="*/ 4777 h 15765"/>
                <a:gd name="csX2" fmla="*/ 62582 w 63537"/>
                <a:gd name="csY2" fmla="*/ 4777 h 15765"/>
                <a:gd name="csX3" fmla="*/ 61627 w 63537"/>
                <a:gd name="csY3" fmla="*/ 5255 h 15765"/>
                <a:gd name="csX4" fmla="*/ 61627 w 63537"/>
                <a:gd name="csY4" fmla="*/ 6211 h 15765"/>
                <a:gd name="csX5" fmla="*/ 59716 w 63537"/>
                <a:gd name="csY5" fmla="*/ 7166 h 15765"/>
                <a:gd name="csX6" fmla="*/ 60194 w 63537"/>
                <a:gd name="csY6" fmla="*/ 8599 h 15765"/>
                <a:gd name="csX7" fmla="*/ 59716 w 63537"/>
                <a:gd name="csY7" fmla="*/ 9555 h 15765"/>
                <a:gd name="csX8" fmla="*/ 59239 w 63537"/>
                <a:gd name="csY8" fmla="*/ 9555 h 15765"/>
                <a:gd name="csX9" fmla="*/ 56372 w 63537"/>
                <a:gd name="csY9" fmla="*/ 10510 h 15765"/>
                <a:gd name="csX10" fmla="*/ 54461 w 63537"/>
                <a:gd name="csY10" fmla="*/ 10988 h 15765"/>
                <a:gd name="csX11" fmla="*/ 53028 w 63537"/>
                <a:gd name="csY11" fmla="*/ 11943 h 15765"/>
                <a:gd name="csX12" fmla="*/ 51594 w 63537"/>
                <a:gd name="csY12" fmla="*/ 11943 h 15765"/>
                <a:gd name="csX13" fmla="*/ 49684 w 63537"/>
                <a:gd name="csY13" fmla="*/ 11943 h 15765"/>
                <a:gd name="csX14" fmla="*/ 47295 w 63537"/>
                <a:gd name="csY14" fmla="*/ 11943 h 15765"/>
                <a:gd name="csX15" fmla="*/ 45384 w 63537"/>
                <a:gd name="csY15" fmla="*/ 11943 h 15765"/>
                <a:gd name="csX16" fmla="*/ 40129 w 63537"/>
                <a:gd name="csY16" fmla="*/ 14332 h 15765"/>
                <a:gd name="csX17" fmla="*/ 38218 w 63537"/>
                <a:gd name="csY17" fmla="*/ 14332 h 15765"/>
                <a:gd name="csX18" fmla="*/ 36785 w 63537"/>
                <a:gd name="csY18" fmla="*/ 14810 h 15765"/>
                <a:gd name="csX19" fmla="*/ 35830 w 63537"/>
                <a:gd name="csY19" fmla="*/ 14332 h 15765"/>
                <a:gd name="csX20" fmla="*/ 35352 w 63537"/>
                <a:gd name="csY20" fmla="*/ 13377 h 15765"/>
                <a:gd name="csX21" fmla="*/ 33441 w 63537"/>
                <a:gd name="csY21" fmla="*/ 13377 h 15765"/>
                <a:gd name="csX22" fmla="*/ 32008 w 63537"/>
                <a:gd name="csY22" fmla="*/ 13377 h 15765"/>
                <a:gd name="csX23" fmla="*/ 30097 w 63537"/>
                <a:gd name="csY23" fmla="*/ 15287 h 15765"/>
                <a:gd name="csX24" fmla="*/ 27230 w 63537"/>
                <a:gd name="csY24" fmla="*/ 14810 h 15765"/>
                <a:gd name="csX25" fmla="*/ 26275 w 63537"/>
                <a:gd name="csY25" fmla="*/ 14810 h 15765"/>
                <a:gd name="csX26" fmla="*/ 25319 w 63537"/>
                <a:gd name="csY26" fmla="*/ 15287 h 15765"/>
                <a:gd name="csX27" fmla="*/ 24364 w 63537"/>
                <a:gd name="csY27" fmla="*/ 15765 h 15765"/>
                <a:gd name="csX28" fmla="*/ 23409 w 63537"/>
                <a:gd name="csY28" fmla="*/ 15287 h 15765"/>
                <a:gd name="csX29" fmla="*/ 19587 w 63537"/>
                <a:gd name="csY29" fmla="*/ 13854 h 15765"/>
                <a:gd name="csX30" fmla="*/ 14809 w 63537"/>
                <a:gd name="csY30" fmla="*/ 13377 h 15765"/>
                <a:gd name="csX31" fmla="*/ 10032 w 63537"/>
                <a:gd name="csY31" fmla="*/ 13377 h 15765"/>
                <a:gd name="csX32" fmla="*/ 6210 w 63537"/>
                <a:gd name="csY32" fmla="*/ 12899 h 15765"/>
                <a:gd name="csX33" fmla="*/ 4300 w 63537"/>
                <a:gd name="csY33" fmla="*/ 13377 h 15765"/>
                <a:gd name="csX34" fmla="*/ 1911 w 63537"/>
                <a:gd name="csY34" fmla="*/ 14332 h 15765"/>
                <a:gd name="csX35" fmla="*/ 1433 w 63537"/>
                <a:gd name="csY35" fmla="*/ 13377 h 15765"/>
                <a:gd name="csX36" fmla="*/ 955 w 63537"/>
                <a:gd name="csY36" fmla="*/ 12421 h 15765"/>
                <a:gd name="csX37" fmla="*/ 0 w 63537"/>
                <a:gd name="csY37" fmla="*/ 11466 h 15765"/>
                <a:gd name="csX38" fmla="*/ 0 w 63537"/>
                <a:gd name="csY38" fmla="*/ 10032 h 15765"/>
                <a:gd name="csX39" fmla="*/ 0 w 63537"/>
                <a:gd name="csY39" fmla="*/ 9077 h 15765"/>
                <a:gd name="csX40" fmla="*/ 955 w 63537"/>
                <a:gd name="csY40" fmla="*/ 8121 h 15765"/>
                <a:gd name="csX41" fmla="*/ 955 w 63537"/>
                <a:gd name="csY41" fmla="*/ 7166 h 15765"/>
                <a:gd name="csX42" fmla="*/ 1433 w 63537"/>
                <a:gd name="csY42" fmla="*/ 6211 h 15765"/>
                <a:gd name="csX43" fmla="*/ 2389 w 63537"/>
                <a:gd name="csY43" fmla="*/ 6688 h 15765"/>
                <a:gd name="csX44" fmla="*/ 3344 w 63537"/>
                <a:gd name="csY44" fmla="*/ 6688 h 15765"/>
                <a:gd name="csX45" fmla="*/ 5733 w 63537"/>
                <a:gd name="csY45" fmla="*/ 5255 h 15765"/>
                <a:gd name="csX46" fmla="*/ 8599 w 63537"/>
                <a:gd name="csY46" fmla="*/ 3822 h 15765"/>
                <a:gd name="csX47" fmla="*/ 10987 w 63537"/>
                <a:gd name="csY47" fmla="*/ 3344 h 15765"/>
                <a:gd name="csX48" fmla="*/ 12421 w 63537"/>
                <a:gd name="csY48" fmla="*/ 2867 h 15765"/>
                <a:gd name="csX49" fmla="*/ 13376 w 63537"/>
                <a:gd name="csY49" fmla="*/ 3344 h 15765"/>
                <a:gd name="csX50" fmla="*/ 14809 w 63537"/>
                <a:gd name="csY50" fmla="*/ 3344 h 15765"/>
                <a:gd name="csX51" fmla="*/ 15765 w 63537"/>
                <a:gd name="csY51" fmla="*/ 2867 h 15765"/>
                <a:gd name="csX52" fmla="*/ 18153 w 63537"/>
                <a:gd name="csY52" fmla="*/ 4300 h 15765"/>
                <a:gd name="csX53" fmla="*/ 18632 w 63537"/>
                <a:gd name="csY53" fmla="*/ 4300 h 15765"/>
                <a:gd name="csX54" fmla="*/ 21498 w 63537"/>
                <a:gd name="csY54" fmla="*/ 4300 h 15765"/>
                <a:gd name="csX55" fmla="*/ 23886 w 63537"/>
                <a:gd name="csY55" fmla="*/ 5255 h 15765"/>
                <a:gd name="csX56" fmla="*/ 26275 w 63537"/>
                <a:gd name="csY56" fmla="*/ 6211 h 15765"/>
                <a:gd name="csX57" fmla="*/ 29141 w 63537"/>
                <a:gd name="csY57" fmla="*/ 7166 h 15765"/>
                <a:gd name="csX58" fmla="*/ 31052 w 63537"/>
                <a:gd name="csY58" fmla="*/ 8599 h 15765"/>
                <a:gd name="csX59" fmla="*/ 32485 w 63537"/>
                <a:gd name="csY59" fmla="*/ 9077 h 15765"/>
                <a:gd name="csX60" fmla="*/ 33441 w 63537"/>
                <a:gd name="csY60" fmla="*/ 9077 h 15765"/>
                <a:gd name="csX61" fmla="*/ 34396 w 63537"/>
                <a:gd name="csY61" fmla="*/ 9077 h 15765"/>
                <a:gd name="csX62" fmla="*/ 35830 w 63537"/>
                <a:gd name="csY62" fmla="*/ 8121 h 15765"/>
                <a:gd name="csX63" fmla="*/ 37263 w 63537"/>
                <a:gd name="csY63" fmla="*/ 7644 h 15765"/>
                <a:gd name="csX64" fmla="*/ 38696 w 63537"/>
                <a:gd name="csY64" fmla="*/ 7644 h 15765"/>
                <a:gd name="csX65" fmla="*/ 40607 w 63537"/>
                <a:gd name="csY65" fmla="*/ 7644 h 15765"/>
                <a:gd name="csX66" fmla="*/ 41562 w 63537"/>
                <a:gd name="csY66" fmla="*/ 7166 h 15765"/>
                <a:gd name="csX67" fmla="*/ 42996 w 63537"/>
                <a:gd name="csY67" fmla="*/ 6688 h 15765"/>
                <a:gd name="csX68" fmla="*/ 43951 w 63537"/>
                <a:gd name="csY68" fmla="*/ 7166 h 15765"/>
                <a:gd name="csX69" fmla="*/ 44907 w 63537"/>
                <a:gd name="csY69" fmla="*/ 7644 h 15765"/>
                <a:gd name="csX70" fmla="*/ 48728 w 63537"/>
                <a:gd name="csY70" fmla="*/ 10032 h 15765"/>
                <a:gd name="csX71" fmla="*/ 50162 w 63537"/>
                <a:gd name="csY71" fmla="*/ 10032 h 15765"/>
                <a:gd name="csX72" fmla="*/ 52073 w 63537"/>
                <a:gd name="csY72" fmla="*/ 9555 h 15765"/>
                <a:gd name="csX73" fmla="*/ 52550 w 63537"/>
                <a:gd name="csY73" fmla="*/ 9077 h 15765"/>
                <a:gd name="csX74" fmla="*/ 53028 w 63537"/>
                <a:gd name="csY74" fmla="*/ 8121 h 15765"/>
                <a:gd name="csX75" fmla="*/ 53505 w 63537"/>
                <a:gd name="csY75" fmla="*/ 7166 h 15765"/>
                <a:gd name="csX76" fmla="*/ 54461 w 63537"/>
                <a:gd name="csY76" fmla="*/ 6211 h 15765"/>
                <a:gd name="csX77" fmla="*/ 55416 w 63537"/>
                <a:gd name="csY77" fmla="*/ 5733 h 15765"/>
                <a:gd name="csX78" fmla="*/ 58283 w 63537"/>
                <a:gd name="csY78" fmla="*/ 4777 h 15765"/>
                <a:gd name="csX79" fmla="*/ 60194 w 63537"/>
                <a:gd name="csY79" fmla="*/ 4300 h 15765"/>
                <a:gd name="csX80" fmla="*/ 61627 w 63537"/>
                <a:gd name="csY80" fmla="*/ 2389 h 15765"/>
                <a:gd name="csX81" fmla="*/ 58760 w 63537"/>
                <a:gd name="csY81" fmla="*/ 1911 h 15765"/>
                <a:gd name="csX82" fmla="*/ 59239 w 63537"/>
                <a:gd name="csY82" fmla="*/ 956 h 15765"/>
                <a:gd name="csX83" fmla="*/ 60194 w 63537"/>
                <a:gd name="csY83" fmla="*/ 0 h 15765"/>
                <a:gd name="csX84" fmla="*/ 61627 w 63537"/>
                <a:gd name="csY84" fmla="*/ 478 h 15765"/>
                <a:gd name="csX85" fmla="*/ 63060 w 63537"/>
                <a:gd name="csY85" fmla="*/ 1433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</a:cxnLst>
              <a:rect l="l" t="t" r="r" b="b"/>
              <a:pathLst>
                <a:path w="63537" h="15765">
                  <a:moveTo>
                    <a:pt x="63060" y="1433"/>
                  </a:moveTo>
                  <a:lnTo>
                    <a:pt x="63538" y="4777"/>
                  </a:lnTo>
                  <a:lnTo>
                    <a:pt x="62582" y="4777"/>
                  </a:lnTo>
                  <a:lnTo>
                    <a:pt x="61627" y="5255"/>
                  </a:lnTo>
                  <a:lnTo>
                    <a:pt x="61627" y="6211"/>
                  </a:lnTo>
                  <a:lnTo>
                    <a:pt x="59716" y="7166"/>
                  </a:lnTo>
                  <a:lnTo>
                    <a:pt x="60194" y="8599"/>
                  </a:lnTo>
                  <a:lnTo>
                    <a:pt x="59716" y="9555"/>
                  </a:lnTo>
                  <a:lnTo>
                    <a:pt x="59239" y="9555"/>
                  </a:lnTo>
                  <a:lnTo>
                    <a:pt x="56372" y="10510"/>
                  </a:lnTo>
                  <a:lnTo>
                    <a:pt x="54461" y="10988"/>
                  </a:lnTo>
                  <a:lnTo>
                    <a:pt x="53028" y="11943"/>
                  </a:lnTo>
                  <a:lnTo>
                    <a:pt x="51594" y="11943"/>
                  </a:lnTo>
                  <a:lnTo>
                    <a:pt x="49684" y="11943"/>
                  </a:lnTo>
                  <a:lnTo>
                    <a:pt x="47295" y="11943"/>
                  </a:lnTo>
                  <a:lnTo>
                    <a:pt x="45384" y="11943"/>
                  </a:lnTo>
                  <a:lnTo>
                    <a:pt x="40129" y="14332"/>
                  </a:lnTo>
                  <a:lnTo>
                    <a:pt x="38218" y="14332"/>
                  </a:lnTo>
                  <a:lnTo>
                    <a:pt x="36785" y="14810"/>
                  </a:lnTo>
                  <a:lnTo>
                    <a:pt x="35830" y="14332"/>
                  </a:lnTo>
                  <a:lnTo>
                    <a:pt x="35352" y="13377"/>
                  </a:lnTo>
                  <a:lnTo>
                    <a:pt x="33441" y="13377"/>
                  </a:lnTo>
                  <a:lnTo>
                    <a:pt x="32008" y="13377"/>
                  </a:lnTo>
                  <a:lnTo>
                    <a:pt x="30097" y="15287"/>
                  </a:lnTo>
                  <a:lnTo>
                    <a:pt x="27230" y="14810"/>
                  </a:lnTo>
                  <a:lnTo>
                    <a:pt x="26275" y="14810"/>
                  </a:lnTo>
                  <a:lnTo>
                    <a:pt x="25319" y="15287"/>
                  </a:lnTo>
                  <a:lnTo>
                    <a:pt x="24364" y="15765"/>
                  </a:lnTo>
                  <a:lnTo>
                    <a:pt x="23409" y="15287"/>
                  </a:lnTo>
                  <a:lnTo>
                    <a:pt x="19587" y="13854"/>
                  </a:lnTo>
                  <a:lnTo>
                    <a:pt x="14809" y="13377"/>
                  </a:lnTo>
                  <a:lnTo>
                    <a:pt x="10032" y="13377"/>
                  </a:lnTo>
                  <a:lnTo>
                    <a:pt x="6210" y="12899"/>
                  </a:lnTo>
                  <a:lnTo>
                    <a:pt x="4300" y="13377"/>
                  </a:lnTo>
                  <a:lnTo>
                    <a:pt x="1911" y="14332"/>
                  </a:lnTo>
                  <a:lnTo>
                    <a:pt x="1433" y="13377"/>
                  </a:lnTo>
                  <a:lnTo>
                    <a:pt x="955" y="12421"/>
                  </a:lnTo>
                  <a:lnTo>
                    <a:pt x="0" y="11466"/>
                  </a:lnTo>
                  <a:lnTo>
                    <a:pt x="0" y="10032"/>
                  </a:lnTo>
                  <a:lnTo>
                    <a:pt x="0" y="9077"/>
                  </a:lnTo>
                  <a:lnTo>
                    <a:pt x="955" y="8121"/>
                  </a:lnTo>
                  <a:lnTo>
                    <a:pt x="955" y="7166"/>
                  </a:lnTo>
                  <a:lnTo>
                    <a:pt x="1433" y="6211"/>
                  </a:lnTo>
                  <a:lnTo>
                    <a:pt x="2389" y="6688"/>
                  </a:lnTo>
                  <a:lnTo>
                    <a:pt x="3344" y="6688"/>
                  </a:lnTo>
                  <a:lnTo>
                    <a:pt x="5733" y="5255"/>
                  </a:lnTo>
                  <a:lnTo>
                    <a:pt x="8599" y="3822"/>
                  </a:lnTo>
                  <a:lnTo>
                    <a:pt x="10987" y="3344"/>
                  </a:lnTo>
                  <a:lnTo>
                    <a:pt x="12421" y="2867"/>
                  </a:lnTo>
                  <a:lnTo>
                    <a:pt x="13376" y="3344"/>
                  </a:lnTo>
                  <a:lnTo>
                    <a:pt x="14809" y="3344"/>
                  </a:lnTo>
                  <a:lnTo>
                    <a:pt x="15765" y="2867"/>
                  </a:lnTo>
                  <a:lnTo>
                    <a:pt x="18153" y="4300"/>
                  </a:lnTo>
                  <a:lnTo>
                    <a:pt x="18632" y="4300"/>
                  </a:lnTo>
                  <a:lnTo>
                    <a:pt x="21498" y="4300"/>
                  </a:lnTo>
                  <a:lnTo>
                    <a:pt x="23886" y="5255"/>
                  </a:lnTo>
                  <a:lnTo>
                    <a:pt x="26275" y="6211"/>
                  </a:lnTo>
                  <a:lnTo>
                    <a:pt x="29141" y="7166"/>
                  </a:lnTo>
                  <a:lnTo>
                    <a:pt x="31052" y="8599"/>
                  </a:lnTo>
                  <a:lnTo>
                    <a:pt x="32485" y="9077"/>
                  </a:lnTo>
                  <a:lnTo>
                    <a:pt x="33441" y="9077"/>
                  </a:lnTo>
                  <a:lnTo>
                    <a:pt x="34396" y="9077"/>
                  </a:lnTo>
                  <a:lnTo>
                    <a:pt x="35830" y="8121"/>
                  </a:lnTo>
                  <a:lnTo>
                    <a:pt x="37263" y="7644"/>
                  </a:lnTo>
                  <a:lnTo>
                    <a:pt x="38696" y="7644"/>
                  </a:lnTo>
                  <a:lnTo>
                    <a:pt x="40607" y="7644"/>
                  </a:lnTo>
                  <a:lnTo>
                    <a:pt x="41562" y="7166"/>
                  </a:lnTo>
                  <a:lnTo>
                    <a:pt x="42996" y="6688"/>
                  </a:lnTo>
                  <a:lnTo>
                    <a:pt x="43951" y="7166"/>
                  </a:lnTo>
                  <a:lnTo>
                    <a:pt x="44907" y="7644"/>
                  </a:lnTo>
                  <a:lnTo>
                    <a:pt x="48728" y="10032"/>
                  </a:lnTo>
                  <a:lnTo>
                    <a:pt x="50162" y="10032"/>
                  </a:lnTo>
                  <a:lnTo>
                    <a:pt x="52073" y="9555"/>
                  </a:lnTo>
                  <a:lnTo>
                    <a:pt x="52550" y="9077"/>
                  </a:lnTo>
                  <a:lnTo>
                    <a:pt x="53028" y="8121"/>
                  </a:lnTo>
                  <a:lnTo>
                    <a:pt x="53505" y="7166"/>
                  </a:lnTo>
                  <a:lnTo>
                    <a:pt x="54461" y="6211"/>
                  </a:lnTo>
                  <a:lnTo>
                    <a:pt x="55416" y="5733"/>
                  </a:lnTo>
                  <a:lnTo>
                    <a:pt x="58283" y="4777"/>
                  </a:lnTo>
                  <a:lnTo>
                    <a:pt x="60194" y="4300"/>
                  </a:lnTo>
                  <a:lnTo>
                    <a:pt x="61627" y="2389"/>
                  </a:lnTo>
                  <a:lnTo>
                    <a:pt x="58760" y="1911"/>
                  </a:lnTo>
                  <a:lnTo>
                    <a:pt x="59239" y="956"/>
                  </a:lnTo>
                  <a:lnTo>
                    <a:pt x="60194" y="0"/>
                  </a:lnTo>
                  <a:lnTo>
                    <a:pt x="61627" y="478"/>
                  </a:lnTo>
                  <a:lnTo>
                    <a:pt x="6306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99948F11-400E-78BB-54FC-B6B1423E32EA}"/>
                </a:ext>
              </a:extLst>
            </p:cNvPr>
            <p:cNvSpPr/>
            <p:nvPr/>
          </p:nvSpPr>
          <p:spPr>
            <a:xfrm>
              <a:off x="8284000" y="3583568"/>
              <a:ext cx="38218" cy="6688"/>
            </a:xfrm>
            <a:custGeom>
              <a:avLst/>
              <a:gdLst>
                <a:gd name="csX0" fmla="*/ 38218 w 38218"/>
                <a:gd name="csY0" fmla="*/ 0 h 6688"/>
                <a:gd name="csX1" fmla="*/ 38218 w 38218"/>
                <a:gd name="csY1" fmla="*/ 478 h 6688"/>
                <a:gd name="csX2" fmla="*/ 33919 w 38218"/>
                <a:gd name="csY2" fmla="*/ 956 h 6688"/>
                <a:gd name="csX3" fmla="*/ 29141 w 38218"/>
                <a:gd name="csY3" fmla="*/ 1433 h 6688"/>
                <a:gd name="csX4" fmla="*/ 26753 w 38218"/>
                <a:gd name="csY4" fmla="*/ 1433 h 6688"/>
                <a:gd name="csX5" fmla="*/ 25798 w 38218"/>
                <a:gd name="csY5" fmla="*/ 478 h 6688"/>
                <a:gd name="csX6" fmla="*/ 21020 w 38218"/>
                <a:gd name="csY6" fmla="*/ 1911 h 6688"/>
                <a:gd name="csX7" fmla="*/ 13854 w 38218"/>
                <a:gd name="csY7" fmla="*/ 3822 h 6688"/>
                <a:gd name="csX8" fmla="*/ 7166 w 38218"/>
                <a:gd name="csY8" fmla="*/ 5733 h 6688"/>
                <a:gd name="csX9" fmla="*/ 0 w 38218"/>
                <a:gd name="csY9" fmla="*/ 6688 h 6688"/>
                <a:gd name="csX10" fmla="*/ 7166 w 38218"/>
                <a:gd name="csY10" fmla="*/ 5733 h 6688"/>
                <a:gd name="csX11" fmla="*/ 13854 w 38218"/>
                <a:gd name="csY11" fmla="*/ 3822 h 6688"/>
                <a:gd name="csX12" fmla="*/ 21020 w 38218"/>
                <a:gd name="csY12" fmla="*/ 1433 h 6688"/>
                <a:gd name="csX13" fmla="*/ 25798 w 38218"/>
                <a:gd name="csY13" fmla="*/ 478 h 6688"/>
                <a:gd name="csX14" fmla="*/ 26753 w 38218"/>
                <a:gd name="csY14" fmla="*/ 1433 h 6688"/>
                <a:gd name="csX15" fmla="*/ 29141 w 38218"/>
                <a:gd name="csY15" fmla="*/ 1433 h 6688"/>
                <a:gd name="csX16" fmla="*/ 33919 w 38218"/>
                <a:gd name="csY16" fmla="*/ 956 h 6688"/>
                <a:gd name="csX17" fmla="*/ 38218 w 38218"/>
                <a:gd name="csY17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8218" h="6688">
                  <a:moveTo>
                    <a:pt x="38218" y="0"/>
                  </a:moveTo>
                  <a:lnTo>
                    <a:pt x="38218" y="478"/>
                  </a:lnTo>
                  <a:lnTo>
                    <a:pt x="33919" y="956"/>
                  </a:lnTo>
                  <a:lnTo>
                    <a:pt x="29141" y="1433"/>
                  </a:lnTo>
                  <a:lnTo>
                    <a:pt x="26753" y="1433"/>
                  </a:lnTo>
                  <a:lnTo>
                    <a:pt x="25798" y="478"/>
                  </a:lnTo>
                  <a:lnTo>
                    <a:pt x="21020" y="1911"/>
                  </a:lnTo>
                  <a:lnTo>
                    <a:pt x="13854" y="3822"/>
                  </a:lnTo>
                  <a:lnTo>
                    <a:pt x="7166" y="5733"/>
                  </a:lnTo>
                  <a:lnTo>
                    <a:pt x="0" y="6688"/>
                  </a:lnTo>
                  <a:lnTo>
                    <a:pt x="7166" y="5733"/>
                  </a:lnTo>
                  <a:lnTo>
                    <a:pt x="13854" y="3822"/>
                  </a:lnTo>
                  <a:lnTo>
                    <a:pt x="21020" y="1433"/>
                  </a:lnTo>
                  <a:lnTo>
                    <a:pt x="25798" y="478"/>
                  </a:lnTo>
                  <a:lnTo>
                    <a:pt x="26753" y="1433"/>
                  </a:lnTo>
                  <a:lnTo>
                    <a:pt x="29141" y="1433"/>
                  </a:lnTo>
                  <a:lnTo>
                    <a:pt x="33919" y="956"/>
                  </a:lnTo>
                  <a:lnTo>
                    <a:pt x="3821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ADA8F568-EB93-F4B2-3F3F-05C46353B33B}"/>
                </a:ext>
              </a:extLst>
            </p:cNvPr>
            <p:cNvSpPr/>
            <p:nvPr/>
          </p:nvSpPr>
          <p:spPr>
            <a:xfrm>
              <a:off x="8318874" y="4599699"/>
              <a:ext cx="2866" cy="2388"/>
            </a:xfrm>
            <a:custGeom>
              <a:avLst/>
              <a:gdLst>
                <a:gd name="csX0" fmla="*/ 2866 w 2866"/>
                <a:gd name="csY0" fmla="*/ 478 h 2388"/>
                <a:gd name="csX1" fmla="*/ 2866 w 2866"/>
                <a:gd name="csY1" fmla="*/ 956 h 2388"/>
                <a:gd name="csX2" fmla="*/ 2866 w 2866"/>
                <a:gd name="csY2" fmla="*/ 1433 h 2388"/>
                <a:gd name="csX3" fmla="*/ 955 w 2866"/>
                <a:gd name="csY3" fmla="*/ 2389 h 2388"/>
                <a:gd name="csX4" fmla="*/ 0 w 2866"/>
                <a:gd name="csY4" fmla="*/ 2389 h 2388"/>
                <a:gd name="csX5" fmla="*/ 0 w 2866"/>
                <a:gd name="csY5" fmla="*/ 956 h 2388"/>
                <a:gd name="csX6" fmla="*/ 478 w 2866"/>
                <a:gd name="csY6" fmla="*/ 478 h 2388"/>
                <a:gd name="csX7" fmla="*/ 1433 w 2866"/>
                <a:gd name="csY7" fmla="*/ 956 h 2388"/>
                <a:gd name="csX8" fmla="*/ 2389 w 2866"/>
                <a:gd name="csY8" fmla="*/ 0 h 2388"/>
                <a:gd name="csX9" fmla="*/ 2866 w 2866"/>
                <a:gd name="csY9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2388">
                  <a:moveTo>
                    <a:pt x="2866" y="478"/>
                  </a:moveTo>
                  <a:lnTo>
                    <a:pt x="2866" y="956"/>
                  </a:lnTo>
                  <a:lnTo>
                    <a:pt x="2866" y="1433"/>
                  </a:lnTo>
                  <a:lnTo>
                    <a:pt x="955" y="2389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433" y="956"/>
                  </a:lnTo>
                  <a:lnTo>
                    <a:pt x="2389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0E68B0D9-610C-0A7F-96C3-5ABE79030A6C}"/>
                </a:ext>
              </a:extLst>
            </p:cNvPr>
            <p:cNvSpPr/>
            <p:nvPr/>
          </p:nvSpPr>
          <p:spPr>
            <a:xfrm>
              <a:off x="8308841" y="4818021"/>
              <a:ext cx="9554" cy="14331"/>
            </a:xfrm>
            <a:custGeom>
              <a:avLst/>
              <a:gdLst>
                <a:gd name="csX0" fmla="*/ 9077 w 9554"/>
                <a:gd name="csY0" fmla="*/ 955 h 14331"/>
                <a:gd name="csX1" fmla="*/ 9555 w 9554"/>
                <a:gd name="csY1" fmla="*/ 5733 h 14331"/>
                <a:gd name="csX2" fmla="*/ 6688 w 9554"/>
                <a:gd name="csY2" fmla="*/ 9555 h 14331"/>
                <a:gd name="csX3" fmla="*/ 7166 w 9554"/>
                <a:gd name="csY3" fmla="*/ 11943 h 14331"/>
                <a:gd name="csX4" fmla="*/ 6688 w 9554"/>
                <a:gd name="csY4" fmla="*/ 12898 h 14331"/>
                <a:gd name="csX5" fmla="*/ 5255 w 9554"/>
                <a:gd name="csY5" fmla="*/ 13854 h 14331"/>
                <a:gd name="csX6" fmla="*/ 4777 w 9554"/>
                <a:gd name="csY6" fmla="*/ 14332 h 14331"/>
                <a:gd name="csX7" fmla="*/ 3822 w 9554"/>
                <a:gd name="csY7" fmla="*/ 13854 h 14331"/>
                <a:gd name="csX8" fmla="*/ 1911 w 9554"/>
                <a:gd name="csY8" fmla="*/ 12898 h 14331"/>
                <a:gd name="csX9" fmla="*/ 1433 w 9554"/>
                <a:gd name="csY9" fmla="*/ 13854 h 14331"/>
                <a:gd name="csX10" fmla="*/ 478 w 9554"/>
                <a:gd name="csY10" fmla="*/ 13854 h 14331"/>
                <a:gd name="csX11" fmla="*/ 0 w 9554"/>
                <a:gd name="csY11" fmla="*/ 12898 h 14331"/>
                <a:gd name="csX12" fmla="*/ 956 w 9554"/>
                <a:gd name="csY12" fmla="*/ 9555 h 14331"/>
                <a:gd name="csX13" fmla="*/ 1911 w 9554"/>
                <a:gd name="csY13" fmla="*/ 8121 h 14331"/>
                <a:gd name="csX14" fmla="*/ 1911 w 9554"/>
                <a:gd name="csY14" fmla="*/ 7166 h 14331"/>
                <a:gd name="csX15" fmla="*/ 956 w 9554"/>
                <a:gd name="csY15" fmla="*/ 4299 h 14331"/>
                <a:gd name="csX16" fmla="*/ 1433 w 9554"/>
                <a:gd name="csY16" fmla="*/ 2866 h 14331"/>
                <a:gd name="csX17" fmla="*/ 4777 w 9554"/>
                <a:gd name="csY17" fmla="*/ 1911 h 14331"/>
                <a:gd name="csX18" fmla="*/ 7166 w 9554"/>
                <a:gd name="csY18" fmla="*/ 478 h 14331"/>
                <a:gd name="csX19" fmla="*/ 8122 w 9554"/>
                <a:gd name="csY19" fmla="*/ 0 h 14331"/>
                <a:gd name="csX20" fmla="*/ 9077 w 9554"/>
                <a:gd name="csY20" fmla="*/ 955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9554" h="14331">
                  <a:moveTo>
                    <a:pt x="9077" y="955"/>
                  </a:moveTo>
                  <a:lnTo>
                    <a:pt x="9555" y="5733"/>
                  </a:lnTo>
                  <a:lnTo>
                    <a:pt x="6688" y="9555"/>
                  </a:lnTo>
                  <a:lnTo>
                    <a:pt x="7166" y="11943"/>
                  </a:lnTo>
                  <a:lnTo>
                    <a:pt x="6688" y="12898"/>
                  </a:lnTo>
                  <a:lnTo>
                    <a:pt x="5255" y="13854"/>
                  </a:lnTo>
                  <a:lnTo>
                    <a:pt x="4777" y="14332"/>
                  </a:lnTo>
                  <a:lnTo>
                    <a:pt x="3822" y="13854"/>
                  </a:lnTo>
                  <a:lnTo>
                    <a:pt x="1911" y="12898"/>
                  </a:lnTo>
                  <a:lnTo>
                    <a:pt x="1433" y="13854"/>
                  </a:lnTo>
                  <a:lnTo>
                    <a:pt x="478" y="13854"/>
                  </a:lnTo>
                  <a:lnTo>
                    <a:pt x="0" y="12898"/>
                  </a:lnTo>
                  <a:lnTo>
                    <a:pt x="956" y="9555"/>
                  </a:lnTo>
                  <a:lnTo>
                    <a:pt x="1911" y="8121"/>
                  </a:lnTo>
                  <a:lnTo>
                    <a:pt x="1911" y="7166"/>
                  </a:lnTo>
                  <a:lnTo>
                    <a:pt x="956" y="4299"/>
                  </a:lnTo>
                  <a:lnTo>
                    <a:pt x="1433" y="2866"/>
                  </a:lnTo>
                  <a:lnTo>
                    <a:pt x="4777" y="1911"/>
                  </a:lnTo>
                  <a:lnTo>
                    <a:pt x="7166" y="478"/>
                  </a:lnTo>
                  <a:lnTo>
                    <a:pt x="8122" y="0"/>
                  </a:lnTo>
                  <a:lnTo>
                    <a:pt x="9077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" name="Freeform 576">
              <a:extLst>
                <a:ext uri="{FF2B5EF4-FFF2-40B4-BE49-F238E27FC236}">
                  <a16:creationId xmlns:a16="http://schemas.microsoft.com/office/drawing/2014/main" id="{4DDB4A34-7068-E44D-A509-504AAD004C6C}"/>
                </a:ext>
              </a:extLst>
            </p:cNvPr>
            <p:cNvSpPr/>
            <p:nvPr/>
          </p:nvSpPr>
          <p:spPr>
            <a:xfrm>
              <a:off x="8313619" y="4539505"/>
              <a:ext cx="4299" cy="5732"/>
            </a:xfrm>
            <a:custGeom>
              <a:avLst/>
              <a:gdLst>
                <a:gd name="csX0" fmla="*/ 3822 w 4299"/>
                <a:gd name="csY0" fmla="*/ 478 h 5732"/>
                <a:gd name="csX1" fmla="*/ 4300 w 4299"/>
                <a:gd name="csY1" fmla="*/ 1433 h 5732"/>
                <a:gd name="csX2" fmla="*/ 2867 w 4299"/>
                <a:gd name="csY2" fmla="*/ 4300 h 5732"/>
                <a:gd name="csX3" fmla="*/ 2389 w 4299"/>
                <a:gd name="csY3" fmla="*/ 4777 h 5732"/>
                <a:gd name="csX4" fmla="*/ 1911 w 4299"/>
                <a:gd name="csY4" fmla="*/ 4777 h 5732"/>
                <a:gd name="csX5" fmla="*/ 1433 w 4299"/>
                <a:gd name="csY5" fmla="*/ 4777 h 5732"/>
                <a:gd name="csX6" fmla="*/ 0 w 4299"/>
                <a:gd name="csY6" fmla="*/ 5733 h 5732"/>
                <a:gd name="csX7" fmla="*/ 0 w 4299"/>
                <a:gd name="csY7" fmla="*/ 4300 h 5732"/>
                <a:gd name="csX8" fmla="*/ 0 w 4299"/>
                <a:gd name="csY8" fmla="*/ 2389 h 5732"/>
                <a:gd name="csX9" fmla="*/ 1911 w 4299"/>
                <a:gd name="csY9" fmla="*/ 478 h 5732"/>
                <a:gd name="csX10" fmla="*/ 2389 w 4299"/>
                <a:gd name="csY10" fmla="*/ 0 h 5732"/>
                <a:gd name="csX11" fmla="*/ 2867 w 4299"/>
                <a:gd name="csY11" fmla="*/ 0 h 5732"/>
                <a:gd name="csX12" fmla="*/ 3344 w 4299"/>
                <a:gd name="csY12" fmla="*/ 0 h 5732"/>
                <a:gd name="csX13" fmla="*/ 3822 w 4299"/>
                <a:gd name="csY13" fmla="*/ 478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5732">
                  <a:moveTo>
                    <a:pt x="3822" y="478"/>
                  </a:moveTo>
                  <a:lnTo>
                    <a:pt x="4300" y="1433"/>
                  </a:lnTo>
                  <a:lnTo>
                    <a:pt x="2867" y="4300"/>
                  </a:lnTo>
                  <a:lnTo>
                    <a:pt x="2389" y="4777"/>
                  </a:lnTo>
                  <a:lnTo>
                    <a:pt x="1911" y="4777"/>
                  </a:lnTo>
                  <a:lnTo>
                    <a:pt x="1433" y="4777"/>
                  </a:lnTo>
                  <a:lnTo>
                    <a:pt x="0" y="5733"/>
                  </a:lnTo>
                  <a:lnTo>
                    <a:pt x="0" y="4300"/>
                  </a:lnTo>
                  <a:lnTo>
                    <a:pt x="0" y="2389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2867" y="0"/>
                  </a:lnTo>
                  <a:lnTo>
                    <a:pt x="3344" y="0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745D3068-B2A9-1BDB-A114-3CC2E342637B}"/>
                </a:ext>
              </a:extLst>
            </p:cNvPr>
            <p:cNvSpPr/>
            <p:nvPr/>
          </p:nvSpPr>
          <p:spPr>
            <a:xfrm>
              <a:off x="8311708" y="4507019"/>
              <a:ext cx="4777" cy="3821"/>
            </a:xfrm>
            <a:custGeom>
              <a:avLst/>
              <a:gdLst>
                <a:gd name="csX0" fmla="*/ 4777 w 4777"/>
                <a:gd name="csY0" fmla="*/ 1433 h 3821"/>
                <a:gd name="csX1" fmla="*/ 4777 w 4777"/>
                <a:gd name="csY1" fmla="*/ 1911 h 3821"/>
                <a:gd name="csX2" fmla="*/ 4299 w 4777"/>
                <a:gd name="csY2" fmla="*/ 3344 h 3821"/>
                <a:gd name="csX3" fmla="*/ 3344 w 4777"/>
                <a:gd name="csY3" fmla="*/ 3822 h 3821"/>
                <a:gd name="csX4" fmla="*/ 1433 w 4777"/>
                <a:gd name="csY4" fmla="*/ 1911 h 3821"/>
                <a:gd name="csX5" fmla="*/ 0 w 4777"/>
                <a:gd name="csY5" fmla="*/ 956 h 3821"/>
                <a:gd name="csX6" fmla="*/ 0 w 4777"/>
                <a:gd name="csY6" fmla="*/ 478 h 3821"/>
                <a:gd name="csX7" fmla="*/ 955 w 4777"/>
                <a:gd name="csY7" fmla="*/ 0 h 3821"/>
                <a:gd name="csX8" fmla="*/ 3344 w 4777"/>
                <a:gd name="csY8" fmla="*/ 0 h 3821"/>
                <a:gd name="csX9" fmla="*/ 4777 w 4777"/>
                <a:gd name="csY9" fmla="*/ 1433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3821">
                  <a:moveTo>
                    <a:pt x="4777" y="1433"/>
                  </a:moveTo>
                  <a:lnTo>
                    <a:pt x="4777" y="1911"/>
                  </a:lnTo>
                  <a:lnTo>
                    <a:pt x="4299" y="3344"/>
                  </a:lnTo>
                  <a:lnTo>
                    <a:pt x="3344" y="3822"/>
                  </a:lnTo>
                  <a:lnTo>
                    <a:pt x="1433" y="1911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3344" y="0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9" name="Freeform 578">
              <a:extLst>
                <a:ext uri="{FF2B5EF4-FFF2-40B4-BE49-F238E27FC236}">
                  <a16:creationId xmlns:a16="http://schemas.microsoft.com/office/drawing/2014/main" id="{B6E6530F-EC4E-BA3F-58AB-35CAD1B6300B}"/>
                </a:ext>
              </a:extLst>
            </p:cNvPr>
            <p:cNvSpPr/>
            <p:nvPr/>
          </p:nvSpPr>
          <p:spPr>
            <a:xfrm>
              <a:off x="8309797" y="4166398"/>
              <a:ext cx="1432" cy="2388"/>
            </a:xfrm>
            <a:custGeom>
              <a:avLst/>
              <a:gdLst>
                <a:gd name="csX0" fmla="*/ 1433 w 1432"/>
                <a:gd name="csY0" fmla="*/ 0 h 2388"/>
                <a:gd name="csX1" fmla="*/ 1433 w 1432"/>
                <a:gd name="csY1" fmla="*/ 1433 h 2388"/>
                <a:gd name="csX2" fmla="*/ 955 w 1432"/>
                <a:gd name="csY2" fmla="*/ 2389 h 2388"/>
                <a:gd name="csX3" fmla="*/ 478 w 1432"/>
                <a:gd name="csY3" fmla="*/ 2389 h 2388"/>
                <a:gd name="csX4" fmla="*/ 0 w 1432"/>
                <a:gd name="csY4" fmla="*/ 478 h 2388"/>
                <a:gd name="csX5" fmla="*/ 478 w 1432"/>
                <a:gd name="csY5" fmla="*/ 0 h 2388"/>
                <a:gd name="csX6" fmla="*/ 1433 w 1432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2388">
                  <a:moveTo>
                    <a:pt x="1433" y="0"/>
                  </a:moveTo>
                  <a:lnTo>
                    <a:pt x="1433" y="1433"/>
                  </a:lnTo>
                  <a:lnTo>
                    <a:pt x="955" y="2389"/>
                  </a:lnTo>
                  <a:lnTo>
                    <a:pt x="478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0" name="Freeform 579">
              <a:extLst>
                <a:ext uri="{FF2B5EF4-FFF2-40B4-BE49-F238E27FC236}">
                  <a16:creationId xmlns:a16="http://schemas.microsoft.com/office/drawing/2014/main" id="{DF81782C-54E2-44AA-B395-3ED571411274}"/>
                </a:ext>
              </a:extLst>
            </p:cNvPr>
            <p:cNvSpPr/>
            <p:nvPr/>
          </p:nvSpPr>
          <p:spPr>
            <a:xfrm>
              <a:off x="8302631" y="4162576"/>
              <a:ext cx="6688" cy="4299"/>
            </a:xfrm>
            <a:custGeom>
              <a:avLst/>
              <a:gdLst>
                <a:gd name="csX0" fmla="*/ 6688 w 6688"/>
                <a:gd name="csY0" fmla="*/ 2389 h 4299"/>
                <a:gd name="csX1" fmla="*/ 6210 w 6688"/>
                <a:gd name="csY1" fmla="*/ 3822 h 4299"/>
                <a:gd name="csX2" fmla="*/ 6210 w 6688"/>
                <a:gd name="csY2" fmla="*/ 4299 h 4299"/>
                <a:gd name="csX3" fmla="*/ 3821 w 6688"/>
                <a:gd name="csY3" fmla="*/ 2866 h 4299"/>
                <a:gd name="csX4" fmla="*/ 955 w 6688"/>
                <a:gd name="csY4" fmla="*/ 2866 h 4299"/>
                <a:gd name="csX5" fmla="*/ 0 w 6688"/>
                <a:gd name="csY5" fmla="*/ 1433 h 4299"/>
                <a:gd name="csX6" fmla="*/ 0 w 6688"/>
                <a:gd name="csY6" fmla="*/ 0 h 4299"/>
                <a:gd name="csX7" fmla="*/ 2866 w 6688"/>
                <a:gd name="csY7" fmla="*/ 0 h 4299"/>
                <a:gd name="csX8" fmla="*/ 6210 w 6688"/>
                <a:gd name="csY8" fmla="*/ 1433 h 4299"/>
                <a:gd name="csX9" fmla="*/ 6688 w 6688"/>
                <a:gd name="csY9" fmla="*/ 238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688" h="4299">
                  <a:moveTo>
                    <a:pt x="6688" y="2389"/>
                  </a:moveTo>
                  <a:lnTo>
                    <a:pt x="6210" y="3822"/>
                  </a:lnTo>
                  <a:lnTo>
                    <a:pt x="6210" y="4299"/>
                  </a:lnTo>
                  <a:lnTo>
                    <a:pt x="3821" y="2866"/>
                  </a:lnTo>
                  <a:lnTo>
                    <a:pt x="955" y="2866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2866" y="0"/>
                  </a:lnTo>
                  <a:lnTo>
                    <a:pt x="6210" y="1433"/>
                  </a:lnTo>
                  <a:lnTo>
                    <a:pt x="668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1" name="Freeform 580">
              <a:extLst>
                <a:ext uri="{FF2B5EF4-FFF2-40B4-BE49-F238E27FC236}">
                  <a16:creationId xmlns:a16="http://schemas.microsoft.com/office/drawing/2014/main" id="{7A795B78-82B2-B4D3-17C0-2FCF1AF764B6}"/>
                </a:ext>
              </a:extLst>
            </p:cNvPr>
            <p:cNvSpPr/>
            <p:nvPr/>
          </p:nvSpPr>
          <p:spPr>
            <a:xfrm>
              <a:off x="8299287" y="4612597"/>
              <a:ext cx="10032" cy="5732"/>
            </a:xfrm>
            <a:custGeom>
              <a:avLst/>
              <a:gdLst>
                <a:gd name="csX0" fmla="*/ 10033 w 10032"/>
                <a:gd name="csY0" fmla="*/ 2389 h 5732"/>
                <a:gd name="csX1" fmla="*/ 8599 w 10032"/>
                <a:gd name="csY1" fmla="*/ 2866 h 5732"/>
                <a:gd name="csX2" fmla="*/ 7644 w 10032"/>
                <a:gd name="csY2" fmla="*/ 4777 h 5732"/>
                <a:gd name="csX3" fmla="*/ 5733 w 10032"/>
                <a:gd name="csY3" fmla="*/ 5733 h 5732"/>
                <a:gd name="csX4" fmla="*/ 3822 w 10032"/>
                <a:gd name="csY4" fmla="*/ 5733 h 5732"/>
                <a:gd name="csX5" fmla="*/ 2867 w 10032"/>
                <a:gd name="csY5" fmla="*/ 5733 h 5732"/>
                <a:gd name="csX6" fmla="*/ 1433 w 10032"/>
                <a:gd name="csY6" fmla="*/ 3822 h 5732"/>
                <a:gd name="csX7" fmla="*/ 1433 w 10032"/>
                <a:gd name="csY7" fmla="*/ 3344 h 5732"/>
                <a:gd name="csX8" fmla="*/ 0 w 10032"/>
                <a:gd name="csY8" fmla="*/ 2389 h 5732"/>
                <a:gd name="csX9" fmla="*/ 478 w 10032"/>
                <a:gd name="csY9" fmla="*/ 1433 h 5732"/>
                <a:gd name="csX10" fmla="*/ 1911 w 10032"/>
                <a:gd name="csY10" fmla="*/ 955 h 5732"/>
                <a:gd name="csX11" fmla="*/ 4777 w 10032"/>
                <a:gd name="csY11" fmla="*/ 0 h 5732"/>
                <a:gd name="csX12" fmla="*/ 9555 w 10032"/>
                <a:gd name="csY12" fmla="*/ 1911 h 5732"/>
                <a:gd name="csX13" fmla="*/ 10033 w 10032"/>
                <a:gd name="csY13" fmla="*/ 2389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0032" h="5732">
                  <a:moveTo>
                    <a:pt x="10033" y="2389"/>
                  </a:moveTo>
                  <a:lnTo>
                    <a:pt x="8599" y="2866"/>
                  </a:lnTo>
                  <a:lnTo>
                    <a:pt x="7644" y="4777"/>
                  </a:lnTo>
                  <a:lnTo>
                    <a:pt x="5733" y="5733"/>
                  </a:lnTo>
                  <a:lnTo>
                    <a:pt x="3822" y="5733"/>
                  </a:lnTo>
                  <a:lnTo>
                    <a:pt x="2867" y="5733"/>
                  </a:lnTo>
                  <a:lnTo>
                    <a:pt x="1433" y="3822"/>
                  </a:lnTo>
                  <a:lnTo>
                    <a:pt x="1433" y="3344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1911" y="955"/>
                  </a:lnTo>
                  <a:lnTo>
                    <a:pt x="4777" y="0"/>
                  </a:lnTo>
                  <a:lnTo>
                    <a:pt x="9555" y="1911"/>
                  </a:lnTo>
                  <a:lnTo>
                    <a:pt x="100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79F3BBDE-46AB-8954-C38D-5D3D5B54CA39}"/>
                </a:ext>
              </a:extLst>
            </p:cNvPr>
            <p:cNvSpPr/>
            <p:nvPr/>
          </p:nvSpPr>
          <p:spPr>
            <a:xfrm>
              <a:off x="8307886" y="4505108"/>
              <a:ext cx="1433" cy="1910"/>
            </a:xfrm>
            <a:custGeom>
              <a:avLst/>
              <a:gdLst>
                <a:gd name="csX0" fmla="*/ 955 w 1433"/>
                <a:gd name="csY0" fmla="*/ 0 h 1910"/>
                <a:gd name="csX1" fmla="*/ 1433 w 1433"/>
                <a:gd name="csY1" fmla="*/ 1433 h 1910"/>
                <a:gd name="csX2" fmla="*/ 955 w 1433"/>
                <a:gd name="csY2" fmla="*/ 1911 h 1910"/>
                <a:gd name="csX3" fmla="*/ 478 w 1433"/>
                <a:gd name="csY3" fmla="*/ 1911 h 1910"/>
                <a:gd name="csX4" fmla="*/ 0 w 1433"/>
                <a:gd name="csY4" fmla="*/ 478 h 1910"/>
                <a:gd name="csX5" fmla="*/ 955 w 1433"/>
                <a:gd name="csY5" fmla="*/ 0 h 1910"/>
                <a:gd name="csX6" fmla="*/ 955 w 1433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1910">
                  <a:moveTo>
                    <a:pt x="955" y="0"/>
                  </a:moveTo>
                  <a:lnTo>
                    <a:pt x="1433" y="1433"/>
                  </a:lnTo>
                  <a:lnTo>
                    <a:pt x="955" y="1911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24029B3E-05FA-8859-99FF-FBE78A9783F3}"/>
                </a:ext>
              </a:extLst>
            </p:cNvPr>
            <p:cNvSpPr/>
            <p:nvPr/>
          </p:nvSpPr>
          <p:spPr>
            <a:xfrm>
              <a:off x="8302154" y="4474533"/>
              <a:ext cx="4299" cy="4299"/>
            </a:xfrm>
            <a:custGeom>
              <a:avLst/>
              <a:gdLst>
                <a:gd name="csX0" fmla="*/ 4299 w 4299"/>
                <a:gd name="csY0" fmla="*/ 3344 h 4299"/>
                <a:gd name="csX1" fmla="*/ 4299 w 4299"/>
                <a:gd name="csY1" fmla="*/ 4300 h 4299"/>
                <a:gd name="csX2" fmla="*/ 0 w 4299"/>
                <a:gd name="csY2" fmla="*/ 1433 h 4299"/>
                <a:gd name="csX3" fmla="*/ 0 w 4299"/>
                <a:gd name="csY3" fmla="*/ 956 h 4299"/>
                <a:gd name="csX4" fmla="*/ 0 w 4299"/>
                <a:gd name="csY4" fmla="*/ 478 h 4299"/>
                <a:gd name="csX5" fmla="*/ 0 w 4299"/>
                <a:gd name="csY5" fmla="*/ 0 h 4299"/>
                <a:gd name="csX6" fmla="*/ 4299 w 4299"/>
                <a:gd name="csY6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4299">
                  <a:moveTo>
                    <a:pt x="4299" y="3344"/>
                  </a:moveTo>
                  <a:lnTo>
                    <a:pt x="4299" y="4300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29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472AE311-7C1C-DD8C-9888-E188F40DD034}"/>
                </a:ext>
              </a:extLst>
            </p:cNvPr>
            <p:cNvSpPr/>
            <p:nvPr/>
          </p:nvSpPr>
          <p:spPr>
            <a:xfrm>
              <a:off x="8304064" y="4170220"/>
              <a:ext cx="2388" cy="2388"/>
            </a:xfrm>
            <a:custGeom>
              <a:avLst/>
              <a:gdLst>
                <a:gd name="csX0" fmla="*/ 2389 w 2388"/>
                <a:gd name="csY0" fmla="*/ 1433 h 2388"/>
                <a:gd name="csX1" fmla="*/ 2389 w 2388"/>
                <a:gd name="csY1" fmla="*/ 1911 h 2388"/>
                <a:gd name="csX2" fmla="*/ 2389 w 2388"/>
                <a:gd name="csY2" fmla="*/ 2389 h 2388"/>
                <a:gd name="csX3" fmla="*/ 956 w 2388"/>
                <a:gd name="csY3" fmla="*/ 956 h 2388"/>
                <a:gd name="csX4" fmla="*/ 0 w 2388"/>
                <a:gd name="csY4" fmla="*/ 956 h 2388"/>
                <a:gd name="csX5" fmla="*/ 478 w 2388"/>
                <a:gd name="csY5" fmla="*/ 0 h 2388"/>
                <a:gd name="csX6" fmla="*/ 1433 w 2388"/>
                <a:gd name="csY6" fmla="*/ 0 h 2388"/>
                <a:gd name="csX7" fmla="*/ 2389 w 2388"/>
                <a:gd name="csY7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2389" y="1433"/>
                  </a:moveTo>
                  <a:lnTo>
                    <a:pt x="2389" y="1911"/>
                  </a:lnTo>
                  <a:lnTo>
                    <a:pt x="2389" y="2389"/>
                  </a:lnTo>
                  <a:lnTo>
                    <a:pt x="956" y="956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87FF0B59-1824-9F5E-D1A6-6141EC9BCD17}"/>
                </a:ext>
              </a:extLst>
            </p:cNvPr>
            <p:cNvSpPr/>
            <p:nvPr/>
          </p:nvSpPr>
          <p:spPr>
            <a:xfrm>
              <a:off x="8301676" y="4504153"/>
              <a:ext cx="4299" cy="10032"/>
            </a:xfrm>
            <a:custGeom>
              <a:avLst/>
              <a:gdLst>
                <a:gd name="csX0" fmla="*/ 4300 w 4299"/>
                <a:gd name="csY0" fmla="*/ 0 h 10032"/>
                <a:gd name="csX1" fmla="*/ 3822 w 4299"/>
                <a:gd name="csY1" fmla="*/ 478 h 10032"/>
                <a:gd name="csX2" fmla="*/ 4300 w 4299"/>
                <a:gd name="csY2" fmla="*/ 1911 h 10032"/>
                <a:gd name="csX3" fmla="*/ 3344 w 4299"/>
                <a:gd name="csY3" fmla="*/ 5255 h 10032"/>
                <a:gd name="csX4" fmla="*/ 1911 w 4299"/>
                <a:gd name="csY4" fmla="*/ 10032 h 10032"/>
                <a:gd name="csX5" fmla="*/ 478 w 4299"/>
                <a:gd name="csY5" fmla="*/ 8599 h 10032"/>
                <a:gd name="csX6" fmla="*/ 956 w 4299"/>
                <a:gd name="csY6" fmla="*/ 7166 h 10032"/>
                <a:gd name="csX7" fmla="*/ 0 w 4299"/>
                <a:gd name="csY7" fmla="*/ 6688 h 10032"/>
                <a:gd name="csX8" fmla="*/ 0 w 4299"/>
                <a:gd name="csY8" fmla="*/ 5733 h 10032"/>
                <a:gd name="csX9" fmla="*/ 478 w 4299"/>
                <a:gd name="csY9" fmla="*/ 4777 h 10032"/>
                <a:gd name="csX10" fmla="*/ 1433 w 4299"/>
                <a:gd name="csY10" fmla="*/ 3822 h 10032"/>
                <a:gd name="csX11" fmla="*/ 1433 w 4299"/>
                <a:gd name="csY11" fmla="*/ 956 h 10032"/>
                <a:gd name="csX12" fmla="*/ 3344 w 4299"/>
                <a:gd name="csY12" fmla="*/ 0 h 10032"/>
                <a:gd name="csX13" fmla="*/ 4300 w 4299"/>
                <a:gd name="csY13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10032">
                  <a:moveTo>
                    <a:pt x="4300" y="0"/>
                  </a:moveTo>
                  <a:lnTo>
                    <a:pt x="3822" y="478"/>
                  </a:lnTo>
                  <a:lnTo>
                    <a:pt x="4300" y="1911"/>
                  </a:lnTo>
                  <a:lnTo>
                    <a:pt x="3344" y="5255"/>
                  </a:lnTo>
                  <a:lnTo>
                    <a:pt x="1911" y="10032"/>
                  </a:lnTo>
                  <a:lnTo>
                    <a:pt x="478" y="8599"/>
                  </a:lnTo>
                  <a:lnTo>
                    <a:pt x="956" y="7166"/>
                  </a:lnTo>
                  <a:lnTo>
                    <a:pt x="0" y="6688"/>
                  </a:lnTo>
                  <a:lnTo>
                    <a:pt x="0" y="5733"/>
                  </a:lnTo>
                  <a:lnTo>
                    <a:pt x="478" y="4777"/>
                  </a:lnTo>
                  <a:lnTo>
                    <a:pt x="1433" y="3822"/>
                  </a:lnTo>
                  <a:lnTo>
                    <a:pt x="1433" y="956"/>
                  </a:lnTo>
                  <a:lnTo>
                    <a:pt x="3344" y="0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BEB9D38E-4BCD-89DA-0359-B9B62644D334}"/>
                </a:ext>
              </a:extLst>
            </p:cNvPr>
            <p:cNvSpPr/>
            <p:nvPr/>
          </p:nvSpPr>
          <p:spPr>
            <a:xfrm>
              <a:off x="8299287" y="4486954"/>
              <a:ext cx="6210" cy="6688"/>
            </a:xfrm>
            <a:custGeom>
              <a:avLst/>
              <a:gdLst>
                <a:gd name="csX0" fmla="*/ 5733 w 6210"/>
                <a:gd name="csY0" fmla="*/ 2867 h 6688"/>
                <a:gd name="csX1" fmla="*/ 6211 w 6210"/>
                <a:gd name="csY1" fmla="*/ 3822 h 6688"/>
                <a:gd name="csX2" fmla="*/ 4777 w 6210"/>
                <a:gd name="csY2" fmla="*/ 5733 h 6688"/>
                <a:gd name="csX3" fmla="*/ 4777 w 6210"/>
                <a:gd name="csY3" fmla="*/ 6211 h 6688"/>
                <a:gd name="csX4" fmla="*/ 3822 w 6210"/>
                <a:gd name="csY4" fmla="*/ 6688 h 6688"/>
                <a:gd name="csX5" fmla="*/ 1433 w 6210"/>
                <a:gd name="csY5" fmla="*/ 5255 h 6688"/>
                <a:gd name="csX6" fmla="*/ 478 w 6210"/>
                <a:gd name="csY6" fmla="*/ 4777 h 6688"/>
                <a:gd name="csX7" fmla="*/ 0 w 6210"/>
                <a:gd name="csY7" fmla="*/ 2867 h 6688"/>
                <a:gd name="csX8" fmla="*/ 1433 w 6210"/>
                <a:gd name="csY8" fmla="*/ 0 h 6688"/>
                <a:gd name="csX9" fmla="*/ 1911 w 6210"/>
                <a:gd name="csY9" fmla="*/ 478 h 6688"/>
                <a:gd name="csX10" fmla="*/ 3344 w 6210"/>
                <a:gd name="csY10" fmla="*/ 478 h 6688"/>
                <a:gd name="csX11" fmla="*/ 3822 w 6210"/>
                <a:gd name="csY11" fmla="*/ 478 h 6688"/>
                <a:gd name="csX12" fmla="*/ 6211 w 6210"/>
                <a:gd name="csY12" fmla="*/ 1911 h 6688"/>
                <a:gd name="csX13" fmla="*/ 5733 w 6210"/>
                <a:gd name="csY13" fmla="*/ 2867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210" h="6688">
                  <a:moveTo>
                    <a:pt x="5733" y="2867"/>
                  </a:moveTo>
                  <a:lnTo>
                    <a:pt x="6211" y="3822"/>
                  </a:lnTo>
                  <a:lnTo>
                    <a:pt x="4777" y="5733"/>
                  </a:lnTo>
                  <a:lnTo>
                    <a:pt x="4777" y="6211"/>
                  </a:lnTo>
                  <a:lnTo>
                    <a:pt x="3822" y="6688"/>
                  </a:lnTo>
                  <a:lnTo>
                    <a:pt x="1433" y="5255"/>
                  </a:lnTo>
                  <a:lnTo>
                    <a:pt x="478" y="4777"/>
                  </a:lnTo>
                  <a:lnTo>
                    <a:pt x="0" y="2867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3344" y="478"/>
                  </a:lnTo>
                  <a:lnTo>
                    <a:pt x="3822" y="478"/>
                  </a:lnTo>
                  <a:lnTo>
                    <a:pt x="6211" y="1911"/>
                  </a:lnTo>
                  <a:lnTo>
                    <a:pt x="5733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4821D1E5-3A01-F266-861A-EBA5B2703249}"/>
                </a:ext>
              </a:extLst>
            </p:cNvPr>
            <p:cNvSpPr/>
            <p:nvPr/>
          </p:nvSpPr>
          <p:spPr>
            <a:xfrm>
              <a:off x="8299287" y="4826142"/>
              <a:ext cx="5255" cy="7165"/>
            </a:xfrm>
            <a:custGeom>
              <a:avLst/>
              <a:gdLst>
                <a:gd name="csX0" fmla="*/ 4777 w 5255"/>
                <a:gd name="csY0" fmla="*/ 1911 h 7165"/>
                <a:gd name="csX1" fmla="*/ 5255 w 5255"/>
                <a:gd name="csY1" fmla="*/ 2867 h 7165"/>
                <a:gd name="csX2" fmla="*/ 4777 w 5255"/>
                <a:gd name="csY2" fmla="*/ 6688 h 7165"/>
                <a:gd name="csX3" fmla="*/ 3344 w 5255"/>
                <a:gd name="csY3" fmla="*/ 7166 h 7165"/>
                <a:gd name="csX4" fmla="*/ 956 w 5255"/>
                <a:gd name="csY4" fmla="*/ 5255 h 7165"/>
                <a:gd name="csX5" fmla="*/ 0 w 5255"/>
                <a:gd name="csY5" fmla="*/ 3344 h 7165"/>
                <a:gd name="csX6" fmla="*/ 478 w 5255"/>
                <a:gd name="csY6" fmla="*/ 2389 h 7165"/>
                <a:gd name="csX7" fmla="*/ 956 w 5255"/>
                <a:gd name="csY7" fmla="*/ 1911 h 7165"/>
                <a:gd name="csX8" fmla="*/ 1433 w 5255"/>
                <a:gd name="csY8" fmla="*/ 1433 h 7165"/>
                <a:gd name="csX9" fmla="*/ 956 w 5255"/>
                <a:gd name="csY9" fmla="*/ 478 h 7165"/>
                <a:gd name="csX10" fmla="*/ 1911 w 5255"/>
                <a:gd name="csY10" fmla="*/ 0 h 7165"/>
                <a:gd name="csX11" fmla="*/ 3344 w 5255"/>
                <a:gd name="csY11" fmla="*/ 478 h 7165"/>
                <a:gd name="csX12" fmla="*/ 3822 w 5255"/>
                <a:gd name="csY12" fmla="*/ 1433 h 7165"/>
                <a:gd name="csX13" fmla="*/ 4777 w 5255"/>
                <a:gd name="csY13" fmla="*/ 1911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255" h="7165">
                  <a:moveTo>
                    <a:pt x="4777" y="1911"/>
                  </a:moveTo>
                  <a:lnTo>
                    <a:pt x="5255" y="2867"/>
                  </a:lnTo>
                  <a:lnTo>
                    <a:pt x="4777" y="6688"/>
                  </a:lnTo>
                  <a:lnTo>
                    <a:pt x="3344" y="7166"/>
                  </a:lnTo>
                  <a:lnTo>
                    <a:pt x="956" y="5255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956" y="1911"/>
                  </a:lnTo>
                  <a:lnTo>
                    <a:pt x="1433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3822" y="1433"/>
                  </a:lnTo>
                  <a:lnTo>
                    <a:pt x="477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8" name="Freeform 587">
              <a:extLst>
                <a:ext uri="{FF2B5EF4-FFF2-40B4-BE49-F238E27FC236}">
                  <a16:creationId xmlns:a16="http://schemas.microsoft.com/office/drawing/2014/main" id="{45865179-B731-DEA3-5429-C1851F644775}"/>
                </a:ext>
              </a:extLst>
            </p:cNvPr>
            <p:cNvSpPr/>
            <p:nvPr/>
          </p:nvSpPr>
          <p:spPr>
            <a:xfrm>
              <a:off x="8299765" y="4459246"/>
              <a:ext cx="4299" cy="7643"/>
            </a:xfrm>
            <a:custGeom>
              <a:avLst/>
              <a:gdLst>
                <a:gd name="csX0" fmla="*/ 3821 w 4299"/>
                <a:gd name="csY0" fmla="*/ 956 h 7643"/>
                <a:gd name="csX1" fmla="*/ 4299 w 4299"/>
                <a:gd name="csY1" fmla="*/ 1433 h 7643"/>
                <a:gd name="csX2" fmla="*/ 3821 w 4299"/>
                <a:gd name="csY2" fmla="*/ 1433 h 7643"/>
                <a:gd name="csX3" fmla="*/ 3821 w 4299"/>
                <a:gd name="csY3" fmla="*/ 1911 h 7643"/>
                <a:gd name="csX4" fmla="*/ 2866 w 4299"/>
                <a:gd name="csY4" fmla="*/ 2867 h 7643"/>
                <a:gd name="csX5" fmla="*/ 3821 w 4299"/>
                <a:gd name="csY5" fmla="*/ 5733 h 7643"/>
                <a:gd name="csX6" fmla="*/ 3344 w 4299"/>
                <a:gd name="csY6" fmla="*/ 7644 h 7643"/>
                <a:gd name="csX7" fmla="*/ 1910 w 4299"/>
                <a:gd name="csY7" fmla="*/ 7644 h 7643"/>
                <a:gd name="csX8" fmla="*/ 1433 w 4299"/>
                <a:gd name="csY8" fmla="*/ 7166 h 7643"/>
                <a:gd name="csX9" fmla="*/ 1910 w 4299"/>
                <a:gd name="csY9" fmla="*/ 6210 h 7643"/>
                <a:gd name="csX10" fmla="*/ 1910 w 4299"/>
                <a:gd name="csY10" fmla="*/ 6210 h 7643"/>
                <a:gd name="csX11" fmla="*/ 1910 w 4299"/>
                <a:gd name="csY11" fmla="*/ 4777 h 7643"/>
                <a:gd name="csX12" fmla="*/ 955 w 4299"/>
                <a:gd name="csY12" fmla="*/ 4300 h 7643"/>
                <a:gd name="csX13" fmla="*/ 478 w 4299"/>
                <a:gd name="csY13" fmla="*/ 2389 h 7643"/>
                <a:gd name="csX14" fmla="*/ 0 w 4299"/>
                <a:gd name="csY14" fmla="*/ 1911 h 7643"/>
                <a:gd name="csX15" fmla="*/ 0 w 4299"/>
                <a:gd name="csY15" fmla="*/ 478 h 7643"/>
                <a:gd name="csX16" fmla="*/ 2866 w 4299"/>
                <a:gd name="csY16" fmla="*/ 0 h 7643"/>
                <a:gd name="csX17" fmla="*/ 3821 w 4299"/>
                <a:gd name="csY17" fmla="*/ 956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299" h="7643">
                  <a:moveTo>
                    <a:pt x="3821" y="956"/>
                  </a:moveTo>
                  <a:lnTo>
                    <a:pt x="4299" y="1433"/>
                  </a:lnTo>
                  <a:lnTo>
                    <a:pt x="3821" y="1433"/>
                  </a:lnTo>
                  <a:lnTo>
                    <a:pt x="3821" y="1911"/>
                  </a:lnTo>
                  <a:lnTo>
                    <a:pt x="2866" y="2867"/>
                  </a:lnTo>
                  <a:lnTo>
                    <a:pt x="3821" y="5733"/>
                  </a:lnTo>
                  <a:lnTo>
                    <a:pt x="3344" y="7644"/>
                  </a:lnTo>
                  <a:lnTo>
                    <a:pt x="1910" y="7644"/>
                  </a:lnTo>
                  <a:lnTo>
                    <a:pt x="1433" y="7166"/>
                  </a:lnTo>
                  <a:lnTo>
                    <a:pt x="1910" y="6210"/>
                  </a:lnTo>
                  <a:lnTo>
                    <a:pt x="1910" y="6210"/>
                  </a:lnTo>
                  <a:lnTo>
                    <a:pt x="1910" y="4777"/>
                  </a:lnTo>
                  <a:lnTo>
                    <a:pt x="955" y="4300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2866" y="0"/>
                  </a:lnTo>
                  <a:lnTo>
                    <a:pt x="38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9" name="Freeform 588">
              <a:extLst>
                <a:ext uri="{FF2B5EF4-FFF2-40B4-BE49-F238E27FC236}">
                  <a16:creationId xmlns:a16="http://schemas.microsoft.com/office/drawing/2014/main" id="{C3CCDD8C-6E99-0674-2A6F-46FD422638CF}"/>
                </a:ext>
              </a:extLst>
            </p:cNvPr>
            <p:cNvSpPr/>
            <p:nvPr/>
          </p:nvSpPr>
          <p:spPr>
            <a:xfrm>
              <a:off x="8301198" y="4356057"/>
              <a:ext cx="2388" cy="2388"/>
            </a:xfrm>
            <a:custGeom>
              <a:avLst/>
              <a:gdLst>
                <a:gd name="csX0" fmla="*/ 2389 w 2388"/>
                <a:gd name="csY0" fmla="*/ 478 h 2388"/>
                <a:gd name="csX1" fmla="*/ 956 w 2388"/>
                <a:gd name="csY1" fmla="*/ 2389 h 2388"/>
                <a:gd name="csX2" fmla="*/ 956 w 2388"/>
                <a:gd name="csY2" fmla="*/ 2389 h 2388"/>
                <a:gd name="csX3" fmla="*/ 0 w 2388"/>
                <a:gd name="csY3" fmla="*/ 2389 h 2388"/>
                <a:gd name="csX4" fmla="*/ 956 w 2388"/>
                <a:gd name="csY4" fmla="*/ 478 h 2388"/>
                <a:gd name="csX5" fmla="*/ 1911 w 2388"/>
                <a:gd name="csY5" fmla="*/ 0 h 2388"/>
                <a:gd name="csX6" fmla="*/ 2389 w 2388"/>
                <a:gd name="csY6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2389" y="478"/>
                  </a:moveTo>
                  <a:lnTo>
                    <a:pt x="956" y="2389"/>
                  </a:lnTo>
                  <a:lnTo>
                    <a:pt x="956" y="2389"/>
                  </a:lnTo>
                  <a:lnTo>
                    <a:pt x="0" y="2389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24EF6B3E-BFA1-11E8-0244-C044A9010015}"/>
                </a:ext>
              </a:extLst>
            </p:cNvPr>
            <p:cNvSpPr/>
            <p:nvPr/>
          </p:nvSpPr>
          <p:spPr>
            <a:xfrm>
              <a:off x="8297376" y="4924077"/>
              <a:ext cx="5732" cy="3344"/>
            </a:xfrm>
            <a:custGeom>
              <a:avLst/>
              <a:gdLst>
                <a:gd name="csX0" fmla="*/ 5733 w 5732"/>
                <a:gd name="csY0" fmla="*/ 478 h 3344"/>
                <a:gd name="csX1" fmla="*/ 5255 w 5732"/>
                <a:gd name="csY1" fmla="*/ 1911 h 3344"/>
                <a:gd name="csX2" fmla="*/ 3344 w 5732"/>
                <a:gd name="csY2" fmla="*/ 2867 h 3344"/>
                <a:gd name="csX3" fmla="*/ 2389 w 5732"/>
                <a:gd name="csY3" fmla="*/ 3344 h 3344"/>
                <a:gd name="csX4" fmla="*/ 478 w 5732"/>
                <a:gd name="csY4" fmla="*/ 2867 h 3344"/>
                <a:gd name="csX5" fmla="*/ 0 w 5732"/>
                <a:gd name="csY5" fmla="*/ 2389 h 3344"/>
                <a:gd name="csX6" fmla="*/ 1910 w 5732"/>
                <a:gd name="csY6" fmla="*/ 1433 h 3344"/>
                <a:gd name="csX7" fmla="*/ 2866 w 5732"/>
                <a:gd name="csY7" fmla="*/ 0 h 3344"/>
                <a:gd name="csX8" fmla="*/ 4777 w 5732"/>
                <a:gd name="csY8" fmla="*/ 0 h 3344"/>
                <a:gd name="csX9" fmla="*/ 5733 w 5732"/>
                <a:gd name="csY9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3344">
                  <a:moveTo>
                    <a:pt x="5733" y="478"/>
                  </a:moveTo>
                  <a:lnTo>
                    <a:pt x="5255" y="1911"/>
                  </a:lnTo>
                  <a:lnTo>
                    <a:pt x="3344" y="2867"/>
                  </a:lnTo>
                  <a:lnTo>
                    <a:pt x="2389" y="3344"/>
                  </a:lnTo>
                  <a:lnTo>
                    <a:pt x="478" y="2867"/>
                  </a:lnTo>
                  <a:lnTo>
                    <a:pt x="0" y="2389"/>
                  </a:lnTo>
                  <a:lnTo>
                    <a:pt x="1910" y="1433"/>
                  </a:lnTo>
                  <a:lnTo>
                    <a:pt x="2866" y="0"/>
                  </a:lnTo>
                  <a:lnTo>
                    <a:pt x="4777" y="0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7F596FDA-3CDB-4A48-D70C-FDAD2981483D}"/>
                </a:ext>
              </a:extLst>
            </p:cNvPr>
            <p:cNvSpPr/>
            <p:nvPr/>
          </p:nvSpPr>
          <p:spPr>
            <a:xfrm>
              <a:off x="8299765" y="4384720"/>
              <a:ext cx="3343" cy="3344"/>
            </a:xfrm>
            <a:custGeom>
              <a:avLst/>
              <a:gdLst>
                <a:gd name="csX0" fmla="*/ 2389 w 3343"/>
                <a:gd name="csY0" fmla="*/ 0 h 3344"/>
                <a:gd name="csX1" fmla="*/ 3344 w 3343"/>
                <a:gd name="csY1" fmla="*/ 956 h 3344"/>
                <a:gd name="csX2" fmla="*/ 1910 w 3343"/>
                <a:gd name="csY2" fmla="*/ 1911 h 3344"/>
                <a:gd name="csX3" fmla="*/ 478 w 3343"/>
                <a:gd name="csY3" fmla="*/ 3344 h 3344"/>
                <a:gd name="csX4" fmla="*/ 0 w 3343"/>
                <a:gd name="csY4" fmla="*/ 2866 h 3344"/>
                <a:gd name="csX5" fmla="*/ 478 w 3343"/>
                <a:gd name="csY5" fmla="*/ 1433 h 3344"/>
                <a:gd name="csX6" fmla="*/ 478 w 3343"/>
                <a:gd name="csY6" fmla="*/ 956 h 3344"/>
                <a:gd name="csX7" fmla="*/ 955 w 3343"/>
                <a:gd name="csY7" fmla="*/ 0 h 3344"/>
                <a:gd name="csX8" fmla="*/ 2389 w 3343"/>
                <a:gd name="csY8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3344">
                  <a:moveTo>
                    <a:pt x="2389" y="0"/>
                  </a:moveTo>
                  <a:lnTo>
                    <a:pt x="3344" y="956"/>
                  </a:lnTo>
                  <a:lnTo>
                    <a:pt x="1910" y="1911"/>
                  </a:lnTo>
                  <a:lnTo>
                    <a:pt x="478" y="3344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478" y="956"/>
                  </a:lnTo>
                  <a:lnTo>
                    <a:pt x="955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D7A3B381-3D1F-5A3D-AB97-8496DF1C7A12}"/>
                </a:ext>
              </a:extLst>
            </p:cNvPr>
            <p:cNvSpPr/>
            <p:nvPr/>
          </p:nvSpPr>
          <p:spPr>
            <a:xfrm>
              <a:off x="8264891" y="4261944"/>
              <a:ext cx="36784" cy="66404"/>
            </a:xfrm>
            <a:custGeom>
              <a:avLst/>
              <a:gdLst>
                <a:gd name="csX0" fmla="*/ 36307 w 36784"/>
                <a:gd name="csY0" fmla="*/ 4300 h 66404"/>
                <a:gd name="csX1" fmla="*/ 36785 w 36784"/>
                <a:gd name="csY1" fmla="*/ 6210 h 66404"/>
                <a:gd name="csX2" fmla="*/ 35352 w 36784"/>
                <a:gd name="csY2" fmla="*/ 7644 h 66404"/>
                <a:gd name="csX3" fmla="*/ 34874 w 36784"/>
                <a:gd name="csY3" fmla="*/ 9077 h 66404"/>
                <a:gd name="csX4" fmla="*/ 34396 w 36784"/>
                <a:gd name="csY4" fmla="*/ 10510 h 66404"/>
                <a:gd name="csX5" fmla="*/ 34874 w 36784"/>
                <a:gd name="csY5" fmla="*/ 12899 h 66404"/>
                <a:gd name="csX6" fmla="*/ 34874 w 36784"/>
                <a:gd name="csY6" fmla="*/ 14809 h 66404"/>
                <a:gd name="csX7" fmla="*/ 32963 w 36784"/>
                <a:gd name="csY7" fmla="*/ 20065 h 66404"/>
                <a:gd name="csX8" fmla="*/ 31052 w 36784"/>
                <a:gd name="csY8" fmla="*/ 22931 h 66404"/>
                <a:gd name="csX9" fmla="*/ 30575 w 36784"/>
                <a:gd name="csY9" fmla="*/ 24364 h 66404"/>
                <a:gd name="csX10" fmla="*/ 30097 w 36784"/>
                <a:gd name="csY10" fmla="*/ 28186 h 66404"/>
                <a:gd name="csX11" fmla="*/ 28664 w 36784"/>
                <a:gd name="csY11" fmla="*/ 32008 h 66404"/>
                <a:gd name="csX12" fmla="*/ 27709 w 36784"/>
                <a:gd name="csY12" fmla="*/ 36785 h 66404"/>
                <a:gd name="csX13" fmla="*/ 26275 w 36784"/>
                <a:gd name="csY13" fmla="*/ 42040 h 66404"/>
                <a:gd name="csX14" fmla="*/ 25320 w 36784"/>
                <a:gd name="csY14" fmla="*/ 43951 h 66404"/>
                <a:gd name="csX15" fmla="*/ 24364 w 36784"/>
                <a:gd name="csY15" fmla="*/ 45862 h 66404"/>
                <a:gd name="csX16" fmla="*/ 21498 w 36784"/>
                <a:gd name="csY16" fmla="*/ 49684 h 66404"/>
                <a:gd name="csX17" fmla="*/ 18632 w 36784"/>
                <a:gd name="csY17" fmla="*/ 52550 h 66404"/>
                <a:gd name="csX18" fmla="*/ 17198 w 36784"/>
                <a:gd name="csY18" fmla="*/ 54939 h 66404"/>
                <a:gd name="csX19" fmla="*/ 16243 w 36784"/>
                <a:gd name="csY19" fmla="*/ 57328 h 66404"/>
                <a:gd name="csX20" fmla="*/ 16243 w 36784"/>
                <a:gd name="csY20" fmla="*/ 59716 h 66404"/>
                <a:gd name="csX21" fmla="*/ 16243 w 36784"/>
                <a:gd name="csY21" fmla="*/ 62105 h 66404"/>
                <a:gd name="csX22" fmla="*/ 15765 w 36784"/>
                <a:gd name="csY22" fmla="*/ 64016 h 66404"/>
                <a:gd name="csX23" fmla="*/ 15287 w 36784"/>
                <a:gd name="csY23" fmla="*/ 66405 h 66404"/>
                <a:gd name="csX24" fmla="*/ 13377 w 36784"/>
                <a:gd name="csY24" fmla="*/ 65449 h 66404"/>
                <a:gd name="csX25" fmla="*/ 12421 w 36784"/>
                <a:gd name="csY25" fmla="*/ 64016 h 66404"/>
                <a:gd name="csX26" fmla="*/ 11943 w 36784"/>
                <a:gd name="csY26" fmla="*/ 61627 h 66404"/>
                <a:gd name="csX27" fmla="*/ 10510 w 36784"/>
                <a:gd name="csY27" fmla="*/ 58761 h 66404"/>
                <a:gd name="csX28" fmla="*/ 10032 w 36784"/>
                <a:gd name="csY28" fmla="*/ 57805 h 66404"/>
                <a:gd name="csX29" fmla="*/ 8121 w 36784"/>
                <a:gd name="csY29" fmla="*/ 56372 h 66404"/>
                <a:gd name="csX30" fmla="*/ 6211 w 36784"/>
                <a:gd name="csY30" fmla="*/ 55417 h 66404"/>
                <a:gd name="csX31" fmla="*/ 5255 w 36784"/>
                <a:gd name="csY31" fmla="*/ 53983 h 66404"/>
                <a:gd name="csX32" fmla="*/ 3822 w 36784"/>
                <a:gd name="csY32" fmla="*/ 52550 h 66404"/>
                <a:gd name="csX33" fmla="*/ 3344 w 36784"/>
                <a:gd name="csY33" fmla="*/ 50639 h 66404"/>
                <a:gd name="csX34" fmla="*/ 1433 w 36784"/>
                <a:gd name="csY34" fmla="*/ 45862 h 66404"/>
                <a:gd name="csX35" fmla="*/ 955 w 36784"/>
                <a:gd name="csY35" fmla="*/ 44429 h 66404"/>
                <a:gd name="csX36" fmla="*/ 478 w 36784"/>
                <a:gd name="csY36" fmla="*/ 43473 h 66404"/>
                <a:gd name="csX37" fmla="*/ 0 w 36784"/>
                <a:gd name="csY37" fmla="*/ 42518 h 66404"/>
                <a:gd name="csX38" fmla="*/ 478 w 36784"/>
                <a:gd name="csY38" fmla="*/ 41085 h 66404"/>
                <a:gd name="csX39" fmla="*/ 955 w 36784"/>
                <a:gd name="csY39" fmla="*/ 39174 h 66404"/>
                <a:gd name="csX40" fmla="*/ 1433 w 36784"/>
                <a:gd name="csY40" fmla="*/ 37263 h 66404"/>
                <a:gd name="csX41" fmla="*/ 955 w 36784"/>
                <a:gd name="csY41" fmla="*/ 34874 h 66404"/>
                <a:gd name="csX42" fmla="*/ 1433 w 36784"/>
                <a:gd name="csY42" fmla="*/ 32486 h 66404"/>
                <a:gd name="csX43" fmla="*/ 1911 w 36784"/>
                <a:gd name="csY43" fmla="*/ 31052 h 66404"/>
                <a:gd name="csX44" fmla="*/ 10988 w 36784"/>
                <a:gd name="csY44" fmla="*/ 16243 h 66404"/>
                <a:gd name="csX45" fmla="*/ 13854 w 36784"/>
                <a:gd name="csY45" fmla="*/ 12899 h 66404"/>
                <a:gd name="csX46" fmla="*/ 15287 w 36784"/>
                <a:gd name="csY46" fmla="*/ 10988 h 66404"/>
                <a:gd name="csX47" fmla="*/ 16721 w 36784"/>
                <a:gd name="csY47" fmla="*/ 9555 h 66404"/>
                <a:gd name="csX48" fmla="*/ 17676 w 36784"/>
                <a:gd name="csY48" fmla="*/ 7166 h 66404"/>
                <a:gd name="csX49" fmla="*/ 19109 w 36784"/>
                <a:gd name="csY49" fmla="*/ 4777 h 66404"/>
                <a:gd name="csX50" fmla="*/ 20543 w 36784"/>
                <a:gd name="csY50" fmla="*/ 4300 h 66404"/>
                <a:gd name="csX51" fmla="*/ 25798 w 36784"/>
                <a:gd name="csY51" fmla="*/ 2389 h 66404"/>
                <a:gd name="csX52" fmla="*/ 27230 w 36784"/>
                <a:gd name="csY52" fmla="*/ 478 h 66404"/>
                <a:gd name="csX53" fmla="*/ 28664 w 36784"/>
                <a:gd name="csY53" fmla="*/ 0 h 66404"/>
                <a:gd name="csX54" fmla="*/ 30097 w 36784"/>
                <a:gd name="csY54" fmla="*/ 0 h 66404"/>
                <a:gd name="csX55" fmla="*/ 31052 w 36784"/>
                <a:gd name="csY55" fmla="*/ 956 h 66404"/>
                <a:gd name="csX56" fmla="*/ 32008 w 36784"/>
                <a:gd name="csY56" fmla="*/ 1911 h 66404"/>
                <a:gd name="csX57" fmla="*/ 32963 w 36784"/>
                <a:gd name="csY57" fmla="*/ 2389 h 66404"/>
                <a:gd name="csX58" fmla="*/ 35352 w 36784"/>
                <a:gd name="csY58" fmla="*/ 3344 h 66404"/>
                <a:gd name="csX59" fmla="*/ 36307 w 36784"/>
                <a:gd name="csY59" fmla="*/ 4300 h 66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36784" h="66404">
                  <a:moveTo>
                    <a:pt x="36307" y="4300"/>
                  </a:moveTo>
                  <a:lnTo>
                    <a:pt x="36785" y="6210"/>
                  </a:lnTo>
                  <a:lnTo>
                    <a:pt x="35352" y="7644"/>
                  </a:lnTo>
                  <a:lnTo>
                    <a:pt x="34874" y="9077"/>
                  </a:lnTo>
                  <a:lnTo>
                    <a:pt x="34396" y="10510"/>
                  </a:lnTo>
                  <a:lnTo>
                    <a:pt x="34874" y="12899"/>
                  </a:lnTo>
                  <a:lnTo>
                    <a:pt x="34874" y="14809"/>
                  </a:lnTo>
                  <a:lnTo>
                    <a:pt x="32963" y="20065"/>
                  </a:lnTo>
                  <a:lnTo>
                    <a:pt x="31052" y="22931"/>
                  </a:lnTo>
                  <a:lnTo>
                    <a:pt x="30575" y="24364"/>
                  </a:lnTo>
                  <a:lnTo>
                    <a:pt x="30097" y="28186"/>
                  </a:lnTo>
                  <a:lnTo>
                    <a:pt x="28664" y="32008"/>
                  </a:lnTo>
                  <a:lnTo>
                    <a:pt x="27709" y="36785"/>
                  </a:lnTo>
                  <a:lnTo>
                    <a:pt x="26275" y="42040"/>
                  </a:lnTo>
                  <a:lnTo>
                    <a:pt x="25320" y="43951"/>
                  </a:lnTo>
                  <a:lnTo>
                    <a:pt x="24364" y="45862"/>
                  </a:lnTo>
                  <a:lnTo>
                    <a:pt x="21498" y="49684"/>
                  </a:lnTo>
                  <a:lnTo>
                    <a:pt x="18632" y="52550"/>
                  </a:lnTo>
                  <a:lnTo>
                    <a:pt x="17198" y="54939"/>
                  </a:lnTo>
                  <a:lnTo>
                    <a:pt x="16243" y="57328"/>
                  </a:lnTo>
                  <a:lnTo>
                    <a:pt x="16243" y="59716"/>
                  </a:lnTo>
                  <a:lnTo>
                    <a:pt x="16243" y="62105"/>
                  </a:lnTo>
                  <a:lnTo>
                    <a:pt x="15765" y="64016"/>
                  </a:lnTo>
                  <a:lnTo>
                    <a:pt x="15287" y="66405"/>
                  </a:lnTo>
                  <a:lnTo>
                    <a:pt x="13377" y="65449"/>
                  </a:lnTo>
                  <a:lnTo>
                    <a:pt x="12421" y="64016"/>
                  </a:lnTo>
                  <a:lnTo>
                    <a:pt x="11943" y="61627"/>
                  </a:lnTo>
                  <a:lnTo>
                    <a:pt x="10510" y="58761"/>
                  </a:lnTo>
                  <a:lnTo>
                    <a:pt x="10032" y="57805"/>
                  </a:lnTo>
                  <a:lnTo>
                    <a:pt x="8121" y="56372"/>
                  </a:lnTo>
                  <a:lnTo>
                    <a:pt x="6211" y="55417"/>
                  </a:lnTo>
                  <a:lnTo>
                    <a:pt x="5255" y="53983"/>
                  </a:lnTo>
                  <a:lnTo>
                    <a:pt x="3822" y="52550"/>
                  </a:lnTo>
                  <a:lnTo>
                    <a:pt x="3344" y="50639"/>
                  </a:lnTo>
                  <a:lnTo>
                    <a:pt x="1433" y="45862"/>
                  </a:lnTo>
                  <a:lnTo>
                    <a:pt x="955" y="44429"/>
                  </a:lnTo>
                  <a:lnTo>
                    <a:pt x="478" y="43473"/>
                  </a:lnTo>
                  <a:lnTo>
                    <a:pt x="0" y="42518"/>
                  </a:lnTo>
                  <a:lnTo>
                    <a:pt x="478" y="41085"/>
                  </a:lnTo>
                  <a:lnTo>
                    <a:pt x="955" y="39174"/>
                  </a:lnTo>
                  <a:lnTo>
                    <a:pt x="1433" y="37263"/>
                  </a:lnTo>
                  <a:lnTo>
                    <a:pt x="955" y="34874"/>
                  </a:lnTo>
                  <a:lnTo>
                    <a:pt x="1433" y="32486"/>
                  </a:lnTo>
                  <a:lnTo>
                    <a:pt x="1911" y="31052"/>
                  </a:lnTo>
                  <a:lnTo>
                    <a:pt x="10988" y="16243"/>
                  </a:lnTo>
                  <a:lnTo>
                    <a:pt x="13854" y="12899"/>
                  </a:lnTo>
                  <a:lnTo>
                    <a:pt x="15287" y="10988"/>
                  </a:lnTo>
                  <a:lnTo>
                    <a:pt x="16721" y="9555"/>
                  </a:lnTo>
                  <a:lnTo>
                    <a:pt x="17676" y="7166"/>
                  </a:lnTo>
                  <a:lnTo>
                    <a:pt x="19109" y="4777"/>
                  </a:lnTo>
                  <a:lnTo>
                    <a:pt x="20543" y="4300"/>
                  </a:lnTo>
                  <a:lnTo>
                    <a:pt x="25798" y="2389"/>
                  </a:lnTo>
                  <a:lnTo>
                    <a:pt x="27230" y="478"/>
                  </a:lnTo>
                  <a:lnTo>
                    <a:pt x="28664" y="0"/>
                  </a:lnTo>
                  <a:lnTo>
                    <a:pt x="30097" y="0"/>
                  </a:lnTo>
                  <a:lnTo>
                    <a:pt x="31052" y="956"/>
                  </a:lnTo>
                  <a:lnTo>
                    <a:pt x="32008" y="1911"/>
                  </a:lnTo>
                  <a:lnTo>
                    <a:pt x="32963" y="2389"/>
                  </a:lnTo>
                  <a:lnTo>
                    <a:pt x="35352" y="3344"/>
                  </a:lnTo>
                  <a:lnTo>
                    <a:pt x="36307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883FBC32-FA48-0F26-DAD8-6BCA398485A0}"/>
                </a:ext>
              </a:extLst>
            </p:cNvPr>
            <p:cNvSpPr/>
            <p:nvPr/>
          </p:nvSpPr>
          <p:spPr>
            <a:xfrm>
              <a:off x="8296421" y="4742062"/>
              <a:ext cx="4777" cy="1911"/>
            </a:xfrm>
            <a:custGeom>
              <a:avLst/>
              <a:gdLst>
                <a:gd name="csX0" fmla="*/ 4777 w 4777"/>
                <a:gd name="csY0" fmla="*/ 478 h 1911"/>
                <a:gd name="csX1" fmla="*/ 4300 w 4777"/>
                <a:gd name="csY1" fmla="*/ 1433 h 1911"/>
                <a:gd name="csX2" fmla="*/ 3822 w 4777"/>
                <a:gd name="csY2" fmla="*/ 1433 h 1911"/>
                <a:gd name="csX3" fmla="*/ 1911 w 4777"/>
                <a:gd name="csY3" fmla="*/ 1433 h 1911"/>
                <a:gd name="csX4" fmla="*/ 956 w 4777"/>
                <a:gd name="csY4" fmla="*/ 1433 h 1911"/>
                <a:gd name="csX5" fmla="*/ 478 w 4777"/>
                <a:gd name="csY5" fmla="*/ 1911 h 1911"/>
                <a:gd name="csX6" fmla="*/ 0 w 4777"/>
                <a:gd name="csY6" fmla="*/ 1911 h 1911"/>
                <a:gd name="csX7" fmla="*/ 0 w 4777"/>
                <a:gd name="csY7" fmla="*/ 956 h 1911"/>
                <a:gd name="csX8" fmla="*/ 1911 w 4777"/>
                <a:gd name="csY8" fmla="*/ 0 h 1911"/>
                <a:gd name="csX9" fmla="*/ 2866 w 4777"/>
                <a:gd name="csY9" fmla="*/ 0 h 1911"/>
                <a:gd name="csX10" fmla="*/ 3822 w 4777"/>
                <a:gd name="csY10" fmla="*/ 0 h 1911"/>
                <a:gd name="csX11" fmla="*/ 4777 w 4777"/>
                <a:gd name="csY11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77" h="1911">
                  <a:moveTo>
                    <a:pt x="4777" y="478"/>
                  </a:moveTo>
                  <a:lnTo>
                    <a:pt x="4300" y="1433"/>
                  </a:lnTo>
                  <a:lnTo>
                    <a:pt x="3822" y="1433"/>
                  </a:lnTo>
                  <a:lnTo>
                    <a:pt x="1911" y="1433"/>
                  </a:lnTo>
                  <a:lnTo>
                    <a:pt x="956" y="1433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2866" y="0"/>
                  </a:lnTo>
                  <a:lnTo>
                    <a:pt x="3822" y="0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42DCD089-9351-DEEA-5447-F3BAC7FD74EC}"/>
                </a:ext>
              </a:extLst>
            </p:cNvPr>
            <p:cNvSpPr/>
            <p:nvPr/>
          </p:nvSpPr>
          <p:spPr>
            <a:xfrm>
              <a:off x="8298809" y="4349368"/>
              <a:ext cx="1911" cy="2388"/>
            </a:xfrm>
            <a:custGeom>
              <a:avLst/>
              <a:gdLst>
                <a:gd name="csX0" fmla="*/ 1911 w 1911"/>
                <a:gd name="csY0" fmla="*/ 0 h 2388"/>
                <a:gd name="csX1" fmla="*/ 1911 w 1911"/>
                <a:gd name="csY1" fmla="*/ 956 h 2388"/>
                <a:gd name="csX2" fmla="*/ 1911 w 1911"/>
                <a:gd name="csY2" fmla="*/ 956 h 2388"/>
                <a:gd name="csX3" fmla="*/ 956 w 1911"/>
                <a:gd name="csY3" fmla="*/ 2389 h 2388"/>
                <a:gd name="csX4" fmla="*/ 0 w 1911"/>
                <a:gd name="csY4" fmla="*/ 2389 h 2388"/>
                <a:gd name="csX5" fmla="*/ 478 w 1911"/>
                <a:gd name="csY5" fmla="*/ 1911 h 2388"/>
                <a:gd name="csX6" fmla="*/ 1433 w 1911"/>
                <a:gd name="csY6" fmla="*/ 0 h 2388"/>
                <a:gd name="csX7" fmla="*/ 1911 w 1911"/>
                <a:gd name="csY7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2388">
                  <a:moveTo>
                    <a:pt x="1911" y="0"/>
                  </a:moveTo>
                  <a:lnTo>
                    <a:pt x="1911" y="956"/>
                  </a:lnTo>
                  <a:lnTo>
                    <a:pt x="1911" y="956"/>
                  </a:lnTo>
                  <a:lnTo>
                    <a:pt x="956" y="2389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866CAE27-A5C4-8D87-432B-EC9C8D41306E}"/>
                </a:ext>
              </a:extLst>
            </p:cNvPr>
            <p:cNvSpPr/>
            <p:nvPr/>
          </p:nvSpPr>
          <p:spPr>
            <a:xfrm>
              <a:off x="8287344" y="4127224"/>
              <a:ext cx="12899" cy="7643"/>
            </a:xfrm>
            <a:custGeom>
              <a:avLst/>
              <a:gdLst>
                <a:gd name="csX0" fmla="*/ 12899 w 12899"/>
                <a:gd name="csY0" fmla="*/ 6210 h 7643"/>
                <a:gd name="csX1" fmla="*/ 12899 w 12899"/>
                <a:gd name="csY1" fmla="*/ 6688 h 7643"/>
                <a:gd name="csX2" fmla="*/ 11466 w 12899"/>
                <a:gd name="csY2" fmla="*/ 7644 h 7643"/>
                <a:gd name="csX3" fmla="*/ 6211 w 12899"/>
                <a:gd name="csY3" fmla="*/ 5733 h 7643"/>
                <a:gd name="csX4" fmla="*/ 2867 w 12899"/>
                <a:gd name="csY4" fmla="*/ 3822 h 7643"/>
                <a:gd name="csX5" fmla="*/ 478 w 12899"/>
                <a:gd name="csY5" fmla="*/ 1433 h 7643"/>
                <a:gd name="csX6" fmla="*/ 0 w 12899"/>
                <a:gd name="csY6" fmla="*/ 0 h 7643"/>
                <a:gd name="csX7" fmla="*/ 2867 w 12899"/>
                <a:gd name="csY7" fmla="*/ 478 h 7643"/>
                <a:gd name="csX8" fmla="*/ 5255 w 12899"/>
                <a:gd name="csY8" fmla="*/ 1433 h 7643"/>
                <a:gd name="csX9" fmla="*/ 5733 w 12899"/>
                <a:gd name="csY9" fmla="*/ 2389 h 7643"/>
                <a:gd name="csX10" fmla="*/ 6688 w 12899"/>
                <a:gd name="csY10" fmla="*/ 2867 h 7643"/>
                <a:gd name="csX11" fmla="*/ 7166 w 12899"/>
                <a:gd name="csY11" fmla="*/ 3822 h 7643"/>
                <a:gd name="csX12" fmla="*/ 11943 w 12899"/>
                <a:gd name="csY12" fmla="*/ 5733 h 7643"/>
                <a:gd name="csX13" fmla="*/ 12899 w 12899"/>
                <a:gd name="csY13" fmla="*/ 621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899" h="7643">
                  <a:moveTo>
                    <a:pt x="12899" y="6210"/>
                  </a:moveTo>
                  <a:lnTo>
                    <a:pt x="12899" y="6688"/>
                  </a:lnTo>
                  <a:lnTo>
                    <a:pt x="11466" y="7644"/>
                  </a:lnTo>
                  <a:lnTo>
                    <a:pt x="6211" y="5733"/>
                  </a:lnTo>
                  <a:lnTo>
                    <a:pt x="2867" y="3822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2867" y="478"/>
                  </a:lnTo>
                  <a:lnTo>
                    <a:pt x="5255" y="1433"/>
                  </a:lnTo>
                  <a:lnTo>
                    <a:pt x="5733" y="2389"/>
                  </a:lnTo>
                  <a:lnTo>
                    <a:pt x="6688" y="2867"/>
                  </a:lnTo>
                  <a:lnTo>
                    <a:pt x="7166" y="3822"/>
                  </a:lnTo>
                  <a:lnTo>
                    <a:pt x="11943" y="5733"/>
                  </a:lnTo>
                  <a:lnTo>
                    <a:pt x="12899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3984A041-A21F-D6C0-755A-AC419A075E2D}"/>
                </a:ext>
              </a:extLst>
            </p:cNvPr>
            <p:cNvSpPr/>
            <p:nvPr/>
          </p:nvSpPr>
          <p:spPr>
            <a:xfrm>
              <a:off x="8270146" y="4487910"/>
              <a:ext cx="23886" cy="24364"/>
            </a:xfrm>
            <a:custGeom>
              <a:avLst/>
              <a:gdLst>
                <a:gd name="csX0" fmla="*/ 22454 w 23886"/>
                <a:gd name="csY0" fmla="*/ 12899 h 24364"/>
                <a:gd name="csX1" fmla="*/ 23886 w 23886"/>
                <a:gd name="csY1" fmla="*/ 16243 h 24364"/>
                <a:gd name="csX2" fmla="*/ 23409 w 23886"/>
                <a:gd name="csY2" fmla="*/ 17198 h 24364"/>
                <a:gd name="csX3" fmla="*/ 22454 w 23886"/>
                <a:gd name="csY3" fmla="*/ 18632 h 24364"/>
                <a:gd name="csX4" fmla="*/ 21498 w 23886"/>
                <a:gd name="csY4" fmla="*/ 20542 h 24364"/>
                <a:gd name="csX5" fmla="*/ 21498 w 23886"/>
                <a:gd name="csY5" fmla="*/ 21020 h 24364"/>
                <a:gd name="csX6" fmla="*/ 21020 w 23886"/>
                <a:gd name="csY6" fmla="*/ 21498 h 24364"/>
                <a:gd name="csX7" fmla="*/ 21020 w 23886"/>
                <a:gd name="csY7" fmla="*/ 22453 h 24364"/>
                <a:gd name="csX8" fmla="*/ 20065 w 23886"/>
                <a:gd name="csY8" fmla="*/ 22453 h 24364"/>
                <a:gd name="csX9" fmla="*/ 19587 w 23886"/>
                <a:gd name="csY9" fmla="*/ 22453 h 24364"/>
                <a:gd name="csX10" fmla="*/ 19109 w 23886"/>
                <a:gd name="csY10" fmla="*/ 22931 h 24364"/>
                <a:gd name="csX11" fmla="*/ 17676 w 23886"/>
                <a:gd name="csY11" fmla="*/ 24364 h 24364"/>
                <a:gd name="csX12" fmla="*/ 16243 w 23886"/>
                <a:gd name="csY12" fmla="*/ 23886 h 24364"/>
                <a:gd name="csX13" fmla="*/ 15288 w 23886"/>
                <a:gd name="csY13" fmla="*/ 23409 h 24364"/>
                <a:gd name="csX14" fmla="*/ 15288 w 23886"/>
                <a:gd name="csY14" fmla="*/ 22453 h 24364"/>
                <a:gd name="csX15" fmla="*/ 14809 w 23886"/>
                <a:gd name="csY15" fmla="*/ 21976 h 24364"/>
                <a:gd name="csX16" fmla="*/ 14332 w 23886"/>
                <a:gd name="csY16" fmla="*/ 21498 h 24364"/>
                <a:gd name="csX17" fmla="*/ 12421 w 23886"/>
                <a:gd name="csY17" fmla="*/ 20065 h 24364"/>
                <a:gd name="csX18" fmla="*/ 11466 w 23886"/>
                <a:gd name="csY18" fmla="*/ 18632 h 24364"/>
                <a:gd name="csX19" fmla="*/ 11466 w 23886"/>
                <a:gd name="csY19" fmla="*/ 17198 h 24364"/>
                <a:gd name="csX20" fmla="*/ 10988 w 23886"/>
                <a:gd name="csY20" fmla="*/ 16243 h 24364"/>
                <a:gd name="csX21" fmla="*/ 10510 w 23886"/>
                <a:gd name="csY21" fmla="*/ 15287 h 24364"/>
                <a:gd name="csX22" fmla="*/ 9077 w 23886"/>
                <a:gd name="csY22" fmla="*/ 14332 h 24364"/>
                <a:gd name="csX23" fmla="*/ 8599 w 23886"/>
                <a:gd name="csY23" fmla="*/ 13376 h 24364"/>
                <a:gd name="csX24" fmla="*/ 8599 w 23886"/>
                <a:gd name="csY24" fmla="*/ 12421 h 24364"/>
                <a:gd name="csX25" fmla="*/ 8599 w 23886"/>
                <a:gd name="csY25" fmla="*/ 10032 h 24364"/>
                <a:gd name="csX26" fmla="*/ 6688 w 23886"/>
                <a:gd name="csY26" fmla="*/ 7166 h 24364"/>
                <a:gd name="csX27" fmla="*/ 6211 w 23886"/>
                <a:gd name="csY27" fmla="*/ 6688 h 24364"/>
                <a:gd name="csX28" fmla="*/ 4777 w 23886"/>
                <a:gd name="csY28" fmla="*/ 5733 h 24364"/>
                <a:gd name="csX29" fmla="*/ 3344 w 23886"/>
                <a:gd name="csY29" fmla="*/ 4777 h 24364"/>
                <a:gd name="csX30" fmla="*/ 2866 w 23886"/>
                <a:gd name="csY30" fmla="*/ 3822 h 24364"/>
                <a:gd name="csX31" fmla="*/ 2389 w 23886"/>
                <a:gd name="csY31" fmla="*/ 2389 h 24364"/>
                <a:gd name="csX32" fmla="*/ 1911 w 23886"/>
                <a:gd name="csY32" fmla="*/ 1911 h 24364"/>
                <a:gd name="csX33" fmla="*/ 956 w 23886"/>
                <a:gd name="csY33" fmla="*/ 2389 h 24364"/>
                <a:gd name="csX34" fmla="*/ 0 w 23886"/>
                <a:gd name="csY34" fmla="*/ 1911 h 24364"/>
                <a:gd name="csX35" fmla="*/ 478 w 23886"/>
                <a:gd name="csY35" fmla="*/ 956 h 24364"/>
                <a:gd name="csX36" fmla="*/ 1433 w 23886"/>
                <a:gd name="csY36" fmla="*/ 0 h 24364"/>
                <a:gd name="csX37" fmla="*/ 2389 w 23886"/>
                <a:gd name="csY37" fmla="*/ 0 h 24364"/>
                <a:gd name="csX38" fmla="*/ 6211 w 23886"/>
                <a:gd name="csY38" fmla="*/ 478 h 24364"/>
                <a:gd name="csX39" fmla="*/ 7166 w 23886"/>
                <a:gd name="csY39" fmla="*/ 956 h 24364"/>
                <a:gd name="csX40" fmla="*/ 8122 w 23886"/>
                <a:gd name="csY40" fmla="*/ 956 h 24364"/>
                <a:gd name="csX41" fmla="*/ 11466 w 23886"/>
                <a:gd name="csY41" fmla="*/ 478 h 24364"/>
                <a:gd name="csX42" fmla="*/ 12899 w 23886"/>
                <a:gd name="csY42" fmla="*/ 478 h 24364"/>
                <a:gd name="csX43" fmla="*/ 13854 w 23886"/>
                <a:gd name="csY43" fmla="*/ 1911 h 24364"/>
                <a:gd name="csX44" fmla="*/ 14809 w 23886"/>
                <a:gd name="csY44" fmla="*/ 1911 h 24364"/>
                <a:gd name="csX45" fmla="*/ 15765 w 23886"/>
                <a:gd name="csY45" fmla="*/ 2389 h 24364"/>
                <a:gd name="csX46" fmla="*/ 17198 w 23886"/>
                <a:gd name="csY46" fmla="*/ 1433 h 24364"/>
                <a:gd name="csX47" fmla="*/ 18632 w 23886"/>
                <a:gd name="csY47" fmla="*/ 2867 h 24364"/>
                <a:gd name="csX48" fmla="*/ 20065 w 23886"/>
                <a:gd name="csY48" fmla="*/ 4777 h 24364"/>
                <a:gd name="csX49" fmla="*/ 21975 w 23886"/>
                <a:gd name="csY49" fmla="*/ 6210 h 24364"/>
                <a:gd name="csX50" fmla="*/ 23409 w 23886"/>
                <a:gd name="csY50" fmla="*/ 7166 h 24364"/>
                <a:gd name="csX51" fmla="*/ 23886 w 23886"/>
                <a:gd name="csY51" fmla="*/ 8121 h 24364"/>
                <a:gd name="csX52" fmla="*/ 22931 w 23886"/>
                <a:gd name="csY52" fmla="*/ 9555 h 24364"/>
                <a:gd name="csX53" fmla="*/ 22454 w 23886"/>
                <a:gd name="csY53" fmla="*/ 10988 h 24364"/>
                <a:gd name="csX54" fmla="*/ 22454 w 23886"/>
                <a:gd name="csY54" fmla="*/ 12899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23886" h="24364">
                  <a:moveTo>
                    <a:pt x="22454" y="12899"/>
                  </a:moveTo>
                  <a:lnTo>
                    <a:pt x="23886" y="16243"/>
                  </a:lnTo>
                  <a:lnTo>
                    <a:pt x="23409" y="17198"/>
                  </a:lnTo>
                  <a:lnTo>
                    <a:pt x="22454" y="18632"/>
                  </a:lnTo>
                  <a:lnTo>
                    <a:pt x="21498" y="20542"/>
                  </a:lnTo>
                  <a:lnTo>
                    <a:pt x="21498" y="21020"/>
                  </a:lnTo>
                  <a:lnTo>
                    <a:pt x="21020" y="21498"/>
                  </a:lnTo>
                  <a:lnTo>
                    <a:pt x="21020" y="22453"/>
                  </a:lnTo>
                  <a:lnTo>
                    <a:pt x="20065" y="22453"/>
                  </a:lnTo>
                  <a:lnTo>
                    <a:pt x="19587" y="22453"/>
                  </a:lnTo>
                  <a:lnTo>
                    <a:pt x="19109" y="22931"/>
                  </a:lnTo>
                  <a:lnTo>
                    <a:pt x="17676" y="24364"/>
                  </a:lnTo>
                  <a:lnTo>
                    <a:pt x="16243" y="23886"/>
                  </a:lnTo>
                  <a:lnTo>
                    <a:pt x="15288" y="23409"/>
                  </a:lnTo>
                  <a:lnTo>
                    <a:pt x="15288" y="22453"/>
                  </a:lnTo>
                  <a:lnTo>
                    <a:pt x="14809" y="21976"/>
                  </a:lnTo>
                  <a:lnTo>
                    <a:pt x="14332" y="21498"/>
                  </a:lnTo>
                  <a:lnTo>
                    <a:pt x="12421" y="20065"/>
                  </a:lnTo>
                  <a:lnTo>
                    <a:pt x="11466" y="18632"/>
                  </a:lnTo>
                  <a:lnTo>
                    <a:pt x="11466" y="17198"/>
                  </a:lnTo>
                  <a:lnTo>
                    <a:pt x="10988" y="16243"/>
                  </a:lnTo>
                  <a:lnTo>
                    <a:pt x="10510" y="15287"/>
                  </a:lnTo>
                  <a:lnTo>
                    <a:pt x="9077" y="14332"/>
                  </a:lnTo>
                  <a:lnTo>
                    <a:pt x="8599" y="13376"/>
                  </a:lnTo>
                  <a:lnTo>
                    <a:pt x="8599" y="12421"/>
                  </a:lnTo>
                  <a:lnTo>
                    <a:pt x="8599" y="10032"/>
                  </a:lnTo>
                  <a:lnTo>
                    <a:pt x="6688" y="7166"/>
                  </a:lnTo>
                  <a:lnTo>
                    <a:pt x="6211" y="6688"/>
                  </a:lnTo>
                  <a:lnTo>
                    <a:pt x="4777" y="5733"/>
                  </a:lnTo>
                  <a:lnTo>
                    <a:pt x="3344" y="4777"/>
                  </a:lnTo>
                  <a:lnTo>
                    <a:pt x="2866" y="3822"/>
                  </a:lnTo>
                  <a:lnTo>
                    <a:pt x="2389" y="2389"/>
                  </a:lnTo>
                  <a:lnTo>
                    <a:pt x="1911" y="1911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6211" y="478"/>
                  </a:lnTo>
                  <a:lnTo>
                    <a:pt x="7166" y="956"/>
                  </a:lnTo>
                  <a:lnTo>
                    <a:pt x="8122" y="956"/>
                  </a:lnTo>
                  <a:lnTo>
                    <a:pt x="11466" y="478"/>
                  </a:lnTo>
                  <a:lnTo>
                    <a:pt x="12899" y="478"/>
                  </a:lnTo>
                  <a:lnTo>
                    <a:pt x="13854" y="1911"/>
                  </a:lnTo>
                  <a:lnTo>
                    <a:pt x="14809" y="1911"/>
                  </a:lnTo>
                  <a:lnTo>
                    <a:pt x="15765" y="2389"/>
                  </a:lnTo>
                  <a:lnTo>
                    <a:pt x="17198" y="1433"/>
                  </a:lnTo>
                  <a:lnTo>
                    <a:pt x="18632" y="2867"/>
                  </a:lnTo>
                  <a:lnTo>
                    <a:pt x="20065" y="4777"/>
                  </a:lnTo>
                  <a:lnTo>
                    <a:pt x="21975" y="6210"/>
                  </a:lnTo>
                  <a:lnTo>
                    <a:pt x="23409" y="7166"/>
                  </a:lnTo>
                  <a:lnTo>
                    <a:pt x="23886" y="8121"/>
                  </a:lnTo>
                  <a:lnTo>
                    <a:pt x="22931" y="9555"/>
                  </a:lnTo>
                  <a:lnTo>
                    <a:pt x="22454" y="10988"/>
                  </a:lnTo>
                  <a:lnTo>
                    <a:pt x="22454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74526428-B575-0D9B-9CC8-0682107C7CD4}"/>
                </a:ext>
              </a:extLst>
            </p:cNvPr>
            <p:cNvSpPr/>
            <p:nvPr/>
          </p:nvSpPr>
          <p:spPr>
            <a:xfrm>
              <a:off x="8290688" y="4377076"/>
              <a:ext cx="3343" cy="2388"/>
            </a:xfrm>
            <a:custGeom>
              <a:avLst/>
              <a:gdLst>
                <a:gd name="csX0" fmla="*/ 2866 w 3343"/>
                <a:gd name="csY0" fmla="*/ 478 h 2388"/>
                <a:gd name="csX1" fmla="*/ 3344 w 3343"/>
                <a:gd name="csY1" fmla="*/ 2389 h 2388"/>
                <a:gd name="csX2" fmla="*/ 1911 w 3343"/>
                <a:gd name="csY2" fmla="*/ 2389 h 2388"/>
                <a:gd name="csX3" fmla="*/ 0 w 3343"/>
                <a:gd name="csY3" fmla="*/ 1433 h 2388"/>
                <a:gd name="csX4" fmla="*/ 0 w 3343"/>
                <a:gd name="csY4" fmla="*/ 956 h 2388"/>
                <a:gd name="csX5" fmla="*/ 0 w 3343"/>
                <a:gd name="csY5" fmla="*/ 478 h 2388"/>
                <a:gd name="csX6" fmla="*/ 478 w 3343"/>
                <a:gd name="csY6" fmla="*/ 0 h 2388"/>
                <a:gd name="csX7" fmla="*/ 2866 w 3343"/>
                <a:gd name="csY7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3" h="2388">
                  <a:moveTo>
                    <a:pt x="2866" y="478"/>
                  </a:moveTo>
                  <a:lnTo>
                    <a:pt x="3344" y="2389"/>
                  </a:lnTo>
                  <a:lnTo>
                    <a:pt x="1911" y="2389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D6093FB6-7E15-A4C9-83E5-30AB432A46DE}"/>
                </a:ext>
              </a:extLst>
            </p:cNvPr>
            <p:cNvSpPr/>
            <p:nvPr/>
          </p:nvSpPr>
          <p:spPr>
            <a:xfrm>
              <a:off x="8280656" y="4624063"/>
              <a:ext cx="10987" cy="4299"/>
            </a:xfrm>
            <a:custGeom>
              <a:avLst/>
              <a:gdLst>
                <a:gd name="csX0" fmla="*/ 10510 w 10987"/>
                <a:gd name="csY0" fmla="*/ 1911 h 4299"/>
                <a:gd name="csX1" fmla="*/ 10987 w 10987"/>
                <a:gd name="csY1" fmla="*/ 2389 h 4299"/>
                <a:gd name="csX2" fmla="*/ 10987 w 10987"/>
                <a:gd name="csY2" fmla="*/ 2867 h 4299"/>
                <a:gd name="csX3" fmla="*/ 8599 w 10987"/>
                <a:gd name="csY3" fmla="*/ 4300 h 4299"/>
                <a:gd name="csX4" fmla="*/ 7166 w 10987"/>
                <a:gd name="csY4" fmla="*/ 2867 h 4299"/>
                <a:gd name="csX5" fmla="*/ 4299 w 10987"/>
                <a:gd name="csY5" fmla="*/ 3822 h 4299"/>
                <a:gd name="csX6" fmla="*/ 2866 w 10987"/>
                <a:gd name="csY6" fmla="*/ 3344 h 4299"/>
                <a:gd name="csX7" fmla="*/ 1433 w 10987"/>
                <a:gd name="csY7" fmla="*/ 3822 h 4299"/>
                <a:gd name="csX8" fmla="*/ 0 w 10987"/>
                <a:gd name="csY8" fmla="*/ 2867 h 4299"/>
                <a:gd name="csX9" fmla="*/ 478 w 10987"/>
                <a:gd name="csY9" fmla="*/ 1911 h 4299"/>
                <a:gd name="csX10" fmla="*/ 3344 w 10987"/>
                <a:gd name="csY10" fmla="*/ 0 h 4299"/>
                <a:gd name="csX11" fmla="*/ 5733 w 10987"/>
                <a:gd name="csY11" fmla="*/ 478 h 4299"/>
                <a:gd name="csX12" fmla="*/ 6688 w 10987"/>
                <a:gd name="csY12" fmla="*/ 1911 h 4299"/>
                <a:gd name="csX13" fmla="*/ 8121 w 10987"/>
                <a:gd name="csY13" fmla="*/ 1433 h 4299"/>
                <a:gd name="csX14" fmla="*/ 10510 w 10987"/>
                <a:gd name="csY14" fmla="*/ 1911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0987" h="4299">
                  <a:moveTo>
                    <a:pt x="10510" y="1911"/>
                  </a:moveTo>
                  <a:lnTo>
                    <a:pt x="10987" y="2389"/>
                  </a:lnTo>
                  <a:lnTo>
                    <a:pt x="10987" y="2867"/>
                  </a:lnTo>
                  <a:lnTo>
                    <a:pt x="8599" y="4300"/>
                  </a:lnTo>
                  <a:lnTo>
                    <a:pt x="7166" y="2867"/>
                  </a:lnTo>
                  <a:lnTo>
                    <a:pt x="4299" y="3822"/>
                  </a:lnTo>
                  <a:lnTo>
                    <a:pt x="2866" y="3344"/>
                  </a:lnTo>
                  <a:lnTo>
                    <a:pt x="1433" y="3822"/>
                  </a:lnTo>
                  <a:lnTo>
                    <a:pt x="0" y="2867"/>
                  </a:lnTo>
                  <a:lnTo>
                    <a:pt x="478" y="1911"/>
                  </a:lnTo>
                  <a:lnTo>
                    <a:pt x="3344" y="0"/>
                  </a:lnTo>
                  <a:lnTo>
                    <a:pt x="5733" y="478"/>
                  </a:lnTo>
                  <a:lnTo>
                    <a:pt x="6688" y="1911"/>
                  </a:lnTo>
                  <a:lnTo>
                    <a:pt x="8121" y="1433"/>
                  </a:lnTo>
                  <a:lnTo>
                    <a:pt x="1051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9" name="Freeform 598">
              <a:extLst>
                <a:ext uri="{FF2B5EF4-FFF2-40B4-BE49-F238E27FC236}">
                  <a16:creationId xmlns:a16="http://schemas.microsoft.com/office/drawing/2014/main" id="{871AEEB8-EE9F-996F-9A9A-1373873E7CA0}"/>
                </a:ext>
              </a:extLst>
            </p:cNvPr>
            <p:cNvSpPr/>
            <p:nvPr/>
          </p:nvSpPr>
          <p:spPr>
            <a:xfrm>
              <a:off x="8286866" y="4381376"/>
              <a:ext cx="1433" cy="2866"/>
            </a:xfrm>
            <a:custGeom>
              <a:avLst/>
              <a:gdLst>
                <a:gd name="csX0" fmla="*/ 1433 w 1433"/>
                <a:gd name="csY0" fmla="*/ 478 h 2866"/>
                <a:gd name="csX1" fmla="*/ 1433 w 1433"/>
                <a:gd name="csY1" fmla="*/ 1911 h 2866"/>
                <a:gd name="csX2" fmla="*/ 1433 w 1433"/>
                <a:gd name="csY2" fmla="*/ 2866 h 2866"/>
                <a:gd name="csX3" fmla="*/ 478 w 1433"/>
                <a:gd name="csY3" fmla="*/ 2389 h 2866"/>
                <a:gd name="csX4" fmla="*/ 0 w 1433"/>
                <a:gd name="csY4" fmla="*/ 1433 h 2866"/>
                <a:gd name="csX5" fmla="*/ 0 w 1433"/>
                <a:gd name="csY5" fmla="*/ 478 h 2866"/>
                <a:gd name="csX6" fmla="*/ 478 w 1433"/>
                <a:gd name="csY6" fmla="*/ 0 h 2866"/>
                <a:gd name="csX7" fmla="*/ 1433 w 1433"/>
                <a:gd name="csY7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2866">
                  <a:moveTo>
                    <a:pt x="1433" y="478"/>
                  </a:moveTo>
                  <a:lnTo>
                    <a:pt x="1433" y="1911"/>
                  </a:lnTo>
                  <a:lnTo>
                    <a:pt x="1433" y="2866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FA791E2F-08C7-07CE-8A02-4D2C1A0AABB8}"/>
                </a:ext>
              </a:extLst>
            </p:cNvPr>
            <p:cNvSpPr/>
            <p:nvPr/>
          </p:nvSpPr>
          <p:spPr>
            <a:xfrm>
              <a:off x="8285911" y="4202705"/>
              <a:ext cx="2388" cy="2866"/>
            </a:xfrm>
            <a:custGeom>
              <a:avLst/>
              <a:gdLst>
                <a:gd name="csX0" fmla="*/ 2389 w 2388"/>
                <a:gd name="csY0" fmla="*/ 1433 h 2866"/>
                <a:gd name="csX1" fmla="*/ 2389 w 2388"/>
                <a:gd name="csY1" fmla="*/ 2389 h 2866"/>
                <a:gd name="csX2" fmla="*/ 478 w 2388"/>
                <a:gd name="csY2" fmla="*/ 2867 h 2866"/>
                <a:gd name="csX3" fmla="*/ 0 w 2388"/>
                <a:gd name="csY3" fmla="*/ 2867 h 2866"/>
                <a:gd name="csX4" fmla="*/ 0 w 2388"/>
                <a:gd name="csY4" fmla="*/ 1433 h 2866"/>
                <a:gd name="csX5" fmla="*/ 1433 w 2388"/>
                <a:gd name="csY5" fmla="*/ 0 h 2866"/>
                <a:gd name="csX6" fmla="*/ 1911 w 2388"/>
                <a:gd name="csY6" fmla="*/ 478 h 2866"/>
                <a:gd name="csX7" fmla="*/ 2389 w 2388"/>
                <a:gd name="csY7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866">
                  <a:moveTo>
                    <a:pt x="2389" y="1433"/>
                  </a:moveTo>
                  <a:lnTo>
                    <a:pt x="2389" y="2389"/>
                  </a:lnTo>
                  <a:lnTo>
                    <a:pt x="478" y="2867"/>
                  </a:lnTo>
                  <a:lnTo>
                    <a:pt x="0" y="2867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16BD5E58-892D-3136-B642-4CAA7E9432F8}"/>
                </a:ext>
              </a:extLst>
            </p:cNvPr>
            <p:cNvSpPr/>
            <p:nvPr/>
          </p:nvSpPr>
          <p:spPr>
            <a:xfrm>
              <a:off x="8242915" y="4903534"/>
              <a:ext cx="37262" cy="18153"/>
            </a:xfrm>
            <a:custGeom>
              <a:avLst/>
              <a:gdLst>
                <a:gd name="csX0" fmla="*/ 36307 w 37262"/>
                <a:gd name="csY0" fmla="*/ 11943 h 18153"/>
                <a:gd name="csX1" fmla="*/ 37263 w 37262"/>
                <a:gd name="csY1" fmla="*/ 13376 h 18153"/>
                <a:gd name="csX2" fmla="*/ 36307 w 37262"/>
                <a:gd name="csY2" fmla="*/ 14810 h 18153"/>
                <a:gd name="csX3" fmla="*/ 34396 w 37262"/>
                <a:gd name="csY3" fmla="*/ 16243 h 18153"/>
                <a:gd name="csX4" fmla="*/ 33441 w 37262"/>
                <a:gd name="csY4" fmla="*/ 16721 h 18153"/>
                <a:gd name="csX5" fmla="*/ 31530 w 37262"/>
                <a:gd name="csY5" fmla="*/ 17198 h 18153"/>
                <a:gd name="csX6" fmla="*/ 29141 w 37262"/>
                <a:gd name="csY6" fmla="*/ 18154 h 18153"/>
                <a:gd name="csX7" fmla="*/ 28186 w 37262"/>
                <a:gd name="csY7" fmla="*/ 17676 h 18153"/>
                <a:gd name="csX8" fmla="*/ 25798 w 37262"/>
                <a:gd name="csY8" fmla="*/ 17198 h 18153"/>
                <a:gd name="csX9" fmla="*/ 23409 w 37262"/>
                <a:gd name="csY9" fmla="*/ 16243 h 18153"/>
                <a:gd name="csX10" fmla="*/ 21498 w 37262"/>
                <a:gd name="csY10" fmla="*/ 14810 h 18153"/>
                <a:gd name="csX11" fmla="*/ 20542 w 37262"/>
                <a:gd name="csY11" fmla="*/ 13376 h 18153"/>
                <a:gd name="csX12" fmla="*/ 19109 w 37262"/>
                <a:gd name="csY12" fmla="*/ 11943 h 18153"/>
                <a:gd name="csX13" fmla="*/ 16721 w 37262"/>
                <a:gd name="csY13" fmla="*/ 10988 h 18153"/>
                <a:gd name="csX14" fmla="*/ 12898 w 37262"/>
                <a:gd name="csY14" fmla="*/ 8599 h 18153"/>
                <a:gd name="csX15" fmla="*/ 10032 w 37262"/>
                <a:gd name="csY15" fmla="*/ 8121 h 18153"/>
                <a:gd name="csX16" fmla="*/ 9077 w 37262"/>
                <a:gd name="csY16" fmla="*/ 8599 h 18153"/>
                <a:gd name="csX17" fmla="*/ 8121 w 37262"/>
                <a:gd name="csY17" fmla="*/ 8599 h 18153"/>
                <a:gd name="csX18" fmla="*/ 2389 w 37262"/>
                <a:gd name="csY18" fmla="*/ 7166 h 18153"/>
                <a:gd name="csX19" fmla="*/ 1433 w 37262"/>
                <a:gd name="csY19" fmla="*/ 6688 h 18153"/>
                <a:gd name="csX20" fmla="*/ 955 w 37262"/>
                <a:gd name="csY20" fmla="*/ 5733 h 18153"/>
                <a:gd name="csX21" fmla="*/ 478 w 37262"/>
                <a:gd name="csY21" fmla="*/ 4777 h 18153"/>
                <a:gd name="csX22" fmla="*/ 0 w 37262"/>
                <a:gd name="csY22" fmla="*/ 3822 h 18153"/>
                <a:gd name="csX23" fmla="*/ 478 w 37262"/>
                <a:gd name="csY23" fmla="*/ 2867 h 18153"/>
                <a:gd name="csX24" fmla="*/ 1433 w 37262"/>
                <a:gd name="csY24" fmla="*/ 2389 h 18153"/>
                <a:gd name="csX25" fmla="*/ 4300 w 37262"/>
                <a:gd name="csY25" fmla="*/ 1433 h 18153"/>
                <a:gd name="csX26" fmla="*/ 6688 w 37262"/>
                <a:gd name="csY26" fmla="*/ 956 h 18153"/>
                <a:gd name="csX27" fmla="*/ 9077 w 37262"/>
                <a:gd name="csY27" fmla="*/ 956 h 18153"/>
                <a:gd name="csX28" fmla="*/ 12898 w 37262"/>
                <a:gd name="csY28" fmla="*/ 956 h 18153"/>
                <a:gd name="csX29" fmla="*/ 16721 w 37262"/>
                <a:gd name="csY29" fmla="*/ 1433 h 18153"/>
                <a:gd name="csX30" fmla="*/ 17676 w 37262"/>
                <a:gd name="csY30" fmla="*/ 956 h 18153"/>
                <a:gd name="csX31" fmla="*/ 19587 w 37262"/>
                <a:gd name="csY31" fmla="*/ 0 h 18153"/>
                <a:gd name="csX32" fmla="*/ 20064 w 37262"/>
                <a:gd name="csY32" fmla="*/ 0 h 18153"/>
                <a:gd name="csX33" fmla="*/ 21020 w 37262"/>
                <a:gd name="csY33" fmla="*/ 1433 h 18153"/>
                <a:gd name="csX34" fmla="*/ 21498 w 37262"/>
                <a:gd name="csY34" fmla="*/ 1911 h 18153"/>
                <a:gd name="csX35" fmla="*/ 24842 w 37262"/>
                <a:gd name="csY35" fmla="*/ 3822 h 18153"/>
                <a:gd name="csX36" fmla="*/ 25319 w 37262"/>
                <a:gd name="csY36" fmla="*/ 4300 h 18153"/>
                <a:gd name="csX37" fmla="*/ 25798 w 37262"/>
                <a:gd name="csY37" fmla="*/ 5255 h 18153"/>
                <a:gd name="csX38" fmla="*/ 26275 w 37262"/>
                <a:gd name="csY38" fmla="*/ 6210 h 18153"/>
                <a:gd name="csX39" fmla="*/ 27708 w 37262"/>
                <a:gd name="csY39" fmla="*/ 6210 h 18153"/>
                <a:gd name="csX40" fmla="*/ 29619 w 37262"/>
                <a:gd name="csY40" fmla="*/ 6210 h 18153"/>
                <a:gd name="csX41" fmla="*/ 30575 w 37262"/>
                <a:gd name="csY41" fmla="*/ 6688 h 18153"/>
                <a:gd name="csX42" fmla="*/ 31530 w 37262"/>
                <a:gd name="csY42" fmla="*/ 7644 h 18153"/>
                <a:gd name="csX43" fmla="*/ 32963 w 37262"/>
                <a:gd name="csY43" fmla="*/ 9077 h 18153"/>
                <a:gd name="csX44" fmla="*/ 34396 w 37262"/>
                <a:gd name="csY44" fmla="*/ 10988 h 18153"/>
                <a:gd name="csX45" fmla="*/ 36307 w 37262"/>
                <a:gd name="csY45" fmla="*/ 11943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</a:cxnLst>
              <a:rect l="l" t="t" r="r" b="b"/>
              <a:pathLst>
                <a:path w="37262" h="18153">
                  <a:moveTo>
                    <a:pt x="36307" y="11943"/>
                  </a:moveTo>
                  <a:lnTo>
                    <a:pt x="37263" y="13376"/>
                  </a:lnTo>
                  <a:lnTo>
                    <a:pt x="36307" y="14810"/>
                  </a:lnTo>
                  <a:lnTo>
                    <a:pt x="34396" y="16243"/>
                  </a:lnTo>
                  <a:lnTo>
                    <a:pt x="33441" y="16721"/>
                  </a:lnTo>
                  <a:lnTo>
                    <a:pt x="31530" y="17198"/>
                  </a:lnTo>
                  <a:lnTo>
                    <a:pt x="29141" y="18154"/>
                  </a:lnTo>
                  <a:lnTo>
                    <a:pt x="28186" y="17676"/>
                  </a:lnTo>
                  <a:lnTo>
                    <a:pt x="25798" y="17198"/>
                  </a:lnTo>
                  <a:lnTo>
                    <a:pt x="23409" y="16243"/>
                  </a:lnTo>
                  <a:lnTo>
                    <a:pt x="21498" y="14810"/>
                  </a:lnTo>
                  <a:lnTo>
                    <a:pt x="20542" y="13376"/>
                  </a:lnTo>
                  <a:lnTo>
                    <a:pt x="19109" y="11943"/>
                  </a:lnTo>
                  <a:lnTo>
                    <a:pt x="16721" y="10988"/>
                  </a:lnTo>
                  <a:lnTo>
                    <a:pt x="12898" y="8599"/>
                  </a:lnTo>
                  <a:lnTo>
                    <a:pt x="10032" y="8121"/>
                  </a:lnTo>
                  <a:lnTo>
                    <a:pt x="9077" y="8599"/>
                  </a:lnTo>
                  <a:lnTo>
                    <a:pt x="8121" y="8599"/>
                  </a:lnTo>
                  <a:lnTo>
                    <a:pt x="2389" y="7166"/>
                  </a:lnTo>
                  <a:lnTo>
                    <a:pt x="1433" y="6688"/>
                  </a:lnTo>
                  <a:lnTo>
                    <a:pt x="955" y="5733"/>
                  </a:lnTo>
                  <a:lnTo>
                    <a:pt x="478" y="4777"/>
                  </a:lnTo>
                  <a:lnTo>
                    <a:pt x="0" y="3822"/>
                  </a:lnTo>
                  <a:lnTo>
                    <a:pt x="478" y="2867"/>
                  </a:lnTo>
                  <a:lnTo>
                    <a:pt x="1433" y="2389"/>
                  </a:lnTo>
                  <a:lnTo>
                    <a:pt x="4300" y="1433"/>
                  </a:lnTo>
                  <a:lnTo>
                    <a:pt x="6688" y="956"/>
                  </a:lnTo>
                  <a:lnTo>
                    <a:pt x="9077" y="956"/>
                  </a:lnTo>
                  <a:lnTo>
                    <a:pt x="12898" y="956"/>
                  </a:lnTo>
                  <a:lnTo>
                    <a:pt x="16721" y="1433"/>
                  </a:lnTo>
                  <a:lnTo>
                    <a:pt x="17676" y="956"/>
                  </a:lnTo>
                  <a:lnTo>
                    <a:pt x="19587" y="0"/>
                  </a:lnTo>
                  <a:lnTo>
                    <a:pt x="20064" y="0"/>
                  </a:lnTo>
                  <a:lnTo>
                    <a:pt x="21020" y="1433"/>
                  </a:lnTo>
                  <a:lnTo>
                    <a:pt x="21498" y="1911"/>
                  </a:lnTo>
                  <a:lnTo>
                    <a:pt x="24842" y="3822"/>
                  </a:lnTo>
                  <a:lnTo>
                    <a:pt x="25319" y="4300"/>
                  </a:lnTo>
                  <a:lnTo>
                    <a:pt x="25798" y="5255"/>
                  </a:lnTo>
                  <a:lnTo>
                    <a:pt x="26275" y="6210"/>
                  </a:lnTo>
                  <a:lnTo>
                    <a:pt x="27708" y="6210"/>
                  </a:lnTo>
                  <a:lnTo>
                    <a:pt x="29619" y="6210"/>
                  </a:lnTo>
                  <a:lnTo>
                    <a:pt x="30575" y="6688"/>
                  </a:lnTo>
                  <a:lnTo>
                    <a:pt x="31530" y="7644"/>
                  </a:lnTo>
                  <a:lnTo>
                    <a:pt x="32963" y="9077"/>
                  </a:lnTo>
                  <a:lnTo>
                    <a:pt x="34396" y="10988"/>
                  </a:lnTo>
                  <a:lnTo>
                    <a:pt x="36307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971E4976-58CE-626B-B7FD-107D0C1A374E}"/>
                </a:ext>
              </a:extLst>
            </p:cNvPr>
            <p:cNvSpPr/>
            <p:nvPr/>
          </p:nvSpPr>
          <p:spPr>
            <a:xfrm>
              <a:off x="8275879" y="4861494"/>
              <a:ext cx="3343" cy="2388"/>
            </a:xfrm>
            <a:custGeom>
              <a:avLst/>
              <a:gdLst>
                <a:gd name="csX0" fmla="*/ 3344 w 3343"/>
                <a:gd name="csY0" fmla="*/ 956 h 2388"/>
                <a:gd name="csX1" fmla="*/ 2866 w 3343"/>
                <a:gd name="csY1" fmla="*/ 1911 h 2388"/>
                <a:gd name="csX2" fmla="*/ 955 w 3343"/>
                <a:gd name="csY2" fmla="*/ 2389 h 2388"/>
                <a:gd name="csX3" fmla="*/ 478 w 3343"/>
                <a:gd name="csY3" fmla="*/ 1911 h 2388"/>
                <a:gd name="csX4" fmla="*/ 0 w 3343"/>
                <a:gd name="csY4" fmla="*/ 0 h 2388"/>
                <a:gd name="csX5" fmla="*/ 2389 w 3343"/>
                <a:gd name="csY5" fmla="*/ 956 h 2388"/>
                <a:gd name="csX6" fmla="*/ 3344 w 3343"/>
                <a:gd name="csY6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2388">
                  <a:moveTo>
                    <a:pt x="3344" y="956"/>
                  </a:moveTo>
                  <a:lnTo>
                    <a:pt x="2866" y="1911"/>
                  </a:lnTo>
                  <a:lnTo>
                    <a:pt x="955" y="2389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33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581EA5AD-93E9-D32C-66C9-FE5DD0B2083E}"/>
                </a:ext>
              </a:extLst>
            </p:cNvPr>
            <p:cNvSpPr/>
            <p:nvPr/>
          </p:nvSpPr>
          <p:spPr>
            <a:xfrm>
              <a:off x="8272057" y="4839041"/>
              <a:ext cx="2388" cy="12421"/>
            </a:xfrm>
            <a:custGeom>
              <a:avLst/>
              <a:gdLst>
                <a:gd name="csX0" fmla="*/ 1911 w 2388"/>
                <a:gd name="csY0" fmla="*/ 2389 h 12421"/>
                <a:gd name="csX1" fmla="*/ 2389 w 2388"/>
                <a:gd name="csY1" fmla="*/ 3344 h 12421"/>
                <a:gd name="csX2" fmla="*/ 1911 w 2388"/>
                <a:gd name="csY2" fmla="*/ 9555 h 12421"/>
                <a:gd name="csX3" fmla="*/ 955 w 2388"/>
                <a:gd name="csY3" fmla="*/ 12421 h 12421"/>
                <a:gd name="csX4" fmla="*/ 478 w 2388"/>
                <a:gd name="csY4" fmla="*/ 11466 h 12421"/>
                <a:gd name="csX5" fmla="*/ 478 w 2388"/>
                <a:gd name="csY5" fmla="*/ 8599 h 12421"/>
                <a:gd name="csX6" fmla="*/ 0 w 2388"/>
                <a:gd name="csY6" fmla="*/ 7166 h 12421"/>
                <a:gd name="csX7" fmla="*/ 478 w 2388"/>
                <a:gd name="csY7" fmla="*/ 5733 h 12421"/>
                <a:gd name="csX8" fmla="*/ 478 w 2388"/>
                <a:gd name="csY8" fmla="*/ 1911 h 12421"/>
                <a:gd name="csX9" fmla="*/ 955 w 2388"/>
                <a:gd name="csY9" fmla="*/ 0 h 12421"/>
                <a:gd name="csX10" fmla="*/ 1911 w 2388"/>
                <a:gd name="csY10" fmla="*/ 2389 h 12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12421">
                  <a:moveTo>
                    <a:pt x="1911" y="2389"/>
                  </a:moveTo>
                  <a:lnTo>
                    <a:pt x="2389" y="3344"/>
                  </a:lnTo>
                  <a:lnTo>
                    <a:pt x="1911" y="9555"/>
                  </a:lnTo>
                  <a:lnTo>
                    <a:pt x="955" y="12421"/>
                  </a:lnTo>
                  <a:lnTo>
                    <a:pt x="478" y="11466"/>
                  </a:lnTo>
                  <a:lnTo>
                    <a:pt x="478" y="8599"/>
                  </a:lnTo>
                  <a:lnTo>
                    <a:pt x="0" y="7166"/>
                  </a:lnTo>
                  <a:lnTo>
                    <a:pt x="478" y="5733"/>
                  </a:lnTo>
                  <a:lnTo>
                    <a:pt x="478" y="1911"/>
                  </a:lnTo>
                  <a:lnTo>
                    <a:pt x="955" y="0"/>
                  </a:lnTo>
                  <a:lnTo>
                    <a:pt x="191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" name="Freeform 603">
              <a:extLst>
                <a:ext uri="{FF2B5EF4-FFF2-40B4-BE49-F238E27FC236}">
                  <a16:creationId xmlns:a16="http://schemas.microsoft.com/office/drawing/2014/main" id="{9F28A8C3-3827-BC72-ACC4-29905170D3A1}"/>
                </a:ext>
              </a:extLst>
            </p:cNvPr>
            <p:cNvSpPr/>
            <p:nvPr/>
          </p:nvSpPr>
          <p:spPr>
            <a:xfrm>
              <a:off x="8260591" y="4510363"/>
              <a:ext cx="9554" cy="5732"/>
            </a:xfrm>
            <a:custGeom>
              <a:avLst/>
              <a:gdLst>
                <a:gd name="csX0" fmla="*/ 9555 w 9554"/>
                <a:gd name="csY0" fmla="*/ 4300 h 5732"/>
                <a:gd name="csX1" fmla="*/ 9077 w 9554"/>
                <a:gd name="csY1" fmla="*/ 5733 h 5732"/>
                <a:gd name="csX2" fmla="*/ 7644 w 9554"/>
                <a:gd name="csY2" fmla="*/ 5733 h 5732"/>
                <a:gd name="csX3" fmla="*/ 6211 w 9554"/>
                <a:gd name="csY3" fmla="*/ 5255 h 5732"/>
                <a:gd name="csX4" fmla="*/ 4777 w 9554"/>
                <a:gd name="csY4" fmla="*/ 5733 h 5732"/>
                <a:gd name="csX5" fmla="*/ 2866 w 9554"/>
                <a:gd name="csY5" fmla="*/ 5733 h 5732"/>
                <a:gd name="csX6" fmla="*/ 1911 w 9554"/>
                <a:gd name="csY6" fmla="*/ 4300 h 5732"/>
                <a:gd name="csX7" fmla="*/ 956 w 9554"/>
                <a:gd name="csY7" fmla="*/ 2389 h 5732"/>
                <a:gd name="csX8" fmla="*/ 0 w 9554"/>
                <a:gd name="csY8" fmla="*/ 1911 h 5732"/>
                <a:gd name="csX9" fmla="*/ 478 w 9554"/>
                <a:gd name="csY9" fmla="*/ 1433 h 5732"/>
                <a:gd name="csX10" fmla="*/ 956 w 9554"/>
                <a:gd name="csY10" fmla="*/ 478 h 5732"/>
                <a:gd name="csX11" fmla="*/ 478 w 9554"/>
                <a:gd name="csY11" fmla="*/ 478 h 5732"/>
                <a:gd name="csX12" fmla="*/ 478 w 9554"/>
                <a:gd name="csY12" fmla="*/ 0 h 5732"/>
                <a:gd name="csX13" fmla="*/ 956 w 9554"/>
                <a:gd name="csY13" fmla="*/ 0 h 5732"/>
                <a:gd name="csX14" fmla="*/ 1433 w 9554"/>
                <a:gd name="csY14" fmla="*/ 0 h 5732"/>
                <a:gd name="csX15" fmla="*/ 2389 w 9554"/>
                <a:gd name="csY15" fmla="*/ 956 h 5732"/>
                <a:gd name="csX16" fmla="*/ 4300 w 9554"/>
                <a:gd name="csY16" fmla="*/ 1911 h 5732"/>
                <a:gd name="csX17" fmla="*/ 4777 w 9554"/>
                <a:gd name="csY17" fmla="*/ 2866 h 5732"/>
                <a:gd name="csX18" fmla="*/ 5733 w 9554"/>
                <a:gd name="csY18" fmla="*/ 2866 h 5732"/>
                <a:gd name="csX19" fmla="*/ 6688 w 9554"/>
                <a:gd name="csY19" fmla="*/ 2866 h 5732"/>
                <a:gd name="csX20" fmla="*/ 7644 w 9554"/>
                <a:gd name="csY20" fmla="*/ 1911 h 5732"/>
                <a:gd name="csX21" fmla="*/ 8122 w 9554"/>
                <a:gd name="csY21" fmla="*/ 2866 h 5732"/>
                <a:gd name="csX22" fmla="*/ 9555 w 9554"/>
                <a:gd name="csY22" fmla="*/ 430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9554" h="5732">
                  <a:moveTo>
                    <a:pt x="9555" y="4300"/>
                  </a:moveTo>
                  <a:lnTo>
                    <a:pt x="9077" y="5733"/>
                  </a:lnTo>
                  <a:lnTo>
                    <a:pt x="7644" y="5733"/>
                  </a:lnTo>
                  <a:lnTo>
                    <a:pt x="6211" y="5255"/>
                  </a:lnTo>
                  <a:lnTo>
                    <a:pt x="4777" y="5733"/>
                  </a:lnTo>
                  <a:lnTo>
                    <a:pt x="2866" y="5733"/>
                  </a:lnTo>
                  <a:lnTo>
                    <a:pt x="1911" y="4300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956" y="478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2389" y="956"/>
                  </a:lnTo>
                  <a:lnTo>
                    <a:pt x="4300" y="1911"/>
                  </a:lnTo>
                  <a:lnTo>
                    <a:pt x="4777" y="2866"/>
                  </a:lnTo>
                  <a:lnTo>
                    <a:pt x="5733" y="2866"/>
                  </a:lnTo>
                  <a:lnTo>
                    <a:pt x="6688" y="2866"/>
                  </a:lnTo>
                  <a:lnTo>
                    <a:pt x="7644" y="1911"/>
                  </a:lnTo>
                  <a:lnTo>
                    <a:pt x="8122" y="2866"/>
                  </a:lnTo>
                  <a:lnTo>
                    <a:pt x="9555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" name="Freeform 604">
              <a:extLst>
                <a:ext uri="{FF2B5EF4-FFF2-40B4-BE49-F238E27FC236}">
                  <a16:creationId xmlns:a16="http://schemas.microsoft.com/office/drawing/2014/main" id="{7DE8AF4C-F012-4BEA-E8FD-7A1C1B931F57}"/>
                </a:ext>
              </a:extLst>
            </p:cNvPr>
            <p:cNvSpPr/>
            <p:nvPr/>
          </p:nvSpPr>
          <p:spPr>
            <a:xfrm>
              <a:off x="8265368" y="4481699"/>
              <a:ext cx="3344" cy="3344"/>
            </a:xfrm>
            <a:custGeom>
              <a:avLst/>
              <a:gdLst>
                <a:gd name="csX0" fmla="*/ 3344 w 3344"/>
                <a:gd name="csY0" fmla="*/ 1911 h 3344"/>
                <a:gd name="csX1" fmla="*/ 3344 w 3344"/>
                <a:gd name="csY1" fmla="*/ 3344 h 3344"/>
                <a:gd name="csX2" fmla="*/ 0 w 3344"/>
                <a:gd name="csY2" fmla="*/ 1433 h 3344"/>
                <a:gd name="csX3" fmla="*/ 0 w 3344"/>
                <a:gd name="csY3" fmla="*/ 478 h 3344"/>
                <a:gd name="csX4" fmla="*/ 0 w 3344"/>
                <a:gd name="csY4" fmla="*/ 0 h 3344"/>
                <a:gd name="csX5" fmla="*/ 478 w 3344"/>
                <a:gd name="csY5" fmla="*/ 0 h 3344"/>
                <a:gd name="csX6" fmla="*/ 2389 w 3344"/>
                <a:gd name="csY6" fmla="*/ 478 h 3344"/>
                <a:gd name="csX7" fmla="*/ 3344 w 3344"/>
                <a:gd name="csY7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3344">
                  <a:moveTo>
                    <a:pt x="3344" y="1911"/>
                  </a:moveTo>
                  <a:lnTo>
                    <a:pt x="3344" y="3344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51D06DBE-6C6D-00C4-0759-30F1B045618B}"/>
                </a:ext>
              </a:extLst>
            </p:cNvPr>
            <p:cNvSpPr/>
            <p:nvPr/>
          </p:nvSpPr>
          <p:spPr>
            <a:xfrm>
              <a:off x="8256291" y="2749452"/>
              <a:ext cx="12421" cy="7643"/>
            </a:xfrm>
            <a:custGeom>
              <a:avLst/>
              <a:gdLst>
                <a:gd name="csX0" fmla="*/ 11943 w 12421"/>
                <a:gd name="csY0" fmla="*/ 3822 h 7643"/>
                <a:gd name="csX1" fmla="*/ 12421 w 12421"/>
                <a:gd name="csY1" fmla="*/ 4777 h 7643"/>
                <a:gd name="csX2" fmla="*/ 7166 w 12421"/>
                <a:gd name="csY2" fmla="*/ 7644 h 7643"/>
                <a:gd name="csX3" fmla="*/ 2867 w 12421"/>
                <a:gd name="csY3" fmla="*/ 7644 h 7643"/>
                <a:gd name="csX4" fmla="*/ 0 w 12421"/>
                <a:gd name="csY4" fmla="*/ 2866 h 7643"/>
                <a:gd name="csX5" fmla="*/ 2389 w 12421"/>
                <a:gd name="csY5" fmla="*/ 956 h 7643"/>
                <a:gd name="csX6" fmla="*/ 6688 w 12421"/>
                <a:gd name="csY6" fmla="*/ 0 h 7643"/>
                <a:gd name="csX7" fmla="*/ 8599 w 12421"/>
                <a:gd name="csY7" fmla="*/ 956 h 7643"/>
                <a:gd name="csX8" fmla="*/ 11943 w 12421"/>
                <a:gd name="csY8" fmla="*/ 3822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2421" h="7643">
                  <a:moveTo>
                    <a:pt x="11943" y="3822"/>
                  </a:moveTo>
                  <a:lnTo>
                    <a:pt x="12421" y="4777"/>
                  </a:lnTo>
                  <a:lnTo>
                    <a:pt x="7166" y="7644"/>
                  </a:lnTo>
                  <a:lnTo>
                    <a:pt x="2867" y="7644"/>
                  </a:lnTo>
                  <a:lnTo>
                    <a:pt x="0" y="2866"/>
                  </a:lnTo>
                  <a:lnTo>
                    <a:pt x="2389" y="956"/>
                  </a:lnTo>
                  <a:lnTo>
                    <a:pt x="6688" y="0"/>
                  </a:lnTo>
                  <a:lnTo>
                    <a:pt x="8599" y="956"/>
                  </a:lnTo>
                  <a:lnTo>
                    <a:pt x="1194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7" name="Freeform 606">
              <a:extLst>
                <a:ext uri="{FF2B5EF4-FFF2-40B4-BE49-F238E27FC236}">
                  <a16:creationId xmlns:a16="http://schemas.microsoft.com/office/drawing/2014/main" id="{37EF3761-0747-FDBB-159B-4D71AAB9B040}"/>
                </a:ext>
              </a:extLst>
            </p:cNvPr>
            <p:cNvSpPr/>
            <p:nvPr/>
          </p:nvSpPr>
          <p:spPr>
            <a:xfrm>
              <a:off x="8260113" y="4637917"/>
              <a:ext cx="8121" cy="5254"/>
            </a:xfrm>
            <a:custGeom>
              <a:avLst/>
              <a:gdLst>
                <a:gd name="csX0" fmla="*/ 8121 w 8121"/>
                <a:gd name="csY0" fmla="*/ 1433 h 5254"/>
                <a:gd name="csX1" fmla="*/ 7644 w 8121"/>
                <a:gd name="csY1" fmla="*/ 2866 h 5254"/>
                <a:gd name="csX2" fmla="*/ 7166 w 8121"/>
                <a:gd name="csY2" fmla="*/ 3344 h 5254"/>
                <a:gd name="csX3" fmla="*/ 6211 w 8121"/>
                <a:gd name="csY3" fmla="*/ 2866 h 5254"/>
                <a:gd name="csX4" fmla="*/ 5733 w 8121"/>
                <a:gd name="csY4" fmla="*/ 2389 h 5254"/>
                <a:gd name="csX5" fmla="*/ 5255 w 8121"/>
                <a:gd name="csY5" fmla="*/ 3344 h 5254"/>
                <a:gd name="csX6" fmla="*/ 3822 w 8121"/>
                <a:gd name="csY6" fmla="*/ 3344 h 5254"/>
                <a:gd name="csX7" fmla="*/ 2389 w 8121"/>
                <a:gd name="csY7" fmla="*/ 4777 h 5254"/>
                <a:gd name="csX8" fmla="*/ 955 w 8121"/>
                <a:gd name="csY8" fmla="*/ 5255 h 5254"/>
                <a:gd name="csX9" fmla="*/ 0 w 8121"/>
                <a:gd name="csY9" fmla="*/ 4777 h 5254"/>
                <a:gd name="csX10" fmla="*/ 0 w 8121"/>
                <a:gd name="csY10" fmla="*/ 3822 h 5254"/>
                <a:gd name="csX11" fmla="*/ 2866 w 8121"/>
                <a:gd name="csY11" fmla="*/ 1911 h 5254"/>
                <a:gd name="csX12" fmla="*/ 4777 w 8121"/>
                <a:gd name="csY12" fmla="*/ 1433 h 5254"/>
                <a:gd name="csX13" fmla="*/ 6688 w 8121"/>
                <a:gd name="csY13" fmla="*/ 0 h 5254"/>
                <a:gd name="csX14" fmla="*/ 7644 w 8121"/>
                <a:gd name="csY14" fmla="*/ 0 h 5254"/>
                <a:gd name="csX15" fmla="*/ 8121 w 8121"/>
                <a:gd name="csY15" fmla="*/ 956 h 5254"/>
                <a:gd name="csX16" fmla="*/ 8121 w 8121"/>
                <a:gd name="csY16" fmla="*/ 1433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121" h="5254">
                  <a:moveTo>
                    <a:pt x="8121" y="1433"/>
                  </a:moveTo>
                  <a:lnTo>
                    <a:pt x="7644" y="2866"/>
                  </a:lnTo>
                  <a:lnTo>
                    <a:pt x="7166" y="3344"/>
                  </a:lnTo>
                  <a:lnTo>
                    <a:pt x="6211" y="2866"/>
                  </a:lnTo>
                  <a:lnTo>
                    <a:pt x="5733" y="2389"/>
                  </a:lnTo>
                  <a:lnTo>
                    <a:pt x="5255" y="3344"/>
                  </a:lnTo>
                  <a:lnTo>
                    <a:pt x="3822" y="3344"/>
                  </a:lnTo>
                  <a:lnTo>
                    <a:pt x="2389" y="4777"/>
                  </a:lnTo>
                  <a:lnTo>
                    <a:pt x="955" y="5255"/>
                  </a:lnTo>
                  <a:lnTo>
                    <a:pt x="0" y="4777"/>
                  </a:lnTo>
                  <a:lnTo>
                    <a:pt x="0" y="3822"/>
                  </a:lnTo>
                  <a:lnTo>
                    <a:pt x="2866" y="1911"/>
                  </a:lnTo>
                  <a:lnTo>
                    <a:pt x="4777" y="1433"/>
                  </a:lnTo>
                  <a:lnTo>
                    <a:pt x="6688" y="0"/>
                  </a:lnTo>
                  <a:lnTo>
                    <a:pt x="7644" y="0"/>
                  </a:lnTo>
                  <a:lnTo>
                    <a:pt x="8121" y="956"/>
                  </a:lnTo>
                  <a:lnTo>
                    <a:pt x="812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8" name="Freeform 607">
              <a:extLst>
                <a:ext uri="{FF2B5EF4-FFF2-40B4-BE49-F238E27FC236}">
                  <a16:creationId xmlns:a16="http://schemas.microsoft.com/office/drawing/2014/main" id="{EF7425E2-9B29-36C8-201A-59C18E73D768}"/>
                </a:ext>
              </a:extLst>
            </p:cNvPr>
            <p:cNvSpPr/>
            <p:nvPr/>
          </p:nvSpPr>
          <p:spPr>
            <a:xfrm>
              <a:off x="8260591" y="4516574"/>
              <a:ext cx="4299" cy="5732"/>
            </a:xfrm>
            <a:custGeom>
              <a:avLst/>
              <a:gdLst>
                <a:gd name="csX0" fmla="*/ 4300 w 4299"/>
                <a:gd name="csY0" fmla="*/ 2867 h 5732"/>
                <a:gd name="csX1" fmla="*/ 4300 w 4299"/>
                <a:gd name="csY1" fmla="*/ 3344 h 5732"/>
                <a:gd name="csX2" fmla="*/ 3822 w 4299"/>
                <a:gd name="csY2" fmla="*/ 5255 h 5732"/>
                <a:gd name="csX3" fmla="*/ 2389 w 4299"/>
                <a:gd name="csY3" fmla="*/ 5733 h 5732"/>
                <a:gd name="csX4" fmla="*/ 1911 w 4299"/>
                <a:gd name="csY4" fmla="*/ 5255 h 5732"/>
                <a:gd name="csX5" fmla="*/ 1433 w 4299"/>
                <a:gd name="csY5" fmla="*/ 4300 h 5732"/>
                <a:gd name="csX6" fmla="*/ 1433 w 4299"/>
                <a:gd name="csY6" fmla="*/ 3822 h 5732"/>
                <a:gd name="csX7" fmla="*/ 0 w 4299"/>
                <a:gd name="csY7" fmla="*/ 478 h 5732"/>
                <a:gd name="csX8" fmla="*/ 1433 w 4299"/>
                <a:gd name="csY8" fmla="*/ 0 h 5732"/>
                <a:gd name="csX9" fmla="*/ 1911 w 4299"/>
                <a:gd name="csY9" fmla="*/ 478 h 5732"/>
                <a:gd name="csX10" fmla="*/ 2866 w 4299"/>
                <a:gd name="csY10" fmla="*/ 956 h 5732"/>
                <a:gd name="csX11" fmla="*/ 3822 w 4299"/>
                <a:gd name="csY11" fmla="*/ 956 h 5732"/>
                <a:gd name="csX12" fmla="*/ 4300 w 4299"/>
                <a:gd name="csY12" fmla="*/ 1911 h 5732"/>
                <a:gd name="csX13" fmla="*/ 4300 w 4299"/>
                <a:gd name="csY13" fmla="*/ 2867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5732">
                  <a:moveTo>
                    <a:pt x="4300" y="2867"/>
                  </a:moveTo>
                  <a:lnTo>
                    <a:pt x="4300" y="3344"/>
                  </a:lnTo>
                  <a:lnTo>
                    <a:pt x="3822" y="5255"/>
                  </a:lnTo>
                  <a:lnTo>
                    <a:pt x="2389" y="5733"/>
                  </a:lnTo>
                  <a:lnTo>
                    <a:pt x="1911" y="5255"/>
                  </a:lnTo>
                  <a:lnTo>
                    <a:pt x="1433" y="4300"/>
                  </a:lnTo>
                  <a:lnTo>
                    <a:pt x="1433" y="3822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866" y="956"/>
                  </a:lnTo>
                  <a:lnTo>
                    <a:pt x="3822" y="956"/>
                  </a:lnTo>
                  <a:lnTo>
                    <a:pt x="4300" y="1911"/>
                  </a:lnTo>
                  <a:lnTo>
                    <a:pt x="4300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9" name="Freeform 608">
              <a:extLst>
                <a:ext uri="{FF2B5EF4-FFF2-40B4-BE49-F238E27FC236}">
                  <a16:creationId xmlns:a16="http://schemas.microsoft.com/office/drawing/2014/main" id="{5479F39F-84CD-B08E-78F4-856CB13ABBCD}"/>
                </a:ext>
              </a:extLst>
            </p:cNvPr>
            <p:cNvSpPr/>
            <p:nvPr/>
          </p:nvSpPr>
          <p:spPr>
            <a:xfrm>
              <a:off x="8258680" y="4540938"/>
              <a:ext cx="4777" cy="3821"/>
            </a:xfrm>
            <a:custGeom>
              <a:avLst/>
              <a:gdLst>
                <a:gd name="csX0" fmla="*/ 4777 w 4777"/>
                <a:gd name="csY0" fmla="*/ 1433 h 3821"/>
                <a:gd name="csX1" fmla="*/ 4300 w 4777"/>
                <a:gd name="csY1" fmla="*/ 1911 h 3821"/>
                <a:gd name="csX2" fmla="*/ 3344 w 4777"/>
                <a:gd name="csY2" fmla="*/ 2866 h 3821"/>
                <a:gd name="csX3" fmla="*/ 478 w 4777"/>
                <a:gd name="csY3" fmla="*/ 3822 h 3821"/>
                <a:gd name="csX4" fmla="*/ 0 w 4777"/>
                <a:gd name="csY4" fmla="*/ 1911 h 3821"/>
                <a:gd name="csX5" fmla="*/ 1911 w 4777"/>
                <a:gd name="csY5" fmla="*/ 0 h 3821"/>
                <a:gd name="csX6" fmla="*/ 3822 w 4777"/>
                <a:gd name="csY6" fmla="*/ 955 h 3821"/>
                <a:gd name="csX7" fmla="*/ 4777 w 4777"/>
                <a:gd name="csY7" fmla="*/ 1433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7" h="3821">
                  <a:moveTo>
                    <a:pt x="4777" y="1433"/>
                  </a:moveTo>
                  <a:lnTo>
                    <a:pt x="4300" y="1911"/>
                  </a:lnTo>
                  <a:lnTo>
                    <a:pt x="3344" y="2866"/>
                  </a:lnTo>
                  <a:lnTo>
                    <a:pt x="478" y="3822"/>
                  </a:lnTo>
                  <a:lnTo>
                    <a:pt x="0" y="1911"/>
                  </a:lnTo>
                  <a:lnTo>
                    <a:pt x="1911" y="0"/>
                  </a:lnTo>
                  <a:lnTo>
                    <a:pt x="3822" y="955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0" name="Freeform 609">
              <a:extLst>
                <a:ext uri="{FF2B5EF4-FFF2-40B4-BE49-F238E27FC236}">
                  <a16:creationId xmlns:a16="http://schemas.microsoft.com/office/drawing/2014/main" id="{15B70077-D27B-C822-5E9C-904163F4DC6F}"/>
                </a:ext>
              </a:extLst>
            </p:cNvPr>
            <p:cNvSpPr/>
            <p:nvPr/>
          </p:nvSpPr>
          <p:spPr>
            <a:xfrm>
              <a:off x="7623778" y="3625608"/>
              <a:ext cx="637768" cy="279949"/>
            </a:xfrm>
            <a:custGeom>
              <a:avLst/>
              <a:gdLst>
                <a:gd name="csX0" fmla="*/ 636813 w 637768"/>
                <a:gd name="csY0" fmla="*/ 145707 h 279949"/>
                <a:gd name="csX1" fmla="*/ 637769 w 637768"/>
                <a:gd name="csY1" fmla="*/ 146663 h 279949"/>
                <a:gd name="csX2" fmla="*/ 637291 w 637768"/>
                <a:gd name="csY2" fmla="*/ 148574 h 279949"/>
                <a:gd name="csX3" fmla="*/ 637291 w 637768"/>
                <a:gd name="csY3" fmla="*/ 148574 h 279949"/>
                <a:gd name="csX4" fmla="*/ 637769 w 637768"/>
                <a:gd name="csY4" fmla="*/ 150007 h 279949"/>
                <a:gd name="csX5" fmla="*/ 636813 w 637768"/>
                <a:gd name="csY5" fmla="*/ 151440 h 279949"/>
                <a:gd name="csX6" fmla="*/ 634902 w 637768"/>
                <a:gd name="csY6" fmla="*/ 152873 h 279949"/>
                <a:gd name="csX7" fmla="*/ 633947 w 637768"/>
                <a:gd name="csY7" fmla="*/ 153351 h 279949"/>
                <a:gd name="csX8" fmla="*/ 632036 w 637768"/>
                <a:gd name="csY8" fmla="*/ 153351 h 279949"/>
                <a:gd name="csX9" fmla="*/ 629169 w 637768"/>
                <a:gd name="csY9" fmla="*/ 152873 h 279949"/>
                <a:gd name="csX10" fmla="*/ 626303 w 637768"/>
                <a:gd name="csY10" fmla="*/ 153351 h 279949"/>
                <a:gd name="csX11" fmla="*/ 622959 w 637768"/>
                <a:gd name="csY11" fmla="*/ 152396 h 279949"/>
                <a:gd name="csX12" fmla="*/ 620570 w 637768"/>
                <a:gd name="csY12" fmla="*/ 150963 h 279949"/>
                <a:gd name="csX13" fmla="*/ 619137 w 637768"/>
                <a:gd name="csY13" fmla="*/ 150007 h 279949"/>
                <a:gd name="csX14" fmla="*/ 616749 w 637768"/>
                <a:gd name="csY14" fmla="*/ 149529 h 279949"/>
                <a:gd name="csX15" fmla="*/ 615793 w 637768"/>
                <a:gd name="csY15" fmla="*/ 149529 h 279949"/>
                <a:gd name="csX16" fmla="*/ 614360 w 637768"/>
                <a:gd name="csY16" fmla="*/ 150963 h 279949"/>
                <a:gd name="csX17" fmla="*/ 612927 w 637768"/>
                <a:gd name="csY17" fmla="*/ 150963 h 279949"/>
                <a:gd name="csX18" fmla="*/ 611494 w 637768"/>
                <a:gd name="csY18" fmla="*/ 150963 h 279949"/>
                <a:gd name="csX19" fmla="*/ 608149 w 637768"/>
                <a:gd name="csY19" fmla="*/ 150963 h 279949"/>
                <a:gd name="csX20" fmla="*/ 606238 w 637768"/>
                <a:gd name="csY20" fmla="*/ 150485 h 279949"/>
                <a:gd name="csX21" fmla="*/ 603372 w 637768"/>
                <a:gd name="csY21" fmla="*/ 151440 h 279949"/>
                <a:gd name="csX22" fmla="*/ 601461 w 637768"/>
                <a:gd name="csY22" fmla="*/ 151918 h 279949"/>
                <a:gd name="csX23" fmla="*/ 598117 w 637768"/>
                <a:gd name="csY23" fmla="*/ 152873 h 279949"/>
                <a:gd name="csX24" fmla="*/ 598117 w 637768"/>
                <a:gd name="csY24" fmla="*/ 152873 h 279949"/>
                <a:gd name="csX25" fmla="*/ 596206 w 637768"/>
                <a:gd name="csY25" fmla="*/ 155262 h 279949"/>
                <a:gd name="csX26" fmla="*/ 596206 w 637768"/>
                <a:gd name="csY26" fmla="*/ 155262 h 279949"/>
                <a:gd name="csX27" fmla="*/ 594773 w 637768"/>
                <a:gd name="csY27" fmla="*/ 155740 h 279949"/>
                <a:gd name="csX28" fmla="*/ 593340 w 637768"/>
                <a:gd name="csY28" fmla="*/ 155740 h 279949"/>
                <a:gd name="csX29" fmla="*/ 592385 w 637768"/>
                <a:gd name="csY29" fmla="*/ 154784 h 279949"/>
                <a:gd name="csX30" fmla="*/ 590951 w 637768"/>
                <a:gd name="csY30" fmla="*/ 153829 h 279949"/>
                <a:gd name="csX31" fmla="*/ 589040 w 637768"/>
                <a:gd name="csY31" fmla="*/ 153829 h 279949"/>
                <a:gd name="csX32" fmla="*/ 588085 w 637768"/>
                <a:gd name="csY32" fmla="*/ 154307 h 279949"/>
                <a:gd name="csX33" fmla="*/ 588085 w 637768"/>
                <a:gd name="csY33" fmla="*/ 154307 h 279949"/>
                <a:gd name="csX34" fmla="*/ 588085 w 637768"/>
                <a:gd name="csY34" fmla="*/ 155262 h 279949"/>
                <a:gd name="csX35" fmla="*/ 588085 w 637768"/>
                <a:gd name="csY35" fmla="*/ 155262 h 279949"/>
                <a:gd name="csX36" fmla="*/ 587129 w 637768"/>
                <a:gd name="csY36" fmla="*/ 158129 h 279949"/>
                <a:gd name="csX37" fmla="*/ 587129 w 637768"/>
                <a:gd name="csY37" fmla="*/ 159084 h 279949"/>
                <a:gd name="csX38" fmla="*/ 586651 w 637768"/>
                <a:gd name="csY38" fmla="*/ 160039 h 279949"/>
                <a:gd name="csX39" fmla="*/ 585696 w 637768"/>
                <a:gd name="csY39" fmla="*/ 160039 h 279949"/>
                <a:gd name="csX40" fmla="*/ 583308 w 637768"/>
                <a:gd name="csY40" fmla="*/ 160039 h 279949"/>
                <a:gd name="csX41" fmla="*/ 579963 w 637768"/>
                <a:gd name="csY41" fmla="*/ 160039 h 279949"/>
                <a:gd name="csX42" fmla="*/ 577574 w 637768"/>
                <a:gd name="csY42" fmla="*/ 159084 h 279949"/>
                <a:gd name="csX43" fmla="*/ 576142 w 637768"/>
                <a:gd name="csY43" fmla="*/ 159562 h 279949"/>
                <a:gd name="csX44" fmla="*/ 575186 w 637768"/>
                <a:gd name="csY44" fmla="*/ 160039 h 279949"/>
                <a:gd name="csX45" fmla="*/ 574231 w 637768"/>
                <a:gd name="csY45" fmla="*/ 160995 h 279949"/>
                <a:gd name="csX46" fmla="*/ 572797 w 637768"/>
                <a:gd name="csY46" fmla="*/ 160995 h 279949"/>
                <a:gd name="csX47" fmla="*/ 572797 w 637768"/>
                <a:gd name="csY47" fmla="*/ 160995 h 279949"/>
                <a:gd name="csX48" fmla="*/ 571364 w 637768"/>
                <a:gd name="csY48" fmla="*/ 161950 h 279949"/>
                <a:gd name="csX49" fmla="*/ 570409 w 637768"/>
                <a:gd name="csY49" fmla="*/ 163861 h 279949"/>
                <a:gd name="csX50" fmla="*/ 569453 w 637768"/>
                <a:gd name="csY50" fmla="*/ 165295 h 279949"/>
                <a:gd name="csX51" fmla="*/ 567542 w 637768"/>
                <a:gd name="csY51" fmla="*/ 166728 h 279949"/>
                <a:gd name="csX52" fmla="*/ 567542 w 637768"/>
                <a:gd name="csY52" fmla="*/ 166728 h 279949"/>
                <a:gd name="csX53" fmla="*/ 565631 w 637768"/>
                <a:gd name="csY53" fmla="*/ 170549 h 279949"/>
                <a:gd name="csX54" fmla="*/ 564676 w 637768"/>
                <a:gd name="csY54" fmla="*/ 172461 h 279949"/>
                <a:gd name="csX55" fmla="*/ 565154 w 637768"/>
                <a:gd name="csY55" fmla="*/ 173416 h 279949"/>
                <a:gd name="csX56" fmla="*/ 565154 w 637768"/>
                <a:gd name="csY56" fmla="*/ 174849 h 279949"/>
                <a:gd name="csX57" fmla="*/ 564198 w 637768"/>
                <a:gd name="csY57" fmla="*/ 176282 h 279949"/>
                <a:gd name="csX58" fmla="*/ 563721 w 637768"/>
                <a:gd name="csY58" fmla="*/ 176760 h 279949"/>
                <a:gd name="csX59" fmla="*/ 562765 w 637768"/>
                <a:gd name="csY59" fmla="*/ 177238 h 279949"/>
                <a:gd name="csX60" fmla="*/ 561332 w 637768"/>
                <a:gd name="csY60" fmla="*/ 177715 h 279949"/>
                <a:gd name="csX61" fmla="*/ 558943 w 637768"/>
                <a:gd name="csY61" fmla="*/ 179149 h 279949"/>
                <a:gd name="csX62" fmla="*/ 556077 w 637768"/>
                <a:gd name="csY62" fmla="*/ 181537 h 279949"/>
                <a:gd name="csX63" fmla="*/ 554166 w 637768"/>
                <a:gd name="csY63" fmla="*/ 183448 h 279949"/>
                <a:gd name="csX64" fmla="*/ 551299 w 637768"/>
                <a:gd name="csY64" fmla="*/ 183926 h 279949"/>
                <a:gd name="csX65" fmla="*/ 549389 w 637768"/>
                <a:gd name="csY65" fmla="*/ 184404 h 279949"/>
                <a:gd name="csX66" fmla="*/ 545089 w 637768"/>
                <a:gd name="csY66" fmla="*/ 184881 h 279949"/>
                <a:gd name="csX67" fmla="*/ 543656 w 637768"/>
                <a:gd name="csY67" fmla="*/ 185359 h 279949"/>
                <a:gd name="csX68" fmla="*/ 538878 w 637768"/>
                <a:gd name="csY68" fmla="*/ 185359 h 279949"/>
                <a:gd name="csX69" fmla="*/ 535535 w 637768"/>
                <a:gd name="csY69" fmla="*/ 184404 h 279949"/>
                <a:gd name="csX70" fmla="*/ 533624 w 637768"/>
                <a:gd name="csY70" fmla="*/ 184404 h 279949"/>
                <a:gd name="csX71" fmla="*/ 531713 w 637768"/>
                <a:gd name="csY71" fmla="*/ 185359 h 279949"/>
                <a:gd name="csX72" fmla="*/ 530757 w 637768"/>
                <a:gd name="csY72" fmla="*/ 185837 h 279949"/>
                <a:gd name="csX73" fmla="*/ 530757 w 637768"/>
                <a:gd name="csY73" fmla="*/ 187270 h 279949"/>
                <a:gd name="csX74" fmla="*/ 530280 w 637768"/>
                <a:gd name="csY74" fmla="*/ 188226 h 279949"/>
                <a:gd name="csX75" fmla="*/ 528846 w 637768"/>
                <a:gd name="csY75" fmla="*/ 190136 h 279949"/>
                <a:gd name="csX76" fmla="*/ 526458 w 637768"/>
                <a:gd name="csY76" fmla="*/ 192525 h 279949"/>
                <a:gd name="csX77" fmla="*/ 524069 w 637768"/>
                <a:gd name="csY77" fmla="*/ 193958 h 279949"/>
                <a:gd name="csX78" fmla="*/ 522158 w 637768"/>
                <a:gd name="csY78" fmla="*/ 195869 h 279949"/>
                <a:gd name="csX79" fmla="*/ 521680 w 637768"/>
                <a:gd name="csY79" fmla="*/ 196347 h 279949"/>
                <a:gd name="csX80" fmla="*/ 521203 w 637768"/>
                <a:gd name="csY80" fmla="*/ 196825 h 279949"/>
                <a:gd name="csX81" fmla="*/ 519292 w 637768"/>
                <a:gd name="csY81" fmla="*/ 197302 h 279949"/>
                <a:gd name="csX82" fmla="*/ 518336 w 637768"/>
                <a:gd name="csY82" fmla="*/ 197780 h 279949"/>
                <a:gd name="csX83" fmla="*/ 515948 w 637768"/>
                <a:gd name="csY83" fmla="*/ 199691 h 279949"/>
                <a:gd name="csX84" fmla="*/ 514037 w 637768"/>
                <a:gd name="csY84" fmla="*/ 201124 h 279949"/>
                <a:gd name="csX85" fmla="*/ 512603 w 637768"/>
                <a:gd name="csY85" fmla="*/ 201602 h 279949"/>
                <a:gd name="csX86" fmla="*/ 511171 w 637768"/>
                <a:gd name="csY86" fmla="*/ 201124 h 279949"/>
                <a:gd name="csX87" fmla="*/ 509737 w 637768"/>
                <a:gd name="csY87" fmla="*/ 201124 h 279949"/>
                <a:gd name="csX88" fmla="*/ 506871 w 637768"/>
                <a:gd name="csY88" fmla="*/ 200646 h 279949"/>
                <a:gd name="csX89" fmla="*/ 504960 w 637768"/>
                <a:gd name="csY89" fmla="*/ 200646 h 279949"/>
                <a:gd name="csX90" fmla="*/ 501616 w 637768"/>
                <a:gd name="csY90" fmla="*/ 200169 h 279949"/>
                <a:gd name="csX91" fmla="*/ 494928 w 637768"/>
                <a:gd name="csY91" fmla="*/ 198258 h 279949"/>
                <a:gd name="csX92" fmla="*/ 493017 w 637768"/>
                <a:gd name="csY92" fmla="*/ 197302 h 279949"/>
                <a:gd name="csX93" fmla="*/ 491106 w 637768"/>
                <a:gd name="csY93" fmla="*/ 194914 h 279949"/>
                <a:gd name="csX94" fmla="*/ 489194 w 637768"/>
                <a:gd name="csY94" fmla="*/ 193958 h 279949"/>
                <a:gd name="csX95" fmla="*/ 489194 w 637768"/>
                <a:gd name="csY95" fmla="*/ 193958 h 279949"/>
                <a:gd name="csX96" fmla="*/ 486806 w 637768"/>
                <a:gd name="csY96" fmla="*/ 193480 h 279949"/>
                <a:gd name="csX97" fmla="*/ 483462 w 637768"/>
                <a:gd name="csY97" fmla="*/ 193480 h 279949"/>
                <a:gd name="csX98" fmla="*/ 481551 w 637768"/>
                <a:gd name="csY98" fmla="*/ 193003 h 279949"/>
                <a:gd name="csX99" fmla="*/ 479162 w 637768"/>
                <a:gd name="csY99" fmla="*/ 193480 h 279949"/>
                <a:gd name="csX100" fmla="*/ 476296 w 637768"/>
                <a:gd name="csY100" fmla="*/ 195869 h 279949"/>
                <a:gd name="csX101" fmla="*/ 476296 w 637768"/>
                <a:gd name="csY101" fmla="*/ 195869 h 279949"/>
                <a:gd name="csX102" fmla="*/ 474863 w 637768"/>
                <a:gd name="csY102" fmla="*/ 197780 h 279949"/>
                <a:gd name="csX103" fmla="*/ 473430 w 637768"/>
                <a:gd name="csY103" fmla="*/ 199691 h 279949"/>
                <a:gd name="csX104" fmla="*/ 471996 w 637768"/>
                <a:gd name="csY104" fmla="*/ 203513 h 279949"/>
                <a:gd name="csX105" fmla="*/ 471519 w 637768"/>
                <a:gd name="csY105" fmla="*/ 206379 h 279949"/>
                <a:gd name="csX106" fmla="*/ 471041 w 637768"/>
                <a:gd name="csY106" fmla="*/ 207812 h 279949"/>
                <a:gd name="csX107" fmla="*/ 469608 w 637768"/>
                <a:gd name="csY107" fmla="*/ 210201 h 279949"/>
                <a:gd name="csX108" fmla="*/ 469130 w 637768"/>
                <a:gd name="csY108" fmla="*/ 211156 h 279949"/>
                <a:gd name="csX109" fmla="*/ 469608 w 637768"/>
                <a:gd name="csY109" fmla="*/ 212590 h 279949"/>
                <a:gd name="csX110" fmla="*/ 471041 w 637768"/>
                <a:gd name="csY110" fmla="*/ 213545 h 279949"/>
                <a:gd name="csX111" fmla="*/ 471041 w 637768"/>
                <a:gd name="csY111" fmla="*/ 214023 h 279949"/>
                <a:gd name="csX112" fmla="*/ 471519 w 637768"/>
                <a:gd name="csY112" fmla="*/ 215934 h 279949"/>
                <a:gd name="csX113" fmla="*/ 472952 w 637768"/>
                <a:gd name="csY113" fmla="*/ 217845 h 279949"/>
                <a:gd name="csX114" fmla="*/ 474863 w 637768"/>
                <a:gd name="csY114" fmla="*/ 219756 h 279949"/>
                <a:gd name="csX115" fmla="*/ 477729 w 637768"/>
                <a:gd name="csY115" fmla="*/ 222144 h 279949"/>
                <a:gd name="csX116" fmla="*/ 478685 w 637768"/>
                <a:gd name="csY116" fmla="*/ 223577 h 279949"/>
                <a:gd name="csX117" fmla="*/ 479640 w 637768"/>
                <a:gd name="csY117" fmla="*/ 225488 h 279949"/>
                <a:gd name="csX118" fmla="*/ 480118 w 637768"/>
                <a:gd name="csY118" fmla="*/ 226921 h 279949"/>
                <a:gd name="csX119" fmla="*/ 479640 w 637768"/>
                <a:gd name="csY119" fmla="*/ 227877 h 279949"/>
                <a:gd name="csX120" fmla="*/ 479640 w 637768"/>
                <a:gd name="csY120" fmla="*/ 227877 h 279949"/>
                <a:gd name="csX121" fmla="*/ 479162 w 637768"/>
                <a:gd name="csY121" fmla="*/ 228355 h 279949"/>
                <a:gd name="csX122" fmla="*/ 478685 w 637768"/>
                <a:gd name="csY122" fmla="*/ 228833 h 279949"/>
                <a:gd name="csX123" fmla="*/ 476774 w 637768"/>
                <a:gd name="csY123" fmla="*/ 228833 h 279949"/>
                <a:gd name="csX124" fmla="*/ 475341 w 637768"/>
                <a:gd name="csY124" fmla="*/ 230266 h 279949"/>
                <a:gd name="csX125" fmla="*/ 473907 w 637768"/>
                <a:gd name="csY125" fmla="*/ 231699 h 279949"/>
                <a:gd name="csX126" fmla="*/ 471996 w 637768"/>
                <a:gd name="csY126" fmla="*/ 233132 h 279949"/>
                <a:gd name="csX127" fmla="*/ 471041 w 637768"/>
                <a:gd name="csY127" fmla="*/ 233610 h 279949"/>
                <a:gd name="csX128" fmla="*/ 470085 w 637768"/>
                <a:gd name="csY128" fmla="*/ 233610 h 279949"/>
                <a:gd name="csX129" fmla="*/ 464830 w 637768"/>
                <a:gd name="csY129" fmla="*/ 235998 h 279949"/>
                <a:gd name="csX130" fmla="*/ 463398 w 637768"/>
                <a:gd name="csY130" fmla="*/ 236476 h 279949"/>
                <a:gd name="csX131" fmla="*/ 462919 w 637768"/>
                <a:gd name="csY131" fmla="*/ 236476 h 279949"/>
                <a:gd name="csX132" fmla="*/ 461487 w 637768"/>
                <a:gd name="csY132" fmla="*/ 236954 h 279949"/>
                <a:gd name="csX133" fmla="*/ 461487 w 637768"/>
                <a:gd name="csY133" fmla="*/ 236954 h 279949"/>
                <a:gd name="csX134" fmla="*/ 459575 w 637768"/>
                <a:gd name="csY134" fmla="*/ 239343 h 279949"/>
                <a:gd name="csX135" fmla="*/ 458142 w 637768"/>
                <a:gd name="csY135" fmla="*/ 240776 h 279949"/>
                <a:gd name="csX136" fmla="*/ 456232 w 637768"/>
                <a:gd name="csY136" fmla="*/ 242687 h 279949"/>
                <a:gd name="csX137" fmla="*/ 455276 w 637768"/>
                <a:gd name="csY137" fmla="*/ 243642 h 279949"/>
                <a:gd name="csX138" fmla="*/ 453843 w 637768"/>
                <a:gd name="csY138" fmla="*/ 246031 h 279949"/>
                <a:gd name="csX139" fmla="*/ 451932 w 637768"/>
                <a:gd name="csY139" fmla="*/ 248419 h 279949"/>
                <a:gd name="csX140" fmla="*/ 450499 w 637768"/>
                <a:gd name="csY140" fmla="*/ 249375 h 279949"/>
                <a:gd name="csX141" fmla="*/ 450021 w 637768"/>
                <a:gd name="csY141" fmla="*/ 250330 h 279949"/>
                <a:gd name="csX142" fmla="*/ 449543 w 637768"/>
                <a:gd name="csY142" fmla="*/ 251286 h 279949"/>
                <a:gd name="csX143" fmla="*/ 447155 w 637768"/>
                <a:gd name="csY143" fmla="*/ 251763 h 279949"/>
                <a:gd name="csX144" fmla="*/ 445244 w 637768"/>
                <a:gd name="csY144" fmla="*/ 252719 h 279949"/>
                <a:gd name="csX145" fmla="*/ 442377 w 637768"/>
                <a:gd name="csY145" fmla="*/ 254152 h 279949"/>
                <a:gd name="csX146" fmla="*/ 438555 w 637768"/>
                <a:gd name="csY146" fmla="*/ 255585 h 279949"/>
                <a:gd name="csX147" fmla="*/ 435211 w 637768"/>
                <a:gd name="csY147" fmla="*/ 256541 h 279949"/>
                <a:gd name="csX148" fmla="*/ 433300 w 637768"/>
                <a:gd name="csY148" fmla="*/ 257496 h 279949"/>
                <a:gd name="csX149" fmla="*/ 430434 w 637768"/>
                <a:gd name="csY149" fmla="*/ 258929 h 279949"/>
                <a:gd name="csX150" fmla="*/ 428045 w 637768"/>
                <a:gd name="csY150" fmla="*/ 259407 h 279949"/>
                <a:gd name="csX151" fmla="*/ 424223 w 637768"/>
                <a:gd name="csY151" fmla="*/ 259407 h 279949"/>
                <a:gd name="csX152" fmla="*/ 418968 w 637768"/>
                <a:gd name="csY152" fmla="*/ 259885 h 279949"/>
                <a:gd name="csX153" fmla="*/ 415146 w 637768"/>
                <a:gd name="csY153" fmla="*/ 259885 h 279949"/>
                <a:gd name="csX154" fmla="*/ 412758 w 637768"/>
                <a:gd name="csY154" fmla="*/ 259885 h 279949"/>
                <a:gd name="csX155" fmla="*/ 408459 w 637768"/>
                <a:gd name="csY155" fmla="*/ 259407 h 279949"/>
                <a:gd name="csX156" fmla="*/ 405114 w 637768"/>
                <a:gd name="csY156" fmla="*/ 259407 h 279949"/>
                <a:gd name="csX157" fmla="*/ 403203 w 637768"/>
                <a:gd name="csY157" fmla="*/ 259885 h 279949"/>
                <a:gd name="csX158" fmla="*/ 397948 w 637768"/>
                <a:gd name="csY158" fmla="*/ 260363 h 279949"/>
                <a:gd name="csX159" fmla="*/ 396515 w 637768"/>
                <a:gd name="csY159" fmla="*/ 260363 h 279949"/>
                <a:gd name="csX160" fmla="*/ 388871 w 637768"/>
                <a:gd name="csY160" fmla="*/ 261318 h 279949"/>
                <a:gd name="csX161" fmla="*/ 387916 w 637768"/>
                <a:gd name="csY161" fmla="*/ 261796 h 279949"/>
                <a:gd name="csX162" fmla="*/ 383616 w 637768"/>
                <a:gd name="csY162" fmla="*/ 262274 h 279949"/>
                <a:gd name="csX163" fmla="*/ 379795 w 637768"/>
                <a:gd name="csY163" fmla="*/ 262751 h 279949"/>
                <a:gd name="csX164" fmla="*/ 377406 w 637768"/>
                <a:gd name="csY164" fmla="*/ 263229 h 279949"/>
                <a:gd name="csX165" fmla="*/ 375973 w 637768"/>
                <a:gd name="csY165" fmla="*/ 263707 h 279949"/>
                <a:gd name="csX166" fmla="*/ 373584 w 637768"/>
                <a:gd name="csY166" fmla="*/ 264662 h 279949"/>
                <a:gd name="csX167" fmla="*/ 372151 w 637768"/>
                <a:gd name="csY167" fmla="*/ 265140 h 279949"/>
                <a:gd name="csX168" fmla="*/ 368329 w 637768"/>
                <a:gd name="csY168" fmla="*/ 266573 h 279949"/>
                <a:gd name="csX169" fmla="*/ 365941 w 637768"/>
                <a:gd name="csY169" fmla="*/ 268006 h 279949"/>
                <a:gd name="csX170" fmla="*/ 359252 w 637768"/>
                <a:gd name="csY170" fmla="*/ 270395 h 279949"/>
                <a:gd name="csX171" fmla="*/ 353520 w 637768"/>
                <a:gd name="csY171" fmla="*/ 273261 h 279949"/>
                <a:gd name="csX172" fmla="*/ 352564 w 637768"/>
                <a:gd name="csY172" fmla="*/ 273739 h 279949"/>
                <a:gd name="csX173" fmla="*/ 348264 w 637768"/>
                <a:gd name="csY173" fmla="*/ 275650 h 279949"/>
                <a:gd name="csX174" fmla="*/ 346354 w 637768"/>
                <a:gd name="csY174" fmla="*/ 276605 h 279949"/>
                <a:gd name="csX175" fmla="*/ 346354 w 637768"/>
                <a:gd name="csY175" fmla="*/ 276605 h 279949"/>
                <a:gd name="csX176" fmla="*/ 345398 w 637768"/>
                <a:gd name="csY176" fmla="*/ 277561 h 279949"/>
                <a:gd name="csX177" fmla="*/ 344443 w 637768"/>
                <a:gd name="csY177" fmla="*/ 278516 h 279949"/>
                <a:gd name="csX178" fmla="*/ 343487 w 637768"/>
                <a:gd name="csY178" fmla="*/ 279472 h 279949"/>
                <a:gd name="csX179" fmla="*/ 342054 w 637768"/>
                <a:gd name="csY179" fmla="*/ 279950 h 279949"/>
                <a:gd name="csX180" fmla="*/ 339666 w 637768"/>
                <a:gd name="csY180" fmla="*/ 278994 h 279949"/>
                <a:gd name="csX181" fmla="*/ 337754 w 637768"/>
                <a:gd name="csY181" fmla="*/ 278994 h 279949"/>
                <a:gd name="csX182" fmla="*/ 332500 w 637768"/>
                <a:gd name="csY182" fmla="*/ 278516 h 279949"/>
                <a:gd name="csX183" fmla="*/ 332500 w 637768"/>
                <a:gd name="csY183" fmla="*/ 273261 h 279949"/>
                <a:gd name="csX184" fmla="*/ 328678 w 637768"/>
                <a:gd name="csY184" fmla="*/ 273739 h 279949"/>
                <a:gd name="csX185" fmla="*/ 323423 w 637768"/>
                <a:gd name="csY185" fmla="*/ 275172 h 279949"/>
                <a:gd name="csX186" fmla="*/ 322467 w 637768"/>
                <a:gd name="csY186" fmla="*/ 275172 h 279949"/>
                <a:gd name="csX187" fmla="*/ 321512 w 637768"/>
                <a:gd name="csY187" fmla="*/ 275172 h 279949"/>
                <a:gd name="csX188" fmla="*/ 316734 w 637768"/>
                <a:gd name="csY188" fmla="*/ 276128 h 279949"/>
                <a:gd name="csX189" fmla="*/ 311479 w 637768"/>
                <a:gd name="csY189" fmla="*/ 273739 h 279949"/>
                <a:gd name="csX190" fmla="*/ 307657 w 637768"/>
                <a:gd name="csY190" fmla="*/ 271828 h 279949"/>
                <a:gd name="csX191" fmla="*/ 303836 w 637768"/>
                <a:gd name="csY191" fmla="*/ 269917 h 279949"/>
                <a:gd name="csX192" fmla="*/ 298581 w 637768"/>
                <a:gd name="csY192" fmla="*/ 268962 h 279949"/>
                <a:gd name="csX193" fmla="*/ 294281 w 637768"/>
                <a:gd name="csY193" fmla="*/ 268006 h 279949"/>
                <a:gd name="csX194" fmla="*/ 285682 w 637768"/>
                <a:gd name="csY194" fmla="*/ 266095 h 279949"/>
                <a:gd name="csX195" fmla="*/ 282338 w 637768"/>
                <a:gd name="csY195" fmla="*/ 265140 h 279949"/>
                <a:gd name="csX196" fmla="*/ 280427 w 637768"/>
                <a:gd name="csY196" fmla="*/ 263229 h 279949"/>
                <a:gd name="csX197" fmla="*/ 277083 w 637768"/>
                <a:gd name="csY197" fmla="*/ 258929 h 279949"/>
                <a:gd name="csX198" fmla="*/ 276127 w 637768"/>
                <a:gd name="csY198" fmla="*/ 257974 h 279949"/>
                <a:gd name="csX199" fmla="*/ 274216 w 637768"/>
                <a:gd name="csY199" fmla="*/ 257496 h 279949"/>
                <a:gd name="csX200" fmla="*/ 272783 w 637768"/>
                <a:gd name="csY200" fmla="*/ 257018 h 279949"/>
                <a:gd name="csX201" fmla="*/ 268961 w 637768"/>
                <a:gd name="csY201" fmla="*/ 257018 h 279949"/>
                <a:gd name="csX202" fmla="*/ 264662 w 637768"/>
                <a:gd name="csY202" fmla="*/ 256541 h 279949"/>
                <a:gd name="csX203" fmla="*/ 258452 w 637768"/>
                <a:gd name="csY203" fmla="*/ 255585 h 279949"/>
                <a:gd name="csX204" fmla="*/ 253197 w 637768"/>
                <a:gd name="csY204" fmla="*/ 255108 h 279949"/>
                <a:gd name="csX205" fmla="*/ 244597 w 637768"/>
                <a:gd name="csY205" fmla="*/ 253675 h 279949"/>
                <a:gd name="csX206" fmla="*/ 242686 w 637768"/>
                <a:gd name="csY206" fmla="*/ 253675 h 279949"/>
                <a:gd name="csX207" fmla="*/ 238387 w 637768"/>
                <a:gd name="csY207" fmla="*/ 254630 h 279949"/>
                <a:gd name="csX208" fmla="*/ 236954 w 637768"/>
                <a:gd name="csY208" fmla="*/ 255108 h 279949"/>
                <a:gd name="csX209" fmla="*/ 232654 w 637768"/>
                <a:gd name="csY209" fmla="*/ 256063 h 279949"/>
                <a:gd name="csX210" fmla="*/ 222144 w 637768"/>
                <a:gd name="csY210" fmla="*/ 255108 h 279949"/>
                <a:gd name="csX211" fmla="*/ 217845 w 637768"/>
                <a:gd name="csY211" fmla="*/ 254630 h 279949"/>
                <a:gd name="csX212" fmla="*/ 208290 w 637768"/>
                <a:gd name="csY212" fmla="*/ 253197 h 279949"/>
                <a:gd name="csX213" fmla="*/ 197780 w 637768"/>
                <a:gd name="csY213" fmla="*/ 252241 h 279949"/>
                <a:gd name="csX214" fmla="*/ 197780 w 637768"/>
                <a:gd name="csY214" fmla="*/ 252241 h 279949"/>
                <a:gd name="csX215" fmla="*/ 187747 w 637768"/>
                <a:gd name="csY215" fmla="*/ 250808 h 279949"/>
                <a:gd name="csX216" fmla="*/ 180104 w 637768"/>
                <a:gd name="csY216" fmla="*/ 251763 h 279949"/>
                <a:gd name="csX217" fmla="*/ 180104 w 637768"/>
                <a:gd name="csY217" fmla="*/ 251763 h 279949"/>
                <a:gd name="csX218" fmla="*/ 176282 w 637768"/>
                <a:gd name="csY218" fmla="*/ 251763 h 279949"/>
                <a:gd name="csX219" fmla="*/ 171983 w 637768"/>
                <a:gd name="csY219" fmla="*/ 252719 h 279949"/>
                <a:gd name="csX220" fmla="*/ 171504 w 637768"/>
                <a:gd name="csY220" fmla="*/ 252719 h 279949"/>
                <a:gd name="csX221" fmla="*/ 170549 w 637768"/>
                <a:gd name="csY221" fmla="*/ 251763 h 279949"/>
                <a:gd name="csX222" fmla="*/ 170549 w 637768"/>
                <a:gd name="csY222" fmla="*/ 249375 h 279949"/>
                <a:gd name="csX223" fmla="*/ 169594 w 637768"/>
                <a:gd name="csY223" fmla="*/ 247464 h 279949"/>
                <a:gd name="csX224" fmla="*/ 169594 w 637768"/>
                <a:gd name="csY224" fmla="*/ 247464 h 279949"/>
                <a:gd name="csX225" fmla="*/ 167205 w 637768"/>
                <a:gd name="csY225" fmla="*/ 245075 h 279949"/>
                <a:gd name="csX226" fmla="*/ 165294 w 637768"/>
                <a:gd name="csY226" fmla="*/ 243164 h 279949"/>
                <a:gd name="csX227" fmla="*/ 165294 w 637768"/>
                <a:gd name="csY227" fmla="*/ 243164 h 279949"/>
                <a:gd name="csX228" fmla="*/ 161950 w 637768"/>
                <a:gd name="csY228" fmla="*/ 240298 h 279949"/>
                <a:gd name="csX229" fmla="*/ 160995 w 637768"/>
                <a:gd name="csY229" fmla="*/ 238865 h 279949"/>
                <a:gd name="csX230" fmla="*/ 160517 w 637768"/>
                <a:gd name="csY230" fmla="*/ 235998 h 279949"/>
                <a:gd name="csX231" fmla="*/ 157651 w 637768"/>
                <a:gd name="csY231" fmla="*/ 228833 h 279949"/>
                <a:gd name="csX232" fmla="*/ 155740 w 637768"/>
                <a:gd name="csY232" fmla="*/ 224533 h 279949"/>
                <a:gd name="csX233" fmla="*/ 155262 w 637768"/>
                <a:gd name="csY233" fmla="*/ 223577 h 279949"/>
                <a:gd name="csX234" fmla="*/ 154306 w 637768"/>
                <a:gd name="csY234" fmla="*/ 221667 h 279949"/>
                <a:gd name="csX235" fmla="*/ 154306 w 637768"/>
                <a:gd name="csY235" fmla="*/ 221667 h 279949"/>
                <a:gd name="csX236" fmla="*/ 153351 w 637768"/>
                <a:gd name="csY236" fmla="*/ 221189 h 279949"/>
                <a:gd name="csX237" fmla="*/ 150962 w 637768"/>
                <a:gd name="csY237" fmla="*/ 220711 h 279949"/>
                <a:gd name="csX238" fmla="*/ 150485 w 637768"/>
                <a:gd name="csY238" fmla="*/ 219756 h 279949"/>
                <a:gd name="csX239" fmla="*/ 150485 w 637768"/>
                <a:gd name="csY239" fmla="*/ 217845 h 279949"/>
                <a:gd name="csX240" fmla="*/ 150485 w 637768"/>
                <a:gd name="csY240" fmla="*/ 217845 h 279949"/>
                <a:gd name="csX241" fmla="*/ 150962 w 637768"/>
                <a:gd name="csY241" fmla="*/ 215934 h 279949"/>
                <a:gd name="csX242" fmla="*/ 151440 w 637768"/>
                <a:gd name="csY242" fmla="*/ 214023 h 279949"/>
                <a:gd name="csX243" fmla="*/ 150962 w 637768"/>
                <a:gd name="csY243" fmla="*/ 213545 h 279949"/>
                <a:gd name="csX244" fmla="*/ 145229 w 637768"/>
                <a:gd name="csY244" fmla="*/ 214023 h 279949"/>
                <a:gd name="csX245" fmla="*/ 144752 w 637768"/>
                <a:gd name="csY245" fmla="*/ 214023 h 279949"/>
                <a:gd name="csX246" fmla="*/ 141408 w 637768"/>
                <a:gd name="csY246" fmla="*/ 213068 h 279949"/>
                <a:gd name="csX247" fmla="*/ 138063 w 637768"/>
                <a:gd name="csY247" fmla="*/ 211634 h 279949"/>
                <a:gd name="csX248" fmla="*/ 133764 w 637768"/>
                <a:gd name="csY248" fmla="*/ 208768 h 279949"/>
                <a:gd name="csX249" fmla="*/ 131376 w 637768"/>
                <a:gd name="csY249" fmla="*/ 207335 h 279949"/>
                <a:gd name="csX250" fmla="*/ 128031 w 637768"/>
                <a:gd name="csY250" fmla="*/ 204468 h 279949"/>
                <a:gd name="csX251" fmla="*/ 123254 w 637768"/>
                <a:gd name="csY251" fmla="*/ 203513 h 279949"/>
                <a:gd name="csX252" fmla="*/ 121343 w 637768"/>
                <a:gd name="csY252" fmla="*/ 202080 h 279949"/>
                <a:gd name="csX253" fmla="*/ 119432 w 637768"/>
                <a:gd name="csY253" fmla="*/ 199691 h 279949"/>
                <a:gd name="csX254" fmla="*/ 117044 w 637768"/>
                <a:gd name="csY254" fmla="*/ 197780 h 279949"/>
                <a:gd name="csX255" fmla="*/ 114655 w 637768"/>
                <a:gd name="csY255" fmla="*/ 196825 h 279949"/>
                <a:gd name="csX256" fmla="*/ 109878 w 637768"/>
                <a:gd name="csY256" fmla="*/ 195869 h 279949"/>
                <a:gd name="csX257" fmla="*/ 102712 w 637768"/>
                <a:gd name="csY257" fmla="*/ 194914 h 279949"/>
                <a:gd name="csX258" fmla="*/ 99845 w 637768"/>
                <a:gd name="csY258" fmla="*/ 194436 h 279949"/>
                <a:gd name="csX259" fmla="*/ 96024 w 637768"/>
                <a:gd name="csY259" fmla="*/ 194914 h 279949"/>
                <a:gd name="csX260" fmla="*/ 92679 w 637768"/>
                <a:gd name="csY260" fmla="*/ 194914 h 279949"/>
                <a:gd name="csX261" fmla="*/ 92679 w 637768"/>
                <a:gd name="csY261" fmla="*/ 194914 h 279949"/>
                <a:gd name="csX262" fmla="*/ 87902 w 637768"/>
                <a:gd name="csY262" fmla="*/ 194436 h 279949"/>
                <a:gd name="csX263" fmla="*/ 85035 w 637768"/>
                <a:gd name="csY263" fmla="*/ 193480 h 279949"/>
                <a:gd name="csX264" fmla="*/ 81692 w 637768"/>
                <a:gd name="csY264" fmla="*/ 193480 h 279949"/>
                <a:gd name="csX265" fmla="*/ 79303 w 637768"/>
                <a:gd name="csY265" fmla="*/ 193480 h 279949"/>
                <a:gd name="csX266" fmla="*/ 76437 w 637768"/>
                <a:gd name="csY266" fmla="*/ 193003 h 279949"/>
                <a:gd name="csX267" fmla="*/ 74526 w 637768"/>
                <a:gd name="csY267" fmla="*/ 192525 h 279949"/>
                <a:gd name="csX268" fmla="*/ 74526 w 637768"/>
                <a:gd name="csY268" fmla="*/ 192525 h 279949"/>
                <a:gd name="csX269" fmla="*/ 73570 w 637768"/>
                <a:gd name="csY269" fmla="*/ 192047 h 279949"/>
                <a:gd name="csX270" fmla="*/ 70704 w 637768"/>
                <a:gd name="csY270" fmla="*/ 192047 h 279949"/>
                <a:gd name="csX271" fmla="*/ 68793 w 637768"/>
                <a:gd name="csY271" fmla="*/ 191570 h 279949"/>
                <a:gd name="csX272" fmla="*/ 67360 w 637768"/>
                <a:gd name="csY272" fmla="*/ 190136 h 279949"/>
                <a:gd name="csX273" fmla="*/ 65449 w 637768"/>
                <a:gd name="csY273" fmla="*/ 189659 h 279949"/>
                <a:gd name="csX274" fmla="*/ 63538 w 637768"/>
                <a:gd name="csY274" fmla="*/ 189659 h 279949"/>
                <a:gd name="csX275" fmla="*/ 63060 w 637768"/>
                <a:gd name="csY275" fmla="*/ 190136 h 279949"/>
                <a:gd name="csX276" fmla="*/ 62105 w 637768"/>
                <a:gd name="csY276" fmla="*/ 190136 h 279949"/>
                <a:gd name="csX277" fmla="*/ 61627 w 637768"/>
                <a:gd name="csY277" fmla="*/ 188703 h 279949"/>
                <a:gd name="csX278" fmla="*/ 59716 w 637768"/>
                <a:gd name="csY278" fmla="*/ 185837 h 279949"/>
                <a:gd name="csX279" fmla="*/ 59716 w 637768"/>
                <a:gd name="csY279" fmla="*/ 184404 h 279949"/>
                <a:gd name="csX280" fmla="*/ 58760 w 637768"/>
                <a:gd name="csY280" fmla="*/ 182970 h 279949"/>
                <a:gd name="csX281" fmla="*/ 57805 w 637768"/>
                <a:gd name="csY281" fmla="*/ 181537 h 279949"/>
                <a:gd name="csX282" fmla="*/ 58283 w 637768"/>
                <a:gd name="csY282" fmla="*/ 180104 h 279949"/>
                <a:gd name="csX283" fmla="*/ 58760 w 637768"/>
                <a:gd name="csY283" fmla="*/ 176282 h 279949"/>
                <a:gd name="csX284" fmla="*/ 60671 w 637768"/>
                <a:gd name="csY284" fmla="*/ 173416 h 279949"/>
                <a:gd name="csX285" fmla="*/ 61627 w 637768"/>
                <a:gd name="csY285" fmla="*/ 172461 h 279949"/>
                <a:gd name="csX286" fmla="*/ 61627 w 637768"/>
                <a:gd name="csY286" fmla="*/ 172461 h 279949"/>
                <a:gd name="csX287" fmla="*/ 62582 w 637768"/>
                <a:gd name="csY287" fmla="*/ 171505 h 279949"/>
                <a:gd name="csX288" fmla="*/ 64015 w 637768"/>
                <a:gd name="csY288" fmla="*/ 169594 h 279949"/>
                <a:gd name="csX289" fmla="*/ 64493 w 637768"/>
                <a:gd name="csY289" fmla="*/ 168638 h 279949"/>
                <a:gd name="csX290" fmla="*/ 64493 w 637768"/>
                <a:gd name="csY290" fmla="*/ 166728 h 279949"/>
                <a:gd name="csX291" fmla="*/ 63538 w 637768"/>
                <a:gd name="csY291" fmla="*/ 164817 h 279949"/>
                <a:gd name="csX292" fmla="*/ 63060 w 637768"/>
                <a:gd name="csY292" fmla="*/ 162428 h 279949"/>
                <a:gd name="csX293" fmla="*/ 63060 w 637768"/>
                <a:gd name="csY293" fmla="*/ 161950 h 279949"/>
                <a:gd name="csX294" fmla="*/ 63060 w 637768"/>
                <a:gd name="csY294" fmla="*/ 160995 h 279949"/>
                <a:gd name="csX295" fmla="*/ 64015 w 637768"/>
                <a:gd name="csY295" fmla="*/ 159084 h 279949"/>
                <a:gd name="csX296" fmla="*/ 65449 w 637768"/>
                <a:gd name="csY296" fmla="*/ 155262 h 279949"/>
                <a:gd name="csX297" fmla="*/ 64971 w 637768"/>
                <a:gd name="csY297" fmla="*/ 154307 h 279949"/>
                <a:gd name="csX298" fmla="*/ 64493 w 637768"/>
                <a:gd name="csY298" fmla="*/ 153829 h 279949"/>
                <a:gd name="csX299" fmla="*/ 64493 w 637768"/>
                <a:gd name="csY299" fmla="*/ 151918 h 279949"/>
                <a:gd name="csX300" fmla="*/ 64493 w 637768"/>
                <a:gd name="csY300" fmla="*/ 149529 h 279949"/>
                <a:gd name="csX301" fmla="*/ 63060 w 637768"/>
                <a:gd name="csY301" fmla="*/ 146185 h 279949"/>
                <a:gd name="csX302" fmla="*/ 62105 w 637768"/>
                <a:gd name="csY302" fmla="*/ 144274 h 279949"/>
                <a:gd name="csX303" fmla="*/ 60671 w 637768"/>
                <a:gd name="csY303" fmla="*/ 143319 h 279949"/>
                <a:gd name="csX304" fmla="*/ 60671 w 637768"/>
                <a:gd name="csY304" fmla="*/ 143319 h 279949"/>
                <a:gd name="csX305" fmla="*/ 58760 w 637768"/>
                <a:gd name="csY305" fmla="*/ 142841 h 279949"/>
                <a:gd name="csX306" fmla="*/ 57328 w 637768"/>
                <a:gd name="csY306" fmla="*/ 140453 h 279949"/>
                <a:gd name="csX307" fmla="*/ 55894 w 637768"/>
                <a:gd name="csY307" fmla="*/ 137108 h 279949"/>
                <a:gd name="csX308" fmla="*/ 54461 w 637768"/>
                <a:gd name="csY308" fmla="*/ 135197 h 279949"/>
                <a:gd name="csX309" fmla="*/ 54461 w 637768"/>
                <a:gd name="csY309" fmla="*/ 134242 h 279949"/>
                <a:gd name="csX310" fmla="*/ 53983 w 637768"/>
                <a:gd name="csY310" fmla="*/ 131853 h 279949"/>
                <a:gd name="csX311" fmla="*/ 53028 w 637768"/>
                <a:gd name="csY311" fmla="*/ 129465 h 279949"/>
                <a:gd name="csX312" fmla="*/ 52550 w 637768"/>
                <a:gd name="csY312" fmla="*/ 128032 h 279949"/>
                <a:gd name="csX313" fmla="*/ 52550 w 637768"/>
                <a:gd name="csY313" fmla="*/ 128032 h 279949"/>
                <a:gd name="csX314" fmla="*/ 51594 w 637768"/>
                <a:gd name="csY314" fmla="*/ 127076 h 279949"/>
                <a:gd name="csX315" fmla="*/ 51594 w 637768"/>
                <a:gd name="csY315" fmla="*/ 125643 h 279949"/>
                <a:gd name="csX316" fmla="*/ 51117 w 637768"/>
                <a:gd name="csY316" fmla="*/ 124687 h 279949"/>
                <a:gd name="csX317" fmla="*/ 51117 w 637768"/>
                <a:gd name="csY317" fmla="*/ 124687 h 279949"/>
                <a:gd name="csX318" fmla="*/ 48728 w 637768"/>
                <a:gd name="csY318" fmla="*/ 124210 h 279949"/>
                <a:gd name="csX319" fmla="*/ 46817 w 637768"/>
                <a:gd name="csY319" fmla="*/ 123254 h 279949"/>
                <a:gd name="csX320" fmla="*/ 46340 w 637768"/>
                <a:gd name="csY320" fmla="*/ 121343 h 279949"/>
                <a:gd name="csX321" fmla="*/ 45862 w 637768"/>
                <a:gd name="csY321" fmla="*/ 120388 h 279949"/>
                <a:gd name="csX322" fmla="*/ 45384 w 637768"/>
                <a:gd name="csY322" fmla="*/ 119432 h 279949"/>
                <a:gd name="csX323" fmla="*/ 45384 w 637768"/>
                <a:gd name="csY323" fmla="*/ 119432 h 279949"/>
                <a:gd name="csX324" fmla="*/ 43951 w 637768"/>
                <a:gd name="csY324" fmla="*/ 119432 h 279949"/>
                <a:gd name="csX325" fmla="*/ 42996 w 637768"/>
                <a:gd name="csY325" fmla="*/ 120388 h 279949"/>
                <a:gd name="csX326" fmla="*/ 41562 w 637768"/>
                <a:gd name="csY326" fmla="*/ 120866 h 279949"/>
                <a:gd name="csX327" fmla="*/ 40129 w 637768"/>
                <a:gd name="csY327" fmla="*/ 120866 h 279949"/>
                <a:gd name="csX328" fmla="*/ 39174 w 637768"/>
                <a:gd name="csY328" fmla="*/ 120388 h 279949"/>
                <a:gd name="csX329" fmla="*/ 38696 w 637768"/>
                <a:gd name="csY329" fmla="*/ 119432 h 279949"/>
                <a:gd name="csX330" fmla="*/ 37740 w 637768"/>
                <a:gd name="csY330" fmla="*/ 118477 h 279949"/>
                <a:gd name="csX331" fmla="*/ 36307 w 637768"/>
                <a:gd name="csY331" fmla="*/ 116088 h 279949"/>
                <a:gd name="csX332" fmla="*/ 34396 w 637768"/>
                <a:gd name="csY332" fmla="*/ 115611 h 279949"/>
                <a:gd name="csX333" fmla="*/ 31530 w 637768"/>
                <a:gd name="csY333" fmla="*/ 115611 h 279949"/>
                <a:gd name="csX334" fmla="*/ 28664 w 637768"/>
                <a:gd name="csY334" fmla="*/ 116566 h 279949"/>
                <a:gd name="csX335" fmla="*/ 27230 w 637768"/>
                <a:gd name="csY335" fmla="*/ 116566 h 279949"/>
                <a:gd name="csX336" fmla="*/ 25797 w 637768"/>
                <a:gd name="csY336" fmla="*/ 116088 h 279949"/>
                <a:gd name="csX337" fmla="*/ 24364 w 637768"/>
                <a:gd name="csY337" fmla="*/ 114655 h 279949"/>
                <a:gd name="csX338" fmla="*/ 23408 w 637768"/>
                <a:gd name="csY338" fmla="*/ 113700 h 279949"/>
                <a:gd name="csX339" fmla="*/ 21498 w 637768"/>
                <a:gd name="csY339" fmla="*/ 113222 h 279949"/>
                <a:gd name="csX340" fmla="*/ 18631 w 637768"/>
                <a:gd name="csY340" fmla="*/ 111311 h 279949"/>
                <a:gd name="csX341" fmla="*/ 16721 w 637768"/>
                <a:gd name="csY341" fmla="*/ 110356 h 279949"/>
                <a:gd name="csX342" fmla="*/ 16242 w 637768"/>
                <a:gd name="csY342" fmla="*/ 107489 h 279949"/>
                <a:gd name="csX343" fmla="*/ 15287 w 637768"/>
                <a:gd name="csY343" fmla="*/ 105578 h 279949"/>
                <a:gd name="csX344" fmla="*/ 13376 w 637768"/>
                <a:gd name="csY344" fmla="*/ 105100 h 279949"/>
                <a:gd name="csX345" fmla="*/ 11465 w 637768"/>
                <a:gd name="csY345" fmla="*/ 103190 h 279949"/>
                <a:gd name="csX346" fmla="*/ 8121 w 637768"/>
                <a:gd name="csY346" fmla="*/ 102234 h 279949"/>
                <a:gd name="csX347" fmla="*/ 6210 w 637768"/>
                <a:gd name="csY347" fmla="*/ 101279 h 279949"/>
                <a:gd name="csX348" fmla="*/ 4777 w 637768"/>
                <a:gd name="csY348" fmla="*/ 101279 h 279949"/>
                <a:gd name="csX349" fmla="*/ 4299 w 637768"/>
                <a:gd name="csY349" fmla="*/ 100323 h 279949"/>
                <a:gd name="csX350" fmla="*/ 4777 w 637768"/>
                <a:gd name="csY350" fmla="*/ 99846 h 279949"/>
                <a:gd name="csX351" fmla="*/ 5255 w 637768"/>
                <a:gd name="csY351" fmla="*/ 98890 h 279949"/>
                <a:gd name="csX352" fmla="*/ 6210 w 637768"/>
                <a:gd name="csY352" fmla="*/ 97935 h 279949"/>
                <a:gd name="csX353" fmla="*/ 6210 w 637768"/>
                <a:gd name="csY353" fmla="*/ 96979 h 279949"/>
                <a:gd name="csX354" fmla="*/ 5733 w 637768"/>
                <a:gd name="csY354" fmla="*/ 96024 h 279949"/>
                <a:gd name="csX355" fmla="*/ 5733 w 637768"/>
                <a:gd name="csY355" fmla="*/ 96024 h 279949"/>
                <a:gd name="csX356" fmla="*/ 3821 w 637768"/>
                <a:gd name="csY356" fmla="*/ 95068 h 279949"/>
                <a:gd name="csX357" fmla="*/ 1910 w 637768"/>
                <a:gd name="csY357" fmla="*/ 94591 h 279949"/>
                <a:gd name="csX358" fmla="*/ 1433 w 637768"/>
                <a:gd name="csY358" fmla="*/ 93157 h 279949"/>
                <a:gd name="csX359" fmla="*/ 0 w 637768"/>
                <a:gd name="csY359" fmla="*/ 92202 h 279949"/>
                <a:gd name="csX360" fmla="*/ 478 w 637768"/>
                <a:gd name="csY360" fmla="*/ 91246 h 279949"/>
                <a:gd name="csX361" fmla="*/ 1433 w 637768"/>
                <a:gd name="csY361" fmla="*/ 90291 h 279949"/>
                <a:gd name="csX362" fmla="*/ 2389 w 637768"/>
                <a:gd name="csY362" fmla="*/ 89813 h 279949"/>
                <a:gd name="csX363" fmla="*/ 2389 w 637768"/>
                <a:gd name="csY363" fmla="*/ 88858 h 279949"/>
                <a:gd name="csX364" fmla="*/ 1910 w 637768"/>
                <a:gd name="csY364" fmla="*/ 87902 h 279949"/>
                <a:gd name="csX365" fmla="*/ 1433 w 637768"/>
                <a:gd name="csY365" fmla="*/ 86469 h 279949"/>
                <a:gd name="csX366" fmla="*/ 1433 w 637768"/>
                <a:gd name="csY366" fmla="*/ 85514 h 279949"/>
                <a:gd name="csX367" fmla="*/ 1433 w 637768"/>
                <a:gd name="csY367" fmla="*/ 84558 h 279949"/>
                <a:gd name="csX368" fmla="*/ 3821 w 637768"/>
                <a:gd name="csY368" fmla="*/ 84080 h 279949"/>
                <a:gd name="csX369" fmla="*/ 3821 w 637768"/>
                <a:gd name="csY369" fmla="*/ 84080 h 279949"/>
                <a:gd name="csX370" fmla="*/ 3821 w 637768"/>
                <a:gd name="csY370" fmla="*/ 84080 h 279949"/>
                <a:gd name="csX371" fmla="*/ 4777 w 637768"/>
                <a:gd name="csY371" fmla="*/ 83603 h 279949"/>
                <a:gd name="csX372" fmla="*/ 5733 w 637768"/>
                <a:gd name="csY372" fmla="*/ 82647 h 279949"/>
                <a:gd name="csX373" fmla="*/ 7166 w 637768"/>
                <a:gd name="csY373" fmla="*/ 81692 h 279949"/>
                <a:gd name="csX374" fmla="*/ 7644 w 637768"/>
                <a:gd name="csY374" fmla="*/ 80736 h 279949"/>
                <a:gd name="csX375" fmla="*/ 7644 w 637768"/>
                <a:gd name="csY375" fmla="*/ 78348 h 279949"/>
                <a:gd name="csX376" fmla="*/ 9076 w 637768"/>
                <a:gd name="csY376" fmla="*/ 76437 h 279949"/>
                <a:gd name="csX377" fmla="*/ 11465 w 637768"/>
                <a:gd name="csY377" fmla="*/ 75481 h 279949"/>
                <a:gd name="csX378" fmla="*/ 12898 w 637768"/>
                <a:gd name="csY378" fmla="*/ 75481 h 279949"/>
                <a:gd name="csX379" fmla="*/ 13854 w 637768"/>
                <a:gd name="csY379" fmla="*/ 75481 h 279949"/>
                <a:gd name="csX380" fmla="*/ 15765 w 637768"/>
                <a:gd name="csY380" fmla="*/ 75481 h 279949"/>
                <a:gd name="csX381" fmla="*/ 17676 w 637768"/>
                <a:gd name="csY381" fmla="*/ 75481 h 279949"/>
                <a:gd name="csX382" fmla="*/ 18631 w 637768"/>
                <a:gd name="csY382" fmla="*/ 75959 h 279949"/>
                <a:gd name="csX383" fmla="*/ 19587 w 637768"/>
                <a:gd name="csY383" fmla="*/ 76437 h 279949"/>
                <a:gd name="csX384" fmla="*/ 20064 w 637768"/>
                <a:gd name="csY384" fmla="*/ 76437 h 279949"/>
                <a:gd name="csX385" fmla="*/ 21498 w 637768"/>
                <a:gd name="csY385" fmla="*/ 76437 h 279949"/>
                <a:gd name="csX386" fmla="*/ 21498 w 637768"/>
                <a:gd name="csY386" fmla="*/ 76437 h 279949"/>
                <a:gd name="csX387" fmla="*/ 21975 w 637768"/>
                <a:gd name="csY387" fmla="*/ 75481 h 279949"/>
                <a:gd name="csX388" fmla="*/ 22453 w 637768"/>
                <a:gd name="csY388" fmla="*/ 74048 h 279949"/>
                <a:gd name="csX389" fmla="*/ 22931 w 637768"/>
                <a:gd name="csY389" fmla="*/ 74048 h 279949"/>
                <a:gd name="csX390" fmla="*/ 23886 w 637768"/>
                <a:gd name="csY390" fmla="*/ 74526 h 279949"/>
                <a:gd name="csX391" fmla="*/ 24364 w 637768"/>
                <a:gd name="csY391" fmla="*/ 75481 h 279949"/>
                <a:gd name="csX392" fmla="*/ 24842 w 637768"/>
                <a:gd name="csY392" fmla="*/ 75481 h 279949"/>
                <a:gd name="csX393" fmla="*/ 25319 w 637768"/>
                <a:gd name="csY393" fmla="*/ 75481 h 279949"/>
                <a:gd name="csX394" fmla="*/ 25319 w 637768"/>
                <a:gd name="csY394" fmla="*/ 75481 h 279949"/>
                <a:gd name="csX395" fmla="*/ 27230 w 637768"/>
                <a:gd name="csY395" fmla="*/ 75004 h 279949"/>
                <a:gd name="csX396" fmla="*/ 28186 w 637768"/>
                <a:gd name="csY396" fmla="*/ 74048 h 279949"/>
                <a:gd name="csX397" fmla="*/ 28664 w 637768"/>
                <a:gd name="csY397" fmla="*/ 74048 h 279949"/>
                <a:gd name="csX398" fmla="*/ 29141 w 637768"/>
                <a:gd name="csY398" fmla="*/ 72137 h 279949"/>
                <a:gd name="csX399" fmla="*/ 29619 w 637768"/>
                <a:gd name="csY399" fmla="*/ 71182 h 279949"/>
                <a:gd name="csX400" fmla="*/ 30574 w 637768"/>
                <a:gd name="csY400" fmla="*/ 71659 h 279949"/>
                <a:gd name="csX401" fmla="*/ 31052 w 637768"/>
                <a:gd name="csY401" fmla="*/ 71659 h 279949"/>
                <a:gd name="csX402" fmla="*/ 32485 w 637768"/>
                <a:gd name="csY402" fmla="*/ 71659 h 279949"/>
                <a:gd name="csX403" fmla="*/ 32963 w 637768"/>
                <a:gd name="csY403" fmla="*/ 71659 h 279949"/>
                <a:gd name="csX404" fmla="*/ 34396 w 637768"/>
                <a:gd name="csY404" fmla="*/ 70226 h 279949"/>
                <a:gd name="csX405" fmla="*/ 36307 w 637768"/>
                <a:gd name="csY405" fmla="*/ 69271 h 279949"/>
                <a:gd name="csX406" fmla="*/ 37740 w 637768"/>
                <a:gd name="csY406" fmla="*/ 68793 h 279949"/>
                <a:gd name="csX407" fmla="*/ 38218 w 637768"/>
                <a:gd name="csY407" fmla="*/ 67838 h 279949"/>
                <a:gd name="csX408" fmla="*/ 37740 w 637768"/>
                <a:gd name="csY408" fmla="*/ 65927 h 279949"/>
                <a:gd name="csX409" fmla="*/ 37740 w 637768"/>
                <a:gd name="csY409" fmla="*/ 63538 h 279949"/>
                <a:gd name="csX410" fmla="*/ 39651 w 637768"/>
                <a:gd name="csY410" fmla="*/ 62583 h 279949"/>
                <a:gd name="csX411" fmla="*/ 39651 w 637768"/>
                <a:gd name="csY411" fmla="*/ 62583 h 279949"/>
                <a:gd name="csX412" fmla="*/ 42040 w 637768"/>
                <a:gd name="csY412" fmla="*/ 62105 h 279949"/>
                <a:gd name="csX413" fmla="*/ 42040 w 637768"/>
                <a:gd name="csY413" fmla="*/ 62105 h 279949"/>
                <a:gd name="csX414" fmla="*/ 42517 w 637768"/>
                <a:gd name="csY414" fmla="*/ 62105 h 279949"/>
                <a:gd name="csX415" fmla="*/ 43951 w 637768"/>
                <a:gd name="csY415" fmla="*/ 61149 h 279949"/>
                <a:gd name="csX416" fmla="*/ 44428 w 637768"/>
                <a:gd name="csY416" fmla="*/ 61149 h 279949"/>
                <a:gd name="csX417" fmla="*/ 44906 w 637768"/>
                <a:gd name="csY417" fmla="*/ 58761 h 279949"/>
                <a:gd name="csX418" fmla="*/ 45862 w 637768"/>
                <a:gd name="csY418" fmla="*/ 58283 h 279949"/>
                <a:gd name="csX419" fmla="*/ 46817 w 637768"/>
                <a:gd name="csY419" fmla="*/ 57805 h 279949"/>
                <a:gd name="csX420" fmla="*/ 48251 w 637768"/>
                <a:gd name="csY420" fmla="*/ 57805 h 279949"/>
                <a:gd name="csX421" fmla="*/ 49206 w 637768"/>
                <a:gd name="csY421" fmla="*/ 57805 h 279949"/>
                <a:gd name="csX422" fmla="*/ 49206 w 637768"/>
                <a:gd name="csY422" fmla="*/ 57805 h 279949"/>
                <a:gd name="csX423" fmla="*/ 50639 w 637768"/>
                <a:gd name="csY423" fmla="*/ 56850 h 279949"/>
                <a:gd name="csX424" fmla="*/ 52072 w 637768"/>
                <a:gd name="csY424" fmla="*/ 56372 h 279949"/>
                <a:gd name="csX425" fmla="*/ 52550 w 637768"/>
                <a:gd name="csY425" fmla="*/ 55894 h 279949"/>
                <a:gd name="csX426" fmla="*/ 54939 w 637768"/>
                <a:gd name="csY426" fmla="*/ 54939 h 279949"/>
                <a:gd name="csX427" fmla="*/ 55416 w 637768"/>
                <a:gd name="csY427" fmla="*/ 54939 h 279949"/>
                <a:gd name="csX428" fmla="*/ 57805 w 637768"/>
                <a:gd name="csY428" fmla="*/ 54461 h 279949"/>
                <a:gd name="csX429" fmla="*/ 57805 w 637768"/>
                <a:gd name="csY429" fmla="*/ 54461 h 279949"/>
                <a:gd name="csX430" fmla="*/ 57805 w 637768"/>
                <a:gd name="csY430" fmla="*/ 54461 h 279949"/>
                <a:gd name="csX431" fmla="*/ 58760 w 637768"/>
                <a:gd name="csY431" fmla="*/ 53506 h 279949"/>
                <a:gd name="csX432" fmla="*/ 59716 w 637768"/>
                <a:gd name="csY432" fmla="*/ 52073 h 279949"/>
                <a:gd name="csX433" fmla="*/ 61149 w 637768"/>
                <a:gd name="csY433" fmla="*/ 51595 h 279949"/>
                <a:gd name="csX434" fmla="*/ 61149 w 637768"/>
                <a:gd name="csY434" fmla="*/ 51595 h 279949"/>
                <a:gd name="csX435" fmla="*/ 63060 w 637768"/>
                <a:gd name="csY435" fmla="*/ 50639 h 279949"/>
                <a:gd name="csX436" fmla="*/ 64971 w 637768"/>
                <a:gd name="csY436" fmla="*/ 49206 h 279949"/>
                <a:gd name="csX437" fmla="*/ 65926 w 637768"/>
                <a:gd name="csY437" fmla="*/ 48728 h 279949"/>
                <a:gd name="csX438" fmla="*/ 69271 w 637768"/>
                <a:gd name="csY438" fmla="*/ 48251 h 279949"/>
                <a:gd name="csX439" fmla="*/ 70226 w 637768"/>
                <a:gd name="csY439" fmla="*/ 47773 h 279949"/>
                <a:gd name="csX440" fmla="*/ 71181 w 637768"/>
                <a:gd name="csY440" fmla="*/ 47773 h 279949"/>
                <a:gd name="csX441" fmla="*/ 72615 w 637768"/>
                <a:gd name="csY441" fmla="*/ 47773 h 279949"/>
                <a:gd name="csX442" fmla="*/ 72615 w 637768"/>
                <a:gd name="csY442" fmla="*/ 47773 h 279949"/>
                <a:gd name="csX443" fmla="*/ 72615 w 637768"/>
                <a:gd name="csY443" fmla="*/ 47773 h 279949"/>
                <a:gd name="csX444" fmla="*/ 73570 w 637768"/>
                <a:gd name="csY444" fmla="*/ 45862 h 279949"/>
                <a:gd name="csX445" fmla="*/ 75003 w 637768"/>
                <a:gd name="csY445" fmla="*/ 44907 h 279949"/>
                <a:gd name="csX446" fmla="*/ 76437 w 637768"/>
                <a:gd name="csY446" fmla="*/ 44429 h 279949"/>
                <a:gd name="csX447" fmla="*/ 76437 w 637768"/>
                <a:gd name="csY447" fmla="*/ 44429 h 279949"/>
                <a:gd name="csX448" fmla="*/ 77392 w 637768"/>
                <a:gd name="csY448" fmla="*/ 43473 h 279949"/>
                <a:gd name="csX449" fmla="*/ 78347 w 637768"/>
                <a:gd name="csY449" fmla="*/ 42040 h 279949"/>
                <a:gd name="csX450" fmla="*/ 80736 w 637768"/>
                <a:gd name="csY450" fmla="*/ 41085 h 279949"/>
                <a:gd name="csX451" fmla="*/ 83603 w 637768"/>
                <a:gd name="csY451" fmla="*/ 41085 h 279949"/>
                <a:gd name="csX452" fmla="*/ 83603 w 637768"/>
                <a:gd name="csY452" fmla="*/ 41085 h 279949"/>
                <a:gd name="csX453" fmla="*/ 86469 w 637768"/>
                <a:gd name="csY453" fmla="*/ 41085 h 279949"/>
                <a:gd name="csX454" fmla="*/ 87902 w 637768"/>
                <a:gd name="csY454" fmla="*/ 41085 h 279949"/>
                <a:gd name="csX455" fmla="*/ 88380 w 637768"/>
                <a:gd name="csY455" fmla="*/ 41085 h 279949"/>
                <a:gd name="csX456" fmla="*/ 88380 w 637768"/>
                <a:gd name="csY456" fmla="*/ 41085 h 279949"/>
                <a:gd name="csX457" fmla="*/ 89813 w 637768"/>
                <a:gd name="csY457" fmla="*/ 38696 h 279949"/>
                <a:gd name="csX458" fmla="*/ 89813 w 637768"/>
                <a:gd name="csY458" fmla="*/ 37741 h 279949"/>
                <a:gd name="csX459" fmla="*/ 90290 w 637768"/>
                <a:gd name="csY459" fmla="*/ 36785 h 279949"/>
                <a:gd name="csX460" fmla="*/ 91246 w 637768"/>
                <a:gd name="csY460" fmla="*/ 36307 h 279949"/>
                <a:gd name="csX461" fmla="*/ 92679 w 637768"/>
                <a:gd name="csY461" fmla="*/ 38218 h 279949"/>
                <a:gd name="csX462" fmla="*/ 94112 w 637768"/>
                <a:gd name="csY462" fmla="*/ 39174 h 279949"/>
                <a:gd name="csX463" fmla="*/ 96024 w 637768"/>
                <a:gd name="csY463" fmla="*/ 40129 h 279949"/>
                <a:gd name="csX464" fmla="*/ 96979 w 637768"/>
                <a:gd name="csY464" fmla="*/ 41085 h 279949"/>
                <a:gd name="csX465" fmla="*/ 97935 w 637768"/>
                <a:gd name="csY465" fmla="*/ 41563 h 279949"/>
                <a:gd name="csX466" fmla="*/ 97935 w 637768"/>
                <a:gd name="csY466" fmla="*/ 41563 h 279949"/>
                <a:gd name="csX467" fmla="*/ 98890 w 637768"/>
                <a:gd name="csY467" fmla="*/ 40607 h 279949"/>
                <a:gd name="csX468" fmla="*/ 99845 w 637768"/>
                <a:gd name="csY468" fmla="*/ 38696 h 279949"/>
                <a:gd name="csX469" fmla="*/ 101278 w 637768"/>
                <a:gd name="csY469" fmla="*/ 38218 h 279949"/>
                <a:gd name="csX470" fmla="*/ 103189 w 637768"/>
                <a:gd name="csY470" fmla="*/ 38696 h 279949"/>
                <a:gd name="csX471" fmla="*/ 103667 w 637768"/>
                <a:gd name="csY471" fmla="*/ 39652 h 279949"/>
                <a:gd name="csX472" fmla="*/ 103667 w 637768"/>
                <a:gd name="csY472" fmla="*/ 40607 h 279949"/>
                <a:gd name="csX473" fmla="*/ 104145 w 637768"/>
                <a:gd name="csY473" fmla="*/ 42040 h 279949"/>
                <a:gd name="csX474" fmla="*/ 106056 w 637768"/>
                <a:gd name="csY474" fmla="*/ 43473 h 279949"/>
                <a:gd name="csX475" fmla="*/ 106533 w 637768"/>
                <a:gd name="csY475" fmla="*/ 43473 h 279949"/>
                <a:gd name="csX476" fmla="*/ 108444 w 637768"/>
                <a:gd name="csY476" fmla="*/ 43473 h 279949"/>
                <a:gd name="csX477" fmla="*/ 109400 w 637768"/>
                <a:gd name="csY477" fmla="*/ 43473 h 279949"/>
                <a:gd name="csX478" fmla="*/ 111788 w 637768"/>
                <a:gd name="csY478" fmla="*/ 43473 h 279949"/>
                <a:gd name="csX479" fmla="*/ 114177 w 637768"/>
                <a:gd name="csY479" fmla="*/ 43951 h 279949"/>
                <a:gd name="csX480" fmla="*/ 116566 w 637768"/>
                <a:gd name="csY480" fmla="*/ 44429 h 279949"/>
                <a:gd name="csX481" fmla="*/ 117044 w 637768"/>
                <a:gd name="csY481" fmla="*/ 44429 h 279949"/>
                <a:gd name="csX482" fmla="*/ 119910 w 637768"/>
                <a:gd name="csY482" fmla="*/ 44429 h 279949"/>
                <a:gd name="csX483" fmla="*/ 123731 w 637768"/>
                <a:gd name="csY483" fmla="*/ 44907 h 279949"/>
                <a:gd name="csX484" fmla="*/ 125642 w 637768"/>
                <a:gd name="csY484" fmla="*/ 44429 h 279949"/>
                <a:gd name="csX485" fmla="*/ 128987 w 637768"/>
                <a:gd name="csY485" fmla="*/ 44907 h 279949"/>
                <a:gd name="csX486" fmla="*/ 129465 w 637768"/>
                <a:gd name="csY486" fmla="*/ 46340 h 279949"/>
                <a:gd name="csX487" fmla="*/ 130420 w 637768"/>
                <a:gd name="csY487" fmla="*/ 49206 h 279949"/>
                <a:gd name="csX488" fmla="*/ 130897 w 637768"/>
                <a:gd name="csY488" fmla="*/ 52073 h 279949"/>
                <a:gd name="csX489" fmla="*/ 130897 w 637768"/>
                <a:gd name="csY489" fmla="*/ 54461 h 279949"/>
                <a:gd name="csX490" fmla="*/ 131853 w 637768"/>
                <a:gd name="csY490" fmla="*/ 55894 h 279949"/>
                <a:gd name="csX491" fmla="*/ 133286 w 637768"/>
                <a:gd name="csY491" fmla="*/ 56372 h 279949"/>
                <a:gd name="csX492" fmla="*/ 133764 w 637768"/>
                <a:gd name="csY492" fmla="*/ 57328 h 279949"/>
                <a:gd name="csX493" fmla="*/ 135197 w 637768"/>
                <a:gd name="csY493" fmla="*/ 58283 h 279949"/>
                <a:gd name="csX494" fmla="*/ 136153 w 637768"/>
                <a:gd name="csY494" fmla="*/ 60194 h 279949"/>
                <a:gd name="csX495" fmla="*/ 137108 w 637768"/>
                <a:gd name="csY495" fmla="*/ 60194 h 279949"/>
                <a:gd name="csX496" fmla="*/ 137586 w 637768"/>
                <a:gd name="csY496" fmla="*/ 60194 h 279949"/>
                <a:gd name="csX497" fmla="*/ 137586 w 637768"/>
                <a:gd name="csY497" fmla="*/ 60194 h 279949"/>
                <a:gd name="csX498" fmla="*/ 138542 w 637768"/>
                <a:gd name="csY498" fmla="*/ 59716 h 279949"/>
                <a:gd name="csX499" fmla="*/ 139974 w 637768"/>
                <a:gd name="csY499" fmla="*/ 59716 h 279949"/>
                <a:gd name="csX500" fmla="*/ 142363 w 637768"/>
                <a:gd name="csY500" fmla="*/ 59716 h 279949"/>
                <a:gd name="csX501" fmla="*/ 144274 w 637768"/>
                <a:gd name="csY501" fmla="*/ 60672 h 279949"/>
                <a:gd name="csX502" fmla="*/ 144752 w 637768"/>
                <a:gd name="csY502" fmla="*/ 62105 h 279949"/>
                <a:gd name="csX503" fmla="*/ 146185 w 637768"/>
                <a:gd name="csY503" fmla="*/ 62583 h 279949"/>
                <a:gd name="csX504" fmla="*/ 146185 w 637768"/>
                <a:gd name="csY504" fmla="*/ 62583 h 279949"/>
                <a:gd name="csX505" fmla="*/ 147140 w 637768"/>
                <a:gd name="csY505" fmla="*/ 62583 h 279949"/>
                <a:gd name="csX506" fmla="*/ 147140 w 637768"/>
                <a:gd name="csY506" fmla="*/ 62583 h 279949"/>
                <a:gd name="csX507" fmla="*/ 150485 w 637768"/>
                <a:gd name="csY507" fmla="*/ 62583 h 279949"/>
                <a:gd name="csX508" fmla="*/ 151440 w 637768"/>
                <a:gd name="csY508" fmla="*/ 62583 h 279949"/>
                <a:gd name="csX509" fmla="*/ 152395 w 637768"/>
                <a:gd name="csY509" fmla="*/ 63060 h 279949"/>
                <a:gd name="csX510" fmla="*/ 152873 w 637768"/>
                <a:gd name="csY510" fmla="*/ 63060 h 279949"/>
                <a:gd name="csX511" fmla="*/ 154306 w 637768"/>
                <a:gd name="csY511" fmla="*/ 63538 h 279949"/>
                <a:gd name="csX512" fmla="*/ 154306 w 637768"/>
                <a:gd name="csY512" fmla="*/ 63538 h 279949"/>
                <a:gd name="csX513" fmla="*/ 155262 w 637768"/>
                <a:gd name="csY513" fmla="*/ 62583 h 279949"/>
                <a:gd name="csX514" fmla="*/ 157651 w 637768"/>
                <a:gd name="csY514" fmla="*/ 61627 h 279949"/>
                <a:gd name="csX515" fmla="*/ 158128 w 637768"/>
                <a:gd name="csY515" fmla="*/ 61627 h 279949"/>
                <a:gd name="csX516" fmla="*/ 159561 w 637768"/>
                <a:gd name="csY516" fmla="*/ 60672 h 279949"/>
                <a:gd name="csX517" fmla="*/ 160517 w 637768"/>
                <a:gd name="csY517" fmla="*/ 60672 h 279949"/>
                <a:gd name="csX518" fmla="*/ 161472 w 637768"/>
                <a:gd name="csY518" fmla="*/ 61149 h 279949"/>
                <a:gd name="csX519" fmla="*/ 162428 w 637768"/>
                <a:gd name="csY519" fmla="*/ 62105 h 279949"/>
                <a:gd name="csX520" fmla="*/ 162428 w 637768"/>
                <a:gd name="csY520" fmla="*/ 62105 h 279949"/>
                <a:gd name="csX521" fmla="*/ 163383 w 637768"/>
                <a:gd name="csY521" fmla="*/ 61627 h 279949"/>
                <a:gd name="csX522" fmla="*/ 163383 w 637768"/>
                <a:gd name="csY522" fmla="*/ 61627 h 279949"/>
                <a:gd name="csX523" fmla="*/ 164338 w 637768"/>
                <a:gd name="csY523" fmla="*/ 60672 h 279949"/>
                <a:gd name="csX524" fmla="*/ 164817 w 637768"/>
                <a:gd name="csY524" fmla="*/ 60672 h 279949"/>
                <a:gd name="csX525" fmla="*/ 165772 w 637768"/>
                <a:gd name="csY525" fmla="*/ 61149 h 279949"/>
                <a:gd name="csX526" fmla="*/ 168161 w 637768"/>
                <a:gd name="csY526" fmla="*/ 62105 h 279949"/>
                <a:gd name="csX527" fmla="*/ 170072 w 637768"/>
                <a:gd name="csY527" fmla="*/ 63538 h 279949"/>
                <a:gd name="csX528" fmla="*/ 170072 w 637768"/>
                <a:gd name="csY528" fmla="*/ 63538 h 279949"/>
                <a:gd name="csX529" fmla="*/ 171027 w 637768"/>
                <a:gd name="csY529" fmla="*/ 64016 h 279949"/>
                <a:gd name="csX530" fmla="*/ 172938 w 637768"/>
                <a:gd name="csY530" fmla="*/ 63538 h 279949"/>
                <a:gd name="csX531" fmla="*/ 173893 w 637768"/>
                <a:gd name="csY531" fmla="*/ 63060 h 279949"/>
                <a:gd name="csX532" fmla="*/ 174371 w 637768"/>
                <a:gd name="csY532" fmla="*/ 64016 h 279949"/>
                <a:gd name="csX533" fmla="*/ 175326 w 637768"/>
                <a:gd name="csY533" fmla="*/ 64493 h 279949"/>
                <a:gd name="csX534" fmla="*/ 175804 w 637768"/>
                <a:gd name="csY534" fmla="*/ 64493 h 279949"/>
                <a:gd name="csX535" fmla="*/ 176282 w 637768"/>
                <a:gd name="csY535" fmla="*/ 63538 h 279949"/>
                <a:gd name="csX536" fmla="*/ 177715 w 637768"/>
                <a:gd name="csY536" fmla="*/ 63538 h 279949"/>
                <a:gd name="csX537" fmla="*/ 177715 w 637768"/>
                <a:gd name="csY537" fmla="*/ 63538 h 279949"/>
                <a:gd name="csX538" fmla="*/ 182970 w 637768"/>
                <a:gd name="csY538" fmla="*/ 64016 h 279949"/>
                <a:gd name="csX539" fmla="*/ 184403 w 637768"/>
                <a:gd name="csY539" fmla="*/ 65449 h 279949"/>
                <a:gd name="csX540" fmla="*/ 185359 w 637768"/>
                <a:gd name="csY540" fmla="*/ 66405 h 279949"/>
                <a:gd name="csX541" fmla="*/ 186314 w 637768"/>
                <a:gd name="csY541" fmla="*/ 67360 h 279949"/>
                <a:gd name="csX542" fmla="*/ 187747 w 637768"/>
                <a:gd name="csY542" fmla="*/ 68315 h 279949"/>
                <a:gd name="csX543" fmla="*/ 187747 w 637768"/>
                <a:gd name="csY543" fmla="*/ 68315 h 279949"/>
                <a:gd name="csX544" fmla="*/ 190614 w 637768"/>
                <a:gd name="csY544" fmla="*/ 68315 h 279949"/>
                <a:gd name="csX545" fmla="*/ 190614 w 637768"/>
                <a:gd name="csY545" fmla="*/ 68315 h 279949"/>
                <a:gd name="csX546" fmla="*/ 192047 w 637768"/>
                <a:gd name="csY546" fmla="*/ 67360 h 279949"/>
                <a:gd name="csX547" fmla="*/ 194436 w 637768"/>
                <a:gd name="csY547" fmla="*/ 65449 h 279949"/>
                <a:gd name="csX548" fmla="*/ 195391 w 637768"/>
                <a:gd name="csY548" fmla="*/ 63538 h 279949"/>
                <a:gd name="csX549" fmla="*/ 196347 w 637768"/>
                <a:gd name="csY549" fmla="*/ 62583 h 279949"/>
                <a:gd name="csX550" fmla="*/ 197780 w 637768"/>
                <a:gd name="csY550" fmla="*/ 62583 h 279949"/>
                <a:gd name="csX551" fmla="*/ 199213 w 637768"/>
                <a:gd name="csY551" fmla="*/ 62583 h 279949"/>
                <a:gd name="csX552" fmla="*/ 200168 w 637768"/>
                <a:gd name="csY552" fmla="*/ 62583 h 279949"/>
                <a:gd name="csX553" fmla="*/ 200168 w 637768"/>
                <a:gd name="csY553" fmla="*/ 62583 h 279949"/>
                <a:gd name="csX554" fmla="*/ 200646 w 637768"/>
                <a:gd name="csY554" fmla="*/ 62583 h 279949"/>
                <a:gd name="csX555" fmla="*/ 202079 w 637768"/>
                <a:gd name="csY555" fmla="*/ 61149 h 279949"/>
                <a:gd name="csX556" fmla="*/ 203513 w 637768"/>
                <a:gd name="csY556" fmla="*/ 60672 h 279949"/>
                <a:gd name="csX557" fmla="*/ 205424 w 637768"/>
                <a:gd name="csY557" fmla="*/ 58761 h 279949"/>
                <a:gd name="csX558" fmla="*/ 205424 w 637768"/>
                <a:gd name="csY558" fmla="*/ 58761 h 279949"/>
                <a:gd name="csX559" fmla="*/ 205901 w 637768"/>
                <a:gd name="csY559" fmla="*/ 57805 h 279949"/>
                <a:gd name="csX560" fmla="*/ 206856 w 637768"/>
                <a:gd name="csY560" fmla="*/ 55894 h 279949"/>
                <a:gd name="csX561" fmla="*/ 207334 w 637768"/>
                <a:gd name="csY561" fmla="*/ 54461 h 279949"/>
                <a:gd name="csX562" fmla="*/ 208290 w 637768"/>
                <a:gd name="csY562" fmla="*/ 52073 h 279949"/>
                <a:gd name="csX563" fmla="*/ 208768 w 637768"/>
                <a:gd name="csY563" fmla="*/ 48728 h 279949"/>
                <a:gd name="csX564" fmla="*/ 209245 w 637768"/>
                <a:gd name="csY564" fmla="*/ 46818 h 279949"/>
                <a:gd name="csX565" fmla="*/ 208768 w 637768"/>
                <a:gd name="csY565" fmla="*/ 45862 h 279949"/>
                <a:gd name="csX566" fmla="*/ 207812 w 637768"/>
                <a:gd name="csY566" fmla="*/ 44907 h 279949"/>
                <a:gd name="csX567" fmla="*/ 207812 w 637768"/>
                <a:gd name="csY567" fmla="*/ 44907 h 279949"/>
                <a:gd name="csX568" fmla="*/ 206379 w 637768"/>
                <a:gd name="csY568" fmla="*/ 44907 h 279949"/>
                <a:gd name="csX569" fmla="*/ 204945 w 637768"/>
                <a:gd name="csY569" fmla="*/ 43473 h 279949"/>
                <a:gd name="csX570" fmla="*/ 203990 w 637768"/>
                <a:gd name="csY570" fmla="*/ 42518 h 279949"/>
                <a:gd name="csX571" fmla="*/ 203513 w 637768"/>
                <a:gd name="csY571" fmla="*/ 41085 h 279949"/>
                <a:gd name="csX572" fmla="*/ 202557 w 637768"/>
                <a:gd name="csY572" fmla="*/ 39174 h 279949"/>
                <a:gd name="csX573" fmla="*/ 202557 w 637768"/>
                <a:gd name="csY573" fmla="*/ 37741 h 279949"/>
                <a:gd name="csX574" fmla="*/ 202557 w 637768"/>
                <a:gd name="csY574" fmla="*/ 36307 h 279949"/>
                <a:gd name="csX575" fmla="*/ 201602 w 637768"/>
                <a:gd name="csY575" fmla="*/ 35352 h 279949"/>
                <a:gd name="csX576" fmla="*/ 200646 w 637768"/>
                <a:gd name="csY576" fmla="*/ 33919 h 279949"/>
                <a:gd name="csX577" fmla="*/ 200168 w 637768"/>
                <a:gd name="csY577" fmla="*/ 32963 h 279949"/>
                <a:gd name="csX578" fmla="*/ 200168 w 637768"/>
                <a:gd name="csY578" fmla="*/ 31052 h 279949"/>
                <a:gd name="csX579" fmla="*/ 201602 w 637768"/>
                <a:gd name="csY579" fmla="*/ 27708 h 279949"/>
                <a:gd name="csX580" fmla="*/ 201602 w 637768"/>
                <a:gd name="csY580" fmla="*/ 25798 h 279949"/>
                <a:gd name="csX581" fmla="*/ 202079 w 637768"/>
                <a:gd name="csY581" fmla="*/ 24842 h 279949"/>
                <a:gd name="csX582" fmla="*/ 202079 w 637768"/>
                <a:gd name="csY582" fmla="*/ 24364 h 279949"/>
                <a:gd name="csX583" fmla="*/ 202557 w 637768"/>
                <a:gd name="csY583" fmla="*/ 22453 h 279949"/>
                <a:gd name="csX584" fmla="*/ 203035 w 637768"/>
                <a:gd name="csY584" fmla="*/ 21498 h 279949"/>
                <a:gd name="csX585" fmla="*/ 203990 w 637768"/>
                <a:gd name="csY585" fmla="*/ 19109 h 279949"/>
                <a:gd name="csX586" fmla="*/ 205424 w 637768"/>
                <a:gd name="csY586" fmla="*/ 18154 h 279949"/>
                <a:gd name="csX587" fmla="*/ 205424 w 637768"/>
                <a:gd name="csY587" fmla="*/ 18154 h 279949"/>
                <a:gd name="csX588" fmla="*/ 206856 w 637768"/>
                <a:gd name="csY588" fmla="*/ 18154 h 279949"/>
                <a:gd name="csX589" fmla="*/ 206856 w 637768"/>
                <a:gd name="csY589" fmla="*/ 18154 h 279949"/>
                <a:gd name="csX590" fmla="*/ 206856 w 637768"/>
                <a:gd name="csY590" fmla="*/ 18154 h 279949"/>
                <a:gd name="csX591" fmla="*/ 207812 w 637768"/>
                <a:gd name="csY591" fmla="*/ 17676 h 279949"/>
                <a:gd name="csX592" fmla="*/ 208290 w 637768"/>
                <a:gd name="csY592" fmla="*/ 15765 h 279949"/>
                <a:gd name="csX593" fmla="*/ 208768 w 637768"/>
                <a:gd name="csY593" fmla="*/ 13854 h 279949"/>
                <a:gd name="csX594" fmla="*/ 209245 w 637768"/>
                <a:gd name="csY594" fmla="*/ 12899 h 279949"/>
                <a:gd name="csX595" fmla="*/ 210201 w 637768"/>
                <a:gd name="csY595" fmla="*/ 11466 h 279949"/>
                <a:gd name="csX596" fmla="*/ 211156 w 637768"/>
                <a:gd name="csY596" fmla="*/ 10988 h 279949"/>
                <a:gd name="csX597" fmla="*/ 215933 w 637768"/>
                <a:gd name="csY597" fmla="*/ 9077 h 279949"/>
                <a:gd name="csX598" fmla="*/ 218322 w 637768"/>
                <a:gd name="csY598" fmla="*/ 6211 h 279949"/>
                <a:gd name="csX599" fmla="*/ 219277 w 637768"/>
                <a:gd name="csY599" fmla="*/ 4300 h 279949"/>
                <a:gd name="csX600" fmla="*/ 220233 w 637768"/>
                <a:gd name="csY600" fmla="*/ 956 h 279949"/>
                <a:gd name="csX601" fmla="*/ 221188 w 637768"/>
                <a:gd name="csY601" fmla="*/ 0 h 279949"/>
                <a:gd name="csX602" fmla="*/ 222144 w 637768"/>
                <a:gd name="csY602" fmla="*/ 0 h 279949"/>
                <a:gd name="csX603" fmla="*/ 223577 w 637768"/>
                <a:gd name="csY603" fmla="*/ 2389 h 279949"/>
                <a:gd name="csX604" fmla="*/ 225010 w 637768"/>
                <a:gd name="csY604" fmla="*/ 2389 h 279949"/>
                <a:gd name="csX605" fmla="*/ 226443 w 637768"/>
                <a:gd name="csY605" fmla="*/ 3344 h 279949"/>
                <a:gd name="csX606" fmla="*/ 231221 w 637768"/>
                <a:gd name="csY606" fmla="*/ 5255 h 279949"/>
                <a:gd name="csX607" fmla="*/ 233609 w 637768"/>
                <a:gd name="csY607" fmla="*/ 6211 h 279949"/>
                <a:gd name="csX608" fmla="*/ 235043 w 637768"/>
                <a:gd name="csY608" fmla="*/ 6211 h 279949"/>
                <a:gd name="csX609" fmla="*/ 237431 w 637768"/>
                <a:gd name="csY609" fmla="*/ 7166 h 279949"/>
                <a:gd name="csX610" fmla="*/ 238865 w 637768"/>
                <a:gd name="csY610" fmla="*/ 8121 h 279949"/>
                <a:gd name="csX611" fmla="*/ 241253 w 637768"/>
                <a:gd name="csY611" fmla="*/ 10510 h 279949"/>
                <a:gd name="csX612" fmla="*/ 241731 w 637768"/>
                <a:gd name="csY612" fmla="*/ 10510 h 279949"/>
                <a:gd name="csX613" fmla="*/ 243642 w 637768"/>
                <a:gd name="csY613" fmla="*/ 10988 h 279949"/>
                <a:gd name="csX614" fmla="*/ 247464 w 637768"/>
                <a:gd name="csY614" fmla="*/ 10988 h 279949"/>
                <a:gd name="csX615" fmla="*/ 252241 w 637768"/>
                <a:gd name="csY615" fmla="*/ 11466 h 279949"/>
                <a:gd name="csX616" fmla="*/ 253674 w 637768"/>
                <a:gd name="csY616" fmla="*/ 11466 h 279949"/>
                <a:gd name="csX617" fmla="*/ 257018 w 637768"/>
                <a:gd name="csY617" fmla="*/ 13377 h 279949"/>
                <a:gd name="csX618" fmla="*/ 260840 w 637768"/>
                <a:gd name="csY618" fmla="*/ 14810 h 279949"/>
                <a:gd name="csX619" fmla="*/ 264662 w 637768"/>
                <a:gd name="csY619" fmla="*/ 16243 h 279949"/>
                <a:gd name="csX620" fmla="*/ 267050 w 637768"/>
                <a:gd name="csY620" fmla="*/ 17676 h 279949"/>
                <a:gd name="csX621" fmla="*/ 268961 w 637768"/>
                <a:gd name="csY621" fmla="*/ 18632 h 279949"/>
                <a:gd name="csX622" fmla="*/ 270395 w 637768"/>
                <a:gd name="csY622" fmla="*/ 19109 h 279949"/>
                <a:gd name="csX623" fmla="*/ 270395 w 637768"/>
                <a:gd name="csY623" fmla="*/ 19109 h 279949"/>
                <a:gd name="csX624" fmla="*/ 271828 w 637768"/>
                <a:gd name="csY624" fmla="*/ 18632 h 279949"/>
                <a:gd name="csX625" fmla="*/ 274216 w 637768"/>
                <a:gd name="csY625" fmla="*/ 18632 h 279949"/>
                <a:gd name="csX626" fmla="*/ 278994 w 637768"/>
                <a:gd name="csY626" fmla="*/ 20065 h 279949"/>
                <a:gd name="csX627" fmla="*/ 282338 w 637768"/>
                <a:gd name="csY627" fmla="*/ 21498 h 279949"/>
                <a:gd name="csX628" fmla="*/ 284727 w 637768"/>
                <a:gd name="csY628" fmla="*/ 21976 h 279949"/>
                <a:gd name="csX629" fmla="*/ 285682 w 637768"/>
                <a:gd name="csY629" fmla="*/ 23409 h 279949"/>
                <a:gd name="csX630" fmla="*/ 285682 w 637768"/>
                <a:gd name="csY630" fmla="*/ 24842 h 279949"/>
                <a:gd name="csX631" fmla="*/ 285204 w 637768"/>
                <a:gd name="csY631" fmla="*/ 26275 h 279949"/>
                <a:gd name="csX632" fmla="*/ 285682 w 637768"/>
                <a:gd name="csY632" fmla="*/ 29142 h 279949"/>
                <a:gd name="csX633" fmla="*/ 286638 w 637768"/>
                <a:gd name="csY633" fmla="*/ 31052 h 279949"/>
                <a:gd name="csX634" fmla="*/ 286638 w 637768"/>
                <a:gd name="csY634" fmla="*/ 32963 h 279949"/>
                <a:gd name="csX635" fmla="*/ 287115 w 637768"/>
                <a:gd name="csY635" fmla="*/ 35352 h 279949"/>
                <a:gd name="csX636" fmla="*/ 287115 w 637768"/>
                <a:gd name="csY636" fmla="*/ 37263 h 279949"/>
                <a:gd name="csX637" fmla="*/ 287115 w 637768"/>
                <a:gd name="csY637" fmla="*/ 38218 h 279949"/>
                <a:gd name="csX638" fmla="*/ 288071 w 637768"/>
                <a:gd name="csY638" fmla="*/ 39174 h 279949"/>
                <a:gd name="csX639" fmla="*/ 289026 w 637768"/>
                <a:gd name="csY639" fmla="*/ 40607 h 279949"/>
                <a:gd name="csX640" fmla="*/ 288548 w 637768"/>
                <a:gd name="csY640" fmla="*/ 42040 h 279949"/>
                <a:gd name="csX641" fmla="*/ 288071 w 637768"/>
                <a:gd name="csY641" fmla="*/ 42996 h 279949"/>
                <a:gd name="csX642" fmla="*/ 288548 w 637768"/>
                <a:gd name="csY642" fmla="*/ 44429 h 279949"/>
                <a:gd name="csX643" fmla="*/ 289504 w 637768"/>
                <a:gd name="csY643" fmla="*/ 45384 h 279949"/>
                <a:gd name="csX644" fmla="*/ 289504 w 637768"/>
                <a:gd name="csY644" fmla="*/ 45384 h 279949"/>
                <a:gd name="csX645" fmla="*/ 290459 w 637768"/>
                <a:gd name="csY645" fmla="*/ 45862 h 279949"/>
                <a:gd name="csX646" fmla="*/ 291893 w 637768"/>
                <a:gd name="csY646" fmla="*/ 45862 h 279949"/>
                <a:gd name="csX647" fmla="*/ 293325 w 637768"/>
                <a:gd name="csY647" fmla="*/ 47773 h 279949"/>
                <a:gd name="csX648" fmla="*/ 296192 w 637768"/>
                <a:gd name="csY648" fmla="*/ 50162 h 279949"/>
                <a:gd name="csX649" fmla="*/ 297625 w 637768"/>
                <a:gd name="csY649" fmla="*/ 50639 h 279949"/>
                <a:gd name="csX650" fmla="*/ 299536 w 637768"/>
                <a:gd name="csY650" fmla="*/ 51595 h 279949"/>
                <a:gd name="csX651" fmla="*/ 300014 w 637768"/>
                <a:gd name="csY651" fmla="*/ 51595 h 279949"/>
                <a:gd name="csX652" fmla="*/ 303358 w 637768"/>
                <a:gd name="csY652" fmla="*/ 52550 h 279949"/>
                <a:gd name="csX653" fmla="*/ 305747 w 637768"/>
                <a:gd name="csY653" fmla="*/ 52550 h 279949"/>
                <a:gd name="csX654" fmla="*/ 307180 w 637768"/>
                <a:gd name="csY654" fmla="*/ 53506 h 279949"/>
                <a:gd name="csX655" fmla="*/ 308613 w 637768"/>
                <a:gd name="csY655" fmla="*/ 55417 h 279949"/>
                <a:gd name="csX656" fmla="*/ 308613 w 637768"/>
                <a:gd name="csY656" fmla="*/ 55417 h 279949"/>
                <a:gd name="csX657" fmla="*/ 311002 w 637768"/>
                <a:gd name="csY657" fmla="*/ 55417 h 279949"/>
                <a:gd name="csX658" fmla="*/ 312435 w 637768"/>
                <a:gd name="csY658" fmla="*/ 56372 h 279949"/>
                <a:gd name="csX659" fmla="*/ 314823 w 637768"/>
                <a:gd name="csY659" fmla="*/ 56850 h 279949"/>
                <a:gd name="csX660" fmla="*/ 316734 w 637768"/>
                <a:gd name="csY660" fmla="*/ 56372 h 279949"/>
                <a:gd name="csX661" fmla="*/ 317212 w 637768"/>
                <a:gd name="csY661" fmla="*/ 56372 h 279949"/>
                <a:gd name="csX662" fmla="*/ 318645 w 637768"/>
                <a:gd name="csY662" fmla="*/ 55894 h 279949"/>
                <a:gd name="csX663" fmla="*/ 318645 w 637768"/>
                <a:gd name="csY663" fmla="*/ 55894 h 279949"/>
                <a:gd name="csX664" fmla="*/ 319601 w 637768"/>
                <a:gd name="csY664" fmla="*/ 55894 h 279949"/>
                <a:gd name="csX665" fmla="*/ 321512 w 637768"/>
                <a:gd name="csY665" fmla="*/ 56372 h 279949"/>
                <a:gd name="csX666" fmla="*/ 323900 w 637768"/>
                <a:gd name="csY666" fmla="*/ 56372 h 279949"/>
                <a:gd name="csX667" fmla="*/ 325811 w 637768"/>
                <a:gd name="csY667" fmla="*/ 55894 h 279949"/>
                <a:gd name="csX668" fmla="*/ 327245 w 637768"/>
                <a:gd name="csY668" fmla="*/ 54939 h 279949"/>
                <a:gd name="csX669" fmla="*/ 327722 w 637768"/>
                <a:gd name="csY669" fmla="*/ 54939 h 279949"/>
                <a:gd name="csX670" fmla="*/ 329633 w 637768"/>
                <a:gd name="csY670" fmla="*/ 53028 h 279949"/>
                <a:gd name="csX671" fmla="*/ 331066 w 637768"/>
                <a:gd name="csY671" fmla="*/ 52550 h 279949"/>
                <a:gd name="csX672" fmla="*/ 331544 w 637768"/>
                <a:gd name="csY672" fmla="*/ 52073 h 279949"/>
                <a:gd name="csX673" fmla="*/ 333455 w 637768"/>
                <a:gd name="csY673" fmla="*/ 52073 h 279949"/>
                <a:gd name="csX674" fmla="*/ 333932 w 637768"/>
                <a:gd name="csY674" fmla="*/ 52073 h 279949"/>
                <a:gd name="csX675" fmla="*/ 334411 w 637768"/>
                <a:gd name="csY675" fmla="*/ 52073 h 279949"/>
                <a:gd name="csX676" fmla="*/ 335366 w 637768"/>
                <a:gd name="csY676" fmla="*/ 51117 h 279949"/>
                <a:gd name="csX677" fmla="*/ 335843 w 637768"/>
                <a:gd name="csY677" fmla="*/ 51117 h 279949"/>
                <a:gd name="csX678" fmla="*/ 341577 w 637768"/>
                <a:gd name="csY678" fmla="*/ 50162 h 279949"/>
                <a:gd name="csX679" fmla="*/ 343965 w 637768"/>
                <a:gd name="csY679" fmla="*/ 49684 h 279949"/>
                <a:gd name="csX680" fmla="*/ 343965 w 637768"/>
                <a:gd name="csY680" fmla="*/ 49684 h 279949"/>
                <a:gd name="csX681" fmla="*/ 345876 w 637768"/>
                <a:gd name="csY681" fmla="*/ 48728 h 279949"/>
                <a:gd name="csX682" fmla="*/ 347309 w 637768"/>
                <a:gd name="csY682" fmla="*/ 47773 h 279949"/>
                <a:gd name="csX683" fmla="*/ 349698 w 637768"/>
                <a:gd name="csY683" fmla="*/ 47295 h 279949"/>
                <a:gd name="csX684" fmla="*/ 353042 w 637768"/>
                <a:gd name="csY684" fmla="*/ 48251 h 279949"/>
                <a:gd name="csX685" fmla="*/ 355908 w 637768"/>
                <a:gd name="csY685" fmla="*/ 49206 h 279949"/>
                <a:gd name="csX686" fmla="*/ 355908 w 637768"/>
                <a:gd name="csY686" fmla="*/ 49206 h 279949"/>
                <a:gd name="csX687" fmla="*/ 359730 w 637768"/>
                <a:gd name="csY687" fmla="*/ 49206 h 279949"/>
                <a:gd name="csX688" fmla="*/ 361641 w 637768"/>
                <a:gd name="csY688" fmla="*/ 50639 h 279949"/>
                <a:gd name="csX689" fmla="*/ 363552 w 637768"/>
                <a:gd name="csY689" fmla="*/ 51595 h 279949"/>
                <a:gd name="csX690" fmla="*/ 363552 w 637768"/>
                <a:gd name="csY690" fmla="*/ 51595 h 279949"/>
                <a:gd name="csX691" fmla="*/ 366418 w 637768"/>
                <a:gd name="csY691" fmla="*/ 52073 h 279949"/>
                <a:gd name="csX692" fmla="*/ 369285 w 637768"/>
                <a:gd name="csY692" fmla="*/ 52073 h 279949"/>
                <a:gd name="csX693" fmla="*/ 372629 w 637768"/>
                <a:gd name="csY693" fmla="*/ 51595 h 279949"/>
                <a:gd name="csX694" fmla="*/ 373107 w 637768"/>
                <a:gd name="csY694" fmla="*/ 51595 h 279949"/>
                <a:gd name="csX695" fmla="*/ 373584 w 637768"/>
                <a:gd name="csY695" fmla="*/ 51595 h 279949"/>
                <a:gd name="csX696" fmla="*/ 375973 w 637768"/>
                <a:gd name="csY696" fmla="*/ 52073 h 279949"/>
                <a:gd name="csX697" fmla="*/ 378839 w 637768"/>
                <a:gd name="csY697" fmla="*/ 53984 h 279949"/>
                <a:gd name="csX698" fmla="*/ 380750 w 637768"/>
                <a:gd name="csY698" fmla="*/ 55417 h 279949"/>
                <a:gd name="csX699" fmla="*/ 382661 w 637768"/>
                <a:gd name="csY699" fmla="*/ 58283 h 279949"/>
                <a:gd name="csX700" fmla="*/ 384572 w 637768"/>
                <a:gd name="csY700" fmla="*/ 59716 h 279949"/>
                <a:gd name="csX701" fmla="*/ 386483 w 637768"/>
                <a:gd name="csY701" fmla="*/ 61149 h 279949"/>
                <a:gd name="csX702" fmla="*/ 386483 w 637768"/>
                <a:gd name="csY702" fmla="*/ 61149 h 279949"/>
                <a:gd name="csX703" fmla="*/ 388871 w 637768"/>
                <a:gd name="csY703" fmla="*/ 61149 h 279949"/>
                <a:gd name="csX704" fmla="*/ 394127 w 637768"/>
                <a:gd name="csY704" fmla="*/ 61149 h 279949"/>
                <a:gd name="csX705" fmla="*/ 394604 w 637768"/>
                <a:gd name="csY705" fmla="*/ 61149 h 279949"/>
                <a:gd name="csX706" fmla="*/ 397471 w 637768"/>
                <a:gd name="csY706" fmla="*/ 62105 h 279949"/>
                <a:gd name="csX707" fmla="*/ 399859 w 637768"/>
                <a:gd name="csY707" fmla="*/ 62583 h 279949"/>
                <a:gd name="csX708" fmla="*/ 400337 w 637768"/>
                <a:gd name="csY708" fmla="*/ 63060 h 279949"/>
                <a:gd name="csX709" fmla="*/ 400337 w 637768"/>
                <a:gd name="csY709" fmla="*/ 64971 h 279949"/>
                <a:gd name="csX710" fmla="*/ 400337 w 637768"/>
                <a:gd name="csY710" fmla="*/ 68315 h 279949"/>
                <a:gd name="csX711" fmla="*/ 400337 w 637768"/>
                <a:gd name="csY711" fmla="*/ 69749 h 279949"/>
                <a:gd name="csX712" fmla="*/ 400815 w 637768"/>
                <a:gd name="csY712" fmla="*/ 70704 h 279949"/>
                <a:gd name="csX713" fmla="*/ 401293 w 637768"/>
                <a:gd name="csY713" fmla="*/ 70704 h 279949"/>
                <a:gd name="csX714" fmla="*/ 401770 w 637768"/>
                <a:gd name="csY714" fmla="*/ 70704 h 279949"/>
                <a:gd name="csX715" fmla="*/ 402248 w 637768"/>
                <a:gd name="csY715" fmla="*/ 72137 h 279949"/>
                <a:gd name="csX716" fmla="*/ 403681 w 637768"/>
                <a:gd name="csY716" fmla="*/ 73093 h 279949"/>
                <a:gd name="csX717" fmla="*/ 406070 w 637768"/>
                <a:gd name="csY717" fmla="*/ 74048 h 279949"/>
                <a:gd name="csX718" fmla="*/ 409892 w 637768"/>
                <a:gd name="csY718" fmla="*/ 77870 h 279949"/>
                <a:gd name="csX719" fmla="*/ 411803 w 637768"/>
                <a:gd name="csY719" fmla="*/ 79303 h 279949"/>
                <a:gd name="csX720" fmla="*/ 412280 w 637768"/>
                <a:gd name="csY720" fmla="*/ 79303 h 279949"/>
                <a:gd name="csX721" fmla="*/ 413714 w 637768"/>
                <a:gd name="csY721" fmla="*/ 79781 h 279949"/>
                <a:gd name="csX722" fmla="*/ 414669 w 637768"/>
                <a:gd name="csY722" fmla="*/ 79781 h 279949"/>
                <a:gd name="csX723" fmla="*/ 416102 w 637768"/>
                <a:gd name="csY723" fmla="*/ 79303 h 279949"/>
                <a:gd name="csX724" fmla="*/ 419924 w 637768"/>
                <a:gd name="csY724" fmla="*/ 79303 h 279949"/>
                <a:gd name="csX725" fmla="*/ 426134 w 637768"/>
                <a:gd name="csY725" fmla="*/ 79303 h 279949"/>
                <a:gd name="csX726" fmla="*/ 426134 w 637768"/>
                <a:gd name="csY726" fmla="*/ 79303 h 279949"/>
                <a:gd name="csX727" fmla="*/ 430434 w 637768"/>
                <a:gd name="csY727" fmla="*/ 80736 h 279949"/>
                <a:gd name="csX728" fmla="*/ 431867 w 637768"/>
                <a:gd name="csY728" fmla="*/ 81214 h 279949"/>
                <a:gd name="csX729" fmla="*/ 436167 w 637768"/>
                <a:gd name="csY729" fmla="*/ 82170 h 279949"/>
                <a:gd name="csX730" fmla="*/ 440944 w 637768"/>
                <a:gd name="csY730" fmla="*/ 83125 h 279949"/>
                <a:gd name="csX731" fmla="*/ 441422 w 637768"/>
                <a:gd name="csY731" fmla="*/ 83125 h 279949"/>
                <a:gd name="csX732" fmla="*/ 445244 w 637768"/>
                <a:gd name="csY732" fmla="*/ 84080 h 279949"/>
                <a:gd name="csX733" fmla="*/ 445244 w 637768"/>
                <a:gd name="csY733" fmla="*/ 84080 h 279949"/>
                <a:gd name="csX734" fmla="*/ 445244 w 637768"/>
                <a:gd name="csY734" fmla="*/ 84080 h 279949"/>
                <a:gd name="csX735" fmla="*/ 447632 w 637768"/>
                <a:gd name="csY735" fmla="*/ 82647 h 279949"/>
                <a:gd name="csX736" fmla="*/ 449543 w 637768"/>
                <a:gd name="csY736" fmla="*/ 82647 h 279949"/>
                <a:gd name="csX737" fmla="*/ 451932 w 637768"/>
                <a:gd name="csY737" fmla="*/ 83603 h 279949"/>
                <a:gd name="csX738" fmla="*/ 453843 w 637768"/>
                <a:gd name="csY738" fmla="*/ 85036 h 279949"/>
                <a:gd name="csX739" fmla="*/ 455276 w 637768"/>
                <a:gd name="csY739" fmla="*/ 85036 h 279949"/>
                <a:gd name="csX740" fmla="*/ 455276 w 637768"/>
                <a:gd name="csY740" fmla="*/ 85036 h 279949"/>
                <a:gd name="csX741" fmla="*/ 457664 w 637768"/>
                <a:gd name="csY741" fmla="*/ 84080 h 279949"/>
                <a:gd name="csX742" fmla="*/ 465308 w 637768"/>
                <a:gd name="csY742" fmla="*/ 80259 h 279949"/>
                <a:gd name="csX743" fmla="*/ 467697 w 637768"/>
                <a:gd name="csY743" fmla="*/ 78825 h 279949"/>
                <a:gd name="csX744" fmla="*/ 469608 w 637768"/>
                <a:gd name="csY744" fmla="*/ 79303 h 279949"/>
                <a:gd name="csX745" fmla="*/ 469608 w 637768"/>
                <a:gd name="csY745" fmla="*/ 79303 h 279949"/>
                <a:gd name="csX746" fmla="*/ 471041 w 637768"/>
                <a:gd name="csY746" fmla="*/ 78825 h 279949"/>
                <a:gd name="csX747" fmla="*/ 472474 w 637768"/>
                <a:gd name="csY747" fmla="*/ 78348 h 279949"/>
                <a:gd name="csX748" fmla="*/ 474385 w 637768"/>
                <a:gd name="csY748" fmla="*/ 77870 h 279949"/>
                <a:gd name="csX749" fmla="*/ 475818 w 637768"/>
                <a:gd name="csY749" fmla="*/ 77870 h 279949"/>
                <a:gd name="csX750" fmla="*/ 477729 w 637768"/>
                <a:gd name="csY750" fmla="*/ 77392 h 279949"/>
                <a:gd name="csX751" fmla="*/ 479640 w 637768"/>
                <a:gd name="csY751" fmla="*/ 77392 h 279949"/>
                <a:gd name="csX752" fmla="*/ 482507 w 637768"/>
                <a:gd name="csY752" fmla="*/ 76914 h 279949"/>
                <a:gd name="csX753" fmla="*/ 482507 w 637768"/>
                <a:gd name="csY753" fmla="*/ 76914 h 279949"/>
                <a:gd name="csX754" fmla="*/ 488717 w 637768"/>
                <a:gd name="csY754" fmla="*/ 74526 h 279949"/>
                <a:gd name="csX755" fmla="*/ 490628 w 637768"/>
                <a:gd name="csY755" fmla="*/ 74048 h 279949"/>
                <a:gd name="csX756" fmla="*/ 491106 w 637768"/>
                <a:gd name="csY756" fmla="*/ 74048 h 279949"/>
                <a:gd name="csX757" fmla="*/ 494928 w 637768"/>
                <a:gd name="csY757" fmla="*/ 74526 h 279949"/>
                <a:gd name="csX758" fmla="*/ 494928 w 637768"/>
                <a:gd name="csY758" fmla="*/ 74526 h 279949"/>
                <a:gd name="csX759" fmla="*/ 496839 w 637768"/>
                <a:gd name="csY759" fmla="*/ 74048 h 279949"/>
                <a:gd name="csX760" fmla="*/ 496839 w 637768"/>
                <a:gd name="csY760" fmla="*/ 74048 h 279949"/>
                <a:gd name="csX761" fmla="*/ 499227 w 637768"/>
                <a:gd name="csY761" fmla="*/ 73093 h 279949"/>
                <a:gd name="csX762" fmla="*/ 501616 w 637768"/>
                <a:gd name="csY762" fmla="*/ 71659 h 279949"/>
                <a:gd name="csX763" fmla="*/ 501616 w 637768"/>
                <a:gd name="csY763" fmla="*/ 71659 h 279949"/>
                <a:gd name="csX764" fmla="*/ 502094 w 637768"/>
                <a:gd name="csY764" fmla="*/ 71659 h 279949"/>
                <a:gd name="csX765" fmla="*/ 502571 w 637768"/>
                <a:gd name="csY765" fmla="*/ 69271 h 279949"/>
                <a:gd name="csX766" fmla="*/ 504005 w 637768"/>
                <a:gd name="csY766" fmla="*/ 66405 h 279949"/>
                <a:gd name="csX767" fmla="*/ 507348 w 637768"/>
                <a:gd name="csY767" fmla="*/ 64493 h 279949"/>
                <a:gd name="csX768" fmla="*/ 509737 w 637768"/>
                <a:gd name="csY768" fmla="*/ 62583 h 279949"/>
                <a:gd name="csX769" fmla="*/ 512126 w 637768"/>
                <a:gd name="csY769" fmla="*/ 60672 h 279949"/>
                <a:gd name="csX770" fmla="*/ 515470 w 637768"/>
                <a:gd name="csY770" fmla="*/ 59239 h 279949"/>
                <a:gd name="csX771" fmla="*/ 515948 w 637768"/>
                <a:gd name="csY771" fmla="*/ 58761 h 279949"/>
                <a:gd name="csX772" fmla="*/ 518336 w 637768"/>
                <a:gd name="csY772" fmla="*/ 57805 h 279949"/>
                <a:gd name="csX773" fmla="*/ 522158 w 637768"/>
                <a:gd name="csY773" fmla="*/ 54939 h 279949"/>
                <a:gd name="csX774" fmla="*/ 525024 w 637768"/>
                <a:gd name="csY774" fmla="*/ 53506 h 279949"/>
                <a:gd name="csX775" fmla="*/ 526458 w 637768"/>
                <a:gd name="csY775" fmla="*/ 53028 h 279949"/>
                <a:gd name="csX776" fmla="*/ 528369 w 637768"/>
                <a:gd name="csY776" fmla="*/ 53506 h 279949"/>
                <a:gd name="csX777" fmla="*/ 531713 w 637768"/>
                <a:gd name="csY777" fmla="*/ 53984 h 279949"/>
                <a:gd name="csX778" fmla="*/ 534101 w 637768"/>
                <a:gd name="csY778" fmla="*/ 53984 h 279949"/>
                <a:gd name="csX779" fmla="*/ 534101 w 637768"/>
                <a:gd name="csY779" fmla="*/ 53984 h 279949"/>
                <a:gd name="csX780" fmla="*/ 535535 w 637768"/>
                <a:gd name="csY780" fmla="*/ 54461 h 279949"/>
                <a:gd name="csX781" fmla="*/ 537923 w 637768"/>
                <a:gd name="csY781" fmla="*/ 55894 h 279949"/>
                <a:gd name="csX782" fmla="*/ 540312 w 637768"/>
                <a:gd name="csY782" fmla="*/ 56850 h 279949"/>
                <a:gd name="csX783" fmla="*/ 542223 w 637768"/>
                <a:gd name="csY783" fmla="*/ 59239 h 279949"/>
                <a:gd name="csX784" fmla="*/ 546044 w 637768"/>
                <a:gd name="csY784" fmla="*/ 62105 h 279949"/>
                <a:gd name="csX785" fmla="*/ 547478 w 637768"/>
                <a:gd name="csY785" fmla="*/ 63538 h 279949"/>
                <a:gd name="csX786" fmla="*/ 548911 w 637768"/>
                <a:gd name="csY786" fmla="*/ 64016 h 279949"/>
                <a:gd name="csX787" fmla="*/ 552255 w 637768"/>
                <a:gd name="csY787" fmla="*/ 64016 h 279949"/>
                <a:gd name="csX788" fmla="*/ 554644 w 637768"/>
                <a:gd name="csY788" fmla="*/ 64016 h 279949"/>
                <a:gd name="csX789" fmla="*/ 554644 w 637768"/>
                <a:gd name="csY789" fmla="*/ 64016 h 279949"/>
                <a:gd name="csX790" fmla="*/ 556555 w 637768"/>
                <a:gd name="csY790" fmla="*/ 63538 h 279949"/>
                <a:gd name="csX791" fmla="*/ 558943 w 637768"/>
                <a:gd name="csY791" fmla="*/ 62105 h 279949"/>
                <a:gd name="csX792" fmla="*/ 559421 w 637768"/>
                <a:gd name="csY792" fmla="*/ 62105 h 279949"/>
                <a:gd name="csX793" fmla="*/ 563243 w 637768"/>
                <a:gd name="csY793" fmla="*/ 60672 h 279949"/>
                <a:gd name="csX794" fmla="*/ 564676 w 637768"/>
                <a:gd name="csY794" fmla="*/ 60672 h 279949"/>
                <a:gd name="csX795" fmla="*/ 567065 w 637768"/>
                <a:gd name="csY795" fmla="*/ 61627 h 279949"/>
                <a:gd name="csX796" fmla="*/ 571364 w 637768"/>
                <a:gd name="csY796" fmla="*/ 63060 h 279949"/>
                <a:gd name="csX797" fmla="*/ 572797 w 637768"/>
                <a:gd name="csY797" fmla="*/ 64493 h 279949"/>
                <a:gd name="csX798" fmla="*/ 573753 w 637768"/>
                <a:gd name="csY798" fmla="*/ 65927 h 279949"/>
                <a:gd name="csX799" fmla="*/ 571842 w 637768"/>
                <a:gd name="csY799" fmla="*/ 69749 h 279949"/>
                <a:gd name="csX800" fmla="*/ 568498 w 637768"/>
                <a:gd name="csY800" fmla="*/ 77392 h 279949"/>
                <a:gd name="csX801" fmla="*/ 565154 w 637768"/>
                <a:gd name="csY801" fmla="*/ 84080 h 279949"/>
                <a:gd name="csX802" fmla="*/ 563721 w 637768"/>
                <a:gd name="csY802" fmla="*/ 87902 h 279949"/>
                <a:gd name="csX803" fmla="*/ 562287 w 637768"/>
                <a:gd name="csY803" fmla="*/ 90291 h 279949"/>
                <a:gd name="csX804" fmla="*/ 560854 w 637768"/>
                <a:gd name="csY804" fmla="*/ 93157 h 279949"/>
                <a:gd name="csX805" fmla="*/ 560854 w 637768"/>
                <a:gd name="csY805" fmla="*/ 94591 h 279949"/>
                <a:gd name="csX806" fmla="*/ 559421 w 637768"/>
                <a:gd name="csY806" fmla="*/ 97457 h 279949"/>
                <a:gd name="csX807" fmla="*/ 556555 w 637768"/>
                <a:gd name="csY807" fmla="*/ 100323 h 279949"/>
                <a:gd name="csX808" fmla="*/ 556077 w 637768"/>
                <a:gd name="csY808" fmla="*/ 103667 h 279949"/>
                <a:gd name="csX809" fmla="*/ 556077 w 637768"/>
                <a:gd name="csY809" fmla="*/ 106534 h 279949"/>
                <a:gd name="csX810" fmla="*/ 556077 w 637768"/>
                <a:gd name="csY810" fmla="*/ 109400 h 279949"/>
                <a:gd name="csX811" fmla="*/ 553210 w 637768"/>
                <a:gd name="csY811" fmla="*/ 111311 h 279949"/>
                <a:gd name="csX812" fmla="*/ 553210 w 637768"/>
                <a:gd name="csY812" fmla="*/ 111311 h 279949"/>
                <a:gd name="csX813" fmla="*/ 550822 w 637768"/>
                <a:gd name="csY813" fmla="*/ 112744 h 279949"/>
                <a:gd name="csX814" fmla="*/ 550822 w 637768"/>
                <a:gd name="csY814" fmla="*/ 112744 h 279949"/>
                <a:gd name="csX815" fmla="*/ 550822 w 637768"/>
                <a:gd name="csY815" fmla="*/ 113222 h 279949"/>
                <a:gd name="csX816" fmla="*/ 551778 w 637768"/>
                <a:gd name="csY816" fmla="*/ 117521 h 279949"/>
                <a:gd name="csX817" fmla="*/ 552733 w 637768"/>
                <a:gd name="csY817" fmla="*/ 119432 h 279949"/>
                <a:gd name="csX818" fmla="*/ 554644 w 637768"/>
                <a:gd name="csY818" fmla="*/ 121343 h 279949"/>
                <a:gd name="csX819" fmla="*/ 556555 w 637768"/>
                <a:gd name="csY819" fmla="*/ 123254 h 279949"/>
                <a:gd name="csX820" fmla="*/ 557510 w 637768"/>
                <a:gd name="csY820" fmla="*/ 124210 h 279949"/>
                <a:gd name="csX821" fmla="*/ 558465 w 637768"/>
                <a:gd name="csY821" fmla="*/ 124687 h 279949"/>
                <a:gd name="csX822" fmla="*/ 560376 w 637768"/>
                <a:gd name="csY822" fmla="*/ 123732 h 279949"/>
                <a:gd name="csX823" fmla="*/ 560376 w 637768"/>
                <a:gd name="csY823" fmla="*/ 123732 h 279949"/>
                <a:gd name="csX824" fmla="*/ 561810 w 637768"/>
                <a:gd name="csY824" fmla="*/ 121821 h 279949"/>
                <a:gd name="csX825" fmla="*/ 565154 w 637768"/>
                <a:gd name="csY825" fmla="*/ 119910 h 279949"/>
                <a:gd name="csX826" fmla="*/ 566587 w 637768"/>
                <a:gd name="csY826" fmla="*/ 119910 h 279949"/>
                <a:gd name="csX827" fmla="*/ 568020 w 637768"/>
                <a:gd name="csY827" fmla="*/ 120388 h 279949"/>
                <a:gd name="csX828" fmla="*/ 570409 w 637768"/>
                <a:gd name="csY828" fmla="*/ 120388 h 279949"/>
                <a:gd name="csX829" fmla="*/ 573275 w 637768"/>
                <a:gd name="csY829" fmla="*/ 119910 h 279949"/>
                <a:gd name="csX830" fmla="*/ 575664 w 637768"/>
                <a:gd name="csY830" fmla="*/ 119910 h 279949"/>
                <a:gd name="csX831" fmla="*/ 578053 w 637768"/>
                <a:gd name="csY831" fmla="*/ 120388 h 279949"/>
                <a:gd name="csX832" fmla="*/ 579008 w 637768"/>
                <a:gd name="csY832" fmla="*/ 120388 h 279949"/>
                <a:gd name="csX833" fmla="*/ 581397 w 637768"/>
                <a:gd name="csY833" fmla="*/ 121343 h 279949"/>
                <a:gd name="csX834" fmla="*/ 584263 w 637768"/>
                <a:gd name="csY834" fmla="*/ 123254 h 279949"/>
                <a:gd name="csX835" fmla="*/ 585696 w 637768"/>
                <a:gd name="csY835" fmla="*/ 125165 h 279949"/>
                <a:gd name="csX836" fmla="*/ 587129 w 637768"/>
                <a:gd name="csY836" fmla="*/ 125643 h 279949"/>
                <a:gd name="csX837" fmla="*/ 587607 w 637768"/>
                <a:gd name="csY837" fmla="*/ 125165 h 279949"/>
                <a:gd name="csX838" fmla="*/ 589040 w 637768"/>
                <a:gd name="csY838" fmla="*/ 123254 h 279949"/>
                <a:gd name="csX839" fmla="*/ 591429 w 637768"/>
                <a:gd name="csY839" fmla="*/ 121343 h 279949"/>
                <a:gd name="csX840" fmla="*/ 591429 w 637768"/>
                <a:gd name="csY840" fmla="*/ 121343 h 279949"/>
                <a:gd name="csX841" fmla="*/ 593817 w 637768"/>
                <a:gd name="csY841" fmla="*/ 118477 h 279949"/>
                <a:gd name="csX842" fmla="*/ 595251 w 637768"/>
                <a:gd name="csY842" fmla="*/ 116566 h 279949"/>
                <a:gd name="csX843" fmla="*/ 596684 w 637768"/>
                <a:gd name="csY843" fmla="*/ 116088 h 279949"/>
                <a:gd name="csX844" fmla="*/ 596684 w 637768"/>
                <a:gd name="csY844" fmla="*/ 116088 h 279949"/>
                <a:gd name="csX845" fmla="*/ 599550 w 637768"/>
                <a:gd name="csY845" fmla="*/ 116088 h 279949"/>
                <a:gd name="csX846" fmla="*/ 600983 w 637768"/>
                <a:gd name="csY846" fmla="*/ 115611 h 279949"/>
                <a:gd name="csX847" fmla="*/ 602894 w 637768"/>
                <a:gd name="csY847" fmla="*/ 115611 h 279949"/>
                <a:gd name="csX848" fmla="*/ 604328 w 637768"/>
                <a:gd name="csY848" fmla="*/ 116088 h 279949"/>
                <a:gd name="csX849" fmla="*/ 604805 w 637768"/>
                <a:gd name="csY849" fmla="*/ 116088 h 279949"/>
                <a:gd name="csX850" fmla="*/ 605283 w 637768"/>
                <a:gd name="csY850" fmla="*/ 116088 h 279949"/>
                <a:gd name="csX851" fmla="*/ 610060 w 637768"/>
                <a:gd name="csY851" fmla="*/ 116566 h 279949"/>
                <a:gd name="csX852" fmla="*/ 611494 w 637768"/>
                <a:gd name="csY852" fmla="*/ 117521 h 279949"/>
                <a:gd name="csX853" fmla="*/ 613882 w 637768"/>
                <a:gd name="csY853" fmla="*/ 120866 h 279949"/>
                <a:gd name="csX854" fmla="*/ 615315 w 637768"/>
                <a:gd name="csY854" fmla="*/ 122777 h 279949"/>
                <a:gd name="csX855" fmla="*/ 617704 w 637768"/>
                <a:gd name="csY855" fmla="*/ 123732 h 279949"/>
                <a:gd name="csX856" fmla="*/ 619137 w 637768"/>
                <a:gd name="csY856" fmla="*/ 124210 h 279949"/>
                <a:gd name="csX857" fmla="*/ 620092 w 637768"/>
                <a:gd name="csY857" fmla="*/ 124687 h 279949"/>
                <a:gd name="csX858" fmla="*/ 621526 w 637768"/>
                <a:gd name="csY858" fmla="*/ 125643 h 279949"/>
                <a:gd name="csX859" fmla="*/ 622004 w 637768"/>
                <a:gd name="csY859" fmla="*/ 126598 h 279949"/>
                <a:gd name="csX860" fmla="*/ 622481 w 637768"/>
                <a:gd name="csY860" fmla="*/ 128032 h 279949"/>
                <a:gd name="csX861" fmla="*/ 622959 w 637768"/>
                <a:gd name="csY861" fmla="*/ 128987 h 279949"/>
                <a:gd name="csX862" fmla="*/ 622959 w 637768"/>
                <a:gd name="csY862" fmla="*/ 128987 h 279949"/>
                <a:gd name="csX863" fmla="*/ 623915 w 637768"/>
                <a:gd name="csY863" fmla="*/ 129465 h 279949"/>
                <a:gd name="csX864" fmla="*/ 624392 w 637768"/>
                <a:gd name="csY864" fmla="*/ 129942 h 279949"/>
                <a:gd name="csX865" fmla="*/ 624870 w 637768"/>
                <a:gd name="csY865" fmla="*/ 129942 h 279949"/>
                <a:gd name="csX866" fmla="*/ 625826 w 637768"/>
                <a:gd name="csY866" fmla="*/ 130420 h 279949"/>
                <a:gd name="csX867" fmla="*/ 625826 w 637768"/>
                <a:gd name="csY867" fmla="*/ 131376 h 279949"/>
                <a:gd name="csX868" fmla="*/ 626303 w 637768"/>
                <a:gd name="csY868" fmla="*/ 131853 h 279949"/>
                <a:gd name="csX869" fmla="*/ 626303 w 637768"/>
                <a:gd name="csY869" fmla="*/ 131853 h 279949"/>
                <a:gd name="csX870" fmla="*/ 626303 w 637768"/>
                <a:gd name="csY870" fmla="*/ 131853 h 279949"/>
                <a:gd name="csX871" fmla="*/ 627258 w 637768"/>
                <a:gd name="csY871" fmla="*/ 132809 h 279949"/>
                <a:gd name="csX872" fmla="*/ 630125 w 637768"/>
                <a:gd name="csY872" fmla="*/ 136153 h 279949"/>
                <a:gd name="csX873" fmla="*/ 630125 w 637768"/>
                <a:gd name="csY873" fmla="*/ 136153 h 279949"/>
                <a:gd name="csX874" fmla="*/ 631558 w 637768"/>
                <a:gd name="csY874" fmla="*/ 137108 h 279949"/>
                <a:gd name="csX875" fmla="*/ 633947 w 637768"/>
                <a:gd name="csY875" fmla="*/ 139019 h 279949"/>
                <a:gd name="csX876" fmla="*/ 634902 w 637768"/>
                <a:gd name="csY876" fmla="*/ 140453 h 279949"/>
                <a:gd name="csX877" fmla="*/ 634902 w 637768"/>
                <a:gd name="csY877" fmla="*/ 142363 h 279949"/>
                <a:gd name="csX878" fmla="*/ 635380 w 637768"/>
                <a:gd name="csY878" fmla="*/ 143797 h 279949"/>
                <a:gd name="csX879" fmla="*/ 636813 w 637768"/>
                <a:gd name="csY879" fmla="*/ 145707 h 279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</a:cxnLst>
              <a:rect l="l" t="t" r="r" b="b"/>
              <a:pathLst>
                <a:path w="637768" h="279949">
                  <a:moveTo>
                    <a:pt x="636813" y="145707"/>
                  </a:moveTo>
                  <a:lnTo>
                    <a:pt x="637769" y="146663"/>
                  </a:lnTo>
                  <a:lnTo>
                    <a:pt x="637291" y="148574"/>
                  </a:lnTo>
                  <a:lnTo>
                    <a:pt x="637291" y="148574"/>
                  </a:lnTo>
                  <a:lnTo>
                    <a:pt x="637769" y="150007"/>
                  </a:lnTo>
                  <a:lnTo>
                    <a:pt x="636813" y="151440"/>
                  </a:lnTo>
                  <a:lnTo>
                    <a:pt x="634902" y="152873"/>
                  </a:lnTo>
                  <a:lnTo>
                    <a:pt x="633947" y="153351"/>
                  </a:lnTo>
                  <a:lnTo>
                    <a:pt x="632036" y="153351"/>
                  </a:lnTo>
                  <a:lnTo>
                    <a:pt x="629169" y="152873"/>
                  </a:lnTo>
                  <a:lnTo>
                    <a:pt x="626303" y="153351"/>
                  </a:lnTo>
                  <a:lnTo>
                    <a:pt x="622959" y="152396"/>
                  </a:lnTo>
                  <a:lnTo>
                    <a:pt x="620570" y="150963"/>
                  </a:lnTo>
                  <a:lnTo>
                    <a:pt x="619137" y="150007"/>
                  </a:lnTo>
                  <a:lnTo>
                    <a:pt x="616749" y="149529"/>
                  </a:lnTo>
                  <a:lnTo>
                    <a:pt x="615793" y="149529"/>
                  </a:lnTo>
                  <a:lnTo>
                    <a:pt x="614360" y="150963"/>
                  </a:lnTo>
                  <a:lnTo>
                    <a:pt x="612927" y="150963"/>
                  </a:lnTo>
                  <a:lnTo>
                    <a:pt x="611494" y="150963"/>
                  </a:lnTo>
                  <a:lnTo>
                    <a:pt x="608149" y="150963"/>
                  </a:lnTo>
                  <a:lnTo>
                    <a:pt x="606238" y="150485"/>
                  </a:lnTo>
                  <a:lnTo>
                    <a:pt x="603372" y="151440"/>
                  </a:lnTo>
                  <a:lnTo>
                    <a:pt x="601461" y="151918"/>
                  </a:lnTo>
                  <a:lnTo>
                    <a:pt x="598117" y="152873"/>
                  </a:lnTo>
                  <a:lnTo>
                    <a:pt x="598117" y="152873"/>
                  </a:lnTo>
                  <a:lnTo>
                    <a:pt x="596206" y="155262"/>
                  </a:lnTo>
                  <a:lnTo>
                    <a:pt x="596206" y="155262"/>
                  </a:lnTo>
                  <a:lnTo>
                    <a:pt x="594773" y="155740"/>
                  </a:lnTo>
                  <a:lnTo>
                    <a:pt x="593340" y="155740"/>
                  </a:lnTo>
                  <a:lnTo>
                    <a:pt x="592385" y="154784"/>
                  </a:lnTo>
                  <a:lnTo>
                    <a:pt x="590951" y="153829"/>
                  </a:lnTo>
                  <a:lnTo>
                    <a:pt x="589040" y="153829"/>
                  </a:lnTo>
                  <a:lnTo>
                    <a:pt x="588085" y="154307"/>
                  </a:lnTo>
                  <a:lnTo>
                    <a:pt x="588085" y="154307"/>
                  </a:lnTo>
                  <a:lnTo>
                    <a:pt x="588085" y="155262"/>
                  </a:lnTo>
                  <a:lnTo>
                    <a:pt x="588085" y="155262"/>
                  </a:lnTo>
                  <a:lnTo>
                    <a:pt x="587129" y="158129"/>
                  </a:lnTo>
                  <a:lnTo>
                    <a:pt x="587129" y="159084"/>
                  </a:lnTo>
                  <a:lnTo>
                    <a:pt x="586651" y="160039"/>
                  </a:lnTo>
                  <a:lnTo>
                    <a:pt x="585696" y="160039"/>
                  </a:lnTo>
                  <a:lnTo>
                    <a:pt x="583308" y="160039"/>
                  </a:lnTo>
                  <a:lnTo>
                    <a:pt x="579963" y="160039"/>
                  </a:lnTo>
                  <a:lnTo>
                    <a:pt x="577574" y="159084"/>
                  </a:lnTo>
                  <a:lnTo>
                    <a:pt x="576142" y="159562"/>
                  </a:lnTo>
                  <a:lnTo>
                    <a:pt x="575186" y="160039"/>
                  </a:lnTo>
                  <a:lnTo>
                    <a:pt x="574231" y="160995"/>
                  </a:lnTo>
                  <a:lnTo>
                    <a:pt x="572797" y="160995"/>
                  </a:lnTo>
                  <a:lnTo>
                    <a:pt x="572797" y="160995"/>
                  </a:lnTo>
                  <a:lnTo>
                    <a:pt x="571364" y="161950"/>
                  </a:lnTo>
                  <a:lnTo>
                    <a:pt x="570409" y="163861"/>
                  </a:lnTo>
                  <a:lnTo>
                    <a:pt x="569453" y="165295"/>
                  </a:lnTo>
                  <a:lnTo>
                    <a:pt x="567542" y="166728"/>
                  </a:lnTo>
                  <a:lnTo>
                    <a:pt x="567542" y="166728"/>
                  </a:lnTo>
                  <a:lnTo>
                    <a:pt x="565631" y="170549"/>
                  </a:lnTo>
                  <a:lnTo>
                    <a:pt x="564676" y="172461"/>
                  </a:lnTo>
                  <a:lnTo>
                    <a:pt x="565154" y="173416"/>
                  </a:lnTo>
                  <a:lnTo>
                    <a:pt x="565154" y="174849"/>
                  </a:lnTo>
                  <a:lnTo>
                    <a:pt x="564198" y="176282"/>
                  </a:lnTo>
                  <a:lnTo>
                    <a:pt x="563721" y="176760"/>
                  </a:lnTo>
                  <a:lnTo>
                    <a:pt x="562765" y="177238"/>
                  </a:lnTo>
                  <a:lnTo>
                    <a:pt x="561332" y="177715"/>
                  </a:lnTo>
                  <a:lnTo>
                    <a:pt x="558943" y="179149"/>
                  </a:lnTo>
                  <a:lnTo>
                    <a:pt x="556077" y="181537"/>
                  </a:lnTo>
                  <a:lnTo>
                    <a:pt x="554166" y="183448"/>
                  </a:lnTo>
                  <a:lnTo>
                    <a:pt x="551299" y="183926"/>
                  </a:lnTo>
                  <a:lnTo>
                    <a:pt x="549389" y="184404"/>
                  </a:lnTo>
                  <a:lnTo>
                    <a:pt x="545089" y="184881"/>
                  </a:lnTo>
                  <a:lnTo>
                    <a:pt x="543656" y="185359"/>
                  </a:lnTo>
                  <a:lnTo>
                    <a:pt x="538878" y="185359"/>
                  </a:lnTo>
                  <a:lnTo>
                    <a:pt x="535535" y="184404"/>
                  </a:lnTo>
                  <a:lnTo>
                    <a:pt x="533624" y="184404"/>
                  </a:lnTo>
                  <a:lnTo>
                    <a:pt x="531713" y="185359"/>
                  </a:lnTo>
                  <a:lnTo>
                    <a:pt x="530757" y="185837"/>
                  </a:lnTo>
                  <a:lnTo>
                    <a:pt x="530757" y="187270"/>
                  </a:lnTo>
                  <a:lnTo>
                    <a:pt x="530280" y="188226"/>
                  </a:lnTo>
                  <a:lnTo>
                    <a:pt x="528846" y="190136"/>
                  </a:lnTo>
                  <a:lnTo>
                    <a:pt x="526458" y="192525"/>
                  </a:lnTo>
                  <a:lnTo>
                    <a:pt x="524069" y="193958"/>
                  </a:lnTo>
                  <a:lnTo>
                    <a:pt x="522158" y="195869"/>
                  </a:lnTo>
                  <a:lnTo>
                    <a:pt x="521680" y="196347"/>
                  </a:lnTo>
                  <a:lnTo>
                    <a:pt x="521203" y="196825"/>
                  </a:lnTo>
                  <a:lnTo>
                    <a:pt x="519292" y="197302"/>
                  </a:lnTo>
                  <a:lnTo>
                    <a:pt x="518336" y="197780"/>
                  </a:lnTo>
                  <a:lnTo>
                    <a:pt x="515948" y="199691"/>
                  </a:lnTo>
                  <a:lnTo>
                    <a:pt x="514037" y="201124"/>
                  </a:lnTo>
                  <a:lnTo>
                    <a:pt x="512603" y="201602"/>
                  </a:lnTo>
                  <a:lnTo>
                    <a:pt x="511171" y="201124"/>
                  </a:lnTo>
                  <a:lnTo>
                    <a:pt x="509737" y="201124"/>
                  </a:lnTo>
                  <a:lnTo>
                    <a:pt x="506871" y="200646"/>
                  </a:lnTo>
                  <a:lnTo>
                    <a:pt x="504960" y="200646"/>
                  </a:lnTo>
                  <a:lnTo>
                    <a:pt x="501616" y="200169"/>
                  </a:lnTo>
                  <a:lnTo>
                    <a:pt x="494928" y="198258"/>
                  </a:lnTo>
                  <a:lnTo>
                    <a:pt x="493017" y="197302"/>
                  </a:lnTo>
                  <a:lnTo>
                    <a:pt x="491106" y="194914"/>
                  </a:lnTo>
                  <a:lnTo>
                    <a:pt x="489194" y="193958"/>
                  </a:lnTo>
                  <a:lnTo>
                    <a:pt x="489194" y="193958"/>
                  </a:lnTo>
                  <a:lnTo>
                    <a:pt x="486806" y="193480"/>
                  </a:lnTo>
                  <a:lnTo>
                    <a:pt x="483462" y="193480"/>
                  </a:lnTo>
                  <a:lnTo>
                    <a:pt x="481551" y="193003"/>
                  </a:lnTo>
                  <a:lnTo>
                    <a:pt x="479162" y="193480"/>
                  </a:lnTo>
                  <a:lnTo>
                    <a:pt x="476296" y="195869"/>
                  </a:lnTo>
                  <a:lnTo>
                    <a:pt x="476296" y="195869"/>
                  </a:lnTo>
                  <a:lnTo>
                    <a:pt x="474863" y="197780"/>
                  </a:lnTo>
                  <a:lnTo>
                    <a:pt x="473430" y="199691"/>
                  </a:lnTo>
                  <a:lnTo>
                    <a:pt x="471996" y="203513"/>
                  </a:lnTo>
                  <a:lnTo>
                    <a:pt x="471519" y="206379"/>
                  </a:lnTo>
                  <a:lnTo>
                    <a:pt x="471041" y="207812"/>
                  </a:lnTo>
                  <a:lnTo>
                    <a:pt x="469608" y="210201"/>
                  </a:lnTo>
                  <a:lnTo>
                    <a:pt x="469130" y="211156"/>
                  </a:lnTo>
                  <a:lnTo>
                    <a:pt x="469608" y="212590"/>
                  </a:lnTo>
                  <a:lnTo>
                    <a:pt x="471041" y="213545"/>
                  </a:lnTo>
                  <a:lnTo>
                    <a:pt x="471041" y="214023"/>
                  </a:lnTo>
                  <a:lnTo>
                    <a:pt x="471519" y="215934"/>
                  </a:lnTo>
                  <a:lnTo>
                    <a:pt x="472952" y="217845"/>
                  </a:lnTo>
                  <a:lnTo>
                    <a:pt x="474863" y="219756"/>
                  </a:lnTo>
                  <a:lnTo>
                    <a:pt x="477729" y="222144"/>
                  </a:lnTo>
                  <a:lnTo>
                    <a:pt x="478685" y="223577"/>
                  </a:lnTo>
                  <a:lnTo>
                    <a:pt x="479640" y="225488"/>
                  </a:lnTo>
                  <a:lnTo>
                    <a:pt x="480118" y="226921"/>
                  </a:lnTo>
                  <a:lnTo>
                    <a:pt x="479640" y="227877"/>
                  </a:lnTo>
                  <a:lnTo>
                    <a:pt x="479640" y="227877"/>
                  </a:lnTo>
                  <a:lnTo>
                    <a:pt x="479162" y="228355"/>
                  </a:lnTo>
                  <a:lnTo>
                    <a:pt x="478685" y="228833"/>
                  </a:lnTo>
                  <a:lnTo>
                    <a:pt x="476774" y="228833"/>
                  </a:lnTo>
                  <a:lnTo>
                    <a:pt x="475341" y="230266"/>
                  </a:lnTo>
                  <a:lnTo>
                    <a:pt x="473907" y="231699"/>
                  </a:lnTo>
                  <a:lnTo>
                    <a:pt x="471996" y="233132"/>
                  </a:lnTo>
                  <a:lnTo>
                    <a:pt x="471041" y="233610"/>
                  </a:lnTo>
                  <a:lnTo>
                    <a:pt x="470085" y="233610"/>
                  </a:lnTo>
                  <a:lnTo>
                    <a:pt x="464830" y="235998"/>
                  </a:lnTo>
                  <a:lnTo>
                    <a:pt x="463398" y="236476"/>
                  </a:lnTo>
                  <a:lnTo>
                    <a:pt x="462919" y="236476"/>
                  </a:lnTo>
                  <a:lnTo>
                    <a:pt x="461487" y="236954"/>
                  </a:lnTo>
                  <a:lnTo>
                    <a:pt x="461487" y="236954"/>
                  </a:lnTo>
                  <a:lnTo>
                    <a:pt x="459575" y="239343"/>
                  </a:lnTo>
                  <a:lnTo>
                    <a:pt x="458142" y="240776"/>
                  </a:lnTo>
                  <a:lnTo>
                    <a:pt x="456232" y="242687"/>
                  </a:lnTo>
                  <a:lnTo>
                    <a:pt x="455276" y="243642"/>
                  </a:lnTo>
                  <a:lnTo>
                    <a:pt x="453843" y="246031"/>
                  </a:lnTo>
                  <a:lnTo>
                    <a:pt x="451932" y="248419"/>
                  </a:lnTo>
                  <a:lnTo>
                    <a:pt x="450499" y="249375"/>
                  </a:lnTo>
                  <a:lnTo>
                    <a:pt x="450021" y="250330"/>
                  </a:lnTo>
                  <a:lnTo>
                    <a:pt x="449543" y="251286"/>
                  </a:lnTo>
                  <a:lnTo>
                    <a:pt x="447155" y="251763"/>
                  </a:lnTo>
                  <a:lnTo>
                    <a:pt x="445244" y="252719"/>
                  </a:lnTo>
                  <a:lnTo>
                    <a:pt x="442377" y="254152"/>
                  </a:lnTo>
                  <a:lnTo>
                    <a:pt x="438555" y="255585"/>
                  </a:lnTo>
                  <a:lnTo>
                    <a:pt x="435211" y="256541"/>
                  </a:lnTo>
                  <a:lnTo>
                    <a:pt x="433300" y="257496"/>
                  </a:lnTo>
                  <a:lnTo>
                    <a:pt x="430434" y="258929"/>
                  </a:lnTo>
                  <a:lnTo>
                    <a:pt x="428045" y="259407"/>
                  </a:lnTo>
                  <a:lnTo>
                    <a:pt x="424223" y="259407"/>
                  </a:lnTo>
                  <a:lnTo>
                    <a:pt x="418968" y="259885"/>
                  </a:lnTo>
                  <a:lnTo>
                    <a:pt x="415146" y="259885"/>
                  </a:lnTo>
                  <a:lnTo>
                    <a:pt x="412758" y="259885"/>
                  </a:lnTo>
                  <a:lnTo>
                    <a:pt x="408459" y="259407"/>
                  </a:lnTo>
                  <a:lnTo>
                    <a:pt x="405114" y="259407"/>
                  </a:lnTo>
                  <a:lnTo>
                    <a:pt x="403203" y="259885"/>
                  </a:lnTo>
                  <a:lnTo>
                    <a:pt x="397948" y="260363"/>
                  </a:lnTo>
                  <a:lnTo>
                    <a:pt x="396515" y="260363"/>
                  </a:lnTo>
                  <a:lnTo>
                    <a:pt x="388871" y="261318"/>
                  </a:lnTo>
                  <a:lnTo>
                    <a:pt x="387916" y="261796"/>
                  </a:lnTo>
                  <a:lnTo>
                    <a:pt x="383616" y="262274"/>
                  </a:lnTo>
                  <a:lnTo>
                    <a:pt x="379795" y="262751"/>
                  </a:lnTo>
                  <a:lnTo>
                    <a:pt x="377406" y="263229"/>
                  </a:lnTo>
                  <a:lnTo>
                    <a:pt x="375973" y="263707"/>
                  </a:lnTo>
                  <a:lnTo>
                    <a:pt x="373584" y="264662"/>
                  </a:lnTo>
                  <a:lnTo>
                    <a:pt x="372151" y="265140"/>
                  </a:lnTo>
                  <a:lnTo>
                    <a:pt x="368329" y="266573"/>
                  </a:lnTo>
                  <a:lnTo>
                    <a:pt x="365941" y="268006"/>
                  </a:lnTo>
                  <a:lnTo>
                    <a:pt x="359252" y="270395"/>
                  </a:lnTo>
                  <a:lnTo>
                    <a:pt x="353520" y="273261"/>
                  </a:lnTo>
                  <a:lnTo>
                    <a:pt x="352564" y="273739"/>
                  </a:lnTo>
                  <a:lnTo>
                    <a:pt x="348264" y="275650"/>
                  </a:lnTo>
                  <a:lnTo>
                    <a:pt x="346354" y="276605"/>
                  </a:lnTo>
                  <a:lnTo>
                    <a:pt x="346354" y="276605"/>
                  </a:lnTo>
                  <a:lnTo>
                    <a:pt x="345398" y="277561"/>
                  </a:lnTo>
                  <a:lnTo>
                    <a:pt x="344443" y="278516"/>
                  </a:lnTo>
                  <a:lnTo>
                    <a:pt x="343487" y="279472"/>
                  </a:lnTo>
                  <a:lnTo>
                    <a:pt x="342054" y="279950"/>
                  </a:lnTo>
                  <a:lnTo>
                    <a:pt x="339666" y="278994"/>
                  </a:lnTo>
                  <a:lnTo>
                    <a:pt x="337754" y="278994"/>
                  </a:lnTo>
                  <a:lnTo>
                    <a:pt x="332500" y="278516"/>
                  </a:lnTo>
                  <a:lnTo>
                    <a:pt x="332500" y="273261"/>
                  </a:lnTo>
                  <a:lnTo>
                    <a:pt x="328678" y="273739"/>
                  </a:lnTo>
                  <a:lnTo>
                    <a:pt x="323423" y="275172"/>
                  </a:lnTo>
                  <a:lnTo>
                    <a:pt x="322467" y="275172"/>
                  </a:lnTo>
                  <a:lnTo>
                    <a:pt x="321512" y="275172"/>
                  </a:lnTo>
                  <a:lnTo>
                    <a:pt x="316734" y="276128"/>
                  </a:lnTo>
                  <a:lnTo>
                    <a:pt x="311479" y="273739"/>
                  </a:lnTo>
                  <a:lnTo>
                    <a:pt x="307657" y="271828"/>
                  </a:lnTo>
                  <a:lnTo>
                    <a:pt x="303836" y="269917"/>
                  </a:lnTo>
                  <a:lnTo>
                    <a:pt x="298581" y="268962"/>
                  </a:lnTo>
                  <a:lnTo>
                    <a:pt x="294281" y="268006"/>
                  </a:lnTo>
                  <a:lnTo>
                    <a:pt x="285682" y="266095"/>
                  </a:lnTo>
                  <a:lnTo>
                    <a:pt x="282338" y="265140"/>
                  </a:lnTo>
                  <a:lnTo>
                    <a:pt x="280427" y="263229"/>
                  </a:lnTo>
                  <a:lnTo>
                    <a:pt x="277083" y="258929"/>
                  </a:lnTo>
                  <a:lnTo>
                    <a:pt x="276127" y="257974"/>
                  </a:lnTo>
                  <a:lnTo>
                    <a:pt x="274216" y="257496"/>
                  </a:lnTo>
                  <a:lnTo>
                    <a:pt x="272783" y="257018"/>
                  </a:lnTo>
                  <a:lnTo>
                    <a:pt x="268961" y="257018"/>
                  </a:lnTo>
                  <a:lnTo>
                    <a:pt x="264662" y="256541"/>
                  </a:lnTo>
                  <a:lnTo>
                    <a:pt x="258452" y="255585"/>
                  </a:lnTo>
                  <a:lnTo>
                    <a:pt x="253197" y="255108"/>
                  </a:lnTo>
                  <a:lnTo>
                    <a:pt x="244597" y="253675"/>
                  </a:lnTo>
                  <a:lnTo>
                    <a:pt x="242686" y="253675"/>
                  </a:lnTo>
                  <a:lnTo>
                    <a:pt x="238387" y="254630"/>
                  </a:lnTo>
                  <a:lnTo>
                    <a:pt x="236954" y="255108"/>
                  </a:lnTo>
                  <a:lnTo>
                    <a:pt x="232654" y="256063"/>
                  </a:lnTo>
                  <a:lnTo>
                    <a:pt x="222144" y="255108"/>
                  </a:lnTo>
                  <a:lnTo>
                    <a:pt x="217845" y="254630"/>
                  </a:lnTo>
                  <a:lnTo>
                    <a:pt x="208290" y="253197"/>
                  </a:lnTo>
                  <a:lnTo>
                    <a:pt x="197780" y="252241"/>
                  </a:lnTo>
                  <a:lnTo>
                    <a:pt x="197780" y="252241"/>
                  </a:lnTo>
                  <a:lnTo>
                    <a:pt x="187747" y="250808"/>
                  </a:lnTo>
                  <a:lnTo>
                    <a:pt x="180104" y="251763"/>
                  </a:lnTo>
                  <a:lnTo>
                    <a:pt x="180104" y="251763"/>
                  </a:lnTo>
                  <a:lnTo>
                    <a:pt x="176282" y="251763"/>
                  </a:lnTo>
                  <a:lnTo>
                    <a:pt x="171983" y="252719"/>
                  </a:lnTo>
                  <a:lnTo>
                    <a:pt x="171504" y="252719"/>
                  </a:lnTo>
                  <a:lnTo>
                    <a:pt x="170549" y="251763"/>
                  </a:lnTo>
                  <a:lnTo>
                    <a:pt x="170549" y="249375"/>
                  </a:lnTo>
                  <a:lnTo>
                    <a:pt x="169594" y="247464"/>
                  </a:lnTo>
                  <a:lnTo>
                    <a:pt x="169594" y="247464"/>
                  </a:lnTo>
                  <a:lnTo>
                    <a:pt x="167205" y="245075"/>
                  </a:lnTo>
                  <a:lnTo>
                    <a:pt x="165294" y="243164"/>
                  </a:lnTo>
                  <a:lnTo>
                    <a:pt x="165294" y="243164"/>
                  </a:lnTo>
                  <a:lnTo>
                    <a:pt x="161950" y="240298"/>
                  </a:lnTo>
                  <a:lnTo>
                    <a:pt x="160995" y="238865"/>
                  </a:lnTo>
                  <a:lnTo>
                    <a:pt x="160517" y="235998"/>
                  </a:lnTo>
                  <a:lnTo>
                    <a:pt x="157651" y="228833"/>
                  </a:lnTo>
                  <a:lnTo>
                    <a:pt x="155740" y="224533"/>
                  </a:lnTo>
                  <a:lnTo>
                    <a:pt x="155262" y="223577"/>
                  </a:lnTo>
                  <a:lnTo>
                    <a:pt x="154306" y="221667"/>
                  </a:lnTo>
                  <a:lnTo>
                    <a:pt x="154306" y="221667"/>
                  </a:lnTo>
                  <a:lnTo>
                    <a:pt x="153351" y="221189"/>
                  </a:lnTo>
                  <a:lnTo>
                    <a:pt x="150962" y="220711"/>
                  </a:lnTo>
                  <a:lnTo>
                    <a:pt x="150485" y="219756"/>
                  </a:lnTo>
                  <a:lnTo>
                    <a:pt x="150485" y="217845"/>
                  </a:lnTo>
                  <a:lnTo>
                    <a:pt x="150485" y="217845"/>
                  </a:lnTo>
                  <a:lnTo>
                    <a:pt x="150962" y="215934"/>
                  </a:lnTo>
                  <a:lnTo>
                    <a:pt x="151440" y="214023"/>
                  </a:lnTo>
                  <a:lnTo>
                    <a:pt x="150962" y="213545"/>
                  </a:lnTo>
                  <a:lnTo>
                    <a:pt x="145229" y="214023"/>
                  </a:lnTo>
                  <a:lnTo>
                    <a:pt x="144752" y="214023"/>
                  </a:lnTo>
                  <a:lnTo>
                    <a:pt x="141408" y="213068"/>
                  </a:lnTo>
                  <a:lnTo>
                    <a:pt x="138063" y="211634"/>
                  </a:lnTo>
                  <a:lnTo>
                    <a:pt x="133764" y="208768"/>
                  </a:lnTo>
                  <a:lnTo>
                    <a:pt x="131376" y="207335"/>
                  </a:lnTo>
                  <a:lnTo>
                    <a:pt x="128031" y="204468"/>
                  </a:lnTo>
                  <a:lnTo>
                    <a:pt x="123254" y="203513"/>
                  </a:lnTo>
                  <a:lnTo>
                    <a:pt x="121343" y="202080"/>
                  </a:lnTo>
                  <a:lnTo>
                    <a:pt x="119432" y="199691"/>
                  </a:lnTo>
                  <a:lnTo>
                    <a:pt x="117044" y="197780"/>
                  </a:lnTo>
                  <a:lnTo>
                    <a:pt x="114655" y="196825"/>
                  </a:lnTo>
                  <a:lnTo>
                    <a:pt x="109878" y="195869"/>
                  </a:lnTo>
                  <a:lnTo>
                    <a:pt x="102712" y="194914"/>
                  </a:lnTo>
                  <a:lnTo>
                    <a:pt x="99845" y="194436"/>
                  </a:lnTo>
                  <a:lnTo>
                    <a:pt x="96024" y="194914"/>
                  </a:lnTo>
                  <a:lnTo>
                    <a:pt x="92679" y="194914"/>
                  </a:lnTo>
                  <a:lnTo>
                    <a:pt x="92679" y="194914"/>
                  </a:lnTo>
                  <a:lnTo>
                    <a:pt x="87902" y="194436"/>
                  </a:lnTo>
                  <a:lnTo>
                    <a:pt x="85035" y="193480"/>
                  </a:lnTo>
                  <a:lnTo>
                    <a:pt x="81692" y="193480"/>
                  </a:lnTo>
                  <a:lnTo>
                    <a:pt x="79303" y="193480"/>
                  </a:lnTo>
                  <a:lnTo>
                    <a:pt x="76437" y="193003"/>
                  </a:lnTo>
                  <a:lnTo>
                    <a:pt x="74526" y="192525"/>
                  </a:lnTo>
                  <a:lnTo>
                    <a:pt x="74526" y="192525"/>
                  </a:lnTo>
                  <a:lnTo>
                    <a:pt x="73570" y="192047"/>
                  </a:lnTo>
                  <a:lnTo>
                    <a:pt x="70704" y="192047"/>
                  </a:lnTo>
                  <a:lnTo>
                    <a:pt x="68793" y="191570"/>
                  </a:lnTo>
                  <a:lnTo>
                    <a:pt x="67360" y="190136"/>
                  </a:lnTo>
                  <a:lnTo>
                    <a:pt x="65449" y="189659"/>
                  </a:lnTo>
                  <a:lnTo>
                    <a:pt x="63538" y="189659"/>
                  </a:lnTo>
                  <a:lnTo>
                    <a:pt x="63060" y="190136"/>
                  </a:lnTo>
                  <a:lnTo>
                    <a:pt x="62105" y="190136"/>
                  </a:lnTo>
                  <a:lnTo>
                    <a:pt x="61627" y="188703"/>
                  </a:lnTo>
                  <a:lnTo>
                    <a:pt x="59716" y="185837"/>
                  </a:lnTo>
                  <a:lnTo>
                    <a:pt x="59716" y="184404"/>
                  </a:lnTo>
                  <a:lnTo>
                    <a:pt x="58760" y="182970"/>
                  </a:lnTo>
                  <a:lnTo>
                    <a:pt x="57805" y="181537"/>
                  </a:lnTo>
                  <a:lnTo>
                    <a:pt x="58283" y="180104"/>
                  </a:lnTo>
                  <a:lnTo>
                    <a:pt x="58760" y="176282"/>
                  </a:lnTo>
                  <a:lnTo>
                    <a:pt x="60671" y="173416"/>
                  </a:lnTo>
                  <a:lnTo>
                    <a:pt x="61627" y="172461"/>
                  </a:lnTo>
                  <a:lnTo>
                    <a:pt x="61627" y="172461"/>
                  </a:lnTo>
                  <a:lnTo>
                    <a:pt x="62582" y="171505"/>
                  </a:lnTo>
                  <a:lnTo>
                    <a:pt x="64015" y="169594"/>
                  </a:lnTo>
                  <a:lnTo>
                    <a:pt x="64493" y="168638"/>
                  </a:lnTo>
                  <a:lnTo>
                    <a:pt x="64493" y="166728"/>
                  </a:lnTo>
                  <a:lnTo>
                    <a:pt x="63538" y="164817"/>
                  </a:lnTo>
                  <a:lnTo>
                    <a:pt x="63060" y="162428"/>
                  </a:lnTo>
                  <a:lnTo>
                    <a:pt x="63060" y="161950"/>
                  </a:lnTo>
                  <a:lnTo>
                    <a:pt x="63060" y="160995"/>
                  </a:lnTo>
                  <a:lnTo>
                    <a:pt x="64015" y="159084"/>
                  </a:lnTo>
                  <a:lnTo>
                    <a:pt x="65449" y="155262"/>
                  </a:lnTo>
                  <a:lnTo>
                    <a:pt x="64971" y="154307"/>
                  </a:lnTo>
                  <a:lnTo>
                    <a:pt x="64493" y="153829"/>
                  </a:lnTo>
                  <a:lnTo>
                    <a:pt x="64493" y="151918"/>
                  </a:lnTo>
                  <a:lnTo>
                    <a:pt x="64493" y="149529"/>
                  </a:lnTo>
                  <a:lnTo>
                    <a:pt x="63060" y="146185"/>
                  </a:lnTo>
                  <a:lnTo>
                    <a:pt x="62105" y="144274"/>
                  </a:lnTo>
                  <a:lnTo>
                    <a:pt x="60671" y="143319"/>
                  </a:lnTo>
                  <a:lnTo>
                    <a:pt x="60671" y="143319"/>
                  </a:lnTo>
                  <a:lnTo>
                    <a:pt x="58760" y="142841"/>
                  </a:lnTo>
                  <a:lnTo>
                    <a:pt x="57328" y="140453"/>
                  </a:lnTo>
                  <a:lnTo>
                    <a:pt x="55894" y="137108"/>
                  </a:lnTo>
                  <a:lnTo>
                    <a:pt x="54461" y="135197"/>
                  </a:lnTo>
                  <a:lnTo>
                    <a:pt x="54461" y="134242"/>
                  </a:lnTo>
                  <a:lnTo>
                    <a:pt x="53983" y="131853"/>
                  </a:lnTo>
                  <a:lnTo>
                    <a:pt x="53028" y="129465"/>
                  </a:lnTo>
                  <a:lnTo>
                    <a:pt x="52550" y="128032"/>
                  </a:lnTo>
                  <a:lnTo>
                    <a:pt x="52550" y="128032"/>
                  </a:lnTo>
                  <a:lnTo>
                    <a:pt x="51594" y="127076"/>
                  </a:lnTo>
                  <a:lnTo>
                    <a:pt x="51594" y="125643"/>
                  </a:lnTo>
                  <a:lnTo>
                    <a:pt x="51117" y="124687"/>
                  </a:lnTo>
                  <a:lnTo>
                    <a:pt x="51117" y="124687"/>
                  </a:lnTo>
                  <a:lnTo>
                    <a:pt x="48728" y="124210"/>
                  </a:lnTo>
                  <a:lnTo>
                    <a:pt x="46817" y="123254"/>
                  </a:lnTo>
                  <a:lnTo>
                    <a:pt x="46340" y="121343"/>
                  </a:lnTo>
                  <a:lnTo>
                    <a:pt x="45862" y="120388"/>
                  </a:lnTo>
                  <a:lnTo>
                    <a:pt x="45384" y="119432"/>
                  </a:lnTo>
                  <a:lnTo>
                    <a:pt x="45384" y="119432"/>
                  </a:lnTo>
                  <a:lnTo>
                    <a:pt x="43951" y="119432"/>
                  </a:lnTo>
                  <a:lnTo>
                    <a:pt x="42996" y="120388"/>
                  </a:lnTo>
                  <a:lnTo>
                    <a:pt x="41562" y="120866"/>
                  </a:lnTo>
                  <a:lnTo>
                    <a:pt x="40129" y="120866"/>
                  </a:lnTo>
                  <a:lnTo>
                    <a:pt x="39174" y="120388"/>
                  </a:lnTo>
                  <a:lnTo>
                    <a:pt x="38696" y="119432"/>
                  </a:lnTo>
                  <a:lnTo>
                    <a:pt x="37740" y="118477"/>
                  </a:lnTo>
                  <a:lnTo>
                    <a:pt x="36307" y="116088"/>
                  </a:lnTo>
                  <a:lnTo>
                    <a:pt x="34396" y="115611"/>
                  </a:lnTo>
                  <a:lnTo>
                    <a:pt x="31530" y="115611"/>
                  </a:lnTo>
                  <a:lnTo>
                    <a:pt x="28664" y="116566"/>
                  </a:lnTo>
                  <a:lnTo>
                    <a:pt x="27230" y="116566"/>
                  </a:lnTo>
                  <a:lnTo>
                    <a:pt x="25797" y="116088"/>
                  </a:lnTo>
                  <a:lnTo>
                    <a:pt x="24364" y="114655"/>
                  </a:lnTo>
                  <a:lnTo>
                    <a:pt x="23408" y="113700"/>
                  </a:lnTo>
                  <a:lnTo>
                    <a:pt x="21498" y="113222"/>
                  </a:lnTo>
                  <a:lnTo>
                    <a:pt x="18631" y="111311"/>
                  </a:lnTo>
                  <a:lnTo>
                    <a:pt x="16721" y="110356"/>
                  </a:lnTo>
                  <a:lnTo>
                    <a:pt x="16242" y="107489"/>
                  </a:lnTo>
                  <a:lnTo>
                    <a:pt x="15287" y="105578"/>
                  </a:lnTo>
                  <a:lnTo>
                    <a:pt x="13376" y="105100"/>
                  </a:lnTo>
                  <a:lnTo>
                    <a:pt x="11465" y="103190"/>
                  </a:lnTo>
                  <a:lnTo>
                    <a:pt x="8121" y="102234"/>
                  </a:lnTo>
                  <a:lnTo>
                    <a:pt x="6210" y="101279"/>
                  </a:lnTo>
                  <a:lnTo>
                    <a:pt x="4777" y="101279"/>
                  </a:lnTo>
                  <a:lnTo>
                    <a:pt x="4299" y="100323"/>
                  </a:lnTo>
                  <a:lnTo>
                    <a:pt x="4777" y="99846"/>
                  </a:lnTo>
                  <a:lnTo>
                    <a:pt x="5255" y="98890"/>
                  </a:lnTo>
                  <a:lnTo>
                    <a:pt x="6210" y="97935"/>
                  </a:lnTo>
                  <a:lnTo>
                    <a:pt x="6210" y="96979"/>
                  </a:lnTo>
                  <a:lnTo>
                    <a:pt x="5733" y="96024"/>
                  </a:lnTo>
                  <a:lnTo>
                    <a:pt x="5733" y="96024"/>
                  </a:lnTo>
                  <a:lnTo>
                    <a:pt x="3821" y="95068"/>
                  </a:lnTo>
                  <a:lnTo>
                    <a:pt x="1910" y="94591"/>
                  </a:lnTo>
                  <a:lnTo>
                    <a:pt x="1433" y="93157"/>
                  </a:lnTo>
                  <a:lnTo>
                    <a:pt x="0" y="92202"/>
                  </a:lnTo>
                  <a:lnTo>
                    <a:pt x="478" y="91246"/>
                  </a:lnTo>
                  <a:lnTo>
                    <a:pt x="1433" y="90291"/>
                  </a:lnTo>
                  <a:lnTo>
                    <a:pt x="2389" y="89813"/>
                  </a:lnTo>
                  <a:lnTo>
                    <a:pt x="2389" y="88858"/>
                  </a:lnTo>
                  <a:lnTo>
                    <a:pt x="1910" y="87902"/>
                  </a:lnTo>
                  <a:lnTo>
                    <a:pt x="1433" y="86469"/>
                  </a:lnTo>
                  <a:lnTo>
                    <a:pt x="1433" y="85514"/>
                  </a:lnTo>
                  <a:lnTo>
                    <a:pt x="1433" y="84558"/>
                  </a:lnTo>
                  <a:lnTo>
                    <a:pt x="3821" y="84080"/>
                  </a:lnTo>
                  <a:lnTo>
                    <a:pt x="3821" y="84080"/>
                  </a:lnTo>
                  <a:lnTo>
                    <a:pt x="3821" y="84080"/>
                  </a:lnTo>
                  <a:lnTo>
                    <a:pt x="4777" y="83603"/>
                  </a:lnTo>
                  <a:lnTo>
                    <a:pt x="5733" y="82647"/>
                  </a:lnTo>
                  <a:lnTo>
                    <a:pt x="7166" y="81692"/>
                  </a:lnTo>
                  <a:lnTo>
                    <a:pt x="7644" y="80736"/>
                  </a:lnTo>
                  <a:lnTo>
                    <a:pt x="7644" y="78348"/>
                  </a:lnTo>
                  <a:lnTo>
                    <a:pt x="9076" y="76437"/>
                  </a:lnTo>
                  <a:lnTo>
                    <a:pt x="11465" y="75481"/>
                  </a:lnTo>
                  <a:lnTo>
                    <a:pt x="12898" y="75481"/>
                  </a:lnTo>
                  <a:lnTo>
                    <a:pt x="13854" y="75481"/>
                  </a:lnTo>
                  <a:lnTo>
                    <a:pt x="15765" y="75481"/>
                  </a:lnTo>
                  <a:lnTo>
                    <a:pt x="17676" y="75481"/>
                  </a:lnTo>
                  <a:lnTo>
                    <a:pt x="18631" y="75959"/>
                  </a:lnTo>
                  <a:lnTo>
                    <a:pt x="19587" y="76437"/>
                  </a:lnTo>
                  <a:lnTo>
                    <a:pt x="20064" y="76437"/>
                  </a:lnTo>
                  <a:lnTo>
                    <a:pt x="21498" y="76437"/>
                  </a:lnTo>
                  <a:lnTo>
                    <a:pt x="21498" y="76437"/>
                  </a:lnTo>
                  <a:lnTo>
                    <a:pt x="21975" y="75481"/>
                  </a:lnTo>
                  <a:lnTo>
                    <a:pt x="22453" y="74048"/>
                  </a:lnTo>
                  <a:lnTo>
                    <a:pt x="22931" y="74048"/>
                  </a:lnTo>
                  <a:lnTo>
                    <a:pt x="23886" y="74526"/>
                  </a:lnTo>
                  <a:lnTo>
                    <a:pt x="24364" y="75481"/>
                  </a:lnTo>
                  <a:lnTo>
                    <a:pt x="24842" y="75481"/>
                  </a:lnTo>
                  <a:lnTo>
                    <a:pt x="25319" y="75481"/>
                  </a:lnTo>
                  <a:lnTo>
                    <a:pt x="25319" y="75481"/>
                  </a:lnTo>
                  <a:lnTo>
                    <a:pt x="27230" y="75004"/>
                  </a:lnTo>
                  <a:lnTo>
                    <a:pt x="28186" y="74048"/>
                  </a:lnTo>
                  <a:lnTo>
                    <a:pt x="28664" y="74048"/>
                  </a:lnTo>
                  <a:lnTo>
                    <a:pt x="29141" y="72137"/>
                  </a:lnTo>
                  <a:lnTo>
                    <a:pt x="29619" y="71182"/>
                  </a:lnTo>
                  <a:lnTo>
                    <a:pt x="30574" y="71659"/>
                  </a:lnTo>
                  <a:lnTo>
                    <a:pt x="31052" y="71659"/>
                  </a:lnTo>
                  <a:lnTo>
                    <a:pt x="32485" y="71659"/>
                  </a:lnTo>
                  <a:lnTo>
                    <a:pt x="32963" y="71659"/>
                  </a:lnTo>
                  <a:lnTo>
                    <a:pt x="34396" y="70226"/>
                  </a:lnTo>
                  <a:lnTo>
                    <a:pt x="36307" y="69271"/>
                  </a:lnTo>
                  <a:lnTo>
                    <a:pt x="37740" y="68793"/>
                  </a:lnTo>
                  <a:lnTo>
                    <a:pt x="38218" y="67838"/>
                  </a:lnTo>
                  <a:lnTo>
                    <a:pt x="37740" y="65927"/>
                  </a:lnTo>
                  <a:lnTo>
                    <a:pt x="37740" y="63538"/>
                  </a:lnTo>
                  <a:lnTo>
                    <a:pt x="39651" y="62583"/>
                  </a:lnTo>
                  <a:lnTo>
                    <a:pt x="39651" y="62583"/>
                  </a:lnTo>
                  <a:lnTo>
                    <a:pt x="42040" y="62105"/>
                  </a:lnTo>
                  <a:lnTo>
                    <a:pt x="42040" y="62105"/>
                  </a:lnTo>
                  <a:lnTo>
                    <a:pt x="42517" y="62105"/>
                  </a:lnTo>
                  <a:lnTo>
                    <a:pt x="43951" y="61149"/>
                  </a:lnTo>
                  <a:lnTo>
                    <a:pt x="44428" y="61149"/>
                  </a:lnTo>
                  <a:lnTo>
                    <a:pt x="44906" y="58761"/>
                  </a:lnTo>
                  <a:lnTo>
                    <a:pt x="45862" y="58283"/>
                  </a:lnTo>
                  <a:lnTo>
                    <a:pt x="46817" y="57805"/>
                  </a:lnTo>
                  <a:lnTo>
                    <a:pt x="48251" y="57805"/>
                  </a:lnTo>
                  <a:lnTo>
                    <a:pt x="49206" y="57805"/>
                  </a:lnTo>
                  <a:lnTo>
                    <a:pt x="49206" y="57805"/>
                  </a:lnTo>
                  <a:lnTo>
                    <a:pt x="50639" y="56850"/>
                  </a:lnTo>
                  <a:lnTo>
                    <a:pt x="52072" y="56372"/>
                  </a:lnTo>
                  <a:lnTo>
                    <a:pt x="52550" y="55894"/>
                  </a:lnTo>
                  <a:lnTo>
                    <a:pt x="54939" y="54939"/>
                  </a:lnTo>
                  <a:lnTo>
                    <a:pt x="55416" y="54939"/>
                  </a:lnTo>
                  <a:lnTo>
                    <a:pt x="57805" y="54461"/>
                  </a:lnTo>
                  <a:lnTo>
                    <a:pt x="57805" y="54461"/>
                  </a:lnTo>
                  <a:lnTo>
                    <a:pt x="57805" y="54461"/>
                  </a:lnTo>
                  <a:lnTo>
                    <a:pt x="58760" y="53506"/>
                  </a:lnTo>
                  <a:lnTo>
                    <a:pt x="59716" y="52073"/>
                  </a:lnTo>
                  <a:lnTo>
                    <a:pt x="61149" y="51595"/>
                  </a:lnTo>
                  <a:lnTo>
                    <a:pt x="61149" y="51595"/>
                  </a:lnTo>
                  <a:lnTo>
                    <a:pt x="63060" y="50639"/>
                  </a:lnTo>
                  <a:lnTo>
                    <a:pt x="64971" y="49206"/>
                  </a:lnTo>
                  <a:lnTo>
                    <a:pt x="65926" y="48728"/>
                  </a:lnTo>
                  <a:lnTo>
                    <a:pt x="69271" y="48251"/>
                  </a:lnTo>
                  <a:lnTo>
                    <a:pt x="70226" y="47773"/>
                  </a:lnTo>
                  <a:lnTo>
                    <a:pt x="71181" y="47773"/>
                  </a:lnTo>
                  <a:lnTo>
                    <a:pt x="72615" y="47773"/>
                  </a:lnTo>
                  <a:lnTo>
                    <a:pt x="72615" y="47773"/>
                  </a:lnTo>
                  <a:lnTo>
                    <a:pt x="72615" y="47773"/>
                  </a:lnTo>
                  <a:lnTo>
                    <a:pt x="73570" y="45862"/>
                  </a:lnTo>
                  <a:lnTo>
                    <a:pt x="75003" y="44907"/>
                  </a:lnTo>
                  <a:lnTo>
                    <a:pt x="76437" y="44429"/>
                  </a:lnTo>
                  <a:lnTo>
                    <a:pt x="76437" y="44429"/>
                  </a:lnTo>
                  <a:lnTo>
                    <a:pt x="77392" y="43473"/>
                  </a:lnTo>
                  <a:lnTo>
                    <a:pt x="78347" y="42040"/>
                  </a:lnTo>
                  <a:lnTo>
                    <a:pt x="80736" y="41085"/>
                  </a:lnTo>
                  <a:lnTo>
                    <a:pt x="83603" y="41085"/>
                  </a:lnTo>
                  <a:lnTo>
                    <a:pt x="83603" y="41085"/>
                  </a:lnTo>
                  <a:lnTo>
                    <a:pt x="86469" y="41085"/>
                  </a:lnTo>
                  <a:lnTo>
                    <a:pt x="87902" y="41085"/>
                  </a:lnTo>
                  <a:lnTo>
                    <a:pt x="88380" y="41085"/>
                  </a:lnTo>
                  <a:lnTo>
                    <a:pt x="88380" y="41085"/>
                  </a:lnTo>
                  <a:lnTo>
                    <a:pt x="89813" y="38696"/>
                  </a:lnTo>
                  <a:lnTo>
                    <a:pt x="89813" y="37741"/>
                  </a:lnTo>
                  <a:lnTo>
                    <a:pt x="90290" y="36785"/>
                  </a:lnTo>
                  <a:lnTo>
                    <a:pt x="91246" y="36307"/>
                  </a:lnTo>
                  <a:lnTo>
                    <a:pt x="92679" y="38218"/>
                  </a:lnTo>
                  <a:lnTo>
                    <a:pt x="94112" y="39174"/>
                  </a:lnTo>
                  <a:lnTo>
                    <a:pt x="96024" y="40129"/>
                  </a:lnTo>
                  <a:lnTo>
                    <a:pt x="96979" y="41085"/>
                  </a:lnTo>
                  <a:lnTo>
                    <a:pt x="97935" y="41563"/>
                  </a:lnTo>
                  <a:lnTo>
                    <a:pt x="97935" y="41563"/>
                  </a:lnTo>
                  <a:lnTo>
                    <a:pt x="98890" y="40607"/>
                  </a:lnTo>
                  <a:lnTo>
                    <a:pt x="99845" y="38696"/>
                  </a:lnTo>
                  <a:lnTo>
                    <a:pt x="101278" y="38218"/>
                  </a:lnTo>
                  <a:lnTo>
                    <a:pt x="103189" y="38696"/>
                  </a:lnTo>
                  <a:lnTo>
                    <a:pt x="103667" y="39652"/>
                  </a:lnTo>
                  <a:lnTo>
                    <a:pt x="103667" y="40607"/>
                  </a:lnTo>
                  <a:lnTo>
                    <a:pt x="104145" y="42040"/>
                  </a:lnTo>
                  <a:lnTo>
                    <a:pt x="106056" y="43473"/>
                  </a:lnTo>
                  <a:lnTo>
                    <a:pt x="106533" y="43473"/>
                  </a:lnTo>
                  <a:lnTo>
                    <a:pt x="108444" y="43473"/>
                  </a:lnTo>
                  <a:lnTo>
                    <a:pt x="109400" y="43473"/>
                  </a:lnTo>
                  <a:lnTo>
                    <a:pt x="111788" y="43473"/>
                  </a:lnTo>
                  <a:lnTo>
                    <a:pt x="114177" y="43951"/>
                  </a:lnTo>
                  <a:lnTo>
                    <a:pt x="116566" y="44429"/>
                  </a:lnTo>
                  <a:lnTo>
                    <a:pt x="117044" y="44429"/>
                  </a:lnTo>
                  <a:lnTo>
                    <a:pt x="119910" y="44429"/>
                  </a:lnTo>
                  <a:lnTo>
                    <a:pt x="123731" y="44907"/>
                  </a:lnTo>
                  <a:lnTo>
                    <a:pt x="125642" y="44429"/>
                  </a:lnTo>
                  <a:lnTo>
                    <a:pt x="128987" y="44907"/>
                  </a:lnTo>
                  <a:lnTo>
                    <a:pt x="129465" y="46340"/>
                  </a:lnTo>
                  <a:lnTo>
                    <a:pt x="130420" y="49206"/>
                  </a:lnTo>
                  <a:lnTo>
                    <a:pt x="130897" y="52073"/>
                  </a:lnTo>
                  <a:lnTo>
                    <a:pt x="130897" y="54461"/>
                  </a:lnTo>
                  <a:lnTo>
                    <a:pt x="131853" y="55894"/>
                  </a:lnTo>
                  <a:lnTo>
                    <a:pt x="133286" y="56372"/>
                  </a:lnTo>
                  <a:lnTo>
                    <a:pt x="133764" y="57328"/>
                  </a:lnTo>
                  <a:lnTo>
                    <a:pt x="135197" y="58283"/>
                  </a:lnTo>
                  <a:lnTo>
                    <a:pt x="136153" y="60194"/>
                  </a:lnTo>
                  <a:lnTo>
                    <a:pt x="137108" y="60194"/>
                  </a:lnTo>
                  <a:lnTo>
                    <a:pt x="137586" y="60194"/>
                  </a:lnTo>
                  <a:lnTo>
                    <a:pt x="137586" y="60194"/>
                  </a:lnTo>
                  <a:lnTo>
                    <a:pt x="138542" y="59716"/>
                  </a:lnTo>
                  <a:lnTo>
                    <a:pt x="139974" y="59716"/>
                  </a:lnTo>
                  <a:lnTo>
                    <a:pt x="142363" y="59716"/>
                  </a:lnTo>
                  <a:lnTo>
                    <a:pt x="144274" y="60672"/>
                  </a:lnTo>
                  <a:lnTo>
                    <a:pt x="144752" y="62105"/>
                  </a:lnTo>
                  <a:lnTo>
                    <a:pt x="146185" y="62583"/>
                  </a:lnTo>
                  <a:lnTo>
                    <a:pt x="146185" y="62583"/>
                  </a:lnTo>
                  <a:lnTo>
                    <a:pt x="147140" y="62583"/>
                  </a:lnTo>
                  <a:lnTo>
                    <a:pt x="147140" y="62583"/>
                  </a:lnTo>
                  <a:lnTo>
                    <a:pt x="150485" y="62583"/>
                  </a:lnTo>
                  <a:lnTo>
                    <a:pt x="151440" y="62583"/>
                  </a:lnTo>
                  <a:lnTo>
                    <a:pt x="152395" y="63060"/>
                  </a:lnTo>
                  <a:lnTo>
                    <a:pt x="152873" y="63060"/>
                  </a:lnTo>
                  <a:lnTo>
                    <a:pt x="154306" y="63538"/>
                  </a:lnTo>
                  <a:lnTo>
                    <a:pt x="154306" y="63538"/>
                  </a:lnTo>
                  <a:lnTo>
                    <a:pt x="155262" y="62583"/>
                  </a:lnTo>
                  <a:lnTo>
                    <a:pt x="157651" y="61627"/>
                  </a:lnTo>
                  <a:lnTo>
                    <a:pt x="158128" y="61627"/>
                  </a:lnTo>
                  <a:lnTo>
                    <a:pt x="159561" y="60672"/>
                  </a:lnTo>
                  <a:lnTo>
                    <a:pt x="160517" y="60672"/>
                  </a:lnTo>
                  <a:lnTo>
                    <a:pt x="161472" y="61149"/>
                  </a:lnTo>
                  <a:lnTo>
                    <a:pt x="162428" y="62105"/>
                  </a:lnTo>
                  <a:lnTo>
                    <a:pt x="162428" y="62105"/>
                  </a:lnTo>
                  <a:lnTo>
                    <a:pt x="163383" y="61627"/>
                  </a:lnTo>
                  <a:lnTo>
                    <a:pt x="163383" y="61627"/>
                  </a:lnTo>
                  <a:lnTo>
                    <a:pt x="164338" y="60672"/>
                  </a:lnTo>
                  <a:lnTo>
                    <a:pt x="164817" y="60672"/>
                  </a:lnTo>
                  <a:lnTo>
                    <a:pt x="165772" y="61149"/>
                  </a:lnTo>
                  <a:lnTo>
                    <a:pt x="168161" y="62105"/>
                  </a:lnTo>
                  <a:lnTo>
                    <a:pt x="170072" y="63538"/>
                  </a:lnTo>
                  <a:lnTo>
                    <a:pt x="170072" y="63538"/>
                  </a:lnTo>
                  <a:lnTo>
                    <a:pt x="171027" y="64016"/>
                  </a:lnTo>
                  <a:lnTo>
                    <a:pt x="172938" y="63538"/>
                  </a:lnTo>
                  <a:lnTo>
                    <a:pt x="173893" y="63060"/>
                  </a:lnTo>
                  <a:lnTo>
                    <a:pt x="174371" y="64016"/>
                  </a:lnTo>
                  <a:lnTo>
                    <a:pt x="175326" y="64493"/>
                  </a:lnTo>
                  <a:lnTo>
                    <a:pt x="175804" y="64493"/>
                  </a:lnTo>
                  <a:lnTo>
                    <a:pt x="176282" y="63538"/>
                  </a:lnTo>
                  <a:lnTo>
                    <a:pt x="177715" y="63538"/>
                  </a:lnTo>
                  <a:lnTo>
                    <a:pt x="177715" y="63538"/>
                  </a:lnTo>
                  <a:lnTo>
                    <a:pt x="182970" y="64016"/>
                  </a:lnTo>
                  <a:lnTo>
                    <a:pt x="184403" y="65449"/>
                  </a:lnTo>
                  <a:lnTo>
                    <a:pt x="185359" y="66405"/>
                  </a:lnTo>
                  <a:lnTo>
                    <a:pt x="186314" y="67360"/>
                  </a:lnTo>
                  <a:lnTo>
                    <a:pt x="187747" y="68315"/>
                  </a:lnTo>
                  <a:lnTo>
                    <a:pt x="187747" y="68315"/>
                  </a:lnTo>
                  <a:lnTo>
                    <a:pt x="190614" y="68315"/>
                  </a:lnTo>
                  <a:lnTo>
                    <a:pt x="190614" y="68315"/>
                  </a:lnTo>
                  <a:lnTo>
                    <a:pt x="192047" y="67360"/>
                  </a:lnTo>
                  <a:lnTo>
                    <a:pt x="194436" y="65449"/>
                  </a:lnTo>
                  <a:lnTo>
                    <a:pt x="195391" y="63538"/>
                  </a:lnTo>
                  <a:lnTo>
                    <a:pt x="196347" y="62583"/>
                  </a:lnTo>
                  <a:lnTo>
                    <a:pt x="197780" y="62583"/>
                  </a:lnTo>
                  <a:lnTo>
                    <a:pt x="199213" y="62583"/>
                  </a:lnTo>
                  <a:lnTo>
                    <a:pt x="200168" y="62583"/>
                  </a:lnTo>
                  <a:lnTo>
                    <a:pt x="200168" y="62583"/>
                  </a:lnTo>
                  <a:lnTo>
                    <a:pt x="200646" y="62583"/>
                  </a:lnTo>
                  <a:lnTo>
                    <a:pt x="202079" y="61149"/>
                  </a:lnTo>
                  <a:lnTo>
                    <a:pt x="203513" y="60672"/>
                  </a:lnTo>
                  <a:lnTo>
                    <a:pt x="205424" y="58761"/>
                  </a:lnTo>
                  <a:lnTo>
                    <a:pt x="205424" y="58761"/>
                  </a:lnTo>
                  <a:lnTo>
                    <a:pt x="205901" y="57805"/>
                  </a:lnTo>
                  <a:lnTo>
                    <a:pt x="206856" y="55894"/>
                  </a:lnTo>
                  <a:lnTo>
                    <a:pt x="207334" y="54461"/>
                  </a:lnTo>
                  <a:lnTo>
                    <a:pt x="208290" y="52073"/>
                  </a:lnTo>
                  <a:lnTo>
                    <a:pt x="208768" y="48728"/>
                  </a:lnTo>
                  <a:lnTo>
                    <a:pt x="209245" y="46818"/>
                  </a:lnTo>
                  <a:lnTo>
                    <a:pt x="208768" y="45862"/>
                  </a:lnTo>
                  <a:lnTo>
                    <a:pt x="207812" y="44907"/>
                  </a:lnTo>
                  <a:lnTo>
                    <a:pt x="207812" y="44907"/>
                  </a:lnTo>
                  <a:lnTo>
                    <a:pt x="206379" y="44907"/>
                  </a:lnTo>
                  <a:lnTo>
                    <a:pt x="204945" y="43473"/>
                  </a:lnTo>
                  <a:lnTo>
                    <a:pt x="203990" y="42518"/>
                  </a:lnTo>
                  <a:lnTo>
                    <a:pt x="203513" y="41085"/>
                  </a:lnTo>
                  <a:lnTo>
                    <a:pt x="202557" y="39174"/>
                  </a:lnTo>
                  <a:lnTo>
                    <a:pt x="202557" y="37741"/>
                  </a:lnTo>
                  <a:lnTo>
                    <a:pt x="202557" y="36307"/>
                  </a:lnTo>
                  <a:lnTo>
                    <a:pt x="201602" y="35352"/>
                  </a:lnTo>
                  <a:lnTo>
                    <a:pt x="200646" y="33919"/>
                  </a:lnTo>
                  <a:lnTo>
                    <a:pt x="200168" y="32963"/>
                  </a:lnTo>
                  <a:lnTo>
                    <a:pt x="200168" y="31052"/>
                  </a:lnTo>
                  <a:lnTo>
                    <a:pt x="201602" y="27708"/>
                  </a:lnTo>
                  <a:lnTo>
                    <a:pt x="201602" y="25798"/>
                  </a:lnTo>
                  <a:lnTo>
                    <a:pt x="202079" y="24842"/>
                  </a:lnTo>
                  <a:lnTo>
                    <a:pt x="202079" y="24364"/>
                  </a:lnTo>
                  <a:lnTo>
                    <a:pt x="202557" y="22453"/>
                  </a:lnTo>
                  <a:lnTo>
                    <a:pt x="203035" y="21498"/>
                  </a:lnTo>
                  <a:lnTo>
                    <a:pt x="203990" y="19109"/>
                  </a:lnTo>
                  <a:lnTo>
                    <a:pt x="205424" y="18154"/>
                  </a:lnTo>
                  <a:lnTo>
                    <a:pt x="205424" y="18154"/>
                  </a:lnTo>
                  <a:lnTo>
                    <a:pt x="206856" y="18154"/>
                  </a:lnTo>
                  <a:lnTo>
                    <a:pt x="206856" y="18154"/>
                  </a:lnTo>
                  <a:lnTo>
                    <a:pt x="206856" y="18154"/>
                  </a:lnTo>
                  <a:lnTo>
                    <a:pt x="207812" y="17676"/>
                  </a:lnTo>
                  <a:lnTo>
                    <a:pt x="208290" y="15765"/>
                  </a:lnTo>
                  <a:lnTo>
                    <a:pt x="208768" y="13854"/>
                  </a:lnTo>
                  <a:lnTo>
                    <a:pt x="209245" y="12899"/>
                  </a:lnTo>
                  <a:lnTo>
                    <a:pt x="210201" y="11466"/>
                  </a:lnTo>
                  <a:lnTo>
                    <a:pt x="211156" y="10988"/>
                  </a:lnTo>
                  <a:lnTo>
                    <a:pt x="215933" y="9077"/>
                  </a:lnTo>
                  <a:lnTo>
                    <a:pt x="218322" y="6211"/>
                  </a:lnTo>
                  <a:lnTo>
                    <a:pt x="219277" y="4300"/>
                  </a:lnTo>
                  <a:lnTo>
                    <a:pt x="220233" y="956"/>
                  </a:lnTo>
                  <a:lnTo>
                    <a:pt x="221188" y="0"/>
                  </a:lnTo>
                  <a:lnTo>
                    <a:pt x="222144" y="0"/>
                  </a:lnTo>
                  <a:lnTo>
                    <a:pt x="223577" y="2389"/>
                  </a:lnTo>
                  <a:lnTo>
                    <a:pt x="225010" y="2389"/>
                  </a:lnTo>
                  <a:lnTo>
                    <a:pt x="226443" y="3344"/>
                  </a:lnTo>
                  <a:lnTo>
                    <a:pt x="231221" y="5255"/>
                  </a:lnTo>
                  <a:lnTo>
                    <a:pt x="233609" y="6211"/>
                  </a:lnTo>
                  <a:lnTo>
                    <a:pt x="235043" y="6211"/>
                  </a:lnTo>
                  <a:lnTo>
                    <a:pt x="237431" y="7166"/>
                  </a:lnTo>
                  <a:lnTo>
                    <a:pt x="238865" y="8121"/>
                  </a:lnTo>
                  <a:lnTo>
                    <a:pt x="241253" y="10510"/>
                  </a:lnTo>
                  <a:lnTo>
                    <a:pt x="241731" y="10510"/>
                  </a:lnTo>
                  <a:lnTo>
                    <a:pt x="243642" y="10988"/>
                  </a:lnTo>
                  <a:lnTo>
                    <a:pt x="247464" y="10988"/>
                  </a:lnTo>
                  <a:lnTo>
                    <a:pt x="252241" y="11466"/>
                  </a:lnTo>
                  <a:lnTo>
                    <a:pt x="253674" y="11466"/>
                  </a:lnTo>
                  <a:lnTo>
                    <a:pt x="257018" y="13377"/>
                  </a:lnTo>
                  <a:lnTo>
                    <a:pt x="260840" y="14810"/>
                  </a:lnTo>
                  <a:lnTo>
                    <a:pt x="264662" y="16243"/>
                  </a:lnTo>
                  <a:lnTo>
                    <a:pt x="267050" y="17676"/>
                  </a:lnTo>
                  <a:lnTo>
                    <a:pt x="268961" y="18632"/>
                  </a:lnTo>
                  <a:lnTo>
                    <a:pt x="270395" y="19109"/>
                  </a:lnTo>
                  <a:lnTo>
                    <a:pt x="270395" y="19109"/>
                  </a:lnTo>
                  <a:lnTo>
                    <a:pt x="271828" y="18632"/>
                  </a:lnTo>
                  <a:lnTo>
                    <a:pt x="274216" y="18632"/>
                  </a:lnTo>
                  <a:lnTo>
                    <a:pt x="278994" y="20065"/>
                  </a:lnTo>
                  <a:lnTo>
                    <a:pt x="282338" y="21498"/>
                  </a:lnTo>
                  <a:lnTo>
                    <a:pt x="284727" y="21976"/>
                  </a:lnTo>
                  <a:lnTo>
                    <a:pt x="285682" y="23409"/>
                  </a:lnTo>
                  <a:lnTo>
                    <a:pt x="285682" y="24842"/>
                  </a:lnTo>
                  <a:lnTo>
                    <a:pt x="285204" y="26275"/>
                  </a:lnTo>
                  <a:lnTo>
                    <a:pt x="285682" y="29142"/>
                  </a:lnTo>
                  <a:lnTo>
                    <a:pt x="286638" y="31052"/>
                  </a:lnTo>
                  <a:lnTo>
                    <a:pt x="286638" y="32963"/>
                  </a:lnTo>
                  <a:lnTo>
                    <a:pt x="287115" y="35352"/>
                  </a:lnTo>
                  <a:lnTo>
                    <a:pt x="287115" y="37263"/>
                  </a:lnTo>
                  <a:lnTo>
                    <a:pt x="287115" y="38218"/>
                  </a:lnTo>
                  <a:lnTo>
                    <a:pt x="288071" y="39174"/>
                  </a:lnTo>
                  <a:lnTo>
                    <a:pt x="289026" y="40607"/>
                  </a:lnTo>
                  <a:lnTo>
                    <a:pt x="288548" y="42040"/>
                  </a:lnTo>
                  <a:lnTo>
                    <a:pt x="288071" y="42996"/>
                  </a:lnTo>
                  <a:lnTo>
                    <a:pt x="288548" y="44429"/>
                  </a:lnTo>
                  <a:lnTo>
                    <a:pt x="289504" y="45384"/>
                  </a:lnTo>
                  <a:lnTo>
                    <a:pt x="289504" y="45384"/>
                  </a:lnTo>
                  <a:lnTo>
                    <a:pt x="290459" y="45862"/>
                  </a:lnTo>
                  <a:lnTo>
                    <a:pt x="291893" y="45862"/>
                  </a:lnTo>
                  <a:lnTo>
                    <a:pt x="293325" y="47773"/>
                  </a:lnTo>
                  <a:lnTo>
                    <a:pt x="296192" y="50162"/>
                  </a:lnTo>
                  <a:lnTo>
                    <a:pt x="297625" y="50639"/>
                  </a:lnTo>
                  <a:lnTo>
                    <a:pt x="299536" y="51595"/>
                  </a:lnTo>
                  <a:lnTo>
                    <a:pt x="300014" y="51595"/>
                  </a:lnTo>
                  <a:lnTo>
                    <a:pt x="303358" y="52550"/>
                  </a:lnTo>
                  <a:lnTo>
                    <a:pt x="305747" y="52550"/>
                  </a:lnTo>
                  <a:lnTo>
                    <a:pt x="307180" y="53506"/>
                  </a:lnTo>
                  <a:lnTo>
                    <a:pt x="308613" y="55417"/>
                  </a:lnTo>
                  <a:lnTo>
                    <a:pt x="308613" y="55417"/>
                  </a:lnTo>
                  <a:lnTo>
                    <a:pt x="311002" y="55417"/>
                  </a:lnTo>
                  <a:lnTo>
                    <a:pt x="312435" y="56372"/>
                  </a:lnTo>
                  <a:lnTo>
                    <a:pt x="314823" y="56850"/>
                  </a:lnTo>
                  <a:lnTo>
                    <a:pt x="316734" y="56372"/>
                  </a:lnTo>
                  <a:lnTo>
                    <a:pt x="317212" y="56372"/>
                  </a:lnTo>
                  <a:lnTo>
                    <a:pt x="318645" y="55894"/>
                  </a:lnTo>
                  <a:lnTo>
                    <a:pt x="318645" y="55894"/>
                  </a:lnTo>
                  <a:lnTo>
                    <a:pt x="319601" y="55894"/>
                  </a:lnTo>
                  <a:lnTo>
                    <a:pt x="321512" y="56372"/>
                  </a:lnTo>
                  <a:lnTo>
                    <a:pt x="323900" y="56372"/>
                  </a:lnTo>
                  <a:lnTo>
                    <a:pt x="325811" y="55894"/>
                  </a:lnTo>
                  <a:lnTo>
                    <a:pt x="327245" y="54939"/>
                  </a:lnTo>
                  <a:lnTo>
                    <a:pt x="327722" y="54939"/>
                  </a:lnTo>
                  <a:lnTo>
                    <a:pt x="329633" y="53028"/>
                  </a:lnTo>
                  <a:lnTo>
                    <a:pt x="331066" y="52550"/>
                  </a:lnTo>
                  <a:lnTo>
                    <a:pt x="331544" y="52073"/>
                  </a:lnTo>
                  <a:lnTo>
                    <a:pt x="333455" y="52073"/>
                  </a:lnTo>
                  <a:lnTo>
                    <a:pt x="333932" y="52073"/>
                  </a:lnTo>
                  <a:lnTo>
                    <a:pt x="334411" y="52073"/>
                  </a:lnTo>
                  <a:lnTo>
                    <a:pt x="335366" y="51117"/>
                  </a:lnTo>
                  <a:lnTo>
                    <a:pt x="335843" y="51117"/>
                  </a:lnTo>
                  <a:lnTo>
                    <a:pt x="341577" y="50162"/>
                  </a:lnTo>
                  <a:lnTo>
                    <a:pt x="343965" y="49684"/>
                  </a:lnTo>
                  <a:lnTo>
                    <a:pt x="343965" y="49684"/>
                  </a:lnTo>
                  <a:lnTo>
                    <a:pt x="345876" y="48728"/>
                  </a:lnTo>
                  <a:lnTo>
                    <a:pt x="347309" y="47773"/>
                  </a:lnTo>
                  <a:lnTo>
                    <a:pt x="349698" y="47295"/>
                  </a:lnTo>
                  <a:lnTo>
                    <a:pt x="353042" y="48251"/>
                  </a:lnTo>
                  <a:lnTo>
                    <a:pt x="355908" y="49206"/>
                  </a:lnTo>
                  <a:lnTo>
                    <a:pt x="355908" y="49206"/>
                  </a:lnTo>
                  <a:lnTo>
                    <a:pt x="359730" y="49206"/>
                  </a:lnTo>
                  <a:lnTo>
                    <a:pt x="361641" y="50639"/>
                  </a:lnTo>
                  <a:lnTo>
                    <a:pt x="363552" y="51595"/>
                  </a:lnTo>
                  <a:lnTo>
                    <a:pt x="363552" y="51595"/>
                  </a:lnTo>
                  <a:lnTo>
                    <a:pt x="366418" y="52073"/>
                  </a:lnTo>
                  <a:lnTo>
                    <a:pt x="369285" y="52073"/>
                  </a:lnTo>
                  <a:lnTo>
                    <a:pt x="372629" y="51595"/>
                  </a:lnTo>
                  <a:lnTo>
                    <a:pt x="373107" y="51595"/>
                  </a:lnTo>
                  <a:lnTo>
                    <a:pt x="373584" y="51595"/>
                  </a:lnTo>
                  <a:lnTo>
                    <a:pt x="375973" y="52073"/>
                  </a:lnTo>
                  <a:lnTo>
                    <a:pt x="378839" y="53984"/>
                  </a:lnTo>
                  <a:lnTo>
                    <a:pt x="380750" y="55417"/>
                  </a:lnTo>
                  <a:lnTo>
                    <a:pt x="382661" y="58283"/>
                  </a:lnTo>
                  <a:lnTo>
                    <a:pt x="384572" y="59716"/>
                  </a:lnTo>
                  <a:lnTo>
                    <a:pt x="386483" y="61149"/>
                  </a:lnTo>
                  <a:lnTo>
                    <a:pt x="386483" y="61149"/>
                  </a:lnTo>
                  <a:lnTo>
                    <a:pt x="388871" y="61149"/>
                  </a:lnTo>
                  <a:lnTo>
                    <a:pt x="394127" y="61149"/>
                  </a:lnTo>
                  <a:lnTo>
                    <a:pt x="394604" y="61149"/>
                  </a:lnTo>
                  <a:lnTo>
                    <a:pt x="397471" y="62105"/>
                  </a:lnTo>
                  <a:lnTo>
                    <a:pt x="399859" y="62583"/>
                  </a:lnTo>
                  <a:lnTo>
                    <a:pt x="400337" y="63060"/>
                  </a:lnTo>
                  <a:lnTo>
                    <a:pt x="400337" y="64971"/>
                  </a:lnTo>
                  <a:lnTo>
                    <a:pt x="400337" y="68315"/>
                  </a:lnTo>
                  <a:lnTo>
                    <a:pt x="400337" y="69749"/>
                  </a:lnTo>
                  <a:lnTo>
                    <a:pt x="400815" y="70704"/>
                  </a:lnTo>
                  <a:lnTo>
                    <a:pt x="401293" y="70704"/>
                  </a:lnTo>
                  <a:lnTo>
                    <a:pt x="401770" y="70704"/>
                  </a:lnTo>
                  <a:lnTo>
                    <a:pt x="402248" y="72137"/>
                  </a:lnTo>
                  <a:lnTo>
                    <a:pt x="403681" y="73093"/>
                  </a:lnTo>
                  <a:lnTo>
                    <a:pt x="406070" y="74048"/>
                  </a:lnTo>
                  <a:lnTo>
                    <a:pt x="409892" y="77870"/>
                  </a:lnTo>
                  <a:lnTo>
                    <a:pt x="411803" y="79303"/>
                  </a:lnTo>
                  <a:lnTo>
                    <a:pt x="412280" y="79303"/>
                  </a:lnTo>
                  <a:lnTo>
                    <a:pt x="413714" y="79781"/>
                  </a:lnTo>
                  <a:lnTo>
                    <a:pt x="414669" y="79781"/>
                  </a:lnTo>
                  <a:lnTo>
                    <a:pt x="416102" y="79303"/>
                  </a:lnTo>
                  <a:lnTo>
                    <a:pt x="419924" y="79303"/>
                  </a:lnTo>
                  <a:lnTo>
                    <a:pt x="426134" y="79303"/>
                  </a:lnTo>
                  <a:lnTo>
                    <a:pt x="426134" y="79303"/>
                  </a:lnTo>
                  <a:lnTo>
                    <a:pt x="430434" y="80736"/>
                  </a:lnTo>
                  <a:lnTo>
                    <a:pt x="431867" y="81214"/>
                  </a:lnTo>
                  <a:lnTo>
                    <a:pt x="436167" y="82170"/>
                  </a:lnTo>
                  <a:lnTo>
                    <a:pt x="440944" y="83125"/>
                  </a:lnTo>
                  <a:lnTo>
                    <a:pt x="441422" y="83125"/>
                  </a:lnTo>
                  <a:lnTo>
                    <a:pt x="445244" y="84080"/>
                  </a:lnTo>
                  <a:lnTo>
                    <a:pt x="445244" y="84080"/>
                  </a:lnTo>
                  <a:lnTo>
                    <a:pt x="445244" y="84080"/>
                  </a:lnTo>
                  <a:lnTo>
                    <a:pt x="447632" y="82647"/>
                  </a:lnTo>
                  <a:lnTo>
                    <a:pt x="449543" y="82647"/>
                  </a:lnTo>
                  <a:lnTo>
                    <a:pt x="451932" y="83603"/>
                  </a:lnTo>
                  <a:lnTo>
                    <a:pt x="453843" y="85036"/>
                  </a:lnTo>
                  <a:lnTo>
                    <a:pt x="455276" y="85036"/>
                  </a:lnTo>
                  <a:lnTo>
                    <a:pt x="455276" y="85036"/>
                  </a:lnTo>
                  <a:lnTo>
                    <a:pt x="457664" y="84080"/>
                  </a:lnTo>
                  <a:lnTo>
                    <a:pt x="465308" y="80259"/>
                  </a:lnTo>
                  <a:lnTo>
                    <a:pt x="467697" y="78825"/>
                  </a:lnTo>
                  <a:lnTo>
                    <a:pt x="469608" y="79303"/>
                  </a:lnTo>
                  <a:lnTo>
                    <a:pt x="469608" y="79303"/>
                  </a:lnTo>
                  <a:lnTo>
                    <a:pt x="471041" y="78825"/>
                  </a:lnTo>
                  <a:lnTo>
                    <a:pt x="472474" y="78348"/>
                  </a:lnTo>
                  <a:lnTo>
                    <a:pt x="474385" y="77870"/>
                  </a:lnTo>
                  <a:lnTo>
                    <a:pt x="475818" y="77870"/>
                  </a:lnTo>
                  <a:lnTo>
                    <a:pt x="477729" y="77392"/>
                  </a:lnTo>
                  <a:lnTo>
                    <a:pt x="479640" y="77392"/>
                  </a:lnTo>
                  <a:lnTo>
                    <a:pt x="482507" y="76914"/>
                  </a:lnTo>
                  <a:lnTo>
                    <a:pt x="482507" y="76914"/>
                  </a:lnTo>
                  <a:lnTo>
                    <a:pt x="488717" y="74526"/>
                  </a:lnTo>
                  <a:lnTo>
                    <a:pt x="490628" y="74048"/>
                  </a:lnTo>
                  <a:lnTo>
                    <a:pt x="491106" y="74048"/>
                  </a:lnTo>
                  <a:lnTo>
                    <a:pt x="494928" y="74526"/>
                  </a:lnTo>
                  <a:lnTo>
                    <a:pt x="494928" y="74526"/>
                  </a:lnTo>
                  <a:lnTo>
                    <a:pt x="496839" y="74048"/>
                  </a:lnTo>
                  <a:lnTo>
                    <a:pt x="496839" y="74048"/>
                  </a:lnTo>
                  <a:lnTo>
                    <a:pt x="499227" y="73093"/>
                  </a:lnTo>
                  <a:lnTo>
                    <a:pt x="501616" y="71659"/>
                  </a:lnTo>
                  <a:lnTo>
                    <a:pt x="501616" y="71659"/>
                  </a:lnTo>
                  <a:lnTo>
                    <a:pt x="502094" y="71659"/>
                  </a:lnTo>
                  <a:lnTo>
                    <a:pt x="502571" y="69271"/>
                  </a:lnTo>
                  <a:lnTo>
                    <a:pt x="504005" y="66405"/>
                  </a:lnTo>
                  <a:lnTo>
                    <a:pt x="507348" y="64493"/>
                  </a:lnTo>
                  <a:lnTo>
                    <a:pt x="509737" y="62583"/>
                  </a:lnTo>
                  <a:lnTo>
                    <a:pt x="512126" y="60672"/>
                  </a:lnTo>
                  <a:lnTo>
                    <a:pt x="515470" y="59239"/>
                  </a:lnTo>
                  <a:lnTo>
                    <a:pt x="515948" y="58761"/>
                  </a:lnTo>
                  <a:lnTo>
                    <a:pt x="518336" y="57805"/>
                  </a:lnTo>
                  <a:lnTo>
                    <a:pt x="522158" y="54939"/>
                  </a:lnTo>
                  <a:lnTo>
                    <a:pt x="525024" y="53506"/>
                  </a:lnTo>
                  <a:lnTo>
                    <a:pt x="526458" y="53028"/>
                  </a:lnTo>
                  <a:lnTo>
                    <a:pt x="528369" y="53506"/>
                  </a:lnTo>
                  <a:lnTo>
                    <a:pt x="531713" y="53984"/>
                  </a:lnTo>
                  <a:lnTo>
                    <a:pt x="534101" y="53984"/>
                  </a:lnTo>
                  <a:lnTo>
                    <a:pt x="534101" y="53984"/>
                  </a:lnTo>
                  <a:lnTo>
                    <a:pt x="535535" y="54461"/>
                  </a:lnTo>
                  <a:lnTo>
                    <a:pt x="537923" y="55894"/>
                  </a:lnTo>
                  <a:lnTo>
                    <a:pt x="540312" y="56850"/>
                  </a:lnTo>
                  <a:lnTo>
                    <a:pt x="542223" y="59239"/>
                  </a:lnTo>
                  <a:lnTo>
                    <a:pt x="546044" y="62105"/>
                  </a:lnTo>
                  <a:lnTo>
                    <a:pt x="547478" y="63538"/>
                  </a:lnTo>
                  <a:lnTo>
                    <a:pt x="548911" y="64016"/>
                  </a:lnTo>
                  <a:lnTo>
                    <a:pt x="552255" y="64016"/>
                  </a:lnTo>
                  <a:lnTo>
                    <a:pt x="554644" y="64016"/>
                  </a:lnTo>
                  <a:lnTo>
                    <a:pt x="554644" y="64016"/>
                  </a:lnTo>
                  <a:lnTo>
                    <a:pt x="556555" y="63538"/>
                  </a:lnTo>
                  <a:lnTo>
                    <a:pt x="558943" y="62105"/>
                  </a:lnTo>
                  <a:lnTo>
                    <a:pt x="559421" y="62105"/>
                  </a:lnTo>
                  <a:lnTo>
                    <a:pt x="563243" y="60672"/>
                  </a:lnTo>
                  <a:lnTo>
                    <a:pt x="564676" y="60672"/>
                  </a:lnTo>
                  <a:lnTo>
                    <a:pt x="567065" y="61627"/>
                  </a:lnTo>
                  <a:lnTo>
                    <a:pt x="571364" y="63060"/>
                  </a:lnTo>
                  <a:lnTo>
                    <a:pt x="572797" y="64493"/>
                  </a:lnTo>
                  <a:lnTo>
                    <a:pt x="573753" y="65927"/>
                  </a:lnTo>
                  <a:lnTo>
                    <a:pt x="571842" y="69749"/>
                  </a:lnTo>
                  <a:lnTo>
                    <a:pt x="568498" y="77392"/>
                  </a:lnTo>
                  <a:lnTo>
                    <a:pt x="565154" y="84080"/>
                  </a:lnTo>
                  <a:lnTo>
                    <a:pt x="563721" y="87902"/>
                  </a:lnTo>
                  <a:lnTo>
                    <a:pt x="562287" y="90291"/>
                  </a:lnTo>
                  <a:lnTo>
                    <a:pt x="560854" y="93157"/>
                  </a:lnTo>
                  <a:lnTo>
                    <a:pt x="560854" y="94591"/>
                  </a:lnTo>
                  <a:lnTo>
                    <a:pt x="559421" y="97457"/>
                  </a:lnTo>
                  <a:lnTo>
                    <a:pt x="556555" y="100323"/>
                  </a:lnTo>
                  <a:lnTo>
                    <a:pt x="556077" y="103667"/>
                  </a:lnTo>
                  <a:lnTo>
                    <a:pt x="556077" y="106534"/>
                  </a:lnTo>
                  <a:lnTo>
                    <a:pt x="556077" y="109400"/>
                  </a:lnTo>
                  <a:lnTo>
                    <a:pt x="553210" y="111311"/>
                  </a:lnTo>
                  <a:lnTo>
                    <a:pt x="553210" y="111311"/>
                  </a:lnTo>
                  <a:lnTo>
                    <a:pt x="550822" y="112744"/>
                  </a:lnTo>
                  <a:lnTo>
                    <a:pt x="550822" y="112744"/>
                  </a:lnTo>
                  <a:lnTo>
                    <a:pt x="550822" y="113222"/>
                  </a:lnTo>
                  <a:lnTo>
                    <a:pt x="551778" y="117521"/>
                  </a:lnTo>
                  <a:lnTo>
                    <a:pt x="552733" y="119432"/>
                  </a:lnTo>
                  <a:lnTo>
                    <a:pt x="554644" y="121343"/>
                  </a:lnTo>
                  <a:lnTo>
                    <a:pt x="556555" y="123254"/>
                  </a:lnTo>
                  <a:lnTo>
                    <a:pt x="557510" y="124210"/>
                  </a:lnTo>
                  <a:lnTo>
                    <a:pt x="558465" y="124687"/>
                  </a:lnTo>
                  <a:lnTo>
                    <a:pt x="560376" y="123732"/>
                  </a:lnTo>
                  <a:lnTo>
                    <a:pt x="560376" y="123732"/>
                  </a:lnTo>
                  <a:lnTo>
                    <a:pt x="561810" y="121821"/>
                  </a:lnTo>
                  <a:lnTo>
                    <a:pt x="565154" y="119910"/>
                  </a:lnTo>
                  <a:lnTo>
                    <a:pt x="566587" y="119910"/>
                  </a:lnTo>
                  <a:lnTo>
                    <a:pt x="568020" y="120388"/>
                  </a:lnTo>
                  <a:lnTo>
                    <a:pt x="570409" y="120388"/>
                  </a:lnTo>
                  <a:lnTo>
                    <a:pt x="573275" y="119910"/>
                  </a:lnTo>
                  <a:lnTo>
                    <a:pt x="575664" y="119910"/>
                  </a:lnTo>
                  <a:lnTo>
                    <a:pt x="578053" y="120388"/>
                  </a:lnTo>
                  <a:lnTo>
                    <a:pt x="579008" y="120388"/>
                  </a:lnTo>
                  <a:lnTo>
                    <a:pt x="581397" y="121343"/>
                  </a:lnTo>
                  <a:lnTo>
                    <a:pt x="584263" y="123254"/>
                  </a:lnTo>
                  <a:lnTo>
                    <a:pt x="585696" y="125165"/>
                  </a:lnTo>
                  <a:lnTo>
                    <a:pt x="587129" y="125643"/>
                  </a:lnTo>
                  <a:lnTo>
                    <a:pt x="587607" y="125165"/>
                  </a:lnTo>
                  <a:lnTo>
                    <a:pt x="589040" y="123254"/>
                  </a:lnTo>
                  <a:lnTo>
                    <a:pt x="591429" y="121343"/>
                  </a:lnTo>
                  <a:lnTo>
                    <a:pt x="591429" y="121343"/>
                  </a:lnTo>
                  <a:lnTo>
                    <a:pt x="593817" y="118477"/>
                  </a:lnTo>
                  <a:lnTo>
                    <a:pt x="595251" y="116566"/>
                  </a:lnTo>
                  <a:lnTo>
                    <a:pt x="596684" y="116088"/>
                  </a:lnTo>
                  <a:lnTo>
                    <a:pt x="596684" y="116088"/>
                  </a:lnTo>
                  <a:lnTo>
                    <a:pt x="599550" y="116088"/>
                  </a:lnTo>
                  <a:lnTo>
                    <a:pt x="600983" y="115611"/>
                  </a:lnTo>
                  <a:lnTo>
                    <a:pt x="602894" y="115611"/>
                  </a:lnTo>
                  <a:lnTo>
                    <a:pt x="604328" y="116088"/>
                  </a:lnTo>
                  <a:lnTo>
                    <a:pt x="604805" y="116088"/>
                  </a:lnTo>
                  <a:lnTo>
                    <a:pt x="605283" y="116088"/>
                  </a:lnTo>
                  <a:lnTo>
                    <a:pt x="610060" y="116566"/>
                  </a:lnTo>
                  <a:lnTo>
                    <a:pt x="611494" y="117521"/>
                  </a:lnTo>
                  <a:lnTo>
                    <a:pt x="613882" y="120866"/>
                  </a:lnTo>
                  <a:lnTo>
                    <a:pt x="615315" y="122777"/>
                  </a:lnTo>
                  <a:lnTo>
                    <a:pt x="617704" y="123732"/>
                  </a:lnTo>
                  <a:lnTo>
                    <a:pt x="619137" y="124210"/>
                  </a:lnTo>
                  <a:lnTo>
                    <a:pt x="620092" y="124687"/>
                  </a:lnTo>
                  <a:lnTo>
                    <a:pt x="621526" y="125643"/>
                  </a:lnTo>
                  <a:lnTo>
                    <a:pt x="622004" y="126598"/>
                  </a:lnTo>
                  <a:lnTo>
                    <a:pt x="622481" y="128032"/>
                  </a:lnTo>
                  <a:lnTo>
                    <a:pt x="622959" y="128987"/>
                  </a:lnTo>
                  <a:lnTo>
                    <a:pt x="622959" y="128987"/>
                  </a:lnTo>
                  <a:lnTo>
                    <a:pt x="623915" y="129465"/>
                  </a:lnTo>
                  <a:lnTo>
                    <a:pt x="624392" y="129942"/>
                  </a:lnTo>
                  <a:lnTo>
                    <a:pt x="624870" y="129942"/>
                  </a:lnTo>
                  <a:lnTo>
                    <a:pt x="625826" y="130420"/>
                  </a:lnTo>
                  <a:lnTo>
                    <a:pt x="625826" y="131376"/>
                  </a:lnTo>
                  <a:lnTo>
                    <a:pt x="626303" y="131853"/>
                  </a:lnTo>
                  <a:lnTo>
                    <a:pt x="626303" y="131853"/>
                  </a:lnTo>
                  <a:lnTo>
                    <a:pt x="626303" y="131853"/>
                  </a:lnTo>
                  <a:lnTo>
                    <a:pt x="627258" y="132809"/>
                  </a:lnTo>
                  <a:lnTo>
                    <a:pt x="630125" y="136153"/>
                  </a:lnTo>
                  <a:lnTo>
                    <a:pt x="630125" y="136153"/>
                  </a:lnTo>
                  <a:lnTo>
                    <a:pt x="631558" y="137108"/>
                  </a:lnTo>
                  <a:lnTo>
                    <a:pt x="633947" y="139019"/>
                  </a:lnTo>
                  <a:lnTo>
                    <a:pt x="634902" y="140453"/>
                  </a:lnTo>
                  <a:lnTo>
                    <a:pt x="634902" y="142363"/>
                  </a:lnTo>
                  <a:lnTo>
                    <a:pt x="635380" y="143797"/>
                  </a:lnTo>
                  <a:lnTo>
                    <a:pt x="636813" y="14570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1" name="Freeform 610">
              <a:extLst>
                <a:ext uri="{FF2B5EF4-FFF2-40B4-BE49-F238E27FC236}">
                  <a16:creationId xmlns:a16="http://schemas.microsoft.com/office/drawing/2014/main" id="{FBC4CC18-6D34-F788-1971-B4A814EDDFC7}"/>
                </a:ext>
              </a:extLst>
            </p:cNvPr>
            <p:cNvSpPr/>
            <p:nvPr/>
          </p:nvSpPr>
          <p:spPr>
            <a:xfrm>
              <a:off x="8260591" y="3774182"/>
              <a:ext cx="955" cy="2866"/>
            </a:xfrm>
            <a:custGeom>
              <a:avLst/>
              <a:gdLst>
                <a:gd name="csX0" fmla="*/ 478 w 955"/>
                <a:gd name="csY0" fmla="*/ 0 h 2866"/>
                <a:gd name="csX1" fmla="*/ 956 w 955"/>
                <a:gd name="csY1" fmla="*/ 1433 h 2866"/>
                <a:gd name="csX2" fmla="*/ 0 w 955"/>
                <a:gd name="csY2" fmla="*/ 2866 h 2866"/>
                <a:gd name="csX3" fmla="*/ 956 w 955"/>
                <a:gd name="csY3" fmla="*/ 1433 h 2866"/>
                <a:gd name="csX4" fmla="*/ 478 w 955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2866">
                  <a:moveTo>
                    <a:pt x="478" y="0"/>
                  </a:moveTo>
                  <a:lnTo>
                    <a:pt x="956" y="1433"/>
                  </a:lnTo>
                  <a:lnTo>
                    <a:pt x="0" y="2866"/>
                  </a:lnTo>
                  <a:lnTo>
                    <a:pt x="956" y="143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2" name="Freeform 611">
              <a:extLst>
                <a:ext uri="{FF2B5EF4-FFF2-40B4-BE49-F238E27FC236}">
                  <a16:creationId xmlns:a16="http://schemas.microsoft.com/office/drawing/2014/main" id="{C67A18BA-7BE4-3DBA-A6E3-C592C90F45E0}"/>
                </a:ext>
              </a:extLst>
            </p:cNvPr>
            <p:cNvSpPr/>
            <p:nvPr/>
          </p:nvSpPr>
          <p:spPr>
            <a:xfrm>
              <a:off x="8258202" y="4524695"/>
              <a:ext cx="2866" cy="2866"/>
            </a:xfrm>
            <a:custGeom>
              <a:avLst/>
              <a:gdLst>
                <a:gd name="csX0" fmla="*/ 2389 w 2866"/>
                <a:gd name="csY0" fmla="*/ 0 h 2866"/>
                <a:gd name="csX1" fmla="*/ 2866 w 2866"/>
                <a:gd name="csY1" fmla="*/ 956 h 2866"/>
                <a:gd name="csX2" fmla="*/ 2389 w 2866"/>
                <a:gd name="csY2" fmla="*/ 2389 h 2866"/>
                <a:gd name="csX3" fmla="*/ 1911 w 2866"/>
                <a:gd name="csY3" fmla="*/ 2866 h 2866"/>
                <a:gd name="csX4" fmla="*/ 1433 w 2866"/>
                <a:gd name="csY4" fmla="*/ 2389 h 2866"/>
                <a:gd name="csX5" fmla="*/ 0 w 2866"/>
                <a:gd name="csY5" fmla="*/ 1911 h 2866"/>
                <a:gd name="csX6" fmla="*/ 0 w 2866"/>
                <a:gd name="csY6" fmla="*/ 956 h 2866"/>
                <a:gd name="csX7" fmla="*/ 478 w 2866"/>
                <a:gd name="csY7" fmla="*/ 956 h 2866"/>
                <a:gd name="csX8" fmla="*/ 1911 w 2866"/>
                <a:gd name="csY8" fmla="*/ 478 h 2866"/>
                <a:gd name="csX9" fmla="*/ 2389 w 2866"/>
                <a:gd name="csY9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2866">
                  <a:moveTo>
                    <a:pt x="2389" y="0"/>
                  </a:moveTo>
                  <a:lnTo>
                    <a:pt x="2866" y="956"/>
                  </a:lnTo>
                  <a:lnTo>
                    <a:pt x="2389" y="2389"/>
                  </a:lnTo>
                  <a:lnTo>
                    <a:pt x="1911" y="2866"/>
                  </a:lnTo>
                  <a:lnTo>
                    <a:pt x="1433" y="2389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956"/>
                  </a:lnTo>
                  <a:lnTo>
                    <a:pt x="1911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3" name="Freeform 612">
              <a:extLst>
                <a:ext uri="{FF2B5EF4-FFF2-40B4-BE49-F238E27FC236}">
                  <a16:creationId xmlns:a16="http://schemas.microsoft.com/office/drawing/2014/main" id="{C5FD966F-BA49-B7CF-47EB-59060CA41A3A}"/>
                </a:ext>
              </a:extLst>
            </p:cNvPr>
            <p:cNvSpPr/>
            <p:nvPr/>
          </p:nvSpPr>
          <p:spPr>
            <a:xfrm>
              <a:off x="8252947" y="3777048"/>
              <a:ext cx="7643" cy="1911"/>
            </a:xfrm>
            <a:custGeom>
              <a:avLst/>
              <a:gdLst>
                <a:gd name="csX0" fmla="*/ 7644 w 7643"/>
                <a:gd name="csY0" fmla="*/ 0 h 1911"/>
                <a:gd name="csX1" fmla="*/ 7644 w 7643"/>
                <a:gd name="csY1" fmla="*/ 478 h 1911"/>
                <a:gd name="csX2" fmla="*/ 5733 w 7643"/>
                <a:gd name="csY2" fmla="*/ 1433 h 1911"/>
                <a:gd name="csX3" fmla="*/ 4777 w 7643"/>
                <a:gd name="csY3" fmla="*/ 1911 h 1911"/>
                <a:gd name="csX4" fmla="*/ 2866 w 7643"/>
                <a:gd name="csY4" fmla="*/ 1911 h 1911"/>
                <a:gd name="csX5" fmla="*/ 0 w 7643"/>
                <a:gd name="csY5" fmla="*/ 1433 h 1911"/>
                <a:gd name="csX6" fmla="*/ 2866 w 7643"/>
                <a:gd name="csY6" fmla="*/ 1911 h 1911"/>
                <a:gd name="csX7" fmla="*/ 4777 w 7643"/>
                <a:gd name="csY7" fmla="*/ 1911 h 1911"/>
                <a:gd name="csX8" fmla="*/ 5733 w 7643"/>
                <a:gd name="csY8" fmla="*/ 1433 h 1911"/>
                <a:gd name="csX9" fmla="*/ 7644 w 7643"/>
                <a:gd name="csY9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643" h="1911">
                  <a:moveTo>
                    <a:pt x="7644" y="0"/>
                  </a:moveTo>
                  <a:lnTo>
                    <a:pt x="7644" y="478"/>
                  </a:lnTo>
                  <a:lnTo>
                    <a:pt x="5733" y="1433"/>
                  </a:lnTo>
                  <a:lnTo>
                    <a:pt x="4777" y="1911"/>
                  </a:lnTo>
                  <a:lnTo>
                    <a:pt x="2866" y="1911"/>
                  </a:lnTo>
                  <a:lnTo>
                    <a:pt x="0" y="1433"/>
                  </a:lnTo>
                  <a:lnTo>
                    <a:pt x="2866" y="1911"/>
                  </a:lnTo>
                  <a:lnTo>
                    <a:pt x="4777" y="1911"/>
                  </a:lnTo>
                  <a:lnTo>
                    <a:pt x="5733" y="1433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BEECD8F1-AD6E-88A7-3EE7-5E6BE3558F13}"/>
                </a:ext>
              </a:extLst>
            </p:cNvPr>
            <p:cNvSpPr/>
            <p:nvPr/>
          </p:nvSpPr>
          <p:spPr>
            <a:xfrm>
              <a:off x="8257247" y="4254300"/>
              <a:ext cx="2866" cy="5254"/>
            </a:xfrm>
            <a:custGeom>
              <a:avLst/>
              <a:gdLst>
                <a:gd name="csX0" fmla="*/ 2866 w 2866"/>
                <a:gd name="csY0" fmla="*/ 1433 h 5254"/>
                <a:gd name="csX1" fmla="*/ 2866 w 2866"/>
                <a:gd name="csY1" fmla="*/ 1911 h 5254"/>
                <a:gd name="csX2" fmla="*/ 2389 w 2866"/>
                <a:gd name="csY2" fmla="*/ 2866 h 5254"/>
                <a:gd name="csX3" fmla="*/ 2866 w 2866"/>
                <a:gd name="csY3" fmla="*/ 3822 h 5254"/>
                <a:gd name="csX4" fmla="*/ 2866 w 2866"/>
                <a:gd name="csY4" fmla="*/ 4299 h 5254"/>
                <a:gd name="csX5" fmla="*/ 1433 w 2866"/>
                <a:gd name="csY5" fmla="*/ 5255 h 5254"/>
                <a:gd name="csX6" fmla="*/ 478 w 2866"/>
                <a:gd name="csY6" fmla="*/ 4777 h 5254"/>
                <a:gd name="csX7" fmla="*/ 478 w 2866"/>
                <a:gd name="csY7" fmla="*/ 3344 h 5254"/>
                <a:gd name="csX8" fmla="*/ 955 w 2866"/>
                <a:gd name="csY8" fmla="*/ 2389 h 5254"/>
                <a:gd name="csX9" fmla="*/ 0 w 2866"/>
                <a:gd name="csY9" fmla="*/ 1433 h 5254"/>
                <a:gd name="csX10" fmla="*/ 478 w 2866"/>
                <a:gd name="csY10" fmla="*/ 478 h 5254"/>
                <a:gd name="csX11" fmla="*/ 1911 w 2866"/>
                <a:gd name="csY11" fmla="*/ 0 h 5254"/>
                <a:gd name="csX12" fmla="*/ 2389 w 2866"/>
                <a:gd name="csY12" fmla="*/ 955 h 5254"/>
                <a:gd name="csX13" fmla="*/ 2866 w 2866"/>
                <a:gd name="csY13" fmla="*/ 955 h 5254"/>
                <a:gd name="csX14" fmla="*/ 2866 w 2866"/>
                <a:gd name="csY14" fmla="*/ 1433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866" h="5254">
                  <a:moveTo>
                    <a:pt x="2866" y="1433"/>
                  </a:moveTo>
                  <a:lnTo>
                    <a:pt x="2866" y="1911"/>
                  </a:lnTo>
                  <a:lnTo>
                    <a:pt x="2389" y="2866"/>
                  </a:lnTo>
                  <a:lnTo>
                    <a:pt x="2866" y="3822"/>
                  </a:lnTo>
                  <a:lnTo>
                    <a:pt x="2866" y="4299"/>
                  </a:lnTo>
                  <a:lnTo>
                    <a:pt x="1433" y="5255"/>
                  </a:lnTo>
                  <a:lnTo>
                    <a:pt x="478" y="4777"/>
                  </a:lnTo>
                  <a:lnTo>
                    <a:pt x="478" y="3344"/>
                  </a:lnTo>
                  <a:lnTo>
                    <a:pt x="955" y="2389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389" y="955"/>
                  </a:lnTo>
                  <a:lnTo>
                    <a:pt x="2866" y="955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5" name="Freeform 614">
              <a:extLst>
                <a:ext uri="{FF2B5EF4-FFF2-40B4-BE49-F238E27FC236}">
                  <a16:creationId xmlns:a16="http://schemas.microsoft.com/office/drawing/2014/main" id="{653CD6D6-D5E7-D6A5-207D-21E591AFC377}"/>
                </a:ext>
              </a:extLst>
            </p:cNvPr>
            <p:cNvSpPr/>
            <p:nvPr/>
          </p:nvSpPr>
          <p:spPr>
            <a:xfrm>
              <a:off x="8258680" y="3766061"/>
              <a:ext cx="478" cy="3344"/>
            </a:xfrm>
            <a:custGeom>
              <a:avLst/>
              <a:gdLst>
                <a:gd name="csX0" fmla="*/ 0 w 478"/>
                <a:gd name="csY0" fmla="*/ 1911 h 3344"/>
                <a:gd name="csX1" fmla="*/ 478 w 478"/>
                <a:gd name="csY1" fmla="*/ 3344 h 3344"/>
                <a:gd name="csX2" fmla="*/ 0 w 478"/>
                <a:gd name="csY2" fmla="*/ 1911 h 3344"/>
                <a:gd name="csX3" fmla="*/ 0 w 478"/>
                <a:gd name="csY3" fmla="*/ 0 h 3344"/>
                <a:gd name="csX4" fmla="*/ 0 w 478"/>
                <a:gd name="csY4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8" h="3344">
                  <a:moveTo>
                    <a:pt x="0" y="1911"/>
                  </a:moveTo>
                  <a:lnTo>
                    <a:pt x="478" y="3344"/>
                  </a:lnTo>
                  <a:lnTo>
                    <a:pt x="0" y="1911"/>
                  </a:lnTo>
                  <a:lnTo>
                    <a:pt x="0" y="0"/>
                  </a:lnTo>
                  <a:lnTo>
                    <a:pt x="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9862E470-2AA2-6087-D4C1-789B177A77D0}"/>
                </a:ext>
              </a:extLst>
            </p:cNvPr>
            <p:cNvSpPr/>
            <p:nvPr/>
          </p:nvSpPr>
          <p:spPr>
            <a:xfrm>
              <a:off x="8208518" y="4528039"/>
              <a:ext cx="48728" cy="54938"/>
            </a:xfrm>
            <a:custGeom>
              <a:avLst/>
              <a:gdLst>
                <a:gd name="csX0" fmla="*/ 48729 w 48728"/>
                <a:gd name="csY0" fmla="*/ 14809 h 54938"/>
                <a:gd name="csX1" fmla="*/ 48729 w 48728"/>
                <a:gd name="csY1" fmla="*/ 15765 h 54938"/>
                <a:gd name="csX2" fmla="*/ 46818 w 48728"/>
                <a:gd name="csY2" fmla="*/ 17198 h 54938"/>
                <a:gd name="csX3" fmla="*/ 45862 w 48728"/>
                <a:gd name="csY3" fmla="*/ 18154 h 54938"/>
                <a:gd name="csX4" fmla="*/ 43474 w 48728"/>
                <a:gd name="csY4" fmla="*/ 18631 h 54938"/>
                <a:gd name="csX5" fmla="*/ 42518 w 48728"/>
                <a:gd name="csY5" fmla="*/ 19109 h 54938"/>
                <a:gd name="csX6" fmla="*/ 40607 w 48728"/>
                <a:gd name="csY6" fmla="*/ 20065 h 54938"/>
                <a:gd name="csX7" fmla="*/ 39652 w 48728"/>
                <a:gd name="csY7" fmla="*/ 21975 h 54938"/>
                <a:gd name="csX8" fmla="*/ 39652 w 48728"/>
                <a:gd name="csY8" fmla="*/ 22931 h 54938"/>
                <a:gd name="csX9" fmla="*/ 38697 w 48728"/>
                <a:gd name="csY9" fmla="*/ 23886 h 54938"/>
                <a:gd name="csX10" fmla="*/ 33919 w 48728"/>
                <a:gd name="csY10" fmla="*/ 24842 h 54938"/>
                <a:gd name="csX11" fmla="*/ 32008 w 48728"/>
                <a:gd name="csY11" fmla="*/ 25797 h 54938"/>
                <a:gd name="csX12" fmla="*/ 31052 w 48728"/>
                <a:gd name="csY12" fmla="*/ 26275 h 54938"/>
                <a:gd name="csX13" fmla="*/ 30097 w 48728"/>
                <a:gd name="csY13" fmla="*/ 27708 h 54938"/>
                <a:gd name="csX14" fmla="*/ 30575 w 48728"/>
                <a:gd name="csY14" fmla="*/ 29141 h 54938"/>
                <a:gd name="csX15" fmla="*/ 26753 w 48728"/>
                <a:gd name="csY15" fmla="*/ 35352 h 54938"/>
                <a:gd name="csX16" fmla="*/ 25320 w 48728"/>
                <a:gd name="csY16" fmla="*/ 37263 h 54938"/>
                <a:gd name="csX17" fmla="*/ 23886 w 48728"/>
                <a:gd name="csY17" fmla="*/ 38696 h 54938"/>
                <a:gd name="csX18" fmla="*/ 22454 w 48728"/>
                <a:gd name="csY18" fmla="*/ 39651 h 54938"/>
                <a:gd name="csX19" fmla="*/ 20065 w 48728"/>
                <a:gd name="csY19" fmla="*/ 40129 h 54938"/>
                <a:gd name="csX20" fmla="*/ 18154 w 48728"/>
                <a:gd name="csY20" fmla="*/ 41563 h 54938"/>
                <a:gd name="csX21" fmla="*/ 16721 w 48728"/>
                <a:gd name="csY21" fmla="*/ 43473 h 54938"/>
                <a:gd name="csX22" fmla="*/ 15288 w 48728"/>
                <a:gd name="csY22" fmla="*/ 45384 h 54938"/>
                <a:gd name="csX23" fmla="*/ 12899 w 48728"/>
                <a:gd name="csY23" fmla="*/ 46817 h 54938"/>
                <a:gd name="csX24" fmla="*/ 10988 w 48728"/>
                <a:gd name="csY24" fmla="*/ 48251 h 54938"/>
                <a:gd name="csX25" fmla="*/ 9077 w 48728"/>
                <a:gd name="csY25" fmla="*/ 49206 h 54938"/>
                <a:gd name="csX26" fmla="*/ 6688 w 48728"/>
                <a:gd name="csY26" fmla="*/ 49684 h 54938"/>
                <a:gd name="csX27" fmla="*/ 6211 w 48728"/>
                <a:gd name="csY27" fmla="*/ 50639 h 54938"/>
                <a:gd name="csX28" fmla="*/ 5733 w 48728"/>
                <a:gd name="csY28" fmla="*/ 51595 h 54938"/>
                <a:gd name="csX29" fmla="*/ 4777 w 48728"/>
                <a:gd name="csY29" fmla="*/ 52072 h 54938"/>
                <a:gd name="csX30" fmla="*/ 3822 w 48728"/>
                <a:gd name="csY30" fmla="*/ 52550 h 54938"/>
                <a:gd name="csX31" fmla="*/ 1433 w 48728"/>
                <a:gd name="csY31" fmla="*/ 53506 h 54938"/>
                <a:gd name="csX32" fmla="*/ 0 w 48728"/>
                <a:gd name="csY32" fmla="*/ 54939 h 54938"/>
                <a:gd name="csX33" fmla="*/ 0 w 48728"/>
                <a:gd name="csY33" fmla="*/ 53028 h 54938"/>
                <a:gd name="csX34" fmla="*/ 478 w 48728"/>
                <a:gd name="csY34" fmla="*/ 51595 h 54938"/>
                <a:gd name="csX35" fmla="*/ 2389 w 48728"/>
                <a:gd name="csY35" fmla="*/ 48251 h 54938"/>
                <a:gd name="csX36" fmla="*/ 3822 w 48728"/>
                <a:gd name="csY36" fmla="*/ 47295 h 54938"/>
                <a:gd name="csX37" fmla="*/ 5733 w 48728"/>
                <a:gd name="csY37" fmla="*/ 44906 h 54938"/>
                <a:gd name="csX38" fmla="*/ 7166 w 48728"/>
                <a:gd name="csY38" fmla="*/ 43951 h 54938"/>
                <a:gd name="csX39" fmla="*/ 10033 w 48728"/>
                <a:gd name="csY39" fmla="*/ 41563 h 54938"/>
                <a:gd name="csX40" fmla="*/ 12899 w 48728"/>
                <a:gd name="csY40" fmla="*/ 38696 h 54938"/>
                <a:gd name="csX41" fmla="*/ 13854 w 48728"/>
                <a:gd name="csY41" fmla="*/ 38696 h 54938"/>
                <a:gd name="csX42" fmla="*/ 14810 w 48728"/>
                <a:gd name="csY42" fmla="*/ 38696 h 54938"/>
                <a:gd name="csX43" fmla="*/ 15765 w 48728"/>
                <a:gd name="csY43" fmla="*/ 38218 h 54938"/>
                <a:gd name="csX44" fmla="*/ 17676 w 48728"/>
                <a:gd name="csY44" fmla="*/ 36785 h 54938"/>
                <a:gd name="csX45" fmla="*/ 21976 w 48728"/>
                <a:gd name="csY45" fmla="*/ 32008 h 54938"/>
                <a:gd name="csX46" fmla="*/ 25798 w 48728"/>
                <a:gd name="csY46" fmla="*/ 28664 h 54938"/>
                <a:gd name="csX47" fmla="*/ 29620 w 48728"/>
                <a:gd name="csY47" fmla="*/ 24364 h 54938"/>
                <a:gd name="csX48" fmla="*/ 31531 w 48728"/>
                <a:gd name="csY48" fmla="*/ 22931 h 54938"/>
                <a:gd name="csX49" fmla="*/ 32008 w 48728"/>
                <a:gd name="csY49" fmla="*/ 22453 h 54938"/>
                <a:gd name="csX50" fmla="*/ 35830 w 48728"/>
                <a:gd name="csY50" fmla="*/ 18631 h 54938"/>
                <a:gd name="csX51" fmla="*/ 36786 w 48728"/>
                <a:gd name="csY51" fmla="*/ 17676 h 54938"/>
                <a:gd name="csX52" fmla="*/ 37741 w 48728"/>
                <a:gd name="csY52" fmla="*/ 17198 h 54938"/>
                <a:gd name="csX53" fmla="*/ 38697 w 48728"/>
                <a:gd name="csY53" fmla="*/ 16721 h 54938"/>
                <a:gd name="csX54" fmla="*/ 39652 w 48728"/>
                <a:gd name="csY54" fmla="*/ 16243 h 54938"/>
                <a:gd name="csX55" fmla="*/ 40607 w 48728"/>
                <a:gd name="csY55" fmla="*/ 14332 h 54938"/>
                <a:gd name="csX56" fmla="*/ 41563 w 48728"/>
                <a:gd name="csY56" fmla="*/ 12421 h 54938"/>
                <a:gd name="csX57" fmla="*/ 41085 w 48728"/>
                <a:gd name="csY57" fmla="*/ 10988 h 54938"/>
                <a:gd name="csX58" fmla="*/ 40129 w 48728"/>
                <a:gd name="csY58" fmla="*/ 9555 h 54938"/>
                <a:gd name="csX59" fmla="*/ 41085 w 48728"/>
                <a:gd name="csY59" fmla="*/ 7166 h 54938"/>
                <a:gd name="csX60" fmla="*/ 42040 w 48728"/>
                <a:gd name="csY60" fmla="*/ 5733 h 54938"/>
                <a:gd name="csX61" fmla="*/ 44429 w 48728"/>
                <a:gd name="csY61" fmla="*/ 956 h 54938"/>
                <a:gd name="csX62" fmla="*/ 44907 w 48728"/>
                <a:gd name="csY62" fmla="*/ 0 h 54938"/>
                <a:gd name="csX63" fmla="*/ 46340 w 48728"/>
                <a:gd name="csY63" fmla="*/ 956 h 54938"/>
                <a:gd name="csX64" fmla="*/ 46340 w 48728"/>
                <a:gd name="csY64" fmla="*/ 1433 h 54938"/>
                <a:gd name="csX65" fmla="*/ 45862 w 48728"/>
                <a:gd name="csY65" fmla="*/ 3822 h 54938"/>
                <a:gd name="csX66" fmla="*/ 45862 w 48728"/>
                <a:gd name="csY66" fmla="*/ 4777 h 54938"/>
                <a:gd name="csX67" fmla="*/ 46340 w 48728"/>
                <a:gd name="csY67" fmla="*/ 5733 h 54938"/>
                <a:gd name="csX68" fmla="*/ 45384 w 48728"/>
                <a:gd name="csY68" fmla="*/ 7166 h 54938"/>
                <a:gd name="csX69" fmla="*/ 47295 w 48728"/>
                <a:gd name="csY69" fmla="*/ 11943 h 54938"/>
                <a:gd name="csX70" fmla="*/ 48729 w 48728"/>
                <a:gd name="csY70" fmla="*/ 14809 h 54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48728" h="54938">
                  <a:moveTo>
                    <a:pt x="48729" y="14809"/>
                  </a:moveTo>
                  <a:lnTo>
                    <a:pt x="48729" y="15765"/>
                  </a:lnTo>
                  <a:lnTo>
                    <a:pt x="46818" y="17198"/>
                  </a:lnTo>
                  <a:lnTo>
                    <a:pt x="45862" y="18154"/>
                  </a:lnTo>
                  <a:lnTo>
                    <a:pt x="43474" y="18631"/>
                  </a:lnTo>
                  <a:lnTo>
                    <a:pt x="42518" y="19109"/>
                  </a:lnTo>
                  <a:lnTo>
                    <a:pt x="40607" y="20065"/>
                  </a:lnTo>
                  <a:lnTo>
                    <a:pt x="39652" y="21975"/>
                  </a:lnTo>
                  <a:lnTo>
                    <a:pt x="39652" y="22931"/>
                  </a:lnTo>
                  <a:lnTo>
                    <a:pt x="38697" y="23886"/>
                  </a:lnTo>
                  <a:lnTo>
                    <a:pt x="33919" y="24842"/>
                  </a:lnTo>
                  <a:lnTo>
                    <a:pt x="32008" y="25797"/>
                  </a:lnTo>
                  <a:lnTo>
                    <a:pt x="31052" y="26275"/>
                  </a:lnTo>
                  <a:lnTo>
                    <a:pt x="30097" y="27708"/>
                  </a:lnTo>
                  <a:lnTo>
                    <a:pt x="30575" y="29141"/>
                  </a:lnTo>
                  <a:lnTo>
                    <a:pt x="26753" y="35352"/>
                  </a:lnTo>
                  <a:lnTo>
                    <a:pt x="25320" y="37263"/>
                  </a:lnTo>
                  <a:lnTo>
                    <a:pt x="23886" y="38696"/>
                  </a:lnTo>
                  <a:lnTo>
                    <a:pt x="22454" y="39651"/>
                  </a:lnTo>
                  <a:lnTo>
                    <a:pt x="20065" y="40129"/>
                  </a:lnTo>
                  <a:lnTo>
                    <a:pt x="18154" y="41563"/>
                  </a:lnTo>
                  <a:lnTo>
                    <a:pt x="16721" y="43473"/>
                  </a:lnTo>
                  <a:lnTo>
                    <a:pt x="15288" y="45384"/>
                  </a:lnTo>
                  <a:lnTo>
                    <a:pt x="12899" y="46817"/>
                  </a:lnTo>
                  <a:lnTo>
                    <a:pt x="10988" y="48251"/>
                  </a:lnTo>
                  <a:lnTo>
                    <a:pt x="9077" y="49206"/>
                  </a:lnTo>
                  <a:lnTo>
                    <a:pt x="6688" y="49684"/>
                  </a:lnTo>
                  <a:lnTo>
                    <a:pt x="6211" y="50639"/>
                  </a:lnTo>
                  <a:lnTo>
                    <a:pt x="5733" y="51595"/>
                  </a:lnTo>
                  <a:lnTo>
                    <a:pt x="4777" y="52072"/>
                  </a:lnTo>
                  <a:lnTo>
                    <a:pt x="3822" y="52550"/>
                  </a:lnTo>
                  <a:lnTo>
                    <a:pt x="1433" y="53506"/>
                  </a:lnTo>
                  <a:lnTo>
                    <a:pt x="0" y="54939"/>
                  </a:lnTo>
                  <a:lnTo>
                    <a:pt x="0" y="53028"/>
                  </a:lnTo>
                  <a:lnTo>
                    <a:pt x="478" y="51595"/>
                  </a:lnTo>
                  <a:lnTo>
                    <a:pt x="2389" y="48251"/>
                  </a:lnTo>
                  <a:lnTo>
                    <a:pt x="3822" y="47295"/>
                  </a:lnTo>
                  <a:lnTo>
                    <a:pt x="5733" y="44906"/>
                  </a:lnTo>
                  <a:lnTo>
                    <a:pt x="7166" y="43951"/>
                  </a:lnTo>
                  <a:lnTo>
                    <a:pt x="10033" y="41563"/>
                  </a:lnTo>
                  <a:lnTo>
                    <a:pt x="12899" y="38696"/>
                  </a:lnTo>
                  <a:lnTo>
                    <a:pt x="13854" y="38696"/>
                  </a:lnTo>
                  <a:lnTo>
                    <a:pt x="14810" y="38696"/>
                  </a:lnTo>
                  <a:lnTo>
                    <a:pt x="15765" y="38218"/>
                  </a:lnTo>
                  <a:lnTo>
                    <a:pt x="17676" y="36785"/>
                  </a:lnTo>
                  <a:lnTo>
                    <a:pt x="21976" y="32008"/>
                  </a:lnTo>
                  <a:lnTo>
                    <a:pt x="25798" y="28664"/>
                  </a:lnTo>
                  <a:lnTo>
                    <a:pt x="29620" y="24364"/>
                  </a:lnTo>
                  <a:lnTo>
                    <a:pt x="31531" y="22931"/>
                  </a:lnTo>
                  <a:lnTo>
                    <a:pt x="32008" y="22453"/>
                  </a:lnTo>
                  <a:lnTo>
                    <a:pt x="35830" y="18631"/>
                  </a:lnTo>
                  <a:lnTo>
                    <a:pt x="36786" y="17676"/>
                  </a:lnTo>
                  <a:lnTo>
                    <a:pt x="37741" y="17198"/>
                  </a:lnTo>
                  <a:lnTo>
                    <a:pt x="38697" y="16721"/>
                  </a:lnTo>
                  <a:lnTo>
                    <a:pt x="39652" y="16243"/>
                  </a:lnTo>
                  <a:lnTo>
                    <a:pt x="40607" y="14332"/>
                  </a:lnTo>
                  <a:lnTo>
                    <a:pt x="41563" y="12421"/>
                  </a:lnTo>
                  <a:lnTo>
                    <a:pt x="41085" y="10988"/>
                  </a:lnTo>
                  <a:lnTo>
                    <a:pt x="40129" y="9555"/>
                  </a:lnTo>
                  <a:lnTo>
                    <a:pt x="41085" y="7166"/>
                  </a:lnTo>
                  <a:lnTo>
                    <a:pt x="42040" y="5733"/>
                  </a:lnTo>
                  <a:lnTo>
                    <a:pt x="44429" y="956"/>
                  </a:lnTo>
                  <a:lnTo>
                    <a:pt x="44907" y="0"/>
                  </a:lnTo>
                  <a:lnTo>
                    <a:pt x="46340" y="956"/>
                  </a:lnTo>
                  <a:lnTo>
                    <a:pt x="46340" y="1433"/>
                  </a:lnTo>
                  <a:lnTo>
                    <a:pt x="45862" y="3822"/>
                  </a:lnTo>
                  <a:lnTo>
                    <a:pt x="45862" y="4777"/>
                  </a:lnTo>
                  <a:lnTo>
                    <a:pt x="46340" y="5733"/>
                  </a:lnTo>
                  <a:lnTo>
                    <a:pt x="45384" y="7166"/>
                  </a:lnTo>
                  <a:lnTo>
                    <a:pt x="47295" y="11943"/>
                  </a:lnTo>
                  <a:lnTo>
                    <a:pt x="48729" y="148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" name="Freeform 616">
              <a:extLst>
                <a:ext uri="{FF2B5EF4-FFF2-40B4-BE49-F238E27FC236}">
                  <a16:creationId xmlns:a16="http://schemas.microsoft.com/office/drawing/2014/main" id="{415C2976-4B4B-E209-A8E1-8B3B37D2797A}"/>
                </a:ext>
              </a:extLst>
            </p:cNvPr>
            <p:cNvSpPr/>
            <p:nvPr/>
          </p:nvSpPr>
          <p:spPr>
            <a:xfrm>
              <a:off x="8251036" y="4887292"/>
              <a:ext cx="3822" cy="6210"/>
            </a:xfrm>
            <a:custGeom>
              <a:avLst/>
              <a:gdLst>
                <a:gd name="csX0" fmla="*/ 3822 w 3822"/>
                <a:gd name="csY0" fmla="*/ 1911 h 6210"/>
                <a:gd name="csX1" fmla="*/ 3822 w 3822"/>
                <a:gd name="csY1" fmla="*/ 2389 h 6210"/>
                <a:gd name="csX2" fmla="*/ 3344 w 3822"/>
                <a:gd name="csY2" fmla="*/ 2866 h 6210"/>
                <a:gd name="csX3" fmla="*/ 2389 w 3822"/>
                <a:gd name="csY3" fmla="*/ 3822 h 6210"/>
                <a:gd name="csX4" fmla="*/ 1433 w 3822"/>
                <a:gd name="csY4" fmla="*/ 4777 h 6210"/>
                <a:gd name="csX5" fmla="*/ 1911 w 3822"/>
                <a:gd name="csY5" fmla="*/ 5733 h 6210"/>
                <a:gd name="csX6" fmla="*/ 956 w 3822"/>
                <a:gd name="csY6" fmla="*/ 6210 h 6210"/>
                <a:gd name="csX7" fmla="*/ 478 w 3822"/>
                <a:gd name="csY7" fmla="*/ 5733 h 6210"/>
                <a:gd name="csX8" fmla="*/ 478 w 3822"/>
                <a:gd name="csY8" fmla="*/ 4299 h 6210"/>
                <a:gd name="csX9" fmla="*/ 0 w 3822"/>
                <a:gd name="csY9" fmla="*/ 2866 h 6210"/>
                <a:gd name="csX10" fmla="*/ 956 w 3822"/>
                <a:gd name="csY10" fmla="*/ 2389 h 6210"/>
                <a:gd name="csX11" fmla="*/ 956 w 3822"/>
                <a:gd name="csY11" fmla="*/ 478 h 6210"/>
                <a:gd name="csX12" fmla="*/ 1433 w 3822"/>
                <a:gd name="csY12" fmla="*/ 0 h 6210"/>
                <a:gd name="csX13" fmla="*/ 1911 w 3822"/>
                <a:gd name="csY13" fmla="*/ 478 h 6210"/>
                <a:gd name="csX14" fmla="*/ 2389 w 3822"/>
                <a:gd name="csY14" fmla="*/ 955 h 6210"/>
                <a:gd name="csX15" fmla="*/ 2389 w 3822"/>
                <a:gd name="csY15" fmla="*/ 955 h 6210"/>
                <a:gd name="csX16" fmla="*/ 3344 w 3822"/>
                <a:gd name="csY16" fmla="*/ 955 h 6210"/>
                <a:gd name="csX17" fmla="*/ 3822 w 3822"/>
                <a:gd name="csY17" fmla="*/ 1911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822" h="6210">
                  <a:moveTo>
                    <a:pt x="3822" y="1911"/>
                  </a:moveTo>
                  <a:lnTo>
                    <a:pt x="3822" y="2389"/>
                  </a:lnTo>
                  <a:lnTo>
                    <a:pt x="3344" y="2866"/>
                  </a:lnTo>
                  <a:lnTo>
                    <a:pt x="2389" y="3822"/>
                  </a:lnTo>
                  <a:lnTo>
                    <a:pt x="1433" y="4777"/>
                  </a:lnTo>
                  <a:lnTo>
                    <a:pt x="1911" y="5733"/>
                  </a:lnTo>
                  <a:lnTo>
                    <a:pt x="956" y="6210"/>
                  </a:lnTo>
                  <a:lnTo>
                    <a:pt x="478" y="5733"/>
                  </a:lnTo>
                  <a:lnTo>
                    <a:pt x="478" y="4299"/>
                  </a:lnTo>
                  <a:lnTo>
                    <a:pt x="0" y="2866"/>
                  </a:lnTo>
                  <a:lnTo>
                    <a:pt x="956" y="2389"/>
                  </a:lnTo>
                  <a:lnTo>
                    <a:pt x="956" y="478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389" y="955"/>
                  </a:lnTo>
                  <a:lnTo>
                    <a:pt x="2389" y="955"/>
                  </a:lnTo>
                  <a:lnTo>
                    <a:pt x="3344" y="955"/>
                  </a:lnTo>
                  <a:lnTo>
                    <a:pt x="3822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8" name="Freeform 617">
              <a:extLst>
                <a:ext uri="{FF2B5EF4-FFF2-40B4-BE49-F238E27FC236}">
                  <a16:creationId xmlns:a16="http://schemas.microsoft.com/office/drawing/2014/main" id="{D9DBEA41-4DB4-34B9-4E71-DF1157F4FCB4}"/>
                </a:ext>
              </a:extLst>
            </p:cNvPr>
            <p:cNvSpPr/>
            <p:nvPr/>
          </p:nvSpPr>
          <p:spPr>
            <a:xfrm>
              <a:off x="8056123" y="4607820"/>
              <a:ext cx="193002" cy="111310"/>
            </a:xfrm>
            <a:custGeom>
              <a:avLst/>
              <a:gdLst>
                <a:gd name="csX0" fmla="*/ 192525 w 193002"/>
                <a:gd name="csY0" fmla="*/ 29619 h 111310"/>
                <a:gd name="csX1" fmla="*/ 193002 w 193002"/>
                <a:gd name="csY1" fmla="*/ 30575 h 111310"/>
                <a:gd name="csX2" fmla="*/ 192525 w 193002"/>
                <a:gd name="csY2" fmla="*/ 32008 h 111310"/>
                <a:gd name="csX3" fmla="*/ 192525 w 193002"/>
                <a:gd name="csY3" fmla="*/ 32963 h 111310"/>
                <a:gd name="csX4" fmla="*/ 192047 w 193002"/>
                <a:gd name="csY4" fmla="*/ 33441 h 111310"/>
                <a:gd name="csX5" fmla="*/ 190136 w 193002"/>
                <a:gd name="csY5" fmla="*/ 34396 h 111310"/>
                <a:gd name="csX6" fmla="*/ 185836 w 193002"/>
                <a:gd name="csY6" fmla="*/ 35830 h 111310"/>
                <a:gd name="csX7" fmla="*/ 181059 w 193002"/>
                <a:gd name="csY7" fmla="*/ 36785 h 111310"/>
                <a:gd name="csX8" fmla="*/ 178670 w 193002"/>
                <a:gd name="csY8" fmla="*/ 36785 h 111310"/>
                <a:gd name="csX9" fmla="*/ 175326 w 193002"/>
                <a:gd name="csY9" fmla="*/ 35830 h 111310"/>
                <a:gd name="csX10" fmla="*/ 173893 w 193002"/>
                <a:gd name="csY10" fmla="*/ 36307 h 111310"/>
                <a:gd name="csX11" fmla="*/ 172938 w 193002"/>
                <a:gd name="csY11" fmla="*/ 36785 h 111310"/>
                <a:gd name="csX12" fmla="*/ 171504 w 193002"/>
                <a:gd name="csY12" fmla="*/ 39651 h 111310"/>
                <a:gd name="csX13" fmla="*/ 173893 w 193002"/>
                <a:gd name="csY13" fmla="*/ 42518 h 111310"/>
                <a:gd name="csX14" fmla="*/ 178670 w 193002"/>
                <a:gd name="csY14" fmla="*/ 45384 h 111310"/>
                <a:gd name="csX15" fmla="*/ 179626 w 193002"/>
                <a:gd name="csY15" fmla="*/ 46340 h 111310"/>
                <a:gd name="csX16" fmla="*/ 179149 w 193002"/>
                <a:gd name="csY16" fmla="*/ 47295 h 111310"/>
                <a:gd name="csX17" fmla="*/ 178670 w 193002"/>
                <a:gd name="csY17" fmla="*/ 47773 h 111310"/>
                <a:gd name="csX18" fmla="*/ 177715 w 193002"/>
                <a:gd name="csY18" fmla="*/ 47773 h 111310"/>
                <a:gd name="csX19" fmla="*/ 174849 w 193002"/>
                <a:gd name="csY19" fmla="*/ 48251 h 111310"/>
                <a:gd name="csX20" fmla="*/ 171983 w 193002"/>
                <a:gd name="csY20" fmla="*/ 48728 h 111310"/>
                <a:gd name="csX21" fmla="*/ 170072 w 193002"/>
                <a:gd name="csY21" fmla="*/ 49206 h 111310"/>
                <a:gd name="csX22" fmla="*/ 167683 w 193002"/>
                <a:gd name="csY22" fmla="*/ 50162 h 111310"/>
                <a:gd name="csX23" fmla="*/ 165772 w 193002"/>
                <a:gd name="csY23" fmla="*/ 49684 h 111310"/>
                <a:gd name="csX24" fmla="*/ 162428 w 193002"/>
                <a:gd name="csY24" fmla="*/ 48251 h 111310"/>
                <a:gd name="csX25" fmla="*/ 161472 w 193002"/>
                <a:gd name="csY25" fmla="*/ 48251 h 111310"/>
                <a:gd name="csX26" fmla="*/ 160517 w 193002"/>
                <a:gd name="csY26" fmla="*/ 48728 h 111310"/>
                <a:gd name="csX27" fmla="*/ 160039 w 193002"/>
                <a:gd name="csY27" fmla="*/ 50639 h 111310"/>
                <a:gd name="csX28" fmla="*/ 159084 w 193002"/>
                <a:gd name="csY28" fmla="*/ 51117 h 111310"/>
                <a:gd name="csX29" fmla="*/ 159084 w 193002"/>
                <a:gd name="csY29" fmla="*/ 51117 h 111310"/>
                <a:gd name="csX30" fmla="*/ 158606 w 193002"/>
                <a:gd name="csY30" fmla="*/ 51117 h 111310"/>
                <a:gd name="csX31" fmla="*/ 156695 w 193002"/>
                <a:gd name="csY31" fmla="*/ 51117 h 111310"/>
                <a:gd name="csX32" fmla="*/ 153351 w 193002"/>
                <a:gd name="csY32" fmla="*/ 49206 h 111310"/>
                <a:gd name="csX33" fmla="*/ 150007 w 193002"/>
                <a:gd name="csY33" fmla="*/ 48251 h 111310"/>
                <a:gd name="csX34" fmla="*/ 144752 w 193002"/>
                <a:gd name="csY34" fmla="*/ 48251 h 111310"/>
                <a:gd name="csX35" fmla="*/ 141885 w 193002"/>
                <a:gd name="csY35" fmla="*/ 47773 h 111310"/>
                <a:gd name="csX36" fmla="*/ 140930 w 193002"/>
                <a:gd name="csY36" fmla="*/ 48251 h 111310"/>
                <a:gd name="csX37" fmla="*/ 139974 w 193002"/>
                <a:gd name="csY37" fmla="*/ 48251 h 111310"/>
                <a:gd name="csX38" fmla="*/ 139019 w 193002"/>
                <a:gd name="csY38" fmla="*/ 47773 h 111310"/>
                <a:gd name="csX39" fmla="*/ 138063 w 193002"/>
                <a:gd name="csY39" fmla="*/ 47773 h 111310"/>
                <a:gd name="csX40" fmla="*/ 138063 w 193002"/>
                <a:gd name="csY40" fmla="*/ 47773 h 111310"/>
                <a:gd name="csX41" fmla="*/ 136153 w 193002"/>
                <a:gd name="csY41" fmla="*/ 48728 h 111310"/>
                <a:gd name="csX42" fmla="*/ 135197 w 193002"/>
                <a:gd name="csY42" fmla="*/ 48251 h 111310"/>
                <a:gd name="csX43" fmla="*/ 134242 w 193002"/>
                <a:gd name="csY43" fmla="*/ 47773 h 111310"/>
                <a:gd name="csX44" fmla="*/ 132808 w 193002"/>
                <a:gd name="csY44" fmla="*/ 47773 h 111310"/>
                <a:gd name="csX45" fmla="*/ 130897 w 193002"/>
                <a:gd name="csY45" fmla="*/ 47773 h 111310"/>
                <a:gd name="csX46" fmla="*/ 128509 w 193002"/>
                <a:gd name="csY46" fmla="*/ 49206 h 111310"/>
                <a:gd name="csX47" fmla="*/ 126120 w 193002"/>
                <a:gd name="csY47" fmla="*/ 48251 h 111310"/>
                <a:gd name="csX48" fmla="*/ 125165 w 193002"/>
                <a:gd name="csY48" fmla="*/ 48251 h 111310"/>
                <a:gd name="csX49" fmla="*/ 124687 w 193002"/>
                <a:gd name="csY49" fmla="*/ 48251 h 111310"/>
                <a:gd name="csX50" fmla="*/ 124687 w 193002"/>
                <a:gd name="csY50" fmla="*/ 48251 h 111310"/>
                <a:gd name="csX51" fmla="*/ 123731 w 193002"/>
                <a:gd name="csY51" fmla="*/ 49684 h 111310"/>
                <a:gd name="csX52" fmla="*/ 121821 w 193002"/>
                <a:gd name="csY52" fmla="*/ 50639 h 111310"/>
                <a:gd name="csX53" fmla="*/ 120865 w 193002"/>
                <a:gd name="csY53" fmla="*/ 53028 h 111310"/>
                <a:gd name="csX54" fmla="*/ 120865 w 193002"/>
                <a:gd name="csY54" fmla="*/ 53028 h 111310"/>
                <a:gd name="csX55" fmla="*/ 119910 w 193002"/>
                <a:gd name="csY55" fmla="*/ 54939 h 111310"/>
                <a:gd name="csX56" fmla="*/ 119910 w 193002"/>
                <a:gd name="csY56" fmla="*/ 54939 h 111310"/>
                <a:gd name="csX57" fmla="*/ 119432 w 193002"/>
                <a:gd name="csY57" fmla="*/ 55417 h 111310"/>
                <a:gd name="csX58" fmla="*/ 119432 w 193002"/>
                <a:gd name="csY58" fmla="*/ 55417 h 111310"/>
                <a:gd name="csX59" fmla="*/ 119432 w 193002"/>
                <a:gd name="csY59" fmla="*/ 59238 h 111310"/>
                <a:gd name="csX60" fmla="*/ 118954 w 193002"/>
                <a:gd name="csY60" fmla="*/ 61149 h 111310"/>
                <a:gd name="csX61" fmla="*/ 119432 w 193002"/>
                <a:gd name="csY61" fmla="*/ 63538 h 111310"/>
                <a:gd name="csX62" fmla="*/ 119432 w 193002"/>
                <a:gd name="csY62" fmla="*/ 64493 h 111310"/>
                <a:gd name="csX63" fmla="*/ 119432 w 193002"/>
                <a:gd name="csY63" fmla="*/ 64493 h 111310"/>
                <a:gd name="csX64" fmla="*/ 118477 w 193002"/>
                <a:gd name="csY64" fmla="*/ 65927 h 111310"/>
                <a:gd name="csX65" fmla="*/ 118477 w 193002"/>
                <a:gd name="csY65" fmla="*/ 66404 h 111310"/>
                <a:gd name="csX66" fmla="*/ 118477 w 193002"/>
                <a:gd name="csY66" fmla="*/ 66404 h 111310"/>
                <a:gd name="csX67" fmla="*/ 117999 w 193002"/>
                <a:gd name="csY67" fmla="*/ 68315 h 111310"/>
                <a:gd name="csX68" fmla="*/ 117999 w 193002"/>
                <a:gd name="csY68" fmla="*/ 68793 h 111310"/>
                <a:gd name="csX69" fmla="*/ 117999 w 193002"/>
                <a:gd name="csY69" fmla="*/ 69271 h 111310"/>
                <a:gd name="csX70" fmla="*/ 117999 w 193002"/>
                <a:gd name="csY70" fmla="*/ 70226 h 111310"/>
                <a:gd name="csX71" fmla="*/ 117044 w 193002"/>
                <a:gd name="csY71" fmla="*/ 71659 h 111310"/>
                <a:gd name="csX72" fmla="*/ 115610 w 193002"/>
                <a:gd name="csY72" fmla="*/ 72137 h 111310"/>
                <a:gd name="csX73" fmla="*/ 114177 w 193002"/>
                <a:gd name="csY73" fmla="*/ 72615 h 111310"/>
                <a:gd name="csX74" fmla="*/ 113222 w 193002"/>
                <a:gd name="csY74" fmla="*/ 72137 h 111310"/>
                <a:gd name="csX75" fmla="*/ 111788 w 193002"/>
                <a:gd name="csY75" fmla="*/ 73093 h 111310"/>
                <a:gd name="csX76" fmla="*/ 111788 w 193002"/>
                <a:gd name="csY76" fmla="*/ 73093 h 111310"/>
                <a:gd name="csX77" fmla="*/ 110355 w 193002"/>
                <a:gd name="csY77" fmla="*/ 74526 h 111310"/>
                <a:gd name="csX78" fmla="*/ 109878 w 193002"/>
                <a:gd name="csY78" fmla="*/ 75481 h 111310"/>
                <a:gd name="csX79" fmla="*/ 109878 w 193002"/>
                <a:gd name="csY79" fmla="*/ 76437 h 111310"/>
                <a:gd name="csX80" fmla="*/ 109878 w 193002"/>
                <a:gd name="csY80" fmla="*/ 76914 h 111310"/>
                <a:gd name="csX81" fmla="*/ 109878 w 193002"/>
                <a:gd name="csY81" fmla="*/ 77392 h 111310"/>
                <a:gd name="csX82" fmla="*/ 109878 w 193002"/>
                <a:gd name="csY82" fmla="*/ 78347 h 111310"/>
                <a:gd name="csX83" fmla="*/ 109878 w 193002"/>
                <a:gd name="csY83" fmla="*/ 79303 h 111310"/>
                <a:gd name="csX84" fmla="*/ 109878 w 193002"/>
                <a:gd name="csY84" fmla="*/ 79303 h 111310"/>
                <a:gd name="csX85" fmla="*/ 110833 w 193002"/>
                <a:gd name="csY85" fmla="*/ 79781 h 111310"/>
                <a:gd name="csX86" fmla="*/ 111788 w 193002"/>
                <a:gd name="csY86" fmla="*/ 80258 h 111310"/>
                <a:gd name="csX87" fmla="*/ 111788 w 193002"/>
                <a:gd name="csY87" fmla="*/ 81214 h 111310"/>
                <a:gd name="csX88" fmla="*/ 111311 w 193002"/>
                <a:gd name="csY88" fmla="*/ 81692 h 111310"/>
                <a:gd name="csX89" fmla="*/ 109878 w 193002"/>
                <a:gd name="csY89" fmla="*/ 82647 h 111310"/>
                <a:gd name="csX90" fmla="*/ 107489 w 193002"/>
                <a:gd name="csY90" fmla="*/ 84080 h 111310"/>
                <a:gd name="csX91" fmla="*/ 105100 w 193002"/>
                <a:gd name="csY91" fmla="*/ 85513 h 111310"/>
                <a:gd name="csX92" fmla="*/ 104145 w 193002"/>
                <a:gd name="csY92" fmla="*/ 85991 h 111310"/>
                <a:gd name="csX93" fmla="*/ 104145 w 193002"/>
                <a:gd name="csY93" fmla="*/ 85991 h 111310"/>
                <a:gd name="csX94" fmla="*/ 103667 w 193002"/>
                <a:gd name="csY94" fmla="*/ 86947 h 111310"/>
                <a:gd name="csX95" fmla="*/ 103667 w 193002"/>
                <a:gd name="csY95" fmla="*/ 86947 h 111310"/>
                <a:gd name="csX96" fmla="*/ 103667 w 193002"/>
                <a:gd name="csY96" fmla="*/ 87424 h 111310"/>
                <a:gd name="csX97" fmla="*/ 103189 w 193002"/>
                <a:gd name="csY97" fmla="*/ 87902 h 111310"/>
                <a:gd name="csX98" fmla="*/ 104145 w 193002"/>
                <a:gd name="csY98" fmla="*/ 89813 h 111310"/>
                <a:gd name="csX99" fmla="*/ 104622 w 193002"/>
                <a:gd name="csY99" fmla="*/ 90291 h 111310"/>
                <a:gd name="csX100" fmla="*/ 104622 w 193002"/>
                <a:gd name="csY100" fmla="*/ 90769 h 111310"/>
                <a:gd name="csX101" fmla="*/ 104622 w 193002"/>
                <a:gd name="csY101" fmla="*/ 91724 h 111310"/>
                <a:gd name="csX102" fmla="*/ 104145 w 193002"/>
                <a:gd name="csY102" fmla="*/ 92679 h 111310"/>
                <a:gd name="csX103" fmla="*/ 103189 w 193002"/>
                <a:gd name="csY103" fmla="*/ 92679 h 111310"/>
                <a:gd name="csX104" fmla="*/ 102234 w 193002"/>
                <a:gd name="csY104" fmla="*/ 93157 h 111310"/>
                <a:gd name="csX105" fmla="*/ 102234 w 193002"/>
                <a:gd name="csY105" fmla="*/ 93157 h 111310"/>
                <a:gd name="csX106" fmla="*/ 101756 w 193002"/>
                <a:gd name="csY106" fmla="*/ 94112 h 111310"/>
                <a:gd name="csX107" fmla="*/ 101278 w 193002"/>
                <a:gd name="csY107" fmla="*/ 96501 h 111310"/>
                <a:gd name="csX108" fmla="*/ 100801 w 193002"/>
                <a:gd name="csY108" fmla="*/ 97457 h 111310"/>
                <a:gd name="csX109" fmla="*/ 100801 w 193002"/>
                <a:gd name="csY109" fmla="*/ 97935 h 111310"/>
                <a:gd name="csX110" fmla="*/ 99845 w 193002"/>
                <a:gd name="csY110" fmla="*/ 99368 h 111310"/>
                <a:gd name="csX111" fmla="*/ 99367 w 193002"/>
                <a:gd name="csY111" fmla="*/ 100323 h 111310"/>
                <a:gd name="csX112" fmla="*/ 98412 w 193002"/>
                <a:gd name="csY112" fmla="*/ 100323 h 111310"/>
                <a:gd name="csX113" fmla="*/ 96024 w 193002"/>
                <a:gd name="csY113" fmla="*/ 99368 h 111310"/>
                <a:gd name="csX114" fmla="*/ 93635 w 193002"/>
                <a:gd name="csY114" fmla="*/ 100323 h 111310"/>
                <a:gd name="csX115" fmla="*/ 90769 w 193002"/>
                <a:gd name="csY115" fmla="*/ 100323 h 111310"/>
                <a:gd name="csX116" fmla="*/ 88380 w 193002"/>
                <a:gd name="csY116" fmla="*/ 100323 h 111310"/>
                <a:gd name="csX117" fmla="*/ 86469 w 193002"/>
                <a:gd name="csY117" fmla="*/ 100801 h 111310"/>
                <a:gd name="csX118" fmla="*/ 85035 w 193002"/>
                <a:gd name="csY118" fmla="*/ 101756 h 111310"/>
                <a:gd name="csX119" fmla="*/ 83603 w 193002"/>
                <a:gd name="csY119" fmla="*/ 103189 h 111310"/>
                <a:gd name="csX120" fmla="*/ 82169 w 193002"/>
                <a:gd name="csY120" fmla="*/ 104145 h 111310"/>
                <a:gd name="csX121" fmla="*/ 80736 w 193002"/>
                <a:gd name="csY121" fmla="*/ 104145 h 111310"/>
                <a:gd name="csX122" fmla="*/ 78825 w 193002"/>
                <a:gd name="csY122" fmla="*/ 103189 h 111310"/>
                <a:gd name="csX123" fmla="*/ 77392 w 193002"/>
                <a:gd name="csY123" fmla="*/ 103189 h 111310"/>
                <a:gd name="csX124" fmla="*/ 75481 w 193002"/>
                <a:gd name="csY124" fmla="*/ 102712 h 111310"/>
                <a:gd name="csX125" fmla="*/ 71181 w 193002"/>
                <a:gd name="csY125" fmla="*/ 101278 h 111310"/>
                <a:gd name="csX126" fmla="*/ 69748 w 193002"/>
                <a:gd name="csY126" fmla="*/ 100801 h 111310"/>
                <a:gd name="csX127" fmla="*/ 68793 w 193002"/>
                <a:gd name="csY127" fmla="*/ 100801 h 111310"/>
                <a:gd name="csX128" fmla="*/ 68315 w 193002"/>
                <a:gd name="csY128" fmla="*/ 100323 h 111310"/>
                <a:gd name="csX129" fmla="*/ 68315 w 193002"/>
                <a:gd name="csY129" fmla="*/ 99845 h 111310"/>
                <a:gd name="csX130" fmla="*/ 68315 w 193002"/>
                <a:gd name="csY130" fmla="*/ 98890 h 111310"/>
                <a:gd name="csX131" fmla="*/ 68315 w 193002"/>
                <a:gd name="csY131" fmla="*/ 98890 h 111310"/>
                <a:gd name="csX132" fmla="*/ 67360 w 193002"/>
                <a:gd name="csY132" fmla="*/ 98412 h 111310"/>
                <a:gd name="csX133" fmla="*/ 58283 w 193002"/>
                <a:gd name="csY133" fmla="*/ 98412 h 111310"/>
                <a:gd name="csX134" fmla="*/ 55416 w 193002"/>
                <a:gd name="csY134" fmla="*/ 99368 h 111310"/>
                <a:gd name="csX135" fmla="*/ 53505 w 193002"/>
                <a:gd name="csY135" fmla="*/ 99845 h 111310"/>
                <a:gd name="csX136" fmla="*/ 52550 w 193002"/>
                <a:gd name="csY136" fmla="*/ 100801 h 111310"/>
                <a:gd name="csX137" fmla="*/ 52550 w 193002"/>
                <a:gd name="csY137" fmla="*/ 100801 h 111310"/>
                <a:gd name="csX138" fmla="*/ 52072 w 193002"/>
                <a:gd name="csY138" fmla="*/ 102712 h 111310"/>
                <a:gd name="csX139" fmla="*/ 51117 w 193002"/>
                <a:gd name="csY139" fmla="*/ 104145 h 111310"/>
                <a:gd name="csX140" fmla="*/ 50162 w 193002"/>
                <a:gd name="csY140" fmla="*/ 106056 h 111310"/>
                <a:gd name="csX141" fmla="*/ 47295 w 193002"/>
                <a:gd name="csY141" fmla="*/ 106534 h 111310"/>
                <a:gd name="csX142" fmla="*/ 44906 w 193002"/>
                <a:gd name="csY142" fmla="*/ 108444 h 111310"/>
                <a:gd name="csX143" fmla="*/ 43951 w 193002"/>
                <a:gd name="csY143" fmla="*/ 108444 h 111310"/>
                <a:gd name="csX144" fmla="*/ 42517 w 193002"/>
                <a:gd name="csY144" fmla="*/ 108444 h 111310"/>
                <a:gd name="csX145" fmla="*/ 41085 w 193002"/>
                <a:gd name="csY145" fmla="*/ 107967 h 111310"/>
                <a:gd name="csX146" fmla="*/ 39651 w 193002"/>
                <a:gd name="csY146" fmla="*/ 108922 h 111310"/>
                <a:gd name="csX147" fmla="*/ 38218 w 193002"/>
                <a:gd name="csY147" fmla="*/ 108922 h 111310"/>
                <a:gd name="csX148" fmla="*/ 34396 w 193002"/>
                <a:gd name="csY148" fmla="*/ 107967 h 111310"/>
                <a:gd name="csX149" fmla="*/ 31052 w 193002"/>
                <a:gd name="csY149" fmla="*/ 107489 h 111310"/>
                <a:gd name="csX150" fmla="*/ 28664 w 193002"/>
                <a:gd name="csY150" fmla="*/ 107967 h 111310"/>
                <a:gd name="csX151" fmla="*/ 27708 w 193002"/>
                <a:gd name="csY151" fmla="*/ 108444 h 111310"/>
                <a:gd name="csX152" fmla="*/ 21020 w 193002"/>
                <a:gd name="csY152" fmla="*/ 110833 h 111310"/>
                <a:gd name="csX153" fmla="*/ 19109 w 193002"/>
                <a:gd name="csY153" fmla="*/ 111311 h 111310"/>
                <a:gd name="csX154" fmla="*/ 18153 w 193002"/>
                <a:gd name="csY154" fmla="*/ 110833 h 111310"/>
                <a:gd name="csX155" fmla="*/ 17198 w 193002"/>
                <a:gd name="csY155" fmla="*/ 109878 h 111310"/>
                <a:gd name="csX156" fmla="*/ 15287 w 193002"/>
                <a:gd name="csY156" fmla="*/ 108922 h 111310"/>
                <a:gd name="csX157" fmla="*/ 11465 w 193002"/>
                <a:gd name="csY157" fmla="*/ 105100 h 111310"/>
                <a:gd name="csX158" fmla="*/ 10032 w 193002"/>
                <a:gd name="csY158" fmla="*/ 104145 h 111310"/>
                <a:gd name="csX159" fmla="*/ 9076 w 193002"/>
                <a:gd name="csY159" fmla="*/ 103667 h 111310"/>
                <a:gd name="csX160" fmla="*/ 8121 w 193002"/>
                <a:gd name="csY160" fmla="*/ 102712 h 111310"/>
                <a:gd name="csX161" fmla="*/ 8121 w 193002"/>
                <a:gd name="csY161" fmla="*/ 102712 h 111310"/>
                <a:gd name="csX162" fmla="*/ 6688 w 193002"/>
                <a:gd name="csY162" fmla="*/ 101278 h 111310"/>
                <a:gd name="csX163" fmla="*/ 5255 w 193002"/>
                <a:gd name="csY163" fmla="*/ 100801 h 111310"/>
                <a:gd name="csX164" fmla="*/ 3821 w 193002"/>
                <a:gd name="csY164" fmla="*/ 99368 h 111310"/>
                <a:gd name="csX165" fmla="*/ 2389 w 193002"/>
                <a:gd name="csY165" fmla="*/ 97457 h 111310"/>
                <a:gd name="csX166" fmla="*/ 1910 w 193002"/>
                <a:gd name="csY166" fmla="*/ 94590 h 111310"/>
                <a:gd name="csX167" fmla="*/ 1910 w 193002"/>
                <a:gd name="csY167" fmla="*/ 94590 h 111310"/>
                <a:gd name="csX168" fmla="*/ 478 w 193002"/>
                <a:gd name="csY168" fmla="*/ 94112 h 111310"/>
                <a:gd name="csX169" fmla="*/ 0 w 193002"/>
                <a:gd name="csY169" fmla="*/ 93157 h 111310"/>
                <a:gd name="csX170" fmla="*/ 0 w 193002"/>
                <a:gd name="csY170" fmla="*/ 92679 h 111310"/>
                <a:gd name="csX171" fmla="*/ 1910 w 193002"/>
                <a:gd name="csY171" fmla="*/ 90291 h 111310"/>
                <a:gd name="csX172" fmla="*/ 2866 w 193002"/>
                <a:gd name="csY172" fmla="*/ 92679 h 111310"/>
                <a:gd name="csX173" fmla="*/ 3344 w 193002"/>
                <a:gd name="csY173" fmla="*/ 93157 h 111310"/>
                <a:gd name="csX174" fmla="*/ 6210 w 193002"/>
                <a:gd name="csY174" fmla="*/ 95068 h 111310"/>
                <a:gd name="csX175" fmla="*/ 8599 w 193002"/>
                <a:gd name="csY175" fmla="*/ 95546 h 111310"/>
                <a:gd name="csX176" fmla="*/ 11465 w 193002"/>
                <a:gd name="csY176" fmla="*/ 96024 h 111310"/>
                <a:gd name="csX177" fmla="*/ 13854 w 193002"/>
                <a:gd name="csY177" fmla="*/ 96024 h 111310"/>
                <a:gd name="csX178" fmla="*/ 14809 w 193002"/>
                <a:gd name="csY178" fmla="*/ 96024 h 111310"/>
                <a:gd name="csX179" fmla="*/ 15765 w 193002"/>
                <a:gd name="csY179" fmla="*/ 95546 h 111310"/>
                <a:gd name="csX180" fmla="*/ 16721 w 193002"/>
                <a:gd name="csY180" fmla="*/ 96024 h 111310"/>
                <a:gd name="csX181" fmla="*/ 22453 w 193002"/>
                <a:gd name="csY181" fmla="*/ 98890 h 111310"/>
                <a:gd name="csX182" fmla="*/ 24364 w 193002"/>
                <a:gd name="csY182" fmla="*/ 99368 h 111310"/>
                <a:gd name="csX183" fmla="*/ 26753 w 193002"/>
                <a:gd name="csY183" fmla="*/ 98890 h 111310"/>
                <a:gd name="csX184" fmla="*/ 27708 w 193002"/>
                <a:gd name="csY184" fmla="*/ 99368 h 111310"/>
                <a:gd name="csX185" fmla="*/ 30574 w 193002"/>
                <a:gd name="csY185" fmla="*/ 101278 h 111310"/>
                <a:gd name="csX186" fmla="*/ 31530 w 193002"/>
                <a:gd name="csY186" fmla="*/ 101756 h 111310"/>
                <a:gd name="csX187" fmla="*/ 33441 w 193002"/>
                <a:gd name="csY187" fmla="*/ 101756 h 111310"/>
                <a:gd name="csX188" fmla="*/ 31530 w 193002"/>
                <a:gd name="csY188" fmla="*/ 100801 h 111310"/>
                <a:gd name="csX189" fmla="*/ 30097 w 193002"/>
                <a:gd name="csY189" fmla="*/ 99845 h 111310"/>
                <a:gd name="csX190" fmla="*/ 29619 w 193002"/>
                <a:gd name="csY190" fmla="*/ 98412 h 111310"/>
                <a:gd name="csX191" fmla="*/ 29619 w 193002"/>
                <a:gd name="csY191" fmla="*/ 97457 h 111310"/>
                <a:gd name="csX192" fmla="*/ 31052 w 193002"/>
                <a:gd name="csY192" fmla="*/ 96501 h 111310"/>
                <a:gd name="csX193" fmla="*/ 32008 w 193002"/>
                <a:gd name="csY193" fmla="*/ 95546 h 111310"/>
                <a:gd name="csX194" fmla="*/ 32008 w 193002"/>
                <a:gd name="csY194" fmla="*/ 92202 h 111310"/>
                <a:gd name="csX195" fmla="*/ 32963 w 193002"/>
                <a:gd name="csY195" fmla="*/ 90769 h 111310"/>
                <a:gd name="csX196" fmla="*/ 33919 w 193002"/>
                <a:gd name="csY196" fmla="*/ 89335 h 111310"/>
                <a:gd name="csX197" fmla="*/ 34396 w 193002"/>
                <a:gd name="csY197" fmla="*/ 87902 h 111310"/>
                <a:gd name="csX198" fmla="*/ 32963 w 193002"/>
                <a:gd name="csY198" fmla="*/ 86947 h 111310"/>
                <a:gd name="csX199" fmla="*/ 32485 w 193002"/>
                <a:gd name="csY199" fmla="*/ 85036 h 111310"/>
                <a:gd name="csX200" fmla="*/ 32963 w 193002"/>
                <a:gd name="csY200" fmla="*/ 83603 h 111310"/>
                <a:gd name="csX201" fmla="*/ 33441 w 193002"/>
                <a:gd name="csY201" fmla="*/ 82647 h 111310"/>
                <a:gd name="csX202" fmla="*/ 34874 w 193002"/>
                <a:gd name="csY202" fmla="*/ 83603 h 111310"/>
                <a:gd name="csX203" fmla="*/ 35830 w 193002"/>
                <a:gd name="csY203" fmla="*/ 84080 h 111310"/>
                <a:gd name="csX204" fmla="*/ 36785 w 193002"/>
                <a:gd name="csY204" fmla="*/ 84080 h 111310"/>
                <a:gd name="csX205" fmla="*/ 37740 w 193002"/>
                <a:gd name="csY205" fmla="*/ 83603 h 111310"/>
                <a:gd name="csX206" fmla="*/ 37740 w 193002"/>
                <a:gd name="csY206" fmla="*/ 83125 h 111310"/>
                <a:gd name="csX207" fmla="*/ 37740 w 193002"/>
                <a:gd name="csY207" fmla="*/ 81692 h 111310"/>
                <a:gd name="csX208" fmla="*/ 37740 w 193002"/>
                <a:gd name="csY208" fmla="*/ 79303 h 111310"/>
                <a:gd name="csX209" fmla="*/ 39174 w 193002"/>
                <a:gd name="csY209" fmla="*/ 77392 h 111310"/>
                <a:gd name="csX210" fmla="*/ 41085 w 193002"/>
                <a:gd name="csY210" fmla="*/ 75959 h 111310"/>
                <a:gd name="csX211" fmla="*/ 43473 w 193002"/>
                <a:gd name="csY211" fmla="*/ 75003 h 111310"/>
                <a:gd name="csX212" fmla="*/ 51117 w 193002"/>
                <a:gd name="csY212" fmla="*/ 74048 h 111310"/>
                <a:gd name="csX213" fmla="*/ 63538 w 193002"/>
                <a:gd name="csY213" fmla="*/ 71182 h 111310"/>
                <a:gd name="csX214" fmla="*/ 66882 w 193002"/>
                <a:gd name="csY214" fmla="*/ 70226 h 111310"/>
                <a:gd name="csX215" fmla="*/ 68315 w 193002"/>
                <a:gd name="csY215" fmla="*/ 69748 h 111310"/>
                <a:gd name="csX216" fmla="*/ 69271 w 193002"/>
                <a:gd name="csY216" fmla="*/ 68793 h 111310"/>
                <a:gd name="csX217" fmla="*/ 71181 w 193002"/>
                <a:gd name="csY217" fmla="*/ 66404 h 111310"/>
                <a:gd name="csX218" fmla="*/ 75003 w 193002"/>
                <a:gd name="csY218" fmla="*/ 62582 h 111310"/>
                <a:gd name="csX219" fmla="*/ 77392 w 193002"/>
                <a:gd name="csY219" fmla="*/ 59238 h 111310"/>
                <a:gd name="csX220" fmla="*/ 82647 w 193002"/>
                <a:gd name="csY220" fmla="*/ 54461 h 111310"/>
                <a:gd name="csX221" fmla="*/ 86947 w 193002"/>
                <a:gd name="csY221" fmla="*/ 50162 h 111310"/>
                <a:gd name="csX222" fmla="*/ 87424 w 193002"/>
                <a:gd name="csY222" fmla="*/ 49206 h 111310"/>
                <a:gd name="csX223" fmla="*/ 87902 w 193002"/>
                <a:gd name="csY223" fmla="*/ 46817 h 111310"/>
                <a:gd name="csX224" fmla="*/ 88380 w 193002"/>
                <a:gd name="csY224" fmla="*/ 45862 h 111310"/>
                <a:gd name="csX225" fmla="*/ 87902 w 193002"/>
                <a:gd name="csY225" fmla="*/ 44429 h 111310"/>
                <a:gd name="csX226" fmla="*/ 88380 w 193002"/>
                <a:gd name="csY226" fmla="*/ 43951 h 111310"/>
                <a:gd name="csX227" fmla="*/ 89335 w 193002"/>
                <a:gd name="csY227" fmla="*/ 43473 h 111310"/>
                <a:gd name="csX228" fmla="*/ 89813 w 193002"/>
                <a:gd name="csY228" fmla="*/ 43473 h 111310"/>
                <a:gd name="csX229" fmla="*/ 90290 w 193002"/>
                <a:gd name="csY229" fmla="*/ 44429 h 111310"/>
                <a:gd name="csX230" fmla="*/ 91724 w 193002"/>
                <a:gd name="csY230" fmla="*/ 44906 h 111310"/>
                <a:gd name="csX231" fmla="*/ 92679 w 193002"/>
                <a:gd name="csY231" fmla="*/ 45862 h 111310"/>
                <a:gd name="csX232" fmla="*/ 93635 w 193002"/>
                <a:gd name="csY232" fmla="*/ 46817 h 111310"/>
                <a:gd name="csX233" fmla="*/ 94112 w 193002"/>
                <a:gd name="csY233" fmla="*/ 48251 h 111310"/>
                <a:gd name="csX234" fmla="*/ 94112 w 193002"/>
                <a:gd name="csY234" fmla="*/ 48728 h 111310"/>
                <a:gd name="csX235" fmla="*/ 94590 w 193002"/>
                <a:gd name="csY235" fmla="*/ 49684 h 111310"/>
                <a:gd name="csX236" fmla="*/ 96501 w 193002"/>
                <a:gd name="csY236" fmla="*/ 49684 h 111310"/>
                <a:gd name="csX237" fmla="*/ 97456 w 193002"/>
                <a:gd name="csY237" fmla="*/ 50639 h 111310"/>
                <a:gd name="csX238" fmla="*/ 98412 w 193002"/>
                <a:gd name="csY238" fmla="*/ 52550 h 111310"/>
                <a:gd name="csX239" fmla="*/ 99845 w 193002"/>
                <a:gd name="csY239" fmla="*/ 53505 h 111310"/>
                <a:gd name="csX240" fmla="*/ 100323 w 193002"/>
                <a:gd name="csY240" fmla="*/ 53983 h 111310"/>
                <a:gd name="csX241" fmla="*/ 101278 w 193002"/>
                <a:gd name="csY241" fmla="*/ 53983 h 111310"/>
                <a:gd name="csX242" fmla="*/ 102712 w 193002"/>
                <a:gd name="csY242" fmla="*/ 52550 h 111310"/>
                <a:gd name="csX243" fmla="*/ 102712 w 193002"/>
                <a:gd name="csY243" fmla="*/ 52550 h 111310"/>
                <a:gd name="csX244" fmla="*/ 103667 w 193002"/>
                <a:gd name="csY244" fmla="*/ 51595 h 111310"/>
                <a:gd name="csX245" fmla="*/ 104622 w 193002"/>
                <a:gd name="csY245" fmla="*/ 49684 h 111310"/>
                <a:gd name="csX246" fmla="*/ 104145 w 193002"/>
                <a:gd name="csY246" fmla="*/ 49206 h 111310"/>
                <a:gd name="csX247" fmla="*/ 104622 w 193002"/>
                <a:gd name="csY247" fmla="*/ 48251 h 111310"/>
                <a:gd name="csX248" fmla="*/ 105100 w 193002"/>
                <a:gd name="csY248" fmla="*/ 47773 h 111310"/>
                <a:gd name="csX249" fmla="*/ 105100 w 193002"/>
                <a:gd name="csY249" fmla="*/ 47295 h 111310"/>
                <a:gd name="csX250" fmla="*/ 104622 w 193002"/>
                <a:gd name="csY250" fmla="*/ 46817 h 111310"/>
                <a:gd name="csX251" fmla="*/ 104145 w 193002"/>
                <a:gd name="csY251" fmla="*/ 45862 h 111310"/>
                <a:gd name="csX252" fmla="*/ 103667 w 193002"/>
                <a:gd name="csY252" fmla="*/ 44429 h 111310"/>
                <a:gd name="csX253" fmla="*/ 103189 w 193002"/>
                <a:gd name="csY253" fmla="*/ 42518 h 111310"/>
                <a:gd name="csX254" fmla="*/ 103189 w 193002"/>
                <a:gd name="csY254" fmla="*/ 41562 h 111310"/>
                <a:gd name="csX255" fmla="*/ 104145 w 193002"/>
                <a:gd name="csY255" fmla="*/ 40607 h 111310"/>
                <a:gd name="csX256" fmla="*/ 105578 w 193002"/>
                <a:gd name="csY256" fmla="*/ 40129 h 111310"/>
                <a:gd name="csX257" fmla="*/ 106533 w 193002"/>
                <a:gd name="csY257" fmla="*/ 39174 h 111310"/>
                <a:gd name="csX258" fmla="*/ 107011 w 193002"/>
                <a:gd name="csY258" fmla="*/ 38696 h 111310"/>
                <a:gd name="csX259" fmla="*/ 108922 w 193002"/>
                <a:gd name="csY259" fmla="*/ 38218 h 111310"/>
                <a:gd name="csX260" fmla="*/ 108922 w 193002"/>
                <a:gd name="csY260" fmla="*/ 39651 h 111310"/>
                <a:gd name="csX261" fmla="*/ 108922 w 193002"/>
                <a:gd name="csY261" fmla="*/ 42040 h 111310"/>
                <a:gd name="csX262" fmla="*/ 109400 w 193002"/>
                <a:gd name="csY262" fmla="*/ 43951 h 111310"/>
                <a:gd name="csX263" fmla="*/ 110355 w 193002"/>
                <a:gd name="csY263" fmla="*/ 47295 h 111310"/>
                <a:gd name="csX264" fmla="*/ 110355 w 193002"/>
                <a:gd name="csY264" fmla="*/ 47295 h 111310"/>
                <a:gd name="csX265" fmla="*/ 111788 w 193002"/>
                <a:gd name="csY265" fmla="*/ 47773 h 111310"/>
                <a:gd name="csX266" fmla="*/ 113222 w 193002"/>
                <a:gd name="csY266" fmla="*/ 48251 h 111310"/>
                <a:gd name="csX267" fmla="*/ 113699 w 193002"/>
                <a:gd name="csY267" fmla="*/ 48251 h 111310"/>
                <a:gd name="csX268" fmla="*/ 114177 w 193002"/>
                <a:gd name="csY268" fmla="*/ 48251 h 111310"/>
                <a:gd name="csX269" fmla="*/ 114655 w 193002"/>
                <a:gd name="csY269" fmla="*/ 47773 h 111310"/>
                <a:gd name="csX270" fmla="*/ 114655 w 193002"/>
                <a:gd name="csY270" fmla="*/ 47773 h 111310"/>
                <a:gd name="csX271" fmla="*/ 114655 w 193002"/>
                <a:gd name="csY271" fmla="*/ 47295 h 111310"/>
                <a:gd name="csX272" fmla="*/ 113699 w 193002"/>
                <a:gd name="csY272" fmla="*/ 46340 h 111310"/>
                <a:gd name="csX273" fmla="*/ 113699 w 193002"/>
                <a:gd name="csY273" fmla="*/ 42996 h 111310"/>
                <a:gd name="csX274" fmla="*/ 112744 w 193002"/>
                <a:gd name="csY274" fmla="*/ 40607 h 111310"/>
                <a:gd name="csX275" fmla="*/ 111311 w 193002"/>
                <a:gd name="csY275" fmla="*/ 38696 h 111310"/>
                <a:gd name="csX276" fmla="*/ 111311 w 193002"/>
                <a:gd name="csY276" fmla="*/ 38696 h 111310"/>
                <a:gd name="csX277" fmla="*/ 110833 w 193002"/>
                <a:gd name="csY277" fmla="*/ 38218 h 111310"/>
                <a:gd name="csX278" fmla="*/ 115610 w 193002"/>
                <a:gd name="csY278" fmla="*/ 37740 h 111310"/>
                <a:gd name="csX279" fmla="*/ 116566 w 193002"/>
                <a:gd name="csY279" fmla="*/ 36785 h 111310"/>
                <a:gd name="csX280" fmla="*/ 118477 w 193002"/>
                <a:gd name="csY280" fmla="*/ 35352 h 111310"/>
                <a:gd name="csX281" fmla="*/ 118954 w 193002"/>
                <a:gd name="csY281" fmla="*/ 34874 h 111310"/>
                <a:gd name="csX282" fmla="*/ 119910 w 193002"/>
                <a:gd name="csY282" fmla="*/ 32963 h 111310"/>
                <a:gd name="csX283" fmla="*/ 117521 w 193002"/>
                <a:gd name="csY283" fmla="*/ 31530 h 111310"/>
                <a:gd name="csX284" fmla="*/ 116566 w 193002"/>
                <a:gd name="csY284" fmla="*/ 30097 h 111310"/>
                <a:gd name="csX285" fmla="*/ 116566 w 193002"/>
                <a:gd name="csY285" fmla="*/ 28664 h 111310"/>
                <a:gd name="csX286" fmla="*/ 119432 w 193002"/>
                <a:gd name="csY286" fmla="*/ 25797 h 111310"/>
                <a:gd name="csX287" fmla="*/ 120388 w 193002"/>
                <a:gd name="csY287" fmla="*/ 25320 h 111310"/>
                <a:gd name="csX288" fmla="*/ 120388 w 193002"/>
                <a:gd name="csY288" fmla="*/ 26275 h 111310"/>
                <a:gd name="csX289" fmla="*/ 121821 w 193002"/>
                <a:gd name="csY289" fmla="*/ 26753 h 111310"/>
                <a:gd name="csX290" fmla="*/ 122776 w 193002"/>
                <a:gd name="csY290" fmla="*/ 26753 h 111310"/>
                <a:gd name="csX291" fmla="*/ 124210 w 193002"/>
                <a:gd name="csY291" fmla="*/ 26753 h 111310"/>
                <a:gd name="csX292" fmla="*/ 125642 w 193002"/>
                <a:gd name="csY292" fmla="*/ 25320 h 111310"/>
                <a:gd name="csX293" fmla="*/ 126598 w 193002"/>
                <a:gd name="csY293" fmla="*/ 22931 h 111310"/>
                <a:gd name="csX294" fmla="*/ 129465 w 193002"/>
                <a:gd name="csY294" fmla="*/ 20064 h 111310"/>
                <a:gd name="csX295" fmla="*/ 130420 w 193002"/>
                <a:gd name="csY295" fmla="*/ 18154 h 111310"/>
                <a:gd name="csX296" fmla="*/ 130897 w 193002"/>
                <a:gd name="csY296" fmla="*/ 15765 h 111310"/>
                <a:gd name="csX297" fmla="*/ 138063 w 193002"/>
                <a:gd name="csY297" fmla="*/ 8599 h 111310"/>
                <a:gd name="csX298" fmla="*/ 138542 w 193002"/>
                <a:gd name="csY298" fmla="*/ 7644 h 111310"/>
                <a:gd name="csX299" fmla="*/ 142841 w 193002"/>
                <a:gd name="csY299" fmla="*/ 478 h 111310"/>
                <a:gd name="csX300" fmla="*/ 143319 w 193002"/>
                <a:gd name="csY300" fmla="*/ 0 h 111310"/>
                <a:gd name="csX301" fmla="*/ 144752 w 193002"/>
                <a:gd name="csY301" fmla="*/ 955 h 111310"/>
                <a:gd name="csX302" fmla="*/ 144752 w 193002"/>
                <a:gd name="csY302" fmla="*/ 3344 h 111310"/>
                <a:gd name="csX303" fmla="*/ 144752 w 193002"/>
                <a:gd name="csY303" fmla="*/ 4299 h 111310"/>
                <a:gd name="csX304" fmla="*/ 143796 w 193002"/>
                <a:gd name="csY304" fmla="*/ 5733 h 111310"/>
                <a:gd name="csX305" fmla="*/ 143796 w 193002"/>
                <a:gd name="csY305" fmla="*/ 7166 h 111310"/>
                <a:gd name="csX306" fmla="*/ 144274 w 193002"/>
                <a:gd name="csY306" fmla="*/ 7166 h 111310"/>
                <a:gd name="csX307" fmla="*/ 146185 w 193002"/>
                <a:gd name="csY307" fmla="*/ 6210 h 111310"/>
                <a:gd name="csX308" fmla="*/ 148096 w 193002"/>
                <a:gd name="csY308" fmla="*/ 3822 h 111310"/>
                <a:gd name="csX309" fmla="*/ 149529 w 193002"/>
                <a:gd name="csY309" fmla="*/ 1433 h 111310"/>
                <a:gd name="csX310" fmla="*/ 150485 w 193002"/>
                <a:gd name="csY310" fmla="*/ 478 h 111310"/>
                <a:gd name="csX311" fmla="*/ 152395 w 193002"/>
                <a:gd name="csY311" fmla="*/ 955 h 111310"/>
                <a:gd name="csX312" fmla="*/ 152873 w 193002"/>
                <a:gd name="csY312" fmla="*/ 1433 h 111310"/>
                <a:gd name="csX313" fmla="*/ 152873 w 193002"/>
                <a:gd name="csY313" fmla="*/ 2866 h 111310"/>
                <a:gd name="csX314" fmla="*/ 152873 w 193002"/>
                <a:gd name="csY314" fmla="*/ 3822 h 111310"/>
                <a:gd name="csX315" fmla="*/ 153829 w 193002"/>
                <a:gd name="csY315" fmla="*/ 5733 h 111310"/>
                <a:gd name="csX316" fmla="*/ 155262 w 193002"/>
                <a:gd name="csY316" fmla="*/ 7166 h 111310"/>
                <a:gd name="csX317" fmla="*/ 157651 w 193002"/>
                <a:gd name="csY317" fmla="*/ 7644 h 111310"/>
                <a:gd name="csX318" fmla="*/ 160039 w 193002"/>
                <a:gd name="csY318" fmla="*/ 9077 h 111310"/>
                <a:gd name="csX319" fmla="*/ 160517 w 193002"/>
                <a:gd name="csY319" fmla="*/ 9555 h 111310"/>
                <a:gd name="csX320" fmla="*/ 160995 w 193002"/>
                <a:gd name="csY320" fmla="*/ 10510 h 111310"/>
                <a:gd name="csX321" fmla="*/ 161472 w 193002"/>
                <a:gd name="csY321" fmla="*/ 11943 h 111310"/>
                <a:gd name="csX322" fmla="*/ 161472 w 193002"/>
                <a:gd name="csY322" fmla="*/ 13376 h 111310"/>
                <a:gd name="csX323" fmla="*/ 160039 w 193002"/>
                <a:gd name="csY323" fmla="*/ 14809 h 111310"/>
                <a:gd name="csX324" fmla="*/ 160517 w 193002"/>
                <a:gd name="csY324" fmla="*/ 16721 h 111310"/>
                <a:gd name="csX325" fmla="*/ 160517 w 193002"/>
                <a:gd name="csY325" fmla="*/ 18154 h 111310"/>
                <a:gd name="csX326" fmla="*/ 160039 w 193002"/>
                <a:gd name="csY326" fmla="*/ 19109 h 111310"/>
                <a:gd name="csX327" fmla="*/ 157651 w 193002"/>
                <a:gd name="csY327" fmla="*/ 20064 h 111310"/>
                <a:gd name="csX328" fmla="*/ 163861 w 193002"/>
                <a:gd name="csY328" fmla="*/ 19109 h 111310"/>
                <a:gd name="csX329" fmla="*/ 165772 w 193002"/>
                <a:gd name="csY329" fmla="*/ 18631 h 111310"/>
                <a:gd name="csX330" fmla="*/ 167683 w 193002"/>
                <a:gd name="csY330" fmla="*/ 17198 h 111310"/>
                <a:gd name="csX331" fmla="*/ 168638 w 193002"/>
                <a:gd name="csY331" fmla="*/ 18631 h 111310"/>
                <a:gd name="csX332" fmla="*/ 170072 w 193002"/>
                <a:gd name="csY332" fmla="*/ 20542 h 111310"/>
                <a:gd name="csX333" fmla="*/ 169116 w 193002"/>
                <a:gd name="csY333" fmla="*/ 21020 h 111310"/>
                <a:gd name="csX334" fmla="*/ 166249 w 193002"/>
                <a:gd name="csY334" fmla="*/ 21975 h 111310"/>
                <a:gd name="csX335" fmla="*/ 166249 w 193002"/>
                <a:gd name="csY335" fmla="*/ 22453 h 111310"/>
                <a:gd name="csX336" fmla="*/ 167205 w 193002"/>
                <a:gd name="csY336" fmla="*/ 23409 h 111310"/>
                <a:gd name="csX337" fmla="*/ 168161 w 193002"/>
                <a:gd name="csY337" fmla="*/ 23409 h 111310"/>
                <a:gd name="csX338" fmla="*/ 170549 w 193002"/>
                <a:gd name="csY338" fmla="*/ 22453 h 111310"/>
                <a:gd name="csX339" fmla="*/ 172460 w 193002"/>
                <a:gd name="csY339" fmla="*/ 21498 h 111310"/>
                <a:gd name="csX340" fmla="*/ 173415 w 193002"/>
                <a:gd name="csY340" fmla="*/ 21498 h 111310"/>
                <a:gd name="csX341" fmla="*/ 174849 w 193002"/>
                <a:gd name="csY341" fmla="*/ 21498 h 111310"/>
                <a:gd name="csX342" fmla="*/ 176760 w 193002"/>
                <a:gd name="csY342" fmla="*/ 22453 h 111310"/>
                <a:gd name="csX343" fmla="*/ 177715 w 193002"/>
                <a:gd name="csY343" fmla="*/ 22931 h 111310"/>
                <a:gd name="csX344" fmla="*/ 178670 w 193002"/>
                <a:gd name="csY344" fmla="*/ 23886 h 111310"/>
                <a:gd name="csX345" fmla="*/ 179626 w 193002"/>
                <a:gd name="csY345" fmla="*/ 25797 h 111310"/>
                <a:gd name="csX346" fmla="*/ 182015 w 193002"/>
                <a:gd name="csY346" fmla="*/ 26275 h 111310"/>
                <a:gd name="csX347" fmla="*/ 186792 w 193002"/>
                <a:gd name="csY347" fmla="*/ 28664 h 111310"/>
                <a:gd name="csX348" fmla="*/ 187747 w 193002"/>
                <a:gd name="csY348" fmla="*/ 28664 h 111310"/>
                <a:gd name="csX349" fmla="*/ 188703 w 193002"/>
                <a:gd name="csY349" fmla="*/ 28664 h 111310"/>
                <a:gd name="csX350" fmla="*/ 191092 w 193002"/>
                <a:gd name="csY350" fmla="*/ 28664 h 111310"/>
                <a:gd name="csX351" fmla="*/ 192047 w 193002"/>
                <a:gd name="csY351" fmla="*/ 28664 h 111310"/>
                <a:gd name="csX352" fmla="*/ 192525 w 193002"/>
                <a:gd name="csY352" fmla="*/ 29619 h 111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</a:cxnLst>
              <a:rect l="l" t="t" r="r" b="b"/>
              <a:pathLst>
                <a:path w="193002" h="111310">
                  <a:moveTo>
                    <a:pt x="192525" y="29619"/>
                  </a:moveTo>
                  <a:lnTo>
                    <a:pt x="193002" y="30575"/>
                  </a:lnTo>
                  <a:lnTo>
                    <a:pt x="192525" y="32008"/>
                  </a:lnTo>
                  <a:lnTo>
                    <a:pt x="192525" y="32963"/>
                  </a:lnTo>
                  <a:lnTo>
                    <a:pt x="192047" y="33441"/>
                  </a:lnTo>
                  <a:lnTo>
                    <a:pt x="190136" y="34396"/>
                  </a:lnTo>
                  <a:lnTo>
                    <a:pt x="185836" y="35830"/>
                  </a:lnTo>
                  <a:lnTo>
                    <a:pt x="181059" y="36785"/>
                  </a:lnTo>
                  <a:lnTo>
                    <a:pt x="178670" y="36785"/>
                  </a:lnTo>
                  <a:lnTo>
                    <a:pt x="175326" y="35830"/>
                  </a:lnTo>
                  <a:lnTo>
                    <a:pt x="173893" y="36307"/>
                  </a:lnTo>
                  <a:lnTo>
                    <a:pt x="172938" y="36785"/>
                  </a:lnTo>
                  <a:lnTo>
                    <a:pt x="171504" y="39651"/>
                  </a:lnTo>
                  <a:lnTo>
                    <a:pt x="173893" y="42518"/>
                  </a:lnTo>
                  <a:lnTo>
                    <a:pt x="178670" y="45384"/>
                  </a:lnTo>
                  <a:lnTo>
                    <a:pt x="179626" y="46340"/>
                  </a:lnTo>
                  <a:lnTo>
                    <a:pt x="179149" y="47295"/>
                  </a:lnTo>
                  <a:lnTo>
                    <a:pt x="178670" y="47773"/>
                  </a:lnTo>
                  <a:lnTo>
                    <a:pt x="177715" y="47773"/>
                  </a:lnTo>
                  <a:lnTo>
                    <a:pt x="174849" y="48251"/>
                  </a:lnTo>
                  <a:lnTo>
                    <a:pt x="171983" y="48728"/>
                  </a:lnTo>
                  <a:lnTo>
                    <a:pt x="170072" y="49206"/>
                  </a:lnTo>
                  <a:lnTo>
                    <a:pt x="167683" y="50162"/>
                  </a:lnTo>
                  <a:lnTo>
                    <a:pt x="165772" y="49684"/>
                  </a:lnTo>
                  <a:lnTo>
                    <a:pt x="162428" y="48251"/>
                  </a:lnTo>
                  <a:lnTo>
                    <a:pt x="161472" y="48251"/>
                  </a:lnTo>
                  <a:lnTo>
                    <a:pt x="160517" y="48728"/>
                  </a:lnTo>
                  <a:lnTo>
                    <a:pt x="160039" y="50639"/>
                  </a:lnTo>
                  <a:lnTo>
                    <a:pt x="159084" y="51117"/>
                  </a:lnTo>
                  <a:lnTo>
                    <a:pt x="159084" y="51117"/>
                  </a:lnTo>
                  <a:lnTo>
                    <a:pt x="158606" y="51117"/>
                  </a:lnTo>
                  <a:lnTo>
                    <a:pt x="156695" y="51117"/>
                  </a:lnTo>
                  <a:lnTo>
                    <a:pt x="153351" y="49206"/>
                  </a:lnTo>
                  <a:lnTo>
                    <a:pt x="150007" y="48251"/>
                  </a:lnTo>
                  <a:lnTo>
                    <a:pt x="144752" y="48251"/>
                  </a:lnTo>
                  <a:lnTo>
                    <a:pt x="141885" y="47773"/>
                  </a:lnTo>
                  <a:lnTo>
                    <a:pt x="140930" y="48251"/>
                  </a:lnTo>
                  <a:lnTo>
                    <a:pt x="139974" y="48251"/>
                  </a:lnTo>
                  <a:lnTo>
                    <a:pt x="139019" y="47773"/>
                  </a:lnTo>
                  <a:lnTo>
                    <a:pt x="138063" y="47773"/>
                  </a:lnTo>
                  <a:lnTo>
                    <a:pt x="138063" y="47773"/>
                  </a:lnTo>
                  <a:lnTo>
                    <a:pt x="136153" y="48728"/>
                  </a:lnTo>
                  <a:lnTo>
                    <a:pt x="135197" y="48251"/>
                  </a:lnTo>
                  <a:lnTo>
                    <a:pt x="134242" y="47773"/>
                  </a:lnTo>
                  <a:lnTo>
                    <a:pt x="132808" y="47773"/>
                  </a:lnTo>
                  <a:lnTo>
                    <a:pt x="130897" y="47773"/>
                  </a:lnTo>
                  <a:lnTo>
                    <a:pt x="128509" y="49206"/>
                  </a:lnTo>
                  <a:lnTo>
                    <a:pt x="126120" y="48251"/>
                  </a:lnTo>
                  <a:lnTo>
                    <a:pt x="125165" y="48251"/>
                  </a:lnTo>
                  <a:lnTo>
                    <a:pt x="124687" y="48251"/>
                  </a:lnTo>
                  <a:lnTo>
                    <a:pt x="124687" y="48251"/>
                  </a:lnTo>
                  <a:lnTo>
                    <a:pt x="123731" y="49684"/>
                  </a:lnTo>
                  <a:lnTo>
                    <a:pt x="121821" y="50639"/>
                  </a:lnTo>
                  <a:lnTo>
                    <a:pt x="120865" y="53028"/>
                  </a:lnTo>
                  <a:lnTo>
                    <a:pt x="120865" y="53028"/>
                  </a:lnTo>
                  <a:lnTo>
                    <a:pt x="119910" y="54939"/>
                  </a:lnTo>
                  <a:lnTo>
                    <a:pt x="119910" y="54939"/>
                  </a:lnTo>
                  <a:lnTo>
                    <a:pt x="119432" y="55417"/>
                  </a:lnTo>
                  <a:lnTo>
                    <a:pt x="119432" y="55417"/>
                  </a:lnTo>
                  <a:lnTo>
                    <a:pt x="119432" y="59238"/>
                  </a:lnTo>
                  <a:lnTo>
                    <a:pt x="118954" y="61149"/>
                  </a:lnTo>
                  <a:lnTo>
                    <a:pt x="119432" y="63538"/>
                  </a:lnTo>
                  <a:lnTo>
                    <a:pt x="119432" y="64493"/>
                  </a:lnTo>
                  <a:lnTo>
                    <a:pt x="119432" y="64493"/>
                  </a:lnTo>
                  <a:lnTo>
                    <a:pt x="118477" y="65927"/>
                  </a:lnTo>
                  <a:lnTo>
                    <a:pt x="118477" y="66404"/>
                  </a:lnTo>
                  <a:lnTo>
                    <a:pt x="118477" y="66404"/>
                  </a:lnTo>
                  <a:lnTo>
                    <a:pt x="117999" y="68315"/>
                  </a:lnTo>
                  <a:lnTo>
                    <a:pt x="117999" y="68793"/>
                  </a:lnTo>
                  <a:lnTo>
                    <a:pt x="117999" y="69271"/>
                  </a:lnTo>
                  <a:lnTo>
                    <a:pt x="117999" y="70226"/>
                  </a:lnTo>
                  <a:lnTo>
                    <a:pt x="117044" y="71659"/>
                  </a:lnTo>
                  <a:lnTo>
                    <a:pt x="115610" y="72137"/>
                  </a:lnTo>
                  <a:lnTo>
                    <a:pt x="114177" y="72615"/>
                  </a:lnTo>
                  <a:lnTo>
                    <a:pt x="113222" y="72137"/>
                  </a:lnTo>
                  <a:lnTo>
                    <a:pt x="111788" y="73093"/>
                  </a:lnTo>
                  <a:lnTo>
                    <a:pt x="111788" y="73093"/>
                  </a:lnTo>
                  <a:lnTo>
                    <a:pt x="110355" y="74526"/>
                  </a:lnTo>
                  <a:lnTo>
                    <a:pt x="109878" y="75481"/>
                  </a:lnTo>
                  <a:lnTo>
                    <a:pt x="109878" y="76437"/>
                  </a:lnTo>
                  <a:lnTo>
                    <a:pt x="109878" y="76914"/>
                  </a:lnTo>
                  <a:lnTo>
                    <a:pt x="109878" y="77392"/>
                  </a:lnTo>
                  <a:lnTo>
                    <a:pt x="109878" y="78347"/>
                  </a:lnTo>
                  <a:lnTo>
                    <a:pt x="109878" y="79303"/>
                  </a:lnTo>
                  <a:lnTo>
                    <a:pt x="109878" y="79303"/>
                  </a:lnTo>
                  <a:lnTo>
                    <a:pt x="110833" y="79781"/>
                  </a:lnTo>
                  <a:lnTo>
                    <a:pt x="111788" y="80258"/>
                  </a:lnTo>
                  <a:lnTo>
                    <a:pt x="111788" y="81214"/>
                  </a:lnTo>
                  <a:lnTo>
                    <a:pt x="111311" y="81692"/>
                  </a:lnTo>
                  <a:lnTo>
                    <a:pt x="109878" y="82647"/>
                  </a:lnTo>
                  <a:lnTo>
                    <a:pt x="107489" y="84080"/>
                  </a:lnTo>
                  <a:lnTo>
                    <a:pt x="105100" y="85513"/>
                  </a:lnTo>
                  <a:lnTo>
                    <a:pt x="104145" y="85991"/>
                  </a:lnTo>
                  <a:lnTo>
                    <a:pt x="104145" y="85991"/>
                  </a:lnTo>
                  <a:lnTo>
                    <a:pt x="103667" y="86947"/>
                  </a:lnTo>
                  <a:lnTo>
                    <a:pt x="103667" y="86947"/>
                  </a:lnTo>
                  <a:lnTo>
                    <a:pt x="103667" y="87424"/>
                  </a:lnTo>
                  <a:lnTo>
                    <a:pt x="103189" y="87902"/>
                  </a:lnTo>
                  <a:lnTo>
                    <a:pt x="104145" y="89813"/>
                  </a:lnTo>
                  <a:lnTo>
                    <a:pt x="104622" y="90291"/>
                  </a:lnTo>
                  <a:lnTo>
                    <a:pt x="104622" y="90769"/>
                  </a:lnTo>
                  <a:lnTo>
                    <a:pt x="104622" y="91724"/>
                  </a:lnTo>
                  <a:lnTo>
                    <a:pt x="104145" y="92679"/>
                  </a:lnTo>
                  <a:lnTo>
                    <a:pt x="103189" y="92679"/>
                  </a:lnTo>
                  <a:lnTo>
                    <a:pt x="102234" y="93157"/>
                  </a:lnTo>
                  <a:lnTo>
                    <a:pt x="102234" y="93157"/>
                  </a:lnTo>
                  <a:lnTo>
                    <a:pt x="101756" y="94112"/>
                  </a:lnTo>
                  <a:lnTo>
                    <a:pt x="101278" y="96501"/>
                  </a:lnTo>
                  <a:lnTo>
                    <a:pt x="100801" y="97457"/>
                  </a:lnTo>
                  <a:lnTo>
                    <a:pt x="100801" y="97935"/>
                  </a:lnTo>
                  <a:lnTo>
                    <a:pt x="99845" y="99368"/>
                  </a:lnTo>
                  <a:lnTo>
                    <a:pt x="99367" y="100323"/>
                  </a:lnTo>
                  <a:lnTo>
                    <a:pt x="98412" y="100323"/>
                  </a:lnTo>
                  <a:lnTo>
                    <a:pt x="96024" y="99368"/>
                  </a:lnTo>
                  <a:lnTo>
                    <a:pt x="93635" y="100323"/>
                  </a:lnTo>
                  <a:lnTo>
                    <a:pt x="90769" y="100323"/>
                  </a:lnTo>
                  <a:lnTo>
                    <a:pt x="88380" y="100323"/>
                  </a:lnTo>
                  <a:lnTo>
                    <a:pt x="86469" y="100801"/>
                  </a:lnTo>
                  <a:lnTo>
                    <a:pt x="85035" y="101756"/>
                  </a:lnTo>
                  <a:lnTo>
                    <a:pt x="83603" y="103189"/>
                  </a:lnTo>
                  <a:lnTo>
                    <a:pt x="82169" y="104145"/>
                  </a:lnTo>
                  <a:lnTo>
                    <a:pt x="80736" y="104145"/>
                  </a:lnTo>
                  <a:lnTo>
                    <a:pt x="78825" y="103189"/>
                  </a:lnTo>
                  <a:lnTo>
                    <a:pt x="77392" y="103189"/>
                  </a:lnTo>
                  <a:lnTo>
                    <a:pt x="75481" y="102712"/>
                  </a:lnTo>
                  <a:lnTo>
                    <a:pt x="71181" y="101278"/>
                  </a:lnTo>
                  <a:lnTo>
                    <a:pt x="69748" y="100801"/>
                  </a:lnTo>
                  <a:lnTo>
                    <a:pt x="68793" y="100801"/>
                  </a:lnTo>
                  <a:lnTo>
                    <a:pt x="68315" y="100323"/>
                  </a:lnTo>
                  <a:lnTo>
                    <a:pt x="68315" y="99845"/>
                  </a:lnTo>
                  <a:lnTo>
                    <a:pt x="68315" y="98890"/>
                  </a:lnTo>
                  <a:lnTo>
                    <a:pt x="68315" y="98890"/>
                  </a:lnTo>
                  <a:lnTo>
                    <a:pt x="67360" y="98412"/>
                  </a:lnTo>
                  <a:lnTo>
                    <a:pt x="58283" y="98412"/>
                  </a:lnTo>
                  <a:lnTo>
                    <a:pt x="55416" y="99368"/>
                  </a:lnTo>
                  <a:lnTo>
                    <a:pt x="53505" y="99845"/>
                  </a:lnTo>
                  <a:lnTo>
                    <a:pt x="52550" y="100801"/>
                  </a:lnTo>
                  <a:lnTo>
                    <a:pt x="52550" y="100801"/>
                  </a:lnTo>
                  <a:lnTo>
                    <a:pt x="52072" y="102712"/>
                  </a:lnTo>
                  <a:lnTo>
                    <a:pt x="51117" y="104145"/>
                  </a:lnTo>
                  <a:lnTo>
                    <a:pt x="50162" y="106056"/>
                  </a:lnTo>
                  <a:lnTo>
                    <a:pt x="47295" y="106534"/>
                  </a:lnTo>
                  <a:lnTo>
                    <a:pt x="44906" y="108444"/>
                  </a:lnTo>
                  <a:lnTo>
                    <a:pt x="43951" y="108444"/>
                  </a:lnTo>
                  <a:lnTo>
                    <a:pt x="42517" y="108444"/>
                  </a:lnTo>
                  <a:lnTo>
                    <a:pt x="41085" y="107967"/>
                  </a:lnTo>
                  <a:lnTo>
                    <a:pt x="39651" y="108922"/>
                  </a:lnTo>
                  <a:lnTo>
                    <a:pt x="38218" y="108922"/>
                  </a:lnTo>
                  <a:lnTo>
                    <a:pt x="34396" y="107967"/>
                  </a:lnTo>
                  <a:lnTo>
                    <a:pt x="31052" y="107489"/>
                  </a:lnTo>
                  <a:lnTo>
                    <a:pt x="28664" y="107967"/>
                  </a:lnTo>
                  <a:lnTo>
                    <a:pt x="27708" y="108444"/>
                  </a:lnTo>
                  <a:lnTo>
                    <a:pt x="21020" y="110833"/>
                  </a:lnTo>
                  <a:lnTo>
                    <a:pt x="19109" y="111311"/>
                  </a:lnTo>
                  <a:lnTo>
                    <a:pt x="18153" y="110833"/>
                  </a:lnTo>
                  <a:lnTo>
                    <a:pt x="17198" y="109878"/>
                  </a:lnTo>
                  <a:lnTo>
                    <a:pt x="15287" y="108922"/>
                  </a:lnTo>
                  <a:lnTo>
                    <a:pt x="11465" y="105100"/>
                  </a:lnTo>
                  <a:lnTo>
                    <a:pt x="10032" y="104145"/>
                  </a:lnTo>
                  <a:lnTo>
                    <a:pt x="9076" y="103667"/>
                  </a:lnTo>
                  <a:lnTo>
                    <a:pt x="8121" y="102712"/>
                  </a:lnTo>
                  <a:lnTo>
                    <a:pt x="8121" y="102712"/>
                  </a:lnTo>
                  <a:lnTo>
                    <a:pt x="6688" y="101278"/>
                  </a:lnTo>
                  <a:lnTo>
                    <a:pt x="5255" y="100801"/>
                  </a:lnTo>
                  <a:lnTo>
                    <a:pt x="3821" y="99368"/>
                  </a:lnTo>
                  <a:lnTo>
                    <a:pt x="2389" y="97457"/>
                  </a:lnTo>
                  <a:lnTo>
                    <a:pt x="1910" y="94590"/>
                  </a:lnTo>
                  <a:lnTo>
                    <a:pt x="1910" y="94590"/>
                  </a:lnTo>
                  <a:lnTo>
                    <a:pt x="478" y="94112"/>
                  </a:lnTo>
                  <a:lnTo>
                    <a:pt x="0" y="93157"/>
                  </a:lnTo>
                  <a:lnTo>
                    <a:pt x="0" y="92679"/>
                  </a:lnTo>
                  <a:lnTo>
                    <a:pt x="1910" y="90291"/>
                  </a:lnTo>
                  <a:lnTo>
                    <a:pt x="2866" y="92679"/>
                  </a:lnTo>
                  <a:lnTo>
                    <a:pt x="3344" y="93157"/>
                  </a:lnTo>
                  <a:lnTo>
                    <a:pt x="6210" y="95068"/>
                  </a:lnTo>
                  <a:lnTo>
                    <a:pt x="8599" y="95546"/>
                  </a:lnTo>
                  <a:lnTo>
                    <a:pt x="11465" y="96024"/>
                  </a:lnTo>
                  <a:lnTo>
                    <a:pt x="13854" y="96024"/>
                  </a:lnTo>
                  <a:lnTo>
                    <a:pt x="14809" y="96024"/>
                  </a:lnTo>
                  <a:lnTo>
                    <a:pt x="15765" y="95546"/>
                  </a:lnTo>
                  <a:lnTo>
                    <a:pt x="16721" y="96024"/>
                  </a:lnTo>
                  <a:lnTo>
                    <a:pt x="22453" y="98890"/>
                  </a:lnTo>
                  <a:lnTo>
                    <a:pt x="24364" y="99368"/>
                  </a:lnTo>
                  <a:lnTo>
                    <a:pt x="26753" y="98890"/>
                  </a:lnTo>
                  <a:lnTo>
                    <a:pt x="27708" y="99368"/>
                  </a:lnTo>
                  <a:lnTo>
                    <a:pt x="30574" y="101278"/>
                  </a:lnTo>
                  <a:lnTo>
                    <a:pt x="31530" y="101756"/>
                  </a:lnTo>
                  <a:lnTo>
                    <a:pt x="33441" y="101756"/>
                  </a:lnTo>
                  <a:lnTo>
                    <a:pt x="31530" y="100801"/>
                  </a:lnTo>
                  <a:lnTo>
                    <a:pt x="30097" y="99845"/>
                  </a:lnTo>
                  <a:lnTo>
                    <a:pt x="29619" y="98412"/>
                  </a:lnTo>
                  <a:lnTo>
                    <a:pt x="29619" y="97457"/>
                  </a:lnTo>
                  <a:lnTo>
                    <a:pt x="31052" y="96501"/>
                  </a:lnTo>
                  <a:lnTo>
                    <a:pt x="32008" y="95546"/>
                  </a:lnTo>
                  <a:lnTo>
                    <a:pt x="32008" y="92202"/>
                  </a:lnTo>
                  <a:lnTo>
                    <a:pt x="32963" y="90769"/>
                  </a:lnTo>
                  <a:lnTo>
                    <a:pt x="33919" y="89335"/>
                  </a:lnTo>
                  <a:lnTo>
                    <a:pt x="34396" y="87902"/>
                  </a:lnTo>
                  <a:lnTo>
                    <a:pt x="32963" y="86947"/>
                  </a:lnTo>
                  <a:lnTo>
                    <a:pt x="32485" y="85036"/>
                  </a:lnTo>
                  <a:lnTo>
                    <a:pt x="32963" y="83603"/>
                  </a:lnTo>
                  <a:lnTo>
                    <a:pt x="33441" y="82647"/>
                  </a:lnTo>
                  <a:lnTo>
                    <a:pt x="34874" y="83603"/>
                  </a:lnTo>
                  <a:lnTo>
                    <a:pt x="35830" y="84080"/>
                  </a:lnTo>
                  <a:lnTo>
                    <a:pt x="36785" y="84080"/>
                  </a:lnTo>
                  <a:lnTo>
                    <a:pt x="37740" y="83603"/>
                  </a:lnTo>
                  <a:lnTo>
                    <a:pt x="37740" y="83125"/>
                  </a:lnTo>
                  <a:lnTo>
                    <a:pt x="37740" y="81692"/>
                  </a:lnTo>
                  <a:lnTo>
                    <a:pt x="37740" y="79303"/>
                  </a:lnTo>
                  <a:lnTo>
                    <a:pt x="39174" y="77392"/>
                  </a:lnTo>
                  <a:lnTo>
                    <a:pt x="41085" y="75959"/>
                  </a:lnTo>
                  <a:lnTo>
                    <a:pt x="43473" y="75003"/>
                  </a:lnTo>
                  <a:lnTo>
                    <a:pt x="51117" y="74048"/>
                  </a:lnTo>
                  <a:lnTo>
                    <a:pt x="63538" y="71182"/>
                  </a:lnTo>
                  <a:lnTo>
                    <a:pt x="66882" y="70226"/>
                  </a:lnTo>
                  <a:lnTo>
                    <a:pt x="68315" y="69748"/>
                  </a:lnTo>
                  <a:lnTo>
                    <a:pt x="69271" y="68793"/>
                  </a:lnTo>
                  <a:lnTo>
                    <a:pt x="71181" y="66404"/>
                  </a:lnTo>
                  <a:lnTo>
                    <a:pt x="75003" y="62582"/>
                  </a:lnTo>
                  <a:lnTo>
                    <a:pt x="77392" y="59238"/>
                  </a:lnTo>
                  <a:lnTo>
                    <a:pt x="82647" y="54461"/>
                  </a:lnTo>
                  <a:lnTo>
                    <a:pt x="86947" y="50162"/>
                  </a:lnTo>
                  <a:lnTo>
                    <a:pt x="87424" y="49206"/>
                  </a:lnTo>
                  <a:lnTo>
                    <a:pt x="87902" y="46817"/>
                  </a:lnTo>
                  <a:lnTo>
                    <a:pt x="88380" y="45862"/>
                  </a:lnTo>
                  <a:lnTo>
                    <a:pt x="87902" y="44429"/>
                  </a:lnTo>
                  <a:lnTo>
                    <a:pt x="88380" y="43951"/>
                  </a:lnTo>
                  <a:lnTo>
                    <a:pt x="89335" y="43473"/>
                  </a:lnTo>
                  <a:lnTo>
                    <a:pt x="89813" y="43473"/>
                  </a:lnTo>
                  <a:lnTo>
                    <a:pt x="90290" y="44429"/>
                  </a:lnTo>
                  <a:lnTo>
                    <a:pt x="91724" y="44906"/>
                  </a:lnTo>
                  <a:lnTo>
                    <a:pt x="92679" y="45862"/>
                  </a:lnTo>
                  <a:lnTo>
                    <a:pt x="93635" y="46817"/>
                  </a:lnTo>
                  <a:lnTo>
                    <a:pt x="94112" y="48251"/>
                  </a:lnTo>
                  <a:lnTo>
                    <a:pt x="94112" y="48728"/>
                  </a:lnTo>
                  <a:lnTo>
                    <a:pt x="94590" y="49684"/>
                  </a:lnTo>
                  <a:lnTo>
                    <a:pt x="96501" y="49684"/>
                  </a:lnTo>
                  <a:lnTo>
                    <a:pt x="97456" y="50639"/>
                  </a:lnTo>
                  <a:lnTo>
                    <a:pt x="98412" y="52550"/>
                  </a:lnTo>
                  <a:lnTo>
                    <a:pt x="99845" y="53505"/>
                  </a:lnTo>
                  <a:lnTo>
                    <a:pt x="100323" y="53983"/>
                  </a:lnTo>
                  <a:lnTo>
                    <a:pt x="101278" y="53983"/>
                  </a:lnTo>
                  <a:lnTo>
                    <a:pt x="102712" y="52550"/>
                  </a:lnTo>
                  <a:lnTo>
                    <a:pt x="102712" y="52550"/>
                  </a:lnTo>
                  <a:lnTo>
                    <a:pt x="103667" y="51595"/>
                  </a:lnTo>
                  <a:lnTo>
                    <a:pt x="104622" y="49684"/>
                  </a:lnTo>
                  <a:lnTo>
                    <a:pt x="104145" y="49206"/>
                  </a:lnTo>
                  <a:lnTo>
                    <a:pt x="104622" y="48251"/>
                  </a:lnTo>
                  <a:lnTo>
                    <a:pt x="105100" y="47773"/>
                  </a:lnTo>
                  <a:lnTo>
                    <a:pt x="105100" y="47295"/>
                  </a:lnTo>
                  <a:lnTo>
                    <a:pt x="104622" y="46817"/>
                  </a:lnTo>
                  <a:lnTo>
                    <a:pt x="104145" y="45862"/>
                  </a:lnTo>
                  <a:lnTo>
                    <a:pt x="103667" y="44429"/>
                  </a:lnTo>
                  <a:lnTo>
                    <a:pt x="103189" y="42518"/>
                  </a:lnTo>
                  <a:lnTo>
                    <a:pt x="103189" y="41562"/>
                  </a:lnTo>
                  <a:lnTo>
                    <a:pt x="104145" y="40607"/>
                  </a:lnTo>
                  <a:lnTo>
                    <a:pt x="105578" y="40129"/>
                  </a:lnTo>
                  <a:lnTo>
                    <a:pt x="106533" y="39174"/>
                  </a:lnTo>
                  <a:lnTo>
                    <a:pt x="107011" y="38696"/>
                  </a:lnTo>
                  <a:lnTo>
                    <a:pt x="108922" y="38218"/>
                  </a:lnTo>
                  <a:lnTo>
                    <a:pt x="108922" y="39651"/>
                  </a:lnTo>
                  <a:lnTo>
                    <a:pt x="108922" y="42040"/>
                  </a:lnTo>
                  <a:lnTo>
                    <a:pt x="109400" y="43951"/>
                  </a:lnTo>
                  <a:lnTo>
                    <a:pt x="110355" y="47295"/>
                  </a:lnTo>
                  <a:lnTo>
                    <a:pt x="110355" y="47295"/>
                  </a:lnTo>
                  <a:lnTo>
                    <a:pt x="111788" y="47773"/>
                  </a:lnTo>
                  <a:lnTo>
                    <a:pt x="113222" y="48251"/>
                  </a:lnTo>
                  <a:lnTo>
                    <a:pt x="113699" y="48251"/>
                  </a:lnTo>
                  <a:lnTo>
                    <a:pt x="114177" y="48251"/>
                  </a:lnTo>
                  <a:lnTo>
                    <a:pt x="114655" y="47773"/>
                  </a:lnTo>
                  <a:lnTo>
                    <a:pt x="114655" y="47773"/>
                  </a:lnTo>
                  <a:lnTo>
                    <a:pt x="114655" y="47295"/>
                  </a:lnTo>
                  <a:lnTo>
                    <a:pt x="113699" y="46340"/>
                  </a:lnTo>
                  <a:lnTo>
                    <a:pt x="113699" y="42996"/>
                  </a:lnTo>
                  <a:lnTo>
                    <a:pt x="112744" y="40607"/>
                  </a:lnTo>
                  <a:lnTo>
                    <a:pt x="111311" y="38696"/>
                  </a:lnTo>
                  <a:lnTo>
                    <a:pt x="111311" y="38696"/>
                  </a:lnTo>
                  <a:lnTo>
                    <a:pt x="110833" y="38218"/>
                  </a:lnTo>
                  <a:lnTo>
                    <a:pt x="115610" y="37740"/>
                  </a:lnTo>
                  <a:lnTo>
                    <a:pt x="116566" y="36785"/>
                  </a:lnTo>
                  <a:lnTo>
                    <a:pt x="118477" y="35352"/>
                  </a:lnTo>
                  <a:lnTo>
                    <a:pt x="118954" y="34874"/>
                  </a:lnTo>
                  <a:lnTo>
                    <a:pt x="119910" y="32963"/>
                  </a:lnTo>
                  <a:lnTo>
                    <a:pt x="117521" y="31530"/>
                  </a:lnTo>
                  <a:lnTo>
                    <a:pt x="116566" y="30097"/>
                  </a:lnTo>
                  <a:lnTo>
                    <a:pt x="116566" y="28664"/>
                  </a:lnTo>
                  <a:lnTo>
                    <a:pt x="119432" y="25797"/>
                  </a:lnTo>
                  <a:lnTo>
                    <a:pt x="120388" y="25320"/>
                  </a:lnTo>
                  <a:lnTo>
                    <a:pt x="120388" y="26275"/>
                  </a:lnTo>
                  <a:lnTo>
                    <a:pt x="121821" y="26753"/>
                  </a:lnTo>
                  <a:lnTo>
                    <a:pt x="122776" y="26753"/>
                  </a:lnTo>
                  <a:lnTo>
                    <a:pt x="124210" y="26753"/>
                  </a:lnTo>
                  <a:lnTo>
                    <a:pt x="125642" y="25320"/>
                  </a:lnTo>
                  <a:lnTo>
                    <a:pt x="126598" y="22931"/>
                  </a:lnTo>
                  <a:lnTo>
                    <a:pt x="129465" y="20064"/>
                  </a:lnTo>
                  <a:lnTo>
                    <a:pt x="130420" y="18154"/>
                  </a:lnTo>
                  <a:lnTo>
                    <a:pt x="130897" y="15765"/>
                  </a:lnTo>
                  <a:lnTo>
                    <a:pt x="138063" y="8599"/>
                  </a:lnTo>
                  <a:lnTo>
                    <a:pt x="138542" y="7644"/>
                  </a:lnTo>
                  <a:lnTo>
                    <a:pt x="142841" y="478"/>
                  </a:lnTo>
                  <a:lnTo>
                    <a:pt x="143319" y="0"/>
                  </a:lnTo>
                  <a:lnTo>
                    <a:pt x="144752" y="955"/>
                  </a:lnTo>
                  <a:lnTo>
                    <a:pt x="144752" y="3344"/>
                  </a:lnTo>
                  <a:lnTo>
                    <a:pt x="144752" y="4299"/>
                  </a:lnTo>
                  <a:lnTo>
                    <a:pt x="143796" y="5733"/>
                  </a:lnTo>
                  <a:lnTo>
                    <a:pt x="143796" y="7166"/>
                  </a:lnTo>
                  <a:lnTo>
                    <a:pt x="144274" y="7166"/>
                  </a:lnTo>
                  <a:lnTo>
                    <a:pt x="146185" y="6210"/>
                  </a:lnTo>
                  <a:lnTo>
                    <a:pt x="148096" y="3822"/>
                  </a:lnTo>
                  <a:lnTo>
                    <a:pt x="149529" y="1433"/>
                  </a:lnTo>
                  <a:lnTo>
                    <a:pt x="150485" y="478"/>
                  </a:lnTo>
                  <a:lnTo>
                    <a:pt x="152395" y="955"/>
                  </a:lnTo>
                  <a:lnTo>
                    <a:pt x="152873" y="1433"/>
                  </a:lnTo>
                  <a:lnTo>
                    <a:pt x="152873" y="2866"/>
                  </a:lnTo>
                  <a:lnTo>
                    <a:pt x="152873" y="3822"/>
                  </a:lnTo>
                  <a:lnTo>
                    <a:pt x="153829" y="5733"/>
                  </a:lnTo>
                  <a:lnTo>
                    <a:pt x="155262" y="7166"/>
                  </a:lnTo>
                  <a:lnTo>
                    <a:pt x="157651" y="7644"/>
                  </a:lnTo>
                  <a:lnTo>
                    <a:pt x="160039" y="9077"/>
                  </a:lnTo>
                  <a:lnTo>
                    <a:pt x="160517" y="9555"/>
                  </a:lnTo>
                  <a:lnTo>
                    <a:pt x="160995" y="10510"/>
                  </a:lnTo>
                  <a:lnTo>
                    <a:pt x="161472" y="11943"/>
                  </a:lnTo>
                  <a:lnTo>
                    <a:pt x="161472" y="13376"/>
                  </a:lnTo>
                  <a:lnTo>
                    <a:pt x="160039" y="14809"/>
                  </a:lnTo>
                  <a:lnTo>
                    <a:pt x="160517" y="16721"/>
                  </a:lnTo>
                  <a:lnTo>
                    <a:pt x="160517" y="18154"/>
                  </a:lnTo>
                  <a:lnTo>
                    <a:pt x="160039" y="19109"/>
                  </a:lnTo>
                  <a:lnTo>
                    <a:pt x="157651" y="20064"/>
                  </a:lnTo>
                  <a:lnTo>
                    <a:pt x="163861" y="19109"/>
                  </a:lnTo>
                  <a:lnTo>
                    <a:pt x="165772" y="18631"/>
                  </a:lnTo>
                  <a:lnTo>
                    <a:pt x="167683" y="17198"/>
                  </a:lnTo>
                  <a:lnTo>
                    <a:pt x="168638" y="18631"/>
                  </a:lnTo>
                  <a:lnTo>
                    <a:pt x="170072" y="20542"/>
                  </a:lnTo>
                  <a:lnTo>
                    <a:pt x="169116" y="21020"/>
                  </a:lnTo>
                  <a:lnTo>
                    <a:pt x="166249" y="21975"/>
                  </a:lnTo>
                  <a:lnTo>
                    <a:pt x="166249" y="22453"/>
                  </a:lnTo>
                  <a:lnTo>
                    <a:pt x="167205" y="23409"/>
                  </a:lnTo>
                  <a:lnTo>
                    <a:pt x="168161" y="23409"/>
                  </a:lnTo>
                  <a:lnTo>
                    <a:pt x="170549" y="22453"/>
                  </a:lnTo>
                  <a:lnTo>
                    <a:pt x="172460" y="21498"/>
                  </a:lnTo>
                  <a:lnTo>
                    <a:pt x="173415" y="21498"/>
                  </a:lnTo>
                  <a:lnTo>
                    <a:pt x="174849" y="21498"/>
                  </a:lnTo>
                  <a:lnTo>
                    <a:pt x="176760" y="22453"/>
                  </a:lnTo>
                  <a:lnTo>
                    <a:pt x="177715" y="22931"/>
                  </a:lnTo>
                  <a:lnTo>
                    <a:pt x="178670" y="23886"/>
                  </a:lnTo>
                  <a:lnTo>
                    <a:pt x="179626" y="25797"/>
                  </a:lnTo>
                  <a:lnTo>
                    <a:pt x="182015" y="26275"/>
                  </a:lnTo>
                  <a:lnTo>
                    <a:pt x="186792" y="28664"/>
                  </a:lnTo>
                  <a:lnTo>
                    <a:pt x="187747" y="28664"/>
                  </a:lnTo>
                  <a:lnTo>
                    <a:pt x="188703" y="28664"/>
                  </a:lnTo>
                  <a:lnTo>
                    <a:pt x="191092" y="28664"/>
                  </a:lnTo>
                  <a:lnTo>
                    <a:pt x="192047" y="28664"/>
                  </a:lnTo>
                  <a:lnTo>
                    <a:pt x="192525" y="2961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9" name="Freeform 618">
              <a:extLst>
                <a:ext uri="{FF2B5EF4-FFF2-40B4-BE49-F238E27FC236}">
                  <a16:creationId xmlns:a16="http://schemas.microsoft.com/office/drawing/2014/main" id="{194385CC-537C-66F8-C8F1-BC7323574C78}"/>
                </a:ext>
              </a:extLst>
            </p:cNvPr>
            <p:cNvSpPr/>
            <p:nvPr/>
          </p:nvSpPr>
          <p:spPr>
            <a:xfrm>
              <a:off x="8244348" y="3686280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1911 w 2388"/>
                <a:gd name="csY1" fmla="*/ 0 h 477"/>
                <a:gd name="csX2" fmla="*/ 0 w 2388"/>
                <a:gd name="csY2" fmla="*/ 478 h 477"/>
                <a:gd name="csX3" fmla="*/ 2389 w 238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1911" y="0"/>
                  </a:lnTo>
                  <a:lnTo>
                    <a:pt x="0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0" name="Freeform 619">
              <a:extLst>
                <a:ext uri="{FF2B5EF4-FFF2-40B4-BE49-F238E27FC236}">
                  <a16:creationId xmlns:a16="http://schemas.microsoft.com/office/drawing/2014/main" id="{2EAA68BB-51B8-F32D-D670-6DDA6612BF79}"/>
                </a:ext>
              </a:extLst>
            </p:cNvPr>
            <p:cNvSpPr/>
            <p:nvPr/>
          </p:nvSpPr>
          <p:spPr>
            <a:xfrm>
              <a:off x="8243870" y="4882037"/>
              <a:ext cx="2388" cy="1911"/>
            </a:xfrm>
            <a:custGeom>
              <a:avLst/>
              <a:gdLst>
                <a:gd name="csX0" fmla="*/ 2389 w 2388"/>
                <a:gd name="csY0" fmla="*/ 956 h 1911"/>
                <a:gd name="csX1" fmla="*/ 2389 w 2388"/>
                <a:gd name="csY1" fmla="*/ 956 h 1911"/>
                <a:gd name="csX2" fmla="*/ 1911 w 2388"/>
                <a:gd name="csY2" fmla="*/ 1433 h 1911"/>
                <a:gd name="csX3" fmla="*/ 1433 w 2388"/>
                <a:gd name="csY3" fmla="*/ 1911 h 1911"/>
                <a:gd name="csX4" fmla="*/ 478 w 2388"/>
                <a:gd name="csY4" fmla="*/ 1911 h 1911"/>
                <a:gd name="csX5" fmla="*/ 0 w 2388"/>
                <a:gd name="csY5" fmla="*/ 956 h 1911"/>
                <a:gd name="csX6" fmla="*/ 478 w 2388"/>
                <a:gd name="csY6" fmla="*/ 478 h 1911"/>
                <a:gd name="csX7" fmla="*/ 1433 w 2388"/>
                <a:gd name="csY7" fmla="*/ 0 h 1911"/>
                <a:gd name="csX8" fmla="*/ 1911 w 2388"/>
                <a:gd name="csY8" fmla="*/ 0 h 1911"/>
                <a:gd name="csX9" fmla="*/ 2389 w 2388"/>
                <a:gd name="csY9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1911">
                  <a:moveTo>
                    <a:pt x="2389" y="956"/>
                  </a:moveTo>
                  <a:lnTo>
                    <a:pt x="2389" y="956"/>
                  </a:lnTo>
                  <a:lnTo>
                    <a:pt x="1911" y="1433"/>
                  </a:lnTo>
                  <a:lnTo>
                    <a:pt x="1433" y="1911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1" name="Freeform 620">
              <a:extLst>
                <a:ext uri="{FF2B5EF4-FFF2-40B4-BE49-F238E27FC236}">
                  <a16:creationId xmlns:a16="http://schemas.microsoft.com/office/drawing/2014/main" id="{60201456-FAE2-FD2E-D20F-C8A259FFD585}"/>
                </a:ext>
              </a:extLst>
            </p:cNvPr>
            <p:cNvSpPr/>
            <p:nvPr/>
          </p:nvSpPr>
          <p:spPr>
            <a:xfrm>
              <a:off x="8199442" y="4881081"/>
              <a:ext cx="46817" cy="18631"/>
            </a:xfrm>
            <a:custGeom>
              <a:avLst/>
              <a:gdLst>
                <a:gd name="csX0" fmla="*/ 46340 w 46817"/>
                <a:gd name="csY0" fmla="*/ 10032 h 18631"/>
                <a:gd name="csX1" fmla="*/ 46817 w 46817"/>
                <a:gd name="csY1" fmla="*/ 10510 h 18631"/>
                <a:gd name="csX2" fmla="*/ 46340 w 46817"/>
                <a:gd name="csY2" fmla="*/ 11466 h 18631"/>
                <a:gd name="csX3" fmla="*/ 45862 w 46817"/>
                <a:gd name="csY3" fmla="*/ 11943 h 18631"/>
                <a:gd name="csX4" fmla="*/ 44428 w 46817"/>
                <a:gd name="csY4" fmla="*/ 12421 h 18631"/>
                <a:gd name="csX5" fmla="*/ 43473 w 46817"/>
                <a:gd name="csY5" fmla="*/ 11943 h 18631"/>
                <a:gd name="csX6" fmla="*/ 42996 w 46817"/>
                <a:gd name="csY6" fmla="*/ 11466 h 18631"/>
                <a:gd name="csX7" fmla="*/ 42517 w 46817"/>
                <a:gd name="csY7" fmla="*/ 11466 h 18631"/>
                <a:gd name="csX8" fmla="*/ 40607 w 46817"/>
                <a:gd name="csY8" fmla="*/ 11466 h 18631"/>
                <a:gd name="csX9" fmla="*/ 39174 w 46817"/>
                <a:gd name="csY9" fmla="*/ 11943 h 18631"/>
                <a:gd name="csX10" fmla="*/ 39174 w 46817"/>
                <a:gd name="csY10" fmla="*/ 12421 h 18631"/>
                <a:gd name="csX11" fmla="*/ 40607 w 46817"/>
                <a:gd name="csY11" fmla="*/ 12899 h 18631"/>
                <a:gd name="csX12" fmla="*/ 41085 w 46817"/>
                <a:gd name="csY12" fmla="*/ 13377 h 18631"/>
                <a:gd name="csX13" fmla="*/ 41085 w 46817"/>
                <a:gd name="csY13" fmla="*/ 13854 h 18631"/>
                <a:gd name="csX14" fmla="*/ 40607 w 46817"/>
                <a:gd name="csY14" fmla="*/ 13854 h 18631"/>
                <a:gd name="csX15" fmla="*/ 38696 w 46817"/>
                <a:gd name="csY15" fmla="*/ 13377 h 18631"/>
                <a:gd name="csX16" fmla="*/ 37740 w 46817"/>
                <a:gd name="csY16" fmla="*/ 13377 h 18631"/>
                <a:gd name="csX17" fmla="*/ 33919 w 46817"/>
                <a:gd name="csY17" fmla="*/ 14332 h 18631"/>
                <a:gd name="csX18" fmla="*/ 32963 w 46817"/>
                <a:gd name="csY18" fmla="*/ 14332 h 18631"/>
                <a:gd name="csX19" fmla="*/ 32485 w 46817"/>
                <a:gd name="csY19" fmla="*/ 13377 h 18631"/>
                <a:gd name="csX20" fmla="*/ 32485 w 46817"/>
                <a:gd name="csY20" fmla="*/ 11466 h 18631"/>
                <a:gd name="csX21" fmla="*/ 32008 w 46817"/>
                <a:gd name="csY21" fmla="*/ 10988 h 18631"/>
                <a:gd name="csX22" fmla="*/ 29141 w 46817"/>
                <a:gd name="csY22" fmla="*/ 13377 h 18631"/>
                <a:gd name="csX23" fmla="*/ 28186 w 46817"/>
                <a:gd name="csY23" fmla="*/ 13854 h 18631"/>
                <a:gd name="csX24" fmla="*/ 27230 w 46817"/>
                <a:gd name="csY24" fmla="*/ 14332 h 18631"/>
                <a:gd name="csX25" fmla="*/ 25797 w 46817"/>
                <a:gd name="csY25" fmla="*/ 13854 h 18631"/>
                <a:gd name="csX26" fmla="*/ 21498 w 46817"/>
                <a:gd name="csY26" fmla="*/ 15287 h 18631"/>
                <a:gd name="csX27" fmla="*/ 20542 w 46817"/>
                <a:gd name="csY27" fmla="*/ 15287 h 18631"/>
                <a:gd name="csX28" fmla="*/ 19109 w 46817"/>
                <a:gd name="csY28" fmla="*/ 15287 h 18631"/>
                <a:gd name="csX29" fmla="*/ 14809 w 46817"/>
                <a:gd name="csY29" fmla="*/ 16721 h 18631"/>
                <a:gd name="csX30" fmla="*/ 12421 w 46817"/>
                <a:gd name="csY30" fmla="*/ 17198 h 18631"/>
                <a:gd name="csX31" fmla="*/ 10987 w 46817"/>
                <a:gd name="csY31" fmla="*/ 17198 h 18631"/>
                <a:gd name="csX32" fmla="*/ 10032 w 46817"/>
                <a:gd name="csY32" fmla="*/ 17198 h 18631"/>
                <a:gd name="csX33" fmla="*/ 8599 w 46817"/>
                <a:gd name="csY33" fmla="*/ 17198 h 18631"/>
                <a:gd name="csX34" fmla="*/ 7644 w 46817"/>
                <a:gd name="csY34" fmla="*/ 18154 h 18631"/>
                <a:gd name="csX35" fmla="*/ 5733 w 46817"/>
                <a:gd name="csY35" fmla="*/ 18632 h 18631"/>
                <a:gd name="csX36" fmla="*/ 3821 w 46817"/>
                <a:gd name="csY36" fmla="*/ 18154 h 18631"/>
                <a:gd name="csX37" fmla="*/ 1910 w 46817"/>
                <a:gd name="csY37" fmla="*/ 17676 h 18631"/>
                <a:gd name="csX38" fmla="*/ 478 w 46817"/>
                <a:gd name="csY38" fmla="*/ 16721 h 18631"/>
                <a:gd name="csX39" fmla="*/ 0 w 46817"/>
                <a:gd name="csY39" fmla="*/ 15765 h 18631"/>
                <a:gd name="csX40" fmla="*/ 0 w 46817"/>
                <a:gd name="csY40" fmla="*/ 14810 h 18631"/>
                <a:gd name="csX41" fmla="*/ 955 w 46817"/>
                <a:gd name="csY41" fmla="*/ 13377 h 18631"/>
                <a:gd name="csX42" fmla="*/ 478 w 46817"/>
                <a:gd name="csY42" fmla="*/ 10510 h 18631"/>
                <a:gd name="csX43" fmla="*/ 478 w 46817"/>
                <a:gd name="csY43" fmla="*/ 9555 h 18631"/>
                <a:gd name="csX44" fmla="*/ 1433 w 46817"/>
                <a:gd name="csY44" fmla="*/ 8121 h 18631"/>
                <a:gd name="csX45" fmla="*/ 2389 w 46817"/>
                <a:gd name="csY45" fmla="*/ 7644 h 18631"/>
                <a:gd name="csX46" fmla="*/ 3821 w 46817"/>
                <a:gd name="csY46" fmla="*/ 7644 h 18631"/>
                <a:gd name="csX47" fmla="*/ 5733 w 46817"/>
                <a:gd name="csY47" fmla="*/ 6688 h 18631"/>
                <a:gd name="csX48" fmla="*/ 7644 w 46817"/>
                <a:gd name="csY48" fmla="*/ 5255 h 18631"/>
                <a:gd name="csX49" fmla="*/ 9076 w 46817"/>
                <a:gd name="csY49" fmla="*/ 5255 h 18631"/>
                <a:gd name="csX50" fmla="*/ 11465 w 46817"/>
                <a:gd name="csY50" fmla="*/ 6211 h 18631"/>
                <a:gd name="csX51" fmla="*/ 13376 w 46817"/>
                <a:gd name="csY51" fmla="*/ 6688 h 18631"/>
                <a:gd name="csX52" fmla="*/ 15765 w 46817"/>
                <a:gd name="csY52" fmla="*/ 6211 h 18631"/>
                <a:gd name="csX53" fmla="*/ 16721 w 46817"/>
                <a:gd name="csY53" fmla="*/ 6688 h 18631"/>
                <a:gd name="csX54" fmla="*/ 17198 w 46817"/>
                <a:gd name="csY54" fmla="*/ 8121 h 18631"/>
                <a:gd name="csX55" fmla="*/ 17676 w 46817"/>
                <a:gd name="csY55" fmla="*/ 8599 h 18631"/>
                <a:gd name="csX56" fmla="*/ 18631 w 46817"/>
                <a:gd name="csY56" fmla="*/ 9077 h 18631"/>
                <a:gd name="csX57" fmla="*/ 20542 w 46817"/>
                <a:gd name="csY57" fmla="*/ 11466 h 18631"/>
                <a:gd name="csX58" fmla="*/ 22453 w 46817"/>
                <a:gd name="csY58" fmla="*/ 11466 h 18631"/>
                <a:gd name="csX59" fmla="*/ 23886 w 46817"/>
                <a:gd name="csY59" fmla="*/ 11943 h 18631"/>
                <a:gd name="csX60" fmla="*/ 26275 w 46817"/>
                <a:gd name="csY60" fmla="*/ 10510 h 18631"/>
                <a:gd name="csX61" fmla="*/ 28664 w 46817"/>
                <a:gd name="csY61" fmla="*/ 10510 h 18631"/>
                <a:gd name="csX62" fmla="*/ 29141 w 46817"/>
                <a:gd name="csY62" fmla="*/ 9555 h 18631"/>
                <a:gd name="csX63" fmla="*/ 27708 w 46817"/>
                <a:gd name="csY63" fmla="*/ 8121 h 18631"/>
                <a:gd name="csX64" fmla="*/ 26275 w 46817"/>
                <a:gd name="csY64" fmla="*/ 7166 h 18631"/>
                <a:gd name="csX65" fmla="*/ 25797 w 46817"/>
                <a:gd name="csY65" fmla="*/ 7166 h 18631"/>
                <a:gd name="csX66" fmla="*/ 24842 w 46817"/>
                <a:gd name="csY66" fmla="*/ 7166 h 18631"/>
                <a:gd name="csX67" fmla="*/ 23886 w 46817"/>
                <a:gd name="csY67" fmla="*/ 6688 h 18631"/>
                <a:gd name="csX68" fmla="*/ 20542 w 46817"/>
                <a:gd name="csY68" fmla="*/ 4777 h 18631"/>
                <a:gd name="csX69" fmla="*/ 19587 w 46817"/>
                <a:gd name="csY69" fmla="*/ 3822 h 18631"/>
                <a:gd name="csX70" fmla="*/ 19109 w 46817"/>
                <a:gd name="csY70" fmla="*/ 2389 h 18631"/>
                <a:gd name="csX71" fmla="*/ 19587 w 46817"/>
                <a:gd name="csY71" fmla="*/ 1433 h 18631"/>
                <a:gd name="csX72" fmla="*/ 21975 w 46817"/>
                <a:gd name="csY72" fmla="*/ 478 h 18631"/>
                <a:gd name="csX73" fmla="*/ 22931 w 46817"/>
                <a:gd name="csY73" fmla="*/ 0 h 18631"/>
                <a:gd name="csX74" fmla="*/ 26753 w 46817"/>
                <a:gd name="csY74" fmla="*/ 956 h 18631"/>
                <a:gd name="csX75" fmla="*/ 27230 w 46817"/>
                <a:gd name="csY75" fmla="*/ 1433 h 18631"/>
                <a:gd name="csX76" fmla="*/ 28186 w 46817"/>
                <a:gd name="csY76" fmla="*/ 3344 h 18631"/>
                <a:gd name="csX77" fmla="*/ 29141 w 46817"/>
                <a:gd name="csY77" fmla="*/ 4300 h 18631"/>
                <a:gd name="csX78" fmla="*/ 30097 w 46817"/>
                <a:gd name="csY78" fmla="*/ 5255 h 18631"/>
                <a:gd name="csX79" fmla="*/ 31052 w 46817"/>
                <a:gd name="csY79" fmla="*/ 4777 h 18631"/>
                <a:gd name="csX80" fmla="*/ 32963 w 46817"/>
                <a:gd name="csY80" fmla="*/ 3822 h 18631"/>
                <a:gd name="csX81" fmla="*/ 33919 w 46817"/>
                <a:gd name="csY81" fmla="*/ 3344 h 18631"/>
                <a:gd name="csX82" fmla="*/ 35352 w 46817"/>
                <a:gd name="csY82" fmla="*/ 3344 h 18631"/>
                <a:gd name="csX83" fmla="*/ 36307 w 46817"/>
                <a:gd name="csY83" fmla="*/ 3822 h 18631"/>
                <a:gd name="csX84" fmla="*/ 37740 w 46817"/>
                <a:gd name="csY84" fmla="*/ 4300 h 18631"/>
                <a:gd name="csX85" fmla="*/ 38218 w 46817"/>
                <a:gd name="csY85" fmla="*/ 5733 h 18631"/>
                <a:gd name="csX86" fmla="*/ 38696 w 46817"/>
                <a:gd name="csY86" fmla="*/ 6211 h 18631"/>
                <a:gd name="csX87" fmla="*/ 39174 w 46817"/>
                <a:gd name="csY87" fmla="*/ 4777 h 18631"/>
                <a:gd name="csX88" fmla="*/ 40129 w 46817"/>
                <a:gd name="csY88" fmla="*/ 4300 h 18631"/>
                <a:gd name="csX89" fmla="*/ 41085 w 46817"/>
                <a:gd name="csY89" fmla="*/ 3822 h 18631"/>
                <a:gd name="csX90" fmla="*/ 42996 w 46817"/>
                <a:gd name="csY90" fmla="*/ 3822 h 18631"/>
                <a:gd name="csX91" fmla="*/ 43951 w 46817"/>
                <a:gd name="csY91" fmla="*/ 4777 h 18631"/>
                <a:gd name="csX92" fmla="*/ 44906 w 46817"/>
                <a:gd name="csY92" fmla="*/ 6688 h 18631"/>
                <a:gd name="csX93" fmla="*/ 44906 w 46817"/>
                <a:gd name="csY93" fmla="*/ 8599 h 18631"/>
                <a:gd name="csX94" fmla="*/ 45384 w 46817"/>
                <a:gd name="csY94" fmla="*/ 9555 h 18631"/>
                <a:gd name="csX95" fmla="*/ 46340 w 46817"/>
                <a:gd name="csY95" fmla="*/ 10032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</a:cxnLst>
              <a:rect l="l" t="t" r="r" b="b"/>
              <a:pathLst>
                <a:path w="46817" h="18631">
                  <a:moveTo>
                    <a:pt x="46340" y="10032"/>
                  </a:moveTo>
                  <a:lnTo>
                    <a:pt x="46817" y="10510"/>
                  </a:lnTo>
                  <a:lnTo>
                    <a:pt x="46340" y="11466"/>
                  </a:lnTo>
                  <a:lnTo>
                    <a:pt x="45862" y="11943"/>
                  </a:lnTo>
                  <a:lnTo>
                    <a:pt x="44428" y="12421"/>
                  </a:lnTo>
                  <a:lnTo>
                    <a:pt x="43473" y="11943"/>
                  </a:lnTo>
                  <a:lnTo>
                    <a:pt x="42996" y="11466"/>
                  </a:lnTo>
                  <a:lnTo>
                    <a:pt x="42517" y="11466"/>
                  </a:lnTo>
                  <a:lnTo>
                    <a:pt x="40607" y="11466"/>
                  </a:lnTo>
                  <a:lnTo>
                    <a:pt x="39174" y="11943"/>
                  </a:lnTo>
                  <a:lnTo>
                    <a:pt x="39174" y="12421"/>
                  </a:lnTo>
                  <a:lnTo>
                    <a:pt x="40607" y="12899"/>
                  </a:lnTo>
                  <a:lnTo>
                    <a:pt x="41085" y="13377"/>
                  </a:lnTo>
                  <a:lnTo>
                    <a:pt x="41085" y="13854"/>
                  </a:lnTo>
                  <a:lnTo>
                    <a:pt x="40607" y="13854"/>
                  </a:lnTo>
                  <a:lnTo>
                    <a:pt x="38696" y="13377"/>
                  </a:lnTo>
                  <a:lnTo>
                    <a:pt x="37740" y="13377"/>
                  </a:lnTo>
                  <a:lnTo>
                    <a:pt x="33919" y="14332"/>
                  </a:lnTo>
                  <a:lnTo>
                    <a:pt x="32963" y="14332"/>
                  </a:lnTo>
                  <a:lnTo>
                    <a:pt x="32485" y="13377"/>
                  </a:lnTo>
                  <a:lnTo>
                    <a:pt x="32485" y="11466"/>
                  </a:lnTo>
                  <a:lnTo>
                    <a:pt x="32008" y="10988"/>
                  </a:lnTo>
                  <a:lnTo>
                    <a:pt x="29141" y="13377"/>
                  </a:lnTo>
                  <a:lnTo>
                    <a:pt x="28186" y="13854"/>
                  </a:lnTo>
                  <a:lnTo>
                    <a:pt x="27230" y="14332"/>
                  </a:lnTo>
                  <a:lnTo>
                    <a:pt x="25797" y="13854"/>
                  </a:lnTo>
                  <a:lnTo>
                    <a:pt x="21498" y="15287"/>
                  </a:lnTo>
                  <a:lnTo>
                    <a:pt x="20542" y="15287"/>
                  </a:lnTo>
                  <a:lnTo>
                    <a:pt x="19109" y="15287"/>
                  </a:lnTo>
                  <a:lnTo>
                    <a:pt x="14809" y="16721"/>
                  </a:lnTo>
                  <a:lnTo>
                    <a:pt x="12421" y="17198"/>
                  </a:lnTo>
                  <a:lnTo>
                    <a:pt x="10987" y="17198"/>
                  </a:lnTo>
                  <a:lnTo>
                    <a:pt x="10032" y="17198"/>
                  </a:lnTo>
                  <a:lnTo>
                    <a:pt x="8599" y="17198"/>
                  </a:lnTo>
                  <a:lnTo>
                    <a:pt x="7644" y="18154"/>
                  </a:lnTo>
                  <a:lnTo>
                    <a:pt x="5733" y="18632"/>
                  </a:lnTo>
                  <a:lnTo>
                    <a:pt x="3821" y="18154"/>
                  </a:lnTo>
                  <a:lnTo>
                    <a:pt x="1910" y="17676"/>
                  </a:lnTo>
                  <a:lnTo>
                    <a:pt x="478" y="16721"/>
                  </a:lnTo>
                  <a:lnTo>
                    <a:pt x="0" y="15765"/>
                  </a:lnTo>
                  <a:lnTo>
                    <a:pt x="0" y="14810"/>
                  </a:lnTo>
                  <a:lnTo>
                    <a:pt x="955" y="13377"/>
                  </a:lnTo>
                  <a:lnTo>
                    <a:pt x="478" y="10510"/>
                  </a:lnTo>
                  <a:lnTo>
                    <a:pt x="478" y="9555"/>
                  </a:lnTo>
                  <a:lnTo>
                    <a:pt x="1433" y="8121"/>
                  </a:lnTo>
                  <a:lnTo>
                    <a:pt x="2389" y="7644"/>
                  </a:lnTo>
                  <a:lnTo>
                    <a:pt x="3821" y="7644"/>
                  </a:lnTo>
                  <a:lnTo>
                    <a:pt x="5733" y="6688"/>
                  </a:lnTo>
                  <a:lnTo>
                    <a:pt x="7644" y="5255"/>
                  </a:lnTo>
                  <a:lnTo>
                    <a:pt x="9076" y="5255"/>
                  </a:lnTo>
                  <a:lnTo>
                    <a:pt x="11465" y="6211"/>
                  </a:lnTo>
                  <a:lnTo>
                    <a:pt x="13376" y="6688"/>
                  </a:lnTo>
                  <a:lnTo>
                    <a:pt x="15765" y="6211"/>
                  </a:lnTo>
                  <a:lnTo>
                    <a:pt x="16721" y="6688"/>
                  </a:lnTo>
                  <a:lnTo>
                    <a:pt x="17198" y="8121"/>
                  </a:lnTo>
                  <a:lnTo>
                    <a:pt x="17676" y="8599"/>
                  </a:lnTo>
                  <a:lnTo>
                    <a:pt x="18631" y="9077"/>
                  </a:lnTo>
                  <a:lnTo>
                    <a:pt x="20542" y="11466"/>
                  </a:lnTo>
                  <a:lnTo>
                    <a:pt x="22453" y="11466"/>
                  </a:lnTo>
                  <a:lnTo>
                    <a:pt x="23886" y="11943"/>
                  </a:lnTo>
                  <a:lnTo>
                    <a:pt x="26275" y="10510"/>
                  </a:lnTo>
                  <a:lnTo>
                    <a:pt x="28664" y="10510"/>
                  </a:lnTo>
                  <a:lnTo>
                    <a:pt x="29141" y="9555"/>
                  </a:lnTo>
                  <a:lnTo>
                    <a:pt x="27708" y="8121"/>
                  </a:lnTo>
                  <a:lnTo>
                    <a:pt x="26275" y="7166"/>
                  </a:lnTo>
                  <a:lnTo>
                    <a:pt x="25797" y="7166"/>
                  </a:lnTo>
                  <a:lnTo>
                    <a:pt x="24842" y="7166"/>
                  </a:lnTo>
                  <a:lnTo>
                    <a:pt x="23886" y="6688"/>
                  </a:lnTo>
                  <a:lnTo>
                    <a:pt x="20542" y="4777"/>
                  </a:lnTo>
                  <a:lnTo>
                    <a:pt x="19587" y="3822"/>
                  </a:lnTo>
                  <a:lnTo>
                    <a:pt x="19109" y="2389"/>
                  </a:lnTo>
                  <a:lnTo>
                    <a:pt x="19587" y="1433"/>
                  </a:lnTo>
                  <a:lnTo>
                    <a:pt x="21975" y="478"/>
                  </a:lnTo>
                  <a:lnTo>
                    <a:pt x="22931" y="0"/>
                  </a:lnTo>
                  <a:lnTo>
                    <a:pt x="26753" y="956"/>
                  </a:lnTo>
                  <a:lnTo>
                    <a:pt x="27230" y="1433"/>
                  </a:lnTo>
                  <a:lnTo>
                    <a:pt x="28186" y="3344"/>
                  </a:lnTo>
                  <a:lnTo>
                    <a:pt x="29141" y="4300"/>
                  </a:lnTo>
                  <a:lnTo>
                    <a:pt x="30097" y="5255"/>
                  </a:lnTo>
                  <a:lnTo>
                    <a:pt x="31052" y="4777"/>
                  </a:lnTo>
                  <a:lnTo>
                    <a:pt x="32963" y="3822"/>
                  </a:lnTo>
                  <a:lnTo>
                    <a:pt x="33919" y="3344"/>
                  </a:lnTo>
                  <a:lnTo>
                    <a:pt x="35352" y="3344"/>
                  </a:lnTo>
                  <a:lnTo>
                    <a:pt x="36307" y="3822"/>
                  </a:lnTo>
                  <a:lnTo>
                    <a:pt x="37740" y="4300"/>
                  </a:lnTo>
                  <a:lnTo>
                    <a:pt x="38218" y="5733"/>
                  </a:lnTo>
                  <a:lnTo>
                    <a:pt x="38696" y="6211"/>
                  </a:lnTo>
                  <a:lnTo>
                    <a:pt x="39174" y="4777"/>
                  </a:lnTo>
                  <a:lnTo>
                    <a:pt x="40129" y="4300"/>
                  </a:lnTo>
                  <a:lnTo>
                    <a:pt x="41085" y="3822"/>
                  </a:lnTo>
                  <a:lnTo>
                    <a:pt x="42996" y="3822"/>
                  </a:lnTo>
                  <a:lnTo>
                    <a:pt x="43951" y="4777"/>
                  </a:lnTo>
                  <a:lnTo>
                    <a:pt x="44906" y="6688"/>
                  </a:lnTo>
                  <a:lnTo>
                    <a:pt x="44906" y="8599"/>
                  </a:lnTo>
                  <a:lnTo>
                    <a:pt x="45384" y="9555"/>
                  </a:lnTo>
                  <a:lnTo>
                    <a:pt x="46340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A5E82662-B319-39DA-BE71-8CE04C8F2C8B}"/>
                </a:ext>
              </a:extLst>
            </p:cNvPr>
            <p:cNvSpPr/>
            <p:nvPr/>
          </p:nvSpPr>
          <p:spPr>
            <a:xfrm>
              <a:off x="8043224" y="4655593"/>
              <a:ext cx="200168" cy="154306"/>
            </a:xfrm>
            <a:custGeom>
              <a:avLst/>
              <a:gdLst>
                <a:gd name="csX0" fmla="*/ 199691 w 200168"/>
                <a:gd name="csY0" fmla="*/ 60194 h 154306"/>
                <a:gd name="csX1" fmla="*/ 200169 w 200168"/>
                <a:gd name="csY1" fmla="*/ 61149 h 154306"/>
                <a:gd name="csX2" fmla="*/ 198258 w 200168"/>
                <a:gd name="csY2" fmla="*/ 63060 h 154306"/>
                <a:gd name="csX3" fmla="*/ 195869 w 200168"/>
                <a:gd name="csY3" fmla="*/ 64016 h 154306"/>
                <a:gd name="csX4" fmla="*/ 191092 w 200168"/>
                <a:gd name="csY4" fmla="*/ 64016 h 154306"/>
                <a:gd name="csX5" fmla="*/ 186792 w 200168"/>
                <a:gd name="csY5" fmla="*/ 63538 h 154306"/>
                <a:gd name="csX6" fmla="*/ 184403 w 200168"/>
                <a:gd name="csY6" fmla="*/ 63060 h 154306"/>
                <a:gd name="csX7" fmla="*/ 182493 w 200168"/>
                <a:gd name="csY7" fmla="*/ 62105 h 154306"/>
                <a:gd name="csX8" fmla="*/ 181060 w 200168"/>
                <a:gd name="csY8" fmla="*/ 60194 h 154306"/>
                <a:gd name="csX9" fmla="*/ 178671 w 200168"/>
                <a:gd name="csY9" fmla="*/ 59238 h 154306"/>
                <a:gd name="csX10" fmla="*/ 179626 w 200168"/>
                <a:gd name="csY10" fmla="*/ 60194 h 154306"/>
                <a:gd name="csX11" fmla="*/ 180104 w 200168"/>
                <a:gd name="csY11" fmla="*/ 61627 h 154306"/>
                <a:gd name="csX12" fmla="*/ 180104 w 200168"/>
                <a:gd name="csY12" fmla="*/ 63060 h 154306"/>
                <a:gd name="csX13" fmla="*/ 179149 w 200168"/>
                <a:gd name="csY13" fmla="*/ 64016 h 154306"/>
                <a:gd name="csX14" fmla="*/ 177716 w 200168"/>
                <a:gd name="csY14" fmla="*/ 64493 h 154306"/>
                <a:gd name="csX15" fmla="*/ 176282 w 200168"/>
                <a:gd name="csY15" fmla="*/ 65449 h 154306"/>
                <a:gd name="csX16" fmla="*/ 175805 w 200168"/>
                <a:gd name="csY16" fmla="*/ 65927 h 154306"/>
                <a:gd name="csX17" fmla="*/ 171983 w 200168"/>
                <a:gd name="csY17" fmla="*/ 72615 h 154306"/>
                <a:gd name="csX18" fmla="*/ 171027 w 200168"/>
                <a:gd name="csY18" fmla="*/ 74526 h 154306"/>
                <a:gd name="csX19" fmla="*/ 170072 w 200168"/>
                <a:gd name="csY19" fmla="*/ 82647 h 154306"/>
                <a:gd name="csX20" fmla="*/ 170072 w 200168"/>
                <a:gd name="csY20" fmla="*/ 85036 h 154306"/>
                <a:gd name="csX21" fmla="*/ 171505 w 200168"/>
                <a:gd name="csY21" fmla="*/ 88858 h 154306"/>
                <a:gd name="csX22" fmla="*/ 171983 w 200168"/>
                <a:gd name="csY22" fmla="*/ 91246 h 154306"/>
                <a:gd name="csX23" fmla="*/ 171983 w 200168"/>
                <a:gd name="csY23" fmla="*/ 92202 h 154306"/>
                <a:gd name="csX24" fmla="*/ 171983 w 200168"/>
                <a:gd name="csY24" fmla="*/ 92679 h 154306"/>
                <a:gd name="csX25" fmla="*/ 171027 w 200168"/>
                <a:gd name="csY25" fmla="*/ 93157 h 154306"/>
                <a:gd name="csX26" fmla="*/ 167683 w 200168"/>
                <a:gd name="csY26" fmla="*/ 94590 h 154306"/>
                <a:gd name="csX27" fmla="*/ 165772 w 200168"/>
                <a:gd name="csY27" fmla="*/ 95546 h 154306"/>
                <a:gd name="csX28" fmla="*/ 163861 w 200168"/>
                <a:gd name="csY28" fmla="*/ 96979 h 154306"/>
                <a:gd name="csX29" fmla="*/ 162428 w 200168"/>
                <a:gd name="csY29" fmla="*/ 98890 h 154306"/>
                <a:gd name="csX30" fmla="*/ 160995 w 200168"/>
                <a:gd name="csY30" fmla="*/ 100323 h 154306"/>
                <a:gd name="csX31" fmla="*/ 159084 w 200168"/>
                <a:gd name="csY31" fmla="*/ 101278 h 154306"/>
                <a:gd name="csX32" fmla="*/ 157651 w 200168"/>
                <a:gd name="csY32" fmla="*/ 100801 h 154306"/>
                <a:gd name="csX33" fmla="*/ 156695 w 200168"/>
                <a:gd name="csY33" fmla="*/ 100323 h 154306"/>
                <a:gd name="csX34" fmla="*/ 156218 w 200168"/>
                <a:gd name="csY34" fmla="*/ 98890 h 154306"/>
                <a:gd name="csX35" fmla="*/ 155740 w 200168"/>
                <a:gd name="csY35" fmla="*/ 97935 h 154306"/>
                <a:gd name="csX36" fmla="*/ 155262 w 200168"/>
                <a:gd name="csY36" fmla="*/ 98890 h 154306"/>
                <a:gd name="csX37" fmla="*/ 155262 w 200168"/>
                <a:gd name="csY37" fmla="*/ 99845 h 154306"/>
                <a:gd name="csX38" fmla="*/ 156218 w 200168"/>
                <a:gd name="csY38" fmla="*/ 100801 h 154306"/>
                <a:gd name="csX39" fmla="*/ 156218 w 200168"/>
                <a:gd name="csY39" fmla="*/ 101756 h 154306"/>
                <a:gd name="csX40" fmla="*/ 155740 w 200168"/>
                <a:gd name="csY40" fmla="*/ 102712 h 154306"/>
                <a:gd name="csX41" fmla="*/ 155262 w 200168"/>
                <a:gd name="csY41" fmla="*/ 103667 h 154306"/>
                <a:gd name="csX42" fmla="*/ 152873 w 200168"/>
                <a:gd name="csY42" fmla="*/ 104623 h 154306"/>
                <a:gd name="csX43" fmla="*/ 151918 w 200168"/>
                <a:gd name="csY43" fmla="*/ 105578 h 154306"/>
                <a:gd name="csX44" fmla="*/ 151918 w 200168"/>
                <a:gd name="csY44" fmla="*/ 107011 h 154306"/>
                <a:gd name="csX45" fmla="*/ 150962 w 200168"/>
                <a:gd name="csY45" fmla="*/ 107967 h 154306"/>
                <a:gd name="csX46" fmla="*/ 150485 w 200168"/>
                <a:gd name="csY46" fmla="*/ 108444 h 154306"/>
                <a:gd name="csX47" fmla="*/ 147619 w 200168"/>
                <a:gd name="csY47" fmla="*/ 109878 h 154306"/>
                <a:gd name="csX48" fmla="*/ 146663 w 200168"/>
                <a:gd name="csY48" fmla="*/ 110355 h 154306"/>
                <a:gd name="csX49" fmla="*/ 146185 w 200168"/>
                <a:gd name="csY49" fmla="*/ 111311 h 154306"/>
                <a:gd name="csX50" fmla="*/ 148096 w 200168"/>
                <a:gd name="csY50" fmla="*/ 111311 h 154306"/>
                <a:gd name="csX51" fmla="*/ 149530 w 200168"/>
                <a:gd name="csY51" fmla="*/ 111311 h 154306"/>
                <a:gd name="csX52" fmla="*/ 149530 w 200168"/>
                <a:gd name="csY52" fmla="*/ 112744 h 154306"/>
                <a:gd name="csX53" fmla="*/ 150007 w 200168"/>
                <a:gd name="csY53" fmla="*/ 113700 h 154306"/>
                <a:gd name="csX54" fmla="*/ 149530 w 200168"/>
                <a:gd name="csY54" fmla="*/ 116088 h 154306"/>
                <a:gd name="csX55" fmla="*/ 147141 w 200168"/>
                <a:gd name="csY55" fmla="*/ 117521 h 154306"/>
                <a:gd name="csX56" fmla="*/ 148096 w 200168"/>
                <a:gd name="csY56" fmla="*/ 117999 h 154306"/>
                <a:gd name="csX57" fmla="*/ 149052 w 200168"/>
                <a:gd name="csY57" fmla="*/ 118477 h 154306"/>
                <a:gd name="csX58" fmla="*/ 151441 w 200168"/>
                <a:gd name="csY58" fmla="*/ 118954 h 154306"/>
                <a:gd name="csX59" fmla="*/ 151918 w 200168"/>
                <a:gd name="csY59" fmla="*/ 120388 h 154306"/>
                <a:gd name="csX60" fmla="*/ 151918 w 200168"/>
                <a:gd name="csY60" fmla="*/ 122776 h 154306"/>
                <a:gd name="csX61" fmla="*/ 151441 w 200168"/>
                <a:gd name="csY61" fmla="*/ 124210 h 154306"/>
                <a:gd name="csX62" fmla="*/ 150007 w 200168"/>
                <a:gd name="csY62" fmla="*/ 124687 h 154306"/>
                <a:gd name="csX63" fmla="*/ 149052 w 200168"/>
                <a:gd name="csY63" fmla="*/ 124687 h 154306"/>
                <a:gd name="csX64" fmla="*/ 148096 w 200168"/>
                <a:gd name="csY64" fmla="*/ 124687 h 154306"/>
                <a:gd name="csX65" fmla="*/ 147141 w 200168"/>
                <a:gd name="csY65" fmla="*/ 125165 h 154306"/>
                <a:gd name="csX66" fmla="*/ 147141 w 200168"/>
                <a:gd name="csY66" fmla="*/ 126120 h 154306"/>
                <a:gd name="csX67" fmla="*/ 148574 w 200168"/>
                <a:gd name="csY67" fmla="*/ 125643 h 154306"/>
                <a:gd name="csX68" fmla="*/ 148096 w 200168"/>
                <a:gd name="csY68" fmla="*/ 128031 h 154306"/>
                <a:gd name="csX69" fmla="*/ 148096 w 200168"/>
                <a:gd name="csY69" fmla="*/ 129942 h 154306"/>
                <a:gd name="csX70" fmla="*/ 147619 w 200168"/>
                <a:gd name="csY70" fmla="*/ 131376 h 154306"/>
                <a:gd name="csX71" fmla="*/ 146663 w 200168"/>
                <a:gd name="csY71" fmla="*/ 132331 h 154306"/>
                <a:gd name="csX72" fmla="*/ 145230 w 200168"/>
                <a:gd name="csY72" fmla="*/ 132809 h 154306"/>
                <a:gd name="csX73" fmla="*/ 144275 w 200168"/>
                <a:gd name="csY73" fmla="*/ 131853 h 154306"/>
                <a:gd name="csX74" fmla="*/ 143796 w 200168"/>
                <a:gd name="csY74" fmla="*/ 132809 h 154306"/>
                <a:gd name="csX75" fmla="*/ 144275 w 200168"/>
                <a:gd name="csY75" fmla="*/ 133764 h 154306"/>
                <a:gd name="csX76" fmla="*/ 146185 w 200168"/>
                <a:gd name="csY76" fmla="*/ 135675 h 154306"/>
                <a:gd name="csX77" fmla="*/ 145230 w 200168"/>
                <a:gd name="csY77" fmla="*/ 135675 h 154306"/>
                <a:gd name="csX78" fmla="*/ 144275 w 200168"/>
                <a:gd name="csY78" fmla="*/ 136631 h 154306"/>
                <a:gd name="csX79" fmla="*/ 143796 w 200168"/>
                <a:gd name="csY79" fmla="*/ 137586 h 154306"/>
                <a:gd name="csX80" fmla="*/ 141886 w 200168"/>
                <a:gd name="csY80" fmla="*/ 139497 h 154306"/>
                <a:gd name="csX81" fmla="*/ 141408 w 200168"/>
                <a:gd name="csY81" fmla="*/ 140930 h 154306"/>
                <a:gd name="csX82" fmla="*/ 140930 w 200168"/>
                <a:gd name="csY82" fmla="*/ 142841 h 154306"/>
                <a:gd name="csX83" fmla="*/ 139975 w 200168"/>
                <a:gd name="csY83" fmla="*/ 143796 h 154306"/>
                <a:gd name="csX84" fmla="*/ 126121 w 200168"/>
                <a:gd name="csY84" fmla="*/ 149529 h 154306"/>
                <a:gd name="csX85" fmla="*/ 115133 w 200168"/>
                <a:gd name="csY85" fmla="*/ 154307 h 154306"/>
                <a:gd name="csX86" fmla="*/ 114177 w 200168"/>
                <a:gd name="csY86" fmla="*/ 153829 h 154306"/>
                <a:gd name="csX87" fmla="*/ 113700 w 200168"/>
                <a:gd name="csY87" fmla="*/ 153351 h 154306"/>
                <a:gd name="csX88" fmla="*/ 113222 w 200168"/>
                <a:gd name="csY88" fmla="*/ 145707 h 154306"/>
                <a:gd name="csX89" fmla="*/ 111789 w 200168"/>
                <a:gd name="csY89" fmla="*/ 142363 h 154306"/>
                <a:gd name="csX90" fmla="*/ 111789 w 200168"/>
                <a:gd name="csY90" fmla="*/ 139975 h 154306"/>
                <a:gd name="csX91" fmla="*/ 110355 w 200168"/>
                <a:gd name="csY91" fmla="*/ 141885 h 154306"/>
                <a:gd name="csX92" fmla="*/ 109400 w 200168"/>
                <a:gd name="csY92" fmla="*/ 141885 h 154306"/>
                <a:gd name="csX93" fmla="*/ 107967 w 200168"/>
                <a:gd name="csY93" fmla="*/ 141408 h 154306"/>
                <a:gd name="csX94" fmla="*/ 107489 w 200168"/>
                <a:gd name="csY94" fmla="*/ 140452 h 154306"/>
                <a:gd name="csX95" fmla="*/ 107489 w 200168"/>
                <a:gd name="csY95" fmla="*/ 139975 h 154306"/>
                <a:gd name="csX96" fmla="*/ 107967 w 200168"/>
                <a:gd name="csY96" fmla="*/ 137586 h 154306"/>
                <a:gd name="csX97" fmla="*/ 107012 w 200168"/>
                <a:gd name="csY97" fmla="*/ 138542 h 154306"/>
                <a:gd name="csX98" fmla="*/ 106056 w 200168"/>
                <a:gd name="csY98" fmla="*/ 139497 h 154306"/>
                <a:gd name="csX99" fmla="*/ 104623 w 200168"/>
                <a:gd name="csY99" fmla="*/ 139497 h 154306"/>
                <a:gd name="csX100" fmla="*/ 103668 w 200168"/>
                <a:gd name="csY100" fmla="*/ 139019 h 154306"/>
                <a:gd name="csX101" fmla="*/ 103668 w 200168"/>
                <a:gd name="csY101" fmla="*/ 138542 h 154306"/>
                <a:gd name="csX102" fmla="*/ 102712 w 200168"/>
                <a:gd name="csY102" fmla="*/ 138064 h 154306"/>
                <a:gd name="csX103" fmla="*/ 100323 w 200168"/>
                <a:gd name="csY103" fmla="*/ 140452 h 154306"/>
                <a:gd name="csX104" fmla="*/ 96979 w 200168"/>
                <a:gd name="csY104" fmla="*/ 141408 h 154306"/>
                <a:gd name="csX105" fmla="*/ 95546 w 200168"/>
                <a:gd name="csY105" fmla="*/ 141408 h 154306"/>
                <a:gd name="csX106" fmla="*/ 94113 w 200168"/>
                <a:gd name="csY106" fmla="*/ 140930 h 154306"/>
                <a:gd name="csX107" fmla="*/ 94113 w 200168"/>
                <a:gd name="csY107" fmla="*/ 139019 h 154306"/>
                <a:gd name="csX108" fmla="*/ 94113 w 200168"/>
                <a:gd name="csY108" fmla="*/ 137586 h 154306"/>
                <a:gd name="csX109" fmla="*/ 93635 w 200168"/>
                <a:gd name="csY109" fmla="*/ 136631 h 154306"/>
                <a:gd name="csX110" fmla="*/ 92680 w 200168"/>
                <a:gd name="csY110" fmla="*/ 136631 h 154306"/>
                <a:gd name="csX111" fmla="*/ 91724 w 200168"/>
                <a:gd name="csY111" fmla="*/ 136631 h 154306"/>
                <a:gd name="csX112" fmla="*/ 89336 w 200168"/>
                <a:gd name="csY112" fmla="*/ 137108 h 154306"/>
                <a:gd name="csX113" fmla="*/ 88858 w 200168"/>
                <a:gd name="csY113" fmla="*/ 137108 h 154306"/>
                <a:gd name="csX114" fmla="*/ 88380 w 200168"/>
                <a:gd name="csY114" fmla="*/ 137586 h 154306"/>
                <a:gd name="csX115" fmla="*/ 82170 w 200168"/>
                <a:gd name="csY115" fmla="*/ 131853 h 154306"/>
                <a:gd name="csX116" fmla="*/ 80736 w 200168"/>
                <a:gd name="csY116" fmla="*/ 136631 h 154306"/>
                <a:gd name="csX117" fmla="*/ 76437 w 200168"/>
                <a:gd name="csY117" fmla="*/ 139019 h 154306"/>
                <a:gd name="csX118" fmla="*/ 73570 w 200168"/>
                <a:gd name="csY118" fmla="*/ 140452 h 154306"/>
                <a:gd name="csX119" fmla="*/ 70227 w 200168"/>
                <a:gd name="csY119" fmla="*/ 139975 h 154306"/>
                <a:gd name="csX120" fmla="*/ 67360 w 200168"/>
                <a:gd name="csY120" fmla="*/ 139019 h 154306"/>
                <a:gd name="csX121" fmla="*/ 64016 w 200168"/>
                <a:gd name="csY121" fmla="*/ 139975 h 154306"/>
                <a:gd name="csX122" fmla="*/ 60672 w 200168"/>
                <a:gd name="csY122" fmla="*/ 142841 h 154306"/>
                <a:gd name="csX123" fmla="*/ 59716 w 200168"/>
                <a:gd name="csY123" fmla="*/ 143319 h 154306"/>
                <a:gd name="csX124" fmla="*/ 58761 w 200168"/>
                <a:gd name="csY124" fmla="*/ 143319 h 154306"/>
                <a:gd name="csX125" fmla="*/ 58283 w 200168"/>
                <a:gd name="csY125" fmla="*/ 142841 h 154306"/>
                <a:gd name="csX126" fmla="*/ 58283 w 200168"/>
                <a:gd name="csY126" fmla="*/ 140930 h 154306"/>
                <a:gd name="csX127" fmla="*/ 58283 w 200168"/>
                <a:gd name="csY127" fmla="*/ 138542 h 154306"/>
                <a:gd name="csX128" fmla="*/ 58283 w 200168"/>
                <a:gd name="csY128" fmla="*/ 134242 h 154306"/>
                <a:gd name="csX129" fmla="*/ 57805 w 200168"/>
                <a:gd name="csY129" fmla="*/ 133286 h 154306"/>
                <a:gd name="csX130" fmla="*/ 56850 w 200168"/>
                <a:gd name="csY130" fmla="*/ 131853 h 154306"/>
                <a:gd name="csX131" fmla="*/ 55416 w 200168"/>
                <a:gd name="csY131" fmla="*/ 131376 h 154306"/>
                <a:gd name="csX132" fmla="*/ 54939 w 200168"/>
                <a:gd name="csY132" fmla="*/ 131853 h 154306"/>
                <a:gd name="csX133" fmla="*/ 53984 w 200168"/>
                <a:gd name="csY133" fmla="*/ 132809 h 154306"/>
                <a:gd name="csX134" fmla="*/ 51595 w 200168"/>
                <a:gd name="csY134" fmla="*/ 132809 h 154306"/>
                <a:gd name="csX135" fmla="*/ 49206 w 200168"/>
                <a:gd name="csY135" fmla="*/ 131853 h 154306"/>
                <a:gd name="csX136" fmla="*/ 46818 w 200168"/>
                <a:gd name="csY136" fmla="*/ 132331 h 154306"/>
                <a:gd name="csX137" fmla="*/ 42518 w 200168"/>
                <a:gd name="csY137" fmla="*/ 134242 h 154306"/>
                <a:gd name="csX138" fmla="*/ 40607 w 200168"/>
                <a:gd name="csY138" fmla="*/ 134242 h 154306"/>
                <a:gd name="csX139" fmla="*/ 39174 w 200168"/>
                <a:gd name="csY139" fmla="*/ 134242 h 154306"/>
                <a:gd name="csX140" fmla="*/ 38218 w 200168"/>
                <a:gd name="csY140" fmla="*/ 133286 h 154306"/>
                <a:gd name="csX141" fmla="*/ 38696 w 200168"/>
                <a:gd name="csY141" fmla="*/ 132331 h 154306"/>
                <a:gd name="csX142" fmla="*/ 39652 w 200168"/>
                <a:gd name="csY142" fmla="*/ 131376 h 154306"/>
                <a:gd name="csX143" fmla="*/ 38218 w 200168"/>
                <a:gd name="csY143" fmla="*/ 131853 h 154306"/>
                <a:gd name="csX144" fmla="*/ 36307 w 200168"/>
                <a:gd name="csY144" fmla="*/ 132809 h 154306"/>
                <a:gd name="csX145" fmla="*/ 35830 w 200168"/>
                <a:gd name="csY145" fmla="*/ 133764 h 154306"/>
                <a:gd name="csX146" fmla="*/ 35352 w 200168"/>
                <a:gd name="csY146" fmla="*/ 133286 h 154306"/>
                <a:gd name="csX147" fmla="*/ 33441 w 200168"/>
                <a:gd name="csY147" fmla="*/ 131376 h 154306"/>
                <a:gd name="csX148" fmla="*/ 29620 w 200168"/>
                <a:gd name="csY148" fmla="*/ 131853 h 154306"/>
                <a:gd name="csX149" fmla="*/ 29141 w 200168"/>
                <a:gd name="csY149" fmla="*/ 132331 h 154306"/>
                <a:gd name="csX150" fmla="*/ 28186 w 200168"/>
                <a:gd name="csY150" fmla="*/ 132809 h 154306"/>
                <a:gd name="csX151" fmla="*/ 27231 w 200168"/>
                <a:gd name="csY151" fmla="*/ 132331 h 154306"/>
                <a:gd name="csX152" fmla="*/ 26753 w 200168"/>
                <a:gd name="csY152" fmla="*/ 131853 h 154306"/>
                <a:gd name="csX153" fmla="*/ 26275 w 200168"/>
                <a:gd name="csY153" fmla="*/ 127554 h 154306"/>
                <a:gd name="csX154" fmla="*/ 24364 w 200168"/>
                <a:gd name="csY154" fmla="*/ 119432 h 154306"/>
                <a:gd name="csX155" fmla="*/ 23886 w 200168"/>
                <a:gd name="csY155" fmla="*/ 115133 h 154306"/>
                <a:gd name="csX156" fmla="*/ 23409 w 200168"/>
                <a:gd name="csY156" fmla="*/ 114177 h 154306"/>
                <a:gd name="csX157" fmla="*/ 21020 w 200168"/>
                <a:gd name="csY157" fmla="*/ 112744 h 154306"/>
                <a:gd name="csX158" fmla="*/ 21020 w 200168"/>
                <a:gd name="csY158" fmla="*/ 110355 h 154306"/>
                <a:gd name="csX159" fmla="*/ 22454 w 200168"/>
                <a:gd name="csY159" fmla="*/ 108444 h 154306"/>
                <a:gd name="csX160" fmla="*/ 22454 w 200168"/>
                <a:gd name="csY160" fmla="*/ 106534 h 154306"/>
                <a:gd name="csX161" fmla="*/ 22454 w 200168"/>
                <a:gd name="csY161" fmla="*/ 104145 h 154306"/>
                <a:gd name="csX162" fmla="*/ 21498 w 200168"/>
                <a:gd name="csY162" fmla="*/ 101756 h 154306"/>
                <a:gd name="csX163" fmla="*/ 20543 w 200168"/>
                <a:gd name="csY163" fmla="*/ 100323 h 154306"/>
                <a:gd name="csX164" fmla="*/ 19587 w 200168"/>
                <a:gd name="csY164" fmla="*/ 98890 h 154306"/>
                <a:gd name="csX165" fmla="*/ 17676 w 200168"/>
                <a:gd name="csY165" fmla="*/ 96979 h 154306"/>
                <a:gd name="csX166" fmla="*/ 15765 w 200168"/>
                <a:gd name="csY166" fmla="*/ 96024 h 154306"/>
                <a:gd name="csX167" fmla="*/ 10988 w 200168"/>
                <a:gd name="csY167" fmla="*/ 94590 h 154306"/>
                <a:gd name="csX168" fmla="*/ 8599 w 200168"/>
                <a:gd name="csY168" fmla="*/ 94590 h 154306"/>
                <a:gd name="csX169" fmla="*/ 7644 w 200168"/>
                <a:gd name="csY169" fmla="*/ 94112 h 154306"/>
                <a:gd name="csX170" fmla="*/ 7166 w 200168"/>
                <a:gd name="csY170" fmla="*/ 93635 h 154306"/>
                <a:gd name="csX171" fmla="*/ 7644 w 200168"/>
                <a:gd name="csY171" fmla="*/ 92202 h 154306"/>
                <a:gd name="csX172" fmla="*/ 8122 w 200168"/>
                <a:gd name="csY172" fmla="*/ 91246 h 154306"/>
                <a:gd name="csX173" fmla="*/ 9555 w 200168"/>
                <a:gd name="csY173" fmla="*/ 90769 h 154306"/>
                <a:gd name="csX174" fmla="*/ 9555 w 200168"/>
                <a:gd name="csY174" fmla="*/ 90291 h 154306"/>
                <a:gd name="csX175" fmla="*/ 7166 w 200168"/>
                <a:gd name="csY175" fmla="*/ 89335 h 154306"/>
                <a:gd name="csX176" fmla="*/ 5255 w 200168"/>
                <a:gd name="csY176" fmla="*/ 87902 h 154306"/>
                <a:gd name="csX177" fmla="*/ 4777 w 200168"/>
                <a:gd name="csY177" fmla="*/ 86947 h 154306"/>
                <a:gd name="csX178" fmla="*/ 4300 w 200168"/>
                <a:gd name="csY178" fmla="*/ 85991 h 154306"/>
                <a:gd name="csX179" fmla="*/ 4300 w 200168"/>
                <a:gd name="csY179" fmla="*/ 83603 h 154306"/>
                <a:gd name="csX180" fmla="*/ 5255 w 200168"/>
                <a:gd name="csY180" fmla="*/ 82169 h 154306"/>
                <a:gd name="csX181" fmla="*/ 5255 w 200168"/>
                <a:gd name="csY181" fmla="*/ 81692 h 154306"/>
                <a:gd name="csX182" fmla="*/ 5733 w 200168"/>
                <a:gd name="csY182" fmla="*/ 79303 h 154306"/>
                <a:gd name="csX183" fmla="*/ 7166 w 200168"/>
                <a:gd name="csY183" fmla="*/ 78347 h 154306"/>
                <a:gd name="csX184" fmla="*/ 7166 w 200168"/>
                <a:gd name="csY184" fmla="*/ 77870 h 154306"/>
                <a:gd name="csX185" fmla="*/ 6688 w 200168"/>
                <a:gd name="csY185" fmla="*/ 77392 h 154306"/>
                <a:gd name="csX186" fmla="*/ 5733 w 200168"/>
                <a:gd name="csY186" fmla="*/ 76914 h 154306"/>
                <a:gd name="csX187" fmla="*/ 5255 w 200168"/>
                <a:gd name="csY187" fmla="*/ 75959 h 154306"/>
                <a:gd name="csX188" fmla="*/ 3822 w 200168"/>
                <a:gd name="csY188" fmla="*/ 74526 h 154306"/>
                <a:gd name="csX189" fmla="*/ 956 w 200168"/>
                <a:gd name="csY189" fmla="*/ 72615 h 154306"/>
                <a:gd name="csX190" fmla="*/ 478 w 200168"/>
                <a:gd name="csY190" fmla="*/ 69271 h 154306"/>
                <a:gd name="csX191" fmla="*/ 0 w 200168"/>
                <a:gd name="csY191" fmla="*/ 64493 h 154306"/>
                <a:gd name="csX192" fmla="*/ 478 w 200168"/>
                <a:gd name="csY192" fmla="*/ 62582 h 154306"/>
                <a:gd name="csX193" fmla="*/ 1433 w 200168"/>
                <a:gd name="csY193" fmla="*/ 58283 h 154306"/>
                <a:gd name="csX194" fmla="*/ 2866 w 200168"/>
                <a:gd name="csY194" fmla="*/ 57328 h 154306"/>
                <a:gd name="csX195" fmla="*/ 3822 w 200168"/>
                <a:gd name="csY195" fmla="*/ 56850 h 154306"/>
                <a:gd name="csX196" fmla="*/ 4777 w 200168"/>
                <a:gd name="csY196" fmla="*/ 56372 h 154306"/>
                <a:gd name="csX197" fmla="*/ 3822 w 200168"/>
                <a:gd name="csY197" fmla="*/ 56372 h 154306"/>
                <a:gd name="csX198" fmla="*/ 3344 w 200168"/>
                <a:gd name="csY198" fmla="*/ 56372 h 154306"/>
                <a:gd name="csX199" fmla="*/ 2389 w 200168"/>
                <a:gd name="csY199" fmla="*/ 56372 h 154306"/>
                <a:gd name="csX200" fmla="*/ 3344 w 200168"/>
                <a:gd name="csY200" fmla="*/ 53028 h 154306"/>
                <a:gd name="csX201" fmla="*/ 3822 w 200168"/>
                <a:gd name="csY201" fmla="*/ 52072 h 154306"/>
                <a:gd name="csX202" fmla="*/ 5255 w 200168"/>
                <a:gd name="csY202" fmla="*/ 49684 h 154306"/>
                <a:gd name="csX203" fmla="*/ 7644 w 200168"/>
                <a:gd name="csY203" fmla="*/ 48251 h 154306"/>
                <a:gd name="csX204" fmla="*/ 8599 w 200168"/>
                <a:gd name="csY204" fmla="*/ 45862 h 154306"/>
                <a:gd name="csX205" fmla="*/ 9555 w 200168"/>
                <a:gd name="csY205" fmla="*/ 43951 h 154306"/>
                <a:gd name="csX206" fmla="*/ 14809 w 200168"/>
                <a:gd name="csY206" fmla="*/ 42040 h 154306"/>
                <a:gd name="csX207" fmla="*/ 14809 w 200168"/>
                <a:gd name="csY207" fmla="*/ 42518 h 154306"/>
                <a:gd name="csX208" fmla="*/ 12899 w 200168"/>
                <a:gd name="csY208" fmla="*/ 44906 h 154306"/>
                <a:gd name="csX209" fmla="*/ 12899 w 200168"/>
                <a:gd name="csY209" fmla="*/ 45384 h 154306"/>
                <a:gd name="csX210" fmla="*/ 13377 w 200168"/>
                <a:gd name="csY210" fmla="*/ 46340 h 154306"/>
                <a:gd name="csX211" fmla="*/ 14809 w 200168"/>
                <a:gd name="csY211" fmla="*/ 46817 h 154306"/>
                <a:gd name="csX212" fmla="*/ 15288 w 200168"/>
                <a:gd name="csY212" fmla="*/ 49684 h 154306"/>
                <a:gd name="csX213" fmla="*/ 16721 w 200168"/>
                <a:gd name="csY213" fmla="*/ 51595 h 154306"/>
                <a:gd name="csX214" fmla="*/ 16721 w 200168"/>
                <a:gd name="csY214" fmla="*/ 51595 h 154306"/>
                <a:gd name="csX215" fmla="*/ 18154 w 200168"/>
                <a:gd name="csY215" fmla="*/ 53028 h 154306"/>
                <a:gd name="csX216" fmla="*/ 19587 w 200168"/>
                <a:gd name="csY216" fmla="*/ 53505 h 154306"/>
                <a:gd name="csX217" fmla="*/ 21020 w 200168"/>
                <a:gd name="csY217" fmla="*/ 54939 h 154306"/>
                <a:gd name="csX218" fmla="*/ 21975 w 200168"/>
                <a:gd name="csY218" fmla="*/ 55894 h 154306"/>
                <a:gd name="csX219" fmla="*/ 21975 w 200168"/>
                <a:gd name="csY219" fmla="*/ 55894 h 154306"/>
                <a:gd name="csX220" fmla="*/ 22931 w 200168"/>
                <a:gd name="csY220" fmla="*/ 56850 h 154306"/>
                <a:gd name="csX221" fmla="*/ 24364 w 200168"/>
                <a:gd name="csY221" fmla="*/ 57328 h 154306"/>
                <a:gd name="csX222" fmla="*/ 28186 w 200168"/>
                <a:gd name="csY222" fmla="*/ 61149 h 154306"/>
                <a:gd name="csX223" fmla="*/ 29620 w 200168"/>
                <a:gd name="csY223" fmla="*/ 62105 h 154306"/>
                <a:gd name="csX224" fmla="*/ 31052 w 200168"/>
                <a:gd name="csY224" fmla="*/ 63060 h 154306"/>
                <a:gd name="csX225" fmla="*/ 32008 w 200168"/>
                <a:gd name="csY225" fmla="*/ 63538 h 154306"/>
                <a:gd name="csX226" fmla="*/ 33919 w 200168"/>
                <a:gd name="csY226" fmla="*/ 63060 h 154306"/>
                <a:gd name="csX227" fmla="*/ 40607 w 200168"/>
                <a:gd name="csY227" fmla="*/ 60671 h 154306"/>
                <a:gd name="csX228" fmla="*/ 41563 w 200168"/>
                <a:gd name="csY228" fmla="*/ 60194 h 154306"/>
                <a:gd name="csX229" fmla="*/ 43951 w 200168"/>
                <a:gd name="csY229" fmla="*/ 60194 h 154306"/>
                <a:gd name="csX230" fmla="*/ 47295 w 200168"/>
                <a:gd name="csY230" fmla="*/ 60194 h 154306"/>
                <a:gd name="csX231" fmla="*/ 51117 w 200168"/>
                <a:gd name="csY231" fmla="*/ 61149 h 154306"/>
                <a:gd name="csX232" fmla="*/ 52550 w 200168"/>
                <a:gd name="csY232" fmla="*/ 61149 h 154306"/>
                <a:gd name="csX233" fmla="*/ 53984 w 200168"/>
                <a:gd name="csY233" fmla="*/ 60671 h 154306"/>
                <a:gd name="csX234" fmla="*/ 55416 w 200168"/>
                <a:gd name="csY234" fmla="*/ 60671 h 154306"/>
                <a:gd name="csX235" fmla="*/ 56850 w 200168"/>
                <a:gd name="csY235" fmla="*/ 61149 h 154306"/>
                <a:gd name="csX236" fmla="*/ 57805 w 200168"/>
                <a:gd name="csY236" fmla="*/ 60671 h 154306"/>
                <a:gd name="csX237" fmla="*/ 60194 w 200168"/>
                <a:gd name="csY237" fmla="*/ 58761 h 154306"/>
                <a:gd name="csX238" fmla="*/ 63061 w 200168"/>
                <a:gd name="csY238" fmla="*/ 58283 h 154306"/>
                <a:gd name="csX239" fmla="*/ 63061 w 200168"/>
                <a:gd name="csY239" fmla="*/ 58283 h 154306"/>
                <a:gd name="csX240" fmla="*/ 64016 w 200168"/>
                <a:gd name="csY240" fmla="*/ 56372 h 154306"/>
                <a:gd name="csX241" fmla="*/ 64971 w 200168"/>
                <a:gd name="csY241" fmla="*/ 54939 h 154306"/>
                <a:gd name="csX242" fmla="*/ 65449 w 200168"/>
                <a:gd name="csY242" fmla="*/ 53028 h 154306"/>
                <a:gd name="csX243" fmla="*/ 66405 w 200168"/>
                <a:gd name="csY243" fmla="*/ 52072 h 154306"/>
                <a:gd name="csX244" fmla="*/ 68316 w 200168"/>
                <a:gd name="csY244" fmla="*/ 51595 h 154306"/>
                <a:gd name="csX245" fmla="*/ 71182 w 200168"/>
                <a:gd name="csY245" fmla="*/ 50639 h 154306"/>
                <a:gd name="csX246" fmla="*/ 80259 w 200168"/>
                <a:gd name="csY246" fmla="*/ 50639 h 154306"/>
                <a:gd name="csX247" fmla="*/ 81214 w 200168"/>
                <a:gd name="csY247" fmla="*/ 51117 h 154306"/>
                <a:gd name="csX248" fmla="*/ 81214 w 200168"/>
                <a:gd name="csY248" fmla="*/ 52072 h 154306"/>
                <a:gd name="csX249" fmla="*/ 81214 w 200168"/>
                <a:gd name="csY249" fmla="*/ 52550 h 154306"/>
                <a:gd name="csX250" fmla="*/ 81692 w 200168"/>
                <a:gd name="csY250" fmla="*/ 53028 h 154306"/>
                <a:gd name="csX251" fmla="*/ 81692 w 200168"/>
                <a:gd name="csY251" fmla="*/ 53028 h 154306"/>
                <a:gd name="csX252" fmla="*/ 82647 w 200168"/>
                <a:gd name="csY252" fmla="*/ 53028 h 154306"/>
                <a:gd name="csX253" fmla="*/ 84080 w 200168"/>
                <a:gd name="csY253" fmla="*/ 53505 h 154306"/>
                <a:gd name="csX254" fmla="*/ 88380 w 200168"/>
                <a:gd name="csY254" fmla="*/ 54939 h 154306"/>
                <a:gd name="csX255" fmla="*/ 90291 w 200168"/>
                <a:gd name="csY255" fmla="*/ 55417 h 154306"/>
                <a:gd name="csX256" fmla="*/ 91724 w 200168"/>
                <a:gd name="csY256" fmla="*/ 55417 h 154306"/>
                <a:gd name="csX257" fmla="*/ 93635 w 200168"/>
                <a:gd name="csY257" fmla="*/ 56850 h 154306"/>
                <a:gd name="csX258" fmla="*/ 95068 w 200168"/>
                <a:gd name="csY258" fmla="*/ 56372 h 154306"/>
                <a:gd name="csX259" fmla="*/ 96502 w 200168"/>
                <a:gd name="csY259" fmla="*/ 55417 h 154306"/>
                <a:gd name="csX260" fmla="*/ 97935 w 200168"/>
                <a:gd name="csY260" fmla="*/ 53983 h 154306"/>
                <a:gd name="csX261" fmla="*/ 99368 w 200168"/>
                <a:gd name="csY261" fmla="*/ 53028 h 154306"/>
                <a:gd name="csX262" fmla="*/ 101279 w 200168"/>
                <a:gd name="csY262" fmla="*/ 52550 h 154306"/>
                <a:gd name="csX263" fmla="*/ 103668 w 200168"/>
                <a:gd name="csY263" fmla="*/ 52550 h 154306"/>
                <a:gd name="csX264" fmla="*/ 106534 w 200168"/>
                <a:gd name="csY264" fmla="*/ 52550 h 154306"/>
                <a:gd name="csX265" fmla="*/ 108923 w 200168"/>
                <a:gd name="csY265" fmla="*/ 52072 h 154306"/>
                <a:gd name="csX266" fmla="*/ 111311 w 200168"/>
                <a:gd name="csY266" fmla="*/ 52550 h 154306"/>
                <a:gd name="csX267" fmla="*/ 112266 w 200168"/>
                <a:gd name="csY267" fmla="*/ 52550 h 154306"/>
                <a:gd name="csX268" fmla="*/ 112744 w 200168"/>
                <a:gd name="csY268" fmla="*/ 51595 h 154306"/>
                <a:gd name="csX269" fmla="*/ 113700 w 200168"/>
                <a:gd name="csY269" fmla="*/ 50162 h 154306"/>
                <a:gd name="csX270" fmla="*/ 113700 w 200168"/>
                <a:gd name="csY270" fmla="*/ 49684 h 154306"/>
                <a:gd name="csX271" fmla="*/ 114177 w 200168"/>
                <a:gd name="csY271" fmla="*/ 48728 h 154306"/>
                <a:gd name="csX272" fmla="*/ 114655 w 200168"/>
                <a:gd name="csY272" fmla="*/ 46340 h 154306"/>
                <a:gd name="csX273" fmla="*/ 115133 w 200168"/>
                <a:gd name="csY273" fmla="*/ 45384 h 154306"/>
                <a:gd name="csX274" fmla="*/ 116088 w 200168"/>
                <a:gd name="csY274" fmla="*/ 45384 h 154306"/>
                <a:gd name="csX275" fmla="*/ 117044 w 200168"/>
                <a:gd name="csY275" fmla="*/ 44906 h 154306"/>
                <a:gd name="csX276" fmla="*/ 117044 w 200168"/>
                <a:gd name="csY276" fmla="*/ 44906 h 154306"/>
                <a:gd name="csX277" fmla="*/ 117521 w 200168"/>
                <a:gd name="csY277" fmla="*/ 43951 h 154306"/>
                <a:gd name="csX278" fmla="*/ 117521 w 200168"/>
                <a:gd name="csY278" fmla="*/ 42996 h 154306"/>
                <a:gd name="csX279" fmla="*/ 118000 w 200168"/>
                <a:gd name="csY279" fmla="*/ 42996 h 154306"/>
                <a:gd name="csX280" fmla="*/ 117521 w 200168"/>
                <a:gd name="csY280" fmla="*/ 42518 h 154306"/>
                <a:gd name="csX281" fmla="*/ 117044 w 200168"/>
                <a:gd name="csY281" fmla="*/ 42040 h 154306"/>
                <a:gd name="csX282" fmla="*/ 116088 w 200168"/>
                <a:gd name="csY282" fmla="*/ 40129 h 154306"/>
                <a:gd name="csX283" fmla="*/ 116566 w 200168"/>
                <a:gd name="csY283" fmla="*/ 39651 h 154306"/>
                <a:gd name="csX284" fmla="*/ 116566 w 200168"/>
                <a:gd name="csY284" fmla="*/ 39174 h 154306"/>
                <a:gd name="csX285" fmla="*/ 117044 w 200168"/>
                <a:gd name="csY285" fmla="*/ 38218 h 154306"/>
                <a:gd name="csX286" fmla="*/ 118000 w 200168"/>
                <a:gd name="csY286" fmla="*/ 38218 h 154306"/>
                <a:gd name="csX287" fmla="*/ 120388 w 200168"/>
                <a:gd name="csY287" fmla="*/ 36307 h 154306"/>
                <a:gd name="csX288" fmla="*/ 122777 w 200168"/>
                <a:gd name="csY288" fmla="*/ 34874 h 154306"/>
                <a:gd name="csX289" fmla="*/ 124210 w 200168"/>
                <a:gd name="csY289" fmla="*/ 33919 h 154306"/>
                <a:gd name="csX290" fmla="*/ 124210 w 200168"/>
                <a:gd name="csY290" fmla="*/ 33919 h 154306"/>
                <a:gd name="csX291" fmla="*/ 124687 w 200168"/>
                <a:gd name="csY291" fmla="*/ 33441 h 154306"/>
                <a:gd name="csX292" fmla="*/ 124687 w 200168"/>
                <a:gd name="csY292" fmla="*/ 33441 h 154306"/>
                <a:gd name="csX293" fmla="*/ 124687 w 200168"/>
                <a:gd name="csY293" fmla="*/ 32486 h 154306"/>
                <a:gd name="csX294" fmla="*/ 124687 w 200168"/>
                <a:gd name="csY294" fmla="*/ 32486 h 154306"/>
                <a:gd name="csX295" fmla="*/ 123732 w 200168"/>
                <a:gd name="csY295" fmla="*/ 31530 h 154306"/>
                <a:gd name="csX296" fmla="*/ 122777 w 200168"/>
                <a:gd name="csY296" fmla="*/ 31530 h 154306"/>
                <a:gd name="csX297" fmla="*/ 122777 w 200168"/>
                <a:gd name="csY297" fmla="*/ 30575 h 154306"/>
                <a:gd name="csX298" fmla="*/ 122777 w 200168"/>
                <a:gd name="csY298" fmla="*/ 29619 h 154306"/>
                <a:gd name="csX299" fmla="*/ 122777 w 200168"/>
                <a:gd name="csY299" fmla="*/ 29141 h 154306"/>
                <a:gd name="csX300" fmla="*/ 122777 w 200168"/>
                <a:gd name="csY300" fmla="*/ 28664 h 154306"/>
                <a:gd name="csX301" fmla="*/ 122777 w 200168"/>
                <a:gd name="csY301" fmla="*/ 27708 h 154306"/>
                <a:gd name="csX302" fmla="*/ 123254 w 200168"/>
                <a:gd name="csY302" fmla="*/ 26753 h 154306"/>
                <a:gd name="csX303" fmla="*/ 124687 w 200168"/>
                <a:gd name="csY303" fmla="*/ 25320 h 154306"/>
                <a:gd name="csX304" fmla="*/ 126121 w 200168"/>
                <a:gd name="csY304" fmla="*/ 24364 h 154306"/>
                <a:gd name="csX305" fmla="*/ 127076 w 200168"/>
                <a:gd name="csY305" fmla="*/ 24842 h 154306"/>
                <a:gd name="csX306" fmla="*/ 128509 w 200168"/>
                <a:gd name="csY306" fmla="*/ 24364 h 154306"/>
                <a:gd name="csX307" fmla="*/ 129943 w 200168"/>
                <a:gd name="csY307" fmla="*/ 24364 h 154306"/>
                <a:gd name="csX308" fmla="*/ 129943 w 200168"/>
                <a:gd name="csY308" fmla="*/ 23886 h 154306"/>
                <a:gd name="csX309" fmla="*/ 130898 w 200168"/>
                <a:gd name="csY309" fmla="*/ 22453 h 154306"/>
                <a:gd name="csX310" fmla="*/ 130898 w 200168"/>
                <a:gd name="csY310" fmla="*/ 21498 h 154306"/>
                <a:gd name="csX311" fmla="*/ 130898 w 200168"/>
                <a:gd name="csY311" fmla="*/ 21020 h 154306"/>
                <a:gd name="csX312" fmla="*/ 130898 w 200168"/>
                <a:gd name="csY312" fmla="*/ 20542 h 154306"/>
                <a:gd name="csX313" fmla="*/ 131376 w 200168"/>
                <a:gd name="csY313" fmla="*/ 18631 h 154306"/>
                <a:gd name="csX314" fmla="*/ 131376 w 200168"/>
                <a:gd name="csY314" fmla="*/ 18154 h 154306"/>
                <a:gd name="csX315" fmla="*/ 132331 w 200168"/>
                <a:gd name="csY315" fmla="*/ 16721 h 154306"/>
                <a:gd name="csX316" fmla="*/ 132331 w 200168"/>
                <a:gd name="csY316" fmla="*/ 16721 h 154306"/>
                <a:gd name="csX317" fmla="*/ 132331 w 200168"/>
                <a:gd name="csY317" fmla="*/ 15765 h 154306"/>
                <a:gd name="csX318" fmla="*/ 131853 w 200168"/>
                <a:gd name="csY318" fmla="*/ 13376 h 154306"/>
                <a:gd name="csX319" fmla="*/ 132331 w 200168"/>
                <a:gd name="csY319" fmla="*/ 11465 h 154306"/>
                <a:gd name="csX320" fmla="*/ 132331 w 200168"/>
                <a:gd name="csY320" fmla="*/ 7644 h 154306"/>
                <a:gd name="csX321" fmla="*/ 132809 w 200168"/>
                <a:gd name="csY321" fmla="*/ 7166 h 154306"/>
                <a:gd name="csX322" fmla="*/ 132809 w 200168"/>
                <a:gd name="csY322" fmla="*/ 7166 h 154306"/>
                <a:gd name="csX323" fmla="*/ 133764 w 200168"/>
                <a:gd name="csY323" fmla="*/ 5255 h 154306"/>
                <a:gd name="csX324" fmla="*/ 133764 w 200168"/>
                <a:gd name="csY324" fmla="*/ 5255 h 154306"/>
                <a:gd name="csX325" fmla="*/ 134720 w 200168"/>
                <a:gd name="csY325" fmla="*/ 3344 h 154306"/>
                <a:gd name="csX326" fmla="*/ 136631 w 200168"/>
                <a:gd name="csY326" fmla="*/ 1911 h 154306"/>
                <a:gd name="csX327" fmla="*/ 136631 w 200168"/>
                <a:gd name="csY327" fmla="*/ 1911 h 154306"/>
                <a:gd name="csX328" fmla="*/ 137586 w 200168"/>
                <a:gd name="csY328" fmla="*/ 478 h 154306"/>
                <a:gd name="csX329" fmla="*/ 138064 w 200168"/>
                <a:gd name="csY329" fmla="*/ 478 h 154306"/>
                <a:gd name="csX330" fmla="*/ 139019 w 200168"/>
                <a:gd name="csY330" fmla="*/ 478 h 154306"/>
                <a:gd name="csX331" fmla="*/ 141408 w 200168"/>
                <a:gd name="csY331" fmla="*/ 1433 h 154306"/>
                <a:gd name="csX332" fmla="*/ 143796 w 200168"/>
                <a:gd name="csY332" fmla="*/ 0 h 154306"/>
                <a:gd name="csX333" fmla="*/ 145707 w 200168"/>
                <a:gd name="csY333" fmla="*/ 0 h 154306"/>
                <a:gd name="csX334" fmla="*/ 147141 w 200168"/>
                <a:gd name="csY334" fmla="*/ 478 h 154306"/>
                <a:gd name="csX335" fmla="*/ 148096 w 200168"/>
                <a:gd name="csY335" fmla="*/ 478 h 154306"/>
                <a:gd name="csX336" fmla="*/ 149052 w 200168"/>
                <a:gd name="csY336" fmla="*/ 955 h 154306"/>
                <a:gd name="csX337" fmla="*/ 150962 w 200168"/>
                <a:gd name="csY337" fmla="*/ 0 h 154306"/>
                <a:gd name="csX338" fmla="*/ 151918 w 200168"/>
                <a:gd name="csY338" fmla="*/ 0 h 154306"/>
                <a:gd name="csX339" fmla="*/ 152873 w 200168"/>
                <a:gd name="csY339" fmla="*/ 478 h 154306"/>
                <a:gd name="csX340" fmla="*/ 153829 w 200168"/>
                <a:gd name="csY340" fmla="*/ 478 h 154306"/>
                <a:gd name="csX341" fmla="*/ 154784 w 200168"/>
                <a:gd name="csY341" fmla="*/ 0 h 154306"/>
                <a:gd name="csX342" fmla="*/ 157651 w 200168"/>
                <a:gd name="csY342" fmla="*/ 478 h 154306"/>
                <a:gd name="csX343" fmla="*/ 162906 w 200168"/>
                <a:gd name="csY343" fmla="*/ 478 h 154306"/>
                <a:gd name="csX344" fmla="*/ 166250 w 200168"/>
                <a:gd name="csY344" fmla="*/ 1433 h 154306"/>
                <a:gd name="csX345" fmla="*/ 169594 w 200168"/>
                <a:gd name="csY345" fmla="*/ 3344 h 154306"/>
                <a:gd name="csX346" fmla="*/ 171505 w 200168"/>
                <a:gd name="csY346" fmla="*/ 3344 h 154306"/>
                <a:gd name="csX347" fmla="*/ 171983 w 200168"/>
                <a:gd name="csY347" fmla="*/ 3344 h 154306"/>
                <a:gd name="csX348" fmla="*/ 171983 w 200168"/>
                <a:gd name="csY348" fmla="*/ 3822 h 154306"/>
                <a:gd name="csX349" fmla="*/ 170550 w 200168"/>
                <a:gd name="csY349" fmla="*/ 4299 h 154306"/>
                <a:gd name="csX350" fmla="*/ 170072 w 200168"/>
                <a:gd name="csY350" fmla="*/ 5255 h 154306"/>
                <a:gd name="csX351" fmla="*/ 171983 w 200168"/>
                <a:gd name="csY351" fmla="*/ 6688 h 154306"/>
                <a:gd name="csX352" fmla="*/ 171983 w 200168"/>
                <a:gd name="csY352" fmla="*/ 8121 h 154306"/>
                <a:gd name="csX353" fmla="*/ 173416 w 200168"/>
                <a:gd name="csY353" fmla="*/ 9077 h 154306"/>
                <a:gd name="csX354" fmla="*/ 175327 w 200168"/>
                <a:gd name="csY354" fmla="*/ 10510 h 154306"/>
                <a:gd name="csX355" fmla="*/ 175327 w 200168"/>
                <a:gd name="csY355" fmla="*/ 10988 h 154306"/>
                <a:gd name="csX356" fmla="*/ 175805 w 200168"/>
                <a:gd name="csY356" fmla="*/ 11465 h 154306"/>
                <a:gd name="csX357" fmla="*/ 176282 w 200168"/>
                <a:gd name="csY357" fmla="*/ 12421 h 154306"/>
                <a:gd name="csX358" fmla="*/ 174849 w 200168"/>
                <a:gd name="csY358" fmla="*/ 12898 h 154306"/>
                <a:gd name="csX359" fmla="*/ 173416 w 200168"/>
                <a:gd name="csY359" fmla="*/ 13376 h 154306"/>
                <a:gd name="csX360" fmla="*/ 171983 w 200168"/>
                <a:gd name="csY360" fmla="*/ 12421 h 154306"/>
                <a:gd name="csX361" fmla="*/ 171027 w 200168"/>
                <a:gd name="csY361" fmla="*/ 11465 h 154306"/>
                <a:gd name="csX362" fmla="*/ 170550 w 200168"/>
                <a:gd name="csY362" fmla="*/ 12898 h 154306"/>
                <a:gd name="csX363" fmla="*/ 169594 w 200168"/>
                <a:gd name="csY363" fmla="*/ 13376 h 154306"/>
                <a:gd name="csX364" fmla="*/ 166250 w 200168"/>
                <a:gd name="csY364" fmla="*/ 13376 h 154306"/>
                <a:gd name="csX365" fmla="*/ 164339 w 200168"/>
                <a:gd name="csY365" fmla="*/ 13376 h 154306"/>
                <a:gd name="csX366" fmla="*/ 161950 w 200168"/>
                <a:gd name="csY366" fmla="*/ 13376 h 154306"/>
                <a:gd name="csX367" fmla="*/ 162906 w 200168"/>
                <a:gd name="csY367" fmla="*/ 13854 h 154306"/>
                <a:gd name="csX368" fmla="*/ 163861 w 200168"/>
                <a:gd name="csY368" fmla="*/ 13854 h 154306"/>
                <a:gd name="csX369" fmla="*/ 167683 w 200168"/>
                <a:gd name="csY369" fmla="*/ 17198 h 154306"/>
                <a:gd name="csX370" fmla="*/ 168161 w 200168"/>
                <a:gd name="csY370" fmla="*/ 18154 h 154306"/>
                <a:gd name="csX371" fmla="*/ 167205 w 200168"/>
                <a:gd name="csY371" fmla="*/ 20542 h 154306"/>
                <a:gd name="csX372" fmla="*/ 167683 w 200168"/>
                <a:gd name="csY372" fmla="*/ 21020 h 154306"/>
                <a:gd name="csX373" fmla="*/ 169116 w 200168"/>
                <a:gd name="csY373" fmla="*/ 21498 h 154306"/>
                <a:gd name="csX374" fmla="*/ 171027 w 200168"/>
                <a:gd name="csY374" fmla="*/ 22931 h 154306"/>
                <a:gd name="csX375" fmla="*/ 171983 w 200168"/>
                <a:gd name="csY375" fmla="*/ 22931 h 154306"/>
                <a:gd name="csX376" fmla="*/ 172938 w 200168"/>
                <a:gd name="csY376" fmla="*/ 23409 h 154306"/>
                <a:gd name="csX377" fmla="*/ 172938 w 200168"/>
                <a:gd name="csY377" fmla="*/ 24842 h 154306"/>
                <a:gd name="csX378" fmla="*/ 173416 w 200168"/>
                <a:gd name="csY378" fmla="*/ 25797 h 154306"/>
                <a:gd name="csX379" fmla="*/ 171983 w 200168"/>
                <a:gd name="csY379" fmla="*/ 25797 h 154306"/>
                <a:gd name="csX380" fmla="*/ 173416 w 200168"/>
                <a:gd name="csY380" fmla="*/ 26275 h 154306"/>
                <a:gd name="csX381" fmla="*/ 174371 w 200168"/>
                <a:gd name="csY381" fmla="*/ 26753 h 154306"/>
                <a:gd name="csX382" fmla="*/ 173894 w 200168"/>
                <a:gd name="csY382" fmla="*/ 27230 h 154306"/>
                <a:gd name="csX383" fmla="*/ 173416 w 200168"/>
                <a:gd name="csY383" fmla="*/ 27708 h 154306"/>
                <a:gd name="csX384" fmla="*/ 173894 w 200168"/>
                <a:gd name="csY384" fmla="*/ 28186 h 154306"/>
                <a:gd name="csX385" fmla="*/ 175805 w 200168"/>
                <a:gd name="csY385" fmla="*/ 28664 h 154306"/>
                <a:gd name="csX386" fmla="*/ 176282 w 200168"/>
                <a:gd name="csY386" fmla="*/ 29141 h 154306"/>
                <a:gd name="csX387" fmla="*/ 176760 w 200168"/>
                <a:gd name="csY387" fmla="*/ 30575 h 154306"/>
                <a:gd name="csX388" fmla="*/ 178193 w 200168"/>
                <a:gd name="csY388" fmla="*/ 32963 h 154306"/>
                <a:gd name="csX389" fmla="*/ 181060 w 200168"/>
                <a:gd name="csY389" fmla="*/ 35830 h 154306"/>
                <a:gd name="csX390" fmla="*/ 182015 w 200168"/>
                <a:gd name="csY390" fmla="*/ 37263 h 154306"/>
                <a:gd name="csX391" fmla="*/ 182015 w 200168"/>
                <a:gd name="csY391" fmla="*/ 38218 h 154306"/>
                <a:gd name="csX392" fmla="*/ 181537 w 200168"/>
                <a:gd name="csY392" fmla="*/ 39174 h 154306"/>
                <a:gd name="csX393" fmla="*/ 179626 w 200168"/>
                <a:gd name="csY393" fmla="*/ 40129 h 154306"/>
                <a:gd name="csX394" fmla="*/ 178193 w 200168"/>
                <a:gd name="csY394" fmla="*/ 41085 h 154306"/>
                <a:gd name="csX395" fmla="*/ 178193 w 200168"/>
                <a:gd name="csY395" fmla="*/ 41562 h 154306"/>
                <a:gd name="csX396" fmla="*/ 176282 w 200168"/>
                <a:gd name="csY396" fmla="*/ 42518 h 154306"/>
                <a:gd name="csX397" fmla="*/ 177238 w 200168"/>
                <a:gd name="csY397" fmla="*/ 42996 h 154306"/>
                <a:gd name="csX398" fmla="*/ 177716 w 200168"/>
                <a:gd name="csY398" fmla="*/ 43473 h 154306"/>
                <a:gd name="csX399" fmla="*/ 179149 w 200168"/>
                <a:gd name="csY399" fmla="*/ 45384 h 154306"/>
                <a:gd name="csX400" fmla="*/ 182015 w 200168"/>
                <a:gd name="csY400" fmla="*/ 48251 h 154306"/>
                <a:gd name="csX401" fmla="*/ 183926 w 200168"/>
                <a:gd name="csY401" fmla="*/ 49206 h 154306"/>
                <a:gd name="csX402" fmla="*/ 190137 w 200168"/>
                <a:gd name="csY402" fmla="*/ 53505 h 154306"/>
                <a:gd name="csX403" fmla="*/ 193480 w 200168"/>
                <a:gd name="csY403" fmla="*/ 54939 h 154306"/>
                <a:gd name="csX404" fmla="*/ 197302 w 200168"/>
                <a:gd name="csY404" fmla="*/ 59238 h 154306"/>
                <a:gd name="csX405" fmla="*/ 199691 w 200168"/>
                <a:gd name="csY405" fmla="*/ 60194 h 154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</a:cxnLst>
              <a:rect l="l" t="t" r="r" b="b"/>
              <a:pathLst>
                <a:path w="200168" h="154306">
                  <a:moveTo>
                    <a:pt x="199691" y="60194"/>
                  </a:moveTo>
                  <a:lnTo>
                    <a:pt x="200169" y="61149"/>
                  </a:lnTo>
                  <a:lnTo>
                    <a:pt x="198258" y="63060"/>
                  </a:lnTo>
                  <a:lnTo>
                    <a:pt x="195869" y="64016"/>
                  </a:lnTo>
                  <a:lnTo>
                    <a:pt x="191092" y="64016"/>
                  </a:lnTo>
                  <a:lnTo>
                    <a:pt x="186792" y="63538"/>
                  </a:lnTo>
                  <a:lnTo>
                    <a:pt x="184403" y="63060"/>
                  </a:lnTo>
                  <a:lnTo>
                    <a:pt x="182493" y="62105"/>
                  </a:lnTo>
                  <a:lnTo>
                    <a:pt x="181060" y="60194"/>
                  </a:lnTo>
                  <a:lnTo>
                    <a:pt x="178671" y="59238"/>
                  </a:lnTo>
                  <a:lnTo>
                    <a:pt x="179626" y="60194"/>
                  </a:lnTo>
                  <a:lnTo>
                    <a:pt x="180104" y="61627"/>
                  </a:lnTo>
                  <a:lnTo>
                    <a:pt x="180104" y="63060"/>
                  </a:lnTo>
                  <a:lnTo>
                    <a:pt x="179149" y="64016"/>
                  </a:lnTo>
                  <a:lnTo>
                    <a:pt x="177716" y="64493"/>
                  </a:lnTo>
                  <a:lnTo>
                    <a:pt x="176282" y="65449"/>
                  </a:lnTo>
                  <a:lnTo>
                    <a:pt x="175805" y="65927"/>
                  </a:lnTo>
                  <a:lnTo>
                    <a:pt x="171983" y="72615"/>
                  </a:lnTo>
                  <a:lnTo>
                    <a:pt x="171027" y="74526"/>
                  </a:lnTo>
                  <a:lnTo>
                    <a:pt x="170072" y="82647"/>
                  </a:lnTo>
                  <a:lnTo>
                    <a:pt x="170072" y="85036"/>
                  </a:lnTo>
                  <a:lnTo>
                    <a:pt x="171505" y="88858"/>
                  </a:lnTo>
                  <a:lnTo>
                    <a:pt x="171983" y="91246"/>
                  </a:lnTo>
                  <a:lnTo>
                    <a:pt x="171983" y="92202"/>
                  </a:lnTo>
                  <a:lnTo>
                    <a:pt x="171983" y="92679"/>
                  </a:lnTo>
                  <a:lnTo>
                    <a:pt x="171027" y="93157"/>
                  </a:lnTo>
                  <a:lnTo>
                    <a:pt x="167683" y="94590"/>
                  </a:lnTo>
                  <a:lnTo>
                    <a:pt x="165772" y="95546"/>
                  </a:lnTo>
                  <a:lnTo>
                    <a:pt x="163861" y="96979"/>
                  </a:lnTo>
                  <a:lnTo>
                    <a:pt x="162428" y="98890"/>
                  </a:lnTo>
                  <a:lnTo>
                    <a:pt x="160995" y="100323"/>
                  </a:lnTo>
                  <a:lnTo>
                    <a:pt x="159084" y="101278"/>
                  </a:lnTo>
                  <a:lnTo>
                    <a:pt x="157651" y="100801"/>
                  </a:lnTo>
                  <a:lnTo>
                    <a:pt x="156695" y="100323"/>
                  </a:lnTo>
                  <a:lnTo>
                    <a:pt x="156218" y="98890"/>
                  </a:lnTo>
                  <a:lnTo>
                    <a:pt x="155740" y="97935"/>
                  </a:lnTo>
                  <a:lnTo>
                    <a:pt x="155262" y="98890"/>
                  </a:lnTo>
                  <a:lnTo>
                    <a:pt x="155262" y="99845"/>
                  </a:lnTo>
                  <a:lnTo>
                    <a:pt x="156218" y="100801"/>
                  </a:lnTo>
                  <a:lnTo>
                    <a:pt x="156218" y="101756"/>
                  </a:lnTo>
                  <a:lnTo>
                    <a:pt x="155740" y="102712"/>
                  </a:lnTo>
                  <a:lnTo>
                    <a:pt x="155262" y="103667"/>
                  </a:lnTo>
                  <a:lnTo>
                    <a:pt x="152873" y="104623"/>
                  </a:lnTo>
                  <a:lnTo>
                    <a:pt x="151918" y="105578"/>
                  </a:lnTo>
                  <a:lnTo>
                    <a:pt x="151918" y="107011"/>
                  </a:lnTo>
                  <a:lnTo>
                    <a:pt x="150962" y="107967"/>
                  </a:lnTo>
                  <a:lnTo>
                    <a:pt x="150485" y="108444"/>
                  </a:lnTo>
                  <a:lnTo>
                    <a:pt x="147619" y="109878"/>
                  </a:lnTo>
                  <a:lnTo>
                    <a:pt x="146663" y="110355"/>
                  </a:lnTo>
                  <a:lnTo>
                    <a:pt x="146185" y="111311"/>
                  </a:lnTo>
                  <a:lnTo>
                    <a:pt x="148096" y="111311"/>
                  </a:lnTo>
                  <a:lnTo>
                    <a:pt x="149530" y="111311"/>
                  </a:lnTo>
                  <a:lnTo>
                    <a:pt x="149530" y="112744"/>
                  </a:lnTo>
                  <a:lnTo>
                    <a:pt x="150007" y="113700"/>
                  </a:lnTo>
                  <a:lnTo>
                    <a:pt x="149530" y="116088"/>
                  </a:lnTo>
                  <a:lnTo>
                    <a:pt x="147141" y="117521"/>
                  </a:lnTo>
                  <a:lnTo>
                    <a:pt x="148096" y="117999"/>
                  </a:lnTo>
                  <a:lnTo>
                    <a:pt x="149052" y="118477"/>
                  </a:lnTo>
                  <a:lnTo>
                    <a:pt x="151441" y="118954"/>
                  </a:lnTo>
                  <a:lnTo>
                    <a:pt x="151918" y="120388"/>
                  </a:lnTo>
                  <a:lnTo>
                    <a:pt x="151918" y="122776"/>
                  </a:lnTo>
                  <a:lnTo>
                    <a:pt x="151441" y="124210"/>
                  </a:lnTo>
                  <a:lnTo>
                    <a:pt x="150007" y="124687"/>
                  </a:lnTo>
                  <a:lnTo>
                    <a:pt x="149052" y="124687"/>
                  </a:lnTo>
                  <a:lnTo>
                    <a:pt x="148096" y="124687"/>
                  </a:lnTo>
                  <a:lnTo>
                    <a:pt x="147141" y="125165"/>
                  </a:lnTo>
                  <a:lnTo>
                    <a:pt x="147141" y="126120"/>
                  </a:lnTo>
                  <a:lnTo>
                    <a:pt x="148574" y="125643"/>
                  </a:lnTo>
                  <a:lnTo>
                    <a:pt x="148096" y="128031"/>
                  </a:lnTo>
                  <a:lnTo>
                    <a:pt x="148096" y="129942"/>
                  </a:lnTo>
                  <a:lnTo>
                    <a:pt x="147619" y="131376"/>
                  </a:lnTo>
                  <a:lnTo>
                    <a:pt x="146663" y="132331"/>
                  </a:lnTo>
                  <a:lnTo>
                    <a:pt x="145230" y="132809"/>
                  </a:lnTo>
                  <a:lnTo>
                    <a:pt x="144275" y="131853"/>
                  </a:lnTo>
                  <a:lnTo>
                    <a:pt x="143796" y="132809"/>
                  </a:lnTo>
                  <a:lnTo>
                    <a:pt x="144275" y="133764"/>
                  </a:lnTo>
                  <a:lnTo>
                    <a:pt x="146185" y="135675"/>
                  </a:lnTo>
                  <a:lnTo>
                    <a:pt x="145230" y="135675"/>
                  </a:lnTo>
                  <a:lnTo>
                    <a:pt x="144275" y="136631"/>
                  </a:lnTo>
                  <a:lnTo>
                    <a:pt x="143796" y="137586"/>
                  </a:lnTo>
                  <a:lnTo>
                    <a:pt x="141886" y="139497"/>
                  </a:lnTo>
                  <a:lnTo>
                    <a:pt x="141408" y="140930"/>
                  </a:lnTo>
                  <a:lnTo>
                    <a:pt x="140930" y="142841"/>
                  </a:lnTo>
                  <a:lnTo>
                    <a:pt x="139975" y="143796"/>
                  </a:lnTo>
                  <a:lnTo>
                    <a:pt x="126121" y="149529"/>
                  </a:lnTo>
                  <a:lnTo>
                    <a:pt x="115133" y="154307"/>
                  </a:lnTo>
                  <a:lnTo>
                    <a:pt x="114177" y="153829"/>
                  </a:lnTo>
                  <a:lnTo>
                    <a:pt x="113700" y="153351"/>
                  </a:lnTo>
                  <a:lnTo>
                    <a:pt x="113222" y="145707"/>
                  </a:lnTo>
                  <a:lnTo>
                    <a:pt x="111789" y="142363"/>
                  </a:lnTo>
                  <a:lnTo>
                    <a:pt x="111789" y="139975"/>
                  </a:lnTo>
                  <a:lnTo>
                    <a:pt x="110355" y="141885"/>
                  </a:lnTo>
                  <a:lnTo>
                    <a:pt x="109400" y="141885"/>
                  </a:lnTo>
                  <a:lnTo>
                    <a:pt x="107967" y="141408"/>
                  </a:lnTo>
                  <a:lnTo>
                    <a:pt x="107489" y="140452"/>
                  </a:lnTo>
                  <a:lnTo>
                    <a:pt x="107489" y="139975"/>
                  </a:lnTo>
                  <a:lnTo>
                    <a:pt x="107967" y="137586"/>
                  </a:lnTo>
                  <a:lnTo>
                    <a:pt x="107012" y="138542"/>
                  </a:lnTo>
                  <a:lnTo>
                    <a:pt x="106056" y="139497"/>
                  </a:lnTo>
                  <a:lnTo>
                    <a:pt x="104623" y="139497"/>
                  </a:lnTo>
                  <a:lnTo>
                    <a:pt x="103668" y="139019"/>
                  </a:lnTo>
                  <a:lnTo>
                    <a:pt x="103668" y="138542"/>
                  </a:lnTo>
                  <a:lnTo>
                    <a:pt x="102712" y="138064"/>
                  </a:lnTo>
                  <a:lnTo>
                    <a:pt x="100323" y="140452"/>
                  </a:lnTo>
                  <a:lnTo>
                    <a:pt x="96979" y="141408"/>
                  </a:lnTo>
                  <a:lnTo>
                    <a:pt x="95546" y="141408"/>
                  </a:lnTo>
                  <a:lnTo>
                    <a:pt x="94113" y="140930"/>
                  </a:lnTo>
                  <a:lnTo>
                    <a:pt x="94113" y="139019"/>
                  </a:lnTo>
                  <a:lnTo>
                    <a:pt x="94113" y="137586"/>
                  </a:lnTo>
                  <a:lnTo>
                    <a:pt x="93635" y="136631"/>
                  </a:lnTo>
                  <a:lnTo>
                    <a:pt x="92680" y="136631"/>
                  </a:lnTo>
                  <a:lnTo>
                    <a:pt x="91724" y="136631"/>
                  </a:lnTo>
                  <a:lnTo>
                    <a:pt x="89336" y="137108"/>
                  </a:lnTo>
                  <a:lnTo>
                    <a:pt x="88858" y="137108"/>
                  </a:lnTo>
                  <a:lnTo>
                    <a:pt x="88380" y="137586"/>
                  </a:lnTo>
                  <a:lnTo>
                    <a:pt x="82170" y="131853"/>
                  </a:lnTo>
                  <a:lnTo>
                    <a:pt x="80736" y="136631"/>
                  </a:lnTo>
                  <a:lnTo>
                    <a:pt x="76437" y="139019"/>
                  </a:lnTo>
                  <a:lnTo>
                    <a:pt x="73570" y="140452"/>
                  </a:lnTo>
                  <a:lnTo>
                    <a:pt x="70227" y="139975"/>
                  </a:lnTo>
                  <a:lnTo>
                    <a:pt x="67360" y="139019"/>
                  </a:lnTo>
                  <a:lnTo>
                    <a:pt x="64016" y="139975"/>
                  </a:lnTo>
                  <a:lnTo>
                    <a:pt x="60672" y="142841"/>
                  </a:lnTo>
                  <a:lnTo>
                    <a:pt x="59716" y="143319"/>
                  </a:lnTo>
                  <a:lnTo>
                    <a:pt x="58761" y="143319"/>
                  </a:lnTo>
                  <a:lnTo>
                    <a:pt x="58283" y="142841"/>
                  </a:lnTo>
                  <a:lnTo>
                    <a:pt x="58283" y="140930"/>
                  </a:lnTo>
                  <a:lnTo>
                    <a:pt x="58283" y="138542"/>
                  </a:lnTo>
                  <a:lnTo>
                    <a:pt x="58283" y="134242"/>
                  </a:lnTo>
                  <a:lnTo>
                    <a:pt x="57805" y="133286"/>
                  </a:lnTo>
                  <a:lnTo>
                    <a:pt x="56850" y="131853"/>
                  </a:lnTo>
                  <a:lnTo>
                    <a:pt x="55416" y="131376"/>
                  </a:lnTo>
                  <a:lnTo>
                    <a:pt x="54939" y="131853"/>
                  </a:lnTo>
                  <a:lnTo>
                    <a:pt x="53984" y="132809"/>
                  </a:lnTo>
                  <a:lnTo>
                    <a:pt x="51595" y="132809"/>
                  </a:lnTo>
                  <a:lnTo>
                    <a:pt x="49206" y="131853"/>
                  </a:lnTo>
                  <a:lnTo>
                    <a:pt x="46818" y="132331"/>
                  </a:lnTo>
                  <a:lnTo>
                    <a:pt x="42518" y="134242"/>
                  </a:lnTo>
                  <a:lnTo>
                    <a:pt x="40607" y="134242"/>
                  </a:lnTo>
                  <a:lnTo>
                    <a:pt x="39174" y="134242"/>
                  </a:lnTo>
                  <a:lnTo>
                    <a:pt x="38218" y="133286"/>
                  </a:lnTo>
                  <a:lnTo>
                    <a:pt x="38696" y="132331"/>
                  </a:lnTo>
                  <a:lnTo>
                    <a:pt x="39652" y="131376"/>
                  </a:lnTo>
                  <a:lnTo>
                    <a:pt x="38218" y="131853"/>
                  </a:lnTo>
                  <a:lnTo>
                    <a:pt x="36307" y="132809"/>
                  </a:lnTo>
                  <a:lnTo>
                    <a:pt x="35830" y="133764"/>
                  </a:lnTo>
                  <a:lnTo>
                    <a:pt x="35352" y="133286"/>
                  </a:lnTo>
                  <a:lnTo>
                    <a:pt x="33441" y="131376"/>
                  </a:lnTo>
                  <a:lnTo>
                    <a:pt x="29620" y="131853"/>
                  </a:lnTo>
                  <a:lnTo>
                    <a:pt x="29141" y="132331"/>
                  </a:lnTo>
                  <a:lnTo>
                    <a:pt x="28186" y="132809"/>
                  </a:lnTo>
                  <a:lnTo>
                    <a:pt x="27231" y="132331"/>
                  </a:lnTo>
                  <a:lnTo>
                    <a:pt x="26753" y="131853"/>
                  </a:lnTo>
                  <a:lnTo>
                    <a:pt x="26275" y="127554"/>
                  </a:lnTo>
                  <a:lnTo>
                    <a:pt x="24364" y="119432"/>
                  </a:lnTo>
                  <a:lnTo>
                    <a:pt x="23886" y="115133"/>
                  </a:lnTo>
                  <a:lnTo>
                    <a:pt x="23409" y="114177"/>
                  </a:lnTo>
                  <a:lnTo>
                    <a:pt x="21020" y="112744"/>
                  </a:lnTo>
                  <a:lnTo>
                    <a:pt x="21020" y="110355"/>
                  </a:lnTo>
                  <a:lnTo>
                    <a:pt x="22454" y="108444"/>
                  </a:lnTo>
                  <a:lnTo>
                    <a:pt x="22454" y="106534"/>
                  </a:lnTo>
                  <a:lnTo>
                    <a:pt x="22454" y="104145"/>
                  </a:lnTo>
                  <a:lnTo>
                    <a:pt x="21498" y="101756"/>
                  </a:lnTo>
                  <a:lnTo>
                    <a:pt x="20543" y="100323"/>
                  </a:lnTo>
                  <a:lnTo>
                    <a:pt x="19587" y="98890"/>
                  </a:lnTo>
                  <a:lnTo>
                    <a:pt x="17676" y="96979"/>
                  </a:lnTo>
                  <a:lnTo>
                    <a:pt x="15765" y="96024"/>
                  </a:lnTo>
                  <a:lnTo>
                    <a:pt x="10988" y="94590"/>
                  </a:lnTo>
                  <a:lnTo>
                    <a:pt x="8599" y="94590"/>
                  </a:lnTo>
                  <a:lnTo>
                    <a:pt x="7644" y="94112"/>
                  </a:lnTo>
                  <a:lnTo>
                    <a:pt x="7166" y="93635"/>
                  </a:lnTo>
                  <a:lnTo>
                    <a:pt x="7644" y="92202"/>
                  </a:lnTo>
                  <a:lnTo>
                    <a:pt x="8122" y="91246"/>
                  </a:lnTo>
                  <a:lnTo>
                    <a:pt x="9555" y="90769"/>
                  </a:lnTo>
                  <a:lnTo>
                    <a:pt x="9555" y="90291"/>
                  </a:lnTo>
                  <a:lnTo>
                    <a:pt x="7166" y="89335"/>
                  </a:lnTo>
                  <a:lnTo>
                    <a:pt x="5255" y="87902"/>
                  </a:lnTo>
                  <a:lnTo>
                    <a:pt x="4777" y="86947"/>
                  </a:lnTo>
                  <a:lnTo>
                    <a:pt x="4300" y="85991"/>
                  </a:lnTo>
                  <a:lnTo>
                    <a:pt x="4300" y="83603"/>
                  </a:lnTo>
                  <a:lnTo>
                    <a:pt x="5255" y="82169"/>
                  </a:lnTo>
                  <a:lnTo>
                    <a:pt x="5255" y="81692"/>
                  </a:lnTo>
                  <a:lnTo>
                    <a:pt x="5733" y="79303"/>
                  </a:lnTo>
                  <a:lnTo>
                    <a:pt x="7166" y="78347"/>
                  </a:lnTo>
                  <a:lnTo>
                    <a:pt x="7166" y="77870"/>
                  </a:lnTo>
                  <a:lnTo>
                    <a:pt x="6688" y="77392"/>
                  </a:lnTo>
                  <a:lnTo>
                    <a:pt x="5733" y="76914"/>
                  </a:lnTo>
                  <a:lnTo>
                    <a:pt x="5255" y="75959"/>
                  </a:lnTo>
                  <a:lnTo>
                    <a:pt x="3822" y="74526"/>
                  </a:lnTo>
                  <a:lnTo>
                    <a:pt x="956" y="72615"/>
                  </a:lnTo>
                  <a:lnTo>
                    <a:pt x="478" y="69271"/>
                  </a:lnTo>
                  <a:lnTo>
                    <a:pt x="0" y="64493"/>
                  </a:lnTo>
                  <a:lnTo>
                    <a:pt x="478" y="62582"/>
                  </a:lnTo>
                  <a:lnTo>
                    <a:pt x="1433" y="58283"/>
                  </a:lnTo>
                  <a:lnTo>
                    <a:pt x="2866" y="57328"/>
                  </a:lnTo>
                  <a:lnTo>
                    <a:pt x="3822" y="56850"/>
                  </a:lnTo>
                  <a:lnTo>
                    <a:pt x="4777" y="56372"/>
                  </a:lnTo>
                  <a:lnTo>
                    <a:pt x="3822" y="56372"/>
                  </a:lnTo>
                  <a:lnTo>
                    <a:pt x="3344" y="56372"/>
                  </a:lnTo>
                  <a:lnTo>
                    <a:pt x="2389" y="56372"/>
                  </a:lnTo>
                  <a:lnTo>
                    <a:pt x="3344" y="53028"/>
                  </a:lnTo>
                  <a:lnTo>
                    <a:pt x="3822" y="52072"/>
                  </a:lnTo>
                  <a:lnTo>
                    <a:pt x="5255" y="49684"/>
                  </a:lnTo>
                  <a:lnTo>
                    <a:pt x="7644" y="48251"/>
                  </a:lnTo>
                  <a:lnTo>
                    <a:pt x="8599" y="45862"/>
                  </a:lnTo>
                  <a:lnTo>
                    <a:pt x="9555" y="43951"/>
                  </a:lnTo>
                  <a:lnTo>
                    <a:pt x="14809" y="42040"/>
                  </a:lnTo>
                  <a:lnTo>
                    <a:pt x="14809" y="42518"/>
                  </a:lnTo>
                  <a:lnTo>
                    <a:pt x="12899" y="44906"/>
                  </a:lnTo>
                  <a:lnTo>
                    <a:pt x="12899" y="45384"/>
                  </a:lnTo>
                  <a:lnTo>
                    <a:pt x="13377" y="46340"/>
                  </a:lnTo>
                  <a:lnTo>
                    <a:pt x="14809" y="46817"/>
                  </a:lnTo>
                  <a:lnTo>
                    <a:pt x="15288" y="49684"/>
                  </a:lnTo>
                  <a:lnTo>
                    <a:pt x="16721" y="51595"/>
                  </a:lnTo>
                  <a:lnTo>
                    <a:pt x="16721" y="51595"/>
                  </a:lnTo>
                  <a:lnTo>
                    <a:pt x="18154" y="53028"/>
                  </a:lnTo>
                  <a:lnTo>
                    <a:pt x="19587" y="53505"/>
                  </a:lnTo>
                  <a:lnTo>
                    <a:pt x="21020" y="54939"/>
                  </a:lnTo>
                  <a:lnTo>
                    <a:pt x="21975" y="55894"/>
                  </a:lnTo>
                  <a:lnTo>
                    <a:pt x="21975" y="55894"/>
                  </a:lnTo>
                  <a:lnTo>
                    <a:pt x="22931" y="56850"/>
                  </a:lnTo>
                  <a:lnTo>
                    <a:pt x="24364" y="57328"/>
                  </a:lnTo>
                  <a:lnTo>
                    <a:pt x="28186" y="61149"/>
                  </a:lnTo>
                  <a:lnTo>
                    <a:pt x="29620" y="62105"/>
                  </a:lnTo>
                  <a:lnTo>
                    <a:pt x="31052" y="63060"/>
                  </a:lnTo>
                  <a:lnTo>
                    <a:pt x="32008" y="63538"/>
                  </a:lnTo>
                  <a:lnTo>
                    <a:pt x="33919" y="63060"/>
                  </a:lnTo>
                  <a:lnTo>
                    <a:pt x="40607" y="60671"/>
                  </a:lnTo>
                  <a:lnTo>
                    <a:pt x="41563" y="60194"/>
                  </a:lnTo>
                  <a:lnTo>
                    <a:pt x="43951" y="60194"/>
                  </a:lnTo>
                  <a:lnTo>
                    <a:pt x="47295" y="60194"/>
                  </a:lnTo>
                  <a:lnTo>
                    <a:pt x="51117" y="61149"/>
                  </a:lnTo>
                  <a:lnTo>
                    <a:pt x="52550" y="61149"/>
                  </a:lnTo>
                  <a:lnTo>
                    <a:pt x="53984" y="60671"/>
                  </a:lnTo>
                  <a:lnTo>
                    <a:pt x="55416" y="60671"/>
                  </a:lnTo>
                  <a:lnTo>
                    <a:pt x="56850" y="61149"/>
                  </a:lnTo>
                  <a:lnTo>
                    <a:pt x="57805" y="60671"/>
                  </a:lnTo>
                  <a:lnTo>
                    <a:pt x="60194" y="58761"/>
                  </a:lnTo>
                  <a:lnTo>
                    <a:pt x="63061" y="58283"/>
                  </a:lnTo>
                  <a:lnTo>
                    <a:pt x="63061" y="58283"/>
                  </a:lnTo>
                  <a:lnTo>
                    <a:pt x="64016" y="56372"/>
                  </a:lnTo>
                  <a:lnTo>
                    <a:pt x="64971" y="54939"/>
                  </a:lnTo>
                  <a:lnTo>
                    <a:pt x="65449" y="53028"/>
                  </a:lnTo>
                  <a:lnTo>
                    <a:pt x="66405" y="52072"/>
                  </a:lnTo>
                  <a:lnTo>
                    <a:pt x="68316" y="51595"/>
                  </a:lnTo>
                  <a:lnTo>
                    <a:pt x="71182" y="50639"/>
                  </a:lnTo>
                  <a:lnTo>
                    <a:pt x="80259" y="50639"/>
                  </a:lnTo>
                  <a:lnTo>
                    <a:pt x="81214" y="51117"/>
                  </a:lnTo>
                  <a:lnTo>
                    <a:pt x="81214" y="52072"/>
                  </a:lnTo>
                  <a:lnTo>
                    <a:pt x="81214" y="52550"/>
                  </a:lnTo>
                  <a:lnTo>
                    <a:pt x="81692" y="53028"/>
                  </a:lnTo>
                  <a:lnTo>
                    <a:pt x="81692" y="53028"/>
                  </a:lnTo>
                  <a:lnTo>
                    <a:pt x="82647" y="53028"/>
                  </a:lnTo>
                  <a:lnTo>
                    <a:pt x="84080" y="53505"/>
                  </a:lnTo>
                  <a:lnTo>
                    <a:pt x="88380" y="54939"/>
                  </a:lnTo>
                  <a:lnTo>
                    <a:pt x="90291" y="55417"/>
                  </a:lnTo>
                  <a:lnTo>
                    <a:pt x="91724" y="55417"/>
                  </a:lnTo>
                  <a:lnTo>
                    <a:pt x="93635" y="56850"/>
                  </a:lnTo>
                  <a:lnTo>
                    <a:pt x="95068" y="56372"/>
                  </a:lnTo>
                  <a:lnTo>
                    <a:pt x="96502" y="55417"/>
                  </a:lnTo>
                  <a:lnTo>
                    <a:pt x="97935" y="53983"/>
                  </a:lnTo>
                  <a:lnTo>
                    <a:pt x="99368" y="53028"/>
                  </a:lnTo>
                  <a:lnTo>
                    <a:pt x="101279" y="52550"/>
                  </a:lnTo>
                  <a:lnTo>
                    <a:pt x="103668" y="52550"/>
                  </a:lnTo>
                  <a:lnTo>
                    <a:pt x="106534" y="52550"/>
                  </a:lnTo>
                  <a:lnTo>
                    <a:pt x="108923" y="52072"/>
                  </a:lnTo>
                  <a:lnTo>
                    <a:pt x="111311" y="52550"/>
                  </a:lnTo>
                  <a:lnTo>
                    <a:pt x="112266" y="52550"/>
                  </a:lnTo>
                  <a:lnTo>
                    <a:pt x="112744" y="51595"/>
                  </a:lnTo>
                  <a:lnTo>
                    <a:pt x="113700" y="50162"/>
                  </a:lnTo>
                  <a:lnTo>
                    <a:pt x="113700" y="49684"/>
                  </a:lnTo>
                  <a:lnTo>
                    <a:pt x="114177" y="48728"/>
                  </a:lnTo>
                  <a:lnTo>
                    <a:pt x="114655" y="46340"/>
                  </a:lnTo>
                  <a:lnTo>
                    <a:pt x="115133" y="45384"/>
                  </a:lnTo>
                  <a:lnTo>
                    <a:pt x="116088" y="45384"/>
                  </a:lnTo>
                  <a:lnTo>
                    <a:pt x="117044" y="44906"/>
                  </a:lnTo>
                  <a:lnTo>
                    <a:pt x="117044" y="44906"/>
                  </a:lnTo>
                  <a:lnTo>
                    <a:pt x="117521" y="43951"/>
                  </a:lnTo>
                  <a:lnTo>
                    <a:pt x="117521" y="42996"/>
                  </a:lnTo>
                  <a:lnTo>
                    <a:pt x="118000" y="42996"/>
                  </a:lnTo>
                  <a:lnTo>
                    <a:pt x="117521" y="42518"/>
                  </a:lnTo>
                  <a:lnTo>
                    <a:pt x="117044" y="42040"/>
                  </a:lnTo>
                  <a:lnTo>
                    <a:pt x="116088" y="40129"/>
                  </a:lnTo>
                  <a:lnTo>
                    <a:pt x="116566" y="39651"/>
                  </a:lnTo>
                  <a:lnTo>
                    <a:pt x="116566" y="39174"/>
                  </a:lnTo>
                  <a:lnTo>
                    <a:pt x="117044" y="38218"/>
                  </a:lnTo>
                  <a:lnTo>
                    <a:pt x="118000" y="38218"/>
                  </a:lnTo>
                  <a:lnTo>
                    <a:pt x="120388" y="36307"/>
                  </a:lnTo>
                  <a:lnTo>
                    <a:pt x="122777" y="34874"/>
                  </a:lnTo>
                  <a:lnTo>
                    <a:pt x="124210" y="33919"/>
                  </a:lnTo>
                  <a:lnTo>
                    <a:pt x="124210" y="33919"/>
                  </a:lnTo>
                  <a:lnTo>
                    <a:pt x="124687" y="33441"/>
                  </a:lnTo>
                  <a:lnTo>
                    <a:pt x="124687" y="33441"/>
                  </a:lnTo>
                  <a:lnTo>
                    <a:pt x="124687" y="32486"/>
                  </a:lnTo>
                  <a:lnTo>
                    <a:pt x="124687" y="32486"/>
                  </a:lnTo>
                  <a:lnTo>
                    <a:pt x="123732" y="31530"/>
                  </a:lnTo>
                  <a:lnTo>
                    <a:pt x="122777" y="31530"/>
                  </a:lnTo>
                  <a:lnTo>
                    <a:pt x="122777" y="30575"/>
                  </a:lnTo>
                  <a:lnTo>
                    <a:pt x="122777" y="29619"/>
                  </a:lnTo>
                  <a:lnTo>
                    <a:pt x="122777" y="29141"/>
                  </a:lnTo>
                  <a:lnTo>
                    <a:pt x="122777" y="28664"/>
                  </a:lnTo>
                  <a:lnTo>
                    <a:pt x="122777" y="27708"/>
                  </a:lnTo>
                  <a:lnTo>
                    <a:pt x="123254" y="26753"/>
                  </a:lnTo>
                  <a:lnTo>
                    <a:pt x="124687" y="25320"/>
                  </a:lnTo>
                  <a:lnTo>
                    <a:pt x="126121" y="24364"/>
                  </a:lnTo>
                  <a:lnTo>
                    <a:pt x="127076" y="24842"/>
                  </a:lnTo>
                  <a:lnTo>
                    <a:pt x="128509" y="24364"/>
                  </a:lnTo>
                  <a:lnTo>
                    <a:pt x="129943" y="24364"/>
                  </a:lnTo>
                  <a:lnTo>
                    <a:pt x="129943" y="23886"/>
                  </a:lnTo>
                  <a:lnTo>
                    <a:pt x="130898" y="22453"/>
                  </a:lnTo>
                  <a:lnTo>
                    <a:pt x="130898" y="21498"/>
                  </a:lnTo>
                  <a:lnTo>
                    <a:pt x="130898" y="21020"/>
                  </a:lnTo>
                  <a:lnTo>
                    <a:pt x="130898" y="20542"/>
                  </a:lnTo>
                  <a:lnTo>
                    <a:pt x="131376" y="18631"/>
                  </a:lnTo>
                  <a:lnTo>
                    <a:pt x="131376" y="18154"/>
                  </a:lnTo>
                  <a:lnTo>
                    <a:pt x="132331" y="16721"/>
                  </a:lnTo>
                  <a:lnTo>
                    <a:pt x="132331" y="16721"/>
                  </a:lnTo>
                  <a:lnTo>
                    <a:pt x="132331" y="15765"/>
                  </a:lnTo>
                  <a:lnTo>
                    <a:pt x="131853" y="13376"/>
                  </a:lnTo>
                  <a:lnTo>
                    <a:pt x="132331" y="11465"/>
                  </a:lnTo>
                  <a:lnTo>
                    <a:pt x="132331" y="7644"/>
                  </a:lnTo>
                  <a:lnTo>
                    <a:pt x="132809" y="7166"/>
                  </a:lnTo>
                  <a:lnTo>
                    <a:pt x="132809" y="7166"/>
                  </a:lnTo>
                  <a:lnTo>
                    <a:pt x="133764" y="5255"/>
                  </a:lnTo>
                  <a:lnTo>
                    <a:pt x="133764" y="5255"/>
                  </a:lnTo>
                  <a:lnTo>
                    <a:pt x="134720" y="3344"/>
                  </a:lnTo>
                  <a:lnTo>
                    <a:pt x="136631" y="1911"/>
                  </a:lnTo>
                  <a:lnTo>
                    <a:pt x="136631" y="1911"/>
                  </a:lnTo>
                  <a:lnTo>
                    <a:pt x="137586" y="478"/>
                  </a:lnTo>
                  <a:lnTo>
                    <a:pt x="138064" y="478"/>
                  </a:lnTo>
                  <a:lnTo>
                    <a:pt x="139019" y="478"/>
                  </a:lnTo>
                  <a:lnTo>
                    <a:pt x="141408" y="1433"/>
                  </a:lnTo>
                  <a:lnTo>
                    <a:pt x="143796" y="0"/>
                  </a:lnTo>
                  <a:lnTo>
                    <a:pt x="145707" y="0"/>
                  </a:lnTo>
                  <a:lnTo>
                    <a:pt x="147141" y="478"/>
                  </a:lnTo>
                  <a:lnTo>
                    <a:pt x="148096" y="478"/>
                  </a:lnTo>
                  <a:lnTo>
                    <a:pt x="149052" y="955"/>
                  </a:lnTo>
                  <a:lnTo>
                    <a:pt x="150962" y="0"/>
                  </a:lnTo>
                  <a:lnTo>
                    <a:pt x="151918" y="0"/>
                  </a:lnTo>
                  <a:lnTo>
                    <a:pt x="152873" y="478"/>
                  </a:lnTo>
                  <a:lnTo>
                    <a:pt x="153829" y="478"/>
                  </a:lnTo>
                  <a:lnTo>
                    <a:pt x="154784" y="0"/>
                  </a:lnTo>
                  <a:lnTo>
                    <a:pt x="157651" y="478"/>
                  </a:lnTo>
                  <a:lnTo>
                    <a:pt x="162906" y="478"/>
                  </a:lnTo>
                  <a:lnTo>
                    <a:pt x="166250" y="1433"/>
                  </a:lnTo>
                  <a:lnTo>
                    <a:pt x="169594" y="3344"/>
                  </a:lnTo>
                  <a:lnTo>
                    <a:pt x="171505" y="3344"/>
                  </a:lnTo>
                  <a:lnTo>
                    <a:pt x="171983" y="3344"/>
                  </a:lnTo>
                  <a:lnTo>
                    <a:pt x="171983" y="3822"/>
                  </a:lnTo>
                  <a:lnTo>
                    <a:pt x="170550" y="4299"/>
                  </a:lnTo>
                  <a:lnTo>
                    <a:pt x="170072" y="5255"/>
                  </a:lnTo>
                  <a:lnTo>
                    <a:pt x="171983" y="6688"/>
                  </a:lnTo>
                  <a:lnTo>
                    <a:pt x="171983" y="8121"/>
                  </a:lnTo>
                  <a:lnTo>
                    <a:pt x="173416" y="9077"/>
                  </a:lnTo>
                  <a:lnTo>
                    <a:pt x="175327" y="10510"/>
                  </a:lnTo>
                  <a:lnTo>
                    <a:pt x="175327" y="10988"/>
                  </a:lnTo>
                  <a:lnTo>
                    <a:pt x="175805" y="11465"/>
                  </a:lnTo>
                  <a:lnTo>
                    <a:pt x="176282" y="12421"/>
                  </a:lnTo>
                  <a:lnTo>
                    <a:pt x="174849" y="12898"/>
                  </a:lnTo>
                  <a:lnTo>
                    <a:pt x="173416" y="13376"/>
                  </a:lnTo>
                  <a:lnTo>
                    <a:pt x="171983" y="12421"/>
                  </a:lnTo>
                  <a:lnTo>
                    <a:pt x="171027" y="11465"/>
                  </a:lnTo>
                  <a:lnTo>
                    <a:pt x="170550" y="12898"/>
                  </a:lnTo>
                  <a:lnTo>
                    <a:pt x="169594" y="13376"/>
                  </a:lnTo>
                  <a:lnTo>
                    <a:pt x="166250" y="13376"/>
                  </a:lnTo>
                  <a:lnTo>
                    <a:pt x="164339" y="13376"/>
                  </a:lnTo>
                  <a:lnTo>
                    <a:pt x="161950" y="13376"/>
                  </a:lnTo>
                  <a:lnTo>
                    <a:pt x="162906" y="13854"/>
                  </a:lnTo>
                  <a:lnTo>
                    <a:pt x="163861" y="13854"/>
                  </a:lnTo>
                  <a:lnTo>
                    <a:pt x="167683" y="17198"/>
                  </a:lnTo>
                  <a:lnTo>
                    <a:pt x="168161" y="18154"/>
                  </a:lnTo>
                  <a:lnTo>
                    <a:pt x="167205" y="20542"/>
                  </a:lnTo>
                  <a:lnTo>
                    <a:pt x="167683" y="21020"/>
                  </a:lnTo>
                  <a:lnTo>
                    <a:pt x="169116" y="21498"/>
                  </a:lnTo>
                  <a:lnTo>
                    <a:pt x="171027" y="22931"/>
                  </a:lnTo>
                  <a:lnTo>
                    <a:pt x="171983" y="22931"/>
                  </a:lnTo>
                  <a:lnTo>
                    <a:pt x="172938" y="23409"/>
                  </a:lnTo>
                  <a:lnTo>
                    <a:pt x="172938" y="24842"/>
                  </a:lnTo>
                  <a:lnTo>
                    <a:pt x="173416" y="25797"/>
                  </a:lnTo>
                  <a:lnTo>
                    <a:pt x="171983" y="25797"/>
                  </a:lnTo>
                  <a:lnTo>
                    <a:pt x="173416" y="26275"/>
                  </a:lnTo>
                  <a:lnTo>
                    <a:pt x="174371" y="26753"/>
                  </a:lnTo>
                  <a:lnTo>
                    <a:pt x="173894" y="27230"/>
                  </a:lnTo>
                  <a:lnTo>
                    <a:pt x="173416" y="27708"/>
                  </a:lnTo>
                  <a:lnTo>
                    <a:pt x="173894" y="28186"/>
                  </a:lnTo>
                  <a:lnTo>
                    <a:pt x="175805" y="28664"/>
                  </a:lnTo>
                  <a:lnTo>
                    <a:pt x="176282" y="29141"/>
                  </a:lnTo>
                  <a:lnTo>
                    <a:pt x="176760" y="30575"/>
                  </a:lnTo>
                  <a:lnTo>
                    <a:pt x="178193" y="32963"/>
                  </a:lnTo>
                  <a:lnTo>
                    <a:pt x="181060" y="35830"/>
                  </a:lnTo>
                  <a:lnTo>
                    <a:pt x="182015" y="37263"/>
                  </a:lnTo>
                  <a:lnTo>
                    <a:pt x="182015" y="38218"/>
                  </a:lnTo>
                  <a:lnTo>
                    <a:pt x="181537" y="39174"/>
                  </a:lnTo>
                  <a:lnTo>
                    <a:pt x="179626" y="40129"/>
                  </a:lnTo>
                  <a:lnTo>
                    <a:pt x="178193" y="41085"/>
                  </a:lnTo>
                  <a:lnTo>
                    <a:pt x="178193" y="41562"/>
                  </a:lnTo>
                  <a:lnTo>
                    <a:pt x="176282" y="42518"/>
                  </a:lnTo>
                  <a:lnTo>
                    <a:pt x="177238" y="42996"/>
                  </a:lnTo>
                  <a:lnTo>
                    <a:pt x="177716" y="43473"/>
                  </a:lnTo>
                  <a:lnTo>
                    <a:pt x="179149" y="45384"/>
                  </a:lnTo>
                  <a:lnTo>
                    <a:pt x="182015" y="48251"/>
                  </a:lnTo>
                  <a:lnTo>
                    <a:pt x="183926" y="49206"/>
                  </a:lnTo>
                  <a:lnTo>
                    <a:pt x="190137" y="53505"/>
                  </a:lnTo>
                  <a:lnTo>
                    <a:pt x="193480" y="54939"/>
                  </a:lnTo>
                  <a:lnTo>
                    <a:pt x="197302" y="59238"/>
                  </a:lnTo>
                  <a:lnTo>
                    <a:pt x="199691" y="6019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3" name="Freeform 622">
              <a:extLst>
                <a:ext uri="{FF2B5EF4-FFF2-40B4-BE49-F238E27FC236}">
                  <a16:creationId xmlns:a16="http://schemas.microsoft.com/office/drawing/2014/main" id="{B2F703CB-35BA-E2CB-DFAA-7425BCBFA011}"/>
                </a:ext>
              </a:extLst>
            </p:cNvPr>
            <p:cNvSpPr/>
            <p:nvPr/>
          </p:nvSpPr>
          <p:spPr>
            <a:xfrm>
              <a:off x="8229539" y="4277231"/>
              <a:ext cx="3344" cy="1910"/>
            </a:xfrm>
            <a:custGeom>
              <a:avLst/>
              <a:gdLst>
                <a:gd name="csX0" fmla="*/ 2389 w 3344"/>
                <a:gd name="csY0" fmla="*/ 0 h 1910"/>
                <a:gd name="csX1" fmla="*/ 3344 w 3344"/>
                <a:gd name="csY1" fmla="*/ 956 h 1910"/>
                <a:gd name="csX2" fmla="*/ 2866 w 3344"/>
                <a:gd name="csY2" fmla="*/ 1911 h 1910"/>
                <a:gd name="csX3" fmla="*/ 0 w 3344"/>
                <a:gd name="csY3" fmla="*/ 1433 h 1910"/>
                <a:gd name="csX4" fmla="*/ 0 w 3344"/>
                <a:gd name="csY4" fmla="*/ 956 h 1910"/>
                <a:gd name="csX5" fmla="*/ 956 w 3344"/>
                <a:gd name="csY5" fmla="*/ 956 h 1910"/>
                <a:gd name="csX6" fmla="*/ 2389 w 3344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1910">
                  <a:moveTo>
                    <a:pt x="2389" y="0"/>
                  </a:moveTo>
                  <a:lnTo>
                    <a:pt x="3344" y="956"/>
                  </a:lnTo>
                  <a:lnTo>
                    <a:pt x="2866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956" y="956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C495B030-32C2-C8A2-C0A0-002B3DD66F00}"/>
                </a:ext>
              </a:extLst>
            </p:cNvPr>
            <p:cNvSpPr/>
            <p:nvPr/>
          </p:nvSpPr>
          <p:spPr>
            <a:xfrm>
              <a:off x="8225239" y="3776093"/>
              <a:ext cx="6688" cy="1433"/>
            </a:xfrm>
            <a:custGeom>
              <a:avLst/>
              <a:gdLst>
                <a:gd name="csX0" fmla="*/ 6688 w 6688"/>
                <a:gd name="csY0" fmla="*/ 478 h 1433"/>
                <a:gd name="csX1" fmla="*/ 4777 w 6688"/>
                <a:gd name="csY1" fmla="*/ 0 h 1433"/>
                <a:gd name="csX2" fmla="*/ 1433 w 6688"/>
                <a:gd name="csY2" fmla="*/ 956 h 1433"/>
                <a:gd name="csX3" fmla="*/ 0 w 6688"/>
                <a:gd name="csY3" fmla="*/ 1433 h 1433"/>
                <a:gd name="csX4" fmla="*/ 1911 w 6688"/>
                <a:gd name="csY4" fmla="*/ 956 h 1433"/>
                <a:gd name="csX5" fmla="*/ 4777 w 6688"/>
                <a:gd name="csY5" fmla="*/ 0 h 1433"/>
                <a:gd name="csX6" fmla="*/ 6688 w 6688"/>
                <a:gd name="csY6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8" h="1433">
                  <a:moveTo>
                    <a:pt x="6688" y="478"/>
                  </a:moveTo>
                  <a:lnTo>
                    <a:pt x="4777" y="0"/>
                  </a:lnTo>
                  <a:lnTo>
                    <a:pt x="1433" y="956"/>
                  </a:lnTo>
                  <a:lnTo>
                    <a:pt x="0" y="1433"/>
                  </a:lnTo>
                  <a:lnTo>
                    <a:pt x="1911" y="956"/>
                  </a:lnTo>
                  <a:lnTo>
                    <a:pt x="4777" y="0"/>
                  </a:lnTo>
                  <a:lnTo>
                    <a:pt x="668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" name="Freeform 624">
              <a:extLst>
                <a:ext uri="{FF2B5EF4-FFF2-40B4-BE49-F238E27FC236}">
                  <a16:creationId xmlns:a16="http://schemas.microsoft.com/office/drawing/2014/main" id="{E5C962AC-4872-AA71-6AE8-F0859426C07B}"/>
                </a:ext>
              </a:extLst>
            </p:cNvPr>
            <p:cNvSpPr/>
            <p:nvPr/>
          </p:nvSpPr>
          <p:spPr>
            <a:xfrm>
              <a:off x="8225239" y="4276276"/>
              <a:ext cx="2388" cy="2388"/>
            </a:xfrm>
            <a:custGeom>
              <a:avLst/>
              <a:gdLst>
                <a:gd name="csX0" fmla="*/ 1911 w 2388"/>
                <a:gd name="csY0" fmla="*/ 956 h 2388"/>
                <a:gd name="csX1" fmla="*/ 2389 w 2388"/>
                <a:gd name="csY1" fmla="*/ 1433 h 2388"/>
                <a:gd name="csX2" fmla="*/ 1433 w 2388"/>
                <a:gd name="csY2" fmla="*/ 2389 h 2388"/>
                <a:gd name="csX3" fmla="*/ 478 w 2388"/>
                <a:gd name="csY3" fmla="*/ 2389 h 2388"/>
                <a:gd name="csX4" fmla="*/ 478 w 2388"/>
                <a:gd name="csY4" fmla="*/ 1433 h 2388"/>
                <a:gd name="csX5" fmla="*/ 0 w 2388"/>
                <a:gd name="csY5" fmla="*/ 1433 h 2388"/>
                <a:gd name="csX6" fmla="*/ 478 w 2388"/>
                <a:gd name="csY6" fmla="*/ 478 h 2388"/>
                <a:gd name="csX7" fmla="*/ 478 w 2388"/>
                <a:gd name="csY7" fmla="*/ 0 h 2388"/>
                <a:gd name="csX8" fmla="*/ 1911 w 2388"/>
                <a:gd name="csY8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388">
                  <a:moveTo>
                    <a:pt x="1911" y="956"/>
                  </a:moveTo>
                  <a:lnTo>
                    <a:pt x="2389" y="1433"/>
                  </a:lnTo>
                  <a:lnTo>
                    <a:pt x="1433" y="2389"/>
                  </a:lnTo>
                  <a:lnTo>
                    <a:pt x="478" y="2389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" name="Freeform 625">
              <a:extLst>
                <a:ext uri="{FF2B5EF4-FFF2-40B4-BE49-F238E27FC236}">
                  <a16:creationId xmlns:a16="http://schemas.microsoft.com/office/drawing/2014/main" id="{0B9AFA8F-3C2C-09F3-E4AC-F8D23DD3BF9D}"/>
                </a:ext>
              </a:extLst>
            </p:cNvPr>
            <p:cNvSpPr/>
            <p:nvPr/>
          </p:nvSpPr>
          <p:spPr>
            <a:xfrm>
              <a:off x="8216162" y="4658937"/>
              <a:ext cx="6210" cy="3344"/>
            </a:xfrm>
            <a:custGeom>
              <a:avLst/>
              <a:gdLst>
                <a:gd name="csX0" fmla="*/ 6210 w 6210"/>
                <a:gd name="csY0" fmla="*/ 1433 h 3344"/>
                <a:gd name="csX1" fmla="*/ 6210 w 6210"/>
                <a:gd name="csY1" fmla="*/ 2389 h 3344"/>
                <a:gd name="csX2" fmla="*/ 2389 w 6210"/>
                <a:gd name="csY2" fmla="*/ 3344 h 3344"/>
                <a:gd name="csX3" fmla="*/ 0 w 6210"/>
                <a:gd name="csY3" fmla="*/ 956 h 3344"/>
                <a:gd name="csX4" fmla="*/ 478 w 6210"/>
                <a:gd name="csY4" fmla="*/ 0 h 3344"/>
                <a:gd name="csX5" fmla="*/ 2389 w 6210"/>
                <a:gd name="csY5" fmla="*/ 478 h 3344"/>
                <a:gd name="csX6" fmla="*/ 5255 w 6210"/>
                <a:gd name="csY6" fmla="*/ 0 h 3344"/>
                <a:gd name="csX7" fmla="*/ 6210 w 6210"/>
                <a:gd name="csY7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3344">
                  <a:moveTo>
                    <a:pt x="6210" y="1433"/>
                  </a:moveTo>
                  <a:lnTo>
                    <a:pt x="6210" y="2389"/>
                  </a:lnTo>
                  <a:lnTo>
                    <a:pt x="2389" y="3344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5255" y="0"/>
                  </a:lnTo>
                  <a:lnTo>
                    <a:pt x="62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7" name="Freeform 626">
              <a:extLst>
                <a:ext uri="{FF2B5EF4-FFF2-40B4-BE49-F238E27FC236}">
                  <a16:creationId xmlns:a16="http://schemas.microsoft.com/office/drawing/2014/main" id="{6ED1C53E-12A3-6328-7EAD-DEB57FDBC1E6}"/>
                </a:ext>
              </a:extLst>
            </p:cNvPr>
            <p:cNvSpPr/>
            <p:nvPr/>
          </p:nvSpPr>
          <p:spPr>
            <a:xfrm>
              <a:off x="8216640" y="4657504"/>
              <a:ext cx="4777" cy="1911"/>
            </a:xfrm>
            <a:custGeom>
              <a:avLst/>
              <a:gdLst>
                <a:gd name="csX0" fmla="*/ 4777 w 4777"/>
                <a:gd name="csY0" fmla="*/ 1433 h 1911"/>
                <a:gd name="csX1" fmla="*/ 1911 w 4777"/>
                <a:gd name="csY1" fmla="*/ 1911 h 1911"/>
                <a:gd name="csX2" fmla="*/ 0 w 4777"/>
                <a:gd name="csY2" fmla="*/ 1433 h 1911"/>
                <a:gd name="csX3" fmla="*/ 478 w 4777"/>
                <a:gd name="csY3" fmla="*/ 956 h 1911"/>
                <a:gd name="csX4" fmla="*/ 478 w 4777"/>
                <a:gd name="csY4" fmla="*/ 0 h 1911"/>
                <a:gd name="csX5" fmla="*/ 1433 w 4777"/>
                <a:gd name="csY5" fmla="*/ 0 h 1911"/>
                <a:gd name="csX6" fmla="*/ 2389 w 4777"/>
                <a:gd name="csY6" fmla="*/ 0 h 1911"/>
                <a:gd name="csX7" fmla="*/ 4777 w 4777"/>
                <a:gd name="csY7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7" h="1911">
                  <a:moveTo>
                    <a:pt x="4777" y="1433"/>
                  </a:moveTo>
                  <a:lnTo>
                    <a:pt x="1911" y="1911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8" name="Freeform 627">
              <a:extLst>
                <a:ext uri="{FF2B5EF4-FFF2-40B4-BE49-F238E27FC236}">
                  <a16:creationId xmlns:a16="http://schemas.microsoft.com/office/drawing/2014/main" id="{F1E16B5F-B86C-AD02-AB0E-C9FD1299FFBF}"/>
                </a:ext>
              </a:extLst>
            </p:cNvPr>
            <p:cNvSpPr/>
            <p:nvPr/>
          </p:nvSpPr>
          <p:spPr>
            <a:xfrm>
              <a:off x="8204219" y="3694879"/>
              <a:ext cx="13376" cy="4777"/>
            </a:xfrm>
            <a:custGeom>
              <a:avLst/>
              <a:gdLst>
                <a:gd name="csX0" fmla="*/ 9076 w 13376"/>
                <a:gd name="csY0" fmla="*/ 2389 h 4777"/>
                <a:gd name="csX1" fmla="*/ 13376 w 13376"/>
                <a:gd name="csY1" fmla="*/ 4777 h 4777"/>
                <a:gd name="csX2" fmla="*/ 9076 w 13376"/>
                <a:gd name="csY2" fmla="*/ 2389 h 4777"/>
                <a:gd name="csX3" fmla="*/ 4299 w 13376"/>
                <a:gd name="csY3" fmla="*/ 1911 h 4777"/>
                <a:gd name="csX4" fmla="*/ 0 w 13376"/>
                <a:gd name="csY4" fmla="*/ 0 h 4777"/>
                <a:gd name="csX5" fmla="*/ 4777 w 13376"/>
                <a:gd name="csY5" fmla="*/ 1911 h 4777"/>
                <a:gd name="csX6" fmla="*/ 9076 w 13376"/>
                <a:gd name="csY6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76" h="4777">
                  <a:moveTo>
                    <a:pt x="9076" y="2389"/>
                  </a:moveTo>
                  <a:lnTo>
                    <a:pt x="13376" y="4777"/>
                  </a:lnTo>
                  <a:lnTo>
                    <a:pt x="9076" y="2389"/>
                  </a:lnTo>
                  <a:lnTo>
                    <a:pt x="4299" y="1911"/>
                  </a:lnTo>
                  <a:lnTo>
                    <a:pt x="0" y="0"/>
                  </a:lnTo>
                  <a:lnTo>
                    <a:pt x="4777" y="1911"/>
                  </a:lnTo>
                  <a:lnTo>
                    <a:pt x="907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9" name="Freeform 628">
              <a:extLst>
                <a:ext uri="{FF2B5EF4-FFF2-40B4-BE49-F238E27FC236}">
                  <a16:creationId xmlns:a16="http://schemas.microsoft.com/office/drawing/2014/main" id="{B3F84017-A9A8-FB06-0CE1-200FC6F03971}"/>
                </a:ext>
              </a:extLst>
            </p:cNvPr>
            <p:cNvSpPr/>
            <p:nvPr/>
          </p:nvSpPr>
          <p:spPr>
            <a:xfrm>
              <a:off x="8214729" y="4672314"/>
              <a:ext cx="2866" cy="3343"/>
            </a:xfrm>
            <a:custGeom>
              <a:avLst/>
              <a:gdLst>
                <a:gd name="csX0" fmla="*/ 2866 w 2866"/>
                <a:gd name="csY0" fmla="*/ 478 h 3343"/>
                <a:gd name="csX1" fmla="*/ 2389 w 2866"/>
                <a:gd name="csY1" fmla="*/ 2866 h 3343"/>
                <a:gd name="csX2" fmla="*/ 1911 w 2866"/>
                <a:gd name="csY2" fmla="*/ 3344 h 3343"/>
                <a:gd name="csX3" fmla="*/ 478 w 2866"/>
                <a:gd name="csY3" fmla="*/ 1911 h 3343"/>
                <a:gd name="csX4" fmla="*/ 0 w 2866"/>
                <a:gd name="csY4" fmla="*/ 955 h 3343"/>
                <a:gd name="csX5" fmla="*/ 0 w 2866"/>
                <a:gd name="csY5" fmla="*/ 0 h 3343"/>
                <a:gd name="csX6" fmla="*/ 1911 w 2866"/>
                <a:gd name="csY6" fmla="*/ 0 h 3343"/>
                <a:gd name="csX7" fmla="*/ 2866 w 2866"/>
                <a:gd name="csY7" fmla="*/ 478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343">
                  <a:moveTo>
                    <a:pt x="2866" y="478"/>
                  </a:moveTo>
                  <a:lnTo>
                    <a:pt x="2389" y="2866"/>
                  </a:lnTo>
                  <a:lnTo>
                    <a:pt x="1911" y="3344"/>
                  </a:lnTo>
                  <a:lnTo>
                    <a:pt x="478" y="1911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26BCC78D-02DD-E83F-EA43-79836C6596AD}"/>
                </a:ext>
              </a:extLst>
            </p:cNvPr>
            <p:cNvSpPr/>
            <p:nvPr/>
          </p:nvSpPr>
          <p:spPr>
            <a:xfrm>
              <a:off x="8213774" y="4882514"/>
              <a:ext cx="3343" cy="3821"/>
            </a:xfrm>
            <a:custGeom>
              <a:avLst/>
              <a:gdLst>
                <a:gd name="csX0" fmla="*/ 3344 w 3343"/>
                <a:gd name="csY0" fmla="*/ 0 h 3821"/>
                <a:gd name="csX1" fmla="*/ 3344 w 3343"/>
                <a:gd name="csY1" fmla="*/ 478 h 3821"/>
                <a:gd name="csX2" fmla="*/ 1433 w 3343"/>
                <a:gd name="csY2" fmla="*/ 3822 h 3821"/>
                <a:gd name="csX3" fmla="*/ 955 w 3343"/>
                <a:gd name="csY3" fmla="*/ 3822 h 3821"/>
                <a:gd name="csX4" fmla="*/ 0 w 3343"/>
                <a:gd name="csY4" fmla="*/ 3344 h 3821"/>
                <a:gd name="csX5" fmla="*/ 478 w 3343"/>
                <a:gd name="csY5" fmla="*/ 2866 h 3821"/>
                <a:gd name="csX6" fmla="*/ 0 w 3343"/>
                <a:gd name="csY6" fmla="*/ 1433 h 3821"/>
                <a:gd name="csX7" fmla="*/ 0 w 3343"/>
                <a:gd name="csY7" fmla="*/ 478 h 3821"/>
                <a:gd name="csX8" fmla="*/ 955 w 3343"/>
                <a:gd name="csY8" fmla="*/ 0 h 3821"/>
                <a:gd name="csX9" fmla="*/ 3344 w 3343"/>
                <a:gd name="csY9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3" h="3821">
                  <a:moveTo>
                    <a:pt x="3344" y="0"/>
                  </a:moveTo>
                  <a:lnTo>
                    <a:pt x="3344" y="478"/>
                  </a:lnTo>
                  <a:lnTo>
                    <a:pt x="1433" y="3822"/>
                  </a:lnTo>
                  <a:lnTo>
                    <a:pt x="955" y="3822"/>
                  </a:lnTo>
                  <a:lnTo>
                    <a:pt x="0" y="3344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1" name="Freeform 630">
              <a:extLst>
                <a:ext uri="{FF2B5EF4-FFF2-40B4-BE49-F238E27FC236}">
                  <a16:creationId xmlns:a16="http://schemas.microsoft.com/office/drawing/2014/main" id="{10E0EA27-413B-7F22-CE1B-92F7F3EBDE88}"/>
                </a:ext>
              </a:extLst>
            </p:cNvPr>
            <p:cNvSpPr/>
            <p:nvPr/>
          </p:nvSpPr>
          <p:spPr>
            <a:xfrm>
              <a:off x="8209474" y="4583934"/>
              <a:ext cx="1432" cy="1910"/>
            </a:xfrm>
            <a:custGeom>
              <a:avLst/>
              <a:gdLst>
                <a:gd name="csX0" fmla="*/ 1433 w 1432"/>
                <a:gd name="csY0" fmla="*/ 478 h 1910"/>
                <a:gd name="csX1" fmla="*/ 1433 w 1432"/>
                <a:gd name="csY1" fmla="*/ 1433 h 1910"/>
                <a:gd name="csX2" fmla="*/ 0 w 1432"/>
                <a:gd name="csY2" fmla="*/ 1911 h 1910"/>
                <a:gd name="csX3" fmla="*/ 0 w 1432"/>
                <a:gd name="csY3" fmla="*/ 955 h 1910"/>
                <a:gd name="csX4" fmla="*/ 0 w 1432"/>
                <a:gd name="csY4" fmla="*/ 0 h 1910"/>
                <a:gd name="csX5" fmla="*/ 955 w 1432"/>
                <a:gd name="csY5" fmla="*/ 0 h 1910"/>
                <a:gd name="csX6" fmla="*/ 1433 w 1432"/>
                <a:gd name="csY6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1910">
                  <a:moveTo>
                    <a:pt x="1433" y="478"/>
                  </a:moveTo>
                  <a:lnTo>
                    <a:pt x="1433" y="1433"/>
                  </a:lnTo>
                  <a:lnTo>
                    <a:pt x="0" y="1911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2" name="Freeform 631">
              <a:extLst>
                <a:ext uri="{FF2B5EF4-FFF2-40B4-BE49-F238E27FC236}">
                  <a16:creationId xmlns:a16="http://schemas.microsoft.com/office/drawing/2014/main" id="{1FE0430A-E2F6-80CF-43BA-A90DED46897E}"/>
                </a:ext>
              </a:extLst>
            </p:cNvPr>
            <p:cNvSpPr/>
            <p:nvPr/>
          </p:nvSpPr>
          <p:spPr>
            <a:xfrm>
              <a:off x="8205174" y="4601132"/>
              <a:ext cx="4299" cy="4777"/>
            </a:xfrm>
            <a:custGeom>
              <a:avLst/>
              <a:gdLst>
                <a:gd name="csX0" fmla="*/ 3822 w 4299"/>
                <a:gd name="csY0" fmla="*/ 0 h 4777"/>
                <a:gd name="csX1" fmla="*/ 4300 w 4299"/>
                <a:gd name="csY1" fmla="*/ 1433 h 4777"/>
                <a:gd name="csX2" fmla="*/ 4300 w 4299"/>
                <a:gd name="csY2" fmla="*/ 2389 h 4777"/>
                <a:gd name="csX3" fmla="*/ 3344 w 4299"/>
                <a:gd name="csY3" fmla="*/ 3344 h 4777"/>
                <a:gd name="csX4" fmla="*/ 1433 w 4299"/>
                <a:gd name="csY4" fmla="*/ 3344 h 4777"/>
                <a:gd name="csX5" fmla="*/ 478 w 4299"/>
                <a:gd name="csY5" fmla="*/ 4777 h 4777"/>
                <a:gd name="csX6" fmla="*/ 0 w 4299"/>
                <a:gd name="csY6" fmla="*/ 3344 h 4777"/>
                <a:gd name="csX7" fmla="*/ 0 w 4299"/>
                <a:gd name="csY7" fmla="*/ 1911 h 4777"/>
                <a:gd name="csX8" fmla="*/ 1911 w 4299"/>
                <a:gd name="csY8" fmla="*/ 478 h 4777"/>
                <a:gd name="csX9" fmla="*/ 3822 w 4299"/>
                <a:gd name="csY9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4777">
                  <a:moveTo>
                    <a:pt x="3822" y="0"/>
                  </a:moveTo>
                  <a:lnTo>
                    <a:pt x="4300" y="1433"/>
                  </a:lnTo>
                  <a:lnTo>
                    <a:pt x="4300" y="2389"/>
                  </a:lnTo>
                  <a:lnTo>
                    <a:pt x="3344" y="3344"/>
                  </a:lnTo>
                  <a:lnTo>
                    <a:pt x="1433" y="3344"/>
                  </a:lnTo>
                  <a:lnTo>
                    <a:pt x="478" y="4777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1911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3" name="Freeform 632">
              <a:extLst>
                <a:ext uri="{FF2B5EF4-FFF2-40B4-BE49-F238E27FC236}">
                  <a16:creationId xmlns:a16="http://schemas.microsoft.com/office/drawing/2014/main" id="{3231452B-BC50-2862-7455-EBF7C51E4265}"/>
                </a:ext>
              </a:extLst>
            </p:cNvPr>
            <p:cNvSpPr/>
            <p:nvPr/>
          </p:nvSpPr>
          <p:spPr>
            <a:xfrm>
              <a:off x="8203263" y="4588233"/>
              <a:ext cx="2388" cy="4777"/>
            </a:xfrm>
            <a:custGeom>
              <a:avLst/>
              <a:gdLst>
                <a:gd name="csX0" fmla="*/ 2389 w 2388"/>
                <a:gd name="csY0" fmla="*/ 0 h 4777"/>
                <a:gd name="csX1" fmla="*/ 2389 w 2388"/>
                <a:gd name="csY1" fmla="*/ 3344 h 4777"/>
                <a:gd name="csX2" fmla="*/ 1433 w 2388"/>
                <a:gd name="csY2" fmla="*/ 4777 h 4777"/>
                <a:gd name="csX3" fmla="*/ 0 w 2388"/>
                <a:gd name="csY3" fmla="*/ 3344 h 4777"/>
                <a:gd name="csX4" fmla="*/ 478 w 2388"/>
                <a:gd name="csY4" fmla="*/ 956 h 4777"/>
                <a:gd name="csX5" fmla="*/ 478 w 2388"/>
                <a:gd name="csY5" fmla="*/ 478 h 4777"/>
                <a:gd name="csX6" fmla="*/ 2389 w 2388"/>
                <a:gd name="csY6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4777">
                  <a:moveTo>
                    <a:pt x="2389" y="0"/>
                  </a:moveTo>
                  <a:lnTo>
                    <a:pt x="2389" y="3344"/>
                  </a:lnTo>
                  <a:lnTo>
                    <a:pt x="1433" y="4777"/>
                  </a:lnTo>
                  <a:lnTo>
                    <a:pt x="0" y="3344"/>
                  </a:lnTo>
                  <a:lnTo>
                    <a:pt x="478" y="956"/>
                  </a:lnTo>
                  <a:lnTo>
                    <a:pt x="478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4" name="Freeform 633">
              <a:extLst>
                <a:ext uri="{FF2B5EF4-FFF2-40B4-BE49-F238E27FC236}">
                  <a16:creationId xmlns:a16="http://schemas.microsoft.com/office/drawing/2014/main" id="{9BE32775-AB08-BA31-8490-BC76753BB796}"/>
                </a:ext>
              </a:extLst>
            </p:cNvPr>
            <p:cNvSpPr/>
            <p:nvPr/>
          </p:nvSpPr>
          <p:spPr>
            <a:xfrm>
              <a:off x="8197531" y="3691535"/>
              <a:ext cx="6688" cy="3344"/>
            </a:xfrm>
            <a:custGeom>
              <a:avLst/>
              <a:gdLst>
                <a:gd name="csX0" fmla="*/ 4300 w 6688"/>
                <a:gd name="csY0" fmla="*/ 2389 h 3344"/>
                <a:gd name="csX1" fmla="*/ 6688 w 6688"/>
                <a:gd name="csY1" fmla="*/ 3344 h 3344"/>
                <a:gd name="csX2" fmla="*/ 4300 w 6688"/>
                <a:gd name="csY2" fmla="*/ 2389 h 3344"/>
                <a:gd name="csX3" fmla="*/ 0 w 6688"/>
                <a:gd name="csY3" fmla="*/ 0 h 3344"/>
                <a:gd name="csX4" fmla="*/ 0 w 6688"/>
                <a:gd name="csY4" fmla="*/ 0 h 3344"/>
                <a:gd name="csX5" fmla="*/ 4300 w 6688"/>
                <a:gd name="csY5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688" h="3344">
                  <a:moveTo>
                    <a:pt x="4300" y="2389"/>
                  </a:moveTo>
                  <a:lnTo>
                    <a:pt x="6688" y="3344"/>
                  </a:lnTo>
                  <a:lnTo>
                    <a:pt x="4300" y="2389"/>
                  </a:lnTo>
                  <a:lnTo>
                    <a:pt x="0" y="0"/>
                  </a:lnTo>
                  <a:lnTo>
                    <a:pt x="0" y="0"/>
                  </a:lnTo>
                  <a:lnTo>
                    <a:pt x="430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" name="Freeform 634">
              <a:extLst>
                <a:ext uri="{FF2B5EF4-FFF2-40B4-BE49-F238E27FC236}">
                  <a16:creationId xmlns:a16="http://schemas.microsoft.com/office/drawing/2014/main" id="{D8512692-548D-EFFF-BAEC-53889713291E}"/>
                </a:ext>
              </a:extLst>
            </p:cNvPr>
            <p:cNvSpPr/>
            <p:nvPr/>
          </p:nvSpPr>
          <p:spPr>
            <a:xfrm>
              <a:off x="8196575" y="3785648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1433 w 2388"/>
                <a:gd name="csY1" fmla="*/ 956 h 955"/>
                <a:gd name="csX2" fmla="*/ 0 w 2388"/>
                <a:gd name="csY2" fmla="*/ 956 h 955"/>
                <a:gd name="csX3" fmla="*/ 1433 w 2388"/>
                <a:gd name="csY3" fmla="*/ 956 h 955"/>
                <a:gd name="csX4" fmla="*/ 2389 w 2388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1433" y="956"/>
                  </a:lnTo>
                  <a:lnTo>
                    <a:pt x="0" y="956"/>
                  </a:lnTo>
                  <a:lnTo>
                    <a:pt x="1433" y="956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" name="Freeform 635">
              <a:extLst>
                <a:ext uri="{FF2B5EF4-FFF2-40B4-BE49-F238E27FC236}">
                  <a16:creationId xmlns:a16="http://schemas.microsoft.com/office/drawing/2014/main" id="{DAC691D4-EEF5-1E8D-5E61-59EC08E48AA8}"/>
                </a:ext>
              </a:extLst>
            </p:cNvPr>
            <p:cNvSpPr/>
            <p:nvPr/>
          </p:nvSpPr>
          <p:spPr>
            <a:xfrm>
              <a:off x="8181288" y="4883470"/>
              <a:ext cx="17198" cy="12898"/>
            </a:xfrm>
            <a:custGeom>
              <a:avLst/>
              <a:gdLst>
                <a:gd name="csX0" fmla="*/ 17198 w 17198"/>
                <a:gd name="csY0" fmla="*/ 2389 h 12898"/>
                <a:gd name="csX1" fmla="*/ 17198 w 17198"/>
                <a:gd name="csY1" fmla="*/ 3344 h 12898"/>
                <a:gd name="csX2" fmla="*/ 15765 w 17198"/>
                <a:gd name="csY2" fmla="*/ 7166 h 12898"/>
                <a:gd name="csX3" fmla="*/ 12898 w 17198"/>
                <a:gd name="csY3" fmla="*/ 10988 h 12898"/>
                <a:gd name="csX4" fmla="*/ 13854 w 17198"/>
                <a:gd name="csY4" fmla="*/ 11943 h 12898"/>
                <a:gd name="csX5" fmla="*/ 14332 w 17198"/>
                <a:gd name="csY5" fmla="*/ 12421 h 12898"/>
                <a:gd name="csX6" fmla="*/ 10510 w 17198"/>
                <a:gd name="csY6" fmla="*/ 12899 h 12898"/>
                <a:gd name="csX7" fmla="*/ 8599 w 17198"/>
                <a:gd name="csY7" fmla="*/ 12899 h 12898"/>
                <a:gd name="csX8" fmla="*/ 7644 w 17198"/>
                <a:gd name="csY8" fmla="*/ 12899 h 12898"/>
                <a:gd name="csX9" fmla="*/ 3344 w 17198"/>
                <a:gd name="csY9" fmla="*/ 11943 h 12898"/>
                <a:gd name="csX10" fmla="*/ 478 w 17198"/>
                <a:gd name="csY10" fmla="*/ 10988 h 12898"/>
                <a:gd name="csX11" fmla="*/ 0 w 17198"/>
                <a:gd name="csY11" fmla="*/ 10510 h 12898"/>
                <a:gd name="csX12" fmla="*/ 478 w 17198"/>
                <a:gd name="csY12" fmla="*/ 9555 h 12898"/>
                <a:gd name="csX13" fmla="*/ 955 w 17198"/>
                <a:gd name="csY13" fmla="*/ 10032 h 12898"/>
                <a:gd name="csX14" fmla="*/ 3344 w 17198"/>
                <a:gd name="csY14" fmla="*/ 10032 h 12898"/>
                <a:gd name="csX15" fmla="*/ 4300 w 17198"/>
                <a:gd name="csY15" fmla="*/ 9555 h 12898"/>
                <a:gd name="csX16" fmla="*/ 4300 w 17198"/>
                <a:gd name="csY16" fmla="*/ 7166 h 12898"/>
                <a:gd name="csX17" fmla="*/ 4300 w 17198"/>
                <a:gd name="csY17" fmla="*/ 4300 h 12898"/>
                <a:gd name="csX18" fmla="*/ 7166 w 17198"/>
                <a:gd name="csY18" fmla="*/ 1433 h 12898"/>
                <a:gd name="csX19" fmla="*/ 9077 w 17198"/>
                <a:gd name="csY19" fmla="*/ 478 h 12898"/>
                <a:gd name="csX20" fmla="*/ 10988 w 17198"/>
                <a:gd name="csY20" fmla="*/ 0 h 12898"/>
                <a:gd name="csX21" fmla="*/ 15765 w 17198"/>
                <a:gd name="csY21" fmla="*/ 1433 h 12898"/>
                <a:gd name="csX22" fmla="*/ 16721 w 17198"/>
                <a:gd name="csY22" fmla="*/ 1433 h 12898"/>
                <a:gd name="csX23" fmla="*/ 17198 w 17198"/>
                <a:gd name="csY23" fmla="*/ 2389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7198" h="12898">
                  <a:moveTo>
                    <a:pt x="17198" y="2389"/>
                  </a:moveTo>
                  <a:lnTo>
                    <a:pt x="17198" y="3344"/>
                  </a:lnTo>
                  <a:lnTo>
                    <a:pt x="15765" y="7166"/>
                  </a:lnTo>
                  <a:lnTo>
                    <a:pt x="12898" y="10988"/>
                  </a:lnTo>
                  <a:lnTo>
                    <a:pt x="13854" y="11943"/>
                  </a:lnTo>
                  <a:lnTo>
                    <a:pt x="14332" y="12421"/>
                  </a:lnTo>
                  <a:lnTo>
                    <a:pt x="10510" y="12899"/>
                  </a:lnTo>
                  <a:lnTo>
                    <a:pt x="8599" y="12899"/>
                  </a:lnTo>
                  <a:lnTo>
                    <a:pt x="7644" y="12899"/>
                  </a:lnTo>
                  <a:lnTo>
                    <a:pt x="3344" y="11943"/>
                  </a:lnTo>
                  <a:lnTo>
                    <a:pt x="478" y="10988"/>
                  </a:lnTo>
                  <a:lnTo>
                    <a:pt x="0" y="10510"/>
                  </a:lnTo>
                  <a:lnTo>
                    <a:pt x="478" y="9555"/>
                  </a:lnTo>
                  <a:lnTo>
                    <a:pt x="955" y="10032"/>
                  </a:lnTo>
                  <a:lnTo>
                    <a:pt x="3344" y="10032"/>
                  </a:lnTo>
                  <a:lnTo>
                    <a:pt x="4300" y="9555"/>
                  </a:lnTo>
                  <a:lnTo>
                    <a:pt x="4300" y="7166"/>
                  </a:lnTo>
                  <a:lnTo>
                    <a:pt x="4300" y="4300"/>
                  </a:lnTo>
                  <a:lnTo>
                    <a:pt x="7166" y="1433"/>
                  </a:lnTo>
                  <a:lnTo>
                    <a:pt x="9077" y="478"/>
                  </a:lnTo>
                  <a:lnTo>
                    <a:pt x="10988" y="0"/>
                  </a:lnTo>
                  <a:lnTo>
                    <a:pt x="15765" y="1433"/>
                  </a:lnTo>
                  <a:lnTo>
                    <a:pt x="16721" y="1433"/>
                  </a:lnTo>
                  <a:lnTo>
                    <a:pt x="1719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" name="Freeform 636">
              <a:extLst>
                <a:ext uri="{FF2B5EF4-FFF2-40B4-BE49-F238E27FC236}">
                  <a16:creationId xmlns:a16="http://schemas.microsoft.com/office/drawing/2014/main" id="{3AEF2FB8-D9D6-7352-1665-E3C2F22E74E0}"/>
                </a:ext>
              </a:extLst>
            </p:cNvPr>
            <p:cNvSpPr/>
            <p:nvPr/>
          </p:nvSpPr>
          <p:spPr>
            <a:xfrm>
              <a:off x="8186065" y="3691535"/>
              <a:ext cx="11465" cy="24364"/>
            </a:xfrm>
            <a:custGeom>
              <a:avLst/>
              <a:gdLst>
                <a:gd name="csX0" fmla="*/ 11466 w 11465"/>
                <a:gd name="csY0" fmla="*/ 0 h 24364"/>
                <a:gd name="csX1" fmla="*/ 10032 w 11465"/>
                <a:gd name="csY1" fmla="*/ 3822 h 24364"/>
                <a:gd name="csX2" fmla="*/ 6211 w 11465"/>
                <a:gd name="csY2" fmla="*/ 11465 h 24364"/>
                <a:gd name="csX3" fmla="*/ 2866 w 11465"/>
                <a:gd name="csY3" fmla="*/ 18154 h 24364"/>
                <a:gd name="csX4" fmla="*/ 1433 w 11465"/>
                <a:gd name="csY4" fmla="*/ 21976 h 24364"/>
                <a:gd name="csX5" fmla="*/ 0 w 11465"/>
                <a:gd name="csY5" fmla="*/ 24364 h 24364"/>
                <a:gd name="csX6" fmla="*/ 1433 w 11465"/>
                <a:gd name="csY6" fmla="*/ 21976 h 24364"/>
                <a:gd name="csX7" fmla="*/ 2866 w 11465"/>
                <a:gd name="csY7" fmla="*/ 18154 h 24364"/>
                <a:gd name="csX8" fmla="*/ 6211 w 11465"/>
                <a:gd name="csY8" fmla="*/ 11465 h 24364"/>
                <a:gd name="csX9" fmla="*/ 9555 w 11465"/>
                <a:gd name="csY9" fmla="*/ 3822 h 24364"/>
                <a:gd name="csX10" fmla="*/ 11466 w 11465"/>
                <a:gd name="csY10" fmla="*/ 0 h 24364"/>
                <a:gd name="csX11" fmla="*/ 11466 w 11465"/>
                <a:gd name="csY11" fmla="*/ 0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1465" h="24364">
                  <a:moveTo>
                    <a:pt x="11466" y="0"/>
                  </a:moveTo>
                  <a:lnTo>
                    <a:pt x="10032" y="3822"/>
                  </a:lnTo>
                  <a:lnTo>
                    <a:pt x="6211" y="11465"/>
                  </a:lnTo>
                  <a:lnTo>
                    <a:pt x="2866" y="18154"/>
                  </a:lnTo>
                  <a:lnTo>
                    <a:pt x="1433" y="21976"/>
                  </a:lnTo>
                  <a:lnTo>
                    <a:pt x="0" y="24364"/>
                  </a:lnTo>
                  <a:lnTo>
                    <a:pt x="1433" y="21976"/>
                  </a:lnTo>
                  <a:lnTo>
                    <a:pt x="2866" y="18154"/>
                  </a:lnTo>
                  <a:lnTo>
                    <a:pt x="6211" y="11465"/>
                  </a:lnTo>
                  <a:lnTo>
                    <a:pt x="9555" y="3822"/>
                  </a:lnTo>
                  <a:lnTo>
                    <a:pt x="11466" y="0"/>
                  </a:lnTo>
                  <a:lnTo>
                    <a:pt x="114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F8F19E01-5CD2-7286-6F50-0F7E88FB9840}"/>
                </a:ext>
              </a:extLst>
            </p:cNvPr>
            <p:cNvSpPr/>
            <p:nvPr/>
          </p:nvSpPr>
          <p:spPr>
            <a:xfrm>
              <a:off x="8188454" y="3686280"/>
              <a:ext cx="9076" cy="5255"/>
            </a:xfrm>
            <a:custGeom>
              <a:avLst/>
              <a:gdLst>
                <a:gd name="csX0" fmla="*/ 8121 w 9076"/>
                <a:gd name="csY0" fmla="*/ 3822 h 5255"/>
                <a:gd name="csX1" fmla="*/ 9077 w 9076"/>
                <a:gd name="csY1" fmla="*/ 5255 h 5255"/>
                <a:gd name="csX2" fmla="*/ 9077 w 9076"/>
                <a:gd name="csY2" fmla="*/ 5255 h 5255"/>
                <a:gd name="csX3" fmla="*/ 8121 w 9076"/>
                <a:gd name="csY3" fmla="*/ 3822 h 5255"/>
                <a:gd name="csX4" fmla="*/ 6688 w 9076"/>
                <a:gd name="csY4" fmla="*/ 2389 h 5255"/>
                <a:gd name="csX5" fmla="*/ 2389 w 9076"/>
                <a:gd name="csY5" fmla="*/ 956 h 5255"/>
                <a:gd name="csX6" fmla="*/ 0 w 9076"/>
                <a:gd name="csY6" fmla="*/ 0 h 5255"/>
                <a:gd name="csX7" fmla="*/ 0 w 9076"/>
                <a:gd name="csY7" fmla="*/ 0 h 5255"/>
                <a:gd name="csX8" fmla="*/ 2866 w 9076"/>
                <a:gd name="csY8" fmla="*/ 956 h 5255"/>
                <a:gd name="csX9" fmla="*/ 6688 w 9076"/>
                <a:gd name="csY9" fmla="*/ 2389 h 5255"/>
                <a:gd name="csX10" fmla="*/ 8121 w 9076"/>
                <a:gd name="csY10" fmla="*/ 3822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076" h="5255">
                  <a:moveTo>
                    <a:pt x="8121" y="3822"/>
                  </a:moveTo>
                  <a:lnTo>
                    <a:pt x="9077" y="5255"/>
                  </a:lnTo>
                  <a:lnTo>
                    <a:pt x="9077" y="5255"/>
                  </a:lnTo>
                  <a:lnTo>
                    <a:pt x="8121" y="3822"/>
                  </a:lnTo>
                  <a:lnTo>
                    <a:pt x="6688" y="2389"/>
                  </a:lnTo>
                  <a:lnTo>
                    <a:pt x="2389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2866" y="956"/>
                  </a:lnTo>
                  <a:lnTo>
                    <a:pt x="6688" y="2389"/>
                  </a:lnTo>
                  <a:lnTo>
                    <a:pt x="812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9" name="Freeform 638">
              <a:extLst>
                <a:ext uri="{FF2B5EF4-FFF2-40B4-BE49-F238E27FC236}">
                  <a16:creationId xmlns:a16="http://schemas.microsoft.com/office/drawing/2014/main" id="{D636258F-7B4E-0A41-314D-33B24D1061DB}"/>
                </a:ext>
              </a:extLst>
            </p:cNvPr>
            <p:cNvSpPr/>
            <p:nvPr/>
          </p:nvSpPr>
          <p:spPr>
            <a:xfrm>
              <a:off x="8194186" y="4655593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956 w 1911"/>
                <a:gd name="csY1" fmla="*/ 0 h 477"/>
                <a:gd name="csX2" fmla="*/ 0 w 1911"/>
                <a:gd name="csY2" fmla="*/ 0 h 477"/>
                <a:gd name="csX3" fmla="*/ 0 w 1911"/>
                <a:gd name="csY3" fmla="*/ 0 h 477"/>
                <a:gd name="csX4" fmla="*/ 956 w 1911"/>
                <a:gd name="csY4" fmla="*/ 0 h 477"/>
                <a:gd name="csX5" fmla="*/ 1911 w 1911"/>
                <a:gd name="csY5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95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0" name="Freeform 639">
              <a:extLst>
                <a:ext uri="{FF2B5EF4-FFF2-40B4-BE49-F238E27FC236}">
                  <a16:creationId xmlns:a16="http://schemas.microsoft.com/office/drawing/2014/main" id="{48A35019-DDBC-27DC-13E3-348A4771B4F3}"/>
                </a:ext>
              </a:extLst>
            </p:cNvPr>
            <p:cNvSpPr/>
            <p:nvPr/>
          </p:nvSpPr>
          <p:spPr>
            <a:xfrm>
              <a:off x="8191320" y="3789469"/>
              <a:ext cx="2866" cy="2866"/>
            </a:xfrm>
            <a:custGeom>
              <a:avLst/>
              <a:gdLst>
                <a:gd name="csX0" fmla="*/ 2866 w 2866"/>
                <a:gd name="csY0" fmla="*/ 0 h 2866"/>
                <a:gd name="csX1" fmla="*/ 1911 w 2866"/>
                <a:gd name="csY1" fmla="*/ 1433 h 2866"/>
                <a:gd name="csX2" fmla="*/ 0 w 2866"/>
                <a:gd name="csY2" fmla="*/ 2867 h 2866"/>
                <a:gd name="csX3" fmla="*/ 0 w 2866"/>
                <a:gd name="csY3" fmla="*/ 2867 h 2866"/>
                <a:gd name="csX4" fmla="*/ 1911 w 2866"/>
                <a:gd name="csY4" fmla="*/ 1433 h 2866"/>
                <a:gd name="csX5" fmla="*/ 2866 w 2866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866">
                  <a:moveTo>
                    <a:pt x="2866" y="0"/>
                  </a:moveTo>
                  <a:lnTo>
                    <a:pt x="1911" y="1433"/>
                  </a:lnTo>
                  <a:lnTo>
                    <a:pt x="0" y="2867"/>
                  </a:lnTo>
                  <a:lnTo>
                    <a:pt x="0" y="2867"/>
                  </a:lnTo>
                  <a:lnTo>
                    <a:pt x="1911" y="1433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1" name="Freeform 640">
              <a:extLst>
                <a:ext uri="{FF2B5EF4-FFF2-40B4-BE49-F238E27FC236}">
                  <a16:creationId xmlns:a16="http://schemas.microsoft.com/office/drawing/2014/main" id="{56E4AA17-6A75-9C2B-4E66-5F72D4BDD1E6}"/>
                </a:ext>
              </a:extLst>
            </p:cNvPr>
            <p:cNvSpPr/>
            <p:nvPr/>
          </p:nvSpPr>
          <p:spPr>
            <a:xfrm>
              <a:off x="8180810" y="4655593"/>
              <a:ext cx="13376" cy="1433"/>
            </a:xfrm>
            <a:custGeom>
              <a:avLst/>
              <a:gdLst>
                <a:gd name="csX0" fmla="*/ 13376 w 13376"/>
                <a:gd name="csY0" fmla="*/ 0 h 1433"/>
                <a:gd name="csX1" fmla="*/ 11466 w 13376"/>
                <a:gd name="csY1" fmla="*/ 955 h 1433"/>
                <a:gd name="csX2" fmla="*/ 10510 w 13376"/>
                <a:gd name="csY2" fmla="*/ 478 h 1433"/>
                <a:gd name="csX3" fmla="*/ 9555 w 13376"/>
                <a:gd name="csY3" fmla="*/ 478 h 1433"/>
                <a:gd name="csX4" fmla="*/ 8121 w 13376"/>
                <a:gd name="csY4" fmla="*/ 0 h 1433"/>
                <a:gd name="csX5" fmla="*/ 6210 w 13376"/>
                <a:gd name="csY5" fmla="*/ 0 h 1433"/>
                <a:gd name="csX6" fmla="*/ 3821 w 13376"/>
                <a:gd name="csY6" fmla="*/ 1433 h 1433"/>
                <a:gd name="csX7" fmla="*/ 1433 w 13376"/>
                <a:gd name="csY7" fmla="*/ 478 h 1433"/>
                <a:gd name="csX8" fmla="*/ 478 w 13376"/>
                <a:gd name="csY8" fmla="*/ 478 h 1433"/>
                <a:gd name="csX9" fmla="*/ 0 w 13376"/>
                <a:gd name="csY9" fmla="*/ 478 h 1433"/>
                <a:gd name="csX10" fmla="*/ 0 w 13376"/>
                <a:gd name="csY10" fmla="*/ 478 h 1433"/>
                <a:gd name="csX11" fmla="*/ 478 w 13376"/>
                <a:gd name="csY11" fmla="*/ 478 h 1433"/>
                <a:gd name="csX12" fmla="*/ 1433 w 13376"/>
                <a:gd name="csY12" fmla="*/ 478 h 1433"/>
                <a:gd name="csX13" fmla="*/ 3821 w 13376"/>
                <a:gd name="csY13" fmla="*/ 1433 h 1433"/>
                <a:gd name="csX14" fmla="*/ 6210 w 13376"/>
                <a:gd name="csY14" fmla="*/ 0 h 1433"/>
                <a:gd name="csX15" fmla="*/ 8121 w 13376"/>
                <a:gd name="csY15" fmla="*/ 0 h 1433"/>
                <a:gd name="csX16" fmla="*/ 9555 w 13376"/>
                <a:gd name="csY16" fmla="*/ 0 h 1433"/>
                <a:gd name="csX17" fmla="*/ 10510 w 13376"/>
                <a:gd name="csY17" fmla="*/ 478 h 1433"/>
                <a:gd name="csX18" fmla="*/ 11466 w 13376"/>
                <a:gd name="csY18" fmla="*/ 955 h 1433"/>
                <a:gd name="csX19" fmla="*/ 13376 w 13376"/>
                <a:gd name="csY19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3376" h="1433">
                  <a:moveTo>
                    <a:pt x="13376" y="0"/>
                  </a:moveTo>
                  <a:lnTo>
                    <a:pt x="11466" y="955"/>
                  </a:lnTo>
                  <a:lnTo>
                    <a:pt x="10510" y="478"/>
                  </a:lnTo>
                  <a:lnTo>
                    <a:pt x="9555" y="478"/>
                  </a:lnTo>
                  <a:lnTo>
                    <a:pt x="8121" y="0"/>
                  </a:lnTo>
                  <a:lnTo>
                    <a:pt x="6210" y="0"/>
                  </a:lnTo>
                  <a:lnTo>
                    <a:pt x="3821" y="1433"/>
                  </a:lnTo>
                  <a:lnTo>
                    <a:pt x="1433" y="478"/>
                  </a:lnTo>
                  <a:lnTo>
                    <a:pt x="478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1433" y="478"/>
                  </a:lnTo>
                  <a:lnTo>
                    <a:pt x="3821" y="1433"/>
                  </a:lnTo>
                  <a:lnTo>
                    <a:pt x="6210" y="0"/>
                  </a:lnTo>
                  <a:lnTo>
                    <a:pt x="8121" y="0"/>
                  </a:lnTo>
                  <a:lnTo>
                    <a:pt x="9555" y="0"/>
                  </a:lnTo>
                  <a:lnTo>
                    <a:pt x="10510" y="478"/>
                  </a:lnTo>
                  <a:lnTo>
                    <a:pt x="11466" y="955"/>
                  </a:lnTo>
                  <a:lnTo>
                    <a:pt x="1337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2" name="Freeform 641">
              <a:extLst>
                <a:ext uri="{FF2B5EF4-FFF2-40B4-BE49-F238E27FC236}">
                  <a16:creationId xmlns:a16="http://schemas.microsoft.com/office/drawing/2014/main" id="{B0E3FF8F-FFE6-A87A-3AC3-EFFA69B2326A}"/>
                </a:ext>
              </a:extLst>
            </p:cNvPr>
            <p:cNvSpPr/>
            <p:nvPr/>
          </p:nvSpPr>
          <p:spPr>
            <a:xfrm>
              <a:off x="8190843" y="4796045"/>
              <a:ext cx="1911" cy="4299"/>
            </a:xfrm>
            <a:custGeom>
              <a:avLst/>
              <a:gdLst>
                <a:gd name="csX0" fmla="*/ 1911 w 1911"/>
                <a:gd name="csY0" fmla="*/ 0 h 4299"/>
                <a:gd name="csX1" fmla="*/ 1911 w 1911"/>
                <a:gd name="csY1" fmla="*/ 956 h 4299"/>
                <a:gd name="csX2" fmla="*/ 955 w 1911"/>
                <a:gd name="csY2" fmla="*/ 4300 h 4299"/>
                <a:gd name="csX3" fmla="*/ 0 w 1911"/>
                <a:gd name="csY3" fmla="*/ 2389 h 4299"/>
                <a:gd name="csX4" fmla="*/ 955 w 1911"/>
                <a:gd name="csY4" fmla="*/ 478 h 4299"/>
                <a:gd name="csX5" fmla="*/ 1911 w 1911"/>
                <a:gd name="csY5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4299">
                  <a:moveTo>
                    <a:pt x="1911" y="0"/>
                  </a:moveTo>
                  <a:lnTo>
                    <a:pt x="1911" y="956"/>
                  </a:lnTo>
                  <a:lnTo>
                    <a:pt x="955" y="4300"/>
                  </a:lnTo>
                  <a:lnTo>
                    <a:pt x="0" y="2389"/>
                  </a:lnTo>
                  <a:lnTo>
                    <a:pt x="955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3" name="Freeform 642">
              <a:extLst>
                <a:ext uri="{FF2B5EF4-FFF2-40B4-BE49-F238E27FC236}">
                  <a16:creationId xmlns:a16="http://schemas.microsoft.com/office/drawing/2014/main" id="{CE4206D8-5382-21A4-1970-ED5937ABF980}"/>
                </a:ext>
              </a:extLst>
            </p:cNvPr>
            <p:cNvSpPr/>
            <p:nvPr/>
          </p:nvSpPr>
          <p:spPr>
            <a:xfrm>
              <a:off x="8184632" y="4793179"/>
              <a:ext cx="5733" cy="14809"/>
            </a:xfrm>
            <a:custGeom>
              <a:avLst/>
              <a:gdLst>
                <a:gd name="csX0" fmla="*/ 5733 w 5733"/>
                <a:gd name="csY0" fmla="*/ 8599 h 14809"/>
                <a:gd name="csX1" fmla="*/ 5733 w 5733"/>
                <a:gd name="csY1" fmla="*/ 9555 h 14809"/>
                <a:gd name="csX2" fmla="*/ 5255 w 5733"/>
                <a:gd name="csY2" fmla="*/ 10510 h 14809"/>
                <a:gd name="csX3" fmla="*/ 5733 w 5733"/>
                <a:gd name="csY3" fmla="*/ 11465 h 14809"/>
                <a:gd name="csX4" fmla="*/ 1433 w 5733"/>
                <a:gd name="csY4" fmla="*/ 14809 h 14809"/>
                <a:gd name="csX5" fmla="*/ 478 w 5733"/>
                <a:gd name="csY5" fmla="*/ 13854 h 14809"/>
                <a:gd name="csX6" fmla="*/ 956 w 5733"/>
                <a:gd name="csY6" fmla="*/ 10510 h 14809"/>
                <a:gd name="csX7" fmla="*/ 0 w 5733"/>
                <a:gd name="csY7" fmla="*/ 8121 h 14809"/>
                <a:gd name="csX8" fmla="*/ 0 w 5733"/>
                <a:gd name="csY8" fmla="*/ 6688 h 14809"/>
                <a:gd name="csX9" fmla="*/ 956 w 5733"/>
                <a:gd name="csY9" fmla="*/ 3822 h 14809"/>
                <a:gd name="csX10" fmla="*/ 1911 w 5733"/>
                <a:gd name="csY10" fmla="*/ 1911 h 14809"/>
                <a:gd name="csX11" fmla="*/ 4300 w 5733"/>
                <a:gd name="csY11" fmla="*/ 478 h 14809"/>
                <a:gd name="csX12" fmla="*/ 4777 w 5733"/>
                <a:gd name="csY12" fmla="*/ 0 h 14809"/>
                <a:gd name="csX13" fmla="*/ 4777 w 5733"/>
                <a:gd name="csY13" fmla="*/ 2866 h 14809"/>
                <a:gd name="csX14" fmla="*/ 5255 w 5733"/>
                <a:gd name="csY14" fmla="*/ 3822 h 14809"/>
                <a:gd name="csX15" fmla="*/ 5255 w 5733"/>
                <a:gd name="csY15" fmla="*/ 4777 h 14809"/>
                <a:gd name="csX16" fmla="*/ 5255 w 5733"/>
                <a:gd name="csY16" fmla="*/ 5255 h 14809"/>
                <a:gd name="csX17" fmla="*/ 5733 w 5733"/>
                <a:gd name="csY17" fmla="*/ 8599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33" h="14809">
                  <a:moveTo>
                    <a:pt x="5733" y="8599"/>
                  </a:moveTo>
                  <a:lnTo>
                    <a:pt x="5733" y="9555"/>
                  </a:lnTo>
                  <a:lnTo>
                    <a:pt x="5255" y="10510"/>
                  </a:lnTo>
                  <a:lnTo>
                    <a:pt x="5733" y="11465"/>
                  </a:lnTo>
                  <a:lnTo>
                    <a:pt x="1433" y="14809"/>
                  </a:lnTo>
                  <a:lnTo>
                    <a:pt x="478" y="13854"/>
                  </a:lnTo>
                  <a:lnTo>
                    <a:pt x="956" y="10510"/>
                  </a:lnTo>
                  <a:lnTo>
                    <a:pt x="0" y="8121"/>
                  </a:lnTo>
                  <a:lnTo>
                    <a:pt x="0" y="6688"/>
                  </a:lnTo>
                  <a:lnTo>
                    <a:pt x="956" y="3822"/>
                  </a:lnTo>
                  <a:lnTo>
                    <a:pt x="1911" y="1911"/>
                  </a:lnTo>
                  <a:lnTo>
                    <a:pt x="4300" y="478"/>
                  </a:lnTo>
                  <a:lnTo>
                    <a:pt x="4777" y="0"/>
                  </a:lnTo>
                  <a:lnTo>
                    <a:pt x="4777" y="2866"/>
                  </a:lnTo>
                  <a:lnTo>
                    <a:pt x="5255" y="3822"/>
                  </a:lnTo>
                  <a:lnTo>
                    <a:pt x="5255" y="4777"/>
                  </a:lnTo>
                  <a:lnTo>
                    <a:pt x="5255" y="5255"/>
                  </a:lnTo>
                  <a:lnTo>
                    <a:pt x="5733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4" name="Freeform 643">
              <a:extLst>
                <a:ext uri="{FF2B5EF4-FFF2-40B4-BE49-F238E27FC236}">
                  <a16:creationId xmlns:a16="http://schemas.microsoft.com/office/drawing/2014/main" id="{AE06FBAE-EFCE-60FF-5B25-B7FB4B44CF66}"/>
                </a:ext>
              </a:extLst>
            </p:cNvPr>
            <p:cNvSpPr/>
            <p:nvPr/>
          </p:nvSpPr>
          <p:spPr>
            <a:xfrm>
              <a:off x="8185110" y="3802368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1433 w 2388"/>
                <a:gd name="csY1" fmla="*/ 956 h 955"/>
                <a:gd name="csX2" fmla="*/ 0 w 2388"/>
                <a:gd name="csY2" fmla="*/ 956 h 955"/>
                <a:gd name="csX3" fmla="*/ 1433 w 2388"/>
                <a:gd name="csY3" fmla="*/ 478 h 955"/>
                <a:gd name="csX4" fmla="*/ 2389 w 2388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1433" y="956"/>
                  </a:lnTo>
                  <a:lnTo>
                    <a:pt x="0" y="956"/>
                  </a:lnTo>
                  <a:lnTo>
                    <a:pt x="1433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5" name="Freeform 644">
              <a:extLst>
                <a:ext uri="{FF2B5EF4-FFF2-40B4-BE49-F238E27FC236}">
                  <a16:creationId xmlns:a16="http://schemas.microsoft.com/office/drawing/2014/main" id="{C69CE98D-57F5-5359-154B-29DECF14CDAF}"/>
                </a:ext>
              </a:extLst>
            </p:cNvPr>
            <p:cNvSpPr/>
            <p:nvPr/>
          </p:nvSpPr>
          <p:spPr>
            <a:xfrm>
              <a:off x="8183199" y="3715899"/>
              <a:ext cx="2866" cy="7165"/>
            </a:xfrm>
            <a:custGeom>
              <a:avLst/>
              <a:gdLst>
                <a:gd name="csX0" fmla="*/ 2866 w 2866"/>
                <a:gd name="csY0" fmla="*/ 0 h 7165"/>
                <a:gd name="csX1" fmla="*/ 1433 w 2866"/>
                <a:gd name="csY1" fmla="*/ 2866 h 7165"/>
                <a:gd name="csX2" fmla="*/ 1433 w 2866"/>
                <a:gd name="csY2" fmla="*/ 4300 h 7165"/>
                <a:gd name="csX3" fmla="*/ 0 w 2866"/>
                <a:gd name="csY3" fmla="*/ 7166 h 7165"/>
                <a:gd name="csX4" fmla="*/ 1433 w 2866"/>
                <a:gd name="csY4" fmla="*/ 4300 h 7165"/>
                <a:gd name="csX5" fmla="*/ 1433 w 2866"/>
                <a:gd name="csY5" fmla="*/ 2866 h 7165"/>
                <a:gd name="csX6" fmla="*/ 2866 w 2866"/>
                <a:gd name="csY6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7165">
                  <a:moveTo>
                    <a:pt x="2866" y="0"/>
                  </a:moveTo>
                  <a:lnTo>
                    <a:pt x="1433" y="2866"/>
                  </a:lnTo>
                  <a:lnTo>
                    <a:pt x="1433" y="4300"/>
                  </a:lnTo>
                  <a:lnTo>
                    <a:pt x="0" y="7166"/>
                  </a:lnTo>
                  <a:lnTo>
                    <a:pt x="1433" y="4300"/>
                  </a:lnTo>
                  <a:lnTo>
                    <a:pt x="1433" y="2866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6" name="Freeform 645">
              <a:extLst>
                <a:ext uri="{FF2B5EF4-FFF2-40B4-BE49-F238E27FC236}">
                  <a16:creationId xmlns:a16="http://schemas.microsoft.com/office/drawing/2014/main" id="{15BC3C7A-E0D9-DC8C-9165-17B65566ADB1}"/>
                </a:ext>
              </a:extLst>
            </p:cNvPr>
            <p:cNvSpPr/>
            <p:nvPr/>
          </p:nvSpPr>
          <p:spPr>
            <a:xfrm>
              <a:off x="8179855" y="3729275"/>
              <a:ext cx="478" cy="5732"/>
            </a:xfrm>
            <a:custGeom>
              <a:avLst/>
              <a:gdLst>
                <a:gd name="csX0" fmla="*/ 0 w 478"/>
                <a:gd name="csY0" fmla="*/ 0 h 5732"/>
                <a:gd name="csX1" fmla="*/ 478 w 478"/>
                <a:gd name="csY1" fmla="*/ 2866 h 5732"/>
                <a:gd name="csX2" fmla="*/ 0 w 478"/>
                <a:gd name="csY2" fmla="*/ 5733 h 5732"/>
                <a:gd name="csX3" fmla="*/ 0 w 478"/>
                <a:gd name="csY3" fmla="*/ 2866 h 5732"/>
                <a:gd name="csX4" fmla="*/ 0 w 478"/>
                <a:gd name="csY4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8" h="5732">
                  <a:moveTo>
                    <a:pt x="0" y="0"/>
                  </a:moveTo>
                  <a:lnTo>
                    <a:pt x="478" y="2866"/>
                  </a:lnTo>
                  <a:lnTo>
                    <a:pt x="0" y="5733"/>
                  </a:lnTo>
                  <a:lnTo>
                    <a:pt x="0" y="286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7" name="Freeform 646">
              <a:extLst>
                <a:ext uri="{FF2B5EF4-FFF2-40B4-BE49-F238E27FC236}">
                  <a16:creationId xmlns:a16="http://schemas.microsoft.com/office/drawing/2014/main" id="{E726F063-BB1F-08C2-7839-3B630BE00387}"/>
                </a:ext>
              </a:extLst>
            </p:cNvPr>
            <p:cNvSpPr/>
            <p:nvPr/>
          </p:nvSpPr>
          <p:spPr>
            <a:xfrm>
              <a:off x="8176988" y="4657504"/>
              <a:ext cx="2866" cy="3344"/>
            </a:xfrm>
            <a:custGeom>
              <a:avLst/>
              <a:gdLst>
                <a:gd name="csX0" fmla="*/ 2866 w 2866"/>
                <a:gd name="csY0" fmla="*/ 0 h 3344"/>
                <a:gd name="csX1" fmla="*/ 2866 w 2866"/>
                <a:gd name="csY1" fmla="*/ 0 h 3344"/>
                <a:gd name="csX2" fmla="*/ 956 w 2866"/>
                <a:gd name="csY2" fmla="*/ 1433 h 3344"/>
                <a:gd name="csX3" fmla="*/ 0 w 2866"/>
                <a:gd name="csY3" fmla="*/ 3344 h 3344"/>
                <a:gd name="csX4" fmla="*/ 956 w 2866"/>
                <a:gd name="csY4" fmla="*/ 956 h 3344"/>
                <a:gd name="csX5" fmla="*/ 2866 w 2866"/>
                <a:gd name="csY5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3344">
                  <a:moveTo>
                    <a:pt x="2866" y="0"/>
                  </a:moveTo>
                  <a:lnTo>
                    <a:pt x="2866" y="0"/>
                  </a:lnTo>
                  <a:lnTo>
                    <a:pt x="956" y="1433"/>
                  </a:lnTo>
                  <a:lnTo>
                    <a:pt x="0" y="3344"/>
                  </a:lnTo>
                  <a:lnTo>
                    <a:pt x="956" y="956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8" name="Freeform 647">
              <a:extLst>
                <a:ext uri="{FF2B5EF4-FFF2-40B4-BE49-F238E27FC236}">
                  <a16:creationId xmlns:a16="http://schemas.microsoft.com/office/drawing/2014/main" id="{ACBC4A47-CA12-8AA8-8B8E-83A55B1BD673}"/>
                </a:ext>
              </a:extLst>
            </p:cNvPr>
            <p:cNvSpPr/>
            <p:nvPr/>
          </p:nvSpPr>
          <p:spPr>
            <a:xfrm>
              <a:off x="8174600" y="3738830"/>
              <a:ext cx="3822" cy="8121"/>
            </a:xfrm>
            <a:custGeom>
              <a:avLst/>
              <a:gdLst>
                <a:gd name="csX0" fmla="*/ 1911 w 3822"/>
                <a:gd name="csY0" fmla="*/ 6210 h 8121"/>
                <a:gd name="csX1" fmla="*/ 3822 w 3822"/>
                <a:gd name="csY1" fmla="*/ 8121 h 8121"/>
                <a:gd name="csX2" fmla="*/ 1911 w 3822"/>
                <a:gd name="csY2" fmla="*/ 6210 h 8121"/>
                <a:gd name="csX3" fmla="*/ 956 w 3822"/>
                <a:gd name="csY3" fmla="*/ 4300 h 8121"/>
                <a:gd name="csX4" fmla="*/ 0 w 3822"/>
                <a:gd name="csY4" fmla="*/ 0 h 8121"/>
                <a:gd name="csX5" fmla="*/ 956 w 3822"/>
                <a:gd name="csY5" fmla="*/ 4300 h 8121"/>
                <a:gd name="csX6" fmla="*/ 1911 w 3822"/>
                <a:gd name="csY6" fmla="*/ 621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2" h="8121">
                  <a:moveTo>
                    <a:pt x="1911" y="6210"/>
                  </a:moveTo>
                  <a:lnTo>
                    <a:pt x="3822" y="8121"/>
                  </a:lnTo>
                  <a:lnTo>
                    <a:pt x="1911" y="6210"/>
                  </a:lnTo>
                  <a:lnTo>
                    <a:pt x="956" y="4300"/>
                  </a:lnTo>
                  <a:lnTo>
                    <a:pt x="0" y="0"/>
                  </a:lnTo>
                  <a:lnTo>
                    <a:pt x="956" y="4300"/>
                  </a:lnTo>
                  <a:lnTo>
                    <a:pt x="1911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9" name="Freeform 648">
              <a:extLst>
                <a:ext uri="{FF2B5EF4-FFF2-40B4-BE49-F238E27FC236}">
                  <a16:creationId xmlns:a16="http://schemas.microsoft.com/office/drawing/2014/main" id="{E5F6D823-3A41-30DB-74BD-3E7D01CA1C2E}"/>
                </a:ext>
              </a:extLst>
            </p:cNvPr>
            <p:cNvSpPr/>
            <p:nvPr/>
          </p:nvSpPr>
          <p:spPr>
            <a:xfrm>
              <a:off x="8157879" y="3679592"/>
              <a:ext cx="20542" cy="10032"/>
            </a:xfrm>
            <a:custGeom>
              <a:avLst/>
              <a:gdLst>
                <a:gd name="csX0" fmla="*/ 20543 w 20542"/>
                <a:gd name="csY0" fmla="*/ 10032 h 10032"/>
                <a:gd name="csX1" fmla="*/ 18154 w 20542"/>
                <a:gd name="csY1" fmla="*/ 10032 h 10032"/>
                <a:gd name="csX2" fmla="*/ 14809 w 20542"/>
                <a:gd name="csY2" fmla="*/ 10032 h 10032"/>
                <a:gd name="csX3" fmla="*/ 13377 w 20542"/>
                <a:gd name="csY3" fmla="*/ 9555 h 10032"/>
                <a:gd name="csX4" fmla="*/ 11943 w 20542"/>
                <a:gd name="csY4" fmla="*/ 8121 h 10032"/>
                <a:gd name="csX5" fmla="*/ 8122 w 20542"/>
                <a:gd name="csY5" fmla="*/ 5255 h 10032"/>
                <a:gd name="csX6" fmla="*/ 6211 w 20542"/>
                <a:gd name="csY6" fmla="*/ 2866 h 10032"/>
                <a:gd name="csX7" fmla="*/ 3822 w 20542"/>
                <a:gd name="csY7" fmla="*/ 1911 h 10032"/>
                <a:gd name="csX8" fmla="*/ 1433 w 20542"/>
                <a:gd name="csY8" fmla="*/ 478 h 10032"/>
                <a:gd name="csX9" fmla="*/ 0 w 20542"/>
                <a:gd name="csY9" fmla="*/ 0 h 10032"/>
                <a:gd name="csX10" fmla="*/ 1433 w 20542"/>
                <a:gd name="csY10" fmla="*/ 478 h 10032"/>
                <a:gd name="csX11" fmla="*/ 4300 w 20542"/>
                <a:gd name="csY11" fmla="*/ 1911 h 10032"/>
                <a:gd name="csX12" fmla="*/ 6688 w 20542"/>
                <a:gd name="csY12" fmla="*/ 2866 h 10032"/>
                <a:gd name="csX13" fmla="*/ 8599 w 20542"/>
                <a:gd name="csY13" fmla="*/ 5255 h 10032"/>
                <a:gd name="csX14" fmla="*/ 11943 w 20542"/>
                <a:gd name="csY14" fmla="*/ 8121 h 10032"/>
                <a:gd name="csX15" fmla="*/ 13854 w 20542"/>
                <a:gd name="csY15" fmla="*/ 9555 h 10032"/>
                <a:gd name="csX16" fmla="*/ 14809 w 20542"/>
                <a:gd name="csY16" fmla="*/ 9555 h 10032"/>
                <a:gd name="csX17" fmla="*/ 18154 w 20542"/>
                <a:gd name="csY17" fmla="*/ 10032 h 10032"/>
                <a:gd name="csX18" fmla="*/ 20543 w 20542"/>
                <a:gd name="csY18" fmla="*/ 1003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0542" h="10032">
                  <a:moveTo>
                    <a:pt x="20543" y="10032"/>
                  </a:moveTo>
                  <a:lnTo>
                    <a:pt x="18154" y="10032"/>
                  </a:lnTo>
                  <a:lnTo>
                    <a:pt x="14809" y="10032"/>
                  </a:lnTo>
                  <a:lnTo>
                    <a:pt x="13377" y="9555"/>
                  </a:lnTo>
                  <a:lnTo>
                    <a:pt x="11943" y="8121"/>
                  </a:lnTo>
                  <a:lnTo>
                    <a:pt x="8122" y="5255"/>
                  </a:lnTo>
                  <a:lnTo>
                    <a:pt x="6211" y="2866"/>
                  </a:lnTo>
                  <a:lnTo>
                    <a:pt x="3822" y="1911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4300" y="1911"/>
                  </a:lnTo>
                  <a:lnTo>
                    <a:pt x="6688" y="2866"/>
                  </a:lnTo>
                  <a:lnTo>
                    <a:pt x="8599" y="5255"/>
                  </a:lnTo>
                  <a:lnTo>
                    <a:pt x="11943" y="8121"/>
                  </a:lnTo>
                  <a:lnTo>
                    <a:pt x="13854" y="9555"/>
                  </a:lnTo>
                  <a:lnTo>
                    <a:pt x="14809" y="9555"/>
                  </a:lnTo>
                  <a:lnTo>
                    <a:pt x="18154" y="10032"/>
                  </a:lnTo>
                  <a:lnTo>
                    <a:pt x="20543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0" name="Freeform 649">
              <a:extLst>
                <a:ext uri="{FF2B5EF4-FFF2-40B4-BE49-F238E27FC236}">
                  <a16:creationId xmlns:a16="http://schemas.microsoft.com/office/drawing/2014/main" id="{E4120845-1FFD-7640-0BF5-C2D25744B705}"/>
                </a:ext>
              </a:extLst>
            </p:cNvPr>
            <p:cNvSpPr/>
            <p:nvPr/>
          </p:nvSpPr>
          <p:spPr>
            <a:xfrm>
              <a:off x="8153579" y="4880603"/>
              <a:ext cx="24842" cy="14331"/>
            </a:xfrm>
            <a:custGeom>
              <a:avLst/>
              <a:gdLst>
                <a:gd name="csX0" fmla="*/ 24365 w 24842"/>
                <a:gd name="csY0" fmla="*/ 5733 h 14331"/>
                <a:gd name="csX1" fmla="*/ 24842 w 24842"/>
                <a:gd name="csY1" fmla="*/ 6210 h 14331"/>
                <a:gd name="csX2" fmla="*/ 23886 w 24842"/>
                <a:gd name="csY2" fmla="*/ 7166 h 14331"/>
                <a:gd name="csX3" fmla="*/ 21976 w 24842"/>
                <a:gd name="csY3" fmla="*/ 8599 h 14331"/>
                <a:gd name="csX4" fmla="*/ 17199 w 24842"/>
                <a:gd name="csY4" fmla="*/ 10032 h 14331"/>
                <a:gd name="csX5" fmla="*/ 16721 w 24842"/>
                <a:gd name="csY5" fmla="*/ 10988 h 14331"/>
                <a:gd name="csX6" fmla="*/ 15765 w 24842"/>
                <a:gd name="csY6" fmla="*/ 12899 h 14331"/>
                <a:gd name="csX7" fmla="*/ 15288 w 24842"/>
                <a:gd name="csY7" fmla="*/ 13376 h 14331"/>
                <a:gd name="csX8" fmla="*/ 15288 w 24842"/>
                <a:gd name="csY8" fmla="*/ 13854 h 14331"/>
                <a:gd name="csX9" fmla="*/ 14810 w 24842"/>
                <a:gd name="csY9" fmla="*/ 14332 h 14331"/>
                <a:gd name="csX10" fmla="*/ 13377 w 24842"/>
                <a:gd name="csY10" fmla="*/ 14332 h 14331"/>
                <a:gd name="csX11" fmla="*/ 12421 w 24842"/>
                <a:gd name="csY11" fmla="*/ 14332 h 14331"/>
                <a:gd name="csX12" fmla="*/ 13377 w 24842"/>
                <a:gd name="csY12" fmla="*/ 12899 h 14331"/>
                <a:gd name="csX13" fmla="*/ 13377 w 24842"/>
                <a:gd name="csY13" fmla="*/ 11943 h 14331"/>
                <a:gd name="csX14" fmla="*/ 12899 w 24842"/>
                <a:gd name="csY14" fmla="*/ 10510 h 14331"/>
                <a:gd name="csX15" fmla="*/ 11943 w 24842"/>
                <a:gd name="csY15" fmla="*/ 9555 h 14331"/>
                <a:gd name="csX16" fmla="*/ 9555 w 24842"/>
                <a:gd name="csY16" fmla="*/ 8121 h 14331"/>
                <a:gd name="csX17" fmla="*/ 7644 w 24842"/>
                <a:gd name="csY17" fmla="*/ 6688 h 14331"/>
                <a:gd name="csX18" fmla="*/ 5255 w 24842"/>
                <a:gd name="csY18" fmla="*/ 6210 h 14331"/>
                <a:gd name="csX19" fmla="*/ 2867 w 24842"/>
                <a:gd name="csY19" fmla="*/ 5733 h 14331"/>
                <a:gd name="csX20" fmla="*/ 2389 w 24842"/>
                <a:gd name="csY20" fmla="*/ 5255 h 14331"/>
                <a:gd name="csX21" fmla="*/ 956 w 24842"/>
                <a:gd name="csY21" fmla="*/ 3822 h 14331"/>
                <a:gd name="csX22" fmla="*/ 478 w 24842"/>
                <a:gd name="csY22" fmla="*/ 2866 h 14331"/>
                <a:gd name="csX23" fmla="*/ 0 w 24842"/>
                <a:gd name="csY23" fmla="*/ 1911 h 14331"/>
                <a:gd name="csX24" fmla="*/ 478 w 24842"/>
                <a:gd name="csY24" fmla="*/ 1433 h 14331"/>
                <a:gd name="csX25" fmla="*/ 956 w 24842"/>
                <a:gd name="csY25" fmla="*/ 956 h 14331"/>
                <a:gd name="csX26" fmla="*/ 3344 w 24842"/>
                <a:gd name="csY26" fmla="*/ 1433 h 14331"/>
                <a:gd name="csX27" fmla="*/ 7644 w 24842"/>
                <a:gd name="csY27" fmla="*/ 2389 h 14331"/>
                <a:gd name="csX28" fmla="*/ 9555 w 24842"/>
                <a:gd name="csY28" fmla="*/ 2389 h 14331"/>
                <a:gd name="csX29" fmla="*/ 10510 w 24842"/>
                <a:gd name="csY29" fmla="*/ 2389 h 14331"/>
                <a:gd name="csX30" fmla="*/ 13854 w 24842"/>
                <a:gd name="csY30" fmla="*/ 0 h 14331"/>
                <a:gd name="csX31" fmla="*/ 14332 w 24842"/>
                <a:gd name="csY31" fmla="*/ 478 h 14331"/>
                <a:gd name="csX32" fmla="*/ 17676 w 24842"/>
                <a:gd name="csY32" fmla="*/ 956 h 14331"/>
                <a:gd name="csX33" fmla="*/ 19587 w 24842"/>
                <a:gd name="csY33" fmla="*/ 1911 h 14331"/>
                <a:gd name="csX34" fmla="*/ 21498 w 24842"/>
                <a:gd name="csY34" fmla="*/ 2866 h 14331"/>
                <a:gd name="csX35" fmla="*/ 24365 w 24842"/>
                <a:gd name="csY35" fmla="*/ 5733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24842" h="14331">
                  <a:moveTo>
                    <a:pt x="24365" y="5733"/>
                  </a:moveTo>
                  <a:lnTo>
                    <a:pt x="24842" y="6210"/>
                  </a:lnTo>
                  <a:lnTo>
                    <a:pt x="23886" y="7166"/>
                  </a:lnTo>
                  <a:lnTo>
                    <a:pt x="21976" y="8599"/>
                  </a:lnTo>
                  <a:lnTo>
                    <a:pt x="17199" y="10032"/>
                  </a:lnTo>
                  <a:lnTo>
                    <a:pt x="16721" y="10988"/>
                  </a:lnTo>
                  <a:lnTo>
                    <a:pt x="15765" y="12899"/>
                  </a:lnTo>
                  <a:lnTo>
                    <a:pt x="15288" y="13376"/>
                  </a:lnTo>
                  <a:lnTo>
                    <a:pt x="15288" y="13854"/>
                  </a:lnTo>
                  <a:lnTo>
                    <a:pt x="14810" y="14332"/>
                  </a:lnTo>
                  <a:lnTo>
                    <a:pt x="13377" y="14332"/>
                  </a:lnTo>
                  <a:lnTo>
                    <a:pt x="12421" y="14332"/>
                  </a:lnTo>
                  <a:lnTo>
                    <a:pt x="13377" y="12899"/>
                  </a:lnTo>
                  <a:lnTo>
                    <a:pt x="13377" y="11943"/>
                  </a:lnTo>
                  <a:lnTo>
                    <a:pt x="12899" y="10510"/>
                  </a:lnTo>
                  <a:lnTo>
                    <a:pt x="11943" y="9555"/>
                  </a:lnTo>
                  <a:lnTo>
                    <a:pt x="9555" y="8121"/>
                  </a:lnTo>
                  <a:lnTo>
                    <a:pt x="7644" y="6688"/>
                  </a:lnTo>
                  <a:lnTo>
                    <a:pt x="5255" y="6210"/>
                  </a:lnTo>
                  <a:lnTo>
                    <a:pt x="2867" y="5733"/>
                  </a:lnTo>
                  <a:lnTo>
                    <a:pt x="2389" y="5255"/>
                  </a:lnTo>
                  <a:lnTo>
                    <a:pt x="956" y="3822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956" y="956"/>
                  </a:lnTo>
                  <a:lnTo>
                    <a:pt x="3344" y="1433"/>
                  </a:lnTo>
                  <a:lnTo>
                    <a:pt x="7644" y="2389"/>
                  </a:lnTo>
                  <a:lnTo>
                    <a:pt x="9555" y="2389"/>
                  </a:lnTo>
                  <a:lnTo>
                    <a:pt x="10510" y="2389"/>
                  </a:lnTo>
                  <a:lnTo>
                    <a:pt x="13854" y="0"/>
                  </a:lnTo>
                  <a:lnTo>
                    <a:pt x="14332" y="478"/>
                  </a:lnTo>
                  <a:lnTo>
                    <a:pt x="17676" y="956"/>
                  </a:lnTo>
                  <a:lnTo>
                    <a:pt x="19587" y="1911"/>
                  </a:lnTo>
                  <a:lnTo>
                    <a:pt x="21498" y="2866"/>
                  </a:lnTo>
                  <a:lnTo>
                    <a:pt x="24365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1" name="Freeform 650">
              <a:extLst>
                <a:ext uri="{FF2B5EF4-FFF2-40B4-BE49-F238E27FC236}">
                  <a16:creationId xmlns:a16="http://schemas.microsoft.com/office/drawing/2014/main" id="{BBD609F4-3BB4-C2E5-D3B4-C81656237BCE}"/>
                </a:ext>
              </a:extLst>
            </p:cNvPr>
            <p:cNvSpPr/>
            <p:nvPr/>
          </p:nvSpPr>
          <p:spPr>
            <a:xfrm>
              <a:off x="8174600" y="3736919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0 w 2388"/>
                <a:gd name="csY1" fmla="*/ 1433 h 1433"/>
                <a:gd name="csX2" fmla="*/ 0 w 2388"/>
                <a:gd name="csY2" fmla="*/ 1433 h 1433"/>
                <a:gd name="csX3" fmla="*/ 2389 w 2388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2" name="Freeform 651">
              <a:extLst>
                <a:ext uri="{FF2B5EF4-FFF2-40B4-BE49-F238E27FC236}">
                  <a16:creationId xmlns:a16="http://schemas.microsoft.com/office/drawing/2014/main" id="{BBA27159-462B-0575-6E0A-A62DDB441BAA}"/>
                </a:ext>
              </a:extLst>
            </p:cNvPr>
            <p:cNvSpPr/>
            <p:nvPr/>
          </p:nvSpPr>
          <p:spPr>
            <a:xfrm>
              <a:off x="8173644" y="4891591"/>
              <a:ext cx="2866" cy="2866"/>
            </a:xfrm>
            <a:custGeom>
              <a:avLst/>
              <a:gdLst>
                <a:gd name="csX0" fmla="*/ 2866 w 2866"/>
                <a:gd name="csY0" fmla="*/ 956 h 2866"/>
                <a:gd name="csX1" fmla="*/ 2866 w 2866"/>
                <a:gd name="csY1" fmla="*/ 1911 h 2866"/>
                <a:gd name="csX2" fmla="*/ 2389 w 2866"/>
                <a:gd name="csY2" fmla="*/ 2867 h 2866"/>
                <a:gd name="csX3" fmla="*/ 478 w 2866"/>
                <a:gd name="csY3" fmla="*/ 1433 h 2866"/>
                <a:gd name="csX4" fmla="*/ 0 w 2866"/>
                <a:gd name="csY4" fmla="*/ 956 h 2866"/>
                <a:gd name="csX5" fmla="*/ 1433 w 2866"/>
                <a:gd name="csY5" fmla="*/ 478 h 2866"/>
                <a:gd name="csX6" fmla="*/ 1911 w 2866"/>
                <a:gd name="csY6" fmla="*/ 0 h 2866"/>
                <a:gd name="csX7" fmla="*/ 2866 w 2866"/>
                <a:gd name="csY7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866">
                  <a:moveTo>
                    <a:pt x="2866" y="956"/>
                  </a:moveTo>
                  <a:lnTo>
                    <a:pt x="2866" y="1911"/>
                  </a:lnTo>
                  <a:lnTo>
                    <a:pt x="2389" y="2867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3" name="Freeform 652">
              <a:extLst>
                <a:ext uri="{FF2B5EF4-FFF2-40B4-BE49-F238E27FC236}">
                  <a16:creationId xmlns:a16="http://schemas.microsoft.com/office/drawing/2014/main" id="{E9049B16-A4FA-449D-9284-E79064FAD7E4}"/>
                </a:ext>
              </a:extLst>
            </p:cNvPr>
            <p:cNvSpPr/>
            <p:nvPr/>
          </p:nvSpPr>
          <p:spPr>
            <a:xfrm>
              <a:off x="8175555" y="4662759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4" name="Freeform 653">
              <a:extLst>
                <a:ext uri="{FF2B5EF4-FFF2-40B4-BE49-F238E27FC236}">
                  <a16:creationId xmlns:a16="http://schemas.microsoft.com/office/drawing/2014/main" id="{1E179F1A-4A19-AF8B-1204-E1D26CA4FE47}"/>
                </a:ext>
              </a:extLst>
            </p:cNvPr>
            <p:cNvSpPr/>
            <p:nvPr/>
          </p:nvSpPr>
          <p:spPr>
            <a:xfrm>
              <a:off x="8168867" y="4858628"/>
              <a:ext cx="6210" cy="2388"/>
            </a:xfrm>
            <a:custGeom>
              <a:avLst/>
              <a:gdLst>
                <a:gd name="csX0" fmla="*/ 5733 w 6210"/>
                <a:gd name="csY0" fmla="*/ 955 h 2388"/>
                <a:gd name="csX1" fmla="*/ 6210 w 6210"/>
                <a:gd name="csY1" fmla="*/ 1433 h 2388"/>
                <a:gd name="csX2" fmla="*/ 3821 w 6210"/>
                <a:gd name="csY2" fmla="*/ 1433 h 2388"/>
                <a:gd name="csX3" fmla="*/ 2866 w 6210"/>
                <a:gd name="csY3" fmla="*/ 2389 h 2388"/>
                <a:gd name="csX4" fmla="*/ 1433 w 6210"/>
                <a:gd name="csY4" fmla="*/ 2389 h 2388"/>
                <a:gd name="csX5" fmla="*/ 0 w 6210"/>
                <a:gd name="csY5" fmla="*/ 1911 h 2388"/>
                <a:gd name="csX6" fmla="*/ 0 w 6210"/>
                <a:gd name="csY6" fmla="*/ 955 h 2388"/>
                <a:gd name="csX7" fmla="*/ 0 w 6210"/>
                <a:gd name="csY7" fmla="*/ 478 h 2388"/>
                <a:gd name="csX8" fmla="*/ 2389 w 6210"/>
                <a:gd name="csY8" fmla="*/ 0 h 2388"/>
                <a:gd name="csX9" fmla="*/ 3821 w 6210"/>
                <a:gd name="csY9" fmla="*/ 0 h 2388"/>
                <a:gd name="csX10" fmla="*/ 4777 w 6210"/>
                <a:gd name="csY10" fmla="*/ 478 h 2388"/>
                <a:gd name="csX11" fmla="*/ 5733 w 6210"/>
                <a:gd name="csY11" fmla="*/ 955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210" h="2388">
                  <a:moveTo>
                    <a:pt x="5733" y="955"/>
                  </a:moveTo>
                  <a:lnTo>
                    <a:pt x="6210" y="1433"/>
                  </a:lnTo>
                  <a:lnTo>
                    <a:pt x="3821" y="1433"/>
                  </a:lnTo>
                  <a:lnTo>
                    <a:pt x="2866" y="2389"/>
                  </a:lnTo>
                  <a:lnTo>
                    <a:pt x="1433" y="2389"/>
                  </a:lnTo>
                  <a:lnTo>
                    <a:pt x="0" y="1911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2389" y="0"/>
                  </a:lnTo>
                  <a:lnTo>
                    <a:pt x="3821" y="0"/>
                  </a:lnTo>
                  <a:lnTo>
                    <a:pt x="4777" y="478"/>
                  </a:lnTo>
                  <a:lnTo>
                    <a:pt x="5733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" name="Freeform 654">
              <a:extLst>
                <a:ext uri="{FF2B5EF4-FFF2-40B4-BE49-F238E27FC236}">
                  <a16:creationId xmlns:a16="http://schemas.microsoft.com/office/drawing/2014/main" id="{C4647B49-D9AB-8947-EFA0-613709004D45}"/>
                </a:ext>
              </a:extLst>
            </p:cNvPr>
            <p:cNvSpPr/>
            <p:nvPr/>
          </p:nvSpPr>
          <p:spPr>
            <a:xfrm>
              <a:off x="8170300" y="5116602"/>
              <a:ext cx="2866" cy="3821"/>
            </a:xfrm>
            <a:custGeom>
              <a:avLst/>
              <a:gdLst>
                <a:gd name="csX0" fmla="*/ 2389 w 2866"/>
                <a:gd name="csY0" fmla="*/ 0 h 3821"/>
                <a:gd name="csX1" fmla="*/ 2867 w 2866"/>
                <a:gd name="csY1" fmla="*/ 955 h 3821"/>
                <a:gd name="csX2" fmla="*/ 2867 w 2866"/>
                <a:gd name="csY2" fmla="*/ 2389 h 3821"/>
                <a:gd name="csX3" fmla="*/ 1911 w 2866"/>
                <a:gd name="csY3" fmla="*/ 3822 h 3821"/>
                <a:gd name="csX4" fmla="*/ 478 w 2866"/>
                <a:gd name="csY4" fmla="*/ 3344 h 3821"/>
                <a:gd name="csX5" fmla="*/ 0 w 2866"/>
                <a:gd name="csY5" fmla="*/ 2866 h 3821"/>
                <a:gd name="csX6" fmla="*/ 956 w 2866"/>
                <a:gd name="csY6" fmla="*/ 1433 h 3821"/>
                <a:gd name="csX7" fmla="*/ 2389 w 2866"/>
                <a:gd name="csY7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821">
                  <a:moveTo>
                    <a:pt x="2389" y="0"/>
                  </a:moveTo>
                  <a:lnTo>
                    <a:pt x="2867" y="955"/>
                  </a:lnTo>
                  <a:lnTo>
                    <a:pt x="2867" y="2389"/>
                  </a:lnTo>
                  <a:lnTo>
                    <a:pt x="1911" y="3822"/>
                  </a:lnTo>
                  <a:lnTo>
                    <a:pt x="478" y="3344"/>
                  </a:lnTo>
                  <a:lnTo>
                    <a:pt x="0" y="2866"/>
                  </a:lnTo>
                  <a:lnTo>
                    <a:pt x="956" y="1433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6" name="Freeform 655">
              <a:extLst>
                <a:ext uri="{FF2B5EF4-FFF2-40B4-BE49-F238E27FC236}">
                  <a16:creationId xmlns:a16="http://schemas.microsoft.com/office/drawing/2014/main" id="{8812CD54-943F-1456-7E57-CA6BD338FB34}"/>
                </a:ext>
              </a:extLst>
            </p:cNvPr>
            <p:cNvSpPr/>
            <p:nvPr/>
          </p:nvSpPr>
          <p:spPr>
            <a:xfrm>
              <a:off x="8167911" y="4679479"/>
              <a:ext cx="5255" cy="1433"/>
            </a:xfrm>
            <a:custGeom>
              <a:avLst/>
              <a:gdLst>
                <a:gd name="csX0" fmla="*/ 5255 w 5255"/>
                <a:gd name="csY0" fmla="*/ 0 h 1433"/>
                <a:gd name="csX1" fmla="*/ 5255 w 5255"/>
                <a:gd name="csY1" fmla="*/ 478 h 1433"/>
                <a:gd name="csX2" fmla="*/ 3822 w 5255"/>
                <a:gd name="csY2" fmla="*/ 478 h 1433"/>
                <a:gd name="csX3" fmla="*/ 2389 w 5255"/>
                <a:gd name="csY3" fmla="*/ 955 h 1433"/>
                <a:gd name="csX4" fmla="*/ 1433 w 5255"/>
                <a:gd name="csY4" fmla="*/ 478 h 1433"/>
                <a:gd name="csX5" fmla="*/ 0 w 5255"/>
                <a:gd name="csY5" fmla="*/ 1433 h 1433"/>
                <a:gd name="csX6" fmla="*/ 0 w 5255"/>
                <a:gd name="csY6" fmla="*/ 1433 h 1433"/>
                <a:gd name="csX7" fmla="*/ 1433 w 5255"/>
                <a:gd name="csY7" fmla="*/ 478 h 1433"/>
                <a:gd name="csX8" fmla="*/ 2389 w 5255"/>
                <a:gd name="csY8" fmla="*/ 955 h 1433"/>
                <a:gd name="csX9" fmla="*/ 3822 w 5255"/>
                <a:gd name="csY9" fmla="*/ 478 h 1433"/>
                <a:gd name="csX10" fmla="*/ 5255 w 5255"/>
                <a:gd name="csY10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5" h="1433">
                  <a:moveTo>
                    <a:pt x="5255" y="0"/>
                  </a:moveTo>
                  <a:lnTo>
                    <a:pt x="5255" y="478"/>
                  </a:lnTo>
                  <a:lnTo>
                    <a:pt x="3822" y="478"/>
                  </a:lnTo>
                  <a:lnTo>
                    <a:pt x="2389" y="955"/>
                  </a:lnTo>
                  <a:lnTo>
                    <a:pt x="1433" y="478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2389" y="955"/>
                  </a:lnTo>
                  <a:lnTo>
                    <a:pt x="3822" y="478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7" name="Freeform 656">
              <a:extLst>
                <a:ext uri="{FF2B5EF4-FFF2-40B4-BE49-F238E27FC236}">
                  <a16:creationId xmlns:a16="http://schemas.microsoft.com/office/drawing/2014/main" id="{672DAFC3-1ABA-37CD-C65E-F1DF22DD8BD6}"/>
                </a:ext>
              </a:extLst>
            </p:cNvPr>
            <p:cNvSpPr/>
            <p:nvPr/>
          </p:nvSpPr>
          <p:spPr>
            <a:xfrm>
              <a:off x="8169822" y="4650816"/>
              <a:ext cx="955" cy="4299"/>
            </a:xfrm>
            <a:custGeom>
              <a:avLst/>
              <a:gdLst>
                <a:gd name="csX0" fmla="*/ 0 w 955"/>
                <a:gd name="csY0" fmla="*/ 3344 h 4299"/>
                <a:gd name="csX1" fmla="*/ 956 w 955"/>
                <a:gd name="csY1" fmla="*/ 4299 h 4299"/>
                <a:gd name="csX2" fmla="*/ 0 w 955"/>
                <a:gd name="csY2" fmla="*/ 3344 h 4299"/>
                <a:gd name="csX3" fmla="*/ 0 w 955"/>
                <a:gd name="csY3" fmla="*/ 0 h 4299"/>
                <a:gd name="csX4" fmla="*/ 0 w 955"/>
                <a:gd name="csY4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299">
                  <a:moveTo>
                    <a:pt x="0" y="3344"/>
                  </a:moveTo>
                  <a:lnTo>
                    <a:pt x="956" y="4299"/>
                  </a:lnTo>
                  <a:lnTo>
                    <a:pt x="0" y="3344"/>
                  </a:lnTo>
                  <a:lnTo>
                    <a:pt x="0" y="0"/>
                  </a:lnTo>
                  <a:lnTo>
                    <a:pt x="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8" name="Freeform 657">
              <a:extLst>
                <a:ext uri="{FF2B5EF4-FFF2-40B4-BE49-F238E27FC236}">
                  <a16:creationId xmlns:a16="http://schemas.microsoft.com/office/drawing/2014/main" id="{231491CE-C3FA-74DD-227E-3B6C5D4C95BE}"/>
                </a:ext>
              </a:extLst>
            </p:cNvPr>
            <p:cNvSpPr/>
            <p:nvPr/>
          </p:nvSpPr>
          <p:spPr>
            <a:xfrm>
              <a:off x="8165045" y="4646038"/>
              <a:ext cx="5733" cy="10032"/>
            </a:xfrm>
            <a:custGeom>
              <a:avLst/>
              <a:gdLst>
                <a:gd name="csX0" fmla="*/ 4777 w 5733"/>
                <a:gd name="csY0" fmla="*/ 8121 h 10032"/>
                <a:gd name="csX1" fmla="*/ 5733 w 5733"/>
                <a:gd name="csY1" fmla="*/ 9077 h 10032"/>
                <a:gd name="csX2" fmla="*/ 5733 w 5733"/>
                <a:gd name="csY2" fmla="*/ 9555 h 10032"/>
                <a:gd name="csX3" fmla="*/ 5255 w 5733"/>
                <a:gd name="csY3" fmla="*/ 10032 h 10032"/>
                <a:gd name="csX4" fmla="*/ 4300 w 5733"/>
                <a:gd name="csY4" fmla="*/ 10032 h 10032"/>
                <a:gd name="csX5" fmla="*/ 2866 w 5733"/>
                <a:gd name="csY5" fmla="*/ 9555 h 10032"/>
                <a:gd name="csX6" fmla="*/ 1433 w 5733"/>
                <a:gd name="csY6" fmla="*/ 9077 h 10032"/>
                <a:gd name="csX7" fmla="*/ 478 w 5733"/>
                <a:gd name="csY7" fmla="*/ 5733 h 10032"/>
                <a:gd name="csX8" fmla="*/ 0 w 5733"/>
                <a:gd name="csY8" fmla="*/ 3822 h 10032"/>
                <a:gd name="csX9" fmla="*/ 0 w 5733"/>
                <a:gd name="csY9" fmla="*/ 1433 h 10032"/>
                <a:gd name="csX10" fmla="*/ 0 w 5733"/>
                <a:gd name="csY10" fmla="*/ 0 h 10032"/>
                <a:gd name="csX11" fmla="*/ 1911 w 5733"/>
                <a:gd name="csY11" fmla="*/ 0 h 10032"/>
                <a:gd name="csX12" fmla="*/ 2389 w 5733"/>
                <a:gd name="csY12" fmla="*/ 478 h 10032"/>
                <a:gd name="csX13" fmla="*/ 2389 w 5733"/>
                <a:gd name="csY13" fmla="*/ 478 h 10032"/>
                <a:gd name="csX14" fmla="*/ 3822 w 5733"/>
                <a:gd name="csY14" fmla="*/ 2389 h 10032"/>
                <a:gd name="csX15" fmla="*/ 4777 w 5733"/>
                <a:gd name="csY15" fmla="*/ 4777 h 10032"/>
                <a:gd name="csX16" fmla="*/ 4777 w 5733"/>
                <a:gd name="csY16" fmla="*/ 8121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733" h="10032">
                  <a:moveTo>
                    <a:pt x="4777" y="8121"/>
                  </a:moveTo>
                  <a:lnTo>
                    <a:pt x="5733" y="9077"/>
                  </a:lnTo>
                  <a:lnTo>
                    <a:pt x="5733" y="9555"/>
                  </a:lnTo>
                  <a:lnTo>
                    <a:pt x="5255" y="10032"/>
                  </a:lnTo>
                  <a:lnTo>
                    <a:pt x="4300" y="10032"/>
                  </a:lnTo>
                  <a:lnTo>
                    <a:pt x="2866" y="9555"/>
                  </a:lnTo>
                  <a:lnTo>
                    <a:pt x="1433" y="9077"/>
                  </a:lnTo>
                  <a:lnTo>
                    <a:pt x="478" y="5733"/>
                  </a:lnTo>
                  <a:lnTo>
                    <a:pt x="0" y="3822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2389" y="478"/>
                  </a:lnTo>
                  <a:lnTo>
                    <a:pt x="3822" y="2389"/>
                  </a:lnTo>
                  <a:lnTo>
                    <a:pt x="4777" y="4777"/>
                  </a:lnTo>
                  <a:lnTo>
                    <a:pt x="4777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9" name="Freeform 658">
              <a:extLst>
                <a:ext uri="{FF2B5EF4-FFF2-40B4-BE49-F238E27FC236}">
                  <a16:creationId xmlns:a16="http://schemas.microsoft.com/office/drawing/2014/main" id="{8A93C804-0A7F-86FB-4B04-25E3890978D6}"/>
                </a:ext>
              </a:extLst>
            </p:cNvPr>
            <p:cNvSpPr/>
            <p:nvPr/>
          </p:nvSpPr>
          <p:spPr>
            <a:xfrm>
              <a:off x="8166956" y="4646038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0" name="Freeform 659">
              <a:extLst>
                <a:ext uri="{FF2B5EF4-FFF2-40B4-BE49-F238E27FC236}">
                  <a16:creationId xmlns:a16="http://schemas.microsoft.com/office/drawing/2014/main" id="{34DDD81B-AA7D-1E6C-055C-066396BF731E}"/>
                </a:ext>
              </a:extLst>
            </p:cNvPr>
            <p:cNvSpPr/>
            <p:nvPr/>
          </p:nvSpPr>
          <p:spPr>
            <a:xfrm>
              <a:off x="8160268" y="4689512"/>
              <a:ext cx="7165" cy="4299"/>
            </a:xfrm>
            <a:custGeom>
              <a:avLst/>
              <a:gdLst>
                <a:gd name="csX0" fmla="*/ 7166 w 7165"/>
                <a:gd name="csY0" fmla="*/ 0 h 4299"/>
                <a:gd name="csX1" fmla="*/ 7166 w 7165"/>
                <a:gd name="csY1" fmla="*/ 0 h 4299"/>
                <a:gd name="csX2" fmla="*/ 5733 w 7165"/>
                <a:gd name="csY2" fmla="*/ 956 h 4299"/>
                <a:gd name="csX3" fmla="*/ 3344 w 7165"/>
                <a:gd name="csY3" fmla="*/ 2389 h 4299"/>
                <a:gd name="csX4" fmla="*/ 956 w 7165"/>
                <a:gd name="csY4" fmla="*/ 4300 h 4299"/>
                <a:gd name="csX5" fmla="*/ 0 w 7165"/>
                <a:gd name="csY5" fmla="*/ 4300 h 4299"/>
                <a:gd name="csX6" fmla="*/ 0 w 7165"/>
                <a:gd name="csY6" fmla="*/ 4300 h 4299"/>
                <a:gd name="csX7" fmla="*/ 956 w 7165"/>
                <a:gd name="csY7" fmla="*/ 3822 h 4299"/>
                <a:gd name="csX8" fmla="*/ 3344 w 7165"/>
                <a:gd name="csY8" fmla="*/ 2389 h 4299"/>
                <a:gd name="csX9" fmla="*/ 5733 w 7165"/>
                <a:gd name="csY9" fmla="*/ 956 h 4299"/>
                <a:gd name="csX10" fmla="*/ 7166 w 7165"/>
                <a:gd name="csY10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165" h="4299">
                  <a:moveTo>
                    <a:pt x="7166" y="0"/>
                  </a:moveTo>
                  <a:lnTo>
                    <a:pt x="7166" y="0"/>
                  </a:lnTo>
                  <a:lnTo>
                    <a:pt x="5733" y="956"/>
                  </a:lnTo>
                  <a:lnTo>
                    <a:pt x="3344" y="2389"/>
                  </a:lnTo>
                  <a:lnTo>
                    <a:pt x="956" y="4300"/>
                  </a:lnTo>
                  <a:lnTo>
                    <a:pt x="0" y="4300"/>
                  </a:lnTo>
                  <a:lnTo>
                    <a:pt x="0" y="4300"/>
                  </a:lnTo>
                  <a:lnTo>
                    <a:pt x="956" y="3822"/>
                  </a:lnTo>
                  <a:lnTo>
                    <a:pt x="3344" y="2389"/>
                  </a:lnTo>
                  <a:lnTo>
                    <a:pt x="5733" y="956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1" name="Freeform 660">
              <a:extLst>
                <a:ext uri="{FF2B5EF4-FFF2-40B4-BE49-F238E27FC236}">
                  <a16:creationId xmlns:a16="http://schemas.microsoft.com/office/drawing/2014/main" id="{2A0C7A8D-6200-8AEE-AC80-9CD3E355980B}"/>
                </a:ext>
              </a:extLst>
            </p:cNvPr>
            <p:cNvSpPr/>
            <p:nvPr/>
          </p:nvSpPr>
          <p:spPr>
            <a:xfrm>
              <a:off x="8145936" y="4643650"/>
              <a:ext cx="19109" cy="18153"/>
            </a:xfrm>
            <a:custGeom>
              <a:avLst/>
              <a:gdLst>
                <a:gd name="csX0" fmla="*/ 19109 w 19109"/>
                <a:gd name="csY0" fmla="*/ 0 h 18153"/>
                <a:gd name="csX1" fmla="*/ 19109 w 19109"/>
                <a:gd name="csY1" fmla="*/ 955 h 18153"/>
                <a:gd name="csX2" fmla="*/ 19109 w 19109"/>
                <a:gd name="csY2" fmla="*/ 2389 h 18153"/>
                <a:gd name="csX3" fmla="*/ 19109 w 19109"/>
                <a:gd name="csY3" fmla="*/ 2389 h 18153"/>
                <a:gd name="csX4" fmla="*/ 17198 w 19109"/>
                <a:gd name="csY4" fmla="*/ 2866 h 18153"/>
                <a:gd name="csX5" fmla="*/ 16721 w 19109"/>
                <a:gd name="csY5" fmla="*/ 3344 h 18153"/>
                <a:gd name="csX6" fmla="*/ 15765 w 19109"/>
                <a:gd name="csY6" fmla="*/ 3822 h 18153"/>
                <a:gd name="csX7" fmla="*/ 14332 w 19109"/>
                <a:gd name="csY7" fmla="*/ 4777 h 18153"/>
                <a:gd name="csX8" fmla="*/ 13377 w 19109"/>
                <a:gd name="csY8" fmla="*/ 5733 h 18153"/>
                <a:gd name="csX9" fmla="*/ 13377 w 19109"/>
                <a:gd name="csY9" fmla="*/ 5733 h 18153"/>
                <a:gd name="csX10" fmla="*/ 13377 w 19109"/>
                <a:gd name="csY10" fmla="*/ 6688 h 18153"/>
                <a:gd name="csX11" fmla="*/ 13854 w 19109"/>
                <a:gd name="csY11" fmla="*/ 8599 h 18153"/>
                <a:gd name="csX12" fmla="*/ 14332 w 19109"/>
                <a:gd name="csY12" fmla="*/ 10032 h 18153"/>
                <a:gd name="csX13" fmla="*/ 14809 w 19109"/>
                <a:gd name="csY13" fmla="*/ 10988 h 18153"/>
                <a:gd name="csX14" fmla="*/ 15288 w 19109"/>
                <a:gd name="csY14" fmla="*/ 11465 h 18153"/>
                <a:gd name="csX15" fmla="*/ 14809 w 19109"/>
                <a:gd name="csY15" fmla="*/ 12421 h 18153"/>
                <a:gd name="csX16" fmla="*/ 13854 w 19109"/>
                <a:gd name="csY16" fmla="*/ 13376 h 18153"/>
                <a:gd name="csX17" fmla="*/ 14332 w 19109"/>
                <a:gd name="csY17" fmla="*/ 13376 h 18153"/>
                <a:gd name="csX18" fmla="*/ 14809 w 19109"/>
                <a:gd name="csY18" fmla="*/ 13854 h 18153"/>
                <a:gd name="csX19" fmla="*/ 13854 w 19109"/>
                <a:gd name="csY19" fmla="*/ 15765 h 18153"/>
                <a:gd name="csX20" fmla="*/ 12899 w 19109"/>
                <a:gd name="csY20" fmla="*/ 16721 h 18153"/>
                <a:gd name="csX21" fmla="*/ 11466 w 19109"/>
                <a:gd name="csY21" fmla="*/ 17676 h 18153"/>
                <a:gd name="csX22" fmla="*/ 10510 w 19109"/>
                <a:gd name="csY22" fmla="*/ 18154 h 18153"/>
                <a:gd name="csX23" fmla="*/ 10032 w 19109"/>
                <a:gd name="csY23" fmla="*/ 17676 h 18153"/>
                <a:gd name="csX24" fmla="*/ 8599 w 19109"/>
                <a:gd name="csY24" fmla="*/ 16721 h 18153"/>
                <a:gd name="csX25" fmla="*/ 7644 w 19109"/>
                <a:gd name="csY25" fmla="*/ 14809 h 18153"/>
                <a:gd name="csX26" fmla="*/ 6688 w 19109"/>
                <a:gd name="csY26" fmla="*/ 13854 h 18153"/>
                <a:gd name="csX27" fmla="*/ 6688 w 19109"/>
                <a:gd name="csY27" fmla="*/ 13854 h 18153"/>
                <a:gd name="csX28" fmla="*/ 4777 w 19109"/>
                <a:gd name="csY28" fmla="*/ 13854 h 18153"/>
                <a:gd name="csX29" fmla="*/ 4300 w 19109"/>
                <a:gd name="csY29" fmla="*/ 12898 h 18153"/>
                <a:gd name="csX30" fmla="*/ 4300 w 19109"/>
                <a:gd name="csY30" fmla="*/ 11943 h 18153"/>
                <a:gd name="csX31" fmla="*/ 3822 w 19109"/>
                <a:gd name="csY31" fmla="*/ 10988 h 18153"/>
                <a:gd name="csX32" fmla="*/ 2866 w 19109"/>
                <a:gd name="csY32" fmla="*/ 10032 h 18153"/>
                <a:gd name="csX33" fmla="*/ 2866 w 19109"/>
                <a:gd name="csY33" fmla="*/ 10032 h 18153"/>
                <a:gd name="csX34" fmla="*/ 1911 w 19109"/>
                <a:gd name="csY34" fmla="*/ 9077 h 18153"/>
                <a:gd name="csX35" fmla="*/ 478 w 19109"/>
                <a:gd name="csY35" fmla="*/ 8121 h 18153"/>
                <a:gd name="csX36" fmla="*/ 0 w 19109"/>
                <a:gd name="csY36" fmla="*/ 7644 h 18153"/>
                <a:gd name="csX37" fmla="*/ 1911 w 19109"/>
                <a:gd name="csY37" fmla="*/ 7644 h 18153"/>
                <a:gd name="csX38" fmla="*/ 4300 w 19109"/>
                <a:gd name="csY38" fmla="*/ 7644 h 18153"/>
                <a:gd name="csX39" fmla="*/ 7166 w 19109"/>
                <a:gd name="csY39" fmla="*/ 6688 h 18153"/>
                <a:gd name="csX40" fmla="*/ 9555 w 19109"/>
                <a:gd name="csY40" fmla="*/ 5255 h 18153"/>
                <a:gd name="csX41" fmla="*/ 11466 w 19109"/>
                <a:gd name="csY41" fmla="*/ 4299 h 18153"/>
                <a:gd name="csX42" fmla="*/ 13377 w 19109"/>
                <a:gd name="csY42" fmla="*/ 2389 h 18153"/>
                <a:gd name="csX43" fmla="*/ 15288 w 19109"/>
                <a:gd name="csY43" fmla="*/ 1433 h 18153"/>
                <a:gd name="csX44" fmla="*/ 18154 w 19109"/>
                <a:gd name="csY44" fmla="*/ 0 h 18153"/>
                <a:gd name="csX45" fmla="*/ 19109 w 19109"/>
                <a:gd name="csY45" fmla="*/ 0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</a:cxnLst>
              <a:rect l="l" t="t" r="r" b="b"/>
              <a:pathLst>
                <a:path w="19109" h="18153">
                  <a:moveTo>
                    <a:pt x="19109" y="0"/>
                  </a:moveTo>
                  <a:lnTo>
                    <a:pt x="19109" y="955"/>
                  </a:lnTo>
                  <a:lnTo>
                    <a:pt x="19109" y="2389"/>
                  </a:lnTo>
                  <a:lnTo>
                    <a:pt x="19109" y="2389"/>
                  </a:lnTo>
                  <a:lnTo>
                    <a:pt x="17198" y="2866"/>
                  </a:lnTo>
                  <a:lnTo>
                    <a:pt x="16721" y="3344"/>
                  </a:lnTo>
                  <a:lnTo>
                    <a:pt x="15765" y="3822"/>
                  </a:lnTo>
                  <a:lnTo>
                    <a:pt x="14332" y="4777"/>
                  </a:lnTo>
                  <a:lnTo>
                    <a:pt x="13377" y="5733"/>
                  </a:lnTo>
                  <a:lnTo>
                    <a:pt x="13377" y="5733"/>
                  </a:lnTo>
                  <a:lnTo>
                    <a:pt x="13377" y="6688"/>
                  </a:lnTo>
                  <a:lnTo>
                    <a:pt x="13854" y="8599"/>
                  </a:lnTo>
                  <a:lnTo>
                    <a:pt x="14332" y="10032"/>
                  </a:lnTo>
                  <a:lnTo>
                    <a:pt x="14809" y="10988"/>
                  </a:lnTo>
                  <a:lnTo>
                    <a:pt x="15288" y="11465"/>
                  </a:lnTo>
                  <a:lnTo>
                    <a:pt x="14809" y="12421"/>
                  </a:lnTo>
                  <a:lnTo>
                    <a:pt x="13854" y="13376"/>
                  </a:lnTo>
                  <a:lnTo>
                    <a:pt x="14332" y="13376"/>
                  </a:lnTo>
                  <a:lnTo>
                    <a:pt x="14809" y="13854"/>
                  </a:lnTo>
                  <a:lnTo>
                    <a:pt x="13854" y="15765"/>
                  </a:lnTo>
                  <a:lnTo>
                    <a:pt x="12899" y="16721"/>
                  </a:lnTo>
                  <a:lnTo>
                    <a:pt x="11466" y="17676"/>
                  </a:lnTo>
                  <a:lnTo>
                    <a:pt x="10510" y="18154"/>
                  </a:lnTo>
                  <a:lnTo>
                    <a:pt x="10032" y="17676"/>
                  </a:lnTo>
                  <a:lnTo>
                    <a:pt x="8599" y="16721"/>
                  </a:lnTo>
                  <a:lnTo>
                    <a:pt x="7644" y="14809"/>
                  </a:lnTo>
                  <a:lnTo>
                    <a:pt x="6688" y="13854"/>
                  </a:lnTo>
                  <a:lnTo>
                    <a:pt x="6688" y="13854"/>
                  </a:lnTo>
                  <a:lnTo>
                    <a:pt x="4777" y="13854"/>
                  </a:lnTo>
                  <a:lnTo>
                    <a:pt x="4300" y="12898"/>
                  </a:lnTo>
                  <a:lnTo>
                    <a:pt x="4300" y="11943"/>
                  </a:lnTo>
                  <a:lnTo>
                    <a:pt x="3822" y="10988"/>
                  </a:lnTo>
                  <a:lnTo>
                    <a:pt x="2866" y="10032"/>
                  </a:lnTo>
                  <a:lnTo>
                    <a:pt x="2866" y="10032"/>
                  </a:lnTo>
                  <a:lnTo>
                    <a:pt x="1911" y="9077"/>
                  </a:lnTo>
                  <a:lnTo>
                    <a:pt x="478" y="8121"/>
                  </a:lnTo>
                  <a:lnTo>
                    <a:pt x="0" y="7644"/>
                  </a:lnTo>
                  <a:lnTo>
                    <a:pt x="1911" y="7644"/>
                  </a:lnTo>
                  <a:lnTo>
                    <a:pt x="4300" y="7644"/>
                  </a:lnTo>
                  <a:lnTo>
                    <a:pt x="7166" y="6688"/>
                  </a:lnTo>
                  <a:lnTo>
                    <a:pt x="9555" y="5255"/>
                  </a:lnTo>
                  <a:lnTo>
                    <a:pt x="11466" y="4299"/>
                  </a:lnTo>
                  <a:lnTo>
                    <a:pt x="13377" y="2389"/>
                  </a:lnTo>
                  <a:lnTo>
                    <a:pt x="15288" y="1433"/>
                  </a:lnTo>
                  <a:lnTo>
                    <a:pt x="18154" y="0"/>
                  </a:lnTo>
                  <a:lnTo>
                    <a:pt x="1910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2" name="Freeform 661">
              <a:extLst>
                <a:ext uri="{FF2B5EF4-FFF2-40B4-BE49-F238E27FC236}">
                  <a16:creationId xmlns:a16="http://schemas.microsoft.com/office/drawing/2014/main" id="{69976D88-D134-4343-866A-07041CF0FE74}"/>
                </a:ext>
              </a:extLst>
            </p:cNvPr>
            <p:cNvSpPr/>
            <p:nvPr/>
          </p:nvSpPr>
          <p:spPr>
            <a:xfrm>
              <a:off x="8157401" y="3810012"/>
              <a:ext cx="5254" cy="955"/>
            </a:xfrm>
            <a:custGeom>
              <a:avLst/>
              <a:gdLst>
                <a:gd name="csX0" fmla="*/ 5255 w 5254"/>
                <a:gd name="csY0" fmla="*/ 955 h 955"/>
                <a:gd name="csX1" fmla="*/ 1911 w 5254"/>
                <a:gd name="csY1" fmla="*/ 0 h 955"/>
                <a:gd name="csX2" fmla="*/ 0 w 5254"/>
                <a:gd name="csY2" fmla="*/ 0 h 955"/>
                <a:gd name="csX3" fmla="*/ 1911 w 5254"/>
                <a:gd name="csY3" fmla="*/ 0 h 955"/>
                <a:gd name="csX4" fmla="*/ 5255 w 5254"/>
                <a:gd name="csY4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955">
                  <a:moveTo>
                    <a:pt x="5255" y="955"/>
                  </a:moveTo>
                  <a:lnTo>
                    <a:pt x="1911" y="0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5255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Freeform 662">
              <a:extLst>
                <a:ext uri="{FF2B5EF4-FFF2-40B4-BE49-F238E27FC236}">
                  <a16:creationId xmlns:a16="http://schemas.microsoft.com/office/drawing/2014/main" id="{B4F9DBD4-F4AD-5490-99FA-53E07E58FE67}"/>
                </a:ext>
              </a:extLst>
            </p:cNvPr>
            <p:cNvSpPr/>
            <p:nvPr/>
          </p:nvSpPr>
          <p:spPr>
            <a:xfrm>
              <a:off x="8160745" y="4654637"/>
              <a:ext cx="478" cy="1433"/>
            </a:xfrm>
            <a:custGeom>
              <a:avLst/>
              <a:gdLst>
                <a:gd name="csX0" fmla="*/ 0 w 478"/>
                <a:gd name="csY0" fmla="*/ 0 h 1433"/>
                <a:gd name="csX1" fmla="*/ 478 w 478"/>
                <a:gd name="csY1" fmla="*/ 478 h 1433"/>
                <a:gd name="csX2" fmla="*/ 478 w 478"/>
                <a:gd name="csY2" fmla="*/ 956 h 1433"/>
                <a:gd name="csX3" fmla="*/ 0 w 478"/>
                <a:gd name="csY3" fmla="*/ 1433 h 1433"/>
                <a:gd name="csX4" fmla="*/ 478 w 478"/>
                <a:gd name="csY4" fmla="*/ 478 h 1433"/>
                <a:gd name="csX5" fmla="*/ 0 w 478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8" h="1433">
                  <a:moveTo>
                    <a:pt x="0" y="0"/>
                  </a:moveTo>
                  <a:lnTo>
                    <a:pt x="478" y="478"/>
                  </a:lnTo>
                  <a:lnTo>
                    <a:pt x="478" y="956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4" name="Freeform 663">
              <a:extLst>
                <a:ext uri="{FF2B5EF4-FFF2-40B4-BE49-F238E27FC236}">
                  <a16:creationId xmlns:a16="http://schemas.microsoft.com/office/drawing/2014/main" id="{7927B666-1362-8785-6D97-F8EB520A8BAF}"/>
                </a:ext>
              </a:extLst>
            </p:cNvPr>
            <p:cNvSpPr/>
            <p:nvPr/>
          </p:nvSpPr>
          <p:spPr>
            <a:xfrm>
              <a:off x="8159790" y="4656071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478 w 955"/>
                <a:gd name="csY1" fmla="*/ 956 h 955"/>
                <a:gd name="csX2" fmla="*/ 0 w 955"/>
                <a:gd name="csY2" fmla="*/ 956 h 955"/>
                <a:gd name="csX3" fmla="*/ 955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478" y="956"/>
                  </a:lnTo>
                  <a:lnTo>
                    <a:pt x="0" y="956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664">
              <a:extLst>
                <a:ext uri="{FF2B5EF4-FFF2-40B4-BE49-F238E27FC236}">
                  <a16:creationId xmlns:a16="http://schemas.microsoft.com/office/drawing/2014/main" id="{50BE9A5F-C937-3F92-A017-7CFE0FE7483B}"/>
                </a:ext>
              </a:extLst>
            </p:cNvPr>
            <p:cNvSpPr/>
            <p:nvPr/>
          </p:nvSpPr>
          <p:spPr>
            <a:xfrm>
              <a:off x="8158357" y="4700499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1911 w 1911"/>
                <a:gd name="csY1" fmla="*/ 0 h 477"/>
                <a:gd name="csX2" fmla="*/ 956 w 1911"/>
                <a:gd name="csY2" fmla="*/ 478 h 477"/>
                <a:gd name="csX3" fmla="*/ 0 w 1911"/>
                <a:gd name="csY3" fmla="*/ 478 h 477"/>
                <a:gd name="csX4" fmla="*/ 0 w 1911"/>
                <a:gd name="csY4" fmla="*/ 478 h 477"/>
                <a:gd name="csX5" fmla="*/ 956 w 1911"/>
                <a:gd name="csY5" fmla="*/ 0 h 477"/>
                <a:gd name="csX6" fmla="*/ 1911 w 1911"/>
                <a:gd name="csY6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1911" y="0"/>
                  </a:lnTo>
                  <a:lnTo>
                    <a:pt x="956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Freeform 665">
              <a:extLst>
                <a:ext uri="{FF2B5EF4-FFF2-40B4-BE49-F238E27FC236}">
                  <a16:creationId xmlns:a16="http://schemas.microsoft.com/office/drawing/2014/main" id="{2BBE963C-9FBC-1321-8C99-1122F58366D0}"/>
                </a:ext>
              </a:extLst>
            </p:cNvPr>
            <p:cNvSpPr/>
            <p:nvPr/>
          </p:nvSpPr>
          <p:spPr>
            <a:xfrm>
              <a:off x="8124916" y="4705755"/>
              <a:ext cx="32008" cy="6688"/>
            </a:xfrm>
            <a:custGeom>
              <a:avLst/>
              <a:gdLst>
                <a:gd name="csX0" fmla="*/ 32008 w 32008"/>
                <a:gd name="csY0" fmla="*/ 0 h 6688"/>
                <a:gd name="csX1" fmla="*/ 31052 w 32008"/>
                <a:gd name="csY1" fmla="*/ 1433 h 6688"/>
                <a:gd name="csX2" fmla="*/ 30575 w 32008"/>
                <a:gd name="csY2" fmla="*/ 2389 h 6688"/>
                <a:gd name="csX3" fmla="*/ 29620 w 32008"/>
                <a:gd name="csY3" fmla="*/ 2389 h 6688"/>
                <a:gd name="csX4" fmla="*/ 27231 w 32008"/>
                <a:gd name="csY4" fmla="*/ 1911 h 6688"/>
                <a:gd name="csX5" fmla="*/ 24842 w 32008"/>
                <a:gd name="csY5" fmla="*/ 2389 h 6688"/>
                <a:gd name="csX6" fmla="*/ 21976 w 32008"/>
                <a:gd name="csY6" fmla="*/ 2389 h 6688"/>
                <a:gd name="csX7" fmla="*/ 19587 w 32008"/>
                <a:gd name="csY7" fmla="*/ 2389 h 6688"/>
                <a:gd name="csX8" fmla="*/ 17676 w 32008"/>
                <a:gd name="csY8" fmla="*/ 2866 h 6688"/>
                <a:gd name="csX9" fmla="*/ 16243 w 32008"/>
                <a:gd name="csY9" fmla="*/ 3822 h 6688"/>
                <a:gd name="csX10" fmla="*/ 14810 w 32008"/>
                <a:gd name="csY10" fmla="*/ 5255 h 6688"/>
                <a:gd name="csX11" fmla="*/ 13377 w 32008"/>
                <a:gd name="csY11" fmla="*/ 6210 h 6688"/>
                <a:gd name="csX12" fmla="*/ 11943 w 32008"/>
                <a:gd name="csY12" fmla="*/ 6688 h 6688"/>
                <a:gd name="csX13" fmla="*/ 10033 w 32008"/>
                <a:gd name="csY13" fmla="*/ 5255 h 6688"/>
                <a:gd name="csX14" fmla="*/ 8599 w 32008"/>
                <a:gd name="csY14" fmla="*/ 5255 h 6688"/>
                <a:gd name="csX15" fmla="*/ 6688 w 32008"/>
                <a:gd name="csY15" fmla="*/ 4777 h 6688"/>
                <a:gd name="csX16" fmla="*/ 2389 w 32008"/>
                <a:gd name="csY16" fmla="*/ 3344 h 6688"/>
                <a:gd name="csX17" fmla="*/ 956 w 32008"/>
                <a:gd name="csY17" fmla="*/ 2866 h 6688"/>
                <a:gd name="csX18" fmla="*/ 0 w 32008"/>
                <a:gd name="csY18" fmla="*/ 2866 h 6688"/>
                <a:gd name="csX19" fmla="*/ 0 w 32008"/>
                <a:gd name="csY19" fmla="*/ 2866 h 6688"/>
                <a:gd name="csX20" fmla="*/ 956 w 32008"/>
                <a:gd name="csY20" fmla="*/ 2866 h 6688"/>
                <a:gd name="csX21" fmla="*/ 2389 w 32008"/>
                <a:gd name="csY21" fmla="*/ 3344 h 6688"/>
                <a:gd name="csX22" fmla="*/ 6688 w 32008"/>
                <a:gd name="csY22" fmla="*/ 4777 h 6688"/>
                <a:gd name="csX23" fmla="*/ 8599 w 32008"/>
                <a:gd name="csY23" fmla="*/ 5255 h 6688"/>
                <a:gd name="csX24" fmla="*/ 10033 w 32008"/>
                <a:gd name="csY24" fmla="*/ 5255 h 6688"/>
                <a:gd name="csX25" fmla="*/ 11943 w 32008"/>
                <a:gd name="csY25" fmla="*/ 6210 h 6688"/>
                <a:gd name="csX26" fmla="*/ 13377 w 32008"/>
                <a:gd name="csY26" fmla="*/ 6210 h 6688"/>
                <a:gd name="csX27" fmla="*/ 14810 w 32008"/>
                <a:gd name="csY27" fmla="*/ 5255 h 6688"/>
                <a:gd name="csX28" fmla="*/ 16243 w 32008"/>
                <a:gd name="csY28" fmla="*/ 3822 h 6688"/>
                <a:gd name="csX29" fmla="*/ 17676 w 32008"/>
                <a:gd name="csY29" fmla="*/ 2866 h 6688"/>
                <a:gd name="csX30" fmla="*/ 19587 w 32008"/>
                <a:gd name="csY30" fmla="*/ 2389 h 6688"/>
                <a:gd name="csX31" fmla="*/ 21976 w 32008"/>
                <a:gd name="csY31" fmla="*/ 2389 h 6688"/>
                <a:gd name="csX32" fmla="*/ 24842 w 32008"/>
                <a:gd name="csY32" fmla="*/ 2389 h 6688"/>
                <a:gd name="csX33" fmla="*/ 27231 w 32008"/>
                <a:gd name="csY33" fmla="*/ 1433 h 6688"/>
                <a:gd name="csX34" fmla="*/ 29620 w 32008"/>
                <a:gd name="csY34" fmla="*/ 2389 h 6688"/>
                <a:gd name="csX35" fmla="*/ 30575 w 32008"/>
                <a:gd name="csY35" fmla="*/ 2389 h 6688"/>
                <a:gd name="csX36" fmla="*/ 31052 w 32008"/>
                <a:gd name="csY36" fmla="*/ 1433 h 6688"/>
                <a:gd name="csX37" fmla="*/ 32008 w 32008"/>
                <a:gd name="csY37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32008" h="6688">
                  <a:moveTo>
                    <a:pt x="32008" y="0"/>
                  </a:moveTo>
                  <a:lnTo>
                    <a:pt x="31052" y="1433"/>
                  </a:lnTo>
                  <a:lnTo>
                    <a:pt x="30575" y="2389"/>
                  </a:lnTo>
                  <a:lnTo>
                    <a:pt x="29620" y="2389"/>
                  </a:lnTo>
                  <a:lnTo>
                    <a:pt x="27231" y="1911"/>
                  </a:lnTo>
                  <a:lnTo>
                    <a:pt x="24842" y="2389"/>
                  </a:lnTo>
                  <a:lnTo>
                    <a:pt x="21976" y="2389"/>
                  </a:lnTo>
                  <a:lnTo>
                    <a:pt x="19587" y="2389"/>
                  </a:lnTo>
                  <a:lnTo>
                    <a:pt x="17676" y="2866"/>
                  </a:lnTo>
                  <a:lnTo>
                    <a:pt x="16243" y="3822"/>
                  </a:lnTo>
                  <a:lnTo>
                    <a:pt x="14810" y="5255"/>
                  </a:lnTo>
                  <a:lnTo>
                    <a:pt x="13377" y="6210"/>
                  </a:lnTo>
                  <a:lnTo>
                    <a:pt x="11943" y="6688"/>
                  </a:lnTo>
                  <a:lnTo>
                    <a:pt x="10033" y="5255"/>
                  </a:lnTo>
                  <a:lnTo>
                    <a:pt x="8599" y="5255"/>
                  </a:lnTo>
                  <a:lnTo>
                    <a:pt x="6688" y="4777"/>
                  </a:lnTo>
                  <a:lnTo>
                    <a:pt x="2389" y="3344"/>
                  </a:lnTo>
                  <a:lnTo>
                    <a:pt x="956" y="2866"/>
                  </a:lnTo>
                  <a:lnTo>
                    <a:pt x="0" y="2866"/>
                  </a:lnTo>
                  <a:lnTo>
                    <a:pt x="0" y="2866"/>
                  </a:lnTo>
                  <a:lnTo>
                    <a:pt x="956" y="2866"/>
                  </a:lnTo>
                  <a:lnTo>
                    <a:pt x="2389" y="3344"/>
                  </a:lnTo>
                  <a:lnTo>
                    <a:pt x="6688" y="4777"/>
                  </a:lnTo>
                  <a:lnTo>
                    <a:pt x="8599" y="5255"/>
                  </a:lnTo>
                  <a:lnTo>
                    <a:pt x="10033" y="5255"/>
                  </a:lnTo>
                  <a:lnTo>
                    <a:pt x="11943" y="6210"/>
                  </a:lnTo>
                  <a:lnTo>
                    <a:pt x="13377" y="6210"/>
                  </a:lnTo>
                  <a:lnTo>
                    <a:pt x="14810" y="5255"/>
                  </a:lnTo>
                  <a:lnTo>
                    <a:pt x="16243" y="3822"/>
                  </a:lnTo>
                  <a:lnTo>
                    <a:pt x="17676" y="2866"/>
                  </a:lnTo>
                  <a:lnTo>
                    <a:pt x="19587" y="2389"/>
                  </a:lnTo>
                  <a:lnTo>
                    <a:pt x="21976" y="2389"/>
                  </a:lnTo>
                  <a:lnTo>
                    <a:pt x="24842" y="2389"/>
                  </a:lnTo>
                  <a:lnTo>
                    <a:pt x="27231" y="1433"/>
                  </a:lnTo>
                  <a:lnTo>
                    <a:pt x="29620" y="2389"/>
                  </a:lnTo>
                  <a:lnTo>
                    <a:pt x="30575" y="2389"/>
                  </a:lnTo>
                  <a:lnTo>
                    <a:pt x="31052" y="1433"/>
                  </a:lnTo>
                  <a:lnTo>
                    <a:pt x="3200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7" name="Freeform 666">
              <a:extLst>
                <a:ext uri="{FF2B5EF4-FFF2-40B4-BE49-F238E27FC236}">
                  <a16:creationId xmlns:a16="http://schemas.microsoft.com/office/drawing/2014/main" id="{9FA797D8-C4A2-62A4-8EDD-40247D32B69A}"/>
                </a:ext>
              </a:extLst>
            </p:cNvPr>
            <p:cNvSpPr/>
            <p:nvPr/>
          </p:nvSpPr>
          <p:spPr>
            <a:xfrm>
              <a:off x="7971087" y="4841430"/>
              <a:ext cx="185359" cy="52072"/>
            </a:xfrm>
            <a:custGeom>
              <a:avLst/>
              <a:gdLst>
                <a:gd name="csX0" fmla="*/ 185359 w 185359"/>
                <a:gd name="csY0" fmla="*/ 50639 h 52072"/>
                <a:gd name="csX1" fmla="*/ 185359 w 185359"/>
                <a:gd name="csY1" fmla="*/ 51595 h 52072"/>
                <a:gd name="csX2" fmla="*/ 184881 w 185359"/>
                <a:gd name="csY2" fmla="*/ 52073 h 52072"/>
                <a:gd name="csX3" fmla="*/ 182492 w 185359"/>
                <a:gd name="csY3" fmla="*/ 51595 h 52072"/>
                <a:gd name="csX4" fmla="*/ 181060 w 185359"/>
                <a:gd name="csY4" fmla="*/ 51117 h 52072"/>
                <a:gd name="csX5" fmla="*/ 180104 w 185359"/>
                <a:gd name="csY5" fmla="*/ 50162 h 52072"/>
                <a:gd name="csX6" fmla="*/ 178671 w 185359"/>
                <a:gd name="csY6" fmla="*/ 49206 h 52072"/>
                <a:gd name="csX7" fmla="*/ 176760 w 185359"/>
                <a:gd name="csY7" fmla="*/ 49684 h 52072"/>
                <a:gd name="csX8" fmla="*/ 171983 w 185359"/>
                <a:gd name="csY8" fmla="*/ 48728 h 52072"/>
                <a:gd name="csX9" fmla="*/ 167205 w 185359"/>
                <a:gd name="csY9" fmla="*/ 46817 h 52072"/>
                <a:gd name="csX10" fmla="*/ 158606 w 185359"/>
                <a:gd name="csY10" fmla="*/ 43474 h 52072"/>
                <a:gd name="csX11" fmla="*/ 156217 w 185359"/>
                <a:gd name="csY11" fmla="*/ 43474 h 52072"/>
                <a:gd name="csX12" fmla="*/ 153829 w 185359"/>
                <a:gd name="csY12" fmla="*/ 43951 h 52072"/>
                <a:gd name="csX13" fmla="*/ 151440 w 185359"/>
                <a:gd name="csY13" fmla="*/ 44907 h 52072"/>
                <a:gd name="csX14" fmla="*/ 149051 w 185359"/>
                <a:gd name="csY14" fmla="*/ 45384 h 52072"/>
                <a:gd name="csX15" fmla="*/ 147141 w 185359"/>
                <a:gd name="csY15" fmla="*/ 45862 h 52072"/>
                <a:gd name="csX16" fmla="*/ 145230 w 185359"/>
                <a:gd name="csY16" fmla="*/ 45384 h 52072"/>
                <a:gd name="csX17" fmla="*/ 140930 w 185359"/>
                <a:gd name="csY17" fmla="*/ 44907 h 52072"/>
                <a:gd name="csX18" fmla="*/ 136153 w 185359"/>
                <a:gd name="csY18" fmla="*/ 43951 h 52072"/>
                <a:gd name="csX19" fmla="*/ 124210 w 185359"/>
                <a:gd name="csY19" fmla="*/ 43951 h 52072"/>
                <a:gd name="csX20" fmla="*/ 120388 w 185359"/>
                <a:gd name="csY20" fmla="*/ 42996 h 52072"/>
                <a:gd name="csX21" fmla="*/ 115133 w 185359"/>
                <a:gd name="csY21" fmla="*/ 42518 h 52072"/>
                <a:gd name="csX22" fmla="*/ 110355 w 185359"/>
                <a:gd name="csY22" fmla="*/ 42040 h 52072"/>
                <a:gd name="csX23" fmla="*/ 106056 w 185359"/>
                <a:gd name="csY23" fmla="*/ 41085 h 52072"/>
                <a:gd name="csX24" fmla="*/ 95068 w 185359"/>
                <a:gd name="csY24" fmla="*/ 36308 h 52072"/>
                <a:gd name="csX25" fmla="*/ 91246 w 185359"/>
                <a:gd name="csY25" fmla="*/ 34874 h 52072"/>
                <a:gd name="csX26" fmla="*/ 79781 w 185359"/>
                <a:gd name="csY26" fmla="*/ 32963 h 52072"/>
                <a:gd name="csX27" fmla="*/ 77870 w 185359"/>
                <a:gd name="csY27" fmla="*/ 32486 h 52072"/>
                <a:gd name="csX28" fmla="*/ 74048 w 185359"/>
                <a:gd name="csY28" fmla="*/ 32963 h 52072"/>
                <a:gd name="csX29" fmla="*/ 71182 w 185359"/>
                <a:gd name="csY29" fmla="*/ 32008 h 52072"/>
                <a:gd name="csX30" fmla="*/ 69271 w 185359"/>
                <a:gd name="csY30" fmla="*/ 32008 h 52072"/>
                <a:gd name="csX31" fmla="*/ 65927 w 185359"/>
                <a:gd name="csY31" fmla="*/ 32963 h 52072"/>
                <a:gd name="csX32" fmla="*/ 64493 w 185359"/>
                <a:gd name="csY32" fmla="*/ 33441 h 52072"/>
                <a:gd name="csX33" fmla="*/ 63538 w 185359"/>
                <a:gd name="csY33" fmla="*/ 34397 h 52072"/>
                <a:gd name="csX34" fmla="*/ 61150 w 185359"/>
                <a:gd name="csY34" fmla="*/ 34397 h 52072"/>
                <a:gd name="csX35" fmla="*/ 58761 w 185359"/>
                <a:gd name="csY35" fmla="*/ 34397 h 52072"/>
                <a:gd name="csX36" fmla="*/ 53028 w 185359"/>
                <a:gd name="csY36" fmla="*/ 32963 h 52072"/>
                <a:gd name="csX37" fmla="*/ 50639 w 185359"/>
                <a:gd name="csY37" fmla="*/ 32486 h 52072"/>
                <a:gd name="csX38" fmla="*/ 48251 w 185359"/>
                <a:gd name="csY38" fmla="*/ 31530 h 52072"/>
                <a:gd name="csX39" fmla="*/ 46340 w 185359"/>
                <a:gd name="csY39" fmla="*/ 30097 h 52072"/>
                <a:gd name="csX40" fmla="*/ 45384 w 185359"/>
                <a:gd name="csY40" fmla="*/ 29619 h 52072"/>
                <a:gd name="csX41" fmla="*/ 40129 w 185359"/>
                <a:gd name="csY41" fmla="*/ 28664 h 52072"/>
                <a:gd name="csX42" fmla="*/ 35830 w 185359"/>
                <a:gd name="csY42" fmla="*/ 28186 h 52072"/>
                <a:gd name="csX43" fmla="*/ 27230 w 185359"/>
                <a:gd name="csY43" fmla="*/ 27708 h 52072"/>
                <a:gd name="csX44" fmla="*/ 25320 w 185359"/>
                <a:gd name="csY44" fmla="*/ 27231 h 52072"/>
                <a:gd name="csX45" fmla="*/ 23886 w 185359"/>
                <a:gd name="csY45" fmla="*/ 26753 h 52072"/>
                <a:gd name="csX46" fmla="*/ 22931 w 185359"/>
                <a:gd name="csY46" fmla="*/ 25798 h 52072"/>
                <a:gd name="csX47" fmla="*/ 22931 w 185359"/>
                <a:gd name="csY47" fmla="*/ 24364 h 52072"/>
                <a:gd name="csX48" fmla="*/ 23886 w 185359"/>
                <a:gd name="csY48" fmla="*/ 23409 h 52072"/>
                <a:gd name="csX49" fmla="*/ 24364 w 185359"/>
                <a:gd name="csY49" fmla="*/ 21976 h 52072"/>
                <a:gd name="csX50" fmla="*/ 24842 w 185359"/>
                <a:gd name="csY50" fmla="*/ 21020 h 52072"/>
                <a:gd name="csX51" fmla="*/ 18632 w 185359"/>
                <a:gd name="csY51" fmla="*/ 18632 h 52072"/>
                <a:gd name="csX52" fmla="*/ 13854 w 185359"/>
                <a:gd name="csY52" fmla="*/ 17198 h 52072"/>
                <a:gd name="csX53" fmla="*/ 11466 w 185359"/>
                <a:gd name="csY53" fmla="*/ 17198 h 52072"/>
                <a:gd name="csX54" fmla="*/ 9555 w 185359"/>
                <a:gd name="csY54" fmla="*/ 17198 h 52072"/>
                <a:gd name="csX55" fmla="*/ 6688 w 185359"/>
                <a:gd name="csY55" fmla="*/ 17198 h 52072"/>
                <a:gd name="csX56" fmla="*/ 4300 w 185359"/>
                <a:gd name="csY56" fmla="*/ 17198 h 52072"/>
                <a:gd name="csX57" fmla="*/ 3344 w 185359"/>
                <a:gd name="csY57" fmla="*/ 16721 h 52072"/>
                <a:gd name="csX58" fmla="*/ 1911 w 185359"/>
                <a:gd name="csY58" fmla="*/ 16721 h 52072"/>
                <a:gd name="csX59" fmla="*/ 955 w 185359"/>
                <a:gd name="csY59" fmla="*/ 17198 h 52072"/>
                <a:gd name="csX60" fmla="*/ 0 w 185359"/>
                <a:gd name="csY60" fmla="*/ 16721 h 52072"/>
                <a:gd name="csX61" fmla="*/ 0 w 185359"/>
                <a:gd name="csY61" fmla="*/ 15765 h 52072"/>
                <a:gd name="csX62" fmla="*/ 478 w 185359"/>
                <a:gd name="csY62" fmla="*/ 14810 h 52072"/>
                <a:gd name="csX63" fmla="*/ 1433 w 185359"/>
                <a:gd name="csY63" fmla="*/ 13854 h 52072"/>
                <a:gd name="csX64" fmla="*/ 2389 w 185359"/>
                <a:gd name="csY64" fmla="*/ 13854 h 52072"/>
                <a:gd name="csX65" fmla="*/ 2389 w 185359"/>
                <a:gd name="csY65" fmla="*/ 15287 h 52072"/>
                <a:gd name="csX66" fmla="*/ 2866 w 185359"/>
                <a:gd name="csY66" fmla="*/ 15765 h 52072"/>
                <a:gd name="csX67" fmla="*/ 3822 w 185359"/>
                <a:gd name="csY67" fmla="*/ 16243 h 52072"/>
                <a:gd name="csX68" fmla="*/ 4300 w 185359"/>
                <a:gd name="csY68" fmla="*/ 15765 h 52072"/>
                <a:gd name="csX69" fmla="*/ 6688 w 185359"/>
                <a:gd name="csY69" fmla="*/ 13854 h 52072"/>
                <a:gd name="csX70" fmla="*/ 7166 w 185359"/>
                <a:gd name="csY70" fmla="*/ 12899 h 52072"/>
                <a:gd name="csX71" fmla="*/ 8121 w 185359"/>
                <a:gd name="csY71" fmla="*/ 10032 h 52072"/>
                <a:gd name="csX72" fmla="*/ 9077 w 185359"/>
                <a:gd name="csY72" fmla="*/ 10988 h 52072"/>
                <a:gd name="csX73" fmla="*/ 10032 w 185359"/>
                <a:gd name="csY73" fmla="*/ 10510 h 52072"/>
                <a:gd name="csX74" fmla="*/ 10510 w 185359"/>
                <a:gd name="csY74" fmla="*/ 10032 h 52072"/>
                <a:gd name="csX75" fmla="*/ 11943 w 185359"/>
                <a:gd name="csY75" fmla="*/ 3822 h 52072"/>
                <a:gd name="csX76" fmla="*/ 13377 w 185359"/>
                <a:gd name="csY76" fmla="*/ 1911 h 52072"/>
                <a:gd name="csX77" fmla="*/ 15287 w 185359"/>
                <a:gd name="csY77" fmla="*/ 478 h 52072"/>
                <a:gd name="csX78" fmla="*/ 16243 w 185359"/>
                <a:gd name="csY78" fmla="*/ 0 h 52072"/>
                <a:gd name="csX79" fmla="*/ 18154 w 185359"/>
                <a:gd name="csY79" fmla="*/ 956 h 52072"/>
                <a:gd name="csX80" fmla="*/ 21498 w 185359"/>
                <a:gd name="csY80" fmla="*/ 1433 h 52072"/>
                <a:gd name="csX81" fmla="*/ 23886 w 185359"/>
                <a:gd name="csY81" fmla="*/ 1911 h 52072"/>
                <a:gd name="csX82" fmla="*/ 25798 w 185359"/>
                <a:gd name="csY82" fmla="*/ 1911 h 52072"/>
                <a:gd name="csX83" fmla="*/ 28186 w 185359"/>
                <a:gd name="csY83" fmla="*/ 2389 h 52072"/>
                <a:gd name="csX84" fmla="*/ 31052 w 185359"/>
                <a:gd name="csY84" fmla="*/ 3344 h 52072"/>
                <a:gd name="csX85" fmla="*/ 32008 w 185359"/>
                <a:gd name="csY85" fmla="*/ 3344 h 52072"/>
                <a:gd name="csX86" fmla="*/ 33441 w 185359"/>
                <a:gd name="csY86" fmla="*/ 2867 h 52072"/>
                <a:gd name="csX87" fmla="*/ 34874 w 185359"/>
                <a:gd name="csY87" fmla="*/ 1911 h 52072"/>
                <a:gd name="csX88" fmla="*/ 35352 w 185359"/>
                <a:gd name="csY88" fmla="*/ 0 h 52072"/>
                <a:gd name="csX89" fmla="*/ 37741 w 185359"/>
                <a:gd name="csY89" fmla="*/ 956 h 52072"/>
                <a:gd name="csX90" fmla="*/ 41085 w 185359"/>
                <a:gd name="csY90" fmla="*/ 1433 h 52072"/>
                <a:gd name="csX91" fmla="*/ 42040 w 185359"/>
                <a:gd name="csY91" fmla="*/ 1911 h 52072"/>
                <a:gd name="csX92" fmla="*/ 43951 w 185359"/>
                <a:gd name="csY92" fmla="*/ 3822 h 52072"/>
                <a:gd name="csX93" fmla="*/ 45862 w 185359"/>
                <a:gd name="csY93" fmla="*/ 5255 h 52072"/>
                <a:gd name="csX94" fmla="*/ 47773 w 185359"/>
                <a:gd name="csY94" fmla="*/ 5733 h 52072"/>
                <a:gd name="csX95" fmla="*/ 50162 w 185359"/>
                <a:gd name="csY95" fmla="*/ 5733 h 52072"/>
                <a:gd name="csX96" fmla="*/ 52073 w 185359"/>
                <a:gd name="csY96" fmla="*/ 6210 h 52072"/>
                <a:gd name="csX97" fmla="*/ 54461 w 185359"/>
                <a:gd name="csY97" fmla="*/ 6688 h 52072"/>
                <a:gd name="csX98" fmla="*/ 57328 w 185359"/>
                <a:gd name="csY98" fmla="*/ 7166 h 52072"/>
                <a:gd name="csX99" fmla="*/ 58283 w 185359"/>
                <a:gd name="csY99" fmla="*/ 7166 h 52072"/>
                <a:gd name="csX100" fmla="*/ 59716 w 185359"/>
                <a:gd name="csY100" fmla="*/ 6688 h 52072"/>
                <a:gd name="csX101" fmla="*/ 60194 w 185359"/>
                <a:gd name="csY101" fmla="*/ 6688 h 52072"/>
                <a:gd name="csX102" fmla="*/ 61150 w 185359"/>
                <a:gd name="csY102" fmla="*/ 7166 h 52072"/>
                <a:gd name="csX103" fmla="*/ 62582 w 185359"/>
                <a:gd name="csY103" fmla="*/ 8599 h 52072"/>
                <a:gd name="csX104" fmla="*/ 64493 w 185359"/>
                <a:gd name="csY104" fmla="*/ 10510 h 52072"/>
                <a:gd name="csX105" fmla="*/ 64971 w 185359"/>
                <a:gd name="csY105" fmla="*/ 10988 h 52072"/>
                <a:gd name="csX106" fmla="*/ 66405 w 185359"/>
                <a:gd name="csY106" fmla="*/ 14810 h 52072"/>
                <a:gd name="csX107" fmla="*/ 67837 w 185359"/>
                <a:gd name="csY107" fmla="*/ 16243 h 52072"/>
                <a:gd name="csX108" fmla="*/ 69748 w 185359"/>
                <a:gd name="csY108" fmla="*/ 16721 h 52072"/>
                <a:gd name="csX109" fmla="*/ 72137 w 185359"/>
                <a:gd name="csY109" fmla="*/ 16721 h 52072"/>
                <a:gd name="csX110" fmla="*/ 74526 w 185359"/>
                <a:gd name="csY110" fmla="*/ 16721 h 52072"/>
                <a:gd name="csX111" fmla="*/ 80259 w 185359"/>
                <a:gd name="csY111" fmla="*/ 17676 h 52072"/>
                <a:gd name="csX112" fmla="*/ 82169 w 185359"/>
                <a:gd name="csY112" fmla="*/ 17198 h 52072"/>
                <a:gd name="csX113" fmla="*/ 84080 w 185359"/>
                <a:gd name="csY113" fmla="*/ 16721 h 52072"/>
                <a:gd name="csX114" fmla="*/ 85991 w 185359"/>
                <a:gd name="csY114" fmla="*/ 17198 h 52072"/>
                <a:gd name="csX115" fmla="*/ 90769 w 185359"/>
                <a:gd name="csY115" fmla="*/ 18154 h 52072"/>
                <a:gd name="csX116" fmla="*/ 92680 w 185359"/>
                <a:gd name="csY116" fmla="*/ 18632 h 52072"/>
                <a:gd name="csX117" fmla="*/ 95546 w 185359"/>
                <a:gd name="csY117" fmla="*/ 18154 h 52072"/>
                <a:gd name="csX118" fmla="*/ 97935 w 185359"/>
                <a:gd name="csY118" fmla="*/ 18154 h 52072"/>
                <a:gd name="csX119" fmla="*/ 99368 w 185359"/>
                <a:gd name="csY119" fmla="*/ 18154 h 52072"/>
                <a:gd name="csX120" fmla="*/ 100323 w 185359"/>
                <a:gd name="csY120" fmla="*/ 18632 h 52072"/>
                <a:gd name="csX121" fmla="*/ 101278 w 185359"/>
                <a:gd name="csY121" fmla="*/ 19109 h 52072"/>
                <a:gd name="csX122" fmla="*/ 102712 w 185359"/>
                <a:gd name="csY122" fmla="*/ 19109 h 52072"/>
                <a:gd name="csX123" fmla="*/ 104623 w 185359"/>
                <a:gd name="csY123" fmla="*/ 18154 h 52072"/>
                <a:gd name="csX124" fmla="*/ 105578 w 185359"/>
                <a:gd name="csY124" fmla="*/ 16243 h 52072"/>
                <a:gd name="csX125" fmla="*/ 106534 w 185359"/>
                <a:gd name="csY125" fmla="*/ 14332 h 52072"/>
                <a:gd name="csX126" fmla="*/ 107489 w 185359"/>
                <a:gd name="csY126" fmla="*/ 11943 h 52072"/>
                <a:gd name="csX127" fmla="*/ 107967 w 185359"/>
                <a:gd name="csY127" fmla="*/ 10988 h 52072"/>
                <a:gd name="csX128" fmla="*/ 108923 w 185359"/>
                <a:gd name="csY128" fmla="*/ 10510 h 52072"/>
                <a:gd name="csX129" fmla="*/ 109878 w 185359"/>
                <a:gd name="csY129" fmla="*/ 10032 h 52072"/>
                <a:gd name="csX130" fmla="*/ 110833 w 185359"/>
                <a:gd name="csY130" fmla="*/ 9555 h 52072"/>
                <a:gd name="csX131" fmla="*/ 113222 w 185359"/>
                <a:gd name="csY131" fmla="*/ 9555 h 52072"/>
                <a:gd name="csX132" fmla="*/ 113700 w 185359"/>
                <a:gd name="csY132" fmla="*/ 10032 h 52072"/>
                <a:gd name="csX133" fmla="*/ 117044 w 185359"/>
                <a:gd name="csY133" fmla="*/ 13854 h 52072"/>
                <a:gd name="csX134" fmla="*/ 117521 w 185359"/>
                <a:gd name="csY134" fmla="*/ 14332 h 52072"/>
                <a:gd name="csX135" fmla="*/ 120866 w 185359"/>
                <a:gd name="csY135" fmla="*/ 14332 h 52072"/>
                <a:gd name="csX136" fmla="*/ 121343 w 185359"/>
                <a:gd name="csY136" fmla="*/ 14332 h 52072"/>
                <a:gd name="csX137" fmla="*/ 123732 w 185359"/>
                <a:gd name="csY137" fmla="*/ 13376 h 52072"/>
                <a:gd name="csX138" fmla="*/ 124687 w 185359"/>
                <a:gd name="csY138" fmla="*/ 13376 h 52072"/>
                <a:gd name="csX139" fmla="*/ 126598 w 185359"/>
                <a:gd name="csY139" fmla="*/ 14332 h 52072"/>
                <a:gd name="csX140" fmla="*/ 127554 w 185359"/>
                <a:gd name="csY140" fmla="*/ 15287 h 52072"/>
                <a:gd name="csX141" fmla="*/ 128509 w 185359"/>
                <a:gd name="csY141" fmla="*/ 15765 h 52072"/>
                <a:gd name="csX142" fmla="*/ 133764 w 185359"/>
                <a:gd name="csY142" fmla="*/ 16243 h 52072"/>
                <a:gd name="csX143" fmla="*/ 135675 w 185359"/>
                <a:gd name="csY143" fmla="*/ 18154 h 52072"/>
                <a:gd name="csX144" fmla="*/ 136631 w 185359"/>
                <a:gd name="csY144" fmla="*/ 18154 h 52072"/>
                <a:gd name="csX145" fmla="*/ 139975 w 185359"/>
                <a:gd name="csY145" fmla="*/ 18154 h 52072"/>
                <a:gd name="csX146" fmla="*/ 142364 w 185359"/>
                <a:gd name="csY146" fmla="*/ 18154 h 52072"/>
                <a:gd name="csX147" fmla="*/ 144274 w 185359"/>
                <a:gd name="csY147" fmla="*/ 18632 h 52072"/>
                <a:gd name="csX148" fmla="*/ 145230 w 185359"/>
                <a:gd name="csY148" fmla="*/ 21020 h 52072"/>
                <a:gd name="csX149" fmla="*/ 146185 w 185359"/>
                <a:gd name="csY149" fmla="*/ 23409 h 52072"/>
                <a:gd name="csX150" fmla="*/ 146663 w 185359"/>
                <a:gd name="csY150" fmla="*/ 23886 h 52072"/>
                <a:gd name="csX151" fmla="*/ 148574 w 185359"/>
                <a:gd name="csY151" fmla="*/ 24842 h 52072"/>
                <a:gd name="csX152" fmla="*/ 149530 w 185359"/>
                <a:gd name="csY152" fmla="*/ 25320 h 52072"/>
                <a:gd name="csX153" fmla="*/ 149051 w 185359"/>
                <a:gd name="csY153" fmla="*/ 27708 h 52072"/>
                <a:gd name="csX154" fmla="*/ 149530 w 185359"/>
                <a:gd name="csY154" fmla="*/ 30097 h 52072"/>
                <a:gd name="csX155" fmla="*/ 153829 w 185359"/>
                <a:gd name="csY155" fmla="*/ 32008 h 52072"/>
                <a:gd name="csX156" fmla="*/ 158606 w 185359"/>
                <a:gd name="csY156" fmla="*/ 32963 h 52072"/>
                <a:gd name="csX157" fmla="*/ 163383 w 185359"/>
                <a:gd name="csY157" fmla="*/ 32963 h 52072"/>
                <a:gd name="csX158" fmla="*/ 168161 w 185359"/>
                <a:gd name="csY158" fmla="*/ 32963 h 52072"/>
                <a:gd name="csX159" fmla="*/ 171027 w 185359"/>
                <a:gd name="csY159" fmla="*/ 32486 h 52072"/>
                <a:gd name="csX160" fmla="*/ 174371 w 185359"/>
                <a:gd name="csY160" fmla="*/ 31530 h 52072"/>
                <a:gd name="csX161" fmla="*/ 174849 w 185359"/>
                <a:gd name="csY161" fmla="*/ 31530 h 52072"/>
                <a:gd name="csX162" fmla="*/ 181060 w 185359"/>
                <a:gd name="csY162" fmla="*/ 33919 h 52072"/>
                <a:gd name="csX163" fmla="*/ 181537 w 185359"/>
                <a:gd name="csY163" fmla="*/ 34397 h 52072"/>
                <a:gd name="csX164" fmla="*/ 182015 w 185359"/>
                <a:gd name="csY164" fmla="*/ 36308 h 52072"/>
                <a:gd name="csX165" fmla="*/ 182015 w 185359"/>
                <a:gd name="csY165" fmla="*/ 38218 h 52072"/>
                <a:gd name="csX166" fmla="*/ 181060 w 185359"/>
                <a:gd name="csY166" fmla="*/ 42996 h 52072"/>
                <a:gd name="csX167" fmla="*/ 181060 w 185359"/>
                <a:gd name="csY167" fmla="*/ 44429 h 52072"/>
                <a:gd name="csX168" fmla="*/ 181060 w 185359"/>
                <a:gd name="csY168" fmla="*/ 45384 h 52072"/>
                <a:gd name="csX169" fmla="*/ 182492 w 185359"/>
                <a:gd name="csY169" fmla="*/ 48251 h 52072"/>
                <a:gd name="csX170" fmla="*/ 182971 w 185359"/>
                <a:gd name="csY170" fmla="*/ 49206 h 52072"/>
                <a:gd name="csX171" fmla="*/ 185359 w 185359"/>
                <a:gd name="csY171" fmla="*/ 50639 h 52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</a:cxnLst>
              <a:rect l="l" t="t" r="r" b="b"/>
              <a:pathLst>
                <a:path w="185359" h="52072">
                  <a:moveTo>
                    <a:pt x="185359" y="50639"/>
                  </a:moveTo>
                  <a:lnTo>
                    <a:pt x="185359" y="51595"/>
                  </a:lnTo>
                  <a:lnTo>
                    <a:pt x="184881" y="52073"/>
                  </a:lnTo>
                  <a:lnTo>
                    <a:pt x="182492" y="51595"/>
                  </a:lnTo>
                  <a:lnTo>
                    <a:pt x="181060" y="51117"/>
                  </a:lnTo>
                  <a:lnTo>
                    <a:pt x="180104" y="50162"/>
                  </a:lnTo>
                  <a:lnTo>
                    <a:pt x="178671" y="49206"/>
                  </a:lnTo>
                  <a:lnTo>
                    <a:pt x="176760" y="49684"/>
                  </a:lnTo>
                  <a:lnTo>
                    <a:pt x="171983" y="48728"/>
                  </a:lnTo>
                  <a:lnTo>
                    <a:pt x="167205" y="46817"/>
                  </a:lnTo>
                  <a:lnTo>
                    <a:pt x="158606" y="43474"/>
                  </a:lnTo>
                  <a:lnTo>
                    <a:pt x="156217" y="43474"/>
                  </a:lnTo>
                  <a:lnTo>
                    <a:pt x="153829" y="43951"/>
                  </a:lnTo>
                  <a:lnTo>
                    <a:pt x="151440" y="44907"/>
                  </a:lnTo>
                  <a:lnTo>
                    <a:pt x="149051" y="45384"/>
                  </a:lnTo>
                  <a:lnTo>
                    <a:pt x="147141" y="45862"/>
                  </a:lnTo>
                  <a:lnTo>
                    <a:pt x="145230" y="45384"/>
                  </a:lnTo>
                  <a:lnTo>
                    <a:pt x="140930" y="44907"/>
                  </a:lnTo>
                  <a:lnTo>
                    <a:pt x="136153" y="43951"/>
                  </a:lnTo>
                  <a:lnTo>
                    <a:pt x="124210" y="43951"/>
                  </a:lnTo>
                  <a:lnTo>
                    <a:pt x="120388" y="42996"/>
                  </a:lnTo>
                  <a:lnTo>
                    <a:pt x="115133" y="42518"/>
                  </a:lnTo>
                  <a:lnTo>
                    <a:pt x="110355" y="42040"/>
                  </a:lnTo>
                  <a:lnTo>
                    <a:pt x="106056" y="41085"/>
                  </a:lnTo>
                  <a:lnTo>
                    <a:pt x="95068" y="36308"/>
                  </a:lnTo>
                  <a:lnTo>
                    <a:pt x="91246" y="34874"/>
                  </a:lnTo>
                  <a:lnTo>
                    <a:pt x="79781" y="32963"/>
                  </a:lnTo>
                  <a:lnTo>
                    <a:pt x="77870" y="32486"/>
                  </a:lnTo>
                  <a:lnTo>
                    <a:pt x="74048" y="32963"/>
                  </a:lnTo>
                  <a:lnTo>
                    <a:pt x="71182" y="32008"/>
                  </a:lnTo>
                  <a:lnTo>
                    <a:pt x="69271" y="32008"/>
                  </a:lnTo>
                  <a:lnTo>
                    <a:pt x="65927" y="32963"/>
                  </a:lnTo>
                  <a:lnTo>
                    <a:pt x="64493" y="33441"/>
                  </a:lnTo>
                  <a:lnTo>
                    <a:pt x="63538" y="34397"/>
                  </a:lnTo>
                  <a:lnTo>
                    <a:pt x="61150" y="34397"/>
                  </a:lnTo>
                  <a:lnTo>
                    <a:pt x="58761" y="34397"/>
                  </a:lnTo>
                  <a:lnTo>
                    <a:pt x="53028" y="32963"/>
                  </a:lnTo>
                  <a:lnTo>
                    <a:pt x="50639" y="32486"/>
                  </a:lnTo>
                  <a:lnTo>
                    <a:pt x="48251" y="31530"/>
                  </a:lnTo>
                  <a:lnTo>
                    <a:pt x="46340" y="30097"/>
                  </a:lnTo>
                  <a:lnTo>
                    <a:pt x="45384" y="29619"/>
                  </a:lnTo>
                  <a:lnTo>
                    <a:pt x="40129" y="28664"/>
                  </a:lnTo>
                  <a:lnTo>
                    <a:pt x="35830" y="28186"/>
                  </a:lnTo>
                  <a:lnTo>
                    <a:pt x="27230" y="27708"/>
                  </a:lnTo>
                  <a:lnTo>
                    <a:pt x="25320" y="27231"/>
                  </a:lnTo>
                  <a:lnTo>
                    <a:pt x="23886" y="26753"/>
                  </a:lnTo>
                  <a:lnTo>
                    <a:pt x="22931" y="25798"/>
                  </a:lnTo>
                  <a:lnTo>
                    <a:pt x="22931" y="24364"/>
                  </a:lnTo>
                  <a:lnTo>
                    <a:pt x="23886" y="23409"/>
                  </a:lnTo>
                  <a:lnTo>
                    <a:pt x="24364" y="21976"/>
                  </a:lnTo>
                  <a:lnTo>
                    <a:pt x="24842" y="21020"/>
                  </a:lnTo>
                  <a:lnTo>
                    <a:pt x="18632" y="18632"/>
                  </a:lnTo>
                  <a:lnTo>
                    <a:pt x="13854" y="17198"/>
                  </a:lnTo>
                  <a:lnTo>
                    <a:pt x="11466" y="17198"/>
                  </a:lnTo>
                  <a:lnTo>
                    <a:pt x="9555" y="17198"/>
                  </a:lnTo>
                  <a:lnTo>
                    <a:pt x="6688" y="17198"/>
                  </a:lnTo>
                  <a:lnTo>
                    <a:pt x="4300" y="17198"/>
                  </a:lnTo>
                  <a:lnTo>
                    <a:pt x="3344" y="16721"/>
                  </a:lnTo>
                  <a:lnTo>
                    <a:pt x="1911" y="16721"/>
                  </a:lnTo>
                  <a:lnTo>
                    <a:pt x="955" y="17198"/>
                  </a:lnTo>
                  <a:lnTo>
                    <a:pt x="0" y="16721"/>
                  </a:lnTo>
                  <a:lnTo>
                    <a:pt x="0" y="15765"/>
                  </a:lnTo>
                  <a:lnTo>
                    <a:pt x="478" y="14810"/>
                  </a:lnTo>
                  <a:lnTo>
                    <a:pt x="1433" y="13854"/>
                  </a:lnTo>
                  <a:lnTo>
                    <a:pt x="2389" y="13854"/>
                  </a:lnTo>
                  <a:lnTo>
                    <a:pt x="2389" y="15287"/>
                  </a:lnTo>
                  <a:lnTo>
                    <a:pt x="2866" y="15765"/>
                  </a:lnTo>
                  <a:lnTo>
                    <a:pt x="3822" y="16243"/>
                  </a:lnTo>
                  <a:lnTo>
                    <a:pt x="4300" y="15765"/>
                  </a:lnTo>
                  <a:lnTo>
                    <a:pt x="6688" y="13854"/>
                  </a:lnTo>
                  <a:lnTo>
                    <a:pt x="7166" y="12899"/>
                  </a:lnTo>
                  <a:lnTo>
                    <a:pt x="8121" y="10032"/>
                  </a:lnTo>
                  <a:lnTo>
                    <a:pt x="9077" y="10988"/>
                  </a:lnTo>
                  <a:lnTo>
                    <a:pt x="10032" y="10510"/>
                  </a:lnTo>
                  <a:lnTo>
                    <a:pt x="10510" y="10032"/>
                  </a:lnTo>
                  <a:lnTo>
                    <a:pt x="11943" y="3822"/>
                  </a:lnTo>
                  <a:lnTo>
                    <a:pt x="13377" y="1911"/>
                  </a:lnTo>
                  <a:lnTo>
                    <a:pt x="15287" y="478"/>
                  </a:lnTo>
                  <a:lnTo>
                    <a:pt x="16243" y="0"/>
                  </a:lnTo>
                  <a:lnTo>
                    <a:pt x="18154" y="956"/>
                  </a:lnTo>
                  <a:lnTo>
                    <a:pt x="21498" y="1433"/>
                  </a:lnTo>
                  <a:lnTo>
                    <a:pt x="23886" y="1911"/>
                  </a:lnTo>
                  <a:lnTo>
                    <a:pt x="25798" y="1911"/>
                  </a:lnTo>
                  <a:lnTo>
                    <a:pt x="28186" y="2389"/>
                  </a:lnTo>
                  <a:lnTo>
                    <a:pt x="31052" y="3344"/>
                  </a:lnTo>
                  <a:lnTo>
                    <a:pt x="32008" y="3344"/>
                  </a:lnTo>
                  <a:lnTo>
                    <a:pt x="33441" y="2867"/>
                  </a:lnTo>
                  <a:lnTo>
                    <a:pt x="34874" y="1911"/>
                  </a:lnTo>
                  <a:lnTo>
                    <a:pt x="35352" y="0"/>
                  </a:lnTo>
                  <a:lnTo>
                    <a:pt x="37741" y="956"/>
                  </a:lnTo>
                  <a:lnTo>
                    <a:pt x="41085" y="1433"/>
                  </a:lnTo>
                  <a:lnTo>
                    <a:pt x="42040" y="1911"/>
                  </a:lnTo>
                  <a:lnTo>
                    <a:pt x="43951" y="3822"/>
                  </a:lnTo>
                  <a:lnTo>
                    <a:pt x="45862" y="5255"/>
                  </a:lnTo>
                  <a:lnTo>
                    <a:pt x="47773" y="5733"/>
                  </a:lnTo>
                  <a:lnTo>
                    <a:pt x="50162" y="5733"/>
                  </a:lnTo>
                  <a:lnTo>
                    <a:pt x="52073" y="6210"/>
                  </a:lnTo>
                  <a:lnTo>
                    <a:pt x="54461" y="6688"/>
                  </a:lnTo>
                  <a:lnTo>
                    <a:pt x="57328" y="7166"/>
                  </a:lnTo>
                  <a:lnTo>
                    <a:pt x="58283" y="7166"/>
                  </a:lnTo>
                  <a:lnTo>
                    <a:pt x="59716" y="6688"/>
                  </a:lnTo>
                  <a:lnTo>
                    <a:pt x="60194" y="6688"/>
                  </a:lnTo>
                  <a:lnTo>
                    <a:pt x="61150" y="7166"/>
                  </a:lnTo>
                  <a:lnTo>
                    <a:pt x="62582" y="8599"/>
                  </a:lnTo>
                  <a:lnTo>
                    <a:pt x="64493" y="10510"/>
                  </a:lnTo>
                  <a:lnTo>
                    <a:pt x="64971" y="10988"/>
                  </a:lnTo>
                  <a:lnTo>
                    <a:pt x="66405" y="14810"/>
                  </a:lnTo>
                  <a:lnTo>
                    <a:pt x="67837" y="16243"/>
                  </a:lnTo>
                  <a:lnTo>
                    <a:pt x="69748" y="16721"/>
                  </a:lnTo>
                  <a:lnTo>
                    <a:pt x="72137" y="16721"/>
                  </a:lnTo>
                  <a:lnTo>
                    <a:pt x="74526" y="16721"/>
                  </a:lnTo>
                  <a:lnTo>
                    <a:pt x="80259" y="17676"/>
                  </a:lnTo>
                  <a:lnTo>
                    <a:pt x="82169" y="17198"/>
                  </a:lnTo>
                  <a:lnTo>
                    <a:pt x="84080" y="16721"/>
                  </a:lnTo>
                  <a:lnTo>
                    <a:pt x="85991" y="17198"/>
                  </a:lnTo>
                  <a:lnTo>
                    <a:pt x="90769" y="18154"/>
                  </a:lnTo>
                  <a:lnTo>
                    <a:pt x="92680" y="18632"/>
                  </a:lnTo>
                  <a:lnTo>
                    <a:pt x="95546" y="18154"/>
                  </a:lnTo>
                  <a:lnTo>
                    <a:pt x="97935" y="18154"/>
                  </a:lnTo>
                  <a:lnTo>
                    <a:pt x="99368" y="18154"/>
                  </a:lnTo>
                  <a:lnTo>
                    <a:pt x="100323" y="18632"/>
                  </a:lnTo>
                  <a:lnTo>
                    <a:pt x="101278" y="19109"/>
                  </a:lnTo>
                  <a:lnTo>
                    <a:pt x="102712" y="19109"/>
                  </a:lnTo>
                  <a:lnTo>
                    <a:pt x="104623" y="18154"/>
                  </a:lnTo>
                  <a:lnTo>
                    <a:pt x="105578" y="16243"/>
                  </a:lnTo>
                  <a:lnTo>
                    <a:pt x="106534" y="14332"/>
                  </a:lnTo>
                  <a:lnTo>
                    <a:pt x="107489" y="11943"/>
                  </a:lnTo>
                  <a:lnTo>
                    <a:pt x="107967" y="10988"/>
                  </a:lnTo>
                  <a:lnTo>
                    <a:pt x="108923" y="10510"/>
                  </a:lnTo>
                  <a:lnTo>
                    <a:pt x="109878" y="10032"/>
                  </a:lnTo>
                  <a:lnTo>
                    <a:pt x="110833" y="9555"/>
                  </a:lnTo>
                  <a:lnTo>
                    <a:pt x="113222" y="9555"/>
                  </a:lnTo>
                  <a:lnTo>
                    <a:pt x="113700" y="10032"/>
                  </a:lnTo>
                  <a:lnTo>
                    <a:pt x="117044" y="13854"/>
                  </a:lnTo>
                  <a:lnTo>
                    <a:pt x="117521" y="14332"/>
                  </a:lnTo>
                  <a:lnTo>
                    <a:pt x="120866" y="14332"/>
                  </a:lnTo>
                  <a:lnTo>
                    <a:pt x="121343" y="14332"/>
                  </a:lnTo>
                  <a:lnTo>
                    <a:pt x="123732" y="13376"/>
                  </a:lnTo>
                  <a:lnTo>
                    <a:pt x="124687" y="13376"/>
                  </a:lnTo>
                  <a:lnTo>
                    <a:pt x="126598" y="14332"/>
                  </a:lnTo>
                  <a:lnTo>
                    <a:pt x="127554" y="15287"/>
                  </a:lnTo>
                  <a:lnTo>
                    <a:pt x="128509" y="15765"/>
                  </a:lnTo>
                  <a:lnTo>
                    <a:pt x="133764" y="16243"/>
                  </a:lnTo>
                  <a:lnTo>
                    <a:pt x="135675" y="18154"/>
                  </a:lnTo>
                  <a:lnTo>
                    <a:pt x="136631" y="18154"/>
                  </a:lnTo>
                  <a:lnTo>
                    <a:pt x="139975" y="18154"/>
                  </a:lnTo>
                  <a:lnTo>
                    <a:pt x="142364" y="18154"/>
                  </a:lnTo>
                  <a:lnTo>
                    <a:pt x="144274" y="18632"/>
                  </a:lnTo>
                  <a:lnTo>
                    <a:pt x="145230" y="21020"/>
                  </a:lnTo>
                  <a:lnTo>
                    <a:pt x="146185" y="23409"/>
                  </a:lnTo>
                  <a:lnTo>
                    <a:pt x="146663" y="23886"/>
                  </a:lnTo>
                  <a:lnTo>
                    <a:pt x="148574" y="24842"/>
                  </a:lnTo>
                  <a:lnTo>
                    <a:pt x="149530" y="25320"/>
                  </a:lnTo>
                  <a:lnTo>
                    <a:pt x="149051" y="27708"/>
                  </a:lnTo>
                  <a:lnTo>
                    <a:pt x="149530" y="30097"/>
                  </a:lnTo>
                  <a:lnTo>
                    <a:pt x="153829" y="32008"/>
                  </a:lnTo>
                  <a:lnTo>
                    <a:pt x="158606" y="32963"/>
                  </a:lnTo>
                  <a:lnTo>
                    <a:pt x="163383" y="32963"/>
                  </a:lnTo>
                  <a:lnTo>
                    <a:pt x="168161" y="32963"/>
                  </a:lnTo>
                  <a:lnTo>
                    <a:pt x="171027" y="32486"/>
                  </a:lnTo>
                  <a:lnTo>
                    <a:pt x="174371" y="31530"/>
                  </a:lnTo>
                  <a:lnTo>
                    <a:pt x="174849" y="31530"/>
                  </a:lnTo>
                  <a:lnTo>
                    <a:pt x="181060" y="33919"/>
                  </a:lnTo>
                  <a:lnTo>
                    <a:pt x="181537" y="34397"/>
                  </a:lnTo>
                  <a:lnTo>
                    <a:pt x="182015" y="36308"/>
                  </a:lnTo>
                  <a:lnTo>
                    <a:pt x="182015" y="38218"/>
                  </a:lnTo>
                  <a:lnTo>
                    <a:pt x="181060" y="42996"/>
                  </a:lnTo>
                  <a:lnTo>
                    <a:pt x="181060" y="44429"/>
                  </a:lnTo>
                  <a:lnTo>
                    <a:pt x="181060" y="45384"/>
                  </a:lnTo>
                  <a:lnTo>
                    <a:pt x="182492" y="48251"/>
                  </a:lnTo>
                  <a:lnTo>
                    <a:pt x="182971" y="49206"/>
                  </a:lnTo>
                  <a:lnTo>
                    <a:pt x="185359" y="5063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8" name="Freeform 667">
              <a:extLst>
                <a:ext uri="{FF2B5EF4-FFF2-40B4-BE49-F238E27FC236}">
                  <a16:creationId xmlns:a16="http://schemas.microsoft.com/office/drawing/2014/main" id="{67363C4C-3C1A-6991-2E57-8A2FAEE2B81B}"/>
                </a:ext>
              </a:extLst>
            </p:cNvPr>
            <p:cNvSpPr/>
            <p:nvPr/>
          </p:nvSpPr>
          <p:spPr>
            <a:xfrm>
              <a:off x="8150236" y="4862927"/>
              <a:ext cx="2388" cy="1433"/>
            </a:xfrm>
            <a:custGeom>
              <a:avLst/>
              <a:gdLst>
                <a:gd name="csX0" fmla="*/ 1911 w 2388"/>
                <a:gd name="csY0" fmla="*/ 0 h 1433"/>
                <a:gd name="csX1" fmla="*/ 2389 w 2388"/>
                <a:gd name="csY1" fmla="*/ 956 h 1433"/>
                <a:gd name="csX2" fmla="*/ 2389 w 2388"/>
                <a:gd name="csY2" fmla="*/ 1433 h 1433"/>
                <a:gd name="csX3" fmla="*/ 955 w 2388"/>
                <a:gd name="csY3" fmla="*/ 1433 h 1433"/>
                <a:gd name="csX4" fmla="*/ 0 w 2388"/>
                <a:gd name="csY4" fmla="*/ 0 h 1433"/>
                <a:gd name="csX5" fmla="*/ 478 w 2388"/>
                <a:gd name="csY5" fmla="*/ 0 h 1433"/>
                <a:gd name="csX6" fmla="*/ 955 w 2388"/>
                <a:gd name="csY6" fmla="*/ 0 h 1433"/>
                <a:gd name="csX7" fmla="*/ 1911 w 2388"/>
                <a:gd name="csY7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1433">
                  <a:moveTo>
                    <a:pt x="1911" y="0"/>
                  </a:moveTo>
                  <a:lnTo>
                    <a:pt x="2389" y="956"/>
                  </a:lnTo>
                  <a:lnTo>
                    <a:pt x="2389" y="1433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" name="Freeform 668">
              <a:extLst>
                <a:ext uri="{FF2B5EF4-FFF2-40B4-BE49-F238E27FC236}">
                  <a16:creationId xmlns:a16="http://schemas.microsoft.com/office/drawing/2014/main" id="{2A9FA362-1C2F-6DD8-D817-2318C6D85A3C}"/>
                </a:ext>
              </a:extLst>
            </p:cNvPr>
            <p:cNvSpPr/>
            <p:nvPr/>
          </p:nvSpPr>
          <p:spPr>
            <a:xfrm>
              <a:off x="8150236" y="3678636"/>
              <a:ext cx="1911" cy="477"/>
            </a:xfrm>
            <a:custGeom>
              <a:avLst/>
              <a:gdLst>
                <a:gd name="csX0" fmla="*/ 0 w 1911"/>
                <a:gd name="csY0" fmla="*/ 0 h 477"/>
                <a:gd name="csX1" fmla="*/ 1911 w 1911"/>
                <a:gd name="csY1" fmla="*/ 478 h 477"/>
                <a:gd name="csX2" fmla="*/ 0 w 1911"/>
                <a:gd name="csY2" fmla="*/ 0 h 477"/>
                <a:gd name="csX3" fmla="*/ 0 w 1911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0" y="0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" name="Freeform 669">
              <a:extLst>
                <a:ext uri="{FF2B5EF4-FFF2-40B4-BE49-F238E27FC236}">
                  <a16:creationId xmlns:a16="http://schemas.microsoft.com/office/drawing/2014/main" id="{E6E04839-398C-1BCA-8F14-E0EC24210213}"/>
                </a:ext>
              </a:extLst>
            </p:cNvPr>
            <p:cNvSpPr/>
            <p:nvPr/>
          </p:nvSpPr>
          <p:spPr>
            <a:xfrm>
              <a:off x="8142592" y="4315927"/>
              <a:ext cx="8598" cy="5255"/>
            </a:xfrm>
            <a:custGeom>
              <a:avLst/>
              <a:gdLst>
                <a:gd name="csX0" fmla="*/ 8121 w 8598"/>
                <a:gd name="csY0" fmla="*/ 2389 h 5255"/>
                <a:gd name="csX1" fmla="*/ 8599 w 8598"/>
                <a:gd name="csY1" fmla="*/ 2867 h 5255"/>
                <a:gd name="csX2" fmla="*/ 7644 w 8598"/>
                <a:gd name="csY2" fmla="*/ 3344 h 5255"/>
                <a:gd name="csX3" fmla="*/ 7644 w 8598"/>
                <a:gd name="csY3" fmla="*/ 4300 h 5255"/>
                <a:gd name="csX4" fmla="*/ 7166 w 8598"/>
                <a:gd name="csY4" fmla="*/ 5255 h 5255"/>
                <a:gd name="csX5" fmla="*/ 4777 w 8598"/>
                <a:gd name="csY5" fmla="*/ 3822 h 5255"/>
                <a:gd name="csX6" fmla="*/ 2389 w 8598"/>
                <a:gd name="csY6" fmla="*/ 3344 h 5255"/>
                <a:gd name="csX7" fmla="*/ 478 w 8598"/>
                <a:gd name="csY7" fmla="*/ 3822 h 5255"/>
                <a:gd name="csX8" fmla="*/ 0 w 8598"/>
                <a:gd name="csY8" fmla="*/ 2867 h 5255"/>
                <a:gd name="csX9" fmla="*/ 0 w 8598"/>
                <a:gd name="csY9" fmla="*/ 2389 h 5255"/>
                <a:gd name="csX10" fmla="*/ 1911 w 8598"/>
                <a:gd name="csY10" fmla="*/ 1433 h 5255"/>
                <a:gd name="csX11" fmla="*/ 2389 w 8598"/>
                <a:gd name="csY11" fmla="*/ 956 h 5255"/>
                <a:gd name="csX12" fmla="*/ 2389 w 8598"/>
                <a:gd name="csY12" fmla="*/ 956 h 5255"/>
                <a:gd name="csX13" fmla="*/ 2389 w 8598"/>
                <a:gd name="csY13" fmla="*/ 478 h 5255"/>
                <a:gd name="csX14" fmla="*/ 2866 w 8598"/>
                <a:gd name="csY14" fmla="*/ 0 h 5255"/>
                <a:gd name="csX15" fmla="*/ 3821 w 8598"/>
                <a:gd name="csY15" fmla="*/ 0 h 5255"/>
                <a:gd name="csX16" fmla="*/ 4300 w 8598"/>
                <a:gd name="csY16" fmla="*/ 0 h 5255"/>
                <a:gd name="csX17" fmla="*/ 5733 w 8598"/>
                <a:gd name="csY17" fmla="*/ 0 h 5255"/>
                <a:gd name="csX18" fmla="*/ 6210 w 8598"/>
                <a:gd name="csY18" fmla="*/ 0 h 5255"/>
                <a:gd name="csX19" fmla="*/ 7166 w 8598"/>
                <a:gd name="csY19" fmla="*/ 0 h 5255"/>
                <a:gd name="csX20" fmla="*/ 7166 w 8598"/>
                <a:gd name="csY20" fmla="*/ 478 h 5255"/>
                <a:gd name="csX21" fmla="*/ 7644 w 8598"/>
                <a:gd name="csY21" fmla="*/ 956 h 5255"/>
                <a:gd name="csX22" fmla="*/ 7644 w 8598"/>
                <a:gd name="csY22" fmla="*/ 1911 h 5255"/>
                <a:gd name="csX23" fmla="*/ 8121 w 8598"/>
                <a:gd name="csY23" fmla="*/ 2389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8598" h="5255">
                  <a:moveTo>
                    <a:pt x="8121" y="2389"/>
                  </a:moveTo>
                  <a:lnTo>
                    <a:pt x="8599" y="2867"/>
                  </a:lnTo>
                  <a:lnTo>
                    <a:pt x="7644" y="3344"/>
                  </a:lnTo>
                  <a:lnTo>
                    <a:pt x="7644" y="4300"/>
                  </a:lnTo>
                  <a:lnTo>
                    <a:pt x="7166" y="5255"/>
                  </a:lnTo>
                  <a:lnTo>
                    <a:pt x="4777" y="3822"/>
                  </a:lnTo>
                  <a:lnTo>
                    <a:pt x="2389" y="3344"/>
                  </a:lnTo>
                  <a:lnTo>
                    <a:pt x="478" y="3822"/>
                  </a:lnTo>
                  <a:lnTo>
                    <a:pt x="0" y="2867"/>
                  </a:lnTo>
                  <a:lnTo>
                    <a:pt x="0" y="2389"/>
                  </a:lnTo>
                  <a:lnTo>
                    <a:pt x="1911" y="1433"/>
                  </a:lnTo>
                  <a:lnTo>
                    <a:pt x="2389" y="956"/>
                  </a:lnTo>
                  <a:lnTo>
                    <a:pt x="2389" y="956"/>
                  </a:lnTo>
                  <a:lnTo>
                    <a:pt x="2389" y="478"/>
                  </a:lnTo>
                  <a:lnTo>
                    <a:pt x="2866" y="0"/>
                  </a:lnTo>
                  <a:lnTo>
                    <a:pt x="3821" y="0"/>
                  </a:lnTo>
                  <a:lnTo>
                    <a:pt x="4300" y="0"/>
                  </a:lnTo>
                  <a:lnTo>
                    <a:pt x="5733" y="0"/>
                  </a:lnTo>
                  <a:lnTo>
                    <a:pt x="6210" y="0"/>
                  </a:lnTo>
                  <a:lnTo>
                    <a:pt x="7166" y="0"/>
                  </a:lnTo>
                  <a:lnTo>
                    <a:pt x="7166" y="478"/>
                  </a:lnTo>
                  <a:lnTo>
                    <a:pt x="7644" y="956"/>
                  </a:lnTo>
                  <a:lnTo>
                    <a:pt x="7644" y="1911"/>
                  </a:lnTo>
                  <a:lnTo>
                    <a:pt x="812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" name="Freeform 670">
              <a:extLst>
                <a:ext uri="{FF2B5EF4-FFF2-40B4-BE49-F238E27FC236}">
                  <a16:creationId xmlns:a16="http://schemas.microsoft.com/office/drawing/2014/main" id="{CFBC899D-3A77-58EA-5960-821A6D4BA9BF}"/>
                </a:ext>
              </a:extLst>
            </p:cNvPr>
            <p:cNvSpPr/>
            <p:nvPr/>
          </p:nvSpPr>
          <p:spPr>
            <a:xfrm>
              <a:off x="8147369" y="4320704"/>
              <a:ext cx="1911" cy="2388"/>
            </a:xfrm>
            <a:custGeom>
              <a:avLst/>
              <a:gdLst>
                <a:gd name="csX0" fmla="*/ 1911 w 1911"/>
                <a:gd name="csY0" fmla="*/ 956 h 2388"/>
                <a:gd name="csX1" fmla="*/ 1911 w 1911"/>
                <a:gd name="csY1" fmla="*/ 1433 h 2388"/>
                <a:gd name="csX2" fmla="*/ 1911 w 1911"/>
                <a:gd name="csY2" fmla="*/ 1911 h 2388"/>
                <a:gd name="csX3" fmla="*/ 1433 w 1911"/>
                <a:gd name="csY3" fmla="*/ 2389 h 2388"/>
                <a:gd name="csX4" fmla="*/ 0 w 1911"/>
                <a:gd name="csY4" fmla="*/ 956 h 2388"/>
                <a:gd name="csX5" fmla="*/ 0 w 1911"/>
                <a:gd name="csY5" fmla="*/ 478 h 2388"/>
                <a:gd name="csX6" fmla="*/ 955 w 1911"/>
                <a:gd name="csY6" fmla="*/ 0 h 2388"/>
                <a:gd name="csX7" fmla="*/ 1911 w 1911"/>
                <a:gd name="csY7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2388">
                  <a:moveTo>
                    <a:pt x="1911" y="956"/>
                  </a:moveTo>
                  <a:lnTo>
                    <a:pt x="1911" y="1433"/>
                  </a:lnTo>
                  <a:lnTo>
                    <a:pt x="1911" y="1911"/>
                  </a:lnTo>
                  <a:lnTo>
                    <a:pt x="1433" y="2389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2" name="Freeform 671">
              <a:extLst>
                <a:ext uri="{FF2B5EF4-FFF2-40B4-BE49-F238E27FC236}">
                  <a16:creationId xmlns:a16="http://schemas.microsoft.com/office/drawing/2014/main" id="{D089EB0C-8D2F-06BA-0437-577D46A17425}"/>
                </a:ext>
              </a:extLst>
            </p:cNvPr>
            <p:cNvSpPr/>
            <p:nvPr/>
          </p:nvSpPr>
          <p:spPr>
            <a:xfrm>
              <a:off x="8119183" y="4859106"/>
              <a:ext cx="26752" cy="6210"/>
            </a:xfrm>
            <a:custGeom>
              <a:avLst/>
              <a:gdLst>
                <a:gd name="csX0" fmla="*/ 26753 w 26752"/>
                <a:gd name="csY0" fmla="*/ 1433 h 6210"/>
                <a:gd name="csX1" fmla="*/ 26753 w 26752"/>
                <a:gd name="csY1" fmla="*/ 1911 h 6210"/>
                <a:gd name="csX2" fmla="*/ 22931 w 26752"/>
                <a:gd name="csY2" fmla="*/ 3344 h 6210"/>
                <a:gd name="csX3" fmla="*/ 22453 w 26752"/>
                <a:gd name="csY3" fmla="*/ 4300 h 6210"/>
                <a:gd name="csX4" fmla="*/ 21975 w 26752"/>
                <a:gd name="csY4" fmla="*/ 4300 h 6210"/>
                <a:gd name="csX5" fmla="*/ 18632 w 26752"/>
                <a:gd name="csY5" fmla="*/ 4300 h 6210"/>
                <a:gd name="csX6" fmla="*/ 16243 w 26752"/>
                <a:gd name="csY6" fmla="*/ 5733 h 6210"/>
                <a:gd name="csX7" fmla="*/ 14809 w 26752"/>
                <a:gd name="csY7" fmla="*/ 6210 h 6210"/>
                <a:gd name="csX8" fmla="*/ 9555 w 26752"/>
                <a:gd name="csY8" fmla="*/ 6210 h 6210"/>
                <a:gd name="csX9" fmla="*/ 8599 w 26752"/>
                <a:gd name="csY9" fmla="*/ 6210 h 6210"/>
                <a:gd name="csX10" fmla="*/ 8121 w 26752"/>
                <a:gd name="csY10" fmla="*/ 6210 h 6210"/>
                <a:gd name="csX11" fmla="*/ 8121 w 26752"/>
                <a:gd name="csY11" fmla="*/ 6210 h 6210"/>
                <a:gd name="csX12" fmla="*/ 6211 w 26752"/>
                <a:gd name="csY12" fmla="*/ 6210 h 6210"/>
                <a:gd name="csX13" fmla="*/ 955 w 26752"/>
                <a:gd name="csY13" fmla="*/ 4777 h 6210"/>
                <a:gd name="csX14" fmla="*/ 0 w 26752"/>
                <a:gd name="csY14" fmla="*/ 3822 h 6210"/>
                <a:gd name="csX15" fmla="*/ 955 w 26752"/>
                <a:gd name="csY15" fmla="*/ 2389 h 6210"/>
                <a:gd name="csX16" fmla="*/ 2866 w 26752"/>
                <a:gd name="csY16" fmla="*/ 478 h 6210"/>
                <a:gd name="csX17" fmla="*/ 6688 w 26752"/>
                <a:gd name="csY17" fmla="*/ 0 h 6210"/>
                <a:gd name="csX18" fmla="*/ 24842 w 26752"/>
                <a:gd name="csY18" fmla="*/ 0 h 6210"/>
                <a:gd name="csX19" fmla="*/ 26753 w 26752"/>
                <a:gd name="csY19" fmla="*/ 14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6752" h="6210">
                  <a:moveTo>
                    <a:pt x="26753" y="1433"/>
                  </a:moveTo>
                  <a:lnTo>
                    <a:pt x="26753" y="1911"/>
                  </a:lnTo>
                  <a:lnTo>
                    <a:pt x="22931" y="3344"/>
                  </a:lnTo>
                  <a:lnTo>
                    <a:pt x="22453" y="4300"/>
                  </a:lnTo>
                  <a:lnTo>
                    <a:pt x="21975" y="4300"/>
                  </a:lnTo>
                  <a:lnTo>
                    <a:pt x="18632" y="4300"/>
                  </a:lnTo>
                  <a:lnTo>
                    <a:pt x="16243" y="5733"/>
                  </a:lnTo>
                  <a:lnTo>
                    <a:pt x="14809" y="6210"/>
                  </a:lnTo>
                  <a:lnTo>
                    <a:pt x="9555" y="6210"/>
                  </a:lnTo>
                  <a:lnTo>
                    <a:pt x="8599" y="6210"/>
                  </a:lnTo>
                  <a:lnTo>
                    <a:pt x="8121" y="6210"/>
                  </a:lnTo>
                  <a:lnTo>
                    <a:pt x="8121" y="6210"/>
                  </a:lnTo>
                  <a:lnTo>
                    <a:pt x="6211" y="6210"/>
                  </a:lnTo>
                  <a:lnTo>
                    <a:pt x="955" y="4777"/>
                  </a:lnTo>
                  <a:lnTo>
                    <a:pt x="0" y="3822"/>
                  </a:lnTo>
                  <a:lnTo>
                    <a:pt x="955" y="2389"/>
                  </a:lnTo>
                  <a:lnTo>
                    <a:pt x="2866" y="478"/>
                  </a:lnTo>
                  <a:lnTo>
                    <a:pt x="6688" y="0"/>
                  </a:lnTo>
                  <a:lnTo>
                    <a:pt x="24842" y="0"/>
                  </a:lnTo>
                  <a:lnTo>
                    <a:pt x="2675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3" name="Freeform 672">
              <a:extLst>
                <a:ext uri="{FF2B5EF4-FFF2-40B4-BE49-F238E27FC236}">
                  <a16:creationId xmlns:a16="http://schemas.microsoft.com/office/drawing/2014/main" id="{225006E2-328B-0C3F-7AEA-158318F77F52}"/>
                </a:ext>
              </a:extLst>
            </p:cNvPr>
            <p:cNvSpPr/>
            <p:nvPr/>
          </p:nvSpPr>
          <p:spPr>
            <a:xfrm>
              <a:off x="8145458" y="3821477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0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4" name="Freeform 673">
              <a:extLst>
                <a:ext uri="{FF2B5EF4-FFF2-40B4-BE49-F238E27FC236}">
                  <a16:creationId xmlns:a16="http://schemas.microsoft.com/office/drawing/2014/main" id="{3C676EB1-99AF-8682-4FB3-729A20AF8353}"/>
                </a:ext>
              </a:extLst>
            </p:cNvPr>
            <p:cNvSpPr/>
            <p:nvPr/>
          </p:nvSpPr>
          <p:spPr>
            <a:xfrm>
              <a:off x="8141159" y="4320227"/>
              <a:ext cx="4299" cy="2388"/>
            </a:xfrm>
            <a:custGeom>
              <a:avLst/>
              <a:gdLst>
                <a:gd name="csX0" fmla="*/ 4300 w 4299"/>
                <a:gd name="csY0" fmla="*/ 0 h 2388"/>
                <a:gd name="csX1" fmla="*/ 3344 w 4299"/>
                <a:gd name="csY1" fmla="*/ 956 h 2388"/>
                <a:gd name="csX2" fmla="*/ 3344 w 4299"/>
                <a:gd name="csY2" fmla="*/ 2389 h 2388"/>
                <a:gd name="csX3" fmla="*/ 956 w 4299"/>
                <a:gd name="csY3" fmla="*/ 2389 h 2388"/>
                <a:gd name="csX4" fmla="*/ 478 w 4299"/>
                <a:gd name="csY4" fmla="*/ 2389 h 2388"/>
                <a:gd name="csX5" fmla="*/ 0 w 4299"/>
                <a:gd name="csY5" fmla="*/ 1911 h 2388"/>
                <a:gd name="csX6" fmla="*/ 956 w 4299"/>
                <a:gd name="csY6" fmla="*/ 956 h 2388"/>
                <a:gd name="csX7" fmla="*/ 4300 w 4299"/>
                <a:gd name="csY7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2388">
                  <a:moveTo>
                    <a:pt x="4300" y="0"/>
                  </a:moveTo>
                  <a:lnTo>
                    <a:pt x="3344" y="956"/>
                  </a:lnTo>
                  <a:lnTo>
                    <a:pt x="3344" y="2389"/>
                  </a:lnTo>
                  <a:lnTo>
                    <a:pt x="956" y="2389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956" y="956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5" name="Freeform 674">
              <a:extLst>
                <a:ext uri="{FF2B5EF4-FFF2-40B4-BE49-F238E27FC236}">
                  <a16:creationId xmlns:a16="http://schemas.microsoft.com/office/drawing/2014/main" id="{B5326892-D47C-614C-7C95-F15398F78AFA}"/>
                </a:ext>
              </a:extLst>
            </p:cNvPr>
            <p:cNvSpPr/>
            <p:nvPr/>
          </p:nvSpPr>
          <p:spPr>
            <a:xfrm>
              <a:off x="8132560" y="4309239"/>
              <a:ext cx="3343" cy="2866"/>
            </a:xfrm>
            <a:custGeom>
              <a:avLst/>
              <a:gdLst>
                <a:gd name="csX0" fmla="*/ 3344 w 3343"/>
                <a:gd name="csY0" fmla="*/ 1911 h 2866"/>
                <a:gd name="csX1" fmla="*/ 3344 w 3343"/>
                <a:gd name="csY1" fmla="*/ 2866 h 2866"/>
                <a:gd name="csX2" fmla="*/ 1910 w 3343"/>
                <a:gd name="csY2" fmla="*/ 1433 h 2866"/>
                <a:gd name="csX3" fmla="*/ 1433 w 3343"/>
                <a:gd name="csY3" fmla="*/ 1433 h 2866"/>
                <a:gd name="csX4" fmla="*/ 478 w 3343"/>
                <a:gd name="csY4" fmla="*/ 478 h 2866"/>
                <a:gd name="csX5" fmla="*/ 0 w 3343"/>
                <a:gd name="csY5" fmla="*/ 0 h 2866"/>
                <a:gd name="csX6" fmla="*/ 1433 w 3343"/>
                <a:gd name="csY6" fmla="*/ 0 h 2866"/>
                <a:gd name="csX7" fmla="*/ 2389 w 3343"/>
                <a:gd name="csY7" fmla="*/ 955 h 2866"/>
                <a:gd name="csX8" fmla="*/ 3344 w 3343"/>
                <a:gd name="csY8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2866">
                  <a:moveTo>
                    <a:pt x="3344" y="1911"/>
                  </a:moveTo>
                  <a:lnTo>
                    <a:pt x="3344" y="2866"/>
                  </a:lnTo>
                  <a:lnTo>
                    <a:pt x="1910" y="1433"/>
                  </a:lnTo>
                  <a:lnTo>
                    <a:pt x="1433" y="1433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389" y="955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" name="Freeform 675">
              <a:extLst>
                <a:ext uri="{FF2B5EF4-FFF2-40B4-BE49-F238E27FC236}">
                  <a16:creationId xmlns:a16="http://schemas.microsoft.com/office/drawing/2014/main" id="{2147AA43-75B1-80CC-7DBC-FE075FFB82FE}"/>
                </a:ext>
              </a:extLst>
            </p:cNvPr>
            <p:cNvSpPr/>
            <p:nvPr/>
          </p:nvSpPr>
          <p:spPr>
            <a:xfrm>
              <a:off x="8133993" y="4322138"/>
              <a:ext cx="1433" cy="955"/>
            </a:xfrm>
            <a:custGeom>
              <a:avLst/>
              <a:gdLst>
                <a:gd name="csX0" fmla="*/ 956 w 1433"/>
                <a:gd name="csY0" fmla="*/ 0 h 955"/>
                <a:gd name="csX1" fmla="*/ 1433 w 1433"/>
                <a:gd name="csY1" fmla="*/ 478 h 955"/>
                <a:gd name="csX2" fmla="*/ 1433 w 1433"/>
                <a:gd name="csY2" fmla="*/ 478 h 955"/>
                <a:gd name="csX3" fmla="*/ 478 w 1433"/>
                <a:gd name="csY3" fmla="*/ 478 h 955"/>
                <a:gd name="csX4" fmla="*/ 478 w 1433"/>
                <a:gd name="csY4" fmla="*/ 956 h 955"/>
                <a:gd name="csX5" fmla="*/ 0 w 1433"/>
                <a:gd name="csY5" fmla="*/ 956 h 955"/>
                <a:gd name="csX6" fmla="*/ 0 w 1433"/>
                <a:gd name="csY6" fmla="*/ 478 h 955"/>
                <a:gd name="csX7" fmla="*/ 478 w 1433"/>
                <a:gd name="csY7" fmla="*/ 0 h 955"/>
                <a:gd name="csX8" fmla="*/ 956 w 1433"/>
                <a:gd name="csY8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955">
                  <a:moveTo>
                    <a:pt x="956" y="0"/>
                  </a:moveTo>
                  <a:lnTo>
                    <a:pt x="1433" y="478"/>
                  </a:lnTo>
                  <a:lnTo>
                    <a:pt x="1433" y="478"/>
                  </a:lnTo>
                  <a:lnTo>
                    <a:pt x="478" y="478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1C392993-6717-8571-F14F-4857BE0FE0E2}"/>
                </a:ext>
              </a:extLst>
            </p:cNvPr>
            <p:cNvSpPr/>
            <p:nvPr/>
          </p:nvSpPr>
          <p:spPr>
            <a:xfrm>
              <a:off x="8133993" y="4322138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478 w 955"/>
                <a:gd name="csY1" fmla="*/ 0 h 477"/>
                <a:gd name="csX2" fmla="*/ 0 w 955"/>
                <a:gd name="csY2" fmla="*/ 478 h 477"/>
                <a:gd name="csX3" fmla="*/ 478 w 955"/>
                <a:gd name="csY3" fmla="*/ 0 h 477"/>
                <a:gd name="csX4" fmla="*/ 956 w 955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Freeform 677">
              <a:extLst>
                <a:ext uri="{FF2B5EF4-FFF2-40B4-BE49-F238E27FC236}">
                  <a16:creationId xmlns:a16="http://schemas.microsoft.com/office/drawing/2014/main" id="{7B203609-FBC5-07CA-6648-54C9248ED1E9}"/>
                </a:ext>
              </a:extLst>
            </p:cNvPr>
            <p:cNvSpPr/>
            <p:nvPr/>
          </p:nvSpPr>
          <p:spPr>
            <a:xfrm>
              <a:off x="8094819" y="2659162"/>
              <a:ext cx="37262" cy="30574"/>
            </a:xfrm>
            <a:custGeom>
              <a:avLst/>
              <a:gdLst>
                <a:gd name="csX0" fmla="*/ 35352 w 37262"/>
                <a:gd name="csY0" fmla="*/ 7166 h 30574"/>
                <a:gd name="csX1" fmla="*/ 37263 w 37262"/>
                <a:gd name="csY1" fmla="*/ 10032 h 30574"/>
                <a:gd name="csX2" fmla="*/ 36785 w 37262"/>
                <a:gd name="csY2" fmla="*/ 13376 h 30574"/>
                <a:gd name="csX3" fmla="*/ 35830 w 37262"/>
                <a:gd name="csY3" fmla="*/ 15765 h 30574"/>
                <a:gd name="csX4" fmla="*/ 34874 w 37262"/>
                <a:gd name="csY4" fmla="*/ 18631 h 30574"/>
                <a:gd name="csX5" fmla="*/ 33441 w 37262"/>
                <a:gd name="csY5" fmla="*/ 21020 h 30574"/>
                <a:gd name="csX6" fmla="*/ 29619 w 37262"/>
                <a:gd name="csY6" fmla="*/ 23886 h 30574"/>
                <a:gd name="csX7" fmla="*/ 26275 w 37262"/>
                <a:gd name="csY7" fmla="*/ 30097 h 30574"/>
                <a:gd name="csX8" fmla="*/ 25319 w 37262"/>
                <a:gd name="csY8" fmla="*/ 30575 h 30574"/>
                <a:gd name="csX9" fmla="*/ 13854 w 37262"/>
                <a:gd name="csY9" fmla="*/ 27231 h 30574"/>
                <a:gd name="csX10" fmla="*/ 11943 w 37262"/>
                <a:gd name="csY10" fmla="*/ 25797 h 30574"/>
                <a:gd name="csX11" fmla="*/ 8121 w 37262"/>
                <a:gd name="csY11" fmla="*/ 22453 h 30574"/>
                <a:gd name="csX12" fmla="*/ 2866 w 37262"/>
                <a:gd name="csY12" fmla="*/ 18631 h 30574"/>
                <a:gd name="csX13" fmla="*/ 0 w 37262"/>
                <a:gd name="csY13" fmla="*/ 13376 h 30574"/>
                <a:gd name="csX14" fmla="*/ 1433 w 37262"/>
                <a:gd name="csY14" fmla="*/ 12421 h 30574"/>
                <a:gd name="csX15" fmla="*/ 2866 w 37262"/>
                <a:gd name="csY15" fmla="*/ 11943 h 30574"/>
                <a:gd name="csX16" fmla="*/ 7644 w 37262"/>
                <a:gd name="csY16" fmla="*/ 12421 h 30574"/>
                <a:gd name="csX17" fmla="*/ 9077 w 37262"/>
                <a:gd name="csY17" fmla="*/ 10988 h 30574"/>
                <a:gd name="csX18" fmla="*/ 9555 w 37262"/>
                <a:gd name="csY18" fmla="*/ 6210 h 30574"/>
                <a:gd name="csX19" fmla="*/ 9555 w 37262"/>
                <a:gd name="csY19" fmla="*/ 3822 h 30574"/>
                <a:gd name="csX20" fmla="*/ 10032 w 37262"/>
                <a:gd name="csY20" fmla="*/ 1433 h 30574"/>
                <a:gd name="csX21" fmla="*/ 11466 w 37262"/>
                <a:gd name="csY21" fmla="*/ 0 h 30574"/>
                <a:gd name="csX22" fmla="*/ 28664 w 37262"/>
                <a:gd name="csY22" fmla="*/ 4777 h 30574"/>
                <a:gd name="csX23" fmla="*/ 35352 w 37262"/>
                <a:gd name="csY23" fmla="*/ 7166 h 30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37262" h="30574">
                  <a:moveTo>
                    <a:pt x="35352" y="7166"/>
                  </a:moveTo>
                  <a:lnTo>
                    <a:pt x="37263" y="10032"/>
                  </a:lnTo>
                  <a:lnTo>
                    <a:pt x="36785" y="13376"/>
                  </a:lnTo>
                  <a:lnTo>
                    <a:pt x="35830" y="15765"/>
                  </a:lnTo>
                  <a:lnTo>
                    <a:pt x="34874" y="18631"/>
                  </a:lnTo>
                  <a:lnTo>
                    <a:pt x="33441" y="21020"/>
                  </a:lnTo>
                  <a:lnTo>
                    <a:pt x="29619" y="23886"/>
                  </a:lnTo>
                  <a:lnTo>
                    <a:pt x="26275" y="30097"/>
                  </a:lnTo>
                  <a:lnTo>
                    <a:pt x="25319" y="30575"/>
                  </a:lnTo>
                  <a:lnTo>
                    <a:pt x="13854" y="27231"/>
                  </a:lnTo>
                  <a:lnTo>
                    <a:pt x="11943" y="25797"/>
                  </a:lnTo>
                  <a:lnTo>
                    <a:pt x="8121" y="22453"/>
                  </a:lnTo>
                  <a:lnTo>
                    <a:pt x="2866" y="18631"/>
                  </a:lnTo>
                  <a:lnTo>
                    <a:pt x="0" y="13376"/>
                  </a:lnTo>
                  <a:lnTo>
                    <a:pt x="1433" y="12421"/>
                  </a:lnTo>
                  <a:lnTo>
                    <a:pt x="2866" y="11943"/>
                  </a:lnTo>
                  <a:lnTo>
                    <a:pt x="7644" y="12421"/>
                  </a:lnTo>
                  <a:lnTo>
                    <a:pt x="9077" y="10988"/>
                  </a:lnTo>
                  <a:lnTo>
                    <a:pt x="9555" y="6210"/>
                  </a:lnTo>
                  <a:lnTo>
                    <a:pt x="9555" y="3822"/>
                  </a:lnTo>
                  <a:lnTo>
                    <a:pt x="10032" y="1433"/>
                  </a:lnTo>
                  <a:lnTo>
                    <a:pt x="11466" y="0"/>
                  </a:lnTo>
                  <a:lnTo>
                    <a:pt x="28664" y="4777"/>
                  </a:lnTo>
                  <a:lnTo>
                    <a:pt x="35352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9" name="Freeform 678">
              <a:extLst>
                <a:ext uri="{FF2B5EF4-FFF2-40B4-BE49-F238E27FC236}">
                  <a16:creationId xmlns:a16="http://schemas.microsoft.com/office/drawing/2014/main" id="{E48F1AAE-08C3-6404-E0BC-A15592FDF1DB}"/>
                </a:ext>
              </a:extLst>
            </p:cNvPr>
            <p:cNvSpPr/>
            <p:nvPr/>
          </p:nvSpPr>
          <p:spPr>
            <a:xfrm>
              <a:off x="8123005" y="5212148"/>
              <a:ext cx="5254" cy="11465"/>
            </a:xfrm>
            <a:custGeom>
              <a:avLst/>
              <a:gdLst>
                <a:gd name="csX0" fmla="*/ 4777 w 5254"/>
                <a:gd name="csY0" fmla="*/ 9077 h 11465"/>
                <a:gd name="csX1" fmla="*/ 5255 w 5254"/>
                <a:gd name="csY1" fmla="*/ 10510 h 11465"/>
                <a:gd name="csX2" fmla="*/ 4777 w 5254"/>
                <a:gd name="csY2" fmla="*/ 11465 h 11465"/>
                <a:gd name="csX3" fmla="*/ 955 w 5254"/>
                <a:gd name="csY3" fmla="*/ 5255 h 11465"/>
                <a:gd name="csX4" fmla="*/ 0 w 5254"/>
                <a:gd name="csY4" fmla="*/ 955 h 11465"/>
                <a:gd name="csX5" fmla="*/ 478 w 5254"/>
                <a:gd name="csY5" fmla="*/ 0 h 11465"/>
                <a:gd name="csX6" fmla="*/ 1433 w 5254"/>
                <a:gd name="csY6" fmla="*/ 0 h 11465"/>
                <a:gd name="csX7" fmla="*/ 3344 w 5254"/>
                <a:gd name="csY7" fmla="*/ 5733 h 11465"/>
                <a:gd name="csX8" fmla="*/ 4299 w 5254"/>
                <a:gd name="csY8" fmla="*/ 7166 h 11465"/>
                <a:gd name="csX9" fmla="*/ 4299 w 5254"/>
                <a:gd name="csY9" fmla="*/ 8599 h 11465"/>
                <a:gd name="csX10" fmla="*/ 4777 w 5254"/>
                <a:gd name="csY10" fmla="*/ 9077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4" h="11465">
                  <a:moveTo>
                    <a:pt x="4777" y="9077"/>
                  </a:moveTo>
                  <a:lnTo>
                    <a:pt x="5255" y="10510"/>
                  </a:lnTo>
                  <a:lnTo>
                    <a:pt x="4777" y="11465"/>
                  </a:lnTo>
                  <a:lnTo>
                    <a:pt x="955" y="5255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3344" y="5733"/>
                  </a:lnTo>
                  <a:lnTo>
                    <a:pt x="4299" y="7166"/>
                  </a:lnTo>
                  <a:lnTo>
                    <a:pt x="4299" y="8599"/>
                  </a:lnTo>
                  <a:lnTo>
                    <a:pt x="4777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Freeform 679">
              <a:extLst>
                <a:ext uri="{FF2B5EF4-FFF2-40B4-BE49-F238E27FC236}">
                  <a16:creationId xmlns:a16="http://schemas.microsoft.com/office/drawing/2014/main" id="{8DF167E3-3063-91BB-7D07-28D9083A0824}"/>
                </a:ext>
              </a:extLst>
            </p:cNvPr>
            <p:cNvSpPr/>
            <p:nvPr/>
          </p:nvSpPr>
          <p:spPr>
            <a:xfrm>
              <a:off x="8116794" y="3822910"/>
              <a:ext cx="8599" cy="2866"/>
            </a:xfrm>
            <a:custGeom>
              <a:avLst/>
              <a:gdLst>
                <a:gd name="csX0" fmla="*/ 8599 w 8599"/>
                <a:gd name="csY0" fmla="*/ 2867 h 2866"/>
                <a:gd name="csX1" fmla="*/ 1911 w 8599"/>
                <a:gd name="csY1" fmla="*/ 956 h 2866"/>
                <a:gd name="csX2" fmla="*/ 0 w 8599"/>
                <a:gd name="csY2" fmla="*/ 0 h 2866"/>
                <a:gd name="csX3" fmla="*/ 1911 w 8599"/>
                <a:gd name="csY3" fmla="*/ 956 h 2866"/>
                <a:gd name="csX4" fmla="*/ 8599 w 8599"/>
                <a:gd name="csY4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99" h="2866">
                  <a:moveTo>
                    <a:pt x="8599" y="2867"/>
                  </a:moveTo>
                  <a:lnTo>
                    <a:pt x="1911" y="956"/>
                  </a:lnTo>
                  <a:lnTo>
                    <a:pt x="0" y="0"/>
                  </a:lnTo>
                  <a:lnTo>
                    <a:pt x="1911" y="956"/>
                  </a:lnTo>
                  <a:lnTo>
                    <a:pt x="8599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1" name="Freeform 680">
              <a:extLst>
                <a:ext uri="{FF2B5EF4-FFF2-40B4-BE49-F238E27FC236}">
                  <a16:creationId xmlns:a16="http://schemas.microsoft.com/office/drawing/2014/main" id="{55B05470-8C2C-07A5-D63C-C66CFA74E081}"/>
                </a:ext>
              </a:extLst>
            </p:cNvPr>
            <p:cNvSpPr/>
            <p:nvPr/>
          </p:nvSpPr>
          <p:spPr>
            <a:xfrm>
              <a:off x="8108673" y="4706232"/>
              <a:ext cx="15764" cy="2388"/>
            </a:xfrm>
            <a:custGeom>
              <a:avLst/>
              <a:gdLst>
                <a:gd name="csX0" fmla="*/ 15765 w 15764"/>
                <a:gd name="csY0" fmla="*/ 478 h 2388"/>
                <a:gd name="csX1" fmla="*/ 15765 w 15764"/>
                <a:gd name="csY1" fmla="*/ 478 h 2388"/>
                <a:gd name="csX2" fmla="*/ 14809 w 15764"/>
                <a:gd name="csY2" fmla="*/ 0 h 2388"/>
                <a:gd name="csX3" fmla="*/ 5733 w 15764"/>
                <a:gd name="csY3" fmla="*/ 0 h 2388"/>
                <a:gd name="csX4" fmla="*/ 2866 w 15764"/>
                <a:gd name="csY4" fmla="*/ 956 h 2388"/>
                <a:gd name="csX5" fmla="*/ 955 w 15764"/>
                <a:gd name="csY5" fmla="*/ 1433 h 2388"/>
                <a:gd name="csX6" fmla="*/ 0 w 15764"/>
                <a:gd name="csY6" fmla="*/ 2389 h 2388"/>
                <a:gd name="csX7" fmla="*/ 0 w 15764"/>
                <a:gd name="csY7" fmla="*/ 2389 h 2388"/>
                <a:gd name="csX8" fmla="*/ 955 w 15764"/>
                <a:gd name="csY8" fmla="*/ 1433 h 2388"/>
                <a:gd name="csX9" fmla="*/ 2866 w 15764"/>
                <a:gd name="csY9" fmla="*/ 956 h 2388"/>
                <a:gd name="csX10" fmla="*/ 5733 w 15764"/>
                <a:gd name="csY10" fmla="*/ 0 h 2388"/>
                <a:gd name="csX11" fmla="*/ 14809 w 15764"/>
                <a:gd name="csY11" fmla="*/ 0 h 2388"/>
                <a:gd name="csX12" fmla="*/ 15765 w 15764"/>
                <a:gd name="csY12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5764" h="2388">
                  <a:moveTo>
                    <a:pt x="15765" y="478"/>
                  </a:moveTo>
                  <a:lnTo>
                    <a:pt x="15765" y="478"/>
                  </a:lnTo>
                  <a:lnTo>
                    <a:pt x="14809" y="0"/>
                  </a:lnTo>
                  <a:lnTo>
                    <a:pt x="5733" y="0"/>
                  </a:lnTo>
                  <a:lnTo>
                    <a:pt x="2866" y="956"/>
                  </a:lnTo>
                  <a:lnTo>
                    <a:pt x="955" y="1433"/>
                  </a:lnTo>
                  <a:lnTo>
                    <a:pt x="0" y="2389"/>
                  </a:lnTo>
                  <a:lnTo>
                    <a:pt x="0" y="2389"/>
                  </a:lnTo>
                  <a:lnTo>
                    <a:pt x="955" y="1433"/>
                  </a:lnTo>
                  <a:lnTo>
                    <a:pt x="2866" y="956"/>
                  </a:lnTo>
                  <a:lnTo>
                    <a:pt x="5733" y="0"/>
                  </a:lnTo>
                  <a:lnTo>
                    <a:pt x="14809" y="0"/>
                  </a:lnTo>
                  <a:lnTo>
                    <a:pt x="1576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2" name="Freeform 681">
              <a:extLst>
                <a:ext uri="{FF2B5EF4-FFF2-40B4-BE49-F238E27FC236}">
                  <a16:creationId xmlns:a16="http://schemas.microsoft.com/office/drawing/2014/main" id="{B3810EBE-83C8-813F-C8DA-18B5CE392AE2}"/>
                </a:ext>
              </a:extLst>
            </p:cNvPr>
            <p:cNvSpPr/>
            <p:nvPr/>
          </p:nvSpPr>
          <p:spPr>
            <a:xfrm>
              <a:off x="8119183" y="4331215"/>
              <a:ext cx="2866" cy="3821"/>
            </a:xfrm>
            <a:custGeom>
              <a:avLst/>
              <a:gdLst>
                <a:gd name="csX0" fmla="*/ 2866 w 2866"/>
                <a:gd name="csY0" fmla="*/ 478 h 3821"/>
                <a:gd name="csX1" fmla="*/ 1911 w 2866"/>
                <a:gd name="csY1" fmla="*/ 956 h 3821"/>
                <a:gd name="csX2" fmla="*/ 1433 w 2866"/>
                <a:gd name="csY2" fmla="*/ 1433 h 3821"/>
                <a:gd name="csX3" fmla="*/ 1433 w 2866"/>
                <a:gd name="csY3" fmla="*/ 3344 h 3821"/>
                <a:gd name="csX4" fmla="*/ 955 w 2866"/>
                <a:gd name="csY4" fmla="*/ 3822 h 3821"/>
                <a:gd name="csX5" fmla="*/ 478 w 2866"/>
                <a:gd name="csY5" fmla="*/ 2866 h 3821"/>
                <a:gd name="csX6" fmla="*/ 0 w 2866"/>
                <a:gd name="csY6" fmla="*/ 1911 h 3821"/>
                <a:gd name="csX7" fmla="*/ 0 w 2866"/>
                <a:gd name="csY7" fmla="*/ 1433 h 3821"/>
                <a:gd name="csX8" fmla="*/ 955 w 2866"/>
                <a:gd name="csY8" fmla="*/ 956 h 3821"/>
                <a:gd name="csX9" fmla="*/ 955 w 2866"/>
                <a:gd name="csY9" fmla="*/ 0 h 3821"/>
                <a:gd name="csX10" fmla="*/ 2389 w 2866"/>
                <a:gd name="csY10" fmla="*/ 0 h 3821"/>
                <a:gd name="csX11" fmla="*/ 2866 w 2866"/>
                <a:gd name="csY11" fmla="*/ 478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866" h="3821">
                  <a:moveTo>
                    <a:pt x="2866" y="478"/>
                  </a:moveTo>
                  <a:lnTo>
                    <a:pt x="1911" y="956"/>
                  </a:lnTo>
                  <a:lnTo>
                    <a:pt x="1433" y="1433"/>
                  </a:lnTo>
                  <a:lnTo>
                    <a:pt x="1433" y="3344"/>
                  </a:lnTo>
                  <a:lnTo>
                    <a:pt x="955" y="3822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955" y="956"/>
                  </a:lnTo>
                  <a:lnTo>
                    <a:pt x="955" y="0"/>
                  </a:lnTo>
                  <a:lnTo>
                    <a:pt x="2389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3" name="Freeform 682">
              <a:extLst>
                <a:ext uri="{FF2B5EF4-FFF2-40B4-BE49-F238E27FC236}">
                  <a16:creationId xmlns:a16="http://schemas.microsoft.com/office/drawing/2014/main" id="{F8CBD52D-793F-BF90-C2E4-2498476F10B6}"/>
                </a:ext>
              </a:extLst>
            </p:cNvPr>
            <p:cNvSpPr/>
            <p:nvPr/>
          </p:nvSpPr>
          <p:spPr>
            <a:xfrm>
              <a:off x="8116317" y="4838085"/>
              <a:ext cx="2866" cy="2388"/>
            </a:xfrm>
            <a:custGeom>
              <a:avLst/>
              <a:gdLst>
                <a:gd name="csX0" fmla="*/ 2866 w 2866"/>
                <a:gd name="csY0" fmla="*/ 478 h 2388"/>
                <a:gd name="csX1" fmla="*/ 2866 w 2866"/>
                <a:gd name="csY1" fmla="*/ 1433 h 2388"/>
                <a:gd name="csX2" fmla="*/ 2389 w 2866"/>
                <a:gd name="csY2" fmla="*/ 2389 h 2388"/>
                <a:gd name="csX3" fmla="*/ 478 w 2866"/>
                <a:gd name="csY3" fmla="*/ 2389 h 2388"/>
                <a:gd name="csX4" fmla="*/ 0 w 2866"/>
                <a:gd name="csY4" fmla="*/ 1433 h 2388"/>
                <a:gd name="csX5" fmla="*/ 1433 w 2866"/>
                <a:gd name="csY5" fmla="*/ 0 h 2388"/>
                <a:gd name="csX6" fmla="*/ 2389 w 2866"/>
                <a:gd name="csY6" fmla="*/ 0 h 2388"/>
                <a:gd name="csX7" fmla="*/ 2866 w 2866"/>
                <a:gd name="csY7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388">
                  <a:moveTo>
                    <a:pt x="2866" y="478"/>
                  </a:moveTo>
                  <a:lnTo>
                    <a:pt x="2866" y="1433"/>
                  </a:lnTo>
                  <a:lnTo>
                    <a:pt x="2389" y="2389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4" name="Freeform 683">
              <a:extLst>
                <a:ext uri="{FF2B5EF4-FFF2-40B4-BE49-F238E27FC236}">
                  <a16:creationId xmlns:a16="http://schemas.microsoft.com/office/drawing/2014/main" id="{B9D77EE5-DBD8-5167-8857-D24BAD3AEF34}"/>
                </a:ext>
              </a:extLst>
            </p:cNvPr>
            <p:cNvSpPr/>
            <p:nvPr/>
          </p:nvSpPr>
          <p:spPr>
            <a:xfrm>
              <a:off x="8114883" y="3699656"/>
              <a:ext cx="3822" cy="477"/>
            </a:xfrm>
            <a:custGeom>
              <a:avLst/>
              <a:gdLst>
                <a:gd name="csX0" fmla="*/ 3822 w 3822"/>
                <a:gd name="csY0" fmla="*/ 478 h 477"/>
                <a:gd name="csX1" fmla="*/ 3822 w 3822"/>
                <a:gd name="csY1" fmla="*/ 478 h 477"/>
                <a:gd name="csX2" fmla="*/ 0 w 3822"/>
                <a:gd name="csY2" fmla="*/ 0 h 477"/>
                <a:gd name="csX3" fmla="*/ 3822 w 3822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2" h="477">
                  <a:moveTo>
                    <a:pt x="3822" y="478"/>
                  </a:moveTo>
                  <a:lnTo>
                    <a:pt x="3822" y="478"/>
                  </a:lnTo>
                  <a:lnTo>
                    <a:pt x="0" y="0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5" name="Freeform 684">
              <a:extLst>
                <a:ext uri="{FF2B5EF4-FFF2-40B4-BE49-F238E27FC236}">
                  <a16:creationId xmlns:a16="http://schemas.microsoft.com/office/drawing/2014/main" id="{C05B3BE3-A162-84ED-4519-3A4FF7C0234D}"/>
                </a:ext>
              </a:extLst>
            </p:cNvPr>
            <p:cNvSpPr/>
            <p:nvPr/>
          </p:nvSpPr>
          <p:spPr>
            <a:xfrm>
              <a:off x="8104374" y="2505810"/>
              <a:ext cx="13376" cy="15287"/>
            </a:xfrm>
            <a:custGeom>
              <a:avLst/>
              <a:gdLst>
                <a:gd name="csX0" fmla="*/ 12898 w 13376"/>
                <a:gd name="csY0" fmla="*/ 7166 h 15287"/>
                <a:gd name="csX1" fmla="*/ 13376 w 13376"/>
                <a:gd name="csY1" fmla="*/ 10510 h 15287"/>
                <a:gd name="csX2" fmla="*/ 12421 w 13376"/>
                <a:gd name="csY2" fmla="*/ 11466 h 15287"/>
                <a:gd name="csX3" fmla="*/ 11943 w 13376"/>
                <a:gd name="csY3" fmla="*/ 12421 h 15287"/>
                <a:gd name="csX4" fmla="*/ 11943 w 13376"/>
                <a:gd name="csY4" fmla="*/ 14810 h 15287"/>
                <a:gd name="csX5" fmla="*/ 10987 w 13376"/>
                <a:gd name="csY5" fmla="*/ 15287 h 15287"/>
                <a:gd name="csX6" fmla="*/ 8121 w 13376"/>
                <a:gd name="csY6" fmla="*/ 12421 h 15287"/>
                <a:gd name="csX7" fmla="*/ 6210 w 13376"/>
                <a:gd name="csY7" fmla="*/ 8121 h 15287"/>
                <a:gd name="csX8" fmla="*/ 3344 w 13376"/>
                <a:gd name="csY8" fmla="*/ 7166 h 15287"/>
                <a:gd name="csX9" fmla="*/ 478 w 13376"/>
                <a:gd name="csY9" fmla="*/ 3344 h 15287"/>
                <a:gd name="csX10" fmla="*/ 0 w 13376"/>
                <a:gd name="csY10" fmla="*/ 1433 h 15287"/>
                <a:gd name="csX11" fmla="*/ 478 w 13376"/>
                <a:gd name="csY11" fmla="*/ 956 h 15287"/>
                <a:gd name="csX12" fmla="*/ 6210 w 13376"/>
                <a:gd name="csY12" fmla="*/ 1911 h 15287"/>
                <a:gd name="csX13" fmla="*/ 8121 w 13376"/>
                <a:gd name="csY13" fmla="*/ 0 h 15287"/>
                <a:gd name="csX14" fmla="*/ 10032 w 13376"/>
                <a:gd name="csY14" fmla="*/ 1911 h 15287"/>
                <a:gd name="csX15" fmla="*/ 12898 w 13376"/>
                <a:gd name="csY15" fmla="*/ 7166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376" h="15287">
                  <a:moveTo>
                    <a:pt x="12898" y="7166"/>
                  </a:moveTo>
                  <a:lnTo>
                    <a:pt x="13376" y="10510"/>
                  </a:lnTo>
                  <a:lnTo>
                    <a:pt x="12421" y="11466"/>
                  </a:lnTo>
                  <a:lnTo>
                    <a:pt x="11943" y="12421"/>
                  </a:lnTo>
                  <a:lnTo>
                    <a:pt x="11943" y="14810"/>
                  </a:lnTo>
                  <a:lnTo>
                    <a:pt x="10987" y="15287"/>
                  </a:lnTo>
                  <a:lnTo>
                    <a:pt x="8121" y="12421"/>
                  </a:lnTo>
                  <a:lnTo>
                    <a:pt x="6210" y="8121"/>
                  </a:lnTo>
                  <a:lnTo>
                    <a:pt x="3344" y="7166"/>
                  </a:lnTo>
                  <a:lnTo>
                    <a:pt x="478" y="3344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6210" y="1911"/>
                  </a:lnTo>
                  <a:lnTo>
                    <a:pt x="8121" y="0"/>
                  </a:lnTo>
                  <a:lnTo>
                    <a:pt x="10032" y="1911"/>
                  </a:lnTo>
                  <a:lnTo>
                    <a:pt x="12898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6" name="Freeform 685">
              <a:extLst>
                <a:ext uri="{FF2B5EF4-FFF2-40B4-BE49-F238E27FC236}">
                  <a16:creationId xmlns:a16="http://schemas.microsoft.com/office/drawing/2014/main" id="{4BFED565-BCF6-95B2-5340-B845FFE9EFE4}"/>
                </a:ext>
              </a:extLst>
            </p:cNvPr>
            <p:cNvSpPr/>
            <p:nvPr/>
          </p:nvSpPr>
          <p:spPr>
            <a:xfrm>
              <a:off x="8115361" y="4332648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2389 w 2388"/>
                <a:gd name="csY1" fmla="*/ 956 h 1433"/>
                <a:gd name="csX2" fmla="*/ 478 w 2388"/>
                <a:gd name="csY2" fmla="*/ 1433 h 1433"/>
                <a:gd name="csX3" fmla="*/ 0 w 2388"/>
                <a:gd name="csY3" fmla="*/ 1433 h 1433"/>
                <a:gd name="csX4" fmla="*/ 478 w 2388"/>
                <a:gd name="csY4" fmla="*/ 478 h 1433"/>
                <a:gd name="csX5" fmla="*/ 2389 w 2388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2389" y="956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7" name="Freeform 686">
              <a:extLst>
                <a:ext uri="{FF2B5EF4-FFF2-40B4-BE49-F238E27FC236}">
                  <a16:creationId xmlns:a16="http://schemas.microsoft.com/office/drawing/2014/main" id="{B1ACBDCE-B242-E75A-2297-93390A1B7F77}"/>
                </a:ext>
              </a:extLst>
            </p:cNvPr>
            <p:cNvSpPr/>
            <p:nvPr/>
          </p:nvSpPr>
          <p:spPr>
            <a:xfrm>
              <a:off x="8112972" y="3819566"/>
              <a:ext cx="3822" cy="3343"/>
            </a:xfrm>
            <a:custGeom>
              <a:avLst/>
              <a:gdLst>
                <a:gd name="csX0" fmla="*/ 1911 w 3822"/>
                <a:gd name="csY0" fmla="*/ 955 h 3343"/>
                <a:gd name="csX1" fmla="*/ 3822 w 3822"/>
                <a:gd name="csY1" fmla="*/ 3344 h 3343"/>
                <a:gd name="csX2" fmla="*/ 1911 w 3822"/>
                <a:gd name="csY2" fmla="*/ 955 h 3343"/>
                <a:gd name="csX3" fmla="*/ 0 w 3822"/>
                <a:gd name="csY3" fmla="*/ 0 h 3343"/>
                <a:gd name="csX4" fmla="*/ 1911 w 3822"/>
                <a:gd name="csY4" fmla="*/ 955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2" h="3343">
                  <a:moveTo>
                    <a:pt x="1911" y="955"/>
                  </a:moveTo>
                  <a:lnTo>
                    <a:pt x="3822" y="3344"/>
                  </a:lnTo>
                  <a:lnTo>
                    <a:pt x="1911" y="955"/>
                  </a:lnTo>
                  <a:lnTo>
                    <a:pt x="0" y="0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8" name="Freeform 687">
              <a:extLst>
                <a:ext uri="{FF2B5EF4-FFF2-40B4-BE49-F238E27FC236}">
                  <a16:creationId xmlns:a16="http://schemas.microsoft.com/office/drawing/2014/main" id="{2B3283E9-9E25-077F-90C1-1B2072C9A9B6}"/>
                </a:ext>
              </a:extLst>
            </p:cNvPr>
            <p:cNvSpPr/>
            <p:nvPr/>
          </p:nvSpPr>
          <p:spPr>
            <a:xfrm>
              <a:off x="8065199" y="4711487"/>
              <a:ext cx="41085" cy="7643"/>
            </a:xfrm>
            <a:custGeom>
              <a:avLst/>
              <a:gdLst>
                <a:gd name="csX0" fmla="*/ 41085 w 41085"/>
                <a:gd name="csY0" fmla="*/ 2389 h 7643"/>
                <a:gd name="csX1" fmla="*/ 41085 w 41085"/>
                <a:gd name="csY1" fmla="*/ 2389 h 7643"/>
                <a:gd name="csX2" fmla="*/ 38218 w 41085"/>
                <a:gd name="csY2" fmla="*/ 2867 h 7643"/>
                <a:gd name="csX3" fmla="*/ 35830 w 41085"/>
                <a:gd name="csY3" fmla="*/ 4777 h 7643"/>
                <a:gd name="csX4" fmla="*/ 34874 w 41085"/>
                <a:gd name="csY4" fmla="*/ 5255 h 7643"/>
                <a:gd name="csX5" fmla="*/ 33441 w 41085"/>
                <a:gd name="csY5" fmla="*/ 4777 h 7643"/>
                <a:gd name="csX6" fmla="*/ 32008 w 41085"/>
                <a:gd name="csY6" fmla="*/ 4777 h 7643"/>
                <a:gd name="csX7" fmla="*/ 30575 w 41085"/>
                <a:gd name="csY7" fmla="*/ 5255 h 7643"/>
                <a:gd name="csX8" fmla="*/ 29142 w 41085"/>
                <a:gd name="csY8" fmla="*/ 5255 h 7643"/>
                <a:gd name="csX9" fmla="*/ 25320 w 41085"/>
                <a:gd name="csY9" fmla="*/ 4300 h 7643"/>
                <a:gd name="csX10" fmla="*/ 21976 w 41085"/>
                <a:gd name="csY10" fmla="*/ 4300 h 7643"/>
                <a:gd name="csX11" fmla="*/ 19587 w 41085"/>
                <a:gd name="csY11" fmla="*/ 4300 h 7643"/>
                <a:gd name="csX12" fmla="*/ 18632 w 41085"/>
                <a:gd name="csY12" fmla="*/ 4777 h 7643"/>
                <a:gd name="csX13" fmla="*/ 11943 w 41085"/>
                <a:gd name="csY13" fmla="*/ 7166 h 7643"/>
                <a:gd name="csX14" fmla="*/ 10033 w 41085"/>
                <a:gd name="csY14" fmla="*/ 7644 h 7643"/>
                <a:gd name="csX15" fmla="*/ 9077 w 41085"/>
                <a:gd name="csY15" fmla="*/ 7166 h 7643"/>
                <a:gd name="csX16" fmla="*/ 7644 w 41085"/>
                <a:gd name="csY16" fmla="*/ 6211 h 7643"/>
                <a:gd name="csX17" fmla="*/ 6211 w 41085"/>
                <a:gd name="csY17" fmla="*/ 5255 h 7643"/>
                <a:gd name="csX18" fmla="*/ 2389 w 41085"/>
                <a:gd name="csY18" fmla="*/ 1433 h 7643"/>
                <a:gd name="csX19" fmla="*/ 956 w 41085"/>
                <a:gd name="csY19" fmla="*/ 956 h 7643"/>
                <a:gd name="csX20" fmla="*/ 0 w 41085"/>
                <a:gd name="csY20" fmla="*/ 0 h 7643"/>
                <a:gd name="csX21" fmla="*/ 0 w 41085"/>
                <a:gd name="csY21" fmla="*/ 0 h 7643"/>
                <a:gd name="csX22" fmla="*/ 956 w 41085"/>
                <a:gd name="csY22" fmla="*/ 478 h 7643"/>
                <a:gd name="csX23" fmla="*/ 2389 w 41085"/>
                <a:gd name="csY23" fmla="*/ 1433 h 7643"/>
                <a:gd name="csX24" fmla="*/ 6211 w 41085"/>
                <a:gd name="csY24" fmla="*/ 5255 h 7643"/>
                <a:gd name="csX25" fmla="*/ 8122 w 41085"/>
                <a:gd name="csY25" fmla="*/ 6211 h 7643"/>
                <a:gd name="csX26" fmla="*/ 9077 w 41085"/>
                <a:gd name="csY26" fmla="*/ 7166 h 7643"/>
                <a:gd name="csX27" fmla="*/ 10033 w 41085"/>
                <a:gd name="csY27" fmla="*/ 7644 h 7643"/>
                <a:gd name="csX28" fmla="*/ 11943 w 41085"/>
                <a:gd name="csY28" fmla="*/ 7166 h 7643"/>
                <a:gd name="csX29" fmla="*/ 18632 w 41085"/>
                <a:gd name="csY29" fmla="*/ 4777 h 7643"/>
                <a:gd name="csX30" fmla="*/ 19587 w 41085"/>
                <a:gd name="csY30" fmla="*/ 4300 h 7643"/>
                <a:gd name="csX31" fmla="*/ 21976 w 41085"/>
                <a:gd name="csY31" fmla="*/ 3822 h 7643"/>
                <a:gd name="csX32" fmla="*/ 25320 w 41085"/>
                <a:gd name="csY32" fmla="*/ 4300 h 7643"/>
                <a:gd name="csX33" fmla="*/ 29142 w 41085"/>
                <a:gd name="csY33" fmla="*/ 5255 h 7643"/>
                <a:gd name="csX34" fmla="*/ 30575 w 41085"/>
                <a:gd name="csY34" fmla="*/ 5255 h 7643"/>
                <a:gd name="csX35" fmla="*/ 32008 w 41085"/>
                <a:gd name="csY35" fmla="*/ 4300 h 7643"/>
                <a:gd name="csX36" fmla="*/ 33441 w 41085"/>
                <a:gd name="csY36" fmla="*/ 4777 h 7643"/>
                <a:gd name="csX37" fmla="*/ 34874 w 41085"/>
                <a:gd name="csY37" fmla="*/ 4777 h 7643"/>
                <a:gd name="csX38" fmla="*/ 35830 w 41085"/>
                <a:gd name="csY38" fmla="*/ 4777 h 7643"/>
                <a:gd name="csX39" fmla="*/ 38218 w 41085"/>
                <a:gd name="csY39" fmla="*/ 2867 h 7643"/>
                <a:gd name="csX40" fmla="*/ 41085 w 41085"/>
                <a:gd name="csY40" fmla="*/ 2389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41085" h="7643">
                  <a:moveTo>
                    <a:pt x="41085" y="2389"/>
                  </a:moveTo>
                  <a:lnTo>
                    <a:pt x="41085" y="2389"/>
                  </a:lnTo>
                  <a:lnTo>
                    <a:pt x="38218" y="2867"/>
                  </a:lnTo>
                  <a:lnTo>
                    <a:pt x="35830" y="4777"/>
                  </a:lnTo>
                  <a:lnTo>
                    <a:pt x="34874" y="5255"/>
                  </a:lnTo>
                  <a:lnTo>
                    <a:pt x="33441" y="4777"/>
                  </a:lnTo>
                  <a:lnTo>
                    <a:pt x="32008" y="4777"/>
                  </a:lnTo>
                  <a:lnTo>
                    <a:pt x="30575" y="5255"/>
                  </a:lnTo>
                  <a:lnTo>
                    <a:pt x="29142" y="5255"/>
                  </a:lnTo>
                  <a:lnTo>
                    <a:pt x="25320" y="4300"/>
                  </a:lnTo>
                  <a:lnTo>
                    <a:pt x="21976" y="4300"/>
                  </a:lnTo>
                  <a:lnTo>
                    <a:pt x="19587" y="4300"/>
                  </a:lnTo>
                  <a:lnTo>
                    <a:pt x="18632" y="4777"/>
                  </a:lnTo>
                  <a:lnTo>
                    <a:pt x="11943" y="7166"/>
                  </a:lnTo>
                  <a:lnTo>
                    <a:pt x="10033" y="7644"/>
                  </a:lnTo>
                  <a:lnTo>
                    <a:pt x="9077" y="7166"/>
                  </a:lnTo>
                  <a:lnTo>
                    <a:pt x="7644" y="6211"/>
                  </a:lnTo>
                  <a:lnTo>
                    <a:pt x="6211" y="5255"/>
                  </a:lnTo>
                  <a:lnTo>
                    <a:pt x="2389" y="1433"/>
                  </a:lnTo>
                  <a:lnTo>
                    <a:pt x="956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2389" y="1433"/>
                  </a:lnTo>
                  <a:lnTo>
                    <a:pt x="6211" y="5255"/>
                  </a:lnTo>
                  <a:lnTo>
                    <a:pt x="8122" y="6211"/>
                  </a:lnTo>
                  <a:lnTo>
                    <a:pt x="9077" y="7166"/>
                  </a:lnTo>
                  <a:lnTo>
                    <a:pt x="10033" y="7644"/>
                  </a:lnTo>
                  <a:lnTo>
                    <a:pt x="11943" y="7166"/>
                  </a:lnTo>
                  <a:lnTo>
                    <a:pt x="18632" y="4777"/>
                  </a:lnTo>
                  <a:lnTo>
                    <a:pt x="19587" y="4300"/>
                  </a:lnTo>
                  <a:lnTo>
                    <a:pt x="21976" y="3822"/>
                  </a:lnTo>
                  <a:lnTo>
                    <a:pt x="25320" y="4300"/>
                  </a:lnTo>
                  <a:lnTo>
                    <a:pt x="29142" y="5255"/>
                  </a:lnTo>
                  <a:lnTo>
                    <a:pt x="30575" y="5255"/>
                  </a:lnTo>
                  <a:lnTo>
                    <a:pt x="32008" y="4300"/>
                  </a:lnTo>
                  <a:lnTo>
                    <a:pt x="33441" y="4777"/>
                  </a:lnTo>
                  <a:lnTo>
                    <a:pt x="34874" y="4777"/>
                  </a:lnTo>
                  <a:lnTo>
                    <a:pt x="35830" y="4777"/>
                  </a:lnTo>
                  <a:lnTo>
                    <a:pt x="38218" y="2867"/>
                  </a:lnTo>
                  <a:lnTo>
                    <a:pt x="4108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9" name="Freeform 688">
              <a:extLst>
                <a:ext uri="{FF2B5EF4-FFF2-40B4-BE49-F238E27FC236}">
                  <a16:creationId xmlns:a16="http://schemas.microsoft.com/office/drawing/2014/main" id="{4AA3F766-A8DD-BADC-A353-C355CB07C3A5}"/>
                </a:ext>
              </a:extLst>
            </p:cNvPr>
            <p:cNvSpPr/>
            <p:nvPr/>
          </p:nvSpPr>
          <p:spPr>
            <a:xfrm>
              <a:off x="8102940" y="3853485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0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0" name="Freeform 689">
              <a:extLst>
                <a:ext uri="{FF2B5EF4-FFF2-40B4-BE49-F238E27FC236}">
                  <a16:creationId xmlns:a16="http://schemas.microsoft.com/office/drawing/2014/main" id="{BB4FD22C-E7D7-F78A-52D3-7F936526A2F4}"/>
                </a:ext>
              </a:extLst>
            </p:cNvPr>
            <p:cNvSpPr/>
            <p:nvPr/>
          </p:nvSpPr>
          <p:spPr>
            <a:xfrm>
              <a:off x="8095774" y="3855874"/>
              <a:ext cx="3344" cy="2866"/>
            </a:xfrm>
            <a:custGeom>
              <a:avLst/>
              <a:gdLst>
                <a:gd name="csX0" fmla="*/ 3344 w 3344"/>
                <a:gd name="csY0" fmla="*/ 0 h 2866"/>
                <a:gd name="csX1" fmla="*/ 1911 w 3344"/>
                <a:gd name="csY1" fmla="*/ 1433 h 2866"/>
                <a:gd name="csX2" fmla="*/ 0 w 3344"/>
                <a:gd name="csY2" fmla="*/ 2866 h 2866"/>
                <a:gd name="csX3" fmla="*/ 1911 w 3344"/>
                <a:gd name="csY3" fmla="*/ 1433 h 2866"/>
                <a:gd name="csX4" fmla="*/ 3344 w 3344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2866">
                  <a:moveTo>
                    <a:pt x="3344" y="0"/>
                  </a:moveTo>
                  <a:lnTo>
                    <a:pt x="1911" y="1433"/>
                  </a:lnTo>
                  <a:lnTo>
                    <a:pt x="0" y="2866"/>
                  </a:lnTo>
                  <a:lnTo>
                    <a:pt x="1911" y="1433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1" name="Freeform 690">
              <a:extLst>
                <a:ext uri="{FF2B5EF4-FFF2-40B4-BE49-F238E27FC236}">
                  <a16:creationId xmlns:a16="http://schemas.microsoft.com/office/drawing/2014/main" id="{4ED65C33-62E7-1AB3-5509-DBA694B15BAC}"/>
                </a:ext>
              </a:extLst>
            </p:cNvPr>
            <p:cNvSpPr/>
            <p:nvPr/>
          </p:nvSpPr>
          <p:spPr>
            <a:xfrm>
              <a:off x="8096252" y="3703478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0 w 1911"/>
                <a:gd name="csY1" fmla="*/ 478 h 477"/>
                <a:gd name="csX2" fmla="*/ 0 w 1911"/>
                <a:gd name="csY2" fmla="*/ 478 h 477"/>
                <a:gd name="csX3" fmla="*/ 1911 w 1911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2" name="Freeform 691">
              <a:extLst>
                <a:ext uri="{FF2B5EF4-FFF2-40B4-BE49-F238E27FC236}">
                  <a16:creationId xmlns:a16="http://schemas.microsoft.com/office/drawing/2014/main" id="{34E6F5F5-F7CD-DAE5-AAA5-9AAF9897A906}"/>
                </a:ext>
              </a:extLst>
            </p:cNvPr>
            <p:cNvSpPr/>
            <p:nvPr/>
          </p:nvSpPr>
          <p:spPr>
            <a:xfrm>
              <a:off x="8087175" y="3859218"/>
              <a:ext cx="6687" cy="2866"/>
            </a:xfrm>
            <a:custGeom>
              <a:avLst/>
              <a:gdLst>
                <a:gd name="csX0" fmla="*/ 6688 w 6687"/>
                <a:gd name="csY0" fmla="*/ 0 h 2866"/>
                <a:gd name="csX1" fmla="*/ 1433 w 6687"/>
                <a:gd name="csY1" fmla="*/ 2389 h 2866"/>
                <a:gd name="csX2" fmla="*/ 0 w 6687"/>
                <a:gd name="csY2" fmla="*/ 2866 h 2866"/>
                <a:gd name="csX3" fmla="*/ 1433 w 6687"/>
                <a:gd name="csY3" fmla="*/ 2389 h 2866"/>
                <a:gd name="csX4" fmla="*/ 6688 w 6687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7" h="2866">
                  <a:moveTo>
                    <a:pt x="6688" y="0"/>
                  </a:moveTo>
                  <a:lnTo>
                    <a:pt x="1433" y="2389"/>
                  </a:lnTo>
                  <a:lnTo>
                    <a:pt x="0" y="2866"/>
                  </a:lnTo>
                  <a:lnTo>
                    <a:pt x="1433" y="2389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3" name="Freeform 692">
              <a:extLst>
                <a:ext uri="{FF2B5EF4-FFF2-40B4-BE49-F238E27FC236}">
                  <a16:creationId xmlns:a16="http://schemas.microsoft.com/office/drawing/2014/main" id="{78E48DFD-6353-5E5A-DB00-774C42D56365}"/>
                </a:ext>
              </a:extLst>
            </p:cNvPr>
            <p:cNvSpPr/>
            <p:nvPr/>
          </p:nvSpPr>
          <p:spPr>
            <a:xfrm>
              <a:off x="8091475" y="3704433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1911 w 1911"/>
                <a:gd name="csY1" fmla="*/ 478 h 477"/>
                <a:gd name="csX2" fmla="*/ 0 w 1911"/>
                <a:gd name="csY2" fmla="*/ 0 h 477"/>
                <a:gd name="csX3" fmla="*/ 0 w 1911"/>
                <a:gd name="csY3" fmla="*/ 0 h 477"/>
                <a:gd name="csX4" fmla="*/ 1911 w 1911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4" name="Freeform 693">
              <a:extLst>
                <a:ext uri="{FF2B5EF4-FFF2-40B4-BE49-F238E27FC236}">
                  <a16:creationId xmlns:a16="http://schemas.microsoft.com/office/drawing/2014/main" id="{EA23F8B6-5323-E76B-5B78-4B5D66DCB8CA}"/>
                </a:ext>
              </a:extLst>
            </p:cNvPr>
            <p:cNvSpPr/>
            <p:nvPr/>
          </p:nvSpPr>
          <p:spPr>
            <a:xfrm>
              <a:off x="8090997" y="4684734"/>
              <a:ext cx="1911" cy="6210"/>
            </a:xfrm>
            <a:custGeom>
              <a:avLst/>
              <a:gdLst>
                <a:gd name="csX0" fmla="*/ 1433 w 1911"/>
                <a:gd name="csY0" fmla="*/ 5255 h 6210"/>
                <a:gd name="csX1" fmla="*/ 1911 w 1911"/>
                <a:gd name="csY1" fmla="*/ 6210 h 6210"/>
                <a:gd name="csX2" fmla="*/ 956 w 1911"/>
                <a:gd name="csY2" fmla="*/ 6210 h 6210"/>
                <a:gd name="csX3" fmla="*/ 0 w 1911"/>
                <a:gd name="csY3" fmla="*/ 5733 h 6210"/>
                <a:gd name="csX4" fmla="*/ 0 w 1911"/>
                <a:gd name="csY4" fmla="*/ 478 h 6210"/>
                <a:gd name="csX5" fmla="*/ 478 w 1911"/>
                <a:gd name="csY5" fmla="*/ 0 h 6210"/>
                <a:gd name="csX6" fmla="*/ 956 w 1911"/>
                <a:gd name="csY6" fmla="*/ 0 h 6210"/>
                <a:gd name="csX7" fmla="*/ 1433 w 1911"/>
                <a:gd name="csY7" fmla="*/ 956 h 6210"/>
                <a:gd name="csX8" fmla="*/ 1433 w 1911"/>
                <a:gd name="csY8" fmla="*/ 3344 h 6210"/>
                <a:gd name="csX9" fmla="*/ 1433 w 1911"/>
                <a:gd name="csY9" fmla="*/ 5255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1" h="6210">
                  <a:moveTo>
                    <a:pt x="1433" y="5255"/>
                  </a:moveTo>
                  <a:lnTo>
                    <a:pt x="1911" y="6210"/>
                  </a:lnTo>
                  <a:lnTo>
                    <a:pt x="956" y="6210"/>
                  </a:lnTo>
                  <a:lnTo>
                    <a:pt x="0" y="57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956"/>
                  </a:lnTo>
                  <a:lnTo>
                    <a:pt x="1433" y="3344"/>
                  </a:lnTo>
                  <a:lnTo>
                    <a:pt x="1433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5" name="Freeform 694">
              <a:extLst>
                <a:ext uri="{FF2B5EF4-FFF2-40B4-BE49-F238E27FC236}">
                  <a16:creationId xmlns:a16="http://schemas.microsoft.com/office/drawing/2014/main" id="{7EF91E1C-8668-CCC0-31D0-0EF1525C6191}"/>
                </a:ext>
              </a:extLst>
            </p:cNvPr>
            <p:cNvSpPr/>
            <p:nvPr/>
          </p:nvSpPr>
          <p:spPr>
            <a:xfrm>
              <a:off x="8037969" y="4362745"/>
              <a:ext cx="47295" cy="36785"/>
            </a:xfrm>
            <a:custGeom>
              <a:avLst/>
              <a:gdLst>
                <a:gd name="csX0" fmla="*/ 46818 w 47295"/>
                <a:gd name="csY0" fmla="*/ 7166 h 36785"/>
                <a:gd name="csX1" fmla="*/ 47295 w 47295"/>
                <a:gd name="csY1" fmla="*/ 9555 h 36785"/>
                <a:gd name="csX2" fmla="*/ 45384 w 47295"/>
                <a:gd name="csY2" fmla="*/ 10510 h 36785"/>
                <a:gd name="csX3" fmla="*/ 43473 w 47295"/>
                <a:gd name="csY3" fmla="*/ 10988 h 36785"/>
                <a:gd name="csX4" fmla="*/ 40129 w 47295"/>
                <a:gd name="csY4" fmla="*/ 16243 h 36785"/>
                <a:gd name="csX5" fmla="*/ 39174 w 47295"/>
                <a:gd name="csY5" fmla="*/ 18154 h 36785"/>
                <a:gd name="csX6" fmla="*/ 38696 w 47295"/>
                <a:gd name="csY6" fmla="*/ 18632 h 36785"/>
                <a:gd name="csX7" fmla="*/ 38218 w 47295"/>
                <a:gd name="csY7" fmla="*/ 19587 h 36785"/>
                <a:gd name="csX8" fmla="*/ 38218 w 47295"/>
                <a:gd name="csY8" fmla="*/ 20065 h 36785"/>
                <a:gd name="csX9" fmla="*/ 37263 w 47295"/>
                <a:gd name="csY9" fmla="*/ 22453 h 36785"/>
                <a:gd name="csX10" fmla="*/ 36785 w 47295"/>
                <a:gd name="csY10" fmla="*/ 25320 h 36785"/>
                <a:gd name="csX11" fmla="*/ 36307 w 47295"/>
                <a:gd name="csY11" fmla="*/ 26753 h 36785"/>
                <a:gd name="csX12" fmla="*/ 35352 w 47295"/>
                <a:gd name="csY12" fmla="*/ 27709 h 36785"/>
                <a:gd name="csX13" fmla="*/ 33919 w 47295"/>
                <a:gd name="csY13" fmla="*/ 28186 h 36785"/>
                <a:gd name="csX14" fmla="*/ 32963 w 47295"/>
                <a:gd name="csY14" fmla="*/ 28186 h 36785"/>
                <a:gd name="csX15" fmla="*/ 32008 w 47295"/>
                <a:gd name="csY15" fmla="*/ 28664 h 36785"/>
                <a:gd name="csX16" fmla="*/ 30097 w 47295"/>
                <a:gd name="csY16" fmla="*/ 30097 h 36785"/>
                <a:gd name="csX17" fmla="*/ 28186 w 47295"/>
                <a:gd name="csY17" fmla="*/ 31530 h 36785"/>
                <a:gd name="csX18" fmla="*/ 28664 w 47295"/>
                <a:gd name="csY18" fmla="*/ 32008 h 36785"/>
                <a:gd name="csX19" fmla="*/ 28664 w 47295"/>
                <a:gd name="csY19" fmla="*/ 32486 h 36785"/>
                <a:gd name="csX20" fmla="*/ 27709 w 47295"/>
                <a:gd name="csY20" fmla="*/ 32963 h 36785"/>
                <a:gd name="csX21" fmla="*/ 26753 w 47295"/>
                <a:gd name="csY21" fmla="*/ 32963 h 36785"/>
                <a:gd name="csX22" fmla="*/ 23409 w 47295"/>
                <a:gd name="csY22" fmla="*/ 33441 h 36785"/>
                <a:gd name="csX23" fmla="*/ 22453 w 47295"/>
                <a:gd name="csY23" fmla="*/ 34397 h 36785"/>
                <a:gd name="csX24" fmla="*/ 21498 w 47295"/>
                <a:gd name="csY24" fmla="*/ 36308 h 36785"/>
                <a:gd name="csX25" fmla="*/ 21020 w 47295"/>
                <a:gd name="csY25" fmla="*/ 36308 h 36785"/>
                <a:gd name="csX26" fmla="*/ 19109 w 47295"/>
                <a:gd name="csY26" fmla="*/ 36785 h 36785"/>
                <a:gd name="csX27" fmla="*/ 17676 w 47295"/>
                <a:gd name="csY27" fmla="*/ 36785 h 36785"/>
                <a:gd name="csX28" fmla="*/ 15287 w 47295"/>
                <a:gd name="csY28" fmla="*/ 35830 h 36785"/>
                <a:gd name="csX29" fmla="*/ 14332 w 47295"/>
                <a:gd name="csY29" fmla="*/ 35352 h 36785"/>
                <a:gd name="csX30" fmla="*/ 10988 w 47295"/>
                <a:gd name="csY30" fmla="*/ 34874 h 36785"/>
                <a:gd name="csX31" fmla="*/ 8121 w 47295"/>
                <a:gd name="csY31" fmla="*/ 33919 h 36785"/>
                <a:gd name="csX32" fmla="*/ 5733 w 47295"/>
                <a:gd name="csY32" fmla="*/ 32963 h 36785"/>
                <a:gd name="csX33" fmla="*/ 1433 w 47295"/>
                <a:gd name="csY33" fmla="*/ 30575 h 36785"/>
                <a:gd name="csX34" fmla="*/ 955 w 47295"/>
                <a:gd name="csY34" fmla="*/ 26753 h 36785"/>
                <a:gd name="csX35" fmla="*/ 0 w 47295"/>
                <a:gd name="csY35" fmla="*/ 24364 h 36785"/>
                <a:gd name="csX36" fmla="*/ 0 w 47295"/>
                <a:gd name="csY36" fmla="*/ 23886 h 36785"/>
                <a:gd name="csX37" fmla="*/ 478 w 47295"/>
                <a:gd name="csY37" fmla="*/ 16721 h 36785"/>
                <a:gd name="csX38" fmla="*/ 955 w 47295"/>
                <a:gd name="csY38" fmla="*/ 16243 h 36785"/>
                <a:gd name="csX39" fmla="*/ 1433 w 47295"/>
                <a:gd name="csY39" fmla="*/ 15287 h 36785"/>
                <a:gd name="csX40" fmla="*/ 3344 w 47295"/>
                <a:gd name="csY40" fmla="*/ 13854 h 36785"/>
                <a:gd name="csX41" fmla="*/ 5255 w 47295"/>
                <a:gd name="csY41" fmla="*/ 12899 h 36785"/>
                <a:gd name="csX42" fmla="*/ 8599 w 47295"/>
                <a:gd name="csY42" fmla="*/ 10032 h 36785"/>
                <a:gd name="csX43" fmla="*/ 10988 w 47295"/>
                <a:gd name="csY43" fmla="*/ 9077 h 36785"/>
                <a:gd name="csX44" fmla="*/ 12898 w 47295"/>
                <a:gd name="csY44" fmla="*/ 7166 h 36785"/>
                <a:gd name="csX45" fmla="*/ 11943 w 47295"/>
                <a:gd name="csY45" fmla="*/ 7166 h 36785"/>
                <a:gd name="csX46" fmla="*/ 10988 w 47295"/>
                <a:gd name="csY46" fmla="*/ 7166 h 36785"/>
                <a:gd name="csX47" fmla="*/ 11466 w 47295"/>
                <a:gd name="csY47" fmla="*/ 5733 h 36785"/>
                <a:gd name="csX48" fmla="*/ 12421 w 47295"/>
                <a:gd name="csY48" fmla="*/ 4777 h 36785"/>
                <a:gd name="csX49" fmla="*/ 13377 w 47295"/>
                <a:gd name="csY49" fmla="*/ 4777 h 36785"/>
                <a:gd name="csX50" fmla="*/ 15765 w 47295"/>
                <a:gd name="csY50" fmla="*/ 4777 h 36785"/>
                <a:gd name="csX51" fmla="*/ 17676 w 47295"/>
                <a:gd name="csY51" fmla="*/ 4777 h 36785"/>
                <a:gd name="csX52" fmla="*/ 19109 w 47295"/>
                <a:gd name="csY52" fmla="*/ 3344 h 36785"/>
                <a:gd name="csX53" fmla="*/ 20064 w 47295"/>
                <a:gd name="csY53" fmla="*/ 2867 h 36785"/>
                <a:gd name="csX54" fmla="*/ 25320 w 47295"/>
                <a:gd name="csY54" fmla="*/ 3344 h 36785"/>
                <a:gd name="csX55" fmla="*/ 28664 w 47295"/>
                <a:gd name="csY55" fmla="*/ 2867 h 36785"/>
                <a:gd name="csX56" fmla="*/ 30575 w 47295"/>
                <a:gd name="csY56" fmla="*/ 1433 h 36785"/>
                <a:gd name="csX57" fmla="*/ 31530 w 47295"/>
                <a:gd name="csY57" fmla="*/ 1433 h 36785"/>
                <a:gd name="csX58" fmla="*/ 33919 w 47295"/>
                <a:gd name="csY58" fmla="*/ 1911 h 36785"/>
                <a:gd name="csX59" fmla="*/ 34874 w 47295"/>
                <a:gd name="csY59" fmla="*/ 3344 h 36785"/>
                <a:gd name="csX60" fmla="*/ 34874 w 47295"/>
                <a:gd name="csY60" fmla="*/ 2389 h 36785"/>
                <a:gd name="csX61" fmla="*/ 34874 w 47295"/>
                <a:gd name="csY61" fmla="*/ 1433 h 36785"/>
                <a:gd name="csX62" fmla="*/ 35352 w 47295"/>
                <a:gd name="csY62" fmla="*/ 1433 h 36785"/>
                <a:gd name="csX63" fmla="*/ 38696 w 47295"/>
                <a:gd name="csY63" fmla="*/ 3344 h 36785"/>
                <a:gd name="csX64" fmla="*/ 38696 w 47295"/>
                <a:gd name="csY64" fmla="*/ 1433 h 36785"/>
                <a:gd name="csX65" fmla="*/ 39174 w 47295"/>
                <a:gd name="csY65" fmla="*/ 956 h 36785"/>
                <a:gd name="csX66" fmla="*/ 40129 w 47295"/>
                <a:gd name="csY66" fmla="*/ 0 h 36785"/>
                <a:gd name="csX67" fmla="*/ 40607 w 47295"/>
                <a:gd name="csY67" fmla="*/ 0 h 36785"/>
                <a:gd name="csX68" fmla="*/ 42040 w 47295"/>
                <a:gd name="csY68" fmla="*/ 1433 h 36785"/>
                <a:gd name="csX69" fmla="*/ 42996 w 47295"/>
                <a:gd name="csY69" fmla="*/ 2389 h 36785"/>
                <a:gd name="csX70" fmla="*/ 44907 w 47295"/>
                <a:gd name="csY70" fmla="*/ 2867 h 36785"/>
                <a:gd name="csX71" fmla="*/ 45862 w 47295"/>
                <a:gd name="csY71" fmla="*/ 3822 h 36785"/>
                <a:gd name="csX72" fmla="*/ 46340 w 47295"/>
                <a:gd name="csY72" fmla="*/ 4777 h 36785"/>
                <a:gd name="csX73" fmla="*/ 46818 w 47295"/>
                <a:gd name="csY73" fmla="*/ 7166 h 36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</a:cxnLst>
              <a:rect l="l" t="t" r="r" b="b"/>
              <a:pathLst>
                <a:path w="47295" h="36785">
                  <a:moveTo>
                    <a:pt x="46818" y="7166"/>
                  </a:moveTo>
                  <a:lnTo>
                    <a:pt x="47295" y="9555"/>
                  </a:lnTo>
                  <a:lnTo>
                    <a:pt x="45384" y="10510"/>
                  </a:lnTo>
                  <a:lnTo>
                    <a:pt x="43473" y="10988"/>
                  </a:lnTo>
                  <a:lnTo>
                    <a:pt x="40129" y="16243"/>
                  </a:lnTo>
                  <a:lnTo>
                    <a:pt x="39174" y="18154"/>
                  </a:lnTo>
                  <a:lnTo>
                    <a:pt x="38696" y="18632"/>
                  </a:lnTo>
                  <a:lnTo>
                    <a:pt x="38218" y="19587"/>
                  </a:lnTo>
                  <a:lnTo>
                    <a:pt x="38218" y="20065"/>
                  </a:lnTo>
                  <a:lnTo>
                    <a:pt x="37263" y="22453"/>
                  </a:lnTo>
                  <a:lnTo>
                    <a:pt x="36785" y="25320"/>
                  </a:lnTo>
                  <a:lnTo>
                    <a:pt x="36307" y="26753"/>
                  </a:lnTo>
                  <a:lnTo>
                    <a:pt x="35352" y="27709"/>
                  </a:lnTo>
                  <a:lnTo>
                    <a:pt x="33919" y="28186"/>
                  </a:lnTo>
                  <a:lnTo>
                    <a:pt x="32963" y="28186"/>
                  </a:lnTo>
                  <a:lnTo>
                    <a:pt x="32008" y="28664"/>
                  </a:lnTo>
                  <a:lnTo>
                    <a:pt x="30097" y="30097"/>
                  </a:lnTo>
                  <a:lnTo>
                    <a:pt x="28186" y="31530"/>
                  </a:lnTo>
                  <a:lnTo>
                    <a:pt x="28664" y="32008"/>
                  </a:lnTo>
                  <a:lnTo>
                    <a:pt x="28664" y="32486"/>
                  </a:lnTo>
                  <a:lnTo>
                    <a:pt x="27709" y="32963"/>
                  </a:lnTo>
                  <a:lnTo>
                    <a:pt x="26753" y="32963"/>
                  </a:lnTo>
                  <a:lnTo>
                    <a:pt x="23409" y="33441"/>
                  </a:lnTo>
                  <a:lnTo>
                    <a:pt x="22453" y="34397"/>
                  </a:lnTo>
                  <a:lnTo>
                    <a:pt x="21498" y="36308"/>
                  </a:lnTo>
                  <a:lnTo>
                    <a:pt x="21020" y="36308"/>
                  </a:lnTo>
                  <a:lnTo>
                    <a:pt x="19109" y="36785"/>
                  </a:lnTo>
                  <a:lnTo>
                    <a:pt x="17676" y="36785"/>
                  </a:lnTo>
                  <a:lnTo>
                    <a:pt x="15287" y="35830"/>
                  </a:lnTo>
                  <a:lnTo>
                    <a:pt x="14332" y="35352"/>
                  </a:lnTo>
                  <a:lnTo>
                    <a:pt x="10988" y="34874"/>
                  </a:lnTo>
                  <a:lnTo>
                    <a:pt x="8121" y="33919"/>
                  </a:lnTo>
                  <a:lnTo>
                    <a:pt x="5733" y="32963"/>
                  </a:lnTo>
                  <a:lnTo>
                    <a:pt x="1433" y="30575"/>
                  </a:lnTo>
                  <a:lnTo>
                    <a:pt x="955" y="26753"/>
                  </a:lnTo>
                  <a:lnTo>
                    <a:pt x="0" y="24364"/>
                  </a:lnTo>
                  <a:lnTo>
                    <a:pt x="0" y="23886"/>
                  </a:lnTo>
                  <a:lnTo>
                    <a:pt x="478" y="16721"/>
                  </a:lnTo>
                  <a:lnTo>
                    <a:pt x="955" y="16243"/>
                  </a:lnTo>
                  <a:lnTo>
                    <a:pt x="1433" y="15287"/>
                  </a:lnTo>
                  <a:lnTo>
                    <a:pt x="3344" y="13854"/>
                  </a:lnTo>
                  <a:lnTo>
                    <a:pt x="5255" y="12899"/>
                  </a:lnTo>
                  <a:lnTo>
                    <a:pt x="8599" y="10032"/>
                  </a:lnTo>
                  <a:lnTo>
                    <a:pt x="10988" y="9077"/>
                  </a:lnTo>
                  <a:lnTo>
                    <a:pt x="12898" y="7166"/>
                  </a:lnTo>
                  <a:lnTo>
                    <a:pt x="11943" y="7166"/>
                  </a:lnTo>
                  <a:lnTo>
                    <a:pt x="10988" y="7166"/>
                  </a:lnTo>
                  <a:lnTo>
                    <a:pt x="11466" y="5733"/>
                  </a:lnTo>
                  <a:lnTo>
                    <a:pt x="12421" y="4777"/>
                  </a:lnTo>
                  <a:lnTo>
                    <a:pt x="13377" y="4777"/>
                  </a:lnTo>
                  <a:lnTo>
                    <a:pt x="15765" y="4777"/>
                  </a:lnTo>
                  <a:lnTo>
                    <a:pt x="17676" y="4777"/>
                  </a:lnTo>
                  <a:lnTo>
                    <a:pt x="19109" y="3344"/>
                  </a:lnTo>
                  <a:lnTo>
                    <a:pt x="20064" y="2867"/>
                  </a:lnTo>
                  <a:lnTo>
                    <a:pt x="25320" y="3344"/>
                  </a:lnTo>
                  <a:lnTo>
                    <a:pt x="28664" y="2867"/>
                  </a:lnTo>
                  <a:lnTo>
                    <a:pt x="30575" y="1433"/>
                  </a:lnTo>
                  <a:lnTo>
                    <a:pt x="31530" y="1433"/>
                  </a:lnTo>
                  <a:lnTo>
                    <a:pt x="33919" y="1911"/>
                  </a:lnTo>
                  <a:lnTo>
                    <a:pt x="34874" y="3344"/>
                  </a:lnTo>
                  <a:lnTo>
                    <a:pt x="34874" y="2389"/>
                  </a:lnTo>
                  <a:lnTo>
                    <a:pt x="34874" y="1433"/>
                  </a:lnTo>
                  <a:lnTo>
                    <a:pt x="35352" y="1433"/>
                  </a:lnTo>
                  <a:lnTo>
                    <a:pt x="38696" y="3344"/>
                  </a:lnTo>
                  <a:lnTo>
                    <a:pt x="38696" y="1433"/>
                  </a:lnTo>
                  <a:lnTo>
                    <a:pt x="39174" y="956"/>
                  </a:lnTo>
                  <a:lnTo>
                    <a:pt x="40129" y="0"/>
                  </a:lnTo>
                  <a:lnTo>
                    <a:pt x="40607" y="0"/>
                  </a:lnTo>
                  <a:lnTo>
                    <a:pt x="42040" y="1433"/>
                  </a:lnTo>
                  <a:lnTo>
                    <a:pt x="42996" y="2389"/>
                  </a:lnTo>
                  <a:lnTo>
                    <a:pt x="44907" y="2867"/>
                  </a:lnTo>
                  <a:lnTo>
                    <a:pt x="45862" y="3822"/>
                  </a:lnTo>
                  <a:lnTo>
                    <a:pt x="46340" y="4777"/>
                  </a:lnTo>
                  <a:lnTo>
                    <a:pt x="46818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6" name="Freeform 695">
              <a:extLst>
                <a:ext uri="{FF2B5EF4-FFF2-40B4-BE49-F238E27FC236}">
                  <a16:creationId xmlns:a16="http://schemas.microsoft.com/office/drawing/2014/main" id="{A20A38C7-1719-1EA3-0D2B-0958A23388F0}"/>
                </a:ext>
              </a:extLst>
            </p:cNvPr>
            <p:cNvSpPr/>
            <p:nvPr/>
          </p:nvSpPr>
          <p:spPr>
            <a:xfrm>
              <a:off x="8073321" y="3708255"/>
              <a:ext cx="5732" cy="2388"/>
            </a:xfrm>
            <a:custGeom>
              <a:avLst/>
              <a:gdLst>
                <a:gd name="csX0" fmla="*/ 5733 w 5732"/>
                <a:gd name="csY0" fmla="*/ 2389 h 2388"/>
                <a:gd name="csX1" fmla="*/ 4300 w 5732"/>
                <a:gd name="csY1" fmla="*/ 2389 h 2388"/>
                <a:gd name="csX2" fmla="*/ 2389 w 5732"/>
                <a:gd name="csY2" fmla="*/ 955 h 2388"/>
                <a:gd name="csX3" fmla="*/ 0 w 5732"/>
                <a:gd name="csY3" fmla="*/ 0 h 2388"/>
                <a:gd name="csX4" fmla="*/ 478 w 5732"/>
                <a:gd name="csY4" fmla="*/ 0 h 2388"/>
                <a:gd name="csX5" fmla="*/ 2389 w 5732"/>
                <a:gd name="csY5" fmla="*/ 955 h 2388"/>
                <a:gd name="csX6" fmla="*/ 4300 w 5732"/>
                <a:gd name="csY6" fmla="*/ 2389 h 2388"/>
                <a:gd name="csX7" fmla="*/ 5733 w 5732"/>
                <a:gd name="csY7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2388">
                  <a:moveTo>
                    <a:pt x="5733" y="2389"/>
                  </a:moveTo>
                  <a:lnTo>
                    <a:pt x="4300" y="2389"/>
                  </a:lnTo>
                  <a:lnTo>
                    <a:pt x="2389" y="955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2389" y="955"/>
                  </a:lnTo>
                  <a:lnTo>
                    <a:pt x="4300" y="2389"/>
                  </a:lnTo>
                  <a:lnTo>
                    <a:pt x="57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7" name="Freeform 696">
              <a:extLst>
                <a:ext uri="{FF2B5EF4-FFF2-40B4-BE49-F238E27FC236}">
                  <a16:creationId xmlns:a16="http://schemas.microsoft.com/office/drawing/2014/main" id="{E88FB3F5-D1E5-6C5B-03E1-F3BA446F62D8}"/>
                </a:ext>
              </a:extLst>
            </p:cNvPr>
            <p:cNvSpPr/>
            <p:nvPr/>
          </p:nvSpPr>
          <p:spPr>
            <a:xfrm>
              <a:off x="8070455" y="4344591"/>
              <a:ext cx="5254" cy="2388"/>
            </a:xfrm>
            <a:custGeom>
              <a:avLst/>
              <a:gdLst>
                <a:gd name="csX0" fmla="*/ 5255 w 5254"/>
                <a:gd name="csY0" fmla="*/ 956 h 2388"/>
                <a:gd name="csX1" fmla="*/ 5255 w 5254"/>
                <a:gd name="csY1" fmla="*/ 1433 h 2388"/>
                <a:gd name="csX2" fmla="*/ 4777 w 5254"/>
                <a:gd name="csY2" fmla="*/ 2389 h 2388"/>
                <a:gd name="csX3" fmla="*/ 2866 w 5254"/>
                <a:gd name="csY3" fmla="*/ 1433 h 2388"/>
                <a:gd name="csX4" fmla="*/ 1433 w 5254"/>
                <a:gd name="csY4" fmla="*/ 1433 h 2388"/>
                <a:gd name="csX5" fmla="*/ 478 w 5254"/>
                <a:gd name="csY5" fmla="*/ 1433 h 2388"/>
                <a:gd name="csX6" fmla="*/ 0 w 5254"/>
                <a:gd name="csY6" fmla="*/ 956 h 2388"/>
                <a:gd name="csX7" fmla="*/ 955 w 5254"/>
                <a:gd name="csY7" fmla="*/ 0 h 2388"/>
                <a:gd name="csX8" fmla="*/ 2389 w 5254"/>
                <a:gd name="csY8" fmla="*/ 0 h 2388"/>
                <a:gd name="csX9" fmla="*/ 2866 w 5254"/>
                <a:gd name="csY9" fmla="*/ 478 h 2388"/>
                <a:gd name="csX10" fmla="*/ 5255 w 5254"/>
                <a:gd name="csY10" fmla="*/ 0 h 2388"/>
                <a:gd name="csX11" fmla="*/ 5255 w 5254"/>
                <a:gd name="csY11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4" h="2388">
                  <a:moveTo>
                    <a:pt x="5255" y="956"/>
                  </a:moveTo>
                  <a:lnTo>
                    <a:pt x="5255" y="1433"/>
                  </a:lnTo>
                  <a:lnTo>
                    <a:pt x="4777" y="2389"/>
                  </a:lnTo>
                  <a:lnTo>
                    <a:pt x="2866" y="1433"/>
                  </a:lnTo>
                  <a:lnTo>
                    <a:pt x="1433" y="1433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5" y="0"/>
                  </a:lnTo>
                  <a:lnTo>
                    <a:pt x="2389" y="0"/>
                  </a:lnTo>
                  <a:lnTo>
                    <a:pt x="2866" y="478"/>
                  </a:lnTo>
                  <a:lnTo>
                    <a:pt x="5255" y="0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8" name="Freeform 697">
              <a:extLst>
                <a:ext uri="{FF2B5EF4-FFF2-40B4-BE49-F238E27FC236}">
                  <a16:creationId xmlns:a16="http://schemas.microsoft.com/office/drawing/2014/main" id="{521D52C1-C851-0598-C4FB-5BC10E262525}"/>
                </a:ext>
              </a:extLst>
            </p:cNvPr>
            <p:cNvSpPr/>
            <p:nvPr/>
          </p:nvSpPr>
          <p:spPr>
            <a:xfrm>
              <a:off x="8065199" y="3708733"/>
              <a:ext cx="3822" cy="955"/>
            </a:xfrm>
            <a:custGeom>
              <a:avLst/>
              <a:gdLst>
                <a:gd name="csX0" fmla="*/ 3822 w 3822"/>
                <a:gd name="csY0" fmla="*/ 955 h 955"/>
                <a:gd name="csX1" fmla="*/ 3822 w 3822"/>
                <a:gd name="csY1" fmla="*/ 955 h 955"/>
                <a:gd name="csX2" fmla="*/ 0 w 3822"/>
                <a:gd name="csY2" fmla="*/ 0 h 955"/>
                <a:gd name="csX3" fmla="*/ 3822 w 3822"/>
                <a:gd name="csY3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2" h="955">
                  <a:moveTo>
                    <a:pt x="3822" y="955"/>
                  </a:moveTo>
                  <a:lnTo>
                    <a:pt x="3822" y="955"/>
                  </a:lnTo>
                  <a:lnTo>
                    <a:pt x="0" y="0"/>
                  </a:lnTo>
                  <a:lnTo>
                    <a:pt x="3822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9" name="Freeform 698">
              <a:extLst>
                <a:ext uri="{FF2B5EF4-FFF2-40B4-BE49-F238E27FC236}">
                  <a16:creationId xmlns:a16="http://schemas.microsoft.com/office/drawing/2014/main" id="{FC6005B2-3B24-B43C-F515-2CBC036D8FA2}"/>
                </a:ext>
              </a:extLst>
            </p:cNvPr>
            <p:cNvSpPr/>
            <p:nvPr/>
          </p:nvSpPr>
          <p:spPr>
            <a:xfrm>
              <a:off x="8049912" y="3704911"/>
              <a:ext cx="14809" cy="3821"/>
            </a:xfrm>
            <a:custGeom>
              <a:avLst/>
              <a:gdLst>
                <a:gd name="csX0" fmla="*/ 14809 w 14809"/>
                <a:gd name="csY0" fmla="*/ 3822 h 3821"/>
                <a:gd name="csX1" fmla="*/ 10032 w 14809"/>
                <a:gd name="csY1" fmla="*/ 2866 h 3821"/>
                <a:gd name="csX2" fmla="*/ 5733 w 14809"/>
                <a:gd name="csY2" fmla="*/ 1911 h 3821"/>
                <a:gd name="csX3" fmla="*/ 4300 w 14809"/>
                <a:gd name="csY3" fmla="*/ 1433 h 3821"/>
                <a:gd name="csX4" fmla="*/ 0 w 14809"/>
                <a:gd name="csY4" fmla="*/ 0 h 3821"/>
                <a:gd name="csX5" fmla="*/ 4300 w 14809"/>
                <a:gd name="csY5" fmla="*/ 1433 h 3821"/>
                <a:gd name="csX6" fmla="*/ 5733 w 14809"/>
                <a:gd name="csY6" fmla="*/ 1911 h 3821"/>
                <a:gd name="csX7" fmla="*/ 10510 w 14809"/>
                <a:gd name="csY7" fmla="*/ 2866 h 3821"/>
                <a:gd name="csX8" fmla="*/ 14809 w 14809"/>
                <a:gd name="csY8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809" h="3821">
                  <a:moveTo>
                    <a:pt x="14809" y="3822"/>
                  </a:moveTo>
                  <a:lnTo>
                    <a:pt x="10032" y="2866"/>
                  </a:lnTo>
                  <a:lnTo>
                    <a:pt x="5733" y="1911"/>
                  </a:lnTo>
                  <a:lnTo>
                    <a:pt x="4300" y="1433"/>
                  </a:lnTo>
                  <a:lnTo>
                    <a:pt x="0" y="0"/>
                  </a:lnTo>
                  <a:lnTo>
                    <a:pt x="4300" y="1433"/>
                  </a:lnTo>
                  <a:lnTo>
                    <a:pt x="5733" y="1911"/>
                  </a:lnTo>
                  <a:lnTo>
                    <a:pt x="10510" y="2866"/>
                  </a:lnTo>
                  <a:lnTo>
                    <a:pt x="14809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0" name="Freeform 699">
              <a:extLst>
                <a:ext uri="{FF2B5EF4-FFF2-40B4-BE49-F238E27FC236}">
                  <a16:creationId xmlns:a16="http://schemas.microsoft.com/office/drawing/2014/main" id="{2C538C2A-8ECF-F758-5A23-3763A777F7D4}"/>
                </a:ext>
              </a:extLst>
            </p:cNvPr>
            <p:cNvSpPr/>
            <p:nvPr/>
          </p:nvSpPr>
          <p:spPr>
            <a:xfrm>
              <a:off x="8059945" y="4707188"/>
              <a:ext cx="4299" cy="3344"/>
            </a:xfrm>
            <a:custGeom>
              <a:avLst/>
              <a:gdLst>
                <a:gd name="csX0" fmla="*/ 4300 w 4299"/>
                <a:gd name="csY0" fmla="*/ 3344 h 3344"/>
                <a:gd name="csX1" fmla="*/ 4300 w 4299"/>
                <a:gd name="csY1" fmla="*/ 3344 h 3344"/>
                <a:gd name="csX2" fmla="*/ 2866 w 4299"/>
                <a:gd name="csY2" fmla="*/ 1911 h 3344"/>
                <a:gd name="csX3" fmla="*/ 1433 w 4299"/>
                <a:gd name="csY3" fmla="*/ 1433 h 3344"/>
                <a:gd name="csX4" fmla="*/ 0 w 4299"/>
                <a:gd name="csY4" fmla="*/ 0 h 3344"/>
                <a:gd name="csX5" fmla="*/ 0 w 4299"/>
                <a:gd name="csY5" fmla="*/ 0 h 3344"/>
                <a:gd name="csX6" fmla="*/ 1433 w 4299"/>
                <a:gd name="csY6" fmla="*/ 1433 h 3344"/>
                <a:gd name="csX7" fmla="*/ 2866 w 4299"/>
                <a:gd name="csY7" fmla="*/ 1911 h 3344"/>
                <a:gd name="csX8" fmla="*/ 4300 w 4299"/>
                <a:gd name="csY8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3344">
                  <a:moveTo>
                    <a:pt x="4300" y="3344"/>
                  </a:moveTo>
                  <a:lnTo>
                    <a:pt x="4300" y="3344"/>
                  </a:lnTo>
                  <a:lnTo>
                    <a:pt x="2866" y="1911"/>
                  </a:lnTo>
                  <a:lnTo>
                    <a:pt x="1433" y="14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2866" y="1911"/>
                  </a:lnTo>
                  <a:lnTo>
                    <a:pt x="430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1" name="Freeform 700">
              <a:extLst>
                <a:ext uri="{FF2B5EF4-FFF2-40B4-BE49-F238E27FC236}">
                  <a16:creationId xmlns:a16="http://schemas.microsoft.com/office/drawing/2014/main" id="{0200BBD3-2F84-0C5A-43ED-8289265F5E85}"/>
                </a:ext>
              </a:extLst>
            </p:cNvPr>
            <p:cNvSpPr/>
            <p:nvPr/>
          </p:nvSpPr>
          <p:spPr>
            <a:xfrm>
              <a:off x="8053734" y="4752094"/>
              <a:ext cx="6687" cy="5732"/>
            </a:xfrm>
            <a:custGeom>
              <a:avLst/>
              <a:gdLst>
                <a:gd name="csX0" fmla="*/ 6210 w 6687"/>
                <a:gd name="csY0" fmla="*/ 1433 h 5732"/>
                <a:gd name="csX1" fmla="*/ 6688 w 6687"/>
                <a:gd name="csY1" fmla="*/ 2389 h 5732"/>
                <a:gd name="csX2" fmla="*/ 6688 w 6687"/>
                <a:gd name="csY2" fmla="*/ 3344 h 5732"/>
                <a:gd name="csX3" fmla="*/ 5733 w 6687"/>
                <a:gd name="csY3" fmla="*/ 3822 h 5732"/>
                <a:gd name="csX4" fmla="*/ 1910 w 6687"/>
                <a:gd name="csY4" fmla="*/ 5733 h 5732"/>
                <a:gd name="csX5" fmla="*/ 955 w 6687"/>
                <a:gd name="csY5" fmla="*/ 5733 h 5732"/>
                <a:gd name="csX6" fmla="*/ 0 w 6687"/>
                <a:gd name="csY6" fmla="*/ 4777 h 5732"/>
                <a:gd name="csX7" fmla="*/ 478 w 6687"/>
                <a:gd name="csY7" fmla="*/ 1433 h 5732"/>
                <a:gd name="csX8" fmla="*/ 955 w 6687"/>
                <a:gd name="csY8" fmla="*/ 478 h 5732"/>
                <a:gd name="csX9" fmla="*/ 3821 w 6687"/>
                <a:gd name="csY9" fmla="*/ 0 h 5732"/>
                <a:gd name="csX10" fmla="*/ 5255 w 6687"/>
                <a:gd name="csY10" fmla="*/ 478 h 5732"/>
                <a:gd name="csX11" fmla="*/ 6210 w 6687"/>
                <a:gd name="csY11" fmla="*/ 14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7" h="5732">
                  <a:moveTo>
                    <a:pt x="6210" y="1433"/>
                  </a:moveTo>
                  <a:lnTo>
                    <a:pt x="6688" y="2389"/>
                  </a:lnTo>
                  <a:lnTo>
                    <a:pt x="6688" y="3344"/>
                  </a:lnTo>
                  <a:lnTo>
                    <a:pt x="5733" y="3822"/>
                  </a:lnTo>
                  <a:lnTo>
                    <a:pt x="1910" y="5733"/>
                  </a:lnTo>
                  <a:lnTo>
                    <a:pt x="955" y="5733"/>
                  </a:lnTo>
                  <a:lnTo>
                    <a:pt x="0" y="4777"/>
                  </a:lnTo>
                  <a:lnTo>
                    <a:pt x="478" y="1433"/>
                  </a:lnTo>
                  <a:lnTo>
                    <a:pt x="955" y="478"/>
                  </a:lnTo>
                  <a:lnTo>
                    <a:pt x="3821" y="0"/>
                  </a:lnTo>
                  <a:lnTo>
                    <a:pt x="5255" y="478"/>
                  </a:lnTo>
                  <a:lnTo>
                    <a:pt x="62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2" name="Freeform 701">
              <a:extLst>
                <a:ext uri="{FF2B5EF4-FFF2-40B4-BE49-F238E27FC236}">
                  <a16:creationId xmlns:a16="http://schemas.microsoft.com/office/drawing/2014/main" id="{C45B0F71-6E15-2C06-EFAC-4D4E50B078DD}"/>
                </a:ext>
              </a:extLst>
            </p:cNvPr>
            <p:cNvSpPr/>
            <p:nvPr/>
          </p:nvSpPr>
          <p:spPr>
            <a:xfrm>
              <a:off x="8056123" y="4700977"/>
              <a:ext cx="1910" cy="1433"/>
            </a:xfrm>
            <a:custGeom>
              <a:avLst/>
              <a:gdLst>
                <a:gd name="csX0" fmla="*/ 1910 w 1910"/>
                <a:gd name="csY0" fmla="*/ 1433 h 1433"/>
                <a:gd name="csX1" fmla="*/ 1910 w 1910"/>
                <a:gd name="csY1" fmla="*/ 1433 h 1433"/>
                <a:gd name="csX2" fmla="*/ 478 w 1910"/>
                <a:gd name="csY2" fmla="*/ 955 h 1433"/>
                <a:gd name="csX3" fmla="*/ 0 w 1910"/>
                <a:gd name="csY3" fmla="*/ 0 h 1433"/>
                <a:gd name="csX4" fmla="*/ 478 w 1910"/>
                <a:gd name="csY4" fmla="*/ 955 h 1433"/>
                <a:gd name="csX5" fmla="*/ 1910 w 1910"/>
                <a:gd name="csY5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1433">
                  <a:moveTo>
                    <a:pt x="1910" y="1433"/>
                  </a:moveTo>
                  <a:lnTo>
                    <a:pt x="1910" y="1433"/>
                  </a:lnTo>
                  <a:lnTo>
                    <a:pt x="478" y="955"/>
                  </a:lnTo>
                  <a:lnTo>
                    <a:pt x="0" y="0"/>
                  </a:lnTo>
                  <a:lnTo>
                    <a:pt x="478" y="955"/>
                  </a:lnTo>
                  <a:lnTo>
                    <a:pt x="19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3" name="Freeform 702">
              <a:extLst>
                <a:ext uri="{FF2B5EF4-FFF2-40B4-BE49-F238E27FC236}">
                  <a16:creationId xmlns:a16="http://schemas.microsoft.com/office/drawing/2014/main" id="{DBD07CF1-6D20-EA80-25D8-F638C4F9111C}"/>
                </a:ext>
              </a:extLst>
            </p:cNvPr>
            <p:cNvSpPr/>
            <p:nvPr/>
          </p:nvSpPr>
          <p:spPr>
            <a:xfrm>
              <a:off x="7908982" y="4300162"/>
              <a:ext cx="145229" cy="278516"/>
            </a:xfrm>
            <a:custGeom>
              <a:avLst/>
              <a:gdLst>
                <a:gd name="csX0" fmla="*/ 144752 w 145229"/>
                <a:gd name="csY0" fmla="*/ 202557 h 278516"/>
                <a:gd name="csX1" fmla="*/ 145230 w 145229"/>
                <a:gd name="csY1" fmla="*/ 204946 h 278516"/>
                <a:gd name="csX2" fmla="*/ 143796 w 145229"/>
                <a:gd name="csY2" fmla="*/ 203513 h 278516"/>
                <a:gd name="csX3" fmla="*/ 142841 w 145229"/>
                <a:gd name="csY3" fmla="*/ 202080 h 278516"/>
                <a:gd name="csX4" fmla="*/ 141885 w 145229"/>
                <a:gd name="csY4" fmla="*/ 203035 h 278516"/>
                <a:gd name="csX5" fmla="*/ 140453 w 145229"/>
                <a:gd name="csY5" fmla="*/ 203991 h 278516"/>
                <a:gd name="csX6" fmla="*/ 142364 w 145229"/>
                <a:gd name="csY6" fmla="*/ 208768 h 278516"/>
                <a:gd name="csX7" fmla="*/ 140453 w 145229"/>
                <a:gd name="csY7" fmla="*/ 208290 h 278516"/>
                <a:gd name="csX8" fmla="*/ 140453 w 145229"/>
                <a:gd name="csY8" fmla="*/ 214501 h 278516"/>
                <a:gd name="csX9" fmla="*/ 141408 w 145229"/>
                <a:gd name="csY9" fmla="*/ 215934 h 278516"/>
                <a:gd name="csX10" fmla="*/ 141408 w 145229"/>
                <a:gd name="csY10" fmla="*/ 216889 h 278516"/>
                <a:gd name="csX11" fmla="*/ 141408 w 145229"/>
                <a:gd name="csY11" fmla="*/ 217845 h 278516"/>
                <a:gd name="csX12" fmla="*/ 140930 w 145229"/>
                <a:gd name="csY12" fmla="*/ 216889 h 278516"/>
                <a:gd name="csX13" fmla="*/ 140453 w 145229"/>
                <a:gd name="csY13" fmla="*/ 215934 h 278516"/>
                <a:gd name="csX14" fmla="*/ 140453 w 145229"/>
                <a:gd name="csY14" fmla="*/ 215934 h 278516"/>
                <a:gd name="csX15" fmla="*/ 140453 w 145229"/>
                <a:gd name="csY15" fmla="*/ 216411 h 278516"/>
                <a:gd name="csX16" fmla="*/ 139497 w 145229"/>
                <a:gd name="csY16" fmla="*/ 217367 h 278516"/>
                <a:gd name="csX17" fmla="*/ 139497 w 145229"/>
                <a:gd name="csY17" fmla="*/ 218800 h 278516"/>
                <a:gd name="csX18" fmla="*/ 139975 w 145229"/>
                <a:gd name="csY18" fmla="*/ 220233 h 278516"/>
                <a:gd name="csX19" fmla="*/ 140453 w 145229"/>
                <a:gd name="csY19" fmla="*/ 221189 h 278516"/>
                <a:gd name="csX20" fmla="*/ 139975 w 145229"/>
                <a:gd name="csY20" fmla="*/ 222144 h 278516"/>
                <a:gd name="csX21" fmla="*/ 139019 w 145229"/>
                <a:gd name="csY21" fmla="*/ 223100 h 278516"/>
                <a:gd name="csX22" fmla="*/ 137108 w 145229"/>
                <a:gd name="csY22" fmla="*/ 223577 h 278516"/>
                <a:gd name="csX23" fmla="*/ 136631 w 145229"/>
                <a:gd name="csY23" fmla="*/ 225966 h 278516"/>
                <a:gd name="csX24" fmla="*/ 136153 w 145229"/>
                <a:gd name="csY24" fmla="*/ 228355 h 278516"/>
                <a:gd name="csX25" fmla="*/ 132809 w 145229"/>
                <a:gd name="csY25" fmla="*/ 228355 h 278516"/>
                <a:gd name="csX26" fmla="*/ 130420 w 145229"/>
                <a:gd name="csY26" fmla="*/ 230743 h 278516"/>
                <a:gd name="csX27" fmla="*/ 127554 w 145229"/>
                <a:gd name="csY27" fmla="*/ 231699 h 278516"/>
                <a:gd name="csX28" fmla="*/ 124687 w 145229"/>
                <a:gd name="csY28" fmla="*/ 233610 h 278516"/>
                <a:gd name="csX29" fmla="*/ 121821 w 145229"/>
                <a:gd name="csY29" fmla="*/ 235521 h 278516"/>
                <a:gd name="csX30" fmla="*/ 119910 w 145229"/>
                <a:gd name="csY30" fmla="*/ 235998 h 278516"/>
                <a:gd name="csX31" fmla="*/ 118477 w 145229"/>
                <a:gd name="csY31" fmla="*/ 236476 h 278516"/>
                <a:gd name="csX32" fmla="*/ 116566 w 145229"/>
                <a:gd name="csY32" fmla="*/ 239342 h 278516"/>
                <a:gd name="csX33" fmla="*/ 113222 w 145229"/>
                <a:gd name="csY33" fmla="*/ 239820 h 278516"/>
                <a:gd name="csX34" fmla="*/ 107967 w 145229"/>
                <a:gd name="csY34" fmla="*/ 242687 h 278516"/>
                <a:gd name="csX35" fmla="*/ 106056 w 145229"/>
                <a:gd name="csY35" fmla="*/ 243642 h 278516"/>
                <a:gd name="csX36" fmla="*/ 104145 w 145229"/>
                <a:gd name="csY36" fmla="*/ 244120 h 278516"/>
                <a:gd name="csX37" fmla="*/ 101757 w 145229"/>
                <a:gd name="csY37" fmla="*/ 245553 h 278516"/>
                <a:gd name="csX38" fmla="*/ 101278 w 145229"/>
                <a:gd name="csY38" fmla="*/ 245075 h 278516"/>
                <a:gd name="csX39" fmla="*/ 100801 w 145229"/>
                <a:gd name="csY39" fmla="*/ 244120 h 278516"/>
                <a:gd name="csX40" fmla="*/ 98412 w 145229"/>
                <a:gd name="csY40" fmla="*/ 243642 h 278516"/>
                <a:gd name="csX41" fmla="*/ 97457 w 145229"/>
                <a:gd name="csY41" fmla="*/ 242687 h 278516"/>
                <a:gd name="csX42" fmla="*/ 96979 w 145229"/>
                <a:gd name="csY42" fmla="*/ 241253 h 278516"/>
                <a:gd name="csX43" fmla="*/ 96979 w 145229"/>
                <a:gd name="csY43" fmla="*/ 240776 h 278516"/>
                <a:gd name="csX44" fmla="*/ 96501 w 145229"/>
                <a:gd name="csY44" fmla="*/ 241253 h 278516"/>
                <a:gd name="csX45" fmla="*/ 96024 w 145229"/>
                <a:gd name="csY45" fmla="*/ 244598 h 278516"/>
                <a:gd name="csX46" fmla="*/ 95546 w 145229"/>
                <a:gd name="csY46" fmla="*/ 245553 h 278516"/>
                <a:gd name="csX47" fmla="*/ 94591 w 145229"/>
                <a:gd name="csY47" fmla="*/ 245553 h 278516"/>
                <a:gd name="csX48" fmla="*/ 93157 w 145229"/>
                <a:gd name="csY48" fmla="*/ 244598 h 278516"/>
                <a:gd name="csX49" fmla="*/ 91246 w 145229"/>
                <a:gd name="csY49" fmla="*/ 242687 h 278516"/>
                <a:gd name="csX50" fmla="*/ 88858 w 145229"/>
                <a:gd name="csY50" fmla="*/ 244120 h 278516"/>
                <a:gd name="csX51" fmla="*/ 89813 w 145229"/>
                <a:gd name="csY51" fmla="*/ 244598 h 278516"/>
                <a:gd name="csX52" fmla="*/ 90769 w 145229"/>
                <a:gd name="csY52" fmla="*/ 244120 h 278516"/>
                <a:gd name="csX53" fmla="*/ 91724 w 145229"/>
                <a:gd name="csY53" fmla="*/ 244598 h 278516"/>
                <a:gd name="csX54" fmla="*/ 92202 w 145229"/>
                <a:gd name="csY54" fmla="*/ 246031 h 278516"/>
                <a:gd name="csX55" fmla="*/ 92202 w 145229"/>
                <a:gd name="csY55" fmla="*/ 246508 h 278516"/>
                <a:gd name="csX56" fmla="*/ 91724 w 145229"/>
                <a:gd name="csY56" fmla="*/ 247464 h 278516"/>
                <a:gd name="csX57" fmla="*/ 89813 w 145229"/>
                <a:gd name="csY57" fmla="*/ 247464 h 278516"/>
                <a:gd name="csX58" fmla="*/ 86469 w 145229"/>
                <a:gd name="csY58" fmla="*/ 246986 h 278516"/>
                <a:gd name="csX59" fmla="*/ 85991 w 145229"/>
                <a:gd name="csY59" fmla="*/ 247464 h 278516"/>
                <a:gd name="csX60" fmla="*/ 88858 w 145229"/>
                <a:gd name="csY60" fmla="*/ 248419 h 278516"/>
                <a:gd name="csX61" fmla="*/ 91246 w 145229"/>
                <a:gd name="csY61" fmla="*/ 249375 h 278516"/>
                <a:gd name="csX62" fmla="*/ 92202 w 145229"/>
                <a:gd name="csY62" fmla="*/ 249852 h 278516"/>
                <a:gd name="csX63" fmla="*/ 92202 w 145229"/>
                <a:gd name="csY63" fmla="*/ 250808 h 278516"/>
                <a:gd name="csX64" fmla="*/ 90769 w 145229"/>
                <a:gd name="csY64" fmla="*/ 251763 h 278516"/>
                <a:gd name="csX65" fmla="*/ 89813 w 145229"/>
                <a:gd name="csY65" fmla="*/ 252719 h 278516"/>
                <a:gd name="csX66" fmla="*/ 89813 w 145229"/>
                <a:gd name="csY66" fmla="*/ 253674 h 278516"/>
                <a:gd name="csX67" fmla="*/ 89813 w 145229"/>
                <a:gd name="csY67" fmla="*/ 254630 h 278516"/>
                <a:gd name="csX68" fmla="*/ 88858 w 145229"/>
                <a:gd name="csY68" fmla="*/ 255585 h 278516"/>
                <a:gd name="csX69" fmla="*/ 87902 w 145229"/>
                <a:gd name="csY69" fmla="*/ 255108 h 278516"/>
                <a:gd name="csX70" fmla="*/ 85991 w 145229"/>
                <a:gd name="csY70" fmla="*/ 253674 h 278516"/>
                <a:gd name="csX71" fmla="*/ 79781 w 145229"/>
                <a:gd name="csY71" fmla="*/ 248897 h 278516"/>
                <a:gd name="csX72" fmla="*/ 80259 w 145229"/>
                <a:gd name="csY72" fmla="*/ 250330 h 278516"/>
                <a:gd name="csX73" fmla="*/ 86947 w 145229"/>
                <a:gd name="csY73" fmla="*/ 256063 h 278516"/>
                <a:gd name="csX74" fmla="*/ 87902 w 145229"/>
                <a:gd name="csY74" fmla="*/ 257974 h 278516"/>
                <a:gd name="csX75" fmla="*/ 88380 w 145229"/>
                <a:gd name="csY75" fmla="*/ 259407 h 278516"/>
                <a:gd name="csX76" fmla="*/ 87425 w 145229"/>
                <a:gd name="csY76" fmla="*/ 259885 h 278516"/>
                <a:gd name="csX77" fmla="*/ 86469 w 145229"/>
                <a:gd name="csY77" fmla="*/ 260840 h 278516"/>
                <a:gd name="csX78" fmla="*/ 84558 w 145229"/>
                <a:gd name="csY78" fmla="*/ 260840 h 278516"/>
                <a:gd name="csX79" fmla="*/ 80736 w 145229"/>
                <a:gd name="csY79" fmla="*/ 258929 h 278516"/>
                <a:gd name="csX80" fmla="*/ 75481 w 145229"/>
                <a:gd name="csY80" fmla="*/ 253674 h 278516"/>
                <a:gd name="csX81" fmla="*/ 73570 w 145229"/>
                <a:gd name="csY81" fmla="*/ 252719 h 278516"/>
                <a:gd name="csX82" fmla="*/ 79303 w 145229"/>
                <a:gd name="csY82" fmla="*/ 258929 h 278516"/>
                <a:gd name="csX83" fmla="*/ 79781 w 145229"/>
                <a:gd name="csY83" fmla="*/ 260363 h 278516"/>
                <a:gd name="csX84" fmla="*/ 80736 w 145229"/>
                <a:gd name="csY84" fmla="*/ 261796 h 278516"/>
                <a:gd name="csX85" fmla="*/ 80736 w 145229"/>
                <a:gd name="csY85" fmla="*/ 262751 h 278516"/>
                <a:gd name="csX86" fmla="*/ 80259 w 145229"/>
                <a:gd name="csY86" fmla="*/ 263707 h 278516"/>
                <a:gd name="csX87" fmla="*/ 66882 w 145229"/>
                <a:gd name="csY87" fmla="*/ 269440 h 278516"/>
                <a:gd name="csX88" fmla="*/ 64971 w 145229"/>
                <a:gd name="csY88" fmla="*/ 271828 h 278516"/>
                <a:gd name="csX89" fmla="*/ 63538 w 145229"/>
                <a:gd name="csY89" fmla="*/ 274694 h 278516"/>
                <a:gd name="csX90" fmla="*/ 60671 w 145229"/>
                <a:gd name="csY90" fmla="*/ 276605 h 278516"/>
                <a:gd name="csX91" fmla="*/ 59239 w 145229"/>
                <a:gd name="csY91" fmla="*/ 278039 h 278516"/>
                <a:gd name="csX92" fmla="*/ 54939 w 145229"/>
                <a:gd name="csY92" fmla="*/ 278516 h 278516"/>
                <a:gd name="csX93" fmla="*/ 52550 w 145229"/>
                <a:gd name="csY93" fmla="*/ 278516 h 278516"/>
                <a:gd name="csX94" fmla="*/ 54939 w 145229"/>
                <a:gd name="csY94" fmla="*/ 275650 h 278516"/>
                <a:gd name="csX95" fmla="*/ 53505 w 145229"/>
                <a:gd name="csY95" fmla="*/ 274694 h 278516"/>
                <a:gd name="csX96" fmla="*/ 53505 w 145229"/>
                <a:gd name="csY96" fmla="*/ 267529 h 278516"/>
                <a:gd name="csX97" fmla="*/ 53984 w 145229"/>
                <a:gd name="csY97" fmla="*/ 259885 h 278516"/>
                <a:gd name="csX98" fmla="*/ 54939 w 145229"/>
                <a:gd name="csY98" fmla="*/ 256063 h 278516"/>
                <a:gd name="csX99" fmla="*/ 56850 w 145229"/>
                <a:gd name="csY99" fmla="*/ 255108 h 278516"/>
                <a:gd name="csX100" fmla="*/ 58761 w 145229"/>
                <a:gd name="csY100" fmla="*/ 254630 h 278516"/>
                <a:gd name="csX101" fmla="*/ 58761 w 145229"/>
                <a:gd name="csY101" fmla="*/ 253674 h 278516"/>
                <a:gd name="csX102" fmla="*/ 58761 w 145229"/>
                <a:gd name="csY102" fmla="*/ 252719 h 278516"/>
                <a:gd name="csX103" fmla="*/ 57805 w 145229"/>
                <a:gd name="csY103" fmla="*/ 251763 h 278516"/>
                <a:gd name="csX104" fmla="*/ 56372 w 145229"/>
                <a:gd name="csY104" fmla="*/ 250808 h 278516"/>
                <a:gd name="csX105" fmla="*/ 54461 w 145229"/>
                <a:gd name="csY105" fmla="*/ 250808 h 278516"/>
                <a:gd name="csX106" fmla="*/ 53028 w 145229"/>
                <a:gd name="csY106" fmla="*/ 248897 h 278516"/>
                <a:gd name="csX107" fmla="*/ 52073 w 145229"/>
                <a:gd name="csY107" fmla="*/ 248897 h 278516"/>
                <a:gd name="csX108" fmla="*/ 50162 w 145229"/>
                <a:gd name="csY108" fmla="*/ 249852 h 278516"/>
                <a:gd name="csX109" fmla="*/ 49206 w 145229"/>
                <a:gd name="csY109" fmla="*/ 248897 h 278516"/>
                <a:gd name="csX110" fmla="*/ 49206 w 145229"/>
                <a:gd name="csY110" fmla="*/ 247942 h 278516"/>
                <a:gd name="csX111" fmla="*/ 47295 w 145229"/>
                <a:gd name="csY111" fmla="*/ 246508 h 278516"/>
                <a:gd name="csX112" fmla="*/ 45862 w 145229"/>
                <a:gd name="csY112" fmla="*/ 245075 h 278516"/>
                <a:gd name="csX113" fmla="*/ 46340 w 145229"/>
                <a:gd name="csY113" fmla="*/ 245075 h 278516"/>
                <a:gd name="csX114" fmla="*/ 47295 w 145229"/>
                <a:gd name="csY114" fmla="*/ 244120 h 278516"/>
                <a:gd name="csX115" fmla="*/ 48251 w 145229"/>
                <a:gd name="csY115" fmla="*/ 243164 h 278516"/>
                <a:gd name="csX116" fmla="*/ 50639 w 145229"/>
                <a:gd name="csY116" fmla="*/ 243164 h 278516"/>
                <a:gd name="csX117" fmla="*/ 51117 w 145229"/>
                <a:gd name="csY117" fmla="*/ 243164 h 278516"/>
                <a:gd name="csX118" fmla="*/ 53505 w 145229"/>
                <a:gd name="csY118" fmla="*/ 243164 h 278516"/>
                <a:gd name="csX119" fmla="*/ 53984 w 145229"/>
                <a:gd name="csY119" fmla="*/ 243164 h 278516"/>
                <a:gd name="csX120" fmla="*/ 53984 w 145229"/>
                <a:gd name="csY120" fmla="*/ 242687 h 278516"/>
                <a:gd name="csX121" fmla="*/ 54939 w 145229"/>
                <a:gd name="csY121" fmla="*/ 241731 h 278516"/>
                <a:gd name="csX122" fmla="*/ 56850 w 145229"/>
                <a:gd name="csY122" fmla="*/ 240776 h 278516"/>
                <a:gd name="csX123" fmla="*/ 57805 w 145229"/>
                <a:gd name="csY123" fmla="*/ 239820 h 278516"/>
                <a:gd name="csX124" fmla="*/ 58283 w 145229"/>
                <a:gd name="csY124" fmla="*/ 239342 h 278516"/>
                <a:gd name="csX125" fmla="*/ 57805 w 145229"/>
                <a:gd name="csY125" fmla="*/ 237909 h 278516"/>
                <a:gd name="csX126" fmla="*/ 57328 w 145229"/>
                <a:gd name="csY126" fmla="*/ 236476 h 278516"/>
                <a:gd name="csX127" fmla="*/ 57805 w 145229"/>
                <a:gd name="csY127" fmla="*/ 235998 h 278516"/>
                <a:gd name="csX128" fmla="*/ 60194 w 145229"/>
                <a:gd name="csY128" fmla="*/ 236476 h 278516"/>
                <a:gd name="csX129" fmla="*/ 62582 w 145229"/>
                <a:gd name="csY129" fmla="*/ 236954 h 278516"/>
                <a:gd name="csX130" fmla="*/ 63060 w 145229"/>
                <a:gd name="csY130" fmla="*/ 237432 h 278516"/>
                <a:gd name="csX131" fmla="*/ 64493 w 145229"/>
                <a:gd name="csY131" fmla="*/ 235521 h 278516"/>
                <a:gd name="csX132" fmla="*/ 64971 w 145229"/>
                <a:gd name="csY132" fmla="*/ 235043 h 278516"/>
                <a:gd name="csX133" fmla="*/ 65927 w 145229"/>
                <a:gd name="csY133" fmla="*/ 235043 h 278516"/>
                <a:gd name="csX134" fmla="*/ 68316 w 145229"/>
                <a:gd name="csY134" fmla="*/ 235043 h 278516"/>
                <a:gd name="csX135" fmla="*/ 70704 w 145229"/>
                <a:gd name="csY135" fmla="*/ 234565 h 278516"/>
                <a:gd name="csX136" fmla="*/ 72137 w 145229"/>
                <a:gd name="csY136" fmla="*/ 234565 h 278516"/>
                <a:gd name="csX137" fmla="*/ 72615 w 145229"/>
                <a:gd name="csY137" fmla="*/ 235043 h 278516"/>
                <a:gd name="csX138" fmla="*/ 73093 w 145229"/>
                <a:gd name="csY138" fmla="*/ 235998 h 278516"/>
                <a:gd name="csX139" fmla="*/ 74048 w 145229"/>
                <a:gd name="csY139" fmla="*/ 236954 h 278516"/>
                <a:gd name="csX140" fmla="*/ 74526 w 145229"/>
                <a:gd name="csY140" fmla="*/ 236954 h 278516"/>
                <a:gd name="csX141" fmla="*/ 75481 w 145229"/>
                <a:gd name="csY141" fmla="*/ 236476 h 278516"/>
                <a:gd name="csX142" fmla="*/ 76437 w 145229"/>
                <a:gd name="csY142" fmla="*/ 236954 h 278516"/>
                <a:gd name="csX143" fmla="*/ 78825 w 145229"/>
                <a:gd name="csY143" fmla="*/ 237909 h 278516"/>
                <a:gd name="csX144" fmla="*/ 80259 w 145229"/>
                <a:gd name="csY144" fmla="*/ 238387 h 278516"/>
                <a:gd name="csX145" fmla="*/ 80259 w 145229"/>
                <a:gd name="csY145" fmla="*/ 237909 h 278516"/>
                <a:gd name="csX146" fmla="*/ 79303 w 145229"/>
                <a:gd name="csY146" fmla="*/ 235998 h 278516"/>
                <a:gd name="csX147" fmla="*/ 80259 w 145229"/>
                <a:gd name="csY147" fmla="*/ 234087 h 278516"/>
                <a:gd name="csX148" fmla="*/ 80259 w 145229"/>
                <a:gd name="csY148" fmla="*/ 233610 h 278516"/>
                <a:gd name="csX149" fmla="*/ 78825 w 145229"/>
                <a:gd name="csY149" fmla="*/ 233132 h 278516"/>
                <a:gd name="csX150" fmla="*/ 74526 w 145229"/>
                <a:gd name="csY150" fmla="*/ 229788 h 278516"/>
                <a:gd name="csX151" fmla="*/ 74048 w 145229"/>
                <a:gd name="csY151" fmla="*/ 228833 h 278516"/>
                <a:gd name="csX152" fmla="*/ 74048 w 145229"/>
                <a:gd name="csY152" fmla="*/ 227399 h 278516"/>
                <a:gd name="csX153" fmla="*/ 74048 w 145229"/>
                <a:gd name="csY153" fmla="*/ 225488 h 278516"/>
                <a:gd name="csX154" fmla="*/ 73570 w 145229"/>
                <a:gd name="csY154" fmla="*/ 224055 h 278516"/>
                <a:gd name="csX155" fmla="*/ 73570 w 145229"/>
                <a:gd name="csY155" fmla="*/ 223100 h 278516"/>
                <a:gd name="csX156" fmla="*/ 74048 w 145229"/>
                <a:gd name="csY156" fmla="*/ 222622 h 278516"/>
                <a:gd name="csX157" fmla="*/ 74526 w 145229"/>
                <a:gd name="csY157" fmla="*/ 222622 h 278516"/>
                <a:gd name="csX158" fmla="*/ 75481 w 145229"/>
                <a:gd name="csY158" fmla="*/ 222144 h 278516"/>
                <a:gd name="csX159" fmla="*/ 75959 w 145229"/>
                <a:gd name="csY159" fmla="*/ 221667 h 278516"/>
                <a:gd name="csX160" fmla="*/ 76914 w 145229"/>
                <a:gd name="csY160" fmla="*/ 220233 h 278516"/>
                <a:gd name="csX161" fmla="*/ 78825 w 145229"/>
                <a:gd name="csY161" fmla="*/ 220711 h 278516"/>
                <a:gd name="csX162" fmla="*/ 81692 w 145229"/>
                <a:gd name="csY162" fmla="*/ 221189 h 278516"/>
                <a:gd name="csX163" fmla="*/ 83603 w 145229"/>
                <a:gd name="csY163" fmla="*/ 221667 h 278516"/>
                <a:gd name="csX164" fmla="*/ 85036 w 145229"/>
                <a:gd name="csY164" fmla="*/ 221667 h 278516"/>
                <a:gd name="csX165" fmla="*/ 85036 w 145229"/>
                <a:gd name="csY165" fmla="*/ 221667 h 278516"/>
                <a:gd name="csX166" fmla="*/ 85036 w 145229"/>
                <a:gd name="csY166" fmla="*/ 220711 h 278516"/>
                <a:gd name="csX167" fmla="*/ 85036 w 145229"/>
                <a:gd name="csY167" fmla="*/ 217367 h 278516"/>
                <a:gd name="csX168" fmla="*/ 85036 w 145229"/>
                <a:gd name="csY168" fmla="*/ 216889 h 278516"/>
                <a:gd name="csX169" fmla="*/ 86947 w 145229"/>
                <a:gd name="csY169" fmla="*/ 216411 h 278516"/>
                <a:gd name="csX170" fmla="*/ 89335 w 145229"/>
                <a:gd name="csY170" fmla="*/ 216411 h 278516"/>
                <a:gd name="csX171" fmla="*/ 90769 w 145229"/>
                <a:gd name="csY171" fmla="*/ 216411 h 278516"/>
                <a:gd name="csX172" fmla="*/ 92202 w 145229"/>
                <a:gd name="csY172" fmla="*/ 214978 h 278516"/>
                <a:gd name="csX173" fmla="*/ 95546 w 145229"/>
                <a:gd name="csY173" fmla="*/ 214501 h 278516"/>
                <a:gd name="csX174" fmla="*/ 97457 w 145229"/>
                <a:gd name="csY174" fmla="*/ 212590 h 278516"/>
                <a:gd name="csX175" fmla="*/ 99846 w 145229"/>
                <a:gd name="csY175" fmla="*/ 210679 h 278516"/>
                <a:gd name="csX176" fmla="*/ 99846 w 145229"/>
                <a:gd name="csY176" fmla="*/ 210679 h 278516"/>
                <a:gd name="csX177" fmla="*/ 100801 w 145229"/>
                <a:gd name="csY177" fmla="*/ 210201 h 278516"/>
                <a:gd name="csX178" fmla="*/ 102234 w 145229"/>
                <a:gd name="csY178" fmla="*/ 210201 h 278516"/>
                <a:gd name="csX179" fmla="*/ 103189 w 145229"/>
                <a:gd name="csY179" fmla="*/ 210201 h 278516"/>
                <a:gd name="csX180" fmla="*/ 104623 w 145229"/>
                <a:gd name="csY180" fmla="*/ 211156 h 278516"/>
                <a:gd name="csX181" fmla="*/ 105578 w 145229"/>
                <a:gd name="csY181" fmla="*/ 210679 h 278516"/>
                <a:gd name="csX182" fmla="*/ 106534 w 145229"/>
                <a:gd name="csY182" fmla="*/ 209245 h 278516"/>
                <a:gd name="csX183" fmla="*/ 107489 w 145229"/>
                <a:gd name="csY183" fmla="*/ 207812 h 278516"/>
                <a:gd name="csX184" fmla="*/ 107489 w 145229"/>
                <a:gd name="csY184" fmla="*/ 205901 h 278516"/>
                <a:gd name="csX185" fmla="*/ 107489 w 145229"/>
                <a:gd name="csY185" fmla="*/ 203035 h 278516"/>
                <a:gd name="csX186" fmla="*/ 107012 w 145229"/>
                <a:gd name="csY186" fmla="*/ 200646 h 278516"/>
                <a:gd name="csX187" fmla="*/ 106056 w 145229"/>
                <a:gd name="csY187" fmla="*/ 198735 h 278516"/>
                <a:gd name="csX188" fmla="*/ 106056 w 145229"/>
                <a:gd name="csY188" fmla="*/ 196825 h 278516"/>
                <a:gd name="csX189" fmla="*/ 107489 w 145229"/>
                <a:gd name="csY189" fmla="*/ 193480 h 278516"/>
                <a:gd name="csX190" fmla="*/ 108923 w 145229"/>
                <a:gd name="csY190" fmla="*/ 189181 h 278516"/>
                <a:gd name="csX191" fmla="*/ 108444 w 145229"/>
                <a:gd name="csY191" fmla="*/ 187748 h 278516"/>
                <a:gd name="csX192" fmla="*/ 107012 w 145229"/>
                <a:gd name="csY192" fmla="*/ 185359 h 278516"/>
                <a:gd name="csX193" fmla="*/ 106056 w 145229"/>
                <a:gd name="csY193" fmla="*/ 182493 h 278516"/>
                <a:gd name="csX194" fmla="*/ 104623 w 145229"/>
                <a:gd name="csY194" fmla="*/ 179149 h 278516"/>
                <a:gd name="csX195" fmla="*/ 103667 w 145229"/>
                <a:gd name="csY195" fmla="*/ 178671 h 278516"/>
                <a:gd name="csX196" fmla="*/ 103667 w 145229"/>
                <a:gd name="csY196" fmla="*/ 177715 h 278516"/>
                <a:gd name="csX197" fmla="*/ 103189 w 145229"/>
                <a:gd name="csY197" fmla="*/ 176282 h 278516"/>
                <a:gd name="csX198" fmla="*/ 103667 w 145229"/>
                <a:gd name="csY198" fmla="*/ 172938 h 278516"/>
                <a:gd name="csX199" fmla="*/ 104145 w 145229"/>
                <a:gd name="csY199" fmla="*/ 171983 h 278516"/>
                <a:gd name="csX200" fmla="*/ 105578 w 145229"/>
                <a:gd name="csY200" fmla="*/ 170549 h 278516"/>
                <a:gd name="csX201" fmla="*/ 106534 w 145229"/>
                <a:gd name="csY201" fmla="*/ 168638 h 278516"/>
                <a:gd name="csX202" fmla="*/ 107489 w 145229"/>
                <a:gd name="csY202" fmla="*/ 166728 h 278516"/>
                <a:gd name="csX203" fmla="*/ 107012 w 145229"/>
                <a:gd name="csY203" fmla="*/ 165772 h 278516"/>
                <a:gd name="csX204" fmla="*/ 107012 w 145229"/>
                <a:gd name="csY204" fmla="*/ 165772 h 278516"/>
                <a:gd name="csX205" fmla="*/ 107012 w 145229"/>
                <a:gd name="csY205" fmla="*/ 163384 h 278516"/>
                <a:gd name="csX206" fmla="*/ 107012 w 145229"/>
                <a:gd name="csY206" fmla="*/ 162428 h 278516"/>
                <a:gd name="csX207" fmla="*/ 106534 w 145229"/>
                <a:gd name="csY207" fmla="*/ 161950 h 278516"/>
                <a:gd name="csX208" fmla="*/ 106056 w 145229"/>
                <a:gd name="csY208" fmla="*/ 160517 h 278516"/>
                <a:gd name="csX209" fmla="*/ 106534 w 145229"/>
                <a:gd name="csY209" fmla="*/ 159562 h 278516"/>
                <a:gd name="csX210" fmla="*/ 107489 w 145229"/>
                <a:gd name="csY210" fmla="*/ 159084 h 278516"/>
                <a:gd name="csX211" fmla="*/ 107489 w 145229"/>
                <a:gd name="csY211" fmla="*/ 159084 h 278516"/>
                <a:gd name="csX212" fmla="*/ 108444 w 145229"/>
                <a:gd name="csY212" fmla="*/ 158128 h 278516"/>
                <a:gd name="csX213" fmla="*/ 109400 w 145229"/>
                <a:gd name="csY213" fmla="*/ 156695 h 278516"/>
                <a:gd name="csX214" fmla="*/ 109878 w 145229"/>
                <a:gd name="csY214" fmla="*/ 155262 h 278516"/>
                <a:gd name="csX215" fmla="*/ 108923 w 145229"/>
                <a:gd name="csY215" fmla="*/ 154307 h 278516"/>
                <a:gd name="csX216" fmla="*/ 107967 w 145229"/>
                <a:gd name="csY216" fmla="*/ 152873 h 278516"/>
                <a:gd name="csX217" fmla="*/ 105578 w 145229"/>
                <a:gd name="csY217" fmla="*/ 151440 h 278516"/>
                <a:gd name="csX218" fmla="*/ 103667 w 145229"/>
                <a:gd name="csY218" fmla="*/ 149529 h 278516"/>
                <a:gd name="csX219" fmla="*/ 102234 w 145229"/>
                <a:gd name="csY219" fmla="*/ 148574 h 278516"/>
                <a:gd name="csX220" fmla="*/ 101278 w 145229"/>
                <a:gd name="csY220" fmla="*/ 147619 h 278516"/>
                <a:gd name="csX221" fmla="*/ 100323 w 145229"/>
                <a:gd name="csY221" fmla="*/ 146185 h 278516"/>
                <a:gd name="csX222" fmla="*/ 99846 w 145229"/>
                <a:gd name="csY222" fmla="*/ 145230 h 278516"/>
                <a:gd name="csX223" fmla="*/ 100323 w 145229"/>
                <a:gd name="csY223" fmla="*/ 144274 h 278516"/>
                <a:gd name="csX224" fmla="*/ 103667 w 145229"/>
                <a:gd name="csY224" fmla="*/ 142841 h 278516"/>
                <a:gd name="csX225" fmla="*/ 104623 w 145229"/>
                <a:gd name="csY225" fmla="*/ 142363 h 278516"/>
                <a:gd name="csX226" fmla="*/ 104623 w 145229"/>
                <a:gd name="csY226" fmla="*/ 141408 h 278516"/>
                <a:gd name="csX227" fmla="*/ 104623 w 145229"/>
                <a:gd name="csY227" fmla="*/ 140453 h 278516"/>
                <a:gd name="csX228" fmla="*/ 103667 w 145229"/>
                <a:gd name="csY228" fmla="*/ 139975 h 278516"/>
                <a:gd name="csX229" fmla="*/ 102712 w 145229"/>
                <a:gd name="csY229" fmla="*/ 139975 h 278516"/>
                <a:gd name="csX230" fmla="*/ 100801 w 145229"/>
                <a:gd name="csY230" fmla="*/ 139019 h 278516"/>
                <a:gd name="csX231" fmla="*/ 97935 w 145229"/>
                <a:gd name="csY231" fmla="*/ 136153 h 278516"/>
                <a:gd name="csX232" fmla="*/ 96501 w 145229"/>
                <a:gd name="csY232" fmla="*/ 135675 h 278516"/>
                <a:gd name="csX233" fmla="*/ 95546 w 145229"/>
                <a:gd name="csY233" fmla="*/ 134720 h 278516"/>
                <a:gd name="csX234" fmla="*/ 94591 w 145229"/>
                <a:gd name="csY234" fmla="*/ 133764 h 278516"/>
                <a:gd name="csX235" fmla="*/ 93635 w 145229"/>
                <a:gd name="csY235" fmla="*/ 131853 h 278516"/>
                <a:gd name="csX236" fmla="*/ 93157 w 145229"/>
                <a:gd name="csY236" fmla="*/ 131376 h 278516"/>
                <a:gd name="csX237" fmla="*/ 92680 w 145229"/>
                <a:gd name="csY237" fmla="*/ 132331 h 278516"/>
                <a:gd name="csX238" fmla="*/ 91724 w 145229"/>
                <a:gd name="csY238" fmla="*/ 132809 h 278516"/>
                <a:gd name="csX239" fmla="*/ 90769 w 145229"/>
                <a:gd name="csY239" fmla="*/ 132809 h 278516"/>
                <a:gd name="csX240" fmla="*/ 89813 w 145229"/>
                <a:gd name="csY240" fmla="*/ 132331 h 278516"/>
                <a:gd name="csX241" fmla="*/ 89335 w 145229"/>
                <a:gd name="csY241" fmla="*/ 131376 h 278516"/>
                <a:gd name="csX242" fmla="*/ 88858 w 145229"/>
                <a:gd name="csY242" fmla="*/ 129942 h 278516"/>
                <a:gd name="csX243" fmla="*/ 87902 w 145229"/>
                <a:gd name="csY243" fmla="*/ 128987 h 278516"/>
                <a:gd name="csX244" fmla="*/ 87425 w 145229"/>
                <a:gd name="csY244" fmla="*/ 126121 h 278516"/>
                <a:gd name="csX245" fmla="*/ 87425 w 145229"/>
                <a:gd name="csY245" fmla="*/ 124687 h 278516"/>
                <a:gd name="csX246" fmla="*/ 86947 w 145229"/>
                <a:gd name="csY246" fmla="*/ 123254 h 278516"/>
                <a:gd name="csX247" fmla="*/ 85991 w 145229"/>
                <a:gd name="csY247" fmla="*/ 122777 h 278516"/>
                <a:gd name="csX248" fmla="*/ 85514 w 145229"/>
                <a:gd name="csY248" fmla="*/ 122299 h 278516"/>
                <a:gd name="csX249" fmla="*/ 83603 w 145229"/>
                <a:gd name="csY249" fmla="*/ 119910 h 278516"/>
                <a:gd name="csX250" fmla="*/ 82169 w 145229"/>
                <a:gd name="csY250" fmla="*/ 118477 h 278516"/>
                <a:gd name="csX251" fmla="*/ 82169 w 145229"/>
                <a:gd name="csY251" fmla="*/ 118477 h 278516"/>
                <a:gd name="csX252" fmla="*/ 76914 w 145229"/>
                <a:gd name="csY252" fmla="*/ 114655 h 278516"/>
                <a:gd name="csX253" fmla="*/ 76437 w 145229"/>
                <a:gd name="csY253" fmla="*/ 114177 h 278516"/>
                <a:gd name="csX254" fmla="*/ 75003 w 145229"/>
                <a:gd name="csY254" fmla="*/ 112744 h 278516"/>
                <a:gd name="csX255" fmla="*/ 75003 w 145229"/>
                <a:gd name="csY255" fmla="*/ 112744 h 278516"/>
                <a:gd name="csX256" fmla="*/ 72615 w 145229"/>
                <a:gd name="csY256" fmla="*/ 110355 h 278516"/>
                <a:gd name="csX257" fmla="*/ 70704 w 145229"/>
                <a:gd name="csY257" fmla="*/ 108445 h 278516"/>
                <a:gd name="csX258" fmla="*/ 69271 w 145229"/>
                <a:gd name="csY258" fmla="*/ 106534 h 278516"/>
                <a:gd name="csX259" fmla="*/ 68793 w 145229"/>
                <a:gd name="csY259" fmla="*/ 105100 h 278516"/>
                <a:gd name="csX260" fmla="*/ 68793 w 145229"/>
                <a:gd name="csY260" fmla="*/ 103667 h 278516"/>
                <a:gd name="csX261" fmla="*/ 67360 w 145229"/>
                <a:gd name="csY261" fmla="*/ 102234 h 278516"/>
                <a:gd name="csX262" fmla="*/ 65927 w 145229"/>
                <a:gd name="csY262" fmla="*/ 100801 h 278516"/>
                <a:gd name="csX263" fmla="*/ 64971 w 145229"/>
                <a:gd name="csY263" fmla="*/ 100323 h 278516"/>
                <a:gd name="csX264" fmla="*/ 63538 w 145229"/>
                <a:gd name="csY264" fmla="*/ 99846 h 278516"/>
                <a:gd name="csX265" fmla="*/ 62582 w 145229"/>
                <a:gd name="csY265" fmla="*/ 98890 h 278516"/>
                <a:gd name="csX266" fmla="*/ 60194 w 145229"/>
                <a:gd name="csY266" fmla="*/ 96979 h 278516"/>
                <a:gd name="csX267" fmla="*/ 59239 w 145229"/>
                <a:gd name="csY267" fmla="*/ 96024 h 278516"/>
                <a:gd name="csX268" fmla="*/ 58761 w 145229"/>
                <a:gd name="csY268" fmla="*/ 95068 h 278516"/>
                <a:gd name="csX269" fmla="*/ 58761 w 145229"/>
                <a:gd name="csY269" fmla="*/ 94113 h 278516"/>
                <a:gd name="csX270" fmla="*/ 59239 w 145229"/>
                <a:gd name="csY270" fmla="*/ 92680 h 278516"/>
                <a:gd name="csX271" fmla="*/ 59716 w 145229"/>
                <a:gd name="csY271" fmla="*/ 91724 h 278516"/>
                <a:gd name="csX272" fmla="*/ 60194 w 145229"/>
                <a:gd name="csY272" fmla="*/ 91246 h 278516"/>
                <a:gd name="csX273" fmla="*/ 59239 w 145229"/>
                <a:gd name="csY273" fmla="*/ 90769 h 278516"/>
                <a:gd name="csX274" fmla="*/ 56850 w 145229"/>
                <a:gd name="csY274" fmla="*/ 89813 h 278516"/>
                <a:gd name="csX275" fmla="*/ 51595 w 145229"/>
                <a:gd name="csY275" fmla="*/ 88380 h 278516"/>
                <a:gd name="csX276" fmla="*/ 49206 w 145229"/>
                <a:gd name="csY276" fmla="*/ 87424 h 278516"/>
                <a:gd name="csX277" fmla="*/ 47295 w 145229"/>
                <a:gd name="csY277" fmla="*/ 85991 h 278516"/>
                <a:gd name="csX278" fmla="*/ 45862 w 145229"/>
                <a:gd name="csY278" fmla="*/ 85036 h 278516"/>
                <a:gd name="csX279" fmla="*/ 39174 w 145229"/>
                <a:gd name="csY279" fmla="*/ 80736 h 278516"/>
                <a:gd name="csX280" fmla="*/ 37263 w 145229"/>
                <a:gd name="csY280" fmla="*/ 80258 h 278516"/>
                <a:gd name="csX281" fmla="*/ 35830 w 145229"/>
                <a:gd name="csY281" fmla="*/ 79303 h 278516"/>
                <a:gd name="csX282" fmla="*/ 34874 w 145229"/>
                <a:gd name="csY282" fmla="*/ 78825 h 278516"/>
                <a:gd name="csX283" fmla="*/ 35352 w 145229"/>
                <a:gd name="csY283" fmla="*/ 77870 h 278516"/>
                <a:gd name="csX284" fmla="*/ 35352 w 145229"/>
                <a:gd name="csY284" fmla="*/ 77870 h 278516"/>
                <a:gd name="csX285" fmla="*/ 35830 w 145229"/>
                <a:gd name="csY285" fmla="*/ 77392 h 278516"/>
                <a:gd name="csX286" fmla="*/ 37741 w 145229"/>
                <a:gd name="csY286" fmla="*/ 76437 h 278516"/>
                <a:gd name="csX287" fmla="*/ 38696 w 145229"/>
                <a:gd name="csY287" fmla="*/ 75481 h 278516"/>
                <a:gd name="csX288" fmla="*/ 38218 w 145229"/>
                <a:gd name="csY288" fmla="*/ 73570 h 278516"/>
                <a:gd name="csX289" fmla="*/ 37741 w 145229"/>
                <a:gd name="csY289" fmla="*/ 72137 h 278516"/>
                <a:gd name="csX290" fmla="*/ 37741 w 145229"/>
                <a:gd name="csY290" fmla="*/ 71659 h 278516"/>
                <a:gd name="csX291" fmla="*/ 38696 w 145229"/>
                <a:gd name="csY291" fmla="*/ 71659 h 278516"/>
                <a:gd name="csX292" fmla="*/ 39652 w 145229"/>
                <a:gd name="csY292" fmla="*/ 71659 h 278516"/>
                <a:gd name="csX293" fmla="*/ 42518 w 145229"/>
                <a:gd name="csY293" fmla="*/ 71182 h 278516"/>
                <a:gd name="csX294" fmla="*/ 48251 w 145229"/>
                <a:gd name="csY294" fmla="*/ 72615 h 278516"/>
                <a:gd name="csX295" fmla="*/ 48251 w 145229"/>
                <a:gd name="csY295" fmla="*/ 72615 h 278516"/>
                <a:gd name="csX296" fmla="*/ 48728 w 145229"/>
                <a:gd name="csY296" fmla="*/ 72615 h 278516"/>
                <a:gd name="csX297" fmla="*/ 50639 w 145229"/>
                <a:gd name="csY297" fmla="*/ 71182 h 278516"/>
                <a:gd name="csX298" fmla="*/ 52073 w 145229"/>
                <a:gd name="csY298" fmla="*/ 70226 h 278516"/>
                <a:gd name="csX299" fmla="*/ 52073 w 145229"/>
                <a:gd name="csY299" fmla="*/ 70226 h 278516"/>
                <a:gd name="csX300" fmla="*/ 53028 w 145229"/>
                <a:gd name="csY300" fmla="*/ 68315 h 278516"/>
                <a:gd name="csX301" fmla="*/ 53505 w 145229"/>
                <a:gd name="csY301" fmla="*/ 67360 h 278516"/>
                <a:gd name="csX302" fmla="*/ 53984 w 145229"/>
                <a:gd name="csY302" fmla="*/ 66405 h 278516"/>
                <a:gd name="csX303" fmla="*/ 55416 w 145229"/>
                <a:gd name="csY303" fmla="*/ 64971 h 278516"/>
                <a:gd name="csX304" fmla="*/ 55894 w 145229"/>
                <a:gd name="csY304" fmla="*/ 63538 h 278516"/>
                <a:gd name="csX305" fmla="*/ 54939 w 145229"/>
                <a:gd name="csY305" fmla="*/ 62105 h 278516"/>
                <a:gd name="csX306" fmla="*/ 53984 w 145229"/>
                <a:gd name="csY306" fmla="*/ 61627 h 278516"/>
                <a:gd name="csX307" fmla="*/ 53505 w 145229"/>
                <a:gd name="csY307" fmla="*/ 61149 h 278516"/>
                <a:gd name="csX308" fmla="*/ 51117 w 145229"/>
                <a:gd name="csY308" fmla="*/ 61149 h 278516"/>
                <a:gd name="csX309" fmla="*/ 50639 w 145229"/>
                <a:gd name="csY309" fmla="*/ 61149 h 278516"/>
                <a:gd name="csX310" fmla="*/ 50162 w 145229"/>
                <a:gd name="csY310" fmla="*/ 59716 h 278516"/>
                <a:gd name="csX311" fmla="*/ 50162 w 145229"/>
                <a:gd name="csY311" fmla="*/ 59239 h 278516"/>
                <a:gd name="csX312" fmla="*/ 49684 w 145229"/>
                <a:gd name="csY312" fmla="*/ 58283 h 278516"/>
                <a:gd name="csX313" fmla="*/ 47295 w 145229"/>
                <a:gd name="csY313" fmla="*/ 57328 h 278516"/>
                <a:gd name="csX314" fmla="*/ 44907 w 145229"/>
                <a:gd name="csY314" fmla="*/ 57328 h 278516"/>
                <a:gd name="csX315" fmla="*/ 44429 w 145229"/>
                <a:gd name="csY315" fmla="*/ 56850 h 278516"/>
                <a:gd name="csX316" fmla="*/ 45384 w 145229"/>
                <a:gd name="csY316" fmla="*/ 55894 h 278516"/>
                <a:gd name="csX317" fmla="*/ 46818 w 145229"/>
                <a:gd name="csY317" fmla="*/ 54939 h 278516"/>
                <a:gd name="csX318" fmla="*/ 47773 w 145229"/>
                <a:gd name="csY318" fmla="*/ 54461 h 278516"/>
                <a:gd name="csX319" fmla="*/ 47773 w 145229"/>
                <a:gd name="csY319" fmla="*/ 54461 h 278516"/>
                <a:gd name="csX320" fmla="*/ 48728 w 145229"/>
                <a:gd name="csY320" fmla="*/ 53506 h 278516"/>
                <a:gd name="csX321" fmla="*/ 48728 w 145229"/>
                <a:gd name="csY321" fmla="*/ 53028 h 278516"/>
                <a:gd name="csX322" fmla="*/ 48728 w 145229"/>
                <a:gd name="csY322" fmla="*/ 53028 h 278516"/>
                <a:gd name="csX323" fmla="*/ 48251 w 145229"/>
                <a:gd name="csY323" fmla="*/ 52550 h 278516"/>
                <a:gd name="csX324" fmla="*/ 47773 w 145229"/>
                <a:gd name="csY324" fmla="*/ 52073 h 278516"/>
                <a:gd name="csX325" fmla="*/ 46340 w 145229"/>
                <a:gd name="csY325" fmla="*/ 51117 h 278516"/>
                <a:gd name="csX326" fmla="*/ 43951 w 145229"/>
                <a:gd name="csY326" fmla="*/ 49684 h 278516"/>
                <a:gd name="csX327" fmla="*/ 41085 w 145229"/>
                <a:gd name="csY327" fmla="*/ 47773 h 278516"/>
                <a:gd name="csX328" fmla="*/ 39174 w 145229"/>
                <a:gd name="csY328" fmla="*/ 47295 h 278516"/>
                <a:gd name="csX329" fmla="*/ 38218 w 145229"/>
                <a:gd name="csY329" fmla="*/ 47295 h 278516"/>
                <a:gd name="csX330" fmla="*/ 34874 w 145229"/>
                <a:gd name="csY330" fmla="*/ 48728 h 278516"/>
                <a:gd name="csX331" fmla="*/ 32963 w 145229"/>
                <a:gd name="csY331" fmla="*/ 49684 h 278516"/>
                <a:gd name="csX332" fmla="*/ 32963 w 145229"/>
                <a:gd name="csY332" fmla="*/ 49684 h 278516"/>
                <a:gd name="csX333" fmla="*/ 31530 w 145229"/>
                <a:gd name="csY333" fmla="*/ 51595 h 278516"/>
                <a:gd name="csX334" fmla="*/ 30097 w 145229"/>
                <a:gd name="csY334" fmla="*/ 52073 h 278516"/>
                <a:gd name="csX335" fmla="*/ 28186 w 145229"/>
                <a:gd name="csY335" fmla="*/ 51117 h 278516"/>
                <a:gd name="csX336" fmla="*/ 26753 w 145229"/>
                <a:gd name="csY336" fmla="*/ 50162 h 278516"/>
                <a:gd name="csX337" fmla="*/ 21498 w 145229"/>
                <a:gd name="csY337" fmla="*/ 49206 h 278516"/>
                <a:gd name="csX338" fmla="*/ 19587 w 145229"/>
                <a:gd name="csY338" fmla="*/ 48251 h 278516"/>
                <a:gd name="csX339" fmla="*/ 15287 w 145229"/>
                <a:gd name="csY339" fmla="*/ 42040 h 278516"/>
                <a:gd name="csX340" fmla="*/ 14332 w 145229"/>
                <a:gd name="csY340" fmla="*/ 41085 h 278516"/>
                <a:gd name="csX341" fmla="*/ 14809 w 145229"/>
                <a:gd name="csY341" fmla="*/ 39651 h 278516"/>
                <a:gd name="csX342" fmla="*/ 14809 w 145229"/>
                <a:gd name="csY342" fmla="*/ 39651 h 278516"/>
                <a:gd name="csX343" fmla="*/ 15287 w 145229"/>
                <a:gd name="csY343" fmla="*/ 37263 h 278516"/>
                <a:gd name="csX344" fmla="*/ 15765 w 145229"/>
                <a:gd name="csY344" fmla="*/ 36307 h 278516"/>
                <a:gd name="csX345" fmla="*/ 16243 w 145229"/>
                <a:gd name="csY345" fmla="*/ 34874 h 278516"/>
                <a:gd name="csX346" fmla="*/ 16721 w 145229"/>
                <a:gd name="csY346" fmla="*/ 33919 h 278516"/>
                <a:gd name="csX347" fmla="*/ 16243 w 145229"/>
                <a:gd name="csY347" fmla="*/ 32963 h 278516"/>
                <a:gd name="csX348" fmla="*/ 15765 w 145229"/>
                <a:gd name="csY348" fmla="*/ 32008 h 278516"/>
                <a:gd name="csX349" fmla="*/ 14809 w 145229"/>
                <a:gd name="csY349" fmla="*/ 32008 h 278516"/>
                <a:gd name="csX350" fmla="*/ 14332 w 145229"/>
                <a:gd name="csY350" fmla="*/ 31530 h 278516"/>
                <a:gd name="csX351" fmla="*/ 13854 w 145229"/>
                <a:gd name="csY351" fmla="*/ 30097 h 278516"/>
                <a:gd name="csX352" fmla="*/ 13377 w 145229"/>
                <a:gd name="csY352" fmla="*/ 30575 h 278516"/>
                <a:gd name="csX353" fmla="*/ 13377 w 145229"/>
                <a:gd name="csY353" fmla="*/ 30575 h 278516"/>
                <a:gd name="csX354" fmla="*/ 12898 w 145229"/>
                <a:gd name="csY354" fmla="*/ 31530 h 278516"/>
                <a:gd name="csX355" fmla="*/ 12898 w 145229"/>
                <a:gd name="csY355" fmla="*/ 32486 h 278516"/>
                <a:gd name="csX356" fmla="*/ 12421 w 145229"/>
                <a:gd name="csY356" fmla="*/ 32963 h 278516"/>
                <a:gd name="csX357" fmla="*/ 11466 w 145229"/>
                <a:gd name="csY357" fmla="*/ 32963 h 278516"/>
                <a:gd name="csX358" fmla="*/ 10510 w 145229"/>
                <a:gd name="csY358" fmla="*/ 32963 h 278516"/>
                <a:gd name="csX359" fmla="*/ 10032 w 145229"/>
                <a:gd name="csY359" fmla="*/ 32008 h 278516"/>
                <a:gd name="csX360" fmla="*/ 10032 w 145229"/>
                <a:gd name="csY360" fmla="*/ 31052 h 278516"/>
                <a:gd name="csX361" fmla="*/ 9555 w 145229"/>
                <a:gd name="csY361" fmla="*/ 29619 h 278516"/>
                <a:gd name="csX362" fmla="*/ 9077 w 145229"/>
                <a:gd name="csY362" fmla="*/ 28186 h 278516"/>
                <a:gd name="csX363" fmla="*/ 9077 w 145229"/>
                <a:gd name="csY363" fmla="*/ 28186 h 278516"/>
                <a:gd name="csX364" fmla="*/ 7166 w 145229"/>
                <a:gd name="csY364" fmla="*/ 27231 h 278516"/>
                <a:gd name="csX365" fmla="*/ 6211 w 145229"/>
                <a:gd name="csY365" fmla="*/ 26275 h 278516"/>
                <a:gd name="csX366" fmla="*/ 3344 w 145229"/>
                <a:gd name="csY366" fmla="*/ 22931 h 278516"/>
                <a:gd name="csX367" fmla="*/ 3344 w 145229"/>
                <a:gd name="csY367" fmla="*/ 22931 h 278516"/>
                <a:gd name="csX368" fmla="*/ 955 w 145229"/>
                <a:gd name="csY368" fmla="*/ 21020 h 278516"/>
                <a:gd name="csX369" fmla="*/ 0 w 145229"/>
                <a:gd name="csY369" fmla="*/ 19109 h 278516"/>
                <a:gd name="csX370" fmla="*/ 0 w 145229"/>
                <a:gd name="csY370" fmla="*/ 19109 h 278516"/>
                <a:gd name="csX371" fmla="*/ 955 w 145229"/>
                <a:gd name="csY371" fmla="*/ 18632 h 278516"/>
                <a:gd name="csX372" fmla="*/ 2389 w 145229"/>
                <a:gd name="csY372" fmla="*/ 17676 h 278516"/>
                <a:gd name="csX373" fmla="*/ 3344 w 145229"/>
                <a:gd name="csY373" fmla="*/ 15765 h 278516"/>
                <a:gd name="csX374" fmla="*/ 4777 w 145229"/>
                <a:gd name="csY374" fmla="*/ 13854 h 278516"/>
                <a:gd name="csX375" fmla="*/ 5733 w 145229"/>
                <a:gd name="csY375" fmla="*/ 12899 h 278516"/>
                <a:gd name="csX376" fmla="*/ 6211 w 145229"/>
                <a:gd name="csY376" fmla="*/ 12421 h 278516"/>
                <a:gd name="csX377" fmla="*/ 6688 w 145229"/>
                <a:gd name="csY377" fmla="*/ 11943 h 278516"/>
                <a:gd name="csX378" fmla="*/ 7644 w 145229"/>
                <a:gd name="csY378" fmla="*/ 11943 h 278516"/>
                <a:gd name="csX379" fmla="*/ 9555 w 145229"/>
                <a:gd name="csY379" fmla="*/ 12899 h 278516"/>
                <a:gd name="csX380" fmla="*/ 11943 w 145229"/>
                <a:gd name="csY380" fmla="*/ 13854 h 278516"/>
                <a:gd name="csX381" fmla="*/ 13854 w 145229"/>
                <a:gd name="csY381" fmla="*/ 15287 h 278516"/>
                <a:gd name="csX382" fmla="*/ 14809 w 145229"/>
                <a:gd name="csY382" fmla="*/ 16243 h 278516"/>
                <a:gd name="csX383" fmla="*/ 16243 w 145229"/>
                <a:gd name="csY383" fmla="*/ 17676 h 278516"/>
                <a:gd name="csX384" fmla="*/ 17198 w 145229"/>
                <a:gd name="csY384" fmla="*/ 17676 h 278516"/>
                <a:gd name="csX385" fmla="*/ 17676 w 145229"/>
                <a:gd name="csY385" fmla="*/ 17676 h 278516"/>
                <a:gd name="csX386" fmla="*/ 19109 w 145229"/>
                <a:gd name="csY386" fmla="*/ 16721 h 278516"/>
                <a:gd name="csX387" fmla="*/ 20064 w 145229"/>
                <a:gd name="csY387" fmla="*/ 15765 h 278516"/>
                <a:gd name="csX388" fmla="*/ 20064 w 145229"/>
                <a:gd name="csY388" fmla="*/ 14809 h 278516"/>
                <a:gd name="csX389" fmla="*/ 21020 w 145229"/>
                <a:gd name="csY389" fmla="*/ 13854 h 278516"/>
                <a:gd name="csX390" fmla="*/ 22453 w 145229"/>
                <a:gd name="csY390" fmla="*/ 12421 h 278516"/>
                <a:gd name="csX391" fmla="*/ 23409 w 145229"/>
                <a:gd name="csY391" fmla="*/ 11466 h 278516"/>
                <a:gd name="csX392" fmla="*/ 23886 w 145229"/>
                <a:gd name="csY392" fmla="*/ 11466 h 278516"/>
                <a:gd name="csX393" fmla="*/ 24364 w 145229"/>
                <a:gd name="csY393" fmla="*/ 11943 h 278516"/>
                <a:gd name="csX394" fmla="*/ 26753 w 145229"/>
                <a:gd name="csY394" fmla="*/ 14809 h 278516"/>
                <a:gd name="csX395" fmla="*/ 27230 w 145229"/>
                <a:gd name="csY395" fmla="*/ 15287 h 278516"/>
                <a:gd name="csX396" fmla="*/ 27709 w 145229"/>
                <a:gd name="csY396" fmla="*/ 14809 h 278516"/>
                <a:gd name="csX397" fmla="*/ 27709 w 145229"/>
                <a:gd name="csY397" fmla="*/ 14809 h 278516"/>
                <a:gd name="csX398" fmla="*/ 28664 w 145229"/>
                <a:gd name="csY398" fmla="*/ 12421 h 278516"/>
                <a:gd name="csX399" fmla="*/ 29619 w 145229"/>
                <a:gd name="csY399" fmla="*/ 11466 h 278516"/>
                <a:gd name="csX400" fmla="*/ 30097 w 145229"/>
                <a:gd name="csY400" fmla="*/ 11466 h 278516"/>
                <a:gd name="csX401" fmla="*/ 35352 w 145229"/>
                <a:gd name="csY401" fmla="*/ 16243 h 278516"/>
                <a:gd name="csX402" fmla="*/ 35830 w 145229"/>
                <a:gd name="csY402" fmla="*/ 15765 h 278516"/>
                <a:gd name="csX403" fmla="*/ 36785 w 145229"/>
                <a:gd name="csY403" fmla="*/ 15765 h 278516"/>
                <a:gd name="csX404" fmla="*/ 36785 w 145229"/>
                <a:gd name="csY404" fmla="*/ 15765 h 278516"/>
                <a:gd name="csX405" fmla="*/ 37263 w 145229"/>
                <a:gd name="csY405" fmla="*/ 15287 h 278516"/>
                <a:gd name="csX406" fmla="*/ 37263 w 145229"/>
                <a:gd name="csY406" fmla="*/ 13376 h 278516"/>
                <a:gd name="csX407" fmla="*/ 38218 w 145229"/>
                <a:gd name="csY407" fmla="*/ 11943 h 278516"/>
                <a:gd name="csX408" fmla="*/ 40129 w 145229"/>
                <a:gd name="csY408" fmla="*/ 10988 h 278516"/>
                <a:gd name="csX409" fmla="*/ 41562 w 145229"/>
                <a:gd name="csY409" fmla="*/ 10510 h 278516"/>
                <a:gd name="csX410" fmla="*/ 42040 w 145229"/>
                <a:gd name="csY410" fmla="*/ 11466 h 278516"/>
                <a:gd name="csX411" fmla="*/ 42996 w 145229"/>
                <a:gd name="csY411" fmla="*/ 12421 h 278516"/>
                <a:gd name="csX412" fmla="*/ 44429 w 145229"/>
                <a:gd name="csY412" fmla="*/ 12899 h 278516"/>
                <a:gd name="csX413" fmla="*/ 47773 w 145229"/>
                <a:gd name="csY413" fmla="*/ 10988 h 278516"/>
                <a:gd name="csX414" fmla="*/ 48728 w 145229"/>
                <a:gd name="csY414" fmla="*/ 10510 h 278516"/>
                <a:gd name="csX415" fmla="*/ 49684 w 145229"/>
                <a:gd name="csY415" fmla="*/ 10510 h 278516"/>
                <a:gd name="csX416" fmla="*/ 50639 w 145229"/>
                <a:gd name="csY416" fmla="*/ 10510 h 278516"/>
                <a:gd name="csX417" fmla="*/ 52073 w 145229"/>
                <a:gd name="csY417" fmla="*/ 9555 h 278516"/>
                <a:gd name="csX418" fmla="*/ 53028 w 145229"/>
                <a:gd name="csY418" fmla="*/ 8599 h 278516"/>
                <a:gd name="csX419" fmla="*/ 53505 w 145229"/>
                <a:gd name="csY419" fmla="*/ 6688 h 278516"/>
                <a:gd name="csX420" fmla="*/ 53505 w 145229"/>
                <a:gd name="csY420" fmla="*/ 5255 h 278516"/>
                <a:gd name="csX421" fmla="*/ 54461 w 145229"/>
                <a:gd name="csY421" fmla="*/ 4300 h 278516"/>
                <a:gd name="csX422" fmla="*/ 55416 w 145229"/>
                <a:gd name="csY422" fmla="*/ 3822 h 278516"/>
                <a:gd name="csX423" fmla="*/ 56850 w 145229"/>
                <a:gd name="csY423" fmla="*/ 3344 h 278516"/>
                <a:gd name="csX424" fmla="*/ 60671 w 145229"/>
                <a:gd name="csY424" fmla="*/ 1433 h 278516"/>
                <a:gd name="csX425" fmla="*/ 61627 w 145229"/>
                <a:gd name="csY425" fmla="*/ 478 h 278516"/>
                <a:gd name="csX426" fmla="*/ 62582 w 145229"/>
                <a:gd name="csY426" fmla="*/ 0 h 278516"/>
                <a:gd name="csX427" fmla="*/ 64016 w 145229"/>
                <a:gd name="csY427" fmla="*/ 956 h 278516"/>
                <a:gd name="csX428" fmla="*/ 65927 w 145229"/>
                <a:gd name="csY428" fmla="*/ 2389 h 278516"/>
                <a:gd name="csX429" fmla="*/ 66882 w 145229"/>
                <a:gd name="csY429" fmla="*/ 3344 h 278516"/>
                <a:gd name="csX430" fmla="*/ 67360 w 145229"/>
                <a:gd name="csY430" fmla="*/ 4777 h 278516"/>
                <a:gd name="csX431" fmla="*/ 67837 w 145229"/>
                <a:gd name="csY431" fmla="*/ 5733 h 278516"/>
                <a:gd name="csX432" fmla="*/ 67837 w 145229"/>
                <a:gd name="csY432" fmla="*/ 5733 h 278516"/>
                <a:gd name="csX433" fmla="*/ 70704 w 145229"/>
                <a:gd name="csY433" fmla="*/ 6210 h 278516"/>
                <a:gd name="csX434" fmla="*/ 72615 w 145229"/>
                <a:gd name="csY434" fmla="*/ 7644 h 278516"/>
                <a:gd name="csX435" fmla="*/ 73570 w 145229"/>
                <a:gd name="csY435" fmla="*/ 8599 h 278516"/>
                <a:gd name="csX436" fmla="*/ 75003 w 145229"/>
                <a:gd name="csY436" fmla="*/ 8599 h 278516"/>
                <a:gd name="csX437" fmla="*/ 75959 w 145229"/>
                <a:gd name="csY437" fmla="*/ 8121 h 278516"/>
                <a:gd name="csX438" fmla="*/ 76914 w 145229"/>
                <a:gd name="csY438" fmla="*/ 7644 h 278516"/>
                <a:gd name="csX439" fmla="*/ 78348 w 145229"/>
                <a:gd name="csY439" fmla="*/ 7644 h 278516"/>
                <a:gd name="csX440" fmla="*/ 79781 w 145229"/>
                <a:gd name="csY440" fmla="*/ 7644 h 278516"/>
                <a:gd name="csX441" fmla="*/ 80736 w 145229"/>
                <a:gd name="csY441" fmla="*/ 8121 h 278516"/>
                <a:gd name="csX442" fmla="*/ 81692 w 145229"/>
                <a:gd name="csY442" fmla="*/ 9555 h 278516"/>
                <a:gd name="csX443" fmla="*/ 82647 w 145229"/>
                <a:gd name="csY443" fmla="*/ 10032 h 278516"/>
                <a:gd name="csX444" fmla="*/ 83603 w 145229"/>
                <a:gd name="csY444" fmla="*/ 9555 h 278516"/>
                <a:gd name="csX445" fmla="*/ 85991 w 145229"/>
                <a:gd name="csY445" fmla="*/ 9077 h 278516"/>
                <a:gd name="csX446" fmla="*/ 87425 w 145229"/>
                <a:gd name="csY446" fmla="*/ 8599 h 278516"/>
                <a:gd name="csX447" fmla="*/ 89335 w 145229"/>
                <a:gd name="csY447" fmla="*/ 9555 h 278516"/>
                <a:gd name="csX448" fmla="*/ 92202 w 145229"/>
                <a:gd name="csY448" fmla="*/ 11466 h 278516"/>
                <a:gd name="csX449" fmla="*/ 91246 w 145229"/>
                <a:gd name="csY449" fmla="*/ 12899 h 278516"/>
                <a:gd name="csX450" fmla="*/ 90769 w 145229"/>
                <a:gd name="csY450" fmla="*/ 14332 h 278516"/>
                <a:gd name="csX451" fmla="*/ 89335 w 145229"/>
                <a:gd name="csY451" fmla="*/ 15287 h 278516"/>
                <a:gd name="csX452" fmla="*/ 88380 w 145229"/>
                <a:gd name="csY452" fmla="*/ 15287 h 278516"/>
                <a:gd name="csX453" fmla="*/ 87902 w 145229"/>
                <a:gd name="csY453" fmla="*/ 16721 h 278516"/>
                <a:gd name="csX454" fmla="*/ 87425 w 145229"/>
                <a:gd name="csY454" fmla="*/ 18632 h 278516"/>
                <a:gd name="csX455" fmla="*/ 87902 w 145229"/>
                <a:gd name="csY455" fmla="*/ 20065 h 278516"/>
                <a:gd name="csX456" fmla="*/ 88858 w 145229"/>
                <a:gd name="csY456" fmla="*/ 20065 h 278516"/>
                <a:gd name="csX457" fmla="*/ 89335 w 145229"/>
                <a:gd name="csY457" fmla="*/ 21020 h 278516"/>
                <a:gd name="csX458" fmla="*/ 89813 w 145229"/>
                <a:gd name="csY458" fmla="*/ 21975 h 278516"/>
                <a:gd name="csX459" fmla="*/ 89813 w 145229"/>
                <a:gd name="csY459" fmla="*/ 23886 h 278516"/>
                <a:gd name="csX460" fmla="*/ 89813 w 145229"/>
                <a:gd name="csY460" fmla="*/ 26275 h 278516"/>
                <a:gd name="csX461" fmla="*/ 89813 w 145229"/>
                <a:gd name="csY461" fmla="*/ 27231 h 278516"/>
                <a:gd name="csX462" fmla="*/ 90769 w 145229"/>
                <a:gd name="csY462" fmla="*/ 26753 h 278516"/>
                <a:gd name="csX463" fmla="*/ 91246 w 145229"/>
                <a:gd name="csY463" fmla="*/ 26753 h 278516"/>
                <a:gd name="csX464" fmla="*/ 92680 w 145229"/>
                <a:gd name="csY464" fmla="*/ 26753 h 278516"/>
                <a:gd name="csX465" fmla="*/ 94112 w 145229"/>
                <a:gd name="csY465" fmla="*/ 27708 h 278516"/>
                <a:gd name="csX466" fmla="*/ 95068 w 145229"/>
                <a:gd name="csY466" fmla="*/ 28186 h 278516"/>
                <a:gd name="csX467" fmla="*/ 96024 w 145229"/>
                <a:gd name="csY467" fmla="*/ 28186 h 278516"/>
                <a:gd name="csX468" fmla="*/ 96979 w 145229"/>
                <a:gd name="csY468" fmla="*/ 28664 h 278516"/>
                <a:gd name="csX469" fmla="*/ 96979 w 145229"/>
                <a:gd name="csY469" fmla="*/ 29619 h 278516"/>
                <a:gd name="csX470" fmla="*/ 96979 w 145229"/>
                <a:gd name="csY470" fmla="*/ 29619 h 278516"/>
                <a:gd name="csX471" fmla="*/ 97935 w 145229"/>
                <a:gd name="csY471" fmla="*/ 30575 h 278516"/>
                <a:gd name="csX472" fmla="*/ 100323 w 145229"/>
                <a:gd name="csY472" fmla="*/ 32008 h 278516"/>
                <a:gd name="csX473" fmla="*/ 102234 w 145229"/>
                <a:gd name="csY473" fmla="*/ 32486 h 278516"/>
                <a:gd name="csX474" fmla="*/ 103667 w 145229"/>
                <a:gd name="csY474" fmla="*/ 34397 h 278516"/>
                <a:gd name="csX475" fmla="*/ 103667 w 145229"/>
                <a:gd name="csY475" fmla="*/ 34397 h 278516"/>
                <a:gd name="csX476" fmla="*/ 105100 w 145229"/>
                <a:gd name="csY476" fmla="*/ 33441 h 278516"/>
                <a:gd name="csX477" fmla="*/ 106056 w 145229"/>
                <a:gd name="csY477" fmla="*/ 34397 h 278516"/>
                <a:gd name="csX478" fmla="*/ 109400 w 145229"/>
                <a:gd name="csY478" fmla="*/ 34397 h 278516"/>
                <a:gd name="csX479" fmla="*/ 111789 w 145229"/>
                <a:gd name="csY479" fmla="*/ 33441 h 278516"/>
                <a:gd name="csX480" fmla="*/ 112744 w 145229"/>
                <a:gd name="csY480" fmla="*/ 33441 h 278516"/>
                <a:gd name="csX481" fmla="*/ 114655 w 145229"/>
                <a:gd name="csY481" fmla="*/ 35352 h 278516"/>
                <a:gd name="csX482" fmla="*/ 116088 w 145229"/>
                <a:gd name="csY482" fmla="*/ 36307 h 278516"/>
                <a:gd name="csX483" fmla="*/ 115133 w 145229"/>
                <a:gd name="csY483" fmla="*/ 36307 h 278516"/>
                <a:gd name="csX484" fmla="*/ 112744 w 145229"/>
                <a:gd name="csY484" fmla="*/ 36307 h 278516"/>
                <a:gd name="csX485" fmla="*/ 110833 w 145229"/>
                <a:gd name="csY485" fmla="*/ 38218 h 278516"/>
                <a:gd name="csX486" fmla="*/ 109400 w 145229"/>
                <a:gd name="csY486" fmla="*/ 38696 h 278516"/>
                <a:gd name="csX487" fmla="*/ 107012 w 145229"/>
                <a:gd name="csY487" fmla="*/ 39651 h 278516"/>
                <a:gd name="csX488" fmla="*/ 104623 w 145229"/>
                <a:gd name="csY488" fmla="*/ 40607 h 278516"/>
                <a:gd name="csX489" fmla="*/ 104145 w 145229"/>
                <a:gd name="csY489" fmla="*/ 42040 h 278516"/>
                <a:gd name="csX490" fmla="*/ 104145 w 145229"/>
                <a:gd name="csY490" fmla="*/ 43473 h 278516"/>
                <a:gd name="csX491" fmla="*/ 103667 w 145229"/>
                <a:gd name="csY491" fmla="*/ 44907 h 278516"/>
                <a:gd name="csX492" fmla="*/ 99846 w 145229"/>
                <a:gd name="csY492" fmla="*/ 46817 h 278516"/>
                <a:gd name="csX493" fmla="*/ 98890 w 145229"/>
                <a:gd name="csY493" fmla="*/ 46817 h 278516"/>
                <a:gd name="csX494" fmla="*/ 98412 w 145229"/>
                <a:gd name="csY494" fmla="*/ 45862 h 278516"/>
                <a:gd name="csX495" fmla="*/ 96979 w 145229"/>
                <a:gd name="csY495" fmla="*/ 46340 h 278516"/>
                <a:gd name="csX496" fmla="*/ 96501 w 145229"/>
                <a:gd name="csY496" fmla="*/ 46817 h 278516"/>
                <a:gd name="csX497" fmla="*/ 95546 w 145229"/>
                <a:gd name="csY497" fmla="*/ 46340 h 278516"/>
                <a:gd name="csX498" fmla="*/ 94591 w 145229"/>
                <a:gd name="csY498" fmla="*/ 46817 h 278516"/>
                <a:gd name="csX499" fmla="*/ 93157 w 145229"/>
                <a:gd name="csY499" fmla="*/ 46817 h 278516"/>
                <a:gd name="csX500" fmla="*/ 91724 w 145229"/>
                <a:gd name="csY500" fmla="*/ 46340 h 278516"/>
                <a:gd name="csX501" fmla="*/ 91246 w 145229"/>
                <a:gd name="csY501" fmla="*/ 45862 h 278516"/>
                <a:gd name="csX502" fmla="*/ 90291 w 145229"/>
                <a:gd name="csY502" fmla="*/ 45862 h 278516"/>
                <a:gd name="csX503" fmla="*/ 90291 w 145229"/>
                <a:gd name="csY503" fmla="*/ 46817 h 278516"/>
                <a:gd name="csX504" fmla="*/ 91724 w 145229"/>
                <a:gd name="csY504" fmla="*/ 49684 h 278516"/>
                <a:gd name="csX505" fmla="*/ 91724 w 145229"/>
                <a:gd name="csY505" fmla="*/ 51117 h 278516"/>
                <a:gd name="csX506" fmla="*/ 87902 w 145229"/>
                <a:gd name="csY506" fmla="*/ 55417 h 278516"/>
                <a:gd name="csX507" fmla="*/ 88380 w 145229"/>
                <a:gd name="csY507" fmla="*/ 57805 h 278516"/>
                <a:gd name="csX508" fmla="*/ 86947 w 145229"/>
                <a:gd name="csY508" fmla="*/ 59716 h 278516"/>
                <a:gd name="csX509" fmla="*/ 84558 w 145229"/>
                <a:gd name="csY509" fmla="*/ 61149 h 278516"/>
                <a:gd name="csX510" fmla="*/ 80259 w 145229"/>
                <a:gd name="csY510" fmla="*/ 65449 h 278516"/>
                <a:gd name="csX511" fmla="*/ 78348 w 145229"/>
                <a:gd name="csY511" fmla="*/ 65449 h 278516"/>
                <a:gd name="csX512" fmla="*/ 76437 w 145229"/>
                <a:gd name="csY512" fmla="*/ 66405 h 278516"/>
                <a:gd name="csX513" fmla="*/ 73093 w 145229"/>
                <a:gd name="csY513" fmla="*/ 73093 h 278516"/>
                <a:gd name="csX514" fmla="*/ 73093 w 145229"/>
                <a:gd name="csY514" fmla="*/ 75481 h 278516"/>
                <a:gd name="csX515" fmla="*/ 72615 w 145229"/>
                <a:gd name="csY515" fmla="*/ 77392 h 278516"/>
                <a:gd name="csX516" fmla="*/ 72615 w 145229"/>
                <a:gd name="csY516" fmla="*/ 78825 h 278516"/>
                <a:gd name="csX517" fmla="*/ 71182 w 145229"/>
                <a:gd name="csY517" fmla="*/ 82170 h 278516"/>
                <a:gd name="csX518" fmla="*/ 69748 w 145229"/>
                <a:gd name="csY518" fmla="*/ 83603 h 278516"/>
                <a:gd name="csX519" fmla="*/ 69271 w 145229"/>
                <a:gd name="csY519" fmla="*/ 85036 h 278516"/>
                <a:gd name="csX520" fmla="*/ 71659 w 145229"/>
                <a:gd name="csY520" fmla="*/ 88858 h 278516"/>
                <a:gd name="csX521" fmla="*/ 71659 w 145229"/>
                <a:gd name="csY521" fmla="*/ 89335 h 278516"/>
                <a:gd name="csX522" fmla="*/ 73093 w 145229"/>
                <a:gd name="csY522" fmla="*/ 91246 h 278516"/>
                <a:gd name="csX523" fmla="*/ 73570 w 145229"/>
                <a:gd name="csY523" fmla="*/ 92680 h 278516"/>
                <a:gd name="csX524" fmla="*/ 74526 w 145229"/>
                <a:gd name="csY524" fmla="*/ 94113 h 278516"/>
                <a:gd name="csX525" fmla="*/ 78348 w 145229"/>
                <a:gd name="csY525" fmla="*/ 97457 h 278516"/>
                <a:gd name="csX526" fmla="*/ 79781 w 145229"/>
                <a:gd name="csY526" fmla="*/ 98890 h 278516"/>
                <a:gd name="csX527" fmla="*/ 81692 w 145229"/>
                <a:gd name="csY527" fmla="*/ 99368 h 278516"/>
                <a:gd name="csX528" fmla="*/ 85036 w 145229"/>
                <a:gd name="csY528" fmla="*/ 102712 h 278516"/>
                <a:gd name="csX529" fmla="*/ 86947 w 145229"/>
                <a:gd name="csY529" fmla="*/ 104623 h 278516"/>
                <a:gd name="csX530" fmla="*/ 85991 w 145229"/>
                <a:gd name="csY530" fmla="*/ 106056 h 278516"/>
                <a:gd name="csX531" fmla="*/ 86469 w 145229"/>
                <a:gd name="csY531" fmla="*/ 108922 h 278516"/>
                <a:gd name="csX532" fmla="*/ 84080 w 145229"/>
                <a:gd name="csY532" fmla="*/ 107967 h 278516"/>
                <a:gd name="csX533" fmla="*/ 84080 w 145229"/>
                <a:gd name="csY533" fmla="*/ 108445 h 278516"/>
                <a:gd name="csX534" fmla="*/ 86947 w 145229"/>
                <a:gd name="csY534" fmla="*/ 109878 h 278516"/>
                <a:gd name="csX535" fmla="*/ 91246 w 145229"/>
                <a:gd name="csY535" fmla="*/ 115611 h 278516"/>
                <a:gd name="csX536" fmla="*/ 95068 w 145229"/>
                <a:gd name="csY536" fmla="*/ 118477 h 278516"/>
                <a:gd name="csX537" fmla="*/ 98890 w 145229"/>
                <a:gd name="csY537" fmla="*/ 121343 h 278516"/>
                <a:gd name="csX538" fmla="*/ 100323 w 145229"/>
                <a:gd name="csY538" fmla="*/ 124210 h 278516"/>
                <a:gd name="csX539" fmla="*/ 103667 w 145229"/>
                <a:gd name="csY539" fmla="*/ 126598 h 278516"/>
                <a:gd name="csX540" fmla="*/ 107489 w 145229"/>
                <a:gd name="csY540" fmla="*/ 129465 h 278516"/>
                <a:gd name="csX541" fmla="*/ 107489 w 145229"/>
                <a:gd name="csY541" fmla="*/ 129942 h 278516"/>
                <a:gd name="csX542" fmla="*/ 108444 w 145229"/>
                <a:gd name="csY542" fmla="*/ 130898 h 278516"/>
                <a:gd name="csX543" fmla="*/ 111311 w 145229"/>
                <a:gd name="csY543" fmla="*/ 132331 h 278516"/>
                <a:gd name="csX544" fmla="*/ 112744 w 145229"/>
                <a:gd name="csY544" fmla="*/ 133764 h 278516"/>
                <a:gd name="csX545" fmla="*/ 113222 w 145229"/>
                <a:gd name="csY545" fmla="*/ 135197 h 278516"/>
                <a:gd name="csX546" fmla="*/ 114177 w 145229"/>
                <a:gd name="csY546" fmla="*/ 135675 h 278516"/>
                <a:gd name="csX547" fmla="*/ 115133 w 145229"/>
                <a:gd name="csY547" fmla="*/ 135197 h 278516"/>
                <a:gd name="csX548" fmla="*/ 116566 w 145229"/>
                <a:gd name="csY548" fmla="*/ 135197 h 278516"/>
                <a:gd name="csX549" fmla="*/ 117044 w 145229"/>
                <a:gd name="csY549" fmla="*/ 135197 h 278516"/>
                <a:gd name="csX550" fmla="*/ 118477 w 145229"/>
                <a:gd name="csY550" fmla="*/ 136631 h 278516"/>
                <a:gd name="csX551" fmla="*/ 119910 w 145229"/>
                <a:gd name="csY551" fmla="*/ 138542 h 278516"/>
                <a:gd name="csX552" fmla="*/ 120866 w 145229"/>
                <a:gd name="csY552" fmla="*/ 139497 h 278516"/>
                <a:gd name="csX553" fmla="*/ 121343 w 145229"/>
                <a:gd name="csY553" fmla="*/ 139497 h 278516"/>
                <a:gd name="csX554" fmla="*/ 121821 w 145229"/>
                <a:gd name="csY554" fmla="*/ 139497 h 278516"/>
                <a:gd name="csX555" fmla="*/ 121821 w 145229"/>
                <a:gd name="csY555" fmla="*/ 140930 h 278516"/>
                <a:gd name="csX556" fmla="*/ 122299 w 145229"/>
                <a:gd name="csY556" fmla="*/ 141408 h 278516"/>
                <a:gd name="csX557" fmla="*/ 124210 w 145229"/>
                <a:gd name="csY557" fmla="*/ 143796 h 278516"/>
                <a:gd name="csX558" fmla="*/ 125165 w 145229"/>
                <a:gd name="csY558" fmla="*/ 145707 h 278516"/>
                <a:gd name="csX559" fmla="*/ 128032 w 145229"/>
                <a:gd name="csY559" fmla="*/ 149052 h 278516"/>
                <a:gd name="csX560" fmla="*/ 129942 w 145229"/>
                <a:gd name="csY560" fmla="*/ 150962 h 278516"/>
                <a:gd name="csX561" fmla="*/ 131376 w 145229"/>
                <a:gd name="csY561" fmla="*/ 151918 h 278516"/>
                <a:gd name="csX562" fmla="*/ 132809 w 145229"/>
                <a:gd name="csY562" fmla="*/ 152873 h 278516"/>
                <a:gd name="csX563" fmla="*/ 134242 w 145229"/>
                <a:gd name="csY563" fmla="*/ 156695 h 278516"/>
                <a:gd name="csX564" fmla="*/ 135198 w 145229"/>
                <a:gd name="csY564" fmla="*/ 160039 h 278516"/>
                <a:gd name="csX565" fmla="*/ 136631 w 145229"/>
                <a:gd name="csY565" fmla="*/ 163861 h 278516"/>
                <a:gd name="csX566" fmla="*/ 138064 w 145229"/>
                <a:gd name="csY566" fmla="*/ 165294 h 278516"/>
                <a:gd name="csX567" fmla="*/ 138064 w 145229"/>
                <a:gd name="csY567" fmla="*/ 168638 h 278516"/>
                <a:gd name="csX568" fmla="*/ 139019 w 145229"/>
                <a:gd name="csY568" fmla="*/ 171505 h 278516"/>
                <a:gd name="csX569" fmla="*/ 139975 w 145229"/>
                <a:gd name="csY569" fmla="*/ 173894 h 278516"/>
                <a:gd name="csX570" fmla="*/ 140453 w 145229"/>
                <a:gd name="csY570" fmla="*/ 175804 h 278516"/>
                <a:gd name="csX571" fmla="*/ 140930 w 145229"/>
                <a:gd name="csY571" fmla="*/ 177238 h 278516"/>
                <a:gd name="csX572" fmla="*/ 141408 w 145229"/>
                <a:gd name="csY572" fmla="*/ 177715 h 278516"/>
                <a:gd name="csX573" fmla="*/ 142364 w 145229"/>
                <a:gd name="csY573" fmla="*/ 181537 h 278516"/>
                <a:gd name="csX574" fmla="*/ 141885 w 145229"/>
                <a:gd name="csY574" fmla="*/ 182970 h 278516"/>
                <a:gd name="csX575" fmla="*/ 141408 w 145229"/>
                <a:gd name="csY575" fmla="*/ 181537 h 278516"/>
                <a:gd name="csX576" fmla="*/ 141408 w 145229"/>
                <a:gd name="csY576" fmla="*/ 186314 h 278516"/>
                <a:gd name="csX577" fmla="*/ 141885 w 145229"/>
                <a:gd name="csY577" fmla="*/ 189181 h 278516"/>
                <a:gd name="csX578" fmla="*/ 141885 w 145229"/>
                <a:gd name="csY578" fmla="*/ 192047 h 278516"/>
                <a:gd name="csX579" fmla="*/ 142364 w 145229"/>
                <a:gd name="csY579" fmla="*/ 193480 h 278516"/>
                <a:gd name="csX580" fmla="*/ 143796 w 145229"/>
                <a:gd name="csY580" fmla="*/ 196825 h 278516"/>
                <a:gd name="csX581" fmla="*/ 144752 w 145229"/>
                <a:gd name="csY581" fmla="*/ 198258 h 278516"/>
                <a:gd name="csX582" fmla="*/ 144752 w 145229"/>
                <a:gd name="csY582" fmla="*/ 202557 h 278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</a:cxnLst>
              <a:rect l="l" t="t" r="r" b="b"/>
              <a:pathLst>
                <a:path w="145229" h="278516">
                  <a:moveTo>
                    <a:pt x="144752" y="202557"/>
                  </a:moveTo>
                  <a:lnTo>
                    <a:pt x="145230" y="204946"/>
                  </a:lnTo>
                  <a:lnTo>
                    <a:pt x="143796" y="203513"/>
                  </a:lnTo>
                  <a:lnTo>
                    <a:pt x="142841" y="202080"/>
                  </a:lnTo>
                  <a:lnTo>
                    <a:pt x="141885" y="203035"/>
                  </a:lnTo>
                  <a:lnTo>
                    <a:pt x="140453" y="203991"/>
                  </a:lnTo>
                  <a:lnTo>
                    <a:pt x="142364" y="208768"/>
                  </a:lnTo>
                  <a:lnTo>
                    <a:pt x="140453" y="208290"/>
                  </a:lnTo>
                  <a:lnTo>
                    <a:pt x="140453" y="214501"/>
                  </a:lnTo>
                  <a:lnTo>
                    <a:pt x="141408" y="215934"/>
                  </a:lnTo>
                  <a:lnTo>
                    <a:pt x="141408" y="216889"/>
                  </a:lnTo>
                  <a:lnTo>
                    <a:pt x="141408" y="217845"/>
                  </a:lnTo>
                  <a:lnTo>
                    <a:pt x="140930" y="216889"/>
                  </a:lnTo>
                  <a:lnTo>
                    <a:pt x="140453" y="215934"/>
                  </a:lnTo>
                  <a:lnTo>
                    <a:pt x="140453" y="215934"/>
                  </a:lnTo>
                  <a:lnTo>
                    <a:pt x="140453" y="216411"/>
                  </a:lnTo>
                  <a:lnTo>
                    <a:pt x="139497" y="217367"/>
                  </a:lnTo>
                  <a:lnTo>
                    <a:pt x="139497" y="218800"/>
                  </a:lnTo>
                  <a:lnTo>
                    <a:pt x="139975" y="220233"/>
                  </a:lnTo>
                  <a:lnTo>
                    <a:pt x="140453" y="221189"/>
                  </a:lnTo>
                  <a:lnTo>
                    <a:pt x="139975" y="222144"/>
                  </a:lnTo>
                  <a:lnTo>
                    <a:pt x="139019" y="223100"/>
                  </a:lnTo>
                  <a:lnTo>
                    <a:pt x="137108" y="223577"/>
                  </a:lnTo>
                  <a:lnTo>
                    <a:pt x="136631" y="225966"/>
                  </a:lnTo>
                  <a:lnTo>
                    <a:pt x="136153" y="228355"/>
                  </a:lnTo>
                  <a:lnTo>
                    <a:pt x="132809" y="228355"/>
                  </a:lnTo>
                  <a:lnTo>
                    <a:pt x="130420" y="230743"/>
                  </a:lnTo>
                  <a:lnTo>
                    <a:pt x="127554" y="231699"/>
                  </a:lnTo>
                  <a:lnTo>
                    <a:pt x="124687" y="233610"/>
                  </a:lnTo>
                  <a:lnTo>
                    <a:pt x="121821" y="235521"/>
                  </a:lnTo>
                  <a:lnTo>
                    <a:pt x="119910" y="235998"/>
                  </a:lnTo>
                  <a:lnTo>
                    <a:pt x="118477" y="236476"/>
                  </a:lnTo>
                  <a:lnTo>
                    <a:pt x="116566" y="239342"/>
                  </a:lnTo>
                  <a:lnTo>
                    <a:pt x="113222" y="239820"/>
                  </a:lnTo>
                  <a:lnTo>
                    <a:pt x="107967" y="242687"/>
                  </a:lnTo>
                  <a:lnTo>
                    <a:pt x="106056" y="243642"/>
                  </a:lnTo>
                  <a:lnTo>
                    <a:pt x="104145" y="244120"/>
                  </a:lnTo>
                  <a:lnTo>
                    <a:pt x="101757" y="245553"/>
                  </a:lnTo>
                  <a:lnTo>
                    <a:pt x="101278" y="245075"/>
                  </a:lnTo>
                  <a:lnTo>
                    <a:pt x="100801" y="244120"/>
                  </a:lnTo>
                  <a:lnTo>
                    <a:pt x="98412" y="243642"/>
                  </a:lnTo>
                  <a:lnTo>
                    <a:pt x="97457" y="242687"/>
                  </a:lnTo>
                  <a:lnTo>
                    <a:pt x="96979" y="241253"/>
                  </a:lnTo>
                  <a:lnTo>
                    <a:pt x="96979" y="240776"/>
                  </a:lnTo>
                  <a:lnTo>
                    <a:pt x="96501" y="241253"/>
                  </a:lnTo>
                  <a:lnTo>
                    <a:pt x="96024" y="244598"/>
                  </a:lnTo>
                  <a:lnTo>
                    <a:pt x="95546" y="245553"/>
                  </a:lnTo>
                  <a:lnTo>
                    <a:pt x="94591" y="245553"/>
                  </a:lnTo>
                  <a:lnTo>
                    <a:pt x="93157" y="244598"/>
                  </a:lnTo>
                  <a:lnTo>
                    <a:pt x="91246" y="242687"/>
                  </a:lnTo>
                  <a:lnTo>
                    <a:pt x="88858" y="244120"/>
                  </a:lnTo>
                  <a:lnTo>
                    <a:pt x="89813" y="244598"/>
                  </a:lnTo>
                  <a:lnTo>
                    <a:pt x="90769" y="244120"/>
                  </a:lnTo>
                  <a:lnTo>
                    <a:pt x="91724" y="244598"/>
                  </a:lnTo>
                  <a:lnTo>
                    <a:pt x="92202" y="246031"/>
                  </a:lnTo>
                  <a:lnTo>
                    <a:pt x="92202" y="246508"/>
                  </a:lnTo>
                  <a:lnTo>
                    <a:pt x="91724" y="247464"/>
                  </a:lnTo>
                  <a:lnTo>
                    <a:pt x="89813" y="247464"/>
                  </a:lnTo>
                  <a:lnTo>
                    <a:pt x="86469" y="246986"/>
                  </a:lnTo>
                  <a:lnTo>
                    <a:pt x="85991" y="247464"/>
                  </a:lnTo>
                  <a:lnTo>
                    <a:pt x="88858" y="248419"/>
                  </a:lnTo>
                  <a:lnTo>
                    <a:pt x="91246" y="249375"/>
                  </a:lnTo>
                  <a:lnTo>
                    <a:pt x="92202" y="249852"/>
                  </a:lnTo>
                  <a:lnTo>
                    <a:pt x="92202" y="250808"/>
                  </a:lnTo>
                  <a:lnTo>
                    <a:pt x="90769" y="251763"/>
                  </a:lnTo>
                  <a:lnTo>
                    <a:pt x="89813" y="252719"/>
                  </a:lnTo>
                  <a:lnTo>
                    <a:pt x="89813" y="253674"/>
                  </a:lnTo>
                  <a:lnTo>
                    <a:pt x="89813" y="254630"/>
                  </a:lnTo>
                  <a:lnTo>
                    <a:pt x="88858" y="255585"/>
                  </a:lnTo>
                  <a:lnTo>
                    <a:pt x="87902" y="255108"/>
                  </a:lnTo>
                  <a:lnTo>
                    <a:pt x="85991" y="253674"/>
                  </a:lnTo>
                  <a:lnTo>
                    <a:pt x="79781" y="248897"/>
                  </a:lnTo>
                  <a:lnTo>
                    <a:pt x="80259" y="250330"/>
                  </a:lnTo>
                  <a:lnTo>
                    <a:pt x="86947" y="256063"/>
                  </a:lnTo>
                  <a:lnTo>
                    <a:pt x="87902" y="257974"/>
                  </a:lnTo>
                  <a:lnTo>
                    <a:pt x="88380" y="259407"/>
                  </a:lnTo>
                  <a:lnTo>
                    <a:pt x="87425" y="259885"/>
                  </a:lnTo>
                  <a:lnTo>
                    <a:pt x="86469" y="260840"/>
                  </a:lnTo>
                  <a:lnTo>
                    <a:pt x="84558" y="260840"/>
                  </a:lnTo>
                  <a:lnTo>
                    <a:pt x="80736" y="258929"/>
                  </a:lnTo>
                  <a:lnTo>
                    <a:pt x="75481" y="253674"/>
                  </a:lnTo>
                  <a:lnTo>
                    <a:pt x="73570" y="252719"/>
                  </a:lnTo>
                  <a:lnTo>
                    <a:pt x="79303" y="258929"/>
                  </a:lnTo>
                  <a:lnTo>
                    <a:pt x="79781" y="260363"/>
                  </a:lnTo>
                  <a:lnTo>
                    <a:pt x="80736" y="261796"/>
                  </a:lnTo>
                  <a:lnTo>
                    <a:pt x="80736" y="262751"/>
                  </a:lnTo>
                  <a:lnTo>
                    <a:pt x="80259" y="263707"/>
                  </a:lnTo>
                  <a:lnTo>
                    <a:pt x="66882" y="269440"/>
                  </a:lnTo>
                  <a:lnTo>
                    <a:pt x="64971" y="271828"/>
                  </a:lnTo>
                  <a:lnTo>
                    <a:pt x="63538" y="274694"/>
                  </a:lnTo>
                  <a:lnTo>
                    <a:pt x="60671" y="276605"/>
                  </a:lnTo>
                  <a:lnTo>
                    <a:pt x="59239" y="278039"/>
                  </a:lnTo>
                  <a:lnTo>
                    <a:pt x="54939" y="278516"/>
                  </a:lnTo>
                  <a:lnTo>
                    <a:pt x="52550" y="278516"/>
                  </a:lnTo>
                  <a:lnTo>
                    <a:pt x="54939" y="275650"/>
                  </a:lnTo>
                  <a:lnTo>
                    <a:pt x="53505" y="274694"/>
                  </a:lnTo>
                  <a:lnTo>
                    <a:pt x="53505" y="267529"/>
                  </a:lnTo>
                  <a:lnTo>
                    <a:pt x="53984" y="259885"/>
                  </a:lnTo>
                  <a:lnTo>
                    <a:pt x="54939" y="256063"/>
                  </a:lnTo>
                  <a:lnTo>
                    <a:pt x="56850" y="255108"/>
                  </a:lnTo>
                  <a:lnTo>
                    <a:pt x="58761" y="254630"/>
                  </a:lnTo>
                  <a:lnTo>
                    <a:pt x="58761" y="253674"/>
                  </a:lnTo>
                  <a:lnTo>
                    <a:pt x="58761" y="252719"/>
                  </a:lnTo>
                  <a:lnTo>
                    <a:pt x="57805" y="251763"/>
                  </a:lnTo>
                  <a:lnTo>
                    <a:pt x="56372" y="250808"/>
                  </a:lnTo>
                  <a:lnTo>
                    <a:pt x="54461" y="250808"/>
                  </a:lnTo>
                  <a:lnTo>
                    <a:pt x="53028" y="248897"/>
                  </a:lnTo>
                  <a:lnTo>
                    <a:pt x="52073" y="248897"/>
                  </a:lnTo>
                  <a:lnTo>
                    <a:pt x="50162" y="249852"/>
                  </a:lnTo>
                  <a:lnTo>
                    <a:pt x="49206" y="248897"/>
                  </a:lnTo>
                  <a:lnTo>
                    <a:pt x="49206" y="247942"/>
                  </a:lnTo>
                  <a:lnTo>
                    <a:pt x="47295" y="246508"/>
                  </a:lnTo>
                  <a:lnTo>
                    <a:pt x="45862" y="245075"/>
                  </a:lnTo>
                  <a:lnTo>
                    <a:pt x="46340" y="245075"/>
                  </a:lnTo>
                  <a:lnTo>
                    <a:pt x="47295" y="244120"/>
                  </a:lnTo>
                  <a:lnTo>
                    <a:pt x="48251" y="243164"/>
                  </a:lnTo>
                  <a:lnTo>
                    <a:pt x="50639" y="243164"/>
                  </a:lnTo>
                  <a:lnTo>
                    <a:pt x="51117" y="243164"/>
                  </a:lnTo>
                  <a:lnTo>
                    <a:pt x="53505" y="243164"/>
                  </a:lnTo>
                  <a:lnTo>
                    <a:pt x="53984" y="243164"/>
                  </a:lnTo>
                  <a:lnTo>
                    <a:pt x="53984" y="242687"/>
                  </a:lnTo>
                  <a:lnTo>
                    <a:pt x="54939" y="241731"/>
                  </a:lnTo>
                  <a:lnTo>
                    <a:pt x="56850" y="240776"/>
                  </a:lnTo>
                  <a:lnTo>
                    <a:pt x="57805" y="239820"/>
                  </a:lnTo>
                  <a:lnTo>
                    <a:pt x="58283" y="239342"/>
                  </a:lnTo>
                  <a:lnTo>
                    <a:pt x="57805" y="237909"/>
                  </a:lnTo>
                  <a:lnTo>
                    <a:pt x="57328" y="236476"/>
                  </a:lnTo>
                  <a:lnTo>
                    <a:pt x="57805" y="235998"/>
                  </a:lnTo>
                  <a:lnTo>
                    <a:pt x="60194" y="236476"/>
                  </a:lnTo>
                  <a:lnTo>
                    <a:pt x="62582" y="236954"/>
                  </a:lnTo>
                  <a:lnTo>
                    <a:pt x="63060" y="237432"/>
                  </a:lnTo>
                  <a:lnTo>
                    <a:pt x="64493" y="235521"/>
                  </a:lnTo>
                  <a:lnTo>
                    <a:pt x="64971" y="235043"/>
                  </a:lnTo>
                  <a:lnTo>
                    <a:pt x="65927" y="235043"/>
                  </a:lnTo>
                  <a:lnTo>
                    <a:pt x="68316" y="235043"/>
                  </a:lnTo>
                  <a:lnTo>
                    <a:pt x="70704" y="234565"/>
                  </a:lnTo>
                  <a:lnTo>
                    <a:pt x="72137" y="234565"/>
                  </a:lnTo>
                  <a:lnTo>
                    <a:pt x="72615" y="235043"/>
                  </a:lnTo>
                  <a:lnTo>
                    <a:pt x="73093" y="235998"/>
                  </a:lnTo>
                  <a:lnTo>
                    <a:pt x="74048" y="236954"/>
                  </a:lnTo>
                  <a:lnTo>
                    <a:pt x="74526" y="236954"/>
                  </a:lnTo>
                  <a:lnTo>
                    <a:pt x="75481" y="236476"/>
                  </a:lnTo>
                  <a:lnTo>
                    <a:pt x="76437" y="236954"/>
                  </a:lnTo>
                  <a:lnTo>
                    <a:pt x="78825" y="237909"/>
                  </a:lnTo>
                  <a:lnTo>
                    <a:pt x="80259" y="238387"/>
                  </a:lnTo>
                  <a:lnTo>
                    <a:pt x="80259" y="237909"/>
                  </a:lnTo>
                  <a:lnTo>
                    <a:pt x="79303" y="235998"/>
                  </a:lnTo>
                  <a:lnTo>
                    <a:pt x="80259" y="234087"/>
                  </a:lnTo>
                  <a:lnTo>
                    <a:pt x="80259" y="233610"/>
                  </a:lnTo>
                  <a:lnTo>
                    <a:pt x="78825" y="233132"/>
                  </a:lnTo>
                  <a:lnTo>
                    <a:pt x="74526" y="229788"/>
                  </a:lnTo>
                  <a:lnTo>
                    <a:pt x="74048" y="228833"/>
                  </a:lnTo>
                  <a:lnTo>
                    <a:pt x="74048" y="227399"/>
                  </a:lnTo>
                  <a:lnTo>
                    <a:pt x="74048" y="225488"/>
                  </a:lnTo>
                  <a:lnTo>
                    <a:pt x="73570" y="224055"/>
                  </a:lnTo>
                  <a:lnTo>
                    <a:pt x="73570" y="223100"/>
                  </a:lnTo>
                  <a:lnTo>
                    <a:pt x="74048" y="222622"/>
                  </a:lnTo>
                  <a:lnTo>
                    <a:pt x="74526" y="222622"/>
                  </a:lnTo>
                  <a:lnTo>
                    <a:pt x="75481" y="222144"/>
                  </a:lnTo>
                  <a:lnTo>
                    <a:pt x="75959" y="221667"/>
                  </a:lnTo>
                  <a:lnTo>
                    <a:pt x="76914" y="220233"/>
                  </a:lnTo>
                  <a:lnTo>
                    <a:pt x="78825" y="220711"/>
                  </a:lnTo>
                  <a:lnTo>
                    <a:pt x="81692" y="221189"/>
                  </a:lnTo>
                  <a:lnTo>
                    <a:pt x="83603" y="221667"/>
                  </a:lnTo>
                  <a:lnTo>
                    <a:pt x="85036" y="221667"/>
                  </a:lnTo>
                  <a:lnTo>
                    <a:pt x="85036" y="221667"/>
                  </a:lnTo>
                  <a:lnTo>
                    <a:pt x="85036" y="220711"/>
                  </a:lnTo>
                  <a:lnTo>
                    <a:pt x="85036" y="217367"/>
                  </a:lnTo>
                  <a:lnTo>
                    <a:pt x="85036" y="216889"/>
                  </a:lnTo>
                  <a:lnTo>
                    <a:pt x="86947" y="216411"/>
                  </a:lnTo>
                  <a:lnTo>
                    <a:pt x="89335" y="216411"/>
                  </a:lnTo>
                  <a:lnTo>
                    <a:pt x="90769" y="216411"/>
                  </a:lnTo>
                  <a:lnTo>
                    <a:pt x="92202" y="214978"/>
                  </a:lnTo>
                  <a:lnTo>
                    <a:pt x="95546" y="214501"/>
                  </a:lnTo>
                  <a:lnTo>
                    <a:pt x="97457" y="212590"/>
                  </a:lnTo>
                  <a:lnTo>
                    <a:pt x="99846" y="210679"/>
                  </a:lnTo>
                  <a:lnTo>
                    <a:pt x="99846" y="210679"/>
                  </a:lnTo>
                  <a:lnTo>
                    <a:pt x="100801" y="210201"/>
                  </a:lnTo>
                  <a:lnTo>
                    <a:pt x="102234" y="210201"/>
                  </a:lnTo>
                  <a:lnTo>
                    <a:pt x="103189" y="210201"/>
                  </a:lnTo>
                  <a:lnTo>
                    <a:pt x="104623" y="211156"/>
                  </a:lnTo>
                  <a:lnTo>
                    <a:pt x="105578" y="210679"/>
                  </a:lnTo>
                  <a:lnTo>
                    <a:pt x="106534" y="209245"/>
                  </a:lnTo>
                  <a:lnTo>
                    <a:pt x="107489" y="207812"/>
                  </a:lnTo>
                  <a:lnTo>
                    <a:pt x="107489" y="205901"/>
                  </a:lnTo>
                  <a:lnTo>
                    <a:pt x="107489" y="203035"/>
                  </a:lnTo>
                  <a:lnTo>
                    <a:pt x="107012" y="200646"/>
                  </a:lnTo>
                  <a:lnTo>
                    <a:pt x="106056" y="198735"/>
                  </a:lnTo>
                  <a:lnTo>
                    <a:pt x="106056" y="196825"/>
                  </a:lnTo>
                  <a:lnTo>
                    <a:pt x="107489" y="193480"/>
                  </a:lnTo>
                  <a:lnTo>
                    <a:pt x="108923" y="189181"/>
                  </a:lnTo>
                  <a:lnTo>
                    <a:pt x="108444" y="187748"/>
                  </a:lnTo>
                  <a:lnTo>
                    <a:pt x="107012" y="185359"/>
                  </a:lnTo>
                  <a:lnTo>
                    <a:pt x="106056" y="182493"/>
                  </a:lnTo>
                  <a:lnTo>
                    <a:pt x="104623" y="179149"/>
                  </a:lnTo>
                  <a:lnTo>
                    <a:pt x="103667" y="178671"/>
                  </a:lnTo>
                  <a:lnTo>
                    <a:pt x="103667" y="177715"/>
                  </a:lnTo>
                  <a:lnTo>
                    <a:pt x="103189" y="176282"/>
                  </a:lnTo>
                  <a:lnTo>
                    <a:pt x="103667" y="172938"/>
                  </a:lnTo>
                  <a:lnTo>
                    <a:pt x="104145" y="171983"/>
                  </a:lnTo>
                  <a:lnTo>
                    <a:pt x="105578" y="170549"/>
                  </a:lnTo>
                  <a:lnTo>
                    <a:pt x="106534" y="168638"/>
                  </a:lnTo>
                  <a:lnTo>
                    <a:pt x="107489" y="166728"/>
                  </a:lnTo>
                  <a:lnTo>
                    <a:pt x="107012" y="165772"/>
                  </a:lnTo>
                  <a:lnTo>
                    <a:pt x="107012" y="165772"/>
                  </a:lnTo>
                  <a:lnTo>
                    <a:pt x="107012" y="163384"/>
                  </a:lnTo>
                  <a:lnTo>
                    <a:pt x="107012" y="162428"/>
                  </a:lnTo>
                  <a:lnTo>
                    <a:pt x="106534" y="161950"/>
                  </a:lnTo>
                  <a:lnTo>
                    <a:pt x="106056" y="160517"/>
                  </a:lnTo>
                  <a:lnTo>
                    <a:pt x="106534" y="159562"/>
                  </a:lnTo>
                  <a:lnTo>
                    <a:pt x="107489" y="159084"/>
                  </a:lnTo>
                  <a:lnTo>
                    <a:pt x="107489" y="159084"/>
                  </a:lnTo>
                  <a:lnTo>
                    <a:pt x="108444" y="158128"/>
                  </a:lnTo>
                  <a:lnTo>
                    <a:pt x="109400" y="156695"/>
                  </a:lnTo>
                  <a:lnTo>
                    <a:pt x="109878" y="155262"/>
                  </a:lnTo>
                  <a:lnTo>
                    <a:pt x="108923" y="154307"/>
                  </a:lnTo>
                  <a:lnTo>
                    <a:pt x="107967" y="152873"/>
                  </a:lnTo>
                  <a:lnTo>
                    <a:pt x="105578" y="151440"/>
                  </a:lnTo>
                  <a:lnTo>
                    <a:pt x="103667" y="149529"/>
                  </a:lnTo>
                  <a:lnTo>
                    <a:pt x="102234" y="148574"/>
                  </a:lnTo>
                  <a:lnTo>
                    <a:pt x="101278" y="147619"/>
                  </a:lnTo>
                  <a:lnTo>
                    <a:pt x="100323" y="146185"/>
                  </a:lnTo>
                  <a:lnTo>
                    <a:pt x="99846" y="145230"/>
                  </a:lnTo>
                  <a:lnTo>
                    <a:pt x="100323" y="144274"/>
                  </a:lnTo>
                  <a:lnTo>
                    <a:pt x="103667" y="142841"/>
                  </a:lnTo>
                  <a:lnTo>
                    <a:pt x="104623" y="142363"/>
                  </a:lnTo>
                  <a:lnTo>
                    <a:pt x="104623" y="141408"/>
                  </a:lnTo>
                  <a:lnTo>
                    <a:pt x="104623" y="140453"/>
                  </a:lnTo>
                  <a:lnTo>
                    <a:pt x="103667" y="139975"/>
                  </a:lnTo>
                  <a:lnTo>
                    <a:pt x="102712" y="139975"/>
                  </a:lnTo>
                  <a:lnTo>
                    <a:pt x="100801" y="139019"/>
                  </a:lnTo>
                  <a:lnTo>
                    <a:pt x="97935" y="136153"/>
                  </a:lnTo>
                  <a:lnTo>
                    <a:pt x="96501" y="135675"/>
                  </a:lnTo>
                  <a:lnTo>
                    <a:pt x="95546" y="134720"/>
                  </a:lnTo>
                  <a:lnTo>
                    <a:pt x="94591" y="133764"/>
                  </a:lnTo>
                  <a:lnTo>
                    <a:pt x="93635" y="131853"/>
                  </a:lnTo>
                  <a:lnTo>
                    <a:pt x="93157" y="131376"/>
                  </a:lnTo>
                  <a:lnTo>
                    <a:pt x="92680" y="132331"/>
                  </a:lnTo>
                  <a:lnTo>
                    <a:pt x="91724" y="132809"/>
                  </a:lnTo>
                  <a:lnTo>
                    <a:pt x="90769" y="132809"/>
                  </a:lnTo>
                  <a:lnTo>
                    <a:pt x="89813" y="132331"/>
                  </a:lnTo>
                  <a:lnTo>
                    <a:pt x="89335" y="131376"/>
                  </a:lnTo>
                  <a:lnTo>
                    <a:pt x="88858" y="129942"/>
                  </a:lnTo>
                  <a:lnTo>
                    <a:pt x="87902" y="128987"/>
                  </a:lnTo>
                  <a:lnTo>
                    <a:pt x="87425" y="126121"/>
                  </a:lnTo>
                  <a:lnTo>
                    <a:pt x="87425" y="124687"/>
                  </a:lnTo>
                  <a:lnTo>
                    <a:pt x="86947" y="123254"/>
                  </a:lnTo>
                  <a:lnTo>
                    <a:pt x="85991" y="122777"/>
                  </a:lnTo>
                  <a:lnTo>
                    <a:pt x="85514" y="122299"/>
                  </a:lnTo>
                  <a:lnTo>
                    <a:pt x="83603" y="119910"/>
                  </a:lnTo>
                  <a:lnTo>
                    <a:pt x="82169" y="118477"/>
                  </a:lnTo>
                  <a:lnTo>
                    <a:pt x="82169" y="118477"/>
                  </a:lnTo>
                  <a:lnTo>
                    <a:pt x="76914" y="114655"/>
                  </a:lnTo>
                  <a:lnTo>
                    <a:pt x="76437" y="114177"/>
                  </a:lnTo>
                  <a:lnTo>
                    <a:pt x="75003" y="112744"/>
                  </a:lnTo>
                  <a:lnTo>
                    <a:pt x="75003" y="112744"/>
                  </a:lnTo>
                  <a:lnTo>
                    <a:pt x="72615" y="110355"/>
                  </a:lnTo>
                  <a:lnTo>
                    <a:pt x="70704" y="108445"/>
                  </a:lnTo>
                  <a:lnTo>
                    <a:pt x="69271" y="106534"/>
                  </a:lnTo>
                  <a:lnTo>
                    <a:pt x="68793" y="105100"/>
                  </a:lnTo>
                  <a:lnTo>
                    <a:pt x="68793" y="103667"/>
                  </a:lnTo>
                  <a:lnTo>
                    <a:pt x="67360" y="102234"/>
                  </a:lnTo>
                  <a:lnTo>
                    <a:pt x="65927" y="100801"/>
                  </a:lnTo>
                  <a:lnTo>
                    <a:pt x="64971" y="100323"/>
                  </a:lnTo>
                  <a:lnTo>
                    <a:pt x="63538" y="99846"/>
                  </a:lnTo>
                  <a:lnTo>
                    <a:pt x="62582" y="98890"/>
                  </a:lnTo>
                  <a:lnTo>
                    <a:pt x="60194" y="96979"/>
                  </a:lnTo>
                  <a:lnTo>
                    <a:pt x="59239" y="96024"/>
                  </a:lnTo>
                  <a:lnTo>
                    <a:pt x="58761" y="95068"/>
                  </a:lnTo>
                  <a:lnTo>
                    <a:pt x="58761" y="94113"/>
                  </a:lnTo>
                  <a:lnTo>
                    <a:pt x="59239" y="92680"/>
                  </a:lnTo>
                  <a:lnTo>
                    <a:pt x="59716" y="91724"/>
                  </a:lnTo>
                  <a:lnTo>
                    <a:pt x="60194" y="91246"/>
                  </a:lnTo>
                  <a:lnTo>
                    <a:pt x="59239" y="90769"/>
                  </a:lnTo>
                  <a:lnTo>
                    <a:pt x="56850" y="89813"/>
                  </a:lnTo>
                  <a:lnTo>
                    <a:pt x="51595" y="88380"/>
                  </a:lnTo>
                  <a:lnTo>
                    <a:pt x="49206" y="87424"/>
                  </a:lnTo>
                  <a:lnTo>
                    <a:pt x="47295" y="85991"/>
                  </a:lnTo>
                  <a:lnTo>
                    <a:pt x="45862" y="85036"/>
                  </a:lnTo>
                  <a:lnTo>
                    <a:pt x="39174" y="80736"/>
                  </a:lnTo>
                  <a:lnTo>
                    <a:pt x="37263" y="80258"/>
                  </a:lnTo>
                  <a:lnTo>
                    <a:pt x="35830" y="79303"/>
                  </a:lnTo>
                  <a:lnTo>
                    <a:pt x="34874" y="78825"/>
                  </a:lnTo>
                  <a:lnTo>
                    <a:pt x="35352" y="77870"/>
                  </a:lnTo>
                  <a:lnTo>
                    <a:pt x="35352" y="77870"/>
                  </a:lnTo>
                  <a:lnTo>
                    <a:pt x="35830" y="77392"/>
                  </a:lnTo>
                  <a:lnTo>
                    <a:pt x="37741" y="76437"/>
                  </a:lnTo>
                  <a:lnTo>
                    <a:pt x="38696" y="75481"/>
                  </a:lnTo>
                  <a:lnTo>
                    <a:pt x="38218" y="73570"/>
                  </a:lnTo>
                  <a:lnTo>
                    <a:pt x="37741" y="72137"/>
                  </a:lnTo>
                  <a:lnTo>
                    <a:pt x="37741" y="71659"/>
                  </a:lnTo>
                  <a:lnTo>
                    <a:pt x="38696" y="71659"/>
                  </a:lnTo>
                  <a:lnTo>
                    <a:pt x="39652" y="71659"/>
                  </a:lnTo>
                  <a:lnTo>
                    <a:pt x="42518" y="71182"/>
                  </a:lnTo>
                  <a:lnTo>
                    <a:pt x="48251" y="72615"/>
                  </a:lnTo>
                  <a:lnTo>
                    <a:pt x="48251" y="72615"/>
                  </a:lnTo>
                  <a:lnTo>
                    <a:pt x="48728" y="72615"/>
                  </a:lnTo>
                  <a:lnTo>
                    <a:pt x="50639" y="71182"/>
                  </a:lnTo>
                  <a:lnTo>
                    <a:pt x="52073" y="70226"/>
                  </a:lnTo>
                  <a:lnTo>
                    <a:pt x="52073" y="70226"/>
                  </a:lnTo>
                  <a:lnTo>
                    <a:pt x="53028" y="68315"/>
                  </a:lnTo>
                  <a:lnTo>
                    <a:pt x="53505" y="67360"/>
                  </a:lnTo>
                  <a:lnTo>
                    <a:pt x="53984" y="66405"/>
                  </a:lnTo>
                  <a:lnTo>
                    <a:pt x="55416" y="64971"/>
                  </a:lnTo>
                  <a:lnTo>
                    <a:pt x="55894" y="63538"/>
                  </a:lnTo>
                  <a:lnTo>
                    <a:pt x="54939" y="62105"/>
                  </a:lnTo>
                  <a:lnTo>
                    <a:pt x="53984" y="61627"/>
                  </a:lnTo>
                  <a:lnTo>
                    <a:pt x="53505" y="61149"/>
                  </a:lnTo>
                  <a:lnTo>
                    <a:pt x="51117" y="61149"/>
                  </a:lnTo>
                  <a:lnTo>
                    <a:pt x="50639" y="61149"/>
                  </a:lnTo>
                  <a:lnTo>
                    <a:pt x="50162" y="59716"/>
                  </a:lnTo>
                  <a:lnTo>
                    <a:pt x="50162" y="59239"/>
                  </a:lnTo>
                  <a:lnTo>
                    <a:pt x="49684" y="58283"/>
                  </a:lnTo>
                  <a:lnTo>
                    <a:pt x="47295" y="57328"/>
                  </a:lnTo>
                  <a:lnTo>
                    <a:pt x="44907" y="57328"/>
                  </a:lnTo>
                  <a:lnTo>
                    <a:pt x="44429" y="56850"/>
                  </a:lnTo>
                  <a:lnTo>
                    <a:pt x="45384" y="55894"/>
                  </a:lnTo>
                  <a:lnTo>
                    <a:pt x="46818" y="54939"/>
                  </a:lnTo>
                  <a:lnTo>
                    <a:pt x="47773" y="54461"/>
                  </a:lnTo>
                  <a:lnTo>
                    <a:pt x="47773" y="54461"/>
                  </a:lnTo>
                  <a:lnTo>
                    <a:pt x="48728" y="53506"/>
                  </a:lnTo>
                  <a:lnTo>
                    <a:pt x="48728" y="53028"/>
                  </a:lnTo>
                  <a:lnTo>
                    <a:pt x="48728" y="53028"/>
                  </a:lnTo>
                  <a:lnTo>
                    <a:pt x="48251" y="52550"/>
                  </a:lnTo>
                  <a:lnTo>
                    <a:pt x="47773" y="52073"/>
                  </a:lnTo>
                  <a:lnTo>
                    <a:pt x="46340" y="51117"/>
                  </a:lnTo>
                  <a:lnTo>
                    <a:pt x="43951" y="49684"/>
                  </a:lnTo>
                  <a:lnTo>
                    <a:pt x="41085" y="47773"/>
                  </a:lnTo>
                  <a:lnTo>
                    <a:pt x="39174" y="47295"/>
                  </a:lnTo>
                  <a:lnTo>
                    <a:pt x="38218" y="47295"/>
                  </a:lnTo>
                  <a:lnTo>
                    <a:pt x="34874" y="48728"/>
                  </a:lnTo>
                  <a:lnTo>
                    <a:pt x="32963" y="49684"/>
                  </a:lnTo>
                  <a:lnTo>
                    <a:pt x="32963" y="49684"/>
                  </a:lnTo>
                  <a:lnTo>
                    <a:pt x="31530" y="51595"/>
                  </a:lnTo>
                  <a:lnTo>
                    <a:pt x="30097" y="52073"/>
                  </a:lnTo>
                  <a:lnTo>
                    <a:pt x="28186" y="51117"/>
                  </a:lnTo>
                  <a:lnTo>
                    <a:pt x="26753" y="50162"/>
                  </a:lnTo>
                  <a:lnTo>
                    <a:pt x="21498" y="49206"/>
                  </a:lnTo>
                  <a:lnTo>
                    <a:pt x="19587" y="48251"/>
                  </a:lnTo>
                  <a:lnTo>
                    <a:pt x="15287" y="42040"/>
                  </a:lnTo>
                  <a:lnTo>
                    <a:pt x="14332" y="41085"/>
                  </a:lnTo>
                  <a:lnTo>
                    <a:pt x="14809" y="39651"/>
                  </a:lnTo>
                  <a:lnTo>
                    <a:pt x="14809" y="39651"/>
                  </a:lnTo>
                  <a:lnTo>
                    <a:pt x="15287" y="37263"/>
                  </a:lnTo>
                  <a:lnTo>
                    <a:pt x="15765" y="36307"/>
                  </a:lnTo>
                  <a:lnTo>
                    <a:pt x="16243" y="34874"/>
                  </a:lnTo>
                  <a:lnTo>
                    <a:pt x="16721" y="33919"/>
                  </a:lnTo>
                  <a:lnTo>
                    <a:pt x="16243" y="32963"/>
                  </a:lnTo>
                  <a:lnTo>
                    <a:pt x="15765" y="32008"/>
                  </a:lnTo>
                  <a:lnTo>
                    <a:pt x="14809" y="32008"/>
                  </a:lnTo>
                  <a:lnTo>
                    <a:pt x="14332" y="31530"/>
                  </a:lnTo>
                  <a:lnTo>
                    <a:pt x="13854" y="30097"/>
                  </a:lnTo>
                  <a:lnTo>
                    <a:pt x="13377" y="30575"/>
                  </a:lnTo>
                  <a:lnTo>
                    <a:pt x="13377" y="30575"/>
                  </a:lnTo>
                  <a:lnTo>
                    <a:pt x="12898" y="31530"/>
                  </a:lnTo>
                  <a:lnTo>
                    <a:pt x="12898" y="32486"/>
                  </a:lnTo>
                  <a:lnTo>
                    <a:pt x="12421" y="32963"/>
                  </a:lnTo>
                  <a:lnTo>
                    <a:pt x="11466" y="32963"/>
                  </a:lnTo>
                  <a:lnTo>
                    <a:pt x="10510" y="32963"/>
                  </a:lnTo>
                  <a:lnTo>
                    <a:pt x="10032" y="32008"/>
                  </a:lnTo>
                  <a:lnTo>
                    <a:pt x="10032" y="31052"/>
                  </a:lnTo>
                  <a:lnTo>
                    <a:pt x="9555" y="29619"/>
                  </a:lnTo>
                  <a:lnTo>
                    <a:pt x="9077" y="28186"/>
                  </a:lnTo>
                  <a:lnTo>
                    <a:pt x="9077" y="28186"/>
                  </a:lnTo>
                  <a:lnTo>
                    <a:pt x="7166" y="27231"/>
                  </a:lnTo>
                  <a:lnTo>
                    <a:pt x="6211" y="26275"/>
                  </a:lnTo>
                  <a:lnTo>
                    <a:pt x="3344" y="22931"/>
                  </a:lnTo>
                  <a:lnTo>
                    <a:pt x="3344" y="22931"/>
                  </a:lnTo>
                  <a:lnTo>
                    <a:pt x="955" y="21020"/>
                  </a:lnTo>
                  <a:lnTo>
                    <a:pt x="0" y="19109"/>
                  </a:lnTo>
                  <a:lnTo>
                    <a:pt x="0" y="19109"/>
                  </a:lnTo>
                  <a:lnTo>
                    <a:pt x="955" y="18632"/>
                  </a:lnTo>
                  <a:lnTo>
                    <a:pt x="2389" y="17676"/>
                  </a:lnTo>
                  <a:lnTo>
                    <a:pt x="3344" y="15765"/>
                  </a:lnTo>
                  <a:lnTo>
                    <a:pt x="4777" y="13854"/>
                  </a:lnTo>
                  <a:lnTo>
                    <a:pt x="5733" y="12899"/>
                  </a:lnTo>
                  <a:lnTo>
                    <a:pt x="6211" y="12421"/>
                  </a:lnTo>
                  <a:lnTo>
                    <a:pt x="6688" y="11943"/>
                  </a:lnTo>
                  <a:lnTo>
                    <a:pt x="7644" y="11943"/>
                  </a:lnTo>
                  <a:lnTo>
                    <a:pt x="9555" y="12899"/>
                  </a:lnTo>
                  <a:lnTo>
                    <a:pt x="11943" y="13854"/>
                  </a:lnTo>
                  <a:lnTo>
                    <a:pt x="13854" y="15287"/>
                  </a:lnTo>
                  <a:lnTo>
                    <a:pt x="14809" y="16243"/>
                  </a:lnTo>
                  <a:lnTo>
                    <a:pt x="16243" y="17676"/>
                  </a:lnTo>
                  <a:lnTo>
                    <a:pt x="17198" y="17676"/>
                  </a:lnTo>
                  <a:lnTo>
                    <a:pt x="17676" y="17676"/>
                  </a:lnTo>
                  <a:lnTo>
                    <a:pt x="19109" y="16721"/>
                  </a:lnTo>
                  <a:lnTo>
                    <a:pt x="20064" y="15765"/>
                  </a:lnTo>
                  <a:lnTo>
                    <a:pt x="20064" y="14809"/>
                  </a:lnTo>
                  <a:lnTo>
                    <a:pt x="21020" y="13854"/>
                  </a:lnTo>
                  <a:lnTo>
                    <a:pt x="22453" y="12421"/>
                  </a:lnTo>
                  <a:lnTo>
                    <a:pt x="23409" y="11466"/>
                  </a:lnTo>
                  <a:lnTo>
                    <a:pt x="23886" y="11466"/>
                  </a:lnTo>
                  <a:lnTo>
                    <a:pt x="24364" y="11943"/>
                  </a:lnTo>
                  <a:lnTo>
                    <a:pt x="26753" y="14809"/>
                  </a:lnTo>
                  <a:lnTo>
                    <a:pt x="27230" y="15287"/>
                  </a:lnTo>
                  <a:lnTo>
                    <a:pt x="27709" y="14809"/>
                  </a:lnTo>
                  <a:lnTo>
                    <a:pt x="27709" y="14809"/>
                  </a:lnTo>
                  <a:lnTo>
                    <a:pt x="28664" y="12421"/>
                  </a:lnTo>
                  <a:lnTo>
                    <a:pt x="29619" y="11466"/>
                  </a:lnTo>
                  <a:lnTo>
                    <a:pt x="30097" y="11466"/>
                  </a:lnTo>
                  <a:lnTo>
                    <a:pt x="35352" y="16243"/>
                  </a:lnTo>
                  <a:lnTo>
                    <a:pt x="35830" y="15765"/>
                  </a:lnTo>
                  <a:lnTo>
                    <a:pt x="36785" y="15765"/>
                  </a:lnTo>
                  <a:lnTo>
                    <a:pt x="36785" y="15765"/>
                  </a:lnTo>
                  <a:lnTo>
                    <a:pt x="37263" y="15287"/>
                  </a:lnTo>
                  <a:lnTo>
                    <a:pt x="37263" y="13376"/>
                  </a:lnTo>
                  <a:lnTo>
                    <a:pt x="38218" y="11943"/>
                  </a:lnTo>
                  <a:lnTo>
                    <a:pt x="40129" y="10988"/>
                  </a:lnTo>
                  <a:lnTo>
                    <a:pt x="41562" y="10510"/>
                  </a:lnTo>
                  <a:lnTo>
                    <a:pt x="42040" y="11466"/>
                  </a:lnTo>
                  <a:lnTo>
                    <a:pt x="42996" y="12421"/>
                  </a:lnTo>
                  <a:lnTo>
                    <a:pt x="44429" y="12899"/>
                  </a:lnTo>
                  <a:lnTo>
                    <a:pt x="47773" y="10988"/>
                  </a:lnTo>
                  <a:lnTo>
                    <a:pt x="48728" y="10510"/>
                  </a:lnTo>
                  <a:lnTo>
                    <a:pt x="49684" y="10510"/>
                  </a:lnTo>
                  <a:lnTo>
                    <a:pt x="50639" y="10510"/>
                  </a:lnTo>
                  <a:lnTo>
                    <a:pt x="52073" y="9555"/>
                  </a:lnTo>
                  <a:lnTo>
                    <a:pt x="53028" y="8599"/>
                  </a:lnTo>
                  <a:lnTo>
                    <a:pt x="53505" y="6688"/>
                  </a:lnTo>
                  <a:lnTo>
                    <a:pt x="53505" y="5255"/>
                  </a:lnTo>
                  <a:lnTo>
                    <a:pt x="54461" y="4300"/>
                  </a:lnTo>
                  <a:lnTo>
                    <a:pt x="55416" y="3822"/>
                  </a:lnTo>
                  <a:lnTo>
                    <a:pt x="56850" y="3344"/>
                  </a:lnTo>
                  <a:lnTo>
                    <a:pt x="60671" y="1433"/>
                  </a:lnTo>
                  <a:lnTo>
                    <a:pt x="61627" y="478"/>
                  </a:lnTo>
                  <a:lnTo>
                    <a:pt x="62582" y="0"/>
                  </a:lnTo>
                  <a:lnTo>
                    <a:pt x="64016" y="956"/>
                  </a:lnTo>
                  <a:lnTo>
                    <a:pt x="65927" y="2389"/>
                  </a:lnTo>
                  <a:lnTo>
                    <a:pt x="66882" y="3344"/>
                  </a:lnTo>
                  <a:lnTo>
                    <a:pt x="67360" y="4777"/>
                  </a:lnTo>
                  <a:lnTo>
                    <a:pt x="67837" y="5733"/>
                  </a:lnTo>
                  <a:lnTo>
                    <a:pt x="67837" y="5733"/>
                  </a:lnTo>
                  <a:lnTo>
                    <a:pt x="70704" y="6210"/>
                  </a:lnTo>
                  <a:lnTo>
                    <a:pt x="72615" y="7644"/>
                  </a:lnTo>
                  <a:lnTo>
                    <a:pt x="73570" y="8599"/>
                  </a:lnTo>
                  <a:lnTo>
                    <a:pt x="75003" y="8599"/>
                  </a:lnTo>
                  <a:lnTo>
                    <a:pt x="75959" y="8121"/>
                  </a:lnTo>
                  <a:lnTo>
                    <a:pt x="76914" y="7644"/>
                  </a:lnTo>
                  <a:lnTo>
                    <a:pt x="78348" y="7644"/>
                  </a:lnTo>
                  <a:lnTo>
                    <a:pt x="79781" y="7644"/>
                  </a:lnTo>
                  <a:lnTo>
                    <a:pt x="80736" y="8121"/>
                  </a:lnTo>
                  <a:lnTo>
                    <a:pt x="81692" y="9555"/>
                  </a:lnTo>
                  <a:lnTo>
                    <a:pt x="82647" y="10032"/>
                  </a:lnTo>
                  <a:lnTo>
                    <a:pt x="83603" y="9555"/>
                  </a:lnTo>
                  <a:lnTo>
                    <a:pt x="85991" y="9077"/>
                  </a:lnTo>
                  <a:lnTo>
                    <a:pt x="87425" y="8599"/>
                  </a:lnTo>
                  <a:lnTo>
                    <a:pt x="89335" y="9555"/>
                  </a:lnTo>
                  <a:lnTo>
                    <a:pt x="92202" y="11466"/>
                  </a:lnTo>
                  <a:lnTo>
                    <a:pt x="91246" y="12899"/>
                  </a:lnTo>
                  <a:lnTo>
                    <a:pt x="90769" y="14332"/>
                  </a:lnTo>
                  <a:lnTo>
                    <a:pt x="89335" y="15287"/>
                  </a:lnTo>
                  <a:lnTo>
                    <a:pt x="88380" y="15287"/>
                  </a:lnTo>
                  <a:lnTo>
                    <a:pt x="87902" y="16721"/>
                  </a:lnTo>
                  <a:lnTo>
                    <a:pt x="87425" y="18632"/>
                  </a:lnTo>
                  <a:lnTo>
                    <a:pt x="87902" y="20065"/>
                  </a:lnTo>
                  <a:lnTo>
                    <a:pt x="88858" y="20065"/>
                  </a:lnTo>
                  <a:lnTo>
                    <a:pt x="89335" y="21020"/>
                  </a:lnTo>
                  <a:lnTo>
                    <a:pt x="89813" y="21975"/>
                  </a:lnTo>
                  <a:lnTo>
                    <a:pt x="89813" y="23886"/>
                  </a:lnTo>
                  <a:lnTo>
                    <a:pt x="89813" y="26275"/>
                  </a:lnTo>
                  <a:lnTo>
                    <a:pt x="89813" y="27231"/>
                  </a:lnTo>
                  <a:lnTo>
                    <a:pt x="90769" y="26753"/>
                  </a:lnTo>
                  <a:lnTo>
                    <a:pt x="91246" y="26753"/>
                  </a:lnTo>
                  <a:lnTo>
                    <a:pt x="92680" y="26753"/>
                  </a:lnTo>
                  <a:lnTo>
                    <a:pt x="94112" y="27708"/>
                  </a:lnTo>
                  <a:lnTo>
                    <a:pt x="95068" y="28186"/>
                  </a:lnTo>
                  <a:lnTo>
                    <a:pt x="96024" y="28186"/>
                  </a:lnTo>
                  <a:lnTo>
                    <a:pt x="96979" y="28664"/>
                  </a:lnTo>
                  <a:lnTo>
                    <a:pt x="96979" y="29619"/>
                  </a:lnTo>
                  <a:lnTo>
                    <a:pt x="96979" y="29619"/>
                  </a:lnTo>
                  <a:lnTo>
                    <a:pt x="97935" y="30575"/>
                  </a:lnTo>
                  <a:lnTo>
                    <a:pt x="100323" y="32008"/>
                  </a:lnTo>
                  <a:lnTo>
                    <a:pt x="102234" y="32486"/>
                  </a:lnTo>
                  <a:lnTo>
                    <a:pt x="103667" y="34397"/>
                  </a:lnTo>
                  <a:lnTo>
                    <a:pt x="103667" y="34397"/>
                  </a:lnTo>
                  <a:lnTo>
                    <a:pt x="105100" y="33441"/>
                  </a:lnTo>
                  <a:lnTo>
                    <a:pt x="106056" y="34397"/>
                  </a:lnTo>
                  <a:lnTo>
                    <a:pt x="109400" y="34397"/>
                  </a:lnTo>
                  <a:lnTo>
                    <a:pt x="111789" y="33441"/>
                  </a:lnTo>
                  <a:lnTo>
                    <a:pt x="112744" y="33441"/>
                  </a:lnTo>
                  <a:lnTo>
                    <a:pt x="114655" y="35352"/>
                  </a:lnTo>
                  <a:lnTo>
                    <a:pt x="116088" y="36307"/>
                  </a:lnTo>
                  <a:lnTo>
                    <a:pt x="115133" y="36307"/>
                  </a:lnTo>
                  <a:lnTo>
                    <a:pt x="112744" y="36307"/>
                  </a:lnTo>
                  <a:lnTo>
                    <a:pt x="110833" y="38218"/>
                  </a:lnTo>
                  <a:lnTo>
                    <a:pt x="109400" y="38696"/>
                  </a:lnTo>
                  <a:lnTo>
                    <a:pt x="107012" y="39651"/>
                  </a:lnTo>
                  <a:lnTo>
                    <a:pt x="104623" y="40607"/>
                  </a:lnTo>
                  <a:lnTo>
                    <a:pt x="104145" y="42040"/>
                  </a:lnTo>
                  <a:lnTo>
                    <a:pt x="104145" y="43473"/>
                  </a:lnTo>
                  <a:lnTo>
                    <a:pt x="103667" y="44907"/>
                  </a:lnTo>
                  <a:lnTo>
                    <a:pt x="99846" y="46817"/>
                  </a:lnTo>
                  <a:lnTo>
                    <a:pt x="98890" y="46817"/>
                  </a:lnTo>
                  <a:lnTo>
                    <a:pt x="98412" y="45862"/>
                  </a:lnTo>
                  <a:lnTo>
                    <a:pt x="96979" y="46340"/>
                  </a:lnTo>
                  <a:lnTo>
                    <a:pt x="96501" y="46817"/>
                  </a:lnTo>
                  <a:lnTo>
                    <a:pt x="95546" y="46340"/>
                  </a:lnTo>
                  <a:lnTo>
                    <a:pt x="94591" y="46817"/>
                  </a:lnTo>
                  <a:lnTo>
                    <a:pt x="93157" y="46817"/>
                  </a:lnTo>
                  <a:lnTo>
                    <a:pt x="91724" y="46340"/>
                  </a:lnTo>
                  <a:lnTo>
                    <a:pt x="91246" y="45862"/>
                  </a:lnTo>
                  <a:lnTo>
                    <a:pt x="90291" y="45862"/>
                  </a:lnTo>
                  <a:lnTo>
                    <a:pt x="90291" y="46817"/>
                  </a:lnTo>
                  <a:lnTo>
                    <a:pt x="91724" y="49684"/>
                  </a:lnTo>
                  <a:lnTo>
                    <a:pt x="91724" y="51117"/>
                  </a:lnTo>
                  <a:lnTo>
                    <a:pt x="87902" y="55417"/>
                  </a:lnTo>
                  <a:lnTo>
                    <a:pt x="88380" y="57805"/>
                  </a:lnTo>
                  <a:lnTo>
                    <a:pt x="86947" y="59716"/>
                  </a:lnTo>
                  <a:lnTo>
                    <a:pt x="84558" y="61149"/>
                  </a:lnTo>
                  <a:lnTo>
                    <a:pt x="80259" y="65449"/>
                  </a:lnTo>
                  <a:lnTo>
                    <a:pt x="78348" y="65449"/>
                  </a:lnTo>
                  <a:lnTo>
                    <a:pt x="76437" y="66405"/>
                  </a:lnTo>
                  <a:lnTo>
                    <a:pt x="73093" y="73093"/>
                  </a:lnTo>
                  <a:lnTo>
                    <a:pt x="73093" y="75481"/>
                  </a:lnTo>
                  <a:lnTo>
                    <a:pt x="72615" y="77392"/>
                  </a:lnTo>
                  <a:lnTo>
                    <a:pt x="72615" y="78825"/>
                  </a:lnTo>
                  <a:lnTo>
                    <a:pt x="71182" y="82170"/>
                  </a:lnTo>
                  <a:lnTo>
                    <a:pt x="69748" y="83603"/>
                  </a:lnTo>
                  <a:lnTo>
                    <a:pt x="69271" y="85036"/>
                  </a:lnTo>
                  <a:lnTo>
                    <a:pt x="71659" y="88858"/>
                  </a:lnTo>
                  <a:lnTo>
                    <a:pt x="71659" y="89335"/>
                  </a:lnTo>
                  <a:lnTo>
                    <a:pt x="73093" y="91246"/>
                  </a:lnTo>
                  <a:lnTo>
                    <a:pt x="73570" y="92680"/>
                  </a:lnTo>
                  <a:lnTo>
                    <a:pt x="74526" y="94113"/>
                  </a:lnTo>
                  <a:lnTo>
                    <a:pt x="78348" y="97457"/>
                  </a:lnTo>
                  <a:lnTo>
                    <a:pt x="79781" y="98890"/>
                  </a:lnTo>
                  <a:lnTo>
                    <a:pt x="81692" y="99368"/>
                  </a:lnTo>
                  <a:lnTo>
                    <a:pt x="85036" y="102712"/>
                  </a:lnTo>
                  <a:lnTo>
                    <a:pt x="86947" y="104623"/>
                  </a:lnTo>
                  <a:lnTo>
                    <a:pt x="85991" y="106056"/>
                  </a:lnTo>
                  <a:lnTo>
                    <a:pt x="86469" y="108922"/>
                  </a:lnTo>
                  <a:lnTo>
                    <a:pt x="84080" y="107967"/>
                  </a:lnTo>
                  <a:lnTo>
                    <a:pt x="84080" y="108445"/>
                  </a:lnTo>
                  <a:lnTo>
                    <a:pt x="86947" y="109878"/>
                  </a:lnTo>
                  <a:lnTo>
                    <a:pt x="91246" y="115611"/>
                  </a:lnTo>
                  <a:lnTo>
                    <a:pt x="95068" y="118477"/>
                  </a:lnTo>
                  <a:lnTo>
                    <a:pt x="98890" y="121343"/>
                  </a:lnTo>
                  <a:lnTo>
                    <a:pt x="100323" y="124210"/>
                  </a:lnTo>
                  <a:lnTo>
                    <a:pt x="103667" y="126598"/>
                  </a:lnTo>
                  <a:lnTo>
                    <a:pt x="107489" y="129465"/>
                  </a:lnTo>
                  <a:lnTo>
                    <a:pt x="107489" y="129942"/>
                  </a:lnTo>
                  <a:lnTo>
                    <a:pt x="108444" y="130898"/>
                  </a:lnTo>
                  <a:lnTo>
                    <a:pt x="111311" y="132331"/>
                  </a:lnTo>
                  <a:lnTo>
                    <a:pt x="112744" y="133764"/>
                  </a:lnTo>
                  <a:lnTo>
                    <a:pt x="113222" y="135197"/>
                  </a:lnTo>
                  <a:lnTo>
                    <a:pt x="114177" y="135675"/>
                  </a:lnTo>
                  <a:lnTo>
                    <a:pt x="115133" y="135197"/>
                  </a:lnTo>
                  <a:lnTo>
                    <a:pt x="116566" y="135197"/>
                  </a:lnTo>
                  <a:lnTo>
                    <a:pt x="117044" y="135197"/>
                  </a:lnTo>
                  <a:lnTo>
                    <a:pt x="118477" y="136631"/>
                  </a:lnTo>
                  <a:lnTo>
                    <a:pt x="119910" y="138542"/>
                  </a:lnTo>
                  <a:lnTo>
                    <a:pt x="120866" y="139497"/>
                  </a:lnTo>
                  <a:lnTo>
                    <a:pt x="121343" y="139497"/>
                  </a:lnTo>
                  <a:lnTo>
                    <a:pt x="121821" y="139497"/>
                  </a:lnTo>
                  <a:lnTo>
                    <a:pt x="121821" y="140930"/>
                  </a:lnTo>
                  <a:lnTo>
                    <a:pt x="122299" y="141408"/>
                  </a:lnTo>
                  <a:lnTo>
                    <a:pt x="124210" y="143796"/>
                  </a:lnTo>
                  <a:lnTo>
                    <a:pt x="125165" y="145707"/>
                  </a:lnTo>
                  <a:lnTo>
                    <a:pt x="128032" y="149052"/>
                  </a:lnTo>
                  <a:lnTo>
                    <a:pt x="129942" y="150962"/>
                  </a:lnTo>
                  <a:lnTo>
                    <a:pt x="131376" y="151918"/>
                  </a:lnTo>
                  <a:lnTo>
                    <a:pt x="132809" y="152873"/>
                  </a:lnTo>
                  <a:lnTo>
                    <a:pt x="134242" y="156695"/>
                  </a:lnTo>
                  <a:lnTo>
                    <a:pt x="135198" y="160039"/>
                  </a:lnTo>
                  <a:lnTo>
                    <a:pt x="136631" y="163861"/>
                  </a:lnTo>
                  <a:lnTo>
                    <a:pt x="138064" y="165294"/>
                  </a:lnTo>
                  <a:lnTo>
                    <a:pt x="138064" y="168638"/>
                  </a:lnTo>
                  <a:lnTo>
                    <a:pt x="139019" y="171505"/>
                  </a:lnTo>
                  <a:lnTo>
                    <a:pt x="139975" y="173894"/>
                  </a:lnTo>
                  <a:lnTo>
                    <a:pt x="140453" y="175804"/>
                  </a:lnTo>
                  <a:lnTo>
                    <a:pt x="140930" y="177238"/>
                  </a:lnTo>
                  <a:lnTo>
                    <a:pt x="141408" y="177715"/>
                  </a:lnTo>
                  <a:lnTo>
                    <a:pt x="142364" y="181537"/>
                  </a:lnTo>
                  <a:lnTo>
                    <a:pt x="141885" y="182970"/>
                  </a:lnTo>
                  <a:lnTo>
                    <a:pt x="141408" y="181537"/>
                  </a:lnTo>
                  <a:lnTo>
                    <a:pt x="141408" y="186314"/>
                  </a:lnTo>
                  <a:lnTo>
                    <a:pt x="141885" y="189181"/>
                  </a:lnTo>
                  <a:lnTo>
                    <a:pt x="141885" y="192047"/>
                  </a:lnTo>
                  <a:lnTo>
                    <a:pt x="142364" y="193480"/>
                  </a:lnTo>
                  <a:lnTo>
                    <a:pt x="143796" y="196825"/>
                  </a:lnTo>
                  <a:lnTo>
                    <a:pt x="144752" y="198258"/>
                  </a:lnTo>
                  <a:lnTo>
                    <a:pt x="144752" y="20255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4" name="Freeform 703">
              <a:extLst>
                <a:ext uri="{FF2B5EF4-FFF2-40B4-BE49-F238E27FC236}">
                  <a16:creationId xmlns:a16="http://schemas.microsoft.com/office/drawing/2014/main" id="{F198BFAC-A864-698C-3B7C-653BC9E2BD8A}"/>
                </a:ext>
              </a:extLst>
            </p:cNvPr>
            <p:cNvSpPr/>
            <p:nvPr/>
          </p:nvSpPr>
          <p:spPr>
            <a:xfrm>
              <a:off x="8041313" y="4762127"/>
              <a:ext cx="3344" cy="2388"/>
            </a:xfrm>
            <a:custGeom>
              <a:avLst/>
              <a:gdLst>
                <a:gd name="csX0" fmla="*/ 3344 w 3344"/>
                <a:gd name="csY0" fmla="*/ 478 h 2388"/>
                <a:gd name="csX1" fmla="*/ 2867 w 3344"/>
                <a:gd name="csY1" fmla="*/ 1911 h 2388"/>
                <a:gd name="csX2" fmla="*/ 956 w 3344"/>
                <a:gd name="csY2" fmla="*/ 2389 h 2388"/>
                <a:gd name="csX3" fmla="*/ 0 w 3344"/>
                <a:gd name="csY3" fmla="*/ 956 h 2388"/>
                <a:gd name="csX4" fmla="*/ 1433 w 3344"/>
                <a:gd name="csY4" fmla="*/ 0 h 2388"/>
                <a:gd name="csX5" fmla="*/ 3344 w 3344"/>
                <a:gd name="csY5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2388">
                  <a:moveTo>
                    <a:pt x="3344" y="478"/>
                  </a:moveTo>
                  <a:lnTo>
                    <a:pt x="2867" y="1911"/>
                  </a:lnTo>
                  <a:lnTo>
                    <a:pt x="956" y="2389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5" name="Freeform 704">
              <a:extLst>
                <a:ext uri="{FF2B5EF4-FFF2-40B4-BE49-F238E27FC236}">
                  <a16:creationId xmlns:a16="http://schemas.microsoft.com/office/drawing/2014/main" id="{E2252DC8-5B9E-9E57-C59B-B215E14E9AA5}"/>
                </a:ext>
              </a:extLst>
            </p:cNvPr>
            <p:cNvSpPr/>
            <p:nvPr/>
          </p:nvSpPr>
          <p:spPr>
            <a:xfrm>
              <a:off x="8038447" y="3704911"/>
              <a:ext cx="5254" cy="477"/>
            </a:xfrm>
            <a:custGeom>
              <a:avLst/>
              <a:gdLst>
                <a:gd name="csX0" fmla="*/ 5255 w 5254"/>
                <a:gd name="csY0" fmla="*/ 0 h 477"/>
                <a:gd name="csX1" fmla="*/ 1433 w 5254"/>
                <a:gd name="csY1" fmla="*/ 0 h 477"/>
                <a:gd name="csX2" fmla="*/ 0 w 5254"/>
                <a:gd name="csY2" fmla="*/ 478 h 477"/>
                <a:gd name="csX3" fmla="*/ 1433 w 5254"/>
                <a:gd name="csY3" fmla="*/ 0 h 477"/>
                <a:gd name="csX4" fmla="*/ 5255 w 5254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477">
                  <a:moveTo>
                    <a:pt x="5255" y="0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6" name="Freeform 705">
              <a:extLst>
                <a:ext uri="{FF2B5EF4-FFF2-40B4-BE49-F238E27FC236}">
                  <a16:creationId xmlns:a16="http://schemas.microsoft.com/office/drawing/2014/main" id="{A4D346CD-B92E-5C16-173E-F8C1E5FB1E7E}"/>
                </a:ext>
              </a:extLst>
            </p:cNvPr>
            <p:cNvSpPr/>
            <p:nvPr/>
          </p:nvSpPr>
          <p:spPr>
            <a:xfrm>
              <a:off x="8041313" y="4680435"/>
              <a:ext cx="1911" cy="2388"/>
            </a:xfrm>
            <a:custGeom>
              <a:avLst/>
              <a:gdLst>
                <a:gd name="csX0" fmla="*/ 1911 w 1911"/>
                <a:gd name="csY0" fmla="*/ 0 h 2388"/>
                <a:gd name="csX1" fmla="*/ 1911 w 1911"/>
                <a:gd name="csY1" fmla="*/ 1433 h 2388"/>
                <a:gd name="csX2" fmla="*/ 956 w 1911"/>
                <a:gd name="csY2" fmla="*/ 2389 h 2388"/>
                <a:gd name="csX3" fmla="*/ 0 w 1911"/>
                <a:gd name="csY3" fmla="*/ 1911 h 2388"/>
                <a:gd name="csX4" fmla="*/ 1433 w 1911"/>
                <a:gd name="csY4" fmla="*/ 0 h 2388"/>
                <a:gd name="csX5" fmla="*/ 1911 w 1911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2388">
                  <a:moveTo>
                    <a:pt x="1911" y="0"/>
                  </a:moveTo>
                  <a:lnTo>
                    <a:pt x="1911" y="1433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7" name="Freeform 706">
              <a:extLst>
                <a:ext uri="{FF2B5EF4-FFF2-40B4-BE49-F238E27FC236}">
                  <a16:creationId xmlns:a16="http://schemas.microsoft.com/office/drawing/2014/main" id="{E511D528-9996-3BF5-F98A-4BF57B5560ED}"/>
                </a:ext>
              </a:extLst>
            </p:cNvPr>
            <p:cNvSpPr/>
            <p:nvPr/>
          </p:nvSpPr>
          <p:spPr>
            <a:xfrm>
              <a:off x="8025071" y="3696312"/>
              <a:ext cx="10987" cy="8599"/>
            </a:xfrm>
            <a:custGeom>
              <a:avLst/>
              <a:gdLst>
                <a:gd name="csX0" fmla="*/ 10987 w 10987"/>
                <a:gd name="csY0" fmla="*/ 8599 h 8599"/>
                <a:gd name="csX1" fmla="*/ 10510 w 10987"/>
                <a:gd name="csY1" fmla="*/ 8599 h 8599"/>
                <a:gd name="csX2" fmla="*/ 8599 w 10987"/>
                <a:gd name="csY2" fmla="*/ 7166 h 8599"/>
                <a:gd name="csX3" fmla="*/ 4777 w 10987"/>
                <a:gd name="csY3" fmla="*/ 3344 h 8599"/>
                <a:gd name="csX4" fmla="*/ 2389 w 10987"/>
                <a:gd name="csY4" fmla="*/ 2389 h 8599"/>
                <a:gd name="csX5" fmla="*/ 955 w 10987"/>
                <a:gd name="csY5" fmla="*/ 1433 h 8599"/>
                <a:gd name="csX6" fmla="*/ 478 w 10987"/>
                <a:gd name="csY6" fmla="*/ 0 h 8599"/>
                <a:gd name="csX7" fmla="*/ 0 w 10987"/>
                <a:gd name="csY7" fmla="*/ 0 h 8599"/>
                <a:gd name="csX8" fmla="*/ 478 w 10987"/>
                <a:gd name="csY8" fmla="*/ 0 h 8599"/>
                <a:gd name="csX9" fmla="*/ 955 w 10987"/>
                <a:gd name="csY9" fmla="*/ 1433 h 8599"/>
                <a:gd name="csX10" fmla="*/ 2389 w 10987"/>
                <a:gd name="csY10" fmla="*/ 2389 h 8599"/>
                <a:gd name="csX11" fmla="*/ 4777 w 10987"/>
                <a:gd name="csY11" fmla="*/ 3344 h 8599"/>
                <a:gd name="csX12" fmla="*/ 8599 w 10987"/>
                <a:gd name="csY12" fmla="*/ 7166 h 8599"/>
                <a:gd name="csX13" fmla="*/ 10987 w 10987"/>
                <a:gd name="csY13" fmla="*/ 8599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0987" h="8599">
                  <a:moveTo>
                    <a:pt x="10987" y="8599"/>
                  </a:moveTo>
                  <a:lnTo>
                    <a:pt x="10510" y="8599"/>
                  </a:lnTo>
                  <a:lnTo>
                    <a:pt x="8599" y="7166"/>
                  </a:lnTo>
                  <a:lnTo>
                    <a:pt x="4777" y="3344"/>
                  </a:lnTo>
                  <a:lnTo>
                    <a:pt x="2389" y="2389"/>
                  </a:lnTo>
                  <a:lnTo>
                    <a:pt x="955" y="1433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1433"/>
                  </a:lnTo>
                  <a:lnTo>
                    <a:pt x="2389" y="2389"/>
                  </a:lnTo>
                  <a:lnTo>
                    <a:pt x="4777" y="3344"/>
                  </a:lnTo>
                  <a:lnTo>
                    <a:pt x="8599" y="7166"/>
                  </a:lnTo>
                  <a:lnTo>
                    <a:pt x="10987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8" name="Freeform 707">
              <a:extLst>
                <a:ext uri="{FF2B5EF4-FFF2-40B4-BE49-F238E27FC236}">
                  <a16:creationId xmlns:a16="http://schemas.microsoft.com/office/drawing/2014/main" id="{632F3CDD-B8F2-9A99-D150-B5AD84FDFB05}"/>
                </a:ext>
              </a:extLst>
            </p:cNvPr>
            <p:cNvSpPr/>
            <p:nvPr/>
          </p:nvSpPr>
          <p:spPr>
            <a:xfrm>
              <a:off x="8025548" y="4658459"/>
              <a:ext cx="8121" cy="10032"/>
            </a:xfrm>
            <a:custGeom>
              <a:avLst/>
              <a:gdLst>
                <a:gd name="csX0" fmla="*/ 7644 w 8121"/>
                <a:gd name="csY0" fmla="*/ 3822 h 10032"/>
                <a:gd name="csX1" fmla="*/ 8121 w 8121"/>
                <a:gd name="csY1" fmla="*/ 6210 h 10032"/>
                <a:gd name="csX2" fmla="*/ 7644 w 8121"/>
                <a:gd name="csY2" fmla="*/ 6688 h 10032"/>
                <a:gd name="csX3" fmla="*/ 6210 w 8121"/>
                <a:gd name="csY3" fmla="*/ 9555 h 10032"/>
                <a:gd name="csX4" fmla="*/ 3344 w 8121"/>
                <a:gd name="csY4" fmla="*/ 10032 h 10032"/>
                <a:gd name="csX5" fmla="*/ 1911 w 8121"/>
                <a:gd name="csY5" fmla="*/ 9077 h 10032"/>
                <a:gd name="csX6" fmla="*/ 3821 w 8121"/>
                <a:gd name="csY6" fmla="*/ 8121 h 10032"/>
                <a:gd name="csX7" fmla="*/ 4300 w 8121"/>
                <a:gd name="csY7" fmla="*/ 8121 h 10032"/>
                <a:gd name="csX8" fmla="*/ 4777 w 8121"/>
                <a:gd name="csY8" fmla="*/ 7644 h 10032"/>
                <a:gd name="csX9" fmla="*/ 4777 w 8121"/>
                <a:gd name="csY9" fmla="*/ 7166 h 10032"/>
                <a:gd name="csX10" fmla="*/ 1911 w 8121"/>
                <a:gd name="csY10" fmla="*/ 6210 h 10032"/>
                <a:gd name="csX11" fmla="*/ 955 w 8121"/>
                <a:gd name="csY11" fmla="*/ 5733 h 10032"/>
                <a:gd name="csX12" fmla="*/ 0 w 8121"/>
                <a:gd name="csY12" fmla="*/ 4300 h 10032"/>
                <a:gd name="csX13" fmla="*/ 0 w 8121"/>
                <a:gd name="csY13" fmla="*/ 2866 h 10032"/>
                <a:gd name="csX14" fmla="*/ 3821 w 8121"/>
                <a:gd name="csY14" fmla="*/ 0 h 10032"/>
                <a:gd name="csX15" fmla="*/ 4777 w 8121"/>
                <a:gd name="csY15" fmla="*/ 0 h 10032"/>
                <a:gd name="csX16" fmla="*/ 5255 w 8121"/>
                <a:gd name="csY16" fmla="*/ 956 h 10032"/>
                <a:gd name="csX17" fmla="*/ 7644 w 8121"/>
                <a:gd name="csY17" fmla="*/ 382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8121" h="10032">
                  <a:moveTo>
                    <a:pt x="7644" y="3822"/>
                  </a:moveTo>
                  <a:lnTo>
                    <a:pt x="8121" y="6210"/>
                  </a:lnTo>
                  <a:lnTo>
                    <a:pt x="7644" y="6688"/>
                  </a:lnTo>
                  <a:lnTo>
                    <a:pt x="6210" y="9555"/>
                  </a:lnTo>
                  <a:lnTo>
                    <a:pt x="3344" y="10032"/>
                  </a:lnTo>
                  <a:lnTo>
                    <a:pt x="1911" y="9077"/>
                  </a:lnTo>
                  <a:lnTo>
                    <a:pt x="3821" y="8121"/>
                  </a:lnTo>
                  <a:lnTo>
                    <a:pt x="4300" y="8121"/>
                  </a:lnTo>
                  <a:lnTo>
                    <a:pt x="4777" y="7644"/>
                  </a:lnTo>
                  <a:lnTo>
                    <a:pt x="4777" y="7166"/>
                  </a:lnTo>
                  <a:lnTo>
                    <a:pt x="1911" y="6210"/>
                  </a:lnTo>
                  <a:lnTo>
                    <a:pt x="955" y="5733"/>
                  </a:lnTo>
                  <a:lnTo>
                    <a:pt x="0" y="4300"/>
                  </a:lnTo>
                  <a:lnTo>
                    <a:pt x="0" y="2866"/>
                  </a:lnTo>
                  <a:lnTo>
                    <a:pt x="3821" y="0"/>
                  </a:lnTo>
                  <a:lnTo>
                    <a:pt x="4777" y="0"/>
                  </a:lnTo>
                  <a:lnTo>
                    <a:pt x="5255" y="956"/>
                  </a:lnTo>
                  <a:lnTo>
                    <a:pt x="76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9" name="Freeform 708">
              <a:extLst>
                <a:ext uri="{FF2B5EF4-FFF2-40B4-BE49-F238E27FC236}">
                  <a16:creationId xmlns:a16="http://schemas.microsoft.com/office/drawing/2014/main" id="{F1E98CD7-6C20-2264-2F20-19D55AD9CE9E}"/>
                </a:ext>
              </a:extLst>
            </p:cNvPr>
            <p:cNvSpPr/>
            <p:nvPr/>
          </p:nvSpPr>
          <p:spPr>
            <a:xfrm>
              <a:off x="8016949" y="4780280"/>
              <a:ext cx="14331" cy="12420"/>
            </a:xfrm>
            <a:custGeom>
              <a:avLst/>
              <a:gdLst>
                <a:gd name="csX0" fmla="*/ 12899 w 14331"/>
                <a:gd name="csY0" fmla="*/ 2866 h 12420"/>
                <a:gd name="csX1" fmla="*/ 14332 w 14331"/>
                <a:gd name="csY1" fmla="*/ 5255 h 12420"/>
                <a:gd name="csX2" fmla="*/ 12899 w 14331"/>
                <a:gd name="csY2" fmla="*/ 8599 h 12420"/>
                <a:gd name="csX3" fmla="*/ 12421 w 14331"/>
                <a:gd name="csY3" fmla="*/ 10510 h 12420"/>
                <a:gd name="csX4" fmla="*/ 11943 w 14331"/>
                <a:gd name="csY4" fmla="*/ 10988 h 12420"/>
                <a:gd name="csX5" fmla="*/ 10032 w 14331"/>
                <a:gd name="csY5" fmla="*/ 11943 h 12420"/>
                <a:gd name="csX6" fmla="*/ 9555 w 14331"/>
                <a:gd name="csY6" fmla="*/ 12421 h 12420"/>
                <a:gd name="csX7" fmla="*/ 8122 w 14331"/>
                <a:gd name="csY7" fmla="*/ 12421 h 12420"/>
                <a:gd name="csX8" fmla="*/ 8122 w 14331"/>
                <a:gd name="csY8" fmla="*/ 11466 h 12420"/>
                <a:gd name="csX9" fmla="*/ 7166 w 14331"/>
                <a:gd name="csY9" fmla="*/ 10988 h 12420"/>
                <a:gd name="csX10" fmla="*/ 5733 w 14331"/>
                <a:gd name="csY10" fmla="*/ 10032 h 12420"/>
                <a:gd name="csX11" fmla="*/ 5255 w 14331"/>
                <a:gd name="csY11" fmla="*/ 10032 h 12420"/>
                <a:gd name="csX12" fmla="*/ 5255 w 14331"/>
                <a:gd name="csY12" fmla="*/ 11466 h 12420"/>
                <a:gd name="csX13" fmla="*/ 1911 w 14331"/>
                <a:gd name="csY13" fmla="*/ 12421 h 12420"/>
                <a:gd name="csX14" fmla="*/ 956 w 14331"/>
                <a:gd name="csY14" fmla="*/ 12421 h 12420"/>
                <a:gd name="csX15" fmla="*/ 1433 w 14331"/>
                <a:gd name="csY15" fmla="*/ 10988 h 12420"/>
                <a:gd name="csX16" fmla="*/ 478 w 14331"/>
                <a:gd name="csY16" fmla="*/ 9555 h 12420"/>
                <a:gd name="csX17" fmla="*/ 478 w 14331"/>
                <a:gd name="csY17" fmla="*/ 8121 h 12420"/>
                <a:gd name="csX18" fmla="*/ 478 w 14331"/>
                <a:gd name="csY18" fmla="*/ 7644 h 12420"/>
                <a:gd name="csX19" fmla="*/ 0 w 14331"/>
                <a:gd name="csY19" fmla="*/ 7166 h 12420"/>
                <a:gd name="csX20" fmla="*/ 956 w 14331"/>
                <a:gd name="csY20" fmla="*/ 6210 h 12420"/>
                <a:gd name="csX21" fmla="*/ 478 w 14331"/>
                <a:gd name="csY21" fmla="*/ 4777 h 12420"/>
                <a:gd name="csX22" fmla="*/ 1433 w 14331"/>
                <a:gd name="csY22" fmla="*/ 3822 h 12420"/>
                <a:gd name="csX23" fmla="*/ 1911 w 14331"/>
                <a:gd name="csY23" fmla="*/ 478 h 12420"/>
                <a:gd name="csX24" fmla="*/ 5255 w 14331"/>
                <a:gd name="csY24" fmla="*/ 0 h 12420"/>
                <a:gd name="csX25" fmla="*/ 6211 w 14331"/>
                <a:gd name="csY25" fmla="*/ 478 h 12420"/>
                <a:gd name="csX26" fmla="*/ 10032 w 14331"/>
                <a:gd name="csY26" fmla="*/ 1433 h 12420"/>
                <a:gd name="csX27" fmla="*/ 12899 w 14331"/>
                <a:gd name="csY27" fmla="*/ 2866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4331" h="12420">
                  <a:moveTo>
                    <a:pt x="12899" y="2866"/>
                  </a:moveTo>
                  <a:lnTo>
                    <a:pt x="14332" y="5255"/>
                  </a:lnTo>
                  <a:lnTo>
                    <a:pt x="12899" y="8599"/>
                  </a:lnTo>
                  <a:lnTo>
                    <a:pt x="12421" y="10510"/>
                  </a:lnTo>
                  <a:lnTo>
                    <a:pt x="11943" y="10988"/>
                  </a:lnTo>
                  <a:lnTo>
                    <a:pt x="10032" y="11943"/>
                  </a:lnTo>
                  <a:lnTo>
                    <a:pt x="9555" y="12421"/>
                  </a:lnTo>
                  <a:lnTo>
                    <a:pt x="8122" y="12421"/>
                  </a:lnTo>
                  <a:lnTo>
                    <a:pt x="8122" y="11466"/>
                  </a:lnTo>
                  <a:lnTo>
                    <a:pt x="7166" y="10988"/>
                  </a:lnTo>
                  <a:lnTo>
                    <a:pt x="5733" y="10032"/>
                  </a:lnTo>
                  <a:lnTo>
                    <a:pt x="5255" y="10032"/>
                  </a:lnTo>
                  <a:lnTo>
                    <a:pt x="5255" y="11466"/>
                  </a:lnTo>
                  <a:lnTo>
                    <a:pt x="1911" y="12421"/>
                  </a:lnTo>
                  <a:lnTo>
                    <a:pt x="956" y="12421"/>
                  </a:lnTo>
                  <a:lnTo>
                    <a:pt x="1433" y="10988"/>
                  </a:lnTo>
                  <a:lnTo>
                    <a:pt x="478" y="9555"/>
                  </a:lnTo>
                  <a:lnTo>
                    <a:pt x="478" y="8121"/>
                  </a:lnTo>
                  <a:lnTo>
                    <a:pt x="478" y="7644"/>
                  </a:lnTo>
                  <a:lnTo>
                    <a:pt x="0" y="7166"/>
                  </a:lnTo>
                  <a:lnTo>
                    <a:pt x="956" y="6210"/>
                  </a:lnTo>
                  <a:lnTo>
                    <a:pt x="478" y="4777"/>
                  </a:lnTo>
                  <a:lnTo>
                    <a:pt x="1433" y="3822"/>
                  </a:lnTo>
                  <a:lnTo>
                    <a:pt x="1911" y="478"/>
                  </a:lnTo>
                  <a:lnTo>
                    <a:pt x="5255" y="0"/>
                  </a:lnTo>
                  <a:lnTo>
                    <a:pt x="6211" y="478"/>
                  </a:lnTo>
                  <a:lnTo>
                    <a:pt x="10032" y="1433"/>
                  </a:lnTo>
                  <a:lnTo>
                    <a:pt x="12899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0" name="Freeform 709">
              <a:extLst>
                <a:ext uri="{FF2B5EF4-FFF2-40B4-BE49-F238E27FC236}">
                  <a16:creationId xmlns:a16="http://schemas.microsoft.com/office/drawing/2014/main" id="{5C20A72B-FC7A-2ABB-F788-5ECE6434484A}"/>
                </a:ext>
              </a:extLst>
            </p:cNvPr>
            <p:cNvSpPr/>
            <p:nvPr/>
          </p:nvSpPr>
          <p:spPr>
            <a:xfrm>
              <a:off x="8012649" y="3885493"/>
              <a:ext cx="14331" cy="1433"/>
            </a:xfrm>
            <a:custGeom>
              <a:avLst/>
              <a:gdLst>
                <a:gd name="csX0" fmla="*/ 14332 w 14331"/>
                <a:gd name="csY0" fmla="*/ 0 h 1433"/>
                <a:gd name="csX1" fmla="*/ 9077 w 14331"/>
                <a:gd name="csY1" fmla="*/ 478 h 1433"/>
                <a:gd name="csX2" fmla="*/ 7644 w 14331"/>
                <a:gd name="csY2" fmla="*/ 478 h 1433"/>
                <a:gd name="csX3" fmla="*/ 0 w 14331"/>
                <a:gd name="csY3" fmla="*/ 1433 h 1433"/>
                <a:gd name="csX4" fmla="*/ 7644 w 14331"/>
                <a:gd name="csY4" fmla="*/ 478 h 1433"/>
                <a:gd name="csX5" fmla="*/ 9077 w 14331"/>
                <a:gd name="csY5" fmla="*/ 478 h 1433"/>
                <a:gd name="csX6" fmla="*/ 14332 w 14331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1" h="1433">
                  <a:moveTo>
                    <a:pt x="14332" y="0"/>
                  </a:moveTo>
                  <a:lnTo>
                    <a:pt x="9077" y="478"/>
                  </a:lnTo>
                  <a:lnTo>
                    <a:pt x="7644" y="478"/>
                  </a:lnTo>
                  <a:lnTo>
                    <a:pt x="0" y="1433"/>
                  </a:lnTo>
                  <a:lnTo>
                    <a:pt x="7644" y="478"/>
                  </a:lnTo>
                  <a:lnTo>
                    <a:pt x="9077" y="478"/>
                  </a:lnTo>
                  <a:lnTo>
                    <a:pt x="1433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1" name="Freeform 710">
              <a:extLst>
                <a:ext uri="{FF2B5EF4-FFF2-40B4-BE49-F238E27FC236}">
                  <a16:creationId xmlns:a16="http://schemas.microsoft.com/office/drawing/2014/main" id="{7F18F225-5AEF-B9BB-A455-AFCA8B007125}"/>
                </a:ext>
              </a:extLst>
            </p:cNvPr>
            <p:cNvSpPr/>
            <p:nvPr/>
          </p:nvSpPr>
          <p:spPr>
            <a:xfrm>
              <a:off x="8023637" y="3688191"/>
              <a:ext cx="1433" cy="8121"/>
            </a:xfrm>
            <a:custGeom>
              <a:avLst/>
              <a:gdLst>
                <a:gd name="csX0" fmla="*/ 478 w 1433"/>
                <a:gd name="csY0" fmla="*/ 7166 h 8121"/>
                <a:gd name="csX1" fmla="*/ 1433 w 1433"/>
                <a:gd name="csY1" fmla="*/ 8121 h 8121"/>
                <a:gd name="csX2" fmla="*/ 955 w 1433"/>
                <a:gd name="csY2" fmla="*/ 8121 h 8121"/>
                <a:gd name="csX3" fmla="*/ 478 w 1433"/>
                <a:gd name="csY3" fmla="*/ 7166 h 8121"/>
                <a:gd name="csX4" fmla="*/ 478 w 1433"/>
                <a:gd name="csY4" fmla="*/ 5733 h 8121"/>
                <a:gd name="csX5" fmla="*/ 478 w 1433"/>
                <a:gd name="csY5" fmla="*/ 2389 h 8121"/>
                <a:gd name="csX6" fmla="*/ 478 w 1433"/>
                <a:gd name="csY6" fmla="*/ 478 h 8121"/>
                <a:gd name="csX7" fmla="*/ 0 w 1433"/>
                <a:gd name="csY7" fmla="*/ 0 h 8121"/>
                <a:gd name="csX8" fmla="*/ 0 w 1433"/>
                <a:gd name="csY8" fmla="*/ 0 h 8121"/>
                <a:gd name="csX9" fmla="*/ 955 w 1433"/>
                <a:gd name="csY9" fmla="*/ 478 h 8121"/>
                <a:gd name="csX10" fmla="*/ 478 w 1433"/>
                <a:gd name="csY10" fmla="*/ 2389 h 8121"/>
                <a:gd name="csX11" fmla="*/ 478 w 1433"/>
                <a:gd name="csY11" fmla="*/ 5733 h 8121"/>
                <a:gd name="csX12" fmla="*/ 478 w 1433"/>
                <a:gd name="csY12" fmla="*/ 716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433" h="8121">
                  <a:moveTo>
                    <a:pt x="478" y="7166"/>
                  </a:moveTo>
                  <a:lnTo>
                    <a:pt x="1433" y="8121"/>
                  </a:lnTo>
                  <a:lnTo>
                    <a:pt x="955" y="8121"/>
                  </a:lnTo>
                  <a:lnTo>
                    <a:pt x="478" y="7166"/>
                  </a:lnTo>
                  <a:lnTo>
                    <a:pt x="478" y="5733"/>
                  </a:lnTo>
                  <a:lnTo>
                    <a:pt x="478" y="2389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478" y="2389"/>
                  </a:lnTo>
                  <a:lnTo>
                    <a:pt x="478" y="5733"/>
                  </a:lnTo>
                  <a:lnTo>
                    <a:pt x="478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2" name="Freeform 711">
              <a:extLst>
                <a:ext uri="{FF2B5EF4-FFF2-40B4-BE49-F238E27FC236}">
                  <a16:creationId xmlns:a16="http://schemas.microsoft.com/office/drawing/2014/main" id="{DDCCD975-E90F-39B1-AC56-CF731F5817DD}"/>
                </a:ext>
              </a:extLst>
            </p:cNvPr>
            <p:cNvSpPr/>
            <p:nvPr/>
          </p:nvSpPr>
          <p:spPr>
            <a:xfrm>
              <a:off x="8018382" y="3686758"/>
              <a:ext cx="5254" cy="1433"/>
            </a:xfrm>
            <a:custGeom>
              <a:avLst/>
              <a:gdLst>
                <a:gd name="csX0" fmla="*/ 5255 w 5254"/>
                <a:gd name="csY0" fmla="*/ 1433 h 1433"/>
                <a:gd name="csX1" fmla="*/ 2866 w 5254"/>
                <a:gd name="csY1" fmla="*/ 955 h 1433"/>
                <a:gd name="csX2" fmla="*/ 0 w 5254"/>
                <a:gd name="csY2" fmla="*/ 0 h 1433"/>
                <a:gd name="csX3" fmla="*/ 2866 w 5254"/>
                <a:gd name="csY3" fmla="*/ 955 h 1433"/>
                <a:gd name="csX4" fmla="*/ 5255 w 5254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1433">
                  <a:moveTo>
                    <a:pt x="5255" y="1433"/>
                  </a:moveTo>
                  <a:lnTo>
                    <a:pt x="2866" y="955"/>
                  </a:lnTo>
                  <a:lnTo>
                    <a:pt x="0" y="0"/>
                  </a:lnTo>
                  <a:lnTo>
                    <a:pt x="2866" y="955"/>
                  </a:lnTo>
                  <a:lnTo>
                    <a:pt x="52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3" name="Freeform 712">
              <a:extLst>
                <a:ext uri="{FF2B5EF4-FFF2-40B4-BE49-F238E27FC236}">
                  <a16:creationId xmlns:a16="http://schemas.microsoft.com/office/drawing/2014/main" id="{7C128DC5-085F-E860-C0C0-3D2C5A6C9347}"/>
                </a:ext>
              </a:extLst>
            </p:cNvPr>
            <p:cNvSpPr/>
            <p:nvPr/>
          </p:nvSpPr>
          <p:spPr>
            <a:xfrm>
              <a:off x="7994018" y="2376346"/>
              <a:ext cx="25319" cy="11943"/>
            </a:xfrm>
            <a:custGeom>
              <a:avLst/>
              <a:gdLst>
                <a:gd name="csX0" fmla="*/ 22931 w 25319"/>
                <a:gd name="csY0" fmla="*/ 478 h 11943"/>
                <a:gd name="csX1" fmla="*/ 25319 w 25319"/>
                <a:gd name="csY1" fmla="*/ 5255 h 11943"/>
                <a:gd name="csX2" fmla="*/ 23886 w 25319"/>
                <a:gd name="csY2" fmla="*/ 9555 h 11943"/>
                <a:gd name="csX3" fmla="*/ 21020 w 25319"/>
                <a:gd name="csY3" fmla="*/ 11943 h 11943"/>
                <a:gd name="csX4" fmla="*/ 18631 w 25319"/>
                <a:gd name="csY4" fmla="*/ 8121 h 11943"/>
                <a:gd name="csX5" fmla="*/ 11465 w 25319"/>
                <a:gd name="csY5" fmla="*/ 8599 h 11943"/>
                <a:gd name="csX6" fmla="*/ 0 w 25319"/>
                <a:gd name="csY6" fmla="*/ 4777 h 11943"/>
                <a:gd name="csX7" fmla="*/ 3344 w 25319"/>
                <a:gd name="csY7" fmla="*/ 1911 h 11943"/>
                <a:gd name="csX8" fmla="*/ 21498 w 25319"/>
                <a:gd name="csY8" fmla="*/ 0 h 11943"/>
                <a:gd name="csX9" fmla="*/ 22931 w 25319"/>
                <a:gd name="csY9" fmla="*/ 478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5319" h="11943">
                  <a:moveTo>
                    <a:pt x="22931" y="478"/>
                  </a:moveTo>
                  <a:lnTo>
                    <a:pt x="25319" y="5255"/>
                  </a:lnTo>
                  <a:lnTo>
                    <a:pt x="23886" y="9555"/>
                  </a:lnTo>
                  <a:lnTo>
                    <a:pt x="21020" y="11943"/>
                  </a:lnTo>
                  <a:lnTo>
                    <a:pt x="18631" y="8121"/>
                  </a:lnTo>
                  <a:lnTo>
                    <a:pt x="11465" y="8599"/>
                  </a:lnTo>
                  <a:lnTo>
                    <a:pt x="0" y="4777"/>
                  </a:lnTo>
                  <a:lnTo>
                    <a:pt x="3344" y="1911"/>
                  </a:lnTo>
                  <a:lnTo>
                    <a:pt x="21498" y="0"/>
                  </a:lnTo>
                  <a:lnTo>
                    <a:pt x="2293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4" name="Freeform 713">
              <a:extLst>
                <a:ext uri="{FF2B5EF4-FFF2-40B4-BE49-F238E27FC236}">
                  <a16:creationId xmlns:a16="http://schemas.microsoft.com/office/drawing/2014/main" id="{18F81FF7-9A5E-662F-473B-C67E9020A29E}"/>
                </a:ext>
              </a:extLst>
            </p:cNvPr>
            <p:cNvSpPr/>
            <p:nvPr/>
          </p:nvSpPr>
          <p:spPr>
            <a:xfrm>
              <a:off x="8011216" y="2448961"/>
              <a:ext cx="8121" cy="8599"/>
            </a:xfrm>
            <a:custGeom>
              <a:avLst/>
              <a:gdLst>
                <a:gd name="csX0" fmla="*/ 7644 w 8121"/>
                <a:gd name="csY0" fmla="*/ 3822 h 8599"/>
                <a:gd name="csX1" fmla="*/ 8121 w 8121"/>
                <a:gd name="csY1" fmla="*/ 6688 h 8599"/>
                <a:gd name="csX2" fmla="*/ 2866 w 8121"/>
                <a:gd name="csY2" fmla="*/ 8599 h 8599"/>
                <a:gd name="csX3" fmla="*/ 478 w 8121"/>
                <a:gd name="csY3" fmla="*/ 8599 h 8599"/>
                <a:gd name="csX4" fmla="*/ 0 w 8121"/>
                <a:gd name="csY4" fmla="*/ 4777 h 8599"/>
                <a:gd name="csX5" fmla="*/ 1911 w 8121"/>
                <a:gd name="csY5" fmla="*/ 0 h 8599"/>
                <a:gd name="csX6" fmla="*/ 4300 w 8121"/>
                <a:gd name="csY6" fmla="*/ 0 h 8599"/>
                <a:gd name="csX7" fmla="*/ 6210 w 8121"/>
                <a:gd name="csY7" fmla="*/ 1433 h 8599"/>
                <a:gd name="csX8" fmla="*/ 7166 w 8121"/>
                <a:gd name="csY8" fmla="*/ 2389 h 8599"/>
                <a:gd name="csX9" fmla="*/ 7644 w 8121"/>
                <a:gd name="csY9" fmla="*/ 3822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121" h="8599">
                  <a:moveTo>
                    <a:pt x="7644" y="3822"/>
                  </a:moveTo>
                  <a:lnTo>
                    <a:pt x="8121" y="6688"/>
                  </a:lnTo>
                  <a:lnTo>
                    <a:pt x="2866" y="8599"/>
                  </a:lnTo>
                  <a:lnTo>
                    <a:pt x="478" y="8599"/>
                  </a:lnTo>
                  <a:lnTo>
                    <a:pt x="0" y="4777"/>
                  </a:lnTo>
                  <a:lnTo>
                    <a:pt x="1911" y="0"/>
                  </a:lnTo>
                  <a:lnTo>
                    <a:pt x="4300" y="0"/>
                  </a:lnTo>
                  <a:lnTo>
                    <a:pt x="6210" y="1433"/>
                  </a:lnTo>
                  <a:lnTo>
                    <a:pt x="7166" y="2389"/>
                  </a:lnTo>
                  <a:lnTo>
                    <a:pt x="76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5" name="Freeform 714">
              <a:extLst>
                <a:ext uri="{FF2B5EF4-FFF2-40B4-BE49-F238E27FC236}">
                  <a16:creationId xmlns:a16="http://schemas.microsoft.com/office/drawing/2014/main" id="{81C098C8-9EB1-2788-F1A3-2ACF56D7C043}"/>
                </a:ext>
              </a:extLst>
            </p:cNvPr>
            <p:cNvSpPr/>
            <p:nvPr/>
          </p:nvSpPr>
          <p:spPr>
            <a:xfrm>
              <a:off x="7869330" y="4316883"/>
              <a:ext cx="149051" cy="163383"/>
            </a:xfrm>
            <a:custGeom>
              <a:avLst/>
              <a:gdLst>
                <a:gd name="csX0" fmla="*/ 58761 w 149051"/>
                <a:gd name="csY0" fmla="*/ 84080 h 163383"/>
                <a:gd name="csX1" fmla="*/ 58283 w 149051"/>
                <a:gd name="csY1" fmla="*/ 86469 h 163383"/>
                <a:gd name="csX2" fmla="*/ 56850 w 149051"/>
                <a:gd name="csY2" fmla="*/ 86947 h 163383"/>
                <a:gd name="csX3" fmla="*/ 54939 w 149051"/>
                <a:gd name="csY3" fmla="*/ 87424 h 163383"/>
                <a:gd name="csX4" fmla="*/ 53028 w 149051"/>
                <a:gd name="csY4" fmla="*/ 87902 h 163383"/>
                <a:gd name="csX5" fmla="*/ 51595 w 149051"/>
                <a:gd name="csY5" fmla="*/ 88858 h 163383"/>
                <a:gd name="csX6" fmla="*/ 50640 w 149051"/>
                <a:gd name="csY6" fmla="*/ 89813 h 163383"/>
                <a:gd name="csX7" fmla="*/ 50640 w 149051"/>
                <a:gd name="csY7" fmla="*/ 90291 h 163383"/>
                <a:gd name="csX8" fmla="*/ 50162 w 149051"/>
                <a:gd name="csY8" fmla="*/ 90291 h 163383"/>
                <a:gd name="csX9" fmla="*/ 49206 w 149051"/>
                <a:gd name="csY9" fmla="*/ 89813 h 163383"/>
                <a:gd name="csX10" fmla="*/ 49206 w 149051"/>
                <a:gd name="csY10" fmla="*/ 89335 h 163383"/>
                <a:gd name="csX11" fmla="*/ 49206 w 149051"/>
                <a:gd name="csY11" fmla="*/ 88380 h 163383"/>
                <a:gd name="csX12" fmla="*/ 48251 w 149051"/>
                <a:gd name="csY12" fmla="*/ 87424 h 163383"/>
                <a:gd name="csX13" fmla="*/ 46340 w 149051"/>
                <a:gd name="csY13" fmla="*/ 86947 h 163383"/>
                <a:gd name="csX14" fmla="*/ 43951 w 149051"/>
                <a:gd name="csY14" fmla="*/ 85991 h 163383"/>
                <a:gd name="csX15" fmla="*/ 41563 w 149051"/>
                <a:gd name="csY15" fmla="*/ 84080 h 163383"/>
                <a:gd name="csX16" fmla="*/ 40129 w 149051"/>
                <a:gd name="csY16" fmla="*/ 83125 h 163383"/>
                <a:gd name="csX17" fmla="*/ 39174 w 149051"/>
                <a:gd name="csY17" fmla="*/ 82647 h 163383"/>
                <a:gd name="csX18" fmla="*/ 37741 w 149051"/>
                <a:gd name="csY18" fmla="*/ 83603 h 163383"/>
                <a:gd name="csX19" fmla="*/ 36308 w 149051"/>
                <a:gd name="csY19" fmla="*/ 85514 h 163383"/>
                <a:gd name="csX20" fmla="*/ 34874 w 149051"/>
                <a:gd name="csY20" fmla="*/ 85991 h 163383"/>
                <a:gd name="csX21" fmla="*/ 33441 w 149051"/>
                <a:gd name="csY21" fmla="*/ 85514 h 163383"/>
                <a:gd name="csX22" fmla="*/ 32963 w 149051"/>
                <a:gd name="csY22" fmla="*/ 85991 h 163383"/>
                <a:gd name="csX23" fmla="*/ 32008 w 149051"/>
                <a:gd name="csY23" fmla="*/ 87902 h 163383"/>
                <a:gd name="csX24" fmla="*/ 31052 w 149051"/>
                <a:gd name="csY24" fmla="*/ 88858 h 163383"/>
                <a:gd name="csX25" fmla="*/ 28664 w 149051"/>
                <a:gd name="csY25" fmla="*/ 90291 h 163383"/>
                <a:gd name="csX26" fmla="*/ 28186 w 149051"/>
                <a:gd name="csY26" fmla="*/ 90291 h 163383"/>
                <a:gd name="csX27" fmla="*/ 25320 w 149051"/>
                <a:gd name="csY27" fmla="*/ 92202 h 163383"/>
                <a:gd name="csX28" fmla="*/ 23409 w 149051"/>
                <a:gd name="csY28" fmla="*/ 94113 h 163383"/>
                <a:gd name="csX29" fmla="*/ 20543 w 149051"/>
                <a:gd name="csY29" fmla="*/ 96501 h 163383"/>
                <a:gd name="csX30" fmla="*/ 19587 w 149051"/>
                <a:gd name="csY30" fmla="*/ 96501 h 163383"/>
                <a:gd name="csX31" fmla="*/ 18154 w 149051"/>
                <a:gd name="csY31" fmla="*/ 96024 h 163383"/>
                <a:gd name="csX32" fmla="*/ 16721 w 149051"/>
                <a:gd name="csY32" fmla="*/ 95546 h 163383"/>
                <a:gd name="csX33" fmla="*/ 15765 w 149051"/>
                <a:gd name="csY33" fmla="*/ 94590 h 163383"/>
                <a:gd name="csX34" fmla="*/ 17199 w 149051"/>
                <a:gd name="csY34" fmla="*/ 90769 h 163383"/>
                <a:gd name="csX35" fmla="*/ 19587 w 149051"/>
                <a:gd name="csY35" fmla="*/ 85991 h 163383"/>
                <a:gd name="csX36" fmla="*/ 20065 w 149051"/>
                <a:gd name="csY36" fmla="*/ 84080 h 163383"/>
                <a:gd name="csX37" fmla="*/ 20543 w 149051"/>
                <a:gd name="csY37" fmla="*/ 82647 h 163383"/>
                <a:gd name="csX38" fmla="*/ 20065 w 149051"/>
                <a:gd name="csY38" fmla="*/ 81214 h 163383"/>
                <a:gd name="csX39" fmla="*/ 19109 w 149051"/>
                <a:gd name="csY39" fmla="*/ 80258 h 163383"/>
                <a:gd name="csX40" fmla="*/ 18154 w 149051"/>
                <a:gd name="csY40" fmla="*/ 79303 h 163383"/>
                <a:gd name="csX41" fmla="*/ 18154 w 149051"/>
                <a:gd name="csY41" fmla="*/ 78348 h 163383"/>
                <a:gd name="csX42" fmla="*/ 18632 w 149051"/>
                <a:gd name="csY42" fmla="*/ 77870 h 163383"/>
                <a:gd name="csX43" fmla="*/ 19587 w 149051"/>
                <a:gd name="csY43" fmla="*/ 76914 h 163383"/>
                <a:gd name="csX44" fmla="*/ 20543 w 149051"/>
                <a:gd name="csY44" fmla="*/ 75004 h 163383"/>
                <a:gd name="csX45" fmla="*/ 21498 w 149051"/>
                <a:gd name="csY45" fmla="*/ 71659 h 163383"/>
                <a:gd name="csX46" fmla="*/ 22931 w 149051"/>
                <a:gd name="csY46" fmla="*/ 68315 h 163383"/>
                <a:gd name="csX47" fmla="*/ 22931 w 149051"/>
                <a:gd name="csY47" fmla="*/ 65927 h 163383"/>
                <a:gd name="csX48" fmla="*/ 21976 w 149051"/>
                <a:gd name="csY48" fmla="*/ 63538 h 163383"/>
                <a:gd name="csX49" fmla="*/ 21498 w 149051"/>
                <a:gd name="csY49" fmla="*/ 61627 h 163383"/>
                <a:gd name="csX50" fmla="*/ 21498 w 149051"/>
                <a:gd name="csY50" fmla="*/ 58283 h 163383"/>
                <a:gd name="csX51" fmla="*/ 21498 w 149051"/>
                <a:gd name="csY51" fmla="*/ 57328 h 163383"/>
                <a:gd name="csX52" fmla="*/ 20543 w 149051"/>
                <a:gd name="csY52" fmla="*/ 56850 h 163383"/>
                <a:gd name="csX53" fmla="*/ 16721 w 149051"/>
                <a:gd name="csY53" fmla="*/ 55894 h 163383"/>
                <a:gd name="csX54" fmla="*/ 15288 w 149051"/>
                <a:gd name="csY54" fmla="*/ 56372 h 163383"/>
                <a:gd name="csX55" fmla="*/ 14810 w 149051"/>
                <a:gd name="csY55" fmla="*/ 56372 h 163383"/>
                <a:gd name="csX56" fmla="*/ 13377 w 149051"/>
                <a:gd name="csY56" fmla="*/ 57328 h 163383"/>
                <a:gd name="csX57" fmla="*/ 12421 w 149051"/>
                <a:gd name="csY57" fmla="*/ 57805 h 163383"/>
                <a:gd name="csX58" fmla="*/ 10033 w 149051"/>
                <a:gd name="csY58" fmla="*/ 58283 h 163383"/>
                <a:gd name="csX59" fmla="*/ 7644 w 149051"/>
                <a:gd name="csY59" fmla="*/ 57328 h 163383"/>
                <a:gd name="csX60" fmla="*/ 5733 w 149051"/>
                <a:gd name="csY60" fmla="*/ 55417 h 163383"/>
                <a:gd name="csX61" fmla="*/ 5255 w 149051"/>
                <a:gd name="csY61" fmla="*/ 53506 h 163383"/>
                <a:gd name="csX62" fmla="*/ 6688 w 149051"/>
                <a:gd name="csY62" fmla="*/ 50639 h 163383"/>
                <a:gd name="csX63" fmla="*/ 7644 w 149051"/>
                <a:gd name="csY63" fmla="*/ 48728 h 163383"/>
                <a:gd name="csX64" fmla="*/ 8122 w 149051"/>
                <a:gd name="csY64" fmla="*/ 46817 h 163383"/>
                <a:gd name="csX65" fmla="*/ 8122 w 149051"/>
                <a:gd name="csY65" fmla="*/ 45862 h 163383"/>
                <a:gd name="csX66" fmla="*/ 7644 w 149051"/>
                <a:gd name="csY66" fmla="*/ 45384 h 163383"/>
                <a:gd name="csX67" fmla="*/ 7166 w 149051"/>
                <a:gd name="csY67" fmla="*/ 44907 h 163383"/>
                <a:gd name="csX68" fmla="*/ 6211 w 149051"/>
                <a:gd name="csY68" fmla="*/ 43951 h 163383"/>
                <a:gd name="csX69" fmla="*/ 4777 w 149051"/>
                <a:gd name="csY69" fmla="*/ 42040 h 163383"/>
                <a:gd name="csX70" fmla="*/ 3822 w 149051"/>
                <a:gd name="csY70" fmla="*/ 41085 h 163383"/>
                <a:gd name="csX71" fmla="*/ 2867 w 149051"/>
                <a:gd name="csY71" fmla="*/ 41563 h 163383"/>
                <a:gd name="csX72" fmla="*/ 1911 w 149051"/>
                <a:gd name="csY72" fmla="*/ 42040 h 163383"/>
                <a:gd name="csX73" fmla="*/ 956 w 149051"/>
                <a:gd name="csY73" fmla="*/ 43473 h 163383"/>
                <a:gd name="csX74" fmla="*/ 478 w 149051"/>
                <a:gd name="csY74" fmla="*/ 43951 h 163383"/>
                <a:gd name="csX75" fmla="*/ 0 w 149051"/>
                <a:gd name="csY75" fmla="*/ 43473 h 163383"/>
                <a:gd name="csX76" fmla="*/ 0 w 149051"/>
                <a:gd name="csY76" fmla="*/ 42518 h 163383"/>
                <a:gd name="csX77" fmla="*/ 0 w 149051"/>
                <a:gd name="csY77" fmla="*/ 41563 h 163383"/>
                <a:gd name="csX78" fmla="*/ 956 w 149051"/>
                <a:gd name="csY78" fmla="*/ 37263 h 163383"/>
                <a:gd name="csX79" fmla="*/ 2389 w 149051"/>
                <a:gd name="csY79" fmla="*/ 34397 h 163383"/>
                <a:gd name="csX80" fmla="*/ 3822 w 149051"/>
                <a:gd name="csY80" fmla="*/ 33441 h 163383"/>
                <a:gd name="csX81" fmla="*/ 5733 w 149051"/>
                <a:gd name="csY81" fmla="*/ 32963 h 163383"/>
                <a:gd name="csX82" fmla="*/ 7166 w 149051"/>
                <a:gd name="csY82" fmla="*/ 32963 h 163383"/>
                <a:gd name="csX83" fmla="*/ 8599 w 149051"/>
                <a:gd name="csY83" fmla="*/ 32486 h 163383"/>
                <a:gd name="csX84" fmla="*/ 10033 w 149051"/>
                <a:gd name="csY84" fmla="*/ 32008 h 163383"/>
                <a:gd name="csX85" fmla="*/ 10033 w 149051"/>
                <a:gd name="csY85" fmla="*/ 32008 h 163383"/>
                <a:gd name="csX86" fmla="*/ 10033 w 149051"/>
                <a:gd name="csY86" fmla="*/ 31530 h 163383"/>
                <a:gd name="csX87" fmla="*/ 8599 w 149051"/>
                <a:gd name="csY87" fmla="*/ 31530 h 163383"/>
                <a:gd name="csX88" fmla="*/ 7644 w 149051"/>
                <a:gd name="csY88" fmla="*/ 31052 h 163383"/>
                <a:gd name="csX89" fmla="*/ 8122 w 149051"/>
                <a:gd name="csY89" fmla="*/ 29619 h 163383"/>
                <a:gd name="csX90" fmla="*/ 8599 w 149051"/>
                <a:gd name="csY90" fmla="*/ 28664 h 163383"/>
                <a:gd name="csX91" fmla="*/ 9555 w 149051"/>
                <a:gd name="csY91" fmla="*/ 28186 h 163383"/>
                <a:gd name="csX92" fmla="*/ 10510 w 149051"/>
                <a:gd name="csY92" fmla="*/ 26753 h 163383"/>
                <a:gd name="csX93" fmla="*/ 11466 w 149051"/>
                <a:gd name="csY93" fmla="*/ 24364 h 163383"/>
                <a:gd name="csX94" fmla="*/ 12421 w 149051"/>
                <a:gd name="csY94" fmla="*/ 23409 h 163383"/>
                <a:gd name="csX95" fmla="*/ 13854 w 149051"/>
                <a:gd name="csY95" fmla="*/ 23409 h 163383"/>
                <a:gd name="csX96" fmla="*/ 15765 w 149051"/>
                <a:gd name="csY96" fmla="*/ 22453 h 163383"/>
                <a:gd name="csX97" fmla="*/ 19109 w 149051"/>
                <a:gd name="csY97" fmla="*/ 20065 h 163383"/>
                <a:gd name="csX98" fmla="*/ 20065 w 149051"/>
                <a:gd name="csY98" fmla="*/ 18154 h 163383"/>
                <a:gd name="csX99" fmla="*/ 21498 w 149051"/>
                <a:gd name="csY99" fmla="*/ 19109 h 163383"/>
                <a:gd name="csX100" fmla="*/ 21020 w 149051"/>
                <a:gd name="csY100" fmla="*/ 21498 h 163383"/>
                <a:gd name="csX101" fmla="*/ 21498 w 149051"/>
                <a:gd name="csY101" fmla="*/ 21975 h 163383"/>
                <a:gd name="csX102" fmla="*/ 21498 w 149051"/>
                <a:gd name="csY102" fmla="*/ 22453 h 163383"/>
                <a:gd name="csX103" fmla="*/ 21498 w 149051"/>
                <a:gd name="csY103" fmla="*/ 23886 h 163383"/>
                <a:gd name="csX104" fmla="*/ 21976 w 149051"/>
                <a:gd name="csY104" fmla="*/ 24842 h 163383"/>
                <a:gd name="csX105" fmla="*/ 22454 w 149051"/>
                <a:gd name="csY105" fmla="*/ 25320 h 163383"/>
                <a:gd name="csX106" fmla="*/ 22454 w 149051"/>
                <a:gd name="csY106" fmla="*/ 25320 h 163383"/>
                <a:gd name="csX107" fmla="*/ 22931 w 149051"/>
                <a:gd name="csY107" fmla="*/ 25798 h 163383"/>
                <a:gd name="csX108" fmla="*/ 26275 w 149051"/>
                <a:gd name="csY108" fmla="*/ 24842 h 163383"/>
                <a:gd name="csX109" fmla="*/ 28186 w 149051"/>
                <a:gd name="csY109" fmla="*/ 24842 h 163383"/>
                <a:gd name="csX110" fmla="*/ 29142 w 149051"/>
                <a:gd name="csY110" fmla="*/ 25320 h 163383"/>
                <a:gd name="csX111" fmla="*/ 29620 w 149051"/>
                <a:gd name="csY111" fmla="*/ 25798 h 163383"/>
                <a:gd name="csX112" fmla="*/ 29620 w 149051"/>
                <a:gd name="csY112" fmla="*/ 25798 h 163383"/>
                <a:gd name="csX113" fmla="*/ 30575 w 149051"/>
                <a:gd name="csY113" fmla="*/ 25798 h 163383"/>
                <a:gd name="csX114" fmla="*/ 31531 w 149051"/>
                <a:gd name="csY114" fmla="*/ 26275 h 163383"/>
                <a:gd name="csX115" fmla="*/ 32008 w 149051"/>
                <a:gd name="csY115" fmla="*/ 26275 h 163383"/>
                <a:gd name="csX116" fmla="*/ 32963 w 149051"/>
                <a:gd name="csY116" fmla="*/ 25320 h 163383"/>
                <a:gd name="csX117" fmla="*/ 33441 w 149051"/>
                <a:gd name="csY117" fmla="*/ 25320 h 163383"/>
                <a:gd name="csX118" fmla="*/ 33441 w 149051"/>
                <a:gd name="csY118" fmla="*/ 24842 h 163383"/>
                <a:gd name="csX119" fmla="*/ 32486 w 149051"/>
                <a:gd name="csY119" fmla="*/ 23886 h 163383"/>
                <a:gd name="csX120" fmla="*/ 31531 w 149051"/>
                <a:gd name="csY120" fmla="*/ 23409 h 163383"/>
                <a:gd name="csX121" fmla="*/ 31531 w 149051"/>
                <a:gd name="csY121" fmla="*/ 21498 h 163383"/>
                <a:gd name="csX122" fmla="*/ 32008 w 149051"/>
                <a:gd name="csY122" fmla="*/ 19109 h 163383"/>
                <a:gd name="csX123" fmla="*/ 32008 w 149051"/>
                <a:gd name="csY123" fmla="*/ 17676 h 163383"/>
                <a:gd name="csX124" fmla="*/ 32008 w 149051"/>
                <a:gd name="csY124" fmla="*/ 14332 h 163383"/>
                <a:gd name="csX125" fmla="*/ 32008 w 149051"/>
                <a:gd name="csY125" fmla="*/ 13376 h 163383"/>
                <a:gd name="csX126" fmla="*/ 31052 w 149051"/>
                <a:gd name="csY126" fmla="*/ 11943 h 163383"/>
                <a:gd name="csX127" fmla="*/ 29142 w 149051"/>
                <a:gd name="csY127" fmla="*/ 10032 h 163383"/>
                <a:gd name="csX128" fmla="*/ 29142 w 149051"/>
                <a:gd name="csY128" fmla="*/ 9555 h 163383"/>
                <a:gd name="csX129" fmla="*/ 28664 w 149051"/>
                <a:gd name="csY129" fmla="*/ 8599 h 163383"/>
                <a:gd name="csX130" fmla="*/ 28664 w 149051"/>
                <a:gd name="csY130" fmla="*/ 7644 h 163383"/>
                <a:gd name="csX131" fmla="*/ 28664 w 149051"/>
                <a:gd name="csY131" fmla="*/ 6688 h 163383"/>
                <a:gd name="csX132" fmla="*/ 28186 w 149051"/>
                <a:gd name="csY132" fmla="*/ 5733 h 163383"/>
                <a:gd name="csX133" fmla="*/ 27709 w 149051"/>
                <a:gd name="csY133" fmla="*/ 4777 h 163383"/>
                <a:gd name="csX134" fmla="*/ 28664 w 149051"/>
                <a:gd name="csY134" fmla="*/ 4300 h 163383"/>
                <a:gd name="csX135" fmla="*/ 29620 w 149051"/>
                <a:gd name="csY135" fmla="*/ 3344 h 163383"/>
                <a:gd name="csX136" fmla="*/ 30097 w 149051"/>
                <a:gd name="csY136" fmla="*/ 1911 h 163383"/>
                <a:gd name="csX137" fmla="*/ 30575 w 149051"/>
                <a:gd name="csY137" fmla="*/ 956 h 163383"/>
                <a:gd name="csX138" fmla="*/ 31531 w 149051"/>
                <a:gd name="csY138" fmla="*/ 478 h 163383"/>
                <a:gd name="csX139" fmla="*/ 32008 w 149051"/>
                <a:gd name="csY139" fmla="*/ 0 h 163383"/>
                <a:gd name="csX140" fmla="*/ 32486 w 149051"/>
                <a:gd name="csY140" fmla="*/ 478 h 163383"/>
                <a:gd name="csX141" fmla="*/ 33919 w 149051"/>
                <a:gd name="csY141" fmla="*/ 2389 h 163383"/>
                <a:gd name="csX142" fmla="*/ 36308 w 149051"/>
                <a:gd name="csY142" fmla="*/ 1433 h 163383"/>
                <a:gd name="csX143" fmla="*/ 37741 w 149051"/>
                <a:gd name="csY143" fmla="*/ 1433 h 163383"/>
                <a:gd name="csX144" fmla="*/ 39174 w 149051"/>
                <a:gd name="csY144" fmla="*/ 1911 h 163383"/>
                <a:gd name="csX145" fmla="*/ 39652 w 149051"/>
                <a:gd name="csY145" fmla="*/ 2389 h 163383"/>
                <a:gd name="csX146" fmla="*/ 40607 w 149051"/>
                <a:gd name="csY146" fmla="*/ 4300 h 163383"/>
                <a:gd name="csX147" fmla="*/ 40607 w 149051"/>
                <a:gd name="csY147" fmla="*/ 4300 h 163383"/>
                <a:gd name="csX148" fmla="*/ 42996 w 149051"/>
                <a:gd name="csY148" fmla="*/ 6210 h 163383"/>
                <a:gd name="csX149" fmla="*/ 45862 w 149051"/>
                <a:gd name="csY149" fmla="*/ 9555 h 163383"/>
                <a:gd name="csX150" fmla="*/ 46818 w 149051"/>
                <a:gd name="csY150" fmla="*/ 10510 h 163383"/>
                <a:gd name="csX151" fmla="*/ 48729 w 149051"/>
                <a:gd name="csY151" fmla="*/ 11466 h 163383"/>
                <a:gd name="csX152" fmla="*/ 49206 w 149051"/>
                <a:gd name="csY152" fmla="*/ 12899 h 163383"/>
                <a:gd name="csX153" fmla="*/ 49684 w 149051"/>
                <a:gd name="csY153" fmla="*/ 14332 h 163383"/>
                <a:gd name="csX154" fmla="*/ 49684 w 149051"/>
                <a:gd name="csY154" fmla="*/ 15287 h 163383"/>
                <a:gd name="csX155" fmla="*/ 50162 w 149051"/>
                <a:gd name="csY155" fmla="*/ 16243 h 163383"/>
                <a:gd name="csX156" fmla="*/ 50162 w 149051"/>
                <a:gd name="csY156" fmla="*/ 16243 h 163383"/>
                <a:gd name="csX157" fmla="*/ 51117 w 149051"/>
                <a:gd name="csY157" fmla="*/ 16243 h 163383"/>
                <a:gd name="csX158" fmla="*/ 52073 w 149051"/>
                <a:gd name="csY158" fmla="*/ 16243 h 163383"/>
                <a:gd name="csX159" fmla="*/ 52550 w 149051"/>
                <a:gd name="csY159" fmla="*/ 15765 h 163383"/>
                <a:gd name="csX160" fmla="*/ 52550 w 149051"/>
                <a:gd name="csY160" fmla="*/ 14809 h 163383"/>
                <a:gd name="csX161" fmla="*/ 53028 w 149051"/>
                <a:gd name="csY161" fmla="*/ 13854 h 163383"/>
                <a:gd name="csX162" fmla="*/ 53506 w 149051"/>
                <a:gd name="csY162" fmla="*/ 13376 h 163383"/>
                <a:gd name="csX163" fmla="*/ 53984 w 149051"/>
                <a:gd name="csY163" fmla="*/ 14809 h 163383"/>
                <a:gd name="csX164" fmla="*/ 54461 w 149051"/>
                <a:gd name="csY164" fmla="*/ 15287 h 163383"/>
                <a:gd name="csX165" fmla="*/ 55417 w 149051"/>
                <a:gd name="csY165" fmla="*/ 15287 h 163383"/>
                <a:gd name="csX166" fmla="*/ 55895 w 149051"/>
                <a:gd name="csY166" fmla="*/ 16243 h 163383"/>
                <a:gd name="csX167" fmla="*/ 56372 w 149051"/>
                <a:gd name="csY167" fmla="*/ 17198 h 163383"/>
                <a:gd name="csX168" fmla="*/ 55895 w 149051"/>
                <a:gd name="csY168" fmla="*/ 18154 h 163383"/>
                <a:gd name="csX169" fmla="*/ 55417 w 149051"/>
                <a:gd name="csY169" fmla="*/ 19587 h 163383"/>
                <a:gd name="csX170" fmla="*/ 54939 w 149051"/>
                <a:gd name="csY170" fmla="*/ 20542 h 163383"/>
                <a:gd name="csX171" fmla="*/ 54461 w 149051"/>
                <a:gd name="csY171" fmla="*/ 22931 h 163383"/>
                <a:gd name="csX172" fmla="*/ 54461 w 149051"/>
                <a:gd name="csY172" fmla="*/ 22931 h 163383"/>
                <a:gd name="csX173" fmla="*/ 53984 w 149051"/>
                <a:gd name="csY173" fmla="*/ 24364 h 163383"/>
                <a:gd name="csX174" fmla="*/ 54939 w 149051"/>
                <a:gd name="csY174" fmla="*/ 25320 h 163383"/>
                <a:gd name="csX175" fmla="*/ 59239 w 149051"/>
                <a:gd name="csY175" fmla="*/ 31530 h 163383"/>
                <a:gd name="csX176" fmla="*/ 61150 w 149051"/>
                <a:gd name="csY176" fmla="*/ 32486 h 163383"/>
                <a:gd name="csX177" fmla="*/ 66405 w 149051"/>
                <a:gd name="csY177" fmla="*/ 33441 h 163383"/>
                <a:gd name="csX178" fmla="*/ 67838 w 149051"/>
                <a:gd name="csY178" fmla="*/ 34397 h 163383"/>
                <a:gd name="csX179" fmla="*/ 69749 w 149051"/>
                <a:gd name="csY179" fmla="*/ 35352 h 163383"/>
                <a:gd name="csX180" fmla="*/ 71182 w 149051"/>
                <a:gd name="csY180" fmla="*/ 34874 h 163383"/>
                <a:gd name="csX181" fmla="*/ 71182 w 149051"/>
                <a:gd name="csY181" fmla="*/ 34874 h 163383"/>
                <a:gd name="csX182" fmla="*/ 72615 w 149051"/>
                <a:gd name="csY182" fmla="*/ 32963 h 163383"/>
                <a:gd name="csX183" fmla="*/ 74526 w 149051"/>
                <a:gd name="csY183" fmla="*/ 32008 h 163383"/>
                <a:gd name="csX184" fmla="*/ 77870 w 149051"/>
                <a:gd name="csY184" fmla="*/ 30575 h 163383"/>
                <a:gd name="csX185" fmla="*/ 78825 w 149051"/>
                <a:gd name="csY185" fmla="*/ 30575 h 163383"/>
                <a:gd name="csX186" fmla="*/ 80736 w 149051"/>
                <a:gd name="csY186" fmla="*/ 31052 h 163383"/>
                <a:gd name="csX187" fmla="*/ 83603 w 149051"/>
                <a:gd name="csY187" fmla="*/ 32963 h 163383"/>
                <a:gd name="csX188" fmla="*/ 85991 w 149051"/>
                <a:gd name="csY188" fmla="*/ 34397 h 163383"/>
                <a:gd name="csX189" fmla="*/ 87425 w 149051"/>
                <a:gd name="csY189" fmla="*/ 35352 h 163383"/>
                <a:gd name="csX190" fmla="*/ 87902 w 149051"/>
                <a:gd name="csY190" fmla="*/ 35830 h 163383"/>
                <a:gd name="csX191" fmla="*/ 88380 w 149051"/>
                <a:gd name="csY191" fmla="*/ 36307 h 163383"/>
                <a:gd name="csX192" fmla="*/ 88380 w 149051"/>
                <a:gd name="csY192" fmla="*/ 36785 h 163383"/>
                <a:gd name="csX193" fmla="*/ 87425 w 149051"/>
                <a:gd name="csY193" fmla="*/ 37741 h 163383"/>
                <a:gd name="csX194" fmla="*/ 86469 w 149051"/>
                <a:gd name="csY194" fmla="*/ 38218 h 163383"/>
                <a:gd name="csX195" fmla="*/ 85036 w 149051"/>
                <a:gd name="csY195" fmla="*/ 39174 h 163383"/>
                <a:gd name="csX196" fmla="*/ 85036 w 149051"/>
                <a:gd name="csY196" fmla="*/ 39174 h 163383"/>
                <a:gd name="csX197" fmla="*/ 84081 w 149051"/>
                <a:gd name="csY197" fmla="*/ 40129 h 163383"/>
                <a:gd name="csX198" fmla="*/ 84081 w 149051"/>
                <a:gd name="csY198" fmla="*/ 40129 h 163383"/>
                <a:gd name="csX199" fmla="*/ 84558 w 149051"/>
                <a:gd name="csY199" fmla="*/ 40607 h 163383"/>
                <a:gd name="csX200" fmla="*/ 86947 w 149051"/>
                <a:gd name="csY200" fmla="*/ 40607 h 163383"/>
                <a:gd name="csX201" fmla="*/ 89336 w 149051"/>
                <a:gd name="csY201" fmla="*/ 41563 h 163383"/>
                <a:gd name="csX202" fmla="*/ 89813 w 149051"/>
                <a:gd name="csY202" fmla="*/ 42518 h 163383"/>
                <a:gd name="csX203" fmla="*/ 89813 w 149051"/>
                <a:gd name="csY203" fmla="*/ 42996 h 163383"/>
                <a:gd name="csX204" fmla="*/ 90291 w 149051"/>
                <a:gd name="csY204" fmla="*/ 44429 h 163383"/>
                <a:gd name="csX205" fmla="*/ 90291 w 149051"/>
                <a:gd name="csY205" fmla="*/ 44429 h 163383"/>
                <a:gd name="csX206" fmla="*/ 90769 w 149051"/>
                <a:gd name="csY206" fmla="*/ 44429 h 163383"/>
                <a:gd name="csX207" fmla="*/ 93157 w 149051"/>
                <a:gd name="csY207" fmla="*/ 44429 h 163383"/>
                <a:gd name="csX208" fmla="*/ 93635 w 149051"/>
                <a:gd name="csY208" fmla="*/ 44907 h 163383"/>
                <a:gd name="csX209" fmla="*/ 94591 w 149051"/>
                <a:gd name="csY209" fmla="*/ 45384 h 163383"/>
                <a:gd name="csX210" fmla="*/ 95068 w 149051"/>
                <a:gd name="csY210" fmla="*/ 46817 h 163383"/>
                <a:gd name="csX211" fmla="*/ 95068 w 149051"/>
                <a:gd name="csY211" fmla="*/ 48251 h 163383"/>
                <a:gd name="csX212" fmla="*/ 93635 w 149051"/>
                <a:gd name="csY212" fmla="*/ 49684 h 163383"/>
                <a:gd name="csX213" fmla="*/ 93157 w 149051"/>
                <a:gd name="csY213" fmla="*/ 50639 h 163383"/>
                <a:gd name="csX214" fmla="*/ 92680 w 149051"/>
                <a:gd name="csY214" fmla="*/ 51595 h 163383"/>
                <a:gd name="csX215" fmla="*/ 91724 w 149051"/>
                <a:gd name="csY215" fmla="*/ 53506 h 163383"/>
                <a:gd name="csX216" fmla="*/ 90291 w 149051"/>
                <a:gd name="csY216" fmla="*/ 54461 h 163383"/>
                <a:gd name="csX217" fmla="*/ 88380 w 149051"/>
                <a:gd name="csY217" fmla="*/ 55894 h 163383"/>
                <a:gd name="csX218" fmla="*/ 87902 w 149051"/>
                <a:gd name="csY218" fmla="*/ 55894 h 163383"/>
                <a:gd name="csX219" fmla="*/ 87902 w 149051"/>
                <a:gd name="csY219" fmla="*/ 55894 h 163383"/>
                <a:gd name="csX220" fmla="*/ 82170 w 149051"/>
                <a:gd name="csY220" fmla="*/ 54461 h 163383"/>
                <a:gd name="csX221" fmla="*/ 79304 w 149051"/>
                <a:gd name="csY221" fmla="*/ 54939 h 163383"/>
                <a:gd name="csX222" fmla="*/ 78348 w 149051"/>
                <a:gd name="csY222" fmla="*/ 54939 h 163383"/>
                <a:gd name="csX223" fmla="*/ 77393 w 149051"/>
                <a:gd name="csY223" fmla="*/ 54939 h 163383"/>
                <a:gd name="csX224" fmla="*/ 76915 w 149051"/>
                <a:gd name="csY224" fmla="*/ 55417 h 163383"/>
                <a:gd name="csX225" fmla="*/ 77870 w 149051"/>
                <a:gd name="csY225" fmla="*/ 56850 h 163383"/>
                <a:gd name="csX226" fmla="*/ 77870 w 149051"/>
                <a:gd name="csY226" fmla="*/ 58761 h 163383"/>
                <a:gd name="csX227" fmla="*/ 77393 w 149051"/>
                <a:gd name="csY227" fmla="*/ 59716 h 163383"/>
                <a:gd name="csX228" fmla="*/ 75481 w 149051"/>
                <a:gd name="csY228" fmla="*/ 60672 h 163383"/>
                <a:gd name="csX229" fmla="*/ 75004 w 149051"/>
                <a:gd name="csY229" fmla="*/ 61149 h 163383"/>
                <a:gd name="csX230" fmla="*/ 75004 w 149051"/>
                <a:gd name="csY230" fmla="*/ 61149 h 163383"/>
                <a:gd name="csX231" fmla="*/ 75004 w 149051"/>
                <a:gd name="csY231" fmla="*/ 61149 h 163383"/>
                <a:gd name="csX232" fmla="*/ 74526 w 149051"/>
                <a:gd name="csY232" fmla="*/ 62105 h 163383"/>
                <a:gd name="csX233" fmla="*/ 75481 w 149051"/>
                <a:gd name="csY233" fmla="*/ 62582 h 163383"/>
                <a:gd name="csX234" fmla="*/ 76915 w 149051"/>
                <a:gd name="csY234" fmla="*/ 63538 h 163383"/>
                <a:gd name="csX235" fmla="*/ 78825 w 149051"/>
                <a:gd name="csY235" fmla="*/ 64016 h 163383"/>
                <a:gd name="csX236" fmla="*/ 85514 w 149051"/>
                <a:gd name="csY236" fmla="*/ 68315 h 163383"/>
                <a:gd name="csX237" fmla="*/ 86947 w 149051"/>
                <a:gd name="csY237" fmla="*/ 69271 h 163383"/>
                <a:gd name="csX238" fmla="*/ 88858 w 149051"/>
                <a:gd name="csY238" fmla="*/ 70704 h 163383"/>
                <a:gd name="csX239" fmla="*/ 91247 w 149051"/>
                <a:gd name="csY239" fmla="*/ 71659 h 163383"/>
                <a:gd name="csX240" fmla="*/ 96502 w 149051"/>
                <a:gd name="csY240" fmla="*/ 73093 h 163383"/>
                <a:gd name="csX241" fmla="*/ 98890 w 149051"/>
                <a:gd name="csY241" fmla="*/ 74048 h 163383"/>
                <a:gd name="csX242" fmla="*/ 99846 w 149051"/>
                <a:gd name="csY242" fmla="*/ 74526 h 163383"/>
                <a:gd name="csX243" fmla="*/ 99368 w 149051"/>
                <a:gd name="csY243" fmla="*/ 75004 h 163383"/>
                <a:gd name="csX244" fmla="*/ 98890 w 149051"/>
                <a:gd name="csY244" fmla="*/ 75959 h 163383"/>
                <a:gd name="csX245" fmla="*/ 98413 w 149051"/>
                <a:gd name="csY245" fmla="*/ 77392 h 163383"/>
                <a:gd name="csX246" fmla="*/ 98413 w 149051"/>
                <a:gd name="csY246" fmla="*/ 78348 h 163383"/>
                <a:gd name="csX247" fmla="*/ 98890 w 149051"/>
                <a:gd name="csY247" fmla="*/ 79303 h 163383"/>
                <a:gd name="csX248" fmla="*/ 99846 w 149051"/>
                <a:gd name="csY248" fmla="*/ 80258 h 163383"/>
                <a:gd name="csX249" fmla="*/ 99846 w 149051"/>
                <a:gd name="csY249" fmla="*/ 80258 h 163383"/>
                <a:gd name="csX250" fmla="*/ 102234 w 149051"/>
                <a:gd name="csY250" fmla="*/ 82170 h 163383"/>
                <a:gd name="csX251" fmla="*/ 103190 w 149051"/>
                <a:gd name="csY251" fmla="*/ 83125 h 163383"/>
                <a:gd name="csX252" fmla="*/ 104623 w 149051"/>
                <a:gd name="csY252" fmla="*/ 83603 h 163383"/>
                <a:gd name="csX253" fmla="*/ 105579 w 149051"/>
                <a:gd name="csY253" fmla="*/ 84080 h 163383"/>
                <a:gd name="csX254" fmla="*/ 107012 w 149051"/>
                <a:gd name="csY254" fmla="*/ 85514 h 163383"/>
                <a:gd name="csX255" fmla="*/ 108445 w 149051"/>
                <a:gd name="csY255" fmla="*/ 86947 h 163383"/>
                <a:gd name="csX256" fmla="*/ 108445 w 149051"/>
                <a:gd name="csY256" fmla="*/ 88380 h 163383"/>
                <a:gd name="csX257" fmla="*/ 108923 w 149051"/>
                <a:gd name="csY257" fmla="*/ 89813 h 163383"/>
                <a:gd name="csX258" fmla="*/ 110356 w 149051"/>
                <a:gd name="csY258" fmla="*/ 91724 h 163383"/>
                <a:gd name="csX259" fmla="*/ 112266 w 149051"/>
                <a:gd name="csY259" fmla="*/ 93635 h 163383"/>
                <a:gd name="csX260" fmla="*/ 114655 w 149051"/>
                <a:gd name="csY260" fmla="*/ 96024 h 163383"/>
                <a:gd name="csX261" fmla="*/ 116088 w 149051"/>
                <a:gd name="csY261" fmla="*/ 97457 h 163383"/>
                <a:gd name="csX262" fmla="*/ 116088 w 149051"/>
                <a:gd name="csY262" fmla="*/ 97457 h 163383"/>
                <a:gd name="csX263" fmla="*/ 116566 w 149051"/>
                <a:gd name="csY263" fmla="*/ 97935 h 163383"/>
                <a:gd name="csX264" fmla="*/ 121821 w 149051"/>
                <a:gd name="csY264" fmla="*/ 101756 h 163383"/>
                <a:gd name="csX265" fmla="*/ 123254 w 149051"/>
                <a:gd name="csY265" fmla="*/ 103189 h 163383"/>
                <a:gd name="csX266" fmla="*/ 125165 w 149051"/>
                <a:gd name="csY266" fmla="*/ 105578 h 163383"/>
                <a:gd name="csX267" fmla="*/ 125643 w 149051"/>
                <a:gd name="csY267" fmla="*/ 106056 h 163383"/>
                <a:gd name="csX268" fmla="*/ 126598 w 149051"/>
                <a:gd name="csY268" fmla="*/ 106534 h 163383"/>
                <a:gd name="csX269" fmla="*/ 127076 w 149051"/>
                <a:gd name="csY269" fmla="*/ 107967 h 163383"/>
                <a:gd name="csX270" fmla="*/ 127076 w 149051"/>
                <a:gd name="csY270" fmla="*/ 109400 h 163383"/>
                <a:gd name="csX271" fmla="*/ 127554 w 149051"/>
                <a:gd name="csY271" fmla="*/ 112266 h 163383"/>
                <a:gd name="csX272" fmla="*/ 128509 w 149051"/>
                <a:gd name="csY272" fmla="*/ 113222 h 163383"/>
                <a:gd name="csX273" fmla="*/ 128987 w 149051"/>
                <a:gd name="csY273" fmla="*/ 114655 h 163383"/>
                <a:gd name="csX274" fmla="*/ 129465 w 149051"/>
                <a:gd name="csY274" fmla="*/ 115611 h 163383"/>
                <a:gd name="csX275" fmla="*/ 130420 w 149051"/>
                <a:gd name="csY275" fmla="*/ 116088 h 163383"/>
                <a:gd name="csX276" fmla="*/ 131376 w 149051"/>
                <a:gd name="csY276" fmla="*/ 116088 h 163383"/>
                <a:gd name="csX277" fmla="*/ 132331 w 149051"/>
                <a:gd name="csY277" fmla="*/ 115611 h 163383"/>
                <a:gd name="csX278" fmla="*/ 132809 w 149051"/>
                <a:gd name="csY278" fmla="*/ 114655 h 163383"/>
                <a:gd name="csX279" fmla="*/ 133287 w 149051"/>
                <a:gd name="csY279" fmla="*/ 115133 h 163383"/>
                <a:gd name="csX280" fmla="*/ 134242 w 149051"/>
                <a:gd name="csY280" fmla="*/ 117044 h 163383"/>
                <a:gd name="csX281" fmla="*/ 135198 w 149051"/>
                <a:gd name="csY281" fmla="*/ 117999 h 163383"/>
                <a:gd name="csX282" fmla="*/ 136153 w 149051"/>
                <a:gd name="csY282" fmla="*/ 118955 h 163383"/>
                <a:gd name="csX283" fmla="*/ 137586 w 149051"/>
                <a:gd name="csY283" fmla="*/ 119432 h 163383"/>
                <a:gd name="csX284" fmla="*/ 140453 w 149051"/>
                <a:gd name="csY284" fmla="*/ 122299 h 163383"/>
                <a:gd name="csX285" fmla="*/ 142364 w 149051"/>
                <a:gd name="csY285" fmla="*/ 123254 h 163383"/>
                <a:gd name="csX286" fmla="*/ 143319 w 149051"/>
                <a:gd name="csY286" fmla="*/ 123254 h 163383"/>
                <a:gd name="csX287" fmla="*/ 144275 w 149051"/>
                <a:gd name="csY287" fmla="*/ 123732 h 163383"/>
                <a:gd name="csX288" fmla="*/ 144275 w 149051"/>
                <a:gd name="csY288" fmla="*/ 124687 h 163383"/>
                <a:gd name="csX289" fmla="*/ 144275 w 149051"/>
                <a:gd name="csY289" fmla="*/ 125643 h 163383"/>
                <a:gd name="csX290" fmla="*/ 143319 w 149051"/>
                <a:gd name="csY290" fmla="*/ 126121 h 163383"/>
                <a:gd name="csX291" fmla="*/ 139975 w 149051"/>
                <a:gd name="csY291" fmla="*/ 127554 h 163383"/>
                <a:gd name="csX292" fmla="*/ 139497 w 149051"/>
                <a:gd name="csY292" fmla="*/ 128509 h 163383"/>
                <a:gd name="csX293" fmla="*/ 139975 w 149051"/>
                <a:gd name="csY293" fmla="*/ 129465 h 163383"/>
                <a:gd name="csX294" fmla="*/ 140930 w 149051"/>
                <a:gd name="csY294" fmla="*/ 130898 h 163383"/>
                <a:gd name="csX295" fmla="*/ 141886 w 149051"/>
                <a:gd name="csY295" fmla="*/ 131853 h 163383"/>
                <a:gd name="csX296" fmla="*/ 143319 w 149051"/>
                <a:gd name="csY296" fmla="*/ 132809 h 163383"/>
                <a:gd name="csX297" fmla="*/ 145230 w 149051"/>
                <a:gd name="csY297" fmla="*/ 134720 h 163383"/>
                <a:gd name="csX298" fmla="*/ 147619 w 149051"/>
                <a:gd name="csY298" fmla="*/ 136153 h 163383"/>
                <a:gd name="csX299" fmla="*/ 148574 w 149051"/>
                <a:gd name="csY299" fmla="*/ 137586 h 163383"/>
                <a:gd name="csX300" fmla="*/ 149052 w 149051"/>
                <a:gd name="csY300" fmla="*/ 138542 h 163383"/>
                <a:gd name="csX301" fmla="*/ 149052 w 149051"/>
                <a:gd name="csY301" fmla="*/ 139975 h 163383"/>
                <a:gd name="csX302" fmla="*/ 148096 w 149051"/>
                <a:gd name="csY302" fmla="*/ 141408 h 163383"/>
                <a:gd name="csX303" fmla="*/ 147141 w 149051"/>
                <a:gd name="csY303" fmla="*/ 142363 h 163383"/>
                <a:gd name="csX304" fmla="*/ 146186 w 149051"/>
                <a:gd name="csY304" fmla="*/ 142841 h 163383"/>
                <a:gd name="csX305" fmla="*/ 145707 w 149051"/>
                <a:gd name="csY305" fmla="*/ 143796 h 163383"/>
                <a:gd name="csX306" fmla="*/ 146186 w 149051"/>
                <a:gd name="csY306" fmla="*/ 145230 h 163383"/>
                <a:gd name="csX307" fmla="*/ 146663 w 149051"/>
                <a:gd name="csY307" fmla="*/ 145707 h 163383"/>
                <a:gd name="csX308" fmla="*/ 146663 w 149051"/>
                <a:gd name="csY308" fmla="*/ 146663 h 163383"/>
                <a:gd name="csX309" fmla="*/ 146663 w 149051"/>
                <a:gd name="csY309" fmla="*/ 149052 h 163383"/>
                <a:gd name="csX310" fmla="*/ 145707 w 149051"/>
                <a:gd name="csY310" fmla="*/ 149529 h 163383"/>
                <a:gd name="csX311" fmla="*/ 144752 w 149051"/>
                <a:gd name="csY311" fmla="*/ 151440 h 163383"/>
                <a:gd name="csX312" fmla="*/ 143797 w 149051"/>
                <a:gd name="csY312" fmla="*/ 151918 h 163383"/>
                <a:gd name="csX313" fmla="*/ 142364 w 149051"/>
                <a:gd name="csY313" fmla="*/ 150962 h 163383"/>
                <a:gd name="csX314" fmla="*/ 141408 w 149051"/>
                <a:gd name="csY314" fmla="*/ 151440 h 163383"/>
                <a:gd name="csX315" fmla="*/ 140453 w 149051"/>
                <a:gd name="csY315" fmla="*/ 152873 h 163383"/>
                <a:gd name="csX316" fmla="*/ 138542 w 149051"/>
                <a:gd name="csY316" fmla="*/ 154307 h 163383"/>
                <a:gd name="csX317" fmla="*/ 137586 w 149051"/>
                <a:gd name="csY317" fmla="*/ 154307 h 163383"/>
                <a:gd name="csX318" fmla="*/ 137109 w 149051"/>
                <a:gd name="csY318" fmla="*/ 154307 h 163383"/>
                <a:gd name="csX319" fmla="*/ 136153 w 149051"/>
                <a:gd name="csY319" fmla="*/ 154784 h 163383"/>
                <a:gd name="csX320" fmla="*/ 136153 w 149051"/>
                <a:gd name="csY320" fmla="*/ 154784 h 163383"/>
                <a:gd name="csX321" fmla="*/ 135198 w 149051"/>
                <a:gd name="csY321" fmla="*/ 156218 h 163383"/>
                <a:gd name="csX322" fmla="*/ 134720 w 149051"/>
                <a:gd name="csY322" fmla="*/ 155740 h 163383"/>
                <a:gd name="csX323" fmla="*/ 132809 w 149051"/>
                <a:gd name="csY323" fmla="*/ 156218 h 163383"/>
                <a:gd name="csX324" fmla="*/ 131854 w 149051"/>
                <a:gd name="csY324" fmla="*/ 155740 h 163383"/>
                <a:gd name="csX325" fmla="*/ 131376 w 149051"/>
                <a:gd name="csY325" fmla="*/ 154784 h 163383"/>
                <a:gd name="csX326" fmla="*/ 129465 w 149051"/>
                <a:gd name="csY326" fmla="*/ 153829 h 163383"/>
                <a:gd name="csX327" fmla="*/ 128509 w 149051"/>
                <a:gd name="csY327" fmla="*/ 153351 h 163383"/>
                <a:gd name="csX328" fmla="*/ 127554 w 149051"/>
                <a:gd name="csY328" fmla="*/ 152873 h 163383"/>
                <a:gd name="csX329" fmla="*/ 127076 w 149051"/>
                <a:gd name="csY329" fmla="*/ 151918 h 163383"/>
                <a:gd name="csX330" fmla="*/ 126598 w 149051"/>
                <a:gd name="csY330" fmla="*/ 151440 h 163383"/>
                <a:gd name="csX331" fmla="*/ 125165 w 149051"/>
                <a:gd name="csY331" fmla="*/ 152396 h 163383"/>
                <a:gd name="csX332" fmla="*/ 123732 w 149051"/>
                <a:gd name="csY332" fmla="*/ 153829 h 163383"/>
                <a:gd name="csX333" fmla="*/ 121821 w 149051"/>
                <a:gd name="csY333" fmla="*/ 153351 h 163383"/>
                <a:gd name="csX334" fmla="*/ 120866 w 149051"/>
                <a:gd name="csY334" fmla="*/ 153351 h 163383"/>
                <a:gd name="csX335" fmla="*/ 120866 w 149051"/>
                <a:gd name="csY335" fmla="*/ 153351 h 163383"/>
                <a:gd name="csX336" fmla="*/ 120388 w 149051"/>
                <a:gd name="csY336" fmla="*/ 154784 h 163383"/>
                <a:gd name="csX337" fmla="*/ 119911 w 149051"/>
                <a:gd name="csY337" fmla="*/ 155262 h 163383"/>
                <a:gd name="csX338" fmla="*/ 116566 w 149051"/>
                <a:gd name="csY338" fmla="*/ 155262 h 163383"/>
                <a:gd name="csX339" fmla="*/ 116088 w 149051"/>
                <a:gd name="csY339" fmla="*/ 155740 h 163383"/>
                <a:gd name="csX340" fmla="*/ 116566 w 149051"/>
                <a:gd name="csY340" fmla="*/ 157173 h 163383"/>
                <a:gd name="csX341" fmla="*/ 118477 w 149051"/>
                <a:gd name="csY341" fmla="*/ 159562 h 163383"/>
                <a:gd name="csX342" fmla="*/ 118955 w 149051"/>
                <a:gd name="csY342" fmla="*/ 160995 h 163383"/>
                <a:gd name="csX343" fmla="*/ 118000 w 149051"/>
                <a:gd name="csY343" fmla="*/ 163384 h 163383"/>
                <a:gd name="csX344" fmla="*/ 114655 w 149051"/>
                <a:gd name="csY344" fmla="*/ 163384 h 163383"/>
                <a:gd name="csX345" fmla="*/ 113222 w 149051"/>
                <a:gd name="csY345" fmla="*/ 162428 h 163383"/>
                <a:gd name="csX346" fmla="*/ 111789 w 149051"/>
                <a:gd name="csY346" fmla="*/ 160995 h 163383"/>
                <a:gd name="csX347" fmla="*/ 111311 w 149051"/>
                <a:gd name="csY347" fmla="*/ 160517 h 163383"/>
                <a:gd name="csX348" fmla="*/ 107012 w 149051"/>
                <a:gd name="csY348" fmla="*/ 159084 h 163383"/>
                <a:gd name="csX349" fmla="*/ 104623 w 149051"/>
                <a:gd name="csY349" fmla="*/ 160039 h 163383"/>
                <a:gd name="csX350" fmla="*/ 103668 w 149051"/>
                <a:gd name="csY350" fmla="*/ 160039 h 163383"/>
                <a:gd name="csX351" fmla="*/ 102234 w 149051"/>
                <a:gd name="csY351" fmla="*/ 159084 h 163383"/>
                <a:gd name="csX352" fmla="*/ 101757 w 149051"/>
                <a:gd name="csY352" fmla="*/ 158606 h 163383"/>
                <a:gd name="csX353" fmla="*/ 101279 w 149051"/>
                <a:gd name="csY353" fmla="*/ 157651 h 163383"/>
                <a:gd name="csX354" fmla="*/ 100801 w 149051"/>
                <a:gd name="csY354" fmla="*/ 157173 h 163383"/>
                <a:gd name="csX355" fmla="*/ 100323 w 149051"/>
                <a:gd name="csY355" fmla="*/ 156218 h 163383"/>
                <a:gd name="csX356" fmla="*/ 100323 w 149051"/>
                <a:gd name="csY356" fmla="*/ 156218 h 163383"/>
                <a:gd name="csX357" fmla="*/ 100323 w 149051"/>
                <a:gd name="csY357" fmla="*/ 155740 h 163383"/>
                <a:gd name="csX358" fmla="*/ 100323 w 149051"/>
                <a:gd name="csY358" fmla="*/ 155740 h 163383"/>
                <a:gd name="csX359" fmla="*/ 101757 w 149051"/>
                <a:gd name="csY359" fmla="*/ 155262 h 163383"/>
                <a:gd name="csX360" fmla="*/ 103668 w 149051"/>
                <a:gd name="csY360" fmla="*/ 154307 h 163383"/>
                <a:gd name="csX361" fmla="*/ 105100 w 149051"/>
                <a:gd name="csY361" fmla="*/ 153351 h 163383"/>
                <a:gd name="csX362" fmla="*/ 106056 w 149051"/>
                <a:gd name="csY362" fmla="*/ 152396 h 163383"/>
                <a:gd name="csX363" fmla="*/ 106056 w 149051"/>
                <a:gd name="csY363" fmla="*/ 152396 h 163383"/>
                <a:gd name="csX364" fmla="*/ 106056 w 149051"/>
                <a:gd name="csY364" fmla="*/ 151918 h 163383"/>
                <a:gd name="csX365" fmla="*/ 106534 w 149051"/>
                <a:gd name="csY365" fmla="*/ 150962 h 163383"/>
                <a:gd name="csX366" fmla="*/ 106534 w 149051"/>
                <a:gd name="csY366" fmla="*/ 149529 h 163383"/>
                <a:gd name="csX367" fmla="*/ 107012 w 149051"/>
                <a:gd name="csY367" fmla="*/ 146185 h 163383"/>
                <a:gd name="csX368" fmla="*/ 107489 w 149051"/>
                <a:gd name="csY368" fmla="*/ 145230 h 163383"/>
                <a:gd name="csX369" fmla="*/ 107489 w 149051"/>
                <a:gd name="csY369" fmla="*/ 144752 h 163383"/>
                <a:gd name="csX370" fmla="*/ 107489 w 149051"/>
                <a:gd name="csY370" fmla="*/ 142841 h 163383"/>
                <a:gd name="csX371" fmla="*/ 106534 w 149051"/>
                <a:gd name="csY371" fmla="*/ 140930 h 163383"/>
                <a:gd name="csX372" fmla="*/ 106534 w 149051"/>
                <a:gd name="csY372" fmla="*/ 138542 h 163383"/>
                <a:gd name="csX373" fmla="*/ 106534 w 149051"/>
                <a:gd name="csY373" fmla="*/ 138064 h 163383"/>
                <a:gd name="csX374" fmla="*/ 106534 w 149051"/>
                <a:gd name="csY374" fmla="*/ 137586 h 163383"/>
                <a:gd name="csX375" fmla="*/ 107012 w 149051"/>
                <a:gd name="csY375" fmla="*/ 136631 h 163383"/>
                <a:gd name="csX376" fmla="*/ 107967 w 149051"/>
                <a:gd name="csY376" fmla="*/ 135675 h 163383"/>
                <a:gd name="csX377" fmla="*/ 108923 w 149051"/>
                <a:gd name="csY377" fmla="*/ 134242 h 163383"/>
                <a:gd name="csX378" fmla="*/ 109400 w 149051"/>
                <a:gd name="csY378" fmla="*/ 132331 h 163383"/>
                <a:gd name="csX379" fmla="*/ 109400 w 149051"/>
                <a:gd name="csY379" fmla="*/ 130898 h 163383"/>
                <a:gd name="csX380" fmla="*/ 108923 w 149051"/>
                <a:gd name="csY380" fmla="*/ 130420 h 163383"/>
                <a:gd name="csX381" fmla="*/ 107967 w 149051"/>
                <a:gd name="csY381" fmla="*/ 129465 h 163383"/>
                <a:gd name="csX382" fmla="*/ 106056 w 149051"/>
                <a:gd name="csY382" fmla="*/ 128987 h 163383"/>
                <a:gd name="csX383" fmla="*/ 104623 w 149051"/>
                <a:gd name="csY383" fmla="*/ 128031 h 163383"/>
                <a:gd name="csX384" fmla="*/ 104145 w 149051"/>
                <a:gd name="csY384" fmla="*/ 126598 h 163383"/>
                <a:gd name="csX385" fmla="*/ 104145 w 149051"/>
                <a:gd name="csY385" fmla="*/ 125643 h 163383"/>
                <a:gd name="csX386" fmla="*/ 104623 w 149051"/>
                <a:gd name="csY386" fmla="*/ 124687 h 163383"/>
                <a:gd name="csX387" fmla="*/ 104623 w 149051"/>
                <a:gd name="csY387" fmla="*/ 124687 h 163383"/>
                <a:gd name="csX388" fmla="*/ 103190 w 149051"/>
                <a:gd name="csY388" fmla="*/ 123732 h 163383"/>
                <a:gd name="csX389" fmla="*/ 99846 w 149051"/>
                <a:gd name="csY389" fmla="*/ 122777 h 163383"/>
                <a:gd name="csX390" fmla="*/ 97457 w 149051"/>
                <a:gd name="csY390" fmla="*/ 121821 h 163383"/>
                <a:gd name="csX391" fmla="*/ 96979 w 149051"/>
                <a:gd name="csY391" fmla="*/ 120388 h 163383"/>
                <a:gd name="csX392" fmla="*/ 95546 w 149051"/>
                <a:gd name="csY392" fmla="*/ 118477 h 163383"/>
                <a:gd name="csX393" fmla="*/ 93157 w 149051"/>
                <a:gd name="csY393" fmla="*/ 116088 h 163383"/>
                <a:gd name="csX394" fmla="*/ 91724 w 149051"/>
                <a:gd name="csY394" fmla="*/ 112266 h 163383"/>
                <a:gd name="csX395" fmla="*/ 91724 w 149051"/>
                <a:gd name="csY395" fmla="*/ 112266 h 163383"/>
                <a:gd name="csX396" fmla="*/ 91724 w 149051"/>
                <a:gd name="csY396" fmla="*/ 107967 h 163383"/>
                <a:gd name="csX397" fmla="*/ 91724 w 149051"/>
                <a:gd name="csY397" fmla="*/ 104623 h 163383"/>
                <a:gd name="csX398" fmla="*/ 91724 w 149051"/>
                <a:gd name="csY398" fmla="*/ 104145 h 163383"/>
                <a:gd name="csX399" fmla="*/ 93157 w 149051"/>
                <a:gd name="csY399" fmla="*/ 100323 h 163383"/>
                <a:gd name="csX400" fmla="*/ 91724 w 149051"/>
                <a:gd name="csY400" fmla="*/ 96979 h 163383"/>
                <a:gd name="csX401" fmla="*/ 89813 w 149051"/>
                <a:gd name="csY401" fmla="*/ 95546 h 163383"/>
                <a:gd name="csX402" fmla="*/ 87425 w 149051"/>
                <a:gd name="csY402" fmla="*/ 94113 h 163383"/>
                <a:gd name="csX403" fmla="*/ 85514 w 149051"/>
                <a:gd name="csY403" fmla="*/ 92680 h 163383"/>
                <a:gd name="csX404" fmla="*/ 83125 w 149051"/>
                <a:gd name="csY404" fmla="*/ 90291 h 163383"/>
                <a:gd name="csX405" fmla="*/ 83125 w 149051"/>
                <a:gd name="csY405" fmla="*/ 90291 h 163383"/>
                <a:gd name="csX406" fmla="*/ 80736 w 149051"/>
                <a:gd name="csY406" fmla="*/ 86947 h 163383"/>
                <a:gd name="csX407" fmla="*/ 77870 w 149051"/>
                <a:gd name="csY407" fmla="*/ 82647 h 163383"/>
                <a:gd name="csX408" fmla="*/ 77870 w 149051"/>
                <a:gd name="csY408" fmla="*/ 82647 h 163383"/>
                <a:gd name="csX409" fmla="*/ 75959 w 149051"/>
                <a:gd name="csY409" fmla="*/ 80736 h 163383"/>
                <a:gd name="csX410" fmla="*/ 75004 w 149051"/>
                <a:gd name="csY410" fmla="*/ 81214 h 163383"/>
                <a:gd name="csX411" fmla="*/ 72615 w 149051"/>
                <a:gd name="csY411" fmla="*/ 80736 h 163383"/>
                <a:gd name="csX412" fmla="*/ 69749 w 149051"/>
                <a:gd name="csY412" fmla="*/ 79781 h 163383"/>
                <a:gd name="csX413" fmla="*/ 66882 w 149051"/>
                <a:gd name="csY413" fmla="*/ 78825 h 163383"/>
                <a:gd name="csX414" fmla="*/ 64493 w 149051"/>
                <a:gd name="csY414" fmla="*/ 78825 h 163383"/>
                <a:gd name="csX415" fmla="*/ 62583 w 149051"/>
                <a:gd name="csY415" fmla="*/ 79303 h 163383"/>
                <a:gd name="csX416" fmla="*/ 62105 w 149051"/>
                <a:gd name="csY416" fmla="*/ 79781 h 163383"/>
                <a:gd name="csX417" fmla="*/ 62105 w 149051"/>
                <a:gd name="csY417" fmla="*/ 80258 h 163383"/>
                <a:gd name="csX418" fmla="*/ 62583 w 149051"/>
                <a:gd name="csY418" fmla="*/ 81214 h 163383"/>
                <a:gd name="csX419" fmla="*/ 62105 w 149051"/>
                <a:gd name="csY419" fmla="*/ 81692 h 163383"/>
                <a:gd name="csX420" fmla="*/ 61150 w 149051"/>
                <a:gd name="csY420" fmla="*/ 82170 h 163383"/>
                <a:gd name="csX421" fmla="*/ 60194 w 149051"/>
                <a:gd name="csY421" fmla="*/ 82647 h 163383"/>
                <a:gd name="csX422" fmla="*/ 58761 w 149051"/>
                <a:gd name="csY422" fmla="*/ 84080 h 163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</a:cxnLst>
              <a:rect l="l" t="t" r="r" b="b"/>
              <a:pathLst>
                <a:path w="149051" h="163383">
                  <a:moveTo>
                    <a:pt x="58761" y="84080"/>
                  </a:moveTo>
                  <a:lnTo>
                    <a:pt x="58283" y="86469"/>
                  </a:lnTo>
                  <a:lnTo>
                    <a:pt x="56850" y="86947"/>
                  </a:lnTo>
                  <a:lnTo>
                    <a:pt x="54939" y="87424"/>
                  </a:lnTo>
                  <a:lnTo>
                    <a:pt x="53028" y="87902"/>
                  </a:lnTo>
                  <a:lnTo>
                    <a:pt x="51595" y="88858"/>
                  </a:lnTo>
                  <a:lnTo>
                    <a:pt x="50640" y="89813"/>
                  </a:lnTo>
                  <a:lnTo>
                    <a:pt x="50640" y="90291"/>
                  </a:lnTo>
                  <a:lnTo>
                    <a:pt x="50162" y="90291"/>
                  </a:lnTo>
                  <a:lnTo>
                    <a:pt x="49206" y="89813"/>
                  </a:lnTo>
                  <a:lnTo>
                    <a:pt x="49206" y="89335"/>
                  </a:lnTo>
                  <a:lnTo>
                    <a:pt x="49206" y="88380"/>
                  </a:lnTo>
                  <a:lnTo>
                    <a:pt x="48251" y="87424"/>
                  </a:lnTo>
                  <a:lnTo>
                    <a:pt x="46340" y="86947"/>
                  </a:lnTo>
                  <a:lnTo>
                    <a:pt x="43951" y="85991"/>
                  </a:lnTo>
                  <a:lnTo>
                    <a:pt x="41563" y="84080"/>
                  </a:lnTo>
                  <a:lnTo>
                    <a:pt x="40129" y="83125"/>
                  </a:lnTo>
                  <a:lnTo>
                    <a:pt x="39174" y="82647"/>
                  </a:lnTo>
                  <a:lnTo>
                    <a:pt x="37741" y="83603"/>
                  </a:lnTo>
                  <a:lnTo>
                    <a:pt x="36308" y="85514"/>
                  </a:lnTo>
                  <a:lnTo>
                    <a:pt x="34874" y="85991"/>
                  </a:lnTo>
                  <a:lnTo>
                    <a:pt x="33441" y="85514"/>
                  </a:lnTo>
                  <a:lnTo>
                    <a:pt x="32963" y="85991"/>
                  </a:lnTo>
                  <a:lnTo>
                    <a:pt x="32008" y="87902"/>
                  </a:lnTo>
                  <a:lnTo>
                    <a:pt x="31052" y="88858"/>
                  </a:lnTo>
                  <a:lnTo>
                    <a:pt x="28664" y="90291"/>
                  </a:lnTo>
                  <a:lnTo>
                    <a:pt x="28186" y="90291"/>
                  </a:lnTo>
                  <a:lnTo>
                    <a:pt x="25320" y="92202"/>
                  </a:lnTo>
                  <a:lnTo>
                    <a:pt x="23409" y="94113"/>
                  </a:lnTo>
                  <a:lnTo>
                    <a:pt x="20543" y="96501"/>
                  </a:lnTo>
                  <a:lnTo>
                    <a:pt x="19587" y="96501"/>
                  </a:lnTo>
                  <a:lnTo>
                    <a:pt x="18154" y="96024"/>
                  </a:lnTo>
                  <a:lnTo>
                    <a:pt x="16721" y="95546"/>
                  </a:lnTo>
                  <a:lnTo>
                    <a:pt x="15765" y="94590"/>
                  </a:lnTo>
                  <a:lnTo>
                    <a:pt x="17199" y="90769"/>
                  </a:lnTo>
                  <a:lnTo>
                    <a:pt x="19587" y="85991"/>
                  </a:lnTo>
                  <a:lnTo>
                    <a:pt x="20065" y="84080"/>
                  </a:lnTo>
                  <a:lnTo>
                    <a:pt x="20543" y="82647"/>
                  </a:lnTo>
                  <a:lnTo>
                    <a:pt x="20065" y="81214"/>
                  </a:lnTo>
                  <a:lnTo>
                    <a:pt x="19109" y="80258"/>
                  </a:lnTo>
                  <a:lnTo>
                    <a:pt x="18154" y="79303"/>
                  </a:lnTo>
                  <a:lnTo>
                    <a:pt x="18154" y="78348"/>
                  </a:lnTo>
                  <a:lnTo>
                    <a:pt x="18632" y="77870"/>
                  </a:lnTo>
                  <a:lnTo>
                    <a:pt x="19587" y="76914"/>
                  </a:lnTo>
                  <a:lnTo>
                    <a:pt x="20543" y="75004"/>
                  </a:lnTo>
                  <a:lnTo>
                    <a:pt x="21498" y="71659"/>
                  </a:lnTo>
                  <a:lnTo>
                    <a:pt x="22931" y="68315"/>
                  </a:lnTo>
                  <a:lnTo>
                    <a:pt x="22931" y="65927"/>
                  </a:lnTo>
                  <a:lnTo>
                    <a:pt x="21976" y="63538"/>
                  </a:lnTo>
                  <a:lnTo>
                    <a:pt x="21498" y="61627"/>
                  </a:lnTo>
                  <a:lnTo>
                    <a:pt x="21498" y="58283"/>
                  </a:lnTo>
                  <a:lnTo>
                    <a:pt x="21498" y="57328"/>
                  </a:lnTo>
                  <a:lnTo>
                    <a:pt x="20543" y="56850"/>
                  </a:lnTo>
                  <a:lnTo>
                    <a:pt x="16721" y="55894"/>
                  </a:lnTo>
                  <a:lnTo>
                    <a:pt x="15288" y="56372"/>
                  </a:lnTo>
                  <a:lnTo>
                    <a:pt x="14810" y="56372"/>
                  </a:lnTo>
                  <a:lnTo>
                    <a:pt x="13377" y="57328"/>
                  </a:lnTo>
                  <a:lnTo>
                    <a:pt x="12421" y="57805"/>
                  </a:lnTo>
                  <a:lnTo>
                    <a:pt x="10033" y="58283"/>
                  </a:lnTo>
                  <a:lnTo>
                    <a:pt x="7644" y="57328"/>
                  </a:lnTo>
                  <a:lnTo>
                    <a:pt x="5733" y="55417"/>
                  </a:lnTo>
                  <a:lnTo>
                    <a:pt x="5255" y="53506"/>
                  </a:lnTo>
                  <a:lnTo>
                    <a:pt x="6688" y="50639"/>
                  </a:lnTo>
                  <a:lnTo>
                    <a:pt x="7644" y="48728"/>
                  </a:lnTo>
                  <a:lnTo>
                    <a:pt x="8122" y="46817"/>
                  </a:lnTo>
                  <a:lnTo>
                    <a:pt x="8122" y="45862"/>
                  </a:lnTo>
                  <a:lnTo>
                    <a:pt x="7644" y="45384"/>
                  </a:lnTo>
                  <a:lnTo>
                    <a:pt x="7166" y="44907"/>
                  </a:lnTo>
                  <a:lnTo>
                    <a:pt x="6211" y="43951"/>
                  </a:lnTo>
                  <a:lnTo>
                    <a:pt x="4777" y="42040"/>
                  </a:lnTo>
                  <a:lnTo>
                    <a:pt x="3822" y="41085"/>
                  </a:lnTo>
                  <a:lnTo>
                    <a:pt x="2867" y="41563"/>
                  </a:lnTo>
                  <a:lnTo>
                    <a:pt x="1911" y="42040"/>
                  </a:lnTo>
                  <a:lnTo>
                    <a:pt x="956" y="43473"/>
                  </a:lnTo>
                  <a:lnTo>
                    <a:pt x="478" y="43951"/>
                  </a:lnTo>
                  <a:lnTo>
                    <a:pt x="0" y="43473"/>
                  </a:lnTo>
                  <a:lnTo>
                    <a:pt x="0" y="42518"/>
                  </a:lnTo>
                  <a:lnTo>
                    <a:pt x="0" y="41563"/>
                  </a:lnTo>
                  <a:lnTo>
                    <a:pt x="956" y="37263"/>
                  </a:lnTo>
                  <a:lnTo>
                    <a:pt x="2389" y="34397"/>
                  </a:lnTo>
                  <a:lnTo>
                    <a:pt x="3822" y="33441"/>
                  </a:lnTo>
                  <a:lnTo>
                    <a:pt x="5733" y="32963"/>
                  </a:lnTo>
                  <a:lnTo>
                    <a:pt x="7166" y="32963"/>
                  </a:lnTo>
                  <a:lnTo>
                    <a:pt x="8599" y="32486"/>
                  </a:lnTo>
                  <a:lnTo>
                    <a:pt x="10033" y="32008"/>
                  </a:lnTo>
                  <a:lnTo>
                    <a:pt x="10033" y="32008"/>
                  </a:lnTo>
                  <a:lnTo>
                    <a:pt x="10033" y="31530"/>
                  </a:lnTo>
                  <a:lnTo>
                    <a:pt x="8599" y="31530"/>
                  </a:lnTo>
                  <a:lnTo>
                    <a:pt x="7644" y="31052"/>
                  </a:lnTo>
                  <a:lnTo>
                    <a:pt x="8122" y="29619"/>
                  </a:lnTo>
                  <a:lnTo>
                    <a:pt x="8599" y="28664"/>
                  </a:lnTo>
                  <a:lnTo>
                    <a:pt x="9555" y="28186"/>
                  </a:lnTo>
                  <a:lnTo>
                    <a:pt x="10510" y="26753"/>
                  </a:lnTo>
                  <a:lnTo>
                    <a:pt x="11466" y="24364"/>
                  </a:lnTo>
                  <a:lnTo>
                    <a:pt x="12421" y="23409"/>
                  </a:lnTo>
                  <a:lnTo>
                    <a:pt x="13854" y="23409"/>
                  </a:lnTo>
                  <a:lnTo>
                    <a:pt x="15765" y="22453"/>
                  </a:lnTo>
                  <a:lnTo>
                    <a:pt x="19109" y="20065"/>
                  </a:lnTo>
                  <a:lnTo>
                    <a:pt x="20065" y="18154"/>
                  </a:lnTo>
                  <a:lnTo>
                    <a:pt x="21498" y="19109"/>
                  </a:lnTo>
                  <a:lnTo>
                    <a:pt x="21020" y="21498"/>
                  </a:lnTo>
                  <a:lnTo>
                    <a:pt x="21498" y="21975"/>
                  </a:lnTo>
                  <a:lnTo>
                    <a:pt x="21498" y="22453"/>
                  </a:lnTo>
                  <a:lnTo>
                    <a:pt x="21498" y="23886"/>
                  </a:lnTo>
                  <a:lnTo>
                    <a:pt x="21976" y="24842"/>
                  </a:lnTo>
                  <a:lnTo>
                    <a:pt x="22454" y="25320"/>
                  </a:lnTo>
                  <a:lnTo>
                    <a:pt x="22454" y="25320"/>
                  </a:lnTo>
                  <a:lnTo>
                    <a:pt x="22931" y="25798"/>
                  </a:lnTo>
                  <a:lnTo>
                    <a:pt x="26275" y="24842"/>
                  </a:lnTo>
                  <a:lnTo>
                    <a:pt x="28186" y="24842"/>
                  </a:lnTo>
                  <a:lnTo>
                    <a:pt x="29142" y="25320"/>
                  </a:lnTo>
                  <a:lnTo>
                    <a:pt x="29620" y="25798"/>
                  </a:lnTo>
                  <a:lnTo>
                    <a:pt x="29620" y="25798"/>
                  </a:lnTo>
                  <a:lnTo>
                    <a:pt x="30575" y="25798"/>
                  </a:lnTo>
                  <a:lnTo>
                    <a:pt x="31531" y="26275"/>
                  </a:lnTo>
                  <a:lnTo>
                    <a:pt x="32008" y="26275"/>
                  </a:lnTo>
                  <a:lnTo>
                    <a:pt x="32963" y="25320"/>
                  </a:lnTo>
                  <a:lnTo>
                    <a:pt x="33441" y="25320"/>
                  </a:lnTo>
                  <a:lnTo>
                    <a:pt x="33441" y="24842"/>
                  </a:lnTo>
                  <a:lnTo>
                    <a:pt x="32486" y="23886"/>
                  </a:lnTo>
                  <a:lnTo>
                    <a:pt x="31531" y="23409"/>
                  </a:lnTo>
                  <a:lnTo>
                    <a:pt x="31531" y="21498"/>
                  </a:lnTo>
                  <a:lnTo>
                    <a:pt x="32008" y="19109"/>
                  </a:lnTo>
                  <a:lnTo>
                    <a:pt x="32008" y="17676"/>
                  </a:lnTo>
                  <a:lnTo>
                    <a:pt x="32008" y="14332"/>
                  </a:lnTo>
                  <a:lnTo>
                    <a:pt x="32008" y="13376"/>
                  </a:lnTo>
                  <a:lnTo>
                    <a:pt x="31052" y="11943"/>
                  </a:lnTo>
                  <a:lnTo>
                    <a:pt x="29142" y="10032"/>
                  </a:lnTo>
                  <a:lnTo>
                    <a:pt x="29142" y="9555"/>
                  </a:lnTo>
                  <a:lnTo>
                    <a:pt x="28664" y="8599"/>
                  </a:lnTo>
                  <a:lnTo>
                    <a:pt x="28664" y="7644"/>
                  </a:lnTo>
                  <a:lnTo>
                    <a:pt x="28664" y="6688"/>
                  </a:lnTo>
                  <a:lnTo>
                    <a:pt x="28186" y="5733"/>
                  </a:lnTo>
                  <a:lnTo>
                    <a:pt x="27709" y="4777"/>
                  </a:lnTo>
                  <a:lnTo>
                    <a:pt x="28664" y="4300"/>
                  </a:lnTo>
                  <a:lnTo>
                    <a:pt x="29620" y="3344"/>
                  </a:lnTo>
                  <a:lnTo>
                    <a:pt x="30097" y="1911"/>
                  </a:lnTo>
                  <a:lnTo>
                    <a:pt x="30575" y="956"/>
                  </a:lnTo>
                  <a:lnTo>
                    <a:pt x="31531" y="478"/>
                  </a:lnTo>
                  <a:lnTo>
                    <a:pt x="32008" y="0"/>
                  </a:lnTo>
                  <a:lnTo>
                    <a:pt x="32486" y="478"/>
                  </a:lnTo>
                  <a:lnTo>
                    <a:pt x="33919" y="2389"/>
                  </a:lnTo>
                  <a:lnTo>
                    <a:pt x="36308" y="1433"/>
                  </a:lnTo>
                  <a:lnTo>
                    <a:pt x="37741" y="1433"/>
                  </a:lnTo>
                  <a:lnTo>
                    <a:pt x="39174" y="1911"/>
                  </a:lnTo>
                  <a:lnTo>
                    <a:pt x="39652" y="2389"/>
                  </a:lnTo>
                  <a:lnTo>
                    <a:pt x="40607" y="4300"/>
                  </a:lnTo>
                  <a:lnTo>
                    <a:pt x="40607" y="4300"/>
                  </a:lnTo>
                  <a:lnTo>
                    <a:pt x="42996" y="6210"/>
                  </a:lnTo>
                  <a:lnTo>
                    <a:pt x="45862" y="9555"/>
                  </a:lnTo>
                  <a:lnTo>
                    <a:pt x="46818" y="10510"/>
                  </a:lnTo>
                  <a:lnTo>
                    <a:pt x="48729" y="11466"/>
                  </a:lnTo>
                  <a:lnTo>
                    <a:pt x="49206" y="12899"/>
                  </a:lnTo>
                  <a:lnTo>
                    <a:pt x="49684" y="14332"/>
                  </a:lnTo>
                  <a:lnTo>
                    <a:pt x="49684" y="15287"/>
                  </a:lnTo>
                  <a:lnTo>
                    <a:pt x="50162" y="16243"/>
                  </a:lnTo>
                  <a:lnTo>
                    <a:pt x="50162" y="16243"/>
                  </a:lnTo>
                  <a:lnTo>
                    <a:pt x="51117" y="16243"/>
                  </a:lnTo>
                  <a:lnTo>
                    <a:pt x="52073" y="16243"/>
                  </a:lnTo>
                  <a:lnTo>
                    <a:pt x="52550" y="15765"/>
                  </a:lnTo>
                  <a:lnTo>
                    <a:pt x="52550" y="14809"/>
                  </a:lnTo>
                  <a:lnTo>
                    <a:pt x="53028" y="13854"/>
                  </a:lnTo>
                  <a:lnTo>
                    <a:pt x="53506" y="13376"/>
                  </a:lnTo>
                  <a:lnTo>
                    <a:pt x="53984" y="14809"/>
                  </a:lnTo>
                  <a:lnTo>
                    <a:pt x="54461" y="15287"/>
                  </a:lnTo>
                  <a:lnTo>
                    <a:pt x="55417" y="15287"/>
                  </a:lnTo>
                  <a:lnTo>
                    <a:pt x="55895" y="16243"/>
                  </a:lnTo>
                  <a:lnTo>
                    <a:pt x="56372" y="17198"/>
                  </a:lnTo>
                  <a:lnTo>
                    <a:pt x="55895" y="18154"/>
                  </a:lnTo>
                  <a:lnTo>
                    <a:pt x="55417" y="19587"/>
                  </a:lnTo>
                  <a:lnTo>
                    <a:pt x="54939" y="20542"/>
                  </a:lnTo>
                  <a:lnTo>
                    <a:pt x="54461" y="22931"/>
                  </a:lnTo>
                  <a:lnTo>
                    <a:pt x="54461" y="22931"/>
                  </a:lnTo>
                  <a:lnTo>
                    <a:pt x="53984" y="24364"/>
                  </a:lnTo>
                  <a:lnTo>
                    <a:pt x="54939" y="25320"/>
                  </a:lnTo>
                  <a:lnTo>
                    <a:pt x="59239" y="31530"/>
                  </a:lnTo>
                  <a:lnTo>
                    <a:pt x="61150" y="32486"/>
                  </a:lnTo>
                  <a:lnTo>
                    <a:pt x="66405" y="33441"/>
                  </a:lnTo>
                  <a:lnTo>
                    <a:pt x="67838" y="34397"/>
                  </a:lnTo>
                  <a:lnTo>
                    <a:pt x="69749" y="35352"/>
                  </a:lnTo>
                  <a:lnTo>
                    <a:pt x="71182" y="34874"/>
                  </a:lnTo>
                  <a:lnTo>
                    <a:pt x="71182" y="34874"/>
                  </a:lnTo>
                  <a:lnTo>
                    <a:pt x="72615" y="32963"/>
                  </a:lnTo>
                  <a:lnTo>
                    <a:pt x="74526" y="32008"/>
                  </a:lnTo>
                  <a:lnTo>
                    <a:pt x="77870" y="30575"/>
                  </a:lnTo>
                  <a:lnTo>
                    <a:pt x="78825" y="30575"/>
                  </a:lnTo>
                  <a:lnTo>
                    <a:pt x="80736" y="31052"/>
                  </a:lnTo>
                  <a:lnTo>
                    <a:pt x="83603" y="32963"/>
                  </a:lnTo>
                  <a:lnTo>
                    <a:pt x="85991" y="34397"/>
                  </a:lnTo>
                  <a:lnTo>
                    <a:pt x="87425" y="35352"/>
                  </a:lnTo>
                  <a:lnTo>
                    <a:pt x="87902" y="35830"/>
                  </a:lnTo>
                  <a:lnTo>
                    <a:pt x="88380" y="36307"/>
                  </a:lnTo>
                  <a:lnTo>
                    <a:pt x="88380" y="36785"/>
                  </a:lnTo>
                  <a:lnTo>
                    <a:pt x="87425" y="37741"/>
                  </a:lnTo>
                  <a:lnTo>
                    <a:pt x="86469" y="38218"/>
                  </a:lnTo>
                  <a:lnTo>
                    <a:pt x="85036" y="39174"/>
                  </a:lnTo>
                  <a:lnTo>
                    <a:pt x="85036" y="39174"/>
                  </a:lnTo>
                  <a:lnTo>
                    <a:pt x="84081" y="40129"/>
                  </a:lnTo>
                  <a:lnTo>
                    <a:pt x="84081" y="40129"/>
                  </a:lnTo>
                  <a:lnTo>
                    <a:pt x="84558" y="40607"/>
                  </a:lnTo>
                  <a:lnTo>
                    <a:pt x="86947" y="40607"/>
                  </a:lnTo>
                  <a:lnTo>
                    <a:pt x="89336" y="41563"/>
                  </a:lnTo>
                  <a:lnTo>
                    <a:pt x="89813" y="42518"/>
                  </a:lnTo>
                  <a:lnTo>
                    <a:pt x="89813" y="42996"/>
                  </a:lnTo>
                  <a:lnTo>
                    <a:pt x="90291" y="44429"/>
                  </a:lnTo>
                  <a:lnTo>
                    <a:pt x="90291" y="44429"/>
                  </a:lnTo>
                  <a:lnTo>
                    <a:pt x="90769" y="44429"/>
                  </a:lnTo>
                  <a:lnTo>
                    <a:pt x="93157" y="44429"/>
                  </a:lnTo>
                  <a:lnTo>
                    <a:pt x="93635" y="44907"/>
                  </a:lnTo>
                  <a:lnTo>
                    <a:pt x="94591" y="45384"/>
                  </a:lnTo>
                  <a:lnTo>
                    <a:pt x="95068" y="46817"/>
                  </a:lnTo>
                  <a:lnTo>
                    <a:pt x="95068" y="48251"/>
                  </a:lnTo>
                  <a:lnTo>
                    <a:pt x="93635" y="49684"/>
                  </a:lnTo>
                  <a:lnTo>
                    <a:pt x="93157" y="50639"/>
                  </a:lnTo>
                  <a:lnTo>
                    <a:pt x="92680" y="51595"/>
                  </a:lnTo>
                  <a:lnTo>
                    <a:pt x="91724" y="53506"/>
                  </a:lnTo>
                  <a:lnTo>
                    <a:pt x="90291" y="54461"/>
                  </a:lnTo>
                  <a:lnTo>
                    <a:pt x="88380" y="55894"/>
                  </a:lnTo>
                  <a:lnTo>
                    <a:pt x="87902" y="55894"/>
                  </a:lnTo>
                  <a:lnTo>
                    <a:pt x="87902" y="55894"/>
                  </a:lnTo>
                  <a:lnTo>
                    <a:pt x="82170" y="54461"/>
                  </a:lnTo>
                  <a:lnTo>
                    <a:pt x="79304" y="54939"/>
                  </a:lnTo>
                  <a:lnTo>
                    <a:pt x="78348" y="54939"/>
                  </a:lnTo>
                  <a:lnTo>
                    <a:pt x="77393" y="54939"/>
                  </a:lnTo>
                  <a:lnTo>
                    <a:pt x="76915" y="55417"/>
                  </a:lnTo>
                  <a:lnTo>
                    <a:pt x="77870" y="56850"/>
                  </a:lnTo>
                  <a:lnTo>
                    <a:pt x="77870" y="58761"/>
                  </a:lnTo>
                  <a:lnTo>
                    <a:pt x="77393" y="59716"/>
                  </a:lnTo>
                  <a:lnTo>
                    <a:pt x="75481" y="60672"/>
                  </a:lnTo>
                  <a:lnTo>
                    <a:pt x="75004" y="61149"/>
                  </a:lnTo>
                  <a:lnTo>
                    <a:pt x="75004" y="61149"/>
                  </a:lnTo>
                  <a:lnTo>
                    <a:pt x="75004" y="61149"/>
                  </a:lnTo>
                  <a:lnTo>
                    <a:pt x="74526" y="62105"/>
                  </a:lnTo>
                  <a:lnTo>
                    <a:pt x="75481" y="62582"/>
                  </a:lnTo>
                  <a:lnTo>
                    <a:pt x="76915" y="63538"/>
                  </a:lnTo>
                  <a:lnTo>
                    <a:pt x="78825" y="64016"/>
                  </a:lnTo>
                  <a:lnTo>
                    <a:pt x="85514" y="68315"/>
                  </a:lnTo>
                  <a:lnTo>
                    <a:pt x="86947" y="69271"/>
                  </a:lnTo>
                  <a:lnTo>
                    <a:pt x="88858" y="70704"/>
                  </a:lnTo>
                  <a:lnTo>
                    <a:pt x="91247" y="71659"/>
                  </a:lnTo>
                  <a:lnTo>
                    <a:pt x="96502" y="73093"/>
                  </a:lnTo>
                  <a:lnTo>
                    <a:pt x="98890" y="74048"/>
                  </a:lnTo>
                  <a:lnTo>
                    <a:pt x="99846" y="74526"/>
                  </a:lnTo>
                  <a:lnTo>
                    <a:pt x="99368" y="75004"/>
                  </a:lnTo>
                  <a:lnTo>
                    <a:pt x="98890" y="75959"/>
                  </a:lnTo>
                  <a:lnTo>
                    <a:pt x="98413" y="77392"/>
                  </a:lnTo>
                  <a:lnTo>
                    <a:pt x="98413" y="78348"/>
                  </a:lnTo>
                  <a:lnTo>
                    <a:pt x="98890" y="79303"/>
                  </a:lnTo>
                  <a:lnTo>
                    <a:pt x="99846" y="80258"/>
                  </a:lnTo>
                  <a:lnTo>
                    <a:pt x="99846" y="80258"/>
                  </a:lnTo>
                  <a:lnTo>
                    <a:pt x="102234" y="82170"/>
                  </a:lnTo>
                  <a:lnTo>
                    <a:pt x="103190" y="83125"/>
                  </a:lnTo>
                  <a:lnTo>
                    <a:pt x="104623" y="83603"/>
                  </a:lnTo>
                  <a:lnTo>
                    <a:pt x="105579" y="84080"/>
                  </a:lnTo>
                  <a:lnTo>
                    <a:pt x="107012" y="85514"/>
                  </a:lnTo>
                  <a:lnTo>
                    <a:pt x="108445" y="86947"/>
                  </a:lnTo>
                  <a:lnTo>
                    <a:pt x="108445" y="88380"/>
                  </a:lnTo>
                  <a:lnTo>
                    <a:pt x="108923" y="89813"/>
                  </a:lnTo>
                  <a:lnTo>
                    <a:pt x="110356" y="91724"/>
                  </a:lnTo>
                  <a:lnTo>
                    <a:pt x="112266" y="93635"/>
                  </a:lnTo>
                  <a:lnTo>
                    <a:pt x="114655" y="96024"/>
                  </a:lnTo>
                  <a:lnTo>
                    <a:pt x="116088" y="97457"/>
                  </a:lnTo>
                  <a:lnTo>
                    <a:pt x="116088" y="97457"/>
                  </a:lnTo>
                  <a:lnTo>
                    <a:pt x="116566" y="97935"/>
                  </a:lnTo>
                  <a:lnTo>
                    <a:pt x="121821" y="101756"/>
                  </a:lnTo>
                  <a:lnTo>
                    <a:pt x="123254" y="103189"/>
                  </a:lnTo>
                  <a:lnTo>
                    <a:pt x="125165" y="105578"/>
                  </a:lnTo>
                  <a:lnTo>
                    <a:pt x="125643" y="106056"/>
                  </a:lnTo>
                  <a:lnTo>
                    <a:pt x="126598" y="106534"/>
                  </a:lnTo>
                  <a:lnTo>
                    <a:pt x="127076" y="107967"/>
                  </a:lnTo>
                  <a:lnTo>
                    <a:pt x="127076" y="109400"/>
                  </a:lnTo>
                  <a:lnTo>
                    <a:pt x="127554" y="112266"/>
                  </a:lnTo>
                  <a:lnTo>
                    <a:pt x="128509" y="113222"/>
                  </a:lnTo>
                  <a:lnTo>
                    <a:pt x="128987" y="114655"/>
                  </a:lnTo>
                  <a:lnTo>
                    <a:pt x="129465" y="115611"/>
                  </a:lnTo>
                  <a:lnTo>
                    <a:pt x="130420" y="116088"/>
                  </a:lnTo>
                  <a:lnTo>
                    <a:pt x="131376" y="116088"/>
                  </a:lnTo>
                  <a:lnTo>
                    <a:pt x="132331" y="115611"/>
                  </a:lnTo>
                  <a:lnTo>
                    <a:pt x="132809" y="114655"/>
                  </a:lnTo>
                  <a:lnTo>
                    <a:pt x="133287" y="115133"/>
                  </a:lnTo>
                  <a:lnTo>
                    <a:pt x="134242" y="117044"/>
                  </a:lnTo>
                  <a:lnTo>
                    <a:pt x="135198" y="117999"/>
                  </a:lnTo>
                  <a:lnTo>
                    <a:pt x="136153" y="118955"/>
                  </a:lnTo>
                  <a:lnTo>
                    <a:pt x="137586" y="119432"/>
                  </a:lnTo>
                  <a:lnTo>
                    <a:pt x="140453" y="122299"/>
                  </a:lnTo>
                  <a:lnTo>
                    <a:pt x="142364" y="123254"/>
                  </a:lnTo>
                  <a:lnTo>
                    <a:pt x="143319" y="123254"/>
                  </a:lnTo>
                  <a:lnTo>
                    <a:pt x="144275" y="123732"/>
                  </a:lnTo>
                  <a:lnTo>
                    <a:pt x="144275" y="124687"/>
                  </a:lnTo>
                  <a:lnTo>
                    <a:pt x="144275" y="125643"/>
                  </a:lnTo>
                  <a:lnTo>
                    <a:pt x="143319" y="126121"/>
                  </a:lnTo>
                  <a:lnTo>
                    <a:pt x="139975" y="127554"/>
                  </a:lnTo>
                  <a:lnTo>
                    <a:pt x="139497" y="128509"/>
                  </a:lnTo>
                  <a:lnTo>
                    <a:pt x="139975" y="129465"/>
                  </a:lnTo>
                  <a:lnTo>
                    <a:pt x="140930" y="130898"/>
                  </a:lnTo>
                  <a:lnTo>
                    <a:pt x="141886" y="131853"/>
                  </a:lnTo>
                  <a:lnTo>
                    <a:pt x="143319" y="132809"/>
                  </a:lnTo>
                  <a:lnTo>
                    <a:pt x="145230" y="134720"/>
                  </a:lnTo>
                  <a:lnTo>
                    <a:pt x="147619" y="136153"/>
                  </a:lnTo>
                  <a:lnTo>
                    <a:pt x="148574" y="137586"/>
                  </a:lnTo>
                  <a:lnTo>
                    <a:pt x="149052" y="138542"/>
                  </a:lnTo>
                  <a:lnTo>
                    <a:pt x="149052" y="139975"/>
                  </a:lnTo>
                  <a:lnTo>
                    <a:pt x="148096" y="141408"/>
                  </a:lnTo>
                  <a:lnTo>
                    <a:pt x="147141" y="142363"/>
                  </a:lnTo>
                  <a:lnTo>
                    <a:pt x="146186" y="142841"/>
                  </a:lnTo>
                  <a:lnTo>
                    <a:pt x="145707" y="143796"/>
                  </a:lnTo>
                  <a:lnTo>
                    <a:pt x="146186" y="145230"/>
                  </a:lnTo>
                  <a:lnTo>
                    <a:pt x="146663" y="145707"/>
                  </a:lnTo>
                  <a:lnTo>
                    <a:pt x="146663" y="146663"/>
                  </a:lnTo>
                  <a:lnTo>
                    <a:pt x="146663" y="149052"/>
                  </a:lnTo>
                  <a:lnTo>
                    <a:pt x="145707" y="149529"/>
                  </a:lnTo>
                  <a:lnTo>
                    <a:pt x="144752" y="151440"/>
                  </a:lnTo>
                  <a:lnTo>
                    <a:pt x="143797" y="151918"/>
                  </a:lnTo>
                  <a:lnTo>
                    <a:pt x="142364" y="150962"/>
                  </a:lnTo>
                  <a:lnTo>
                    <a:pt x="141408" y="151440"/>
                  </a:lnTo>
                  <a:lnTo>
                    <a:pt x="140453" y="152873"/>
                  </a:lnTo>
                  <a:lnTo>
                    <a:pt x="138542" y="154307"/>
                  </a:lnTo>
                  <a:lnTo>
                    <a:pt x="137586" y="154307"/>
                  </a:lnTo>
                  <a:lnTo>
                    <a:pt x="137109" y="154307"/>
                  </a:lnTo>
                  <a:lnTo>
                    <a:pt x="136153" y="154784"/>
                  </a:lnTo>
                  <a:lnTo>
                    <a:pt x="136153" y="154784"/>
                  </a:lnTo>
                  <a:lnTo>
                    <a:pt x="135198" y="156218"/>
                  </a:lnTo>
                  <a:lnTo>
                    <a:pt x="134720" y="155740"/>
                  </a:lnTo>
                  <a:lnTo>
                    <a:pt x="132809" y="156218"/>
                  </a:lnTo>
                  <a:lnTo>
                    <a:pt x="131854" y="155740"/>
                  </a:lnTo>
                  <a:lnTo>
                    <a:pt x="131376" y="154784"/>
                  </a:lnTo>
                  <a:lnTo>
                    <a:pt x="129465" y="153829"/>
                  </a:lnTo>
                  <a:lnTo>
                    <a:pt x="128509" y="153351"/>
                  </a:lnTo>
                  <a:lnTo>
                    <a:pt x="127554" y="152873"/>
                  </a:lnTo>
                  <a:lnTo>
                    <a:pt x="127076" y="151918"/>
                  </a:lnTo>
                  <a:lnTo>
                    <a:pt x="126598" y="151440"/>
                  </a:lnTo>
                  <a:lnTo>
                    <a:pt x="125165" y="152396"/>
                  </a:lnTo>
                  <a:lnTo>
                    <a:pt x="123732" y="153829"/>
                  </a:lnTo>
                  <a:lnTo>
                    <a:pt x="121821" y="153351"/>
                  </a:lnTo>
                  <a:lnTo>
                    <a:pt x="120866" y="153351"/>
                  </a:lnTo>
                  <a:lnTo>
                    <a:pt x="120866" y="153351"/>
                  </a:lnTo>
                  <a:lnTo>
                    <a:pt x="120388" y="154784"/>
                  </a:lnTo>
                  <a:lnTo>
                    <a:pt x="119911" y="155262"/>
                  </a:lnTo>
                  <a:lnTo>
                    <a:pt x="116566" y="155262"/>
                  </a:lnTo>
                  <a:lnTo>
                    <a:pt x="116088" y="155740"/>
                  </a:lnTo>
                  <a:lnTo>
                    <a:pt x="116566" y="157173"/>
                  </a:lnTo>
                  <a:lnTo>
                    <a:pt x="118477" y="159562"/>
                  </a:lnTo>
                  <a:lnTo>
                    <a:pt x="118955" y="160995"/>
                  </a:lnTo>
                  <a:lnTo>
                    <a:pt x="118000" y="163384"/>
                  </a:lnTo>
                  <a:lnTo>
                    <a:pt x="114655" y="163384"/>
                  </a:lnTo>
                  <a:lnTo>
                    <a:pt x="113222" y="162428"/>
                  </a:lnTo>
                  <a:lnTo>
                    <a:pt x="111789" y="160995"/>
                  </a:lnTo>
                  <a:lnTo>
                    <a:pt x="111311" y="160517"/>
                  </a:lnTo>
                  <a:lnTo>
                    <a:pt x="107012" y="159084"/>
                  </a:lnTo>
                  <a:lnTo>
                    <a:pt x="104623" y="160039"/>
                  </a:lnTo>
                  <a:lnTo>
                    <a:pt x="103668" y="160039"/>
                  </a:lnTo>
                  <a:lnTo>
                    <a:pt x="102234" y="159084"/>
                  </a:lnTo>
                  <a:lnTo>
                    <a:pt x="101757" y="158606"/>
                  </a:lnTo>
                  <a:lnTo>
                    <a:pt x="101279" y="157651"/>
                  </a:lnTo>
                  <a:lnTo>
                    <a:pt x="100801" y="157173"/>
                  </a:lnTo>
                  <a:lnTo>
                    <a:pt x="100323" y="156218"/>
                  </a:lnTo>
                  <a:lnTo>
                    <a:pt x="100323" y="156218"/>
                  </a:lnTo>
                  <a:lnTo>
                    <a:pt x="100323" y="155740"/>
                  </a:lnTo>
                  <a:lnTo>
                    <a:pt x="100323" y="155740"/>
                  </a:lnTo>
                  <a:lnTo>
                    <a:pt x="101757" y="155262"/>
                  </a:lnTo>
                  <a:lnTo>
                    <a:pt x="103668" y="154307"/>
                  </a:lnTo>
                  <a:lnTo>
                    <a:pt x="105100" y="153351"/>
                  </a:lnTo>
                  <a:lnTo>
                    <a:pt x="106056" y="152396"/>
                  </a:lnTo>
                  <a:lnTo>
                    <a:pt x="106056" y="152396"/>
                  </a:lnTo>
                  <a:lnTo>
                    <a:pt x="106056" y="151918"/>
                  </a:lnTo>
                  <a:lnTo>
                    <a:pt x="106534" y="150962"/>
                  </a:lnTo>
                  <a:lnTo>
                    <a:pt x="106534" y="149529"/>
                  </a:lnTo>
                  <a:lnTo>
                    <a:pt x="107012" y="146185"/>
                  </a:lnTo>
                  <a:lnTo>
                    <a:pt x="107489" y="145230"/>
                  </a:lnTo>
                  <a:lnTo>
                    <a:pt x="107489" y="144752"/>
                  </a:lnTo>
                  <a:lnTo>
                    <a:pt x="107489" y="142841"/>
                  </a:lnTo>
                  <a:lnTo>
                    <a:pt x="106534" y="140930"/>
                  </a:lnTo>
                  <a:lnTo>
                    <a:pt x="106534" y="138542"/>
                  </a:lnTo>
                  <a:lnTo>
                    <a:pt x="106534" y="138064"/>
                  </a:lnTo>
                  <a:lnTo>
                    <a:pt x="106534" y="137586"/>
                  </a:lnTo>
                  <a:lnTo>
                    <a:pt x="107012" y="136631"/>
                  </a:lnTo>
                  <a:lnTo>
                    <a:pt x="107967" y="135675"/>
                  </a:lnTo>
                  <a:lnTo>
                    <a:pt x="108923" y="134242"/>
                  </a:lnTo>
                  <a:lnTo>
                    <a:pt x="109400" y="132331"/>
                  </a:lnTo>
                  <a:lnTo>
                    <a:pt x="109400" y="130898"/>
                  </a:lnTo>
                  <a:lnTo>
                    <a:pt x="108923" y="130420"/>
                  </a:lnTo>
                  <a:lnTo>
                    <a:pt x="107967" y="129465"/>
                  </a:lnTo>
                  <a:lnTo>
                    <a:pt x="106056" y="128987"/>
                  </a:lnTo>
                  <a:lnTo>
                    <a:pt x="104623" y="128031"/>
                  </a:lnTo>
                  <a:lnTo>
                    <a:pt x="104145" y="126598"/>
                  </a:lnTo>
                  <a:lnTo>
                    <a:pt x="104145" y="125643"/>
                  </a:lnTo>
                  <a:lnTo>
                    <a:pt x="104623" y="124687"/>
                  </a:lnTo>
                  <a:lnTo>
                    <a:pt x="104623" y="124687"/>
                  </a:lnTo>
                  <a:lnTo>
                    <a:pt x="103190" y="123732"/>
                  </a:lnTo>
                  <a:lnTo>
                    <a:pt x="99846" y="122777"/>
                  </a:lnTo>
                  <a:lnTo>
                    <a:pt x="97457" y="121821"/>
                  </a:lnTo>
                  <a:lnTo>
                    <a:pt x="96979" y="120388"/>
                  </a:lnTo>
                  <a:lnTo>
                    <a:pt x="95546" y="118477"/>
                  </a:lnTo>
                  <a:lnTo>
                    <a:pt x="93157" y="116088"/>
                  </a:lnTo>
                  <a:lnTo>
                    <a:pt x="91724" y="112266"/>
                  </a:lnTo>
                  <a:lnTo>
                    <a:pt x="91724" y="112266"/>
                  </a:lnTo>
                  <a:lnTo>
                    <a:pt x="91724" y="107967"/>
                  </a:lnTo>
                  <a:lnTo>
                    <a:pt x="91724" y="104623"/>
                  </a:lnTo>
                  <a:lnTo>
                    <a:pt x="91724" y="104145"/>
                  </a:lnTo>
                  <a:lnTo>
                    <a:pt x="93157" y="100323"/>
                  </a:lnTo>
                  <a:lnTo>
                    <a:pt x="91724" y="96979"/>
                  </a:lnTo>
                  <a:lnTo>
                    <a:pt x="89813" y="95546"/>
                  </a:lnTo>
                  <a:lnTo>
                    <a:pt x="87425" y="94113"/>
                  </a:lnTo>
                  <a:lnTo>
                    <a:pt x="85514" y="92680"/>
                  </a:lnTo>
                  <a:lnTo>
                    <a:pt x="83125" y="90291"/>
                  </a:lnTo>
                  <a:lnTo>
                    <a:pt x="83125" y="90291"/>
                  </a:lnTo>
                  <a:lnTo>
                    <a:pt x="80736" y="86947"/>
                  </a:lnTo>
                  <a:lnTo>
                    <a:pt x="77870" y="82647"/>
                  </a:lnTo>
                  <a:lnTo>
                    <a:pt x="77870" y="82647"/>
                  </a:lnTo>
                  <a:lnTo>
                    <a:pt x="75959" y="80736"/>
                  </a:lnTo>
                  <a:lnTo>
                    <a:pt x="75004" y="81214"/>
                  </a:lnTo>
                  <a:lnTo>
                    <a:pt x="72615" y="80736"/>
                  </a:lnTo>
                  <a:lnTo>
                    <a:pt x="69749" y="79781"/>
                  </a:lnTo>
                  <a:lnTo>
                    <a:pt x="66882" y="78825"/>
                  </a:lnTo>
                  <a:lnTo>
                    <a:pt x="64493" y="78825"/>
                  </a:lnTo>
                  <a:lnTo>
                    <a:pt x="62583" y="79303"/>
                  </a:lnTo>
                  <a:lnTo>
                    <a:pt x="62105" y="79781"/>
                  </a:lnTo>
                  <a:lnTo>
                    <a:pt x="62105" y="80258"/>
                  </a:lnTo>
                  <a:lnTo>
                    <a:pt x="62583" y="81214"/>
                  </a:lnTo>
                  <a:lnTo>
                    <a:pt x="62105" y="81692"/>
                  </a:lnTo>
                  <a:lnTo>
                    <a:pt x="61150" y="82170"/>
                  </a:lnTo>
                  <a:lnTo>
                    <a:pt x="60194" y="82647"/>
                  </a:lnTo>
                  <a:lnTo>
                    <a:pt x="58761" y="8408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6" name="Freeform 715">
              <a:extLst>
                <a:ext uri="{FF2B5EF4-FFF2-40B4-BE49-F238E27FC236}">
                  <a16:creationId xmlns:a16="http://schemas.microsoft.com/office/drawing/2014/main" id="{0C093150-6780-F8C3-D928-F33742356299}"/>
                </a:ext>
              </a:extLst>
            </p:cNvPr>
            <p:cNvSpPr/>
            <p:nvPr/>
          </p:nvSpPr>
          <p:spPr>
            <a:xfrm>
              <a:off x="7912804" y="4465934"/>
              <a:ext cx="105100" cy="79302"/>
            </a:xfrm>
            <a:custGeom>
              <a:avLst/>
              <a:gdLst>
                <a:gd name="csX0" fmla="*/ 104622 w 105100"/>
                <a:gd name="csY0" fmla="*/ 21975 h 79302"/>
                <a:gd name="csX1" fmla="*/ 105100 w 105100"/>
                <a:gd name="csY1" fmla="*/ 23409 h 79302"/>
                <a:gd name="csX2" fmla="*/ 103667 w 105100"/>
                <a:gd name="csY2" fmla="*/ 27708 h 79302"/>
                <a:gd name="csX3" fmla="*/ 102234 w 105100"/>
                <a:gd name="csY3" fmla="*/ 31052 h 79302"/>
                <a:gd name="csX4" fmla="*/ 102234 w 105100"/>
                <a:gd name="csY4" fmla="*/ 32963 h 79302"/>
                <a:gd name="csX5" fmla="*/ 103189 w 105100"/>
                <a:gd name="csY5" fmla="*/ 34874 h 79302"/>
                <a:gd name="csX6" fmla="*/ 103667 w 105100"/>
                <a:gd name="csY6" fmla="*/ 37263 h 79302"/>
                <a:gd name="csX7" fmla="*/ 103667 w 105100"/>
                <a:gd name="csY7" fmla="*/ 40129 h 79302"/>
                <a:gd name="csX8" fmla="*/ 103667 w 105100"/>
                <a:gd name="csY8" fmla="*/ 42040 h 79302"/>
                <a:gd name="csX9" fmla="*/ 102712 w 105100"/>
                <a:gd name="csY9" fmla="*/ 43473 h 79302"/>
                <a:gd name="csX10" fmla="*/ 101756 w 105100"/>
                <a:gd name="csY10" fmla="*/ 44906 h 79302"/>
                <a:gd name="csX11" fmla="*/ 100801 w 105100"/>
                <a:gd name="csY11" fmla="*/ 45384 h 79302"/>
                <a:gd name="csX12" fmla="*/ 99367 w 105100"/>
                <a:gd name="csY12" fmla="*/ 44429 h 79302"/>
                <a:gd name="csX13" fmla="*/ 98412 w 105100"/>
                <a:gd name="csY13" fmla="*/ 44429 h 79302"/>
                <a:gd name="csX14" fmla="*/ 96979 w 105100"/>
                <a:gd name="csY14" fmla="*/ 44429 h 79302"/>
                <a:gd name="csX15" fmla="*/ 96024 w 105100"/>
                <a:gd name="csY15" fmla="*/ 44906 h 79302"/>
                <a:gd name="csX16" fmla="*/ 96024 w 105100"/>
                <a:gd name="csY16" fmla="*/ 44906 h 79302"/>
                <a:gd name="csX17" fmla="*/ 93635 w 105100"/>
                <a:gd name="csY17" fmla="*/ 46817 h 79302"/>
                <a:gd name="csX18" fmla="*/ 91724 w 105100"/>
                <a:gd name="csY18" fmla="*/ 48728 h 79302"/>
                <a:gd name="csX19" fmla="*/ 88380 w 105100"/>
                <a:gd name="csY19" fmla="*/ 49206 h 79302"/>
                <a:gd name="csX20" fmla="*/ 86947 w 105100"/>
                <a:gd name="csY20" fmla="*/ 50639 h 79302"/>
                <a:gd name="csX21" fmla="*/ 85513 w 105100"/>
                <a:gd name="csY21" fmla="*/ 50639 h 79302"/>
                <a:gd name="csX22" fmla="*/ 83124 w 105100"/>
                <a:gd name="csY22" fmla="*/ 50639 h 79302"/>
                <a:gd name="csX23" fmla="*/ 81214 w 105100"/>
                <a:gd name="csY23" fmla="*/ 51117 h 79302"/>
                <a:gd name="csX24" fmla="*/ 81214 w 105100"/>
                <a:gd name="csY24" fmla="*/ 51595 h 79302"/>
                <a:gd name="csX25" fmla="*/ 81214 w 105100"/>
                <a:gd name="csY25" fmla="*/ 54939 h 79302"/>
                <a:gd name="csX26" fmla="*/ 81214 w 105100"/>
                <a:gd name="csY26" fmla="*/ 55894 h 79302"/>
                <a:gd name="csX27" fmla="*/ 81214 w 105100"/>
                <a:gd name="csY27" fmla="*/ 55894 h 79302"/>
                <a:gd name="csX28" fmla="*/ 79781 w 105100"/>
                <a:gd name="csY28" fmla="*/ 55894 h 79302"/>
                <a:gd name="csX29" fmla="*/ 77870 w 105100"/>
                <a:gd name="csY29" fmla="*/ 55417 h 79302"/>
                <a:gd name="csX30" fmla="*/ 75003 w 105100"/>
                <a:gd name="csY30" fmla="*/ 54939 h 79302"/>
                <a:gd name="csX31" fmla="*/ 73092 w 105100"/>
                <a:gd name="csY31" fmla="*/ 54461 h 79302"/>
                <a:gd name="csX32" fmla="*/ 72137 w 105100"/>
                <a:gd name="csY32" fmla="*/ 55894 h 79302"/>
                <a:gd name="csX33" fmla="*/ 71659 w 105100"/>
                <a:gd name="csY33" fmla="*/ 56372 h 79302"/>
                <a:gd name="csX34" fmla="*/ 70704 w 105100"/>
                <a:gd name="csY34" fmla="*/ 56850 h 79302"/>
                <a:gd name="csX35" fmla="*/ 70226 w 105100"/>
                <a:gd name="csY35" fmla="*/ 56850 h 79302"/>
                <a:gd name="csX36" fmla="*/ 70226 w 105100"/>
                <a:gd name="csY36" fmla="*/ 56850 h 79302"/>
                <a:gd name="csX37" fmla="*/ 69748 w 105100"/>
                <a:gd name="csY37" fmla="*/ 57328 h 79302"/>
                <a:gd name="csX38" fmla="*/ 69748 w 105100"/>
                <a:gd name="csY38" fmla="*/ 58283 h 79302"/>
                <a:gd name="csX39" fmla="*/ 70226 w 105100"/>
                <a:gd name="csY39" fmla="*/ 59716 h 79302"/>
                <a:gd name="csX40" fmla="*/ 70226 w 105100"/>
                <a:gd name="csY40" fmla="*/ 61627 h 79302"/>
                <a:gd name="csX41" fmla="*/ 70226 w 105100"/>
                <a:gd name="csY41" fmla="*/ 63060 h 79302"/>
                <a:gd name="csX42" fmla="*/ 70704 w 105100"/>
                <a:gd name="csY42" fmla="*/ 64016 h 79302"/>
                <a:gd name="csX43" fmla="*/ 75003 w 105100"/>
                <a:gd name="csY43" fmla="*/ 67360 h 79302"/>
                <a:gd name="csX44" fmla="*/ 76437 w 105100"/>
                <a:gd name="csY44" fmla="*/ 67838 h 79302"/>
                <a:gd name="csX45" fmla="*/ 76437 w 105100"/>
                <a:gd name="csY45" fmla="*/ 68315 h 79302"/>
                <a:gd name="csX46" fmla="*/ 75481 w 105100"/>
                <a:gd name="csY46" fmla="*/ 70226 h 79302"/>
                <a:gd name="csX47" fmla="*/ 76437 w 105100"/>
                <a:gd name="csY47" fmla="*/ 72137 h 79302"/>
                <a:gd name="csX48" fmla="*/ 75003 w 105100"/>
                <a:gd name="csY48" fmla="*/ 72137 h 79302"/>
                <a:gd name="csX49" fmla="*/ 72615 w 105100"/>
                <a:gd name="csY49" fmla="*/ 71182 h 79302"/>
                <a:gd name="csX50" fmla="*/ 71659 w 105100"/>
                <a:gd name="csY50" fmla="*/ 70704 h 79302"/>
                <a:gd name="csX51" fmla="*/ 70704 w 105100"/>
                <a:gd name="csY51" fmla="*/ 71182 h 79302"/>
                <a:gd name="csX52" fmla="*/ 70226 w 105100"/>
                <a:gd name="csY52" fmla="*/ 71182 h 79302"/>
                <a:gd name="csX53" fmla="*/ 69271 w 105100"/>
                <a:gd name="csY53" fmla="*/ 70226 h 79302"/>
                <a:gd name="csX54" fmla="*/ 68793 w 105100"/>
                <a:gd name="csY54" fmla="*/ 69271 h 79302"/>
                <a:gd name="csX55" fmla="*/ 68315 w 105100"/>
                <a:gd name="csY55" fmla="*/ 68793 h 79302"/>
                <a:gd name="csX56" fmla="*/ 68315 w 105100"/>
                <a:gd name="csY56" fmla="*/ 68793 h 79302"/>
                <a:gd name="csX57" fmla="*/ 66882 w 105100"/>
                <a:gd name="csY57" fmla="*/ 68793 h 79302"/>
                <a:gd name="csX58" fmla="*/ 64493 w 105100"/>
                <a:gd name="csY58" fmla="*/ 69271 h 79302"/>
                <a:gd name="csX59" fmla="*/ 62105 w 105100"/>
                <a:gd name="csY59" fmla="*/ 69271 h 79302"/>
                <a:gd name="csX60" fmla="*/ 61149 w 105100"/>
                <a:gd name="csY60" fmla="*/ 69271 h 79302"/>
                <a:gd name="csX61" fmla="*/ 60671 w 105100"/>
                <a:gd name="csY61" fmla="*/ 69748 h 79302"/>
                <a:gd name="csX62" fmla="*/ 59238 w 105100"/>
                <a:gd name="csY62" fmla="*/ 71659 h 79302"/>
                <a:gd name="csX63" fmla="*/ 58760 w 105100"/>
                <a:gd name="csY63" fmla="*/ 71182 h 79302"/>
                <a:gd name="csX64" fmla="*/ 56372 w 105100"/>
                <a:gd name="csY64" fmla="*/ 70704 h 79302"/>
                <a:gd name="csX65" fmla="*/ 53983 w 105100"/>
                <a:gd name="csY65" fmla="*/ 70226 h 79302"/>
                <a:gd name="csX66" fmla="*/ 53505 w 105100"/>
                <a:gd name="csY66" fmla="*/ 70704 h 79302"/>
                <a:gd name="csX67" fmla="*/ 53983 w 105100"/>
                <a:gd name="csY67" fmla="*/ 72137 h 79302"/>
                <a:gd name="csX68" fmla="*/ 54461 w 105100"/>
                <a:gd name="csY68" fmla="*/ 73570 h 79302"/>
                <a:gd name="csX69" fmla="*/ 53983 w 105100"/>
                <a:gd name="csY69" fmla="*/ 74048 h 79302"/>
                <a:gd name="csX70" fmla="*/ 53028 w 105100"/>
                <a:gd name="csY70" fmla="*/ 75004 h 79302"/>
                <a:gd name="csX71" fmla="*/ 51117 w 105100"/>
                <a:gd name="csY71" fmla="*/ 75959 h 79302"/>
                <a:gd name="csX72" fmla="*/ 50162 w 105100"/>
                <a:gd name="csY72" fmla="*/ 76914 h 79302"/>
                <a:gd name="csX73" fmla="*/ 49683 w 105100"/>
                <a:gd name="csY73" fmla="*/ 77392 h 79302"/>
                <a:gd name="csX74" fmla="*/ 47295 w 105100"/>
                <a:gd name="csY74" fmla="*/ 77392 h 79302"/>
                <a:gd name="csX75" fmla="*/ 46817 w 105100"/>
                <a:gd name="csY75" fmla="*/ 77392 h 79302"/>
                <a:gd name="csX76" fmla="*/ 44428 w 105100"/>
                <a:gd name="csY76" fmla="*/ 77392 h 79302"/>
                <a:gd name="csX77" fmla="*/ 44428 w 105100"/>
                <a:gd name="csY77" fmla="*/ 77392 h 79302"/>
                <a:gd name="csX78" fmla="*/ 43473 w 105100"/>
                <a:gd name="csY78" fmla="*/ 78347 h 79302"/>
                <a:gd name="csX79" fmla="*/ 42517 w 105100"/>
                <a:gd name="csY79" fmla="*/ 79303 h 79302"/>
                <a:gd name="csX80" fmla="*/ 42040 w 105100"/>
                <a:gd name="csY80" fmla="*/ 79303 h 79302"/>
                <a:gd name="csX81" fmla="*/ 38696 w 105100"/>
                <a:gd name="csY81" fmla="*/ 76914 h 79302"/>
                <a:gd name="csX82" fmla="*/ 32008 w 105100"/>
                <a:gd name="csY82" fmla="*/ 75959 h 79302"/>
                <a:gd name="csX83" fmla="*/ 31530 w 105100"/>
                <a:gd name="csY83" fmla="*/ 75004 h 79302"/>
                <a:gd name="csX84" fmla="*/ 31052 w 105100"/>
                <a:gd name="csY84" fmla="*/ 75004 h 79302"/>
                <a:gd name="csX85" fmla="*/ 30097 w 105100"/>
                <a:gd name="csY85" fmla="*/ 76437 h 79302"/>
                <a:gd name="csX86" fmla="*/ 26753 w 105100"/>
                <a:gd name="csY86" fmla="*/ 77870 h 79302"/>
                <a:gd name="csX87" fmla="*/ 25319 w 105100"/>
                <a:gd name="csY87" fmla="*/ 76914 h 79302"/>
                <a:gd name="csX88" fmla="*/ 23886 w 105100"/>
                <a:gd name="csY88" fmla="*/ 75959 h 79302"/>
                <a:gd name="csX89" fmla="*/ 24364 w 105100"/>
                <a:gd name="csY89" fmla="*/ 74526 h 79302"/>
                <a:gd name="csX90" fmla="*/ 25319 w 105100"/>
                <a:gd name="csY90" fmla="*/ 73570 h 79302"/>
                <a:gd name="csX91" fmla="*/ 27230 w 105100"/>
                <a:gd name="csY91" fmla="*/ 73093 h 79302"/>
                <a:gd name="csX92" fmla="*/ 27708 w 105100"/>
                <a:gd name="csY92" fmla="*/ 70704 h 79302"/>
                <a:gd name="csX93" fmla="*/ 26275 w 105100"/>
                <a:gd name="csY93" fmla="*/ 67360 h 79302"/>
                <a:gd name="csX94" fmla="*/ 25319 w 105100"/>
                <a:gd name="csY94" fmla="*/ 66404 h 79302"/>
                <a:gd name="csX95" fmla="*/ 23886 w 105100"/>
                <a:gd name="csY95" fmla="*/ 65927 h 79302"/>
                <a:gd name="csX96" fmla="*/ 22931 w 105100"/>
                <a:gd name="csY96" fmla="*/ 66882 h 79302"/>
                <a:gd name="csX97" fmla="*/ 21498 w 105100"/>
                <a:gd name="csY97" fmla="*/ 69271 h 79302"/>
                <a:gd name="csX98" fmla="*/ 20542 w 105100"/>
                <a:gd name="csY98" fmla="*/ 70226 h 79302"/>
                <a:gd name="csX99" fmla="*/ 19109 w 105100"/>
                <a:gd name="csY99" fmla="*/ 70226 h 79302"/>
                <a:gd name="csX100" fmla="*/ 16721 w 105100"/>
                <a:gd name="csY100" fmla="*/ 70226 h 79302"/>
                <a:gd name="csX101" fmla="*/ 15765 w 105100"/>
                <a:gd name="csY101" fmla="*/ 67360 h 79302"/>
                <a:gd name="csX102" fmla="*/ 15287 w 105100"/>
                <a:gd name="csY102" fmla="*/ 64493 h 79302"/>
                <a:gd name="csX103" fmla="*/ 15765 w 105100"/>
                <a:gd name="csY103" fmla="*/ 61627 h 79302"/>
                <a:gd name="csX104" fmla="*/ 16242 w 105100"/>
                <a:gd name="csY104" fmla="*/ 60194 h 79302"/>
                <a:gd name="csX105" fmla="*/ 13854 w 105100"/>
                <a:gd name="csY105" fmla="*/ 57805 h 79302"/>
                <a:gd name="csX106" fmla="*/ 13854 w 105100"/>
                <a:gd name="csY106" fmla="*/ 55417 h 79302"/>
                <a:gd name="csX107" fmla="*/ 12421 w 105100"/>
                <a:gd name="csY107" fmla="*/ 54461 h 79302"/>
                <a:gd name="csX108" fmla="*/ 12421 w 105100"/>
                <a:gd name="csY108" fmla="*/ 54939 h 79302"/>
                <a:gd name="csX109" fmla="*/ 12421 w 105100"/>
                <a:gd name="csY109" fmla="*/ 55417 h 79302"/>
                <a:gd name="csX110" fmla="*/ 11943 w 105100"/>
                <a:gd name="csY110" fmla="*/ 54939 h 79302"/>
                <a:gd name="csX111" fmla="*/ 11943 w 105100"/>
                <a:gd name="csY111" fmla="*/ 54939 h 79302"/>
                <a:gd name="csX112" fmla="*/ 8121 w 105100"/>
                <a:gd name="csY112" fmla="*/ 48251 h 79302"/>
                <a:gd name="csX113" fmla="*/ 7644 w 105100"/>
                <a:gd name="csY113" fmla="*/ 45384 h 79302"/>
                <a:gd name="csX114" fmla="*/ 8121 w 105100"/>
                <a:gd name="csY114" fmla="*/ 42996 h 79302"/>
                <a:gd name="csX115" fmla="*/ 8599 w 105100"/>
                <a:gd name="csY115" fmla="*/ 42040 h 79302"/>
                <a:gd name="csX116" fmla="*/ 7644 w 105100"/>
                <a:gd name="csY116" fmla="*/ 41085 h 79302"/>
                <a:gd name="csX117" fmla="*/ 7644 w 105100"/>
                <a:gd name="csY117" fmla="*/ 41085 h 79302"/>
                <a:gd name="csX118" fmla="*/ 6210 w 105100"/>
                <a:gd name="csY118" fmla="*/ 39651 h 79302"/>
                <a:gd name="csX119" fmla="*/ 3821 w 105100"/>
                <a:gd name="csY119" fmla="*/ 37740 h 79302"/>
                <a:gd name="csX120" fmla="*/ 3344 w 105100"/>
                <a:gd name="csY120" fmla="*/ 34874 h 79302"/>
                <a:gd name="csX121" fmla="*/ 2866 w 105100"/>
                <a:gd name="csY121" fmla="*/ 31530 h 79302"/>
                <a:gd name="csX122" fmla="*/ 1910 w 105100"/>
                <a:gd name="csY122" fmla="*/ 30097 h 79302"/>
                <a:gd name="csX123" fmla="*/ 955 w 105100"/>
                <a:gd name="csY123" fmla="*/ 28186 h 79302"/>
                <a:gd name="csX124" fmla="*/ 478 w 105100"/>
                <a:gd name="csY124" fmla="*/ 26275 h 79302"/>
                <a:gd name="csX125" fmla="*/ 0 w 105100"/>
                <a:gd name="csY125" fmla="*/ 21498 h 79302"/>
                <a:gd name="csX126" fmla="*/ 478 w 105100"/>
                <a:gd name="csY126" fmla="*/ 21020 h 79302"/>
                <a:gd name="csX127" fmla="*/ 2389 w 105100"/>
                <a:gd name="csY127" fmla="*/ 21020 h 79302"/>
                <a:gd name="csX128" fmla="*/ 4777 w 105100"/>
                <a:gd name="csY128" fmla="*/ 21020 h 79302"/>
                <a:gd name="csX129" fmla="*/ 4777 w 105100"/>
                <a:gd name="csY129" fmla="*/ 20542 h 79302"/>
                <a:gd name="csX130" fmla="*/ 4777 w 105100"/>
                <a:gd name="csY130" fmla="*/ 20065 h 79302"/>
                <a:gd name="csX131" fmla="*/ 4777 w 105100"/>
                <a:gd name="csY131" fmla="*/ 19109 h 79302"/>
                <a:gd name="csX132" fmla="*/ 6210 w 105100"/>
                <a:gd name="csY132" fmla="*/ 18154 h 79302"/>
                <a:gd name="csX133" fmla="*/ 6210 w 105100"/>
                <a:gd name="csY133" fmla="*/ 18154 h 79302"/>
                <a:gd name="csX134" fmla="*/ 8121 w 105100"/>
                <a:gd name="csY134" fmla="*/ 15765 h 79302"/>
                <a:gd name="csX135" fmla="*/ 10032 w 105100"/>
                <a:gd name="csY135" fmla="*/ 13376 h 79302"/>
                <a:gd name="csX136" fmla="*/ 10987 w 105100"/>
                <a:gd name="csY136" fmla="*/ 11943 h 79302"/>
                <a:gd name="csX137" fmla="*/ 11943 w 105100"/>
                <a:gd name="csY137" fmla="*/ 10510 h 79302"/>
                <a:gd name="csX138" fmla="*/ 14332 w 105100"/>
                <a:gd name="csY138" fmla="*/ 8599 h 79302"/>
                <a:gd name="csX139" fmla="*/ 17676 w 105100"/>
                <a:gd name="csY139" fmla="*/ 6688 h 79302"/>
                <a:gd name="csX140" fmla="*/ 19587 w 105100"/>
                <a:gd name="csY140" fmla="*/ 6688 h 79302"/>
                <a:gd name="csX141" fmla="*/ 21975 w 105100"/>
                <a:gd name="csY141" fmla="*/ 6210 h 79302"/>
                <a:gd name="csX142" fmla="*/ 24364 w 105100"/>
                <a:gd name="csY142" fmla="*/ 5255 h 79302"/>
                <a:gd name="csX143" fmla="*/ 25319 w 105100"/>
                <a:gd name="csY143" fmla="*/ 5255 h 79302"/>
                <a:gd name="csX144" fmla="*/ 28186 w 105100"/>
                <a:gd name="csY144" fmla="*/ 6210 h 79302"/>
                <a:gd name="csX145" fmla="*/ 28186 w 105100"/>
                <a:gd name="csY145" fmla="*/ 6210 h 79302"/>
                <a:gd name="csX146" fmla="*/ 29619 w 105100"/>
                <a:gd name="csY146" fmla="*/ 6210 h 79302"/>
                <a:gd name="csX147" fmla="*/ 31530 w 105100"/>
                <a:gd name="csY147" fmla="*/ 6210 h 79302"/>
                <a:gd name="csX148" fmla="*/ 32963 w 105100"/>
                <a:gd name="csY148" fmla="*/ 6210 h 79302"/>
                <a:gd name="csX149" fmla="*/ 34396 w 105100"/>
                <a:gd name="csY149" fmla="*/ 6210 h 79302"/>
                <a:gd name="csX150" fmla="*/ 37740 w 105100"/>
                <a:gd name="csY150" fmla="*/ 5733 h 79302"/>
                <a:gd name="csX151" fmla="*/ 41562 w 105100"/>
                <a:gd name="csY151" fmla="*/ 6210 h 79302"/>
                <a:gd name="csX152" fmla="*/ 44906 w 105100"/>
                <a:gd name="csY152" fmla="*/ 5733 h 79302"/>
                <a:gd name="csX153" fmla="*/ 48728 w 105100"/>
                <a:gd name="csY153" fmla="*/ 5255 h 79302"/>
                <a:gd name="csX154" fmla="*/ 50639 w 105100"/>
                <a:gd name="csY154" fmla="*/ 5733 h 79302"/>
                <a:gd name="csX155" fmla="*/ 52550 w 105100"/>
                <a:gd name="csY155" fmla="*/ 6210 h 79302"/>
                <a:gd name="csX156" fmla="*/ 53028 w 105100"/>
                <a:gd name="csY156" fmla="*/ 7644 h 79302"/>
                <a:gd name="csX157" fmla="*/ 53505 w 105100"/>
                <a:gd name="csY157" fmla="*/ 8121 h 79302"/>
                <a:gd name="csX158" fmla="*/ 53505 w 105100"/>
                <a:gd name="csY158" fmla="*/ 8121 h 79302"/>
                <a:gd name="csX159" fmla="*/ 53983 w 105100"/>
                <a:gd name="csY159" fmla="*/ 8599 h 79302"/>
                <a:gd name="csX160" fmla="*/ 54461 w 105100"/>
                <a:gd name="csY160" fmla="*/ 8599 h 79302"/>
                <a:gd name="csX161" fmla="*/ 55894 w 105100"/>
                <a:gd name="csY161" fmla="*/ 7644 h 79302"/>
                <a:gd name="csX162" fmla="*/ 55894 w 105100"/>
                <a:gd name="csY162" fmla="*/ 7644 h 79302"/>
                <a:gd name="csX163" fmla="*/ 56372 w 105100"/>
                <a:gd name="csY163" fmla="*/ 6688 h 79302"/>
                <a:gd name="csX164" fmla="*/ 56849 w 105100"/>
                <a:gd name="csY164" fmla="*/ 6688 h 79302"/>
                <a:gd name="csX165" fmla="*/ 56849 w 105100"/>
                <a:gd name="csY165" fmla="*/ 6688 h 79302"/>
                <a:gd name="csX166" fmla="*/ 56849 w 105100"/>
                <a:gd name="csY166" fmla="*/ 7166 h 79302"/>
                <a:gd name="csX167" fmla="*/ 56849 w 105100"/>
                <a:gd name="csY167" fmla="*/ 7166 h 79302"/>
                <a:gd name="csX168" fmla="*/ 57328 w 105100"/>
                <a:gd name="csY168" fmla="*/ 8121 h 79302"/>
                <a:gd name="csX169" fmla="*/ 57805 w 105100"/>
                <a:gd name="csY169" fmla="*/ 8599 h 79302"/>
                <a:gd name="csX170" fmla="*/ 58283 w 105100"/>
                <a:gd name="csY170" fmla="*/ 9555 h 79302"/>
                <a:gd name="csX171" fmla="*/ 58283 w 105100"/>
                <a:gd name="csY171" fmla="*/ 9555 h 79302"/>
                <a:gd name="csX172" fmla="*/ 58760 w 105100"/>
                <a:gd name="csY172" fmla="*/ 10032 h 79302"/>
                <a:gd name="csX173" fmla="*/ 60194 w 105100"/>
                <a:gd name="csY173" fmla="*/ 10988 h 79302"/>
                <a:gd name="csX174" fmla="*/ 61149 w 105100"/>
                <a:gd name="csY174" fmla="*/ 10988 h 79302"/>
                <a:gd name="csX175" fmla="*/ 63538 w 105100"/>
                <a:gd name="csY175" fmla="*/ 10032 h 79302"/>
                <a:gd name="csX176" fmla="*/ 67837 w 105100"/>
                <a:gd name="csY176" fmla="*/ 11465 h 79302"/>
                <a:gd name="csX177" fmla="*/ 68315 w 105100"/>
                <a:gd name="csY177" fmla="*/ 11943 h 79302"/>
                <a:gd name="csX178" fmla="*/ 69748 w 105100"/>
                <a:gd name="csY178" fmla="*/ 13376 h 79302"/>
                <a:gd name="csX179" fmla="*/ 71181 w 105100"/>
                <a:gd name="csY179" fmla="*/ 14332 h 79302"/>
                <a:gd name="csX180" fmla="*/ 74526 w 105100"/>
                <a:gd name="csY180" fmla="*/ 14332 h 79302"/>
                <a:gd name="csX181" fmla="*/ 75481 w 105100"/>
                <a:gd name="csY181" fmla="*/ 11943 h 79302"/>
                <a:gd name="csX182" fmla="*/ 75003 w 105100"/>
                <a:gd name="csY182" fmla="*/ 10510 h 79302"/>
                <a:gd name="csX183" fmla="*/ 73092 w 105100"/>
                <a:gd name="csY183" fmla="*/ 8121 h 79302"/>
                <a:gd name="csX184" fmla="*/ 72615 w 105100"/>
                <a:gd name="csY184" fmla="*/ 6688 h 79302"/>
                <a:gd name="csX185" fmla="*/ 73092 w 105100"/>
                <a:gd name="csY185" fmla="*/ 6210 h 79302"/>
                <a:gd name="csX186" fmla="*/ 76437 w 105100"/>
                <a:gd name="csY186" fmla="*/ 6210 h 79302"/>
                <a:gd name="csX187" fmla="*/ 76914 w 105100"/>
                <a:gd name="csY187" fmla="*/ 5733 h 79302"/>
                <a:gd name="csX188" fmla="*/ 77392 w 105100"/>
                <a:gd name="csY188" fmla="*/ 4299 h 79302"/>
                <a:gd name="csX189" fmla="*/ 78347 w 105100"/>
                <a:gd name="csY189" fmla="*/ 4299 h 79302"/>
                <a:gd name="csX190" fmla="*/ 80258 w 105100"/>
                <a:gd name="csY190" fmla="*/ 4777 h 79302"/>
                <a:gd name="csX191" fmla="*/ 81692 w 105100"/>
                <a:gd name="csY191" fmla="*/ 3344 h 79302"/>
                <a:gd name="csX192" fmla="*/ 83124 w 105100"/>
                <a:gd name="csY192" fmla="*/ 2389 h 79302"/>
                <a:gd name="csX193" fmla="*/ 83603 w 105100"/>
                <a:gd name="csY193" fmla="*/ 2866 h 79302"/>
                <a:gd name="csX194" fmla="*/ 84080 w 105100"/>
                <a:gd name="csY194" fmla="*/ 3822 h 79302"/>
                <a:gd name="csX195" fmla="*/ 85035 w 105100"/>
                <a:gd name="csY195" fmla="*/ 4299 h 79302"/>
                <a:gd name="csX196" fmla="*/ 85991 w 105100"/>
                <a:gd name="csY196" fmla="*/ 4777 h 79302"/>
                <a:gd name="csX197" fmla="*/ 87902 w 105100"/>
                <a:gd name="csY197" fmla="*/ 5733 h 79302"/>
                <a:gd name="csX198" fmla="*/ 88380 w 105100"/>
                <a:gd name="csY198" fmla="*/ 6688 h 79302"/>
                <a:gd name="csX199" fmla="*/ 89335 w 105100"/>
                <a:gd name="csY199" fmla="*/ 7166 h 79302"/>
                <a:gd name="csX200" fmla="*/ 91246 w 105100"/>
                <a:gd name="csY200" fmla="*/ 6688 h 79302"/>
                <a:gd name="csX201" fmla="*/ 91724 w 105100"/>
                <a:gd name="csY201" fmla="*/ 7166 h 79302"/>
                <a:gd name="csX202" fmla="*/ 91724 w 105100"/>
                <a:gd name="csY202" fmla="*/ 7166 h 79302"/>
                <a:gd name="csX203" fmla="*/ 92679 w 105100"/>
                <a:gd name="csY203" fmla="*/ 5733 h 79302"/>
                <a:gd name="csX204" fmla="*/ 93635 w 105100"/>
                <a:gd name="csY204" fmla="*/ 5255 h 79302"/>
                <a:gd name="csX205" fmla="*/ 94112 w 105100"/>
                <a:gd name="csY205" fmla="*/ 5255 h 79302"/>
                <a:gd name="csX206" fmla="*/ 95068 w 105100"/>
                <a:gd name="csY206" fmla="*/ 5255 h 79302"/>
                <a:gd name="csX207" fmla="*/ 96979 w 105100"/>
                <a:gd name="csY207" fmla="*/ 3822 h 79302"/>
                <a:gd name="csX208" fmla="*/ 97935 w 105100"/>
                <a:gd name="csY208" fmla="*/ 2389 h 79302"/>
                <a:gd name="csX209" fmla="*/ 98890 w 105100"/>
                <a:gd name="csY209" fmla="*/ 1911 h 79302"/>
                <a:gd name="csX210" fmla="*/ 100323 w 105100"/>
                <a:gd name="csY210" fmla="*/ 2866 h 79302"/>
                <a:gd name="csX211" fmla="*/ 101278 w 105100"/>
                <a:gd name="csY211" fmla="*/ 2389 h 79302"/>
                <a:gd name="csX212" fmla="*/ 102234 w 105100"/>
                <a:gd name="csY212" fmla="*/ 478 h 79302"/>
                <a:gd name="csX213" fmla="*/ 103189 w 105100"/>
                <a:gd name="csY213" fmla="*/ 0 h 79302"/>
                <a:gd name="csX214" fmla="*/ 103189 w 105100"/>
                <a:gd name="csY214" fmla="*/ 0 h 79302"/>
                <a:gd name="csX215" fmla="*/ 103667 w 105100"/>
                <a:gd name="csY215" fmla="*/ 956 h 79302"/>
                <a:gd name="csX216" fmla="*/ 102712 w 105100"/>
                <a:gd name="csY216" fmla="*/ 2866 h 79302"/>
                <a:gd name="csX217" fmla="*/ 101756 w 105100"/>
                <a:gd name="csY217" fmla="*/ 4777 h 79302"/>
                <a:gd name="csX218" fmla="*/ 100323 w 105100"/>
                <a:gd name="csY218" fmla="*/ 6210 h 79302"/>
                <a:gd name="csX219" fmla="*/ 99845 w 105100"/>
                <a:gd name="csY219" fmla="*/ 7166 h 79302"/>
                <a:gd name="csX220" fmla="*/ 99367 w 105100"/>
                <a:gd name="csY220" fmla="*/ 10510 h 79302"/>
                <a:gd name="csX221" fmla="*/ 99845 w 105100"/>
                <a:gd name="csY221" fmla="*/ 11943 h 79302"/>
                <a:gd name="csX222" fmla="*/ 99845 w 105100"/>
                <a:gd name="csY222" fmla="*/ 12899 h 79302"/>
                <a:gd name="csX223" fmla="*/ 100801 w 105100"/>
                <a:gd name="csY223" fmla="*/ 13376 h 79302"/>
                <a:gd name="csX224" fmla="*/ 102234 w 105100"/>
                <a:gd name="csY224" fmla="*/ 16721 h 79302"/>
                <a:gd name="csX225" fmla="*/ 103189 w 105100"/>
                <a:gd name="csY225" fmla="*/ 19587 h 79302"/>
                <a:gd name="csX226" fmla="*/ 104622 w 105100"/>
                <a:gd name="csY226" fmla="*/ 21975 h 79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</a:cxnLst>
              <a:rect l="l" t="t" r="r" b="b"/>
              <a:pathLst>
                <a:path w="105100" h="79302">
                  <a:moveTo>
                    <a:pt x="104622" y="21975"/>
                  </a:moveTo>
                  <a:lnTo>
                    <a:pt x="105100" y="23409"/>
                  </a:lnTo>
                  <a:lnTo>
                    <a:pt x="103667" y="27708"/>
                  </a:lnTo>
                  <a:lnTo>
                    <a:pt x="102234" y="31052"/>
                  </a:lnTo>
                  <a:lnTo>
                    <a:pt x="102234" y="32963"/>
                  </a:lnTo>
                  <a:lnTo>
                    <a:pt x="103189" y="34874"/>
                  </a:lnTo>
                  <a:lnTo>
                    <a:pt x="103667" y="37263"/>
                  </a:lnTo>
                  <a:lnTo>
                    <a:pt x="103667" y="40129"/>
                  </a:lnTo>
                  <a:lnTo>
                    <a:pt x="103667" y="42040"/>
                  </a:lnTo>
                  <a:lnTo>
                    <a:pt x="102712" y="43473"/>
                  </a:lnTo>
                  <a:lnTo>
                    <a:pt x="101756" y="44906"/>
                  </a:lnTo>
                  <a:lnTo>
                    <a:pt x="100801" y="45384"/>
                  </a:lnTo>
                  <a:lnTo>
                    <a:pt x="99367" y="44429"/>
                  </a:lnTo>
                  <a:lnTo>
                    <a:pt x="98412" y="44429"/>
                  </a:lnTo>
                  <a:lnTo>
                    <a:pt x="96979" y="44429"/>
                  </a:lnTo>
                  <a:lnTo>
                    <a:pt x="96024" y="44906"/>
                  </a:lnTo>
                  <a:lnTo>
                    <a:pt x="96024" y="44906"/>
                  </a:lnTo>
                  <a:lnTo>
                    <a:pt x="93635" y="46817"/>
                  </a:lnTo>
                  <a:lnTo>
                    <a:pt x="91724" y="48728"/>
                  </a:lnTo>
                  <a:lnTo>
                    <a:pt x="88380" y="49206"/>
                  </a:lnTo>
                  <a:lnTo>
                    <a:pt x="86947" y="50639"/>
                  </a:lnTo>
                  <a:lnTo>
                    <a:pt x="85513" y="50639"/>
                  </a:lnTo>
                  <a:lnTo>
                    <a:pt x="83124" y="50639"/>
                  </a:lnTo>
                  <a:lnTo>
                    <a:pt x="81214" y="51117"/>
                  </a:lnTo>
                  <a:lnTo>
                    <a:pt x="81214" y="51595"/>
                  </a:lnTo>
                  <a:lnTo>
                    <a:pt x="81214" y="54939"/>
                  </a:lnTo>
                  <a:lnTo>
                    <a:pt x="81214" y="55894"/>
                  </a:lnTo>
                  <a:lnTo>
                    <a:pt x="81214" y="55894"/>
                  </a:lnTo>
                  <a:lnTo>
                    <a:pt x="79781" y="55894"/>
                  </a:lnTo>
                  <a:lnTo>
                    <a:pt x="77870" y="55417"/>
                  </a:lnTo>
                  <a:lnTo>
                    <a:pt x="75003" y="54939"/>
                  </a:lnTo>
                  <a:lnTo>
                    <a:pt x="73092" y="54461"/>
                  </a:lnTo>
                  <a:lnTo>
                    <a:pt x="72137" y="55894"/>
                  </a:lnTo>
                  <a:lnTo>
                    <a:pt x="71659" y="56372"/>
                  </a:lnTo>
                  <a:lnTo>
                    <a:pt x="70704" y="56850"/>
                  </a:lnTo>
                  <a:lnTo>
                    <a:pt x="70226" y="56850"/>
                  </a:lnTo>
                  <a:lnTo>
                    <a:pt x="70226" y="56850"/>
                  </a:lnTo>
                  <a:lnTo>
                    <a:pt x="69748" y="57328"/>
                  </a:lnTo>
                  <a:lnTo>
                    <a:pt x="69748" y="58283"/>
                  </a:lnTo>
                  <a:lnTo>
                    <a:pt x="70226" y="59716"/>
                  </a:lnTo>
                  <a:lnTo>
                    <a:pt x="70226" y="61627"/>
                  </a:lnTo>
                  <a:lnTo>
                    <a:pt x="70226" y="63060"/>
                  </a:lnTo>
                  <a:lnTo>
                    <a:pt x="70704" y="64016"/>
                  </a:lnTo>
                  <a:lnTo>
                    <a:pt x="75003" y="67360"/>
                  </a:lnTo>
                  <a:lnTo>
                    <a:pt x="76437" y="67838"/>
                  </a:lnTo>
                  <a:lnTo>
                    <a:pt x="76437" y="68315"/>
                  </a:lnTo>
                  <a:lnTo>
                    <a:pt x="75481" y="70226"/>
                  </a:lnTo>
                  <a:lnTo>
                    <a:pt x="76437" y="72137"/>
                  </a:lnTo>
                  <a:lnTo>
                    <a:pt x="75003" y="72137"/>
                  </a:lnTo>
                  <a:lnTo>
                    <a:pt x="72615" y="71182"/>
                  </a:lnTo>
                  <a:lnTo>
                    <a:pt x="71659" y="70704"/>
                  </a:lnTo>
                  <a:lnTo>
                    <a:pt x="70704" y="71182"/>
                  </a:lnTo>
                  <a:lnTo>
                    <a:pt x="70226" y="71182"/>
                  </a:lnTo>
                  <a:lnTo>
                    <a:pt x="69271" y="70226"/>
                  </a:lnTo>
                  <a:lnTo>
                    <a:pt x="68793" y="69271"/>
                  </a:lnTo>
                  <a:lnTo>
                    <a:pt x="68315" y="68793"/>
                  </a:lnTo>
                  <a:lnTo>
                    <a:pt x="68315" y="68793"/>
                  </a:lnTo>
                  <a:lnTo>
                    <a:pt x="66882" y="68793"/>
                  </a:lnTo>
                  <a:lnTo>
                    <a:pt x="64493" y="69271"/>
                  </a:lnTo>
                  <a:lnTo>
                    <a:pt x="62105" y="69271"/>
                  </a:lnTo>
                  <a:lnTo>
                    <a:pt x="61149" y="69271"/>
                  </a:lnTo>
                  <a:lnTo>
                    <a:pt x="60671" y="69748"/>
                  </a:lnTo>
                  <a:lnTo>
                    <a:pt x="59238" y="71659"/>
                  </a:lnTo>
                  <a:lnTo>
                    <a:pt x="58760" y="71182"/>
                  </a:lnTo>
                  <a:lnTo>
                    <a:pt x="56372" y="70704"/>
                  </a:lnTo>
                  <a:lnTo>
                    <a:pt x="53983" y="70226"/>
                  </a:lnTo>
                  <a:lnTo>
                    <a:pt x="53505" y="70704"/>
                  </a:lnTo>
                  <a:lnTo>
                    <a:pt x="53983" y="72137"/>
                  </a:lnTo>
                  <a:lnTo>
                    <a:pt x="54461" y="73570"/>
                  </a:lnTo>
                  <a:lnTo>
                    <a:pt x="53983" y="74048"/>
                  </a:lnTo>
                  <a:lnTo>
                    <a:pt x="53028" y="75004"/>
                  </a:lnTo>
                  <a:lnTo>
                    <a:pt x="51117" y="75959"/>
                  </a:lnTo>
                  <a:lnTo>
                    <a:pt x="50162" y="76914"/>
                  </a:lnTo>
                  <a:lnTo>
                    <a:pt x="49683" y="77392"/>
                  </a:lnTo>
                  <a:lnTo>
                    <a:pt x="47295" y="77392"/>
                  </a:lnTo>
                  <a:lnTo>
                    <a:pt x="46817" y="77392"/>
                  </a:lnTo>
                  <a:lnTo>
                    <a:pt x="44428" y="77392"/>
                  </a:lnTo>
                  <a:lnTo>
                    <a:pt x="44428" y="77392"/>
                  </a:lnTo>
                  <a:lnTo>
                    <a:pt x="43473" y="78347"/>
                  </a:lnTo>
                  <a:lnTo>
                    <a:pt x="42517" y="79303"/>
                  </a:lnTo>
                  <a:lnTo>
                    <a:pt x="42040" y="79303"/>
                  </a:lnTo>
                  <a:lnTo>
                    <a:pt x="38696" y="76914"/>
                  </a:lnTo>
                  <a:lnTo>
                    <a:pt x="32008" y="75959"/>
                  </a:lnTo>
                  <a:lnTo>
                    <a:pt x="31530" y="75004"/>
                  </a:lnTo>
                  <a:lnTo>
                    <a:pt x="31052" y="75004"/>
                  </a:lnTo>
                  <a:lnTo>
                    <a:pt x="30097" y="76437"/>
                  </a:lnTo>
                  <a:lnTo>
                    <a:pt x="26753" y="77870"/>
                  </a:lnTo>
                  <a:lnTo>
                    <a:pt x="25319" y="76914"/>
                  </a:lnTo>
                  <a:lnTo>
                    <a:pt x="23886" y="75959"/>
                  </a:lnTo>
                  <a:lnTo>
                    <a:pt x="24364" y="74526"/>
                  </a:lnTo>
                  <a:lnTo>
                    <a:pt x="25319" y="73570"/>
                  </a:lnTo>
                  <a:lnTo>
                    <a:pt x="27230" y="73093"/>
                  </a:lnTo>
                  <a:lnTo>
                    <a:pt x="27708" y="70704"/>
                  </a:lnTo>
                  <a:lnTo>
                    <a:pt x="26275" y="67360"/>
                  </a:lnTo>
                  <a:lnTo>
                    <a:pt x="25319" y="66404"/>
                  </a:lnTo>
                  <a:lnTo>
                    <a:pt x="23886" y="65927"/>
                  </a:lnTo>
                  <a:lnTo>
                    <a:pt x="22931" y="66882"/>
                  </a:lnTo>
                  <a:lnTo>
                    <a:pt x="21498" y="69271"/>
                  </a:lnTo>
                  <a:lnTo>
                    <a:pt x="20542" y="70226"/>
                  </a:lnTo>
                  <a:lnTo>
                    <a:pt x="19109" y="70226"/>
                  </a:lnTo>
                  <a:lnTo>
                    <a:pt x="16721" y="70226"/>
                  </a:lnTo>
                  <a:lnTo>
                    <a:pt x="15765" y="67360"/>
                  </a:lnTo>
                  <a:lnTo>
                    <a:pt x="15287" y="64493"/>
                  </a:lnTo>
                  <a:lnTo>
                    <a:pt x="15765" y="61627"/>
                  </a:lnTo>
                  <a:lnTo>
                    <a:pt x="16242" y="60194"/>
                  </a:lnTo>
                  <a:lnTo>
                    <a:pt x="13854" y="57805"/>
                  </a:lnTo>
                  <a:lnTo>
                    <a:pt x="13854" y="55417"/>
                  </a:lnTo>
                  <a:lnTo>
                    <a:pt x="12421" y="54461"/>
                  </a:lnTo>
                  <a:lnTo>
                    <a:pt x="12421" y="54939"/>
                  </a:lnTo>
                  <a:lnTo>
                    <a:pt x="12421" y="55417"/>
                  </a:lnTo>
                  <a:lnTo>
                    <a:pt x="11943" y="54939"/>
                  </a:lnTo>
                  <a:lnTo>
                    <a:pt x="11943" y="54939"/>
                  </a:lnTo>
                  <a:lnTo>
                    <a:pt x="8121" y="48251"/>
                  </a:lnTo>
                  <a:lnTo>
                    <a:pt x="7644" y="45384"/>
                  </a:lnTo>
                  <a:lnTo>
                    <a:pt x="8121" y="42996"/>
                  </a:lnTo>
                  <a:lnTo>
                    <a:pt x="8599" y="42040"/>
                  </a:lnTo>
                  <a:lnTo>
                    <a:pt x="7644" y="41085"/>
                  </a:lnTo>
                  <a:lnTo>
                    <a:pt x="7644" y="41085"/>
                  </a:lnTo>
                  <a:lnTo>
                    <a:pt x="6210" y="39651"/>
                  </a:lnTo>
                  <a:lnTo>
                    <a:pt x="3821" y="37740"/>
                  </a:lnTo>
                  <a:lnTo>
                    <a:pt x="3344" y="34874"/>
                  </a:lnTo>
                  <a:lnTo>
                    <a:pt x="2866" y="31530"/>
                  </a:lnTo>
                  <a:lnTo>
                    <a:pt x="1910" y="30097"/>
                  </a:lnTo>
                  <a:lnTo>
                    <a:pt x="955" y="28186"/>
                  </a:lnTo>
                  <a:lnTo>
                    <a:pt x="478" y="26275"/>
                  </a:lnTo>
                  <a:lnTo>
                    <a:pt x="0" y="21498"/>
                  </a:lnTo>
                  <a:lnTo>
                    <a:pt x="478" y="21020"/>
                  </a:lnTo>
                  <a:lnTo>
                    <a:pt x="2389" y="21020"/>
                  </a:lnTo>
                  <a:lnTo>
                    <a:pt x="4777" y="21020"/>
                  </a:lnTo>
                  <a:lnTo>
                    <a:pt x="4777" y="20542"/>
                  </a:lnTo>
                  <a:lnTo>
                    <a:pt x="4777" y="20065"/>
                  </a:lnTo>
                  <a:lnTo>
                    <a:pt x="4777" y="19109"/>
                  </a:lnTo>
                  <a:lnTo>
                    <a:pt x="6210" y="18154"/>
                  </a:lnTo>
                  <a:lnTo>
                    <a:pt x="6210" y="18154"/>
                  </a:lnTo>
                  <a:lnTo>
                    <a:pt x="8121" y="15765"/>
                  </a:lnTo>
                  <a:lnTo>
                    <a:pt x="10032" y="13376"/>
                  </a:lnTo>
                  <a:lnTo>
                    <a:pt x="10987" y="11943"/>
                  </a:lnTo>
                  <a:lnTo>
                    <a:pt x="11943" y="10510"/>
                  </a:lnTo>
                  <a:lnTo>
                    <a:pt x="14332" y="8599"/>
                  </a:lnTo>
                  <a:lnTo>
                    <a:pt x="17676" y="6688"/>
                  </a:lnTo>
                  <a:lnTo>
                    <a:pt x="19587" y="6688"/>
                  </a:lnTo>
                  <a:lnTo>
                    <a:pt x="21975" y="6210"/>
                  </a:lnTo>
                  <a:lnTo>
                    <a:pt x="24364" y="5255"/>
                  </a:lnTo>
                  <a:lnTo>
                    <a:pt x="25319" y="5255"/>
                  </a:lnTo>
                  <a:lnTo>
                    <a:pt x="28186" y="6210"/>
                  </a:lnTo>
                  <a:lnTo>
                    <a:pt x="28186" y="6210"/>
                  </a:lnTo>
                  <a:lnTo>
                    <a:pt x="29619" y="6210"/>
                  </a:lnTo>
                  <a:lnTo>
                    <a:pt x="31530" y="6210"/>
                  </a:lnTo>
                  <a:lnTo>
                    <a:pt x="32963" y="6210"/>
                  </a:lnTo>
                  <a:lnTo>
                    <a:pt x="34396" y="6210"/>
                  </a:lnTo>
                  <a:lnTo>
                    <a:pt x="37740" y="5733"/>
                  </a:lnTo>
                  <a:lnTo>
                    <a:pt x="41562" y="6210"/>
                  </a:lnTo>
                  <a:lnTo>
                    <a:pt x="44906" y="5733"/>
                  </a:lnTo>
                  <a:lnTo>
                    <a:pt x="48728" y="5255"/>
                  </a:lnTo>
                  <a:lnTo>
                    <a:pt x="50639" y="5733"/>
                  </a:lnTo>
                  <a:lnTo>
                    <a:pt x="52550" y="6210"/>
                  </a:lnTo>
                  <a:lnTo>
                    <a:pt x="53028" y="7644"/>
                  </a:lnTo>
                  <a:lnTo>
                    <a:pt x="53505" y="8121"/>
                  </a:lnTo>
                  <a:lnTo>
                    <a:pt x="53505" y="8121"/>
                  </a:lnTo>
                  <a:lnTo>
                    <a:pt x="53983" y="8599"/>
                  </a:lnTo>
                  <a:lnTo>
                    <a:pt x="54461" y="8599"/>
                  </a:lnTo>
                  <a:lnTo>
                    <a:pt x="55894" y="7644"/>
                  </a:lnTo>
                  <a:lnTo>
                    <a:pt x="55894" y="7644"/>
                  </a:lnTo>
                  <a:lnTo>
                    <a:pt x="56372" y="6688"/>
                  </a:lnTo>
                  <a:lnTo>
                    <a:pt x="56849" y="6688"/>
                  </a:lnTo>
                  <a:lnTo>
                    <a:pt x="56849" y="6688"/>
                  </a:lnTo>
                  <a:lnTo>
                    <a:pt x="56849" y="7166"/>
                  </a:lnTo>
                  <a:lnTo>
                    <a:pt x="56849" y="7166"/>
                  </a:lnTo>
                  <a:lnTo>
                    <a:pt x="57328" y="8121"/>
                  </a:lnTo>
                  <a:lnTo>
                    <a:pt x="57805" y="8599"/>
                  </a:lnTo>
                  <a:lnTo>
                    <a:pt x="58283" y="9555"/>
                  </a:lnTo>
                  <a:lnTo>
                    <a:pt x="58283" y="9555"/>
                  </a:lnTo>
                  <a:lnTo>
                    <a:pt x="58760" y="10032"/>
                  </a:lnTo>
                  <a:lnTo>
                    <a:pt x="60194" y="10988"/>
                  </a:lnTo>
                  <a:lnTo>
                    <a:pt x="61149" y="10988"/>
                  </a:lnTo>
                  <a:lnTo>
                    <a:pt x="63538" y="10032"/>
                  </a:lnTo>
                  <a:lnTo>
                    <a:pt x="67837" y="11465"/>
                  </a:lnTo>
                  <a:lnTo>
                    <a:pt x="68315" y="11943"/>
                  </a:lnTo>
                  <a:lnTo>
                    <a:pt x="69748" y="13376"/>
                  </a:lnTo>
                  <a:lnTo>
                    <a:pt x="71181" y="14332"/>
                  </a:lnTo>
                  <a:lnTo>
                    <a:pt x="74526" y="14332"/>
                  </a:lnTo>
                  <a:lnTo>
                    <a:pt x="75481" y="11943"/>
                  </a:lnTo>
                  <a:lnTo>
                    <a:pt x="75003" y="10510"/>
                  </a:lnTo>
                  <a:lnTo>
                    <a:pt x="73092" y="8121"/>
                  </a:lnTo>
                  <a:lnTo>
                    <a:pt x="72615" y="6688"/>
                  </a:lnTo>
                  <a:lnTo>
                    <a:pt x="73092" y="6210"/>
                  </a:lnTo>
                  <a:lnTo>
                    <a:pt x="76437" y="6210"/>
                  </a:lnTo>
                  <a:lnTo>
                    <a:pt x="76914" y="5733"/>
                  </a:lnTo>
                  <a:lnTo>
                    <a:pt x="77392" y="4299"/>
                  </a:lnTo>
                  <a:lnTo>
                    <a:pt x="78347" y="4299"/>
                  </a:lnTo>
                  <a:lnTo>
                    <a:pt x="80258" y="4777"/>
                  </a:lnTo>
                  <a:lnTo>
                    <a:pt x="81692" y="3344"/>
                  </a:lnTo>
                  <a:lnTo>
                    <a:pt x="83124" y="2389"/>
                  </a:lnTo>
                  <a:lnTo>
                    <a:pt x="83603" y="2866"/>
                  </a:lnTo>
                  <a:lnTo>
                    <a:pt x="84080" y="3822"/>
                  </a:lnTo>
                  <a:lnTo>
                    <a:pt x="85035" y="4299"/>
                  </a:lnTo>
                  <a:lnTo>
                    <a:pt x="85991" y="4777"/>
                  </a:lnTo>
                  <a:lnTo>
                    <a:pt x="87902" y="5733"/>
                  </a:lnTo>
                  <a:lnTo>
                    <a:pt x="88380" y="6688"/>
                  </a:lnTo>
                  <a:lnTo>
                    <a:pt x="89335" y="7166"/>
                  </a:lnTo>
                  <a:lnTo>
                    <a:pt x="91246" y="6688"/>
                  </a:lnTo>
                  <a:lnTo>
                    <a:pt x="91724" y="7166"/>
                  </a:lnTo>
                  <a:lnTo>
                    <a:pt x="91724" y="7166"/>
                  </a:lnTo>
                  <a:lnTo>
                    <a:pt x="92679" y="5733"/>
                  </a:lnTo>
                  <a:lnTo>
                    <a:pt x="93635" y="5255"/>
                  </a:lnTo>
                  <a:lnTo>
                    <a:pt x="94112" y="5255"/>
                  </a:lnTo>
                  <a:lnTo>
                    <a:pt x="95068" y="5255"/>
                  </a:lnTo>
                  <a:lnTo>
                    <a:pt x="96979" y="3822"/>
                  </a:lnTo>
                  <a:lnTo>
                    <a:pt x="97935" y="2389"/>
                  </a:lnTo>
                  <a:lnTo>
                    <a:pt x="98890" y="1911"/>
                  </a:lnTo>
                  <a:lnTo>
                    <a:pt x="100323" y="2866"/>
                  </a:lnTo>
                  <a:lnTo>
                    <a:pt x="101278" y="2389"/>
                  </a:lnTo>
                  <a:lnTo>
                    <a:pt x="102234" y="478"/>
                  </a:lnTo>
                  <a:lnTo>
                    <a:pt x="103189" y="0"/>
                  </a:lnTo>
                  <a:lnTo>
                    <a:pt x="103189" y="0"/>
                  </a:lnTo>
                  <a:lnTo>
                    <a:pt x="103667" y="956"/>
                  </a:lnTo>
                  <a:lnTo>
                    <a:pt x="102712" y="2866"/>
                  </a:lnTo>
                  <a:lnTo>
                    <a:pt x="101756" y="4777"/>
                  </a:lnTo>
                  <a:lnTo>
                    <a:pt x="100323" y="6210"/>
                  </a:lnTo>
                  <a:lnTo>
                    <a:pt x="99845" y="7166"/>
                  </a:lnTo>
                  <a:lnTo>
                    <a:pt x="99367" y="10510"/>
                  </a:lnTo>
                  <a:lnTo>
                    <a:pt x="99845" y="11943"/>
                  </a:lnTo>
                  <a:lnTo>
                    <a:pt x="99845" y="12899"/>
                  </a:lnTo>
                  <a:lnTo>
                    <a:pt x="100801" y="13376"/>
                  </a:lnTo>
                  <a:lnTo>
                    <a:pt x="102234" y="16721"/>
                  </a:lnTo>
                  <a:lnTo>
                    <a:pt x="103189" y="19587"/>
                  </a:lnTo>
                  <a:lnTo>
                    <a:pt x="104622" y="2197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7" name="Freeform 716">
              <a:extLst>
                <a:ext uri="{FF2B5EF4-FFF2-40B4-BE49-F238E27FC236}">
                  <a16:creationId xmlns:a16="http://schemas.microsoft.com/office/drawing/2014/main" id="{40F795FD-1DD2-4F14-7483-133471E831E4}"/>
                </a:ext>
              </a:extLst>
            </p:cNvPr>
            <p:cNvSpPr/>
            <p:nvPr/>
          </p:nvSpPr>
          <p:spPr>
            <a:xfrm>
              <a:off x="8013605" y="4340769"/>
              <a:ext cx="3821" cy="3821"/>
            </a:xfrm>
            <a:custGeom>
              <a:avLst/>
              <a:gdLst>
                <a:gd name="csX0" fmla="*/ 3821 w 3821"/>
                <a:gd name="csY0" fmla="*/ 1433 h 3821"/>
                <a:gd name="csX1" fmla="*/ 955 w 3821"/>
                <a:gd name="csY1" fmla="*/ 3822 h 3821"/>
                <a:gd name="csX2" fmla="*/ 0 w 3821"/>
                <a:gd name="csY2" fmla="*/ 3822 h 3821"/>
                <a:gd name="csX3" fmla="*/ 955 w 3821"/>
                <a:gd name="csY3" fmla="*/ 956 h 3821"/>
                <a:gd name="csX4" fmla="*/ 1433 w 3821"/>
                <a:gd name="csY4" fmla="*/ 0 h 3821"/>
                <a:gd name="csX5" fmla="*/ 3344 w 3821"/>
                <a:gd name="csY5" fmla="*/ 956 h 3821"/>
                <a:gd name="csX6" fmla="*/ 3821 w 3821"/>
                <a:gd name="csY6" fmla="*/ 1433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3821">
                  <a:moveTo>
                    <a:pt x="3821" y="1433"/>
                  </a:moveTo>
                  <a:lnTo>
                    <a:pt x="955" y="3822"/>
                  </a:lnTo>
                  <a:lnTo>
                    <a:pt x="0" y="3822"/>
                  </a:lnTo>
                  <a:lnTo>
                    <a:pt x="955" y="956"/>
                  </a:lnTo>
                  <a:lnTo>
                    <a:pt x="1433" y="0"/>
                  </a:lnTo>
                  <a:lnTo>
                    <a:pt x="3344" y="956"/>
                  </a:lnTo>
                  <a:lnTo>
                    <a:pt x="382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8" name="Freeform 717">
              <a:extLst>
                <a:ext uri="{FF2B5EF4-FFF2-40B4-BE49-F238E27FC236}">
                  <a16:creationId xmlns:a16="http://schemas.microsoft.com/office/drawing/2014/main" id="{A07D401C-9EE1-F706-0B4E-5B69618599F1}"/>
                </a:ext>
              </a:extLst>
            </p:cNvPr>
            <p:cNvSpPr/>
            <p:nvPr/>
          </p:nvSpPr>
          <p:spPr>
            <a:xfrm>
              <a:off x="8013605" y="4345546"/>
              <a:ext cx="2866" cy="2388"/>
            </a:xfrm>
            <a:custGeom>
              <a:avLst/>
              <a:gdLst>
                <a:gd name="csX0" fmla="*/ 2866 w 2866"/>
                <a:gd name="csY0" fmla="*/ 0 h 2388"/>
                <a:gd name="csX1" fmla="*/ 2866 w 2866"/>
                <a:gd name="csY1" fmla="*/ 956 h 2388"/>
                <a:gd name="csX2" fmla="*/ 2389 w 2866"/>
                <a:gd name="csY2" fmla="*/ 1911 h 2388"/>
                <a:gd name="csX3" fmla="*/ 1433 w 2866"/>
                <a:gd name="csY3" fmla="*/ 2389 h 2388"/>
                <a:gd name="csX4" fmla="*/ 0 w 2866"/>
                <a:gd name="csY4" fmla="*/ 2389 h 2388"/>
                <a:gd name="csX5" fmla="*/ 1433 w 2866"/>
                <a:gd name="csY5" fmla="*/ 1433 h 2388"/>
                <a:gd name="csX6" fmla="*/ 2389 w 2866"/>
                <a:gd name="csY6" fmla="*/ 478 h 2388"/>
                <a:gd name="csX7" fmla="*/ 2866 w 2866"/>
                <a:gd name="csY7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388">
                  <a:moveTo>
                    <a:pt x="2866" y="0"/>
                  </a:moveTo>
                  <a:lnTo>
                    <a:pt x="2866" y="956"/>
                  </a:lnTo>
                  <a:lnTo>
                    <a:pt x="2389" y="1911"/>
                  </a:lnTo>
                  <a:lnTo>
                    <a:pt x="1433" y="2389"/>
                  </a:lnTo>
                  <a:lnTo>
                    <a:pt x="0" y="2389"/>
                  </a:lnTo>
                  <a:lnTo>
                    <a:pt x="1433" y="1433"/>
                  </a:lnTo>
                  <a:lnTo>
                    <a:pt x="2389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" name="Freeform 718">
              <a:extLst>
                <a:ext uri="{FF2B5EF4-FFF2-40B4-BE49-F238E27FC236}">
                  <a16:creationId xmlns:a16="http://schemas.microsoft.com/office/drawing/2014/main" id="{671D5AC9-2CA9-6695-D257-EC24DCEDD815}"/>
                </a:ext>
              </a:extLst>
            </p:cNvPr>
            <p:cNvSpPr/>
            <p:nvPr/>
          </p:nvSpPr>
          <p:spPr>
            <a:xfrm>
              <a:off x="8013605" y="4786013"/>
              <a:ext cx="1911" cy="1433"/>
            </a:xfrm>
            <a:custGeom>
              <a:avLst/>
              <a:gdLst>
                <a:gd name="csX0" fmla="*/ 1911 w 1911"/>
                <a:gd name="csY0" fmla="*/ 0 h 1433"/>
                <a:gd name="csX1" fmla="*/ 1433 w 1911"/>
                <a:gd name="csY1" fmla="*/ 956 h 1433"/>
                <a:gd name="csX2" fmla="*/ 478 w 1911"/>
                <a:gd name="csY2" fmla="*/ 1433 h 1433"/>
                <a:gd name="csX3" fmla="*/ 0 w 1911"/>
                <a:gd name="csY3" fmla="*/ 956 h 1433"/>
                <a:gd name="csX4" fmla="*/ 0 w 1911"/>
                <a:gd name="csY4" fmla="*/ 478 h 1433"/>
                <a:gd name="csX5" fmla="*/ 478 w 1911"/>
                <a:gd name="csY5" fmla="*/ 0 h 1433"/>
                <a:gd name="csX6" fmla="*/ 1433 w 1911"/>
                <a:gd name="csY6" fmla="*/ 0 h 1433"/>
                <a:gd name="csX7" fmla="*/ 1911 w 1911"/>
                <a:gd name="csY7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433">
                  <a:moveTo>
                    <a:pt x="1911" y="0"/>
                  </a:moveTo>
                  <a:lnTo>
                    <a:pt x="1433" y="956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" name="Freeform 719">
              <a:extLst>
                <a:ext uri="{FF2B5EF4-FFF2-40B4-BE49-F238E27FC236}">
                  <a16:creationId xmlns:a16="http://schemas.microsoft.com/office/drawing/2014/main" id="{9FBD02CC-2BC4-B6F7-CA29-E4D5DDD368B2}"/>
                </a:ext>
              </a:extLst>
            </p:cNvPr>
            <p:cNvSpPr/>
            <p:nvPr/>
          </p:nvSpPr>
          <p:spPr>
            <a:xfrm>
              <a:off x="8014083" y="4333603"/>
              <a:ext cx="955" cy="955"/>
            </a:xfrm>
            <a:custGeom>
              <a:avLst/>
              <a:gdLst>
                <a:gd name="csX0" fmla="*/ 478 w 955"/>
                <a:gd name="csY0" fmla="*/ 0 h 955"/>
                <a:gd name="csX1" fmla="*/ 955 w 955"/>
                <a:gd name="csY1" fmla="*/ 956 h 955"/>
                <a:gd name="csX2" fmla="*/ 0 w 955"/>
                <a:gd name="csY2" fmla="*/ 0 h 955"/>
                <a:gd name="csX3" fmla="*/ 478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478" y="0"/>
                  </a:moveTo>
                  <a:lnTo>
                    <a:pt x="955" y="956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" name="Freeform 720">
              <a:extLst>
                <a:ext uri="{FF2B5EF4-FFF2-40B4-BE49-F238E27FC236}">
                  <a16:creationId xmlns:a16="http://schemas.microsoft.com/office/drawing/2014/main" id="{059641C5-E7DC-D18A-FDBF-4212ECAD9EAE}"/>
                </a:ext>
              </a:extLst>
            </p:cNvPr>
            <p:cNvSpPr/>
            <p:nvPr/>
          </p:nvSpPr>
          <p:spPr>
            <a:xfrm>
              <a:off x="8011216" y="4332648"/>
              <a:ext cx="1432" cy="1911"/>
            </a:xfrm>
            <a:custGeom>
              <a:avLst/>
              <a:gdLst>
                <a:gd name="csX0" fmla="*/ 0 w 1432"/>
                <a:gd name="csY0" fmla="*/ 0 h 1911"/>
                <a:gd name="csX1" fmla="*/ 1433 w 1432"/>
                <a:gd name="csY1" fmla="*/ 1911 h 1911"/>
                <a:gd name="csX2" fmla="*/ 1433 w 1432"/>
                <a:gd name="csY2" fmla="*/ 1911 h 1911"/>
                <a:gd name="csX3" fmla="*/ 0 w 1432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1911">
                  <a:moveTo>
                    <a:pt x="0" y="0"/>
                  </a:moveTo>
                  <a:lnTo>
                    <a:pt x="1433" y="1911"/>
                  </a:lnTo>
                  <a:lnTo>
                    <a:pt x="1433" y="19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" name="Freeform 721">
              <a:extLst>
                <a:ext uri="{FF2B5EF4-FFF2-40B4-BE49-F238E27FC236}">
                  <a16:creationId xmlns:a16="http://schemas.microsoft.com/office/drawing/2014/main" id="{18721C5B-6B07-F5F0-FFDD-01D7DDF45F6C}"/>
                </a:ext>
              </a:extLst>
            </p:cNvPr>
            <p:cNvSpPr/>
            <p:nvPr/>
          </p:nvSpPr>
          <p:spPr>
            <a:xfrm>
              <a:off x="7997362" y="3677203"/>
              <a:ext cx="12898" cy="9554"/>
            </a:xfrm>
            <a:custGeom>
              <a:avLst/>
              <a:gdLst>
                <a:gd name="csX0" fmla="*/ 12898 w 12898"/>
                <a:gd name="csY0" fmla="*/ 9555 h 9554"/>
                <a:gd name="csX1" fmla="*/ 12898 w 12898"/>
                <a:gd name="csY1" fmla="*/ 9555 h 9554"/>
                <a:gd name="csX2" fmla="*/ 10988 w 12898"/>
                <a:gd name="csY2" fmla="*/ 8121 h 9554"/>
                <a:gd name="csX3" fmla="*/ 9077 w 12898"/>
                <a:gd name="csY3" fmla="*/ 6688 h 9554"/>
                <a:gd name="csX4" fmla="*/ 7166 w 12898"/>
                <a:gd name="csY4" fmla="*/ 3822 h 9554"/>
                <a:gd name="csX5" fmla="*/ 5255 w 12898"/>
                <a:gd name="csY5" fmla="*/ 2389 h 9554"/>
                <a:gd name="csX6" fmla="*/ 2389 w 12898"/>
                <a:gd name="csY6" fmla="*/ 478 h 9554"/>
                <a:gd name="csX7" fmla="*/ 0 w 12898"/>
                <a:gd name="csY7" fmla="*/ 0 h 9554"/>
                <a:gd name="csX8" fmla="*/ 2389 w 12898"/>
                <a:gd name="csY8" fmla="*/ 478 h 9554"/>
                <a:gd name="csX9" fmla="*/ 5255 w 12898"/>
                <a:gd name="csY9" fmla="*/ 2389 h 9554"/>
                <a:gd name="csX10" fmla="*/ 7166 w 12898"/>
                <a:gd name="csY10" fmla="*/ 3822 h 9554"/>
                <a:gd name="csX11" fmla="*/ 9077 w 12898"/>
                <a:gd name="csY11" fmla="*/ 6688 h 9554"/>
                <a:gd name="csX12" fmla="*/ 10988 w 12898"/>
                <a:gd name="csY12" fmla="*/ 8121 h 9554"/>
                <a:gd name="csX13" fmla="*/ 12898 w 12898"/>
                <a:gd name="csY13" fmla="*/ 95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898" h="9554">
                  <a:moveTo>
                    <a:pt x="12898" y="9555"/>
                  </a:moveTo>
                  <a:lnTo>
                    <a:pt x="12898" y="9555"/>
                  </a:lnTo>
                  <a:lnTo>
                    <a:pt x="10988" y="8121"/>
                  </a:lnTo>
                  <a:lnTo>
                    <a:pt x="9077" y="6688"/>
                  </a:lnTo>
                  <a:lnTo>
                    <a:pt x="7166" y="3822"/>
                  </a:lnTo>
                  <a:lnTo>
                    <a:pt x="5255" y="2389"/>
                  </a:lnTo>
                  <a:lnTo>
                    <a:pt x="2389" y="478"/>
                  </a:lnTo>
                  <a:lnTo>
                    <a:pt x="0" y="0"/>
                  </a:lnTo>
                  <a:lnTo>
                    <a:pt x="2389" y="478"/>
                  </a:lnTo>
                  <a:lnTo>
                    <a:pt x="5255" y="2389"/>
                  </a:lnTo>
                  <a:lnTo>
                    <a:pt x="7166" y="3822"/>
                  </a:lnTo>
                  <a:lnTo>
                    <a:pt x="9077" y="6688"/>
                  </a:lnTo>
                  <a:lnTo>
                    <a:pt x="10988" y="8121"/>
                  </a:lnTo>
                  <a:lnTo>
                    <a:pt x="12898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" name="Freeform 722">
              <a:extLst>
                <a:ext uri="{FF2B5EF4-FFF2-40B4-BE49-F238E27FC236}">
                  <a16:creationId xmlns:a16="http://schemas.microsoft.com/office/drawing/2014/main" id="{6DF6E2D4-FF06-F1AB-6025-83BCF53AC4DA}"/>
                </a:ext>
              </a:extLst>
            </p:cNvPr>
            <p:cNvSpPr/>
            <p:nvPr/>
          </p:nvSpPr>
          <p:spPr>
            <a:xfrm>
              <a:off x="8007394" y="4544760"/>
              <a:ext cx="2388" cy="1910"/>
            </a:xfrm>
            <a:custGeom>
              <a:avLst/>
              <a:gdLst>
                <a:gd name="csX0" fmla="*/ 2389 w 2388"/>
                <a:gd name="csY0" fmla="*/ 0 h 1910"/>
                <a:gd name="csX1" fmla="*/ 1433 w 2388"/>
                <a:gd name="csY1" fmla="*/ 956 h 1910"/>
                <a:gd name="csX2" fmla="*/ 0 w 2388"/>
                <a:gd name="csY2" fmla="*/ 1911 h 1910"/>
                <a:gd name="csX3" fmla="*/ 0 w 2388"/>
                <a:gd name="csY3" fmla="*/ 956 h 1910"/>
                <a:gd name="csX4" fmla="*/ 1433 w 2388"/>
                <a:gd name="csY4" fmla="*/ 478 h 1910"/>
                <a:gd name="csX5" fmla="*/ 1911 w 2388"/>
                <a:gd name="csY5" fmla="*/ 0 h 1910"/>
                <a:gd name="csX6" fmla="*/ 2389 w 2388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910">
                  <a:moveTo>
                    <a:pt x="2389" y="0"/>
                  </a:moveTo>
                  <a:lnTo>
                    <a:pt x="1433" y="956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" name="Freeform 723">
              <a:extLst>
                <a:ext uri="{FF2B5EF4-FFF2-40B4-BE49-F238E27FC236}">
                  <a16:creationId xmlns:a16="http://schemas.microsoft.com/office/drawing/2014/main" id="{2370B6BC-E2DA-8230-2BF9-4B9F28B65B34}"/>
                </a:ext>
              </a:extLst>
            </p:cNvPr>
            <p:cNvSpPr/>
            <p:nvPr/>
          </p:nvSpPr>
          <p:spPr>
            <a:xfrm>
              <a:off x="8004050" y="4348891"/>
              <a:ext cx="2866" cy="2388"/>
            </a:xfrm>
            <a:custGeom>
              <a:avLst/>
              <a:gdLst>
                <a:gd name="csX0" fmla="*/ 2866 w 2866"/>
                <a:gd name="csY0" fmla="*/ 956 h 2388"/>
                <a:gd name="csX1" fmla="*/ 2866 w 2866"/>
                <a:gd name="csY1" fmla="*/ 956 h 2388"/>
                <a:gd name="csX2" fmla="*/ 2389 w 2866"/>
                <a:gd name="csY2" fmla="*/ 1911 h 2388"/>
                <a:gd name="csX3" fmla="*/ 2389 w 2866"/>
                <a:gd name="csY3" fmla="*/ 2389 h 2388"/>
                <a:gd name="csX4" fmla="*/ 1433 w 2866"/>
                <a:gd name="csY4" fmla="*/ 2389 h 2388"/>
                <a:gd name="csX5" fmla="*/ 0 w 2866"/>
                <a:gd name="csY5" fmla="*/ 478 h 2388"/>
                <a:gd name="csX6" fmla="*/ 478 w 2866"/>
                <a:gd name="csY6" fmla="*/ 0 h 2388"/>
                <a:gd name="csX7" fmla="*/ 2389 w 2866"/>
                <a:gd name="csY7" fmla="*/ 478 h 2388"/>
                <a:gd name="csX8" fmla="*/ 2866 w 2866"/>
                <a:gd name="csY8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388">
                  <a:moveTo>
                    <a:pt x="2866" y="956"/>
                  </a:moveTo>
                  <a:lnTo>
                    <a:pt x="2866" y="956"/>
                  </a:lnTo>
                  <a:lnTo>
                    <a:pt x="2389" y="1911"/>
                  </a:lnTo>
                  <a:lnTo>
                    <a:pt x="2389" y="2389"/>
                  </a:lnTo>
                  <a:lnTo>
                    <a:pt x="1433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" name="Freeform 724">
              <a:extLst>
                <a:ext uri="{FF2B5EF4-FFF2-40B4-BE49-F238E27FC236}">
                  <a16:creationId xmlns:a16="http://schemas.microsoft.com/office/drawing/2014/main" id="{91BC3FC6-B383-FE51-BD74-791186780663}"/>
                </a:ext>
              </a:extLst>
            </p:cNvPr>
            <p:cNvSpPr/>
            <p:nvPr/>
          </p:nvSpPr>
          <p:spPr>
            <a:xfrm>
              <a:off x="8000706" y="4786969"/>
              <a:ext cx="3344" cy="2388"/>
            </a:xfrm>
            <a:custGeom>
              <a:avLst/>
              <a:gdLst>
                <a:gd name="csX0" fmla="*/ 3344 w 3344"/>
                <a:gd name="csY0" fmla="*/ 478 h 2388"/>
                <a:gd name="csX1" fmla="*/ 2867 w 3344"/>
                <a:gd name="csY1" fmla="*/ 1911 h 2388"/>
                <a:gd name="csX2" fmla="*/ 2389 w 3344"/>
                <a:gd name="csY2" fmla="*/ 2389 h 2388"/>
                <a:gd name="csX3" fmla="*/ 1433 w 3344"/>
                <a:gd name="csY3" fmla="*/ 1911 h 2388"/>
                <a:gd name="csX4" fmla="*/ 478 w 3344"/>
                <a:gd name="csY4" fmla="*/ 1433 h 2388"/>
                <a:gd name="csX5" fmla="*/ 0 w 3344"/>
                <a:gd name="csY5" fmla="*/ 955 h 2388"/>
                <a:gd name="csX6" fmla="*/ 0 w 3344"/>
                <a:gd name="csY6" fmla="*/ 478 h 2388"/>
                <a:gd name="csX7" fmla="*/ 956 w 3344"/>
                <a:gd name="csY7" fmla="*/ 0 h 2388"/>
                <a:gd name="csX8" fmla="*/ 3344 w 3344"/>
                <a:gd name="csY8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2388">
                  <a:moveTo>
                    <a:pt x="3344" y="478"/>
                  </a:moveTo>
                  <a:lnTo>
                    <a:pt x="2867" y="1911"/>
                  </a:lnTo>
                  <a:lnTo>
                    <a:pt x="2389" y="2389"/>
                  </a:lnTo>
                  <a:lnTo>
                    <a:pt x="1433" y="1911"/>
                  </a:lnTo>
                  <a:lnTo>
                    <a:pt x="478" y="1433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" name="Freeform 725">
              <a:extLst>
                <a:ext uri="{FF2B5EF4-FFF2-40B4-BE49-F238E27FC236}">
                  <a16:creationId xmlns:a16="http://schemas.microsoft.com/office/drawing/2014/main" id="{DEA0B755-96F6-AF72-FA44-E9DCF6EFE88A}"/>
                </a:ext>
              </a:extLst>
            </p:cNvPr>
            <p:cNvSpPr/>
            <p:nvPr/>
          </p:nvSpPr>
          <p:spPr>
            <a:xfrm>
              <a:off x="7997362" y="3888359"/>
              <a:ext cx="6210" cy="1911"/>
            </a:xfrm>
            <a:custGeom>
              <a:avLst/>
              <a:gdLst>
                <a:gd name="csX0" fmla="*/ 6211 w 6210"/>
                <a:gd name="csY0" fmla="*/ 0 h 1911"/>
                <a:gd name="csX1" fmla="*/ 3822 w 6210"/>
                <a:gd name="csY1" fmla="*/ 478 h 1911"/>
                <a:gd name="csX2" fmla="*/ 2389 w 6210"/>
                <a:gd name="csY2" fmla="*/ 956 h 1911"/>
                <a:gd name="csX3" fmla="*/ 0 w 6210"/>
                <a:gd name="csY3" fmla="*/ 1911 h 1911"/>
                <a:gd name="csX4" fmla="*/ 2389 w 6210"/>
                <a:gd name="csY4" fmla="*/ 956 h 1911"/>
                <a:gd name="csX5" fmla="*/ 3822 w 6210"/>
                <a:gd name="csY5" fmla="*/ 478 h 1911"/>
                <a:gd name="csX6" fmla="*/ 6211 w 6210"/>
                <a:gd name="csY6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1911">
                  <a:moveTo>
                    <a:pt x="6211" y="0"/>
                  </a:moveTo>
                  <a:lnTo>
                    <a:pt x="3822" y="478"/>
                  </a:lnTo>
                  <a:lnTo>
                    <a:pt x="2389" y="956"/>
                  </a:lnTo>
                  <a:lnTo>
                    <a:pt x="0" y="1911"/>
                  </a:lnTo>
                  <a:lnTo>
                    <a:pt x="2389" y="956"/>
                  </a:lnTo>
                  <a:lnTo>
                    <a:pt x="3822" y="478"/>
                  </a:lnTo>
                  <a:lnTo>
                    <a:pt x="62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" name="Freeform 726">
              <a:extLst>
                <a:ext uri="{FF2B5EF4-FFF2-40B4-BE49-F238E27FC236}">
                  <a16:creationId xmlns:a16="http://schemas.microsoft.com/office/drawing/2014/main" id="{8EA6DC9F-9402-A320-0AE0-EBA258E40EDD}"/>
                </a:ext>
              </a:extLst>
            </p:cNvPr>
            <p:cNvSpPr/>
            <p:nvPr/>
          </p:nvSpPr>
          <p:spPr>
            <a:xfrm>
              <a:off x="8001184" y="4347458"/>
              <a:ext cx="1910" cy="2866"/>
            </a:xfrm>
            <a:custGeom>
              <a:avLst/>
              <a:gdLst>
                <a:gd name="csX0" fmla="*/ 1433 w 1910"/>
                <a:gd name="csY0" fmla="*/ 1433 h 2866"/>
                <a:gd name="csX1" fmla="*/ 1910 w 1910"/>
                <a:gd name="csY1" fmla="*/ 2389 h 2866"/>
                <a:gd name="csX2" fmla="*/ 1433 w 1910"/>
                <a:gd name="csY2" fmla="*/ 2866 h 2866"/>
                <a:gd name="csX3" fmla="*/ 478 w 1910"/>
                <a:gd name="csY3" fmla="*/ 1911 h 2866"/>
                <a:gd name="csX4" fmla="*/ 0 w 1910"/>
                <a:gd name="csY4" fmla="*/ 1433 h 2866"/>
                <a:gd name="csX5" fmla="*/ 478 w 1910"/>
                <a:gd name="csY5" fmla="*/ 0 h 2866"/>
                <a:gd name="csX6" fmla="*/ 1433 w 1910"/>
                <a:gd name="csY6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2866">
                  <a:moveTo>
                    <a:pt x="1433" y="1433"/>
                  </a:moveTo>
                  <a:lnTo>
                    <a:pt x="1910" y="2389"/>
                  </a:lnTo>
                  <a:lnTo>
                    <a:pt x="1433" y="2866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7D475D45-19B4-DCC9-F4B7-AA66B5D51A53}"/>
                </a:ext>
              </a:extLst>
            </p:cNvPr>
            <p:cNvSpPr/>
            <p:nvPr/>
          </p:nvSpPr>
          <p:spPr>
            <a:xfrm>
              <a:off x="7968698" y="4761649"/>
              <a:ext cx="33441" cy="28663"/>
            </a:xfrm>
            <a:custGeom>
              <a:avLst/>
              <a:gdLst>
                <a:gd name="csX0" fmla="*/ 33441 w 33441"/>
                <a:gd name="csY0" fmla="*/ 19587 h 28663"/>
                <a:gd name="csX1" fmla="*/ 32008 w 33441"/>
                <a:gd name="csY1" fmla="*/ 20065 h 28663"/>
                <a:gd name="csX2" fmla="*/ 31052 w 33441"/>
                <a:gd name="csY2" fmla="*/ 21020 h 28663"/>
                <a:gd name="csX3" fmla="*/ 30575 w 33441"/>
                <a:gd name="csY3" fmla="*/ 21976 h 28663"/>
                <a:gd name="csX4" fmla="*/ 29141 w 33441"/>
                <a:gd name="csY4" fmla="*/ 25320 h 28663"/>
                <a:gd name="csX5" fmla="*/ 29619 w 33441"/>
                <a:gd name="csY5" fmla="*/ 25798 h 28663"/>
                <a:gd name="csX6" fmla="*/ 30097 w 33441"/>
                <a:gd name="csY6" fmla="*/ 27231 h 28663"/>
                <a:gd name="csX7" fmla="*/ 30575 w 33441"/>
                <a:gd name="csY7" fmla="*/ 28664 h 28663"/>
                <a:gd name="csX8" fmla="*/ 29141 w 33441"/>
                <a:gd name="csY8" fmla="*/ 28664 h 28663"/>
                <a:gd name="csX9" fmla="*/ 28186 w 33441"/>
                <a:gd name="csY9" fmla="*/ 28186 h 28663"/>
                <a:gd name="csX10" fmla="*/ 26753 w 33441"/>
                <a:gd name="csY10" fmla="*/ 27709 h 28663"/>
                <a:gd name="csX11" fmla="*/ 26275 w 33441"/>
                <a:gd name="csY11" fmla="*/ 27231 h 28663"/>
                <a:gd name="csX12" fmla="*/ 24842 w 33441"/>
                <a:gd name="csY12" fmla="*/ 26753 h 28663"/>
                <a:gd name="csX13" fmla="*/ 23886 w 33441"/>
                <a:gd name="csY13" fmla="*/ 26275 h 28663"/>
                <a:gd name="csX14" fmla="*/ 21975 w 33441"/>
                <a:gd name="csY14" fmla="*/ 25320 h 28663"/>
                <a:gd name="csX15" fmla="*/ 19587 w 33441"/>
                <a:gd name="csY15" fmla="*/ 24364 h 28663"/>
                <a:gd name="csX16" fmla="*/ 17198 w 33441"/>
                <a:gd name="csY16" fmla="*/ 23886 h 28663"/>
                <a:gd name="csX17" fmla="*/ 15765 w 33441"/>
                <a:gd name="csY17" fmla="*/ 22453 h 28663"/>
                <a:gd name="csX18" fmla="*/ 15287 w 33441"/>
                <a:gd name="csY18" fmla="*/ 20543 h 28663"/>
                <a:gd name="csX19" fmla="*/ 15765 w 33441"/>
                <a:gd name="csY19" fmla="*/ 18154 h 28663"/>
                <a:gd name="csX20" fmla="*/ 15287 w 33441"/>
                <a:gd name="csY20" fmla="*/ 17198 h 28663"/>
                <a:gd name="csX21" fmla="*/ 14332 w 33441"/>
                <a:gd name="csY21" fmla="*/ 16721 h 28663"/>
                <a:gd name="csX22" fmla="*/ 13377 w 33441"/>
                <a:gd name="csY22" fmla="*/ 14810 h 28663"/>
                <a:gd name="csX23" fmla="*/ 12898 w 33441"/>
                <a:gd name="csY23" fmla="*/ 12421 h 28663"/>
                <a:gd name="csX24" fmla="*/ 11466 w 33441"/>
                <a:gd name="csY24" fmla="*/ 11466 h 28663"/>
                <a:gd name="csX25" fmla="*/ 9077 w 33441"/>
                <a:gd name="csY25" fmla="*/ 10988 h 28663"/>
                <a:gd name="csX26" fmla="*/ 8121 w 33441"/>
                <a:gd name="csY26" fmla="*/ 10510 h 28663"/>
                <a:gd name="csX27" fmla="*/ 4300 w 33441"/>
                <a:gd name="csY27" fmla="*/ 11466 h 28663"/>
                <a:gd name="csX28" fmla="*/ 3344 w 33441"/>
                <a:gd name="csY28" fmla="*/ 10988 h 28663"/>
                <a:gd name="csX29" fmla="*/ 2389 w 33441"/>
                <a:gd name="csY29" fmla="*/ 10510 h 28663"/>
                <a:gd name="csX30" fmla="*/ 0 w 33441"/>
                <a:gd name="csY30" fmla="*/ 10032 h 28663"/>
                <a:gd name="csX31" fmla="*/ 0 w 33441"/>
                <a:gd name="csY31" fmla="*/ 8599 h 28663"/>
                <a:gd name="csX32" fmla="*/ 955 w 33441"/>
                <a:gd name="csY32" fmla="*/ 7644 h 28663"/>
                <a:gd name="csX33" fmla="*/ 3344 w 33441"/>
                <a:gd name="csY33" fmla="*/ 6688 h 28663"/>
                <a:gd name="csX34" fmla="*/ 4777 w 33441"/>
                <a:gd name="csY34" fmla="*/ 5733 h 28663"/>
                <a:gd name="csX35" fmla="*/ 4777 w 33441"/>
                <a:gd name="csY35" fmla="*/ 4777 h 28663"/>
                <a:gd name="csX36" fmla="*/ 4300 w 33441"/>
                <a:gd name="csY36" fmla="*/ 3822 h 28663"/>
                <a:gd name="csX37" fmla="*/ 4777 w 33441"/>
                <a:gd name="csY37" fmla="*/ 2867 h 28663"/>
                <a:gd name="csX38" fmla="*/ 5255 w 33441"/>
                <a:gd name="csY38" fmla="*/ 1911 h 28663"/>
                <a:gd name="csX39" fmla="*/ 6211 w 33441"/>
                <a:gd name="csY39" fmla="*/ 1433 h 28663"/>
                <a:gd name="csX40" fmla="*/ 9077 w 33441"/>
                <a:gd name="csY40" fmla="*/ 478 h 28663"/>
                <a:gd name="csX41" fmla="*/ 10032 w 33441"/>
                <a:gd name="csY41" fmla="*/ 1911 h 28663"/>
                <a:gd name="csX42" fmla="*/ 10510 w 33441"/>
                <a:gd name="csY42" fmla="*/ 3344 h 28663"/>
                <a:gd name="csX43" fmla="*/ 10988 w 33441"/>
                <a:gd name="csY43" fmla="*/ 4300 h 28663"/>
                <a:gd name="csX44" fmla="*/ 12421 w 33441"/>
                <a:gd name="csY44" fmla="*/ 2867 h 28663"/>
                <a:gd name="csX45" fmla="*/ 11466 w 33441"/>
                <a:gd name="csY45" fmla="*/ 478 h 28663"/>
                <a:gd name="csX46" fmla="*/ 13377 w 33441"/>
                <a:gd name="csY46" fmla="*/ 0 h 28663"/>
                <a:gd name="csX47" fmla="*/ 15287 w 33441"/>
                <a:gd name="csY47" fmla="*/ 0 h 28663"/>
                <a:gd name="csX48" fmla="*/ 16721 w 33441"/>
                <a:gd name="csY48" fmla="*/ 956 h 28663"/>
                <a:gd name="csX49" fmla="*/ 17676 w 33441"/>
                <a:gd name="csY49" fmla="*/ 1911 h 28663"/>
                <a:gd name="csX50" fmla="*/ 18154 w 33441"/>
                <a:gd name="csY50" fmla="*/ 2867 h 28663"/>
                <a:gd name="csX51" fmla="*/ 18632 w 33441"/>
                <a:gd name="csY51" fmla="*/ 4300 h 28663"/>
                <a:gd name="csX52" fmla="*/ 19587 w 33441"/>
                <a:gd name="csY52" fmla="*/ 5255 h 28663"/>
                <a:gd name="csX53" fmla="*/ 20543 w 33441"/>
                <a:gd name="csY53" fmla="*/ 6688 h 28663"/>
                <a:gd name="csX54" fmla="*/ 21498 w 33441"/>
                <a:gd name="csY54" fmla="*/ 12421 h 28663"/>
                <a:gd name="csX55" fmla="*/ 24364 w 33441"/>
                <a:gd name="csY55" fmla="*/ 17676 h 28663"/>
                <a:gd name="csX56" fmla="*/ 33441 w 33441"/>
                <a:gd name="csY56" fmla="*/ 19587 h 2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3441" h="28663">
                  <a:moveTo>
                    <a:pt x="33441" y="19587"/>
                  </a:moveTo>
                  <a:lnTo>
                    <a:pt x="32008" y="20065"/>
                  </a:lnTo>
                  <a:lnTo>
                    <a:pt x="31052" y="21020"/>
                  </a:lnTo>
                  <a:lnTo>
                    <a:pt x="30575" y="21976"/>
                  </a:lnTo>
                  <a:lnTo>
                    <a:pt x="29141" y="25320"/>
                  </a:lnTo>
                  <a:lnTo>
                    <a:pt x="29619" y="25798"/>
                  </a:lnTo>
                  <a:lnTo>
                    <a:pt x="30097" y="27231"/>
                  </a:lnTo>
                  <a:lnTo>
                    <a:pt x="30575" y="28664"/>
                  </a:lnTo>
                  <a:lnTo>
                    <a:pt x="29141" y="28664"/>
                  </a:lnTo>
                  <a:lnTo>
                    <a:pt x="28186" y="28186"/>
                  </a:lnTo>
                  <a:lnTo>
                    <a:pt x="26753" y="27709"/>
                  </a:lnTo>
                  <a:lnTo>
                    <a:pt x="26275" y="27231"/>
                  </a:lnTo>
                  <a:lnTo>
                    <a:pt x="24842" y="26753"/>
                  </a:lnTo>
                  <a:lnTo>
                    <a:pt x="23886" y="26275"/>
                  </a:lnTo>
                  <a:lnTo>
                    <a:pt x="21975" y="25320"/>
                  </a:lnTo>
                  <a:lnTo>
                    <a:pt x="19587" y="24364"/>
                  </a:lnTo>
                  <a:lnTo>
                    <a:pt x="17198" y="23886"/>
                  </a:lnTo>
                  <a:lnTo>
                    <a:pt x="15765" y="22453"/>
                  </a:lnTo>
                  <a:lnTo>
                    <a:pt x="15287" y="20543"/>
                  </a:lnTo>
                  <a:lnTo>
                    <a:pt x="15765" y="18154"/>
                  </a:lnTo>
                  <a:lnTo>
                    <a:pt x="15287" y="17198"/>
                  </a:lnTo>
                  <a:lnTo>
                    <a:pt x="14332" y="16721"/>
                  </a:lnTo>
                  <a:lnTo>
                    <a:pt x="13377" y="14810"/>
                  </a:lnTo>
                  <a:lnTo>
                    <a:pt x="12898" y="12421"/>
                  </a:lnTo>
                  <a:lnTo>
                    <a:pt x="11466" y="11466"/>
                  </a:lnTo>
                  <a:lnTo>
                    <a:pt x="9077" y="10988"/>
                  </a:lnTo>
                  <a:lnTo>
                    <a:pt x="8121" y="10510"/>
                  </a:lnTo>
                  <a:lnTo>
                    <a:pt x="4300" y="11466"/>
                  </a:lnTo>
                  <a:lnTo>
                    <a:pt x="3344" y="10988"/>
                  </a:lnTo>
                  <a:lnTo>
                    <a:pt x="2389" y="10510"/>
                  </a:lnTo>
                  <a:lnTo>
                    <a:pt x="0" y="10032"/>
                  </a:lnTo>
                  <a:lnTo>
                    <a:pt x="0" y="8599"/>
                  </a:lnTo>
                  <a:lnTo>
                    <a:pt x="955" y="7644"/>
                  </a:lnTo>
                  <a:lnTo>
                    <a:pt x="3344" y="6688"/>
                  </a:lnTo>
                  <a:lnTo>
                    <a:pt x="4777" y="5733"/>
                  </a:lnTo>
                  <a:lnTo>
                    <a:pt x="4777" y="4777"/>
                  </a:lnTo>
                  <a:lnTo>
                    <a:pt x="4300" y="3822"/>
                  </a:lnTo>
                  <a:lnTo>
                    <a:pt x="4777" y="2867"/>
                  </a:lnTo>
                  <a:lnTo>
                    <a:pt x="5255" y="1911"/>
                  </a:lnTo>
                  <a:lnTo>
                    <a:pt x="6211" y="1433"/>
                  </a:lnTo>
                  <a:lnTo>
                    <a:pt x="9077" y="478"/>
                  </a:lnTo>
                  <a:lnTo>
                    <a:pt x="10032" y="1911"/>
                  </a:lnTo>
                  <a:lnTo>
                    <a:pt x="10510" y="3344"/>
                  </a:lnTo>
                  <a:lnTo>
                    <a:pt x="10988" y="4300"/>
                  </a:lnTo>
                  <a:lnTo>
                    <a:pt x="12421" y="2867"/>
                  </a:lnTo>
                  <a:lnTo>
                    <a:pt x="11466" y="478"/>
                  </a:lnTo>
                  <a:lnTo>
                    <a:pt x="13377" y="0"/>
                  </a:lnTo>
                  <a:lnTo>
                    <a:pt x="15287" y="0"/>
                  </a:lnTo>
                  <a:lnTo>
                    <a:pt x="16721" y="956"/>
                  </a:lnTo>
                  <a:lnTo>
                    <a:pt x="17676" y="1911"/>
                  </a:lnTo>
                  <a:lnTo>
                    <a:pt x="18154" y="2867"/>
                  </a:lnTo>
                  <a:lnTo>
                    <a:pt x="18632" y="4300"/>
                  </a:lnTo>
                  <a:lnTo>
                    <a:pt x="19587" y="5255"/>
                  </a:lnTo>
                  <a:lnTo>
                    <a:pt x="20543" y="6688"/>
                  </a:lnTo>
                  <a:lnTo>
                    <a:pt x="21498" y="12421"/>
                  </a:lnTo>
                  <a:lnTo>
                    <a:pt x="24364" y="17676"/>
                  </a:lnTo>
                  <a:lnTo>
                    <a:pt x="33441" y="195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9" name="Freeform 728">
              <a:extLst>
                <a:ext uri="{FF2B5EF4-FFF2-40B4-BE49-F238E27FC236}">
                  <a16:creationId xmlns:a16="http://schemas.microsoft.com/office/drawing/2014/main" id="{775A6069-CCEE-5609-FA6A-7BA7359B9402}"/>
                </a:ext>
              </a:extLst>
            </p:cNvPr>
            <p:cNvSpPr/>
            <p:nvPr/>
          </p:nvSpPr>
          <p:spPr>
            <a:xfrm>
              <a:off x="7999751" y="4311628"/>
              <a:ext cx="1433" cy="2866"/>
            </a:xfrm>
            <a:custGeom>
              <a:avLst/>
              <a:gdLst>
                <a:gd name="csX0" fmla="*/ 1433 w 1433"/>
                <a:gd name="csY0" fmla="*/ 0 h 2866"/>
                <a:gd name="csX1" fmla="*/ 955 w 1433"/>
                <a:gd name="csY1" fmla="*/ 1433 h 2866"/>
                <a:gd name="csX2" fmla="*/ 0 w 1433"/>
                <a:gd name="csY2" fmla="*/ 2866 h 2866"/>
                <a:gd name="csX3" fmla="*/ 478 w 1433"/>
                <a:gd name="csY3" fmla="*/ 1433 h 2866"/>
                <a:gd name="csX4" fmla="*/ 1433 w 1433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866">
                  <a:moveTo>
                    <a:pt x="1433" y="0"/>
                  </a:moveTo>
                  <a:lnTo>
                    <a:pt x="955" y="1433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" name="Freeform 729">
              <a:extLst>
                <a:ext uri="{FF2B5EF4-FFF2-40B4-BE49-F238E27FC236}">
                  <a16:creationId xmlns:a16="http://schemas.microsoft.com/office/drawing/2014/main" id="{4075526A-6C90-3E3E-0ACF-24DDEF301E5B}"/>
                </a:ext>
              </a:extLst>
            </p:cNvPr>
            <p:cNvSpPr/>
            <p:nvPr/>
          </p:nvSpPr>
          <p:spPr>
            <a:xfrm>
              <a:off x="7986374" y="2362969"/>
              <a:ext cx="13854" cy="12898"/>
            </a:xfrm>
            <a:custGeom>
              <a:avLst/>
              <a:gdLst>
                <a:gd name="csX0" fmla="*/ 13854 w 13854"/>
                <a:gd name="csY0" fmla="*/ 4300 h 12898"/>
                <a:gd name="csX1" fmla="*/ 13854 w 13854"/>
                <a:gd name="csY1" fmla="*/ 6688 h 12898"/>
                <a:gd name="csX2" fmla="*/ 12899 w 13854"/>
                <a:gd name="csY2" fmla="*/ 6688 h 12898"/>
                <a:gd name="csX3" fmla="*/ 9555 w 13854"/>
                <a:gd name="csY3" fmla="*/ 7166 h 12898"/>
                <a:gd name="csX4" fmla="*/ 8599 w 13854"/>
                <a:gd name="csY4" fmla="*/ 8599 h 12898"/>
                <a:gd name="csX5" fmla="*/ 4777 w 13854"/>
                <a:gd name="csY5" fmla="*/ 11943 h 12898"/>
                <a:gd name="csX6" fmla="*/ 2389 w 13854"/>
                <a:gd name="csY6" fmla="*/ 12899 h 12898"/>
                <a:gd name="csX7" fmla="*/ 0 w 13854"/>
                <a:gd name="csY7" fmla="*/ 10988 h 12898"/>
                <a:gd name="csX8" fmla="*/ 478 w 13854"/>
                <a:gd name="csY8" fmla="*/ 6688 h 12898"/>
                <a:gd name="csX9" fmla="*/ 6211 w 13854"/>
                <a:gd name="csY9" fmla="*/ 6210 h 12898"/>
                <a:gd name="csX10" fmla="*/ 8599 w 13854"/>
                <a:gd name="csY10" fmla="*/ 0 h 12898"/>
                <a:gd name="csX11" fmla="*/ 11943 w 13854"/>
                <a:gd name="csY11" fmla="*/ 478 h 12898"/>
                <a:gd name="csX12" fmla="*/ 13377 w 13854"/>
                <a:gd name="csY12" fmla="*/ 2389 h 12898"/>
                <a:gd name="csX13" fmla="*/ 13854 w 13854"/>
                <a:gd name="csY13" fmla="*/ 4300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3854" h="12898">
                  <a:moveTo>
                    <a:pt x="13854" y="4300"/>
                  </a:moveTo>
                  <a:lnTo>
                    <a:pt x="13854" y="6688"/>
                  </a:lnTo>
                  <a:lnTo>
                    <a:pt x="12899" y="6688"/>
                  </a:lnTo>
                  <a:lnTo>
                    <a:pt x="9555" y="7166"/>
                  </a:lnTo>
                  <a:lnTo>
                    <a:pt x="8599" y="8599"/>
                  </a:lnTo>
                  <a:lnTo>
                    <a:pt x="4777" y="11943"/>
                  </a:lnTo>
                  <a:lnTo>
                    <a:pt x="2389" y="12899"/>
                  </a:lnTo>
                  <a:lnTo>
                    <a:pt x="0" y="10988"/>
                  </a:lnTo>
                  <a:lnTo>
                    <a:pt x="478" y="6688"/>
                  </a:lnTo>
                  <a:lnTo>
                    <a:pt x="6211" y="6210"/>
                  </a:lnTo>
                  <a:lnTo>
                    <a:pt x="8599" y="0"/>
                  </a:lnTo>
                  <a:lnTo>
                    <a:pt x="11943" y="478"/>
                  </a:lnTo>
                  <a:lnTo>
                    <a:pt x="13377" y="2389"/>
                  </a:lnTo>
                  <a:lnTo>
                    <a:pt x="13854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1" name="Freeform 730">
              <a:extLst>
                <a:ext uri="{FF2B5EF4-FFF2-40B4-BE49-F238E27FC236}">
                  <a16:creationId xmlns:a16="http://schemas.microsoft.com/office/drawing/2014/main" id="{5148856B-2167-AC23-A878-049932915A1B}"/>
                </a:ext>
              </a:extLst>
            </p:cNvPr>
            <p:cNvSpPr/>
            <p:nvPr/>
          </p:nvSpPr>
          <p:spPr>
            <a:xfrm>
              <a:off x="7998317" y="4321182"/>
              <a:ext cx="478" cy="5254"/>
            </a:xfrm>
            <a:custGeom>
              <a:avLst/>
              <a:gdLst>
                <a:gd name="csX0" fmla="*/ 478 w 478"/>
                <a:gd name="csY0" fmla="*/ 955 h 5254"/>
                <a:gd name="csX1" fmla="*/ 478 w 478"/>
                <a:gd name="csY1" fmla="*/ 2866 h 5254"/>
                <a:gd name="csX2" fmla="*/ 478 w 478"/>
                <a:gd name="csY2" fmla="*/ 5255 h 5254"/>
                <a:gd name="csX3" fmla="*/ 478 w 478"/>
                <a:gd name="csY3" fmla="*/ 2866 h 5254"/>
                <a:gd name="csX4" fmla="*/ 478 w 478"/>
                <a:gd name="csY4" fmla="*/ 955 h 5254"/>
                <a:gd name="csX5" fmla="*/ 0 w 478"/>
                <a:gd name="csY5" fmla="*/ 0 h 5254"/>
                <a:gd name="csX6" fmla="*/ 478 w 478"/>
                <a:gd name="csY6" fmla="*/ 9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8" h="5254">
                  <a:moveTo>
                    <a:pt x="478" y="955"/>
                  </a:moveTo>
                  <a:lnTo>
                    <a:pt x="478" y="2866"/>
                  </a:lnTo>
                  <a:lnTo>
                    <a:pt x="478" y="5255"/>
                  </a:lnTo>
                  <a:lnTo>
                    <a:pt x="478" y="2866"/>
                  </a:lnTo>
                  <a:lnTo>
                    <a:pt x="478" y="955"/>
                  </a:lnTo>
                  <a:lnTo>
                    <a:pt x="0" y="0"/>
                  </a:lnTo>
                  <a:lnTo>
                    <a:pt x="478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2" name="Freeform 731">
              <a:extLst>
                <a:ext uri="{FF2B5EF4-FFF2-40B4-BE49-F238E27FC236}">
                  <a16:creationId xmlns:a16="http://schemas.microsoft.com/office/drawing/2014/main" id="{5F3BB420-D88E-F4E2-7630-80A90AECD8BE}"/>
                </a:ext>
              </a:extLst>
            </p:cNvPr>
            <p:cNvSpPr/>
            <p:nvPr/>
          </p:nvSpPr>
          <p:spPr>
            <a:xfrm>
              <a:off x="7996885" y="4575334"/>
              <a:ext cx="1911" cy="1911"/>
            </a:xfrm>
            <a:custGeom>
              <a:avLst/>
              <a:gdLst>
                <a:gd name="csX0" fmla="*/ 1911 w 1911"/>
                <a:gd name="csY0" fmla="*/ 0 h 1911"/>
                <a:gd name="csX1" fmla="*/ 1911 w 1911"/>
                <a:gd name="csY1" fmla="*/ 956 h 1911"/>
                <a:gd name="csX2" fmla="*/ 1911 w 1911"/>
                <a:gd name="csY2" fmla="*/ 1433 h 1911"/>
                <a:gd name="csX3" fmla="*/ 955 w 1911"/>
                <a:gd name="csY3" fmla="*/ 1911 h 1911"/>
                <a:gd name="csX4" fmla="*/ 478 w 1911"/>
                <a:gd name="csY4" fmla="*/ 1911 h 1911"/>
                <a:gd name="csX5" fmla="*/ 0 w 1911"/>
                <a:gd name="csY5" fmla="*/ 1433 h 1911"/>
                <a:gd name="csX6" fmla="*/ 1911 w 1911"/>
                <a:gd name="csY6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1">
                  <a:moveTo>
                    <a:pt x="1911" y="0"/>
                  </a:moveTo>
                  <a:lnTo>
                    <a:pt x="1911" y="956"/>
                  </a:lnTo>
                  <a:lnTo>
                    <a:pt x="1911" y="1433"/>
                  </a:lnTo>
                  <a:lnTo>
                    <a:pt x="955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3" name="Freeform 732">
              <a:extLst>
                <a:ext uri="{FF2B5EF4-FFF2-40B4-BE49-F238E27FC236}">
                  <a16:creationId xmlns:a16="http://schemas.microsoft.com/office/drawing/2014/main" id="{0A70CE56-E2E4-C1F8-96F3-E240DA9DFB39}"/>
                </a:ext>
              </a:extLst>
            </p:cNvPr>
            <p:cNvSpPr/>
            <p:nvPr/>
          </p:nvSpPr>
          <p:spPr>
            <a:xfrm>
              <a:off x="7987330" y="3677203"/>
              <a:ext cx="9076" cy="477"/>
            </a:xfrm>
            <a:custGeom>
              <a:avLst/>
              <a:gdLst>
                <a:gd name="csX0" fmla="*/ 9077 w 9076"/>
                <a:gd name="csY0" fmla="*/ 0 h 477"/>
                <a:gd name="csX1" fmla="*/ 5733 w 9076"/>
                <a:gd name="csY1" fmla="*/ 478 h 477"/>
                <a:gd name="csX2" fmla="*/ 2866 w 9076"/>
                <a:gd name="csY2" fmla="*/ 478 h 477"/>
                <a:gd name="csX3" fmla="*/ 0 w 9076"/>
                <a:gd name="csY3" fmla="*/ 0 h 477"/>
                <a:gd name="csX4" fmla="*/ 2866 w 9076"/>
                <a:gd name="csY4" fmla="*/ 478 h 477"/>
                <a:gd name="csX5" fmla="*/ 5733 w 9076"/>
                <a:gd name="csY5" fmla="*/ 478 h 477"/>
                <a:gd name="csX6" fmla="*/ 9077 w 9076"/>
                <a:gd name="csY6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76" h="477">
                  <a:moveTo>
                    <a:pt x="9077" y="0"/>
                  </a:moveTo>
                  <a:lnTo>
                    <a:pt x="5733" y="478"/>
                  </a:lnTo>
                  <a:lnTo>
                    <a:pt x="2866" y="478"/>
                  </a:lnTo>
                  <a:lnTo>
                    <a:pt x="0" y="0"/>
                  </a:lnTo>
                  <a:lnTo>
                    <a:pt x="2866" y="478"/>
                  </a:lnTo>
                  <a:lnTo>
                    <a:pt x="5733" y="478"/>
                  </a:lnTo>
                  <a:lnTo>
                    <a:pt x="90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4" name="Freeform 733">
              <a:extLst>
                <a:ext uri="{FF2B5EF4-FFF2-40B4-BE49-F238E27FC236}">
                  <a16:creationId xmlns:a16="http://schemas.microsoft.com/office/drawing/2014/main" id="{9B0698C3-239F-988E-AD45-25B67D4887E8}"/>
                </a:ext>
              </a:extLst>
            </p:cNvPr>
            <p:cNvSpPr/>
            <p:nvPr/>
          </p:nvSpPr>
          <p:spPr>
            <a:xfrm>
              <a:off x="7989719" y="4676135"/>
              <a:ext cx="1911" cy="2388"/>
            </a:xfrm>
            <a:custGeom>
              <a:avLst/>
              <a:gdLst>
                <a:gd name="csX0" fmla="*/ 1911 w 1911"/>
                <a:gd name="csY0" fmla="*/ 1433 h 2388"/>
                <a:gd name="csX1" fmla="*/ 1911 w 1911"/>
                <a:gd name="csY1" fmla="*/ 2389 h 2388"/>
                <a:gd name="csX2" fmla="*/ 478 w 1911"/>
                <a:gd name="csY2" fmla="*/ 1911 h 2388"/>
                <a:gd name="csX3" fmla="*/ 0 w 1911"/>
                <a:gd name="csY3" fmla="*/ 478 h 2388"/>
                <a:gd name="csX4" fmla="*/ 478 w 1911"/>
                <a:gd name="csY4" fmla="*/ 0 h 2388"/>
                <a:gd name="csX5" fmla="*/ 1433 w 1911"/>
                <a:gd name="csY5" fmla="*/ 478 h 2388"/>
                <a:gd name="csX6" fmla="*/ 1911 w 1911"/>
                <a:gd name="csY6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2388">
                  <a:moveTo>
                    <a:pt x="1911" y="1433"/>
                  </a:moveTo>
                  <a:lnTo>
                    <a:pt x="1911" y="2389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5" name="Freeform 734">
              <a:extLst>
                <a:ext uri="{FF2B5EF4-FFF2-40B4-BE49-F238E27FC236}">
                  <a16:creationId xmlns:a16="http://schemas.microsoft.com/office/drawing/2014/main" id="{976EDFA9-9CD6-6934-65A0-4125FD7E4A1E}"/>
                </a:ext>
              </a:extLst>
            </p:cNvPr>
            <p:cNvSpPr/>
            <p:nvPr/>
          </p:nvSpPr>
          <p:spPr>
            <a:xfrm>
              <a:off x="7977298" y="3893615"/>
              <a:ext cx="12420" cy="5254"/>
            </a:xfrm>
            <a:custGeom>
              <a:avLst/>
              <a:gdLst>
                <a:gd name="csX0" fmla="*/ 12421 w 12420"/>
                <a:gd name="csY0" fmla="*/ 0 h 5254"/>
                <a:gd name="csX1" fmla="*/ 5733 w 12420"/>
                <a:gd name="csY1" fmla="*/ 2389 h 5254"/>
                <a:gd name="csX2" fmla="*/ 0 w 12420"/>
                <a:gd name="csY2" fmla="*/ 5255 h 5254"/>
                <a:gd name="csX3" fmla="*/ 5733 w 12420"/>
                <a:gd name="csY3" fmla="*/ 2389 h 5254"/>
                <a:gd name="csX4" fmla="*/ 12421 w 12420"/>
                <a:gd name="csY4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20" h="5254">
                  <a:moveTo>
                    <a:pt x="12421" y="0"/>
                  </a:moveTo>
                  <a:lnTo>
                    <a:pt x="5733" y="2389"/>
                  </a:lnTo>
                  <a:lnTo>
                    <a:pt x="0" y="5255"/>
                  </a:lnTo>
                  <a:lnTo>
                    <a:pt x="5733" y="2389"/>
                  </a:lnTo>
                  <a:lnTo>
                    <a:pt x="124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021E78A2-EC7C-DA03-DBAA-F61987BB44EA}"/>
                </a:ext>
              </a:extLst>
            </p:cNvPr>
            <p:cNvSpPr/>
            <p:nvPr/>
          </p:nvSpPr>
          <p:spPr>
            <a:xfrm>
              <a:off x="7983508" y="4529950"/>
              <a:ext cx="5733" cy="3822"/>
            </a:xfrm>
            <a:custGeom>
              <a:avLst/>
              <a:gdLst>
                <a:gd name="csX0" fmla="*/ 5733 w 5733"/>
                <a:gd name="csY0" fmla="*/ 3822 h 3822"/>
                <a:gd name="csX1" fmla="*/ 4300 w 5733"/>
                <a:gd name="csY1" fmla="*/ 3344 h 3822"/>
                <a:gd name="csX2" fmla="*/ 0 w 5733"/>
                <a:gd name="csY2" fmla="*/ 0 h 3822"/>
                <a:gd name="csX3" fmla="*/ 4300 w 5733"/>
                <a:gd name="csY3" fmla="*/ 3344 h 3822"/>
                <a:gd name="csX4" fmla="*/ 5733 w 5733"/>
                <a:gd name="csY4" fmla="*/ 3822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3" h="3822">
                  <a:moveTo>
                    <a:pt x="5733" y="3822"/>
                  </a:moveTo>
                  <a:lnTo>
                    <a:pt x="4300" y="3344"/>
                  </a:lnTo>
                  <a:lnTo>
                    <a:pt x="0" y="0"/>
                  </a:lnTo>
                  <a:lnTo>
                    <a:pt x="4300" y="3344"/>
                  </a:lnTo>
                  <a:lnTo>
                    <a:pt x="57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7" name="Freeform 736">
              <a:extLst>
                <a:ext uri="{FF2B5EF4-FFF2-40B4-BE49-F238E27FC236}">
                  <a16:creationId xmlns:a16="http://schemas.microsoft.com/office/drawing/2014/main" id="{0235594F-3BE3-CFBB-C858-EC16D382889A}"/>
                </a:ext>
              </a:extLst>
            </p:cNvPr>
            <p:cNvSpPr/>
            <p:nvPr/>
          </p:nvSpPr>
          <p:spPr>
            <a:xfrm>
              <a:off x="7979686" y="3674814"/>
              <a:ext cx="7643" cy="2388"/>
            </a:xfrm>
            <a:custGeom>
              <a:avLst/>
              <a:gdLst>
                <a:gd name="csX0" fmla="*/ 7644 w 7643"/>
                <a:gd name="csY0" fmla="*/ 2389 h 2388"/>
                <a:gd name="csX1" fmla="*/ 7644 w 7643"/>
                <a:gd name="csY1" fmla="*/ 2389 h 2388"/>
                <a:gd name="csX2" fmla="*/ 5733 w 7643"/>
                <a:gd name="csY2" fmla="*/ 1433 h 2388"/>
                <a:gd name="csX3" fmla="*/ 3821 w 7643"/>
                <a:gd name="csY3" fmla="*/ 0 h 2388"/>
                <a:gd name="csX4" fmla="*/ 0 w 7643"/>
                <a:gd name="csY4" fmla="*/ 0 h 2388"/>
                <a:gd name="csX5" fmla="*/ 3821 w 7643"/>
                <a:gd name="csY5" fmla="*/ 0 h 2388"/>
                <a:gd name="csX6" fmla="*/ 6210 w 7643"/>
                <a:gd name="csY6" fmla="*/ 1433 h 2388"/>
                <a:gd name="csX7" fmla="*/ 7644 w 7643"/>
                <a:gd name="csY7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643" h="2388">
                  <a:moveTo>
                    <a:pt x="7644" y="2389"/>
                  </a:moveTo>
                  <a:lnTo>
                    <a:pt x="7644" y="2389"/>
                  </a:lnTo>
                  <a:lnTo>
                    <a:pt x="5733" y="1433"/>
                  </a:lnTo>
                  <a:lnTo>
                    <a:pt x="3821" y="0"/>
                  </a:lnTo>
                  <a:lnTo>
                    <a:pt x="0" y="0"/>
                  </a:lnTo>
                  <a:lnTo>
                    <a:pt x="3821" y="0"/>
                  </a:lnTo>
                  <a:lnTo>
                    <a:pt x="6210" y="1433"/>
                  </a:lnTo>
                  <a:lnTo>
                    <a:pt x="76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8" name="Freeform 737">
              <a:extLst>
                <a:ext uri="{FF2B5EF4-FFF2-40B4-BE49-F238E27FC236}">
                  <a16:creationId xmlns:a16="http://schemas.microsoft.com/office/drawing/2014/main" id="{74DFA31C-663E-057F-58F9-B56478BA3AEC}"/>
                </a:ext>
              </a:extLst>
            </p:cNvPr>
            <p:cNvSpPr/>
            <p:nvPr/>
          </p:nvSpPr>
          <p:spPr>
            <a:xfrm>
              <a:off x="7771874" y="4632662"/>
              <a:ext cx="214978" cy="208767"/>
            </a:xfrm>
            <a:custGeom>
              <a:avLst/>
              <a:gdLst>
                <a:gd name="csX0" fmla="*/ 214978 w 214978"/>
                <a:gd name="csY0" fmla="*/ 159084 h 208767"/>
                <a:gd name="csX1" fmla="*/ 214978 w 214978"/>
                <a:gd name="csY1" fmla="*/ 160039 h 208767"/>
                <a:gd name="csX2" fmla="*/ 214500 w 214978"/>
                <a:gd name="csY2" fmla="*/ 160995 h 208767"/>
                <a:gd name="csX3" fmla="*/ 212111 w 214978"/>
                <a:gd name="csY3" fmla="*/ 163384 h 208767"/>
                <a:gd name="csX4" fmla="*/ 211634 w 214978"/>
                <a:gd name="csY4" fmla="*/ 164339 h 208767"/>
                <a:gd name="csX5" fmla="*/ 210679 w 214978"/>
                <a:gd name="csY5" fmla="*/ 167205 h 208767"/>
                <a:gd name="csX6" fmla="*/ 211156 w 214978"/>
                <a:gd name="csY6" fmla="*/ 169116 h 208767"/>
                <a:gd name="csX7" fmla="*/ 212111 w 214978"/>
                <a:gd name="csY7" fmla="*/ 170072 h 208767"/>
                <a:gd name="csX8" fmla="*/ 212590 w 214978"/>
                <a:gd name="csY8" fmla="*/ 171027 h 208767"/>
                <a:gd name="csX9" fmla="*/ 212590 w 214978"/>
                <a:gd name="csY9" fmla="*/ 171983 h 208767"/>
                <a:gd name="csX10" fmla="*/ 210679 w 214978"/>
                <a:gd name="csY10" fmla="*/ 176282 h 208767"/>
                <a:gd name="csX11" fmla="*/ 210679 w 214978"/>
                <a:gd name="csY11" fmla="*/ 177238 h 208767"/>
                <a:gd name="csX12" fmla="*/ 211634 w 214978"/>
                <a:gd name="csY12" fmla="*/ 184404 h 208767"/>
                <a:gd name="csX13" fmla="*/ 211634 w 214978"/>
                <a:gd name="csY13" fmla="*/ 186314 h 208767"/>
                <a:gd name="csX14" fmla="*/ 211634 w 214978"/>
                <a:gd name="csY14" fmla="*/ 188703 h 208767"/>
                <a:gd name="csX15" fmla="*/ 211634 w 214978"/>
                <a:gd name="csY15" fmla="*/ 192525 h 208767"/>
                <a:gd name="csX16" fmla="*/ 210201 w 214978"/>
                <a:gd name="csY16" fmla="*/ 204468 h 208767"/>
                <a:gd name="csX17" fmla="*/ 210201 w 214978"/>
                <a:gd name="csY17" fmla="*/ 205424 h 208767"/>
                <a:gd name="csX18" fmla="*/ 208768 w 214978"/>
                <a:gd name="csY18" fmla="*/ 207335 h 208767"/>
                <a:gd name="csX19" fmla="*/ 207812 w 214978"/>
                <a:gd name="csY19" fmla="*/ 207335 h 208767"/>
                <a:gd name="csX20" fmla="*/ 206379 w 214978"/>
                <a:gd name="csY20" fmla="*/ 206857 h 208767"/>
                <a:gd name="csX21" fmla="*/ 205424 w 214978"/>
                <a:gd name="csY21" fmla="*/ 206379 h 208767"/>
                <a:gd name="csX22" fmla="*/ 204945 w 214978"/>
                <a:gd name="csY22" fmla="*/ 205424 h 208767"/>
                <a:gd name="csX23" fmla="*/ 204468 w 214978"/>
                <a:gd name="csY23" fmla="*/ 204468 h 208767"/>
                <a:gd name="csX24" fmla="*/ 201124 w 214978"/>
                <a:gd name="csY24" fmla="*/ 202557 h 208767"/>
                <a:gd name="csX25" fmla="*/ 200168 w 214978"/>
                <a:gd name="csY25" fmla="*/ 202557 h 208767"/>
                <a:gd name="csX26" fmla="*/ 196824 w 214978"/>
                <a:gd name="csY26" fmla="*/ 205424 h 208767"/>
                <a:gd name="csX27" fmla="*/ 195869 w 214978"/>
                <a:gd name="csY27" fmla="*/ 205902 h 208767"/>
                <a:gd name="csX28" fmla="*/ 194436 w 214978"/>
                <a:gd name="csY28" fmla="*/ 205424 h 208767"/>
                <a:gd name="csX29" fmla="*/ 193002 w 214978"/>
                <a:gd name="csY29" fmla="*/ 204946 h 208767"/>
                <a:gd name="csX30" fmla="*/ 186792 w 214978"/>
                <a:gd name="csY30" fmla="*/ 201602 h 208767"/>
                <a:gd name="csX31" fmla="*/ 186792 w 214978"/>
                <a:gd name="csY31" fmla="*/ 202557 h 208767"/>
                <a:gd name="csX32" fmla="*/ 186314 w 214978"/>
                <a:gd name="csY32" fmla="*/ 203991 h 208767"/>
                <a:gd name="csX33" fmla="*/ 187747 w 214978"/>
                <a:gd name="csY33" fmla="*/ 207335 h 208767"/>
                <a:gd name="csX34" fmla="*/ 187747 w 214978"/>
                <a:gd name="csY34" fmla="*/ 208768 h 208767"/>
                <a:gd name="csX35" fmla="*/ 186792 w 214978"/>
                <a:gd name="csY35" fmla="*/ 208768 h 208767"/>
                <a:gd name="csX36" fmla="*/ 186314 w 214978"/>
                <a:gd name="csY36" fmla="*/ 208768 h 208767"/>
                <a:gd name="csX37" fmla="*/ 183926 w 214978"/>
                <a:gd name="csY37" fmla="*/ 206857 h 208767"/>
                <a:gd name="csX38" fmla="*/ 181537 w 214978"/>
                <a:gd name="csY38" fmla="*/ 204946 h 208767"/>
                <a:gd name="csX39" fmla="*/ 179149 w 214978"/>
                <a:gd name="csY39" fmla="*/ 202080 h 208767"/>
                <a:gd name="csX40" fmla="*/ 177238 w 214978"/>
                <a:gd name="csY40" fmla="*/ 200646 h 208767"/>
                <a:gd name="csX41" fmla="*/ 175804 w 214978"/>
                <a:gd name="csY41" fmla="*/ 199213 h 208767"/>
                <a:gd name="csX42" fmla="*/ 171027 w 214978"/>
                <a:gd name="csY42" fmla="*/ 193958 h 208767"/>
                <a:gd name="csX43" fmla="*/ 169594 w 214978"/>
                <a:gd name="csY43" fmla="*/ 193003 h 208767"/>
                <a:gd name="csX44" fmla="*/ 162428 w 214978"/>
                <a:gd name="csY44" fmla="*/ 189181 h 208767"/>
                <a:gd name="csX45" fmla="*/ 160995 w 214978"/>
                <a:gd name="csY45" fmla="*/ 188226 h 208767"/>
                <a:gd name="csX46" fmla="*/ 159084 w 214978"/>
                <a:gd name="csY46" fmla="*/ 186314 h 208767"/>
                <a:gd name="csX47" fmla="*/ 157173 w 214978"/>
                <a:gd name="csY47" fmla="*/ 184881 h 208767"/>
                <a:gd name="csX48" fmla="*/ 152873 w 214978"/>
                <a:gd name="csY48" fmla="*/ 182971 h 208767"/>
                <a:gd name="csX49" fmla="*/ 145229 w 214978"/>
                <a:gd name="csY49" fmla="*/ 176760 h 208767"/>
                <a:gd name="csX50" fmla="*/ 141885 w 214978"/>
                <a:gd name="csY50" fmla="*/ 173894 h 208767"/>
                <a:gd name="csX51" fmla="*/ 138542 w 214978"/>
                <a:gd name="csY51" fmla="*/ 168161 h 208767"/>
                <a:gd name="csX52" fmla="*/ 137108 w 214978"/>
                <a:gd name="csY52" fmla="*/ 167205 h 208767"/>
                <a:gd name="csX53" fmla="*/ 130897 w 214978"/>
                <a:gd name="csY53" fmla="*/ 162906 h 208767"/>
                <a:gd name="csX54" fmla="*/ 127554 w 214978"/>
                <a:gd name="csY54" fmla="*/ 160517 h 208767"/>
                <a:gd name="csX55" fmla="*/ 126120 w 214978"/>
                <a:gd name="csY55" fmla="*/ 159084 h 208767"/>
                <a:gd name="csX56" fmla="*/ 123254 w 214978"/>
                <a:gd name="csY56" fmla="*/ 154307 h 208767"/>
                <a:gd name="csX57" fmla="*/ 122299 w 214978"/>
                <a:gd name="csY57" fmla="*/ 152873 h 208767"/>
                <a:gd name="csX58" fmla="*/ 120865 w 214978"/>
                <a:gd name="csY58" fmla="*/ 151440 h 208767"/>
                <a:gd name="csX59" fmla="*/ 118954 w 214978"/>
                <a:gd name="csY59" fmla="*/ 150007 h 208767"/>
                <a:gd name="csX60" fmla="*/ 117044 w 214978"/>
                <a:gd name="csY60" fmla="*/ 148574 h 208767"/>
                <a:gd name="csX61" fmla="*/ 113699 w 214978"/>
                <a:gd name="csY61" fmla="*/ 144274 h 208767"/>
                <a:gd name="csX62" fmla="*/ 112744 w 214978"/>
                <a:gd name="csY62" fmla="*/ 142364 h 208767"/>
                <a:gd name="csX63" fmla="*/ 111788 w 214978"/>
                <a:gd name="csY63" fmla="*/ 140453 h 208767"/>
                <a:gd name="csX64" fmla="*/ 111788 w 214978"/>
                <a:gd name="csY64" fmla="*/ 136631 h 208767"/>
                <a:gd name="csX65" fmla="*/ 104622 w 214978"/>
                <a:gd name="csY65" fmla="*/ 125165 h 208767"/>
                <a:gd name="csX66" fmla="*/ 102712 w 214978"/>
                <a:gd name="csY66" fmla="*/ 121821 h 208767"/>
                <a:gd name="csX67" fmla="*/ 101278 w 214978"/>
                <a:gd name="csY67" fmla="*/ 117044 h 208767"/>
                <a:gd name="csX68" fmla="*/ 100801 w 214978"/>
                <a:gd name="csY68" fmla="*/ 116088 h 208767"/>
                <a:gd name="csX69" fmla="*/ 96501 w 214978"/>
                <a:gd name="csY69" fmla="*/ 111789 h 208767"/>
                <a:gd name="csX70" fmla="*/ 95546 w 214978"/>
                <a:gd name="csY70" fmla="*/ 110356 h 208767"/>
                <a:gd name="csX71" fmla="*/ 93635 w 214978"/>
                <a:gd name="csY71" fmla="*/ 108923 h 208767"/>
                <a:gd name="csX72" fmla="*/ 92201 w 214978"/>
                <a:gd name="csY72" fmla="*/ 107489 h 208767"/>
                <a:gd name="csX73" fmla="*/ 89335 w 214978"/>
                <a:gd name="csY73" fmla="*/ 102712 h 208767"/>
                <a:gd name="csX74" fmla="*/ 88380 w 214978"/>
                <a:gd name="csY74" fmla="*/ 101279 h 208767"/>
                <a:gd name="csX75" fmla="*/ 86947 w 214978"/>
                <a:gd name="csY75" fmla="*/ 99846 h 208767"/>
                <a:gd name="csX76" fmla="*/ 81692 w 214978"/>
                <a:gd name="csY76" fmla="*/ 97935 h 208767"/>
                <a:gd name="csX77" fmla="*/ 79781 w 214978"/>
                <a:gd name="csY77" fmla="*/ 96979 h 208767"/>
                <a:gd name="csX78" fmla="*/ 78347 w 214978"/>
                <a:gd name="csY78" fmla="*/ 95546 h 208767"/>
                <a:gd name="csX79" fmla="*/ 77392 w 214978"/>
                <a:gd name="csY79" fmla="*/ 93635 h 208767"/>
                <a:gd name="csX80" fmla="*/ 76437 w 214978"/>
                <a:gd name="csY80" fmla="*/ 89335 h 208767"/>
                <a:gd name="csX81" fmla="*/ 74048 w 214978"/>
                <a:gd name="csY81" fmla="*/ 83125 h 208767"/>
                <a:gd name="csX82" fmla="*/ 71181 w 214978"/>
                <a:gd name="csY82" fmla="*/ 75004 h 208767"/>
                <a:gd name="csX83" fmla="*/ 69271 w 214978"/>
                <a:gd name="csY83" fmla="*/ 71182 h 208767"/>
                <a:gd name="csX84" fmla="*/ 67360 w 214978"/>
                <a:gd name="csY84" fmla="*/ 68316 h 208767"/>
                <a:gd name="csX85" fmla="*/ 66404 w 214978"/>
                <a:gd name="csY85" fmla="*/ 67360 h 208767"/>
                <a:gd name="csX86" fmla="*/ 56849 w 214978"/>
                <a:gd name="csY86" fmla="*/ 62105 h 208767"/>
                <a:gd name="csX87" fmla="*/ 55416 w 214978"/>
                <a:gd name="csY87" fmla="*/ 61627 h 208767"/>
                <a:gd name="csX88" fmla="*/ 53505 w 214978"/>
                <a:gd name="csY88" fmla="*/ 61150 h 208767"/>
                <a:gd name="csX89" fmla="*/ 51117 w 214978"/>
                <a:gd name="csY89" fmla="*/ 60672 h 208767"/>
                <a:gd name="csX90" fmla="*/ 49206 w 214978"/>
                <a:gd name="csY90" fmla="*/ 59239 h 208767"/>
                <a:gd name="csX91" fmla="*/ 48728 w 214978"/>
                <a:gd name="csY91" fmla="*/ 56850 h 208767"/>
                <a:gd name="csX92" fmla="*/ 48251 w 214978"/>
                <a:gd name="csY92" fmla="*/ 53506 h 208767"/>
                <a:gd name="csX93" fmla="*/ 47773 w 214978"/>
                <a:gd name="csY93" fmla="*/ 51595 h 208767"/>
                <a:gd name="csX94" fmla="*/ 47295 w 214978"/>
                <a:gd name="csY94" fmla="*/ 50639 h 208767"/>
                <a:gd name="csX95" fmla="*/ 43473 w 214978"/>
                <a:gd name="csY95" fmla="*/ 48251 h 208767"/>
                <a:gd name="csX96" fmla="*/ 41562 w 214978"/>
                <a:gd name="csY96" fmla="*/ 46340 h 208767"/>
                <a:gd name="csX97" fmla="*/ 40607 w 214978"/>
                <a:gd name="csY97" fmla="*/ 44429 h 208767"/>
                <a:gd name="csX98" fmla="*/ 39174 w 214978"/>
                <a:gd name="csY98" fmla="*/ 42518 h 208767"/>
                <a:gd name="csX99" fmla="*/ 34874 w 214978"/>
                <a:gd name="csY99" fmla="*/ 37263 h 208767"/>
                <a:gd name="csX100" fmla="*/ 33441 w 214978"/>
                <a:gd name="csY100" fmla="*/ 35830 h 208767"/>
                <a:gd name="csX101" fmla="*/ 31530 w 214978"/>
                <a:gd name="csY101" fmla="*/ 34874 h 208767"/>
                <a:gd name="csX102" fmla="*/ 26275 w 214978"/>
                <a:gd name="csY102" fmla="*/ 33919 h 208767"/>
                <a:gd name="csX103" fmla="*/ 24364 w 214978"/>
                <a:gd name="csY103" fmla="*/ 32963 h 208767"/>
                <a:gd name="csX104" fmla="*/ 21975 w 214978"/>
                <a:gd name="csY104" fmla="*/ 29619 h 208767"/>
                <a:gd name="csX105" fmla="*/ 20064 w 214978"/>
                <a:gd name="csY105" fmla="*/ 28186 h 208767"/>
                <a:gd name="csX106" fmla="*/ 15287 w 214978"/>
                <a:gd name="csY106" fmla="*/ 24842 h 208767"/>
                <a:gd name="csX107" fmla="*/ 7166 w 214978"/>
                <a:gd name="csY107" fmla="*/ 17676 h 208767"/>
                <a:gd name="csX108" fmla="*/ 5733 w 214978"/>
                <a:gd name="csY108" fmla="*/ 15765 h 208767"/>
                <a:gd name="csX109" fmla="*/ 4299 w 214978"/>
                <a:gd name="csY109" fmla="*/ 13854 h 208767"/>
                <a:gd name="csX110" fmla="*/ 3344 w 214978"/>
                <a:gd name="csY110" fmla="*/ 11943 h 208767"/>
                <a:gd name="csX111" fmla="*/ 0 w 214978"/>
                <a:gd name="csY111" fmla="*/ 6211 h 208767"/>
                <a:gd name="csX112" fmla="*/ 0 w 214978"/>
                <a:gd name="csY112" fmla="*/ 5255 h 208767"/>
                <a:gd name="csX113" fmla="*/ 955 w 214978"/>
                <a:gd name="csY113" fmla="*/ 3822 h 208767"/>
                <a:gd name="csX114" fmla="*/ 478 w 214978"/>
                <a:gd name="csY114" fmla="*/ 2867 h 208767"/>
                <a:gd name="csX115" fmla="*/ 478 w 214978"/>
                <a:gd name="csY115" fmla="*/ 1911 h 208767"/>
                <a:gd name="csX116" fmla="*/ 478 w 214978"/>
                <a:gd name="csY116" fmla="*/ 956 h 208767"/>
                <a:gd name="csX117" fmla="*/ 1433 w 214978"/>
                <a:gd name="csY117" fmla="*/ 478 h 208767"/>
                <a:gd name="csX118" fmla="*/ 3821 w 214978"/>
                <a:gd name="csY118" fmla="*/ 0 h 208767"/>
                <a:gd name="csX119" fmla="*/ 6210 w 214978"/>
                <a:gd name="csY119" fmla="*/ 0 h 208767"/>
                <a:gd name="csX120" fmla="*/ 8121 w 214978"/>
                <a:gd name="csY120" fmla="*/ 478 h 208767"/>
                <a:gd name="csX121" fmla="*/ 10510 w 214978"/>
                <a:gd name="csY121" fmla="*/ 956 h 208767"/>
                <a:gd name="csX122" fmla="*/ 12421 w 214978"/>
                <a:gd name="csY122" fmla="*/ 1911 h 208767"/>
                <a:gd name="csX123" fmla="*/ 16242 w 214978"/>
                <a:gd name="csY123" fmla="*/ 5255 h 208767"/>
                <a:gd name="csX124" fmla="*/ 18153 w 214978"/>
                <a:gd name="csY124" fmla="*/ 6211 h 208767"/>
                <a:gd name="csX125" fmla="*/ 20542 w 214978"/>
                <a:gd name="csY125" fmla="*/ 6688 h 208767"/>
                <a:gd name="csX126" fmla="*/ 25319 w 214978"/>
                <a:gd name="csY126" fmla="*/ 7166 h 208767"/>
                <a:gd name="csX127" fmla="*/ 27708 w 214978"/>
                <a:gd name="csY127" fmla="*/ 7644 h 208767"/>
                <a:gd name="csX128" fmla="*/ 32485 w 214978"/>
                <a:gd name="csY128" fmla="*/ 6688 h 208767"/>
                <a:gd name="csX129" fmla="*/ 34874 w 214978"/>
                <a:gd name="csY129" fmla="*/ 6688 h 208767"/>
                <a:gd name="csX130" fmla="*/ 37263 w 214978"/>
                <a:gd name="csY130" fmla="*/ 7166 h 208767"/>
                <a:gd name="csX131" fmla="*/ 39174 w 214978"/>
                <a:gd name="csY131" fmla="*/ 7644 h 208767"/>
                <a:gd name="csX132" fmla="*/ 44428 w 214978"/>
                <a:gd name="csY132" fmla="*/ 7166 h 208767"/>
                <a:gd name="csX133" fmla="*/ 45384 w 214978"/>
                <a:gd name="csY133" fmla="*/ 7166 h 208767"/>
                <a:gd name="csX134" fmla="*/ 46340 w 214978"/>
                <a:gd name="csY134" fmla="*/ 7644 h 208767"/>
                <a:gd name="csX135" fmla="*/ 47295 w 214978"/>
                <a:gd name="csY135" fmla="*/ 8121 h 208767"/>
                <a:gd name="csX136" fmla="*/ 49683 w 214978"/>
                <a:gd name="csY136" fmla="*/ 10510 h 208767"/>
                <a:gd name="csX137" fmla="*/ 53505 w 214978"/>
                <a:gd name="csY137" fmla="*/ 13854 h 208767"/>
                <a:gd name="csX138" fmla="*/ 54461 w 214978"/>
                <a:gd name="csY138" fmla="*/ 15287 h 208767"/>
                <a:gd name="csX139" fmla="*/ 55416 w 214978"/>
                <a:gd name="csY139" fmla="*/ 17676 h 208767"/>
                <a:gd name="csX140" fmla="*/ 55894 w 214978"/>
                <a:gd name="csY140" fmla="*/ 18154 h 208767"/>
                <a:gd name="csX141" fmla="*/ 60194 w 214978"/>
                <a:gd name="csY141" fmla="*/ 21976 h 208767"/>
                <a:gd name="csX142" fmla="*/ 60671 w 214978"/>
                <a:gd name="csY142" fmla="*/ 23886 h 208767"/>
                <a:gd name="csX143" fmla="*/ 60194 w 214978"/>
                <a:gd name="csY143" fmla="*/ 26275 h 208767"/>
                <a:gd name="csX144" fmla="*/ 61627 w 214978"/>
                <a:gd name="csY144" fmla="*/ 27709 h 208767"/>
                <a:gd name="csX145" fmla="*/ 65926 w 214978"/>
                <a:gd name="csY145" fmla="*/ 29619 h 208767"/>
                <a:gd name="csX146" fmla="*/ 68315 w 214978"/>
                <a:gd name="csY146" fmla="*/ 31052 h 208767"/>
                <a:gd name="csX147" fmla="*/ 68793 w 214978"/>
                <a:gd name="csY147" fmla="*/ 31530 h 208767"/>
                <a:gd name="csX148" fmla="*/ 69271 w 214978"/>
                <a:gd name="csY148" fmla="*/ 32486 h 208767"/>
                <a:gd name="csX149" fmla="*/ 70704 w 214978"/>
                <a:gd name="csY149" fmla="*/ 33919 h 208767"/>
                <a:gd name="csX150" fmla="*/ 72615 w 214978"/>
                <a:gd name="csY150" fmla="*/ 34874 h 208767"/>
                <a:gd name="csX151" fmla="*/ 78347 w 214978"/>
                <a:gd name="csY151" fmla="*/ 37263 h 208767"/>
                <a:gd name="csX152" fmla="*/ 85513 w 214978"/>
                <a:gd name="csY152" fmla="*/ 42040 h 208767"/>
                <a:gd name="csX153" fmla="*/ 89813 w 214978"/>
                <a:gd name="csY153" fmla="*/ 44429 h 208767"/>
                <a:gd name="csX154" fmla="*/ 93157 w 214978"/>
                <a:gd name="csY154" fmla="*/ 47773 h 208767"/>
                <a:gd name="csX155" fmla="*/ 94590 w 214978"/>
                <a:gd name="csY155" fmla="*/ 49684 h 208767"/>
                <a:gd name="csX156" fmla="*/ 95546 w 214978"/>
                <a:gd name="csY156" fmla="*/ 51595 h 208767"/>
                <a:gd name="csX157" fmla="*/ 97456 w 214978"/>
                <a:gd name="csY157" fmla="*/ 53984 h 208767"/>
                <a:gd name="csX158" fmla="*/ 101278 w 214978"/>
                <a:gd name="csY158" fmla="*/ 57328 h 208767"/>
                <a:gd name="csX159" fmla="*/ 101756 w 214978"/>
                <a:gd name="csY159" fmla="*/ 58283 h 208767"/>
                <a:gd name="csX160" fmla="*/ 103189 w 214978"/>
                <a:gd name="csY160" fmla="*/ 59716 h 208767"/>
                <a:gd name="csX161" fmla="*/ 104145 w 214978"/>
                <a:gd name="csY161" fmla="*/ 61150 h 208767"/>
                <a:gd name="csX162" fmla="*/ 105578 w 214978"/>
                <a:gd name="csY162" fmla="*/ 62105 h 208767"/>
                <a:gd name="csX163" fmla="*/ 107011 w 214978"/>
                <a:gd name="csY163" fmla="*/ 63060 h 208767"/>
                <a:gd name="csX164" fmla="*/ 108444 w 214978"/>
                <a:gd name="csY164" fmla="*/ 63538 h 208767"/>
                <a:gd name="csX165" fmla="*/ 111311 w 214978"/>
                <a:gd name="csY165" fmla="*/ 65927 h 208767"/>
                <a:gd name="csX166" fmla="*/ 112744 w 214978"/>
                <a:gd name="csY166" fmla="*/ 66882 h 208767"/>
                <a:gd name="csX167" fmla="*/ 112266 w 214978"/>
                <a:gd name="csY167" fmla="*/ 64971 h 208767"/>
                <a:gd name="csX168" fmla="*/ 111311 w 214978"/>
                <a:gd name="csY168" fmla="*/ 63060 h 208767"/>
                <a:gd name="csX169" fmla="*/ 111311 w 214978"/>
                <a:gd name="csY169" fmla="*/ 62105 h 208767"/>
                <a:gd name="csX170" fmla="*/ 111311 w 214978"/>
                <a:gd name="csY170" fmla="*/ 61150 h 208767"/>
                <a:gd name="csX171" fmla="*/ 112266 w 214978"/>
                <a:gd name="csY171" fmla="*/ 60672 h 208767"/>
                <a:gd name="csX172" fmla="*/ 113699 w 214978"/>
                <a:gd name="csY172" fmla="*/ 60194 h 208767"/>
                <a:gd name="csX173" fmla="*/ 115610 w 214978"/>
                <a:gd name="csY173" fmla="*/ 61150 h 208767"/>
                <a:gd name="csX174" fmla="*/ 119432 w 214978"/>
                <a:gd name="csY174" fmla="*/ 64016 h 208767"/>
                <a:gd name="csX175" fmla="*/ 120865 w 214978"/>
                <a:gd name="csY175" fmla="*/ 65449 h 208767"/>
                <a:gd name="csX176" fmla="*/ 121821 w 214978"/>
                <a:gd name="csY176" fmla="*/ 67838 h 208767"/>
                <a:gd name="csX177" fmla="*/ 122776 w 214978"/>
                <a:gd name="csY177" fmla="*/ 70226 h 208767"/>
                <a:gd name="csX178" fmla="*/ 124210 w 214978"/>
                <a:gd name="csY178" fmla="*/ 71182 h 208767"/>
                <a:gd name="csX179" fmla="*/ 126120 w 214978"/>
                <a:gd name="csY179" fmla="*/ 71659 h 208767"/>
                <a:gd name="csX180" fmla="*/ 128509 w 214978"/>
                <a:gd name="csY180" fmla="*/ 71659 h 208767"/>
                <a:gd name="csX181" fmla="*/ 130420 w 214978"/>
                <a:gd name="csY181" fmla="*/ 72615 h 208767"/>
                <a:gd name="csX182" fmla="*/ 135197 w 214978"/>
                <a:gd name="csY182" fmla="*/ 75959 h 208767"/>
                <a:gd name="csX183" fmla="*/ 136631 w 214978"/>
                <a:gd name="csY183" fmla="*/ 77392 h 208767"/>
                <a:gd name="csX184" fmla="*/ 137586 w 214978"/>
                <a:gd name="csY184" fmla="*/ 79303 h 208767"/>
                <a:gd name="csX185" fmla="*/ 138542 w 214978"/>
                <a:gd name="csY185" fmla="*/ 81214 h 208767"/>
                <a:gd name="csX186" fmla="*/ 139019 w 214978"/>
                <a:gd name="csY186" fmla="*/ 83603 h 208767"/>
                <a:gd name="csX187" fmla="*/ 139497 w 214978"/>
                <a:gd name="csY187" fmla="*/ 84081 h 208767"/>
                <a:gd name="csX188" fmla="*/ 142363 w 214978"/>
                <a:gd name="csY188" fmla="*/ 86469 h 208767"/>
                <a:gd name="csX189" fmla="*/ 143796 w 214978"/>
                <a:gd name="csY189" fmla="*/ 87902 h 208767"/>
                <a:gd name="csX190" fmla="*/ 145707 w 214978"/>
                <a:gd name="csY190" fmla="*/ 88380 h 208767"/>
                <a:gd name="csX191" fmla="*/ 151440 w 214978"/>
                <a:gd name="csY191" fmla="*/ 88858 h 208767"/>
                <a:gd name="csX192" fmla="*/ 153351 w 214978"/>
                <a:gd name="csY192" fmla="*/ 89813 h 208767"/>
                <a:gd name="csX193" fmla="*/ 155262 w 214978"/>
                <a:gd name="csY193" fmla="*/ 91247 h 208767"/>
                <a:gd name="csX194" fmla="*/ 155740 w 214978"/>
                <a:gd name="csY194" fmla="*/ 93157 h 208767"/>
                <a:gd name="csX195" fmla="*/ 154784 w 214978"/>
                <a:gd name="csY195" fmla="*/ 94591 h 208767"/>
                <a:gd name="csX196" fmla="*/ 150485 w 214978"/>
                <a:gd name="csY196" fmla="*/ 96501 h 208767"/>
                <a:gd name="csX197" fmla="*/ 145707 w 214978"/>
                <a:gd name="csY197" fmla="*/ 97935 h 208767"/>
                <a:gd name="csX198" fmla="*/ 150007 w 214978"/>
                <a:gd name="csY198" fmla="*/ 97457 h 208767"/>
                <a:gd name="csX199" fmla="*/ 152395 w 214978"/>
                <a:gd name="csY199" fmla="*/ 96979 h 208767"/>
                <a:gd name="csX200" fmla="*/ 154784 w 214978"/>
                <a:gd name="csY200" fmla="*/ 96024 h 208767"/>
                <a:gd name="csX201" fmla="*/ 156695 w 214978"/>
                <a:gd name="csY201" fmla="*/ 94591 h 208767"/>
                <a:gd name="csX202" fmla="*/ 160039 w 214978"/>
                <a:gd name="csY202" fmla="*/ 93157 h 208767"/>
                <a:gd name="csX203" fmla="*/ 161472 w 214978"/>
                <a:gd name="csY203" fmla="*/ 92680 h 208767"/>
                <a:gd name="csX204" fmla="*/ 162428 w 214978"/>
                <a:gd name="csY204" fmla="*/ 92680 h 208767"/>
                <a:gd name="csX205" fmla="*/ 163861 w 214978"/>
                <a:gd name="csY205" fmla="*/ 93157 h 208767"/>
                <a:gd name="csX206" fmla="*/ 165772 w 214978"/>
                <a:gd name="csY206" fmla="*/ 95068 h 208767"/>
                <a:gd name="csX207" fmla="*/ 167683 w 214978"/>
                <a:gd name="csY207" fmla="*/ 96501 h 208767"/>
                <a:gd name="csX208" fmla="*/ 169116 w 214978"/>
                <a:gd name="csY208" fmla="*/ 98890 h 208767"/>
                <a:gd name="csX209" fmla="*/ 170072 w 214978"/>
                <a:gd name="csY209" fmla="*/ 101279 h 208767"/>
                <a:gd name="csX210" fmla="*/ 168638 w 214978"/>
                <a:gd name="csY210" fmla="*/ 102234 h 208767"/>
                <a:gd name="csX211" fmla="*/ 166249 w 214978"/>
                <a:gd name="csY211" fmla="*/ 103190 h 208767"/>
                <a:gd name="csX212" fmla="*/ 162906 w 214978"/>
                <a:gd name="csY212" fmla="*/ 105578 h 208767"/>
                <a:gd name="csX213" fmla="*/ 162428 w 214978"/>
                <a:gd name="csY213" fmla="*/ 106056 h 208767"/>
                <a:gd name="csX214" fmla="*/ 163383 w 214978"/>
                <a:gd name="csY214" fmla="*/ 107012 h 208767"/>
                <a:gd name="csX215" fmla="*/ 162428 w 214978"/>
                <a:gd name="csY215" fmla="*/ 108445 h 208767"/>
                <a:gd name="csX216" fmla="*/ 164338 w 214978"/>
                <a:gd name="csY216" fmla="*/ 109400 h 208767"/>
                <a:gd name="csX217" fmla="*/ 164817 w 214978"/>
                <a:gd name="csY217" fmla="*/ 110356 h 208767"/>
                <a:gd name="csX218" fmla="*/ 162906 w 214978"/>
                <a:gd name="csY218" fmla="*/ 111311 h 208767"/>
                <a:gd name="csX219" fmla="*/ 163383 w 214978"/>
                <a:gd name="csY219" fmla="*/ 112266 h 208767"/>
                <a:gd name="csX220" fmla="*/ 165294 w 214978"/>
                <a:gd name="csY220" fmla="*/ 115611 h 208767"/>
                <a:gd name="csX221" fmla="*/ 165772 w 214978"/>
                <a:gd name="csY221" fmla="*/ 116088 h 208767"/>
                <a:gd name="csX222" fmla="*/ 168638 w 214978"/>
                <a:gd name="csY222" fmla="*/ 117999 h 208767"/>
                <a:gd name="csX223" fmla="*/ 172938 w 214978"/>
                <a:gd name="csY223" fmla="*/ 119432 h 208767"/>
                <a:gd name="csX224" fmla="*/ 175326 w 214978"/>
                <a:gd name="csY224" fmla="*/ 120388 h 208767"/>
                <a:gd name="csX225" fmla="*/ 178193 w 214978"/>
                <a:gd name="csY225" fmla="*/ 120866 h 208767"/>
                <a:gd name="csX226" fmla="*/ 179626 w 214978"/>
                <a:gd name="csY226" fmla="*/ 120866 h 208767"/>
                <a:gd name="csX227" fmla="*/ 181537 w 214978"/>
                <a:gd name="csY227" fmla="*/ 120866 h 208767"/>
                <a:gd name="csX228" fmla="*/ 182015 w 214978"/>
                <a:gd name="csY228" fmla="*/ 121343 h 208767"/>
                <a:gd name="csX229" fmla="*/ 182970 w 214978"/>
                <a:gd name="csY229" fmla="*/ 124688 h 208767"/>
                <a:gd name="csX230" fmla="*/ 182970 w 214978"/>
                <a:gd name="csY230" fmla="*/ 126598 h 208767"/>
                <a:gd name="csX231" fmla="*/ 183926 w 214978"/>
                <a:gd name="csY231" fmla="*/ 130898 h 208767"/>
                <a:gd name="csX232" fmla="*/ 184403 w 214978"/>
                <a:gd name="csY232" fmla="*/ 132809 h 208767"/>
                <a:gd name="csX233" fmla="*/ 184403 w 214978"/>
                <a:gd name="csY233" fmla="*/ 134720 h 208767"/>
                <a:gd name="csX234" fmla="*/ 185359 w 214978"/>
                <a:gd name="csY234" fmla="*/ 136631 h 208767"/>
                <a:gd name="csX235" fmla="*/ 187747 w 214978"/>
                <a:gd name="csY235" fmla="*/ 137586 h 208767"/>
                <a:gd name="csX236" fmla="*/ 190136 w 214978"/>
                <a:gd name="csY236" fmla="*/ 139019 h 208767"/>
                <a:gd name="csX237" fmla="*/ 191092 w 214978"/>
                <a:gd name="csY237" fmla="*/ 139497 h 208767"/>
                <a:gd name="csX238" fmla="*/ 191092 w 214978"/>
                <a:gd name="csY238" fmla="*/ 141408 h 208767"/>
                <a:gd name="csX239" fmla="*/ 190614 w 214978"/>
                <a:gd name="csY239" fmla="*/ 142364 h 208767"/>
                <a:gd name="csX240" fmla="*/ 190136 w 214978"/>
                <a:gd name="csY240" fmla="*/ 143319 h 208767"/>
                <a:gd name="csX241" fmla="*/ 187747 w 214978"/>
                <a:gd name="csY241" fmla="*/ 145230 h 208767"/>
                <a:gd name="csX242" fmla="*/ 187270 w 214978"/>
                <a:gd name="csY242" fmla="*/ 145707 h 208767"/>
                <a:gd name="csX243" fmla="*/ 186792 w 214978"/>
                <a:gd name="csY243" fmla="*/ 148096 h 208767"/>
                <a:gd name="csX244" fmla="*/ 187270 w 214978"/>
                <a:gd name="csY244" fmla="*/ 149052 h 208767"/>
                <a:gd name="csX245" fmla="*/ 188225 w 214978"/>
                <a:gd name="csY245" fmla="*/ 149052 h 208767"/>
                <a:gd name="csX246" fmla="*/ 188703 w 214978"/>
                <a:gd name="csY246" fmla="*/ 148574 h 208767"/>
                <a:gd name="csX247" fmla="*/ 191569 w 214978"/>
                <a:gd name="csY247" fmla="*/ 145707 h 208767"/>
                <a:gd name="csX248" fmla="*/ 192525 w 214978"/>
                <a:gd name="csY248" fmla="*/ 145230 h 208767"/>
                <a:gd name="csX249" fmla="*/ 193480 w 214978"/>
                <a:gd name="csY249" fmla="*/ 144752 h 208767"/>
                <a:gd name="csX250" fmla="*/ 194436 w 214978"/>
                <a:gd name="csY250" fmla="*/ 144274 h 208767"/>
                <a:gd name="csX251" fmla="*/ 199691 w 214978"/>
                <a:gd name="csY251" fmla="*/ 144274 h 208767"/>
                <a:gd name="csX252" fmla="*/ 202079 w 214978"/>
                <a:gd name="csY252" fmla="*/ 144752 h 208767"/>
                <a:gd name="csX253" fmla="*/ 203990 w 214978"/>
                <a:gd name="csY253" fmla="*/ 145707 h 208767"/>
                <a:gd name="csX254" fmla="*/ 205901 w 214978"/>
                <a:gd name="csY254" fmla="*/ 147141 h 208767"/>
                <a:gd name="csX255" fmla="*/ 212111 w 214978"/>
                <a:gd name="csY255" fmla="*/ 154307 h 208767"/>
                <a:gd name="csX256" fmla="*/ 214978 w 214978"/>
                <a:gd name="csY256" fmla="*/ 158129 h 208767"/>
                <a:gd name="csX257" fmla="*/ 214978 w 214978"/>
                <a:gd name="csY257" fmla="*/ 159084 h 208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</a:cxnLst>
              <a:rect l="l" t="t" r="r" b="b"/>
              <a:pathLst>
                <a:path w="214978" h="208767">
                  <a:moveTo>
                    <a:pt x="214978" y="159084"/>
                  </a:moveTo>
                  <a:lnTo>
                    <a:pt x="214978" y="160039"/>
                  </a:lnTo>
                  <a:lnTo>
                    <a:pt x="214500" y="160995"/>
                  </a:lnTo>
                  <a:lnTo>
                    <a:pt x="212111" y="163384"/>
                  </a:lnTo>
                  <a:lnTo>
                    <a:pt x="211634" y="164339"/>
                  </a:lnTo>
                  <a:lnTo>
                    <a:pt x="210679" y="167205"/>
                  </a:lnTo>
                  <a:lnTo>
                    <a:pt x="211156" y="169116"/>
                  </a:lnTo>
                  <a:lnTo>
                    <a:pt x="212111" y="170072"/>
                  </a:lnTo>
                  <a:lnTo>
                    <a:pt x="212590" y="171027"/>
                  </a:lnTo>
                  <a:lnTo>
                    <a:pt x="212590" y="171983"/>
                  </a:lnTo>
                  <a:lnTo>
                    <a:pt x="210679" y="176282"/>
                  </a:lnTo>
                  <a:lnTo>
                    <a:pt x="210679" y="177238"/>
                  </a:lnTo>
                  <a:lnTo>
                    <a:pt x="211634" y="184404"/>
                  </a:lnTo>
                  <a:lnTo>
                    <a:pt x="211634" y="186314"/>
                  </a:lnTo>
                  <a:lnTo>
                    <a:pt x="211634" y="188703"/>
                  </a:lnTo>
                  <a:lnTo>
                    <a:pt x="211634" y="192525"/>
                  </a:lnTo>
                  <a:lnTo>
                    <a:pt x="210201" y="204468"/>
                  </a:lnTo>
                  <a:lnTo>
                    <a:pt x="210201" y="205424"/>
                  </a:lnTo>
                  <a:lnTo>
                    <a:pt x="208768" y="207335"/>
                  </a:lnTo>
                  <a:lnTo>
                    <a:pt x="207812" y="207335"/>
                  </a:lnTo>
                  <a:lnTo>
                    <a:pt x="206379" y="206857"/>
                  </a:lnTo>
                  <a:lnTo>
                    <a:pt x="205424" y="206379"/>
                  </a:lnTo>
                  <a:lnTo>
                    <a:pt x="204945" y="205424"/>
                  </a:lnTo>
                  <a:lnTo>
                    <a:pt x="204468" y="204468"/>
                  </a:lnTo>
                  <a:lnTo>
                    <a:pt x="201124" y="202557"/>
                  </a:lnTo>
                  <a:lnTo>
                    <a:pt x="200168" y="202557"/>
                  </a:lnTo>
                  <a:lnTo>
                    <a:pt x="196824" y="205424"/>
                  </a:lnTo>
                  <a:lnTo>
                    <a:pt x="195869" y="205902"/>
                  </a:lnTo>
                  <a:lnTo>
                    <a:pt x="194436" y="205424"/>
                  </a:lnTo>
                  <a:lnTo>
                    <a:pt x="193002" y="204946"/>
                  </a:lnTo>
                  <a:lnTo>
                    <a:pt x="186792" y="201602"/>
                  </a:lnTo>
                  <a:lnTo>
                    <a:pt x="186792" y="202557"/>
                  </a:lnTo>
                  <a:lnTo>
                    <a:pt x="186314" y="203991"/>
                  </a:lnTo>
                  <a:lnTo>
                    <a:pt x="187747" y="207335"/>
                  </a:lnTo>
                  <a:lnTo>
                    <a:pt x="187747" y="208768"/>
                  </a:lnTo>
                  <a:lnTo>
                    <a:pt x="186792" y="208768"/>
                  </a:lnTo>
                  <a:lnTo>
                    <a:pt x="186314" y="208768"/>
                  </a:lnTo>
                  <a:lnTo>
                    <a:pt x="183926" y="206857"/>
                  </a:lnTo>
                  <a:lnTo>
                    <a:pt x="181537" y="204946"/>
                  </a:lnTo>
                  <a:lnTo>
                    <a:pt x="179149" y="202080"/>
                  </a:lnTo>
                  <a:lnTo>
                    <a:pt x="177238" y="200646"/>
                  </a:lnTo>
                  <a:lnTo>
                    <a:pt x="175804" y="199213"/>
                  </a:lnTo>
                  <a:lnTo>
                    <a:pt x="171027" y="193958"/>
                  </a:lnTo>
                  <a:lnTo>
                    <a:pt x="169594" y="193003"/>
                  </a:lnTo>
                  <a:lnTo>
                    <a:pt x="162428" y="189181"/>
                  </a:lnTo>
                  <a:lnTo>
                    <a:pt x="160995" y="188226"/>
                  </a:lnTo>
                  <a:lnTo>
                    <a:pt x="159084" y="186314"/>
                  </a:lnTo>
                  <a:lnTo>
                    <a:pt x="157173" y="184881"/>
                  </a:lnTo>
                  <a:lnTo>
                    <a:pt x="152873" y="182971"/>
                  </a:lnTo>
                  <a:lnTo>
                    <a:pt x="145229" y="176760"/>
                  </a:lnTo>
                  <a:lnTo>
                    <a:pt x="141885" y="173894"/>
                  </a:lnTo>
                  <a:lnTo>
                    <a:pt x="138542" y="168161"/>
                  </a:lnTo>
                  <a:lnTo>
                    <a:pt x="137108" y="167205"/>
                  </a:lnTo>
                  <a:lnTo>
                    <a:pt x="130897" y="162906"/>
                  </a:lnTo>
                  <a:lnTo>
                    <a:pt x="127554" y="160517"/>
                  </a:lnTo>
                  <a:lnTo>
                    <a:pt x="126120" y="159084"/>
                  </a:lnTo>
                  <a:lnTo>
                    <a:pt x="123254" y="154307"/>
                  </a:lnTo>
                  <a:lnTo>
                    <a:pt x="122299" y="152873"/>
                  </a:lnTo>
                  <a:lnTo>
                    <a:pt x="120865" y="151440"/>
                  </a:lnTo>
                  <a:lnTo>
                    <a:pt x="118954" y="150007"/>
                  </a:lnTo>
                  <a:lnTo>
                    <a:pt x="117044" y="148574"/>
                  </a:lnTo>
                  <a:lnTo>
                    <a:pt x="113699" y="144274"/>
                  </a:lnTo>
                  <a:lnTo>
                    <a:pt x="112744" y="142364"/>
                  </a:lnTo>
                  <a:lnTo>
                    <a:pt x="111788" y="140453"/>
                  </a:lnTo>
                  <a:lnTo>
                    <a:pt x="111788" y="136631"/>
                  </a:lnTo>
                  <a:lnTo>
                    <a:pt x="104622" y="125165"/>
                  </a:lnTo>
                  <a:lnTo>
                    <a:pt x="102712" y="121821"/>
                  </a:lnTo>
                  <a:lnTo>
                    <a:pt x="101278" y="117044"/>
                  </a:lnTo>
                  <a:lnTo>
                    <a:pt x="100801" y="116088"/>
                  </a:lnTo>
                  <a:lnTo>
                    <a:pt x="96501" y="111789"/>
                  </a:lnTo>
                  <a:lnTo>
                    <a:pt x="95546" y="110356"/>
                  </a:lnTo>
                  <a:lnTo>
                    <a:pt x="93635" y="108923"/>
                  </a:lnTo>
                  <a:lnTo>
                    <a:pt x="92201" y="107489"/>
                  </a:lnTo>
                  <a:lnTo>
                    <a:pt x="89335" y="102712"/>
                  </a:lnTo>
                  <a:lnTo>
                    <a:pt x="88380" y="101279"/>
                  </a:lnTo>
                  <a:lnTo>
                    <a:pt x="86947" y="99846"/>
                  </a:lnTo>
                  <a:lnTo>
                    <a:pt x="81692" y="97935"/>
                  </a:lnTo>
                  <a:lnTo>
                    <a:pt x="79781" y="96979"/>
                  </a:lnTo>
                  <a:lnTo>
                    <a:pt x="78347" y="95546"/>
                  </a:lnTo>
                  <a:lnTo>
                    <a:pt x="77392" y="93635"/>
                  </a:lnTo>
                  <a:lnTo>
                    <a:pt x="76437" y="89335"/>
                  </a:lnTo>
                  <a:lnTo>
                    <a:pt x="74048" y="83125"/>
                  </a:lnTo>
                  <a:lnTo>
                    <a:pt x="71181" y="75004"/>
                  </a:lnTo>
                  <a:lnTo>
                    <a:pt x="69271" y="71182"/>
                  </a:lnTo>
                  <a:lnTo>
                    <a:pt x="67360" y="68316"/>
                  </a:lnTo>
                  <a:lnTo>
                    <a:pt x="66404" y="67360"/>
                  </a:lnTo>
                  <a:lnTo>
                    <a:pt x="56849" y="62105"/>
                  </a:lnTo>
                  <a:lnTo>
                    <a:pt x="55416" y="61627"/>
                  </a:lnTo>
                  <a:lnTo>
                    <a:pt x="53505" y="61150"/>
                  </a:lnTo>
                  <a:lnTo>
                    <a:pt x="51117" y="60672"/>
                  </a:lnTo>
                  <a:lnTo>
                    <a:pt x="49206" y="59239"/>
                  </a:lnTo>
                  <a:lnTo>
                    <a:pt x="48728" y="56850"/>
                  </a:lnTo>
                  <a:lnTo>
                    <a:pt x="48251" y="53506"/>
                  </a:lnTo>
                  <a:lnTo>
                    <a:pt x="47773" y="51595"/>
                  </a:lnTo>
                  <a:lnTo>
                    <a:pt x="47295" y="50639"/>
                  </a:lnTo>
                  <a:lnTo>
                    <a:pt x="43473" y="48251"/>
                  </a:lnTo>
                  <a:lnTo>
                    <a:pt x="41562" y="46340"/>
                  </a:lnTo>
                  <a:lnTo>
                    <a:pt x="40607" y="44429"/>
                  </a:lnTo>
                  <a:lnTo>
                    <a:pt x="39174" y="42518"/>
                  </a:lnTo>
                  <a:lnTo>
                    <a:pt x="34874" y="37263"/>
                  </a:lnTo>
                  <a:lnTo>
                    <a:pt x="33441" y="35830"/>
                  </a:lnTo>
                  <a:lnTo>
                    <a:pt x="31530" y="34874"/>
                  </a:lnTo>
                  <a:lnTo>
                    <a:pt x="26275" y="33919"/>
                  </a:lnTo>
                  <a:lnTo>
                    <a:pt x="24364" y="32963"/>
                  </a:lnTo>
                  <a:lnTo>
                    <a:pt x="21975" y="29619"/>
                  </a:lnTo>
                  <a:lnTo>
                    <a:pt x="20064" y="28186"/>
                  </a:lnTo>
                  <a:lnTo>
                    <a:pt x="15287" y="24842"/>
                  </a:lnTo>
                  <a:lnTo>
                    <a:pt x="7166" y="17676"/>
                  </a:lnTo>
                  <a:lnTo>
                    <a:pt x="5733" y="15765"/>
                  </a:lnTo>
                  <a:lnTo>
                    <a:pt x="4299" y="13854"/>
                  </a:lnTo>
                  <a:lnTo>
                    <a:pt x="3344" y="11943"/>
                  </a:lnTo>
                  <a:lnTo>
                    <a:pt x="0" y="6211"/>
                  </a:lnTo>
                  <a:lnTo>
                    <a:pt x="0" y="5255"/>
                  </a:lnTo>
                  <a:lnTo>
                    <a:pt x="955" y="3822"/>
                  </a:lnTo>
                  <a:lnTo>
                    <a:pt x="478" y="2867"/>
                  </a:lnTo>
                  <a:lnTo>
                    <a:pt x="478" y="1911"/>
                  </a:lnTo>
                  <a:lnTo>
                    <a:pt x="478" y="956"/>
                  </a:lnTo>
                  <a:lnTo>
                    <a:pt x="1433" y="478"/>
                  </a:lnTo>
                  <a:lnTo>
                    <a:pt x="3821" y="0"/>
                  </a:lnTo>
                  <a:lnTo>
                    <a:pt x="6210" y="0"/>
                  </a:lnTo>
                  <a:lnTo>
                    <a:pt x="8121" y="478"/>
                  </a:lnTo>
                  <a:lnTo>
                    <a:pt x="10510" y="956"/>
                  </a:lnTo>
                  <a:lnTo>
                    <a:pt x="12421" y="1911"/>
                  </a:lnTo>
                  <a:lnTo>
                    <a:pt x="16242" y="5255"/>
                  </a:lnTo>
                  <a:lnTo>
                    <a:pt x="18153" y="6211"/>
                  </a:lnTo>
                  <a:lnTo>
                    <a:pt x="20542" y="6688"/>
                  </a:lnTo>
                  <a:lnTo>
                    <a:pt x="25319" y="7166"/>
                  </a:lnTo>
                  <a:lnTo>
                    <a:pt x="27708" y="7644"/>
                  </a:lnTo>
                  <a:lnTo>
                    <a:pt x="32485" y="6688"/>
                  </a:lnTo>
                  <a:lnTo>
                    <a:pt x="34874" y="6688"/>
                  </a:lnTo>
                  <a:lnTo>
                    <a:pt x="37263" y="7166"/>
                  </a:lnTo>
                  <a:lnTo>
                    <a:pt x="39174" y="7644"/>
                  </a:lnTo>
                  <a:lnTo>
                    <a:pt x="44428" y="7166"/>
                  </a:lnTo>
                  <a:lnTo>
                    <a:pt x="45384" y="7166"/>
                  </a:lnTo>
                  <a:lnTo>
                    <a:pt x="46340" y="7644"/>
                  </a:lnTo>
                  <a:lnTo>
                    <a:pt x="47295" y="8121"/>
                  </a:lnTo>
                  <a:lnTo>
                    <a:pt x="49683" y="10510"/>
                  </a:lnTo>
                  <a:lnTo>
                    <a:pt x="53505" y="13854"/>
                  </a:lnTo>
                  <a:lnTo>
                    <a:pt x="54461" y="15287"/>
                  </a:lnTo>
                  <a:lnTo>
                    <a:pt x="55416" y="17676"/>
                  </a:lnTo>
                  <a:lnTo>
                    <a:pt x="55894" y="18154"/>
                  </a:lnTo>
                  <a:lnTo>
                    <a:pt x="60194" y="21976"/>
                  </a:lnTo>
                  <a:lnTo>
                    <a:pt x="60671" y="23886"/>
                  </a:lnTo>
                  <a:lnTo>
                    <a:pt x="60194" y="26275"/>
                  </a:lnTo>
                  <a:lnTo>
                    <a:pt x="61627" y="27709"/>
                  </a:lnTo>
                  <a:lnTo>
                    <a:pt x="65926" y="29619"/>
                  </a:lnTo>
                  <a:lnTo>
                    <a:pt x="68315" y="31052"/>
                  </a:lnTo>
                  <a:lnTo>
                    <a:pt x="68793" y="31530"/>
                  </a:lnTo>
                  <a:lnTo>
                    <a:pt x="69271" y="32486"/>
                  </a:lnTo>
                  <a:lnTo>
                    <a:pt x="70704" y="33919"/>
                  </a:lnTo>
                  <a:lnTo>
                    <a:pt x="72615" y="34874"/>
                  </a:lnTo>
                  <a:lnTo>
                    <a:pt x="78347" y="37263"/>
                  </a:lnTo>
                  <a:lnTo>
                    <a:pt x="85513" y="42040"/>
                  </a:lnTo>
                  <a:lnTo>
                    <a:pt x="89813" y="44429"/>
                  </a:lnTo>
                  <a:lnTo>
                    <a:pt x="93157" y="47773"/>
                  </a:lnTo>
                  <a:lnTo>
                    <a:pt x="94590" y="49684"/>
                  </a:lnTo>
                  <a:lnTo>
                    <a:pt x="95546" y="51595"/>
                  </a:lnTo>
                  <a:lnTo>
                    <a:pt x="97456" y="53984"/>
                  </a:lnTo>
                  <a:lnTo>
                    <a:pt x="101278" y="57328"/>
                  </a:lnTo>
                  <a:lnTo>
                    <a:pt x="101756" y="58283"/>
                  </a:lnTo>
                  <a:lnTo>
                    <a:pt x="103189" y="59716"/>
                  </a:lnTo>
                  <a:lnTo>
                    <a:pt x="104145" y="61150"/>
                  </a:lnTo>
                  <a:lnTo>
                    <a:pt x="105578" y="62105"/>
                  </a:lnTo>
                  <a:lnTo>
                    <a:pt x="107011" y="63060"/>
                  </a:lnTo>
                  <a:lnTo>
                    <a:pt x="108444" y="63538"/>
                  </a:lnTo>
                  <a:lnTo>
                    <a:pt x="111311" y="65927"/>
                  </a:lnTo>
                  <a:lnTo>
                    <a:pt x="112744" y="66882"/>
                  </a:lnTo>
                  <a:lnTo>
                    <a:pt x="112266" y="64971"/>
                  </a:lnTo>
                  <a:lnTo>
                    <a:pt x="111311" y="63060"/>
                  </a:lnTo>
                  <a:lnTo>
                    <a:pt x="111311" y="62105"/>
                  </a:lnTo>
                  <a:lnTo>
                    <a:pt x="111311" y="61150"/>
                  </a:lnTo>
                  <a:lnTo>
                    <a:pt x="112266" y="60672"/>
                  </a:lnTo>
                  <a:lnTo>
                    <a:pt x="113699" y="60194"/>
                  </a:lnTo>
                  <a:lnTo>
                    <a:pt x="115610" y="61150"/>
                  </a:lnTo>
                  <a:lnTo>
                    <a:pt x="119432" y="64016"/>
                  </a:lnTo>
                  <a:lnTo>
                    <a:pt x="120865" y="65449"/>
                  </a:lnTo>
                  <a:lnTo>
                    <a:pt x="121821" y="67838"/>
                  </a:lnTo>
                  <a:lnTo>
                    <a:pt x="122776" y="70226"/>
                  </a:lnTo>
                  <a:lnTo>
                    <a:pt x="124210" y="71182"/>
                  </a:lnTo>
                  <a:lnTo>
                    <a:pt x="126120" y="71659"/>
                  </a:lnTo>
                  <a:lnTo>
                    <a:pt x="128509" y="71659"/>
                  </a:lnTo>
                  <a:lnTo>
                    <a:pt x="130420" y="72615"/>
                  </a:lnTo>
                  <a:lnTo>
                    <a:pt x="135197" y="75959"/>
                  </a:lnTo>
                  <a:lnTo>
                    <a:pt x="136631" y="77392"/>
                  </a:lnTo>
                  <a:lnTo>
                    <a:pt x="137586" y="79303"/>
                  </a:lnTo>
                  <a:lnTo>
                    <a:pt x="138542" y="81214"/>
                  </a:lnTo>
                  <a:lnTo>
                    <a:pt x="139019" y="83603"/>
                  </a:lnTo>
                  <a:lnTo>
                    <a:pt x="139497" y="84081"/>
                  </a:lnTo>
                  <a:lnTo>
                    <a:pt x="142363" y="86469"/>
                  </a:lnTo>
                  <a:lnTo>
                    <a:pt x="143796" y="87902"/>
                  </a:lnTo>
                  <a:lnTo>
                    <a:pt x="145707" y="88380"/>
                  </a:lnTo>
                  <a:lnTo>
                    <a:pt x="151440" y="88858"/>
                  </a:lnTo>
                  <a:lnTo>
                    <a:pt x="153351" y="89813"/>
                  </a:lnTo>
                  <a:lnTo>
                    <a:pt x="155262" y="91247"/>
                  </a:lnTo>
                  <a:lnTo>
                    <a:pt x="155740" y="93157"/>
                  </a:lnTo>
                  <a:lnTo>
                    <a:pt x="154784" y="94591"/>
                  </a:lnTo>
                  <a:lnTo>
                    <a:pt x="150485" y="96501"/>
                  </a:lnTo>
                  <a:lnTo>
                    <a:pt x="145707" y="97935"/>
                  </a:lnTo>
                  <a:lnTo>
                    <a:pt x="150007" y="97457"/>
                  </a:lnTo>
                  <a:lnTo>
                    <a:pt x="152395" y="96979"/>
                  </a:lnTo>
                  <a:lnTo>
                    <a:pt x="154784" y="96024"/>
                  </a:lnTo>
                  <a:lnTo>
                    <a:pt x="156695" y="94591"/>
                  </a:lnTo>
                  <a:lnTo>
                    <a:pt x="160039" y="93157"/>
                  </a:lnTo>
                  <a:lnTo>
                    <a:pt x="161472" y="92680"/>
                  </a:lnTo>
                  <a:lnTo>
                    <a:pt x="162428" y="92680"/>
                  </a:lnTo>
                  <a:lnTo>
                    <a:pt x="163861" y="93157"/>
                  </a:lnTo>
                  <a:lnTo>
                    <a:pt x="165772" y="95068"/>
                  </a:lnTo>
                  <a:lnTo>
                    <a:pt x="167683" y="96501"/>
                  </a:lnTo>
                  <a:lnTo>
                    <a:pt x="169116" y="98890"/>
                  </a:lnTo>
                  <a:lnTo>
                    <a:pt x="170072" y="101279"/>
                  </a:lnTo>
                  <a:lnTo>
                    <a:pt x="168638" y="102234"/>
                  </a:lnTo>
                  <a:lnTo>
                    <a:pt x="166249" y="103190"/>
                  </a:lnTo>
                  <a:lnTo>
                    <a:pt x="162906" y="105578"/>
                  </a:lnTo>
                  <a:lnTo>
                    <a:pt x="162428" y="106056"/>
                  </a:lnTo>
                  <a:lnTo>
                    <a:pt x="163383" y="107012"/>
                  </a:lnTo>
                  <a:lnTo>
                    <a:pt x="162428" y="108445"/>
                  </a:lnTo>
                  <a:lnTo>
                    <a:pt x="164338" y="109400"/>
                  </a:lnTo>
                  <a:lnTo>
                    <a:pt x="164817" y="110356"/>
                  </a:lnTo>
                  <a:lnTo>
                    <a:pt x="162906" y="111311"/>
                  </a:lnTo>
                  <a:lnTo>
                    <a:pt x="163383" y="112266"/>
                  </a:lnTo>
                  <a:lnTo>
                    <a:pt x="165294" y="115611"/>
                  </a:lnTo>
                  <a:lnTo>
                    <a:pt x="165772" y="116088"/>
                  </a:lnTo>
                  <a:lnTo>
                    <a:pt x="168638" y="117999"/>
                  </a:lnTo>
                  <a:lnTo>
                    <a:pt x="172938" y="119432"/>
                  </a:lnTo>
                  <a:lnTo>
                    <a:pt x="175326" y="120388"/>
                  </a:lnTo>
                  <a:lnTo>
                    <a:pt x="178193" y="120866"/>
                  </a:lnTo>
                  <a:lnTo>
                    <a:pt x="179626" y="120866"/>
                  </a:lnTo>
                  <a:lnTo>
                    <a:pt x="181537" y="120866"/>
                  </a:lnTo>
                  <a:lnTo>
                    <a:pt x="182015" y="121343"/>
                  </a:lnTo>
                  <a:lnTo>
                    <a:pt x="182970" y="124688"/>
                  </a:lnTo>
                  <a:lnTo>
                    <a:pt x="182970" y="126598"/>
                  </a:lnTo>
                  <a:lnTo>
                    <a:pt x="183926" y="130898"/>
                  </a:lnTo>
                  <a:lnTo>
                    <a:pt x="184403" y="132809"/>
                  </a:lnTo>
                  <a:lnTo>
                    <a:pt x="184403" y="134720"/>
                  </a:lnTo>
                  <a:lnTo>
                    <a:pt x="185359" y="136631"/>
                  </a:lnTo>
                  <a:lnTo>
                    <a:pt x="187747" y="137586"/>
                  </a:lnTo>
                  <a:lnTo>
                    <a:pt x="190136" y="139019"/>
                  </a:lnTo>
                  <a:lnTo>
                    <a:pt x="191092" y="139497"/>
                  </a:lnTo>
                  <a:lnTo>
                    <a:pt x="191092" y="141408"/>
                  </a:lnTo>
                  <a:lnTo>
                    <a:pt x="190614" y="142364"/>
                  </a:lnTo>
                  <a:lnTo>
                    <a:pt x="190136" y="143319"/>
                  </a:lnTo>
                  <a:lnTo>
                    <a:pt x="187747" y="145230"/>
                  </a:lnTo>
                  <a:lnTo>
                    <a:pt x="187270" y="145707"/>
                  </a:lnTo>
                  <a:lnTo>
                    <a:pt x="186792" y="148096"/>
                  </a:lnTo>
                  <a:lnTo>
                    <a:pt x="187270" y="149052"/>
                  </a:lnTo>
                  <a:lnTo>
                    <a:pt x="188225" y="149052"/>
                  </a:lnTo>
                  <a:lnTo>
                    <a:pt x="188703" y="148574"/>
                  </a:lnTo>
                  <a:lnTo>
                    <a:pt x="191569" y="145707"/>
                  </a:lnTo>
                  <a:lnTo>
                    <a:pt x="192525" y="145230"/>
                  </a:lnTo>
                  <a:lnTo>
                    <a:pt x="193480" y="144752"/>
                  </a:lnTo>
                  <a:lnTo>
                    <a:pt x="194436" y="144274"/>
                  </a:lnTo>
                  <a:lnTo>
                    <a:pt x="199691" y="144274"/>
                  </a:lnTo>
                  <a:lnTo>
                    <a:pt x="202079" y="144752"/>
                  </a:lnTo>
                  <a:lnTo>
                    <a:pt x="203990" y="145707"/>
                  </a:lnTo>
                  <a:lnTo>
                    <a:pt x="205901" y="147141"/>
                  </a:lnTo>
                  <a:lnTo>
                    <a:pt x="212111" y="154307"/>
                  </a:lnTo>
                  <a:lnTo>
                    <a:pt x="214978" y="158129"/>
                  </a:lnTo>
                  <a:lnTo>
                    <a:pt x="214978" y="15908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9" name="Freeform 738">
              <a:extLst>
                <a:ext uri="{FF2B5EF4-FFF2-40B4-BE49-F238E27FC236}">
                  <a16:creationId xmlns:a16="http://schemas.microsoft.com/office/drawing/2014/main" id="{BD9DA5A6-B472-FB09-C675-68C3DD46FD82}"/>
                </a:ext>
              </a:extLst>
            </p:cNvPr>
            <p:cNvSpPr/>
            <p:nvPr/>
          </p:nvSpPr>
          <p:spPr>
            <a:xfrm>
              <a:off x="7979686" y="4679002"/>
              <a:ext cx="2866" cy="3821"/>
            </a:xfrm>
            <a:custGeom>
              <a:avLst/>
              <a:gdLst>
                <a:gd name="csX0" fmla="*/ 2866 w 2866"/>
                <a:gd name="csY0" fmla="*/ 1911 h 3821"/>
                <a:gd name="csX1" fmla="*/ 2389 w 2866"/>
                <a:gd name="csY1" fmla="*/ 2867 h 3821"/>
                <a:gd name="csX2" fmla="*/ 1433 w 2866"/>
                <a:gd name="csY2" fmla="*/ 3822 h 3821"/>
                <a:gd name="csX3" fmla="*/ 478 w 2866"/>
                <a:gd name="csY3" fmla="*/ 3822 h 3821"/>
                <a:gd name="csX4" fmla="*/ 478 w 2866"/>
                <a:gd name="csY4" fmla="*/ 3344 h 3821"/>
                <a:gd name="csX5" fmla="*/ 478 w 2866"/>
                <a:gd name="csY5" fmla="*/ 2389 h 3821"/>
                <a:gd name="csX6" fmla="*/ 478 w 2866"/>
                <a:gd name="csY6" fmla="*/ 1911 h 3821"/>
                <a:gd name="csX7" fmla="*/ 0 w 2866"/>
                <a:gd name="csY7" fmla="*/ 956 h 3821"/>
                <a:gd name="csX8" fmla="*/ 0 w 2866"/>
                <a:gd name="csY8" fmla="*/ 0 h 3821"/>
                <a:gd name="csX9" fmla="*/ 955 w 2866"/>
                <a:gd name="csY9" fmla="*/ 478 h 3821"/>
                <a:gd name="csX10" fmla="*/ 1433 w 2866"/>
                <a:gd name="csY10" fmla="*/ 956 h 3821"/>
                <a:gd name="csX11" fmla="*/ 1910 w 2866"/>
                <a:gd name="csY11" fmla="*/ 1433 h 3821"/>
                <a:gd name="csX12" fmla="*/ 2866 w 2866"/>
                <a:gd name="csY12" fmla="*/ 1433 h 3821"/>
                <a:gd name="csX13" fmla="*/ 2866 w 2866"/>
                <a:gd name="csY13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866" h="3821">
                  <a:moveTo>
                    <a:pt x="2866" y="1911"/>
                  </a:moveTo>
                  <a:lnTo>
                    <a:pt x="2389" y="2867"/>
                  </a:lnTo>
                  <a:lnTo>
                    <a:pt x="1433" y="3822"/>
                  </a:lnTo>
                  <a:lnTo>
                    <a:pt x="478" y="3822"/>
                  </a:lnTo>
                  <a:lnTo>
                    <a:pt x="478" y="3344"/>
                  </a:lnTo>
                  <a:lnTo>
                    <a:pt x="478" y="2389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1433" y="956"/>
                  </a:lnTo>
                  <a:lnTo>
                    <a:pt x="1910" y="1433"/>
                  </a:lnTo>
                  <a:lnTo>
                    <a:pt x="2866" y="1433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0" name="Freeform 739">
              <a:extLst>
                <a:ext uri="{FF2B5EF4-FFF2-40B4-BE49-F238E27FC236}">
                  <a16:creationId xmlns:a16="http://schemas.microsoft.com/office/drawing/2014/main" id="{50327154-381B-041A-DAE8-150AA1675B6A}"/>
                </a:ext>
              </a:extLst>
            </p:cNvPr>
            <p:cNvSpPr/>
            <p:nvPr/>
          </p:nvSpPr>
          <p:spPr>
            <a:xfrm>
              <a:off x="7980642" y="4477400"/>
              <a:ext cx="1911" cy="1911"/>
            </a:xfrm>
            <a:custGeom>
              <a:avLst/>
              <a:gdLst>
                <a:gd name="csX0" fmla="*/ 478 w 1911"/>
                <a:gd name="csY0" fmla="*/ 478 h 1911"/>
                <a:gd name="csX1" fmla="*/ 1911 w 1911"/>
                <a:gd name="csY1" fmla="*/ 1911 h 1911"/>
                <a:gd name="csX2" fmla="*/ 478 w 1911"/>
                <a:gd name="csY2" fmla="*/ 478 h 1911"/>
                <a:gd name="csX3" fmla="*/ 0 w 1911"/>
                <a:gd name="csY3" fmla="*/ 0 h 1911"/>
                <a:gd name="csX4" fmla="*/ 478 w 1911"/>
                <a:gd name="csY4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1911">
                  <a:moveTo>
                    <a:pt x="478" y="478"/>
                  </a:moveTo>
                  <a:lnTo>
                    <a:pt x="1911" y="1911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1" name="Freeform 740">
              <a:extLst>
                <a:ext uri="{FF2B5EF4-FFF2-40B4-BE49-F238E27FC236}">
                  <a16:creationId xmlns:a16="http://schemas.microsoft.com/office/drawing/2014/main" id="{20E2A78D-95EF-63E4-0B25-7E3DAAAD3898}"/>
                </a:ext>
              </a:extLst>
            </p:cNvPr>
            <p:cNvSpPr/>
            <p:nvPr/>
          </p:nvSpPr>
          <p:spPr>
            <a:xfrm>
              <a:off x="7981119" y="4534727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  <a:gd name="csX2" fmla="*/ 0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2" name="Freeform 741">
              <a:extLst>
                <a:ext uri="{FF2B5EF4-FFF2-40B4-BE49-F238E27FC236}">
                  <a16:creationId xmlns:a16="http://schemas.microsoft.com/office/drawing/2014/main" id="{6D141CEB-C8AF-3E2A-B32B-39D0E82D200B}"/>
                </a:ext>
              </a:extLst>
            </p:cNvPr>
            <p:cNvSpPr/>
            <p:nvPr/>
          </p:nvSpPr>
          <p:spPr>
            <a:xfrm>
              <a:off x="7977298" y="4446347"/>
              <a:ext cx="1432" cy="1433"/>
            </a:xfrm>
            <a:custGeom>
              <a:avLst/>
              <a:gdLst>
                <a:gd name="csX0" fmla="*/ 955 w 1432"/>
                <a:gd name="csY0" fmla="*/ 956 h 1433"/>
                <a:gd name="csX1" fmla="*/ 1433 w 1432"/>
                <a:gd name="csY1" fmla="*/ 1433 h 1433"/>
                <a:gd name="csX2" fmla="*/ 955 w 1432"/>
                <a:gd name="csY2" fmla="*/ 956 h 1433"/>
                <a:gd name="csX3" fmla="*/ 0 w 1432"/>
                <a:gd name="csY3" fmla="*/ 0 h 1433"/>
                <a:gd name="csX4" fmla="*/ 955 w 1432"/>
                <a:gd name="csY4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1433">
                  <a:moveTo>
                    <a:pt x="955" y="956"/>
                  </a:moveTo>
                  <a:lnTo>
                    <a:pt x="1433" y="1433"/>
                  </a:lnTo>
                  <a:lnTo>
                    <a:pt x="955" y="956"/>
                  </a:lnTo>
                  <a:lnTo>
                    <a:pt x="0" y="0"/>
                  </a:lnTo>
                  <a:lnTo>
                    <a:pt x="9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3" name="Freeform 742">
              <a:extLst>
                <a:ext uri="{FF2B5EF4-FFF2-40B4-BE49-F238E27FC236}">
                  <a16:creationId xmlns:a16="http://schemas.microsoft.com/office/drawing/2014/main" id="{4AF201A4-78D7-CE36-7EEA-842B673B8815}"/>
                </a:ext>
              </a:extLst>
            </p:cNvPr>
            <p:cNvSpPr/>
            <p:nvPr/>
          </p:nvSpPr>
          <p:spPr>
            <a:xfrm>
              <a:off x="7814870" y="4357490"/>
              <a:ext cx="163860" cy="275172"/>
            </a:xfrm>
            <a:custGeom>
              <a:avLst/>
              <a:gdLst>
                <a:gd name="csX0" fmla="*/ 163861 w 163860"/>
                <a:gd name="csY0" fmla="*/ 90291 h 275172"/>
                <a:gd name="csX1" fmla="*/ 163861 w 163860"/>
                <a:gd name="csY1" fmla="*/ 91724 h 275172"/>
                <a:gd name="csX2" fmla="*/ 163383 w 163860"/>
                <a:gd name="csY2" fmla="*/ 93635 h 275172"/>
                <a:gd name="csX3" fmla="*/ 162428 w 163860"/>
                <a:gd name="csY3" fmla="*/ 95068 h 275172"/>
                <a:gd name="csX4" fmla="*/ 161472 w 163860"/>
                <a:gd name="csY4" fmla="*/ 96024 h 275172"/>
                <a:gd name="csX5" fmla="*/ 160995 w 163860"/>
                <a:gd name="csY5" fmla="*/ 96979 h 275172"/>
                <a:gd name="csX6" fmla="*/ 160995 w 163860"/>
                <a:gd name="csY6" fmla="*/ 97457 h 275172"/>
                <a:gd name="csX7" fmla="*/ 160995 w 163860"/>
                <a:gd name="csY7" fmla="*/ 97935 h 275172"/>
                <a:gd name="csX8" fmla="*/ 160995 w 163860"/>
                <a:gd name="csY8" fmla="*/ 100323 h 275172"/>
                <a:gd name="csX9" fmla="*/ 161950 w 163860"/>
                <a:gd name="csY9" fmla="*/ 102234 h 275172"/>
                <a:gd name="csX10" fmla="*/ 161950 w 163860"/>
                <a:gd name="csY10" fmla="*/ 104145 h 275172"/>
                <a:gd name="csX11" fmla="*/ 161950 w 163860"/>
                <a:gd name="csY11" fmla="*/ 104623 h 275172"/>
                <a:gd name="csX12" fmla="*/ 161472 w 163860"/>
                <a:gd name="csY12" fmla="*/ 105578 h 275172"/>
                <a:gd name="csX13" fmla="*/ 160995 w 163860"/>
                <a:gd name="csY13" fmla="*/ 109400 h 275172"/>
                <a:gd name="csX14" fmla="*/ 160995 w 163860"/>
                <a:gd name="csY14" fmla="*/ 110355 h 275172"/>
                <a:gd name="csX15" fmla="*/ 160517 w 163860"/>
                <a:gd name="csY15" fmla="*/ 111311 h 275172"/>
                <a:gd name="csX16" fmla="*/ 160517 w 163860"/>
                <a:gd name="csY16" fmla="*/ 111789 h 275172"/>
                <a:gd name="csX17" fmla="*/ 160517 w 163860"/>
                <a:gd name="csY17" fmla="*/ 111789 h 275172"/>
                <a:gd name="csX18" fmla="*/ 159561 w 163860"/>
                <a:gd name="csY18" fmla="*/ 112744 h 275172"/>
                <a:gd name="csX19" fmla="*/ 158128 w 163860"/>
                <a:gd name="csY19" fmla="*/ 113700 h 275172"/>
                <a:gd name="csX20" fmla="*/ 156217 w 163860"/>
                <a:gd name="csY20" fmla="*/ 114655 h 275172"/>
                <a:gd name="csX21" fmla="*/ 154784 w 163860"/>
                <a:gd name="csY21" fmla="*/ 115133 h 275172"/>
                <a:gd name="csX22" fmla="*/ 154306 w 163860"/>
                <a:gd name="csY22" fmla="*/ 115133 h 275172"/>
                <a:gd name="csX23" fmla="*/ 154306 w 163860"/>
                <a:gd name="csY23" fmla="*/ 115133 h 275172"/>
                <a:gd name="csX24" fmla="*/ 153829 w 163860"/>
                <a:gd name="csY24" fmla="*/ 116088 h 275172"/>
                <a:gd name="csX25" fmla="*/ 152395 w 163860"/>
                <a:gd name="csY25" fmla="*/ 117044 h 275172"/>
                <a:gd name="csX26" fmla="*/ 151918 w 163860"/>
                <a:gd name="csY26" fmla="*/ 117044 h 275172"/>
                <a:gd name="csX27" fmla="*/ 151440 w 163860"/>
                <a:gd name="csY27" fmla="*/ 116566 h 275172"/>
                <a:gd name="csX28" fmla="*/ 150962 w 163860"/>
                <a:gd name="csY28" fmla="*/ 116088 h 275172"/>
                <a:gd name="csX29" fmla="*/ 150485 w 163860"/>
                <a:gd name="csY29" fmla="*/ 114655 h 275172"/>
                <a:gd name="csX30" fmla="*/ 148574 w 163860"/>
                <a:gd name="csY30" fmla="*/ 114177 h 275172"/>
                <a:gd name="csX31" fmla="*/ 146663 w 163860"/>
                <a:gd name="csY31" fmla="*/ 113700 h 275172"/>
                <a:gd name="csX32" fmla="*/ 142841 w 163860"/>
                <a:gd name="csY32" fmla="*/ 114177 h 275172"/>
                <a:gd name="csX33" fmla="*/ 139497 w 163860"/>
                <a:gd name="csY33" fmla="*/ 114655 h 275172"/>
                <a:gd name="csX34" fmla="*/ 135675 w 163860"/>
                <a:gd name="csY34" fmla="*/ 114177 h 275172"/>
                <a:gd name="csX35" fmla="*/ 132331 w 163860"/>
                <a:gd name="csY35" fmla="*/ 114655 h 275172"/>
                <a:gd name="csX36" fmla="*/ 130897 w 163860"/>
                <a:gd name="csY36" fmla="*/ 114655 h 275172"/>
                <a:gd name="csX37" fmla="*/ 129465 w 163860"/>
                <a:gd name="csY37" fmla="*/ 114655 h 275172"/>
                <a:gd name="csX38" fmla="*/ 127554 w 163860"/>
                <a:gd name="csY38" fmla="*/ 114655 h 275172"/>
                <a:gd name="csX39" fmla="*/ 126120 w 163860"/>
                <a:gd name="csY39" fmla="*/ 114655 h 275172"/>
                <a:gd name="csX40" fmla="*/ 126120 w 163860"/>
                <a:gd name="csY40" fmla="*/ 114655 h 275172"/>
                <a:gd name="csX41" fmla="*/ 123254 w 163860"/>
                <a:gd name="csY41" fmla="*/ 113700 h 275172"/>
                <a:gd name="csX42" fmla="*/ 122299 w 163860"/>
                <a:gd name="csY42" fmla="*/ 113700 h 275172"/>
                <a:gd name="csX43" fmla="*/ 119910 w 163860"/>
                <a:gd name="csY43" fmla="*/ 114177 h 275172"/>
                <a:gd name="csX44" fmla="*/ 117521 w 163860"/>
                <a:gd name="csY44" fmla="*/ 115133 h 275172"/>
                <a:gd name="csX45" fmla="*/ 115610 w 163860"/>
                <a:gd name="csY45" fmla="*/ 115133 h 275172"/>
                <a:gd name="csX46" fmla="*/ 112266 w 163860"/>
                <a:gd name="csY46" fmla="*/ 116566 h 275172"/>
                <a:gd name="csX47" fmla="*/ 109878 w 163860"/>
                <a:gd name="csY47" fmla="*/ 118955 h 275172"/>
                <a:gd name="csX48" fmla="*/ 109878 w 163860"/>
                <a:gd name="csY48" fmla="*/ 118955 h 275172"/>
                <a:gd name="csX49" fmla="*/ 108922 w 163860"/>
                <a:gd name="csY49" fmla="*/ 120388 h 275172"/>
                <a:gd name="csX50" fmla="*/ 107967 w 163860"/>
                <a:gd name="csY50" fmla="*/ 121821 h 275172"/>
                <a:gd name="csX51" fmla="*/ 106056 w 163860"/>
                <a:gd name="csY51" fmla="*/ 124210 h 275172"/>
                <a:gd name="csX52" fmla="*/ 104145 w 163860"/>
                <a:gd name="csY52" fmla="*/ 126598 h 275172"/>
                <a:gd name="csX53" fmla="*/ 102712 w 163860"/>
                <a:gd name="csY53" fmla="*/ 127554 h 275172"/>
                <a:gd name="csX54" fmla="*/ 102234 w 163860"/>
                <a:gd name="csY54" fmla="*/ 128031 h 275172"/>
                <a:gd name="csX55" fmla="*/ 102712 w 163860"/>
                <a:gd name="csY55" fmla="*/ 128509 h 275172"/>
                <a:gd name="csX56" fmla="*/ 102712 w 163860"/>
                <a:gd name="csY56" fmla="*/ 128987 h 275172"/>
                <a:gd name="csX57" fmla="*/ 100323 w 163860"/>
                <a:gd name="csY57" fmla="*/ 129465 h 275172"/>
                <a:gd name="csX58" fmla="*/ 98412 w 163860"/>
                <a:gd name="csY58" fmla="*/ 129465 h 275172"/>
                <a:gd name="csX59" fmla="*/ 98412 w 163860"/>
                <a:gd name="csY59" fmla="*/ 129465 h 275172"/>
                <a:gd name="csX60" fmla="*/ 97935 w 163860"/>
                <a:gd name="csY60" fmla="*/ 129942 h 275172"/>
                <a:gd name="csX61" fmla="*/ 98412 w 163860"/>
                <a:gd name="csY61" fmla="*/ 134720 h 275172"/>
                <a:gd name="csX62" fmla="*/ 98890 w 163860"/>
                <a:gd name="csY62" fmla="*/ 136631 h 275172"/>
                <a:gd name="csX63" fmla="*/ 99845 w 163860"/>
                <a:gd name="csY63" fmla="*/ 138542 h 275172"/>
                <a:gd name="csX64" fmla="*/ 100801 w 163860"/>
                <a:gd name="csY64" fmla="*/ 139975 h 275172"/>
                <a:gd name="csX65" fmla="*/ 101278 w 163860"/>
                <a:gd name="csY65" fmla="*/ 143319 h 275172"/>
                <a:gd name="csX66" fmla="*/ 101756 w 163860"/>
                <a:gd name="csY66" fmla="*/ 146185 h 275172"/>
                <a:gd name="csX67" fmla="*/ 101756 w 163860"/>
                <a:gd name="csY67" fmla="*/ 146185 h 275172"/>
                <a:gd name="csX68" fmla="*/ 104145 w 163860"/>
                <a:gd name="csY68" fmla="*/ 148096 h 275172"/>
                <a:gd name="csX69" fmla="*/ 105578 w 163860"/>
                <a:gd name="csY69" fmla="*/ 149529 h 275172"/>
                <a:gd name="csX70" fmla="*/ 106533 w 163860"/>
                <a:gd name="csY70" fmla="*/ 150485 h 275172"/>
                <a:gd name="csX71" fmla="*/ 106056 w 163860"/>
                <a:gd name="csY71" fmla="*/ 151440 h 275172"/>
                <a:gd name="csX72" fmla="*/ 105578 w 163860"/>
                <a:gd name="csY72" fmla="*/ 153829 h 275172"/>
                <a:gd name="csX73" fmla="*/ 106056 w 163860"/>
                <a:gd name="csY73" fmla="*/ 156695 h 275172"/>
                <a:gd name="csX74" fmla="*/ 109878 w 163860"/>
                <a:gd name="csY74" fmla="*/ 163384 h 275172"/>
                <a:gd name="csX75" fmla="*/ 109878 w 163860"/>
                <a:gd name="csY75" fmla="*/ 163384 h 275172"/>
                <a:gd name="csX76" fmla="*/ 109878 w 163860"/>
                <a:gd name="csY76" fmla="*/ 163861 h 275172"/>
                <a:gd name="csX77" fmla="*/ 109878 w 163860"/>
                <a:gd name="csY77" fmla="*/ 163861 h 275172"/>
                <a:gd name="csX78" fmla="*/ 109400 w 163860"/>
                <a:gd name="csY78" fmla="*/ 162906 h 275172"/>
                <a:gd name="csX79" fmla="*/ 107489 w 163860"/>
                <a:gd name="csY79" fmla="*/ 160517 h 275172"/>
                <a:gd name="csX80" fmla="*/ 106533 w 163860"/>
                <a:gd name="csY80" fmla="*/ 158128 h 275172"/>
                <a:gd name="csX81" fmla="*/ 104622 w 163860"/>
                <a:gd name="csY81" fmla="*/ 155740 h 275172"/>
                <a:gd name="csX82" fmla="*/ 103667 w 163860"/>
                <a:gd name="csY82" fmla="*/ 154784 h 275172"/>
                <a:gd name="csX83" fmla="*/ 103189 w 163860"/>
                <a:gd name="csY83" fmla="*/ 155740 h 275172"/>
                <a:gd name="csX84" fmla="*/ 102234 w 163860"/>
                <a:gd name="csY84" fmla="*/ 156695 h 275172"/>
                <a:gd name="csX85" fmla="*/ 100323 w 163860"/>
                <a:gd name="csY85" fmla="*/ 155262 h 275172"/>
                <a:gd name="csX86" fmla="*/ 98412 w 163860"/>
                <a:gd name="csY86" fmla="*/ 153829 h 275172"/>
                <a:gd name="csX87" fmla="*/ 96979 w 163860"/>
                <a:gd name="csY87" fmla="*/ 151440 h 275172"/>
                <a:gd name="csX88" fmla="*/ 96501 w 163860"/>
                <a:gd name="csY88" fmla="*/ 151918 h 275172"/>
                <a:gd name="csX89" fmla="*/ 96024 w 163860"/>
                <a:gd name="csY89" fmla="*/ 152396 h 275172"/>
                <a:gd name="csX90" fmla="*/ 94112 w 163860"/>
                <a:gd name="csY90" fmla="*/ 150485 h 275172"/>
                <a:gd name="csX91" fmla="*/ 92201 w 163860"/>
                <a:gd name="csY91" fmla="*/ 148574 h 275172"/>
                <a:gd name="csX92" fmla="*/ 90290 w 163860"/>
                <a:gd name="csY92" fmla="*/ 148096 h 275172"/>
                <a:gd name="csX93" fmla="*/ 89335 w 163860"/>
                <a:gd name="csY93" fmla="*/ 147619 h 275172"/>
                <a:gd name="csX94" fmla="*/ 88380 w 163860"/>
                <a:gd name="csY94" fmla="*/ 146663 h 275172"/>
                <a:gd name="csX95" fmla="*/ 85991 w 163860"/>
                <a:gd name="csY95" fmla="*/ 145707 h 275172"/>
                <a:gd name="csX96" fmla="*/ 80736 w 163860"/>
                <a:gd name="csY96" fmla="*/ 147141 h 275172"/>
                <a:gd name="csX97" fmla="*/ 73570 w 163860"/>
                <a:gd name="csY97" fmla="*/ 146185 h 275172"/>
                <a:gd name="csX98" fmla="*/ 70704 w 163860"/>
                <a:gd name="csY98" fmla="*/ 147141 h 275172"/>
                <a:gd name="csX99" fmla="*/ 69748 w 163860"/>
                <a:gd name="csY99" fmla="*/ 146663 h 275172"/>
                <a:gd name="csX100" fmla="*/ 69271 w 163860"/>
                <a:gd name="csY100" fmla="*/ 145230 h 275172"/>
                <a:gd name="csX101" fmla="*/ 69748 w 163860"/>
                <a:gd name="csY101" fmla="*/ 143319 h 275172"/>
                <a:gd name="csX102" fmla="*/ 69748 w 163860"/>
                <a:gd name="csY102" fmla="*/ 139497 h 275172"/>
                <a:gd name="csX103" fmla="*/ 70704 w 163860"/>
                <a:gd name="csY103" fmla="*/ 136631 h 275172"/>
                <a:gd name="csX104" fmla="*/ 70226 w 163860"/>
                <a:gd name="csY104" fmla="*/ 134242 h 275172"/>
                <a:gd name="csX105" fmla="*/ 70704 w 163860"/>
                <a:gd name="csY105" fmla="*/ 133287 h 275172"/>
                <a:gd name="csX106" fmla="*/ 71181 w 163860"/>
                <a:gd name="csY106" fmla="*/ 131853 h 275172"/>
                <a:gd name="csX107" fmla="*/ 70226 w 163860"/>
                <a:gd name="csY107" fmla="*/ 131376 h 275172"/>
                <a:gd name="csX108" fmla="*/ 64971 w 163860"/>
                <a:gd name="csY108" fmla="*/ 130420 h 275172"/>
                <a:gd name="csX109" fmla="*/ 64015 w 163860"/>
                <a:gd name="csY109" fmla="*/ 129465 h 275172"/>
                <a:gd name="csX110" fmla="*/ 62582 w 163860"/>
                <a:gd name="csY110" fmla="*/ 130420 h 275172"/>
                <a:gd name="csX111" fmla="*/ 56849 w 163860"/>
                <a:gd name="csY111" fmla="*/ 130898 h 275172"/>
                <a:gd name="csX112" fmla="*/ 54461 w 163860"/>
                <a:gd name="csY112" fmla="*/ 131853 h 275172"/>
                <a:gd name="csX113" fmla="*/ 52550 w 163860"/>
                <a:gd name="csY113" fmla="*/ 133287 h 275172"/>
                <a:gd name="csX114" fmla="*/ 51594 w 163860"/>
                <a:gd name="csY114" fmla="*/ 135675 h 275172"/>
                <a:gd name="csX115" fmla="*/ 53028 w 163860"/>
                <a:gd name="csY115" fmla="*/ 137108 h 275172"/>
                <a:gd name="csX116" fmla="*/ 53983 w 163860"/>
                <a:gd name="csY116" fmla="*/ 139019 h 275172"/>
                <a:gd name="csX117" fmla="*/ 51594 w 163860"/>
                <a:gd name="csY117" fmla="*/ 144274 h 275172"/>
                <a:gd name="csX118" fmla="*/ 51117 w 163860"/>
                <a:gd name="csY118" fmla="*/ 145707 h 275172"/>
                <a:gd name="csX119" fmla="*/ 52072 w 163860"/>
                <a:gd name="csY119" fmla="*/ 151918 h 275172"/>
                <a:gd name="csX120" fmla="*/ 51594 w 163860"/>
                <a:gd name="csY120" fmla="*/ 155262 h 275172"/>
                <a:gd name="csX121" fmla="*/ 50639 w 163860"/>
                <a:gd name="csY121" fmla="*/ 157651 h 275172"/>
                <a:gd name="csX122" fmla="*/ 48728 w 163860"/>
                <a:gd name="csY122" fmla="*/ 159562 h 275172"/>
                <a:gd name="csX123" fmla="*/ 47773 w 163860"/>
                <a:gd name="csY123" fmla="*/ 163384 h 275172"/>
                <a:gd name="csX124" fmla="*/ 46340 w 163860"/>
                <a:gd name="csY124" fmla="*/ 164817 h 275172"/>
                <a:gd name="csX125" fmla="*/ 44428 w 163860"/>
                <a:gd name="csY125" fmla="*/ 168638 h 275172"/>
                <a:gd name="csX126" fmla="*/ 43473 w 163860"/>
                <a:gd name="csY126" fmla="*/ 172938 h 275172"/>
                <a:gd name="csX127" fmla="*/ 42517 w 163860"/>
                <a:gd name="csY127" fmla="*/ 175327 h 275172"/>
                <a:gd name="csX128" fmla="*/ 42040 w 163860"/>
                <a:gd name="csY128" fmla="*/ 179149 h 275172"/>
                <a:gd name="csX129" fmla="*/ 37740 w 163860"/>
                <a:gd name="csY129" fmla="*/ 184881 h 275172"/>
                <a:gd name="csX130" fmla="*/ 36785 w 163860"/>
                <a:gd name="csY130" fmla="*/ 188226 h 275172"/>
                <a:gd name="csX131" fmla="*/ 35352 w 163860"/>
                <a:gd name="csY131" fmla="*/ 189659 h 275172"/>
                <a:gd name="csX132" fmla="*/ 35830 w 163860"/>
                <a:gd name="csY132" fmla="*/ 190614 h 275172"/>
                <a:gd name="csX133" fmla="*/ 35830 w 163860"/>
                <a:gd name="csY133" fmla="*/ 192047 h 275172"/>
                <a:gd name="csX134" fmla="*/ 35352 w 163860"/>
                <a:gd name="csY134" fmla="*/ 196825 h 275172"/>
                <a:gd name="csX135" fmla="*/ 35352 w 163860"/>
                <a:gd name="csY135" fmla="*/ 200169 h 275172"/>
                <a:gd name="csX136" fmla="*/ 35830 w 163860"/>
                <a:gd name="csY136" fmla="*/ 202080 h 275172"/>
                <a:gd name="csX137" fmla="*/ 37740 w 163860"/>
                <a:gd name="csY137" fmla="*/ 205901 h 275172"/>
                <a:gd name="csX138" fmla="*/ 37263 w 163860"/>
                <a:gd name="csY138" fmla="*/ 207335 h 275172"/>
                <a:gd name="csX139" fmla="*/ 37263 w 163860"/>
                <a:gd name="csY139" fmla="*/ 208768 h 275172"/>
                <a:gd name="csX140" fmla="*/ 38696 w 163860"/>
                <a:gd name="csY140" fmla="*/ 209723 h 275172"/>
                <a:gd name="csX141" fmla="*/ 40129 w 163860"/>
                <a:gd name="csY141" fmla="*/ 209723 h 275172"/>
                <a:gd name="csX142" fmla="*/ 46340 w 163860"/>
                <a:gd name="csY142" fmla="*/ 207812 h 275172"/>
                <a:gd name="csX143" fmla="*/ 48728 w 163860"/>
                <a:gd name="csY143" fmla="*/ 208290 h 275172"/>
                <a:gd name="csX144" fmla="*/ 49683 w 163860"/>
                <a:gd name="csY144" fmla="*/ 210201 h 275172"/>
                <a:gd name="csX145" fmla="*/ 50162 w 163860"/>
                <a:gd name="csY145" fmla="*/ 211634 h 275172"/>
                <a:gd name="csX146" fmla="*/ 51117 w 163860"/>
                <a:gd name="csY146" fmla="*/ 219756 h 275172"/>
                <a:gd name="csX147" fmla="*/ 51594 w 163860"/>
                <a:gd name="csY147" fmla="*/ 221189 h 275172"/>
                <a:gd name="csX148" fmla="*/ 53028 w 163860"/>
                <a:gd name="csY148" fmla="*/ 222622 h 275172"/>
                <a:gd name="csX149" fmla="*/ 54461 w 163860"/>
                <a:gd name="csY149" fmla="*/ 224055 h 275172"/>
                <a:gd name="csX150" fmla="*/ 54939 w 163860"/>
                <a:gd name="csY150" fmla="*/ 224055 h 275172"/>
                <a:gd name="csX151" fmla="*/ 54939 w 163860"/>
                <a:gd name="csY151" fmla="*/ 223100 h 275172"/>
                <a:gd name="csX152" fmla="*/ 55416 w 163860"/>
                <a:gd name="csY152" fmla="*/ 222622 h 275172"/>
                <a:gd name="csX153" fmla="*/ 56372 w 163860"/>
                <a:gd name="csY153" fmla="*/ 224055 h 275172"/>
                <a:gd name="csX154" fmla="*/ 57328 w 163860"/>
                <a:gd name="csY154" fmla="*/ 226921 h 275172"/>
                <a:gd name="csX155" fmla="*/ 61149 w 163860"/>
                <a:gd name="csY155" fmla="*/ 242209 h 275172"/>
                <a:gd name="csX156" fmla="*/ 62105 w 163860"/>
                <a:gd name="csY156" fmla="*/ 244120 h 275172"/>
                <a:gd name="csX157" fmla="*/ 62582 w 163860"/>
                <a:gd name="csY157" fmla="*/ 246031 h 275172"/>
                <a:gd name="csX158" fmla="*/ 60671 w 163860"/>
                <a:gd name="csY158" fmla="*/ 245075 h 275172"/>
                <a:gd name="csX159" fmla="*/ 60194 w 163860"/>
                <a:gd name="csY159" fmla="*/ 241731 h 275172"/>
                <a:gd name="csX160" fmla="*/ 59716 w 163860"/>
                <a:gd name="csY160" fmla="*/ 240298 h 275172"/>
                <a:gd name="csX161" fmla="*/ 58760 w 163860"/>
                <a:gd name="csY161" fmla="*/ 240298 h 275172"/>
                <a:gd name="csX162" fmla="*/ 57805 w 163860"/>
                <a:gd name="csY162" fmla="*/ 240298 h 275172"/>
                <a:gd name="csX163" fmla="*/ 57328 w 163860"/>
                <a:gd name="csY163" fmla="*/ 239820 h 275172"/>
                <a:gd name="csX164" fmla="*/ 58283 w 163860"/>
                <a:gd name="csY164" fmla="*/ 238387 h 275172"/>
                <a:gd name="csX165" fmla="*/ 58283 w 163860"/>
                <a:gd name="csY165" fmla="*/ 236954 h 275172"/>
                <a:gd name="csX166" fmla="*/ 57328 w 163860"/>
                <a:gd name="csY166" fmla="*/ 235998 h 275172"/>
                <a:gd name="csX167" fmla="*/ 54939 w 163860"/>
                <a:gd name="csY167" fmla="*/ 236954 h 275172"/>
                <a:gd name="csX168" fmla="*/ 55416 w 163860"/>
                <a:gd name="csY168" fmla="*/ 239342 h 275172"/>
                <a:gd name="csX169" fmla="*/ 55894 w 163860"/>
                <a:gd name="csY169" fmla="*/ 241253 h 275172"/>
                <a:gd name="csX170" fmla="*/ 59238 w 163860"/>
                <a:gd name="csY170" fmla="*/ 245075 h 275172"/>
                <a:gd name="csX171" fmla="*/ 60194 w 163860"/>
                <a:gd name="csY171" fmla="*/ 246986 h 275172"/>
                <a:gd name="csX172" fmla="*/ 61627 w 163860"/>
                <a:gd name="csY172" fmla="*/ 247464 h 275172"/>
                <a:gd name="csX173" fmla="*/ 63538 w 163860"/>
                <a:gd name="csY173" fmla="*/ 246986 h 275172"/>
                <a:gd name="csX174" fmla="*/ 65926 w 163860"/>
                <a:gd name="csY174" fmla="*/ 248897 h 275172"/>
                <a:gd name="csX175" fmla="*/ 67837 w 163860"/>
                <a:gd name="csY175" fmla="*/ 250330 h 275172"/>
                <a:gd name="csX176" fmla="*/ 72137 w 163860"/>
                <a:gd name="csY176" fmla="*/ 252719 h 275172"/>
                <a:gd name="csX177" fmla="*/ 75003 w 163860"/>
                <a:gd name="csY177" fmla="*/ 252719 h 275172"/>
                <a:gd name="csX178" fmla="*/ 77870 w 163860"/>
                <a:gd name="csY178" fmla="*/ 251763 h 275172"/>
                <a:gd name="csX179" fmla="*/ 79781 w 163860"/>
                <a:gd name="csY179" fmla="*/ 252241 h 275172"/>
                <a:gd name="csX180" fmla="*/ 81692 w 163860"/>
                <a:gd name="csY180" fmla="*/ 252719 h 275172"/>
                <a:gd name="csX181" fmla="*/ 84080 w 163860"/>
                <a:gd name="csY181" fmla="*/ 254630 h 275172"/>
                <a:gd name="csX182" fmla="*/ 87902 w 163860"/>
                <a:gd name="csY182" fmla="*/ 259885 h 275172"/>
                <a:gd name="csX183" fmla="*/ 93635 w 163860"/>
                <a:gd name="csY183" fmla="*/ 264184 h 275172"/>
                <a:gd name="csX184" fmla="*/ 93635 w 163860"/>
                <a:gd name="csY184" fmla="*/ 264184 h 275172"/>
                <a:gd name="csX185" fmla="*/ 93157 w 163860"/>
                <a:gd name="csY185" fmla="*/ 265140 h 275172"/>
                <a:gd name="csX186" fmla="*/ 93157 w 163860"/>
                <a:gd name="csY186" fmla="*/ 265140 h 275172"/>
                <a:gd name="csX187" fmla="*/ 92679 w 163860"/>
                <a:gd name="csY187" fmla="*/ 266573 h 275172"/>
                <a:gd name="csX188" fmla="*/ 90290 w 163860"/>
                <a:gd name="csY188" fmla="*/ 268962 h 275172"/>
                <a:gd name="csX189" fmla="*/ 90290 w 163860"/>
                <a:gd name="csY189" fmla="*/ 268962 h 275172"/>
                <a:gd name="csX190" fmla="*/ 89813 w 163860"/>
                <a:gd name="csY190" fmla="*/ 269917 h 275172"/>
                <a:gd name="csX191" fmla="*/ 89335 w 163860"/>
                <a:gd name="csY191" fmla="*/ 271350 h 275172"/>
                <a:gd name="csX192" fmla="*/ 87424 w 163860"/>
                <a:gd name="csY192" fmla="*/ 272306 h 275172"/>
                <a:gd name="csX193" fmla="*/ 85991 w 163860"/>
                <a:gd name="csY193" fmla="*/ 272783 h 275172"/>
                <a:gd name="csX194" fmla="*/ 85513 w 163860"/>
                <a:gd name="csY194" fmla="*/ 272306 h 275172"/>
                <a:gd name="csX195" fmla="*/ 84558 w 163860"/>
                <a:gd name="csY195" fmla="*/ 272306 h 275172"/>
                <a:gd name="csX196" fmla="*/ 83603 w 163860"/>
                <a:gd name="csY196" fmla="*/ 270395 h 275172"/>
                <a:gd name="csX197" fmla="*/ 83124 w 163860"/>
                <a:gd name="csY197" fmla="*/ 270395 h 275172"/>
                <a:gd name="csX198" fmla="*/ 82647 w 163860"/>
                <a:gd name="csY198" fmla="*/ 269917 h 275172"/>
                <a:gd name="csX199" fmla="*/ 82647 w 163860"/>
                <a:gd name="csY199" fmla="*/ 269917 h 275172"/>
                <a:gd name="csX200" fmla="*/ 79781 w 163860"/>
                <a:gd name="csY200" fmla="*/ 270873 h 275172"/>
                <a:gd name="csX201" fmla="*/ 79781 w 163860"/>
                <a:gd name="csY201" fmla="*/ 271350 h 275172"/>
                <a:gd name="csX202" fmla="*/ 76914 w 163860"/>
                <a:gd name="csY202" fmla="*/ 272306 h 275172"/>
                <a:gd name="csX203" fmla="*/ 76914 w 163860"/>
                <a:gd name="csY203" fmla="*/ 272306 h 275172"/>
                <a:gd name="csX204" fmla="*/ 76437 w 163860"/>
                <a:gd name="csY204" fmla="*/ 273261 h 275172"/>
                <a:gd name="csX205" fmla="*/ 75481 w 163860"/>
                <a:gd name="csY205" fmla="*/ 274217 h 275172"/>
                <a:gd name="csX206" fmla="*/ 75003 w 163860"/>
                <a:gd name="csY206" fmla="*/ 274694 h 275172"/>
                <a:gd name="csX207" fmla="*/ 74048 w 163860"/>
                <a:gd name="csY207" fmla="*/ 275172 h 275172"/>
                <a:gd name="csX208" fmla="*/ 73570 w 163860"/>
                <a:gd name="csY208" fmla="*/ 274217 h 275172"/>
                <a:gd name="csX209" fmla="*/ 72137 w 163860"/>
                <a:gd name="csY209" fmla="*/ 273261 h 275172"/>
                <a:gd name="csX210" fmla="*/ 71659 w 163860"/>
                <a:gd name="csY210" fmla="*/ 272306 h 275172"/>
                <a:gd name="csX211" fmla="*/ 71659 w 163860"/>
                <a:gd name="csY211" fmla="*/ 272306 h 275172"/>
                <a:gd name="csX212" fmla="*/ 71659 w 163860"/>
                <a:gd name="csY212" fmla="*/ 271350 h 275172"/>
                <a:gd name="csX213" fmla="*/ 73092 w 163860"/>
                <a:gd name="csY213" fmla="*/ 269440 h 275172"/>
                <a:gd name="csX214" fmla="*/ 73092 w 163860"/>
                <a:gd name="csY214" fmla="*/ 268962 h 275172"/>
                <a:gd name="csX215" fmla="*/ 73570 w 163860"/>
                <a:gd name="csY215" fmla="*/ 268006 h 275172"/>
                <a:gd name="csX216" fmla="*/ 73570 w 163860"/>
                <a:gd name="csY216" fmla="*/ 265617 h 275172"/>
                <a:gd name="csX217" fmla="*/ 73092 w 163860"/>
                <a:gd name="csY217" fmla="*/ 264184 h 275172"/>
                <a:gd name="csX218" fmla="*/ 72615 w 163860"/>
                <a:gd name="csY218" fmla="*/ 263707 h 275172"/>
                <a:gd name="csX219" fmla="*/ 71659 w 163860"/>
                <a:gd name="csY219" fmla="*/ 263707 h 275172"/>
                <a:gd name="csX220" fmla="*/ 69271 w 163860"/>
                <a:gd name="csY220" fmla="*/ 263707 h 275172"/>
                <a:gd name="csX221" fmla="*/ 68315 w 163860"/>
                <a:gd name="csY221" fmla="*/ 262274 h 275172"/>
                <a:gd name="csX222" fmla="*/ 67837 w 163860"/>
                <a:gd name="csY222" fmla="*/ 260840 h 275172"/>
                <a:gd name="csX223" fmla="*/ 66882 w 163860"/>
                <a:gd name="csY223" fmla="*/ 259885 h 275172"/>
                <a:gd name="csX224" fmla="*/ 66404 w 163860"/>
                <a:gd name="csY224" fmla="*/ 259885 h 275172"/>
                <a:gd name="csX225" fmla="*/ 66404 w 163860"/>
                <a:gd name="csY225" fmla="*/ 259885 h 275172"/>
                <a:gd name="csX226" fmla="*/ 64493 w 163860"/>
                <a:gd name="csY226" fmla="*/ 260363 h 275172"/>
                <a:gd name="csX227" fmla="*/ 63060 w 163860"/>
                <a:gd name="csY227" fmla="*/ 259885 h 275172"/>
                <a:gd name="csX228" fmla="*/ 58760 w 163860"/>
                <a:gd name="csY228" fmla="*/ 258452 h 275172"/>
                <a:gd name="csX229" fmla="*/ 57328 w 163860"/>
                <a:gd name="csY229" fmla="*/ 256063 h 275172"/>
                <a:gd name="csX230" fmla="*/ 56372 w 163860"/>
                <a:gd name="csY230" fmla="*/ 256063 h 275172"/>
                <a:gd name="csX231" fmla="*/ 55416 w 163860"/>
                <a:gd name="csY231" fmla="*/ 256063 h 275172"/>
                <a:gd name="csX232" fmla="*/ 55416 w 163860"/>
                <a:gd name="csY232" fmla="*/ 256063 h 275172"/>
                <a:gd name="csX233" fmla="*/ 55416 w 163860"/>
                <a:gd name="csY233" fmla="*/ 256541 h 275172"/>
                <a:gd name="csX234" fmla="*/ 54939 w 163860"/>
                <a:gd name="csY234" fmla="*/ 257018 h 275172"/>
                <a:gd name="csX235" fmla="*/ 54461 w 163860"/>
                <a:gd name="csY235" fmla="*/ 259407 h 275172"/>
                <a:gd name="csX236" fmla="*/ 54461 w 163860"/>
                <a:gd name="csY236" fmla="*/ 260363 h 275172"/>
                <a:gd name="csX237" fmla="*/ 49206 w 163860"/>
                <a:gd name="csY237" fmla="*/ 254630 h 275172"/>
                <a:gd name="csX238" fmla="*/ 45862 w 163860"/>
                <a:gd name="csY238" fmla="*/ 252241 h 275172"/>
                <a:gd name="csX239" fmla="*/ 46340 w 163860"/>
                <a:gd name="csY239" fmla="*/ 248419 h 275172"/>
                <a:gd name="csX240" fmla="*/ 45384 w 163860"/>
                <a:gd name="csY240" fmla="*/ 247464 h 275172"/>
                <a:gd name="csX241" fmla="*/ 43951 w 163860"/>
                <a:gd name="csY241" fmla="*/ 247464 h 275172"/>
                <a:gd name="csX242" fmla="*/ 42996 w 163860"/>
                <a:gd name="csY242" fmla="*/ 246031 h 275172"/>
                <a:gd name="csX243" fmla="*/ 43951 w 163860"/>
                <a:gd name="csY243" fmla="*/ 243642 h 275172"/>
                <a:gd name="csX244" fmla="*/ 42517 w 163860"/>
                <a:gd name="csY244" fmla="*/ 244120 h 275172"/>
                <a:gd name="csX245" fmla="*/ 41085 w 163860"/>
                <a:gd name="csY245" fmla="*/ 244120 h 275172"/>
                <a:gd name="csX246" fmla="*/ 39174 w 163860"/>
                <a:gd name="csY246" fmla="*/ 243642 h 275172"/>
                <a:gd name="csX247" fmla="*/ 38218 w 163860"/>
                <a:gd name="csY247" fmla="*/ 239820 h 275172"/>
                <a:gd name="csX248" fmla="*/ 37263 w 163860"/>
                <a:gd name="csY248" fmla="*/ 238865 h 275172"/>
                <a:gd name="csX249" fmla="*/ 35830 w 163860"/>
                <a:gd name="csY249" fmla="*/ 236954 h 275172"/>
                <a:gd name="csX250" fmla="*/ 33919 w 163860"/>
                <a:gd name="csY250" fmla="*/ 236954 h 275172"/>
                <a:gd name="csX251" fmla="*/ 32963 w 163860"/>
                <a:gd name="csY251" fmla="*/ 236476 h 275172"/>
                <a:gd name="csX252" fmla="*/ 33441 w 163860"/>
                <a:gd name="csY252" fmla="*/ 234087 h 275172"/>
                <a:gd name="csX253" fmla="*/ 31530 w 163860"/>
                <a:gd name="csY253" fmla="*/ 232654 h 275172"/>
                <a:gd name="csX254" fmla="*/ 29619 w 163860"/>
                <a:gd name="csY254" fmla="*/ 231699 h 275172"/>
                <a:gd name="csX255" fmla="*/ 28186 w 163860"/>
                <a:gd name="csY255" fmla="*/ 230743 h 275172"/>
                <a:gd name="csX256" fmla="*/ 26275 w 163860"/>
                <a:gd name="csY256" fmla="*/ 227399 h 275172"/>
                <a:gd name="csX257" fmla="*/ 24842 w 163860"/>
                <a:gd name="csY257" fmla="*/ 226444 h 275172"/>
                <a:gd name="csX258" fmla="*/ 23886 w 163860"/>
                <a:gd name="csY258" fmla="*/ 225488 h 275172"/>
                <a:gd name="csX259" fmla="*/ 22453 w 163860"/>
                <a:gd name="csY259" fmla="*/ 225966 h 275172"/>
                <a:gd name="csX260" fmla="*/ 21975 w 163860"/>
                <a:gd name="csY260" fmla="*/ 227399 h 275172"/>
                <a:gd name="csX261" fmla="*/ 20542 w 163860"/>
                <a:gd name="csY261" fmla="*/ 228833 h 275172"/>
                <a:gd name="csX262" fmla="*/ 19587 w 163860"/>
                <a:gd name="csY262" fmla="*/ 228355 h 275172"/>
                <a:gd name="csX263" fmla="*/ 18631 w 163860"/>
                <a:gd name="csY263" fmla="*/ 227877 h 275172"/>
                <a:gd name="csX264" fmla="*/ 17198 w 163860"/>
                <a:gd name="csY264" fmla="*/ 224055 h 275172"/>
                <a:gd name="csX265" fmla="*/ 16721 w 163860"/>
                <a:gd name="csY265" fmla="*/ 222144 h 275172"/>
                <a:gd name="csX266" fmla="*/ 17198 w 163860"/>
                <a:gd name="csY266" fmla="*/ 217845 h 275172"/>
                <a:gd name="csX267" fmla="*/ 18631 w 163860"/>
                <a:gd name="csY267" fmla="*/ 214501 h 275172"/>
                <a:gd name="csX268" fmla="*/ 19587 w 163860"/>
                <a:gd name="csY268" fmla="*/ 208290 h 275172"/>
                <a:gd name="csX269" fmla="*/ 21020 w 163860"/>
                <a:gd name="csY269" fmla="*/ 204946 h 275172"/>
                <a:gd name="csX270" fmla="*/ 21975 w 163860"/>
                <a:gd name="csY270" fmla="*/ 203513 h 275172"/>
                <a:gd name="csX271" fmla="*/ 23408 w 163860"/>
                <a:gd name="csY271" fmla="*/ 198258 h 275172"/>
                <a:gd name="csX272" fmla="*/ 26275 w 163860"/>
                <a:gd name="csY272" fmla="*/ 192047 h 275172"/>
                <a:gd name="csX273" fmla="*/ 26275 w 163860"/>
                <a:gd name="csY273" fmla="*/ 192047 h 275172"/>
                <a:gd name="csX274" fmla="*/ 26275 w 163860"/>
                <a:gd name="csY274" fmla="*/ 192047 h 275172"/>
                <a:gd name="csX275" fmla="*/ 26275 w 163860"/>
                <a:gd name="csY275" fmla="*/ 191569 h 275172"/>
                <a:gd name="csX276" fmla="*/ 26753 w 163860"/>
                <a:gd name="csY276" fmla="*/ 190614 h 275172"/>
                <a:gd name="csX277" fmla="*/ 27230 w 163860"/>
                <a:gd name="csY277" fmla="*/ 189181 h 275172"/>
                <a:gd name="csX278" fmla="*/ 27230 w 163860"/>
                <a:gd name="csY278" fmla="*/ 189181 h 275172"/>
                <a:gd name="csX279" fmla="*/ 27708 w 163860"/>
                <a:gd name="csY279" fmla="*/ 187748 h 275172"/>
                <a:gd name="csX280" fmla="*/ 27708 w 163860"/>
                <a:gd name="csY280" fmla="*/ 187270 h 275172"/>
                <a:gd name="csX281" fmla="*/ 27708 w 163860"/>
                <a:gd name="csY281" fmla="*/ 185359 h 275172"/>
                <a:gd name="csX282" fmla="*/ 27230 w 163860"/>
                <a:gd name="csY282" fmla="*/ 183926 h 275172"/>
                <a:gd name="csX283" fmla="*/ 27230 w 163860"/>
                <a:gd name="csY283" fmla="*/ 183448 h 275172"/>
                <a:gd name="csX284" fmla="*/ 28186 w 163860"/>
                <a:gd name="csY284" fmla="*/ 182493 h 275172"/>
                <a:gd name="csX285" fmla="*/ 30097 w 163860"/>
                <a:gd name="csY285" fmla="*/ 181060 h 275172"/>
                <a:gd name="csX286" fmla="*/ 32485 w 163860"/>
                <a:gd name="csY286" fmla="*/ 178671 h 275172"/>
                <a:gd name="csX287" fmla="*/ 32485 w 163860"/>
                <a:gd name="csY287" fmla="*/ 178671 h 275172"/>
                <a:gd name="csX288" fmla="*/ 35830 w 163860"/>
                <a:gd name="csY288" fmla="*/ 175327 h 275172"/>
                <a:gd name="csX289" fmla="*/ 38696 w 163860"/>
                <a:gd name="csY289" fmla="*/ 171027 h 275172"/>
                <a:gd name="csX290" fmla="*/ 39174 w 163860"/>
                <a:gd name="csY290" fmla="*/ 170072 h 275172"/>
                <a:gd name="csX291" fmla="*/ 41085 w 163860"/>
                <a:gd name="csY291" fmla="*/ 166728 h 275172"/>
                <a:gd name="csX292" fmla="*/ 41562 w 163860"/>
                <a:gd name="csY292" fmla="*/ 165772 h 275172"/>
                <a:gd name="csX293" fmla="*/ 42517 w 163860"/>
                <a:gd name="csY293" fmla="*/ 165294 h 275172"/>
                <a:gd name="csX294" fmla="*/ 43473 w 163860"/>
                <a:gd name="csY294" fmla="*/ 164339 h 275172"/>
                <a:gd name="csX295" fmla="*/ 44428 w 163860"/>
                <a:gd name="csY295" fmla="*/ 163384 h 275172"/>
                <a:gd name="csX296" fmla="*/ 44428 w 163860"/>
                <a:gd name="csY296" fmla="*/ 163384 h 275172"/>
                <a:gd name="csX297" fmla="*/ 44428 w 163860"/>
                <a:gd name="csY297" fmla="*/ 162428 h 275172"/>
                <a:gd name="csX298" fmla="*/ 42517 w 163860"/>
                <a:gd name="csY298" fmla="*/ 156695 h 275172"/>
                <a:gd name="csX299" fmla="*/ 41562 w 163860"/>
                <a:gd name="csY299" fmla="*/ 155262 h 275172"/>
                <a:gd name="csX300" fmla="*/ 41562 w 163860"/>
                <a:gd name="csY300" fmla="*/ 155262 h 275172"/>
                <a:gd name="csX301" fmla="*/ 40607 w 163860"/>
                <a:gd name="csY301" fmla="*/ 152873 h 275172"/>
                <a:gd name="csX302" fmla="*/ 40607 w 163860"/>
                <a:gd name="csY302" fmla="*/ 151440 h 275172"/>
                <a:gd name="csX303" fmla="*/ 40129 w 163860"/>
                <a:gd name="csY303" fmla="*/ 150007 h 275172"/>
                <a:gd name="csX304" fmla="*/ 40129 w 163860"/>
                <a:gd name="csY304" fmla="*/ 150007 h 275172"/>
                <a:gd name="csX305" fmla="*/ 40129 w 163860"/>
                <a:gd name="csY305" fmla="*/ 149529 h 275172"/>
                <a:gd name="csX306" fmla="*/ 40129 w 163860"/>
                <a:gd name="csY306" fmla="*/ 148574 h 275172"/>
                <a:gd name="csX307" fmla="*/ 39651 w 163860"/>
                <a:gd name="csY307" fmla="*/ 147619 h 275172"/>
                <a:gd name="csX308" fmla="*/ 39651 w 163860"/>
                <a:gd name="csY308" fmla="*/ 147619 h 275172"/>
                <a:gd name="csX309" fmla="*/ 38218 w 163860"/>
                <a:gd name="csY309" fmla="*/ 146663 h 275172"/>
                <a:gd name="csX310" fmla="*/ 36307 w 163860"/>
                <a:gd name="csY310" fmla="*/ 144752 h 275172"/>
                <a:gd name="csX311" fmla="*/ 35830 w 163860"/>
                <a:gd name="csY311" fmla="*/ 142363 h 275172"/>
                <a:gd name="csX312" fmla="*/ 35830 w 163860"/>
                <a:gd name="csY312" fmla="*/ 140930 h 275172"/>
                <a:gd name="csX313" fmla="*/ 34874 w 163860"/>
                <a:gd name="csY313" fmla="*/ 139497 h 275172"/>
                <a:gd name="csX314" fmla="*/ 34396 w 163860"/>
                <a:gd name="csY314" fmla="*/ 138064 h 275172"/>
                <a:gd name="csX315" fmla="*/ 34396 w 163860"/>
                <a:gd name="csY315" fmla="*/ 138064 h 275172"/>
                <a:gd name="csX316" fmla="*/ 34874 w 163860"/>
                <a:gd name="csY316" fmla="*/ 137108 h 275172"/>
                <a:gd name="csX317" fmla="*/ 35352 w 163860"/>
                <a:gd name="csY317" fmla="*/ 136153 h 275172"/>
                <a:gd name="csX318" fmla="*/ 35830 w 163860"/>
                <a:gd name="csY318" fmla="*/ 135675 h 275172"/>
                <a:gd name="csX319" fmla="*/ 35830 w 163860"/>
                <a:gd name="csY319" fmla="*/ 135675 h 275172"/>
                <a:gd name="csX320" fmla="*/ 35352 w 163860"/>
                <a:gd name="csY320" fmla="*/ 130898 h 275172"/>
                <a:gd name="csX321" fmla="*/ 35352 w 163860"/>
                <a:gd name="csY321" fmla="*/ 130898 h 275172"/>
                <a:gd name="csX322" fmla="*/ 35352 w 163860"/>
                <a:gd name="csY322" fmla="*/ 129465 h 275172"/>
                <a:gd name="csX323" fmla="*/ 34874 w 163860"/>
                <a:gd name="csY323" fmla="*/ 126598 h 275172"/>
                <a:gd name="csX324" fmla="*/ 34874 w 163860"/>
                <a:gd name="csY324" fmla="*/ 126598 h 275172"/>
                <a:gd name="csX325" fmla="*/ 33919 w 163860"/>
                <a:gd name="csY325" fmla="*/ 124687 h 275172"/>
                <a:gd name="csX326" fmla="*/ 32485 w 163860"/>
                <a:gd name="csY326" fmla="*/ 122299 h 275172"/>
                <a:gd name="csX327" fmla="*/ 31052 w 163860"/>
                <a:gd name="csY327" fmla="*/ 120388 h 275172"/>
                <a:gd name="csX328" fmla="*/ 26753 w 163860"/>
                <a:gd name="csY328" fmla="*/ 117044 h 275172"/>
                <a:gd name="csX329" fmla="*/ 23886 w 163860"/>
                <a:gd name="csY329" fmla="*/ 114655 h 275172"/>
                <a:gd name="csX330" fmla="*/ 21975 w 163860"/>
                <a:gd name="csY330" fmla="*/ 112744 h 275172"/>
                <a:gd name="csX331" fmla="*/ 20064 w 163860"/>
                <a:gd name="csY331" fmla="*/ 110355 h 275172"/>
                <a:gd name="csX332" fmla="*/ 20064 w 163860"/>
                <a:gd name="csY332" fmla="*/ 110355 h 275172"/>
                <a:gd name="csX333" fmla="*/ 19109 w 163860"/>
                <a:gd name="csY333" fmla="*/ 108445 h 275172"/>
                <a:gd name="csX334" fmla="*/ 17198 w 163860"/>
                <a:gd name="csY334" fmla="*/ 106534 h 275172"/>
                <a:gd name="csX335" fmla="*/ 16242 w 163860"/>
                <a:gd name="csY335" fmla="*/ 103189 h 275172"/>
                <a:gd name="csX336" fmla="*/ 16242 w 163860"/>
                <a:gd name="csY336" fmla="*/ 103189 h 275172"/>
                <a:gd name="csX337" fmla="*/ 15765 w 163860"/>
                <a:gd name="csY337" fmla="*/ 99846 h 275172"/>
                <a:gd name="csX338" fmla="*/ 16242 w 163860"/>
                <a:gd name="csY338" fmla="*/ 99368 h 275172"/>
                <a:gd name="csX339" fmla="*/ 16242 w 163860"/>
                <a:gd name="csY339" fmla="*/ 98890 h 275172"/>
                <a:gd name="csX340" fmla="*/ 16721 w 163860"/>
                <a:gd name="csY340" fmla="*/ 98412 h 275172"/>
                <a:gd name="csX341" fmla="*/ 18153 w 163860"/>
                <a:gd name="csY341" fmla="*/ 97935 h 275172"/>
                <a:gd name="csX342" fmla="*/ 18631 w 163860"/>
                <a:gd name="csY342" fmla="*/ 97457 h 275172"/>
                <a:gd name="csX343" fmla="*/ 21498 w 163860"/>
                <a:gd name="csY343" fmla="*/ 96024 h 275172"/>
                <a:gd name="csX344" fmla="*/ 22931 w 163860"/>
                <a:gd name="csY344" fmla="*/ 96501 h 275172"/>
                <a:gd name="csX345" fmla="*/ 23408 w 163860"/>
                <a:gd name="csY345" fmla="*/ 96024 h 275172"/>
                <a:gd name="csX346" fmla="*/ 23408 w 163860"/>
                <a:gd name="csY346" fmla="*/ 96024 h 275172"/>
                <a:gd name="csX347" fmla="*/ 23408 w 163860"/>
                <a:gd name="csY347" fmla="*/ 95068 h 275172"/>
                <a:gd name="csX348" fmla="*/ 23408 w 163860"/>
                <a:gd name="csY348" fmla="*/ 92202 h 275172"/>
                <a:gd name="csX349" fmla="*/ 23408 w 163860"/>
                <a:gd name="csY349" fmla="*/ 92202 h 275172"/>
                <a:gd name="csX350" fmla="*/ 23408 w 163860"/>
                <a:gd name="csY350" fmla="*/ 88380 h 275172"/>
                <a:gd name="csX351" fmla="*/ 23886 w 163860"/>
                <a:gd name="csY351" fmla="*/ 85514 h 275172"/>
                <a:gd name="csX352" fmla="*/ 23886 w 163860"/>
                <a:gd name="csY352" fmla="*/ 85036 h 275172"/>
                <a:gd name="csX353" fmla="*/ 23886 w 163860"/>
                <a:gd name="csY353" fmla="*/ 85036 h 275172"/>
                <a:gd name="csX354" fmla="*/ 23886 w 163860"/>
                <a:gd name="csY354" fmla="*/ 83125 h 275172"/>
                <a:gd name="csX355" fmla="*/ 28664 w 163860"/>
                <a:gd name="csY355" fmla="*/ 80736 h 275172"/>
                <a:gd name="csX356" fmla="*/ 28664 w 163860"/>
                <a:gd name="csY356" fmla="*/ 80736 h 275172"/>
                <a:gd name="csX357" fmla="*/ 29619 w 163860"/>
                <a:gd name="csY357" fmla="*/ 79781 h 275172"/>
                <a:gd name="csX358" fmla="*/ 30097 w 163860"/>
                <a:gd name="csY358" fmla="*/ 78348 h 275172"/>
                <a:gd name="csX359" fmla="*/ 30097 w 163860"/>
                <a:gd name="csY359" fmla="*/ 77392 h 275172"/>
                <a:gd name="csX360" fmla="*/ 29619 w 163860"/>
                <a:gd name="csY360" fmla="*/ 76437 h 275172"/>
                <a:gd name="csX361" fmla="*/ 29141 w 163860"/>
                <a:gd name="csY361" fmla="*/ 76437 h 275172"/>
                <a:gd name="csX362" fmla="*/ 28664 w 163860"/>
                <a:gd name="csY362" fmla="*/ 76437 h 275172"/>
                <a:gd name="csX363" fmla="*/ 25797 w 163860"/>
                <a:gd name="csY363" fmla="*/ 78348 h 275172"/>
                <a:gd name="csX364" fmla="*/ 25319 w 163860"/>
                <a:gd name="csY364" fmla="*/ 77870 h 275172"/>
                <a:gd name="csX365" fmla="*/ 23886 w 163860"/>
                <a:gd name="csY365" fmla="*/ 74526 h 275172"/>
                <a:gd name="csX366" fmla="*/ 23408 w 163860"/>
                <a:gd name="csY366" fmla="*/ 73093 h 275172"/>
                <a:gd name="csX367" fmla="*/ 22931 w 163860"/>
                <a:gd name="csY367" fmla="*/ 72137 h 275172"/>
                <a:gd name="csX368" fmla="*/ 21975 w 163860"/>
                <a:gd name="csY368" fmla="*/ 70226 h 275172"/>
                <a:gd name="csX369" fmla="*/ 21498 w 163860"/>
                <a:gd name="csY369" fmla="*/ 67360 h 275172"/>
                <a:gd name="csX370" fmla="*/ 21498 w 163860"/>
                <a:gd name="csY370" fmla="*/ 67360 h 275172"/>
                <a:gd name="csX371" fmla="*/ 21020 w 163860"/>
                <a:gd name="csY371" fmla="*/ 65449 h 275172"/>
                <a:gd name="csX372" fmla="*/ 17198 w 163860"/>
                <a:gd name="csY372" fmla="*/ 62582 h 275172"/>
                <a:gd name="csX373" fmla="*/ 15765 w 163860"/>
                <a:gd name="csY373" fmla="*/ 60672 h 275172"/>
                <a:gd name="csX374" fmla="*/ 13376 w 163860"/>
                <a:gd name="csY374" fmla="*/ 58283 h 275172"/>
                <a:gd name="csX375" fmla="*/ 10987 w 163860"/>
                <a:gd name="csY375" fmla="*/ 54939 h 275172"/>
                <a:gd name="csX376" fmla="*/ 8121 w 163860"/>
                <a:gd name="csY376" fmla="*/ 52550 h 275172"/>
                <a:gd name="csX377" fmla="*/ 8121 w 163860"/>
                <a:gd name="csY377" fmla="*/ 52073 h 275172"/>
                <a:gd name="csX378" fmla="*/ 7166 w 163860"/>
                <a:gd name="csY378" fmla="*/ 50639 h 275172"/>
                <a:gd name="csX379" fmla="*/ 7166 w 163860"/>
                <a:gd name="csY379" fmla="*/ 50639 h 275172"/>
                <a:gd name="csX380" fmla="*/ 6688 w 163860"/>
                <a:gd name="csY380" fmla="*/ 50162 h 275172"/>
                <a:gd name="csX381" fmla="*/ 6210 w 163860"/>
                <a:gd name="csY381" fmla="*/ 49206 h 275172"/>
                <a:gd name="csX382" fmla="*/ 7166 w 163860"/>
                <a:gd name="csY382" fmla="*/ 47295 h 275172"/>
                <a:gd name="csX383" fmla="*/ 6688 w 163860"/>
                <a:gd name="csY383" fmla="*/ 45384 h 275172"/>
                <a:gd name="csX384" fmla="*/ 5255 w 163860"/>
                <a:gd name="csY384" fmla="*/ 42996 h 275172"/>
                <a:gd name="csX385" fmla="*/ 4777 w 163860"/>
                <a:gd name="csY385" fmla="*/ 41563 h 275172"/>
                <a:gd name="csX386" fmla="*/ 4777 w 163860"/>
                <a:gd name="csY386" fmla="*/ 41085 h 275172"/>
                <a:gd name="csX387" fmla="*/ 5255 w 163860"/>
                <a:gd name="csY387" fmla="*/ 40607 h 275172"/>
                <a:gd name="csX388" fmla="*/ 5255 w 163860"/>
                <a:gd name="csY388" fmla="*/ 40607 h 275172"/>
                <a:gd name="csX389" fmla="*/ 4299 w 163860"/>
                <a:gd name="csY389" fmla="*/ 40607 h 275172"/>
                <a:gd name="csX390" fmla="*/ 2866 w 163860"/>
                <a:gd name="csY390" fmla="*/ 40607 h 275172"/>
                <a:gd name="csX391" fmla="*/ 1433 w 163860"/>
                <a:gd name="csY391" fmla="*/ 39174 h 275172"/>
                <a:gd name="csX392" fmla="*/ 0 w 163860"/>
                <a:gd name="csY392" fmla="*/ 36785 h 275172"/>
                <a:gd name="csX393" fmla="*/ 0 w 163860"/>
                <a:gd name="csY393" fmla="*/ 36307 h 275172"/>
                <a:gd name="csX394" fmla="*/ 478 w 163860"/>
                <a:gd name="csY394" fmla="*/ 36307 h 275172"/>
                <a:gd name="csX395" fmla="*/ 1910 w 163860"/>
                <a:gd name="csY395" fmla="*/ 36785 h 275172"/>
                <a:gd name="csX396" fmla="*/ 2866 w 163860"/>
                <a:gd name="csY396" fmla="*/ 36785 h 275172"/>
                <a:gd name="csX397" fmla="*/ 2866 w 163860"/>
                <a:gd name="csY397" fmla="*/ 36785 h 275172"/>
                <a:gd name="csX398" fmla="*/ 3821 w 163860"/>
                <a:gd name="csY398" fmla="*/ 36307 h 275172"/>
                <a:gd name="csX399" fmla="*/ 5733 w 163860"/>
                <a:gd name="csY399" fmla="*/ 35830 h 275172"/>
                <a:gd name="csX400" fmla="*/ 6688 w 163860"/>
                <a:gd name="csY400" fmla="*/ 35352 h 275172"/>
                <a:gd name="csX401" fmla="*/ 7166 w 163860"/>
                <a:gd name="csY401" fmla="*/ 35352 h 275172"/>
                <a:gd name="csX402" fmla="*/ 7166 w 163860"/>
                <a:gd name="csY402" fmla="*/ 34874 h 275172"/>
                <a:gd name="csX403" fmla="*/ 7166 w 163860"/>
                <a:gd name="csY403" fmla="*/ 34874 h 275172"/>
                <a:gd name="csX404" fmla="*/ 7644 w 163860"/>
                <a:gd name="csY404" fmla="*/ 34397 h 275172"/>
                <a:gd name="csX405" fmla="*/ 6688 w 163860"/>
                <a:gd name="csY405" fmla="*/ 28664 h 275172"/>
                <a:gd name="csX406" fmla="*/ 6688 w 163860"/>
                <a:gd name="csY406" fmla="*/ 27231 h 275172"/>
                <a:gd name="csX407" fmla="*/ 8599 w 163860"/>
                <a:gd name="csY407" fmla="*/ 24842 h 275172"/>
                <a:gd name="csX408" fmla="*/ 8599 w 163860"/>
                <a:gd name="csY408" fmla="*/ 24842 h 275172"/>
                <a:gd name="csX409" fmla="*/ 8121 w 163860"/>
                <a:gd name="csY409" fmla="*/ 21975 h 275172"/>
                <a:gd name="csX410" fmla="*/ 8121 w 163860"/>
                <a:gd name="csY410" fmla="*/ 21975 h 275172"/>
                <a:gd name="csX411" fmla="*/ 8599 w 163860"/>
                <a:gd name="csY411" fmla="*/ 18154 h 275172"/>
                <a:gd name="csX412" fmla="*/ 10510 w 163860"/>
                <a:gd name="csY412" fmla="*/ 15765 h 275172"/>
                <a:gd name="csX413" fmla="*/ 11943 w 163860"/>
                <a:gd name="csY413" fmla="*/ 14809 h 275172"/>
                <a:gd name="csX414" fmla="*/ 11943 w 163860"/>
                <a:gd name="csY414" fmla="*/ 14809 h 275172"/>
                <a:gd name="csX415" fmla="*/ 12421 w 163860"/>
                <a:gd name="csY415" fmla="*/ 13376 h 275172"/>
                <a:gd name="csX416" fmla="*/ 12421 w 163860"/>
                <a:gd name="csY416" fmla="*/ 12899 h 275172"/>
                <a:gd name="csX417" fmla="*/ 13376 w 163860"/>
                <a:gd name="csY417" fmla="*/ 12421 h 275172"/>
                <a:gd name="csX418" fmla="*/ 14332 w 163860"/>
                <a:gd name="csY418" fmla="*/ 12421 h 275172"/>
                <a:gd name="csX419" fmla="*/ 17198 w 163860"/>
                <a:gd name="csY419" fmla="*/ 13854 h 275172"/>
                <a:gd name="csX420" fmla="*/ 18153 w 163860"/>
                <a:gd name="csY420" fmla="*/ 13854 h 275172"/>
                <a:gd name="csX421" fmla="*/ 19587 w 163860"/>
                <a:gd name="csY421" fmla="*/ 13854 h 275172"/>
                <a:gd name="csX422" fmla="*/ 21498 w 163860"/>
                <a:gd name="csY422" fmla="*/ 13854 h 275172"/>
                <a:gd name="csX423" fmla="*/ 21975 w 163860"/>
                <a:gd name="csY423" fmla="*/ 13854 h 275172"/>
                <a:gd name="csX424" fmla="*/ 27230 w 163860"/>
                <a:gd name="csY424" fmla="*/ 12421 h 275172"/>
                <a:gd name="csX425" fmla="*/ 28664 w 163860"/>
                <a:gd name="csY425" fmla="*/ 12421 h 275172"/>
                <a:gd name="csX426" fmla="*/ 29619 w 163860"/>
                <a:gd name="csY426" fmla="*/ 12421 h 275172"/>
                <a:gd name="csX427" fmla="*/ 30574 w 163860"/>
                <a:gd name="csY427" fmla="*/ 12421 h 275172"/>
                <a:gd name="csX428" fmla="*/ 31530 w 163860"/>
                <a:gd name="csY428" fmla="*/ 11943 h 275172"/>
                <a:gd name="csX429" fmla="*/ 31530 w 163860"/>
                <a:gd name="csY429" fmla="*/ 11466 h 275172"/>
                <a:gd name="csX430" fmla="*/ 32008 w 163860"/>
                <a:gd name="csY430" fmla="*/ 10510 h 275172"/>
                <a:gd name="csX431" fmla="*/ 32008 w 163860"/>
                <a:gd name="csY431" fmla="*/ 10510 h 275172"/>
                <a:gd name="csX432" fmla="*/ 32485 w 163860"/>
                <a:gd name="csY432" fmla="*/ 7166 h 275172"/>
                <a:gd name="csX433" fmla="*/ 32963 w 163860"/>
                <a:gd name="csY433" fmla="*/ 6688 h 275172"/>
                <a:gd name="csX434" fmla="*/ 33441 w 163860"/>
                <a:gd name="csY434" fmla="*/ 6210 h 275172"/>
                <a:gd name="csX435" fmla="*/ 34874 w 163860"/>
                <a:gd name="csY435" fmla="*/ 5733 h 275172"/>
                <a:gd name="csX436" fmla="*/ 35830 w 163860"/>
                <a:gd name="csY436" fmla="*/ 5733 h 275172"/>
                <a:gd name="csX437" fmla="*/ 37740 w 163860"/>
                <a:gd name="csY437" fmla="*/ 6688 h 275172"/>
                <a:gd name="csX438" fmla="*/ 38696 w 163860"/>
                <a:gd name="csY438" fmla="*/ 6688 h 275172"/>
                <a:gd name="csX439" fmla="*/ 40129 w 163860"/>
                <a:gd name="csY439" fmla="*/ 6210 h 275172"/>
                <a:gd name="csX440" fmla="*/ 41085 w 163860"/>
                <a:gd name="csY440" fmla="*/ 5733 h 275172"/>
                <a:gd name="csX441" fmla="*/ 41562 w 163860"/>
                <a:gd name="csY441" fmla="*/ 5255 h 275172"/>
                <a:gd name="csX442" fmla="*/ 42040 w 163860"/>
                <a:gd name="csY442" fmla="*/ 5255 h 275172"/>
                <a:gd name="csX443" fmla="*/ 42040 w 163860"/>
                <a:gd name="csY443" fmla="*/ 4300 h 275172"/>
                <a:gd name="csX444" fmla="*/ 42040 w 163860"/>
                <a:gd name="csY444" fmla="*/ 2866 h 275172"/>
                <a:gd name="csX445" fmla="*/ 41085 w 163860"/>
                <a:gd name="csY445" fmla="*/ 956 h 275172"/>
                <a:gd name="csX446" fmla="*/ 41085 w 163860"/>
                <a:gd name="csY446" fmla="*/ 956 h 275172"/>
                <a:gd name="csX447" fmla="*/ 42517 w 163860"/>
                <a:gd name="csY447" fmla="*/ 1433 h 275172"/>
                <a:gd name="csX448" fmla="*/ 44906 w 163860"/>
                <a:gd name="csY448" fmla="*/ 1911 h 275172"/>
                <a:gd name="csX449" fmla="*/ 46340 w 163860"/>
                <a:gd name="csY449" fmla="*/ 1911 h 275172"/>
                <a:gd name="csX450" fmla="*/ 47295 w 163860"/>
                <a:gd name="csY450" fmla="*/ 1433 h 275172"/>
                <a:gd name="csX451" fmla="*/ 48728 w 163860"/>
                <a:gd name="csY451" fmla="*/ 478 h 275172"/>
                <a:gd name="csX452" fmla="*/ 49683 w 163860"/>
                <a:gd name="csY452" fmla="*/ 0 h 275172"/>
                <a:gd name="csX453" fmla="*/ 51117 w 163860"/>
                <a:gd name="csY453" fmla="*/ 0 h 275172"/>
                <a:gd name="csX454" fmla="*/ 52072 w 163860"/>
                <a:gd name="csY454" fmla="*/ 478 h 275172"/>
                <a:gd name="csX455" fmla="*/ 54461 w 163860"/>
                <a:gd name="csY455" fmla="*/ 1911 h 275172"/>
                <a:gd name="csX456" fmla="*/ 54461 w 163860"/>
                <a:gd name="csY456" fmla="*/ 2866 h 275172"/>
                <a:gd name="csX457" fmla="*/ 54939 w 163860"/>
                <a:gd name="csY457" fmla="*/ 3344 h 275172"/>
                <a:gd name="csX458" fmla="*/ 55416 w 163860"/>
                <a:gd name="csY458" fmla="*/ 2866 h 275172"/>
                <a:gd name="csX459" fmla="*/ 56372 w 163860"/>
                <a:gd name="csY459" fmla="*/ 1433 h 275172"/>
                <a:gd name="csX460" fmla="*/ 57328 w 163860"/>
                <a:gd name="csY460" fmla="*/ 956 h 275172"/>
                <a:gd name="csX461" fmla="*/ 58283 w 163860"/>
                <a:gd name="csY461" fmla="*/ 478 h 275172"/>
                <a:gd name="csX462" fmla="*/ 59238 w 163860"/>
                <a:gd name="csY462" fmla="*/ 1433 h 275172"/>
                <a:gd name="csX463" fmla="*/ 60671 w 163860"/>
                <a:gd name="csY463" fmla="*/ 3344 h 275172"/>
                <a:gd name="csX464" fmla="*/ 61627 w 163860"/>
                <a:gd name="csY464" fmla="*/ 4300 h 275172"/>
                <a:gd name="csX465" fmla="*/ 62105 w 163860"/>
                <a:gd name="csY465" fmla="*/ 4777 h 275172"/>
                <a:gd name="csX466" fmla="*/ 62582 w 163860"/>
                <a:gd name="csY466" fmla="*/ 5255 h 275172"/>
                <a:gd name="csX467" fmla="*/ 62582 w 163860"/>
                <a:gd name="csY467" fmla="*/ 6210 h 275172"/>
                <a:gd name="csX468" fmla="*/ 62105 w 163860"/>
                <a:gd name="csY468" fmla="*/ 8121 h 275172"/>
                <a:gd name="csX469" fmla="*/ 61149 w 163860"/>
                <a:gd name="csY469" fmla="*/ 10032 h 275172"/>
                <a:gd name="csX470" fmla="*/ 59716 w 163860"/>
                <a:gd name="csY470" fmla="*/ 12899 h 275172"/>
                <a:gd name="csX471" fmla="*/ 60194 w 163860"/>
                <a:gd name="csY471" fmla="*/ 14809 h 275172"/>
                <a:gd name="csX472" fmla="*/ 62105 w 163860"/>
                <a:gd name="csY472" fmla="*/ 16721 h 275172"/>
                <a:gd name="csX473" fmla="*/ 64493 w 163860"/>
                <a:gd name="csY473" fmla="*/ 17676 h 275172"/>
                <a:gd name="csX474" fmla="*/ 66882 w 163860"/>
                <a:gd name="csY474" fmla="*/ 17198 h 275172"/>
                <a:gd name="csX475" fmla="*/ 67837 w 163860"/>
                <a:gd name="csY475" fmla="*/ 16721 h 275172"/>
                <a:gd name="csX476" fmla="*/ 69271 w 163860"/>
                <a:gd name="csY476" fmla="*/ 15765 h 275172"/>
                <a:gd name="csX477" fmla="*/ 69748 w 163860"/>
                <a:gd name="csY477" fmla="*/ 15765 h 275172"/>
                <a:gd name="csX478" fmla="*/ 71181 w 163860"/>
                <a:gd name="csY478" fmla="*/ 15287 h 275172"/>
                <a:gd name="csX479" fmla="*/ 75003 w 163860"/>
                <a:gd name="csY479" fmla="*/ 16243 h 275172"/>
                <a:gd name="csX480" fmla="*/ 75959 w 163860"/>
                <a:gd name="csY480" fmla="*/ 16721 h 275172"/>
                <a:gd name="csX481" fmla="*/ 75959 w 163860"/>
                <a:gd name="csY481" fmla="*/ 17676 h 275172"/>
                <a:gd name="csX482" fmla="*/ 75959 w 163860"/>
                <a:gd name="csY482" fmla="*/ 21020 h 275172"/>
                <a:gd name="csX483" fmla="*/ 76437 w 163860"/>
                <a:gd name="csY483" fmla="*/ 22931 h 275172"/>
                <a:gd name="csX484" fmla="*/ 77392 w 163860"/>
                <a:gd name="csY484" fmla="*/ 25320 h 275172"/>
                <a:gd name="csX485" fmla="*/ 77392 w 163860"/>
                <a:gd name="csY485" fmla="*/ 27708 h 275172"/>
                <a:gd name="csX486" fmla="*/ 75959 w 163860"/>
                <a:gd name="csY486" fmla="*/ 31052 h 275172"/>
                <a:gd name="csX487" fmla="*/ 75003 w 163860"/>
                <a:gd name="csY487" fmla="*/ 34397 h 275172"/>
                <a:gd name="csX488" fmla="*/ 74048 w 163860"/>
                <a:gd name="csY488" fmla="*/ 36307 h 275172"/>
                <a:gd name="csX489" fmla="*/ 73092 w 163860"/>
                <a:gd name="csY489" fmla="*/ 37263 h 275172"/>
                <a:gd name="csX490" fmla="*/ 72615 w 163860"/>
                <a:gd name="csY490" fmla="*/ 37741 h 275172"/>
                <a:gd name="csX491" fmla="*/ 72615 w 163860"/>
                <a:gd name="csY491" fmla="*/ 38696 h 275172"/>
                <a:gd name="csX492" fmla="*/ 73570 w 163860"/>
                <a:gd name="csY492" fmla="*/ 39651 h 275172"/>
                <a:gd name="csX493" fmla="*/ 74526 w 163860"/>
                <a:gd name="csY493" fmla="*/ 40607 h 275172"/>
                <a:gd name="csX494" fmla="*/ 75003 w 163860"/>
                <a:gd name="csY494" fmla="*/ 42040 h 275172"/>
                <a:gd name="csX495" fmla="*/ 74526 w 163860"/>
                <a:gd name="csY495" fmla="*/ 43473 h 275172"/>
                <a:gd name="csX496" fmla="*/ 74048 w 163860"/>
                <a:gd name="csY496" fmla="*/ 45384 h 275172"/>
                <a:gd name="csX497" fmla="*/ 71659 w 163860"/>
                <a:gd name="csY497" fmla="*/ 50162 h 275172"/>
                <a:gd name="csX498" fmla="*/ 70226 w 163860"/>
                <a:gd name="csY498" fmla="*/ 53983 h 275172"/>
                <a:gd name="csX499" fmla="*/ 71181 w 163860"/>
                <a:gd name="csY499" fmla="*/ 54939 h 275172"/>
                <a:gd name="csX500" fmla="*/ 72615 w 163860"/>
                <a:gd name="csY500" fmla="*/ 55417 h 275172"/>
                <a:gd name="csX501" fmla="*/ 74048 w 163860"/>
                <a:gd name="csY501" fmla="*/ 55894 h 275172"/>
                <a:gd name="csX502" fmla="*/ 75003 w 163860"/>
                <a:gd name="csY502" fmla="*/ 55894 h 275172"/>
                <a:gd name="csX503" fmla="*/ 77870 w 163860"/>
                <a:gd name="csY503" fmla="*/ 53506 h 275172"/>
                <a:gd name="csX504" fmla="*/ 79781 w 163860"/>
                <a:gd name="csY504" fmla="*/ 51595 h 275172"/>
                <a:gd name="csX505" fmla="*/ 82647 w 163860"/>
                <a:gd name="csY505" fmla="*/ 49684 h 275172"/>
                <a:gd name="csX506" fmla="*/ 83124 w 163860"/>
                <a:gd name="csY506" fmla="*/ 49684 h 275172"/>
                <a:gd name="csX507" fmla="*/ 85513 w 163860"/>
                <a:gd name="csY507" fmla="*/ 48251 h 275172"/>
                <a:gd name="csX508" fmla="*/ 86469 w 163860"/>
                <a:gd name="csY508" fmla="*/ 47295 h 275172"/>
                <a:gd name="csX509" fmla="*/ 87424 w 163860"/>
                <a:gd name="csY509" fmla="*/ 45384 h 275172"/>
                <a:gd name="csX510" fmla="*/ 87902 w 163860"/>
                <a:gd name="csY510" fmla="*/ 44907 h 275172"/>
                <a:gd name="csX511" fmla="*/ 89335 w 163860"/>
                <a:gd name="csY511" fmla="*/ 45384 h 275172"/>
                <a:gd name="csX512" fmla="*/ 90769 w 163860"/>
                <a:gd name="csY512" fmla="*/ 44907 h 275172"/>
                <a:gd name="csX513" fmla="*/ 92201 w 163860"/>
                <a:gd name="csY513" fmla="*/ 42996 h 275172"/>
                <a:gd name="csX514" fmla="*/ 93635 w 163860"/>
                <a:gd name="csY514" fmla="*/ 42040 h 275172"/>
                <a:gd name="csX515" fmla="*/ 94590 w 163860"/>
                <a:gd name="csY515" fmla="*/ 42518 h 275172"/>
                <a:gd name="csX516" fmla="*/ 96024 w 163860"/>
                <a:gd name="csY516" fmla="*/ 43473 h 275172"/>
                <a:gd name="csX517" fmla="*/ 98412 w 163860"/>
                <a:gd name="csY517" fmla="*/ 45384 h 275172"/>
                <a:gd name="csX518" fmla="*/ 100801 w 163860"/>
                <a:gd name="csY518" fmla="*/ 46340 h 275172"/>
                <a:gd name="csX519" fmla="*/ 102712 w 163860"/>
                <a:gd name="csY519" fmla="*/ 46817 h 275172"/>
                <a:gd name="csX520" fmla="*/ 103667 w 163860"/>
                <a:gd name="csY520" fmla="*/ 47773 h 275172"/>
                <a:gd name="csX521" fmla="*/ 103667 w 163860"/>
                <a:gd name="csY521" fmla="*/ 48728 h 275172"/>
                <a:gd name="csX522" fmla="*/ 103667 w 163860"/>
                <a:gd name="csY522" fmla="*/ 49206 h 275172"/>
                <a:gd name="csX523" fmla="*/ 103667 w 163860"/>
                <a:gd name="csY523" fmla="*/ 49206 h 275172"/>
                <a:gd name="csX524" fmla="*/ 104622 w 163860"/>
                <a:gd name="csY524" fmla="*/ 49684 h 275172"/>
                <a:gd name="csX525" fmla="*/ 105100 w 163860"/>
                <a:gd name="csY525" fmla="*/ 49684 h 275172"/>
                <a:gd name="csX526" fmla="*/ 105100 w 163860"/>
                <a:gd name="csY526" fmla="*/ 49206 h 275172"/>
                <a:gd name="csX527" fmla="*/ 106056 w 163860"/>
                <a:gd name="csY527" fmla="*/ 48251 h 275172"/>
                <a:gd name="csX528" fmla="*/ 107489 w 163860"/>
                <a:gd name="csY528" fmla="*/ 47295 h 275172"/>
                <a:gd name="csX529" fmla="*/ 109400 w 163860"/>
                <a:gd name="csY529" fmla="*/ 46817 h 275172"/>
                <a:gd name="csX530" fmla="*/ 111311 w 163860"/>
                <a:gd name="csY530" fmla="*/ 46340 h 275172"/>
                <a:gd name="csX531" fmla="*/ 112744 w 163860"/>
                <a:gd name="csY531" fmla="*/ 45862 h 275172"/>
                <a:gd name="csX532" fmla="*/ 113222 w 163860"/>
                <a:gd name="csY532" fmla="*/ 43473 h 275172"/>
                <a:gd name="csX533" fmla="*/ 114655 w 163860"/>
                <a:gd name="csY533" fmla="*/ 42040 h 275172"/>
                <a:gd name="csX534" fmla="*/ 115610 w 163860"/>
                <a:gd name="csY534" fmla="*/ 41563 h 275172"/>
                <a:gd name="csX535" fmla="*/ 116566 w 163860"/>
                <a:gd name="csY535" fmla="*/ 41085 h 275172"/>
                <a:gd name="csX536" fmla="*/ 116566 w 163860"/>
                <a:gd name="csY536" fmla="*/ 41085 h 275172"/>
                <a:gd name="csX537" fmla="*/ 117044 w 163860"/>
                <a:gd name="csY537" fmla="*/ 40607 h 275172"/>
                <a:gd name="csX538" fmla="*/ 116566 w 163860"/>
                <a:gd name="csY538" fmla="*/ 39651 h 275172"/>
                <a:gd name="csX539" fmla="*/ 116566 w 163860"/>
                <a:gd name="csY539" fmla="*/ 39174 h 275172"/>
                <a:gd name="csX540" fmla="*/ 117044 w 163860"/>
                <a:gd name="csY540" fmla="*/ 38696 h 275172"/>
                <a:gd name="csX541" fmla="*/ 118954 w 163860"/>
                <a:gd name="csY541" fmla="*/ 38218 h 275172"/>
                <a:gd name="csX542" fmla="*/ 121343 w 163860"/>
                <a:gd name="csY542" fmla="*/ 38218 h 275172"/>
                <a:gd name="csX543" fmla="*/ 124210 w 163860"/>
                <a:gd name="csY543" fmla="*/ 39174 h 275172"/>
                <a:gd name="csX544" fmla="*/ 127076 w 163860"/>
                <a:gd name="csY544" fmla="*/ 40129 h 275172"/>
                <a:gd name="csX545" fmla="*/ 129465 w 163860"/>
                <a:gd name="csY545" fmla="*/ 40607 h 275172"/>
                <a:gd name="csX546" fmla="*/ 130420 w 163860"/>
                <a:gd name="csY546" fmla="*/ 40129 h 275172"/>
                <a:gd name="csX547" fmla="*/ 132331 w 163860"/>
                <a:gd name="csY547" fmla="*/ 42040 h 275172"/>
                <a:gd name="csX548" fmla="*/ 135197 w 163860"/>
                <a:gd name="csY548" fmla="*/ 46340 h 275172"/>
                <a:gd name="csX549" fmla="*/ 137586 w 163860"/>
                <a:gd name="csY549" fmla="*/ 49684 h 275172"/>
                <a:gd name="csX550" fmla="*/ 137586 w 163860"/>
                <a:gd name="csY550" fmla="*/ 49684 h 275172"/>
                <a:gd name="csX551" fmla="*/ 139974 w 163860"/>
                <a:gd name="csY551" fmla="*/ 52073 h 275172"/>
                <a:gd name="csX552" fmla="*/ 139974 w 163860"/>
                <a:gd name="csY552" fmla="*/ 52073 h 275172"/>
                <a:gd name="csX553" fmla="*/ 141885 w 163860"/>
                <a:gd name="csY553" fmla="*/ 53506 h 275172"/>
                <a:gd name="csX554" fmla="*/ 144274 w 163860"/>
                <a:gd name="csY554" fmla="*/ 54939 h 275172"/>
                <a:gd name="csX555" fmla="*/ 146185 w 163860"/>
                <a:gd name="csY555" fmla="*/ 56372 h 275172"/>
                <a:gd name="csX556" fmla="*/ 147618 w 163860"/>
                <a:gd name="csY556" fmla="*/ 59716 h 275172"/>
                <a:gd name="csX557" fmla="*/ 146185 w 163860"/>
                <a:gd name="csY557" fmla="*/ 63538 h 275172"/>
                <a:gd name="csX558" fmla="*/ 146185 w 163860"/>
                <a:gd name="csY558" fmla="*/ 64016 h 275172"/>
                <a:gd name="csX559" fmla="*/ 146185 w 163860"/>
                <a:gd name="csY559" fmla="*/ 67360 h 275172"/>
                <a:gd name="csX560" fmla="*/ 146185 w 163860"/>
                <a:gd name="csY560" fmla="*/ 71659 h 275172"/>
                <a:gd name="csX561" fmla="*/ 146185 w 163860"/>
                <a:gd name="csY561" fmla="*/ 71659 h 275172"/>
                <a:gd name="csX562" fmla="*/ 147618 w 163860"/>
                <a:gd name="csY562" fmla="*/ 75481 h 275172"/>
                <a:gd name="csX563" fmla="*/ 150007 w 163860"/>
                <a:gd name="csY563" fmla="*/ 77870 h 275172"/>
                <a:gd name="csX564" fmla="*/ 151440 w 163860"/>
                <a:gd name="csY564" fmla="*/ 79781 h 275172"/>
                <a:gd name="csX565" fmla="*/ 151918 w 163860"/>
                <a:gd name="csY565" fmla="*/ 81214 h 275172"/>
                <a:gd name="csX566" fmla="*/ 154306 w 163860"/>
                <a:gd name="csY566" fmla="*/ 82170 h 275172"/>
                <a:gd name="csX567" fmla="*/ 157651 w 163860"/>
                <a:gd name="csY567" fmla="*/ 83125 h 275172"/>
                <a:gd name="csX568" fmla="*/ 159084 w 163860"/>
                <a:gd name="csY568" fmla="*/ 84080 h 275172"/>
                <a:gd name="csX569" fmla="*/ 158606 w 163860"/>
                <a:gd name="csY569" fmla="*/ 85036 h 275172"/>
                <a:gd name="csX570" fmla="*/ 158606 w 163860"/>
                <a:gd name="csY570" fmla="*/ 85991 h 275172"/>
                <a:gd name="csX571" fmla="*/ 159084 w 163860"/>
                <a:gd name="csY571" fmla="*/ 87424 h 275172"/>
                <a:gd name="csX572" fmla="*/ 159084 w 163860"/>
                <a:gd name="csY572" fmla="*/ 87424 h 275172"/>
                <a:gd name="csX573" fmla="*/ 160517 w 163860"/>
                <a:gd name="csY573" fmla="*/ 88380 h 275172"/>
                <a:gd name="csX574" fmla="*/ 162428 w 163860"/>
                <a:gd name="csY574" fmla="*/ 88858 h 275172"/>
                <a:gd name="csX575" fmla="*/ 163383 w 163860"/>
                <a:gd name="csY575" fmla="*/ 89813 h 275172"/>
                <a:gd name="csX576" fmla="*/ 163861 w 163860"/>
                <a:gd name="csY576" fmla="*/ 90291 h 275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</a:cxnLst>
              <a:rect l="l" t="t" r="r" b="b"/>
              <a:pathLst>
                <a:path w="163860" h="275172">
                  <a:moveTo>
                    <a:pt x="163861" y="90291"/>
                  </a:moveTo>
                  <a:lnTo>
                    <a:pt x="163861" y="91724"/>
                  </a:lnTo>
                  <a:lnTo>
                    <a:pt x="163383" y="93635"/>
                  </a:lnTo>
                  <a:lnTo>
                    <a:pt x="162428" y="95068"/>
                  </a:lnTo>
                  <a:lnTo>
                    <a:pt x="161472" y="96024"/>
                  </a:lnTo>
                  <a:lnTo>
                    <a:pt x="160995" y="96979"/>
                  </a:lnTo>
                  <a:lnTo>
                    <a:pt x="160995" y="97457"/>
                  </a:lnTo>
                  <a:lnTo>
                    <a:pt x="160995" y="97935"/>
                  </a:lnTo>
                  <a:lnTo>
                    <a:pt x="160995" y="100323"/>
                  </a:lnTo>
                  <a:lnTo>
                    <a:pt x="161950" y="102234"/>
                  </a:lnTo>
                  <a:lnTo>
                    <a:pt x="161950" y="104145"/>
                  </a:lnTo>
                  <a:lnTo>
                    <a:pt x="161950" y="104623"/>
                  </a:lnTo>
                  <a:lnTo>
                    <a:pt x="161472" y="105578"/>
                  </a:lnTo>
                  <a:lnTo>
                    <a:pt x="160995" y="109400"/>
                  </a:lnTo>
                  <a:lnTo>
                    <a:pt x="160995" y="110355"/>
                  </a:lnTo>
                  <a:lnTo>
                    <a:pt x="160517" y="111311"/>
                  </a:lnTo>
                  <a:lnTo>
                    <a:pt x="160517" y="111789"/>
                  </a:lnTo>
                  <a:lnTo>
                    <a:pt x="160517" y="111789"/>
                  </a:lnTo>
                  <a:lnTo>
                    <a:pt x="159561" y="112744"/>
                  </a:lnTo>
                  <a:lnTo>
                    <a:pt x="158128" y="113700"/>
                  </a:lnTo>
                  <a:lnTo>
                    <a:pt x="156217" y="114655"/>
                  </a:lnTo>
                  <a:lnTo>
                    <a:pt x="154784" y="115133"/>
                  </a:lnTo>
                  <a:lnTo>
                    <a:pt x="154306" y="115133"/>
                  </a:lnTo>
                  <a:lnTo>
                    <a:pt x="154306" y="115133"/>
                  </a:lnTo>
                  <a:lnTo>
                    <a:pt x="153829" y="116088"/>
                  </a:lnTo>
                  <a:lnTo>
                    <a:pt x="152395" y="117044"/>
                  </a:lnTo>
                  <a:lnTo>
                    <a:pt x="151918" y="117044"/>
                  </a:lnTo>
                  <a:lnTo>
                    <a:pt x="151440" y="116566"/>
                  </a:lnTo>
                  <a:lnTo>
                    <a:pt x="150962" y="116088"/>
                  </a:lnTo>
                  <a:lnTo>
                    <a:pt x="150485" y="114655"/>
                  </a:lnTo>
                  <a:lnTo>
                    <a:pt x="148574" y="114177"/>
                  </a:lnTo>
                  <a:lnTo>
                    <a:pt x="146663" y="113700"/>
                  </a:lnTo>
                  <a:lnTo>
                    <a:pt x="142841" y="114177"/>
                  </a:lnTo>
                  <a:lnTo>
                    <a:pt x="139497" y="114655"/>
                  </a:lnTo>
                  <a:lnTo>
                    <a:pt x="135675" y="114177"/>
                  </a:lnTo>
                  <a:lnTo>
                    <a:pt x="132331" y="114655"/>
                  </a:lnTo>
                  <a:lnTo>
                    <a:pt x="130897" y="114655"/>
                  </a:lnTo>
                  <a:lnTo>
                    <a:pt x="129465" y="114655"/>
                  </a:lnTo>
                  <a:lnTo>
                    <a:pt x="127554" y="114655"/>
                  </a:lnTo>
                  <a:lnTo>
                    <a:pt x="126120" y="114655"/>
                  </a:lnTo>
                  <a:lnTo>
                    <a:pt x="126120" y="114655"/>
                  </a:lnTo>
                  <a:lnTo>
                    <a:pt x="123254" y="113700"/>
                  </a:lnTo>
                  <a:lnTo>
                    <a:pt x="122299" y="113700"/>
                  </a:lnTo>
                  <a:lnTo>
                    <a:pt x="119910" y="114177"/>
                  </a:lnTo>
                  <a:lnTo>
                    <a:pt x="117521" y="115133"/>
                  </a:lnTo>
                  <a:lnTo>
                    <a:pt x="115610" y="115133"/>
                  </a:lnTo>
                  <a:lnTo>
                    <a:pt x="112266" y="116566"/>
                  </a:lnTo>
                  <a:lnTo>
                    <a:pt x="109878" y="118955"/>
                  </a:lnTo>
                  <a:lnTo>
                    <a:pt x="109878" y="118955"/>
                  </a:lnTo>
                  <a:lnTo>
                    <a:pt x="108922" y="120388"/>
                  </a:lnTo>
                  <a:lnTo>
                    <a:pt x="107967" y="121821"/>
                  </a:lnTo>
                  <a:lnTo>
                    <a:pt x="106056" y="124210"/>
                  </a:lnTo>
                  <a:lnTo>
                    <a:pt x="104145" y="126598"/>
                  </a:lnTo>
                  <a:lnTo>
                    <a:pt x="102712" y="127554"/>
                  </a:lnTo>
                  <a:lnTo>
                    <a:pt x="102234" y="128031"/>
                  </a:lnTo>
                  <a:lnTo>
                    <a:pt x="102712" y="128509"/>
                  </a:lnTo>
                  <a:lnTo>
                    <a:pt x="102712" y="128987"/>
                  </a:lnTo>
                  <a:lnTo>
                    <a:pt x="100323" y="129465"/>
                  </a:lnTo>
                  <a:lnTo>
                    <a:pt x="98412" y="129465"/>
                  </a:lnTo>
                  <a:lnTo>
                    <a:pt x="98412" y="129465"/>
                  </a:lnTo>
                  <a:lnTo>
                    <a:pt x="97935" y="129942"/>
                  </a:lnTo>
                  <a:lnTo>
                    <a:pt x="98412" y="134720"/>
                  </a:lnTo>
                  <a:lnTo>
                    <a:pt x="98890" y="136631"/>
                  </a:lnTo>
                  <a:lnTo>
                    <a:pt x="99845" y="138542"/>
                  </a:lnTo>
                  <a:lnTo>
                    <a:pt x="100801" y="139975"/>
                  </a:lnTo>
                  <a:lnTo>
                    <a:pt x="101278" y="143319"/>
                  </a:lnTo>
                  <a:lnTo>
                    <a:pt x="101756" y="146185"/>
                  </a:lnTo>
                  <a:lnTo>
                    <a:pt x="101756" y="146185"/>
                  </a:lnTo>
                  <a:lnTo>
                    <a:pt x="104145" y="148096"/>
                  </a:lnTo>
                  <a:lnTo>
                    <a:pt x="105578" y="149529"/>
                  </a:lnTo>
                  <a:lnTo>
                    <a:pt x="106533" y="150485"/>
                  </a:lnTo>
                  <a:lnTo>
                    <a:pt x="106056" y="151440"/>
                  </a:lnTo>
                  <a:lnTo>
                    <a:pt x="105578" y="153829"/>
                  </a:lnTo>
                  <a:lnTo>
                    <a:pt x="106056" y="156695"/>
                  </a:lnTo>
                  <a:lnTo>
                    <a:pt x="109878" y="163384"/>
                  </a:lnTo>
                  <a:lnTo>
                    <a:pt x="109878" y="163384"/>
                  </a:lnTo>
                  <a:lnTo>
                    <a:pt x="109878" y="163861"/>
                  </a:lnTo>
                  <a:lnTo>
                    <a:pt x="109878" y="163861"/>
                  </a:lnTo>
                  <a:lnTo>
                    <a:pt x="109400" y="162906"/>
                  </a:lnTo>
                  <a:lnTo>
                    <a:pt x="107489" y="160517"/>
                  </a:lnTo>
                  <a:lnTo>
                    <a:pt x="106533" y="158128"/>
                  </a:lnTo>
                  <a:lnTo>
                    <a:pt x="104622" y="155740"/>
                  </a:lnTo>
                  <a:lnTo>
                    <a:pt x="103667" y="154784"/>
                  </a:lnTo>
                  <a:lnTo>
                    <a:pt x="103189" y="155740"/>
                  </a:lnTo>
                  <a:lnTo>
                    <a:pt x="102234" y="156695"/>
                  </a:lnTo>
                  <a:lnTo>
                    <a:pt x="100323" y="155262"/>
                  </a:lnTo>
                  <a:lnTo>
                    <a:pt x="98412" y="153829"/>
                  </a:lnTo>
                  <a:lnTo>
                    <a:pt x="96979" y="151440"/>
                  </a:lnTo>
                  <a:lnTo>
                    <a:pt x="96501" y="151918"/>
                  </a:lnTo>
                  <a:lnTo>
                    <a:pt x="96024" y="152396"/>
                  </a:lnTo>
                  <a:lnTo>
                    <a:pt x="94112" y="150485"/>
                  </a:lnTo>
                  <a:lnTo>
                    <a:pt x="92201" y="148574"/>
                  </a:lnTo>
                  <a:lnTo>
                    <a:pt x="90290" y="148096"/>
                  </a:lnTo>
                  <a:lnTo>
                    <a:pt x="89335" y="147619"/>
                  </a:lnTo>
                  <a:lnTo>
                    <a:pt x="88380" y="146663"/>
                  </a:lnTo>
                  <a:lnTo>
                    <a:pt x="85991" y="145707"/>
                  </a:lnTo>
                  <a:lnTo>
                    <a:pt x="80736" y="147141"/>
                  </a:lnTo>
                  <a:lnTo>
                    <a:pt x="73570" y="146185"/>
                  </a:lnTo>
                  <a:lnTo>
                    <a:pt x="70704" y="147141"/>
                  </a:lnTo>
                  <a:lnTo>
                    <a:pt x="69748" y="146663"/>
                  </a:lnTo>
                  <a:lnTo>
                    <a:pt x="69271" y="145230"/>
                  </a:lnTo>
                  <a:lnTo>
                    <a:pt x="69748" y="143319"/>
                  </a:lnTo>
                  <a:lnTo>
                    <a:pt x="69748" y="139497"/>
                  </a:lnTo>
                  <a:lnTo>
                    <a:pt x="70704" y="136631"/>
                  </a:lnTo>
                  <a:lnTo>
                    <a:pt x="70226" y="134242"/>
                  </a:lnTo>
                  <a:lnTo>
                    <a:pt x="70704" y="133287"/>
                  </a:lnTo>
                  <a:lnTo>
                    <a:pt x="71181" y="131853"/>
                  </a:lnTo>
                  <a:lnTo>
                    <a:pt x="70226" y="131376"/>
                  </a:lnTo>
                  <a:lnTo>
                    <a:pt x="64971" y="130420"/>
                  </a:lnTo>
                  <a:lnTo>
                    <a:pt x="64015" y="129465"/>
                  </a:lnTo>
                  <a:lnTo>
                    <a:pt x="62582" y="130420"/>
                  </a:lnTo>
                  <a:lnTo>
                    <a:pt x="56849" y="130898"/>
                  </a:lnTo>
                  <a:lnTo>
                    <a:pt x="54461" y="131853"/>
                  </a:lnTo>
                  <a:lnTo>
                    <a:pt x="52550" y="133287"/>
                  </a:lnTo>
                  <a:lnTo>
                    <a:pt x="51594" y="135675"/>
                  </a:lnTo>
                  <a:lnTo>
                    <a:pt x="53028" y="137108"/>
                  </a:lnTo>
                  <a:lnTo>
                    <a:pt x="53983" y="139019"/>
                  </a:lnTo>
                  <a:lnTo>
                    <a:pt x="51594" y="144274"/>
                  </a:lnTo>
                  <a:lnTo>
                    <a:pt x="51117" y="145707"/>
                  </a:lnTo>
                  <a:lnTo>
                    <a:pt x="52072" y="151918"/>
                  </a:lnTo>
                  <a:lnTo>
                    <a:pt x="51594" y="155262"/>
                  </a:lnTo>
                  <a:lnTo>
                    <a:pt x="50639" y="157651"/>
                  </a:lnTo>
                  <a:lnTo>
                    <a:pt x="48728" y="159562"/>
                  </a:lnTo>
                  <a:lnTo>
                    <a:pt x="47773" y="163384"/>
                  </a:lnTo>
                  <a:lnTo>
                    <a:pt x="46340" y="164817"/>
                  </a:lnTo>
                  <a:lnTo>
                    <a:pt x="44428" y="168638"/>
                  </a:lnTo>
                  <a:lnTo>
                    <a:pt x="43473" y="172938"/>
                  </a:lnTo>
                  <a:lnTo>
                    <a:pt x="42517" y="175327"/>
                  </a:lnTo>
                  <a:lnTo>
                    <a:pt x="42040" y="179149"/>
                  </a:lnTo>
                  <a:lnTo>
                    <a:pt x="37740" y="184881"/>
                  </a:lnTo>
                  <a:lnTo>
                    <a:pt x="36785" y="188226"/>
                  </a:lnTo>
                  <a:lnTo>
                    <a:pt x="35352" y="189659"/>
                  </a:lnTo>
                  <a:lnTo>
                    <a:pt x="35830" y="190614"/>
                  </a:lnTo>
                  <a:lnTo>
                    <a:pt x="35830" y="192047"/>
                  </a:lnTo>
                  <a:lnTo>
                    <a:pt x="35352" y="196825"/>
                  </a:lnTo>
                  <a:lnTo>
                    <a:pt x="35352" y="200169"/>
                  </a:lnTo>
                  <a:lnTo>
                    <a:pt x="35830" y="202080"/>
                  </a:lnTo>
                  <a:lnTo>
                    <a:pt x="37740" y="205901"/>
                  </a:lnTo>
                  <a:lnTo>
                    <a:pt x="37263" y="207335"/>
                  </a:lnTo>
                  <a:lnTo>
                    <a:pt x="37263" y="208768"/>
                  </a:lnTo>
                  <a:lnTo>
                    <a:pt x="38696" y="209723"/>
                  </a:lnTo>
                  <a:lnTo>
                    <a:pt x="40129" y="209723"/>
                  </a:lnTo>
                  <a:lnTo>
                    <a:pt x="46340" y="207812"/>
                  </a:lnTo>
                  <a:lnTo>
                    <a:pt x="48728" y="208290"/>
                  </a:lnTo>
                  <a:lnTo>
                    <a:pt x="49683" y="210201"/>
                  </a:lnTo>
                  <a:lnTo>
                    <a:pt x="50162" y="211634"/>
                  </a:lnTo>
                  <a:lnTo>
                    <a:pt x="51117" y="219756"/>
                  </a:lnTo>
                  <a:lnTo>
                    <a:pt x="51594" y="221189"/>
                  </a:lnTo>
                  <a:lnTo>
                    <a:pt x="53028" y="222622"/>
                  </a:lnTo>
                  <a:lnTo>
                    <a:pt x="54461" y="224055"/>
                  </a:lnTo>
                  <a:lnTo>
                    <a:pt x="54939" y="224055"/>
                  </a:lnTo>
                  <a:lnTo>
                    <a:pt x="54939" y="223100"/>
                  </a:lnTo>
                  <a:lnTo>
                    <a:pt x="55416" y="222622"/>
                  </a:lnTo>
                  <a:lnTo>
                    <a:pt x="56372" y="224055"/>
                  </a:lnTo>
                  <a:lnTo>
                    <a:pt x="57328" y="226921"/>
                  </a:lnTo>
                  <a:lnTo>
                    <a:pt x="61149" y="242209"/>
                  </a:lnTo>
                  <a:lnTo>
                    <a:pt x="62105" y="244120"/>
                  </a:lnTo>
                  <a:lnTo>
                    <a:pt x="62582" y="246031"/>
                  </a:lnTo>
                  <a:lnTo>
                    <a:pt x="60671" y="245075"/>
                  </a:lnTo>
                  <a:lnTo>
                    <a:pt x="60194" y="241731"/>
                  </a:lnTo>
                  <a:lnTo>
                    <a:pt x="59716" y="240298"/>
                  </a:lnTo>
                  <a:lnTo>
                    <a:pt x="58760" y="240298"/>
                  </a:lnTo>
                  <a:lnTo>
                    <a:pt x="57805" y="240298"/>
                  </a:lnTo>
                  <a:lnTo>
                    <a:pt x="57328" y="239820"/>
                  </a:lnTo>
                  <a:lnTo>
                    <a:pt x="58283" y="238387"/>
                  </a:lnTo>
                  <a:lnTo>
                    <a:pt x="58283" y="236954"/>
                  </a:lnTo>
                  <a:lnTo>
                    <a:pt x="57328" y="235998"/>
                  </a:lnTo>
                  <a:lnTo>
                    <a:pt x="54939" y="236954"/>
                  </a:lnTo>
                  <a:lnTo>
                    <a:pt x="55416" y="239342"/>
                  </a:lnTo>
                  <a:lnTo>
                    <a:pt x="55894" y="241253"/>
                  </a:lnTo>
                  <a:lnTo>
                    <a:pt x="59238" y="245075"/>
                  </a:lnTo>
                  <a:lnTo>
                    <a:pt x="60194" y="246986"/>
                  </a:lnTo>
                  <a:lnTo>
                    <a:pt x="61627" y="247464"/>
                  </a:lnTo>
                  <a:lnTo>
                    <a:pt x="63538" y="246986"/>
                  </a:lnTo>
                  <a:lnTo>
                    <a:pt x="65926" y="248897"/>
                  </a:lnTo>
                  <a:lnTo>
                    <a:pt x="67837" y="250330"/>
                  </a:lnTo>
                  <a:lnTo>
                    <a:pt x="72137" y="252719"/>
                  </a:lnTo>
                  <a:lnTo>
                    <a:pt x="75003" y="252719"/>
                  </a:lnTo>
                  <a:lnTo>
                    <a:pt x="77870" y="251763"/>
                  </a:lnTo>
                  <a:lnTo>
                    <a:pt x="79781" y="252241"/>
                  </a:lnTo>
                  <a:lnTo>
                    <a:pt x="81692" y="252719"/>
                  </a:lnTo>
                  <a:lnTo>
                    <a:pt x="84080" y="254630"/>
                  </a:lnTo>
                  <a:lnTo>
                    <a:pt x="87902" y="259885"/>
                  </a:lnTo>
                  <a:lnTo>
                    <a:pt x="93635" y="264184"/>
                  </a:lnTo>
                  <a:lnTo>
                    <a:pt x="93635" y="264184"/>
                  </a:lnTo>
                  <a:lnTo>
                    <a:pt x="93157" y="265140"/>
                  </a:lnTo>
                  <a:lnTo>
                    <a:pt x="93157" y="265140"/>
                  </a:lnTo>
                  <a:lnTo>
                    <a:pt x="92679" y="266573"/>
                  </a:lnTo>
                  <a:lnTo>
                    <a:pt x="90290" y="268962"/>
                  </a:lnTo>
                  <a:lnTo>
                    <a:pt x="90290" y="268962"/>
                  </a:lnTo>
                  <a:lnTo>
                    <a:pt x="89813" y="269917"/>
                  </a:lnTo>
                  <a:lnTo>
                    <a:pt x="89335" y="271350"/>
                  </a:lnTo>
                  <a:lnTo>
                    <a:pt x="87424" y="272306"/>
                  </a:lnTo>
                  <a:lnTo>
                    <a:pt x="85991" y="272783"/>
                  </a:lnTo>
                  <a:lnTo>
                    <a:pt x="85513" y="272306"/>
                  </a:lnTo>
                  <a:lnTo>
                    <a:pt x="84558" y="272306"/>
                  </a:lnTo>
                  <a:lnTo>
                    <a:pt x="83603" y="270395"/>
                  </a:lnTo>
                  <a:lnTo>
                    <a:pt x="83124" y="270395"/>
                  </a:lnTo>
                  <a:lnTo>
                    <a:pt x="82647" y="269917"/>
                  </a:lnTo>
                  <a:lnTo>
                    <a:pt x="82647" y="269917"/>
                  </a:lnTo>
                  <a:lnTo>
                    <a:pt x="79781" y="270873"/>
                  </a:lnTo>
                  <a:lnTo>
                    <a:pt x="79781" y="271350"/>
                  </a:lnTo>
                  <a:lnTo>
                    <a:pt x="76914" y="272306"/>
                  </a:lnTo>
                  <a:lnTo>
                    <a:pt x="76914" y="272306"/>
                  </a:lnTo>
                  <a:lnTo>
                    <a:pt x="76437" y="273261"/>
                  </a:lnTo>
                  <a:lnTo>
                    <a:pt x="75481" y="274217"/>
                  </a:lnTo>
                  <a:lnTo>
                    <a:pt x="75003" y="274694"/>
                  </a:lnTo>
                  <a:lnTo>
                    <a:pt x="74048" y="275172"/>
                  </a:lnTo>
                  <a:lnTo>
                    <a:pt x="73570" y="274217"/>
                  </a:lnTo>
                  <a:lnTo>
                    <a:pt x="72137" y="273261"/>
                  </a:lnTo>
                  <a:lnTo>
                    <a:pt x="71659" y="272306"/>
                  </a:lnTo>
                  <a:lnTo>
                    <a:pt x="71659" y="272306"/>
                  </a:lnTo>
                  <a:lnTo>
                    <a:pt x="71659" y="271350"/>
                  </a:lnTo>
                  <a:lnTo>
                    <a:pt x="73092" y="269440"/>
                  </a:lnTo>
                  <a:lnTo>
                    <a:pt x="73092" y="268962"/>
                  </a:lnTo>
                  <a:lnTo>
                    <a:pt x="73570" y="268006"/>
                  </a:lnTo>
                  <a:lnTo>
                    <a:pt x="73570" y="265617"/>
                  </a:lnTo>
                  <a:lnTo>
                    <a:pt x="73092" y="264184"/>
                  </a:lnTo>
                  <a:lnTo>
                    <a:pt x="72615" y="263707"/>
                  </a:lnTo>
                  <a:lnTo>
                    <a:pt x="71659" y="263707"/>
                  </a:lnTo>
                  <a:lnTo>
                    <a:pt x="69271" y="263707"/>
                  </a:lnTo>
                  <a:lnTo>
                    <a:pt x="68315" y="262274"/>
                  </a:lnTo>
                  <a:lnTo>
                    <a:pt x="67837" y="260840"/>
                  </a:lnTo>
                  <a:lnTo>
                    <a:pt x="66882" y="259885"/>
                  </a:lnTo>
                  <a:lnTo>
                    <a:pt x="66404" y="259885"/>
                  </a:lnTo>
                  <a:lnTo>
                    <a:pt x="66404" y="259885"/>
                  </a:lnTo>
                  <a:lnTo>
                    <a:pt x="64493" y="260363"/>
                  </a:lnTo>
                  <a:lnTo>
                    <a:pt x="63060" y="259885"/>
                  </a:lnTo>
                  <a:lnTo>
                    <a:pt x="58760" y="258452"/>
                  </a:lnTo>
                  <a:lnTo>
                    <a:pt x="57328" y="256063"/>
                  </a:lnTo>
                  <a:lnTo>
                    <a:pt x="56372" y="256063"/>
                  </a:lnTo>
                  <a:lnTo>
                    <a:pt x="55416" y="256063"/>
                  </a:lnTo>
                  <a:lnTo>
                    <a:pt x="55416" y="256063"/>
                  </a:lnTo>
                  <a:lnTo>
                    <a:pt x="55416" y="256541"/>
                  </a:lnTo>
                  <a:lnTo>
                    <a:pt x="54939" y="257018"/>
                  </a:lnTo>
                  <a:lnTo>
                    <a:pt x="54461" y="259407"/>
                  </a:lnTo>
                  <a:lnTo>
                    <a:pt x="54461" y="260363"/>
                  </a:lnTo>
                  <a:lnTo>
                    <a:pt x="49206" y="254630"/>
                  </a:lnTo>
                  <a:lnTo>
                    <a:pt x="45862" y="252241"/>
                  </a:lnTo>
                  <a:lnTo>
                    <a:pt x="46340" y="248419"/>
                  </a:lnTo>
                  <a:lnTo>
                    <a:pt x="45384" y="247464"/>
                  </a:lnTo>
                  <a:lnTo>
                    <a:pt x="43951" y="247464"/>
                  </a:lnTo>
                  <a:lnTo>
                    <a:pt x="42996" y="246031"/>
                  </a:lnTo>
                  <a:lnTo>
                    <a:pt x="43951" y="243642"/>
                  </a:lnTo>
                  <a:lnTo>
                    <a:pt x="42517" y="244120"/>
                  </a:lnTo>
                  <a:lnTo>
                    <a:pt x="41085" y="244120"/>
                  </a:lnTo>
                  <a:lnTo>
                    <a:pt x="39174" y="243642"/>
                  </a:lnTo>
                  <a:lnTo>
                    <a:pt x="38218" y="239820"/>
                  </a:lnTo>
                  <a:lnTo>
                    <a:pt x="37263" y="238865"/>
                  </a:lnTo>
                  <a:lnTo>
                    <a:pt x="35830" y="236954"/>
                  </a:lnTo>
                  <a:lnTo>
                    <a:pt x="33919" y="236954"/>
                  </a:lnTo>
                  <a:lnTo>
                    <a:pt x="32963" y="236476"/>
                  </a:lnTo>
                  <a:lnTo>
                    <a:pt x="33441" y="234087"/>
                  </a:lnTo>
                  <a:lnTo>
                    <a:pt x="31530" y="232654"/>
                  </a:lnTo>
                  <a:lnTo>
                    <a:pt x="29619" y="231699"/>
                  </a:lnTo>
                  <a:lnTo>
                    <a:pt x="28186" y="230743"/>
                  </a:lnTo>
                  <a:lnTo>
                    <a:pt x="26275" y="227399"/>
                  </a:lnTo>
                  <a:lnTo>
                    <a:pt x="24842" y="226444"/>
                  </a:lnTo>
                  <a:lnTo>
                    <a:pt x="23886" y="225488"/>
                  </a:lnTo>
                  <a:lnTo>
                    <a:pt x="22453" y="225966"/>
                  </a:lnTo>
                  <a:lnTo>
                    <a:pt x="21975" y="227399"/>
                  </a:lnTo>
                  <a:lnTo>
                    <a:pt x="20542" y="228833"/>
                  </a:lnTo>
                  <a:lnTo>
                    <a:pt x="19587" y="228355"/>
                  </a:lnTo>
                  <a:lnTo>
                    <a:pt x="18631" y="227877"/>
                  </a:lnTo>
                  <a:lnTo>
                    <a:pt x="17198" y="224055"/>
                  </a:lnTo>
                  <a:lnTo>
                    <a:pt x="16721" y="222144"/>
                  </a:lnTo>
                  <a:lnTo>
                    <a:pt x="17198" y="217845"/>
                  </a:lnTo>
                  <a:lnTo>
                    <a:pt x="18631" y="214501"/>
                  </a:lnTo>
                  <a:lnTo>
                    <a:pt x="19587" y="208290"/>
                  </a:lnTo>
                  <a:lnTo>
                    <a:pt x="21020" y="204946"/>
                  </a:lnTo>
                  <a:lnTo>
                    <a:pt x="21975" y="203513"/>
                  </a:lnTo>
                  <a:lnTo>
                    <a:pt x="23408" y="198258"/>
                  </a:lnTo>
                  <a:lnTo>
                    <a:pt x="26275" y="192047"/>
                  </a:lnTo>
                  <a:lnTo>
                    <a:pt x="26275" y="192047"/>
                  </a:lnTo>
                  <a:lnTo>
                    <a:pt x="26275" y="192047"/>
                  </a:lnTo>
                  <a:lnTo>
                    <a:pt x="26275" y="191569"/>
                  </a:lnTo>
                  <a:lnTo>
                    <a:pt x="26753" y="190614"/>
                  </a:lnTo>
                  <a:lnTo>
                    <a:pt x="27230" y="189181"/>
                  </a:lnTo>
                  <a:lnTo>
                    <a:pt x="27230" y="189181"/>
                  </a:lnTo>
                  <a:lnTo>
                    <a:pt x="27708" y="187748"/>
                  </a:lnTo>
                  <a:lnTo>
                    <a:pt x="27708" y="187270"/>
                  </a:lnTo>
                  <a:lnTo>
                    <a:pt x="27708" y="185359"/>
                  </a:lnTo>
                  <a:lnTo>
                    <a:pt x="27230" y="183926"/>
                  </a:lnTo>
                  <a:lnTo>
                    <a:pt x="27230" y="183448"/>
                  </a:lnTo>
                  <a:lnTo>
                    <a:pt x="28186" y="182493"/>
                  </a:lnTo>
                  <a:lnTo>
                    <a:pt x="30097" y="181060"/>
                  </a:lnTo>
                  <a:lnTo>
                    <a:pt x="32485" y="178671"/>
                  </a:lnTo>
                  <a:lnTo>
                    <a:pt x="32485" y="178671"/>
                  </a:lnTo>
                  <a:lnTo>
                    <a:pt x="35830" y="175327"/>
                  </a:lnTo>
                  <a:lnTo>
                    <a:pt x="38696" y="171027"/>
                  </a:lnTo>
                  <a:lnTo>
                    <a:pt x="39174" y="170072"/>
                  </a:lnTo>
                  <a:lnTo>
                    <a:pt x="41085" y="166728"/>
                  </a:lnTo>
                  <a:lnTo>
                    <a:pt x="41562" y="165772"/>
                  </a:lnTo>
                  <a:lnTo>
                    <a:pt x="42517" y="165294"/>
                  </a:lnTo>
                  <a:lnTo>
                    <a:pt x="43473" y="164339"/>
                  </a:lnTo>
                  <a:lnTo>
                    <a:pt x="44428" y="163384"/>
                  </a:lnTo>
                  <a:lnTo>
                    <a:pt x="44428" y="163384"/>
                  </a:lnTo>
                  <a:lnTo>
                    <a:pt x="44428" y="162428"/>
                  </a:lnTo>
                  <a:lnTo>
                    <a:pt x="42517" y="156695"/>
                  </a:lnTo>
                  <a:lnTo>
                    <a:pt x="41562" y="155262"/>
                  </a:lnTo>
                  <a:lnTo>
                    <a:pt x="41562" y="155262"/>
                  </a:lnTo>
                  <a:lnTo>
                    <a:pt x="40607" y="152873"/>
                  </a:lnTo>
                  <a:lnTo>
                    <a:pt x="40607" y="151440"/>
                  </a:lnTo>
                  <a:lnTo>
                    <a:pt x="40129" y="150007"/>
                  </a:lnTo>
                  <a:lnTo>
                    <a:pt x="40129" y="150007"/>
                  </a:lnTo>
                  <a:lnTo>
                    <a:pt x="40129" y="149529"/>
                  </a:lnTo>
                  <a:lnTo>
                    <a:pt x="40129" y="148574"/>
                  </a:lnTo>
                  <a:lnTo>
                    <a:pt x="39651" y="147619"/>
                  </a:lnTo>
                  <a:lnTo>
                    <a:pt x="39651" y="147619"/>
                  </a:lnTo>
                  <a:lnTo>
                    <a:pt x="38218" y="146663"/>
                  </a:lnTo>
                  <a:lnTo>
                    <a:pt x="36307" y="144752"/>
                  </a:lnTo>
                  <a:lnTo>
                    <a:pt x="35830" y="142363"/>
                  </a:lnTo>
                  <a:lnTo>
                    <a:pt x="35830" y="140930"/>
                  </a:lnTo>
                  <a:lnTo>
                    <a:pt x="34874" y="139497"/>
                  </a:lnTo>
                  <a:lnTo>
                    <a:pt x="34396" y="138064"/>
                  </a:lnTo>
                  <a:lnTo>
                    <a:pt x="34396" y="138064"/>
                  </a:lnTo>
                  <a:lnTo>
                    <a:pt x="34874" y="137108"/>
                  </a:lnTo>
                  <a:lnTo>
                    <a:pt x="35352" y="136153"/>
                  </a:lnTo>
                  <a:lnTo>
                    <a:pt x="35830" y="135675"/>
                  </a:lnTo>
                  <a:lnTo>
                    <a:pt x="35830" y="135675"/>
                  </a:lnTo>
                  <a:lnTo>
                    <a:pt x="35352" y="130898"/>
                  </a:lnTo>
                  <a:lnTo>
                    <a:pt x="35352" y="130898"/>
                  </a:lnTo>
                  <a:lnTo>
                    <a:pt x="35352" y="129465"/>
                  </a:lnTo>
                  <a:lnTo>
                    <a:pt x="34874" y="126598"/>
                  </a:lnTo>
                  <a:lnTo>
                    <a:pt x="34874" y="126598"/>
                  </a:lnTo>
                  <a:lnTo>
                    <a:pt x="33919" y="124687"/>
                  </a:lnTo>
                  <a:lnTo>
                    <a:pt x="32485" y="122299"/>
                  </a:lnTo>
                  <a:lnTo>
                    <a:pt x="31052" y="120388"/>
                  </a:lnTo>
                  <a:lnTo>
                    <a:pt x="26753" y="117044"/>
                  </a:lnTo>
                  <a:lnTo>
                    <a:pt x="23886" y="114655"/>
                  </a:lnTo>
                  <a:lnTo>
                    <a:pt x="21975" y="112744"/>
                  </a:lnTo>
                  <a:lnTo>
                    <a:pt x="20064" y="110355"/>
                  </a:lnTo>
                  <a:lnTo>
                    <a:pt x="20064" y="110355"/>
                  </a:lnTo>
                  <a:lnTo>
                    <a:pt x="19109" y="108445"/>
                  </a:lnTo>
                  <a:lnTo>
                    <a:pt x="17198" y="106534"/>
                  </a:lnTo>
                  <a:lnTo>
                    <a:pt x="16242" y="103189"/>
                  </a:lnTo>
                  <a:lnTo>
                    <a:pt x="16242" y="103189"/>
                  </a:lnTo>
                  <a:lnTo>
                    <a:pt x="15765" y="99846"/>
                  </a:lnTo>
                  <a:lnTo>
                    <a:pt x="16242" y="99368"/>
                  </a:lnTo>
                  <a:lnTo>
                    <a:pt x="16242" y="98890"/>
                  </a:lnTo>
                  <a:lnTo>
                    <a:pt x="16721" y="98412"/>
                  </a:lnTo>
                  <a:lnTo>
                    <a:pt x="18153" y="97935"/>
                  </a:lnTo>
                  <a:lnTo>
                    <a:pt x="18631" y="97457"/>
                  </a:lnTo>
                  <a:lnTo>
                    <a:pt x="21498" y="96024"/>
                  </a:lnTo>
                  <a:lnTo>
                    <a:pt x="22931" y="96501"/>
                  </a:lnTo>
                  <a:lnTo>
                    <a:pt x="23408" y="96024"/>
                  </a:lnTo>
                  <a:lnTo>
                    <a:pt x="23408" y="96024"/>
                  </a:lnTo>
                  <a:lnTo>
                    <a:pt x="23408" y="95068"/>
                  </a:lnTo>
                  <a:lnTo>
                    <a:pt x="23408" y="92202"/>
                  </a:lnTo>
                  <a:lnTo>
                    <a:pt x="23408" y="92202"/>
                  </a:lnTo>
                  <a:lnTo>
                    <a:pt x="23408" y="88380"/>
                  </a:lnTo>
                  <a:lnTo>
                    <a:pt x="23886" y="85514"/>
                  </a:lnTo>
                  <a:lnTo>
                    <a:pt x="23886" y="85036"/>
                  </a:lnTo>
                  <a:lnTo>
                    <a:pt x="23886" y="85036"/>
                  </a:lnTo>
                  <a:lnTo>
                    <a:pt x="23886" y="83125"/>
                  </a:lnTo>
                  <a:lnTo>
                    <a:pt x="28664" y="80736"/>
                  </a:lnTo>
                  <a:lnTo>
                    <a:pt x="28664" y="80736"/>
                  </a:lnTo>
                  <a:lnTo>
                    <a:pt x="29619" y="79781"/>
                  </a:lnTo>
                  <a:lnTo>
                    <a:pt x="30097" y="78348"/>
                  </a:lnTo>
                  <a:lnTo>
                    <a:pt x="30097" y="77392"/>
                  </a:lnTo>
                  <a:lnTo>
                    <a:pt x="29619" y="76437"/>
                  </a:lnTo>
                  <a:lnTo>
                    <a:pt x="29141" y="76437"/>
                  </a:lnTo>
                  <a:lnTo>
                    <a:pt x="28664" y="76437"/>
                  </a:lnTo>
                  <a:lnTo>
                    <a:pt x="25797" y="78348"/>
                  </a:lnTo>
                  <a:lnTo>
                    <a:pt x="25319" y="77870"/>
                  </a:lnTo>
                  <a:lnTo>
                    <a:pt x="23886" y="74526"/>
                  </a:lnTo>
                  <a:lnTo>
                    <a:pt x="23408" y="73093"/>
                  </a:lnTo>
                  <a:lnTo>
                    <a:pt x="22931" y="72137"/>
                  </a:lnTo>
                  <a:lnTo>
                    <a:pt x="21975" y="70226"/>
                  </a:lnTo>
                  <a:lnTo>
                    <a:pt x="21498" y="67360"/>
                  </a:lnTo>
                  <a:lnTo>
                    <a:pt x="21498" y="67360"/>
                  </a:lnTo>
                  <a:lnTo>
                    <a:pt x="21020" y="65449"/>
                  </a:lnTo>
                  <a:lnTo>
                    <a:pt x="17198" y="62582"/>
                  </a:lnTo>
                  <a:lnTo>
                    <a:pt x="15765" y="60672"/>
                  </a:lnTo>
                  <a:lnTo>
                    <a:pt x="13376" y="58283"/>
                  </a:lnTo>
                  <a:lnTo>
                    <a:pt x="10987" y="54939"/>
                  </a:lnTo>
                  <a:lnTo>
                    <a:pt x="8121" y="52550"/>
                  </a:lnTo>
                  <a:lnTo>
                    <a:pt x="8121" y="52073"/>
                  </a:lnTo>
                  <a:lnTo>
                    <a:pt x="7166" y="50639"/>
                  </a:lnTo>
                  <a:lnTo>
                    <a:pt x="7166" y="50639"/>
                  </a:lnTo>
                  <a:lnTo>
                    <a:pt x="6688" y="50162"/>
                  </a:lnTo>
                  <a:lnTo>
                    <a:pt x="6210" y="49206"/>
                  </a:lnTo>
                  <a:lnTo>
                    <a:pt x="7166" y="47295"/>
                  </a:lnTo>
                  <a:lnTo>
                    <a:pt x="6688" y="45384"/>
                  </a:lnTo>
                  <a:lnTo>
                    <a:pt x="5255" y="42996"/>
                  </a:lnTo>
                  <a:lnTo>
                    <a:pt x="4777" y="41563"/>
                  </a:lnTo>
                  <a:lnTo>
                    <a:pt x="4777" y="41085"/>
                  </a:lnTo>
                  <a:lnTo>
                    <a:pt x="5255" y="40607"/>
                  </a:lnTo>
                  <a:lnTo>
                    <a:pt x="5255" y="40607"/>
                  </a:lnTo>
                  <a:lnTo>
                    <a:pt x="4299" y="40607"/>
                  </a:lnTo>
                  <a:lnTo>
                    <a:pt x="2866" y="40607"/>
                  </a:lnTo>
                  <a:lnTo>
                    <a:pt x="1433" y="39174"/>
                  </a:lnTo>
                  <a:lnTo>
                    <a:pt x="0" y="36785"/>
                  </a:lnTo>
                  <a:lnTo>
                    <a:pt x="0" y="36307"/>
                  </a:lnTo>
                  <a:lnTo>
                    <a:pt x="478" y="36307"/>
                  </a:lnTo>
                  <a:lnTo>
                    <a:pt x="1910" y="36785"/>
                  </a:lnTo>
                  <a:lnTo>
                    <a:pt x="2866" y="36785"/>
                  </a:lnTo>
                  <a:lnTo>
                    <a:pt x="2866" y="36785"/>
                  </a:lnTo>
                  <a:lnTo>
                    <a:pt x="3821" y="36307"/>
                  </a:lnTo>
                  <a:lnTo>
                    <a:pt x="5733" y="35830"/>
                  </a:lnTo>
                  <a:lnTo>
                    <a:pt x="6688" y="35352"/>
                  </a:lnTo>
                  <a:lnTo>
                    <a:pt x="7166" y="35352"/>
                  </a:lnTo>
                  <a:lnTo>
                    <a:pt x="7166" y="34874"/>
                  </a:lnTo>
                  <a:lnTo>
                    <a:pt x="7166" y="34874"/>
                  </a:lnTo>
                  <a:lnTo>
                    <a:pt x="7644" y="34397"/>
                  </a:lnTo>
                  <a:lnTo>
                    <a:pt x="6688" y="28664"/>
                  </a:lnTo>
                  <a:lnTo>
                    <a:pt x="6688" y="27231"/>
                  </a:lnTo>
                  <a:lnTo>
                    <a:pt x="8599" y="24842"/>
                  </a:lnTo>
                  <a:lnTo>
                    <a:pt x="8599" y="24842"/>
                  </a:lnTo>
                  <a:lnTo>
                    <a:pt x="8121" y="21975"/>
                  </a:lnTo>
                  <a:lnTo>
                    <a:pt x="8121" y="21975"/>
                  </a:lnTo>
                  <a:lnTo>
                    <a:pt x="8599" y="18154"/>
                  </a:lnTo>
                  <a:lnTo>
                    <a:pt x="10510" y="15765"/>
                  </a:lnTo>
                  <a:lnTo>
                    <a:pt x="11943" y="14809"/>
                  </a:lnTo>
                  <a:lnTo>
                    <a:pt x="11943" y="14809"/>
                  </a:lnTo>
                  <a:lnTo>
                    <a:pt x="12421" y="13376"/>
                  </a:lnTo>
                  <a:lnTo>
                    <a:pt x="12421" y="12899"/>
                  </a:lnTo>
                  <a:lnTo>
                    <a:pt x="13376" y="12421"/>
                  </a:lnTo>
                  <a:lnTo>
                    <a:pt x="14332" y="12421"/>
                  </a:lnTo>
                  <a:lnTo>
                    <a:pt x="17198" y="13854"/>
                  </a:lnTo>
                  <a:lnTo>
                    <a:pt x="18153" y="13854"/>
                  </a:lnTo>
                  <a:lnTo>
                    <a:pt x="19587" y="13854"/>
                  </a:lnTo>
                  <a:lnTo>
                    <a:pt x="21498" y="13854"/>
                  </a:lnTo>
                  <a:lnTo>
                    <a:pt x="21975" y="13854"/>
                  </a:lnTo>
                  <a:lnTo>
                    <a:pt x="27230" y="12421"/>
                  </a:lnTo>
                  <a:lnTo>
                    <a:pt x="28664" y="12421"/>
                  </a:lnTo>
                  <a:lnTo>
                    <a:pt x="29619" y="12421"/>
                  </a:lnTo>
                  <a:lnTo>
                    <a:pt x="30574" y="12421"/>
                  </a:lnTo>
                  <a:lnTo>
                    <a:pt x="31530" y="11943"/>
                  </a:lnTo>
                  <a:lnTo>
                    <a:pt x="31530" y="11466"/>
                  </a:lnTo>
                  <a:lnTo>
                    <a:pt x="32008" y="10510"/>
                  </a:lnTo>
                  <a:lnTo>
                    <a:pt x="32008" y="10510"/>
                  </a:lnTo>
                  <a:lnTo>
                    <a:pt x="32485" y="7166"/>
                  </a:lnTo>
                  <a:lnTo>
                    <a:pt x="32963" y="6688"/>
                  </a:lnTo>
                  <a:lnTo>
                    <a:pt x="33441" y="6210"/>
                  </a:lnTo>
                  <a:lnTo>
                    <a:pt x="34874" y="5733"/>
                  </a:lnTo>
                  <a:lnTo>
                    <a:pt x="35830" y="5733"/>
                  </a:lnTo>
                  <a:lnTo>
                    <a:pt x="37740" y="6688"/>
                  </a:lnTo>
                  <a:lnTo>
                    <a:pt x="38696" y="6688"/>
                  </a:lnTo>
                  <a:lnTo>
                    <a:pt x="40129" y="6210"/>
                  </a:lnTo>
                  <a:lnTo>
                    <a:pt x="41085" y="5733"/>
                  </a:lnTo>
                  <a:lnTo>
                    <a:pt x="41562" y="5255"/>
                  </a:lnTo>
                  <a:lnTo>
                    <a:pt x="42040" y="5255"/>
                  </a:lnTo>
                  <a:lnTo>
                    <a:pt x="42040" y="4300"/>
                  </a:lnTo>
                  <a:lnTo>
                    <a:pt x="42040" y="2866"/>
                  </a:lnTo>
                  <a:lnTo>
                    <a:pt x="41085" y="956"/>
                  </a:lnTo>
                  <a:lnTo>
                    <a:pt x="41085" y="956"/>
                  </a:lnTo>
                  <a:lnTo>
                    <a:pt x="42517" y="1433"/>
                  </a:lnTo>
                  <a:lnTo>
                    <a:pt x="44906" y="1911"/>
                  </a:lnTo>
                  <a:lnTo>
                    <a:pt x="46340" y="1911"/>
                  </a:lnTo>
                  <a:lnTo>
                    <a:pt x="47295" y="1433"/>
                  </a:lnTo>
                  <a:lnTo>
                    <a:pt x="48728" y="478"/>
                  </a:lnTo>
                  <a:lnTo>
                    <a:pt x="49683" y="0"/>
                  </a:lnTo>
                  <a:lnTo>
                    <a:pt x="51117" y="0"/>
                  </a:lnTo>
                  <a:lnTo>
                    <a:pt x="52072" y="478"/>
                  </a:lnTo>
                  <a:lnTo>
                    <a:pt x="54461" y="1911"/>
                  </a:lnTo>
                  <a:lnTo>
                    <a:pt x="54461" y="2866"/>
                  </a:lnTo>
                  <a:lnTo>
                    <a:pt x="54939" y="3344"/>
                  </a:lnTo>
                  <a:lnTo>
                    <a:pt x="55416" y="2866"/>
                  </a:lnTo>
                  <a:lnTo>
                    <a:pt x="56372" y="1433"/>
                  </a:lnTo>
                  <a:lnTo>
                    <a:pt x="57328" y="956"/>
                  </a:lnTo>
                  <a:lnTo>
                    <a:pt x="58283" y="478"/>
                  </a:lnTo>
                  <a:lnTo>
                    <a:pt x="59238" y="1433"/>
                  </a:lnTo>
                  <a:lnTo>
                    <a:pt x="60671" y="3344"/>
                  </a:lnTo>
                  <a:lnTo>
                    <a:pt x="61627" y="4300"/>
                  </a:lnTo>
                  <a:lnTo>
                    <a:pt x="62105" y="4777"/>
                  </a:lnTo>
                  <a:lnTo>
                    <a:pt x="62582" y="5255"/>
                  </a:lnTo>
                  <a:lnTo>
                    <a:pt x="62582" y="6210"/>
                  </a:lnTo>
                  <a:lnTo>
                    <a:pt x="62105" y="8121"/>
                  </a:lnTo>
                  <a:lnTo>
                    <a:pt x="61149" y="10032"/>
                  </a:lnTo>
                  <a:lnTo>
                    <a:pt x="59716" y="12899"/>
                  </a:lnTo>
                  <a:lnTo>
                    <a:pt x="60194" y="14809"/>
                  </a:lnTo>
                  <a:lnTo>
                    <a:pt x="62105" y="16721"/>
                  </a:lnTo>
                  <a:lnTo>
                    <a:pt x="64493" y="17676"/>
                  </a:lnTo>
                  <a:lnTo>
                    <a:pt x="66882" y="17198"/>
                  </a:lnTo>
                  <a:lnTo>
                    <a:pt x="67837" y="16721"/>
                  </a:lnTo>
                  <a:lnTo>
                    <a:pt x="69271" y="15765"/>
                  </a:lnTo>
                  <a:lnTo>
                    <a:pt x="69748" y="15765"/>
                  </a:lnTo>
                  <a:lnTo>
                    <a:pt x="71181" y="15287"/>
                  </a:lnTo>
                  <a:lnTo>
                    <a:pt x="75003" y="16243"/>
                  </a:lnTo>
                  <a:lnTo>
                    <a:pt x="75959" y="16721"/>
                  </a:lnTo>
                  <a:lnTo>
                    <a:pt x="75959" y="17676"/>
                  </a:lnTo>
                  <a:lnTo>
                    <a:pt x="75959" y="21020"/>
                  </a:lnTo>
                  <a:lnTo>
                    <a:pt x="76437" y="22931"/>
                  </a:lnTo>
                  <a:lnTo>
                    <a:pt x="77392" y="25320"/>
                  </a:lnTo>
                  <a:lnTo>
                    <a:pt x="77392" y="27708"/>
                  </a:lnTo>
                  <a:lnTo>
                    <a:pt x="75959" y="31052"/>
                  </a:lnTo>
                  <a:lnTo>
                    <a:pt x="75003" y="34397"/>
                  </a:lnTo>
                  <a:lnTo>
                    <a:pt x="74048" y="36307"/>
                  </a:lnTo>
                  <a:lnTo>
                    <a:pt x="73092" y="37263"/>
                  </a:lnTo>
                  <a:lnTo>
                    <a:pt x="72615" y="37741"/>
                  </a:lnTo>
                  <a:lnTo>
                    <a:pt x="72615" y="38696"/>
                  </a:lnTo>
                  <a:lnTo>
                    <a:pt x="73570" y="39651"/>
                  </a:lnTo>
                  <a:lnTo>
                    <a:pt x="74526" y="40607"/>
                  </a:lnTo>
                  <a:lnTo>
                    <a:pt x="75003" y="42040"/>
                  </a:lnTo>
                  <a:lnTo>
                    <a:pt x="74526" y="43473"/>
                  </a:lnTo>
                  <a:lnTo>
                    <a:pt x="74048" y="45384"/>
                  </a:lnTo>
                  <a:lnTo>
                    <a:pt x="71659" y="50162"/>
                  </a:lnTo>
                  <a:lnTo>
                    <a:pt x="70226" y="53983"/>
                  </a:lnTo>
                  <a:lnTo>
                    <a:pt x="71181" y="54939"/>
                  </a:lnTo>
                  <a:lnTo>
                    <a:pt x="72615" y="55417"/>
                  </a:lnTo>
                  <a:lnTo>
                    <a:pt x="74048" y="55894"/>
                  </a:lnTo>
                  <a:lnTo>
                    <a:pt x="75003" y="55894"/>
                  </a:lnTo>
                  <a:lnTo>
                    <a:pt x="77870" y="53506"/>
                  </a:lnTo>
                  <a:lnTo>
                    <a:pt x="79781" y="51595"/>
                  </a:lnTo>
                  <a:lnTo>
                    <a:pt x="82647" y="49684"/>
                  </a:lnTo>
                  <a:lnTo>
                    <a:pt x="83124" y="49684"/>
                  </a:lnTo>
                  <a:lnTo>
                    <a:pt x="85513" y="48251"/>
                  </a:lnTo>
                  <a:lnTo>
                    <a:pt x="86469" y="47295"/>
                  </a:lnTo>
                  <a:lnTo>
                    <a:pt x="87424" y="45384"/>
                  </a:lnTo>
                  <a:lnTo>
                    <a:pt x="87902" y="44907"/>
                  </a:lnTo>
                  <a:lnTo>
                    <a:pt x="89335" y="45384"/>
                  </a:lnTo>
                  <a:lnTo>
                    <a:pt x="90769" y="44907"/>
                  </a:lnTo>
                  <a:lnTo>
                    <a:pt x="92201" y="42996"/>
                  </a:lnTo>
                  <a:lnTo>
                    <a:pt x="93635" y="42040"/>
                  </a:lnTo>
                  <a:lnTo>
                    <a:pt x="94590" y="42518"/>
                  </a:lnTo>
                  <a:lnTo>
                    <a:pt x="96024" y="43473"/>
                  </a:lnTo>
                  <a:lnTo>
                    <a:pt x="98412" y="45384"/>
                  </a:lnTo>
                  <a:lnTo>
                    <a:pt x="100801" y="46340"/>
                  </a:lnTo>
                  <a:lnTo>
                    <a:pt x="102712" y="46817"/>
                  </a:lnTo>
                  <a:lnTo>
                    <a:pt x="103667" y="47773"/>
                  </a:lnTo>
                  <a:lnTo>
                    <a:pt x="103667" y="48728"/>
                  </a:lnTo>
                  <a:lnTo>
                    <a:pt x="103667" y="49206"/>
                  </a:lnTo>
                  <a:lnTo>
                    <a:pt x="103667" y="49206"/>
                  </a:lnTo>
                  <a:lnTo>
                    <a:pt x="104622" y="49684"/>
                  </a:lnTo>
                  <a:lnTo>
                    <a:pt x="105100" y="49684"/>
                  </a:lnTo>
                  <a:lnTo>
                    <a:pt x="105100" y="49206"/>
                  </a:lnTo>
                  <a:lnTo>
                    <a:pt x="106056" y="48251"/>
                  </a:lnTo>
                  <a:lnTo>
                    <a:pt x="107489" y="47295"/>
                  </a:lnTo>
                  <a:lnTo>
                    <a:pt x="109400" y="46817"/>
                  </a:lnTo>
                  <a:lnTo>
                    <a:pt x="111311" y="46340"/>
                  </a:lnTo>
                  <a:lnTo>
                    <a:pt x="112744" y="45862"/>
                  </a:lnTo>
                  <a:lnTo>
                    <a:pt x="113222" y="43473"/>
                  </a:lnTo>
                  <a:lnTo>
                    <a:pt x="114655" y="42040"/>
                  </a:lnTo>
                  <a:lnTo>
                    <a:pt x="115610" y="41563"/>
                  </a:lnTo>
                  <a:lnTo>
                    <a:pt x="116566" y="41085"/>
                  </a:lnTo>
                  <a:lnTo>
                    <a:pt x="116566" y="41085"/>
                  </a:lnTo>
                  <a:lnTo>
                    <a:pt x="117044" y="40607"/>
                  </a:lnTo>
                  <a:lnTo>
                    <a:pt x="116566" y="39651"/>
                  </a:lnTo>
                  <a:lnTo>
                    <a:pt x="116566" y="39174"/>
                  </a:lnTo>
                  <a:lnTo>
                    <a:pt x="117044" y="38696"/>
                  </a:lnTo>
                  <a:lnTo>
                    <a:pt x="118954" y="38218"/>
                  </a:lnTo>
                  <a:lnTo>
                    <a:pt x="121343" y="38218"/>
                  </a:lnTo>
                  <a:lnTo>
                    <a:pt x="124210" y="39174"/>
                  </a:lnTo>
                  <a:lnTo>
                    <a:pt x="127076" y="40129"/>
                  </a:lnTo>
                  <a:lnTo>
                    <a:pt x="129465" y="40607"/>
                  </a:lnTo>
                  <a:lnTo>
                    <a:pt x="130420" y="40129"/>
                  </a:lnTo>
                  <a:lnTo>
                    <a:pt x="132331" y="42040"/>
                  </a:lnTo>
                  <a:lnTo>
                    <a:pt x="135197" y="46340"/>
                  </a:lnTo>
                  <a:lnTo>
                    <a:pt x="137586" y="49684"/>
                  </a:lnTo>
                  <a:lnTo>
                    <a:pt x="137586" y="49684"/>
                  </a:lnTo>
                  <a:lnTo>
                    <a:pt x="139974" y="52073"/>
                  </a:lnTo>
                  <a:lnTo>
                    <a:pt x="139974" y="52073"/>
                  </a:lnTo>
                  <a:lnTo>
                    <a:pt x="141885" y="53506"/>
                  </a:lnTo>
                  <a:lnTo>
                    <a:pt x="144274" y="54939"/>
                  </a:lnTo>
                  <a:lnTo>
                    <a:pt x="146185" y="56372"/>
                  </a:lnTo>
                  <a:lnTo>
                    <a:pt x="147618" y="59716"/>
                  </a:lnTo>
                  <a:lnTo>
                    <a:pt x="146185" y="63538"/>
                  </a:lnTo>
                  <a:lnTo>
                    <a:pt x="146185" y="64016"/>
                  </a:lnTo>
                  <a:lnTo>
                    <a:pt x="146185" y="67360"/>
                  </a:lnTo>
                  <a:lnTo>
                    <a:pt x="146185" y="71659"/>
                  </a:lnTo>
                  <a:lnTo>
                    <a:pt x="146185" y="71659"/>
                  </a:lnTo>
                  <a:lnTo>
                    <a:pt x="147618" y="75481"/>
                  </a:lnTo>
                  <a:lnTo>
                    <a:pt x="150007" y="77870"/>
                  </a:lnTo>
                  <a:lnTo>
                    <a:pt x="151440" y="79781"/>
                  </a:lnTo>
                  <a:lnTo>
                    <a:pt x="151918" y="81214"/>
                  </a:lnTo>
                  <a:lnTo>
                    <a:pt x="154306" y="82170"/>
                  </a:lnTo>
                  <a:lnTo>
                    <a:pt x="157651" y="83125"/>
                  </a:lnTo>
                  <a:lnTo>
                    <a:pt x="159084" y="84080"/>
                  </a:lnTo>
                  <a:lnTo>
                    <a:pt x="158606" y="85036"/>
                  </a:lnTo>
                  <a:lnTo>
                    <a:pt x="158606" y="85991"/>
                  </a:lnTo>
                  <a:lnTo>
                    <a:pt x="159084" y="87424"/>
                  </a:lnTo>
                  <a:lnTo>
                    <a:pt x="159084" y="87424"/>
                  </a:lnTo>
                  <a:lnTo>
                    <a:pt x="160517" y="88380"/>
                  </a:lnTo>
                  <a:lnTo>
                    <a:pt x="162428" y="88858"/>
                  </a:lnTo>
                  <a:lnTo>
                    <a:pt x="163383" y="89813"/>
                  </a:lnTo>
                  <a:lnTo>
                    <a:pt x="163861" y="9029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1D3873FE-3EA0-7502-50EF-D965274DC543}"/>
                </a:ext>
              </a:extLst>
            </p:cNvPr>
            <p:cNvSpPr/>
            <p:nvPr/>
          </p:nvSpPr>
          <p:spPr>
            <a:xfrm>
              <a:off x="7975864" y="4303506"/>
              <a:ext cx="955" cy="2388"/>
            </a:xfrm>
            <a:custGeom>
              <a:avLst/>
              <a:gdLst>
                <a:gd name="csX0" fmla="*/ 955 w 955"/>
                <a:gd name="csY0" fmla="*/ 1433 h 2388"/>
                <a:gd name="csX1" fmla="*/ 955 w 955"/>
                <a:gd name="csY1" fmla="*/ 2389 h 2388"/>
                <a:gd name="csX2" fmla="*/ 955 w 955"/>
                <a:gd name="csY2" fmla="*/ 2389 h 2388"/>
                <a:gd name="csX3" fmla="*/ 478 w 955"/>
                <a:gd name="csY3" fmla="*/ 1433 h 2388"/>
                <a:gd name="csX4" fmla="*/ 0 w 955"/>
                <a:gd name="csY4" fmla="*/ 0 h 2388"/>
                <a:gd name="csX5" fmla="*/ 0 w 955"/>
                <a:gd name="csY5" fmla="*/ 0 h 2388"/>
                <a:gd name="csX6" fmla="*/ 955 w 955"/>
                <a:gd name="csY6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2388">
                  <a:moveTo>
                    <a:pt x="955" y="1433"/>
                  </a:moveTo>
                  <a:lnTo>
                    <a:pt x="955" y="2389"/>
                  </a:lnTo>
                  <a:lnTo>
                    <a:pt x="955" y="2389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5" name="Freeform 744">
              <a:extLst>
                <a:ext uri="{FF2B5EF4-FFF2-40B4-BE49-F238E27FC236}">
                  <a16:creationId xmlns:a16="http://schemas.microsoft.com/office/drawing/2014/main" id="{3F9005BB-FA8E-44F8-4CC7-C6FBB8340A64}"/>
                </a:ext>
              </a:extLst>
            </p:cNvPr>
            <p:cNvSpPr/>
            <p:nvPr/>
          </p:nvSpPr>
          <p:spPr>
            <a:xfrm>
              <a:off x="7975387" y="4462113"/>
              <a:ext cx="1432" cy="6688"/>
            </a:xfrm>
            <a:custGeom>
              <a:avLst/>
              <a:gdLst>
                <a:gd name="csX0" fmla="*/ 1433 w 1432"/>
                <a:gd name="csY0" fmla="*/ 0 h 6688"/>
                <a:gd name="csX1" fmla="*/ 955 w 1432"/>
                <a:gd name="csY1" fmla="*/ 955 h 6688"/>
                <a:gd name="csX2" fmla="*/ 478 w 1432"/>
                <a:gd name="csY2" fmla="*/ 4299 h 6688"/>
                <a:gd name="csX3" fmla="*/ 478 w 1432"/>
                <a:gd name="csY3" fmla="*/ 5733 h 6688"/>
                <a:gd name="csX4" fmla="*/ 0 w 1432"/>
                <a:gd name="csY4" fmla="*/ 6688 h 6688"/>
                <a:gd name="csX5" fmla="*/ 478 w 1432"/>
                <a:gd name="csY5" fmla="*/ 5733 h 6688"/>
                <a:gd name="csX6" fmla="*/ 478 w 1432"/>
                <a:gd name="csY6" fmla="*/ 4777 h 6688"/>
                <a:gd name="csX7" fmla="*/ 955 w 1432"/>
                <a:gd name="csY7" fmla="*/ 955 h 6688"/>
                <a:gd name="csX8" fmla="*/ 1433 w 1432"/>
                <a:gd name="csY8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2" h="6688">
                  <a:moveTo>
                    <a:pt x="1433" y="0"/>
                  </a:moveTo>
                  <a:lnTo>
                    <a:pt x="955" y="955"/>
                  </a:lnTo>
                  <a:lnTo>
                    <a:pt x="478" y="4299"/>
                  </a:lnTo>
                  <a:lnTo>
                    <a:pt x="478" y="5733"/>
                  </a:lnTo>
                  <a:lnTo>
                    <a:pt x="0" y="6688"/>
                  </a:lnTo>
                  <a:lnTo>
                    <a:pt x="478" y="5733"/>
                  </a:lnTo>
                  <a:lnTo>
                    <a:pt x="478" y="4777"/>
                  </a:lnTo>
                  <a:lnTo>
                    <a:pt x="955" y="955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6" name="Freeform 745">
              <a:extLst>
                <a:ext uri="{FF2B5EF4-FFF2-40B4-BE49-F238E27FC236}">
                  <a16:creationId xmlns:a16="http://schemas.microsoft.com/office/drawing/2014/main" id="{1A00E9B8-0154-57F8-7388-B16D28FD0209}"/>
                </a:ext>
              </a:extLst>
            </p:cNvPr>
            <p:cNvSpPr/>
            <p:nvPr/>
          </p:nvSpPr>
          <p:spPr>
            <a:xfrm>
              <a:off x="7971087" y="3672903"/>
              <a:ext cx="5732" cy="955"/>
            </a:xfrm>
            <a:custGeom>
              <a:avLst/>
              <a:gdLst>
                <a:gd name="csX0" fmla="*/ 2389 w 5732"/>
                <a:gd name="csY0" fmla="*/ 0 h 955"/>
                <a:gd name="csX1" fmla="*/ 5733 w 5732"/>
                <a:gd name="csY1" fmla="*/ 955 h 955"/>
                <a:gd name="csX2" fmla="*/ 2389 w 5732"/>
                <a:gd name="csY2" fmla="*/ 0 h 955"/>
                <a:gd name="csX3" fmla="*/ 0 w 5732"/>
                <a:gd name="csY3" fmla="*/ 478 h 955"/>
                <a:gd name="csX4" fmla="*/ 0 w 5732"/>
                <a:gd name="csY4" fmla="*/ 478 h 955"/>
                <a:gd name="csX5" fmla="*/ 2389 w 5732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732" h="955">
                  <a:moveTo>
                    <a:pt x="2389" y="0"/>
                  </a:moveTo>
                  <a:lnTo>
                    <a:pt x="5733" y="955"/>
                  </a:lnTo>
                  <a:lnTo>
                    <a:pt x="2389" y="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7" name="Freeform 746">
              <a:extLst>
                <a:ext uri="{FF2B5EF4-FFF2-40B4-BE49-F238E27FC236}">
                  <a16:creationId xmlns:a16="http://schemas.microsoft.com/office/drawing/2014/main" id="{A01CA941-9AEA-A633-D119-E5E6890E5ECE}"/>
                </a:ext>
              </a:extLst>
            </p:cNvPr>
            <p:cNvSpPr/>
            <p:nvPr/>
          </p:nvSpPr>
          <p:spPr>
            <a:xfrm>
              <a:off x="7975864" y="4453513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0 w 477"/>
                <a:gd name="csY1" fmla="*/ 956 h 1433"/>
                <a:gd name="csX2" fmla="*/ 0 w 477"/>
                <a:gd name="csY2" fmla="*/ 1433 h 1433"/>
                <a:gd name="csX3" fmla="*/ 0 w 477"/>
                <a:gd name="csY3" fmla="*/ 956 h 1433"/>
                <a:gd name="csX4" fmla="*/ 478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0" y="956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8" name="Freeform 747">
              <a:extLst>
                <a:ext uri="{FF2B5EF4-FFF2-40B4-BE49-F238E27FC236}">
                  <a16:creationId xmlns:a16="http://schemas.microsoft.com/office/drawing/2014/main" id="{DDCC5241-D542-84B5-CF79-82F4F29F710F}"/>
                </a:ext>
              </a:extLst>
            </p:cNvPr>
            <p:cNvSpPr/>
            <p:nvPr/>
          </p:nvSpPr>
          <p:spPr>
            <a:xfrm>
              <a:off x="7974909" y="4302551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5 w 955"/>
                <a:gd name="csY1" fmla="*/ 956 h 955"/>
                <a:gd name="csX2" fmla="*/ 0 w 955"/>
                <a:gd name="csY2" fmla="*/ 0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5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9" name="Freeform 748">
              <a:extLst>
                <a:ext uri="{FF2B5EF4-FFF2-40B4-BE49-F238E27FC236}">
                  <a16:creationId xmlns:a16="http://schemas.microsoft.com/office/drawing/2014/main" id="{5B77C8BD-C4DB-0360-3A1B-7FF3F2EFCC83}"/>
                </a:ext>
              </a:extLst>
            </p:cNvPr>
            <p:cNvSpPr/>
            <p:nvPr/>
          </p:nvSpPr>
          <p:spPr>
            <a:xfrm>
              <a:off x="7973953" y="4444914"/>
              <a:ext cx="1433" cy="955"/>
            </a:xfrm>
            <a:custGeom>
              <a:avLst/>
              <a:gdLst>
                <a:gd name="csX0" fmla="*/ 1433 w 1433"/>
                <a:gd name="csY0" fmla="*/ 956 h 955"/>
                <a:gd name="csX1" fmla="*/ 0 w 1433"/>
                <a:gd name="csY1" fmla="*/ 0 h 955"/>
                <a:gd name="csX2" fmla="*/ 0 w 1433"/>
                <a:gd name="csY2" fmla="*/ 0 h 955"/>
                <a:gd name="csX3" fmla="*/ 1433 w 1433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9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0" name="Freeform 749">
              <a:extLst>
                <a:ext uri="{FF2B5EF4-FFF2-40B4-BE49-F238E27FC236}">
                  <a16:creationId xmlns:a16="http://schemas.microsoft.com/office/drawing/2014/main" id="{A61B8247-35BD-36A9-5BED-F61BFDBBB619}"/>
                </a:ext>
              </a:extLst>
            </p:cNvPr>
            <p:cNvSpPr/>
            <p:nvPr/>
          </p:nvSpPr>
          <p:spPr>
            <a:xfrm>
              <a:off x="7972520" y="4440615"/>
              <a:ext cx="1432" cy="955"/>
            </a:xfrm>
            <a:custGeom>
              <a:avLst/>
              <a:gdLst>
                <a:gd name="csX0" fmla="*/ 1433 w 1432"/>
                <a:gd name="csY0" fmla="*/ 955 h 955"/>
                <a:gd name="csX1" fmla="*/ 1433 w 1432"/>
                <a:gd name="csY1" fmla="*/ 955 h 955"/>
                <a:gd name="csX2" fmla="*/ 0 w 1432"/>
                <a:gd name="csY2" fmla="*/ 0 h 955"/>
                <a:gd name="csX3" fmla="*/ 1433 w 1432"/>
                <a:gd name="csY3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955">
                  <a:moveTo>
                    <a:pt x="1433" y="955"/>
                  </a:moveTo>
                  <a:lnTo>
                    <a:pt x="1433" y="955"/>
                  </a:lnTo>
                  <a:lnTo>
                    <a:pt x="0" y="0"/>
                  </a:lnTo>
                  <a:lnTo>
                    <a:pt x="1433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1" name="Freeform 750">
              <a:extLst>
                <a:ext uri="{FF2B5EF4-FFF2-40B4-BE49-F238E27FC236}">
                  <a16:creationId xmlns:a16="http://schemas.microsoft.com/office/drawing/2014/main" id="{16BF631D-8B6F-49A8-860C-67833DE21E7F}"/>
                </a:ext>
              </a:extLst>
            </p:cNvPr>
            <p:cNvSpPr/>
            <p:nvPr/>
          </p:nvSpPr>
          <p:spPr>
            <a:xfrm>
              <a:off x="7973476" y="4441570"/>
              <a:ext cx="477" cy="3344"/>
            </a:xfrm>
            <a:custGeom>
              <a:avLst/>
              <a:gdLst>
                <a:gd name="csX0" fmla="*/ 478 w 477"/>
                <a:gd name="csY0" fmla="*/ 0 h 3344"/>
                <a:gd name="csX1" fmla="*/ 0 w 477"/>
                <a:gd name="csY1" fmla="*/ 956 h 3344"/>
                <a:gd name="csX2" fmla="*/ 0 w 477"/>
                <a:gd name="csY2" fmla="*/ 1911 h 3344"/>
                <a:gd name="csX3" fmla="*/ 478 w 477"/>
                <a:gd name="csY3" fmla="*/ 3344 h 3344"/>
                <a:gd name="csX4" fmla="*/ 0 w 477"/>
                <a:gd name="csY4" fmla="*/ 1911 h 3344"/>
                <a:gd name="csX5" fmla="*/ 0 w 477"/>
                <a:gd name="csY5" fmla="*/ 956 h 3344"/>
                <a:gd name="csX6" fmla="*/ 478 w 477"/>
                <a:gd name="csY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3344">
                  <a:moveTo>
                    <a:pt x="478" y="0"/>
                  </a:moveTo>
                  <a:lnTo>
                    <a:pt x="0" y="956"/>
                  </a:lnTo>
                  <a:lnTo>
                    <a:pt x="0" y="1911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647C36BC-DBC5-78E2-5AB0-AC0DD61D5725}"/>
                </a:ext>
              </a:extLst>
            </p:cNvPr>
            <p:cNvSpPr/>
            <p:nvPr/>
          </p:nvSpPr>
          <p:spPr>
            <a:xfrm>
              <a:off x="7852610" y="2259780"/>
              <a:ext cx="120388" cy="137108"/>
            </a:xfrm>
            <a:custGeom>
              <a:avLst/>
              <a:gdLst>
                <a:gd name="csX0" fmla="*/ 119432 w 120388"/>
                <a:gd name="csY0" fmla="*/ 73570 h 137108"/>
                <a:gd name="csX1" fmla="*/ 120388 w 120388"/>
                <a:gd name="csY1" fmla="*/ 80259 h 137108"/>
                <a:gd name="csX2" fmla="*/ 119432 w 120388"/>
                <a:gd name="csY2" fmla="*/ 88858 h 137108"/>
                <a:gd name="csX3" fmla="*/ 109878 w 120388"/>
                <a:gd name="csY3" fmla="*/ 102234 h 137108"/>
                <a:gd name="csX4" fmla="*/ 108445 w 120388"/>
                <a:gd name="csY4" fmla="*/ 103190 h 137108"/>
                <a:gd name="csX5" fmla="*/ 103668 w 120388"/>
                <a:gd name="csY5" fmla="*/ 102712 h 137108"/>
                <a:gd name="csX6" fmla="*/ 99368 w 120388"/>
                <a:gd name="csY6" fmla="*/ 103667 h 137108"/>
                <a:gd name="csX7" fmla="*/ 87902 w 120388"/>
                <a:gd name="csY7" fmla="*/ 110833 h 137108"/>
                <a:gd name="csX8" fmla="*/ 74048 w 120388"/>
                <a:gd name="csY8" fmla="*/ 110833 h 137108"/>
                <a:gd name="csX9" fmla="*/ 69749 w 120388"/>
                <a:gd name="csY9" fmla="*/ 117044 h 137108"/>
                <a:gd name="csX10" fmla="*/ 68316 w 120388"/>
                <a:gd name="csY10" fmla="*/ 116566 h 137108"/>
                <a:gd name="csX11" fmla="*/ 67360 w 120388"/>
                <a:gd name="csY11" fmla="*/ 115611 h 137108"/>
                <a:gd name="csX12" fmla="*/ 65927 w 120388"/>
                <a:gd name="csY12" fmla="*/ 113700 h 137108"/>
                <a:gd name="csX13" fmla="*/ 57328 w 120388"/>
                <a:gd name="csY13" fmla="*/ 115611 h 137108"/>
                <a:gd name="csX14" fmla="*/ 47773 w 120388"/>
                <a:gd name="csY14" fmla="*/ 116566 h 137108"/>
                <a:gd name="csX15" fmla="*/ 38218 w 120388"/>
                <a:gd name="csY15" fmla="*/ 116566 h 137108"/>
                <a:gd name="csX16" fmla="*/ 34874 w 120388"/>
                <a:gd name="csY16" fmla="*/ 120866 h 137108"/>
                <a:gd name="csX17" fmla="*/ 24842 w 120388"/>
                <a:gd name="csY17" fmla="*/ 129465 h 137108"/>
                <a:gd name="csX18" fmla="*/ 15765 w 120388"/>
                <a:gd name="csY18" fmla="*/ 135675 h 137108"/>
                <a:gd name="csX19" fmla="*/ 10988 w 120388"/>
                <a:gd name="csY19" fmla="*/ 137108 h 137108"/>
                <a:gd name="csX20" fmla="*/ 4300 w 120388"/>
                <a:gd name="csY20" fmla="*/ 135675 h 137108"/>
                <a:gd name="csX21" fmla="*/ 2389 w 120388"/>
                <a:gd name="csY21" fmla="*/ 133287 h 137108"/>
                <a:gd name="csX22" fmla="*/ 0 w 120388"/>
                <a:gd name="csY22" fmla="*/ 129942 h 137108"/>
                <a:gd name="csX23" fmla="*/ 3344 w 120388"/>
                <a:gd name="csY23" fmla="*/ 126121 h 137108"/>
                <a:gd name="csX24" fmla="*/ 5255 w 120388"/>
                <a:gd name="csY24" fmla="*/ 117521 h 137108"/>
                <a:gd name="csX25" fmla="*/ 7644 w 120388"/>
                <a:gd name="csY25" fmla="*/ 112744 h 137108"/>
                <a:gd name="csX26" fmla="*/ 14810 w 120388"/>
                <a:gd name="csY26" fmla="*/ 103190 h 137108"/>
                <a:gd name="csX27" fmla="*/ 15288 w 120388"/>
                <a:gd name="csY27" fmla="*/ 99846 h 137108"/>
                <a:gd name="csX28" fmla="*/ 16721 w 120388"/>
                <a:gd name="csY28" fmla="*/ 91724 h 137108"/>
                <a:gd name="csX29" fmla="*/ 17676 w 120388"/>
                <a:gd name="csY29" fmla="*/ 88380 h 137108"/>
                <a:gd name="csX30" fmla="*/ 18632 w 120388"/>
                <a:gd name="csY30" fmla="*/ 85514 h 137108"/>
                <a:gd name="csX31" fmla="*/ 19109 w 120388"/>
                <a:gd name="csY31" fmla="*/ 82170 h 137108"/>
                <a:gd name="csX32" fmla="*/ 19587 w 120388"/>
                <a:gd name="csY32" fmla="*/ 76914 h 137108"/>
                <a:gd name="csX33" fmla="*/ 20065 w 120388"/>
                <a:gd name="csY33" fmla="*/ 72137 h 137108"/>
                <a:gd name="csX34" fmla="*/ 22454 w 120388"/>
                <a:gd name="csY34" fmla="*/ 65449 h 137108"/>
                <a:gd name="csX35" fmla="*/ 24365 w 120388"/>
                <a:gd name="csY35" fmla="*/ 62105 h 137108"/>
                <a:gd name="csX36" fmla="*/ 26753 w 120388"/>
                <a:gd name="csY36" fmla="*/ 61149 h 137108"/>
                <a:gd name="csX37" fmla="*/ 31531 w 120388"/>
                <a:gd name="csY37" fmla="*/ 62583 h 137108"/>
                <a:gd name="csX38" fmla="*/ 33441 w 120388"/>
                <a:gd name="csY38" fmla="*/ 62105 h 137108"/>
                <a:gd name="csX39" fmla="*/ 32008 w 120388"/>
                <a:gd name="csY39" fmla="*/ 59716 h 137108"/>
                <a:gd name="csX40" fmla="*/ 31052 w 120388"/>
                <a:gd name="csY40" fmla="*/ 52073 h 137108"/>
                <a:gd name="csX41" fmla="*/ 31531 w 120388"/>
                <a:gd name="csY41" fmla="*/ 49206 h 137108"/>
                <a:gd name="csX42" fmla="*/ 32008 w 120388"/>
                <a:gd name="csY42" fmla="*/ 43951 h 137108"/>
                <a:gd name="csX43" fmla="*/ 33441 w 120388"/>
                <a:gd name="csY43" fmla="*/ 41563 h 137108"/>
                <a:gd name="csX44" fmla="*/ 34874 w 120388"/>
                <a:gd name="csY44" fmla="*/ 40129 h 137108"/>
                <a:gd name="csX45" fmla="*/ 35352 w 120388"/>
                <a:gd name="csY45" fmla="*/ 32963 h 137108"/>
                <a:gd name="csX46" fmla="*/ 35352 w 120388"/>
                <a:gd name="csY46" fmla="*/ 30575 h 137108"/>
                <a:gd name="csX47" fmla="*/ 37263 w 120388"/>
                <a:gd name="csY47" fmla="*/ 27231 h 137108"/>
                <a:gd name="csX48" fmla="*/ 37741 w 120388"/>
                <a:gd name="csY48" fmla="*/ 22453 h 137108"/>
                <a:gd name="csX49" fmla="*/ 40129 w 120388"/>
                <a:gd name="csY49" fmla="*/ 20065 h 137108"/>
                <a:gd name="csX50" fmla="*/ 44907 w 120388"/>
                <a:gd name="csY50" fmla="*/ 17676 h 137108"/>
                <a:gd name="csX51" fmla="*/ 44907 w 120388"/>
                <a:gd name="csY51" fmla="*/ 11943 h 137108"/>
                <a:gd name="csX52" fmla="*/ 45862 w 120388"/>
                <a:gd name="csY52" fmla="*/ 8121 h 137108"/>
                <a:gd name="csX53" fmla="*/ 46818 w 120388"/>
                <a:gd name="csY53" fmla="*/ 7166 h 137108"/>
                <a:gd name="csX54" fmla="*/ 49206 w 120388"/>
                <a:gd name="csY54" fmla="*/ 6210 h 137108"/>
                <a:gd name="csX55" fmla="*/ 50640 w 120388"/>
                <a:gd name="csY55" fmla="*/ 6210 h 137108"/>
                <a:gd name="csX56" fmla="*/ 52073 w 120388"/>
                <a:gd name="csY56" fmla="*/ 11943 h 137108"/>
                <a:gd name="csX57" fmla="*/ 53984 w 120388"/>
                <a:gd name="csY57" fmla="*/ 16721 h 137108"/>
                <a:gd name="csX58" fmla="*/ 56372 w 120388"/>
                <a:gd name="csY58" fmla="*/ 17676 h 137108"/>
                <a:gd name="csX59" fmla="*/ 58761 w 120388"/>
                <a:gd name="csY59" fmla="*/ 17676 h 137108"/>
                <a:gd name="csX60" fmla="*/ 57328 w 120388"/>
                <a:gd name="csY60" fmla="*/ 11943 h 137108"/>
                <a:gd name="csX61" fmla="*/ 57328 w 120388"/>
                <a:gd name="csY61" fmla="*/ 6210 h 137108"/>
                <a:gd name="csX62" fmla="*/ 58283 w 120388"/>
                <a:gd name="csY62" fmla="*/ 1911 h 137108"/>
                <a:gd name="csX63" fmla="*/ 59716 w 120388"/>
                <a:gd name="csY63" fmla="*/ 478 h 137108"/>
                <a:gd name="csX64" fmla="*/ 62105 w 120388"/>
                <a:gd name="csY64" fmla="*/ 0 h 137108"/>
                <a:gd name="csX65" fmla="*/ 69749 w 120388"/>
                <a:gd name="csY65" fmla="*/ 4300 h 137108"/>
                <a:gd name="csX66" fmla="*/ 74526 w 120388"/>
                <a:gd name="csY66" fmla="*/ 10032 h 137108"/>
                <a:gd name="csX67" fmla="*/ 75481 w 120388"/>
                <a:gd name="csY67" fmla="*/ 13376 h 137108"/>
                <a:gd name="csX68" fmla="*/ 75004 w 120388"/>
                <a:gd name="csY68" fmla="*/ 14810 h 137108"/>
                <a:gd name="csX69" fmla="*/ 72615 w 120388"/>
                <a:gd name="csY69" fmla="*/ 16243 h 137108"/>
                <a:gd name="csX70" fmla="*/ 71659 w 120388"/>
                <a:gd name="csY70" fmla="*/ 17676 h 137108"/>
                <a:gd name="csX71" fmla="*/ 69749 w 120388"/>
                <a:gd name="csY71" fmla="*/ 25320 h 137108"/>
                <a:gd name="csX72" fmla="*/ 68793 w 120388"/>
                <a:gd name="csY72" fmla="*/ 32008 h 137108"/>
                <a:gd name="csX73" fmla="*/ 62583 w 120388"/>
                <a:gd name="csY73" fmla="*/ 53983 h 137108"/>
                <a:gd name="csX74" fmla="*/ 62105 w 120388"/>
                <a:gd name="csY74" fmla="*/ 57805 h 137108"/>
                <a:gd name="csX75" fmla="*/ 65449 w 120388"/>
                <a:gd name="csY75" fmla="*/ 54461 h 137108"/>
                <a:gd name="csX76" fmla="*/ 68793 w 120388"/>
                <a:gd name="csY76" fmla="*/ 46818 h 137108"/>
                <a:gd name="csX77" fmla="*/ 70704 w 120388"/>
                <a:gd name="csY77" fmla="*/ 41085 h 137108"/>
                <a:gd name="csX78" fmla="*/ 72615 w 120388"/>
                <a:gd name="csY78" fmla="*/ 36785 h 137108"/>
                <a:gd name="csX79" fmla="*/ 75004 w 120388"/>
                <a:gd name="csY79" fmla="*/ 36785 h 137108"/>
                <a:gd name="csX80" fmla="*/ 77870 w 120388"/>
                <a:gd name="csY80" fmla="*/ 35352 h 137108"/>
                <a:gd name="csX81" fmla="*/ 82170 w 120388"/>
                <a:gd name="csY81" fmla="*/ 30097 h 137108"/>
                <a:gd name="csX82" fmla="*/ 86947 w 120388"/>
                <a:gd name="csY82" fmla="*/ 27708 h 137108"/>
                <a:gd name="csX83" fmla="*/ 89813 w 120388"/>
                <a:gd name="csY83" fmla="*/ 27708 h 137108"/>
                <a:gd name="csX84" fmla="*/ 92202 w 120388"/>
                <a:gd name="csY84" fmla="*/ 30575 h 137108"/>
                <a:gd name="csX85" fmla="*/ 93635 w 120388"/>
                <a:gd name="csY85" fmla="*/ 36307 h 137108"/>
                <a:gd name="csX86" fmla="*/ 95546 w 120388"/>
                <a:gd name="csY86" fmla="*/ 41085 h 137108"/>
                <a:gd name="csX87" fmla="*/ 101757 w 120388"/>
                <a:gd name="csY87" fmla="*/ 44429 h 137108"/>
                <a:gd name="csX88" fmla="*/ 102712 w 120388"/>
                <a:gd name="csY88" fmla="*/ 45862 h 137108"/>
                <a:gd name="csX89" fmla="*/ 103190 w 120388"/>
                <a:gd name="csY89" fmla="*/ 49684 h 137108"/>
                <a:gd name="csX90" fmla="*/ 102712 w 120388"/>
                <a:gd name="csY90" fmla="*/ 53506 h 137108"/>
                <a:gd name="csX91" fmla="*/ 106056 w 120388"/>
                <a:gd name="csY91" fmla="*/ 57805 h 137108"/>
                <a:gd name="csX92" fmla="*/ 110834 w 120388"/>
                <a:gd name="csY92" fmla="*/ 55894 h 137108"/>
                <a:gd name="csX93" fmla="*/ 113700 w 120388"/>
                <a:gd name="csY93" fmla="*/ 56850 h 137108"/>
                <a:gd name="csX94" fmla="*/ 116088 w 120388"/>
                <a:gd name="csY94" fmla="*/ 59238 h 137108"/>
                <a:gd name="csX95" fmla="*/ 117522 w 120388"/>
                <a:gd name="csY95" fmla="*/ 63060 h 137108"/>
                <a:gd name="csX96" fmla="*/ 118477 w 120388"/>
                <a:gd name="csY96" fmla="*/ 67360 h 137108"/>
                <a:gd name="csX97" fmla="*/ 119432 w 120388"/>
                <a:gd name="csY97" fmla="*/ 73570 h 137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</a:cxnLst>
              <a:rect l="l" t="t" r="r" b="b"/>
              <a:pathLst>
                <a:path w="120388" h="137108">
                  <a:moveTo>
                    <a:pt x="119432" y="73570"/>
                  </a:moveTo>
                  <a:lnTo>
                    <a:pt x="120388" y="80259"/>
                  </a:lnTo>
                  <a:lnTo>
                    <a:pt x="119432" y="88858"/>
                  </a:lnTo>
                  <a:lnTo>
                    <a:pt x="109878" y="102234"/>
                  </a:lnTo>
                  <a:lnTo>
                    <a:pt x="108445" y="103190"/>
                  </a:lnTo>
                  <a:lnTo>
                    <a:pt x="103668" y="102712"/>
                  </a:lnTo>
                  <a:lnTo>
                    <a:pt x="99368" y="103667"/>
                  </a:lnTo>
                  <a:lnTo>
                    <a:pt x="87902" y="110833"/>
                  </a:lnTo>
                  <a:lnTo>
                    <a:pt x="74048" y="110833"/>
                  </a:lnTo>
                  <a:lnTo>
                    <a:pt x="69749" y="117044"/>
                  </a:lnTo>
                  <a:lnTo>
                    <a:pt x="68316" y="116566"/>
                  </a:lnTo>
                  <a:lnTo>
                    <a:pt x="67360" y="115611"/>
                  </a:lnTo>
                  <a:lnTo>
                    <a:pt x="65927" y="113700"/>
                  </a:lnTo>
                  <a:lnTo>
                    <a:pt x="57328" y="115611"/>
                  </a:lnTo>
                  <a:lnTo>
                    <a:pt x="47773" y="116566"/>
                  </a:lnTo>
                  <a:lnTo>
                    <a:pt x="38218" y="116566"/>
                  </a:lnTo>
                  <a:lnTo>
                    <a:pt x="34874" y="120866"/>
                  </a:lnTo>
                  <a:lnTo>
                    <a:pt x="24842" y="129465"/>
                  </a:lnTo>
                  <a:lnTo>
                    <a:pt x="15765" y="135675"/>
                  </a:lnTo>
                  <a:lnTo>
                    <a:pt x="10988" y="137108"/>
                  </a:lnTo>
                  <a:lnTo>
                    <a:pt x="4300" y="135675"/>
                  </a:lnTo>
                  <a:lnTo>
                    <a:pt x="2389" y="133287"/>
                  </a:lnTo>
                  <a:lnTo>
                    <a:pt x="0" y="129942"/>
                  </a:lnTo>
                  <a:lnTo>
                    <a:pt x="3344" y="126121"/>
                  </a:lnTo>
                  <a:lnTo>
                    <a:pt x="5255" y="117521"/>
                  </a:lnTo>
                  <a:lnTo>
                    <a:pt x="7644" y="112744"/>
                  </a:lnTo>
                  <a:lnTo>
                    <a:pt x="14810" y="103190"/>
                  </a:lnTo>
                  <a:lnTo>
                    <a:pt x="15288" y="99846"/>
                  </a:lnTo>
                  <a:lnTo>
                    <a:pt x="16721" y="91724"/>
                  </a:lnTo>
                  <a:lnTo>
                    <a:pt x="17676" y="88380"/>
                  </a:lnTo>
                  <a:lnTo>
                    <a:pt x="18632" y="85514"/>
                  </a:lnTo>
                  <a:lnTo>
                    <a:pt x="19109" y="82170"/>
                  </a:lnTo>
                  <a:lnTo>
                    <a:pt x="19587" y="76914"/>
                  </a:lnTo>
                  <a:lnTo>
                    <a:pt x="20065" y="72137"/>
                  </a:lnTo>
                  <a:lnTo>
                    <a:pt x="22454" y="65449"/>
                  </a:lnTo>
                  <a:lnTo>
                    <a:pt x="24365" y="62105"/>
                  </a:lnTo>
                  <a:lnTo>
                    <a:pt x="26753" y="61149"/>
                  </a:lnTo>
                  <a:lnTo>
                    <a:pt x="31531" y="62583"/>
                  </a:lnTo>
                  <a:lnTo>
                    <a:pt x="33441" y="62105"/>
                  </a:lnTo>
                  <a:lnTo>
                    <a:pt x="32008" y="59716"/>
                  </a:lnTo>
                  <a:lnTo>
                    <a:pt x="31052" y="52073"/>
                  </a:lnTo>
                  <a:lnTo>
                    <a:pt x="31531" y="49206"/>
                  </a:lnTo>
                  <a:lnTo>
                    <a:pt x="32008" y="43951"/>
                  </a:lnTo>
                  <a:lnTo>
                    <a:pt x="33441" y="41563"/>
                  </a:lnTo>
                  <a:lnTo>
                    <a:pt x="34874" y="40129"/>
                  </a:lnTo>
                  <a:lnTo>
                    <a:pt x="35352" y="32963"/>
                  </a:lnTo>
                  <a:lnTo>
                    <a:pt x="35352" y="30575"/>
                  </a:lnTo>
                  <a:lnTo>
                    <a:pt x="37263" y="27231"/>
                  </a:lnTo>
                  <a:lnTo>
                    <a:pt x="37741" y="22453"/>
                  </a:lnTo>
                  <a:lnTo>
                    <a:pt x="40129" y="20065"/>
                  </a:lnTo>
                  <a:lnTo>
                    <a:pt x="44907" y="17676"/>
                  </a:lnTo>
                  <a:lnTo>
                    <a:pt x="44907" y="11943"/>
                  </a:lnTo>
                  <a:lnTo>
                    <a:pt x="45862" y="8121"/>
                  </a:lnTo>
                  <a:lnTo>
                    <a:pt x="46818" y="7166"/>
                  </a:lnTo>
                  <a:lnTo>
                    <a:pt x="49206" y="6210"/>
                  </a:lnTo>
                  <a:lnTo>
                    <a:pt x="50640" y="6210"/>
                  </a:lnTo>
                  <a:lnTo>
                    <a:pt x="52073" y="11943"/>
                  </a:lnTo>
                  <a:lnTo>
                    <a:pt x="53984" y="16721"/>
                  </a:lnTo>
                  <a:lnTo>
                    <a:pt x="56372" y="17676"/>
                  </a:lnTo>
                  <a:lnTo>
                    <a:pt x="58761" y="17676"/>
                  </a:lnTo>
                  <a:lnTo>
                    <a:pt x="57328" y="11943"/>
                  </a:lnTo>
                  <a:lnTo>
                    <a:pt x="57328" y="6210"/>
                  </a:lnTo>
                  <a:lnTo>
                    <a:pt x="58283" y="1911"/>
                  </a:lnTo>
                  <a:lnTo>
                    <a:pt x="59716" y="478"/>
                  </a:lnTo>
                  <a:lnTo>
                    <a:pt x="62105" y="0"/>
                  </a:lnTo>
                  <a:lnTo>
                    <a:pt x="69749" y="4300"/>
                  </a:lnTo>
                  <a:lnTo>
                    <a:pt x="74526" y="10032"/>
                  </a:lnTo>
                  <a:lnTo>
                    <a:pt x="75481" y="13376"/>
                  </a:lnTo>
                  <a:lnTo>
                    <a:pt x="75004" y="14810"/>
                  </a:lnTo>
                  <a:lnTo>
                    <a:pt x="72615" y="16243"/>
                  </a:lnTo>
                  <a:lnTo>
                    <a:pt x="71659" y="17676"/>
                  </a:lnTo>
                  <a:lnTo>
                    <a:pt x="69749" y="25320"/>
                  </a:lnTo>
                  <a:lnTo>
                    <a:pt x="68793" y="32008"/>
                  </a:lnTo>
                  <a:lnTo>
                    <a:pt x="62583" y="53983"/>
                  </a:lnTo>
                  <a:lnTo>
                    <a:pt x="62105" y="57805"/>
                  </a:lnTo>
                  <a:lnTo>
                    <a:pt x="65449" y="54461"/>
                  </a:lnTo>
                  <a:lnTo>
                    <a:pt x="68793" y="46818"/>
                  </a:lnTo>
                  <a:lnTo>
                    <a:pt x="70704" y="41085"/>
                  </a:lnTo>
                  <a:lnTo>
                    <a:pt x="72615" y="36785"/>
                  </a:lnTo>
                  <a:lnTo>
                    <a:pt x="75004" y="36785"/>
                  </a:lnTo>
                  <a:lnTo>
                    <a:pt x="77870" y="35352"/>
                  </a:lnTo>
                  <a:lnTo>
                    <a:pt x="82170" y="30097"/>
                  </a:lnTo>
                  <a:lnTo>
                    <a:pt x="86947" y="27708"/>
                  </a:lnTo>
                  <a:lnTo>
                    <a:pt x="89813" y="27708"/>
                  </a:lnTo>
                  <a:lnTo>
                    <a:pt x="92202" y="30575"/>
                  </a:lnTo>
                  <a:lnTo>
                    <a:pt x="93635" y="36307"/>
                  </a:lnTo>
                  <a:lnTo>
                    <a:pt x="95546" y="41085"/>
                  </a:lnTo>
                  <a:lnTo>
                    <a:pt x="101757" y="44429"/>
                  </a:lnTo>
                  <a:lnTo>
                    <a:pt x="102712" y="45862"/>
                  </a:lnTo>
                  <a:lnTo>
                    <a:pt x="103190" y="49684"/>
                  </a:lnTo>
                  <a:lnTo>
                    <a:pt x="102712" y="53506"/>
                  </a:lnTo>
                  <a:lnTo>
                    <a:pt x="106056" y="57805"/>
                  </a:lnTo>
                  <a:lnTo>
                    <a:pt x="110834" y="55894"/>
                  </a:lnTo>
                  <a:lnTo>
                    <a:pt x="113700" y="56850"/>
                  </a:lnTo>
                  <a:lnTo>
                    <a:pt x="116088" y="59238"/>
                  </a:lnTo>
                  <a:lnTo>
                    <a:pt x="117522" y="63060"/>
                  </a:lnTo>
                  <a:lnTo>
                    <a:pt x="118477" y="67360"/>
                  </a:lnTo>
                  <a:lnTo>
                    <a:pt x="119432" y="7357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3" name="Freeform 752">
              <a:extLst>
                <a:ext uri="{FF2B5EF4-FFF2-40B4-BE49-F238E27FC236}">
                  <a16:creationId xmlns:a16="http://schemas.microsoft.com/office/drawing/2014/main" id="{77939008-AF0B-D38A-A7B6-993304D820A7}"/>
                </a:ext>
              </a:extLst>
            </p:cNvPr>
            <p:cNvSpPr/>
            <p:nvPr/>
          </p:nvSpPr>
          <p:spPr>
            <a:xfrm>
              <a:off x="7966787" y="4438704"/>
              <a:ext cx="5733" cy="1911"/>
            </a:xfrm>
            <a:custGeom>
              <a:avLst/>
              <a:gdLst>
                <a:gd name="csX0" fmla="*/ 5733 w 5733"/>
                <a:gd name="csY0" fmla="*/ 1911 h 1911"/>
                <a:gd name="csX1" fmla="*/ 2389 w 5733"/>
                <a:gd name="csY1" fmla="*/ 956 h 1911"/>
                <a:gd name="csX2" fmla="*/ 0 w 5733"/>
                <a:gd name="csY2" fmla="*/ 0 h 1911"/>
                <a:gd name="csX3" fmla="*/ 2389 w 5733"/>
                <a:gd name="csY3" fmla="*/ 956 h 1911"/>
                <a:gd name="csX4" fmla="*/ 5733 w 5733"/>
                <a:gd name="csY4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3" h="1911">
                  <a:moveTo>
                    <a:pt x="5733" y="1911"/>
                  </a:moveTo>
                  <a:lnTo>
                    <a:pt x="2389" y="956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57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4" name="Freeform 753">
              <a:extLst>
                <a:ext uri="{FF2B5EF4-FFF2-40B4-BE49-F238E27FC236}">
                  <a16:creationId xmlns:a16="http://schemas.microsoft.com/office/drawing/2014/main" id="{7DAF5960-C25E-AA00-1ABE-7E8E509C5298}"/>
                </a:ext>
              </a:extLst>
            </p:cNvPr>
            <p:cNvSpPr/>
            <p:nvPr/>
          </p:nvSpPr>
          <p:spPr>
            <a:xfrm>
              <a:off x="7968221" y="4852895"/>
              <a:ext cx="3343" cy="2388"/>
            </a:xfrm>
            <a:custGeom>
              <a:avLst/>
              <a:gdLst>
                <a:gd name="csX0" fmla="*/ 2866 w 3343"/>
                <a:gd name="csY0" fmla="*/ 0 h 2388"/>
                <a:gd name="csX1" fmla="*/ 3344 w 3343"/>
                <a:gd name="csY1" fmla="*/ 478 h 2388"/>
                <a:gd name="csX2" fmla="*/ 2866 w 3343"/>
                <a:gd name="csY2" fmla="*/ 1911 h 2388"/>
                <a:gd name="csX3" fmla="*/ 1433 w 3343"/>
                <a:gd name="csY3" fmla="*/ 2389 h 2388"/>
                <a:gd name="csX4" fmla="*/ 478 w 3343"/>
                <a:gd name="csY4" fmla="*/ 1911 h 2388"/>
                <a:gd name="csX5" fmla="*/ 0 w 3343"/>
                <a:gd name="csY5" fmla="*/ 1433 h 2388"/>
                <a:gd name="csX6" fmla="*/ 1433 w 3343"/>
                <a:gd name="csY6" fmla="*/ 0 h 2388"/>
                <a:gd name="csX7" fmla="*/ 2389 w 3343"/>
                <a:gd name="csY7" fmla="*/ 0 h 2388"/>
                <a:gd name="csX8" fmla="*/ 2866 w 3343"/>
                <a:gd name="csY8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2388">
                  <a:moveTo>
                    <a:pt x="2866" y="0"/>
                  </a:moveTo>
                  <a:lnTo>
                    <a:pt x="3344" y="478"/>
                  </a:lnTo>
                  <a:lnTo>
                    <a:pt x="2866" y="1911"/>
                  </a:lnTo>
                  <a:lnTo>
                    <a:pt x="1433" y="2389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5" name="Freeform 754">
              <a:extLst>
                <a:ext uri="{FF2B5EF4-FFF2-40B4-BE49-F238E27FC236}">
                  <a16:creationId xmlns:a16="http://schemas.microsoft.com/office/drawing/2014/main" id="{2BBFE0BC-FA41-87F0-7C06-D60F2CCCB5BA}"/>
                </a:ext>
              </a:extLst>
            </p:cNvPr>
            <p:cNvSpPr/>
            <p:nvPr/>
          </p:nvSpPr>
          <p:spPr>
            <a:xfrm>
              <a:off x="7970609" y="4474533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6" name="Freeform 755">
              <a:extLst>
                <a:ext uri="{FF2B5EF4-FFF2-40B4-BE49-F238E27FC236}">
                  <a16:creationId xmlns:a16="http://schemas.microsoft.com/office/drawing/2014/main" id="{7729A1AF-4CDA-2C50-EE36-777FA9326E03}"/>
                </a:ext>
              </a:extLst>
            </p:cNvPr>
            <p:cNvSpPr/>
            <p:nvPr/>
          </p:nvSpPr>
          <p:spPr>
            <a:xfrm>
              <a:off x="7967265" y="3904124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956 w 955"/>
                <a:gd name="csY1" fmla="*/ 0 h 955"/>
                <a:gd name="csX2" fmla="*/ 0 w 955"/>
                <a:gd name="csY2" fmla="*/ 956 h 955"/>
                <a:gd name="csX3" fmla="*/ 956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956" y="0"/>
                  </a:lnTo>
                  <a:lnTo>
                    <a:pt x="0" y="956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" name="Freeform 756">
              <a:extLst>
                <a:ext uri="{FF2B5EF4-FFF2-40B4-BE49-F238E27FC236}">
                  <a16:creationId xmlns:a16="http://schemas.microsoft.com/office/drawing/2014/main" id="{E34F8095-B34E-A44C-1C8A-80C76EA71C23}"/>
                </a:ext>
              </a:extLst>
            </p:cNvPr>
            <p:cNvSpPr/>
            <p:nvPr/>
          </p:nvSpPr>
          <p:spPr>
            <a:xfrm>
              <a:off x="7954844" y="4734418"/>
              <a:ext cx="11465" cy="6210"/>
            </a:xfrm>
            <a:custGeom>
              <a:avLst/>
              <a:gdLst>
                <a:gd name="csX0" fmla="*/ 11466 w 11465"/>
                <a:gd name="csY0" fmla="*/ 5255 h 6210"/>
                <a:gd name="csX1" fmla="*/ 10032 w 11465"/>
                <a:gd name="csY1" fmla="*/ 5255 h 6210"/>
                <a:gd name="csX2" fmla="*/ 9555 w 11465"/>
                <a:gd name="csY2" fmla="*/ 5733 h 6210"/>
                <a:gd name="csX3" fmla="*/ 9555 w 11465"/>
                <a:gd name="csY3" fmla="*/ 6210 h 6210"/>
                <a:gd name="csX4" fmla="*/ 5255 w 11465"/>
                <a:gd name="csY4" fmla="*/ 3822 h 6210"/>
                <a:gd name="csX5" fmla="*/ 2389 w 11465"/>
                <a:gd name="csY5" fmla="*/ 4777 h 6210"/>
                <a:gd name="csX6" fmla="*/ 478 w 11465"/>
                <a:gd name="csY6" fmla="*/ 3822 h 6210"/>
                <a:gd name="csX7" fmla="*/ 0 w 11465"/>
                <a:gd name="csY7" fmla="*/ 3822 h 6210"/>
                <a:gd name="csX8" fmla="*/ 1433 w 11465"/>
                <a:gd name="csY8" fmla="*/ 2389 h 6210"/>
                <a:gd name="csX9" fmla="*/ 1911 w 11465"/>
                <a:gd name="csY9" fmla="*/ 0 h 6210"/>
                <a:gd name="csX10" fmla="*/ 3822 w 11465"/>
                <a:gd name="csY10" fmla="*/ 478 h 6210"/>
                <a:gd name="csX11" fmla="*/ 4300 w 11465"/>
                <a:gd name="csY11" fmla="*/ 1433 h 6210"/>
                <a:gd name="csX12" fmla="*/ 4300 w 11465"/>
                <a:gd name="csY12" fmla="*/ 1433 h 6210"/>
                <a:gd name="csX13" fmla="*/ 5255 w 11465"/>
                <a:gd name="csY13" fmla="*/ 1911 h 6210"/>
                <a:gd name="csX14" fmla="*/ 6688 w 11465"/>
                <a:gd name="csY14" fmla="*/ 3344 h 6210"/>
                <a:gd name="csX15" fmla="*/ 7166 w 11465"/>
                <a:gd name="csY15" fmla="*/ 3822 h 6210"/>
                <a:gd name="csX16" fmla="*/ 8122 w 11465"/>
                <a:gd name="csY16" fmla="*/ 2866 h 6210"/>
                <a:gd name="csX17" fmla="*/ 9555 w 11465"/>
                <a:gd name="csY17" fmla="*/ 3822 h 6210"/>
                <a:gd name="csX18" fmla="*/ 10032 w 11465"/>
                <a:gd name="csY18" fmla="*/ 4777 h 6210"/>
                <a:gd name="csX19" fmla="*/ 11466 w 11465"/>
                <a:gd name="csY19" fmla="*/ 5255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465" h="6210">
                  <a:moveTo>
                    <a:pt x="11466" y="5255"/>
                  </a:moveTo>
                  <a:lnTo>
                    <a:pt x="10032" y="5255"/>
                  </a:lnTo>
                  <a:lnTo>
                    <a:pt x="9555" y="5733"/>
                  </a:lnTo>
                  <a:lnTo>
                    <a:pt x="9555" y="6210"/>
                  </a:lnTo>
                  <a:lnTo>
                    <a:pt x="5255" y="3822"/>
                  </a:lnTo>
                  <a:lnTo>
                    <a:pt x="2389" y="4777"/>
                  </a:lnTo>
                  <a:lnTo>
                    <a:pt x="478" y="3822"/>
                  </a:lnTo>
                  <a:lnTo>
                    <a:pt x="0" y="3822"/>
                  </a:lnTo>
                  <a:lnTo>
                    <a:pt x="1433" y="2389"/>
                  </a:lnTo>
                  <a:lnTo>
                    <a:pt x="1911" y="0"/>
                  </a:lnTo>
                  <a:lnTo>
                    <a:pt x="3822" y="478"/>
                  </a:lnTo>
                  <a:lnTo>
                    <a:pt x="4300" y="1433"/>
                  </a:lnTo>
                  <a:lnTo>
                    <a:pt x="4300" y="1433"/>
                  </a:lnTo>
                  <a:lnTo>
                    <a:pt x="5255" y="1911"/>
                  </a:lnTo>
                  <a:lnTo>
                    <a:pt x="6688" y="3344"/>
                  </a:lnTo>
                  <a:lnTo>
                    <a:pt x="7166" y="3822"/>
                  </a:lnTo>
                  <a:lnTo>
                    <a:pt x="8122" y="2866"/>
                  </a:lnTo>
                  <a:lnTo>
                    <a:pt x="9555" y="3822"/>
                  </a:lnTo>
                  <a:lnTo>
                    <a:pt x="10032" y="4777"/>
                  </a:lnTo>
                  <a:lnTo>
                    <a:pt x="11466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8" name="Freeform 757">
              <a:extLst>
                <a:ext uri="{FF2B5EF4-FFF2-40B4-BE49-F238E27FC236}">
                  <a16:creationId xmlns:a16="http://schemas.microsoft.com/office/drawing/2014/main" id="{AF3C7620-F428-4D58-1ECD-EDA225D8D67F}"/>
                </a:ext>
              </a:extLst>
            </p:cNvPr>
            <p:cNvSpPr/>
            <p:nvPr/>
          </p:nvSpPr>
          <p:spPr>
            <a:xfrm>
              <a:off x="7961055" y="4429149"/>
              <a:ext cx="3821" cy="6210"/>
            </a:xfrm>
            <a:custGeom>
              <a:avLst/>
              <a:gdLst>
                <a:gd name="csX0" fmla="*/ 3821 w 3821"/>
                <a:gd name="csY0" fmla="*/ 6210 h 6210"/>
                <a:gd name="csX1" fmla="*/ 1433 w 3821"/>
                <a:gd name="csY1" fmla="*/ 3822 h 6210"/>
                <a:gd name="csX2" fmla="*/ 0 w 3821"/>
                <a:gd name="csY2" fmla="*/ 0 h 6210"/>
                <a:gd name="csX3" fmla="*/ 1433 w 3821"/>
                <a:gd name="csY3" fmla="*/ 3822 h 6210"/>
                <a:gd name="csX4" fmla="*/ 3821 w 3821"/>
                <a:gd name="csY4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6210">
                  <a:moveTo>
                    <a:pt x="3821" y="6210"/>
                  </a:moveTo>
                  <a:lnTo>
                    <a:pt x="1433" y="3822"/>
                  </a:lnTo>
                  <a:lnTo>
                    <a:pt x="0" y="0"/>
                  </a:lnTo>
                  <a:lnTo>
                    <a:pt x="1433" y="3822"/>
                  </a:lnTo>
                  <a:lnTo>
                    <a:pt x="3821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" name="Freeform 758">
              <a:extLst>
                <a:ext uri="{FF2B5EF4-FFF2-40B4-BE49-F238E27FC236}">
                  <a16:creationId xmlns:a16="http://schemas.microsoft.com/office/drawing/2014/main" id="{5A4CDD15-8EE3-7871-804D-E5097A1E5F88}"/>
                </a:ext>
              </a:extLst>
            </p:cNvPr>
            <p:cNvSpPr/>
            <p:nvPr/>
          </p:nvSpPr>
          <p:spPr>
            <a:xfrm>
              <a:off x="7956278" y="3904124"/>
              <a:ext cx="5254" cy="477"/>
            </a:xfrm>
            <a:custGeom>
              <a:avLst/>
              <a:gdLst>
                <a:gd name="csX0" fmla="*/ 5255 w 5254"/>
                <a:gd name="csY0" fmla="*/ 478 h 477"/>
                <a:gd name="csX1" fmla="*/ 0 w 5254"/>
                <a:gd name="csY1" fmla="*/ 0 h 477"/>
                <a:gd name="csX2" fmla="*/ 0 w 5254"/>
                <a:gd name="csY2" fmla="*/ 0 h 477"/>
                <a:gd name="csX3" fmla="*/ 5255 w 5254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254" h="477">
                  <a:moveTo>
                    <a:pt x="5255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" name="Freeform 759">
              <a:extLst>
                <a:ext uri="{FF2B5EF4-FFF2-40B4-BE49-F238E27FC236}">
                  <a16:creationId xmlns:a16="http://schemas.microsoft.com/office/drawing/2014/main" id="{F1D138DB-E4BA-0910-50FB-5387EFDC1784}"/>
                </a:ext>
              </a:extLst>
            </p:cNvPr>
            <p:cNvSpPr/>
            <p:nvPr/>
          </p:nvSpPr>
          <p:spPr>
            <a:xfrm>
              <a:off x="7956278" y="4730596"/>
              <a:ext cx="3821" cy="3344"/>
            </a:xfrm>
            <a:custGeom>
              <a:avLst/>
              <a:gdLst>
                <a:gd name="csX0" fmla="*/ 3344 w 3821"/>
                <a:gd name="csY0" fmla="*/ 2867 h 3344"/>
                <a:gd name="csX1" fmla="*/ 3821 w 3821"/>
                <a:gd name="csY1" fmla="*/ 3344 h 3344"/>
                <a:gd name="csX2" fmla="*/ 2866 w 3821"/>
                <a:gd name="csY2" fmla="*/ 2867 h 3344"/>
                <a:gd name="csX3" fmla="*/ 2389 w 3821"/>
                <a:gd name="csY3" fmla="*/ 2389 h 3344"/>
                <a:gd name="csX4" fmla="*/ 1911 w 3821"/>
                <a:gd name="csY4" fmla="*/ 2389 h 3344"/>
                <a:gd name="csX5" fmla="*/ 0 w 3821"/>
                <a:gd name="csY5" fmla="*/ 0 h 3344"/>
                <a:gd name="csX6" fmla="*/ 478 w 3821"/>
                <a:gd name="csY6" fmla="*/ 0 h 3344"/>
                <a:gd name="csX7" fmla="*/ 2866 w 3821"/>
                <a:gd name="csY7" fmla="*/ 1911 h 3344"/>
                <a:gd name="csX8" fmla="*/ 3344 w 3821"/>
                <a:gd name="csY8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3344">
                  <a:moveTo>
                    <a:pt x="3344" y="2867"/>
                  </a:moveTo>
                  <a:lnTo>
                    <a:pt x="3821" y="3344"/>
                  </a:lnTo>
                  <a:lnTo>
                    <a:pt x="2866" y="2867"/>
                  </a:lnTo>
                  <a:lnTo>
                    <a:pt x="2389" y="2389"/>
                  </a:lnTo>
                  <a:lnTo>
                    <a:pt x="1911" y="2389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2866" y="1911"/>
                  </a:lnTo>
                  <a:lnTo>
                    <a:pt x="3344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1" name="Freeform 760">
              <a:extLst>
                <a:ext uri="{FF2B5EF4-FFF2-40B4-BE49-F238E27FC236}">
                  <a16:creationId xmlns:a16="http://schemas.microsoft.com/office/drawing/2014/main" id="{6089C361-5EFB-0B5E-4512-4E42FCCDD172}"/>
                </a:ext>
              </a:extLst>
            </p:cNvPr>
            <p:cNvSpPr/>
            <p:nvPr/>
          </p:nvSpPr>
          <p:spPr>
            <a:xfrm>
              <a:off x="7957233" y="4371344"/>
              <a:ext cx="2388" cy="1433"/>
            </a:xfrm>
            <a:custGeom>
              <a:avLst/>
              <a:gdLst>
                <a:gd name="csX0" fmla="*/ 478 w 2388"/>
                <a:gd name="csY0" fmla="*/ 1433 h 1433"/>
                <a:gd name="csX1" fmla="*/ 2389 w 2388"/>
                <a:gd name="csY1" fmla="*/ 0 h 1433"/>
                <a:gd name="csX2" fmla="*/ 478 w 2388"/>
                <a:gd name="csY2" fmla="*/ 1433 h 1433"/>
                <a:gd name="csX3" fmla="*/ 0 w 2388"/>
                <a:gd name="csY3" fmla="*/ 1433 h 1433"/>
                <a:gd name="csX4" fmla="*/ 478 w 2388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1433">
                  <a:moveTo>
                    <a:pt x="478" y="1433"/>
                  </a:moveTo>
                  <a:lnTo>
                    <a:pt x="2389" y="0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47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" name="Freeform 761">
              <a:extLst>
                <a:ext uri="{FF2B5EF4-FFF2-40B4-BE49-F238E27FC236}">
                  <a16:creationId xmlns:a16="http://schemas.microsoft.com/office/drawing/2014/main" id="{D1C75AA4-80C7-3E44-FD6C-0F1FF64F4462}"/>
                </a:ext>
              </a:extLst>
            </p:cNvPr>
            <p:cNvSpPr/>
            <p:nvPr/>
          </p:nvSpPr>
          <p:spPr>
            <a:xfrm>
              <a:off x="7951023" y="4712443"/>
              <a:ext cx="8121" cy="7165"/>
            </a:xfrm>
            <a:custGeom>
              <a:avLst/>
              <a:gdLst>
                <a:gd name="csX0" fmla="*/ 8121 w 8121"/>
                <a:gd name="csY0" fmla="*/ 2389 h 7165"/>
                <a:gd name="csX1" fmla="*/ 8121 w 8121"/>
                <a:gd name="csY1" fmla="*/ 3344 h 7165"/>
                <a:gd name="csX2" fmla="*/ 8121 w 8121"/>
                <a:gd name="csY2" fmla="*/ 4777 h 7165"/>
                <a:gd name="csX3" fmla="*/ 7166 w 8121"/>
                <a:gd name="csY3" fmla="*/ 6688 h 7165"/>
                <a:gd name="csX4" fmla="*/ 6688 w 8121"/>
                <a:gd name="csY4" fmla="*/ 7166 h 7165"/>
                <a:gd name="csX5" fmla="*/ 5255 w 8121"/>
                <a:gd name="csY5" fmla="*/ 6688 h 7165"/>
                <a:gd name="csX6" fmla="*/ 4777 w 8121"/>
                <a:gd name="csY6" fmla="*/ 6210 h 7165"/>
                <a:gd name="csX7" fmla="*/ 4299 w 8121"/>
                <a:gd name="csY7" fmla="*/ 5733 h 7165"/>
                <a:gd name="csX8" fmla="*/ 4777 w 8121"/>
                <a:gd name="csY8" fmla="*/ 5255 h 7165"/>
                <a:gd name="csX9" fmla="*/ 3821 w 8121"/>
                <a:gd name="csY9" fmla="*/ 4777 h 7165"/>
                <a:gd name="csX10" fmla="*/ 4299 w 8121"/>
                <a:gd name="csY10" fmla="*/ 4300 h 7165"/>
                <a:gd name="csX11" fmla="*/ 3821 w 8121"/>
                <a:gd name="csY11" fmla="*/ 3344 h 7165"/>
                <a:gd name="csX12" fmla="*/ 955 w 8121"/>
                <a:gd name="csY12" fmla="*/ 3822 h 7165"/>
                <a:gd name="csX13" fmla="*/ 0 w 8121"/>
                <a:gd name="csY13" fmla="*/ 3822 h 7165"/>
                <a:gd name="csX14" fmla="*/ 0 w 8121"/>
                <a:gd name="csY14" fmla="*/ 2867 h 7165"/>
                <a:gd name="csX15" fmla="*/ 0 w 8121"/>
                <a:gd name="csY15" fmla="*/ 2389 h 7165"/>
                <a:gd name="csX16" fmla="*/ 2389 w 8121"/>
                <a:gd name="csY16" fmla="*/ 956 h 7165"/>
                <a:gd name="csX17" fmla="*/ 3821 w 8121"/>
                <a:gd name="csY17" fmla="*/ 478 h 7165"/>
                <a:gd name="csX18" fmla="*/ 5255 w 8121"/>
                <a:gd name="csY18" fmla="*/ 956 h 7165"/>
                <a:gd name="csX19" fmla="*/ 6688 w 8121"/>
                <a:gd name="csY19" fmla="*/ 0 h 7165"/>
                <a:gd name="csX20" fmla="*/ 6688 w 8121"/>
                <a:gd name="csY20" fmla="*/ 1433 h 7165"/>
                <a:gd name="csX21" fmla="*/ 8121 w 8121"/>
                <a:gd name="csY21" fmla="*/ 2389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121" h="7165">
                  <a:moveTo>
                    <a:pt x="8121" y="2389"/>
                  </a:moveTo>
                  <a:lnTo>
                    <a:pt x="8121" y="3344"/>
                  </a:lnTo>
                  <a:lnTo>
                    <a:pt x="8121" y="4777"/>
                  </a:lnTo>
                  <a:lnTo>
                    <a:pt x="7166" y="6688"/>
                  </a:lnTo>
                  <a:lnTo>
                    <a:pt x="6688" y="7166"/>
                  </a:lnTo>
                  <a:lnTo>
                    <a:pt x="5255" y="6688"/>
                  </a:lnTo>
                  <a:lnTo>
                    <a:pt x="4777" y="6210"/>
                  </a:lnTo>
                  <a:lnTo>
                    <a:pt x="4299" y="5733"/>
                  </a:lnTo>
                  <a:lnTo>
                    <a:pt x="4777" y="5255"/>
                  </a:lnTo>
                  <a:lnTo>
                    <a:pt x="3821" y="4777"/>
                  </a:lnTo>
                  <a:lnTo>
                    <a:pt x="4299" y="4300"/>
                  </a:lnTo>
                  <a:lnTo>
                    <a:pt x="3821" y="3344"/>
                  </a:lnTo>
                  <a:lnTo>
                    <a:pt x="955" y="3822"/>
                  </a:lnTo>
                  <a:lnTo>
                    <a:pt x="0" y="3822"/>
                  </a:lnTo>
                  <a:lnTo>
                    <a:pt x="0" y="2867"/>
                  </a:lnTo>
                  <a:lnTo>
                    <a:pt x="0" y="2389"/>
                  </a:lnTo>
                  <a:lnTo>
                    <a:pt x="2389" y="956"/>
                  </a:lnTo>
                  <a:lnTo>
                    <a:pt x="3821" y="478"/>
                  </a:lnTo>
                  <a:lnTo>
                    <a:pt x="5255" y="956"/>
                  </a:lnTo>
                  <a:lnTo>
                    <a:pt x="6688" y="0"/>
                  </a:lnTo>
                  <a:lnTo>
                    <a:pt x="6688" y="1433"/>
                  </a:lnTo>
                  <a:lnTo>
                    <a:pt x="812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" name="Freeform 762">
              <a:extLst>
                <a:ext uri="{FF2B5EF4-FFF2-40B4-BE49-F238E27FC236}">
                  <a16:creationId xmlns:a16="http://schemas.microsoft.com/office/drawing/2014/main" id="{1D3FA885-BDA2-D84B-F080-398E888F596E}"/>
                </a:ext>
              </a:extLst>
            </p:cNvPr>
            <p:cNvSpPr/>
            <p:nvPr/>
          </p:nvSpPr>
          <p:spPr>
            <a:xfrm>
              <a:off x="7951500" y="4740629"/>
              <a:ext cx="6210" cy="5732"/>
            </a:xfrm>
            <a:custGeom>
              <a:avLst/>
              <a:gdLst>
                <a:gd name="csX0" fmla="*/ 5733 w 6210"/>
                <a:gd name="csY0" fmla="*/ 1911 h 5732"/>
                <a:gd name="csX1" fmla="*/ 6210 w 6210"/>
                <a:gd name="csY1" fmla="*/ 2389 h 5732"/>
                <a:gd name="csX2" fmla="*/ 5255 w 6210"/>
                <a:gd name="csY2" fmla="*/ 3344 h 5732"/>
                <a:gd name="csX3" fmla="*/ 4777 w 6210"/>
                <a:gd name="csY3" fmla="*/ 4777 h 5732"/>
                <a:gd name="csX4" fmla="*/ 4300 w 6210"/>
                <a:gd name="csY4" fmla="*/ 5255 h 5732"/>
                <a:gd name="csX5" fmla="*/ 2866 w 6210"/>
                <a:gd name="csY5" fmla="*/ 4299 h 5732"/>
                <a:gd name="csX6" fmla="*/ 1911 w 6210"/>
                <a:gd name="csY6" fmla="*/ 5733 h 5732"/>
                <a:gd name="csX7" fmla="*/ 1433 w 6210"/>
                <a:gd name="csY7" fmla="*/ 3822 h 5732"/>
                <a:gd name="csX8" fmla="*/ 0 w 6210"/>
                <a:gd name="csY8" fmla="*/ 2389 h 5732"/>
                <a:gd name="csX9" fmla="*/ 478 w 6210"/>
                <a:gd name="csY9" fmla="*/ 956 h 5732"/>
                <a:gd name="csX10" fmla="*/ 955 w 6210"/>
                <a:gd name="csY10" fmla="*/ 956 h 5732"/>
                <a:gd name="csX11" fmla="*/ 1433 w 6210"/>
                <a:gd name="csY11" fmla="*/ 956 h 5732"/>
                <a:gd name="csX12" fmla="*/ 1911 w 6210"/>
                <a:gd name="csY12" fmla="*/ 1433 h 5732"/>
                <a:gd name="csX13" fmla="*/ 4300 w 6210"/>
                <a:gd name="csY13" fmla="*/ 0 h 5732"/>
                <a:gd name="csX14" fmla="*/ 5733 w 6210"/>
                <a:gd name="csY14" fmla="*/ 1911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210" h="5732">
                  <a:moveTo>
                    <a:pt x="5733" y="1911"/>
                  </a:moveTo>
                  <a:lnTo>
                    <a:pt x="6210" y="2389"/>
                  </a:lnTo>
                  <a:lnTo>
                    <a:pt x="5255" y="3344"/>
                  </a:lnTo>
                  <a:lnTo>
                    <a:pt x="4777" y="4777"/>
                  </a:lnTo>
                  <a:lnTo>
                    <a:pt x="4300" y="5255"/>
                  </a:lnTo>
                  <a:lnTo>
                    <a:pt x="2866" y="4299"/>
                  </a:lnTo>
                  <a:lnTo>
                    <a:pt x="1911" y="5733"/>
                  </a:lnTo>
                  <a:lnTo>
                    <a:pt x="1433" y="3822"/>
                  </a:lnTo>
                  <a:lnTo>
                    <a:pt x="0" y="2389"/>
                  </a:lnTo>
                  <a:lnTo>
                    <a:pt x="478" y="956"/>
                  </a:lnTo>
                  <a:lnTo>
                    <a:pt x="955" y="956"/>
                  </a:lnTo>
                  <a:lnTo>
                    <a:pt x="1433" y="956"/>
                  </a:lnTo>
                  <a:lnTo>
                    <a:pt x="1911" y="1433"/>
                  </a:lnTo>
                  <a:lnTo>
                    <a:pt x="4300" y="0"/>
                  </a:lnTo>
                  <a:lnTo>
                    <a:pt x="57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4" name="Freeform 763">
              <a:extLst>
                <a:ext uri="{FF2B5EF4-FFF2-40B4-BE49-F238E27FC236}">
                  <a16:creationId xmlns:a16="http://schemas.microsoft.com/office/drawing/2014/main" id="{EA6BFF90-75A1-3FCF-EEFD-0B44068EA87C}"/>
                </a:ext>
              </a:extLst>
            </p:cNvPr>
            <p:cNvSpPr/>
            <p:nvPr/>
          </p:nvSpPr>
          <p:spPr>
            <a:xfrm>
              <a:off x="7957233" y="4352712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5" name="Freeform 764">
              <a:extLst>
                <a:ext uri="{FF2B5EF4-FFF2-40B4-BE49-F238E27FC236}">
                  <a16:creationId xmlns:a16="http://schemas.microsoft.com/office/drawing/2014/main" id="{761D592F-3C1C-DCBE-02E9-FC259656A1A4}"/>
                </a:ext>
              </a:extLst>
            </p:cNvPr>
            <p:cNvSpPr/>
            <p:nvPr/>
          </p:nvSpPr>
          <p:spPr>
            <a:xfrm>
              <a:off x="7947201" y="3898869"/>
              <a:ext cx="9076" cy="1911"/>
            </a:xfrm>
            <a:custGeom>
              <a:avLst/>
              <a:gdLst>
                <a:gd name="csX0" fmla="*/ 9077 w 9076"/>
                <a:gd name="csY0" fmla="*/ 0 h 1911"/>
                <a:gd name="csX1" fmla="*/ 5255 w 9076"/>
                <a:gd name="csY1" fmla="*/ 956 h 1911"/>
                <a:gd name="csX2" fmla="*/ 0 w 9076"/>
                <a:gd name="csY2" fmla="*/ 1911 h 1911"/>
                <a:gd name="csX3" fmla="*/ 5255 w 9076"/>
                <a:gd name="csY3" fmla="*/ 478 h 1911"/>
                <a:gd name="csX4" fmla="*/ 9077 w 9076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76" h="1911">
                  <a:moveTo>
                    <a:pt x="9077" y="0"/>
                  </a:moveTo>
                  <a:lnTo>
                    <a:pt x="5255" y="956"/>
                  </a:lnTo>
                  <a:lnTo>
                    <a:pt x="0" y="1911"/>
                  </a:lnTo>
                  <a:lnTo>
                    <a:pt x="5255" y="478"/>
                  </a:lnTo>
                  <a:lnTo>
                    <a:pt x="90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6" name="Freeform 765">
              <a:extLst>
                <a:ext uri="{FF2B5EF4-FFF2-40B4-BE49-F238E27FC236}">
                  <a16:creationId xmlns:a16="http://schemas.microsoft.com/office/drawing/2014/main" id="{79840C1D-A980-1B11-1195-C29D77DB5FC5}"/>
                </a:ext>
              </a:extLst>
            </p:cNvPr>
            <p:cNvSpPr/>
            <p:nvPr/>
          </p:nvSpPr>
          <p:spPr>
            <a:xfrm>
              <a:off x="7952455" y="4407174"/>
              <a:ext cx="2388" cy="2388"/>
            </a:xfrm>
            <a:custGeom>
              <a:avLst/>
              <a:gdLst>
                <a:gd name="csX0" fmla="*/ 0 w 2388"/>
                <a:gd name="csY0" fmla="*/ 0 h 2388"/>
                <a:gd name="csX1" fmla="*/ 2389 w 2388"/>
                <a:gd name="csY1" fmla="*/ 2389 h 2388"/>
                <a:gd name="csX2" fmla="*/ 2389 w 2388"/>
                <a:gd name="csY2" fmla="*/ 2389 h 2388"/>
                <a:gd name="csX3" fmla="*/ 0 w 2388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2388">
                  <a:moveTo>
                    <a:pt x="0" y="0"/>
                  </a:moveTo>
                  <a:lnTo>
                    <a:pt x="2389" y="2389"/>
                  </a:lnTo>
                  <a:lnTo>
                    <a:pt x="2389" y="23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7" name="Freeform 766">
              <a:extLst>
                <a:ext uri="{FF2B5EF4-FFF2-40B4-BE49-F238E27FC236}">
                  <a16:creationId xmlns:a16="http://schemas.microsoft.com/office/drawing/2014/main" id="{E36BDD5E-4EEE-B4BE-966E-8E1556A8D056}"/>
                </a:ext>
              </a:extLst>
            </p:cNvPr>
            <p:cNvSpPr/>
            <p:nvPr/>
          </p:nvSpPr>
          <p:spPr>
            <a:xfrm>
              <a:off x="7947201" y="4399530"/>
              <a:ext cx="5254" cy="7643"/>
            </a:xfrm>
            <a:custGeom>
              <a:avLst/>
              <a:gdLst>
                <a:gd name="csX0" fmla="*/ 2866 w 5254"/>
                <a:gd name="csY0" fmla="*/ 4300 h 7643"/>
                <a:gd name="csX1" fmla="*/ 5255 w 5254"/>
                <a:gd name="csY1" fmla="*/ 7644 h 7643"/>
                <a:gd name="csX2" fmla="*/ 2866 w 5254"/>
                <a:gd name="csY2" fmla="*/ 4300 h 7643"/>
                <a:gd name="csX3" fmla="*/ 0 w 5254"/>
                <a:gd name="csY3" fmla="*/ 0 h 7643"/>
                <a:gd name="csX4" fmla="*/ 0 w 5254"/>
                <a:gd name="csY4" fmla="*/ 0 h 7643"/>
                <a:gd name="csX5" fmla="*/ 2866 w 5254"/>
                <a:gd name="csY5" fmla="*/ 430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54" h="7643">
                  <a:moveTo>
                    <a:pt x="2866" y="4300"/>
                  </a:moveTo>
                  <a:lnTo>
                    <a:pt x="5255" y="7644"/>
                  </a:lnTo>
                  <a:lnTo>
                    <a:pt x="2866" y="43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866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8" name="Freeform 767">
              <a:extLst>
                <a:ext uri="{FF2B5EF4-FFF2-40B4-BE49-F238E27FC236}">
                  <a16:creationId xmlns:a16="http://schemas.microsoft.com/office/drawing/2014/main" id="{3BAA7C46-7F15-5883-A2AD-AC5DDF1FF5DE}"/>
                </a:ext>
              </a:extLst>
            </p:cNvPr>
            <p:cNvSpPr/>
            <p:nvPr/>
          </p:nvSpPr>
          <p:spPr>
            <a:xfrm>
              <a:off x="7869330" y="4613553"/>
              <a:ext cx="82647" cy="96979"/>
            </a:xfrm>
            <a:custGeom>
              <a:avLst/>
              <a:gdLst>
                <a:gd name="csX0" fmla="*/ 81214 w 82647"/>
                <a:gd name="csY0" fmla="*/ 89813 h 96979"/>
                <a:gd name="csX1" fmla="*/ 82647 w 82647"/>
                <a:gd name="csY1" fmla="*/ 94113 h 96979"/>
                <a:gd name="csX2" fmla="*/ 82170 w 82647"/>
                <a:gd name="csY2" fmla="*/ 95546 h 96979"/>
                <a:gd name="csX3" fmla="*/ 81692 w 82647"/>
                <a:gd name="csY3" fmla="*/ 96024 h 96979"/>
                <a:gd name="csX4" fmla="*/ 80259 w 82647"/>
                <a:gd name="csY4" fmla="*/ 96501 h 96979"/>
                <a:gd name="csX5" fmla="*/ 79304 w 82647"/>
                <a:gd name="csY5" fmla="*/ 95546 h 96979"/>
                <a:gd name="csX6" fmla="*/ 78825 w 82647"/>
                <a:gd name="csY6" fmla="*/ 95068 h 96979"/>
                <a:gd name="csX7" fmla="*/ 78825 w 82647"/>
                <a:gd name="csY7" fmla="*/ 94113 h 96979"/>
                <a:gd name="csX8" fmla="*/ 78348 w 82647"/>
                <a:gd name="csY8" fmla="*/ 93157 h 96979"/>
                <a:gd name="csX9" fmla="*/ 77393 w 82647"/>
                <a:gd name="csY9" fmla="*/ 92680 h 96979"/>
                <a:gd name="csX10" fmla="*/ 76437 w 82647"/>
                <a:gd name="csY10" fmla="*/ 91724 h 96979"/>
                <a:gd name="csX11" fmla="*/ 76437 w 82647"/>
                <a:gd name="csY11" fmla="*/ 93157 h 96979"/>
                <a:gd name="csX12" fmla="*/ 76437 w 82647"/>
                <a:gd name="csY12" fmla="*/ 94591 h 96979"/>
                <a:gd name="csX13" fmla="*/ 75004 w 82647"/>
                <a:gd name="csY13" fmla="*/ 95068 h 96979"/>
                <a:gd name="csX14" fmla="*/ 73093 w 82647"/>
                <a:gd name="csY14" fmla="*/ 94113 h 96979"/>
                <a:gd name="csX15" fmla="*/ 70704 w 82647"/>
                <a:gd name="csY15" fmla="*/ 94591 h 96979"/>
                <a:gd name="csX16" fmla="*/ 67838 w 82647"/>
                <a:gd name="csY16" fmla="*/ 96979 h 96979"/>
                <a:gd name="csX17" fmla="*/ 66405 w 82647"/>
                <a:gd name="csY17" fmla="*/ 96979 h 96979"/>
                <a:gd name="csX18" fmla="*/ 65449 w 82647"/>
                <a:gd name="csY18" fmla="*/ 95068 h 96979"/>
                <a:gd name="csX19" fmla="*/ 64972 w 82647"/>
                <a:gd name="csY19" fmla="*/ 94113 h 96979"/>
                <a:gd name="csX20" fmla="*/ 64016 w 82647"/>
                <a:gd name="csY20" fmla="*/ 93157 h 96979"/>
                <a:gd name="csX21" fmla="*/ 54939 w 82647"/>
                <a:gd name="csY21" fmla="*/ 88858 h 96979"/>
                <a:gd name="csX22" fmla="*/ 51595 w 82647"/>
                <a:gd name="csY22" fmla="*/ 87425 h 96979"/>
                <a:gd name="csX23" fmla="*/ 48251 w 82647"/>
                <a:gd name="csY23" fmla="*/ 84081 h 96979"/>
                <a:gd name="csX24" fmla="*/ 40129 w 82647"/>
                <a:gd name="csY24" fmla="*/ 80259 h 96979"/>
                <a:gd name="csX25" fmla="*/ 34874 w 82647"/>
                <a:gd name="csY25" fmla="*/ 76915 h 96979"/>
                <a:gd name="csX26" fmla="*/ 32963 w 82647"/>
                <a:gd name="csY26" fmla="*/ 74526 h 96979"/>
                <a:gd name="csX27" fmla="*/ 27709 w 82647"/>
                <a:gd name="csY27" fmla="*/ 72615 h 96979"/>
                <a:gd name="csX28" fmla="*/ 25320 w 82647"/>
                <a:gd name="csY28" fmla="*/ 70226 h 96979"/>
                <a:gd name="csX29" fmla="*/ 24365 w 82647"/>
                <a:gd name="csY29" fmla="*/ 69749 h 96979"/>
                <a:gd name="csX30" fmla="*/ 23409 w 82647"/>
                <a:gd name="csY30" fmla="*/ 68793 h 96979"/>
                <a:gd name="csX31" fmla="*/ 24365 w 82647"/>
                <a:gd name="csY31" fmla="*/ 66405 h 96979"/>
                <a:gd name="csX32" fmla="*/ 23886 w 82647"/>
                <a:gd name="csY32" fmla="*/ 64016 h 96979"/>
                <a:gd name="csX33" fmla="*/ 23409 w 82647"/>
                <a:gd name="csY33" fmla="*/ 62105 h 96979"/>
                <a:gd name="csX34" fmla="*/ 19587 w 82647"/>
                <a:gd name="csY34" fmla="*/ 58283 h 96979"/>
                <a:gd name="csX35" fmla="*/ 17676 w 82647"/>
                <a:gd name="csY35" fmla="*/ 55417 h 96979"/>
                <a:gd name="csX36" fmla="*/ 14332 w 82647"/>
                <a:gd name="csY36" fmla="*/ 52550 h 96979"/>
                <a:gd name="csX37" fmla="*/ 12899 w 82647"/>
                <a:gd name="csY37" fmla="*/ 51117 h 96979"/>
                <a:gd name="csX38" fmla="*/ 11943 w 82647"/>
                <a:gd name="csY38" fmla="*/ 49206 h 96979"/>
                <a:gd name="csX39" fmla="*/ 12421 w 82647"/>
                <a:gd name="csY39" fmla="*/ 48728 h 96979"/>
                <a:gd name="csX40" fmla="*/ 13377 w 82647"/>
                <a:gd name="csY40" fmla="*/ 48251 h 96979"/>
                <a:gd name="csX41" fmla="*/ 12421 w 82647"/>
                <a:gd name="csY41" fmla="*/ 46818 h 96979"/>
                <a:gd name="csX42" fmla="*/ 10510 w 82647"/>
                <a:gd name="csY42" fmla="*/ 44429 h 96979"/>
                <a:gd name="csX43" fmla="*/ 9555 w 82647"/>
                <a:gd name="csY43" fmla="*/ 42040 h 96979"/>
                <a:gd name="csX44" fmla="*/ 9555 w 82647"/>
                <a:gd name="csY44" fmla="*/ 36785 h 96979"/>
                <a:gd name="csX45" fmla="*/ 6688 w 82647"/>
                <a:gd name="csY45" fmla="*/ 29619 h 96979"/>
                <a:gd name="csX46" fmla="*/ 4300 w 82647"/>
                <a:gd name="csY46" fmla="*/ 20065 h 96979"/>
                <a:gd name="csX47" fmla="*/ 4777 w 82647"/>
                <a:gd name="csY47" fmla="*/ 16243 h 96979"/>
                <a:gd name="csX48" fmla="*/ 4300 w 82647"/>
                <a:gd name="csY48" fmla="*/ 12899 h 96979"/>
                <a:gd name="csX49" fmla="*/ 2867 w 82647"/>
                <a:gd name="csY49" fmla="*/ 9077 h 96979"/>
                <a:gd name="csX50" fmla="*/ 478 w 82647"/>
                <a:gd name="csY50" fmla="*/ 6688 h 96979"/>
                <a:gd name="csX51" fmla="*/ 0 w 82647"/>
                <a:gd name="csY51" fmla="*/ 4300 h 96979"/>
                <a:gd name="csX52" fmla="*/ 0 w 82647"/>
                <a:gd name="csY52" fmla="*/ 4300 h 96979"/>
                <a:gd name="csX53" fmla="*/ 0 w 82647"/>
                <a:gd name="csY53" fmla="*/ 3344 h 96979"/>
                <a:gd name="csX54" fmla="*/ 478 w 82647"/>
                <a:gd name="csY54" fmla="*/ 3344 h 96979"/>
                <a:gd name="csX55" fmla="*/ 478 w 82647"/>
                <a:gd name="csY55" fmla="*/ 956 h 96979"/>
                <a:gd name="csX56" fmla="*/ 956 w 82647"/>
                <a:gd name="csY56" fmla="*/ 478 h 96979"/>
                <a:gd name="csX57" fmla="*/ 956 w 82647"/>
                <a:gd name="csY57" fmla="*/ 0 h 96979"/>
                <a:gd name="csX58" fmla="*/ 1911 w 82647"/>
                <a:gd name="csY58" fmla="*/ 0 h 96979"/>
                <a:gd name="csX59" fmla="*/ 2867 w 82647"/>
                <a:gd name="csY59" fmla="*/ 0 h 96979"/>
                <a:gd name="csX60" fmla="*/ 4300 w 82647"/>
                <a:gd name="csY60" fmla="*/ 2389 h 96979"/>
                <a:gd name="csX61" fmla="*/ 8599 w 82647"/>
                <a:gd name="csY61" fmla="*/ 3822 h 96979"/>
                <a:gd name="csX62" fmla="*/ 10033 w 82647"/>
                <a:gd name="csY62" fmla="*/ 4300 h 96979"/>
                <a:gd name="csX63" fmla="*/ 10033 w 82647"/>
                <a:gd name="csY63" fmla="*/ 4300 h 96979"/>
                <a:gd name="csX64" fmla="*/ 11943 w 82647"/>
                <a:gd name="csY64" fmla="*/ 3822 h 96979"/>
                <a:gd name="csX65" fmla="*/ 12421 w 82647"/>
                <a:gd name="csY65" fmla="*/ 3822 h 96979"/>
                <a:gd name="csX66" fmla="*/ 13377 w 82647"/>
                <a:gd name="csY66" fmla="*/ 4777 h 96979"/>
                <a:gd name="csX67" fmla="*/ 13854 w 82647"/>
                <a:gd name="csY67" fmla="*/ 6211 h 96979"/>
                <a:gd name="csX68" fmla="*/ 14810 w 82647"/>
                <a:gd name="csY68" fmla="*/ 8121 h 96979"/>
                <a:gd name="csX69" fmla="*/ 17199 w 82647"/>
                <a:gd name="csY69" fmla="*/ 7644 h 96979"/>
                <a:gd name="csX70" fmla="*/ 17676 w 82647"/>
                <a:gd name="csY70" fmla="*/ 8121 h 96979"/>
                <a:gd name="csX71" fmla="*/ 18632 w 82647"/>
                <a:gd name="csY71" fmla="*/ 8121 h 96979"/>
                <a:gd name="csX72" fmla="*/ 18632 w 82647"/>
                <a:gd name="csY72" fmla="*/ 9555 h 96979"/>
                <a:gd name="csX73" fmla="*/ 19109 w 82647"/>
                <a:gd name="csY73" fmla="*/ 11943 h 96979"/>
                <a:gd name="csX74" fmla="*/ 18632 w 82647"/>
                <a:gd name="csY74" fmla="*/ 12899 h 96979"/>
                <a:gd name="csX75" fmla="*/ 18632 w 82647"/>
                <a:gd name="csY75" fmla="*/ 13377 h 96979"/>
                <a:gd name="csX76" fmla="*/ 17199 w 82647"/>
                <a:gd name="csY76" fmla="*/ 15287 h 96979"/>
                <a:gd name="csX77" fmla="*/ 17199 w 82647"/>
                <a:gd name="csY77" fmla="*/ 15287 h 96979"/>
                <a:gd name="csX78" fmla="*/ 17199 w 82647"/>
                <a:gd name="csY78" fmla="*/ 16243 h 96979"/>
                <a:gd name="csX79" fmla="*/ 17199 w 82647"/>
                <a:gd name="csY79" fmla="*/ 16243 h 96979"/>
                <a:gd name="csX80" fmla="*/ 17199 w 82647"/>
                <a:gd name="csY80" fmla="*/ 16721 h 96979"/>
                <a:gd name="csX81" fmla="*/ 17676 w 82647"/>
                <a:gd name="csY81" fmla="*/ 17198 h 96979"/>
                <a:gd name="csX82" fmla="*/ 19109 w 82647"/>
                <a:gd name="csY82" fmla="*/ 18154 h 96979"/>
                <a:gd name="csX83" fmla="*/ 19587 w 82647"/>
                <a:gd name="csY83" fmla="*/ 19109 h 96979"/>
                <a:gd name="csX84" fmla="*/ 20065 w 82647"/>
                <a:gd name="csY84" fmla="*/ 19109 h 96979"/>
                <a:gd name="csX85" fmla="*/ 20543 w 82647"/>
                <a:gd name="csY85" fmla="*/ 18632 h 96979"/>
                <a:gd name="csX86" fmla="*/ 21020 w 82647"/>
                <a:gd name="csY86" fmla="*/ 18154 h 96979"/>
                <a:gd name="csX87" fmla="*/ 21976 w 82647"/>
                <a:gd name="csY87" fmla="*/ 17198 h 96979"/>
                <a:gd name="csX88" fmla="*/ 22454 w 82647"/>
                <a:gd name="csY88" fmla="*/ 16243 h 96979"/>
                <a:gd name="csX89" fmla="*/ 25320 w 82647"/>
                <a:gd name="csY89" fmla="*/ 15287 h 96979"/>
                <a:gd name="csX90" fmla="*/ 28186 w 82647"/>
                <a:gd name="csY90" fmla="*/ 13854 h 96979"/>
                <a:gd name="csX91" fmla="*/ 28664 w 82647"/>
                <a:gd name="csY91" fmla="*/ 14332 h 96979"/>
                <a:gd name="csX92" fmla="*/ 29142 w 82647"/>
                <a:gd name="csY92" fmla="*/ 14810 h 96979"/>
                <a:gd name="csX93" fmla="*/ 30097 w 82647"/>
                <a:gd name="csY93" fmla="*/ 16243 h 96979"/>
                <a:gd name="csX94" fmla="*/ 30575 w 82647"/>
                <a:gd name="csY94" fmla="*/ 16243 h 96979"/>
                <a:gd name="csX95" fmla="*/ 31531 w 82647"/>
                <a:gd name="csY95" fmla="*/ 16721 h 96979"/>
                <a:gd name="csX96" fmla="*/ 32963 w 82647"/>
                <a:gd name="csY96" fmla="*/ 16243 h 96979"/>
                <a:gd name="csX97" fmla="*/ 32963 w 82647"/>
                <a:gd name="csY97" fmla="*/ 16243 h 96979"/>
                <a:gd name="csX98" fmla="*/ 34874 w 82647"/>
                <a:gd name="csY98" fmla="*/ 15287 h 96979"/>
                <a:gd name="csX99" fmla="*/ 35352 w 82647"/>
                <a:gd name="csY99" fmla="*/ 13854 h 96979"/>
                <a:gd name="csX100" fmla="*/ 35352 w 82647"/>
                <a:gd name="csY100" fmla="*/ 13854 h 96979"/>
                <a:gd name="csX101" fmla="*/ 35830 w 82647"/>
                <a:gd name="csY101" fmla="*/ 12899 h 96979"/>
                <a:gd name="csX102" fmla="*/ 38218 w 82647"/>
                <a:gd name="csY102" fmla="*/ 10510 h 96979"/>
                <a:gd name="csX103" fmla="*/ 38218 w 82647"/>
                <a:gd name="csY103" fmla="*/ 10510 h 96979"/>
                <a:gd name="csX104" fmla="*/ 38697 w 82647"/>
                <a:gd name="csY104" fmla="*/ 9077 h 96979"/>
                <a:gd name="csX105" fmla="*/ 39174 w 82647"/>
                <a:gd name="csY105" fmla="*/ 8121 h 96979"/>
                <a:gd name="csX106" fmla="*/ 42518 w 82647"/>
                <a:gd name="csY106" fmla="*/ 8599 h 96979"/>
                <a:gd name="csX107" fmla="*/ 43951 w 82647"/>
                <a:gd name="csY107" fmla="*/ 9077 h 96979"/>
                <a:gd name="csX108" fmla="*/ 47773 w 82647"/>
                <a:gd name="csY108" fmla="*/ 14810 h 96979"/>
                <a:gd name="csX109" fmla="*/ 53028 w 82647"/>
                <a:gd name="csY109" fmla="*/ 18632 h 96979"/>
                <a:gd name="csX110" fmla="*/ 54939 w 82647"/>
                <a:gd name="csY110" fmla="*/ 20065 h 96979"/>
                <a:gd name="csX111" fmla="*/ 56850 w 82647"/>
                <a:gd name="csY111" fmla="*/ 21020 h 96979"/>
                <a:gd name="csX112" fmla="*/ 58761 w 82647"/>
                <a:gd name="csY112" fmla="*/ 22931 h 96979"/>
                <a:gd name="csX113" fmla="*/ 61150 w 82647"/>
                <a:gd name="csY113" fmla="*/ 25798 h 96979"/>
                <a:gd name="csX114" fmla="*/ 65449 w 82647"/>
                <a:gd name="csY114" fmla="*/ 33441 h 96979"/>
                <a:gd name="csX115" fmla="*/ 65927 w 82647"/>
                <a:gd name="csY115" fmla="*/ 36785 h 96979"/>
                <a:gd name="csX116" fmla="*/ 66405 w 82647"/>
                <a:gd name="csY116" fmla="*/ 41563 h 96979"/>
                <a:gd name="csX117" fmla="*/ 65449 w 82647"/>
                <a:gd name="csY117" fmla="*/ 49206 h 96979"/>
                <a:gd name="csX118" fmla="*/ 64016 w 82647"/>
                <a:gd name="csY118" fmla="*/ 53028 h 96979"/>
                <a:gd name="csX119" fmla="*/ 64493 w 82647"/>
                <a:gd name="csY119" fmla="*/ 54461 h 96979"/>
                <a:gd name="csX120" fmla="*/ 65927 w 82647"/>
                <a:gd name="csY120" fmla="*/ 57328 h 96979"/>
                <a:gd name="csX121" fmla="*/ 65449 w 82647"/>
                <a:gd name="csY121" fmla="*/ 59716 h 96979"/>
                <a:gd name="csX122" fmla="*/ 65927 w 82647"/>
                <a:gd name="csY122" fmla="*/ 62105 h 96979"/>
                <a:gd name="csX123" fmla="*/ 65927 w 82647"/>
                <a:gd name="csY123" fmla="*/ 67838 h 96979"/>
                <a:gd name="csX124" fmla="*/ 66882 w 82647"/>
                <a:gd name="csY124" fmla="*/ 69749 h 96979"/>
                <a:gd name="csX125" fmla="*/ 67838 w 82647"/>
                <a:gd name="csY125" fmla="*/ 70704 h 96979"/>
                <a:gd name="csX126" fmla="*/ 73093 w 82647"/>
                <a:gd name="csY126" fmla="*/ 74526 h 96979"/>
                <a:gd name="csX127" fmla="*/ 73570 w 82647"/>
                <a:gd name="csY127" fmla="*/ 75481 h 96979"/>
                <a:gd name="csX128" fmla="*/ 76437 w 82647"/>
                <a:gd name="csY128" fmla="*/ 80259 h 96979"/>
                <a:gd name="csX129" fmla="*/ 81214 w 82647"/>
                <a:gd name="csY129" fmla="*/ 89813 h 96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</a:cxnLst>
              <a:rect l="l" t="t" r="r" b="b"/>
              <a:pathLst>
                <a:path w="82647" h="96979">
                  <a:moveTo>
                    <a:pt x="81214" y="89813"/>
                  </a:moveTo>
                  <a:lnTo>
                    <a:pt x="82647" y="94113"/>
                  </a:lnTo>
                  <a:lnTo>
                    <a:pt x="82170" y="95546"/>
                  </a:lnTo>
                  <a:lnTo>
                    <a:pt x="81692" y="96024"/>
                  </a:lnTo>
                  <a:lnTo>
                    <a:pt x="80259" y="96501"/>
                  </a:lnTo>
                  <a:lnTo>
                    <a:pt x="79304" y="95546"/>
                  </a:lnTo>
                  <a:lnTo>
                    <a:pt x="78825" y="95068"/>
                  </a:lnTo>
                  <a:lnTo>
                    <a:pt x="78825" y="94113"/>
                  </a:lnTo>
                  <a:lnTo>
                    <a:pt x="78348" y="93157"/>
                  </a:lnTo>
                  <a:lnTo>
                    <a:pt x="77393" y="92680"/>
                  </a:lnTo>
                  <a:lnTo>
                    <a:pt x="76437" y="91724"/>
                  </a:lnTo>
                  <a:lnTo>
                    <a:pt x="76437" y="93157"/>
                  </a:lnTo>
                  <a:lnTo>
                    <a:pt x="76437" y="94591"/>
                  </a:lnTo>
                  <a:lnTo>
                    <a:pt x="75004" y="95068"/>
                  </a:lnTo>
                  <a:lnTo>
                    <a:pt x="73093" y="94113"/>
                  </a:lnTo>
                  <a:lnTo>
                    <a:pt x="70704" y="94591"/>
                  </a:lnTo>
                  <a:lnTo>
                    <a:pt x="67838" y="96979"/>
                  </a:lnTo>
                  <a:lnTo>
                    <a:pt x="66405" y="96979"/>
                  </a:lnTo>
                  <a:lnTo>
                    <a:pt x="65449" y="95068"/>
                  </a:lnTo>
                  <a:lnTo>
                    <a:pt x="64972" y="94113"/>
                  </a:lnTo>
                  <a:lnTo>
                    <a:pt x="64016" y="93157"/>
                  </a:lnTo>
                  <a:lnTo>
                    <a:pt x="54939" y="88858"/>
                  </a:lnTo>
                  <a:lnTo>
                    <a:pt x="51595" y="87425"/>
                  </a:lnTo>
                  <a:lnTo>
                    <a:pt x="48251" y="84081"/>
                  </a:lnTo>
                  <a:lnTo>
                    <a:pt x="40129" y="80259"/>
                  </a:lnTo>
                  <a:lnTo>
                    <a:pt x="34874" y="76915"/>
                  </a:lnTo>
                  <a:lnTo>
                    <a:pt x="32963" y="74526"/>
                  </a:lnTo>
                  <a:lnTo>
                    <a:pt x="27709" y="72615"/>
                  </a:lnTo>
                  <a:lnTo>
                    <a:pt x="25320" y="70226"/>
                  </a:lnTo>
                  <a:lnTo>
                    <a:pt x="24365" y="69749"/>
                  </a:lnTo>
                  <a:lnTo>
                    <a:pt x="23409" y="68793"/>
                  </a:lnTo>
                  <a:lnTo>
                    <a:pt x="24365" y="66405"/>
                  </a:lnTo>
                  <a:lnTo>
                    <a:pt x="23886" y="64016"/>
                  </a:lnTo>
                  <a:lnTo>
                    <a:pt x="23409" y="62105"/>
                  </a:lnTo>
                  <a:lnTo>
                    <a:pt x="19587" y="58283"/>
                  </a:lnTo>
                  <a:lnTo>
                    <a:pt x="17676" y="55417"/>
                  </a:lnTo>
                  <a:lnTo>
                    <a:pt x="14332" y="52550"/>
                  </a:lnTo>
                  <a:lnTo>
                    <a:pt x="12899" y="51117"/>
                  </a:lnTo>
                  <a:lnTo>
                    <a:pt x="11943" y="49206"/>
                  </a:lnTo>
                  <a:lnTo>
                    <a:pt x="12421" y="48728"/>
                  </a:lnTo>
                  <a:lnTo>
                    <a:pt x="13377" y="48251"/>
                  </a:lnTo>
                  <a:lnTo>
                    <a:pt x="12421" y="46818"/>
                  </a:lnTo>
                  <a:lnTo>
                    <a:pt x="10510" y="44429"/>
                  </a:lnTo>
                  <a:lnTo>
                    <a:pt x="9555" y="42040"/>
                  </a:lnTo>
                  <a:lnTo>
                    <a:pt x="9555" y="36785"/>
                  </a:lnTo>
                  <a:lnTo>
                    <a:pt x="6688" y="29619"/>
                  </a:lnTo>
                  <a:lnTo>
                    <a:pt x="4300" y="20065"/>
                  </a:lnTo>
                  <a:lnTo>
                    <a:pt x="4777" y="16243"/>
                  </a:lnTo>
                  <a:lnTo>
                    <a:pt x="4300" y="12899"/>
                  </a:lnTo>
                  <a:lnTo>
                    <a:pt x="2867" y="9077"/>
                  </a:lnTo>
                  <a:lnTo>
                    <a:pt x="478" y="6688"/>
                  </a:lnTo>
                  <a:lnTo>
                    <a:pt x="0" y="4300"/>
                  </a:lnTo>
                  <a:lnTo>
                    <a:pt x="0" y="4300"/>
                  </a:lnTo>
                  <a:lnTo>
                    <a:pt x="0" y="3344"/>
                  </a:lnTo>
                  <a:lnTo>
                    <a:pt x="478" y="3344"/>
                  </a:lnTo>
                  <a:lnTo>
                    <a:pt x="478" y="956"/>
                  </a:lnTo>
                  <a:lnTo>
                    <a:pt x="956" y="478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2867" y="0"/>
                  </a:lnTo>
                  <a:lnTo>
                    <a:pt x="4300" y="2389"/>
                  </a:lnTo>
                  <a:lnTo>
                    <a:pt x="8599" y="3822"/>
                  </a:lnTo>
                  <a:lnTo>
                    <a:pt x="10033" y="4300"/>
                  </a:lnTo>
                  <a:lnTo>
                    <a:pt x="10033" y="4300"/>
                  </a:lnTo>
                  <a:lnTo>
                    <a:pt x="11943" y="3822"/>
                  </a:lnTo>
                  <a:lnTo>
                    <a:pt x="12421" y="3822"/>
                  </a:lnTo>
                  <a:lnTo>
                    <a:pt x="13377" y="4777"/>
                  </a:lnTo>
                  <a:lnTo>
                    <a:pt x="13854" y="6211"/>
                  </a:lnTo>
                  <a:lnTo>
                    <a:pt x="14810" y="8121"/>
                  </a:lnTo>
                  <a:lnTo>
                    <a:pt x="17199" y="7644"/>
                  </a:lnTo>
                  <a:lnTo>
                    <a:pt x="17676" y="8121"/>
                  </a:lnTo>
                  <a:lnTo>
                    <a:pt x="18632" y="8121"/>
                  </a:lnTo>
                  <a:lnTo>
                    <a:pt x="18632" y="9555"/>
                  </a:lnTo>
                  <a:lnTo>
                    <a:pt x="19109" y="11943"/>
                  </a:lnTo>
                  <a:lnTo>
                    <a:pt x="18632" y="12899"/>
                  </a:lnTo>
                  <a:lnTo>
                    <a:pt x="18632" y="13377"/>
                  </a:lnTo>
                  <a:lnTo>
                    <a:pt x="17199" y="15287"/>
                  </a:lnTo>
                  <a:lnTo>
                    <a:pt x="17199" y="15287"/>
                  </a:lnTo>
                  <a:lnTo>
                    <a:pt x="17199" y="16243"/>
                  </a:lnTo>
                  <a:lnTo>
                    <a:pt x="17199" y="16243"/>
                  </a:lnTo>
                  <a:lnTo>
                    <a:pt x="17199" y="16721"/>
                  </a:lnTo>
                  <a:lnTo>
                    <a:pt x="17676" y="17198"/>
                  </a:lnTo>
                  <a:lnTo>
                    <a:pt x="19109" y="18154"/>
                  </a:lnTo>
                  <a:lnTo>
                    <a:pt x="19587" y="19109"/>
                  </a:lnTo>
                  <a:lnTo>
                    <a:pt x="20065" y="19109"/>
                  </a:lnTo>
                  <a:lnTo>
                    <a:pt x="20543" y="18632"/>
                  </a:lnTo>
                  <a:lnTo>
                    <a:pt x="21020" y="18154"/>
                  </a:lnTo>
                  <a:lnTo>
                    <a:pt x="21976" y="17198"/>
                  </a:lnTo>
                  <a:lnTo>
                    <a:pt x="22454" y="16243"/>
                  </a:lnTo>
                  <a:lnTo>
                    <a:pt x="25320" y="15287"/>
                  </a:lnTo>
                  <a:lnTo>
                    <a:pt x="28186" y="13854"/>
                  </a:lnTo>
                  <a:lnTo>
                    <a:pt x="28664" y="14332"/>
                  </a:lnTo>
                  <a:lnTo>
                    <a:pt x="29142" y="14810"/>
                  </a:lnTo>
                  <a:lnTo>
                    <a:pt x="30097" y="16243"/>
                  </a:lnTo>
                  <a:lnTo>
                    <a:pt x="30575" y="16243"/>
                  </a:lnTo>
                  <a:lnTo>
                    <a:pt x="31531" y="16721"/>
                  </a:lnTo>
                  <a:lnTo>
                    <a:pt x="32963" y="16243"/>
                  </a:lnTo>
                  <a:lnTo>
                    <a:pt x="32963" y="16243"/>
                  </a:lnTo>
                  <a:lnTo>
                    <a:pt x="34874" y="15287"/>
                  </a:lnTo>
                  <a:lnTo>
                    <a:pt x="35352" y="13854"/>
                  </a:lnTo>
                  <a:lnTo>
                    <a:pt x="35352" y="13854"/>
                  </a:lnTo>
                  <a:lnTo>
                    <a:pt x="35830" y="12899"/>
                  </a:lnTo>
                  <a:lnTo>
                    <a:pt x="38218" y="10510"/>
                  </a:lnTo>
                  <a:lnTo>
                    <a:pt x="38218" y="10510"/>
                  </a:lnTo>
                  <a:lnTo>
                    <a:pt x="38697" y="9077"/>
                  </a:lnTo>
                  <a:lnTo>
                    <a:pt x="39174" y="8121"/>
                  </a:lnTo>
                  <a:lnTo>
                    <a:pt x="42518" y="8599"/>
                  </a:lnTo>
                  <a:lnTo>
                    <a:pt x="43951" y="9077"/>
                  </a:lnTo>
                  <a:lnTo>
                    <a:pt x="47773" y="14810"/>
                  </a:lnTo>
                  <a:lnTo>
                    <a:pt x="53028" y="18632"/>
                  </a:lnTo>
                  <a:lnTo>
                    <a:pt x="54939" y="20065"/>
                  </a:lnTo>
                  <a:lnTo>
                    <a:pt x="56850" y="21020"/>
                  </a:lnTo>
                  <a:lnTo>
                    <a:pt x="58761" y="22931"/>
                  </a:lnTo>
                  <a:lnTo>
                    <a:pt x="61150" y="25798"/>
                  </a:lnTo>
                  <a:lnTo>
                    <a:pt x="65449" y="33441"/>
                  </a:lnTo>
                  <a:lnTo>
                    <a:pt x="65927" y="36785"/>
                  </a:lnTo>
                  <a:lnTo>
                    <a:pt x="66405" y="41563"/>
                  </a:lnTo>
                  <a:lnTo>
                    <a:pt x="65449" y="49206"/>
                  </a:lnTo>
                  <a:lnTo>
                    <a:pt x="64016" y="53028"/>
                  </a:lnTo>
                  <a:lnTo>
                    <a:pt x="64493" y="54461"/>
                  </a:lnTo>
                  <a:lnTo>
                    <a:pt x="65927" y="57328"/>
                  </a:lnTo>
                  <a:lnTo>
                    <a:pt x="65449" y="59716"/>
                  </a:lnTo>
                  <a:lnTo>
                    <a:pt x="65927" y="62105"/>
                  </a:lnTo>
                  <a:lnTo>
                    <a:pt x="65927" y="67838"/>
                  </a:lnTo>
                  <a:lnTo>
                    <a:pt x="66882" y="69749"/>
                  </a:lnTo>
                  <a:lnTo>
                    <a:pt x="67838" y="70704"/>
                  </a:lnTo>
                  <a:lnTo>
                    <a:pt x="73093" y="74526"/>
                  </a:lnTo>
                  <a:lnTo>
                    <a:pt x="73570" y="75481"/>
                  </a:lnTo>
                  <a:lnTo>
                    <a:pt x="76437" y="80259"/>
                  </a:lnTo>
                  <a:lnTo>
                    <a:pt x="81214" y="8981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C04266F6-97D8-C6AD-D9AD-2DC0C80CDE78}"/>
                </a:ext>
              </a:extLst>
            </p:cNvPr>
            <p:cNvSpPr/>
            <p:nvPr/>
          </p:nvSpPr>
          <p:spPr>
            <a:xfrm>
              <a:off x="7950544" y="4310672"/>
              <a:ext cx="478" cy="955"/>
            </a:xfrm>
            <a:custGeom>
              <a:avLst/>
              <a:gdLst>
                <a:gd name="csX0" fmla="*/ 0 w 478"/>
                <a:gd name="csY0" fmla="*/ 0 h 955"/>
                <a:gd name="csX1" fmla="*/ 478 w 478"/>
                <a:gd name="csY1" fmla="*/ 956 h 955"/>
                <a:gd name="csX2" fmla="*/ 0 w 478"/>
                <a:gd name="csY2" fmla="*/ 0 h 955"/>
                <a:gd name="csX3" fmla="*/ 0 w 47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955">
                  <a:moveTo>
                    <a:pt x="0" y="0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0" name="Freeform 769">
              <a:extLst>
                <a:ext uri="{FF2B5EF4-FFF2-40B4-BE49-F238E27FC236}">
                  <a16:creationId xmlns:a16="http://schemas.microsoft.com/office/drawing/2014/main" id="{D24E794B-58C2-443A-AD3A-BF06B55BFF35}"/>
                </a:ext>
              </a:extLst>
            </p:cNvPr>
            <p:cNvSpPr/>
            <p:nvPr/>
          </p:nvSpPr>
          <p:spPr>
            <a:xfrm>
              <a:off x="7948156" y="4717698"/>
              <a:ext cx="2866" cy="2388"/>
            </a:xfrm>
            <a:custGeom>
              <a:avLst/>
              <a:gdLst>
                <a:gd name="csX0" fmla="*/ 2389 w 2866"/>
                <a:gd name="csY0" fmla="*/ 955 h 2388"/>
                <a:gd name="csX1" fmla="*/ 2867 w 2866"/>
                <a:gd name="csY1" fmla="*/ 1911 h 2388"/>
                <a:gd name="csX2" fmla="*/ 1433 w 2866"/>
                <a:gd name="csY2" fmla="*/ 2389 h 2388"/>
                <a:gd name="csX3" fmla="*/ 0 w 2866"/>
                <a:gd name="csY3" fmla="*/ 478 h 2388"/>
                <a:gd name="csX4" fmla="*/ 0 w 2866"/>
                <a:gd name="csY4" fmla="*/ 478 h 2388"/>
                <a:gd name="csX5" fmla="*/ 0 w 2866"/>
                <a:gd name="csY5" fmla="*/ 0 h 2388"/>
                <a:gd name="csX6" fmla="*/ 478 w 2866"/>
                <a:gd name="csY6" fmla="*/ 0 h 2388"/>
                <a:gd name="csX7" fmla="*/ 1433 w 2866"/>
                <a:gd name="csY7" fmla="*/ 478 h 2388"/>
                <a:gd name="csX8" fmla="*/ 2389 w 2866"/>
                <a:gd name="csY8" fmla="*/ 955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388">
                  <a:moveTo>
                    <a:pt x="2389" y="955"/>
                  </a:moveTo>
                  <a:lnTo>
                    <a:pt x="2867" y="1911"/>
                  </a:lnTo>
                  <a:lnTo>
                    <a:pt x="1433" y="2389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2389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1" name="Freeform 770">
              <a:extLst>
                <a:ext uri="{FF2B5EF4-FFF2-40B4-BE49-F238E27FC236}">
                  <a16:creationId xmlns:a16="http://schemas.microsoft.com/office/drawing/2014/main" id="{2779D8C6-2EC0-72B9-6035-FA27D0795374}"/>
                </a:ext>
              </a:extLst>
            </p:cNvPr>
            <p:cNvSpPr/>
            <p:nvPr/>
          </p:nvSpPr>
          <p:spPr>
            <a:xfrm>
              <a:off x="7948634" y="4682823"/>
              <a:ext cx="1910" cy="2388"/>
            </a:xfrm>
            <a:custGeom>
              <a:avLst/>
              <a:gdLst>
                <a:gd name="csX0" fmla="*/ 955 w 1910"/>
                <a:gd name="csY0" fmla="*/ 0 h 2388"/>
                <a:gd name="csX1" fmla="*/ 1910 w 1910"/>
                <a:gd name="csY1" fmla="*/ 1433 h 2388"/>
                <a:gd name="csX2" fmla="*/ 1910 w 1910"/>
                <a:gd name="csY2" fmla="*/ 2389 h 2388"/>
                <a:gd name="csX3" fmla="*/ 955 w 1910"/>
                <a:gd name="csY3" fmla="*/ 2389 h 2388"/>
                <a:gd name="csX4" fmla="*/ 478 w 1910"/>
                <a:gd name="csY4" fmla="*/ 2389 h 2388"/>
                <a:gd name="csX5" fmla="*/ 0 w 1910"/>
                <a:gd name="csY5" fmla="*/ 1911 h 2388"/>
                <a:gd name="csX6" fmla="*/ 955 w 1910"/>
                <a:gd name="csY6" fmla="*/ 0 h 2388"/>
                <a:gd name="csX7" fmla="*/ 955 w 1910"/>
                <a:gd name="csY7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2388">
                  <a:moveTo>
                    <a:pt x="955" y="0"/>
                  </a:moveTo>
                  <a:lnTo>
                    <a:pt x="1910" y="1433"/>
                  </a:lnTo>
                  <a:lnTo>
                    <a:pt x="1910" y="2389"/>
                  </a:lnTo>
                  <a:lnTo>
                    <a:pt x="955" y="2389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955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2" name="Freeform 771">
              <a:extLst>
                <a:ext uri="{FF2B5EF4-FFF2-40B4-BE49-F238E27FC236}">
                  <a16:creationId xmlns:a16="http://schemas.microsoft.com/office/drawing/2014/main" id="{EEB1DDA2-F56A-3452-0ECA-B0FCF22A46FB}"/>
                </a:ext>
              </a:extLst>
            </p:cNvPr>
            <p:cNvSpPr/>
            <p:nvPr/>
          </p:nvSpPr>
          <p:spPr>
            <a:xfrm>
              <a:off x="7944812" y="4713398"/>
              <a:ext cx="4299" cy="3344"/>
            </a:xfrm>
            <a:custGeom>
              <a:avLst/>
              <a:gdLst>
                <a:gd name="csX0" fmla="*/ 4300 w 4299"/>
                <a:gd name="csY0" fmla="*/ 0 h 3344"/>
                <a:gd name="csX1" fmla="*/ 4300 w 4299"/>
                <a:gd name="csY1" fmla="*/ 956 h 3344"/>
                <a:gd name="csX2" fmla="*/ 3822 w 4299"/>
                <a:gd name="csY2" fmla="*/ 1433 h 3344"/>
                <a:gd name="csX3" fmla="*/ 2866 w 4299"/>
                <a:gd name="csY3" fmla="*/ 3344 h 3344"/>
                <a:gd name="csX4" fmla="*/ 478 w 4299"/>
                <a:gd name="csY4" fmla="*/ 2866 h 3344"/>
                <a:gd name="csX5" fmla="*/ 0 w 4299"/>
                <a:gd name="csY5" fmla="*/ 2389 h 3344"/>
                <a:gd name="csX6" fmla="*/ 0 w 4299"/>
                <a:gd name="csY6" fmla="*/ 1911 h 3344"/>
                <a:gd name="csX7" fmla="*/ 478 w 4299"/>
                <a:gd name="csY7" fmla="*/ 1433 h 3344"/>
                <a:gd name="csX8" fmla="*/ 478 w 4299"/>
                <a:gd name="csY8" fmla="*/ 478 h 3344"/>
                <a:gd name="csX9" fmla="*/ 1433 w 4299"/>
                <a:gd name="csY9" fmla="*/ 478 h 3344"/>
                <a:gd name="csX10" fmla="*/ 1911 w 4299"/>
                <a:gd name="csY10" fmla="*/ 0 h 3344"/>
                <a:gd name="csX11" fmla="*/ 2866 w 4299"/>
                <a:gd name="csY11" fmla="*/ 478 h 3344"/>
                <a:gd name="csX12" fmla="*/ 4300 w 4299"/>
                <a:gd name="csY1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3344">
                  <a:moveTo>
                    <a:pt x="4300" y="0"/>
                  </a:moveTo>
                  <a:lnTo>
                    <a:pt x="4300" y="956"/>
                  </a:lnTo>
                  <a:lnTo>
                    <a:pt x="3822" y="1433"/>
                  </a:lnTo>
                  <a:lnTo>
                    <a:pt x="2866" y="3344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478" y="478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866" y="478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3" name="Freeform 772">
              <a:extLst>
                <a:ext uri="{FF2B5EF4-FFF2-40B4-BE49-F238E27FC236}">
                  <a16:creationId xmlns:a16="http://schemas.microsoft.com/office/drawing/2014/main" id="{2DAD569B-E029-5F39-EC1C-6A17B23EEB92}"/>
                </a:ext>
              </a:extLst>
            </p:cNvPr>
            <p:cNvSpPr/>
            <p:nvPr/>
          </p:nvSpPr>
          <p:spPr>
            <a:xfrm>
              <a:off x="7943378" y="4545237"/>
              <a:ext cx="4299" cy="7165"/>
            </a:xfrm>
            <a:custGeom>
              <a:avLst/>
              <a:gdLst>
                <a:gd name="csX0" fmla="*/ 4300 w 4299"/>
                <a:gd name="csY0" fmla="*/ 478 h 7165"/>
                <a:gd name="csX1" fmla="*/ 4300 w 4299"/>
                <a:gd name="csY1" fmla="*/ 1433 h 7165"/>
                <a:gd name="csX2" fmla="*/ 4300 w 4299"/>
                <a:gd name="csY2" fmla="*/ 3344 h 7165"/>
                <a:gd name="csX3" fmla="*/ 3344 w 4299"/>
                <a:gd name="csY3" fmla="*/ 5733 h 7165"/>
                <a:gd name="csX4" fmla="*/ 3822 w 4299"/>
                <a:gd name="csY4" fmla="*/ 6688 h 7165"/>
                <a:gd name="csX5" fmla="*/ 3344 w 4299"/>
                <a:gd name="csY5" fmla="*/ 7166 h 7165"/>
                <a:gd name="csX6" fmla="*/ 1911 w 4299"/>
                <a:gd name="csY6" fmla="*/ 3344 h 7165"/>
                <a:gd name="csX7" fmla="*/ 0 w 4299"/>
                <a:gd name="csY7" fmla="*/ 1433 h 7165"/>
                <a:gd name="csX8" fmla="*/ 0 w 4299"/>
                <a:gd name="csY8" fmla="*/ 956 h 7165"/>
                <a:gd name="csX9" fmla="*/ 956 w 4299"/>
                <a:gd name="csY9" fmla="*/ 956 h 7165"/>
                <a:gd name="csX10" fmla="*/ 2389 w 4299"/>
                <a:gd name="csY10" fmla="*/ 0 h 7165"/>
                <a:gd name="csX11" fmla="*/ 3344 w 4299"/>
                <a:gd name="csY11" fmla="*/ 0 h 7165"/>
                <a:gd name="csX12" fmla="*/ 4300 w 4299"/>
                <a:gd name="csY12" fmla="*/ 47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7165">
                  <a:moveTo>
                    <a:pt x="4300" y="478"/>
                  </a:moveTo>
                  <a:lnTo>
                    <a:pt x="4300" y="1433"/>
                  </a:lnTo>
                  <a:lnTo>
                    <a:pt x="4300" y="3344"/>
                  </a:lnTo>
                  <a:lnTo>
                    <a:pt x="3344" y="5733"/>
                  </a:lnTo>
                  <a:lnTo>
                    <a:pt x="3822" y="6688"/>
                  </a:lnTo>
                  <a:lnTo>
                    <a:pt x="3344" y="7166"/>
                  </a:lnTo>
                  <a:lnTo>
                    <a:pt x="1911" y="3344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956" y="956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4" name="Freeform 773">
              <a:extLst>
                <a:ext uri="{FF2B5EF4-FFF2-40B4-BE49-F238E27FC236}">
                  <a16:creationId xmlns:a16="http://schemas.microsoft.com/office/drawing/2014/main" id="{82A083E8-1AD2-946F-D42D-3295948F5B2F}"/>
                </a:ext>
              </a:extLst>
            </p:cNvPr>
            <p:cNvSpPr/>
            <p:nvPr/>
          </p:nvSpPr>
          <p:spPr>
            <a:xfrm>
              <a:off x="7942423" y="3681503"/>
              <a:ext cx="5254" cy="477"/>
            </a:xfrm>
            <a:custGeom>
              <a:avLst/>
              <a:gdLst>
                <a:gd name="csX0" fmla="*/ 5255 w 5254"/>
                <a:gd name="csY0" fmla="*/ 478 h 477"/>
                <a:gd name="csX1" fmla="*/ 2866 w 5254"/>
                <a:gd name="csY1" fmla="*/ 478 h 477"/>
                <a:gd name="csX2" fmla="*/ 955 w 5254"/>
                <a:gd name="csY2" fmla="*/ 0 h 477"/>
                <a:gd name="csX3" fmla="*/ 0 w 5254"/>
                <a:gd name="csY3" fmla="*/ 0 h 477"/>
                <a:gd name="csX4" fmla="*/ 955 w 5254"/>
                <a:gd name="csY4" fmla="*/ 0 h 477"/>
                <a:gd name="csX5" fmla="*/ 2866 w 5254"/>
                <a:gd name="csY5" fmla="*/ 478 h 477"/>
                <a:gd name="csX6" fmla="*/ 5255 w 5254"/>
                <a:gd name="csY6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4" h="477">
                  <a:moveTo>
                    <a:pt x="5255" y="478"/>
                  </a:moveTo>
                  <a:lnTo>
                    <a:pt x="2866" y="478"/>
                  </a:lnTo>
                  <a:lnTo>
                    <a:pt x="955" y="0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2866" y="478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5" name="Freeform 774">
              <a:extLst>
                <a:ext uri="{FF2B5EF4-FFF2-40B4-BE49-F238E27FC236}">
                  <a16:creationId xmlns:a16="http://schemas.microsoft.com/office/drawing/2014/main" id="{63FB11D0-C447-6104-1969-C75600A6A75D}"/>
                </a:ext>
              </a:extLst>
            </p:cNvPr>
            <p:cNvSpPr/>
            <p:nvPr/>
          </p:nvSpPr>
          <p:spPr>
            <a:xfrm>
              <a:off x="7939079" y="4708621"/>
              <a:ext cx="7165" cy="2866"/>
            </a:xfrm>
            <a:custGeom>
              <a:avLst/>
              <a:gdLst>
                <a:gd name="csX0" fmla="*/ 7166 w 7165"/>
                <a:gd name="csY0" fmla="*/ 1433 h 2866"/>
                <a:gd name="csX1" fmla="*/ 6688 w 7165"/>
                <a:gd name="csY1" fmla="*/ 1911 h 2866"/>
                <a:gd name="csX2" fmla="*/ 3344 w 7165"/>
                <a:gd name="csY2" fmla="*/ 2866 h 2866"/>
                <a:gd name="csX3" fmla="*/ 0 w 7165"/>
                <a:gd name="csY3" fmla="*/ 1911 h 2866"/>
                <a:gd name="csX4" fmla="*/ 1433 w 7165"/>
                <a:gd name="csY4" fmla="*/ 0 h 2866"/>
                <a:gd name="csX5" fmla="*/ 3344 w 7165"/>
                <a:gd name="csY5" fmla="*/ 0 h 2866"/>
                <a:gd name="csX6" fmla="*/ 5255 w 7165"/>
                <a:gd name="csY6" fmla="*/ 478 h 2866"/>
                <a:gd name="csX7" fmla="*/ 6210 w 7165"/>
                <a:gd name="csY7" fmla="*/ 956 h 2866"/>
                <a:gd name="csX8" fmla="*/ 7166 w 7165"/>
                <a:gd name="csY8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65" h="2866">
                  <a:moveTo>
                    <a:pt x="7166" y="1433"/>
                  </a:moveTo>
                  <a:lnTo>
                    <a:pt x="6688" y="1911"/>
                  </a:lnTo>
                  <a:lnTo>
                    <a:pt x="3344" y="2866"/>
                  </a:lnTo>
                  <a:lnTo>
                    <a:pt x="0" y="1911"/>
                  </a:lnTo>
                  <a:lnTo>
                    <a:pt x="1433" y="0"/>
                  </a:lnTo>
                  <a:lnTo>
                    <a:pt x="3344" y="0"/>
                  </a:lnTo>
                  <a:lnTo>
                    <a:pt x="5255" y="478"/>
                  </a:lnTo>
                  <a:lnTo>
                    <a:pt x="6210" y="956"/>
                  </a:lnTo>
                  <a:lnTo>
                    <a:pt x="71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6" name="Freeform 775">
              <a:extLst>
                <a:ext uri="{FF2B5EF4-FFF2-40B4-BE49-F238E27FC236}">
                  <a16:creationId xmlns:a16="http://schemas.microsoft.com/office/drawing/2014/main" id="{3ADFA2DD-78CB-D244-EEF5-61483EC0E193}"/>
                </a:ext>
              </a:extLst>
            </p:cNvPr>
            <p:cNvSpPr/>
            <p:nvPr/>
          </p:nvSpPr>
          <p:spPr>
            <a:xfrm>
              <a:off x="7918059" y="3893615"/>
              <a:ext cx="27230" cy="8121"/>
            </a:xfrm>
            <a:custGeom>
              <a:avLst/>
              <a:gdLst>
                <a:gd name="csX0" fmla="*/ 27230 w 27230"/>
                <a:gd name="csY0" fmla="*/ 7166 h 8121"/>
                <a:gd name="csX1" fmla="*/ 22453 w 27230"/>
                <a:gd name="csY1" fmla="*/ 8121 h 8121"/>
                <a:gd name="csX2" fmla="*/ 17198 w 27230"/>
                <a:gd name="csY2" fmla="*/ 5733 h 8121"/>
                <a:gd name="csX3" fmla="*/ 13376 w 27230"/>
                <a:gd name="csY3" fmla="*/ 3822 h 8121"/>
                <a:gd name="csX4" fmla="*/ 9555 w 27230"/>
                <a:gd name="csY4" fmla="*/ 1911 h 8121"/>
                <a:gd name="csX5" fmla="*/ 4300 w 27230"/>
                <a:gd name="csY5" fmla="*/ 955 h 8121"/>
                <a:gd name="csX6" fmla="*/ 0 w 27230"/>
                <a:gd name="csY6" fmla="*/ 0 h 8121"/>
                <a:gd name="csX7" fmla="*/ 4300 w 27230"/>
                <a:gd name="csY7" fmla="*/ 955 h 8121"/>
                <a:gd name="csX8" fmla="*/ 9555 w 27230"/>
                <a:gd name="csY8" fmla="*/ 1911 h 8121"/>
                <a:gd name="csX9" fmla="*/ 13376 w 27230"/>
                <a:gd name="csY9" fmla="*/ 3822 h 8121"/>
                <a:gd name="csX10" fmla="*/ 17198 w 27230"/>
                <a:gd name="csY10" fmla="*/ 5733 h 8121"/>
                <a:gd name="csX11" fmla="*/ 22453 w 27230"/>
                <a:gd name="csY11" fmla="*/ 8121 h 8121"/>
                <a:gd name="csX12" fmla="*/ 27230 w 27230"/>
                <a:gd name="csY12" fmla="*/ 716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7230" h="8121">
                  <a:moveTo>
                    <a:pt x="27230" y="7166"/>
                  </a:moveTo>
                  <a:lnTo>
                    <a:pt x="22453" y="8121"/>
                  </a:lnTo>
                  <a:lnTo>
                    <a:pt x="17198" y="5733"/>
                  </a:lnTo>
                  <a:lnTo>
                    <a:pt x="13376" y="3822"/>
                  </a:lnTo>
                  <a:lnTo>
                    <a:pt x="9555" y="1911"/>
                  </a:lnTo>
                  <a:lnTo>
                    <a:pt x="4300" y="955"/>
                  </a:lnTo>
                  <a:lnTo>
                    <a:pt x="0" y="0"/>
                  </a:lnTo>
                  <a:lnTo>
                    <a:pt x="4300" y="955"/>
                  </a:lnTo>
                  <a:lnTo>
                    <a:pt x="9555" y="1911"/>
                  </a:lnTo>
                  <a:lnTo>
                    <a:pt x="13376" y="3822"/>
                  </a:lnTo>
                  <a:lnTo>
                    <a:pt x="17198" y="5733"/>
                  </a:lnTo>
                  <a:lnTo>
                    <a:pt x="22453" y="8121"/>
                  </a:lnTo>
                  <a:lnTo>
                    <a:pt x="27230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D499E7C2-1824-01AA-0B92-CC24576909D3}"/>
                </a:ext>
              </a:extLst>
            </p:cNvPr>
            <p:cNvSpPr/>
            <p:nvPr/>
          </p:nvSpPr>
          <p:spPr>
            <a:xfrm>
              <a:off x="7941946" y="4397619"/>
              <a:ext cx="3343" cy="477"/>
            </a:xfrm>
            <a:custGeom>
              <a:avLst/>
              <a:gdLst>
                <a:gd name="csX0" fmla="*/ 3344 w 3343"/>
                <a:gd name="csY0" fmla="*/ 0 h 477"/>
                <a:gd name="csX1" fmla="*/ 2389 w 3343"/>
                <a:gd name="csY1" fmla="*/ 478 h 477"/>
                <a:gd name="csX2" fmla="*/ 0 w 3343"/>
                <a:gd name="csY2" fmla="*/ 0 h 477"/>
                <a:gd name="csX3" fmla="*/ 2389 w 3343"/>
                <a:gd name="csY3" fmla="*/ 478 h 477"/>
                <a:gd name="csX4" fmla="*/ 3344 w 3343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3" h="477">
                  <a:moveTo>
                    <a:pt x="3344" y="0"/>
                  </a:moveTo>
                  <a:lnTo>
                    <a:pt x="2389" y="478"/>
                  </a:lnTo>
                  <a:lnTo>
                    <a:pt x="0" y="0"/>
                  </a:lnTo>
                  <a:lnTo>
                    <a:pt x="2389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8" name="Freeform 777">
              <a:extLst>
                <a:ext uri="{FF2B5EF4-FFF2-40B4-BE49-F238E27FC236}">
                  <a16:creationId xmlns:a16="http://schemas.microsoft.com/office/drawing/2014/main" id="{00322CF1-CDE0-CB33-7D99-39A0C711A983}"/>
                </a:ext>
              </a:extLst>
            </p:cNvPr>
            <p:cNvSpPr/>
            <p:nvPr/>
          </p:nvSpPr>
          <p:spPr>
            <a:xfrm>
              <a:off x="7940990" y="4718653"/>
              <a:ext cx="1911" cy="1911"/>
            </a:xfrm>
            <a:custGeom>
              <a:avLst/>
              <a:gdLst>
                <a:gd name="csX0" fmla="*/ 1911 w 1911"/>
                <a:gd name="csY0" fmla="*/ 1433 h 1911"/>
                <a:gd name="csX1" fmla="*/ 1911 w 1911"/>
                <a:gd name="csY1" fmla="*/ 1911 h 1911"/>
                <a:gd name="csX2" fmla="*/ 0 w 1911"/>
                <a:gd name="csY2" fmla="*/ 956 h 1911"/>
                <a:gd name="csX3" fmla="*/ 0 w 1911"/>
                <a:gd name="csY3" fmla="*/ 0 h 1911"/>
                <a:gd name="csX4" fmla="*/ 478 w 1911"/>
                <a:gd name="csY4" fmla="*/ 0 h 1911"/>
                <a:gd name="csX5" fmla="*/ 1433 w 1911"/>
                <a:gd name="csY5" fmla="*/ 478 h 1911"/>
                <a:gd name="csX6" fmla="*/ 1911 w 1911"/>
                <a:gd name="csY6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1">
                  <a:moveTo>
                    <a:pt x="1911" y="1433"/>
                  </a:moveTo>
                  <a:lnTo>
                    <a:pt x="1911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9" name="Freeform 778">
              <a:extLst>
                <a:ext uri="{FF2B5EF4-FFF2-40B4-BE49-F238E27FC236}">
                  <a16:creationId xmlns:a16="http://schemas.microsoft.com/office/drawing/2014/main" id="{C6070785-EECC-8B70-8E91-BD4C5122F0E6}"/>
                </a:ext>
              </a:extLst>
            </p:cNvPr>
            <p:cNvSpPr/>
            <p:nvPr/>
          </p:nvSpPr>
          <p:spPr>
            <a:xfrm>
              <a:off x="7940512" y="4349846"/>
              <a:ext cx="1433" cy="1910"/>
            </a:xfrm>
            <a:custGeom>
              <a:avLst/>
              <a:gdLst>
                <a:gd name="csX0" fmla="*/ 1433 w 1433"/>
                <a:gd name="csY0" fmla="*/ 0 h 1910"/>
                <a:gd name="csX1" fmla="*/ 0 w 1433"/>
                <a:gd name="csY1" fmla="*/ 1911 h 1910"/>
                <a:gd name="csX2" fmla="*/ 0 w 1433"/>
                <a:gd name="csY2" fmla="*/ 1911 h 1910"/>
                <a:gd name="csX3" fmla="*/ 1433 w 1433"/>
                <a:gd name="csY3" fmla="*/ 0 h 1910"/>
                <a:gd name="csX4" fmla="*/ 1433 w 1433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1910">
                  <a:moveTo>
                    <a:pt x="1433" y="0"/>
                  </a:moveTo>
                  <a:lnTo>
                    <a:pt x="0" y="1911"/>
                  </a:lnTo>
                  <a:lnTo>
                    <a:pt x="0" y="1911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0" name="Freeform 779">
              <a:extLst>
                <a:ext uri="{FF2B5EF4-FFF2-40B4-BE49-F238E27FC236}">
                  <a16:creationId xmlns:a16="http://schemas.microsoft.com/office/drawing/2014/main" id="{4A554182-76A4-A420-9044-66671F4D52BC}"/>
                </a:ext>
              </a:extLst>
            </p:cNvPr>
            <p:cNvSpPr/>
            <p:nvPr/>
          </p:nvSpPr>
          <p:spPr>
            <a:xfrm>
              <a:off x="7935257" y="4738718"/>
              <a:ext cx="6210" cy="2866"/>
            </a:xfrm>
            <a:custGeom>
              <a:avLst/>
              <a:gdLst>
                <a:gd name="csX0" fmla="*/ 6211 w 6210"/>
                <a:gd name="csY0" fmla="*/ 1433 h 2866"/>
                <a:gd name="csX1" fmla="*/ 5733 w 6210"/>
                <a:gd name="csY1" fmla="*/ 2389 h 2866"/>
                <a:gd name="csX2" fmla="*/ 3344 w 6210"/>
                <a:gd name="csY2" fmla="*/ 2867 h 2866"/>
                <a:gd name="csX3" fmla="*/ 0 w 6210"/>
                <a:gd name="csY3" fmla="*/ 2389 h 2866"/>
                <a:gd name="csX4" fmla="*/ 478 w 6210"/>
                <a:gd name="csY4" fmla="*/ 1433 h 2866"/>
                <a:gd name="csX5" fmla="*/ 1911 w 6210"/>
                <a:gd name="csY5" fmla="*/ 0 h 2866"/>
                <a:gd name="csX6" fmla="*/ 3344 w 6210"/>
                <a:gd name="csY6" fmla="*/ 0 h 2866"/>
                <a:gd name="csX7" fmla="*/ 5255 w 6210"/>
                <a:gd name="csY7" fmla="*/ 956 h 2866"/>
                <a:gd name="csX8" fmla="*/ 6211 w 6210"/>
                <a:gd name="csY8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210" h="2866">
                  <a:moveTo>
                    <a:pt x="6211" y="1433"/>
                  </a:moveTo>
                  <a:lnTo>
                    <a:pt x="5733" y="2389"/>
                  </a:lnTo>
                  <a:lnTo>
                    <a:pt x="3344" y="2867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1911" y="0"/>
                  </a:lnTo>
                  <a:lnTo>
                    <a:pt x="3344" y="0"/>
                  </a:lnTo>
                  <a:lnTo>
                    <a:pt x="5255" y="956"/>
                  </a:lnTo>
                  <a:lnTo>
                    <a:pt x="62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1" name="Freeform 780">
              <a:extLst>
                <a:ext uri="{FF2B5EF4-FFF2-40B4-BE49-F238E27FC236}">
                  <a16:creationId xmlns:a16="http://schemas.microsoft.com/office/drawing/2014/main" id="{CDE574E5-FDF3-1BA3-E2EB-11F8413B7B59}"/>
                </a:ext>
              </a:extLst>
            </p:cNvPr>
            <p:cNvSpPr/>
            <p:nvPr/>
          </p:nvSpPr>
          <p:spPr>
            <a:xfrm>
              <a:off x="7932391" y="3681025"/>
              <a:ext cx="6210" cy="1433"/>
            </a:xfrm>
            <a:custGeom>
              <a:avLst/>
              <a:gdLst>
                <a:gd name="csX0" fmla="*/ 3821 w 6210"/>
                <a:gd name="csY0" fmla="*/ 956 h 1433"/>
                <a:gd name="csX1" fmla="*/ 6210 w 6210"/>
                <a:gd name="csY1" fmla="*/ 1433 h 1433"/>
                <a:gd name="csX2" fmla="*/ 3821 w 6210"/>
                <a:gd name="csY2" fmla="*/ 956 h 1433"/>
                <a:gd name="csX3" fmla="*/ 2389 w 6210"/>
                <a:gd name="csY3" fmla="*/ 0 h 1433"/>
                <a:gd name="csX4" fmla="*/ 0 w 6210"/>
                <a:gd name="csY4" fmla="*/ 0 h 1433"/>
                <a:gd name="csX5" fmla="*/ 2389 w 6210"/>
                <a:gd name="csY5" fmla="*/ 0 h 1433"/>
                <a:gd name="csX6" fmla="*/ 3821 w 6210"/>
                <a:gd name="csY6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1433">
                  <a:moveTo>
                    <a:pt x="3821" y="956"/>
                  </a:moveTo>
                  <a:lnTo>
                    <a:pt x="6210" y="1433"/>
                  </a:lnTo>
                  <a:lnTo>
                    <a:pt x="3821" y="956"/>
                  </a:lnTo>
                  <a:lnTo>
                    <a:pt x="2389" y="0"/>
                  </a:lnTo>
                  <a:lnTo>
                    <a:pt x="0" y="0"/>
                  </a:lnTo>
                  <a:lnTo>
                    <a:pt x="2389" y="0"/>
                  </a:lnTo>
                  <a:lnTo>
                    <a:pt x="38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2" name="Freeform 781">
              <a:extLst>
                <a:ext uri="{FF2B5EF4-FFF2-40B4-BE49-F238E27FC236}">
                  <a16:creationId xmlns:a16="http://schemas.microsoft.com/office/drawing/2014/main" id="{5F588507-6E8C-B849-3444-5499EE1A0AA8}"/>
                </a:ext>
              </a:extLst>
            </p:cNvPr>
            <p:cNvSpPr/>
            <p:nvPr/>
          </p:nvSpPr>
          <p:spPr>
            <a:xfrm>
              <a:off x="7933346" y="4718653"/>
              <a:ext cx="2866" cy="4299"/>
            </a:xfrm>
            <a:custGeom>
              <a:avLst/>
              <a:gdLst>
                <a:gd name="csX0" fmla="*/ 2389 w 2866"/>
                <a:gd name="csY0" fmla="*/ 1911 h 4299"/>
                <a:gd name="csX1" fmla="*/ 2866 w 2866"/>
                <a:gd name="csY1" fmla="*/ 2867 h 4299"/>
                <a:gd name="csX2" fmla="*/ 1911 w 2866"/>
                <a:gd name="csY2" fmla="*/ 3822 h 4299"/>
                <a:gd name="csX3" fmla="*/ 1433 w 2866"/>
                <a:gd name="csY3" fmla="*/ 4300 h 4299"/>
                <a:gd name="csX4" fmla="*/ 0 w 2866"/>
                <a:gd name="csY4" fmla="*/ 1911 h 4299"/>
                <a:gd name="csX5" fmla="*/ 478 w 2866"/>
                <a:gd name="csY5" fmla="*/ 478 h 4299"/>
                <a:gd name="csX6" fmla="*/ 478 w 2866"/>
                <a:gd name="csY6" fmla="*/ 0 h 4299"/>
                <a:gd name="csX7" fmla="*/ 1433 w 2866"/>
                <a:gd name="csY7" fmla="*/ 956 h 4299"/>
                <a:gd name="csX8" fmla="*/ 2389 w 2866"/>
                <a:gd name="csY8" fmla="*/ 1911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4299">
                  <a:moveTo>
                    <a:pt x="2389" y="1911"/>
                  </a:moveTo>
                  <a:lnTo>
                    <a:pt x="2866" y="2867"/>
                  </a:lnTo>
                  <a:lnTo>
                    <a:pt x="1911" y="3822"/>
                  </a:lnTo>
                  <a:lnTo>
                    <a:pt x="1433" y="4300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956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3" name="Freeform 782">
              <a:extLst>
                <a:ext uri="{FF2B5EF4-FFF2-40B4-BE49-F238E27FC236}">
                  <a16:creationId xmlns:a16="http://schemas.microsoft.com/office/drawing/2014/main" id="{50C29781-C262-DE1D-470D-76982DCDE3BA}"/>
                </a:ext>
              </a:extLst>
            </p:cNvPr>
            <p:cNvSpPr/>
            <p:nvPr/>
          </p:nvSpPr>
          <p:spPr>
            <a:xfrm>
              <a:off x="7933346" y="4312105"/>
              <a:ext cx="2388" cy="2866"/>
            </a:xfrm>
            <a:custGeom>
              <a:avLst/>
              <a:gdLst>
                <a:gd name="csX0" fmla="*/ 0 w 2388"/>
                <a:gd name="csY0" fmla="*/ 0 h 2866"/>
                <a:gd name="csX1" fmla="*/ 2389 w 2388"/>
                <a:gd name="csY1" fmla="*/ 2866 h 2866"/>
                <a:gd name="csX2" fmla="*/ 0 w 2388"/>
                <a:gd name="csY2" fmla="*/ 0 h 2866"/>
                <a:gd name="csX3" fmla="*/ 0 w 2388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2866">
                  <a:moveTo>
                    <a:pt x="0" y="0"/>
                  </a:moveTo>
                  <a:lnTo>
                    <a:pt x="2389" y="286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4" name="Freeform 783">
              <a:extLst>
                <a:ext uri="{FF2B5EF4-FFF2-40B4-BE49-F238E27FC236}">
                  <a16:creationId xmlns:a16="http://schemas.microsoft.com/office/drawing/2014/main" id="{72DFAA80-94A3-8E9D-DD88-8F3349902BF3}"/>
                </a:ext>
              </a:extLst>
            </p:cNvPr>
            <p:cNvSpPr/>
            <p:nvPr/>
          </p:nvSpPr>
          <p:spPr>
            <a:xfrm>
              <a:off x="7932391" y="4713876"/>
              <a:ext cx="2388" cy="2866"/>
            </a:xfrm>
            <a:custGeom>
              <a:avLst/>
              <a:gdLst>
                <a:gd name="csX0" fmla="*/ 2389 w 2388"/>
                <a:gd name="csY0" fmla="*/ 1911 h 2866"/>
                <a:gd name="csX1" fmla="*/ 2389 w 2388"/>
                <a:gd name="csY1" fmla="*/ 2867 h 2866"/>
                <a:gd name="csX2" fmla="*/ 955 w 2388"/>
                <a:gd name="csY2" fmla="*/ 2389 h 2866"/>
                <a:gd name="csX3" fmla="*/ 0 w 2388"/>
                <a:gd name="csY3" fmla="*/ 1433 h 2866"/>
                <a:gd name="csX4" fmla="*/ 955 w 2388"/>
                <a:gd name="csY4" fmla="*/ 478 h 2866"/>
                <a:gd name="csX5" fmla="*/ 1433 w 2388"/>
                <a:gd name="csY5" fmla="*/ 0 h 2866"/>
                <a:gd name="csX6" fmla="*/ 1911 w 2388"/>
                <a:gd name="csY6" fmla="*/ 1433 h 2866"/>
                <a:gd name="csX7" fmla="*/ 2389 w 2388"/>
                <a:gd name="csY7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866">
                  <a:moveTo>
                    <a:pt x="2389" y="1911"/>
                  </a:moveTo>
                  <a:lnTo>
                    <a:pt x="2389" y="2867"/>
                  </a:lnTo>
                  <a:lnTo>
                    <a:pt x="955" y="2389"/>
                  </a:lnTo>
                  <a:lnTo>
                    <a:pt x="0" y="1433"/>
                  </a:lnTo>
                  <a:lnTo>
                    <a:pt x="955" y="478"/>
                  </a:lnTo>
                  <a:lnTo>
                    <a:pt x="1433" y="0"/>
                  </a:lnTo>
                  <a:lnTo>
                    <a:pt x="1911" y="1433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CF6A943F-BD57-EE76-A618-6C467B4A6315}"/>
                </a:ext>
              </a:extLst>
            </p:cNvPr>
            <p:cNvSpPr/>
            <p:nvPr/>
          </p:nvSpPr>
          <p:spPr>
            <a:xfrm>
              <a:off x="7930958" y="4538549"/>
              <a:ext cx="1911" cy="1910"/>
            </a:xfrm>
            <a:custGeom>
              <a:avLst/>
              <a:gdLst>
                <a:gd name="csX0" fmla="*/ 1911 w 1911"/>
                <a:gd name="csY0" fmla="*/ 955 h 1910"/>
                <a:gd name="csX1" fmla="*/ 956 w 1911"/>
                <a:gd name="csY1" fmla="*/ 1911 h 1910"/>
                <a:gd name="csX2" fmla="*/ 0 w 1911"/>
                <a:gd name="csY2" fmla="*/ 478 h 1910"/>
                <a:gd name="csX3" fmla="*/ 0 w 1911"/>
                <a:gd name="csY3" fmla="*/ 0 h 1910"/>
                <a:gd name="csX4" fmla="*/ 1911 w 1911"/>
                <a:gd name="csY4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1910">
                  <a:moveTo>
                    <a:pt x="1911" y="955"/>
                  </a:moveTo>
                  <a:lnTo>
                    <a:pt x="956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6" name="Freeform 785">
              <a:extLst>
                <a:ext uri="{FF2B5EF4-FFF2-40B4-BE49-F238E27FC236}">
                  <a16:creationId xmlns:a16="http://schemas.microsoft.com/office/drawing/2014/main" id="{85297C1B-D65B-FCE6-F1B9-56C79E3D41DC}"/>
                </a:ext>
              </a:extLst>
            </p:cNvPr>
            <p:cNvSpPr/>
            <p:nvPr/>
          </p:nvSpPr>
          <p:spPr>
            <a:xfrm>
              <a:off x="7929525" y="3678158"/>
              <a:ext cx="2866" cy="2866"/>
            </a:xfrm>
            <a:custGeom>
              <a:avLst/>
              <a:gdLst>
                <a:gd name="csX0" fmla="*/ 1433 w 2866"/>
                <a:gd name="csY0" fmla="*/ 956 h 2866"/>
                <a:gd name="csX1" fmla="*/ 2866 w 2866"/>
                <a:gd name="csY1" fmla="*/ 2866 h 2866"/>
                <a:gd name="csX2" fmla="*/ 2866 w 2866"/>
                <a:gd name="csY2" fmla="*/ 2866 h 2866"/>
                <a:gd name="csX3" fmla="*/ 1433 w 2866"/>
                <a:gd name="csY3" fmla="*/ 956 h 2866"/>
                <a:gd name="csX4" fmla="*/ 0 w 2866"/>
                <a:gd name="csY4" fmla="*/ 0 h 2866"/>
                <a:gd name="csX5" fmla="*/ 0 w 2866"/>
                <a:gd name="csY5" fmla="*/ 0 h 2866"/>
                <a:gd name="csX6" fmla="*/ 1433 w 2866"/>
                <a:gd name="csY6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2866">
                  <a:moveTo>
                    <a:pt x="1433" y="956"/>
                  </a:moveTo>
                  <a:lnTo>
                    <a:pt x="2866" y="2866"/>
                  </a:lnTo>
                  <a:lnTo>
                    <a:pt x="2866" y="2866"/>
                  </a:lnTo>
                  <a:lnTo>
                    <a:pt x="1433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7" name="Freeform 786">
              <a:extLst>
                <a:ext uri="{FF2B5EF4-FFF2-40B4-BE49-F238E27FC236}">
                  <a16:creationId xmlns:a16="http://schemas.microsoft.com/office/drawing/2014/main" id="{7A6E7F2E-7896-7393-6661-96ABEF00BCFA}"/>
                </a:ext>
              </a:extLst>
            </p:cNvPr>
            <p:cNvSpPr/>
            <p:nvPr/>
          </p:nvSpPr>
          <p:spPr>
            <a:xfrm>
              <a:off x="7929047" y="4721997"/>
              <a:ext cx="3344" cy="2866"/>
            </a:xfrm>
            <a:custGeom>
              <a:avLst/>
              <a:gdLst>
                <a:gd name="csX0" fmla="*/ 1911 w 3344"/>
                <a:gd name="csY0" fmla="*/ 0 h 2866"/>
                <a:gd name="csX1" fmla="*/ 3344 w 3344"/>
                <a:gd name="csY1" fmla="*/ 1433 h 2866"/>
                <a:gd name="csX2" fmla="*/ 2867 w 3344"/>
                <a:gd name="csY2" fmla="*/ 2867 h 2866"/>
                <a:gd name="csX3" fmla="*/ 478 w 3344"/>
                <a:gd name="csY3" fmla="*/ 2867 h 2866"/>
                <a:gd name="csX4" fmla="*/ 0 w 3344"/>
                <a:gd name="csY4" fmla="*/ 2867 h 2866"/>
                <a:gd name="csX5" fmla="*/ 478 w 3344"/>
                <a:gd name="csY5" fmla="*/ 956 h 2866"/>
                <a:gd name="csX6" fmla="*/ 956 w 3344"/>
                <a:gd name="csY6" fmla="*/ 0 h 2866"/>
                <a:gd name="csX7" fmla="*/ 1911 w 3344"/>
                <a:gd name="csY7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2866">
                  <a:moveTo>
                    <a:pt x="1911" y="0"/>
                  </a:moveTo>
                  <a:lnTo>
                    <a:pt x="3344" y="1433"/>
                  </a:lnTo>
                  <a:lnTo>
                    <a:pt x="2867" y="2867"/>
                  </a:lnTo>
                  <a:lnTo>
                    <a:pt x="478" y="2867"/>
                  </a:lnTo>
                  <a:lnTo>
                    <a:pt x="0" y="2867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" name="Freeform 787">
              <a:extLst>
                <a:ext uri="{FF2B5EF4-FFF2-40B4-BE49-F238E27FC236}">
                  <a16:creationId xmlns:a16="http://schemas.microsoft.com/office/drawing/2014/main" id="{745922B6-7B33-12D0-7E40-1CE75933D1E0}"/>
                </a:ext>
              </a:extLst>
            </p:cNvPr>
            <p:cNvSpPr/>
            <p:nvPr/>
          </p:nvSpPr>
          <p:spPr>
            <a:xfrm>
              <a:off x="7920448" y="4713398"/>
              <a:ext cx="9076" cy="5732"/>
            </a:xfrm>
            <a:custGeom>
              <a:avLst/>
              <a:gdLst>
                <a:gd name="csX0" fmla="*/ 7166 w 9076"/>
                <a:gd name="csY0" fmla="*/ 2866 h 5732"/>
                <a:gd name="csX1" fmla="*/ 9077 w 9076"/>
                <a:gd name="csY1" fmla="*/ 5255 h 5732"/>
                <a:gd name="csX2" fmla="*/ 8599 w 9076"/>
                <a:gd name="csY2" fmla="*/ 5733 h 5732"/>
                <a:gd name="csX3" fmla="*/ 7644 w 9076"/>
                <a:gd name="csY3" fmla="*/ 5733 h 5732"/>
                <a:gd name="csX4" fmla="*/ 6688 w 9076"/>
                <a:gd name="csY4" fmla="*/ 5255 h 5732"/>
                <a:gd name="csX5" fmla="*/ 5255 w 9076"/>
                <a:gd name="csY5" fmla="*/ 4300 h 5732"/>
                <a:gd name="csX6" fmla="*/ 3821 w 9076"/>
                <a:gd name="csY6" fmla="*/ 3344 h 5732"/>
                <a:gd name="csX7" fmla="*/ 1911 w 9076"/>
                <a:gd name="csY7" fmla="*/ 2389 h 5732"/>
                <a:gd name="csX8" fmla="*/ 478 w 9076"/>
                <a:gd name="csY8" fmla="*/ 2389 h 5732"/>
                <a:gd name="csX9" fmla="*/ 0 w 9076"/>
                <a:gd name="csY9" fmla="*/ 1911 h 5732"/>
                <a:gd name="csX10" fmla="*/ 478 w 9076"/>
                <a:gd name="csY10" fmla="*/ 0 h 5732"/>
                <a:gd name="csX11" fmla="*/ 1911 w 9076"/>
                <a:gd name="csY11" fmla="*/ 0 h 5732"/>
                <a:gd name="csX12" fmla="*/ 5733 w 9076"/>
                <a:gd name="csY12" fmla="*/ 1911 h 5732"/>
                <a:gd name="csX13" fmla="*/ 7166 w 9076"/>
                <a:gd name="csY13" fmla="*/ 2866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076" h="5732">
                  <a:moveTo>
                    <a:pt x="7166" y="2866"/>
                  </a:moveTo>
                  <a:lnTo>
                    <a:pt x="9077" y="5255"/>
                  </a:lnTo>
                  <a:lnTo>
                    <a:pt x="8599" y="5733"/>
                  </a:lnTo>
                  <a:lnTo>
                    <a:pt x="7644" y="5733"/>
                  </a:lnTo>
                  <a:lnTo>
                    <a:pt x="6688" y="5255"/>
                  </a:lnTo>
                  <a:lnTo>
                    <a:pt x="5255" y="4300"/>
                  </a:lnTo>
                  <a:lnTo>
                    <a:pt x="3821" y="3344"/>
                  </a:lnTo>
                  <a:lnTo>
                    <a:pt x="1911" y="2389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5733" y="1911"/>
                  </a:lnTo>
                  <a:lnTo>
                    <a:pt x="716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9" name="Freeform 788">
              <a:extLst>
                <a:ext uri="{FF2B5EF4-FFF2-40B4-BE49-F238E27FC236}">
                  <a16:creationId xmlns:a16="http://schemas.microsoft.com/office/drawing/2014/main" id="{47CF2926-BF0F-86C5-D3A7-40D50A23B7D0}"/>
                </a:ext>
              </a:extLst>
            </p:cNvPr>
            <p:cNvSpPr/>
            <p:nvPr/>
          </p:nvSpPr>
          <p:spPr>
            <a:xfrm>
              <a:off x="7926180" y="4527561"/>
              <a:ext cx="955" cy="1911"/>
            </a:xfrm>
            <a:custGeom>
              <a:avLst/>
              <a:gdLst>
                <a:gd name="csX0" fmla="*/ 956 w 955"/>
                <a:gd name="csY0" fmla="*/ 0 h 1911"/>
                <a:gd name="csX1" fmla="*/ 956 w 955"/>
                <a:gd name="csY1" fmla="*/ 1911 h 1911"/>
                <a:gd name="csX2" fmla="*/ 478 w 955"/>
                <a:gd name="csY2" fmla="*/ 1911 h 1911"/>
                <a:gd name="csX3" fmla="*/ 478 w 955"/>
                <a:gd name="csY3" fmla="*/ 1911 h 1911"/>
                <a:gd name="csX4" fmla="*/ 0 w 955"/>
                <a:gd name="csY4" fmla="*/ 1433 h 1911"/>
                <a:gd name="csX5" fmla="*/ 0 w 955"/>
                <a:gd name="csY5" fmla="*/ 478 h 1911"/>
                <a:gd name="csX6" fmla="*/ 478 w 955"/>
                <a:gd name="csY6" fmla="*/ 0 h 1911"/>
                <a:gd name="csX7" fmla="*/ 956 w 955"/>
                <a:gd name="csY7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1911">
                  <a:moveTo>
                    <a:pt x="956" y="0"/>
                  </a:moveTo>
                  <a:lnTo>
                    <a:pt x="956" y="1911"/>
                  </a:lnTo>
                  <a:lnTo>
                    <a:pt x="478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0" name="Freeform 789">
              <a:extLst>
                <a:ext uri="{FF2B5EF4-FFF2-40B4-BE49-F238E27FC236}">
                  <a16:creationId xmlns:a16="http://schemas.microsoft.com/office/drawing/2014/main" id="{C613D443-E537-7DC4-8409-29EBEEDE899C}"/>
                </a:ext>
              </a:extLst>
            </p:cNvPr>
            <p:cNvSpPr/>
            <p:nvPr/>
          </p:nvSpPr>
          <p:spPr>
            <a:xfrm>
              <a:off x="7915671" y="4714354"/>
              <a:ext cx="10987" cy="7165"/>
            </a:xfrm>
            <a:custGeom>
              <a:avLst/>
              <a:gdLst>
                <a:gd name="csX0" fmla="*/ 10510 w 10987"/>
                <a:gd name="csY0" fmla="*/ 4777 h 7165"/>
                <a:gd name="csX1" fmla="*/ 10987 w 10987"/>
                <a:gd name="csY1" fmla="*/ 6688 h 7165"/>
                <a:gd name="csX2" fmla="*/ 10987 w 10987"/>
                <a:gd name="csY2" fmla="*/ 7166 h 7165"/>
                <a:gd name="csX3" fmla="*/ 10032 w 10987"/>
                <a:gd name="csY3" fmla="*/ 6688 h 7165"/>
                <a:gd name="csX4" fmla="*/ 6210 w 10987"/>
                <a:gd name="csY4" fmla="*/ 6210 h 7165"/>
                <a:gd name="csX5" fmla="*/ 4777 w 10987"/>
                <a:gd name="csY5" fmla="*/ 6210 h 7165"/>
                <a:gd name="csX6" fmla="*/ 1433 w 10987"/>
                <a:gd name="csY6" fmla="*/ 5255 h 7165"/>
                <a:gd name="csX7" fmla="*/ 478 w 10987"/>
                <a:gd name="csY7" fmla="*/ 4777 h 7165"/>
                <a:gd name="csX8" fmla="*/ 0 w 10987"/>
                <a:gd name="csY8" fmla="*/ 4299 h 7165"/>
                <a:gd name="csX9" fmla="*/ 0 w 10987"/>
                <a:gd name="csY9" fmla="*/ 2866 h 7165"/>
                <a:gd name="csX10" fmla="*/ 478 w 10987"/>
                <a:gd name="csY10" fmla="*/ 2389 h 7165"/>
                <a:gd name="csX11" fmla="*/ 955 w 10987"/>
                <a:gd name="csY11" fmla="*/ 478 h 7165"/>
                <a:gd name="csX12" fmla="*/ 1911 w 10987"/>
                <a:gd name="csY12" fmla="*/ 0 h 7165"/>
                <a:gd name="csX13" fmla="*/ 3344 w 10987"/>
                <a:gd name="csY13" fmla="*/ 956 h 7165"/>
                <a:gd name="csX14" fmla="*/ 5255 w 10987"/>
                <a:gd name="csY14" fmla="*/ 2389 h 7165"/>
                <a:gd name="csX15" fmla="*/ 6210 w 10987"/>
                <a:gd name="csY15" fmla="*/ 2866 h 7165"/>
                <a:gd name="csX16" fmla="*/ 9555 w 10987"/>
                <a:gd name="csY16" fmla="*/ 4299 h 7165"/>
                <a:gd name="csX17" fmla="*/ 10510 w 10987"/>
                <a:gd name="csY17" fmla="*/ 4777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987" h="7165">
                  <a:moveTo>
                    <a:pt x="10510" y="4777"/>
                  </a:moveTo>
                  <a:lnTo>
                    <a:pt x="10987" y="6688"/>
                  </a:lnTo>
                  <a:lnTo>
                    <a:pt x="10987" y="7166"/>
                  </a:lnTo>
                  <a:lnTo>
                    <a:pt x="10032" y="6688"/>
                  </a:lnTo>
                  <a:lnTo>
                    <a:pt x="6210" y="6210"/>
                  </a:lnTo>
                  <a:lnTo>
                    <a:pt x="4777" y="6210"/>
                  </a:lnTo>
                  <a:lnTo>
                    <a:pt x="1433" y="5255"/>
                  </a:lnTo>
                  <a:lnTo>
                    <a:pt x="478" y="4777"/>
                  </a:lnTo>
                  <a:lnTo>
                    <a:pt x="0" y="4299"/>
                  </a:lnTo>
                  <a:lnTo>
                    <a:pt x="0" y="2866"/>
                  </a:lnTo>
                  <a:lnTo>
                    <a:pt x="478" y="2389"/>
                  </a:lnTo>
                  <a:lnTo>
                    <a:pt x="955" y="478"/>
                  </a:lnTo>
                  <a:lnTo>
                    <a:pt x="1911" y="0"/>
                  </a:lnTo>
                  <a:lnTo>
                    <a:pt x="3344" y="956"/>
                  </a:lnTo>
                  <a:lnTo>
                    <a:pt x="5255" y="2389"/>
                  </a:lnTo>
                  <a:lnTo>
                    <a:pt x="6210" y="2866"/>
                  </a:lnTo>
                  <a:lnTo>
                    <a:pt x="9555" y="4299"/>
                  </a:lnTo>
                  <a:lnTo>
                    <a:pt x="10510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1" name="Freeform 790">
              <a:extLst>
                <a:ext uri="{FF2B5EF4-FFF2-40B4-BE49-F238E27FC236}">
                  <a16:creationId xmlns:a16="http://schemas.microsoft.com/office/drawing/2014/main" id="{A1A1755F-034D-A145-1C5E-A8853598658A}"/>
                </a:ext>
              </a:extLst>
            </p:cNvPr>
            <p:cNvSpPr/>
            <p:nvPr/>
          </p:nvSpPr>
          <p:spPr>
            <a:xfrm>
              <a:off x="7924747" y="4520873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0 w 477"/>
                <a:gd name="csY2" fmla="*/ 478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2" name="Freeform 791">
              <a:extLst>
                <a:ext uri="{FF2B5EF4-FFF2-40B4-BE49-F238E27FC236}">
                  <a16:creationId xmlns:a16="http://schemas.microsoft.com/office/drawing/2014/main" id="{1450EA11-632F-FC5B-B7D2-4E9B2359640E}"/>
                </a:ext>
              </a:extLst>
            </p:cNvPr>
            <p:cNvSpPr/>
            <p:nvPr/>
          </p:nvSpPr>
          <p:spPr>
            <a:xfrm>
              <a:off x="7914237" y="3671470"/>
              <a:ext cx="9554" cy="5732"/>
            </a:xfrm>
            <a:custGeom>
              <a:avLst/>
              <a:gdLst>
                <a:gd name="csX0" fmla="*/ 9555 w 9554"/>
                <a:gd name="csY0" fmla="*/ 5733 h 5732"/>
                <a:gd name="csX1" fmla="*/ 9077 w 9554"/>
                <a:gd name="csY1" fmla="*/ 5733 h 5732"/>
                <a:gd name="csX2" fmla="*/ 7166 w 9554"/>
                <a:gd name="csY2" fmla="*/ 4777 h 5732"/>
                <a:gd name="csX3" fmla="*/ 5733 w 9554"/>
                <a:gd name="csY3" fmla="*/ 4300 h 5732"/>
                <a:gd name="csX4" fmla="*/ 2866 w 9554"/>
                <a:gd name="csY4" fmla="*/ 1911 h 5732"/>
                <a:gd name="csX5" fmla="*/ 1433 w 9554"/>
                <a:gd name="csY5" fmla="*/ 0 h 5732"/>
                <a:gd name="csX6" fmla="*/ 0 w 9554"/>
                <a:gd name="csY6" fmla="*/ 0 h 5732"/>
                <a:gd name="csX7" fmla="*/ 478 w 9554"/>
                <a:gd name="csY7" fmla="*/ 0 h 5732"/>
                <a:gd name="csX8" fmla="*/ 1433 w 9554"/>
                <a:gd name="csY8" fmla="*/ 0 h 5732"/>
                <a:gd name="csX9" fmla="*/ 3344 w 9554"/>
                <a:gd name="csY9" fmla="*/ 1911 h 5732"/>
                <a:gd name="csX10" fmla="*/ 5733 w 9554"/>
                <a:gd name="csY10" fmla="*/ 3822 h 5732"/>
                <a:gd name="csX11" fmla="*/ 7644 w 9554"/>
                <a:gd name="csY11" fmla="*/ 4777 h 5732"/>
                <a:gd name="csX12" fmla="*/ 9555 w 9554"/>
                <a:gd name="csY12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554" h="5732">
                  <a:moveTo>
                    <a:pt x="9555" y="5733"/>
                  </a:moveTo>
                  <a:lnTo>
                    <a:pt x="9077" y="5733"/>
                  </a:lnTo>
                  <a:lnTo>
                    <a:pt x="7166" y="4777"/>
                  </a:lnTo>
                  <a:lnTo>
                    <a:pt x="5733" y="4300"/>
                  </a:lnTo>
                  <a:lnTo>
                    <a:pt x="2866" y="1911"/>
                  </a:lnTo>
                  <a:lnTo>
                    <a:pt x="1433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3344" y="1911"/>
                  </a:lnTo>
                  <a:lnTo>
                    <a:pt x="5733" y="3822"/>
                  </a:lnTo>
                  <a:lnTo>
                    <a:pt x="7644" y="4777"/>
                  </a:lnTo>
                  <a:lnTo>
                    <a:pt x="9555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3675CD00-6CEA-CF49-8D2D-34F7F43AD48E}"/>
                </a:ext>
              </a:extLst>
            </p:cNvPr>
            <p:cNvSpPr/>
            <p:nvPr/>
          </p:nvSpPr>
          <p:spPr>
            <a:xfrm>
              <a:off x="7921881" y="4330737"/>
              <a:ext cx="478" cy="955"/>
            </a:xfrm>
            <a:custGeom>
              <a:avLst/>
              <a:gdLst>
                <a:gd name="csX0" fmla="*/ 478 w 478"/>
                <a:gd name="csY0" fmla="*/ 0 h 955"/>
                <a:gd name="csX1" fmla="*/ 0 w 478"/>
                <a:gd name="csY1" fmla="*/ 955 h 955"/>
                <a:gd name="csX2" fmla="*/ 478 w 478"/>
                <a:gd name="csY2" fmla="*/ 0 h 955"/>
                <a:gd name="csX3" fmla="*/ 478 w 47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955">
                  <a:moveTo>
                    <a:pt x="478" y="0"/>
                  </a:moveTo>
                  <a:lnTo>
                    <a:pt x="0" y="955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4" name="Freeform 793">
              <a:extLst>
                <a:ext uri="{FF2B5EF4-FFF2-40B4-BE49-F238E27FC236}">
                  <a16:creationId xmlns:a16="http://schemas.microsoft.com/office/drawing/2014/main" id="{0482A1FD-5EC2-52A0-201C-8EE8A0208C1B}"/>
                </a:ext>
              </a:extLst>
            </p:cNvPr>
            <p:cNvSpPr/>
            <p:nvPr/>
          </p:nvSpPr>
          <p:spPr>
            <a:xfrm>
              <a:off x="7916626" y="4503675"/>
              <a:ext cx="3822" cy="3344"/>
            </a:xfrm>
            <a:custGeom>
              <a:avLst/>
              <a:gdLst>
                <a:gd name="csX0" fmla="*/ 3822 w 3822"/>
                <a:gd name="csY0" fmla="*/ 3344 h 3344"/>
                <a:gd name="csX1" fmla="*/ 3822 w 3822"/>
                <a:gd name="csY1" fmla="*/ 3344 h 3344"/>
                <a:gd name="csX2" fmla="*/ 2389 w 3822"/>
                <a:gd name="csY2" fmla="*/ 1911 h 3344"/>
                <a:gd name="csX3" fmla="*/ 0 w 3822"/>
                <a:gd name="csY3" fmla="*/ 0 h 3344"/>
                <a:gd name="csX4" fmla="*/ 0 w 3822"/>
                <a:gd name="csY4" fmla="*/ 0 h 3344"/>
                <a:gd name="csX5" fmla="*/ 2389 w 3822"/>
                <a:gd name="csY5" fmla="*/ 1911 h 3344"/>
                <a:gd name="csX6" fmla="*/ 3822 w 3822"/>
                <a:gd name="csY6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2" h="3344">
                  <a:moveTo>
                    <a:pt x="3822" y="3344"/>
                  </a:moveTo>
                  <a:lnTo>
                    <a:pt x="3822" y="3344"/>
                  </a:lnTo>
                  <a:lnTo>
                    <a:pt x="2389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9" y="1911"/>
                  </a:lnTo>
                  <a:lnTo>
                    <a:pt x="3822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5" name="Freeform 794">
              <a:extLst>
                <a:ext uri="{FF2B5EF4-FFF2-40B4-BE49-F238E27FC236}">
                  <a16:creationId xmlns:a16="http://schemas.microsoft.com/office/drawing/2014/main" id="{63D2D66E-CB70-F2B5-1CC3-82606636E047}"/>
                </a:ext>
              </a:extLst>
            </p:cNvPr>
            <p:cNvSpPr/>
            <p:nvPr/>
          </p:nvSpPr>
          <p:spPr>
            <a:xfrm>
              <a:off x="7917103" y="4521829"/>
              <a:ext cx="1433" cy="2388"/>
            </a:xfrm>
            <a:custGeom>
              <a:avLst/>
              <a:gdLst>
                <a:gd name="csX0" fmla="*/ 1433 w 1433"/>
                <a:gd name="csY0" fmla="*/ 0 h 2388"/>
                <a:gd name="csX1" fmla="*/ 956 w 1433"/>
                <a:gd name="csY1" fmla="*/ 2389 h 2388"/>
                <a:gd name="csX2" fmla="*/ 0 w 1433"/>
                <a:gd name="csY2" fmla="*/ 1433 h 2388"/>
                <a:gd name="csX3" fmla="*/ 478 w 1433"/>
                <a:gd name="csY3" fmla="*/ 478 h 2388"/>
                <a:gd name="csX4" fmla="*/ 478 w 1433"/>
                <a:gd name="csY4" fmla="*/ 0 h 2388"/>
                <a:gd name="csX5" fmla="*/ 1433 w 1433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2388">
                  <a:moveTo>
                    <a:pt x="1433" y="0"/>
                  </a:moveTo>
                  <a:lnTo>
                    <a:pt x="956" y="2389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6" name="Freeform 795">
              <a:extLst>
                <a:ext uri="{FF2B5EF4-FFF2-40B4-BE49-F238E27FC236}">
                  <a16:creationId xmlns:a16="http://schemas.microsoft.com/office/drawing/2014/main" id="{BF738CE7-2AD4-BCA8-9E64-D1A931207213}"/>
                </a:ext>
              </a:extLst>
            </p:cNvPr>
            <p:cNvSpPr/>
            <p:nvPr/>
          </p:nvSpPr>
          <p:spPr>
            <a:xfrm>
              <a:off x="7917103" y="4485044"/>
              <a:ext cx="478" cy="955"/>
            </a:xfrm>
            <a:custGeom>
              <a:avLst/>
              <a:gdLst>
                <a:gd name="csX0" fmla="*/ 478 w 478"/>
                <a:gd name="csY0" fmla="*/ 0 h 955"/>
                <a:gd name="csX1" fmla="*/ 478 w 478"/>
                <a:gd name="csY1" fmla="*/ 956 h 955"/>
                <a:gd name="csX2" fmla="*/ 0 w 478"/>
                <a:gd name="csY2" fmla="*/ 478 h 955"/>
                <a:gd name="csX3" fmla="*/ 478 w 47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955">
                  <a:moveTo>
                    <a:pt x="478" y="0"/>
                  </a:moveTo>
                  <a:lnTo>
                    <a:pt x="478" y="956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7" name="Freeform 796">
              <a:extLst>
                <a:ext uri="{FF2B5EF4-FFF2-40B4-BE49-F238E27FC236}">
                  <a16:creationId xmlns:a16="http://schemas.microsoft.com/office/drawing/2014/main" id="{476CF05D-6753-E604-B014-268BE4F29217}"/>
                </a:ext>
              </a:extLst>
            </p:cNvPr>
            <p:cNvSpPr/>
            <p:nvPr/>
          </p:nvSpPr>
          <p:spPr>
            <a:xfrm>
              <a:off x="7907071" y="4705277"/>
              <a:ext cx="9554" cy="5255"/>
            </a:xfrm>
            <a:custGeom>
              <a:avLst/>
              <a:gdLst>
                <a:gd name="csX0" fmla="*/ 9077 w 9554"/>
                <a:gd name="csY0" fmla="*/ 2867 h 5255"/>
                <a:gd name="csX1" fmla="*/ 9555 w 9554"/>
                <a:gd name="csY1" fmla="*/ 5255 h 5255"/>
                <a:gd name="csX2" fmla="*/ 7644 w 9554"/>
                <a:gd name="csY2" fmla="*/ 4777 h 5255"/>
                <a:gd name="csX3" fmla="*/ 6688 w 9554"/>
                <a:gd name="csY3" fmla="*/ 3822 h 5255"/>
                <a:gd name="csX4" fmla="*/ 4777 w 9554"/>
                <a:gd name="csY4" fmla="*/ 2867 h 5255"/>
                <a:gd name="csX5" fmla="*/ 2866 w 9554"/>
                <a:gd name="csY5" fmla="*/ 2867 h 5255"/>
                <a:gd name="csX6" fmla="*/ 956 w 9554"/>
                <a:gd name="csY6" fmla="*/ 2389 h 5255"/>
                <a:gd name="csX7" fmla="*/ 0 w 9554"/>
                <a:gd name="csY7" fmla="*/ 956 h 5255"/>
                <a:gd name="csX8" fmla="*/ 0 w 9554"/>
                <a:gd name="csY8" fmla="*/ 478 h 5255"/>
                <a:gd name="csX9" fmla="*/ 0 w 9554"/>
                <a:gd name="csY9" fmla="*/ 0 h 5255"/>
                <a:gd name="csX10" fmla="*/ 478 w 9554"/>
                <a:gd name="csY10" fmla="*/ 0 h 5255"/>
                <a:gd name="csX11" fmla="*/ 8599 w 9554"/>
                <a:gd name="csY11" fmla="*/ 1911 h 5255"/>
                <a:gd name="csX12" fmla="*/ 9077 w 9554"/>
                <a:gd name="csY12" fmla="*/ 2867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554" h="5255">
                  <a:moveTo>
                    <a:pt x="9077" y="2867"/>
                  </a:moveTo>
                  <a:lnTo>
                    <a:pt x="9555" y="5255"/>
                  </a:lnTo>
                  <a:lnTo>
                    <a:pt x="7644" y="4777"/>
                  </a:lnTo>
                  <a:lnTo>
                    <a:pt x="6688" y="3822"/>
                  </a:lnTo>
                  <a:lnTo>
                    <a:pt x="4777" y="2867"/>
                  </a:lnTo>
                  <a:lnTo>
                    <a:pt x="2866" y="2867"/>
                  </a:lnTo>
                  <a:lnTo>
                    <a:pt x="956" y="2389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8599" y="1911"/>
                  </a:lnTo>
                  <a:lnTo>
                    <a:pt x="9077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8" name="Freeform 797">
              <a:extLst>
                <a:ext uri="{FF2B5EF4-FFF2-40B4-BE49-F238E27FC236}">
                  <a16:creationId xmlns:a16="http://schemas.microsoft.com/office/drawing/2014/main" id="{D0115446-5C5D-14DE-446F-42EB2B6CB433}"/>
                </a:ext>
              </a:extLst>
            </p:cNvPr>
            <p:cNvSpPr/>
            <p:nvPr/>
          </p:nvSpPr>
          <p:spPr>
            <a:xfrm>
              <a:off x="7910893" y="4709098"/>
              <a:ext cx="4299" cy="8121"/>
            </a:xfrm>
            <a:custGeom>
              <a:avLst/>
              <a:gdLst>
                <a:gd name="csX0" fmla="*/ 4300 w 4299"/>
                <a:gd name="csY0" fmla="*/ 3344 h 8121"/>
                <a:gd name="csX1" fmla="*/ 4300 w 4299"/>
                <a:gd name="csY1" fmla="*/ 4777 h 8121"/>
                <a:gd name="csX2" fmla="*/ 4300 w 4299"/>
                <a:gd name="csY2" fmla="*/ 6211 h 8121"/>
                <a:gd name="csX3" fmla="*/ 4300 w 4299"/>
                <a:gd name="csY3" fmla="*/ 7644 h 8121"/>
                <a:gd name="csX4" fmla="*/ 3344 w 4299"/>
                <a:gd name="csY4" fmla="*/ 8121 h 8121"/>
                <a:gd name="csX5" fmla="*/ 1911 w 4299"/>
                <a:gd name="csY5" fmla="*/ 7166 h 8121"/>
                <a:gd name="csX6" fmla="*/ 955 w 4299"/>
                <a:gd name="csY6" fmla="*/ 6211 h 8121"/>
                <a:gd name="csX7" fmla="*/ 478 w 4299"/>
                <a:gd name="csY7" fmla="*/ 4777 h 8121"/>
                <a:gd name="csX8" fmla="*/ 478 w 4299"/>
                <a:gd name="csY8" fmla="*/ 2867 h 8121"/>
                <a:gd name="csX9" fmla="*/ 0 w 4299"/>
                <a:gd name="csY9" fmla="*/ 956 h 8121"/>
                <a:gd name="csX10" fmla="*/ 478 w 4299"/>
                <a:gd name="csY10" fmla="*/ 0 h 8121"/>
                <a:gd name="csX11" fmla="*/ 955 w 4299"/>
                <a:gd name="csY11" fmla="*/ 0 h 8121"/>
                <a:gd name="csX12" fmla="*/ 2866 w 4299"/>
                <a:gd name="csY12" fmla="*/ 956 h 8121"/>
                <a:gd name="csX13" fmla="*/ 3821 w 4299"/>
                <a:gd name="csY13" fmla="*/ 2867 h 8121"/>
                <a:gd name="csX14" fmla="*/ 4300 w 4299"/>
                <a:gd name="csY14" fmla="*/ 3344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299" h="8121">
                  <a:moveTo>
                    <a:pt x="4300" y="3344"/>
                  </a:moveTo>
                  <a:lnTo>
                    <a:pt x="4300" y="4777"/>
                  </a:lnTo>
                  <a:lnTo>
                    <a:pt x="4300" y="6211"/>
                  </a:lnTo>
                  <a:lnTo>
                    <a:pt x="4300" y="7644"/>
                  </a:lnTo>
                  <a:lnTo>
                    <a:pt x="3344" y="8121"/>
                  </a:lnTo>
                  <a:lnTo>
                    <a:pt x="1911" y="7166"/>
                  </a:lnTo>
                  <a:lnTo>
                    <a:pt x="955" y="6211"/>
                  </a:lnTo>
                  <a:lnTo>
                    <a:pt x="478" y="4777"/>
                  </a:lnTo>
                  <a:lnTo>
                    <a:pt x="478" y="2867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2866" y="956"/>
                  </a:lnTo>
                  <a:lnTo>
                    <a:pt x="3821" y="2867"/>
                  </a:lnTo>
                  <a:lnTo>
                    <a:pt x="430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" name="Freeform 798">
              <a:extLst>
                <a:ext uri="{FF2B5EF4-FFF2-40B4-BE49-F238E27FC236}">
                  <a16:creationId xmlns:a16="http://schemas.microsoft.com/office/drawing/2014/main" id="{E99AA0A0-2275-7A1A-AE1D-478084A2F7F5}"/>
                </a:ext>
              </a:extLst>
            </p:cNvPr>
            <p:cNvSpPr/>
            <p:nvPr/>
          </p:nvSpPr>
          <p:spPr>
            <a:xfrm>
              <a:off x="7911848" y="4513229"/>
              <a:ext cx="3344" cy="3344"/>
            </a:xfrm>
            <a:custGeom>
              <a:avLst/>
              <a:gdLst>
                <a:gd name="csX0" fmla="*/ 3344 w 3344"/>
                <a:gd name="csY0" fmla="*/ 2867 h 3344"/>
                <a:gd name="csX1" fmla="*/ 3344 w 3344"/>
                <a:gd name="csY1" fmla="*/ 3344 h 3344"/>
                <a:gd name="csX2" fmla="*/ 1911 w 3344"/>
                <a:gd name="csY2" fmla="*/ 3344 h 3344"/>
                <a:gd name="csX3" fmla="*/ 1911 w 3344"/>
                <a:gd name="csY3" fmla="*/ 3344 h 3344"/>
                <a:gd name="csX4" fmla="*/ 478 w 3344"/>
                <a:gd name="csY4" fmla="*/ 3344 h 3344"/>
                <a:gd name="csX5" fmla="*/ 0 w 3344"/>
                <a:gd name="csY5" fmla="*/ 478 h 3344"/>
                <a:gd name="csX6" fmla="*/ 0 w 3344"/>
                <a:gd name="csY6" fmla="*/ 0 h 3344"/>
                <a:gd name="csX7" fmla="*/ 956 w 3344"/>
                <a:gd name="csY7" fmla="*/ 0 h 3344"/>
                <a:gd name="csX8" fmla="*/ 1911 w 3344"/>
                <a:gd name="csY8" fmla="*/ 1433 h 3344"/>
                <a:gd name="csX9" fmla="*/ 2866 w 3344"/>
                <a:gd name="csY9" fmla="*/ 2389 h 3344"/>
                <a:gd name="csX10" fmla="*/ 3344 w 3344"/>
                <a:gd name="csY10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3344">
                  <a:moveTo>
                    <a:pt x="3344" y="2867"/>
                  </a:moveTo>
                  <a:lnTo>
                    <a:pt x="3344" y="3344"/>
                  </a:lnTo>
                  <a:lnTo>
                    <a:pt x="1911" y="3344"/>
                  </a:lnTo>
                  <a:lnTo>
                    <a:pt x="1911" y="3344"/>
                  </a:lnTo>
                  <a:lnTo>
                    <a:pt x="478" y="3344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1433"/>
                  </a:lnTo>
                  <a:lnTo>
                    <a:pt x="2866" y="2389"/>
                  </a:lnTo>
                  <a:lnTo>
                    <a:pt x="3344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" name="Freeform 799">
              <a:extLst>
                <a:ext uri="{FF2B5EF4-FFF2-40B4-BE49-F238E27FC236}">
                  <a16:creationId xmlns:a16="http://schemas.microsoft.com/office/drawing/2014/main" id="{0C61E448-5A9F-681C-05BB-A3B2BE6F9EF1}"/>
                </a:ext>
              </a:extLst>
            </p:cNvPr>
            <p:cNvSpPr/>
            <p:nvPr/>
          </p:nvSpPr>
          <p:spPr>
            <a:xfrm>
              <a:off x="7908505" y="4830442"/>
              <a:ext cx="6210" cy="3344"/>
            </a:xfrm>
            <a:custGeom>
              <a:avLst/>
              <a:gdLst>
                <a:gd name="csX0" fmla="*/ 6210 w 6210"/>
                <a:gd name="csY0" fmla="*/ 1911 h 3344"/>
                <a:gd name="csX1" fmla="*/ 5255 w 6210"/>
                <a:gd name="csY1" fmla="*/ 3344 h 3344"/>
                <a:gd name="csX2" fmla="*/ 3821 w 6210"/>
                <a:gd name="csY2" fmla="*/ 3344 h 3344"/>
                <a:gd name="csX3" fmla="*/ 478 w 6210"/>
                <a:gd name="csY3" fmla="*/ 956 h 3344"/>
                <a:gd name="csX4" fmla="*/ 0 w 6210"/>
                <a:gd name="csY4" fmla="*/ 478 h 3344"/>
                <a:gd name="csX5" fmla="*/ 955 w 6210"/>
                <a:gd name="csY5" fmla="*/ 0 h 3344"/>
                <a:gd name="csX6" fmla="*/ 1911 w 6210"/>
                <a:gd name="csY6" fmla="*/ 0 h 3344"/>
                <a:gd name="csX7" fmla="*/ 5255 w 6210"/>
                <a:gd name="csY7" fmla="*/ 1433 h 3344"/>
                <a:gd name="csX8" fmla="*/ 6210 w 6210"/>
                <a:gd name="csY8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210" h="3344">
                  <a:moveTo>
                    <a:pt x="6210" y="1911"/>
                  </a:moveTo>
                  <a:lnTo>
                    <a:pt x="5255" y="3344"/>
                  </a:lnTo>
                  <a:lnTo>
                    <a:pt x="3821" y="3344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5255" y="1433"/>
                  </a:lnTo>
                  <a:lnTo>
                    <a:pt x="621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7935CF74-555B-1F25-D07E-54D895BC069D}"/>
                </a:ext>
              </a:extLst>
            </p:cNvPr>
            <p:cNvSpPr/>
            <p:nvPr/>
          </p:nvSpPr>
          <p:spPr>
            <a:xfrm>
              <a:off x="7895606" y="3644240"/>
              <a:ext cx="17676" cy="26752"/>
            </a:xfrm>
            <a:custGeom>
              <a:avLst/>
              <a:gdLst>
                <a:gd name="csX0" fmla="*/ 16721 w 17676"/>
                <a:gd name="csY0" fmla="*/ 25797 h 26752"/>
                <a:gd name="csX1" fmla="*/ 17676 w 17676"/>
                <a:gd name="csY1" fmla="*/ 26753 h 26752"/>
                <a:gd name="csX2" fmla="*/ 17676 w 17676"/>
                <a:gd name="csY2" fmla="*/ 26753 h 26752"/>
                <a:gd name="csX3" fmla="*/ 16721 w 17676"/>
                <a:gd name="csY3" fmla="*/ 25797 h 26752"/>
                <a:gd name="csX4" fmla="*/ 16243 w 17676"/>
                <a:gd name="csY4" fmla="*/ 24364 h 26752"/>
                <a:gd name="csX5" fmla="*/ 16721 w 17676"/>
                <a:gd name="csY5" fmla="*/ 23409 h 26752"/>
                <a:gd name="csX6" fmla="*/ 17199 w 17676"/>
                <a:gd name="csY6" fmla="*/ 21975 h 26752"/>
                <a:gd name="csX7" fmla="*/ 16243 w 17676"/>
                <a:gd name="csY7" fmla="*/ 20542 h 26752"/>
                <a:gd name="csX8" fmla="*/ 15288 w 17676"/>
                <a:gd name="csY8" fmla="*/ 19587 h 26752"/>
                <a:gd name="csX9" fmla="*/ 15288 w 17676"/>
                <a:gd name="csY9" fmla="*/ 18631 h 26752"/>
                <a:gd name="csX10" fmla="*/ 15288 w 17676"/>
                <a:gd name="csY10" fmla="*/ 16721 h 26752"/>
                <a:gd name="csX11" fmla="*/ 14810 w 17676"/>
                <a:gd name="csY11" fmla="*/ 14332 h 26752"/>
                <a:gd name="csX12" fmla="*/ 14810 w 17676"/>
                <a:gd name="csY12" fmla="*/ 12421 h 26752"/>
                <a:gd name="csX13" fmla="*/ 13854 w 17676"/>
                <a:gd name="csY13" fmla="*/ 10510 h 26752"/>
                <a:gd name="csX14" fmla="*/ 13377 w 17676"/>
                <a:gd name="csY14" fmla="*/ 7644 h 26752"/>
                <a:gd name="csX15" fmla="*/ 13854 w 17676"/>
                <a:gd name="csY15" fmla="*/ 6210 h 26752"/>
                <a:gd name="csX16" fmla="*/ 13854 w 17676"/>
                <a:gd name="csY16" fmla="*/ 4777 h 26752"/>
                <a:gd name="csX17" fmla="*/ 12899 w 17676"/>
                <a:gd name="csY17" fmla="*/ 3344 h 26752"/>
                <a:gd name="csX18" fmla="*/ 10510 w 17676"/>
                <a:gd name="csY18" fmla="*/ 2866 h 26752"/>
                <a:gd name="csX19" fmla="*/ 7166 w 17676"/>
                <a:gd name="csY19" fmla="*/ 1433 h 26752"/>
                <a:gd name="csX20" fmla="*/ 2389 w 17676"/>
                <a:gd name="csY20" fmla="*/ 0 h 26752"/>
                <a:gd name="csX21" fmla="*/ 0 w 17676"/>
                <a:gd name="csY21" fmla="*/ 0 h 26752"/>
                <a:gd name="csX22" fmla="*/ 478 w 17676"/>
                <a:gd name="csY22" fmla="*/ 0 h 26752"/>
                <a:gd name="csX23" fmla="*/ 2389 w 17676"/>
                <a:gd name="csY23" fmla="*/ 0 h 26752"/>
                <a:gd name="csX24" fmla="*/ 7166 w 17676"/>
                <a:gd name="csY24" fmla="*/ 1433 h 26752"/>
                <a:gd name="csX25" fmla="*/ 10510 w 17676"/>
                <a:gd name="csY25" fmla="*/ 2389 h 26752"/>
                <a:gd name="csX26" fmla="*/ 12899 w 17676"/>
                <a:gd name="csY26" fmla="*/ 3344 h 26752"/>
                <a:gd name="csX27" fmla="*/ 13854 w 17676"/>
                <a:gd name="csY27" fmla="*/ 4777 h 26752"/>
                <a:gd name="csX28" fmla="*/ 13854 w 17676"/>
                <a:gd name="csY28" fmla="*/ 6210 h 26752"/>
                <a:gd name="csX29" fmla="*/ 13854 w 17676"/>
                <a:gd name="csY29" fmla="*/ 7644 h 26752"/>
                <a:gd name="csX30" fmla="*/ 13854 w 17676"/>
                <a:gd name="csY30" fmla="*/ 10510 h 26752"/>
                <a:gd name="csX31" fmla="*/ 14810 w 17676"/>
                <a:gd name="csY31" fmla="*/ 12421 h 26752"/>
                <a:gd name="csX32" fmla="*/ 15288 w 17676"/>
                <a:gd name="csY32" fmla="*/ 14332 h 26752"/>
                <a:gd name="csX33" fmla="*/ 15288 w 17676"/>
                <a:gd name="csY33" fmla="*/ 16721 h 26752"/>
                <a:gd name="csX34" fmla="*/ 15288 w 17676"/>
                <a:gd name="csY34" fmla="*/ 18631 h 26752"/>
                <a:gd name="csX35" fmla="*/ 15765 w 17676"/>
                <a:gd name="csY35" fmla="*/ 19587 h 26752"/>
                <a:gd name="csX36" fmla="*/ 16243 w 17676"/>
                <a:gd name="csY36" fmla="*/ 20542 h 26752"/>
                <a:gd name="csX37" fmla="*/ 17199 w 17676"/>
                <a:gd name="csY37" fmla="*/ 21975 h 26752"/>
                <a:gd name="csX38" fmla="*/ 16721 w 17676"/>
                <a:gd name="csY38" fmla="*/ 23409 h 26752"/>
                <a:gd name="csX39" fmla="*/ 16721 w 17676"/>
                <a:gd name="csY39" fmla="*/ 24364 h 26752"/>
                <a:gd name="csX40" fmla="*/ 16721 w 17676"/>
                <a:gd name="csY40" fmla="*/ 25797 h 26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17676" h="26752">
                  <a:moveTo>
                    <a:pt x="16721" y="25797"/>
                  </a:moveTo>
                  <a:lnTo>
                    <a:pt x="17676" y="26753"/>
                  </a:lnTo>
                  <a:lnTo>
                    <a:pt x="17676" y="26753"/>
                  </a:lnTo>
                  <a:lnTo>
                    <a:pt x="16721" y="25797"/>
                  </a:lnTo>
                  <a:lnTo>
                    <a:pt x="16243" y="24364"/>
                  </a:lnTo>
                  <a:lnTo>
                    <a:pt x="16721" y="23409"/>
                  </a:lnTo>
                  <a:lnTo>
                    <a:pt x="17199" y="21975"/>
                  </a:lnTo>
                  <a:lnTo>
                    <a:pt x="16243" y="20542"/>
                  </a:lnTo>
                  <a:lnTo>
                    <a:pt x="15288" y="19587"/>
                  </a:lnTo>
                  <a:lnTo>
                    <a:pt x="15288" y="18631"/>
                  </a:lnTo>
                  <a:lnTo>
                    <a:pt x="15288" y="16721"/>
                  </a:lnTo>
                  <a:lnTo>
                    <a:pt x="14810" y="14332"/>
                  </a:lnTo>
                  <a:lnTo>
                    <a:pt x="14810" y="12421"/>
                  </a:lnTo>
                  <a:lnTo>
                    <a:pt x="13854" y="10510"/>
                  </a:lnTo>
                  <a:lnTo>
                    <a:pt x="13377" y="7644"/>
                  </a:lnTo>
                  <a:lnTo>
                    <a:pt x="13854" y="6210"/>
                  </a:lnTo>
                  <a:lnTo>
                    <a:pt x="13854" y="4777"/>
                  </a:lnTo>
                  <a:lnTo>
                    <a:pt x="12899" y="3344"/>
                  </a:lnTo>
                  <a:lnTo>
                    <a:pt x="10510" y="2866"/>
                  </a:lnTo>
                  <a:lnTo>
                    <a:pt x="7166" y="1433"/>
                  </a:lnTo>
                  <a:lnTo>
                    <a:pt x="2389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2389" y="0"/>
                  </a:lnTo>
                  <a:lnTo>
                    <a:pt x="7166" y="1433"/>
                  </a:lnTo>
                  <a:lnTo>
                    <a:pt x="10510" y="2389"/>
                  </a:lnTo>
                  <a:lnTo>
                    <a:pt x="12899" y="3344"/>
                  </a:lnTo>
                  <a:lnTo>
                    <a:pt x="13854" y="4777"/>
                  </a:lnTo>
                  <a:lnTo>
                    <a:pt x="13854" y="6210"/>
                  </a:lnTo>
                  <a:lnTo>
                    <a:pt x="13854" y="7644"/>
                  </a:lnTo>
                  <a:lnTo>
                    <a:pt x="13854" y="10510"/>
                  </a:lnTo>
                  <a:lnTo>
                    <a:pt x="14810" y="12421"/>
                  </a:lnTo>
                  <a:lnTo>
                    <a:pt x="15288" y="14332"/>
                  </a:lnTo>
                  <a:lnTo>
                    <a:pt x="15288" y="16721"/>
                  </a:lnTo>
                  <a:lnTo>
                    <a:pt x="15288" y="18631"/>
                  </a:lnTo>
                  <a:lnTo>
                    <a:pt x="15765" y="19587"/>
                  </a:lnTo>
                  <a:lnTo>
                    <a:pt x="16243" y="20542"/>
                  </a:lnTo>
                  <a:lnTo>
                    <a:pt x="17199" y="21975"/>
                  </a:lnTo>
                  <a:lnTo>
                    <a:pt x="16721" y="23409"/>
                  </a:lnTo>
                  <a:lnTo>
                    <a:pt x="16721" y="24364"/>
                  </a:lnTo>
                  <a:lnTo>
                    <a:pt x="16721" y="2579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2" name="Freeform 801">
              <a:extLst>
                <a:ext uri="{FF2B5EF4-FFF2-40B4-BE49-F238E27FC236}">
                  <a16:creationId xmlns:a16="http://schemas.microsoft.com/office/drawing/2014/main" id="{8939996E-7534-1008-095B-F758B009DC02}"/>
                </a:ext>
              </a:extLst>
            </p:cNvPr>
            <p:cNvSpPr/>
            <p:nvPr/>
          </p:nvSpPr>
          <p:spPr>
            <a:xfrm>
              <a:off x="7907549" y="4622630"/>
              <a:ext cx="478" cy="1433"/>
            </a:xfrm>
            <a:custGeom>
              <a:avLst/>
              <a:gdLst>
                <a:gd name="csX0" fmla="*/ 478 w 478"/>
                <a:gd name="csY0" fmla="*/ 0 h 1433"/>
                <a:gd name="csX1" fmla="*/ 0 w 478"/>
                <a:gd name="csY1" fmla="*/ 1433 h 1433"/>
                <a:gd name="csX2" fmla="*/ 0 w 478"/>
                <a:gd name="csY2" fmla="*/ 1433 h 1433"/>
                <a:gd name="csX3" fmla="*/ 478 w 478"/>
                <a:gd name="csY3" fmla="*/ 0 h 1433"/>
                <a:gd name="csX4" fmla="*/ 478 w 478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8" h="1433">
                  <a:moveTo>
                    <a:pt x="478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3" name="Freeform 802">
              <a:extLst>
                <a:ext uri="{FF2B5EF4-FFF2-40B4-BE49-F238E27FC236}">
                  <a16:creationId xmlns:a16="http://schemas.microsoft.com/office/drawing/2014/main" id="{6064BAC3-0F6B-7AFB-6E60-09B31DE3F29F}"/>
                </a:ext>
              </a:extLst>
            </p:cNvPr>
            <p:cNvSpPr/>
            <p:nvPr/>
          </p:nvSpPr>
          <p:spPr>
            <a:xfrm>
              <a:off x="7904682" y="4626451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478 w 477"/>
                <a:gd name="csY1" fmla="*/ 0 h 955"/>
                <a:gd name="csX2" fmla="*/ 0 w 477"/>
                <a:gd name="csY2" fmla="*/ 956 h 955"/>
                <a:gd name="csX3" fmla="*/ 0 w 477"/>
                <a:gd name="csY3" fmla="*/ 956 h 955"/>
                <a:gd name="csX4" fmla="*/ 478 w 477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478" y="0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4" name="Freeform 803">
              <a:extLst>
                <a:ext uri="{FF2B5EF4-FFF2-40B4-BE49-F238E27FC236}">
                  <a16:creationId xmlns:a16="http://schemas.microsoft.com/office/drawing/2014/main" id="{7C1A0C3A-D9CB-301D-3172-98EE9969F8A4}"/>
                </a:ext>
              </a:extLst>
            </p:cNvPr>
            <p:cNvSpPr/>
            <p:nvPr/>
          </p:nvSpPr>
          <p:spPr>
            <a:xfrm>
              <a:off x="7894650" y="4696200"/>
              <a:ext cx="7165" cy="7165"/>
            </a:xfrm>
            <a:custGeom>
              <a:avLst/>
              <a:gdLst>
                <a:gd name="csX0" fmla="*/ 7166 w 7165"/>
                <a:gd name="csY0" fmla="*/ 2389 h 7165"/>
                <a:gd name="csX1" fmla="*/ 7166 w 7165"/>
                <a:gd name="csY1" fmla="*/ 3344 h 7165"/>
                <a:gd name="csX2" fmla="*/ 6688 w 7165"/>
                <a:gd name="csY2" fmla="*/ 4299 h 7165"/>
                <a:gd name="csX3" fmla="*/ 6211 w 7165"/>
                <a:gd name="csY3" fmla="*/ 6210 h 7165"/>
                <a:gd name="csX4" fmla="*/ 3822 w 7165"/>
                <a:gd name="csY4" fmla="*/ 7166 h 7165"/>
                <a:gd name="csX5" fmla="*/ 1911 w 7165"/>
                <a:gd name="csY5" fmla="*/ 7166 h 7165"/>
                <a:gd name="csX6" fmla="*/ 1433 w 7165"/>
                <a:gd name="csY6" fmla="*/ 6688 h 7165"/>
                <a:gd name="csX7" fmla="*/ 0 w 7165"/>
                <a:gd name="csY7" fmla="*/ 3822 h 7165"/>
                <a:gd name="csX8" fmla="*/ 0 w 7165"/>
                <a:gd name="csY8" fmla="*/ 1911 h 7165"/>
                <a:gd name="csX9" fmla="*/ 955 w 7165"/>
                <a:gd name="csY9" fmla="*/ 955 h 7165"/>
                <a:gd name="csX10" fmla="*/ 2866 w 7165"/>
                <a:gd name="csY10" fmla="*/ 955 h 7165"/>
                <a:gd name="csX11" fmla="*/ 4777 w 7165"/>
                <a:gd name="csY11" fmla="*/ 0 h 7165"/>
                <a:gd name="csX12" fmla="*/ 6211 w 7165"/>
                <a:gd name="csY12" fmla="*/ 955 h 7165"/>
                <a:gd name="csX13" fmla="*/ 7166 w 7165"/>
                <a:gd name="csY13" fmla="*/ 2389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165" h="7165">
                  <a:moveTo>
                    <a:pt x="7166" y="2389"/>
                  </a:moveTo>
                  <a:lnTo>
                    <a:pt x="7166" y="3344"/>
                  </a:lnTo>
                  <a:lnTo>
                    <a:pt x="6688" y="4299"/>
                  </a:lnTo>
                  <a:lnTo>
                    <a:pt x="6211" y="6210"/>
                  </a:lnTo>
                  <a:lnTo>
                    <a:pt x="3822" y="7166"/>
                  </a:lnTo>
                  <a:lnTo>
                    <a:pt x="1911" y="7166"/>
                  </a:lnTo>
                  <a:lnTo>
                    <a:pt x="1433" y="6688"/>
                  </a:lnTo>
                  <a:lnTo>
                    <a:pt x="0" y="3822"/>
                  </a:lnTo>
                  <a:lnTo>
                    <a:pt x="0" y="1911"/>
                  </a:lnTo>
                  <a:lnTo>
                    <a:pt x="955" y="955"/>
                  </a:lnTo>
                  <a:lnTo>
                    <a:pt x="2866" y="955"/>
                  </a:lnTo>
                  <a:lnTo>
                    <a:pt x="4777" y="0"/>
                  </a:lnTo>
                  <a:lnTo>
                    <a:pt x="6211" y="955"/>
                  </a:lnTo>
                  <a:lnTo>
                    <a:pt x="71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5" name="Freeform 804">
              <a:extLst>
                <a:ext uri="{FF2B5EF4-FFF2-40B4-BE49-F238E27FC236}">
                  <a16:creationId xmlns:a16="http://schemas.microsoft.com/office/drawing/2014/main" id="{0DC1228C-B47B-7643-0A38-D3B2D786E820}"/>
                </a:ext>
              </a:extLst>
            </p:cNvPr>
            <p:cNvSpPr/>
            <p:nvPr/>
          </p:nvSpPr>
          <p:spPr>
            <a:xfrm>
              <a:off x="7877452" y="3637074"/>
              <a:ext cx="16720" cy="7643"/>
            </a:xfrm>
            <a:custGeom>
              <a:avLst/>
              <a:gdLst>
                <a:gd name="csX0" fmla="*/ 15287 w 16720"/>
                <a:gd name="csY0" fmla="*/ 7166 h 7643"/>
                <a:gd name="csX1" fmla="*/ 16721 w 16720"/>
                <a:gd name="csY1" fmla="*/ 7644 h 7643"/>
                <a:gd name="csX2" fmla="*/ 16721 w 16720"/>
                <a:gd name="csY2" fmla="*/ 7644 h 7643"/>
                <a:gd name="csX3" fmla="*/ 15287 w 16720"/>
                <a:gd name="csY3" fmla="*/ 7166 h 7643"/>
                <a:gd name="csX4" fmla="*/ 13376 w 16720"/>
                <a:gd name="csY4" fmla="*/ 6210 h 7643"/>
                <a:gd name="csX5" fmla="*/ 10987 w 16720"/>
                <a:gd name="csY5" fmla="*/ 4777 h 7643"/>
                <a:gd name="csX6" fmla="*/ 7166 w 16720"/>
                <a:gd name="csY6" fmla="*/ 3344 h 7643"/>
                <a:gd name="csX7" fmla="*/ 3344 w 16720"/>
                <a:gd name="csY7" fmla="*/ 1911 h 7643"/>
                <a:gd name="csX8" fmla="*/ 0 w 16720"/>
                <a:gd name="csY8" fmla="*/ 0 h 7643"/>
                <a:gd name="csX9" fmla="*/ 0 w 16720"/>
                <a:gd name="csY9" fmla="*/ 0 h 7643"/>
                <a:gd name="csX10" fmla="*/ 3344 w 16720"/>
                <a:gd name="csY10" fmla="*/ 1911 h 7643"/>
                <a:gd name="csX11" fmla="*/ 7166 w 16720"/>
                <a:gd name="csY11" fmla="*/ 3344 h 7643"/>
                <a:gd name="csX12" fmla="*/ 10987 w 16720"/>
                <a:gd name="csY12" fmla="*/ 4777 h 7643"/>
                <a:gd name="csX13" fmla="*/ 13854 w 16720"/>
                <a:gd name="csY13" fmla="*/ 6210 h 7643"/>
                <a:gd name="csX14" fmla="*/ 15287 w 16720"/>
                <a:gd name="csY14" fmla="*/ 7166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6720" h="7643">
                  <a:moveTo>
                    <a:pt x="15287" y="7166"/>
                  </a:moveTo>
                  <a:lnTo>
                    <a:pt x="16721" y="7644"/>
                  </a:lnTo>
                  <a:lnTo>
                    <a:pt x="16721" y="7644"/>
                  </a:lnTo>
                  <a:lnTo>
                    <a:pt x="15287" y="7166"/>
                  </a:lnTo>
                  <a:lnTo>
                    <a:pt x="13376" y="6210"/>
                  </a:lnTo>
                  <a:lnTo>
                    <a:pt x="10987" y="4777"/>
                  </a:lnTo>
                  <a:lnTo>
                    <a:pt x="7166" y="3344"/>
                  </a:lnTo>
                  <a:lnTo>
                    <a:pt x="3344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3344" y="1911"/>
                  </a:lnTo>
                  <a:lnTo>
                    <a:pt x="7166" y="3344"/>
                  </a:lnTo>
                  <a:lnTo>
                    <a:pt x="10987" y="4777"/>
                  </a:lnTo>
                  <a:lnTo>
                    <a:pt x="13854" y="6210"/>
                  </a:lnTo>
                  <a:lnTo>
                    <a:pt x="15287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6" name="Freeform 805">
              <a:extLst>
                <a:ext uri="{FF2B5EF4-FFF2-40B4-BE49-F238E27FC236}">
                  <a16:creationId xmlns:a16="http://schemas.microsoft.com/office/drawing/2014/main" id="{02DA1469-6994-DACC-C020-AE8B013826A0}"/>
                </a:ext>
              </a:extLst>
            </p:cNvPr>
            <p:cNvSpPr/>
            <p:nvPr/>
          </p:nvSpPr>
          <p:spPr>
            <a:xfrm>
              <a:off x="7891784" y="4679002"/>
              <a:ext cx="1432" cy="1911"/>
            </a:xfrm>
            <a:custGeom>
              <a:avLst/>
              <a:gdLst>
                <a:gd name="csX0" fmla="*/ 1433 w 1432"/>
                <a:gd name="csY0" fmla="*/ 478 h 1911"/>
                <a:gd name="csX1" fmla="*/ 1433 w 1432"/>
                <a:gd name="csY1" fmla="*/ 1433 h 1911"/>
                <a:gd name="csX2" fmla="*/ 0 w 1432"/>
                <a:gd name="csY2" fmla="*/ 1911 h 1911"/>
                <a:gd name="csX3" fmla="*/ 0 w 1432"/>
                <a:gd name="csY3" fmla="*/ 1433 h 1911"/>
                <a:gd name="csX4" fmla="*/ 478 w 1432"/>
                <a:gd name="csY4" fmla="*/ 956 h 1911"/>
                <a:gd name="csX5" fmla="*/ 955 w 1432"/>
                <a:gd name="csY5" fmla="*/ 0 h 1911"/>
                <a:gd name="csX6" fmla="*/ 1433 w 1432"/>
                <a:gd name="csY6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1911">
                  <a:moveTo>
                    <a:pt x="1433" y="478"/>
                  </a:moveTo>
                  <a:lnTo>
                    <a:pt x="1433" y="1433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955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7" name="Freeform 806">
              <a:extLst>
                <a:ext uri="{FF2B5EF4-FFF2-40B4-BE49-F238E27FC236}">
                  <a16:creationId xmlns:a16="http://schemas.microsoft.com/office/drawing/2014/main" id="{DCC2EE68-093B-BECE-1A3C-C8833980ADD9}"/>
                </a:ext>
              </a:extLst>
            </p:cNvPr>
            <p:cNvSpPr/>
            <p:nvPr/>
          </p:nvSpPr>
          <p:spPr>
            <a:xfrm>
              <a:off x="7890828" y="4378510"/>
              <a:ext cx="1433" cy="4299"/>
            </a:xfrm>
            <a:custGeom>
              <a:avLst/>
              <a:gdLst>
                <a:gd name="csX0" fmla="*/ 478 w 1433"/>
                <a:gd name="csY0" fmla="*/ 1911 h 4299"/>
                <a:gd name="csX1" fmla="*/ 1433 w 1433"/>
                <a:gd name="csY1" fmla="*/ 4299 h 4299"/>
                <a:gd name="csX2" fmla="*/ 478 w 1433"/>
                <a:gd name="csY2" fmla="*/ 1911 h 4299"/>
                <a:gd name="csX3" fmla="*/ 0 w 1433"/>
                <a:gd name="csY3" fmla="*/ 0 h 4299"/>
                <a:gd name="csX4" fmla="*/ 478 w 1433"/>
                <a:gd name="csY4" fmla="*/ 1911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299">
                  <a:moveTo>
                    <a:pt x="478" y="1911"/>
                  </a:moveTo>
                  <a:lnTo>
                    <a:pt x="1433" y="4299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47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8" name="Freeform 807">
              <a:extLst>
                <a:ext uri="{FF2B5EF4-FFF2-40B4-BE49-F238E27FC236}">
                  <a16:creationId xmlns:a16="http://schemas.microsoft.com/office/drawing/2014/main" id="{B0EC2EFF-76D2-C051-3F91-821E02FA6C89}"/>
                </a:ext>
              </a:extLst>
            </p:cNvPr>
            <p:cNvSpPr/>
            <p:nvPr/>
          </p:nvSpPr>
          <p:spPr>
            <a:xfrm>
              <a:off x="7711680" y="4196017"/>
              <a:ext cx="177715" cy="356386"/>
            </a:xfrm>
            <a:custGeom>
              <a:avLst/>
              <a:gdLst>
                <a:gd name="csX0" fmla="*/ 177716 w 177715"/>
                <a:gd name="csY0" fmla="*/ 136631 h 356386"/>
                <a:gd name="csX1" fmla="*/ 177716 w 177715"/>
                <a:gd name="csY1" fmla="*/ 139019 h 356386"/>
                <a:gd name="csX2" fmla="*/ 177716 w 177715"/>
                <a:gd name="csY2" fmla="*/ 139019 h 356386"/>
                <a:gd name="csX3" fmla="*/ 177716 w 177715"/>
                <a:gd name="csY3" fmla="*/ 139019 h 356386"/>
                <a:gd name="csX4" fmla="*/ 176760 w 177715"/>
                <a:gd name="csY4" fmla="*/ 140930 h 356386"/>
                <a:gd name="csX5" fmla="*/ 173416 w 177715"/>
                <a:gd name="csY5" fmla="*/ 143319 h 356386"/>
                <a:gd name="csX6" fmla="*/ 171505 w 177715"/>
                <a:gd name="csY6" fmla="*/ 144274 h 356386"/>
                <a:gd name="csX7" fmla="*/ 170072 w 177715"/>
                <a:gd name="csY7" fmla="*/ 144274 h 356386"/>
                <a:gd name="csX8" fmla="*/ 169116 w 177715"/>
                <a:gd name="csY8" fmla="*/ 145230 h 356386"/>
                <a:gd name="csX9" fmla="*/ 168161 w 177715"/>
                <a:gd name="csY9" fmla="*/ 147618 h 356386"/>
                <a:gd name="csX10" fmla="*/ 167205 w 177715"/>
                <a:gd name="csY10" fmla="*/ 149052 h 356386"/>
                <a:gd name="csX11" fmla="*/ 166250 w 177715"/>
                <a:gd name="csY11" fmla="*/ 149529 h 356386"/>
                <a:gd name="csX12" fmla="*/ 165772 w 177715"/>
                <a:gd name="csY12" fmla="*/ 150485 h 356386"/>
                <a:gd name="csX13" fmla="*/ 165295 w 177715"/>
                <a:gd name="csY13" fmla="*/ 151918 h 356386"/>
                <a:gd name="csX14" fmla="*/ 166250 w 177715"/>
                <a:gd name="csY14" fmla="*/ 152396 h 356386"/>
                <a:gd name="csX15" fmla="*/ 166250 w 177715"/>
                <a:gd name="csY15" fmla="*/ 152396 h 356386"/>
                <a:gd name="csX16" fmla="*/ 167684 w 177715"/>
                <a:gd name="csY16" fmla="*/ 152396 h 356386"/>
                <a:gd name="csX17" fmla="*/ 167684 w 177715"/>
                <a:gd name="csY17" fmla="*/ 152873 h 356386"/>
                <a:gd name="csX18" fmla="*/ 166250 w 177715"/>
                <a:gd name="csY18" fmla="*/ 153351 h 356386"/>
                <a:gd name="csX19" fmla="*/ 164817 w 177715"/>
                <a:gd name="csY19" fmla="*/ 153829 h 356386"/>
                <a:gd name="csX20" fmla="*/ 163384 w 177715"/>
                <a:gd name="csY20" fmla="*/ 153351 h 356386"/>
                <a:gd name="csX21" fmla="*/ 161473 w 177715"/>
                <a:gd name="csY21" fmla="*/ 154307 h 356386"/>
                <a:gd name="csX22" fmla="*/ 160039 w 177715"/>
                <a:gd name="csY22" fmla="*/ 155262 h 356386"/>
                <a:gd name="csX23" fmla="*/ 158607 w 177715"/>
                <a:gd name="csY23" fmla="*/ 158128 h 356386"/>
                <a:gd name="csX24" fmla="*/ 157651 w 177715"/>
                <a:gd name="csY24" fmla="*/ 162428 h 356386"/>
                <a:gd name="csX25" fmla="*/ 157651 w 177715"/>
                <a:gd name="csY25" fmla="*/ 163384 h 356386"/>
                <a:gd name="csX26" fmla="*/ 155262 w 177715"/>
                <a:gd name="csY26" fmla="*/ 161950 h 356386"/>
                <a:gd name="csX27" fmla="*/ 154307 w 177715"/>
                <a:gd name="csY27" fmla="*/ 161473 h 356386"/>
                <a:gd name="csX28" fmla="*/ 152873 w 177715"/>
                <a:gd name="csY28" fmla="*/ 160995 h 356386"/>
                <a:gd name="csX29" fmla="*/ 151918 w 177715"/>
                <a:gd name="csY29" fmla="*/ 161950 h 356386"/>
                <a:gd name="csX30" fmla="*/ 150485 w 177715"/>
                <a:gd name="csY30" fmla="*/ 162906 h 356386"/>
                <a:gd name="csX31" fmla="*/ 149530 w 177715"/>
                <a:gd name="csY31" fmla="*/ 162906 h 356386"/>
                <a:gd name="csX32" fmla="*/ 148096 w 177715"/>
                <a:gd name="csY32" fmla="*/ 163384 h 356386"/>
                <a:gd name="csX33" fmla="*/ 145707 w 177715"/>
                <a:gd name="csY33" fmla="*/ 162906 h 356386"/>
                <a:gd name="csX34" fmla="*/ 144275 w 177715"/>
                <a:gd name="csY34" fmla="*/ 162428 h 356386"/>
                <a:gd name="csX35" fmla="*/ 144275 w 177715"/>
                <a:gd name="csY35" fmla="*/ 162428 h 356386"/>
                <a:gd name="csX36" fmla="*/ 144275 w 177715"/>
                <a:gd name="csY36" fmla="*/ 162428 h 356386"/>
                <a:gd name="csX37" fmla="*/ 144275 w 177715"/>
                <a:gd name="csY37" fmla="*/ 162906 h 356386"/>
                <a:gd name="csX38" fmla="*/ 145230 w 177715"/>
                <a:gd name="csY38" fmla="*/ 164339 h 356386"/>
                <a:gd name="csX39" fmla="*/ 145230 w 177715"/>
                <a:gd name="csY39" fmla="*/ 165772 h 356386"/>
                <a:gd name="csX40" fmla="*/ 145230 w 177715"/>
                <a:gd name="csY40" fmla="*/ 166727 h 356386"/>
                <a:gd name="csX41" fmla="*/ 144752 w 177715"/>
                <a:gd name="csY41" fmla="*/ 166727 h 356386"/>
                <a:gd name="csX42" fmla="*/ 144275 w 177715"/>
                <a:gd name="csY42" fmla="*/ 167205 h 356386"/>
                <a:gd name="csX43" fmla="*/ 143319 w 177715"/>
                <a:gd name="csY43" fmla="*/ 167683 h 356386"/>
                <a:gd name="csX44" fmla="*/ 141886 w 177715"/>
                <a:gd name="csY44" fmla="*/ 167683 h 356386"/>
                <a:gd name="csX45" fmla="*/ 140930 w 177715"/>
                <a:gd name="csY45" fmla="*/ 167683 h 356386"/>
                <a:gd name="csX46" fmla="*/ 139497 w 177715"/>
                <a:gd name="csY46" fmla="*/ 167205 h 356386"/>
                <a:gd name="csX47" fmla="*/ 138064 w 177715"/>
                <a:gd name="csY47" fmla="*/ 167205 h 356386"/>
                <a:gd name="csX48" fmla="*/ 136631 w 177715"/>
                <a:gd name="csY48" fmla="*/ 167683 h 356386"/>
                <a:gd name="csX49" fmla="*/ 136153 w 177715"/>
                <a:gd name="csY49" fmla="*/ 168161 h 356386"/>
                <a:gd name="csX50" fmla="*/ 136153 w 177715"/>
                <a:gd name="csY50" fmla="*/ 168161 h 356386"/>
                <a:gd name="csX51" fmla="*/ 135675 w 177715"/>
                <a:gd name="csY51" fmla="*/ 168638 h 356386"/>
                <a:gd name="csX52" fmla="*/ 135675 w 177715"/>
                <a:gd name="csY52" fmla="*/ 168638 h 356386"/>
                <a:gd name="csX53" fmla="*/ 135198 w 177715"/>
                <a:gd name="csY53" fmla="*/ 171983 h 356386"/>
                <a:gd name="csX54" fmla="*/ 134720 w 177715"/>
                <a:gd name="csY54" fmla="*/ 172938 h 356386"/>
                <a:gd name="csX55" fmla="*/ 133764 w 177715"/>
                <a:gd name="csY55" fmla="*/ 173893 h 356386"/>
                <a:gd name="csX56" fmla="*/ 132809 w 177715"/>
                <a:gd name="csY56" fmla="*/ 173893 h 356386"/>
                <a:gd name="csX57" fmla="*/ 131854 w 177715"/>
                <a:gd name="csY57" fmla="*/ 173893 h 356386"/>
                <a:gd name="csX58" fmla="*/ 130420 w 177715"/>
                <a:gd name="csY58" fmla="*/ 173893 h 356386"/>
                <a:gd name="csX59" fmla="*/ 125165 w 177715"/>
                <a:gd name="csY59" fmla="*/ 175327 h 356386"/>
                <a:gd name="csX60" fmla="*/ 124688 w 177715"/>
                <a:gd name="csY60" fmla="*/ 175327 h 356386"/>
                <a:gd name="csX61" fmla="*/ 122777 w 177715"/>
                <a:gd name="csY61" fmla="*/ 175327 h 356386"/>
                <a:gd name="csX62" fmla="*/ 121343 w 177715"/>
                <a:gd name="csY62" fmla="*/ 175327 h 356386"/>
                <a:gd name="csX63" fmla="*/ 120388 w 177715"/>
                <a:gd name="csY63" fmla="*/ 175327 h 356386"/>
                <a:gd name="csX64" fmla="*/ 117522 w 177715"/>
                <a:gd name="csY64" fmla="*/ 173893 h 356386"/>
                <a:gd name="csX65" fmla="*/ 116566 w 177715"/>
                <a:gd name="csY65" fmla="*/ 173893 h 356386"/>
                <a:gd name="csX66" fmla="*/ 115611 w 177715"/>
                <a:gd name="csY66" fmla="*/ 174371 h 356386"/>
                <a:gd name="csX67" fmla="*/ 115611 w 177715"/>
                <a:gd name="csY67" fmla="*/ 174371 h 356386"/>
                <a:gd name="csX68" fmla="*/ 115611 w 177715"/>
                <a:gd name="csY68" fmla="*/ 174849 h 356386"/>
                <a:gd name="csX69" fmla="*/ 115133 w 177715"/>
                <a:gd name="csY69" fmla="*/ 176282 h 356386"/>
                <a:gd name="csX70" fmla="*/ 113700 w 177715"/>
                <a:gd name="csY70" fmla="*/ 177238 h 356386"/>
                <a:gd name="csX71" fmla="*/ 113700 w 177715"/>
                <a:gd name="csY71" fmla="*/ 177238 h 356386"/>
                <a:gd name="csX72" fmla="*/ 111789 w 177715"/>
                <a:gd name="csY72" fmla="*/ 179626 h 356386"/>
                <a:gd name="csX73" fmla="*/ 111311 w 177715"/>
                <a:gd name="csY73" fmla="*/ 183448 h 356386"/>
                <a:gd name="csX74" fmla="*/ 111311 w 177715"/>
                <a:gd name="csY74" fmla="*/ 183448 h 356386"/>
                <a:gd name="csX75" fmla="*/ 111789 w 177715"/>
                <a:gd name="csY75" fmla="*/ 186314 h 356386"/>
                <a:gd name="csX76" fmla="*/ 109878 w 177715"/>
                <a:gd name="csY76" fmla="*/ 188703 h 356386"/>
                <a:gd name="csX77" fmla="*/ 109878 w 177715"/>
                <a:gd name="csY77" fmla="*/ 190136 h 356386"/>
                <a:gd name="csX78" fmla="*/ 110834 w 177715"/>
                <a:gd name="csY78" fmla="*/ 195869 h 356386"/>
                <a:gd name="csX79" fmla="*/ 110356 w 177715"/>
                <a:gd name="csY79" fmla="*/ 196347 h 356386"/>
                <a:gd name="csX80" fmla="*/ 110356 w 177715"/>
                <a:gd name="csY80" fmla="*/ 196825 h 356386"/>
                <a:gd name="csX81" fmla="*/ 108923 w 177715"/>
                <a:gd name="csY81" fmla="*/ 196825 h 356386"/>
                <a:gd name="csX82" fmla="*/ 107012 w 177715"/>
                <a:gd name="csY82" fmla="*/ 197780 h 356386"/>
                <a:gd name="csX83" fmla="*/ 107012 w 177715"/>
                <a:gd name="csY83" fmla="*/ 197780 h 356386"/>
                <a:gd name="csX84" fmla="*/ 106056 w 177715"/>
                <a:gd name="csY84" fmla="*/ 198258 h 356386"/>
                <a:gd name="csX85" fmla="*/ 105100 w 177715"/>
                <a:gd name="csY85" fmla="*/ 198258 h 356386"/>
                <a:gd name="csX86" fmla="*/ 103668 w 177715"/>
                <a:gd name="csY86" fmla="*/ 197780 h 356386"/>
                <a:gd name="csX87" fmla="*/ 103190 w 177715"/>
                <a:gd name="csY87" fmla="*/ 197780 h 356386"/>
                <a:gd name="csX88" fmla="*/ 103190 w 177715"/>
                <a:gd name="csY88" fmla="*/ 197780 h 356386"/>
                <a:gd name="csX89" fmla="*/ 103190 w 177715"/>
                <a:gd name="csY89" fmla="*/ 197780 h 356386"/>
                <a:gd name="csX90" fmla="*/ 103190 w 177715"/>
                <a:gd name="csY90" fmla="*/ 198258 h 356386"/>
                <a:gd name="csX91" fmla="*/ 104623 w 177715"/>
                <a:gd name="csY91" fmla="*/ 200646 h 356386"/>
                <a:gd name="csX92" fmla="*/ 104623 w 177715"/>
                <a:gd name="csY92" fmla="*/ 201124 h 356386"/>
                <a:gd name="csX93" fmla="*/ 106056 w 177715"/>
                <a:gd name="csY93" fmla="*/ 202080 h 356386"/>
                <a:gd name="csX94" fmla="*/ 107489 w 177715"/>
                <a:gd name="csY94" fmla="*/ 202080 h 356386"/>
                <a:gd name="csX95" fmla="*/ 108445 w 177715"/>
                <a:gd name="csY95" fmla="*/ 202080 h 356386"/>
                <a:gd name="csX96" fmla="*/ 107967 w 177715"/>
                <a:gd name="csY96" fmla="*/ 202557 h 356386"/>
                <a:gd name="csX97" fmla="*/ 107967 w 177715"/>
                <a:gd name="csY97" fmla="*/ 203035 h 356386"/>
                <a:gd name="csX98" fmla="*/ 107967 w 177715"/>
                <a:gd name="csY98" fmla="*/ 203035 h 356386"/>
                <a:gd name="csX99" fmla="*/ 108445 w 177715"/>
                <a:gd name="csY99" fmla="*/ 204468 h 356386"/>
                <a:gd name="csX100" fmla="*/ 109878 w 177715"/>
                <a:gd name="csY100" fmla="*/ 206857 h 356386"/>
                <a:gd name="csX101" fmla="*/ 110356 w 177715"/>
                <a:gd name="csY101" fmla="*/ 208768 h 356386"/>
                <a:gd name="csX102" fmla="*/ 109400 w 177715"/>
                <a:gd name="csY102" fmla="*/ 210679 h 356386"/>
                <a:gd name="csX103" fmla="*/ 109400 w 177715"/>
                <a:gd name="csY103" fmla="*/ 210679 h 356386"/>
                <a:gd name="csX104" fmla="*/ 109878 w 177715"/>
                <a:gd name="csY104" fmla="*/ 211634 h 356386"/>
                <a:gd name="csX105" fmla="*/ 110356 w 177715"/>
                <a:gd name="csY105" fmla="*/ 212112 h 356386"/>
                <a:gd name="csX106" fmla="*/ 111311 w 177715"/>
                <a:gd name="csY106" fmla="*/ 213545 h 356386"/>
                <a:gd name="csX107" fmla="*/ 111311 w 177715"/>
                <a:gd name="csY107" fmla="*/ 214023 h 356386"/>
                <a:gd name="csX108" fmla="*/ 114177 w 177715"/>
                <a:gd name="csY108" fmla="*/ 216411 h 356386"/>
                <a:gd name="csX109" fmla="*/ 116566 w 177715"/>
                <a:gd name="csY109" fmla="*/ 219756 h 356386"/>
                <a:gd name="csX110" fmla="*/ 118955 w 177715"/>
                <a:gd name="csY110" fmla="*/ 222144 h 356386"/>
                <a:gd name="csX111" fmla="*/ 120388 w 177715"/>
                <a:gd name="csY111" fmla="*/ 224055 h 356386"/>
                <a:gd name="csX112" fmla="*/ 124210 w 177715"/>
                <a:gd name="csY112" fmla="*/ 227399 h 356386"/>
                <a:gd name="csX113" fmla="*/ 124688 w 177715"/>
                <a:gd name="csY113" fmla="*/ 228832 h 356386"/>
                <a:gd name="csX114" fmla="*/ 125165 w 177715"/>
                <a:gd name="csY114" fmla="*/ 231699 h 356386"/>
                <a:gd name="csX115" fmla="*/ 126121 w 177715"/>
                <a:gd name="csY115" fmla="*/ 233610 h 356386"/>
                <a:gd name="csX116" fmla="*/ 126598 w 177715"/>
                <a:gd name="csY116" fmla="*/ 234565 h 356386"/>
                <a:gd name="csX117" fmla="*/ 127076 w 177715"/>
                <a:gd name="csY117" fmla="*/ 235998 h 356386"/>
                <a:gd name="csX118" fmla="*/ 128509 w 177715"/>
                <a:gd name="csY118" fmla="*/ 239342 h 356386"/>
                <a:gd name="csX119" fmla="*/ 128509 w 177715"/>
                <a:gd name="csY119" fmla="*/ 239342 h 356386"/>
                <a:gd name="csX120" fmla="*/ 128987 w 177715"/>
                <a:gd name="csY120" fmla="*/ 239820 h 356386"/>
                <a:gd name="csX121" fmla="*/ 131854 w 177715"/>
                <a:gd name="csY121" fmla="*/ 237909 h 356386"/>
                <a:gd name="csX122" fmla="*/ 132809 w 177715"/>
                <a:gd name="csY122" fmla="*/ 238387 h 356386"/>
                <a:gd name="csX123" fmla="*/ 133287 w 177715"/>
                <a:gd name="csY123" fmla="*/ 238865 h 356386"/>
                <a:gd name="csX124" fmla="*/ 133287 w 177715"/>
                <a:gd name="csY124" fmla="*/ 239820 h 356386"/>
                <a:gd name="csX125" fmla="*/ 132809 w 177715"/>
                <a:gd name="csY125" fmla="*/ 241253 h 356386"/>
                <a:gd name="csX126" fmla="*/ 131854 w 177715"/>
                <a:gd name="csY126" fmla="*/ 242209 h 356386"/>
                <a:gd name="csX127" fmla="*/ 131854 w 177715"/>
                <a:gd name="csY127" fmla="*/ 242209 h 356386"/>
                <a:gd name="csX128" fmla="*/ 127076 w 177715"/>
                <a:gd name="csY128" fmla="*/ 244598 h 356386"/>
                <a:gd name="csX129" fmla="*/ 127076 w 177715"/>
                <a:gd name="csY129" fmla="*/ 244598 h 356386"/>
                <a:gd name="csX130" fmla="*/ 127076 w 177715"/>
                <a:gd name="csY130" fmla="*/ 244598 h 356386"/>
                <a:gd name="csX131" fmla="*/ 127076 w 177715"/>
                <a:gd name="csY131" fmla="*/ 246508 h 356386"/>
                <a:gd name="csX132" fmla="*/ 127076 w 177715"/>
                <a:gd name="csY132" fmla="*/ 246508 h 356386"/>
                <a:gd name="csX133" fmla="*/ 127076 w 177715"/>
                <a:gd name="csY133" fmla="*/ 246986 h 356386"/>
                <a:gd name="csX134" fmla="*/ 126598 w 177715"/>
                <a:gd name="csY134" fmla="*/ 249852 h 356386"/>
                <a:gd name="csX135" fmla="*/ 126598 w 177715"/>
                <a:gd name="csY135" fmla="*/ 253674 h 356386"/>
                <a:gd name="csX136" fmla="*/ 126598 w 177715"/>
                <a:gd name="csY136" fmla="*/ 253674 h 356386"/>
                <a:gd name="csX137" fmla="*/ 126598 w 177715"/>
                <a:gd name="csY137" fmla="*/ 256541 h 356386"/>
                <a:gd name="csX138" fmla="*/ 126598 w 177715"/>
                <a:gd name="csY138" fmla="*/ 257496 h 356386"/>
                <a:gd name="csX139" fmla="*/ 126121 w 177715"/>
                <a:gd name="csY139" fmla="*/ 257496 h 356386"/>
                <a:gd name="csX140" fmla="*/ 124688 w 177715"/>
                <a:gd name="csY140" fmla="*/ 257496 h 356386"/>
                <a:gd name="csX141" fmla="*/ 121821 w 177715"/>
                <a:gd name="csY141" fmla="*/ 258929 h 356386"/>
                <a:gd name="csX142" fmla="*/ 121343 w 177715"/>
                <a:gd name="csY142" fmla="*/ 258929 h 356386"/>
                <a:gd name="csX143" fmla="*/ 119911 w 177715"/>
                <a:gd name="csY143" fmla="*/ 259885 h 356386"/>
                <a:gd name="csX144" fmla="*/ 119432 w 177715"/>
                <a:gd name="csY144" fmla="*/ 260363 h 356386"/>
                <a:gd name="csX145" fmla="*/ 119432 w 177715"/>
                <a:gd name="csY145" fmla="*/ 260363 h 356386"/>
                <a:gd name="csX146" fmla="*/ 119432 w 177715"/>
                <a:gd name="csY146" fmla="*/ 260840 h 356386"/>
                <a:gd name="csX147" fmla="*/ 118955 w 177715"/>
                <a:gd name="csY147" fmla="*/ 261796 h 356386"/>
                <a:gd name="csX148" fmla="*/ 119432 w 177715"/>
                <a:gd name="csY148" fmla="*/ 264662 h 356386"/>
                <a:gd name="csX149" fmla="*/ 119432 w 177715"/>
                <a:gd name="csY149" fmla="*/ 264662 h 356386"/>
                <a:gd name="csX150" fmla="*/ 120388 w 177715"/>
                <a:gd name="csY150" fmla="*/ 268006 h 356386"/>
                <a:gd name="csX151" fmla="*/ 122299 w 177715"/>
                <a:gd name="csY151" fmla="*/ 269917 h 356386"/>
                <a:gd name="csX152" fmla="*/ 123254 w 177715"/>
                <a:gd name="csY152" fmla="*/ 271828 h 356386"/>
                <a:gd name="csX153" fmla="*/ 123254 w 177715"/>
                <a:gd name="csY153" fmla="*/ 271828 h 356386"/>
                <a:gd name="csX154" fmla="*/ 125165 w 177715"/>
                <a:gd name="csY154" fmla="*/ 274217 h 356386"/>
                <a:gd name="csX155" fmla="*/ 126598 w 177715"/>
                <a:gd name="csY155" fmla="*/ 276128 h 356386"/>
                <a:gd name="csX156" fmla="*/ 129943 w 177715"/>
                <a:gd name="csY156" fmla="*/ 278516 h 356386"/>
                <a:gd name="csX157" fmla="*/ 134242 w 177715"/>
                <a:gd name="csY157" fmla="*/ 282338 h 356386"/>
                <a:gd name="csX158" fmla="*/ 135675 w 177715"/>
                <a:gd name="csY158" fmla="*/ 284249 h 356386"/>
                <a:gd name="csX159" fmla="*/ 137109 w 177715"/>
                <a:gd name="csY159" fmla="*/ 286160 h 356386"/>
                <a:gd name="csX160" fmla="*/ 138064 w 177715"/>
                <a:gd name="csY160" fmla="*/ 288071 h 356386"/>
                <a:gd name="csX161" fmla="*/ 138064 w 177715"/>
                <a:gd name="csY161" fmla="*/ 288071 h 356386"/>
                <a:gd name="csX162" fmla="*/ 138542 w 177715"/>
                <a:gd name="csY162" fmla="*/ 290937 h 356386"/>
                <a:gd name="csX163" fmla="*/ 138542 w 177715"/>
                <a:gd name="csY163" fmla="*/ 292370 h 356386"/>
                <a:gd name="csX164" fmla="*/ 138542 w 177715"/>
                <a:gd name="csY164" fmla="*/ 292370 h 356386"/>
                <a:gd name="csX165" fmla="*/ 139020 w 177715"/>
                <a:gd name="csY165" fmla="*/ 297148 h 356386"/>
                <a:gd name="csX166" fmla="*/ 138542 w 177715"/>
                <a:gd name="csY166" fmla="*/ 297625 h 356386"/>
                <a:gd name="csX167" fmla="*/ 138064 w 177715"/>
                <a:gd name="csY167" fmla="*/ 298103 h 356386"/>
                <a:gd name="csX168" fmla="*/ 137586 w 177715"/>
                <a:gd name="csY168" fmla="*/ 299536 h 356386"/>
                <a:gd name="csX169" fmla="*/ 137586 w 177715"/>
                <a:gd name="csY169" fmla="*/ 299536 h 356386"/>
                <a:gd name="csX170" fmla="*/ 137586 w 177715"/>
                <a:gd name="csY170" fmla="*/ 299536 h 356386"/>
                <a:gd name="csX171" fmla="*/ 137586 w 177715"/>
                <a:gd name="csY171" fmla="*/ 300970 h 356386"/>
                <a:gd name="csX172" fmla="*/ 139020 w 177715"/>
                <a:gd name="csY172" fmla="*/ 302403 h 356386"/>
                <a:gd name="csX173" fmla="*/ 139020 w 177715"/>
                <a:gd name="csY173" fmla="*/ 303836 h 356386"/>
                <a:gd name="csX174" fmla="*/ 139020 w 177715"/>
                <a:gd name="csY174" fmla="*/ 303836 h 356386"/>
                <a:gd name="csX175" fmla="*/ 139497 w 177715"/>
                <a:gd name="csY175" fmla="*/ 306224 h 356386"/>
                <a:gd name="csX176" fmla="*/ 141408 w 177715"/>
                <a:gd name="csY176" fmla="*/ 308136 h 356386"/>
                <a:gd name="csX177" fmla="*/ 142841 w 177715"/>
                <a:gd name="csY177" fmla="*/ 309091 h 356386"/>
                <a:gd name="csX178" fmla="*/ 143319 w 177715"/>
                <a:gd name="csY178" fmla="*/ 310046 h 356386"/>
                <a:gd name="csX179" fmla="*/ 143319 w 177715"/>
                <a:gd name="csY179" fmla="*/ 311002 h 356386"/>
                <a:gd name="csX180" fmla="*/ 143319 w 177715"/>
                <a:gd name="csY180" fmla="*/ 311480 h 356386"/>
                <a:gd name="csX181" fmla="*/ 143319 w 177715"/>
                <a:gd name="csY181" fmla="*/ 311480 h 356386"/>
                <a:gd name="csX182" fmla="*/ 143797 w 177715"/>
                <a:gd name="csY182" fmla="*/ 312913 h 356386"/>
                <a:gd name="csX183" fmla="*/ 143797 w 177715"/>
                <a:gd name="csY183" fmla="*/ 314346 h 356386"/>
                <a:gd name="csX184" fmla="*/ 144752 w 177715"/>
                <a:gd name="csY184" fmla="*/ 316735 h 356386"/>
                <a:gd name="csX185" fmla="*/ 144752 w 177715"/>
                <a:gd name="csY185" fmla="*/ 316735 h 356386"/>
                <a:gd name="csX186" fmla="*/ 145707 w 177715"/>
                <a:gd name="csY186" fmla="*/ 318646 h 356386"/>
                <a:gd name="csX187" fmla="*/ 147619 w 177715"/>
                <a:gd name="csY187" fmla="*/ 324378 h 356386"/>
                <a:gd name="csX188" fmla="*/ 147619 w 177715"/>
                <a:gd name="csY188" fmla="*/ 324856 h 356386"/>
                <a:gd name="csX189" fmla="*/ 147619 w 177715"/>
                <a:gd name="csY189" fmla="*/ 324856 h 356386"/>
                <a:gd name="csX190" fmla="*/ 146663 w 177715"/>
                <a:gd name="csY190" fmla="*/ 325812 h 356386"/>
                <a:gd name="csX191" fmla="*/ 145707 w 177715"/>
                <a:gd name="csY191" fmla="*/ 326767 h 356386"/>
                <a:gd name="csX192" fmla="*/ 144752 w 177715"/>
                <a:gd name="csY192" fmla="*/ 327245 h 356386"/>
                <a:gd name="csX193" fmla="*/ 144275 w 177715"/>
                <a:gd name="csY193" fmla="*/ 328200 h 356386"/>
                <a:gd name="csX194" fmla="*/ 142364 w 177715"/>
                <a:gd name="csY194" fmla="*/ 331544 h 356386"/>
                <a:gd name="csX195" fmla="*/ 141886 w 177715"/>
                <a:gd name="csY195" fmla="*/ 332500 h 356386"/>
                <a:gd name="csX196" fmla="*/ 139020 w 177715"/>
                <a:gd name="csY196" fmla="*/ 336321 h 356386"/>
                <a:gd name="csX197" fmla="*/ 135675 w 177715"/>
                <a:gd name="csY197" fmla="*/ 340143 h 356386"/>
                <a:gd name="csX198" fmla="*/ 133287 w 177715"/>
                <a:gd name="csY198" fmla="*/ 342532 h 356386"/>
                <a:gd name="csX199" fmla="*/ 131376 w 177715"/>
                <a:gd name="csY199" fmla="*/ 343965 h 356386"/>
                <a:gd name="csX200" fmla="*/ 131376 w 177715"/>
                <a:gd name="csY200" fmla="*/ 343965 h 356386"/>
                <a:gd name="csX201" fmla="*/ 130420 w 177715"/>
                <a:gd name="csY201" fmla="*/ 344921 h 356386"/>
                <a:gd name="csX202" fmla="*/ 130420 w 177715"/>
                <a:gd name="csY202" fmla="*/ 344921 h 356386"/>
                <a:gd name="csX203" fmla="*/ 130420 w 177715"/>
                <a:gd name="csY203" fmla="*/ 345398 h 356386"/>
                <a:gd name="csX204" fmla="*/ 130898 w 177715"/>
                <a:gd name="csY204" fmla="*/ 346831 h 356386"/>
                <a:gd name="csX205" fmla="*/ 130898 w 177715"/>
                <a:gd name="csY205" fmla="*/ 348743 h 356386"/>
                <a:gd name="csX206" fmla="*/ 130898 w 177715"/>
                <a:gd name="csY206" fmla="*/ 349220 h 356386"/>
                <a:gd name="csX207" fmla="*/ 130420 w 177715"/>
                <a:gd name="csY207" fmla="*/ 350653 h 356386"/>
                <a:gd name="csX208" fmla="*/ 129943 w 177715"/>
                <a:gd name="csY208" fmla="*/ 352087 h 356386"/>
                <a:gd name="csX209" fmla="*/ 129943 w 177715"/>
                <a:gd name="csY209" fmla="*/ 352087 h 356386"/>
                <a:gd name="csX210" fmla="*/ 129465 w 177715"/>
                <a:gd name="csY210" fmla="*/ 353042 h 356386"/>
                <a:gd name="csX211" fmla="*/ 129465 w 177715"/>
                <a:gd name="csY211" fmla="*/ 353520 h 356386"/>
                <a:gd name="csX212" fmla="*/ 129465 w 177715"/>
                <a:gd name="csY212" fmla="*/ 353520 h 356386"/>
                <a:gd name="csX213" fmla="*/ 128509 w 177715"/>
                <a:gd name="csY213" fmla="*/ 353520 h 356386"/>
                <a:gd name="csX214" fmla="*/ 126598 w 177715"/>
                <a:gd name="csY214" fmla="*/ 356386 h 356386"/>
                <a:gd name="csX215" fmla="*/ 126121 w 177715"/>
                <a:gd name="csY215" fmla="*/ 354953 h 356386"/>
                <a:gd name="csX216" fmla="*/ 125165 w 177715"/>
                <a:gd name="csY216" fmla="*/ 353520 h 356386"/>
                <a:gd name="csX217" fmla="*/ 126121 w 177715"/>
                <a:gd name="csY217" fmla="*/ 350653 h 356386"/>
                <a:gd name="csX218" fmla="*/ 124688 w 177715"/>
                <a:gd name="csY218" fmla="*/ 344443 h 356386"/>
                <a:gd name="csX219" fmla="*/ 125643 w 177715"/>
                <a:gd name="csY219" fmla="*/ 343965 h 356386"/>
                <a:gd name="csX220" fmla="*/ 126121 w 177715"/>
                <a:gd name="csY220" fmla="*/ 343487 h 356386"/>
                <a:gd name="csX221" fmla="*/ 127554 w 177715"/>
                <a:gd name="csY221" fmla="*/ 341099 h 356386"/>
                <a:gd name="csX222" fmla="*/ 128987 w 177715"/>
                <a:gd name="csY222" fmla="*/ 338710 h 356386"/>
                <a:gd name="csX223" fmla="*/ 128987 w 177715"/>
                <a:gd name="csY223" fmla="*/ 336321 h 356386"/>
                <a:gd name="csX224" fmla="*/ 130420 w 177715"/>
                <a:gd name="csY224" fmla="*/ 333933 h 356386"/>
                <a:gd name="csX225" fmla="*/ 129943 w 177715"/>
                <a:gd name="csY225" fmla="*/ 332500 h 356386"/>
                <a:gd name="csX226" fmla="*/ 129943 w 177715"/>
                <a:gd name="csY226" fmla="*/ 330589 h 356386"/>
                <a:gd name="csX227" fmla="*/ 130420 w 177715"/>
                <a:gd name="csY227" fmla="*/ 329155 h 356386"/>
                <a:gd name="csX228" fmla="*/ 130420 w 177715"/>
                <a:gd name="csY228" fmla="*/ 327722 h 356386"/>
                <a:gd name="csX229" fmla="*/ 131376 w 177715"/>
                <a:gd name="csY229" fmla="*/ 326289 h 356386"/>
                <a:gd name="csX230" fmla="*/ 132809 w 177715"/>
                <a:gd name="csY230" fmla="*/ 325334 h 356386"/>
                <a:gd name="csX231" fmla="*/ 132331 w 177715"/>
                <a:gd name="csY231" fmla="*/ 324856 h 356386"/>
                <a:gd name="csX232" fmla="*/ 131376 w 177715"/>
                <a:gd name="csY232" fmla="*/ 324378 h 356386"/>
                <a:gd name="csX233" fmla="*/ 129465 w 177715"/>
                <a:gd name="csY233" fmla="*/ 325334 h 356386"/>
                <a:gd name="csX234" fmla="*/ 128032 w 177715"/>
                <a:gd name="csY234" fmla="*/ 324856 h 356386"/>
                <a:gd name="csX235" fmla="*/ 128032 w 177715"/>
                <a:gd name="csY235" fmla="*/ 323901 h 356386"/>
                <a:gd name="csX236" fmla="*/ 128032 w 177715"/>
                <a:gd name="csY236" fmla="*/ 322467 h 356386"/>
                <a:gd name="csX237" fmla="*/ 128509 w 177715"/>
                <a:gd name="csY237" fmla="*/ 321989 h 356386"/>
                <a:gd name="csX238" fmla="*/ 128987 w 177715"/>
                <a:gd name="csY238" fmla="*/ 321034 h 356386"/>
                <a:gd name="csX239" fmla="*/ 128987 w 177715"/>
                <a:gd name="csY239" fmla="*/ 319123 h 356386"/>
                <a:gd name="csX240" fmla="*/ 128509 w 177715"/>
                <a:gd name="csY240" fmla="*/ 317690 h 356386"/>
                <a:gd name="csX241" fmla="*/ 129465 w 177715"/>
                <a:gd name="csY241" fmla="*/ 315779 h 356386"/>
                <a:gd name="csX242" fmla="*/ 128032 w 177715"/>
                <a:gd name="csY242" fmla="*/ 315779 h 356386"/>
                <a:gd name="csX243" fmla="*/ 127554 w 177715"/>
                <a:gd name="csY243" fmla="*/ 315779 h 356386"/>
                <a:gd name="csX244" fmla="*/ 128032 w 177715"/>
                <a:gd name="csY244" fmla="*/ 314346 h 356386"/>
                <a:gd name="csX245" fmla="*/ 128987 w 177715"/>
                <a:gd name="csY245" fmla="*/ 313868 h 356386"/>
                <a:gd name="csX246" fmla="*/ 128032 w 177715"/>
                <a:gd name="csY246" fmla="*/ 311957 h 356386"/>
                <a:gd name="csX247" fmla="*/ 128509 w 177715"/>
                <a:gd name="csY247" fmla="*/ 310046 h 356386"/>
                <a:gd name="csX248" fmla="*/ 128509 w 177715"/>
                <a:gd name="csY248" fmla="*/ 307658 h 356386"/>
                <a:gd name="csX249" fmla="*/ 128032 w 177715"/>
                <a:gd name="csY249" fmla="*/ 305747 h 356386"/>
                <a:gd name="csX250" fmla="*/ 128032 w 177715"/>
                <a:gd name="csY250" fmla="*/ 304314 h 356386"/>
                <a:gd name="csX251" fmla="*/ 127554 w 177715"/>
                <a:gd name="csY251" fmla="*/ 301925 h 356386"/>
                <a:gd name="csX252" fmla="*/ 127076 w 177715"/>
                <a:gd name="csY252" fmla="*/ 298581 h 356386"/>
                <a:gd name="csX253" fmla="*/ 125165 w 177715"/>
                <a:gd name="csY253" fmla="*/ 296192 h 356386"/>
                <a:gd name="csX254" fmla="*/ 123732 w 177715"/>
                <a:gd name="csY254" fmla="*/ 292848 h 356386"/>
                <a:gd name="csX255" fmla="*/ 120388 w 177715"/>
                <a:gd name="csY255" fmla="*/ 288071 h 356386"/>
                <a:gd name="csX256" fmla="*/ 120388 w 177715"/>
                <a:gd name="csY256" fmla="*/ 286160 h 356386"/>
                <a:gd name="csX257" fmla="*/ 120388 w 177715"/>
                <a:gd name="csY257" fmla="*/ 284249 h 356386"/>
                <a:gd name="csX258" fmla="*/ 119432 w 177715"/>
                <a:gd name="csY258" fmla="*/ 283294 h 356386"/>
                <a:gd name="csX259" fmla="*/ 118477 w 177715"/>
                <a:gd name="csY259" fmla="*/ 289504 h 356386"/>
                <a:gd name="csX260" fmla="*/ 117522 w 177715"/>
                <a:gd name="csY260" fmla="*/ 288548 h 356386"/>
                <a:gd name="csX261" fmla="*/ 117522 w 177715"/>
                <a:gd name="csY261" fmla="*/ 284727 h 356386"/>
                <a:gd name="csX262" fmla="*/ 117044 w 177715"/>
                <a:gd name="csY262" fmla="*/ 283294 h 356386"/>
                <a:gd name="csX263" fmla="*/ 117522 w 177715"/>
                <a:gd name="csY263" fmla="*/ 279949 h 356386"/>
                <a:gd name="csX264" fmla="*/ 115611 w 177715"/>
                <a:gd name="csY264" fmla="*/ 276605 h 356386"/>
                <a:gd name="csX265" fmla="*/ 115133 w 177715"/>
                <a:gd name="csY265" fmla="*/ 274217 h 356386"/>
                <a:gd name="csX266" fmla="*/ 113700 w 177715"/>
                <a:gd name="csY266" fmla="*/ 270873 h 356386"/>
                <a:gd name="csX267" fmla="*/ 114177 w 177715"/>
                <a:gd name="csY267" fmla="*/ 269917 h 356386"/>
                <a:gd name="csX268" fmla="*/ 116088 w 177715"/>
                <a:gd name="csY268" fmla="*/ 270873 h 356386"/>
                <a:gd name="csX269" fmla="*/ 114177 w 177715"/>
                <a:gd name="csY269" fmla="*/ 268962 h 356386"/>
                <a:gd name="csX270" fmla="*/ 112745 w 177715"/>
                <a:gd name="csY270" fmla="*/ 269439 h 356386"/>
                <a:gd name="csX271" fmla="*/ 111789 w 177715"/>
                <a:gd name="csY271" fmla="*/ 267051 h 356386"/>
                <a:gd name="csX272" fmla="*/ 111789 w 177715"/>
                <a:gd name="csY272" fmla="*/ 260840 h 356386"/>
                <a:gd name="csX273" fmla="*/ 110356 w 177715"/>
                <a:gd name="csY273" fmla="*/ 258452 h 356386"/>
                <a:gd name="csX274" fmla="*/ 111311 w 177715"/>
                <a:gd name="csY274" fmla="*/ 256063 h 356386"/>
                <a:gd name="csX275" fmla="*/ 109878 w 177715"/>
                <a:gd name="csY275" fmla="*/ 247941 h 356386"/>
                <a:gd name="csX276" fmla="*/ 107489 w 177715"/>
                <a:gd name="csY276" fmla="*/ 245075 h 356386"/>
                <a:gd name="csX277" fmla="*/ 107967 w 177715"/>
                <a:gd name="csY277" fmla="*/ 242687 h 356386"/>
                <a:gd name="csX278" fmla="*/ 108445 w 177715"/>
                <a:gd name="csY278" fmla="*/ 240775 h 356386"/>
                <a:gd name="csX279" fmla="*/ 108445 w 177715"/>
                <a:gd name="csY279" fmla="*/ 236954 h 356386"/>
                <a:gd name="csX280" fmla="*/ 108923 w 177715"/>
                <a:gd name="csY280" fmla="*/ 235998 h 356386"/>
                <a:gd name="csX281" fmla="*/ 110356 w 177715"/>
                <a:gd name="csY281" fmla="*/ 235043 h 356386"/>
                <a:gd name="csX282" fmla="*/ 108923 w 177715"/>
                <a:gd name="csY282" fmla="*/ 235043 h 356386"/>
                <a:gd name="csX283" fmla="*/ 107967 w 177715"/>
                <a:gd name="csY283" fmla="*/ 235521 h 356386"/>
                <a:gd name="csX284" fmla="*/ 105579 w 177715"/>
                <a:gd name="csY284" fmla="*/ 235521 h 356386"/>
                <a:gd name="csX285" fmla="*/ 103190 w 177715"/>
                <a:gd name="csY285" fmla="*/ 235521 h 356386"/>
                <a:gd name="csX286" fmla="*/ 102234 w 177715"/>
                <a:gd name="csY286" fmla="*/ 233132 h 356386"/>
                <a:gd name="csX287" fmla="*/ 100801 w 177715"/>
                <a:gd name="csY287" fmla="*/ 231699 h 356386"/>
                <a:gd name="csX288" fmla="*/ 99846 w 177715"/>
                <a:gd name="csY288" fmla="*/ 228832 h 356386"/>
                <a:gd name="csX289" fmla="*/ 99368 w 177715"/>
                <a:gd name="csY289" fmla="*/ 225488 h 356386"/>
                <a:gd name="csX290" fmla="*/ 99846 w 177715"/>
                <a:gd name="csY290" fmla="*/ 225010 h 356386"/>
                <a:gd name="csX291" fmla="*/ 97935 w 177715"/>
                <a:gd name="csY291" fmla="*/ 223577 h 356386"/>
                <a:gd name="csX292" fmla="*/ 96979 w 177715"/>
                <a:gd name="csY292" fmla="*/ 222622 h 356386"/>
                <a:gd name="csX293" fmla="*/ 95068 w 177715"/>
                <a:gd name="csY293" fmla="*/ 220711 h 356386"/>
                <a:gd name="csX294" fmla="*/ 92680 w 177715"/>
                <a:gd name="csY294" fmla="*/ 219278 h 356386"/>
                <a:gd name="csX295" fmla="*/ 93157 w 177715"/>
                <a:gd name="csY295" fmla="*/ 220233 h 356386"/>
                <a:gd name="csX296" fmla="*/ 94113 w 177715"/>
                <a:gd name="csY296" fmla="*/ 220711 h 356386"/>
                <a:gd name="csX297" fmla="*/ 92680 w 177715"/>
                <a:gd name="csY297" fmla="*/ 223100 h 356386"/>
                <a:gd name="csX298" fmla="*/ 94113 w 177715"/>
                <a:gd name="csY298" fmla="*/ 225966 h 356386"/>
                <a:gd name="csX299" fmla="*/ 93157 w 177715"/>
                <a:gd name="csY299" fmla="*/ 228355 h 356386"/>
                <a:gd name="csX300" fmla="*/ 92202 w 177715"/>
                <a:gd name="csY300" fmla="*/ 230743 h 356386"/>
                <a:gd name="csX301" fmla="*/ 91247 w 177715"/>
                <a:gd name="csY301" fmla="*/ 232176 h 356386"/>
                <a:gd name="csX302" fmla="*/ 88380 w 177715"/>
                <a:gd name="csY302" fmla="*/ 235043 h 356386"/>
                <a:gd name="csX303" fmla="*/ 85991 w 177715"/>
                <a:gd name="csY303" fmla="*/ 235998 h 356386"/>
                <a:gd name="csX304" fmla="*/ 84558 w 177715"/>
                <a:gd name="csY304" fmla="*/ 235998 h 356386"/>
                <a:gd name="csX305" fmla="*/ 83125 w 177715"/>
                <a:gd name="csY305" fmla="*/ 235998 h 356386"/>
                <a:gd name="csX306" fmla="*/ 81692 w 177715"/>
                <a:gd name="csY306" fmla="*/ 234565 h 356386"/>
                <a:gd name="csX307" fmla="*/ 81214 w 177715"/>
                <a:gd name="csY307" fmla="*/ 233132 h 356386"/>
                <a:gd name="csX308" fmla="*/ 80736 w 177715"/>
                <a:gd name="csY308" fmla="*/ 231221 h 356386"/>
                <a:gd name="csX309" fmla="*/ 80259 w 177715"/>
                <a:gd name="csY309" fmla="*/ 230743 h 356386"/>
                <a:gd name="csX310" fmla="*/ 79781 w 177715"/>
                <a:gd name="csY310" fmla="*/ 231221 h 356386"/>
                <a:gd name="csX311" fmla="*/ 80736 w 177715"/>
                <a:gd name="csY311" fmla="*/ 233610 h 356386"/>
                <a:gd name="csX312" fmla="*/ 80736 w 177715"/>
                <a:gd name="csY312" fmla="*/ 235043 h 356386"/>
                <a:gd name="csX313" fmla="*/ 82170 w 177715"/>
                <a:gd name="csY313" fmla="*/ 237432 h 356386"/>
                <a:gd name="csX314" fmla="*/ 81692 w 177715"/>
                <a:gd name="csY314" fmla="*/ 237909 h 356386"/>
                <a:gd name="csX315" fmla="*/ 78348 w 177715"/>
                <a:gd name="csY315" fmla="*/ 239342 h 356386"/>
                <a:gd name="csX316" fmla="*/ 77393 w 177715"/>
                <a:gd name="csY316" fmla="*/ 238865 h 356386"/>
                <a:gd name="csX317" fmla="*/ 76915 w 177715"/>
                <a:gd name="csY317" fmla="*/ 239342 h 356386"/>
                <a:gd name="csX318" fmla="*/ 76437 w 177715"/>
                <a:gd name="csY318" fmla="*/ 240298 h 356386"/>
                <a:gd name="csX319" fmla="*/ 75959 w 177715"/>
                <a:gd name="csY319" fmla="*/ 240775 h 356386"/>
                <a:gd name="csX320" fmla="*/ 71182 w 177715"/>
                <a:gd name="csY320" fmla="*/ 242209 h 356386"/>
                <a:gd name="csX321" fmla="*/ 70227 w 177715"/>
                <a:gd name="csY321" fmla="*/ 244120 h 356386"/>
                <a:gd name="csX322" fmla="*/ 69749 w 177715"/>
                <a:gd name="csY322" fmla="*/ 246031 h 356386"/>
                <a:gd name="csX323" fmla="*/ 66882 w 177715"/>
                <a:gd name="csY323" fmla="*/ 248419 h 356386"/>
                <a:gd name="csX324" fmla="*/ 64016 w 177715"/>
                <a:gd name="csY324" fmla="*/ 250808 h 356386"/>
                <a:gd name="csX325" fmla="*/ 63061 w 177715"/>
                <a:gd name="csY325" fmla="*/ 250808 h 356386"/>
                <a:gd name="csX326" fmla="*/ 62105 w 177715"/>
                <a:gd name="csY326" fmla="*/ 250330 h 356386"/>
                <a:gd name="csX327" fmla="*/ 62105 w 177715"/>
                <a:gd name="csY327" fmla="*/ 247941 h 356386"/>
                <a:gd name="csX328" fmla="*/ 63061 w 177715"/>
                <a:gd name="csY328" fmla="*/ 246031 h 356386"/>
                <a:gd name="csX329" fmla="*/ 63061 w 177715"/>
                <a:gd name="csY329" fmla="*/ 243642 h 356386"/>
                <a:gd name="csX330" fmla="*/ 62583 w 177715"/>
                <a:gd name="csY330" fmla="*/ 245075 h 356386"/>
                <a:gd name="csX331" fmla="*/ 60672 w 177715"/>
                <a:gd name="csY331" fmla="*/ 247941 h 356386"/>
                <a:gd name="csX332" fmla="*/ 59716 w 177715"/>
                <a:gd name="csY332" fmla="*/ 248897 h 356386"/>
                <a:gd name="csX333" fmla="*/ 57806 w 177715"/>
                <a:gd name="csY333" fmla="*/ 248419 h 356386"/>
                <a:gd name="csX334" fmla="*/ 54939 w 177715"/>
                <a:gd name="csY334" fmla="*/ 248897 h 356386"/>
                <a:gd name="csX335" fmla="*/ 53984 w 177715"/>
                <a:gd name="csY335" fmla="*/ 246031 h 356386"/>
                <a:gd name="csX336" fmla="*/ 53984 w 177715"/>
                <a:gd name="csY336" fmla="*/ 245075 h 356386"/>
                <a:gd name="csX337" fmla="*/ 53506 w 177715"/>
                <a:gd name="csY337" fmla="*/ 244120 h 356386"/>
                <a:gd name="csX338" fmla="*/ 53984 w 177715"/>
                <a:gd name="csY338" fmla="*/ 242687 h 356386"/>
                <a:gd name="csX339" fmla="*/ 53984 w 177715"/>
                <a:gd name="csY339" fmla="*/ 242209 h 356386"/>
                <a:gd name="csX340" fmla="*/ 53506 w 177715"/>
                <a:gd name="csY340" fmla="*/ 243642 h 356386"/>
                <a:gd name="csX341" fmla="*/ 53028 w 177715"/>
                <a:gd name="csY341" fmla="*/ 245075 h 356386"/>
                <a:gd name="csX342" fmla="*/ 52073 w 177715"/>
                <a:gd name="csY342" fmla="*/ 246031 h 356386"/>
                <a:gd name="csX343" fmla="*/ 49206 w 177715"/>
                <a:gd name="csY343" fmla="*/ 247464 h 356386"/>
                <a:gd name="csX344" fmla="*/ 49206 w 177715"/>
                <a:gd name="csY344" fmla="*/ 245553 h 356386"/>
                <a:gd name="csX345" fmla="*/ 49206 w 177715"/>
                <a:gd name="csY345" fmla="*/ 244598 h 356386"/>
                <a:gd name="csX346" fmla="*/ 49684 w 177715"/>
                <a:gd name="csY346" fmla="*/ 243164 h 356386"/>
                <a:gd name="csX347" fmla="*/ 49684 w 177715"/>
                <a:gd name="csY347" fmla="*/ 240775 h 356386"/>
                <a:gd name="csX348" fmla="*/ 50640 w 177715"/>
                <a:gd name="csY348" fmla="*/ 237909 h 356386"/>
                <a:gd name="csX349" fmla="*/ 50640 w 177715"/>
                <a:gd name="csY349" fmla="*/ 236954 h 356386"/>
                <a:gd name="csX350" fmla="*/ 50162 w 177715"/>
                <a:gd name="csY350" fmla="*/ 235998 h 356386"/>
                <a:gd name="csX351" fmla="*/ 49684 w 177715"/>
                <a:gd name="csY351" fmla="*/ 237432 h 356386"/>
                <a:gd name="csX352" fmla="*/ 49206 w 177715"/>
                <a:gd name="csY352" fmla="*/ 239342 h 356386"/>
                <a:gd name="csX353" fmla="*/ 48729 w 177715"/>
                <a:gd name="csY353" fmla="*/ 239820 h 356386"/>
                <a:gd name="csX354" fmla="*/ 47773 w 177715"/>
                <a:gd name="csY354" fmla="*/ 240298 h 356386"/>
                <a:gd name="csX355" fmla="*/ 45862 w 177715"/>
                <a:gd name="csY355" fmla="*/ 242209 h 356386"/>
                <a:gd name="csX356" fmla="*/ 44907 w 177715"/>
                <a:gd name="csY356" fmla="*/ 243642 h 356386"/>
                <a:gd name="csX357" fmla="*/ 42040 w 177715"/>
                <a:gd name="csY357" fmla="*/ 245553 h 356386"/>
                <a:gd name="csX358" fmla="*/ 40607 w 177715"/>
                <a:gd name="csY358" fmla="*/ 245075 h 356386"/>
                <a:gd name="csX359" fmla="*/ 40607 w 177715"/>
                <a:gd name="csY359" fmla="*/ 243164 h 356386"/>
                <a:gd name="csX360" fmla="*/ 41563 w 177715"/>
                <a:gd name="csY360" fmla="*/ 235998 h 356386"/>
                <a:gd name="csX361" fmla="*/ 42518 w 177715"/>
                <a:gd name="csY361" fmla="*/ 235043 h 356386"/>
                <a:gd name="csX362" fmla="*/ 42996 w 177715"/>
                <a:gd name="csY362" fmla="*/ 233610 h 356386"/>
                <a:gd name="csX363" fmla="*/ 43951 w 177715"/>
                <a:gd name="csY363" fmla="*/ 229310 h 356386"/>
                <a:gd name="csX364" fmla="*/ 45384 w 177715"/>
                <a:gd name="csY364" fmla="*/ 227399 h 356386"/>
                <a:gd name="csX365" fmla="*/ 45384 w 177715"/>
                <a:gd name="csY365" fmla="*/ 224055 h 356386"/>
                <a:gd name="csX366" fmla="*/ 45862 w 177715"/>
                <a:gd name="csY366" fmla="*/ 223577 h 356386"/>
                <a:gd name="csX367" fmla="*/ 47295 w 177715"/>
                <a:gd name="csY367" fmla="*/ 220711 h 356386"/>
                <a:gd name="csX368" fmla="*/ 47773 w 177715"/>
                <a:gd name="csY368" fmla="*/ 215934 h 356386"/>
                <a:gd name="csX369" fmla="*/ 47295 w 177715"/>
                <a:gd name="csY369" fmla="*/ 213545 h 356386"/>
                <a:gd name="csX370" fmla="*/ 45862 w 177715"/>
                <a:gd name="csY370" fmla="*/ 211156 h 356386"/>
                <a:gd name="csX371" fmla="*/ 44907 w 177715"/>
                <a:gd name="csY371" fmla="*/ 203991 h 356386"/>
                <a:gd name="csX372" fmla="*/ 41563 w 177715"/>
                <a:gd name="csY372" fmla="*/ 198258 h 356386"/>
                <a:gd name="csX373" fmla="*/ 41085 w 177715"/>
                <a:gd name="csY373" fmla="*/ 196347 h 356386"/>
                <a:gd name="csX374" fmla="*/ 39652 w 177715"/>
                <a:gd name="csY374" fmla="*/ 193958 h 356386"/>
                <a:gd name="csX375" fmla="*/ 41085 w 177715"/>
                <a:gd name="csY375" fmla="*/ 193480 h 356386"/>
                <a:gd name="csX376" fmla="*/ 38218 w 177715"/>
                <a:gd name="csY376" fmla="*/ 191569 h 356386"/>
                <a:gd name="csX377" fmla="*/ 37741 w 177715"/>
                <a:gd name="csY377" fmla="*/ 190614 h 356386"/>
                <a:gd name="csX378" fmla="*/ 36786 w 177715"/>
                <a:gd name="csY378" fmla="*/ 185837 h 356386"/>
                <a:gd name="csX379" fmla="*/ 37263 w 177715"/>
                <a:gd name="csY379" fmla="*/ 182970 h 356386"/>
                <a:gd name="csX380" fmla="*/ 36786 w 177715"/>
                <a:gd name="csY380" fmla="*/ 183448 h 356386"/>
                <a:gd name="csX381" fmla="*/ 36308 w 177715"/>
                <a:gd name="csY381" fmla="*/ 185359 h 356386"/>
                <a:gd name="csX382" fmla="*/ 34874 w 177715"/>
                <a:gd name="csY382" fmla="*/ 185837 h 356386"/>
                <a:gd name="csX383" fmla="*/ 35352 w 177715"/>
                <a:gd name="csY383" fmla="*/ 188703 h 356386"/>
                <a:gd name="csX384" fmla="*/ 35352 w 177715"/>
                <a:gd name="csY384" fmla="*/ 189659 h 356386"/>
                <a:gd name="csX385" fmla="*/ 34874 w 177715"/>
                <a:gd name="csY385" fmla="*/ 190614 h 356386"/>
                <a:gd name="csX386" fmla="*/ 32008 w 177715"/>
                <a:gd name="csY386" fmla="*/ 189659 h 356386"/>
                <a:gd name="csX387" fmla="*/ 30097 w 177715"/>
                <a:gd name="csY387" fmla="*/ 188225 h 356386"/>
                <a:gd name="csX388" fmla="*/ 28186 w 177715"/>
                <a:gd name="csY388" fmla="*/ 184881 h 356386"/>
                <a:gd name="csX389" fmla="*/ 26275 w 177715"/>
                <a:gd name="csY389" fmla="*/ 181537 h 356386"/>
                <a:gd name="csX390" fmla="*/ 26753 w 177715"/>
                <a:gd name="csY390" fmla="*/ 181059 h 356386"/>
                <a:gd name="csX391" fmla="*/ 27709 w 177715"/>
                <a:gd name="csY391" fmla="*/ 181059 h 356386"/>
                <a:gd name="csX392" fmla="*/ 30575 w 177715"/>
                <a:gd name="csY392" fmla="*/ 183448 h 356386"/>
                <a:gd name="csX393" fmla="*/ 32486 w 177715"/>
                <a:gd name="csY393" fmla="*/ 183926 h 356386"/>
                <a:gd name="csX394" fmla="*/ 33919 w 177715"/>
                <a:gd name="csY394" fmla="*/ 183448 h 356386"/>
                <a:gd name="csX395" fmla="*/ 35352 w 177715"/>
                <a:gd name="csY395" fmla="*/ 182493 h 356386"/>
                <a:gd name="csX396" fmla="*/ 36308 w 177715"/>
                <a:gd name="csY396" fmla="*/ 180104 h 356386"/>
                <a:gd name="csX397" fmla="*/ 35352 w 177715"/>
                <a:gd name="csY397" fmla="*/ 179626 h 356386"/>
                <a:gd name="csX398" fmla="*/ 33919 w 177715"/>
                <a:gd name="csY398" fmla="*/ 179149 h 356386"/>
                <a:gd name="csX399" fmla="*/ 32963 w 177715"/>
                <a:gd name="csY399" fmla="*/ 178671 h 356386"/>
                <a:gd name="csX400" fmla="*/ 31531 w 177715"/>
                <a:gd name="csY400" fmla="*/ 176760 h 356386"/>
                <a:gd name="csX401" fmla="*/ 31531 w 177715"/>
                <a:gd name="csY401" fmla="*/ 176282 h 356386"/>
                <a:gd name="csX402" fmla="*/ 31052 w 177715"/>
                <a:gd name="csY402" fmla="*/ 175327 h 356386"/>
                <a:gd name="csX403" fmla="*/ 29620 w 177715"/>
                <a:gd name="csY403" fmla="*/ 174849 h 356386"/>
                <a:gd name="csX404" fmla="*/ 28664 w 177715"/>
                <a:gd name="csY404" fmla="*/ 173893 h 356386"/>
                <a:gd name="csX405" fmla="*/ 29620 w 177715"/>
                <a:gd name="csY405" fmla="*/ 172460 h 356386"/>
                <a:gd name="csX406" fmla="*/ 30575 w 177715"/>
                <a:gd name="csY406" fmla="*/ 171027 h 356386"/>
                <a:gd name="csX407" fmla="*/ 27709 w 177715"/>
                <a:gd name="csY407" fmla="*/ 171027 h 356386"/>
                <a:gd name="csX408" fmla="*/ 25320 w 177715"/>
                <a:gd name="csY408" fmla="*/ 169116 h 356386"/>
                <a:gd name="csX409" fmla="*/ 24365 w 177715"/>
                <a:gd name="csY409" fmla="*/ 168638 h 356386"/>
                <a:gd name="csX410" fmla="*/ 23409 w 177715"/>
                <a:gd name="csY410" fmla="*/ 168161 h 356386"/>
                <a:gd name="csX411" fmla="*/ 21498 w 177715"/>
                <a:gd name="csY411" fmla="*/ 168161 h 356386"/>
                <a:gd name="csX412" fmla="*/ 19587 w 177715"/>
                <a:gd name="csY412" fmla="*/ 168638 h 356386"/>
                <a:gd name="csX413" fmla="*/ 20543 w 177715"/>
                <a:gd name="csY413" fmla="*/ 171505 h 356386"/>
                <a:gd name="csX414" fmla="*/ 20065 w 177715"/>
                <a:gd name="csY414" fmla="*/ 172460 h 356386"/>
                <a:gd name="csX415" fmla="*/ 19109 w 177715"/>
                <a:gd name="csY415" fmla="*/ 171983 h 356386"/>
                <a:gd name="csX416" fmla="*/ 16243 w 177715"/>
                <a:gd name="csY416" fmla="*/ 168161 h 356386"/>
                <a:gd name="csX417" fmla="*/ 17199 w 177715"/>
                <a:gd name="csY417" fmla="*/ 167205 h 356386"/>
                <a:gd name="csX418" fmla="*/ 18154 w 177715"/>
                <a:gd name="csY418" fmla="*/ 166250 h 356386"/>
                <a:gd name="csX419" fmla="*/ 17676 w 177715"/>
                <a:gd name="csY419" fmla="*/ 165772 h 356386"/>
                <a:gd name="csX420" fmla="*/ 16721 w 177715"/>
                <a:gd name="csY420" fmla="*/ 165772 h 356386"/>
                <a:gd name="csX421" fmla="*/ 17676 w 177715"/>
                <a:gd name="csY421" fmla="*/ 162428 h 356386"/>
                <a:gd name="csX422" fmla="*/ 17199 w 177715"/>
                <a:gd name="csY422" fmla="*/ 161473 h 356386"/>
                <a:gd name="csX423" fmla="*/ 16721 w 177715"/>
                <a:gd name="csY423" fmla="*/ 162906 h 356386"/>
                <a:gd name="csX424" fmla="*/ 16243 w 177715"/>
                <a:gd name="csY424" fmla="*/ 163861 h 356386"/>
                <a:gd name="csX425" fmla="*/ 13854 w 177715"/>
                <a:gd name="csY425" fmla="*/ 166727 h 356386"/>
                <a:gd name="csX426" fmla="*/ 12899 w 177715"/>
                <a:gd name="csY426" fmla="*/ 166250 h 356386"/>
                <a:gd name="csX427" fmla="*/ 12421 w 177715"/>
                <a:gd name="csY427" fmla="*/ 165294 h 356386"/>
                <a:gd name="csX428" fmla="*/ 13377 w 177715"/>
                <a:gd name="csY428" fmla="*/ 163861 h 356386"/>
                <a:gd name="csX429" fmla="*/ 13854 w 177715"/>
                <a:gd name="csY429" fmla="*/ 163861 h 356386"/>
                <a:gd name="csX430" fmla="*/ 14332 w 177715"/>
                <a:gd name="csY430" fmla="*/ 162906 h 356386"/>
                <a:gd name="csX431" fmla="*/ 13377 w 177715"/>
                <a:gd name="csY431" fmla="*/ 161473 h 356386"/>
                <a:gd name="csX432" fmla="*/ 11943 w 177715"/>
                <a:gd name="csY432" fmla="*/ 160517 h 356386"/>
                <a:gd name="csX433" fmla="*/ 10988 w 177715"/>
                <a:gd name="csY433" fmla="*/ 158606 h 356386"/>
                <a:gd name="csX434" fmla="*/ 10510 w 177715"/>
                <a:gd name="csY434" fmla="*/ 158606 h 356386"/>
                <a:gd name="csX435" fmla="*/ 10988 w 177715"/>
                <a:gd name="csY435" fmla="*/ 160517 h 356386"/>
                <a:gd name="csX436" fmla="*/ 10988 w 177715"/>
                <a:gd name="csY436" fmla="*/ 163861 h 356386"/>
                <a:gd name="csX437" fmla="*/ 8599 w 177715"/>
                <a:gd name="csY437" fmla="*/ 160517 h 356386"/>
                <a:gd name="csX438" fmla="*/ 4300 w 177715"/>
                <a:gd name="csY438" fmla="*/ 155740 h 356386"/>
                <a:gd name="csX439" fmla="*/ 2867 w 177715"/>
                <a:gd name="csY439" fmla="*/ 154307 h 356386"/>
                <a:gd name="csX440" fmla="*/ 2867 w 177715"/>
                <a:gd name="csY440" fmla="*/ 152873 h 356386"/>
                <a:gd name="csX441" fmla="*/ 2389 w 177715"/>
                <a:gd name="csY441" fmla="*/ 151440 h 356386"/>
                <a:gd name="csX442" fmla="*/ 1911 w 177715"/>
                <a:gd name="csY442" fmla="*/ 150007 h 356386"/>
                <a:gd name="csX443" fmla="*/ 1911 w 177715"/>
                <a:gd name="csY443" fmla="*/ 149052 h 356386"/>
                <a:gd name="csX444" fmla="*/ 956 w 177715"/>
                <a:gd name="csY444" fmla="*/ 148096 h 356386"/>
                <a:gd name="csX445" fmla="*/ 478 w 177715"/>
                <a:gd name="csY445" fmla="*/ 146185 h 356386"/>
                <a:gd name="csX446" fmla="*/ 0 w 177715"/>
                <a:gd name="csY446" fmla="*/ 144274 h 356386"/>
                <a:gd name="csX447" fmla="*/ 478 w 177715"/>
                <a:gd name="csY447" fmla="*/ 143319 h 356386"/>
                <a:gd name="csX448" fmla="*/ 1911 w 177715"/>
                <a:gd name="csY448" fmla="*/ 141886 h 356386"/>
                <a:gd name="csX449" fmla="*/ 3344 w 177715"/>
                <a:gd name="csY449" fmla="*/ 141408 h 356386"/>
                <a:gd name="csX450" fmla="*/ 3822 w 177715"/>
                <a:gd name="csY450" fmla="*/ 142363 h 356386"/>
                <a:gd name="csX451" fmla="*/ 5733 w 177715"/>
                <a:gd name="csY451" fmla="*/ 143319 h 356386"/>
                <a:gd name="csX452" fmla="*/ 7166 w 177715"/>
                <a:gd name="csY452" fmla="*/ 143796 h 356386"/>
                <a:gd name="csX453" fmla="*/ 7644 w 177715"/>
                <a:gd name="csY453" fmla="*/ 145230 h 356386"/>
                <a:gd name="csX454" fmla="*/ 7644 w 177715"/>
                <a:gd name="csY454" fmla="*/ 145230 h 356386"/>
                <a:gd name="csX455" fmla="*/ 8599 w 177715"/>
                <a:gd name="csY455" fmla="*/ 144752 h 356386"/>
                <a:gd name="csX456" fmla="*/ 8599 w 177715"/>
                <a:gd name="csY456" fmla="*/ 144752 h 356386"/>
                <a:gd name="csX457" fmla="*/ 9077 w 177715"/>
                <a:gd name="csY457" fmla="*/ 144274 h 356386"/>
                <a:gd name="csX458" fmla="*/ 9077 w 177715"/>
                <a:gd name="csY458" fmla="*/ 143319 h 356386"/>
                <a:gd name="csX459" fmla="*/ 8122 w 177715"/>
                <a:gd name="csY459" fmla="*/ 140930 h 356386"/>
                <a:gd name="csX460" fmla="*/ 8122 w 177715"/>
                <a:gd name="csY460" fmla="*/ 138542 h 356386"/>
                <a:gd name="csX461" fmla="*/ 8122 w 177715"/>
                <a:gd name="csY461" fmla="*/ 131853 h 356386"/>
                <a:gd name="csX462" fmla="*/ 8122 w 177715"/>
                <a:gd name="csY462" fmla="*/ 131376 h 356386"/>
                <a:gd name="csX463" fmla="*/ 9077 w 177715"/>
                <a:gd name="csY463" fmla="*/ 130420 h 356386"/>
                <a:gd name="csX464" fmla="*/ 9555 w 177715"/>
                <a:gd name="csY464" fmla="*/ 129942 h 356386"/>
                <a:gd name="csX465" fmla="*/ 10033 w 177715"/>
                <a:gd name="csY465" fmla="*/ 128509 h 356386"/>
                <a:gd name="csX466" fmla="*/ 10033 w 177715"/>
                <a:gd name="csY466" fmla="*/ 128031 h 356386"/>
                <a:gd name="csX467" fmla="*/ 10988 w 177715"/>
                <a:gd name="csY467" fmla="*/ 128031 h 356386"/>
                <a:gd name="csX468" fmla="*/ 11943 w 177715"/>
                <a:gd name="csY468" fmla="*/ 128509 h 356386"/>
                <a:gd name="csX469" fmla="*/ 13377 w 177715"/>
                <a:gd name="csY469" fmla="*/ 130420 h 356386"/>
                <a:gd name="csX470" fmla="*/ 13377 w 177715"/>
                <a:gd name="csY470" fmla="*/ 130420 h 356386"/>
                <a:gd name="csX471" fmla="*/ 14810 w 177715"/>
                <a:gd name="csY471" fmla="*/ 130898 h 356386"/>
                <a:gd name="csX472" fmla="*/ 15765 w 177715"/>
                <a:gd name="csY472" fmla="*/ 130420 h 356386"/>
                <a:gd name="csX473" fmla="*/ 16721 w 177715"/>
                <a:gd name="csY473" fmla="*/ 128031 h 356386"/>
                <a:gd name="csX474" fmla="*/ 17199 w 177715"/>
                <a:gd name="csY474" fmla="*/ 127076 h 356386"/>
                <a:gd name="csX475" fmla="*/ 17676 w 177715"/>
                <a:gd name="csY475" fmla="*/ 126598 h 356386"/>
                <a:gd name="csX476" fmla="*/ 18632 w 177715"/>
                <a:gd name="csY476" fmla="*/ 126598 h 356386"/>
                <a:gd name="csX477" fmla="*/ 19587 w 177715"/>
                <a:gd name="csY477" fmla="*/ 126120 h 356386"/>
                <a:gd name="csX478" fmla="*/ 19587 w 177715"/>
                <a:gd name="csY478" fmla="*/ 125165 h 356386"/>
                <a:gd name="csX479" fmla="*/ 19587 w 177715"/>
                <a:gd name="csY479" fmla="*/ 123732 h 356386"/>
                <a:gd name="csX480" fmla="*/ 18632 w 177715"/>
                <a:gd name="csY480" fmla="*/ 119910 h 356386"/>
                <a:gd name="csX481" fmla="*/ 18154 w 177715"/>
                <a:gd name="csY481" fmla="*/ 118477 h 356386"/>
                <a:gd name="csX482" fmla="*/ 18154 w 177715"/>
                <a:gd name="csY482" fmla="*/ 116566 h 356386"/>
                <a:gd name="csX483" fmla="*/ 18632 w 177715"/>
                <a:gd name="csY483" fmla="*/ 115133 h 356386"/>
                <a:gd name="csX484" fmla="*/ 19587 w 177715"/>
                <a:gd name="csY484" fmla="*/ 112744 h 356386"/>
                <a:gd name="csX485" fmla="*/ 19587 w 177715"/>
                <a:gd name="csY485" fmla="*/ 111311 h 356386"/>
                <a:gd name="csX486" fmla="*/ 19587 w 177715"/>
                <a:gd name="csY486" fmla="*/ 110355 h 356386"/>
                <a:gd name="csX487" fmla="*/ 20543 w 177715"/>
                <a:gd name="csY487" fmla="*/ 110355 h 356386"/>
                <a:gd name="csX488" fmla="*/ 21498 w 177715"/>
                <a:gd name="csY488" fmla="*/ 110833 h 356386"/>
                <a:gd name="csX489" fmla="*/ 22454 w 177715"/>
                <a:gd name="csY489" fmla="*/ 110355 h 356386"/>
                <a:gd name="csX490" fmla="*/ 22454 w 177715"/>
                <a:gd name="csY490" fmla="*/ 110355 h 356386"/>
                <a:gd name="csX491" fmla="*/ 23409 w 177715"/>
                <a:gd name="csY491" fmla="*/ 109400 h 356386"/>
                <a:gd name="csX492" fmla="*/ 23409 w 177715"/>
                <a:gd name="csY492" fmla="*/ 108445 h 356386"/>
                <a:gd name="csX493" fmla="*/ 24365 w 177715"/>
                <a:gd name="csY493" fmla="*/ 104623 h 356386"/>
                <a:gd name="csX494" fmla="*/ 24365 w 177715"/>
                <a:gd name="csY494" fmla="*/ 100801 h 356386"/>
                <a:gd name="csX495" fmla="*/ 24365 w 177715"/>
                <a:gd name="csY495" fmla="*/ 97935 h 356386"/>
                <a:gd name="csX496" fmla="*/ 23886 w 177715"/>
                <a:gd name="csY496" fmla="*/ 96024 h 356386"/>
                <a:gd name="csX497" fmla="*/ 22454 w 177715"/>
                <a:gd name="csY497" fmla="*/ 90769 h 356386"/>
                <a:gd name="csX498" fmla="*/ 22931 w 177715"/>
                <a:gd name="csY498" fmla="*/ 90291 h 356386"/>
                <a:gd name="csX499" fmla="*/ 23409 w 177715"/>
                <a:gd name="csY499" fmla="*/ 89813 h 356386"/>
                <a:gd name="csX500" fmla="*/ 25320 w 177715"/>
                <a:gd name="csY500" fmla="*/ 91724 h 356386"/>
                <a:gd name="csX501" fmla="*/ 26275 w 177715"/>
                <a:gd name="csY501" fmla="*/ 92202 h 356386"/>
                <a:gd name="csX502" fmla="*/ 27709 w 177715"/>
                <a:gd name="csY502" fmla="*/ 91724 h 356386"/>
                <a:gd name="csX503" fmla="*/ 29142 w 177715"/>
                <a:gd name="csY503" fmla="*/ 91246 h 356386"/>
                <a:gd name="csX504" fmla="*/ 30097 w 177715"/>
                <a:gd name="csY504" fmla="*/ 91246 h 356386"/>
                <a:gd name="csX505" fmla="*/ 31531 w 177715"/>
                <a:gd name="csY505" fmla="*/ 91724 h 356386"/>
                <a:gd name="csX506" fmla="*/ 33441 w 177715"/>
                <a:gd name="csY506" fmla="*/ 92679 h 356386"/>
                <a:gd name="csX507" fmla="*/ 36308 w 177715"/>
                <a:gd name="csY507" fmla="*/ 93157 h 356386"/>
                <a:gd name="csX508" fmla="*/ 37741 w 177715"/>
                <a:gd name="csY508" fmla="*/ 94113 h 356386"/>
                <a:gd name="csX509" fmla="*/ 38697 w 177715"/>
                <a:gd name="csY509" fmla="*/ 94113 h 356386"/>
                <a:gd name="csX510" fmla="*/ 38697 w 177715"/>
                <a:gd name="csY510" fmla="*/ 93635 h 356386"/>
                <a:gd name="csX511" fmla="*/ 39652 w 177715"/>
                <a:gd name="csY511" fmla="*/ 92202 h 356386"/>
                <a:gd name="csX512" fmla="*/ 40607 w 177715"/>
                <a:gd name="csY512" fmla="*/ 89335 h 356386"/>
                <a:gd name="csX513" fmla="*/ 42040 w 177715"/>
                <a:gd name="csY513" fmla="*/ 85036 h 356386"/>
                <a:gd name="csX514" fmla="*/ 43951 w 177715"/>
                <a:gd name="csY514" fmla="*/ 82170 h 356386"/>
                <a:gd name="csX515" fmla="*/ 43951 w 177715"/>
                <a:gd name="csY515" fmla="*/ 81214 h 356386"/>
                <a:gd name="csX516" fmla="*/ 45862 w 177715"/>
                <a:gd name="csY516" fmla="*/ 78825 h 356386"/>
                <a:gd name="csX517" fmla="*/ 47773 w 177715"/>
                <a:gd name="csY517" fmla="*/ 75959 h 356386"/>
                <a:gd name="csX518" fmla="*/ 49206 w 177715"/>
                <a:gd name="csY518" fmla="*/ 73093 h 356386"/>
                <a:gd name="csX519" fmla="*/ 50162 w 177715"/>
                <a:gd name="csY519" fmla="*/ 70704 h 356386"/>
                <a:gd name="csX520" fmla="*/ 50162 w 177715"/>
                <a:gd name="csY520" fmla="*/ 69748 h 356386"/>
                <a:gd name="csX521" fmla="*/ 49684 w 177715"/>
                <a:gd name="csY521" fmla="*/ 68793 h 356386"/>
                <a:gd name="csX522" fmla="*/ 49684 w 177715"/>
                <a:gd name="csY522" fmla="*/ 68793 h 356386"/>
                <a:gd name="csX523" fmla="*/ 48251 w 177715"/>
                <a:gd name="csY523" fmla="*/ 68315 h 356386"/>
                <a:gd name="csX524" fmla="*/ 47295 w 177715"/>
                <a:gd name="csY524" fmla="*/ 67838 h 356386"/>
                <a:gd name="csX525" fmla="*/ 47295 w 177715"/>
                <a:gd name="csY525" fmla="*/ 67360 h 356386"/>
                <a:gd name="csX526" fmla="*/ 47295 w 177715"/>
                <a:gd name="csY526" fmla="*/ 66882 h 356386"/>
                <a:gd name="csX527" fmla="*/ 47773 w 177715"/>
                <a:gd name="csY527" fmla="*/ 64971 h 356386"/>
                <a:gd name="csX528" fmla="*/ 48729 w 177715"/>
                <a:gd name="csY528" fmla="*/ 63538 h 356386"/>
                <a:gd name="csX529" fmla="*/ 49684 w 177715"/>
                <a:gd name="csY529" fmla="*/ 62582 h 356386"/>
                <a:gd name="csX530" fmla="*/ 51595 w 177715"/>
                <a:gd name="csY530" fmla="*/ 61149 h 356386"/>
                <a:gd name="csX531" fmla="*/ 53506 w 177715"/>
                <a:gd name="csY531" fmla="*/ 59716 h 356386"/>
                <a:gd name="csX532" fmla="*/ 54939 w 177715"/>
                <a:gd name="csY532" fmla="*/ 57328 h 356386"/>
                <a:gd name="csX533" fmla="*/ 55895 w 177715"/>
                <a:gd name="csY533" fmla="*/ 55894 h 356386"/>
                <a:gd name="csX534" fmla="*/ 56372 w 177715"/>
                <a:gd name="csY534" fmla="*/ 53028 h 356386"/>
                <a:gd name="csX535" fmla="*/ 56850 w 177715"/>
                <a:gd name="csY535" fmla="*/ 52550 h 356386"/>
                <a:gd name="csX536" fmla="*/ 57806 w 177715"/>
                <a:gd name="csY536" fmla="*/ 51595 h 356386"/>
                <a:gd name="csX537" fmla="*/ 58761 w 177715"/>
                <a:gd name="csY537" fmla="*/ 50639 h 356386"/>
                <a:gd name="csX538" fmla="*/ 58761 w 177715"/>
                <a:gd name="csY538" fmla="*/ 50162 h 356386"/>
                <a:gd name="csX539" fmla="*/ 58283 w 177715"/>
                <a:gd name="csY539" fmla="*/ 49684 h 356386"/>
                <a:gd name="csX540" fmla="*/ 57328 w 177715"/>
                <a:gd name="csY540" fmla="*/ 47773 h 356386"/>
                <a:gd name="csX541" fmla="*/ 56850 w 177715"/>
                <a:gd name="csY541" fmla="*/ 44429 h 356386"/>
                <a:gd name="csX542" fmla="*/ 57328 w 177715"/>
                <a:gd name="csY542" fmla="*/ 42040 h 356386"/>
                <a:gd name="csX543" fmla="*/ 57806 w 177715"/>
                <a:gd name="csY543" fmla="*/ 41085 h 356386"/>
                <a:gd name="csX544" fmla="*/ 58761 w 177715"/>
                <a:gd name="csY544" fmla="*/ 39651 h 356386"/>
                <a:gd name="csX545" fmla="*/ 60194 w 177715"/>
                <a:gd name="csY545" fmla="*/ 38696 h 356386"/>
                <a:gd name="csX546" fmla="*/ 62105 w 177715"/>
                <a:gd name="csY546" fmla="*/ 37740 h 356386"/>
                <a:gd name="csX547" fmla="*/ 64972 w 177715"/>
                <a:gd name="csY547" fmla="*/ 36307 h 356386"/>
                <a:gd name="csX548" fmla="*/ 70704 w 177715"/>
                <a:gd name="csY548" fmla="*/ 32486 h 356386"/>
                <a:gd name="csX549" fmla="*/ 72615 w 177715"/>
                <a:gd name="csY549" fmla="*/ 31052 h 356386"/>
                <a:gd name="csX550" fmla="*/ 74048 w 177715"/>
                <a:gd name="csY550" fmla="*/ 30097 h 356386"/>
                <a:gd name="csX551" fmla="*/ 75481 w 177715"/>
                <a:gd name="csY551" fmla="*/ 28664 h 356386"/>
                <a:gd name="csX552" fmla="*/ 76915 w 177715"/>
                <a:gd name="csY552" fmla="*/ 26753 h 356386"/>
                <a:gd name="csX553" fmla="*/ 79781 w 177715"/>
                <a:gd name="csY553" fmla="*/ 25797 h 356386"/>
                <a:gd name="csX554" fmla="*/ 81214 w 177715"/>
                <a:gd name="csY554" fmla="*/ 25797 h 356386"/>
                <a:gd name="csX555" fmla="*/ 88858 w 177715"/>
                <a:gd name="csY555" fmla="*/ 24364 h 356386"/>
                <a:gd name="csX556" fmla="*/ 90291 w 177715"/>
                <a:gd name="csY556" fmla="*/ 24364 h 356386"/>
                <a:gd name="csX557" fmla="*/ 91724 w 177715"/>
                <a:gd name="csY557" fmla="*/ 25320 h 356386"/>
                <a:gd name="csX558" fmla="*/ 93157 w 177715"/>
                <a:gd name="csY558" fmla="*/ 27708 h 356386"/>
                <a:gd name="csX559" fmla="*/ 94591 w 177715"/>
                <a:gd name="csY559" fmla="*/ 28664 h 356386"/>
                <a:gd name="csX560" fmla="*/ 96502 w 177715"/>
                <a:gd name="csY560" fmla="*/ 29141 h 356386"/>
                <a:gd name="csX561" fmla="*/ 97935 w 177715"/>
                <a:gd name="csY561" fmla="*/ 29141 h 356386"/>
                <a:gd name="csX562" fmla="*/ 97935 w 177715"/>
                <a:gd name="csY562" fmla="*/ 28186 h 356386"/>
                <a:gd name="csX563" fmla="*/ 93635 w 177715"/>
                <a:gd name="csY563" fmla="*/ 22453 h 356386"/>
                <a:gd name="csX564" fmla="*/ 93157 w 177715"/>
                <a:gd name="csY564" fmla="*/ 21020 h 356386"/>
                <a:gd name="csX565" fmla="*/ 93157 w 177715"/>
                <a:gd name="csY565" fmla="*/ 19109 h 356386"/>
                <a:gd name="csX566" fmla="*/ 93635 w 177715"/>
                <a:gd name="csY566" fmla="*/ 18154 h 356386"/>
                <a:gd name="csX567" fmla="*/ 95068 w 177715"/>
                <a:gd name="csY567" fmla="*/ 17198 h 356386"/>
                <a:gd name="csX568" fmla="*/ 96502 w 177715"/>
                <a:gd name="csY568" fmla="*/ 15765 h 356386"/>
                <a:gd name="csX569" fmla="*/ 98890 w 177715"/>
                <a:gd name="csY569" fmla="*/ 14332 h 356386"/>
                <a:gd name="csX570" fmla="*/ 100323 w 177715"/>
                <a:gd name="csY570" fmla="*/ 12899 h 356386"/>
                <a:gd name="csX571" fmla="*/ 101757 w 177715"/>
                <a:gd name="csY571" fmla="*/ 12899 h 356386"/>
                <a:gd name="csX572" fmla="*/ 102234 w 177715"/>
                <a:gd name="csY572" fmla="*/ 11943 h 356386"/>
                <a:gd name="csX573" fmla="*/ 102712 w 177715"/>
                <a:gd name="csY573" fmla="*/ 10988 h 356386"/>
                <a:gd name="csX574" fmla="*/ 102234 w 177715"/>
                <a:gd name="csY574" fmla="*/ 10032 h 356386"/>
                <a:gd name="csX575" fmla="*/ 101757 w 177715"/>
                <a:gd name="csY575" fmla="*/ 9077 h 356386"/>
                <a:gd name="csX576" fmla="*/ 101757 w 177715"/>
                <a:gd name="csY576" fmla="*/ 7644 h 356386"/>
                <a:gd name="csX577" fmla="*/ 102234 w 177715"/>
                <a:gd name="csY577" fmla="*/ 6210 h 356386"/>
                <a:gd name="csX578" fmla="*/ 102234 w 177715"/>
                <a:gd name="csY578" fmla="*/ 6210 h 356386"/>
                <a:gd name="csX579" fmla="*/ 102712 w 177715"/>
                <a:gd name="csY579" fmla="*/ 5733 h 356386"/>
                <a:gd name="csX580" fmla="*/ 104145 w 177715"/>
                <a:gd name="csY580" fmla="*/ 3822 h 356386"/>
                <a:gd name="csX581" fmla="*/ 105100 w 177715"/>
                <a:gd name="csY581" fmla="*/ 1911 h 356386"/>
                <a:gd name="csX582" fmla="*/ 105579 w 177715"/>
                <a:gd name="csY582" fmla="*/ 1433 h 356386"/>
                <a:gd name="csX583" fmla="*/ 106534 w 177715"/>
                <a:gd name="csY583" fmla="*/ 478 h 356386"/>
                <a:gd name="csX584" fmla="*/ 107489 w 177715"/>
                <a:gd name="csY584" fmla="*/ 0 h 356386"/>
                <a:gd name="csX585" fmla="*/ 108923 w 177715"/>
                <a:gd name="csY585" fmla="*/ 478 h 356386"/>
                <a:gd name="csX586" fmla="*/ 109400 w 177715"/>
                <a:gd name="csY586" fmla="*/ 1433 h 356386"/>
                <a:gd name="csX587" fmla="*/ 110356 w 177715"/>
                <a:gd name="csY587" fmla="*/ 2389 h 356386"/>
                <a:gd name="csX588" fmla="*/ 110834 w 177715"/>
                <a:gd name="csY588" fmla="*/ 3344 h 356386"/>
                <a:gd name="csX589" fmla="*/ 111789 w 177715"/>
                <a:gd name="csY589" fmla="*/ 3344 h 356386"/>
                <a:gd name="csX590" fmla="*/ 112745 w 177715"/>
                <a:gd name="csY590" fmla="*/ 3344 h 356386"/>
                <a:gd name="csX591" fmla="*/ 113222 w 177715"/>
                <a:gd name="csY591" fmla="*/ 3344 h 356386"/>
                <a:gd name="csX592" fmla="*/ 114177 w 177715"/>
                <a:gd name="csY592" fmla="*/ 4299 h 356386"/>
                <a:gd name="csX593" fmla="*/ 116088 w 177715"/>
                <a:gd name="csY593" fmla="*/ 6688 h 356386"/>
                <a:gd name="csX594" fmla="*/ 116088 w 177715"/>
                <a:gd name="csY594" fmla="*/ 6688 h 356386"/>
                <a:gd name="csX595" fmla="*/ 116566 w 177715"/>
                <a:gd name="csY595" fmla="*/ 7166 h 356386"/>
                <a:gd name="csX596" fmla="*/ 117522 w 177715"/>
                <a:gd name="csY596" fmla="*/ 8121 h 356386"/>
                <a:gd name="csX597" fmla="*/ 118000 w 177715"/>
                <a:gd name="csY597" fmla="*/ 9555 h 356386"/>
                <a:gd name="csX598" fmla="*/ 118000 w 177715"/>
                <a:gd name="csY598" fmla="*/ 11465 h 356386"/>
                <a:gd name="csX599" fmla="*/ 120388 w 177715"/>
                <a:gd name="csY599" fmla="*/ 17676 h 356386"/>
                <a:gd name="csX600" fmla="*/ 120866 w 177715"/>
                <a:gd name="csY600" fmla="*/ 19109 h 356386"/>
                <a:gd name="csX601" fmla="*/ 121343 w 177715"/>
                <a:gd name="csY601" fmla="*/ 20065 h 356386"/>
                <a:gd name="csX602" fmla="*/ 121343 w 177715"/>
                <a:gd name="csY602" fmla="*/ 20065 h 356386"/>
                <a:gd name="csX603" fmla="*/ 122299 w 177715"/>
                <a:gd name="csY603" fmla="*/ 20542 h 356386"/>
                <a:gd name="csX604" fmla="*/ 123254 w 177715"/>
                <a:gd name="csY604" fmla="*/ 19109 h 356386"/>
                <a:gd name="csX605" fmla="*/ 123732 w 177715"/>
                <a:gd name="csY605" fmla="*/ 18154 h 356386"/>
                <a:gd name="csX606" fmla="*/ 124688 w 177715"/>
                <a:gd name="csY606" fmla="*/ 17676 h 356386"/>
                <a:gd name="csX607" fmla="*/ 125643 w 177715"/>
                <a:gd name="csY607" fmla="*/ 18154 h 356386"/>
                <a:gd name="csX608" fmla="*/ 127554 w 177715"/>
                <a:gd name="csY608" fmla="*/ 19109 h 356386"/>
                <a:gd name="csX609" fmla="*/ 128509 w 177715"/>
                <a:gd name="csY609" fmla="*/ 19587 h 356386"/>
                <a:gd name="csX610" fmla="*/ 128987 w 177715"/>
                <a:gd name="csY610" fmla="*/ 22453 h 356386"/>
                <a:gd name="csX611" fmla="*/ 128987 w 177715"/>
                <a:gd name="csY611" fmla="*/ 26275 h 356386"/>
                <a:gd name="csX612" fmla="*/ 128987 w 177715"/>
                <a:gd name="csY612" fmla="*/ 27231 h 356386"/>
                <a:gd name="csX613" fmla="*/ 129943 w 177715"/>
                <a:gd name="csY613" fmla="*/ 30575 h 356386"/>
                <a:gd name="csX614" fmla="*/ 129943 w 177715"/>
                <a:gd name="csY614" fmla="*/ 33919 h 356386"/>
                <a:gd name="csX615" fmla="*/ 129943 w 177715"/>
                <a:gd name="csY615" fmla="*/ 35830 h 356386"/>
                <a:gd name="csX616" fmla="*/ 129943 w 177715"/>
                <a:gd name="csY616" fmla="*/ 37263 h 356386"/>
                <a:gd name="csX617" fmla="*/ 129943 w 177715"/>
                <a:gd name="csY617" fmla="*/ 39651 h 356386"/>
                <a:gd name="csX618" fmla="*/ 129465 w 177715"/>
                <a:gd name="csY618" fmla="*/ 42996 h 356386"/>
                <a:gd name="csX619" fmla="*/ 128987 w 177715"/>
                <a:gd name="csY619" fmla="*/ 45384 h 356386"/>
                <a:gd name="csX620" fmla="*/ 128987 w 177715"/>
                <a:gd name="csY620" fmla="*/ 47773 h 356386"/>
                <a:gd name="csX621" fmla="*/ 128509 w 177715"/>
                <a:gd name="csY621" fmla="*/ 48728 h 356386"/>
                <a:gd name="csX622" fmla="*/ 127076 w 177715"/>
                <a:gd name="csY622" fmla="*/ 49206 h 356386"/>
                <a:gd name="csX623" fmla="*/ 126598 w 177715"/>
                <a:gd name="csY623" fmla="*/ 50162 h 356386"/>
                <a:gd name="csX624" fmla="*/ 127076 w 177715"/>
                <a:gd name="csY624" fmla="*/ 51595 h 356386"/>
                <a:gd name="csX625" fmla="*/ 128509 w 177715"/>
                <a:gd name="csY625" fmla="*/ 53028 h 356386"/>
                <a:gd name="csX626" fmla="*/ 128509 w 177715"/>
                <a:gd name="csY626" fmla="*/ 54461 h 356386"/>
                <a:gd name="csX627" fmla="*/ 128032 w 177715"/>
                <a:gd name="csY627" fmla="*/ 54939 h 356386"/>
                <a:gd name="csX628" fmla="*/ 126598 w 177715"/>
                <a:gd name="csY628" fmla="*/ 54939 h 356386"/>
                <a:gd name="csX629" fmla="*/ 124688 w 177715"/>
                <a:gd name="csY629" fmla="*/ 55894 h 356386"/>
                <a:gd name="csX630" fmla="*/ 124688 w 177715"/>
                <a:gd name="csY630" fmla="*/ 55894 h 356386"/>
                <a:gd name="csX631" fmla="*/ 123254 w 177715"/>
                <a:gd name="csY631" fmla="*/ 57805 h 356386"/>
                <a:gd name="csX632" fmla="*/ 122299 w 177715"/>
                <a:gd name="csY632" fmla="*/ 59716 h 356386"/>
                <a:gd name="csX633" fmla="*/ 121343 w 177715"/>
                <a:gd name="csY633" fmla="*/ 60194 h 356386"/>
                <a:gd name="csX634" fmla="*/ 118955 w 177715"/>
                <a:gd name="csY634" fmla="*/ 59716 h 356386"/>
                <a:gd name="csX635" fmla="*/ 118477 w 177715"/>
                <a:gd name="csY635" fmla="*/ 60194 h 356386"/>
                <a:gd name="csX636" fmla="*/ 117522 w 177715"/>
                <a:gd name="csY636" fmla="*/ 63060 h 356386"/>
                <a:gd name="csX637" fmla="*/ 116566 w 177715"/>
                <a:gd name="csY637" fmla="*/ 64493 h 356386"/>
                <a:gd name="csX638" fmla="*/ 115611 w 177715"/>
                <a:gd name="csY638" fmla="*/ 65927 h 356386"/>
                <a:gd name="csX639" fmla="*/ 114655 w 177715"/>
                <a:gd name="csY639" fmla="*/ 66404 h 356386"/>
                <a:gd name="csX640" fmla="*/ 113700 w 177715"/>
                <a:gd name="csY640" fmla="*/ 66882 h 356386"/>
                <a:gd name="csX641" fmla="*/ 111789 w 177715"/>
                <a:gd name="csY641" fmla="*/ 66404 h 356386"/>
                <a:gd name="csX642" fmla="*/ 110834 w 177715"/>
                <a:gd name="csY642" fmla="*/ 68315 h 356386"/>
                <a:gd name="csX643" fmla="*/ 109878 w 177715"/>
                <a:gd name="csY643" fmla="*/ 70704 h 356386"/>
                <a:gd name="csX644" fmla="*/ 109878 w 177715"/>
                <a:gd name="csY644" fmla="*/ 72137 h 356386"/>
                <a:gd name="csX645" fmla="*/ 110356 w 177715"/>
                <a:gd name="csY645" fmla="*/ 74048 h 356386"/>
                <a:gd name="csX646" fmla="*/ 109878 w 177715"/>
                <a:gd name="csY646" fmla="*/ 74526 h 356386"/>
                <a:gd name="csX647" fmla="*/ 108923 w 177715"/>
                <a:gd name="csY647" fmla="*/ 75004 h 356386"/>
                <a:gd name="csX648" fmla="*/ 107489 w 177715"/>
                <a:gd name="csY648" fmla="*/ 75959 h 356386"/>
                <a:gd name="csX649" fmla="*/ 107489 w 177715"/>
                <a:gd name="csY649" fmla="*/ 75959 h 356386"/>
                <a:gd name="csX650" fmla="*/ 106056 w 177715"/>
                <a:gd name="csY650" fmla="*/ 78825 h 356386"/>
                <a:gd name="csX651" fmla="*/ 106056 w 177715"/>
                <a:gd name="csY651" fmla="*/ 81692 h 356386"/>
                <a:gd name="csX652" fmla="*/ 107012 w 177715"/>
                <a:gd name="csY652" fmla="*/ 82647 h 356386"/>
                <a:gd name="csX653" fmla="*/ 107012 w 177715"/>
                <a:gd name="csY653" fmla="*/ 82647 h 356386"/>
                <a:gd name="csX654" fmla="*/ 107967 w 177715"/>
                <a:gd name="csY654" fmla="*/ 83125 h 356386"/>
                <a:gd name="csX655" fmla="*/ 108923 w 177715"/>
                <a:gd name="csY655" fmla="*/ 84080 h 356386"/>
                <a:gd name="csX656" fmla="*/ 108923 w 177715"/>
                <a:gd name="csY656" fmla="*/ 85036 h 356386"/>
                <a:gd name="csX657" fmla="*/ 109878 w 177715"/>
                <a:gd name="csY657" fmla="*/ 86947 h 356386"/>
                <a:gd name="csX658" fmla="*/ 109400 w 177715"/>
                <a:gd name="csY658" fmla="*/ 88858 h 356386"/>
                <a:gd name="csX659" fmla="*/ 107012 w 177715"/>
                <a:gd name="csY659" fmla="*/ 91724 h 356386"/>
                <a:gd name="csX660" fmla="*/ 107012 w 177715"/>
                <a:gd name="csY660" fmla="*/ 93157 h 356386"/>
                <a:gd name="csX661" fmla="*/ 107967 w 177715"/>
                <a:gd name="csY661" fmla="*/ 93635 h 356386"/>
                <a:gd name="csX662" fmla="*/ 109400 w 177715"/>
                <a:gd name="csY662" fmla="*/ 93635 h 356386"/>
                <a:gd name="csX663" fmla="*/ 110834 w 177715"/>
                <a:gd name="csY663" fmla="*/ 92679 h 356386"/>
                <a:gd name="csX664" fmla="*/ 112266 w 177715"/>
                <a:gd name="csY664" fmla="*/ 91724 h 356386"/>
                <a:gd name="csX665" fmla="*/ 116088 w 177715"/>
                <a:gd name="csY665" fmla="*/ 90291 h 356386"/>
                <a:gd name="csX666" fmla="*/ 119911 w 177715"/>
                <a:gd name="csY666" fmla="*/ 89335 h 356386"/>
                <a:gd name="csX667" fmla="*/ 122777 w 177715"/>
                <a:gd name="csY667" fmla="*/ 88858 h 356386"/>
                <a:gd name="csX668" fmla="*/ 125643 w 177715"/>
                <a:gd name="csY668" fmla="*/ 88858 h 356386"/>
                <a:gd name="csX669" fmla="*/ 126598 w 177715"/>
                <a:gd name="csY669" fmla="*/ 89335 h 356386"/>
                <a:gd name="csX670" fmla="*/ 127076 w 177715"/>
                <a:gd name="csY670" fmla="*/ 89813 h 356386"/>
                <a:gd name="csX671" fmla="*/ 130898 w 177715"/>
                <a:gd name="csY671" fmla="*/ 88858 h 356386"/>
                <a:gd name="csX672" fmla="*/ 131376 w 177715"/>
                <a:gd name="csY672" fmla="*/ 88858 h 356386"/>
                <a:gd name="csX673" fmla="*/ 131854 w 177715"/>
                <a:gd name="csY673" fmla="*/ 88858 h 356386"/>
                <a:gd name="csX674" fmla="*/ 131854 w 177715"/>
                <a:gd name="csY674" fmla="*/ 89813 h 356386"/>
                <a:gd name="csX675" fmla="*/ 131854 w 177715"/>
                <a:gd name="csY675" fmla="*/ 89813 h 356386"/>
                <a:gd name="csX676" fmla="*/ 129465 w 177715"/>
                <a:gd name="csY676" fmla="*/ 92202 h 356386"/>
                <a:gd name="csX677" fmla="*/ 129465 w 177715"/>
                <a:gd name="csY677" fmla="*/ 92202 h 356386"/>
                <a:gd name="csX678" fmla="*/ 128987 w 177715"/>
                <a:gd name="csY678" fmla="*/ 93157 h 356386"/>
                <a:gd name="csX679" fmla="*/ 128987 w 177715"/>
                <a:gd name="csY679" fmla="*/ 94590 h 356386"/>
                <a:gd name="csX680" fmla="*/ 129943 w 177715"/>
                <a:gd name="csY680" fmla="*/ 95546 h 356386"/>
                <a:gd name="csX681" fmla="*/ 131376 w 177715"/>
                <a:gd name="csY681" fmla="*/ 96501 h 356386"/>
                <a:gd name="csX682" fmla="*/ 131854 w 177715"/>
                <a:gd name="csY682" fmla="*/ 98890 h 356386"/>
                <a:gd name="csX683" fmla="*/ 131376 w 177715"/>
                <a:gd name="csY683" fmla="*/ 100801 h 356386"/>
                <a:gd name="csX684" fmla="*/ 131854 w 177715"/>
                <a:gd name="csY684" fmla="*/ 101756 h 356386"/>
                <a:gd name="csX685" fmla="*/ 132809 w 177715"/>
                <a:gd name="csY685" fmla="*/ 102712 h 356386"/>
                <a:gd name="csX686" fmla="*/ 132809 w 177715"/>
                <a:gd name="csY686" fmla="*/ 103667 h 356386"/>
                <a:gd name="csX687" fmla="*/ 133287 w 177715"/>
                <a:gd name="csY687" fmla="*/ 105100 h 356386"/>
                <a:gd name="csX688" fmla="*/ 132809 w 177715"/>
                <a:gd name="csY688" fmla="*/ 107489 h 356386"/>
                <a:gd name="csX689" fmla="*/ 132809 w 177715"/>
                <a:gd name="csY689" fmla="*/ 107489 h 356386"/>
                <a:gd name="csX690" fmla="*/ 136631 w 177715"/>
                <a:gd name="csY690" fmla="*/ 108445 h 356386"/>
                <a:gd name="csX691" fmla="*/ 139497 w 177715"/>
                <a:gd name="csY691" fmla="*/ 108922 h 356386"/>
                <a:gd name="csX692" fmla="*/ 142364 w 177715"/>
                <a:gd name="csY692" fmla="*/ 109400 h 356386"/>
                <a:gd name="csX693" fmla="*/ 143797 w 177715"/>
                <a:gd name="csY693" fmla="*/ 109878 h 356386"/>
                <a:gd name="csX694" fmla="*/ 144752 w 177715"/>
                <a:gd name="csY694" fmla="*/ 110355 h 356386"/>
                <a:gd name="csX695" fmla="*/ 145230 w 177715"/>
                <a:gd name="csY695" fmla="*/ 110833 h 356386"/>
                <a:gd name="csX696" fmla="*/ 145230 w 177715"/>
                <a:gd name="csY696" fmla="*/ 111789 h 356386"/>
                <a:gd name="csX697" fmla="*/ 144752 w 177715"/>
                <a:gd name="csY697" fmla="*/ 112744 h 356386"/>
                <a:gd name="csX698" fmla="*/ 142841 w 177715"/>
                <a:gd name="csY698" fmla="*/ 114655 h 356386"/>
                <a:gd name="csX699" fmla="*/ 141886 w 177715"/>
                <a:gd name="csY699" fmla="*/ 117044 h 356386"/>
                <a:gd name="csX700" fmla="*/ 142364 w 177715"/>
                <a:gd name="csY700" fmla="*/ 119432 h 356386"/>
                <a:gd name="csX701" fmla="*/ 141886 w 177715"/>
                <a:gd name="csY701" fmla="*/ 120865 h 356386"/>
                <a:gd name="csX702" fmla="*/ 139975 w 177715"/>
                <a:gd name="csY702" fmla="*/ 123254 h 356386"/>
                <a:gd name="csX703" fmla="*/ 139497 w 177715"/>
                <a:gd name="csY703" fmla="*/ 125165 h 356386"/>
                <a:gd name="csX704" fmla="*/ 138542 w 177715"/>
                <a:gd name="csY704" fmla="*/ 127076 h 356386"/>
                <a:gd name="csX705" fmla="*/ 138542 w 177715"/>
                <a:gd name="csY705" fmla="*/ 127554 h 356386"/>
                <a:gd name="csX706" fmla="*/ 139020 w 177715"/>
                <a:gd name="csY706" fmla="*/ 128031 h 356386"/>
                <a:gd name="csX707" fmla="*/ 139975 w 177715"/>
                <a:gd name="csY707" fmla="*/ 128509 h 356386"/>
                <a:gd name="csX708" fmla="*/ 141408 w 177715"/>
                <a:gd name="csY708" fmla="*/ 128509 h 356386"/>
                <a:gd name="csX709" fmla="*/ 142841 w 177715"/>
                <a:gd name="csY709" fmla="*/ 128509 h 356386"/>
                <a:gd name="csX710" fmla="*/ 147141 w 177715"/>
                <a:gd name="csY710" fmla="*/ 128987 h 356386"/>
                <a:gd name="csX711" fmla="*/ 151918 w 177715"/>
                <a:gd name="csY711" fmla="*/ 129942 h 356386"/>
                <a:gd name="csX712" fmla="*/ 153352 w 177715"/>
                <a:gd name="csY712" fmla="*/ 129942 h 356386"/>
                <a:gd name="csX713" fmla="*/ 154307 w 177715"/>
                <a:gd name="csY713" fmla="*/ 130898 h 356386"/>
                <a:gd name="csX714" fmla="*/ 153829 w 177715"/>
                <a:gd name="csY714" fmla="*/ 132809 h 356386"/>
                <a:gd name="csX715" fmla="*/ 153829 w 177715"/>
                <a:gd name="csY715" fmla="*/ 134242 h 356386"/>
                <a:gd name="csX716" fmla="*/ 153829 w 177715"/>
                <a:gd name="csY716" fmla="*/ 135675 h 356386"/>
                <a:gd name="csX717" fmla="*/ 154784 w 177715"/>
                <a:gd name="csY717" fmla="*/ 136631 h 356386"/>
                <a:gd name="csX718" fmla="*/ 155740 w 177715"/>
                <a:gd name="csY718" fmla="*/ 137108 h 356386"/>
                <a:gd name="csX719" fmla="*/ 157173 w 177715"/>
                <a:gd name="csY719" fmla="*/ 137586 h 356386"/>
                <a:gd name="csX720" fmla="*/ 157173 w 177715"/>
                <a:gd name="csY720" fmla="*/ 138064 h 356386"/>
                <a:gd name="csX721" fmla="*/ 157173 w 177715"/>
                <a:gd name="csY721" fmla="*/ 138064 h 356386"/>
                <a:gd name="csX722" fmla="*/ 156695 w 177715"/>
                <a:gd name="csY722" fmla="*/ 139497 h 356386"/>
                <a:gd name="csX723" fmla="*/ 157651 w 177715"/>
                <a:gd name="csY723" fmla="*/ 140452 h 356386"/>
                <a:gd name="csX724" fmla="*/ 158129 w 177715"/>
                <a:gd name="csY724" fmla="*/ 140930 h 356386"/>
                <a:gd name="csX725" fmla="*/ 159562 w 177715"/>
                <a:gd name="csY725" fmla="*/ 141408 h 356386"/>
                <a:gd name="csX726" fmla="*/ 161950 w 177715"/>
                <a:gd name="csY726" fmla="*/ 140452 h 356386"/>
                <a:gd name="csX727" fmla="*/ 163861 w 177715"/>
                <a:gd name="csY727" fmla="*/ 140930 h 356386"/>
                <a:gd name="csX728" fmla="*/ 165772 w 177715"/>
                <a:gd name="csY728" fmla="*/ 141408 h 356386"/>
                <a:gd name="csX729" fmla="*/ 167205 w 177715"/>
                <a:gd name="csY729" fmla="*/ 140930 h 356386"/>
                <a:gd name="csX730" fmla="*/ 168639 w 177715"/>
                <a:gd name="csY730" fmla="*/ 140452 h 356386"/>
                <a:gd name="csX731" fmla="*/ 171505 w 177715"/>
                <a:gd name="csY731" fmla="*/ 137586 h 356386"/>
                <a:gd name="csX732" fmla="*/ 175327 w 177715"/>
                <a:gd name="csY732" fmla="*/ 135675 h 356386"/>
                <a:gd name="csX733" fmla="*/ 176760 w 177715"/>
                <a:gd name="csY733" fmla="*/ 135675 h 356386"/>
                <a:gd name="csX734" fmla="*/ 177238 w 177715"/>
                <a:gd name="csY734" fmla="*/ 135675 h 356386"/>
                <a:gd name="csX735" fmla="*/ 177716 w 177715"/>
                <a:gd name="csY735" fmla="*/ 135675 h 356386"/>
                <a:gd name="csX736" fmla="*/ 177716 w 177715"/>
                <a:gd name="csY736" fmla="*/ 136631 h 3563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</a:cxnLst>
              <a:rect l="l" t="t" r="r" b="b"/>
              <a:pathLst>
                <a:path w="177715" h="356386">
                  <a:moveTo>
                    <a:pt x="177716" y="136631"/>
                  </a:moveTo>
                  <a:lnTo>
                    <a:pt x="177716" y="139019"/>
                  </a:lnTo>
                  <a:lnTo>
                    <a:pt x="177716" y="139019"/>
                  </a:lnTo>
                  <a:lnTo>
                    <a:pt x="177716" y="139019"/>
                  </a:lnTo>
                  <a:lnTo>
                    <a:pt x="176760" y="140930"/>
                  </a:lnTo>
                  <a:lnTo>
                    <a:pt x="173416" y="143319"/>
                  </a:lnTo>
                  <a:lnTo>
                    <a:pt x="171505" y="144274"/>
                  </a:lnTo>
                  <a:lnTo>
                    <a:pt x="170072" y="144274"/>
                  </a:lnTo>
                  <a:lnTo>
                    <a:pt x="169116" y="145230"/>
                  </a:lnTo>
                  <a:lnTo>
                    <a:pt x="168161" y="147618"/>
                  </a:lnTo>
                  <a:lnTo>
                    <a:pt x="167205" y="149052"/>
                  </a:lnTo>
                  <a:lnTo>
                    <a:pt x="166250" y="149529"/>
                  </a:lnTo>
                  <a:lnTo>
                    <a:pt x="165772" y="150485"/>
                  </a:lnTo>
                  <a:lnTo>
                    <a:pt x="165295" y="151918"/>
                  </a:lnTo>
                  <a:lnTo>
                    <a:pt x="166250" y="152396"/>
                  </a:lnTo>
                  <a:lnTo>
                    <a:pt x="166250" y="152396"/>
                  </a:lnTo>
                  <a:lnTo>
                    <a:pt x="167684" y="152396"/>
                  </a:lnTo>
                  <a:lnTo>
                    <a:pt x="167684" y="152873"/>
                  </a:lnTo>
                  <a:lnTo>
                    <a:pt x="166250" y="153351"/>
                  </a:lnTo>
                  <a:lnTo>
                    <a:pt x="164817" y="153829"/>
                  </a:lnTo>
                  <a:lnTo>
                    <a:pt x="163384" y="153351"/>
                  </a:lnTo>
                  <a:lnTo>
                    <a:pt x="161473" y="154307"/>
                  </a:lnTo>
                  <a:lnTo>
                    <a:pt x="160039" y="155262"/>
                  </a:lnTo>
                  <a:lnTo>
                    <a:pt x="158607" y="158128"/>
                  </a:lnTo>
                  <a:lnTo>
                    <a:pt x="157651" y="162428"/>
                  </a:lnTo>
                  <a:lnTo>
                    <a:pt x="157651" y="163384"/>
                  </a:lnTo>
                  <a:lnTo>
                    <a:pt x="155262" y="161950"/>
                  </a:lnTo>
                  <a:lnTo>
                    <a:pt x="154307" y="161473"/>
                  </a:lnTo>
                  <a:lnTo>
                    <a:pt x="152873" y="160995"/>
                  </a:lnTo>
                  <a:lnTo>
                    <a:pt x="151918" y="161950"/>
                  </a:lnTo>
                  <a:lnTo>
                    <a:pt x="150485" y="162906"/>
                  </a:lnTo>
                  <a:lnTo>
                    <a:pt x="149530" y="162906"/>
                  </a:lnTo>
                  <a:lnTo>
                    <a:pt x="148096" y="163384"/>
                  </a:lnTo>
                  <a:lnTo>
                    <a:pt x="145707" y="162906"/>
                  </a:lnTo>
                  <a:lnTo>
                    <a:pt x="144275" y="162428"/>
                  </a:lnTo>
                  <a:lnTo>
                    <a:pt x="144275" y="162428"/>
                  </a:lnTo>
                  <a:lnTo>
                    <a:pt x="144275" y="162428"/>
                  </a:lnTo>
                  <a:lnTo>
                    <a:pt x="144275" y="162906"/>
                  </a:lnTo>
                  <a:lnTo>
                    <a:pt x="145230" y="164339"/>
                  </a:lnTo>
                  <a:lnTo>
                    <a:pt x="145230" y="165772"/>
                  </a:lnTo>
                  <a:lnTo>
                    <a:pt x="145230" y="166727"/>
                  </a:lnTo>
                  <a:lnTo>
                    <a:pt x="144752" y="166727"/>
                  </a:lnTo>
                  <a:lnTo>
                    <a:pt x="144275" y="167205"/>
                  </a:lnTo>
                  <a:lnTo>
                    <a:pt x="143319" y="167683"/>
                  </a:lnTo>
                  <a:lnTo>
                    <a:pt x="141886" y="167683"/>
                  </a:lnTo>
                  <a:lnTo>
                    <a:pt x="140930" y="167683"/>
                  </a:lnTo>
                  <a:lnTo>
                    <a:pt x="139497" y="167205"/>
                  </a:lnTo>
                  <a:lnTo>
                    <a:pt x="138064" y="167205"/>
                  </a:lnTo>
                  <a:lnTo>
                    <a:pt x="136631" y="167683"/>
                  </a:lnTo>
                  <a:lnTo>
                    <a:pt x="136153" y="168161"/>
                  </a:lnTo>
                  <a:lnTo>
                    <a:pt x="136153" y="168161"/>
                  </a:lnTo>
                  <a:lnTo>
                    <a:pt x="135675" y="168638"/>
                  </a:lnTo>
                  <a:lnTo>
                    <a:pt x="135675" y="168638"/>
                  </a:lnTo>
                  <a:lnTo>
                    <a:pt x="135198" y="171983"/>
                  </a:lnTo>
                  <a:lnTo>
                    <a:pt x="134720" y="172938"/>
                  </a:lnTo>
                  <a:lnTo>
                    <a:pt x="133764" y="173893"/>
                  </a:lnTo>
                  <a:lnTo>
                    <a:pt x="132809" y="173893"/>
                  </a:lnTo>
                  <a:lnTo>
                    <a:pt x="131854" y="173893"/>
                  </a:lnTo>
                  <a:lnTo>
                    <a:pt x="130420" y="173893"/>
                  </a:lnTo>
                  <a:lnTo>
                    <a:pt x="125165" y="175327"/>
                  </a:lnTo>
                  <a:lnTo>
                    <a:pt x="124688" y="175327"/>
                  </a:lnTo>
                  <a:lnTo>
                    <a:pt x="122777" y="175327"/>
                  </a:lnTo>
                  <a:lnTo>
                    <a:pt x="121343" y="175327"/>
                  </a:lnTo>
                  <a:lnTo>
                    <a:pt x="120388" y="175327"/>
                  </a:lnTo>
                  <a:lnTo>
                    <a:pt x="117522" y="173893"/>
                  </a:lnTo>
                  <a:lnTo>
                    <a:pt x="116566" y="173893"/>
                  </a:lnTo>
                  <a:lnTo>
                    <a:pt x="115611" y="174371"/>
                  </a:lnTo>
                  <a:lnTo>
                    <a:pt x="115611" y="174371"/>
                  </a:lnTo>
                  <a:lnTo>
                    <a:pt x="115611" y="174849"/>
                  </a:lnTo>
                  <a:lnTo>
                    <a:pt x="115133" y="176282"/>
                  </a:lnTo>
                  <a:lnTo>
                    <a:pt x="113700" y="177238"/>
                  </a:lnTo>
                  <a:lnTo>
                    <a:pt x="113700" y="177238"/>
                  </a:lnTo>
                  <a:lnTo>
                    <a:pt x="111789" y="179626"/>
                  </a:lnTo>
                  <a:lnTo>
                    <a:pt x="111311" y="183448"/>
                  </a:lnTo>
                  <a:lnTo>
                    <a:pt x="111311" y="183448"/>
                  </a:lnTo>
                  <a:lnTo>
                    <a:pt x="111789" y="186314"/>
                  </a:lnTo>
                  <a:lnTo>
                    <a:pt x="109878" y="188703"/>
                  </a:lnTo>
                  <a:lnTo>
                    <a:pt x="109878" y="190136"/>
                  </a:lnTo>
                  <a:lnTo>
                    <a:pt x="110834" y="195869"/>
                  </a:lnTo>
                  <a:lnTo>
                    <a:pt x="110356" y="196347"/>
                  </a:lnTo>
                  <a:lnTo>
                    <a:pt x="110356" y="196825"/>
                  </a:lnTo>
                  <a:lnTo>
                    <a:pt x="108923" y="196825"/>
                  </a:lnTo>
                  <a:lnTo>
                    <a:pt x="107012" y="197780"/>
                  </a:lnTo>
                  <a:lnTo>
                    <a:pt x="107012" y="197780"/>
                  </a:lnTo>
                  <a:lnTo>
                    <a:pt x="106056" y="198258"/>
                  </a:lnTo>
                  <a:lnTo>
                    <a:pt x="105100" y="198258"/>
                  </a:lnTo>
                  <a:lnTo>
                    <a:pt x="103668" y="197780"/>
                  </a:lnTo>
                  <a:lnTo>
                    <a:pt x="103190" y="197780"/>
                  </a:lnTo>
                  <a:lnTo>
                    <a:pt x="103190" y="197780"/>
                  </a:lnTo>
                  <a:lnTo>
                    <a:pt x="103190" y="197780"/>
                  </a:lnTo>
                  <a:lnTo>
                    <a:pt x="103190" y="198258"/>
                  </a:lnTo>
                  <a:lnTo>
                    <a:pt x="104623" y="200646"/>
                  </a:lnTo>
                  <a:lnTo>
                    <a:pt x="104623" y="201124"/>
                  </a:lnTo>
                  <a:lnTo>
                    <a:pt x="106056" y="202080"/>
                  </a:lnTo>
                  <a:lnTo>
                    <a:pt x="107489" y="202080"/>
                  </a:lnTo>
                  <a:lnTo>
                    <a:pt x="108445" y="202080"/>
                  </a:lnTo>
                  <a:lnTo>
                    <a:pt x="107967" y="202557"/>
                  </a:lnTo>
                  <a:lnTo>
                    <a:pt x="107967" y="203035"/>
                  </a:lnTo>
                  <a:lnTo>
                    <a:pt x="107967" y="203035"/>
                  </a:lnTo>
                  <a:lnTo>
                    <a:pt x="108445" y="204468"/>
                  </a:lnTo>
                  <a:lnTo>
                    <a:pt x="109878" y="206857"/>
                  </a:lnTo>
                  <a:lnTo>
                    <a:pt x="110356" y="208768"/>
                  </a:lnTo>
                  <a:lnTo>
                    <a:pt x="109400" y="210679"/>
                  </a:lnTo>
                  <a:lnTo>
                    <a:pt x="109400" y="210679"/>
                  </a:lnTo>
                  <a:lnTo>
                    <a:pt x="109878" y="211634"/>
                  </a:lnTo>
                  <a:lnTo>
                    <a:pt x="110356" y="212112"/>
                  </a:lnTo>
                  <a:lnTo>
                    <a:pt x="111311" y="213545"/>
                  </a:lnTo>
                  <a:lnTo>
                    <a:pt x="111311" y="214023"/>
                  </a:lnTo>
                  <a:lnTo>
                    <a:pt x="114177" y="216411"/>
                  </a:lnTo>
                  <a:lnTo>
                    <a:pt x="116566" y="219756"/>
                  </a:lnTo>
                  <a:lnTo>
                    <a:pt x="118955" y="222144"/>
                  </a:lnTo>
                  <a:lnTo>
                    <a:pt x="120388" y="224055"/>
                  </a:lnTo>
                  <a:lnTo>
                    <a:pt x="124210" y="227399"/>
                  </a:lnTo>
                  <a:lnTo>
                    <a:pt x="124688" y="228832"/>
                  </a:lnTo>
                  <a:lnTo>
                    <a:pt x="125165" y="231699"/>
                  </a:lnTo>
                  <a:lnTo>
                    <a:pt x="126121" y="233610"/>
                  </a:lnTo>
                  <a:lnTo>
                    <a:pt x="126598" y="234565"/>
                  </a:lnTo>
                  <a:lnTo>
                    <a:pt x="127076" y="235998"/>
                  </a:lnTo>
                  <a:lnTo>
                    <a:pt x="128509" y="239342"/>
                  </a:lnTo>
                  <a:lnTo>
                    <a:pt x="128509" y="239342"/>
                  </a:lnTo>
                  <a:lnTo>
                    <a:pt x="128987" y="239820"/>
                  </a:lnTo>
                  <a:lnTo>
                    <a:pt x="131854" y="237909"/>
                  </a:lnTo>
                  <a:lnTo>
                    <a:pt x="132809" y="238387"/>
                  </a:lnTo>
                  <a:lnTo>
                    <a:pt x="133287" y="238865"/>
                  </a:lnTo>
                  <a:lnTo>
                    <a:pt x="133287" y="239820"/>
                  </a:lnTo>
                  <a:lnTo>
                    <a:pt x="132809" y="241253"/>
                  </a:lnTo>
                  <a:lnTo>
                    <a:pt x="131854" y="242209"/>
                  </a:lnTo>
                  <a:lnTo>
                    <a:pt x="131854" y="242209"/>
                  </a:lnTo>
                  <a:lnTo>
                    <a:pt x="127076" y="244598"/>
                  </a:lnTo>
                  <a:lnTo>
                    <a:pt x="127076" y="244598"/>
                  </a:lnTo>
                  <a:lnTo>
                    <a:pt x="127076" y="244598"/>
                  </a:lnTo>
                  <a:lnTo>
                    <a:pt x="127076" y="246508"/>
                  </a:lnTo>
                  <a:lnTo>
                    <a:pt x="127076" y="246508"/>
                  </a:lnTo>
                  <a:lnTo>
                    <a:pt x="127076" y="246986"/>
                  </a:lnTo>
                  <a:lnTo>
                    <a:pt x="126598" y="249852"/>
                  </a:lnTo>
                  <a:lnTo>
                    <a:pt x="126598" y="253674"/>
                  </a:lnTo>
                  <a:lnTo>
                    <a:pt x="126598" y="253674"/>
                  </a:lnTo>
                  <a:lnTo>
                    <a:pt x="126598" y="256541"/>
                  </a:lnTo>
                  <a:lnTo>
                    <a:pt x="126598" y="257496"/>
                  </a:lnTo>
                  <a:lnTo>
                    <a:pt x="126121" y="257496"/>
                  </a:lnTo>
                  <a:lnTo>
                    <a:pt x="124688" y="257496"/>
                  </a:lnTo>
                  <a:lnTo>
                    <a:pt x="121821" y="258929"/>
                  </a:lnTo>
                  <a:lnTo>
                    <a:pt x="121343" y="258929"/>
                  </a:lnTo>
                  <a:lnTo>
                    <a:pt x="119911" y="259885"/>
                  </a:lnTo>
                  <a:lnTo>
                    <a:pt x="119432" y="260363"/>
                  </a:lnTo>
                  <a:lnTo>
                    <a:pt x="119432" y="260363"/>
                  </a:lnTo>
                  <a:lnTo>
                    <a:pt x="119432" y="260840"/>
                  </a:lnTo>
                  <a:lnTo>
                    <a:pt x="118955" y="261796"/>
                  </a:lnTo>
                  <a:lnTo>
                    <a:pt x="119432" y="264662"/>
                  </a:lnTo>
                  <a:lnTo>
                    <a:pt x="119432" y="264662"/>
                  </a:lnTo>
                  <a:lnTo>
                    <a:pt x="120388" y="268006"/>
                  </a:lnTo>
                  <a:lnTo>
                    <a:pt x="122299" y="269917"/>
                  </a:lnTo>
                  <a:lnTo>
                    <a:pt x="123254" y="271828"/>
                  </a:lnTo>
                  <a:lnTo>
                    <a:pt x="123254" y="271828"/>
                  </a:lnTo>
                  <a:lnTo>
                    <a:pt x="125165" y="274217"/>
                  </a:lnTo>
                  <a:lnTo>
                    <a:pt x="126598" y="276128"/>
                  </a:lnTo>
                  <a:lnTo>
                    <a:pt x="129943" y="278516"/>
                  </a:lnTo>
                  <a:lnTo>
                    <a:pt x="134242" y="282338"/>
                  </a:lnTo>
                  <a:lnTo>
                    <a:pt x="135675" y="284249"/>
                  </a:lnTo>
                  <a:lnTo>
                    <a:pt x="137109" y="286160"/>
                  </a:lnTo>
                  <a:lnTo>
                    <a:pt x="138064" y="288071"/>
                  </a:lnTo>
                  <a:lnTo>
                    <a:pt x="138064" y="288071"/>
                  </a:lnTo>
                  <a:lnTo>
                    <a:pt x="138542" y="290937"/>
                  </a:lnTo>
                  <a:lnTo>
                    <a:pt x="138542" y="292370"/>
                  </a:lnTo>
                  <a:lnTo>
                    <a:pt x="138542" y="292370"/>
                  </a:lnTo>
                  <a:lnTo>
                    <a:pt x="139020" y="297148"/>
                  </a:lnTo>
                  <a:lnTo>
                    <a:pt x="138542" y="297625"/>
                  </a:lnTo>
                  <a:lnTo>
                    <a:pt x="138064" y="298103"/>
                  </a:lnTo>
                  <a:lnTo>
                    <a:pt x="137586" y="299536"/>
                  </a:lnTo>
                  <a:lnTo>
                    <a:pt x="137586" y="299536"/>
                  </a:lnTo>
                  <a:lnTo>
                    <a:pt x="137586" y="299536"/>
                  </a:lnTo>
                  <a:lnTo>
                    <a:pt x="137586" y="300970"/>
                  </a:lnTo>
                  <a:lnTo>
                    <a:pt x="139020" y="302403"/>
                  </a:lnTo>
                  <a:lnTo>
                    <a:pt x="139020" y="303836"/>
                  </a:lnTo>
                  <a:lnTo>
                    <a:pt x="139020" y="303836"/>
                  </a:lnTo>
                  <a:lnTo>
                    <a:pt x="139497" y="306224"/>
                  </a:lnTo>
                  <a:lnTo>
                    <a:pt x="141408" y="308136"/>
                  </a:lnTo>
                  <a:lnTo>
                    <a:pt x="142841" y="309091"/>
                  </a:lnTo>
                  <a:lnTo>
                    <a:pt x="143319" y="310046"/>
                  </a:lnTo>
                  <a:lnTo>
                    <a:pt x="143319" y="311002"/>
                  </a:lnTo>
                  <a:lnTo>
                    <a:pt x="143319" y="311480"/>
                  </a:lnTo>
                  <a:lnTo>
                    <a:pt x="143319" y="311480"/>
                  </a:lnTo>
                  <a:lnTo>
                    <a:pt x="143797" y="312913"/>
                  </a:lnTo>
                  <a:lnTo>
                    <a:pt x="143797" y="314346"/>
                  </a:lnTo>
                  <a:lnTo>
                    <a:pt x="144752" y="316735"/>
                  </a:lnTo>
                  <a:lnTo>
                    <a:pt x="144752" y="316735"/>
                  </a:lnTo>
                  <a:lnTo>
                    <a:pt x="145707" y="318646"/>
                  </a:lnTo>
                  <a:lnTo>
                    <a:pt x="147619" y="324378"/>
                  </a:lnTo>
                  <a:lnTo>
                    <a:pt x="147619" y="324856"/>
                  </a:lnTo>
                  <a:lnTo>
                    <a:pt x="147619" y="324856"/>
                  </a:lnTo>
                  <a:lnTo>
                    <a:pt x="146663" y="325812"/>
                  </a:lnTo>
                  <a:lnTo>
                    <a:pt x="145707" y="326767"/>
                  </a:lnTo>
                  <a:lnTo>
                    <a:pt x="144752" y="327245"/>
                  </a:lnTo>
                  <a:lnTo>
                    <a:pt x="144275" y="328200"/>
                  </a:lnTo>
                  <a:lnTo>
                    <a:pt x="142364" y="331544"/>
                  </a:lnTo>
                  <a:lnTo>
                    <a:pt x="141886" y="332500"/>
                  </a:lnTo>
                  <a:lnTo>
                    <a:pt x="139020" y="336321"/>
                  </a:lnTo>
                  <a:lnTo>
                    <a:pt x="135675" y="340143"/>
                  </a:lnTo>
                  <a:lnTo>
                    <a:pt x="133287" y="342532"/>
                  </a:lnTo>
                  <a:lnTo>
                    <a:pt x="131376" y="343965"/>
                  </a:lnTo>
                  <a:lnTo>
                    <a:pt x="131376" y="343965"/>
                  </a:lnTo>
                  <a:lnTo>
                    <a:pt x="130420" y="344921"/>
                  </a:lnTo>
                  <a:lnTo>
                    <a:pt x="130420" y="344921"/>
                  </a:lnTo>
                  <a:lnTo>
                    <a:pt x="130420" y="345398"/>
                  </a:lnTo>
                  <a:lnTo>
                    <a:pt x="130898" y="346831"/>
                  </a:lnTo>
                  <a:lnTo>
                    <a:pt x="130898" y="348743"/>
                  </a:lnTo>
                  <a:lnTo>
                    <a:pt x="130898" y="349220"/>
                  </a:lnTo>
                  <a:lnTo>
                    <a:pt x="130420" y="350653"/>
                  </a:lnTo>
                  <a:lnTo>
                    <a:pt x="129943" y="352087"/>
                  </a:lnTo>
                  <a:lnTo>
                    <a:pt x="129943" y="352087"/>
                  </a:lnTo>
                  <a:lnTo>
                    <a:pt x="129465" y="353042"/>
                  </a:lnTo>
                  <a:lnTo>
                    <a:pt x="129465" y="353520"/>
                  </a:lnTo>
                  <a:lnTo>
                    <a:pt x="129465" y="353520"/>
                  </a:lnTo>
                  <a:lnTo>
                    <a:pt x="128509" y="353520"/>
                  </a:lnTo>
                  <a:lnTo>
                    <a:pt x="126598" y="356386"/>
                  </a:lnTo>
                  <a:lnTo>
                    <a:pt x="126121" y="354953"/>
                  </a:lnTo>
                  <a:lnTo>
                    <a:pt x="125165" y="353520"/>
                  </a:lnTo>
                  <a:lnTo>
                    <a:pt x="126121" y="350653"/>
                  </a:lnTo>
                  <a:lnTo>
                    <a:pt x="124688" y="344443"/>
                  </a:lnTo>
                  <a:lnTo>
                    <a:pt x="125643" y="343965"/>
                  </a:lnTo>
                  <a:lnTo>
                    <a:pt x="126121" y="343487"/>
                  </a:lnTo>
                  <a:lnTo>
                    <a:pt x="127554" y="341099"/>
                  </a:lnTo>
                  <a:lnTo>
                    <a:pt x="128987" y="338710"/>
                  </a:lnTo>
                  <a:lnTo>
                    <a:pt x="128987" y="336321"/>
                  </a:lnTo>
                  <a:lnTo>
                    <a:pt x="130420" y="333933"/>
                  </a:lnTo>
                  <a:lnTo>
                    <a:pt x="129943" y="332500"/>
                  </a:lnTo>
                  <a:lnTo>
                    <a:pt x="129943" y="330589"/>
                  </a:lnTo>
                  <a:lnTo>
                    <a:pt x="130420" y="329155"/>
                  </a:lnTo>
                  <a:lnTo>
                    <a:pt x="130420" y="327722"/>
                  </a:lnTo>
                  <a:lnTo>
                    <a:pt x="131376" y="326289"/>
                  </a:lnTo>
                  <a:lnTo>
                    <a:pt x="132809" y="325334"/>
                  </a:lnTo>
                  <a:lnTo>
                    <a:pt x="132331" y="324856"/>
                  </a:lnTo>
                  <a:lnTo>
                    <a:pt x="131376" y="324378"/>
                  </a:lnTo>
                  <a:lnTo>
                    <a:pt x="129465" y="325334"/>
                  </a:lnTo>
                  <a:lnTo>
                    <a:pt x="128032" y="324856"/>
                  </a:lnTo>
                  <a:lnTo>
                    <a:pt x="128032" y="323901"/>
                  </a:lnTo>
                  <a:lnTo>
                    <a:pt x="128032" y="322467"/>
                  </a:lnTo>
                  <a:lnTo>
                    <a:pt x="128509" y="321989"/>
                  </a:lnTo>
                  <a:lnTo>
                    <a:pt x="128987" y="321034"/>
                  </a:lnTo>
                  <a:lnTo>
                    <a:pt x="128987" y="319123"/>
                  </a:lnTo>
                  <a:lnTo>
                    <a:pt x="128509" y="317690"/>
                  </a:lnTo>
                  <a:lnTo>
                    <a:pt x="129465" y="315779"/>
                  </a:lnTo>
                  <a:lnTo>
                    <a:pt x="128032" y="315779"/>
                  </a:lnTo>
                  <a:lnTo>
                    <a:pt x="127554" y="315779"/>
                  </a:lnTo>
                  <a:lnTo>
                    <a:pt x="128032" y="314346"/>
                  </a:lnTo>
                  <a:lnTo>
                    <a:pt x="128987" y="313868"/>
                  </a:lnTo>
                  <a:lnTo>
                    <a:pt x="128032" y="311957"/>
                  </a:lnTo>
                  <a:lnTo>
                    <a:pt x="128509" y="310046"/>
                  </a:lnTo>
                  <a:lnTo>
                    <a:pt x="128509" y="307658"/>
                  </a:lnTo>
                  <a:lnTo>
                    <a:pt x="128032" y="305747"/>
                  </a:lnTo>
                  <a:lnTo>
                    <a:pt x="128032" y="304314"/>
                  </a:lnTo>
                  <a:lnTo>
                    <a:pt x="127554" y="301925"/>
                  </a:lnTo>
                  <a:lnTo>
                    <a:pt x="127076" y="298581"/>
                  </a:lnTo>
                  <a:lnTo>
                    <a:pt x="125165" y="296192"/>
                  </a:lnTo>
                  <a:lnTo>
                    <a:pt x="123732" y="292848"/>
                  </a:lnTo>
                  <a:lnTo>
                    <a:pt x="120388" y="288071"/>
                  </a:lnTo>
                  <a:lnTo>
                    <a:pt x="120388" y="286160"/>
                  </a:lnTo>
                  <a:lnTo>
                    <a:pt x="120388" y="284249"/>
                  </a:lnTo>
                  <a:lnTo>
                    <a:pt x="119432" y="283294"/>
                  </a:lnTo>
                  <a:lnTo>
                    <a:pt x="118477" y="289504"/>
                  </a:lnTo>
                  <a:lnTo>
                    <a:pt x="117522" y="288548"/>
                  </a:lnTo>
                  <a:lnTo>
                    <a:pt x="117522" y="284727"/>
                  </a:lnTo>
                  <a:lnTo>
                    <a:pt x="117044" y="283294"/>
                  </a:lnTo>
                  <a:lnTo>
                    <a:pt x="117522" y="279949"/>
                  </a:lnTo>
                  <a:lnTo>
                    <a:pt x="115611" y="276605"/>
                  </a:lnTo>
                  <a:lnTo>
                    <a:pt x="115133" y="274217"/>
                  </a:lnTo>
                  <a:lnTo>
                    <a:pt x="113700" y="270873"/>
                  </a:lnTo>
                  <a:lnTo>
                    <a:pt x="114177" y="269917"/>
                  </a:lnTo>
                  <a:lnTo>
                    <a:pt x="116088" y="270873"/>
                  </a:lnTo>
                  <a:lnTo>
                    <a:pt x="114177" y="268962"/>
                  </a:lnTo>
                  <a:lnTo>
                    <a:pt x="112745" y="269439"/>
                  </a:lnTo>
                  <a:lnTo>
                    <a:pt x="111789" y="267051"/>
                  </a:lnTo>
                  <a:lnTo>
                    <a:pt x="111789" y="260840"/>
                  </a:lnTo>
                  <a:lnTo>
                    <a:pt x="110356" y="258452"/>
                  </a:lnTo>
                  <a:lnTo>
                    <a:pt x="111311" y="256063"/>
                  </a:lnTo>
                  <a:lnTo>
                    <a:pt x="109878" y="247941"/>
                  </a:lnTo>
                  <a:lnTo>
                    <a:pt x="107489" y="245075"/>
                  </a:lnTo>
                  <a:lnTo>
                    <a:pt x="107967" y="242687"/>
                  </a:lnTo>
                  <a:lnTo>
                    <a:pt x="108445" y="240775"/>
                  </a:lnTo>
                  <a:lnTo>
                    <a:pt x="108445" y="236954"/>
                  </a:lnTo>
                  <a:lnTo>
                    <a:pt x="108923" y="235998"/>
                  </a:lnTo>
                  <a:lnTo>
                    <a:pt x="110356" y="235043"/>
                  </a:lnTo>
                  <a:lnTo>
                    <a:pt x="108923" y="235043"/>
                  </a:lnTo>
                  <a:lnTo>
                    <a:pt x="107967" y="235521"/>
                  </a:lnTo>
                  <a:lnTo>
                    <a:pt x="105579" y="235521"/>
                  </a:lnTo>
                  <a:lnTo>
                    <a:pt x="103190" y="235521"/>
                  </a:lnTo>
                  <a:lnTo>
                    <a:pt x="102234" y="233132"/>
                  </a:lnTo>
                  <a:lnTo>
                    <a:pt x="100801" y="231699"/>
                  </a:lnTo>
                  <a:lnTo>
                    <a:pt x="99846" y="228832"/>
                  </a:lnTo>
                  <a:lnTo>
                    <a:pt x="99368" y="225488"/>
                  </a:lnTo>
                  <a:lnTo>
                    <a:pt x="99846" y="225010"/>
                  </a:lnTo>
                  <a:lnTo>
                    <a:pt x="97935" y="223577"/>
                  </a:lnTo>
                  <a:lnTo>
                    <a:pt x="96979" y="222622"/>
                  </a:lnTo>
                  <a:lnTo>
                    <a:pt x="95068" y="220711"/>
                  </a:lnTo>
                  <a:lnTo>
                    <a:pt x="92680" y="219278"/>
                  </a:lnTo>
                  <a:lnTo>
                    <a:pt x="93157" y="220233"/>
                  </a:lnTo>
                  <a:lnTo>
                    <a:pt x="94113" y="220711"/>
                  </a:lnTo>
                  <a:lnTo>
                    <a:pt x="92680" y="223100"/>
                  </a:lnTo>
                  <a:lnTo>
                    <a:pt x="94113" y="225966"/>
                  </a:lnTo>
                  <a:lnTo>
                    <a:pt x="93157" y="228355"/>
                  </a:lnTo>
                  <a:lnTo>
                    <a:pt x="92202" y="230743"/>
                  </a:lnTo>
                  <a:lnTo>
                    <a:pt x="91247" y="232176"/>
                  </a:lnTo>
                  <a:lnTo>
                    <a:pt x="88380" y="235043"/>
                  </a:lnTo>
                  <a:lnTo>
                    <a:pt x="85991" y="235998"/>
                  </a:lnTo>
                  <a:lnTo>
                    <a:pt x="84558" y="235998"/>
                  </a:lnTo>
                  <a:lnTo>
                    <a:pt x="83125" y="235998"/>
                  </a:lnTo>
                  <a:lnTo>
                    <a:pt x="81692" y="234565"/>
                  </a:lnTo>
                  <a:lnTo>
                    <a:pt x="81214" y="233132"/>
                  </a:lnTo>
                  <a:lnTo>
                    <a:pt x="80736" y="231221"/>
                  </a:lnTo>
                  <a:lnTo>
                    <a:pt x="80259" y="230743"/>
                  </a:lnTo>
                  <a:lnTo>
                    <a:pt x="79781" y="231221"/>
                  </a:lnTo>
                  <a:lnTo>
                    <a:pt x="80736" y="233610"/>
                  </a:lnTo>
                  <a:lnTo>
                    <a:pt x="80736" y="235043"/>
                  </a:lnTo>
                  <a:lnTo>
                    <a:pt x="82170" y="237432"/>
                  </a:lnTo>
                  <a:lnTo>
                    <a:pt x="81692" y="237909"/>
                  </a:lnTo>
                  <a:lnTo>
                    <a:pt x="78348" y="239342"/>
                  </a:lnTo>
                  <a:lnTo>
                    <a:pt x="77393" y="238865"/>
                  </a:lnTo>
                  <a:lnTo>
                    <a:pt x="76915" y="239342"/>
                  </a:lnTo>
                  <a:lnTo>
                    <a:pt x="76437" y="240298"/>
                  </a:lnTo>
                  <a:lnTo>
                    <a:pt x="75959" y="240775"/>
                  </a:lnTo>
                  <a:lnTo>
                    <a:pt x="71182" y="242209"/>
                  </a:lnTo>
                  <a:lnTo>
                    <a:pt x="70227" y="244120"/>
                  </a:lnTo>
                  <a:lnTo>
                    <a:pt x="69749" y="246031"/>
                  </a:lnTo>
                  <a:lnTo>
                    <a:pt x="66882" y="248419"/>
                  </a:lnTo>
                  <a:lnTo>
                    <a:pt x="64016" y="250808"/>
                  </a:lnTo>
                  <a:lnTo>
                    <a:pt x="63061" y="250808"/>
                  </a:lnTo>
                  <a:lnTo>
                    <a:pt x="62105" y="250330"/>
                  </a:lnTo>
                  <a:lnTo>
                    <a:pt x="62105" y="247941"/>
                  </a:lnTo>
                  <a:lnTo>
                    <a:pt x="63061" y="246031"/>
                  </a:lnTo>
                  <a:lnTo>
                    <a:pt x="63061" y="243642"/>
                  </a:lnTo>
                  <a:lnTo>
                    <a:pt x="62583" y="245075"/>
                  </a:lnTo>
                  <a:lnTo>
                    <a:pt x="60672" y="247941"/>
                  </a:lnTo>
                  <a:lnTo>
                    <a:pt x="59716" y="248897"/>
                  </a:lnTo>
                  <a:lnTo>
                    <a:pt x="57806" y="248419"/>
                  </a:lnTo>
                  <a:lnTo>
                    <a:pt x="54939" y="248897"/>
                  </a:lnTo>
                  <a:lnTo>
                    <a:pt x="53984" y="246031"/>
                  </a:lnTo>
                  <a:lnTo>
                    <a:pt x="53984" y="245075"/>
                  </a:lnTo>
                  <a:lnTo>
                    <a:pt x="53506" y="244120"/>
                  </a:lnTo>
                  <a:lnTo>
                    <a:pt x="53984" y="242687"/>
                  </a:lnTo>
                  <a:lnTo>
                    <a:pt x="53984" y="242209"/>
                  </a:lnTo>
                  <a:lnTo>
                    <a:pt x="53506" y="243642"/>
                  </a:lnTo>
                  <a:lnTo>
                    <a:pt x="53028" y="245075"/>
                  </a:lnTo>
                  <a:lnTo>
                    <a:pt x="52073" y="246031"/>
                  </a:lnTo>
                  <a:lnTo>
                    <a:pt x="49206" y="247464"/>
                  </a:lnTo>
                  <a:lnTo>
                    <a:pt x="49206" y="245553"/>
                  </a:lnTo>
                  <a:lnTo>
                    <a:pt x="49206" y="244598"/>
                  </a:lnTo>
                  <a:lnTo>
                    <a:pt x="49684" y="243164"/>
                  </a:lnTo>
                  <a:lnTo>
                    <a:pt x="49684" y="240775"/>
                  </a:lnTo>
                  <a:lnTo>
                    <a:pt x="50640" y="237909"/>
                  </a:lnTo>
                  <a:lnTo>
                    <a:pt x="50640" y="236954"/>
                  </a:lnTo>
                  <a:lnTo>
                    <a:pt x="50162" y="235998"/>
                  </a:lnTo>
                  <a:lnTo>
                    <a:pt x="49684" y="237432"/>
                  </a:lnTo>
                  <a:lnTo>
                    <a:pt x="49206" y="239342"/>
                  </a:lnTo>
                  <a:lnTo>
                    <a:pt x="48729" y="239820"/>
                  </a:lnTo>
                  <a:lnTo>
                    <a:pt x="47773" y="240298"/>
                  </a:lnTo>
                  <a:lnTo>
                    <a:pt x="45862" y="242209"/>
                  </a:lnTo>
                  <a:lnTo>
                    <a:pt x="44907" y="243642"/>
                  </a:lnTo>
                  <a:lnTo>
                    <a:pt x="42040" y="245553"/>
                  </a:lnTo>
                  <a:lnTo>
                    <a:pt x="40607" y="245075"/>
                  </a:lnTo>
                  <a:lnTo>
                    <a:pt x="40607" y="243164"/>
                  </a:lnTo>
                  <a:lnTo>
                    <a:pt x="41563" y="235998"/>
                  </a:lnTo>
                  <a:lnTo>
                    <a:pt x="42518" y="235043"/>
                  </a:lnTo>
                  <a:lnTo>
                    <a:pt x="42996" y="233610"/>
                  </a:lnTo>
                  <a:lnTo>
                    <a:pt x="43951" y="229310"/>
                  </a:lnTo>
                  <a:lnTo>
                    <a:pt x="45384" y="227399"/>
                  </a:lnTo>
                  <a:lnTo>
                    <a:pt x="45384" y="224055"/>
                  </a:lnTo>
                  <a:lnTo>
                    <a:pt x="45862" y="223577"/>
                  </a:lnTo>
                  <a:lnTo>
                    <a:pt x="47295" y="220711"/>
                  </a:lnTo>
                  <a:lnTo>
                    <a:pt x="47773" y="215934"/>
                  </a:lnTo>
                  <a:lnTo>
                    <a:pt x="47295" y="213545"/>
                  </a:lnTo>
                  <a:lnTo>
                    <a:pt x="45862" y="211156"/>
                  </a:lnTo>
                  <a:lnTo>
                    <a:pt x="44907" y="203991"/>
                  </a:lnTo>
                  <a:lnTo>
                    <a:pt x="41563" y="198258"/>
                  </a:lnTo>
                  <a:lnTo>
                    <a:pt x="41085" y="196347"/>
                  </a:lnTo>
                  <a:lnTo>
                    <a:pt x="39652" y="193958"/>
                  </a:lnTo>
                  <a:lnTo>
                    <a:pt x="41085" y="193480"/>
                  </a:lnTo>
                  <a:lnTo>
                    <a:pt x="38218" y="191569"/>
                  </a:lnTo>
                  <a:lnTo>
                    <a:pt x="37741" y="190614"/>
                  </a:lnTo>
                  <a:lnTo>
                    <a:pt x="36786" y="185837"/>
                  </a:lnTo>
                  <a:lnTo>
                    <a:pt x="37263" y="182970"/>
                  </a:lnTo>
                  <a:lnTo>
                    <a:pt x="36786" y="183448"/>
                  </a:lnTo>
                  <a:lnTo>
                    <a:pt x="36308" y="185359"/>
                  </a:lnTo>
                  <a:lnTo>
                    <a:pt x="34874" y="185837"/>
                  </a:lnTo>
                  <a:lnTo>
                    <a:pt x="35352" y="188703"/>
                  </a:lnTo>
                  <a:lnTo>
                    <a:pt x="35352" y="189659"/>
                  </a:lnTo>
                  <a:lnTo>
                    <a:pt x="34874" y="190614"/>
                  </a:lnTo>
                  <a:lnTo>
                    <a:pt x="32008" y="189659"/>
                  </a:lnTo>
                  <a:lnTo>
                    <a:pt x="30097" y="188225"/>
                  </a:lnTo>
                  <a:lnTo>
                    <a:pt x="28186" y="184881"/>
                  </a:lnTo>
                  <a:lnTo>
                    <a:pt x="26275" y="181537"/>
                  </a:lnTo>
                  <a:lnTo>
                    <a:pt x="26753" y="181059"/>
                  </a:lnTo>
                  <a:lnTo>
                    <a:pt x="27709" y="181059"/>
                  </a:lnTo>
                  <a:lnTo>
                    <a:pt x="30575" y="183448"/>
                  </a:lnTo>
                  <a:lnTo>
                    <a:pt x="32486" y="183926"/>
                  </a:lnTo>
                  <a:lnTo>
                    <a:pt x="33919" y="183448"/>
                  </a:lnTo>
                  <a:lnTo>
                    <a:pt x="35352" y="182493"/>
                  </a:lnTo>
                  <a:lnTo>
                    <a:pt x="36308" y="180104"/>
                  </a:lnTo>
                  <a:lnTo>
                    <a:pt x="35352" y="179626"/>
                  </a:lnTo>
                  <a:lnTo>
                    <a:pt x="33919" y="179149"/>
                  </a:lnTo>
                  <a:lnTo>
                    <a:pt x="32963" y="178671"/>
                  </a:lnTo>
                  <a:lnTo>
                    <a:pt x="31531" y="176760"/>
                  </a:lnTo>
                  <a:lnTo>
                    <a:pt x="31531" y="176282"/>
                  </a:lnTo>
                  <a:lnTo>
                    <a:pt x="31052" y="175327"/>
                  </a:lnTo>
                  <a:lnTo>
                    <a:pt x="29620" y="174849"/>
                  </a:lnTo>
                  <a:lnTo>
                    <a:pt x="28664" y="173893"/>
                  </a:lnTo>
                  <a:lnTo>
                    <a:pt x="29620" y="172460"/>
                  </a:lnTo>
                  <a:lnTo>
                    <a:pt x="30575" y="171027"/>
                  </a:lnTo>
                  <a:lnTo>
                    <a:pt x="27709" y="171027"/>
                  </a:lnTo>
                  <a:lnTo>
                    <a:pt x="25320" y="169116"/>
                  </a:lnTo>
                  <a:lnTo>
                    <a:pt x="24365" y="168638"/>
                  </a:lnTo>
                  <a:lnTo>
                    <a:pt x="23409" y="168161"/>
                  </a:lnTo>
                  <a:lnTo>
                    <a:pt x="21498" y="168161"/>
                  </a:lnTo>
                  <a:lnTo>
                    <a:pt x="19587" y="168638"/>
                  </a:lnTo>
                  <a:lnTo>
                    <a:pt x="20543" y="171505"/>
                  </a:lnTo>
                  <a:lnTo>
                    <a:pt x="20065" y="172460"/>
                  </a:lnTo>
                  <a:lnTo>
                    <a:pt x="19109" y="171983"/>
                  </a:lnTo>
                  <a:lnTo>
                    <a:pt x="16243" y="168161"/>
                  </a:lnTo>
                  <a:lnTo>
                    <a:pt x="17199" y="167205"/>
                  </a:lnTo>
                  <a:lnTo>
                    <a:pt x="18154" y="166250"/>
                  </a:lnTo>
                  <a:lnTo>
                    <a:pt x="17676" y="165772"/>
                  </a:lnTo>
                  <a:lnTo>
                    <a:pt x="16721" y="165772"/>
                  </a:lnTo>
                  <a:lnTo>
                    <a:pt x="17676" y="162428"/>
                  </a:lnTo>
                  <a:lnTo>
                    <a:pt x="17199" y="161473"/>
                  </a:lnTo>
                  <a:lnTo>
                    <a:pt x="16721" y="162906"/>
                  </a:lnTo>
                  <a:lnTo>
                    <a:pt x="16243" y="163861"/>
                  </a:lnTo>
                  <a:lnTo>
                    <a:pt x="13854" y="166727"/>
                  </a:lnTo>
                  <a:lnTo>
                    <a:pt x="12899" y="166250"/>
                  </a:lnTo>
                  <a:lnTo>
                    <a:pt x="12421" y="165294"/>
                  </a:lnTo>
                  <a:lnTo>
                    <a:pt x="13377" y="163861"/>
                  </a:lnTo>
                  <a:lnTo>
                    <a:pt x="13854" y="163861"/>
                  </a:lnTo>
                  <a:lnTo>
                    <a:pt x="14332" y="162906"/>
                  </a:lnTo>
                  <a:lnTo>
                    <a:pt x="13377" y="161473"/>
                  </a:lnTo>
                  <a:lnTo>
                    <a:pt x="11943" y="160517"/>
                  </a:lnTo>
                  <a:lnTo>
                    <a:pt x="10988" y="158606"/>
                  </a:lnTo>
                  <a:lnTo>
                    <a:pt x="10510" y="158606"/>
                  </a:lnTo>
                  <a:lnTo>
                    <a:pt x="10988" y="160517"/>
                  </a:lnTo>
                  <a:lnTo>
                    <a:pt x="10988" y="163861"/>
                  </a:lnTo>
                  <a:lnTo>
                    <a:pt x="8599" y="160517"/>
                  </a:lnTo>
                  <a:lnTo>
                    <a:pt x="4300" y="155740"/>
                  </a:lnTo>
                  <a:lnTo>
                    <a:pt x="2867" y="154307"/>
                  </a:lnTo>
                  <a:lnTo>
                    <a:pt x="2867" y="152873"/>
                  </a:lnTo>
                  <a:lnTo>
                    <a:pt x="2389" y="151440"/>
                  </a:lnTo>
                  <a:lnTo>
                    <a:pt x="1911" y="150007"/>
                  </a:lnTo>
                  <a:lnTo>
                    <a:pt x="1911" y="149052"/>
                  </a:lnTo>
                  <a:lnTo>
                    <a:pt x="956" y="148096"/>
                  </a:lnTo>
                  <a:lnTo>
                    <a:pt x="478" y="146185"/>
                  </a:lnTo>
                  <a:lnTo>
                    <a:pt x="0" y="144274"/>
                  </a:lnTo>
                  <a:lnTo>
                    <a:pt x="478" y="143319"/>
                  </a:lnTo>
                  <a:lnTo>
                    <a:pt x="1911" y="141886"/>
                  </a:lnTo>
                  <a:lnTo>
                    <a:pt x="3344" y="141408"/>
                  </a:lnTo>
                  <a:lnTo>
                    <a:pt x="3822" y="142363"/>
                  </a:lnTo>
                  <a:lnTo>
                    <a:pt x="5733" y="143319"/>
                  </a:lnTo>
                  <a:lnTo>
                    <a:pt x="7166" y="143796"/>
                  </a:lnTo>
                  <a:lnTo>
                    <a:pt x="7644" y="145230"/>
                  </a:lnTo>
                  <a:lnTo>
                    <a:pt x="7644" y="145230"/>
                  </a:lnTo>
                  <a:lnTo>
                    <a:pt x="8599" y="144752"/>
                  </a:lnTo>
                  <a:lnTo>
                    <a:pt x="8599" y="144752"/>
                  </a:lnTo>
                  <a:lnTo>
                    <a:pt x="9077" y="144274"/>
                  </a:lnTo>
                  <a:lnTo>
                    <a:pt x="9077" y="143319"/>
                  </a:lnTo>
                  <a:lnTo>
                    <a:pt x="8122" y="140930"/>
                  </a:lnTo>
                  <a:lnTo>
                    <a:pt x="8122" y="138542"/>
                  </a:lnTo>
                  <a:lnTo>
                    <a:pt x="8122" y="131853"/>
                  </a:lnTo>
                  <a:lnTo>
                    <a:pt x="8122" y="131376"/>
                  </a:lnTo>
                  <a:lnTo>
                    <a:pt x="9077" y="130420"/>
                  </a:lnTo>
                  <a:lnTo>
                    <a:pt x="9555" y="129942"/>
                  </a:lnTo>
                  <a:lnTo>
                    <a:pt x="10033" y="128509"/>
                  </a:lnTo>
                  <a:lnTo>
                    <a:pt x="10033" y="128031"/>
                  </a:lnTo>
                  <a:lnTo>
                    <a:pt x="10988" y="128031"/>
                  </a:lnTo>
                  <a:lnTo>
                    <a:pt x="11943" y="128509"/>
                  </a:lnTo>
                  <a:lnTo>
                    <a:pt x="13377" y="130420"/>
                  </a:lnTo>
                  <a:lnTo>
                    <a:pt x="13377" y="130420"/>
                  </a:lnTo>
                  <a:lnTo>
                    <a:pt x="14810" y="130898"/>
                  </a:lnTo>
                  <a:lnTo>
                    <a:pt x="15765" y="130420"/>
                  </a:lnTo>
                  <a:lnTo>
                    <a:pt x="16721" y="128031"/>
                  </a:lnTo>
                  <a:lnTo>
                    <a:pt x="17199" y="127076"/>
                  </a:lnTo>
                  <a:lnTo>
                    <a:pt x="17676" y="126598"/>
                  </a:lnTo>
                  <a:lnTo>
                    <a:pt x="18632" y="126598"/>
                  </a:lnTo>
                  <a:lnTo>
                    <a:pt x="19587" y="126120"/>
                  </a:lnTo>
                  <a:lnTo>
                    <a:pt x="19587" y="125165"/>
                  </a:lnTo>
                  <a:lnTo>
                    <a:pt x="19587" y="123732"/>
                  </a:lnTo>
                  <a:lnTo>
                    <a:pt x="18632" y="119910"/>
                  </a:lnTo>
                  <a:lnTo>
                    <a:pt x="18154" y="118477"/>
                  </a:lnTo>
                  <a:lnTo>
                    <a:pt x="18154" y="116566"/>
                  </a:lnTo>
                  <a:lnTo>
                    <a:pt x="18632" y="115133"/>
                  </a:lnTo>
                  <a:lnTo>
                    <a:pt x="19587" y="112744"/>
                  </a:lnTo>
                  <a:lnTo>
                    <a:pt x="19587" y="111311"/>
                  </a:lnTo>
                  <a:lnTo>
                    <a:pt x="19587" y="110355"/>
                  </a:lnTo>
                  <a:lnTo>
                    <a:pt x="20543" y="110355"/>
                  </a:lnTo>
                  <a:lnTo>
                    <a:pt x="21498" y="110833"/>
                  </a:lnTo>
                  <a:lnTo>
                    <a:pt x="22454" y="110355"/>
                  </a:lnTo>
                  <a:lnTo>
                    <a:pt x="22454" y="110355"/>
                  </a:lnTo>
                  <a:lnTo>
                    <a:pt x="23409" y="109400"/>
                  </a:lnTo>
                  <a:lnTo>
                    <a:pt x="23409" y="108445"/>
                  </a:lnTo>
                  <a:lnTo>
                    <a:pt x="24365" y="104623"/>
                  </a:lnTo>
                  <a:lnTo>
                    <a:pt x="24365" y="100801"/>
                  </a:lnTo>
                  <a:lnTo>
                    <a:pt x="24365" y="97935"/>
                  </a:lnTo>
                  <a:lnTo>
                    <a:pt x="23886" y="96024"/>
                  </a:lnTo>
                  <a:lnTo>
                    <a:pt x="22454" y="90769"/>
                  </a:lnTo>
                  <a:lnTo>
                    <a:pt x="22931" y="90291"/>
                  </a:lnTo>
                  <a:lnTo>
                    <a:pt x="23409" y="89813"/>
                  </a:lnTo>
                  <a:lnTo>
                    <a:pt x="25320" y="91724"/>
                  </a:lnTo>
                  <a:lnTo>
                    <a:pt x="26275" y="92202"/>
                  </a:lnTo>
                  <a:lnTo>
                    <a:pt x="27709" y="91724"/>
                  </a:lnTo>
                  <a:lnTo>
                    <a:pt x="29142" y="91246"/>
                  </a:lnTo>
                  <a:lnTo>
                    <a:pt x="30097" y="91246"/>
                  </a:lnTo>
                  <a:lnTo>
                    <a:pt x="31531" y="91724"/>
                  </a:lnTo>
                  <a:lnTo>
                    <a:pt x="33441" y="92679"/>
                  </a:lnTo>
                  <a:lnTo>
                    <a:pt x="36308" y="93157"/>
                  </a:lnTo>
                  <a:lnTo>
                    <a:pt x="37741" y="94113"/>
                  </a:lnTo>
                  <a:lnTo>
                    <a:pt x="38697" y="94113"/>
                  </a:lnTo>
                  <a:lnTo>
                    <a:pt x="38697" y="93635"/>
                  </a:lnTo>
                  <a:lnTo>
                    <a:pt x="39652" y="92202"/>
                  </a:lnTo>
                  <a:lnTo>
                    <a:pt x="40607" y="89335"/>
                  </a:lnTo>
                  <a:lnTo>
                    <a:pt x="42040" y="85036"/>
                  </a:lnTo>
                  <a:lnTo>
                    <a:pt x="43951" y="82170"/>
                  </a:lnTo>
                  <a:lnTo>
                    <a:pt x="43951" y="81214"/>
                  </a:lnTo>
                  <a:lnTo>
                    <a:pt x="45862" y="78825"/>
                  </a:lnTo>
                  <a:lnTo>
                    <a:pt x="47773" y="75959"/>
                  </a:lnTo>
                  <a:lnTo>
                    <a:pt x="49206" y="73093"/>
                  </a:lnTo>
                  <a:lnTo>
                    <a:pt x="50162" y="70704"/>
                  </a:lnTo>
                  <a:lnTo>
                    <a:pt x="50162" y="69748"/>
                  </a:lnTo>
                  <a:lnTo>
                    <a:pt x="49684" y="68793"/>
                  </a:lnTo>
                  <a:lnTo>
                    <a:pt x="49684" y="68793"/>
                  </a:lnTo>
                  <a:lnTo>
                    <a:pt x="48251" y="68315"/>
                  </a:lnTo>
                  <a:lnTo>
                    <a:pt x="47295" y="67838"/>
                  </a:lnTo>
                  <a:lnTo>
                    <a:pt x="47295" y="67360"/>
                  </a:lnTo>
                  <a:lnTo>
                    <a:pt x="47295" y="66882"/>
                  </a:lnTo>
                  <a:lnTo>
                    <a:pt x="47773" y="64971"/>
                  </a:lnTo>
                  <a:lnTo>
                    <a:pt x="48729" y="63538"/>
                  </a:lnTo>
                  <a:lnTo>
                    <a:pt x="49684" y="62582"/>
                  </a:lnTo>
                  <a:lnTo>
                    <a:pt x="51595" y="61149"/>
                  </a:lnTo>
                  <a:lnTo>
                    <a:pt x="53506" y="59716"/>
                  </a:lnTo>
                  <a:lnTo>
                    <a:pt x="54939" y="57328"/>
                  </a:lnTo>
                  <a:lnTo>
                    <a:pt x="55895" y="55894"/>
                  </a:lnTo>
                  <a:lnTo>
                    <a:pt x="56372" y="53028"/>
                  </a:lnTo>
                  <a:lnTo>
                    <a:pt x="56850" y="52550"/>
                  </a:lnTo>
                  <a:lnTo>
                    <a:pt x="57806" y="51595"/>
                  </a:lnTo>
                  <a:lnTo>
                    <a:pt x="58761" y="50639"/>
                  </a:lnTo>
                  <a:lnTo>
                    <a:pt x="58761" y="50162"/>
                  </a:lnTo>
                  <a:lnTo>
                    <a:pt x="58283" y="49684"/>
                  </a:lnTo>
                  <a:lnTo>
                    <a:pt x="57328" y="47773"/>
                  </a:lnTo>
                  <a:lnTo>
                    <a:pt x="56850" y="44429"/>
                  </a:lnTo>
                  <a:lnTo>
                    <a:pt x="57328" y="42040"/>
                  </a:lnTo>
                  <a:lnTo>
                    <a:pt x="57806" y="41085"/>
                  </a:lnTo>
                  <a:lnTo>
                    <a:pt x="58761" y="39651"/>
                  </a:lnTo>
                  <a:lnTo>
                    <a:pt x="60194" y="38696"/>
                  </a:lnTo>
                  <a:lnTo>
                    <a:pt x="62105" y="37740"/>
                  </a:lnTo>
                  <a:lnTo>
                    <a:pt x="64972" y="36307"/>
                  </a:lnTo>
                  <a:lnTo>
                    <a:pt x="70704" y="32486"/>
                  </a:lnTo>
                  <a:lnTo>
                    <a:pt x="72615" y="31052"/>
                  </a:lnTo>
                  <a:lnTo>
                    <a:pt x="74048" y="30097"/>
                  </a:lnTo>
                  <a:lnTo>
                    <a:pt x="75481" y="28664"/>
                  </a:lnTo>
                  <a:lnTo>
                    <a:pt x="76915" y="26753"/>
                  </a:lnTo>
                  <a:lnTo>
                    <a:pt x="79781" y="25797"/>
                  </a:lnTo>
                  <a:lnTo>
                    <a:pt x="81214" y="25797"/>
                  </a:lnTo>
                  <a:lnTo>
                    <a:pt x="88858" y="24364"/>
                  </a:lnTo>
                  <a:lnTo>
                    <a:pt x="90291" y="24364"/>
                  </a:lnTo>
                  <a:lnTo>
                    <a:pt x="91724" y="25320"/>
                  </a:lnTo>
                  <a:lnTo>
                    <a:pt x="93157" y="27708"/>
                  </a:lnTo>
                  <a:lnTo>
                    <a:pt x="94591" y="28664"/>
                  </a:lnTo>
                  <a:lnTo>
                    <a:pt x="96502" y="29141"/>
                  </a:lnTo>
                  <a:lnTo>
                    <a:pt x="97935" y="29141"/>
                  </a:lnTo>
                  <a:lnTo>
                    <a:pt x="97935" y="28186"/>
                  </a:lnTo>
                  <a:lnTo>
                    <a:pt x="93635" y="22453"/>
                  </a:lnTo>
                  <a:lnTo>
                    <a:pt x="93157" y="21020"/>
                  </a:lnTo>
                  <a:lnTo>
                    <a:pt x="93157" y="19109"/>
                  </a:lnTo>
                  <a:lnTo>
                    <a:pt x="93635" y="18154"/>
                  </a:lnTo>
                  <a:lnTo>
                    <a:pt x="95068" y="17198"/>
                  </a:lnTo>
                  <a:lnTo>
                    <a:pt x="96502" y="15765"/>
                  </a:lnTo>
                  <a:lnTo>
                    <a:pt x="98890" y="14332"/>
                  </a:lnTo>
                  <a:lnTo>
                    <a:pt x="100323" y="12899"/>
                  </a:lnTo>
                  <a:lnTo>
                    <a:pt x="101757" y="12899"/>
                  </a:lnTo>
                  <a:lnTo>
                    <a:pt x="102234" y="11943"/>
                  </a:lnTo>
                  <a:lnTo>
                    <a:pt x="102712" y="10988"/>
                  </a:lnTo>
                  <a:lnTo>
                    <a:pt x="102234" y="10032"/>
                  </a:lnTo>
                  <a:lnTo>
                    <a:pt x="101757" y="9077"/>
                  </a:lnTo>
                  <a:lnTo>
                    <a:pt x="101757" y="7644"/>
                  </a:lnTo>
                  <a:lnTo>
                    <a:pt x="102234" y="6210"/>
                  </a:lnTo>
                  <a:lnTo>
                    <a:pt x="102234" y="6210"/>
                  </a:lnTo>
                  <a:lnTo>
                    <a:pt x="102712" y="5733"/>
                  </a:lnTo>
                  <a:lnTo>
                    <a:pt x="104145" y="3822"/>
                  </a:lnTo>
                  <a:lnTo>
                    <a:pt x="105100" y="1911"/>
                  </a:lnTo>
                  <a:lnTo>
                    <a:pt x="105579" y="1433"/>
                  </a:lnTo>
                  <a:lnTo>
                    <a:pt x="106534" y="478"/>
                  </a:lnTo>
                  <a:lnTo>
                    <a:pt x="107489" y="0"/>
                  </a:lnTo>
                  <a:lnTo>
                    <a:pt x="108923" y="478"/>
                  </a:lnTo>
                  <a:lnTo>
                    <a:pt x="109400" y="1433"/>
                  </a:lnTo>
                  <a:lnTo>
                    <a:pt x="110356" y="2389"/>
                  </a:lnTo>
                  <a:lnTo>
                    <a:pt x="110834" y="3344"/>
                  </a:lnTo>
                  <a:lnTo>
                    <a:pt x="111789" y="3344"/>
                  </a:lnTo>
                  <a:lnTo>
                    <a:pt x="112745" y="3344"/>
                  </a:lnTo>
                  <a:lnTo>
                    <a:pt x="113222" y="3344"/>
                  </a:lnTo>
                  <a:lnTo>
                    <a:pt x="114177" y="4299"/>
                  </a:lnTo>
                  <a:lnTo>
                    <a:pt x="116088" y="6688"/>
                  </a:lnTo>
                  <a:lnTo>
                    <a:pt x="116088" y="6688"/>
                  </a:lnTo>
                  <a:lnTo>
                    <a:pt x="116566" y="7166"/>
                  </a:lnTo>
                  <a:lnTo>
                    <a:pt x="117522" y="8121"/>
                  </a:lnTo>
                  <a:lnTo>
                    <a:pt x="118000" y="9555"/>
                  </a:lnTo>
                  <a:lnTo>
                    <a:pt x="118000" y="11465"/>
                  </a:lnTo>
                  <a:lnTo>
                    <a:pt x="120388" y="17676"/>
                  </a:lnTo>
                  <a:lnTo>
                    <a:pt x="120866" y="19109"/>
                  </a:lnTo>
                  <a:lnTo>
                    <a:pt x="121343" y="20065"/>
                  </a:lnTo>
                  <a:lnTo>
                    <a:pt x="121343" y="20065"/>
                  </a:lnTo>
                  <a:lnTo>
                    <a:pt x="122299" y="20542"/>
                  </a:lnTo>
                  <a:lnTo>
                    <a:pt x="123254" y="19109"/>
                  </a:lnTo>
                  <a:lnTo>
                    <a:pt x="123732" y="18154"/>
                  </a:lnTo>
                  <a:lnTo>
                    <a:pt x="124688" y="17676"/>
                  </a:lnTo>
                  <a:lnTo>
                    <a:pt x="125643" y="18154"/>
                  </a:lnTo>
                  <a:lnTo>
                    <a:pt x="127554" y="19109"/>
                  </a:lnTo>
                  <a:lnTo>
                    <a:pt x="128509" y="19587"/>
                  </a:lnTo>
                  <a:lnTo>
                    <a:pt x="128987" y="22453"/>
                  </a:lnTo>
                  <a:lnTo>
                    <a:pt x="128987" y="26275"/>
                  </a:lnTo>
                  <a:lnTo>
                    <a:pt x="128987" y="27231"/>
                  </a:lnTo>
                  <a:lnTo>
                    <a:pt x="129943" y="30575"/>
                  </a:lnTo>
                  <a:lnTo>
                    <a:pt x="129943" y="33919"/>
                  </a:lnTo>
                  <a:lnTo>
                    <a:pt x="129943" y="35830"/>
                  </a:lnTo>
                  <a:lnTo>
                    <a:pt x="129943" y="37263"/>
                  </a:lnTo>
                  <a:lnTo>
                    <a:pt x="129943" y="39651"/>
                  </a:lnTo>
                  <a:lnTo>
                    <a:pt x="129465" y="42996"/>
                  </a:lnTo>
                  <a:lnTo>
                    <a:pt x="128987" y="45384"/>
                  </a:lnTo>
                  <a:lnTo>
                    <a:pt x="128987" y="47773"/>
                  </a:lnTo>
                  <a:lnTo>
                    <a:pt x="128509" y="48728"/>
                  </a:lnTo>
                  <a:lnTo>
                    <a:pt x="127076" y="49206"/>
                  </a:lnTo>
                  <a:lnTo>
                    <a:pt x="126598" y="50162"/>
                  </a:lnTo>
                  <a:lnTo>
                    <a:pt x="127076" y="51595"/>
                  </a:lnTo>
                  <a:lnTo>
                    <a:pt x="128509" y="53028"/>
                  </a:lnTo>
                  <a:lnTo>
                    <a:pt x="128509" y="54461"/>
                  </a:lnTo>
                  <a:lnTo>
                    <a:pt x="128032" y="54939"/>
                  </a:lnTo>
                  <a:lnTo>
                    <a:pt x="126598" y="54939"/>
                  </a:lnTo>
                  <a:lnTo>
                    <a:pt x="124688" y="55894"/>
                  </a:lnTo>
                  <a:lnTo>
                    <a:pt x="124688" y="55894"/>
                  </a:lnTo>
                  <a:lnTo>
                    <a:pt x="123254" y="57805"/>
                  </a:lnTo>
                  <a:lnTo>
                    <a:pt x="122299" y="59716"/>
                  </a:lnTo>
                  <a:lnTo>
                    <a:pt x="121343" y="60194"/>
                  </a:lnTo>
                  <a:lnTo>
                    <a:pt x="118955" y="59716"/>
                  </a:lnTo>
                  <a:lnTo>
                    <a:pt x="118477" y="60194"/>
                  </a:lnTo>
                  <a:lnTo>
                    <a:pt x="117522" y="63060"/>
                  </a:lnTo>
                  <a:lnTo>
                    <a:pt x="116566" y="64493"/>
                  </a:lnTo>
                  <a:lnTo>
                    <a:pt x="115611" y="65927"/>
                  </a:lnTo>
                  <a:lnTo>
                    <a:pt x="114655" y="66404"/>
                  </a:lnTo>
                  <a:lnTo>
                    <a:pt x="113700" y="66882"/>
                  </a:lnTo>
                  <a:lnTo>
                    <a:pt x="111789" y="66404"/>
                  </a:lnTo>
                  <a:lnTo>
                    <a:pt x="110834" y="68315"/>
                  </a:lnTo>
                  <a:lnTo>
                    <a:pt x="109878" y="70704"/>
                  </a:lnTo>
                  <a:lnTo>
                    <a:pt x="109878" y="72137"/>
                  </a:lnTo>
                  <a:lnTo>
                    <a:pt x="110356" y="74048"/>
                  </a:lnTo>
                  <a:lnTo>
                    <a:pt x="109878" y="74526"/>
                  </a:lnTo>
                  <a:lnTo>
                    <a:pt x="108923" y="75004"/>
                  </a:lnTo>
                  <a:lnTo>
                    <a:pt x="107489" y="75959"/>
                  </a:lnTo>
                  <a:lnTo>
                    <a:pt x="107489" y="75959"/>
                  </a:lnTo>
                  <a:lnTo>
                    <a:pt x="106056" y="78825"/>
                  </a:lnTo>
                  <a:lnTo>
                    <a:pt x="106056" y="81692"/>
                  </a:lnTo>
                  <a:lnTo>
                    <a:pt x="107012" y="82647"/>
                  </a:lnTo>
                  <a:lnTo>
                    <a:pt x="107012" y="82647"/>
                  </a:lnTo>
                  <a:lnTo>
                    <a:pt x="107967" y="83125"/>
                  </a:lnTo>
                  <a:lnTo>
                    <a:pt x="108923" y="84080"/>
                  </a:lnTo>
                  <a:lnTo>
                    <a:pt x="108923" y="85036"/>
                  </a:lnTo>
                  <a:lnTo>
                    <a:pt x="109878" y="86947"/>
                  </a:lnTo>
                  <a:lnTo>
                    <a:pt x="109400" y="88858"/>
                  </a:lnTo>
                  <a:lnTo>
                    <a:pt x="107012" y="91724"/>
                  </a:lnTo>
                  <a:lnTo>
                    <a:pt x="107012" y="93157"/>
                  </a:lnTo>
                  <a:lnTo>
                    <a:pt x="107967" y="93635"/>
                  </a:lnTo>
                  <a:lnTo>
                    <a:pt x="109400" y="93635"/>
                  </a:lnTo>
                  <a:lnTo>
                    <a:pt x="110834" y="92679"/>
                  </a:lnTo>
                  <a:lnTo>
                    <a:pt x="112266" y="91724"/>
                  </a:lnTo>
                  <a:lnTo>
                    <a:pt x="116088" y="90291"/>
                  </a:lnTo>
                  <a:lnTo>
                    <a:pt x="119911" y="89335"/>
                  </a:lnTo>
                  <a:lnTo>
                    <a:pt x="122777" y="88858"/>
                  </a:lnTo>
                  <a:lnTo>
                    <a:pt x="125643" y="88858"/>
                  </a:lnTo>
                  <a:lnTo>
                    <a:pt x="126598" y="89335"/>
                  </a:lnTo>
                  <a:lnTo>
                    <a:pt x="127076" y="89813"/>
                  </a:lnTo>
                  <a:lnTo>
                    <a:pt x="130898" y="88858"/>
                  </a:lnTo>
                  <a:lnTo>
                    <a:pt x="131376" y="88858"/>
                  </a:lnTo>
                  <a:lnTo>
                    <a:pt x="131854" y="88858"/>
                  </a:lnTo>
                  <a:lnTo>
                    <a:pt x="131854" y="89813"/>
                  </a:lnTo>
                  <a:lnTo>
                    <a:pt x="131854" y="89813"/>
                  </a:lnTo>
                  <a:lnTo>
                    <a:pt x="129465" y="92202"/>
                  </a:lnTo>
                  <a:lnTo>
                    <a:pt x="129465" y="92202"/>
                  </a:lnTo>
                  <a:lnTo>
                    <a:pt x="128987" y="93157"/>
                  </a:lnTo>
                  <a:lnTo>
                    <a:pt x="128987" y="94590"/>
                  </a:lnTo>
                  <a:lnTo>
                    <a:pt x="129943" y="95546"/>
                  </a:lnTo>
                  <a:lnTo>
                    <a:pt x="131376" y="96501"/>
                  </a:lnTo>
                  <a:lnTo>
                    <a:pt x="131854" y="98890"/>
                  </a:lnTo>
                  <a:lnTo>
                    <a:pt x="131376" y="100801"/>
                  </a:lnTo>
                  <a:lnTo>
                    <a:pt x="131854" y="101756"/>
                  </a:lnTo>
                  <a:lnTo>
                    <a:pt x="132809" y="102712"/>
                  </a:lnTo>
                  <a:lnTo>
                    <a:pt x="132809" y="103667"/>
                  </a:lnTo>
                  <a:lnTo>
                    <a:pt x="133287" y="105100"/>
                  </a:lnTo>
                  <a:lnTo>
                    <a:pt x="132809" y="107489"/>
                  </a:lnTo>
                  <a:lnTo>
                    <a:pt x="132809" y="107489"/>
                  </a:lnTo>
                  <a:lnTo>
                    <a:pt x="136631" y="108445"/>
                  </a:lnTo>
                  <a:lnTo>
                    <a:pt x="139497" y="108922"/>
                  </a:lnTo>
                  <a:lnTo>
                    <a:pt x="142364" y="109400"/>
                  </a:lnTo>
                  <a:lnTo>
                    <a:pt x="143797" y="109878"/>
                  </a:lnTo>
                  <a:lnTo>
                    <a:pt x="144752" y="110355"/>
                  </a:lnTo>
                  <a:lnTo>
                    <a:pt x="145230" y="110833"/>
                  </a:lnTo>
                  <a:lnTo>
                    <a:pt x="145230" y="111789"/>
                  </a:lnTo>
                  <a:lnTo>
                    <a:pt x="144752" y="112744"/>
                  </a:lnTo>
                  <a:lnTo>
                    <a:pt x="142841" y="114655"/>
                  </a:lnTo>
                  <a:lnTo>
                    <a:pt x="141886" y="117044"/>
                  </a:lnTo>
                  <a:lnTo>
                    <a:pt x="142364" y="119432"/>
                  </a:lnTo>
                  <a:lnTo>
                    <a:pt x="141886" y="120865"/>
                  </a:lnTo>
                  <a:lnTo>
                    <a:pt x="139975" y="123254"/>
                  </a:lnTo>
                  <a:lnTo>
                    <a:pt x="139497" y="125165"/>
                  </a:lnTo>
                  <a:lnTo>
                    <a:pt x="138542" y="127076"/>
                  </a:lnTo>
                  <a:lnTo>
                    <a:pt x="138542" y="127554"/>
                  </a:lnTo>
                  <a:lnTo>
                    <a:pt x="139020" y="128031"/>
                  </a:lnTo>
                  <a:lnTo>
                    <a:pt x="139975" y="128509"/>
                  </a:lnTo>
                  <a:lnTo>
                    <a:pt x="141408" y="128509"/>
                  </a:lnTo>
                  <a:lnTo>
                    <a:pt x="142841" y="128509"/>
                  </a:lnTo>
                  <a:lnTo>
                    <a:pt x="147141" y="128987"/>
                  </a:lnTo>
                  <a:lnTo>
                    <a:pt x="151918" y="129942"/>
                  </a:lnTo>
                  <a:lnTo>
                    <a:pt x="153352" y="129942"/>
                  </a:lnTo>
                  <a:lnTo>
                    <a:pt x="154307" y="130898"/>
                  </a:lnTo>
                  <a:lnTo>
                    <a:pt x="153829" y="132809"/>
                  </a:lnTo>
                  <a:lnTo>
                    <a:pt x="153829" y="134242"/>
                  </a:lnTo>
                  <a:lnTo>
                    <a:pt x="153829" y="135675"/>
                  </a:lnTo>
                  <a:lnTo>
                    <a:pt x="154784" y="136631"/>
                  </a:lnTo>
                  <a:lnTo>
                    <a:pt x="155740" y="137108"/>
                  </a:lnTo>
                  <a:lnTo>
                    <a:pt x="157173" y="137586"/>
                  </a:lnTo>
                  <a:lnTo>
                    <a:pt x="157173" y="138064"/>
                  </a:lnTo>
                  <a:lnTo>
                    <a:pt x="157173" y="138064"/>
                  </a:lnTo>
                  <a:lnTo>
                    <a:pt x="156695" y="139497"/>
                  </a:lnTo>
                  <a:lnTo>
                    <a:pt x="157651" y="140452"/>
                  </a:lnTo>
                  <a:lnTo>
                    <a:pt x="158129" y="140930"/>
                  </a:lnTo>
                  <a:lnTo>
                    <a:pt x="159562" y="141408"/>
                  </a:lnTo>
                  <a:lnTo>
                    <a:pt x="161950" y="140452"/>
                  </a:lnTo>
                  <a:lnTo>
                    <a:pt x="163861" y="140930"/>
                  </a:lnTo>
                  <a:lnTo>
                    <a:pt x="165772" y="141408"/>
                  </a:lnTo>
                  <a:lnTo>
                    <a:pt x="167205" y="140930"/>
                  </a:lnTo>
                  <a:lnTo>
                    <a:pt x="168639" y="140452"/>
                  </a:lnTo>
                  <a:lnTo>
                    <a:pt x="171505" y="137586"/>
                  </a:lnTo>
                  <a:lnTo>
                    <a:pt x="175327" y="135675"/>
                  </a:lnTo>
                  <a:lnTo>
                    <a:pt x="176760" y="135675"/>
                  </a:lnTo>
                  <a:lnTo>
                    <a:pt x="177238" y="135675"/>
                  </a:lnTo>
                  <a:lnTo>
                    <a:pt x="177716" y="135675"/>
                  </a:lnTo>
                  <a:lnTo>
                    <a:pt x="177716" y="13663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BEFF6608-141B-63EE-FE07-B1AEA584505D}"/>
                </a:ext>
              </a:extLst>
            </p:cNvPr>
            <p:cNvSpPr/>
            <p:nvPr/>
          </p:nvSpPr>
          <p:spPr>
            <a:xfrm>
              <a:off x="7881752" y="4339336"/>
              <a:ext cx="3343" cy="955"/>
            </a:xfrm>
            <a:custGeom>
              <a:avLst/>
              <a:gdLst>
                <a:gd name="csX0" fmla="*/ 3344 w 3343"/>
                <a:gd name="csY0" fmla="*/ 0 h 955"/>
                <a:gd name="csX1" fmla="*/ 1433 w 3343"/>
                <a:gd name="csY1" fmla="*/ 956 h 955"/>
                <a:gd name="csX2" fmla="*/ 0 w 3343"/>
                <a:gd name="csY2" fmla="*/ 956 h 955"/>
                <a:gd name="csX3" fmla="*/ 1433 w 3343"/>
                <a:gd name="csY3" fmla="*/ 956 h 955"/>
                <a:gd name="csX4" fmla="*/ 3344 w 3343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3" h="955">
                  <a:moveTo>
                    <a:pt x="3344" y="0"/>
                  </a:moveTo>
                  <a:lnTo>
                    <a:pt x="1433" y="956"/>
                  </a:lnTo>
                  <a:lnTo>
                    <a:pt x="0" y="956"/>
                  </a:lnTo>
                  <a:lnTo>
                    <a:pt x="1433" y="956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" name="Freeform 809">
              <a:extLst>
                <a:ext uri="{FF2B5EF4-FFF2-40B4-BE49-F238E27FC236}">
                  <a16:creationId xmlns:a16="http://schemas.microsoft.com/office/drawing/2014/main" id="{D43806FC-049B-6A2D-B5FE-47F8C1FE1646}"/>
                </a:ext>
              </a:extLst>
            </p:cNvPr>
            <p:cNvSpPr/>
            <p:nvPr/>
          </p:nvSpPr>
          <p:spPr>
            <a:xfrm>
              <a:off x="7865509" y="3636118"/>
              <a:ext cx="11943" cy="955"/>
            </a:xfrm>
            <a:custGeom>
              <a:avLst/>
              <a:gdLst>
                <a:gd name="csX0" fmla="*/ 10510 w 11943"/>
                <a:gd name="csY0" fmla="*/ 956 h 955"/>
                <a:gd name="csX1" fmla="*/ 11943 w 11943"/>
                <a:gd name="csY1" fmla="*/ 956 h 955"/>
                <a:gd name="csX2" fmla="*/ 10510 w 11943"/>
                <a:gd name="csY2" fmla="*/ 956 h 955"/>
                <a:gd name="csX3" fmla="*/ 5733 w 11943"/>
                <a:gd name="csY3" fmla="*/ 478 h 955"/>
                <a:gd name="csX4" fmla="*/ 1911 w 11943"/>
                <a:gd name="csY4" fmla="*/ 478 h 955"/>
                <a:gd name="csX5" fmla="*/ 0 w 11943"/>
                <a:gd name="csY5" fmla="*/ 0 h 955"/>
                <a:gd name="csX6" fmla="*/ 1911 w 11943"/>
                <a:gd name="csY6" fmla="*/ 478 h 955"/>
                <a:gd name="csX7" fmla="*/ 5733 w 11943"/>
                <a:gd name="csY7" fmla="*/ 478 h 955"/>
                <a:gd name="csX8" fmla="*/ 10510 w 11943"/>
                <a:gd name="csY8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1943" h="955">
                  <a:moveTo>
                    <a:pt x="10510" y="956"/>
                  </a:moveTo>
                  <a:lnTo>
                    <a:pt x="11943" y="956"/>
                  </a:lnTo>
                  <a:lnTo>
                    <a:pt x="10510" y="956"/>
                  </a:lnTo>
                  <a:lnTo>
                    <a:pt x="5733" y="478"/>
                  </a:ln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5733" y="478"/>
                  </a:lnTo>
                  <a:lnTo>
                    <a:pt x="1051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" name="Freeform 810">
              <a:extLst>
                <a:ext uri="{FF2B5EF4-FFF2-40B4-BE49-F238E27FC236}">
                  <a16:creationId xmlns:a16="http://schemas.microsoft.com/office/drawing/2014/main" id="{2597B565-15EE-BFC2-9FB3-2FB2FF7F6858}"/>
                </a:ext>
              </a:extLst>
            </p:cNvPr>
            <p:cNvSpPr/>
            <p:nvPr/>
          </p:nvSpPr>
          <p:spPr>
            <a:xfrm>
              <a:off x="7866464" y="3879283"/>
              <a:ext cx="10510" cy="1433"/>
            </a:xfrm>
            <a:custGeom>
              <a:avLst/>
              <a:gdLst>
                <a:gd name="csX0" fmla="*/ 10510 w 10510"/>
                <a:gd name="csY0" fmla="*/ 1433 h 1433"/>
                <a:gd name="csX1" fmla="*/ 1911 w 10510"/>
                <a:gd name="csY1" fmla="*/ 0 h 1433"/>
                <a:gd name="csX2" fmla="*/ 0 w 10510"/>
                <a:gd name="csY2" fmla="*/ 0 h 1433"/>
                <a:gd name="csX3" fmla="*/ 1911 w 10510"/>
                <a:gd name="csY3" fmla="*/ 0 h 1433"/>
                <a:gd name="csX4" fmla="*/ 10510 w 10510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510" h="1433">
                  <a:moveTo>
                    <a:pt x="10510" y="1433"/>
                  </a:moveTo>
                  <a:lnTo>
                    <a:pt x="1911" y="0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105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" name="Freeform 811">
              <a:extLst>
                <a:ext uri="{FF2B5EF4-FFF2-40B4-BE49-F238E27FC236}">
                  <a16:creationId xmlns:a16="http://schemas.microsoft.com/office/drawing/2014/main" id="{9AD655CD-BE69-D566-38B9-6B0E13E7F6EE}"/>
                </a:ext>
              </a:extLst>
            </p:cNvPr>
            <p:cNvSpPr/>
            <p:nvPr/>
          </p:nvSpPr>
          <p:spPr>
            <a:xfrm>
              <a:off x="7870286" y="4785058"/>
              <a:ext cx="5732" cy="9554"/>
            </a:xfrm>
            <a:custGeom>
              <a:avLst/>
              <a:gdLst>
                <a:gd name="csX0" fmla="*/ 5733 w 5732"/>
                <a:gd name="csY0" fmla="*/ 3822 h 9554"/>
                <a:gd name="csX1" fmla="*/ 5733 w 5732"/>
                <a:gd name="csY1" fmla="*/ 4300 h 9554"/>
                <a:gd name="csX2" fmla="*/ 5733 w 5732"/>
                <a:gd name="csY2" fmla="*/ 5733 h 9554"/>
                <a:gd name="csX3" fmla="*/ 5255 w 5732"/>
                <a:gd name="csY3" fmla="*/ 6210 h 9554"/>
                <a:gd name="csX4" fmla="*/ 4777 w 5732"/>
                <a:gd name="csY4" fmla="*/ 7166 h 9554"/>
                <a:gd name="csX5" fmla="*/ 5733 w 5732"/>
                <a:gd name="csY5" fmla="*/ 9555 h 9554"/>
                <a:gd name="csX6" fmla="*/ 3344 w 5732"/>
                <a:gd name="csY6" fmla="*/ 8121 h 9554"/>
                <a:gd name="csX7" fmla="*/ 3344 w 5732"/>
                <a:gd name="csY7" fmla="*/ 6688 h 9554"/>
                <a:gd name="csX8" fmla="*/ 3344 w 5732"/>
                <a:gd name="csY8" fmla="*/ 5733 h 9554"/>
                <a:gd name="csX9" fmla="*/ 1911 w 5732"/>
                <a:gd name="csY9" fmla="*/ 4777 h 9554"/>
                <a:gd name="csX10" fmla="*/ 478 w 5732"/>
                <a:gd name="csY10" fmla="*/ 3344 h 9554"/>
                <a:gd name="csX11" fmla="*/ 0 w 5732"/>
                <a:gd name="csY11" fmla="*/ 478 h 9554"/>
                <a:gd name="csX12" fmla="*/ 478 w 5732"/>
                <a:gd name="csY12" fmla="*/ 0 h 9554"/>
                <a:gd name="csX13" fmla="*/ 1433 w 5732"/>
                <a:gd name="csY13" fmla="*/ 0 h 9554"/>
                <a:gd name="csX14" fmla="*/ 5733 w 5732"/>
                <a:gd name="csY14" fmla="*/ 3822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732" h="9554">
                  <a:moveTo>
                    <a:pt x="5733" y="3822"/>
                  </a:moveTo>
                  <a:lnTo>
                    <a:pt x="5733" y="4300"/>
                  </a:lnTo>
                  <a:lnTo>
                    <a:pt x="5733" y="5733"/>
                  </a:lnTo>
                  <a:lnTo>
                    <a:pt x="5255" y="6210"/>
                  </a:lnTo>
                  <a:lnTo>
                    <a:pt x="4777" y="7166"/>
                  </a:lnTo>
                  <a:lnTo>
                    <a:pt x="5733" y="9555"/>
                  </a:lnTo>
                  <a:lnTo>
                    <a:pt x="3344" y="8121"/>
                  </a:lnTo>
                  <a:lnTo>
                    <a:pt x="3344" y="6688"/>
                  </a:lnTo>
                  <a:lnTo>
                    <a:pt x="3344" y="5733"/>
                  </a:lnTo>
                  <a:lnTo>
                    <a:pt x="1911" y="4777"/>
                  </a:lnTo>
                  <a:lnTo>
                    <a:pt x="478" y="3344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57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" name="Freeform 812">
              <a:extLst>
                <a:ext uri="{FF2B5EF4-FFF2-40B4-BE49-F238E27FC236}">
                  <a16:creationId xmlns:a16="http://schemas.microsoft.com/office/drawing/2014/main" id="{C1635C38-9FCB-5292-1468-0715FEC55399}"/>
                </a:ext>
              </a:extLst>
            </p:cNvPr>
            <p:cNvSpPr/>
            <p:nvPr/>
          </p:nvSpPr>
          <p:spPr>
            <a:xfrm>
              <a:off x="7870764" y="4635528"/>
              <a:ext cx="2866" cy="3821"/>
            </a:xfrm>
            <a:custGeom>
              <a:avLst/>
              <a:gdLst>
                <a:gd name="csX0" fmla="*/ 2866 w 2866"/>
                <a:gd name="csY0" fmla="*/ 956 h 3821"/>
                <a:gd name="csX1" fmla="*/ 1911 w 2866"/>
                <a:gd name="csY1" fmla="*/ 3344 h 3821"/>
                <a:gd name="csX2" fmla="*/ 1433 w 2866"/>
                <a:gd name="csY2" fmla="*/ 3822 h 3821"/>
                <a:gd name="csX3" fmla="*/ 0 w 2866"/>
                <a:gd name="csY3" fmla="*/ 3344 h 3821"/>
                <a:gd name="csX4" fmla="*/ 0 w 2866"/>
                <a:gd name="csY4" fmla="*/ 478 h 3821"/>
                <a:gd name="csX5" fmla="*/ 955 w 2866"/>
                <a:gd name="csY5" fmla="*/ 0 h 3821"/>
                <a:gd name="csX6" fmla="*/ 2389 w 2866"/>
                <a:gd name="csY6" fmla="*/ 478 h 3821"/>
                <a:gd name="csX7" fmla="*/ 2866 w 2866"/>
                <a:gd name="csY7" fmla="*/ 95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821">
                  <a:moveTo>
                    <a:pt x="2866" y="956"/>
                  </a:moveTo>
                  <a:lnTo>
                    <a:pt x="1911" y="3344"/>
                  </a:lnTo>
                  <a:lnTo>
                    <a:pt x="1433" y="3822"/>
                  </a:lnTo>
                  <a:lnTo>
                    <a:pt x="0" y="3344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2389" y="478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" name="Freeform 813">
              <a:extLst>
                <a:ext uri="{FF2B5EF4-FFF2-40B4-BE49-F238E27FC236}">
                  <a16:creationId xmlns:a16="http://schemas.microsoft.com/office/drawing/2014/main" id="{5CD7DD60-11DE-A1A5-611C-9673A62EE20B}"/>
                </a:ext>
              </a:extLst>
            </p:cNvPr>
            <p:cNvSpPr/>
            <p:nvPr/>
          </p:nvSpPr>
          <p:spPr>
            <a:xfrm>
              <a:off x="7865031" y="2233027"/>
              <a:ext cx="7643" cy="10032"/>
            </a:xfrm>
            <a:custGeom>
              <a:avLst/>
              <a:gdLst>
                <a:gd name="csX0" fmla="*/ 7644 w 7643"/>
                <a:gd name="csY0" fmla="*/ 2866 h 10032"/>
                <a:gd name="csX1" fmla="*/ 4299 w 7643"/>
                <a:gd name="csY1" fmla="*/ 8599 h 10032"/>
                <a:gd name="csX2" fmla="*/ 0 w 7643"/>
                <a:gd name="csY2" fmla="*/ 10032 h 10032"/>
                <a:gd name="csX3" fmla="*/ 478 w 7643"/>
                <a:gd name="csY3" fmla="*/ 2866 h 10032"/>
                <a:gd name="csX4" fmla="*/ 955 w 7643"/>
                <a:gd name="csY4" fmla="*/ 955 h 10032"/>
                <a:gd name="csX5" fmla="*/ 3344 w 7643"/>
                <a:gd name="csY5" fmla="*/ 0 h 10032"/>
                <a:gd name="csX6" fmla="*/ 4777 w 7643"/>
                <a:gd name="csY6" fmla="*/ 1911 h 10032"/>
                <a:gd name="csX7" fmla="*/ 7644 w 7643"/>
                <a:gd name="csY7" fmla="*/ 2866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643" h="10032">
                  <a:moveTo>
                    <a:pt x="7644" y="2866"/>
                  </a:moveTo>
                  <a:lnTo>
                    <a:pt x="4299" y="8599"/>
                  </a:lnTo>
                  <a:lnTo>
                    <a:pt x="0" y="10032"/>
                  </a:lnTo>
                  <a:lnTo>
                    <a:pt x="478" y="2866"/>
                  </a:lnTo>
                  <a:lnTo>
                    <a:pt x="955" y="955"/>
                  </a:lnTo>
                  <a:lnTo>
                    <a:pt x="3344" y="0"/>
                  </a:lnTo>
                  <a:lnTo>
                    <a:pt x="4777" y="1911"/>
                  </a:lnTo>
                  <a:lnTo>
                    <a:pt x="7644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" name="Freeform 814">
              <a:extLst>
                <a:ext uri="{FF2B5EF4-FFF2-40B4-BE49-F238E27FC236}">
                  <a16:creationId xmlns:a16="http://schemas.microsoft.com/office/drawing/2014/main" id="{2E943081-FE2C-8D5A-841C-E7D8D5DEE827}"/>
                </a:ext>
              </a:extLst>
            </p:cNvPr>
            <p:cNvSpPr/>
            <p:nvPr/>
          </p:nvSpPr>
          <p:spPr>
            <a:xfrm>
              <a:off x="7866464" y="4779803"/>
              <a:ext cx="4299" cy="5732"/>
            </a:xfrm>
            <a:custGeom>
              <a:avLst/>
              <a:gdLst>
                <a:gd name="csX0" fmla="*/ 4300 w 4299"/>
                <a:gd name="csY0" fmla="*/ 3344 h 5732"/>
                <a:gd name="csX1" fmla="*/ 4300 w 4299"/>
                <a:gd name="csY1" fmla="*/ 4299 h 5732"/>
                <a:gd name="csX2" fmla="*/ 2866 w 4299"/>
                <a:gd name="csY2" fmla="*/ 5733 h 5732"/>
                <a:gd name="csX3" fmla="*/ 478 w 4299"/>
                <a:gd name="csY3" fmla="*/ 5733 h 5732"/>
                <a:gd name="csX4" fmla="*/ 0 w 4299"/>
                <a:gd name="csY4" fmla="*/ 4777 h 5732"/>
                <a:gd name="csX5" fmla="*/ 478 w 4299"/>
                <a:gd name="csY5" fmla="*/ 2866 h 5732"/>
                <a:gd name="csX6" fmla="*/ 0 w 4299"/>
                <a:gd name="csY6" fmla="*/ 1911 h 5732"/>
                <a:gd name="csX7" fmla="*/ 0 w 4299"/>
                <a:gd name="csY7" fmla="*/ 1911 h 5732"/>
                <a:gd name="csX8" fmla="*/ 0 w 4299"/>
                <a:gd name="csY8" fmla="*/ 478 h 5732"/>
                <a:gd name="csX9" fmla="*/ 478 w 4299"/>
                <a:gd name="csY9" fmla="*/ 0 h 5732"/>
                <a:gd name="csX10" fmla="*/ 4300 w 4299"/>
                <a:gd name="csY10" fmla="*/ 3344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5732">
                  <a:moveTo>
                    <a:pt x="4300" y="3344"/>
                  </a:moveTo>
                  <a:lnTo>
                    <a:pt x="4300" y="4299"/>
                  </a:lnTo>
                  <a:lnTo>
                    <a:pt x="2866" y="5733"/>
                  </a:lnTo>
                  <a:lnTo>
                    <a:pt x="478" y="5733"/>
                  </a:lnTo>
                  <a:lnTo>
                    <a:pt x="0" y="4777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30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" name="Freeform 815">
              <a:extLst>
                <a:ext uri="{FF2B5EF4-FFF2-40B4-BE49-F238E27FC236}">
                  <a16:creationId xmlns:a16="http://schemas.microsoft.com/office/drawing/2014/main" id="{064C3407-F965-1052-6006-31306BEF78DF}"/>
                </a:ext>
              </a:extLst>
            </p:cNvPr>
            <p:cNvSpPr/>
            <p:nvPr/>
          </p:nvSpPr>
          <p:spPr>
            <a:xfrm>
              <a:off x="7869330" y="4614508"/>
              <a:ext cx="478" cy="2388"/>
            </a:xfrm>
            <a:custGeom>
              <a:avLst/>
              <a:gdLst>
                <a:gd name="csX0" fmla="*/ 478 w 478"/>
                <a:gd name="csY0" fmla="*/ 0 h 2388"/>
                <a:gd name="csX1" fmla="*/ 478 w 478"/>
                <a:gd name="csY1" fmla="*/ 2389 h 2388"/>
                <a:gd name="csX2" fmla="*/ 0 w 478"/>
                <a:gd name="csY2" fmla="*/ 2389 h 2388"/>
                <a:gd name="csX3" fmla="*/ 478 w 478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2388">
                  <a:moveTo>
                    <a:pt x="478" y="0"/>
                  </a:moveTo>
                  <a:lnTo>
                    <a:pt x="478" y="2389"/>
                  </a:lnTo>
                  <a:lnTo>
                    <a:pt x="0" y="2389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" name="Freeform 816">
              <a:extLst>
                <a:ext uri="{FF2B5EF4-FFF2-40B4-BE49-F238E27FC236}">
                  <a16:creationId xmlns:a16="http://schemas.microsoft.com/office/drawing/2014/main" id="{45FCEFE3-4B48-F7BD-F347-3685B77B7BB8}"/>
                </a:ext>
              </a:extLst>
            </p:cNvPr>
            <p:cNvSpPr/>
            <p:nvPr/>
          </p:nvSpPr>
          <p:spPr>
            <a:xfrm>
              <a:off x="7855954" y="4357012"/>
              <a:ext cx="13376" cy="2388"/>
            </a:xfrm>
            <a:custGeom>
              <a:avLst/>
              <a:gdLst>
                <a:gd name="csX0" fmla="*/ 13376 w 13376"/>
                <a:gd name="csY0" fmla="*/ 2389 h 2388"/>
                <a:gd name="csX1" fmla="*/ 10987 w 13376"/>
                <a:gd name="csY1" fmla="*/ 955 h 2388"/>
                <a:gd name="csX2" fmla="*/ 10032 w 13376"/>
                <a:gd name="csY2" fmla="*/ 478 h 2388"/>
                <a:gd name="csX3" fmla="*/ 8599 w 13376"/>
                <a:gd name="csY3" fmla="*/ 478 h 2388"/>
                <a:gd name="csX4" fmla="*/ 7644 w 13376"/>
                <a:gd name="csY4" fmla="*/ 955 h 2388"/>
                <a:gd name="csX5" fmla="*/ 6210 w 13376"/>
                <a:gd name="csY5" fmla="*/ 1911 h 2388"/>
                <a:gd name="csX6" fmla="*/ 5255 w 13376"/>
                <a:gd name="csY6" fmla="*/ 2389 h 2388"/>
                <a:gd name="csX7" fmla="*/ 3821 w 13376"/>
                <a:gd name="csY7" fmla="*/ 2389 h 2388"/>
                <a:gd name="csX8" fmla="*/ 1433 w 13376"/>
                <a:gd name="csY8" fmla="*/ 1911 h 2388"/>
                <a:gd name="csX9" fmla="*/ 0 w 13376"/>
                <a:gd name="csY9" fmla="*/ 1433 h 2388"/>
                <a:gd name="csX10" fmla="*/ 0 w 13376"/>
                <a:gd name="csY10" fmla="*/ 1433 h 2388"/>
                <a:gd name="csX11" fmla="*/ 0 w 13376"/>
                <a:gd name="csY11" fmla="*/ 1433 h 2388"/>
                <a:gd name="csX12" fmla="*/ 0 w 13376"/>
                <a:gd name="csY12" fmla="*/ 1433 h 2388"/>
                <a:gd name="csX13" fmla="*/ 1433 w 13376"/>
                <a:gd name="csY13" fmla="*/ 1911 h 2388"/>
                <a:gd name="csX14" fmla="*/ 3821 w 13376"/>
                <a:gd name="csY14" fmla="*/ 2389 h 2388"/>
                <a:gd name="csX15" fmla="*/ 5255 w 13376"/>
                <a:gd name="csY15" fmla="*/ 1911 h 2388"/>
                <a:gd name="csX16" fmla="*/ 6210 w 13376"/>
                <a:gd name="csY16" fmla="*/ 1911 h 2388"/>
                <a:gd name="csX17" fmla="*/ 7644 w 13376"/>
                <a:gd name="csY17" fmla="*/ 955 h 2388"/>
                <a:gd name="csX18" fmla="*/ 8599 w 13376"/>
                <a:gd name="csY18" fmla="*/ 0 h 2388"/>
                <a:gd name="csX19" fmla="*/ 10032 w 13376"/>
                <a:gd name="csY19" fmla="*/ 478 h 2388"/>
                <a:gd name="csX20" fmla="*/ 10987 w 13376"/>
                <a:gd name="csY20" fmla="*/ 955 h 2388"/>
                <a:gd name="csX21" fmla="*/ 13376 w 13376"/>
                <a:gd name="csY21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3376" h="2388">
                  <a:moveTo>
                    <a:pt x="13376" y="2389"/>
                  </a:moveTo>
                  <a:lnTo>
                    <a:pt x="10987" y="955"/>
                  </a:lnTo>
                  <a:lnTo>
                    <a:pt x="10032" y="478"/>
                  </a:lnTo>
                  <a:lnTo>
                    <a:pt x="8599" y="478"/>
                  </a:lnTo>
                  <a:lnTo>
                    <a:pt x="7644" y="955"/>
                  </a:lnTo>
                  <a:lnTo>
                    <a:pt x="6210" y="1911"/>
                  </a:lnTo>
                  <a:lnTo>
                    <a:pt x="5255" y="2389"/>
                  </a:lnTo>
                  <a:lnTo>
                    <a:pt x="3821" y="2389"/>
                  </a:lnTo>
                  <a:lnTo>
                    <a:pt x="1433" y="1911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1433" y="1911"/>
                  </a:lnTo>
                  <a:lnTo>
                    <a:pt x="3821" y="2389"/>
                  </a:lnTo>
                  <a:lnTo>
                    <a:pt x="5255" y="1911"/>
                  </a:lnTo>
                  <a:lnTo>
                    <a:pt x="6210" y="1911"/>
                  </a:lnTo>
                  <a:lnTo>
                    <a:pt x="7644" y="955"/>
                  </a:lnTo>
                  <a:lnTo>
                    <a:pt x="8599" y="0"/>
                  </a:lnTo>
                  <a:lnTo>
                    <a:pt x="10032" y="478"/>
                  </a:lnTo>
                  <a:lnTo>
                    <a:pt x="10987" y="955"/>
                  </a:lnTo>
                  <a:lnTo>
                    <a:pt x="1337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" name="Freeform 817">
              <a:extLst>
                <a:ext uri="{FF2B5EF4-FFF2-40B4-BE49-F238E27FC236}">
                  <a16:creationId xmlns:a16="http://schemas.microsoft.com/office/drawing/2014/main" id="{BB8E212E-011A-9D6C-A766-9DE552C88885}"/>
                </a:ext>
              </a:extLst>
            </p:cNvPr>
            <p:cNvSpPr/>
            <p:nvPr/>
          </p:nvSpPr>
          <p:spPr>
            <a:xfrm>
              <a:off x="7866464" y="4556703"/>
              <a:ext cx="1911" cy="1910"/>
            </a:xfrm>
            <a:custGeom>
              <a:avLst/>
              <a:gdLst>
                <a:gd name="csX0" fmla="*/ 1911 w 1911"/>
                <a:gd name="csY0" fmla="*/ 956 h 1910"/>
                <a:gd name="csX1" fmla="*/ 1911 w 1911"/>
                <a:gd name="csY1" fmla="*/ 1911 h 1910"/>
                <a:gd name="csX2" fmla="*/ 1911 w 1911"/>
                <a:gd name="csY2" fmla="*/ 1911 h 1910"/>
                <a:gd name="csX3" fmla="*/ 956 w 1911"/>
                <a:gd name="csY3" fmla="*/ 1433 h 1910"/>
                <a:gd name="csX4" fmla="*/ 478 w 1911"/>
                <a:gd name="csY4" fmla="*/ 956 h 1910"/>
                <a:gd name="csX5" fmla="*/ 0 w 1911"/>
                <a:gd name="csY5" fmla="*/ 0 h 1910"/>
                <a:gd name="csX6" fmla="*/ 1433 w 1911"/>
                <a:gd name="csY6" fmla="*/ 0 h 1910"/>
                <a:gd name="csX7" fmla="*/ 1911 w 1911"/>
                <a:gd name="csY7" fmla="*/ 956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0">
                  <a:moveTo>
                    <a:pt x="1911" y="956"/>
                  </a:moveTo>
                  <a:lnTo>
                    <a:pt x="1911" y="1911"/>
                  </a:lnTo>
                  <a:lnTo>
                    <a:pt x="1911" y="1911"/>
                  </a:lnTo>
                  <a:lnTo>
                    <a:pt x="956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C4383393-897C-3AB7-4DE4-3EFC5AD99B1A}"/>
                </a:ext>
              </a:extLst>
            </p:cNvPr>
            <p:cNvSpPr/>
            <p:nvPr/>
          </p:nvSpPr>
          <p:spPr>
            <a:xfrm>
              <a:off x="7865509" y="4560525"/>
              <a:ext cx="2866" cy="2866"/>
            </a:xfrm>
            <a:custGeom>
              <a:avLst/>
              <a:gdLst>
                <a:gd name="csX0" fmla="*/ 2866 w 2866"/>
                <a:gd name="csY0" fmla="*/ 0 h 2866"/>
                <a:gd name="csX1" fmla="*/ 2866 w 2866"/>
                <a:gd name="csY1" fmla="*/ 956 h 2866"/>
                <a:gd name="csX2" fmla="*/ 2389 w 2866"/>
                <a:gd name="csY2" fmla="*/ 2389 h 2866"/>
                <a:gd name="csX3" fmla="*/ 478 w 2866"/>
                <a:gd name="csY3" fmla="*/ 2866 h 2866"/>
                <a:gd name="csX4" fmla="*/ 0 w 2866"/>
                <a:gd name="csY4" fmla="*/ 1911 h 2866"/>
                <a:gd name="csX5" fmla="*/ 0 w 2866"/>
                <a:gd name="csY5" fmla="*/ 478 h 2866"/>
                <a:gd name="csX6" fmla="*/ 478 w 2866"/>
                <a:gd name="csY6" fmla="*/ 0 h 2866"/>
                <a:gd name="csX7" fmla="*/ 2389 w 2866"/>
                <a:gd name="csY7" fmla="*/ 0 h 2866"/>
                <a:gd name="csX8" fmla="*/ 2866 w 2866"/>
                <a:gd name="csY8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866">
                  <a:moveTo>
                    <a:pt x="2866" y="0"/>
                  </a:moveTo>
                  <a:lnTo>
                    <a:pt x="2866" y="956"/>
                  </a:lnTo>
                  <a:lnTo>
                    <a:pt x="2389" y="2389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82561B85-2699-0692-36D7-05034AE7A051}"/>
                </a:ext>
              </a:extLst>
            </p:cNvPr>
            <p:cNvSpPr/>
            <p:nvPr/>
          </p:nvSpPr>
          <p:spPr>
            <a:xfrm>
              <a:off x="7729356" y="2184298"/>
              <a:ext cx="138541" cy="137586"/>
            </a:xfrm>
            <a:custGeom>
              <a:avLst/>
              <a:gdLst>
                <a:gd name="csX0" fmla="*/ 136631 w 138541"/>
                <a:gd name="csY0" fmla="*/ 33441 h 137586"/>
                <a:gd name="csX1" fmla="*/ 138542 w 138541"/>
                <a:gd name="csY1" fmla="*/ 41085 h 137586"/>
                <a:gd name="csX2" fmla="*/ 135675 w 138541"/>
                <a:gd name="csY2" fmla="*/ 44907 h 137586"/>
                <a:gd name="csX3" fmla="*/ 134242 w 138541"/>
                <a:gd name="csY3" fmla="*/ 52072 h 137586"/>
                <a:gd name="csX4" fmla="*/ 133764 w 138541"/>
                <a:gd name="csY4" fmla="*/ 53506 h 137586"/>
                <a:gd name="csX5" fmla="*/ 133287 w 138541"/>
                <a:gd name="csY5" fmla="*/ 55894 h 137586"/>
                <a:gd name="csX6" fmla="*/ 132808 w 138541"/>
                <a:gd name="csY6" fmla="*/ 62105 h 137586"/>
                <a:gd name="csX7" fmla="*/ 132331 w 138541"/>
                <a:gd name="csY7" fmla="*/ 67360 h 137586"/>
                <a:gd name="csX8" fmla="*/ 131853 w 138541"/>
                <a:gd name="csY8" fmla="*/ 69748 h 137586"/>
                <a:gd name="csX9" fmla="*/ 131853 w 138541"/>
                <a:gd name="csY9" fmla="*/ 72615 h 137586"/>
                <a:gd name="csX10" fmla="*/ 131853 w 138541"/>
                <a:gd name="csY10" fmla="*/ 80258 h 137586"/>
                <a:gd name="csX11" fmla="*/ 131376 w 138541"/>
                <a:gd name="csY11" fmla="*/ 86469 h 137586"/>
                <a:gd name="csX12" fmla="*/ 128509 w 138541"/>
                <a:gd name="csY12" fmla="*/ 90769 h 137586"/>
                <a:gd name="csX13" fmla="*/ 125165 w 138541"/>
                <a:gd name="csY13" fmla="*/ 91246 h 137586"/>
                <a:gd name="csX14" fmla="*/ 120865 w 138541"/>
                <a:gd name="csY14" fmla="*/ 87902 h 137586"/>
                <a:gd name="csX15" fmla="*/ 119910 w 138541"/>
                <a:gd name="csY15" fmla="*/ 87902 h 137586"/>
                <a:gd name="csX16" fmla="*/ 118477 w 138541"/>
                <a:gd name="csY16" fmla="*/ 89335 h 137586"/>
                <a:gd name="csX17" fmla="*/ 123732 w 138541"/>
                <a:gd name="csY17" fmla="*/ 95546 h 137586"/>
                <a:gd name="csX18" fmla="*/ 128031 w 138541"/>
                <a:gd name="csY18" fmla="*/ 105100 h 137586"/>
                <a:gd name="csX19" fmla="*/ 132331 w 138541"/>
                <a:gd name="csY19" fmla="*/ 107489 h 137586"/>
                <a:gd name="csX20" fmla="*/ 133764 w 138541"/>
                <a:gd name="csY20" fmla="*/ 108445 h 137586"/>
                <a:gd name="csX21" fmla="*/ 135675 w 138541"/>
                <a:gd name="csY21" fmla="*/ 117044 h 137586"/>
                <a:gd name="csX22" fmla="*/ 136153 w 138541"/>
                <a:gd name="csY22" fmla="*/ 121343 h 137586"/>
                <a:gd name="csX23" fmla="*/ 128509 w 138541"/>
                <a:gd name="csY23" fmla="*/ 131376 h 137586"/>
                <a:gd name="csX24" fmla="*/ 126598 w 138541"/>
                <a:gd name="csY24" fmla="*/ 133286 h 137586"/>
                <a:gd name="csX25" fmla="*/ 114177 w 138541"/>
                <a:gd name="csY25" fmla="*/ 134720 h 137586"/>
                <a:gd name="csX26" fmla="*/ 106056 w 138541"/>
                <a:gd name="csY26" fmla="*/ 137586 h 137586"/>
                <a:gd name="csX27" fmla="*/ 103189 w 138541"/>
                <a:gd name="csY27" fmla="*/ 137108 h 137586"/>
                <a:gd name="csX28" fmla="*/ 98890 w 138541"/>
                <a:gd name="csY28" fmla="*/ 134720 h 137586"/>
                <a:gd name="csX29" fmla="*/ 96024 w 138541"/>
                <a:gd name="csY29" fmla="*/ 135675 h 137586"/>
                <a:gd name="csX30" fmla="*/ 91724 w 138541"/>
                <a:gd name="csY30" fmla="*/ 133764 h 137586"/>
                <a:gd name="csX31" fmla="*/ 88858 w 138541"/>
                <a:gd name="csY31" fmla="*/ 134242 h 137586"/>
                <a:gd name="csX32" fmla="*/ 83125 w 138541"/>
                <a:gd name="csY32" fmla="*/ 129942 h 137586"/>
                <a:gd name="csX33" fmla="*/ 76437 w 138541"/>
                <a:gd name="csY33" fmla="*/ 123732 h 137586"/>
                <a:gd name="csX34" fmla="*/ 75481 w 138541"/>
                <a:gd name="csY34" fmla="*/ 120865 h 137586"/>
                <a:gd name="csX35" fmla="*/ 74048 w 138541"/>
                <a:gd name="csY35" fmla="*/ 118955 h 137586"/>
                <a:gd name="csX36" fmla="*/ 66882 w 138541"/>
                <a:gd name="csY36" fmla="*/ 117521 h 137586"/>
                <a:gd name="csX37" fmla="*/ 64971 w 138541"/>
                <a:gd name="csY37" fmla="*/ 116088 h 137586"/>
                <a:gd name="csX38" fmla="*/ 53983 w 138541"/>
                <a:gd name="csY38" fmla="*/ 117521 h 137586"/>
                <a:gd name="csX39" fmla="*/ 52073 w 138541"/>
                <a:gd name="csY39" fmla="*/ 116566 h 137586"/>
                <a:gd name="csX40" fmla="*/ 48728 w 138541"/>
                <a:gd name="csY40" fmla="*/ 108445 h 137586"/>
                <a:gd name="csX41" fmla="*/ 46817 w 138541"/>
                <a:gd name="csY41" fmla="*/ 107967 h 137586"/>
                <a:gd name="csX42" fmla="*/ 41085 w 138541"/>
                <a:gd name="csY42" fmla="*/ 112744 h 137586"/>
                <a:gd name="csX43" fmla="*/ 38696 w 138541"/>
                <a:gd name="csY43" fmla="*/ 112744 h 137586"/>
                <a:gd name="csX44" fmla="*/ 34396 w 138541"/>
                <a:gd name="csY44" fmla="*/ 109400 h 137586"/>
                <a:gd name="csX45" fmla="*/ 31530 w 138541"/>
                <a:gd name="csY45" fmla="*/ 105578 h 137586"/>
                <a:gd name="csX46" fmla="*/ 31052 w 138541"/>
                <a:gd name="csY46" fmla="*/ 104145 h 137586"/>
                <a:gd name="csX47" fmla="*/ 31052 w 138541"/>
                <a:gd name="csY47" fmla="*/ 99368 h 137586"/>
                <a:gd name="csX48" fmla="*/ 28186 w 138541"/>
                <a:gd name="csY48" fmla="*/ 96501 h 137586"/>
                <a:gd name="csX49" fmla="*/ 24842 w 138541"/>
                <a:gd name="csY49" fmla="*/ 87902 h 137586"/>
                <a:gd name="csX50" fmla="*/ 22931 w 138541"/>
                <a:gd name="csY50" fmla="*/ 78825 h 137586"/>
                <a:gd name="csX51" fmla="*/ 13854 w 138541"/>
                <a:gd name="csY51" fmla="*/ 73570 h 137586"/>
                <a:gd name="csX52" fmla="*/ 8121 w 138541"/>
                <a:gd name="csY52" fmla="*/ 72615 h 137586"/>
                <a:gd name="csX53" fmla="*/ 3821 w 138541"/>
                <a:gd name="csY53" fmla="*/ 73093 h 137586"/>
                <a:gd name="csX54" fmla="*/ 0 w 138541"/>
                <a:gd name="csY54" fmla="*/ 69271 h 137586"/>
                <a:gd name="csX55" fmla="*/ 6688 w 138541"/>
                <a:gd name="csY55" fmla="*/ 55894 h 137586"/>
                <a:gd name="csX56" fmla="*/ 15287 w 138541"/>
                <a:gd name="csY56" fmla="*/ 48728 h 137586"/>
                <a:gd name="csX57" fmla="*/ 19109 w 138541"/>
                <a:gd name="csY57" fmla="*/ 42996 h 137586"/>
                <a:gd name="csX58" fmla="*/ 23409 w 138541"/>
                <a:gd name="csY58" fmla="*/ 35352 h 137586"/>
                <a:gd name="csX59" fmla="*/ 25319 w 138541"/>
                <a:gd name="csY59" fmla="*/ 23886 h 137586"/>
                <a:gd name="csX60" fmla="*/ 32963 w 138541"/>
                <a:gd name="csY60" fmla="*/ 16721 h 137586"/>
                <a:gd name="csX61" fmla="*/ 34874 w 138541"/>
                <a:gd name="csY61" fmla="*/ 14332 h 137586"/>
                <a:gd name="csX62" fmla="*/ 37263 w 138541"/>
                <a:gd name="csY62" fmla="*/ 8599 h 137586"/>
                <a:gd name="csX63" fmla="*/ 38218 w 138541"/>
                <a:gd name="csY63" fmla="*/ 7644 h 137586"/>
                <a:gd name="csX64" fmla="*/ 43951 w 138541"/>
                <a:gd name="csY64" fmla="*/ 14810 h 137586"/>
                <a:gd name="csX65" fmla="*/ 44907 w 138541"/>
                <a:gd name="csY65" fmla="*/ 13376 h 137586"/>
                <a:gd name="csX66" fmla="*/ 45862 w 138541"/>
                <a:gd name="csY66" fmla="*/ 10032 h 137586"/>
                <a:gd name="csX67" fmla="*/ 48251 w 138541"/>
                <a:gd name="csY67" fmla="*/ 6688 h 137586"/>
                <a:gd name="csX68" fmla="*/ 55416 w 138541"/>
                <a:gd name="csY68" fmla="*/ 6210 h 137586"/>
                <a:gd name="csX69" fmla="*/ 61149 w 138541"/>
                <a:gd name="csY69" fmla="*/ 7644 h 137586"/>
                <a:gd name="csX70" fmla="*/ 63538 w 138541"/>
                <a:gd name="csY70" fmla="*/ 6210 h 137586"/>
                <a:gd name="csX71" fmla="*/ 66405 w 138541"/>
                <a:gd name="csY71" fmla="*/ 6688 h 137586"/>
                <a:gd name="csX72" fmla="*/ 80258 w 138541"/>
                <a:gd name="csY72" fmla="*/ 1433 h 137586"/>
                <a:gd name="csX73" fmla="*/ 89813 w 138541"/>
                <a:gd name="csY73" fmla="*/ 0 h 137586"/>
                <a:gd name="csX74" fmla="*/ 91246 w 138541"/>
                <a:gd name="csY74" fmla="*/ 955 h 137586"/>
                <a:gd name="csX75" fmla="*/ 96024 w 138541"/>
                <a:gd name="csY75" fmla="*/ 7644 h 137586"/>
                <a:gd name="csX76" fmla="*/ 98412 w 138541"/>
                <a:gd name="csY76" fmla="*/ 15287 h 137586"/>
                <a:gd name="csX77" fmla="*/ 96024 w 138541"/>
                <a:gd name="csY77" fmla="*/ 17198 h 137586"/>
                <a:gd name="csX78" fmla="*/ 94112 w 138541"/>
                <a:gd name="csY78" fmla="*/ 22453 h 137586"/>
                <a:gd name="csX79" fmla="*/ 93157 w 138541"/>
                <a:gd name="csY79" fmla="*/ 28664 h 137586"/>
                <a:gd name="csX80" fmla="*/ 90291 w 138541"/>
                <a:gd name="csY80" fmla="*/ 33441 h 137586"/>
                <a:gd name="csX81" fmla="*/ 89813 w 138541"/>
                <a:gd name="csY81" fmla="*/ 41085 h 137586"/>
                <a:gd name="csX82" fmla="*/ 90769 w 138541"/>
                <a:gd name="csY82" fmla="*/ 42518 h 137586"/>
                <a:gd name="csX83" fmla="*/ 92201 w 138541"/>
                <a:gd name="csY83" fmla="*/ 40607 h 137586"/>
                <a:gd name="csX84" fmla="*/ 95068 w 138541"/>
                <a:gd name="csY84" fmla="*/ 32963 h 137586"/>
                <a:gd name="csX85" fmla="*/ 98890 w 138541"/>
                <a:gd name="csY85" fmla="*/ 28186 h 137586"/>
                <a:gd name="csX86" fmla="*/ 103189 w 138541"/>
                <a:gd name="csY86" fmla="*/ 31052 h 137586"/>
                <a:gd name="csX87" fmla="*/ 104623 w 138541"/>
                <a:gd name="csY87" fmla="*/ 29619 h 137586"/>
                <a:gd name="csX88" fmla="*/ 107967 w 138541"/>
                <a:gd name="csY88" fmla="*/ 22931 h 137586"/>
                <a:gd name="csX89" fmla="*/ 107012 w 138541"/>
                <a:gd name="csY89" fmla="*/ 16721 h 137586"/>
                <a:gd name="csX90" fmla="*/ 108444 w 138541"/>
                <a:gd name="csY90" fmla="*/ 13376 h 137586"/>
                <a:gd name="csX91" fmla="*/ 109878 w 138541"/>
                <a:gd name="csY91" fmla="*/ 12421 h 137586"/>
                <a:gd name="csX92" fmla="*/ 115133 w 138541"/>
                <a:gd name="csY92" fmla="*/ 12899 h 137586"/>
                <a:gd name="csX93" fmla="*/ 123732 w 138541"/>
                <a:gd name="csY93" fmla="*/ 16243 h 137586"/>
                <a:gd name="csX94" fmla="*/ 125165 w 138541"/>
                <a:gd name="csY94" fmla="*/ 19109 h 137586"/>
                <a:gd name="csX95" fmla="*/ 127076 w 138541"/>
                <a:gd name="csY95" fmla="*/ 21020 h 137586"/>
                <a:gd name="csX96" fmla="*/ 128509 w 138541"/>
                <a:gd name="csY96" fmla="*/ 23886 h 137586"/>
                <a:gd name="csX97" fmla="*/ 132331 w 138541"/>
                <a:gd name="csY97" fmla="*/ 26275 h 137586"/>
                <a:gd name="csX98" fmla="*/ 133764 w 138541"/>
                <a:gd name="csY98" fmla="*/ 28186 h 137586"/>
                <a:gd name="csX99" fmla="*/ 136631 w 138541"/>
                <a:gd name="csY99" fmla="*/ 33441 h 137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</a:cxnLst>
              <a:rect l="l" t="t" r="r" b="b"/>
              <a:pathLst>
                <a:path w="138541" h="137586">
                  <a:moveTo>
                    <a:pt x="136631" y="33441"/>
                  </a:moveTo>
                  <a:lnTo>
                    <a:pt x="138542" y="41085"/>
                  </a:lnTo>
                  <a:lnTo>
                    <a:pt x="135675" y="44907"/>
                  </a:lnTo>
                  <a:lnTo>
                    <a:pt x="134242" y="52072"/>
                  </a:lnTo>
                  <a:lnTo>
                    <a:pt x="133764" y="53506"/>
                  </a:lnTo>
                  <a:lnTo>
                    <a:pt x="133287" y="55894"/>
                  </a:lnTo>
                  <a:lnTo>
                    <a:pt x="132808" y="62105"/>
                  </a:lnTo>
                  <a:lnTo>
                    <a:pt x="132331" y="67360"/>
                  </a:lnTo>
                  <a:lnTo>
                    <a:pt x="131853" y="69748"/>
                  </a:lnTo>
                  <a:lnTo>
                    <a:pt x="131853" y="72615"/>
                  </a:lnTo>
                  <a:lnTo>
                    <a:pt x="131853" y="80258"/>
                  </a:lnTo>
                  <a:lnTo>
                    <a:pt x="131376" y="86469"/>
                  </a:lnTo>
                  <a:lnTo>
                    <a:pt x="128509" y="90769"/>
                  </a:lnTo>
                  <a:lnTo>
                    <a:pt x="125165" y="91246"/>
                  </a:lnTo>
                  <a:lnTo>
                    <a:pt x="120865" y="87902"/>
                  </a:lnTo>
                  <a:lnTo>
                    <a:pt x="119910" y="87902"/>
                  </a:lnTo>
                  <a:lnTo>
                    <a:pt x="118477" y="89335"/>
                  </a:lnTo>
                  <a:lnTo>
                    <a:pt x="123732" y="95546"/>
                  </a:lnTo>
                  <a:lnTo>
                    <a:pt x="128031" y="105100"/>
                  </a:lnTo>
                  <a:lnTo>
                    <a:pt x="132331" y="107489"/>
                  </a:lnTo>
                  <a:lnTo>
                    <a:pt x="133764" y="108445"/>
                  </a:lnTo>
                  <a:lnTo>
                    <a:pt x="135675" y="117044"/>
                  </a:lnTo>
                  <a:lnTo>
                    <a:pt x="136153" y="121343"/>
                  </a:lnTo>
                  <a:lnTo>
                    <a:pt x="128509" y="131376"/>
                  </a:lnTo>
                  <a:lnTo>
                    <a:pt x="126598" y="133286"/>
                  </a:lnTo>
                  <a:lnTo>
                    <a:pt x="114177" y="134720"/>
                  </a:lnTo>
                  <a:lnTo>
                    <a:pt x="106056" y="137586"/>
                  </a:lnTo>
                  <a:lnTo>
                    <a:pt x="103189" y="137108"/>
                  </a:lnTo>
                  <a:lnTo>
                    <a:pt x="98890" y="134720"/>
                  </a:lnTo>
                  <a:lnTo>
                    <a:pt x="96024" y="135675"/>
                  </a:lnTo>
                  <a:lnTo>
                    <a:pt x="91724" y="133764"/>
                  </a:lnTo>
                  <a:lnTo>
                    <a:pt x="88858" y="134242"/>
                  </a:lnTo>
                  <a:lnTo>
                    <a:pt x="83125" y="129942"/>
                  </a:lnTo>
                  <a:lnTo>
                    <a:pt x="76437" y="123732"/>
                  </a:lnTo>
                  <a:lnTo>
                    <a:pt x="75481" y="120865"/>
                  </a:lnTo>
                  <a:lnTo>
                    <a:pt x="74048" y="118955"/>
                  </a:lnTo>
                  <a:lnTo>
                    <a:pt x="66882" y="117521"/>
                  </a:lnTo>
                  <a:lnTo>
                    <a:pt x="64971" y="116088"/>
                  </a:lnTo>
                  <a:lnTo>
                    <a:pt x="53983" y="117521"/>
                  </a:lnTo>
                  <a:lnTo>
                    <a:pt x="52073" y="116566"/>
                  </a:lnTo>
                  <a:lnTo>
                    <a:pt x="48728" y="108445"/>
                  </a:lnTo>
                  <a:lnTo>
                    <a:pt x="46817" y="107967"/>
                  </a:lnTo>
                  <a:lnTo>
                    <a:pt x="41085" y="112744"/>
                  </a:lnTo>
                  <a:lnTo>
                    <a:pt x="38696" y="112744"/>
                  </a:lnTo>
                  <a:lnTo>
                    <a:pt x="34396" y="109400"/>
                  </a:lnTo>
                  <a:lnTo>
                    <a:pt x="31530" y="105578"/>
                  </a:lnTo>
                  <a:lnTo>
                    <a:pt x="31052" y="104145"/>
                  </a:lnTo>
                  <a:lnTo>
                    <a:pt x="31052" y="99368"/>
                  </a:lnTo>
                  <a:lnTo>
                    <a:pt x="28186" y="96501"/>
                  </a:lnTo>
                  <a:lnTo>
                    <a:pt x="24842" y="87902"/>
                  </a:lnTo>
                  <a:lnTo>
                    <a:pt x="22931" y="78825"/>
                  </a:lnTo>
                  <a:lnTo>
                    <a:pt x="13854" y="73570"/>
                  </a:lnTo>
                  <a:lnTo>
                    <a:pt x="8121" y="72615"/>
                  </a:lnTo>
                  <a:lnTo>
                    <a:pt x="3821" y="73093"/>
                  </a:lnTo>
                  <a:lnTo>
                    <a:pt x="0" y="69271"/>
                  </a:lnTo>
                  <a:lnTo>
                    <a:pt x="6688" y="55894"/>
                  </a:lnTo>
                  <a:lnTo>
                    <a:pt x="15287" y="48728"/>
                  </a:lnTo>
                  <a:lnTo>
                    <a:pt x="19109" y="42996"/>
                  </a:lnTo>
                  <a:lnTo>
                    <a:pt x="23409" y="35352"/>
                  </a:lnTo>
                  <a:lnTo>
                    <a:pt x="25319" y="23886"/>
                  </a:lnTo>
                  <a:lnTo>
                    <a:pt x="32963" y="16721"/>
                  </a:lnTo>
                  <a:lnTo>
                    <a:pt x="34874" y="14332"/>
                  </a:lnTo>
                  <a:lnTo>
                    <a:pt x="37263" y="8599"/>
                  </a:lnTo>
                  <a:lnTo>
                    <a:pt x="38218" y="7644"/>
                  </a:lnTo>
                  <a:lnTo>
                    <a:pt x="43951" y="14810"/>
                  </a:lnTo>
                  <a:lnTo>
                    <a:pt x="44907" y="13376"/>
                  </a:lnTo>
                  <a:lnTo>
                    <a:pt x="45862" y="10032"/>
                  </a:lnTo>
                  <a:lnTo>
                    <a:pt x="48251" y="6688"/>
                  </a:lnTo>
                  <a:lnTo>
                    <a:pt x="55416" y="6210"/>
                  </a:lnTo>
                  <a:lnTo>
                    <a:pt x="61149" y="7644"/>
                  </a:lnTo>
                  <a:lnTo>
                    <a:pt x="63538" y="6210"/>
                  </a:lnTo>
                  <a:lnTo>
                    <a:pt x="66405" y="6688"/>
                  </a:lnTo>
                  <a:lnTo>
                    <a:pt x="80258" y="1433"/>
                  </a:lnTo>
                  <a:lnTo>
                    <a:pt x="89813" y="0"/>
                  </a:lnTo>
                  <a:lnTo>
                    <a:pt x="91246" y="955"/>
                  </a:lnTo>
                  <a:lnTo>
                    <a:pt x="96024" y="7644"/>
                  </a:lnTo>
                  <a:lnTo>
                    <a:pt x="98412" y="15287"/>
                  </a:lnTo>
                  <a:lnTo>
                    <a:pt x="96024" y="17198"/>
                  </a:lnTo>
                  <a:lnTo>
                    <a:pt x="94112" y="22453"/>
                  </a:lnTo>
                  <a:lnTo>
                    <a:pt x="93157" y="28664"/>
                  </a:lnTo>
                  <a:lnTo>
                    <a:pt x="90291" y="33441"/>
                  </a:lnTo>
                  <a:lnTo>
                    <a:pt x="89813" y="41085"/>
                  </a:lnTo>
                  <a:lnTo>
                    <a:pt x="90769" y="42518"/>
                  </a:lnTo>
                  <a:lnTo>
                    <a:pt x="92201" y="40607"/>
                  </a:lnTo>
                  <a:lnTo>
                    <a:pt x="95068" y="32963"/>
                  </a:lnTo>
                  <a:lnTo>
                    <a:pt x="98890" y="28186"/>
                  </a:lnTo>
                  <a:lnTo>
                    <a:pt x="103189" y="31052"/>
                  </a:lnTo>
                  <a:lnTo>
                    <a:pt x="104623" y="29619"/>
                  </a:lnTo>
                  <a:lnTo>
                    <a:pt x="107967" y="22931"/>
                  </a:lnTo>
                  <a:lnTo>
                    <a:pt x="107012" y="16721"/>
                  </a:lnTo>
                  <a:lnTo>
                    <a:pt x="108444" y="13376"/>
                  </a:lnTo>
                  <a:lnTo>
                    <a:pt x="109878" y="12421"/>
                  </a:lnTo>
                  <a:lnTo>
                    <a:pt x="115133" y="12899"/>
                  </a:lnTo>
                  <a:lnTo>
                    <a:pt x="123732" y="16243"/>
                  </a:lnTo>
                  <a:lnTo>
                    <a:pt x="125165" y="19109"/>
                  </a:lnTo>
                  <a:lnTo>
                    <a:pt x="127076" y="21020"/>
                  </a:lnTo>
                  <a:lnTo>
                    <a:pt x="128509" y="23886"/>
                  </a:lnTo>
                  <a:lnTo>
                    <a:pt x="132331" y="26275"/>
                  </a:lnTo>
                  <a:lnTo>
                    <a:pt x="133764" y="28186"/>
                  </a:lnTo>
                  <a:lnTo>
                    <a:pt x="136631" y="3344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" name="Freeform 820">
              <a:extLst>
                <a:ext uri="{FF2B5EF4-FFF2-40B4-BE49-F238E27FC236}">
                  <a16:creationId xmlns:a16="http://schemas.microsoft.com/office/drawing/2014/main" id="{D29A25C4-C36F-D087-F2BE-ED4316C80158}"/>
                </a:ext>
              </a:extLst>
            </p:cNvPr>
            <p:cNvSpPr/>
            <p:nvPr/>
          </p:nvSpPr>
          <p:spPr>
            <a:xfrm>
              <a:off x="7848788" y="3627997"/>
              <a:ext cx="16720" cy="8121"/>
            </a:xfrm>
            <a:custGeom>
              <a:avLst/>
              <a:gdLst>
                <a:gd name="csX0" fmla="*/ 16721 w 16720"/>
                <a:gd name="csY0" fmla="*/ 8121 h 8121"/>
                <a:gd name="csX1" fmla="*/ 16243 w 16720"/>
                <a:gd name="csY1" fmla="*/ 8121 h 8121"/>
                <a:gd name="csX2" fmla="*/ 13854 w 16720"/>
                <a:gd name="csY2" fmla="*/ 5733 h 8121"/>
                <a:gd name="csX3" fmla="*/ 12421 w 16720"/>
                <a:gd name="csY3" fmla="*/ 4777 h 8121"/>
                <a:gd name="csX4" fmla="*/ 10032 w 16720"/>
                <a:gd name="csY4" fmla="*/ 3822 h 8121"/>
                <a:gd name="csX5" fmla="*/ 8599 w 16720"/>
                <a:gd name="csY5" fmla="*/ 3822 h 8121"/>
                <a:gd name="csX6" fmla="*/ 6210 w 16720"/>
                <a:gd name="csY6" fmla="*/ 2866 h 8121"/>
                <a:gd name="csX7" fmla="*/ 1433 w 16720"/>
                <a:gd name="csY7" fmla="*/ 956 h 8121"/>
                <a:gd name="csX8" fmla="*/ 0 w 16720"/>
                <a:gd name="csY8" fmla="*/ 0 h 8121"/>
                <a:gd name="csX9" fmla="*/ 0 w 16720"/>
                <a:gd name="csY9" fmla="*/ 0 h 8121"/>
                <a:gd name="csX10" fmla="*/ 1911 w 16720"/>
                <a:gd name="csY10" fmla="*/ 956 h 8121"/>
                <a:gd name="csX11" fmla="*/ 6210 w 16720"/>
                <a:gd name="csY11" fmla="*/ 2866 h 8121"/>
                <a:gd name="csX12" fmla="*/ 8599 w 16720"/>
                <a:gd name="csY12" fmla="*/ 3822 h 8121"/>
                <a:gd name="csX13" fmla="*/ 10510 w 16720"/>
                <a:gd name="csY13" fmla="*/ 3822 h 8121"/>
                <a:gd name="csX14" fmla="*/ 12421 w 16720"/>
                <a:gd name="csY14" fmla="*/ 4777 h 8121"/>
                <a:gd name="csX15" fmla="*/ 13854 w 16720"/>
                <a:gd name="csY15" fmla="*/ 5733 h 8121"/>
                <a:gd name="csX16" fmla="*/ 16721 w 16720"/>
                <a:gd name="csY16" fmla="*/ 812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6720" h="8121">
                  <a:moveTo>
                    <a:pt x="16721" y="8121"/>
                  </a:moveTo>
                  <a:lnTo>
                    <a:pt x="16243" y="8121"/>
                  </a:lnTo>
                  <a:lnTo>
                    <a:pt x="13854" y="5733"/>
                  </a:lnTo>
                  <a:lnTo>
                    <a:pt x="12421" y="4777"/>
                  </a:lnTo>
                  <a:lnTo>
                    <a:pt x="10032" y="3822"/>
                  </a:lnTo>
                  <a:lnTo>
                    <a:pt x="8599" y="3822"/>
                  </a:lnTo>
                  <a:lnTo>
                    <a:pt x="6210" y="2866"/>
                  </a:lnTo>
                  <a:lnTo>
                    <a:pt x="1433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956"/>
                  </a:lnTo>
                  <a:lnTo>
                    <a:pt x="6210" y="2866"/>
                  </a:lnTo>
                  <a:lnTo>
                    <a:pt x="8599" y="3822"/>
                  </a:lnTo>
                  <a:lnTo>
                    <a:pt x="10510" y="3822"/>
                  </a:lnTo>
                  <a:lnTo>
                    <a:pt x="12421" y="4777"/>
                  </a:lnTo>
                  <a:lnTo>
                    <a:pt x="13854" y="5733"/>
                  </a:lnTo>
                  <a:lnTo>
                    <a:pt x="16721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" name="Freeform 821">
              <a:extLst>
                <a:ext uri="{FF2B5EF4-FFF2-40B4-BE49-F238E27FC236}">
                  <a16:creationId xmlns:a16="http://schemas.microsoft.com/office/drawing/2014/main" id="{2F6F9A2C-8584-D812-187F-F95C50BA3DC7}"/>
                </a:ext>
              </a:extLst>
            </p:cNvPr>
            <p:cNvSpPr/>
            <p:nvPr/>
          </p:nvSpPr>
          <p:spPr>
            <a:xfrm>
              <a:off x="7859776" y="4617375"/>
              <a:ext cx="5255" cy="3821"/>
            </a:xfrm>
            <a:custGeom>
              <a:avLst/>
              <a:gdLst>
                <a:gd name="csX0" fmla="*/ 3822 w 5255"/>
                <a:gd name="csY0" fmla="*/ 0 h 3821"/>
                <a:gd name="csX1" fmla="*/ 5255 w 5255"/>
                <a:gd name="csY1" fmla="*/ 1911 h 3821"/>
                <a:gd name="csX2" fmla="*/ 4777 w 5255"/>
                <a:gd name="csY2" fmla="*/ 2866 h 3821"/>
                <a:gd name="csX3" fmla="*/ 4300 w 5255"/>
                <a:gd name="csY3" fmla="*/ 3344 h 3821"/>
                <a:gd name="csX4" fmla="*/ 3344 w 5255"/>
                <a:gd name="csY4" fmla="*/ 2866 h 3821"/>
                <a:gd name="csX5" fmla="*/ 2867 w 5255"/>
                <a:gd name="csY5" fmla="*/ 3822 h 3821"/>
                <a:gd name="csX6" fmla="*/ 1911 w 5255"/>
                <a:gd name="csY6" fmla="*/ 3822 h 3821"/>
                <a:gd name="csX7" fmla="*/ 1433 w 5255"/>
                <a:gd name="csY7" fmla="*/ 2389 h 3821"/>
                <a:gd name="csX8" fmla="*/ 478 w 5255"/>
                <a:gd name="csY8" fmla="*/ 1911 h 3821"/>
                <a:gd name="csX9" fmla="*/ 0 w 5255"/>
                <a:gd name="csY9" fmla="*/ 955 h 3821"/>
                <a:gd name="csX10" fmla="*/ 1433 w 5255"/>
                <a:gd name="csY10" fmla="*/ 955 h 3821"/>
                <a:gd name="csX11" fmla="*/ 1911 w 5255"/>
                <a:gd name="csY11" fmla="*/ 955 h 3821"/>
                <a:gd name="csX12" fmla="*/ 3344 w 5255"/>
                <a:gd name="csY12" fmla="*/ 478 h 3821"/>
                <a:gd name="csX13" fmla="*/ 3822 w 5255"/>
                <a:gd name="csY1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255" h="3821">
                  <a:moveTo>
                    <a:pt x="3822" y="0"/>
                  </a:moveTo>
                  <a:lnTo>
                    <a:pt x="5255" y="1911"/>
                  </a:lnTo>
                  <a:lnTo>
                    <a:pt x="4777" y="2866"/>
                  </a:lnTo>
                  <a:lnTo>
                    <a:pt x="4300" y="3344"/>
                  </a:lnTo>
                  <a:lnTo>
                    <a:pt x="3344" y="2866"/>
                  </a:lnTo>
                  <a:lnTo>
                    <a:pt x="2867" y="3822"/>
                  </a:lnTo>
                  <a:lnTo>
                    <a:pt x="1911" y="3822"/>
                  </a:lnTo>
                  <a:lnTo>
                    <a:pt x="1433" y="2389"/>
                  </a:lnTo>
                  <a:lnTo>
                    <a:pt x="478" y="1911"/>
                  </a:lnTo>
                  <a:lnTo>
                    <a:pt x="0" y="955"/>
                  </a:lnTo>
                  <a:lnTo>
                    <a:pt x="1433" y="955"/>
                  </a:lnTo>
                  <a:lnTo>
                    <a:pt x="1911" y="955"/>
                  </a:lnTo>
                  <a:lnTo>
                    <a:pt x="3344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" name="Freeform 822">
              <a:extLst>
                <a:ext uri="{FF2B5EF4-FFF2-40B4-BE49-F238E27FC236}">
                  <a16:creationId xmlns:a16="http://schemas.microsoft.com/office/drawing/2014/main" id="{ED915B94-ABF7-E66D-4C4B-4946E2629AE9}"/>
                </a:ext>
              </a:extLst>
            </p:cNvPr>
            <p:cNvSpPr/>
            <p:nvPr/>
          </p:nvSpPr>
          <p:spPr>
            <a:xfrm>
              <a:off x="7857865" y="4771203"/>
              <a:ext cx="5732" cy="6210"/>
            </a:xfrm>
            <a:custGeom>
              <a:avLst/>
              <a:gdLst>
                <a:gd name="csX0" fmla="*/ 5733 w 5732"/>
                <a:gd name="csY0" fmla="*/ 5733 h 6210"/>
                <a:gd name="csX1" fmla="*/ 5733 w 5732"/>
                <a:gd name="csY1" fmla="*/ 6211 h 6210"/>
                <a:gd name="csX2" fmla="*/ 2866 w 5732"/>
                <a:gd name="csY2" fmla="*/ 4777 h 6210"/>
                <a:gd name="csX3" fmla="*/ 955 w 5732"/>
                <a:gd name="csY3" fmla="*/ 4300 h 6210"/>
                <a:gd name="csX4" fmla="*/ 0 w 5732"/>
                <a:gd name="csY4" fmla="*/ 2389 h 6210"/>
                <a:gd name="csX5" fmla="*/ 0 w 5732"/>
                <a:gd name="csY5" fmla="*/ 1433 h 6210"/>
                <a:gd name="csX6" fmla="*/ 478 w 5732"/>
                <a:gd name="csY6" fmla="*/ 478 h 6210"/>
                <a:gd name="csX7" fmla="*/ 478 w 5732"/>
                <a:gd name="csY7" fmla="*/ 0 h 6210"/>
                <a:gd name="csX8" fmla="*/ 1433 w 5732"/>
                <a:gd name="csY8" fmla="*/ 0 h 6210"/>
                <a:gd name="csX9" fmla="*/ 2866 w 5732"/>
                <a:gd name="csY9" fmla="*/ 478 h 6210"/>
                <a:gd name="csX10" fmla="*/ 3821 w 5732"/>
                <a:gd name="csY10" fmla="*/ 2867 h 6210"/>
                <a:gd name="csX11" fmla="*/ 5255 w 5732"/>
                <a:gd name="csY11" fmla="*/ 4777 h 6210"/>
                <a:gd name="csX12" fmla="*/ 5733 w 5732"/>
                <a:gd name="csY12" fmla="*/ 57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732" h="6210">
                  <a:moveTo>
                    <a:pt x="5733" y="5733"/>
                  </a:moveTo>
                  <a:lnTo>
                    <a:pt x="5733" y="6211"/>
                  </a:lnTo>
                  <a:lnTo>
                    <a:pt x="2866" y="4777"/>
                  </a:lnTo>
                  <a:lnTo>
                    <a:pt x="955" y="4300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866" y="478"/>
                  </a:lnTo>
                  <a:lnTo>
                    <a:pt x="3821" y="2867"/>
                  </a:lnTo>
                  <a:lnTo>
                    <a:pt x="5255" y="4777"/>
                  </a:lnTo>
                  <a:lnTo>
                    <a:pt x="5733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" name="Freeform 823">
              <a:extLst>
                <a:ext uri="{FF2B5EF4-FFF2-40B4-BE49-F238E27FC236}">
                  <a16:creationId xmlns:a16="http://schemas.microsoft.com/office/drawing/2014/main" id="{06D7091F-E8F0-D036-B6C4-4165EF65793A}"/>
                </a:ext>
              </a:extLst>
            </p:cNvPr>
            <p:cNvSpPr/>
            <p:nvPr/>
          </p:nvSpPr>
          <p:spPr>
            <a:xfrm>
              <a:off x="7858821" y="4613075"/>
              <a:ext cx="1911" cy="3344"/>
            </a:xfrm>
            <a:custGeom>
              <a:avLst/>
              <a:gdLst>
                <a:gd name="csX0" fmla="*/ 955 w 1911"/>
                <a:gd name="csY0" fmla="*/ 0 h 3344"/>
                <a:gd name="csX1" fmla="*/ 1911 w 1911"/>
                <a:gd name="csY1" fmla="*/ 2389 h 3344"/>
                <a:gd name="csX2" fmla="*/ 1433 w 1911"/>
                <a:gd name="csY2" fmla="*/ 3344 h 3344"/>
                <a:gd name="csX3" fmla="*/ 955 w 1911"/>
                <a:gd name="csY3" fmla="*/ 3344 h 3344"/>
                <a:gd name="csX4" fmla="*/ 0 w 1911"/>
                <a:gd name="csY4" fmla="*/ 1911 h 3344"/>
                <a:gd name="csX5" fmla="*/ 955 w 1911"/>
                <a:gd name="csY5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3344">
                  <a:moveTo>
                    <a:pt x="955" y="0"/>
                  </a:moveTo>
                  <a:lnTo>
                    <a:pt x="1911" y="2389"/>
                  </a:lnTo>
                  <a:lnTo>
                    <a:pt x="1433" y="3344"/>
                  </a:lnTo>
                  <a:lnTo>
                    <a:pt x="955" y="3344"/>
                  </a:lnTo>
                  <a:lnTo>
                    <a:pt x="0" y="1911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" name="Freeform 824">
              <a:extLst>
                <a:ext uri="{FF2B5EF4-FFF2-40B4-BE49-F238E27FC236}">
                  <a16:creationId xmlns:a16="http://schemas.microsoft.com/office/drawing/2014/main" id="{80052DF3-66E1-18EB-4BE1-BAFBD9E3E8B9}"/>
                </a:ext>
              </a:extLst>
            </p:cNvPr>
            <p:cNvSpPr/>
            <p:nvPr/>
          </p:nvSpPr>
          <p:spPr>
            <a:xfrm>
              <a:off x="7845922" y="3880716"/>
              <a:ext cx="14809" cy="1433"/>
            </a:xfrm>
            <a:custGeom>
              <a:avLst/>
              <a:gdLst>
                <a:gd name="csX0" fmla="*/ 14809 w 14809"/>
                <a:gd name="csY0" fmla="*/ 0 h 1433"/>
                <a:gd name="csX1" fmla="*/ 10510 w 14809"/>
                <a:gd name="csY1" fmla="*/ 1433 h 1433"/>
                <a:gd name="csX2" fmla="*/ 0 w 14809"/>
                <a:gd name="csY2" fmla="*/ 0 h 1433"/>
                <a:gd name="csX3" fmla="*/ 10510 w 14809"/>
                <a:gd name="csY3" fmla="*/ 956 h 1433"/>
                <a:gd name="csX4" fmla="*/ 14809 w 14809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809" h="1433">
                  <a:moveTo>
                    <a:pt x="14809" y="0"/>
                  </a:moveTo>
                  <a:lnTo>
                    <a:pt x="10510" y="1433"/>
                  </a:lnTo>
                  <a:lnTo>
                    <a:pt x="0" y="0"/>
                  </a:lnTo>
                  <a:lnTo>
                    <a:pt x="10510" y="956"/>
                  </a:lnTo>
                  <a:lnTo>
                    <a:pt x="1480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" name="Freeform 825">
              <a:extLst>
                <a:ext uri="{FF2B5EF4-FFF2-40B4-BE49-F238E27FC236}">
                  <a16:creationId xmlns:a16="http://schemas.microsoft.com/office/drawing/2014/main" id="{F0426AEC-ADEE-5394-592C-607E4E08E758}"/>
                </a:ext>
              </a:extLst>
            </p:cNvPr>
            <p:cNvSpPr/>
            <p:nvPr/>
          </p:nvSpPr>
          <p:spPr>
            <a:xfrm>
              <a:off x="7857387" y="4520873"/>
              <a:ext cx="1911" cy="1910"/>
            </a:xfrm>
            <a:custGeom>
              <a:avLst/>
              <a:gdLst>
                <a:gd name="csX0" fmla="*/ 1911 w 1911"/>
                <a:gd name="csY0" fmla="*/ 0 h 1910"/>
                <a:gd name="csX1" fmla="*/ 956 w 1911"/>
                <a:gd name="csY1" fmla="*/ 956 h 1910"/>
                <a:gd name="csX2" fmla="*/ 0 w 1911"/>
                <a:gd name="csY2" fmla="*/ 1911 h 1910"/>
                <a:gd name="csX3" fmla="*/ 956 w 1911"/>
                <a:gd name="csY3" fmla="*/ 956 h 1910"/>
                <a:gd name="csX4" fmla="*/ 1911 w 1911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1910">
                  <a:moveTo>
                    <a:pt x="1911" y="0"/>
                  </a:moveTo>
                  <a:lnTo>
                    <a:pt x="956" y="956"/>
                  </a:lnTo>
                  <a:lnTo>
                    <a:pt x="0" y="1911"/>
                  </a:lnTo>
                  <a:lnTo>
                    <a:pt x="956" y="956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" name="Freeform 826">
              <a:extLst>
                <a:ext uri="{FF2B5EF4-FFF2-40B4-BE49-F238E27FC236}">
                  <a16:creationId xmlns:a16="http://schemas.microsoft.com/office/drawing/2014/main" id="{6B81B40F-4C91-037A-8102-26FDA63E77A6}"/>
                </a:ext>
              </a:extLst>
            </p:cNvPr>
            <p:cNvSpPr/>
            <p:nvPr/>
          </p:nvSpPr>
          <p:spPr>
            <a:xfrm>
              <a:off x="7847833" y="4362745"/>
              <a:ext cx="8599" cy="1433"/>
            </a:xfrm>
            <a:custGeom>
              <a:avLst/>
              <a:gdLst>
                <a:gd name="csX0" fmla="*/ 8599 w 8599"/>
                <a:gd name="csY0" fmla="*/ 0 h 1433"/>
                <a:gd name="csX1" fmla="*/ 8122 w 8599"/>
                <a:gd name="csY1" fmla="*/ 478 h 1433"/>
                <a:gd name="csX2" fmla="*/ 7166 w 8599"/>
                <a:gd name="csY2" fmla="*/ 956 h 1433"/>
                <a:gd name="csX3" fmla="*/ 5733 w 8599"/>
                <a:gd name="csY3" fmla="*/ 1433 h 1433"/>
                <a:gd name="csX4" fmla="*/ 4777 w 8599"/>
                <a:gd name="csY4" fmla="*/ 1433 h 1433"/>
                <a:gd name="csX5" fmla="*/ 2867 w 8599"/>
                <a:gd name="csY5" fmla="*/ 478 h 1433"/>
                <a:gd name="csX6" fmla="*/ 1911 w 8599"/>
                <a:gd name="csY6" fmla="*/ 478 h 1433"/>
                <a:gd name="csX7" fmla="*/ 478 w 8599"/>
                <a:gd name="csY7" fmla="*/ 956 h 1433"/>
                <a:gd name="csX8" fmla="*/ 0 w 8599"/>
                <a:gd name="csY8" fmla="*/ 1433 h 1433"/>
                <a:gd name="csX9" fmla="*/ 0 w 8599"/>
                <a:gd name="csY9" fmla="*/ 1433 h 1433"/>
                <a:gd name="csX10" fmla="*/ 478 w 8599"/>
                <a:gd name="csY10" fmla="*/ 956 h 1433"/>
                <a:gd name="csX11" fmla="*/ 1911 w 8599"/>
                <a:gd name="csY11" fmla="*/ 478 h 1433"/>
                <a:gd name="csX12" fmla="*/ 3344 w 8599"/>
                <a:gd name="csY12" fmla="*/ 478 h 1433"/>
                <a:gd name="csX13" fmla="*/ 4777 w 8599"/>
                <a:gd name="csY13" fmla="*/ 956 h 1433"/>
                <a:gd name="csX14" fmla="*/ 5733 w 8599"/>
                <a:gd name="csY14" fmla="*/ 956 h 1433"/>
                <a:gd name="csX15" fmla="*/ 7166 w 8599"/>
                <a:gd name="csY15" fmla="*/ 956 h 1433"/>
                <a:gd name="csX16" fmla="*/ 8122 w 8599"/>
                <a:gd name="csY16" fmla="*/ 478 h 1433"/>
                <a:gd name="csX17" fmla="*/ 8599 w 8599"/>
                <a:gd name="csY17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8599" h="1433">
                  <a:moveTo>
                    <a:pt x="8599" y="0"/>
                  </a:moveTo>
                  <a:lnTo>
                    <a:pt x="8122" y="478"/>
                  </a:lnTo>
                  <a:lnTo>
                    <a:pt x="7166" y="956"/>
                  </a:lnTo>
                  <a:lnTo>
                    <a:pt x="5733" y="1433"/>
                  </a:lnTo>
                  <a:lnTo>
                    <a:pt x="4777" y="1433"/>
                  </a:lnTo>
                  <a:lnTo>
                    <a:pt x="2867" y="478"/>
                  </a:lnTo>
                  <a:lnTo>
                    <a:pt x="1911" y="478"/>
                  </a:lnTo>
                  <a:lnTo>
                    <a:pt x="478" y="956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1911" y="478"/>
                  </a:lnTo>
                  <a:lnTo>
                    <a:pt x="3344" y="478"/>
                  </a:lnTo>
                  <a:lnTo>
                    <a:pt x="4777" y="956"/>
                  </a:lnTo>
                  <a:lnTo>
                    <a:pt x="5733" y="956"/>
                  </a:lnTo>
                  <a:lnTo>
                    <a:pt x="7166" y="956"/>
                  </a:lnTo>
                  <a:lnTo>
                    <a:pt x="8122" y="478"/>
                  </a:lnTo>
                  <a:lnTo>
                    <a:pt x="85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" name="Freeform 827">
              <a:extLst>
                <a:ext uri="{FF2B5EF4-FFF2-40B4-BE49-F238E27FC236}">
                  <a16:creationId xmlns:a16="http://schemas.microsoft.com/office/drawing/2014/main" id="{80077B6F-BF3E-47BF-1F6C-FA3EE3806B16}"/>
                </a:ext>
              </a:extLst>
            </p:cNvPr>
            <p:cNvSpPr/>
            <p:nvPr/>
          </p:nvSpPr>
          <p:spPr>
            <a:xfrm>
              <a:off x="7847355" y="4528517"/>
              <a:ext cx="6210" cy="7643"/>
            </a:xfrm>
            <a:custGeom>
              <a:avLst/>
              <a:gdLst>
                <a:gd name="csX0" fmla="*/ 3344 w 6210"/>
                <a:gd name="csY0" fmla="*/ 3822 h 7643"/>
                <a:gd name="csX1" fmla="*/ 6211 w 6210"/>
                <a:gd name="csY1" fmla="*/ 0 h 7643"/>
                <a:gd name="csX2" fmla="*/ 3344 w 6210"/>
                <a:gd name="csY2" fmla="*/ 4300 h 7643"/>
                <a:gd name="csX3" fmla="*/ 0 w 6210"/>
                <a:gd name="csY3" fmla="*/ 7644 h 7643"/>
                <a:gd name="csX4" fmla="*/ 3344 w 6210"/>
                <a:gd name="csY4" fmla="*/ 3822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7643">
                  <a:moveTo>
                    <a:pt x="3344" y="3822"/>
                  </a:moveTo>
                  <a:lnTo>
                    <a:pt x="6211" y="0"/>
                  </a:lnTo>
                  <a:lnTo>
                    <a:pt x="3344" y="4300"/>
                  </a:lnTo>
                  <a:lnTo>
                    <a:pt x="0" y="7644"/>
                  </a:lnTo>
                  <a:lnTo>
                    <a:pt x="33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" name="Freeform 828">
              <a:extLst>
                <a:ext uri="{FF2B5EF4-FFF2-40B4-BE49-F238E27FC236}">
                  <a16:creationId xmlns:a16="http://schemas.microsoft.com/office/drawing/2014/main" id="{D655D795-82F5-D5F0-D371-D3C8EC4548A1}"/>
                </a:ext>
              </a:extLst>
            </p:cNvPr>
            <p:cNvSpPr/>
            <p:nvPr/>
          </p:nvSpPr>
          <p:spPr>
            <a:xfrm>
              <a:off x="7839234" y="4751139"/>
              <a:ext cx="13376" cy="15765"/>
            </a:xfrm>
            <a:custGeom>
              <a:avLst/>
              <a:gdLst>
                <a:gd name="csX0" fmla="*/ 12898 w 13376"/>
                <a:gd name="csY0" fmla="*/ 12898 h 15765"/>
                <a:gd name="csX1" fmla="*/ 13376 w 13376"/>
                <a:gd name="csY1" fmla="*/ 14809 h 15765"/>
                <a:gd name="csX2" fmla="*/ 10987 w 13376"/>
                <a:gd name="csY2" fmla="*/ 15765 h 15765"/>
                <a:gd name="csX3" fmla="*/ 9077 w 13376"/>
                <a:gd name="csY3" fmla="*/ 15765 h 15765"/>
                <a:gd name="csX4" fmla="*/ 5255 w 13376"/>
                <a:gd name="csY4" fmla="*/ 13376 h 15765"/>
                <a:gd name="csX5" fmla="*/ 4300 w 13376"/>
                <a:gd name="csY5" fmla="*/ 12421 h 15765"/>
                <a:gd name="csX6" fmla="*/ 4300 w 13376"/>
                <a:gd name="csY6" fmla="*/ 10988 h 15765"/>
                <a:gd name="csX7" fmla="*/ 478 w 13376"/>
                <a:gd name="csY7" fmla="*/ 6210 h 15765"/>
                <a:gd name="csX8" fmla="*/ 0 w 13376"/>
                <a:gd name="csY8" fmla="*/ 5255 h 15765"/>
                <a:gd name="csX9" fmla="*/ 1433 w 13376"/>
                <a:gd name="csY9" fmla="*/ 955 h 15765"/>
                <a:gd name="csX10" fmla="*/ 5255 w 13376"/>
                <a:gd name="csY10" fmla="*/ 0 h 15765"/>
                <a:gd name="csX11" fmla="*/ 6210 w 13376"/>
                <a:gd name="csY11" fmla="*/ 478 h 15765"/>
                <a:gd name="csX12" fmla="*/ 6688 w 13376"/>
                <a:gd name="csY12" fmla="*/ 2389 h 15765"/>
                <a:gd name="csX13" fmla="*/ 9077 w 13376"/>
                <a:gd name="csY13" fmla="*/ 5733 h 15765"/>
                <a:gd name="csX14" fmla="*/ 10032 w 13376"/>
                <a:gd name="csY14" fmla="*/ 7644 h 15765"/>
                <a:gd name="csX15" fmla="*/ 10510 w 13376"/>
                <a:gd name="csY15" fmla="*/ 8599 h 15765"/>
                <a:gd name="csX16" fmla="*/ 10510 w 13376"/>
                <a:gd name="csY16" fmla="*/ 9077 h 15765"/>
                <a:gd name="csX17" fmla="*/ 10510 w 13376"/>
                <a:gd name="csY17" fmla="*/ 9555 h 15765"/>
                <a:gd name="csX18" fmla="*/ 11943 w 13376"/>
                <a:gd name="csY18" fmla="*/ 11465 h 15765"/>
                <a:gd name="csX19" fmla="*/ 12898 w 13376"/>
                <a:gd name="csY19" fmla="*/ 12898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3376" h="15765">
                  <a:moveTo>
                    <a:pt x="12898" y="12898"/>
                  </a:moveTo>
                  <a:lnTo>
                    <a:pt x="13376" y="14809"/>
                  </a:lnTo>
                  <a:lnTo>
                    <a:pt x="10987" y="15765"/>
                  </a:lnTo>
                  <a:lnTo>
                    <a:pt x="9077" y="15765"/>
                  </a:lnTo>
                  <a:lnTo>
                    <a:pt x="5255" y="13376"/>
                  </a:lnTo>
                  <a:lnTo>
                    <a:pt x="4300" y="12421"/>
                  </a:lnTo>
                  <a:lnTo>
                    <a:pt x="4300" y="10988"/>
                  </a:lnTo>
                  <a:lnTo>
                    <a:pt x="478" y="6210"/>
                  </a:lnTo>
                  <a:lnTo>
                    <a:pt x="0" y="5255"/>
                  </a:lnTo>
                  <a:lnTo>
                    <a:pt x="1433" y="955"/>
                  </a:lnTo>
                  <a:lnTo>
                    <a:pt x="5255" y="0"/>
                  </a:lnTo>
                  <a:lnTo>
                    <a:pt x="6210" y="478"/>
                  </a:lnTo>
                  <a:lnTo>
                    <a:pt x="6688" y="2389"/>
                  </a:lnTo>
                  <a:lnTo>
                    <a:pt x="9077" y="5733"/>
                  </a:lnTo>
                  <a:lnTo>
                    <a:pt x="10032" y="7644"/>
                  </a:lnTo>
                  <a:lnTo>
                    <a:pt x="10510" y="8599"/>
                  </a:lnTo>
                  <a:lnTo>
                    <a:pt x="10510" y="9077"/>
                  </a:lnTo>
                  <a:lnTo>
                    <a:pt x="10510" y="9555"/>
                  </a:lnTo>
                  <a:lnTo>
                    <a:pt x="11943" y="11465"/>
                  </a:lnTo>
                  <a:lnTo>
                    <a:pt x="12898" y="128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" name="Freeform 829">
              <a:extLst>
                <a:ext uri="{FF2B5EF4-FFF2-40B4-BE49-F238E27FC236}">
                  <a16:creationId xmlns:a16="http://schemas.microsoft.com/office/drawing/2014/main" id="{F9302C9D-61D4-6395-9B91-55F43F895E03}"/>
                </a:ext>
              </a:extLst>
            </p:cNvPr>
            <p:cNvSpPr/>
            <p:nvPr/>
          </p:nvSpPr>
          <p:spPr>
            <a:xfrm>
              <a:off x="7849266" y="4493643"/>
              <a:ext cx="955" cy="1911"/>
            </a:xfrm>
            <a:custGeom>
              <a:avLst/>
              <a:gdLst>
                <a:gd name="csX0" fmla="*/ 955 w 955"/>
                <a:gd name="csY0" fmla="*/ 0 h 1911"/>
                <a:gd name="csX1" fmla="*/ 478 w 955"/>
                <a:gd name="csY1" fmla="*/ 956 h 1911"/>
                <a:gd name="csX2" fmla="*/ 0 w 955"/>
                <a:gd name="csY2" fmla="*/ 1911 h 1911"/>
                <a:gd name="csX3" fmla="*/ 478 w 955"/>
                <a:gd name="csY3" fmla="*/ 478 h 1911"/>
                <a:gd name="csX4" fmla="*/ 955 w 955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911">
                  <a:moveTo>
                    <a:pt x="955" y="0"/>
                  </a:moveTo>
                  <a:lnTo>
                    <a:pt x="478" y="956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" name="Freeform 830">
              <a:extLst>
                <a:ext uri="{FF2B5EF4-FFF2-40B4-BE49-F238E27FC236}">
                  <a16:creationId xmlns:a16="http://schemas.microsoft.com/office/drawing/2014/main" id="{8DF4EF9F-328B-F386-CDCC-58FDC3D1C32F}"/>
                </a:ext>
              </a:extLst>
            </p:cNvPr>
            <p:cNvSpPr/>
            <p:nvPr/>
          </p:nvSpPr>
          <p:spPr>
            <a:xfrm>
              <a:off x="7847833" y="4596354"/>
              <a:ext cx="1433" cy="2866"/>
            </a:xfrm>
            <a:custGeom>
              <a:avLst/>
              <a:gdLst>
                <a:gd name="csX0" fmla="*/ 956 w 1433"/>
                <a:gd name="csY0" fmla="*/ 478 h 2866"/>
                <a:gd name="csX1" fmla="*/ 1433 w 1433"/>
                <a:gd name="csY1" fmla="*/ 2866 h 2866"/>
                <a:gd name="csX2" fmla="*/ 478 w 1433"/>
                <a:gd name="csY2" fmla="*/ 2389 h 2866"/>
                <a:gd name="csX3" fmla="*/ 0 w 1433"/>
                <a:gd name="csY3" fmla="*/ 1433 h 2866"/>
                <a:gd name="csX4" fmla="*/ 0 w 1433"/>
                <a:gd name="csY4" fmla="*/ 0 h 2866"/>
                <a:gd name="csX5" fmla="*/ 0 w 1433"/>
                <a:gd name="csY5" fmla="*/ 0 h 2866"/>
                <a:gd name="csX6" fmla="*/ 956 w 1433"/>
                <a:gd name="csY6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2866">
                  <a:moveTo>
                    <a:pt x="956" y="478"/>
                  </a:moveTo>
                  <a:lnTo>
                    <a:pt x="1433" y="2866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" name="Freeform 831">
              <a:extLst>
                <a:ext uri="{FF2B5EF4-FFF2-40B4-BE49-F238E27FC236}">
                  <a16:creationId xmlns:a16="http://schemas.microsoft.com/office/drawing/2014/main" id="{25710317-80A8-303A-298C-366B311F9475}"/>
                </a:ext>
              </a:extLst>
            </p:cNvPr>
            <p:cNvSpPr/>
            <p:nvPr/>
          </p:nvSpPr>
          <p:spPr>
            <a:xfrm>
              <a:off x="7844966" y="3625131"/>
              <a:ext cx="3822" cy="2866"/>
            </a:xfrm>
            <a:custGeom>
              <a:avLst/>
              <a:gdLst>
                <a:gd name="csX0" fmla="*/ 3822 w 3822"/>
                <a:gd name="csY0" fmla="*/ 2866 h 2866"/>
                <a:gd name="csX1" fmla="*/ 2389 w 3822"/>
                <a:gd name="csY1" fmla="*/ 2866 h 2866"/>
                <a:gd name="csX2" fmla="*/ 956 w 3822"/>
                <a:gd name="csY2" fmla="*/ 478 h 2866"/>
                <a:gd name="csX3" fmla="*/ 0 w 3822"/>
                <a:gd name="csY3" fmla="*/ 478 h 2866"/>
                <a:gd name="csX4" fmla="*/ 0 w 3822"/>
                <a:gd name="csY4" fmla="*/ 0 h 2866"/>
                <a:gd name="csX5" fmla="*/ 1433 w 3822"/>
                <a:gd name="csY5" fmla="*/ 478 h 2866"/>
                <a:gd name="csX6" fmla="*/ 2866 w 3822"/>
                <a:gd name="csY6" fmla="*/ 2389 h 2866"/>
                <a:gd name="csX7" fmla="*/ 3822 w 3822"/>
                <a:gd name="csY7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2" h="2866">
                  <a:moveTo>
                    <a:pt x="3822" y="2866"/>
                  </a:moveTo>
                  <a:lnTo>
                    <a:pt x="2389" y="2866"/>
                  </a:lnTo>
                  <a:lnTo>
                    <a:pt x="956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866" y="2389"/>
                  </a:lnTo>
                  <a:lnTo>
                    <a:pt x="3822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" name="Freeform 832">
              <a:extLst>
                <a:ext uri="{FF2B5EF4-FFF2-40B4-BE49-F238E27FC236}">
                  <a16:creationId xmlns:a16="http://schemas.microsoft.com/office/drawing/2014/main" id="{7ABCF74C-39F0-DE00-255F-F1AB42919993}"/>
                </a:ext>
              </a:extLst>
            </p:cNvPr>
            <p:cNvSpPr/>
            <p:nvPr/>
          </p:nvSpPr>
          <p:spPr>
            <a:xfrm>
              <a:off x="7843055" y="4536161"/>
              <a:ext cx="4299" cy="3821"/>
            </a:xfrm>
            <a:custGeom>
              <a:avLst/>
              <a:gdLst>
                <a:gd name="csX0" fmla="*/ 4300 w 4299"/>
                <a:gd name="csY0" fmla="*/ 0 h 3821"/>
                <a:gd name="csX1" fmla="*/ 4300 w 4299"/>
                <a:gd name="csY1" fmla="*/ 0 h 3821"/>
                <a:gd name="csX2" fmla="*/ 1911 w 4299"/>
                <a:gd name="csY2" fmla="*/ 2389 h 3821"/>
                <a:gd name="csX3" fmla="*/ 0 w 4299"/>
                <a:gd name="csY3" fmla="*/ 3822 h 3821"/>
                <a:gd name="csX4" fmla="*/ 0 w 4299"/>
                <a:gd name="csY4" fmla="*/ 3822 h 3821"/>
                <a:gd name="csX5" fmla="*/ 1911 w 4299"/>
                <a:gd name="csY5" fmla="*/ 2389 h 3821"/>
                <a:gd name="csX6" fmla="*/ 4300 w 4299"/>
                <a:gd name="csY6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3821">
                  <a:moveTo>
                    <a:pt x="4300" y="0"/>
                  </a:moveTo>
                  <a:lnTo>
                    <a:pt x="4300" y="0"/>
                  </a:lnTo>
                  <a:lnTo>
                    <a:pt x="1911" y="2389"/>
                  </a:lnTo>
                  <a:lnTo>
                    <a:pt x="0" y="3822"/>
                  </a:lnTo>
                  <a:lnTo>
                    <a:pt x="0" y="3822"/>
                  </a:lnTo>
                  <a:lnTo>
                    <a:pt x="1911" y="2389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" name="Freeform 833">
              <a:extLst>
                <a:ext uri="{FF2B5EF4-FFF2-40B4-BE49-F238E27FC236}">
                  <a16:creationId xmlns:a16="http://schemas.microsoft.com/office/drawing/2014/main" id="{C4567ADD-DBEE-F582-9FD7-BA5DC3B9DDEC}"/>
                </a:ext>
              </a:extLst>
            </p:cNvPr>
            <p:cNvSpPr/>
            <p:nvPr/>
          </p:nvSpPr>
          <p:spPr>
            <a:xfrm>
              <a:off x="7827291" y="4368955"/>
              <a:ext cx="19109" cy="2388"/>
            </a:xfrm>
            <a:custGeom>
              <a:avLst/>
              <a:gdLst>
                <a:gd name="csX0" fmla="*/ 19109 w 19109"/>
                <a:gd name="csY0" fmla="*/ 0 h 2388"/>
                <a:gd name="csX1" fmla="*/ 19109 w 19109"/>
                <a:gd name="csY1" fmla="*/ 478 h 2388"/>
                <a:gd name="csX2" fmla="*/ 18153 w 19109"/>
                <a:gd name="csY2" fmla="*/ 955 h 2388"/>
                <a:gd name="csX3" fmla="*/ 17198 w 19109"/>
                <a:gd name="csY3" fmla="*/ 955 h 2388"/>
                <a:gd name="csX4" fmla="*/ 16243 w 19109"/>
                <a:gd name="csY4" fmla="*/ 955 h 2388"/>
                <a:gd name="csX5" fmla="*/ 14809 w 19109"/>
                <a:gd name="csY5" fmla="*/ 955 h 2388"/>
                <a:gd name="csX6" fmla="*/ 9555 w 19109"/>
                <a:gd name="csY6" fmla="*/ 2389 h 2388"/>
                <a:gd name="csX7" fmla="*/ 9077 w 19109"/>
                <a:gd name="csY7" fmla="*/ 2389 h 2388"/>
                <a:gd name="csX8" fmla="*/ 7166 w 19109"/>
                <a:gd name="csY8" fmla="*/ 2389 h 2388"/>
                <a:gd name="csX9" fmla="*/ 5733 w 19109"/>
                <a:gd name="csY9" fmla="*/ 2389 h 2388"/>
                <a:gd name="csX10" fmla="*/ 4777 w 19109"/>
                <a:gd name="csY10" fmla="*/ 2389 h 2388"/>
                <a:gd name="csX11" fmla="*/ 1911 w 19109"/>
                <a:gd name="csY11" fmla="*/ 955 h 2388"/>
                <a:gd name="csX12" fmla="*/ 955 w 19109"/>
                <a:gd name="csY12" fmla="*/ 955 h 2388"/>
                <a:gd name="csX13" fmla="*/ 0 w 19109"/>
                <a:gd name="csY13" fmla="*/ 1433 h 2388"/>
                <a:gd name="csX14" fmla="*/ 0 w 19109"/>
                <a:gd name="csY14" fmla="*/ 1433 h 2388"/>
                <a:gd name="csX15" fmla="*/ 955 w 19109"/>
                <a:gd name="csY15" fmla="*/ 955 h 2388"/>
                <a:gd name="csX16" fmla="*/ 1911 w 19109"/>
                <a:gd name="csY16" fmla="*/ 955 h 2388"/>
                <a:gd name="csX17" fmla="*/ 4777 w 19109"/>
                <a:gd name="csY17" fmla="*/ 2389 h 2388"/>
                <a:gd name="csX18" fmla="*/ 5733 w 19109"/>
                <a:gd name="csY18" fmla="*/ 2389 h 2388"/>
                <a:gd name="csX19" fmla="*/ 7166 w 19109"/>
                <a:gd name="csY19" fmla="*/ 2389 h 2388"/>
                <a:gd name="csX20" fmla="*/ 9077 w 19109"/>
                <a:gd name="csY20" fmla="*/ 2389 h 2388"/>
                <a:gd name="csX21" fmla="*/ 9555 w 19109"/>
                <a:gd name="csY21" fmla="*/ 2389 h 2388"/>
                <a:gd name="csX22" fmla="*/ 14809 w 19109"/>
                <a:gd name="csY22" fmla="*/ 955 h 2388"/>
                <a:gd name="csX23" fmla="*/ 16243 w 19109"/>
                <a:gd name="csY23" fmla="*/ 955 h 2388"/>
                <a:gd name="csX24" fmla="*/ 17198 w 19109"/>
                <a:gd name="csY24" fmla="*/ 955 h 2388"/>
                <a:gd name="csX25" fmla="*/ 18153 w 19109"/>
                <a:gd name="csY25" fmla="*/ 955 h 2388"/>
                <a:gd name="csX26" fmla="*/ 19109 w 19109"/>
                <a:gd name="csY2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9109" h="2388">
                  <a:moveTo>
                    <a:pt x="19109" y="0"/>
                  </a:moveTo>
                  <a:lnTo>
                    <a:pt x="19109" y="478"/>
                  </a:lnTo>
                  <a:lnTo>
                    <a:pt x="18153" y="955"/>
                  </a:lnTo>
                  <a:lnTo>
                    <a:pt x="17198" y="955"/>
                  </a:lnTo>
                  <a:lnTo>
                    <a:pt x="16243" y="955"/>
                  </a:lnTo>
                  <a:lnTo>
                    <a:pt x="14809" y="955"/>
                  </a:lnTo>
                  <a:lnTo>
                    <a:pt x="9555" y="2389"/>
                  </a:lnTo>
                  <a:lnTo>
                    <a:pt x="9077" y="2389"/>
                  </a:lnTo>
                  <a:lnTo>
                    <a:pt x="7166" y="2389"/>
                  </a:lnTo>
                  <a:lnTo>
                    <a:pt x="5733" y="2389"/>
                  </a:lnTo>
                  <a:lnTo>
                    <a:pt x="4777" y="2389"/>
                  </a:lnTo>
                  <a:lnTo>
                    <a:pt x="1911" y="955"/>
                  </a:lnTo>
                  <a:lnTo>
                    <a:pt x="955" y="955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955" y="955"/>
                  </a:lnTo>
                  <a:lnTo>
                    <a:pt x="1911" y="955"/>
                  </a:lnTo>
                  <a:lnTo>
                    <a:pt x="4777" y="2389"/>
                  </a:lnTo>
                  <a:lnTo>
                    <a:pt x="5733" y="2389"/>
                  </a:lnTo>
                  <a:lnTo>
                    <a:pt x="7166" y="2389"/>
                  </a:lnTo>
                  <a:lnTo>
                    <a:pt x="9077" y="2389"/>
                  </a:lnTo>
                  <a:lnTo>
                    <a:pt x="9555" y="2389"/>
                  </a:lnTo>
                  <a:lnTo>
                    <a:pt x="14809" y="955"/>
                  </a:lnTo>
                  <a:lnTo>
                    <a:pt x="16243" y="955"/>
                  </a:lnTo>
                  <a:lnTo>
                    <a:pt x="17198" y="955"/>
                  </a:lnTo>
                  <a:lnTo>
                    <a:pt x="18153" y="955"/>
                  </a:lnTo>
                  <a:lnTo>
                    <a:pt x="1910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" name="Freeform 834">
              <a:extLst>
                <a:ext uri="{FF2B5EF4-FFF2-40B4-BE49-F238E27FC236}">
                  <a16:creationId xmlns:a16="http://schemas.microsoft.com/office/drawing/2014/main" id="{81F0CC09-D679-55C3-CE4B-F4EF6DD50491}"/>
                </a:ext>
              </a:extLst>
            </p:cNvPr>
            <p:cNvSpPr/>
            <p:nvPr/>
          </p:nvSpPr>
          <p:spPr>
            <a:xfrm>
              <a:off x="7838756" y="4438226"/>
              <a:ext cx="4777" cy="2388"/>
            </a:xfrm>
            <a:custGeom>
              <a:avLst/>
              <a:gdLst>
                <a:gd name="csX0" fmla="*/ 4777 w 4777"/>
                <a:gd name="csY0" fmla="*/ 0 h 2388"/>
                <a:gd name="csX1" fmla="*/ 0 w 4777"/>
                <a:gd name="csY1" fmla="*/ 2389 h 2388"/>
                <a:gd name="csX2" fmla="*/ 0 w 4777"/>
                <a:gd name="csY2" fmla="*/ 2389 h 2388"/>
                <a:gd name="csX3" fmla="*/ 4777 w 4777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2388">
                  <a:moveTo>
                    <a:pt x="4777" y="0"/>
                  </a:moveTo>
                  <a:lnTo>
                    <a:pt x="0" y="2389"/>
                  </a:lnTo>
                  <a:lnTo>
                    <a:pt x="0" y="2389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" name="Freeform 835">
              <a:extLst>
                <a:ext uri="{FF2B5EF4-FFF2-40B4-BE49-F238E27FC236}">
                  <a16:creationId xmlns:a16="http://schemas.microsoft.com/office/drawing/2014/main" id="{0A72B20B-5BA7-5BF9-AE8A-0B46BCC7B1F6}"/>
                </a:ext>
              </a:extLst>
            </p:cNvPr>
            <p:cNvSpPr/>
            <p:nvPr/>
          </p:nvSpPr>
          <p:spPr>
            <a:xfrm>
              <a:off x="7841145" y="4285830"/>
              <a:ext cx="2388" cy="2388"/>
            </a:xfrm>
            <a:custGeom>
              <a:avLst/>
              <a:gdLst>
                <a:gd name="csX0" fmla="*/ 2389 w 2388"/>
                <a:gd name="csY0" fmla="*/ 0 h 2388"/>
                <a:gd name="csX1" fmla="*/ 0 w 2388"/>
                <a:gd name="csY1" fmla="*/ 2389 h 2388"/>
                <a:gd name="csX2" fmla="*/ 0 w 2388"/>
                <a:gd name="csY2" fmla="*/ 2389 h 2388"/>
                <a:gd name="csX3" fmla="*/ 2389 w 2388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2388">
                  <a:moveTo>
                    <a:pt x="2389" y="0"/>
                  </a:moveTo>
                  <a:lnTo>
                    <a:pt x="0" y="2389"/>
                  </a:lnTo>
                  <a:lnTo>
                    <a:pt x="0" y="2389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" name="Freeform 836">
              <a:extLst>
                <a:ext uri="{FF2B5EF4-FFF2-40B4-BE49-F238E27FC236}">
                  <a16:creationId xmlns:a16="http://schemas.microsoft.com/office/drawing/2014/main" id="{4E061BA7-8290-E03B-3C6A-C869BFB0341D}"/>
                </a:ext>
              </a:extLst>
            </p:cNvPr>
            <p:cNvSpPr/>
            <p:nvPr/>
          </p:nvSpPr>
          <p:spPr>
            <a:xfrm>
              <a:off x="7821557" y="3877849"/>
              <a:ext cx="20064" cy="2388"/>
            </a:xfrm>
            <a:custGeom>
              <a:avLst/>
              <a:gdLst>
                <a:gd name="csX0" fmla="*/ 20065 w 20064"/>
                <a:gd name="csY0" fmla="*/ 2389 h 2388"/>
                <a:gd name="csX1" fmla="*/ 10510 w 20064"/>
                <a:gd name="csY1" fmla="*/ 1433 h 2388"/>
                <a:gd name="csX2" fmla="*/ 0 w 20064"/>
                <a:gd name="csY2" fmla="*/ 0 h 2388"/>
                <a:gd name="csX3" fmla="*/ 10510 w 20064"/>
                <a:gd name="csY3" fmla="*/ 956 h 2388"/>
                <a:gd name="csX4" fmla="*/ 20065 w 20064"/>
                <a:gd name="csY4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064" h="2388">
                  <a:moveTo>
                    <a:pt x="20065" y="2389"/>
                  </a:moveTo>
                  <a:lnTo>
                    <a:pt x="10510" y="1433"/>
                  </a:lnTo>
                  <a:lnTo>
                    <a:pt x="0" y="0"/>
                  </a:lnTo>
                  <a:lnTo>
                    <a:pt x="10510" y="956"/>
                  </a:lnTo>
                  <a:lnTo>
                    <a:pt x="2006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" name="Freeform 837">
              <a:extLst>
                <a:ext uri="{FF2B5EF4-FFF2-40B4-BE49-F238E27FC236}">
                  <a16:creationId xmlns:a16="http://schemas.microsoft.com/office/drawing/2014/main" id="{D3BD9C24-2F79-8761-3B88-AFA29949FC6E}"/>
                </a:ext>
              </a:extLst>
            </p:cNvPr>
            <p:cNvSpPr/>
            <p:nvPr/>
          </p:nvSpPr>
          <p:spPr>
            <a:xfrm>
              <a:off x="7836368" y="4250956"/>
              <a:ext cx="3343" cy="955"/>
            </a:xfrm>
            <a:custGeom>
              <a:avLst/>
              <a:gdLst>
                <a:gd name="csX0" fmla="*/ 3344 w 3343"/>
                <a:gd name="csY0" fmla="*/ 0 h 955"/>
                <a:gd name="csX1" fmla="*/ 1910 w 3343"/>
                <a:gd name="csY1" fmla="*/ 0 h 955"/>
                <a:gd name="csX2" fmla="*/ 0 w 3343"/>
                <a:gd name="csY2" fmla="*/ 956 h 955"/>
                <a:gd name="csX3" fmla="*/ 0 w 3343"/>
                <a:gd name="csY3" fmla="*/ 956 h 955"/>
                <a:gd name="csX4" fmla="*/ 1910 w 3343"/>
                <a:gd name="csY4" fmla="*/ 0 h 955"/>
                <a:gd name="csX5" fmla="*/ 3344 w 3343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3" h="955">
                  <a:moveTo>
                    <a:pt x="3344" y="0"/>
                  </a:moveTo>
                  <a:lnTo>
                    <a:pt x="1910" y="0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1910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" name="Freeform 838">
              <a:extLst>
                <a:ext uri="{FF2B5EF4-FFF2-40B4-BE49-F238E27FC236}">
                  <a16:creationId xmlns:a16="http://schemas.microsoft.com/office/drawing/2014/main" id="{8B2EA732-2938-5E9A-4A55-A20AFA302423}"/>
                </a:ext>
              </a:extLst>
            </p:cNvPr>
            <p:cNvSpPr/>
            <p:nvPr/>
          </p:nvSpPr>
          <p:spPr>
            <a:xfrm>
              <a:off x="7836368" y="4514663"/>
              <a:ext cx="2866" cy="3343"/>
            </a:xfrm>
            <a:custGeom>
              <a:avLst/>
              <a:gdLst>
                <a:gd name="csX0" fmla="*/ 2866 w 2866"/>
                <a:gd name="csY0" fmla="*/ 2389 h 3343"/>
                <a:gd name="csX1" fmla="*/ 2389 w 2866"/>
                <a:gd name="csY1" fmla="*/ 2866 h 3343"/>
                <a:gd name="csX2" fmla="*/ 955 w 2866"/>
                <a:gd name="csY2" fmla="*/ 3344 h 3343"/>
                <a:gd name="csX3" fmla="*/ 478 w 2866"/>
                <a:gd name="csY3" fmla="*/ 3344 h 3343"/>
                <a:gd name="csX4" fmla="*/ 0 w 2866"/>
                <a:gd name="csY4" fmla="*/ 478 h 3343"/>
                <a:gd name="csX5" fmla="*/ 0 w 2866"/>
                <a:gd name="csY5" fmla="*/ 0 h 3343"/>
                <a:gd name="csX6" fmla="*/ 1433 w 2866"/>
                <a:gd name="csY6" fmla="*/ 1433 h 3343"/>
                <a:gd name="csX7" fmla="*/ 2866 w 2866"/>
                <a:gd name="csY7" fmla="*/ 2389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343">
                  <a:moveTo>
                    <a:pt x="2866" y="2389"/>
                  </a:moveTo>
                  <a:lnTo>
                    <a:pt x="2389" y="2866"/>
                  </a:lnTo>
                  <a:lnTo>
                    <a:pt x="955" y="3344"/>
                  </a:lnTo>
                  <a:lnTo>
                    <a:pt x="478" y="3344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" name="Freeform 839">
              <a:extLst>
                <a:ext uri="{FF2B5EF4-FFF2-40B4-BE49-F238E27FC236}">
                  <a16:creationId xmlns:a16="http://schemas.microsoft.com/office/drawing/2014/main" id="{6C4A5BC4-9F5A-9559-B814-7490BE7BBA3F}"/>
                </a:ext>
              </a:extLst>
            </p:cNvPr>
            <p:cNvSpPr/>
            <p:nvPr/>
          </p:nvSpPr>
          <p:spPr>
            <a:xfrm>
              <a:off x="7837800" y="4587755"/>
              <a:ext cx="1433" cy="3344"/>
            </a:xfrm>
            <a:custGeom>
              <a:avLst/>
              <a:gdLst>
                <a:gd name="csX0" fmla="*/ 1433 w 1433"/>
                <a:gd name="csY0" fmla="*/ 478 h 3344"/>
                <a:gd name="csX1" fmla="*/ 956 w 1433"/>
                <a:gd name="csY1" fmla="*/ 2866 h 3344"/>
                <a:gd name="csX2" fmla="*/ 956 w 1433"/>
                <a:gd name="csY2" fmla="*/ 3344 h 3344"/>
                <a:gd name="csX3" fmla="*/ 0 w 1433"/>
                <a:gd name="csY3" fmla="*/ 0 h 3344"/>
                <a:gd name="csX4" fmla="*/ 1433 w 1433"/>
                <a:gd name="csY4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3344">
                  <a:moveTo>
                    <a:pt x="1433" y="478"/>
                  </a:moveTo>
                  <a:lnTo>
                    <a:pt x="956" y="2866"/>
                  </a:lnTo>
                  <a:lnTo>
                    <a:pt x="956" y="3344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" name="Freeform 840">
              <a:extLst>
                <a:ext uri="{FF2B5EF4-FFF2-40B4-BE49-F238E27FC236}">
                  <a16:creationId xmlns:a16="http://schemas.microsoft.com/office/drawing/2014/main" id="{D605F1E1-0239-5A11-E8DF-0B965DB6D23F}"/>
                </a:ext>
              </a:extLst>
            </p:cNvPr>
            <p:cNvSpPr/>
            <p:nvPr/>
          </p:nvSpPr>
          <p:spPr>
            <a:xfrm>
              <a:off x="7831112" y="4453513"/>
              <a:ext cx="7165" cy="2866"/>
            </a:xfrm>
            <a:custGeom>
              <a:avLst/>
              <a:gdLst>
                <a:gd name="csX0" fmla="*/ 7166 w 7165"/>
                <a:gd name="csY0" fmla="*/ 0 h 2866"/>
                <a:gd name="csX1" fmla="*/ 7166 w 7165"/>
                <a:gd name="csY1" fmla="*/ 0 h 2866"/>
                <a:gd name="csX2" fmla="*/ 6688 w 7165"/>
                <a:gd name="csY2" fmla="*/ 478 h 2866"/>
                <a:gd name="csX3" fmla="*/ 5255 w 7165"/>
                <a:gd name="csY3" fmla="*/ 0 h 2866"/>
                <a:gd name="csX4" fmla="*/ 2389 w 7165"/>
                <a:gd name="csY4" fmla="*/ 1433 h 2866"/>
                <a:gd name="csX5" fmla="*/ 1911 w 7165"/>
                <a:gd name="csY5" fmla="*/ 1911 h 2866"/>
                <a:gd name="csX6" fmla="*/ 478 w 7165"/>
                <a:gd name="csY6" fmla="*/ 2389 h 2866"/>
                <a:gd name="csX7" fmla="*/ 0 w 7165"/>
                <a:gd name="csY7" fmla="*/ 2867 h 2866"/>
                <a:gd name="csX8" fmla="*/ 0 w 7165"/>
                <a:gd name="csY8" fmla="*/ 2867 h 2866"/>
                <a:gd name="csX9" fmla="*/ 478 w 7165"/>
                <a:gd name="csY9" fmla="*/ 2389 h 2866"/>
                <a:gd name="csX10" fmla="*/ 1911 w 7165"/>
                <a:gd name="csY10" fmla="*/ 1433 h 2866"/>
                <a:gd name="csX11" fmla="*/ 2389 w 7165"/>
                <a:gd name="csY11" fmla="*/ 1433 h 2866"/>
                <a:gd name="csX12" fmla="*/ 5255 w 7165"/>
                <a:gd name="csY12" fmla="*/ 0 h 2866"/>
                <a:gd name="csX13" fmla="*/ 6688 w 7165"/>
                <a:gd name="csY13" fmla="*/ 0 h 2866"/>
                <a:gd name="csX14" fmla="*/ 7166 w 7165"/>
                <a:gd name="csY1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165" h="2866">
                  <a:moveTo>
                    <a:pt x="7166" y="0"/>
                  </a:moveTo>
                  <a:lnTo>
                    <a:pt x="7166" y="0"/>
                  </a:lnTo>
                  <a:lnTo>
                    <a:pt x="6688" y="478"/>
                  </a:lnTo>
                  <a:lnTo>
                    <a:pt x="5255" y="0"/>
                  </a:lnTo>
                  <a:lnTo>
                    <a:pt x="2389" y="1433"/>
                  </a:lnTo>
                  <a:lnTo>
                    <a:pt x="1911" y="1911"/>
                  </a:lnTo>
                  <a:lnTo>
                    <a:pt x="478" y="2389"/>
                  </a:lnTo>
                  <a:lnTo>
                    <a:pt x="0" y="2867"/>
                  </a:lnTo>
                  <a:lnTo>
                    <a:pt x="0" y="2867"/>
                  </a:lnTo>
                  <a:lnTo>
                    <a:pt x="478" y="2389"/>
                  </a:lnTo>
                  <a:lnTo>
                    <a:pt x="1911" y="1433"/>
                  </a:lnTo>
                  <a:lnTo>
                    <a:pt x="2389" y="1433"/>
                  </a:lnTo>
                  <a:lnTo>
                    <a:pt x="5255" y="0"/>
                  </a:lnTo>
                  <a:lnTo>
                    <a:pt x="6688" y="0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" name="Freeform 841">
              <a:extLst>
                <a:ext uri="{FF2B5EF4-FFF2-40B4-BE49-F238E27FC236}">
                  <a16:creationId xmlns:a16="http://schemas.microsoft.com/office/drawing/2014/main" id="{F3EB2FC8-A8C8-2D07-9BE5-0D6C858257CA}"/>
                </a:ext>
              </a:extLst>
            </p:cNvPr>
            <p:cNvSpPr/>
            <p:nvPr/>
          </p:nvSpPr>
          <p:spPr>
            <a:xfrm>
              <a:off x="7834457" y="4519918"/>
              <a:ext cx="3821" cy="4777"/>
            </a:xfrm>
            <a:custGeom>
              <a:avLst/>
              <a:gdLst>
                <a:gd name="csX0" fmla="*/ 3344 w 3821"/>
                <a:gd name="csY0" fmla="*/ 0 h 4777"/>
                <a:gd name="csX1" fmla="*/ 3821 w 3821"/>
                <a:gd name="csY1" fmla="*/ 956 h 4777"/>
                <a:gd name="csX2" fmla="*/ 3344 w 3821"/>
                <a:gd name="csY2" fmla="*/ 4777 h 4777"/>
                <a:gd name="csX3" fmla="*/ 1911 w 3821"/>
                <a:gd name="csY3" fmla="*/ 4300 h 4777"/>
                <a:gd name="csX4" fmla="*/ 1433 w 3821"/>
                <a:gd name="csY4" fmla="*/ 4300 h 4777"/>
                <a:gd name="csX5" fmla="*/ 478 w 3821"/>
                <a:gd name="csY5" fmla="*/ 1911 h 4777"/>
                <a:gd name="csX6" fmla="*/ 478 w 3821"/>
                <a:gd name="csY6" fmla="*/ 1433 h 4777"/>
                <a:gd name="csX7" fmla="*/ 0 w 3821"/>
                <a:gd name="csY7" fmla="*/ 0 h 4777"/>
                <a:gd name="csX8" fmla="*/ 3344 w 3821"/>
                <a:gd name="csY8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4777">
                  <a:moveTo>
                    <a:pt x="3344" y="0"/>
                  </a:moveTo>
                  <a:lnTo>
                    <a:pt x="3821" y="956"/>
                  </a:lnTo>
                  <a:lnTo>
                    <a:pt x="3344" y="4777"/>
                  </a:lnTo>
                  <a:lnTo>
                    <a:pt x="1911" y="4300"/>
                  </a:lnTo>
                  <a:lnTo>
                    <a:pt x="1433" y="4300"/>
                  </a:lnTo>
                  <a:lnTo>
                    <a:pt x="478" y="1911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" name="Freeform 842">
              <a:extLst>
                <a:ext uri="{FF2B5EF4-FFF2-40B4-BE49-F238E27FC236}">
                  <a16:creationId xmlns:a16="http://schemas.microsoft.com/office/drawing/2014/main" id="{5C526169-2377-092B-802A-61329D2F5BDF}"/>
                </a:ext>
              </a:extLst>
            </p:cNvPr>
            <p:cNvSpPr/>
            <p:nvPr/>
          </p:nvSpPr>
          <p:spPr>
            <a:xfrm>
              <a:off x="7836845" y="4532816"/>
              <a:ext cx="955" cy="2388"/>
            </a:xfrm>
            <a:custGeom>
              <a:avLst/>
              <a:gdLst>
                <a:gd name="csX0" fmla="*/ 955 w 955"/>
                <a:gd name="csY0" fmla="*/ 0 h 2388"/>
                <a:gd name="csX1" fmla="*/ 955 w 955"/>
                <a:gd name="csY1" fmla="*/ 2389 h 2388"/>
                <a:gd name="csX2" fmla="*/ 478 w 955"/>
                <a:gd name="csY2" fmla="*/ 2389 h 2388"/>
                <a:gd name="csX3" fmla="*/ 0 w 955"/>
                <a:gd name="csY3" fmla="*/ 2389 h 2388"/>
                <a:gd name="csX4" fmla="*/ 0 w 955"/>
                <a:gd name="csY4" fmla="*/ 1911 h 2388"/>
                <a:gd name="csX5" fmla="*/ 955 w 955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2388">
                  <a:moveTo>
                    <a:pt x="955" y="0"/>
                  </a:moveTo>
                  <a:lnTo>
                    <a:pt x="955" y="2389"/>
                  </a:lnTo>
                  <a:lnTo>
                    <a:pt x="478" y="2389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" name="Freeform 843">
              <a:extLst>
                <a:ext uri="{FF2B5EF4-FFF2-40B4-BE49-F238E27FC236}">
                  <a16:creationId xmlns:a16="http://schemas.microsoft.com/office/drawing/2014/main" id="{7223A97E-86CE-76FA-FDD9-9F7ABE01BB16}"/>
                </a:ext>
              </a:extLst>
            </p:cNvPr>
            <p:cNvSpPr/>
            <p:nvPr/>
          </p:nvSpPr>
          <p:spPr>
            <a:xfrm>
              <a:off x="7833501" y="4734418"/>
              <a:ext cx="4299" cy="10509"/>
            </a:xfrm>
            <a:custGeom>
              <a:avLst/>
              <a:gdLst>
                <a:gd name="csX0" fmla="*/ 3344 w 4299"/>
                <a:gd name="csY0" fmla="*/ 3344 h 10509"/>
                <a:gd name="csX1" fmla="*/ 4300 w 4299"/>
                <a:gd name="csY1" fmla="*/ 4777 h 10509"/>
                <a:gd name="csX2" fmla="*/ 3822 w 4299"/>
                <a:gd name="csY2" fmla="*/ 7166 h 10509"/>
                <a:gd name="csX3" fmla="*/ 2867 w 4299"/>
                <a:gd name="csY3" fmla="*/ 9555 h 10509"/>
                <a:gd name="csX4" fmla="*/ 1433 w 4299"/>
                <a:gd name="csY4" fmla="*/ 10510 h 10509"/>
                <a:gd name="csX5" fmla="*/ 0 w 4299"/>
                <a:gd name="csY5" fmla="*/ 9555 h 10509"/>
                <a:gd name="csX6" fmla="*/ 478 w 4299"/>
                <a:gd name="csY6" fmla="*/ 8599 h 10509"/>
                <a:gd name="csX7" fmla="*/ 956 w 4299"/>
                <a:gd name="csY7" fmla="*/ 7166 h 10509"/>
                <a:gd name="csX8" fmla="*/ 1911 w 4299"/>
                <a:gd name="csY8" fmla="*/ 5733 h 10509"/>
                <a:gd name="csX9" fmla="*/ 2389 w 4299"/>
                <a:gd name="csY9" fmla="*/ 4299 h 10509"/>
                <a:gd name="csX10" fmla="*/ 0 w 4299"/>
                <a:gd name="csY10" fmla="*/ 0 h 10509"/>
                <a:gd name="csX11" fmla="*/ 956 w 4299"/>
                <a:gd name="csY11" fmla="*/ 0 h 10509"/>
                <a:gd name="csX12" fmla="*/ 1911 w 4299"/>
                <a:gd name="csY12" fmla="*/ 478 h 10509"/>
                <a:gd name="csX13" fmla="*/ 3344 w 4299"/>
                <a:gd name="csY13" fmla="*/ 3344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10509">
                  <a:moveTo>
                    <a:pt x="3344" y="3344"/>
                  </a:moveTo>
                  <a:lnTo>
                    <a:pt x="4300" y="4777"/>
                  </a:lnTo>
                  <a:lnTo>
                    <a:pt x="3822" y="7166"/>
                  </a:lnTo>
                  <a:lnTo>
                    <a:pt x="2867" y="9555"/>
                  </a:lnTo>
                  <a:lnTo>
                    <a:pt x="1433" y="10510"/>
                  </a:lnTo>
                  <a:lnTo>
                    <a:pt x="0" y="9555"/>
                  </a:lnTo>
                  <a:lnTo>
                    <a:pt x="478" y="8599"/>
                  </a:lnTo>
                  <a:lnTo>
                    <a:pt x="956" y="7166"/>
                  </a:lnTo>
                  <a:lnTo>
                    <a:pt x="1911" y="5733"/>
                  </a:lnTo>
                  <a:lnTo>
                    <a:pt x="2389" y="4299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478"/>
                  </a:lnTo>
                  <a:lnTo>
                    <a:pt x="3344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" name="Freeform 844">
              <a:extLst>
                <a:ext uri="{FF2B5EF4-FFF2-40B4-BE49-F238E27FC236}">
                  <a16:creationId xmlns:a16="http://schemas.microsoft.com/office/drawing/2014/main" id="{94CABE22-13BA-84B6-1DC7-7BBF72403FED}"/>
                </a:ext>
              </a:extLst>
            </p:cNvPr>
            <p:cNvSpPr/>
            <p:nvPr/>
          </p:nvSpPr>
          <p:spPr>
            <a:xfrm>
              <a:off x="7833023" y="4503675"/>
              <a:ext cx="3344" cy="6210"/>
            </a:xfrm>
            <a:custGeom>
              <a:avLst/>
              <a:gdLst>
                <a:gd name="csX0" fmla="*/ 3344 w 3344"/>
                <a:gd name="csY0" fmla="*/ 1911 h 6210"/>
                <a:gd name="csX1" fmla="*/ 3344 w 3344"/>
                <a:gd name="csY1" fmla="*/ 3822 h 6210"/>
                <a:gd name="csX2" fmla="*/ 1911 w 3344"/>
                <a:gd name="csY2" fmla="*/ 5733 h 6210"/>
                <a:gd name="csX3" fmla="*/ 956 w 3344"/>
                <a:gd name="csY3" fmla="*/ 6211 h 6210"/>
                <a:gd name="csX4" fmla="*/ 478 w 3344"/>
                <a:gd name="csY4" fmla="*/ 6211 h 6210"/>
                <a:gd name="csX5" fmla="*/ 478 w 3344"/>
                <a:gd name="csY5" fmla="*/ 2867 h 6210"/>
                <a:gd name="csX6" fmla="*/ 0 w 3344"/>
                <a:gd name="csY6" fmla="*/ 956 h 6210"/>
                <a:gd name="csX7" fmla="*/ 478 w 3344"/>
                <a:gd name="csY7" fmla="*/ 0 h 6210"/>
                <a:gd name="csX8" fmla="*/ 1911 w 3344"/>
                <a:gd name="csY8" fmla="*/ 478 h 6210"/>
                <a:gd name="csX9" fmla="*/ 2389 w 3344"/>
                <a:gd name="csY9" fmla="*/ 1433 h 6210"/>
                <a:gd name="csX10" fmla="*/ 2389 w 3344"/>
                <a:gd name="csY10" fmla="*/ 1433 h 6210"/>
                <a:gd name="csX11" fmla="*/ 2866 w 3344"/>
                <a:gd name="csY11" fmla="*/ 1911 h 6210"/>
                <a:gd name="csX12" fmla="*/ 3344 w 3344"/>
                <a:gd name="csY12" fmla="*/ 1911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344" h="6210">
                  <a:moveTo>
                    <a:pt x="3344" y="1911"/>
                  </a:moveTo>
                  <a:lnTo>
                    <a:pt x="3344" y="3822"/>
                  </a:lnTo>
                  <a:lnTo>
                    <a:pt x="1911" y="5733"/>
                  </a:lnTo>
                  <a:lnTo>
                    <a:pt x="956" y="6211"/>
                  </a:lnTo>
                  <a:lnTo>
                    <a:pt x="478" y="6211"/>
                  </a:lnTo>
                  <a:lnTo>
                    <a:pt x="478" y="2867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2389" y="1433"/>
                  </a:lnTo>
                  <a:lnTo>
                    <a:pt x="2389" y="1433"/>
                  </a:lnTo>
                  <a:lnTo>
                    <a:pt x="2866" y="1911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" name="Freeform 845">
              <a:extLst>
                <a:ext uri="{FF2B5EF4-FFF2-40B4-BE49-F238E27FC236}">
                  <a16:creationId xmlns:a16="http://schemas.microsoft.com/office/drawing/2014/main" id="{39D636E9-4F9F-F36A-98D6-12A279021C0E}"/>
                </a:ext>
              </a:extLst>
            </p:cNvPr>
            <p:cNvSpPr/>
            <p:nvPr/>
          </p:nvSpPr>
          <p:spPr>
            <a:xfrm>
              <a:off x="7832545" y="4586322"/>
              <a:ext cx="3343" cy="7165"/>
            </a:xfrm>
            <a:custGeom>
              <a:avLst/>
              <a:gdLst>
                <a:gd name="csX0" fmla="*/ 3344 w 3343"/>
                <a:gd name="csY0" fmla="*/ 1433 h 7165"/>
                <a:gd name="csX1" fmla="*/ 2389 w 3343"/>
                <a:gd name="csY1" fmla="*/ 3822 h 7165"/>
                <a:gd name="csX2" fmla="*/ 2866 w 3343"/>
                <a:gd name="csY2" fmla="*/ 4777 h 7165"/>
                <a:gd name="csX3" fmla="*/ 2389 w 3343"/>
                <a:gd name="csY3" fmla="*/ 6210 h 7165"/>
                <a:gd name="csX4" fmla="*/ 1911 w 3343"/>
                <a:gd name="csY4" fmla="*/ 6210 h 7165"/>
                <a:gd name="csX5" fmla="*/ 955 w 3343"/>
                <a:gd name="csY5" fmla="*/ 7166 h 7165"/>
                <a:gd name="csX6" fmla="*/ 478 w 3343"/>
                <a:gd name="csY6" fmla="*/ 7166 h 7165"/>
                <a:gd name="csX7" fmla="*/ 0 w 3343"/>
                <a:gd name="csY7" fmla="*/ 4777 h 7165"/>
                <a:gd name="csX8" fmla="*/ 478 w 3343"/>
                <a:gd name="csY8" fmla="*/ 955 h 7165"/>
                <a:gd name="csX9" fmla="*/ 955 w 3343"/>
                <a:gd name="csY9" fmla="*/ 0 h 7165"/>
                <a:gd name="csX10" fmla="*/ 1433 w 3343"/>
                <a:gd name="csY10" fmla="*/ 955 h 7165"/>
                <a:gd name="csX11" fmla="*/ 3344 w 3343"/>
                <a:gd name="csY11" fmla="*/ 1433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3" h="7165">
                  <a:moveTo>
                    <a:pt x="3344" y="1433"/>
                  </a:moveTo>
                  <a:lnTo>
                    <a:pt x="2389" y="3822"/>
                  </a:lnTo>
                  <a:lnTo>
                    <a:pt x="2866" y="4777"/>
                  </a:lnTo>
                  <a:lnTo>
                    <a:pt x="2389" y="6210"/>
                  </a:lnTo>
                  <a:lnTo>
                    <a:pt x="1911" y="6210"/>
                  </a:lnTo>
                  <a:lnTo>
                    <a:pt x="955" y="7166"/>
                  </a:lnTo>
                  <a:lnTo>
                    <a:pt x="478" y="7166"/>
                  </a:lnTo>
                  <a:lnTo>
                    <a:pt x="0" y="4777"/>
                  </a:lnTo>
                  <a:lnTo>
                    <a:pt x="478" y="955"/>
                  </a:lnTo>
                  <a:lnTo>
                    <a:pt x="955" y="0"/>
                  </a:lnTo>
                  <a:lnTo>
                    <a:pt x="1433" y="955"/>
                  </a:lnTo>
                  <a:lnTo>
                    <a:pt x="334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" name="Freeform 846">
              <a:extLst>
                <a:ext uri="{FF2B5EF4-FFF2-40B4-BE49-F238E27FC236}">
                  <a16:creationId xmlns:a16="http://schemas.microsoft.com/office/drawing/2014/main" id="{A267ED62-31CA-46DE-D6F9-14C7E83A4BAC}"/>
                </a:ext>
              </a:extLst>
            </p:cNvPr>
            <p:cNvSpPr/>
            <p:nvPr/>
          </p:nvSpPr>
          <p:spPr>
            <a:xfrm>
              <a:off x="7832068" y="4493643"/>
              <a:ext cx="1432" cy="5254"/>
            </a:xfrm>
            <a:custGeom>
              <a:avLst/>
              <a:gdLst>
                <a:gd name="csX0" fmla="*/ 955 w 1432"/>
                <a:gd name="csY0" fmla="*/ 956 h 5254"/>
                <a:gd name="csX1" fmla="*/ 1433 w 1432"/>
                <a:gd name="csY1" fmla="*/ 1911 h 5254"/>
                <a:gd name="csX2" fmla="*/ 1433 w 1432"/>
                <a:gd name="csY2" fmla="*/ 5255 h 5254"/>
                <a:gd name="csX3" fmla="*/ 478 w 1432"/>
                <a:gd name="csY3" fmla="*/ 3822 h 5254"/>
                <a:gd name="csX4" fmla="*/ 0 w 1432"/>
                <a:gd name="csY4" fmla="*/ 1911 h 5254"/>
                <a:gd name="csX5" fmla="*/ 0 w 1432"/>
                <a:gd name="csY5" fmla="*/ 478 h 5254"/>
                <a:gd name="csX6" fmla="*/ 478 w 1432"/>
                <a:gd name="csY6" fmla="*/ 0 h 5254"/>
                <a:gd name="csX7" fmla="*/ 478 w 1432"/>
                <a:gd name="csY7" fmla="*/ 478 h 5254"/>
                <a:gd name="csX8" fmla="*/ 955 w 1432"/>
                <a:gd name="csY8" fmla="*/ 956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2" h="5254">
                  <a:moveTo>
                    <a:pt x="955" y="956"/>
                  </a:moveTo>
                  <a:lnTo>
                    <a:pt x="1433" y="1911"/>
                  </a:lnTo>
                  <a:lnTo>
                    <a:pt x="1433" y="5255"/>
                  </a:lnTo>
                  <a:lnTo>
                    <a:pt x="478" y="3822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478"/>
                  </a:lnTo>
                  <a:lnTo>
                    <a:pt x="9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" name="Freeform 847">
              <a:extLst>
                <a:ext uri="{FF2B5EF4-FFF2-40B4-BE49-F238E27FC236}">
                  <a16:creationId xmlns:a16="http://schemas.microsoft.com/office/drawing/2014/main" id="{BA149341-8019-4016-46CE-1DAF7507C81E}"/>
                </a:ext>
              </a:extLst>
            </p:cNvPr>
            <p:cNvSpPr/>
            <p:nvPr/>
          </p:nvSpPr>
          <p:spPr>
            <a:xfrm>
              <a:off x="7832068" y="4568646"/>
              <a:ext cx="1432" cy="1910"/>
            </a:xfrm>
            <a:custGeom>
              <a:avLst/>
              <a:gdLst>
                <a:gd name="csX0" fmla="*/ 955 w 1432"/>
                <a:gd name="csY0" fmla="*/ 0 h 1910"/>
                <a:gd name="csX1" fmla="*/ 1433 w 1432"/>
                <a:gd name="csY1" fmla="*/ 956 h 1910"/>
                <a:gd name="csX2" fmla="*/ 1433 w 1432"/>
                <a:gd name="csY2" fmla="*/ 1433 h 1910"/>
                <a:gd name="csX3" fmla="*/ 0 w 1432"/>
                <a:gd name="csY3" fmla="*/ 1911 h 1910"/>
                <a:gd name="csX4" fmla="*/ 478 w 1432"/>
                <a:gd name="csY4" fmla="*/ 956 h 1910"/>
                <a:gd name="csX5" fmla="*/ 478 w 1432"/>
                <a:gd name="csY5" fmla="*/ 478 h 1910"/>
                <a:gd name="csX6" fmla="*/ 955 w 1432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1910">
                  <a:moveTo>
                    <a:pt x="955" y="0"/>
                  </a:moveTo>
                  <a:lnTo>
                    <a:pt x="1433" y="956"/>
                  </a:lnTo>
                  <a:lnTo>
                    <a:pt x="1433" y="1433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478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" name="Freeform 848">
              <a:extLst>
                <a:ext uri="{FF2B5EF4-FFF2-40B4-BE49-F238E27FC236}">
                  <a16:creationId xmlns:a16="http://schemas.microsoft.com/office/drawing/2014/main" id="{D3CCA045-3360-1677-2936-2F76BB9F5E9F}"/>
                </a:ext>
              </a:extLst>
            </p:cNvPr>
            <p:cNvSpPr/>
            <p:nvPr/>
          </p:nvSpPr>
          <p:spPr>
            <a:xfrm>
              <a:off x="7830634" y="4519918"/>
              <a:ext cx="2866" cy="6210"/>
            </a:xfrm>
            <a:custGeom>
              <a:avLst/>
              <a:gdLst>
                <a:gd name="csX0" fmla="*/ 2389 w 2866"/>
                <a:gd name="csY0" fmla="*/ 0 h 6210"/>
                <a:gd name="csX1" fmla="*/ 2866 w 2866"/>
                <a:gd name="csY1" fmla="*/ 1433 h 6210"/>
                <a:gd name="csX2" fmla="*/ 1911 w 2866"/>
                <a:gd name="csY2" fmla="*/ 3822 h 6210"/>
                <a:gd name="csX3" fmla="*/ 1911 w 2866"/>
                <a:gd name="csY3" fmla="*/ 4777 h 6210"/>
                <a:gd name="csX4" fmla="*/ 956 w 2866"/>
                <a:gd name="csY4" fmla="*/ 5733 h 6210"/>
                <a:gd name="csX5" fmla="*/ 956 w 2866"/>
                <a:gd name="csY5" fmla="*/ 6210 h 6210"/>
                <a:gd name="csX6" fmla="*/ 478 w 2866"/>
                <a:gd name="csY6" fmla="*/ 6210 h 6210"/>
                <a:gd name="csX7" fmla="*/ 0 w 2866"/>
                <a:gd name="csY7" fmla="*/ 5733 h 6210"/>
                <a:gd name="csX8" fmla="*/ 478 w 2866"/>
                <a:gd name="csY8" fmla="*/ 4300 h 6210"/>
                <a:gd name="csX9" fmla="*/ 1433 w 2866"/>
                <a:gd name="csY9" fmla="*/ 2866 h 6210"/>
                <a:gd name="csX10" fmla="*/ 1911 w 2866"/>
                <a:gd name="csY10" fmla="*/ 478 h 6210"/>
                <a:gd name="csX11" fmla="*/ 2389 w 2866"/>
                <a:gd name="csY11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866" h="6210">
                  <a:moveTo>
                    <a:pt x="2389" y="0"/>
                  </a:moveTo>
                  <a:lnTo>
                    <a:pt x="2866" y="1433"/>
                  </a:lnTo>
                  <a:lnTo>
                    <a:pt x="1911" y="3822"/>
                  </a:lnTo>
                  <a:lnTo>
                    <a:pt x="1911" y="4777"/>
                  </a:lnTo>
                  <a:lnTo>
                    <a:pt x="956" y="5733"/>
                  </a:lnTo>
                  <a:lnTo>
                    <a:pt x="956" y="6210"/>
                  </a:lnTo>
                  <a:lnTo>
                    <a:pt x="478" y="6210"/>
                  </a:lnTo>
                  <a:lnTo>
                    <a:pt x="0" y="5733"/>
                  </a:lnTo>
                  <a:lnTo>
                    <a:pt x="478" y="4300"/>
                  </a:lnTo>
                  <a:lnTo>
                    <a:pt x="1433" y="2866"/>
                  </a:lnTo>
                  <a:lnTo>
                    <a:pt x="1911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" name="Freeform 849">
              <a:extLst>
                <a:ext uri="{FF2B5EF4-FFF2-40B4-BE49-F238E27FC236}">
                  <a16:creationId xmlns:a16="http://schemas.microsoft.com/office/drawing/2014/main" id="{C9F66113-B1A7-97AF-8806-0E2AB2C431F0}"/>
                </a:ext>
              </a:extLst>
            </p:cNvPr>
            <p:cNvSpPr/>
            <p:nvPr/>
          </p:nvSpPr>
          <p:spPr>
            <a:xfrm>
              <a:off x="7828723" y="4534727"/>
              <a:ext cx="4299" cy="4777"/>
            </a:xfrm>
            <a:custGeom>
              <a:avLst/>
              <a:gdLst>
                <a:gd name="csX0" fmla="*/ 2867 w 4299"/>
                <a:gd name="csY0" fmla="*/ 478 h 4777"/>
                <a:gd name="csX1" fmla="*/ 4300 w 4299"/>
                <a:gd name="csY1" fmla="*/ 3822 h 4777"/>
                <a:gd name="csX2" fmla="*/ 4300 w 4299"/>
                <a:gd name="csY2" fmla="*/ 4300 h 4777"/>
                <a:gd name="csX3" fmla="*/ 3822 w 4299"/>
                <a:gd name="csY3" fmla="*/ 4777 h 4777"/>
                <a:gd name="csX4" fmla="*/ 3344 w 4299"/>
                <a:gd name="csY4" fmla="*/ 4300 h 4777"/>
                <a:gd name="csX5" fmla="*/ 2867 w 4299"/>
                <a:gd name="csY5" fmla="*/ 2867 h 4777"/>
                <a:gd name="csX6" fmla="*/ 1433 w 4299"/>
                <a:gd name="csY6" fmla="*/ 1911 h 4777"/>
                <a:gd name="csX7" fmla="*/ 0 w 4299"/>
                <a:gd name="csY7" fmla="*/ 1911 h 4777"/>
                <a:gd name="csX8" fmla="*/ 1433 w 4299"/>
                <a:gd name="csY8" fmla="*/ 478 h 4777"/>
                <a:gd name="csX9" fmla="*/ 1911 w 4299"/>
                <a:gd name="csY9" fmla="*/ 0 h 4777"/>
                <a:gd name="csX10" fmla="*/ 2867 w 4299"/>
                <a:gd name="csY10" fmla="*/ 478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4777">
                  <a:moveTo>
                    <a:pt x="2867" y="478"/>
                  </a:moveTo>
                  <a:lnTo>
                    <a:pt x="4300" y="3822"/>
                  </a:lnTo>
                  <a:lnTo>
                    <a:pt x="4300" y="4300"/>
                  </a:lnTo>
                  <a:lnTo>
                    <a:pt x="3822" y="4777"/>
                  </a:lnTo>
                  <a:lnTo>
                    <a:pt x="3344" y="4300"/>
                  </a:lnTo>
                  <a:lnTo>
                    <a:pt x="2867" y="2867"/>
                  </a:lnTo>
                  <a:lnTo>
                    <a:pt x="1433" y="1911"/>
                  </a:lnTo>
                  <a:lnTo>
                    <a:pt x="0" y="1911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" name="Freeform 850">
              <a:extLst>
                <a:ext uri="{FF2B5EF4-FFF2-40B4-BE49-F238E27FC236}">
                  <a16:creationId xmlns:a16="http://schemas.microsoft.com/office/drawing/2014/main" id="{E8EA50A4-C862-7863-2DAF-DB6DD1B72A67}"/>
                </a:ext>
              </a:extLst>
            </p:cNvPr>
            <p:cNvSpPr/>
            <p:nvPr/>
          </p:nvSpPr>
          <p:spPr>
            <a:xfrm>
              <a:off x="7829679" y="4551926"/>
              <a:ext cx="3343" cy="3344"/>
            </a:xfrm>
            <a:custGeom>
              <a:avLst/>
              <a:gdLst>
                <a:gd name="csX0" fmla="*/ 3344 w 3343"/>
                <a:gd name="csY0" fmla="*/ 0 h 3344"/>
                <a:gd name="csX1" fmla="*/ 3344 w 3343"/>
                <a:gd name="csY1" fmla="*/ 956 h 3344"/>
                <a:gd name="csX2" fmla="*/ 1911 w 3343"/>
                <a:gd name="csY2" fmla="*/ 1911 h 3344"/>
                <a:gd name="csX3" fmla="*/ 955 w 3343"/>
                <a:gd name="csY3" fmla="*/ 2389 h 3344"/>
                <a:gd name="csX4" fmla="*/ 0 w 3343"/>
                <a:gd name="csY4" fmla="*/ 3344 h 3344"/>
                <a:gd name="csX5" fmla="*/ 0 w 3343"/>
                <a:gd name="csY5" fmla="*/ 3344 h 3344"/>
                <a:gd name="csX6" fmla="*/ 478 w 3343"/>
                <a:gd name="csY6" fmla="*/ 1433 h 3344"/>
                <a:gd name="csX7" fmla="*/ 1911 w 3343"/>
                <a:gd name="csY7" fmla="*/ 0 h 3344"/>
                <a:gd name="csX8" fmla="*/ 3344 w 3343"/>
                <a:gd name="csY8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3344">
                  <a:moveTo>
                    <a:pt x="3344" y="0"/>
                  </a:moveTo>
                  <a:lnTo>
                    <a:pt x="3344" y="956"/>
                  </a:lnTo>
                  <a:lnTo>
                    <a:pt x="1911" y="1911"/>
                  </a:lnTo>
                  <a:lnTo>
                    <a:pt x="955" y="2389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478" y="1433"/>
                  </a:lnTo>
                  <a:lnTo>
                    <a:pt x="1911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" name="Freeform 851">
              <a:extLst>
                <a:ext uri="{FF2B5EF4-FFF2-40B4-BE49-F238E27FC236}">
                  <a16:creationId xmlns:a16="http://schemas.microsoft.com/office/drawing/2014/main" id="{8A157538-8117-4F2E-63E3-55C19F71335A}"/>
                </a:ext>
              </a:extLst>
            </p:cNvPr>
            <p:cNvSpPr/>
            <p:nvPr/>
          </p:nvSpPr>
          <p:spPr>
            <a:xfrm>
              <a:off x="7827768" y="4510841"/>
              <a:ext cx="1911" cy="2388"/>
            </a:xfrm>
            <a:custGeom>
              <a:avLst/>
              <a:gdLst>
                <a:gd name="csX0" fmla="*/ 1911 w 1911"/>
                <a:gd name="csY0" fmla="*/ 1911 h 2388"/>
                <a:gd name="csX1" fmla="*/ 1911 w 1911"/>
                <a:gd name="csY1" fmla="*/ 2389 h 2388"/>
                <a:gd name="csX2" fmla="*/ 1911 w 1911"/>
                <a:gd name="csY2" fmla="*/ 2389 h 2388"/>
                <a:gd name="csX3" fmla="*/ 1433 w 1911"/>
                <a:gd name="csY3" fmla="*/ 2389 h 2388"/>
                <a:gd name="csX4" fmla="*/ 955 w 1911"/>
                <a:gd name="csY4" fmla="*/ 2389 h 2388"/>
                <a:gd name="csX5" fmla="*/ 0 w 1911"/>
                <a:gd name="csY5" fmla="*/ 956 h 2388"/>
                <a:gd name="csX6" fmla="*/ 478 w 1911"/>
                <a:gd name="csY6" fmla="*/ 0 h 2388"/>
                <a:gd name="csX7" fmla="*/ 955 w 1911"/>
                <a:gd name="csY7" fmla="*/ 0 h 2388"/>
                <a:gd name="csX8" fmla="*/ 1433 w 1911"/>
                <a:gd name="csY8" fmla="*/ 0 h 2388"/>
                <a:gd name="csX9" fmla="*/ 1911 w 1911"/>
                <a:gd name="csY9" fmla="*/ 0 h 2388"/>
                <a:gd name="csX10" fmla="*/ 1911 w 1911"/>
                <a:gd name="csY10" fmla="*/ 478 h 2388"/>
                <a:gd name="csX11" fmla="*/ 1911 w 1911"/>
                <a:gd name="csY11" fmla="*/ 956 h 2388"/>
                <a:gd name="csX12" fmla="*/ 1911 w 1911"/>
                <a:gd name="csY12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911" h="2388">
                  <a:moveTo>
                    <a:pt x="1911" y="1911"/>
                  </a:moveTo>
                  <a:lnTo>
                    <a:pt x="1911" y="2389"/>
                  </a:lnTo>
                  <a:lnTo>
                    <a:pt x="1911" y="2389"/>
                  </a:lnTo>
                  <a:lnTo>
                    <a:pt x="1433" y="2389"/>
                  </a:lnTo>
                  <a:lnTo>
                    <a:pt x="955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1911" y="478"/>
                  </a:lnTo>
                  <a:lnTo>
                    <a:pt x="1911" y="956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" name="Freeform 852">
              <a:extLst>
                <a:ext uri="{FF2B5EF4-FFF2-40B4-BE49-F238E27FC236}">
                  <a16:creationId xmlns:a16="http://schemas.microsoft.com/office/drawing/2014/main" id="{17ED43A7-1A7C-854E-220C-9D1CD5673454}"/>
                </a:ext>
              </a:extLst>
            </p:cNvPr>
            <p:cNvSpPr/>
            <p:nvPr/>
          </p:nvSpPr>
          <p:spPr>
            <a:xfrm>
              <a:off x="7827291" y="4518485"/>
              <a:ext cx="1432" cy="4299"/>
            </a:xfrm>
            <a:custGeom>
              <a:avLst/>
              <a:gdLst>
                <a:gd name="csX0" fmla="*/ 1433 w 1432"/>
                <a:gd name="csY0" fmla="*/ 3344 h 4299"/>
                <a:gd name="csX1" fmla="*/ 1433 w 1432"/>
                <a:gd name="csY1" fmla="*/ 4299 h 4299"/>
                <a:gd name="csX2" fmla="*/ 478 w 1432"/>
                <a:gd name="csY2" fmla="*/ 3344 h 4299"/>
                <a:gd name="csX3" fmla="*/ 0 w 1432"/>
                <a:gd name="csY3" fmla="*/ 0 h 4299"/>
                <a:gd name="csX4" fmla="*/ 955 w 1432"/>
                <a:gd name="csY4" fmla="*/ 1911 h 4299"/>
                <a:gd name="csX5" fmla="*/ 1433 w 1432"/>
                <a:gd name="csY5" fmla="*/ 2389 h 4299"/>
                <a:gd name="csX6" fmla="*/ 1433 w 1432"/>
                <a:gd name="csY6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4299">
                  <a:moveTo>
                    <a:pt x="1433" y="3344"/>
                  </a:moveTo>
                  <a:lnTo>
                    <a:pt x="1433" y="4299"/>
                  </a:lnTo>
                  <a:lnTo>
                    <a:pt x="478" y="3344"/>
                  </a:lnTo>
                  <a:lnTo>
                    <a:pt x="0" y="0"/>
                  </a:lnTo>
                  <a:lnTo>
                    <a:pt x="955" y="1911"/>
                  </a:lnTo>
                  <a:lnTo>
                    <a:pt x="1433" y="2389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" name="Freeform 853">
              <a:extLst>
                <a:ext uri="{FF2B5EF4-FFF2-40B4-BE49-F238E27FC236}">
                  <a16:creationId xmlns:a16="http://schemas.microsoft.com/office/drawing/2014/main" id="{359BAD43-C188-0A6B-8BB5-39D230C0EA75}"/>
                </a:ext>
              </a:extLst>
            </p:cNvPr>
            <p:cNvSpPr/>
            <p:nvPr/>
          </p:nvSpPr>
          <p:spPr>
            <a:xfrm>
              <a:off x="7825857" y="4508930"/>
              <a:ext cx="2866" cy="1910"/>
            </a:xfrm>
            <a:custGeom>
              <a:avLst/>
              <a:gdLst>
                <a:gd name="csX0" fmla="*/ 2389 w 2866"/>
                <a:gd name="csY0" fmla="*/ 0 h 1910"/>
                <a:gd name="csX1" fmla="*/ 2866 w 2866"/>
                <a:gd name="csY1" fmla="*/ 0 h 1910"/>
                <a:gd name="csX2" fmla="*/ 2389 w 2866"/>
                <a:gd name="csY2" fmla="*/ 478 h 1910"/>
                <a:gd name="csX3" fmla="*/ 1433 w 2866"/>
                <a:gd name="csY3" fmla="*/ 1911 h 1910"/>
                <a:gd name="csX4" fmla="*/ 478 w 2866"/>
                <a:gd name="csY4" fmla="*/ 1433 h 1910"/>
                <a:gd name="csX5" fmla="*/ 0 w 2866"/>
                <a:gd name="csY5" fmla="*/ 956 h 1910"/>
                <a:gd name="csX6" fmla="*/ 956 w 2866"/>
                <a:gd name="csY6" fmla="*/ 0 h 1910"/>
                <a:gd name="csX7" fmla="*/ 2389 w 2866"/>
                <a:gd name="csY7" fmla="*/ 0 h 1910"/>
                <a:gd name="csX8" fmla="*/ 2389 w 2866"/>
                <a:gd name="csY8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1910">
                  <a:moveTo>
                    <a:pt x="2389" y="0"/>
                  </a:moveTo>
                  <a:lnTo>
                    <a:pt x="2866" y="0"/>
                  </a:lnTo>
                  <a:lnTo>
                    <a:pt x="2389" y="478"/>
                  </a:lnTo>
                  <a:lnTo>
                    <a:pt x="1433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" name="Freeform 854">
              <a:extLst>
                <a:ext uri="{FF2B5EF4-FFF2-40B4-BE49-F238E27FC236}">
                  <a16:creationId xmlns:a16="http://schemas.microsoft.com/office/drawing/2014/main" id="{B9B3C265-DD04-D1C2-70DE-D78E37E2CB69}"/>
                </a:ext>
              </a:extLst>
            </p:cNvPr>
            <p:cNvSpPr/>
            <p:nvPr/>
          </p:nvSpPr>
          <p:spPr>
            <a:xfrm>
              <a:off x="7825380" y="4261944"/>
              <a:ext cx="1911" cy="955"/>
            </a:xfrm>
            <a:custGeom>
              <a:avLst/>
              <a:gdLst>
                <a:gd name="csX0" fmla="*/ 1911 w 1911"/>
                <a:gd name="csY0" fmla="*/ 0 h 955"/>
                <a:gd name="csX1" fmla="*/ 955 w 1911"/>
                <a:gd name="csY1" fmla="*/ 478 h 955"/>
                <a:gd name="csX2" fmla="*/ 0 w 1911"/>
                <a:gd name="csY2" fmla="*/ 956 h 955"/>
                <a:gd name="csX3" fmla="*/ 955 w 1911"/>
                <a:gd name="csY3" fmla="*/ 478 h 955"/>
                <a:gd name="csX4" fmla="*/ 1911 w 1911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955">
                  <a:moveTo>
                    <a:pt x="1911" y="0"/>
                  </a:moveTo>
                  <a:lnTo>
                    <a:pt x="955" y="478"/>
                  </a:lnTo>
                  <a:lnTo>
                    <a:pt x="0" y="956"/>
                  </a:lnTo>
                  <a:lnTo>
                    <a:pt x="955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" name="Freeform 855">
              <a:extLst>
                <a:ext uri="{FF2B5EF4-FFF2-40B4-BE49-F238E27FC236}">
                  <a16:creationId xmlns:a16="http://schemas.microsoft.com/office/drawing/2014/main" id="{29A2A427-8690-72BC-5C3B-E828DB634873}"/>
                </a:ext>
              </a:extLst>
            </p:cNvPr>
            <p:cNvSpPr/>
            <p:nvPr/>
          </p:nvSpPr>
          <p:spPr>
            <a:xfrm>
              <a:off x="7825380" y="4372299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0 w 1433"/>
                <a:gd name="csY1" fmla="*/ 956 h 955"/>
                <a:gd name="csX2" fmla="*/ 0 w 1433"/>
                <a:gd name="csY2" fmla="*/ 956 h 955"/>
                <a:gd name="csX3" fmla="*/ 1433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" name="Freeform 856">
              <a:extLst>
                <a:ext uri="{FF2B5EF4-FFF2-40B4-BE49-F238E27FC236}">
                  <a16:creationId xmlns:a16="http://schemas.microsoft.com/office/drawing/2014/main" id="{B26B5ADD-6577-40A9-F5AB-D3916DA33A8C}"/>
                </a:ext>
              </a:extLst>
            </p:cNvPr>
            <p:cNvSpPr/>
            <p:nvPr/>
          </p:nvSpPr>
          <p:spPr>
            <a:xfrm>
              <a:off x="7809137" y="4706710"/>
              <a:ext cx="16720" cy="17676"/>
            </a:xfrm>
            <a:custGeom>
              <a:avLst/>
              <a:gdLst>
                <a:gd name="csX0" fmla="*/ 16243 w 16720"/>
                <a:gd name="csY0" fmla="*/ 9555 h 17676"/>
                <a:gd name="csX1" fmla="*/ 16721 w 16720"/>
                <a:gd name="csY1" fmla="*/ 10032 h 17676"/>
                <a:gd name="csX2" fmla="*/ 16243 w 16720"/>
                <a:gd name="csY2" fmla="*/ 11943 h 17676"/>
                <a:gd name="csX3" fmla="*/ 15765 w 16720"/>
                <a:gd name="csY3" fmla="*/ 16721 h 17676"/>
                <a:gd name="csX4" fmla="*/ 14332 w 16720"/>
                <a:gd name="csY4" fmla="*/ 17676 h 17676"/>
                <a:gd name="csX5" fmla="*/ 11943 w 16720"/>
                <a:gd name="csY5" fmla="*/ 17198 h 17676"/>
                <a:gd name="csX6" fmla="*/ 11943 w 16720"/>
                <a:gd name="csY6" fmla="*/ 16243 h 17676"/>
                <a:gd name="csX7" fmla="*/ 10032 w 16720"/>
                <a:gd name="csY7" fmla="*/ 12899 h 17676"/>
                <a:gd name="csX8" fmla="*/ 7166 w 16720"/>
                <a:gd name="csY8" fmla="*/ 10988 h 17676"/>
                <a:gd name="csX9" fmla="*/ 6211 w 16720"/>
                <a:gd name="csY9" fmla="*/ 10510 h 17676"/>
                <a:gd name="csX10" fmla="*/ 5733 w 16720"/>
                <a:gd name="csY10" fmla="*/ 8599 h 17676"/>
                <a:gd name="csX11" fmla="*/ 4300 w 16720"/>
                <a:gd name="csY11" fmla="*/ 6211 h 17676"/>
                <a:gd name="csX12" fmla="*/ 0 w 16720"/>
                <a:gd name="csY12" fmla="*/ 1911 h 17676"/>
                <a:gd name="csX13" fmla="*/ 2866 w 16720"/>
                <a:gd name="csY13" fmla="*/ 1911 h 17676"/>
                <a:gd name="csX14" fmla="*/ 4777 w 16720"/>
                <a:gd name="csY14" fmla="*/ 956 h 17676"/>
                <a:gd name="csX15" fmla="*/ 5255 w 16720"/>
                <a:gd name="csY15" fmla="*/ 478 h 17676"/>
                <a:gd name="csX16" fmla="*/ 5255 w 16720"/>
                <a:gd name="csY16" fmla="*/ 0 h 17676"/>
                <a:gd name="csX17" fmla="*/ 7644 w 16720"/>
                <a:gd name="csY17" fmla="*/ 1433 h 17676"/>
                <a:gd name="csX18" fmla="*/ 11943 w 16720"/>
                <a:gd name="csY18" fmla="*/ 6211 h 17676"/>
                <a:gd name="csX19" fmla="*/ 13854 w 16720"/>
                <a:gd name="csY19" fmla="*/ 7166 h 17676"/>
                <a:gd name="csX20" fmla="*/ 16243 w 16720"/>
                <a:gd name="csY20" fmla="*/ 9555 h 1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6720" h="17676">
                  <a:moveTo>
                    <a:pt x="16243" y="9555"/>
                  </a:moveTo>
                  <a:lnTo>
                    <a:pt x="16721" y="10032"/>
                  </a:lnTo>
                  <a:lnTo>
                    <a:pt x="16243" y="11943"/>
                  </a:lnTo>
                  <a:lnTo>
                    <a:pt x="15765" y="16721"/>
                  </a:lnTo>
                  <a:lnTo>
                    <a:pt x="14332" y="17676"/>
                  </a:lnTo>
                  <a:lnTo>
                    <a:pt x="11943" y="17198"/>
                  </a:lnTo>
                  <a:lnTo>
                    <a:pt x="11943" y="16243"/>
                  </a:lnTo>
                  <a:lnTo>
                    <a:pt x="10032" y="12899"/>
                  </a:lnTo>
                  <a:lnTo>
                    <a:pt x="7166" y="10988"/>
                  </a:lnTo>
                  <a:lnTo>
                    <a:pt x="6211" y="10510"/>
                  </a:lnTo>
                  <a:lnTo>
                    <a:pt x="5733" y="8599"/>
                  </a:lnTo>
                  <a:lnTo>
                    <a:pt x="4300" y="6211"/>
                  </a:lnTo>
                  <a:lnTo>
                    <a:pt x="0" y="1911"/>
                  </a:lnTo>
                  <a:lnTo>
                    <a:pt x="2866" y="1911"/>
                  </a:lnTo>
                  <a:lnTo>
                    <a:pt x="4777" y="956"/>
                  </a:lnTo>
                  <a:lnTo>
                    <a:pt x="5255" y="478"/>
                  </a:lnTo>
                  <a:lnTo>
                    <a:pt x="5255" y="0"/>
                  </a:lnTo>
                  <a:lnTo>
                    <a:pt x="7644" y="1433"/>
                  </a:lnTo>
                  <a:lnTo>
                    <a:pt x="11943" y="6211"/>
                  </a:lnTo>
                  <a:lnTo>
                    <a:pt x="13854" y="7166"/>
                  </a:lnTo>
                  <a:lnTo>
                    <a:pt x="16243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" name="Freeform 857">
              <a:extLst>
                <a:ext uri="{FF2B5EF4-FFF2-40B4-BE49-F238E27FC236}">
                  <a16:creationId xmlns:a16="http://schemas.microsoft.com/office/drawing/2014/main" id="{D92C4CCA-AE4D-7963-7C1D-71A494F2E0F4}"/>
                </a:ext>
              </a:extLst>
            </p:cNvPr>
            <p:cNvSpPr/>
            <p:nvPr/>
          </p:nvSpPr>
          <p:spPr>
            <a:xfrm>
              <a:off x="7698781" y="2058656"/>
              <a:ext cx="125643" cy="142363"/>
            </a:xfrm>
            <a:custGeom>
              <a:avLst/>
              <a:gdLst>
                <a:gd name="csX0" fmla="*/ 125165 w 125643"/>
                <a:gd name="csY0" fmla="*/ 56372 h 142363"/>
                <a:gd name="csX1" fmla="*/ 125643 w 125643"/>
                <a:gd name="csY1" fmla="*/ 60194 h 142363"/>
                <a:gd name="csX2" fmla="*/ 125643 w 125643"/>
                <a:gd name="csY2" fmla="*/ 67838 h 142363"/>
                <a:gd name="csX3" fmla="*/ 123254 w 125643"/>
                <a:gd name="csY3" fmla="*/ 67360 h 142363"/>
                <a:gd name="csX4" fmla="*/ 121821 w 125643"/>
                <a:gd name="csY4" fmla="*/ 69748 h 142363"/>
                <a:gd name="csX5" fmla="*/ 112744 w 125643"/>
                <a:gd name="csY5" fmla="*/ 72615 h 142363"/>
                <a:gd name="csX6" fmla="*/ 110833 w 125643"/>
                <a:gd name="csY6" fmla="*/ 76914 h 142363"/>
                <a:gd name="csX7" fmla="*/ 108923 w 125643"/>
                <a:gd name="csY7" fmla="*/ 85991 h 142363"/>
                <a:gd name="csX8" fmla="*/ 109878 w 125643"/>
                <a:gd name="csY8" fmla="*/ 87425 h 142363"/>
                <a:gd name="csX9" fmla="*/ 110833 w 125643"/>
                <a:gd name="csY9" fmla="*/ 90291 h 142363"/>
                <a:gd name="csX10" fmla="*/ 113700 w 125643"/>
                <a:gd name="csY10" fmla="*/ 104623 h 142363"/>
                <a:gd name="csX11" fmla="*/ 114177 w 125643"/>
                <a:gd name="csY11" fmla="*/ 107011 h 142363"/>
                <a:gd name="csX12" fmla="*/ 117044 w 125643"/>
                <a:gd name="csY12" fmla="*/ 108922 h 142363"/>
                <a:gd name="csX13" fmla="*/ 114655 w 125643"/>
                <a:gd name="csY13" fmla="*/ 114655 h 142363"/>
                <a:gd name="csX14" fmla="*/ 112266 w 125643"/>
                <a:gd name="csY14" fmla="*/ 117999 h 142363"/>
                <a:gd name="csX15" fmla="*/ 85991 w 125643"/>
                <a:gd name="csY15" fmla="*/ 124687 h 142363"/>
                <a:gd name="csX16" fmla="*/ 68316 w 125643"/>
                <a:gd name="csY16" fmla="*/ 127554 h 142363"/>
                <a:gd name="csX17" fmla="*/ 62105 w 125643"/>
                <a:gd name="csY17" fmla="*/ 130420 h 142363"/>
                <a:gd name="csX18" fmla="*/ 60194 w 125643"/>
                <a:gd name="csY18" fmla="*/ 129942 h 142363"/>
                <a:gd name="csX19" fmla="*/ 55416 w 125643"/>
                <a:gd name="csY19" fmla="*/ 135675 h 142363"/>
                <a:gd name="csX20" fmla="*/ 46340 w 125643"/>
                <a:gd name="csY20" fmla="*/ 142363 h 142363"/>
                <a:gd name="csX21" fmla="*/ 42040 w 125643"/>
                <a:gd name="csY21" fmla="*/ 142363 h 142363"/>
                <a:gd name="csX22" fmla="*/ 29141 w 125643"/>
                <a:gd name="csY22" fmla="*/ 132809 h 142363"/>
                <a:gd name="csX23" fmla="*/ 13377 w 125643"/>
                <a:gd name="csY23" fmla="*/ 124687 h 142363"/>
                <a:gd name="csX24" fmla="*/ 11466 w 125643"/>
                <a:gd name="csY24" fmla="*/ 119910 h 142363"/>
                <a:gd name="csX25" fmla="*/ 7166 w 125643"/>
                <a:gd name="csY25" fmla="*/ 117044 h 142363"/>
                <a:gd name="csX26" fmla="*/ 2389 w 125643"/>
                <a:gd name="csY26" fmla="*/ 114655 h 142363"/>
                <a:gd name="csX27" fmla="*/ 0 w 125643"/>
                <a:gd name="csY27" fmla="*/ 105100 h 142363"/>
                <a:gd name="csX28" fmla="*/ 3344 w 125643"/>
                <a:gd name="csY28" fmla="*/ 98890 h 142363"/>
                <a:gd name="csX29" fmla="*/ 7644 w 125643"/>
                <a:gd name="csY29" fmla="*/ 92202 h 142363"/>
                <a:gd name="csX30" fmla="*/ 14332 w 125643"/>
                <a:gd name="csY30" fmla="*/ 89813 h 142363"/>
                <a:gd name="csX31" fmla="*/ 21020 w 125643"/>
                <a:gd name="csY31" fmla="*/ 85991 h 142363"/>
                <a:gd name="csX32" fmla="*/ 25798 w 125643"/>
                <a:gd name="csY32" fmla="*/ 76437 h 142363"/>
                <a:gd name="csX33" fmla="*/ 28664 w 125643"/>
                <a:gd name="csY33" fmla="*/ 67360 h 142363"/>
                <a:gd name="csX34" fmla="*/ 34396 w 125643"/>
                <a:gd name="csY34" fmla="*/ 57328 h 142363"/>
                <a:gd name="csX35" fmla="*/ 24842 w 125643"/>
                <a:gd name="csY35" fmla="*/ 59716 h 142363"/>
                <a:gd name="csX36" fmla="*/ 21020 w 125643"/>
                <a:gd name="csY36" fmla="*/ 58283 h 142363"/>
                <a:gd name="csX37" fmla="*/ 21498 w 125643"/>
                <a:gd name="csY37" fmla="*/ 54939 h 142363"/>
                <a:gd name="csX38" fmla="*/ 23409 w 125643"/>
                <a:gd name="csY38" fmla="*/ 47773 h 142363"/>
                <a:gd name="csX39" fmla="*/ 24842 w 125643"/>
                <a:gd name="csY39" fmla="*/ 45384 h 142363"/>
                <a:gd name="csX40" fmla="*/ 28186 w 125643"/>
                <a:gd name="csY40" fmla="*/ 41562 h 142363"/>
                <a:gd name="csX41" fmla="*/ 30575 w 125643"/>
                <a:gd name="csY41" fmla="*/ 34397 h 142363"/>
                <a:gd name="csX42" fmla="*/ 36307 w 125643"/>
                <a:gd name="csY42" fmla="*/ 29619 h 142363"/>
                <a:gd name="csX43" fmla="*/ 39174 w 125643"/>
                <a:gd name="csY43" fmla="*/ 28664 h 142363"/>
                <a:gd name="csX44" fmla="*/ 42040 w 125643"/>
                <a:gd name="csY44" fmla="*/ 28664 h 142363"/>
                <a:gd name="csX45" fmla="*/ 46818 w 125643"/>
                <a:gd name="csY45" fmla="*/ 26275 h 142363"/>
                <a:gd name="csX46" fmla="*/ 52073 w 125643"/>
                <a:gd name="csY46" fmla="*/ 22931 h 142363"/>
                <a:gd name="csX47" fmla="*/ 56372 w 125643"/>
                <a:gd name="csY47" fmla="*/ 20542 h 142363"/>
                <a:gd name="csX48" fmla="*/ 61150 w 125643"/>
                <a:gd name="csY48" fmla="*/ 19587 h 142363"/>
                <a:gd name="csX49" fmla="*/ 65927 w 125643"/>
                <a:gd name="csY49" fmla="*/ 16721 h 142363"/>
                <a:gd name="csX50" fmla="*/ 70226 w 125643"/>
                <a:gd name="csY50" fmla="*/ 10988 h 142363"/>
                <a:gd name="csX51" fmla="*/ 72137 w 125643"/>
                <a:gd name="csY51" fmla="*/ 955 h 142363"/>
                <a:gd name="csX52" fmla="*/ 84558 w 125643"/>
                <a:gd name="csY52" fmla="*/ 0 h 142363"/>
                <a:gd name="csX53" fmla="*/ 86947 w 125643"/>
                <a:gd name="csY53" fmla="*/ 2389 h 142363"/>
                <a:gd name="csX54" fmla="*/ 88380 w 125643"/>
                <a:gd name="csY54" fmla="*/ 8121 h 142363"/>
                <a:gd name="csX55" fmla="*/ 90291 w 125643"/>
                <a:gd name="csY55" fmla="*/ 10510 h 142363"/>
                <a:gd name="csX56" fmla="*/ 92680 w 125643"/>
                <a:gd name="csY56" fmla="*/ 11465 h 142363"/>
                <a:gd name="csX57" fmla="*/ 97935 w 125643"/>
                <a:gd name="csY57" fmla="*/ 21498 h 142363"/>
                <a:gd name="csX58" fmla="*/ 99368 w 125643"/>
                <a:gd name="csY58" fmla="*/ 24364 h 142363"/>
                <a:gd name="csX59" fmla="*/ 99846 w 125643"/>
                <a:gd name="csY59" fmla="*/ 29619 h 142363"/>
                <a:gd name="csX60" fmla="*/ 102712 w 125643"/>
                <a:gd name="csY60" fmla="*/ 33919 h 142363"/>
                <a:gd name="csX61" fmla="*/ 103667 w 125643"/>
                <a:gd name="csY61" fmla="*/ 38218 h 142363"/>
                <a:gd name="csX62" fmla="*/ 116566 w 125643"/>
                <a:gd name="csY62" fmla="*/ 51595 h 142363"/>
                <a:gd name="csX63" fmla="*/ 122299 w 125643"/>
                <a:gd name="csY63" fmla="*/ 53028 h 142363"/>
                <a:gd name="csX64" fmla="*/ 125165 w 125643"/>
                <a:gd name="csY64" fmla="*/ 56372 h 142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125643" h="142363">
                  <a:moveTo>
                    <a:pt x="125165" y="56372"/>
                  </a:moveTo>
                  <a:lnTo>
                    <a:pt x="125643" y="60194"/>
                  </a:lnTo>
                  <a:lnTo>
                    <a:pt x="125643" y="67838"/>
                  </a:lnTo>
                  <a:lnTo>
                    <a:pt x="123254" y="67360"/>
                  </a:lnTo>
                  <a:lnTo>
                    <a:pt x="121821" y="69748"/>
                  </a:lnTo>
                  <a:lnTo>
                    <a:pt x="112744" y="72615"/>
                  </a:lnTo>
                  <a:lnTo>
                    <a:pt x="110833" y="76914"/>
                  </a:lnTo>
                  <a:lnTo>
                    <a:pt x="108923" y="85991"/>
                  </a:lnTo>
                  <a:lnTo>
                    <a:pt x="109878" y="87425"/>
                  </a:lnTo>
                  <a:lnTo>
                    <a:pt x="110833" y="90291"/>
                  </a:lnTo>
                  <a:lnTo>
                    <a:pt x="113700" y="104623"/>
                  </a:lnTo>
                  <a:lnTo>
                    <a:pt x="114177" y="107011"/>
                  </a:lnTo>
                  <a:lnTo>
                    <a:pt x="117044" y="108922"/>
                  </a:lnTo>
                  <a:lnTo>
                    <a:pt x="114655" y="114655"/>
                  </a:lnTo>
                  <a:lnTo>
                    <a:pt x="112266" y="117999"/>
                  </a:lnTo>
                  <a:lnTo>
                    <a:pt x="85991" y="124687"/>
                  </a:lnTo>
                  <a:lnTo>
                    <a:pt x="68316" y="127554"/>
                  </a:lnTo>
                  <a:lnTo>
                    <a:pt x="62105" y="130420"/>
                  </a:lnTo>
                  <a:lnTo>
                    <a:pt x="60194" y="129942"/>
                  </a:lnTo>
                  <a:lnTo>
                    <a:pt x="55416" y="135675"/>
                  </a:lnTo>
                  <a:lnTo>
                    <a:pt x="46340" y="142363"/>
                  </a:lnTo>
                  <a:lnTo>
                    <a:pt x="42040" y="142363"/>
                  </a:lnTo>
                  <a:lnTo>
                    <a:pt x="29141" y="132809"/>
                  </a:lnTo>
                  <a:lnTo>
                    <a:pt x="13377" y="124687"/>
                  </a:lnTo>
                  <a:lnTo>
                    <a:pt x="11466" y="119910"/>
                  </a:lnTo>
                  <a:lnTo>
                    <a:pt x="7166" y="117044"/>
                  </a:lnTo>
                  <a:lnTo>
                    <a:pt x="2389" y="114655"/>
                  </a:lnTo>
                  <a:lnTo>
                    <a:pt x="0" y="105100"/>
                  </a:lnTo>
                  <a:lnTo>
                    <a:pt x="3344" y="98890"/>
                  </a:lnTo>
                  <a:lnTo>
                    <a:pt x="7644" y="92202"/>
                  </a:lnTo>
                  <a:lnTo>
                    <a:pt x="14332" y="89813"/>
                  </a:lnTo>
                  <a:lnTo>
                    <a:pt x="21020" y="85991"/>
                  </a:lnTo>
                  <a:lnTo>
                    <a:pt x="25798" y="76437"/>
                  </a:lnTo>
                  <a:lnTo>
                    <a:pt x="28664" y="67360"/>
                  </a:lnTo>
                  <a:lnTo>
                    <a:pt x="34396" y="57328"/>
                  </a:lnTo>
                  <a:lnTo>
                    <a:pt x="24842" y="59716"/>
                  </a:lnTo>
                  <a:lnTo>
                    <a:pt x="21020" y="58283"/>
                  </a:lnTo>
                  <a:lnTo>
                    <a:pt x="21498" y="54939"/>
                  </a:lnTo>
                  <a:lnTo>
                    <a:pt x="23409" y="47773"/>
                  </a:lnTo>
                  <a:lnTo>
                    <a:pt x="24842" y="45384"/>
                  </a:lnTo>
                  <a:lnTo>
                    <a:pt x="28186" y="41562"/>
                  </a:lnTo>
                  <a:lnTo>
                    <a:pt x="30575" y="34397"/>
                  </a:lnTo>
                  <a:lnTo>
                    <a:pt x="36307" y="29619"/>
                  </a:lnTo>
                  <a:lnTo>
                    <a:pt x="39174" y="28664"/>
                  </a:lnTo>
                  <a:lnTo>
                    <a:pt x="42040" y="28664"/>
                  </a:lnTo>
                  <a:lnTo>
                    <a:pt x="46818" y="26275"/>
                  </a:lnTo>
                  <a:lnTo>
                    <a:pt x="52073" y="22931"/>
                  </a:lnTo>
                  <a:lnTo>
                    <a:pt x="56372" y="20542"/>
                  </a:lnTo>
                  <a:lnTo>
                    <a:pt x="61150" y="19587"/>
                  </a:lnTo>
                  <a:lnTo>
                    <a:pt x="65927" y="16721"/>
                  </a:lnTo>
                  <a:lnTo>
                    <a:pt x="70226" y="10988"/>
                  </a:lnTo>
                  <a:lnTo>
                    <a:pt x="72137" y="955"/>
                  </a:lnTo>
                  <a:lnTo>
                    <a:pt x="84558" y="0"/>
                  </a:lnTo>
                  <a:lnTo>
                    <a:pt x="86947" y="2389"/>
                  </a:lnTo>
                  <a:lnTo>
                    <a:pt x="88380" y="8121"/>
                  </a:lnTo>
                  <a:lnTo>
                    <a:pt x="90291" y="10510"/>
                  </a:lnTo>
                  <a:lnTo>
                    <a:pt x="92680" y="11465"/>
                  </a:lnTo>
                  <a:lnTo>
                    <a:pt x="97935" y="21498"/>
                  </a:lnTo>
                  <a:lnTo>
                    <a:pt x="99368" y="24364"/>
                  </a:lnTo>
                  <a:lnTo>
                    <a:pt x="99846" y="29619"/>
                  </a:lnTo>
                  <a:lnTo>
                    <a:pt x="102712" y="33919"/>
                  </a:lnTo>
                  <a:lnTo>
                    <a:pt x="103667" y="38218"/>
                  </a:lnTo>
                  <a:lnTo>
                    <a:pt x="116566" y="51595"/>
                  </a:lnTo>
                  <a:lnTo>
                    <a:pt x="122299" y="53028"/>
                  </a:lnTo>
                  <a:lnTo>
                    <a:pt x="125165" y="5637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" name="Freeform 858">
              <a:extLst>
                <a:ext uri="{FF2B5EF4-FFF2-40B4-BE49-F238E27FC236}">
                  <a16:creationId xmlns:a16="http://schemas.microsoft.com/office/drawing/2014/main" id="{CCCDEE73-234E-110A-DBBF-8B203AE1B5D1}"/>
                </a:ext>
              </a:extLst>
            </p:cNvPr>
            <p:cNvSpPr/>
            <p:nvPr/>
          </p:nvSpPr>
          <p:spPr>
            <a:xfrm>
              <a:off x="7818691" y="4392842"/>
              <a:ext cx="3344" cy="955"/>
            </a:xfrm>
            <a:custGeom>
              <a:avLst/>
              <a:gdLst>
                <a:gd name="csX0" fmla="*/ 3344 w 3344"/>
                <a:gd name="csY0" fmla="*/ 0 h 955"/>
                <a:gd name="csX1" fmla="*/ 2866 w 3344"/>
                <a:gd name="csY1" fmla="*/ 0 h 955"/>
                <a:gd name="csX2" fmla="*/ 1911 w 3344"/>
                <a:gd name="csY2" fmla="*/ 478 h 955"/>
                <a:gd name="csX3" fmla="*/ 0 w 3344"/>
                <a:gd name="csY3" fmla="*/ 955 h 955"/>
                <a:gd name="csX4" fmla="*/ 0 w 3344"/>
                <a:gd name="csY4" fmla="*/ 955 h 955"/>
                <a:gd name="csX5" fmla="*/ 1911 w 3344"/>
                <a:gd name="csY5" fmla="*/ 0 h 955"/>
                <a:gd name="csX6" fmla="*/ 3344 w 3344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955">
                  <a:moveTo>
                    <a:pt x="3344" y="0"/>
                  </a:moveTo>
                  <a:lnTo>
                    <a:pt x="2866" y="0"/>
                  </a:lnTo>
                  <a:lnTo>
                    <a:pt x="1911" y="478"/>
                  </a:lnTo>
                  <a:lnTo>
                    <a:pt x="0" y="955"/>
                  </a:lnTo>
                  <a:lnTo>
                    <a:pt x="0" y="955"/>
                  </a:lnTo>
                  <a:lnTo>
                    <a:pt x="1911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" name="Freeform 859">
              <a:extLst>
                <a:ext uri="{FF2B5EF4-FFF2-40B4-BE49-F238E27FC236}">
                  <a16:creationId xmlns:a16="http://schemas.microsoft.com/office/drawing/2014/main" id="{E5C9DB9A-7C9A-D727-8666-46DB984B5241}"/>
                </a:ext>
              </a:extLst>
            </p:cNvPr>
            <p:cNvSpPr/>
            <p:nvPr/>
          </p:nvSpPr>
          <p:spPr>
            <a:xfrm>
              <a:off x="7819169" y="4270543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1433 w 2388"/>
                <a:gd name="csY1" fmla="*/ 478 h 1433"/>
                <a:gd name="csX2" fmla="*/ 0 w 2388"/>
                <a:gd name="csY2" fmla="*/ 1433 h 1433"/>
                <a:gd name="csX3" fmla="*/ 0 w 2388"/>
                <a:gd name="csY3" fmla="*/ 1433 h 1433"/>
                <a:gd name="csX4" fmla="*/ 1433 w 2388"/>
                <a:gd name="csY4" fmla="*/ 478 h 1433"/>
                <a:gd name="csX5" fmla="*/ 2389 w 2388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1433" y="478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" name="Freeform 860">
              <a:extLst>
                <a:ext uri="{FF2B5EF4-FFF2-40B4-BE49-F238E27FC236}">
                  <a16:creationId xmlns:a16="http://schemas.microsoft.com/office/drawing/2014/main" id="{9AD639AD-86EB-11C3-D92B-02AA1FBF42B5}"/>
                </a:ext>
              </a:extLst>
            </p:cNvPr>
            <p:cNvSpPr/>
            <p:nvPr/>
          </p:nvSpPr>
          <p:spPr>
            <a:xfrm>
              <a:off x="7816780" y="4432015"/>
              <a:ext cx="2388" cy="4777"/>
            </a:xfrm>
            <a:custGeom>
              <a:avLst/>
              <a:gdLst>
                <a:gd name="csX0" fmla="*/ 2389 w 2388"/>
                <a:gd name="csY0" fmla="*/ 956 h 4777"/>
                <a:gd name="csX1" fmla="*/ 2389 w 2388"/>
                <a:gd name="csY1" fmla="*/ 1433 h 4777"/>
                <a:gd name="csX2" fmla="*/ 2389 w 2388"/>
                <a:gd name="csY2" fmla="*/ 1911 h 4777"/>
                <a:gd name="csX3" fmla="*/ 1911 w 2388"/>
                <a:gd name="csY3" fmla="*/ 4777 h 4777"/>
                <a:gd name="csX4" fmla="*/ 1433 w 2388"/>
                <a:gd name="csY4" fmla="*/ 4777 h 4777"/>
                <a:gd name="csX5" fmla="*/ 0 w 2388"/>
                <a:gd name="csY5" fmla="*/ 3822 h 4777"/>
                <a:gd name="csX6" fmla="*/ 0 w 2388"/>
                <a:gd name="csY6" fmla="*/ 956 h 4777"/>
                <a:gd name="csX7" fmla="*/ 956 w 2388"/>
                <a:gd name="csY7" fmla="*/ 0 h 4777"/>
                <a:gd name="csX8" fmla="*/ 1433 w 2388"/>
                <a:gd name="csY8" fmla="*/ 0 h 4777"/>
                <a:gd name="csX9" fmla="*/ 1911 w 2388"/>
                <a:gd name="csY9" fmla="*/ 478 h 4777"/>
                <a:gd name="csX10" fmla="*/ 2389 w 2388"/>
                <a:gd name="csY10" fmla="*/ 95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4777">
                  <a:moveTo>
                    <a:pt x="2389" y="956"/>
                  </a:moveTo>
                  <a:lnTo>
                    <a:pt x="2389" y="1433"/>
                  </a:lnTo>
                  <a:lnTo>
                    <a:pt x="2389" y="1911"/>
                  </a:lnTo>
                  <a:lnTo>
                    <a:pt x="1911" y="4777"/>
                  </a:lnTo>
                  <a:lnTo>
                    <a:pt x="1433" y="4777"/>
                  </a:lnTo>
                  <a:lnTo>
                    <a:pt x="0" y="3822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1A19E064-1939-B477-1F88-6FDA67CE5113}"/>
                </a:ext>
              </a:extLst>
            </p:cNvPr>
            <p:cNvSpPr/>
            <p:nvPr/>
          </p:nvSpPr>
          <p:spPr>
            <a:xfrm>
              <a:off x="7813436" y="2501033"/>
              <a:ext cx="5732" cy="9554"/>
            </a:xfrm>
            <a:custGeom>
              <a:avLst/>
              <a:gdLst>
                <a:gd name="csX0" fmla="*/ 1433 w 5732"/>
                <a:gd name="csY0" fmla="*/ 0 h 9554"/>
                <a:gd name="csX1" fmla="*/ 5733 w 5732"/>
                <a:gd name="csY1" fmla="*/ 8121 h 9554"/>
                <a:gd name="csX2" fmla="*/ 4777 w 5732"/>
                <a:gd name="csY2" fmla="*/ 9555 h 9554"/>
                <a:gd name="csX3" fmla="*/ 2389 w 5732"/>
                <a:gd name="csY3" fmla="*/ 9077 h 9554"/>
                <a:gd name="csX4" fmla="*/ 478 w 5732"/>
                <a:gd name="csY4" fmla="*/ 5733 h 9554"/>
                <a:gd name="csX5" fmla="*/ 0 w 5732"/>
                <a:gd name="csY5" fmla="*/ 956 h 9554"/>
                <a:gd name="csX6" fmla="*/ 1433 w 5732"/>
                <a:gd name="csY6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32" h="9554">
                  <a:moveTo>
                    <a:pt x="1433" y="0"/>
                  </a:moveTo>
                  <a:lnTo>
                    <a:pt x="5733" y="8121"/>
                  </a:lnTo>
                  <a:lnTo>
                    <a:pt x="4777" y="9555"/>
                  </a:lnTo>
                  <a:lnTo>
                    <a:pt x="2389" y="9077"/>
                  </a:lnTo>
                  <a:lnTo>
                    <a:pt x="478" y="5733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" name="Freeform 862">
              <a:extLst>
                <a:ext uri="{FF2B5EF4-FFF2-40B4-BE49-F238E27FC236}">
                  <a16:creationId xmlns:a16="http://schemas.microsoft.com/office/drawing/2014/main" id="{A13F6511-56F8-285C-C308-85AAC74DA79F}"/>
                </a:ext>
              </a:extLst>
            </p:cNvPr>
            <p:cNvSpPr/>
            <p:nvPr/>
          </p:nvSpPr>
          <p:spPr>
            <a:xfrm>
              <a:off x="7814870" y="4393797"/>
              <a:ext cx="2866" cy="477"/>
            </a:xfrm>
            <a:custGeom>
              <a:avLst/>
              <a:gdLst>
                <a:gd name="csX0" fmla="*/ 2866 w 2866"/>
                <a:gd name="csY0" fmla="*/ 478 h 477"/>
                <a:gd name="csX1" fmla="*/ 2866 w 2866"/>
                <a:gd name="csY1" fmla="*/ 478 h 477"/>
                <a:gd name="csX2" fmla="*/ 1910 w 2866"/>
                <a:gd name="csY2" fmla="*/ 478 h 477"/>
                <a:gd name="csX3" fmla="*/ 478 w 2866"/>
                <a:gd name="csY3" fmla="*/ 0 h 477"/>
                <a:gd name="csX4" fmla="*/ 0 w 2866"/>
                <a:gd name="csY4" fmla="*/ 0 h 477"/>
                <a:gd name="csX5" fmla="*/ 0 w 2866"/>
                <a:gd name="csY5" fmla="*/ 0 h 477"/>
                <a:gd name="csX6" fmla="*/ 478 w 2866"/>
                <a:gd name="csY6" fmla="*/ 0 h 477"/>
                <a:gd name="csX7" fmla="*/ 1910 w 2866"/>
                <a:gd name="csY7" fmla="*/ 478 h 477"/>
                <a:gd name="csX8" fmla="*/ 2866 w 2866"/>
                <a:gd name="csY8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477">
                  <a:moveTo>
                    <a:pt x="2866" y="478"/>
                  </a:moveTo>
                  <a:lnTo>
                    <a:pt x="2866" y="478"/>
                  </a:lnTo>
                  <a:lnTo>
                    <a:pt x="1910" y="478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910" y="478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" name="Freeform 863">
              <a:extLst>
                <a:ext uri="{FF2B5EF4-FFF2-40B4-BE49-F238E27FC236}">
                  <a16:creationId xmlns:a16="http://schemas.microsoft.com/office/drawing/2014/main" id="{B61C0F55-7FFE-07B9-4EF9-802FBA12B371}"/>
                </a:ext>
              </a:extLst>
            </p:cNvPr>
            <p:cNvSpPr/>
            <p:nvPr/>
          </p:nvSpPr>
          <p:spPr>
            <a:xfrm>
              <a:off x="7235384" y="4046966"/>
              <a:ext cx="579007" cy="541267"/>
            </a:xfrm>
            <a:custGeom>
              <a:avLst/>
              <a:gdLst>
                <a:gd name="csX0" fmla="*/ 212112 w 579007"/>
                <a:gd name="csY0" fmla="*/ 91246 h 541267"/>
                <a:gd name="csX1" fmla="*/ 213067 w 579007"/>
                <a:gd name="csY1" fmla="*/ 90291 h 541267"/>
                <a:gd name="csX2" fmla="*/ 214023 w 579007"/>
                <a:gd name="csY2" fmla="*/ 90291 h 541267"/>
                <a:gd name="csX3" fmla="*/ 214501 w 579007"/>
                <a:gd name="csY3" fmla="*/ 90769 h 541267"/>
                <a:gd name="csX4" fmla="*/ 215456 w 579007"/>
                <a:gd name="csY4" fmla="*/ 88858 h 541267"/>
                <a:gd name="csX5" fmla="*/ 215933 w 579007"/>
                <a:gd name="csY5" fmla="*/ 88380 h 541267"/>
                <a:gd name="csX6" fmla="*/ 217367 w 579007"/>
                <a:gd name="csY6" fmla="*/ 88858 h 541267"/>
                <a:gd name="csX7" fmla="*/ 219756 w 579007"/>
                <a:gd name="csY7" fmla="*/ 92202 h 541267"/>
                <a:gd name="csX8" fmla="*/ 221667 w 579007"/>
                <a:gd name="csY8" fmla="*/ 95068 h 541267"/>
                <a:gd name="csX9" fmla="*/ 222144 w 579007"/>
                <a:gd name="csY9" fmla="*/ 95546 h 541267"/>
                <a:gd name="csX10" fmla="*/ 222144 w 579007"/>
                <a:gd name="csY10" fmla="*/ 96024 h 541267"/>
                <a:gd name="csX11" fmla="*/ 222622 w 579007"/>
                <a:gd name="csY11" fmla="*/ 96024 h 541267"/>
                <a:gd name="csX12" fmla="*/ 225010 w 579007"/>
                <a:gd name="csY12" fmla="*/ 97457 h 541267"/>
                <a:gd name="csX13" fmla="*/ 226444 w 579007"/>
                <a:gd name="csY13" fmla="*/ 98412 h 541267"/>
                <a:gd name="csX14" fmla="*/ 228355 w 579007"/>
                <a:gd name="csY14" fmla="*/ 98412 h 541267"/>
                <a:gd name="csX15" fmla="*/ 230744 w 579007"/>
                <a:gd name="csY15" fmla="*/ 97935 h 541267"/>
                <a:gd name="csX16" fmla="*/ 232176 w 579007"/>
                <a:gd name="csY16" fmla="*/ 98890 h 541267"/>
                <a:gd name="csX17" fmla="*/ 233132 w 579007"/>
                <a:gd name="csY17" fmla="*/ 99846 h 541267"/>
                <a:gd name="csX18" fmla="*/ 233132 w 579007"/>
                <a:gd name="csY18" fmla="*/ 99846 h 541267"/>
                <a:gd name="csX19" fmla="*/ 233132 w 579007"/>
                <a:gd name="csY19" fmla="*/ 99846 h 541267"/>
                <a:gd name="csX20" fmla="*/ 236476 w 579007"/>
                <a:gd name="csY20" fmla="*/ 102234 h 541267"/>
                <a:gd name="csX21" fmla="*/ 237909 w 579007"/>
                <a:gd name="csY21" fmla="*/ 101756 h 541267"/>
                <a:gd name="csX22" fmla="*/ 238865 w 579007"/>
                <a:gd name="csY22" fmla="*/ 102712 h 541267"/>
                <a:gd name="csX23" fmla="*/ 238865 w 579007"/>
                <a:gd name="csY23" fmla="*/ 104145 h 541267"/>
                <a:gd name="csX24" fmla="*/ 238387 w 579007"/>
                <a:gd name="csY24" fmla="*/ 105578 h 541267"/>
                <a:gd name="csX25" fmla="*/ 238865 w 579007"/>
                <a:gd name="csY25" fmla="*/ 106534 h 541267"/>
                <a:gd name="csX26" fmla="*/ 239820 w 579007"/>
                <a:gd name="csY26" fmla="*/ 106534 h 541267"/>
                <a:gd name="csX27" fmla="*/ 243164 w 579007"/>
                <a:gd name="csY27" fmla="*/ 107967 h 541267"/>
                <a:gd name="csX28" fmla="*/ 245553 w 579007"/>
                <a:gd name="csY28" fmla="*/ 108922 h 541267"/>
                <a:gd name="csX29" fmla="*/ 246986 w 579007"/>
                <a:gd name="csY29" fmla="*/ 108922 h 541267"/>
                <a:gd name="csX30" fmla="*/ 248419 w 579007"/>
                <a:gd name="csY30" fmla="*/ 109878 h 541267"/>
                <a:gd name="csX31" fmla="*/ 249853 w 579007"/>
                <a:gd name="csY31" fmla="*/ 110833 h 541267"/>
                <a:gd name="csX32" fmla="*/ 252241 w 579007"/>
                <a:gd name="csY32" fmla="*/ 112266 h 541267"/>
                <a:gd name="csX33" fmla="*/ 254630 w 579007"/>
                <a:gd name="csY33" fmla="*/ 113700 h 541267"/>
                <a:gd name="csX34" fmla="*/ 254630 w 579007"/>
                <a:gd name="csY34" fmla="*/ 115133 h 541267"/>
                <a:gd name="csX35" fmla="*/ 254152 w 579007"/>
                <a:gd name="csY35" fmla="*/ 114655 h 541267"/>
                <a:gd name="csX36" fmla="*/ 252719 w 579007"/>
                <a:gd name="csY36" fmla="*/ 115133 h 541267"/>
                <a:gd name="csX37" fmla="*/ 251763 w 579007"/>
                <a:gd name="csY37" fmla="*/ 115611 h 541267"/>
                <a:gd name="csX38" fmla="*/ 251286 w 579007"/>
                <a:gd name="csY38" fmla="*/ 116088 h 541267"/>
                <a:gd name="csX39" fmla="*/ 248419 w 579007"/>
                <a:gd name="csY39" fmla="*/ 118477 h 541267"/>
                <a:gd name="csX40" fmla="*/ 248419 w 579007"/>
                <a:gd name="csY40" fmla="*/ 118477 h 541267"/>
                <a:gd name="csX41" fmla="*/ 246986 w 579007"/>
                <a:gd name="csY41" fmla="*/ 119432 h 541267"/>
                <a:gd name="csX42" fmla="*/ 245553 w 579007"/>
                <a:gd name="csY42" fmla="*/ 120388 h 541267"/>
                <a:gd name="csX43" fmla="*/ 242687 w 579007"/>
                <a:gd name="csY43" fmla="*/ 124210 h 541267"/>
                <a:gd name="csX44" fmla="*/ 241253 w 579007"/>
                <a:gd name="csY44" fmla="*/ 127554 h 541267"/>
                <a:gd name="csX45" fmla="*/ 239820 w 579007"/>
                <a:gd name="csY45" fmla="*/ 130420 h 541267"/>
                <a:gd name="csX46" fmla="*/ 239820 w 579007"/>
                <a:gd name="csY46" fmla="*/ 132809 h 541267"/>
                <a:gd name="csX47" fmla="*/ 239342 w 579007"/>
                <a:gd name="csY47" fmla="*/ 135197 h 541267"/>
                <a:gd name="csX48" fmla="*/ 238387 w 579007"/>
                <a:gd name="csY48" fmla="*/ 136631 h 541267"/>
                <a:gd name="csX49" fmla="*/ 237431 w 579007"/>
                <a:gd name="csY49" fmla="*/ 137108 h 541267"/>
                <a:gd name="csX50" fmla="*/ 237431 w 579007"/>
                <a:gd name="csY50" fmla="*/ 137108 h 541267"/>
                <a:gd name="csX51" fmla="*/ 236476 w 579007"/>
                <a:gd name="csY51" fmla="*/ 139497 h 541267"/>
                <a:gd name="csX52" fmla="*/ 235998 w 579007"/>
                <a:gd name="csY52" fmla="*/ 141886 h 541267"/>
                <a:gd name="csX53" fmla="*/ 235998 w 579007"/>
                <a:gd name="csY53" fmla="*/ 141886 h 541267"/>
                <a:gd name="csX54" fmla="*/ 235998 w 579007"/>
                <a:gd name="csY54" fmla="*/ 142841 h 541267"/>
                <a:gd name="csX55" fmla="*/ 237909 w 579007"/>
                <a:gd name="csY55" fmla="*/ 143796 h 541267"/>
                <a:gd name="csX56" fmla="*/ 239342 w 579007"/>
                <a:gd name="csY56" fmla="*/ 145230 h 541267"/>
                <a:gd name="csX57" fmla="*/ 241253 w 579007"/>
                <a:gd name="csY57" fmla="*/ 146185 h 541267"/>
                <a:gd name="csX58" fmla="*/ 243164 w 579007"/>
                <a:gd name="csY58" fmla="*/ 147141 h 541267"/>
                <a:gd name="csX59" fmla="*/ 244120 w 579007"/>
                <a:gd name="csY59" fmla="*/ 147619 h 541267"/>
                <a:gd name="csX60" fmla="*/ 244597 w 579007"/>
                <a:gd name="csY60" fmla="*/ 146663 h 541267"/>
                <a:gd name="csX61" fmla="*/ 245075 w 579007"/>
                <a:gd name="csY61" fmla="*/ 146185 h 541267"/>
                <a:gd name="csX62" fmla="*/ 246508 w 579007"/>
                <a:gd name="csY62" fmla="*/ 146663 h 541267"/>
                <a:gd name="csX63" fmla="*/ 247942 w 579007"/>
                <a:gd name="csY63" fmla="*/ 147619 h 541267"/>
                <a:gd name="csX64" fmla="*/ 249375 w 579007"/>
                <a:gd name="csY64" fmla="*/ 148574 h 541267"/>
                <a:gd name="csX65" fmla="*/ 249853 w 579007"/>
                <a:gd name="csY65" fmla="*/ 149052 h 541267"/>
                <a:gd name="csX66" fmla="*/ 252719 w 579007"/>
                <a:gd name="csY66" fmla="*/ 150485 h 541267"/>
                <a:gd name="csX67" fmla="*/ 255108 w 579007"/>
                <a:gd name="csY67" fmla="*/ 151440 h 541267"/>
                <a:gd name="csX68" fmla="*/ 257974 w 579007"/>
                <a:gd name="csY68" fmla="*/ 152873 h 541267"/>
                <a:gd name="csX69" fmla="*/ 258929 w 579007"/>
                <a:gd name="csY69" fmla="*/ 153829 h 541267"/>
                <a:gd name="csX70" fmla="*/ 258929 w 579007"/>
                <a:gd name="csY70" fmla="*/ 153829 h 541267"/>
                <a:gd name="csX71" fmla="*/ 259407 w 579007"/>
                <a:gd name="csY71" fmla="*/ 154784 h 541267"/>
                <a:gd name="csX72" fmla="*/ 260840 w 579007"/>
                <a:gd name="csY72" fmla="*/ 156218 h 541267"/>
                <a:gd name="csX73" fmla="*/ 264185 w 579007"/>
                <a:gd name="csY73" fmla="*/ 158606 h 541267"/>
                <a:gd name="csX74" fmla="*/ 267051 w 579007"/>
                <a:gd name="csY74" fmla="*/ 160517 h 541267"/>
                <a:gd name="csX75" fmla="*/ 269917 w 579007"/>
                <a:gd name="csY75" fmla="*/ 161950 h 541267"/>
                <a:gd name="csX76" fmla="*/ 271351 w 579007"/>
                <a:gd name="csY76" fmla="*/ 162428 h 541267"/>
                <a:gd name="csX77" fmla="*/ 271828 w 579007"/>
                <a:gd name="csY77" fmla="*/ 162906 h 541267"/>
                <a:gd name="csX78" fmla="*/ 272306 w 579007"/>
                <a:gd name="csY78" fmla="*/ 162428 h 541267"/>
                <a:gd name="csX79" fmla="*/ 273261 w 579007"/>
                <a:gd name="csY79" fmla="*/ 161950 h 541267"/>
                <a:gd name="csX80" fmla="*/ 274217 w 579007"/>
                <a:gd name="csY80" fmla="*/ 161950 h 541267"/>
                <a:gd name="csX81" fmla="*/ 275172 w 579007"/>
                <a:gd name="csY81" fmla="*/ 161950 h 541267"/>
                <a:gd name="csX82" fmla="*/ 275172 w 579007"/>
                <a:gd name="csY82" fmla="*/ 161950 h 541267"/>
                <a:gd name="csX83" fmla="*/ 276605 w 579007"/>
                <a:gd name="csY83" fmla="*/ 162906 h 541267"/>
                <a:gd name="csX84" fmla="*/ 280427 w 579007"/>
                <a:gd name="csY84" fmla="*/ 164817 h 541267"/>
                <a:gd name="csX85" fmla="*/ 283294 w 579007"/>
                <a:gd name="csY85" fmla="*/ 166728 h 541267"/>
                <a:gd name="csX86" fmla="*/ 287115 w 579007"/>
                <a:gd name="csY86" fmla="*/ 166250 h 541267"/>
                <a:gd name="csX87" fmla="*/ 287115 w 579007"/>
                <a:gd name="csY87" fmla="*/ 166250 h 541267"/>
                <a:gd name="csX88" fmla="*/ 288071 w 579007"/>
                <a:gd name="csY88" fmla="*/ 166728 h 541267"/>
                <a:gd name="csX89" fmla="*/ 288549 w 579007"/>
                <a:gd name="csY89" fmla="*/ 168161 h 541267"/>
                <a:gd name="csX90" fmla="*/ 289026 w 579007"/>
                <a:gd name="csY90" fmla="*/ 169594 h 541267"/>
                <a:gd name="csX91" fmla="*/ 292848 w 579007"/>
                <a:gd name="csY91" fmla="*/ 171027 h 541267"/>
                <a:gd name="csX92" fmla="*/ 295715 w 579007"/>
                <a:gd name="csY92" fmla="*/ 171505 h 541267"/>
                <a:gd name="csX93" fmla="*/ 298581 w 579007"/>
                <a:gd name="csY93" fmla="*/ 171983 h 541267"/>
                <a:gd name="csX94" fmla="*/ 299059 w 579007"/>
                <a:gd name="csY94" fmla="*/ 172460 h 541267"/>
                <a:gd name="csX95" fmla="*/ 300014 w 579007"/>
                <a:gd name="csY95" fmla="*/ 172938 h 541267"/>
                <a:gd name="csX96" fmla="*/ 301447 w 579007"/>
                <a:gd name="csY96" fmla="*/ 171983 h 541267"/>
                <a:gd name="csX97" fmla="*/ 301925 w 579007"/>
                <a:gd name="csY97" fmla="*/ 171983 h 541267"/>
                <a:gd name="csX98" fmla="*/ 301925 w 579007"/>
                <a:gd name="csY98" fmla="*/ 171505 h 541267"/>
                <a:gd name="csX99" fmla="*/ 303358 w 579007"/>
                <a:gd name="csY99" fmla="*/ 171027 h 541267"/>
                <a:gd name="csX100" fmla="*/ 305269 w 579007"/>
                <a:gd name="csY100" fmla="*/ 171027 h 541267"/>
                <a:gd name="csX101" fmla="*/ 309091 w 579007"/>
                <a:gd name="csY101" fmla="*/ 172460 h 541267"/>
                <a:gd name="csX102" fmla="*/ 310524 w 579007"/>
                <a:gd name="csY102" fmla="*/ 172460 h 541267"/>
                <a:gd name="csX103" fmla="*/ 311002 w 579007"/>
                <a:gd name="csY103" fmla="*/ 172460 h 541267"/>
                <a:gd name="csX104" fmla="*/ 311958 w 579007"/>
                <a:gd name="csY104" fmla="*/ 171505 h 541267"/>
                <a:gd name="csX105" fmla="*/ 314824 w 579007"/>
                <a:gd name="csY105" fmla="*/ 171027 h 541267"/>
                <a:gd name="csX106" fmla="*/ 315779 w 579007"/>
                <a:gd name="csY106" fmla="*/ 170549 h 541267"/>
                <a:gd name="csX107" fmla="*/ 318645 w 579007"/>
                <a:gd name="csY107" fmla="*/ 171505 h 541267"/>
                <a:gd name="csX108" fmla="*/ 323901 w 579007"/>
                <a:gd name="csY108" fmla="*/ 173416 h 541267"/>
                <a:gd name="csX109" fmla="*/ 326289 w 579007"/>
                <a:gd name="csY109" fmla="*/ 174371 h 541267"/>
                <a:gd name="csX110" fmla="*/ 326767 w 579007"/>
                <a:gd name="csY110" fmla="*/ 175327 h 541267"/>
                <a:gd name="csX111" fmla="*/ 327245 w 579007"/>
                <a:gd name="csY111" fmla="*/ 176282 h 541267"/>
                <a:gd name="csX112" fmla="*/ 327245 w 579007"/>
                <a:gd name="csY112" fmla="*/ 178671 h 541267"/>
                <a:gd name="csX113" fmla="*/ 327722 w 579007"/>
                <a:gd name="csY113" fmla="*/ 179626 h 541267"/>
                <a:gd name="csX114" fmla="*/ 327722 w 579007"/>
                <a:gd name="csY114" fmla="*/ 179626 h 541267"/>
                <a:gd name="csX115" fmla="*/ 332500 w 579007"/>
                <a:gd name="csY115" fmla="*/ 182015 h 541267"/>
                <a:gd name="csX116" fmla="*/ 334411 w 579007"/>
                <a:gd name="csY116" fmla="*/ 182970 h 541267"/>
                <a:gd name="csX117" fmla="*/ 334411 w 579007"/>
                <a:gd name="csY117" fmla="*/ 182970 h 541267"/>
                <a:gd name="csX118" fmla="*/ 335844 w 579007"/>
                <a:gd name="csY118" fmla="*/ 182970 h 541267"/>
                <a:gd name="csX119" fmla="*/ 336322 w 579007"/>
                <a:gd name="csY119" fmla="*/ 182970 h 541267"/>
                <a:gd name="csX120" fmla="*/ 336799 w 579007"/>
                <a:gd name="csY120" fmla="*/ 183448 h 541267"/>
                <a:gd name="csX121" fmla="*/ 337277 w 579007"/>
                <a:gd name="csY121" fmla="*/ 184881 h 541267"/>
                <a:gd name="csX122" fmla="*/ 337277 w 579007"/>
                <a:gd name="csY122" fmla="*/ 184881 h 541267"/>
                <a:gd name="csX123" fmla="*/ 337754 w 579007"/>
                <a:gd name="csY123" fmla="*/ 184881 h 541267"/>
                <a:gd name="csX124" fmla="*/ 338710 w 579007"/>
                <a:gd name="csY124" fmla="*/ 185359 h 541267"/>
                <a:gd name="csX125" fmla="*/ 339666 w 579007"/>
                <a:gd name="csY125" fmla="*/ 185359 h 541267"/>
                <a:gd name="csX126" fmla="*/ 343010 w 579007"/>
                <a:gd name="csY126" fmla="*/ 184403 h 541267"/>
                <a:gd name="csX127" fmla="*/ 345399 w 579007"/>
                <a:gd name="csY127" fmla="*/ 183448 h 541267"/>
                <a:gd name="csX128" fmla="*/ 346831 w 579007"/>
                <a:gd name="csY128" fmla="*/ 183926 h 541267"/>
                <a:gd name="csX129" fmla="*/ 347787 w 579007"/>
                <a:gd name="csY129" fmla="*/ 184881 h 541267"/>
                <a:gd name="csX130" fmla="*/ 347787 w 579007"/>
                <a:gd name="csY130" fmla="*/ 184881 h 541267"/>
                <a:gd name="csX131" fmla="*/ 347787 w 579007"/>
                <a:gd name="csY131" fmla="*/ 186314 h 541267"/>
                <a:gd name="csX132" fmla="*/ 348265 w 579007"/>
                <a:gd name="csY132" fmla="*/ 186314 h 541267"/>
                <a:gd name="csX133" fmla="*/ 348742 w 579007"/>
                <a:gd name="csY133" fmla="*/ 187748 h 541267"/>
                <a:gd name="csX134" fmla="*/ 349698 w 579007"/>
                <a:gd name="csY134" fmla="*/ 188226 h 541267"/>
                <a:gd name="csX135" fmla="*/ 349698 w 579007"/>
                <a:gd name="csY135" fmla="*/ 188226 h 541267"/>
                <a:gd name="csX136" fmla="*/ 351131 w 579007"/>
                <a:gd name="csY136" fmla="*/ 188226 h 541267"/>
                <a:gd name="csX137" fmla="*/ 353997 w 579007"/>
                <a:gd name="csY137" fmla="*/ 187270 h 541267"/>
                <a:gd name="csX138" fmla="*/ 354953 w 579007"/>
                <a:gd name="csY138" fmla="*/ 187748 h 541267"/>
                <a:gd name="csX139" fmla="*/ 356386 w 579007"/>
                <a:gd name="csY139" fmla="*/ 188226 h 541267"/>
                <a:gd name="csX140" fmla="*/ 358775 w 579007"/>
                <a:gd name="csY140" fmla="*/ 188703 h 541267"/>
                <a:gd name="csX141" fmla="*/ 361163 w 579007"/>
                <a:gd name="csY141" fmla="*/ 188703 h 541267"/>
                <a:gd name="csX142" fmla="*/ 362119 w 579007"/>
                <a:gd name="csY142" fmla="*/ 189181 h 541267"/>
                <a:gd name="csX143" fmla="*/ 364508 w 579007"/>
                <a:gd name="csY143" fmla="*/ 190614 h 541267"/>
                <a:gd name="csX144" fmla="*/ 364508 w 579007"/>
                <a:gd name="csY144" fmla="*/ 190614 h 541267"/>
                <a:gd name="csX145" fmla="*/ 367852 w 579007"/>
                <a:gd name="csY145" fmla="*/ 191569 h 541267"/>
                <a:gd name="csX146" fmla="*/ 368807 w 579007"/>
                <a:gd name="csY146" fmla="*/ 191569 h 541267"/>
                <a:gd name="csX147" fmla="*/ 374062 w 579007"/>
                <a:gd name="csY147" fmla="*/ 189181 h 541267"/>
                <a:gd name="csX148" fmla="*/ 374540 w 579007"/>
                <a:gd name="csY148" fmla="*/ 189659 h 541267"/>
                <a:gd name="csX149" fmla="*/ 375495 w 579007"/>
                <a:gd name="csY149" fmla="*/ 191569 h 541267"/>
                <a:gd name="csX150" fmla="*/ 376929 w 579007"/>
                <a:gd name="csY150" fmla="*/ 192525 h 541267"/>
                <a:gd name="csX151" fmla="*/ 379317 w 579007"/>
                <a:gd name="csY151" fmla="*/ 193480 h 541267"/>
                <a:gd name="csX152" fmla="*/ 381706 w 579007"/>
                <a:gd name="csY152" fmla="*/ 192047 h 541267"/>
                <a:gd name="csX153" fmla="*/ 383617 w 579007"/>
                <a:gd name="csY153" fmla="*/ 192525 h 541267"/>
                <a:gd name="csX154" fmla="*/ 384095 w 579007"/>
                <a:gd name="csY154" fmla="*/ 192525 h 541267"/>
                <a:gd name="csX155" fmla="*/ 386006 w 579007"/>
                <a:gd name="csY155" fmla="*/ 192525 h 541267"/>
                <a:gd name="csX156" fmla="*/ 388394 w 579007"/>
                <a:gd name="csY156" fmla="*/ 192047 h 541267"/>
                <a:gd name="csX157" fmla="*/ 390305 w 579007"/>
                <a:gd name="csY157" fmla="*/ 191569 h 541267"/>
                <a:gd name="csX158" fmla="*/ 392693 w 579007"/>
                <a:gd name="csY158" fmla="*/ 192525 h 541267"/>
                <a:gd name="csX159" fmla="*/ 393649 w 579007"/>
                <a:gd name="csY159" fmla="*/ 193003 h 541267"/>
                <a:gd name="csX160" fmla="*/ 394127 w 579007"/>
                <a:gd name="csY160" fmla="*/ 192525 h 541267"/>
                <a:gd name="csX161" fmla="*/ 394604 w 579007"/>
                <a:gd name="csY161" fmla="*/ 192047 h 541267"/>
                <a:gd name="csX162" fmla="*/ 395560 w 579007"/>
                <a:gd name="csY162" fmla="*/ 188703 h 541267"/>
                <a:gd name="csX163" fmla="*/ 396515 w 579007"/>
                <a:gd name="csY163" fmla="*/ 185837 h 541267"/>
                <a:gd name="csX164" fmla="*/ 396515 w 579007"/>
                <a:gd name="csY164" fmla="*/ 184403 h 541267"/>
                <a:gd name="csX165" fmla="*/ 396515 w 579007"/>
                <a:gd name="csY165" fmla="*/ 184403 h 541267"/>
                <a:gd name="csX166" fmla="*/ 395560 w 579007"/>
                <a:gd name="csY166" fmla="*/ 182015 h 541267"/>
                <a:gd name="csX167" fmla="*/ 393172 w 579007"/>
                <a:gd name="csY167" fmla="*/ 178671 h 541267"/>
                <a:gd name="csX168" fmla="*/ 393172 w 579007"/>
                <a:gd name="csY168" fmla="*/ 177715 h 541267"/>
                <a:gd name="csX169" fmla="*/ 394127 w 579007"/>
                <a:gd name="csY169" fmla="*/ 171983 h 541267"/>
                <a:gd name="csX170" fmla="*/ 394604 w 579007"/>
                <a:gd name="csY170" fmla="*/ 168638 h 541267"/>
                <a:gd name="csX171" fmla="*/ 394604 w 579007"/>
                <a:gd name="csY171" fmla="*/ 168638 h 541267"/>
                <a:gd name="csX172" fmla="*/ 395560 w 579007"/>
                <a:gd name="csY172" fmla="*/ 167205 h 541267"/>
                <a:gd name="csX173" fmla="*/ 396515 w 579007"/>
                <a:gd name="csY173" fmla="*/ 164817 h 541267"/>
                <a:gd name="csX174" fmla="*/ 396515 w 579007"/>
                <a:gd name="csY174" fmla="*/ 163861 h 541267"/>
                <a:gd name="csX175" fmla="*/ 396515 w 579007"/>
                <a:gd name="csY175" fmla="*/ 162906 h 541267"/>
                <a:gd name="csX176" fmla="*/ 395560 w 579007"/>
                <a:gd name="csY176" fmla="*/ 162428 h 541267"/>
                <a:gd name="csX177" fmla="*/ 395560 w 579007"/>
                <a:gd name="csY177" fmla="*/ 161950 h 541267"/>
                <a:gd name="csX178" fmla="*/ 395560 w 579007"/>
                <a:gd name="csY178" fmla="*/ 161473 h 541267"/>
                <a:gd name="csX179" fmla="*/ 396515 w 579007"/>
                <a:gd name="csY179" fmla="*/ 160995 h 541267"/>
                <a:gd name="csX180" fmla="*/ 398904 w 579007"/>
                <a:gd name="csY180" fmla="*/ 160517 h 541267"/>
                <a:gd name="csX181" fmla="*/ 401770 w 579007"/>
                <a:gd name="csY181" fmla="*/ 159562 h 541267"/>
                <a:gd name="csX182" fmla="*/ 403204 w 579007"/>
                <a:gd name="csY182" fmla="*/ 159084 h 541267"/>
                <a:gd name="csX183" fmla="*/ 404159 w 579007"/>
                <a:gd name="csY183" fmla="*/ 158606 h 541267"/>
                <a:gd name="csX184" fmla="*/ 405115 w 579007"/>
                <a:gd name="csY184" fmla="*/ 158128 h 541267"/>
                <a:gd name="csX185" fmla="*/ 405592 w 579007"/>
                <a:gd name="csY185" fmla="*/ 158128 h 541267"/>
                <a:gd name="csX186" fmla="*/ 408459 w 579007"/>
                <a:gd name="csY186" fmla="*/ 159084 h 541267"/>
                <a:gd name="csX187" fmla="*/ 409414 w 579007"/>
                <a:gd name="csY187" fmla="*/ 160039 h 541267"/>
                <a:gd name="csX188" fmla="*/ 409892 w 579007"/>
                <a:gd name="csY188" fmla="*/ 161950 h 541267"/>
                <a:gd name="csX189" fmla="*/ 410370 w 579007"/>
                <a:gd name="csY189" fmla="*/ 162428 h 541267"/>
                <a:gd name="csX190" fmla="*/ 409892 w 579007"/>
                <a:gd name="csY190" fmla="*/ 164817 h 541267"/>
                <a:gd name="csX191" fmla="*/ 408459 w 579007"/>
                <a:gd name="csY191" fmla="*/ 169594 h 541267"/>
                <a:gd name="csX192" fmla="*/ 408459 w 579007"/>
                <a:gd name="csY192" fmla="*/ 171505 h 541267"/>
                <a:gd name="csX193" fmla="*/ 409892 w 579007"/>
                <a:gd name="csY193" fmla="*/ 172938 h 541267"/>
                <a:gd name="csX194" fmla="*/ 409892 w 579007"/>
                <a:gd name="csY194" fmla="*/ 172938 h 541267"/>
                <a:gd name="csX195" fmla="*/ 411325 w 579007"/>
                <a:gd name="csY195" fmla="*/ 173894 h 541267"/>
                <a:gd name="csX196" fmla="*/ 410847 w 579007"/>
                <a:gd name="csY196" fmla="*/ 174371 h 541267"/>
                <a:gd name="csX197" fmla="*/ 408459 w 579007"/>
                <a:gd name="csY197" fmla="*/ 175804 h 541267"/>
                <a:gd name="csX198" fmla="*/ 408459 w 579007"/>
                <a:gd name="csY198" fmla="*/ 175804 h 541267"/>
                <a:gd name="csX199" fmla="*/ 407981 w 579007"/>
                <a:gd name="csY199" fmla="*/ 176760 h 541267"/>
                <a:gd name="csX200" fmla="*/ 408459 w 579007"/>
                <a:gd name="csY200" fmla="*/ 177715 h 541267"/>
                <a:gd name="csX201" fmla="*/ 409414 w 579007"/>
                <a:gd name="csY201" fmla="*/ 178193 h 541267"/>
                <a:gd name="csX202" fmla="*/ 409892 w 579007"/>
                <a:gd name="csY202" fmla="*/ 179149 h 541267"/>
                <a:gd name="csX203" fmla="*/ 410370 w 579007"/>
                <a:gd name="csY203" fmla="*/ 181060 h 541267"/>
                <a:gd name="csX204" fmla="*/ 411803 w 579007"/>
                <a:gd name="csY204" fmla="*/ 181537 h 541267"/>
                <a:gd name="csX205" fmla="*/ 414191 w 579007"/>
                <a:gd name="csY205" fmla="*/ 182970 h 541267"/>
                <a:gd name="csX206" fmla="*/ 416102 w 579007"/>
                <a:gd name="csY206" fmla="*/ 183926 h 541267"/>
                <a:gd name="csX207" fmla="*/ 419924 w 579007"/>
                <a:gd name="csY207" fmla="*/ 183448 h 541267"/>
                <a:gd name="csX208" fmla="*/ 420880 w 579007"/>
                <a:gd name="csY208" fmla="*/ 183926 h 541267"/>
                <a:gd name="csX209" fmla="*/ 420880 w 579007"/>
                <a:gd name="csY209" fmla="*/ 183926 h 541267"/>
                <a:gd name="csX210" fmla="*/ 422791 w 579007"/>
                <a:gd name="csY210" fmla="*/ 184403 h 541267"/>
                <a:gd name="csX211" fmla="*/ 424224 w 579007"/>
                <a:gd name="csY211" fmla="*/ 184403 h 541267"/>
                <a:gd name="csX212" fmla="*/ 425179 w 579007"/>
                <a:gd name="csY212" fmla="*/ 184881 h 541267"/>
                <a:gd name="csX213" fmla="*/ 425657 w 579007"/>
                <a:gd name="csY213" fmla="*/ 185359 h 541267"/>
                <a:gd name="csX214" fmla="*/ 425179 w 579007"/>
                <a:gd name="csY214" fmla="*/ 185359 h 541267"/>
                <a:gd name="csX215" fmla="*/ 425657 w 579007"/>
                <a:gd name="csY215" fmla="*/ 185837 h 541267"/>
                <a:gd name="csX216" fmla="*/ 427568 w 579007"/>
                <a:gd name="csY216" fmla="*/ 186314 h 541267"/>
                <a:gd name="csX217" fmla="*/ 428523 w 579007"/>
                <a:gd name="csY217" fmla="*/ 186314 h 541267"/>
                <a:gd name="csX218" fmla="*/ 431868 w 579007"/>
                <a:gd name="csY218" fmla="*/ 185837 h 541267"/>
                <a:gd name="csX219" fmla="*/ 435689 w 579007"/>
                <a:gd name="csY219" fmla="*/ 185359 h 541267"/>
                <a:gd name="csX220" fmla="*/ 437122 w 579007"/>
                <a:gd name="csY220" fmla="*/ 183448 h 541267"/>
                <a:gd name="csX221" fmla="*/ 438078 w 579007"/>
                <a:gd name="csY221" fmla="*/ 183448 h 541267"/>
                <a:gd name="csX222" fmla="*/ 439989 w 579007"/>
                <a:gd name="csY222" fmla="*/ 182493 h 541267"/>
                <a:gd name="csX223" fmla="*/ 441422 w 579007"/>
                <a:gd name="csY223" fmla="*/ 182970 h 541267"/>
                <a:gd name="csX224" fmla="*/ 441900 w 579007"/>
                <a:gd name="csY224" fmla="*/ 183448 h 541267"/>
                <a:gd name="csX225" fmla="*/ 444288 w 579007"/>
                <a:gd name="csY225" fmla="*/ 184403 h 541267"/>
                <a:gd name="csX226" fmla="*/ 445244 w 579007"/>
                <a:gd name="csY226" fmla="*/ 184881 h 541267"/>
                <a:gd name="csX227" fmla="*/ 447632 w 579007"/>
                <a:gd name="csY227" fmla="*/ 184881 h 541267"/>
                <a:gd name="csX228" fmla="*/ 450021 w 579007"/>
                <a:gd name="csY228" fmla="*/ 184881 h 541267"/>
                <a:gd name="csX229" fmla="*/ 455754 w 579007"/>
                <a:gd name="csY229" fmla="*/ 184403 h 541267"/>
                <a:gd name="csX230" fmla="*/ 455754 w 579007"/>
                <a:gd name="csY230" fmla="*/ 184403 h 541267"/>
                <a:gd name="csX231" fmla="*/ 458620 w 579007"/>
                <a:gd name="csY231" fmla="*/ 184403 h 541267"/>
                <a:gd name="csX232" fmla="*/ 461487 w 579007"/>
                <a:gd name="csY232" fmla="*/ 182970 h 541267"/>
                <a:gd name="csX233" fmla="*/ 461964 w 579007"/>
                <a:gd name="csY233" fmla="*/ 182970 h 541267"/>
                <a:gd name="csX234" fmla="*/ 463398 w 579007"/>
                <a:gd name="csY234" fmla="*/ 184403 h 541267"/>
                <a:gd name="csX235" fmla="*/ 466264 w 579007"/>
                <a:gd name="csY235" fmla="*/ 184403 h 541267"/>
                <a:gd name="csX236" fmla="*/ 468175 w 579007"/>
                <a:gd name="csY236" fmla="*/ 183926 h 541267"/>
                <a:gd name="csX237" fmla="*/ 469608 w 579007"/>
                <a:gd name="csY237" fmla="*/ 183448 h 541267"/>
                <a:gd name="csX238" fmla="*/ 471041 w 579007"/>
                <a:gd name="csY238" fmla="*/ 182970 h 541267"/>
                <a:gd name="csX239" fmla="*/ 471519 w 579007"/>
                <a:gd name="csY239" fmla="*/ 182970 h 541267"/>
                <a:gd name="csX240" fmla="*/ 472952 w 579007"/>
                <a:gd name="csY240" fmla="*/ 183448 h 541267"/>
                <a:gd name="csX241" fmla="*/ 473907 w 579007"/>
                <a:gd name="csY241" fmla="*/ 182970 h 541267"/>
                <a:gd name="csX242" fmla="*/ 474386 w 579007"/>
                <a:gd name="csY242" fmla="*/ 182015 h 541267"/>
                <a:gd name="csX243" fmla="*/ 474386 w 579007"/>
                <a:gd name="csY243" fmla="*/ 181060 h 541267"/>
                <a:gd name="csX244" fmla="*/ 473430 w 579007"/>
                <a:gd name="csY244" fmla="*/ 179626 h 541267"/>
                <a:gd name="csX245" fmla="*/ 472952 w 579007"/>
                <a:gd name="csY245" fmla="*/ 178671 h 541267"/>
                <a:gd name="csX246" fmla="*/ 472475 w 579007"/>
                <a:gd name="csY246" fmla="*/ 178193 h 541267"/>
                <a:gd name="csX247" fmla="*/ 472952 w 579007"/>
                <a:gd name="csY247" fmla="*/ 177238 h 541267"/>
                <a:gd name="csX248" fmla="*/ 473430 w 579007"/>
                <a:gd name="csY248" fmla="*/ 175804 h 541267"/>
                <a:gd name="csX249" fmla="*/ 474386 w 579007"/>
                <a:gd name="csY249" fmla="*/ 174371 h 541267"/>
                <a:gd name="csX250" fmla="*/ 473907 w 579007"/>
                <a:gd name="csY250" fmla="*/ 172938 h 541267"/>
                <a:gd name="csX251" fmla="*/ 472475 w 579007"/>
                <a:gd name="csY251" fmla="*/ 171027 h 541267"/>
                <a:gd name="csX252" fmla="*/ 471997 w 579007"/>
                <a:gd name="csY252" fmla="*/ 171027 h 541267"/>
                <a:gd name="csX253" fmla="*/ 470086 w 579007"/>
                <a:gd name="csY253" fmla="*/ 171505 h 541267"/>
                <a:gd name="csX254" fmla="*/ 467697 w 579007"/>
                <a:gd name="csY254" fmla="*/ 171505 h 541267"/>
                <a:gd name="csX255" fmla="*/ 465786 w 579007"/>
                <a:gd name="csY255" fmla="*/ 170072 h 541267"/>
                <a:gd name="csX256" fmla="*/ 464831 w 579007"/>
                <a:gd name="csY256" fmla="*/ 169116 h 541267"/>
                <a:gd name="csX257" fmla="*/ 464353 w 579007"/>
                <a:gd name="csY257" fmla="*/ 167683 h 541267"/>
                <a:gd name="csX258" fmla="*/ 464831 w 579007"/>
                <a:gd name="csY258" fmla="*/ 166728 h 541267"/>
                <a:gd name="csX259" fmla="*/ 465309 w 579007"/>
                <a:gd name="csY259" fmla="*/ 165294 h 541267"/>
                <a:gd name="csX260" fmla="*/ 465309 w 579007"/>
                <a:gd name="csY260" fmla="*/ 164817 h 541267"/>
                <a:gd name="csX261" fmla="*/ 467220 w 579007"/>
                <a:gd name="csY261" fmla="*/ 164817 h 541267"/>
                <a:gd name="csX262" fmla="*/ 469130 w 579007"/>
                <a:gd name="csY262" fmla="*/ 165294 h 541267"/>
                <a:gd name="csX263" fmla="*/ 471041 w 579007"/>
                <a:gd name="csY263" fmla="*/ 165294 h 541267"/>
                <a:gd name="csX264" fmla="*/ 472475 w 579007"/>
                <a:gd name="csY264" fmla="*/ 165294 h 541267"/>
                <a:gd name="csX265" fmla="*/ 474863 w 579007"/>
                <a:gd name="csY265" fmla="*/ 163861 h 541267"/>
                <a:gd name="csX266" fmla="*/ 475818 w 579007"/>
                <a:gd name="csY266" fmla="*/ 163861 h 541267"/>
                <a:gd name="csX267" fmla="*/ 477252 w 579007"/>
                <a:gd name="csY267" fmla="*/ 163384 h 541267"/>
                <a:gd name="csX268" fmla="*/ 477729 w 579007"/>
                <a:gd name="csY268" fmla="*/ 163384 h 541267"/>
                <a:gd name="csX269" fmla="*/ 478207 w 579007"/>
                <a:gd name="csY269" fmla="*/ 163384 h 541267"/>
                <a:gd name="csX270" fmla="*/ 479640 w 579007"/>
                <a:gd name="csY270" fmla="*/ 163384 h 541267"/>
                <a:gd name="csX271" fmla="*/ 481073 w 579007"/>
                <a:gd name="csY271" fmla="*/ 163384 h 541267"/>
                <a:gd name="csX272" fmla="*/ 482029 w 579007"/>
                <a:gd name="csY272" fmla="*/ 163384 h 541267"/>
                <a:gd name="csX273" fmla="*/ 482507 w 579007"/>
                <a:gd name="csY273" fmla="*/ 162906 h 541267"/>
                <a:gd name="csX274" fmla="*/ 483462 w 579007"/>
                <a:gd name="csY274" fmla="*/ 162428 h 541267"/>
                <a:gd name="csX275" fmla="*/ 485851 w 579007"/>
                <a:gd name="csY275" fmla="*/ 160995 h 541267"/>
                <a:gd name="csX276" fmla="*/ 485851 w 579007"/>
                <a:gd name="csY276" fmla="*/ 160995 h 541267"/>
                <a:gd name="csX277" fmla="*/ 486329 w 579007"/>
                <a:gd name="csY277" fmla="*/ 160517 h 541267"/>
                <a:gd name="csX278" fmla="*/ 486329 w 579007"/>
                <a:gd name="csY278" fmla="*/ 160039 h 541267"/>
                <a:gd name="csX279" fmla="*/ 486329 w 579007"/>
                <a:gd name="csY279" fmla="*/ 159562 h 541267"/>
                <a:gd name="csX280" fmla="*/ 485851 w 579007"/>
                <a:gd name="csY280" fmla="*/ 159084 h 541267"/>
                <a:gd name="csX281" fmla="*/ 485373 w 579007"/>
                <a:gd name="csY281" fmla="*/ 158606 h 541267"/>
                <a:gd name="csX282" fmla="*/ 485851 w 579007"/>
                <a:gd name="csY282" fmla="*/ 158128 h 541267"/>
                <a:gd name="csX283" fmla="*/ 486806 w 579007"/>
                <a:gd name="csY283" fmla="*/ 157173 h 541267"/>
                <a:gd name="csX284" fmla="*/ 490150 w 579007"/>
                <a:gd name="csY284" fmla="*/ 155262 h 541267"/>
                <a:gd name="csX285" fmla="*/ 493495 w 579007"/>
                <a:gd name="csY285" fmla="*/ 153351 h 541267"/>
                <a:gd name="csX286" fmla="*/ 493972 w 579007"/>
                <a:gd name="csY286" fmla="*/ 152396 h 541267"/>
                <a:gd name="csX287" fmla="*/ 494928 w 579007"/>
                <a:gd name="csY287" fmla="*/ 151440 h 541267"/>
                <a:gd name="csX288" fmla="*/ 494928 w 579007"/>
                <a:gd name="csY288" fmla="*/ 151440 h 541267"/>
                <a:gd name="csX289" fmla="*/ 495883 w 579007"/>
                <a:gd name="csY289" fmla="*/ 150007 h 541267"/>
                <a:gd name="csX290" fmla="*/ 496839 w 579007"/>
                <a:gd name="csY290" fmla="*/ 147619 h 541267"/>
                <a:gd name="csX291" fmla="*/ 497794 w 579007"/>
                <a:gd name="csY291" fmla="*/ 147141 h 541267"/>
                <a:gd name="csX292" fmla="*/ 499705 w 579007"/>
                <a:gd name="csY292" fmla="*/ 146663 h 541267"/>
                <a:gd name="csX293" fmla="*/ 505916 w 579007"/>
                <a:gd name="csY293" fmla="*/ 145707 h 541267"/>
                <a:gd name="csX294" fmla="*/ 507827 w 579007"/>
                <a:gd name="csY294" fmla="*/ 144752 h 541267"/>
                <a:gd name="csX295" fmla="*/ 510693 w 579007"/>
                <a:gd name="csY295" fmla="*/ 143319 h 541267"/>
                <a:gd name="csX296" fmla="*/ 512126 w 579007"/>
                <a:gd name="csY296" fmla="*/ 142363 h 541267"/>
                <a:gd name="csX297" fmla="*/ 512604 w 579007"/>
                <a:gd name="csY297" fmla="*/ 141408 h 541267"/>
                <a:gd name="csX298" fmla="*/ 512604 w 579007"/>
                <a:gd name="csY298" fmla="*/ 139975 h 541267"/>
                <a:gd name="csX299" fmla="*/ 514514 w 579007"/>
                <a:gd name="csY299" fmla="*/ 139975 h 541267"/>
                <a:gd name="csX300" fmla="*/ 514514 w 579007"/>
                <a:gd name="csY300" fmla="*/ 139975 h 541267"/>
                <a:gd name="csX301" fmla="*/ 516425 w 579007"/>
                <a:gd name="csY301" fmla="*/ 138064 h 541267"/>
                <a:gd name="csX302" fmla="*/ 518336 w 579007"/>
                <a:gd name="csY302" fmla="*/ 136153 h 541267"/>
                <a:gd name="csX303" fmla="*/ 521680 w 579007"/>
                <a:gd name="csY303" fmla="*/ 134720 h 541267"/>
                <a:gd name="csX304" fmla="*/ 525025 w 579007"/>
                <a:gd name="csY304" fmla="*/ 132809 h 541267"/>
                <a:gd name="csX305" fmla="*/ 525980 w 579007"/>
                <a:gd name="csY305" fmla="*/ 133287 h 541267"/>
                <a:gd name="csX306" fmla="*/ 526936 w 579007"/>
                <a:gd name="csY306" fmla="*/ 134242 h 541267"/>
                <a:gd name="csX307" fmla="*/ 527413 w 579007"/>
                <a:gd name="csY307" fmla="*/ 135197 h 541267"/>
                <a:gd name="csX308" fmla="*/ 527413 w 579007"/>
                <a:gd name="csY308" fmla="*/ 135197 h 541267"/>
                <a:gd name="csX309" fmla="*/ 527891 w 579007"/>
                <a:gd name="csY309" fmla="*/ 135675 h 541267"/>
                <a:gd name="csX310" fmla="*/ 531713 w 579007"/>
                <a:gd name="csY310" fmla="*/ 136153 h 541267"/>
                <a:gd name="csX311" fmla="*/ 532191 w 579007"/>
                <a:gd name="csY311" fmla="*/ 136153 h 541267"/>
                <a:gd name="csX312" fmla="*/ 535057 w 579007"/>
                <a:gd name="csY312" fmla="*/ 137108 h 541267"/>
                <a:gd name="csX313" fmla="*/ 537923 w 579007"/>
                <a:gd name="csY313" fmla="*/ 138542 h 541267"/>
                <a:gd name="csX314" fmla="*/ 539357 w 579007"/>
                <a:gd name="csY314" fmla="*/ 138542 h 541267"/>
                <a:gd name="csX315" fmla="*/ 539834 w 579007"/>
                <a:gd name="csY315" fmla="*/ 138542 h 541267"/>
                <a:gd name="csX316" fmla="*/ 540790 w 579007"/>
                <a:gd name="csY316" fmla="*/ 138064 h 541267"/>
                <a:gd name="csX317" fmla="*/ 540790 w 579007"/>
                <a:gd name="csY317" fmla="*/ 138064 h 541267"/>
                <a:gd name="csX318" fmla="*/ 541268 w 579007"/>
                <a:gd name="csY318" fmla="*/ 137108 h 541267"/>
                <a:gd name="csX319" fmla="*/ 542223 w 579007"/>
                <a:gd name="csY319" fmla="*/ 136631 h 541267"/>
                <a:gd name="csX320" fmla="*/ 542701 w 579007"/>
                <a:gd name="csY320" fmla="*/ 136153 h 541267"/>
                <a:gd name="csX321" fmla="*/ 542701 w 579007"/>
                <a:gd name="csY321" fmla="*/ 135197 h 541267"/>
                <a:gd name="csX322" fmla="*/ 546523 w 579007"/>
                <a:gd name="csY322" fmla="*/ 132809 h 541267"/>
                <a:gd name="csX323" fmla="*/ 549866 w 579007"/>
                <a:gd name="csY323" fmla="*/ 131376 h 541267"/>
                <a:gd name="csX324" fmla="*/ 552733 w 579007"/>
                <a:gd name="csY324" fmla="*/ 129942 h 541267"/>
                <a:gd name="csX325" fmla="*/ 553689 w 579007"/>
                <a:gd name="csY325" fmla="*/ 130420 h 541267"/>
                <a:gd name="csX326" fmla="*/ 554644 w 579007"/>
                <a:gd name="csY326" fmla="*/ 131376 h 541267"/>
                <a:gd name="csX327" fmla="*/ 556077 w 579007"/>
                <a:gd name="csY327" fmla="*/ 133764 h 541267"/>
                <a:gd name="csX328" fmla="*/ 556077 w 579007"/>
                <a:gd name="csY328" fmla="*/ 133764 h 541267"/>
                <a:gd name="csX329" fmla="*/ 557032 w 579007"/>
                <a:gd name="csY329" fmla="*/ 134242 h 541267"/>
                <a:gd name="csX330" fmla="*/ 558943 w 579007"/>
                <a:gd name="csY330" fmla="*/ 133764 h 541267"/>
                <a:gd name="csX331" fmla="*/ 559421 w 579007"/>
                <a:gd name="csY331" fmla="*/ 134242 h 541267"/>
                <a:gd name="csX332" fmla="*/ 558943 w 579007"/>
                <a:gd name="csY332" fmla="*/ 134720 h 541267"/>
                <a:gd name="csX333" fmla="*/ 557510 w 579007"/>
                <a:gd name="csY333" fmla="*/ 136153 h 541267"/>
                <a:gd name="csX334" fmla="*/ 555600 w 579007"/>
                <a:gd name="csY334" fmla="*/ 136631 h 541267"/>
                <a:gd name="csX335" fmla="*/ 554644 w 579007"/>
                <a:gd name="csY335" fmla="*/ 137586 h 541267"/>
                <a:gd name="csX336" fmla="*/ 554644 w 579007"/>
                <a:gd name="csY336" fmla="*/ 137586 h 541267"/>
                <a:gd name="csX337" fmla="*/ 555121 w 579007"/>
                <a:gd name="csY337" fmla="*/ 139975 h 541267"/>
                <a:gd name="csX338" fmla="*/ 555121 w 579007"/>
                <a:gd name="csY338" fmla="*/ 139975 h 541267"/>
                <a:gd name="csX339" fmla="*/ 554644 w 579007"/>
                <a:gd name="csY339" fmla="*/ 140930 h 541267"/>
                <a:gd name="csX340" fmla="*/ 555600 w 579007"/>
                <a:gd name="csY340" fmla="*/ 141408 h 541267"/>
                <a:gd name="csX341" fmla="*/ 555600 w 579007"/>
                <a:gd name="csY341" fmla="*/ 140930 h 541267"/>
                <a:gd name="csX342" fmla="*/ 558943 w 579007"/>
                <a:gd name="csY342" fmla="*/ 138542 h 541267"/>
                <a:gd name="csX343" fmla="*/ 560854 w 579007"/>
                <a:gd name="csY343" fmla="*/ 138064 h 541267"/>
                <a:gd name="csX344" fmla="*/ 561332 w 579007"/>
                <a:gd name="csY344" fmla="*/ 139019 h 541267"/>
                <a:gd name="csX345" fmla="*/ 561810 w 579007"/>
                <a:gd name="csY345" fmla="*/ 139975 h 541267"/>
                <a:gd name="csX346" fmla="*/ 563243 w 579007"/>
                <a:gd name="csY346" fmla="*/ 142841 h 541267"/>
                <a:gd name="csX347" fmla="*/ 563721 w 579007"/>
                <a:gd name="csY347" fmla="*/ 144274 h 541267"/>
                <a:gd name="csX348" fmla="*/ 559899 w 579007"/>
                <a:gd name="csY348" fmla="*/ 147619 h 541267"/>
                <a:gd name="csX349" fmla="*/ 559899 w 579007"/>
                <a:gd name="csY349" fmla="*/ 147619 h 541267"/>
                <a:gd name="csX350" fmla="*/ 558466 w 579007"/>
                <a:gd name="csY350" fmla="*/ 149052 h 541267"/>
                <a:gd name="csX351" fmla="*/ 558943 w 579007"/>
                <a:gd name="csY351" fmla="*/ 149529 h 541267"/>
                <a:gd name="csX352" fmla="*/ 558466 w 579007"/>
                <a:gd name="csY352" fmla="*/ 150485 h 541267"/>
                <a:gd name="csX353" fmla="*/ 557510 w 579007"/>
                <a:gd name="csY353" fmla="*/ 150962 h 541267"/>
                <a:gd name="csX354" fmla="*/ 557510 w 579007"/>
                <a:gd name="csY354" fmla="*/ 150962 h 541267"/>
                <a:gd name="csX355" fmla="*/ 557988 w 579007"/>
                <a:gd name="csY355" fmla="*/ 151440 h 541267"/>
                <a:gd name="csX356" fmla="*/ 557988 w 579007"/>
                <a:gd name="csY356" fmla="*/ 151440 h 541267"/>
                <a:gd name="csX357" fmla="*/ 558466 w 579007"/>
                <a:gd name="csY357" fmla="*/ 151918 h 541267"/>
                <a:gd name="csX358" fmla="*/ 559421 w 579007"/>
                <a:gd name="csY358" fmla="*/ 152396 h 541267"/>
                <a:gd name="csX359" fmla="*/ 559421 w 579007"/>
                <a:gd name="csY359" fmla="*/ 152396 h 541267"/>
                <a:gd name="csX360" fmla="*/ 559899 w 579007"/>
                <a:gd name="csY360" fmla="*/ 152396 h 541267"/>
                <a:gd name="csX361" fmla="*/ 560854 w 579007"/>
                <a:gd name="csY361" fmla="*/ 151440 h 541267"/>
                <a:gd name="csX362" fmla="*/ 564198 w 579007"/>
                <a:gd name="csY362" fmla="*/ 150485 h 541267"/>
                <a:gd name="csX363" fmla="*/ 565154 w 579007"/>
                <a:gd name="csY363" fmla="*/ 150485 h 541267"/>
                <a:gd name="csX364" fmla="*/ 567543 w 579007"/>
                <a:gd name="csY364" fmla="*/ 152396 h 541267"/>
                <a:gd name="csX365" fmla="*/ 568498 w 579007"/>
                <a:gd name="csY365" fmla="*/ 152396 h 541267"/>
                <a:gd name="csX366" fmla="*/ 571364 w 579007"/>
                <a:gd name="csY366" fmla="*/ 152873 h 541267"/>
                <a:gd name="csX367" fmla="*/ 572798 w 579007"/>
                <a:gd name="csY367" fmla="*/ 152396 h 541267"/>
                <a:gd name="csX368" fmla="*/ 573275 w 579007"/>
                <a:gd name="csY368" fmla="*/ 152396 h 541267"/>
                <a:gd name="csX369" fmla="*/ 573275 w 579007"/>
                <a:gd name="csY369" fmla="*/ 152396 h 541267"/>
                <a:gd name="csX370" fmla="*/ 574709 w 579007"/>
                <a:gd name="csY370" fmla="*/ 152873 h 541267"/>
                <a:gd name="csX371" fmla="*/ 577575 w 579007"/>
                <a:gd name="csY371" fmla="*/ 155262 h 541267"/>
                <a:gd name="csX372" fmla="*/ 578530 w 579007"/>
                <a:gd name="csY372" fmla="*/ 155262 h 541267"/>
                <a:gd name="csX373" fmla="*/ 578053 w 579007"/>
                <a:gd name="csY373" fmla="*/ 156695 h 541267"/>
                <a:gd name="csX374" fmla="*/ 578053 w 579007"/>
                <a:gd name="csY374" fmla="*/ 158128 h 541267"/>
                <a:gd name="csX375" fmla="*/ 578530 w 579007"/>
                <a:gd name="csY375" fmla="*/ 159084 h 541267"/>
                <a:gd name="csX376" fmla="*/ 579008 w 579007"/>
                <a:gd name="csY376" fmla="*/ 160039 h 541267"/>
                <a:gd name="csX377" fmla="*/ 578530 w 579007"/>
                <a:gd name="csY377" fmla="*/ 160995 h 541267"/>
                <a:gd name="csX378" fmla="*/ 578053 w 579007"/>
                <a:gd name="csY378" fmla="*/ 161950 h 541267"/>
                <a:gd name="csX379" fmla="*/ 576619 w 579007"/>
                <a:gd name="csY379" fmla="*/ 161950 h 541267"/>
                <a:gd name="csX380" fmla="*/ 575186 w 579007"/>
                <a:gd name="csY380" fmla="*/ 163384 h 541267"/>
                <a:gd name="csX381" fmla="*/ 572798 w 579007"/>
                <a:gd name="csY381" fmla="*/ 164817 h 541267"/>
                <a:gd name="csX382" fmla="*/ 571364 w 579007"/>
                <a:gd name="csY382" fmla="*/ 166250 h 541267"/>
                <a:gd name="csX383" fmla="*/ 569931 w 579007"/>
                <a:gd name="csY383" fmla="*/ 167205 h 541267"/>
                <a:gd name="csX384" fmla="*/ 569453 w 579007"/>
                <a:gd name="csY384" fmla="*/ 168161 h 541267"/>
                <a:gd name="csX385" fmla="*/ 569453 w 579007"/>
                <a:gd name="csY385" fmla="*/ 170072 h 541267"/>
                <a:gd name="csX386" fmla="*/ 569931 w 579007"/>
                <a:gd name="csY386" fmla="*/ 171505 h 541267"/>
                <a:gd name="csX387" fmla="*/ 574231 w 579007"/>
                <a:gd name="csY387" fmla="*/ 177238 h 541267"/>
                <a:gd name="csX388" fmla="*/ 574231 w 579007"/>
                <a:gd name="csY388" fmla="*/ 178193 h 541267"/>
                <a:gd name="csX389" fmla="*/ 572798 w 579007"/>
                <a:gd name="csY389" fmla="*/ 178193 h 541267"/>
                <a:gd name="csX390" fmla="*/ 570887 w 579007"/>
                <a:gd name="csY390" fmla="*/ 177715 h 541267"/>
                <a:gd name="csX391" fmla="*/ 569453 w 579007"/>
                <a:gd name="csY391" fmla="*/ 176760 h 541267"/>
                <a:gd name="csX392" fmla="*/ 568020 w 579007"/>
                <a:gd name="csY392" fmla="*/ 174371 h 541267"/>
                <a:gd name="csX393" fmla="*/ 566587 w 579007"/>
                <a:gd name="csY393" fmla="*/ 173416 h 541267"/>
                <a:gd name="csX394" fmla="*/ 565154 w 579007"/>
                <a:gd name="csY394" fmla="*/ 173416 h 541267"/>
                <a:gd name="csX395" fmla="*/ 557510 w 579007"/>
                <a:gd name="csY395" fmla="*/ 174849 h 541267"/>
                <a:gd name="csX396" fmla="*/ 556077 w 579007"/>
                <a:gd name="csY396" fmla="*/ 174849 h 541267"/>
                <a:gd name="csX397" fmla="*/ 553211 w 579007"/>
                <a:gd name="csY397" fmla="*/ 175804 h 541267"/>
                <a:gd name="csX398" fmla="*/ 553211 w 579007"/>
                <a:gd name="csY398" fmla="*/ 175804 h 541267"/>
                <a:gd name="csX399" fmla="*/ 551778 w 579007"/>
                <a:gd name="csY399" fmla="*/ 177715 h 541267"/>
                <a:gd name="csX400" fmla="*/ 550344 w 579007"/>
                <a:gd name="csY400" fmla="*/ 179149 h 541267"/>
                <a:gd name="csX401" fmla="*/ 548911 w 579007"/>
                <a:gd name="csY401" fmla="*/ 180104 h 541267"/>
                <a:gd name="csX402" fmla="*/ 547000 w 579007"/>
                <a:gd name="csY402" fmla="*/ 181537 h 541267"/>
                <a:gd name="csX403" fmla="*/ 541268 w 579007"/>
                <a:gd name="csY403" fmla="*/ 185359 h 541267"/>
                <a:gd name="csX404" fmla="*/ 538401 w 579007"/>
                <a:gd name="csY404" fmla="*/ 186792 h 541267"/>
                <a:gd name="csX405" fmla="*/ 536490 w 579007"/>
                <a:gd name="csY405" fmla="*/ 187748 h 541267"/>
                <a:gd name="csX406" fmla="*/ 535057 w 579007"/>
                <a:gd name="csY406" fmla="*/ 188703 h 541267"/>
                <a:gd name="csX407" fmla="*/ 534102 w 579007"/>
                <a:gd name="csY407" fmla="*/ 190136 h 541267"/>
                <a:gd name="csX408" fmla="*/ 533624 w 579007"/>
                <a:gd name="csY408" fmla="*/ 191092 h 541267"/>
                <a:gd name="csX409" fmla="*/ 533146 w 579007"/>
                <a:gd name="csY409" fmla="*/ 193480 h 541267"/>
                <a:gd name="csX410" fmla="*/ 533624 w 579007"/>
                <a:gd name="csY410" fmla="*/ 196825 h 541267"/>
                <a:gd name="csX411" fmla="*/ 534579 w 579007"/>
                <a:gd name="csY411" fmla="*/ 198735 h 541267"/>
                <a:gd name="csX412" fmla="*/ 535057 w 579007"/>
                <a:gd name="csY412" fmla="*/ 199213 h 541267"/>
                <a:gd name="csX413" fmla="*/ 535057 w 579007"/>
                <a:gd name="csY413" fmla="*/ 199691 h 541267"/>
                <a:gd name="csX414" fmla="*/ 534102 w 579007"/>
                <a:gd name="csY414" fmla="*/ 200646 h 541267"/>
                <a:gd name="csX415" fmla="*/ 533146 w 579007"/>
                <a:gd name="csY415" fmla="*/ 201602 h 541267"/>
                <a:gd name="csX416" fmla="*/ 532668 w 579007"/>
                <a:gd name="csY416" fmla="*/ 202080 h 541267"/>
                <a:gd name="csX417" fmla="*/ 532191 w 579007"/>
                <a:gd name="csY417" fmla="*/ 204946 h 541267"/>
                <a:gd name="csX418" fmla="*/ 531235 w 579007"/>
                <a:gd name="csY418" fmla="*/ 206379 h 541267"/>
                <a:gd name="csX419" fmla="*/ 529802 w 579007"/>
                <a:gd name="csY419" fmla="*/ 208768 h 541267"/>
                <a:gd name="csX420" fmla="*/ 527891 w 579007"/>
                <a:gd name="csY420" fmla="*/ 210201 h 541267"/>
                <a:gd name="csX421" fmla="*/ 525980 w 579007"/>
                <a:gd name="csY421" fmla="*/ 211156 h 541267"/>
                <a:gd name="csX422" fmla="*/ 525980 w 579007"/>
                <a:gd name="csY422" fmla="*/ 211634 h 541267"/>
                <a:gd name="csX423" fmla="*/ 525025 w 579007"/>
                <a:gd name="csY423" fmla="*/ 212590 h 541267"/>
                <a:gd name="csX424" fmla="*/ 524069 w 579007"/>
                <a:gd name="csY424" fmla="*/ 214023 h 541267"/>
                <a:gd name="csX425" fmla="*/ 523591 w 579007"/>
                <a:gd name="csY425" fmla="*/ 215934 h 541267"/>
                <a:gd name="csX426" fmla="*/ 523591 w 579007"/>
                <a:gd name="csY426" fmla="*/ 216411 h 541267"/>
                <a:gd name="csX427" fmla="*/ 523591 w 579007"/>
                <a:gd name="csY427" fmla="*/ 216889 h 541267"/>
                <a:gd name="csX428" fmla="*/ 523591 w 579007"/>
                <a:gd name="csY428" fmla="*/ 216889 h 541267"/>
                <a:gd name="csX429" fmla="*/ 524547 w 579007"/>
                <a:gd name="csY429" fmla="*/ 217367 h 541267"/>
                <a:gd name="csX430" fmla="*/ 525980 w 579007"/>
                <a:gd name="csY430" fmla="*/ 217845 h 541267"/>
                <a:gd name="csX431" fmla="*/ 526458 w 579007"/>
                <a:gd name="csY431" fmla="*/ 218800 h 541267"/>
                <a:gd name="csX432" fmla="*/ 526458 w 579007"/>
                <a:gd name="csY432" fmla="*/ 219756 h 541267"/>
                <a:gd name="csX433" fmla="*/ 525502 w 579007"/>
                <a:gd name="csY433" fmla="*/ 222144 h 541267"/>
                <a:gd name="csX434" fmla="*/ 524069 w 579007"/>
                <a:gd name="csY434" fmla="*/ 225010 h 541267"/>
                <a:gd name="csX435" fmla="*/ 522159 w 579007"/>
                <a:gd name="csY435" fmla="*/ 227877 h 541267"/>
                <a:gd name="csX436" fmla="*/ 520247 w 579007"/>
                <a:gd name="csY436" fmla="*/ 230266 h 541267"/>
                <a:gd name="csX437" fmla="*/ 520247 w 579007"/>
                <a:gd name="csY437" fmla="*/ 231221 h 541267"/>
                <a:gd name="csX438" fmla="*/ 518336 w 579007"/>
                <a:gd name="csY438" fmla="*/ 234087 h 541267"/>
                <a:gd name="csX439" fmla="*/ 516903 w 579007"/>
                <a:gd name="csY439" fmla="*/ 238387 h 541267"/>
                <a:gd name="csX440" fmla="*/ 515948 w 579007"/>
                <a:gd name="csY440" fmla="*/ 241253 h 541267"/>
                <a:gd name="csX441" fmla="*/ 514993 w 579007"/>
                <a:gd name="csY441" fmla="*/ 242687 h 541267"/>
                <a:gd name="csX442" fmla="*/ 514037 w 579007"/>
                <a:gd name="csY442" fmla="*/ 243164 h 541267"/>
                <a:gd name="csX443" fmla="*/ 512604 w 579007"/>
                <a:gd name="csY443" fmla="*/ 242209 h 541267"/>
                <a:gd name="csX444" fmla="*/ 509737 w 579007"/>
                <a:gd name="csY444" fmla="*/ 241731 h 541267"/>
                <a:gd name="csX445" fmla="*/ 507827 w 579007"/>
                <a:gd name="csY445" fmla="*/ 240776 h 541267"/>
                <a:gd name="csX446" fmla="*/ 506393 w 579007"/>
                <a:gd name="csY446" fmla="*/ 240298 h 541267"/>
                <a:gd name="csX447" fmla="*/ 505438 w 579007"/>
                <a:gd name="csY447" fmla="*/ 240298 h 541267"/>
                <a:gd name="csX448" fmla="*/ 504005 w 579007"/>
                <a:gd name="csY448" fmla="*/ 240776 h 541267"/>
                <a:gd name="csX449" fmla="*/ 502571 w 579007"/>
                <a:gd name="csY449" fmla="*/ 241253 h 541267"/>
                <a:gd name="csX450" fmla="*/ 501616 w 579007"/>
                <a:gd name="csY450" fmla="*/ 240776 h 541267"/>
                <a:gd name="csX451" fmla="*/ 499705 w 579007"/>
                <a:gd name="csY451" fmla="*/ 238865 h 541267"/>
                <a:gd name="csX452" fmla="*/ 499227 w 579007"/>
                <a:gd name="csY452" fmla="*/ 239342 h 541267"/>
                <a:gd name="csX453" fmla="*/ 499227 w 579007"/>
                <a:gd name="csY453" fmla="*/ 239342 h 541267"/>
                <a:gd name="csX454" fmla="*/ 498750 w 579007"/>
                <a:gd name="csY454" fmla="*/ 239820 h 541267"/>
                <a:gd name="csX455" fmla="*/ 500182 w 579007"/>
                <a:gd name="csY455" fmla="*/ 245075 h 541267"/>
                <a:gd name="csX456" fmla="*/ 500661 w 579007"/>
                <a:gd name="csY456" fmla="*/ 246986 h 541267"/>
                <a:gd name="csX457" fmla="*/ 500661 w 579007"/>
                <a:gd name="csY457" fmla="*/ 249852 h 541267"/>
                <a:gd name="csX458" fmla="*/ 500661 w 579007"/>
                <a:gd name="csY458" fmla="*/ 253674 h 541267"/>
                <a:gd name="csX459" fmla="*/ 499705 w 579007"/>
                <a:gd name="csY459" fmla="*/ 257496 h 541267"/>
                <a:gd name="csX460" fmla="*/ 499705 w 579007"/>
                <a:gd name="csY460" fmla="*/ 258452 h 541267"/>
                <a:gd name="csX461" fmla="*/ 498750 w 579007"/>
                <a:gd name="csY461" fmla="*/ 259407 h 541267"/>
                <a:gd name="csX462" fmla="*/ 497794 w 579007"/>
                <a:gd name="csY462" fmla="*/ 259885 h 541267"/>
                <a:gd name="csX463" fmla="*/ 496839 w 579007"/>
                <a:gd name="csY463" fmla="*/ 259407 h 541267"/>
                <a:gd name="csX464" fmla="*/ 495883 w 579007"/>
                <a:gd name="csY464" fmla="*/ 259407 h 541267"/>
                <a:gd name="csX465" fmla="*/ 495883 w 579007"/>
                <a:gd name="csY465" fmla="*/ 260363 h 541267"/>
                <a:gd name="csX466" fmla="*/ 495883 w 579007"/>
                <a:gd name="csY466" fmla="*/ 261796 h 541267"/>
                <a:gd name="csX467" fmla="*/ 494928 w 579007"/>
                <a:gd name="csY467" fmla="*/ 264184 h 541267"/>
                <a:gd name="csX468" fmla="*/ 494450 w 579007"/>
                <a:gd name="csY468" fmla="*/ 265617 h 541267"/>
                <a:gd name="csX469" fmla="*/ 494450 w 579007"/>
                <a:gd name="csY469" fmla="*/ 267529 h 541267"/>
                <a:gd name="csX470" fmla="*/ 494928 w 579007"/>
                <a:gd name="csY470" fmla="*/ 268962 h 541267"/>
                <a:gd name="csX471" fmla="*/ 495883 w 579007"/>
                <a:gd name="csY471" fmla="*/ 272783 h 541267"/>
                <a:gd name="csX472" fmla="*/ 495883 w 579007"/>
                <a:gd name="csY472" fmla="*/ 274217 h 541267"/>
                <a:gd name="csX473" fmla="*/ 495883 w 579007"/>
                <a:gd name="csY473" fmla="*/ 275172 h 541267"/>
                <a:gd name="csX474" fmla="*/ 494928 w 579007"/>
                <a:gd name="csY474" fmla="*/ 275650 h 541267"/>
                <a:gd name="csX475" fmla="*/ 493972 w 579007"/>
                <a:gd name="csY475" fmla="*/ 275650 h 541267"/>
                <a:gd name="csX476" fmla="*/ 493495 w 579007"/>
                <a:gd name="csY476" fmla="*/ 276128 h 541267"/>
                <a:gd name="csX477" fmla="*/ 493017 w 579007"/>
                <a:gd name="csY477" fmla="*/ 277083 h 541267"/>
                <a:gd name="csX478" fmla="*/ 492061 w 579007"/>
                <a:gd name="csY478" fmla="*/ 279472 h 541267"/>
                <a:gd name="csX479" fmla="*/ 491106 w 579007"/>
                <a:gd name="csY479" fmla="*/ 279949 h 541267"/>
                <a:gd name="csX480" fmla="*/ 489673 w 579007"/>
                <a:gd name="csY480" fmla="*/ 279472 h 541267"/>
                <a:gd name="csX481" fmla="*/ 488239 w 579007"/>
                <a:gd name="csY481" fmla="*/ 277561 h 541267"/>
                <a:gd name="csX482" fmla="*/ 487284 w 579007"/>
                <a:gd name="csY482" fmla="*/ 277083 h 541267"/>
                <a:gd name="csX483" fmla="*/ 486329 w 579007"/>
                <a:gd name="csY483" fmla="*/ 277083 h 541267"/>
                <a:gd name="csX484" fmla="*/ 486329 w 579007"/>
                <a:gd name="csY484" fmla="*/ 277561 h 541267"/>
                <a:gd name="csX485" fmla="*/ 485851 w 579007"/>
                <a:gd name="csY485" fmla="*/ 278994 h 541267"/>
                <a:gd name="csX486" fmla="*/ 485373 w 579007"/>
                <a:gd name="csY486" fmla="*/ 279472 h 541267"/>
                <a:gd name="csX487" fmla="*/ 484418 w 579007"/>
                <a:gd name="csY487" fmla="*/ 280427 h 541267"/>
                <a:gd name="csX488" fmla="*/ 483940 w 579007"/>
                <a:gd name="csY488" fmla="*/ 278994 h 541267"/>
                <a:gd name="csX489" fmla="*/ 483462 w 579007"/>
                <a:gd name="csY489" fmla="*/ 271828 h 541267"/>
                <a:gd name="csX490" fmla="*/ 482984 w 579007"/>
                <a:gd name="csY490" fmla="*/ 269440 h 541267"/>
                <a:gd name="csX491" fmla="*/ 482507 w 579007"/>
                <a:gd name="csY491" fmla="*/ 266573 h 541267"/>
                <a:gd name="csX492" fmla="*/ 482029 w 579007"/>
                <a:gd name="csY492" fmla="*/ 265617 h 541267"/>
                <a:gd name="csX493" fmla="*/ 481552 w 579007"/>
                <a:gd name="csY493" fmla="*/ 263707 h 541267"/>
                <a:gd name="csX494" fmla="*/ 480596 w 579007"/>
                <a:gd name="csY494" fmla="*/ 262274 h 541267"/>
                <a:gd name="csX495" fmla="*/ 480596 w 579007"/>
                <a:gd name="csY495" fmla="*/ 262274 h 541267"/>
                <a:gd name="csX496" fmla="*/ 480118 w 579007"/>
                <a:gd name="csY496" fmla="*/ 261796 h 541267"/>
                <a:gd name="csX497" fmla="*/ 479640 w 579007"/>
                <a:gd name="csY497" fmla="*/ 258929 h 541267"/>
                <a:gd name="csX498" fmla="*/ 479640 w 579007"/>
                <a:gd name="csY498" fmla="*/ 255585 h 541267"/>
                <a:gd name="csX499" fmla="*/ 479640 w 579007"/>
                <a:gd name="csY499" fmla="*/ 253674 h 541267"/>
                <a:gd name="csX500" fmla="*/ 478685 w 579007"/>
                <a:gd name="csY500" fmla="*/ 250808 h 541267"/>
                <a:gd name="csX501" fmla="*/ 478685 w 579007"/>
                <a:gd name="csY501" fmla="*/ 250330 h 541267"/>
                <a:gd name="csX502" fmla="*/ 477729 w 579007"/>
                <a:gd name="csY502" fmla="*/ 246986 h 541267"/>
                <a:gd name="csX503" fmla="*/ 476774 w 579007"/>
                <a:gd name="csY503" fmla="*/ 246986 h 541267"/>
                <a:gd name="csX504" fmla="*/ 475818 w 579007"/>
                <a:gd name="csY504" fmla="*/ 246031 h 541267"/>
                <a:gd name="csX505" fmla="*/ 475341 w 579007"/>
                <a:gd name="csY505" fmla="*/ 246031 h 541267"/>
                <a:gd name="csX506" fmla="*/ 473907 w 579007"/>
                <a:gd name="csY506" fmla="*/ 246986 h 541267"/>
                <a:gd name="csX507" fmla="*/ 472475 w 579007"/>
                <a:gd name="csY507" fmla="*/ 246508 h 541267"/>
                <a:gd name="csX508" fmla="*/ 471519 w 579007"/>
                <a:gd name="csY508" fmla="*/ 246508 h 541267"/>
                <a:gd name="csX509" fmla="*/ 471519 w 579007"/>
                <a:gd name="csY509" fmla="*/ 246986 h 541267"/>
                <a:gd name="csX510" fmla="*/ 471519 w 579007"/>
                <a:gd name="csY510" fmla="*/ 248419 h 541267"/>
                <a:gd name="csX511" fmla="*/ 471519 w 579007"/>
                <a:gd name="csY511" fmla="*/ 250330 h 541267"/>
                <a:gd name="csX512" fmla="*/ 471041 w 579007"/>
                <a:gd name="csY512" fmla="*/ 250808 h 541267"/>
                <a:gd name="csX513" fmla="*/ 468652 w 579007"/>
                <a:gd name="csY513" fmla="*/ 253197 h 541267"/>
                <a:gd name="csX514" fmla="*/ 468652 w 579007"/>
                <a:gd name="csY514" fmla="*/ 253197 h 541267"/>
                <a:gd name="csX515" fmla="*/ 468175 w 579007"/>
                <a:gd name="csY515" fmla="*/ 254630 h 541267"/>
                <a:gd name="csX516" fmla="*/ 468175 w 579007"/>
                <a:gd name="csY516" fmla="*/ 256063 h 541267"/>
                <a:gd name="csX517" fmla="*/ 468175 w 579007"/>
                <a:gd name="csY517" fmla="*/ 257974 h 541267"/>
                <a:gd name="csX518" fmla="*/ 467697 w 579007"/>
                <a:gd name="csY518" fmla="*/ 258929 h 541267"/>
                <a:gd name="csX519" fmla="*/ 466741 w 579007"/>
                <a:gd name="csY519" fmla="*/ 259885 h 541267"/>
                <a:gd name="csX520" fmla="*/ 465309 w 579007"/>
                <a:gd name="csY520" fmla="*/ 260363 h 541267"/>
                <a:gd name="csX521" fmla="*/ 463875 w 579007"/>
                <a:gd name="csY521" fmla="*/ 260363 h 541267"/>
                <a:gd name="csX522" fmla="*/ 462920 w 579007"/>
                <a:gd name="csY522" fmla="*/ 259407 h 541267"/>
                <a:gd name="csX523" fmla="*/ 462920 w 579007"/>
                <a:gd name="csY523" fmla="*/ 259407 h 541267"/>
                <a:gd name="csX524" fmla="*/ 462442 w 579007"/>
                <a:gd name="csY524" fmla="*/ 257496 h 541267"/>
                <a:gd name="csX525" fmla="*/ 461487 w 579007"/>
                <a:gd name="csY525" fmla="*/ 256541 h 541267"/>
                <a:gd name="csX526" fmla="*/ 461487 w 579007"/>
                <a:gd name="csY526" fmla="*/ 256063 h 541267"/>
                <a:gd name="csX527" fmla="*/ 461009 w 579007"/>
                <a:gd name="csY527" fmla="*/ 256063 h 541267"/>
                <a:gd name="csX528" fmla="*/ 460531 w 579007"/>
                <a:gd name="csY528" fmla="*/ 256541 h 541267"/>
                <a:gd name="csX529" fmla="*/ 460531 w 579007"/>
                <a:gd name="csY529" fmla="*/ 256541 h 541267"/>
                <a:gd name="csX530" fmla="*/ 460054 w 579007"/>
                <a:gd name="csY530" fmla="*/ 257496 h 541267"/>
                <a:gd name="csX531" fmla="*/ 460054 w 579007"/>
                <a:gd name="csY531" fmla="*/ 258929 h 541267"/>
                <a:gd name="csX532" fmla="*/ 460054 w 579007"/>
                <a:gd name="csY532" fmla="*/ 258929 h 541267"/>
                <a:gd name="csX533" fmla="*/ 459575 w 579007"/>
                <a:gd name="csY533" fmla="*/ 258452 h 541267"/>
                <a:gd name="csX534" fmla="*/ 459098 w 579007"/>
                <a:gd name="csY534" fmla="*/ 258452 h 541267"/>
                <a:gd name="csX535" fmla="*/ 459098 w 579007"/>
                <a:gd name="csY535" fmla="*/ 257974 h 541267"/>
                <a:gd name="csX536" fmla="*/ 459098 w 579007"/>
                <a:gd name="csY536" fmla="*/ 257974 h 541267"/>
                <a:gd name="csX537" fmla="*/ 458143 w 579007"/>
                <a:gd name="csY537" fmla="*/ 252719 h 541267"/>
                <a:gd name="csX538" fmla="*/ 456232 w 579007"/>
                <a:gd name="csY538" fmla="*/ 248897 h 541267"/>
                <a:gd name="csX539" fmla="*/ 456232 w 579007"/>
                <a:gd name="csY539" fmla="*/ 246986 h 541267"/>
                <a:gd name="csX540" fmla="*/ 456709 w 579007"/>
                <a:gd name="csY540" fmla="*/ 245075 h 541267"/>
                <a:gd name="csX541" fmla="*/ 457665 w 579007"/>
                <a:gd name="csY541" fmla="*/ 242209 h 541267"/>
                <a:gd name="csX542" fmla="*/ 459575 w 579007"/>
                <a:gd name="csY542" fmla="*/ 240298 h 541267"/>
                <a:gd name="csX543" fmla="*/ 459575 w 579007"/>
                <a:gd name="csY543" fmla="*/ 240298 h 541267"/>
                <a:gd name="csX544" fmla="*/ 460054 w 579007"/>
                <a:gd name="csY544" fmla="*/ 239342 h 541267"/>
                <a:gd name="csX545" fmla="*/ 460054 w 579007"/>
                <a:gd name="csY545" fmla="*/ 238865 h 541267"/>
                <a:gd name="csX546" fmla="*/ 460531 w 579007"/>
                <a:gd name="csY546" fmla="*/ 238387 h 541267"/>
                <a:gd name="csX547" fmla="*/ 463398 w 579007"/>
                <a:gd name="csY547" fmla="*/ 238865 h 541267"/>
                <a:gd name="csX548" fmla="*/ 464353 w 579007"/>
                <a:gd name="csY548" fmla="*/ 238387 h 541267"/>
                <a:gd name="csX549" fmla="*/ 464353 w 579007"/>
                <a:gd name="csY549" fmla="*/ 238387 h 541267"/>
                <a:gd name="csX550" fmla="*/ 464831 w 579007"/>
                <a:gd name="csY550" fmla="*/ 237432 h 541267"/>
                <a:gd name="csX551" fmla="*/ 466264 w 579007"/>
                <a:gd name="csY551" fmla="*/ 236954 h 541267"/>
                <a:gd name="csX552" fmla="*/ 467220 w 579007"/>
                <a:gd name="csY552" fmla="*/ 236476 h 541267"/>
                <a:gd name="csX553" fmla="*/ 468175 w 579007"/>
                <a:gd name="csY553" fmla="*/ 236476 h 541267"/>
                <a:gd name="csX554" fmla="*/ 469608 w 579007"/>
                <a:gd name="csY554" fmla="*/ 236954 h 541267"/>
                <a:gd name="csX555" fmla="*/ 470564 w 579007"/>
                <a:gd name="csY555" fmla="*/ 236476 h 541267"/>
                <a:gd name="csX556" fmla="*/ 470564 w 579007"/>
                <a:gd name="csY556" fmla="*/ 236476 h 541267"/>
                <a:gd name="csX557" fmla="*/ 471041 w 579007"/>
                <a:gd name="csY557" fmla="*/ 235043 h 541267"/>
                <a:gd name="csX558" fmla="*/ 471519 w 579007"/>
                <a:gd name="csY558" fmla="*/ 234087 h 541267"/>
                <a:gd name="csX559" fmla="*/ 471997 w 579007"/>
                <a:gd name="csY559" fmla="*/ 233610 h 541267"/>
                <a:gd name="csX560" fmla="*/ 472952 w 579007"/>
                <a:gd name="csY560" fmla="*/ 233132 h 541267"/>
                <a:gd name="csX561" fmla="*/ 473907 w 579007"/>
                <a:gd name="csY561" fmla="*/ 233132 h 541267"/>
                <a:gd name="csX562" fmla="*/ 474386 w 579007"/>
                <a:gd name="csY562" fmla="*/ 232654 h 541267"/>
                <a:gd name="csX563" fmla="*/ 474386 w 579007"/>
                <a:gd name="csY563" fmla="*/ 232654 h 541267"/>
                <a:gd name="csX564" fmla="*/ 474863 w 579007"/>
                <a:gd name="csY564" fmla="*/ 232176 h 541267"/>
                <a:gd name="csX565" fmla="*/ 475341 w 579007"/>
                <a:gd name="csY565" fmla="*/ 230743 h 541267"/>
                <a:gd name="csX566" fmla="*/ 476774 w 579007"/>
                <a:gd name="csY566" fmla="*/ 226921 h 541267"/>
                <a:gd name="csX567" fmla="*/ 477252 w 579007"/>
                <a:gd name="csY567" fmla="*/ 225010 h 541267"/>
                <a:gd name="csX568" fmla="*/ 477252 w 579007"/>
                <a:gd name="csY568" fmla="*/ 225010 h 541267"/>
                <a:gd name="csX569" fmla="*/ 477252 w 579007"/>
                <a:gd name="csY569" fmla="*/ 223100 h 541267"/>
                <a:gd name="csX570" fmla="*/ 477729 w 579007"/>
                <a:gd name="csY570" fmla="*/ 222622 h 541267"/>
                <a:gd name="csX571" fmla="*/ 480596 w 579007"/>
                <a:gd name="csY571" fmla="*/ 223577 h 541267"/>
                <a:gd name="csX572" fmla="*/ 481552 w 579007"/>
                <a:gd name="csY572" fmla="*/ 223577 h 541267"/>
                <a:gd name="csX573" fmla="*/ 482029 w 579007"/>
                <a:gd name="csY573" fmla="*/ 223100 h 541267"/>
                <a:gd name="csX574" fmla="*/ 482029 w 579007"/>
                <a:gd name="csY574" fmla="*/ 223100 h 541267"/>
                <a:gd name="csX575" fmla="*/ 482507 w 579007"/>
                <a:gd name="csY575" fmla="*/ 222622 h 541267"/>
                <a:gd name="csX576" fmla="*/ 482029 w 579007"/>
                <a:gd name="csY576" fmla="*/ 221667 h 541267"/>
                <a:gd name="csX577" fmla="*/ 482029 w 579007"/>
                <a:gd name="csY577" fmla="*/ 221667 h 541267"/>
                <a:gd name="csX578" fmla="*/ 480118 w 579007"/>
                <a:gd name="csY578" fmla="*/ 220233 h 541267"/>
                <a:gd name="csX579" fmla="*/ 476774 w 579007"/>
                <a:gd name="csY579" fmla="*/ 218322 h 541267"/>
                <a:gd name="csX580" fmla="*/ 473907 w 579007"/>
                <a:gd name="csY580" fmla="*/ 217367 h 541267"/>
                <a:gd name="csX581" fmla="*/ 468175 w 579007"/>
                <a:gd name="csY581" fmla="*/ 217367 h 541267"/>
                <a:gd name="csX582" fmla="*/ 462442 w 579007"/>
                <a:gd name="csY582" fmla="*/ 217845 h 541267"/>
                <a:gd name="csX583" fmla="*/ 461009 w 579007"/>
                <a:gd name="csY583" fmla="*/ 217367 h 541267"/>
                <a:gd name="csX584" fmla="*/ 458620 w 579007"/>
                <a:gd name="csY584" fmla="*/ 216889 h 541267"/>
                <a:gd name="csX585" fmla="*/ 453843 w 579007"/>
                <a:gd name="csY585" fmla="*/ 216889 h 541267"/>
                <a:gd name="csX586" fmla="*/ 447632 w 579007"/>
                <a:gd name="csY586" fmla="*/ 217367 h 541267"/>
                <a:gd name="csX587" fmla="*/ 445244 w 579007"/>
                <a:gd name="csY587" fmla="*/ 217367 h 541267"/>
                <a:gd name="csX588" fmla="*/ 444288 w 579007"/>
                <a:gd name="csY588" fmla="*/ 217367 h 541267"/>
                <a:gd name="csX589" fmla="*/ 441900 w 579007"/>
                <a:gd name="csY589" fmla="*/ 217367 h 541267"/>
                <a:gd name="csX590" fmla="*/ 438078 w 579007"/>
                <a:gd name="csY590" fmla="*/ 216889 h 541267"/>
                <a:gd name="csX591" fmla="*/ 435689 w 579007"/>
                <a:gd name="csY591" fmla="*/ 216411 h 541267"/>
                <a:gd name="csX592" fmla="*/ 433300 w 579007"/>
                <a:gd name="csY592" fmla="*/ 215456 h 541267"/>
                <a:gd name="csX593" fmla="*/ 430434 w 579007"/>
                <a:gd name="csY593" fmla="*/ 214978 h 541267"/>
                <a:gd name="csX594" fmla="*/ 429957 w 579007"/>
                <a:gd name="csY594" fmla="*/ 214978 h 541267"/>
                <a:gd name="csX595" fmla="*/ 429479 w 579007"/>
                <a:gd name="csY595" fmla="*/ 214501 h 541267"/>
                <a:gd name="csX596" fmla="*/ 429001 w 579007"/>
                <a:gd name="csY596" fmla="*/ 214023 h 541267"/>
                <a:gd name="csX597" fmla="*/ 429001 w 579007"/>
                <a:gd name="csY597" fmla="*/ 213067 h 541267"/>
                <a:gd name="csX598" fmla="*/ 429479 w 579007"/>
                <a:gd name="csY598" fmla="*/ 210201 h 541267"/>
                <a:gd name="csX599" fmla="*/ 429479 w 579007"/>
                <a:gd name="csY599" fmla="*/ 209245 h 541267"/>
                <a:gd name="csX600" fmla="*/ 429001 w 579007"/>
                <a:gd name="csY600" fmla="*/ 203991 h 541267"/>
                <a:gd name="csX601" fmla="*/ 429479 w 579007"/>
                <a:gd name="csY601" fmla="*/ 201602 h 541267"/>
                <a:gd name="csX602" fmla="*/ 427568 w 579007"/>
                <a:gd name="csY602" fmla="*/ 197302 h 541267"/>
                <a:gd name="csX603" fmla="*/ 426613 w 579007"/>
                <a:gd name="csY603" fmla="*/ 196347 h 541267"/>
                <a:gd name="csX604" fmla="*/ 425657 w 579007"/>
                <a:gd name="csY604" fmla="*/ 196347 h 541267"/>
                <a:gd name="csX605" fmla="*/ 425657 w 579007"/>
                <a:gd name="csY605" fmla="*/ 196347 h 541267"/>
                <a:gd name="csX606" fmla="*/ 425179 w 579007"/>
                <a:gd name="csY606" fmla="*/ 196825 h 541267"/>
                <a:gd name="csX607" fmla="*/ 424702 w 579007"/>
                <a:gd name="csY607" fmla="*/ 196825 h 541267"/>
                <a:gd name="csX608" fmla="*/ 424702 w 579007"/>
                <a:gd name="csY608" fmla="*/ 197780 h 541267"/>
                <a:gd name="csX609" fmla="*/ 424702 w 579007"/>
                <a:gd name="csY609" fmla="*/ 197780 h 541267"/>
                <a:gd name="csX610" fmla="*/ 424702 w 579007"/>
                <a:gd name="csY610" fmla="*/ 197780 h 541267"/>
                <a:gd name="csX611" fmla="*/ 425179 w 579007"/>
                <a:gd name="csY611" fmla="*/ 199213 h 541267"/>
                <a:gd name="csX612" fmla="*/ 424224 w 579007"/>
                <a:gd name="csY612" fmla="*/ 200646 h 541267"/>
                <a:gd name="csX613" fmla="*/ 422791 w 579007"/>
                <a:gd name="csY613" fmla="*/ 200646 h 541267"/>
                <a:gd name="csX614" fmla="*/ 420880 w 579007"/>
                <a:gd name="csY614" fmla="*/ 200646 h 541267"/>
                <a:gd name="csX615" fmla="*/ 418968 w 579007"/>
                <a:gd name="csY615" fmla="*/ 199691 h 541267"/>
                <a:gd name="csX616" fmla="*/ 417058 w 579007"/>
                <a:gd name="csY616" fmla="*/ 198258 h 541267"/>
                <a:gd name="csX617" fmla="*/ 415625 w 579007"/>
                <a:gd name="csY617" fmla="*/ 196347 h 541267"/>
                <a:gd name="csX618" fmla="*/ 415147 w 579007"/>
                <a:gd name="csY618" fmla="*/ 194436 h 541267"/>
                <a:gd name="csX619" fmla="*/ 414669 w 579007"/>
                <a:gd name="csY619" fmla="*/ 193003 h 541267"/>
                <a:gd name="csX620" fmla="*/ 414669 w 579007"/>
                <a:gd name="csY620" fmla="*/ 193003 h 541267"/>
                <a:gd name="csX621" fmla="*/ 413714 w 579007"/>
                <a:gd name="csY621" fmla="*/ 192047 h 541267"/>
                <a:gd name="csX622" fmla="*/ 412758 w 579007"/>
                <a:gd name="csY622" fmla="*/ 192047 h 541267"/>
                <a:gd name="csX623" fmla="*/ 412281 w 579007"/>
                <a:gd name="csY623" fmla="*/ 192047 h 541267"/>
                <a:gd name="csX624" fmla="*/ 411803 w 579007"/>
                <a:gd name="csY624" fmla="*/ 193003 h 541267"/>
                <a:gd name="csX625" fmla="*/ 411803 w 579007"/>
                <a:gd name="csY625" fmla="*/ 193003 h 541267"/>
                <a:gd name="csX626" fmla="*/ 412281 w 579007"/>
                <a:gd name="csY626" fmla="*/ 193958 h 541267"/>
                <a:gd name="csX627" fmla="*/ 412758 w 579007"/>
                <a:gd name="csY627" fmla="*/ 194914 h 541267"/>
                <a:gd name="csX628" fmla="*/ 412758 w 579007"/>
                <a:gd name="csY628" fmla="*/ 195391 h 541267"/>
                <a:gd name="csX629" fmla="*/ 412281 w 579007"/>
                <a:gd name="csY629" fmla="*/ 195391 h 541267"/>
                <a:gd name="csX630" fmla="*/ 411325 w 579007"/>
                <a:gd name="csY630" fmla="*/ 195391 h 541267"/>
                <a:gd name="csX631" fmla="*/ 409892 w 579007"/>
                <a:gd name="csY631" fmla="*/ 195391 h 541267"/>
                <a:gd name="csX632" fmla="*/ 408459 w 579007"/>
                <a:gd name="csY632" fmla="*/ 194914 h 541267"/>
                <a:gd name="csX633" fmla="*/ 407981 w 579007"/>
                <a:gd name="csY633" fmla="*/ 194914 h 541267"/>
                <a:gd name="csX634" fmla="*/ 407025 w 579007"/>
                <a:gd name="csY634" fmla="*/ 194436 h 541267"/>
                <a:gd name="csX635" fmla="*/ 407025 w 579007"/>
                <a:gd name="csY635" fmla="*/ 193480 h 541267"/>
                <a:gd name="csX636" fmla="*/ 405592 w 579007"/>
                <a:gd name="csY636" fmla="*/ 192047 h 541267"/>
                <a:gd name="csX637" fmla="*/ 405592 w 579007"/>
                <a:gd name="csY637" fmla="*/ 192047 h 541267"/>
                <a:gd name="csX638" fmla="*/ 403681 w 579007"/>
                <a:gd name="csY638" fmla="*/ 190136 h 541267"/>
                <a:gd name="csX639" fmla="*/ 401770 w 579007"/>
                <a:gd name="csY639" fmla="*/ 189181 h 541267"/>
                <a:gd name="csX640" fmla="*/ 400815 w 579007"/>
                <a:gd name="csY640" fmla="*/ 189181 h 541267"/>
                <a:gd name="csX641" fmla="*/ 400815 w 579007"/>
                <a:gd name="csY641" fmla="*/ 189181 h 541267"/>
                <a:gd name="csX642" fmla="*/ 400338 w 579007"/>
                <a:gd name="csY642" fmla="*/ 190136 h 541267"/>
                <a:gd name="csX643" fmla="*/ 400338 w 579007"/>
                <a:gd name="csY643" fmla="*/ 190614 h 541267"/>
                <a:gd name="csX644" fmla="*/ 400338 w 579007"/>
                <a:gd name="csY644" fmla="*/ 190614 h 541267"/>
                <a:gd name="csX645" fmla="*/ 401293 w 579007"/>
                <a:gd name="csY645" fmla="*/ 191092 h 541267"/>
                <a:gd name="csX646" fmla="*/ 402248 w 579007"/>
                <a:gd name="csY646" fmla="*/ 191569 h 541267"/>
                <a:gd name="csX647" fmla="*/ 402248 w 579007"/>
                <a:gd name="csY647" fmla="*/ 192525 h 541267"/>
                <a:gd name="csX648" fmla="*/ 402248 w 579007"/>
                <a:gd name="csY648" fmla="*/ 193003 h 541267"/>
                <a:gd name="csX649" fmla="*/ 400815 w 579007"/>
                <a:gd name="csY649" fmla="*/ 194436 h 541267"/>
                <a:gd name="csX650" fmla="*/ 400815 w 579007"/>
                <a:gd name="csY650" fmla="*/ 194436 h 541267"/>
                <a:gd name="csX651" fmla="*/ 400338 w 579007"/>
                <a:gd name="csY651" fmla="*/ 195391 h 541267"/>
                <a:gd name="csX652" fmla="*/ 397949 w 579007"/>
                <a:gd name="csY652" fmla="*/ 196825 h 541267"/>
                <a:gd name="csX653" fmla="*/ 396515 w 579007"/>
                <a:gd name="csY653" fmla="*/ 198735 h 541267"/>
                <a:gd name="csX654" fmla="*/ 396038 w 579007"/>
                <a:gd name="csY654" fmla="*/ 200169 h 541267"/>
                <a:gd name="csX655" fmla="*/ 395560 w 579007"/>
                <a:gd name="csY655" fmla="*/ 201602 h 541267"/>
                <a:gd name="csX656" fmla="*/ 395082 w 579007"/>
                <a:gd name="csY656" fmla="*/ 202557 h 541267"/>
                <a:gd name="csX657" fmla="*/ 395560 w 579007"/>
                <a:gd name="csY657" fmla="*/ 203513 h 541267"/>
                <a:gd name="csX658" fmla="*/ 395560 w 579007"/>
                <a:gd name="csY658" fmla="*/ 203991 h 541267"/>
                <a:gd name="csX659" fmla="*/ 396515 w 579007"/>
                <a:gd name="csY659" fmla="*/ 204468 h 541267"/>
                <a:gd name="csX660" fmla="*/ 398426 w 579007"/>
                <a:gd name="csY660" fmla="*/ 204946 h 541267"/>
                <a:gd name="csX661" fmla="*/ 400815 w 579007"/>
                <a:gd name="csY661" fmla="*/ 206857 h 541267"/>
                <a:gd name="csX662" fmla="*/ 402248 w 579007"/>
                <a:gd name="csY662" fmla="*/ 209245 h 541267"/>
                <a:gd name="csX663" fmla="*/ 402248 w 579007"/>
                <a:gd name="csY663" fmla="*/ 209245 h 541267"/>
                <a:gd name="csX664" fmla="*/ 403681 w 579007"/>
                <a:gd name="csY664" fmla="*/ 209723 h 541267"/>
                <a:gd name="csX665" fmla="*/ 405115 w 579007"/>
                <a:gd name="csY665" fmla="*/ 210679 h 541267"/>
                <a:gd name="csX666" fmla="*/ 408936 w 579007"/>
                <a:gd name="csY666" fmla="*/ 210679 h 541267"/>
                <a:gd name="csX667" fmla="*/ 409414 w 579007"/>
                <a:gd name="csY667" fmla="*/ 211634 h 541267"/>
                <a:gd name="csX668" fmla="*/ 409892 w 579007"/>
                <a:gd name="csY668" fmla="*/ 213067 h 541267"/>
                <a:gd name="csX669" fmla="*/ 409892 w 579007"/>
                <a:gd name="csY669" fmla="*/ 213545 h 541267"/>
                <a:gd name="csX670" fmla="*/ 410370 w 579007"/>
                <a:gd name="csY670" fmla="*/ 214023 h 541267"/>
                <a:gd name="csX671" fmla="*/ 412281 w 579007"/>
                <a:gd name="csY671" fmla="*/ 214978 h 541267"/>
                <a:gd name="csX672" fmla="*/ 412281 w 579007"/>
                <a:gd name="csY672" fmla="*/ 215456 h 541267"/>
                <a:gd name="csX673" fmla="*/ 411803 w 579007"/>
                <a:gd name="csY673" fmla="*/ 215934 h 541267"/>
                <a:gd name="csX674" fmla="*/ 411325 w 579007"/>
                <a:gd name="csY674" fmla="*/ 216889 h 541267"/>
                <a:gd name="csX675" fmla="*/ 409892 w 579007"/>
                <a:gd name="csY675" fmla="*/ 216889 h 541267"/>
                <a:gd name="csX676" fmla="*/ 408459 w 579007"/>
                <a:gd name="csY676" fmla="*/ 217367 h 541267"/>
                <a:gd name="csX677" fmla="*/ 407025 w 579007"/>
                <a:gd name="csY677" fmla="*/ 216889 h 541267"/>
                <a:gd name="csX678" fmla="*/ 405115 w 579007"/>
                <a:gd name="csY678" fmla="*/ 216889 h 541267"/>
                <a:gd name="csX679" fmla="*/ 402726 w 579007"/>
                <a:gd name="csY679" fmla="*/ 216889 h 541267"/>
                <a:gd name="csX680" fmla="*/ 400815 w 579007"/>
                <a:gd name="csY680" fmla="*/ 221189 h 541267"/>
                <a:gd name="csX681" fmla="*/ 399859 w 579007"/>
                <a:gd name="csY681" fmla="*/ 223100 h 541267"/>
                <a:gd name="csX682" fmla="*/ 398904 w 579007"/>
                <a:gd name="csY682" fmla="*/ 223100 h 541267"/>
                <a:gd name="csX683" fmla="*/ 397471 w 579007"/>
                <a:gd name="csY683" fmla="*/ 222144 h 541267"/>
                <a:gd name="csX684" fmla="*/ 396515 w 579007"/>
                <a:gd name="csY684" fmla="*/ 222144 h 541267"/>
                <a:gd name="csX685" fmla="*/ 396515 w 579007"/>
                <a:gd name="csY685" fmla="*/ 222144 h 541267"/>
                <a:gd name="csX686" fmla="*/ 394604 w 579007"/>
                <a:gd name="csY686" fmla="*/ 226444 h 541267"/>
                <a:gd name="csX687" fmla="*/ 394127 w 579007"/>
                <a:gd name="csY687" fmla="*/ 227399 h 541267"/>
                <a:gd name="csX688" fmla="*/ 394127 w 579007"/>
                <a:gd name="csY688" fmla="*/ 227877 h 541267"/>
                <a:gd name="csX689" fmla="*/ 395082 w 579007"/>
                <a:gd name="csY689" fmla="*/ 229310 h 541267"/>
                <a:gd name="csX690" fmla="*/ 395082 w 579007"/>
                <a:gd name="csY690" fmla="*/ 229788 h 541267"/>
                <a:gd name="csX691" fmla="*/ 396515 w 579007"/>
                <a:gd name="csY691" fmla="*/ 230743 h 541267"/>
                <a:gd name="csX692" fmla="*/ 397949 w 579007"/>
                <a:gd name="csY692" fmla="*/ 231221 h 541267"/>
                <a:gd name="csX693" fmla="*/ 399382 w 579007"/>
                <a:gd name="csY693" fmla="*/ 231221 h 541267"/>
                <a:gd name="csX694" fmla="*/ 400338 w 579007"/>
                <a:gd name="csY694" fmla="*/ 231699 h 541267"/>
                <a:gd name="csX695" fmla="*/ 401293 w 579007"/>
                <a:gd name="csY695" fmla="*/ 232654 h 541267"/>
                <a:gd name="csX696" fmla="*/ 401293 w 579007"/>
                <a:gd name="csY696" fmla="*/ 232654 h 541267"/>
                <a:gd name="csX697" fmla="*/ 403204 w 579007"/>
                <a:gd name="csY697" fmla="*/ 233610 h 541267"/>
                <a:gd name="csX698" fmla="*/ 406070 w 579007"/>
                <a:gd name="csY698" fmla="*/ 234087 h 541267"/>
                <a:gd name="csX699" fmla="*/ 407981 w 579007"/>
                <a:gd name="csY699" fmla="*/ 235043 h 541267"/>
                <a:gd name="csX700" fmla="*/ 407981 w 579007"/>
                <a:gd name="csY700" fmla="*/ 235998 h 541267"/>
                <a:gd name="csX701" fmla="*/ 407981 w 579007"/>
                <a:gd name="csY701" fmla="*/ 236954 h 541267"/>
                <a:gd name="csX702" fmla="*/ 407503 w 579007"/>
                <a:gd name="csY702" fmla="*/ 238865 h 541267"/>
                <a:gd name="csX703" fmla="*/ 407503 w 579007"/>
                <a:gd name="csY703" fmla="*/ 240298 h 541267"/>
                <a:gd name="csX704" fmla="*/ 406070 w 579007"/>
                <a:gd name="csY704" fmla="*/ 244120 h 541267"/>
                <a:gd name="csX705" fmla="*/ 404637 w 579007"/>
                <a:gd name="csY705" fmla="*/ 246986 h 541267"/>
                <a:gd name="csX706" fmla="*/ 405115 w 579007"/>
                <a:gd name="csY706" fmla="*/ 248419 h 541267"/>
                <a:gd name="csX707" fmla="*/ 405592 w 579007"/>
                <a:gd name="csY707" fmla="*/ 248897 h 541267"/>
                <a:gd name="csX708" fmla="*/ 406070 w 579007"/>
                <a:gd name="csY708" fmla="*/ 249375 h 541267"/>
                <a:gd name="csX709" fmla="*/ 406070 w 579007"/>
                <a:gd name="csY709" fmla="*/ 249375 h 541267"/>
                <a:gd name="csX710" fmla="*/ 407503 w 579007"/>
                <a:gd name="csY710" fmla="*/ 250330 h 541267"/>
                <a:gd name="csX711" fmla="*/ 407981 w 579007"/>
                <a:gd name="csY711" fmla="*/ 251763 h 541267"/>
                <a:gd name="csX712" fmla="*/ 407503 w 579007"/>
                <a:gd name="csY712" fmla="*/ 254630 h 541267"/>
                <a:gd name="csX713" fmla="*/ 407981 w 579007"/>
                <a:gd name="csY713" fmla="*/ 255108 h 541267"/>
                <a:gd name="csX714" fmla="*/ 407981 w 579007"/>
                <a:gd name="csY714" fmla="*/ 255108 h 541267"/>
                <a:gd name="csX715" fmla="*/ 409414 w 579007"/>
                <a:gd name="csY715" fmla="*/ 255585 h 541267"/>
                <a:gd name="csX716" fmla="*/ 411325 w 579007"/>
                <a:gd name="csY716" fmla="*/ 256063 h 541267"/>
                <a:gd name="csX717" fmla="*/ 411803 w 579007"/>
                <a:gd name="csY717" fmla="*/ 256541 h 541267"/>
                <a:gd name="csX718" fmla="*/ 410370 w 579007"/>
                <a:gd name="csY718" fmla="*/ 259407 h 541267"/>
                <a:gd name="csX719" fmla="*/ 410847 w 579007"/>
                <a:gd name="csY719" fmla="*/ 261318 h 541267"/>
                <a:gd name="csX720" fmla="*/ 411325 w 579007"/>
                <a:gd name="csY720" fmla="*/ 263229 h 541267"/>
                <a:gd name="csX721" fmla="*/ 411803 w 579007"/>
                <a:gd name="csY721" fmla="*/ 266095 h 541267"/>
                <a:gd name="csX722" fmla="*/ 411803 w 579007"/>
                <a:gd name="csY722" fmla="*/ 266573 h 541267"/>
                <a:gd name="csX723" fmla="*/ 411803 w 579007"/>
                <a:gd name="csY723" fmla="*/ 267529 h 541267"/>
                <a:gd name="csX724" fmla="*/ 412758 w 579007"/>
                <a:gd name="csY724" fmla="*/ 269917 h 541267"/>
                <a:gd name="csX725" fmla="*/ 414191 w 579007"/>
                <a:gd name="csY725" fmla="*/ 274217 h 541267"/>
                <a:gd name="csX726" fmla="*/ 414669 w 579007"/>
                <a:gd name="csY726" fmla="*/ 276128 h 541267"/>
                <a:gd name="csX727" fmla="*/ 414191 w 579007"/>
                <a:gd name="csY727" fmla="*/ 278039 h 541267"/>
                <a:gd name="csX728" fmla="*/ 414191 w 579007"/>
                <a:gd name="csY728" fmla="*/ 278039 h 541267"/>
                <a:gd name="csX729" fmla="*/ 413714 w 579007"/>
                <a:gd name="csY729" fmla="*/ 280905 h 541267"/>
                <a:gd name="csX730" fmla="*/ 412281 w 579007"/>
                <a:gd name="csY730" fmla="*/ 280905 h 541267"/>
                <a:gd name="csX731" fmla="*/ 413714 w 579007"/>
                <a:gd name="csY731" fmla="*/ 282816 h 541267"/>
                <a:gd name="csX732" fmla="*/ 414191 w 579007"/>
                <a:gd name="csY732" fmla="*/ 284249 h 541267"/>
                <a:gd name="csX733" fmla="*/ 414191 w 579007"/>
                <a:gd name="csY733" fmla="*/ 286638 h 541267"/>
                <a:gd name="csX734" fmla="*/ 412758 w 579007"/>
                <a:gd name="csY734" fmla="*/ 286638 h 541267"/>
                <a:gd name="csX735" fmla="*/ 411325 w 579007"/>
                <a:gd name="csY735" fmla="*/ 286638 h 541267"/>
                <a:gd name="csX736" fmla="*/ 410370 w 579007"/>
                <a:gd name="csY736" fmla="*/ 284727 h 541267"/>
                <a:gd name="csX737" fmla="*/ 409892 w 579007"/>
                <a:gd name="csY737" fmla="*/ 286160 h 541267"/>
                <a:gd name="csX738" fmla="*/ 408459 w 579007"/>
                <a:gd name="csY738" fmla="*/ 288071 h 541267"/>
                <a:gd name="csX739" fmla="*/ 407503 w 579007"/>
                <a:gd name="csY739" fmla="*/ 287115 h 541267"/>
                <a:gd name="csX740" fmla="*/ 407503 w 579007"/>
                <a:gd name="csY740" fmla="*/ 286160 h 541267"/>
                <a:gd name="csX741" fmla="*/ 407025 w 579007"/>
                <a:gd name="csY741" fmla="*/ 284727 h 541267"/>
                <a:gd name="csX742" fmla="*/ 407981 w 579007"/>
                <a:gd name="csY742" fmla="*/ 279472 h 541267"/>
                <a:gd name="csX743" fmla="*/ 407981 w 579007"/>
                <a:gd name="csY743" fmla="*/ 278994 h 541267"/>
                <a:gd name="csX744" fmla="*/ 407503 w 579007"/>
                <a:gd name="csY744" fmla="*/ 278516 h 541267"/>
                <a:gd name="csX745" fmla="*/ 406548 w 579007"/>
                <a:gd name="csY745" fmla="*/ 278516 h 541267"/>
                <a:gd name="csX746" fmla="*/ 406070 w 579007"/>
                <a:gd name="csY746" fmla="*/ 277561 h 541267"/>
                <a:gd name="csX747" fmla="*/ 404637 w 579007"/>
                <a:gd name="csY747" fmla="*/ 282816 h 541267"/>
                <a:gd name="csX748" fmla="*/ 405592 w 579007"/>
                <a:gd name="csY748" fmla="*/ 285205 h 541267"/>
                <a:gd name="csX749" fmla="*/ 405115 w 579007"/>
                <a:gd name="csY749" fmla="*/ 286638 h 541267"/>
                <a:gd name="csX750" fmla="*/ 402248 w 579007"/>
                <a:gd name="csY750" fmla="*/ 287115 h 541267"/>
                <a:gd name="csX751" fmla="*/ 399382 w 579007"/>
                <a:gd name="csY751" fmla="*/ 285205 h 541267"/>
                <a:gd name="csX752" fmla="*/ 399382 w 579007"/>
                <a:gd name="csY752" fmla="*/ 284249 h 541267"/>
                <a:gd name="csX753" fmla="*/ 398904 w 579007"/>
                <a:gd name="csY753" fmla="*/ 285682 h 541267"/>
                <a:gd name="csX754" fmla="*/ 398426 w 579007"/>
                <a:gd name="csY754" fmla="*/ 287115 h 541267"/>
                <a:gd name="csX755" fmla="*/ 396038 w 579007"/>
                <a:gd name="csY755" fmla="*/ 286638 h 541267"/>
                <a:gd name="csX756" fmla="*/ 394604 w 579007"/>
                <a:gd name="csY756" fmla="*/ 285682 h 541267"/>
                <a:gd name="csX757" fmla="*/ 395560 w 579007"/>
                <a:gd name="csY757" fmla="*/ 283771 h 541267"/>
                <a:gd name="csX758" fmla="*/ 396993 w 579007"/>
                <a:gd name="csY758" fmla="*/ 278994 h 541267"/>
                <a:gd name="csX759" fmla="*/ 397471 w 579007"/>
                <a:gd name="csY759" fmla="*/ 277083 h 541267"/>
                <a:gd name="csX760" fmla="*/ 395082 w 579007"/>
                <a:gd name="csY760" fmla="*/ 275650 h 541267"/>
                <a:gd name="csX761" fmla="*/ 393649 w 579007"/>
                <a:gd name="csY761" fmla="*/ 274694 h 541267"/>
                <a:gd name="csX762" fmla="*/ 392216 w 579007"/>
                <a:gd name="csY762" fmla="*/ 272306 h 541267"/>
                <a:gd name="csX763" fmla="*/ 392693 w 579007"/>
                <a:gd name="csY763" fmla="*/ 274694 h 541267"/>
                <a:gd name="csX764" fmla="*/ 393649 w 579007"/>
                <a:gd name="csY764" fmla="*/ 275650 h 541267"/>
                <a:gd name="csX765" fmla="*/ 395082 w 579007"/>
                <a:gd name="csY765" fmla="*/ 276128 h 541267"/>
                <a:gd name="csX766" fmla="*/ 396515 w 579007"/>
                <a:gd name="csY766" fmla="*/ 277561 h 541267"/>
                <a:gd name="csX767" fmla="*/ 395560 w 579007"/>
                <a:gd name="csY767" fmla="*/ 278994 h 541267"/>
                <a:gd name="csX768" fmla="*/ 394604 w 579007"/>
                <a:gd name="csY768" fmla="*/ 279472 h 541267"/>
                <a:gd name="csX769" fmla="*/ 392693 w 579007"/>
                <a:gd name="csY769" fmla="*/ 283294 h 541267"/>
                <a:gd name="csX770" fmla="*/ 389827 w 579007"/>
                <a:gd name="csY770" fmla="*/ 285205 h 541267"/>
                <a:gd name="csX771" fmla="*/ 386961 w 579007"/>
                <a:gd name="csY771" fmla="*/ 286638 h 541267"/>
                <a:gd name="csX772" fmla="*/ 377884 w 579007"/>
                <a:gd name="csY772" fmla="*/ 288549 h 541267"/>
                <a:gd name="csX773" fmla="*/ 375495 w 579007"/>
                <a:gd name="csY773" fmla="*/ 289504 h 541267"/>
                <a:gd name="csX774" fmla="*/ 372629 w 579007"/>
                <a:gd name="csY774" fmla="*/ 291893 h 541267"/>
                <a:gd name="csX775" fmla="*/ 370718 w 579007"/>
                <a:gd name="csY775" fmla="*/ 294759 h 541267"/>
                <a:gd name="csX776" fmla="*/ 370718 w 579007"/>
                <a:gd name="csY776" fmla="*/ 297148 h 541267"/>
                <a:gd name="csX777" fmla="*/ 371674 w 579007"/>
                <a:gd name="csY777" fmla="*/ 300014 h 541267"/>
                <a:gd name="csX778" fmla="*/ 372629 w 579007"/>
                <a:gd name="csY778" fmla="*/ 304314 h 541267"/>
                <a:gd name="csX779" fmla="*/ 373107 w 579007"/>
                <a:gd name="csY779" fmla="*/ 304791 h 541267"/>
                <a:gd name="csX780" fmla="*/ 372151 w 579007"/>
                <a:gd name="csY780" fmla="*/ 306702 h 541267"/>
                <a:gd name="csX781" fmla="*/ 370240 w 579007"/>
                <a:gd name="csY781" fmla="*/ 308136 h 541267"/>
                <a:gd name="csX782" fmla="*/ 368807 w 579007"/>
                <a:gd name="csY782" fmla="*/ 310524 h 541267"/>
                <a:gd name="csX783" fmla="*/ 369285 w 579007"/>
                <a:gd name="csY783" fmla="*/ 311480 h 541267"/>
                <a:gd name="csX784" fmla="*/ 368807 w 579007"/>
                <a:gd name="csY784" fmla="*/ 312435 h 541267"/>
                <a:gd name="csX785" fmla="*/ 363552 w 579007"/>
                <a:gd name="csY785" fmla="*/ 315301 h 541267"/>
                <a:gd name="csX786" fmla="*/ 362597 w 579007"/>
                <a:gd name="csY786" fmla="*/ 316735 h 541267"/>
                <a:gd name="csX787" fmla="*/ 361163 w 579007"/>
                <a:gd name="csY787" fmla="*/ 318168 h 541267"/>
                <a:gd name="csX788" fmla="*/ 359731 w 579007"/>
                <a:gd name="csY788" fmla="*/ 317212 h 541267"/>
                <a:gd name="csX789" fmla="*/ 358775 w 579007"/>
                <a:gd name="csY789" fmla="*/ 317212 h 541267"/>
                <a:gd name="csX790" fmla="*/ 360208 w 579007"/>
                <a:gd name="csY790" fmla="*/ 318646 h 541267"/>
                <a:gd name="csX791" fmla="*/ 359731 w 579007"/>
                <a:gd name="csY791" fmla="*/ 319601 h 541267"/>
                <a:gd name="csX792" fmla="*/ 359252 w 579007"/>
                <a:gd name="csY792" fmla="*/ 320079 h 541267"/>
                <a:gd name="csX793" fmla="*/ 358297 w 579007"/>
                <a:gd name="csY793" fmla="*/ 320556 h 541267"/>
                <a:gd name="csX794" fmla="*/ 351131 w 579007"/>
                <a:gd name="csY794" fmla="*/ 322467 h 541267"/>
                <a:gd name="csX795" fmla="*/ 345399 w 579007"/>
                <a:gd name="csY795" fmla="*/ 324378 h 541267"/>
                <a:gd name="csX796" fmla="*/ 343965 w 579007"/>
                <a:gd name="csY796" fmla="*/ 324378 h 541267"/>
                <a:gd name="csX797" fmla="*/ 343965 w 579007"/>
                <a:gd name="csY797" fmla="*/ 323901 h 541267"/>
                <a:gd name="csX798" fmla="*/ 344920 w 579007"/>
                <a:gd name="csY798" fmla="*/ 323423 h 541267"/>
                <a:gd name="csX799" fmla="*/ 344920 w 579007"/>
                <a:gd name="csY799" fmla="*/ 321034 h 541267"/>
                <a:gd name="csX800" fmla="*/ 343965 w 579007"/>
                <a:gd name="csY800" fmla="*/ 320556 h 541267"/>
                <a:gd name="csX801" fmla="*/ 343010 w 579007"/>
                <a:gd name="csY801" fmla="*/ 320556 h 541267"/>
                <a:gd name="csX802" fmla="*/ 338710 w 579007"/>
                <a:gd name="csY802" fmla="*/ 322945 h 541267"/>
                <a:gd name="csX803" fmla="*/ 337277 w 579007"/>
                <a:gd name="csY803" fmla="*/ 325812 h 541267"/>
                <a:gd name="csX804" fmla="*/ 337754 w 579007"/>
                <a:gd name="csY804" fmla="*/ 326289 h 541267"/>
                <a:gd name="csX805" fmla="*/ 338710 w 579007"/>
                <a:gd name="csY805" fmla="*/ 326289 h 541267"/>
                <a:gd name="csX806" fmla="*/ 341577 w 579007"/>
                <a:gd name="csY806" fmla="*/ 324856 h 541267"/>
                <a:gd name="csX807" fmla="*/ 342532 w 579007"/>
                <a:gd name="csY807" fmla="*/ 324856 h 541267"/>
                <a:gd name="csX808" fmla="*/ 343010 w 579007"/>
                <a:gd name="csY808" fmla="*/ 325812 h 541267"/>
                <a:gd name="csX809" fmla="*/ 338710 w 579007"/>
                <a:gd name="csY809" fmla="*/ 328200 h 541267"/>
                <a:gd name="csX810" fmla="*/ 329633 w 579007"/>
                <a:gd name="csY810" fmla="*/ 335366 h 541267"/>
                <a:gd name="csX811" fmla="*/ 329156 w 579007"/>
                <a:gd name="csY811" fmla="*/ 336799 h 541267"/>
                <a:gd name="csX812" fmla="*/ 327722 w 579007"/>
                <a:gd name="csY812" fmla="*/ 338232 h 541267"/>
                <a:gd name="csX813" fmla="*/ 326289 w 579007"/>
                <a:gd name="csY813" fmla="*/ 339666 h 541267"/>
                <a:gd name="csX814" fmla="*/ 323423 w 579007"/>
                <a:gd name="csY814" fmla="*/ 343488 h 541267"/>
                <a:gd name="csX815" fmla="*/ 317690 w 579007"/>
                <a:gd name="csY815" fmla="*/ 349220 h 541267"/>
                <a:gd name="csX816" fmla="*/ 316257 w 579007"/>
                <a:gd name="csY816" fmla="*/ 351131 h 541267"/>
                <a:gd name="csX817" fmla="*/ 307180 w 579007"/>
                <a:gd name="csY817" fmla="*/ 355431 h 541267"/>
                <a:gd name="csX818" fmla="*/ 305747 w 579007"/>
                <a:gd name="csY818" fmla="*/ 356864 h 541267"/>
                <a:gd name="csX819" fmla="*/ 301925 w 579007"/>
                <a:gd name="csY819" fmla="*/ 360686 h 541267"/>
                <a:gd name="csX820" fmla="*/ 298103 w 579007"/>
                <a:gd name="csY820" fmla="*/ 364030 h 541267"/>
                <a:gd name="csX821" fmla="*/ 293804 w 579007"/>
                <a:gd name="csY821" fmla="*/ 366896 h 541267"/>
                <a:gd name="csX822" fmla="*/ 286160 w 579007"/>
                <a:gd name="csY822" fmla="*/ 370718 h 541267"/>
                <a:gd name="csX823" fmla="*/ 281860 w 579007"/>
                <a:gd name="csY823" fmla="*/ 374062 h 541267"/>
                <a:gd name="csX824" fmla="*/ 280427 w 579007"/>
                <a:gd name="csY824" fmla="*/ 375973 h 541267"/>
                <a:gd name="csX825" fmla="*/ 279949 w 579007"/>
                <a:gd name="csY825" fmla="*/ 376929 h 541267"/>
                <a:gd name="csX826" fmla="*/ 280427 w 579007"/>
                <a:gd name="csY826" fmla="*/ 377884 h 541267"/>
                <a:gd name="csX827" fmla="*/ 281383 w 579007"/>
                <a:gd name="csY827" fmla="*/ 378839 h 541267"/>
                <a:gd name="csX828" fmla="*/ 281860 w 579007"/>
                <a:gd name="csY828" fmla="*/ 379795 h 541267"/>
                <a:gd name="csX829" fmla="*/ 281383 w 579007"/>
                <a:gd name="csY829" fmla="*/ 381228 h 541267"/>
                <a:gd name="csX830" fmla="*/ 280905 w 579007"/>
                <a:gd name="csY830" fmla="*/ 382184 h 541267"/>
                <a:gd name="csX831" fmla="*/ 279472 w 579007"/>
                <a:gd name="csY831" fmla="*/ 384095 h 541267"/>
                <a:gd name="csX832" fmla="*/ 277561 w 579007"/>
                <a:gd name="csY832" fmla="*/ 385528 h 541267"/>
                <a:gd name="csX833" fmla="*/ 269917 w 579007"/>
                <a:gd name="csY833" fmla="*/ 388394 h 541267"/>
                <a:gd name="csX834" fmla="*/ 268962 w 579007"/>
                <a:gd name="csY834" fmla="*/ 388394 h 541267"/>
                <a:gd name="csX835" fmla="*/ 262751 w 579007"/>
                <a:gd name="csY835" fmla="*/ 387916 h 541267"/>
                <a:gd name="csX836" fmla="*/ 260363 w 579007"/>
                <a:gd name="csY836" fmla="*/ 388394 h 541267"/>
                <a:gd name="csX837" fmla="*/ 259407 w 579007"/>
                <a:gd name="csY837" fmla="*/ 389827 h 541267"/>
                <a:gd name="csX838" fmla="*/ 257496 w 579007"/>
                <a:gd name="csY838" fmla="*/ 395082 h 541267"/>
                <a:gd name="csX839" fmla="*/ 255108 w 579007"/>
                <a:gd name="csY839" fmla="*/ 396993 h 541267"/>
                <a:gd name="csX840" fmla="*/ 254630 w 579007"/>
                <a:gd name="csY840" fmla="*/ 397949 h 541267"/>
                <a:gd name="csX841" fmla="*/ 254152 w 579007"/>
                <a:gd name="csY841" fmla="*/ 398904 h 541267"/>
                <a:gd name="csX842" fmla="*/ 253197 w 579007"/>
                <a:gd name="csY842" fmla="*/ 398904 h 541267"/>
                <a:gd name="csX843" fmla="*/ 252241 w 579007"/>
                <a:gd name="csY843" fmla="*/ 398426 h 541267"/>
                <a:gd name="csX844" fmla="*/ 251286 w 579007"/>
                <a:gd name="csY844" fmla="*/ 398904 h 541267"/>
                <a:gd name="csX845" fmla="*/ 250330 w 579007"/>
                <a:gd name="csY845" fmla="*/ 396993 h 541267"/>
                <a:gd name="csX846" fmla="*/ 248897 w 579007"/>
                <a:gd name="csY846" fmla="*/ 396515 h 541267"/>
                <a:gd name="csX847" fmla="*/ 247464 w 579007"/>
                <a:gd name="csY847" fmla="*/ 396515 h 541267"/>
                <a:gd name="csX848" fmla="*/ 242687 w 579007"/>
                <a:gd name="csY848" fmla="*/ 398426 h 541267"/>
                <a:gd name="csX849" fmla="*/ 240776 w 579007"/>
                <a:gd name="csY849" fmla="*/ 399860 h 541267"/>
                <a:gd name="csX850" fmla="*/ 236954 w 579007"/>
                <a:gd name="csY850" fmla="*/ 407026 h 541267"/>
                <a:gd name="csX851" fmla="*/ 235998 w 579007"/>
                <a:gd name="csY851" fmla="*/ 411803 h 541267"/>
                <a:gd name="csX852" fmla="*/ 236954 w 579007"/>
                <a:gd name="csY852" fmla="*/ 417058 h 541267"/>
                <a:gd name="csX853" fmla="*/ 237909 w 579007"/>
                <a:gd name="csY853" fmla="*/ 421357 h 541267"/>
                <a:gd name="csX854" fmla="*/ 238387 w 579007"/>
                <a:gd name="csY854" fmla="*/ 423268 h 541267"/>
                <a:gd name="csX855" fmla="*/ 238387 w 579007"/>
                <a:gd name="csY855" fmla="*/ 425657 h 541267"/>
                <a:gd name="csX856" fmla="*/ 237431 w 579007"/>
                <a:gd name="csY856" fmla="*/ 426612 h 541267"/>
                <a:gd name="csX857" fmla="*/ 236954 w 579007"/>
                <a:gd name="csY857" fmla="*/ 428045 h 541267"/>
                <a:gd name="csX858" fmla="*/ 237909 w 579007"/>
                <a:gd name="csY858" fmla="*/ 430912 h 541267"/>
                <a:gd name="csX859" fmla="*/ 239342 w 579007"/>
                <a:gd name="csY859" fmla="*/ 434734 h 541267"/>
                <a:gd name="csX860" fmla="*/ 239820 w 579007"/>
                <a:gd name="csY860" fmla="*/ 436167 h 541267"/>
                <a:gd name="csX861" fmla="*/ 239820 w 579007"/>
                <a:gd name="csY861" fmla="*/ 438078 h 541267"/>
                <a:gd name="csX862" fmla="*/ 240776 w 579007"/>
                <a:gd name="csY862" fmla="*/ 441422 h 541267"/>
                <a:gd name="csX863" fmla="*/ 240298 w 579007"/>
                <a:gd name="csY863" fmla="*/ 440944 h 541267"/>
                <a:gd name="csX864" fmla="*/ 239342 w 579007"/>
                <a:gd name="csY864" fmla="*/ 439511 h 541267"/>
                <a:gd name="csX865" fmla="*/ 237909 w 579007"/>
                <a:gd name="csY865" fmla="*/ 437122 h 541267"/>
                <a:gd name="csX866" fmla="*/ 235998 w 579007"/>
                <a:gd name="csY866" fmla="*/ 439511 h 541267"/>
                <a:gd name="csX867" fmla="*/ 236954 w 579007"/>
                <a:gd name="csY867" fmla="*/ 440944 h 541267"/>
                <a:gd name="csX868" fmla="*/ 240776 w 579007"/>
                <a:gd name="csY868" fmla="*/ 442377 h 541267"/>
                <a:gd name="csX869" fmla="*/ 241731 w 579007"/>
                <a:gd name="csY869" fmla="*/ 443811 h 541267"/>
                <a:gd name="csX870" fmla="*/ 239342 w 579007"/>
                <a:gd name="csY870" fmla="*/ 456232 h 541267"/>
                <a:gd name="csX871" fmla="*/ 237909 w 579007"/>
                <a:gd name="csY871" fmla="*/ 460531 h 541267"/>
                <a:gd name="csX872" fmla="*/ 235521 w 579007"/>
                <a:gd name="csY872" fmla="*/ 463398 h 541267"/>
                <a:gd name="csX873" fmla="*/ 234565 w 579007"/>
                <a:gd name="csY873" fmla="*/ 464831 h 541267"/>
                <a:gd name="csX874" fmla="*/ 232176 w 579007"/>
                <a:gd name="csY874" fmla="*/ 469130 h 541267"/>
                <a:gd name="csX875" fmla="*/ 230265 w 579007"/>
                <a:gd name="csY875" fmla="*/ 474863 h 541267"/>
                <a:gd name="csX876" fmla="*/ 229788 w 579007"/>
                <a:gd name="csY876" fmla="*/ 476774 h 541267"/>
                <a:gd name="csX877" fmla="*/ 230744 w 579007"/>
                <a:gd name="csY877" fmla="*/ 479163 h 541267"/>
                <a:gd name="csX878" fmla="*/ 229788 w 579007"/>
                <a:gd name="csY878" fmla="*/ 480596 h 541267"/>
                <a:gd name="csX879" fmla="*/ 228833 w 579007"/>
                <a:gd name="csY879" fmla="*/ 482029 h 541267"/>
                <a:gd name="csX880" fmla="*/ 230744 w 579007"/>
                <a:gd name="csY880" fmla="*/ 481551 h 541267"/>
                <a:gd name="csX881" fmla="*/ 231699 w 579007"/>
                <a:gd name="csY881" fmla="*/ 482507 h 541267"/>
                <a:gd name="csX882" fmla="*/ 231699 w 579007"/>
                <a:gd name="csY882" fmla="*/ 483940 h 541267"/>
                <a:gd name="csX883" fmla="*/ 231699 w 579007"/>
                <a:gd name="csY883" fmla="*/ 492061 h 541267"/>
                <a:gd name="csX884" fmla="*/ 231699 w 579007"/>
                <a:gd name="csY884" fmla="*/ 500183 h 541267"/>
                <a:gd name="csX885" fmla="*/ 230265 w 579007"/>
                <a:gd name="csY885" fmla="*/ 500183 h 541267"/>
                <a:gd name="csX886" fmla="*/ 228355 w 579007"/>
                <a:gd name="csY886" fmla="*/ 500660 h 541267"/>
                <a:gd name="csX887" fmla="*/ 226444 w 579007"/>
                <a:gd name="csY887" fmla="*/ 500183 h 541267"/>
                <a:gd name="csX888" fmla="*/ 225488 w 579007"/>
                <a:gd name="csY888" fmla="*/ 499705 h 541267"/>
                <a:gd name="csX889" fmla="*/ 222622 w 579007"/>
                <a:gd name="csY889" fmla="*/ 500183 h 541267"/>
                <a:gd name="csX890" fmla="*/ 221189 w 579007"/>
                <a:gd name="csY890" fmla="*/ 501138 h 541267"/>
                <a:gd name="csX891" fmla="*/ 220233 w 579007"/>
                <a:gd name="csY891" fmla="*/ 502571 h 541267"/>
                <a:gd name="csX892" fmla="*/ 220233 w 579007"/>
                <a:gd name="csY892" fmla="*/ 505438 h 541267"/>
                <a:gd name="csX893" fmla="*/ 214978 w 579007"/>
                <a:gd name="csY893" fmla="*/ 511648 h 541267"/>
                <a:gd name="csX894" fmla="*/ 214023 w 579007"/>
                <a:gd name="csY894" fmla="*/ 514037 h 541267"/>
                <a:gd name="csX895" fmla="*/ 213545 w 579007"/>
                <a:gd name="csY895" fmla="*/ 515948 h 541267"/>
                <a:gd name="csX896" fmla="*/ 214023 w 579007"/>
                <a:gd name="csY896" fmla="*/ 516903 h 541267"/>
                <a:gd name="csX897" fmla="*/ 215456 w 579007"/>
                <a:gd name="csY897" fmla="*/ 518336 h 541267"/>
                <a:gd name="csX898" fmla="*/ 217367 w 579007"/>
                <a:gd name="csY898" fmla="*/ 518814 h 541267"/>
                <a:gd name="csX899" fmla="*/ 220711 w 579007"/>
                <a:gd name="csY899" fmla="*/ 519292 h 541267"/>
                <a:gd name="csX900" fmla="*/ 222144 w 579007"/>
                <a:gd name="csY900" fmla="*/ 519770 h 541267"/>
                <a:gd name="csX901" fmla="*/ 223099 w 579007"/>
                <a:gd name="csY901" fmla="*/ 520725 h 541267"/>
                <a:gd name="csX902" fmla="*/ 219278 w 579007"/>
                <a:gd name="csY902" fmla="*/ 519770 h 541267"/>
                <a:gd name="csX903" fmla="*/ 214501 w 579007"/>
                <a:gd name="csY903" fmla="*/ 519292 h 541267"/>
                <a:gd name="csX904" fmla="*/ 203513 w 579007"/>
                <a:gd name="csY904" fmla="*/ 522158 h 541267"/>
                <a:gd name="csX905" fmla="*/ 200646 w 579007"/>
                <a:gd name="csY905" fmla="*/ 524547 h 541267"/>
                <a:gd name="csX906" fmla="*/ 199213 w 579007"/>
                <a:gd name="csY906" fmla="*/ 526458 h 541267"/>
                <a:gd name="csX907" fmla="*/ 197780 w 579007"/>
                <a:gd name="csY907" fmla="*/ 530280 h 541267"/>
                <a:gd name="csX908" fmla="*/ 197780 w 579007"/>
                <a:gd name="csY908" fmla="*/ 533146 h 541267"/>
                <a:gd name="csX909" fmla="*/ 196347 w 579007"/>
                <a:gd name="csY909" fmla="*/ 535535 h 541267"/>
                <a:gd name="csX910" fmla="*/ 190614 w 579007"/>
                <a:gd name="csY910" fmla="*/ 538879 h 541267"/>
                <a:gd name="csX911" fmla="*/ 186792 w 579007"/>
                <a:gd name="csY911" fmla="*/ 540312 h 541267"/>
                <a:gd name="csX912" fmla="*/ 185837 w 579007"/>
                <a:gd name="csY912" fmla="*/ 541267 h 541267"/>
                <a:gd name="csX913" fmla="*/ 181537 w 579007"/>
                <a:gd name="csY913" fmla="*/ 539834 h 541267"/>
                <a:gd name="csX914" fmla="*/ 176760 w 579007"/>
                <a:gd name="csY914" fmla="*/ 536968 h 541267"/>
                <a:gd name="csX915" fmla="*/ 174849 w 579007"/>
                <a:gd name="csY915" fmla="*/ 535057 h 541267"/>
                <a:gd name="csX916" fmla="*/ 167683 w 579007"/>
                <a:gd name="csY916" fmla="*/ 526936 h 541267"/>
                <a:gd name="csX917" fmla="*/ 166728 w 579007"/>
                <a:gd name="csY917" fmla="*/ 525980 h 541267"/>
                <a:gd name="csX918" fmla="*/ 165294 w 579007"/>
                <a:gd name="csY918" fmla="*/ 522636 h 541267"/>
                <a:gd name="csX919" fmla="*/ 164817 w 579007"/>
                <a:gd name="csY919" fmla="*/ 521203 h 541267"/>
                <a:gd name="csX920" fmla="*/ 164339 w 579007"/>
                <a:gd name="csY920" fmla="*/ 520725 h 541267"/>
                <a:gd name="csX921" fmla="*/ 163861 w 579007"/>
                <a:gd name="csY921" fmla="*/ 520247 h 541267"/>
                <a:gd name="csX922" fmla="*/ 163383 w 579007"/>
                <a:gd name="csY922" fmla="*/ 519770 h 541267"/>
                <a:gd name="csX923" fmla="*/ 161950 w 579007"/>
                <a:gd name="csY923" fmla="*/ 515948 h 541267"/>
                <a:gd name="csX924" fmla="*/ 161473 w 579007"/>
                <a:gd name="csY924" fmla="*/ 512126 h 541267"/>
                <a:gd name="csX925" fmla="*/ 160517 w 579007"/>
                <a:gd name="csY925" fmla="*/ 507349 h 541267"/>
                <a:gd name="csX926" fmla="*/ 160995 w 579007"/>
                <a:gd name="csY926" fmla="*/ 507826 h 541267"/>
                <a:gd name="csX927" fmla="*/ 162428 w 579007"/>
                <a:gd name="csY927" fmla="*/ 509259 h 541267"/>
                <a:gd name="csX928" fmla="*/ 162906 w 579007"/>
                <a:gd name="csY928" fmla="*/ 511171 h 541267"/>
                <a:gd name="csX929" fmla="*/ 162906 w 579007"/>
                <a:gd name="csY929" fmla="*/ 514515 h 541267"/>
                <a:gd name="csX930" fmla="*/ 163861 w 579007"/>
                <a:gd name="csY930" fmla="*/ 514992 h 541267"/>
                <a:gd name="csX931" fmla="*/ 164817 w 579007"/>
                <a:gd name="csY931" fmla="*/ 514515 h 541267"/>
                <a:gd name="csX932" fmla="*/ 162428 w 579007"/>
                <a:gd name="csY932" fmla="*/ 507349 h 541267"/>
                <a:gd name="csX933" fmla="*/ 160517 w 579007"/>
                <a:gd name="csY933" fmla="*/ 505438 h 541267"/>
                <a:gd name="csX934" fmla="*/ 160039 w 579007"/>
                <a:gd name="csY934" fmla="*/ 505438 h 541267"/>
                <a:gd name="csX935" fmla="*/ 159562 w 579007"/>
                <a:gd name="csY935" fmla="*/ 504482 h 541267"/>
                <a:gd name="csX936" fmla="*/ 159562 w 579007"/>
                <a:gd name="csY936" fmla="*/ 503049 h 541267"/>
                <a:gd name="csX937" fmla="*/ 159562 w 579007"/>
                <a:gd name="csY937" fmla="*/ 502094 h 541267"/>
                <a:gd name="csX938" fmla="*/ 158128 w 579007"/>
                <a:gd name="csY938" fmla="*/ 499705 h 541267"/>
                <a:gd name="csX939" fmla="*/ 157651 w 579007"/>
                <a:gd name="csY939" fmla="*/ 498750 h 541267"/>
                <a:gd name="csX940" fmla="*/ 153829 w 579007"/>
                <a:gd name="csY940" fmla="*/ 491584 h 541267"/>
                <a:gd name="csX941" fmla="*/ 152396 w 579007"/>
                <a:gd name="csY941" fmla="*/ 486329 h 541267"/>
                <a:gd name="csX942" fmla="*/ 150007 w 579007"/>
                <a:gd name="csY942" fmla="*/ 481074 h 541267"/>
                <a:gd name="csX943" fmla="*/ 148574 w 579007"/>
                <a:gd name="csY943" fmla="*/ 479163 h 541267"/>
                <a:gd name="csX944" fmla="*/ 146185 w 579007"/>
                <a:gd name="csY944" fmla="*/ 474863 h 541267"/>
                <a:gd name="csX945" fmla="*/ 144274 w 579007"/>
                <a:gd name="csY945" fmla="*/ 472475 h 541267"/>
                <a:gd name="csX946" fmla="*/ 141885 w 579007"/>
                <a:gd name="csY946" fmla="*/ 470086 h 541267"/>
                <a:gd name="csX947" fmla="*/ 140453 w 579007"/>
                <a:gd name="csY947" fmla="*/ 468652 h 541267"/>
                <a:gd name="csX948" fmla="*/ 139497 w 579007"/>
                <a:gd name="csY948" fmla="*/ 468175 h 541267"/>
                <a:gd name="csX949" fmla="*/ 134719 w 579007"/>
                <a:gd name="csY949" fmla="*/ 458620 h 541267"/>
                <a:gd name="csX950" fmla="*/ 133287 w 579007"/>
                <a:gd name="csY950" fmla="*/ 453365 h 541267"/>
                <a:gd name="csX951" fmla="*/ 131853 w 579007"/>
                <a:gd name="csY951" fmla="*/ 450977 h 541267"/>
                <a:gd name="csX952" fmla="*/ 131376 w 579007"/>
                <a:gd name="csY952" fmla="*/ 449066 h 541267"/>
                <a:gd name="csX953" fmla="*/ 129465 w 579007"/>
                <a:gd name="csY953" fmla="*/ 441422 h 541267"/>
                <a:gd name="csX954" fmla="*/ 129465 w 579007"/>
                <a:gd name="csY954" fmla="*/ 439989 h 541267"/>
                <a:gd name="csX955" fmla="*/ 128987 w 579007"/>
                <a:gd name="csY955" fmla="*/ 438078 h 541267"/>
                <a:gd name="csX956" fmla="*/ 128032 w 579007"/>
                <a:gd name="csY956" fmla="*/ 434734 h 541267"/>
                <a:gd name="csX957" fmla="*/ 125643 w 579007"/>
                <a:gd name="csY957" fmla="*/ 431390 h 541267"/>
                <a:gd name="csX958" fmla="*/ 125165 w 579007"/>
                <a:gd name="csY958" fmla="*/ 429001 h 541267"/>
                <a:gd name="csX959" fmla="*/ 125165 w 579007"/>
                <a:gd name="csY959" fmla="*/ 428045 h 541267"/>
                <a:gd name="csX960" fmla="*/ 123732 w 579007"/>
                <a:gd name="csY960" fmla="*/ 424702 h 541267"/>
                <a:gd name="csX961" fmla="*/ 123254 w 579007"/>
                <a:gd name="csY961" fmla="*/ 422791 h 541267"/>
                <a:gd name="csX962" fmla="*/ 122299 w 579007"/>
                <a:gd name="csY962" fmla="*/ 421357 h 541267"/>
                <a:gd name="csX963" fmla="*/ 121343 w 579007"/>
                <a:gd name="csY963" fmla="*/ 419924 h 541267"/>
                <a:gd name="csX964" fmla="*/ 120388 w 579007"/>
                <a:gd name="csY964" fmla="*/ 418969 h 541267"/>
                <a:gd name="csX965" fmla="*/ 117521 w 579007"/>
                <a:gd name="csY965" fmla="*/ 415147 h 541267"/>
                <a:gd name="csX966" fmla="*/ 116566 w 579007"/>
                <a:gd name="csY966" fmla="*/ 414192 h 541267"/>
                <a:gd name="csX967" fmla="*/ 114655 w 579007"/>
                <a:gd name="csY967" fmla="*/ 411803 h 541267"/>
                <a:gd name="csX968" fmla="*/ 113700 w 579007"/>
                <a:gd name="csY968" fmla="*/ 407503 h 541267"/>
                <a:gd name="csX969" fmla="*/ 111789 w 579007"/>
                <a:gd name="csY969" fmla="*/ 406070 h 541267"/>
                <a:gd name="csX970" fmla="*/ 114655 w 579007"/>
                <a:gd name="csY970" fmla="*/ 406070 h 541267"/>
                <a:gd name="csX971" fmla="*/ 112744 w 579007"/>
                <a:gd name="csY971" fmla="*/ 404159 h 541267"/>
                <a:gd name="csX972" fmla="*/ 112266 w 579007"/>
                <a:gd name="csY972" fmla="*/ 403204 h 541267"/>
                <a:gd name="csX973" fmla="*/ 111311 w 579007"/>
                <a:gd name="csY973" fmla="*/ 402726 h 541267"/>
                <a:gd name="csX974" fmla="*/ 112744 w 579007"/>
                <a:gd name="csY974" fmla="*/ 400815 h 541267"/>
                <a:gd name="csX975" fmla="*/ 110355 w 579007"/>
                <a:gd name="csY975" fmla="*/ 401293 h 541267"/>
                <a:gd name="csX976" fmla="*/ 109400 w 579007"/>
                <a:gd name="csY976" fmla="*/ 399860 h 541267"/>
                <a:gd name="csX977" fmla="*/ 107967 w 579007"/>
                <a:gd name="csY977" fmla="*/ 396993 h 541267"/>
                <a:gd name="csX978" fmla="*/ 105578 w 579007"/>
                <a:gd name="csY978" fmla="*/ 393649 h 541267"/>
                <a:gd name="csX979" fmla="*/ 105100 w 579007"/>
                <a:gd name="csY979" fmla="*/ 391738 h 541267"/>
                <a:gd name="csX980" fmla="*/ 102712 w 579007"/>
                <a:gd name="csY980" fmla="*/ 386005 h 541267"/>
                <a:gd name="csX981" fmla="*/ 100801 w 579007"/>
                <a:gd name="csY981" fmla="*/ 372151 h 541267"/>
                <a:gd name="csX982" fmla="*/ 98890 w 579007"/>
                <a:gd name="csY982" fmla="*/ 365941 h 541267"/>
                <a:gd name="csX983" fmla="*/ 98890 w 579007"/>
                <a:gd name="csY983" fmla="*/ 364030 h 541267"/>
                <a:gd name="csX984" fmla="*/ 96979 w 579007"/>
                <a:gd name="csY984" fmla="*/ 358775 h 541267"/>
                <a:gd name="csX985" fmla="*/ 96024 w 579007"/>
                <a:gd name="csY985" fmla="*/ 354953 h 541267"/>
                <a:gd name="csX986" fmla="*/ 95546 w 579007"/>
                <a:gd name="csY986" fmla="*/ 352087 h 541267"/>
                <a:gd name="csX987" fmla="*/ 95068 w 579007"/>
                <a:gd name="csY987" fmla="*/ 349698 h 541267"/>
                <a:gd name="csX988" fmla="*/ 94591 w 579007"/>
                <a:gd name="csY988" fmla="*/ 345876 h 541267"/>
                <a:gd name="csX989" fmla="*/ 93635 w 579007"/>
                <a:gd name="csY989" fmla="*/ 344443 h 541267"/>
                <a:gd name="csX990" fmla="*/ 93635 w 579007"/>
                <a:gd name="csY990" fmla="*/ 343965 h 541267"/>
                <a:gd name="csX991" fmla="*/ 94112 w 579007"/>
                <a:gd name="csY991" fmla="*/ 342054 h 541267"/>
                <a:gd name="csX992" fmla="*/ 95546 w 579007"/>
                <a:gd name="csY992" fmla="*/ 339188 h 541267"/>
                <a:gd name="csX993" fmla="*/ 96024 w 579007"/>
                <a:gd name="csY993" fmla="*/ 337277 h 541267"/>
                <a:gd name="csX994" fmla="*/ 95546 w 579007"/>
                <a:gd name="csY994" fmla="*/ 334888 h 541267"/>
                <a:gd name="csX995" fmla="*/ 94112 w 579007"/>
                <a:gd name="csY995" fmla="*/ 337277 h 541267"/>
                <a:gd name="csX996" fmla="*/ 92680 w 579007"/>
                <a:gd name="csY996" fmla="*/ 338232 h 541267"/>
                <a:gd name="csX997" fmla="*/ 92202 w 579007"/>
                <a:gd name="csY997" fmla="*/ 336322 h 541267"/>
                <a:gd name="csX998" fmla="*/ 92202 w 579007"/>
                <a:gd name="csY998" fmla="*/ 333455 h 541267"/>
                <a:gd name="csX999" fmla="*/ 92202 w 579007"/>
                <a:gd name="csY999" fmla="*/ 332977 h 541267"/>
                <a:gd name="csX1000" fmla="*/ 92202 w 579007"/>
                <a:gd name="csY1000" fmla="*/ 332022 h 541267"/>
                <a:gd name="csX1001" fmla="*/ 96024 w 579007"/>
                <a:gd name="csY1001" fmla="*/ 332500 h 541267"/>
                <a:gd name="csX1002" fmla="*/ 91724 w 579007"/>
                <a:gd name="csY1002" fmla="*/ 330589 h 541267"/>
                <a:gd name="csX1003" fmla="*/ 91246 w 579007"/>
                <a:gd name="csY1003" fmla="*/ 329633 h 541267"/>
                <a:gd name="csX1004" fmla="*/ 91246 w 579007"/>
                <a:gd name="csY1004" fmla="*/ 329156 h 541267"/>
                <a:gd name="csX1005" fmla="*/ 92202 w 579007"/>
                <a:gd name="csY1005" fmla="*/ 327722 h 541267"/>
                <a:gd name="csX1006" fmla="*/ 90769 w 579007"/>
                <a:gd name="csY1006" fmla="*/ 326767 h 541267"/>
                <a:gd name="csX1007" fmla="*/ 90291 w 579007"/>
                <a:gd name="csY1007" fmla="*/ 323423 h 541267"/>
                <a:gd name="csX1008" fmla="*/ 89813 w 579007"/>
                <a:gd name="csY1008" fmla="*/ 322467 h 541267"/>
                <a:gd name="csX1009" fmla="*/ 89335 w 579007"/>
                <a:gd name="csY1009" fmla="*/ 321990 h 541267"/>
                <a:gd name="csX1010" fmla="*/ 90291 w 579007"/>
                <a:gd name="csY1010" fmla="*/ 317212 h 541267"/>
                <a:gd name="csX1011" fmla="*/ 93635 w 579007"/>
                <a:gd name="csY1011" fmla="*/ 307658 h 541267"/>
                <a:gd name="csX1012" fmla="*/ 94112 w 579007"/>
                <a:gd name="csY1012" fmla="*/ 305747 h 541267"/>
                <a:gd name="csX1013" fmla="*/ 93635 w 579007"/>
                <a:gd name="csY1013" fmla="*/ 302403 h 541267"/>
                <a:gd name="csX1014" fmla="*/ 92680 w 579007"/>
                <a:gd name="csY1014" fmla="*/ 300014 h 541267"/>
                <a:gd name="csX1015" fmla="*/ 92680 w 579007"/>
                <a:gd name="csY1015" fmla="*/ 297625 h 541267"/>
                <a:gd name="csX1016" fmla="*/ 92202 w 579007"/>
                <a:gd name="csY1016" fmla="*/ 297148 h 541267"/>
                <a:gd name="csX1017" fmla="*/ 91246 w 579007"/>
                <a:gd name="csY1017" fmla="*/ 296670 h 541267"/>
                <a:gd name="csX1018" fmla="*/ 89813 w 579007"/>
                <a:gd name="csY1018" fmla="*/ 295715 h 541267"/>
                <a:gd name="csX1019" fmla="*/ 88380 w 579007"/>
                <a:gd name="csY1019" fmla="*/ 291893 h 541267"/>
                <a:gd name="csX1020" fmla="*/ 89813 w 579007"/>
                <a:gd name="csY1020" fmla="*/ 290937 h 541267"/>
                <a:gd name="csX1021" fmla="*/ 90769 w 579007"/>
                <a:gd name="csY1021" fmla="*/ 289982 h 541267"/>
                <a:gd name="csX1022" fmla="*/ 89335 w 579007"/>
                <a:gd name="csY1022" fmla="*/ 290459 h 541267"/>
                <a:gd name="csX1023" fmla="*/ 88380 w 579007"/>
                <a:gd name="csY1023" fmla="*/ 290459 h 541267"/>
                <a:gd name="csX1024" fmla="*/ 90291 w 579007"/>
                <a:gd name="csY1024" fmla="*/ 288549 h 541267"/>
                <a:gd name="csX1025" fmla="*/ 92202 w 579007"/>
                <a:gd name="csY1025" fmla="*/ 287115 h 541267"/>
                <a:gd name="csX1026" fmla="*/ 96501 w 579007"/>
                <a:gd name="csY1026" fmla="*/ 285682 h 541267"/>
                <a:gd name="csX1027" fmla="*/ 98412 w 579007"/>
                <a:gd name="csY1027" fmla="*/ 284727 h 541267"/>
                <a:gd name="csX1028" fmla="*/ 95546 w 579007"/>
                <a:gd name="csY1028" fmla="*/ 285682 h 541267"/>
                <a:gd name="csX1029" fmla="*/ 92680 w 579007"/>
                <a:gd name="csY1029" fmla="*/ 285682 h 541267"/>
                <a:gd name="csX1030" fmla="*/ 86947 w 579007"/>
                <a:gd name="csY1030" fmla="*/ 285682 h 541267"/>
                <a:gd name="csX1031" fmla="*/ 87902 w 579007"/>
                <a:gd name="csY1031" fmla="*/ 282338 h 541267"/>
                <a:gd name="csX1032" fmla="*/ 88858 w 579007"/>
                <a:gd name="csY1032" fmla="*/ 280905 h 541267"/>
                <a:gd name="csX1033" fmla="*/ 90291 w 579007"/>
                <a:gd name="csY1033" fmla="*/ 280427 h 541267"/>
                <a:gd name="csX1034" fmla="*/ 88380 w 579007"/>
                <a:gd name="csY1034" fmla="*/ 280427 h 541267"/>
                <a:gd name="csX1035" fmla="*/ 86469 w 579007"/>
                <a:gd name="csY1035" fmla="*/ 280427 h 541267"/>
                <a:gd name="csX1036" fmla="*/ 87425 w 579007"/>
                <a:gd name="csY1036" fmla="*/ 276605 h 541267"/>
                <a:gd name="csX1037" fmla="*/ 88858 w 579007"/>
                <a:gd name="csY1037" fmla="*/ 275650 h 541267"/>
                <a:gd name="csX1038" fmla="*/ 90291 w 579007"/>
                <a:gd name="csY1038" fmla="*/ 275650 h 541267"/>
                <a:gd name="csX1039" fmla="*/ 92202 w 579007"/>
                <a:gd name="csY1039" fmla="*/ 275172 h 541267"/>
                <a:gd name="csX1040" fmla="*/ 90291 w 579007"/>
                <a:gd name="csY1040" fmla="*/ 274694 h 541267"/>
                <a:gd name="csX1041" fmla="*/ 87902 w 579007"/>
                <a:gd name="csY1041" fmla="*/ 274217 h 541267"/>
                <a:gd name="csX1042" fmla="*/ 85514 w 579007"/>
                <a:gd name="csY1042" fmla="*/ 274694 h 541267"/>
                <a:gd name="csX1043" fmla="*/ 82647 w 579007"/>
                <a:gd name="csY1043" fmla="*/ 274694 h 541267"/>
                <a:gd name="csX1044" fmla="*/ 79781 w 579007"/>
                <a:gd name="csY1044" fmla="*/ 274694 h 541267"/>
                <a:gd name="csX1045" fmla="*/ 81214 w 579007"/>
                <a:gd name="csY1045" fmla="*/ 275172 h 541267"/>
                <a:gd name="csX1046" fmla="*/ 82169 w 579007"/>
                <a:gd name="csY1046" fmla="*/ 276128 h 541267"/>
                <a:gd name="csX1047" fmla="*/ 81692 w 579007"/>
                <a:gd name="csY1047" fmla="*/ 278039 h 541267"/>
                <a:gd name="csX1048" fmla="*/ 81214 w 579007"/>
                <a:gd name="csY1048" fmla="*/ 279472 h 541267"/>
                <a:gd name="csX1049" fmla="*/ 79303 w 579007"/>
                <a:gd name="csY1049" fmla="*/ 279949 h 541267"/>
                <a:gd name="csX1050" fmla="*/ 77870 w 579007"/>
                <a:gd name="csY1050" fmla="*/ 281383 h 541267"/>
                <a:gd name="csX1051" fmla="*/ 77870 w 579007"/>
                <a:gd name="csY1051" fmla="*/ 282338 h 541267"/>
                <a:gd name="csX1052" fmla="*/ 76914 w 579007"/>
                <a:gd name="csY1052" fmla="*/ 283294 h 541267"/>
                <a:gd name="csX1053" fmla="*/ 78348 w 579007"/>
                <a:gd name="csY1053" fmla="*/ 283771 h 541267"/>
                <a:gd name="csX1054" fmla="*/ 79781 w 579007"/>
                <a:gd name="csY1054" fmla="*/ 284249 h 541267"/>
                <a:gd name="csX1055" fmla="*/ 80259 w 579007"/>
                <a:gd name="csY1055" fmla="*/ 285205 h 541267"/>
                <a:gd name="csX1056" fmla="*/ 81214 w 579007"/>
                <a:gd name="csY1056" fmla="*/ 286160 h 541267"/>
                <a:gd name="csX1057" fmla="*/ 81214 w 579007"/>
                <a:gd name="csY1057" fmla="*/ 289026 h 541267"/>
                <a:gd name="csX1058" fmla="*/ 77870 w 579007"/>
                <a:gd name="csY1058" fmla="*/ 294759 h 541267"/>
                <a:gd name="csX1059" fmla="*/ 76437 w 579007"/>
                <a:gd name="csY1059" fmla="*/ 296192 h 541267"/>
                <a:gd name="csX1060" fmla="*/ 67837 w 579007"/>
                <a:gd name="csY1060" fmla="*/ 300014 h 541267"/>
                <a:gd name="csX1061" fmla="*/ 64016 w 579007"/>
                <a:gd name="csY1061" fmla="*/ 301925 h 541267"/>
                <a:gd name="csX1062" fmla="*/ 56850 w 579007"/>
                <a:gd name="csY1062" fmla="*/ 304314 h 541267"/>
                <a:gd name="csX1063" fmla="*/ 53984 w 579007"/>
                <a:gd name="csY1063" fmla="*/ 304791 h 541267"/>
                <a:gd name="csX1064" fmla="*/ 50639 w 579007"/>
                <a:gd name="csY1064" fmla="*/ 304314 h 541267"/>
                <a:gd name="csX1065" fmla="*/ 46340 w 579007"/>
                <a:gd name="csY1065" fmla="*/ 302403 h 541267"/>
                <a:gd name="csX1066" fmla="*/ 39174 w 579007"/>
                <a:gd name="csY1066" fmla="*/ 297148 h 541267"/>
                <a:gd name="csX1067" fmla="*/ 37263 w 579007"/>
                <a:gd name="csY1067" fmla="*/ 295715 h 541267"/>
                <a:gd name="csX1068" fmla="*/ 31530 w 579007"/>
                <a:gd name="csY1068" fmla="*/ 289504 h 541267"/>
                <a:gd name="csX1069" fmla="*/ 27230 w 579007"/>
                <a:gd name="csY1069" fmla="*/ 286160 h 541267"/>
                <a:gd name="csX1070" fmla="*/ 24364 w 579007"/>
                <a:gd name="csY1070" fmla="*/ 282816 h 541267"/>
                <a:gd name="csX1071" fmla="*/ 20543 w 579007"/>
                <a:gd name="csY1071" fmla="*/ 279949 h 541267"/>
                <a:gd name="csX1072" fmla="*/ 16721 w 579007"/>
                <a:gd name="csY1072" fmla="*/ 276128 h 541267"/>
                <a:gd name="csX1073" fmla="*/ 16243 w 579007"/>
                <a:gd name="csY1073" fmla="*/ 274217 h 541267"/>
                <a:gd name="csX1074" fmla="*/ 16243 w 579007"/>
                <a:gd name="csY1074" fmla="*/ 272306 h 541267"/>
                <a:gd name="csX1075" fmla="*/ 17676 w 579007"/>
                <a:gd name="csY1075" fmla="*/ 271350 h 541267"/>
                <a:gd name="csX1076" fmla="*/ 19587 w 579007"/>
                <a:gd name="csY1076" fmla="*/ 271828 h 541267"/>
                <a:gd name="csX1077" fmla="*/ 20543 w 579007"/>
                <a:gd name="csY1077" fmla="*/ 273261 h 541267"/>
                <a:gd name="csX1078" fmla="*/ 21498 w 579007"/>
                <a:gd name="csY1078" fmla="*/ 273739 h 541267"/>
                <a:gd name="csX1079" fmla="*/ 22453 w 579007"/>
                <a:gd name="csY1079" fmla="*/ 274217 h 541267"/>
                <a:gd name="csX1080" fmla="*/ 27709 w 579007"/>
                <a:gd name="csY1080" fmla="*/ 271828 h 541267"/>
                <a:gd name="csX1081" fmla="*/ 29619 w 579007"/>
                <a:gd name="csY1081" fmla="*/ 271828 h 541267"/>
                <a:gd name="csX1082" fmla="*/ 31052 w 579007"/>
                <a:gd name="csY1082" fmla="*/ 270873 h 541267"/>
                <a:gd name="csX1083" fmla="*/ 32963 w 579007"/>
                <a:gd name="csY1083" fmla="*/ 270873 h 541267"/>
                <a:gd name="csX1084" fmla="*/ 36785 w 579007"/>
                <a:gd name="csY1084" fmla="*/ 268962 h 541267"/>
                <a:gd name="csX1085" fmla="*/ 38218 w 579007"/>
                <a:gd name="csY1085" fmla="*/ 268962 h 541267"/>
                <a:gd name="csX1086" fmla="*/ 40129 w 579007"/>
                <a:gd name="csY1086" fmla="*/ 268484 h 541267"/>
                <a:gd name="csX1087" fmla="*/ 42996 w 579007"/>
                <a:gd name="csY1087" fmla="*/ 263707 h 541267"/>
                <a:gd name="csX1088" fmla="*/ 45384 w 579007"/>
                <a:gd name="csY1088" fmla="*/ 260840 h 541267"/>
                <a:gd name="csX1089" fmla="*/ 46818 w 579007"/>
                <a:gd name="csY1089" fmla="*/ 260363 h 541267"/>
                <a:gd name="csX1090" fmla="*/ 46818 w 579007"/>
                <a:gd name="csY1090" fmla="*/ 259407 h 541267"/>
                <a:gd name="csX1091" fmla="*/ 46340 w 579007"/>
                <a:gd name="csY1091" fmla="*/ 258452 h 541267"/>
                <a:gd name="csX1092" fmla="*/ 45384 w 579007"/>
                <a:gd name="csY1092" fmla="*/ 258452 h 541267"/>
                <a:gd name="csX1093" fmla="*/ 44429 w 579007"/>
                <a:gd name="csY1093" fmla="*/ 259407 h 541267"/>
                <a:gd name="csX1094" fmla="*/ 43951 w 579007"/>
                <a:gd name="csY1094" fmla="*/ 260840 h 541267"/>
                <a:gd name="csX1095" fmla="*/ 43473 w 579007"/>
                <a:gd name="csY1095" fmla="*/ 261318 h 541267"/>
                <a:gd name="csX1096" fmla="*/ 41562 w 579007"/>
                <a:gd name="csY1096" fmla="*/ 260840 h 541267"/>
                <a:gd name="csX1097" fmla="*/ 40129 w 579007"/>
                <a:gd name="csY1097" fmla="*/ 260840 h 541267"/>
                <a:gd name="csX1098" fmla="*/ 39174 w 579007"/>
                <a:gd name="csY1098" fmla="*/ 261318 h 541267"/>
                <a:gd name="csX1099" fmla="*/ 33441 w 579007"/>
                <a:gd name="csY1099" fmla="*/ 263229 h 541267"/>
                <a:gd name="csX1100" fmla="*/ 31530 w 579007"/>
                <a:gd name="csY1100" fmla="*/ 264662 h 541267"/>
                <a:gd name="csX1101" fmla="*/ 30097 w 579007"/>
                <a:gd name="csY1101" fmla="*/ 265140 h 541267"/>
                <a:gd name="csX1102" fmla="*/ 21498 w 579007"/>
                <a:gd name="csY1102" fmla="*/ 263229 h 541267"/>
                <a:gd name="csX1103" fmla="*/ 12898 w 579007"/>
                <a:gd name="csY1103" fmla="*/ 258929 h 541267"/>
                <a:gd name="csX1104" fmla="*/ 9555 w 579007"/>
                <a:gd name="csY1104" fmla="*/ 256541 h 541267"/>
                <a:gd name="csX1105" fmla="*/ 7166 w 579007"/>
                <a:gd name="csY1105" fmla="*/ 253197 h 541267"/>
                <a:gd name="csX1106" fmla="*/ 5255 w 579007"/>
                <a:gd name="csY1106" fmla="*/ 248897 h 541267"/>
                <a:gd name="csX1107" fmla="*/ 5733 w 579007"/>
                <a:gd name="csY1107" fmla="*/ 247942 h 541267"/>
                <a:gd name="csX1108" fmla="*/ 9555 w 579007"/>
                <a:gd name="csY1108" fmla="*/ 245553 h 541267"/>
                <a:gd name="csX1109" fmla="*/ 12421 w 579007"/>
                <a:gd name="csY1109" fmla="*/ 243164 h 541267"/>
                <a:gd name="csX1110" fmla="*/ 9555 w 579007"/>
                <a:gd name="csY1110" fmla="*/ 244120 h 541267"/>
                <a:gd name="csX1111" fmla="*/ 6688 w 579007"/>
                <a:gd name="csY1111" fmla="*/ 245553 h 541267"/>
                <a:gd name="csX1112" fmla="*/ 5255 w 579007"/>
                <a:gd name="csY1112" fmla="*/ 246508 h 541267"/>
                <a:gd name="csX1113" fmla="*/ 3822 w 579007"/>
                <a:gd name="csY1113" fmla="*/ 247942 h 541267"/>
                <a:gd name="csX1114" fmla="*/ 1433 w 579007"/>
                <a:gd name="csY1114" fmla="*/ 248419 h 541267"/>
                <a:gd name="csX1115" fmla="*/ 955 w 579007"/>
                <a:gd name="csY1115" fmla="*/ 246031 h 541267"/>
                <a:gd name="csX1116" fmla="*/ 0 w 579007"/>
                <a:gd name="csY1116" fmla="*/ 243164 h 541267"/>
                <a:gd name="csX1117" fmla="*/ 1433 w 579007"/>
                <a:gd name="csY1117" fmla="*/ 242209 h 541267"/>
                <a:gd name="csX1118" fmla="*/ 2389 w 579007"/>
                <a:gd name="csY1118" fmla="*/ 241731 h 541267"/>
                <a:gd name="csX1119" fmla="*/ 4300 w 579007"/>
                <a:gd name="csY1119" fmla="*/ 241253 h 541267"/>
                <a:gd name="csX1120" fmla="*/ 6688 w 579007"/>
                <a:gd name="csY1120" fmla="*/ 241253 h 541267"/>
                <a:gd name="csX1121" fmla="*/ 8599 w 579007"/>
                <a:gd name="csY1121" fmla="*/ 241253 h 541267"/>
                <a:gd name="csX1122" fmla="*/ 10988 w 579007"/>
                <a:gd name="csY1122" fmla="*/ 241253 h 541267"/>
                <a:gd name="csX1123" fmla="*/ 11466 w 579007"/>
                <a:gd name="csY1123" fmla="*/ 241253 h 541267"/>
                <a:gd name="csX1124" fmla="*/ 11466 w 579007"/>
                <a:gd name="csY1124" fmla="*/ 235043 h 541267"/>
                <a:gd name="csX1125" fmla="*/ 11466 w 579007"/>
                <a:gd name="csY1125" fmla="*/ 234565 h 541267"/>
                <a:gd name="csX1126" fmla="*/ 11943 w 579007"/>
                <a:gd name="csY1126" fmla="*/ 234565 h 541267"/>
                <a:gd name="csX1127" fmla="*/ 12421 w 579007"/>
                <a:gd name="csY1127" fmla="*/ 234087 h 541267"/>
                <a:gd name="csX1128" fmla="*/ 12898 w 579007"/>
                <a:gd name="csY1128" fmla="*/ 234087 h 541267"/>
                <a:gd name="csX1129" fmla="*/ 13377 w 579007"/>
                <a:gd name="csY1129" fmla="*/ 235043 h 541267"/>
                <a:gd name="csX1130" fmla="*/ 13377 w 579007"/>
                <a:gd name="csY1130" fmla="*/ 235043 h 541267"/>
                <a:gd name="csX1131" fmla="*/ 13854 w 579007"/>
                <a:gd name="csY1131" fmla="*/ 235043 h 541267"/>
                <a:gd name="csX1132" fmla="*/ 14809 w 579007"/>
                <a:gd name="csY1132" fmla="*/ 234565 h 541267"/>
                <a:gd name="csX1133" fmla="*/ 16243 w 579007"/>
                <a:gd name="csY1133" fmla="*/ 235043 h 541267"/>
                <a:gd name="csX1134" fmla="*/ 17676 w 579007"/>
                <a:gd name="csY1134" fmla="*/ 234565 h 541267"/>
                <a:gd name="csX1135" fmla="*/ 17676 w 579007"/>
                <a:gd name="csY1135" fmla="*/ 234565 h 541267"/>
                <a:gd name="csX1136" fmla="*/ 19109 w 579007"/>
                <a:gd name="csY1136" fmla="*/ 235043 h 541267"/>
                <a:gd name="csX1137" fmla="*/ 21498 w 579007"/>
                <a:gd name="csY1137" fmla="*/ 235043 h 541267"/>
                <a:gd name="csX1138" fmla="*/ 25320 w 579007"/>
                <a:gd name="csY1138" fmla="*/ 235043 h 541267"/>
                <a:gd name="csX1139" fmla="*/ 27709 w 579007"/>
                <a:gd name="csY1139" fmla="*/ 235043 h 541267"/>
                <a:gd name="csX1140" fmla="*/ 29141 w 579007"/>
                <a:gd name="csY1140" fmla="*/ 235998 h 541267"/>
                <a:gd name="csX1141" fmla="*/ 29141 w 579007"/>
                <a:gd name="csY1141" fmla="*/ 235998 h 541267"/>
                <a:gd name="csX1142" fmla="*/ 31052 w 579007"/>
                <a:gd name="csY1142" fmla="*/ 236954 h 541267"/>
                <a:gd name="csX1143" fmla="*/ 32486 w 579007"/>
                <a:gd name="csY1143" fmla="*/ 236954 h 541267"/>
                <a:gd name="csX1144" fmla="*/ 35352 w 579007"/>
                <a:gd name="csY1144" fmla="*/ 236954 h 541267"/>
                <a:gd name="csX1145" fmla="*/ 36785 w 579007"/>
                <a:gd name="csY1145" fmla="*/ 236476 h 541267"/>
                <a:gd name="csX1146" fmla="*/ 37741 w 579007"/>
                <a:gd name="csY1146" fmla="*/ 235521 h 541267"/>
                <a:gd name="csX1147" fmla="*/ 37741 w 579007"/>
                <a:gd name="csY1147" fmla="*/ 235521 h 541267"/>
                <a:gd name="csX1148" fmla="*/ 38696 w 579007"/>
                <a:gd name="csY1148" fmla="*/ 234565 h 541267"/>
                <a:gd name="csX1149" fmla="*/ 42040 w 579007"/>
                <a:gd name="csY1149" fmla="*/ 233610 h 541267"/>
                <a:gd name="csX1150" fmla="*/ 46340 w 579007"/>
                <a:gd name="csY1150" fmla="*/ 232176 h 541267"/>
                <a:gd name="csX1151" fmla="*/ 47295 w 579007"/>
                <a:gd name="csY1151" fmla="*/ 232176 h 541267"/>
                <a:gd name="csX1152" fmla="*/ 47773 w 579007"/>
                <a:gd name="csY1152" fmla="*/ 232654 h 541267"/>
                <a:gd name="csX1153" fmla="*/ 47773 w 579007"/>
                <a:gd name="csY1153" fmla="*/ 234087 h 541267"/>
                <a:gd name="csX1154" fmla="*/ 47773 w 579007"/>
                <a:gd name="csY1154" fmla="*/ 235043 h 541267"/>
                <a:gd name="csX1155" fmla="*/ 48251 w 579007"/>
                <a:gd name="csY1155" fmla="*/ 235043 h 541267"/>
                <a:gd name="csX1156" fmla="*/ 49684 w 579007"/>
                <a:gd name="csY1156" fmla="*/ 235521 h 541267"/>
                <a:gd name="csX1157" fmla="*/ 50639 w 579007"/>
                <a:gd name="csY1157" fmla="*/ 235521 h 541267"/>
                <a:gd name="csX1158" fmla="*/ 51595 w 579007"/>
                <a:gd name="csY1158" fmla="*/ 235521 h 541267"/>
                <a:gd name="csX1159" fmla="*/ 52550 w 579007"/>
                <a:gd name="csY1159" fmla="*/ 235043 h 541267"/>
                <a:gd name="csX1160" fmla="*/ 53984 w 579007"/>
                <a:gd name="csY1160" fmla="*/ 233610 h 541267"/>
                <a:gd name="csX1161" fmla="*/ 54939 w 579007"/>
                <a:gd name="csY1161" fmla="*/ 233132 h 541267"/>
                <a:gd name="csX1162" fmla="*/ 55894 w 579007"/>
                <a:gd name="csY1162" fmla="*/ 233132 h 541267"/>
                <a:gd name="csX1163" fmla="*/ 57328 w 579007"/>
                <a:gd name="csY1163" fmla="*/ 232654 h 541267"/>
                <a:gd name="csX1164" fmla="*/ 57328 w 579007"/>
                <a:gd name="csY1164" fmla="*/ 232654 h 541267"/>
                <a:gd name="csX1165" fmla="*/ 57328 w 579007"/>
                <a:gd name="csY1165" fmla="*/ 231699 h 541267"/>
                <a:gd name="csX1166" fmla="*/ 56372 w 579007"/>
                <a:gd name="csY1166" fmla="*/ 231699 h 541267"/>
                <a:gd name="csX1167" fmla="*/ 55894 w 579007"/>
                <a:gd name="csY1167" fmla="*/ 230743 h 541267"/>
                <a:gd name="csX1168" fmla="*/ 55894 w 579007"/>
                <a:gd name="csY1168" fmla="*/ 230266 h 541267"/>
                <a:gd name="csX1169" fmla="*/ 55894 w 579007"/>
                <a:gd name="csY1169" fmla="*/ 229310 h 541267"/>
                <a:gd name="csX1170" fmla="*/ 55894 w 579007"/>
                <a:gd name="csY1170" fmla="*/ 228355 h 541267"/>
                <a:gd name="csX1171" fmla="*/ 56372 w 579007"/>
                <a:gd name="csY1171" fmla="*/ 227399 h 541267"/>
                <a:gd name="csX1172" fmla="*/ 57328 w 579007"/>
                <a:gd name="csY1172" fmla="*/ 226921 h 541267"/>
                <a:gd name="csX1173" fmla="*/ 57328 w 579007"/>
                <a:gd name="csY1173" fmla="*/ 226921 h 541267"/>
                <a:gd name="csX1174" fmla="*/ 56850 w 579007"/>
                <a:gd name="csY1174" fmla="*/ 225488 h 541267"/>
                <a:gd name="csX1175" fmla="*/ 55416 w 579007"/>
                <a:gd name="csY1175" fmla="*/ 222622 h 541267"/>
                <a:gd name="csX1176" fmla="*/ 53984 w 579007"/>
                <a:gd name="csY1176" fmla="*/ 219278 h 541267"/>
                <a:gd name="csX1177" fmla="*/ 52550 w 579007"/>
                <a:gd name="csY1177" fmla="*/ 216411 h 541267"/>
                <a:gd name="csX1178" fmla="*/ 50639 w 579007"/>
                <a:gd name="csY1178" fmla="*/ 214023 h 541267"/>
                <a:gd name="csX1179" fmla="*/ 49684 w 579007"/>
                <a:gd name="csY1179" fmla="*/ 212112 h 541267"/>
                <a:gd name="csX1180" fmla="*/ 49684 w 579007"/>
                <a:gd name="csY1180" fmla="*/ 208290 h 541267"/>
                <a:gd name="csX1181" fmla="*/ 49684 w 579007"/>
                <a:gd name="csY1181" fmla="*/ 207335 h 541267"/>
                <a:gd name="csX1182" fmla="*/ 49206 w 579007"/>
                <a:gd name="csY1182" fmla="*/ 207335 h 541267"/>
                <a:gd name="csX1183" fmla="*/ 48728 w 579007"/>
                <a:gd name="csY1183" fmla="*/ 206857 h 541267"/>
                <a:gd name="csX1184" fmla="*/ 47773 w 579007"/>
                <a:gd name="csY1184" fmla="*/ 206379 h 541267"/>
                <a:gd name="csX1185" fmla="*/ 47773 w 579007"/>
                <a:gd name="csY1185" fmla="*/ 206379 h 541267"/>
                <a:gd name="csX1186" fmla="*/ 46818 w 579007"/>
                <a:gd name="csY1186" fmla="*/ 206857 h 541267"/>
                <a:gd name="csX1187" fmla="*/ 45384 w 579007"/>
                <a:gd name="csY1187" fmla="*/ 206857 h 541267"/>
                <a:gd name="csX1188" fmla="*/ 42996 w 579007"/>
                <a:gd name="csY1188" fmla="*/ 206857 h 541267"/>
                <a:gd name="csX1189" fmla="*/ 42040 w 579007"/>
                <a:gd name="csY1189" fmla="*/ 206379 h 541267"/>
                <a:gd name="csX1190" fmla="*/ 38696 w 579007"/>
                <a:gd name="csY1190" fmla="*/ 202557 h 541267"/>
                <a:gd name="csX1191" fmla="*/ 38696 w 579007"/>
                <a:gd name="csY1191" fmla="*/ 202557 h 541267"/>
                <a:gd name="csX1192" fmla="*/ 38218 w 579007"/>
                <a:gd name="csY1192" fmla="*/ 200646 h 541267"/>
                <a:gd name="csX1193" fmla="*/ 38218 w 579007"/>
                <a:gd name="csY1193" fmla="*/ 199213 h 541267"/>
                <a:gd name="csX1194" fmla="*/ 39174 w 579007"/>
                <a:gd name="csY1194" fmla="*/ 196347 h 541267"/>
                <a:gd name="csX1195" fmla="*/ 39652 w 579007"/>
                <a:gd name="csY1195" fmla="*/ 193480 h 541267"/>
                <a:gd name="csX1196" fmla="*/ 39652 w 579007"/>
                <a:gd name="csY1196" fmla="*/ 191092 h 541267"/>
                <a:gd name="csX1197" fmla="*/ 39652 w 579007"/>
                <a:gd name="csY1197" fmla="*/ 190136 h 541267"/>
                <a:gd name="csX1198" fmla="*/ 38696 w 579007"/>
                <a:gd name="csY1198" fmla="*/ 189659 h 541267"/>
                <a:gd name="csX1199" fmla="*/ 38696 w 579007"/>
                <a:gd name="csY1199" fmla="*/ 189659 h 541267"/>
                <a:gd name="csX1200" fmla="*/ 37741 w 579007"/>
                <a:gd name="csY1200" fmla="*/ 188703 h 541267"/>
                <a:gd name="csX1201" fmla="*/ 34874 w 579007"/>
                <a:gd name="csY1201" fmla="*/ 188703 h 541267"/>
                <a:gd name="csX1202" fmla="*/ 34874 w 579007"/>
                <a:gd name="csY1202" fmla="*/ 188703 h 541267"/>
                <a:gd name="csX1203" fmla="*/ 31530 w 579007"/>
                <a:gd name="csY1203" fmla="*/ 187748 h 541267"/>
                <a:gd name="csX1204" fmla="*/ 28664 w 579007"/>
                <a:gd name="csY1204" fmla="*/ 186314 h 541267"/>
                <a:gd name="csX1205" fmla="*/ 26753 w 579007"/>
                <a:gd name="csY1205" fmla="*/ 185359 h 541267"/>
                <a:gd name="csX1206" fmla="*/ 26275 w 579007"/>
                <a:gd name="csY1206" fmla="*/ 184881 h 541267"/>
                <a:gd name="csX1207" fmla="*/ 26275 w 579007"/>
                <a:gd name="csY1207" fmla="*/ 184403 h 541267"/>
                <a:gd name="csX1208" fmla="*/ 26753 w 579007"/>
                <a:gd name="csY1208" fmla="*/ 181060 h 541267"/>
                <a:gd name="csX1209" fmla="*/ 27230 w 579007"/>
                <a:gd name="csY1209" fmla="*/ 177715 h 541267"/>
                <a:gd name="csX1210" fmla="*/ 28186 w 579007"/>
                <a:gd name="csY1210" fmla="*/ 176760 h 541267"/>
                <a:gd name="csX1211" fmla="*/ 28186 w 579007"/>
                <a:gd name="csY1211" fmla="*/ 176760 h 541267"/>
                <a:gd name="csX1212" fmla="*/ 29141 w 579007"/>
                <a:gd name="csY1212" fmla="*/ 175804 h 541267"/>
                <a:gd name="csX1213" fmla="*/ 29619 w 579007"/>
                <a:gd name="csY1213" fmla="*/ 174849 h 541267"/>
                <a:gd name="csX1214" fmla="*/ 31052 w 579007"/>
                <a:gd name="csY1214" fmla="*/ 173894 h 541267"/>
                <a:gd name="csX1215" fmla="*/ 34396 w 579007"/>
                <a:gd name="csY1215" fmla="*/ 170549 h 541267"/>
                <a:gd name="csX1216" fmla="*/ 37741 w 579007"/>
                <a:gd name="csY1216" fmla="*/ 166250 h 541267"/>
                <a:gd name="csX1217" fmla="*/ 39652 w 579007"/>
                <a:gd name="csY1217" fmla="*/ 162906 h 541267"/>
                <a:gd name="csX1218" fmla="*/ 40607 w 579007"/>
                <a:gd name="csY1218" fmla="*/ 161950 h 541267"/>
                <a:gd name="csX1219" fmla="*/ 41562 w 579007"/>
                <a:gd name="csY1219" fmla="*/ 161473 h 541267"/>
                <a:gd name="csX1220" fmla="*/ 42996 w 579007"/>
                <a:gd name="csY1220" fmla="*/ 160517 h 541267"/>
                <a:gd name="csX1221" fmla="*/ 44429 w 579007"/>
                <a:gd name="csY1221" fmla="*/ 159562 h 541267"/>
                <a:gd name="csX1222" fmla="*/ 46340 w 579007"/>
                <a:gd name="csY1222" fmla="*/ 159562 h 541267"/>
                <a:gd name="csX1223" fmla="*/ 47773 w 579007"/>
                <a:gd name="csY1223" fmla="*/ 160039 h 541267"/>
                <a:gd name="csX1224" fmla="*/ 47773 w 579007"/>
                <a:gd name="csY1224" fmla="*/ 160039 h 541267"/>
                <a:gd name="csX1225" fmla="*/ 49206 w 579007"/>
                <a:gd name="csY1225" fmla="*/ 160995 h 541267"/>
                <a:gd name="csX1226" fmla="*/ 49206 w 579007"/>
                <a:gd name="csY1226" fmla="*/ 163384 h 541267"/>
                <a:gd name="csX1227" fmla="*/ 50162 w 579007"/>
                <a:gd name="csY1227" fmla="*/ 164817 h 541267"/>
                <a:gd name="csX1228" fmla="*/ 50162 w 579007"/>
                <a:gd name="csY1228" fmla="*/ 164817 h 541267"/>
                <a:gd name="csX1229" fmla="*/ 51117 w 579007"/>
                <a:gd name="csY1229" fmla="*/ 165294 h 541267"/>
                <a:gd name="csX1230" fmla="*/ 52550 w 579007"/>
                <a:gd name="csY1230" fmla="*/ 165772 h 541267"/>
                <a:gd name="csX1231" fmla="*/ 53984 w 579007"/>
                <a:gd name="csY1231" fmla="*/ 165772 h 541267"/>
                <a:gd name="csX1232" fmla="*/ 53984 w 579007"/>
                <a:gd name="csY1232" fmla="*/ 165772 h 541267"/>
                <a:gd name="csX1233" fmla="*/ 60194 w 579007"/>
                <a:gd name="csY1233" fmla="*/ 163384 h 541267"/>
                <a:gd name="csX1234" fmla="*/ 60671 w 579007"/>
                <a:gd name="csY1234" fmla="*/ 163384 h 541267"/>
                <a:gd name="csX1235" fmla="*/ 62105 w 579007"/>
                <a:gd name="csY1235" fmla="*/ 162906 h 541267"/>
                <a:gd name="csX1236" fmla="*/ 66882 w 579007"/>
                <a:gd name="csY1236" fmla="*/ 162428 h 541267"/>
                <a:gd name="csX1237" fmla="*/ 69748 w 579007"/>
                <a:gd name="csY1237" fmla="*/ 161950 h 541267"/>
                <a:gd name="csX1238" fmla="*/ 70704 w 579007"/>
                <a:gd name="csY1238" fmla="*/ 161473 h 541267"/>
                <a:gd name="csX1239" fmla="*/ 73570 w 579007"/>
                <a:gd name="csY1239" fmla="*/ 160517 h 541267"/>
                <a:gd name="csX1240" fmla="*/ 73570 w 579007"/>
                <a:gd name="csY1240" fmla="*/ 160517 h 541267"/>
                <a:gd name="csX1241" fmla="*/ 73570 w 579007"/>
                <a:gd name="csY1241" fmla="*/ 160517 h 541267"/>
                <a:gd name="csX1242" fmla="*/ 74048 w 579007"/>
                <a:gd name="csY1242" fmla="*/ 159084 h 541267"/>
                <a:gd name="csX1243" fmla="*/ 75003 w 579007"/>
                <a:gd name="csY1243" fmla="*/ 156218 h 541267"/>
                <a:gd name="csX1244" fmla="*/ 78825 w 579007"/>
                <a:gd name="csY1244" fmla="*/ 152873 h 541267"/>
                <a:gd name="csX1245" fmla="*/ 78825 w 579007"/>
                <a:gd name="csY1245" fmla="*/ 152873 h 541267"/>
                <a:gd name="csX1246" fmla="*/ 79781 w 579007"/>
                <a:gd name="csY1246" fmla="*/ 151440 h 541267"/>
                <a:gd name="csX1247" fmla="*/ 80736 w 579007"/>
                <a:gd name="csY1247" fmla="*/ 148096 h 541267"/>
                <a:gd name="csX1248" fmla="*/ 82169 w 579007"/>
                <a:gd name="csY1248" fmla="*/ 145707 h 541267"/>
                <a:gd name="csX1249" fmla="*/ 83125 w 579007"/>
                <a:gd name="csY1249" fmla="*/ 144274 h 541267"/>
                <a:gd name="csX1250" fmla="*/ 88380 w 579007"/>
                <a:gd name="csY1250" fmla="*/ 141408 h 541267"/>
                <a:gd name="csX1251" fmla="*/ 94112 w 579007"/>
                <a:gd name="csY1251" fmla="*/ 138542 h 541267"/>
                <a:gd name="csX1252" fmla="*/ 94112 w 579007"/>
                <a:gd name="csY1252" fmla="*/ 138542 h 541267"/>
                <a:gd name="csX1253" fmla="*/ 95068 w 579007"/>
                <a:gd name="csY1253" fmla="*/ 137586 h 541267"/>
                <a:gd name="csX1254" fmla="*/ 98412 w 579007"/>
                <a:gd name="csY1254" fmla="*/ 131853 h 541267"/>
                <a:gd name="csX1255" fmla="*/ 100801 w 579007"/>
                <a:gd name="csY1255" fmla="*/ 128031 h 541267"/>
                <a:gd name="csX1256" fmla="*/ 101278 w 579007"/>
                <a:gd name="csY1256" fmla="*/ 126598 h 541267"/>
                <a:gd name="csX1257" fmla="*/ 101278 w 579007"/>
                <a:gd name="csY1257" fmla="*/ 126598 h 541267"/>
                <a:gd name="csX1258" fmla="*/ 102234 w 579007"/>
                <a:gd name="csY1258" fmla="*/ 123254 h 541267"/>
                <a:gd name="csX1259" fmla="*/ 103667 w 579007"/>
                <a:gd name="csY1259" fmla="*/ 119910 h 541267"/>
                <a:gd name="csX1260" fmla="*/ 105100 w 579007"/>
                <a:gd name="csY1260" fmla="*/ 118955 h 541267"/>
                <a:gd name="csX1261" fmla="*/ 108923 w 579007"/>
                <a:gd name="csY1261" fmla="*/ 117999 h 541267"/>
                <a:gd name="csX1262" fmla="*/ 112266 w 579007"/>
                <a:gd name="csY1262" fmla="*/ 116566 h 541267"/>
                <a:gd name="csX1263" fmla="*/ 113700 w 579007"/>
                <a:gd name="csY1263" fmla="*/ 115133 h 541267"/>
                <a:gd name="csX1264" fmla="*/ 114655 w 579007"/>
                <a:gd name="csY1264" fmla="*/ 113700 h 541267"/>
                <a:gd name="csX1265" fmla="*/ 114655 w 579007"/>
                <a:gd name="csY1265" fmla="*/ 113700 h 541267"/>
                <a:gd name="csX1266" fmla="*/ 114177 w 579007"/>
                <a:gd name="csY1266" fmla="*/ 112744 h 541267"/>
                <a:gd name="csX1267" fmla="*/ 113700 w 579007"/>
                <a:gd name="csY1267" fmla="*/ 111311 h 541267"/>
                <a:gd name="csX1268" fmla="*/ 113700 w 579007"/>
                <a:gd name="csY1268" fmla="*/ 110355 h 541267"/>
                <a:gd name="csX1269" fmla="*/ 113700 w 579007"/>
                <a:gd name="csY1269" fmla="*/ 109400 h 541267"/>
                <a:gd name="csX1270" fmla="*/ 116088 w 579007"/>
                <a:gd name="csY1270" fmla="*/ 107489 h 541267"/>
                <a:gd name="csX1271" fmla="*/ 116088 w 579007"/>
                <a:gd name="csY1271" fmla="*/ 107489 h 541267"/>
                <a:gd name="csX1272" fmla="*/ 120388 w 579007"/>
                <a:gd name="csY1272" fmla="*/ 102234 h 541267"/>
                <a:gd name="csX1273" fmla="*/ 122776 w 579007"/>
                <a:gd name="csY1273" fmla="*/ 99846 h 541267"/>
                <a:gd name="csX1274" fmla="*/ 123254 w 579007"/>
                <a:gd name="csY1274" fmla="*/ 99846 h 541267"/>
                <a:gd name="csX1275" fmla="*/ 123254 w 579007"/>
                <a:gd name="csY1275" fmla="*/ 99846 h 541267"/>
                <a:gd name="csX1276" fmla="*/ 126121 w 579007"/>
                <a:gd name="csY1276" fmla="*/ 98412 h 541267"/>
                <a:gd name="csX1277" fmla="*/ 128509 w 579007"/>
                <a:gd name="csY1277" fmla="*/ 96979 h 541267"/>
                <a:gd name="csX1278" fmla="*/ 128509 w 579007"/>
                <a:gd name="csY1278" fmla="*/ 96979 h 541267"/>
                <a:gd name="csX1279" fmla="*/ 128509 w 579007"/>
                <a:gd name="csY1279" fmla="*/ 96024 h 541267"/>
                <a:gd name="csX1280" fmla="*/ 128032 w 579007"/>
                <a:gd name="csY1280" fmla="*/ 95068 h 541267"/>
                <a:gd name="csX1281" fmla="*/ 128032 w 579007"/>
                <a:gd name="csY1281" fmla="*/ 95068 h 541267"/>
                <a:gd name="csX1282" fmla="*/ 126598 w 579007"/>
                <a:gd name="csY1282" fmla="*/ 94590 h 541267"/>
                <a:gd name="csX1283" fmla="*/ 126121 w 579007"/>
                <a:gd name="csY1283" fmla="*/ 93635 h 541267"/>
                <a:gd name="csX1284" fmla="*/ 126598 w 579007"/>
                <a:gd name="csY1284" fmla="*/ 92202 h 541267"/>
                <a:gd name="csX1285" fmla="*/ 127554 w 579007"/>
                <a:gd name="csY1285" fmla="*/ 87424 h 541267"/>
                <a:gd name="csX1286" fmla="*/ 127554 w 579007"/>
                <a:gd name="csY1286" fmla="*/ 86469 h 541267"/>
                <a:gd name="csX1287" fmla="*/ 126121 w 579007"/>
                <a:gd name="csY1287" fmla="*/ 82170 h 541267"/>
                <a:gd name="csX1288" fmla="*/ 126121 w 579007"/>
                <a:gd name="csY1288" fmla="*/ 81214 h 541267"/>
                <a:gd name="csX1289" fmla="*/ 127076 w 579007"/>
                <a:gd name="csY1289" fmla="*/ 80258 h 541267"/>
                <a:gd name="csX1290" fmla="*/ 128509 w 579007"/>
                <a:gd name="csY1290" fmla="*/ 78825 h 541267"/>
                <a:gd name="csX1291" fmla="*/ 128987 w 579007"/>
                <a:gd name="csY1291" fmla="*/ 78348 h 541267"/>
                <a:gd name="csX1292" fmla="*/ 130420 w 579007"/>
                <a:gd name="csY1292" fmla="*/ 77392 h 541267"/>
                <a:gd name="csX1293" fmla="*/ 134719 w 579007"/>
                <a:gd name="csY1293" fmla="*/ 75481 h 541267"/>
                <a:gd name="csX1294" fmla="*/ 137108 w 579007"/>
                <a:gd name="csY1294" fmla="*/ 74526 h 541267"/>
                <a:gd name="csX1295" fmla="*/ 138064 w 579007"/>
                <a:gd name="csY1295" fmla="*/ 74048 h 541267"/>
                <a:gd name="csX1296" fmla="*/ 138542 w 579007"/>
                <a:gd name="csY1296" fmla="*/ 74048 h 541267"/>
                <a:gd name="csX1297" fmla="*/ 140930 w 579007"/>
                <a:gd name="csY1297" fmla="*/ 73093 h 541267"/>
                <a:gd name="csX1298" fmla="*/ 140930 w 579007"/>
                <a:gd name="csY1298" fmla="*/ 73093 h 541267"/>
                <a:gd name="csX1299" fmla="*/ 142364 w 579007"/>
                <a:gd name="csY1299" fmla="*/ 71659 h 541267"/>
                <a:gd name="csX1300" fmla="*/ 142364 w 579007"/>
                <a:gd name="csY1300" fmla="*/ 70226 h 541267"/>
                <a:gd name="csX1301" fmla="*/ 141885 w 579007"/>
                <a:gd name="csY1301" fmla="*/ 69271 h 541267"/>
                <a:gd name="csX1302" fmla="*/ 140453 w 579007"/>
                <a:gd name="csY1302" fmla="*/ 68315 h 541267"/>
                <a:gd name="csX1303" fmla="*/ 137586 w 579007"/>
                <a:gd name="csY1303" fmla="*/ 67360 h 541267"/>
                <a:gd name="csX1304" fmla="*/ 137586 w 579007"/>
                <a:gd name="csY1304" fmla="*/ 67360 h 541267"/>
                <a:gd name="csX1305" fmla="*/ 135675 w 579007"/>
                <a:gd name="csY1305" fmla="*/ 66405 h 541267"/>
                <a:gd name="csX1306" fmla="*/ 135198 w 579007"/>
                <a:gd name="csY1306" fmla="*/ 66405 h 541267"/>
                <a:gd name="csX1307" fmla="*/ 131376 w 579007"/>
                <a:gd name="csY1307" fmla="*/ 66405 h 541267"/>
                <a:gd name="csX1308" fmla="*/ 129465 w 579007"/>
                <a:gd name="csY1308" fmla="*/ 65927 h 541267"/>
                <a:gd name="csX1309" fmla="*/ 129465 w 579007"/>
                <a:gd name="csY1309" fmla="*/ 65927 h 541267"/>
                <a:gd name="csX1310" fmla="*/ 128987 w 579007"/>
                <a:gd name="csY1310" fmla="*/ 64971 h 541267"/>
                <a:gd name="csX1311" fmla="*/ 128509 w 579007"/>
                <a:gd name="csY1311" fmla="*/ 63060 h 541267"/>
                <a:gd name="csX1312" fmla="*/ 128987 w 579007"/>
                <a:gd name="csY1312" fmla="*/ 60194 h 541267"/>
                <a:gd name="csX1313" fmla="*/ 128987 w 579007"/>
                <a:gd name="csY1313" fmla="*/ 60194 h 541267"/>
                <a:gd name="csX1314" fmla="*/ 128509 w 579007"/>
                <a:gd name="csY1314" fmla="*/ 59716 h 541267"/>
                <a:gd name="csX1315" fmla="*/ 127554 w 579007"/>
                <a:gd name="csY1315" fmla="*/ 60194 h 541267"/>
                <a:gd name="csX1316" fmla="*/ 125643 w 579007"/>
                <a:gd name="csY1316" fmla="*/ 59716 h 541267"/>
                <a:gd name="csX1317" fmla="*/ 125643 w 579007"/>
                <a:gd name="csY1317" fmla="*/ 59716 h 541267"/>
                <a:gd name="csX1318" fmla="*/ 122776 w 579007"/>
                <a:gd name="csY1318" fmla="*/ 59716 h 541267"/>
                <a:gd name="csX1319" fmla="*/ 121821 w 579007"/>
                <a:gd name="csY1319" fmla="*/ 58761 h 541267"/>
                <a:gd name="csX1320" fmla="*/ 122299 w 579007"/>
                <a:gd name="csY1320" fmla="*/ 57805 h 541267"/>
                <a:gd name="csX1321" fmla="*/ 122299 w 579007"/>
                <a:gd name="csY1321" fmla="*/ 57805 h 541267"/>
                <a:gd name="csX1322" fmla="*/ 122299 w 579007"/>
                <a:gd name="csY1322" fmla="*/ 56372 h 541267"/>
                <a:gd name="csX1323" fmla="*/ 121821 w 579007"/>
                <a:gd name="csY1323" fmla="*/ 54939 h 541267"/>
                <a:gd name="csX1324" fmla="*/ 121343 w 579007"/>
                <a:gd name="csY1324" fmla="*/ 54461 h 541267"/>
                <a:gd name="csX1325" fmla="*/ 121343 w 579007"/>
                <a:gd name="csY1325" fmla="*/ 54461 h 541267"/>
                <a:gd name="csX1326" fmla="*/ 120388 w 579007"/>
                <a:gd name="csY1326" fmla="*/ 54461 h 541267"/>
                <a:gd name="csX1327" fmla="*/ 118477 w 579007"/>
                <a:gd name="csY1327" fmla="*/ 53028 h 541267"/>
                <a:gd name="csX1328" fmla="*/ 118477 w 579007"/>
                <a:gd name="csY1328" fmla="*/ 53028 h 541267"/>
                <a:gd name="csX1329" fmla="*/ 117044 w 579007"/>
                <a:gd name="csY1329" fmla="*/ 51595 h 541267"/>
                <a:gd name="csX1330" fmla="*/ 116088 w 579007"/>
                <a:gd name="csY1330" fmla="*/ 50639 h 541267"/>
                <a:gd name="csX1331" fmla="*/ 115610 w 579007"/>
                <a:gd name="csY1331" fmla="*/ 50162 h 541267"/>
                <a:gd name="csX1332" fmla="*/ 115610 w 579007"/>
                <a:gd name="csY1332" fmla="*/ 49684 h 541267"/>
                <a:gd name="csX1333" fmla="*/ 116566 w 579007"/>
                <a:gd name="csY1333" fmla="*/ 48728 h 541267"/>
                <a:gd name="csX1334" fmla="*/ 117044 w 579007"/>
                <a:gd name="csY1334" fmla="*/ 48251 h 541267"/>
                <a:gd name="csX1335" fmla="*/ 117999 w 579007"/>
                <a:gd name="csY1335" fmla="*/ 46340 h 541267"/>
                <a:gd name="csX1336" fmla="*/ 118477 w 579007"/>
                <a:gd name="csY1336" fmla="*/ 46340 h 541267"/>
                <a:gd name="csX1337" fmla="*/ 118955 w 579007"/>
                <a:gd name="csY1337" fmla="*/ 44907 h 541267"/>
                <a:gd name="csX1338" fmla="*/ 118955 w 579007"/>
                <a:gd name="csY1338" fmla="*/ 43951 h 541267"/>
                <a:gd name="csX1339" fmla="*/ 118477 w 579007"/>
                <a:gd name="csY1339" fmla="*/ 42996 h 541267"/>
                <a:gd name="csX1340" fmla="*/ 118477 w 579007"/>
                <a:gd name="csY1340" fmla="*/ 42996 h 541267"/>
                <a:gd name="csX1341" fmla="*/ 117044 w 579007"/>
                <a:gd name="csY1341" fmla="*/ 42040 h 541267"/>
                <a:gd name="csX1342" fmla="*/ 116088 w 579007"/>
                <a:gd name="csY1342" fmla="*/ 41085 h 541267"/>
                <a:gd name="csX1343" fmla="*/ 115610 w 579007"/>
                <a:gd name="csY1343" fmla="*/ 40129 h 541267"/>
                <a:gd name="csX1344" fmla="*/ 115610 w 579007"/>
                <a:gd name="csY1344" fmla="*/ 39174 h 541267"/>
                <a:gd name="csX1345" fmla="*/ 116088 w 579007"/>
                <a:gd name="csY1345" fmla="*/ 37741 h 541267"/>
                <a:gd name="csX1346" fmla="*/ 117521 w 579007"/>
                <a:gd name="csY1346" fmla="*/ 36785 h 541267"/>
                <a:gd name="csX1347" fmla="*/ 120388 w 579007"/>
                <a:gd name="csY1347" fmla="*/ 35352 h 541267"/>
                <a:gd name="csX1348" fmla="*/ 120866 w 579007"/>
                <a:gd name="csY1348" fmla="*/ 34397 h 541267"/>
                <a:gd name="csX1349" fmla="*/ 120866 w 579007"/>
                <a:gd name="csY1349" fmla="*/ 33441 h 541267"/>
                <a:gd name="csX1350" fmla="*/ 119910 w 579007"/>
                <a:gd name="csY1350" fmla="*/ 32963 h 541267"/>
                <a:gd name="csX1351" fmla="*/ 117999 w 579007"/>
                <a:gd name="csY1351" fmla="*/ 32963 h 541267"/>
                <a:gd name="csX1352" fmla="*/ 115133 w 579007"/>
                <a:gd name="csY1352" fmla="*/ 32486 h 541267"/>
                <a:gd name="csX1353" fmla="*/ 114655 w 579007"/>
                <a:gd name="csY1353" fmla="*/ 32486 h 541267"/>
                <a:gd name="csX1354" fmla="*/ 114177 w 579007"/>
                <a:gd name="csY1354" fmla="*/ 32008 h 541267"/>
                <a:gd name="csX1355" fmla="*/ 114177 w 579007"/>
                <a:gd name="csY1355" fmla="*/ 31530 h 541267"/>
                <a:gd name="csX1356" fmla="*/ 114177 w 579007"/>
                <a:gd name="csY1356" fmla="*/ 30575 h 541267"/>
                <a:gd name="csX1357" fmla="*/ 114655 w 579007"/>
                <a:gd name="csY1357" fmla="*/ 30097 h 541267"/>
                <a:gd name="csX1358" fmla="*/ 115610 w 579007"/>
                <a:gd name="csY1358" fmla="*/ 29141 h 541267"/>
                <a:gd name="csX1359" fmla="*/ 115133 w 579007"/>
                <a:gd name="csY1359" fmla="*/ 27708 h 541267"/>
                <a:gd name="csX1360" fmla="*/ 114177 w 579007"/>
                <a:gd name="csY1360" fmla="*/ 26753 h 541267"/>
                <a:gd name="csX1361" fmla="*/ 114177 w 579007"/>
                <a:gd name="csY1361" fmla="*/ 26753 h 541267"/>
                <a:gd name="csX1362" fmla="*/ 112266 w 579007"/>
                <a:gd name="csY1362" fmla="*/ 25798 h 541267"/>
                <a:gd name="csX1363" fmla="*/ 111789 w 579007"/>
                <a:gd name="csY1363" fmla="*/ 24842 h 541267"/>
                <a:gd name="csX1364" fmla="*/ 112266 w 579007"/>
                <a:gd name="csY1364" fmla="*/ 23886 h 541267"/>
                <a:gd name="csX1365" fmla="*/ 112744 w 579007"/>
                <a:gd name="csY1365" fmla="*/ 22453 h 541267"/>
                <a:gd name="csX1366" fmla="*/ 113700 w 579007"/>
                <a:gd name="csY1366" fmla="*/ 21498 h 541267"/>
                <a:gd name="csX1367" fmla="*/ 115133 w 579007"/>
                <a:gd name="csY1367" fmla="*/ 18632 h 541267"/>
                <a:gd name="csX1368" fmla="*/ 115133 w 579007"/>
                <a:gd name="csY1368" fmla="*/ 18632 h 541267"/>
                <a:gd name="csX1369" fmla="*/ 116566 w 579007"/>
                <a:gd name="csY1369" fmla="*/ 18154 h 541267"/>
                <a:gd name="csX1370" fmla="*/ 117044 w 579007"/>
                <a:gd name="csY1370" fmla="*/ 18154 h 541267"/>
                <a:gd name="csX1371" fmla="*/ 119432 w 579007"/>
                <a:gd name="csY1371" fmla="*/ 17198 h 541267"/>
                <a:gd name="csX1372" fmla="*/ 121821 w 579007"/>
                <a:gd name="csY1372" fmla="*/ 16243 h 541267"/>
                <a:gd name="csX1373" fmla="*/ 125643 w 579007"/>
                <a:gd name="csY1373" fmla="*/ 17198 h 541267"/>
                <a:gd name="csX1374" fmla="*/ 127554 w 579007"/>
                <a:gd name="csY1374" fmla="*/ 17198 h 541267"/>
                <a:gd name="csX1375" fmla="*/ 131376 w 579007"/>
                <a:gd name="csY1375" fmla="*/ 18154 h 541267"/>
                <a:gd name="csX1376" fmla="*/ 134719 w 579007"/>
                <a:gd name="csY1376" fmla="*/ 19109 h 541267"/>
                <a:gd name="csX1377" fmla="*/ 138064 w 579007"/>
                <a:gd name="csY1377" fmla="*/ 19109 h 541267"/>
                <a:gd name="csX1378" fmla="*/ 139497 w 579007"/>
                <a:gd name="csY1378" fmla="*/ 19109 h 541267"/>
                <a:gd name="csX1379" fmla="*/ 140930 w 579007"/>
                <a:gd name="csY1379" fmla="*/ 20065 h 541267"/>
                <a:gd name="csX1380" fmla="*/ 144752 w 579007"/>
                <a:gd name="csY1380" fmla="*/ 21498 h 541267"/>
                <a:gd name="csX1381" fmla="*/ 147619 w 579007"/>
                <a:gd name="csY1381" fmla="*/ 21975 h 541267"/>
                <a:gd name="csX1382" fmla="*/ 150007 w 579007"/>
                <a:gd name="csY1382" fmla="*/ 21975 h 541267"/>
                <a:gd name="csX1383" fmla="*/ 152873 w 579007"/>
                <a:gd name="csY1383" fmla="*/ 21020 h 541267"/>
                <a:gd name="csX1384" fmla="*/ 154307 w 579007"/>
                <a:gd name="csY1384" fmla="*/ 19587 h 541267"/>
                <a:gd name="csX1385" fmla="*/ 156217 w 579007"/>
                <a:gd name="csY1385" fmla="*/ 18632 h 541267"/>
                <a:gd name="csX1386" fmla="*/ 159084 w 579007"/>
                <a:gd name="csY1386" fmla="*/ 18632 h 541267"/>
                <a:gd name="csX1387" fmla="*/ 164817 w 579007"/>
                <a:gd name="csY1387" fmla="*/ 16721 h 541267"/>
                <a:gd name="csX1388" fmla="*/ 165772 w 579007"/>
                <a:gd name="csY1388" fmla="*/ 16721 h 541267"/>
                <a:gd name="csX1389" fmla="*/ 167205 w 579007"/>
                <a:gd name="csY1389" fmla="*/ 16721 h 541267"/>
                <a:gd name="csX1390" fmla="*/ 169594 w 579007"/>
                <a:gd name="csY1390" fmla="*/ 15765 h 541267"/>
                <a:gd name="csX1391" fmla="*/ 170549 w 579007"/>
                <a:gd name="csY1391" fmla="*/ 14332 h 541267"/>
                <a:gd name="csX1392" fmla="*/ 170549 w 579007"/>
                <a:gd name="csY1392" fmla="*/ 13854 h 541267"/>
                <a:gd name="csX1393" fmla="*/ 171027 w 579007"/>
                <a:gd name="csY1393" fmla="*/ 13376 h 541267"/>
                <a:gd name="csX1394" fmla="*/ 173416 w 579007"/>
                <a:gd name="csY1394" fmla="*/ 12421 h 541267"/>
                <a:gd name="csX1395" fmla="*/ 173416 w 579007"/>
                <a:gd name="csY1395" fmla="*/ 12421 h 541267"/>
                <a:gd name="csX1396" fmla="*/ 175326 w 579007"/>
                <a:gd name="csY1396" fmla="*/ 11466 h 541267"/>
                <a:gd name="csX1397" fmla="*/ 175326 w 579007"/>
                <a:gd name="csY1397" fmla="*/ 11466 h 541267"/>
                <a:gd name="csX1398" fmla="*/ 175326 w 579007"/>
                <a:gd name="csY1398" fmla="*/ 10988 h 541267"/>
                <a:gd name="csX1399" fmla="*/ 175805 w 579007"/>
                <a:gd name="csY1399" fmla="*/ 9555 h 541267"/>
                <a:gd name="csX1400" fmla="*/ 176282 w 579007"/>
                <a:gd name="csY1400" fmla="*/ 8599 h 541267"/>
                <a:gd name="csX1401" fmla="*/ 178671 w 579007"/>
                <a:gd name="csY1401" fmla="*/ 7166 h 541267"/>
                <a:gd name="csX1402" fmla="*/ 179626 w 579007"/>
                <a:gd name="csY1402" fmla="*/ 6688 h 541267"/>
                <a:gd name="csX1403" fmla="*/ 181060 w 579007"/>
                <a:gd name="csY1403" fmla="*/ 5733 h 541267"/>
                <a:gd name="csX1404" fmla="*/ 183926 w 579007"/>
                <a:gd name="csY1404" fmla="*/ 4300 h 541267"/>
                <a:gd name="csX1405" fmla="*/ 186792 w 579007"/>
                <a:gd name="csY1405" fmla="*/ 2866 h 541267"/>
                <a:gd name="csX1406" fmla="*/ 189181 w 579007"/>
                <a:gd name="csY1406" fmla="*/ 1433 h 541267"/>
                <a:gd name="csX1407" fmla="*/ 191092 w 579007"/>
                <a:gd name="csY1407" fmla="*/ 0 h 541267"/>
                <a:gd name="csX1408" fmla="*/ 191092 w 579007"/>
                <a:gd name="csY1408" fmla="*/ 0 h 541267"/>
                <a:gd name="csX1409" fmla="*/ 191569 w 579007"/>
                <a:gd name="csY1409" fmla="*/ 478 h 541267"/>
                <a:gd name="csX1410" fmla="*/ 192047 w 579007"/>
                <a:gd name="csY1410" fmla="*/ 956 h 541267"/>
                <a:gd name="csX1411" fmla="*/ 193003 w 579007"/>
                <a:gd name="csY1411" fmla="*/ 1433 h 541267"/>
                <a:gd name="csX1412" fmla="*/ 193003 w 579007"/>
                <a:gd name="csY1412" fmla="*/ 956 h 541267"/>
                <a:gd name="csX1413" fmla="*/ 193958 w 579007"/>
                <a:gd name="csY1413" fmla="*/ 478 h 541267"/>
                <a:gd name="csX1414" fmla="*/ 195391 w 579007"/>
                <a:gd name="csY1414" fmla="*/ 478 h 541267"/>
                <a:gd name="csX1415" fmla="*/ 195869 w 579007"/>
                <a:gd name="csY1415" fmla="*/ 478 h 541267"/>
                <a:gd name="csX1416" fmla="*/ 196347 w 579007"/>
                <a:gd name="csY1416" fmla="*/ 956 h 541267"/>
                <a:gd name="csX1417" fmla="*/ 195391 w 579007"/>
                <a:gd name="csY1417" fmla="*/ 4300 h 541267"/>
                <a:gd name="csX1418" fmla="*/ 195391 w 579007"/>
                <a:gd name="csY1418" fmla="*/ 5733 h 541267"/>
                <a:gd name="csX1419" fmla="*/ 196824 w 579007"/>
                <a:gd name="csY1419" fmla="*/ 8121 h 541267"/>
                <a:gd name="csX1420" fmla="*/ 198258 w 579007"/>
                <a:gd name="csY1420" fmla="*/ 12421 h 541267"/>
                <a:gd name="csX1421" fmla="*/ 199691 w 579007"/>
                <a:gd name="csY1421" fmla="*/ 16243 h 541267"/>
                <a:gd name="csX1422" fmla="*/ 200646 w 579007"/>
                <a:gd name="csY1422" fmla="*/ 18632 h 541267"/>
                <a:gd name="csX1423" fmla="*/ 201602 w 579007"/>
                <a:gd name="csY1423" fmla="*/ 19587 h 541267"/>
                <a:gd name="csX1424" fmla="*/ 205424 w 579007"/>
                <a:gd name="csY1424" fmla="*/ 21020 h 541267"/>
                <a:gd name="csX1425" fmla="*/ 208290 w 579007"/>
                <a:gd name="csY1425" fmla="*/ 21975 h 541267"/>
                <a:gd name="csX1426" fmla="*/ 210201 w 579007"/>
                <a:gd name="csY1426" fmla="*/ 23409 h 541267"/>
                <a:gd name="csX1427" fmla="*/ 210201 w 579007"/>
                <a:gd name="csY1427" fmla="*/ 23409 h 541267"/>
                <a:gd name="csX1428" fmla="*/ 212590 w 579007"/>
                <a:gd name="csY1428" fmla="*/ 24364 h 541267"/>
                <a:gd name="csX1429" fmla="*/ 213545 w 579007"/>
                <a:gd name="csY1429" fmla="*/ 25320 h 541267"/>
                <a:gd name="csX1430" fmla="*/ 214501 w 579007"/>
                <a:gd name="csY1430" fmla="*/ 26753 h 541267"/>
                <a:gd name="csX1431" fmla="*/ 214501 w 579007"/>
                <a:gd name="csY1431" fmla="*/ 27708 h 541267"/>
                <a:gd name="csX1432" fmla="*/ 214501 w 579007"/>
                <a:gd name="csY1432" fmla="*/ 28186 h 541267"/>
                <a:gd name="csX1433" fmla="*/ 214501 w 579007"/>
                <a:gd name="csY1433" fmla="*/ 28186 h 541267"/>
                <a:gd name="csX1434" fmla="*/ 214023 w 579007"/>
                <a:gd name="csY1434" fmla="*/ 28664 h 541267"/>
                <a:gd name="csX1435" fmla="*/ 213545 w 579007"/>
                <a:gd name="csY1435" fmla="*/ 29141 h 541267"/>
                <a:gd name="csX1436" fmla="*/ 210201 w 579007"/>
                <a:gd name="csY1436" fmla="*/ 31052 h 541267"/>
                <a:gd name="csX1437" fmla="*/ 210201 w 579007"/>
                <a:gd name="csY1437" fmla="*/ 31052 h 541267"/>
                <a:gd name="csX1438" fmla="*/ 209723 w 579007"/>
                <a:gd name="csY1438" fmla="*/ 32008 h 541267"/>
                <a:gd name="csX1439" fmla="*/ 209723 w 579007"/>
                <a:gd name="csY1439" fmla="*/ 32008 h 541267"/>
                <a:gd name="csX1440" fmla="*/ 209723 w 579007"/>
                <a:gd name="csY1440" fmla="*/ 32963 h 541267"/>
                <a:gd name="csX1441" fmla="*/ 210201 w 579007"/>
                <a:gd name="csY1441" fmla="*/ 35352 h 541267"/>
                <a:gd name="csX1442" fmla="*/ 210679 w 579007"/>
                <a:gd name="csY1442" fmla="*/ 37263 h 541267"/>
                <a:gd name="csX1443" fmla="*/ 210679 w 579007"/>
                <a:gd name="csY1443" fmla="*/ 40607 h 541267"/>
                <a:gd name="csX1444" fmla="*/ 211156 w 579007"/>
                <a:gd name="csY1444" fmla="*/ 43951 h 541267"/>
                <a:gd name="csX1445" fmla="*/ 212112 w 579007"/>
                <a:gd name="csY1445" fmla="*/ 45384 h 541267"/>
                <a:gd name="csX1446" fmla="*/ 213545 w 579007"/>
                <a:gd name="csY1446" fmla="*/ 46340 h 541267"/>
                <a:gd name="csX1447" fmla="*/ 214023 w 579007"/>
                <a:gd name="csY1447" fmla="*/ 47295 h 541267"/>
                <a:gd name="csX1448" fmla="*/ 214023 w 579007"/>
                <a:gd name="csY1448" fmla="*/ 47295 h 541267"/>
                <a:gd name="csX1449" fmla="*/ 215456 w 579007"/>
                <a:gd name="csY1449" fmla="*/ 48728 h 541267"/>
                <a:gd name="csX1450" fmla="*/ 216412 w 579007"/>
                <a:gd name="csY1450" fmla="*/ 49206 h 541267"/>
                <a:gd name="csX1451" fmla="*/ 217367 w 579007"/>
                <a:gd name="csY1451" fmla="*/ 49684 h 541267"/>
                <a:gd name="csX1452" fmla="*/ 217367 w 579007"/>
                <a:gd name="csY1452" fmla="*/ 50162 h 541267"/>
                <a:gd name="csX1453" fmla="*/ 217845 w 579007"/>
                <a:gd name="csY1453" fmla="*/ 51117 h 541267"/>
                <a:gd name="csX1454" fmla="*/ 217367 w 579007"/>
                <a:gd name="csY1454" fmla="*/ 52550 h 541267"/>
                <a:gd name="csX1455" fmla="*/ 216889 w 579007"/>
                <a:gd name="csY1455" fmla="*/ 53506 h 541267"/>
                <a:gd name="csX1456" fmla="*/ 217367 w 579007"/>
                <a:gd name="csY1456" fmla="*/ 54461 h 541267"/>
                <a:gd name="csX1457" fmla="*/ 217845 w 579007"/>
                <a:gd name="csY1457" fmla="*/ 54939 h 541267"/>
                <a:gd name="csX1458" fmla="*/ 218800 w 579007"/>
                <a:gd name="csY1458" fmla="*/ 55894 h 541267"/>
                <a:gd name="csX1459" fmla="*/ 219278 w 579007"/>
                <a:gd name="csY1459" fmla="*/ 57805 h 541267"/>
                <a:gd name="csX1460" fmla="*/ 219278 w 579007"/>
                <a:gd name="csY1460" fmla="*/ 58761 h 541267"/>
                <a:gd name="csX1461" fmla="*/ 219278 w 579007"/>
                <a:gd name="csY1461" fmla="*/ 58761 h 541267"/>
                <a:gd name="csX1462" fmla="*/ 219756 w 579007"/>
                <a:gd name="csY1462" fmla="*/ 60194 h 541267"/>
                <a:gd name="csX1463" fmla="*/ 219756 w 579007"/>
                <a:gd name="csY1463" fmla="*/ 61149 h 541267"/>
                <a:gd name="csX1464" fmla="*/ 219278 w 579007"/>
                <a:gd name="csY1464" fmla="*/ 64016 h 541267"/>
                <a:gd name="csX1465" fmla="*/ 219278 w 579007"/>
                <a:gd name="csY1465" fmla="*/ 64016 h 541267"/>
                <a:gd name="csX1466" fmla="*/ 219278 w 579007"/>
                <a:gd name="csY1466" fmla="*/ 65449 h 541267"/>
                <a:gd name="csX1467" fmla="*/ 218322 w 579007"/>
                <a:gd name="csY1467" fmla="*/ 65449 h 541267"/>
                <a:gd name="csX1468" fmla="*/ 217845 w 579007"/>
                <a:gd name="csY1468" fmla="*/ 65927 h 541267"/>
                <a:gd name="csX1469" fmla="*/ 217367 w 579007"/>
                <a:gd name="csY1469" fmla="*/ 65927 h 541267"/>
                <a:gd name="csX1470" fmla="*/ 216412 w 579007"/>
                <a:gd name="csY1470" fmla="*/ 67838 h 541267"/>
                <a:gd name="csX1471" fmla="*/ 214978 w 579007"/>
                <a:gd name="csY1471" fmla="*/ 68315 h 541267"/>
                <a:gd name="csX1472" fmla="*/ 213545 w 579007"/>
                <a:gd name="csY1472" fmla="*/ 68793 h 541267"/>
                <a:gd name="csX1473" fmla="*/ 212112 w 579007"/>
                <a:gd name="csY1473" fmla="*/ 67360 h 541267"/>
                <a:gd name="csX1474" fmla="*/ 210679 w 579007"/>
                <a:gd name="csY1474" fmla="*/ 66405 h 541267"/>
                <a:gd name="csX1475" fmla="*/ 210201 w 579007"/>
                <a:gd name="csY1475" fmla="*/ 65449 h 541267"/>
                <a:gd name="csX1476" fmla="*/ 209723 w 579007"/>
                <a:gd name="csY1476" fmla="*/ 64493 h 541267"/>
                <a:gd name="csX1477" fmla="*/ 209246 w 579007"/>
                <a:gd name="csY1477" fmla="*/ 63538 h 541267"/>
                <a:gd name="csX1478" fmla="*/ 209246 w 579007"/>
                <a:gd name="csY1478" fmla="*/ 63538 h 541267"/>
                <a:gd name="csX1479" fmla="*/ 207812 w 579007"/>
                <a:gd name="csY1479" fmla="*/ 64016 h 541267"/>
                <a:gd name="csX1480" fmla="*/ 205901 w 579007"/>
                <a:gd name="csY1480" fmla="*/ 64016 h 541267"/>
                <a:gd name="csX1481" fmla="*/ 203513 w 579007"/>
                <a:gd name="csY1481" fmla="*/ 64493 h 541267"/>
                <a:gd name="csX1482" fmla="*/ 203513 w 579007"/>
                <a:gd name="csY1482" fmla="*/ 64493 h 541267"/>
                <a:gd name="csX1483" fmla="*/ 203035 w 579007"/>
                <a:gd name="csY1483" fmla="*/ 64493 h 541267"/>
                <a:gd name="csX1484" fmla="*/ 203035 w 579007"/>
                <a:gd name="csY1484" fmla="*/ 64493 h 541267"/>
                <a:gd name="csX1485" fmla="*/ 203035 w 579007"/>
                <a:gd name="csY1485" fmla="*/ 64971 h 541267"/>
                <a:gd name="csX1486" fmla="*/ 203513 w 579007"/>
                <a:gd name="csY1486" fmla="*/ 66405 h 541267"/>
                <a:gd name="csX1487" fmla="*/ 203513 w 579007"/>
                <a:gd name="csY1487" fmla="*/ 66405 h 541267"/>
                <a:gd name="csX1488" fmla="*/ 203990 w 579007"/>
                <a:gd name="csY1488" fmla="*/ 67838 h 541267"/>
                <a:gd name="csX1489" fmla="*/ 203990 w 579007"/>
                <a:gd name="csY1489" fmla="*/ 69748 h 541267"/>
                <a:gd name="csX1490" fmla="*/ 204946 w 579007"/>
                <a:gd name="csY1490" fmla="*/ 71182 h 541267"/>
                <a:gd name="csX1491" fmla="*/ 204946 w 579007"/>
                <a:gd name="csY1491" fmla="*/ 71659 h 541267"/>
                <a:gd name="csX1492" fmla="*/ 208768 w 579007"/>
                <a:gd name="csY1492" fmla="*/ 75959 h 541267"/>
                <a:gd name="csX1493" fmla="*/ 208768 w 579007"/>
                <a:gd name="csY1493" fmla="*/ 75959 h 541267"/>
                <a:gd name="csX1494" fmla="*/ 209723 w 579007"/>
                <a:gd name="csY1494" fmla="*/ 76437 h 541267"/>
                <a:gd name="csX1495" fmla="*/ 209723 w 579007"/>
                <a:gd name="csY1495" fmla="*/ 77392 h 541267"/>
                <a:gd name="csX1496" fmla="*/ 209246 w 579007"/>
                <a:gd name="csY1496" fmla="*/ 78825 h 541267"/>
                <a:gd name="csX1497" fmla="*/ 208768 w 579007"/>
                <a:gd name="csY1497" fmla="*/ 80258 h 541267"/>
                <a:gd name="csX1498" fmla="*/ 208768 w 579007"/>
                <a:gd name="csY1498" fmla="*/ 81692 h 541267"/>
                <a:gd name="csX1499" fmla="*/ 208768 w 579007"/>
                <a:gd name="csY1499" fmla="*/ 81692 h 541267"/>
                <a:gd name="csX1500" fmla="*/ 210201 w 579007"/>
                <a:gd name="csY1500" fmla="*/ 83603 h 541267"/>
                <a:gd name="csX1501" fmla="*/ 211156 w 579007"/>
                <a:gd name="csY1501" fmla="*/ 84558 h 541267"/>
                <a:gd name="csX1502" fmla="*/ 210201 w 579007"/>
                <a:gd name="csY1502" fmla="*/ 85991 h 541267"/>
                <a:gd name="csX1503" fmla="*/ 209723 w 579007"/>
                <a:gd name="csY1503" fmla="*/ 87424 h 541267"/>
                <a:gd name="csX1504" fmla="*/ 210201 w 579007"/>
                <a:gd name="csY1504" fmla="*/ 88380 h 541267"/>
                <a:gd name="csX1505" fmla="*/ 210201 w 579007"/>
                <a:gd name="csY1505" fmla="*/ 90769 h 541267"/>
                <a:gd name="csX1506" fmla="*/ 210201 w 579007"/>
                <a:gd name="csY1506" fmla="*/ 91246 h 541267"/>
                <a:gd name="csX1507" fmla="*/ 210679 w 579007"/>
                <a:gd name="csY1507" fmla="*/ 91246 h 541267"/>
                <a:gd name="csX1508" fmla="*/ 212112 w 579007"/>
                <a:gd name="csY1508" fmla="*/ 91246 h 541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</a:cxnLst>
              <a:rect l="l" t="t" r="r" b="b"/>
              <a:pathLst>
                <a:path w="579007" h="541267">
                  <a:moveTo>
                    <a:pt x="212112" y="91246"/>
                  </a:moveTo>
                  <a:lnTo>
                    <a:pt x="213067" y="90291"/>
                  </a:lnTo>
                  <a:lnTo>
                    <a:pt x="214023" y="90291"/>
                  </a:lnTo>
                  <a:lnTo>
                    <a:pt x="214501" y="90769"/>
                  </a:lnTo>
                  <a:lnTo>
                    <a:pt x="215456" y="88858"/>
                  </a:lnTo>
                  <a:lnTo>
                    <a:pt x="215933" y="88380"/>
                  </a:lnTo>
                  <a:lnTo>
                    <a:pt x="217367" y="88858"/>
                  </a:lnTo>
                  <a:lnTo>
                    <a:pt x="219756" y="92202"/>
                  </a:lnTo>
                  <a:lnTo>
                    <a:pt x="221667" y="95068"/>
                  </a:lnTo>
                  <a:lnTo>
                    <a:pt x="222144" y="95546"/>
                  </a:lnTo>
                  <a:lnTo>
                    <a:pt x="222144" y="96024"/>
                  </a:lnTo>
                  <a:lnTo>
                    <a:pt x="222622" y="96024"/>
                  </a:lnTo>
                  <a:lnTo>
                    <a:pt x="225010" y="97457"/>
                  </a:lnTo>
                  <a:lnTo>
                    <a:pt x="226444" y="98412"/>
                  </a:lnTo>
                  <a:lnTo>
                    <a:pt x="228355" y="98412"/>
                  </a:lnTo>
                  <a:lnTo>
                    <a:pt x="230744" y="97935"/>
                  </a:lnTo>
                  <a:lnTo>
                    <a:pt x="232176" y="98890"/>
                  </a:lnTo>
                  <a:lnTo>
                    <a:pt x="233132" y="99846"/>
                  </a:lnTo>
                  <a:lnTo>
                    <a:pt x="233132" y="99846"/>
                  </a:lnTo>
                  <a:lnTo>
                    <a:pt x="233132" y="99846"/>
                  </a:lnTo>
                  <a:lnTo>
                    <a:pt x="236476" y="102234"/>
                  </a:lnTo>
                  <a:lnTo>
                    <a:pt x="237909" y="101756"/>
                  </a:lnTo>
                  <a:lnTo>
                    <a:pt x="238865" y="102712"/>
                  </a:lnTo>
                  <a:lnTo>
                    <a:pt x="238865" y="104145"/>
                  </a:lnTo>
                  <a:lnTo>
                    <a:pt x="238387" y="105578"/>
                  </a:lnTo>
                  <a:lnTo>
                    <a:pt x="238865" y="106534"/>
                  </a:lnTo>
                  <a:lnTo>
                    <a:pt x="239820" y="106534"/>
                  </a:lnTo>
                  <a:lnTo>
                    <a:pt x="243164" y="107967"/>
                  </a:lnTo>
                  <a:lnTo>
                    <a:pt x="245553" y="108922"/>
                  </a:lnTo>
                  <a:lnTo>
                    <a:pt x="246986" y="108922"/>
                  </a:lnTo>
                  <a:lnTo>
                    <a:pt x="248419" y="109878"/>
                  </a:lnTo>
                  <a:lnTo>
                    <a:pt x="249853" y="110833"/>
                  </a:lnTo>
                  <a:lnTo>
                    <a:pt x="252241" y="112266"/>
                  </a:lnTo>
                  <a:lnTo>
                    <a:pt x="254630" y="113700"/>
                  </a:lnTo>
                  <a:lnTo>
                    <a:pt x="254630" y="115133"/>
                  </a:lnTo>
                  <a:lnTo>
                    <a:pt x="254152" y="114655"/>
                  </a:lnTo>
                  <a:lnTo>
                    <a:pt x="252719" y="115133"/>
                  </a:lnTo>
                  <a:lnTo>
                    <a:pt x="251763" y="115611"/>
                  </a:lnTo>
                  <a:lnTo>
                    <a:pt x="251286" y="116088"/>
                  </a:lnTo>
                  <a:lnTo>
                    <a:pt x="248419" y="118477"/>
                  </a:lnTo>
                  <a:lnTo>
                    <a:pt x="248419" y="118477"/>
                  </a:lnTo>
                  <a:lnTo>
                    <a:pt x="246986" y="119432"/>
                  </a:lnTo>
                  <a:lnTo>
                    <a:pt x="245553" y="120388"/>
                  </a:lnTo>
                  <a:lnTo>
                    <a:pt x="242687" y="124210"/>
                  </a:lnTo>
                  <a:lnTo>
                    <a:pt x="241253" y="127554"/>
                  </a:lnTo>
                  <a:lnTo>
                    <a:pt x="239820" y="130420"/>
                  </a:lnTo>
                  <a:lnTo>
                    <a:pt x="239820" y="132809"/>
                  </a:lnTo>
                  <a:lnTo>
                    <a:pt x="239342" y="135197"/>
                  </a:lnTo>
                  <a:lnTo>
                    <a:pt x="238387" y="136631"/>
                  </a:lnTo>
                  <a:lnTo>
                    <a:pt x="237431" y="137108"/>
                  </a:lnTo>
                  <a:lnTo>
                    <a:pt x="237431" y="137108"/>
                  </a:lnTo>
                  <a:lnTo>
                    <a:pt x="236476" y="139497"/>
                  </a:lnTo>
                  <a:lnTo>
                    <a:pt x="235998" y="141886"/>
                  </a:lnTo>
                  <a:lnTo>
                    <a:pt x="235998" y="141886"/>
                  </a:lnTo>
                  <a:lnTo>
                    <a:pt x="235998" y="142841"/>
                  </a:lnTo>
                  <a:lnTo>
                    <a:pt x="237909" y="143796"/>
                  </a:lnTo>
                  <a:lnTo>
                    <a:pt x="239342" y="145230"/>
                  </a:lnTo>
                  <a:lnTo>
                    <a:pt x="241253" y="146185"/>
                  </a:lnTo>
                  <a:lnTo>
                    <a:pt x="243164" y="147141"/>
                  </a:lnTo>
                  <a:lnTo>
                    <a:pt x="244120" y="147619"/>
                  </a:lnTo>
                  <a:lnTo>
                    <a:pt x="244597" y="146663"/>
                  </a:lnTo>
                  <a:lnTo>
                    <a:pt x="245075" y="146185"/>
                  </a:lnTo>
                  <a:lnTo>
                    <a:pt x="246508" y="146663"/>
                  </a:lnTo>
                  <a:lnTo>
                    <a:pt x="247942" y="147619"/>
                  </a:lnTo>
                  <a:lnTo>
                    <a:pt x="249375" y="148574"/>
                  </a:lnTo>
                  <a:lnTo>
                    <a:pt x="249853" y="149052"/>
                  </a:lnTo>
                  <a:lnTo>
                    <a:pt x="252719" y="150485"/>
                  </a:lnTo>
                  <a:lnTo>
                    <a:pt x="255108" y="151440"/>
                  </a:lnTo>
                  <a:lnTo>
                    <a:pt x="257974" y="152873"/>
                  </a:lnTo>
                  <a:lnTo>
                    <a:pt x="258929" y="153829"/>
                  </a:lnTo>
                  <a:lnTo>
                    <a:pt x="258929" y="153829"/>
                  </a:lnTo>
                  <a:lnTo>
                    <a:pt x="259407" y="154784"/>
                  </a:lnTo>
                  <a:lnTo>
                    <a:pt x="260840" y="156218"/>
                  </a:lnTo>
                  <a:lnTo>
                    <a:pt x="264185" y="158606"/>
                  </a:lnTo>
                  <a:lnTo>
                    <a:pt x="267051" y="160517"/>
                  </a:lnTo>
                  <a:lnTo>
                    <a:pt x="269917" y="161950"/>
                  </a:lnTo>
                  <a:lnTo>
                    <a:pt x="271351" y="162428"/>
                  </a:lnTo>
                  <a:lnTo>
                    <a:pt x="271828" y="162906"/>
                  </a:lnTo>
                  <a:lnTo>
                    <a:pt x="272306" y="162428"/>
                  </a:lnTo>
                  <a:lnTo>
                    <a:pt x="273261" y="161950"/>
                  </a:lnTo>
                  <a:lnTo>
                    <a:pt x="274217" y="161950"/>
                  </a:lnTo>
                  <a:lnTo>
                    <a:pt x="275172" y="161950"/>
                  </a:lnTo>
                  <a:lnTo>
                    <a:pt x="275172" y="161950"/>
                  </a:lnTo>
                  <a:lnTo>
                    <a:pt x="276605" y="162906"/>
                  </a:lnTo>
                  <a:lnTo>
                    <a:pt x="280427" y="164817"/>
                  </a:lnTo>
                  <a:lnTo>
                    <a:pt x="283294" y="166728"/>
                  </a:lnTo>
                  <a:lnTo>
                    <a:pt x="287115" y="166250"/>
                  </a:lnTo>
                  <a:lnTo>
                    <a:pt x="287115" y="166250"/>
                  </a:lnTo>
                  <a:lnTo>
                    <a:pt x="288071" y="166728"/>
                  </a:lnTo>
                  <a:lnTo>
                    <a:pt x="288549" y="168161"/>
                  </a:lnTo>
                  <a:lnTo>
                    <a:pt x="289026" y="169594"/>
                  </a:lnTo>
                  <a:lnTo>
                    <a:pt x="292848" y="171027"/>
                  </a:lnTo>
                  <a:lnTo>
                    <a:pt x="295715" y="171505"/>
                  </a:lnTo>
                  <a:lnTo>
                    <a:pt x="298581" y="171983"/>
                  </a:lnTo>
                  <a:lnTo>
                    <a:pt x="299059" y="172460"/>
                  </a:lnTo>
                  <a:lnTo>
                    <a:pt x="300014" y="172938"/>
                  </a:lnTo>
                  <a:lnTo>
                    <a:pt x="301447" y="171983"/>
                  </a:lnTo>
                  <a:lnTo>
                    <a:pt x="301925" y="171983"/>
                  </a:lnTo>
                  <a:lnTo>
                    <a:pt x="301925" y="171505"/>
                  </a:lnTo>
                  <a:lnTo>
                    <a:pt x="303358" y="171027"/>
                  </a:lnTo>
                  <a:lnTo>
                    <a:pt x="305269" y="171027"/>
                  </a:lnTo>
                  <a:lnTo>
                    <a:pt x="309091" y="172460"/>
                  </a:lnTo>
                  <a:lnTo>
                    <a:pt x="310524" y="172460"/>
                  </a:lnTo>
                  <a:lnTo>
                    <a:pt x="311002" y="172460"/>
                  </a:lnTo>
                  <a:lnTo>
                    <a:pt x="311958" y="171505"/>
                  </a:lnTo>
                  <a:lnTo>
                    <a:pt x="314824" y="171027"/>
                  </a:lnTo>
                  <a:lnTo>
                    <a:pt x="315779" y="170549"/>
                  </a:lnTo>
                  <a:lnTo>
                    <a:pt x="318645" y="171505"/>
                  </a:lnTo>
                  <a:lnTo>
                    <a:pt x="323901" y="173416"/>
                  </a:lnTo>
                  <a:lnTo>
                    <a:pt x="326289" y="174371"/>
                  </a:lnTo>
                  <a:lnTo>
                    <a:pt x="326767" y="175327"/>
                  </a:lnTo>
                  <a:lnTo>
                    <a:pt x="327245" y="176282"/>
                  </a:lnTo>
                  <a:lnTo>
                    <a:pt x="327245" y="178671"/>
                  </a:lnTo>
                  <a:lnTo>
                    <a:pt x="327722" y="179626"/>
                  </a:lnTo>
                  <a:lnTo>
                    <a:pt x="327722" y="179626"/>
                  </a:lnTo>
                  <a:lnTo>
                    <a:pt x="332500" y="182015"/>
                  </a:lnTo>
                  <a:lnTo>
                    <a:pt x="334411" y="182970"/>
                  </a:lnTo>
                  <a:lnTo>
                    <a:pt x="334411" y="182970"/>
                  </a:lnTo>
                  <a:lnTo>
                    <a:pt x="335844" y="182970"/>
                  </a:lnTo>
                  <a:lnTo>
                    <a:pt x="336322" y="182970"/>
                  </a:lnTo>
                  <a:lnTo>
                    <a:pt x="336799" y="183448"/>
                  </a:lnTo>
                  <a:lnTo>
                    <a:pt x="337277" y="184881"/>
                  </a:lnTo>
                  <a:lnTo>
                    <a:pt x="337277" y="184881"/>
                  </a:lnTo>
                  <a:lnTo>
                    <a:pt x="337754" y="184881"/>
                  </a:lnTo>
                  <a:lnTo>
                    <a:pt x="338710" y="185359"/>
                  </a:lnTo>
                  <a:lnTo>
                    <a:pt x="339666" y="185359"/>
                  </a:lnTo>
                  <a:lnTo>
                    <a:pt x="343010" y="184403"/>
                  </a:lnTo>
                  <a:lnTo>
                    <a:pt x="345399" y="183448"/>
                  </a:lnTo>
                  <a:lnTo>
                    <a:pt x="346831" y="183926"/>
                  </a:lnTo>
                  <a:lnTo>
                    <a:pt x="347787" y="184881"/>
                  </a:lnTo>
                  <a:lnTo>
                    <a:pt x="347787" y="184881"/>
                  </a:lnTo>
                  <a:lnTo>
                    <a:pt x="347787" y="186314"/>
                  </a:lnTo>
                  <a:lnTo>
                    <a:pt x="348265" y="186314"/>
                  </a:lnTo>
                  <a:lnTo>
                    <a:pt x="348742" y="187748"/>
                  </a:lnTo>
                  <a:lnTo>
                    <a:pt x="349698" y="188226"/>
                  </a:lnTo>
                  <a:lnTo>
                    <a:pt x="349698" y="188226"/>
                  </a:lnTo>
                  <a:lnTo>
                    <a:pt x="351131" y="188226"/>
                  </a:lnTo>
                  <a:lnTo>
                    <a:pt x="353997" y="187270"/>
                  </a:lnTo>
                  <a:lnTo>
                    <a:pt x="354953" y="187748"/>
                  </a:lnTo>
                  <a:lnTo>
                    <a:pt x="356386" y="188226"/>
                  </a:lnTo>
                  <a:lnTo>
                    <a:pt x="358775" y="188703"/>
                  </a:lnTo>
                  <a:lnTo>
                    <a:pt x="361163" y="188703"/>
                  </a:lnTo>
                  <a:lnTo>
                    <a:pt x="362119" y="189181"/>
                  </a:lnTo>
                  <a:lnTo>
                    <a:pt x="364508" y="190614"/>
                  </a:lnTo>
                  <a:lnTo>
                    <a:pt x="364508" y="190614"/>
                  </a:lnTo>
                  <a:lnTo>
                    <a:pt x="367852" y="191569"/>
                  </a:lnTo>
                  <a:lnTo>
                    <a:pt x="368807" y="191569"/>
                  </a:lnTo>
                  <a:lnTo>
                    <a:pt x="374062" y="189181"/>
                  </a:lnTo>
                  <a:lnTo>
                    <a:pt x="374540" y="189659"/>
                  </a:lnTo>
                  <a:lnTo>
                    <a:pt x="375495" y="191569"/>
                  </a:lnTo>
                  <a:lnTo>
                    <a:pt x="376929" y="192525"/>
                  </a:lnTo>
                  <a:lnTo>
                    <a:pt x="379317" y="193480"/>
                  </a:lnTo>
                  <a:lnTo>
                    <a:pt x="381706" y="192047"/>
                  </a:lnTo>
                  <a:lnTo>
                    <a:pt x="383617" y="192525"/>
                  </a:lnTo>
                  <a:lnTo>
                    <a:pt x="384095" y="192525"/>
                  </a:lnTo>
                  <a:lnTo>
                    <a:pt x="386006" y="192525"/>
                  </a:lnTo>
                  <a:lnTo>
                    <a:pt x="388394" y="192047"/>
                  </a:lnTo>
                  <a:lnTo>
                    <a:pt x="390305" y="191569"/>
                  </a:lnTo>
                  <a:lnTo>
                    <a:pt x="392693" y="192525"/>
                  </a:lnTo>
                  <a:lnTo>
                    <a:pt x="393649" y="193003"/>
                  </a:lnTo>
                  <a:lnTo>
                    <a:pt x="394127" y="192525"/>
                  </a:lnTo>
                  <a:lnTo>
                    <a:pt x="394604" y="192047"/>
                  </a:lnTo>
                  <a:lnTo>
                    <a:pt x="395560" y="188703"/>
                  </a:lnTo>
                  <a:lnTo>
                    <a:pt x="396515" y="185837"/>
                  </a:lnTo>
                  <a:lnTo>
                    <a:pt x="396515" y="184403"/>
                  </a:lnTo>
                  <a:lnTo>
                    <a:pt x="396515" y="184403"/>
                  </a:lnTo>
                  <a:lnTo>
                    <a:pt x="395560" y="182015"/>
                  </a:lnTo>
                  <a:lnTo>
                    <a:pt x="393172" y="178671"/>
                  </a:lnTo>
                  <a:lnTo>
                    <a:pt x="393172" y="177715"/>
                  </a:lnTo>
                  <a:lnTo>
                    <a:pt x="394127" y="171983"/>
                  </a:lnTo>
                  <a:lnTo>
                    <a:pt x="394604" y="168638"/>
                  </a:lnTo>
                  <a:lnTo>
                    <a:pt x="394604" y="168638"/>
                  </a:lnTo>
                  <a:lnTo>
                    <a:pt x="395560" y="167205"/>
                  </a:lnTo>
                  <a:lnTo>
                    <a:pt x="396515" y="164817"/>
                  </a:lnTo>
                  <a:lnTo>
                    <a:pt x="396515" y="163861"/>
                  </a:lnTo>
                  <a:lnTo>
                    <a:pt x="396515" y="162906"/>
                  </a:lnTo>
                  <a:lnTo>
                    <a:pt x="395560" y="162428"/>
                  </a:lnTo>
                  <a:lnTo>
                    <a:pt x="395560" y="161950"/>
                  </a:lnTo>
                  <a:lnTo>
                    <a:pt x="395560" y="161473"/>
                  </a:lnTo>
                  <a:lnTo>
                    <a:pt x="396515" y="160995"/>
                  </a:lnTo>
                  <a:lnTo>
                    <a:pt x="398904" y="160517"/>
                  </a:lnTo>
                  <a:lnTo>
                    <a:pt x="401770" y="159562"/>
                  </a:lnTo>
                  <a:lnTo>
                    <a:pt x="403204" y="159084"/>
                  </a:lnTo>
                  <a:lnTo>
                    <a:pt x="404159" y="158606"/>
                  </a:lnTo>
                  <a:lnTo>
                    <a:pt x="405115" y="158128"/>
                  </a:lnTo>
                  <a:lnTo>
                    <a:pt x="405592" y="158128"/>
                  </a:lnTo>
                  <a:lnTo>
                    <a:pt x="408459" y="159084"/>
                  </a:lnTo>
                  <a:lnTo>
                    <a:pt x="409414" y="160039"/>
                  </a:lnTo>
                  <a:lnTo>
                    <a:pt x="409892" y="161950"/>
                  </a:lnTo>
                  <a:lnTo>
                    <a:pt x="410370" y="162428"/>
                  </a:lnTo>
                  <a:lnTo>
                    <a:pt x="409892" y="164817"/>
                  </a:lnTo>
                  <a:lnTo>
                    <a:pt x="408459" y="169594"/>
                  </a:lnTo>
                  <a:lnTo>
                    <a:pt x="408459" y="171505"/>
                  </a:lnTo>
                  <a:lnTo>
                    <a:pt x="409892" y="172938"/>
                  </a:lnTo>
                  <a:lnTo>
                    <a:pt x="409892" y="172938"/>
                  </a:lnTo>
                  <a:lnTo>
                    <a:pt x="411325" y="173894"/>
                  </a:lnTo>
                  <a:lnTo>
                    <a:pt x="410847" y="174371"/>
                  </a:lnTo>
                  <a:lnTo>
                    <a:pt x="408459" y="175804"/>
                  </a:lnTo>
                  <a:lnTo>
                    <a:pt x="408459" y="175804"/>
                  </a:lnTo>
                  <a:lnTo>
                    <a:pt x="407981" y="176760"/>
                  </a:lnTo>
                  <a:lnTo>
                    <a:pt x="408459" y="177715"/>
                  </a:lnTo>
                  <a:lnTo>
                    <a:pt x="409414" y="178193"/>
                  </a:lnTo>
                  <a:lnTo>
                    <a:pt x="409892" y="179149"/>
                  </a:lnTo>
                  <a:lnTo>
                    <a:pt x="410370" y="181060"/>
                  </a:lnTo>
                  <a:lnTo>
                    <a:pt x="411803" y="181537"/>
                  </a:lnTo>
                  <a:lnTo>
                    <a:pt x="414191" y="182970"/>
                  </a:lnTo>
                  <a:lnTo>
                    <a:pt x="416102" y="183926"/>
                  </a:lnTo>
                  <a:lnTo>
                    <a:pt x="419924" y="183448"/>
                  </a:lnTo>
                  <a:lnTo>
                    <a:pt x="420880" y="183926"/>
                  </a:lnTo>
                  <a:lnTo>
                    <a:pt x="420880" y="183926"/>
                  </a:lnTo>
                  <a:lnTo>
                    <a:pt x="422791" y="184403"/>
                  </a:lnTo>
                  <a:lnTo>
                    <a:pt x="424224" y="184403"/>
                  </a:lnTo>
                  <a:lnTo>
                    <a:pt x="425179" y="184881"/>
                  </a:lnTo>
                  <a:lnTo>
                    <a:pt x="425657" y="185359"/>
                  </a:lnTo>
                  <a:lnTo>
                    <a:pt x="425179" y="185359"/>
                  </a:lnTo>
                  <a:lnTo>
                    <a:pt x="425657" y="185837"/>
                  </a:lnTo>
                  <a:lnTo>
                    <a:pt x="427568" y="186314"/>
                  </a:lnTo>
                  <a:lnTo>
                    <a:pt x="428523" y="186314"/>
                  </a:lnTo>
                  <a:lnTo>
                    <a:pt x="431868" y="185837"/>
                  </a:lnTo>
                  <a:lnTo>
                    <a:pt x="435689" y="185359"/>
                  </a:lnTo>
                  <a:lnTo>
                    <a:pt x="437122" y="183448"/>
                  </a:lnTo>
                  <a:lnTo>
                    <a:pt x="438078" y="183448"/>
                  </a:lnTo>
                  <a:lnTo>
                    <a:pt x="439989" y="182493"/>
                  </a:lnTo>
                  <a:lnTo>
                    <a:pt x="441422" y="182970"/>
                  </a:lnTo>
                  <a:lnTo>
                    <a:pt x="441900" y="183448"/>
                  </a:lnTo>
                  <a:lnTo>
                    <a:pt x="444288" y="184403"/>
                  </a:lnTo>
                  <a:lnTo>
                    <a:pt x="445244" y="184881"/>
                  </a:lnTo>
                  <a:lnTo>
                    <a:pt x="447632" y="184881"/>
                  </a:lnTo>
                  <a:lnTo>
                    <a:pt x="450021" y="184881"/>
                  </a:lnTo>
                  <a:lnTo>
                    <a:pt x="455754" y="184403"/>
                  </a:lnTo>
                  <a:lnTo>
                    <a:pt x="455754" y="184403"/>
                  </a:lnTo>
                  <a:lnTo>
                    <a:pt x="458620" y="184403"/>
                  </a:lnTo>
                  <a:lnTo>
                    <a:pt x="461487" y="182970"/>
                  </a:lnTo>
                  <a:lnTo>
                    <a:pt x="461964" y="182970"/>
                  </a:lnTo>
                  <a:lnTo>
                    <a:pt x="463398" y="184403"/>
                  </a:lnTo>
                  <a:lnTo>
                    <a:pt x="466264" y="184403"/>
                  </a:lnTo>
                  <a:lnTo>
                    <a:pt x="468175" y="183926"/>
                  </a:lnTo>
                  <a:lnTo>
                    <a:pt x="469608" y="183448"/>
                  </a:lnTo>
                  <a:lnTo>
                    <a:pt x="471041" y="182970"/>
                  </a:lnTo>
                  <a:lnTo>
                    <a:pt x="471519" y="182970"/>
                  </a:lnTo>
                  <a:lnTo>
                    <a:pt x="472952" y="183448"/>
                  </a:lnTo>
                  <a:lnTo>
                    <a:pt x="473907" y="182970"/>
                  </a:lnTo>
                  <a:lnTo>
                    <a:pt x="474386" y="182015"/>
                  </a:lnTo>
                  <a:lnTo>
                    <a:pt x="474386" y="181060"/>
                  </a:lnTo>
                  <a:lnTo>
                    <a:pt x="473430" y="179626"/>
                  </a:lnTo>
                  <a:lnTo>
                    <a:pt x="472952" y="178671"/>
                  </a:lnTo>
                  <a:lnTo>
                    <a:pt x="472475" y="178193"/>
                  </a:lnTo>
                  <a:lnTo>
                    <a:pt x="472952" y="177238"/>
                  </a:lnTo>
                  <a:lnTo>
                    <a:pt x="473430" y="175804"/>
                  </a:lnTo>
                  <a:lnTo>
                    <a:pt x="474386" y="174371"/>
                  </a:lnTo>
                  <a:lnTo>
                    <a:pt x="473907" y="172938"/>
                  </a:lnTo>
                  <a:lnTo>
                    <a:pt x="472475" y="171027"/>
                  </a:lnTo>
                  <a:lnTo>
                    <a:pt x="471997" y="171027"/>
                  </a:lnTo>
                  <a:lnTo>
                    <a:pt x="470086" y="171505"/>
                  </a:lnTo>
                  <a:lnTo>
                    <a:pt x="467697" y="171505"/>
                  </a:lnTo>
                  <a:lnTo>
                    <a:pt x="465786" y="170072"/>
                  </a:lnTo>
                  <a:lnTo>
                    <a:pt x="464831" y="169116"/>
                  </a:lnTo>
                  <a:lnTo>
                    <a:pt x="464353" y="167683"/>
                  </a:lnTo>
                  <a:lnTo>
                    <a:pt x="464831" y="166728"/>
                  </a:lnTo>
                  <a:lnTo>
                    <a:pt x="465309" y="165294"/>
                  </a:lnTo>
                  <a:lnTo>
                    <a:pt x="465309" y="164817"/>
                  </a:lnTo>
                  <a:lnTo>
                    <a:pt x="467220" y="164817"/>
                  </a:lnTo>
                  <a:lnTo>
                    <a:pt x="469130" y="165294"/>
                  </a:lnTo>
                  <a:lnTo>
                    <a:pt x="471041" y="165294"/>
                  </a:lnTo>
                  <a:lnTo>
                    <a:pt x="472475" y="165294"/>
                  </a:lnTo>
                  <a:lnTo>
                    <a:pt x="474863" y="163861"/>
                  </a:lnTo>
                  <a:lnTo>
                    <a:pt x="475818" y="163861"/>
                  </a:lnTo>
                  <a:lnTo>
                    <a:pt x="477252" y="163384"/>
                  </a:lnTo>
                  <a:lnTo>
                    <a:pt x="477729" y="163384"/>
                  </a:lnTo>
                  <a:lnTo>
                    <a:pt x="478207" y="163384"/>
                  </a:lnTo>
                  <a:lnTo>
                    <a:pt x="479640" y="163384"/>
                  </a:lnTo>
                  <a:lnTo>
                    <a:pt x="481073" y="163384"/>
                  </a:lnTo>
                  <a:lnTo>
                    <a:pt x="482029" y="163384"/>
                  </a:lnTo>
                  <a:lnTo>
                    <a:pt x="482507" y="162906"/>
                  </a:lnTo>
                  <a:lnTo>
                    <a:pt x="483462" y="162428"/>
                  </a:lnTo>
                  <a:lnTo>
                    <a:pt x="485851" y="160995"/>
                  </a:lnTo>
                  <a:lnTo>
                    <a:pt x="485851" y="160995"/>
                  </a:lnTo>
                  <a:lnTo>
                    <a:pt x="486329" y="160517"/>
                  </a:lnTo>
                  <a:lnTo>
                    <a:pt x="486329" y="160039"/>
                  </a:lnTo>
                  <a:lnTo>
                    <a:pt x="486329" y="159562"/>
                  </a:lnTo>
                  <a:lnTo>
                    <a:pt x="485851" y="159084"/>
                  </a:lnTo>
                  <a:lnTo>
                    <a:pt x="485373" y="158606"/>
                  </a:lnTo>
                  <a:lnTo>
                    <a:pt x="485851" y="158128"/>
                  </a:lnTo>
                  <a:lnTo>
                    <a:pt x="486806" y="157173"/>
                  </a:lnTo>
                  <a:lnTo>
                    <a:pt x="490150" y="155262"/>
                  </a:lnTo>
                  <a:lnTo>
                    <a:pt x="493495" y="153351"/>
                  </a:lnTo>
                  <a:lnTo>
                    <a:pt x="493972" y="152396"/>
                  </a:lnTo>
                  <a:lnTo>
                    <a:pt x="494928" y="151440"/>
                  </a:lnTo>
                  <a:lnTo>
                    <a:pt x="494928" y="151440"/>
                  </a:lnTo>
                  <a:lnTo>
                    <a:pt x="495883" y="150007"/>
                  </a:lnTo>
                  <a:lnTo>
                    <a:pt x="496839" y="147619"/>
                  </a:lnTo>
                  <a:lnTo>
                    <a:pt x="497794" y="147141"/>
                  </a:lnTo>
                  <a:lnTo>
                    <a:pt x="499705" y="146663"/>
                  </a:lnTo>
                  <a:lnTo>
                    <a:pt x="505916" y="145707"/>
                  </a:lnTo>
                  <a:lnTo>
                    <a:pt x="507827" y="144752"/>
                  </a:lnTo>
                  <a:lnTo>
                    <a:pt x="510693" y="143319"/>
                  </a:lnTo>
                  <a:lnTo>
                    <a:pt x="512126" y="142363"/>
                  </a:lnTo>
                  <a:lnTo>
                    <a:pt x="512604" y="141408"/>
                  </a:lnTo>
                  <a:lnTo>
                    <a:pt x="512604" y="139975"/>
                  </a:lnTo>
                  <a:lnTo>
                    <a:pt x="514514" y="139975"/>
                  </a:lnTo>
                  <a:lnTo>
                    <a:pt x="514514" y="139975"/>
                  </a:lnTo>
                  <a:lnTo>
                    <a:pt x="516425" y="138064"/>
                  </a:lnTo>
                  <a:lnTo>
                    <a:pt x="518336" y="136153"/>
                  </a:lnTo>
                  <a:lnTo>
                    <a:pt x="521680" y="134720"/>
                  </a:lnTo>
                  <a:lnTo>
                    <a:pt x="525025" y="132809"/>
                  </a:lnTo>
                  <a:lnTo>
                    <a:pt x="525980" y="133287"/>
                  </a:lnTo>
                  <a:lnTo>
                    <a:pt x="526936" y="134242"/>
                  </a:lnTo>
                  <a:lnTo>
                    <a:pt x="527413" y="135197"/>
                  </a:lnTo>
                  <a:lnTo>
                    <a:pt x="527413" y="135197"/>
                  </a:lnTo>
                  <a:lnTo>
                    <a:pt x="527891" y="135675"/>
                  </a:lnTo>
                  <a:lnTo>
                    <a:pt x="531713" y="136153"/>
                  </a:lnTo>
                  <a:lnTo>
                    <a:pt x="532191" y="136153"/>
                  </a:lnTo>
                  <a:lnTo>
                    <a:pt x="535057" y="137108"/>
                  </a:lnTo>
                  <a:lnTo>
                    <a:pt x="537923" y="138542"/>
                  </a:lnTo>
                  <a:lnTo>
                    <a:pt x="539357" y="138542"/>
                  </a:lnTo>
                  <a:lnTo>
                    <a:pt x="539834" y="138542"/>
                  </a:lnTo>
                  <a:lnTo>
                    <a:pt x="540790" y="138064"/>
                  </a:lnTo>
                  <a:lnTo>
                    <a:pt x="540790" y="138064"/>
                  </a:lnTo>
                  <a:lnTo>
                    <a:pt x="541268" y="137108"/>
                  </a:lnTo>
                  <a:lnTo>
                    <a:pt x="542223" y="136631"/>
                  </a:lnTo>
                  <a:lnTo>
                    <a:pt x="542701" y="136153"/>
                  </a:lnTo>
                  <a:lnTo>
                    <a:pt x="542701" y="135197"/>
                  </a:lnTo>
                  <a:lnTo>
                    <a:pt x="546523" y="132809"/>
                  </a:lnTo>
                  <a:lnTo>
                    <a:pt x="549866" y="131376"/>
                  </a:lnTo>
                  <a:lnTo>
                    <a:pt x="552733" y="129942"/>
                  </a:lnTo>
                  <a:lnTo>
                    <a:pt x="553689" y="130420"/>
                  </a:lnTo>
                  <a:lnTo>
                    <a:pt x="554644" y="131376"/>
                  </a:lnTo>
                  <a:lnTo>
                    <a:pt x="556077" y="133764"/>
                  </a:lnTo>
                  <a:lnTo>
                    <a:pt x="556077" y="133764"/>
                  </a:lnTo>
                  <a:lnTo>
                    <a:pt x="557032" y="134242"/>
                  </a:lnTo>
                  <a:lnTo>
                    <a:pt x="558943" y="133764"/>
                  </a:lnTo>
                  <a:lnTo>
                    <a:pt x="559421" y="134242"/>
                  </a:lnTo>
                  <a:lnTo>
                    <a:pt x="558943" y="134720"/>
                  </a:lnTo>
                  <a:lnTo>
                    <a:pt x="557510" y="136153"/>
                  </a:lnTo>
                  <a:lnTo>
                    <a:pt x="555600" y="136631"/>
                  </a:lnTo>
                  <a:lnTo>
                    <a:pt x="554644" y="137586"/>
                  </a:lnTo>
                  <a:lnTo>
                    <a:pt x="554644" y="137586"/>
                  </a:lnTo>
                  <a:lnTo>
                    <a:pt x="555121" y="139975"/>
                  </a:lnTo>
                  <a:lnTo>
                    <a:pt x="555121" y="139975"/>
                  </a:lnTo>
                  <a:lnTo>
                    <a:pt x="554644" y="140930"/>
                  </a:lnTo>
                  <a:lnTo>
                    <a:pt x="555600" y="141408"/>
                  </a:lnTo>
                  <a:lnTo>
                    <a:pt x="555600" y="140930"/>
                  </a:lnTo>
                  <a:lnTo>
                    <a:pt x="558943" y="138542"/>
                  </a:lnTo>
                  <a:lnTo>
                    <a:pt x="560854" y="138064"/>
                  </a:lnTo>
                  <a:lnTo>
                    <a:pt x="561332" y="139019"/>
                  </a:lnTo>
                  <a:lnTo>
                    <a:pt x="561810" y="139975"/>
                  </a:lnTo>
                  <a:lnTo>
                    <a:pt x="563243" y="142841"/>
                  </a:lnTo>
                  <a:lnTo>
                    <a:pt x="563721" y="144274"/>
                  </a:lnTo>
                  <a:lnTo>
                    <a:pt x="559899" y="147619"/>
                  </a:lnTo>
                  <a:lnTo>
                    <a:pt x="559899" y="147619"/>
                  </a:lnTo>
                  <a:lnTo>
                    <a:pt x="558466" y="149052"/>
                  </a:lnTo>
                  <a:lnTo>
                    <a:pt x="558943" y="149529"/>
                  </a:lnTo>
                  <a:lnTo>
                    <a:pt x="558466" y="150485"/>
                  </a:lnTo>
                  <a:lnTo>
                    <a:pt x="557510" y="150962"/>
                  </a:lnTo>
                  <a:lnTo>
                    <a:pt x="557510" y="150962"/>
                  </a:lnTo>
                  <a:lnTo>
                    <a:pt x="557988" y="151440"/>
                  </a:lnTo>
                  <a:lnTo>
                    <a:pt x="557988" y="151440"/>
                  </a:lnTo>
                  <a:lnTo>
                    <a:pt x="558466" y="151918"/>
                  </a:lnTo>
                  <a:lnTo>
                    <a:pt x="559421" y="152396"/>
                  </a:lnTo>
                  <a:lnTo>
                    <a:pt x="559421" y="152396"/>
                  </a:lnTo>
                  <a:lnTo>
                    <a:pt x="559899" y="152396"/>
                  </a:lnTo>
                  <a:lnTo>
                    <a:pt x="560854" y="151440"/>
                  </a:lnTo>
                  <a:lnTo>
                    <a:pt x="564198" y="150485"/>
                  </a:lnTo>
                  <a:lnTo>
                    <a:pt x="565154" y="150485"/>
                  </a:lnTo>
                  <a:lnTo>
                    <a:pt x="567543" y="152396"/>
                  </a:lnTo>
                  <a:lnTo>
                    <a:pt x="568498" y="152396"/>
                  </a:lnTo>
                  <a:lnTo>
                    <a:pt x="571364" y="152873"/>
                  </a:lnTo>
                  <a:lnTo>
                    <a:pt x="572798" y="152396"/>
                  </a:lnTo>
                  <a:lnTo>
                    <a:pt x="573275" y="152396"/>
                  </a:lnTo>
                  <a:lnTo>
                    <a:pt x="573275" y="152396"/>
                  </a:lnTo>
                  <a:lnTo>
                    <a:pt x="574709" y="152873"/>
                  </a:lnTo>
                  <a:lnTo>
                    <a:pt x="577575" y="155262"/>
                  </a:lnTo>
                  <a:lnTo>
                    <a:pt x="578530" y="155262"/>
                  </a:lnTo>
                  <a:lnTo>
                    <a:pt x="578053" y="156695"/>
                  </a:lnTo>
                  <a:lnTo>
                    <a:pt x="578053" y="158128"/>
                  </a:lnTo>
                  <a:lnTo>
                    <a:pt x="578530" y="159084"/>
                  </a:lnTo>
                  <a:lnTo>
                    <a:pt x="579008" y="160039"/>
                  </a:lnTo>
                  <a:lnTo>
                    <a:pt x="578530" y="160995"/>
                  </a:lnTo>
                  <a:lnTo>
                    <a:pt x="578053" y="161950"/>
                  </a:lnTo>
                  <a:lnTo>
                    <a:pt x="576619" y="161950"/>
                  </a:lnTo>
                  <a:lnTo>
                    <a:pt x="575186" y="163384"/>
                  </a:lnTo>
                  <a:lnTo>
                    <a:pt x="572798" y="164817"/>
                  </a:lnTo>
                  <a:lnTo>
                    <a:pt x="571364" y="166250"/>
                  </a:lnTo>
                  <a:lnTo>
                    <a:pt x="569931" y="167205"/>
                  </a:lnTo>
                  <a:lnTo>
                    <a:pt x="569453" y="168161"/>
                  </a:lnTo>
                  <a:lnTo>
                    <a:pt x="569453" y="170072"/>
                  </a:lnTo>
                  <a:lnTo>
                    <a:pt x="569931" y="171505"/>
                  </a:lnTo>
                  <a:lnTo>
                    <a:pt x="574231" y="177238"/>
                  </a:lnTo>
                  <a:lnTo>
                    <a:pt x="574231" y="178193"/>
                  </a:lnTo>
                  <a:lnTo>
                    <a:pt x="572798" y="178193"/>
                  </a:lnTo>
                  <a:lnTo>
                    <a:pt x="570887" y="177715"/>
                  </a:lnTo>
                  <a:lnTo>
                    <a:pt x="569453" y="176760"/>
                  </a:lnTo>
                  <a:lnTo>
                    <a:pt x="568020" y="174371"/>
                  </a:lnTo>
                  <a:lnTo>
                    <a:pt x="566587" y="173416"/>
                  </a:lnTo>
                  <a:lnTo>
                    <a:pt x="565154" y="173416"/>
                  </a:lnTo>
                  <a:lnTo>
                    <a:pt x="557510" y="174849"/>
                  </a:lnTo>
                  <a:lnTo>
                    <a:pt x="556077" y="174849"/>
                  </a:lnTo>
                  <a:lnTo>
                    <a:pt x="553211" y="175804"/>
                  </a:lnTo>
                  <a:lnTo>
                    <a:pt x="553211" y="175804"/>
                  </a:lnTo>
                  <a:lnTo>
                    <a:pt x="551778" y="177715"/>
                  </a:lnTo>
                  <a:lnTo>
                    <a:pt x="550344" y="179149"/>
                  </a:lnTo>
                  <a:lnTo>
                    <a:pt x="548911" y="180104"/>
                  </a:lnTo>
                  <a:lnTo>
                    <a:pt x="547000" y="181537"/>
                  </a:lnTo>
                  <a:lnTo>
                    <a:pt x="541268" y="185359"/>
                  </a:lnTo>
                  <a:lnTo>
                    <a:pt x="538401" y="186792"/>
                  </a:lnTo>
                  <a:lnTo>
                    <a:pt x="536490" y="187748"/>
                  </a:lnTo>
                  <a:lnTo>
                    <a:pt x="535057" y="188703"/>
                  </a:lnTo>
                  <a:lnTo>
                    <a:pt x="534102" y="190136"/>
                  </a:lnTo>
                  <a:lnTo>
                    <a:pt x="533624" y="191092"/>
                  </a:lnTo>
                  <a:lnTo>
                    <a:pt x="533146" y="193480"/>
                  </a:lnTo>
                  <a:lnTo>
                    <a:pt x="533624" y="196825"/>
                  </a:lnTo>
                  <a:lnTo>
                    <a:pt x="534579" y="198735"/>
                  </a:lnTo>
                  <a:lnTo>
                    <a:pt x="535057" y="199213"/>
                  </a:lnTo>
                  <a:lnTo>
                    <a:pt x="535057" y="199691"/>
                  </a:lnTo>
                  <a:lnTo>
                    <a:pt x="534102" y="200646"/>
                  </a:lnTo>
                  <a:lnTo>
                    <a:pt x="533146" y="201602"/>
                  </a:lnTo>
                  <a:lnTo>
                    <a:pt x="532668" y="202080"/>
                  </a:lnTo>
                  <a:lnTo>
                    <a:pt x="532191" y="204946"/>
                  </a:lnTo>
                  <a:lnTo>
                    <a:pt x="531235" y="206379"/>
                  </a:lnTo>
                  <a:lnTo>
                    <a:pt x="529802" y="208768"/>
                  </a:lnTo>
                  <a:lnTo>
                    <a:pt x="527891" y="210201"/>
                  </a:lnTo>
                  <a:lnTo>
                    <a:pt x="525980" y="211156"/>
                  </a:lnTo>
                  <a:lnTo>
                    <a:pt x="525980" y="211634"/>
                  </a:lnTo>
                  <a:lnTo>
                    <a:pt x="525025" y="212590"/>
                  </a:lnTo>
                  <a:lnTo>
                    <a:pt x="524069" y="214023"/>
                  </a:lnTo>
                  <a:lnTo>
                    <a:pt x="523591" y="215934"/>
                  </a:lnTo>
                  <a:lnTo>
                    <a:pt x="523591" y="216411"/>
                  </a:lnTo>
                  <a:lnTo>
                    <a:pt x="523591" y="216889"/>
                  </a:lnTo>
                  <a:lnTo>
                    <a:pt x="523591" y="216889"/>
                  </a:lnTo>
                  <a:lnTo>
                    <a:pt x="524547" y="217367"/>
                  </a:lnTo>
                  <a:lnTo>
                    <a:pt x="525980" y="217845"/>
                  </a:lnTo>
                  <a:lnTo>
                    <a:pt x="526458" y="218800"/>
                  </a:lnTo>
                  <a:lnTo>
                    <a:pt x="526458" y="219756"/>
                  </a:lnTo>
                  <a:lnTo>
                    <a:pt x="525502" y="222144"/>
                  </a:lnTo>
                  <a:lnTo>
                    <a:pt x="524069" y="225010"/>
                  </a:lnTo>
                  <a:lnTo>
                    <a:pt x="522159" y="227877"/>
                  </a:lnTo>
                  <a:lnTo>
                    <a:pt x="520247" y="230266"/>
                  </a:lnTo>
                  <a:lnTo>
                    <a:pt x="520247" y="231221"/>
                  </a:lnTo>
                  <a:lnTo>
                    <a:pt x="518336" y="234087"/>
                  </a:lnTo>
                  <a:lnTo>
                    <a:pt x="516903" y="238387"/>
                  </a:lnTo>
                  <a:lnTo>
                    <a:pt x="515948" y="241253"/>
                  </a:lnTo>
                  <a:lnTo>
                    <a:pt x="514993" y="242687"/>
                  </a:lnTo>
                  <a:lnTo>
                    <a:pt x="514037" y="243164"/>
                  </a:lnTo>
                  <a:lnTo>
                    <a:pt x="512604" y="242209"/>
                  </a:lnTo>
                  <a:lnTo>
                    <a:pt x="509737" y="241731"/>
                  </a:lnTo>
                  <a:lnTo>
                    <a:pt x="507827" y="240776"/>
                  </a:lnTo>
                  <a:lnTo>
                    <a:pt x="506393" y="240298"/>
                  </a:lnTo>
                  <a:lnTo>
                    <a:pt x="505438" y="240298"/>
                  </a:lnTo>
                  <a:lnTo>
                    <a:pt x="504005" y="240776"/>
                  </a:lnTo>
                  <a:lnTo>
                    <a:pt x="502571" y="241253"/>
                  </a:lnTo>
                  <a:lnTo>
                    <a:pt x="501616" y="240776"/>
                  </a:lnTo>
                  <a:lnTo>
                    <a:pt x="499705" y="238865"/>
                  </a:lnTo>
                  <a:lnTo>
                    <a:pt x="499227" y="239342"/>
                  </a:lnTo>
                  <a:lnTo>
                    <a:pt x="499227" y="239342"/>
                  </a:lnTo>
                  <a:lnTo>
                    <a:pt x="498750" y="239820"/>
                  </a:lnTo>
                  <a:lnTo>
                    <a:pt x="500182" y="245075"/>
                  </a:lnTo>
                  <a:lnTo>
                    <a:pt x="500661" y="246986"/>
                  </a:lnTo>
                  <a:lnTo>
                    <a:pt x="500661" y="249852"/>
                  </a:lnTo>
                  <a:lnTo>
                    <a:pt x="500661" y="253674"/>
                  </a:lnTo>
                  <a:lnTo>
                    <a:pt x="499705" y="257496"/>
                  </a:lnTo>
                  <a:lnTo>
                    <a:pt x="499705" y="258452"/>
                  </a:lnTo>
                  <a:lnTo>
                    <a:pt x="498750" y="259407"/>
                  </a:lnTo>
                  <a:lnTo>
                    <a:pt x="497794" y="259885"/>
                  </a:lnTo>
                  <a:lnTo>
                    <a:pt x="496839" y="259407"/>
                  </a:lnTo>
                  <a:lnTo>
                    <a:pt x="495883" y="259407"/>
                  </a:lnTo>
                  <a:lnTo>
                    <a:pt x="495883" y="260363"/>
                  </a:lnTo>
                  <a:lnTo>
                    <a:pt x="495883" y="261796"/>
                  </a:lnTo>
                  <a:lnTo>
                    <a:pt x="494928" y="264184"/>
                  </a:lnTo>
                  <a:lnTo>
                    <a:pt x="494450" y="265617"/>
                  </a:lnTo>
                  <a:lnTo>
                    <a:pt x="494450" y="267529"/>
                  </a:lnTo>
                  <a:lnTo>
                    <a:pt x="494928" y="268962"/>
                  </a:lnTo>
                  <a:lnTo>
                    <a:pt x="495883" y="272783"/>
                  </a:lnTo>
                  <a:lnTo>
                    <a:pt x="495883" y="274217"/>
                  </a:lnTo>
                  <a:lnTo>
                    <a:pt x="495883" y="275172"/>
                  </a:lnTo>
                  <a:lnTo>
                    <a:pt x="494928" y="275650"/>
                  </a:lnTo>
                  <a:lnTo>
                    <a:pt x="493972" y="275650"/>
                  </a:lnTo>
                  <a:lnTo>
                    <a:pt x="493495" y="276128"/>
                  </a:lnTo>
                  <a:lnTo>
                    <a:pt x="493017" y="277083"/>
                  </a:lnTo>
                  <a:lnTo>
                    <a:pt x="492061" y="279472"/>
                  </a:lnTo>
                  <a:lnTo>
                    <a:pt x="491106" y="279949"/>
                  </a:lnTo>
                  <a:lnTo>
                    <a:pt x="489673" y="279472"/>
                  </a:lnTo>
                  <a:lnTo>
                    <a:pt x="488239" y="277561"/>
                  </a:lnTo>
                  <a:lnTo>
                    <a:pt x="487284" y="277083"/>
                  </a:lnTo>
                  <a:lnTo>
                    <a:pt x="486329" y="277083"/>
                  </a:lnTo>
                  <a:lnTo>
                    <a:pt x="486329" y="277561"/>
                  </a:lnTo>
                  <a:lnTo>
                    <a:pt x="485851" y="278994"/>
                  </a:lnTo>
                  <a:lnTo>
                    <a:pt x="485373" y="279472"/>
                  </a:lnTo>
                  <a:lnTo>
                    <a:pt x="484418" y="280427"/>
                  </a:lnTo>
                  <a:lnTo>
                    <a:pt x="483940" y="278994"/>
                  </a:lnTo>
                  <a:lnTo>
                    <a:pt x="483462" y="271828"/>
                  </a:lnTo>
                  <a:lnTo>
                    <a:pt x="482984" y="269440"/>
                  </a:lnTo>
                  <a:lnTo>
                    <a:pt x="482507" y="266573"/>
                  </a:lnTo>
                  <a:lnTo>
                    <a:pt x="482029" y="265617"/>
                  </a:lnTo>
                  <a:lnTo>
                    <a:pt x="481552" y="263707"/>
                  </a:lnTo>
                  <a:lnTo>
                    <a:pt x="480596" y="262274"/>
                  </a:lnTo>
                  <a:lnTo>
                    <a:pt x="480596" y="262274"/>
                  </a:lnTo>
                  <a:lnTo>
                    <a:pt x="480118" y="261796"/>
                  </a:lnTo>
                  <a:lnTo>
                    <a:pt x="479640" y="258929"/>
                  </a:lnTo>
                  <a:lnTo>
                    <a:pt x="479640" y="255585"/>
                  </a:lnTo>
                  <a:lnTo>
                    <a:pt x="479640" y="253674"/>
                  </a:lnTo>
                  <a:lnTo>
                    <a:pt x="478685" y="250808"/>
                  </a:lnTo>
                  <a:lnTo>
                    <a:pt x="478685" y="250330"/>
                  </a:lnTo>
                  <a:lnTo>
                    <a:pt x="477729" y="246986"/>
                  </a:lnTo>
                  <a:lnTo>
                    <a:pt x="476774" y="246986"/>
                  </a:lnTo>
                  <a:lnTo>
                    <a:pt x="475818" y="246031"/>
                  </a:lnTo>
                  <a:lnTo>
                    <a:pt x="475341" y="246031"/>
                  </a:lnTo>
                  <a:lnTo>
                    <a:pt x="473907" y="246986"/>
                  </a:lnTo>
                  <a:lnTo>
                    <a:pt x="472475" y="246508"/>
                  </a:lnTo>
                  <a:lnTo>
                    <a:pt x="471519" y="246508"/>
                  </a:lnTo>
                  <a:lnTo>
                    <a:pt x="471519" y="246986"/>
                  </a:lnTo>
                  <a:lnTo>
                    <a:pt x="471519" y="248419"/>
                  </a:lnTo>
                  <a:lnTo>
                    <a:pt x="471519" y="250330"/>
                  </a:lnTo>
                  <a:lnTo>
                    <a:pt x="471041" y="250808"/>
                  </a:lnTo>
                  <a:lnTo>
                    <a:pt x="468652" y="253197"/>
                  </a:lnTo>
                  <a:lnTo>
                    <a:pt x="468652" y="253197"/>
                  </a:lnTo>
                  <a:lnTo>
                    <a:pt x="468175" y="254630"/>
                  </a:lnTo>
                  <a:lnTo>
                    <a:pt x="468175" y="256063"/>
                  </a:lnTo>
                  <a:lnTo>
                    <a:pt x="468175" y="257974"/>
                  </a:lnTo>
                  <a:lnTo>
                    <a:pt x="467697" y="258929"/>
                  </a:lnTo>
                  <a:lnTo>
                    <a:pt x="466741" y="259885"/>
                  </a:lnTo>
                  <a:lnTo>
                    <a:pt x="465309" y="260363"/>
                  </a:lnTo>
                  <a:lnTo>
                    <a:pt x="463875" y="260363"/>
                  </a:lnTo>
                  <a:lnTo>
                    <a:pt x="462920" y="259407"/>
                  </a:lnTo>
                  <a:lnTo>
                    <a:pt x="462920" y="259407"/>
                  </a:lnTo>
                  <a:lnTo>
                    <a:pt x="462442" y="257496"/>
                  </a:lnTo>
                  <a:lnTo>
                    <a:pt x="461487" y="256541"/>
                  </a:lnTo>
                  <a:lnTo>
                    <a:pt x="461487" y="256063"/>
                  </a:lnTo>
                  <a:lnTo>
                    <a:pt x="461009" y="256063"/>
                  </a:lnTo>
                  <a:lnTo>
                    <a:pt x="460531" y="256541"/>
                  </a:lnTo>
                  <a:lnTo>
                    <a:pt x="460531" y="256541"/>
                  </a:lnTo>
                  <a:lnTo>
                    <a:pt x="460054" y="257496"/>
                  </a:lnTo>
                  <a:lnTo>
                    <a:pt x="460054" y="258929"/>
                  </a:lnTo>
                  <a:lnTo>
                    <a:pt x="460054" y="258929"/>
                  </a:lnTo>
                  <a:lnTo>
                    <a:pt x="459575" y="258452"/>
                  </a:lnTo>
                  <a:lnTo>
                    <a:pt x="459098" y="258452"/>
                  </a:lnTo>
                  <a:lnTo>
                    <a:pt x="459098" y="257974"/>
                  </a:lnTo>
                  <a:lnTo>
                    <a:pt x="459098" y="257974"/>
                  </a:lnTo>
                  <a:lnTo>
                    <a:pt x="458143" y="252719"/>
                  </a:lnTo>
                  <a:lnTo>
                    <a:pt x="456232" y="248897"/>
                  </a:lnTo>
                  <a:lnTo>
                    <a:pt x="456232" y="246986"/>
                  </a:lnTo>
                  <a:lnTo>
                    <a:pt x="456709" y="245075"/>
                  </a:lnTo>
                  <a:lnTo>
                    <a:pt x="457665" y="242209"/>
                  </a:lnTo>
                  <a:lnTo>
                    <a:pt x="459575" y="240298"/>
                  </a:lnTo>
                  <a:lnTo>
                    <a:pt x="459575" y="240298"/>
                  </a:lnTo>
                  <a:lnTo>
                    <a:pt x="460054" y="239342"/>
                  </a:lnTo>
                  <a:lnTo>
                    <a:pt x="460054" y="238865"/>
                  </a:lnTo>
                  <a:lnTo>
                    <a:pt x="460531" y="238387"/>
                  </a:lnTo>
                  <a:lnTo>
                    <a:pt x="463398" y="238865"/>
                  </a:lnTo>
                  <a:lnTo>
                    <a:pt x="464353" y="238387"/>
                  </a:lnTo>
                  <a:lnTo>
                    <a:pt x="464353" y="238387"/>
                  </a:lnTo>
                  <a:lnTo>
                    <a:pt x="464831" y="237432"/>
                  </a:lnTo>
                  <a:lnTo>
                    <a:pt x="466264" y="236954"/>
                  </a:lnTo>
                  <a:lnTo>
                    <a:pt x="467220" y="236476"/>
                  </a:lnTo>
                  <a:lnTo>
                    <a:pt x="468175" y="236476"/>
                  </a:lnTo>
                  <a:lnTo>
                    <a:pt x="469608" y="236954"/>
                  </a:lnTo>
                  <a:lnTo>
                    <a:pt x="470564" y="236476"/>
                  </a:lnTo>
                  <a:lnTo>
                    <a:pt x="470564" y="236476"/>
                  </a:lnTo>
                  <a:lnTo>
                    <a:pt x="471041" y="235043"/>
                  </a:lnTo>
                  <a:lnTo>
                    <a:pt x="471519" y="234087"/>
                  </a:lnTo>
                  <a:lnTo>
                    <a:pt x="471997" y="233610"/>
                  </a:lnTo>
                  <a:lnTo>
                    <a:pt x="472952" y="233132"/>
                  </a:lnTo>
                  <a:lnTo>
                    <a:pt x="473907" y="233132"/>
                  </a:lnTo>
                  <a:lnTo>
                    <a:pt x="474386" y="232654"/>
                  </a:lnTo>
                  <a:lnTo>
                    <a:pt x="474386" y="232654"/>
                  </a:lnTo>
                  <a:lnTo>
                    <a:pt x="474863" y="232176"/>
                  </a:lnTo>
                  <a:lnTo>
                    <a:pt x="475341" y="230743"/>
                  </a:lnTo>
                  <a:lnTo>
                    <a:pt x="476774" y="226921"/>
                  </a:lnTo>
                  <a:lnTo>
                    <a:pt x="477252" y="225010"/>
                  </a:lnTo>
                  <a:lnTo>
                    <a:pt x="477252" y="225010"/>
                  </a:lnTo>
                  <a:lnTo>
                    <a:pt x="477252" y="223100"/>
                  </a:lnTo>
                  <a:lnTo>
                    <a:pt x="477729" y="222622"/>
                  </a:lnTo>
                  <a:lnTo>
                    <a:pt x="480596" y="223577"/>
                  </a:lnTo>
                  <a:lnTo>
                    <a:pt x="481552" y="223577"/>
                  </a:lnTo>
                  <a:lnTo>
                    <a:pt x="482029" y="223100"/>
                  </a:lnTo>
                  <a:lnTo>
                    <a:pt x="482029" y="223100"/>
                  </a:lnTo>
                  <a:lnTo>
                    <a:pt x="482507" y="222622"/>
                  </a:lnTo>
                  <a:lnTo>
                    <a:pt x="482029" y="221667"/>
                  </a:lnTo>
                  <a:lnTo>
                    <a:pt x="482029" y="221667"/>
                  </a:lnTo>
                  <a:lnTo>
                    <a:pt x="480118" y="220233"/>
                  </a:lnTo>
                  <a:lnTo>
                    <a:pt x="476774" y="218322"/>
                  </a:lnTo>
                  <a:lnTo>
                    <a:pt x="473907" y="217367"/>
                  </a:lnTo>
                  <a:lnTo>
                    <a:pt x="468175" y="217367"/>
                  </a:lnTo>
                  <a:lnTo>
                    <a:pt x="462442" y="217845"/>
                  </a:lnTo>
                  <a:lnTo>
                    <a:pt x="461009" y="217367"/>
                  </a:lnTo>
                  <a:lnTo>
                    <a:pt x="458620" y="216889"/>
                  </a:lnTo>
                  <a:lnTo>
                    <a:pt x="453843" y="216889"/>
                  </a:lnTo>
                  <a:lnTo>
                    <a:pt x="447632" y="217367"/>
                  </a:lnTo>
                  <a:lnTo>
                    <a:pt x="445244" y="217367"/>
                  </a:lnTo>
                  <a:lnTo>
                    <a:pt x="444288" y="217367"/>
                  </a:lnTo>
                  <a:lnTo>
                    <a:pt x="441900" y="217367"/>
                  </a:lnTo>
                  <a:lnTo>
                    <a:pt x="438078" y="216889"/>
                  </a:lnTo>
                  <a:lnTo>
                    <a:pt x="435689" y="216411"/>
                  </a:lnTo>
                  <a:lnTo>
                    <a:pt x="433300" y="215456"/>
                  </a:lnTo>
                  <a:lnTo>
                    <a:pt x="430434" y="214978"/>
                  </a:lnTo>
                  <a:lnTo>
                    <a:pt x="429957" y="214978"/>
                  </a:lnTo>
                  <a:lnTo>
                    <a:pt x="429479" y="214501"/>
                  </a:lnTo>
                  <a:lnTo>
                    <a:pt x="429001" y="214023"/>
                  </a:lnTo>
                  <a:lnTo>
                    <a:pt x="429001" y="213067"/>
                  </a:lnTo>
                  <a:lnTo>
                    <a:pt x="429479" y="210201"/>
                  </a:lnTo>
                  <a:lnTo>
                    <a:pt x="429479" y="209245"/>
                  </a:lnTo>
                  <a:lnTo>
                    <a:pt x="429001" y="203991"/>
                  </a:lnTo>
                  <a:lnTo>
                    <a:pt x="429479" y="201602"/>
                  </a:lnTo>
                  <a:lnTo>
                    <a:pt x="427568" y="197302"/>
                  </a:lnTo>
                  <a:lnTo>
                    <a:pt x="426613" y="196347"/>
                  </a:lnTo>
                  <a:lnTo>
                    <a:pt x="425657" y="196347"/>
                  </a:lnTo>
                  <a:lnTo>
                    <a:pt x="425657" y="196347"/>
                  </a:lnTo>
                  <a:lnTo>
                    <a:pt x="425179" y="196825"/>
                  </a:lnTo>
                  <a:lnTo>
                    <a:pt x="424702" y="196825"/>
                  </a:lnTo>
                  <a:lnTo>
                    <a:pt x="424702" y="197780"/>
                  </a:lnTo>
                  <a:lnTo>
                    <a:pt x="424702" y="197780"/>
                  </a:lnTo>
                  <a:lnTo>
                    <a:pt x="424702" y="197780"/>
                  </a:lnTo>
                  <a:lnTo>
                    <a:pt x="425179" y="199213"/>
                  </a:lnTo>
                  <a:lnTo>
                    <a:pt x="424224" y="200646"/>
                  </a:lnTo>
                  <a:lnTo>
                    <a:pt x="422791" y="200646"/>
                  </a:lnTo>
                  <a:lnTo>
                    <a:pt x="420880" y="200646"/>
                  </a:lnTo>
                  <a:lnTo>
                    <a:pt x="418968" y="199691"/>
                  </a:lnTo>
                  <a:lnTo>
                    <a:pt x="417058" y="198258"/>
                  </a:lnTo>
                  <a:lnTo>
                    <a:pt x="415625" y="196347"/>
                  </a:lnTo>
                  <a:lnTo>
                    <a:pt x="415147" y="194436"/>
                  </a:lnTo>
                  <a:lnTo>
                    <a:pt x="414669" y="193003"/>
                  </a:lnTo>
                  <a:lnTo>
                    <a:pt x="414669" y="193003"/>
                  </a:lnTo>
                  <a:lnTo>
                    <a:pt x="413714" y="192047"/>
                  </a:lnTo>
                  <a:lnTo>
                    <a:pt x="412758" y="192047"/>
                  </a:lnTo>
                  <a:lnTo>
                    <a:pt x="412281" y="192047"/>
                  </a:lnTo>
                  <a:lnTo>
                    <a:pt x="411803" y="193003"/>
                  </a:lnTo>
                  <a:lnTo>
                    <a:pt x="411803" y="193003"/>
                  </a:lnTo>
                  <a:lnTo>
                    <a:pt x="412281" y="193958"/>
                  </a:lnTo>
                  <a:lnTo>
                    <a:pt x="412758" y="194914"/>
                  </a:lnTo>
                  <a:lnTo>
                    <a:pt x="412758" y="195391"/>
                  </a:lnTo>
                  <a:lnTo>
                    <a:pt x="412281" y="195391"/>
                  </a:lnTo>
                  <a:lnTo>
                    <a:pt x="411325" y="195391"/>
                  </a:lnTo>
                  <a:lnTo>
                    <a:pt x="409892" y="195391"/>
                  </a:lnTo>
                  <a:lnTo>
                    <a:pt x="408459" y="194914"/>
                  </a:lnTo>
                  <a:lnTo>
                    <a:pt x="407981" y="194914"/>
                  </a:lnTo>
                  <a:lnTo>
                    <a:pt x="407025" y="194436"/>
                  </a:lnTo>
                  <a:lnTo>
                    <a:pt x="407025" y="193480"/>
                  </a:lnTo>
                  <a:lnTo>
                    <a:pt x="405592" y="192047"/>
                  </a:lnTo>
                  <a:lnTo>
                    <a:pt x="405592" y="192047"/>
                  </a:lnTo>
                  <a:lnTo>
                    <a:pt x="403681" y="190136"/>
                  </a:lnTo>
                  <a:lnTo>
                    <a:pt x="401770" y="189181"/>
                  </a:lnTo>
                  <a:lnTo>
                    <a:pt x="400815" y="189181"/>
                  </a:lnTo>
                  <a:lnTo>
                    <a:pt x="400815" y="189181"/>
                  </a:lnTo>
                  <a:lnTo>
                    <a:pt x="400338" y="190136"/>
                  </a:lnTo>
                  <a:lnTo>
                    <a:pt x="400338" y="190614"/>
                  </a:lnTo>
                  <a:lnTo>
                    <a:pt x="400338" y="190614"/>
                  </a:lnTo>
                  <a:lnTo>
                    <a:pt x="401293" y="191092"/>
                  </a:lnTo>
                  <a:lnTo>
                    <a:pt x="402248" y="191569"/>
                  </a:lnTo>
                  <a:lnTo>
                    <a:pt x="402248" y="192525"/>
                  </a:lnTo>
                  <a:lnTo>
                    <a:pt x="402248" y="193003"/>
                  </a:lnTo>
                  <a:lnTo>
                    <a:pt x="400815" y="194436"/>
                  </a:lnTo>
                  <a:lnTo>
                    <a:pt x="400815" y="194436"/>
                  </a:lnTo>
                  <a:lnTo>
                    <a:pt x="400338" y="195391"/>
                  </a:lnTo>
                  <a:lnTo>
                    <a:pt x="397949" y="196825"/>
                  </a:lnTo>
                  <a:lnTo>
                    <a:pt x="396515" y="198735"/>
                  </a:lnTo>
                  <a:lnTo>
                    <a:pt x="396038" y="200169"/>
                  </a:lnTo>
                  <a:lnTo>
                    <a:pt x="395560" y="201602"/>
                  </a:lnTo>
                  <a:lnTo>
                    <a:pt x="395082" y="202557"/>
                  </a:lnTo>
                  <a:lnTo>
                    <a:pt x="395560" y="203513"/>
                  </a:lnTo>
                  <a:lnTo>
                    <a:pt x="395560" y="203991"/>
                  </a:lnTo>
                  <a:lnTo>
                    <a:pt x="396515" y="204468"/>
                  </a:lnTo>
                  <a:lnTo>
                    <a:pt x="398426" y="204946"/>
                  </a:lnTo>
                  <a:lnTo>
                    <a:pt x="400815" y="206857"/>
                  </a:lnTo>
                  <a:lnTo>
                    <a:pt x="402248" y="209245"/>
                  </a:lnTo>
                  <a:lnTo>
                    <a:pt x="402248" y="209245"/>
                  </a:lnTo>
                  <a:lnTo>
                    <a:pt x="403681" y="209723"/>
                  </a:lnTo>
                  <a:lnTo>
                    <a:pt x="405115" y="210679"/>
                  </a:lnTo>
                  <a:lnTo>
                    <a:pt x="408936" y="210679"/>
                  </a:lnTo>
                  <a:lnTo>
                    <a:pt x="409414" y="211634"/>
                  </a:lnTo>
                  <a:lnTo>
                    <a:pt x="409892" y="213067"/>
                  </a:lnTo>
                  <a:lnTo>
                    <a:pt x="409892" y="213545"/>
                  </a:lnTo>
                  <a:lnTo>
                    <a:pt x="410370" y="214023"/>
                  </a:lnTo>
                  <a:lnTo>
                    <a:pt x="412281" y="214978"/>
                  </a:lnTo>
                  <a:lnTo>
                    <a:pt x="412281" y="215456"/>
                  </a:lnTo>
                  <a:lnTo>
                    <a:pt x="411803" y="215934"/>
                  </a:lnTo>
                  <a:lnTo>
                    <a:pt x="411325" y="216889"/>
                  </a:lnTo>
                  <a:lnTo>
                    <a:pt x="409892" y="216889"/>
                  </a:lnTo>
                  <a:lnTo>
                    <a:pt x="408459" y="217367"/>
                  </a:lnTo>
                  <a:lnTo>
                    <a:pt x="407025" y="216889"/>
                  </a:lnTo>
                  <a:lnTo>
                    <a:pt x="405115" y="216889"/>
                  </a:lnTo>
                  <a:lnTo>
                    <a:pt x="402726" y="216889"/>
                  </a:lnTo>
                  <a:lnTo>
                    <a:pt x="400815" y="221189"/>
                  </a:lnTo>
                  <a:lnTo>
                    <a:pt x="399859" y="223100"/>
                  </a:lnTo>
                  <a:lnTo>
                    <a:pt x="398904" y="223100"/>
                  </a:lnTo>
                  <a:lnTo>
                    <a:pt x="397471" y="222144"/>
                  </a:lnTo>
                  <a:lnTo>
                    <a:pt x="396515" y="222144"/>
                  </a:lnTo>
                  <a:lnTo>
                    <a:pt x="396515" y="222144"/>
                  </a:lnTo>
                  <a:lnTo>
                    <a:pt x="394604" y="226444"/>
                  </a:lnTo>
                  <a:lnTo>
                    <a:pt x="394127" y="227399"/>
                  </a:lnTo>
                  <a:lnTo>
                    <a:pt x="394127" y="227877"/>
                  </a:lnTo>
                  <a:lnTo>
                    <a:pt x="395082" y="229310"/>
                  </a:lnTo>
                  <a:lnTo>
                    <a:pt x="395082" y="229788"/>
                  </a:lnTo>
                  <a:lnTo>
                    <a:pt x="396515" y="230743"/>
                  </a:lnTo>
                  <a:lnTo>
                    <a:pt x="397949" y="231221"/>
                  </a:lnTo>
                  <a:lnTo>
                    <a:pt x="399382" y="231221"/>
                  </a:lnTo>
                  <a:lnTo>
                    <a:pt x="400338" y="231699"/>
                  </a:lnTo>
                  <a:lnTo>
                    <a:pt x="401293" y="232654"/>
                  </a:lnTo>
                  <a:lnTo>
                    <a:pt x="401293" y="232654"/>
                  </a:lnTo>
                  <a:lnTo>
                    <a:pt x="403204" y="233610"/>
                  </a:lnTo>
                  <a:lnTo>
                    <a:pt x="406070" y="234087"/>
                  </a:lnTo>
                  <a:lnTo>
                    <a:pt x="407981" y="235043"/>
                  </a:lnTo>
                  <a:lnTo>
                    <a:pt x="407981" y="235998"/>
                  </a:lnTo>
                  <a:lnTo>
                    <a:pt x="407981" y="236954"/>
                  </a:lnTo>
                  <a:lnTo>
                    <a:pt x="407503" y="238865"/>
                  </a:lnTo>
                  <a:lnTo>
                    <a:pt x="407503" y="240298"/>
                  </a:lnTo>
                  <a:lnTo>
                    <a:pt x="406070" y="244120"/>
                  </a:lnTo>
                  <a:lnTo>
                    <a:pt x="404637" y="246986"/>
                  </a:lnTo>
                  <a:lnTo>
                    <a:pt x="405115" y="248419"/>
                  </a:lnTo>
                  <a:lnTo>
                    <a:pt x="405592" y="248897"/>
                  </a:lnTo>
                  <a:lnTo>
                    <a:pt x="406070" y="249375"/>
                  </a:lnTo>
                  <a:lnTo>
                    <a:pt x="406070" y="249375"/>
                  </a:lnTo>
                  <a:lnTo>
                    <a:pt x="407503" y="250330"/>
                  </a:lnTo>
                  <a:lnTo>
                    <a:pt x="407981" y="251763"/>
                  </a:lnTo>
                  <a:lnTo>
                    <a:pt x="407503" y="254630"/>
                  </a:lnTo>
                  <a:lnTo>
                    <a:pt x="407981" y="255108"/>
                  </a:lnTo>
                  <a:lnTo>
                    <a:pt x="407981" y="255108"/>
                  </a:lnTo>
                  <a:lnTo>
                    <a:pt x="409414" y="255585"/>
                  </a:lnTo>
                  <a:lnTo>
                    <a:pt x="411325" y="256063"/>
                  </a:lnTo>
                  <a:lnTo>
                    <a:pt x="411803" y="256541"/>
                  </a:lnTo>
                  <a:lnTo>
                    <a:pt x="410370" y="259407"/>
                  </a:lnTo>
                  <a:lnTo>
                    <a:pt x="410847" y="261318"/>
                  </a:lnTo>
                  <a:lnTo>
                    <a:pt x="411325" y="263229"/>
                  </a:lnTo>
                  <a:lnTo>
                    <a:pt x="411803" y="266095"/>
                  </a:lnTo>
                  <a:lnTo>
                    <a:pt x="411803" y="266573"/>
                  </a:lnTo>
                  <a:lnTo>
                    <a:pt x="411803" y="267529"/>
                  </a:lnTo>
                  <a:lnTo>
                    <a:pt x="412758" y="269917"/>
                  </a:lnTo>
                  <a:lnTo>
                    <a:pt x="414191" y="274217"/>
                  </a:lnTo>
                  <a:lnTo>
                    <a:pt x="414669" y="276128"/>
                  </a:lnTo>
                  <a:lnTo>
                    <a:pt x="414191" y="278039"/>
                  </a:lnTo>
                  <a:lnTo>
                    <a:pt x="414191" y="278039"/>
                  </a:lnTo>
                  <a:lnTo>
                    <a:pt x="413714" y="280905"/>
                  </a:lnTo>
                  <a:lnTo>
                    <a:pt x="412281" y="280905"/>
                  </a:lnTo>
                  <a:lnTo>
                    <a:pt x="413714" y="282816"/>
                  </a:lnTo>
                  <a:lnTo>
                    <a:pt x="414191" y="284249"/>
                  </a:lnTo>
                  <a:lnTo>
                    <a:pt x="414191" y="286638"/>
                  </a:lnTo>
                  <a:lnTo>
                    <a:pt x="412758" y="286638"/>
                  </a:lnTo>
                  <a:lnTo>
                    <a:pt x="411325" y="286638"/>
                  </a:lnTo>
                  <a:lnTo>
                    <a:pt x="410370" y="284727"/>
                  </a:lnTo>
                  <a:lnTo>
                    <a:pt x="409892" y="286160"/>
                  </a:lnTo>
                  <a:lnTo>
                    <a:pt x="408459" y="288071"/>
                  </a:lnTo>
                  <a:lnTo>
                    <a:pt x="407503" y="287115"/>
                  </a:lnTo>
                  <a:lnTo>
                    <a:pt x="407503" y="286160"/>
                  </a:lnTo>
                  <a:lnTo>
                    <a:pt x="407025" y="284727"/>
                  </a:lnTo>
                  <a:lnTo>
                    <a:pt x="407981" y="279472"/>
                  </a:lnTo>
                  <a:lnTo>
                    <a:pt x="407981" y="278994"/>
                  </a:lnTo>
                  <a:lnTo>
                    <a:pt x="407503" y="278516"/>
                  </a:lnTo>
                  <a:lnTo>
                    <a:pt x="406548" y="278516"/>
                  </a:lnTo>
                  <a:lnTo>
                    <a:pt x="406070" y="277561"/>
                  </a:lnTo>
                  <a:lnTo>
                    <a:pt x="404637" y="282816"/>
                  </a:lnTo>
                  <a:lnTo>
                    <a:pt x="405592" y="285205"/>
                  </a:lnTo>
                  <a:lnTo>
                    <a:pt x="405115" y="286638"/>
                  </a:lnTo>
                  <a:lnTo>
                    <a:pt x="402248" y="287115"/>
                  </a:lnTo>
                  <a:lnTo>
                    <a:pt x="399382" y="285205"/>
                  </a:lnTo>
                  <a:lnTo>
                    <a:pt x="399382" y="284249"/>
                  </a:lnTo>
                  <a:lnTo>
                    <a:pt x="398904" y="285682"/>
                  </a:lnTo>
                  <a:lnTo>
                    <a:pt x="398426" y="287115"/>
                  </a:lnTo>
                  <a:lnTo>
                    <a:pt x="396038" y="286638"/>
                  </a:lnTo>
                  <a:lnTo>
                    <a:pt x="394604" y="285682"/>
                  </a:lnTo>
                  <a:lnTo>
                    <a:pt x="395560" y="283771"/>
                  </a:lnTo>
                  <a:lnTo>
                    <a:pt x="396993" y="278994"/>
                  </a:lnTo>
                  <a:lnTo>
                    <a:pt x="397471" y="277083"/>
                  </a:lnTo>
                  <a:lnTo>
                    <a:pt x="395082" y="275650"/>
                  </a:lnTo>
                  <a:lnTo>
                    <a:pt x="393649" y="274694"/>
                  </a:lnTo>
                  <a:lnTo>
                    <a:pt x="392216" y="272306"/>
                  </a:lnTo>
                  <a:lnTo>
                    <a:pt x="392693" y="274694"/>
                  </a:lnTo>
                  <a:lnTo>
                    <a:pt x="393649" y="275650"/>
                  </a:lnTo>
                  <a:lnTo>
                    <a:pt x="395082" y="276128"/>
                  </a:lnTo>
                  <a:lnTo>
                    <a:pt x="396515" y="277561"/>
                  </a:lnTo>
                  <a:lnTo>
                    <a:pt x="395560" y="278994"/>
                  </a:lnTo>
                  <a:lnTo>
                    <a:pt x="394604" y="279472"/>
                  </a:lnTo>
                  <a:lnTo>
                    <a:pt x="392693" y="283294"/>
                  </a:lnTo>
                  <a:lnTo>
                    <a:pt x="389827" y="285205"/>
                  </a:lnTo>
                  <a:lnTo>
                    <a:pt x="386961" y="286638"/>
                  </a:lnTo>
                  <a:lnTo>
                    <a:pt x="377884" y="288549"/>
                  </a:lnTo>
                  <a:lnTo>
                    <a:pt x="375495" y="289504"/>
                  </a:lnTo>
                  <a:lnTo>
                    <a:pt x="372629" y="291893"/>
                  </a:lnTo>
                  <a:lnTo>
                    <a:pt x="370718" y="294759"/>
                  </a:lnTo>
                  <a:lnTo>
                    <a:pt x="370718" y="297148"/>
                  </a:lnTo>
                  <a:lnTo>
                    <a:pt x="371674" y="300014"/>
                  </a:lnTo>
                  <a:lnTo>
                    <a:pt x="372629" y="304314"/>
                  </a:lnTo>
                  <a:lnTo>
                    <a:pt x="373107" y="304791"/>
                  </a:lnTo>
                  <a:lnTo>
                    <a:pt x="372151" y="306702"/>
                  </a:lnTo>
                  <a:lnTo>
                    <a:pt x="370240" y="308136"/>
                  </a:lnTo>
                  <a:lnTo>
                    <a:pt x="368807" y="310524"/>
                  </a:lnTo>
                  <a:lnTo>
                    <a:pt x="369285" y="311480"/>
                  </a:lnTo>
                  <a:lnTo>
                    <a:pt x="368807" y="312435"/>
                  </a:lnTo>
                  <a:lnTo>
                    <a:pt x="363552" y="315301"/>
                  </a:lnTo>
                  <a:lnTo>
                    <a:pt x="362597" y="316735"/>
                  </a:lnTo>
                  <a:lnTo>
                    <a:pt x="361163" y="318168"/>
                  </a:lnTo>
                  <a:lnTo>
                    <a:pt x="359731" y="317212"/>
                  </a:lnTo>
                  <a:lnTo>
                    <a:pt x="358775" y="317212"/>
                  </a:lnTo>
                  <a:lnTo>
                    <a:pt x="360208" y="318646"/>
                  </a:lnTo>
                  <a:lnTo>
                    <a:pt x="359731" y="319601"/>
                  </a:lnTo>
                  <a:lnTo>
                    <a:pt x="359252" y="320079"/>
                  </a:lnTo>
                  <a:lnTo>
                    <a:pt x="358297" y="320556"/>
                  </a:lnTo>
                  <a:lnTo>
                    <a:pt x="351131" y="322467"/>
                  </a:lnTo>
                  <a:lnTo>
                    <a:pt x="345399" y="324378"/>
                  </a:lnTo>
                  <a:lnTo>
                    <a:pt x="343965" y="324378"/>
                  </a:lnTo>
                  <a:lnTo>
                    <a:pt x="343965" y="323901"/>
                  </a:lnTo>
                  <a:lnTo>
                    <a:pt x="344920" y="323423"/>
                  </a:lnTo>
                  <a:lnTo>
                    <a:pt x="344920" y="321034"/>
                  </a:lnTo>
                  <a:lnTo>
                    <a:pt x="343965" y="320556"/>
                  </a:lnTo>
                  <a:lnTo>
                    <a:pt x="343010" y="320556"/>
                  </a:lnTo>
                  <a:lnTo>
                    <a:pt x="338710" y="322945"/>
                  </a:lnTo>
                  <a:lnTo>
                    <a:pt x="337277" y="325812"/>
                  </a:lnTo>
                  <a:lnTo>
                    <a:pt x="337754" y="326289"/>
                  </a:lnTo>
                  <a:lnTo>
                    <a:pt x="338710" y="326289"/>
                  </a:lnTo>
                  <a:lnTo>
                    <a:pt x="341577" y="324856"/>
                  </a:lnTo>
                  <a:lnTo>
                    <a:pt x="342532" y="324856"/>
                  </a:lnTo>
                  <a:lnTo>
                    <a:pt x="343010" y="325812"/>
                  </a:lnTo>
                  <a:lnTo>
                    <a:pt x="338710" y="328200"/>
                  </a:lnTo>
                  <a:lnTo>
                    <a:pt x="329633" y="335366"/>
                  </a:lnTo>
                  <a:lnTo>
                    <a:pt x="329156" y="336799"/>
                  </a:lnTo>
                  <a:lnTo>
                    <a:pt x="327722" y="338232"/>
                  </a:lnTo>
                  <a:lnTo>
                    <a:pt x="326289" y="339666"/>
                  </a:lnTo>
                  <a:lnTo>
                    <a:pt x="323423" y="343488"/>
                  </a:lnTo>
                  <a:lnTo>
                    <a:pt x="317690" y="349220"/>
                  </a:lnTo>
                  <a:lnTo>
                    <a:pt x="316257" y="351131"/>
                  </a:lnTo>
                  <a:lnTo>
                    <a:pt x="307180" y="355431"/>
                  </a:lnTo>
                  <a:lnTo>
                    <a:pt x="305747" y="356864"/>
                  </a:lnTo>
                  <a:lnTo>
                    <a:pt x="301925" y="360686"/>
                  </a:lnTo>
                  <a:lnTo>
                    <a:pt x="298103" y="364030"/>
                  </a:lnTo>
                  <a:lnTo>
                    <a:pt x="293804" y="366896"/>
                  </a:lnTo>
                  <a:lnTo>
                    <a:pt x="286160" y="370718"/>
                  </a:lnTo>
                  <a:lnTo>
                    <a:pt x="281860" y="374062"/>
                  </a:lnTo>
                  <a:lnTo>
                    <a:pt x="280427" y="375973"/>
                  </a:lnTo>
                  <a:lnTo>
                    <a:pt x="279949" y="376929"/>
                  </a:lnTo>
                  <a:lnTo>
                    <a:pt x="280427" y="377884"/>
                  </a:lnTo>
                  <a:lnTo>
                    <a:pt x="281383" y="378839"/>
                  </a:lnTo>
                  <a:lnTo>
                    <a:pt x="281860" y="379795"/>
                  </a:lnTo>
                  <a:lnTo>
                    <a:pt x="281383" y="381228"/>
                  </a:lnTo>
                  <a:lnTo>
                    <a:pt x="280905" y="382184"/>
                  </a:lnTo>
                  <a:lnTo>
                    <a:pt x="279472" y="384095"/>
                  </a:lnTo>
                  <a:lnTo>
                    <a:pt x="277561" y="385528"/>
                  </a:lnTo>
                  <a:lnTo>
                    <a:pt x="269917" y="388394"/>
                  </a:lnTo>
                  <a:lnTo>
                    <a:pt x="268962" y="388394"/>
                  </a:lnTo>
                  <a:lnTo>
                    <a:pt x="262751" y="387916"/>
                  </a:lnTo>
                  <a:lnTo>
                    <a:pt x="260363" y="388394"/>
                  </a:lnTo>
                  <a:lnTo>
                    <a:pt x="259407" y="389827"/>
                  </a:lnTo>
                  <a:lnTo>
                    <a:pt x="257496" y="395082"/>
                  </a:lnTo>
                  <a:lnTo>
                    <a:pt x="255108" y="396993"/>
                  </a:lnTo>
                  <a:lnTo>
                    <a:pt x="254630" y="397949"/>
                  </a:lnTo>
                  <a:lnTo>
                    <a:pt x="254152" y="398904"/>
                  </a:lnTo>
                  <a:lnTo>
                    <a:pt x="253197" y="398904"/>
                  </a:lnTo>
                  <a:lnTo>
                    <a:pt x="252241" y="398426"/>
                  </a:lnTo>
                  <a:lnTo>
                    <a:pt x="251286" y="398904"/>
                  </a:lnTo>
                  <a:lnTo>
                    <a:pt x="250330" y="396993"/>
                  </a:lnTo>
                  <a:lnTo>
                    <a:pt x="248897" y="396515"/>
                  </a:lnTo>
                  <a:lnTo>
                    <a:pt x="247464" y="396515"/>
                  </a:lnTo>
                  <a:lnTo>
                    <a:pt x="242687" y="398426"/>
                  </a:lnTo>
                  <a:lnTo>
                    <a:pt x="240776" y="399860"/>
                  </a:lnTo>
                  <a:lnTo>
                    <a:pt x="236954" y="407026"/>
                  </a:lnTo>
                  <a:lnTo>
                    <a:pt x="235998" y="411803"/>
                  </a:lnTo>
                  <a:lnTo>
                    <a:pt x="236954" y="417058"/>
                  </a:lnTo>
                  <a:lnTo>
                    <a:pt x="237909" y="421357"/>
                  </a:lnTo>
                  <a:lnTo>
                    <a:pt x="238387" y="423268"/>
                  </a:lnTo>
                  <a:lnTo>
                    <a:pt x="238387" y="425657"/>
                  </a:lnTo>
                  <a:lnTo>
                    <a:pt x="237431" y="426612"/>
                  </a:lnTo>
                  <a:lnTo>
                    <a:pt x="236954" y="428045"/>
                  </a:lnTo>
                  <a:lnTo>
                    <a:pt x="237909" y="430912"/>
                  </a:lnTo>
                  <a:lnTo>
                    <a:pt x="239342" y="434734"/>
                  </a:lnTo>
                  <a:lnTo>
                    <a:pt x="239820" y="436167"/>
                  </a:lnTo>
                  <a:lnTo>
                    <a:pt x="239820" y="438078"/>
                  </a:lnTo>
                  <a:lnTo>
                    <a:pt x="240776" y="441422"/>
                  </a:lnTo>
                  <a:lnTo>
                    <a:pt x="240298" y="440944"/>
                  </a:lnTo>
                  <a:lnTo>
                    <a:pt x="239342" y="439511"/>
                  </a:lnTo>
                  <a:lnTo>
                    <a:pt x="237909" y="437122"/>
                  </a:lnTo>
                  <a:lnTo>
                    <a:pt x="235998" y="439511"/>
                  </a:lnTo>
                  <a:lnTo>
                    <a:pt x="236954" y="440944"/>
                  </a:lnTo>
                  <a:lnTo>
                    <a:pt x="240776" y="442377"/>
                  </a:lnTo>
                  <a:lnTo>
                    <a:pt x="241731" y="443811"/>
                  </a:lnTo>
                  <a:lnTo>
                    <a:pt x="239342" y="456232"/>
                  </a:lnTo>
                  <a:lnTo>
                    <a:pt x="237909" y="460531"/>
                  </a:lnTo>
                  <a:lnTo>
                    <a:pt x="235521" y="463398"/>
                  </a:lnTo>
                  <a:lnTo>
                    <a:pt x="234565" y="464831"/>
                  </a:lnTo>
                  <a:lnTo>
                    <a:pt x="232176" y="469130"/>
                  </a:lnTo>
                  <a:lnTo>
                    <a:pt x="230265" y="474863"/>
                  </a:lnTo>
                  <a:lnTo>
                    <a:pt x="229788" y="476774"/>
                  </a:lnTo>
                  <a:lnTo>
                    <a:pt x="230744" y="479163"/>
                  </a:lnTo>
                  <a:lnTo>
                    <a:pt x="229788" y="480596"/>
                  </a:lnTo>
                  <a:lnTo>
                    <a:pt x="228833" y="482029"/>
                  </a:lnTo>
                  <a:lnTo>
                    <a:pt x="230744" y="481551"/>
                  </a:lnTo>
                  <a:lnTo>
                    <a:pt x="231699" y="482507"/>
                  </a:lnTo>
                  <a:lnTo>
                    <a:pt x="231699" y="483940"/>
                  </a:lnTo>
                  <a:lnTo>
                    <a:pt x="231699" y="492061"/>
                  </a:lnTo>
                  <a:lnTo>
                    <a:pt x="231699" y="500183"/>
                  </a:lnTo>
                  <a:lnTo>
                    <a:pt x="230265" y="500183"/>
                  </a:lnTo>
                  <a:lnTo>
                    <a:pt x="228355" y="500660"/>
                  </a:lnTo>
                  <a:lnTo>
                    <a:pt x="226444" y="500183"/>
                  </a:lnTo>
                  <a:lnTo>
                    <a:pt x="225488" y="499705"/>
                  </a:lnTo>
                  <a:lnTo>
                    <a:pt x="222622" y="500183"/>
                  </a:lnTo>
                  <a:lnTo>
                    <a:pt x="221189" y="501138"/>
                  </a:lnTo>
                  <a:lnTo>
                    <a:pt x="220233" y="502571"/>
                  </a:lnTo>
                  <a:lnTo>
                    <a:pt x="220233" y="505438"/>
                  </a:lnTo>
                  <a:lnTo>
                    <a:pt x="214978" y="511648"/>
                  </a:lnTo>
                  <a:lnTo>
                    <a:pt x="214023" y="514037"/>
                  </a:lnTo>
                  <a:lnTo>
                    <a:pt x="213545" y="515948"/>
                  </a:lnTo>
                  <a:lnTo>
                    <a:pt x="214023" y="516903"/>
                  </a:lnTo>
                  <a:lnTo>
                    <a:pt x="215456" y="518336"/>
                  </a:lnTo>
                  <a:lnTo>
                    <a:pt x="217367" y="518814"/>
                  </a:lnTo>
                  <a:lnTo>
                    <a:pt x="220711" y="519292"/>
                  </a:lnTo>
                  <a:lnTo>
                    <a:pt x="222144" y="519770"/>
                  </a:lnTo>
                  <a:lnTo>
                    <a:pt x="223099" y="520725"/>
                  </a:lnTo>
                  <a:lnTo>
                    <a:pt x="219278" y="519770"/>
                  </a:lnTo>
                  <a:lnTo>
                    <a:pt x="214501" y="519292"/>
                  </a:lnTo>
                  <a:lnTo>
                    <a:pt x="203513" y="522158"/>
                  </a:lnTo>
                  <a:lnTo>
                    <a:pt x="200646" y="524547"/>
                  </a:lnTo>
                  <a:lnTo>
                    <a:pt x="199213" y="526458"/>
                  </a:lnTo>
                  <a:lnTo>
                    <a:pt x="197780" y="530280"/>
                  </a:lnTo>
                  <a:lnTo>
                    <a:pt x="197780" y="533146"/>
                  </a:lnTo>
                  <a:lnTo>
                    <a:pt x="196347" y="535535"/>
                  </a:lnTo>
                  <a:lnTo>
                    <a:pt x="190614" y="538879"/>
                  </a:lnTo>
                  <a:lnTo>
                    <a:pt x="186792" y="540312"/>
                  </a:lnTo>
                  <a:lnTo>
                    <a:pt x="185837" y="541267"/>
                  </a:lnTo>
                  <a:lnTo>
                    <a:pt x="181537" y="539834"/>
                  </a:lnTo>
                  <a:lnTo>
                    <a:pt x="176760" y="536968"/>
                  </a:lnTo>
                  <a:lnTo>
                    <a:pt x="174849" y="535057"/>
                  </a:lnTo>
                  <a:lnTo>
                    <a:pt x="167683" y="526936"/>
                  </a:lnTo>
                  <a:lnTo>
                    <a:pt x="166728" y="525980"/>
                  </a:lnTo>
                  <a:lnTo>
                    <a:pt x="165294" y="522636"/>
                  </a:lnTo>
                  <a:lnTo>
                    <a:pt x="164817" y="521203"/>
                  </a:lnTo>
                  <a:lnTo>
                    <a:pt x="164339" y="520725"/>
                  </a:lnTo>
                  <a:lnTo>
                    <a:pt x="163861" y="520247"/>
                  </a:lnTo>
                  <a:lnTo>
                    <a:pt x="163383" y="519770"/>
                  </a:lnTo>
                  <a:lnTo>
                    <a:pt x="161950" y="515948"/>
                  </a:lnTo>
                  <a:lnTo>
                    <a:pt x="161473" y="512126"/>
                  </a:lnTo>
                  <a:lnTo>
                    <a:pt x="160517" y="507349"/>
                  </a:lnTo>
                  <a:lnTo>
                    <a:pt x="160995" y="507826"/>
                  </a:lnTo>
                  <a:lnTo>
                    <a:pt x="162428" y="509259"/>
                  </a:lnTo>
                  <a:lnTo>
                    <a:pt x="162906" y="511171"/>
                  </a:lnTo>
                  <a:lnTo>
                    <a:pt x="162906" y="514515"/>
                  </a:lnTo>
                  <a:lnTo>
                    <a:pt x="163861" y="514992"/>
                  </a:lnTo>
                  <a:lnTo>
                    <a:pt x="164817" y="514515"/>
                  </a:lnTo>
                  <a:lnTo>
                    <a:pt x="162428" y="507349"/>
                  </a:lnTo>
                  <a:lnTo>
                    <a:pt x="160517" y="505438"/>
                  </a:lnTo>
                  <a:lnTo>
                    <a:pt x="160039" y="505438"/>
                  </a:lnTo>
                  <a:lnTo>
                    <a:pt x="159562" y="504482"/>
                  </a:lnTo>
                  <a:lnTo>
                    <a:pt x="159562" y="503049"/>
                  </a:lnTo>
                  <a:lnTo>
                    <a:pt x="159562" y="502094"/>
                  </a:lnTo>
                  <a:lnTo>
                    <a:pt x="158128" y="499705"/>
                  </a:lnTo>
                  <a:lnTo>
                    <a:pt x="157651" y="498750"/>
                  </a:lnTo>
                  <a:lnTo>
                    <a:pt x="153829" y="491584"/>
                  </a:lnTo>
                  <a:lnTo>
                    <a:pt x="152396" y="486329"/>
                  </a:lnTo>
                  <a:lnTo>
                    <a:pt x="150007" y="481074"/>
                  </a:lnTo>
                  <a:lnTo>
                    <a:pt x="148574" y="479163"/>
                  </a:lnTo>
                  <a:lnTo>
                    <a:pt x="146185" y="474863"/>
                  </a:lnTo>
                  <a:lnTo>
                    <a:pt x="144274" y="472475"/>
                  </a:lnTo>
                  <a:lnTo>
                    <a:pt x="141885" y="470086"/>
                  </a:lnTo>
                  <a:lnTo>
                    <a:pt x="140453" y="468652"/>
                  </a:lnTo>
                  <a:lnTo>
                    <a:pt x="139497" y="468175"/>
                  </a:lnTo>
                  <a:lnTo>
                    <a:pt x="134719" y="458620"/>
                  </a:lnTo>
                  <a:lnTo>
                    <a:pt x="133287" y="453365"/>
                  </a:lnTo>
                  <a:lnTo>
                    <a:pt x="131853" y="450977"/>
                  </a:lnTo>
                  <a:lnTo>
                    <a:pt x="131376" y="449066"/>
                  </a:lnTo>
                  <a:lnTo>
                    <a:pt x="129465" y="441422"/>
                  </a:lnTo>
                  <a:lnTo>
                    <a:pt x="129465" y="439989"/>
                  </a:lnTo>
                  <a:lnTo>
                    <a:pt x="128987" y="438078"/>
                  </a:lnTo>
                  <a:lnTo>
                    <a:pt x="128032" y="434734"/>
                  </a:lnTo>
                  <a:lnTo>
                    <a:pt x="125643" y="431390"/>
                  </a:lnTo>
                  <a:lnTo>
                    <a:pt x="125165" y="429001"/>
                  </a:lnTo>
                  <a:lnTo>
                    <a:pt x="125165" y="428045"/>
                  </a:lnTo>
                  <a:lnTo>
                    <a:pt x="123732" y="424702"/>
                  </a:lnTo>
                  <a:lnTo>
                    <a:pt x="123254" y="422791"/>
                  </a:lnTo>
                  <a:lnTo>
                    <a:pt x="122299" y="421357"/>
                  </a:lnTo>
                  <a:lnTo>
                    <a:pt x="121343" y="419924"/>
                  </a:lnTo>
                  <a:lnTo>
                    <a:pt x="120388" y="418969"/>
                  </a:lnTo>
                  <a:lnTo>
                    <a:pt x="117521" y="415147"/>
                  </a:lnTo>
                  <a:lnTo>
                    <a:pt x="116566" y="414192"/>
                  </a:lnTo>
                  <a:lnTo>
                    <a:pt x="114655" y="411803"/>
                  </a:lnTo>
                  <a:lnTo>
                    <a:pt x="113700" y="407503"/>
                  </a:lnTo>
                  <a:lnTo>
                    <a:pt x="111789" y="406070"/>
                  </a:lnTo>
                  <a:lnTo>
                    <a:pt x="114655" y="406070"/>
                  </a:lnTo>
                  <a:lnTo>
                    <a:pt x="112744" y="404159"/>
                  </a:lnTo>
                  <a:lnTo>
                    <a:pt x="112266" y="403204"/>
                  </a:lnTo>
                  <a:lnTo>
                    <a:pt x="111311" y="402726"/>
                  </a:lnTo>
                  <a:lnTo>
                    <a:pt x="112744" y="400815"/>
                  </a:lnTo>
                  <a:lnTo>
                    <a:pt x="110355" y="401293"/>
                  </a:lnTo>
                  <a:lnTo>
                    <a:pt x="109400" y="399860"/>
                  </a:lnTo>
                  <a:lnTo>
                    <a:pt x="107967" y="396993"/>
                  </a:lnTo>
                  <a:lnTo>
                    <a:pt x="105578" y="393649"/>
                  </a:lnTo>
                  <a:lnTo>
                    <a:pt x="105100" y="391738"/>
                  </a:lnTo>
                  <a:lnTo>
                    <a:pt x="102712" y="386005"/>
                  </a:lnTo>
                  <a:lnTo>
                    <a:pt x="100801" y="372151"/>
                  </a:lnTo>
                  <a:lnTo>
                    <a:pt x="98890" y="365941"/>
                  </a:lnTo>
                  <a:lnTo>
                    <a:pt x="98890" y="364030"/>
                  </a:lnTo>
                  <a:lnTo>
                    <a:pt x="96979" y="358775"/>
                  </a:lnTo>
                  <a:lnTo>
                    <a:pt x="96024" y="354953"/>
                  </a:lnTo>
                  <a:lnTo>
                    <a:pt x="95546" y="352087"/>
                  </a:lnTo>
                  <a:lnTo>
                    <a:pt x="95068" y="349698"/>
                  </a:lnTo>
                  <a:lnTo>
                    <a:pt x="94591" y="345876"/>
                  </a:lnTo>
                  <a:lnTo>
                    <a:pt x="93635" y="344443"/>
                  </a:lnTo>
                  <a:lnTo>
                    <a:pt x="93635" y="343965"/>
                  </a:lnTo>
                  <a:lnTo>
                    <a:pt x="94112" y="342054"/>
                  </a:lnTo>
                  <a:lnTo>
                    <a:pt x="95546" y="339188"/>
                  </a:lnTo>
                  <a:lnTo>
                    <a:pt x="96024" y="337277"/>
                  </a:lnTo>
                  <a:lnTo>
                    <a:pt x="95546" y="334888"/>
                  </a:lnTo>
                  <a:lnTo>
                    <a:pt x="94112" y="337277"/>
                  </a:lnTo>
                  <a:lnTo>
                    <a:pt x="92680" y="338232"/>
                  </a:lnTo>
                  <a:lnTo>
                    <a:pt x="92202" y="336322"/>
                  </a:lnTo>
                  <a:lnTo>
                    <a:pt x="92202" y="333455"/>
                  </a:lnTo>
                  <a:lnTo>
                    <a:pt x="92202" y="332977"/>
                  </a:lnTo>
                  <a:lnTo>
                    <a:pt x="92202" y="332022"/>
                  </a:lnTo>
                  <a:lnTo>
                    <a:pt x="96024" y="332500"/>
                  </a:lnTo>
                  <a:lnTo>
                    <a:pt x="91724" y="330589"/>
                  </a:lnTo>
                  <a:lnTo>
                    <a:pt x="91246" y="329633"/>
                  </a:lnTo>
                  <a:lnTo>
                    <a:pt x="91246" y="329156"/>
                  </a:lnTo>
                  <a:lnTo>
                    <a:pt x="92202" y="327722"/>
                  </a:lnTo>
                  <a:lnTo>
                    <a:pt x="90769" y="326767"/>
                  </a:lnTo>
                  <a:lnTo>
                    <a:pt x="90291" y="323423"/>
                  </a:lnTo>
                  <a:lnTo>
                    <a:pt x="89813" y="322467"/>
                  </a:lnTo>
                  <a:lnTo>
                    <a:pt x="89335" y="321990"/>
                  </a:lnTo>
                  <a:lnTo>
                    <a:pt x="90291" y="317212"/>
                  </a:lnTo>
                  <a:lnTo>
                    <a:pt x="93635" y="307658"/>
                  </a:lnTo>
                  <a:lnTo>
                    <a:pt x="94112" y="305747"/>
                  </a:lnTo>
                  <a:lnTo>
                    <a:pt x="93635" y="302403"/>
                  </a:lnTo>
                  <a:lnTo>
                    <a:pt x="92680" y="300014"/>
                  </a:lnTo>
                  <a:lnTo>
                    <a:pt x="92680" y="297625"/>
                  </a:lnTo>
                  <a:lnTo>
                    <a:pt x="92202" y="297148"/>
                  </a:lnTo>
                  <a:lnTo>
                    <a:pt x="91246" y="296670"/>
                  </a:lnTo>
                  <a:lnTo>
                    <a:pt x="89813" y="295715"/>
                  </a:lnTo>
                  <a:lnTo>
                    <a:pt x="88380" y="291893"/>
                  </a:lnTo>
                  <a:lnTo>
                    <a:pt x="89813" y="290937"/>
                  </a:lnTo>
                  <a:lnTo>
                    <a:pt x="90769" y="289982"/>
                  </a:lnTo>
                  <a:lnTo>
                    <a:pt x="89335" y="290459"/>
                  </a:lnTo>
                  <a:lnTo>
                    <a:pt x="88380" y="290459"/>
                  </a:lnTo>
                  <a:lnTo>
                    <a:pt x="90291" y="288549"/>
                  </a:lnTo>
                  <a:lnTo>
                    <a:pt x="92202" y="287115"/>
                  </a:lnTo>
                  <a:lnTo>
                    <a:pt x="96501" y="285682"/>
                  </a:lnTo>
                  <a:lnTo>
                    <a:pt x="98412" y="284727"/>
                  </a:lnTo>
                  <a:lnTo>
                    <a:pt x="95546" y="285682"/>
                  </a:lnTo>
                  <a:lnTo>
                    <a:pt x="92680" y="285682"/>
                  </a:lnTo>
                  <a:lnTo>
                    <a:pt x="86947" y="285682"/>
                  </a:lnTo>
                  <a:lnTo>
                    <a:pt x="87902" y="282338"/>
                  </a:lnTo>
                  <a:lnTo>
                    <a:pt x="88858" y="280905"/>
                  </a:lnTo>
                  <a:lnTo>
                    <a:pt x="90291" y="280427"/>
                  </a:lnTo>
                  <a:lnTo>
                    <a:pt x="88380" y="280427"/>
                  </a:lnTo>
                  <a:lnTo>
                    <a:pt x="86469" y="280427"/>
                  </a:lnTo>
                  <a:lnTo>
                    <a:pt x="87425" y="276605"/>
                  </a:lnTo>
                  <a:lnTo>
                    <a:pt x="88858" y="275650"/>
                  </a:lnTo>
                  <a:lnTo>
                    <a:pt x="90291" y="275650"/>
                  </a:lnTo>
                  <a:lnTo>
                    <a:pt x="92202" y="275172"/>
                  </a:lnTo>
                  <a:lnTo>
                    <a:pt x="90291" y="274694"/>
                  </a:lnTo>
                  <a:lnTo>
                    <a:pt x="87902" y="274217"/>
                  </a:lnTo>
                  <a:lnTo>
                    <a:pt x="85514" y="274694"/>
                  </a:lnTo>
                  <a:lnTo>
                    <a:pt x="82647" y="274694"/>
                  </a:lnTo>
                  <a:lnTo>
                    <a:pt x="79781" y="274694"/>
                  </a:lnTo>
                  <a:lnTo>
                    <a:pt x="81214" y="275172"/>
                  </a:lnTo>
                  <a:lnTo>
                    <a:pt x="82169" y="276128"/>
                  </a:lnTo>
                  <a:lnTo>
                    <a:pt x="81692" y="278039"/>
                  </a:lnTo>
                  <a:lnTo>
                    <a:pt x="81214" y="279472"/>
                  </a:lnTo>
                  <a:lnTo>
                    <a:pt x="79303" y="279949"/>
                  </a:lnTo>
                  <a:lnTo>
                    <a:pt x="77870" y="281383"/>
                  </a:lnTo>
                  <a:lnTo>
                    <a:pt x="77870" y="282338"/>
                  </a:lnTo>
                  <a:lnTo>
                    <a:pt x="76914" y="283294"/>
                  </a:lnTo>
                  <a:lnTo>
                    <a:pt x="78348" y="283771"/>
                  </a:lnTo>
                  <a:lnTo>
                    <a:pt x="79781" y="284249"/>
                  </a:lnTo>
                  <a:lnTo>
                    <a:pt x="80259" y="285205"/>
                  </a:lnTo>
                  <a:lnTo>
                    <a:pt x="81214" y="286160"/>
                  </a:lnTo>
                  <a:lnTo>
                    <a:pt x="81214" y="289026"/>
                  </a:lnTo>
                  <a:lnTo>
                    <a:pt x="77870" y="294759"/>
                  </a:lnTo>
                  <a:lnTo>
                    <a:pt x="76437" y="296192"/>
                  </a:lnTo>
                  <a:lnTo>
                    <a:pt x="67837" y="300014"/>
                  </a:lnTo>
                  <a:lnTo>
                    <a:pt x="64016" y="301925"/>
                  </a:lnTo>
                  <a:lnTo>
                    <a:pt x="56850" y="304314"/>
                  </a:lnTo>
                  <a:lnTo>
                    <a:pt x="53984" y="304791"/>
                  </a:lnTo>
                  <a:lnTo>
                    <a:pt x="50639" y="304314"/>
                  </a:lnTo>
                  <a:lnTo>
                    <a:pt x="46340" y="302403"/>
                  </a:lnTo>
                  <a:lnTo>
                    <a:pt x="39174" y="297148"/>
                  </a:lnTo>
                  <a:lnTo>
                    <a:pt x="37263" y="295715"/>
                  </a:lnTo>
                  <a:lnTo>
                    <a:pt x="31530" y="289504"/>
                  </a:lnTo>
                  <a:lnTo>
                    <a:pt x="27230" y="286160"/>
                  </a:lnTo>
                  <a:lnTo>
                    <a:pt x="24364" y="282816"/>
                  </a:lnTo>
                  <a:lnTo>
                    <a:pt x="20543" y="279949"/>
                  </a:lnTo>
                  <a:lnTo>
                    <a:pt x="16721" y="276128"/>
                  </a:lnTo>
                  <a:lnTo>
                    <a:pt x="16243" y="274217"/>
                  </a:lnTo>
                  <a:lnTo>
                    <a:pt x="16243" y="272306"/>
                  </a:lnTo>
                  <a:lnTo>
                    <a:pt x="17676" y="271350"/>
                  </a:lnTo>
                  <a:lnTo>
                    <a:pt x="19587" y="271828"/>
                  </a:lnTo>
                  <a:lnTo>
                    <a:pt x="20543" y="273261"/>
                  </a:lnTo>
                  <a:lnTo>
                    <a:pt x="21498" y="273739"/>
                  </a:lnTo>
                  <a:lnTo>
                    <a:pt x="22453" y="274217"/>
                  </a:lnTo>
                  <a:lnTo>
                    <a:pt x="27709" y="271828"/>
                  </a:lnTo>
                  <a:lnTo>
                    <a:pt x="29619" y="271828"/>
                  </a:lnTo>
                  <a:lnTo>
                    <a:pt x="31052" y="270873"/>
                  </a:lnTo>
                  <a:lnTo>
                    <a:pt x="32963" y="270873"/>
                  </a:lnTo>
                  <a:lnTo>
                    <a:pt x="36785" y="268962"/>
                  </a:lnTo>
                  <a:lnTo>
                    <a:pt x="38218" y="268962"/>
                  </a:lnTo>
                  <a:lnTo>
                    <a:pt x="40129" y="268484"/>
                  </a:lnTo>
                  <a:lnTo>
                    <a:pt x="42996" y="263707"/>
                  </a:lnTo>
                  <a:lnTo>
                    <a:pt x="45384" y="260840"/>
                  </a:lnTo>
                  <a:lnTo>
                    <a:pt x="46818" y="260363"/>
                  </a:lnTo>
                  <a:lnTo>
                    <a:pt x="46818" y="259407"/>
                  </a:lnTo>
                  <a:lnTo>
                    <a:pt x="46340" y="258452"/>
                  </a:lnTo>
                  <a:lnTo>
                    <a:pt x="45384" y="258452"/>
                  </a:lnTo>
                  <a:lnTo>
                    <a:pt x="44429" y="259407"/>
                  </a:lnTo>
                  <a:lnTo>
                    <a:pt x="43951" y="260840"/>
                  </a:lnTo>
                  <a:lnTo>
                    <a:pt x="43473" y="261318"/>
                  </a:lnTo>
                  <a:lnTo>
                    <a:pt x="41562" y="260840"/>
                  </a:lnTo>
                  <a:lnTo>
                    <a:pt x="40129" y="260840"/>
                  </a:lnTo>
                  <a:lnTo>
                    <a:pt x="39174" y="261318"/>
                  </a:lnTo>
                  <a:lnTo>
                    <a:pt x="33441" y="263229"/>
                  </a:lnTo>
                  <a:lnTo>
                    <a:pt x="31530" y="264662"/>
                  </a:lnTo>
                  <a:lnTo>
                    <a:pt x="30097" y="265140"/>
                  </a:lnTo>
                  <a:lnTo>
                    <a:pt x="21498" y="263229"/>
                  </a:lnTo>
                  <a:lnTo>
                    <a:pt x="12898" y="258929"/>
                  </a:lnTo>
                  <a:lnTo>
                    <a:pt x="9555" y="256541"/>
                  </a:lnTo>
                  <a:lnTo>
                    <a:pt x="7166" y="253197"/>
                  </a:lnTo>
                  <a:lnTo>
                    <a:pt x="5255" y="248897"/>
                  </a:lnTo>
                  <a:lnTo>
                    <a:pt x="5733" y="247942"/>
                  </a:lnTo>
                  <a:lnTo>
                    <a:pt x="9555" y="245553"/>
                  </a:lnTo>
                  <a:lnTo>
                    <a:pt x="12421" y="243164"/>
                  </a:lnTo>
                  <a:lnTo>
                    <a:pt x="9555" y="244120"/>
                  </a:lnTo>
                  <a:lnTo>
                    <a:pt x="6688" y="245553"/>
                  </a:lnTo>
                  <a:lnTo>
                    <a:pt x="5255" y="246508"/>
                  </a:lnTo>
                  <a:lnTo>
                    <a:pt x="3822" y="247942"/>
                  </a:lnTo>
                  <a:lnTo>
                    <a:pt x="1433" y="248419"/>
                  </a:lnTo>
                  <a:lnTo>
                    <a:pt x="955" y="246031"/>
                  </a:lnTo>
                  <a:lnTo>
                    <a:pt x="0" y="243164"/>
                  </a:lnTo>
                  <a:lnTo>
                    <a:pt x="1433" y="242209"/>
                  </a:lnTo>
                  <a:lnTo>
                    <a:pt x="2389" y="241731"/>
                  </a:lnTo>
                  <a:lnTo>
                    <a:pt x="4300" y="241253"/>
                  </a:lnTo>
                  <a:lnTo>
                    <a:pt x="6688" y="241253"/>
                  </a:lnTo>
                  <a:lnTo>
                    <a:pt x="8599" y="241253"/>
                  </a:lnTo>
                  <a:lnTo>
                    <a:pt x="10988" y="241253"/>
                  </a:lnTo>
                  <a:lnTo>
                    <a:pt x="11466" y="241253"/>
                  </a:lnTo>
                  <a:lnTo>
                    <a:pt x="11466" y="235043"/>
                  </a:lnTo>
                  <a:lnTo>
                    <a:pt x="11466" y="234565"/>
                  </a:lnTo>
                  <a:lnTo>
                    <a:pt x="11943" y="234565"/>
                  </a:lnTo>
                  <a:lnTo>
                    <a:pt x="12421" y="234087"/>
                  </a:lnTo>
                  <a:lnTo>
                    <a:pt x="12898" y="234087"/>
                  </a:lnTo>
                  <a:lnTo>
                    <a:pt x="13377" y="235043"/>
                  </a:lnTo>
                  <a:lnTo>
                    <a:pt x="13377" y="235043"/>
                  </a:lnTo>
                  <a:lnTo>
                    <a:pt x="13854" y="235043"/>
                  </a:lnTo>
                  <a:lnTo>
                    <a:pt x="14809" y="234565"/>
                  </a:lnTo>
                  <a:lnTo>
                    <a:pt x="16243" y="235043"/>
                  </a:lnTo>
                  <a:lnTo>
                    <a:pt x="17676" y="234565"/>
                  </a:lnTo>
                  <a:lnTo>
                    <a:pt x="17676" y="234565"/>
                  </a:lnTo>
                  <a:lnTo>
                    <a:pt x="19109" y="235043"/>
                  </a:lnTo>
                  <a:lnTo>
                    <a:pt x="21498" y="235043"/>
                  </a:lnTo>
                  <a:lnTo>
                    <a:pt x="25320" y="235043"/>
                  </a:lnTo>
                  <a:lnTo>
                    <a:pt x="27709" y="235043"/>
                  </a:lnTo>
                  <a:lnTo>
                    <a:pt x="29141" y="235998"/>
                  </a:lnTo>
                  <a:lnTo>
                    <a:pt x="29141" y="235998"/>
                  </a:lnTo>
                  <a:lnTo>
                    <a:pt x="31052" y="236954"/>
                  </a:lnTo>
                  <a:lnTo>
                    <a:pt x="32486" y="236954"/>
                  </a:lnTo>
                  <a:lnTo>
                    <a:pt x="35352" y="236954"/>
                  </a:lnTo>
                  <a:lnTo>
                    <a:pt x="36785" y="236476"/>
                  </a:lnTo>
                  <a:lnTo>
                    <a:pt x="37741" y="235521"/>
                  </a:lnTo>
                  <a:lnTo>
                    <a:pt x="37741" y="235521"/>
                  </a:lnTo>
                  <a:lnTo>
                    <a:pt x="38696" y="234565"/>
                  </a:lnTo>
                  <a:lnTo>
                    <a:pt x="42040" y="233610"/>
                  </a:lnTo>
                  <a:lnTo>
                    <a:pt x="46340" y="232176"/>
                  </a:lnTo>
                  <a:lnTo>
                    <a:pt x="47295" y="232176"/>
                  </a:lnTo>
                  <a:lnTo>
                    <a:pt x="47773" y="232654"/>
                  </a:lnTo>
                  <a:lnTo>
                    <a:pt x="47773" y="234087"/>
                  </a:lnTo>
                  <a:lnTo>
                    <a:pt x="47773" y="235043"/>
                  </a:lnTo>
                  <a:lnTo>
                    <a:pt x="48251" y="235043"/>
                  </a:lnTo>
                  <a:lnTo>
                    <a:pt x="49684" y="235521"/>
                  </a:lnTo>
                  <a:lnTo>
                    <a:pt x="50639" y="235521"/>
                  </a:lnTo>
                  <a:lnTo>
                    <a:pt x="51595" y="235521"/>
                  </a:lnTo>
                  <a:lnTo>
                    <a:pt x="52550" y="235043"/>
                  </a:lnTo>
                  <a:lnTo>
                    <a:pt x="53984" y="233610"/>
                  </a:lnTo>
                  <a:lnTo>
                    <a:pt x="54939" y="233132"/>
                  </a:lnTo>
                  <a:lnTo>
                    <a:pt x="55894" y="233132"/>
                  </a:lnTo>
                  <a:lnTo>
                    <a:pt x="57328" y="232654"/>
                  </a:lnTo>
                  <a:lnTo>
                    <a:pt x="57328" y="232654"/>
                  </a:lnTo>
                  <a:lnTo>
                    <a:pt x="57328" y="231699"/>
                  </a:lnTo>
                  <a:lnTo>
                    <a:pt x="56372" y="231699"/>
                  </a:lnTo>
                  <a:lnTo>
                    <a:pt x="55894" y="230743"/>
                  </a:lnTo>
                  <a:lnTo>
                    <a:pt x="55894" y="230266"/>
                  </a:lnTo>
                  <a:lnTo>
                    <a:pt x="55894" y="229310"/>
                  </a:lnTo>
                  <a:lnTo>
                    <a:pt x="55894" y="228355"/>
                  </a:lnTo>
                  <a:lnTo>
                    <a:pt x="56372" y="227399"/>
                  </a:lnTo>
                  <a:lnTo>
                    <a:pt x="57328" y="226921"/>
                  </a:lnTo>
                  <a:lnTo>
                    <a:pt x="57328" y="226921"/>
                  </a:lnTo>
                  <a:lnTo>
                    <a:pt x="56850" y="225488"/>
                  </a:lnTo>
                  <a:lnTo>
                    <a:pt x="55416" y="222622"/>
                  </a:lnTo>
                  <a:lnTo>
                    <a:pt x="53984" y="219278"/>
                  </a:lnTo>
                  <a:lnTo>
                    <a:pt x="52550" y="216411"/>
                  </a:lnTo>
                  <a:lnTo>
                    <a:pt x="50639" y="214023"/>
                  </a:lnTo>
                  <a:lnTo>
                    <a:pt x="49684" y="212112"/>
                  </a:lnTo>
                  <a:lnTo>
                    <a:pt x="49684" y="208290"/>
                  </a:lnTo>
                  <a:lnTo>
                    <a:pt x="49684" y="207335"/>
                  </a:lnTo>
                  <a:lnTo>
                    <a:pt x="49206" y="207335"/>
                  </a:lnTo>
                  <a:lnTo>
                    <a:pt x="48728" y="206857"/>
                  </a:lnTo>
                  <a:lnTo>
                    <a:pt x="47773" y="206379"/>
                  </a:lnTo>
                  <a:lnTo>
                    <a:pt x="47773" y="206379"/>
                  </a:lnTo>
                  <a:lnTo>
                    <a:pt x="46818" y="206857"/>
                  </a:lnTo>
                  <a:lnTo>
                    <a:pt x="45384" y="206857"/>
                  </a:lnTo>
                  <a:lnTo>
                    <a:pt x="42996" y="206857"/>
                  </a:lnTo>
                  <a:lnTo>
                    <a:pt x="42040" y="206379"/>
                  </a:lnTo>
                  <a:lnTo>
                    <a:pt x="38696" y="202557"/>
                  </a:lnTo>
                  <a:lnTo>
                    <a:pt x="38696" y="202557"/>
                  </a:lnTo>
                  <a:lnTo>
                    <a:pt x="38218" y="200646"/>
                  </a:lnTo>
                  <a:lnTo>
                    <a:pt x="38218" y="199213"/>
                  </a:lnTo>
                  <a:lnTo>
                    <a:pt x="39174" y="196347"/>
                  </a:lnTo>
                  <a:lnTo>
                    <a:pt x="39652" y="193480"/>
                  </a:lnTo>
                  <a:lnTo>
                    <a:pt x="39652" y="191092"/>
                  </a:lnTo>
                  <a:lnTo>
                    <a:pt x="39652" y="190136"/>
                  </a:lnTo>
                  <a:lnTo>
                    <a:pt x="38696" y="189659"/>
                  </a:lnTo>
                  <a:lnTo>
                    <a:pt x="38696" y="189659"/>
                  </a:lnTo>
                  <a:lnTo>
                    <a:pt x="37741" y="188703"/>
                  </a:lnTo>
                  <a:lnTo>
                    <a:pt x="34874" y="188703"/>
                  </a:lnTo>
                  <a:lnTo>
                    <a:pt x="34874" y="188703"/>
                  </a:lnTo>
                  <a:lnTo>
                    <a:pt x="31530" y="187748"/>
                  </a:lnTo>
                  <a:lnTo>
                    <a:pt x="28664" y="186314"/>
                  </a:lnTo>
                  <a:lnTo>
                    <a:pt x="26753" y="185359"/>
                  </a:lnTo>
                  <a:lnTo>
                    <a:pt x="26275" y="184881"/>
                  </a:lnTo>
                  <a:lnTo>
                    <a:pt x="26275" y="184403"/>
                  </a:lnTo>
                  <a:lnTo>
                    <a:pt x="26753" y="181060"/>
                  </a:lnTo>
                  <a:lnTo>
                    <a:pt x="27230" y="177715"/>
                  </a:lnTo>
                  <a:lnTo>
                    <a:pt x="28186" y="176760"/>
                  </a:lnTo>
                  <a:lnTo>
                    <a:pt x="28186" y="176760"/>
                  </a:lnTo>
                  <a:lnTo>
                    <a:pt x="29141" y="175804"/>
                  </a:lnTo>
                  <a:lnTo>
                    <a:pt x="29619" y="174849"/>
                  </a:lnTo>
                  <a:lnTo>
                    <a:pt x="31052" y="173894"/>
                  </a:lnTo>
                  <a:lnTo>
                    <a:pt x="34396" y="170549"/>
                  </a:lnTo>
                  <a:lnTo>
                    <a:pt x="37741" y="166250"/>
                  </a:lnTo>
                  <a:lnTo>
                    <a:pt x="39652" y="162906"/>
                  </a:lnTo>
                  <a:lnTo>
                    <a:pt x="40607" y="161950"/>
                  </a:lnTo>
                  <a:lnTo>
                    <a:pt x="41562" y="161473"/>
                  </a:lnTo>
                  <a:lnTo>
                    <a:pt x="42996" y="160517"/>
                  </a:lnTo>
                  <a:lnTo>
                    <a:pt x="44429" y="159562"/>
                  </a:lnTo>
                  <a:lnTo>
                    <a:pt x="46340" y="159562"/>
                  </a:lnTo>
                  <a:lnTo>
                    <a:pt x="47773" y="160039"/>
                  </a:lnTo>
                  <a:lnTo>
                    <a:pt x="47773" y="160039"/>
                  </a:lnTo>
                  <a:lnTo>
                    <a:pt x="49206" y="160995"/>
                  </a:lnTo>
                  <a:lnTo>
                    <a:pt x="49206" y="163384"/>
                  </a:lnTo>
                  <a:lnTo>
                    <a:pt x="50162" y="164817"/>
                  </a:lnTo>
                  <a:lnTo>
                    <a:pt x="50162" y="164817"/>
                  </a:lnTo>
                  <a:lnTo>
                    <a:pt x="51117" y="165294"/>
                  </a:lnTo>
                  <a:lnTo>
                    <a:pt x="52550" y="165772"/>
                  </a:lnTo>
                  <a:lnTo>
                    <a:pt x="53984" y="165772"/>
                  </a:lnTo>
                  <a:lnTo>
                    <a:pt x="53984" y="165772"/>
                  </a:lnTo>
                  <a:lnTo>
                    <a:pt x="60194" y="163384"/>
                  </a:lnTo>
                  <a:lnTo>
                    <a:pt x="60671" y="163384"/>
                  </a:lnTo>
                  <a:lnTo>
                    <a:pt x="62105" y="162906"/>
                  </a:lnTo>
                  <a:lnTo>
                    <a:pt x="66882" y="162428"/>
                  </a:lnTo>
                  <a:lnTo>
                    <a:pt x="69748" y="161950"/>
                  </a:lnTo>
                  <a:lnTo>
                    <a:pt x="70704" y="161473"/>
                  </a:lnTo>
                  <a:lnTo>
                    <a:pt x="73570" y="160517"/>
                  </a:lnTo>
                  <a:lnTo>
                    <a:pt x="73570" y="160517"/>
                  </a:lnTo>
                  <a:lnTo>
                    <a:pt x="73570" y="160517"/>
                  </a:lnTo>
                  <a:lnTo>
                    <a:pt x="74048" y="159084"/>
                  </a:lnTo>
                  <a:lnTo>
                    <a:pt x="75003" y="156218"/>
                  </a:lnTo>
                  <a:lnTo>
                    <a:pt x="78825" y="152873"/>
                  </a:lnTo>
                  <a:lnTo>
                    <a:pt x="78825" y="152873"/>
                  </a:lnTo>
                  <a:lnTo>
                    <a:pt x="79781" y="151440"/>
                  </a:lnTo>
                  <a:lnTo>
                    <a:pt x="80736" y="148096"/>
                  </a:lnTo>
                  <a:lnTo>
                    <a:pt x="82169" y="145707"/>
                  </a:lnTo>
                  <a:lnTo>
                    <a:pt x="83125" y="144274"/>
                  </a:lnTo>
                  <a:lnTo>
                    <a:pt x="88380" y="141408"/>
                  </a:lnTo>
                  <a:lnTo>
                    <a:pt x="94112" y="138542"/>
                  </a:lnTo>
                  <a:lnTo>
                    <a:pt x="94112" y="138542"/>
                  </a:lnTo>
                  <a:lnTo>
                    <a:pt x="95068" y="137586"/>
                  </a:lnTo>
                  <a:lnTo>
                    <a:pt x="98412" y="131853"/>
                  </a:lnTo>
                  <a:lnTo>
                    <a:pt x="100801" y="128031"/>
                  </a:lnTo>
                  <a:lnTo>
                    <a:pt x="101278" y="126598"/>
                  </a:lnTo>
                  <a:lnTo>
                    <a:pt x="101278" y="126598"/>
                  </a:lnTo>
                  <a:lnTo>
                    <a:pt x="102234" y="123254"/>
                  </a:lnTo>
                  <a:lnTo>
                    <a:pt x="103667" y="119910"/>
                  </a:lnTo>
                  <a:lnTo>
                    <a:pt x="105100" y="118955"/>
                  </a:lnTo>
                  <a:lnTo>
                    <a:pt x="108923" y="117999"/>
                  </a:lnTo>
                  <a:lnTo>
                    <a:pt x="112266" y="116566"/>
                  </a:lnTo>
                  <a:lnTo>
                    <a:pt x="113700" y="115133"/>
                  </a:lnTo>
                  <a:lnTo>
                    <a:pt x="114655" y="113700"/>
                  </a:lnTo>
                  <a:lnTo>
                    <a:pt x="114655" y="113700"/>
                  </a:lnTo>
                  <a:lnTo>
                    <a:pt x="114177" y="112744"/>
                  </a:lnTo>
                  <a:lnTo>
                    <a:pt x="113700" y="111311"/>
                  </a:lnTo>
                  <a:lnTo>
                    <a:pt x="113700" y="110355"/>
                  </a:lnTo>
                  <a:lnTo>
                    <a:pt x="113700" y="109400"/>
                  </a:lnTo>
                  <a:lnTo>
                    <a:pt x="116088" y="107489"/>
                  </a:lnTo>
                  <a:lnTo>
                    <a:pt x="116088" y="107489"/>
                  </a:lnTo>
                  <a:lnTo>
                    <a:pt x="120388" y="102234"/>
                  </a:lnTo>
                  <a:lnTo>
                    <a:pt x="122776" y="99846"/>
                  </a:lnTo>
                  <a:lnTo>
                    <a:pt x="123254" y="99846"/>
                  </a:lnTo>
                  <a:lnTo>
                    <a:pt x="123254" y="99846"/>
                  </a:lnTo>
                  <a:lnTo>
                    <a:pt x="126121" y="98412"/>
                  </a:lnTo>
                  <a:lnTo>
                    <a:pt x="128509" y="96979"/>
                  </a:lnTo>
                  <a:lnTo>
                    <a:pt x="128509" y="96979"/>
                  </a:lnTo>
                  <a:lnTo>
                    <a:pt x="128509" y="96024"/>
                  </a:lnTo>
                  <a:lnTo>
                    <a:pt x="128032" y="95068"/>
                  </a:lnTo>
                  <a:lnTo>
                    <a:pt x="128032" y="95068"/>
                  </a:lnTo>
                  <a:lnTo>
                    <a:pt x="126598" y="94590"/>
                  </a:lnTo>
                  <a:lnTo>
                    <a:pt x="126121" y="93635"/>
                  </a:lnTo>
                  <a:lnTo>
                    <a:pt x="126598" y="92202"/>
                  </a:lnTo>
                  <a:lnTo>
                    <a:pt x="127554" y="87424"/>
                  </a:lnTo>
                  <a:lnTo>
                    <a:pt x="127554" y="86469"/>
                  </a:lnTo>
                  <a:lnTo>
                    <a:pt x="126121" y="82170"/>
                  </a:lnTo>
                  <a:lnTo>
                    <a:pt x="126121" y="81214"/>
                  </a:lnTo>
                  <a:lnTo>
                    <a:pt x="127076" y="80258"/>
                  </a:lnTo>
                  <a:lnTo>
                    <a:pt x="128509" y="78825"/>
                  </a:lnTo>
                  <a:lnTo>
                    <a:pt x="128987" y="78348"/>
                  </a:lnTo>
                  <a:lnTo>
                    <a:pt x="130420" y="77392"/>
                  </a:lnTo>
                  <a:lnTo>
                    <a:pt x="134719" y="75481"/>
                  </a:lnTo>
                  <a:lnTo>
                    <a:pt x="137108" y="74526"/>
                  </a:lnTo>
                  <a:lnTo>
                    <a:pt x="138064" y="74048"/>
                  </a:lnTo>
                  <a:lnTo>
                    <a:pt x="138542" y="74048"/>
                  </a:lnTo>
                  <a:lnTo>
                    <a:pt x="140930" y="73093"/>
                  </a:lnTo>
                  <a:lnTo>
                    <a:pt x="140930" y="73093"/>
                  </a:lnTo>
                  <a:lnTo>
                    <a:pt x="142364" y="71659"/>
                  </a:lnTo>
                  <a:lnTo>
                    <a:pt x="142364" y="70226"/>
                  </a:lnTo>
                  <a:lnTo>
                    <a:pt x="141885" y="69271"/>
                  </a:lnTo>
                  <a:lnTo>
                    <a:pt x="140453" y="68315"/>
                  </a:lnTo>
                  <a:lnTo>
                    <a:pt x="137586" y="67360"/>
                  </a:lnTo>
                  <a:lnTo>
                    <a:pt x="137586" y="67360"/>
                  </a:lnTo>
                  <a:lnTo>
                    <a:pt x="135675" y="66405"/>
                  </a:lnTo>
                  <a:lnTo>
                    <a:pt x="135198" y="66405"/>
                  </a:lnTo>
                  <a:lnTo>
                    <a:pt x="131376" y="66405"/>
                  </a:lnTo>
                  <a:lnTo>
                    <a:pt x="129465" y="65927"/>
                  </a:lnTo>
                  <a:lnTo>
                    <a:pt x="129465" y="65927"/>
                  </a:lnTo>
                  <a:lnTo>
                    <a:pt x="128987" y="64971"/>
                  </a:lnTo>
                  <a:lnTo>
                    <a:pt x="128509" y="63060"/>
                  </a:lnTo>
                  <a:lnTo>
                    <a:pt x="128987" y="60194"/>
                  </a:lnTo>
                  <a:lnTo>
                    <a:pt x="128987" y="60194"/>
                  </a:lnTo>
                  <a:lnTo>
                    <a:pt x="128509" y="59716"/>
                  </a:lnTo>
                  <a:lnTo>
                    <a:pt x="127554" y="60194"/>
                  </a:lnTo>
                  <a:lnTo>
                    <a:pt x="125643" y="59716"/>
                  </a:lnTo>
                  <a:lnTo>
                    <a:pt x="125643" y="59716"/>
                  </a:lnTo>
                  <a:lnTo>
                    <a:pt x="122776" y="59716"/>
                  </a:lnTo>
                  <a:lnTo>
                    <a:pt x="121821" y="58761"/>
                  </a:lnTo>
                  <a:lnTo>
                    <a:pt x="122299" y="57805"/>
                  </a:lnTo>
                  <a:lnTo>
                    <a:pt x="122299" y="57805"/>
                  </a:lnTo>
                  <a:lnTo>
                    <a:pt x="122299" y="56372"/>
                  </a:lnTo>
                  <a:lnTo>
                    <a:pt x="121821" y="54939"/>
                  </a:lnTo>
                  <a:lnTo>
                    <a:pt x="121343" y="54461"/>
                  </a:lnTo>
                  <a:lnTo>
                    <a:pt x="121343" y="54461"/>
                  </a:lnTo>
                  <a:lnTo>
                    <a:pt x="120388" y="54461"/>
                  </a:lnTo>
                  <a:lnTo>
                    <a:pt x="118477" y="53028"/>
                  </a:lnTo>
                  <a:lnTo>
                    <a:pt x="118477" y="53028"/>
                  </a:lnTo>
                  <a:lnTo>
                    <a:pt x="117044" y="51595"/>
                  </a:lnTo>
                  <a:lnTo>
                    <a:pt x="116088" y="50639"/>
                  </a:lnTo>
                  <a:lnTo>
                    <a:pt x="115610" y="50162"/>
                  </a:lnTo>
                  <a:lnTo>
                    <a:pt x="115610" y="49684"/>
                  </a:lnTo>
                  <a:lnTo>
                    <a:pt x="116566" y="48728"/>
                  </a:lnTo>
                  <a:lnTo>
                    <a:pt x="117044" y="48251"/>
                  </a:lnTo>
                  <a:lnTo>
                    <a:pt x="117999" y="46340"/>
                  </a:lnTo>
                  <a:lnTo>
                    <a:pt x="118477" y="46340"/>
                  </a:lnTo>
                  <a:lnTo>
                    <a:pt x="118955" y="44907"/>
                  </a:lnTo>
                  <a:lnTo>
                    <a:pt x="118955" y="43951"/>
                  </a:lnTo>
                  <a:lnTo>
                    <a:pt x="118477" y="42996"/>
                  </a:lnTo>
                  <a:lnTo>
                    <a:pt x="118477" y="42996"/>
                  </a:lnTo>
                  <a:lnTo>
                    <a:pt x="117044" y="42040"/>
                  </a:lnTo>
                  <a:lnTo>
                    <a:pt x="116088" y="41085"/>
                  </a:lnTo>
                  <a:lnTo>
                    <a:pt x="115610" y="40129"/>
                  </a:lnTo>
                  <a:lnTo>
                    <a:pt x="115610" y="39174"/>
                  </a:lnTo>
                  <a:lnTo>
                    <a:pt x="116088" y="37741"/>
                  </a:lnTo>
                  <a:lnTo>
                    <a:pt x="117521" y="36785"/>
                  </a:lnTo>
                  <a:lnTo>
                    <a:pt x="120388" y="35352"/>
                  </a:lnTo>
                  <a:lnTo>
                    <a:pt x="120866" y="34397"/>
                  </a:lnTo>
                  <a:lnTo>
                    <a:pt x="120866" y="33441"/>
                  </a:lnTo>
                  <a:lnTo>
                    <a:pt x="119910" y="32963"/>
                  </a:lnTo>
                  <a:lnTo>
                    <a:pt x="117999" y="32963"/>
                  </a:lnTo>
                  <a:lnTo>
                    <a:pt x="115133" y="32486"/>
                  </a:lnTo>
                  <a:lnTo>
                    <a:pt x="114655" y="32486"/>
                  </a:lnTo>
                  <a:lnTo>
                    <a:pt x="114177" y="32008"/>
                  </a:lnTo>
                  <a:lnTo>
                    <a:pt x="114177" y="31530"/>
                  </a:lnTo>
                  <a:lnTo>
                    <a:pt x="114177" y="30575"/>
                  </a:lnTo>
                  <a:lnTo>
                    <a:pt x="114655" y="30097"/>
                  </a:lnTo>
                  <a:lnTo>
                    <a:pt x="115610" y="29141"/>
                  </a:lnTo>
                  <a:lnTo>
                    <a:pt x="115133" y="27708"/>
                  </a:lnTo>
                  <a:lnTo>
                    <a:pt x="114177" y="26753"/>
                  </a:lnTo>
                  <a:lnTo>
                    <a:pt x="114177" y="26753"/>
                  </a:lnTo>
                  <a:lnTo>
                    <a:pt x="112266" y="25798"/>
                  </a:lnTo>
                  <a:lnTo>
                    <a:pt x="111789" y="24842"/>
                  </a:lnTo>
                  <a:lnTo>
                    <a:pt x="112266" y="23886"/>
                  </a:lnTo>
                  <a:lnTo>
                    <a:pt x="112744" y="22453"/>
                  </a:lnTo>
                  <a:lnTo>
                    <a:pt x="113700" y="21498"/>
                  </a:lnTo>
                  <a:lnTo>
                    <a:pt x="115133" y="18632"/>
                  </a:lnTo>
                  <a:lnTo>
                    <a:pt x="115133" y="18632"/>
                  </a:lnTo>
                  <a:lnTo>
                    <a:pt x="116566" y="18154"/>
                  </a:lnTo>
                  <a:lnTo>
                    <a:pt x="117044" y="18154"/>
                  </a:lnTo>
                  <a:lnTo>
                    <a:pt x="119432" y="17198"/>
                  </a:lnTo>
                  <a:lnTo>
                    <a:pt x="121821" y="16243"/>
                  </a:lnTo>
                  <a:lnTo>
                    <a:pt x="125643" y="17198"/>
                  </a:lnTo>
                  <a:lnTo>
                    <a:pt x="127554" y="17198"/>
                  </a:lnTo>
                  <a:lnTo>
                    <a:pt x="131376" y="18154"/>
                  </a:lnTo>
                  <a:lnTo>
                    <a:pt x="134719" y="19109"/>
                  </a:lnTo>
                  <a:lnTo>
                    <a:pt x="138064" y="19109"/>
                  </a:lnTo>
                  <a:lnTo>
                    <a:pt x="139497" y="19109"/>
                  </a:lnTo>
                  <a:lnTo>
                    <a:pt x="140930" y="20065"/>
                  </a:lnTo>
                  <a:lnTo>
                    <a:pt x="144752" y="21498"/>
                  </a:lnTo>
                  <a:lnTo>
                    <a:pt x="147619" y="21975"/>
                  </a:lnTo>
                  <a:lnTo>
                    <a:pt x="150007" y="21975"/>
                  </a:lnTo>
                  <a:lnTo>
                    <a:pt x="152873" y="21020"/>
                  </a:lnTo>
                  <a:lnTo>
                    <a:pt x="154307" y="19587"/>
                  </a:lnTo>
                  <a:lnTo>
                    <a:pt x="156217" y="18632"/>
                  </a:lnTo>
                  <a:lnTo>
                    <a:pt x="159084" y="18632"/>
                  </a:lnTo>
                  <a:lnTo>
                    <a:pt x="164817" y="16721"/>
                  </a:lnTo>
                  <a:lnTo>
                    <a:pt x="165772" y="16721"/>
                  </a:lnTo>
                  <a:lnTo>
                    <a:pt x="167205" y="16721"/>
                  </a:lnTo>
                  <a:lnTo>
                    <a:pt x="169594" y="15765"/>
                  </a:lnTo>
                  <a:lnTo>
                    <a:pt x="170549" y="14332"/>
                  </a:lnTo>
                  <a:lnTo>
                    <a:pt x="170549" y="13854"/>
                  </a:lnTo>
                  <a:lnTo>
                    <a:pt x="171027" y="13376"/>
                  </a:lnTo>
                  <a:lnTo>
                    <a:pt x="173416" y="12421"/>
                  </a:lnTo>
                  <a:lnTo>
                    <a:pt x="173416" y="12421"/>
                  </a:lnTo>
                  <a:lnTo>
                    <a:pt x="175326" y="11466"/>
                  </a:lnTo>
                  <a:lnTo>
                    <a:pt x="175326" y="11466"/>
                  </a:lnTo>
                  <a:lnTo>
                    <a:pt x="175326" y="10988"/>
                  </a:lnTo>
                  <a:lnTo>
                    <a:pt x="175805" y="9555"/>
                  </a:lnTo>
                  <a:lnTo>
                    <a:pt x="176282" y="8599"/>
                  </a:lnTo>
                  <a:lnTo>
                    <a:pt x="178671" y="7166"/>
                  </a:lnTo>
                  <a:lnTo>
                    <a:pt x="179626" y="6688"/>
                  </a:lnTo>
                  <a:lnTo>
                    <a:pt x="181060" y="5733"/>
                  </a:lnTo>
                  <a:lnTo>
                    <a:pt x="183926" y="4300"/>
                  </a:lnTo>
                  <a:lnTo>
                    <a:pt x="186792" y="2866"/>
                  </a:lnTo>
                  <a:lnTo>
                    <a:pt x="189181" y="1433"/>
                  </a:lnTo>
                  <a:lnTo>
                    <a:pt x="191092" y="0"/>
                  </a:lnTo>
                  <a:lnTo>
                    <a:pt x="191092" y="0"/>
                  </a:lnTo>
                  <a:lnTo>
                    <a:pt x="191569" y="478"/>
                  </a:lnTo>
                  <a:lnTo>
                    <a:pt x="192047" y="956"/>
                  </a:lnTo>
                  <a:lnTo>
                    <a:pt x="193003" y="1433"/>
                  </a:lnTo>
                  <a:lnTo>
                    <a:pt x="193003" y="956"/>
                  </a:lnTo>
                  <a:lnTo>
                    <a:pt x="193958" y="478"/>
                  </a:lnTo>
                  <a:lnTo>
                    <a:pt x="195391" y="478"/>
                  </a:lnTo>
                  <a:lnTo>
                    <a:pt x="195869" y="478"/>
                  </a:lnTo>
                  <a:lnTo>
                    <a:pt x="196347" y="956"/>
                  </a:lnTo>
                  <a:lnTo>
                    <a:pt x="195391" y="4300"/>
                  </a:lnTo>
                  <a:lnTo>
                    <a:pt x="195391" y="5733"/>
                  </a:lnTo>
                  <a:lnTo>
                    <a:pt x="196824" y="8121"/>
                  </a:lnTo>
                  <a:lnTo>
                    <a:pt x="198258" y="12421"/>
                  </a:lnTo>
                  <a:lnTo>
                    <a:pt x="199691" y="16243"/>
                  </a:lnTo>
                  <a:lnTo>
                    <a:pt x="200646" y="18632"/>
                  </a:lnTo>
                  <a:lnTo>
                    <a:pt x="201602" y="19587"/>
                  </a:lnTo>
                  <a:lnTo>
                    <a:pt x="205424" y="21020"/>
                  </a:lnTo>
                  <a:lnTo>
                    <a:pt x="208290" y="21975"/>
                  </a:lnTo>
                  <a:lnTo>
                    <a:pt x="210201" y="23409"/>
                  </a:lnTo>
                  <a:lnTo>
                    <a:pt x="210201" y="23409"/>
                  </a:lnTo>
                  <a:lnTo>
                    <a:pt x="212590" y="24364"/>
                  </a:lnTo>
                  <a:lnTo>
                    <a:pt x="213545" y="25320"/>
                  </a:lnTo>
                  <a:lnTo>
                    <a:pt x="214501" y="26753"/>
                  </a:lnTo>
                  <a:lnTo>
                    <a:pt x="214501" y="27708"/>
                  </a:lnTo>
                  <a:lnTo>
                    <a:pt x="214501" y="28186"/>
                  </a:lnTo>
                  <a:lnTo>
                    <a:pt x="214501" y="28186"/>
                  </a:lnTo>
                  <a:lnTo>
                    <a:pt x="214023" y="28664"/>
                  </a:lnTo>
                  <a:lnTo>
                    <a:pt x="213545" y="29141"/>
                  </a:lnTo>
                  <a:lnTo>
                    <a:pt x="210201" y="31052"/>
                  </a:lnTo>
                  <a:lnTo>
                    <a:pt x="210201" y="31052"/>
                  </a:lnTo>
                  <a:lnTo>
                    <a:pt x="209723" y="32008"/>
                  </a:lnTo>
                  <a:lnTo>
                    <a:pt x="209723" y="32008"/>
                  </a:lnTo>
                  <a:lnTo>
                    <a:pt x="209723" y="32963"/>
                  </a:lnTo>
                  <a:lnTo>
                    <a:pt x="210201" y="35352"/>
                  </a:lnTo>
                  <a:lnTo>
                    <a:pt x="210679" y="37263"/>
                  </a:lnTo>
                  <a:lnTo>
                    <a:pt x="210679" y="40607"/>
                  </a:lnTo>
                  <a:lnTo>
                    <a:pt x="211156" y="43951"/>
                  </a:lnTo>
                  <a:lnTo>
                    <a:pt x="212112" y="45384"/>
                  </a:lnTo>
                  <a:lnTo>
                    <a:pt x="213545" y="46340"/>
                  </a:lnTo>
                  <a:lnTo>
                    <a:pt x="214023" y="47295"/>
                  </a:lnTo>
                  <a:lnTo>
                    <a:pt x="214023" y="47295"/>
                  </a:lnTo>
                  <a:lnTo>
                    <a:pt x="215456" y="48728"/>
                  </a:lnTo>
                  <a:lnTo>
                    <a:pt x="216412" y="49206"/>
                  </a:lnTo>
                  <a:lnTo>
                    <a:pt x="217367" y="49684"/>
                  </a:lnTo>
                  <a:lnTo>
                    <a:pt x="217367" y="50162"/>
                  </a:lnTo>
                  <a:lnTo>
                    <a:pt x="217845" y="51117"/>
                  </a:lnTo>
                  <a:lnTo>
                    <a:pt x="217367" y="52550"/>
                  </a:lnTo>
                  <a:lnTo>
                    <a:pt x="216889" y="53506"/>
                  </a:lnTo>
                  <a:lnTo>
                    <a:pt x="217367" y="54461"/>
                  </a:lnTo>
                  <a:lnTo>
                    <a:pt x="217845" y="54939"/>
                  </a:lnTo>
                  <a:lnTo>
                    <a:pt x="218800" y="55894"/>
                  </a:lnTo>
                  <a:lnTo>
                    <a:pt x="219278" y="57805"/>
                  </a:lnTo>
                  <a:lnTo>
                    <a:pt x="219278" y="58761"/>
                  </a:lnTo>
                  <a:lnTo>
                    <a:pt x="219278" y="58761"/>
                  </a:lnTo>
                  <a:lnTo>
                    <a:pt x="219756" y="60194"/>
                  </a:lnTo>
                  <a:lnTo>
                    <a:pt x="219756" y="61149"/>
                  </a:lnTo>
                  <a:lnTo>
                    <a:pt x="219278" y="64016"/>
                  </a:lnTo>
                  <a:lnTo>
                    <a:pt x="219278" y="64016"/>
                  </a:lnTo>
                  <a:lnTo>
                    <a:pt x="219278" y="65449"/>
                  </a:lnTo>
                  <a:lnTo>
                    <a:pt x="218322" y="65449"/>
                  </a:lnTo>
                  <a:lnTo>
                    <a:pt x="217845" y="65927"/>
                  </a:lnTo>
                  <a:lnTo>
                    <a:pt x="217367" y="65927"/>
                  </a:lnTo>
                  <a:lnTo>
                    <a:pt x="216412" y="67838"/>
                  </a:lnTo>
                  <a:lnTo>
                    <a:pt x="214978" y="68315"/>
                  </a:lnTo>
                  <a:lnTo>
                    <a:pt x="213545" y="68793"/>
                  </a:lnTo>
                  <a:lnTo>
                    <a:pt x="212112" y="67360"/>
                  </a:lnTo>
                  <a:lnTo>
                    <a:pt x="210679" y="66405"/>
                  </a:lnTo>
                  <a:lnTo>
                    <a:pt x="210201" y="65449"/>
                  </a:lnTo>
                  <a:lnTo>
                    <a:pt x="209723" y="64493"/>
                  </a:lnTo>
                  <a:lnTo>
                    <a:pt x="209246" y="63538"/>
                  </a:lnTo>
                  <a:lnTo>
                    <a:pt x="209246" y="63538"/>
                  </a:lnTo>
                  <a:lnTo>
                    <a:pt x="207812" y="64016"/>
                  </a:lnTo>
                  <a:lnTo>
                    <a:pt x="205901" y="64016"/>
                  </a:lnTo>
                  <a:lnTo>
                    <a:pt x="203513" y="64493"/>
                  </a:lnTo>
                  <a:lnTo>
                    <a:pt x="203513" y="64493"/>
                  </a:lnTo>
                  <a:lnTo>
                    <a:pt x="203035" y="64493"/>
                  </a:lnTo>
                  <a:lnTo>
                    <a:pt x="203035" y="64493"/>
                  </a:lnTo>
                  <a:lnTo>
                    <a:pt x="203035" y="64971"/>
                  </a:lnTo>
                  <a:lnTo>
                    <a:pt x="203513" y="66405"/>
                  </a:lnTo>
                  <a:lnTo>
                    <a:pt x="203513" y="66405"/>
                  </a:lnTo>
                  <a:lnTo>
                    <a:pt x="203990" y="67838"/>
                  </a:lnTo>
                  <a:lnTo>
                    <a:pt x="203990" y="69748"/>
                  </a:lnTo>
                  <a:lnTo>
                    <a:pt x="204946" y="71182"/>
                  </a:lnTo>
                  <a:lnTo>
                    <a:pt x="204946" y="71659"/>
                  </a:lnTo>
                  <a:lnTo>
                    <a:pt x="208768" y="75959"/>
                  </a:lnTo>
                  <a:lnTo>
                    <a:pt x="208768" y="75959"/>
                  </a:lnTo>
                  <a:lnTo>
                    <a:pt x="209723" y="76437"/>
                  </a:lnTo>
                  <a:lnTo>
                    <a:pt x="209723" y="77392"/>
                  </a:lnTo>
                  <a:lnTo>
                    <a:pt x="209246" y="78825"/>
                  </a:lnTo>
                  <a:lnTo>
                    <a:pt x="208768" y="80258"/>
                  </a:lnTo>
                  <a:lnTo>
                    <a:pt x="208768" y="81692"/>
                  </a:lnTo>
                  <a:lnTo>
                    <a:pt x="208768" y="81692"/>
                  </a:lnTo>
                  <a:lnTo>
                    <a:pt x="210201" y="83603"/>
                  </a:lnTo>
                  <a:lnTo>
                    <a:pt x="211156" y="84558"/>
                  </a:lnTo>
                  <a:lnTo>
                    <a:pt x="210201" y="85991"/>
                  </a:lnTo>
                  <a:lnTo>
                    <a:pt x="209723" y="87424"/>
                  </a:lnTo>
                  <a:lnTo>
                    <a:pt x="210201" y="88380"/>
                  </a:lnTo>
                  <a:lnTo>
                    <a:pt x="210201" y="90769"/>
                  </a:lnTo>
                  <a:lnTo>
                    <a:pt x="210201" y="91246"/>
                  </a:lnTo>
                  <a:lnTo>
                    <a:pt x="210679" y="91246"/>
                  </a:lnTo>
                  <a:lnTo>
                    <a:pt x="212112" y="9124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" name="Freeform 864">
              <a:extLst>
                <a:ext uri="{FF2B5EF4-FFF2-40B4-BE49-F238E27FC236}">
                  <a16:creationId xmlns:a16="http://schemas.microsoft.com/office/drawing/2014/main" id="{EE9B5F5C-4D82-38FC-52AE-CF29254B1F5F}"/>
                </a:ext>
              </a:extLst>
            </p:cNvPr>
            <p:cNvSpPr/>
            <p:nvPr/>
          </p:nvSpPr>
          <p:spPr>
            <a:xfrm>
              <a:off x="7809614" y="4694289"/>
              <a:ext cx="4299" cy="3344"/>
            </a:xfrm>
            <a:custGeom>
              <a:avLst/>
              <a:gdLst>
                <a:gd name="csX0" fmla="*/ 4300 w 4299"/>
                <a:gd name="csY0" fmla="*/ 1433 h 3344"/>
                <a:gd name="csX1" fmla="*/ 4300 w 4299"/>
                <a:gd name="csY1" fmla="*/ 2866 h 3344"/>
                <a:gd name="csX2" fmla="*/ 4300 w 4299"/>
                <a:gd name="csY2" fmla="*/ 3344 h 3344"/>
                <a:gd name="csX3" fmla="*/ 2389 w 4299"/>
                <a:gd name="csY3" fmla="*/ 1433 h 3344"/>
                <a:gd name="csX4" fmla="*/ 0 w 4299"/>
                <a:gd name="csY4" fmla="*/ 0 h 3344"/>
                <a:gd name="csX5" fmla="*/ 956 w 4299"/>
                <a:gd name="csY5" fmla="*/ 0 h 3344"/>
                <a:gd name="csX6" fmla="*/ 2867 w 4299"/>
                <a:gd name="csY6" fmla="*/ 478 h 3344"/>
                <a:gd name="csX7" fmla="*/ 3344 w 4299"/>
                <a:gd name="csY7" fmla="*/ 478 h 3344"/>
                <a:gd name="csX8" fmla="*/ 4300 w 4299"/>
                <a:gd name="csY8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3344">
                  <a:moveTo>
                    <a:pt x="4300" y="1433"/>
                  </a:moveTo>
                  <a:lnTo>
                    <a:pt x="4300" y="2866"/>
                  </a:lnTo>
                  <a:lnTo>
                    <a:pt x="4300" y="3344"/>
                  </a:lnTo>
                  <a:lnTo>
                    <a:pt x="2389" y="1433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2867" y="478"/>
                  </a:lnTo>
                  <a:lnTo>
                    <a:pt x="3344" y="478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" name="Freeform 865">
              <a:extLst>
                <a:ext uri="{FF2B5EF4-FFF2-40B4-BE49-F238E27FC236}">
                  <a16:creationId xmlns:a16="http://schemas.microsoft.com/office/drawing/2014/main" id="{B375EC2E-89F2-8523-AC56-D0BAECE65443}"/>
                </a:ext>
              </a:extLst>
            </p:cNvPr>
            <p:cNvSpPr/>
            <p:nvPr/>
          </p:nvSpPr>
          <p:spPr>
            <a:xfrm>
              <a:off x="7806748" y="4208916"/>
              <a:ext cx="5254" cy="4299"/>
            </a:xfrm>
            <a:custGeom>
              <a:avLst/>
              <a:gdLst>
                <a:gd name="csX0" fmla="*/ 5255 w 5254"/>
                <a:gd name="csY0" fmla="*/ 0 h 4299"/>
                <a:gd name="csX1" fmla="*/ 3822 w 5254"/>
                <a:gd name="csY1" fmla="*/ 1433 h 4299"/>
                <a:gd name="csX2" fmla="*/ 1433 w 5254"/>
                <a:gd name="csY2" fmla="*/ 2866 h 4299"/>
                <a:gd name="csX3" fmla="*/ 0 w 5254"/>
                <a:gd name="csY3" fmla="*/ 4299 h 4299"/>
                <a:gd name="csX4" fmla="*/ 1433 w 5254"/>
                <a:gd name="csY4" fmla="*/ 2866 h 4299"/>
                <a:gd name="csX5" fmla="*/ 3822 w 5254"/>
                <a:gd name="csY5" fmla="*/ 1433 h 4299"/>
                <a:gd name="csX6" fmla="*/ 5255 w 5254"/>
                <a:gd name="csY6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4" h="4299">
                  <a:moveTo>
                    <a:pt x="5255" y="0"/>
                  </a:moveTo>
                  <a:lnTo>
                    <a:pt x="3822" y="1433"/>
                  </a:lnTo>
                  <a:lnTo>
                    <a:pt x="1433" y="2866"/>
                  </a:lnTo>
                  <a:lnTo>
                    <a:pt x="0" y="4299"/>
                  </a:lnTo>
                  <a:lnTo>
                    <a:pt x="1433" y="2866"/>
                  </a:lnTo>
                  <a:lnTo>
                    <a:pt x="3822" y="1433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" name="Freeform 866">
              <a:extLst>
                <a:ext uri="{FF2B5EF4-FFF2-40B4-BE49-F238E27FC236}">
                  <a16:creationId xmlns:a16="http://schemas.microsoft.com/office/drawing/2014/main" id="{4D2164BF-9D18-92BA-3667-37DB9FA44762}"/>
                </a:ext>
              </a:extLst>
            </p:cNvPr>
            <p:cNvSpPr/>
            <p:nvPr/>
          </p:nvSpPr>
          <p:spPr>
            <a:xfrm>
              <a:off x="7801493" y="3689146"/>
              <a:ext cx="10032" cy="4777"/>
            </a:xfrm>
            <a:custGeom>
              <a:avLst/>
              <a:gdLst>
                <a:gd name="csX0" fmla="*/ 10032 w 10032"/>
                <a:gd name="csY0" fmla="*/ 4777 h 4777"/>
                <a:gd name="csX1" fmla="*/ 10032 w 10032"/>
                <a:gd name="csY1" fmla="*/ 4777 h 4777"/>
                <a:gd name="csX2" fmla="*/ 8599 w 10032"/>
                <a:gd name="csY2" fmla="*/ 3822 h 4777"/>
                <a:gd name="csX3" fmla="*/ 7644 w 10032"/>
                <a:gd name="csY3" fmla="*/ 2866 h 4777"/>
                <a:gd name="csX4" fmla="*/ 6688 w 10032"/>
                <a:gd name="csY4" fmla="*/ 1911 h 4777"/>
                <a:gd name="csX5" fmla="*/ 5255 w 10032"/>
                <a:gd name="csY5" fmla="*/ 478 h 4777"/>
                <a:gd name="csX6" fmla="*/ 0 w 10032"/>
                <a:gd name="csY6" fmla="*/ 0 h 4777"/>
                <a:gd name="csX7" fmla="*/ 5733 w 10032"/>
                <a:gd name="csY7" fmla="*/ 478 h 4777"/>
                <a:gd name="csX8" fmla="*/ 6688 w 10032"/>
                <a:gd name="csY8" fmla="*/ 1911 h 4777"/>
                <a:gd name="csX9" fmla="*/ 7644 w 10032"/>
                <a:gd name="csY9" fmla="*/ 2866 h 4777"/>
                <a:gd name="csX10" fmla="*/ 8599 w 10032"/>
                <a:gd name="csY10" fmla="*/ 3822 h 4777"/>
                <a:gd name="csX11" fmla="*/ 10032 w 10032"/>
                <a:gd name="csY11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032" h="4777">
                  <a:moveTo>
                    <a:pt x="10032" y="4777"/>
                  </a:moveTo>
                  <a:lnTo>
                    <a:pt x="10032" y="4777"/>
                  </a:lnTo>
                  <a:lnTo>
                    <a:pt x="8599" y="3822"/>
                  </a:lnTo>
                  <a:lnTo>
                    <a:pt x="7644" y="2866"/>
                  </a:lnTo>
                  <a:lnTo>
                    <a:pt x="6688" y="1911"/>
                  </a:lnTo>
                  <a:lnTo>
                    <a:pt x="5255" y="478"/>
                  </a:lnTo>
                  <a:lnTo>
                    <a:pt x="0" y="0"/>
                  </a:lnTo>
                  <a:lnTo>
                    <a:pt x="5733" y="478"/>
                  </a:lnTo>
                  <a:lnTo>
                    <a:pt x="6688" y="1911"/>
                  </a:lnTo>
                  <a:lnTo>
                    <a:pt x="7644" y="2866"/>
                  </a:lnTo>
                  <a:lnTo>
                    <a:pt x="8599" y="3822"/>
                  </a:lnTo>
                  <a:lnTo>
                    <a:pt x="10032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" name="Freeform 867">
              <a:extLst>
                <a:ext uri="{FF2B5EF4-FFF2-40B4-BE49-F238E27FC236}">
                  <a16:creationId xmlns:a16="http://schemas.microsoft.com/office/drawing/2014/main" id="{6DBDE825-B1A3-5E2F-C617-0DDC74E1C491}"/>
                </a:ext>
              </a:extLst>
            </p:cNvPr>
            <p:cNvSpPr/>
            <p:nvPr/>
          </p:nvSpPr>
          <p:spPr>
            <a:xfrm>
              <a:off x="7801971" y="2528264"/>
              <a:ext cx="6688" cy="12898"/>
            </a:xfrm>
            <a:custGeom>
              <a:avLst/>
              <a:gdLst>
                <a:gd name="csX0" fmla="*/ 6211 w 6688"/>
                <a:gd name="csY0" fmla="*/ 2866 h 12898"/>
                <a:gd name="csX1" fmla="*/ 6688 w 6688"/>
                <a:gd name="csY1" fmla="*/ 3822 h 12898"/>
                <a:gd name="csX2" fmla="*/ 4777 w 6688"/>
                <a:gd name="csY2" fmla="*/ 9077 h 12898"/>
                <a:gd name="csX3" fmla="*/ 2389 w 6688"/>
                <a:gd name="csY3" fmla="*/ 11943 h 12898"/>
                <a:gd name="csX4" fmla="*/ 1433 w 6688"/>
                <a:gd name="csY4" fmla="*/ 12899 h 12898"/>
                <a:gd name="csX5" fmla="*/ 478 w 6688"/>
                <a:gd name="csY5" fmla="*/ 12421 h 12898"/>
                <a:gd name="csX6" fmla="*/ 0 w 6688"/>
                <a:gd name="csY6" fmla="*/ 11465 h 12898"/>
                <a:gd name="csX7" fmla="*/ 0 w 6688"/>
                <a:gd name="csY7" fmla="*/ 7644 h 12898"/>
                <a:gd name="csX8" fmla="*/ 1911 w 6688"/>
                <a:gd name="csY8" fmla="*/ 2389 h 12898"/>
                <a:gd name="csX9" fmla="*/ 1911 w 6688"/>
                <a:gd name="csY9" fmla="*/ 955 h 12898"/>
                <a:gd name="csX10" fmla="*/ 2866 w 6688"/>
                <a:gd name="csY10" fmla="*/ 0 h 12898"/>
                <a:gd name="csX11" fmla="*/ 5255 w 6688"/>
                <a:gd name="csY11" fmla="*/ 955 h 12898"/>
                <a:gd name="csX12" fmla="*/ 6211 w 6688"/>
                <a:gd name="csY12" fmla="*/ 2866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688" h="12898">
                  <a:moveTo>
                    <a:pt x="6211" y="2866"/>
                  </a:moveTo>
                  <a:lnTo>
                    <a:pt x="6688" y="3822"/>
                  </a:lnTo>
                  <a:lnTo>
                    <a:pt x="4777" y="9077"/>
                  </a:lnTo>
                  <a:lnTo>
                    <a:pt x="2389" y="11943"/>
                  </a:lnTo>
                  <a:lnTo>
                    <a:pt x="1433" y="12899"/>
                  </a:lnTo>
                  <a:lnTo>
                    <a:pt x="478" y="12421"/>
                  </a:lnTo>
                  <a:lnTo>
                    <a:pt x="0" y="11465"/>
                  </a:lnTo>
                  <a:lnTo>
                    <a:pt x="0" y="7644"/>
                  </a:lnTo>
                  <a:lnTo>
                    <a:pt x="1911" y="2389"/>
                  </a:lnTo>
                  <a:lnTo>
                    <a:pt x="1911" y="955"/>
                  </a:lnTo>
                  <a:lnTo>
                    <a:pt x="2866" y="0"/>
                  </a:lnTo>
                  <a:lnTo>
                    <a:pt x="5255" y="955"/>
                  </a:lnTo>
                  <a:lnTo>
                    <a:pt x="621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" name="Freeform 868">
              <a:extLst>
                <a:ext uri="{FF2B5EF4-FFF2-40B4-BE49-F238E27FC236}">
                  <a16:creationId xmlns:a16="http://schemas.microsoft.com/office/drawing/2014/main" id="{2B641EE2-A055-0DF9-C355-54970CB881E7}"/>
                </a:ext>
              </a:extLst>
            </p:cNvPr>
            <p:cNvSpPr/>
            <p:nvPr/>
          </p:nvSpPr>
          <p:spPr>
            <a:xfrm>
              <a:off x="7795761" y="3877372"/>
              <a:ext cx="8121" cy="955"/>
            </a:xfrm>
            <a:custGeom>
              <a:avLst/>
              <a:gdLst>
                <a:gd name="csX0" fmla="*/ 8121 w 8121"/>
                <a:gd name="csY0" fmla="*/ 0 h 955"/>
                <a:gd name="csX1" fmla="*/ 4299 w 8121"/>
                <a:gd name="csY1" fmla="*/ 0 h 955"/>
                <a:gd name="csX2" fmla="*/ 0 w 8121"/>
                <a:gd name="csY2" fmla="*/ 956 h 955"/>
                <a:gd name="csX3" fmla="*/ 4299 w 8121"/>
                <a:gd name="csY3" fmla="*/ 0 h 955"/>
                <a:gd name="csX4" fmla="*/ 8121 w 8121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21" h="955">
                  <a:moveTo>
                    <a:pt x="8121" y="0"/>
                  </a:moveTo>
                  <a:lnTo>
                    <a:pt x="4299" y="0"/>
                  </a:lnTo>
                  <a:lnTo>
                    <a:pt x="0" y="956"/>
                  </a:lnTo>
                  <a:lnTo>
                    <a:pt x="4299" y="0"/>
                  </a:lnTo>
                  <a:lnTo>
                    <a:pt x="81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" name="Freeform 869">
              <a:extLst>
                <a:ext uri="{FF2B5EF4-FFF2-40B4-BE49-F238E27FC236}">
                  <a16:creationId xmlns:a16="http://schemas.microsoft.com/office/drawing/2014/main" id="{8197AAD4-7B20-5326-C988-7729F5C44290}"/>
                </a:ext>
              </a:extLst>
            </p:cNvPr>
            <p:cNvSpPr/>
            <p:nvPr/>
          </p:nvSpPr>
          <p:spPr>
            <a:xfrm>
              <a:off x="7773785" y="2532085"/>
              <a:ext cx="25797" cy="13854"/>
            </a:xfrm>
            <a:custGeom>
              <a:avLst/>
              <a:gdLst>
                <a:gd name="csX0" fmla="*/ 25798 w 25797"/>
                <a:gd name="csY0" fmla="*/ 3344 h 13854"/>
                <a:gd name="csX1" fmla="*/ 25320 w 25797"/>
                <a:gd name="csY1" fmla="*/ 6211 h 13854"/>
                <a:gd name="csX2" fmla="*/ 23409 w 25797"/>
                <a:gd name="csY2" fmla="*/ 5255 h 13854"/>
                <a:gd name="csX3" fmla="*/ 20543 w 25797"/>
                <a:gd name="csY3" fmla="*/ 7166 h 13854"/>
                <a:gd name="csX4" fmla="*/ 20543 w 25797"/>
                <a:gd name="csY4" fmla="*/ 9555 h 13854"/>
                <a:gd name="csX5" fmla="*/ 19587 w 25797"/>
                <a:gd name="csY5" fmla="*/ 13854 h 13854"/>
                <a:gd name="csX6" fmla="*/ 15765 w 25797"/>
                <a:gd name="csY6" fmla="*/ 11465 h 13854"/>
                <a:gd name="csX7" fmla="*/ 10510 w 25797"/>
                <a:gd name="csY7" fmla="*/ 10988 h 13854"/>
                <a:gd name="csX8" fmla="*/ 7166 w 25797"/>
                <a:gd name="csY8" fmla="*/ 8599 h 13854"/>
                <a:gd name="csX9" fmla="*/ 0 w 25797"/>
                <a:gd name="csY9" fmla="*/ 6688 h 13854"/>
                <a:gd name="csX10" fmla="*/ 478 w 25797"/>
                <a:gd name="csY10" fmla="*/ 3344 h 13854"/>
                <a:gd name="csX11" fmla="*/ 1433 w 25797"/>
                <a:gd name="csY11" fmla="*/ 1433 h 13854"/>
                <a:gd name="csX12" fmla="*/ 5733 w 25797"/>
                <a:gd name="csY12" fmla="*/ 4300 h 13854"/>
                <a:gd name="csX13" fmla="*/ 9555 w 25797"/>
                <a:gd name="csY13" fmla="*/ 956 h 13854"/>
                <a:gd name="csX14" fmla="*/ 16721 w 25797"/>
                <a:gd name="csY14" fmla="*/ 2389 h 13854"/>
                <a:gd name="csX15" fmla="*/ 19109 w 25797"/>
                <a:gd name="csY15" fmla="*/ 0 h 13854"/>
                <a:gd name="csX16" fmla="*/ 24365 w 25797"/>
                <a:gd name="csY16" fmla="*/ 1911 h 13854"/>
                <a:gd name="csX17" fmla="*/ 25798 w 25797"/>
                <a:gd name="csY17" fmla="*/ 3344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5797" h="13854">
                  <a:moveTo>
                    <a:pt x="25798" y="3344"/>
                  </a:moveTo>
                  <a:lnTo>
                    <a:pt x="25320" y="6211"/>
                  </a:lnTo>
                  <a:lnTo>
                    <a:pt x="23409" y="5255"/>
                  </a:lnTo>
                  <a:lnTo>
                    <a:pt x="20543" y="7166"/>
                  </a:lnTo>
                  <a:lnTo>
                    <a:pt x="20543" y="9555"/>
                  </a:lnTo>
                  <a:lnTo>
                    <a:pt x="19587" y="13854"/>
                  </a:lnTo>
                  <a:lnTo>
                    <a:pt x="15765" y="11465"/>
                  </a:lnTo>
                  <a:lnTo>
                    <a:pt x="10510" y="10988"/>
                  </a:lnTo>
                  <a:lnTo>
                    <a:pt x="7166" y="8599"/>
                  </a:lnTo>
                  <a:lnTo>
                    <a:pt x="0" y="6688"/>
                  </a:lnTo>
                  <a:lnTo>
                    <a:pt x="478" y="3344"/>
                  </a:lnTo>
                  <a:lnTo>
                    <a:pt x="1433" y="1433"/>
                  </a:lnTo>
                  <a:lnTo>
                    <a:pt x="5733" y="4300"/>
                  </a:lnTo>
                  <a:lnTo>
                    <a:pt x="9555" y="956"/>
                  </a:lnTo>
                  <a:lnTo>
                    <a:pt x="16721" y="2389"/>
                  </a:lnTo>
                  <a:lnTo>
                    <a:pt x="19109" y="0"/>
                  </a:lnTo>
                  <a:lnTo>
                    <a:pt x="24365" y="1911"/>
                  </a:lnTo>
                  <a:lnTo>
                    <a:pt x="25798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" name="Freeform 870">
              <a:extLst>
                <a:ext uri="{FF2B5EF4-FFF2-40B4-BE49-F238E27FC236}">
                  <a16:creationId xmlns:a16="http://schemas.microsoft.com/office/drawing/2014/main" id="{B71721D7-B8D0-4A14-BCB7-D6430167FC4E}"/>
                </a:ext>
              </a:extLst>
            </p:cNvPr>
            <p:cNvSpPr/>
            <p:nvPr/>
          </p:nvSpPr>
          <p:spPr>
            <a:xfrm>
              <a:off x="7797671" y="3688668"/>
              <a:ext cx="1911" cy="1433"/>
            </a:xfrm>
            <a:custGeom>
              <a:avLst/>
              <a:gdLst>
                <a:gd name="csX0" fmla="*/ 1911 w 1911"/>
                <a:gd name="csY0" fmla="*/ 1433 h 1433"/>
                <a:gd name="csX1" fmla="*/ 1433 w 1911"/>
                <a:gd name="csY1" fmla="*/ 1433 h 1433"/>
                <a:gd name="csX2" fmla="*/ 478 w 1911"/>
                <a:gd name="csY2" fmla="*/ 956 h 1433"/>
                <a:gd name="csX3" fmla="*/ 0 w 1911"/>
                <a:gd name="csY3" fmla="*/ 0 h 1433"/>
                <a:gd name="csX4" fmla="*/ 0 w 1911"/>
                <a:gd name="csY4" fmla="*/ 0 h 1433"/>
                <a:gd name="csX5" fmla="*/ 478 w 1911"/>
                <a:gd name="csY5" fmla="*/ 956 h 1433"/>
                <a:gd name="csX6" fmla="*/ 1911 w 1911"/>
                <a:gd name="csY6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433">
                  <a:moveTo>
                    <a:pt x="1911" y="1433"/>
                  </a:moveTo>
                  <a:lnTo>
                    <a:pt x="1433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956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" name="Freeform 871">
              <a:extLst>
                <a:ext uri="{FF2B5EF4-FFF2-40B4-BE49-F238E27FC236}">
                  <a16:creationId xmlns:a16="http://schemas.microsoft.com/office/drawing/2014/main" id="{8C711D58-3CAA-2F7E-7067-A94DB0E039D2}"/>
                </a:ext>
              </a:extLst>
            </p:cNvPr>
            <p:cNvSpPr/>
            <p:nvPr/>
          </p:nvSpPr>
          <p:spPr>
            <a:xfrm>
              <a:off x="7795282" y="4191240"/>
              <a:ext cx="3822" cy="3344"/>
            </a:xfrm>
            <a:custGeom>
              <a:avLst/>
              <a:gdLst>
                <a:gd name="csX0" fmla="*/ 3822 w 3822"/>
                <a:gd name="csY0" fmla="*/ 0 h 3344"/>
                <a:gd name="csX1" fmla="*/ 3822 w 3822"/>
                <a:gd name="csY1" fmla="*/ 0 h 3344"/>
                <a:gd name="csX2" fmla="*/ 0 w 3822"/>
                <a:gd name="csY2" fmla="*/ 3344 h 3344"/>
                <a:gd name="csX3" fmla="*/ 0 w 3822"/>
                <a:gd name="csY3" fmla="*/ 3344 h 3344"/>
                <a:gd name="csX4" fmla="*/ 3822 w 3822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2" h="3344">
                  <a:moveTo>
                    <a:pt x="3822" y="0"/>
                  </a:moveTo>
                  <a:lnTo>
                    <a:pt x="3822" y="0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" name="Freeform 872">
              <a:extLst>
                <a:ext uri="{FF2B5EF4-FFF2-40B4-BE49-F238E27FC236}">
                  <a16:creationId xmlns:a16="http://schemas.microsoft.com/office/drawing/2014/main" id="{86628024-93AE-C174-AFBC-43420D72A2E1}"/>
                </a:ext>
              </a:extLst>
            </p:cNvPr>
            <p:cNvSpPr/>
            <p:nvPr/>
          </p:nvSpPr>
          <p:spPr>
            <a:xfrm>
              <a:off x="7772829" y="2460426"/>
              <a:ext cx="25797" cy="19109"/>
            </a:xfrm>
            <a:custGeom>
              <a:avLst/>
              <a:gdLst>
                <a:gd name="csX0" fmla="*/ 25320 w 25797"/>
                <a:gd name="csY0" fmla="*/ 0 h 19109"/>
                <a:gd name="csX1" fmla="*/ 25798 w 25797"/>
                <a:gd name="csY1" fmla="*/ 4300 h 19109"/>
                <a:gd name="csX2" fmla="*/ 25798 w 25797"/>
                <a:gd name="csY2" fmla="*/ 6210 h 19109"/>
                <a:gd name="csX3" fmla="*/ 22931 w 25797"/>
                <a:gd name="csY3" fmla="*/ 10988 h 19109"/>
                <a:gd name="csX4" fmla="*/ 20543 w 25797"/>
                <a:gd name="csY4" fmla="*/ 14810 h 19109"/>
                <a:gd name="csX5" fmla="*/ 19587 w 25797"/>
                <a:gd name="csY5" fmla="*/ 16243 h 19109"/>
                <a:gd name="csX6" fmla="*/ 18632 w 25797"/>
                <a:gd name="csY6" fmla="*/ 17676 h 19109"/>
                <a:gd name="csX7" fmla="*/ 16721 w 25797"/>
                <a:gd name="csY7" fmla="*/ 16721 h 19109"/>
                <a:gd name="csX8" fmla="*/ 11943 w 25797"/>
                <a:gd name="csY8" fmla="*/ 19109 h 19109"/>
                <a:gd name="csX9" fmla="*/ 10032 w 25797"/>
                <a:gd name="csY9" fmla="*/ 17676 h 19109"/>
                <a:gd name="csX10" fmla="*/ 8599 w 25797"/>
                <a:gd name="csY10" fmla="*/ 15287 h 19109"/>
                <a:gd name="csX11" fmla="*/ 1911 w 25797"/>
                <a:gd name="csY11" fmla="*/ 15765 h 19109"/>
                <a:gd name="csX12" fmla="*/ 0 w 25797"/>
                <a:gd name="csY12" fmla="*/ 15287 h 19109"/>
                <a:gd name="csX13" fmla="*/ 3344 w 25797"/>
                <a:gd name="csY13" fmla="*/ 12421 h 19109"/>
                <a:gd name="csX14" fmla="*/ 11943 w 25797"/>
                <a:gd name="csY14" fmla="*/ 9077 h 19109"/>
                <a:gd name="csX15" fmla="*/ 25320 w 25797"/>
                <a:gd name="csY15" fmla="*/ 0 h 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5797" h="19109">
                  <a:moveTo>
                    <a:pt x="25320" y="0"/>
                  </a:moveTo>
                  <a:lnTo>
                    <a:pt x="25798" y="4300"/>
                  </a:lnTo>
                  <a:lnTo>
                    <a:pt x="25798" y="6210"/>
                  </a:lnTo>
                  <a:lnTo>
                    <a:pt x="22931" y="10988"/>
                  </a:lnTo>
                  <a:lnTo>
                    <a:pt x="20543" y="14810"/>
                  </a:lnTo>
                  <a:lnTo>
                    <a:pt x="19587" y="16243"/>
                  </a:lnTo>
                  <a:lnTo>
                    <a:pt x="18632" y="17676"/>
                  </a:lnTo>
                  <a:lnTo>
                    <a:pt x="16721" y="16721"/>
                  </a:lnTo>
                  <a:lnTo>
                    <a:pt x="11943" y="19109"/>
                  </a:lnTo>
                  <a:lnTo>
                    <a:pt x="10032" y="17676"/>
                  </a:lnTo>
                  <a:lnTo>
                    <a:pt x="8599" y="15287"/>
                  </a:lnTo>
                  <a:lnTo>
                    <a:pt x="1911" y="15765"/>
                  </a:lnTo>
                  <a:lnTo>
                    <a:pt x="0" y="15287"/>
                  </a:lnTo>
                  <a:lnTo>
                    <a:pt x="3344" y="12421"/>
                  </a:lnTo>
                  <a:lnTo>
                    <a:pt x="11943" y="9077"/>
                  </a:lnTo>
                  <a:lnTo>
                    <a:pt x="2532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" name="Freeform 873">
              <a:extLst>
                <a:ext uri="{FF2B5EF4-FFF2-40B4-BE49-F238E27FC236}">
                  <a16:creationId xmlns:a16="http://schemas.microsoft.com/office/drawing/2014/main" id="{030B1C17-9C8F-B8F5-FE6B-DC52778DA3AF}"/>
                </a:ext>
              </a:extLst>
            </p:cNvPr>
            <p:cNvSpPr/>
            <p:nvPr/>
          </p:nvSpPr>
          <p:spPr>
            <a:xfrm>
              <a:off x="7781906" y="4681868"/>
              <a:ext cx="14809" cy="10032"/>
            </a:xfrm>
            <a:custGeom>
              <a:avLst/>
              <a:gdLst>
                <a:gd name="csX0" fmla="*/ 14809 w 14809"/>
                <a:gd name="csY0" fmla="*/ 9077 h 10032"/>
                <a:gd name="csX1" fmla="*/ 14809 w 14809"/>
                <a:gd name="csY1" fmla="*/ 10032 h 10032"/>
                <a:gd name="csX2" fmla="*/ 13376 w 14809"/>
                <a:gd name="csY2" fmla="*/ 10032 h 10032"/>
                <a:gd name="csX3" fmla="*/ 12421 w 14809"/>
                <a:gd name="csY3" fmla="*/ 10032 h 10032"/>
                <a:gd name="csX4" fmla="*/ 11466 w 14809"/>
                <a:gd name="csY4" fmla="*/ 8599 h 10032"/>
                <a:gd name="csX5" fmla="*/ 6210 w 14809"/>
                <a:gd name="csY5" fmla="*/ 5733 h 10032"/>
                <a:gd name="csX6" fmla="*/ 4300 w 14809"/>
                <a:gd name="csY6" fmla="*/ 5733 h 10032"/>
                <a:gd name="csX7" fmla="*/ 3344 w 14809"/>
                <a:gd name="csY7" fmla="*/ 4777 h 10032"/>
                <a:gd name="csX8" fmla="*/ 1911 w 14809"/>
                <a:gd name="csY8" fmla="*/ 4777 h 10032"/>
                <a:gd name="csX9" fmla="*/ 478 w 14809"/>
                <a:gd name="csY9" fmla="*/ 2866 h 10032"/>
                <a:gd name="csX10" fmla="*/ 0 w 14809"/>
                <a:gd name="csY10" fmla="*/ 1433 h 10032"/>
                <a:gd name="csX11" fmla="*/ 955 w 14809"/>
                <a:gd name="csY11" fmla="*/ 955 h 10032"/>
                <a:gd name="csX12" fmla="*/ 1911 w 14809"/>
                <a:gd name="csY12" fmla="*/ 0 h 10032"/>
                <a:gd name="csX13" fmla="*/ 3344 w 14809"/>
                <a:gd name="csY13" fmla="*/ 478 h 10032"/>
                <a:gd name="csX14" fmla="*/ 5733 w 14809"/>
                <a:gd name="csY14" fmla="*/ 2389 h 10032"/>
                <a:gd name="csX15" fmla="*/ 7644 w 14809"/>
                <a:gd name="csY15" fmla="*/ 3344 h 10032"/>
                <a:gd name="csX16" fmla="*/ 8121 w 14809"/>
                <a:gd name="csY16" fmla="*/ 3344 h 10032"/>
                <a:gd name="csX17" fmla="*/ 9077 w 14809"/>
                <a:gd name="csY17" fmla="*/ 4777 h 10032"/>
                <a:gd name="csX18" fmla="*/ 13854 w 14809"/>
                <a:gd name="csY18" fmla="*/ 7166 h 10032"/>
                <a:gd name="csX19" fmla="*/ 14332 w 14809"/>
                <a:gd name="csY19" fmla="*/ 8121 h 10032"/>
                <a:gd name="csX20" fmla="*/ 14809 w 14809"/>
                <a:gd name="csY20" fmla="*/ 9077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4809" h="10032">
                  <a:moveTo>
                    <a:pt x="14809" y="9077"/>
                  </a:moveTo>
                  <a:lnTo>
                    <a:pt x="14809" y="10032"/>
                  </a:lnTo>
                  <a:lnTo>
                    <a:pt x="13376" y="10032"/>
                  </a:lnTo>
                  <a:lnTo>
                    <a:pt x="12421" y="10032"/>
                  </a:lnTo>
                  <a:lnTo>
                    <a:pt x="11466" y="8599"/>
                  </a:lnTo>
                  <a:lnTo>
                    <a:pt x="6210" y="5733"/>
                  </a:lnTo>
                  <a:lnTo>
                    <a:pt x="4300" y="5733"/>
                  </a:lnTo>
                  <a:lnTo>
                    <a:pt x="3344" y="4777"/>
                  </a:lnTo>
                  <a:lnTo>
                    <a:pt x="1911" y="4777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955" y="955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5733" y="2389"/>
                  </a:lnTo>
                  <a:lnTo>
                    <a:pt x="7644" y="3344"/>
                  </a:lnTo>
                  <a:lnTo>
                    <a:pt x="8121" y="3344"/>
                  </a:lnTo>
                  <a:lnTo>
                    <a:pt x="9077" y="4777"/>
                  </a:lnTo>
                  <a:lnTo>
                    <a:pt x="13854" y="7166"/>
                  </a:lnTo>
                  <a:lnTo>
                    <a:pt x="14332" y="8121"/>
                  </a:lnTo>
                  <a:lnTo>
                    <a:pt x="14809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" name="Freeform 874">
              <a:extLst>
                <a:ext uri="{FF2B5EF4-FFF2-40B4-BE49-F238E27FC236}">
                  <a16:creationId xmlns:a16="http://schemas.microsoft.com/office/drawing/2014/main" id="{48CE142A-2B41-D8C9-E114-A3FCBAE68C9D}"/>
                </a:ext>
              </a:extLst>
            </p:cNvPr>
            <p:cNvSpPr/>
            <p:nvPr/>
          </p:nvSpPr>
          <p:spPr>
            <a:xfrm>
              <a:off x="7793372" y="3873072"/>
              <a:ext cx="955" cy="4299"/>
            </a:xfrm>
            <a:custGeom>
              <a:avLst/>
              <a:gdLst>
                <a:gd name="csX0" fmla="*/ 955 w 955"/>
                <a:gd name="csY0" fmla="*/ 1911 h 4299"/>
                <a:gd name="csX1" fmla="*/ 955 w 955"/>
                <a:gd name="csY1" fmla="*/ 4300 h 4299"/>
                <a:gd name="csX2" fmla="*/ 955 w 955"/>
                <a:gd name="csY2" fmla="*/ 1911 h 4299"/>
                <a:gd name="csX3" fmla="*/ 0 w 955"/>
                <a:gd name="csY3" fmla="*/ 0 h 4299"/>
                <a:gd name="csX4" fmla="*/ 0 w 955"/>
                <a:gd name="csY4" fmla="*/ 0 h 4299"/>
                <a:gd name="csX5" fmla="*/ 955 w 955"/>
                <a:gd name="csY5" fmla="*/ 1911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4299">
                  <a:moveTo>
                    <a:pt x="955" y="1911"/>
                  </a:moveTo>
                  <a:lnTo>
                    <a:pt x="955" y="4300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" name="Freeform 875">
              <a:extLst>
                <a:ext uri="{FF2B5EF4-FFF2-40B4-BE49-F238E27FC236}">
                  <a16:creationId xmlns:a16="http://schemas.microsoft.com/office/drawing/2014/main" id="{C14217DA-E5D9-8D5F-8922-228F35216C95}"/>
                </a:ext>
              </a:extLst>
            </p:cNvPr>
            <p:cNvSpPr/>
            <p:nvPr/>
          </p:nvSpPr>
          <p:spPr>
            <a:xfrm>
              <a:off x="7790027" y="4181685"/>
              <a:ext cx="4299" cy="2866"/>
            </a:xfrm>
            <a:custGeom>
              <a:avLst/>
              <a:gdLst>
                <a:gd name="csX0" fmla="*/ 4300 w 4299"/>
                <a:gd name="csY0" fmla="*/ 0 h 2866"/>
                <a:gd name="csX1" fmla="*/ 4300 w 4299"/>
                <a:gd name="csY1" fmla="*/ 478 h 2866"/>
                <a:gd name="csX2" fmla="*/ 2866 w 4299"/>
                <a:gd name="csY2" fmla="*/ 1433 h 2866"/>
                <a:gd name="csX3" fmla="*/ 956 w 4299"/>
                <a:gd name="csY3" fmla="*/ 2389 h 2866"/>
                <a:gd name="csX4" fmla="*/ 0 w 4299"/>
                <a:gd name="csY4" fmla="*/ 2866 h 2866"/>
                <a:gd name="csX5" fmla="*/ 956 w 4299"/>
                <a:gd name="csY5" fmla="*/ 1911 h 2866"/>
                <a:gd name="csX6" fmla="*/ 2866 w 4299"/>
                <a:gd name="csY6" fmla="*/ 1433 h 2866"/>
                <a:gd name="csX7" fmla="*/ 4300 w 4299"/>
                <a:gd name="csY7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2866">
                  <a:moveTo>
                    <a:pt x="4300" y="0"/>
                  </a:moveTo>
                  <a:lnTo>
                    <a:pt x="4300" y="478"/>
                  </a:lnTo>
                  <a:lnTo>
                    <a:pt x="2866" y="1433"/>
                  </a:lnTo>
                  <a:lnTo>
                    <a:pt x="956" y="2389"/>
                  </a:lnTo>
                  <a:lnTo>
                    <a:pt x="0" y="2866"/>
                  </a:lnTo>
                  <a:lnTo>
                    <a:pt x="956" y="1911"/>
                  </a:lnTo>
                  <a:lnTo>
                    <a:pt x="2866" y="1433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0FECC596-0767-1F3C-E40E-78AAF7884BB7}"/>
                </a:ext>
              </a:extLst>
            </p:cNvPr>
            <p:cNvSpPr/>
            <p:nvPr/>
          </p:nvSpPr>
          <p:spPr>
            <a:xfrm>
              <a:off x="7792894" y="4197450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" name="Freeform 877">
              <a:extLst>
                <a:ext uri="{FF2B5EF4-FFF2-40B4-BE49-F238E27FC236}">
                  <a16:creationId xmlns:a16="http://schemas.microsoft.com/office/drawing/2014/main" id="{7BBD611C-6437-0576-D32C-A8BF9C8807FA}"/>
                </a:ext>
              </a:extLst>
            </p:cNvPr>
            <p:cNvSpPr/>
            <p:nvPr/>
          </p:nvSpPr>
          <p:spPr>
            <a:xfrm>
              <a:off x="7788595" y="3686280"/>
              <a:ext cx="5254" cy="2866"/>
            </a:xfrm>
            <a:custGeom>
              <a:avLst/>
              <a:gdLst>
                <a:gd name="csX0" fmla="*/ 5255 w 5254"/>
                <a:gd name="csY0" fmla="*/ 2866 h 2866"/>
                <a:gd name="csX1" fmla="*/ 5255 w 5254"/>
                <a:gd name="csY1" fmla="*/ 2866 h 2866"/>
                <a:gd name="csX2" fmla="*/ 3344 w 5254"/>
                <a:gd name="csY2" fmla="*/ 1433 h 2866"/>
                <a:gd name="csX3" fmla="*/ 955 w 5254"/>
                <a:gd name="csY3" fmla="*/ 478 h 2866"/>
                <a:gd name="csX4" fmla="*/ 0 w 5254"/>
                <a:gd name="csY4" fmla="*/ 0 h 2866"/>
                <a:gd name="csX5" fmla="*/ 478 w 5254"/>
                <a:gd name="csY5" fmla="*/ 0 h 2866"/>
                <a:gd name="csX6" fmla="*/ 955 w 5254"/>
                <a:gd name="csY6" fmla="*/ 478 h 2866"/>
                <a:gd name="csX7" fmla="*/ 3344 w 5254"/>
                <a:gd name="csY7" fmla="*/ 1433 h 2866"/>
                <a:gd name="csX8" fmla="*/ 5255 w 5254"/>
                <a:gd name="csY8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4" h="2866">
                  <a:moveTo>
                    <a:pt x="5255" y="2866"/>
                  </a:moveTo>
                  <a:lnTo>
                    <a:pt x="5255" y="2866"/>
                  </a:lnTo>
                  <a:lnTo>
                    <a:pt x="3344" y="1433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478"/>
                  </a:lnTo>
                  <a:lnTo>
                    <a:pt x="3344" y="1433"/>
                  </a:lnTo>
                  <a:lnTo>
                    <a:pt x="52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" name="Freeform 878">
              <a:extLst>
                <a:ext uri="{FF2B5EF4-FFF2-40B4-BE49-F238E27FC236}">
                  <a16:creationId xmlns:a16="http://schemas.microsoft.com/office/drawing/2014/main" id="{607AC256-46D3-8069-7948-E130754B5E92}"/>
                </a:ext>
              </a:extLst>
            </p:cNvPr>
            <p:cNvSpPr/>
            <p:nvPr/>
          </p:nvSpPr>
          <p:spPr>
            <a:xfrm>
              <a:off x="7790983" y="3870683"/>
              <a:ext cx="2388" cy="2388"/>
            </a:xfrm>
            <a:custGeom>
              <a:avLst/>
              <a:gdLst>
                <a:gd name="csX0" fmla="*/ 0 w 2388"/>
                <a:gd name="csY0" fmla="*/ 0 h 2388"/>
                <a:gd name="csX1" fmla="*/ 2389 w 2388"/>
                <a:gd name="csY1" fmla="*/ 2389 h 2388"/>
                <a:gd name="csX2" fmla="*/ 0 w 2388"/>
                <a:gd name="csY2" fmla="*/ 0 h 2388"/>
                <a:gd name="csX3" fmla="*/ 0 w 2388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2388">
                  <a:moveTo>
                    <a:pt x="0" y="0"/>
                  </a:moveTo>
                  <a:lnTo>
                    <a:pt x="2389" y="238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" name="Freeform 879">
              <a:extLst>
                <a:ext uri="{FF2B5EF4-FFF2-40B4-BE49-F238E27FC236}">
                  <a16:creationId xmlns:a16="http://schemas.microsoft.com/office/drawing/2014/main" id="{0C23F190-5740-B855-13FE-EB027D185987}"/>
                </a:ext>
              </a:extLst>
            </p:cNvPr>
            <p:cNvSpPr/>
            <p:nvPr/>
          </p:nvSpPr>
          <p:spPr>
            <a:xfrm>
              <a:off x="7788595" y="4221814"/>
              <a:ext cx="4299" cy="955"/>
            </a:xfrm>
            <a:custGeom>
              <a:avLst/>
              <a:gdLst>
                <a:gd name="csX0" fmla="*/ 4299 w 4299"/>
                <a:gd name="csY0" fmla="*/ 0 h 955"/>
                <a:gd name="csX1" fmla="*/ 2866 w 4299"/>
                <a:gd name="csY1" fmla="*/ 0 h 955"/>
                <a:gd name="csX2" fmla="*/ 0 w 4299"/>
                <a:gd name="csY2" fmla="*/ 956 h 955"/>
                <a:gd name="csX3" fmla="*/ 0 w 4299"/>
                <a:gd name="csY3" fmla="*/ 956 h 955"/>
                <a:gd name="csX4" fmla="*/ 2866 w 4299"/>
                <a:gd name="csY4" fmla="*/ 0 h 955"/>
                <a:gd name="csX5" fmla="*/ 4299 w 4299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299" h="955">
                  <a:moveTo>
                    <a:pt x="4299" y="0"/>
                  </a:moveTo>
                  <a:lnTo>
                    <a:pt x="2866" y="0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2866" y="0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" name="Freeform 880">
              <a:extLst>
                <a:ext uri="{FF2B5EF4-FFF2-40B4-BE49-F238E27FC236}">
                  <a16:creationId xmlns:a16="http://schemas.microsoft.com/office/drawing/2014/main" id="{B1ABDD2D-D585-D1CE-D803-062BA447DB1C}"/>
                </a:ext>
              </a:extLst>
            </p:cNvPr>
            <p:cNvSpPr/>
            <p:nvPr/>
          </p:nvSpPr>
          <p:spPr>
            <a:xfrm>
              <a:off x="7785728" y="3865906"/>
              <a:ext cx="3344" cy="2866"/>
            </a:xfrm>
            <a:custGeom>
              <a:avLst/>
              <a:gdLst>
                <a:gd name="csX0" fmla="*/ 3344 w 3344"/>
                <a:gd name="csY0" fmla="*/ 2867 h 2866"/>
                <a:gd name="csX1" fmla="*/ 3344 w 3344"/>
                <a:gd name="csY1" fmla="*/ 2867 h 2866"/>
                <a:gd name="csX2" fmla="*/ 0 w 3344"/>
                <a:gd name="csY2" fmla="*/ 0 h 2866"/>
                <a:gd name="csX3" fmla="*/ 3344 w 3344"/>
                <a:gd name="csY3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2866">
                  <a:moveTo>
                    <a:pt x="3344" y="2867"/>
                  </a:moveTo>
                  <a:lnTo>
                    <a:pt x="3344" y="2867"/>
                  </a:lnTo>
                  <a:lnTo>
                    <a:pt x="0" y="0"/>
                  </a:lnTo>
                  <a:lnTo>
                    <a:pt x="3344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" name="Freeform 881">
              <a:extLst>
                <a:ext uri="{FF2B5EF4-FFF2-40B4-BE49-F238E27FC236}">
                  <a16:creationId xmlns:a16="http://schemas.microsoft.com/office/drawing/2014/main" id="{A340A042-E938-1C8A-90AB-D22EAFD9D2BB}"/>
                </a:ext>
              </a:extLst>
            </p:cNvPr>
            <p:cNvSpPr/>
            <p:nvPr/>
          </p:nvSpPr>
          <p:spPr>
            <a:xfrm>
              <a:off x="7784295" y="3686280"/>
              <a:ext cx="1911" cy="1433"/>
            </a:xfrm>
            <a:custGeom>
              <a:avLst/>
              <a:gdLst>
                <a:gd name="csX0" fmla="*/ 1433 w 1911"/>
                <a:gd name="csY0" fmla="*/ 478 h 1433"/>
                <a:gd name="csX1" fmla="*/ 1911 w 1911"/>
                <a:gd name="csY1" fmla="*/ 1433 h 1433"/>
                <a:gd name="csX2" fmla="*/ 1911 w 1911"/>
                <a:gd name="csY2" fmla="*/ 1433 h 1433"/>
                <a:gd name="csX3" fmla="*/ 955 w 1911"/>
                <a:gd name="csY3" fmla="*/ 478 h 1433"/>
                <a:gd name="csX4" fmla="*/ 0 w 1911"/>
                <a:gd name="csY4" fmla="*/ 0 h 1433"/>
                <a:gd name="csX5" fmla="*/ 478 w 1911"/>
                <a:gd name="csY5" fmla="*/ 0 h 1433"/>
                <a:gd name="csX6" fmla="*/ 1433 w 1911"/>
                <a:gd name="csY6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433">
                  <a:moveTo>
                    <a:pt x="1433" y="478"/>
                  </a:moveTo>
                  <a:lnTo>
                    <a:pt x="1911" y="1433"/>
                  </a:lnTo>
                  <a:lnTo>
                    <a:pt x="1911" y="1433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" name="Freeform 882">
              <a:extLst>
                <a:ext uri="{FF2B5EF4-FFF2-40B4-BE49-F238E27FC236}">
                  <a16:creationId xmlns:a16="http://schemas.microsoft.com/office/drawing/2014/main" id="{9FA4343A-63BE-6FB2-AA4A-210A9A04C6BB}"/>
                </a:ext>
              </a:extLst>
            </p:cNvPr>
            <p:cNvSpPr/>
            <p:nvPr/>
          </p:nvSpPr>
          <p:spPr>
            <a:xfrm>
              <a:off x="7784295" y="3861607"/>
              <a:ext cx="1432" cy="4299"/>
            </a:xfrm>
            <a:custGeom>
              <a:avLst/>
              <a:gdLst>
                <a:gd name="csX0" fmla="*/ 478 w 1432"/>
                <a:gd name="csY0" fmla="*/ 2866 h 4299"/>
                <a:gd name="csX1" fmla="*/ 1433 w 1432"/>
                <a:gd name="csY1" fmla="*/ 4299 h 4299"/>
                <a:gd name="csX2" fmla="*/ 478 w 1432"/>
                <a:gd name="csY2" fmla="*/ 2866 h 4299"/>
                <a:gd name="csX3" fmla="*/ 0 w 1432"/>
                <a:gd name="csY3" fmla="*/ 0 h 4299"/>
                <a:gd name="csX4" fmla="*/ 478 w 1432"/>
                <a:gd name="csY4" fmla="*/ 286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4299">
                  <a:moveTo>
                    <a:pt x="478" y="2866"/>
                  </a:moveTo>
                  <a:lnTo>
                    <a:pt x="1433" y="4299"/>
                  </a:lnTo>
                  <a:lnTo>
                    <a:pt x="478" y="2866"/>
                  </a:lnTo>
                  <a:lnTo>
                    <a:pt x="0" y="0"/>
                  </a:lnTo>
                  <a:lnTo>
                    <a:pt x="478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835F6CD9-3F27-A400-CCEC-C2621B67E32D}"/>
                </a:ext>
              </a:extLst>
            </p:cNvPr>
            <p:cNvSpPr/>
            <p:nvPr/>
          </p:nvSpPr>
          <p:spPr>
            <a:xfrm>
              <a:off x="7779040" y="3849185"/>
              <a:ext cx="5254" cy="12421"/>
            </a:xfrm>
            <a:custGeom>
              <a:avLst/>
              <a:gdLst>
                <a:gd name="csX0" fmla="*/ 2389 w 5254"/>
                <a:gd name="csY0" fmla="*/ 5255 h 12421"/>
                <a:gd name="csX1" fmla="*/ 5255 w 5254"/>
                <a:gd name="csY1" fmla="*/ 12421 h 12421"/>
                <a:gd name="csX2" fmla="*/ 2389 w 5254"/>
                <a:gd name="csY2" fmla="*/ 5733 h 12421"/>
                <a:gd name="csX3" fmla="*/ 478 w 5254"/>
                <a:gd name="csY3" fmla="*/ 956 h 12421"/>
                <a:gd name="csX4" fmla="*/ 0 w 5254"/>
                <a:gd name="csY4" fmla="*/ 0 h 12421"/>
                <a:gd name="csX5" fmla="*/ 478 w 5254"/>
                <a:gd name="csY5" fmla="*/ 956 h 12421"/>
                <a:gd name="csX6" fmla="*/ 2389 w 5254"/>
                <a:gd name="csY6" fmla="*/ 5255 h 12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4" h="12421">
                  <a:moveTo>
                    <a:pt x="2389" y="5255"/>
                  </a:moveTo>
                  <a:lnTo>
                    <a:pt x="5255" y="12421"/>
                  </a:lnTo>
                  <a:lnTo>
                    <a:pt x="2389" y="57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956"/>
                  </a:lnTo>
                  <a:lnTo>
                    <a:pt x="2389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" name="Freeform 884">
              <a:extLst>
                <a:ext uri="{FF2B5EF4-FFF2-40B4-BE49-F238E27FC236}">
                  <a16:creationId xmlns:a16="http://schemas.microsoft.com/office/drawing/2014/main" id="{A298578F-B6CE-6C52-FAF7-47A1C6876C8E}"/>
                </a:ext>
              </a:extLst>
            </p:cNvPr>
            <p:cNvSpPr/>
            <p:nvPr/>
          </p:nvSpPr>
          <p:spPr>
            <a:xfrm>
              <a:off x="7778084" y="3847275"/>
              <a:ext cx="955" cy="1910"/>
            </a:xfrm>
            <a:custGeom>
              <a:avLst/>
              <a:gdLst>
                <a:gd name="csX0" fmla="*/ 0 w 955"/>
                <a:gd name="csY0" fmla="*/ 0 h 1910"/>
                <a:gd name="csX1" fmla="*/ 956 w 955"/>
                <a:gd name="csY1" fmla="*/ 1911 h 1910"/>
                <a:gd name="csX2" fmla="*/ 0 w 955"/>
                <a:gd name="csY2" fmla="*/ 0 h 1910"/>
                <a:gd name="csX3" fmla="*/ 0 w 955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0">
                  <a:moveTo>
                    <a:pt x="0" y="0"/>
                  </a:moveTo>
                  <a:lnTo>
                    <a:pt x="956" y="19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" name="Freeform 885">
              <a:extLst>
                <a:ext uri="{FF2B5EF4-FFF2-40B4-BE49-F238E27FC236}">
                  <a16:creationId xmlns:a16="http://schemas.microsoft.com/office/drawing/2014/main" id="{8056A005-CAB8-8EDB-2F5B-05E7B72AD3B3}"/>
                </a:ext>
              </a:extLst>
            </p:cNvPr>
            <p:cNvSpPr/>
            <p:nvPr/>
          </p:nvSpPr>
          <p:spPr>
            <a:xfrm>
              <a:off x="7775218" y="3688191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955 w 1433"/>
                <a:gd name="csY1" fmla="*/ 478 h 477"/>
                <a:gd name="csX2" fmla="*/ 0 w 1433"/>
                <a:gd name="csY2" fmla="*/ 0 h 477"/>
                <a:gd name="csX3" fmla="*/ 0 w 1433"/>
                <a:gd name="csY3" fmla="*/ 0 h 477"/>
                <a:gd name="csX4" fmla="*/ 1433 w 1433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" name="Freeform 886">
              <a:extLst>
                <a:ext uri="{FF2B5EF4-FFF2-40B4-BE49-F238E27FC236}">
                  <a16:creationId xmlns:a16="http://schemas.microsoft.com/office/drawing/2014/main" id="{7B614CE3-3C09-2777-6B9A-3901219A6C70}"/>
                </a:ext>
              </a:extLst>
            </p:cNvPr>
            <p:cNvSpPr/>
            <p:nvPr/>
          </p:nvSpPr>
          <p:spPr>
            <a:xfrm>
              <a:off x="7769007" y="3839153"/>
              <a:ext cx="6210" cy="4299"/>
            </a:xfrm>
            <a:custGeom>
              <a:avLst/>
              <a:gdLst>
                <a:gd name="csX0" fmla="*/ 5733 w 6210"/>
                <a:gd name="csY0" fmla="*/ 0 h 4299"/>
                <a:gd name="csX1" fmla="*/ 6211 w 6210"/>
                <a:gd name="csY1" fmla="*/ 478 h 4299"/>
                <a:gd name="csX2" fmla="*/ 5733 w 6210"/>
                <a:gd name="csY2" fmla="*/ 2389 h 4299"/>
                <a:gd name="csX3" fmla="*/ 5255 w 6210"/>
                <a:gd name="csY3" fmla="*/ 4300 h 4299"/>
                <a:gd name="csX4" fmla="*/ 5733 w 6210"/>
                <a:gd name="csY4" fmla="*/ 2389 h 4299"/>
                <a:gd name="csX5" fmla="*/ 5733 w 6210"/>
                <a:gd name="csY5" fmla="*/ 478 h 4299"/>
                <a:gd name="csX6" fmla="*/ 5733 w 6210"/>
                <a:gd name="csY6" fmla="*/ 0 h 4299"/>
                <a:gd name="csX7" fmla="*/ 0 w 6210"/>
                <a:gd name="csY7" fmla="*/ 478 h 4299"/>
                <a:gd name="csX8" fmla="*/ 5733 w 6210"/>
                <a:gd name="csY8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210" h="4299">
                  <a:moveTo>
                    <a:pt x="5733" y="0"/>
                  </a:moveTo>
                  <a:lnTo>
                    <a:pt x="6211" y="478"/>
                  </a:lnTo>
                  <a:lnTo>
                    <a:pt x="5733" y="2389"/>
                  </a:lnTo>
                  <a:lnTo>
                    <a:pt x="5255" y="4300"/>
                  </a:lnTo>
                  <a:lnTo>
                    <a:pt x="5733" y="2389"/>
                  </a:lnTo>
                  <a:lnTo>
                    <a:pt x="5733" y="478"/>
                  </a:lnTo>
                  <a:lnTo>
                    <a:pt x="5733" y="0"/>
                  </a:lnTo>
                  <a:lnTo>
                    <a:pt x="0" y="478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" name="Freeform 887">
              <a:extLst>
                <a:ext uri="{FF2B5EF4-FFF2-40B4-BE49-F238E27FC236}">
                  <a16:creationId xmlns:a16="http://schemas.microsoft.com/office/drawing/2014/main" id="{67AB8616-D213-5E59-B72E-1CF12872893A}"/>
                </a:ext>
              </a:extLst>
            </p:cNvPr>
            <p:cNvSpPr/>
            <p:nvPr/>
          </p:nvSpPr>
          <p:spPr>
            <a:xfrm>
              <a:off x="7771874" y="4627407"/>
              <a:ext cx="2866" cy="2388"/>
            </a:xfrm>
            <a:custGeom>
              <a:avLst/>
              <a:gdLst>
                <a:gd name="csX0" fmla="*/ 2866 w 2866"/>
                <a:gd name="csY0" fmla="*/ 956 h 2388"/>
                <a:gd name="csX1" fmla="*/ 2866 w 2866"/>
                <a:gd name="csY1" fmla="*/ 1433 h 2388"/>
                <a:gd name="csX2" fmla="*/ 2866 w 2866"/>
                <a:gd name="csY2" fmla="*/ 1911 h 2388"/>
                <a:gd name="csX3" fmla="*/ 2389 w 2866"/>
                <a:gd name="csY3" fmla="*/ 2389 h 2388"/>
                <a:gd name="csX4" fmla="*/ 1433 w 2866"/>
                <a:gd name="csY4" fmla="*/ 2389 h 2388"/>
                <a:gd name="csX5" fmla="*/ 0 w 2866"/>
                <a:gd name="csY5" fmla="*/ 478 h 2388"/>
                <a:gd name="csX6" fmla="*/ 478 w 2866"/>
                <a:gd name="csY6" fmla="*/ 0 h 2388"/>
                <a:gd name="csX7" fmla="*/ 1433 w 2866"/>
                <a:gd name="csY7" fmla="*/ 478 h 2388"/>
                <a:gd name="csX8" fmla="*/ 2866 w 2866"/>
                <a:gd name="csY8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388">
                  <a:moveTo>
                    <a:pt x="2866" y="956"/>
                  </a:moveTo>
                  <a:lnTo>
                    <a:pt x="2866" y="1433"/>
                  </a:lnTo>
                  <a:lnTo>
                    <a:pt x="2866" y="1911"/>
                  </a:lnTo>
                  <a:lnTo>
                    <a:pt x="2389" y="2389"/>
                  </a:lnTo>
                  <a:lnTo>
                    <a:pt x="1433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" name="Freeform 888">
              <a:extLst>
                <a:ext uri="{FF2B5EF4-FFF2-40B4-BE49-F238E27FC236}">
                  <a16:creationId xmlns:a16="http://schemas.microsoft.com/office/drawing/2014/main" id="{DDD0DECC-2B5A-9B85-E4E6-40197E42051E}"/>
                </a:ext>
              </a:extLst>
            </p:cNvPr>
            <p:cNvSpPr/>
            <p:nvPr/>
          </p:nvSpPr>
          <p:spPr>
            <a:xfrm>
              <a:off x="7774263" y="3845364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" name="Freeform 889">
              <a:extLst>
                <a:ext uri="{FF2B5EF4-FFF2-40B4-BE49-F238E27FC236}">
                  <a16:creationId xmlns:a16="http://schemas.microsoft.com/office/drawing/2014/main" id="{F8937BCA-C7A6-0A2D-8FEA-BF5F6AE5A28B}"/>
                </a:ext>
              </a:extLst>
            </p:cNvPr>
            <p:cNvSpPr/>
            <p:nvPr/>
          </p:nvSpPr>
          <p:spPr>
            <a:xfrm>
              <a:off x="7766141" y="3685324"/>
              <a:ext cx="3822" cy="2866"/>
            </a:xfrm>
            <a:custGeom>
              <a:avLst/>
              <a:gdLst>
                <a:gd name="csX0" fmla="*/ 2389 w 3822"/>
                <a:gd name="csY0" fmla="*/ 2389 h 2866"/>
                <a:gd name="csX1" fmla="*/ 3822 w 3822"/>
                <a:gd name="csY1" fmla="*/ 2866 h 2866"/>
                <a:gd name="csX2" fmla="*/ 3822 w 3822"/>
                <a:gd name="csY2" fmla="*/ 2866 h 2866"/>
                <a:gd name="csX3" fmla="*/ 2389 w 3822"/>
                <a:gd name="csY3" fmla="*/ 2389 h 2866"/>
                <a:gd name="csX4" fmla="*/ 1911 w 3822"/>
                <a:gd name="csY4" fmla="*/ 956 h 2866"/>
                <a:gd name="csX5" fmla="*/ 0 w 3822"/>
                <a:gd name="csY5" fmla="*/ 0 h 2866"/>
                <a:gd name="csX6" fmla="*/ 0 w 3822"/>
                <a:gd name="csY6" fmla="*/ 0 h 2866"/>
                <a:gd name="csX7" fmla="*/ 1911 w 3822"/>
                <a:gd name="csY7" fmla="*/ 956 h 2866"/>
                <a:gd name="csX8" fmla="*/ 2389 w 3822"/>
                <a:gd name="csY8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2" h="2866">
                  <a:moveTo>
                    <a:pt x="2389" y="2389"/>
                  </a:moveTo>
                  <a:lnTo>
                    <a:pt x="3822" y="2866"/>
                  </a:lnTo>
                  <a:lnTo>
                    <a:pt x="3822" y="2866"/>
                  </a:lnTo>
                  <a:lnTo>
                    <a:pt x="2389" y="2389"/>
                  </a:lnTo>
                  <a:lnTo>
                    <a:pt x="1911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956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9B96C659-C059-0AE5-5D8B-B04371D38C84}"/>
                </a:ext>
              </a:extLst>
            </p:cNvPr>
            <p:cNvSpPr/>
            <p:nvPr/>
          </p:nvSpPr>
          <p:spPr>
            <a:xfrm>
              <a:off x="7762319" y="4443003"/>
              <a:ext cx="2388" cy="2388"/>
            </a:xfrm>
            <a:custGeom>
              <a:avLst/>
              <a:gdLst>
                <a:gd name="csX0" fmla="*/ 1910 w 2388"/>
                <a:gd name="csY0" fmla="*/ 0 h 2388"/>
                <a:gd name="csX1" fmla="*/ 2389 w 2388"/>
                <a:gd name="csY1" fmla="*/ 478 h 2388"/>
                <a:gd name="csX2" fmla="*/ 1433 w 2388"/>
                <a:gd name="csY2" fmla="*/ 1911 h 2388"/>
                <a:gd name="csX3" fmla="*/ 955 w 2388"/>
                <a:gd name="csY3" fmla="*/ 2389 h 2388"/>
                <a:gd name="csX4" fmla="*/ 478 w 2388"/>
                <a:gd name="csY4" fmla="*/ 1911 h 2388"/>
                <a:gd name="csX5" fmla="*/ 0 w 2388"/>
                <a:gd name="csY5" fmla="*/ 1911 h 2388"/>
                <a:gd name="csX6" fmla="*/ 1910 w 2388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1910" y="0"/>
                  </a:moveTo>
                  <a:lnTo>
                    <a:pt x="2389" y="478"/>
                  </a:lnTo>
                  <a:lnTo>
                    <a:pt x="1433" y="1911"/>
                  </a:lnTo>
                  <a:lnTo>
                    <a:pt x="955" y="2389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" name="Freeform 891">
              <a:extLst>
                <a:ext uri="{FF2B5EF4-FFF2-40B4-BE49-F238E27FC236}">
                  <a16:creationId xmlns:a16="http://schemas.microsoft.com/office/drawing/2014/main" id="{8233729F-7334-A633-A603-41D3A764EAD0}"/>
                </a:ext>
              </a:extLst>
            </p:cNvPr>
            <p:cNvSpPr/>
            <p:nvPr/>
          </p:nvSpPr>
          <p:spPr>
            <a:xfrm>
              <a:off x="7761364" y="4257167"/>
              <a:ext cx="1911" cy="1433"/>
            </a:xfrm>
            <a:custGeom>
              <a:avLst/>
              <a:gdLst>
                <a:gd name="csX0" fmla="*/ 1911 w 1911"/>
                <a:gd name="csY0" fmla="*/ 0 h 1433"/>
                <a:gd name="csX1" fmla="*/ 0 w 1911"/>
                <a:gd name="csY1" fmla="*/ 1433 h 1433"/>
                <a:gd name="csX2" fmla="*/ 0 w 1911"/>
                <a:gd name="csY2" fmla="*/ 956 h 1433"/>
                <a:gd name="csX3" fmla="*/ 1911 w 1911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433">
                  <a:moveTo>
                    <a:pt x="1911" y="0"/>
                  </a:moveTo>
                  <a:lnTo>
                    <a:pt x="0" y="1433"/>
                  </a:lnTo>
                  <a:lnTo>
                    <a:pt x="0" y="956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" name="Freeform 892">
              <a:extLst>
                <a:ext uri="{FF2B5EF4-FFF2-40B4-BE49-F238E27FC236}">
                  <a16:creationId xmlns:a16="http://schemas.microsoft.com/office/drawing/2014/main" id="{B18CA2D1-5C6E-875D-B38E-7E1E6293E74B}"/>
                </a:ext>
              </a:extLst>
            </p:cNvPr>
            <p:cNvSpPr/>
            <p:nvPr/>
          </p:nvSpPr>
          <p:spPr>
            <a:xfrm>
              <a:off x="7757064" y="3681980"/>
              <a:ext cx="3822" cy="3821"/>
            </a:xfrm>
            <a:custGeom>
              <a:avLst/>
              <a:gdLst>
                <a:gd name="csX0" fmla="*/ 3822 w 3822"/>
                <a:gd name="csY0" fmla="*/ 3822 h 3821"/>
                <a:gd name="csX1" fmla="*/ 2867 w 3822"/>
                <a:gd name="csY1" fmla="*/ 3822 h 3821"/>
                <a:gd name="csX2" fmla="*/ 1911 w 3822"/>
                <a:gd name="csY2" fmla="*/ 1911 h 3821"/>
                <a:gd name="csX3" fmla="*/ 478 w 3822"/>
                <a:gd name="csY3" fmla="*/ 955 h 3821"/>
                <a:gd name="csX4" fmla="*/ 0 w 3822"/>
                <a:gd name="csY4" fmla="*/ 0 h 3821"/>
                <a:gd name="csX5" fmla="*/ 0 w 3822"/>
                <a:gd name="csY5" fmla="*/ 0 h 3821"/>
                <a:gd name="csX6" fmla="*/ 478 w 3822"/>
                <a:gd name="csY6" fmla="*/ 955 h 3821"/>
                <a:gd name="csX7" fmla="*/ 1911 w 3822"/>
                <a:gd name="csY7" fmla="*/ 1911 h 3821"/>
                <a:gd name="csX8" fmla="*/ 2867 w 3822"/>
                <a:gd name="csY8" fmla="*/ 3822 h 3821"/>
                <a:gd name="csX9" fmla="*/ 3822 w 3822"/>
                <a:gd name="csY9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3821">
                  <a:moveTo>
                    <a:pt x="3822" y="3822"/>
                  </a:moveTo>
                  <a:lnTo>
                    <a:pt x="2867" y="3822"/>
                  </a:lnTo>
                  <a:lnTo>
                    <a:pt x="1911" y="1911"/>
                  </a:lnTo>
                  <a:lnTo>
                    <a:pt x="478" y="955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955"/>
                  </a:lnTo>
                  <a:lnTo>
                    <a:pt x="1911" y="1911"/>
                  </a:lnTo>
                  <a:lnTo>
                    <a:pt x="2867" y="3822"/>
                  </a:lnTo>
                  <a:lnTo>
                    <a:pt x="3822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" name="Freeform 893">
              <a:extLst>
                <a:ext uri="{FF2B5EF4-FFF2-40B4-BE49-F238E27FC236}">
                  <a16:creationId xmlns:a16="http://schemas.microsoft.com/office/drawing/2014/main" id="{EA492CA4-75DB-D610-14D4-215D6041910E}"/>
                </a:ext>
              </a:extLst>
            </p:cNvPr>
            <p:cNvSpPr/>
            <p:nvPr/>
          </p:nvSpPr>
          <p:spPr>
            <a:xfrm>
              <a:off x="7755631" y="4437748"/>
              <a:ext cx="4299" cy="6688"/>
            </a:xfrm>
            <a:custGeom>
              <a:avLst/>
              <a:gdLst>
                <a:gd name="csX0" fmla="*/ 4300 w 4299"/>
                <a:gd name="csY0" fmla="*/ 0 h 6688"/>
                <a:gd name="csX1" fmla="*/ 4300 w 4299"/>
                <a:gd name="csY1" fmla="*/ 956 h 6688"/>
                <a:gd name="csX2" fmla="*/ 3344 w 4299"/>
                <a:gd name="csY2" fmla="*/ 3344 h 6688"/>
                <a:gd name="csX3" fmla="*/ 1911 w 4299"/>
                <a:gd name="csY3" fmla="*/ 4777 h 6688"/>
                <a:gd name="csX4" fmla="*/ 478 w 4299"/>
                <a:gd name="csY4" fmla="*/ 6688 h 6688"/>
                <a:gd name="csX5" fmla="*/ 0 w 4299"/>
                <a:gd name="csY5" fmla="*/ 3822 h 6688"/>
                <a:gd name="csX6" fmla="*/ 1911 w 4299"/>
                <a:gd name="csY6" fmla="*/ 2389 h 6688"/>
                <a:gd name="csX7" fmla="*/ 2866 w 4299"/>
                <a:gd name="csY7" fmla="*/ 956 h 6688"/>
                <a:gd name="csX8" fmla="*/ 4300 w 4299"/>
                <a:gd name="csY8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6688">
                  <a:moveTo>
                    <a:pt x="4300" y="0"/>
                  </a:moveTo>
                  <a:lnTo>
                    <a:pt x="4300" y="956"/>
                  </a:lnTo>
                  <a:lnTo>
                    <a:pt x="3344" y="3344"/>
                  </a:lnTo>
                  <a:lnTo>
                    <a:pt x="1911" y="4777"/>
                  </a:lnTo>
                  <a:lnTo>
                    <a:pt x="478" y="6688"/>
                  </a:lnTo>
                  <a:lnTo>
                    <a:pt x="0" y="3822"/>
                  </a:lnTo>
                  <a:lnTo>
                    <a:pt x="1911" y="2389"/>
                  </a:lnTo>
                  <a:lnTo>
                    <a:pt x="2866" y="956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" name="Freeform 894">
              <a:extLst>
                <a:ext uri="{FF2B5EF4-FFF2-40B4-BE49-F238E27FC236}">
                  <a16:creationId xmlns:a16="http://schemas.microsoft.com/office/drawing/2014/main" id="{F675B307-AAAF-E7CB-8042-383498393A37}"/>
                </a:ext>
              </a:extLst>
            </p:cNvPr>
            <p:cNvSpPr/>
            <p:nvPr/>
          </p:nvSpPr>
          <p:spPr>
            <a:xfrm>
              <a:off x="7752765" y="3670515"/>
              <a:ext cx="4299" cy="11465"/>
            </a:xfrm>
            <a:custGeom>
              <a:avLst/>
              <a:gdLst>
                <a:gd name="csX0" fmla="*/ 2866 w 4299"/>
                <a:gd name="csY0" fmla="*/ 10988 h 11465"/>
                <a:gd name="csX1" fmla="*/ 4299 w 4299"/>
                <a:gd name="csY1" fmla="*/ 11465 h 11465"/>
                <a:gd name="csX2" fmla="*/ 2866 w 4299"/>
                <a:gd name="csY2" fmla="*/ 10988 h 11465"/>
                <a:gd name="csX3" fmla="*/ 1910 w 4299"/>
                <a:gd name="csY3" fmla="*/ 9555 h 11465"/>
                <a:gd name="csX4" fmla="*/ 1910 w 4299"/>
                <a:gd name="csY4" fmla="*/ 7166 h 11465"/>
                <a:gd name="csX5" fmla="*/ 1433 w 4299"/>
                <a:gd name="csY5" fmla="*/ 4300 h 11465"/>
                <a:gd name="csX6" fmla="*/ 478 w 4299"/>
                <a:gd name="csY6" fmla="*/ 1433 h 11465"/>
                <a:gd name="csX7" fmla="*/ 0 w 4299"/>
                <a:gd name="csY7" fmla="*/ 0 h 11465"/>
                <a:gd name="csX8" fmla="*/ 0 w 4299"/>
                <a:gd name="csY8" fmla="*/ 0 h 11465"/>
                <a:gd name="csX9" fmla="*/ 955 w 4299"/>
                <a:gd name="csY9" fmla="*/ 1433 h 11465"/>
                <a:gd name="csX10" fmla="*/ 1433 w 4299"/>
                <a:gd name="csY10" fmla="*/ 4300 h 11465"/>
                <a:gd name="csX11" fmla="*/ 1910 w 4299"/>
                <a:gd name="csY11" fmla="*/ 7166 h 11465"/>
                <a:gd name="csX12" fmla="*/ 1910 w 4299"/>
                <a:gd name="csY12" fmla="*/ 9555 h 11465"/>
                <a:gd name="csX13" fmla="*/ 2866 w 4299"/>
                <a:gd name="csY13" fmla="*/ 10988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11465">
                  <a:moveTo>
                    <a:pt x="2866" y="10988"/>
                  </a:moveTo>
                  <a:lnTo>
                    <a:pt x="4299" y="11465"/>
                  </a:lnTo>
                  <a:lnTo>
                    <a:pt x="2866" y="10988"/>
                  </a:lnTo>
                  <a:lnTo>
                    <a:pt x="1910" y="9555"/>
                  </a:lnTo>
                  <a:lnTo>
                    <a:pt x="1910" y="7166"/>
                  </a:lnTo>
                  <a:lnTo>
                    <a:pt x="1433" y="4300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1433"/>
                  </a:lnTo>
                  <a:lnTo>
                    <a:pt x="1433" y="4300"/>
                  </a:lnTo>
                  <a:lnTo>
                    <a:pt x="1910" y="7166"/>
                  </a:lnTo>
                  <a:lnTo>
                    <a:pt x="1910" y="9555"/>
                  </a:lnTo>
                  <a:lnTo>
                    <a:pt x="2866" y="109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" name="Freeform 895">
              <a:extLst>
                <a:ext uri="{FF2B5EF4-FFF2-40B4-BE49-F238E27FC236}">
                  <a16:creationId xmlns:a16="http://schemas.microsoft.com/office/drawing/2014/main" id="{0EDA1DF7-E2E8-90F2-F7B6-D70B7426FAF6}"/>
                </a:ext>
              </a:extLst>
            </p:cNvPr>
            <p:cNvSpPr/>
            <p:nvPr/>
          </p:nvSpPr>
          <p:spPr>
            <a:xfrm>
              <a:off x="7749420" y="4289652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956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956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" name="Freeform 896">
              <a:extLst>
                <a:ext uri="{FF2B5EF4-FFF2-40B4-BE49-F238E27FC236}">
                  <a16:creationId xmlns:a16="http://schemas.microsoft.com/office/drawing/2014/main" id="{5CAE8AE8-AF87-04E0-DAA5-D5BC73ACA87B}"/>
                </a:ext>
              </a:extLst>
            </p:cNvPr>
            <p:cNvSpPr/>
            <p:nvPr/>
          </p:nvSpPr>
          <p:spPr>
            <a:xfrm>
              <a:off x="7740822" y="4373733"/>
              <a:ext cx="6210" cy="5254"/>
            </a:xfrm>
            <a:custGeom>
              <a:avLst/>
              <a:gdLst>
                <a:gd name="csX0" fmla="*/ 5733 w 6210"/>
                <a:gd name="csY0" fmla="*/ 2866 h 5254"/>
                <a:gd name="csX1" fmla="*/ 6210 w 6210"/>
                <a:gd name="csY1" fmla="*/ 3344 h 5254"/>
                <a:gd name="csX2" fmla="*/ 5733 w 6210"/>
                <a:gd name="csY2" fmla="*/ 3822 h 5254"/>
                <a:gd name="csX3" fmla="*/ 5255 w 6210"/>
                <a:gd name="csY3" fmla="*/ 4777 h 5254"/>
                <a:gd name="csX4" fmla="*/ 3344 w 6210"/>
                <a:gd name="csY4" fmla="*/ 5255 h 5254"/>
                <a:gd name="csX5" fmla="*/ 2389 w 6210"/>
                <a:gd name="csY5" fmla="*/ 4777 h 5254"/>
                <a:gd name="csX6" fmla="*/ 1910 w 6210"/>
                <a:gd name="csY6" fmla="*/ 2866 h 5254"/>
                <a:gd name="csX7" fmla="*/ 478 w 6210"/>
                <a:gd name="csY7" fmla="*/ 2389 h 5254"/>
                <a:gd name="csX8" fmla="*/ 0 w 6210"/>
                <a:gd name="csY8" fmla="*/ 1433 h 5254"/>
                <a:gd name="csX9" fmla="*/ 955 w 6210"/>
                <a:gd name="csY9" fmla="*/ 478 h 5254"/>
                <a:gd name="csX10" fmla="*/ 1433 w 6210"/>
                <a:gd name="csY10" fmla="*/ 0 h 5254"/>
                <a:gd name="csX11" fmla="*/ 3821 w 6210"/>
                <a:gd name="csY11" fmla="*/ 1911 h 5254"/>
                <a:gd name="csX12" fmla="*/ 4777 w 6210"/>
                <a:gd name="csY12" fmla="*/ 1911 h 5254"/>
                <a:gd name="csX13" fmla="*/ 5733 w 6210"/>
                <a:gd name="csY13" fmla="*/ 2866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210" h="5254">
                  <a:moveTo>
                    <a:pt x="5733" y="2866"/>
                  </a:moveTo>
                  <a:lnTo>
                    <a:pt x="6210" y="3344"/>
                  </a:lnTo>
                  <a:lnTo>
                    <a:pt x="5733" y="3822"/>
                  </a:lnTo>
                  <a:lnTo>
                    <a:pt x="5255" y="4777"/>
                  </a:lnTo>
                  <a:lnTo>
                    <a:pt x="3344" y="5255"/>
                  </a:lnTo>
                  <a:lnTo>
                    <a:pt x="2389" y="4777"/>
                  </a:lnTo>
                  <a:lnTo>
                    <a:pt x="1910" y="2866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955" y="478"/>
                  </a:lnTo>
                  <a:lnTo>
                    <a:pt x="1433" y="0"/>
                  </a:lnTo>
                  <a:lnTo>
                    <a:pt x="3821" y="1911"/>
                  </a:lnTo>
                  <a:lnTo>
                    <a:pt x="4777" y="1911"/>
                  </a:lnTo>
                  <a:lnTo>
                    <a:pt x="57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AAEBA747-4B58-C25A-E590-4BFA9093EB4F}"/>
                </a:ext>
              </a:extLst>
            </p:cNvPr>
            <p:cNvSpPr/>
            <p:nvPr/>
          </p:nvSpPr>
          <p:spPr>
            <a:xfrm>
              <a:off x="7740822" y="4603520"/>
              <a:ext cx="5732" cy="8599"/>
            </a:xfrm>
            <a:custGeom>
              <a:avLst/>
              <a:gdLst>
                <a:gd name="csX0" fmla="*/ 4299 w 5732"/>
                <a:gd name="csY0" fmla="*/ 478 h 8599"/>
                <a:gd name="csX1" fmla="*/ 5733 w 5732"/>
                <a:gd name="csY1" fmla="*/ 4777 h 8599"/>
                <a:gd name="csX2" fmla="*/ 4777 w 5732"/>
                <a:gd name="csY2" fmla="*/ 7166 h 8599"/>
                <a:gd name="csX3" fmla="*/ 3821 w 5732"/>
                <a:gd name="csY3" fmla="*/ 8599 h 8599"/>
                <a:gd name="csX4" fmla="*/ 1433 w 5732"/>
                <a:gd name="csY4" fmla="*/ 4300 h 8599"/>
                <a:gd name="csX5" fmla="*/ 0 w 5732"/>
                <a:gd name="csY5" fmla="*/ 3822 h 8599"/>
                <a:gd name="csX6" fmla="*/ 0 w 5732"/>
                <a:gd name="csY6" fmla="*/ 1911 h 8599"/>
                <a:gd name="csX7" fmla="*/ 955 w 5732"/>
                <a:gd name="csY7" fmla="*/ 956 h 8599"/>
                <a:gd name="csX8" fmla="*/ 3344 w 5732"/>
                <a:gd name="csY8" fmla="*/ 0 h 8599"/>
                <a:gd name="csX9" fmla="*/ 4299 w 5732"/>
                <a:gd name="csY9" fmla="*/ 478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8599">
                  <a:moveTo>
                    <a:pt x="4299" y="478"/>
                  </a:moveTo>
                  <a:lnTo>
                    <a:pt x="5733" y="4777"/>
                  </a:lnTo>
                  <a:lnTo>
                    <a:pt x="4777" y="7166"/>
                  </a:lnTo>
                  <a:lnTo>
                    <a:pt x="3821" y="8599"/>
                  </a:lnTo>
                  <a:lnTo>
                    <a:pt x="1433" y="4300"/>
                  </a:lnTo>
                  <a:lnTo>
                    <a:pt x="0" y="3822"/>
                  </a:lnTo>
                  <a:lnTo>
                    <a:pt x="0" y="1911"/>
                  </a:lnTo>
                  <a:lnTo>
                    <a:pt x="955" y="956"/>
                  </a:lnTo>
                  <a:lnTo>
                    <a:pt x="3344" y="0"/>
                  </a:lnTo>
                  <a:lnTo>
                    <a:pt x="429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" name="Freeform 898">
              <a:extLst>
                <a:ext uri="{FF2B5EF4-FFF2-40B4-BE49-F238E27FC236}">
                  <a16:creationId xmlns:a16="http://schemas.microsoft.com/office/drawing/2014/main" id="{9758DAAA-4DAB-BEC8-4E5E-763222F60E74}"/>
                </a:ext>
              </a:extLst>
            </p:cNvPr>
            <p:cNvSpPr/>
            <p:nvPr/>
          </p:nvSpPr>
          <p:spPr>
            <a:xfrm>
              <a:off x="7689704" y="2196719"/>
              <a:ext cx="54461" cy="38696"/>
            </a:xfrm>
            <a:custGeom>
              <a:avLst/>
              <a:gdLst>
                <a:gd name="csX0" fmla="*/ 54461 w 54461"/>
                <a:gd name="csY0" fmla="*/ 15287 h 38696"/>
                <a:gd name="csX1" fmla="*/ 50162 w 54461"/>
                <a:gd name="csY1" fmla="*/ 24364 h 38696"/>
                <a:gd name="csX2" fmla="*/ 45862 w 54461"/>
                <a:gd name="csY2" fmla="*/ 27708 h 38696"/>
                <a:gd name="csX3" fmla="*/ 41563 w 54461"/>
                <a:gd name="csY3" fmla="*/ 32486 h 38696"/>
                <a:gd name="csX4" fmla="*/ 36786 w 54461"/>
                <a:gd name="csY4" fmla="*/ 35830 h 38696"/>
                <a:gd name="csX5" fmla="*/ 32008 w 54461"/>
                <a:gd name="csY5" fmla="*/ 37741 h 38696"/>
                <a:gd name="csX6" fmla="*/ 27231 w 54461"/>
                <a:gd name="csY6" fmla="*/ 38696 h 38696"/>
                <a:gd name="csX7" fmla="*/ 21498 w 54461"/>
                <a:gd name="csY7" fmla="*/ 37741 h 38696"/>
                <a:gd name="csX8" fmla="*/ 12421 w 54461"/>
                <a:gd name="csY8" fmla="*/ 27231 h 38696"/>
                <a:gd name="csX9" fmla="*/ 6211 w 54461"/>
                <a:gd name="csY9" fmla="*/ 22453 h 38696"/>
                <a:gd name="csX10" fmla="*/ 956 w 54461"/>
                <a:gd name="csY10" fmla="*/ 15287 h 38696"/>
                <a:gd name="csX11" fmla="*/ 0 w 54461"/>
                <a:gd name="csY11" fmla="*/ 7166 h 38696"/>
                <a:gd name="csX12" fmla="*/ 3344 w 54461"/>
                <a:gd name="csY12" fmla="*/ 2389 h 38696"/>
                <a:gd name="csX13" fmla="*/ 7166 w 54461"/>
                <a:gd name="csY13" fmla="*/ 0 h 38696"/>
                <a:gd name="csX14" fmla="*/ 13377 w 54461"/>
                <a:gd name="csY14" fmla="*/ 0 h 38696"/>
                <a:gd name="csX15" fmla="*/ 21975 w 54461"/>
                <a:gd name="csY15" fmla="*/ 478 h 38696"/>
                <a:gd name="csX16" fmla="*/ 30097 w 54461"/>
                <a:gd name="csY16" fmla="*/ 5733 h 38696"/>
                <a:gd name="csX17" fmla="*/ 47773 w 54461"/>
                <a:gd name="csY17" fmla="*/ 11466 h 38696"/>
                <a:gd name="csX18" fmla="*/ 54461 w 54461"/>
                <a:gd name="csY18" fmla="*/ 15287 h 386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54461" h="38696">
                  <a:moveTo>
                    <a:pt x="54461" y="15287"/>
                  </a:moveTo>
                  <a:lnTo>
                    <a:pt x="50162" y="24364"/>
                  </a:lnTo>
                  <a:lnTo>
                    <a:pt x="45862" y="27708"/>
                  </a:lnTo>
                  <a:lnTo>
                    <a:pt x="41563" y="32486"/>
                  </a:lnTo>
                  <a:lnTo>
                    <a:pt x="36786" y="35830"/>
                  </a:lnTo>
                  <a:lnTo>
                    <a:pt x="32008" y="37741"/>
                  </a:lnTo>
                  <a:lnTo>
                    <a:pt x="27231" y="38696"/>
                  </a:lnTo>
                  <a:lnTo>
                    <a:pt x="21498" y="37741"/>
                  </a:lnTo>
                  <a:lnTo>
                    <a:pt x="12421" y="27231"/>
                  </a:lnTo>
                  <a:lnTo>
                    <a:pt x="6211" y="22453"/>
                  </a:lnTo>
                  <a:lnTo>
                    <a:pt x="956" y="15287"/>
                  </a:lnTo>
                  <a:lnTo>
                    <a:pt x="0" y="7166"/>
                  </a:lnTo>
                  <a:lnTo>
                    <a:pt x="3344" y="2389"/>
                  </a:lnTo>
                  <a:lnTo>
                    <a:pt x="7166" y="0"/>
                  </a:lnTo>
                  <a:lnTo>
                    <a:pt x="13377" y="0"/>
                  </a:lnTo>
                  <a:lnTo>
                    <a:pt x="21975" y="478"/>
                  </a:lnTo>
                  <a:lnTo>
                    <a:pt x="30097" y="5733"/>
                  </a:lnTo>
                  <a:lnTo>
                    <a:pt x="47773" y="11466"/>
                  </a:lnTo>
                  <a:lnTo>
                    <a:pt x="54461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" name="Freeform 899">
              <a:extLst>
                <a:ext uri="{FF2B5EF4-FFF2-40B4-BE49-F238E27FC236}">
                  <a16:creationId xmlns:a16="http://schemas.microsoft.com/office/drawing/2014/main" id="{B5522963-8BDA-9818-66FE-BC63F17DAD75}"/>
                </a:ext>
              </a:extLst>
            </p:cNvPr>
            <p:cNvSpPr/>
            <p:nvPr/>
          </p:nvSpPr>
          <p:spPr>
            <a:xfrm>
              <a:off x="7737955" y="4386631"/>
              <a:ext cx="4777" cy="4299"/>
            </a:xfrm>
            <a:custGeom>
              <a:avLst/>
              <a:gdLst>
                <a:gd name="csX0" fmla="*/ 4777 w 4777"/>
                <a:gd name="csY0" fmla="*/ 478 h 4299"/>
                <a:gd name="csX1" fmla="*/ 4777 w 4777"/>
                <a:gd name="csY1" fmla="*/ 1911 h 4299"/>
                <a:gd name="csX2" fmla="*/ 4300 w 4777"/>
                <a:gd name="csY2" fmla="*/ 3344 h 4299"/>
                <a:gd name="csX3" fmla="*/ 3822 w 4777"/>
                <a:gd name="csY3" fmla="*/ 4300 h 4299"/>
                <a:gd name="csX4" fmla="*/ 3344 w 4777"/>
                <a:gd name="csY4" fmla="*/ 4300 h 4299"/>
                <a:gd name="csX5" fmla="*/ 1433 w 4777"/>
                <a:gd name="csY5" fmla="*/ 2867 h 4299"/>
                <a:gd name="csX6" fmla="*/ 0 w 4777"/>
                <a:gd name="csY6" fmla="*/ 478 h 4299"/>
                <a:gd name="csX7" fmla="*/ 2389 w 4777"/>
                <a:gd name="csY7" fmla="*/ 0 h 4299"/>
                <a:gd name="csX8" fmla="*/ 4777 w 4777"/>
                <a:gd name="csY8" fmla="*/ 478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4299">
                  <a:moveTo>
                    <a:pt x="4777" y="478"/>
                  </a:moveTo>
                  <a:lnTo>
                    <a:pt x="4777" y="1911"/>
                  </a:lnTo>
                  <a:lnTo>
                    <a:pt x="4300" y="3344"/>
                  </a:lnTo>
                  <a:lnTo>
                    <a:pt x="3822" y="4300"/>
                  </a:lnTo>
                  <a:lnTo>
                    <a:pt x="3344" y="4300"/>
                  </a:lnTo>
                  <a:lnTo>
                    <a:pt x="1433" y="2867"/>
                  </a:lnTo>
                  <a:lnTo>
                    <a:pt x="0" y="478"/>
                  </a:lnTo>
                  <a:lnTo>
                    <a:pt x="2389" y="0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" name="Freeform 900">
              <a:extLst>
                <a:ext uri="{FF2B5EF4-FFF2-40B4-BE49-F238E27FC236}">
                  <a16:creationId xmlns:a16="http://schemas.microsoft.com/office/drawing/2014/main" id="{6FA256D0-C5DA-6729-8346-0F2306F2B5D6}"/>
                </a:ext>
              </a:extLst>
            </p:cNvPr>
            <p:cNvSpPr/>
            <p:nvPr/>
          </p:nvSpPr>
          <p:spPr>
            <a:xfrm>
              <a:off x="7739866" y="4600176"/>
              <a:ext cx="2866" cy="2866"/>
            </a:xfrm>
            <a:custGeom>
              <a:avLst/>
              <a:gdLst>
                <a:gd name="csX0" fmla="*/ 1911 w 2866"/>
                <a:gd name="csY0" fmla="*/ 0 h 2866"/>
                <a:gd name="csX1" fmla="*/ 2866 w 2866"/>
                <a:gd name="csY1" fmla="*/ 956 h 2866"/>
                <a:gd name="csX2" fmla="*/ 956 w 2866"/>
                <a:gd name="csY2" fmla="*/ 2867 h 2866"/>
                <a:gd name="csX3" fmla="*/ 0 w 2866"/>
                <a:gd name="csY3" fmla="*/ 1911 h 2866"/>
                <a:gd name="csX4" fmla="*/ 478 w 2866"/>
                <a:gd name="csY4" fmla="*/ 956 h 2866"/>
                <a:gd name="csX5" fmla="*/ 956 w 2866"/>
                <a:gd name="csY5" fmla="*/ 478 h 2866"/>
                <a:gd name="csX6" fmla="*/ 1911 w 2866"/>
                <a:gd name="csY6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2866">
                  <a:moveTo>
                    <a:pt x="1911" y="0"/>
                  </a:moveTo>
                  <a:lnTo>
                    <a:pt x="2866" y="956"/>
                  </a:lnTo>
                  <a:lnTo>
                    <a:pt x="956" y="2867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956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" name="Freeform 901">
              <a:extLst>
                <a:ext uri="{FF2B5EF4-FFF2-40B4-BE49-F238E27FC236}">
                  <a16:creationId xmlns:a16="http://schemas.microsoft.com/office/drawing/2014/main" id="{F87AF853-34C2-33BA-DDCE-1E4591EB32D8}"/>
                </a:ext>
              </a:extLst>
            </p:cNvPr>
            <p:cNvSpPr/>
            <p:nvPr/>
          </p:nvSpPr>
          <p:spPr>
            <a:xfrm>
              <a:off x="7737000" y="4585367"/>
              <a:ext cx="1911" cy="3821"/>
            </a:xfrm>
            <a:custGeom>
              <a:avLst/>
              <a:gdLst>
                <a:gd name="csX0" fmla="*/ 955 w 1911"/>
                <a:gd name="csY0" fmla="*/ 1433 h 3821"/>
                <a:gd name="csX1" fmla="*/ 1911 w 1911"/>
                <a:gd name="csY1" fmla="*/ 2866 h 3821"/>
                <a:gd name="csX2" fmla="*/ 955 w 1911"/>
                <a:gd name="csY2" fmla="*/ 3822 h 3821"/>
                <a:gd name="csX3" fmla="*/ 478 w 1911"/>
                <a:gd name="csY3" fmla="*/ 3822 h 3821"/>
                <a:gd name="csX4" fmla="*/ 478 w 1911"/>
                <a:gd name="csY4" fmla="*/ 3344 h 3821"/>
                <a:gd name="csX5" fmla="*/ 478 w 1911"/>
                <a:gd name="csY5" fmla="*/ 2866 h 3821"/>
                <a:gd name="csX6" fmla="*/ 0 w 1911"/>
                <a:gd name="csY6" fmla="*/ 2389 h 3821"/>
                <a:gd name="csX7" fmla="*/ 0 w 1911"/>
                <a:gd name="csY7" fmla="*/ 956 h 3821"/>
                <a:gd name="csX8" fmla="*/ 955 w 1911"/>
                <a:gd name="csY8" fmla="*/ 0 h 3821"/>
                <a:gd name="csX9" fmla="*/ 1433 w 1911"/>
                <a:gd name="csY9" fmla="*/ 0 h 3821"/>
                <a:gd name="csX10" fmla="*/ 955 w 1911"/>
                <a:gd name="csY10" fmla="*/ 1433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911" h="3821">
                  <a:moveTo>
                    <a:pt x="955" y="1433"/>
                  </a:moveTo>
                  <a:lnTo>
                    <a:pt x="1911" y="2866"/>
                  </a:lnTo>
                  <a:lnTo>
                    <a:pt x="955" y="3822"/>
                  </a:lnTo>
                  <a:lnTo>
                    <a:pt x="478" y="3822"/>
                  </a:lnTo>
                  <a:lnTo>
                    <a:pt x="478" y="3344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9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" name="Freeform 902">
              <a:extLst>
                <a:ext uri="{FF2B5EF4-FFF2-40B4-BE49-F238E27FC236}">
                  <a16:creationId xmlns:a16="http://schemas.microsoft.com/office/drawing/2014/main" id="{B4B29E40-B19D-7EBB-5BEA-2337D4C812B5}"/>
                </a:ext>
              </a:extLst>
            </p:cNvPr>
            <p:cNvSpPr/>
            <p:nvPr/>
          </p:nvSpPr>
          <p:spPr>
            <a:xfrm>
              <a:off x="7736044" y="4366567"/>
              <a:ext cx="2388" cy="3821"/>
            </a:xfrm>
            <a:custGeom>
              <a:avLst/>
              <a:gdLst>
                <a:gd name="csX0" fmla="*/ 1910 w 2388"/>
                <a:gd name="csY0" fmla="*/ 955 h 3821"/>
                <a:gd name="csX1" fmla="*/ 2389 w 2388"/>
                <a:gd name="csY1" fmla="*/ 3822 h 3821"/>
                <a:gd name="csX2" fmla="*/ 955 w 2388"/>
                <a:gd name="csY2" fmla="*/ 2389 h 3821"/>
                <a:gd name="csX3" fmla="*/ 478 w 2388"/>
                <a:gd name="csY3" fmla="*/ 1433 h 3821"/>
                <a:gd name="csX4" fmla="*/ 0 w 2388"/>
                <a:gd name="csY4" fmla="*/ 0 h 3821"/>
                <a:gd name="csX5" fmla="*/ 1910 w 2388"/>
                <a:gd name="csY5" fmla="*/ 955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3821">
                  <a:moveTo>
                    <a:pt x="1910" y="955"/>
                  </a:moveTo>
                  <a:lnTo>
                    <a:pt x="2389" y="3822"/>
                  </a:lnTo>
                  <a:lnTo>
                    <a:pt x="955" y="2389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191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" name="Freeform 903">
              <a:extLst>
                <a:ext uri="{FF2B5EF4-FFF2-40B4-BE49-F238E27FC236}">
                  <a16:creationId xmlns:a16="http://schemas.microsoft.com/office/drawing/2014/main" id="{F0638981-8F82-A518-2DE6-82C34199ED8A}"/>
                </a:ext>
              </a:extLst>
            </p:cNvPr>
            <p:cNvSpPr/>
            <p:nvPr/>
          </p:nvSpPr>
          <p:spPr>
            <a:xfrm>
              <a:off x="7734133" y="4589188"/>
              <a:ext cx="2866" cy="2388"/>
            </a:xfrm>
            <a:custGeom>
              <a:avLst/>
              <a:gdLst>
                <a:gd name="csX0" fmla="*/ 2389 w 2866"/>
                <a:gd name="csY0" fmla="*/ 1433 h 2388"/>
                <a:gd name="csX1" fmla="*/ 2866 w 2866"/>
                <a:gd name="csY1" fmla="*/ 2389 h 2388"/>
                <a:gd name="csX2" fmla="*/ 2866 w 2866"/>
                <a:gd name="csY2" fmla="*/ 2389 h 2388"/>
                <a:gd name="csX3" fmla="*/ 955 w 2866"/>
                <a:gd name="csY3" fmla="*/ 2389 h 2388"/>
                <a:gd name="csX4" fmla="*/ 478 w 2866"/>
                <a:gd name="csY4" fmla="*/ 1911 h 2388"/>
                <a:gd name="csX5" fmla="*/ 0 w 2866"/>
                <a:gd name="csY5" fmla="*/ 956 h 2388"/>
                <a:gd name="csX6" fmla="*/ 478 w 2866"/>
                <a:gd name="csY6" fmla="*/ 0 h 2388"/>
                <a:gd name="csX7" fmla="*/ 1433 w 2866"/>
                <a:gd name="csY7" fmla="*/ 0 h 2388"/>
                <a:gd name="csX8" fmla="*/ 2389 w 2866"/>
                <a:gd name="csY8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388">
                  <a:moveTo>
                    <a:pt x="2389" y="1433"/>
                  </a:moveTo>
                  <a:lnTo>
                    <a:pt x="2866" y="2389"/>
                  </a:lnTo>
                  <a:lnTo>
                    <a:pt x="2866" y="2389"/>
                  </a:lnTo>
                  <a:lnTo>
                    <a:pt x="955" y="2389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4F37F246-67BA-4BCD-1C90-B28BB1A1F9F8}"/>
                </a:ext>
              </a:extLst>
            </p:cNvPr>
            <p:cNvSpPr/>
            <p:nvPr/>
          </p:nvSpPr>
          <p:spPr>
            <a:xfrm>
              <a:off x="7734611" y="4285830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" name="Freeform 905">
              <a:extLst>
                <a:ext uri="{FF2B5EF4-FFF2-40B4-BE49-F238E27FC236}">
                  <a16:creationId xmlns:a16="http://schemas.microsoft.com/office/drawing/2014/main" id="{A87EFD72-6275-8D9E-7A17-138F4AEBE6CE}"/>
                </a:ext>
              </a:extLst>
            </p:cNvPr>
            <p:cNvSpPr/>
            <p:nvPr/>
          </p:nvSpPr>
          <p:spPr>
            <a:xfrm>
              <a:off x="7732222" y="4306373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1911 w 1911"/>
                <a:gd name="csY1" fmla="*/ 0 h 477"/>
                <a:gd name="csX2" fmla="*/ 955 w 1911"/>
                <a:gd name="csY2" fmla="*/ 478 h 477"/>
                <a:gd name="csX3" fmla="*/ 0 w 1911"/>
                <a:gd name="csY3" fmla="*/ 0 h 477"/>
                <a:gd name="csX4" fmla="*/ 955 w 1911"/>
                <a:gd name="csY4" fmla="*/ 478 h 477"/>
                <a:gd name="csX5" fmla="*/ 1911 w 1911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1911" y="0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" name="Freeform 906">
              <a:extLst>
                <a:ext uri="{FF2B5EF4-FFF2-40B4-BE49-F238E27FC236}">
                  <a16:creationId xmlns:a16="http://schemas.microsoft.com/office/drawing/2014/main" id="{9BEBBF19-3C24-FE0E-0E19-B602336D00D4}"/>
                </a:ext>
              </a:extLst>
            </p:cNvPr>
            <p:cNvSpPr/>
            <p:nvPr/>
          </p:nvSpPr>
          <p:spPr>
            <a:xfrm>
              <a:off x="7729356" y="4582978"/>
              <a:ext cx="1911" cy="2866"/>
            </a:xfrm>
            <a:custGeom>
              <a:avLst/>
              <a:gdLst>
                <a:gd name="csX0" fmla="*/ 1433 w 1911"/>
                <a:gd name="csY0" fmla="*/ 1911 h 2866"/>
                <a:gd name="csX1" fmla="*/ 1911 w 1911"/>
                <a:gd name="csY1" fmla="*/ 2866 h 2866"/>
                <a:gd name="csX2" fmla="*/ 955 w 1911"/>
                <a:gd name="csY2" fmla="*/ 2389 h 2866"/>
                <a:gd name="csX3" fmla="*/ 0 w 1911"/>
                <a:gd name="csY3" fmla="*/ 1433 h 2866"/>
                <a:gd name="csX4" fmla="*/ 0 w 1911"/>
                <a:gd name="csY4" fmla="*/ 478 h 2866"/>
                <a:gd name="csX5" fmla="*/ 478 w 1911"/>
                <a:gd name="csY5" fmla="*/ 0 h 2866"/>
                <a:gd name="csX6" fmla="*/ 1433 w 1911"/>
                <a:gd name="csY6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2866">
                  <a:moveTo>
                    <a:pt x="1433" y="1911"/>
                  </a:moveTo>
                  <a:lnTo>
                    <a:pt x="1911" y="2866"/>
                  </a:lnTo>
                  <a:lnTo>
                    <a:pt x="955" y="2389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" name="Freeform 907">
              <a:extLst>
                <a:ext uri="{FF2B5EF4-FFF2-40B4-BE49-F238E27FC236}">
                  <a16:creationId xmlns:a16="http://schemas.microsoft.com/office/drawing/2014/main" id="{58BDC08F-86A6-547D-7FA5-200D51528F1F}"/>
                </a:ext>
              </a:extLst>
            </p:cNvPr>
            <p:cNvSpPr/>
            <p:nvPr/>
          </p:nvSpPr>
          <p:spPr>
            <a:xfrm>
              <a:off x="7730311" y="4196973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0 w 955"/>
                <a:gd name="csY1" fmla="*/ 1433 h 1433"/>
                <a:gd name="csX2" fmla="*/ 0 w 955"/>
                <a:gd name="csY2" fmla="*/ 1433 h 1433"/>
                <a:gd name="csX3" fmla="*/ 956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" name="Freeform 908">
              <a:extLst>
                <a:ext uri="{FF2B5EF4-FFF2-40B4-BE49-F238E27FC236}">
                  <a16:creationId xmlns:a16="http://schemas.microsoft.com/office/drawing/2014/main" id="{E8BAFC5E-99D0-58DA-9D42-2293FA9A47AB}"/>
                </a:ext>
              </a:extLst>
            </p:cNvPr>
            <p:cNvSpPr/>
            <p:nvPr/>
          </p:nvSpPr>
          <p:spPr>
            <a:xfrm>
              <a:off x="7728878" y="4322616"/>
              <a:ext cx="1432" cy="477"/>
            </a:xfrm>
            <a:custGeom>
              <a:avLst/>
              <a:gdLst>
                <a:gd name="csX0" fmla="*/ 1433 w 1432"/>
                <a:gd name="csY0" fmla="*/ 0 h 477"/>
                <a:gd name="csX1" fmla="*/ 478 w 1432"/>
                <a:gd name="csY1" fmla="*/ 0 h 477"/>
                <a:gd name="csX2" fmla="*/ 0 w 1432"/>
                <a:gd name="csY2" fmla="*/ 478 h 477"/>
                <a:gd name="csX3" fmla="*/ 478 w 1432"/>
                <a:gd name="csY3" fmla="*/ 0 h 477"/>
                <a:gd name="csX4" fmla="*/ 1433 w 1432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477">
                  <a:moveTo>
                    <a:pt x="1433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" name="Freeform 909">
              <a:extLst>
                <a:ext uri="{FF2B5EF4-FFF2-40B4-BE49-F238E27FC236}">
                  <a16:creationId xmlns:a16="http://schemas.microsoft.com/office/drawing/2014/main" id="{179642F7-AE19-628D-0C65-AFF0415EA29B}"/>
                </a:ext>
              </a:extLst>
            </p:cNvPr>
            <p:cNvSpPr/>
            <p:nvPr/>
          </p:nvSpPr>
          <p:spPr>
            <a:xfrm>
              <a:off x="7726967" y="3664304"/>
              <a:ext cx="3343" cy="4777"/>
            </a:xfrm>
            <a:custGeom>
              <a:avLst/>
              <a:gdLst>
                <a:gd name="csX0" fmla="*/ 3344 w 3343"/>
                <a:gd name="csY0" fmla="*/ 4777 h 4777"/>
                <a:gd name="csX1" fmla="*/ 2866 w 3343"/>
                <a:gd name="csY1" fmla="*/ 4777 h 4777"/>
                <a:gd name="csX2" fmla="*/ 955 w 3343"/>
                <a:gd name="csY2" fmla="*/ 3344 h 4777"/>
                <a:gd name="csX3" fmla="*/ 478 w 3343"/>
                <a:gd name="csY3" fmla="*/ 1911 h 4777"/>
                <a:gd name="csX4" fmla="*/ 478 w 3343"/>
                <a:gd name="csY4" fmla="*/ 956 h 4777"/>
                <a:gd name="csX5" fmla="*/ 0 w 3343"/>
                <a:gd name="csY5" fmla="*/ 0 h 4777"/>
                <a:gd name="csX6" fmla="*/ 0 w 3343"/>
                <a:gd name="csY6" fmla="*/ 0 h 4777"/>
                <a:gd name="csX7" fmla="*/ 478 w 3343"/>
                <a:gd name="csY7" fmla="*/ 956 h 4777"/>
                <a:gd name="csX8" fmla="*/ 478 w 3343"/>
                <a:gd name="csY8" fmla="*/ 1911 h 4777"/>
                <a:gd name="csX9" fmla="*/ 1433 w 3343"/>
                <a:gd name="csY9" fmla="*/ 3344 h 4777"/>
                <a:gd name="csX10" fmla="*/ 3344 w 3343"/>
                <a:gd name="csY10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3" h="4777">
                  <a:moveTo>
                    <a:pt x="3344" y="4777"/>
                  </a:moveTo>
                  <a:lnTo>
                    <a:pt x="2866" y="4777"/>
                  </a:lnTo>
                  <a:lnTo>
                    <a:pt x="955" y="3344"/>
                  </a:lnTo>
                  <a:lnTo>
                    <a:pt x="478" y="1911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956"/>
                  </a:lnTo>
                  <a:lnTo>
                    <a:pt x="478" y="1911"/>
                  </a:lnTo>
                  <a:lnTo>
                    <a:pt x="1433" y="3344"/>
                  </a:lnTo>
                  <a:lnTo>
                    <a:pt x="3344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" name="Freeform 910">
              <a:extLst>
                <a:ext uri="{FF2B5EF4-FFF2-40B4-BE49-F238E27FC236}">
                  <a16:creationId xmlns:a16="http://schemas.microsoft.com/office/drawing/2014/main" id="{EE5E195C-2548-AE8E-6040-9C5DE6493AA2}"/>
                </a:ext>
              </a:extLst>
            </p:cNvPr>
            <p:cNvSpPr/>
            <p:nvPr/>
          </p:nvSpPr>
          <p:spPr>
            <a:xfrm>
              <a:off x="7718846" y="4487432"/>
              <a:ext cx="10510" cy="37740"/>
            </a:xfrm>
            <a:custGeom>
              <a:avLst/>
              <a:gdLst>
                <a:gd name="csX0" fmla="*/ 10510 w 10510"/>
                <a:gd name="csY0" fmla="*/ 1911 h 37740"/>
                <a:gd name="csX1" fmla="*/ 10510 w 10510"/>
                <a:gd name="csY1" fmla="*/ 2866 h 37740"/>
                <a:gd name="csX2" fmla="*/ 9555 w 10510"/>
                <a:gd name="csY2" fmla="*/ 3822 h 37740"/>
                <a:gd name="csX3" fmla="*/ 10510 w 10510"/>
                <a:gd name="csY3" fmla="*/ 5255 h 37740"/>
                <a:gd name="csX4" fmla="*/ 10510 w 10510"/>
                <a:gd name="csY4" fmla="*/ 6210 h 37740"/>
                <a:gd name="csX5" fmla="*/ 10033 w 10510"/>
                <a:gd name="csY5" fmla="*/ 7166 h 37740"/>
                <a:gd name="csX6" fmla="*/ 9077 w 10510"/>
                <a:gd name="csY6" fmla="*/ 8599 h 37740"/>
                <a:gd name="csX7" fmla="*/ 8122 w 10510"/>
                <a:gd name="csY7" fmla="*/ 9077 h 37740"/>
                <a:gd name="csX8" fmla="*/ 7644 w 10510"/>
                <a:gd name="csY8" fmla="*/ 10510 h 37740"/>
                <a:gd name="csX9" fmla="*/ 6688 w 10510"/>
                <a:gd name="csY9" fmla="*/ 10988 h 37740"/>
                <a:gd name="csX10" fmla="*/ 8599 w 10510"/>
                <a:gd name="csY10" fmla="*/ 12899 h 37740"/>
                <a:gd name="csX11" fmla="*/ 9077 w 10510"/>
                <a:gd name="csY11" fmla="*/ 18631 h 37740"/>
                <a:gd name="csX12" fmla="*/ 7644 w 10510"/>
                <a:gd name="csY12" fmla="*/ 20065 h 37740"/>
                <a:gd name="csX13" fmla="*/ 6688 w 10510"/>
                <a:gd name="csY13" fmla="*/ 20542 h 37740"/>
                <a:gd name="csX14" fmla="*/ 6688 w 10510"/>
                <a:gd name="csY14" fmla="*/ 24364 h 37740"/>
                <a:gd name="csX15" fmla="*/ 6688 w 10510"/>
                <a:gd name="csY15" fmla="*/ 25320 h 37740"/>
                <a:gd name="csX16" fmla="*/ 5255 w 10510"/>
                <a:gd name="csY16" fmla="*/ 27231 h 37740"/>
                <a:gd name="csX17" fmla="*/ 4777 w 10510"/>
                <a:gd name="csY17" fmla="*/ 28186 h 37740"/>
                <a:gd name="csX18" fmla="*/ 4300 w 10510"/>
                <a:gd name="csY18" fmla="*/ 28664 h 37740"/>
                <a:gd name="csX19" fmla="*/ 4300 w 10510"/>
                <a:gd name="csY19" fmla="*/ 29619 h 37740"/>
                <a:gd name="csX20" fmla="*/ 5255 w 10510"/>
                <a:gd name="csY20" fmla="*/ 30097 h 37740"/>
                <a:gd name="csX21" fmla="*/ 5255 w 10510"/>
                <a:gd name="csY21" fmla="*/ 31052 h 37740"/>
                <a:gd name="csX22" fmla="*/ 4777 w 10510"/>
                <a:gd name="csY22" fmla="*/ 32963 h 37740"/>
                <a:gd name="csX23" fmla="*/ 4777 w 10510"/>
                <a:gd name="csY23" fmla="*/ 35352 h 37740"/>
                <a:gd name="csX24" fmla="*/ 3822 w 10510"/>
                <a:gd name="csY24" fmla="*/ 37263 h 37740"/>
                <a:gd name="csX25" fmla="*/ 3822 w 10510"/>
                <a:gd name="csY25" fmla="*/ 37263 h 37740"/>
                <a:gd name="csX26" fmla="*/ 3344 w 10510"/>
                <a:gd name="csY26" fmla="*/ 37740 h 37740"/>
                <a:gd name="csX27" fmla="*/ 2867 w 10510"/>
                <a:gd name="csY27" fmla="*/ 37263 h 37740"/>
                <a:gd name="csX28" fmla="*/ 956 w 10510"/>
                <a:gd name="csY28" fmla="*/ 33919 h 37740"/>
                <a:gd name="csX29" fmla="*/ 478 w 10510"/>
                <a:gd name="csY29" fmla="*/ 31530 h 37740"/>
                <a:gd name="csX30" fmla="*/ 0 w 10510"/>
                <a:gd name="csY30" fmla="*/ 31052 h 37740"/>
                <a:gd name="csX31" fmla="*/ 478 w 10510"/>
                <a:gd name="csY31" fmla="*/ 30097 h 37740"/>
                <a:gd name="csX32" fmla="*/ 1433 w 10510"/>
                <a:gd name="csY32" fmla="*/ 29619 h 37740"/>
                <a:gd name="csX33" fmla="*/ 1911 w 10510"/>
                <a:gd name="csY33" fmla="*/ 28664 h 37740"/>
                <a:gd name="csX34" fmla="*/ 1911 w 10510"/>
                <a:gd name="csY34" fmla="*/ 26753 h 37740"/>
                <a:gd name="csX35" fmla="*/ 2867 w 10510"/>
                <a:gd name="csY35" fmla="*/ 25320 h 37740"/>
                <a:gd name="csX36" fmla="*/ 3344 w 10510"/>
                <a:gd name="csY36" fmla="*/ 24842 h 37740"/>
                <a:gd name="csX37" fmla="*/ 4777 w 10510"/>
                <a:gd name="csY37" fmla="*/ 24842 h 37740"/>
                <a:gd name="csX38" fmla="*/ 4777 w 10510"/>
                <a:gd name="csY38" fmla="*/ 24364 h 37740"/>
                <a:gd name="csX39" fmla="*/ 4777 w 10510"/>
                <a:gd name="csY39" fmla="*/ 22931 h 37740"/>
                <a:gd name="csX40" fmla="*/ 3822 w 10510"/>
                <a:gd name="csY40" fmla="*/ 22453 h 37740"/>
                <a:gd name="csX41" fmla="*/ 3822 w 10510"/>
                <a:gd name="csY41" fmla="*/ 21975 h 37740"/>
                <a:gd name="csX42" fmla="*/ 3822 w 10510"/>
                <a:gd name="csY42" fmla="*/ 18631 h 37740"/>
                <a:gd name="csX43" fmla="*/ 3822 w 10510"/>
                <a:gd name="csY43" fmla="*/ 17198 h 37740"/>
                <a:gd name="csX44" fmla="*/ 4300 w 10510"/>
                <a:gd name="csY44" fmla="*/ 16243 h 37740"/>
                <a:gd name="csX45" fmla="*/ 3822 w 10510"/>
                <a:gd name="csY45" fmla="*/ 14332 h 37740"/>
                <a:gd name="csX46" fmla="*/ 4300 w 10510"/>
                <a:gd name="csY46" fmla="*/ 13376 h 37740"/>
                <a:gd name="csX47" fmla="*/ 5255 w 10510"/>
                <a:gd name="csY47" fmla="*/ 12421 h 37740"/>
                <a:gd name="csX48" fmla="*/ 5733 w 10510"/>
                <a:gd name="csY48" fmla="*/ 10032 h 37740"/>
                <a:gd name="csX49" fmla="*/ 5255 w 10510"/>
                <a:gd name="csY49" fmla="*/ 9555 h 37740"/>
                <a:gd name="csX50" fmla="*/ 6211 w 10510"/>
                <a:gd name="csY50" fmla="*/ 5733 h 37740"/>
                <a:gd name="csX51" fmla="*/ 6211 w 10510"/>
                <a:gd name="csY51" fmla="*/ 3344 h 37740"/>
                <a:gd name="csX52" fmla="*/ 7644 w 10510"/>
                <a:gd name="csY52" fmla="*/ 956 h 37740"/>
                <a:gd name="csX53" fmla="*/ 9555 w 10510"/>
                <a:gd name="csY53" fmla="*/ 0 h 37740"/>
                <a:gd name="csX54" fmla="*/ 10510 w 10510"/>
                <a:gd name="csY54" fmla="*/ 0 h 37740"/>
                <a:gd name="csX55" fmla="*/ 10510 w 10510"/>
                <a:gd name="csY55" fmla="*/ 1911 h 37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</a:cxnLst>
              <a:rect l="l" t="t" r="r" b="b"/>
              <a:pathLst>
                <a:path w="10510" h="37740">
                  <a:moveTo>
                    <a:pt x="10510" y="1911"/>
                  </a:moveTo>
                  <a:lnTo>
                    <a:pt x="10510" y="2866"/>
                  </a:lnTo>
                  <a:lnTo>
                    <a:pt x="9555" y="3822"/>
                  </a:lnTo>
                  <a:lnTo>
                    <a:pt x="10510" y="5255"/>
                  </a:lnTo>
                  <a:lnTo>
                    <a:pt x="10510" y="6210"/>
                  </a:lnTo>
                  <a:lnTo>
                    <a:pt x="10033" y="7166"/>
                  </a:lnTo>
                  <a:lnTo>
                    <a:pt x="9077" y="8599"/>
                  </a:lnTo>
                  <a:lnTo>
                    <a:pt x="8122" y="9077"/>
                  </a:lnTo>
                  <a:lnTo>
                    <a:pt x="7644" y="10510"/>
                  </a:lnTo>
                  <a:lnTo>
                    <a:pt x="6688" y="10988"/>
                  </a:lnTo>
                  <a:lnTo>
                    <a:pt x="8599" y="12899"/>
                  </a:lnTo>
                  <a:lnTo>
                    <a:pt x="9077" y="18631"/>
                  </a:lnTo>
                  <a:lnTo>
                    <a:pt x="7644" y="20065"/>
                  </a:lnTo>
                  <a:lnTo>
                    <a:pt x="6688" y="20542"/>
                  </a:lnTo>
                  <a:lnTo>
                    <a:pt x="6688" y="24364"/>
                  </a:lnTo>
                  <a:lnTo>
                    <a:pt x="6688" y="25320"/>
                  </a:lnTo>
                  <a:lnTo>
                    <a:pt x="5255" y="27231"/>
                  </a:lnTo>
                  <a:lnTo>
                    <a:pt x="4777" y="28186"/>
                  </a:lnTo>
                  <a:lnTo>
                    <a:pt x="4300" y="28664"/>
                  </a:lnTo>
                  <a:lnTo>
                    <a:pt x="4300" y="29619"/>
                  </a:lnTo>
                  <a:lnTo>
                    <a:pt x="5255" y="30097"/>
                  </a:lnTo>
                  <a:lnTo>
                    <a:pt x="5255" y="31052"/>
                  </a:lnTo>
                  <a:lnTo>
                    <a:pt x="4777" y="32963"/>
                  </a:lnTo>
                  <a:lnTo>
                    <a:pt x="4777" y="35352"/>
                  </a:lnTo>
                  <a:lnTo>
                    <a:pt x="3822" y="37263"/>
                  </a:lnTo>
                  <a:lnTo>
                    <a:pt x="3822" y="37263"/>
                  </a:lnTo>
                  <a:lnTo>
                    <a:pt x="3344" y="37740"/>
                  </a:lnTo>
                  <a:lnTo>
                    <a:pt x="2867" y="37263"/>
                  </a:lnTo>
                  <a:lnTo>
                    <a:pt x="956" y="33919"/>
                  </a:lnTo>
                  <a:lnTo>
                    <a:pt x="478" y="31530"/>
                  </a:lnTo>
                  <a:lnTo>
                    <a:pt x="0" y="31052"/>
                  </a:lnTo>
                  <a:lnTo>
                    <a:pt x="478" y="30097"/>
                  </a:lnTo>
                  <a:lnTo>
                    <a:pt x="1433" y="29619"/>
                  </a:lnTo>
                  <a:lnTo>
                    <a:pt x="1911" y="28664"/>
                  </a:lnTo>
                  <a:lnTo>
                    <a:pt x="1911" y="26753"/>
                  </a:lnTo>
                  <a:lnTo>
                    <a:pt x="2867" y="25320"/>
                  </a:lnTo>
                  <a:lnTo>
                    <a:pt x="3344" y="24842"/>
                  </a:lnTo>
                  <a:lnTo>
                    <a:pt x="4777" y="24842"/>
                  </a:lnTo>
                  <a:lnTo>
                    <a:pt x="4777" y="24364"/>
                  </a:lnTo>
                  <a:lnTo>
                    <a:pt x="4777" y="22931"/>
                  </a:lnTo>
                  <a:lnTo>
                    <a:pt x="3822" y="22453"/>
                  </a:lnTo>
                  <a:lnTo>
                    <a:pt x="3822" y="21975"/>
                  </a:lnTo>
                  <a:lnTo>
                    <a:pt x="3822" y="18631"/>
                  </a:lnTo>
                  <a:lnTo>
                    <a:pt x="3822" y="17198"/>
                  </a:lnTo>
                  <a:lnTo>
                    <a:pt x="4300" y="16243"/>
                  </a:lnTo>
                  <a:lnTo>
                    <a:pt x="3822" y="14332"/>
                  </a:lnTo>
                  <a:lnTo>
                    <a:pt x="4300" y="13376"/>
                  </a:lnTo>
                  <a:lnTo>
                    <a:pt x="5255" y="12421"/>
                  </a:lnTo>
                  <a:lnTo>
                    <a:pt x="5733" y="10032"/>
                  </a:lnTo>
                  <a:lnTo>
                    <a:pt x="5255" y="9555"/>
                  </a:lnTo>
                  <a:lnTo>
                    <a:pt x="6211" y="5733"/>
                  </a:lnTo>
                  <a:lnTo>
                    <a:pt x="6211" y="3344"/>
                  </a:lnTo>
                  <a:lnTo>
                    <a:pt x="7644" y="956"/>
                  </a:lnTo>
                  <a:lnTo>
                    <a:pt x="9555" y="0"/>
                  </a:lnTo>
                  <a:lnTo>
                    <a:pt x="10510" y="0"/>
                  </a:lnTo>
                  <a:lnTo>
                    <a:pt x="1051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74224CB4-E8C6-180E-6D34-09598E82326E}"/>
                </a:ext>
              </a:extLst>
            </p:cNvPr>
            <p:cNvSpPr/>
            <p:nvPr/>
          </p:nvSpPr>
          <p:spPr>
            <a:xfrm>
              <a:off x="7726967" y="4515618"/>
              <a:ext cx="2388" cy="2388"/>
            </a:xfrm>
            <a:custGeom>
              <a:avLst/>
              <a:gdLst>
                <a:gd name="csX0" fmla="*/ 1433 w 2388"/>
                <a:gd name="csY0" fmla="*/ 0 h 2388"/>
                <a:gd name="csX1" fmla="*/ 2389 w 2388"/>
                <a:gd name="csY1" fmla="*/ 2389 h 2388"/>
                <a:gd name="csX2" fmla="*/ 478 w 2388"/>
                <a:gd name="csY2" fmla="*/ 1433 h 2388"/>
                <a:gd name="csX3" fmla="*/ 0 w 2388"/>
                <a:gd name="csY3" fmla="*/ 478 h 2388"/>
                <a:gd name="csX4" fmla="*/ 955 w 2388"/>
                <a:gd name="csY4" fmla="*/ 0 h 2388"/>
                <a:gd name="csX5" fmla="*/ 1433 w 2388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2388">
                  <a:moveTo>
                    <a:pt x="1433" y="0"/>
                  </a:moveTo>
                  <a:lnTo>
                    <a:pt x="2389" y="2389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" name="Freeform 912">
              <a:extLst>
                <a:ext uri="{FF2B5EF4-FFF2-40B4-BE49-F238E27FC236}">
                  <a16:creationId xmlns:a16="http://schemas.microsoft.com/office/drawing/2014/main" id="{0D1B45C6-014C-0597-1FEF-B072A7227608}"/>
                </a:ext>
              </a:extLst>
            </p:cNvPr>
            <p:cNvSpPr/>
            <p:nvPr/>
          </p:nvSpPr>
          <p:spPr>
            <a:xfrm>
              <a:off x="7726490" y="4363700"/>
              <a:ext cx="1910" cy="5255"/>
            </a:xfrm>
            <a:custGeom>
              <a:avLst/>
              <a:gdLst>
                <a:gd name="csX0" fmla="*/ 1910 w 1910"/>
                <a:gd name="csY0" fmla="*/ 3344 h 5255"/>
                <a:gd name="csX1" fmla="*/ 1910 w 1910"/>
                <a:gd name="csY1" fmla="*/ 5255 h 5255"/>
                <a:gd name="csX2" fmla="*/ 955 w 1910"/>
                <a:gd name="csY2" fmla="*/ 4300 h 5255"/>
                <a:gd name="csX3" fmla="*/ 0 w 1910"/>
                <a:gd name="csY3" fmla="*/ 1911 h 5255"/>
                <a:gd name="csX4" fmla="*/ 0 w 1910"/>
                <a:gd name="csY4" fmla="*/ 0 h 5255"/>
                <a:gd name="csX5" fmla="*/ 955 w 1910"/>
                <a:gd name="csY5" fmla="*/ 956 h 5255"/>
                <a:gd name="csX6" fmla="*/ 1910 w 1910"/>
                <a:gd name="csY6" fmla="*/ 3344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5255">
                  <a:moveTo>
                    <a:pt x="1910" y="3344"/>
                  </a:moveTo>
                  <a:lnTo>
                    <a:pt x="1910" y="5255"/>
                  </a:lnTo>
                  <a:lnTo>
                    <a:pt x="955" y="4300"/>
                  </a:lnTo>
                  <a:lnTo>
                    <a:pt x="0" y="1911"/>
                  </a:lnTo>
                  <a:lnTo>
                    <a:pt x="0" y="0"/>
                  </a:lnTo>
                  <a:lnTo>
                    <a:pt x="955" y="956"/>
                  </a:lnTo>
                  <a:lnTo>
                    <a:pt x="191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" name="Freeform 913">
              <a:extLst>
                <a:ext uri="{FF2B5EF4-FFF2-40B4-BE49-F238E27FC236}">
                  <a16:creationId xmlns:a16="http://schemas.microsoft.com/office/drawing/2014/main" id="{D497B11D-C129-75A2-07AB-EEEF47ECB241}"/>
                </a:ext>
              </a:extLst>
            </p:cNvPr>
            <p:cNvSpPr/>
            <p:nvPr/>
          </p:nvSpPr>
          <p:spPr>
            <a:xfrm>
              <a:off x="7723623" y="4324526"/>
              <a:ext cx="1433" cy="1911"/>
            </a:xfrm>
            <a:custGeom>
              <a:avLst/>
              <a:gdLst>
                <a:gd name="csX0" fmla="*/ 0 w 1433"/>
                <a:gd name="csY0" fmla="*/ 0 h 1911"/>
                <a:gd name="csX1" fmla="*/ 1433 w 1433"/>
                <a:gd name="csY1" fmla="*/ 1911 h 1911"/>
                <a:gd name="csX2" fmla="*/ 1433 w 1433"/>
                <a:gd name="csY2" fmla="*/ 1911 h 1911"/>
                <a:gd name="csX3" fmla="*/ 0 w 1433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911">
                  <a:moveTo>
                    <a:pt x="0" y="0"/>
                  </a:moveTo>
                  <a:lnTo>
                    <a:pt x="1433" y="1911"/>
                  </a:lnTo>
                  <a:lnTo>
                    <a:pt x="1433" y="19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" name="Freeform 914">
              <a:extLst>
                <a:ext uri="{FF2B5EF4-FFF2-40B4-BE49-F238E27FC236}">
                  <a16:creationId xmlns:a16="http://schemas.microsoft.com/office/drawing/2014/main" id="{519A7C37-A401-8D65-8E46-98B96CB13CAA}"/>
                </a:ext>
              </a:extLst>
            </p:cNvPr>
            <p:cNvSpPr/>
            <p:nvPr/>
          </p:nvSpPr>
          <p:spPr>
            <a:xfrm>
              <a:off x="7722190" y="4566735"/>
              <a:ext cx="1911" cy="1911"/>
            </a:xfrm>
            <a:custGeom>
              <a:avLst/>
              <a:gdLst>
                <a:gd name="csX0" fmla="*/ 1433 w 1911"/>
                <a:gd name="csY0" fmla="*/ 0 h 1911"/>
                <a:gd name="csX1" fmla="*/ 1911 w 1911"/>
                <a:gd name="csY1" fmla="*/ 1433 h 1911"/>
                <a:gd name="csX2" fmla="*/ 1433 w 1911"/>
                <a:gd name="csY2" fmla="*/ 1911 h 1911"/>
                <a:gd name="csX3" fmla="*/ 955 w 1911"/>
                <a:gd name="csY3" fmla="*/ 1911 h 1911"/>
                <a:gd name="csX4" fmla="*/ 478 w 1911"/>
                <a:gd name="csY4" fmla="*/ 1433 h 1911"/>
                <a:gd name="csX5" fmla="*/ 0 w 1911"/>
                <a:gd name="csY5" fmla="*/ 956 h 1911"/>
                <a:gd name="csX6" fmla="*/ 478 w 1911"/>
                <a:gd name="csY6" fmla="*/ 478 h 1911"/>
                <a:gd name="csX7" fmla="*/ 955 w 1911"/>
                <a:gd name="csY7" fmla="*/ 0 h 1911"/>
                <a:gd name="csX8" fmla="*/ 1433 w 1911"/>
                <a:gd name="csY8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1911">
                  <a:moveTo>
                    <a:pt x="1433" y="0"/>
                  </a:moveTo>
                  <a:lnTo>
                    <a:pt x="1911" y="1433"/>
                  </a:lnTo>
                  <a:lnTo>
                    <a:pt x="1433" y="1911"/>
                  </a:lnTo>
                  <a:lnTo>
                    <a:pt x="955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" name="Freeform 915">
              <a:extLst>
                <a:ext uri="{FF2B5EF4-FFF2-40B4-BE49-F238E27FC236}">
                  <a16:creationId xmlns:a16="http://schemas.microsoft.com/office/drawing/2014/main" id="{2D2B81FD-F188-C303-362A-6275A20AB06F}"/>
                </a:ext>
              </a:extLst>
            </p:cNvPr>
            <p:cNvSpPr/>
            <p:nvPr/>
          </p:nvSpPr>
          <p:spPr>
            <a:xfrm>
              <a:off x="7716457" y="3820044"/>
              <a:ext cx="7165" cy="477"/>
            </a:xfrm>
            <a:custGeom>
              <a:avLst/>
              <a:gdLst>
                <a:gd name="csX0" fmla="*/ 7166 w 7165"/>
                <a:gd name="csY0" fmla="*/ 0 h 477"/>
                <a:gd name="csX1" fmla="*/ 3344 w 7165"/>
                <a:gd name="csY1" fmla="*/ 478 h 477"/>
                <a:gd name="csX2" fmla="*/ 0 w 7165"/>
                <a:gd name="csY2" fmla="*/ 478 h 477"/>
                <a:gd name="csX3" fmla="*/ 3344 w 7165"/>
                <a:gd name="csY3" fmla="*/ 478 h 477"/>
                <a:gd name="csX4" fmla="*/ 7166 w 7165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65" h="477">
                  <a:moveTo>
                    <a:pt x="7166" y="0"/>
                  </a:moveTo>
                  <a:lnTo>
                    <a:pt x="3344" y="478"/>
                  </a:lnTo>
                  <a:lnTo>
                    <a:pt x="0" y="478"/>
                  </a:lnTo>
                  <a:lnTo>
                    <a:pt x="3344" y="478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7" name="Freeform 916">
              <a:extLst>
                <a:ext uri="{FF2B5EF4-FFF2-40B4-BE49-F238E27FC236}">
                  <a16:creationId xmlns:a16="http://schemas.microsoft.com/office/drawing/2014/main" id="{D538C817-77E2-6FB9-EE57-37EBBED15438}"/>
                </a:ext>
              </a:extLst>
            </p:cNvPr>
            <p:cNvSpPr/>
            <p:nvPr/>
          </p:nvSpPr>
          <p:spPr>
            <a:xfrm>
              <a:off x="7721712" y="4498420"/>
              <a:ext cx="955" cy="2866"/>
            </a:xfrm>
            <a:custGeom>
              <a:avLst/>
              <a:gdLst>
                <a:gd name="csX0" fmla="*/ 955 w 955"/>
                <a:gd name="csY0" fmla="*/ 0 h 2866"/>
                <a:gd name="csX1" fmla="*/ 955 w 955"/>
                <a:gd name="csY1" fmla="*/ 1911 h 2866"/>
                <a:gd name="csX2" fmla="*/ 0 w 955"/>
                <a:gd name="csY2" fmla="*/ 2866 h 2866"/>
                <a:gd name="csX3" fmla="*/ 0 w 955"/>
                <a:gd name="csY3" fmla="*/ 478 h 2866"/>
                <a:gd name="csX4" fmla="*/ 478 w 955"/>
                <a:gd name="csY4" fmla="*/ 0 h 2866"/>
                <a:gd name="csX5" fmla="*/ 478 w 955"/>
                <a:gd name="csY5" fmla="*/ 0 h 2866"/>
                <a:gd name="csX6" fmla="*/ 955 w 955"/>
                <a:gd name="csY6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2866">
                  <a:moveTo>
                    <a:pt x="955" y="0"/>
                  </a:moveTo>
                  <a:lnTo>
                    <a:pt x="955" y="1911"/>
                  </a:lnTo>
                  <a:lnTo>
                    <a:pt x="0" y="286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8" name="Freeform 917">
              <a:extLst>
                <a:ext uri="{FF2B5EF4-FFF2-40B4-BE49-F238E27FC236}">
                  <a16:creationId xmlns:a16="http://schemas.microsoft.com/office/drawing/2014/main" id="{9E9E92D5-63F6-CE04-67EB-36F26BCDD096}"/>
                </a:ext>
              </a:extLst>
            </p:cNvPr>
            <p:cNvSpPr/>
            <p:nvPr/>
          </p:nvSpPr>
          <p:spPr>
            <a:xfrm>
              <a:off x="7719801" y="4525173"/>
              <a:ext cx="1911" cy="2866"/>
            </a:xfrm>
            <a:custGeom>
              <a:avLst/>
              <a:gdLst>
                <a:gd name="csX0" fmla="*/ 1911 w 1911"/>
                <a:gd name="csY0" fmla="*/ 1911 h 2866"/>
                <a:gd name="csX1" fmla="*/ 1911 w 1911"/>
                <a:gd name="csY1" fmla="*/ 2389 h 2866"/>
                <a:gd name="csX2" fmla="*/ 955 w 1911"/>
                <a:gd name="csY2" fmla="*/ 2867 h 2866"/>
                <a:gd name="csX3" fmla="*/ 0 w 1911"/>
                <a:gd name="csY3" fmla="*/ 2389 h 2866"/>
                <a:gd name="csX4" fmla="*/ 955 w 1911"/>
                <a:gd name="csY4" fmla="*/ 1433 h 2866"/>
                <a:gd name="csX5" fmla="*/ 955 w 1911"/>
                <a:gd name="csY5" fmla="*/ 0 h 2866"/>
                <a:gd name="csX6" fmla="*/ 1911 w 1911"/>
                <a:gd name="csY6" fmla="*/ 956 h 2866"/>
                <a:gd name="csX7" fmla="*/ 1911 w 1911"/>
                <a:gd name="csY7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2866">
                  <a:moveTo>
                    <a:pt x="1911" y="1911"/>
                  </a:moveTo>
                  <a:lnTo>
                    <a:pt x="1911" y="2389"/>
                  </a:lnTo>
                  <a:lnTo>
                    <a:pt x="955" y="2867"/>
                  </a:lnTo>
                  <a:lnTo>
                    <a:pt x="0" y="2389"/>
                  </a:lnTo>
                  <a:lnTo>
                    <a:pt x="955" y="1433"/>
                  </a:lnTo>
                  <a:lnTo>
                    <a:pt x="955" y="0"/>
                  </a:lnTo>
                  <a:lnTo>
                    <a:pt x="1911" y="956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8E1D7B27-0ED6-879B-50FB-ABF423F70781}"/>
                </a:ext>
              </a:extLst>
            </p:cNvPr>
            <p:cNvSpPr/>
            <p:nvPr/>
          </p:nvSpPr>
          <p:spPr>
            <a:xfrm>
              <a:off x="7721234" y="4206049"/>
              <a:ext cx="478" cy="1433"/>
            </a:xfrm>
            <a:custGeom>
              <a:avLst/>
              <a:gdLst>
                <a:gd name="csX0" fmla="*/ 478 w 478"/>
                <a:gd name="csY0" fmla="*/ 478 h 1433"/>
                <a:gd name="csX1" fmla="*/ 478 w 478"/>
                <a:gd name="csY1" fmla="*/ 956 h 1433"/>
                <a:gd name="csX2" fmla="*/ 478 w 478"/>
                <a:gd name="csY2" fmla="*/ 1433 h 1433"/>
                <a:gd name="csX3" fmla="*/ 478 w 478"/>
                <a:gd name="csY3" fmla="*/ 956 h 1433"/>
                <a:gd name="csX4" fmla="*/ 478 w 478"/>
                <a:gd name="csY4" fmla="*/ 478 h 1433"/>
                <a:gd name="csX5" fmla="*/ 0 w 478"/>
                <a:gd name="csY5" fmla="*/ 0 h 1433"/>
                <a:gd name="csX6" fmla="*/ 478 w 478"/>
                <a:gd name="csY6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8" h="1433">
                  <a:moveTo>
                    <a:pt x="478" y="478"/>
                  </a:moveTo>
                  <a:lnTo>
                    <a:pt x="478" y="956"/>
                  </a:lnTo>
                  <a:lnTo>
                    <a:pt x="478" y="1433"/>
                  </a:lnTo>
                  <a:lnTo>
                    <a:pt x="478" y="956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0" name="Freeform 919">
              <a:extLst>
                <a:ext uri="{FF2B5EF4-FFF2-40B4-BE49-F238E27FC236}">
                  <a16:creationId xmlns:a16="http://schemas.microsoft.com/office/drawing/2014/main" id="{EF0A716F-9F09-C6B0-3C91-D376DDA282D4}"/>
                </a:ext>
              </a:extLst>
            </p:cNvPr>
            <p:cNvSpPr/>
            <p:nvPr/>
          </p:nvSpPr>
          <p:spPr>
            <a:xfrm>
              <a:off x="7715024" y="3661916"/>
              <a:ext cx="6688" cy="5255"/>
            </a:xfrm>
            <a:custGeom>
              <a:avLst/>
              <a:gdLst>
                <a:gd name="csX0" fmla="*/ 6688 w 6688"/>
                <a:gd name="csY0" fmla="*/ 5255 h 5255"/>
                <a:gd name="csX1" fmla="*/ 5733 w 6688"/>
                <a:gd name="csY1" fmla="*/ 4777 h 5255"/>
                <a:gd name="csX2" fmla="*/ 4777 w 6688"/>
                <a:gd name="csY2" fmla="*/ 3822 h 5255"/>
                <a:gd name="csX3" fmla="*/ 2866 w 6688"/>
                <a:gd name="csY3" fmla="*/ 2866 h 5255"/>
                <a:gd name="csX4" fmla="*/ 1433 w 6688"/>
                <a:gd name="csY4" fmla="*/ 1911 h 5255"/>
                <a:gd name="csX5" fmla="*/ 0 w 6688"/>
                <a:gd name="csY5" fmla="*/ 0 h 5255"/>
                <a:gd name="csX6" fmla="*/ 0 w 6688"/>
                <a:gd name="csY6" fmla="*/ 0 h 5255"/>
                <a:gd name="csX7" fmla="*/ 1433 w 6688"/>
                <a:gd name="csY7" fmla="*/ 1911 h 5255"/>
                <a:gd name="csX8" fmla="*/ 2866 w 6688"/>
                <a:gd name="csY8" fmla="*/ 2866 h 5255"/>
                <a:gd name="csX9" fmla="*/ 4777 w 6688"/>
                <a:gd name="csY9" fmla="*/ 3822 h 5255"/>
                <a:gd name="csX10" fmla="*/ 5733 w 6688"/>
                <a:gd name="csY10" fmla="*/ 4777 h 5255"/>
                <a:gd name="csX11" fmla="*/ 6688 w 6688"/>
                <a:gd name="csY11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8" h="5255">
                  <a:moveTo>
                    <a:pt x="6688" y="5255"/>
                  </a:moveTo>
                  <a:lnTo>
                    <a:pt x="5733" y="4777"/>
                  </a:lnTo>
                  <a:lnTo>
                    <a:pt x="4777" y="3822"/>
                  </a:lnTo>
                  <a:lnTo>
                    <a:pt x="2866" y="2866"/>
                  </a:lnTo>
                  <a:lnTo>
                    <a:pt x="1433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1911"/>
                  </a:lnTo>
                  <a:lnTo>
                    <a:pt x="2866" y="2866"/>
                  </a:lnTo>
                  <a:lnTo>
                    <a:pt x="4777" y="3822"/>
                  </a:lnTo>
                  <a:lnTo>
                    <a:pt x="5733" y="4777"/>
                  </a:lnTo>
                  <a:lnTo>
                    <a:pt x="6688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1" name="Freeform 920">
              <a:extLst>
                <a:ext uri="{FF2B5EF4-FFF2-40B4-BE49-F238E27FC236}">
                  <a16:creationId xmlns:a16="http://schemas.microsoft.com/office/drawing/2014/main" id="{4F7D79E4-BFEE-B819-4AD7-35A13758CDC0}"/>
                </a:ext>
              </a:extLst>
            </p:cNvPr>
            <p:cNvSpPr/>
            <p:nvPr/>
          </p:nvSpPr>
          <p:spPr>
            <a:xfrm>
              <a:off x="7720757" y="4205572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  <a:gd name="csX2" fmla="*/ 0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2" name="Freeform 921">
              <a:extLst>
                <a:ext uri="{FF2B5EF4-FFF2-40B4-BE49-F238E27FC236}">
                  <a16:creationId xmlns:a16="http://schemas.microsoft.com/office/drawing/2014/main" id="{0476DC5F-8F06-7A8B-AD96-7A4BCC1017DB}"/>
                </a:ext>
              </a:extLst>
            </p:cNvPr>
            <p:cNvSpPr/>
            <p:nvPr/>
          </p:nvSpPr>
          <p:spPr>
            <a:xfrm>
              <a:off x="7629510" y="4236146"/>
              <a:ext cx="91246" cy="114177"/>
            </a:xfrm>
            <a:custGeom>
              <a:avLst/>
              <a:gdLst>
                <a:gd name="csX0" fmla="*/ 91246 w 91246"/>
                <a:gd name="csY0" fmla="*/ 103190 h 114177"/>
                <a:gd name="csX1" fmla="*/ 91246 w 91246"/>
                <a:gd name="csY1" fmla="*/ 104145 h 114177"/>
                <a:gd name="csX2" fmla="*/ 90769 w 91246"/>
                <a:gd name="csY2" fmla="*/ 104623 h 114177"/>
                <a:gd name="csX3" fmla="*/ 89813 w 91246"/>
                <a:gd name="csY3" fmla="*/ 105100 h 114177"/>
                <a:gd name="csX4" fmla="*/ 89335 w 91246"/>
                <a:gd name="csY4" fmla="*/ 103667 h 114177"/>
                <a:gd name="csX5" fmla="*/ 87902 w 91246"/>
                <a:gd name="csY5" fmla="*/ 103190 h 114177"/>
                <a:gd name="csX6" fmla="*/ 85991 w 91246"/>
                <a:gd name="csY6" fmla="*/ 102234 h 114177"/>
                <a:gd name="csX7" fmla="*/ 85514 w 91246"/>
                <a:gd name="csY7" fmla="*/ 101279 h 114177"/>
                <a:gd name="csX8" fmla="*/ 84080 w 91246"/>
                <a:gd name="csY8" fmla="*/ 101757 h 114177"/>
                <a:gd name="csX9" fmla="*/ 82647 w 91246"/>
                <a:gd name="csY9" fmla="*/ 103190 h 114177"/>
                <a:gd name="csX10" fmla="*/ 82647 w 91246"/>
                <a:gd name="csY10" fmla="*/ 103190 h 114177"/>
                <a:gd name="csX11" fmla="*/ 82169 w 91246"/>
                <a:gd name="csY11" fmla="*/ 104145 h 114177"/>
                <a:gd name="csX12" fmla="*/ 82647 w 91246"/>
                <a:gd name="csY12" fmla="*/ 106056 h 114177"/>
                <a:gd name="csX13" fmla="*/ 83125 w 91246"/>
                <a:gd name="csY13" fmla="*/ 107967 h 114177"/>
                <a:gd name="csX14" fmla="*/ 84080 w 91246"/>
                <a:gd name="csY14" fmla="*/ 108923 h 114177"/>
                <a:gd name="csX15" fmla="*/ 84080 w 91246"/>
                <a:gd name="csY15" fmla="*/ 109878 h 114177"/>
                <a:gd name="csX16" fmla="*/ 84558 w 91246"/>
                <a:gd name="csY16" fmla="*/ 111311 h 114177"/>
                <a:gd name="csX17" fmla="*/ 85036 w 91246"/>
                <a:gd name="csY17" fmla="*/ 112744 h 114177"/>
                <a:gd name="csX18" fmla="*/ 85036 w 91246"/>
                <a:gd name="csY18" fmla="*/ 114177 h 114177"/>
                <a:gd name="csX19" fmla="*/ 84558 w 91246"/>
                <a:gd name="csY19" fmla="*/ 114177 h 114177"/>
                <a:gd name="csX20" fmla="*/ 83603 w 91246"/>
                <a:gd name="csY20" fmla="*/ 112266 h 114177"/>
                <a:gd name="csX21" fmla="*/ 82647 w 91246"/>
                <a:gd name="csY21" fmla="*/ 110356 h 114177"/>
                <a:gd name="csX22" fmla="*/ 79781 w 91246"/>
                <a:gd name="csY22" fmla="*/ 106534 h 114177"/>
                <a:gd name="csX23" fmla="*/ 78825 w 91246"/>
                <a:gd name="csY23" fmla="*/ 99846 h 114177"/>
                <a:gd name="csX24" fmla="*/ 78825 w 91246"/>
                <a:gd name="csY24" fmla="*/ 96979 h 114177"/>
                <a:gd name="csX25" fmla="*/ 76914 w 91246"/>
                <a:gd name="csY25" fmla="*/ 92680 h 114177"/>
                <a:gd name="csX26" fmla="*/ 75959 w 91246"/>
                <a:gd name="csY26" fmla="*/ 87425 h 114177"/>
                <a:gd name="csX27" fmla="*/ 75003 w 91246"/>
                <a:gd name="csY27" fmla="*/ 85991 h 114177"/>
                <a:gd name="csX28" fmla="*/ 75959 w 91246"/>
                <a:gd name="csY28" fmla="*/ 84558 h 114177"/>
                <a:gd name="csX29" fmla="*/ 75959 w 91246"/>
                <a:gd name="csY29" fmla="*/ 83603 h 114177"/>
                <a:gd name="csX30" fmla="*/ 75481 w 91246"/>
                <a:gd name="csY30" fmla="*/ 84081 h 114177"/>
                <a:gd name="csX31" fmla="*/ 74526 w 91246"/>
                <a:gd name="csY31" fmla="*/ 84558 h 114177"/>
                <a:gd name="csX32" fmla="*/ 73570 w 91246"/>
                <a:gd name="csY32" fmla="*/ 82647 h 114177"/>
                <a:gd name="csX33" fmla="*/ 72615 w 91246"/>
                <a:gd name="csY33" fmla="*/ 80736 h 114177"/>
                <a:gd name="csX34" fmla="*/ 69271 w 91246"/>
                <a:gd name="csY34" fmla="*/ 76915 h 114177"/>
                <a:gd name="csX35" fmla="*/ 68316 w 91246"/>
                <a:gd name="csY35" fmla="*/ 75004 h 114177"/>
                <a:gd name="csX36" fmla="*/ 68316 w 91246"/>
                <a:gd name="csY36" fmla="*/ 73093 h 114177"/>
                <a:gd name="csX37" fmla="*/ 66882 w 91246"/>
                <a:gd name="csY37" fmla="*/ 75004 h 114177"/>
                <a:gd name="csX38" fmla="*/ 64971 w 91246"/>
                <a:gd name="csY38" fmla="*/ 76437 h 114177"/>
                <a:gd name="csX39" fmla="*/ 63060 w 91246"/>
                <a:gd name="csY39" fmla="*/ 77870 h 114177"/>
                <a:gd name="csX40" fmla="*/ 62105 w 91246"/>
                <a:gd name="csY40" fmla="*/ 78825 h 114177"/>
                <a:gd name="csX41" fmla="*/ 57805 w 91246"/>
                <a:gd name="csY41" fmla="*/ 78825 h 114177"/>
                <a:gd name="csX42" fmla="*/ 55416 w 91246"/>
                <a:gd name="csY42" fmla="*/ 76437 h 114177"/>
                <a:gd name="csX43" fmla="*/ 52073 w 91246"/>
                <a:gd name="csY43" fmla="*/ 70704 h 114177"/>
                <a:gd name="csX44" fmla="*/ 51595 w 91246"/>
                <a:gd name="csY44" fmla="*/ 69271 h 114177"/>
                <a:gd name="csX45" fmla="*/ 52073 w 91246"/>
                <a:gd name="csY45" fmla="*/ 65449 h 114177"/>
                <a:gd name="csX46" fmla="*/ 51117 w 91246"/>
                <a:gd name="csY46" fmla="*/ 62105 h 114177"/>
                <a:gd name="csX47" fmla="*/ 51117 w 91246"/>
                <a:gd name="csY47" fmla="*/ 60672 h 114177"/>
                <a:gd name="csX48" fmla="*/ 51117 w 91246"/>
                <a:gd name="csY48" fmla="*/ 59239 h 114177"/>
                <a:gd name="csX49" fmla="*/ 50639 w 91246"/>
                <a:gd name="csY49" fmla="*/ 59716 h 114177"/>
                <a:gd name="csX50" fmla="*/ 50162 w 91246"/>
                <a:gd name="csY50" fmla="*/ 60672 h 114177"/>
                <a:gd name="csX51" fmla="*/ 50162 w 91246"/>
                <a:gd name="csY51" fmla="*/ 61627 h 114177"/>
                <a:gd name="csX52" fmla="*/ 50162 w 91246"/>
                <a:gd name="csY52" fmla="*/ 62583 h 114177"/>
                <a:gd name="csX53" fmla="*/ 47295 w 91246"/>
                <a:gd name="csY53" fmla="*/ 62583 h 114177"/>
                <a:gd name="csX54" fmla="*/ 44429 w 91246"/>
                <a:gd name="csY54" fmla="*/ 62105 h 114177"/>
                <a:gd name="csX55" fmla="*/ 46818 w 91246"/>
                <a:gd name="csY55" fmla="*/ 64016 h 114177"/>
                <a:gd name="csX56" fmla="*/ 49206 w 91246"/>
                <a:gd name="csY56" fmla="*/ 64016 h 114177"/>
                <a:gd name="csX57" fmla="*/ 50639 w 91246"/>
                <a:gd name="csY57" fmla="*/ 65927 h 114177"/>
                <a:gd name="csX58" fmla="*/ 51117 w 91246"/>
                <a:gd name="csY58" fmla="*/ 66882 h 114177"/>
                <a:gd name="csX59" fmla="*/ 50639 w 91246"/>
                <a:gd name="csY59" fmla="*/ 68316 h 114177"/>
                <a:gd name="csX60" fmla="*/ 49684 w 91246"/>
                <a:gd name="csY60" fmla="*/ 69271 h 114177"/>
                <a:gd name="csX61" fmla="*/ 48251 w 91246"/>
                <a:gd name="csY61" fmla="*/ 69749 h 114177"/>
                <a:gd name="csX62" fmla="*/ 48728 w 91246"/>
                <a:gd name="csY62" fmla="*/ 71182 h 114177"/>
                <a:gd name="csX63" fmla="*/ 50162 w 91246"/>
                <a:gd name="csY63" fmla="*/ 73093 h 114177"/>
                <a:gd name="csX64" fmla="*/ 48251 w 91246"/>
                <a:gd name="csY64" fmla="*/ 73570 h 114177"/>
                <a:gd name="csX65" fmla="*/ 47773 w 91246"/>
                <a:gd name="csY65" fmla="*/ 74526 h 114177"/>
                <a:gd name="csX66" fmla="*/ 47773 w 91246"/>
                <a:gd name="csY66" fmla="*/ 75959 h 114177"/>
                <a:gd name="csX67" fmla="*/ 48728 w 91246"/>
                <a:gd name="csY67" fmla="*/ 77392 h 114177"/>
                <a:gd name="csX68" fmla="*/ 48728 w 91246"/>
                <a:gd name="csY68" fmla="*/ 78348 h 114177"/>
                <a:gd name="csX69" fmla="*/ 48728 w 91246"/>
                <a:gd name="csY69" fmla="*/ 79303 h 114177"/>
                <a:gd name="csX70" fmla="*/ 49684 w 91246"/>
                <a:gd name="csY70" fmla="*/ 80259 h 114177"/>
                <a:gd name="csX71" fmla="*/ 50639 w 91246"/>
                <a:gd name="csY71" fmla="*/ 82170 h 114177"/>
                <a:gd name="csX72" fmla="*/ 51117 w 91246"/>
                <a:gd name="csY72" fmla="*/ 83603 h 114177"/>
                <a:gd name="csX73" fmla="*/ 50639 w 91246"/>
                <a:gd name="csY73" fmla="*/ 85514 h 114177"/>
                <a:gd name="csX74" fmla="*/ 50162 w 91246"/>
                <a:gd name="csY74" fmla="*/ 86469 h 114177"/>
                <a:gd name="csX75" fmla="*/ 48728 w 91246"/>
                <a:gd name="csY75" fmla="*/ 86947 h 114177"/>
                <a:gd name="csX76" fmla="*/ 45862 w 91246"/>
                <a:gd name="csY76" fmla="*/ 89813 h 114177"/>
                <a:gd name="csX77" fmla="*/ 44907 w 91246"/>
                <a:gd name="csY77" fmla="*/ 92680 h 114177"/>
                <a:gd name="csX78" fmla="*/ 43473 w 91246"/>
                <a:gd name="csY78" fmla="*/ 94113 h 114177"/>
                <a:gd name="csX79" fmla="*/ 42040 w 91246"/>
                <a:gd name="csY79" fmla="*/ 94113 h 114177"/>
                <a:gd name="csX80" fmla="*/ 41562 w 91246"/>
                <a:gd name="csY80" fmla="*/ 93635 h 114177"/>
                <a:gd name="csX81" fmla="*/ 40607 w 91246"/>
                <a:gd name="csY81" fmla="*/ 92680 h 114177"/>
                <a:gd name="csX82" fmla="*/ 40607 w 91246"/>
                <a:gd name="csY82" fmla="*/ 91247 h 114177"/>
                <a:gd name="csX83" fmla="*/ 40607 w 91246"/>
                <a:gd name="csY83" fmla="*/ 90291 h 114177"/>
                <a:gd name="csX84" fmla="*/ 42996 w 91246"/>
                <a:gd name="csY84" fmla="*/ 87425 h 114177"/>
                <a:gd name="csX85" fmla="*/ 42040 w 91246"/>
                <a:gd name="csY85" fmla="*/ 87902 h 114177"/>
                <a:gd name="csX86" fmla="*/ 40607 w 91246"/>
                <a:gd name="csY86" fmla="*/ 88858 h 114177"/>
                <a:gd name="csX87" fmla="*/ 38218 w 91246"/>
                <a:gd name="csY87" fmla="*/ 90291 h 114177"/>
                <a:gd name="csX88" fmla="*/ 37263 w 91246"/>
                <a:gd name="csY88" fmla="*/ 88380 h 114177"/>
                <a:gd name="csX89" fmla="*/ 36785 w 91246"/>
                <a:gd name="csY89" fmla="*/ 86469 h 114177"/>
                <a:gd name="csX90" fmla="*/ 36785 w 91246"/>
                <a:gd name="csY90" fmla="*/ 84558 h 114177"/>
                <a:gd name="csX91" fmla="*/ 38696 w 91246"/>
                <a:gd name="csY91" fmla="*/ 81692 h 114177"/>
                <a:gd name="csX92" fmla="*/ 36785 w 91246"/>
                <a:gd name="csY92" fmla="*/ 83125 h 114177"/>
                <a:gd name="csX93" fmla="*/ 36307 w 91246"/>
                <a:gd name="csY93" fmla="*/ 85036 h 114177"/>
                <a:gd name="csX94" fmla="*/ 36307 w 91246"/>
                <a:gd name="csY94" fmla="*/ 87425 h 114177"/>
                <a:gd name="csX95" fmla="*/ 36307 w 91246"/>
                <a:gd name="csY95" fmla="*/ 88858 h 114177"/>
                <a:gd name="csX96" fmla="*/ 35352 w 91246"/>
                <a:gd name="csY96" fmla="*/ 90769 h 114177"/>
                <a:gd name="csX97" fmla="*/ 34396 w 91246"/>
                <a:gd name="csY97" fmla="*/ 92202 h 114177"/>
                <a:gd name="csX98" fmla="*/ 32486 w 91246"/>
                <a:gd name="csY98" fmla="*/ 93157 h 114177"/>
                <a:gd name="csX99" fmla="*/ 31530 w 91246"/>
                <a:gd name="csY99" fmla="*/ 94113 h 114177"/>
                <a:gd name="csX100" fmla="*/ 30575 w 91246"/>
                <a:gd name="csY100" fmla="*/ 95068 h 114177"/>
                <a:gd name="csX101" fmla="*/ 30575 w 91246"/>
                <a:gd name="csY101" fmla="*/ 93157 h 114177"/>
                <a:gd name="csX102" fmla="*/ 30097 w 91246"/>
                <a:gd name="csY102" fmla="*/ 90769 h 114177"/>
                <a:gd name="csX103" fmla="*/ 28664 w 91246"/>
                <a:gd name="csY103" fmla="*/ 85036 h 114177"/>
                <a:gd name="csX104" fmla="*/ 28664 w 91246"/>
                <a:gd name="csY104" fmla="*/ 86469 h 114177"/>
                <a:gd name="csX105" fmla="*/ 29141 w 91246"/>
                <a:gd name="csY105" fmla="*/ 89813 h 114177"/>
                <a:gd name="csX106" fmla="*/ 29141 w 91246"/>
                <a:gd name="csY106" fmla="*/ 92202 h 114177"/>
                <a:gd name="csX107" fmla="*/ 28186 w 91246"/>
                <a:gd name="csY107" fmla="*/ 94113 h 114177"/>
                <a:gd name="csX108" fmla="*/ 26275 w 91246"/>
                <a:gd name="csY108" fmla="*/ 96024 h 114177"/>
                <a:gd name="csX109" fmla="*/ 24842 w 91246"/>
                <a:gd name="csY109" fmla="*/ 96501 h 114177"/>
                <a:gd name="csX110" fmla="*/ 23886 w 91246"/>
                <a:gd name="csY110" fmla="*/ 96024 h 114177"/>
                <a:gd name="csX111" fmla="*/ 22453 w 91246"/>
                <a:gd name="csY111" fmla="*/ 94591 h 114177"/>
                <a:gd name="csX112" fmla="*/ 21020 w 91246"/>
                <a:gd name="csY112" fmla="*/ 93157 h 114177"/>
                <a:gd name="csX113" fmla="*/ 21020 w 91246"/>
                <a:gd name="csY113" fmla="*/ 90291 h 114177"/>
                <a:gd name="csX114" fmla="*/ 20064 w 91246"/>
                <a:gd name="csY114" fmla="*/ 88858 h 114177"/>
                <a:gd name="csX115" fmla="*/ 20064 w 91246"/>
                <a:gd name="csY115" fmla="*/ 88858 h 114177"/>
                <a:gd name="csX116" fmla="*/ 20543 w 91246"/>
                <a:gd name="csY116" fmla="*/ 86947 h 114177"/>
                <a:gd name="csX117" fmla="*/ 20064 w 91246"/>
                <a:gd name="csY117" fmla="*/ 85036 h 114177"/>
                <a:gd name="csX118" fmla="*/ 18632 w 91246"/>
                <a:gd name="csY118" fmla="*/ 80736 h 114177"/>
                <a:gd name="csX119" fmla="*/ 17676 w 91246"/>
                <a:gd name="csY119" fmla="*/ 78348 h 114177"/>
                <a:gd name="csX120" fmla="*/ 17676 w 91246"/>
                <a:gd name="csY120" fmla="*/ 77392 h 114177"/>
                <a:gd name="csX121" fmla="*/ 17676 w 91246"/>
                <a:gd name="csY121" fmla="*/ 76915 h 114177"/>
                <a:gd name="csX122" fmla="*/ 17198 w 91246"/>
                <a:gd name="csY122" fmla="*/ 74048 h 114177"/>
                <a:gd name="csX123" fmla="*/ 16721 w 91246"/>
                <a:gd name="csY123" fmla="*/ 72137 h 114177"/>
                <a:gd name="csX124" fmla="*/ 16243 w 91246"/>
                <a:gd name="csY124" fmla="*/ 70226 h 114177"/>
                <a:gd name="csX125" fmla="*/ 17676 w 91246"/>
                <a:gd name="csY125" fmla="*/ 67360 h 114177"/>
                <a:gd name="csX126" fmla="*/ 17676 w 91246"/>
                <a:gd name="csY126" fmla="*/ 67360 h 114177"/>
                <a:gd name="csX127" fmla="*/ 17198 w 91246"/>
                <a:gd name="csY127" fmla="*/ 66882 h 114177"/>
                <a:gd name="csX128" fmla="*/ 15287 w 91246"/>
                <a:gd name="csY128" fmla="*/ 66405 h 114177"/>
                <a:gd name="csX129" fmla="*/ 13854 w 91246"/>
                <a:gd name="csY129" fmla="*/ 65927 h 114177"/>
                <a:gd name="csX130" fmla="*/ 13377 w 91246"/>
                <a:gd name="csY130" fmla="*/ 65449 h 114177"/>
                <a:gd name="csX131" fmla="*/ 13854 w 91246"/>
                <a:gd name="csY131" fmla="*/ 62583 h 114177"/>
                <a:gd name="csX132" fmla="*/ 13377 w 91246"/>
                <a:gd name="csY132" fmla="*/ 61150 h 114177"/>
                <a:gd name="csX133" fmla="*/ 13377 w 91246"/>
                <a:gd name="csY133" fmla="*/ 61150 h 114177"/>
                <a:gd name="csX134" fmla="*/ 11943 w 91246"/>
                <a:gd name="csY134" fmla="*/ 60194 h 114177"/>
                <a:gd name="csX135" fmla="*/ 11466 w 91246"/>
                <a:gd name="csY135" fmla="*/ 59716 h 114177"/>
                <a:gd name="csX136" fmla="*/ 10988 w 91246"/>
                <a:gd name="csY136" fmla="*/ 59239 h 114177"/>
                <a:gd name="csX137" fmla="*/ 10510 w 91246"/>
                <a:gd name="csY137" fmla="*/ 57805 h 114177"/>
                <a:gd name="csX138" fmla="*/ 11943 w 91246"/>
                <a:gd name="csY138" fmla="*/ 54939 h 114177"/>
                <a:gd name="csX139" fmla="*/ 13377 w 91246"/>
                <a:gd name="csY139" fmla="*/ 51117 h 114177"/>
                <a:gd name="csX140" fmla="*/ 13377 w 91246"/>
                <a:gd name="csY140" fmla="*/ 49684 h 114177"/>
                <a:gd name="csX141" fmla="*/ 13854 w 91246"/>
                <a:gd name="csY141" fmla="*/ 47773 h 114177"/>
                <a:gd name="csX142" fmla="*/ 13854 w 91246"/>
                <a:gd name="csY142" fmla="*/ 46818 h 114177"/>
                <a:gd name="csX143" fmla="*/ 13854 w 91246"/>
                <a:gd name="csY143" fmla="*/ 45862 h 114177"/>
                <a:gd name="csX144" fmla="*/ 13854 w 91246"/>
                <a:gd name="csY144" fmla="*/ 45862 h 114177"/>
                <a:gd name="csX145" fmla="*/ 11943 w 91246"/>
                <a:gd name="csY145" fmla="*/ 44907 h 114177"/>
                <a:gd name="csX146" fmla="*/ 9077 w 91246"/>
                <a:gd name="csY146" fmla="*/ 44429 h 114177"/>
                <a:gd name="csX147" fmla="*/ 7166 w 91246"/>
                <a:gd name="csY147" fmla="*/ 43474 h 114177"/>
                <a:gd name="csX148" fmla="*/ 6211 w 91246"/>
                <a:gd name="csY148" fmla="*/ 42518 h 114177"/>
                <a:gd name="csX149" fmla="*/ 6211 w 91246"/>
                <a:gd name="csY149" fmla="*/ 42040 h 114177"/>
                <a:gd name="csX150" fmla="*/ 5255 w 91246"/>
                <a:gd name="csY150" fmla="*/ 41563 h 114177"/>
                <a:gd name="csX151" fmla="*/ 3822 w 91246"/>
                <a:gd name="csY151" fmla="*/ 42040 h 114177"/>
                <a:gd name="csX152" fmla="*/ 2389 w 91246"/>
                <a:gd name="csY152" fmla="*/ 41563 h 114177"/>
                <a:gd name="csX153" fmla="*/ 955 w 91246"/>
                <a:gd name="csY153" fmla="*/ 40129 h 114177"/>
                <a:gd name="csX154" fmla="*/ 0 w 91246"/>
                <a:gd name="csY154" fmla="*/ 38696 h 114177"/>
                <a:gd name="csX155" fmla="*/ 0 w 91246"/>
                <a:gd name="csY155" fmla="*/ 38218 h 114177"/>
                <a:gd name="csX156" fmla="*/ 478 w 91246"/>
                <a:gd name="csY156" fmla="*/ 37263 h 114177"/>
                <a:gd name="csX157" fmla="*/ 2389 w 91246"/>
                <a:gd name="csY157" fmla="*/ 32963 h 114177"/>
                <a:gd name="csX158" fmla="*/ 3344 w 91246"/>
                <a:gd name="csY158" fmla="*/ 32963 h 114177"/>
                <a:gd name="csX159" fmla="*/ 4777 w 91246"/>
                <a:gd name="csY159" fmla="*/ 33919 h 114177"/>
                <a:gd name="csX160" fmla="*/ 5733 w 91246"/>
                <a:gd name="csY160" fmla="*/ 33919 h 114177"/>
                <a:gd name="csX161" fmla="*/ 5733 w 91246"/>
                <a:gd name="csY161" fmla="*/ 33919 h 114177"/>
                <a:gd name="csX162" fmla="*/ 6688 w 91246"/>
                <a:gd name="csY162" fmla="*/ 32008 h 114177"/>
                <a:gd name="csX163" fmla="*/ 8599 w 91246"/>
                <a:gd name="csY163" fmla="*/ 27709 h 114177"/>
                <a:gd name="csX164" fmla="*/ 10988 w 91246"/>
                <a:gd name="csY164" fmla="*/ 27709 h 114177"/>
                <a:gd name="csX165" fmla="*/ 12898 w 91246"/>
                <a:gd name="csY165" fmla="*/ 27709 h 114177"/>
                <a:gd name="csX166" fmla="*/ 14332 w 91246"/>
                <a:gd name="csY166" fmla="*/ 28186 h 114177"/>
                <a:gd name="csX167" fmla="*/ 15765 w 91246"/>
                <a:gd name="csY167" fmla="*/ 27709 h 114177"/>
                <a:gd name="csX168" fmla="*/ 17198 w 91246"/>
                <a:gd name="csY168" fmla="*/ 27709 h 114177"/>
                <a:gd name="csX169" fmla="*/ 17676 w 91246"/>
                <a:gd name="csY169" fmla="*/ 26753 h 114177"/>
                <a:gd name="csX170" fmla="*/ 17676 w 91246"/>
                <a:gd name="csY170" fmla="*/ 26753 h 114177"/>
                <a:gd name="csX171" fmla="*/ 18154 w 91246"/>
                <a:gd name="csY171" fmla="*/ 26275 h 114177"/>
                <a:gd name="csX172" fmla="*/ 18154 w 91246"/>
                <a:gd name="csY172" fmla="*/ 25798 h 114177"/>
                <a:gd name="csX173" fmla="*/ 18154 w 91246"/>
                <a:gd name="csY173" fmla="*/ 25798 h 114177"/>
                <a:gd name="csX174" fmla="*/ 16243 w 91246"/>
                <a:gd name="csY174" fmla="*/ 24842 h 114177"/>
                <a:gd name="csX175" fmla="*/ 15765 w 91246"/>
                <a:gd name="csY175" fmla="*/ 23886 h 114177"/>
                <a:gd name="csX176" fmla="*/ 15287 w 91246"/>
                <a:gd name="csY176" fmla="*/ 22453 h 114177"/>
                <a:gd name="csX177" fmla="*/ 14809 w 91246"/>
                <a:gd name="csY177" fmla="*/ 21498 h 114177"/>
                <a:gd name="csX178" fmla="*/ 14809 w 91246"/>
                <a:gd name="csY178" fmla="*/ 21498 h 114177"/>
                <a:gd name="csX179" fmla="*/ 10988 w 91246"/>
                <a:gd name="csY179" fmla="*/ 21498 h 114177"/>
                <a:gd name="csX180" fmla="*/ 9555 w 91246"/>
                <a:gd name="csY180" fmla="*/ 20543 h 114177"/>
                <a:gd name="csX181" fmla="*/ 8121 w 91246"/>
                <a:gd name="csY181" fmla="*/ 20065 h 114177"/>
                <a:gd name="csX182" fmla="*/ 6688 w 91246"/>
                <a:gd name="csY182" fmla="*/ 17676 h 114177"/>
                <a:gd name="csX183" fmla="*/ 6688 w 91246"/>
                <a:gd name="csY183" fmla="*/ 17198 h 114177"/>
                <a:gd name="csX184" fmla="*/ 4300 w 91246"/>
                <a:gd name="csY184" fmla="*/ 15765 h 114177"/>
                <a:gd name="csX185" fmla="*/ 2389 w 91246"/>
                <a:gd name="csY185" fmla="*/ 15287 h 114177"/>
                <a:gd name="csX186" fmla="*/ 1433 w 91246"/>
                <a:gd name="csY186" fmla="*/ 14332 h 114177"/>
                <a:gd name="csX187" fmla="*/ 955 w 91246"/>
                <a:gd name="csY187" fmla="*/ 13377 h 114177"/>
                <a:gd name="csX188" fmla="*/ 1433 w 91246"/>
                <a:gd name="csY188" fmla="*/ 12421 h 114177"/>
                <a:gd name="csX189" fmla="*/ 1911 w 91246"/>
                <a:gd name="csY189" fmla="*/ 10988 h 114177"/>
                <a:gd name="csX190" fmla="*/ 2389 w 91246"/>
                <a:gd name="csY190" fmla="*/ 9555 h 114177"/>
                <a:gd name="csX191" fmla="*/ 3822 w 91246"/>
                <a:gd name="csY191" fmla="*/ 7644 h 114177"/>
                <a:gd name="csX192" fmla="*/ 6211 w 91246"/>
                <a:gd name="csY192" fmla="*/ 6211 h 114177"/>
                <a:gd name="csX193" fmla="*/ 6211 w 91246"/>
                <a:gd name="csY193" fmla="*/ 6211 h 114177"/>
                <a:gd name="csX194" fmla="*/ 6688 w 91246"/>
                <a:gd name="csY194" fmla="*/ 5255 h 114177"/>
                <a:gd name="csX195" fmla="*/ 8121 w 91246"/>
                <a:gd name="csY195" fmla="*/ 3822 h 114177"/>
                <a:gd name="csX196" fmla="*/ 8121 w 91246"/>
                <a:gd name="csY196" fmla="*/ 3822 h 114177"/>
                <a:gd name="csX197" fmla="*/ 8121 w 91246"/>
                <a:gd name="csY197" fmla="*/ 3344 h 114177"/>
                <a:gd name="csX198" fmla="*/ 8121 w 91246"/>
                <a:gd name="csY198" fmla="*/ 2389 h 114177"/>
                <a:gd name="csX199" fmla="*/ 7166 w 91246"/>
                <a:gd name="csY199" fmla="*/ 1911 h 114177"/>
                <a:gd name="csX200" fmla="*/ 6211 w 91246"/>
                <a:gd name="csY200" fmla="*/ 1433 h 114177"/>
                <a:gd name="csX201" fmla="*/ 6211 w 91246"/>
                <a:gd name="csY201" fmla="*/ 956 h 114177"/>
                <a:gd name="csX202" fmla="*/ 6688 w 91246"/>
                <a:gd name="csY202" fmla="*/ 0 h 114177"/>
                <a:gd name="csX203" fmla="*/ 7644 w 91246"/>
                <a:gd name="csY203" fmla="*/ 0 h 114177"/>
                <a:gd name="csX204" fmla="*/ 9555 w 91246"/>
                <a:gd name="csY204" fmla="*/ 956 h 114177"/>
                <a:gd name="csX205" fmla="*/ 11466 w 91246"/>
                <a:gd name="csY205" fmla="*/ 2867 h 114177"/>
                <a:gd name="csX206" fmla="*/ 12898 w 91246"/>
                <a:gd name="csY206" fmla="*/ 4300 h 114177"/>
                <a:gd name="csX207" fmla="*/ 12898 w 91246"/>
                <a:gd name="csY207" fmla="*/ 5255 h 114177"/>
                <a:gd name="csX208" fmla="*/ 12898 w 91246"/>
                <a:gd name="csY208" fmla="*/ 5733 h 114177"/>
                <a:gd name="csX209" fmla="*/ 13854 w 91246"/>
                <a:gd name="csY209" fmla="*/ 5733 h 114177"/>
                <a:gd name="csX210" fmla="*/ 14332 w 91246"/>
                <a:gd name="csY210" fmla="*/ 5733 h 114177"/>
                <a:gd name="csX211" fmla="*/ 15765 w 91246"/>
                <a:gd name="csY211" fmla="*/ 6211 h 114177"/>
                <a:gd name="csX212" fmla="*/ 17198 w 91246"/>
                <a:gd name="csY212" fmla="*/ 6211 h 114177"/>
                <a:gd name="csX213" fmla="*/ 18154 w 91246"/>
                <a:gd name="csY213" fmla="*/ 6211 h 114177"/>
                <a:gd name="csX214" fmla="*/ 18632 w 91246"/>
                <a:gd name="csY214" fmla="*/ 6211 h 114177"/>
                <a:gd name="csX215" fmla="*/ 18632 w 91246"/>
                <a:gd name="csY215" fmla="*/ 5733 h 114177"/>
                <a:gd name="csX216" fmla="*/ 18154 w 91246"/>
                <a:gd name="csY216" fmla="*/ 4300 h 114177"/>
                <a:gd name="csX217" fmla="*/ 17676 w 91246"/>
                <a:gd name="csY217" fmla="*/ 3822 h 114177"/>
                <a:gd name="csX218" fmla="*/ 17676 w 91246"/>
                <a:gd name="csY218" fmla="*/ 3822 h 114177"/>
                <a:gd name="csX219" fmla="*/ 18154 w 91246"/>
                <a:gd name="csY219" fmla="*/ 2867 h 114177"/>
                <a:gd name="csX220" fmla="*/ 18632 w 91246"/>
                <a:gd name="csY220" fmla="*/ 2867 h 114177"/>
                <a:gd name="csX221" fmla="*/ 19587 w 91246"/>
                <a:gd name="csY221" fmla="*/ 3344 h 114177"/>
                <a:gd name="csX222" fmla="*/ 20543 w 91246"/>
                <a:gd name="csY222" fmla="*/ 3822 h 114177"/>
                <a:gd name="csX223" fmla="*/ 21020 w 91246"/>
                <a:gd name="csY223" fmla="*/ 5255 h 114177"/>
                <a:gd name="csX224" fmla="*/ 21498 w 91246"/>
                <a:gd name="csY224" fmla="*/ 7166 h 114177"/>
                <a:gd name="csX225" fmla="*/ 22931 w 91246"/>
                <a:gd name="csY225" fmla="*/ 9077 h 114177"/>
                <a:gd name="csX226" fmla="*/ 22931 w 91246"/>
                <a:gd name="csY226" fmla="*/ 9077 h 114177"/>
                <a:gd name="csX227" fmla="*/ 24842 w 91246"/>
                <a:gd name="csY227" fmla="*/ 10510 h 114177"/>
                <a:gd name="csX228" fmla="*/ 26275 w 91246"/>
                <a:gd name="csY228" fmla="*/ 11466 h 114177"/>
                <a:gd name="csX229" fmla="*/ 28664 w 91246"/>
                <a:gd name="csY229" fmla="*/ 11943 h 114177"/>
                <a:gd name="csX230" fmla="*/ 30097 w 91246"/>
                <a:gd name="csY230" fmla="*/ 11466 h 114177"/>
                <a:gd name="csX231" fmla="*/ 31052 w 91246"/>
                <a:gd name="csY231" fmla="*/ 10032 h 114177"/>
                <a:gd name="csX232" fmla="*/ 30575 w 91246"/>
                <a:gd name="csY232" fmla="*/ 8599 h 114177"/>
                <a:gd name="csX233" fmla="*/ 30575 w 91246"/>
                <a:gd name="csY233" fmla="*/ 8599 h 114177"/>
                <a:gd name="csX234" fmla="*/ 30575 w 91246"/>
                <a:gd name="csY234" fmla="*/ 8599 h 114177"/>
                <a:gd name="csX235" fmla="*/ 31052 w 91246"/>
                <a:gd name="csY235" fmla="*/ 7644 h 114177"/>
                <a:gd name="csX236" fmla="*/ 31530 w 91246"/>
                <a:gd name="csY236" fmla="*/ 7166 h 114177"/>
                <a:gd name="csX237" fmla="*/ 32486 w 91246"/>
                <a:gd name="csY237" fmla="*/ 7166 h 114177"/>
                <a:gd name="csX238" fmla="*/ 33441 w 91246"/>
                <a:gd name="csY238" fmla="*/ 8121 h 114177"/>
                <a:gd name="csX239" fmla="*/ 35352 w 91246"/>
                <a:gd name="csY239" fmla="*/ 12421 h 114177"/>
                <a:gd name="csX240" fmla="*/ 34874 w 91246"/>
                <a:gd name="csY240" fmla="*/ 14810 h 114177"/>
                <a:gd name="csX241" fmla="*/ 35352 w 91246"/>
                <a:gd name="csY241" fmla="*/ 20065 h 114177"/>
                <a:gd name="csX242" fmla="*/ 35352 w 91246"/>
                <a:gd name="csY242" fmla="*/ 21020 h 114177"/>
                <a:gd name="csX243" fmla="*/ 34874 w 91246"/>
                <a:gd name="csY243" fmla="*/ 23886 h 114177"/>
                <a:gd name="csX244" fmla="*/ 34874 w 91246"/>
                <a:gd name="csY244" fmla="*/ 24842 h 114177"/>
                <a:gd name="csX245" fmla="*/ 35352 w 91246"/>
                <a:gd name="csY245" fmla="*/ 25320 h 114177"/>
                <a:gd name="csX246" fmla="*/ 35352 w 91246"/>
                <a:gd name="csY246" fmla="*/ 25320 h 114177"/>
                <a:gd name="csX247" fmla="*/ 35830 w 91246"/>
                <a:gd name="csY247" fmla="*/ 25798 h 114177"/>
                <a:gd name="csX248" fmla="*/ 36307 w 91246"/>
                <a:gd name="csY248" fmla="*/ 25798 h 114177"/>
                <a:gd name="csX249" fmla="*/ 39174 w 91246"/>
                <a:gd name="csY249" fmla="*/ 26275 h 114177"/>
                <a:gd name="csX250" fmla="*/ 41562 w 91246"/>
                <a:gd name="csY250" fmla="*/ 27231 h 114177"/>
                <a:gd name="csX251" fmla="*/ 43951 w 91246"/>
                <a:gd name="csY251" fmla="*/ 27709 h 114177"/>
                <a:gd name="csX252" fmla="*/ 47773 w 91246"/>
                <a:gd name="csY252" fmla="*/ 28186 h 114177"/>
                <a:gd name="csX253" fmla="*/ 50162 w 91246"/>
                <a:gd name="csY253" fmla="*/ 28186 h 114177"/>
                <a:gd name="csX254" fmla="*/ 51117 w 91246"/>
                <a:gd name="csY254" fmla="*/ 28186 h 114177"/>
                <a:gd name="csX255" fmla="*/ 53505 w 91246"/>
                <a:gd name="csY255" fmla="*/ 28186 h 114177"/>
                <a:gd name="csX256" fmla="*/ 59716 w 91246"/>
                <a:gd name="csY256" fmla="*/ 28186 h 114177"/>
                <a:gd name="csX257" fmla="*/ 64493 w 91246"/>
                <a:gd name="csY257" fmla="*/ 27709 h 114177"/>
                <a:gd name="csX258" fmla="*/ 66882 w 91246"/>
                <a:gd name="csY258" fmla="*/ 28664 h 114177"/>
                <a:gd name="csX259" fmla="*/ 68316 w 91246"/>
                <a:gd name="csY259" fmla="*/ 28664 h 114177"/>
                <a:gd name="csX260" fmla="*/ 74048 w 91246"/>
                <a:gd name="csY260" fmla="*/ 28186 h 114177"/>
                <a:gd name="csX261" fmla="*/ 79781 w 91246"/>
                <a:gd name="csY261" fmla="*/ 28186 h 114177"/>
                <a:gd name="csX262" fmla="*/ 82647 w 91246"/>
                <a:gd name="csY262" fmla="*/ 29142 h 114177"/>
                <a:gd name="csX263" fmla="*/ 85991 w 91246"/>
                <a:gd name="csY263" fmla="*/ 31052 h 114177"/>
                <a:gd name="csX264" fmla="*/ 87902 w 91246"/>
                <a:gd name="csY264" fmla="*/ 32486 h 114177"/>
                <a:gd name="csX265" fmla="*/ 88380 w 91246"/>
                <a:gd name="csY265" fmla="*/ 33441 h 114177"/>
                <a:gd name="csX266" fmla="*/ 87902 w 91246"/>
                <a:gd name="csY266" fmla="*/ 33919 h 114177"/>
                <a:gd name="csX267" fmla="*/ 87425 w 91246"/>
                <a:gd name="csY267" fmla="*/ 34397 h 114177"/>
                <a:gd name="csX268" fmla="*/ 86469 w 91246"/>
                <a:gd name="csY268" fmla="*/ 34397 h 114177"/>
                <a:gd name="csX269" fmla="*/ 83603 w 91246"/>
                <a:gd name="csY269" fmla="*/ 33441 h 114177"/>
                <a:gd name="csX270" fmla="*/ 83125 w 91246"/>
                <a:gd name="csY270" fmla="*/ 33919 h 114177"/>
                <a:gd name="csX271" fmla="*/ 83125 w 91246"/>
                <a:gd name="csY271" fmla="*/ 33919 h 114177"/>
                <a:gd name="csX272" fmla="*/ 83125 w 91246"/>
                <a:gd name="csY272" fmla="*/ 35830 h 114177"/>
                <a:gd name="csX273" fmla="*/ 83125 w 91246"/>
                <a:gd name="csY273" fmla="*/ 35830 h 114177"/>
                <a:gd name="csX274" fmla="*/ 82647 w 91246"/>
                <a:gd name="csY274" fmla="*/ 37741 h 114177"/>
                <a:gd name="csX275" fmla="*/ 81214 w 91246"/>
                <a:gd name="csY275" fmla="*/ 41563 h 114177"/>
                <a:gd name="csX276" fmla="*/ 80736 w 91246"/>
                <a:gd name="csY276" fmla="*/ 42996 h 114177"/>
                <a:gd name="csX277" fmla="*/ 80259 w 91246"/>
                <a:gd name="csY277" fmla="*/ 43474 h 114177"/>
                <a:gd name="csX278" fmla="*/ 79781 w 91246"/>
                <a:gd name="csY278" fmla="*/ 43951 h 114177"/>
                <a:gd name="csX279" fmla="*/ 78825 w 91246"/>
                <a:gd name="csY279" fmla="*/ 43951 h 114177"/>
                <a:gd name="csX280" fmla="*/ 77870 w 91246"/>
                <a:gd name="csY280" fmla="*/ 43951 h 114177"/>
                <a:gd name="csX281" fmla="*/ 77870 w 91246"/>
                <a:gd name="csY281" fmla="*/ 44429 h 114177"/>
                <a:gd name="csX282" fmla="*/ 77392 w 91246"/>
                <a:gd name="csY282" fmla="*/ 44907 h 114177"/>
                <a:gd name="csX283" fmla="*/ 76914 w 91246"/>
                <a:gd name="csY283" fmla="*/ 45862 h 114177"/>
                <a:gd name="csX284" fmla="*/ 76437 w 91246"/>
                <a:gd name="csY284" fmla="*/ 47295 h 114177"/>
                <a:gd name="csX285" fmla="*/ 75481 w 91246"/>
                <a:gd name="csY285" fmla="*/ 47773 h 114177"/>
                <a:gd name="csX286" fmla="*/ 74048 w 91246"/>
                <a:gd name="csY286" fmla="*/ 47295 h 114177"/>
                <a:gd name="csX287" fmla="*/ 73093 w 91246"/>
                <a:gd name="csY287" fmla="*/ 47295 h 114177"/>
                <a:gd name="csX288" fmla="*/ 72137 w 91246"/>
                <a:gd name="csY288" fmla="*/ 47295 h 114177"/>
                <a:gd name="csX289" fmla="*/ 70704 w 91246"/>
                <a:gd name="csY289" fmla="*/ 48251 h 114177"/>
                <a:gd name="csX290" fmla="*/ 70704 w 91246"/>
                <a:gd name="csY290" fmla="*/ 48251 h 114177"/>
                <a:gd name="csX291" fmla="*/ 70226 w 91246"/>
                <a:gd name="csY291" fmla="*/ 49206 h 114177"/>
                <a:gd name="csX292" fmla="*/ 69271 w 91246"/>
                <a:gd name="csY292" fmla="*/ 49684 h 114177"/>
                <a:gd name="csX293" fmla="*/ 66405 w 91246"/>
                <a:gd name="csY293" fmla="*/ 49206 h 114177"/>
                <a:gd name="csX294" fmla="*/ 65927 w 91246"/>
                <a:gd name="csY294" fmla="*/ 49206 h 114177"/>
                <a:gd name="csX295" fmla="*/ 65927 w 91246"/>
                <a:gd name="csY295" fmla="*/ 49684 h 114177"/>
                <a:gd name="csX296" fmla="*/ 65927 w 91246"/>
                <a:gd name="csY296" fmla="*/ 50162 h 114177"/>
                <a:gd name="csX297" fmla="*/ 65449 w 91246"/>
                <a:gd name="csY297" fmla="*/ 51117 h 114177"/>
                <a:gd name="csX298" fmla="*/ 63538 w 91246"/>
                <a:gd name="csY298" fmla="*/ 53028 h 114177"/>
                <a:gd name="csX299" fmla="*/ 63538 w 91246"/>
                <a:gd name="csY299" fmla="*/ 53028 h 114177"/>
                <a:gd name="csX300" fmla="*/ 62582 w 91246"/>
                <a:gd name="csY300" fmla="*/ 55894 h 114177"/>
                <a:gd name="csX301" fmla="*/ 62105 w 91246"/>
                <a:gd name="csY301" fmla="*/ 57805 h 114177"/>
                <a:gd name="csX302" fmla="*/ 62105 w 91246"/>
                <a:gd name="csY302" fmla="*/ 58283 h 114177"/>
                <a:gd name="csX303" fmla="*/ 62105 w 91246"/>
                <a:gd name="csY303" fmla="*/ 59716 h 114177"/>
                <a:gd name="csX304" fmla="*/ 64016 w 91246"/>
                <a:gd name="csY304" fmla="*/ 63538 h 114177"/>
                <a:gd name="csX305" fmla="*/ 64971 w 91246"/>
                <a:gd name="csY305" fmla="*/ 68793 h 114177"/>
                <a:gd name="csX306" fmla="*/ 64971 w 91246"/>
                <a:gd name="csY306" fmla="*/ 68793 h 114177"/>
                <a:gd name="csX307" fmla="*/ 64971 w 91246"/>
                <a:gd name="csY307" fmla="*/ 69271 h 114177"/>
                <a:gd name="csX308" fmla="*/ 65449 w 91246"/>
                <a:gd name="csY308" fmla="*/ 69749 h 114177"/>
                <a:gd name="csX309" fmla="*/ 65927 w 91246"/>
                <a:gd name="csY309" fmla="*/ 69749 h 114177"/>
                <a:gd name="csX310" fmla="*/ 65927 w 91246"/>
                <a:gd name="csY310" fmla="*/ 69749 h 114177"/>
                <a:gd name="csX311" fmla="*/ 65927 w 91246"/>
                <a:gd name="csY311" fmla="*/ 69749 h 114177"/>
                <a:gd name="csX312" fmla="*/ 65927 w 91246"/>
                <a:gd name="csY312" fmla="*/ 68316 h 114177"/>
                <a:gd name="csX313" fmla="*/ 66405 w 91246"/>
                <a:gd name="csY313" fmla="*/ 67360 h 114177"/>
                <a:gd name="csX314" fmla="*/ 66882 w 91246"/>
                <a:gd name="csY314" fmla="*/ 66882 h 114177"/>
                <a:gd name="csX315" fmla="*/ 67360 w 91246"/>
                <a:gd name="csY315" fmla="*/ 67360 h 114177"/>
                <a:gd name="csX316" fmla="*/ 68316 w 91246"/>
                <a:gd name="csY316" fmla="*/ 68316 h 114177"/>
                <a:gd name="csX317" fmla="*/ 68793 w 91246"/>
                <a:gd name="csY317" fmla="*/ 70226 h 114177"/>
                <a:gd name="csX318" fmla="*/ 68793 w 91246"/>
                <a:gd name="csY318" fmla="*/ 70226 h 114177"/>
                <a:gd name="csX319" fmla="*/ 69748 w 91246"/>
                <a:gd name="csY319" fmla="*/ 71182 h 114177"/>
                <a:gd name="csX320" fmla="*/ 71182 w 91246"/>
                <a:gd name="csY320" fmla="*/ 71659 h 114177"/>
                <a:gd name="csX321" fmla="*/ 72615 w 91246"/>
                <a:gd name="csY321" fmla="*/ 71182 h 114177"/>
                <a:gd name="csX322" fmla="*/ 73570 w 91246"/>
                <a:gd name="csY322" fmla="*/ 70226 h 114177"/>
                <a:gd name="csX323" fmla="*/ 73570 w 91246"/>
                <a:gd name="csY323" fmla="*/ 69749 h 114177"/>
                <a:gd name="csX324" fmla="*/ 74048 w 91246"/>
                <a:gd name="csY324" fmla="*/ 68793 h 114177"/>
                <a:gd name="csX325" fmla="*/ 74048 w 91246"/>
                <a:gd name="csY325" fmla="*/ 66882 h 114177"/>
                <a:gd name="csX326" fmla="*/ 74048 w 91246"/>
                <a:gd name="csY326" fmla="*/ 65449 h 114177"/>
                <a:gd name="csX327" fmla="*/ 74526 w 91246"/>
                <a:gd name="csY327" fmla="*/ 64016 h 114177"/>
                <a:gd name="csX328" fmla="*/ 76914 w 91246"/>
                <a:gd name="csY328" fmla="*/ 61627 h 114177"/>
                <a:gd name="csX329" fmla="*/ 76914 w 91246"/>
                <a:gd name="csY329" fmla="*/ 61627 h 114177"/>
                <a:gd name="csX330" fmla="*/ 77392 w 91246"/>
                <a:gd name="csY330" fmla="*/ 61150 h 114177"/>
                <a:gd name="csX331" fmla="*/ 77392 w 91246"/>
                <a:gd name="csY331" fmla="*/ 59239 h 114177"/>
                <a:gd name="csX332" fmla="*/ 77392 w 91246"/>
                <a:gd name="csY332" fmla="*/ 57805 h 114177"/>
                <a:gd name="csX333" fmla="*/ 78348 w 91246"/>
                <a:gd name="csY333" fmla="*/ 57328 h 114177"/>
                <a:gd name="csX334" fmla="*/ 79781 w 91246"/>
                <a:gd name="csY334" fmla="*/ 57805 h 114177"/>
                <a:gd name="csX335" fmla="*/ 81214 w 91246"/>
                <a:gd name="csY335" fmla="*/ 56850 h 114177"/>
                <a:gd name="csX336" fmla="*/ 81692 w 91246"/>
                <a:gd name="csY336" fmla="*/ 56850 h 114177"/>
                <a:gd name="csX337" fmla="*/ 82647 w 91246"/>
                <a:gd name="csY337" fmla="*/ 57805 h 114177"/>
                <a:gd name="csX338" fmla="*/ 82647 w 91246"/>
                <a:gd name="csY338" fmla="*/ 57805 h 114177"/>
                <a:gd name="csX339" fmla="*/ 83603 w 91246"/>
                <a:gd name="csY339" fmla="*/ 57805 h 114177"/>
                <a:gd name="csX340" fmla="*/ 84558 w 91246"/>
                <a:gd name="csY340" fmla="*/ 61150 h 114177"/>
                <a:gd name="csX341" fmla="*/ 84558 w 91246"/>
                <a:gd name="csY341" fmla="*/ 61627 h 114177"/>
                <a:gd name="csX342" fmla="*/ 85514 w 91246"/>
                <a:gd name="csY342" fmla="*/ 64493 h 114177"/>
                <a:gd name="csX343" fmla="*/ 85514 w 91246"/>
                <a:gd name="csY343" fmla="*/ 66405 h 114177"/>
                <a:gd name="csX344" fmla="*/ 85514 w 91246"/>
                <a:gd name="csY344" fmla="*/ 69749 h 114177"/>
                <a:gd name="csX345" fmla="*/ 85991 w 91246"/>
                <a:gd name="csY345" fmla="*/ 72615 h 114177"/>
                <a:gd name="csX346" fmla="*/ 86469 w 91246"/>
                <a:gd name="csY346" fmla="*/ 73093 h 114177"/>
                <a:gd name="csX347" fmla="*/ 87425 w 91246"/>
                <a:gd name="csY347" fmla="*/ 74526 h 114177"/>
                <a:gd name="csX348" fmla="*/ 87902 w 91246"/>
                <a:gd name="csY348" fmla="*/ 76437 h 114177"/>
                <a:gd name="csX349" fmla="*/ 88380 w 91246"/>
                <a:gd name="csY349" fmla="*/ 77392 h 114177"/>
                <a:gd name="csX350" fmla="*/ 88858 w 91246"/>
                <a:gd name="csY350" fmla="*/ 80259 h 114177"/>
                <a:gd name="csX351" fmla="*/ 89335 w 91246"/>
                <a:gd name="csY351" fmla="*/ 82647 h 114177"/>
                <a:gd name="csX352" fmla="*/ 89813 w 91246"/>
                <a:gd name="csY352" fmla="*/ 89813 h 114177"/>
                <a:gd name="csX353" fmla="*/ 90291 w 91246"/>
                <a:gd name="csY353" fmla="*/ 91247 h 114177"/>
                <a:gd name="csX354" fmla="*/ 90291 w 91246"/>
                <a:gd name="csY354" fmla="*/ 91724 h 114177"/>
                <a:gd name="csX355" fmla="*/ 90291 w 91246"/>
                <a:gd name="csY355" fmla="*/ 98412 h 114177"/>
                <a:gd name="csX356" fmla="*/ 90291 w 91246"/>
                <a:gd name="csY356" fmla="*/ 100801 h 114177"/>
                <a:gd name="csX357" fmla="*/ 91246 w 91246"/>
                <a:gd name="csY357" fmla="*/ 103190 h 114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</a:cxnLst>
              <a:rect l="l" t="t" r="r" b="b"/>
              <a:pathLst>
                <a:path w="91246" h="114177">
                  <a:moveTo>
                    <a:pt x="91246" y="103190"/>
                  </a:moveTo>
                  <a:lnTo>
                    <a:pt x="91246" y="104145"/>
                  </a:lnTo>
                  <a:lnTo>
                    <a:pt x="90769" y="104623"/>
                  </a:lnTo>
                  <a:lnTo>
                    <a:pt x="89813" y="105100"/>
                  </a:lnTo>
                  <a:lnTo>
                    <a:pt x="89335" y="103667"/>
                  </a:lnTo>
                  <a:lnTo>
                    <a:pt x="87902" y="103190"/>
                  </a:lnTo>
                  <a:lnTo>
                    <a:pt x="85991" y="102234"/>
                  </a:lnTo>
                  <a:lnTo>
                    <a:pt x="85514" y="101279"/>
                  </a:lnTo>
                  <a:lnTo>
                    <a:pt x="84080" y="101757"/>
                  </a:lnTo>
                  <a:lnTo>
                    <a:pt x="82647" y="103190"/>
                  </a:lnTo>
                  <a:lnTo>
                    <a:pt x="82647" y="103190"/>
                  </a:lnTo>
                  <a:lnTo>
                    <a:pt x="82169" y="104145"/>
                  </a:lnTo>
                  <a:lnTo>
                    <a:pt x="82647" y="106056"/>
                  </a:lnTo>
                  <a:lnTo>
                    <a:pt x="83125" y="107967"/>
                  </a:lnTo>
                  <a:lnTo>
                    <a:pt x="84080" y="108923"/>
                  </a:lnTo>
                  <a:lnTo>
                    <a:pt x="84080" y="109878"/>
                  </a:lnTo>
                  <a:lnTo>
                    <a:pt x="84558" y="111311"/>
                  </a:lnTo>
                  <a:lnTo>
                    <a:pt x="85036" y="112744"/>
                  </a:lnTo>
                  <a:lnTo>
                    <a:pt x="85036" y="114177"/>
                  </a:lnTo>
                  <a:lnTo>
                    <a:pt x="84558" y="114177"/>
                  </a:lnTo>
                  <a:lnTo>
                    <a:pt x="83603" y="112266"/>
                  </a:lnTo>
                  <a:lnTo>
                    <a:pt x="82647" y="110356"/>
                  </a:lnTo>
                  <a:lnTo>
                    <a:pt x="79781" y="106534"/>
                  </a:lnTo>
                  <a:lnTo>
                    <a:pt x="78825" y="99846"/>
                  </a:lnTo>
                  <a:lnTo>
                    <a:pt x="78825" y="96979"/>
                  </a:lnTo>
                  <a:lnTo>
                    <a:pt x="76914" y="92680"/>
                  </a:lnTo>
                  <a:lnTo>
                    <a:pt x="75959" y="87425"/>
                  </a:lnTo>
                  <a:lnTo>
                    <a:pt x="75003" y="85991"/>
                  </a:lnTo>
                  <a:lnTo>
                    <a:pt x="75959" y="84558"/>
                  </a:lnTo>
                  <a:lnTo>
                    <a:pt x="75959" y="83603"/>
                  </a:lnTo>
                  <a:lnTo>
                    <a:pt x="75481" y="84081"/>
                  </a:lnTo>
                  <a:lnTo>
                    <a:pt x="74526" y="84558"/>
                  </a:lnTo>
                  <a:lnTo>
                    <a:pt x="73570" y="82647"/>
                  </a:lnTo>
                  <a:lnTo>
                    <a:pt x="72615" y="80736"/>
                  </a:lnTo>
                  <a:lnTo>
                    <a:pt x="69271" y="76915"/>
                  </a:lnTo>
                  <a:lnTo>
                    <a:pt x="68316" y="75004"/>
                  </a:lnTo>
                  <a:lnTo>
                    <a:pt x="68316" y="73093"/>
                  </a:lnTo>
                  <a:lnTo>
                    <a:pt x="66882" y="75004"/>
                  </a:lnTo>
                  <a:lnTo>
                    <a:pt x="64971" y="76437"/>
                  </a:lnTo>
                  <a:lnTo>
                    <a:pt x="63060" y="77870"/>
                  </a:lnTo>
                  <a:lnTo>
                    <a:pt x="62105" y="78825"/>
                  </a:lnTo>
                  <a:lnTo>
                    <a:pt x="57805" y="78825"/>
                  </a:lnTo>
                  <a:lnTo>
                    <a:pt x="55416" y="76437"/>
                  </a:lnTo>
                  <a:lnTo>
                    <a:pt x="52073" y="70704"/>
                  </a:lnTo>
                  <a:lnTo>
                    <a:pt x="51595" y="69271"/>
                  </a:lnTo>
                  <a:lnTo>
                    <a:pt x="52073" y="65449"/>
                  </a:lnTo>
                  <a:lnTo>
                    <a:pt x="51117" y="62105"/>
                  </a:lnTo>
                  <a:lnTo>
                    <a:pt x="51117" y="60672"/>
                  </a:lnTo>
                  <a:lnTo>
                    <a:pt x="51117" y="59239"/>
                  </a:lnTo>
                  <a:lnTo>
                    <a:pt x="50639" y="59716"/>
                  </a:lnTo>
                  <a:lnTo>
                    <a:pt x="50162" y="60672"/>
                  </a:lnTo>
                  <a:lnTo>
                    <a:pt x="50162" y="61627"/>
                  </a:lnTo>
                  <a:lnTo>
                    <a:pt x="50162" y="62583"/>
                  </a:lnTo>
                  <a:lnTo>
                    <a:pt x="47295" y="62583"/>
                  </a:lnTo>
                  <a:lnTo>
                    <a:pt x="44429" y="62105"/>
                  </a:lnTo>
                  <a:lnTo>
                    <a:pt x="46818" y="64016"/>
                  </a:lnTo>
                  <a:lnTo>
                    <a:pt x="49206" y="64016"/>
                  </a:lnTo>
                  <a:lnTo>
                    <a:pt x="50639" y="65927"/>
                  </a:lnTo>
                  <a:lnTo>
                    <a:pt x="51117" y="66882"/>
                  </a:lnTo>
                  <a:lnTo>
                    <a:pt x="50639" y="68316"/>
                  </a:lnTo>
                  <a:lnTo>
                    <a:pt x="49684" y="69271"/>
                  </a:lnTo>
                  <a:lnTo>
                    <a:pt x="48251" y="69749"/>
                  </a:lnTo>
                  <a:lnTo>
                    <a:pt x="48728" y="71182"/>
                  </a:lnTo>
                  <a:lnTo>
                    <a:pt x="50162" y="73093"/>
                  </a:lnTo>
                  <a:lnTo>
                    <a:pt x="48251" y="73570"/>
                  </a:lnTo>
                  <a:lnTo>
                    <a:pt x="47773" y="74526"/>
                  </a:lnTo>
                  <a:lnTo>
                    <a:pt x="47773" y="75959"/>
                  </a:lnTo>
                  <a:lnTo>
                    <a:pt x="48728" y="77392"/>
                  </a:lnTo>
                  <a:lnTo>
                    <a:pt x="48728" y="78348"/>
                  </a:lnTo>
                  <a:lnTo>
                    <a:pt x="48728" y="79303"/>
                  </a:lnTo>
                  <a:lnTo>
                    <a:pt x="49684" y="80259"/>
                  </a:lnTo>
                  <a:lnTo>
                    <a:pt x="50639" y="82170"/>
                  </a:lnTo>
                  <a:lnTo>
                    <a:pt x="51117" y="83603"/>
                  </a:lnTo>
                  <a:lnTo>
                    <a:pt x="50639" y="85514"/>
                  </a:lnTo>
                  <a:lnTo>
                    <a:pt x="50162" y="86469"/>
                  </a:lnTo>
                  <a:lnTo>
                    <a:pt x="48728" y="86947"/>
                  </a:lnTo>
                  <a:lnTo>
                    <a:pt x="45862" y="89813"/>
                  </a:lnTo>
                  <a:lnTo>
                    <a:pt x="44907" y="92680"/>
                  </a:lnTo>
                  <a:lnTo>
                    <a:pt x="43473" y="94113"/>
                  </a:lnTo>
                  <a:lnTo>
                    <a:pt x="42040" y="94113"/>
                  </a:lnTo>
                  <a:lnTo>
                    <a:pt x="41562" y="93635"/>
                  </a:lnTo>
                  <a:lnTo>
                    <a:pt x="40607" y="92680"/>
                  </a:lnTo>
                  <a:lnTo>
                    <a:pt x="40607" y="91247"/>
                  </a:lnTo>
                  <a:lnTo>
                    <a:pt x="40607" y="90291"/>
                  </a:lnTo>
                  <a:lnTo>
                    <a:pt x="42996" y="87425"/>
                  </a:lnTo>
                  <a:lnTo>
                    <a:pt x="42040" y="87902"/>
                  </a:lnTo>
                  <a:lnTo>
                    <a:pt x="40607" y="88858"/>
                  </a:lnTo>
                  <a:lnTo>
                    <a:pt x="38218" y="90291"/>
                  </a:lnTo>
                  <a:lnTo>
                    <a:pt x="37263" y="88380"/>
                  </a:lnTo>
                  <a:lnTo>
                    <a:pt x="36785" y="86469"/>
                  </a:lnTo>
                  <a:lnTo>
                    <a:pt x="36785" y="84558"/>
                  </a:lnTo>
                  <a:lnTo>
                    <a:pt x="38696" y="81692"/>
                  </a:lnTo>
                  <a:lnTo>
                    <a:pt x="36785" y="83125"/>
                  </a:lnTo>
                  <a:lnTo>
                    <a:pt x="36307" y="85036"/>
                  </a:lnTo>
                  <a:lnTo>
                    <a:pt x="36307" y="87425"/>
                  </a:lnTo>
                  <a:lnTo>
                    <a:pt x="36307" y="88858"/>
                  </a:lnTo>
                  <a:lnTo>
                    <a:pt x="35352" y="90769"/>
                  </a:lnTo>
                  <a:lnTo>
                    <a:pt x="34396" y="92202"/>
                  </a:lnTo>
                  <a:lnTo>
                    <a:pt x="32486" y="93157"/>
                  </a:lnTo>
                  <a:lnTo>
                    <a:pt x="31530" y="94113"/>
                  </a:lnTo>
                  <a:lnTo>
                    <a:pt x="30575" y="95068"/>
                  </a:lnTo>
                  <a:lnTo>
                    <a:pt x="30575" y="93157"/>
                  </a:lnTo>
                  <a:lnTo>
                    <a:pt x="30097" y="90769"/>
                  </a:lnTo>
                  <a:lnTo>
                    <a:pt x="28664" y="85036"/>
                  </a:lnTo>
                  <a:lnTo>
                    <a:pt x="28664" y="86469"/>
                  </a:lnTo>
                  <a:lnTo>
                    <a:pt x="29141" y="89813"/>
                  </a:lnTo>
                  <a:lnTo>
                    <a:pt x="29141" y="92202"/>
                  </a:lnTo>
                  <a:lnTo>
                    <a:pt x="28186" y="94113"/>
                  </a:lnTo>
                  <a:lnTo>
                    <a:pt x="26275" y="96024"/>
                  </a:lnTo>
                  <a:lnTo>
                    <a:pt x="24842" y="96501"/>
                  </a:lnTo>
                  <a:lnTo>
                    <a:pt x="23886" y="96024"/>
                  </a:lnTo>
                  <a:lnTo>
                    <a:pt x="22453" y="94591"/>
                  </a:lnTo>
                  <a:lnTo>
                    <a:pt x="21020" y="93157"/>
                  </a:lnTo>
                  <a:lnTo>
                    <a:pt x="21020" y="90291"/>
                  </a:lnTo>
                  <a:lnTo>
                    <a:pt x="20064" y="88858"/>
                  </a:lnTo>
                  <a:lnTo>
                    <a:pt x="20064" y="88858"/>
                  </a:lnTo>
                  <a:lnTo>
                    <a:pt x="20543" y="86947"/>
                  </a:lnTo>
                  <a:lnTo>
                    <a:pt x="20064" y="85036"/>
                  </a:lnTo>
                  <a:lnTo>
                    <a:pt x="18632" y="80736"/>
                  </a:lnTo>
                  <a:lnTo>
                    <a:pt x="17676" y="78348"/>
                  </a:lnTo>
                  <a:lnTo>
                    <a:pt x="17676" y="77392"/>
                  </a:lnTo>
                  <a:lnTo>
                    <a:pt x="17676" y="76915"/>
                  </a:lnTo>
                  <a:lnTo>
                    <a:pt x="17198" y="74048"/>
                  </a:lnTo>
                  <a:lnTo>
                    <a:pt x="16721" y="72137"/>
                  </a:lnTo>
                  <a:lnTo>
                    <a:pt x="16243" y="70226"/>
                  </a:lnTo>
                  <a:lnTo>
                    <a:pt x="17676" y="67360"/>
                  </a:lnTo>
                  <a:lnTo>
                    <a:pt x="17676" y="67360"/>
                  </a:lnTo>
                  <a:lnTo>
                    <a:pt x="17198" y="66882"/>
                  </a:lnTo>
                  <a:lnTo>
                    <a:pt x="15287" y="66405"/>
                  </a:lnTo>
                  <a:lnTo>
                    <a:pt x="13854" y="65927"/>
                  </a:lnTo>
                  <a:lnTo>
                    <a:pt x="13377" y="65449"/>
                  </a:lnTo>
                  <a:lnTo>
                    <a:pt x="13854" y="62583"/>
                  </a:lnTo>
                  <a:lnTo>
                    <a:pt x="13377" y="61150"/>
                  </a:lnTo>
                  <a:lnTo>
                    <a:pt x="13377" y="61150"/>
                  </a:lnTo>
                  <a:lnTo>
                    <a:pt x="11943" y="60194"/>
                  </a:lnTo>
                  <a:lnTo>
                    <a:pt x="11466" y="59716"/>
                  </a:lnTo>
                  <a:lnTo>
                    <a:pt x="10988" y="59239"/>
                  </a:lnTo>
                  <a:lnTo>
                    <a:pt x="10510" y="57805"/>
                  </a:lnTo>
                  <a:lnTo>
                    <a:pt x="11943" y="54939"/>
                  </a:lnTo>
                  <a:lnTo>
                    <a:pt x="13377" y="51117"/>
                  </a:lnTo>
                  <a:lnTo>
                    <a:pt x="13377" y="49684"/>
                  </a:lnTo>
                  <a:lnTo>
                    <a:pt x="13854" y="47773"/>
                  </a:lnTo>
                  <a:lnTo>
                    <a:pt x="13854" y="46818"/>
                  </a:lnTo>
                  <a:lnTo>
                    <a:pt x="13854" y="45862"/>
                  </a:lnTo>
                  <a:lnTo>
                    <a:pt x="13854" y="45862"/>
                  </a:lnTo>
                  <a:lnTo>
                    <a:pt x="11943" y="44907"/>
                  </a:lnTo>
                  <a:lnTo>
                    <a:pt x="9077" y="44429"/>
                  </a:lnTo>
                  <a:lnTo>
                    <a:pt x="7166" y="43474"/>
                  </a:lnTo>
                  <a:lnTo>
                    <a:pt x="6211" y="42518"/>
                  </a:lnTo>
                  <a:lnTo>
                    <a:pt x="6211" y="42040"/>
                  </a:lnTo>
                  <a:lnTo>
                    <a:pt x="5255" y="41563"/>
                  </a:lnTo>
                  <a:lnTo>
                    <a:pt x="3822" y="42040"/>
                  </a:lnTo>
                  <a:lnTo>
                    <a:pt x="2389" y="41563"/>
                  </a:lnTo>
                  <a:lnTo>
                    <a:pt x="955" y="40129"/>
                  </a:lnTo>
                  <a:lnTo>
                    <a:pt x="0" y="38696"/>
                  </a:lnTo>
                  <a:lnTo>
                    <a:pt x="0" y="38218"/>
                  </a:lnTo>
                  <a:lnTo>
                    <a:pt x="478" y="37263"/>
                  </a:lnTo>
                  <a:lnTo>
                    <a:pt x="2389" y="32963"/>
                  </a:lnTo>
                  <a:lnTo>
                    <a:pt x="3344" y="32963"/>
                  </a:lnTo>
                  <a:lnTo>
                    <a:pt x="4777" y="33919"/>
                  </a:lnTo>
                  <a:lnTo>
                    <a:pt x="5733" y="33919"/>
                  </a:lnTo>
                  <a:lnTo>
                    <a:pt x="5733" y="33919"/>
                  </a:lnTo>
                  <a:lnTo>
                    <a:pt x="6688" y="32008"/>
                  </a:lnTo>
                  <a:lnTo>
                    <a:pt x="8599" y="27709"/>
                  </a:lnTo>
                  <a:lnTo>
                    <a:pt x="10988" y="27709"/>
                  </a:lnTo>
                  <a:lnTo>
                    <a:pt x="12898" y="27709"/>
                  </a:lnTo>
                  <a:lnTo>
                    <a:pt x="14332" y="28186"/>
                  </a:lnTo>
                  <a:lnTo>
                    <a:pt x="15765" y="27709"/>
                  </a:lnTo>
                  <a:lnTo>
                    <a:pt x="17198" y="27709"/>
                  </a:lnTo>
                  <a:lnTo>
                    <a:pt x="17676" y="26753"/>
                  </a:lnTo>
                  <a:lnTo>
                    <a:pt x="17676" y="26753"/>
                  </a:lnTo>
                  <a:lnTo>
                    <a:pt x="18154" y="26275"/>
                  </a:lnTo>
                  <a:lnTo>
                    <a:pt x="18154" y="25798"/>
                  </a:lnTo>
                  <a:lnTo>
                    <a:pt x="18154" y="25798"/>
                  </a:lnTo>
                  <a:lnTo>
                    <a:pt x="16243" y="24842"/>
                  </a:lnTo>
                  <a:lnTo>
                    <a:pt x="15765" y="23886"/>
                  </a:lnTo>
                  <a:lnTo>
                    <a:pt x="15287" y="22453"/>
                  </a:lnTo>
                  <a:lnTo>
                    <a:pt x="14809" y="21498"/>
                  </a:lnTo>
                  <a:lnTo>
                    <a:pt x="14809" y="21498"/>
                  </a:lnTo>
                  <a:lnTo>
                    <a:pt x="10988" y="21498"/>
                  </a:lnTo>
                  <a:lnTo>
                    <a:pt x="9555" y="20543"/>
                  </a:lnTo>
                  <a:lnTo>
                    <a:pt x="8121" y="20065"/>
                  </a:lnTo>
                  <a:lnTo>
                    <a:pt x="6688" y="17676"/>
                  </a:lnTo>
                  <a:lnTo>
                    <a:pt x="6688" y="17198"/>
                  </a:lnTo>
                  <a:lnTo>
                    <a:pt x="4300" y="15765"/>
                  </a:lnTo>
                  <a:lnTo>
                    <a:pt x="2389" y="15287"/>
                  </a:lnTo>
                  <a:lnTo>
                    <a:pt x="1433" y="14332"/>
                  </a:lnTo>
                  <a:lnTo>
                    <a:pt x="955" y="13377"/>
                  </a:lnTo>
                  <a:lnTo>
                    <a:pt x="1433" y="12421"/>
                  </a:lnTo>
                  <a:lnTo>
                    <a:pt x="1911" y="10988"/>
                  </a:lnTo>
                  <a:lnTo>
                    <a:pt x="2389" y="9555"/>
                  </a:lnTo>
                  <a:lnTo>
                    <a:pt x="3822" y="7644"/>
                  </a:lnTo>
                  <a:lnTo>
                    <a:pt x="6211" y="6211"/>
                  </a:lnTo>
                  <a:lnTo>
                    <a:pt x="6211" y="6211"/>
                  </a:lnTo>
                  <a:lnTo>
                    <a:pt x="6688" y="5255"/>
                  </a:lnTo>
                  <a:lnTo>
                    <a:pt x="8121" y="3822"/>
                  </a:lnTo>
                  <a:lnTo>
                    <a:pt x="8121" y="3822"/>
                  </a:lnTo>
                  <a:lnTo>
                    <a:pt x="8121" y="3344"/>
                  </a:lnTo>
                  <a:lnTo>
                    <a:pt x="8121" y="2389"/>
                  </a:lnTo>
                  <a:lnTo>
                    <a:pt x="7166" y="1911"/>
                  </a:lnTo>
                  <a:lnTo>
                    <a:pt x="6211" y="1433"/>
                  </a:lnTo>
                  <a:lnTo>
                    <a:pt x="6211" y="956"/>
                  </a:lnTo>
                  <a:lnTo>
                    <a:pt x="6688" y="0"/>
                  </a:lnTo>
                  <a:lnTo>
                    <a:pt x="7644" y="0"/>
                  </a:lnTo>
                  <a:lnTo>
                    <a:pt x="9555" y="956"/>
                  </a:lnTo>
                  <a:lnTo>
                    <a:pt x="11466" y="2867"/>
                  </a:lnTo>
                  <a:lnTo>
                    <a:pt x="12898" y="4300"/>
                  </a:lnTo>
                  <a:lnTo>
                    <a:pt x="12898" y="5255"/>
                  </a:lnTo>
                  <a:lnTo>
                    <a:pt x="12898" y="5733"/>
                  </a:lnTo>
                  <a:lnTo>
                    <a:pt x="13854" y="5733"/>
                  </a:lnTo>
                  <a:lnTo>
                    <a:pt x="14332" y="5733"/>
                  </a:lnTo>
                  <a:lnTo>
                    <a:pt x="15765" y="6211"/>
                  </a:lnTo>
                  <a:lnTo>
                    <a:pt x="17198" y="6211"/>
                  </a:lnTo>
                  <a:lnTo>
                    <a:pt x="18154" y="6211"/>
                  </a:lnTo>
                  <a:lnTo>
                    <a:pt x="18632" y="6211"/>
                  </a:lnTo>
                  <a:lnTo>
                    <a:pt x="18632" y="5733"/>
                  </a:lnTo>
                  <a:lnTo>
                    <a:pt x="18154" y="4300"/>
                  </a:lnTo>
                  <a:lnTo>
                    <a:pt x="17676" y="3822"/>
                  </a:lnTo>
                  <a:lnTo>
                    <a:pt x="17676" y="3822"/>
                  </a:lnTo>
                  <a:lnTo>
                    <a:pt x="18154" y="2867"/>
                  </a:lnTo>
                  <a:lnTo>
                    <a:pt x="18632" y="2867"/>
                  </a:lnTo>
                  <a:lnTo>
                    <a:pt x="19587" y="3344"/>
                  </a:lnTo>
                  <a:lnTo>
                    <a:pt x="20543" y="3822"/>
                  </a:lnTo>
                  <a:lnTo>
                    <a:pt x="21020" y="5255"/>
                  </a:lnTo>
                  <a:lnTo>
                    <a:pt x="21498" y="7166"/>
                  </a:lnTo>
                  <a:lnTo>
                    <a:pt x="22931" y="9077"/>
                  </a:lnTo>
                  <a:lnTo>
                    <a:pt x="22931" y="9077"/>
                  </a:lnTo>
                  <a:lnTo>
                    <a:pt x="24842" y="10510"/>
                  </a:lnTo>
                  <a:lnTo>
                    <a:pt x="26275" y="11466"/>
                  </a:lnTo>
                  <a:lnTo>
                    <a:pt x="28664" y="11943"/>
                  </a:lnTo>
                  <a:lnTo>
                    <a:pt x="30097" y="11466"/>
                  </a:lnTo>
                  <a:lnTo>
                    <a:pt x="31052" y="10032"/>
                  </a:lnTo>
                  <a:lnTo>
                    <a:pt x="30575" y="8599"/>
                  </a:lnTo>
                  <a:lnTo>
                    <a:pt x="30575" y="8599"/>
                  </a:lnTo>
                  <a:lnTo>
                    <a:pt x="30575" y="8599"/>
                  </a:lnTo>
                  <a:lnTo>
                    <a:pt x="31052" y="7644"/>
                  </a:lnTo>
                  <a:lnTo>
                    <a:pt x="31530" y="7166"/>
                  </a:lnTo>
                  <a:lnTo>
                    <a:pt x="32486" y="7166"/>
                  </a:lnTo>
                  <a:lnTo>
                    <a:pt x="33441" y="8121"/>
                  </a:lnTo>
                  <a:lnTo>
                    <a:pt x="35352" y="12421"/>
                  </a:lnTo>
                  <a:lnTo>
                    <a:pt x="34874" y="14810"/>
                  </a:lnTo>
                  <a:lnTo>
                    <a:pt x="35352" y="20065"/>
                  </a:lnTo>
                  <a:lnTo>
                    <a:pt x="35352" y="21020"/>
                  </a:lnTo>
                  <a:lnTo>
                    <a:pt x="34874" y="23886"/>
                  </a:lnTo>
                  <a:lnTo>
                    <a:pt x="34874" y="24842"/>
                  </a:lnTo>
                  <a:lnTo>
                    <a:pt x="35352" y="25320"/>
                  </a:lnTo>
                  <a:lnTo>
                    <a:pt x="35352" y="25320"/>
                  </a:lnTo>
                  <a:lnTo>
                    <a:pt x="35830" y="25798"/>
                  </a:lnTo>
                  <a:lnTo>
                    <a:pt x="36307" y="25798"/>
                  </a:lnTo>
                  <a:lnTo>
                    <a:pt x="39174" y="26275"/>
                  </a:lnTo>
                  <a:lnTo>
                    <a:pt x="41562" y="27231"/>
                  </a:lnTo>
                  <a:lnTo>
                    <a:pt x="43951" y="27709"/>
                  </a:lnTo>
                  <a:lnTo>
                    <a:pt x="47773" y="28186"/>
                  </a:lnTo>
                  <a:lnTo>
                    <a:pt x="50162" y="28186"/>
                  </a:lnTo>
                  <a:lnTo>
                    <a:pt x="51117" y="28186"/>
                  </a:lnTo>
                  <a:lnTo>
                    <a:pt x="53505" y="28186"/>
                  </a:lnTo>
                  <a:lnTo>
                    <a:pt x="59716" y="28186"/>
                  </a:lnTo>
                  <a:lnTo>
                    <a:pt x="64493" y="27709"/>
                  </a:lnTo>
                  <a:lnTo>
                    <a:pt x="66882" y="28664"/>
                  </a:lnTo>
                  <a:lnTo>
                    <a:pt x="68316" y="28664"/>
                  </a:lnTo>
                  <a:lnTo>
                    <a:pt x="74048" y="28186"/>
                  </a:lnTo>
                  <a:lnTo>
                    <a:pt x="79781" y="28186"/>
                  </a:lnTo>
                  <a:lnTo>
                    <a:pt x="82647" y="29142"/>
                  </a:lnTo>
                  <a:lnTo>
                    <a:pt x="85991" y="31052"/>
                  </a:lnTo>
                  <a:lnTo>
                    <a:pt x="87902" y="32486"/>
                  </a:lnTo>
                  <a:lnTo>
                    <a:pt x="88380" y="33441"/>
                  </a:lnTo>
                  <a:lnTo>
                    <a:pt x="87902" y="33919"/>
                  </a:lnTo>
                  <a:lnTo>
                    <a:pt x="87425" y="34397"/>
                  </a:lnTo>
                  <a:lnTo>
                    <a:pt x="86469" y="34397"/>
                  </a:lnTo>
                  <a:lnTo>
                    <a:pt x="83603" y="33441"/>
                  </a:lnTo>
                  <a:lnTo>
                    <a:pt x="83125" y="33919"/>
                  </a:lnTo>
                  <a:lnTo>
                    <a:pt x="83125" y="33919"/>
                  </a:lnTo>
                  <a:lnTo>
                    <a:pt x="83125" y="35830"/>
                  </a:lnTo>
                  <a:lnTo>
                    <a:pt x="83125" y="35830"/>
                  </a:lnTo>
                  <a:lnTo>
                    <a:pt x="82647" y="37741"/>
                  </a:lnTo>
                  <a:lnTo>
                    <a:pt x="81214" y="41563"/>
                  </a:lnTo>
                  <a:lnTo>
                    <a:pt x="80736" y="42996"/>
                  </a:lnTo>
                  <a:lnTo>
                    <a:pt x="80259" y="43474"/>
                  </a:lnTo>
                  <a:lnTo>
                    <a:pt x="79781" y="43951"/>
                  </a:lnTo>
                  <a:lnTo>
                    <a:pt x="78825" y="43951"/>
                  </a:lnTo>
                  <a:lnTo>
                    <a:pt x="77870" y="43951"/>
                  </a:lnTo>
                  <a:lnTo>
                    <a:pt x="77870" y="44429"/>
                  </a:lnTo>
                  <a:lnTo>
                    <a:pt x="77392" y="44907"/>
                  </a:lnTo>
                  <a:lnTo>
                    <a:pt x="76914" y="45862"/>
                  </a:lnTo>
                  <a:lnTo>
                    <a:pt x="76437" y="47295"/>
                  </a:lnTo>
                  <a:lnTo>
                    <a:pt x="75481" y="47773"/>
                  </a:lnTo>
                  <a:lnTo>
                    <a:pt x="74048" y="47295"/>
                  </a:lnTo>
                  <a:lnTo>
                    <a:pt x="73093" y="47295"/>
                  </a:lnTo>
                  <a:lnTo>
                    <a:pt x="72137" y="47295"/>
                  </a:lnTo>
                  <a:lnTo>
                    <a:pt x="70704" y="48251"/>
                  </a:lnTo>
                  <a:lnTo>
                    <a:pt x="70704" y="48251"/>
                  </a:lnTo>
                  <a:lnTo>
                    <a:pt x="70226" y="49206"/>
                  </a:lnTo>
                  <a:lnTo>
                    <a:pt x="69271" y="49684"/>
                  </a:lnTo>
                  <a:lnTo>
                    <a:pt x="66405" y="49206"/>
                  </a:lnTo>
                  <a:lnTo>
                    <a:pt x="65927" y="49206"/>
                  </a:lnTo>
                  <a:lnTo>
                    <a:pt x="65927" y="49684"/>
                  </a:lnTo>
                  <a:lnTo>
                    <a:pt x="65927" y="50162"/>
                  </a:lnTo>
                  <a:lnTo>
                    <a:pt x="65449" y="51117"/>
                  </a:lnTo>
                  <a:lnTo>
                    <a:pt x="63538" y="53028"/>
                  </a:lnTo>
                  <a:lnTo>
                    <a:pt x="63538" y="53028"/>
                  </a:lnTo>
                  <a:lnTo>
                    <a:pt x="62582" y="55894"/>
                  </a:lnTo>
                  <a:lnTo>
                    <a:pt x="62105" y="57805"/>
                  </a:lnTo>
                  <a:lnTo>
                    <a:pt x="62105" y="58283"/>
                  </a:lnTo>
                  <a:lnTo>
                    <a:pt x="62105" y="59716"/>
                  </a:lnTo>
                  <a:lnTo>
                    <a:pt x="64016" y="63538"/>
                  </a:lnTo>
                  <a:lnTo>
                    <a:pt x="64971" y="68793"/>
                  </a:lnTo>
                  <a:lnTo>
                    <a:pt x="64971" y="68793"/>
                  </a:lnTo>
                  <a:lnTo>
                    <a:pt x="64971" y="69271"/>
                  </a:lnTo>
                  <a:lnTo>
                    <a:pt x="65449" y="69749"/>
                  </a:lnTo>
                  <a:lnTo>
                    <a:pt x="65927" y="69749"/>
                  </a:lnTo>
                  <a:lnTo>
                    <a:pt x="65927" y="69749"/>
                  </a:lnTo>
                  <a:lnTo>
                    <a:pt x="65927" y="69749"/>
                  </a:lnTo>
                  <a:lnTo>
                    <a:pt x="65927" y="68316"/>
                  </a:lnTo>
                  <a:lnTo>
                    <a:pt x="66405" y="67360"/>
                  </a:lnTo>
                  <a:lnTo>
                    <a:pt x="66882" y="66882"/>
                  </a:lnTo>
                  <a:lnTo>
                    <a:pt x="67360" y="67360"/>
                  </a:lnTo>
                  <a:lnTo>
                    <a:pt x="68316" y="68316"/>
                  </a:lnTo>
                  <a:lnTo>
                    <a:pt x="68793" y="70226"/>
                  </a:lnTo>
                  <a:lnTo>
                    <a:pt x="68793" y="70226"/>
                  </a:lnTo>
                  <a:lnTo>
                    <a:pt x="69748" y="71182"/>
                  </a:lnTo>
                  <a:lnTo>
                    <a:pt x="71182" y="71659"/>
                  </a:lnTo>
                  <a:lnTo>
                    <a:pt x="72615" y="71182"/>
                  </a:lnTo>
                  <a:lnTo>
                    <a:pt x="73570" y="70226"/>
                  </a:lnTo>
                  <a:lnTo>
                    <a:pt x="73570" y="69749"/>
                  </a:lnTo>
                  <a:lnTo>
                    <a:pt x="74048" y="68793"/>
                  </a:lnTo>
                  <a:lnTo>
                    <a:pt x="74048" y="66882"/>
                  </a:lnTo>
                  <a:lnTo>
                    <a:pt x="74048" y="65449"/>
                  </a:lnTo>
                  <a:lnTo>
                    <a:pt x="74526" y="64016"/>
                  </a:lnTo>
                  <a:lnTo>
                    <a:pt x="76914" y="61627"/>
                  </a:lnTo>
                  <a:lnTo>
                    <a:pt x="76914" y="61627"/>
                  </a:lnTo>
                  <a:lnTo>
                    <a:pt x="77392" y="61150"/>
                  </a:lnTo>
                  <a:lnTo>
                    <a:pt x="77392" y="59239"/>
                  </a:lnTo>
                  <a:lnTo>
                    <a:pt x="77392" y="57805"/>
                  </a:lnTo>
                  <a:lnTo>
                    <a:pt x="78348" y="57328"/>
                  </a:lnTo>
                  <a:lnTo>
                    <a:pt x="79781" y="57805"/>
                  </a:lnTo>
                  <a:lnTo>
                    <a:pt x="81214" y="56850"/>
                  </a:lnTo>
                  <a:lnTo>
                    <a:pt x="81692" y="56850"/>
                  </a:lnTo>
                  <a:lnTo>
                    <a:pt x="82647" y="57805"/>
                  </a:lnTo>
                  <a:lnTo>
                    <a:pt x="82647" y="57805"/>
                  </a:lnTo>
                  <a:lnTo>
                    <a:pt x="83603" y="57805"/>
                  </a:lnTo>
                  <a:lnTo>
                    <a:pt x="84558" y="61150"/>
                  </a:lnTo>
                  <a:lnTo>
                    <a:pt x="84558" y="61627"/>
                  </a:lnTo>
                  <a:lnTo>
                    <a:pt x="85514" y="64493"/>
                  </a:lnTo>
                  <a:lnTo>
                    <a:pt x="85514" y="66405"/>
                  </a:lnTo>
                  <a:lnTo>
                    <a:pt x="85514" y="69749"/>
                  </a:lnTo>
                  <a:lnTo>
                    <a:pt x="85991" y="72615"/>
                  </a:lnTo>
                  <a:lnTo>
                    <a:pt x="86469" y="73093"/>
                  </a:lnTo>
                  <a:lnTo>
                    <a:pt x="87425" y="74526"/>
                  </a:lnTo>
                  <a:lnTo>
                    <a:pt x="87902" y="76437"/>
                  </a:lnTo>
                  <a:lnTo>
                    <a:pt x="88380" y="77392"/>
                  </a:lnTo>
                  <a:lnTo>
                    <a:pt x="88858" y="80259"/>
                  </a:lnTo>
                  <a:lnTo>
                    <a:pt x="89335" y="82647"/>
                  </a:lnTo>
                  <a:lnTo>
                    <a:pt x="89813" y="89813"/>
                  </a:lnTo>
                  <a:lnTo>
                    <a:pt x="90291" y="91247"/>
                  </a:lnTo>
                  <a:lnTo>
                    <a:pt x="90291" y="91724"/>
                  </a:lnTo>
                  <a:lnTo>
                    <a:pt x="90291" y="98412"/>
                  </a:lnTo>
                  <a:lnTo>
                    <a:pt x="90291" y="100801"/>
                  </a:lnTo>
                  <a:lnTo>
                    <a:pt x="91246" y="10319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3" name="Freeform 922">
              <a:extLst>
                <a:ext uri="{FF2B5EF4-FFF2-40B4-BE49-F238E27FC236}">
                  <a16:creationId xmlns:a16="http://schemas.microsoft.com/office/drawing/2014/main" id="{BF129695-67A7-C49C-D7AE-11D4655AB1FD}"/>
                </a:ext>
              </a:extLst>
            </p:cNvPr>
            <p:cNvSpPr/>
            <p:nvPr/>
          </p:nvSpPr>
          <p:spPr>
            <a:xfrm>
              <a:off x="7715024" y="4536638"/>
              <a:ext cx="4777" cy="6688"/>
            </a:xfrm>
            <a:custGeom>
              <a:avLst/>
              <a:gdLst>
                <a:gd name="csX0" fmla="*/ 4300 w 4777"/>
                <a:gd name="csY0" fmla="*/ 1433 h 6688"/>
                <a:gd name="csX1" fmla="*/ 4777 w 4777"/>
                <a:gd name="csY1" fmla="*/ 3344 h 6688"/>
                <a:gd name="csX2" fmla="*/ 3344 w 4777"/>
                <a:gd name="csY2" fmla="*/ 6210 h 6688"/>
                <a:gd name="csX3" fmla="*/ 2389 w 4777"/>
                <a:gd name="csY3" fmla="*/ 6688 h 6688"/>
                <a:gd name="csX4" fmla="*/ 478 w 4777"/>
                <a:gd name="csY4" fmla="*/ 6210 h 6688"/>
                <a:gd name="csX5" fmla="*/ 478 w 4777"/>
                <a:gd name="csY5" fmla="*/ 4300 h 6688"/>
                <a:gd name="csX6" fmla="*/ 0 w 4777"/>
                <a:gd name="csY6" fmla="*/ 2389 h 6688"/>
                <a:gd name="csX7" fmla="*/ 478 w 4777"/>
                <a:gd name="csY7" fmla="*/ 1911 h 6688"/>
                <a:gd name="csX8" fmla="*/ 1911 w 4777"/>
                <a:gd name="csY8" fmla="*/ 478 h 6688"/>
                <a:gd name="csX9" fmla="*/ 3344 w 4777"/>
                <a:gd name="csY9" fmla="*/ 0 h 6688"/>
                <a:gd name="csX10" fmla="*/ 4300 w 4777"/>
                <a:gd name="csY10" fmla="*/ 1433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6688">
                  <a:moveTo>
                    <a:pt x="4300" y="1433"/>
                  </a:moveTo>
                  <a:lnTo>
                    <a:pt x="4777" y="3344"/>
                  </a:lnTo>
                  <a:lnTo>
                    <a:pt x="3344" y="6210"/>
                  </a:lnTo>
                  <a:lnTo>
                    <a:pt x="2389" y="6688"/>
                  </a:lnTo>
                  <a:lnTo>
                    <a:pt x="478" y="6210"/>
                  </a:lnTo>
                  <a:lnTo>
                    <a:pt x="478" y="4300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1911" y="478"/>
                  </a:lnTo>
                  <a:lnTo>
                    <a:pt x="3344" y="0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4" name="Freeform 923">
              <a:extLst>
                <a:ext uri="{FF2B5EF4-FFF2-40B4-BE49-F238E27FC236}">
                  <a16:creationId xmlns:a16="http://schemas.microsoft.com/office/drawing/2014/main" id="{1D850F7B-9D75-8E94-A6D4-90F514A67957}"/>
                </a:ext>
              </a:extLst>
            </p:cNvPr>
            <p:cNvSpPr/>
            <p:nvPr/>
          </p:nvSpPr>
          <p:spPr>
            <a:xfrm>
              <a:off x="7718846" y="4339814"/>
              <a:ext cx="478" cy="1433"/>
            </a:xfrm>
            <a:custGeom>
              <a:avLst/>
              <a:gdLst>
                <a:gd name="csX0" fmla="*/ 0 w 478"/>
                <a:gd name="csY0" fmla="*/ 0 h 1433"/>
                <a:gd name="csX1" fmla="*/ 478 w 478"/>
                <a:gd name="csY1" fmla="*/ 1433 h 1433"/>
                <a:gd name="csX2" fmla="*/ 478 w 478"/>
                <a:gd name="csY2" fmla="*/ 1433 h 1433"/>
                <a:gd name="csX3" fmla="*/ 0 w 478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1433">
                  <a:moveTo>
                    <a:pt x="0" y="0"/>
                  </a:moveTo>
                  <a:lnTo>
                    <a:pt x="478" y="1433"/>
                  </a:lnTo>
                  <a:lnTo>
                    <a:pt x="478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" name="Freeform 924">
              <a:extLst>
                <a:ext uri="{FF2B5EF4-FFF2-40B4-BE49-F238E27FC236}">
                  <a16:creationId xmlns:a16="http://schemas.microsoft.com/office/drawing/2014/main" id="{FBF2FDE1-868D-EC85-E499-A7EF7D3F4D49}"/>
                </a:ext>
              </a:extLst>
            </p:cNvPr>
            <p:cNvSpPr/>
            <p:nvPr/>
          </p:nvSpPr>
          <p:spPr>
            <a:xfrm>
              <a:off x="7712635" y="4269587"/>
              <a:ext cx="4777" cy="955"/>
            </a:xfrm>
            <a:custGeom>
              <a:avLst/>
              <a:gdLst>
                <a:gd name="csX0" fmla="*/ 4777 w 4777"/>
                <a:gd name="csY0" fmla="*/ 478 h 955"/>
                <a:gd name="csX1" fmla="*/ 4777 w 4777"/>
                <a:gd name="csY1" fmla="*/ 478 h 955"/>
                <a:gd name="csX2" fmla="*/ 4300 w 4777"/>
                <a:gd name="csY2" fmla="*/ 956 h 955"/>
                <a:gd name="csX3" fmla="*/ 3344 w 4777"/>
                <a:gd name="csY3" fmla="*/ 956 h 955"/>
                <a:gd name="csX4" fmla="*/ 478 w 4777"/>
                <a:gd name="csY4" fmla="*/ 0 h 955"/>
                <a:gd name="csX5" fmla="*/ 0 w 4777"/>
                <a:gd name="csY5" fmla="*/ 478 h 955"/>
                <a:gd name="csX6" fmla="*/ 0 w 4777"/>
                <a:gd name="csY6" fmla="*/ 478 h 955"/>
                <a:gd name="csX7" fmla="*/ 478 w 4777"/>
                <a:gd name="csY7" fmla="*/ 0 h 955"/>
                <a:gd name="csX8" fmla="*/ 3344 w 4777"/>
                <a:gd name="csY8" fmla="*/ 956 h 955"/>
                <a:gd name="csX9" fmla="*/ 4300 w 4777"/>
                <a:gd name="csY9" fmla="*/ 956 h 955"/>
                <a:gd name="csX10" fmla="*/ 4777 w 4777"/>
                <a:gd name="csY10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955">
                  <a:moveTo>
                    <a:pt x="4777" y="478"/>
                  </a:moveTo>
                  <a:lnTo>
                    <a:pt x="4777" y="478"/>
                  </a:lnTo>
                  <a:lnTo>
                    <a:pt x="4300" y="956"/>
                  </a:lnTo>
                  <a:lnTo>
                    <a:pt x="3344" y="956"/>
                  </a:lnTo>
                  <a:lnTo>
                    <a:pt x="478" y="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3344" y="956"/>
                  </a:lnTo>
                  <a:lnTo>
                    <a:pt x="4300" y="956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0FE2EF92-6528-4700-D69C-7DF66253BD4A}"/>
                </a:ext>
              </a:extLst>
            </p:cNvPr>
            <p:cNvSpPr/>
            <p:nvPr/>
          </p:nvSpPr>
          <p:spPr>
            <a:xfrm>
              <a:off x="7715979" y="4309239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6 w 955"/>
                <a:gd name="csY1" fmla="*/ 1433 h 1433"/>
                <a:gd name="csX2" fmla="*/ 0 w 955"/>
                <a:gd name="csY2" fmla="*/ 0 h 1433"/>
                <a:gd name="csX3" fmla="*/ 0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6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A522EFB0-3A7A-44BF-A24F-E490DA8E867E}"/>
                </a:ext>
              </a:extLst>
            </p:cNvPr>
            <p:cNvSpPr/>
            <p:nvPr/>
          </p:nvSpPr>
          <p:spPr>
            <a:xfrm>
              <a:off x="7707381" y="4279620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2389 w 2388"/>
                <a:gd name="csY1" fmla="*/ 0 h 955"/>
                <a:gd name="csX2" fmla="*/ 1910 w 2388"/>
                <a:gd name="csY2" fmla="*/ 478 h 955"/>
                <a:gd name="csX3" fmla="*/ 955 w 2388"/>
                <a:gd name="csY3" fmla="*/ 478 h 955"/>
                <a:gd name="csX4" fmla="*/ 0 w 2388"/>
                <a:gd name="csY4" fmla="*/ 956 h 955"/>
                <a:gd name="csX5" fmla="*/ 0 w 2388"/>
                <a:gd name="csY5" fmla="*/ 478 h 955"/>
                <a:gd name="csX6" fmla="*/ 955 w 2388"/>
                <a:gd name="csY6" fmla="*/ 478 h 955"/>
                <a:gd name="csX7" fmla="*/ 1910 w 2388"/>
                <a:gd name="csY7" fmla="*/ 478 h 955"/>
                <a:gd name="csX8" fmla="*/ 2389 w 2388"/>
                <a:gd name="csY8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2389" y="0"/>
                  </a:lnTo>
                  <a:lnTo>
                    <a:pt x="1910" y="478"/>
                  </a:lnTo>
                  <a:lnTo>
                    <a:pt x="955" y="478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5" y="478"/>
                  </a:lnTo>
                  <a:lnTo>
                    <a:pt x="1910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C88C5622-B5C1-6C16-1A1B-A3EFD68AF11B}"/>
                </a:ext>
              </a:extLst>
            </p:cNvPr>
            <p:cNvSpPr/>
            <p:nvPr/>
          </p:nvSpPr>
          <p:spPr>
            <a:xfrm>
              <a:off x="7643365" y="4200317"/>
              <a:ext cx="66404" cy="32963"/>
            </a:xfrm>
            <a:custGeom>
              <a:avLst/>
              <a:gdLst>
                <a:gd name="csX0" fmla="*/ 65926 w 66404"/>
                <a:gd name="csY0" fmla="*/ 19587 h 32963"/>
                <a:gd name="csX1" fmla="*/ 66405 w 66404"/>
                <a:gd name="csY1" fmla="*/ 21020 h 32963"/>
                <a:gd name="csX2" fmla="*/ 65449 w 66404"/>
                <a:gd name="csY2" fmla="*/ 22453 h 32963"/>
                <a:gd name="csX3" fmla="*/ 64971 w 66404"/>
                <a:gd name="csY3" fmla="*/ 23886 h 32963"/>
                <a:gd name="csX4" fmla="*/ 64493 w 66404"/>
                <a:gd name="csY4" fmla="*/ 24842 h 32963"/>
                <a:gd name="csX5" fmla="*/ 64971 w 66404"/>
                <a:gd name="csY5" fmla="*/ 25320 h 32963"/>
                <a:gd name="csX6" fmla="*/ 65449 w 66404"/>
                <a:gd name="csY6" fmla="*/ 26275 h 32963"/>
                <a:gd name="csX7" fmla="*/ 66405 w 66404"/>
                <a:gd name="csY7" fmla="*/ 27709 h 32963"/>
                <a:gd name="csX8" fmla="*/ 66405 w 66404"/>
                <a:gd name="csY8" fmla="*/ 28664 h 32963"/>
                <a:gd name="csX9" fmla="*/ 65926 w 66404"/>
                <a:gd name="csY9" fmla="*/ 29619 h 32963"/>
                <a:gd name="csX10" fmla="*/ 64971 w 66404"/>
                <a:gd name="csY10" fmla="*/ 30097 h 32963"/>
                <a:gd name="csX11" fmla="*/ 63538 w 66404"/>
                <a:gd name="csY11" fmla="*/ 29619 h 32963"/>
                <a:gd name="csX12" fmla="*/ 63060 w 66404"/>
                <a:gd name="csY12" fmla="*/ 29619 h 32963"/>
                <a:gd name="csX13" fmla="*/ 61627 w 66404"/>
                <a:gd name="csY13" fmla="*/ 30097 h 32963"/>
                <a:gd name="csX14" fmla="*/ 60194 w 66404"/>
                <a:gd name="csY14" fmla="*/ 30575 h 32963"/>
                <a:gd name="csX15" fmla="*/ 58283 w 66404"/>
                <a:gd name="csY15" fmla="*/ 31052 h 32963"/>
                <a:gd name="csX16" fmla="*/ 55416 w 66404"/>
                <a:gd name="csY16" fmla="*/ 31052 h 32963"/>
                <a:gd name="csX17" fmla="*/ 53983 w 66404"/>
                <a:gd name="csY17" fmla="*/ 29619 h 32963"/>
                <a:gd name="csX18" fmla="*/ 53505 w 66404"/>
                <a:gd name="csY18" fmla="*/ 29619 h 32963"/>
                <a:gd name="csX19" fmla="*/ 50639 w 66404"/>
                <a:gd name="csY19" fmla="*/ 31052 h 32963"/>
                <a:gd name="csX20" fmla="*/ 47773 w 66404"/>
                <a:gd name="csY20" fmla="*/ 31052 h 32963"/>
                <a:gd name="csX21" fmla="*/ 47773 w 66404"/>
                <a:gd name="csY21" fmla="*/ 31052 h 32963"/>
                <a:gd name="csX22" fmla="*/ 42040 w 66404"/>
                <a:gd name="csY22" fmla="*/ 31530 h 32963"/>
                <a:gd name="csX23" fmla="*/ 39651 w 66404"/>
                <a:gd name="csY23" fmla="*/ 31530 h 32963"/>
                <a:gd name="csX24" fmla="*/ 37263 w 66404"/>
                <a:gd name="csY24" fmla="*/ 31530 h 32963"/>
                <a:gd name="csX25" fmla="*/ 36307 w 66404"/>
                <a:gd name="csY25" fmla="*/ 31052 h 32963"/>
                <a:gd name="csX26" fmla="*/ 33919 w 66404"/>
                <a:gd name="csY26" fmla="*/ 30097 h 32963"/>
                <a:gd name="csX27" fmla="*/ 33441 w 66404"/>
                <a:gd name="csY27" fmla="*/ 29619 h 32963"/>
                <a:gd name="csX28" fmla="*/ 32008 w 66404"/>
                <a:gd name="csY28" fmla="*/ 29142 h 32963"/>
                <a:gd name="csX29" fmla="*/ 30097 w 66404"/>
                <a:gd name="csY29" fmla="*/ 30097 h 32963"/>
                <a:gd name="csX30" fmla="*/ 29141 w 66404"/>
                <a:gd name="csY30" fmla="*/ 30097 h 32963"/>
                <a:gd name="csX31" fmla="*/ 27708 w 66404"/>
                <a:gd name="csY31" fmla="*/ 32008 h 32963"/>
                <a:gd name="csX32" fmla="*/ 23886 w 66404"/>
                <a:gd name="csY32" fmla="*/ 32486 h 32963"/>
                <a:gd name="csX33" fmla="*/ 20542 w 66404"/>
                <a:gd name="csY33" fmla="*/ 32963 h 32963"/>
                <a:gd name="csX34" fmla="*/ 19587 w 66404"/>
                <a:gd name="csY34" fmla="*/ 32963 h 32963"/>
                <a:gd name="csX35" fmla="*/ 17676 w 66404"/>
                <a:gd name="csY35" fmla="*/ 32486 h 32963"/>
                <a:gd name="csX36" fmla="*/ 17198 w 66404"/>
                <a:gd name="csY36" fmla="*/ 32008 h 32963"/>
                <a:gd name="csX37" fmla="*/ 17676 w 66404"/>
                <a:gd name="csY37" fmla="*/ 32008 h 32963"/>
                <a:gd name="csX38" fmla="*/ 17676 w 66404"/>
                <a:gd name="csY38" fmla="*/ 31530 h 32963"/>
                <a:gd name="csX39" fmla="*/ 17198 w 66404"/>
                <a:gd name="csY39" fmla="*/ 31530 h 32963"/>
                <a:gd name="csX40" fmla="*/ 16243 w 66404"/>
                <a:gd name="csY40" fmla="*/ 31052 h 32963"/>
                <a:gd name="csX41" fmla="*/ 14809 w 66404"/>
                <a:gd name="csY41" fmla="*/ 31052 h 32963"/>
                <a:gd name="csX42" fmla="*/ 12898 w 66404"/>
                <a:gd name="csY42" fmla="*/ 30575 h 32963"/>
                <a:gd name="csX43" fmla="*/ 12898 w 66404"/>
                <a:gd name="csY43" fmla="*/ 30575 h 32963"/>
                <a:gd name="csX44" fmla="*/ 11943 w 66404"/>
                <a:gd name="csY44" fmla="*/ 30097 h 32963"/>
                <a:gd name="csX45" fmla="*/ 8121 w 66404"/>
                <a:gd name="csY45" fmla="*/ 30575 h 32963"/>
                <a:gd name="csX46" fmla="*/ 6210 w 66404"/>
                <a:gd name="csY46" fmla="*/ 29619 h 32963"/>
                <a:gd name="csX47" fmla="*/ 3821 w 66404"/>
                <a:gd name="csY47" fmla="*/ 28186 h 32963"/>
                <a:gd name="csX48" fmla="*/ 2389 w 66404"/>
                <a:gd name="csY48" fmla="*/ 27709 h 32963"/>
                <a:gd name="csX49" fmla="*/ 1911 w 66404"/>
                <a:gd name="csY49" fmla="*/ 25798 h 32963"/>
                <a:gd name="csX50" fmla="*/ 1433 w 66404"/>
                <a:gd name="csY50" fmla="*/ 24842 h 32963"/>
                <a:gd name="csX51" fmla="*/ 478 w 66404"/>
                <a:gd name="csY51" fmla="*/ 24364 h 32963"/>
                <a:gd name="csX52" fmla="*/ 0 w 66404"/>
                <a:gd name="csY52" fmla="*/ 23409 h 32963"/>
                <a:gd name="csX53" fmla="*/ 478 w 66404"/>
                <a:gd name="csY53" fmla="*/ 22453 h 32963"/>
                <a:gd name="csX54" fmla="*/ 2866 w 66404"/>
                <a:gd name="csY54" fmla="*/ 21020 h 32963"/>
                <a:gd name="csX55" fmla="*/ 3344 w 66404"/>
                <a:gd name="csY55" fmla="*/ 20543 h 32963"/>
                <a:gd name="csX56" fmla="*/ 3344 w 66404"/>
                <a:gd name="csY56" fmla="*/ 20543 h 32963"/>
                <a:gd name="csX57" fmla="*/ 4300 w 66404"/>
                <a:gd name="csY57" fmla="*/ 17676 h 32963"/>
                <a:gd name="csX58" fmla="*/ 5733 w 66404"/>
                <a:gd name="csY58" fmla="*/ 16243 h 32963"/>
                <a:gd name="csX59" fmla="*/ 7166 w 66404"/>
                <a:gd name="csY59" fmla="*/ 14810 h 32963"/>
                <a:gd name="csX60" fmla="*/ 8599 w 66404"/>
                <a:gd name="csY60" fmla="*/ 12421 h 32963"/>
                <a:gd name="csX61" fmla="*/ 10510 w 66404"/>
                <a:gd name="csY61" fmla="*/ 10032 h 32963"/>
                <a:gd name="csX62" fmla="*/ 13376 w 66404"/>
                <a:gd name="csY62" fmla="*/ 7644 h 32963"/>
                <a:gd name="csX63" fmla="*/ 14809 w 66404"/>
                <a:gd name="csY63" fmla="*/ 5255 h 32963"/>
                <a:gd name="csX64" fmla="*/ 15765 w 66404"/>
                <a:gd name="csY64" fmla="*/ 4300 h 32963"/>
                <a:gd name="csX65" fmla="*/ 18153 w 66404"/>
                <a:gd name="csY65" fmla="*/ 3344 h 32963"/>
                <a:gd name="csX66" fmla="*/ 20064 w 66404"/>
                <a:gd name="csY66" fmla="*/ 2867 h 32963"/>
                <a:gd name="csX67" fmla="*/ 21498 w 66404"/>
                <a:gd name="csY67" fmla="*/ 1433 h 32963"/>
                <a:gd name="csX68" fmla="*/ 23409 w 66404"/>
                <a:gd name="csY68" fmla="*/ 478 h 32963"/>
                <a:gd name="csX69" fmla="*/ 24842 w 66404"/>
                <a:gd name="csY69" fmla="*/ 0 h 32963"/>
                <a:gd name="csX70" fmla="*/ 27230 w 66404"/>
                <a:gd name="csY70" fmla="*/ 478 h 32963"/>
                <a:gd name="csX71" fmla="*/ 29619 w 66404"/>
                <a:gd name="csY71" fmla="*/ 956 h 32963"/>
                <a:gd name="csX72" fmla="*/ 32008 w 66404"/>
                <a:gd name="csY72" fmla="*/ 1433 h 32963"/>
                <a:gd name="csX73" fmla="*/ 32485 w 66404"/>
                <a:gd name="csY73" fmla="*/ 1911 h 32963"/>
                <a:gd name="csX74" fmla="*/ 32008 w 66404"/>
                <a:gd name="csY74" fmla="*/ 2867 h 32963"/>
                <a:gd name="csX75" fmla="*/ 32008 w 66404"/>
                <a:gd name="csY75" fmla="*/ 4300 h 32963"/>
                <a:gd name="csX76" fmla="*/ 32008 w 66404"/>
                <a:gd name="csY76" fmla="*/ 4777 h 32963"/>
                <a:gd name="csX77" fmla="*/ 32008 w 66404"/>
                <a:gd name="csY77" fmla="*/ 4777 h 32963"/>
                <a:gd name="csX78" fmla="*/ 32008 w 66404"/>
                <a:gd name="csY78" fmla="*/ 4777 h 32963"/>
                <a:gd name="csX79" fmla="*/ 34874 w 66404"/>
                <a:gd name="csY79" fmla="*/ 5255 h 32963"/>
                <a:gd name="csX80" fmla="*/ 37741 w 66404"/>
                <a:gd name="csY80" fmla="*/ 4777 h 32963"/>
                <a:gd name="csX81" fmla="*/ 39174 w 66404"/>
                <a:gd name="csY81" fmla="*/ 5255 h 32963"/>
                <a:gd name="csX82" fmla="*/ 42996 w 66404"/>
                <a:gd name="csY82" fmla="*/ 6211 h 32963"/>
                <a:gd name="csX83" fmla="*/ 44428 w 66404"/>
                <a:gd name="csY83" fmla="*/ 6688 h 32963"/>
                <a:gd name="csX84" fmla="*/ 45384 w 66404"/>
                <a:gd name="csY84" fmla="*/ 7166 h 32963"/>
                <a:gd name="csX85" fmla="*/ 46340 w 66404"/>
                <a:gd name="csY85" fmla="*/ 7166 h 32963"/>
                <a:gd name="csX86" fmla="*/ 47773 w 66404"/>
                <a:gd name="csY86" fmla="*/ 6211 h 32963"/>
                <a:gd name="csX87" fmla="*/ 49684 w 66404"/>
                <a:gd name="csY87" fmla="*/ 5255 h 32963"/>
                <a:gd name="csX88" fmla="*/ 50639 w 66404"/>
                <a:gd name="csY88" fmla="*/ 4777 h 32963"/>
                <a:gd name="csX89" fmla="*/ 51117 w 66404"/>
                <a:gd name="csY89" fmla="*/ 5255 h 32963"/>
                <a:gd name="csX90" fmla="*/ 52073 w 66404"/>
                <a:gd name="csY90" fmla="*/ 6211 h 32963"/>
                <a:gd name="csX91" fmla="*/ 54939 w 66404"/>
                <a:gd name="csY91" fmla="*/ 7166 h 32963"/>
                <a:gd name="csX92" fmla="*/ 56850 w 66404"/>
                <a:gd name="csY92" fmla="*/ 7644 h 32963"/>
                <a:gd name="csX93" fmla="*/ 57805 w 66404"/>
                <a:gd name="csY93" fmla="*/ 8121 h 32963"/>
                <a:gd name="csX94" fmla="*/ 57328 w 66404"/>
                <a:gd name="csY94" fmla="*/ 10510 h 32963"/>
                <a:gd name="csX95" fmla="*/ 57328 w 66404"/>
                <a:gd name="csY95" fmla="*/ 11466 h 32963"/>
                <a:gd name="csX96" fmla="*/ 57328 w 66404"/>
                <a:gd name="csY96" fmla="*/ 11466 h 32963"/>
                <a:gd name="csX97" fmla="*/ 57328 w 66404"/>
                <a:gd name="csY97" fmla="*/ 11943 h 32963"/>
                <a:gd name="csX98" fmla="*/ 56850 w 66404"/>
                <a:gd name="csY98" fmla="*/ 13377 h 32963"/>
                <a:gd name="csX99" fmla="*/ 56372 w 66404"/>
                <a:gd name="csY99" fmla="*/ 14332 h 32963"/>
                <a:gd name="csX100" fmla="*/ 56850 w 66404"/>
                <a:gd name="csY100" fmla="*/ 15765 h 32963"/>
                <a:gd name="csX101" fmla="*/ 57805 w 66404"/>
                <a:gd name="csY101" fmla="*/ 16721 h 32963"/>
                <a:gd name="csX102" fmla="*/ 59716 w 66404"/>
                <a:gd name="csY102" fmla="*/ 18154 h 32963"/>
                <a:gd name="csX103" fmla="*/ 62105 w 66404"/>
                <a:gd name="csY103" fmla="*/ 18154 h 32963"/>
                <a:gd name="csX104" fmla="*/ 64016 w 66404"/>
                <a:gd name="csY104" fmla="*/ 17676 h 32963"/>
                <a:gd name="csX105" fmla="*/ 64493 w 66404"/>
                <a:gd name="csY105" fmla="*/ 17676 h 32963"/>
                <a:gd name="csX106" fmla="*/ 65926 w 66404"/>
                <a:gd name="csY106" fmla="*/ 19587 h 32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</a:cxnLst>
              <a:rect l="l" t="t" r="r" b="b"/>
              <a:pathLst>
                <a:path w="66404" h="32963">
                  <a:moveTo>
                    <a:pt x="65926" y="19587"/>
                  </a:moveTo>
                  <a:lnTo>
                    <a:pt x="66405" y="21020"/>
                  </a:lnTo>
                  <a:lnTo>
                    <a:pt x="65449" y="22453"/>
                  </a:lnTo>
                  <a:lnTo>
                    <a:pt x="64971" y="23886"/>
                  </a:lnTo>
                  <a:lnTo>
                    <a:pt x="64493" y="24842"/>
                  </a:lnTo>
                  <a:lnTo>
                    <a:pt x="64971" y="25320"/>
                  </a:lnTo>
                  <a:lnTo>
                    <a:pt x="65449" y="26275"/>
                  </a:lnTo>
                  <a:lnTo>
                    <a:pt x="66405" y="27709"/>
                  </a:lnTo>
                  <a:lnTo>
                    <a:pt x="66405" y="28664"/>
                  </a:lnTo>
                  <a:lnTo>
                    <a:pt x="65926" y="29619"/>
                  </a:lnTo>
                  <a:lnTo>
                    <a:pt x="64971" y="30097"/>
                  </a:lnTo>
                  <a:lnTo>
                    <a:pt x="63538" y="29619"/>
                  </a:lnTo>
                  <a:lnTo>
                    <a:pt x="63060" y="29619"/>
                  </a:lnTo>
                  <a:lnTo>
                    <a:pt x="61627" y="30097"/>
                  </a:lnTo>
                  <a:lnTo>
                    <a:pt x="60194" y="30575"/>
                  </a:lnTo>
                  <a:lnTo>
                    <a:pt x="58283" y="31052"/>
                  </a:lnTo>
                  <a:lnTo>
                    <a:pt x="55416" y="31052"/>
                  </a:lnTo>
                  <a:lnTo>
                    <a:pt x="53983" y="29619"/>
                  </a:lnTo>
                  <a:lnTo>
                    <a:pt x="53505" y="29619"/>
                  </a:lnTo>
                  <a:lnTo>
                    <a:pt x="50639" y="31052"/>
                  </a:lnTo>
                  <a:lnTo>
                    <a:pt x="47773" y="31052"/>
                  </a:lnTo>
                  <a:lnTo>
                    <a:pt x="47773" y="31052"/>
                  </a:lnTo>
                  <a:lnTo>
                    <a:pt x="42040" y="31530"/>
                  </a:lnTo>
                  <a:lnTo>
                    <a:pt x="39651" y="31530"/>
                  </a:lnTo>
                  <a:lnTo>
                    <a:pt x="37263" y="31530"/>
                  </a:lnTo>
                  <a:lnTo>
                    <a:pt x="36307" y="31052"/>
                  </a:lnTo>
                  <a:lnTo>
                    <a:pt x="33919" y="30097"/>
                  </a:lnTo>
                  <a:lnTo>
                    <a:pt x="33441" y="29619"/>
                  </a:lnTo>
                  <a:lnTo>
                    <a:pt x="32008" y="29142"/>
                  </a:lnTo>
                  <a:lnTo>
                    <a:pt x="30097" y="30097"/>
                  </a:lnTo>
                  <a:lnTo>
                    <a:pt x="29141" y="30097"/>
                  </a:lnTo>
                  <a:lnTo>
                    <a:pt x="27708" y="32008"/>
                  </a:lnTo>
                  <a:lnTo>
                    <a:pt x="23886" y="32486"/>
                  </a:lnTo>
                  <a:lnTo>
                    <a:pt x="20542" y="32963"/>
                  </a:lnTo>
                  <a:lnTo>
                    <a:pt x="19587" y="32963"/>
                  </a:lnTo>
                  <a:lnTo>
                    <a:pt x="17676" y="32486"/>
                  </a:lnTo>
                  <a:lnTo>
                    <a:pt x="17198" y="32008"/>
                  </a:lnTo>
                  <a:lnTo>
                    <a:pt x="17676" y="32008"/>
                  </a:lnTo>
                  <a:lnTo>
                    <a:pt x="17676" y="31530"/>
                  </a:lnTo>
                  <a:lnTo>
                    <a:pt x="17198" y="31530"/>
                  </a:lnTo>
                  <a:lnTo>
                    <a:pt x="16243" y="31052"/>
                  </a:lnTo>
                  <a:lnTo>
                    <a:pt x="14809" y="31052"/>
                  </a:lnTo>
                  <a:lnTo>
                    <a:pt x="12898" y="30575"/>
                  </a:lnTo>
                  <a:lnTo>
                    <a:pt x="12898" y="30575"/>
                  </a:lnTo>
                  <a:lnTo>
                    <a:pt x="11943" y="30097"/>
                  </a:lnTo>
                  <a:lnTo>
                    <a:pt x="8121" y="30575"/>
                  </a:lnTo>
                  <a:lnTo>
                    <a:pt x="6210" y="29619"/>
                  </a:lnTo>
                  <a:lnTo>
                    <a:pt x="3821" y="28186"/>
                  </a:lnTo>
                  <a:lnTo>
                    <a:pt x="2389" y="27709"/>
                  </a:lnTo>
                  <a:lnTo>
                    <a:pt x="1911" y="25798"/>
                  </a:lnTo>
                  <a:lnTo>
                    <a:pt x="1433" y="24842"/>
                  </a:lnTo>
                  <a:lnTo>
                    <a:pt x="478" y="24364"/>
                  </a:lnTo>
                  <a:lnTo>
                    <a:pt x="0" y="23409"/>
                  </a:lnTo>
                  <a:lnTo>
                    <a:pt x="478" y="22453"/>
                  </a:lnTo>
                  <a:lnTo>
                    <a:pt x="2866" y="21020"/>
                  </a:lnTo>
                  <a:lnTo>
                    <a:pt x="3344" y="20543"/>
                  </a:lnTo>
                  <a:lnTo>
                    <a:pt x="3344" y="20543"/>
                  </a:lnTo>
                  <a:lnTo>
                    <a:pt x="4300" y="17676"/>
                  </a:lnTo>
                  <a:lnTo>
                    <a:pt x="5733" y="16243"/>
                  </a:lnTo>
                  <a:lnTo>
                    <a:pt x="7166" y="14810"/>
                  </a:lnTo>
                  <a:lnTo>
                    <a:pt x="8599" y="12421"/>
                  </a:lnTo>
                  <a:lnTo>
                    <a:pt x="10510" y="10032"/>
                  </a:lnTo>
                  <a:lnTo>
                    <a:pt x="13376" y="7644"/>
                  </a:lnTo>
                  <a:lnTo>
                    <a:pt x="14809" y="5255"/>
                  </a:lnTo>
                  <a:lnTo>
                    <a:pt x="15765" y="4300"/>
                  </a:lnTo>
                  <a:lnTo>
                    <a:pt x="18153" y="3344"/>
                  </a:lnTo>
                  <a:lnTo>
                    <a:pt x="20064" y="2867"/>
                  </a:lnTo>
                  <a:lnTo>
                    <a:pt x="21498" y="1433"/>
                  </a:lnTo>
                  <a:lnTo>
                    <a:pt x="23409" y="478"/>
                  </a:lnTo>
                  <a:lnTo>
                    <a:pt x="24842" y="0"/>
                  </a:lnTo>
                  <a:lnTo>
                    <a:pt x="27230" y="478"/>
                  </a:lnTo>
                  <a:lnTo>
                    <a:pt x="29619" y="956"/>
                  </a:lnTo>
                  <a:lnTo>
                    <a:pt x="32008" y="1433"/>
                  </a:lnTo>
                  <a:lnTo>
                    <a:pt x="32485" y="1911"/>
                  </a:lnTo>
                  <a:lnTo>
                    <a:pt x="32008" y="2867"/>
                  </a:lnTo>
                  <a:lnTo>
                    <a:pt x="32008" y="4300"/>
                  </a:lnTo>
                  <a:lnTo>
                    <a:pt x="32008" y="4777"/>
                  </a:lnTo>
                  <a:lnTo>
                    <a:pt x="32008" y="4777"/>
                  </a:lnTo>
                  <a:lnTo>
                    <a:pt x="32008" y="4777"/>
                  </a:lnTo>
                  <a:lnTo>
                    <a:pt x="34874" y="5255"/>
                  </a:lnTo>
                  <a:lnTo>
                    <a:pt x="37741" y="4777"/>
                  </a:lnTo>
                  <a:lnTo>
                    <a:pt x="39174" y="5255"/>
                  </a:lnTo>
                  <a:lnTo>
                    <a:pt x="42996" y="6211"/>
                  </a:lnTo>
                  <a:lnTo>
                    <a:pt x="44428" y="6688"/>
                  </a:lnTo>
                  <a:lnTo>
                    <a:pt x="45384" y="7166"/>
                  </a:lnTo>
                  <a:lnTo>
                    <a:pt x="46340" y="7166"/>
                  </a:lnTo>
                  <a:lnTo>
                    <a:pt x="47773" y="6211"/>
                  </a:lnTo>
                  <a:lnTo>
                    <a:pt x="49684" y="5255"/>
                  </a:lnTo>
                  <a:lnTo>
                    <a:pt x="50639" y="4777"/>
                  </a:lnTo>
                  <a:lnTo>
                    <a:pt x="51117" y="5255"/>
                  </a:lnTo>
                  <a:lnTo>
                    <a:pt x="52073" y="6211"/>
                  </a:lnTo>
                  <a:lnTo>
                    <a:pt x="54939" y="7166"/>
                  </a:lnTo>
                  <a:lnTo>
                    <a:pt x="56850" y="7644"/>
                  </a:lnTo>
                  <a:lnTo>
                    <a:pt x="57805" y="8121"/>
                  </a:lnTo>
                  <a:lnTo>
                    <a:pt x="57328" y="10510"/>
                  </a:lnTo>
                  <a:lnTo>
                    <a:pt x="57328" y="11466"/>
                  </a:lnTo>
                  <a:lnTo>
                    <a:pt x="57328" y="11466"/>
                  </a:lnTo>
                  <a:lnTo>
                    <a:pt x="57328" y="11943"/>
                  </a:lnTo>
                  <a:lnTo>
                    <a:pt x="56850" y="13377"/>
                  </a:lnTo>
                  <a:lnTo>
                    <a:pt x="56372" y="14332"/>
                  </a:lnTo>
                  <a:lnTo>
                    <a:pt x="56850" y="15765"/>
                  </a:lnTo>
                  <a:lnTo>
                    <a:pt x="57805" y="16721"/>
                  </a:lnTo>
                  <a:lnTo>
                    <a:pt x="59716" y="18154"/>
                  </a:lnTo>
                  <a:lnTo>
                    <a:pt x="62105" y="18154"/>
                  </a:lnTo>
                  <a:lnTo>
                    <a:pt x="64016" y="17676"/>
                  </a:lnTo>
                  <a:lnTo>
                    <a:pt x="64493" y="17676"/>
                  </a:lnTo>
                  <a:lnTo>
                    <a:pt x="65926" y="195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BD6EDD66-09AE-0167-0D5C-3DB9998FFDB6}"/>
                </a:ext>
              </a:extLst>
            </p:cNvPr>
            <p:cNvSpPr/>
            <p:nvPr/>
          </p:nvSpPr>
          <p:spPr>
            <a:xfrm>
              <a:off x="7705470" y="4332170"/>
              <a:ext cx="1911" cy="4299"/>
            </a:xfrm>
            <a:custGeom>
              <a:avLst/>
              <a:gdLst>
                <a:gd name="csX0" fmla="*/ 1911 w 1911"/>
                <a:gd name="csY0" fmla="*/ 956 h 4299"/>
                <a:gd name="csX1" fmla="*/ 1911 w 1911"/>
                <a:gd name="csY1" fmla="*/ 2389 h 4299"/>
                <a:gd name="csX2" fmla="*/ 1911 w 1911"/>
                <a:gd name="csY2" fmla="*/ 4299 h 4299"/>
                <a:gd name="csX3" fmla="*/ 478 w 1911"/>
                <a:gd name="csY3" fmla="*/ 4299 h 4299"/>
                <a:gd name="csX4" fmla="*/ 0 w 1911"/>
                <a:gd name="csY4" fmla="*/ 3822 h 4299"/>
                <a:gd name="csX5" fmla="*/ 0 w 1911"/>
                <a:gd name="csY5" fmla="*/ 2866 h 4299"/>
                <a:gd name="csX6" fmla="*/ 0 w 1911"/>
                <a:gd name="csY6" fmla="*/ 478 h 4299"/>
                <a:gd name="csX7" fmla="*/ 955 w 1911"/>
                <a:gd name="csY7" fmla="*/ 0 h 4299"/>
                <a:gd name="csX8" fmla="*/ 1433 w 1911"/>
                <a:gd name="csY8" fmla="*/ 0 h 4299"/>
                <a:gd name="csX9" fmla="*/ 1911 w 1911"/>
                <a:gd name="csY9" fmla="*/ 95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1" h="4299">
                  <a:moveTo>
                    <a:pt x="1911" y="956"/>
                  </a:moveTo>
                  <a:lnTo>
                    <a:pt x="1911" y="2389"/>
                  </a:lnTo>
                  <a:lnTo>
                    <a:pt x="1911" y="4299"/>
                  </a:lnTo>
                  <a:lnTo>
                    <a:pt x="478" y="4299"/>
                  </a:lnTo>
                  <a:lnTo>
                    <a:pt x="0" y="3822"/>
                  </a:lnTo>
                  <a:lnTo>
                    <a:pt x="0" y="286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CE9EFC31-C67F-8AE4-D184-30070E0B21AD}"/>
                </a:ext>
              </a:extLst>
            </p:cNvPr>
            <p:cNvSpPr/>
            <p:nvPr/>
          </p:nvSpPr>
          <p:spPr>
            <a:xfrm>
              <a:off x="7706425" y="4280575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478 w 955"/>
                <a:gd name="csY1" fmla="*/ 478 h 1433"/>
                <a:gd name="csX2" fmla="*/ 0 w 955"/>
                <a:gd name="csY2" fmla="*/ 1433 h 1433"/>
                <a:gd name="csX3" fmla="*/ 478 w 955"/>
                <a:gd name="csY3" fmla="*/ 478 h 1433"/>
                <a:gd name="csX4" fmla="*/ 956 w 955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478" y="478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F98D845E-46BF-2AD7-1DFC-B56D786B93E6}"/>
                </a:ext>
              </a:extLst>
            </p:cNvPr>
            <p:cNvSpPr/>
            <p:nvPr/>
          </p:nvSpPr>
          <p:spPr>
            <a:xfrm>
              <a:off x="7704514" y="4328348"/>
              <a:ext cx="1433" cy="3343"/>
            </a:xfrm>
            <a:custGeom>
              <a:avLst/>
              <a:gdLst>
                <a:gd name="csX0" fmla="*/ 956 w 1433"/>
                <a:gd name="csY0" fmla="*/ 0 h 3343"/>
                <a:gd name="csX1" fmla="*/ 1433 w 1433"/>
                <a:gd name="csY1" fmla="*/ 478 h 3343"/>
                <a:gd name="csX2" fmla="*/ 956 w 1433"/>
                <a:gd name="csY2" fmla="*/ 1433 h 3343"/>
                <a:gd name="csX3" fmla="*/ 478 w 1433"/>
                <a:gd name="csY3" fmla="*/ 3344 h 3343"/>
                <a:gd name="csX4" fmla="*/ 0 w 1433"/>
                <a:gd name="csY4" fmla="*/ 1911 h 3343"/>
                <a:gd name="csX5" fmla="*/ 478 w 1433"/>
                <a:gd name="csY5" fmla="*/ 478 h 3343"/>
                <a:gd name="csX6" fmla="*/ 956 w 1433"/>
                <a:gd name="csY6" fmla="*/ 0 h 3343"/>
                <a:gd name="csX7" fmla="*/ 956 w 1433"/>
                <a:gd name="csY7" fmla="*/ 0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3343">
                  <a:moveTo>
                    <a:pt x="956" y="0"/>
                  </a:moveTo>
                  <a:lnTo>
                    <a:pt x="1433" y="478"/>
                  </a:lnTo>
                  <a:lnTo>
                    <a:pt x="956" y="1433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2" name="Freeform 931">
              <a:extLst>
                <a:ext uri="{FF2B5EF4-FFF2-40B4-BE49-F238E27FC236}">
                  <a16:creationId xmlns:a16="http://schemas.microsoft.com/office/drawing/2014/main" id="{D32043C1-3823-8132-7FC3-A1DD2305B767}"/>
                </a:ext>
              </a:extLst>
            </p:cNvPr>
            <p:cNvSpPr/>
            <p:nvPr/>
          </p:nvSpPr>
          <p:spPr>
            <a:xfrm>
              <a:off x="7700215" y="4283442"/>
              <a:ext cx="5732" cy="955"/>
            </a:xfrm>
            <a:custGeom>
              <a:avLst/>
              <a:gdLst>
                <a:gd name="csX0" fmla="*/ 5733 w 5732"/>
                <a:gd name="csY0" fmla="*/ 0 h 955"/>
                <a:gd name="csX1" fmla="*/ 5733 w 5732"/>
                <a:gd name="csY1" fmla="*/ 0 h 955"/>
                <a:gd name="csX2" fmla="*/ 4777 w 5732"/>
                <a:gd name="csY2" fmla="*/ 478 h 955"/>
                <a:gd name="csX3" fmla="*/ 3344 w 5732"/>
                <a:gd name="csY3" fmla="*/ 0 h 955"/>
                <a:gd name="csX4" fmla="*/ 2389 w 5732"/>
                <a:gd name="csY4" fmla="*/ 0 h 955"/>
                <a:gd name="csX5" fmla="*/ 1433 w 5732"/>
                <a:gd name="csY5" fmla="*/ 478 h 955"/>
                <a:gd name="csX6" fmla="*/ 0 w 5732"/>
                <a:gd name="csY6" fmla="*/ 956 h 955"/>
                <a:gd name="csX7" fmla="*/ 0 w 5732"/>
                <a:gd name="csY7" fmla="*/ 956 h 955"/>
                <a:gd name="csX8" fmla="*/ 1433 w 5732"/>
                <a:gd name="csY8" fmla="*/ 0 h 955"/>
                <a:gd name="csX9" fmla="*/ 2389 w 5732"/>
                <a:gd name="csY9" fmla="*/ 0 h 955"/>
                <a:gd name="csX10" fmla="*/ 3344 w 5732"/>
                <a:gd name="csY10" fmla="*/ 0 h 955"/>
                <a:gd name="csX11" fmla="*/ 4777 w 5732"/>
                <a:gd name="csY11" fmla="*/ 478 h 955"/>
                <a:gd name="csX12" fmla="*/ 5733 w 5732"/>
                <a:gd name="csY1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732" h="955">
                  <a:moveTo>
                    <a:pt x="5733" y="0"/>
                  </a:moveTo>
                  <a:lnTo>
                    <a:pt x="5733" y="0"/>
                  </a:lnTo>
                  <a:lnTo>
                    <a:pt x="4777" y="478"/>
                  </a:lnTo>
                  <a:lnTo>
                    <a:pt x="3344" y="0"/>
                  </a:lnTo>
                  <a:lnTo>
                    <a:pt x="2389" y="0"/>
                  </a:lnTo>
                  <a:lnTo>
                    <a:pt x="1433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4777" y="478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91F74F7-16D4-70BB-A1B6-9C1F64136CD4}"/>
                </a:ext>
              </a:extLst>
            </p:cNvPr>
            <p:cNvSpPr/>
            <p:nvPr/>
          </p:nvSpPr>
          <p:spPr>
            <a:xfrm>
              <a:off x="7698304" y="3818133"/>
              <a:ext cx="4777" cy="955"/>
            </a:xfrm>
            <a:custGeom>
              <a:avLst/>
              <a:gdLst>
                <a:gd name="csX0" fmla="*/ 4777 w 4777"/>
                <a:gd name="csY0" fmla="*/ 956 h 955"/>
                <a:gd name="csX1" fmla="*/ 1433 w 4777"/>
                <a:gd name="csY1" fmla="*/ 956 h 955"/>
                <a:gd name="csX2" fmla="*/ 0 w 4777"/>
                <a:gd name="csY2" fmla="*/ 0 h 955"/>
                <a:gd name="csX3" fmla="*/ 1911 w 4777"/>
                <a:gd name="csY3" fmla="*/ 478 h 955"/>
                <a:gd name="csX4" fmla="*/ 4777 w 4777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955">
                  <a:moveTo>
                    <a:pt x="4777" y="956"/>
                  </a:moveTo>
                  <a:lnTo>
                    <a:pt x="1433" y="956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477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4" name="Freeform 933">
              <a:extLst>
                <a:ext uri="{FF2B5EF4-FFF2-40B4-BE49-F238E27FC236}">
                  <a16:creationId xmlns:a16="http://schemas.microsoft.com/office/drawing/2014/main" id="{BE18CABF-B695-4BA1-928E-9AC9C34426F4}"/>
                </a:ext>
              </a:extLst>
            </p:cNvPr>
            <p:cNvSpPr/>
            <p:nvPr/>
          </p:nvSpPr>
          <p:spPr>
            <a:xfrm>
              <a:off x="7697348" y="4229936"/>
              <a:ext cx="4299" cy="1433"/>
            </a:xfrm>
            <a:custGeom>
              <a:avLst/>
              <a:gdLst>
                <a:gd name="csX0" fmla="*/ 4300 w 4299"/>
                <a:gd name="csY0" fmla="*/ 1433 h 1433"/>
                <a:gd name="csX1" fmla="*/ 1433 w 4299"/>
                <a:gd name="csY1" fmla="*/ 1433 h 1433"/>
                <a:gd name="csX2" fmla="*/ 0 w 4299"/>
                <a:gd name="csY2" fmla="*/ 0 h 1433"/>
                <a:gd name="csX3" fmla="*/ 1433 w 4299"/>
                <a:gd name="csY3" fmla="*/ 1433 h 1433"/>
                <a:gd name="csX4" fmla="*/ 4300 w 4299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433">
                  <a:moveTo>
                    <a:pt x="4300" y="1433"/>
                  </a:moveTo>
                  <a:lnTo>
                    <a:pt x="1433" y="1433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5" name="Freeform 934">
              <a:extLst>
                <a:ext uri="{FF2B5EF4-FFF2-40B4-BE49-F238E27FC236}">
                  <a16:creationId xmlns:a16="http://schemas.microsoft.com/office/drawing/2014/main" id="{3E47FA36-0C62-5E34-A687-DDEFCB4DBE9A}"/>
                </a:ext>
              </a:extLst>
            </p:cNvPr>
            <p:cNvSpPr/>
            <p:nvPr/>
          </p:nvSpPr>
          <p:spPr>
            <a:xfrm>
              <a:off x="7695437" y="4285353"/>
              <a:ext cx="4299" cy="477"/>
            </a:xfrm>
            <a:custGeom>
              <a:avLst/>
              <a:gdLst>
                <a:gd name="csX0" fmla="*/ 4299 w 4299"/>
                <a:gd name="csY0" fmla="*/ 0 h 477"/>
                <a:gd name="csX1" fmla="*/ 4299 w 4299"/>
                <a:gd name="csY1" fmla="*/ 0 h 477"/>
                <a:gd name="csX2" fmla="*/ 3344 w 4299"/>
                <a:gd name="csY2" fmla="*/ 478 h 477"/>
                <a:gd name="csX3" fmla="*/ 478 w 4299"/>
                <a:gd name="csY3" fmla="*/ 0 h 477"/>
                <a:gd name="csX4" fmla="*/ 0 w 4299"/>
                <a:gd name="csY4" fmla="*/ 478 h 477"/>
                <a:gd name="csX5" fmla="*/ 0 w 4299"/>
                <a:gd name="csY5" fmla="*/ 0 h 477"/>
                <a:gd name="csX6" fmla="*/ 478 w 4299"/>
                <a:gd name="csY6" fmla="*/ 0 h 477"/>
                <a:gd name="csX7" fmla="*/ 3344 w 4299"/>
                <a:gd name="csY7" fmla="*/ 478 h 477"/>
                <a:gd name="csX8" fmla="*/ 4299 w 4299"/>
                <a:gd name="csY8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477">
                  <a:moveTo>
                    <a:pt x="4299" y="0"/>
                  </a:moveTo>
                  <a:lnTo>
                    <a:pt x="4299" y="0"/>
                  </a:lnTo>
                  <a:lnTo>
                    <a:pt x="3344" y="478"/>
                  </a:lnTo>
                  <a:lnTo>
                    <a:pt x="478" y="0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3344" y="478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6" name="Freeform 935">
              <a:extLst>
                <a:ext uri="{FF2B5EF4-FFF2-40B4-BE49-F238E27FC236}">
                  <a16:creationId xmlns:a16="http://schemas.microsoft.com/office/drawing/2014/main" id="{1348B04A-EE26-29B9-420B-82B733A3D657}"/>
                </a:ext>
              </a:extLst>
            </p:cNvPr>
            <p:cNvSpPr/>
            <p:nvPr/>
          </p:nvSpPr>
          <p:spPr>
            <a:xfrm>
              <a:off x="7666774" y="2066777"/>
              <a:ext cx="32962" cy="17675"/>
            </a:xfrm>
            <a:custGeom>
              <a:avLst/>
              <a:gdLst>
                <a:gd name="csX0" fmla="*/ 31052 w 32962"/>
                <a:gd name="csY0" fmla="*/ 3344 h 17675"/>
                <a:gd name="csX1" fmla="*/ 32963 w 32962"/>
                <a:gd name="csY1" fmla="*/ 8599 h 17675"/>
                <a:gd name="csX2" fmla="*/ 25797 w 32962"/>
                <a:gd name="csY2" fmla="*/ 17676 h 17675"/>
                <a:gd name="csX3" fmla="*/ 1433 w 32962"/>
                <a:gd name="csY3" fmla="*/ 11943 h 17675"/>
                <a:gd name="csX4" fmla="*/ 0 w 32962"/>
                <a:gd name="csY4" fmla="*/ 7644 h 17675"/>
                <a:gd name="csX5" fmla="*/ 0 w 32962"/>
                <a:gd name="csY5" fmla="*/ 4777 h 17675"/>
                <a:gd name="csX6" fmla="*/ 3344 w 32962"/>
                <a:gd name="csY6" fmla="*/ 0 h 17675"/>
                <a:gd name="csX7" fmla="*/ 23886 w 32962"/>
                <a:gd name="csY7" fmla="*/ 1433 h 17675"/>
                <a:gd name="csX8" fmla="*/ 31052 w 32962"/>
                <a:gd name="csY8" fmla="*/ 3344 h 17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2962" h="17675">
                  <a:moveTo>
                    <a:pt x="31052" y="3344"/>
                  </a:moveTo>
                  <a:lnTo>
                    <a:pt x="32963" y="8599"/>
                  </a:lnTo>
                  <a:lnTo>
                    <a:pt x="25797" y="17676"/>
                  </a:lnTo>
                  <a:lnTo>
                    <a:pt x="1433" y="11943"/>
                  </a:lnTo>
                  <a:lnTo>
                    <a:pt x="0" y="7644"/>
                  </a:lnTo>
                  <a:lnTo>
                    <a:pt x="0" y="4777"/>
                  </a:lnTo>
                  <a:lnTo>
                    <a:pt x="3344" y="0"/>
                  </a:lnTo>
                  <a:lnTo>
                    <a:pt x="23886" y="1433"/>
                  </a:lnTo>
                  <a:lnTo>
                    <a:pt x="31052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7" name="Freeform 936">
              <a:extLst>
                <a:ext uri="{FF2B5EF4-FFF2-40B4-BE49-F238E27FC236}">
                  <a16:creationId xmlns:a16="http://schemas.microsoft.com/office/drawing/2014/main" id="{9DB1E53C-69FD-E9B3-E2D1-77677877EA7B}"/>
                </a:ext>
              </a:extLst>
            </p:cNvPr>
            <p:cNvSpPr/>
            <p:nvPr/>
          </p:nvSpPr>
          <p:spPr>
            <a:xfrm>
              <a:off x="7696393" y="4314494"/>
              <a:ext cx="2866" cy="5254"/>
            </a:xfrm>
            <a:custGeom>
              <a:avLst/>
              <a:gdLst>
                <a:gd name="csX0" fmla="*/ 2866 w 2866"/>
                <a:gd name="csY0" fmla="*/ 3822 h 5254"/>
                <a:gd name="csX1" fmla="*/ 2866 w 2866"/>
                <a:gd name="csY1" fmla="*/ 4777 h 5254"/>
                <a:gd name="csX2" fmla="*/ 1911 w 2866"/>
                <a:gd name="csY2" fmla="*/ 5255 h 5254"/>
                <a:gd name="csX3" fmla="*/ 1433 w 2866"/>
                <a:gd name="csY3" fmla="*/ 4777 h 5254"/>
                <a:gd name="csX4" fmla="*/ 0 w 2866"/>
                <a:gd name="csY4" fmla="*/ 2866 h 5254"/>
                <a:gd name="csX5" fmla="*/ 478 w 2866"/>
                <a:gd name="csY5" fmla="*/ 478 h 5254"/>
                <a:gd name="csX6" fmla="*/ 955 w 2866"/>
                <a:gd name="csY6" fmla="*/ 0 h 5254"/>
                <a:gd name="csX7" fmla="*/ 1433 w 2866"/>
                <a:gd name="csY7" fmla="*/ 956 h 5254"/>
                <a:gd name="csX8" fmla="*/ 2389 w 2866"/>
                <a:gd name="csY8" fmla="*/ 2866 h 5254"/>
                <a:gd name="csX9" fmla="*/ 2866 w 2866"/>
                <a:gd name="csY9" fmla="*/ 3822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5254">
                  <a:moveTo>
                    <a:pt x="2866" y="3822"/>
                  </a:moveTo>
                  <a:lnTo>
                    <a:pt x="2866" y="4777"/>
                  </a:lnTo>
                  <a:lnTo>
                    <a:pt x="1911" y="5255"/>
                  </a:lnTo>
                  <a:lnTo>
                    <a:pt x="1433" y="4777"/>
                  </a:lnTo>
                  <a:lnTo>
                    <a:pt x="0" y="2866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433" y="956"/>
                  </a:lnTo>
                  <a:lnTo>
                    <a:pt x="2389" y="2866"/>
                  </a:lnTo>
                  <a:lnTo>
                    <a:pt x="286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8" name="Freeform 937">
              <a:extLst>
                <a:ext uri="{FF2B5EF4-FFF2-40B4-BE49-F238E27FC236}">
                  <a16:creationId xmlns:a16="http://schemas.microsoft.com/office/drawing/2014/main" id="{A741C0C0-3A76-860F-7981-8C4E01D6C057}"/>
                </a:ext>
              </a:extLst>
            </p:cNvPr>
            <p:cNvSpPr/>
            <p:nvPr/>
          </p:nvSpPr>
          <p:spPr>
            <a:xfrm>
              <a:off x="7691138" y="3815744"/>
              <a:ext cx="7165" cy="2388"/>
            </a:xfrm>
            <a:custGeom>
              <a:avLst/>
              <a:gdLst>
                <a:gd name="csX0" fmla="*/ 6210 w 7165"/>
                <a:gd name="csY0" fmla="*/ 1911 h 2388"/>
                <a:gd name="csX1" fmla="*/ 7166 w 7165"/>
                <a:gd name="csY1" fmla="*/ 2389 h 2388"/>
                <a:gd name="csX2" fmla="*/ 6210 w 7165"/>
                <a:gd name="csY2" fmla="*/ 1911 h 2388"/>
                <a:gd name="csX3" fmla="*/ 3344 w 7165"/>
                <a:gd name="csY3" fmla="*/ 1911 h 2388"/>
                <a:gd name="csX4" fmla="*/ 1433 w 7165"/>
                <a:gd name="csY4" fmla="*/ 1433 h 2388"/>
                <a:gd name="csX5" fmla="*/ 0 w 7165"/>
                <a:gd name="csY5" fmla="*/ 0 h 2388"/>
                <a:gd name="csX6" fmla="*/ 1433 w 7165"/>
                <a:gd name="csY6" fmla="*/ 1433 h 2388"/>
                <a:gd name="csX7" fmla="*/ 3344 w 7165"/>
                <a:gd name="csY7" fmla="*/ 1911 h 2388"/>
                <a:gd name="csX8" fmla="*/ 6210 w 7165"/>
                <a:gd name="csY8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65" h="2388">
                  <a:moveTo>
                    <a:pt x="6210" y="1911"/>
                  </a:moveTo>
                  <a:lnTo>
                    <a:pt x="7166" y="2389"/>
                  </a:lnTo>
                  <a:lnTo>
                    <a:pt x="6210" y="1911"/>
                  </a:lnTo>
                  <a:lnTo>
                    <a:pt x="3344" y="1911"/>
                  </a:lnTo>
                  <a:lnTo>
                    <a:pt x="1433" y="1433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3344" y="1911"/>
                  </a:lnTo>
                  <a:lnTo>
                    <a:pt x="621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9" name="Freeform 938">
              <a:extLst>
                <a:ext uri="{FF2B5EF4-FFF2-40B4-BE49-F238E27FC236}">
                  <a16:creationId xmlns:a16="http://schemas.microsoft.com/office/drawing/2014/main" id="{ED6AB6A2-5F6A-98E5-332A-9064D6EFCC53}"/>
                </a:ext>
              </a:extLst>
            </p:cNvPr>
            <p:cNvSpPr/>
            <p:nvPr/>
          </p:nvSpPr>
          <p:spPr>
            <a:xfrm>
              <a:off x="7691138" y="4229936"/>
              <a:ext cx="5732" cy="1433"/>
            </a:xfrm>
            <a:custGeom>
              <a:avLst/>
              <a:gdLst>
                <a:gd name="csX0" fmla="*/ 5733 w 5732"/>
                <a:gd name="csY0" fmla="*/ 0 h 1433"/>
                <a:gd name="csX1" fmla="*/ 2866 w 5732"/>
                <a:gd name="csY1" fmla="*/ 1433 h 1433"/>
                <a:gd name="csX2" fmla="*/ 0 w 5732"/>
                <a:gd name="csY2" fmla="*/ 1433 h 1433"/>
                <a:gd name="csX3" fmla="*/ 2866 w 5732"/>
                <a:gd name="csY3" fmla="*/ 1433 h 1433"/>
                <a:gd name="csX4" fmla="*/ 5733 w 5732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1433">
                  <a:moveTo>
                    <a:pt x="5733" y="0"/>
                  </a:moveTo>
                  <a:lnTo>
                    <a:pt x="2866" y="1433"/>
                  </a:lnTo>
                  <a:lnTo>
                    <a:pt x="0" y="1433"/>
                  </a:lnTo>
                  <a:lnTo>
                    <a:pt x="2866" y="1433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9C349240-6C98-5905-28D3-3A05C422B5B7}"/>
                </a:ext>
              </a:extLst>
            </p:cNvPr>
            <p:cNvSpPr/>
            <p:nvPr/>
          </p:nvSpPr>
          <p:spPr>
            <a:xfrm>
              <a:off x="7694959" y="3672903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1433 w 1433"/>
                <a:gd name="csY1" fmla="*/ 478 h 477"/>
                <a:gd name="csX2" fmla="*/ 0 w 1433"/>
                <a:gd name="csY2" fmla="*/ 478 h 477"/>
                <a:gd name="csX3" fmla="*/ 0 w 1433"/>
                <a:gd name="csY3" fmla="*/ 0 h 477"/>
                <a:gd name="csX4" fmla="*/ 1433 w 1433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1433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1" name="Freeform 940">
              <a:extLst>
                <a:ext uri="{FF2B5EF4-FFF2-40B4-BE49-F238E27FC236}">
                  <a16:creationId xmlns:a16="http://schemas.microsoft.com/office/drawing/2014/main" id="{C7E4D6D2-84A6-C49B-2D1E-A78040DC9F14}"/>
                </a:ext>
              </a:extLst>
            </p:cNvPr>
            <p:cNvSpPr/>
            <p:nvPr/>
          </p:nvSpPr>
          <p:spPr>
            <a:xfrm>
              <a:off x="7693049" y="4287263"/>
              <a:ext cx="1910" cy="1911"/>
            </a:xfrm>
            <a:custGeom>
              <a:avLst/>
              <a:gdLst>
                <a:gd name="csX0" fmla="*/ 1910 w 1910"/>
                <a:gd name="csY0" fmla="*/ 0 h 1911"/>
                <a:gd name="csX1" fmla="*/ 1910 w 1910"/>
                <a:gd name="csY1" fmla="*/ 0 h 1911"/>
                <a:gd name="csX2" fmla="*/ 0 w 1910"/>
                <a:gd name="csY2" fmla="*/ 1911 h 1911"/>
                <a:gd name="csX3" fmla="*/ 0 w 1910"/>
                <a:gd name="csY3" fmla="*/ 1911 h 1911"/>
                <a:gd name="csX4" fmla="*/ 1910 w 1910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1911">
                  <a:moveTo>
                    <a:pt x="1910" y="0"/>
                  </a:moveTo>
                  <a:lnTo>
                    <a:pt x="1910" y="0"/>
                  </a:lnTo>
                  <a:lnTo>
                    <a:pt x="0" y="1911"/>
                  </a:lnTo>
                  <a:lnTo>
                    <a:pt x="0" y="1911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2" name="Freeform 941">
              <a:extLst>
                <a:ext uri="{FF2B5EF4-FFF2-40B4-BE49-F238E27FC236}">
                  <a16:creationId xmlns:a16="http://schemas.microsoft.com/office/drawing/2014/main" id="{1B2FB543-2339-B787-7FC5-B2D728DF231C}"/>
                </a:ext>
              </a:extLst>
            </p:cNvPr>
            <p:cNvSpPr/>
            <p:nvPr/>
          </p:nvSpPr>
          <p:spPr>
            <a:xfrm>
              <a:off x="7689227" y="4316405"/>
              <a:ext cx="2866" cy="8121"/>
            </a:xfrm>
            <a:custGeom>
              <a:avLst/>
              <a:gdLst>
                <a:gd name="csX0" fmla="*/ 2389 w 2866"/>
                <a:gd name="csY0" fmla="*/ 3344 h 8121"/>
                <a:gd name="csX1" fmla="*/ 2866 w 2866"/>
                <a:gd name="csY1" fmla="*/ 4777 h 8121"/>
                <a:gd name="csX2" fmla="*/ 1911 w 2866"/>
                <a:gd name="csY2" fmla="*/ 6688 h 8121"/>
                <a:gd name="csX3" fmla="*/ 0 w 2866"/>
                <a:gd name="csY3" fmla="*/ 8121 h 8121"/>
                <a:gd name="csX4" fmla="*/ 478 w 2866"/>
                <a:gd name="csY4" fmla="*/ 0 h 8121"/>
                <a:gd name="csX5" fmla="*/ 2389 w 2866"/>
                <a:gd name="csY5" fmla="*/ 3344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8121">
                  <a:moveTo>
                    <a:pt x="2389" y="3344"/>
                  </a:moveTo>
                  <a:lnTo>
                    <a:pt x="2866" y="4777"/>
                  </a:lnTo>
                  <a:lnTo>
                    <a:pt x="1911" y="6688"/>
                  </a:lnTo>
                  <a:lnTo>
                    <a:pt x="0" y="8121"/>
                  </a:lnTo>
                  <a:lnTo>
                    <a:pt x="478" y="0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3" name="Freeform 942">
              <a:extLst>
                <a:ext uri="{FF2B5EF4-FFF2-40B4-BE49-F238E27FC236}">
                  <a16:creationId xmlns:a16="http://schemas.microsoft.com/office/drawing/2014/main" id="{9101923F-DCF3-6157-0D2D-0CAE4D0C662C}"/>
                </a:ext>
              </a:extLst>
            </p:cNvPr>
            <p:cNvSpPr/>
            <p:nvPr/>
          </p:nvSpPr>
          <p:spPr>
            <a:xfrm>
              <a:off x="7686838" y="3779437"/>
              <a:ext cx="2388" cy="7165"/>
            </a:xfrm>
            <a:custGeom>
              <a:avLst/>
              <a:gdLst>
                <a:gd name="csX0" fmla="*/ 1911 w 2388"/>
                <a:gd name="csY0" fmla="*/ 478 h 7165"/>
                <a:gd name="csX1" fmla="*/ 2389 w 2388"/>
                <a:gd name="csY1" fmla="*/ 1433 h 7165"/>
                <a:gd name="csX2" fmla="*/ 955 w 2388"/>
                <a:gd name="csY2" fmla="*/ 5255 h 7165"/>
                <a:gd name="csX3" fmla="*/ 0 w 2388"/>
                <a:gd name="csY3" fmla="*/ 7166 h 7165"/>
                <a:gd name="csX4" fmla="*/ 955 w 2388"/>
                <a:gd name="csY4" fmla="*/ 5255 h 7165"/>
                <a:gd name="csX5" fmla="*/ 2389 w 2388"/>
                <a:gd name="csY5" fmla="*/ 1433 h 7165"/>
                <a:gd name="csX6" fmla="*/ 1911 w 2388"/>
                <a:gd name="csY6" fmla="*/ 478 h 7165"/>
                <a:gd name="csX7" fmla="*/ 1433 w 2388"/>
                <a:gd name="csY7" fmla="*/ 0 h 7165"/>
                <a:gd name="csX8" fmla="*/ 1911 w 2388"/>
                <a:gd name="csY8" fmla="*/ 47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7165">
                  <a:moveTo>
                    <a:pt x="1911" y="478"/>
                  </a:moveTo>
                  <a:lnTo>
                    <a:pt x="2389" y="1433"/>
                  </a:lnTo>
                  <a:lnTo>
                    <a:pt x="955" y="5255"/>
                  </a:lnTo>
                  <a:lnTo>
                    <a:pt x="0" y="7166"/>
                  </a:lnTo>
                  <a:lnTo>
                    <a:pt x="955" y="5255"/>
                  </a:lnTo>
                  <a:lnTo>
                    <a:pt x="2389" y="1433"/>
                  </a:lnTo>
                  <a:lnTo>
                    <a:pt x="1911" y="478"/>
                  </a:lnTo>
                  <a:lnTo>
                    <a:pt x="1433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4" name="Freeform 943">
              <a:extLst>
                <a:ext uri="{FF2B5EF4-FFF2-40B4-BE49-F238E27FC236}">
                  <a16:creationId xmlns:a16="http://schemas.microsoft.com/office/drawing/2014/main" id="{178E2ED5-4605-54EB-3DB0-9B38FA363E84}"/>
                </a:ext>
              </a:extLst>
            </p:cNvPr>
            <p:cNvSpPr/>
            <p:nvPr/>
          </p:nvSpPr>
          <p:spPr>
            <a:xfrm>
              <a:off x="7687316" y="3790425"/>
              <a:ext cx="955" cy="3821"/>
            </a:xfrm>
            <a:custGeom>
              <a:avLst/>
              <a:gdLst>
                <a:gd name="csX0" fmla="*/ 956 w 955"/>
                <a:gd name="csY0" fmla="*/ 1911 h 3821"/>
                <a:gd name="csX1" fmla="*/ 956 w 955"/>
                <a:gd name="csY1" fmla="*/ 3822 h 3821"/>
                <a:gd name="csX2" fmla="*/ 956 w 955"/>
                <a:gd name="csY2" fmla="*/ 1911 h 3821"/>
                <a:gd name="csX3" fmla="*/ 0 w 955"/>
                <a:gd name="csY3" fmla="*/ 0 h 3821"/>
                <a:gd name="csX4" fmla="*/ 956 w 955"/>
                <a:gd name="csY4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3821">
                  <a:moveTo>
                    <a:pt x="956" y="1911"/>
                  </a:moveTo>
                  <a:lnTo>
                    <a:pt x="956" y="3822"/>
                  </a:lnTo>
                  <a:lnTo>
                    <a:pt x="956" y="1911"/>
                  </a:lnTo>
                  <a:lnTo>
                    <a:pt x="0" y="0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5" name="Freeform 944">
              <a:extLst>
                <a:ext uri="{FF2B5EF4-FFF2-40B4-BE49-F238E27FC236}">
                  <a16:creationId xmlns:a16="http://schemas.microsoft.com/office/drawing/2014/main" id="{22067113-E49A-15E4-3D24-B1E5B6E13E36}"/>
                </a:ext>
              </a:extLst>
            </p:cNvPr>
            <p:cNvSpPr/>
            <p:nvPr/>
          </p:nvSpPr>
          <p:spPr>
            <a:xfrm>
              <a:off x="7686838" y="3771794"/>
              <a:ext cx="1433" cy="5732"/>
            </a:xfrm>
            <a:custGeom>
              <a:avLst/>
              <a:gdLst>
                <a:gd name="csX0" fmla="*/ 1433 w 1433"/>
                <a:gd name="csY0" fmla="*/ 3344 h 5732"/>
                <a:gd name="csX1" fmla="*/ 1433 w 1433"/>
                <a:gd name="csY1" fmla="*/ 5733 h 5732"/>
                <a:gd name="csX2" fmla="*/ 1433 w 1433"/>
                <a:gd name="csY2" fmla="*/ 3344 h 5732"/>
                <a:gd name="csX3" fmla="*/ 0 w 1433"/>
                <a:gd name="csY3" fmla="*/ 0 h 5732"/>
                <a:gd name="csX4" fmla="*/ 1433 w 1433"/>
                <a:gd name="csY4" fmla="*/ 3344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5732">
                  <a:moveTo>
                    <a:pt x="1433" y="3344"/>
                  </a:moveTo>
                  <a:lnTo>
                    <a:pt x="1433" y="5733"/>
                  </a:lnTo>
                  <a:lnTo>
                    <a:pt x="1433" y="3344"/>
                  </a:lnTo>
                  <a:lnTo>
                    <a:pt x="0" y="0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6" name="Freeform 945">
              <a:extLst>
                <a:ext uri="{FF2B5EF4-FFF2-40B4-BE49-F238E27FC236}">
                  <a16:creationId xmlns:a16="http://schemas.microsoft.com/office/drawing/2014/main" id="{6A724AA6-BBD4-DEF1-0DFB-B5B844276672}"/>
                </a:ext>
              </a:extLst>
            </p:cNvPr>
            <p:cNvSpPr/>
            <p:nvPr/>
          </p:nvSpPr>
          <p:spPr>
            <a:xfrm>
              <a:off x="7685405" y="3795202"/>
              <a:ext cx="2388" cy="2866"/>
            </a:xfrm>
            <a:custGeom>
              <a:avLst/>
              <a:gdLst>
                <a:gd name="csX0" fmla="*/ 2389 w 2388"/>
                <a:gd name="csY0" fmla="*/ 0 h 2866"/>
                <a:gd name="csX1" fmla="*/ 956 w 2388"/>
                <a:gd name="csY1" fmla="*/ 1911 h 2866"/>
                <a:gd name="csX2" fmla="*/ 0 w 2388"/>
                <a:gd name="csY2" fmla="*/ 2867 h 2866"/>
                <a:gd name="csX3" fmla="*/ 478 w 2388"/>
                <a:gd name="csY3" fmla="*/ 1911 h 2866"/>
                <a:gd name="csX4" fmla="*/ 2389 w 2388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2866">
                  <a:moveTo>
                    <a:pt x="2389" y="0"/>
                  </a:moveTo>
                  <a:lnTo>
                    <a:pt x="956" y="1911"/>
                  </a:lnTo>
                  <a:lnTo>
                    <a:pt x="0" y="2867"/>
                  </a:lnTo>
                  <a:lnTo>
                    <a:pt x="478" y="1911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B97DB923-81A7-D6EE-0679-2C123FA2AC01}"/>
                </a:ext>
              </a:extLst>
            </p:cNvPr>
            <p:cNvSpPr/>
            <p:nvPr/>
          </p:nvSpPr>
          <p:spPr>
            <a:xfrm>
              <a:off x="7684449" y="3768927"/>
              <a:ext cx="2388" cy="2866"/>
            </a:xfrm>
            <a:custGeom>
              <a:avLst/>
              <a:gdLst>
                <a:gd name="csX0" fmla="*/ 1433 w 2388"/>
                <a:gd name="csY0" fmla="*/ 956 h 2866"/>
                <a:gd name="csX1" fmla="*/ 2389 w 2388"/>
                <a:gd name="csY1" fmla="*/ 2867 h 2866"/>
                <a:gd name="csX2" fmla="*/ 1433 w 2388"/>
                <a:gd name="csY2" fmla="*/ 956 h 2866"/>
                <a:gd name="csX3" fmla="*/ 0 w 2388"/>
                <a:gd name="csY3" fmla="*/ 0 h 2866"/>
                <a:gd name="csX4" fmla="*/ 1433 w 2388"/>
                <a:gd name="csY4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2866">
                  <a:moveTo>
                    <a:pt x="1433" y="956"/>
                  </a:moveTo>
                  <a:lnTo>
                    <a:pt x="2389" y="2867"/>
                  </a:lnTo>
                  <a:lnTo>
                    <a:pt x="1433" y="956"/>
                  </a:lnTo>
                  <a:lnTo>
                    <a:pt x="0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8" name="Freeform 947">
              <a:extLst>
                <a:ext uri="{FF2B5EF4-FFF2-40B4-BE49-F238E27FC236}">
                  <a16:creationId xmlns:a16="http://schemas.microsoft.com/office/drawing/2014/main" id="{6F54BF95-E416-BFEE-174D-B1EA750887D6}"/>
                </a:ext>
              </a:extLst>
            </p:cNvPr>
            <p:cNvSpPr/>
            <p:nvPr/>
          </p:nvSpPr>
          <p:spPr>
            <a:xfrm>
              <a:off x="7685405" y="3814311"/>
              <a:ext cx="478" cy="1433"/>
            </a:xfrm>
            <a:custGeom>
              <a:avLst/>
              <a:gdLst>
                <a:gd name="csX0" fmla="*/ 0 w 478"/>
                <a:gd name="csY0" fmla="*/ 0 h 1433"/>
                <a:gd name="csX1" fmla="*/ 478 w 478"/>
                <a:gd name="csY1" fmla="*/ 1433 h 1433"/>
                <a:gd name="csX2" fmla="*/ 478 w 478"/>
                <a:gd name="csY2" fmla="*/ 1433 h 1433"/>
                <a:gd name="csX3" fmla="*/ 0 w 478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1433">
                  <a:moveTo>
                    <a:pt x="0" y="0"/>
                  </a:moveTo>
                  <a:lnTo>
                    <a:pt x="478" y="1433"/>
                  </a:lnTo>
                  <a:lnTo>
                    <a:pt x="478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9" name="Freeform 948">
              <a:extLst>
                <a:ext uri="{FF2B5EF4-FFF2-40B4-BE49-F238E27FC236}">
                  <a16:creationId xmlns:a16="http://schemas.microsoft.com/office/drawing/2014/main" id="{91C2D716-1640-C19C-A175-451A6D4C1D8A}"/>
                </a:ext>
              </a:extLst>
            </p:cNvPr>
            <p:cNvSpPr/>
            <p:nvPr/>
          </p:nvSpPr>
          <p:spPr>
            <a:xfrm>
              <a:off x="7678717" y="4309717"/>
              <a:ext cx="7165" cy="15765"/>
            </a:xfrm>
            <a:custGeom>
              <a:avLst/>
              <a:gdLst>
                <a:gd name="csX0" fmla="*/ 4299 w 7165"/>
                <a:gd name="csY0" fmla="*/ 4300 h 15765"/>
                <a:gd name="csX1" fmla="*/ 7166 w 7165"/>
                <a:gd name="csY1" fmla="*/ 7644 h 15765"/>
                <a:gd name="csX2" fmla="*/ 7166 w 7165"/>
                <a:gd name="csY2" fmla="*/ 9555 h 15765"/>
                <a:gd name="csX3" fmla="*/ 6210 w 7165"/>
                <a:gd name="csY3" fmla="*/ 13854 h 15765"/>
                <a:gd name="csX4" fmla="*/ 5255 w 7165"/>
                <a:gd name="csY4" fmla="*/ 15287 h 15765"/>
                <a:gd name="csX5" fmla="*/ 1910 w 7165"/>
                <a:gd name="csY5" fmla="*/ 15765 h 15765"/>
                <a:gd name="csX6" fmla="*/ 0 w 7165"/>
                <a:gd name="csY6" fmla="*/ 15765 h 15765"/>
                <a:gd name="csX7" fmla="*/ 3344 w 7165"/>
                <a:gd name="csY7" fmla="*/ 10510 h 15765"/>
                <a:gd name="csX8" fmla="*/ 3344 w 7165"/>
                <a:gd name="csY8" fmla="*/ 8121 h 15765"/>
                <a:gd name="csX9" fmla="*/ 2866 w 7165"/>
                <a:gd name="csY9" fmla="*/ 6210 h 15765"/>
                <a:gd name="csX10" fmla="*/ 955 w 7165"/>
                <a:gd name="csY10" fmla="*/ 4777 h 15765"/>
                <a:gd name="csX11" fmla="*/ 955 w 7165"/>
                <a:gd name="csY11" fmla="*/ 3822 h 15765"/>
                <a:gd name="csX12" fmla="*/ 0 w 7165"/>
                <a:gd name="csY12" fmla="*/ 2389 h 15765"/>
                <a:gd name="csX13" fmla="*/ 0 w 7165"/>
                <a:gd name="csY13" fmla="*/ 478 h 15765"/>
                <a:gd name="csX14" fmla="*/ 1433 w 7165"/>
                <a:gd name="csY14" fmla="*/ 0 h 15765"/>
                <a:gd name="csX15" fmla="*/ 3344 w 7165"/>
                <a:gd name="csY15" fmla="*/ 956 h 15765"/>
                <a:gd name="csX16" fmla="*/ 3344 w 7165"/>
                <a:gd name="csY16" fmla="*/ 1433 h 15765"/>
                <a:gd name="csX17" fmla="*/ 3821 w 7165"/>
                <a:gd name="csY17" fmla="*/ 2866 h 15765"/>
                <a:gd name="csX18" fmla="*/ 4299 w 7165"/>
                <a:gd name="csY18" fmla="*/ 4300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165" h="15765">
                  <a:moveTo>
                    <a:pt x="4299" y="4300"/>
                  </a:moveTo>
                  <a:lnTo>
                    <a:pt x="7166" y="7644"/>
                  </a:lnTo>
                  <a:lnTo>
                    <a:pt x="7166" y="9555"/>
                  </a:lnTo>
                  <a:lnTo>
                    <a:pt x="6210" y="13854"/>
                  </a:lnTo>
                  <a:lnTo>
                    <a:pt x="5255" y="15287"/>
                  </a:lnTo>
                  <a:lnTo>
                    <a:pt x="1910" y="15765"/>
                  </a:lnTo>
                  <a:lnTo>
                    <a:pt x="0" y="15765"/>
                  </a:lnTo>
                  <a:lnTo>
                    <a:pt x="3344" y="10510"/>
                  </a:lnTo>
                  <a:lnTo>
                    <a:pt x="3344" y="8121"/>
                  </a:lnTo>
                  <a:lnTo>
                    <a:pt x="2866" y="6210"/>
                  </a:lnTo>
                  <a:lnTo>
                    <a:pt x="955" y="4777"/>
                  </a:lnTo>
                  <a:lnTo>
                    <a:pt x="955" y="3822"/>
                  </a:lnTo>
                  <a:lnTo>
                    <a:pt x="0" y="2389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3344" y="956"/>
                  </a:lnTo>
                  <a:lnTo>
                    <a:pt x="3344" y="1433"/>
                  </a:lnTo>
                  <a:lnTo>
                    <a:pt x="3821" y="2866"/>
                  </a:lnTo>
                  <a:lnTo>
                    <a:pt x="4299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0" name="Freeform 949">
              <a:extLst>
                <a:ext uri="{FF2B5EF4-FFF2-40B4-BE49-F238E27FC236}">
                  <a16:creationId xmlns:a16="http://schemas.microsoft.com/office/drawing/2014/main" id="{6FCBA2FD-270D-CAAC-D1D5-E54CEE58941E}"/>
                </a:ext>
              </a:extLst>
            </p:cNvPr>
            <p:cNvSpPr/>
            <p:nvPr/>
          </p:nvSpPr>
          <p:spPr>
            <a:xfrm>
              <a:off x="7681583" y="3801890"/>
              <a:ext cx="1911" cy="9554"/>
            </a:xfrm>
            <a:custGeom>
              <a:avLst/>
              <a:gdLst>
                <a:gd name="csX0" fmla="*/ 1911 w 1911"/>
                <a:gd name="csY0" fmla="*/ 8121 h 9554"/>
                <a:gd name="csX1" fmla="*/ 1911 w 1911"/>
                <a:gd name="csY1" fmla="*/ 9555 h 9554"/>
                <a:gd name="csX2" fmla="*/ 1911 w 1911"/>
                <a:gd name="csY2" fmla="*/ 8121 h 9554"/>
                <a:gd name="csX3" fmla="*/ 478 w 1911"/>
                <a:gd name="csY3" fmla="*/ 6688 h 9554"/>
                <a:gd name="csX4" fmla="*/ 0 w 1911"/>
                <a:gd name="csY4" fmla="*/ 5255 h 9554"/>
                <a:gd name="csX5" fmla="*/ 478 w 1911"/>
                <a:gd name="csY5" fmla="*/ 3822 h 9554"/>
                <a:gd name="csX6" fmla="*/ 955 w 1911"/>
                <a:gd name="csY6" fmla="*/ 0 h 9554"/>
                <a:gd name="csX7" fmla="*/ 478 w 1911"/>
                <a:gd name="csY7" fmla="*/ 3822 h 9554"/>
                <a:gd name="csX8" fmla="*/ 0 w 1911"/>
                <a:gd name="csY8" fmla="*/ 5255 h 9554"/>
                <a:gd name="csX9" fmla="*/ 955 w 1911"/>
                <a:gd name="csY9" fmla="*/ 6688 h 9554"/>
                <a:gd name="csX10" fmla="*/ 1911 w 1911"/>
                <a:gd name="csY10" fmla="*/ 8121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911" h="9554">
                  <a:moveTo>
                    <a:pt x="1911" y="8121"/>
                  </a:moveTo>
                  <a:lnTo>
                    <a:pt x="1911" y="9555"/>
                  </a:lnTo>
                  <a:lnTo>
                    <a:pt x="1911" y="8121"/>
                  </a:lnTo>
                  <a:lnTo>
                    <a:pt x="478" y="6688"/>
                  </a:lnTo>
                  <a:lnTo>
                    <a:pt x="0" y="5255"/>
                  </a:lnTo>
                  <a:lnTo>
                    <a:pt x="478" y="3822"/>
                  </a:lnTo>
                  <a:lnTo>
                    <a:pt x="955" y="0"/>
                  </a:lnTo>
                  <a:lnTo>
                    <a:pt x="478" y="3822"/>
                  </a:lnTo>
                  <a:lnTo>
                    <a:pt x="0" y="5255"/>
                  </a:lnTo>
                  <a:lnTo>
                    <a:pt x="955" y="6688"/>
                  </a:lnTo>
                  <a:lnTo>
                    <a:pt x="1911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1" name="Freeform 950">
              <a:extLst>
                <a:ext uri="{FF2B5EF4-FFF2-40B4-BE49-F238E27FC236}">
                  <a16:creationId xmlns:a16="http://schemas.microsoft.com/office/drawing/2014/main" id="{C6209BA3-435D-6FE2-8FDE-E5A03498DCAB}"/>
                </a:ext>
              </a:extLst>
            </p:cNvPr>
            <p:cNvSpPr/>
            <p:nvPr/>
          </p:nvSpPr>
          <p:spPr>
            <a:xfrm>
              <a:off x="7679194" y="4306373"/>
              <a:ext cx="2388" cy="2388"/>
            </a:xfrm>
            <a:custGeom>
              <a:avLst/>
              <a:gdLst>
                <a:gd name="csX0" fmla="*/ 1911 w 2388"/>
                <a:gd name="csY0" fmla="*/ 1433 h 2388"/>
                <a:gd name="csX1" fmla="*/ 2389 w 2388"/>
                <a:gd name="csY1" fmla="*/ 2389 h 2388"/>
                <a:gd name="csX2" fmla="*/ 1433 w 2388"/>
                <a:gd name="csY2" fmla="*/ 1911 h 2388"/>
                <a:gd name="csX3" fmla="*/ 478 w 2388"/>
                <a:gd name="csY3" fmla="*/ 1433 h 2388"/>
                <a:gd name="csX4" fmla="*/ 0 w 2388"/>
                <a:gd name="csY4" fmla="*/ 478 h 2388"/>
                <a:gd name="csX5" fmla="*/ 955 w 2388"/>
                <a:gd name="csY5" fmla="*/ 0 h 2388"/>
                <a:gd name="csX6" fmla="*/ 1911 w 2388"/>
                <a:gd name="csY6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1911" y="1433"/>
                  </a:moveTo>
                  <a:lnTo>
                    <a:pt x="2389" y="2389"/>
                  </a:lnTo>
                  <a:lnTo>
                    <a:pt x="1433" y="1911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2" name="Freeform 951">
              <a:extLst>
                <a:ext uri="{FF2B5EF4-FFF2-40B4-BE49-F238E27FC236}">
                  <a16:creationId xmlns:a16="http://schemas.microsoft.com/office/drawing/2014/main" id="{923F2A7D-B4DC-DFD4-5F4B-A656E8FAE0DF}"/>
                </a:ext>
              </a:extLst>
            </p:cNvPr>
            <p:cNvSpPr/>
            <p:nvPr/>
          </p:nvSpPr>
          <p:spPr>
            <a:xfrm>
              <a:off x="7679194" y="3680069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2389 w 2388"/>
                <a:gd name="csY1" fmla="*/ 0 h 477"/>
                <a:gd name="csX2" fmla="*/ 0 w 2388"/>
                <a:gd name="csY2" fmla="*/ 478 h 477"/>
                <a:gd name="csX3" fmla="*/ 2389 w 238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2389" y="0"/>
                  </a:lnTo>
                  <a:lnTo>
                    <a:pt x="0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3" name="Freeform 952">
              <a:extLst>
                <a:ext uri="{FF2B5EF4-FFF2-40B4-BE49-F238E27FC236}">
                  <a16:creationId xmlns:a16="http://schemas.microsoft.com/office/drawing/2014/main" id="{1BF68C90-FF7C-938A-A4DF-FFDBC7A93AC3}"/>
                </a:ext>
              </a:extLst>
            </p:cNvPr>
            <p:cNvSpPr/>
            <p:nvPr/>
          </p:nvSpPr>
          <p:spPr>
            <a:xfrm>
              <a:off x="7672506" y="4229458"/>
              <a:ext cx="4299" cy="955"/>
            </a:xfrm>
            <a:custGeom>
              <a:avLst/>
              <a:gdLst>
                <a:gd name="csX0" fmla="*/ 4300 w 4299"/>
                <a:gd name="csY0" fmla="*/ 478 h 955"/>
                <a:gd name="csX1" fmla="*/ 2866 w 4299"/>
                <a:gd name="csY1" fmla="*/ 0 h 955"/>
                <a:gd name="csX2" fmla="*/ 955 w 4299"/>
                <a:gd name="csY2" fmla="*/ 956 h 955"/>
                <a:gd name="csX3" fmla="*/ 0 w 4299"/>
                <a:gd name="csY3" fmla="*/ 956 h 955"/>
                <a:gd name="csX4" fmla="*/ 955 w 4299"/>
                <a:gd name="csY4" fmla="*/ 956 h 955"/>
                <a:gd name="csX5" fmla="*/ 2866 w 4299"/>
                <a:gd name="csY5" fmla="*/ 0 h 955"/>
                <a:gd name="csX6" fmla="*/ 4300 w 4299"/>
                <a:gd name="csY6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955">
                  <a:moveTo>
                    <a:pt x="4300" y="478"/>
                  </a:moveTo>
                  <a:lnTo>
                    <a:pt x="2866" y="0"/>
                  </a:lnTo>
                  <a:lnTo>
                    <a:pt x="955" y="956"/>
                  </a:lnTo>
                  <a:lnTo>
                    <a:pt x="0" y="956"/>
                  </a:lnTo>
                  <a:lnTo>
                    <a:pt x="955" y="956"/>
                  </a:lnTo>
                  <a:lnTo>
                    <a:pt x="2866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2CC71A09-CAF6-427A-A922-69A186483A4E}"/>
                </a:ext>
              </a:extLst>
            </p:cNvPr>
            <p:cNvSpPr/>
            <p:nvPr/>
          </p:nvSpPr>
          <p:spPr>
            <a:xfrm>
              <a:off x="7674895" y="3750296"/>
              <a:ext cx="1433" cy="3344"/>
            </a:xfrm>
            <a:custGeom>
              <a:avLst/>
              <a:gdLst>
                <a:gd name="csX0" fmla="*/ 478 w 1433"/>
                <a:gd name="csY0" fmla="*/ 2389 h 3344"/>
                <a:gd name="csX1" fmla="*/ 1433 w 1433"/>
                <a:gd name="csY1" fmla="*/ 3344 h 3344"/>
                <a:gd name="csX2" fmla="*/ 478 w 1433"/>
                <a:gd name="csY2" fmla="*/ 2389 h 3344"/>
                <a:gd name="csX3" fmla="*/ 0 w 1433"/>
                <a:gd name="csY3" fmla="*/ 956 h 3344"/>
                <a:gd name="csX4" fmla="*/ 0 w 1433"/>
                <a:gd name="csY4" fmla="*/ 0 h 3344"/>
                <a:gd name="csX5" fmla="*/ 0 w 1433"/>
                <a:gd name="csY5" fmla="*/ 0 h 3344"/>
                <a:gd name="csX6" fmla="*/ 478 w 1433"/>
                <a:gd name="csY6" fmla="*/ 956 h 3344"/>
                <a:gd name="csX7" fmla="*/ 478 w 1433"/>
                <a:gd name="csY7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3344">
                  <a:moveTo>
                    <a:pt x="478" y="2389"/>
                  </a:moveTo>
                  <a:lnTo>
                    <a:pt x="1433" y="3344"/>
                  </a:lnTo>
                  <a:lnTo>
                    <a:pt x="478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956"/>
                  </a:lnTo>
                  <a:lnTo>
                    <a:pt x="47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5" name="Freeform 954">
              <a:extLst>
                <a:ext uri="{FF2B5EF4-FFF2-40B4-BE49-F238E27FC236}">
                  <a16:creationId xmlns:a16="http://schemas.microsoft.com/office/drawing/2014/main" id="{0D9D2E42-B4CF-E59C-BCEE-368EB950B8A8}"/>
                </a:ext>
              </a:extLst>
            </p:cNvPr>
            <p:cNvSpPr/>
            <p:nvPr/>
          </p:nvSpPr>
          <p:spPr>
            <a:xfrm>
              <a:off x="7669640" y="3745996"/>
              <a:ext cx="955" cy="2866"/>
            </a:xfrm>
            <a:custGeom>
              <a:avLst/>
              <a:gdLst>
                <a:gd name="csX0" fmla="*/ 478 w 955"/>
                <a:gd name="csY0" fmla="*/ 956 h 2866"/>
                <a:gd name="csX1" fmla="*/ 955 w 955"/>
                <a:gd name="csY1" fmla="*/ 2866 h 2866"/>
                <a:gd name="csX2" fmla="*/ 955 w 955"/>
                <a:gd name="csY2" fmla="*/ 2866 h 2866"/>
                <a:gd name="csX3" fmla="*/ 0 w 955"/>
                <a:gd name="csY3" fmla="*/ 956 h 2866"/>
                <a:gd name="csX4" fmla="*/ 0 w 955"/>
                <a:gd name="csY4" fmla="*/ 0 h 2866"/>
                <a:gd name="csX5" fmla="*/ 478 w 955"/>
                <a:gd name="csY5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2866">
                  <a:moveTo>
                    <a:pt x="478" y="956"/>
                  </a:moveTo>
                  <a:lnTo>
                    <a:pt x="955" y="2866"/>
                  </a:lnTo>
                  <a:lnTo>
                    <a:pt x="955" y="2866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6" name="Freeform 955">
              <a:extLst>
                <a:ext uri="{FF2B5EF4-FFF2-40B4-BE49-F238E27FC236}">
                  <a16:creationId xmlns:a16="http://schemas.microsoft.com/office/drawing/2014/main" id="{EC227AC4-E804-B29D-DC0E-A20BA970AB50}"/>
                </a:ext>
              </a:extLst>
            </p:cNvPr>
            <p:cNvSpPr/>
            <p:nvPr/>
          </p:nvSpPr>
          <p:spPr>
            <a:xfrm>
              <a:off x="7669162" y="3745041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0 w 477"/>
                <a:gd name="csY2" fmla="*/ 0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7" name="Freeform 956">
              <a:extLst>
                <a:ext uri="{FF2B5EF4-FFF2-40B4-BE49-F238E27FC236}">
                  <a16:creationId xmlns:a16="http://schemas.microsoft.com/office/drawing/2014/main" id="{89DACB99-63D8-B4C1-68C0-178BB2B0F984}"/>
                </a:ext>
              </a:extLst>
            </p:cNvPr>
            <p:cNvSpPr/>
            <p:nvPr/>
          </p:nvSpPr>
          <p:spPr>
            <a:xfrm>
              <a:off x="7662952" y="4232802"/>
              <a:ext cx="4299" cy="477"/>
            </a:xfrm>
            <a:custGeom>
              <a:avLst/>
              <a:gdLst>
                <a:gd name="csX0" fmla="*/ 4300 w 4299"/>
                <a:gd name="csY0" fmla="*/ 0 h 477"/>
                <a:gd name="csX1" fmla="*/ 955 w 4299"/>
                <a:gd name="csY1" fmla="*/ 478 h 477"/>
                <a:gd name="csX2" fmla="*/ 0 w 4299"/>
                <a:gd name="csY2" fmla="*/ 478 h 477"/>
                <a:gd name="csX3" fmla="*/ 955 w 4299"/>
                <a:gd name="csY3" fmla="*/ 478 h 477"/>
                <a:gd name="csX4" fmla="*/ 4300 w 4299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477">
                  <a:moveTo>
                    <a:pt x="4300" y="0"/>
                  </a:moveTo>
                  <a:lnTo>
                    <a:pt x="955" y="478"/>
                  </a:lnTo>
                  <a:lnTo>
                    <a:pt x="0" y="478"/>
                  </a:lnTo>
                  <a:lnTo>
                    <a:pt x="955" y="478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8" name="Freeform 957">
              <a:extLst>
                <a:ext uri="{FF2B5EF4-FFF2-40B4-BE49-F238E27FC236}">
                  <a16:creationId xmlns:a16="http://schemas.microsoft.com/office/drawing/2014/main" id="{AD82B153-C3D9-69F9-1543-641721B58F19}"/>
                </a:ext>
              </a:extLst>
            </p:cNvPr>
            <p:cNvSpPr/>
            <p:nvPr/>
          </p:nvSpPr>
          <p:spPr>
            <a:xfrm>
              <a:off x="7663429" y="3687713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0 w 2388"/>
                <a:gd name="csY1" fmla="*/ 478 h 477"/>
                <a:gd name="csX2" fmla="*/ 0 w 2388"/>
                <a:gd name="csY2" fmla="*/ 0 h 477"/>
                <a:gd name="csX3" fmla="*/ 2389 w 238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9" name="Freeform 958">
              <a:extLst>
                <a:ext uri="{FF2B5EF4-FFF2-40B4-BE49-F238E27FC236}">
                  <a16:creationId xmlns:a16="http://schemas.microsoft.com/office/drawing/2014/main" id="{6CD3E4C9-91BC-EE9F-E62E-1346B8F75407}"/>
                </a:ext>
              </a:extLst>
            </p:cNvPr>
            <p:cNvSpPr/>
            <p:nvPr/>
          </p:nvSpPr>
          <p:spPr>
            <a:xfrm>
              <a:off x="7660085" y="3741696"/>
              <a:ext cx="2388" cy="3344"/>
            </a:xfrm>
            <a:custGeom>
              <a:avLst/>
              <a:gdLst>
                <a:gd name="csX0" fmla="*/ 2389 w 2388"/>
                <a:gd name="csY0" fmla="*/ 3344 h 3344"/>
                <a:gd name="csX1" fmla="*/ 1433 w 2388"/>
                <a:gd name="csY1" fmla="*/ 2389 h 3344"/>
                <a:gd name="csX2" fmla="*/ 0 w 2388"/>
                <a:gd name="csY2" fmla="*/ 0 h 3344"/>
                <a:gd name="csX3" fmla="*/ 1433 w 2388"/>
                <a:gd name="csY3" fmla="*/ 2389 h 3344"/>
                <a:gd name="csX4" fmla="*/ 2389 w 2388"/>
                <a:gd name="csY4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3344">
                  <a:moveTo>
                    <a:pt x="2389" y="3344"/>
                  </a:moveTo>
                  <a:lnTo>
                    <a:pt x="1433" y="2389"/>
                  </a:lnTo>
                  <a:lnTo>
                    <a:pt x="0" y="0"/>
                  </a:lnTo>
                  <a:lnTo>
                    <a:pt x="1433" y="2389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0" name="Freeform 959">
              <a:extLst>
                <a:ext uri="{FF2B5EF4-FFF2-40B4-BE49-F238E27FC236}">
                  <a16:creationId xmlns:a16="http://schemas.microsoft.com/office/drawing/2014/main" id="{8B145069-6FFA-2FC5-8886-E483E6B70965}"/>
                </a:ext>
              </a:extLst>
            </p:cNvPr>
            <p:cNvSpPr/>
            <p:nvPr/>
          </p:nvSpPr>
          <p:spPr>
            <a:xfrm>
              <a:off x="7659608" y="4231369"/>
              <a:ext cx="1432" cy="955"/>
            </a:xfrm>
            <a:custGeom>
              <a:avLst/>
              <a:gdLst>
                <a:gd name="csX0" fmla="*/ 1433 w 1432"/>
                <a:gd name="csY0" fmla="*/ 478 h 955"/>
                <a:gd name="csX1" fmla="*/ 1433 w 1432"/>
                <a:gd name="csY1" fmla="*/ 956 h 955"/>
                <a:gd name="csX2" fmla="*/ 955 w 1432"/>
                <a:gd name="csY2" fmla="*/ 478 h 955"/>
                <a:gd name="csX3" fmla="*/ 0 w 1432"/>
                <a:gd name="csY3" fmla="*/ 0 h 955"/>
                <a:gd name="csX4" fmla="*/ 955 w 1432"/>
                <a:gd name="csY4" fmla="*/ 478 h 955"/>
                <a:gd name="csX5" fmla="*/ 1433 w 1432"/>
                <a:gd name="csY5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2" h="955">
                  <a:moveTo>
                    <a:pt x="1433" y="478"/>
                  </a:moveTo>
                  <a:lnTo>
                    <a:pt x="1433" y="956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ECA451BC-8DF2-A049-D824-B4239EDC2663}"/>
                </a:ext>
              </a:extLst>
            </p:cNvPr>
            <p:cNvSpPr/>
            <p:nvPr/>
          </p:nvSpPr>
          <p:spPr>
            <a:xfrm>
              <a:off x="7659608" y="4244746"/>
              <a:ext cx="955" cy="2866"/>
            </a:xfrm>
            <a:custGeom>
              <a:avLst/>
              <a:gdLst>
                <a:gd name="csX0" fmla="*/ 478 w 955"/>
                <a:gd name="csY0" fmla="*/ 0 h 2866"/>
                <a:gd name="csX1" fmla="*/ 955 w 955"/>
                <a:gd name="csY1" fmla="*/ 1433 h 2866"/>
                <a:gd name="csX2" fmla="*/ 0 w 955"/>
                <a:gd name="csY2" fmla="*/ 2866 h 2866"/>
                <a:gd name="csX3" fmla="*/ 955 w 955"/>
                <a:gd name="csY3" fmla="*/ 1433 h 2866"/>
                <a:gd name="csX4" fmla="*/ 478 w 955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2866">
                  <a:moveTo>
                    <a:pt x="478" y="0"/>
                  </a:moveTo>
                  <a:lnTo>
                    <a:pt x="955" y="1433"/>
                  </a:lnTo>
                  <a:lnTo>
                    <a:pt x="0" y="2866"/>
                  </a:lnTo>
                  <a:lnTo>
                    <a:pt x="955" y="143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2" name="Freeform 961">
              <a:extLst>
                <a:ext uri="{FF2B5EF4-FFF2-40B4-BE49-F238E27FC236}">
                  <a16:creationId xmlns:a16="http://schemas.microsoft.com/office/drawing/2014/main" id="{80B92F76-2CF6-07D5-9953-E2506B03CF28}"/>
                </a:ext>
              </a:extLst>
            </p:cNvPr>
            <p:cNvSpPr/>
            <p:nvPr/>
          </p:nvSpPr>
          <p:spPr>
            <a:xfrm>
              <a:off x="7660085" y="4243790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0 h 955"/>
                <a:gd name="csX2" fmla="*/ 0 w 477"/>
                <a:gd name="csY2" fmla="*/ 956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0"/>
                  </a:lnTo>
                  <a:lnTo>
                    <a:pt x="0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3" name="Freeform 962">
              <a:extLst>
                <a:ext uri="{FF2B5EF4-FFF2-40B4-BE49-F238E27FC236}">
                  <a16:creationId xmlns:a16="http://schemas.microsoft.com/office/drawing/2014/main" id="{A6797AC3-83BA-27C3-9359-3E9D763637CD}"/>
                </a:ext>
              </a:extLst>
            </p:cNvPr>
            <p:cNvSpPr/>
            <p:nvPr/>
          </p:nvSpPr>
          <p:spPr>
            <a:xfrm>
              <a:off x="7651486" y="4230414"/>
              <a:ext cx="4777" cy="477"/>
            </a:xfrm>
            <a:custGeom>
              <a:avLst/>
              <a:gdLst>
                <a:gd name="csX0" fmla="*/ 3822 w 4777"/>
                <a:gd name="csY0" fmla="*/ 0 h 477"/>
                <a:gd name="csX1" fmla="*/ 4777 w 4777"/>
                <a:gd name="csY1" fmla="*/ 478 h 477"/>
                <a:gd name="csX2" fmla="*/ 3822 w 4777"/>
                <a:gd name="csY2" fmla="*/ 0 h 477"/>
                <a:gd name="csX3" fmla="*/ 0 w 4777"/>
                <a:gd name="csY3" fmla="*/ 478 h 477"/>
                <a:gd name="csX4" fmla="*/ 3822 w 4777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477">
                  <a:moveTo>
                    <a:pt x="3822" y="0"/>
                  </a:moveTo>
                  <a:lnTo>
                    <a:pt x="4777" y="478"/>
                  </a:lnTo>
                  <a:lnTo>
                    <a:pt x="3822" y="0"/>
                  </a:lnTo>
                  <a:lnTo>
                    <a:pt x="0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4" name="Freeform 963">
              <a:extLst>
                <a:ext uri="{FF2B5EF4-FFF2-40B4-BE49-F238E27FC236}">
                  <a16:creationId xmlns:a16="http://schemas.microsoft.com/office/drawing/2014/main" id="{CE35AE16-4825-3560-B523-B97763562E54}"/>
                </a:ext>
              </a:extLst>
            </p:cNvPr>
            <p:cNvSpPr/>
            <p:nvPr/>
          </p:nvSpPr>
          <p:spPr>
            <a:xfrm>
              <a:off x="7653397" y="3696790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955 w 1433"/>
                <a:gd name="csY1" fmla="*/ 478 h 477"/>
                <a:gd name="csX2" fmla="*/ 0 w 1433"/>
                <a:gd name="csY2" fmla="*/ 0 h 477"/>
                <a:gd name="csX3" fmla="*/ 0 w 1433"/>
                <a:gd name="csY3" fmla="*/ 0 h 477"/>
                <a:gd name="csX4" fmla="*/ 1433 w 1433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5" name="Freeform 964">
              <a:extLst>
                <a:ext uri="{FF2B5EF4-FFF2-40B4-BE49-F238E27FC236}">
                  <a16:creationId xmlns:a16="http://schemas.microsoft.com/office/drawing/2014/main" id="{509F4C85-2555-EB41-F4EB-BCABB5C97B26}"/>
                </a:ext>
              </a:extLst>
            </p:cNvPr>
            <p:cNvSpPr/>
            <p:nvPr/>
          </p:nvSpPr>
          <p:spPr>
            <a:xfrm>
              <a:off x="7646709" y="3699179"/>
              <a:ext cx="2388" cy="1910"/>
            </a:xfrm>
            <a:custGeom>
              <a:avLst/>
              <a:gdLst>
                <a:gd name="csX0" fmla="*/ 2389 w 2388"/>
                <a:gd name="csY0" fmla="*/ 1911 h 1910"/>
                <a:gd name="csX1" fmla="*/ 1911 w 2388"/>
                <a:gd name="csY1" fmla="*/ 1911 h 1910"/>
                <a:gd name="csX2" fmla="*/ 1433 w 2388"/>
                <a:gd name="csY2" fmla="*/ 1911 h 1910"/>
                <a:gd name="csX3" fmla="*/ 956 w 2388"/>
                <a:gd name="csY3" fmla="*/ 955 h 1910"/>
                <a:gd name="csX4" fmla="*/ 0 w 2388"/>
                <a:gd name="csY4" fmla="*/ 478 h 1910"/>
                <a:gd name="csX5" fmla="*/ 0 w 2388"/>
                <a:gd name="csY5" fmla="*/ 0 h 1910"/>
                <a:gd name="csX6" fmla="*/ 956 w 2388"/>
                <a:gd name="csY6" fmla="*/ 955 h 1910"/>
                <a:gd name="csX7" fmla="*/ 1433 w 2388"/>
                <a:gd name="csY7" fmla="*/ 1911 h 1910"/>
                <a:gd name="csX8" fmla="*/ 2389 w 2388"/>
                <a:gd name="csY8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1910">
                  <a:moveTo>
                    <a:pt x="2389" y="1911"/>
                  </a:moveTo>
                  <a:lnTo>
                    <a:pt x="1911" y="1911"/>
                  </a:lnTo>
                  <a:lnTo>
                    <a:pt x="1433" y="1911"/>
                  </a:lnTo>
                  <a:lnTo>
                    <a:pt x="956" y="955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6" y="955"/>
                  </a:lnTo>
                  <a:lnTo>
                    <a:pt x="1433" y="1911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6" name="Freeform 965">
              <a:extLst>
                <a:ext uri="{FF2B5EF4-FFF2-40B4-BE49-F238E27FC236}">
                  <a16:creationId xmlns:a16="http://schemas.microsoft.com/office/drawing/2014/main" id="{63695B45-0CDA-842C-E313-B9AA5A74DDA4}"/>
                </a:ext>
              </a:extLst>
            </p:cNvPr>
            <p:cNvSpPr/>
            <p:nvPr/>
          </p:nvSpPr>
          <p:spPr>
            <a:xfrm>
              <a:off x="7647186" y="4239968"/>
              <a:ext cx="955" cy="1910"/>
            </a:xfrm>
            <a:custGeom>
              <a:avLst/>
              <a:gdLst>
                <a:gd name="csX0" fmla="*/ 478 w 955"/>
                <a:gd name="csY0" fmla="*/ 478 h 1910"/>
                <a:gd name="csX1" fmla="*/ 956 w 955"/>
                <a:gd name="csY1" fmla="*/ 1911 h 1910"/>
                <a:gd name="csX2" fmla="*/ 478 w 955"/>
                <a:gd name="csY2" fmla="*/ 955 h 1910"/>
                <a:gd name="csX3" fmla="*/ 0 w 955"/>
                <a:gd name="csY3" fmla="*/ 0 h 1910"/>
                <a:gd name="csX4" fmla="*/ 478 w 955"/>
                <a:gd name="csY4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910">
                  <a:moveTo>
                    <a:pt x="478" y="478"/>
                  </a:moveTo>
                  <a:lnTo>
                    <a:pt x="956" y="1911"/>
                  </a:lnTo>
                  <a:lnTo>
                    <a:pt x="478" y="955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7" name="Freeform 966">
              <a:extLst>
                <a:ext uri="{FF2B5EF4-FFF2-40B4-BE49-F238E27FC236}">
                  <a16:creationId xmlns:a16="http://schemas.microsoft.com/office/drawing/2014/main" id="{20A8446D-6138-836B-3E28-99C835DA94CC}"/>
                </a:ext>
              </a:extLst>
            </p:cNvPr>
            <p:cNvSpPr/>
            <p:nvPr/>
          </p:nvSpPr>
          <p:spPr>
            <a:xfrm>
              <a:off x="7645276" y="4260033"/>
              <a:ext cx="2388" cy="1911"/>
            </a:xfrm>
            <a:custGeom>
              <a:avLst/>
              <a:gdLst>
                <a:gd name="csX0" fmla="*/ 2389 w 2388"/>
                <a:gd name="csY0" fmla="*/ 1911 h 1911"/>
                <a:gd name="csX1" fmla="*/ 2389 w 2388"/>
                <a:gd name="csY1" fmla="*/ 1911 h 1911"/>
                <a:gd name="csX2" fmla="*/ 478 w 2388"/>
                <a:gd name="csY2" fmla="*/ 956 h 1911"/>
                <a:gd name="csX3" fmla="*/ 0 w 2388"/>
                <a:gd name="csY3" fmla="*/ 478 h 1911"/>
                <a:gd name="csX4" fmla="*/ 0 w 2388"/>
                <a:gd name="csY4" fmla="*/ 0 h 1911"/>
                <a:gd name="csX5" fmla="*/ 478 w 2388"/>
                <a:gd name="csY5" fmla="*/ 956 h 1911"/>
                <a:gd name="csX6" fmla="*/ 2389 w 2388"/>
                <a:gd name="csY6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911">
                  <a:moveTo>
                    <a:pt x="2389" y="1911"/>
                  </a:moveTo>
                  <a:lnTo>
                    <a:pt x="2389" y="1911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956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42FF35EB-65C6-B869-57CA-28038ED97132}"/>
                </a:ext>
              </a:extLst>
            </p:cNvPr>
            <p:cNvSpPr/>
            <p:nvPr/>
          </p:nvSpPr>
          <p:spPr>
            <a:xfrm>
              <a:off x="7643365" y="4302073"/>
              <a:ext cx="3821" cy="1433"/>
            </a:xfrm>
            <a:custGeom>
              <a:avLst/>
              <a:gdLst>
                <a:gd name="csX0" fmla="*/ 3821 w 3821"/>
                <a:gd name="csY0" fmla="*/ 1433 h 1433"/>
                <a:gd name="csX1" fmla="*/ 3821 w 3821"/>
                <a:gd name="csY1" fmla="*/ 1433 h 1433"/>
                <a:gd name="csX2" fmla="*/ 3344 w 3821"/>
                <a:gd name="csY2" fmla="*/ 955 h 1433"/>
                <a:gd name="csX3" fmla="*/ 1433 w 3821"/>
                <a:gd name="csY3" fmla="*/ 478 h 1433"/>
                <a:gd name="csX4" fmla="*/ 0 w 3821"/>
                <a:gd name="csY4" fmla="*/ 0 h 1433"/>
                <a:gd name="csX5" fmla="*/ 0 w 3821"/>
                <a:gd name="csY5" fmla="*/ 0 h 1433"/>
                <a:gd name="csX6" fmla="*/ 1433 w 3821"/>
                <a:gd name="csY6" fmla="*/ 478 h 1433"/>
                <a:gd name="csX7" fmla="*/ 3344 w 3821"/>
                <a:gd name="csY7" fmla="*/ 955 h 1433"/>
                <a:gd name="csX8" fmla="*/ 3821 w 3821"/>
                <a:gd name="csY8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1433">
                  <a:moveTo>
                    <a:pt x="3821" y="1433"/>
                  </a:moveTo>
                  <a:lnTo>
                    <a:pt x="3821" y="1433"/>
                  </a:lnTo>
                  <a:lnTo>
                    <a:pt x="3344" y="955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3344" y="955"/>
                  </a:lnTo>
                  <a:lnTo>
                    <a:pt x="382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9" name="Freeform 968">
              <a:extLst>
                <a:ext uri="{FF2B5EF4-FFF2-40B4-BE49-F238E27FC236}">
                  <a16:creationId xmlns:a16="http://schemas.microsoft.com/office/drawing/2014/main" id="{61A02527-567A-462D-B1D0-1D520F6C0C7F}"/>
                </a:ext>
              </a:extLst>
            </p:cNvPr>
            <p:cNvSpPr/>
            <p:nvPr/>
          </p:nvSpPr>
          <p:spPr>
            <a:xfrm>
              <a:off x="7641454" y="3701089"/>
              <a:ext cx="2388" cy="955"/>
            </a:xfrm>
            <a:custGeom>
              <a:avLst/>
              <a:gdLst>
                <a:gd name="csX0" fmla="*/ 2389 w 2388"/>
                <a:gd name="csY0" fmla="*/ 955 h 955"/>
                <a:gd name="csX1" fmla="*/ 1911 w 2388"/>
                <a:gd name="csY1" fmla="*/ 955 h 955"/>
                <a:gd name="csX2" fmla="*/ 955 w 2388"/>
                <a:gd name="csY2" fmla="*/ 478 h 955"/>
                <a:gd name="csX3" fmla="*/ 0 w 2388"/>
                <a:gd name="csY3" fmla="*/ 0 h 955"/>
                <a:gd name="csX4" fmla="*/ 0 w 2388"/>
                <a:gd name="csY4" fmla="*/ 0 h 955"/>
                <a:gd name="csX5" fmla="*/ 955 w 2388"/>
                <a:gd name="csY5" fmla="*/ 478 h 955"/>
                <a:gd name="csX6" fmla="*/ 2389 w 2388"/>
                <a:gd name="csY6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955">
                  <a:moveTo>
                    <a:pt x="2389" y="955"/>
                  </a:moveTo>
                  <a:lnTo>
                    <a:pt x="1911" y="955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2389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0" name="Freeform 969">
              <a:extLst>
                <a:ext uri="{FF2B5EF4-FFF2-40B4-BE49-F238E27FC236}">
                  <a16:creationId xmlns:a16="http://schemas.microsoft.com/office/drawing/2014/main" id="{52BB4054-CD5E-C008-AC06-EE000076B4B3}"/>
                </a:ext>
              </a:extLst>
            </p:cNvPr>
            <p:cNvSpPr/>
            <p:nvPr/>
          </p:nvSpPr>
          <p:spPr>
            <a:xfrm>
              <a:off x="7636676" y="4279620"/>
              <a:ext cx="6688" cy="2388"/>
            </a:xfrm>
            <a:custGeom>
              <a:avLst/>
              <a:gdLst>
                <a:gd name="csX0" fmla="*/ 6688 w 6688"/>
                <a:gd name="csY0" fmla="*/ 2389 h 2388"/>
                <a:gd name="csX1" fmla="*/ 6688 w 6688"/>
                <a:gd name="csY1" fmla="*/ 2389 h 2388"/>
                <a:gd name="csX2" fmla="*/ 4777 w 6688"/>
                <a:gd name="csY2" fmla="*/ 1433 h 2388"/>
                <a:gd name="csX3" fmla="*/ 1911 w 6688"/>
                <a:gd name="csY3" fmla="*/ 956 h 2388"/>
                <a:gd name="csX4" fmla="*/ 0 w 6688"/>
                <a:gd name="csY4" fmla="*/ 0 h 2388"/>
                <a:gd name="csX5" fmla="*/ 0 w 6688"/>
                <a:gd name="csY5" fmla="*/ 0 h 2388"/>
                <a:gd name="csX6" fmla="*/ 1911 w 6688"/>
                <a:gd name="csY6" fmla="*/ 956 h 2388"/>
                <a:gd name="csX7" fmla="*/ 4777 w 6688"/>
                <a:gd name="csY7" fmla="*/ 1433 h 2388"/>
                <a:gd name="csX8" fmla="*/ 6688 w 6688"/>
                <a:gd name="csY8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688" h="2388">
                  <a:moveTo>
                    <a:pt x="6688" y="2389"/>
                  </a:moveTo>
                  <a:lnTo>
                    <a:pt x="6688" y="2389"/>
                  </a:lnTo>
                  <a:lnTo>
                    <a:pt x="4777" y="1433"/>
                  </a:lnTo>
                  <a:lnTo>
                    <a:pt x="1911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956"/>
                  </a:lnTo>
                  <a:lnTo>
                    <a:pt x="4777" y="1433"/>
                  </a:lnTo>
                  <a:lnTo>
                    <a:pt x="668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1" name="Freeform 970">
              <a:extLst>
                <a:ext uri="{FF2B5EF4-FFF2-40B4-BE49-F238E27FC236}">
                  <a16:creationId xmlns:a16="http://schemas.microsoft.com/office/drawing/2014/main" id="{29BC9842-50E1-3C64-AB7B-02EBF9C6D894}"/>
                </a:ext>
              </a:extLst>
            </p:cNvPr>
            <p:cNvSpPr/>
            <p:nvPr/>
          </p:nvSpPr>
          <p:spPr>
            <a:xfrm>
              <a:off x="7641454" y="4296340"/>
              <a:ext cx="1433" cy="955"/>
            </a:xfrm>
            <a:custGeom>
              <a:avLst/>
              <a:gdLst>
                <a:gd name="csX0" fmla="*/ 1433 w 1433"/>
                <a:gd name="csY0" fmla="*/ 956 h 955"/>
                <a:gd name="csX1" fmla="*/ 1433 w 1433"/>
                <a:gd name="csY1" fmla="*/ 956 h 955"/>
                <a:gd name="csX2" fmla="*/ 0 w 1433"/>
                <a:gd name="csY2" fmla="*/ 0 h 955"/>
                <a:gd name="csX3" fmla="*/ 0 w 1433"/>
                <a:gd name="csY3" fmla="*/ 0 h 955"/>
                <a:gd name="csX4" fmla="*/ 1433 w 1433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955">
                  <a:moveTo>
                    <a:pt x="1433" y="956"/>
                  </a:moveTo>
                  <a:lnTo>
                    <a:pt x="1433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2" name="Freeform 971">
              <a:extLst>
                <a:ext uri="{FF2B5EF4-FFF2-40B4-BE49-F238E27FC236}">
                  <a16:creationId xmlns:a16="http://schemas.microsoft.com/office/drawing/2014/main" id="{CFE3C974-18A0-8481-6C09-589E8E137BBC}"/>
                </a:ext>
              </a:extLst>
            </p:cNvPr>
            <p:cNvSpPr/>
            <p:nvPr/>
          </p:nvSpPr>
          <p:spPr>
            <a:xfrm>
              <a:off x="7639065" y="3731186"/>
              <a:ext cx="1433" cy="4777"/>
            </a:xfrm>
            <a:custGeom>
              <a:avLst/>
              <a:gdLst>
                <a:gd name="csX0" fmla="*/ 955 w 1433"/>
                <a:gd name="csY0" fmla="*/ 1911 h 4777"/>
                <a:gd name="csX1" fmla="*/ 1433 w 1433"/>
                <a:gd name="csY1" fmla="*/ 4777 h 4777"/>
                <a:gd name="csX2" fmla="*/ 955 w 1433"/>
                <a:gd name="csY2" fmla="*/ 1911 h 4777"/>
                <a:gd name="csX3" fmla="*/ 0 w 1433"/>
                <a:gd name="csY3" fmla="*/ 0 h 4777"/>
                <a:gd name="csX4" fmla="*/ 955 w 1433"/>
                <a:gd name="csY4" fmla="*/ 1911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777">
                  <a:moveTo>
                    <a:pt x="955" y="1911"/>
                  </a:moveTo>
                  <a:lnTo>
                    <a:pt x="1433" y="4777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" name="Freeform 972">
              <a:extLst>
                <a:ext uri="{FF2B5EF4-FFF2-40B4-BE49-F238E27FC236}">
                  <a16:creationId xmlns:a16="http://schemas.microsoft.com/office/drawing/2014/main" id="{27C36E6B-6CBA-17C9-C294-C5E507E5FE63}"/>
                </a:ext>
              </a:extLst>
            </p:cNvPr>
            <p:cNvSpPr/>
            <p:nvPr/>
          </p:nvSpPr>
          <p:spPr>
            <a:xfrm>
              <a:off x="7637632" y="4256211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0 w 1433"/>
                <a:gd name="csY1" fmla="*/ 0 h 477"/>
                <a:gd name="csX2" fmla="*/ 0 w 1433"/>
                <a:gd name="csY2" fmla="*/ 0 h 477"/>
                <a:gd name="csX3" fmla="*/ 1433 w 1433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4" name="Freeform 973">
              <a:extLst>
                <a:ext uri="{FF2B5EF4-FFF2-40B4-BE49-F238E27FC236}">
                  <a16:creationId xmlns:a16="http://schemas.microsoft.com/office/drawing/2014/main" id="{8FCC9AC5-4D7F-427E-23D3-916AADF01FEB}"/>
                </a:ext>
              </a:extLst>
            </p:cNvPr>
            <p:cNvSpPr/>
            <p:nvPr/>
          </p:nvSpPr>
          <p:spPr>
            <a:xfrm>
              <a:off x="7635721" y="4237580"/>
              <a:ext cx="1910" cy="955"/>
            </a:xfrm>
            <a:custGeom>
              <a:avLst/>
              <a:gdLst>
                <a:gd name="csX0" fmla="*/ 1910 w 1910"/>
                <a:gd name="csY0" fmla="*/ 955 h 955"/>
                <a:gd name="csX1" fmla="*/ 955 w 1910"/>
                <a:gd name="csY1" fmla="*/ 478 h 955"/>
                <a:gd name="csX2" fmla="*/ 0 w 1910"/>
                <a:gd name="csY2" fmla="*/ 0 h 955"/>
                <a:gd name="csX3" fmla="*/ 0 w 1910"/>
                <a:gd name="csY3" fmla="*/ 0 h 955"/>
                <a:gd name="csX4" fmla="*/ 955 w 1910"/>
                <a:gd name="csY4" fmla="*/ 478 h 955"/>
                <a:gd name="csX5" fmla="*/ 1910 w 1910"/>
                <a:gd name="csY5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955">
                  <a:moveTo>
                    <a:pt x="1910" y="955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191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D48E86D7-7E22-0931-4611-051EFA533473}"/>
                </a:ext>
              </a:extLst>
            </p:cNvPr>
            <p:cNvSpPr/>
            <p:nvPr/>
          </p:nvSpPr>
          <p:spPr>
            <a:xfrm>
              <a:off x="7630944" y="4250478"/>
              <a:ext cx="5254" cy="3344"/>
            </a:xfrm>
            <a:custGeom>
              <a:avLst/>
              <a:gdLst>
                <a:gd name="csX0" fmla="*/ 5255 w 5254"/>
                <a:gd name="csY0" fmla="*/ 2867 h 3344"/>
                <a:gd name="csX1" fmla="*/ 5255 w 5254"/>
                <a:gd name="csY1" fmla="*/ 3344 h 3344"/>
                <a:gd name="csX2" fmla="*/ 2866 w 5254"/>
                <a:gd name="csY2" fmla="*/ 1433 h 3344"/>
                <a:gd name="csX3" fmla="*/ 955 w 5254"/>
                <a:gd name="csY3" fmla="*/ 956 h 3344"/>
                <a:gd name="csX4" fmla="*/ 0 w 5254"/>
                <a:gd name="csY4" fmla="*/ 478 h 3344"/>
                <a:gd name="csX5" fmla="*/ 0 w 5254"/>
                <a:gd name="csY5" fmla="*/ 0 h 3344"/>
                <a:gd name="csX6" fmla="*/ 955 w 5254"/>
                <a:gd name="csY6" fmla="*/ 956 h 3344"/>
                <a:gd name="csX7" fmla="*/ 2866 w 5254"/>
                <a:gd name="csY7" fmla="*/ 1433 h 3344"/>
                <a:gd name="csX8" fmla="*/ 5255 w 5254"/>
                <a:gd name="csY8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4" h="3344">
                  <a:moveTo>
                    <a:pt x="5255" y="2867"/>
                  </a:moveTo>
                  <a:lnTo>
                    <a:pt x="5255" y="3344"/>
                  </a:lnTo>
                  <a:lnTo>
                    <a:pt x="2866" y="1433"/>
                  </a:lnTo>
                  <a:lnTo>
                    <a:pt x="955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5" y="956"/>
                  </a:lnTo>
                  <a:lnTo>
                    <a:pt x="2866" y="1433"/>
                  </a:lnTo>
                  <a:lnTo>
                    <a:pt x="5255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6" name="Freeform 975">
              <a:extLst>
                <a:ext uri="{FF2B5EF4-FFF2-40B4-BE49-F238E27FC236}">
                  <a16:creationId xmlns:a16="http://schemas.microsoft.com/office/drawing/2014/main" id="{F2CBB276-0C41-1933-366D-5FC9B3966A5A}"/>
                </a:ext>
              </a:extLst>
            </p:cNvPr>
            <p:cNvSpPr/>
            <p:nvPr/>
          </p:nvSpPr>
          <p:spPr>
            <a:xfrm>
              <a:off x="7633333" y="4277709"/>
              <a:ext cx="2388" cy="955"/>
            </a:xfrm>
            <a:custGeom>
              <a:avLst/>
              <a:gdLst>
                <a:gd name="csX0" fmla="*/ 2389 w 2388"/>
                <a:gd name="csY0" fmla="*/ 478 h 955"/>
                <a:gd name="csX1" fmla="*/ 2389 w 2388"/>
                <a:gd name="csY1" fmla="*/ 956 h 955"/>
                <a:gd name="csX2" fmla="*/ 1433 w 2388"/>
                <a:gd name="csY2" fmla="*/ 478 h 955"/>
                <a:gd name="csX3" fmla="*/ 0 w 2388"/>
                <a:gd name="csY3" fmla="*/ 478 h 955"/>
                <a:gd name="csX4" fmla="*/ 1433 w 2388"/>
                <a:gd name="csY4" fmla="*/ 0 h 955"/>
                <a:gd name="csX5" fmla="*/ 2389 w 2388"/>
                <a:gd name="csY5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955">
                  <a:moveTo>
                    <a:pt x="2389" y="478"/>
                  </a:moveTo>
                  <a:lnTo>
                    <a:pt x="2389" y="956"/>
                  </a:lnTo>
                  <a:lnTo>
                    <a:pt x="1433" y="478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7" name="Freeform 976">
              <a:extLst>
                <a:ext uri="{FF2B5EF4-FFF2-40B4-BE49-F238E27FC236}">
                  <a16:creationId xmlns:a16="http://schemas.microsoft.com/office/drawing/2014/main" id="{B04C2D9C-8944-8883-9FAA-5D6625B3AE17}"/>
                </a:ext>
              </a:extLst>
            </p:cNvPr>
            <p:cNvSpPr/>
            <p:nvPr/>
          </p:nvSpPr>
          <p:spPr>
            <a:xfrm>
              <a:off x="7630466" y="4276276"/>
              <a:ext cx="2866" cy="1911"/>
            </a:xfrm>
            <a:custGeom>
              <a:avLst/>
              <a:gdLst>
                <a:gd name="csX0" fmla="*/ 2867 w 2866"/>
                <a:gd name="csY0" fmla="*/ 1911 h 1911"/>
                <a:gd name="csX1" fmla="*/ 1433 w 2866"/>
                <a:gd name="csY1" fmla="*/ 1433 h 1911"/>
                <a:gd name="csX2" fmla="*/ 0 w 2866"/>
                <a:gd name="csY2" fmla="*/ 478 h 1911"/>
                <a:gd name="csX3" fmla="*/ 0 w 2866"/>
                <a:gd name="csY3" fmla="*/ 0 h 1911"/>
                <a:gd name="csX4" fmla="*/ 1433 w 2866"/>
                <a:gd name="csY4" fmla="*/ 1433 h 1911"/>
                <a:gd name="csX5" fmla="*/ 2867 w 2866"/>
                <a:gd name="csY5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1911">
                  <a:moveTo>
                    <a:pt x="2867" y="1911"/>
                  </a:moveTo>
                  <a:lnTo>
                    <a:pt x="1433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286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8" name="Freeform 977">
              <a:extLst>
                <a:ext uri="{FF2B5EF4-FFF2-40B4-BE49-F238E27FC236}">
                  <a16:creationId xmlns:a16="http://schemas.microsoft.com/office/drawing/2014/main" id="{7BE6688E-5F30-07F8-F696-151A79555404}"/>
                </a:ext>
              </a:extLst>
            </p:cNvPr>
            <p:cNvSpPr/>
            <p:nvPr/>
          </p:nvSpPr>
          <p:spPr>
            <a:xfrm>
              <a:off x="7471382" y="4157321"/>
              <a:ext cx="160516" cy="83125"/>
            </a:xfrm>
            <a:custGeom>
              <a:avLst/>
              <a:gdLst>
                <a:gd name="csX0" fmla="*/ 160517 w 160516"/>
                <a:gd name="csY0" fmla="*/ 74048 h 83125"/>
                <a:gd name="csX1" fmla="*/ 160517 w 160516"/>
                <a:gd name="csY1" fmla="*/ 75481 h 83125"/>
                <a:gd name="csX2" fmla="*/ 159562 w 160516"/>
                <a:gd name="csY2" fmla="*/ 78348 h 83125"/>
                <a:gd name="csX3" fmla="*/ 158606 w 160516"/>
                <a:gd name="csY3" fmla="*/ 81692 h 83125"/>
                <a:gd name="csX4" fmla="*/ 158128 w 160516"/>
                <a:gd name="csY4" fmla="*/ 82170 h 83125"/>
                <a:gd name="csX5" fmla="*/ 157651 w 160516"/>
                <a:gd name="csY5" fmla="*/ 82647 h 83125"/>
                <a:gd name="csX6" fmla="*/ 156695 w 160516"/>
                <a:gd name="csY6" fmla="*/ 82170 h 83125"/>
                <a:gd name="csX7" fmla="*/ 154306 w 160516"/>
                <a:gd name="csY7" fmla="*/ 81214 h 83125"/>
                <a:gd name="csX8" fmla="*/ 152396 w 160516"/>
                <a:gd name="csY8" fmla="*/ 81692 h 83125"/>
                <a:gd name="csX9" fmla="*/ 150007 w 160516"/>
                <a:gd name="csY9" fmla="*/ 82170 h 83125"/>
                <a:gd name="csX10" fmla="*/ 148096 w 160516"/>
                <a:gd name="csY10" fmla="*/ 82170 h 83125"/>
                <a:gd name="csX11" fmla="*/ 147619 w 160516"/>
                <a:gd name="csY11" fmla="*/ 82170 h 83125"/>
                <a:gd name="csX12" fmla="*/ 145707 w 160516"/>
                <a:gd name="csY12" fmla="*/ 81692 h 83125"/>
                <a:gd name="csX13" fmla="*/ 143319 w 160516"/>
                <a:gd name="csY13" fmla="*/ 83125 h 83125"/>
                <a:gd name="csX14" fmla="*/ 140930 w 160516"/>
                <a:gd name="csY14" fmla="*/ 82170 h 83125"/>
                <a:gd name="csX15" fmla="*/ 139497 w 160516"/>
                <a:gd name="csY15" fmla="*/ 81214 h 83125"/>
                <a:gd name="csX16" fmla="*/ 138542 w 160516"/>
                <a:gd name="csY16" fmla="*/ 79303 h 83125"/>
                <a:gd name="csX17" fmla="*/ 138064 w 160516"/>
                <a:gd name="csY17" fmla="*/ 78825 h 83125"/>
                <a:gd name="csX18" fmla="*/ 132808 w 160516"/>
                <a:gd name="csY18" fmla="*/ 81214 h 83125"/>
                <a:gd name="csX19" fmla="*/ 131853 w 160516"/>
                <a:gd name="csY19" fmla="*/ 81214 h 83125"/>
                <a:gd name="csX20" fmla="*/ 128509 w 160516"/>
                <a:gd name="csY20" fmla="*/ 80259 h 83125"/>
                <a:gd name="csX21" fmla="*/ 128509 w 160516"/>
                <a:gd name="csY21" fmla="*/ 80259 h 83125"/>
                <a:gd name="csX22" fmla="*/ 126121 w 160516"/>
                <a:gd name="csY22" fmla="*/ 78825 h 83125"/>
                <a:gd name="csX23" fmla="*/ 125165 w 160516"/>
                <a:gd name="csY23" fmla="*/ 78348 h 83125"/>
                <a:gd name="csX24" fmla="*/ 122776 w 160516"/>
                <a:gd name="csY24" fmla="*/ 77870 h 83125"/>
                <a:gd name="csX25" fmla="*/ 120388 w 160516"/>
                <a:gd name="csY25" fmla="*/ 77870 h 83125"/>
                <a:gd name="csX26" fmla="*/ 118955 w 160516"/>
                <a:gd name="csY26" fmla="*/ 77392 h 83125"/>
                <a:gd name="csX27" fmla="*/ 117999 w 160516"/>
                <a:gd name="csY27" fmla="*/ 76915 h 83125"/>
                <a:gd name="csX28" fmla="*/ 115133 w 160516"/>
                <a:gd name="csY28" fmla="*/ 77870 h 83125"/>
                <a:gd name="csX29" fmla="*/ 113699 w 160516"/>
                <a:gd name="csY29" fmla="*/ 77870 h 83125"/>
                <a:gd name="csX30" fmla="*/ 112744 w 160516"/>
                <a:gd name="csY30" fmla="*/ 77392 h 83125"/>
                <a:gd name="csX31" fmla="*/ 112266 w 160516"/>
                <a:gd name="csY31" fmla="*/ 75959 h 83125"/>
                <a:gd name="csX32" fmla="*/ 111789 w 160516"/>
                <a:gd name="csY32" fmla="*/ 74526 h 83125"/>
                <a:gd name="csX33" fmla="*/ 111789 w 160516"/>
                <a:gd name="csY33" fmla="*/ 74526 h 83125"/>
                <a:gd name="csX34" fmla="*/ 111789 w 160516"/>
                <a:gd name="csY34" fmla="*/ 74526 h 83125"/>
                <a:gd name="csX35" fmla="*/ 110833 w 160516"/>
                <a:gd name="csY35" fmla="*/ 73570 h 83125"/>
                <a:gd name="csX36" fmla="*/ 109400 w 160516"/>
                <a:gd name="csY36" fmla="*/ 73093 h 83125"/>
                <a:gd name="csX37" fmla="*/ 107012 w 160516"/>
                <a:gd name="csY37" fmla="*/ 74048 h 83125"/>
                <a:gd name="csX38" fmla="*/ 103667 w 160516"/>
                <a:gd name="csY38" fmla="*/ 75004 h 83125"/>
                <a:gd name="csX39" fmla="*/ 102712 w 160516"/>
                <a:gd name="csY39" fmla="*/ 75004 h 83125"/>
                <a:gd name="csX40" fmla="*/ 101756 w 160516"/>
                <a:gd name="csY40" fmla="*/ 74526 h 83125"/>
                <a:gd name="csX41" fmla="*/ 101278 w 160516"/>
                <a:gd name="csY41" fmla="*/ 74526 h 83125"/>
                <a:gd name="csX42" fmla="*/ 101278 w 160516"/>
                <a:gd name="csY42" fmla="*/ 74526 h 83125"/>
                <a:gd name="csX43" fmla="*/ 100801 w 160516"/>
                <a:gd name="csY43" fmla="*/ 73093 h 83125"/>
                <a:gd name="csX44" fmla="*/ 100801 w 160516"/>
                <a:gd name="csY44" fmla="*/ 73093 h 83125"/>
                <a:gd name="csX45" fmla="*/ 100323 w 160516"/>
                <a:gd name="csY45" fmla="*/ 72615 h 83125"/>
                <a:gd name="csX46" fmla="*/ 99846 w 160516"/>
                <a:gd name="csY46" fmla="*/ 72615 h 83125"/>
                <a:gd name="csX47" fmla="*/ 98412 w 160516"/>
                <a:gd name="csY47" fmla="*/ 72615 h 83125"/>
                <a:gd name="csX48" fmla="*/ 96501 w 160516"/>
                <a:gd name="csY48" fmla="*/ 71659 h 83125"/>
                <a:gd name="csX49" fmla="*/ 91724 w 160516"/>
                <a:gd name="csY49" fmla="*/ 69271 h 83125"/>
                <a:gd name="csX50" fmla="*/ 91246 w 160516"/>
                <a:gd name="csY50" fmla="*/ 68316 h 83125"/>
                <a:gd name="csX51" fmla="*/ 91246 w 160516"/>
                <a:gd name="csY51" fmla="*/ 65927 h 83125"/>
                <a:gd name="csX52" fmla="*/ 90769 w 160516"/>
                <a:gd name="csY52" fmla="*/ 64971 h 83125"/>
                <a:gd name="csX53" fmla="*/ 90291 w 160516"/>
                <a:gd name="csY53" fmla="*/ 64016 h 83125"/>
                <a:gd name="csX54" fmla="*/ 87902 w 160516"/>
                <a:gd name="csY54" fmla="*/ 63060 h 83125"/>
                <a:gd name="csX55" fmla="*/ 82647 w 160516"/>
                <a:gd name="csY55" fmla="*/ 61150 h 83125"/>
                <a:gd name="csX56" fmla="*/ 79781 w 160516"/>
                <a:gd name="csY56" fmla="*/ 60194 h 83125"/>
                <a:gd name="csX57" fmla="*/ 78825 w 160516"/>
                <a:gd name="csY57" fmla="*/ 60672 h 83125"/>
                <a:gd name="csX58" fmla="*/ 75959 w 160516"/>
                <a:gd name="csY58" fmla="*/ 61150 h 83125"/>
                <a:gd name="csX59" fmla="*/ 75003 w 160516"/>
                <a:gd name="csY59" fmla="*/ 62105 h 83125"/>
                <a:gd name="csX60" fmla="*/ 74526 w 160516"/>
                <a:gd name="csY60" fmla="*/ 62105 h 83125"/>
                <a:gd name="csX61" fmla="*/ 73092 w 160516"/>
                <a:gd name="csY61" fmla="*/ 62105 h 83125"/>
                <a:gd name="csX62" fmla="*/ 69271 w 160516"/>
                <a:gd name="csY62" fmla="*/ 60672 h 83125"/>
                <a:gd name="csX63" fmla="*/ 67360 w 160516"/>
                <a:gd name="csY63" fmla="*/ 60672 h 83125"/>
                <a:gd name="csX64" fmla="*/ 65926 w 160516"/>
                <a:gd name="csY64" fmla="*/ 61150 h 83125"/>
                <a:gd name="csX65" fmla="*/ 65926 w 160516"/>
                <a:gd name="csY65" fmla="*/ 61150 h 83125"/>
                <a:gd name="csX66" fmla="*/ 65449 w 160516"/>
                <a:gd name="csY66" fmla="*/ 61627 h 83125"/>
                <a:gd name="csX67" fmla="*/ 64016 w 160516"/>
                <a:gd name="csY67" fmla="*/ 62583 h 83125"/>
                <a:gd name="csX68" fmla="*/ 63060 w 160516"/>
                <a:gd name="csY68" fmla="*/ 62105 h 83125"/>
                <a:gd name="csX69" fmla="*/ 62582 w 160516"/>
                <a:gd name="csY69" fmla="*/ 61627 h 83125"/>
                <a:gd name="csX70" fmla="*/ 59716 w 160516"/>
                <a:gd name="csY70" fmla="*/ 61150 h 83125"/>
                <a:gd name="csX71" fmla="*/ 56850 w 160516"/>
                <a:gd name="csY71" fmla="*/ 60194 h 83125"/>
                <a:gd name="csX72" fmla="*/ 53028 w 160516"/>
                <a:gd name="csY72" fmla="*/ 59239 h 83125"/>
                <a:gd name="csX73" fmla="*/ 52550 w 160516"/>
                <a:gd name="csY73" fmla="*/ 57805 h 83125"/>
                <a:gd name="csX74" fmla="*/ 52073 w 160516"/>
                <a:gd name="csY74" fmla="*/ 56372 h 83125"/>
                <a:gd name="csX75" fmla="*/ 51117 w 160516"/>
                <a:gd name="csY75" fmla="*/ 55894 h 83125"/>
                <a:gd name="csX76" fmla="*/ 51117 w 160516"/>
                <a:gd name="csY76" fmla="*/ 55894 h 83125"/>
                <a:gd name="csX77" fmla="*/ 47295 w 160516"/>
                <a:gd name="csY77" fmla="*/ 56372 h 83125"/>
                <a:gd name="csX78" fmla="*/ 44428 w 160516"/>
                <a:gd name="csY78" fmla="*/ 54461 h 83125"/>
                <a:gd name="csX79" fmla="*/ 40607 w 160516"/>
                <a:gd name="csY79" fmla="*/ 52550 h 83125"/>
                <a:gd name="csX80" fmla="*/ 39174 w 160516"/>
                <a:gd name="csY80" fmla="*/ 51595 h 83125"/>
                <a:gd name="csX81" fmla="*/ 39174 w 160516"/>
                <a:gd name="csY81" fmla="*/ 51595 h 83125"/>
                <a:gd name="csX82" fmla="*/ 38218 w 160516"/>
                <a:gd name="csY82" fmla="*/ 51117 h 83125"/>
                <a:gd name="csX83" fmla="*/ 37263 w 160516"/>
                <a:gd name="csY83" fmla="*/ 51595 h 83125"/>
                <a:gd name="csX84" fmla="*/ 36307 w 160516"/>
                <a:gd name="csY84" fmla="*/ 52073 h 83125"/>
                <a:gd name="csX85" fmla="*/ 35352 w 160516"/>
                <a:gd name="csY85" fmla="*/ 52073 h 83125"/>
                <a:gd name="csX86" fmla="*/ 33919 w 160516"/>
                <a:gd name="csY86" fmla="*/ 51117 h 83125"/>
                <a:gd name="csX87" fmla="*/ 31052 w 160516"/>
                <a:gd name="csY87" fmla="*/ 50162 h 83125"/>
                <a:gd name="csX88" fmla="*/ 28186 w 160516"/>
                <a:gd name="csY88" fmla="*/ 48251 h 83125"/>
                <a:gd name="csX89" fmla="*/ 24842 w 160516"/>
                <a:gd name="csY89" fmla="*/ 45862 h 83125"/>
                <a:gd name="csX90" fmla="*/ 23409 w 160516"/>
                <a:gd name="csY90" fmla="*/ 44429 h 83125"/>
                <a:gd name="csX91" fmla="*/ 22931 w 160516"/>
                <a:gd name="csY91" fmla="*/ 43474 h 83125"/>
                <a:gd name="csX92" fmla="*/ 22931 w 160516"/>
                <a:gd name="csY92" fmla="*/ 43474 h 83125"/>
                <a:gd name="csX93" fmla="*/ 21975 w 160516"/>
                <a:gd name="csY93" fmla="*/ 42518 h 83125"/>
                <a:gd name="csX94" fmla="*/ 21975 w 160516"/>
                <a:gd name="csY94" fmla="*/ 42518 h 83125"/>
                <a:gd name="csX95" fmla="*/ 19109 w 160516"/>
                <a:gd name="csY95" fmla="*/ 41085 h 83125"/>
                <a:gd name="csX96" fmla="*/ 16721 w 160516"/>
                <a:gd name="csY96" fmla="*/ 40129 h 83125"/>
                <a:gd name="csX97" fmla="*/ 13854 w 160516"/>
                <a:gd name="csY97" fmla="*/ 38696 h 83125"/>
                <a:gd name="csX98" fmla="*/ 13376 w 160516"/>
                <a:gd name="csY98" fmla="*/ 38218 h 83125"/>
                <a:gd name="csX99" fmla="*/ 11943 w 160516"/>
                <a:gd name="csY99" fmla="*/ 37263 h 83125"/>
                <a:gd name="csX100" fmla="*/ 10510 w 160516"/>
                <a:gd name="csY100" fmla="*/ 36308 h 83125"/>
                <a:gd name="csX101" fmla="*/ 9077 w 160516"/>
                <a:gd name="csY101" fmla="*/ 35830 h 83125"/>
                <a:gd name="csX102" fmla="*/ 8599 w 160516"/>
                <a:gd name="csY102" fmla="*/ 36308 h 83125"/>
                <a:gd name="csX103" fmla="*/ 8121 w 160516"/>
                <a:gd name="csY103" fmla="*/ 37263 h 83125"/>
                <a:gd name="csX104" fmla="*/ 7166 w 160516"/>
                <a:gd name="csY104" fmla="*/ 36785 h 83125"/>
                <a:gd name="csX105" fmla="*/ 5255 w 160516"/>
                <a:gd name="csY105" fmla="*/ 35830 h 83125"/>
                <a:gd name="csX106" fmla="*/ 3344 w 160516"/>
                <a:gd name="csY106" fmla="*/ 34874 h 83125"/>
                <a:gd name="csX107" fmla="*/ 1911 w 160516"/>
                <a:gd name="csY107" fmla="*/ 33441 h 83125"/>
                <a:gd name="csX108" fmla="*/ 0 w 160516"/>
                <a:gd name="csY108" fmla="*/ 32486 h 83125"/>
                <a:gd name="csX109" fmla="*/ 0 w 160516"/>
                <a:gd name="csY109" fmla="*/ 31530 h 83125"/>
                <a:gd name="csX110" fmla="*/ 478 w 160516"/>
                <a:gd name="csY110" fmla="*/ 29142 h 83125"/>
                <a:gd name="csX111" fmla="*/ 1433 w 160516"/>
                <a:gd name="csY111" fmla="*/ 26753 h 83125"/>
                <a:gd name="csX112" fmla="*/ 2389 w 160516"/>
                <a:gd name="csY112" fmla="*/ 26275 h 83125"/>
                <a:gd name="csX113" fmla="*/ 3344 w 160516"/>
                <a:gd name="csY113" fmla="*/ 24842 h 83125"/>
                <a:gd name="csX114" fmla="*/ 3821 w 160516"/>
                <a:gd name="csY114" fmla="*/ 22453 h 83125"/>
                <a:gd name="csX115" fmla="*/ 3821 w 160516"/>
                <a:gd name="csY115" fmla="*/ 20065 h 83125"/>
                <a:gd name="csX116" fmla="*/ 5255 w 160516"/>
                <a:gd name="csY116" fmla="*/ 17198 h 83125"/>
                <a:gd name="csX117" fmla="*/ 6688 w 160516"/>
                <a:gd name="csY117" fmla="*/ 13854 h 83125"/>
                <a:gd name="csX118" fmla="*/ 9555 w 160516"/>
                <a:gd name="csY118" fmla="*/ 10032 h 83125"/>
                <a:gd name="csX119" fmla="*/ 10987 w 160516"/>
                <a:gd name="csY119" fmla="*/ 9077 h 83125"/>
                <a:gd name="csX120" fmla="*/ 12421 w 160516"/>
                <a:gd name="csY120" fmla="*/ 8121 h 83125"/>
                <a:gd name="csX121" fmla="*/ 12421 w 160516"/>
                <a:gd name="csY121" fmla="*/ 8121 h 83125"/>
                <a:gd name="csX122" fmla="*/ 15287 w 160516"/>
                <a:gd name="csY122" fmla="*/ 5733 h 83125"/>
                <a:gd name="csX123" fmla="*/ 15765 w 160516"/>
                <a:gd name="csY123" fmla="*/ 5255 h 83125"/>
                <a:gd name="csX124" fmla="*/ 16721 w 160516"/>
                <a:gd name="csY124" fmla="*/ 4777 h 83125"/>
                <a:gd name="csX125" fmla="*/ 18153 w 160516"/>
                <a:gd name="csY125" fmla="*/ 4300 h 83125"/>
                <a:gd name="csX126" fmla="*/ 18632 w 160516"/>
                <a:gd name="csY126" fmla="*/ 4777 h 83125"/>
                <a:gd name="csX127" fmla="*/ 19587 w 160516"/>
                <a:gd name="csY127" fmla="*/ 6211 h 83125"/>
                <a:gd name="csX128" fmla="*/ 20542 w 160516"/>
                <a:gd name="csY128" fmla="*/ 6688 h 83125"/>
                <a:gd name="csX129" fmla="*/ 21020 w 160516"/>
                <a:gd name="csY129" fmla="*/ 7166 h 83125"/>
                <a:gd name="csX130" fmla="*/ 21020 w 160516"/>
                <a:gd name="csY130" fmla="*/ 7644 h 83125"/>
                <a:gd name="csX131" fmla="*/ 21975 w 160516"/>
                <a:gd name="csY131" fmla="*/ 7166 h 83125"/>
                <a:gd name="csX132" fmla="*/ 22453 w 160516"/>
                <a:gd name="csY132" fmla="*/ 7166 h 83125"/>
                <a:gd name="csX133" fmla="*/ 23886 w 160516"/>
                <a:gd name="csY133" fmla="*/ 6211 h 83125"/>
                <a:gd name="csX134" fmla="*/ 23886 w 160516"/>
                <a:gd name="csY134" fmla="*/ 6211 h 83125"/>
                <a:gd name="csX135" fmla="*/ 26753 w 160516"/>
                <a:gd name="csY135" fmla="*/ 956 h 83125"/>
                <a:gd name="csX136" fmla="*/ 31530 w 160516"/>
                <a:gd name="csY136" fmla="*/ 0 h 83125"/>
                <a:gd name="csX137" fmla="*/ 35830 w 160516"/>
                <a:gd name="csY137" fmla="*/ 478 h 83125"/>
                <a:gd name="csX138" fmla="*/ 36307 w 160516"/>
                <a:gd name="csY138" fmla="*/ 478 h 83125"/>
                <a:gd name="csX139" fmla="*/ 39174 w 160516"/>
                <a:gd name="csY139" fmla="*/ 1433 h 83125"/>
                <a:gd name="csX140" fmla="*/ 39651 w 160516"/>
                <a:gd name="csY140" fmla="*/ 1911 h 83125"/>
                <a:gd name="csX141" fmla="*/ 40607 w 160516"/>
                <a:gd name="csY141" fmla="*/ 2867 h 83125"/>
                <a:gd name="csX142" fmla="*/ 41085 w 160516"/>
                <a:gd name="csY142" fmla="*/ 4777 h 83125"/>
                <a:gd name="csX143" fmla="*/ 41562 w 160516"/>
                <a:gd name="csY143" fmla="*/ 5733 h 83125"/>
                <a:gd name="csX144" fmla="*/ 41562 w 160516"/>
                <a:gd name="csY144" fmla="*/ 5733 h 83125"/>
                <a:gd name="csX145" fmla="*/ 42996 w 160516"/>
                <a:gd name="csY145" fmla="*/ 6688 h 83125"/>
                <a:gd name="csX146" fmla="*/ 48251 w 160516"/>
                <a:gd name="csY146" fmla="*/ 9555 h 83125"/>
                <a:gd name="csX147" fmla="*/ 51117 w 160516"/>
                <a:gd name="csY147" fmla="*/ 11943 h 83125"/>
                <a:gd name="csX148" fmla="*/ 53028 w 160516"/>
                <a:gd name="csY148" fmla="*/ 12899 h 83125"/>
                <a:gd name="csX149" fmla="*/ 55416 w 160516"/>
                <a:gd name="csY149" fmla="*/ 14810 h 83125"/>
                <a:gd name="csX150" fmla="*/ 58760 w 160516"/>
                <a:gd name="csY150" fmla="*/ 16243 h 83125"/>
                <a:gd name="csX151" fmla="*/ 61627 w 160516"/>
                <a:gd name="csY151" fmla="*/ 16243 h 83125"/>
                <a:gd name="csX152" fmla="*/ 63060 w 160516"/>
                <a:gd name="csY152" fmla="*/ 17676 h 83125"/>
                <a:gd name="csX153" fmla="*/ 65449 w 160516"/>
                <a:gd name="csY153" fmla="*/ 20065 h 83125"/>
                <a:gd name="csX154" fmla="*/ 67360 w 160516"/>
                <a:gd name="csY154" fmla="*/ 22453 h 83125"/>
                <a:gd name="csX155" fmla="*/ 69748 w 160516"/>
                <a:gd name="csY155" fmla="*/ 25320 h 83125"/>
                <a:gd name="csX156" fmla="*/ 71659 w 160516"/>
                <a:gd name="csY156" fmla="*/ 25320 h 83125"/>
                <a:gd name="csX157" fmla="*/ 74048 w 160516"/>
                <a:gd name="csY157" fmla="*/ 24364 h 83125"/>
                <a:gd name="csX158" fmla="*/ 76914 w 160516"/>
                <a:gd name="csY158" fmla="*/ 23409 h 83125"/>
                <a:gd name="csX159" fmla="*/ 78825 w 160516"/>
                <a:gd name="csY159" fmla="*/ 23886 h 83125"/>
                <a:gd name="csX160" fmla="*/ 80258 w 160516"/>
                <a:gd name="csY160" fmla="*/ 24364 h 83125"/>
                <a:gd name="csX161" fmla="*/ 80736 w 160516"/>
                <a:gd name="csY161" fmla="*/ 25798 h 83125"/>
                <a:gd name="csX162" fmla="*/ 81692 w 160516"/>
                <a:gd name="csY162" fmla="*/ 28186 h 83125"/>
                <a:gd name="csX163" fmla="*/ 82647 w 160516"/>
                <a:gd name="csY163" fmla="*/ 31052 h 83125"/>
                <a:gd name="csX164" fmla="*/ 84558 w 160516"/>
                <a:gd name="csY164" fmla="*/ 31530 h 83125"/>
                <a:gd name="csX165" fmla="*/ 85514 w 160516"/>
                <a:gd name="csY165" fmla="*/ 32486 h 83125"/>
                <a:gd name="csX166" fmla="*/ 86469 w 160516"/>
                <a:gd name="csY166" fmla="*/ 32963 h 83125"/>
                <a:gd name="csX167" fmla="*/ 87424 w 160516"/>
                <a:gd name="csY167" fmla="*/ 33919 h 83125"/>
                <a:gd name="csX168" fmla="*/ 91246 w 160516"/>
                <a:gd name="csY168" fmla="*/ 35830 h 83125"/>
                <a:gd name="csX169" fmla="*/ 91724 w 160516"/>
                <a:gd name="csY169" fmla="*/ 36785 h 83125"/>
                <a:gd name="csX170" fmla="*/ 91724 w 160516"/>
                <a:gd name="csY170" fmla="*/ 36785 h 83125"/>
                <a:gd name="csX171" fmla="*/ 92201 w 160516"/>
                <a:gd name="csY171" fmla="*/ 37263 h 83125"/>
                <a:gd name="csX172" fmla="*/ 93157 w 160516"/>
                <a:gd name="csY172" fmla="*/ 37741 h 83125"/>
                <a:gd name="csX173" fmla="*/ 94112 w 160516"/>
                <a:gd name="csY173" fmla="*/ 38218 h 83125"/>
                <a:gd name="csX174" fmla="*/ 95068 w 160516"/>
                <a:gd name="csY174" fmla="*/ 38218 h 83125"/>
                <a:gd name="csX175" fmla="*/ 99367 w 160516"/>
                <a:gd name="csY175" fmla="*/ 36785 h 83125"/>
                <a:gd name="csX176" fmla="*/ 100323 w 160516"/>
                <a:gd name="csY176" fmla="*/ 37263 h 83125"/>
                <a:gd name="csX177" fmla="*/ 101278 w 160516"/>
                <a:gd name="csY177" fmla="*/ 37263 h 83125"/>
                <a:gd name="csX178" fmla="*/ 101278 w 160516"/>
                <a:gd name="csY178" fmla="*/ 37741 h 83125"/>
                <a:gd name="csX179" fmla="*/ 100323 w 160516"/>
                <a:gd name="csY179" fmla="*/ 39652 h 83125"/>
                <a:gd name="csX180" fmla="*/ 99846 w 160516"/>
                <a:gd name="csY180" fmla="*/ 42040 h 83125"/>
                <a:gd name="csX181" fmla="*/ 100323 w 160516"/>
                <a:gd name="csY181" fmla="*/ 42996 h 83125"/>
                <a:gd name="csX182" fmla="*/ 100323 w 160516"/>
                <a:gd name="csY182" fmla="*/ 42996 h 83125"/>
                <a:gd name="csX183" fmla="*/ 102234 w 160516"/>
                <a:gd name="csY183" fmla="*/ 43474 h 83125"/>
                <a:gd name="csX184" fmla="*/ 106056 w 160516"/>
                <a:gd name="csY184" fmla="*/ 43951 h 83125"/>
                <a:gd name="csX185" fmla="*/ 111311 w 160516"/>
                <a:gd name="csY185" fmla="*/ 43951 h 83125"/>
                <a:gd name="csX186" fmla="*/ 113222 w 160516"/>
                <a:gd name="csY186" fmla="*/ 44907 h 83125"/>
                <a:gd name="csX187" fmla="*/ 114655 w 160516"/>
                <a:gd name="csY187" fmla="*/ 46818 h 83125"/>
                <a:gd name="csX188" fmla="*/ 116088 w 160516"/>
                <a:gd name="csY188" fmla="*/ 49684 h 83125"/>
                <a:gd name="csX189" fmla="*/ 117044 w 160516"/>
                <a:gd name="csY189" fmla="*/ 51117 h 83125"/>
                <a:gd name="csX190" fmla="*/ 117521 w 160516"/>
                <a:gd name="csY190" fmla="*/ 51595 h 83125"/>
                <a:gd name="csX191" fmla="*/ 118955 w 160516"/>
                <a:gd name="csY191" fmla="*/ 51117 h 83125"/>
                <a:gd name="csX192" fmla="*/ 119432 w 160516"/>
                <a:gd name="csY192" fmla="*/ 49684 h 83125"/>
                <a:gd name="csX193" fmla="*/ 119432 w 160516"/>
                <a:gd name="csY193" fmla="*/ 47773 h 83125"/>
                <a:gd name="csX194" fmla="*/ 120388 w 160516"/>
                <a:gd name="csY194" fmla="*/ 47295 h 83125"/>
                <a:gd name="csX195" fmla="*/ 121343 w 160516"/>
                <a:gd name="csY195" fmla="*/ 47773 h 83125"/>
                <a:gd name="csX196" fmla="*/ 122299 w 160516"/>
                <a:gd name="csY196" fmla="*/ 49206 h 83125"/>
                <a:gd name="csX197" fmla="*/ 124210 w 160516"/>
                <a:gd name="csY197" fmla="*/ 50639 h 83125"/>
                <a:gd name="csX198" fmla="*/ 126121 w 160516"/>
                <a:gd name="csY198" fmla="*/ 51117 h 83125"/>
                <a:gd name="csX199" fmla="*/ 127554 w 160516"/>
                <a:gd name="csY199" fmla="*/ 50639 h 83125"/>
                <a:gd name="csX200" fmla="*/ 128031 w 160516"/>
                <a:gd name="csY200" fmla="*/ 50162 h 83125"/>
                <a:gd name="csX201" fmla="*/ 128987 w 160516"/>
                <a:gd name="csY201" fmla="*/ 47773 h 83125"/>
                <a:gd name="csX202" fmla="*/ 129942 w 160516"/>
                <a:gd name="csY202" fmla="*/ 47295 h 83125"/>
                <a:gd name="csX203" fmla="*/ 131376 w 160516"/>
                <a:gd name="csY203" fmla="*/ 47773 h 83125"/>
                <a:gd name="csX204" fmla="*/ 131376 w 160516"/>
                <a:gd name="csY204" fmla="*/ 47773 h 83125"/>
                <a:gd name="csX205" fmla="*/ 132331 w 160516"/>
                <a:gd name="csY205" fmla="*/ 48251 h 83125"/>
                <a:gd name="csX206" fmla="*/ 132808 w 160516"/>
                <a:gd name="csY206" fmla="*/ 49206 h 83125"/>
                <a:gd name="csX207" fmla="*/ 134719 w 160516"/>
                <a:gd name="csY207" fmla="*/ 49684 h 83125"/>
                <a:gd name="csX208" fmla="*/ 136153 w 160516"/>
                <a:gd name="csY208" fmla="*/ 50162 h 83125"/>
                <a:gd name="csX209" fmla="*/ 138064 w 160516"/>
                <a:gd name="csY209" fmla="*/ 51117 h 83125"/>
                <a:gd name="csX210" fmla="*/ 140453 w 160516"/>
                <a:gd name="csY210" fmla="*/ 53028 h 83125"/>
                <a:gd name="csX211" fmla="*/ 143319 w 160516"/>
                <a:gd name="csY211" fmla="*/ 53028 h 83125"/>
                <a:gd name="csX212" fmla="*/ 147140 w 160516"/>
                <a:gd name="csY212" fmla="*/ 53028 h 83125"/>
                <a:gd name="csX213" fmla="*/ 148574 w 160516"/>
                <a:gd name="csY213" fmla="*/ 53028 h 83125"/>
                <a:gd name="csX214" fmla="*/ 150007 w 160516"/>
                <a:gd name="csY214" fmla="*/ 53506 h 83125"/>
                <a:gd name="csX215" fmla="*/ 151440 w 160516"/>
                <a:gd name="csY215" fmla="*/ 53028 h 83125"/>
                <a:gd name="csX216" fmla="*/ 154784 w 160516"/>
                <a:gd name="csY216" fmla="*/ 52073 h 83125"/>
                <a:gd name="csX217" fmla="*/ 156217 w 160516"/>
                <a:gd name="csY217" fmla="*/ 51595 h 83125"/>
                <a:gd name="csX218" fmla="*/ 158128 w 160516"/>
                <a:gd name="csY218" fmla="*/ 52073 h 83125"/>
                <a:gd name="csX219" fmla="*/ 159562 w 160516"/>
                <a:gd name="csY219" fmla="*/ 52073 h 83125"/>
                <a:gd name="csX220" fmla="*/ 160517 w 160516"/>
                <a:gd name="csY220" fmla="*/ 52550 h 83125"/>
                <a:gd name="csX221" fmla="*/ 160517 w 160516"/>
                <a:gd name="csY221" fmla="*/ 53506 h 83125"/>
                <a:gd name="csX222" fmla="*/ 160517 w 160516"/>
                <a:gd name="csY222" fmla="*/ 54461 h 83125"/>
                <a:gd name="csX223" fmla="*/ 159562 w 160516"/>
                <a:gd name="csY223" fmla="*/ 56850 h 83125"/>
                <a:gd name="csX224" fmla="*/ 158606 w 160516"/>
                <a:gd name="csY224" fmla="*/ 58283 h 83125"/>
                <a:gd name="csX225" fmla="*/ 158606 w 160516"/>
                <a:gd name="csY225" fmla="*/ 58283 h 83125"/>
                <a:gd name="csX226" fmla="*/ 158128 w 160516"/>
                <a:gd name="csY226" fmla="*/ 61627 h 83125"/>
                <a:gd name="csX227" fmla="*/ 157173 w 160516"/>
                <a:gd name="csY227" fmla="*/ 67360 h 83125"/>
                <a:gd name="csX228" fmla="*/ 157173 w 160516"/>
                <a:gd name="csY228" fmla="*/ 68316 h 83125"/>
                <a:gd name="csX229" fmla="*/ 159562 w 160516"/>
                <a:gd name="csY229" fmla="*/ 71659 h 83125"/>
                <a:gd name="csX230" fmla="*/ 160517 w 160516"/>
                <a:gd name="csY230" fmla="*/ 74048 h 83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</a:cxnLst>
              <a:rect l="l" t="t" r="r" b="b"/>
              <a:pathLst>
                <a:path w="160516" h="83125">
                  <a:moveTo>
                    <a:pt x="160517" y="74048"/>
                  </a:moveTo>
                  <a:lnTo>
                    <a:pt x="160517" y="75481"/>
                  </a:lnTo>
                  <a:lnTo>
                    <a:pt x="159562" y="78348"/>
                  </a:lnTo>
                  <a:lnTo>
                    <a:pt x="158606" y="81692"/>
                  </a:lnTo>
                  <a:lnTo>
                    <a:pt x="158128" y="82170"/>
                  </a:lnTo>
                  <a:lnTo>
                    <a:pt x="157651" y="82647"/>
                  </a:lnTo>
                  <a:lnTo>
                    <a:pt x="156695" y="82170"/>
                  </a:lnTo>
                  <a:lnTo>
                    <a:pt x="154306" y="81214"/>
                  </a:lnTo>
                  <a:lnTo>
                    <a:pt x="152396" y="81692"/>
                  </a:lnTo>
                  <a:lnTo>
                    <a:pt x="150007" y="82170"/>
                  </a:lnTo>
                  <a:lnTo>
                    <a:pt x="148096" y="82170"/>
                  </a:lnTo>
                  <a:lnTo>
                    <a:pt x="147619" y="82170"/>
                  </a:lnTo>
                  <a:lnTo>
                    <a:pt x="145707" y="81692"/>
                  </a:lnTo>
                  <a:lnTo>
                    <a:pt x="143319" y="83125"/>
                  </a:lnTo>
                  <a:lnTo>
                    <a:pt x="140930" y="82170"/>
                  </a:lnTo>
                  <a:lnTo>
                    <a:pt x="139497" y="81214"/>
                  </a:lnTo>
                  <a:lnTo>
                    <a:pt x="138542" y="79303"/>
                  </a:lnTo>
                  <a:lnTo>
                    <a:pt x="138064" y="78825"/>
                  </a:lnTo>
                  <a:lnTo>
                    <a:pt x="132808" y="81214"/>
                  </a:lnTo>
                  <a:lnTo>
                    <a:pt x="131853" y="81214"/>
                  </a:lnTo>
                  <a:lnTo>
                    <a:pt x="128509" y="80259"/>
                  </a:lnTo>
                  <a:lnTo>
                    <a:pt x="128509" y="80259"/>
                  </a:lnTo>
                  <a:lnTo>
                    <a:pt x="126121" y="78825"/>
                  </a:lnTo>
                  <a:lnTo>
                    <a:pt x="125165" y="78348"/>
                  </a:lnTo>
                  <a:lnTo>
                    <a:pt x="122776" y="77870"/>
                  </a:lnTo>
                  <a:lnTo>
                    <a:pt x="120388" y="77870"/>
                  </a:lnTo>
                  <a:lnTo>
                    <a:pt x="118955" y="77392"/>
                  </a:lnTo>
                  <a:lnTo>
                    <a:pt x="117999" y="76915"/>
                  </a:lnTo>
                  <a:lnTo>
                    <a:pt x="115133" y="77870"/>
                  </a:lnTo>
                  <a:lnTo>
                    <a:pt x="113699" y="77870"/>
                  </a:lnTo>
                  <a:lnTo>
                    <a:pt x="112744" y="77392"/>
                  </a:lnTo>
                  <a:lnTo>
                    <a:pt x="112266" y="75959"/>
                  </a:lnTo>
                  <a:lnTo>
                    <a:pt x="111789" y="74526"/>
                  </a:lnTo>
                  <a:lnTo>
                    <a:pt x="111789" y="74526"/>
                  </a:lnTo>
                  <a:lnTo>
                    <a:pt x="111789" y="74526"/>
                  </a:lnTo>
                  <a:lnTo>
                    <a:pt x="110833" y="73570"/>
                  </a:lnTo>
                  <a:lnTo>
                    <a:pt x="109400" y="73093"/>
                  </a:lnTo>
                  <a:lnTo>
                    <a:pt x="107012" y="74048"/>
                  </a:lnTo>
                  <a:lnTo>
                    <a:pt x="103667" y="75004"/>
                  </a:lnTo>
                  <a:lnTo>
                    <a:pt x="102712" y="75004"/>
                  </a:lnTo>
                  <a:lnTo>
                    <a:pt x="101756" y="74526"/>
                  </a:lnTo>
                  <a:lnTo>
                    <a:pt x="101278" y="74526"/>
                  </a:lnTo>
                  <a:lnTo>
                    <a:pt x="101278" y="74526"/>
                  </a:lnTo>
                  <a:lnTo>
                    <a:pt x="100801" y="73093"/>
                  </a:lnTo>
                  <a:lnTo>
                    <a:pt x="100801" y="73093"/>
                  </a:lnTo>
                  <a:lnTo>
                    <a:pt x="100323" y="72615"/>
                  </a:lnTo>
                  <a:lnTo>
                    <a:pt x="99846" y="72615"/>
                  </a:lnTo>
                  <a:lnTo>
                    <a:pt x="98412" y="72615"/>
                  </a:lnTo>
                  <a:lnTo>
                    <a:pt x="96501" y="71659"/>
                  </a:lnTo>
                  <a:lnTo>
                    <a:pt x="91724" y="69271"/>
                  </a:lnTo>
                  <a:lnTo>
                    <a:pt x="91246" y="68316"/>
                  </a:lnTo>
                  <a:lnTo>
                    <a:pt x="91246" y="65927"/>
                  </a:lnTo>
                  <a:lnTo>
                    <a:pt x="90769" y="64971"/>
                  </a:lnTo>
                  <a:lnTo>
                    <a:pt x="90291" y="64016"/>
                  </a:lnTo>
                  <a:lnTo>
                    <a:pt x="87902" y="63060"/>
                  </a:lnTo>
                  <a:lnTo>
                    <a:pt x="82647" y="61150"/>
                  </a:lnTo>
                  <a:lnTo>
                    <a:pt x="79781" y="60194"/>
                  </a:lnTo>
                  <a:lnTo>
                    <a:pt x="78825" y="60672"/>
                  </a:lnTo>
                  <a:lnTo>
                    <a:pt x="75959" y="61150"/>
                  </a:lnTo>
                  <a:lnTo>
                    <a:pt x="75003" y="62105"/>
                  </a:lnTo>
                  <a:lnTo>
                    <a:pt x="74526" y="62105"/>
                  </a:lnTo>
                  <a:lnTo>
                    <a:pt x="73092" y="62105"/>
                  </a:lnTo>
                  <a:lnTo>
                    <a:pt x="69271" y="60672"/>
                  </a:lnTo>
                  <a:lnTo>
                    <a:pt x="67360" y="60672"/>
                  </a:lnTo>
                  <a:lnTo>
                    <a:pt x="65926" y="61150"/>
                  </a:lnTo>
                  <a:lnTo>
                    <a:pt x="65926" y="61150"/>
                  </a:lnTo>
                  <a:lnTo>
                    <a:pt x="65449" y="61627"/>
                  </a:lnTo>
                  <a:lnTo>
                    <a:pt x="64016" y="62583"/>
                  </a:lnTo>
                  <a:lnTo>
                    <a:pt x="63060" y="62105"/>
                  </a:lnTo>
                  <a:lnTo>
                    <a:pt x="62582" y="61627"/>
                  </a:lnTo>
                  <a:lnTo>
                    <a:pt x="59716" y="61150"/>
                  </a:lnTo>
                  <a:lnTo>
                    <a:pt x="56850" y="60194"/>
                  </a:lnTo>
                  <a:lnTo>
                    <a:pt x="53028" y="59239"/>
                  </a:lnTo>
                  <a:lnTo>
                    <a:pt x="52550" y="57805"/>
                  </a:lnTo>
                  <a:lnTo>
                    <a:pt x="52073" y="56372"/>
                  </a:lnTo>
                  <a:lnTo>
                    <a:pt x="51117" y="55894"/>
                  </a:lnTo>
                  <a:lnTo>
                    <a:pt x="51117" y="55894"/>
                  </a:lnTo>
                  <a:lnTo>
                    <a:pt x="47295" y="56372"/>
                  </a:lnTo>
                  <a:lnTo>
                    <a:pt x="44428" y="54461"/>
                  </a:lnTo>
                  <a:lnTo>
                    <a:pt x="40607" y="52550"/>
                  </a:lnTo>
                  <a:lnTo>
                    <a:pt x="39174" y="51595"/>
                  </a:lnTo>
                  <a:lnTo>
                    <a:pt x="39174" y="51595"/>
                  </a:lnTo>
                  <a:lnTo>
                    <a:pt x="38218" y="51117"/>
                  </a:lnTo>
                  <a:lnTo>
                    <a:pt x="37263" y="51595"/>
                  </a:lnTo>
                  <a:lnTo>
                    <a:pt x="36307" y="52073"/>
                  </a:lnTo>
                  <a:lnTo>
                    <a:pt x="35352" y="52073"/>
                  </a:lnTo>
                  <a:lnTo>
                    <a:pt x="33919" y="51117"/>
                  </a:lnTo>
                  <a:lnTo>
                    <a:pt x="31052" y="50162"/>
                  </a:lnTo>
                  <a:lnTo>
                    <a:pt x="28186" y="48251"/>
                  </a:lnTo>
                  <a:lnTo>
                    <a:pt x="24842" y="45862"/>
                  </a:lnTo>
                  <a:lnTo>
                    <a:pt x="23409" y="44429"/>
                  </a:lnTo>
                  <a:lnTo>
                    <a:pt x="22931" y="43474"/>
                  </a:lnTo>
                  <a:lnTo>
                    <a:pt x="22931" y="43474"/>
                  </a:lnTo>
                  <a:lnTo>
                    <a:pt x="21975" y="42518"/>
                  </a:lnTo>
                  <a:lnTo>
                    <a:pt x="21975" y="42518"/>
                  </a:lnTo>
                  <a:lnTo>
                    <a:pt x="19109" y="41085"/>
                  </a:lnTo>
                  <a:lnTo>
                    <a:pt x="16721" y="40129"/>
                  </a:lnTo>
                  <a:lnTo>
                    <a:pt x="13854" y="38696"/>
                  </a:lnTo>
                  <a:lnTo>
                    <a:pt x="13376" y="38218"/>
                  </a:lnTo>
                  <a:lnTo>
                    <a:pt x="11943" y="37263"/>
                  </a:lnTo>
                  <a:lnTo>
                    <a:pt x="10510" y="36308"/>
                  </a:lnTo>
                  <a:lnTo>
                    <a:pt x="9077" y="35830"/>
                  </a:lnTo>
                  <a:lnTo>
                    <a:pt x="8599" y="36308"/>
                  </a:lnTo>
                  <a:lnTo>
                    <a:pt x="8121" y="37263"/>
                  </a:lnTo>
                  <a:lnTo>
                    <a:pt x="7166" y="36785"/>
                  </a:lnTo>
                  <a:lnTo>
                    <a:pt x="5255" y="35830"/>
                  </a:lnTo>
                  <a:lnTo>
                    <a:pt x="3344" y="34874"/>
                  </a:lnTo>
                  <a:lnTo>
                    <a:pt x="1911" y="33441"/>
                  </a:lnTo>
                  <a:lnTo>
                    <a:pt x="0" y="32486"/>
                  </a:lnTo>
                  <a:lnTo>
                    <a:pt x="0" y="31530"/>
                  </a:lnTo>
                  <a:lnTo>
                    <a:pt x="478" y="29142"/>
                  </a:lnTo>
                  <a:lnTo>
                    <a:pt x="1433" y="26753"/>
                  </a:lnTo>
                  <a:lnTo>
                    <a:pt x="2389" y="26275"/>
                  </a:lnTo>
                  <a:lnTo>
                    <a:pt x="3344" y="24842"/>
                  </a:lnTo>
                  <a:lnTo>
                    <a:pt x="3821" y="22453"/>
                  </a:lnTo>
                  <a:lnTo>
                    <a:pt x="3821" y="20065"/>
                  </a:lnTo>
                  <a:lnTo>
                    <a:pt x="5255" y="17198"/>
                  </a:lnTo>
                  <a:lnTo>
                    <a:pt x="6688" y="13854"/>
                  </a:lnTo>
                  <a:lnTo>
                    <a:pt x="9555" y="10032"/>
                  </a:lnTo>
                  <a:lnTo>
                    <a:pt x="10987" y="9077"/>
                  </a:lnTo>
                  <a:lnTo>
                    <a:pt x="12421" y="8121"/>
                  </a:lnTo>
                  <a:lnTo>
                    <a:pt x="12421" y="8121"/>
                  </a:lnTo>
                  <a:lnTo>
                    <a:pt x="15287" y="5733"/>
                  </a:lnTo>
                  <a:lnTo>
                    <a:pt x="15765" y="5255"/>
                  </a:lnTo>
                  <a:lnTo>
                    <a:pt x="16721" y="4777"/>
                  </a:lnTo>
                  <a:lnTo>
                    <a:pt x="18153" y="4300"/>
                  </a:lnTo>
                  <a:lnTo>
                    <a:pt x="18632" y="4777"/>
                  </a:lnTo>
                  <a:lnTo>
                    <a:pt x="19587" y="6211"/>
                  </a:lnTo>
                  <a:lnTo>
                    <a:pt x="20542" y="6688"/>
                  </a:lnTo>
                  <a:lnTo>
                    <a:pt x="21020" y="7166"/>
                  </a:lnTo>
                  <a:lnTo>
                    <a:pt x="21020" y="7644"/>
                  </a:lnTo>
                  <a:lnTo>
                    <a:pt x="21975" y="7166"/>
                  </a:lnTo>
                  <a:lnTo>
                    <a:pt x="22453" y="7166"/>
                  </a:lnTo>
                  <a:lnTo>
                    <a:pt x="23886" y="6211"/>
                  </a:lnTo>
                  <a:lnTo>
                    <a:pt x="23886" y="6211"/>
                  </a:lnTo>
                  <a:lnTo>
                    <a:pt x="26753" y="956"/>
                  </a:lnTo>
                  <a:lnTo>
                    <a:pt x="31530" y="0"/>
                  </a:lnTo>
                  <a:lnTo>
                    <a:pt x="35830" y="478"/>
                  </a:lnTo>
                  <a:lnTo>
                    <a:pt x="36307" y="478"/>
                  </a:lnTo>
                  <a:lnTo>
                    <a:pt x="39174" y="1433"/>
                  </a:lnTo>
                  <a:lnTo>
                    <a:pt x="39651" y="1911"/>
                  </a:lnTo>
                  <a:lnTo>
                    <a:pt x="40607" y="2867"/>
                  </a:lnTo>
                  <a:lnTo>
                    <a:pt x="41085" y="4777"/>
                  </a:lnTo>
                  <a:lnTo>
                    <a:pt x="41562" y="5733"/>
                  </a:lnTo>
                  <a:lnTo>
                    <a:pt x="41562" y="5733"/>
                  </a:lnTo>
                  <a:lnTo>
                    <a:pt x="42996" y="6688"/>
                  </a:lnTo>
                  <a:lnTo>
                    <a:pt x="48251" y="9555"/>
                  </a:lnTo>
                  <a:lnTo>
                    <a:pt x="51117" y="11943"/>
                  </a:lnTo>
                  <a:lnTo>
                    <a:pt x="53028" y="12899"/>
                  </a:lnTo>
                  <a:lnTo>
                    <a:pt x="55416" y="14810"/>
                  </a:lnTo>
                  <a:lnTo>
                    <a:pt x="58760" y="16243"/>
                  </a:lnTo>
                  <a:lnTo>
                    <a:pt x="61627" y="16243"/>
                  </a:lnTo>
                  <a:lnTo>
                    <a:pt x="63060" y="17676"/>
                  </a:lnTo>
                  <a:lnTo>
                    <a:pt x="65449" y="20065"/>
                  </a:lnTo>
                  <a:lnTo>
                    <a:pt x="67360" y="22453"/>
                  </a:lnTo>
                  <a:lnTo>
                    <a:pt x="69748" y="25320"/>
                  </a:lnTo>
                  <a:lnTo>
                    <a:pt x="71659" y="25320"/>
                  </a:lnTo>
                  <a:lnTo>
                    <a:pt x="74048" y="24364"/>
                  </a:lnTo>
                  <a:lnTo>
                    <a:pt x="76914" y="23409"/>
                  </a:lnTo>
                  <a:lnTo>
                    <a:pt x="78825" y="23886"/>
                  </a:lnTo>
                  <a:lnTo>
                    <a:pt x="80258" y="24364"/>
                  </a:lnTo>
                  <a:lnTo>
                    <a:pt x="80736" y="25798"/>
                  </a:lnTo>
                  <a:lnTo>
                    <a:pt x="81692" y="28186"/>
                  </a:lnTo>
                  <a:lnTo>
                    <a:pt x="82647" y="31052"/>
                  </a:lnTo>
                  <a:lnTo>
                    <a:pt x="84558" y="31530"/>
                  </a:lnTo>
                  <a:lnTo>
                    <a:pt x="85514" y="32486"/>
                  </a:lnTo>
                  <a:lnTo>
                    <a:pt x="86469" y="32963"/>
                  </a:lnTo>
                  <a:lnTo>
                    <a:pt x="87424" y="33919"/>
                  </a:lnTo>
                  <a:lnTo>
                    <a:pt x="91246" y="35830"/>
                  </a:lnTo>
                  <a:lnTo>
                    <a:pt x="91724" y="36785"/>
                  </a:lnTo>
                  <a:lnTo>
                    <a:pt x="91724" y="36785"/>
                  </a:lnTo>
                  <a:lnTo>
                    <a:pt x="92201" y="37263"/>
                  </a:lnTo>
                  <a:lnTo>
                    <a:pt x="93157" y="37741"/>
                  </a:lnTo>
                  <a:lnTo>
                    <a:pt x="94112" y="38218"/>
                  </a:lnTo>
                  <a:lnTo>
                    <a:pt x="95068" y="38218"/>
                  </a:lnTo>
                  <a:lnTo>
                    <a:pt x="99367" y="36785"/>
                  </a:lnTo>
                  <a:lnTo>
                    <a:pt x="100323" y="37263"/>
                  </a:lnTo>
                  <a:lnTo>
                    <a:pt x="101278" y="37263"/>
                  </a:lnTo>
                  <a:lnTo>
                    <a:pt x="101278" y="37741"/>
                  </a:lnTo>
                  <a:lnTo>
                    <a:pt x="100323" y="39652"/>
                  </a:lnTo>
                  <a:lnTo>
                    <a:pt x="99846" y="42040"/>
                  </a:lnTo>
                  <a:lnTo>
                    <a:pt x="100323" y="42996"/>
                  </a:lnTo>
                  <a:lnTo>
                    <a:pt x="100323" y="42996"/>
                  </a:lnTo>
                  <a:lnTo>
                    <a:pt x="102234" y="43474"/>
                  </a:lnTo>
                  <a:lnTo>
                    <a:pt x="106056" y="43951"/>
                  </a:lnTo>
                  <a:lnTo>
                    <a:pt x="111311" y="43951"/>
                  </a:lnTo>
                  <a:lnTo>
                    <a:pt x="113222" y="44907"/>
                  </a:lnTo>
                  <a:lnTo>
                    <a:pt x="114655" y="46818"/>
                  </a:lnTo>
                  <a:lnTo>
                    <a:pt x="116088" y="49684"/>
                  </a:lnTo>
                  <a:lnTo>
                    <a:pt x="117044" y="51117"/>
                  </a:lnTo>
                  <a:lnTo>
                    <a:pt x="117521" y="51595"/>
                  </a:lnTo>
                  <a:lnTo>
                    <a:pt x="118955" y="51117"/>
                  </a:lnTo>
                  <a:lnTo>
                    <a:pt x="119432" y="49684"/>
                  </a:lnTo>
                  <a:lnTo>
                    <a:pt x="119432" y="47773"/>
                  </a:lnTo>
                  <a:lnTo>
                    <a:pt x="120388" y="47295"/>
                  </a:lnTo>
                  <a:lnTo>
                    <a:pt x="121343" y="47773"/>
                  </a:lnTo>
                  <a:lnTo>
                    <a:pt x="122299" y="49206"/>
                  </a:lnTo>
                  <a:lnTo>
                    <a:pt x="124210" y="50639"/>
                  </a:lnTo>
                  <a:lnTo>
                    <a:pt x="126121" y="51117"/>
                  </a:lnTo>
                  <a:lnTo>
                    <a:pt x="127554" y="50639"/>
                  </a:lnTo>
                  <a:lnTo>
                    <a:pt x="128031" y="50162"/>
                  </a:lnTo>
                  <a:lnTo>
                    <a:pt x="128987" y="47773"/>
                  </a:lnTo>
                  <a:lnTo>
                    <a:pt x="129942" y="47295"/>
                  </a:lnTo>
                  <a:lnTo>
                    <a:pt x="131376" y="47773"/>
                  </a:lnTo>
                  <a:lnTo>
                    <a:pt x="131376" y="47773"/>
                  </a:lnTo>
                  <a:lnTo>
                    <a:pt x="132331" y="48251"/>
                  </a:lnTo>
                  <a:lnTo>
                    <a:pt x="132808" y="49206"/>
                  </a:lnTo>
                  <a:lnTo>
                    <a:pt x="134719" y="49684"/>
                  </a:lnTo>
                  <a:lnTo>
                    <a:pt x="136153" y="50162"/>
                  </a:lnTo>
                  <a:lnTo>
                    <a:pt x="138064" y="51117"/>
                  </a:lnTo>
                  <a:lnTo>
                    <a:pt x="140453" y="53028"/>
                  </a:lnTo>
                  <a:lnTo>
                    <a:pt x="143319" y="53028"/>
                  </a:lnTo>
                  <a:lnTo>
                    <a:pt x="147140" y="53028"/>
                  </a:lnTo>
                  <a:lnTo>
                    <a:pt x="148574" y="53028"/>
                  </a:lnTo>
                  <a:lnTo>
                    <a:pt x="150007" y="53506"/>
                  </a:lnTo>
                  <a:lnTo>
                    <a:pt x="151440" y="53028"/>
                  </a:lnTo>
                  <a:lnTo>
                    <a:pt x="154784" y="52073"/>
                  </a:lnTo>
                  <a:lnTo>
                    <a:pt x="156217" y="51595"/>
                  </a:lnTo>
                  <a:lnTo>
                    <a:pt x="158128" y="52073"/>
                  </a:lnTo>
                  <a:lnTo>
                    <a:pt x="159562" y="52073"/>
                  </a:lnTo>
                  <a:lnTo>
                    <a:pt x="160517" y="52550"/>
                  </a:lnTo>
                  <a:lnTo>
                    <a:pt x="160517" y="53506"/>
                  </a:lnTo>
                  <a:lnTo>
                    <a:pt x="160517" y="54461"/>
                  </a:lnTo>
                  <a:lnTo>
                    <a:pt x="159562" y="56850"/>
                  </a:lnTo>
                  <a:lnTo>
                    <a:pt x="158606" y="58283"/>
                  </a:lnTo>
                  <a:lnTo>
                    <a:pt x="158606" y="58283"/>
                  </a:lnTo>
                  <a:lnTo>
                    <a:pt x="158128" y="61627"/>
                  </a:lnTo>
                  <a:lnTo>
                    <a:pt x="157173" y="67360"/>
                  </a:lnTo>
                  <a:lnTo>
                    <a:pt x="157173" y="68316"/>
                  </a:lnTo>
                  <a:lnTo>
                    <a:pt x="159562" y="71659"/>
                  </a:lnTo>
                  <a:lnTo>
                    <a:pt x="160517" y="7404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9" name="Freeform 978">
              <a:extLst>
                <a:ext uri="{FF2B5EF4-FFF2-40B4-BE49-F238E27FC236}">
                  <a16:creationId xmlns:a16="http://schemas.microsoft.com/office/drawing/2014/main" id="{8F203B8D-40CF-4E19-25A4-A2B67A1EB010}"/>
                </a:ext>
              </a:extLst>
            </p:cNvPr>
            <p:cNvSpPr/>
            <p:nvPr/>
          </p:nvSpPr>
          <p:spPr>
            <a:xfrm>
              <a:off x="7629033" y="4232802"/>
              <a:ext cx="2866" cy="7165"/>
            </a:xfrm>
            <a:custGeom>
              <a:avLst/>
              <a:gdLst>
                <a:gd name="csX0" fmla="*/ 2866 w 2866"/>
                <a:gd name="csY0" fmla="*/ 0 h 7165"/>
                <a:gd name="csX1" fmla="*/ 1911 w 2866"/>
                <a:gd name="csY1" fmla="*/ 2866 h 7165"/>
                <a:gd name="csX2" fmla="*/ 955 w 2866"/>
                <a:gd name="csY2" fmla="*/ 6210 h 7165"/>
                <a:gd name="csX3" fmla="*/ 478 w 2866"/>
                <a:gd name="csY3" fmla="*/ 6688 h 7165"/>
                <a:gd name="csX4" fmla="*/ 0 w 2866"/>
                <a:gd name="csY4" fmla="*/ 7166 h 7165"/>
                <a:gd name="csX5" fmla="*/ 478 w 2866"/>
                <a:gd name="csY5" fmla="*/ 6688 h 7165"/>
                <a:gd name="csX6" fmla="*/ 955 w 2866"/>
                <a:gd name="csY6" fmla="*/ 6210 h 7165"/>
                <a:gd name="csX7" fmla="*/ 1911 w 2866"/>
                <a:gd name="csY7" fmla="*/ 2866 h 7165"/>
                <a:gd name="csX8" fmla="*/ 2866 w 2866"/>
                <a:gd name="csY8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7165">
                  <a:moveTo>
                    <a:pt x="2866" y="0"/>
                  </a:moveTo>
                  <a:lnTo>
                    <a:pt x="1911" y="2866"/>
                  </a:lnTo>
                  <a:lnTo>
                    <a:pt x="955" y="6210"/>
                  </a:lnTo>
                  <a:lnTo>
                    <a:pt x="478" y="6688"/>
                  </a:lnTo>
                  <a:lnTo>
                    <a:pt x="0" y="7166"/>
                  </a:lnTo>
                  <a:lnTo>
                    <a:pt x="478" y="6688"/>
                  </a:lnTo>
                  <a:lnTo>
                    <a:pt x="955" y="6210"/>
                  </a:lnTo>
                  <a:lnTo>
                    <a:pt x="1911" y="2866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0" name="Freeform 979">
              <a:extLst>
                <a:ext uri="{FF2B5EF4-FFF2-40B4-BE49-F238E27FC236}">
                  <a16:creationId xmlns:a16="http://schemas.microsoft.com/office/drawing/2014/main" id="{F0697DDC-E8EC-FE37-59DC-86C9F84C133E}"/>
                </a:ext>
              </a:extLst>
            </p:cNvPr>
            <p:cNvSpPr/>
            <p:nvPr/>
          </p:nvSpPr>
          <p:spPr>
            <a:xfrm>
              <a:off x="7629988" y="4211782"/>
              <a:ext cx="1911" cy="3821"/>
            </a:xfrm>
            <a:custGeom>
              <a:avLst/>
              <a:gdLst>
                <a:gd name="csX0" fmla="*/ 1911 w 1911"/>
                <a:gd name="csY0" fmla="*/ 0 h 3821"/>
                <a:gd name="csX1" fmla="*/ 956 w 1911"/>
                <a:gd name="csY1" fmla="*/ 2389 h 3821"/>
                <a:gd name="csX2" fmla="*/ 0 w 1911"/>
                <a:gd name="csY2" fmla="*/ 3822 h 3821"/>
                <a:gd name="csX3" fmla="*/ 956 w 1911"/>
                <a:gd name="csY3" fmla="*/ 2389 h 3821"/>
                <a:gd name="csX4" fmla="*/ 1911 w 1911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3821">
                  <a:moveTo>
                    <a:pt x="1911" y="0"/>
                  </a:moveTo>
                  <a:lnTo>
                    <a:pt x="956" y="2389"/>
                  </a:lnTo>
                  <a:lnTo>
                    <a:pt x="0" y="3822"/>
                  </a:lnTo>
                  <a:lnTo>
                    <a:pt x="956" y="2389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1" name="Freeform 980">
              <a:extLst>
                <a:ext uri="{FF2B5EF4-FFF2-40B4-BE49-F238E27FC236}">
                  <a16:creationId xmlns:a16="http://schemas.microsoft.com/office/drawing/2014/main" id="{710FD99A-D56A-0F47-1C8E-2046447EE5A5}"/>
                </a:ext>
              </a:extLst>
            </p:cNvPr>
            <p:cNvSpPr/>
            <p:nvPr/>
          </p:nvSpPr>
          <p:spPr>
            <a:xfrm>
              <a:off x="7628555" y="4215604"/>
              <a:ext cx="1432" cy="9076"/>
            </a:xfrm>
            <a:custGeom>
              <a:avLst/>
              <a:gdLst>
                <a:gd name="csX0" fmla="*/ 1433 w 1432"/>
                <a:gd name="csY0" fmla="*/ 0 h 9076"/>
                <a:gd name="csX1" fmla="*/ 955 w 1432"/>
                <a:gd name="csY1" fmla="*/ 3344 h 9076"/>
                <a:gd name="csX2" fmla="*/ 0 w 1432"/>
                <a:gd name="csY2" fmla="*/ 9077 h 9076"/>
                <a:gd name="csX3" fmla="*/ 955 w 1432"/>
                <a:gd name="csY3" fmla="*/ 3344 h 9076"/>
                <a:gd name="csX4" fmla="*/ 1433 w 1432"/>
                <a:gd name="csY4" fmla="*/ 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9076">
                  <a:moveTo>
                    <a:pt x="1433" y="0"/>
                  </a:moveTo>
                  <a:lnTo>
                    <a:pt x="955" y="3344"/>
                  </a:lnTo>
                  <a:lnTo>
                    <a:pt x="0" y="9077"/>
                  </a:lnTo>
                  <a:lnTo>
                    <a:pt x="955" y="3344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E2C997D9-9662-0532-338A-AB4445205891}"/>
                </a:ext>
              </a:extLst>
            </p:cNvPr>
            <p:cNvSpPr/>
            <p:nvPr/>
          </p:nvSpPr>
          <p:spPr>
            <a:xfrm>
              <a:off x="7629510" y="3721632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0 w 477"/>
                <a:gd name="csY2" fmla="*/ 0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3" name="Freeform 982">
              <a:extLst>
                <a:ext uri="{FF2B5EF4-FFF2-40B4-BE49-F238E27FC236}">
                  <a16:creationId xmlns:a16="http://schemas.microsoft.com/office/drawing/2014/main" id="{8ED1A194-DF4C-E0C1-9BDB-36EC040A2997}"/>
                </a:ext>
              </a:extLst>
            </p:cNvPr>
            <p:cNvSpPr/>
            <p:nvPr/>
          </p:nvSpPr>
          <p:spPr>
            <a:xfrm>
              <a:off x="7628555" y="3722587"/>
              <a:ext cx="1432" cy="2866"/>
            </a:xfrm>
            <a:custGeom>
              <a:avLst/>
              <a:gdLst>
                <a:gd name="csX0" fmla="*/ 1433 w 1432"/>
                <a:gd name="csY0" fmla="*/ 0 h 2866"/>
                <a:gd name="csX1" fmla="*/ 1433 w 1432"/>
                <a:gd name="csY1" fmla="*/ 955 h 2866"/>
                <a:gd name="csX2" fmla="*/ 478 w 1432"/>
                <a:gd name="csY2" fmla="*/ 1911 h 2866"/>
                <a:gd name="csX3" fmla="*/ 0 w 1432"/>
                <a:gd name="csY3" fmla="*/ 2866 h 2866"/>
                <a:gd name="csX4" fmla="*/ 478 w 1432"/>
                <a:gd name="csY4" fmla="*/ 1911 h 2866"/>
                <a:gd name="csX5" fmla="*/ 1433 w 1432"/>
                <a:gd name="csY5" fmla="*/ 955 h 2866"/>
                <a:gd name="csX6" fmla="*/ 1433 w 1432"/>
                <a:gd name="csY6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2866">
                  <a:moveTo>
                    <a:pt x="1433" y="0"/>
                  </a:moveTo>
                  <a:lnTo>
                    <a:pt x="1433" y="955"/>
                  </a:lnTo>
                  <a:lnTo>
                    <a:pt x="478" y="1911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1433" y="955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4" name="Freeform 983">
              <a:extLst>
                <a:ext uri="{FF2B5EF4-FFF2-40B4-BE49-F238E27FC236}">
                  <a16:creationId xmlns:a16="http://schemas.microsoft.com/office/drawing/2014/main" id="{940EDD2E-170E-99DF-63F9-309FD8304DED}"/>
                </a:ext>
              </a:extLst>
            </p:cNvPr>
            <p:cNvSpPr/>
            <p:nvPr/>
          </p:nvSpPr>
          <p:spPr>
            <a:xfrm>
              <a:off x="7628077" y="3725931"/>
              <a:ext cx="478" cy="955"/>
            </a:xfrm>
            <a:custGeom>
              <a:avLst/>
              <a:gdLst>
                <a:gd name="csX0" fmla="*/ 0 w 478"/>
                <a:gd name="csY0" fmla="*/ 0 h 955"/>
                <a:gd name="csX1" fmla="*/ 478 w 478"/>
                <a:gd name="csY1" fmla="*/ 956 h 955"/>
                <a:gd name="csX2" fmla="*/ 478 w 478"/>
                <a:gd name="csY2" fmla="*/ 956 h 955"/>
                <a:gd name="csX3" fmla="*/ 0 w 47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5" name="Freeform 984">
              <a:extLst>
                <a:ext uri="{FF2B5EF4-FFF2-40B4-BE49-F238E27FC236}">
                  <a16:creationId xmlns:a16="http://schemas.microsoft.com/office/drawing/2014/main" id="{64C18063-7B57-D1DA-3E44-2C6A0314594B}"/>
                </a:ext>
              </a:extLst>
            </p:cNvPr>
            <p:cNvSpPr/>
            <p:nvPr/>
          </p:nvSpPr>
          <p:spPr>
            <a:xfrm>
              <a:off x="7621389" y="4238535"/>
              <a:ext cx="6687" cy="955"/>
            </a:xfrm>
            <a:custGeom>
              <a:avLst/>
              <a:gdLst>
                <a:gd name="csX0" fmla="*/ 4299 w 6687"/>
                <a:gd name="csY0" fmla="*/ 0 h 955"/>
                <a:gd name="csX1" fmla="*/ 6688 w 6687"/>
                <a:gd name="csY1" fmla="*/ 956 h 955"/>
                <a:gd name="csX2" fmla="*/ 4299 w 6687"/>
                <a:gd name="csY2" fmla="*/ 0 h 955"/>
                <a:gd name="csX3" fmla="*/ 2389 w 6687"/>
                <a:gd name="csY3" fmla="*/ 478 h 955"/>
                <a:gd name="csX4" fmla="*/ 0 w 6687"/>
                <a:gd name="csY4" fmla="*/ 956 h 955"/>
                <a:gd name="csX5" fmla="*/ 2389 w 6687"/>
                <a:gd name="csY5" fmla="*/ 478 h 955"/>
                <a:gd name="csX6" fmla="*/ 4299 w 6687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7" h="955">
                  <a:moveTo>
                    <a:pt x="4299" y="0"/>
                  </a:moveTo>
                  <a:lnTo>
                    <a:pt x="6688" y="956"/>
                  </a:lnTo>
                  <a:lnTo>
                    <a:pt x="4299" y="0"/>
                  </a:lnTo>
                  <a:lnTo>
                    <a:pt x="2389" y="478"/>
                  </a:lnTo>
                  <a:lnTo>
                    <a:pt x="0" y="956"/>
                  </a:lnTo>
                  <a:lnTo>
                    <a:pt x="2389" y="478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6" name="Freeform 985">
              <a:extLst>
                <a:ext uri="{FF2B5EF4-FFF2-40B4-BE49-F238E27FC236}">
                  <a16:creationId xmlns:a16="http://schemas.microsoft.com/office/drawing/2014/main" id="{8CFE915E-532F-2C31-44BC-8816BFEB710D}"/>
                </a:ext>
              </a:extLst>
            </p:cNvPr>
            <p:cNvSpPr/>
            <p:nvPr/>
          </p:nvSpPr>
          <p:spPr>
            <a:xfrm>
              <a:off x="7625211" y="3709689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0 w 2388"/>
                <a:gd name="csY1" fmla="*/ 478 h 477"/>
                <a:gd name="csX2" fmla="*/ 0 w 2388"/>
                <a:gd name="csY2" fmla="*/ 0 h 477"/>
                <a:gd name="csX3" fmla="*/ 0 w 2388"/>
                <a:gd name="csY3" fmla="*/ 0 h 477"/>
                <a:gd name="csX4" fmla="*/ 2389 w 2388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7" name="Freeform 986">
              <a:extLst>
                <a:ext uri="{FF2B5EF4-FFF2-40B4-BE49-F238E27FC236}">
                  <a16:creationId xmlns:a16="http://schemas.microsoft.com/office/drawing/2014/main" id="{2681B6BA-C02F-7974-BCC0-57EB7384BB9C}"/>
                </a:ext>
              </a:extLst>
            </p:cNvPr>
            <p:cNvSpPr/>
            <p:nvPr/>
          </p:nvSpPr>
          <p:spPr>
            <a:xfrm>
              <a:off x="7614701" y="4239013"/>
              <a:ext cx="4299" cy="1433"/>
            </a:xfrm>
            <a:custGeom>
              <a:avLst/>
              <a:gdLst>
                <a:gd name="csX0" fmla="*/ 4300 w 4299"/>
                <a:gd name="csY0" fmla="*/ 478 h 1433"/>
                <a:gd name="csX1" fmla="*/ 2389 w 4299"/>
                <a:gd name="csY1" fmla="*/ 0 h 1433"/>
                <a:gd name="csX2" fmla="*/ 0 w 4299"/>
                <a:gd name="csY2" fmla="*/ 1433 h 1433"/>
                <a:gd name="csX3" fmla="*/ 2389 w 4299"/>
                <a:gd name="csY3" fmla="*/ 0 h 1433"/>
                <a:gd name="csX4" fmla="*/ 4300 w 4299"/>
                <a:gd name="csY4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433">
                  <a:moveTo>
                    <a:pt x="4300" y="478"/>
                  </a:moveTo>
                  <a:lnTo>
                    <a:pt x="2389" y="0"/>
                  </a:lnTo>
                  <a:lnTo>
                    <a:pt x="0" y="1433"/>
                  </a:lnTo>
                  <a:lnTo>
                    <a:pt x="2389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8" name="Freeform 987">
              <a:extLst>
                <a:ext uri="{FF2B5EF4-FFF2-40B4-BE49-F238E27FC236}">
                  <a16:creationId xmlns:a16="http://schemas.microsoft.com/office/drawing/2014/main" id="{DE43D1D2-F759-46DB-A2EF-AC32C219E777}"/>
                </a:ext>
              </a:extLst>
            </p:cNvPr>
            <p:cNvSpPr/>
            <p:nvPr/>
          </p:nvSpPr>
          <p:spPr>
            <a:xfrm>
              <a:off x="7611835" y="3707778"/>
              <a:ext cx="3821" cy="4299"/>
            </a:xfrm>
            <a:custGeom>
              <a:avLst/>
              <a:gdLst>
                <a:gd name="csX0" fmla="*/ 2866 w 3821"/>
                <a:gd name="csY0" fmla="*/ 2389 h 4299"/>
                <a:gd name="csX1" fmla="*/ 3821 w 3821"/>
                <a:gd name="csY1" fmla="*/ 4300 h 4299"/>
                <a:gd name="csX2" fmla="*/ 3344 w 3821"/>
                <a:gd name="csY2" fmla="*/ 4300 h 4299"/>
                <a:gd name="csX3" fmla="*/ 3344 w 3821"/>
                <a:gd name="csY3" fmla="*/ 4300 h 4299"/>
                <a:gd name="csX4" fmla="*/ 2866 w 3821"/>
                <a:gd name="csY4" fmla="*/ 2389 h 4299"/>
                <a:gd name="csX5" fmla="*/ 1910 w 3821"/>
                <a:gd name="csY5" fmla="*/ 478 h 4299"/>
                <a:gd name="csX6" fmla="*/ 0 w 3821"/>
                <a:gd name="csY6" fmla="*/ 0 h 4299"/>
                <a:gd name="csX7" fmla="*/ 1910 w 3821"/>
                <a:gd name="csY7" fmla="*/ 478 h 4299"/>
                <a:gd name="csX8" fmla="*/ 2866 w 3821"/>
                <a:gd name="csY8" fmla="*/ 238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4299">
                  <a:moveTo>
                    <a:pt x="2866" y="2389"/>
                  </a:moveTo>
                  <a:lnTo>
                    <a:pt x="3821" y="4300"/>
                  </a:lnTo>
                  <a:lnTo>
                    <a:pt x="3344" y="4300"/>
                  </a:lnTo>
                  <a:lnTo>
                    <a:pt x="3344" y="4300"/>
                  </a:lnTo>
                  <a:lnTo>
                    <a:pt x="2866" y="2389"/>
                  </a:lnTo>
                  <a:lnTo>
                    <a:pt x="1910" y="478"/>
                  </a:lnTo>
                  <a:lnTo>
                    <a:pt x="0" y="0"/>
                  </a:lnTo>
                  <a:lnTo>
                    <a:pt x="1910" y="478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76108EF9-6C82-81B1-CBD0-D84280B01B85}"/>
                </a:ext>
              </a:extLst>
            </p:cNvPr>
            <p:cNvSpPr/>
            <p:nvPr/>
          </p:nvSpPr>
          <p:spPr>
            <a:xfrm>
              <a:off x="6808293" y="3524807"/>
              <a:ext cx="806885" cy="404636"/>
            </a:xfrm>
            <a:custGeom>
              <a:avLst/>
              <a:gdLst>
                <a:gd name="csX0" fmla="*/ 806885 w 806885"/>
                <a:gd name="csY0" fmla="*/ 187270 h 404636"/>
                <a:gd name="csX1" fmla="*/ 805452 w 806885"/>
                <a:gd name="csY1" fmla="*/ 186792 h 404636"/>
                <a:gd name="csX2" fmla="*/ 801630 w 806885"/>
                <a:gd name="csY2" fmla="*/ 186314 h 404636"/>
                <a:gd name="csX3" fmla="*/ 799719 w 806885"/>
                <a:gd name="csY3" fmla="*/ 186792 h 404636"/>
                <a:gd name="csX4" fmla="*/ 798286 w 806885"/>
                <a:gd name="csY4" fmla="*/ 187270 h 404636"/>
                <a:gd name="csX5" fmla="*/ 796853 w 806885"/>
                <a:gd name="csY5" fmla="*/ 188225 h 404636"/>
                <a:gd name="csX6" fmla="*/ 795897 w 806885"/>
                <a:gd name="csY6" fmla="*/ 189181 h 404636"/>
                <a:gd name="csX7" fmla="*/ 795420 w 806885"/>
                <a:gd name="csY7" fmla="*/ 191092 h 404636"/>
                <a:gd name="csX8" fmla="*/ 795897 w 806885"/>
                <a:gd name="csY8" fmla="*/ 193480 h 404636"/>
                <a:gd name="csX9" fmla="*/ 794942 w 806885"/>
                <a:gd name="csY9" fmla="*/ 197780 h 404636"/>
                <a:gd name="csX10" fmla="*/ 793987 w 806885"/>
                <a:gd name="csY10" fmla="*/ 199691 h 404636"/>
                <a:gd name="csX11" fmla="*/ 791598 w 806885"/>
                <a:gd name="csY11" fmla="*/ 202557 h 404636"/>
                <a:gd name="csX12" fmla="*/ 790642 w 806885"/>
                <a:gd name="csY12" fmla="*/ 203035 h 404636"/>
                <a:gd name="csX13" fmla="*/ 788254 w 806885"/>
                <a:gd name="csY13" fmla="*/ 203513 h 404636"/>
                <a:gd name="csX14" fmla="*/ 786343 w 806885"/>
                <a:gd name="csY14" fmla="*/ 204468 h 404636"/>
                <a:gd name="csX15" fmla="*/ 782043 w 806885"/>
                <a:gd name="csY15" fmla="*/ 205424 h 404636"/>
                <a:gd name="csX16" fmla="*/ 777744 w 806885"/>
                <a:gd name="csY16" fmla="*/ 205901 h 404636"/>
                <a:gd name="csX17" fmla="*/ 775833 w 806885"/>
                <a:gd name="csY17" fmla="*/ 206379 h 404636"/>
                <a:gd name="csX18" fmla="*/ 775833 w 806885"/>
                <a:gd name="csY18" fmla="*/ 206379 h 404636"/>
                <a:gd name="csX19" fmla="*/ 774878 w 806885"/>
                <a:gd name="csY19" fmla="*/ 208290 h 404636"/>
                <a:gd name="csX20" fmla="*/ 773922 w 806885"/>
                <a:gd name="csY20" fmla="*/ 210201 h 404636"/>
                <a:gd name="csX21" fmla="*/ 773444 w 806885"/>
                <a:gd name="csY21" fmla="*/ 211634 h 404636"/>
                <a:gd name="csX22" fmla="*/ 772489 w 806885"/>
                <a:gd name="csY22" fmla="*/ 215456 h 404636"/>
                <a:gd name="csX23" fmla="*/ 771533 w 806885"/>
                <a:gd name="csY23" fmla="*/ 219278 h 404636"/>
                <a:gd name="csX24" fmla="*/ 772011 w 806885"/>
                <a:gd name="csY24" fmla="*/ 224055 h 404636"/>
                <a:gd name="csX25" fmla="*/ 772966 w 806885"/>
                <a:gd name="csY25" fmla="*/ 228832 h 404636"/>
                <a:gd name="csX26" fmla="*/ 772489 w 806885"/>
                <a:gd name="csY26" fmla="*/ 230743 h 404636"/>
                <a:gd name="csX27" fmla="*/ 773922 w 806885"/>
                <a:gd name="csY27" fmla="*/ 233132 h 404636"/>
                <a:gd name="csX28" fmla="*/ 774399 w 806885"/>
                <a:gd name="csY28" fmla="*/ 234565 h 404636"/>
                <a:gd name="csX29" fmla="*/ 773922 w 806885"/>
                <a:gd name="csY29" fmla="*/ 236954 h 404636"/>
                <a:gd name="csX30" fmla="*/ 772489 w 806885"/>
                <a:gd name="csY30" fmla="*/ 238865 h 404636"/>
                <a:gd name="csX31" fmla="*/ 771533 w 806885"/>
                <a:gd name="csY31" fmla="*/ 241253 h 404636"/>
                <a:gd name="csX32" fmla="*/ 770578 w 806885"/>
                <a:gd name="csY32" fmla="*/ 242209 h 404636"/>
                <a:gd name="csX33" fmla="*/ 768189 w 806885"/>
                <a:gd name="csY33" fmla="*/ 242687 h 404636"/>
                <a:gd name="csX34" fmla="*/ 765801 w 806885"/>
                <a:gd name="csY34" fmla="*/ 242687 h 404636"/>
                <a:gd name="csX35" fmla="*/ 763412 w 806885"/>
                <a:gd name="csY35" fmla="*/ 244598 h 404636"/>
                <a:gd name="csX36" fmla="*/ 761501 w 806885"/>
                <a:gd name="csY36" fmla="*/ 246031 h 404636"/>
                <a:gd name="csX37" fmla="*/ 758157 w 806885"/>
                <a:gd name="csY37" fmla="*/ 247941 h 404636"/>
                <a:gd name="csX38" fmla="*/ 756724 w 806885"/>
                <a:gd name="csY38" fmla="*/ 248419 h 404636"/>
                <a:gd name="csX39" fmla="*/ 756246 w 806885"/>
                <a:gd name="csY39" fmla="*/ 247464 h 404636"/>
                <a:gd name="csX40" fmla="*/ 755290 w 806885"/>
                <a:gd name="csY40" fmla="*/ 245553 h 404636"/>
                <a:gd name="csX41" fmla="*/ 754335 w 806885"/>
                <a:gd name="csY41" fmla="*/ 244598 h 404636"/>
                <a:gd name="csX42" fmla="*/ 752901 w 806885"/>
                <a:gd name="csY42" fmla="*/ 244598 h 404636"/>
                <a:gd name="csX43" fmla="*/ 751946 w 806885"/>
                <a:gd name="csY43" fmla="*/ 244598 h 404636"/>
                <a:gd name="csX44" fmla="*/ 748124 w 806885"/>
                <a:gd name="csY44" fmla="*/ 244120 h 404636"/>
                <a:gd name="csX45" fmla="*/ 745736 w 806885"/>
                <a:gd name="csY45" fmla="*/ 244120 h 404636"/>
                <a:gd name="csX46" fmla="*/ 743825 w 806885"/>
                <a:gd name="csY46" fmla="*/ 244598 h 404636"/>
                <a:gd name="csX47" fmla="*/ 741436 w 806885"/>
                <a:gd name="csY47" fmla="*/ 244598 h 404636"/>
                <a:gd name="csX48" fmla="*/ 738092 w 806885"/>
                <a:gd name="csY48" fmla="*/ 243642 h 404636"/>
                <a:gd name="csX49" fmla="*/ 735703 w 806885"/>
                <a:gd name="csY49" fmla="*/ 243164 h 404636"/>
                <a:gd name="csX50" fmla="*/ 733792 w 806885"/>
                <a:gd name="csY50" fmla="*/ 242687 h 404636"/>
                <a:gd name="csX51" fmla="*/ 729971 w 806885"/>
                <a:gd name="csY51" fmla="*/ 240775 h 404636"/>
                <a:gd name="csX52" fmla="*/ 725194 w 806885"/>
                <a:gd name="csY52" fmla="*/ 238865 h 404636"/>
                <a:gd name="csX53" fmla="*/ 723283 w 806885"/>
                <a:gd name="csY53" fmla="*/ 238387 h 404636"/>
                <a:gd name="csX54" fmla="*/ 721849 w 806885"/>
                <a:gd name="csY54" fmla="*/ 238865 h 404636"/>
                <a:gd name="csX55" fmla="*/ 721849 w 806885"/>
                <a:gd name="csY55" fmla="*/ 239820 h 404636"/>
                <a:gd name="csX56" fmla="*/ 721371 w 806885"/>
                <a:gd name="csY56" fmla="*/ 242687 h 404636"/>
                <a:gd name="csX57" fmla="*/ 720894 w 806885"/>
                <a:gd name="csY57" fmla="*/ 244598 h 404636"/>
                <a:gd name="csX58" fmla="*/ 717550 w 806885"/>
                <a:gd name="csY58" fmla="*/ 253674 h 404636"/>
                <a:gd name="csX59" fmla="*/ 715161 w 806885"/>
                <a:gd name="csY59" fmla="*/ 259885 h 404636"/>
                <a:gd name="csX60" fmla="*/ 712773 w 806885"/>
                <a:gd name="csY60" fmla="*/ 266095 h 404636"/>
                <a:gd name="csX61" fmla="*/ 711817 w 806885"/>
                <a:gd name="csY61" fmla="*/ 269917 h 404636"/>
                <a:gd name="csX62" fmla="*/ 709906 w 806885"/>
                <a:gd name="csY62" fmla="*/ 275172 h 404636"/>
                <a:gd name="csX63" fmla="*/ 708473 w 806885"/>
                <a:gd name="csY63" fmla="*/ 278516 h 404636"/>
                <a:gd name="csX64" fmla="*/ 707995 w 806885"/>
                <a:gd name="csY64" fmla="*/ 280905 h 404636"/>
                <a:gd name="csX65" fmla="*/ 707517 w 806885"/>
                <a:gd name="csY65" fmla="*/ 281382 h 404636"/>
                <a:gd name="csX66" fmla="*/ 707995 w 806885"/>
                <a:gd name="csY66" fmla="*/ 282816 h 404636"/>
                <a:gd name="csX67" fmla="*/ 707995 w 806885"/>
                <a:gd name="csY67" fmla="*/ 282816 h 404636"/>
                <a:gd name="csX68" fmla="*/ 710384 w 806885"/>
                <a:gd name="csY68" fmla="*/ 283771 h 404636"/>
                <a:gd name="csX69" fmla="*/ 713250 w 806885"/>
                <a:gd name="csY69" fmla="*/ 284727 h 404636"/>
                <a:gd name="csX70" fmla="*/ 713728 w 806885"/>
                <a:gd name="csY70" fmla="*/ 285205 h 404636"/>
                <a:gd name="csX71" fmla="*/ 714206 w 806885"/>
                <a:gd name="csY71" fmla="*/ 286160 h 404636"/>
                <a:gd name="csX72" fmla="*/ 713728 w 806885"/>
                <a:gd name="csY72" fmla="*/ 288548 h 404636"/>
                <a:gd name="csX73" fmla="*/ 713250 w 806885"/>
                <a:gd name="csY73" fmla="*/ 290459 h 404636"/>
                <a:gd name="csX74" fmla="*/ 712773 w 806885"/>
                <a:gd name="csY74" fmla="*/ 291893 h 404636"/>
                <a:gd name="csX75" fmla="*/ 711817 w 806885"/>
                <a:gd name="csY75" fmla="*/ 292848 h 404636"/>
                <a:gd name="csX76" fmla="*/ 710862 w 806885"/>
                <a:gd name="csY76" fmla="*/ 292848 h 404636"/>
                <a:gd name="csX77" fmla="*/ 709428 w 806885"/>
                <a:gd name="csY77" fmla="*/ 291893 h 404636"/>
                <a:gd name="csX78" fmla="*/ 707995 w 806885"/>
                <a:gd name="csY78" fmla="*/ 290937 h 404636"/>
                <a:gd name="csX79" fmla="*/ 707040 w 806885"/>
                <a:gd name="csY79" fmla="*/ 290459 h 404636"/>
                <a:gd name="csX80" fmla="*/ 704173 w 806885"/>
                <a:gd name="csY80" fmla="*/ 290937 h 404636"/>
                <a:gd name="csX81" fmla="*/ 701307 w 806885"/>
                <a:gd name="csY81" fmla="*/ 291893 h 404636"/>
                <a:gd name="csX82" fmla="*/ 700351 w 806885"/>
                <a:gd name="csY82" fmla="*/ 291893 h 404636"/>
                <a:gd name="csX83" fmla="*/ 698918 w 806885"/>
                <a:gd name="csY83" fmla="*/ 291415 h 404636"/>
                <a:gd name="csX84" fmla="*/ 697485 w 806885"/>
                <a:gd name="csY84" fmla="*/ 289982 h 404636"/>
                <a:gd name="csX85" fmla="*/ 697007 w 806885"/>
                <a:gd name="csY85" fmla="*/ 288071 h 404636"/>
                <a:gd name="csX86" fmla="*/ 697007 w 806885"/>
                <a:gd name="csY86" fmla="*/ 288071 h 404636"/>
                <a:gd name="csX87" fmla="*/ 695574 w 806885"/>
                <a:gd name="csY87" fmla="*/ 287115 h 404636"/>
                <a:gd name="csX88" fmla="*/ 693664 w 806885"/>
                <a:gd name="csY88" fmla="*/ 288071 h 404636"/>
                <a:gd name="csX89" fmla="*/ 688408 w 806885"/>
                <a:gd name="csY89" fmla="*/ 289504 h 404636"/>
                <a:gd name="csX90" fmla="*/ 682675 w 806885"/>
                <a:gd name="csY90" fmla="*/ 291893 h 404636"/>
                <a:gd name="csX91" fmla="*/ 678853 w 806885"/>
                <a:gd name="csY91" fmla="*/ 292848 h 404636"/>
                <a:gd name="csX92" fmla="*/ 677421 w 806885"/>
                <a:gd name="csY92" fmla="*/ 292370 h 404636"/>
                <a:gd name="csX93" fmla="*/ 674554 w 806885"/>
                <a:gd name="csY93" fmla="*/ 292848 h 404636"/>
                <a:gd name="csX94" fmla="*/ 672166 w 806885"/>
                <a:gd name="csY94" fmla="*/ 293326 h 404636"/>
                <a:gd name="csX95" fmla="*/ 670255 w 806885"/>
                <a:gd name="csY95" fmla="*/ 294281 h 404636"/>
                <a:gd name="csX96" fmla="*/ 666433 w 806885"/>
                <a:gd name="csY96" fmla="*/ 295237 h 404636"/>
                <a:gd name="csX97" fmla="*/ 663089 w 806885"/>
                <a:gd name="csY97" fmla="*/ 295714 h 404636"/>
                <a:gd name="csX98" fmla="*/ 661178 w 806885"/>
                <a:gd name="csY98" fmla="*/ 297625 h 404636"/>
                <a:gd name="csX99" fmla="*/ 659267 w 806885"/>
                <a:gd name="csY99" fmla="*/ 299059 h 404636"/>
                <a:gd name="csX100" fmla="*/ 659267 w 806885"/>
                <a:gd name="csY100" fmla="*/ 299536 h 404636"/>
                <a:gd name="csX101" fmla="*/ 660700 w 806885"/>
                <a:gd name="csY101" fmla="*/ 300492 h 404636"/>
                <a:gd name="csX102" fmla="*/ 661655 w 806885"/>
                <a:gd name="csY102" fmla="*/ 301447 h 404636"/>
                <a:gd name="csX103" fmla="*/ 664522 w 806885"/>
                <a:gd name="csY103" fmla="*/ 300970 h 404636"/>
                <a:gd name="csX104" fmla="*/ 666910 w 806885"/>
                <a:gd name="csY104" fmla="*/ 300970 h 404636"/>
                <a:gd name="csX105" fmla="*/ 669299 w 806885"/>
                <a:gd name="csY105" fmla="*/ 301925 h 404636"/>
                <a:gd name="csX106" fmla="*/ 670732 w 806885"/>
                <a:gd name="csY106" fmla="*/ 302403 h 404636"/>
                <a:gd name="csX107" fmla="*/ 671687 w 806885"/>
                <a:gd name="csY107" fmla="*/ 303358 h 404636"/>
                <a:gd name="csX108" fmla="*/ 670732 w 806885"/>
                <a:gd name="csY108" fmla="*/ 304314 h 404636"/>
                <a:gd name="csX109" fmla="*/ 669777 w 806885"/>
                <a:gd name="csY109" fmla="*/ 304314 h 404636"/>
                <a:gd name="csX110" fmla="*/ 669777 w 806885"/>
                <a:gd name="csY110" fmla="*/ 304314 h 404636"/>
                <a:gd name="csX111" fmla="*/ 669777 w 806885"/>
                <a:gd name="csY111" fmla="*/ 304314 h 404636"/>
                <a:gd name="csX112" fmla="*/ 669299 w 806885"/>
                <a:gd name="csY112" fmla="*/ 304791 h 404636"/>
                <a:gd name="csX113" fmla="*/ 669777 w 806885"/>
                <a:gd name="csY113" fmla="*/ 305747 h 404636"/>
                <a:gd name="csX114" fmla="*/ 668821 w 806885"/>
                <a:gd name="csY114" fmla="*/ 307658 h 404636"/>
                <a:gd name="csX115" fmla="*/ 668821 w 806885"/>
                <a:gd name="csY115" fmla="*/ 310524 h 404636"/>
                <a:gd name="csX116" fmla="*/ 668821 w 806885"/>
                <a:gd name="csY116" fmla="*/ 313390 h 404636"/>
                <a:gd name="csX117" fmla="*/ 669299 w 806885"/>
                <a:gd name="csY117" fmla="*/ 315779 h 404636"/>
                <a:gd name="csX118" fmla="*/ 669299 w 806885"/>
                <a:gd name="csY118" fmla="*/ 315779 h 404636"/>
                <a:gd name="csX119" fmla="*/ 668821 w 806885"/>
                <a:gd name="csY119" fmla="*/ 317212 h 404636"/>
                <a:gd name="csX120" fmla="*/ 668821 w 806885"/>
                <a:gd name="csY120" fmla="*/ 319123 h 404636"/>
                <a:gd name="csX121" fmla="*/ 669777 w 806885"/>
                <a:gd name="csY121" fmla="*/ 320079 h 404636"/>
                <a:gd name="csX122" fmla="*/ 670255 w 806885"/>
                <a:gd name="csY122" fmla="*/ 322467 h 404636"/>
                <a:gd name="csX123" fmla="*/ 671687 w 806885"/>
                <a:gd name="csY123" fmla="*/ 324378 h 404636"/>
                <a:gd name="csX124" fmla="*/ 673599 w 806885"/>
                <a:gd name="csY124" fmla="*/ 329633 h 404636"/>
                <a:gd name="csX125" fmla="*/ 674554 w 806885"/>
                <a:gd name="csY125" fmla="*/ 332500 h 404636"/>
                <a:gd name="csX126" fmla="*/ 675987 w 806885"/>
                <a:gd name="csY126" fmla="*/ 335844 h 404636"/>
                <a:gd name="csX127" fmla="*/ 675032 w 806885"/>
                <a:gd name="csY127" fmla="*/ 337755 h 404636"/>
                <a:gd name="csX128" fmla="*/ 675032 w 806885"/>
                <a:gd name="csY128" fmla="*/ 338710 h 404636"/>
                <a:gd name="csX129" fmla="*/ 675032 w 806885"/>
                <a:gd name="csY129" fmla="*/ 338710 h 404636"/>
                <a:gd name="csX130" fmla="*/ 676465 w 806885"/>
                <a:gd name="csY130" fmla="*/ 339666 h 404636"/>
                <a:gd name="csX131" fmla="*/ 676943 w 806885"/>
                <a:gd name="csY131" fmla="*/ 341577 h 404636"/>
                <a:gd name="csX132" fmla="*/ 677421 w 806885"/>
                <a:gd name="csY132" fmla="*/ 342532 h 404636"/>
                <a:gd name="csX133" fmla="*/ 677421 w 806885"/>
                <a:gd name="csY133" fmla="*/ 343487 h 404636"/>
                <a:gd name="csX134" fmla="*/ 676943 w 806885"/>
                <a:gd name="csY134" fmla="*/ 343965 h 404636"/>
                <a:gd name="csX135" fmla="*/ 674076 w 806885"/>
                <a:gd name="csY135" fmla="*/ 343487 h 404636"/>
                <a:gd name="csX136" fmla="*/ 672166 w 806885"/>
                <a:gd name="csY136" fmla="*/ 344443 h 404636"/>
                <a:gd name="csX137" fmla="*/ 669777 w 806885"/>
                <a:gd name="csY137" fmla="*/ 345398 h 404636"/>
                <a:gd name="csX138" fmla="*/ 669299 w 806885"/>
                <a:gd name="csY138" fmla="*/ 345876 h 404636"/>
                <a:gd name="csX139" fmla="*/ 669299 w 806885"/>
                <a:gd name="csY139" fmla="*/ 346354 h 404636"/>
                <a:gd name="csX140" fmla="*/ 669299 w 806885"/>
                <a:gd name="csY140" fmla="*/ 347309 h 404636"/>
                <a:gd name="csX141" fmla="*/ 670732 w 806885"/>
                <a:gd name="csY141" fmla="*/ 348265 h 404636"/>
                <a:gd name="csX142" fmla="*/ 672643 w 806885"/>
                <a:gd name="csY142" fmla="*/ 348743 h 404636"/>
                <a:gd name="csX143" fmla="*/ 672643 w 806885"/>
                <a:gd name="csY143" fmla="*/ 349698 h 404636"/>
                <a:gd name="csX144" fmla="*/ 670255 w 806885"/>
                <a:gd name="csY144" fmla="*/ 350176 h 404636"/>
                <a:gd name="csX145" fmla="*/ 669299 w 806885"/>
                <a:gd name="csY145" fmla="*/ 350653 h 404636"/>
                <a:gd name="csX146" fmla="*/ 666910 w 806885"/>
                <a:gd name="csY146" fmla="*/ 351609 h 404636"/>
                <a:gd name="csX147" fmla="*/ 666910 w 806885"/>
                <a:gd name="csY147" fmla="*/ 351609 h 404636"/>
                <a:gd name="csX148" fmla="*/ 665955 w 806885"/>
                <a:gd name="csY148" fmla="*/ 353042 h 404636"/>
                <a:gd name="csX149" fmla="*/ 665000 w 806885"/>
                <a:gd name="csY149" fmla="*/ 354475 h 404636"/>
                <a:gd name="csX150" fmla="*/ 665000 w 806885"/>
                <a:gd name="csY150" fmla="*/ 355908 h 404636"/>
                <a:gd name="csX151" fmla="*/ 665477 w 806885"/>
                <a:gd name="csY151" fmla="*/ 358297 h 404636"/>
                <a:gd name="csX152" fmla="*/ 665955 w 806885"/>
                <a:gd name="csY152" fmla="*/ 361163 h 404636"/>
                <a:gd name="csX153" fmla="*/ 666910 w 806885"/>
                <a:gd name="csY153" fmla="*/ 364508 h 404636"/>
                <a:gd name="csX154" fmla="*/ 666910 w 806885"/>
                <a:gd name="csY154" fmla="*/ 365463 h 404636"/>
                <a:gd name="csX155" fmla="*/ 666433 w 806885"/>
                <a:gd name="csY155" fmla="*/ 365941 h 404636"/>
                <a:gd name="csX156" fmla="*/ 665955 w 806885"/>
                <a:gd name="csY156" fmla="*/ 366419 h 404636"/>
                <a:gd name="csX157" fmla="*/ 663089 w 806885"/>
                <a:gd name="csY157" fmla="*/ 363552 h 404636"/>
                <a:gd name="csX158" fmla="*/ 660222 w 806885"/>
                <a:gd name="csY158" fmla="*/ 361163 h 404636"/>
                <a:gd name="csX159" fmla="*/ 660222 w 806885"/>
                <a:gd name="csY159" fmla="*/ 360686 h 404636"/>
                <a:gd name="csX160" fmla="*/ 657834 w 806885"/>
                <a:gd name="csY160" fmla="*/ 360208 h 404636"/>
                <a:gd name="csX161" fmla="*/ 654012 w 806885"/>
                <a:gd name="csY161" fmla="*/ 359730 h 404636"/>
                <a:gd name="csX162" fmla="*/ 651623 w 806885"/>
                <a:gd name="csY162" fmla="*/ 359730 h 404636"/>
                <a:gd name="csX163" fmla="*/ 651623 w 806885"/>
                <a:gd name="csY163" fmla="*/ 359730 h 404636"/>
                <a:gd name="csX164" fmla="*/ 650668 w 806885"/>
                <a:gd name="csY164" fmla="*/ 359253 h 404636"/>
                <a:gd name="csX165" fmla="*/ 649234 w 806885"/>
                <a:gd name="csY165" fmla="*/ 357819 h 404636"/>
                <a:gd name="csX166" fmla="*/ 649234 w 806885"/>
                <a:gd name="csY166" fmla="*/ 357819 h 404636"/>
                <a:gd name="csX167" fmla="*/ 647801 w 806885"/>
                <a:gd name="csY167" fmla="*/ 356386 h 404636"/>
                <a:gd name="csX168" fmla="*/ 647801 w 806885"/>
                <a:gd name="csY168" fmla="*/ 356386 h 404636"/>
                <a:gd name="csX169" fmla="*/ 646846 w 806885"/>
                <a:gd name="csY169" fmla="*/ 355431 h 404636"/>
                <a:gd name="csX170" fmla="*/ 646368 w 806885"/>
                <a:gd name="csY170" fmla="*/ 354475 h 404636"/>
                <a:gd name="csX171" fmla="*/ 645412 w 806885"/>
                <a:gd name="csY171" fmla="*/ 352564 h 404636"/>
                <a:gd name="csX172" fmla="*/ 644457 w 806885"/>
                <a:gd name="csY172" fmla="*/ 352087 h 404636"/>
                <a:gd name="csX173" fmla="*/ 643502 w 806885"/>
                <a:gd name="csY173" fmla="*/ 352087 h 404636"/>
                <a:gd name="csX174" fmla="*/ 641113 w 806885"/>
                <a:gd name="csY174" fmla="*/ 352087 h 404636"/>
                <a:gd name="csX175" fmla="*/ 639680 w 806885"/>
                <a:gd name="csY175" fmla="*/ 352087 h 404636"/>
                <a:gd name="csX176" fmla="*/ 637769 w 806885"/>
                <a:gd name="csY176" fmla="*/ 351609 h 404636"/>
                <a:gd name="csX177" fmla="*/ 637291 w 806885"/>
                <a:gd name="csY177" fmla="*/ 351131 h 404636"/>
                <a:gd name="csX178" fmla="*/ 634903 w 806885"/>
                <a:gd name="csY178" fmla="*/ 350653 h 404636"/>
                <a:gd name="csX179" fmla="*/ 632514 w 806885"/>
                <a:gd name="csY179" fmla="*/ 349698 h 404636"/>
                <a:gd name="csX180" fmla="*/ 632514 w 806885"/>
                <a:gd name="csY180" fmla="*/ 349698 h 404636"/>
                <a:gd name="csX181" fmla="*/ 629648 w 806885"/>
                <a:gd name="csY181" fmla="*/ 349698 h 404636"/>
                <a:gd name="csX182" fmla="*/ 628214 w 806885"/>
                <a:gd name="csY182" fmla="*/ 349698 h 404636"/>
                <a:gd name="csX183" fmla="*/ 628214 w 806885"/>
                <a:gd name="csY183" fmla="*/ 349698 h 404636"/>
                <a:gd name="csX184" fmla="*/ 622482 w 806885"/>
                <a:gd name="csY184" fmla="*/ 350176 h 404636"/>
                <a:gd name="csX185" fmla="*/ 618182 w 806885"/>
                <a:gd name="csY185" fmla="*/ 349220 h 404636"/>
                <a:gd name="csX186" fmla="*/ 614838 w 806885"/>
                <a:gd name="csY186" fmla="*/ 348743 h 404636"/>
                <a:gd name="csX187" fmla="*/ 612450 w 806885"/>
                <a:gd name="csY187" fmla="*/ 348743 h 404636"/>
                <a:gd name="csX188" fmla="*/ 611494 w 806885"/>
                <a:gd name="csY188" fmla="*/ 348743 h 404636"/>
                <a:gd name="csX189" fmla="*/ 609583 w 806885"/>
                <a:gd name="csY189" fmla="*/ 348743 h 404636"/>
                <a:gd name="csX190" fmla="*/ 609583 w 806885"/>
                <a:gd name="csY190" fmla="*/ 348743 h 404636"/>
                <a:gd name="csX191" fmla="*/ 607194 w 806885"/>
                <a:gd name="csY191" fmla="*/ 348743 h 404636"/>
                <a:gd name="csX192" fmla="*/ 603373 w 806885"/>
                <a:gd name="csY192" fmla="*/ 347309 h 404636"/>
                <a:gd name="csX193" fmla="*/ 602417 w 806885"/>
                <a:gd name="csY193" fmla="*/ 347309 h 404636"/>
                <a:gd name="csX194" fmla="*/ 601461 w 806885"/>
                <a:gd name="csY194" fmla="*/ 347309 h 404636"/>
                <a:gd name="csX195" fmla="*/ 595251 w 806885"/>
                <a:gd name="csY195" fmla="*/ 348265 h 404636"/>
                <a:gd name="csX196" fmla="*/ 592862 w 806885"/>
                <a:gd name="csY196" fmla="*/ 348265 h 404636"/>
                <a:gd name="csX197" fmla="*/ 592862 w 806885"/>
                <a:gd name="csY197" fmla="*/ 348265 h 404636"/>
                <a:gd name="csX198" fmla="*/ 592385 w 806885"/>
                <a:gd name="csY198" fmla="*/ 348265 h 404636"/>
                <a:gd name="csX199" fmla="*/ 587130 w 806885"/>
                <a:gd name="csY199" fmla="*/ 348265 h 404636"/>
                <a:gd name="csX200" fmla="*/ 581397 w 806885"/>
                <a:gd name="csY200" fmla="*/ 348265 h 404636"/>
                <a:gd name="csX201" fmla="*/ 579486 w 806885"/>
                <a:gd name="csY201" fmla="*/ 347787 h 404636"/>
                <a:gd name="csX202" fmla="*/ 578530 w 806885"/>
                <a:gd name="csY202" fmla="*/ 348265 h 404636"/>
                <a:gd name="csX203" fmla="*/ 578530 w 806885"/>
                <a:gd name="csY203" fmla="*/ 348265 h 404636"/>
                <a:gd name="csX204" fmla="*/ 576142 w 806885"/>
                <a:gd name="csY204" fmla="*/ 350653 h 404636"/>
                <a:gd name="csX205" fmla="*/ 575186 w 806885"/>
                <a:gd name="csY205" fmla="*/ 351131 h 404636"/>
                <a:gd name="csX206" fmla="*/ 570409 w 806885"/>
                <a:gd name="csY206" fmla="*/ 350653 h 404636"/>
                <a:gd name="csX207" fmla="*/ 569931 w 806885"/>
                <a:gd name="csY207" fmla="*/ 350653 h 404636"/>
                <a:gd name="csX208" fmla="*/ 563721 w 806885"/>
                <a:gd name="csY208" fmla="*/ 348743 h 404636"/>
                <a:gd name="csX209" fmla="*/ 558943 w 806885"/>
                <a:gd name="csY209" fmla="*/ 346831 h 404636"/>
                <a:gd name="csX210" fmla="*/ 555122 w 806885"/>
                <a:gd name="csY210" fmla="*/ 344921 h 404636"/>
                <a:gd name="csX211" fmla="*/ 550345 w 806885"/>
                <a:gd name="csY211" fmla="*/ 342054 h 404636"/>
                <a:gd name="csX212" fmla="*/ 547000 w 806885"/>
                <a:gd name="csY212" fmla="*/ 340621 h 404636"/>
                <a:gd name="csX213" fmla="*/ 547000 w 806885"/>
                <a:gd name="csY213" fmla="*/ 340621 h 404636"/>
                <a:gd name="csX214" fmla="*/ 546523 w 806885"/>
                <a:gd name="csY214" fmla="*/ 341099 h 404636"/>
                <a:gd name="csX215" fmla="*/ 546045 w 806885"/>
                <a:gd name="csY215" fmla="*/ 341577 h 404636"/>
                <a:gd name="csX216" fmla="*/ 544612 w 806885"/>
                <a:gd name="csY216" fmla="*/ 341577 h 404636"/>
                <a:gd name="csX217" fmla="*/ 541745 w 806885"/>
                <a:gd name="csY217" fmla="*/ 341577 h 404636"/>
                <a:gd name="csX218" fmla="*/ 541745 w 806885"/>
                <a:gd name="csY218" fmla="*/ 341577 h 404636"/>
                <a:gd name="csX219" fmla="*/ 540790 w 806885"/>
                <a:gd name="csY219" fmla="*/ 343010 h 404636"/>
                <a:gd name="csX220" fmla="*/ 537446 w 806885"/>
                <a:gd name="csY220" fmla="*/ 344443 h 404636"/>
                <a:gd name="csX221" fmla="*/ 537446 w 806885"/>
                <a:gd name="csY221" fmla="*/ 344443 h 404636"/>
                <a:gd name="csX222" fmla="*/ 535057 w 806885"/>
                <a:gd name="csY222" fmla="*/ 345398 h 404636"/>
                <a:gd name="csX223" fmla="*/ 535057 w 806885"/>
                <a:gd name="csY223" fmla="*/ 345398 h 404636"/>
                <a:gd name="csX224" fmla="*/ 534102 w 806885"/>
                <a:gd name="csY224" fmla="*/ 346354 h 404636"/>
                <a:gd name="csX225" fmla="*/ 532191 w 806885"/>
                <a:gd name="csY225" fmla="*/ 353520 h 404636"/>
                <a:gd name="csX226" fmla="*/ 531236 w 806885"/>
                <a:gd name="csY226" fmla="*/ 356386 h 404636"/>
                <a:gd name="csX227" fmla="*/ 532668 w 806885"/>
                <a:gd name="csY227" fmla="*/ 361163 h 404636"/>
                <a:gd name="csX228" fmla="*/ 531236 w 806885"/>
                <a:gd name="csY228" fmla="*/ 360686 h 404636"/>
                <a:gd name="csX229" fmla="*/ 529324 w 806885"/>
                <a:gd name="csY229" fmla="*/ 359730 h 404636"/>
                <a:gd name="csX230" fmla="*/ 528847 w 806885"/>
                <a:gd name="csY230" fmla="*/ 358775 h 404636"/>
                <a:gd name="csX231" fmla="*/ 528847 w 806885"/>
                <a:gd name="csY231" fmla="*/ 358775 h 404636"/>
                <a:gd name="csX232" fmla="*/ 526936 w 806885"/>
                <a:gd name="csY232" fmla="*/ 358297 h 404636"/>
                <a:gd name="csX233" fmla="*/ 520247 w 806885"/>
                <a:gd name="csY233" fmla="*/ 357342 h 404636"/>
                <a:gd name="csX234" fmla="*/ 518814 w 806885"/>
                <a:gd name="csY234" fmla="*/ 356386 h 404636"/>
                <a:gd name="csX235" fmla="*/ 518336 w 806885"/>
                <a:gd name="csY235" fmla="*/ 355431 h 404636"/>
                <a:gd name="csX236" fmla="*/ 518336 w 806885"/>
                <a:gd name="csY236" fmla="*/ 355431 h 404636"/>
                <a:gd name="csX237" fmla="*/ 516425 w 806885"/>
                <a:gd name="csY237" fmla="*/ 354953 h 404636"/>
                <a:gd name="csX238" fmla="*/ 514037 w 806885"/>
                <a:gd name="csY238" fmla="*/ 354475 h 404636"/>
                <a:gd name="csX239" fmla="*/ 508782 w 806885"/>
                <a:gd name="csY239" fmla="*/ 352564 h 404636"/>
                <a:gd name="csX240" fmla="*/ 508782 w 806885"/>
                <a:gd name="csY240" fmla="*/ 352564 h 404636"/>
                <a:gd name="csX241" fmla="*/ 506393 w 806885"/>
                <a:gd name="csY241" fmla="*/ 352564 h 404636"/>
                <a:gd name="csX242" fmla="*/ 499705 w 806885"/>
                <a:gd name="csY242" fmla="*/ 350653 h 404636"/>
                <a:gd name="csX243" fmla="*/ 498272 w 806885"/>
                <a:gd name="csY243" fmla="*/ 350653 h 404636"/>
                <a:gd name="csX244" fmla="*/ 497794 w 806885"/>
                <a:gd name="csY244" fmla="*/ 351131 h 404636"/>
                <a:gd name="csX245" fmla="*/ 497794 w 806885"/>
                <a:gd name="csY245" fmla="*/ 351131 h 404636"/>
                <a:gd name="csX246" fmla="*/ 495406 w 806885"/>
                <a:gd name="csY246" fmla="*/ 352087 h 404636"/>
                <a:gd name="csX247" fmla="*/ 493495 w 806885"/>
                <a:gd name="csY247" fmla="*/ 352087 h 404636"/>
                <a:gd name="csX248" fmla="*/ 491584 w 806885"/>
                <a:gd name="csY248" fmla="*/ 351609 h 404636"/>
                <a:gd name="csX249" fmla="*/ 488717 w 806885"/>
                <a:gd name="csY249" fmla="*/ 353042 h 404636"/>
                <a:gd name="csX250" fmla="*/ 486806 w 806885"/>
                <a:gd name="csY250" fmla="*/ 354475 h 404636"/>
                <a:gd name="csX251" fmla="*/ 486806 w 806885"/>
                <a:gd name="csY251" fmla="*/ 354475 h 404636"/>
                <a:gd name="csX252" fmla="*/ 485373 w 806885"/>
                <a:gd name="csY252" fmla="*/ 356864 h 404636"/>
                <a:gd name="csX253" fmla="*/ 483940 w 806885"/>
                <a:gd name="csY253" fmla="*/ 357819 h 404636"/>
                <a:gd name="csX254" fmla="*/ 483940 w 806885"/>
                <a:gd name="csY254" fmla="*/ 357819 h 404636"/>
                <a:gd name="csX255" fmla="*/ 483463 w 806885"/>
                <a:gd name="csY255" fmla="*/ 359730 h 404636"/>
                <a:gd name="csX256" fmla="*/ 482507 w 806885"/>
                <a:gd name="csY256" fmla="*/ 360686 h 404636"/>
                <a:gd name="csX257" fmla="*/ 482507 w 806885"/>
                <a:gd name="csY257" fmla="*/ 360686 h 404636"/>
                <a:gd name="csX258" fmla="*/ 481074 w 806885"/>
                <a:gd name="csY258" fmla="*/ 362596 h 404636"/>
                <a:gd name="csX259" fmla="*/ 481074 w 806885"/>
                <a:gd name="csY259" fmla="*/ 364030 h 404636"/>
                <a:gd name="csX260" fmla="*/ 481552 w 806885"/>
                <a:gd name="csY260" fmla="*/ 364030 h 404636"/>
                <a:gd name="csX261" fmla="*/ 482507 w 806885"/>
                <a:gd name="csY261" fmla="*/ 364985 h 404636"/>
                <a:gd name="csX262" fmla="*/ 480596 w 806885"/>
                <a:gd name="csY262" fmla="*/ 365941 h 404636"/>
                <a:gd name="csX263" fmla="*/ 478685 w 806885"/>
                <a:gd name="csY263" fmla="*/ 366419 h 404636"/>
                <a:gd name="csX264" fmla="*/ 477729 w 806885"/>
                <a:gd name="csY264" fmla="*/ 366896 h 404636"/>
                <a:gd name="csX265" fmla="*/ 477729 w 806885"/>
                <a:gd name="csY265" fmla="*/ 366896 h 404636"/>
                <a:gd name="csX266" fmla="*/ 476774 w 806885"/>
                <a:gd name="csY266" fmla="*/ 368329 h 404636"/>
                <a:gd name="csX267" fmla="*/ 475818 w 806885"/>
                <a:gd name="csY267" fmla="*/ 369762 h 404636"/>
                <a:gd name="csX268" fmla="*/ 475341 w 806885"/>
                <a:gd name="csY268" fmla="*/ 370240 h 404636"/>
                <a:gd name="csX269" fmla="*/ 474863 w 806885"/>
                <a:gd name="csY269" fmla="*/ 370240 h 404636"/>
                <a:gd name="csX270" fmla="*/ 474386 w 806885"/>
                <a:gd name="csY270" fmla="*/ 370240 h 404636"/>
                <a:gd name="csX271" fmla="*/ 473430 w 806885"/>
                <a:gd name="csY271" fmla="*/ 368807 h 404636"/>
                <a:gd name="csX272" fmla="*/ 471997 w 806885"/>
                <a:gd name="csY272" fmla="*/ 368807 h 404636"/>
                <a:gd name="csX273" fmla="*/ 470086 w 806885"/>
                <a:gd name="csY273" fmla="*/ 370240 h 404636"/>
                <a:gd name="csX274" fmla="*/ 470086 w 806885"/>
                <a:gd name="csY274" fmla="*/ 370240 h 404636"/>
                <a:gd name="csX275" fmla="*/ 468175 w 806885"/>
                <a:gd name="csY275" fmla="*/ 372151 h 404636"/>
                <a:gd name="csX276" fmla="*/ 465309 w 806885"/>
                <a:gd name="csY276" fmla="*/ 375495 h 404636"/>
                <a:gd name="csX277" fmla="*/ 462920 w 806885"/>
                <a:gd name="csY277" fmla="*/ 376928 h 404636"/>
                <a:gd name="csX278" fmla="*/ 459576 w 806885"/>
                <a:gd name="csY278" fmla="*/ 378362 h 404636"/>
                <a:gd name="csX279" fmla="*/ 456709 w 806885"/>
                <a:gd name="csY279" fmla="*/ 378839 h 404636"/>
                <a:gd name="csX280" fmla="*/ 454799 w 806885"/>
                <a:gd name="csY280" fmla="*/ 379795 h 404636"/>
                <a:gd name="csX281" fmla="*/ 451454 w 806885"/>
                <a:gd name="csY281" fmla="*/ 382184 h 404636"/>
                <a:gd name="csX282" fmla="*/ 451454 w 806885"/>
                <a:gd name="csY282" fmla="*/ 382184 h 404636"/>
                <a:gd name="csX283" fmla="*/ 450977 w 806885"/>
                <a:gd name="csY283" fmla="*/ 383617 h 404636"/>
                <a:gd name="csX284" fmla="*/ 448588 w 806885"/>
                <a:gd name="csY284" fmla="*/ 384094 h 404636"/>
                <a:gd name="csX285" fmla="*/ 446677 w 806885"/>
                <a:gd name="csY285" fmla="*/ 385050 h 404636"/>
                <a:gd name="csX286" fmla="*/ 445244 w 806885"/>
                <a:gd name="csY286" fmla="*/ 386483 h 404636"/>
                <a:gd name="csX287" fmla="*/ 444766 w 806885"/>
                <a:gd name="csY287" fmla="*/ 388872 h 404636"/>
                <a:gd name="csX288" fmla="*/ 443333 w 806885"/>
                <a:gd name="csY288" fmla="*/ 390305 h 404636"/>
                <a:gd name="csX289" fmla="*/ 440945 w 806885"/>
                <a:gd name="csY289" fmla="*/ 392216 h 404636"/>
                <a:gd name="csX290" fmla="*/ 438556 w 806885"/>
                <a:gd name="csY290" fmla="*/ 394127 h 404636"/>
                <a:gd name="csX291" fmla="*/ 437122 w 806885"/>
                <a:gd name="csY291" fmla="*/ 396038 h 404636"/>
                <a:gd name="csX292" fmla="*/ 435690 w 806885"/>
                <a:gd name="csY292" fmla="*/ 397949 h 404636"/>
                <a:gd name="csX293" fmla="*/ 435211 w 806885"/>
                <a:gd name="csY293" fmla="*/ 399382 h 404636"/>
                <a:gd name="csX294" fmla="*/ 434734 w 806885"/>
                <a:gd name="csY294" fmla="*/ 400815 h 404636"/>
                <a:gd name="csX295" fmla="*/ 435690 w 806885"/>
                <a:gd name="csY295" fmla="*/ 402248 h 404636"/>
                <a:gd name="csX296" fmla="*/ 435690 w 806885"/>
                <a:gd name="csY296" fmla="*/ 403203 h 404636"/>
                <a:gd name="csX297" fmla="*/ 435211 w 806885"/>
                <a:gd name="csY297" fmla="*/ 404159 h 404636"/>
                <a:gd name="csX298" fmla="*/ 433779 w 806885"/>
                <a:gd name="csY298" fmla="*/ 404637 h 404636"/>
                <a:gd name="csX299" fmla="*/ 432345 w 806885"/>
                <a:gd name="csY299" fmla="*/ 404159 h 404636"/>
                <a:gd name="csX300" fmla="*/ 429479 w 806885"/>
                <a:gd name="csY300" fmla="*/ 403203 h 404636"/>
                <a:gd name="csX301" fmla="*/ 427090 w 806885"/>
                <a:gd name="csY301" fmla="*/ 401770 h 404636"/>
                <a:gd name="csX302" fmla="*/ 426135 w 806885"/>
                <a:gd name="csY302" fmla="*/ 401293 h 404636"/>
                <a:gd name="csX303" fmla="*/ 424702 w 806885"/>
                <a:gd name="csY303" fmla="*/ 399860 h 404636"/>
                <a:gd name="csX304" fmla="*/ 425179 w 806885"/>
                <a:gd name="csY304" fmla="*/ 398426 h 404636"/>
                <a:gd name="csX305" fmla="*/ 425657 w 806885"/>
                <a:gd name="csY305" fmla="*/ 396038 h 404636"/>
                <a:gd name="csX306" fmla="*/ 426135 w 806885"/>
                <a:gd name="csY306" fmla="*/ 394604 h 404636"/>
                <a:gd name="csX307" fmla="*/ 425179 w 806885"/>
                <a:gd name="csY307" fmla="*/ 393649 h 404636"/>
                <a:gd name="csX308" fmla="*/ 424224 w 806885"/>
                <a:gd name="csY308" fmla="*/ 392694 h 404636"/>
                <a:gd name="csX309" fmla="*/ 423746 w 806885"/>
                <a:gd name="csY309" fmla="*/ 392216 h 404636"/>
                <a:gd name="csX310" fmla="*/ 422791 w 806885"/>
                <a:gd name="csY310" fmla="*/ 390305 h 404636"/>
                <a:gd name="csX311" fmla="*/ 421358 w 806885"/>
                <a:gd name="csY311" fmla="*/ 390783 h 404636"/>
                <a:gd name="csX312" fmla="*/ 419924 w 806885"/>
                <a:gd name="csY312" fmla="*/ 391260 h 404636"/>
                <a:gd name="csX313" fmla="*/ 418491 w 806885"/>
                <a:gd name="csY313" fmla="*/ 390783 h 404636"/>
                <a:gd name="csX314" fmla="*/ 414669 w 806885"/>
                <a:gd name="csY314" fmla="*/ 390783 h 404636"/>
                <a:gd name="csX315" fmla="*/ 411325 w 806885"/>
                <a:gd name="csY315" fmla="*/ 391260 h 404636"/>
                <a:gd name="csX316" fmla="*/ 408459 w 806885"/>
                <a:gd name="csY316" fmla="*/ 391260 h 404636"/>
                <a:gd name="csX317" fmla="*/ 404637 w 806885"/>
                <a:gd name="csY317" fmla="*/ 391260 h 404636"/>
                <a:gd name="csX318" fmla="*/ 400338 w 806885"/>
                <a:gd name="csY318" fmla="*/ 391738 h 404636"/>
                <a:gd name="csX319" fmla="*/ 398904 w 806885"/>
                <a:gd name="csY319" fmla="*/ 391260 h 404636"/>
                <a:gd name="csX320" fmla="*/ 398426 w 806885"/>
                <a:gd name="csY320" fmla="*/ 390783 h 404636"/>
                <a:gd name="csX321" fmla="*/ 397471 w 806885"/>
                <a:gd name="csY321" fmla="*/ 388872 h 404636"/>
                <a:gd name="csX322" fmla="*/ 396993 w 806885"/>
                <a:gd name="csY322" fmla="*/ 386961 h 404636"/>
                <a:gd name="csX323" fmla="*/ 396038 w 806885"/>
                <a:gd name="csY323" fmla="*/ 383139 h 404636"/>
                <a:gd name="csX324" fmla="*/ 395560 w 806885"/>
                <a:gd name="csY324" fmla="*/ 380750 h 404636"/>
                <a:gd name="csX325" fmla="*/ 395083 w 806885"/>
                <a:gd name="csY325" fmla="*/ 377406 h 404636"/>
                <a:gd name="csX326" fmla="*/ 394604 w 806885"/>
                <a:gd name="csY326" fmla="*/ 373584 h 404636"/>
                <a:gd name="csX327" fmla="*/ 394127 w 806885"/>
                <a:gd name="csY327" fmla="*/ 371196 h 404636"/>
                <a:gd name="csX328" fmla="*/ 390783 w 806885"/>
                <a:gd name="csY328" fmla="*/ 371196 h 404636"/>
                <a:gd name="csX329" fmla="*/ 387917 w 806885"/>
                <a:gd name="csY329" fmla="*/ 371196 h 404636"/>
                <a:gd name="csX330" fmla="*/ 384572 w 806885"/>
                <a:gd name="csY330" fmla="*/ 370718 h 404636"/>
                <a:gd name="csX331" fmla="*/ 384572 w 806885"/>
                <a:gd name="csY331" fmla="*/ 368807 h 404636"/>
                <a:gd name="csX332" fmla="*/ 384572 w 806885"/>
                <a:gd name="csY332" fmla="*/ 366419 h 404636"/>
                <a:gd name="csX333" fmla="*/ 384572 w 806885"/>
                <a:gd name="csY333" fmla="*/ 363074 h 404636"/>
                <a:gd name="csX334" fmla="*/ 385050 w 806885"/>
                <a:gd name="csY334" fmla="*/ 359253 h 404636"/>
                <a:gd name="csX335" fmla="*/ 385528 w 806885"/>
                <a:gd name="csY335" fmla="*/ 356386 h 404636"/>
                <a:gd name="csX336" fmla="*/ 386006 w 806885"/>
                <a:gd name="csY336" fmla="*/ 352087 h 404636"/>
                <a:gd name="csX337" fmla="*/ 386006 w 806885"/>
                <a:gd name="csY337" fmla="*/ 349698 h 404636"/>
                <a:gd name="csX338" fmla="*/ 386006 w 806885"/>
                <a:gd name="csY338" fmla="*/ 346831 h 404636"/>
                <a:gd name="csX339" fmla="*/ 386006 w 806885"/>
                <a:gd name="csY339" fmla="*/ 346831 h 404636"/>
                <a:gd name="csX340" fmla="*/ 384572 w 806885"/>
                <a:gd name="csY340" fmla="*/ 347309 h 404636"/>
                <a:gd name="csX341" fmla="*/ 382184 w 806885"/>
                <a:gd name="csY341" fmla="*/ 348743 h 404636"/>
                <a:gd name="csX342" fmla="*/ 380273 w 806885"/>
                <a:gd name="csY342" fmla="*/ 349698 h 404636"/>
                <a:gd name="csX343" fmla="*/ 378840 w 806885"/>
                <a:gd name="csY343" fmla="*/ 347309 h 404636"/>
                <a:gd name="csX344" fmla="*/ 377884 w 806885"/>
                <a:gd name="csY344" fmla="*/ 344921 h 404636"/>
                <a:gd name="csX345" fmla="*/ 375973 w 806885"/>
                <a:gd name="csY345" fmla="*/ 341099 h 404636"/>
                <a:gd name="csX346" fmla="*/ 374062 w 806885"/>
                <a:gd name="csY346" fmla="*/ 338710 h 404636"/>
                <a:gd name="csX347" fmla="*/ 374062 w 806885"/>
                <a:gd name="csY347" fmla="*/ 338710 h 404636"/>
                <a:gd name="csX348" fmla="*/ 371674 w 806885"/>
                <a:gd name="csY348" fmla="*/ 337277 h 404636"/>
                <a:gd name="csX349" fmla="*/ 369763 w 806885"/>
                <a:gd name="csY349" fmla="*/ 335844 h 404636"/>
                <a:gd name="csX350" fmla="*/ 367852 w 806885"/>
                <a:gd name="csY350" fmla="*/ 333933 h 404636"/>
                <a:gd name="csX351" fmla="*/ 365941 w 806885"/>
                <a:gd name="csY351" fmla="*/ 332022 h 404636"/>
                <a:gd name="csX352" fmla="*/ 365463 w 806885"/>
                <a:gd name="csY352" fmla="*/ 331066 h 404636"/>
                <a:gd name="csX353" fmla="*/ 364508 w 806885"/>
                <a:gd name="csY353" fmla="*/ 330111 h 404636"/>
                <a:gd name="csX354" fmla="*/ 364508 w 806885"/>
                <a:gd name="csY354" fmla="*/ 330111 h 404636"/>
                <a:gd name="csX355" fmla="*/ 362597 w 806885"/>
                <a:gd name="csY355" fmla="*/ 328678 h 404636"/>
                <a:gd name="csX356" fmla="*/ 360686 w 806885"/>
                <a:gd name="csY356" fmla="*/ 329155 h 404636"/>
                <a:gd name="csX357" fmla="*/ 358775 w 806885"/>
                <a:gd name="csY357" fmla="*/ 330111 h 404636"/>
                <a:gd name="csX358" fmla="*/ 356386 w 806885"/>
                <a:gd name="csY358" fmla="*/ 331066 h 404636"/>
                <a:gd name="csX359" fmla="*/ 354476 w 806885"/>
                <a:gd name="csY359" fmla="*/ 332022 h 404636"/>
                <a:gd name="csX360" fmla="*/ 353520 w 806885"/>
                <a:gd name="csY360" fmla="*/ 332500 h 404636"/>
                <a:gd name="csX361" fmla="*/ 351131 w 806885"/>
                <a:gd name="csY361" fmla="*/ 332500 h 404636"/>
                <a:gd name="csX362" fmla="*/ 348742 w 806885"/>
                <a:gd name="csY362" fmla="*/ 332500 h 404636"/>
                <a:gd name="csX363" fmla="*/ 344921 w 806885"/>
                <a:gd name="csY363" fmla="*/ 332022 h 404636"/>
                <a:gd name="csX364" fmla="*/ 341577 w 806885"/>
                <a:gd name="csY364" fmla="*/ 331544 h 404636"/>
                <a:gd name="csX365" fmla="*/ 338233 w 806885"/>
                <a:gd name="csY365" fmla="*/ 331544 h 404636"/>
                <a:gd name="csX366" fmla="*/ 333455 w 806885"/>
                <a:gd name="csY366" fmla="*/ 331066 h 404636"/>
                <a:gd name="csX367" fmla="*/ 328678 w 806885"/>
                <a:gd name="csY367" fmla="*/ 330589 h 404636"/>
                <a:gd name="csX368" fmla="*/ 325812 w 806885"/>
                <a:gd name="csY368" fmla="*/ 331066 h 404636"/>
                <a:gd name="csX369" fmla="*/ 321512 w 806885"/>
                <a:gd name="csY369" fmla="*/ 332022 h 404636"/>
                <a:gd name="csX370" fmla="*/ 317690 w 806885"/>
                <a:gd name="csY370" fmla="*/ 332500 h 404636"/>
                <a:gd name="csX371" fmla="*/ 313869 w 806885"/>
                <a:gd name="csY371" fmla="*/ 332977 h 404636"/>
                <a:gd name="csX372" fmla="*/ 309569 w 806885"/>
                <a:gd name="csY372" fmla="*/ 333933 h 404636"/>
                <a:gd name="csX373" fmla="*/ 306224 w 806885"/>
                <a:gd name="csY373" fmla="*/ 334411 h 404636"/>
                <a:gd name="csX374" fmla="*/ 304792 w 806885"/>
                <a:gd name="csY374" fmla="*/ 334411 h 404636"/>
                <a:gd name="csX375" fmla="*/ 302881 w 806885"/>
                <a:gd name="csY375" fmla="*/ 332022 h 404636"/>
                <a:gd name="csX376" fmla="*/ 299537 w 806885"/>
                <a:gd name="csY376" fmla="*/ 328678 h 404636"/>
                <a:gd name="csX377" fmla="*/ 297626 w 806885"/>
                <a:gd name="csY377" fmla="*/ 326767 h 404636"/>
                <a:gd name="csX378" fmla="*/ 296670 w 806885"/>
                <a:gd name="csY378" fmla="*/ 325812 h 404636"/>
                <a:gd name="csX379" fmla="*/ 295715 w 806885"/>
                <a:gd name="csY379" fmla="*/ 324378 h 404636"/>
                <a:gd name="csX380" fmla="*/ 292848 w 806885"/>
                <a:gd name="csY380" fmla="*/ 321512 h 404636"/>
                <a:gd name="csX381" fmla="*/ 290460 w 806885"/>
                <a:gd name="csY381" fmla="*/ 319123 h 404636"/>
                <a:gd name="csX382" fmla="*/ 288549 w 806885"/>
                <a:gd name="csY382" fmla="*/ 317212 h 404636"/>
                <a:gd name="csX383" fmla="*/ 287115 w 806885"/>
                <a:gd name="csY383" fmla="*/ 315301 h 404636"/>
                <a:gd name="csX384" fmla="*/ 286638 w 806885"/>
                <a:gd name="csY384" fmla="*/ 312435 h 404636"/>
                <a:gd name="csX385" fmla="*/ 285205 w 806885"/>
                <a:gd name="csY385" fmla="*/ 311480 h 404636"/>
                <a:gd name="csX386" fmla="*/ 282816 w 806885"/>
                <a:gd name="csY386" fmla="*/ 310046 h 404636"/>
                <a:gd name="csX387" fmla="*/ 279949 w 806885"/>
                <a:gd name="csY387" fmla="*/ 308136 h 404636"/>
                <a:gd name="csX388" fmla="*/ 277083 w 806885"/>
                <a:gd name="csY388" fmla="*/ 306702 h 404636"/>
                <a:gd name="csX389" fmla="*/ 274694 w 806885"/>
                <a:gd name="csY389" fmla="*/ 304791 h 404636"/>
                <a:gd name="csX390" fmla="*/ 271828 w 806885"/>
                <a:gd name="csY390" fmla="*/ 303358 h 404636"/>
                <a:gd name="csX391" fmla="*/ 268962 w 806885"/>
                <a:gd name="csY391" fmla="*/ 301447 h 404636"/>
                <a:gd name="csX392" fmla="*/ 266096 w 806885"/>
                <a:gd name="csY392" fmla="*/ 300014 h 404636"/>
                <a:gd name="csX393" fmla="*/ 263707 w 806885"/>
                <a:gd name="csY393" fmla="*/ 298103 h 404636"/>
                <a:gd name="csX394" fmla="*/ 260840 w 806885"/>
                <a:gd name="csY394" fmla="*/ 296670 h 404636"/>
                <a:gd name="csX395" fmla="*/ 257974 w 806885"/>
                <a:gd name="csY395" fmla="*/ 294759 h 404636"/>
                <a:gd name="csX396" fmla="*/ 255108 w 806885"/>
                <a:gd name="csY396" fmla="*/ 292848 h 404636"/>
                <a:gd name="csX397" fmla="*/ 252719 w 806885"/>
                <a:gd name="csY397" fmla="*/ 291415 h 404636"/>
                <a:gd name="csX398" fmla="*/ 252719 w 806885"/>
                <a:gd name="csY398" fmla="*/ 291415 h 404636"/>
                <a:gd name="csX399" fmla="*/ 249853 w 806885"/>
                <a:gd name="csY399" fmla="*/ 289504 h 404636"/>
                <a:gd name="csX400" fmla="*/ 246986 w 806885"/>
                <a:gd name="csY400" fmla="*/ 288071 h 404636"/>
                <a:gd name="csX401" fmla="*/ 244120 w 806885"/>
                <a:gd name="csY401" fmla="*/ 286160 h 404636"/>
                <a:gd name="csX402" fmla="*/ 241731 w 806885"/>
                <a:gd name="csY402" fmla="*/ 284727 h 404636"/>
                <a:gd name="csX403" fmla="*/ 238865 w 806885"/>
                <a:gd name="csY403" fmla="*/ 282816 h 404636"/>
                <a:gd name="csX404" fmla="*/ 236476 w 806885"/>
                <a:gd name="csY404" fmla="*/ 281860 h 404636"/>
                <a:gd name="csX405" fmla="*/ 236476 w 806885"/>
                <a:gd name="csY405" fmla="*/ 281860 h 404636"/>
                <a:gd name="csX406" fmla="*/ 234565 w 806885"/>
                <a:gd name="csY406" fmla="*/ 281860 h 404636"/>
                <a:gd name="csX407" fmla="*/ 231221 w 806885"/>
                <a:gd name="csY407" fmla="*/ 282816 h 404636"/>
                <a:gd name="csX408" fmla="*/ 231221 w 806885"/>
                <a:gd name="csY408" fmla="*/ 282816 h 404636"/>
                <a:gd name="csX409" fmla="*/ 227877 w 806885"/>
                <a:gd name="csY409" fmla="*/ 283771 h 404636"/>
                <a:gd name="csX410" fmla="*/ 225010 w 806885"/>
                <a:gd name="csY410" fmla="*/ 284727 h 404636"/>
                <a:gd name="csX411" fmla="*/ 218800 w 806885"/>
                <a:gd name="csY411" fmla="*/ 286160 h 404636"/>
                <a:gd name="csX412" fmla="*/ 214978 w 806885"/>
                <a:gd name="csY412" fmla="*/ 287115 h 404636"/>
                <a:gd name="csX413" fmla="*/ 212112 w 806885"/>
                <a:gd name="csY413" fmla="*/ 288071 h 404636"/>
                <a:gd name="csX414" fmla="*/ 209246 w 806885"/>
                <a:gd name="csY414" fmla="*/ 289026 h 404636"/>
                <a:gd name="csX415" fmla="*/ 209246 w 806885"/>
                <a:gd name="csY415" fmla="*/ 289026 h 404636"/>
                <a:gd name="csX416" fmla="*/ 204946 w 806885"/>
                <a:gd name="csY416" fmla="*/ 290459 h 404636"/>
                <a:gd name="csX417" fmla="*/ 201602 w 806885"/>
                <a:gd name="csY417" fmla="*/ 291415 h 404636"/>
                <a:gd name="csX418" fmla="*/ 197780 w 806885"/>
                <a:gd name="csY418" fmla="*/ 292370 h 404636"/>
                <a:gd name="csX419" fmla="*/ 197780 w 806885"/>
                <a:gd name="csY419" fmla="*/ 292370 h 404636"/>
                <a:gd name="csX420" fmla="*/ 193958 w 806885"/>
                <a:gd name="csY420" fmla="*/ 293804 h 404636"/>
                <a:gd name="csX421" fmla="*/ 191092 w 806885"/>
                <a:gd name="csY421" fmla="*/ 294281 h 404636"/>
                <a:gd name="csX422" fmla="*/ 187748 w 806885"/>
                <a:gd name="csY422" fmla="*/ 295237 h 404636"/>
                <a:gd name="csX423" fmla="*/ 187748 w 806885"/>
                <a:gd name="csY423" fmla="*/ 295237 h 404636"/>
                <a:gd name="csX424" fmla="*/ 185359 w 806885"/>
                <a:gd name="csY424" fmla="*/ 296192 h 404636"/>
                <a:gd name="csX425" fmla="*/ 185359 w 806885"/>
                <a:gd name="csY425" fmla="*/ 301925 h 404636"/>
                <a:gd name="csX426" fmla="*/ 185359 w 806885"/>
                <a:gd name="csY426" fmla="*/ 307658 h 404636"/>
                <a:gd name="csX427" fmla="*/ 185359 w 806885"/>
                <a:gd name="csY427" fmla="*/ 313868 h 404636"/>
                <a:gd name="csX428" fmla="*/ 185359 w 806885"/>
                <a:gd name="csY428" fmla="*/ 319601 h 404636"/>
                <a:gd name="csX429" fmla="*/ 185359 w 806885"/>
                <a:gd name="csY429" fmla="*/ 325334 h 404636"/>
                <a:gd name="csX430" fmla="*/ 185359 w 806885"/>
                <a:gd name="csY430" fmla="*/ 331066 h 404636"/>
                <a:gd name="csX431" fmla="*/ 185359 w 806885"/>
                <a:gd name="csY431" fmla="*/ 336799 h 404636"/>
                <a:gd name="csX432" fmla="*/ 185359 w 806885"/>
                <a:gd name="csY432" fmla="*/ 342532 h 404636"/>
                <a:gd name="csX433" fmla="*/ 185359 w 806885"/>
                <a:gd name="csY433" fmla="*/ 348265 h 404636"/>
                <a:gd name="csX434" fmla="*/ 185359 w 806885"/>
                <a:gd name="csY434" fmla="*/ 353997 h 404636"/>
                <a:gd name="csX435" fmla="*/ 185359 w 806885"/>
                <a:gd name="csY435" fmla="*/ 359253 h 404636"/>
                <a:gd name="csX436" fmla="*/ 185359 w 806885"/>
                <a:gd name="csY436" fmla="*/ 364985 h 404636"/>
                <a:gd name="csX437" fmla="*/ 185359 w 806885"/>
                <a:gd name="csY437" fmla="*/ 370718 h 404636"/>
                <a:gd name="csX438" fmla="*/ 185359 w 806885"/>
                <a:gd name="csY438" fmla="*/ 376451 h 404636"/>
                <a:gd name="csX439" fmla="*/ 185359 w 806885"/>
                <a:gd name="csY439" fmla="*/ 381706 h 404636"/>
                <a:gd name="csX440" fmla="*/ 185359 w 806885"/>
                <a:gd name="csY440" fmla="*/ 387438 h 404636"/>
                <a:gd name="csX441" fmla="*/ 185359 w 806885"/>
                <a:gd name="csY441" fmla="*/ 387438 h 404636"/>
                <a:gd name="csX442" fmla="*/ 185359 w 806885"/>
                <a:gd name="csY442" fmla="*/ 387438 h 404636"/>
                <a:gd name="csX443" fmla="*/ 185359 w 806885"/>
                <a:gd name="csY443" fmla="*/ 387438 h 404636"/>
                <a:gd name="csX444" fmla="*/ 184882 w 806885"/>
                <a:gd name="csY444" fmla="*/ 387438 h 404636"/>
                <a:gd name="csX445" fmla="*/ 182971 w 806885"/>
                <a:gd name="csY445" fmla="*/ 387916 h 404636"/>
                <a:gd name="csX446" fmla="*/ 182015 w 806885"/>
                <a:gd name="csY446" fmla="*/ 387916 h 404636"/>
                <a:gd name="csX447" fmla="*/ 179626 w 806885"/>
                <a:gd name="csY447" fmla="*/ 388394 h 404636"/>
                <a:gd name="csX448" fmla="*/ 177238 w 806885"/>
                <a:gd name="csY448" fmla="*/ 388872 h 404636"/>
                <a:gd name="csX449" fmla="*/ 176760 w 806885"/>
                <a:gd name="csY449" fmla="*/ 388872 h 404636"/>
                <a:gd name="csX450" fmla="*/ 175805 w 806885"/>
                <a:gd name="csY450" fmla="*/ 388872 h 404636"/>
                <a:gd name="csX451" fmla="*/ 174849 w 806885"/>
                <a:gd name="csY451" fmla="*/ 387916 h 404636"/>
                <a:gd name="csX452" fmla="*/ 173894 w 806885"/>
                <a:gd name="csY452" fmla="*/ 386961 h 404636"/>
                <a:gd name="csX453" fmla="*/ 172460 w 806885"/>
                <a:gd name="csY453" fmla="*/ 385528 h 404636"/>
                <a:gd name="csX454" fmla="*/ 172460 w 806885"/>
                <a:gd name="csY454" fmla="*/ 385528 h 404636"/>
                <a:gd name="csX455" fmla="*/ 171027 w 806885"/>
                <a:gd name="csY455" fmla="*/ 384094 h 404636"/>
                <a:gd name="csX456" fmla="*/ 169594 w 806885"/>
                <a:gd name="csY456" fmla="*/ 381706 h 404636"/>
                <a:gd name="csX457" fmla="*/ 168161 w 806885"/>
                <a:gd name="csY457" fmla="*/ 379795 h 404636"/>
                <a:gd name="csX458" fmla="*/ 165294 w 806885"/>
                <a:gd name="csY458" fmla="*/ 375495 h 404636"/>
                <a:gd name="csX459" fmla="*/ 164817 w 806885"/>
                <a:gd name="csY459" fmla="*/ 374540 h 404636"/>
                <a:gd name="csX460" fmla="*/ 164339 w 806885"/>
                <a:gd name="csY460" fmla="*/ 373107 h 404636"/>
                <a:gd name="csX461" fmla="*/ 163384 w 806885"/>
                <a:gd name="csY461" fmla="*/ 371673 h 404636"/>
                <a:gd name="csX462" fmla="*/ 160039 w 806885"/>
                <a:gd name="csY462" fmla="*/ 369285 h 404636"/>
                <a:gd name="csX463" fmla="*/ 155740 w 806885"/>
                <a:gd name="csY463" fmla="*/ 366419 h 404636"/>
                <a:gd name="csX464" fmla="*/ 151918 w 806885"/>
                <a:gd name="csY464" fmla="*/ 364030 h 404636"/>
                <a:gd name="csX465" fmla="*/ 151441 w 806885"/>
                <a:gd name="csY465" fmla="*/ 364030 h 404636"/>
                <a:gd name="csX466" fmla="*/ 150485 w 806885"/>
                <a:gd name="csY466" fmla="*/ 363552 h 404636"/>
                <a:gd name="csX467" fmla="*/ 148574 w 806885"/>
                <a:gd name="csY467" fmla="*/ 362596 h 404636"/>
                <a:gd name="csX468" fmla="*/ 146185 w 806885"/>
                <a:gd name="csY468" fmla="*/ 362596 h 404636"/>
                <a:gd name="csX469" fmla="*/ 145230 w 806885"/>
                <a:gd name="csY469" fmla="*/ 363074 h 404636"/>
                <a:gd name="csX470" fmla="*/ 144752 w 806885"/>
                <a:gd name="csY470" fmla="*/ 363074 h 404636"/>
                <a:gd name="csX471" fmla="*/ 143319 w 806885"/>
                <a:gd name="csY471" fmla="*/ 363074 h 404636"/>
                <a:gd name="csX472" fmla="*/ 139975 w 806885"/>
                <a:gd name="csY472" fmla="*/ 363552 h 404636"/>
                <a:gd name="csX473" fmla="*/ 136631 w 806885"/>
                <a:gd name="csY473" fmla="*/ 364508 h 404636"/>
                <a:gd name="csX474" fmla="*/ 131376 w 806885"/>
                <a:gd name="csY474" fmla="*/ 365941 h 404636"/>
                <a:gd name="csX475" fmla="*/ 131376 w 806885"/>
                <a:gd name="csY475" fmla="*/ 365941 h 404636"/>
                <a:gd name="csX476" fmla="*/ 127554 w 806885"/>
                <a:gd name="csY476" fmla="*/ 367374 h 404636"/>
                <a:gd name="csX477" fmla="*/ 126598 w 806885"/>
                <a:gd name="csY477" fmla="*/ 367852 h 404636"/>
                <a:gd name="csX478" fmla="*/ 123732 w 806885"/>
                <a:gd name="csY478" fmla="*/ 369762 h 404636"/>
                <a:gd name="csX479" fmla="*/ 120388 w 806885"/>
                <a:gd name="csY479" fmla="*/ 372629 h 404636"/>
                <a:gd name="csX480" fmla="*/ 116566 w 806885"/>
                <a:gd name="csY480" fmla="*/ 376451 h 404636"/>
                <a:gd name="csX481" fmla="*/ 116088 w 806885"/>
                <a:gd name="csY481" fmla="*/ 374062 h 404636"/>
                <a:gd name="csX482" fmla="*/ 115611 w 806885"/>
                <a:gd name="csY482" fmla="*/ 369762 h 404636"/>
                <a:gd name="csX483" fmla="*/ 115611 w 806885"/>
                <a:gd name="csY483" fmla="*/ 368807 h 404636"/>
                <a:gd name="csX484" fmla="*/ 117044 w 806885"/>
                <a:gd name="csY484" fmla="*/ 364985 h 404636"/>
                <a:gd name="csX485" fmla="*/ 118000 w 806885"/>
                <a:gd name="csY485" fmla="*/ 363074 h 404636"/>
                <a:gd name="csX486" fmla="*/ 118955 w 806885"/>
                <a:gd name="csY486" fmla="*/ 360686 h 404636"/>
                <a:gd name="csX487" fmla="*/ 119432 w 806885"/>
                <a:gd name="csY487" fmla="*/ 357342 h 404636"/>
                <a:gd name="csX488" fmla="*/ 118477 w 806885"/>
                <a:gd name="csY488" fmla="*/ 352564 h 404636"/>
                <a:gd name="csX489" fmla="*/ 117521 w 806885"/>
                <a:gd name="csY489" fmla="*/ 351131 h 404636"/>
                <a:gd name="csX490" fmla="*/ 116566 w 806885"/>
                <a:gd name="csY490" fmla="*/ 350653 h 404636"/>
                <a:gd name="csX491" fmla="*/ 115133 w 806885"/>
                <a:gd name="csY491" fmla="*/ 350653 h 404636"/>
                <a:gd name="csX492" fmla="*/ 113222 w 806885"/>
                <a:gd name="csY492" fmla="*/ 351131 h 404636"/>
                <a:gd name="csX493" fmla="*/ 112266 w 806885"/>
                <a:gd name="csY493" fmla="*/ 351609 h 404636"/>
                <a:gd name="csX494" fmla="*/ 110355 w 806885"/>
                <a:gd name="csY494" fmla="*/ 349698 h 404636"/>
                <a:gd name="csX495" fmla="*/ 107967 w 806885"/>
                <a:gd name="csY495" fmla="*/ 349220 h 404636"/>
                <a:gd name="csX496" fmla="*/ 107012 w 806885"/>
                <a:gd name="csY496" fmla="*/ 349698 h 404636"/>
                <a:gd name="csX497" fmla="*/ 106056 w 806885"/>
                <a:gd name="csY497" fmla="*/ 350176 h 404636"/>
                <a:gd name="csX498" fmla="*/ 104623 w 806885"/>
                <a:gd name="csY498" fmla="*/ 349698 h 404636"/>
                <a:gd name="csX499" fmla="*/ 103668 w 806885"/>
                <a:gd name="csY499" fmla="*/ 348743 h 404636"/>
                <a:gd name="csX500" fmla="*/ 102712 w 806885"/>
                <a:gd name="csY500" fmla="*/ 347787 h 404636"/>
                <a:gd name="csX501" fmla="*/ 102234 w 806885"/>
                <a:gd name="csY501" fmla="*/ 346354 h 404636"/>
                <a:gd name="csX502" fmla="*/ 100801 w 806885"/>
                <a:gd name="csY502" fmla="*/ 343965 h 404636"/>
                <a:gd name="csX503" fmla="*/ 98890 w 806885"/>
                <a:gd name="csY503" fmla="*/ 342532 h 404636"/>
                <a:gd name="csX504" fmla="*/ 96979 w 806885"/>
                <a:gd name="csY504" fmla="*/ 342054 h 404636"/>
                <a:gd name="csX505" fmla="*/ 93635 w 806885"/>
                <a:gd name="csY505" fmla="*/ 342054 h 404636"/>
                <a:gd name="csX506" fmla="*/ 92680 w 806885"/>
                <a:gd name="csY506" fmla="*/ 342054 h 404636"/>
                <a:gd name="csX507" fmla="*/ 92680 w 806885"/>
                <a:gd name="csY507" fmla="*/ 340621 h 404636"/>
                <a:gd name="csX508" fmla="*/ 93157 w 806885"/>
                <a:gd name="csY508" fmla="*/ 337755 h 404636"/>
                <a:gd name="csX509" fmla="*/ 93157 w 806885"/>
                <a:gd name="csY509" fmla="*/ 335844 h 404636"/>
                <a:gd name="csX510" fmla="*/ 92680 w 806885"/>
                <a:gd name="csY510" fmla="*/ 334411 h 404636"/>
                <a:gd name="csX511" fmla="*/ 92202 w 806885"/>
                <a:gd name="csY511" fmla="*/ 332977 h 404636"/>
                <a:gd name="csX512" fmla="*/ 91724 w 806885"/>
                <a:gd name="csY512" fmla="*/ 332022 h 404636"/>
                <a:gd name="csX513" fmla="*/ 89813 w 806885"/>
                <a:gd name="csY513" fmla="*/ 330111 h 404636"/>
                <a:gd name="csX514" fmla="*/ 88380 w 806885"/>
                <a:gd name="csY514" fmla="*/ 327722 h 404636"/>
                <a:gd name="csX515" fmla="*/ 85514 w 806885"/>
                <a:gd name="csY515" fmla="*/ 322467 h 404636"/>
                <a:gd name="csX516" fmla="*/ 83603 w 806885"/>
                <a:gd name="csY516" fmla="*/ 316735 h 404636"/>
                <a:gd name="csX517" fmla="*/ 82647 w 806885"/>
                <a:gd name="csY517" fmla="*/ 315779 h 404636"/>
                <a:gd name="csX518" fmla="*/ 80736 w 806885"/>
                <a:gd name="csY518" fmla="*/ 314824 h 404636"/>
                <a:gd name="csX519" fmla="*/ 76437 w 806885"/>
                <a:gd name="csY519" fmla="*/ 313868 h 404636"/>
                <a:gd name="csX520" fmla="*/ 73570 w 806885"/>
                <a:gd name="csY520" fmla="*/ 313390 h 404636"/>
                <a:gd name="csX521" fmla="*/ 72615 w 806885"/>
                <a:gd name="csY521" fmla="*/ 312435 h 404636"/>
                <a:gd name="csX522" fmla="*/ 72137 w 806885"/>
                <a:gd name="csY522" fmla="*/ 311002 h 404636"/>
                <a:gd name="csX523" fmla="*/ 72137 w 806885"/>
                <a:gd name="csY523" fmla="*/ 309569 h 404636"/>
                <a:gd name="csX524" fmla="*/ 72137 w 806885"/>
                <a:gd name="csY524" fmla="*/ 308136 h 404636"/>
                <a:gd name="csX525" fmla="*/ 73093 w 806885"/>
                <a:gd name="csY525" fmla="*/ 306702 h 404636"/>
                <a:gd name="csX526" fmla="*/ 75004 w 806885"/>
                <a:gd name="csY526" fmla="*/ 305747 h 404636"/>
                <a:gd name="csX527" fmla="*/ 79781 w 806885"/>
                <a:gd name="csY527" fmla="*/ 305269 h 404636"/>
                <a:gd name="csX528" fmla="*/ 84080 w 806885"/>
                <a:gd name="csY528" fmla="*/ 305269 h 404636"/>
                <a:gd name="csX529" fmla="*/ 87902 w 806885"/>
                <a:gd name="csY529" fmla="*/ 308136 h 404636"/>
                <a:gd name="csX530" fmla="*/ 88858 w 806885"/>
                <a:gd name="csY530" fmla="*/ 308613 h 404636"/>
                <a:gd name="csX531" fmla="*/ 90291 w 806885"/>
                <a:gd name="csY531" fmla="*/ 308613 h 404636"/>
                <a:gd name="csX532" fmla="*/ 93157 w 806885"/>
                <a:gd name="csY532" fmla="*/ 308136 h 404636"/>
                <a:gd name="csX533" fmla="*/ 94113 w 806885"/>
                <a:gd name="csY533" fmla="*/ 307658 h 404636"/>
                <a:gd name="csX534" fmla="*/ 97457 w 806885"/>
                <a:gd name="csY534" fmla="*/ 308136 h 404636"/>
                <a:gd name="csX535" fmla="*/ 96502 w 806885"/>
                <a:gd name="csY535" fmla="*/ 306702 h 404636"/>
                <a:gd name="csX536" fmla="*/ 95546 w 806885"/>
                <a:gd name="csY536" fmla="*/ 306224 h 404636"/>
                <a:gd name="csX537" fmla="*/ 94113 w 806885"/>
                <a:gd name="csY537" fmla="*/ 306224 h 404636"/>
                <a:gd name="csX538" fmla="*/ 93157 w 806885"/>
                <a:gd name="csY538" fmla="*/ 305747 h 404636"/>
                <a:gd name="csX539" fmla="*/ 91246 w 806885"/>
                <a:gd name="csY539" fmla="*/ 303358 h 404636"/>
                <a:gd name="csX540" fmla="*/ 87902 w 806885"/>
                <a:gd name="csY540" fmla="*/ 300970 h 404636"/>
                <a:gd name="csX541" fmla="*/ 87425 w 806885"/>
                <a:gd name="csY541" fmla="*/ 299536 h 404636"/>
                <a:gd name="csX542" fmla="*/ 86947 w 806885"/>
                <a:gd name="csY542" fmla="*/ 298103 h 404636"/>
                <a:gd name="csX543" fmla="*/ 87425 w 806885"/>
                <a:gd name="csY543" fmla="*/ 296670 h 404636"/>
                <a:gd name="csX544" fmla="*/ 89813 w 806885"/>
                <a:gd name="csY544" fmla="*/ 294759 h 404636"/>
                <a:gd name="csX545" fmla="*/ 91724 w 806885"/>
                <a:gd name="csY545" fmla="*/ 292848 h 404636"/>
                <a:gd name="csX546" fmla="*/ 92680 w 806885"/>
                <a:gd name="csY546" fmla="*/ 289982 h 404636"/>
                <a:gd name="csX547" fmla="*/ 93635 w 806885"/>
                <a:gd name="csY547" fmla="*/ 289026 h 404636"/>
                <a:gd name="csX548" fmla="*/ 95068 w 806885"/>
                <a:gd name="csY548" fmla="*/ 286638 h 404636"/>
                <a:gd name="csX549" fmla="*/ 97457 w 806885"/>
                <a:gd name="csY549" fmla="*/ 287115 h 404636"/>
                <a:gd name="csX550" fmla="*/ 101279 w 806885"/>
                <a:gd name="csY550" fmla="*/ 285682 h 404636"/>
                <a:gd name="csX551" fmla="*/ 107489 w 806885"/>
                <a:gd name="csY551" fmla="*/ 286160 h 404636"/>
                <a:gd name="csX552" fmla="*/ 115133 w 806885"/>
                <a:gd name="csY552" fmla="*/ 285682 h 404636"/>
                <a:gd name="csX553" fmla="*/ 117044 w 806885"/>
                <a:gd name="csY553" fmla="*/ 285682 h 404636"/>
                <a:gd name="csX554" fmla="*/ 121821 w 806885"/>
                <a:gd name="csY554" fmla="*/ 287115 h 404636"/>
                <a:gd name="csX555" fmla="*/ 124687 w 806885"/>
                <a:gd name="csY555" fmla="*/ 287593 h 404636"/>
                <a:gd name="csX556" fmla="*/ 128032 w 806885"/>
                <a:gd name="csY556" fmla="*/ 288071 h 404636"/>
                <a:gd name="csX557" fmla="*/ 130420 w 806885"/>
                <a:gd name="csY557" fmla="*/ 287593 h 404636"/>
                <a:gd name="csX558" fmla="*/ 128032 w 806885"/>
                <a:gd name="csY558" fmla="*/ 285682 h 404636"/>
                <a:gd name="csX559" fmla="*/ 123254 w 806885"/>
                <a:gd name="csY559" fmla="*/ 283294 h 404636"/>
                <a:gd name="csX560" fmla="*/ 122299 w 806885"/>
                <a:gd name="csY560" fmla="*/ 281382 h 404636"/>
                <a:gd name="csX561" fmla="*/ 124210 w 806885"/>
                <a:gd name="csY561" fmla="*/ 276128 h 404636"/>
                <a:gd name="csX562" fmla="*/ 127554 w 806885"/>
                <a:gd name="csY562" fmla="*/ 270873 h 404636"/>
                <a:gd name="csX563" fmla="*/ 128987 w 806885"/>
                <a:gd name="csY563" fmla="*/ 265140 h 404636"/>
                <a:gd name="csX564" fmla="*/ 128509 w 806885"/>
                <a:gd name="csY564" fmla="*/ 259407 h 404636"/>
                <a:gd name="csX565" fmla="*/ 128032 w 806885"/>
                <a:gd name="csY565" fmla="*/ 257496 h 404636"/>
                <a:gd name="csX566" fmla="*/ 128032 w 806885"/>
                <a:gd name="csY566" fmla="*/ 255585 h 404636"/>
                <a:gd name="csX567" fmla="*/ 128987 w 806885"/>
                <a:gd name="csY567" fmla="*/ 254152 h 404636"/>
                <a:gd name="csX568" fmla="*/ 129943 w 806885"/>
                <a:gd name="csY568" fmla="*/ 252719 h 404636"/>
                <a:gd name="csX569" fmla="*/ 129465 w 806885"/>
                <a:gd name="csY569" fmla="*/ 250808 h 404636"/>
                <a:gd name="csX570" fmla="*/ 128032 w 806885"/>
                <a:gd name="csY570" fmla="*/ 247464 h 404636"/>
                <a:gd name="csX571" fmla="*/ 127076 w 806885"/>
                <a:gd name="csY571" fmla="*/ 246508 h 404636"/>
                <a:gd name="csX572" fmla="*/ 124687 w 806885"/>
                <a:gd name="csY572" fmla="*/ 245075 h 404636"/>
                <a:gd name="csX573" fmla="*/ 120388 w 806885"/>
                <a:gd name="csY573" fmla="*/ 245075 h 404636"/>
                <a:gd name="csX574" fmla="*/ 116088 w 806885"/>
                <a:gd name="csY574" fmla="*/ 244120 h 404636"/>
                <a:gd name="csX575" fmla="*/ 115133 w 806885"/>
                <a:gd name="csY575" fmla="*/ 244598 h 404636"/>
                <a:gd name="csX576" fmla="*/ 114177 w 806885"/>
                <a:gd name="csY576" fmla="*/ 246031 h 404636"/>
                <a:gd name="csX577" fmla="*/ 113700 w 806885"/>
                <a:gd name="csY577" fmla="*/ 246508 h 404636"/>
                <a:gd name="csX578" fmla="*/ 110355 w 806885"/>
                <a:gd name="csY578" fmla="*/ 247941 h 404636"/>
                <a:gd name="csX579" fmla="*/ 109400 w 806885"/>
                <a:gd name="csY579" fmla="*/ 248419 h 404636"/>
                <a:gd name="csX580" fmla="*/ 108445 w 806885"/>
                <a:gd name="csY580" fmla="*/ 247941 h 404636"/>
                <a:gd name="csX581" fmla="*/ 107012 w 806885"/>
                <a:gd name="csY581" fmla="*/ 246508 h 404636"/>
                <a:gd name="csX582" fmla="*/ 105578 w 806885"/>
                <a:gd name="csY582" fmla="*/ 246508 h 404636"/>
                <a:gd name="csX583" fmla="*/ 101757 w 806885"/>
                <a:gd name="csY583" fmla="*/ 245553 h 404636"/>
                <a:gd name="csX584" fmla="*/ 99846 w 806885"/>
                <a:gd name="csY584" fmla="*/ 243164 h 404636"/>
                <a:gd name="csX585" fmla="*/ 98890 w 806885"/>
                <a:gd name="csY585" fmla="*/ 243164 h 404636"/>
                <a:gd name="csX586" fmla="*/ 92680 w 806885"/>
                <a:gd name="csY586" fmla="*/ 241253 h 404636"/>
                <a:gd name="csX587" fmla="*/ 90291 w 806885"/>
                <a:gd name="csY587" fmla="*/ 240775 h 404636"/>
                <a:gd name="csX588" fmla="*/ 85514 w 806885"/>
                <a:gd name="csY588" fmla="*/ 242687 h 404636"/>
                <a:gd name="csX589" fmla="*/ 81692 w 806885"/>
                <a:gd name="csY589" fmla="*/ 245075 h 404636"/>
                <a:gd name="csX590" fmla="*/ 80736 w 806885"/>
                <a:gd name="csY590" fmla="*/ 245553 h 404636"/>
                <a:gd name="csX591" fmla="*/ 78825 w 806885"/>
                <a:gd name="csY591" fmla="*/ 246986 h 404636"/>
                <a:gd name="csX592" fmla="*/ 77393 w 806885"/>
                <a:gd name="csY592" fmla="*/ 246986 h 404636"/>
                <a:gd name="csX593" fmla="*/ 76437 w 806885"/>
                <a:gd name="csY593" fmla="*/ 246986 h 404636"/>
                <a:gd name="csX594" fmla="*/ 75481 w 806885"/>
                <a:gd name="csY594" fmla="*/ 246986 h 404636"/>
                <a:gd name="csX595" fmla="*/ 73093 w 806885"/>
                <a:gd name="csY595" fmla="*/ 249375 h 404636"/>
                <a:gd name="csX596" fmla="*/ 69271 w 806885"/>
                <a:gd name="csY596" fmla="*/ 251763 h 404636"/>
                <a:gd name="csX597" fmla="*/ 66882 w 806885"/>
                <a:gd name="csY597" fmla="*/ 253674 h 404636"/>
                <a:gd name="csX598" fmla="*/ 64971 w 806885"/>
                <a:gd name="csY598" fmla="*/ 254630 h 404636"/>
                <a:gd name="csX599" fmla="*/ 62105 w 806885"/>
                <a:gd name="csY599" fmla="*/ 255107 h 404636"/>
                <a:gd name="csX600" fmla="*/ 59716 w 806885"/>
                <a:gd name="csY600" fmla="*/ 255107 h 404636"/>
                <a:gd name="csX601" fmla="*/ 58761 w 806885"/>
                <a:gd name="csY601" fmla="*/ 256063 h 404636"/>
                <a:gd name="csX602" fmla="*/ 55895 w 806885"/>
                <a:gd name="csY602" fmla="*/ 256063 h 404636"/>
                <a:gd name="csX603" fmla="*/ 53984 w 806885"/>
                <a:gd name="csY603" fmla="*/ 256541 h 404636"/>
                <a:gd name="csX604" fmla="*/ 53984 w 806885"/>
                <a:gd name="csY604" fmla="*/ 257496 h 404636"/>
                <a:gd name="csX605" fmla="*/ 54461 w 806885"/>
                <a:gd name="csY605" fmla="*/ 259407 h 404636"/>
                <a:gd name="csX606" fmla="*/ 53028 w 806885"/>
                <a:gd name="csY606" fmla="*/ 258929 h 404636"/>
                <a:gd name="csX607" fmla="*/ 51117 w 806885"/>
                <a:gd name="csY607" fmla="*/ 259885 h 404636"/>
                <a:gd name="csX608" fmla="*/ 51595 w 806885"/>
                <a:gd name="csY608" fmla="*/ 261318 h 404636"/>
                <a:gd name="csX609" fmla="*/ 51595 w 806885"/>
                <a:gd name="csY609" fmla="*/ 261318 h 404636"/>
                <a:gd name="csX610" fmla="*/ 50639 w 806885"/>
                <a:gd name="csY610" fmla="*/ 260840 h 404636"/>
                <a:gd name="csX611" fmla="*/ 46340 w 806885"/>
                <a:gd name="csY611" fmla="*/ 258452 h 404636"/>
                <a:gd name="csX612" fmla="*/ 42518 w 806885"/>
                <a:gd name="csY612" fmla="*/ 257018 h 404636"/>
                <a:gd name="csX613" fmla="*/ 39652 w 806885"/>
                <a:gd name="csY613" fmla="*/ 255107 h 404636"/>
                <a:gd name="csX614" fmla="*/ 39174 w 806885"/>
                <a:gd name="csY614" fmla="*/ 255107 h 404636"/>
                <a:gd name="csX615" fmla="*/ 38218 w 806885"/>
                <a:gd name="csY615" fmla="*/ 254152 h 404636"/>
                <a:gd name="csX616" fmla="*/ 37263 w 806885"/>
                <a:gd name="csY616" fmla="*/ 253197 h 404636"/>
                <a:gd name="csX617" fmla="*/ 37263 w 806885"/>
                <a:gd name="csY617" fmla="*/ 251763 h 404636"/>
                <a:gd name="csX618" fmla="*/ 37741 w 806885"/>
                <a:gd name="csY618" fmla="*/ 250808 h 404636"/>
                <a:gd name="csX619" fmla="*/ 38218 w 806885"/>
                <a:gd name="csY619" fmla="*/ 250330 h 404636"/>
                <a:gd name="csX620" fmla="*/ 39174 w 806885"/>
                <a:gd name="csY620" fmla="*/ 249852 h 404636"/>
                <a:gd name="csX621" fmla="*/ 39174 w 806885"/>
                <a:gd name="csY621" fmla="*/ 249852 h 404636"/>
                <a:gd name="csX622" fmla="*/ 40129 w 806885"/>
                <a:gd name="csY622" fmla="*/ 250330 h 404636"/>
                <a:gd name="csX623" fmla="*/ 41085 w 806885"/>
                <a:gd name="csY623" fmla="*/ 250808 h 404636"/>
                <a:gd name="csX624" fmla="*/ 42518 w 806885"/>
                <a:gd name="csY624" fmla="*/ 251286 h 404636"/>
                <a:gd name="csX625" fmla="*/ 42996 w 806885"/>
                <a:gd name="csY625" fmla="*/ 251286 h 404636"/>
                <a:gd name="csX626" fmla="*/ 44907 w 806885"/>
                <a:gd name="csY626" fmla="*/ 251763 h 404636"/>
                <a:gd name="csX627" fmla="*/ 44907 w 806885"/>
                <a:gd name="csY627" fmla="*/ 251763 h 404636"/>
                <a:gd name="csX628" fmla="*/ 46340 w 806885"/>
                <a:gd name="csY628" fmla="*/ 251286 h 404636"/>
                <a:gd name="csX629" fmla="*/ 46340 w 806885"/>
                <a:gd name="csY629" fmla="*/ 251286 h 404636"/>
                <a:gd name="csX630" fmla="*/ 46340 w 806885"/>
                <a:gd name="csY630" fmla="*/ 249852 h 404636"/>
                <a:gd name="csX631" fmla="*/ 43951 w 806885"/>
                <a:gd name="csY631" fmla="*/ 245075 h 404636"/>
                <a:gd name="csX632" fmla="*/ 41563 w 806885"/>
                <a:gd name="csY632" fmla="*/ 241253 h 404636"/>
                <a:gd name="csX633" fmla="*/ 39174 w 806885"/>
                <a:gd name="csY633" fmla="*/ 236954 h 404636"/>
                <a:gd name="csX634" fmla="*/ 38218 w 806885"/>
                <a:gd name="csY634" fmla="*/ 235043 h 404636"/>
                <a:gd name="csX635" fmla="*/ 35352 w 806885"/>
                <a:gd name="csY635" fmla="*/ 231699 h 404636"/>
                <a:gd name="csX636" fmla="*/ 32963 w 806885"/>
                <a:gd name="csY636" fmla="*/ 227877 h 404636"/>
                <a:gd name="csX637" fmla="*/ 30575 w 806885"/>
                <a:gd name="csY637" fmla="*/ 225010 h 404636"/>
                <a:gd name="csX638" fmla="*/ 29620 w 806885"/>
                <a:gd name="csY638" fmla="*/ 224055 h 404636"/>
                <a:gd name="csX639" fmla="*/ 26275 w 806885"/>
                <a:gd name="csY639" fmla="*/ 223577 h 404636"/>
                <a:gd name="csX640" fmla="*/ 19587 w 806885"/>
                <a:gd name="csY640" fmla="*/ 222622 h 404636"/>
                <a:gd name="csX641" fmla="*/ 17198 w 806885"/>
                <a:gd name="csY641" fmla="*/ 222144 h 404636"/>
                <a:gd name="csX642" fmla="*/ 17198 w 806885"/>
                <a:gd name="csY642" fmla="*/ 222144 h 404636"/>
                <a:gd name="csX643" fmla="*/ 15288 w 806885"/>
                <a:gd name="csY643" fmla="*/ 223100 h 404636"/>
                <a:gd name="csX644" fmla="*/ 13377 w 806885"/>
                <a:gd name="csY644" fmla="*/ 224055 h 404636"/>
                <a:gd name="csX645" fmla="*/ 11466 w 806885"/>
                <a:gd name="csY645" fmla="*/ 222622 h 404636"/>
                <a:gd name="csX646" fmla="*/ 10032 w 806885"/>
                <a:gd name="csY646" fmla="*/ 220233 h 404636"/>
                <a:gd name="csX647" fmla="*/ 9555 w 806885"/>
                <a:gd name="csY647" fmla="*/ 218322 h 404636"/>
                <a:gd name="csX648" fmla="*/ 9555 w 806885"/>
                <a:gd name="csY648" fmla="*/ 216411 h 404636"/>
                <a:gd name="csX649" fmla="*/ 10032 w 806885"/>
                <a:gd name="csY649" fmla="*/ 213545 h 404636"/>
                <a:gd name="csX650" fmla="*/ 8599 w 806885"/>
                <a:gd name="csY650" fmla="*/ 210679 h 404636"/>
                <a:gd name="csX651" fmla="*/ 7644 w 806885"/>
                <a:gd name="csY651" fmla="*/ 209245 h 404636"/>
                <a:gd name="csX652" fmla="*/ 7644 w 806885"/>
                <a:gd name="csY652" fmla="*/ 209245 h 404636"/>
                <a:gd name="csX653" fmla="*/ 4777 w 806885"/>
                <a:gd name="csY653" fmla="*/ 208290 h 404636"/>
                <a:gd name="csX654" fmla="*/ 956 w 806885"/>
                <a:gd name="csY654" fmla="*/ 205901 h 404636"/>
                <a:gd name="csX655" fmla="*/ 0 w 806885"/>
                <a:gd name="csY655" fmla="*/ 201124 h 404636"/>
                <a:gd name="csX656" fmla="*/ 1433 w 806885"/>
                <a:gd name="csY656" fmla="*/ 194914 h 404636"/>
                <a:gd name="csX657" fmla="*/ 4777 w 806885"/>
                <a:gd name="csY657" fmla="*/ 190614 h 404636"/>
                <a:gd name="csX658" fmla="*/ 5733 w 806885"/>
                <a:gd name="csY658" fmla="*/ 189659 h 404636"/>
                <a:gd name="csX659" fmla="*/ 6688 w 806885"/>
                <a:gd name="csY659" fmla="*/ 188703 h 404636"/>
                <a:gd name="csX660" fmla="*/ 6688 w 806885"/>
                <a:gd name="csY660" fmla="*/ 188703 h 404636"/>
                <a:gd name="csX661" fmla="*/ 7166 w 806885"/>
                <a:gd name="csY661" fmla="*/ 187748 h 404636"/>
                <a:gd name="csX662" fmla="*/ 7644 w 806885"/>
                <a:gd name="csY662" fmla="*/ 186792 h 404636"/>
                <a:gd name="csX663" fmla="*/ 8122 w 806885"/>
                <a:gd name="csY663" fmla="*/ 185359 h 404636"/>
                <a:gd name="csX664" fmla="*/ 8122 w 806885"/>
                <a:gd name="csY664" fmla="*/ 183926 h 404636"/>
                <a:gd name="csX665" fmla="*/ 6688 w 806885"/>
                <a:gd name="csY665" fmla="*/ 182493 h 404636"/>
                <a:gd name="csX666" fmla="*/ 4777 w 806885"/>
                <a:gd name="csY666" fmla="*/ 181059 h 404636"/>
                <a:gd name="csX667" fmla="*/ 3822 w 806885"/>
                <a:gd name="csY667" fmla="*/ 179626 h 404636"/>
                <a:gd name="csX668" fmla="*/ 3822 w 806885"/>
                <a:gd name="csY668" fmla="*/ 175804 h 404636"/>
                <a:gd name="csX669" fmla="*/ 5255 w 806885"/>
                <a:gd name="csY669" fmla="*/ 170072 h 404636"/>
                <a:gd name="csX670" fmla="*/ 7166 w 806885"/>
                <a:gd name="csY670" fmla="*/ 165772 h 404636"/>
                <a:gd name="csX671" fmla="*/ 7166 w 806885"/>
                <a:gd name="csY671" fmla="*/ 165772 h 404636"/>
                <a:gd name="csX672" fmla="*/ 10032 w 806885"/>
                <a:gd name="csY672" fmla="*/ 163383 h 404636"/>
                <a:gd name="csX673" fmla="*/ 12421 w 806885"/>
                <a:gd name="csY673" fmla="*/ 161473 h 404636"/>
                <a:gd name="csX674" fmla="*/ 12421 w 806885"/>
                <a:gd name="csY674" fmla="*/ 161473 h 404636"/>
                <a:gd name="csX675" fmla="*/ 13377 w 806885"/>
                <a:gd name="csY675" fmla="*/ 160039 h 404636"/>
                <a:gd name="csX676" fmla="*/ 13377 w 806885"/>
                <a:gd name="csY676" fmla="*/ 160039 h 404636"/>
                <a:gd name="csX677" fmla="*/ 13377 w 806885"/>
                <a:gd name="csY677" fmla="*/ 157651 h 404636"/>
                <a:gd name="csX678" fmla="*/ 13377 w 806885"/>
                <a:gd name="csY678" fmla="*/ 155740 h 404636"/>
                <a:gd name="csX679" fmla="*/ 13377 w 806885"/>
                <a:gd name="csY679" fmla="*/ 155262 h 404636"/>
                <a:gd name="csX680" fmla="*/ 13854 w 806885"/>
                <a:gd name="csY680" fmla="*/ 153829 h 404636"/>
                <a:gd name="csX681" fmla="*/ 14332 w 806885"/>
                <a:gd name="csY681" fmla="*/ 153351 h 404636"/>
                <a:gd name="csX682" fmla="*/ 14809 w 806885"/>
                <a:gd name="csY682" fmla="*/ 152873 h 404636"/>
                <a:gd name="csX683" fmla="*/ 15765 w 806885"/>
                <a:gd name="csY683" fmla="*/ 151440 h 404636"/>
                <a:gd name="csX684" fmla="*/ 17676 w 806885"/>
                <a:gd name="csY684" fmla="*/ 150485 h 404636"/>
                <a:gd name="csX685" fmla="*/ 19587 w 806885"/>
                <a:gd name="csY685" fmla="*/ 150007 h 404636"/>
                <a:gd name="csX686" fmla="*/ 21498 w 806885"/>
                <a:gd name="csY686" fmla="*/ 150962 h 404636"/>
                <a:gd name="csX687" fmla="*/ 24364 w 806885"/>
                <a:gd name="csY687" fmla="*/ 153829 h 404636"/>
                <a:gd name="csX688" fmla="*/ 28664 w 806885"/>
                <a:gd name="csY688" fmla="*/ 159084 h 404636"/>
                <a:gd name="csX689" fmla="*/ 31052 w 806885"/>
                <a:gd name="csY689" fmla="*/ 162428 h 404636"/>
                <a:gd name="csX690" fmla="*/ 32008 w 806885"/>
                <a:gd name="csY690" fmla="*/ 163383 h 404636"/>
                <a:gd name="csX691" fmla="*/ 33919 w 806885"/>
                <a:gd name="csY691" fmla="*/ 165772 h 404636"/>
                <a:gd name="csX692" fmla="*/ 35830 w 806885"/>
                <a:gd name="csY692" fmla="*/ 166728 h 404636"/>
                <a:gd name="csX693" fmla="*/ 39174 w 806885"/>
                <a:gd name="csY693" fmla="*/ 165294 h 404636"/>
                <a:gd name="csX694" fmla="*/ 42518 w 806885"/>
                <a:gd name="csY694" fmla="*/ 163861 h 404636"/>
                <a:gd name="csX695" fmla="*/ 43473 w 806885"/>
                <a:gd name="csY695" fmla="*/ 162906 h 404636"/>
                <a:gd name="csX696" fmla="*/ 43951 w 806885"/>
                <a:gd name="csY696" fmla="*/ 161473 h 404636"/>
                <a:gd name="csX697" fmla="*/ 43473 w 806885"/>
                <a:gd name="csY697" fmla="*/ 159084 h 404636"/>
                <a:gd name="csX698" fmla="*/ 43473 w 806885"/>
                <a:gd name="csY698" fmla="*/ 158606 h 404636"/>
                <a:gd name="csX699" fmla="*/ 42996 w 806885"/>
                <a:gd name="csY699" fmla="*/ 157173 h 404636"/>
                <a:gd name="csX700" fmla="*/ 42040 w 806885"/>
                <a:gd name="csY700" fmla="*/ 155262 h 404636"/>
                <a:gd name="csX701" fmla="*/ 41085 w 806885"/>
                <a:gd name="csY701" fmla="*/ 151918 h 404636"/>
                <a:gd name="csX702" fmla="*/ 41085 w 806885"/>
                <a:gd name="csY702" fmla="*/ 151440 h 404636"/>
                <a:gd name="csX703" fmla="*/ 40607 w 806885"/>
                <a:gd name="csY703" fmla="*/ 146185 h 404636"/>
                <a:gd name="csX704" fmla="*/ 39652 w 806885"/>
                <a:gd name="csY704" fmla="*/ 144274 h 404636"/>
                <a:gd name="csX705" fmla="*/ 40129 w 806885"/>
                <a:gd name="csY705" fmla="*/ 144274 h 404636"/>
                <a:gd name="csX706" fmla="*/ 42040 w 806885"/>
                <a:gd name="csY706" fmla="*/ 144274 h 404636"/>
                <a:gd name="csX707" fmla="*/ 43473 w 806885"/>
                <a:gd name="csY707" fmla="*/ 144752 h 404636"/>
                <a:gd name="csX708" fmla="*/ 45384 w 806885"/>
                <a:gd name="csY708" fmla="*/ 143319 h 404636"/>
                <a:gd name="csX709" fmla="*/ 48251 w 806885"/>
                <a:gd name="csY709" fmla="*/ 140930 h 404636"/>
                <a:gd name="csX710" fmla="*/ 53506 w 806885"/>
                <a:gd name="csY710" fmla="*/ 137586 h 404636"/>
                <a:gd name="csX711" fmla="*/ 53506 w 806885"/>
                <a:gd name="csY711" fmla="*/ 137586 h 404636"/>
                <a:gd name="csX712" fmla="*/ 54461 w 806885"/>
                <a:gd name="csY712" fmla="*/ 135197 h 404636"/>
                <a:gd name="csX713" fmla="*/ 55416 w 806885"/>
                <a:gd name="csY713" fmla="*/ 132331 h 404636"/>
                <a:gd name="csX714" fmla="*/ 56850 w 806885"/>
                <a:gd name="csY714" fmla="*/ 130898 h 404636"/>
                <a:gd name="csX715" fmla="*/ 60194 w 806885"/>
                <a:gd name="csY715" fmla="*/ 130420 h 404636"/>
                <a:gd name="csX716" fmla="*/ 63538 w 806885"/>
                <a:gd name="csY716" fmla="*/ 129465 h 404636"/>
                <a:gd name="csX717" fmla="*/ 64493 w 806885"/>
                <a:gd name="csY717" fmla="*/ 128509 h 404636"/>
                <a:gd name="csX718" fmla="*/ 65449 w 806885"/>
                <a:gd name="csY718" fmla="*/ 127554 h 404636"/>
                <a:gd name="csX719" fmla="*/ 69271 w 806885"/>
                <a:gd name="csY719" fmla="*/ 125643 h 404636"/>
                <a:gd name="csX720" fmla="*/ 72137 w 806885"/>
                <a:gd name="csY720" fmla="*/ 124687 h 404636"/>
                <a:gd name="csX721" fmla="*/ 73093 w 806885"/>
                <a:gd name="csY721" fmla="*/ 123732 h 404636"/>
                <a:gd name="csX722" fmla="*/ 74048 w 806885"/>
                <a:gd name="csY722" fmla="*/ 122299 h 404636"/>
                <a:gd name="csX723" fmla="*/ 77393 w 806885"/>
                <a:gd name="csY723" fmla="*/ 118477 h 404636"/>
                <a:gd name="csX724" fmla="*/ 79781 w 806885"/>
                <a:gd name="csY724" fmla="*/ 116088 h 404636"/>
                <a:gd name="csX725" fmla="*/ 79781 w 806885"/>
                <a:gd name="csY725" fmla="*/ 116088 h 404636"/>
                <a:gd name="csX726" fmla="*/ 80736 w 806885"/>
                <a:gd name="csY726" fmla="*/ 115133 h 404636"/>
                <a:gd name="csX727" fmla="*/ 82170 w 806885"/>
                <a:gd name="csY727" fmla="*/ 113700 h 404636"/>
                <a:gd name="csX728" fmla="*/ 82647 w 806885"/>
                <a:gd name="csY728" fmla="*/ 112266 h 404636"/>
                <a:gd name="csX729" fmla="*/ 82647 w 806885"/>
                <a:gd name="csY729" fmla="*/ 111789 h 404636"/>
                <a:gd name="csX730" fmla="*/ 84558 w 806885"/>
                <a:gd name="csY730" fmla="*/ 112266 h 404636"/>
                <a:gd name="csX731" fmla="*/ 87425 w 806885"/>
                <a:gd name="csY731" fmla="*/ 113222 h 404636"/>
                <a:gd name="csX732" fmla="*/ 90291 w 806885"/>
                <a:gd name="csY732" fmla="*/ 114177 h 404636"/>
                <a:gd name="csX733" fmla="*/ 92202 w 806885"/>
                <a:gd name="csY733" fmla="*/ 116088 h 404636"/>
                <a:gd name="csX734" fmla="*/ 92680 w 806885"/>
                <a:gd name="csY734" fmla="*/ 117521 h 404636"/>
                <a:gd name="csX735" fmla="*/ 92680 w 806885"/>
                <a:gd name="csY735" fmla="*/ 117521 h 404636"/>
                <a:gd name="csX736" fmla="*/ 92680 w 806885"/>
                <a:gd name="csY736" fmla="*/ 118955 h 404636"/>
                <a:gd name="csX737" fmla="*/ 92680 w 806885"/>
                <a:gd name="csY737" fmla="*/ 118955 h 404636"/>
                <a:gd name="csX738" fmla="*/ 93635 w 806885"/>
                <a:gd name="csY738" fmla="*/ 119432 h 404636"/>
                <a:gd name="csX739" fmla="*/ 94591 w 806885"/>
                <a:gd name="csY739" fmla="*/ 119432 h 404636"/>
                <a:gd name="csX740" fmla="*/ 96024 w 806885"/>
                <a:gd name="csY740" fmla="*/ 119432 h 404636"/>
                <a:gd name="csX741" fmla="*/ 96024 w 806885"/>
                <a:gd name="csY741" fmla="*/ 118955 h 404636"/>
                <a:gd name="csX742" fmla="*/ 98890 w 806885"/>
                <a:gd name="csY742" fmla="*/ 118955 h 404636"/>
                <a:gd name="csX743" fmla="*/ 102234 w 806885"/>
                <a:gd name="csY743" fmla="*/ 117044 h 404636"/>
                <a:gd name="csX744" fmla="*/ 104623 w 806885"/>
                <a:gd name="csY744" fmla="*/ 115133 h 404636"/>
                <a:gd name="csX745" fmla="*/ 106534 w 806885"/>
                <a:gd name="csY745" fmla="*/ 113700 h 404636"/>
                <a:gd name="csX746" fmla="*/ 110834 w 806885"/>
                <a:gd name="csY746" fmla="*/ 112744 h 404636"/>
                <a:gd name="csX747" fmla="*/ 110834 w 806885"/>
                <a:gd name="csY747" fmla="*/ 112744 h 404636"/>
                <a:gd name="csX748" fmla="*/ 113222 w 806885"/>
                <a:gd name="csY748" fmla="*/ 113222 h 404636"/>
                <a:gd name="csX749" fmla="*/ 115133 w 806885"/>
                <a:gd name="csY749" fmla="*/ 116088 h 404636"/>
                <a:gd name="csX750" fmla="*/ 116566 w 806885"/>
                <a:gd name="csY750" fmla="*/ 118477 h 404636"/>
                <a:gd name="csX751" fmla="*/ 116566 w 806885"/>
                <a:gd name="csY751" fmla="*/ 118477 h 404636"/>
                <a:gd name="csX752" fmla="*/ 118000 w 806885"/>
                <a:gd name="csY752" fmla="*/ 118955 h 404636"/>
                <a:gd name="csX753" fmla="*/ 118000 w 806885"/>
                <a:gd name="csY753" fmla="*/ 118955 h 404636"/>
                <a:gd name="csX754" fmla="*/ 118955 w 806885"/>
                <a:gd name="csY754" fmla="*/ 119432 h 404636"/>
                <a:gd name="csX755" fmla="*/ 119432 w 806885"/>
                <a:gd name="csY755" fmla="*/ 119432 h 404636"/>
                <a:gd name="csX756" fmla="*/ 121343 w 806885"/>
                <a:gd name="csY756" fmla="*/ 118955 h 404636"/>
                <a:gd name="csX757" fmla="*/ 121343 w 806885"/>
                <a:gd name="csY757" fmla="*/ 118955 h 404636"/>
                <a:gd name="csX758" fmla="*/ 122777 w 806885"/>
                <a:gd name="csY758" fmla="*/ 118955 h 404636"/>
                <a:gd name="csX759" fmla="*/ 124687 w 806885"/>
                <a:gd name="csY759" fmla="*/ 119432 h 404636"/>
                <a:gd name="csX760" fmla="*/ 124687 w 806885"/>
                <a:gd name="csY760" fmla="*/ 119432 h 404636"/>
                <a:gd name="csX761" fmla="*/ 127076 w 806885"/>
                <a:gd name="csY761" fmla="*/ 119910 h 404636"/>
                <a:gd name="csX762" fmla="*/ 130898 w 806885"/>
                <a:gd name="csY762" fmla="*/ 118955 h 404636"/>
                <a:gd name="csX763" fmla="*/ 131376 w 806885"/>
                <a:gd name="csY763" fmla="*/ 118955 h 404636"/>
                <a:gd name="csX764" fmla="*/ 133287 w 806885"/>
                <a:gd name="csY764" fmla="*/ 118955 h 404636"/>
                <a:gd name="csX765" fmla="*/ 135198 w 806885"/>
                <a:gd name="csY765" fmla="*/ 120388 h 404636"/>
                <a:gd name="csX766" fmla="*/ 137109 w 806885"/>
                <a:gd name="csY766" fmla="*/ 121821 h 404636"/>
                <a:gd name="csX767" fmla="*/ 139975 w 806885"/>
                <a:gd name="csY767" fmla="*/ 125643 h 404636"/>
                <a:gd name="csX768" fmla="*/ 139975 w 806885"/>
                <a:gd name="csY768" fmla="*/ 125643 h 404636"/>
                <a:gd name="csX769" fmla="*/ 141886 w 806885"/>
                <a:gd name="csY769" fmla="*/ 127076 h 404636"/>
                <a:gd name="csX770" fmla="*/ 145230 w 806885"/>
                <a:gd name="csY770" fmla="*/ 128509 h 404636"/>
                <a:gd name="csX771" fmla="*/ 147141 w 806885"/>
                <a:gd name="csY771" fmla="*/ 129942 h 404636"/>
                <a:gd name="csX772" fmla="*/ 149052 w 806885"/>
                <a:gd name="csY772" fmla="*/ 131853 h 404636"/>
                <a:gd name="csX773" fmla="*/ 150007 w 806885"/>
                <a:gd name="csY773" fmla="*/ 133286 h 404636"/>
                <a:gd name="csX774" fmla="*/ 152396 w 806885"/>
                <a:gd name="csY774" fmla="*/ 135675 h 404636"/>
                <a:gd name="csX775" fmla="*/ 154784 w 806885"/>
                <a:gd name="csY775" fmla="*/ 139497 h 404636"/>
                <a:gd name="csX776" fmla="*/ 155262 w 806885"/>
                <a:gd name="csY776" fmla="*/ 142363 h 404636"/>
                <a:gd name="csX777" fmla="*/ 155740 w 806885"/>
                <a:gd name="csY777" fmla="*/ 145230 h 404636"/>
                <a:gd name="csX778" fmla="*/ 156695 w 806885"/>
                <a:gd name="csY778" fmla="*/ 146185 h 404636"/>
                <a:gd name="csX779" fmla="*/ 156695 w 806885"/>
                <a:gd name="csY779" fmla="*/ 146185 h 404636"/>
                <a:gd name="csX780" fmla="*/ 157173 w 806885"/>
                <a:gd name="csY780" fmla="*/ 146663 h 404636"/>
                <a:gd name="csX781" fmla="*/ 157173 w 806885"/>
                <a:gd name="csY781" fmla="*/ 146663 h 404636"/>
                <a:gd name="csX782" fmla="*/ 158128 w 806885"/>
                <a:gd name="csY782" fmla="*/ 146185 h 404636"/>
                <a:gd name="csX783" fmla="*/ 159084 w 806885"/>
                <a:gd name="csY783" fmla="*/ 144752 h 404636"/>
                <a:gd name="csX784" fmla="*/ 159084 w 806885"/>
                <a:gd name="csY784" fmla="*/ 142841 h 404636"/>
                <a:gd name="csX785" fmla="*/ 159084 w 806885"/>
                <a:gd name="csY785" fmla="*/ 139497 h 404636"/>
                <a:gd name="csX786" fmla="*/ 158128 w 806885"/>
                <a:gd name="csY786" fmla="*/ 136631 h 404636"/>
                <a:gd name="csX787" fmla="*/ 157651 w 806885"/>
                <a:gd name="csY787" fmla="*/ 135675 h 404636"/>
                <a:gd name="csX788" fmla="*/ 157173 w 806885"/>
                <a:gd name="csY788" fmla="*/ 134720 h 404636"/>
                <a:gd name="csX789" fmla="*/ 157651 w 806885"/>
                <a:gd name="csY789" fmla="*/ 133286 h 404636"/>
                <a:gd name="csX790" fmla="*/ 159084 w 806885"/>
                <a:gd name="csY790" fmla="*/ 132809 h 404636"/>
                <a:gd name="csX791" fmla="*/ 160995 w 806885"/>
                <a:gd name="csY791" fmla="*/ 133286 h 404636"/>
                <a:gd name="csX792" fmla="*/ 163384 w 806885"/>
                <a:gd name="csY792" fmla="*/ 134720 h 404636"/>
                <a:gd name="csX793" fmla="*/ 166250 w 806885"/>
                <a:gd name="csY793" fmla="*/ 137108 h 404636"/>
                <a:gd name="csX794" fmla="*/ 170072 w 806885"/>
                <a:gd name="csY794" fmla="*/ 140452 h 404636"/>
                <a:gd name="csX795" fmla="*/ 173416 w 806885"/>
                <a:gd name="csY795" fmla="*/ 142841 h 404636"/>
                <a:gd name="csX796" fmla="*/ 176760 w 806885"/>
                <a:gd name="csY796" fmla="*/ 144752 h 404636"/>
                <a:gd name="csX797" fmla="*/ 179626 w 806885"/>
                <a:gd name="csY797" fmla="*/ 145230 h 404636"/>
                <a:gd name="csX798" fmla="*/ 182015 w 806885"/>
                <a:gd name="csY798" fmla="*/ 144752 h 404636"/>
                <a:gd name="csX799" fmla="*/ 182015 w 806885"/>
                <a:gd name="csY799" fmla="*/ 144752 h 404636"/>
                <a:gd name="csX800" fmla="*/ 184403 w 806885"/>
                <a:gd name="csY800" fmla="*/ 143319 h 404636"/>
                <a:gd name="csX801" fmla="*/ 186792 w 806885"/>
                <a:gd name="csY801" fmla="*/ 141408 h 404636"/>
                <a:gd name="csX802" fmla="*/ 188226 w 806885"/>
                <a:gd name="csY802" fmla="*/ 139497 h 404636"/>
                <a:gd name="csX803" fmla="*/ 188703 w 806885"/>
                <a:gd name="csY803" fmla="*/ 137586 h 404636"/>
                <a:gd name="csX804" fmla="*/ 192525 w 806885"/>
                <a:gd name="csY804" fmla="*/ 135197 h 404636"/>
                <a:gd name="csX805" fmla="*/ 192525 w 806885"/>
                <a:gd name="csY805" fmla="*/ 135197 h 404636"/>
                <a:gd name="csX806" fmla="*/ 195869 w 806885"/>
                <a:gd name="csY806" fmla="*/ 132809 h 404636"/>
                <a:gd name="csX807" fmla="*/ 197302 w 806885"/>
                <a:gd name="csY807" fmla="*/ 133286 h 404636"/>
                <a:gd name="csX808" fmla="*/ 198258 w 806885"/>
                <a:gd name="csY808" fmla="*/ 133764 h 404636"/>
                <a:gd name="csX809" fmla="*/ 198258 w 806885"/>
                <a:gd name="csY809" fmla="*/ 133764 h 404636"/>
                <a:gd name="csX810" fmla="*/ 201602 w 806885"/>
                <a:gd name="csY810" fmla="*/ 132331 h 404636"/>
                <a:gd name="csX811" fmla="*/ 203035 w 806885"/>
                <a:gd name="csY811" fmla="*/ 131853 h 404636"/>
                <a:gd name="csX812" fmla="*/ 205424 w 806885"/>
                <a:gd name="csY812" fmla="*/ 131376 h 404636"/>
                <a:gd name="csX813" fmla="*/ 205901 w 806885"/>
                <a:gd name="csY813" fmla="*/ 131376 h 404636"/>
                <a:gd name="csX814" fmla="*/ 209246 w 806885"/>
                <a:gd name="csY814" fmla="*/ 132331 h 404636"/>
                <a:gd name="csX815" fmla="*/ 212112 w 806885"/>
                <a:gd name="csY815" fmla="*/ 134720 h 404636"/>
                <a:gd name="csX816" fmla="*/ 212112 w 806885"/>
                <a:gd name="csY816" fmla="*/ 134720 h 404636"/>
                <a:gd name="csX817" fmla="*/ 214501 w 806885"/>
                <a:gd name="csY817" fmla="*/ 136153 h 404636"/>
                <a:gd name="csX818" fmla="*/ 216889 w 806885"/>
                <a:gd name="csY818" fmla="*/ 136153 h 404636"/>
                <a:gd name="csX819" fmla="*/ 218800 w 806885"/>
                <a:gd name="csY819" fmla="*/ 135197 h 404636"/>
                <a:gd name="csX820" fmla="*/ 220233 w 806885"/>
                <a:gd name="csY820" fmla="*/ 133764 h 404636"/>
                <a:gd name="csX821" fmla="*/ 221189 w 806885"/>
                <a:gd name="csY821" fmla="*/ 131853 h 404636"/>
                <a:gd name="csX822" fmla="*/ 222144 w 806885"/>
                <a:gd name="csY822" fmla="*/ 130420 h 404636"/>
                <a:gd name="csX823" fmla="*/ 222622 w 806885"/>
                <a:gd name="csY823" fmla="*/ 130420 h 404636"/>
                <a:gd name="csX824" fmla="*/ 226444 w 806885"/>
                <a:gd name="csY824" fmla="*/ 131376 h 404636"/>
                <a:gd name="csX825" fmla="*/ 229310 w 806885"/>
                <a:gd name="csY825" fmla="*/ 130898 h 404636"/>
                <a:gd name="csX826" fmla="*/ 229310 w 806885"/>
                <a:gd name="csY826" fmla="*/ 130898 h 404636"/>
                <a:gd name="csX827" fmla="*/ 229310 w 806885"/>
                <a:gd name="csY827" fmla="*/ 130898 h 404636"/>
                <a:gd name="csX828" fmla="*/ 232655 w 806885"/>
                <a:gd name="csY828" fmla="*/ 131376 h 404636"/>
                <a:gd name="csX829" fmla="*/ 232655 w 806885"/>
                <a:gd name="csY829" fmla="*/ 131376 h 404636"/>
                <a:gd name="csX830" fmla="*/ 236476 w 806885"/>
                <a:gd name="csY830" fmla="*/ 134242 h 404636"/>
                <a:gd name="csX831" fmla="*/ 238865 w 806885"/>
                <a:gd name="csY831" fmla="*/ 137108 h 404636"/>
                <a:gd name="csX832" fmla="*/ 241731 w 806885"/>
                <a:gd name="csY832" fmla="*/ 140930 h 404636"/>
                <a:gd name="csX833" fmla="*/ 243164 w 806885"/>
                <a:gd name="csY833" fmla="*/ 141886 h 404636"/>
                <a:gd name="csX834" fmla="*/ 243164 w 806885"/>
                <a:gd name="csY834" fmla="*/ 141886 h 404636"/>
                <a:gd name="csX835" fmla="*/ 245075 w 806885"/>
                <a:gd name="csY835" fmla="*/ 142363 h 404636"/>
                <a:gd name="csX836" fmla="*/ 246986 w 806885"/>
                <a:gd name="csY836" fmla="*/ 142841 h 404636"/>
                <a:gd name="csX837" fmla="*/ 248897 w 806885"/>
                <a:gd name="csY837" fmla="*/ 143319 h 404636"/>
                <a:gd name="csX838" fmla="*/ 254630 w 806885"/>
                <a:gd name="csY838" fmla="*/ 144274 h 404636"/>
                <a:gd name="csX839" fmla="*/ 255108 w 806885"/>
                <a:gd name="csY839" fmla="*/ 144752 h 404636"/>
                <a:gd name="csX840" fmla="*/ 256063 w 806885"/>
                <a:gd name="csY840" fmla="*/ 145230 h 404636"/>
                <a:gd name="csX841" fmla="*/ 255585 w 806885"/>
                <a:gd name="csY841" fmla="*/ 147141 h 404636"/>
                <a:gd name="csX842" fmla="*/ 256063 w 806885"/>
                <a:gd name="csY842" fmla="*/ 147618 h 404636"/>
                <a:gd name="csX843" fmla="*/ 256063 w 806885"/>
                <a:gd name="csY843" fmla="*/ 147618 h 404636"/>
                <a:gd name="csX844" fmla="*/ 260363 w 806885"/>
                <a:gd name="csY844" fmla="*/ 146185 h 404636"/>
                <a:gd name="csX845" fmla="*/ 260363 w 806885"/>
                <a:gd name="csY845" fmla="*/ 146185 h 404636"/>
                <a:gd name="csX846" fmla="*/ 261796 w 806885"/>
                <a:gd name="csY846" fmla="*/ 145230 h 404636"/>
                <a:gd name="csX847" fmla="*/ 263229 w 806885"/>
                <a:gd name="csY847" fmla="*/ 141886 h 404636"/>
                <a:gd name="csX848" fmla="*/ 264185 w 806885"/>
                <a:gd name="csY848" fmla="*/ 139019 h 404636"/>
                <a:gd name="csX849" fmla="*/ 265617 w 806885"/>
                <a:gd name="csY849" fmla="*/ 137586 h 404636"/>
                <a:gd name="csX850" fmla="*/ 266573 w 806885"/>
                <a:gd name="csY850" fmla="*/ 137586 h 404636"/>
                <a:gd name="csX851" fmla="*/ 267528 w 806885"/>
                <a:gd name="csY851" fmla="*/ 138064 h 404636"/>
                <a:gd name="csX852" fmla="*/ 268962 w 806885"/>
                <a:gd name="csY852" fmla="*/ 139975 h 404636"/>
                <a:gd name="csX853" fmla="*/ 268962 w 806885"/>
                <a:gd name="csY853" fmla="*/ 139975 h 404636"/>
                <a:gd name="csX854" fmla="*/ 270873 w 806885"/>
                <a:gd name="csY854" fmla="*/ 141886 h 404636"/>
                <a:gd name="csX855" fmla="*/ 273739 w 806885"/>
                <a:gd name="csY855" fmla="*/ 142363 h 404636"/>
                <a:gd name="csX856" fmla="*/ 275172 w 806885"/>
                <a:gd name="csY856" fmla="*/ 142841 h 404636"/>
                <a:gd name="csX857" fmla="*/ 275650 w 806885"/>
                <a:gd name="csY857" fmla="*/ 142841 h 404636"/>
                <a:gd name="csX858" fmla="*/ 278039 w 806885"/>
                <a:gd name="csY858" fmla="*/ 142841 h 404636"/>
                <a:gd name="csX859" fmla="*/ 283771 w 806885"/>
                <a:gd name="csY859" fmla="*/ 141886 h 404636"/>
                <a:gd name="csX860" fmla="*/ 289504 w 806885"/>
                <a:gd name="csY860" fmla="*/ 139497 h 404636"/>
                <a:gd name="csX861" fmla="*/ 292848 w 806885"/>
                <a:gd name="csY861" fmla="*/ 137108 h 404636"/>
                <a:gd name="csX862" fmla="*/ 294281 w 806885"/>
                <a:gd name="csY862" fmla="*/ 133286 h 404636"/>
                <a:gd name="csX863" fmla="*/ 294281 w 806885"/>
                <a:gd name="csY863" fmla="*/ 133286 h 404636"/>
                <a:gd name="csX864" fmla="*/ 295237 w 806885"/>
                <a:gd name="csY864" fmla="*/ 128987 h 404636"/>
                <a:gd name="csX865" fmla="*/ 296670 w 806885"/>
                <a:gd name="csY865" fmla="*/ 126598 h 404636"/>
                <a:gd name="csX866" fmla="*/ 296192 w 806885"/>
                <a:gd name="csY866" fmla="*/ 123732 h 404636"/>
                <a:gd name="csX867" fmla="*/ 296192 w 806885"/>
                <a:gd name="csY867" fmla="*/ 123732 h 404636"/>
                <a:gd name="csX868" fmla="*/ 293326 w 806885"/>
                <a:gd name="csY868" fmla="*/ 121343 h 404636"/>
                <a:gd name="csX869" fmla="*/ 292371 w 806885"/>
                <a:gd name="csY869" fmla="*/ 120388 h 404636"/>
                <a:gd name="csX870" fmla="*/ 285682 w 806885"/>
                <a:gd name="csY870" fmla="*/ 118955 h 404636"/>
                <a:gd name="csX871" fmla="*/ 285205 w 806885"/>
                <a:gd name="csY871" fmla="*/ 117999 h 404636"/>
                <a:gd name="csX872" fmla="*/ 284727 w 806885"/>
                <a:gd name="csY872" fmla="*/ 117521 h 404636"/>
                <a:gd name="csX873" fmla="*/ 277561 w 806885"/>
                <a:gd name="csY873" fmla="*/ 115133 h 404636"/>
                <a:gd name="csX874" fmla="*/ 274694 w 806885"/>
                <a:gd name="csY874" fmla="*/ 114177 h 404636"/>
                <a:gd name="csX875" fmla="*/ 273739 w 806885"/>
                <a:gd name="csY875" fmla="*/ 112744 h 404636"/>
                <a:gd name="csX876" fmla="*/ 272783 w 806885"/>
                <a:gd name="csY876" fmla="*/ 110833 h 404636"/>
                <a:gd name="csX877" fmla="*/ 272783 w 806885"/>
                <a:gd name="csY877" fmla="*/ 110833 h 404636"/>
                <a:gd name="csX878" fmla="*/ 270873 w 806885"/>
                <a:gd name="csY878" fmla="*/ 108922 h 404636"/>
                <a:gd name="csX879" fmla="*/ 266573 w 806885"/>
                <a:gd name="csY879" fmla="*/ 107011 h 404636"/>
                <a:gd name="csX880" fmla="*/ 266096 w 806885"/>
                <a:gd name="csY880" fmla="*/ 106056 h 404636"/>
                <a:gd name="csX881" fmla="*/ 266573 w 806885"/>
                <a:gd name="csY881" fmla="*/ 105100 h 404636"/>
                <a:gd name="csX882" fmla="*/ 266573 w 806885"/>
                <a:gd name="csY882" fmla="*/ 104623 h 404636"/>
                <a:gd name="csX883" fmla="*/ 268962 w 806885"/>
                <a:gd name="csY883" fmla="*/ 103667 h 404636"/>
                <a:gd name="csX884" fmla="*/ 269917 w 806885"/>
                <a:gd name="csY884" fmla="*/ 103189 h 404636"/>
                <a:gd name="csX885" fmla="*/ 273739 w 806885"/>
                <a:gd name="csY885" fmla="*/ 100323 h 404636"/>
                <a:gd name="csX886" fmla="*/ 275172 w 806885"/>
                <a:gd name="csY886" fmla="*/ 99845 h 404636"/>
                <a:gd name="csX887" fmla="*/ 278517 w 806885"/>
                <a:gd name="csY887" fmla="*/ 99368 h 404636"/>
                <a:gd name="csX888" fmla="*/ 281860 w 806885"/>
                <a:gd name="csY888" fmla="*/ 96979 h 404636"/>
                <a:gd name="csX889" fmla="*/ 283771 w 806885"/>
                <a:gd name="csY889" fmla="*/ 95546 h 404636"/>
                <a:gd name="csX890" fmla="*/ 283771 w 806885"/>
                <a:gd name="csY890" fmla="*/ 95546 h 404636"/>
                <a:gd name="csX891" fmla="*/ 285205 w 806885"/>
                <a:gd name="csY891" fmla="*/ 94113 h 404636"/>
                <a:gd name="csX892" fmla="*/ 284727 w 806885"/>
                <a:gd name="csY892" fmla="*/ 92202 h 404636"/>
                <a:gd name="csX893" fmla="*/ 284727 w 806885"/>
                <a:gd name="csY893" fmla="*/ 92202 h 404636"/>
                <a:gd name="csX894" fmla="*/ 281383 w 806885"/>
                <a:gd name="csY894" fmla="*/ 86947 h 404636"/>
                <a:gd name="csX895" fmla="*/ 280428 w 806885"/>
                <a:gd name="csY895" fmla="*/ 84080 h 404636"/>
                <a:gd name="csX896" fmla="*/ 280905 w 806885"/>
                <a:gd name="csY896" fmla="*/ 83603 h 404636"/>
                <a:gd name="csX897" fmla="*/ 281383 w 806885"/>
                <a:gd name="csY897" fmla="*/ 81692 h 404636"/>
                <a:gd name="csX898" fmla="*/ 282816 w 806885"/>
                <a:gd name="csY898" fmla="*/ 79781 h 404636"/>
                <a:gd name="csX899" fmla="*/ 284249 w 806885"/>
                <a:gd name="csY899" fmla="*/ 78348 h 404636"/>
                <a:gd name="csX900" fmla="*/ 285205 w 806885"/>
                <a:gd name="csY900" fmla="*/ 76437 h 404636"/>
                <a:gd name="csX901" fmla="*/ 286160 w 806885"/>
                <a:gd name="csY901" fmla="*/ 75003 h 404636"/>
                <a:gd name="csX902" fmla="*/ 289026 w 806885"/>
                <a:gd name="csY902" fmla="*/ 74526 h 404636"/>
                <a:gd name="csX903" fmla="*/ 292848 w 806885"/>
                <a:gd name="csY903" fmla="*/ 74526 h 404636"/>
                <a:gd name="csX904" fmla="*/ 293326 w 806885"/>
                <a:gd name="csY904" fmla="*/ 74526 h 404636"/>
                <a:gd name="csX905" fmla="*/ 295715 w 806885"/>
                <a:gd name="csY905" fmla="*/ 75003 h 404636"/>
                <a:gd name="csX906" fmla="*/ 299537 w 806885"/>
                <a:gd name="csY906" fmla="*/ 75003 h 404636"/>
                <a:gd name="csX907" fmla="*/ 302881 w 806885"/>
                <a:gd name="csY907" fmla="*/ 75481 h 404636"/>
                <a:gd name="csX908" fmla="*/ 304314 w 806885"/>
                <a:gd name="csY908" fmla="*/ 75959 h 404636"/>
                <a:gd name="csX909" fmla="*/ 305747 w 806885"/>
                <a:gd name="csY909" fmla="*/ 75003 h 404636"/>
                <a:gd name="csX910" fmla="*/ 306703 w 806885"/>
                <a:gd name="csY910" fmla="*/ 74048 h 404636"/>
                <a:gd name="csX911" fmla="*/ 306703 w 806885"/>
                <a:gd name="csY911" fmla="*/ 72615 h 404636"/>
                <a:gd name="csX912" fmla="*/ 305269 w 806885"/>
                <a:gd name="csY912" fmla="*/ 70704 h 404636"/>
                <a:gd name="csX913" fmla="*/ 300492 w 806885"/>
                <a:gd name="csY913" fmla="*/ 68793 h 404636"/>
                <a:gd name="csX914" fmla="*/ 298103 w 806885"/>
                <a:gd name="csY914" fmla="*/ 67360 h 404636"/>
                <a:gd name="csX915" fmla="*/ 296670 w 806885"/>
                <a:gd name="csY915" fmla="*/ 67360 h 404636"/>
                <a:gd name="csX916" fmla="*/ 293804 w 806885"/>
                <a:gd name="csY916" fmla="*/ 66882 h 404636"/>
                <a:gd name="csX917" fmla="*/ 293804 w 806885"/>
                <a:gd name="csY917" fmla="*/ 66882 h 404636"/>
                <a:gd name="csX918" fmla="*/ 291415 w 806885"/>
                <a:gd name="csY918" fmla="*/ 65927 h 404636"/>
                <a:gd name="csX919" fmla="*/ 289026 w 806885"/>
                <a:gd name="csY919" fmla="*/ 65449 h 404636"/>
                <a:gd name="csX920" fmla="*/ 288549 w 806885"/>
                <a:gd name="csY920" fmla="*/ 64016 h 404636"/>
                <a:gd name="csX921" fmla="*/ 289026 w 806885"/>
                <a:gd name="csY921" fmla="*/ 61627 h 404636"/>
                <a:gd name="csX922" fmla="*/ 289504 w 806885"/>
                <a:gd name="csY922" fmla="*/ 60672 h 404636"/>
                <a:gd name="csX923" fmla="*/ 291415 w 806885"/>
                <a:gd name="csY923" fmla="*/ 60194 h 404636"/>
                <a:gd name="csX924" fmla="*/ 292848 w 806885"/>
                <a:gd name="csY924" fmla="*/ 60194 h 404636"/>
                <a:gd name="csX925" fmla="*/ 293804 w 806885"/>
                <a:gd name="csY925" fmla="*/ 60194 h 404636"/>
                <a:gd name="csX926" fmla="*/ 295237 w 806885"/>
                <a:gd name="csY926" fmla="*/ 59716 h 404636"/>
                <a:gd name="csX927" fmla="*/ 295715 w 806885"/>
                <a:gd name="csY927" fmla="*/ 58761 h 404636"/>
                <a:gd name="csX928" fmla="*/ 295715 w 806885"/>
                <a:gd name="csY928" fmla="*/ 58761 h 404636"/>
                <a:gd name="csX929" fmla="*/ 295715 w 806885"/>
                <a:gd name="csY929" fmla="*/ 58761 h 404636"/>
                <a:gd name="csX930" fmla="*/ 295715 w 806885"/>
                <a:gd name="csY930" fmla="*/ 58283 h 404636"/>
                <a:gd name="csX931" fmla="*/ 295237 w 806885"/>
                <a:gd name="csY931" fmla="*/ 57328 h 404636"/>
                <a:gd name="csX932" fmla="*/ 295237 w 806885"/>
                <a:gd name="csY932" fmla="*/ 57328 h 404636"/>
                <a:gd name="csX933" fmla="*/ 294281 w 806885"/>
                <a:gd name="csY933" fmla="*/ 56372 h 404636"/>
                <a:gd name="csX934" fmla="*/ 293326 w 806885"/>
                <a:gd name="csY934" fmla="*/ 56372 h 404636"/>
                <a:gd name="csX935" fmla="*/ 293326 w 806885"/>
                <a:gd name="csY935" fmla="*/ 56372 h 404636"/>
                <a:gd name="csX936" fmla="*/ 291893 w 806885"/>
                <a:gd name="csY936" fmla="*/ 56850 h 404636"/>
                <a:gd name="csX937" fmla="*/ 289982 w 806885"/>
                <a:gd name="csY937" fmla="*/ 57328 h 404636"/>
                <a:gd name="csX938" fmla="*/ 287115 w 806885"/>
                <a:gd name="csY938" fmla="*/ 56372 h 404636"/>
                <a:gd name="csX939" fmla="*/ 284727 w 806885"/>
                <a:gd name="csY939" fmla="*/ 55417 h 404636"/>
                <a:gd name="csX940" fmla="*/ 284727 w 806885"/>
                <a:gd name="csY940" fmla="*/ 53983 h 404636"/>
                <a:gd name="csX941" fmla="*/ 286638 w 806885"/>
                <a:gd name="csY941" fmla="*/ 52550 h 404636"/>
                <a:gd name="csX942" fmla="*/ 287593 w 806885"/>
                <a:gd name="csY942" fmla="*/ 51117 h 404636"/>
                <a:gd name="csX943" fmla="*/ 287593 w 806885"/>
                <a:gd name="csY943" fmla="*/ 49206 h 404636"/>
                <a:gd name="csX944" fmla="*/ 287593 w 806885"/>
                <a:gd name="csY944" fmla="*/ 47295 h 404636"/>
                <a:gd name="csX945" fmla="*/ 287593 w 806885"/>
                <a:gd name="csY945" fmla="*/ 46817 h 404636"/>
                <a:gd name="csX946" fmla="*/ 288071 w 806885"/>
                <a:gd name="csY946" fmla="*/ 44907 h 404636"/>
                <a:gd name="csX947" fmla="*/ 289504 w 806885"/>
                <a:gd name="csY947" fmla="*/ 42996 h 404636"/>
                <a:gd name="csX948" fmla="*/ 291893 w 806885"/>
                <a:gd name="csY948" fmla="*/ 42040 h 404636"/>
                <a:gd name="csX949" fmla="*/ 297148 w 806885"/>
                <a:gd name="csY949" fmla="*/ 43951 h 404636"/>
                <a:gd name="csX950" fmla="*/ 303358 w 806885"/>
                <a:gd name="csY950" fmla="*/ 45384 h 404636"/>
                <a:gd name="csX951" fmla="*/ 304792 w 806885"/>
                <a:gd name="csY951" fmla="*/ 44907 h 404636"/>
                <a:gd name="csX952" fmla="*/ 304792 w 806885"/>
                <a:gd name="csY952" fmla="*/ 44907 h 404636"/>
                <a:gd name="csX953" fmla="*/ 304792 w 806885"/>
                <a:gd name="csY953" fmla="*/ 44907 h 404636"/>
                <a:gd name="csX954" fmla="*/ 304792 w 806885"/>
                <a:gd name="csY954" fmla="*/ 44429 h 404636"/>
                <a:gd name="csX955" fmla="*/ 305747 w 806885"/>
                <a:gd name="csY955" fmla="*/ 43473 h 404636"/>
                <a:gd name="csX956" fmla="*/ 314824 w 806885"/>
                <a:gd name="csY956" fmla="*/ 43473 h 404636"/>
                <a:gd name="csX957" fmla="*/ 316735 w 806885"/>
                <a:gd name="csY957" fmla="*/ 42518 h 404636"/>
                <a:gd name="csX958" fmla="*/ 317212 w 806885"/>
                <a:gd name="csY958" fmla="*/ 41562 h 404636"/>
                <a:gd name="csX959" fmla="*/ 318646 w 806885"/>
                <a:gd name="csY959" fmla="*/ 41562 h 404636"/>
                <a:gd name="csX960" fmla="*/ 326289 w 806885"/>
                <a:gd name="csY960" fmla="*/ 40607 h 404636"/>
                <a:gd name="csX961" fmla="*/ 326289 w 806885"/>
                <a:gd name="csY961" fmla="*/ 40607 h 404636"/>
                <a:gd name="csX962" fmla="*/ 327245 w 806885"/>
                <a:gd name="csY962" fmla="*/ 39174 h 404636"/>
                <a:gd name="csX963" fmla="*/ 328678 w 806885"/>
                <a:gd name="csY963" fmla="*/ 38218 h 404636"/>
                <a:gd name="csX964" fmla="*/ 328678 w 806885"/>
                <a:gd name="csY964" fmla="*/ 38218 h 404636"/>
                <a:gd name="csX965" fmla="*/ 330589 w 806885"/>
                <a:gd name="csY965" fmla="*/ 38218 h 404636"/>
                <a:gd name="csX966" fmla="*/ 332978 w 806885"/>
                <a:gd name="csY966" fmla="*/ 38218 h 404636"/>
                <a:gd name="csX967" fmla="*/ 335366 w 806885"/>
                <a:gd name="csY967" fmla="*/ 37263 h 404636"/>
                <a:gd name="csX968" fmla="*/ 336322 w 806885"/>
                <a:gd name="csY968" fmla="*/ 36785 h 404636"/>
                <a:gd name="csX969" fmla="*/ 336799 w 806885"/>
                <a:gd name="csY969" fmla="*/ 36785 h 404636"/>
                <a:gd name="csX970" fmla="*/ 338710 w 806885"/>
                <a:gd name="csY970" fmla="*/ 36307 h 404636"/>
                <a:gd name="csX971" fmla="*/ 339188 w 806885"/>
                <a:gd name="csY971" fmla="*/ 36307 h 404636"/>
                <a:gd name="csX972" fmla="*/ 341577 w 806885"/>
                <a:gd name="csY972" fmla="*/ 36307 h 404636"/>
                <a:gd name="csX973" fmla="*/ 344443 w 806885"/>
                <a:gd name="csY973" fmla="*/ 35352 h 404636"/>
                <a:gd name="csX974" fmla="*/ 345399 w 806885"/>
                <a:gd name="csY974" fmla="*/ 34874 h 404636"/>
                <a:gd name="csX975" fmla="*/ 345876 w 806885"/>
                <a:gd name="csY975" fmla="*/ 34396 h 404636"/>
                <a:gd name="csX976" fmla="*/ 348742 w 806885"/>
                <a:gd name="csY976" fmla="*/ 32963 h 404636"/>
                <a:gd name="csX977" fmla="*/ 353520 w 806885"/>
                <a:gd name="csY977" fmla="*/ 32008 h 404636"/>
                <a:gd name="csX978" fmla="*/ 354953 w 806885"/>
                <a:gd name="csY978" fmla="*/ 32486 h 404636"/>
                <a:gd name="csX979" fmla="*/ 357342 w 806885"/>
                <a:gd name="csY979" fmla="*/ 32963 h 404636"/>
                <a:gd name="csX980" fmla="*/ 360686 w 806885"/>
                <a:gd name="csY980" fmla="*/ 32008 h 404636"/>
                <a:gd name="csX981" fmla="*/ 363074 w 806885"/>
                <a:gd name="csY981" fmla="*/ 31530 h 404636"/>
                <a:gd name="csX982" fmla="*/ 364508 w 806885"/>
                <a:gd name="csY982" fmla="*/ 32008 h 404636"/>
                <a:gd name="csX983" fmla="*/ 365941 w 806885"/>
                <a:gd name="csY983" fmla="*/ 32963 h 404636"/>
                <a:gd name="csX984" fmla="*/ 366419 w 806885"/>
                <a:gd name="csY984" fmla="*/ 32963 h 404636"/>
                <a:gd name="csX985" fmla="*/ 367374 w 806885"/>
                <a:gd name="csY985" fmla="*/ 32486 h 404636"/>
                <a:gd name="csX986" fmla="*/ 368329 w 806885"/>
                <a:gd name="csY986" fmla="*/ 30097 h 404636"/>
                <a:gd name="csX987" fmla="*/ 369285 w 806885"/>
                <a:gd name="csY987" fmla="*/ 27708 h 404636"/>
                <a:gd name="csX988" fmla="*/ 370718 w 806885"/>
                <a:gd name="csY988" fmla="*/ 26753 h 404636"/>
                <a:gd name="csX989" fmla="*/ 372151 w 806885"/>
                <a:gd name="csY989" fmla="*/ 26275 h 404636"/>
                <a:gd name="csX990" fmla="*/ 373107 w 806885"/>
                <a:gd name="csY990" fmla="*/ 25320 h 404636"/>
                <a:gd name="csX991" fmla="*/ 373107 w 806885"/>
                <a:gd name="csY991" fmla="*/ 25320 h 404636"/>
                <a:gd name="csX992" fmla="*/ 374062 w 806885"/>
                <a:gd name="csY992" fmla="*/ 24364 h 404636"/>
                <a:gd name="csX993" fmla="*/ 378362 w 806885"/>
                <a:gd name="csY993" fmla="*/ 24364 h 404636"/>
                <a:gd name="csX994" fmla="*/ 382661 w 806885"/>
                <a:gd name="csY994" fmla="*/ 21975 h 404636"/>
                <a:gd name="csX995" fmla="*/ 383139 w 806885"/>
                <a:gd name="csY995" fmla="*/ 22931 h 404636"/>
                <a:gd name="csX996" fmla="*/ 388872 w 806885"/>
                <a:gd name="csY996" fmla="*/ 22931 h 404636"/>
                <a:gd name="csX997" fmla="*/ 395083 w 806885"/>
                <a:gd name="csY997" fmla="*/ 21498 h 404636"/>
                <a:gd name="csX998" fmla="*/ 399382 w 806885"/>
                <a:gd name="csY998" fmla="*/ 20542 h 404636"/>
                <a:gd name="csX999" fmla="*/ 404637 w 806885"/>
                <a:gd name="csY999" fmla="*/ 19587 h 404636"/>
                <a:gd name="csX1000" fmla="*/ 406070 w 806885"/>
                <a:gd name="csY1000" fmla="*/ 19109 h 404636"/>
                <a:gd name="csX1001" fmla="*/ 408936 w 806885"/>
                <a:gd name="csY1001" fmla="*/ 17676 h 404636"/>
                <a:gd name="csX1002" fmla="*/ 412758 w 806885"/>
                <a:gd name="csY1002" fmla="*/ 17198 h 404636"/>
                <a:gd name="csX1003" fmla="*/ 413714 w 806885"/>
                <a:gd name="csY1003" fmla="*/ 17198 h 404636"/>
                <a:gd name="csX1004" fmla="*/ 418013 w 806885"/>
                <a:gd name="csY1004" fmla="*/ 16243 h 404636"/>
                <a:gd name="csX1005" fmla="*/ 420402 w 806885"/>
                <a:gd name="csY1005" fmla="*/ 14332 h 404636"/>
                <a:gd name="csX1006" fmla="*/ 420880 w 806885"/>
                <a:gd name="csY1006" fmla="*/ 14332 h 404636"/>
                <a:gd name="csX1007" fmla="*/ 422791 w 806885"/>
                <a:gd name="csY1007" fmla="*/ 13854 h 404636"/>
                <a:gd name="csX1008" fmla="*/ 425179 w 806885"/>
                <a:gd name="csY1008" fmla="*/ 13854 h 404636"/>
                <a:gd name="csX1009" fmla="*/ 425179 w 806885"/>
                <a:gd name="csY1009" fmla="*/ 13854 h 404636"/>
                <a:gd name="csX1010" fmla="*/ 427090 w 806885"/>
                <a:gd name="csY1010" fmla="*/ 13376 h 404636"/>
                <a:gd name="csX1011" fmla="*/ 427090 w 806885"/>
                <a:gd name="csY1011" fmla="*/ 12899 h 404636"/>
                <a:gd name="csX1012" fmla="*/ 428045 w 806885"/>
                <a:gd name="csY1012" fmla="*/ 12421 h 404636"/>
                <a:gd name="csX1013" fmla="*/ 428045 w 806885"/>
                <a:gd name="csY1013" fmla="*/ 12421 h 404636"/>
                <a:gd name="csX1014" fmla="*/ 428524 w 806885"/>
                <a:gd name="csY1014" fmla="*/ 11943 h 404636"/>
                <a:gd name="csX1015" fmla="*/ 429001 w 806885"/>
                <a:gd name="csY1015" fmla="*/ 10510 h 404636"/>
                <a:gd name="csX1016" fmla="*/ 428524 w 806885"/>
                <a:gd name="csY1016" fmla="*/ 8599 h 404636"/>
                <a:gd name="csX1017" fmla="*/ 428045 w 806885"/>
                <a:gd name="csY1017" fmla="*/ 7166 h 404636"/>
                <a:gd name="csX1018" fmla="*/ 429957 w 806885"/>
                <a:gd name="csY1018" fmla="*/ 6688 h 404636"/>
                <a:gd name="csX1019" fmla="*/ 432823 w 806885"/>
                <a:gd name="csY1019" fmla="*/ 6210 h 404636"/>
                <a:gd name="csX1020" fmla="*/ 434256 w 806885"/>
                <a:gd name="csY1020" fmla="*/ 5733 h 404636"/>
                <a:gd name="csX1021" fmla="*/ 434256 w 806885"/>
                <a:gd name="csY1021" fmla="*/ 5733 h 404636"/>
                <a:gd name="csX1022" fmla="*/ 438078 w 806885"/>
                <a:gd name="csY1022" fmla="*/ 2389 h 404636"/>
                <a:gd name="csX1023" fmla="*/ 440467 w 806885"/>
                <a:gd name="csY1023" fmla="*/ 955 h 404636"/>
                <a:gd name="csX1024" fmla="*/ 443333 w 806885"/>
                <a:gd name="csY1024" fmla="*/ 0 h 404636"/>
                <a:gd name="csX1025" fmla="*/ 448588 w 806885"/>
                <a:gd name="csY1025" fmla="*/ 478 h 404636"/>
                <a:gd name="csX1026" fmla="*/ 453365 w 806885"/>
                <a:gd name="csY1026" fmla="*/ 955 h 404636"/>
                <a:gd name="csX1027" fmla="*/ 458620 w 806885"/>
                <a:gd name="csY1027" fmla="*/ 2866 h 404636"/>
                <a:gd name="csX1028" fmla="*/ 461009 w 806885"/>
                <a:gd name="csY1028" fmla="*/ 4777 h 404636"/>
                <a:gd name="csX1029" fmla="*/ 463398 w 806885"/>
                <a:gd name="csY1029" fmla="*/ 6210 h 404636"/>
                <a:gd name="csX1030" fmla="*/ 465309 w 806885"/>
                <a:gd name="csY1030" fmla="*/ 6688 h 404636"/>
                <a:gd name="csX1031" fmla="*/ 467220 w 806885"/>
                <a:gd name="csY1031" fmla="*/ 7166 h 404636"/>
                <a:gd name="csX1032" fmla="*/ 469608 w 806885"/>
                <a:gd name="csY1032" fmla="*/ 6688 h 404636"/>
                <a:gd name="csX1033" fmla="*/ 471041 w 806885"/>
                <a:gd name="csY1033" fmla="*/ 5733 h 404636"/>
                <a:gd name="csX1034" fmla="*/ 471997 w 806885"/>
                <a:gd name="csY1034" fmla="*/ 4300 h 404636"/>
                <a:gd name="csX1035" fmla="*/ 473430 w 806885"/>
                <a:gd name="csY1035" fmla="*/ 3344 h 404636"/>
                <a:gd name="csX1036" fmla="*/ 478207 w 806885"/>
                <a:gd name="csY1036" fmla="*/ 2866 h 404636"/>
                <a:gd name="csX1037" fmla="*/ 479163 w 806885"/>
                <a:gd name="csY1037" fmla="*/ 4300 h 404636"/>
                <a:gd name="csX1038" fmla="*/ 481552 w 806885"/>
                <a:gd name="csY1038" fmla="*/ 8599 h 404636"/>
                <a:gd name="csX1039" fmla="*/ 483463 w 806885"/>
                <a:gd name="csY1039" fmla="*/ 13854 h 404636"/>
                <a:gd name="csX1040" fmla="*/ 485851 w 806885"/>
                <a:gd name="csY1040" fmla="*/ 21498 h 404636"/>
                <a:gd name="csX1041" fmla="*/ 487284 w 806885"/>
                <a:gd name="csY1041" fmla="*/ 24842 h 404636"/>
                <a:gd name="csX1042" fmla="*/ 486806 w 806885"/>
                <a:gd name="csY1042" fmla="*/ 26275 h 404636"/>
                <a:gd name="csX1043" fmla="*/ 486329 w 806885"/>
                <a:gd name="csY1043" fmla="*/ 26753 h 404636"/>
                <a:gd name="csX1044" fmla="*/ 486329 w 806885"/>
                <a:gd name="csY1044" fmla="*/ 29619 h 404636"/>
                <a:gd name="csX1045" fmla="*/ 486329 w 806885"/>
                <a:gd name="csY1045" fmla="*/ 32486 h 404636"/>
                <a:gd name="csX1046" fmla="*/ 484418 w 806885"/>
                <a:gd name="csY1046" fmla="*/ 35830 h 404636"/>
                <a:gd name="csX1047" fmla="*/ 485373 w 806885"/>
                <a:gd name="csY1047" fmla="*/ 37263 h 404636"/>
                <a:gd name="csX1048" fmla="*/ 485373 w 806885"/>
                <a:gd name="csY1048" fmla="*/ 37263 h 404636"/>
                <a:gd name="csX1049" fmla="*/ 490150 w 806885"/>
                <a:gd name="csY1049" fmla="*/ 38696 h 404636"/>
                <a:gd name="csX1050" fmla="*/ 496839 w 806885"/>
                <a:gd name="csY1050" fmla="*/ 38218 h 404636"/>
                <a:gd name="csX1051" fmla="*/ 501138 w 806885"/>
                <a:gd name="csY1051" fmla="*/ 36785 h 404636"/>
                <a:gd name="csX1052" fmla="*/ 503527 w 806885"/>
                <a:gd name="csY1052" fmla="*/ 37263 h 404636"/>
                <a:gd name="csX1053" fmla="*/ 504005 w 806885"/>
                <a:gd name="csY1053" fmla="*/ 36785 h 404636"/>
                <a:gd name="csX1054" fmla="*/ 504482 w 806885"/>
                <a:gd name="csY1054" fmla="*/ 36307 h 404636"/>
                <a:gd name="csX1055" fmla="*/ 504482 w 806885"/>
                <a:gd name="csY1055" fmla="*/ 36307 h 404636"/>
                <a:gd name="csX1056" fmla="*/ 505438 w 806885"/>
                <a:gd name="csY1056" fmla="*/ 33919 h 404636"/>
                <a:gd name="csX1057" fmla="*/ 506871 w 806885"/>
                <a:gd name="csY1057" fmla="*/ 33441 h 404636"/>
                <a:gd name="csX1058" fmla="*/ 508782 w 806885"/>
                <a:gd name="csY1058" fmla="*/ 35352 h 404636"/>
                <a:gd name="csX1059" fmla="*/ 509738 w 806885"/>
                <a:gd name="csY1059" fmla="*/ 38218 h 404636"/>
                <a:gd name="csX1060" fmla="*/ 509738 w 806885"/>
                <a:gd name="csY1060" fmla="*/ 38218 h 404636"/>
                <a:gd name="csX1061" fmla="*/ 510693 w 806885"/>
                <a:gd name="csY1061" fmla="*/ 39651 h 404636"/>
                <a:gd name="csX1062" fmla="*/ 510693 w 806885"/>
                <a:gd name="csY1062" fmla="*/ 42040 h 404636"/>
                <a:gd name="csX1063" fmla="*/ 510693 w 806885"/>
                <a:gd name="csY1063" fmla="*/ 42040 h 404636"/>
                <a:gd name="csX1064" fmla="*/ 511171 w 806885"/>
                <a:gd name="csY1064" fmla="*/ 44907 h 404636"/>
                <a:gd name="csX1065" fmla="*/ 512126 w 806885"/>
                <a:gd name="csY1065" fmla="*/ 45384 h 404636"/>
                <a:gd name="csX1066" fmla="*/ 513559 w 806885"/>
                <a:gd name="csY1066" fmla="*/ 44429 h 404636"/>
                <a:gd name="csX1067" fmla="*/ 513559 w 806885"/>
                <a:gd name="csY1067" fmla="*/ 44429 h 404636"/>
                <a:gd name="csX1068" fmla="*/ 514993 w 806885"/>
                <a:gd name="csY1068" fmla="*/ 43951 h 404636"/>
                <a:gd name="csX1069" fmla="*/ 514993 w 806885"/>
                <a:gd name="csY1069" fmla="*/ 43951 h 404636"/>
                <a:gd name="csX1070" fmla="*/ 514993 w 806885"/>
                <a:gd name="csY1070" fmla="*/ 42996 h 404636"/>
                <a:gd name="csX1071" fmla="*/ 514993 w 806885"/>
                <a:gd name="csY1071" fmla="*/ 42996 h 404636"/>
                <a:gd name="csX1072" fmla="*/ 514515 w 806885"/>
                <a:gd name="csY1072" fmla="*/ 42040 h 404636"/>
                <a:gd name="csX1073" fmla="*/ 514515 w 806885"/>
                <a:gd name="csY1073" fmla="*/ 40607 h 404636"/>
                <a:gd name="csX1074" fmla="*/ 514993 w 806885"/>
                <a:gd name="csY1074" fmla="*/ 40129 h 404636"/>
                <a:gd name="csX1075" fmla="*/ 515470 w 806885"/>
                <a:gd name="csY1075" fmla="*/ 39651 h 404636"/>
                <a:gd name="csX1076" fmla="*/ 517859 w 806885"/>
                <a:gd name="csY1076" fmla="*/ 39651 h 404636"/>
                <a:gd name="csX1077" fmla="*/ 521203 w 806885"/>
                <a:gd name="csY1077" fmla="*/ 40129 h 404636"/>
                <a:gd name="csX1078" fmla="*/ 525502 w 806885"/>
                <a:gd name="csY1078" fmla="*/ 44429 h 404636"/>
                <a:gd name="csX1079" fmla="*/ 525502 w 806885"/>
                <a:gd name="csY1079" fmla="*/ 44429 h 404636"/>
                <a:gd name="csX1080" fmla="*/ 527413 w 806885"/>
                <a:gd name="csY1080" fmla="*/ 44907 h 404636"/>
                <a:gd name="csX1081" fmla="*/ 528369 w 806885"/>
                <a:gd name="csY1081" fmla="*/ 44907 h 404636"/>
                <a:gd name="csX1082" fmla="*/ 530757 w 806885"/>
                <a:gd name="csY1082" fmla="*/ 44907 h 404636"/>
                <a:gd name="csX1083" fmla="*/ 530757 w 806885"/>
                <a:gd name="csY1083" fmla="*/ 44907 h 404636"/>
                <a:gd name="csX1084" fmla="*/ 533146 w 806885"/>
                <a:gd name="csY1084" fmla="*/ 43473 h 404636"/>
                <a:gd name="csX1085" fmla="*/ 534579 w 806885"/>
                <a:gd name="csY1085" fmla="*/ 42518 h 404636"/>
                <a:gd name="csX1086" fmla="*/ 535535 w 806885"/>
                <a:gd name="csY1086" fmla="*/ 41562 h 404636"/>
                <a:gd name="csX1087" fmla="*/ 536490 w 806885"/>
                <a:gd name="csY1087" fmla="*/ 41562 h 404636"/>
                <a:gd name="csX1088" fmla="*/ 536968 w 806885"/>
                <a:gd name="csY1088" fmla="*/ 42518 h 404636"/>
                <a:gd name="csX1089" fmla="*/ 537446 w 806885"/>
                <a:gd name="csY1089" fmla="*/ 43951 h 404636"/>
                <a:gd name="csX1090" fmla="*/ 536490 w 806885"/>
                <a:gd name="csY1090" fmla="*/ 45862 h 404636"/>
                <a:gd name="csX1091" fmla="*/ 535535 w 806885"/>
                <a:gd name="csY1091" fmla="*/ 46817 h 404636"/>
                <a:gd name="csX1092" fmla="*/ 534102 w 806885"/>
                <a:gd name="csY1092" fmla="*/ 47773 h 404636"/>
                <a:gd name="csX1093" fmla="*/ 530757 w 806885"/>
                <a:gd name="csY1093" fmla="*/ 49206 h 404636"/>
                <a:gd name="csX1094" fmla="*/ 530757 w 806885"/>
                <a:gd name="csY1094" fmla="*/ 49684 h 404636"/>
                <a:gd name="csX1095" fmla="*/ 529324 w 806885"/>
                <a:gd name="csY1095" fmla="*/ 52550 h 404636"/>
                <a:gd name="csX1096" fmla="*/ 528847 w 806885"/>
                <a:gd name="csY1096" fmla="*/ 55894 h 404636"/>
                <a:gd name="csX1097" fmla="*/ 529324 w 806885"/>
                <a:gd name="csY1097" fmla="*/ 57805 h 404636"/>
                <a:gd name="csX1098" fmla="*/ 530280 w 806885"/>
                <a:gd name="csY1098" fmla="*/ 58761 h 404636"/>
                <a:gd name="csX1099" fmla="*/ 530280 w 806885"/>
                <a:gd name="csY1099" fmla="*/ 60194 h 404636"/>
                <a:gd name="csX1100" fmla="*/ 530280 w 806885"/>
                <a:gd name="csY1100" fmla="*/ 60194 h 404636"/>
                <a:gd name="csX1101" fmla="*/ 531236 w 806885"/>
                <a:gd name="csY1101" fmla="*/ 60672 h 404636"/>
                <a:gd name="csX1102" fmla="*/ 531713 w 806885"/>
                <a:gd name="csY1102" fmla="*/ 60194 h 404636"/>
                <a:gd name="csX1103" fmla="*/ 532191 w 806885"/>
                <a:gd name="csY1103" fmla="*/ 60194 h 404636"/>
                <a:gd name="csX1104" fmla="*/ 536013 w 806885"/>
                <a:gd name="csY1104" fmla="*/ 56850 h 404636"/>
                <a:gd name="csX1105" fmla="*/ 537446 w 806885"/>
                <a:gd name="csY1105" fmla="*/ 55894 h 404636"/>
                <a:gd name="csX1106" fmla="*/ 540312 w 806885"/>
                <a:gd name="csY1106" fmla="*/ 55417 h 404636"/>
                <a:gd name="csX1107" fmla="*/ 544134 w 806885"/>
                <a:gd name="csY1107" fmla="*/ 55417 h 404636"/>
                <a:gd name="csX1108" fmla="*/ 547000 w 806885"/>
                <a:gd name="csY1108" fmla="*/ 56850 h 404636"/>
                <a:gd name="csX1109" fmla="*/ 548434 w 806885"/>
                <a:gd name="csY1109" fmla="*/ 58283 h 404636"/>
                <a:gd name="csX1110" fmla="*/ 549866 w 806885"/>
                <a:gd name="csY1110" fmla="*/ 59238 h 404636"/>
                <a:gd name="csX1111" fmla="*/ 550822 w 806885"/>
                <a:gd name="csY1111" fmla="*/ 58761 h 404636"/>
                <a:gd name="csX1112" fmla="*/ 550822 w 806885"/>
                <a:gd name="csY1112" fmla="*/ 58761 h 404636"/>
                <a:gd name="csX1113" fmla="*/ 551300 w 806885"/>
                <a:gd name="csY1113" fmla="*/ 57328 h 404636"/>
                <a:gd name="csX1114" fmla="*/ 551300 w 806885"/>
                <a:gd name="csY1114" fmla="*/ 55894 h 404636"/>
                <a:gd name="csX1115" fmla="*/ 551778 w 806885"/>
                <a:gd name="csY1115" fmla="*/ 54939 h 404636"/>
                <a:gd name="csX1116" fmla="*/ 551778 w 806885"/>
                <a:gd name="csY1116" fmla="*/ 54461 h 404636"/>
                <a:gd name="csX1117" fmla="*/ 556555 w 806885"/>
                <a:gd name="csY1117" fmla="*/ 51117 h 404636"/>
                <a:gd name="csX1118" fmla="*/ 559421 w 806885"/>
                <a:gd name="csY1118" fmla="*/ 49206 h 404636"/>
                <a:gd name="csX1119" fmla="*/ 560377 w 806885"/>
                <a:gd name="csY1119" fmla="*/ 48728 h 404636"/>
                <a:gd name="csX1120" fmla="*/ 562288 w 806885"/>
                <a:gd name="csY1120" fmla="*/ 49206 h 404636"/>
                <a:gd name="csX1121" fmla="*/ 563721 w 806885"/>
                <a:gd name="csY1121" fmla="*/ 49206 h 404636"/>
                <a:gd name="csX1122" fmla="*/ 567065 w 806885"/>
                <a:gd name="csY1122" fmla="*/ 46817 h 404636"/>
                <a:gd name="csX1123" fmla="*/ 568976 w 806885"/>
                <a:gd name="csY1123" fmla="*/ 45384 h 404636"/>
                <a:gd name="csX1124" fmla="*/ 570409 w 806885"/>
                <a:gd name="csY1124" fmla="*/ 44429 h 404636"/>
                <a:gd name="csX1125" fmla="*/ 570409 w 806885"/>
                <a:gd name="csY1125" fmla="*/ 44429 h 404636"/>
                <a:gd name="csX1126" fmla="*/ 570409 w 806885"/>
                <a:gd name="csY1126" fmla="*/ 42996 h 404636"/>
                <a:gd name="csX1127" fmla="*/ 570409 w 806885"/>
                <a:gd name="csY1127" fmla="*/ 41562 h 404636"/>
                <a:gd name="csX1128" fmla="*/ 570409 w 806885"/>
                <a:gd name="csY1128" fmla="*/ 41562 h 404636"/>
                <a:gd name="csX1129" fmla="*/ 570887 w 806885"/>
                <a:gd name="csY1129" fmla="*/ 41085 h 404636"/>
                <a:gd name="csX1130" fmla="*/ 571364 w 806885"/>
                <a:gd name="csY1130" fmla="*/ 41085 h 404636"/>
                <a:gd name="csX1131" fmla="*/ 575664 w 806885"/>
                <a:gd name="csY1131" fmla="*/ 40607 h 404636"/>
                <a:gd name="csX1132" fmla="*/ 576620 w 806885"/>
                <a:gd name="csY1132" fmla="*/ 40129 h 404636"/>
                <a:gd name="csX1133" fmla="*/ 579964 w 806885"/>
                <a:gd name="csY1133" fmla="*/ 38696 h 404636"/>
                <a:gd name="csX1134" fmla="*/ 585219 w 806885"/>
                <a:gd name="csY1134" fmla="*/ 35830 h 404636"/>
                <a:gd name="csX1135" fmla="*/ 586174 w 806885"/>
                <a:gd name="csY1135" fmla="*/ 34874 h 404636"/>
                <a:gd name="csX1136" fmla="*/ 587607 w 806885"/>
                <a:gd name="csY1136" fmla="*/ 33919 h 404636"/>
                <a:gd name="csX1137" fmla="*/ 592385 w 806885"/>
                <a:gd name="csY1137" fmla="*/ 33441 h 404636"/>
                <a:gd name="csX1138" fmla="*/ 593340 w 806885"/>
                <a:gd name="csY1138" fmla="*/ 32963 h 404636"/>
                <a:gd name="csX1139" fmla="*/ 594773 w 806885"/>
                <a:gd name="csY1139" fmla="*/ 31530 h 404636"/>
                <a:gd name="csX1140" fmla="*/ 597639 w 806885"/>
                <a:gd name="csY1140" fmla="*/ 30097 h 404636"/>
                <a:gd name="csX1141" fmla="*/ 599073 w 806885"/>
                <a:gd name="csY1141" fmla="*/ 30097 h 404636"/>
                <a:gd name="csX1142" fmla="*/ 598118 w 806885"/>
                <a:gd name="csY1142" fmla="*/ 33919 h 404636"/>
                <a:gd name="csX1143" fmla="*/ 596684 w 806885"/>
                <a:gd name="csY1143" fmla="*/ 38218 h 404636"/>
                <a:gd name="csX1144" fmla="*/ 595729 w 806885"/>
                <a:gd name="csY1144" fmla="*/ 39174 h 404636"/>
                <a:gd name="csX1145" fmla="*/ 590952 w 806885"/>
                <a:gd name="csY1145" fmla="*/ 39174 h 404636"/>
                <a:gd name="csX1146" fmla="*/ 590952 w 806885"/>
                <a:gd name="csY1146" fmla="*/ 39174 h 404636"/>
                <a:gd name="csX1147" fmla="*/ 590952 w 806885"/>
                <a:gd name="csY1147" fmla="*/ 40129 h 404636"/>
                <a:gd name="csX1148" fmla="*/ 591429 w 806885"/>
                <a:gd name="csY1148" fmla="*/ 42040 h 404636"/>
                <a:gd name="csX1149" fmla="*/ 592385 w 806885"/>
                <a:gd name="csY1149" fmla="*/ 42996 h 404636"/>
                <a:gd name="csX1150" fmla="*/ 592862 w 806885"/>
                <a:gd name="csY1150" fmla="*/ 43951 h 404636"/>
                <a:gd name="csX1151" fmla="*/ 593818 w 806885"/>
                <a:gd name="csY1151" fmla="*/ 45384 h 404636"/>
                <a:gd name="csX1152" fmla="*/ 598595 w 806885"/>
                <a:gd name="csY1152" fmla="*/ 49206 h 404636"/>
                <a:gd name="csX1153" fmla="*/ 604805 w 806885"/>
                <a:gd name="csY1153" fmla="*/ 53983 h 404636"/>
                <a:gd name="csX1154" fmla="*/ 611494 w 806885"/>
                <a:gd name="csY1154" fmla="*/ 59238 h 404636"/>
                <a:gd name="csX1155" fmla="*/ 616271 w 806885"/>
                <a:gd name="csY1155" fmla="*/ 62582 h 404636"/>
                <a:gd name="csX1156" fmla="*/ 618182 w 806885"/>
                <a:gd name="csY1156" fmla="*/ 64493 h 404636"/>
                <a:gd name="csX1157" fmla="*/ 619615 w 806885"/>
                <a:gd name="csY1157" fmla="*/ 65927 h 404636"/>
                <a:gd name="csX1158" fmla="*/ 619615 w 806885"/>
                <a:gd name="csY1158" fmla="*/ 65927 h 404636"/>
                <a:gd name="csX1159" fmla="*/ 622959 w 806885"/>
                <a:gd name="csY1159" fmla="*/ 71182 h 404636"/>
                <a:gd name="csX1160" fmla="*/ 626303 w 806885"/>
                <a:gd name="csY1160" fmla="*/ 76437 h 404636"/>
                <a:gd name="csX1161" fmla="*/ 631559 w 806885"/>
                <a:gd name="csY1161" fmla="*/ 85036 h 404636"/>
                <a:gd name="csX1162" fmla="*/ 636336 w 806885"/>
                <a:gd name="csY1162" fmla="*/ 93635 h 404636"/>
                <a:gd name="csX1163" fmla="*/ 642068 w 806885"/>
                <a:gd name="csY1163" fmla="*/ 102712 h 404636"/>
                <a:gd name="csX1164" fmla="*/ 642068 w 806885"/>
                <a:gd name="csY1164" fmla="*/ 102712 h 404636"/>
                <a:gd name="csX1165" fmla="*/ 644935 w 806885"/>
                <a:gd name="csY1165" fmla="*/ 107967 h 404636"/>
                <a:gd name="csX1166" fmla="*/ 651145 w 806885"/>
                <a:gd name="csY1166" fmla="*/ 118955 h 404636"/>
                <a:gd name="csX1167" fmla="*/ 653057 w 806885"/>
                <a:gd name="csY1167" fmla="*/ 122299 h 404636"/>
                <a:gd name="csX1168" fmla="*/ 656400 w 806885"/>
                <a:gd name="csY1168" fmla="*/ 128509 h 404636"/>
                <a:gd name="csX1169" fmla="*/ 659267 w 806885"/>
                <a:gd name="csY1169" fmla="*/ 134242 h 404636"/>
                <a:gd name="csX1170" fmla="*/ 661655 w 806885"/>
                <a:gd name="csY1170" fmla="*/ 139497 h 404636"/>
                <a:gd name="csX1171" fmla="*/ 663089 w 806885"/>
                <a:gd name="csY1171" fmla="*/ 139975 h 404636"/>
                <a:gd name="csX1172" fmla="*/ 663089 w 806885"/>
                <a:gd name="csY1172" fmla="*/ 139975 h 404636"/>
                <a:gd name="csX1173" fmla="*/ 663089 w 806885"/>
                <a:gd name="csY1173" fmla="*/ 138542 h 404636"/>
                <a:gd name="csX1174" fmla="*/ 663566 w 806885"/>
                <a:gd name="csY1174" fmla="*/ 137586 h 404636"/>
                <a:gd name="csX1175" fmla="*/ 664522 w 806885"/>
                <a:gd name="csY1175" fmla="*/ 137108 h 404636"/>
                <a:gd name="csX1176" fmla="*/ 666433 w 806885"/>
                <a:gd name="csY1176" fmla="*/ 135675 h 404636"/>
                <a:gd name="csX1177" fmla="*/ 666910 w 806885"/>
                <a:gd name="csY1177" fmla="*/ 135197 h 404636"/>
                <a:gd name="csX1178" fmla="*/ 667388 w 806885"/>
                <a:gd name="csY1178" fmla="*/ 135197 h 404636"/>
                <a:gd name="csX1179" fmla="*/ 668821 w 806885"/>
                <a:gd name="csY1179" fmla="*/ 135675 h 404636"/>
                <a:gd name="csX1180" fmla="*/ 670255 w 806885"/>
                <a:gd name="csY1180" fmla="*/ 134720 h 404636"/>
                <a:gd name="csX1181" fmla="*/ 670255 w 806885"/>
                <a:gd name="csY1181" fmla="*/ 134720 h 404636"/>
                <a:gd name="csX1182" fmla="*/ 670732 w 806885"/>
                <a:gd name="csY1182" fmla="*/ 133764 h 404636"/>
                <a:gd name="csX1183" fmla="*/ 670732 w 806885"/>
                <a:gd name="csY1183" fmla="*/ 133286 h 404636"/>
                <a:gd name="csX1184" fmla="*/ 670255 w 806885"/>
                <a:gd name="csY1184" fmla="*/ 130420 h 404636"/>
                <a:gd name="csX1185" fmla="*/ 670255 w 806885"/>
                <a:gd name="csY1185" fmla="*/ 129465 h 404636"/>
                <a:gd name="csX1186" fmla="*/ 670255 w 806885"/>
                <a:gd name="csY1186" fmla="*/ 128987 h 404636"/>
                <a:gd name="csX1187" fmla="*/ 670732 w 806885"/>
                <a:gd name="csY1187" fmla="*/ 128031 h 404636"/>
                <a:gd name="csX1188" fmla="*/ 671687 w 806885"/>
                <a:gd name="csY1188" fmla="*/ 127554 h 404636"/>
                <a:gd name="csX1189" fmla="*/ 672643 w 806885"/>
                <a:gd name="csY1189" fmla="*/ 127076 h 404636"/>
                <a:gd name="csX1190" fmla="*/ 674076 w 806885"/>
                <a:gd name="csY1190" fmla="*/ 126598 h 404636"/>
                <a:gd name="csX1191" fmla="*/ 674554 w 806885"/>
                <a:gd name="csY1191" fmla="*/ 125165 h 404636"/>
                <a:gd name="csX1192" fmla="*/ 675032 w 806885"/>
                <a:gd name="csY1192" fmla="*/ 125165 h 404636"/>
                <a:gd name="csX1193" fmla="*/ 676465 w 806885"/>
                <a:gd name="csY1193" fmla="*/ 124687 h 404636"/>
                <a:gd name="csX1194" fmla="*/ 677898 w 806885"/>
                <a:gd name="csY1194" fmla="*/ 125165 h 404636"/>
                <a:gd name="csX1195" fmla="*/ 679332 w 806885"/>
                <a:gd name="csY1195" fmla="*/ 125165 h 404636"/>
                <a:gd name="csX1196" fmla="*/ 680287 w 806885"/>
                <a:gd name="csY1196" fmla="*/ 126121 h 404636"/>
                <a:gd name="csX1197" fmla="*/ 681242 w 806885"/>
                <a:gd name="csY1197" fmla="*/ 127554 h 404636"/>
                <a:gd name="csX1198" fmla="*/ 682198 w 806885"/>
                <a:gd name="csY1198" fmla="*/ 127554 h 404636"/>
                <a:gd name="csX1199" fmla="*/ 682198 w 806885"/>
                <a:gd name="csY1199" fmla="*/ 127554 h 404636"/>
                <a:gd name="csX1200" fmla="*/ 684109 w 806885"/>
                <a:gd name="csY1200" fmla="*/ 127554 h 404636"/>
                <a:gd name="csX1201" fmla="*/ 684587 w 806885"/>
                <a:gd name="csY1201" fmla="*/ 128987 h 404636"/>
                <a:gd name="csX1202" fmla="*/ 684109 w 806885"/>
                <a:gd name="csY1202" fmla="*/ 130898 h 404636"/>
                <a:gd name="csX1203" fmla="*/ 683153 w 806885"/>
                <a:gd name="csY1203" fmla="*/ 132809 h 404636"/>
                <a:gd name="csX1204" fmla="*/ 683153 w 806885"/>
                <a:gd name="csY1204" fmla="*/ 134242 h 404636"/>
                <a:gd name="csX1205" fmla="*/ 683153 w 806885"/>
                <a:gd name="csY1205" fmla="*/ 134242 h 404636"/>
                <a:gd name="csX1206" fmla="*/ 684109 w 806885"/>
                <a:gd name="csY1206" fmla="*/ 134720 h 404636"/>
                <a:gd name="csX1207" fmla="*/ 684587 w 806885"/>
                <a:gd name="csY1207" fmla="*/ 134720 h 404636"/>
                <a:gd name="csX1208" fmla="*/ 687930 w 806885"/>
                <a:gd name="csY1208" fmla="*/ 134242 h 404636"/>
                <a:gd name="csX1209" fmla="*/ 689364 w 806885"/>
                <a:gd name="csY1209" fmla="*/ 134242 h 404636"/>
                <a:gd name="csX1210" fmla="*/ 689841 w 806885"/>
                <a:gd name="csY1210" fmla="*/ 135675 h 404636"/>
                <a:gd name="csX1211" fmla="*/ 690319 w 806885"/>
                <a:gd name="csY1211" fmla="*/ 136631 h 404636"/>
                <a:gd name="csX1212" fmla="*/ 690319 w 806885"/>
                <a:gd name="csY1212" fmla="*/ 137108 h 404636"/>
                <a:gd name="csX1213" fmla="*/ 690797 w 806885"/>
                <a:gd name="csY1213" fmla="*/ 138064 h 404636"/>
                <a:gd name="csX1214" fmla="*/ 690319 w 806885"/>
                <a:gd name="csY1214" fmla="*/ 139975 h 404636"/>
                <a:gd name="csX1215" fmla="*/ 690797 w 806885"/>
                <a:gd name="csY1215" fmla="*/ 140452 h 404636"/>
                <a:gd name="csX1216" fmla="*/ 690797 w 806885"/>
                <a:gd name="csY1216" fmla="*/ 140452 h 404636"/>
                <a:gd name="csX1217" fmla="*/ 694141 w 806885"/>
                <a:gd name="csY1217" fmla="*/ 140452 h 404636"/>
                <a:gd name="csX1218" fmla="*/ 696530 w 806885"/>
                <a:gd name="csY1218" fmla="*/ 139975 h 404636"/>
                <a:gd name="csX1219" fmla="*/ 700351 w 806885"/>
                <a:gd name="csY1219" fmla="*/ 139975 h 404636"/>
                <a:gd name="csX1220" fmla="*/ 703696 w 806885"/>
                <a:gd name="csY1220" fmla="*/ 141408 h 404636"/>
                <a:gd name="csX1221" fmla="*/ 705607 w 806885"/>
                <a:gd name="csY1221" fmla="*/ 141408 h 404636"/>
                <a:gd name="csX1222" fmla="*/ 707995 w 806885"/>
                <a:gd name="csY1222" fmla="*/ 140452 h 404636"/>
                <a:gd name="csX1223" fmla="*/ 711339 w 806885"/>
                <a:gd name="csY1223" fmla="*/ 140930 h 404636"/>
                <a:gd name="csX1224" fmla="*/ 711339 w 806885"/>
                <a:gd name="csY1224" fmla="*/ 140930 h 404636"/>
                <a:gd name="csX1225" fmla="*/ 713728 w 806885"/>
                <a:gd name="csY1225" fmla="*/ 139975 h 404636"/>
                <a:gd name="csX1226" fmla="*/ 715161 w 806885"/>
                <a:gd name="csY1226" fmla="*/ 138064 h 404636"/>
                <a:gd name="csX1227" fmla="*/ 715161 w 806885"/>
                <a:gd name="csY1227" fmla="*/ 138064 h 404636"/>
                <a:gd name="csX1228" fmla="*/ 715639 w 806885"/>
                <a:gd name="csY1228" fmla="*/ 137108 h 404636"/>
                <a:gd name="csX1229" fmla="*/ 716594 w 806885"/>
                <a:gd name="csY1229" fmla="*/ 136153 h 404636"/>
                <a:gd name="csX1230" fmla="*/ 719939 w 806885"/>
                <a:gd name="csY1230" fmla="*/ 136153 h 404636"/>
                <a:gd name="csX1231" fmla="*/ 721849 w 806885"/>
                <a:gd name="csY1231" fmla="*/ 136153 h 404636"/>
                <a:gd name="csX1232" fmla="*/ 721849 w 806885"/>
                <a:gd name="csY1232" fmla="*/ 136153 h 404636"/>
                <a:gd name="csX1233" fmla="*/ 723283 w 806885"/>
                <a:gd name="csY1233" fmla="*/ 134242 h 404636"/>
                <a:gd name="csX1234" fmla="*/ 724716 w 806885"/>
                <a:gd name="csY1234" fmla="*/ 133286 h 404636"/>
                <a:gd name="csX1235" fmla="*/ 726626 w 806885"/>
                <a:gd name="csY1235" fmla="*/ 133286 h 404636"/>
                <a:gd name="csX1236" fmla="*/ 728537 w 806885"/>
                <a:gd name="csY1236" fmla="*/ 133286 h 404636"/>
                <a:gd name="csX1237" fmla="*/ 728537 w 806885"/>
                <a:gd name="csY1237" fmla="*/ 133286 h 404636"/>
                <a:gd name="csX1238" fmla="*/ 732837 w 806885"/>
                <a:gd name="csY1238" fmla="*/ 135197 h 404636"/>
                <a:gd name="csX1239" fmla="*/ 735703 w 806885"/>
                <a:gd name="csY1239" fmla="*/ 136153 h 404636"/>
                <a:gd name="csX1240" fmla="*/ 738570 w 806885"/>
                <a:gd name="csY1240" fmla="*/ 138542 h 404636"/>
                <a:gd name="csX1241" fmla="*/ 740003 w 806885"/>
                <a:gd name="csY1241" fmla="*/ 139497 h 404636"/>
                <a:gd name="csX1242" fmla="*/ 741436 w 806885"/>
                <a:gd name="csY1242" fmla="*/ 142363 h 404636"/>
                <a:gd name="csX1243" fmla="*/ 743347 w 806885"/>
                <a:gd name="csY1243" fmla="*/ 144752 h 404636"/>
                <a:gd name="csX1244" fmla="*/ 744780 w 806885"/>
                <a:gd name="csY1244" fmla="*/ 146663 h 404636"/>
                <a:gd name="csX1245" fmla="*/ 745258 w 806885"/>
                <a:gd name="csY1245" fmla="*/ 149052 h 404636"/>
                <a:gd name="csX1246" fmla="*/ 746214 w 806885"/>
                <a:gd name="csY1246" fmla="*/ 153351 h 404636"/>
                <a:gd name="csX1247" fmla="*/ 747647 w 806885"/>
                <a:gd name="csY1247" fmla="*/ 154784 h 404636"/>
                <a:gd name="csX1248" fmla="*/ 749080 w 806885"/>
                <a:gd name="csY1248" fmla="*/ 154784 h 404636"/>
                <a:gd name="csX1249" fmla="*/ 750991 w 806885"/>
                <a:gd name="csY1249" fmla="*/ 155740 h 404636"/>
                <a:gd name="csX1250" fmla="*/ 753380 w 806885"/>
                <a:gd name="csY1250" fmla="*/ 155740 h 404636"/>
                <a:gd name="csX1251" fmla="*/ 753380 w 806885"/>
                <a:gd name="csY1251" fmla="*/ 155740 h 404636"/>
                <a:gd name="csX1252" fmla="*/ 757679 w 806885"/>
                <a:gd name="csY1252" fmla="*/ 159084 h 404636"/>
                <a:gd name="csX1253" fmla="*/ 759590 w 806885"/>
                <a:gd name="csY1253" fmla="*/ 159084 h 404636"/>
                <a:gd name="csX1254" fmla="*/ 760546 w 806885"/>
                <a:gd name="csY1254" fmla="*/ 160039 h 404636"/>
                <a:gd name="csX1255" fmla="*/ 761023 w 806885"/>
                <a:gd name="csY1255" fmla="*/ 161473 h 404636"/>
                <a:gd name="csX1256" fmla="*/ 761023 w 806885"/>
                <a:gd name="csY1256" fmla="*/ 161473 h 404636"/>
                <a:gd name="csX1257" fmla="*/ 761023 w 806885"/>
                <a:gd name="csY1257" fmla="*/ 161950 h 404636"/>
                <a:gd name="csX1258" fmla="*/ 760546 w 806885"/>
                <a:gd name="csY1258" fmla="*/ 162906 h 404636"/>
                <a:gd name="csX1259" fmla="*/ 761023 w 806885"/>
                <a:gd name="csY1259" fmla="*/ 164817 h 404636"/>
                <a:gd name="csX1260" fmla="*/ 761023 w 806885"/>
                <a:gd name="csY1260" fmla="*/ 164817 h 404636"/>
                <a:gd name="csX1261" fmla="*/ 762456 w 806885"/>
                <a:gd name="csY1261" fmla="*/ 166728 h 404636"/>
                <a:gd name="csX1262" fmla="*/ 763890 w 806885"/>
                <a:gd name="csY1262" fmla="*/ 168638 h 404636"/>
                <a:gd name="csX1263" fmla="*/ 765323 w 806885"/>
                <a:gd name="csY1263" fmla="*/ 171027 h 404636"/>
                <a:gd name="csX1264" fmla="*/ 765801 w 806885"/>
                <a:gd name="csY1264" fmla="*/ 172460 h 404636"/>
                <a:gd name="csX1265" fmla="*/ 765801 w 806885"/>
                <a:gd name="csY1265" fmla="*/ 172460 h 404636"/>
                <a:gd name="csX1266" fmla="*/ 766756 w 806885"/>
                <a:gd name="csY1266" fmla="*/ 172938 h 404636"/>
                <a:gd name="csX1267" fmla="*/ 768189 w 806885"/>
                <a:gd name="csY1267" fmla="*/ 172460 h 404636"/>
                <a:gd name="csX1268" fmla="*/ 771055 w 806885"/>
                <a:gd name="csY1268" fmla="*/ 172938 h 404636"/>
                <a:gd name="csX1269" fmla="*/ 778221 w 806885"/>
                <a:gd name="csY1269" fmla="*/ 173893 h 404636"/>
                <a:gd name="csX1270" fmla="*/ 779655 w 806885"/>
                <a:gd name="csY1270" fmla="*/ 174371 h 404636"/>
                <a:gd name="csX1271" fmla="*/ 780132 w 806885"/>
                <a:gd name="csY1271" fmla="*/ 175804 h 404636"/>
                <a:gd name="csX1272" fmla="*/ 781565 w 806885"/>
                <a:gd name="csY1272" fmla="*/ 175804 h 404636"/>
                <a:gd name="csX1273" fmla="*/ 782521 w 806885"/>
                <a:gd name="csY1273" fmla="*/ 175804 h 404636"/>
                <a:gd name="csX1274" fmla="*/ 784432 w 806885"/>
                <a:gd name="csY1274" fmla="*/ 175804 h 404636"/>
                <a:gd name="csX1275" fmla="*/ 784432 w 806885"/>
                <a:gd name="csY1275" fmla="*/ 175804 h 404636"/>
                <a:gd name="csX1276" fmla="*/ 785865 w 806885"/>
                <a:gd name="csY1276" fmla="*/ 174371 h 404636"/>
                <a:gd name="csX1277" fmla="*/ 786821 w 806885"/>
                <a:gd name="csY1277" fmla="*/ 173416 h 404636"/>
                <a:gd name="csX1278" fmla="*/ 789209 w 806885"/>
                <a:gd name="csY1278" fmla="*/ 171983 h 404636"/>
                <a:gd name="csX1279" fmla="*/ 791120 w 806885"/>
                <a:gd name="csY1279" fmla="*/ 170072 h 404636"/>
                <a:gd name="csX1280" fmla="*/ 793031 w 806885"/>
                <a:gd name="csY1280" fmla="*/ 168161 h 404636"/>
                <a:gd name="csX1281" fmla="*/ 794464 w 806885"/>
                <a:gd name="csY1281" fmla="*/ 168161 h 404636"/>
                <a:gd name="csX1282" fmla="*/ 795420 w 806885"/>
                <a:gd name="csY1282" fmla="*/ 168638 h 404636"/>
                <a:gd name="csX1283" fmla="*/ 795420 w 806885"/>
                <a:gd name="csY1283" fmla="*/ 170072 h 404636"/>
                <a:gd name="csX1284" fmla="*/ 793987 w 806885"/>
                <a:gd name="csY1284" fmla="*/ 171505 h 404636"/>
                <a:gd name="csX1285" fmla="*/ 793031 w 806885"/>
                <a:gd name="csY1285" fmla="*/ 172460 h 404636"/>
                <a:gd name="csX1286" fmla="*/ 793031 w 806885"/>
                <a:gd name="csY1286" fmla="*/ 173893 h 404636"/>
                <a:gd name="csX1287" fmla="*/ 793508 w 806885"/>
                <a:gd name="csY1287" fmla="*/ 173893 h 404636"/>
                <a:gd name="csX1288" fmla="*/ 794942 w 806885"/>
                <a:gd name="csY1288" fmla="*/ 173893 h 404636"/>
                <a:gd name="csX1289" fmla="*/ 796853 w 806885"/>
                <a:gd name="csY1289" fmla="*/ 175804 h 404636"/>
                <a:gd name="csX1290" fmla="*/ 799719 w 806885"/>
                <a:gd name="csY1290" fmla="*/ 180582 h 404636"/>
                <a:gd name="csX1291" fmla="*/ 800674 w 806885"/>
                <a:gd name="csY1291" fmla="*/ 181537 h 404636"/>
                <a:gd name="csX1292" fmla="*/ 802108 w 806885"/>
                <a:gd name="csY1292" fmla="*/ 182493 h 404636"/>
                <a:gd name="csX1293" fmla="*/ 803541 w 806885"/>
                <a:gd name="csY1293" fmla="*/ 182970 h 404636"/>
                <a:gd name="csX1294" fmla="*/ 805452 w 806885"/>
                <a:gd name="csY1294" fmla="*/ 183448 h 404636"/>
                <a:gd name="csX1295" fmla="*/ 806408 w 806885"/>
                <a:gd name="csY1295" fmla="*/ 185359 h 404636"/>
                <a:gd name="csX1296" fmla="*/ 806885 w 806885"/>
                <a:gd name="csY1296" fmla="*/ 187270 h 404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</a:cxnLst>
              <a:rect l="l" t="t" r="r" b="b"/>
              <a:pathLst>
                <a:path w="806885" h="404636">
                  <a:moveTo>
                    <a:pt x="806885" y="187270"/>
                  </a:moveTo>
                  <a:lnTo>
                    <a:pt x="805452" y="186792"/>
                  </a:lnTo>
                  <a:lnTo>
                    <a:pt x="801630" y="186314"/>
                  </a:lnTo>
                  <a:lnTo>
                    <a:pt x="799719" y="186792"/>
                  </a:lnTo>
                  <a:lnTo>
                    <a:pt x="798286" y="187270"/>
                  </a:lnTo>
                  <a:lnTo>
                    <a:pt x="796853" y="188225"/>
                  </a:lnTo>
                  <a:lnTo>
                    <a:pt x="795897" y="189181"/>
                  </a:lnTo>
                  <a:lnTo>
                    <a:pt x="795420" y="191092"/>
                  </a:lnTo>
                  <a:lnTo>
                    <a:pt x="795897" y="193480"/>
                  </a:lnTo>
                  <a:lnTo>
                    <a:pt x="794942" y="197780"/>
                  </a:lnTo>
                  <a:lnTo>
                    <a:pt x="793987" y="199691"/>
                  </a:lnTo>
                  <a:lnTo>
                    <a:pt x="791598" y="202557"/>
                  </a:lnTo>
                  <a:lnTo>
                    <a:pt x="790642" y="203035"/>
                  </a:lnTo>
                  <a:lnTo>
                    <a:pt x="788254" y="203513"/>
                  </a:lnTo>
                  <a:lnTo>
                    <a:pt x="786343" y="204468"/>
                  </a:lnTo>
                  <a:lnTo>
                    <a:pt x="782043" y="205424"/>
                  </a:lnTo>
                  <a:lnTo>
                    <a:pt x="777744" y="205901"/>
                  </a:lnTo>
                  <a:lnTo>
                    <a:pt x="775833" y="206379"/>
                  </a:lnTo>
                  <a:lnTo>
                    <a:pt x="775833" y="206379"/>
                  </a:lnTo>
                  <a:lnTo>
                    <a:pt x="774878" y="208290"/>
                  </a:lnTo>
                  <a:lnTo>
                    <a:pt x="773922" y="210201"/>
                  </a:lnTo>
                  <a:lnTo>
                    <a:pt x="773444" y="211634"/>
                  </a:lnTo>
                  <a:lnTo>
                    <a:pt x="772489" y="215456"/>
                  </a:lnTo>
                  <a:lnTo>
                    <a:pt x="771533" y="219278"/>
                  </a:lnTo>
                  <a:lnTo>
                    <a:pt x="772011" y="224055"/>
                  </a:lnTo>
                  <a:lnTo>
                    <a:pt x="772966" y="228832"/>
                  </a:lnTo>
                  <a:lnTo>
                    <a:pt x="772489" y="230743"/>
                  </a:lnTo>
                  <a:lnTo>
                    <a:pt x="773922" y="233132"/>
                  </a:lnTo>
                  <a:lnTo>
                    <a:pt x="774399" y="234565"/>
                  </a:lnTo>
                  <a:lnTo>
                    <a:pt x="773922" y="236954"/>
                  </a:lnTo>
                  <a:lnTo>
                    <a:pt x="772489" y="238865"/>
                  </a:lnTo>
                  <a:lnTo>
                    <a:pt x="771533" y="241253"/>
                  </a:lnTo>
                  <a:lnTo>
                    <a:pt x="770578" y="242209"/>
                  </a:lnTo>
                  <a:lnTo>
                    <a:pt x="768189" y="242687"/>
                  </a:lnTo>
                  <a:lnTo>
                    <a:pt x="765801" y="242687"/>
                  </a:lnTo>
                  <a:lnTo>
                    <a:pt x="763412" y="244598"/>
                  </a:lnTo>
                  <a:lnTo>
                    <a:pt x="761501" y="246031"/>
                  </a:lnTo>
                  <a:lnTo>
                    <a:pt x="758157" y="247941"/>
                  </a:lnTo>
                  <a:lnTo>
                    <a:pt x="756724" y="248419"/>
                  </a:lnTo>
                  <a:lnTo>
                    <a:pt x="756246" y="247464"/>
                  </a:lnTo>
                  <a:lnTo>
                    <a:pt x="755290" y="245553"/>
                  </a:lnTo>
                  <a:lnTo>
                    <a:pt x="754335" y="244598"/>
                  </a:lnTo>
                  <a:lnTo>
                    <a:pt x="752901" y="244598"/>
                  </a:lnTo>
                  <a:lnTo>
                    <a:pt x="751946" y="244598"/>
                  </a:lnTo>
                  <a:lnTo>
                    <a:pt x="748124" y="244120"/>
                  </a:lnTo>
                  <a:lnTo>
                    <a:pt x="745736" y="244120"/>
                  </a:lnTo>
                  <a:lnTo>
                    <a:pt x="743825" y="244598"/>
                  </a:lnTo>
                  <a:lnTo>
                    <a:pt x="741436" y="244598"/>
                  </a:lnTo>
                  <a:lnTo>
                    <a:pt x="738092" y="243642"/>
                  </a:lnTo>
                  <a:lnTo>
                    <a:pt x="735703" y="243164"/>
                  </a:lnTo>
                  <a:lnTo>
                    <a:pt x="733792" y="242687"/>
                  </a:lnTo>
                  <a:lnTo>
                    <a:pt x="729971" y="240775"/>
                  </a:lnTo>
                  <a:lnTo>
                    <a:pt x="725194" y="238865"/>
                  </a:lnTo>
                  <a:lnTo>
                    <a:pt x="723283" y="238387"/>
                  </a:lnTo>
                  <a:lnTo>
                    <a:pt x="721849" y="238865"/>
                  </a:lnTo>
                  <a:lnTo>
                    <a:pt x="721849" y="239820"/>
                  </a:lnTo>
                  <a:lnTo>
                    <a:pt x="721371" y="242687"/>
                  </a:lnTo>
                  <a:lnTo>
                    <a:pt x="720894" y="244598"/>
                  </a:lnTo>
                  <a:lnTo>
                    <a:pt x="717550" y="253674"/>
                  </a:lnTo>
                  <a:lnTo>
                    <a:pt x="715161" y="259885"/>
                  </a:lnTo>
                  <a:lnTo>
                    <a:pt x="712773" y="266095"/>
                  </a:lnTo>
                  <a:lnTo>
                    <a:pt x="711817" y="269917"/>
                  </a:lnTo>
                  <a:lnTo>
                    <a:pt x="709906" y="275172"/>
                  </a:lnTo>
                  <a:lnTo>
                    <a:pt x="708473" y="278516"/>
                  </a:lnTo>
                  <a:lnTo>
                    <a:pt x="707995" y="280905"/>
                  </a:lnTo>
                  <a:lnTo>
                    <a:pt x="707517" y="281382"/>
                  </a:lnTo>
                  <a:lnTo>
                    <a:pt x="707995" y="282816"/>
                  </a:lnTo>
                  <a:lnTo>
                    <a:pt x="707995" y="282816"/>
                  </a:lnTo>
                  <a:lnTo>
                    <a:pt x="710384" y="283771"/>
                  </a:lnTo>
                  <a:lnTo>
                    <a:pt x="713250" y="284727"/>
                  </a:lnTo>
                  <a:lnTo>
                    <a:pt x="713728" y="285205"/>
                  </a:lnTo>
                  <a:lnTo>
                    <a:pt x="714206" y="286160"/>
                  </a:lnTo>
                  <a:lnTo>
                    <a:pt x="713728" y="288548"/>
                  </a:lnTo>
                  <a:lnTo>
                    <a:pt x="713250" y="290459"/>
                  </a:lnTo>
                  <a:lnTo>
                    <a:pt x="712773" y="291893"/>
                  </a:lnTo>
                  <a:lnTo>
                    <a:pt x="711817" y="292848"/>
                  </a:lnTo>
                  <a:lnTo>
                    <a:pt x="710862" y="292848"/>
                  </a:lnTo>
                  <a:lnTo>
                    <a:pt x="709428" y="291893"/>
                  </a:lnTo>
                  <a:lnTo>
                    <a:pt x="707995" y="290937"/>
                  </a:lnTo>
                  <a:lnTo>
                    <a:pt x="707040" y="290459"/>
                  </a:lnTo>
                  <a:lnTo>
                    <a:pt x="704173" y="290937"/>
                  </a:lnTo>
                  <a:lnTo>
                    <a:pt x="701307" y="291893"/>
                  </a:lnTo>
                  <a:lnTo>
                    <a:pt x="700351" y="291893"/>
                  </a:lnTo>
                  <a:lnTo>
                    <a:pt x="698918" y="291415"/>
                  </a:lnTo>
                  <a:lnTo>
                    <a:pt x="697485" y="289982"/>
                  </a:lnTo>
                  <a:lnTo>
                    <a:pt x="697007" y="288071"/>
                  </a:lnTo>
                  <a:lnTo>
                    <a:pt x="697007" y="288071"/>
                  </a:lnTo>
                  <a:lnTo>
                    <a:pt x="695574" y="287115"/>
                  </a:lnTo>
                  <a:lnTo>
                    <a:pt x="693664" y="288071"/>
                  </a:lnTo>
                  <a:lnTo>
                    <a:pt x="688408" y="289504"/>
                  </a:lnTo>
                  <a:lnTo>
                    <a:pt x="682675" y="291893"/>
                  </a:lnTo>
                  <a:lnTo>
                    <a:pt x="678853" y="292848"/>
                  </a:lnTo>
                  <a:lnTo>
                    <a:pt x="677421" y="292370"/>
                  </a:lnTo>
                  <a:lnTo>
                    <a:pt x="674554" y="292848"/>
                  </a:lnTo>
                  <a:lnTo>
                    <a:pt x="672166" y="293326"/>
                  </a:lnTo>
                  <a:lnTo>
                    <a:pt x="670255" y="294281"/>
                  </a:lnTo>
                  <a:lnTo>
                    <a:pt x="666433" y="295237"/>
                  </a:lnTo>
                  <a:lnTo>
                    <a:pt x="663089" y="295714"/>
                  </a:lnTo>
                  <a:lnTo>
                    <a:pt x="661178" y="297625"/>
                  </a:lnTo>
                  <a:lnTo>
                    <a:pt x="659267" y="299059"/>
                  </a:lnTo>
                  <a:lnTo>
                    <a:pt x="659267" y="299536"/>
                  </a:lnTo>
                  <a:lnTo>
                    <a:pt x="660700" y="300492"/>
                  </a:lnTo>
                  <a:lnTo>
                    <a:pt x="661655" y="301447"/>
                  </a:lnTo>
                  <a:lnTo>
                    <a:pt x="664522" y="300970"/>
                  </a:lnTo>
                  <a:lnTo>
                    <a:pt x="666910" y="300970"/>
                  </a:lnTo>
                  <a:lnTo>
                    <a:pt x="669299" y="301925"/>
                  </a:lnTo>
                  <a:lnTo>
                    <a:pt x="670732" y="302403"/>
                  </a:lnTo>
                  <a:lnTo>
                    <a:pt x="671687" y="303358"/>
                  </a:lnTo>
                  <a:lnTo>
                    <a:pt x="670732" y="304314"/>
                  </a:lnTo>
                  <a:lnTo>
                    <a:pt x="669777" y="304314"/>
                  </a:lnTo>
                  <a:lnTo>
                    <a:pt x="669777" y="304314"/>
                  </a:lnTo>
                  <a:lnTo>
                    <a:pt x="669777" y="304314"/>
                  </a:lnTo>
                  <a:lnTo>
                    <a:pt x="669299" y="304791"/>
                  </a:lnTo>
                  <a:lnTo>
                    <a:pt x="669777" y="305747"/>
                  </a:lnTo>
                  <a:lnTo>
                    <a:pt x="668821" y="307658"/>
                  </a:lnTo>
                  <a:lnTo>
                    <a:pt x="668821" y="310524"/>
                  </a:lnTo>
                  <a:lnTo>
                    <a:pt x="668821" y="313390"/>
                  </a:lnTo>
                  <a:lnTo>
                    <a:pt x="669299" y="315779"/>
                  </a:lnTo>
                  <a:lnTo>
                    <a:pt x="669299" y="315779"/>
                  </a:lnTo>
                  <a:lnTo>
                    <a:pt x="668821" y="317212"/>
                  </a:lnTo>
                  <a:lnTo>
                    <a:pt x="668821" y="319123"/>
                  </a:lnTo>
                  <a:lnTo>
                    <a:pt x="669777" y="320079"/>
                  </a:lnTo>
                  <a:lnTo>
                    <a:pt x="670255" y="322467"/>
                  </a:lnTo>
                  <a:lnTo>
                    <a:pt x="671687" y="324378"/>
                  </a:lnTo>
                  <a:lnTo>
                    <a:pt x="673599" y="329633"/>
                  </a:lnTo>
                  <a:lnTo>
                    <a:pt x="674554" y="332500"/>
                  </a:lnTo>
                  <a:lnTo>
                    <a:pt x="675987" y="335844"/>
                  </a:lnTo>
                  <a:lnTo>
                    <a:pt x="675032" y="337755"/>
                  </a:lnTo>
                  <a:lnTo>
                    <a:pt x="675032" y="338710"/>
                  </a:lnTo>
                  <a:lnTo>
                    <a:pt x="675032" y="338710"/>
                  </a:lnTo>
                  <a:lnTo>
                    <a:pt x="676465" y="339666"/>
                  </a:lnTo>
                  <a:lnTo>
                    <a:pt x="676943" y="341577"/>
                  </a:lnTo>
                  <a:lnTo>
                    <a:pt x="677421" y="342532"/>
                  </a:lnTo>
                  <a:lnTo>
                    <a:pt x="677421" y="343487"/>
                  </a:lnTo>
                  <a:lnTo>
                    <a:pt x="676943" y="343965"/>
                  </a:lnTo>
                  <a:lnTo>
                    <a:pt x="674076" y="343487"/>
                  </a:lnTo>
                  <a:lnTo>
                    <a:pt x="672166" y="344443"/>
                  </a:lnTo>
                  <a:lnTo>
                    <a:pt x="669777" y="345398"/>
                  </a:lnTo>
                  <a:lnTo>
                    <a:pt x="669299" y="345876"/>
                  </a:lnTo>
                  <a:lnTo>
                    <a:pt x="669299" y="346354"/>
                  </a:lnTo>
                  <a:lnTo>
                    <a:pt x="669299" y="347309"/>
                  </a:lnTo>
                  <a:lnTo>
                    <a:pt x="670732" y="348265"/>
                  </a:lnTo>
                  <a:lnTo>
                    <a:pt x="672643" y="348743"/>
                  </a:lnTo>
                  <a:lnTo>
                    <a:pt x="672643" y="349698"/>
                  </a:lnTo>
                  <a:lnTo>
                    <a:pt x="670255" y="350176"/>
                  </a:lnTo>
                  <a:lnTo>
                    <a:pt x="669299" y="350653"/>
                  </a:lnTo>
                  <a:lnTo>
                    <a:pt x="666910" y="351609"/>
                  </a:lnTo>
                  <a:lnTo>
                    <a:pt x="666910" y="351609"/>
                  </a:lnTo>
                  <a:lnTo>
                    <a:pt x="665955" y="353042"/>
                  </a:lnTo>
                  <a:lnTo>
                    <a:pt x="665000" y="354475"/>
                  </a:lnTo>
                  <a:lnTo>
                    <a:pt x="665000" y="355908"/>
                  </a:lnTo>
                  <a:lnTo>
                    <a:pt x="665477" y="358297"/>
                  </a:lnTo>
                  <a:lnTo>
                    <a:pt x="665955" y="361163"/>
                  </a:lnTo>
                  <a:lnTo>
                    <a:pt x="666910" y="364508"/>
                  </a:lnTo>
                  <a:lnTo>
                    <a:pt x="666910" y="365463"/>
                  </a:lnTo>
                  <a:lnTo>
                    <a:pt x="666433" y="365941"/>
                  </a:lnTo>
                  <a:lnTo>
                    <a:pt x="665955" y="366419"/>
                  </a:lnTo>
                  <a:lnTo>
                    <a:pt x="663089" y="363552"/>
                  </a:lnTo>
                  <a:lnTo>
                    <a:pt x="660222" y="361163"/>
                  </a:lnTo>
                  <a:lnTo>
                    <a:pt x="660222" y="360686"/>
                  </a:lnTo>
                  <a:lnTo>
                    <a:pt x="657834" y="360208"/>
                  </a:lnTo>
                  <a:lnTo>
                    <a:pt x="654012" y="359730"/>
                  </a:lnTo>
                  <a:lnTo>
                    <a:pt x="651623" y="359730"/>
                  </a:lnTo>
                  <a:lnTo>
                    <a:pt x="651623" y="359730"/>
                  </a:lnTo>
                  <a:lnTo>
                    <a:pt x="650668" y="359253"/>
                  </a:lnTo>
                  <a:lnTo>
                    <a:pt x="649234" y="357819"/>
                  </a:lnTo>
                  <a:lnTo>
                    <a:pt x="649234" y="357819"/>
                  </a:lnTo>
                  <a:lnTo>
                    <a:pt x="647801" y="356386"/>
                  </a:lnTo>
                  <a:lnTo>
                    <a:pt x="647801" y="356386"/>
                  </a:lnTo>
                  <a:lnTo>
                    <a:pt x="646846" y="355431"/>
                  </a:lnTo>
                  <a:lnTo>
                    <a:pt x="646368" y="354475"/>
                  </a:lnTo>
                  <a:lnTo>
                    <a:pt x="645412" y="352564"/>
                  </a:lnTo>
                  <a:lnTo>
                    <a:pt x="644457" y="352087"/>
                  </a:lnTo>
                  <a:lnTo>
                    <a:pt x="643502" y="352087"/>
                  </a:lnTo>
                  <a:lnTo>
                    <a:pt x="641113" y="352087"/>
                  </a:lnTo>
                  <a:lnTo>
                    <a:pt x="639680" y="352087"/>
                  </a:lnTo>
                  <a:lnTo>
                    <a:pt x="637769" y="351609"/>
                  </a:lnTo>
                  <a:lnTo>
                    <a:pt x="637291" y="351131"/>
                  </a:lnTo>
                  <a:lnTo>
                    <a:pt x="634903" y="350653"/>
                  </a:lnTo>
                  <a:lnTo>
                    <a:pt x="632514" y="349698"/>
                  </a:lnTo>
                  <a:lnTo>
                    <a:pt x="632514" y="349698"/>
                  </a:lnTo>
                  <a:lnTo>
                    <a:pt x="629648" y="349698"/>
                  </a:lnTo>
                  <a:lnTo>
                    <a:pt x="628214" y="349698"/>
                  </a:lnTo>
                  <a:lnTo>
                    <a:pt x="628214" y="349698"/>
                  </a:lnTo>
                  <a:lnTo>
                    <a:pt x="622482" y="350176"/>
                  </a:lnTo>
                  <a:lnTo>
                    <a:pt x="618182" y="349220"/>
                  </a:lnTo>
                  <a:lnTo>
                    <a:pt x="614838" y="348743"/>
                  </a:lnTo>
                  <a:lnTo>
                    <a:pt x="612450" y="348743"/>
                  </a:lnTo>
                  <a:lnTo>
                    <a:pt x="611494" y="348743"/>
                  </a:lnTo>
                  <a:lnTo>
                    <a:pt x="609583" y="348743"/>
                  </a:lnTo>
                  <a:lnTo>
                    <a:pt x="609583" y="348743"/>
                  </a:lnTo>
                  <a:lnTo>
                    <a:pt x="607194" y="348743"/>
                  </a:lnTo>
                  <a:lnTo>
                    <a:pt x="603373" y="347309"/>
                  </a:lnTo>
                  <a:lnTo>
                    <a:pt x="602417" y="347309"/>
                  </a:lnTo>
                  <a:lnTo>
                    <a:pt x="601461" y="347309"/>
                  </a:lnTo>
                  <a:lnTo>
                    <a:pt x="595251" y="348265"/>
                  </a:lnTo>
                  <a:lnTo>
                    <a:pt x="592862" y="348265"/>
                  </a:lnTo>
                  <a:lnTo>
                    <a:pt x="592862" y="348265"/>
                  </a:lnTo>
                  <a:lnTo>
                    <a:pt x="592385" y="348265"/>
                  </a:lnTo>
                  <a:lnTo>
                    <a:pt x="587130" y="348265"/>
                  </a:lnTo>
                  <a:lnTo>
                    <a:pt x="581397" y="348265"/>
                  </a:lnTo>
                  <a:lnTo>
                    <a:pt x="579486" y="347787"/>
                  </a:lnTo>
                  <a:lnTo>
                    <a:pt x="578530" y="348265"/>
                  </a:lnTo>
                  <a:lnTo>
                    <a:pt x="578530" y="348265"/>
                  </a:lnTo>
                  <a:lnTo>
                    <a:pt x="576142" y="350653"/>
                  </a:lnTo>
                  <a:lnTo>
                    <a:pt x="575186" y="351131"/>
                  </a:lnTo>
                  <a:lnTo>
                    <a:pt x="570409" y="350653"/>
                  </a:lnTo>
                  <a:lnTo>
                    <a:pt x="569931" y="350653"/>
                  </a:lnTo>
                  <a:lnTo>
                    <a:pt x="563721" y="348743"/>
                  </a:lnTo>
                  <a:lnTo>
                    <a:pt x="558943" y="346831"/>
                  </a:lnTo>
                  <a:lnTo>
                    <a:pt x="555122" y="344921"/>
                  </a:lnTo>
                  <a:lnTo>
                    <a:pt x="550345" y="342054"/>
                  </a:lnTo>
                  <a:lnTo>
                    <a:pt x="547000" y="340621"/>
                  </a:lnTo>
                  <a:lnTo>
                    <a:pt x="547000" y="340621"/>
                  </a:lnTo>
                  <a:lnTo>
                    <a:pt x="546523" y="341099"/>
                  </a:lnTo>
                  <a:lnTo>
                    <a:pt x="546045" y="341577"/>
                  </a:lnTo>
                  <a:lnTo>
                    <a:pt x="544612" y="341577"/>
                  </a:lnTo>
                  <a:lnTo>
                    <a:pt x="541745" y="341577"/>
                  </a:lnTo>
                  <a:lnTo>
                    <a:pt x="541745" y="341577"/>
                  </a:lnTo>
                  <a:lnTo>
                    <a:pt x="540790" y="343010"/>
                  </a:lnTo>
                  <a:lnTo>
                    <a:pt x="537446" y="344443"/>
                  </a:lnTo>
                  <a:lnTo>
                    <a:pt x="537446" y="344443"/>
                  </a:lnTo>
                  <a:lnTo>
                    <a:pt x="535057" y="345398"/>
                  </a:lnTo>
                  <a:lnTo>
                    <a:pt x="535057" y="345398"/>
                  </a:lnTo>
                  <a:lnTo>
                    <a:pt x="534102" y="346354"/>
                  </a:lnTo>
                  <a:lnTo>
                    <a:pt x="532191" y="353520"/>
                  </a:lnTo>
                  <a:lnTo>
                    <a:pt x="531236" y="356386"/>
                  </a:lnTo>
                  <a:lnTo>
                    <a:pt x="532668" y="361163"/>
                  </a:lnTo>
                  <a:lnTo>
                    <a:pt x="531236" y="360686"/>
                  </a:lnTo>
                  <a:lnTo>
                    <a:pt x="529324" y="359730"/>
                  </a:lnTo>
                  <a:lnTo>
                    <a:pt x="528847" y="358775"/>
                  </a:lnTo>
                  <a:lnTo>
                    <a:pt x="528847" y="358775"/>
                  </a:lnTo>
                  <a:lnTo>
                    <a:pt x="526936" y="358297"/>
                  </a:lnTo>
                  <a:lnTo>
                    <a:pt x="520247" y="357342"/>
                  </a:lnTo>
                  <a:lnTo>
                    <a:pt x="518814" y="356386"/>
                  </a:lnTo>
                  <a:lnTo>
                    <a:pt x="518336" y="355431"/>
                  </a:lnTo>
                  <a:lnTo>
                    <a:pt x="518336" y="355431"/>
                  </a:lnTo>
                  <a:lnTo>
                    <a:pt x="516425" y="354953"/>
                  </a:lnTo>
                  <a:lnTo>
                    <a:pt x="514037" y="354475"/>
                  </a:lnTo>
                  <a:lnTo>
                    <a:pt x="508782" y="352564"/>
                  </a:lnTo>
                  <a:lnTo>
                    <a:pt x="508782" y="352564"/>
                  </a:lnTo>
                  <a:lnTo>
                    <a:pt x="506393" y="352564"/>
                  </a:lnTo>
                  <a:lnTo>
                    <a:pt x="499705" y="350653"/>
                  </a:lnTo>
                  <a:lnTo>
                    <a:pt x="498272" y="350653"/>
                  </a:lnTo>
                  <a:lnTo>
                    <a:pt x="497794" y="351131"/>
                  </a:lnTo>
                  <a:lnTo>
                    <a:pt x="497794" y="351131"/>
                  </a:lnTo>
                  <a:lnTo>
                    <a:pt x="495406" y="352087"/>
                  </a:lnTo>
                  <a:lnTo>
                    <a:pt x="493495" y="352087"/>
                  </a:lnTo>
                  <a:lnTo>
                    <a:pt x="491584" y="351609"/>
                  </a:lnTo>
                  <a:lnTo>
                    <a:pt x="488717" y="353042"/>
                  </a:lnTo>
                  <a:lnTo>
                    <a:pt x="486806" y="354475"/>
                  </a:lnTo>
                  <a:lnTo>
                    <a:pt x="486806" y="354475"/>
                  </a:lnTo>
                  <a:lnTo>
                    <a:pt x="485373" y="356864"/>
                  </a:lnTo>
                  <a:lnTo>
                    <a:pt x="483940" y="357819"/>
                  </a:lnTo>
                  <a:lnTo>
                    <a:pt x="483940" y="357819"/>
                  </a:lnTo>
                  <a:lnTo>
                    <a:pt x="483463" y="359730"/>
                  </a:lnTo>
                  <a:lnTo>
                    <a:pt x="482507" y="360686"/>
                  </a:lnTo>
                  <a:lnTo>
                    <a:pt x="482507" y="360686"/>
                  </a:lnTo>
                  <a:lnTo>
                    <a:pt x="481074" y="362596"/>
                  </a:lnTo>
                  <a:lnTo>
                    <a:pt x="481074" y="364030"/>
                  </a:lnTo>
                  <a:lnTo>
                    <a:pt x="481552" y="364030"/>
                  </a:lnTo>
                  <a:lnTo>
                    <a:pt x="482507" y="364985"/>
                  </a:lnTo>
                  <a:lnTo>
                    <a:pt x="480596" y="365941"/>
                  </a:lnTo>
                  <a:lnTo>
                    <a:pt x="478685" y="366419"/>
                  </a:lnTo>
                  <a:lnTo>
                    <a:pt x="477729" y="366896"/>
                  </a:lnTo>
                  <a:lnTo>
                    <a:pt x="477729" y="366896"/>
                  </a:lnTo>
                  <a:lnTo>
                    <a:pt x="476774" y="368329"/>
                  </a:lnTo>
                  <a:lnTo>
                    <a:pt x="475818" y="369762"/>
                  </a:lnTo>
                  <a:lnTo>
                    <a:pt x="475341" y="370240"/>
                  </a:lnTo>
                  <a:lnTo>
                    <a:pt x="474863" y="370240"/>
                  </a:lnTo>
                  <a:lnTo>
                    <a:pt x="474386" y="370240"/>
                  </a:lnTo>
                  <a:lnTo>
                    <a:pt x="473430" y="368807"/>
                  </a:lnTo>
                  <a:lnTo>
                    <a:pt x="471997" y="368807"/>
                  </a:lnTo>
                  <a:lnTo>
                    <a:pt x="470086" y="370240"/>
                  </a:lnTo>
                  <a:lnTo>
                    <a:pt x="470086" y="370240"/>
                  </a:lnTo>
                  <a:lnTo>
                    <a:pt x="468175" y="372151"/>
                  </a:lnTo>
                  <a:lnTo>
                    <a:pt x="465309" y="375495"/>
                  </a:lnTo>
                  <a:lnTo>
                    <a:pt x="462920" y="376928"/>
                  </a:lnTo>
                  <a:lnTo>
                    <a:pt x="459576" y="378362"/>
                  </a:lnTo>
                  <a:lnTo>
                    <a:pt x="456709" y="378839"/>
                  </a:lnTo>
                  <a:lnTo>
                    <a:pt x="454799" y="379795"/>
                  </a:lnTo>
                  <a:lnTo>
                    <a:pt x="451454" y="382184"/>
                  </a:lnTo>
                  <a:lnTo>
                    <a:pt x="451454" y="382184"/>
                  </a:lnTo>
                  <a:lnTo>
                    <a:pt x="450977" y="383617"/>
                  </a:lnTo>
                  <a:lnTo>
                    <a:pt x="448588" y="384094"/>
                  </a:lnTo>
                  <a:lnTo>
                    <a:pt x="446677" y="385050"/>
                  </a:lnTo>
                  <a:lnTo>
                    <a:pt x="445244" y="386483"/>
                  </a:lnTo>
                  <a:lnTo>
                    <a:pt x="444766" y="388872"/>
                  </a:lnTo>
                  <a:lnTo>
                    <a:pt x="443333" y="390305"/>
                  </a:lnTo>
                  <a:lnTo>
                    <a:pt x="440945" y="392216"/>
                  </a:lnTo>
                  <a:lnTo>
                    <a:pt x="438556" y="394127"/>
                  </a:lnTo>
                  <a:lnTo>
                    <a:pt x="437122" y="396038"/>
                  </a:lnTo>
                  <a:lnTo>
                    <a:pt x="435690" y="397949"/>
                  </a:lnTo>
                  <a:lnTo>
                    <a:pt x="435211" y="399382"/>
                  </a:lnTo>
                  <a:lnTo>
                    <a:pt x="434734" y="400815"/>
                  </a:lnTo>
                  <a:lnTo>
                    <a:pt x="435690" y="402248"/>
                  </a:lnTo>
                  <a:lnTo>
                    <a:pt x="435690" y="403203"/>
                  </a:lnTo>
                  <a:lnTo>
                    <a:pt x="435211" y="404159"/>
                  </a:lnTo>
                  <a:lnTo>
                    <a:pt x="433779" y="404637"/>
                  </a:lnTo>
                  <a:lnTo>
                    <a:pt x="432345" y="404159"/>
                  </a:lnTo>
                  <a:lnTo>
                    <a:pt x="429479" y="403203"/>
                  </a:lnTo>
                  <a:lnTo>
                    <a:pt x="427090" y="401770"/>
                  </a:lnTo>
                  <a:lnTo>
                    <a:pt x="426135" y="401293"/>
                  </a:lnTo>
                  <a:lnTo>
                    <a:pt x="424702" y="399860"/>
                  </a:lnTo>
                  <a:lnTo>
                    <a:pt x="425179" y="398426"/>
                  </a:lnTo>
                  <a:lnTo>
                    <a:pt x="425657" y="396038"/>
                  </a:lnTo>
                  <a:lnTo>
                    <a:pt x="426135" y="394604"/>
                  </a:lnTo>
                  <a:lnTo>
                    <a:pt x="425179" y="393649"/>
                  </a:lnTo>
                  <a:lnTo>
                    <a:pt x="424224" y="392694"/>
                  </a:lnTo>
                  <a:lnTo>
                    <a:pt x="423746" y="392216"/>
                  </a:lnTo>
                  <a:lnTo>
                    <a:pt x="422791" y="390305"/>
                  </a:lnTo>
                  <a:lnTo>
                    <a:pt x="421358" y="390783"/>
                  </a:lnTo>
                  <a:lnTo>
                    <a:pt x="419924" y="391260"/>
                  </a:lnTo>
                  <a:lnTo>
                    <a:pt x="418491" y="390783"/>
                  </a:lnTo>
                  <a:lnTo>
                    <a:pt x="414669" y="390783"/>
                  </a:lnTo>
                  <a:lnTo>
                    <a:pt x="411325" y="391260"/>
                  </a:lnTo>
                  <a:lnTo>
                    <a:pt x="408459" y="391260"/>
                  </a:lnTo>
                  <a:lnTo>
                    <a:pt x="404637" y="391260"/>
                  </a:lnTo>
                  <a:lnTo>
                    <a:pt x="400338" y="391738"/>
                  </a:lnTo>
                  <a:lnTo>
                    <a:pt x="398904" y="391260"/>
                  </a:lnTo>
                  <a:lnTo>
                    <a:pt x="398426" y="390783"/>
                  </a:lnTo>
                  <a:lnTo>
                    <a:pt x="397471" y="388872"/>
                  </a:lnTo>
                  <a:lnTo>
                    <a:pt x="396993" y="386961"/>
                  </a:lnTo>
                  <a:lnTo>
                    <a:pt x="396038" y="383139"/>
                  </a:lnTo>
                  <a:lnTo>
                    <a:pt x="395560" y="380750"/>
                  </a:lnTo>
                  <a:lnTo>
                    <a:pt x="395083" y="377406"/>
                  </a:lnTo>
                  <a:lnTo>
                    <a:pt x="394604" y="373584"/>
                  </a:lnTo>
                  <a:lnTo>
                    <a:pt x="394127" y="371196"/>
                  </a:lnTo>
                  <a:lnTo>
                    <a:pt x="390783" y="371196"/>
                  </a:lnTo>
                  <a:lnTo>
                    <a:pt x="387917" y="371196"/>
                  </a:lnTo>
                  <a:lnTo>
                    <a:pt x="384572" y="370718"/>
                  </a:lnTo>
                  <a:lnTo>
                    <a:pt x="384572" y="368807"/>
                  </a:lnTo>
                  <a:lnTo>
                    <a:pt x="384572" y="366419"/>
                  </a:lnTo>
                  <a:lnTo>
                    <a:pt x="384572" y="363074"/>
                  </a:lnTo>
                  <a:lnTo>
                    <a:pt x="385050" y="359253"/>
                  </a:lnTo>
                  <a:lnTo>
                    <a:pt x="385528" y="356386"/>
                  </a:lnTo>
                  <a:lnTo>
                    <a:pt x="386006" y="352087"/>
                  </a:lnTo>
                  <a:lnTo>
                    <a:pt x="386006" y="349698"/>
                  </a:lnTo>
                  <a:lnTo>
                    <a:pt x="386006" y="346831"/>
                  </a:lnTo>
                  <a:lnTo>
                    <a:pt x="386006" y="346831"/>
                  </a:lnTo>
                  <a:lnTo>
                    <a:pt x="384572" y="347309"/>
                  </a:lnTo>
                  <a:lnTo>
                    <a:pt x="382184" y="348743"/>
                  </a:lnTo>
                  <a:lnTo>
                    <a:pt x="380273" y="349698"/>
                  </a:lnTo>
                  <a:lnTo>
                    <a:pt x="378840" y="347309"/>
                  </a:lnTo>
                  <a:lnTo>
                    <a:pt x="377884" y="344921"/>
                  </a:lnTo>
                  <a:lnTo>
                    <a:pt x="375973" y="341099"/>
                  </a:lnTo>
                  <a:lnTo>
                    <a:pt x="374062" y="338710"/>
                  </a:lnTo>
                  <a:lnTo>
                    <a:pt x="374062" y="338710"/>
                  </a:lnTo>
                  <a:lnTo>
                    <a:pt x="371674" y="337277"/>
                  </a:lnTo>
                  <a:lnTo>
                    <a:pt x="369763" y="335844"/>
                  </a:lnTo>
                  <a:lnTo>
                    <a:pt x="367852" y="333933"/>
                  </a:lnTo>
                  <a:lnTo>
                    <a:pt x="365941" y="332022"/>
                  </a:lnTo>
                  <a:lnTo>
                    <a:pt x="365463" y="331066"/>
                  </a:lnTo>
                  <a:lnTo>
                    <a:pt x="364508" y="330111"/>
                  </a:lnTo>
                  <a:lnTo>
                    <a:pt x="364508" y="330111"/>
                  </a:lnTo>
                  <a:lnTo>
                    <a:pt x="362597" y="328678"/>
                  </a:lnTo>
                  <a:lnTo>
                    <a:pt x="360686" y="329155"/>
                  </a:lnTo>
                  <a:lnTo>
                    <a:pt x="358775" y="330111"/>
                  </a:lnTo>
                  <a:lnTo>
                    <a:pt x="356386" y="331066"/>
                  </a:lnTo>
                  <a:lnTo>
                    <a:pt x="354476" y="332022"/>
                  </a:lnTo>
                  <a:lnTo>
                    <a:pt x="353520" y="332500"/>
                  </a:lnTo>
                  <a:lnTo>
                    <a:pt x="351131" y="332500"/>
                  </a:lnTo>
                  <a:lnTo>
                    <a:pt x="348742" y="332500"/>
                  </a:lnTo>
                  <a:lnTo>
                    <a:pt x="344921" y="332022"/>
                  </a:lnTo>
                  <a:lnTo>
                    <a:pt x="341577" y="331544"/>
                  </a:lnTo>
                  <a:lnTo>
                    <a:pt x="338233" y="331544"/>
                  </a:lnTo>
                  <a:lnTo>
                    <a:pt x="333455" y="331066"/>
                  </a:lnTo>
                  <a:lnTo>
                    <a:pt x="328678" y="330589"/>
                  </a:lnTo>
                  <a:lnTo>
                    <a:pt x="325812" y="331066"/>
                  </a:lnTo>
                  <a:lnTo>
                    <a:pt x="321512" y="332022"/>
                  </a:lnTo>
                  <a:lnTo>
                    <a:pt x="317690" y="332500"/>
                  </a:lnTo>
                  <a:lnTo>
                    <a:pt x="313869" y="332977"/>
                  </a:lnTo>
                  <a:lnTo>
                    <a:pt x="309569" y="333933"/>
                  </a:lnTo>
                  <a:lnTo>
                    <a:pt x="306224" y="334411"/>
                  </a:lnTo>
                  <a:lnTo>
                    <a:pt x="304792" y="334411"/>
                  </a:lnTo>
                  <a:lnTo>
                    <a:pt x="302881" y="332022"/>
                  </a:lnTo>
                  <a:lnTo>
                    <a:pt x="299537" y="328678"/>
                  </a:lnTo>
                  <a:lnTo>
                    <a:pt x="297626" y="326767"/>
                  </a:lnTo>
                  <a:lnTo>
                    <a:pt x="296670" y="325812"/>
                  </a:lnTo>
                  <a:lnTo>
                    <a:pt x="295715" y="324378"/>
                  </a:lnTo>
                  <a:lnTo>
                    <a:pt x="292848" y="321512"/>
                  </a:lnTo>
                  <a:lnTo>
                    <a:pt x="290460" y="319123"/>
                  </a:lnTo>
                  <a:lnTo>
                    <a:pt x="288549" y="317212"/>
                  </a:lnTo>
                  <a:lnTo>
                    <a:pt x="287115" y="315301"/>
                  </a:lnTo>
                  <a:lnTo>
                    <a:pt x="286638" y="312435"/>
                  </a:lnTo>
                  <a:lnTo>
                    <a:pt x="285205" y="311480"/>
                  </a:lnTo>
                  <a:lnTo>
                    <a:pt x="282816" y="310046"/>
                  </a:lnTo>
                  <a:lnTo>
                    <a:pt x="279949" y="308136"/>
                  </a:lnTo>
                  <a:lnTo>
                    <a:pt x="277083" y="306702"/>
                  </a:lnTo>
                  <a:lnTo>
                    <a:pt x="274694" y="304791"/>
                  </a:lnTo>
                  <a:lnTo>
                    <a:pt x="271828" y="303358"/>
                  </a:lnTo>
                  <a:lnTo>
                    <a:pt x="268962" y="301447"/>
                  </a:lnTo>
                  <a:lnTo>
                    <a:pt x="266096" y="300014"/>
                  </a:lnTo>
                  <a:lnTo>
                    <a:pt x="263707" y="298103"/>
                  </a:lnTo>
                  <a:lnTo>
                    <a:pt x="260840" y="296670"/>
                  </a:lnTo>
                  <a:lnTo>
                    <a:pt x="257974" y="294759"/>
                  </a:lnTo>
                  <a:lnTo>
                    <a:pt x="255108" y="292848"/>
                  </a:lnTo>
                  <a:lnTo>
                    <a:pt x="252719" y="291415"/>
                  </a:lnTo>
                  <a:lnTo>
                    <a:pt x="252719" y="291415"/>
                  </a:lnTo>
                  <a:lnTo>
                    <a:pt x="249853" y="289504"/>
                  </a:lnTo>
                  <a:lnTo>
                    <a:pt x="246986" y="288071"/>
                  </a:lnTo>
                  <a:lnTo>
                    <a:pt x="244120" y="286160"/>
                  </a:lnTo>
                  <a:lnTo>
                    <a:pt x="241731" y="284727"/>
                  </a:lnTo>
                  <a:lnTo>
                    <a:pt x="238865" y="282816"/>
                  </a:lnTo>
                  <a:lnTo>
                    <a:pt x="236476" y="281860"/>
                  </a:lnTo>
                  <a:lnTo>
                    <a:pt x="236476" y="281860"/>
                  </a:lnTo>
                  <a:lnTo>
                    <a:pt x="234565" y="281860"/>
                  </a:lnTo>
                  <a:lnTo>
                    <a:pt x="231221" y="282816"/>
                  </a:lnTo>
                  <a:lnTo>
                    <a:pt x="231221" y="282816"/>
                  </a:lnTo>
                  <a:lnTo>
                    <a:pt x="227877" y="283771"/>
                  </a:lnTo>
                  <a:lnTo>
                    <a:pt x="225010" y="284727"/>
                  </a:lnTo>
                  <a:lnTo>
                    <a:pt x="218800" y="286160"/>
                  </a:lnTo>
                  <a:lnTo>
                    <a:pt x="214978" y="287115"/>
                  </a:lnTo>
                  <a:lnTo>
                    <a:pt x="212112" y="288071"/>
                  </a:lnTo>
                  <a:lnTo>
                    <a:pt x="209246" y="289026"/>
                  </a:lnTo>
                  <a:lnTo>
                    <a:pt x="209246" y="289026"/>
                  </a:lnTo>
                  <a:lnTo>
                    <a:pt x="204946" y="290459"/>
                  </a:lnTo>
                  <a:lnTo>
                    <a:pt x="201602" y="291415"/>
                  </a:lnTo>
                  <a:lnTo>
                    <a:pt x="197780" y="292370"/>
                  </a:lnTo>
                  <a:lnTo>
                    <a:pt x="197780" y="292370"/>
                  </a:lnTo>
                  <a:lnTo>
                    <a:pt x="193958" y="293804"/>
                  </a:lnTo>
                  <a:lnTo>
                    <a:pt x="191092" y="294281"/>
                  </a:lnTo>
                  <a:lnTo>
                    <a:pt x="187748" y="295237"/>
                  </a:lnTo>
                  <a:lnTo>
                    <a:pt x="187748" y="295237"/>
                  </a:lnTo>
                  <a:lnTo>
                    <a:pt x="185359" y="296192"/>
                  </a:lnTo>
                  <a:lnTo>
                    <a:pt x="185359" y="301925"/>
                  </a:lnTo>
                  <a:lnTo>
                    <a:pt x="185359" y="307658"/>
                  </a:lnTo>
                  <a:lnTo>
                    <a:pt x="185359" y="313868"/>
                  </a:lnTo>
                  <a:lnTo>
                    <a:pt x="185359" y="319601"/>
                  </a:lnTo>
                  <a:lnTo>
                    <a:pt x="185359" y="325334"/>
                  </a:lnTo>
                  <a:lnTo>
                    <a:pt x="185359" y="331066"/>
                  </a:lnTo>
                  <a:lnTo>
                    <a:pt x="185359" y="336799"/>
                  </a:lnTo>
                  <a:lnTo>
                    <a:pt x="185359" y="342532"/>
                  </a:lnTo>
                  <a:lnTo>
                    <a:pt x="185359" y="348265"/>
                  </a:lnTo>
                  <a:lnTo>
                    <a:pt x="185359" y="353997"/>
                  </a:lnTo>
                  <a:lnTo>
                    <a:pt x="185359" y="359253"/>
                  </a:lnTo>
                  <a:lnTo>
                    <a:pt x="185359" y="364985"/>
                  </a:lnTo>
                  <a:lnTo>
                    <a:pt x="185359" y="370718"/>
                  </a:lnTo>
                  <a:lnTo>
                    <a:pt x="185359" y="376451"/>
                  </a:lnTo>
                  <a:lnTo>
                    <a:pt x="185359" y="381706"/>
                  </a:lnTo>
                  <a:lnTo>
                    <a:pt x="185359" y="387438"/>
                  </a:lnTo>
                  <a:lnTo>
                    <a:pt x="185359" y="387438"/>
                  </a:lnTo>
                  <a:lnTo>
                    <a:pt x="185359" y="387438"/>
                  </a:lnTo>
                  <a:lnTo>
                    <a:pt x="185359" y="387438"/>
                  </a:lnTo>
                  <a:lnTo>
                    <a:pt x="184882" y="387438"/>
                  </a:lnTo>
                  <a:lnTo>
                    <a:pt x="182971" y="387916"/>
                  </a:lnTo>
                  <a:lnTo>
                    <a:pt x="182015" y="387916"/>
                  </a:lnTo>
                  <a:lnTo>
                    <a:pt x="179626" y="388394"/>
                  </a:lnTo>
                  <a:lnTo>
                    <a:pt x="177238" y="388872"/>
                  </a:lnTo>
                  <a:lnTo>
                    <a:pt x="176760" y="388872"/>
                  </a:lnTo>
                  <a:lnTo>
                    <a:pt x="175805" y="388872"/>
                  </a:lnTo>
                  <a:lnTo>
                    <a:pt x="174849" y="387916"/>
                  </a:lnTo>
                  <a:lnTo>
                    <a:pt x="173894" y="386961"/>
                  </a:lnTo>
                  <a:lnTo>
                    <a:pt x="172460" y="385528"/>
                  </a:lnTo>
                  <a:lnTo>
                    <a:pt x="172460" y="385528"/>
                  </a:lnTo>
                  <a:lnTo>
                    <a:pt x="171027" y="384094"/>
                  </a:lnTo>
                  <a:lnTo>
                    <a:pt x="169594" y="381706"/>
                  </a:lnTo>
                  <a:lnTo>
                    <a:pt x="168161" y="379795"/>
                  </a:lnTo>
                  <a:lnTo>
                    <a:pt x="165294" y="375495"/>
                  </a:lnTo>
                  <a:lnTo>
                    <a:pt x="164817" y="374540"/>
                  </a:lnTo>
                  <a:lnTo>
                    <a:pt x="164339" y="373107"/>
                  </a:lnTo>
                  <a:lnTo>
                    <a:pt x="163384" y="371673"/>
                  </a:lnTo>
                  <a:lnTo>
                    <a:pt x="160039" y="369285"/>
                  </a:lnTo>
                  <a:lnTo>
                    <a:pt x="155740" y="366419"/>
                  </a:lnTo>
                  <a:lnTo>
                    <a:pt x="151918" y="364030"/>
                  </a:lnTo>
                  <a:lnTo>
                    <a:pt x="151441" y="364030"/>
                  </a:lnTo>
                  <a:lnTo>
                    <a:pt x="150485" y="363552"/>
                  </a:lnTo>
                  <a:lnTo>
                    <a:pt x="148574" y="362596"/>
                  </a:lnTo>
                  <a:lnTo>
                    <a:pt x="146185" y="362596"/>
                  </a:lnTo>
                  <a:lnTo>
                    <a:pt x="145230" y="363074"/>
                  </a:lnTo>
                  <a:lnTo>
                    <a:pt x="144752" y="363074"/>
                  </a:lnTo>
                  <a:lnTo>
                    <a:pt x="143319" y="363074"/>
                  </a:lnTo>
                  <a:lnTo>
                    <a:pt x="139975" y="363552"/>
                  </a:lnTo>
                  <a:lnTo>
                    <a:pt x="136631" y="364508"/>
                  </a:lnTo>
                  <a:lnTo>
                    <a:pt x="131376" y="365941"/>
                  </a:lnTo>
                  <a:lnTo>
                    <a:pt x="131376" y="365941"/>
                  </a:lnTo>
                  <a:lnTo>
                    <a:pt x="127554" y="367374"/>
                  </a:lnTo>
                  <a:lnTo>
                    <a:pt x="126598" y="367852"/>
                  </a:lnTo>
                  <a:lnTo>
                    <a:pt x="123732" y="369762"/>
                  </a:lnTo>
                  <a:lnTo>
                    <a:pt x="120388" y="372629"/>
                  </a:lnTo>
                  <a:lnTo>
                    <a:pt x="116566" y="376451"/>
                  </a:lnTo>
                  <a:lnTo>
                    <a:pt x="116088" y="374062"/>
                  </a:lnTo>
                  <a:lnTo>
                    <a:pt x="115611" y="369762"/>
                  </a:lnTo>
                  <a:lnTo>
                    <a:pt x="115611" y="368807"/>
                  </a:lnTo>
                  <a:lnTo>
                    <a:pt x="117044" y="364985"/>
                  </a:lnTo>
                  <a:lnTo>
                    <a:pt x="118000" y="363074"/>
                  </a:lnTo>
                  <a:lnTo>
                    <a:pt x="118955" y="360686"/>
                  </a:lnTo>
                  <a:lnTo>
                    <a:pt x="119432" y="357342"/>
                  </a:lnTo>
                  <a:lnTo>
                    <a:pt x="118477" y="352564"/>
                  </a:lnTo>
                  <a:lnTo>
                    <a:pt x="117521" y="351131"/>
                  </a:lnTo>
                  <a:lnTo>
                    <a:pt x="116566" y="350653"/>
                  </a:lnTo>
                  <a:lnTo>
                    <a:pt x="115133" y="350653"/>
                  </a:lnTo>
                  <a:lnTo>
                    <a:pt x="113222" y="351131"/>
                  </a:lnTo>
                  <a:lnTo>
                    <a:pt x="112266" y="351609"/>
                  </a:lnTo>
                  <a:lnTo>
                    <a:pt x="110355" y="349698"/>
                  </a:lnTo>
                  <a:lnTo>
                    <a:pt x="107967" y="349220"/>
                  </a:lnTo>
                  <a:lnTo>
                    <a:pt x="107012" y="349698"/>
                  </a:lnTo>
                  <a:lnTo>
                    <a:pt x="106056" y="350176"/>
                  </a:lnTo>
                  <a:lnTo>
                    <a:pt x="104623" y="349698"/>
                  </a:lnTo>
                  <a:lnTo>
                    <a:pt x="103668" y="348743"/>
                  </a:lnTo>
                  <a:lnTo>
                    <a:pt x="102712" y="347787"/>
                  </a:lnTo>
                  <a:lnTo>
                    <a:pt x="102234" y="346354"/>
                  </a:lnTo>
                  <a:lnTo>
                    <a:pt x="100801" y="343965"/>
                  </a:lnTo>
                  <a:lnTo>
                    <a:pt x="98890" y="342532"/>
                  </a:lnTo>
                  <a:lnTo>
                    <a:pt x="96979" y="342054"/>
                  </a:lnTo>
                  <a:lnTo>
                    <a:pt x="93635" y="342054"/>
                  </a:lnTo>
                  <a:lnTo>
                    <a:pt x="92680" y="342054"/>
                  </a:lnTo>
                  <a:lnTo>
                    <a:pt x="92680" y="340621"/>
                  </a:lnTo>
                  <a:lnTo>
                    <a:pt x="93157" y="337755"/>
                  </a:lnTo>
                  <a:lnTo>
                    <a:pt x="93157" y="335844"/>
                  </a:lnTo>
                  <a:lnTo>
                    <a:pt x="92680" y="334411"/>
                  </a:lnTo>
                  <a:lnTo>
                    <a:pt x="92202" y="332977"/>
                  </a:lnTo>
                  <a:lnTo>
                    <a:pt x="91724" y="332022"/>
                  </a:lnTo>
                  <a:lnTo>
                    <a:pt x="89813" y="330111"/>
                  </a:lnTo>
                  <a:lnTo>
                    <a:pt x="88380" y="327722"/>
                  </a:lnTo>
                  <a:lnTo>
                    <a:pt x="85514" y="322467"/>
                  </a:lnTo>
                  <a:lnTo>
                    <a:pt x="83603" y="316735"/>
                  </a:lnTo>
                  <a:lnTo>
                    <a:pt x="82647" y="315779"/>
                  </a:lnTo>
                  <a:lnTo>
                    <a:pt x="80736" y="314824"/>
                  </a:lnTo>
                  <a:lnTo>
                    <a:pt x="76437" y="313868"/>
                  </a:lnTo>
                  <a:lnTo>
                    <a:pt x="73570" y="313390"/>
                  </a:lnTo>
                  <a:lnTo>
                    <a:pt x="72615" y="312435"/>
                  </a:lnTo>
                  <a:lnTo>
                    <a:pt x="72137" y="311002"/>
                  </a:lnTo>
                  <a:lnTo>
                    <a:pt x="72137" y="309569"/>
                  </a:lnTo>
                  <a:lnTo>
                    <a:pt x="72137" y="308136"/>
                  </a:lnTo>
                  <a:lnTo>
                    <a:pt x="73093" y="306702"/>
                  </a:lnTo>
                  <a:lnTo>
                    <a:pt x="75004" y="305747"/>
                  </a:lnTo>
                  <a:lnTo>
                    <a:pt x="79781" y="305269"/>
                  </a:lnTo>
                  <a:lnTo>
                    <a:pt x="84080" y="305269"/>
                  </a:lnTo>
                  <a:lnTo>
                    <a:pt x="87902" y="308136"/>
                  </a:lnTo>
                  <a:lnTo>
                    <a:pt x="88858" y="308613"/>
                  </a:lnTo>
                  <a:lnTo>
                    <a:pt x="90291" y="308613"/>
                  </a:lnTo>
                  <a:lnTo>
                    <a:pt x="93157" y="308136"/>
                  </a:lnTo>
                  <a:lnTo>
                    <a:pt x="94113" y="307658"/>
                  </a:lnTo>
                  <a:lnTo>
                    <a:pt x="97457" y="308136"/>
                  </a:lnTo>
                  <a:lnTo>
                    <a:pt x="96502" y="306702"/>
                  </a:lnTo>
                  <a:lnTo>
                    <a:pt x="95546" y="306224"/>
                  </a:lnTo>
                  <a:lnTo>
                    <a:pt x="94113" y="306224"/>
                  </a:lnTo>
                  <a:lnTo>
                    <a:pt x="93157" y="305747"/>
                  </a:lnTo>
                  <a:lnTo>
                    <a:pt x="91246" y="303358"/>
                  </a:lnTo>
                  <a:lnTo>
                    <a:pt x="87902" y="300970"/>
                  </a:lnTo>
                  <a:lnTo>
                    <a:pt x="87425" y="299536"/>
                  </a:lnTo>
                  <a:lnTo>
                    <a:pt x="86947" y="298103"/>
                  </a:lnTo>
                  <a:lnTo>
                    <a:pt x="87425" y="296670"/>
                  </a:lnTo>
                  <a:lnTo>
                    <a:pt x="89813" y="294759"/>
                  </a:lnTo>
                  <a:lnTo>
                    <a:pt x="91724" y="292848"/>
                  </a:lnTo>
                  <a:lnTo>
                    <a:pt x="92680" y="289982"/>
                  </a:lnTo>
                  <a:lnTo>
                    <a:pt x="93635" y="289026"/>
                  </a:lnTo>
                  <a:lnTo>
                    <a:pt x="95068" y="286638"/>
                  </a:lnTo>
                  <a:lnTo>
                    <a:pt x="97457" y="287115"/>
                  </a:lnTo>
                  <a:lnTo>
                    <a:pt x="101279" y="285682"/>
                  </a:lnTo>
                  <a:lnTo>
                    <a:pt x="107489" y="286160"/>
                  </a:lnTo>
                  <a:lnTo>
                    <a:pt x="115133" y="285682"/>
                  </a:lnTo>
                  <a:lnTo>
                    <a:pt x="117044" y="285682"/>
                  </a:lnTo>
                  <a:lnTo>
                    <a:pt x="121821" y="287115"/>
                  </a:lnTo>
                  <a:lnTo>
                    <a:pt x="124687" y="287593"/>
                  </a:lnTo>
                  <a:lnTo>
                    <a:pt x="128032" y="288071"/>
                  </a:lnTo>
                  <a:lnTo>
                    <a:pt x="130420" y="287593"/>
                  </a:lnTo>
                  <a:lnTo>
                    <a:pt x="128032" y="285682"/>
                  </a:lnTo>
                  <a:lnTo>
                    <a:pt x="123254" y="283294"/>
                  </a:lnTo>
                  <a:lnTo>
                    <a:pt x="122299" y="281382"/>
                  </a:lnTo>
                  <a:lnTo>
                    <a:pt x="124210" y="276128"/>
                  </a:lnTo>
                  <a:lnTo>
                    <a:pt x="127554" y="270873"/>
                  </a:lnTo>
                  <a:lnTo>
                    <a:pt x="128987" y="265140"/>
                  </a:lnTo>
                  <a:lnTo>
                    <a:pt x="128509" y="259407"/>
                  </a:lnTo>
                  <a:lnTo>
                    <a:pt x="128032" y="257496"/>
                  </a:lnTo>
                  <a:lnTo>
                    <a:pt x="128032" y="255585"/>
                  </a:lnTo>
                  <a:lnTo>
                    <a:pt x="128987" y="254152"/>
                  </a:lnTo>
                  <a:lnTo>
                    <a:pt x="129943" y="252719"/>
                  </a:lnTo>
                  <a:lnTo>
                    <a:pt x="129465" y="250808"/>
                  </a:lnTo>
                  <a:lnTo>
                    <a:pt x="128032" y="247464"/>
                  </a:lnTo>
                  <a:lnTo>
                    <a:pt x="127076" y="246508"/>
                  </a:lnTo>
                  <a:lnTo>
                    <a:pt x="124687" y="245075"/>
                  </a:lnTo>
                  <a:lnTo>
                    <a:pt x="120388" y="245075"/>
                  </a:lnTo>
                  <a:lnTo>
                    <a:pt x="116088" y="244120"/>
                  </a:lnTo>
                  <a:lnTo>
                    <a:pt x="115133" y="244598"/>
                  </a:lnTo>
                  <a:lnTo>
                    <a:pt x="114177" y="246031"/>
                  </a:lnTo>
                  <a:lnTo>
                    <a:pt x="113700" y="246508"/>
                  </a:lnTo>
                  <a:lnTo>
                    <a:pt x="110355" y="247941"/>
                  </a:lnTo>
                  <a:lnTo>
                    <a:pt x="109400" y="248419"/>
                  </a:lnTo>
                  <a:lnTo>
                    <a:pt x="108445" y="247941"/>
                  </a:lnTo>
                  <a:lnTo>
                    <a:pt x="107012" y="246508"/>
                  </a:lnTo>
                  <a:lnTo>
                    <a:pt x="105578" y="246508"/>
                  </a:lnTo>
                  <a:lnTo>
                    <a:pt x="101757" y="245553"/>
                  </a:lnTo>
                  <a:lnTo>
                    <a:pt x="99846" y="243164"/>
                  </a:lnTo>
                  <a:lnTo>
                    <a:pt x="98890" y="243164"/>
                  </a:lnTo>
                  <a:lnTo>
                    <a:pt x="92680" y="241253"/>
                  </a:lnTo>
                  <a:lnTo>
                    <a:pt x="90291" y="240775"/>
                  </a:lnTo>
                  <a:lnTo>
                    <a:pt x="85514" y="242687"/>
                  </a:lnTo>
                  <a:lnTo>
                    <a:pt x="81692" y="245075"/>
                  </a:lnTo>
                  <a:lnTo>
                    <a:pt x="80736" y="245553"/>
                  </a:lnTo>
                  <a:lnTo>
                    <a:pt x="78825" y="246986"/>
                  </a:lnTo>
                  <a:lnTo>
                    <a:pt x="77393" y="246986"/>
                  </a:lnTo>
                  <a:lnTo>
                    <a:pt x="76437" y="246986"/>
                  </a:lnTo>
                  <a:lnTo>
                    <a:pt x="75481" y="246986"/>
                  </a:lnTo>
                  <a:lnTo>
                    <a:pt x="73093" y="249375"/>
                  </a:lnTo>
                  <a:lnTo>
                    <a:pt x="69271" y="251763"/>
                  </a:lnTo>
                  <a:lnTo>
                    <a:pt x="66882" y="253674"/>
                  </a:lnTo>
                  <a:lnTo>
                    <a:pt x="64971" y="254630"/>
                  </a:lnTo>
                  <a:lnTo>
                    <a:pt x="62105" y="255107"/>
                  </a:lnTo>
                  <a:lnTo>
                    <a:pt x="59716" y="255107"/>
                  </a:lnTo>
                  <a:lnTo>
                    <a:pt x="58761" y="256063"/>
                  </a:lnTo>
                  <a:lnTo>
                    <a:pt x="55895" y="256063"/>
                  </a:lnTo>
                  <a:lnTo>
                    <a:pt x="53984" y="256541"/>
                  </a:lnTo>
                  <a:lnTo>
                    <a:pt x="53984" y="257496"/>
                  </a:lnTo>
                  <a:lnTo>
                    <a:pt x="54461" y="259407"/>
                  </a:lnTo>
                  <a:lnTo>
                    <a:pt x="53028" y="258929"/>
                  </a:lnTo>
                  <a:lnTo>
                    <a:pt x="51117" y="259885"/>
                  </a:lnTo>
                  <a:lnTo>
                    <a:pt x="51595" y="261318"/>
                  </a:lnTo>
                  <a:lnTo>
                    <a:pt x="51595" y="261318"/>
                  </a:lnTo>
                  <a:lnTo>
                    <a:pt x="50639" y="260840"/>
                  </a:lnTo>
                  <a:lnTo>
                    <a:pt x="46340" y="258452"/>
                  </a:lnTo>
                  <a:lnTo>
                    <a:pt x="42518" y="257018"/>
                  </a:lnTo>
                  <a:lnTo>
                    <a:pt x="39652" y="255107"/>
                  </a:lnTo>
                  <a:lnTo>
                    <a:pt x="39174" y="255107"/>
                  </a:lnTo>
                  <a:lnTo>
                    <a:pt x="38218" y="254152"/>
                  </a:lnTo>
                  <a:lnTo>
                    <a:pt x="37263" y="253197"/>
                  </a:lnTo>
                  <a:lnTo>
                    <a:pt x="37263" y="251763"/>
                  </a:lnTo>
                  <a:lnTo>
                    <a:pt x="37741" y="250808"/>
                  </a:lnTo>
                  <a:lnTo>
                    <a:pt x="38218" y="250330"/>
                  </a:lnTo>
                  <a:lnTo>
                    <a:pt x="39174" y="249852"/>
                  </a:lnTo>
                  <a:lnTo>
                    <a:pt x="39174" y="249852"/>
                  </a:lnTo>
                  <a:lnTo>
                    <a:pt x="40129" y="250330"/>
                  </a:lnTo>
                  <a:lnTo>
                    <a:pt x="41085" y="250808"/>
                  </a:lnTo>
                  <a:lnTo>
                    <a:pt x="42518" y="251286"/>
                  </a:lnTo>
                  <a:lnTo>
                    <a:pt x="42996" y="251286"/>
                  </a:lnTo>
                  <a:lnTo>
                    <a:pt x="44907" y="251763"/>
                  </a:lnTo>
                  <a:lnTo>
                    <a:pt x="44907" y="251763"/>
                  </a:lnTo>
                  <a:lnTo>
                    <a:pt x="46340" y="251286"/>
                  </a:lnTo>
                  <a:lnTo>
                    <a:pt x="46340" y="251286"/>
                  </a:lnTo>
                  <a:lnTo>
                    <a:pt x="46340" y="249852"/>
                  </a:lnTo>
                  <a:lnTo>
                    <a:pt x="43951" y="245075"/>
                  </a:lnTo>
                  <a:lnTo>
                    <a:pt x="41563" y="241253"/>
                  </a:lnTo>
                  <a:lnTo>
                    <a:pt x="39174" y="236954"/>
                  </a:lnTo>
                  <a:lnTo>
                    <a:pt x="38218" y="235043"/>
                  </a:lnTo>
                  <a:lnTo>
                    <a:pt x="35352" y="231699"/>
                  </a:lnTo>
                  <a:lnTo>
                    <a:pt x="32963" y="227877"/>
                  </a:lnTo>
                  <a:lnTo>
                    <a:pt x="30575" y="225010"/>
                  </a:lnTo>
                  <a:lnTo>
                    <a:pt x="29620" y="224055"/>
                  </a:lnTo>
                  <a:lnTo>
                    <a:pt x="26275" y="223577"/>
                  </a:lnTo>
                  <a:lnTo>
                    <a:pt x="19587" y="222622"/>
                  </a:lnTo>
                  <a:lnTo>
                    <a:pt x="17198" y="222144"/>
                  </a:lnTo>
                  <a:lnTo>
                    <a:pt x="17198" y="222144"/>
                  </a:lnTo>
                  <a:lnTo>
                    <a:pt x="15288" y="223100"/>
                  </a:lnTo>
                  <a:lnTo>
                    <a:pt x="13377" y="224055"/>
                  </a:lnTo>
                  <a:lnTo>
                    <a:pt x="11466" y="222622"/>
                  </a:lnTo>
                  <a:lnTo>
                    <a:pt x="10032" y="220233"/>
                  </a:lnTo>
                  <a:lnTo>
                    <a:pt x="9555" y="218322"/>
                  </a:lnTo>
                  <a:lnTo>
                    <a:pt x="9555" y="216411"/>
                  </a:lnTo>
                  <a:lnTo>
                    <a:pt x="10032" y="213545"/>
                  </a:lnTo>
                  <a:lnTo>
                    <a:pt x="8599" y="210679"/>
                  </a:lnTo>
                  <a:lnTo>
                    <a:pt x="7644" y="209245"/>
                  </a:lnTo>
                  <a:lnTo>
                    <a:pt x="7644" y="209245"/>
                  </a:lnTo>
                  <a:lnTo>
                    <a:pt x="4777" y="208290"/>
                  </a:lnTo>
                  <a:lnTo>
                    <a:pt x="956" y="205901"/>
                  </a:lnTo>
                  <a:lnTo>
                    <a:pt x="0" y="201124"/>
                  </a:lnTo>
                  <a:lnTo>
                    <a:pt x="1433" y="194914"/>
                  </a:lnTo>
                  <a:lnTo>
                    <a:pt x="4777" y="190614"/>
                  </a:lnTo>
                  <a:lnTo>
                    <a:pt x="5733" y="189659"/>
                  </a:lnTo>
                  <a:lnTo>
                    <a:pt x="6688" y="188703"/>
                  </a:lnTo>
                  <a:lnTo>
                    <a:pt x="6688" y="188703"/>
                  </a:lnTo>
                  <a:lnTo>
                    <a:pt x="7166" y="187748"/>
                  </a:lnTo>
                  <a:lnTo>
                    <a:pt x="7644" y="186792"/>
                  </a:lnTo>
                  <a:lnTo>
                    <a:pt x="8122" y="185359"/>
                  </a:lnTo>
                  <a:lnTo>
                    <a:pt x="8122" y="183926"/>
                  </a:lnTo>
                  <a:lnTo>
                    <a:pt x="6688" y="182493"/>
                  </a:lnTo>
                  <a:lnTo>
                    <a:pt x="4777" y="181059"/>
                  </a:lnTo>
                  <a:lnTo>
                    <a:pt x="3822" y="179626"/>
                  </a:lnTo>
                  <a:lnTo>
                    <a:pt x="3822" y="175804"/>
                  </a:lnTo>
                  <a:lnTo>
                    <a:pt x="5255" y="170072"/>
                  </a:lnTo>
                  <a:lnTo>
                    <a:pt x="7166" y="165772"/>
                  </a:lnTo>
                  <a:lnTo>
                    <a:pt x="7166" y="165772"/>
                  </a:lnTo>
                  <a:lnTo>
                    <a:pt x="10032" y="163383"/>
                  </a:lnTo>
                  <a:lnTo>
                    <a:pt x="12421" y="161473"/>
                  </a:lnTo>
                  <a:lnTo>
                    <a:pt x="12421" y="161473"/>
                  </a:lnTo>
                  <a:lnTo>
                    <a:pt x="13377" y="160039"/>
                  </a:lnTo>
                  <a:lnTo>
                    <a:pt x="13377" y="160039"/>
                  </a:lnTo>
                  <a:lnTo>
                    <a:pt x="13377" y="157651"/>
                  </a:lnTo>
                  <a:lnTo>
                    <a:pt x="13377" y="155740"/>
                  </a:lnTo>
                  <a:lnTo>
                    <a:pt x="13377" y="155262"/>
                  </a:lnTo>
                  <a:lnTo>
                    <a:pt x="13854" y="153829"/>
                  </a:lnTo>
                  <a:lnTo>
                    <a:pt x="14332" y="153351"/>
                  </a:lnTo>
                  <a:lnTo>
                    <a:pt x="14809" y="152873"/>
                  </a:lnTo>
                  <a:lnTo>
                    <a:pt x="15765" y="151440"/>
                  </a:lnTo>
                  <a:lnTo>
                    <a:pt x="17676" y="150485"/>
                  </a:lnTo>
                  <a:lnTo>
                    <a:pt x="19587" y="150007"/>
                  </a:lnTo>
                  <a:lnTo>
                    <a:pt x="21498" y="150962"/>
                  </a:lnTo>
                  <a:lnTo>
                    <a:pt x="24364" y="153829"/>
                  </a:lnTo>
                  <a:lnTo>
                    <a:pt x="28664" y="159084"/>
                  </a:lnTo>
                  <a:lnTo>
                    <a:pt x="31052" y="162428"/>
                  </a:lnTo>
                  <a:lnTo>
                    <a:pt x="32008" y="163383"/>
                  </a:lnTo>
                  <a:lnTo>
                    <a:pt x="33919" y="165772"/>
                  </a:lnTo>
                  <a:lnTo>
                    <a:pt x="35830" y="166728"/>
                  </a:lnTo>
                  <a:lnTo>
                    <a:pt x="39174" y="165294"/>
                  </a:lnTo>
                  <a:lnTo>
                    <a:pt x="42518" y="163861"/>
                  </a:lnTo>
                  <a:lnTo>
                    <a:pt x="43473" y="162906"/>
                  </a:lnTo>
                  <a:lnTo>
                    <a:pt x="43951" y="161473"/>
                  </a:lnTo>
                  <a:lnTo>
                    <a:pt x="43473" y="159084"/>
                  </a:lnTo>
                  <a:lnTo>
                    <a:pt x="43473" y="158606"/>
                  </a:lnTo>
                  <a:lnTo>
                    <a:pt x="42996" y="157173"/>
                  </a:lnTo>
                  <a:lnTo>
                    <a:pt x="42040" y="155262"/>
                  </a:lnTo>
                  <a:lnTo>
                    <a:pt x="41085" y="151918"/>
                  </a:lnTo>
                  <a:lnTo>
                    <a:pt x="41085" y="151440"/>
                  </a:lnTo>
                  <a:lnTo>
                    <a:pt x="40607" y="146185"/>
                  </a:lnTo>
                  <a:lnTo>
                    <a:pt x="39652" y="144274"/>
                  </a:lnTo>
                  <a:lnTo>
                    <a:pt x="40129" y="144274"/>
                  </a:lnTo>
                  <a:lnTo>
                    <a:pt x="42040" y="144274"/>
                  </a:lnTo>
                  <a:lnTo>
                    <a:pt x="43473" y="144752"/>
                  </a:lnTo>
                  <a:lnTo>
                    <a:pt x="45384" y="143319"/>
                  </a:lnTo>
                  <a:lnTo>
                    <a:pt x="48251" y="140930"/>
                  </a:lnTo>
                  <a:lnTo>
                    <a:pt x="53506" y="137586"/>
                  </a:lnTo>
                  <a:lnTo>
                    <a:pt x="53506" y="137586"/>
                  </a:lnTo>
                  <a:lnTo>
                    <a:pt x="54461" y="135197"/>
                  </a:lnTo>
                  <a:lnTo>
                    <a:pt x="55416" y="132331"/>
                  </a:lnTo>
                  <a:lnTo>
                    <a:pt x="56850" y="130898"/>
                  </a:lnTo>
                  <a:lnTo>
                    <a:pt x="60194" y="130420"/>
                  </a:lnTo>
                  <a:lnTo>
                    <a:pt x="63538" y="129465"/>
                  </a:lnTo>
                  <a:lnTo>
                    <a:pt x="64493" y="128509"/>
                  </a:lnTo>
                  <a:lnTo>
                    <a:pt x="65449" y="127554"/>
                  </a:lnTo>
                  <a:lnTo>
                    <a:pt x="69271" y="125643"/>
                  </a:lnTo>
                  <a:lnTo>
                    <a:pt x="72137" y="124687"/>
                  </a:lnTo>
                  <a:lnTo>
                    <a:pt x="73093" y="123732"/>
                  </a:lnTo>
                  <a:lnTo>
                    <a:pt x="74048" y="122299"/>
                  </a:lnTo>
                  <a:lnTo>
                    <a:pt x="77393" y="118477"/>
                  </a:lnTo>
                  <a:lnTo>
                    <a:pt x="79781" y="116088"/>
                  </a:lnTo>
                  <a:lnTo>
                    <a:pt x="79781" y="116088"/>
                  </a:lnTo>
                  <a:lnTo>
                    <a:pt x="80736" y="115133"/>
                  </a:lnTo>
                  <a:lnTo>
                    <a:pt x="82170" y="113700"/>
                  </a:lnTo>
                  <a:lnTo>
                    <a:pt x="82647" y="112266"/>
                  </a:lnTo>
                  <a:lnTo>
                    <a:pt x="82647" y="111789"/>
                  </a:lnTo>
                  <a:lnTo>
                    <a:pt x="84558" y="112266"/>
                  </a:lnTo>
                  <a:lnTo>
                    <a:pt x="87425" y="113222"/>
                  </a:lnTo>
                  <a:lnTo>
                    <a:pt x="90291" y="114177"/>
                  </a:lnTo>
                  <a:lnTo>
                    <a:pt x="92202" y="116088"/>
                  </a:lnTo>
                  <a:lnTo>
                    <a:pt x="92680" y="117521"/>
                  </a:lnTo>
                  <a:lnTo>
                    <a:pt x="92680" y="117521"/>
                  </a:lnTo>
                  <a:lnTo>
                    <a:pt x="92680" y="118955"/>
                  </a:lnTo>
                  <a:lnTo>
                    <a:pt x="92680" y="118955"/>
                  </a:lnTo>
                  <a:lnTo>
                    <a:pt x="93635" y="119432"/>
                  </a:lnTo>
                  <a:lnTo>
                    <a:pt x="94591" y="119432"/>
                  </a:lnTo>
                  <a:lnTo>
                    <a:pt x="96024" y="119432"/>
                  </a:lnTo>
                  <a:lnTo>
                    <a:pt x="96024" y="118955"/>
                  </a:lnTo>
                  <a:lnTo>
                    <a:pt x="98890" y="118955"/>
                  </a:lnTo>
                  <a:lnTo>
                    <a:pt x="102234" y="117044"/>
                  </a:lnTo>
                  <a:lnTo>
                    <a:pt x="104623" y="115133"/>
                  </a:lnTo>
                  <a:lnTo>
                    <a:pt x="106534" y="113700"/>
                  </a:lnTo>
                  <a:lnTo>
                    <a:pt x="110834" y="112744"/>
                  </a:lnTo>
                  <a:lnTo>
                    <a:pt x="110834" y="112744"/>
                  </a:lnTo>
                  <a:lnTo>
                    <a:pt x="113222" y="113222"/>
                  </a:lnTo>
                  <a:lnTo>
                    <a:pt x="115133" y="116088"/>
                  </a:lnTo>
                  <a:lnTo>
                    <a:pt x="116566" y="118477"/>
                  </a:lnTo>
                  <a:lnTo>
                    <a:pt x="116566" y="118477"/>
                  </a:lnTo>
                  <a:lnTo>
                    <a:pt x="118000" y="118955"/>
                  </a:lnTo>
                  <a:lnTo>
                    <a:pt x="118000" y="118955"/>
                  </a:lnTo>
                  <a:lnTo>
                    <a:pt x="118955" y="119432"/>
                  </a:lnTo>
                  <a:lnTo>
                    <a:pt x="119432" y="119432"/>
                  </a:lnTo>
                  <a:lnTo>
                    <a:pt x="121343" y="118955"/>
                  </a:lnTo>
                  <a:lnTo>
                    <a:pt x="121343" y="118955"/>
                  </a:lnTo>
                  <a:lnTo>
                    <a:pt x="122777" y="118955"/>
                  </a:lnTo>
                  <a:lnTo>
                    <a:pt x="124687" y="119432"/>
                  </a:lnTo>
                  <a:lnTo>
                    <a:pt x="124687" y="119432"/>
                  </a:lnTo>
                  <a:lnTo>
                    <a:pt x="127076" y="119910"/>
                  </a:lnTo>
                  <a:lnTo>
                    <a:pt x="130898" y="118955"/>
                  </a:lnTo>
                  <a:lnTo>
                    <a:pt x="131376" y="118955"/>
                  </a:lnTo>
                  <a:lnTo>
                    <a:pt x="133287" y="118955"/>
                  </a:lnTo>
                  <a:lnTo>
                    <a:pt x="135198" y="120388"/>
                  </a:lnTo>
                  <a:lnTo>
                    <a:pt x="137109" y="121821"/>
                  </a:lnTo>
                  <a:lnTo>
                    <a:pt x="139975" y="125643"/>
                  </a:lnTo>
                  <a:lnTo>
                    <a:pt x="139975" y="125643"/>
                  </a:lnTo>
                  <a:lnTo>
                    <a:pt x="141886" y="127076"/>
                  </a:lnTo>
                  <a:lnTo>
                    <a:pt x="145230" y="128509"/>
                  </a:lnTo>
                  <a:lnTo>
                    <a:pt x="147141" y="129942"/>
                  </a:lnTo>
                  <a:lnTo>
                    <a:pt x="149052" y="131853"/>
                  </a:lnTo>
                  <a:lnTo>
                    <a:pt x="150007" y="133286"/>
                  </a:lnTo>
                  <a:lnTo>
                    <a:pt x="152396" y="135675"/>
                  </a:lnTo>
                  <a:lnTo>
                    <a:pt x="154784" y="139497"/>
                  </a:lnTo>
                  <a:lnTo>
                    <a:pt x="155262" y="142363"/>
                  </a:lnTo>
                  <a:lnTo>
                    <a:pt x="155740" y="145230"/>
                  </a:lnTo>
                  <a:lnTo>
                    <a:pt x="156695" y="146185"/>
                  </a:lnTo>
                  <a:lnTo>
                    <a:pt x="156695" y="146185"/>
                  </a:lnTo>
                  <a:lnTo>
                    <a:pt x="157173" y="146663"/>
                  </a:lnTo>
                  <a:lnTo>
                    <a:pt x="157173" y="146663"/>
                  </a:lnTo>
                  <a:lnTo>
                    <a:pt x="158128" y="146185"/>
                  </a:lnTo>
                  <a:lnTo>
                    <a:pt x="159084" y="144752"/>
                  </a:lnTo>
                  <a:lnTo>
                    <a:pt x="159084" y="142841"/>
                  </a:lnTo>
                  <a:lnTo>
                    <a:pt x="159084" y="139497"/>
                  </a:lnTo>
                  <a:lnTo>
                    <a:pt x="158128" y="136631"/>
                  </a:lnTo>
                  <a:lnTo>
                    <a:pt x="157651" y="135675"/>
                  </a:lnTo>
                  <a:lnTo>
                    <a:pt x="157173" y="134720"/>
                  </a:lnTo>
                  <a:lnTo>
                    <a:pt x="157651" y="133286"/>
                  </a:lnTo>
                  <a:lnTo>
                    <a:pt x="159084" y="132809"/>
                  </a:lnTo>
                  <a:lnTo>
                    <a:pt x="160995" y="133286"/>
                  </a:lnTo>
                  <a:lnTo>
                    <a:pt x="163384" y="134720"/>
                  </a:lnTo>
                  <a:lnTo>
                    <a:pt x="166250" y="137108"/>
                  </a:lnTo>
                  <a:lnTo>
                    <a:pt x="170072" y="140452"/>
                  </a:lnTo>
                  <a:lnTo>
                    <a:pt x="173416" y="142841"/>
                  </a:lnTo>
                  <a:lnTo>
                    <a:pt x="176760" y="144752"/>
                  </a:lnTo>
                  <a:lnTo>
                    <a:pt x="179626" y="145230"/>
                  </a:lnTo>
                  <a:lnTo>
                    <a:pt x="182015" y="144752"/>
                  </a:lnTo>
                  <a:lnTo>
                    <a:pt x="182015" y="144752"/>
                  </a:lnTo>
                  <a:lnTo>
                    <a:pt x="184403" y="143319"/>
                  </a:lnTo>
                  <a:lnTo>
                    <a:pt x="186792" y="141408"/>
                  </a:lnTo>
                  <a:lnTo>
                    <a:pt x="188226" y="139497"/>
                  </a:lnTo>
                  <a:lnTo>
                    <a:pt x="188703" y="137586"/>
                  </a:lnTo>
                  <a:lnTo>
                    <a:pt x="192525" y="135197"/>
                  </a:lnTo>
                  <a:lnTo>
                    <a:pt x="192525" y="135197"/>
                  </a:lnTo>
                  <a:lnTo>
                    <a:pt x="195869" y="132809"/>
                  </a:lnTo>
                  <a:lnTo>
                    <a:pt x="197302" y="133286"/>
                  </a:lnTo>
                  <a:lnTo>
                    <a:pt x="198258" y="133764"/>
                  </a:lnTo>
                  <a:lnTo>
                    <a:pt x="198258" y="133764"/>
                  </a:lnTo>
                  <a:lnTo>
                    <a:pt x="201602" y="132331"/>
                  </a:lnTo>
                  <a:lnTo>
                    <a:pt x="203035" y="131853"/>
                  </a:lnTo>
                  <a:lnTo>
                    <a:pt x="205424" y="131376"/>
                  </a:lnTo>
                  <a:lnTo>
                    <a:pt x="205901" y="131376"/>
                  </a:lnTo>
                  <a:lnTo>
                    <a:pt x="209246" y="132331"/>
                  </a:lnTo>
                  <a:lnTo>
                    <a:pt x="212112" y="134720"/>
                  </a:lnTo>
                  <a:lnTo>
                    <a:pt x="212112" y="134720"/>
                  </a:lnTo>
                  <a:lnTo>
                    <a:pt x="214501" y="136153"/>
                  </a:lnTo>
                  <a:lnTo>
                    <a:pt x="216889" y="136153"/>
                  </a:lnTo>
                  <a:lnTo>
                    <a:pt x="218800" y="135197"/>
                  </a:lnTo>
                  <a:lnTo>
                    <a:pt x="220233" y="133764"/>
                  </a:lnTo>
                  <a:lnTo>
                    <a:pt x="221189" y="131853"/>
                  </a:lnTo>
                  <a:lnTo>
                    <a:pt x="222144" y="130420"/>
                  </a:lnTo>
                  <a:lnTo>
                    <a:pt x="222622" y="130420"/>
                  </a:lnTo>
                  <a:lnTo>
                    <a:pt x="226444" y="131376"/>
                  </a:lnTo>
                  <a:lnTo>
                    <a:pt x="229310" y="130898"/>
                  </a:lnTo>
                  <a:lnTo>
                    <a:pt x="229310" y="130898"/>
                  </a:lnTo>
                  <a:lnTo>
                    <a:pt x="229310" y="130898"/>
                  </a:lnTo>
                  <a:lnTo>
                    <a:pt x="232655" y="131376"/>
                  </a:lnTo>
                  <a:lnTo>
                    <a:pt x="232655" y="131376"/>
                  </a:lnTo>
                  <a:lnTo>
                    <a:pt x="236476" y="134242"/>
                  </a:lnTo>
                  <a:lnTo>
                    <a:pt x="238865" y="137108"/>
                  </a:lnTo>
                  <a:lnTo>
                    <a:pt x="241731" y="140930"/>
                  </a:lnTo>
                  <a:lnTo>
                    <a:pt x="243164" y="141886"/>
                  </a:lnTo>
                  <a:lnTo>
                    <a:pt x="243164" y="141886"/>
                  </a:lnTo>
                  <a:lnTo>
                    <a:pt x="245075" y="142363"/>
                  </a:lnTo>
                  <a:lnTo>
                    <a:pt x="246986" y="142841"/>
                  </a:lnTo>
                  <a:lnTo>
                    <a:pt x="248897" y="143319"/>
                  </a:lnTo>
                  <a:lnTo>
                    <a:pt x="254630" y="144274"/>
                  </a:lnTo>
                  <a:lnTo>
                    <a:pt x="255108" y="144752"/>
                  </a:lnTo>
                  <a:lnTo>
                    <a:pt x="256063" y="145230"/>
                  </a:lnTo>
                  <a:lnTo>
                    <a:pt x="255585" y="147141"/>
                  </a:lnTo>
                  <a:lnTo>
                    <a:pt x="256063" y="147618"/>
                  </a:lnTo>
                  <a:lnTo>
                    <a:pt x="256063" y="147618"/>
                  </a:lnTo>
                  <a:lnTo>
                    <a:pt x="260363" y="146185"/>
                  </a:lnTo>
                  <a:lnTo>
                    <a:pt x="260363" y="146185"/>
                  </a:lnTo>
                  <a:lnTo>
                    <a:pt x="261796" y="145230"/>
                  </a:lnTo>
                  <a:lnTo>
                    <a:pt x="263229" y="141886"/>
                  </a:lnTo>
                  <a:lnTo>
                    <a:pt x="264185" y="139019"/>
                  </a:lnTo>
                  <a:lnTo>
                    <a:pt x="265617" y="137586"/>
                  </a:lnTo>
                  <a:lnTo>
                    <a:pt x="266573" y="137586"/>
                  </a:lnTo>
                  <a:lnTo>
                    <a:pt x="267528" y="138064"/>
                  </a:lnTo>
                  <a:lnTo>
                    <a:pt x="268962" y="139975"/>
                  </a:lnTo>
                  <a:lnTo>
                    <a:pt x="268962" y="139975"/>
                  </a:lnTo>
                  <a:lnTo>
                    <a:pt x="270873" y="141886"/>
                  </a:lnTo>
                  <a:lnTo>
                    <a:pt x="273739" y="142363"/>
                  </a:lnTo>
                  <a:lnTo>
                    <a:pt x="275172" y="142841"/>
                  </a:lnTo>
                  <a:lnTo>
                    <a:pt x="275650" y="142841"/>
                  </a:lnTo>
                  <a:lnTo>
                    <a:pt x="278039" y="142841"/>
                  </a:lnTo>
                  <a:lnTo>
                    <a:pt x="283771" y="141886"/>
                  </a:lnTo>
                  <a:lnTo>
                    <a:pt x="289504" y="139497"/>
                  </a:lnTo>
                  <a:lnTo>
                    <a:pt x="292848" y="137108"/>
                  </a:lnTo>
                  <a:lnTo>
                    <a:pt x="294281" y="133286"/>
                  </a:lnTo>
                  <a:lnTo>
                    <a:pt x="294281" y="133286"/>
                  </a:lnTo>
                  <a:lnTo>
                    <a:pt x="295237" y="128987"/>
                  </a:lnTo>
                  <a:lnTo>
                    <a:pt x="296670" y="126598"/>
                  </a:lnTo>
                  <a:lnTo>
                    <a:pt x="296192" y="123732"/>
                  </a:lnTo>
                  <a:lnTo>
                    <a:pt x="296192" y="123732"/>
                  </a:lnTo>
                  <a:lnTo>
                    <a:pt x="293326" y="121343"/>
                  </a:lnTo>
                  <a:lnTo>
                    <a:pt x="292371" y="120388"/>
                  </a:lnTo>
                  <a:lnTo>
                    <a:pt x="285682" y="118955"/>
                  </a:lnTo>
                  <a:lnTo>
                    <a:pt x="285205" y="117999"/>
                  </a:lnTo>
                  <a:lnTo>
                    <a:pt x="284727" y="117521"/>
                  </a:lnTo>
                  <a:lnTo>
                    <a:pt x="277561" y="115133"/>
                  </a:lnTo>
                  <a:lnTo>
                    <a:pt x="274694" y="114177"/>
                  </a:lnTo>
                  <a:lnTo>
                    <a:pt x="273739" y="112744"/>
                  </a:lnTo>
                  <a:lnTo>
                    <a:pt x="272783" y="110833"/>
                  </a:lnTo>
                  <a:lnTo>
                    <a:pt x="272783" y="110833"/>
                  </a:lnTo>
                  <a:lnTo>
                    <a:pt x="270873" y="108922"/>
                  </a:lnTo>
                  <a:lnTo>
                    <a:pt x="266573" y="107011"/>
                  </a:lnTo>
                  <a:lnTo>
                    <a:pt x="266096" y="106056"/>
                  </a:lnTo>
                  <a:lnTo>
                    <a:pt x="266573" y="105100"/>
                  </a:lnTo>
                  <a:lnTo>
                    <a:pt x="266573" y="104623"/>
                  </a:lnTo>
                  <a:lnTo>
                    <a:pt x="268962" y="103667"/>
                  </a:lnTo>
                  <a:lnTo>
                    <a:pt x="269917" y="103189"/>
                  </a:lnTo>
                  <a:lnTo>
                    <a:pt x="273739" y="100323"/>
                  </a:lnTo>
                  <a:lnTo>
                    <a:pt x="275172" y="99845"/>
                  </a:lnTo>
                  <a:lnTo>
                    <a:pt x="278517" y="99368"/>
                  </a:lnTo>
                  <a:lnTo>
                    <a:pt x="281860" y="96979"/>
                  </a:lnTo>
                  <a:lnTo>
                    <a:pt x="283771" y="95546"/>
                  </a:lnTo>
                  <a:lnTo>
                    <a:pt x="283771" y="95546"/>
                  </a:lnTo>
                  <a:lnTo>
                    <a:pt x="285205" y="94113"/>
                  </a:lnTo>
                  <a:lnTo>
                    <a:pt x="284727" y="92202"/>
                  </a:lnTo>
                  <a:lnTo>
                    <a:pt x="284727" y="92202"/>
                  </a:lnTo>
                  <a:lnTo>
                    <a:pt x="281383" y="86947"/>
                  </a:lnTo>
                  <a:lnTo>
                    <a:pt x="280428" y="84080"/>
                  </a:lnTo>
                  <a:lnTo>
                    <a:pt x="280905" y="83603"/>
                  </a:lnTo>
                  <a:lnTo>
                    <a:pt x="281383" y="81692"/>
                  </a:lnTo>
                  <a:lnTo>
                    <a:pt x="282816" y="79781"/>
                  </a:lnTo>
                  <a:lnTo>
                    <a:pt x="284249" y="78348"/>
                  </a:lnTo>
                  <a:lnTo>
                    <a:pt x="285205" y="76437"/>
                  </a:lnTo>
                  <a:lnTo>
                    <a:pt x="286160" y="75003"/>
                  </a:lnTo>
                  <a:lnTo>
                    <a:pt x="289026" y="74526"/>
                  </a:lnTo>
                  <a:lnTo>
                    <a:pt x="292848" y="74526"/>
                  </a:lnTo>
                  <a:lnTo>
                    <a:pt x="293326" y="74526"/>
                  </a:lnTo>
                  <a:lnTo>
                    <a:pt x="295715" y="75003"/>
                  </a:lnTo>
                  <a:lnTo>
                    <a:pt x="299537" y="75003"/>
                  </a:lnTo>
                  <a:lnTo>
                    <a:pt x="302881" y="75481"/>
                  </a:lnTo>
                  <a:lnTo>
                    <a:pt x="304314" y="75959"/>
                  </a:lnTo>
                  <a:lnTo>
                    <a:pt x="305747" y="75003"/>
                  </a:lnTo>
                  <a:lnTo>
                    <a:pt x="306703" y="74048"/>
                  </a:lnTo>
                  <a:lnTo>
                    <a:pt x="306703" y="72615"/>
                  </a:lnTo>
                  <a:lnTo>
                    <a:pt x="305269" y="70704"/>
                  </a:lnTo>
                  <a:lnTo>
                    <a:pt x="300492" y="68793"/>
                  </a:lnTo>
                  <a:lnTo>
                    <a:pt x="298103" y="67360"/>
                  </a:lnTo>
                  <a:lnTo>
                    <a:pt x="296670" y="67360"/>
                  </a:lnTo>
                  <a:lnTo>
                    <a:pt x="293804" y="66882"/>
                  </a:lnTo>
                  <a:lnTo>
                    <a:pt x="293804" y="66882"/>
                  </a:lnTo>
                  <a:lnTo>
                    <a:pt x="291415" y="65927"/>
                  </a:lnTo>
                  <a:lnTo>
                    <a:pt x="289026" y="65449"/>
                  </a:lnTo>
                  <a:lnTo>
                    <a:pt x="288549" y="64016"/>
                  </a:lnTo>
                  <a:lnTo>
                    <a:pt x="289026" y="61627"/>
                  </a:lnTo>
                  <a:lnTo>
                    <a:pt x="289504" y="60672"/>
                  </a:lnTo>
                  <a:lnTo>
                    <a:pt x="291415" y="60194"/>
                  </a:lnTo>
                  <a:lnTo>
                    <a:pt x="292848" y="60194"/>
                  </a:lnTo>
                  <a:lnTo>
                    <a:pt x="293804" y="60194"/>
                  </a:lnTo>
                  <a:lnTo>
                    <a:pt x="295237" y="59716"/>
                  </a:lnTo>
                  <a:lnTo>
                    <a:pt x="295715" y="58761"/>
                  </a:lnTo>
                  <a:lnTo>
                    <a:pt x="295715" y="58761"/>
                  </a:lnTo>
                  <a:lnTo>
                    <a:pt x="295715" y="58761"/>
                  </a:lnTo>
                  <a:lnTo>
                    <a:pt x="295715" y="58283"/>
                  </a:lnTo>
                  <a:lnTo>
                    <a:pt x="295237" y="57328"/>
                  </a:lnTo>
                  <a:lnTo>
                    <a:pt x="295237" y="57328"/>
                  </a:lnTo>
                  <a:lnTo>
                    <a:pt x="294281" y="56372"/>
                  </a:lnTo>
                  <a:lnTo>
                    <a:pt x="293326" y="56372"/>
                  </a:lnTo>
                  <a:lnTo>
                    <a:pt x="293326" y="56372"/>
                  </a:lnTo>
                  <a:lnTo>
                    <a:pt x="291893" y="56850"/>
                  </a:lnTo>
                  <a:lnTo>
                    <a:pt x="289982" y="57328"/>
                  </a:lnTo>
                  <a:lnTo>
                    <a:pt x="287115" y="56372"/>
                  </a:lnTo>
                  <a:lnTo>
                    <a:pt x="284727" y="55417"/>
                  </a:lnTo>
                  <a:lnTo>
                    <a:pt x="284727" y="53983"/>
                  </a:lnTo>
                  <a:lnTo>
                    <a:pt x="286638" y="52550"/>
                  </a:lnTo>
                  <a:lnTo>
                    <a:pt x="287593" y="51117"/>
                  </a:lnTo>
                  <a:lnTo>
                    <a:pt x="287593" y="49206"/>
                  </a:lnTo>
                  <a:lnTo>
                    <a:pt x="287593" y="47295"/>
                  </a:lnTo>
                  <a:lnTo>
                    <a:pt x="287593" y="46817"/>
                  </a:lnTo>
                  <a:lnTo>
                    <a:pt x="288071" y="44907"/>
                  </a:lnTo>
                  <a:lnTo>
                    <a:pt x="289504" y="42996"/>
                  </a:lnTo>
                  <a:lnTo>
                    <a:pt x="291893" y="42040"/>
                  </a:lnTo>
                  <a:lnTo>
                    <a:pt x="297148" y="43951"/>
                  </a:lnTo>
                  <a:lnTo>
                    <a:pt x="303358" y="45384"/>
                  </a:lnTo>
                  <a:lnTo>
                    <a:pt x="304792" y="44907"/>
                  </a:lnTo>
                  <a:lnTo>
                    <a:pt x="304792" y="44907"/>
                  </a:lnTo>
                  <a:lnTo>
                    <a:pt x="304792" y="44907"/>
                  </a:lnTo>
                  <a:lnTo>
                    <a:pt x="304792" y="44429"/>
                  </a:lnTo>
                  <a:lnTo>
                    <a:pt x="305747" y="43473"/>
                  </a:lnTo>
                  <a:lnTo>
                    <a:pt x="314824" y="43473"/>
                  </a:lnTo>
                  <a:lnTo>
                    <a:pt x="316735" y="42518"/>
                  </a:lnTo>
                  <a:lnTo>
                    <a:pt x="317212" y="41562"/>
                  </a:lnTo>
                  <a:lnTo>
                    <a:pt x="318646" y="41562"/>
                  </a:lnTo>
                  <a:lnTo>
                    <a:pt x="326289" y="40607"/>
                  </a:lnTo>
                  <a:lnTo>
                    <a:pt x="326289" y="40607"/>
                  </a:lnTo>
                  <a:lnTo>
                    <a:pt x="327245" y="39174"/>
                  </a:lnTo>
                  <a:lnTo>
                    <a:pt x="328678" y="38218"/>
                  </a:lnTo>
                  <a:lnTo>
                    <a:pt x="328678" y="38218"/>
                  </a:lnTo>
                  <a:lnTo>
                    <a:pt x="330589" y="38218"/>
                  </a:lnTo>
                  <a:lnTo>
                    <a:pt x="332978" y="38218"/>
                  </a:lnTo>
                  <a:lnTo>
                    <a:pt x="335366" y="37263"/>
                  </a:lnTo>
                  <a:lnTo>
                    <a:pt x="336322" y="36785"/>
                  </a:lnTo>
                  <a:lnTo>
                    <a:pt x="336799" y="36785"/>
                  </a:lnTo>
                  <a:lnTo>
                    <a:pt x="338710" y="36307"/>
                  </a:lnTo>
                  <a:lnTo>
                    <a:pt x="339188" y="36307"/>
                  </a:lnTo>
                  <a:lnTo>
                    <a:pt x="341577" y="36307"/>
                  </a:lnTo>
                  <a:lnTo>
                    <a:pt x="344443" y="35352"/>
                  </a:lnTo>
                  <a:lnTo>
                    <a:pt x="345399" y="34874"/>
                  </a:lnTo>
                  <a:lnTo>
                    <a:pt x="345876" y="34396"/>
                  </a:lnTo>
                  <a:lnTo>
                    <a:pt x="348742" y="32963"/>
                  </a:lnTo>
                  <a:lnTo>
                    <a:pt x="353520" y="32008"/>
                  </a:lnTo>
                  <a:lnTo>
                    <a:pt x="354953" y="32486"/>
                  </a:lnTo>
                  <a:lnTo>
                    <a:pt x="357342" y="32963"/>
                  </a:lnTo>
                  <a:lnTo>
                    <a:pt x="360686" y="32008"/>
                  </a:lnTo>
                  <a:lnTo>
                    <a:pt x="363074" y="31530"/>
                  </a:lnTo>
                  <a:lnTo>
                    <a:pt x="364508" y="32008"/>
                  </a:lnTo>
                  <a:lnTo>
                    <a:pt x="365941" y="32963"/>
                  </a:lnTo>
                  <a:lnTo>
                    <a:pt x="366419" y="32963"/>
                  </a:lnTo>
                  <a:lnTo>
                    <a:pt x="367374" y="32486"/>
                  </a:lnTo>
                  <a:lnTo>
                    <a:pt x="368329" y="30097"/>
                  </a:lnTo>
                  <a:lnTo>
                    <a:pt x="369285" y="27708"/>
                  </a:lnTo>
                  <a:lnTo>
                    <a:pt x="370718" y="26753"/>
                  </a:lnTo>
                  <a:lnTo>
                    <a:pt x="372151" y="26275"/>
                  </a:lnTo>
                  <a:lnTo>
                    <a:pt x="373107" y="25320"/>
                  </a:lnTo>
                  <a:lnTo>
                    <a:pt x="373107" y="25320"/>
                  </a:lnTo>
                  <a:lnTo>
                    <a:pt x="374062" y="24364"/>
                  </a:lnTo>
                  <a:lnTo>
                    <a:pt x="378362" y="24364"/>
                  </a:lnTo>
                  <a:lnTo>
                    <a:pt x="382661" y="21975"/>
                  </a:lnTo>
                  <a:lnTo>
                    <a:pt x="383139" y="22931"/>
                  </a:lnTo>
                  <a:lnTo>
                    <a:pt x="388872" y="22931"/>
                  </a:lnTo>
                  <a:lnTo>
                    <a:pt x="395083" y="21498"/>
                  </a:lnTo>
                  <a:lnTo>
                    <a:pt x="399382" y="20542"/>
                  </a:lnTo>
                  <a:lnTo>
                    <a:pt x="404637" y="19587"/>
                  </a:lnTo>
                  <a:lnTo>
                    <a:pt x="406070" y="19109"/>
                  </a:lnTo>
                  <a:lnTo>
                    <a:pt x="408936" y="17676"/>
                  </a:lnTo>
                  <a:lnTo>
                    <a:pt x="412758" y="17198"/>
                  </a:lnTo>
                  <a:lnTo>
                    <a:pt x="413714" y="17198"/>
                  </a:lnTo>
                  <a:lnTo>
                    <a:pt x="418013" y="16243"/>
                  </a:lnTo>
                  <a:lnTo>
                    <a:pt x="420402" y="14332"/>
                  </a:lnTo>
                  <a:lnTo>
                    <a:pt x="420880" y="14332"/>
                  </a:lnTo>
                  <a:lnTo>
                    <a:pt x="422791" y="13854"/>
                  </a:lnTo>
                  <a:lnTo>
                    <a:pt x="425179" y="13854"/>
                  </a:lnTo>
                  <a:lnTo>
                    <a:pt x="425179" y="13854"/>
                  </a:lnTo>
                  <a:lnTo>
                    <a:pt x="427090" y="13376"/>
                  </a:lnTo>
                  <a:lnTo>
                    <a:pt x="427090" y="12899"/>
                  </a:lnTo>
                  <a:lnTo>
                    <a:pt x="428045" y="12421"/>
                  </a:lnTo>
                  <a:lnTo>
                    <a:pt x="428045" y="12421"/>
                  </a:lnTo>
                  <a:lnTo>
                    <a:pt x="428524" y="11943"/>
                  </a:lnTo>
                  <a:lnTo>
                    <a:pt x="429001" y="10510"/>
                  </a:lnTo>
                  <a:lnTo>
                    <a:pt x="428524" y="8599"/>
                  </a:lnTo>
                  <a:lnTo>
                    <a:pt x="428045" y="7166"/>
                  </a:lnTo>
                  <a:lnTo>
                    <a:pt x="429957" y="6688"/>
                  </a:lnTo>
                  <a:lnTo>
                    <a:pt x="432823" y="6210"/>
                  </a:lnTo>
                  <a:lnTo>
                    <a:pt x="434256" y="5733"/>
                  </a:lnTo>
                  <a:lnTo>
                    <a:pt x="434256" y="5733"/>
                  </a:lnTo>
                  <a:lnTo>
                    <a:pt x="438078" y="2389"/>
                  </a:lnTo>
                  <a:lnTo>
                    <a:pt x="440467" y="955"/>
                  </a:lnTo>
                  <a:lnTo>
                    <a:pt x="443333" y="0"/>
                  </a:lnTo>
                  <a:lnTo>
                    <a:pt x="448588" y="478"/>
                  </a:lnTo>
                  <a:lnTo>
                    <a:pt x="453365" y="955"/>
                  </a:lnTo>
                  <a:lnTo>
                    <a:pt x="458620" y="2866"/>
                  </a:lnTo>
                  <a:lnTo>
                    <a:pt x="461009" y="4777"/>
                  </a:lnTo>
                  <a:lnTo>
                    <a:pt x="463398" y="6210"/>
                  </a:lnTo>
                  <a:lnTo>
                    <a:pt x="465309" y="6688"/>
                  </a:lnTo>
                  <a:lnTo>
                    <a:pt x="467220" y="7166"/>
                  </a:lnTo>
                  <a:lnTo>
                    <a:pt x="469608" y="6688"/>
                  </a:lnTo>
                  <a:lnTo>
                    <a:pt x="471041" y="5733"/>
                  </a:lnTo>
                  <a:lnTo>
                    <a:pt x="471997" y="4300"/>
                  </a:lnTo>
                  <a:lnTo>
                    <a:pt x="473430" y="3344"/>
                  </a:lnTo>
                  <a:lnTo>
                    <a:pt x="478207" y="2866"/>
                  </a:lnTo>
                  <a:lnTo>
                    <a:pt x="479163" y="4300"/>
                  </a:lnTo>
                  <a:lnTo>
                    <a:pt x="481552" y="8599"/>
                  </a:lnTo>
                  <a:lnTo>
                    <a:pt x="483463" y="13854"/>
                  </a:lnTo>
                  <a:lnTo>
                    <a:pt x="485851" y="21498"/>
                  </a:lnTo>
                  <a:lnTo>
                    <a:pt x="487284" y="24842"/>
                  </a:lnTo>
                  <a:lnTo>
                    <a:pt x="486806" y="26275"/>
                  </a:lnTo>
                  <a:lnTo>
                    <a:pt x="486329" y="26753"/>
                  </a:lnTo>
                  <a:lnTo>
                    <a:pt x="486329" y="29619"/>
                  </a:lnTo>
                  <a:lnTo>
                    <a:pt x="486329" y="32486"/>
                  </a:lnTo>
                  <a:lnTo>
                    <a:pt x="484418" y="35830"/>
                  </a:lnTo>
                  <a:lnTo>
                    <a:pt x="485373" y="37263"/>
                  </a:lnTo>
                  <a:lnTo>
                    <a:pt x="485373" y="37263"/>
                  </a:lnTo>
                  <a:lnTo>
                    <a:pt x="490150" y="38696"/>
                  </a:lnTo>
                  <a:lnTo>
                    <a:pt x="496839" y="38218"/>
                  </a:lnTo>
                  <a:lnTo>
                    <a:pt x="501138" y="36785"/>
                  </a:lnTo>
                  <a:lnTo>
                    <a:pt x="503527" y="37263"/>
                  </a:lnTo>
                  <a:lnTo>
                    <a:pt x="504005" y="36785"/>
                  </a:lnTo>
                  <a:lnTo>
                    <a:pt x="504482" y="36307"/>
                  </a:lnTo>
                  <a:lnTo>
                    <a:pt x="504482" y="36307"/>
                  </a:lnTo>
                  <a:lnTo>
                    <a:pt x="505438" y="33919"/>
                  </a:lnTo>
                  <a:lnTo>
                    <a:pt x="506871" y="33441"/>
                  </a:lnTo>
                  <a:lnTo>
                    <a:pt x="508782" y="35352"/>
                  </a:lnTo>
                  <a:lnTo>
                    <a:pt x="509738" y="38218"/>
                  </a:lnTo>
                  <a:lnTo>
                    <a:pt x="509738" y="38218"/>
                  </a:lnTo>
                  <a:lnTo>
                    <a:pt x="510693" y="39651"/>
                  </a:lnTo>
                  <a:lnTo>
                    <a:pt x="510693" y="42040"/>
                  </a:lnTo>
                  <a:lnTo>
                    <a:pt x="510693" y="42040"/>
                  </a:lnTo>
                  <a:lnTo>
                    <a:pt x="511171" y="44907"/>
                  </a:lnTo>
                  <a:lnTo>
                    <a:pt x="512126" y="45384"/>
                  </a:lnTo>
                  <a:lnTo>
                    <a:pt x="513559" y="44429"/>
                  </a:lnTo>
                  <a:lnTo>
                    <a:pt x="513559" y="44429"/>
                  </a:lnTo>
                  <a:lnTo>
                    <a:pt x="514993" y="43951"/>
                  </a:lnTo>
                  <a:lnTo>
                    <a:pt x="514993" y="43951"/>
                  </a:lnTo>
                  <a:lnTo>
                    <a:pt x="514993" y="42996"/>
                  </a:lnTo>
                  <a:lnTo>
                    <a:pt x="514993" y="42996"/>
                  </a:lnTo>
                  <a:lnTo>
                    <a:pt x="514515" y="42040"/>
                  </a:lnTo>
                  <a:lnTo>
                    <a:pt x="514515" y="40607"/>
                  </a:lnTo>
                  <a:lnTo>
                    <a:pt x="514993" y="40129"/>
                  </a:lnTo>
                  <a:lnTo>
                    <a:pt x="515470" y="39651"/>
                  </a:lnTo>
                  <a:lnTo>
                    <a:pt x="517859" y="39651"/>
                  </a:lnTo>
                  <a:lnTo>
                    <a:pt x="521203" y="40129"/>
                  </a:lnTo>
                  <a:lnTo>
                    <a:pt x="525502" y="44429"/>
                  </a:lnTo>
                  <a:lnTo>
                    <a:pt x="525502" y="44429"/>
                  </a:lnTo>
                  <a:lnTo>
                    <a:pt x="527413" y="44907"/>
                  </a:lnTo>
                  <a:lnTo>
                    <a:pt x="528369" y="44907"/>
                  </a:lnTo>
                  <a:lnTo>
                    <a:pt x="530757" y="44907"/>
                  </a:lnTo>
                  <a:lnTo>
                    <a:pt x="530757" y="44907"/>
                  </a:lnTo>
                  <a:lnTo>
                    <a:pt x="533146" y="43473"/>
                  </a:lnTo>
                  <a:lnTo>
                    <a:pt x="534579" y="42518"/>
                  </a:lnTo>
                  <a:lnTo>
                    <a:pt x="535535" y="41562"/>
                  </a:lnTo>
                  <a:lnTo>
                    <a:pt x="536490" y="41562"/>
                  </a:lnTo>
                  <a:lnTo>
                    <a:pt x="536968" y="42518"/>
                  </a:lnTo>
                  <a:lnTo>
                    <a:pt x="537446" y="43951"/>
                  </a:lnTo>
                  <a:lnTo>
                    <a:pt x="536490" y="45862"/>
                  </a:lnTo>
                  <a:lnTo>
                    <a:pt x="535535" y="46817"/>
                  </a:lnTo>
                  <a:lnTo>
                    <a:pt x="534102" y="47773"/>
                  </a:lnTo>
                  <a:lnTo>
                    <a:pt x="530757" y="49206"/>
                  </a:lnTo>
                  <a:lnTo>
                    <a:pt x="530757" y="49684"/>
                  </a:lnTo>
                  <a:lnTo>
                    <a:pt x="529324" y="52550"/>
                  </a:lnTo>
                  <a:lnTo>
                    <a:pt x="528847" y="55894"/>
                  </a:lnTo>
                  <a:lnTo>
                    <a:pt x="529324" y="57805"/>
                  </a:lnTo>
                  <a:lnTo>
                    <a:pt x="530280" y="58761"/>
                  </a:lnTo>
                  <a:lnTo>
                    <a:pt x="530280" y="60194"/>
                  </a:lnTo>
                  <a:lnTo>
                    <a:pt x="530280" y="60194"/>
                  </a:lnTo>
                  <a:lnTo>
                    <a:pt x="531236" y="60672"/>
                  </a:lnTo>
                  <a:lnTo>
                    <a:pt x="531713" y="60194"/>
                  </a:lnTo>
                  <a:lnTo>
                    <a:pt x="532191" y="60194"/>
                  </a:lnTo>
                  <a:lnTo>
                    <a:pt x="536013" y="56850"/>
                  </a:lnTo>
                  <a:lnTo>
                    <a:pt x="537446" y="55894"/>
                  </a:lnTo>
                  <a:lnTo>
                    <a:pt x="540312" y="55417"/>
                  </a:lnTo>
                  <a:lnTo>
                    <a:pt x="544134" y="55417"/>
                  </a:lnTo>
                  <a:lnTo>
                    <a:pt x="547000" y="56850"/>
                  </a:lnTo>
                  <a:lnTo>
                    <a:pt x="548434" y="58283"/>
                  </a:lnTo>
                  <a:lnTo>
                    <a:pt x="549866" y="59238"/>
                  </a:lnTo>
                  <a:lnTo>
                    <a:pt x="550822" y="58761"/>
                  </a:lnTo>
                  <a:lnTo>
                    <a:pt x="550822" y="58761"/>
                  </a:lnTo>
                  <a:lnTo>
                    <a:pt x="551300" y="57328"/>
                  </a:lnTo>
                  <a:lnTo>
                    <a:pt x="551300" y="55894"/>
                  </a:lnTo>
                  <a:lnTo>
                    <a:pt x="551778" y="54939"/>
                  </a:lnTo>
                  <a:lnTo>
                    <a:pt x="551778" y="54461"/>
                  </a:lnTo>
                  <a:lnTo>
                    <a:pt x="556555" y="51117"/>
                  </a:lnTo>
                  <a:lnTo>
                    <a:pt x="559421" y="49206"/>
                  </a:lnTo>
                  <a:lnTo>
                    <a:pt x="560377" y="48728"/>
                  </a:lnTo>
                  <a:lnTo>
                    <a:pt x="562288" y="49206"/>
                  </a:lnTo>
                  <a:lnTo>
                    <a:pt x="563721" y="49206"/>
                  </a:lnTo>
                  <a:lnTo>
                    <a:pt x="567065" y="46817"/>
                  </a:lnTo>
                  <a:lnTo>
                    <a:pt x="568976" y="45384"/>
                  </a:lnTo>
                  <a:lnTo>
                    <a:pt x="570409" y="44429"/>
                  </a:lnTo>
                  <a:lnTo>
                    <a:pt x="570409" y="44429"/>
                  </a:lnTo>
                  <a:lnTo>
                    <a:pt x="570409" y="42996"/>
                  </a:lnTo>
                  <a:lnTo>
                    <a:pt x="570409" y="41562"/>
                  </a:lnTo>
                  <a:lnTo>
                    <a:pt x="570409" y="41562"/>
                  </a:lnTo>
                  <a:lnTo>
                    <a:pt x="570887" y="41085"/>
                  </a:lnTo>
                  <a:lnTo>
                    <a:pt x="571364" y="41085"/>
                  </a:lnTo>
                  <a:lnTo>
                    <a:pt x="575664" y="40607"/>
                  </a:lnTo>
                  <a:lnTo>
                    <a:pt x="576620" y="40129"/>
                  </a:lnTo>
                  <a:lnTo>
                    <a:pt x="579964" y="38696"/>
                  </a:lnTo>
                  <a:lnTo>
                    <a:pt x="585219" y="35830"/>
                  </a:lnTo>
                  <a:lnTo>
                    <a:pt x="586174" y="34874"/>
                  </a:lnTo>
                  <a:lnTo>
                    <a:pt x="587607" y="33919"/>
                  </a:lnTo>
                  <a:lnTo>
                    <a:pt x="592385" y="33441"/>
                  </a:lnTo>
                  <a:lnTo>
                    <a:pt x="593340" y="32963"/>
                  </a:lnTo>
                  <a:lnTo>
                    <a:pt x="594773" y="31530"/>
                  </a:lnTo>
                  <a:lnTo>
                    <a:pt x="597639" y="30097"/>
                  </a:lnTo>
                  <a:lnTo>
                    <a:pt x="599073" y="30097"/>
                  </a:lnTo>
                  <a:lnTo>
                    <a:pt x="598118" y="33919"/>
                  </a:lnTo>
                  <a:lnTo>
                    <a:pt x="596684" y="38218"/>
                  </a:lnTo>
                  <a:lnTo>
                    <a:pt x="595729" y="39174"/>
                  </a:lnTo>
                  <a:lnTo>
                    <a:pt x="590952" y="39174"/>
                  </a:lnTo>
                  <a:lnTo>
                    <a:pt x="590952" y="39174"/>
                  </a:lnTo>
                  <a:lnTo>
                    <a:pt x="590952" y="40129"/>
                  </a:lnTo>
                  <a:lnTo>
                    <a:pt x="591429" y="42040"/>
                  </a:lnTo>
                  <a:lnTo>
                    <a:pt x="592385" y="42996"/>
                  </a:lnTo>
                  <a:lnTo>
                    <a:pt x="592862" y="43951"/>
                  </a:lnTo>
                  <a:lnTo>
                    <a:pt x="593818" y="45384"/>
                  </a:lnTo>
                  <a:lnTo>
                    <a:pt x="598595" y="49206"/>
                  </a:lnTo>
                  <a:lnTo>
                    <a:pt x="604805" y="53983"/>
                  </a:lnTo>
                  <a:lnTo>
                    <a:pt x="611494" y="59238"/>
                  </a:lnTo>
                  <a:lnTo>
                    <a:pt x="616271" y="62582"/>
                  </a:lnTo>
                  <a:lnTo>
                    <a:pt x="618182" y="64493"/>
                  </a:lnTo>
                  <a:lnTo>
                    <a:pt x="619615" y="65927"/>
                  </a:lnTo>
                  <a:lnTo>
                    <a:pt x="619615" y="65927"/>
                  </a:lnTo>
                  <a:lnTo>
                    <a:pt x="622959" y="71182"/>
                  </a:lnTo>
                  <a:lnTo>
                    <a:pt x="626303" y="76437"/>
                  </a:lnTo>
                  <a:lnTo>
                    <a:pt x="631559" y="85036"/>
                  </a:lnTo>
                  <a:lnTo>
                    <a:pt x="636336" y="93635"/>
                  </a:lnTo>
                  <a:lnTo>
                    <a:pt x="642068" y="102712"/>
                  </a:lnTo>
                  <a:lnTo>
                    <a:pt x="642068" y="102712"/>
                  </a:lnTo>
                  <a:lnTo>
                    <a:pt x="644935" y="107967"/>
                  </a:lnTo>
                  <a:lnTo>
                    <a:pt x="651145" y="118955"/>
                  </a:lnTo>
                  <a:lnTo>
                    <a:pt x="653057" y="122299"/>
                  </a:lnTo>
                  <a:lnTo>
                    <a:pt x="656400" y="128509"/>
                  </a:lnTo>
                  <a:lnTo>
                    <a:pt x="659267" y="134242"/>
                  </a:lnTo>
                  <a:lnTo>
                    <a:pt x="661655" y="139497"/>
                  </a:lnTo>
                  <a:lnTo>
                    <a:pt x="663089" y="139975"/>
                  </a:lnTo>
                  <a:lnTo>
                    <a:pt x="663089" y="139975"/>
                  </a:lnTo>
                  <a:lnTo>
                    <a:pt x="663089" y="138542"/>
                  </a:lnTo>
                  <a:lnTo>
                    <a:pt x="663566" y="137586"/>
                  </a:lnTo>
                  <a:lnTo>
                    <a:pt x="664522" y="137108"/>
                  </a:lnTo>
                  <a:lnTo>
                    <a:pt x="666433" y="135675"/>
                  </a:lnTo>
                  <a:lnTo>
                    <a:pt x="666910" y="135197"/>
                  </a:lnTo>
                  <a:lnTo>
                    <a:pt x="667388" y="135197"/>
                  </a:lnTo>
                  <a:lnTo>
                    <a:pt x="668821" y="135675"/>
                  </a:lnTo>
                  <a:lnTo>
                    <a:pt x="670255" y="134720"/>
                  </a:lnTo>
                  <a:lnTo>
                    <a:pt x="670255" y="134720"/>
                  </a:lnTo>
                  <a:lnTo>
                    <a:pt x="670732" y="133764"/>
                  </a:lnTo>
                  <a:lnTo>
                    <a:pt x="670732" y="133286"/>
                  </a:lnTo>
                  <a:lnTo>
                    <a:pt x="670255" y="130420"/>
                  </a:lnTo>
                  <a:lnTo>
                    <a:pt x="670255" y="129465"/>
                  </a:lnTo>
                  <a:lnTo>
                    <a:pt x="670255" y="128987"/>
                  </a:lnTo>
                  <a:lnTo>
                    <a:pt x="670732" y="128031"/>
                  </a:lnTo>
                  <a:lnTo>
                    <a:pt x="671687" y="127554"/>
                  </a:lnTo>
                  <a:lnTo>
                    <a:pt x="672643" y="127076"/>
                  </a:lnTo>
                  <a:lnTo>
                    <a:pt x="674076" y="126598"/>
                  </a:lnTo>
                  <a:lnTo>
                    <a:pt x="674554" y="125165"/>
                  </a:lnTo>
                  <a:lnTo>
                    <a:pt x="675032" y="125165"/>
                  </a:lnTo>
                  <a:lnTo>
                    <a:pt x="676465" y="124687"/>
                  </a:lnTo>
                  <a:lnTo>
                    <a:pt x="677898" y="125165"/>
                  </a:lnTo>
                  <a:lnTo>
                    <a:pt x="679332" y="125165"/>
                  </a:lnTo>
                  <a:lnTo>
                    <a:pt x="680287" y="126121"/>
                  </a:lnTo>
                  <a:lnTo>
                    <a:pt x="681242" y="127554"/>
                  </a:lnTo>
                  <a:lnTo>
                    <a:pt x="682198" y="127554"/>
                  </a:lnTo>
                  <a:lnTo>
                    <a:pt x="682198" y="127554"/>
                  </a:lnTo>
                  <a:lnTo>
                    <a:pt x="684109" y="127554"/>
                  </a:lnTo>
                  <a:lnTo>
                    <a:pt x="684587" y="128987"/>
                  </a:lnTo>
                  <a:lnTo>
                    <a:pt x="684109" y="130898"/>
                  </a:lnTo>
                  <a:lnTo>
                    <a:pt x="683153" y="132809"/>
                  </a:lnTo>
                  <a:lnTo>
                    <a:pt x="683153" y="134242"/>
                  </a:lnTo>
                  <a:lnTo>
                    <a:pt x="683153" y="134242"/>
                  </a:lnTo>
                  <a:lnTo>
                    <a:pt x="684109" y="134720"/>
                  </a:lnTo>
                  <a:lnTo>
                    <a:pt x="684587" y="134720"/>
                  </a:lnTo>
                  <a:lnTo>
                    <a:pt x="687930" y="134242"/>
                  </a:lnTo>
                  <a:lnTo>
                    <a:pt x="689364" y="134242"/>
                  </a:lnTo>
                  <a:lnTo>
                    <a:pt x="689841" y="135675"/>
                  </a:lnTo>
                  <a:lnTo>
                    <a:pt x="690319" y="136631"/>
                  </a:lnTo>
                  <a:lnTo>
                    <a:pt x="690319" y="137108"/>
                  </a:lnTo>
                  <a:lnTo>
                    <a:pt x="690797" y="138064"/>
                  </a:lnTo>
                  <a:lnTo>
                    <a:pt x="690319" y="139975"/>
                  </a:lnTo>
                  <a:lnTo>
                    <a:pt x="690797" y="140452"/>
                  </a:lnTo>
                  <a:lnTo>
                    <a:pt x="690797" y="140452"/>
                  </a:lnTo>
                  <a:lnTo>
                    <a:pt x="694141" y="140452"/>
                  </a:lnTo>
                  <a:lnTo>
                    <a:pt x="696530" y="139975"/>
                  </a:lnTo>
                  <a:lnTo>
                    <a:pt x="700351" y="139975"/>
                  </a:lnTo>
                  <a:lnTo>
                    <a:pt x="703696" y="141408"/>
                  </a:lnTo>
                  <a:lnTo>
                    <a:pt x="705607" y="141408"/>
                  </a:lnTo>
                  <a:lnTo>
                    <a:pt x="707995" y="140452"/>
                  </a:lnTo>
                  <a:lnTo>
                    <a:pt x="711339" y="140930"/>
                  </a:lnTo>
                  <a:lnTo>
                    <a:pt x="711339" y="140930"/>
                  </a:lnTo>
                  <a:lnTo>
                    <a:pt x="713728" y="139975"/>
                  </a:lnTo>
                  <a:lnTo>
                    <a:pt x="715161" y="138064"/>
                  </a:lnTo>
                  <a:lnTo>
                    <a:pt x="715161" y="138064"/>
                  </a:lnTo>
                  <a:lnTo>
                    <a:pt x="715639" y="137108"/>
                  </a:lnTo>
                  <a:lnTo>
                    <a:pt x="716594" y="136153"/>
                  </a:lnTo>
                  <a:lnTo>
                    <a:pt x="719939" y="136153"/>
                  </a:lnTo>
                  <a:lnTo>
                    <a:pt x="721849" y="136153"/>
                  </a:lnTo>
                  <a:lnTo>
                    <a:pt x="721849" y="136153"/>
                  </a:lnTo>
                  <a:lnTo>
                    <a:pt x="723283" y="134242"/>
                  </a:lnTo>
                  <a:lnTo>
                    <a:pt x="724716" y="133286"/>
                  </a:lnTo>
                  <a:lnTo>
                    <a:pt x="726626" y="133286"/>
                  </a:lnTo>
                  <a:lnTo>
                    <a:pt x="728537" y="133286"/>
                  </a:lnTo>
                  <a:lnTo>
                    <a:pt x="728537" y="133286"/>
                  </a:lnTo>
                  <a:lnTo>
                    <a:pt x="732837" y="135197"/>
                  </a:lnTo>
                  <a:lnTo>
                    <a:pt x="735703" y="136153"/>
                  </a:lnTo>
                  <a:lnTo>
                    <a:pt x="738570" y="138542"/>
                  </a:lnTo>
                  <a:lnTo>
                    <a:pt x="740003" y="139497"/>
                  </a:lnTo>
                  <a:lnTo>
                    <a:pt x="741436" y="142363"/>
                  </a:lnTo>
                  <a:lnTo>
                    <a:pt x="743347" y="144752"/>
                  </a:lnTo>
                  <a:lnTo>
                    <a:pt x="744780" y="146663"/>
                  </a:lnTo>
                  <a:lnTo>
                    <a:pt x="745258" y="149052"/>
                  </a:lnTo>
                  <a:lnTo>
                    <a:pt x="746214" y="153351"/>
                  </a:lnTo>
                  <a:lnTo>
                    <a:pt x="747647" y="154784"/>
                  </a:lnTo>
                  <a:lnTo>
                    <a:pt x="749080" y="154784"/>
                  </a:lnTo>
                  <a:lnTo>
                    <a:pt x="750991" y="155740"/>
                  </a:lnTo>
                  <a:lnTo>
                    <a:pt x="753380" y="155740"/>
                  </a:lnTo>
                  <a:lnTo>
                    <a:pt x="753380" y="155740"/>
                  </a:lnTo>
                  <a:lnTo>
                    <a:pt x="757679" y="159084"/>
                  </a:lnTo>
                  <a:lnTo>
                    <a:pt x="759590" y="159084"/>
                  </a:lnTo>
                  <a:lnTo>
                    <a:pt x="760546" y="160039"/>
                  </a:lnTo>
                  <a:lnTo>
                    <a:pt x="761023" y="161473"/>
                  </a:lnTo>
                  <a:lnTo>
                    <a:pt x="761023" y="161473"/>
                  </a:lnTo>
                  <a:lnTo>
                    <a:pt x="761023" y="161950"/>
                  </a:lnTo>
                  <a:lnTo>
                    <a:pt x="760546" y="162906"/>
                  </a:lnTo>
                  <a:lnTo>
                    <a:pt x="761023" y="164817"/>
                  </a:lnTo>
                  <a:lnTo>
                    <a:pt x="761023" y="164817"/>
                  </a:lnTo>
                  <a:lnTo>
                    <a:pt x="762456" y="166728"/>
                  </a:lnTo>
                  <a:lnTo>
                    <a:pt x="763890" y="168638"/>
                  </a:lnTo>
                  <a:lnTo>
                    <a:pt x="765323" y="171027"/>
                  </a:lnTo>
                  <a:lnTo>
                    <a:pt x="765801" y="172460"/>
                  </a:lnTo>
                  <a:lnTo>
                    <a:pt x="765801" y="172460"/>
                  </a:lnTo>
                  <a:lnTo>
                    <a:pt x="766756" y="172938"/>
                  </a:lnTo>
                  <a:lnTo>
                    <a:pt x="768189" y="172460"/>
                  </a:lnTo>
                  <a:lnTo>
                    <a:pt x="771055" y="172938"/>
                  </a:lnTo>
                  <a:lnTo>
                    <a:pt x="778221" y="173893"/>
                  </a:lnTo>
                  <a:lnTo>
                    <a:pt x="779655" y="174371"/>
                  </a:lnTo>
                  <a:lnTo>
                    <a:pt x="780132" y="175804"/>
                  </a:lnTo>
                  <a:lnTo>
                    <a:pt x="781565" y="175804"/>
                  </a:lnTo>
                  <a:lnTo>
                    <a:pt x="782521" y="175804"/>
                  </a:lnTo>
                  <a:lnTo>
                    <a:pt x="784432" y="175804"/>
                  </a:lnTo>
                  <a:lnTo>
                    <a:pt x="784432" y="175804"/>
                  </a:lnTo>
                  <a:lnTo>
                    <a:pt x="785865" y="174371"/>
                  </a:lnTo>
                  <a:lnTo>
                    <a:pt x="786821" y="173416"/>
                  </a:lnTo>
                  <a:lnTo>
                    <a:pt x="789209" y="171983"/>
                  </a:lnTo>
                  <a:lnTo>
                    <a:pt x="791120" y="170072"/>
                  </a:lnTo>
                  <a:lnTo>
                    <a:pt x="793031" y="168161"/>
                  </a:lnTo>
                  <a:lnTo>
                    <a:pt x="794464" y="168161"/>
                  </a:lnTo>
                  <a:lnTo>
                    <a:pt x="795420" y="168638"/>
                  </a:lnTo>
                  <a:lnTo>
                    <a:pt x="795420" y="170072"/>
                  </a:lnTo>
                  <a:lnTo>
                    <a:pt x="793987" y="171505"/>
                  </a:lnTo>
                  <a:lnTo>
                    <a:pt x="793031" y="172460"/>
                  </a:lnTo>
                  <a:lnTo>
                    <a:pt x="793031" y="173893"/>
                  </a:lnTo>
                  <a:lnTo>
                    <a:pt x="793508" y="173893"/>
                  </a:lnTo>
                  <a:lnTo>
                    <a:pt x="794942" y="173893"/>
                  </a:lnTo>
                  <a:lnTo>
                    <a:pt x="796853" y="175804"/>
                  </a:lnTo>
                  <a:lnTo>
                    <a:pt x="799719" y="180582"/>
                  </a:lnTo>
                  <a:lnTo>
                    <a:pt x="800674" y="181537"/>
                  </a:lnTo>
                  <a:lnTo>
                    <a:pt x="802108" y="182493"/>
                  </a:lnTo>
                  <a:lnTo>
                    <a:pt x="803541" y="182970"/>
                  </a:lnTo>
                  <a:lnTo>
                    <a:pt x="805452" y="183448"/>
                  </a:lnTo>
                  <a:lnTo>
                    <a:pt x="806408" y="185359"/>
                  </a:lnTo>
                  <a:lnTo>
                    <a:pt x="806885" y="18727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0" name="Freeform 989">
              <a:extLst>
                <a:ext uri="{FF2B5EF4-FFF2-40B4-BE49-F238E27FC236}">
                  <a16:creationId xmlns:a16="http://schemas.microsoft.com/office/drawing/2014/main" id="{FA6306A9-C165-1190-A7B1-E9E85FD0D8AE}"/>
                </a:ext>
              </a:extLst>
            </p:cNvPr>
            <p:cNvSpPr/>
            <p:nvPr/>
          </p:nvSpPr>
          <p:spPr>
            <a:xfrm>
              <a:off x="7603235" y="3698701"/>
              <a:ext cx="8599" cy="9076"/>
            </a:xfrm>
            <a:custGeom>
              <a:avLst/>
              <a:gdLst>
                <a:gd name="csX0" fmla="*/ 8599 w 8599"/>
                <a:gd name="csY0" fmla="*/ 9077 h 9076"/>
                <a:gd name="csX1" fmla="*/ 7166 w 8599"/>
                <a:gd name="csY1" fmla="*/ 8599 h 9076"/>
                <a:gd name="csX2" fmla="*/ 5733 w 8599"/>
                <a:gd name="csY2" fmla="*/ 7644 h 9076"/>
                <a:gd name="csX3" fmla="*/ 4777 w 8599"/>
                <a:gd name="csY3" fmla="*/ 6688 h 9076"/>
                <a:gd name="csX4" fmla="*/ 1911 w 8599"/>
                <a:gd name="csY4" fmla="*/ 1911 h 9076"/>
                <a:gd name="csX5" fmla="*/ 0 w 8599"/>
                <a:gd name="csY5" fmla="*/ 0 h 9076"/>
                <a:gd name="csX6" fmla="*/ 0 w 8599"/>
                <a:gd name="csY6" fmla="*/ 0 h 9076"/>
                <a:gd name="csX7" fmla="*/ 1911 w 8599"/>
                <a:gd name="csY7" fmla="*/ 1911 h 9076"/>
                <a:gd name="csX8" fmla="*/ 4777 w 8599"/>
                <a:gd name="csY8" fmla="*/ 6688 h 9076"/>
                <a:gd name="csX9" fmla="*/ 5733 w 8599"/>
                <a:gd name="csY9" fmla="*/ 7644 h 9076"/>
                <a:gd name="csX10" fmla="*/ 7166 w 8599"/>
                <a:gd name="csY10" fmla="*/ 8599 h 9076"/>
                <a:gd name="csX11" fmla="*/ 8599 w 8599"/>
                <a:gd name="csY11" fmla="*/ 9077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599" h="9076">
                  <a:moveTo>
                    <a:pt x="8599" y="9077"/>
                  </a:moveTo>
                  <a:lnTo>
                    <a:pt x="7166" y="8599"/>
                  </a:lnTo>
                  <a:lnTo>
                    <a:pt x="5733" y="7644"/>
                  </a:lnTo>
                  <a:lnTo>
                    <a:pt x="4777" y="6688"/>
                  </a:lnTo>
                  <a:lnTo>
                    <a:pt x="1911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1911"/>
                  </a:lnTo>
                  <a:lnTo>
                    <a:pt x="4777" y="6688"/>
                  </a:lnTo>
                  <a:lnTo>
                    <a:pt x="5733" y="7644"/>
                  </a:lnTo>
                  <a:lnTo>
                    <a:pt x="7166" y="8599"/>
                  </a:lnTo>
                  <a:lnTo>
                    <a:pt x="8599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1" name="Freeform 990">
              <a:extLst>
                <a:ext uri="{FF2B5EF4-FFF2-40B4-BE49-F238E27FC236}">
                  <a16:creationId xmlns:a16="http://schemas.microsoft.com/office/drawing/2014/main" id="{4D3FF24B-3008-1DC6-B48D-3B99D5461D26}"/>
                </a:ext>
              </a:extLst>
            </p:cNvPr>
            <p:cNvSpPr/>
            <p:nvPr/>
          </p:nvSpPr>
          <p:spPr>
            <a:xfrm>
              <a:off x="7594158" y="2628587"/>
              <a:ext cx="17198" cy="10987"/>
            </a:xfrm>
            <a:custGeom>
              <a:avLst/>
              <a:gdLst>
                <a:gd name="csX0" fmla="*/ 15765 w 17198"/>
                <a:gd name="csY0" fmla="*/ 478 h 10987"/>
                <a:gd name="csX1" fmla="*/ 17198 w 17198"/>
                <a:gd name="csY1" fmla="*/ 3344 h 10987"/>
                <a:gd name="csX2" fmla="*/ 15288 w 17198"/>
                <a:gd name="csY2" fmla="*/ 9077 h 10987"/>
                <a:gd name="csX3" fmla="*/ 13377 w 17198"/>
                <a:gd name="csY3" fmla="*/ 10988 h 10987"/>
                <a:gd name="csX4" fmla="*/ 8599 w 17198"/>
                <a:gd name="csY4" fmla="*/ 10032 h 10987"/>
                <a:gd name="csX5" fmla="*/ 2866 w 17198"/>
                <a:gd name="csY5" fmla="*/ 9555 h 10987"/>
                <a:gd name="csX6" fmla="*/ 0 w 17198"/>
                <a:gd name="csY6" fmla="*/ 6688 h 10987"/>
                <a:gd name="csX7" fmla="*/ 1433 w 17198"/>
                <a:gd name="csY7" fmla="*/ 3822 h 10987"/>
                <a:gd name="csX8" fmla="*/ 5255 w 17198"/>
                <a:gd name="csY8" fmla="*/ 1911 h 10987"/>
                <a:gd name="csX9" fmla="*/ 7166 w 17198"/>
                <a:gd name="csY9" fmla="*/ 0 h 10987"/>
                <a:gd name="csX10" fmla="*/ 8122 w 17198"/>
                <a:gd name="csY10" fmla="*/ 478 h 10987"/>
                <a:gd name="csX11" fmla="*/ 9555 w 17198"/>
                <a:gd name="csY11" fmla="*/ 1911 h 10987"/>
                <a:gd name="csX12" fmla="*/ 14809 w 17198"/>
                <a:gd name="csY12" fmla="*/ 0 h 10987"/>
                <a:gd name="csX13" fmla="*/ 15765 w 17198"/>
                <a:gd name="csY13" fmla="*/ 478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7198" h="10987">
                  <a:moveTo>
                    <a:pt x="15765" y="478"/>
                  </a:moveTo>
                  <a:lnTo>
                    <a:pt x="17198" y="3344"/>
                  </a:lnTo>
                  <a:lnTo>
                    <a:pt x="15288" y="9077"/>
                  </a:lnTo>
                  <a:lnTo>
                    <a:pt x="13377" y="10988"/>
                  </a:lnTo>
                  <a:lnTo>
                    <a:pt x="8599" y="10032"/>
                  </a:lnTo>
                  <a:lnTo>
                    <a:pt x="2866" y="9555"/>
                  </a:lnTo>
                  <a:lnTo>
                    <a:pt x="0" y="6688"/>
                  </a:lnTo>
                  <a:lnTo>
                    <a:pt x="1433" y="3822"/>
                  </a:lnTo>
                  <a:lnTo>
                    <a:pt x="5255" y="1911"/>
                  </a:lnTo>
                  <a:lnTo>
                    <a:pt x="7166" y="0"/>
                  </a:lnTo>
                  <a:lnTo>
                    <a:pt x="8122" y="478"/>
                  </a:lnTo>
                  <a:lnTo>
                    <a:pt x="9555" y="1911"/>
                  </a:lnTo>
                  <a:lnTo>
                    <a:pt x="14809" y="0"/>
                  </a:lnTo>
                  <a:lnTo>
                    <a:pt x="1576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2" name="Freeform 991">
              <a:extLst>
                <a:ext uri="{FF2B5EF4-FFF2-40B4-BE49-F238E27FC236}">
                  <a16:creationId xmlns:a16="http://schemas.microsoft.com/office/drawing/2014/main" id="{11039065-5924-0D6E-0469-8D366C8099C5}"/>
                </a:ext>
              </a:extLst>
            </p:cNvPr>
            <p:cNvSpPr/>
            <p:nvPr/>
          </p:nvSpPr>
          <p:spPr>
            <a:xfrm>
              <a:off x="7601324" y="3697268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1433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3" name="Freeform 992">
              <a:extLst>
                <a:ext uri="{FF2B5EF4-FFF2-40B4-BE49-F238E27FC236}">
                  <a16:creationId xmlns:a16="http://schemas.microsoft.com/office/drawing/2014/main" id="{AFE6396F-07B4-0390-B73E-0CF401976090}"/>
                </a:ext>
              </a:extLst>
            </p:cNvPr>
            <p:cNvSpPr/>
            <p:nvPr/>
          </p:nvSpPr>
          <p:spPr>
            <a:xfrm>
              <a:off x="7596547" y="4235669"/>
              <a:ext cx="3344" cy="1911"/>
            </a:xfrm>
            <a:custGeom>
              <a:avLst/>
              <a:gdLst>
                <a:gd name="csX0" fmla="*/ 3344 w 3344"/>
                <a:gd name="csY0" fmla="*/ 1911 h 1911"/>
                <a:gd name="csX1" fmla="*/ 956 w 3344"/>
                <a:gd name="csY1" fmla="*/ 478 h 1911"/>
                <a:gd name="csX2" fmla="*/ 0 w 3344"/>
                <a:gd name="csY2" fmla="*/ 0 h 1911"/>
                <a:gd name="csX3" fmla="*/ 956 w 3344"/>
                <a:gd name="csY3" fmla="*/ 478 h 1911"/>
                <a:gd name="csX4" fmla="*/ 3344 w 3344"/>
                <a:gd name="csY4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1911">
                  <a:moveTo>
                    <a:pt x="3344" y="1911"/>
                  </a:move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4" name="Freeform 993">
              <a:extLst>
                <a:ext uri="{FF2B5EF4-FFF2-40B4-BE49-F238E27FC236}">
                  <a16:creationId xmlns:a16="http://schemas.microsoft.com/office/drawing/2014/main" id="{17434312-AC55-BA69-2DA9-EC8E2E4E3268}"/>
                </a:ext>
              </a:extLst>
            </p:cNvPr>
            <p:cNvSpPr/>
            <p:nvPr/>
          </p:nvSpPr>
          <p:spPr>
            <a:xfrm>
              <a:off x="7590337" y="4234713"/>
              <a:ext cx="6210" cy="955"/>
            </a:xfrm>
            <a:custGeom>
              <a:avLst/>
              <a:gdLst>
                <a:gd name="csX0" fmla="*/ 6210 w 6210"/>
                <a:gd name="csY0" fmla="*/ 956 h 955"/>
                <a:gd name="csX1" fmla="*/ 3821 w 6210"/>
                <a:gd name="csY1" fmla="*/ 956 h 955"/>
                <a:gd name="csX2" fmla="*/ 1433 w 6210"/>
                <a:gd name="csY2" fmla="*/ 478 h 955"/>
                <a:gd name="csX3" fmla="*/ 0 w 6210"/>
                <a:gd name="csY3" fmla="*/ 0 h 955"/>
                <a:gd name="csX4" fmla="*/ 1433 w 6210"/>
                <a:gd name="csY4" fmla="*/ 478 h 955"/>
                <a:gd name="csX5" fmla="*/ 3821 w 6210"/>
                <a:gd name="csY5" fmla="*/ 478 h 955"/>
                <a:gd name="csX6" fmla="*/ 6210 w 6210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955">
                  <a:moveTo>
                    <a:pt x="6210" y="956"/>
                  </a:moveTo>
                  <a:lnTo>
                    <a:pt x="3821" y="956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3821" y="478"/>
                  </a:lnTo>
                  <a:lnTo>
                    <a:pt x="621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5" name="Freeform 994">
              <a:extLst>
                <a:ext uri="{FF2B5EF4-FFF2-40B4-BE49-F238E27FC236}">
                  <a16:creationId xmlns:a16="http://schemas.microsoft.com/office/drawing/2014/main" id="{E48C8940-A1EA-6018-D57C-1A2EC91D5C04}"/>
                </a:ext>
              </a:extLst>
            </p:cNvPr>
            <p:cNvSpPr/>
            <p:nvPr/>
          </p:nvSpPr>
          <p:spPr>
            <a:xfrm>
              <a:off x="7587948" y="3699179"/>
              <a:ext cx="4777" cy="1433"/>
            </a:xfrm>
            <a:custGeom>
              <a:avLst/>
              <a:gdLst>
                <a:gd name="csX0" fmla="*/ 4777 w 4777"/>
                <a:gd name="csY0" fmla="*/ 1433 h 1433"/>
                <a:gd name="csX1" fmla="*/ 4777 w 4777"/>
                <a:gd name="csY1" fmla="*/ 1433 h 1433"/>
                <a:gd name="csX2" fmla="*/ 2866 w 4777"/>
                <a:gd name="csY2" fmla="*/ 1433 h 1433"/>
                <a:gd name="csX3" fmla="*/ 1910 w 4777"/>
                <a:gd name="csY3" fmla="*/ 1433 h 1433"/>
                <a:gd name="csX4" fmla="*/ 478 w 4777"/>
                <a:gd name="csY4" fmla="*/ 1433 h 1433"/>
                <a:gd name="csX5" fmla="*/ 0 w 4777"/>
                <a:gd name="csY5" fmla="*/ 0 h 1433"/>
                <a:gd name="csX6" fmla="*/ 478 w 4777"/>
                <a:gd name="csY6" fmla="*/ 1433 h 1433"/>
                <a:gd name="csX7" fmla="*/ 1910 w 4777"/>
                <a:gd name="csY7" fmla="*/ 1433 h 1433"/>
                <a:gd name="csX8" fmla="*/ 2866 w 4777"/>
                <a:gd name="csY8" fmla="*/ 955 h 1433"/>
                <a:gd name="csX9" fmla="*/ 4777 w 4777"/>
                <a:gd name="csY9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1433">
                  <a:moveTo>
                    <a:pt x="4777" y="1433"/>
                  </a:moveTo>
                  <a:lnTo>
                    <a:pt x="4777" y="1433"/>
                  </a:lnTo>
                  <a:lnTo>
                    <a:pt x="2866" y="1433"/>
                  </a:lnTo>
                  <a:lnTo>
                    <a:pt x="1910" y="1433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478" y="1433"/>
                  </a:lnTo>
                  <a:lnTo>
                    <a:pt x="1910" y="1433"/>
                  </a:lnTo>
                  <a:lnTo>
                    <a:pt x="2866" y="955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9A22E6FC-36BC-5AFD-482E-E67AF5ECF3AC}"/>
                </a:ext>
              </a:extLst>
            </p:cNvPr>
            <p:cNvSpPr/>
            <p:nvPr/>
          </p:nvSpPr>
          <p:spPr>
            <a:xfrm>
              <a:off x="7586037" y="4204139"/>
              <a:ext cx="2388" cy="4299"/>
            </a:xfrm>
            <a:custGeom>
              <a:avLst/>
              <a:gdLst>
                <a:gd name="csX0" fmla="*/ 1433 w 2388"/>
                <a:gd name="csY0" fmla="*/ 2866 h 4299"/>
                <a:gd name="csX1" fmla="*/ 2389 w 2388"/>
                <a:gd name="csY1" fmla="*/ 4299 h 4299"/>
                <a:gd name="csX2" fmla="*/ 1433 w 2388"/>
                <a:gd name="csY2" fmla="*/ 2866 h 4299"/>
                <a:gd name="csX3" fmla="*/ 0 w 2388"/>
                <a:gd name="csY3" fmla="*/ 0 h 4299"/>
                <a:gd name="csX4" fmla="*/ 1433 w 2388"/>
                <a:gd name="csY4" fmla="*/ 286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299">
                  <a:moveTo>
                    <a:pt x="1433" y="2866"/>
                  </a:moveTo>
                  <a:lnTo>
                    <a:pt x="2389" y="4299"/>
                  </a:lnTo>
                  <a:lnTo>
                    <a:pt x="1433" y="2866"/>
                  </a:lnTo>
                  <a:lnTo>
                    <a:pt x="0" y="0"/>
                  </a:lnTo>
                  <a:lnTo>
                    <a:pt x="14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7" name="Freeform 996">
              <a:extLst>
                <a:ext uri="{FF2B5EF4-FFF2-40B4-BE49-F238E27FC236}">
                  <a16:creationId xmlns:a16="http://schemas.microsoft.com/office/drawing/2014/main" id="{A45EE411-1F98-502D-1A75-05B394363C51}"/>
                </a:ext>
              </a:extLst>
            </p:cNvPr>
            <p:cNvSpPr/>
            <p:nvPr/>
          </p:nvSpPr>
          <p:spPr>
            <a:xfrm>
              <a:off x="7578394" y="4230414"/>
              <a:ext cx="4777" cy="1433"/>
            </a:xfrm>
            <a:custGeom>
              <a:avLst/>
              <a:gdLst>
                <a:gd name="csX0" fmla="*/ 4777 w 4777"/>
                <a:gd name="csY0" fmla="*/ 1433 h 1433"/>
                <a:gd name="csX1" fmla="*/ 4777 w 4777"/>
                <a:gd name="csY1" fmla="*/ 1433 h 1433"/>
                <a:gd name="csX2" fmla="*/ 3821 w 4777"/>
                <a:gd name="csY2" fmla="*/ 478 h 1433"/>
                <a:gd name="csX3" fmla="*/ 2389 w 4777"/>
                <a:gd name="csY3" fmla="*/ 0 h 1433"/>
                <a:gd name="csX4" fmla="*/ 0 w 4777"/>
                <a:gd name="csY4" fmla="*/ 955 h 1433"/>
                <a:gd name="csX5" fmla="*/ 2389 w 4777"/>
                <a:gd name="csY5" fmla="*/ 0 h 1433"/>
                <a:gd name="csX6" fmla="*/ 3821 w 4777"/>
                <a:gd name="csY6" fmla="*/ 478 h 1433"/>
                <a:gd name="csX7" fmla="*/ 4777 w 4777"/>
                <a:gd name="csY7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7" h="1433">
                  <a:moveTo>
                    <a:pt x="4777" y="1433"/>
                  </a:moveTo>
                  <a:lnTo>
                    <a:pt x="4777" y="1433"/>
                  </a:lnTo>
                  <a:lnTo>
                    <a:pt x="3821" y="478"/>
                  </a:lnTo>
                  <a:lnTo>
                    <a:pt x="2389" y="0"/>
                  </a:lnTo>
                  <a:lnTo>
                    <a:pt x="0" y="955"/>
                  </a:lnTo>
                  <a:lnTo>
                    <a:pt x="2389" y="0"/>
                  </a:lnTo>
                  <a:lnTo>
                    <a:pt x="3821" y="478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8" name="Freeform 997">
              <a:extLst>
                <a:ext uri="{FF2B5EF4-FFF2-40B4-BE49-F238E27FC236}">
                  <a16:creationId xmlns:a16="http://schemas.microsoft.com/office/drawing/2014/main" id="{BC23A244-6965-0099-090F-2EAFCFD46CA6}"/>
                </a:ext>
              </a:extLst>
            </p:cNvPr>
            <p:cNvSpPr/>
            <p:nvPr/>
          </p:nvSpPr>
          <p:spPr>
            <a:xfrm>
              <a:off x="7582215" y="3757939"/>
              <a:ext cx="477" cy="3821"/>
            </a:xfrm>
            <a:custGeom>
              <a:avLst/>
              <a:gdLst>
                <a:gd name="csX0" fmla="*/ 0 w 477"/>
                <a:gd name="csY0" fmla="*/ 0 h 3821"/>
                <a:gd name="csX1" fmla="*/ 478 w 477"/>
                <a:gd name="csY1" fmla="*/ 1433 h 3821"/>
                <a:gd name="csX2" fmla="*/ 0 w 477"/>
                <a:gd name="csY2" fmla="*/ 3822 h 3821"/>
                <a:gd name="csX3" fmla="*/ 478 w 477"/>
                <a:gd name="csY3" fmla="*/ 1433 h 3821"/>
                <a:gd name="csX4" fmla="*/ 0 w 477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3821">
                  <a:moveTo>
                    <a:pt x="0" y="0"/>
                  </a:moveTo>
                  <a:lnTo>
                    <a:pt x="478" y="1433"/>
                  </a:lnTo>
                  <a:lnTo>
                    <a:pt x="0" y="3822"/>
                  </a:lnTo>
                  <a:lnTo>
                    <a:pt x="478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9" name="Freeform 998">
              <a:extLst>
                <a:ext uri="{FF2B5EF4-FFF2-40B4-BE49-F238E27FC236}">
                  <a16:creationId xmlns:a16="http://schemas.microsoft.com/office/drawing/2014/main" id="{780ECCA1-D610-F98F-148B-9F0D61F73D23}"/>
                </a:ext>
              </a:extLst>
            </p:cNvPr>
            <p:cNvSpPr/>
            <p:nvPr/>
          </p:nvSpPr>
          <p:spPr>
            <a:xfrm>
              <a:off x="7574094" y="3696790"/>
              <a:ext cx="5254" cy="955"/>
            </a:xfrm>
            <a:custGeom>
              <a:avLst/>
              <a:gdLst>
                <a:gd name="csX0" fmla="*/ 5255 w 5254"/>
                <a:gd name="csY0" fmla="*/ 955 h 955"/>
                <a:gd name="csX1" fmla="*/ 2389 w 5254"/>
                <a:gd name="csY1" fmla="*/ 478 h 955"/>
                <a:gd name="csX2" fmla="*/ 955 w 5254"/>
                <a:gd name="csY2" fmla="*/ 955 h 955"/>
                <a:gd name="csX3" fmla="*/ 0 w 5254"/>
                <a:gd name="csY3" fmla="*/ 478 h 955"/>
                <a:gd name="csX4" fmla="*/ 0 w 5254"/>
                <a:gd name="csY4" fmla="*/ 478 h 955"/>
                <a:gd name="csX5" fmla="*/ 955 w 5254"/>
                <a:gd name="csY5" fmla="*/ 955 h 955"/>
                <a:gd name="csX6" fmla="*/ 2389 w 5254"/>
                <a:gd name="csY6" fmla="*/ 0 h 955"/>
                <a:gd name="csX7" fmla="*/ 5255 w 5254"/>
                <a:gd name="csY7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955">
                  <a:moveTo>
                    <a:pt x="5255" y="955"/>
                  </a:moveTo>
                  <a:lnTo>
                    <a:pt x="2389" y="478"/>
                  </a:lnTo>
                  <a:lnTo>
                    <a:pt x="955" y="955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955" y="955"/>
                  </a:lnTo>
                  <a:lnTo>
                    <a:pt x="2389" y="0"/>
                  </a:lnTo>
                  <a:lnTo>
                    <a:pt x="5255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0" name="Freeform 999">
              <a:extLst>
                <a:ext uri="{FF2B5EF4-FFF2-40B4-BE49-F238E27FC236}">
                  <a16:creationId xmlns:a16="http://schemas.microsoft.com/office/drawing/2014/main" id="{EFC81C17-3D75-6A2C-D3EC-4459537B34A6}"/>
                </a:ext>
              </a:extLst>
            </p:cNvPr>
            <p:cNvSpPr/>
            <p:nvPr/>
          </p:nvSpPr>
          <p:spPr>
            <a:xfrm>
              <a:off x="7571228" y="4196973"/>
              <a:ext cx="477" cy="3343"/>
            </a:xfrm>
            <a:custGeom>
              <a:avLst/>
              <a:gdLst>
                <a:gd name="csX0" fmla="*/ 0 w 477"/>
                <a:gd name="csY0" fmla="*/ 2389 h 3343"/>
                <a:gd name="csX1" fmla="*/ 478 w 477"/>
                <a:gd name="csY1" fmla="*/ 3344 h 3343"/>
                <a:gd name="csX2" fmla="*/ 478 w 477"/>
                <a:gd name="csY2" fmla="*/ 3344 h 3343"/>
                <a:gd name="csX3" fmla="*/ 0 w 477"/>
                <a:gd name="csY3" fmla="*/ 2389 h 3343"/>
                <a:gd name="csX4" fmla="*/ 478 w 477"/>
                <a:gd name="csY4" fmla="*/ 0 h 3343"/>
                <a:gd name="csX5" fmla="*/ 0 w 477"/>
                <a:gd name="csY5" fmla="*/ 2389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3343">
                  <a:moveTo>
                    <a:pt x="0" y="2389"/>
                  </a:moveTo>
                  <a:lnTo>
                    <a:pt x="478" y="3344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478" y="0"/>
                  </a:lnTo>
                  <a:lnTo>
                    <a:pt x="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1" name="Freeform 1000">
              <a:extLst>
                <a:ext uri="{FF2B5EF4-FFF2-40B4-BE49-F238E27FC236}">
                  <a16:creationId xmlns:a16="http://schemas.microsoft.com/office/drawing/2014/main" id="{28EB461E-982B-1CCA-5377-8CAA909AECFD}"/>
                </a:ext>
              </a:extLst>
            </p:cNvPr>
            <p:cNvSpPr/>
            <p:nvPr/>
          </p:nvSpPr>
          <p:spPr>
            <a:xfrm>
              <a:off x="7561673" y="3680547"/>
              <a:ext cx="7643" cy="5732"/>
            </a:xfrm>
            <a:custGeom>
              <a:avLst/>
              <a:gdLst>
                <a:gd name="csX0" fmla="*/ 7644 w 7643"/>
                <a:gd name="csY0" fmla="*/ 4300 h 5732"/>
                <a:gd name="csX1" fmla="*/ 7644 w 7643"/>
                <a:gd name="csY1" fmla="*/ 5733 h 5732"/>
                <a:gd name="csX2" fmla="*/ 7166 w 7643"/>
                <a:gd name="csY2" fmla="*/ 4300 h 5732"/>
                <a:gd name="csX3" fmla="*/ 6210 w 7643"/>
                <a:gd name="csY3" fmla="*/ 3344 h 5732"/>
                <a:gd name="csX4" fmla="*/ 4299 w 7643"/>
                <a:gd name="csY4" fmla="*/ 3344 h 5732"/>
                <a:gd name="csX5" fmla="*/ 0 w 7643"/>
                <a:gd name="csY5" fmla="*/ 0 h 5732"/>
                <a:gd name="csX6" fmla="*/ 4299 w 7643"/>
                <a:gd name="csY6" fmla="*/ 3344 h 5732"/>
                <a:gd name="csX7" fmla="*/ 6210 w 7643"/>
                <a:gd name="csY7" fmla="*/ 3344 h 5732"/>
                <a:gd name="csX8" fmla="*/ 7644 w 7643"/>
                <a:gd name="csY8" fmla="*/ 430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43" h="5732">
                  <a:moveTo>
                    <a:pt x="7644" y="4300"/>
                  </a:moveTo>
                  <a:lnTo>
                    <a:pt x="7644" y="5733"/>
                  </a:lnTo>
                  <a:lnTo>
                    <a:pt x="7166" y="4300"/>
                  </a:lnTo>
                  <a:lnTo>
                    <a:pt x="6210" y="3344"/>
                  </a:lnTo>
                  <a:lnTo>
                    <a:pt x="4299" y="3344"/>
                  </a:lnTo>
                  <a:lnTo>
                    <a:pt x="0" y="0"/>
                  </a:lnTo>
                  <a:lnTo>
                    <a:pt x="4299" y="3344"/>
                  </a:lnTo>
                  <a:lnTo>
                    <a:pt x="6210" y="3344"/>
                  </a:lnTo>
                  <a:lnTo>
                    <a:pt x="7644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2" name="Freeform 1001">
              <a:extLst>
                <a:ext uri="{FF2B5EF4-FFF2-40B4-BE49-F238E27FC236}">
                  <a16:creationId xmlns:a16="http://schemas.microsoft.com/office/drawing/2014/main" id="{DC1C63C3-5458-D5E1-1D05-0F8107D3E2C0}"/>
                </a:ext>
              </a:extLst>
            </p:cNvPr>
            <p:cNvSpPr/>
            <p:nvPr/>
          </p:nvSpPr>
          <p:spPr>
            <a:xfrm>
              <a:off x="7568839" y="3686758"/>
              <a:ext cx="477" cy="2866"/>
            </a:xfrm>
            <a:custGeom>
              <a:avLst/>
              <a:gdLst>
                <a:gd name="csX0" fmla="*/ 0 w 477"/>
                <a:gd name="csY0" fmla="*/ 955 h 2866"/>
                <a:gd name="csX1" fmla="*/ 478 w 477"/>
                <a:gd name="csY1" fmla="*/ 2866 h 2866"/>
                <a:gd name="csX2" fmla="*/ 0 w 477"/>
                <a:gd name="csY2" fmla="*/ 955 h 2866"/>
                <a:gd name="csX3" fmla="*/ 478 w 477"/>
                <a:gd name="csY3" fmla="*/ 0 h 2866"/>
                <a:gd name="csX4" fmla="*/ 0 w 477"/>
                <a:gd name="csY4" fmla="*/ 955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866">
                  <a:moveTo>
                    <a:pt x="0" y="955"/>
                  </a:moveTo>
                  <a:lnTo>
                    <a:pt x="478" y="2866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68FEA83F-1BFB-6A6A-0EBB-F73F89C4B52B}"/>
                </a:ext>
              </a:extLst>
            </p:cNvPr>
            <p:cNvSpPr/>
            <p:nvPr/>
          </p:nvSpPr>
          <p:spPr>
            <a:xfrm>
              <a:off x="7557373" y="2661550"/>
              <a:ext cx="9554" cy="7643"/>
            </a:xfrm>
            <a:custGeom>
              <a:avLst/>
              <a:gdLst>
                <a:gd name="csX0" fmla="*/ 9555 w 9554"/>
                <a:gd name="csY0" fmla="*/ 0 h 7643"/>
                <a:gd name="csX1" fmla="*/ 7166 w 9554"/>
                <a:gd name="csY1" fmla="*/ 3822 h 7643"/>
                <a:gd name="csX2" fmla="*/ 6210 w 9554"/>
                <a:gd name="csY2" fmla="*/ 7644 h 7643"/>
                <a:gd name="csX3" fmla="*/ 478 w 9554"/>
                <a:gd name="csY3" fmla="*/ 5733 h 7643"/>
                <a:gd name="csX4" fmla="*/ 0 w 9554"/>
                <a:gd name="csY4" fmla="*/ 3822 h 7643"/>
                <a:gd name="csX5" fmla="*/ 2866 w 9554"/>
                <a:gd name="csY5" fmla="*/ 1433 h 7643"/>
                <a:gd name="csX6" fmla="*/ 5733 w 9554"/>
                <a:gd name="csY6" fmla="*/ 0 h 7643"/>
                <a:gd name="csX7" fmla="*/ 9555 w 9554"/>
                <a:gd name="csY7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4" h="7643">
                  <a:moveTo>
                    <a:pt x="9555" y="0"/>
                  </a:moveTo>
                  <a:lnTo>
                    <a:pt x="7166" y="3822"/>
                  </a:lnTo>
                  <a:lnTo>
                    <a:pt x="6210" y="7644"/>
                  </a:lnTo>
                  <a:lnTo>
                    <a:pt x="478" y="5733"/>
                  </a:lnTo>
                  <a:lnTo>
                    <a:pt x="0" y="3822"/>
                  </a:lnTo>
                  <a:lnTo>
                    <a:pt x="2866" y="1433"/>
                  </a:lnTo>
                  <a:lnTo>
                    <a:pt x="5733" y="0"/>
                  </a:lnTo>
                  <a:lnTo>
                    <a:pt x="95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4" name="Freeform 1003">
              <a:extLst>
                <a:ext uri="{FF2B5EF4-FFF2-40B4-BE49-F238E27FC236}">
                  <a16:creationId xmlns:a16="http://schemas.microsoft.com/office/drawing/2014/main" id="{E0F8609B-2DA0-3C6B-83CD-D342196D0AC5}"/>
                </a:ext>
              </a:extLst>
            </p:cNvPr>
            <p:cNvSpPr/>
            <p:nvPr/>
          </p:nvSpPr>
          <p:spPr>
            <a:xfrm>
              <a:off x="7562628" y="4193151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5" name="Freeform 1004">
              <a:extLst>
                <a:ext uri="{FF2B5EF4-FFF2-40B4-BE49-F238E27FC236}">
                  <a16:creationId xmlns:a16="http://schemas.microsoft.com/office/drawing/2014/main" id="{5C23FFEB-0760-064B-6BCC-9ADDFE4FE1FB}"/>
                </a:ext>
              </a:extLst>
            </p:cNvPr>
            <p:cNvSpPr/>
            <p:nvPr/>
          </p:nvSpPr>
          <p:spPr>
            <a:xfrm>
              <a:off x="7554507" y="3678158"/>
              <a:ext cx="7165" cy="2388"/>
            </a:xfrm>
            <a:custGeom>
              <a:avLst/>
              <a:gdLst>
                <a:gd name="csX0" fmla="*/ 7166 w 7165"/>
                <a:gd name="csY0" fmla="*/ 2389 h 2388"/>
                <a:gd name="csX1" fmla="*/ 4777 w 7165"/>
                <a:gd name="csY1" fmla="*/ 2389 h 2388"/>
                <a:gd name="csX2" fmla="*/ 2866 w 7165"/>
                <a:gd name="csY2" fmla="*/ 1433 h 2388"/>
                <a:gd name="csX3" fmla="*/ 1433 w 7165"/>
                <a:gd name="csY3" fmla="*/ 1433 h 2388"/>
                <a:gd name="csX4" fmla="*/ 0 w 7165"/>
                <a:gd name="csY4" fmla="*/ 0 h 2388"/>
                <a:gd name="csX5" fmla="*/ 1433 w 7165"/>
                <a:gd name="csY5" fmla="*/ 1433 h 2388"/>
                <a:gd name="csX6" fmla="*/ 2866 w 7165"/>
                <a:gd name="csY6" fmla="*/ 1433 h 2388"/>
                <a:gd name="csX7" fmla="*/ 4777 w 7165"/>
                <a:gd name="csY7" fmla="*/ 1911 h 2388"/>
                <a:gd name="csX8" fmla="*/ 7166 w 7165"/>
                <a:gd name="csY8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65" h="2388">
                  <a:moveTo>
                    <a:pt x="7166" y="2389"/>
                  </a:moveTo>
                  <a:lnTo>
                    <a:pt x="4777" y="2389"/>
                  </a:lnTo>
                  <a:lnTo>
                    <a:pt x="2866" y="1433"/>
                  </a:lnTo>
                  <a:lnTo>
                    <a:pt x="1433" y="1433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2866" y="1433"/>
                  </a:lnTo>
                  <a:lnTo>
                    <a:pt x="4777" y="1911"/>
                  </a:lnTo>
                  <a:lnTo>
                    <a:pt x="71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6" name="Freeform 1005">
              <a:extLst>
                <a:ext uri="{FF2B5EF4-FFF2-40B4-BE49-F238E27FC236}">
                  <a16:creationId xmlns:a16="http://schemas.microsoft.com/office/drawing/2014/main" id="{DF109CD5-BA47-547C-195D-24A527F127AB}"/>
                </a:ext>
              </a:extLst>
            </p:cNvPr>
            <p:cNvSpPr/>
            <p:nvPr/>
          </p:nvSpPr>
          <p:spPr>
            <a:xfrm>
              <a:off x="7551640" y="3669559"/>
              <a:ext cx="1911" cy="4299"/>
            </a:xfrm>
            <a:custGeom>
              <a:avLst/>
              <a:gdLst>
                <a:gd name="csX0" fmla="*/ 1433 w 1911"/>
                <a:gd name="csY0" fmla="*/ 1911 h 4299"/>
                <a:gd name="csX1" fmla="*/ 1911 w 1911"/>
                <a:gd name="csY1" fmla="*/ 4300 h 4299"/>
                <a:gd name="csX2" fmla="*/ 1433 w 1911"/>
                <a:gd name="csY2" fmla="*/ 1911 h 4299"/>
                <a:gd name="csX3" fmla="*/ 0 w 1911"/>
                <a:gd name="csY3" fmla="*/ 0 h 4299"/>
                <a:gd name="csX4" fmla="*/ 1433 w 1911"/>
                <a:gd name="csY4" fmla="*/ 1911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4299">
                  <a:moveTo>
                    <a:pt x="1433" y="1911"/>
                  </a:moveTo>
                  <a:lnTo>
                    <a:pt x="1911" y="4300"/>
                  </a:lnTo>
                  <a:lnTo>
                    <a:pt x="1433" y="1911"/>
                  </a:lnTo>
                  <a:lnTo>
                    <a:pt x="0" y="0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7" name="Freeform 1006">
              <a:extLst>
                <a:ext uri="{FF2B5EF4-FFF2-40B4-BE49-F238E27FC236}">
                  <a16:creationId xmlns:a16="http://schemas.microsoft.com/office/drawing/2014/main" id="{07BF8A79-D351-8168-8A26-C84C0951B099}"/>
                </a:ext>
              </a:extLst>
            </p:cNvPr>
            <p:cNvSpPr/>
            <p:nvPr/>
          </p:nvSpPr>
          <p:spPr>
            <a:xfrm>
              <a:off x="7551640" y="4181685"/>
              <a:ext cx="478" cy="1433"/>
            </a:xfrm>
            <a:custGeom>
              <a:avLst/>
              <a:gdLst>
                <a:gd name="csX0" fmla="*/ 0 w 478"/>
                <a:gd name="csY0" fmla="*/ 0 h 1433"/>
                <a:gd name="csX1" fmla="*/ 478 w 478"/>
                <a:gd name="csY1" fmla="*/ 1433 h 1433"/>
                <a:gd name="csX2" fmla="*/ 0 w 478"/>
                <a:gd name="csY2" fmla="*/ 0 h 1433"/>
                <a:gd name="csX3" fmla="*/ 0 w 478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1433">
                  <a:moveTo>
                    <a:pt x="0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8" name="Freeform 1007">
              <a:extLst>
                <a:ext uri="{FF2B5EF4-FFF2-40B4-BE49-F238E27FC236}">
                  <a16:creationId xmlns:a16="http://schemas.microsoft.com/office/drawing/2014/main" id="{C1D7FE8E-FD80-ACF5-265A-4A71327E4394}"/>
                </a:ext>
              </a:extLst>
            </p:cNvPr>
            <p:cNvSpPr/>
            <p:nvPr/>
          </p:nvSpPr>
          <p:spPr>
            <a:xfrm>
              <a:off x="7543997" y="3660960"/>
              <a:ext cx="4299" cy="3344"/>
            </a:xfrm>
            <a:custGeom>
              <a:avLst/>
              <a:gdLst>
                <a:gd name="csX0" fmla="*/ 4300 w 4299"/>
                <a:gd name="csY0" fmla="*/ 3344 h 3344"/>
                <a:gd name="csX1" fmla="*/ 4300 w 4299"/>
                <a:gd name="csY1" fmla="*/ 3344 h 3344"/>
                <a:gd name="csX2" fmla="*/ 2866 w 4299"/>
                <a:gd name="csY2" fmla="*/ 2389 h 3344"/>
                <a:gd name="csX3" fmla="*/ 0 w 4299"/>
                <a:gd name="csY3" fmla="*/ 0 h 3344"/>
                <a:gd name="csX4" fmla="*/ 2866 w 4299"/>
                <a:gd name="csY4" fmla="*/ 2389 h 3344"/>
                <a:gd name="csX5" fmla="*/ 4300 w 4299"/>
                <a:gd name="csY5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299" h="3344">
                  <a:moveTo>
                    <a:pt x="4300" y="3344"/>
                  </a:moveTo>
                  <a:lnTo>
                    <a:pt x="4300" y="3344"/>
                  </a:lnTo>
                  <a:lnTo>
                    <a:pt x="2866" y="2389"/>
                  </a:lnTo>
                  <a:lnTo>
                    <a:pt x="0" y="0"/>
                  </a:lnTo>
                  <a:lnTo>
                    <a:pt x="2866" y="2389"/>
                  </a:lnTo>
                  <a:lnTo>
                    <a:pt x="430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9" name="Freeform 1008">
              <a:extLst>
                <a:ext uri="{FF2B5EF4-FFF2-40B4-BE49-F238E27FC236}">
                  <a16:creationId xmlns:a16="http://schemas.microsoft.com/office/drawing/2014/main" id="{604698E2-75C7-E985-11FC-C16700E4FB50}"/>
                </a:ext>
              </a:extLst>
            </p:cNvPr>
            <p:cNvSpPr/>
            <p:nvPr/>
          </p:nvSpPr>
          <p:spPr>
            <a:xfrm>
              <a:off x="7537308" y="4217993"/>
              <a:ext cx="8599" cy="1433"/>
            </a:xfrm>
            <a:custGeom>
              <a:avLst/>
              <a:gdLst>
                <a:gd name="csX0" fmla="*/ 7166 w 8599"/>
                <a:gd name="csY0" fmla="*/ 1433 h 1433"/>
                <a:gd name="csX1" fmla="*/ 8599 w 8599"/>
                <a:gd name="csY1" fmla="*/ 1433 h 1433"/>
                <a:gd name="csX2" fmla="*/ 7166 w 8599"/>
                <a:gd name="csY2" fmla="*/ 1433 h 1433"/>
                <a:gd name="csX3" fmla="*/ 3344 w 8599"/>
                <a:gd name="csY3" fmla="*/ 0 h 1433"/>
                <a:gd name="csX4" fmla="*/ 1433 w 8599"/>
                <a:gd name="csY4" fmla="*/ 0 h 1433"/>
                <a:gd name="csX5" fmla="*/ 0 w 8599"/>
                <a:gd name="csY5" fmla="*/ 478 h 1433"/>
                <a:gd name="csX6" fmla="*/ 1433 w 8599"/>
                <a:gd name="csY6" fmla="*/ 0 h 1433"/>
                <a:gd name="csX7" fmla="*/ 3344 w 8599"/>
                <a:gd name="csY7" fmla="*/ 0 h 1433"/>
                <a:gd name="csX8" fmla="*/ 7166 w 8599"/>
                <a:gd name="csY8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599" h="1433">
                  <a:moveTo>
                    <a:pt x="7166" y="1433"/>
                  </a:moveTo>
                  <a:lnTo>
                    <a:pt x="8599" y="1433"/>
                  </a:lnTo>
                  <a:lnTo>
                    <a:pt x="7166" y="1433"/>
                  </a:lnTo>
                  <a:lnTo>
                    <a:pt x="3344" y="0"/>
                  </a:ln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3344" y="0"/>
                  </a:lnTo>
                  <a:lnTo>
                    <a:pt x="71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08FFDA3F-211E-972A-B74F-B30E1C147117}"/>
                </a:ext>
              </a:extLst>
            </p:cNvPr>
            <p:cNvSpPr/>
            <p:nvPr/>
          </p:nvSpPr>
          <p:spPr>
            <a:xfrm>
              <a:off x="7536831" y="3658094"/>
              <a:ext cx="7165" cy="2866"/>
            </a:xfrm>
            <a:custGeom>
              <a:avLst/>
              <a:gdLst>
                <a:gd name="csX0" fmla="*/ 7166 w 7165"/>
                <a:gd name="csY0" fmla="*/ 2866 h 2866"/>
                <a:gd name="csX1" fmla="*/ 4300 w 7165"/>
                <a:gd name="csY1" fmla="*/ 1911 h 2866"/>
                <a:gd name="csX2" fmla="*/ 0 w 7165"/>
                <a:gd name="csY2" fmla="*/ 0 h 2866"/>
                <a:gd name="csX3" fmla="*/ 4300 w 7165"/>
                <a:gd name="csY3" fmla="*/ 1911 h 2866"/>
                <a:gd name="csX4" fmla="*/ 7166 w 7165"/>
                <a:gd name="csY4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65" h="2866">
                  <a:moveTo>
                    <a:pt x="7166" y="2866"/>
                  </a:moveTo>
                  <a:lnTo>
                    <a:pt x="4300" y="1911"/>
                  </a:lnTo>
                  <a:lnTo>
                    <a:pt x="0" y="0"/>
                  </a:lnTo>
                  <a:lnTo>
                    <a:pt x="4300" y="1911"/>
                  </a:lnTo>
                  <a:lnTo>
                    <a:pt x="716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1" name="Freeform 1010">
              <a:extLst>
                <a:ext uri="{FF2B5EF4-FFF2-40B4-BE49-F238E27FC236}">
                  <a16:creationId xmlns:a16="http://schemas.microsoft.com/office/drawing/2014/main" id="{6E756D99-F538-AF87-845D-F995B4CE5994}"/>
                </a:ext>
              </a:extLst>
            </p:cNvPr>
            <p:cNvSpPr/>
            <p:nvPr/>
          </p:nvSpPr>
          <p:spPr>
            <a:xfrm>
              <a:off x="7526321" y="2685914"/>
              <a:ext cx="15764" cy="7643"/>
            </a:xfrm>
            <a:custGeom>
              <a:avLst/>
              <a:gdLst>
                <a:gd name="csX0" fmla="*/ 13376 w 15764"/>
                <a:gd name="csY0" fmla="*/ 1911 h 7643"/>
                <a:gd name="csX1" fmla="*/ 15765 w 15764"/>
                <a:gd name="csY1" fmla="*/ 4300 h 7643"/>
                <a:gd name="csX2" fmla="*/ 14332 w 15764"/>
                <a:gd name="csY2" fmla="*/ 5255 h 7643"/>
                <a:gd name="csX3" fmla="*/ 13376 w 15764"/>
                <a:gd name="csY3" fmla="*/ 6688 h 7643"/>
                <a:gd name="csX4" fmla="*/ 12421 w 15764"/>
                <a:gd name="csY4" fmla="*/ 6688 h 7643"/>
                <a:gd name="csX5" fmla="*/ 11466 w 15764"/>
                <a:gd name="csY5" fmla="*/ 7644 h 7643"/>
                <a:gd name="csX6" fmla="*/ 6688 w 15764"/>
                <a:gd name="csY6" fmla="*/ 5255 h 7643"/>
                <a:gd name="csX7" fmla="*/ 0 w 15764"/>
                <a:gd name="csY7" fmla="*/ 3822 h 7643"/>
                <a:gd name="csX8" fmla="*/ 1433 w 15764"/>
                <a:gd name="csY8" fmla="*/ 1433 h 7643"/>
                <a:gd name="csX9" fmla="*/ 6210 w 15764"/>
                <a:gd name="csY9" fmla="*/ 0 h 7643"/>
                <a:gd name="csX10" fmla="*/ 13376 w 15764"/>
                <a:gd name="csY10" fmla="*/ 1911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5764" h="7643">
                  <a:moveTo>
                    <a:pt x="13376" y="1911"/>
                  </a:moveTo>
                  <a:lnTo>
                    <a:pt x="15765" y="4300"/>
                  </a:lnTo>
                  <a:lnTo>
                    <a:pt x="14332" y="5255"/>
                  </a:lnTo>
                  <a:lnTo>
                    <a:pt x="13376" y="6688"/>
                  </a:lnTo>
                  <a:lnTo>
                    <a:pt x="12421" y="6688"/>
                  </a:lnTo>
                  <a:lnTo>
                    <a:pt x="11466" y="7644"/>
                  </a:lnTo>
                  <a:lnTo>
                    <a:pt x="6688" y="5255"/>
                  </a:lnTo>
                  <a:lnTo>
                    <a:pt x="0" y="3822"/>
                  </a:lnTo>
                  <a:lnTo>
                    <a:pt x="1433" y="1433"/>
                  </a:lnTo>
                  <a:lnTo>
                    <a:pt x="6210" y="0"/>
                  </a:lnTo>
                  <a:lnTo>
                    <a:pt x="1337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2" name="Freeform 1011">
              <a:extLst>
                <a:ext uri="{FF2B5EF4-FFF2-40B4-BE49-F238E27FC236}">
                  <a16:creationId xmlns:a16="http://schemas.microsoft.com/office/drawing/2014/main" id="{902305CA-FEAA-3ECD-0FE5-04C5FFF777CE}"/>
                </a:ext>
              </a:extLst>
            </p:cNvPr>
            <p:cNvSpPr/>
            <p:nvPr/>
          </p:nvSpPr>
          <p:spPr>
            <a:xfrm>
              <a:off x="7536831" y="4177386"/>
              <a:ext cx="1911" cy="2388"/>
            </a:xfrm>
            <a:custGeom>
              <a:avLst/>
              <a:gdLst>
                <a:gd name="csX0" fmla="*/ 0 w 1911"/>
                <a:gd name="csY0" fmla="*/ 0 h 2388"/>
                <a:gd name="csX1" fmla="*/ 1911 w 1911"/>
                <a:gd name="csY1" fmla="*/ 2389 h 2388"/>
                <a:gd name="csX2" fmla="*/ 0 w 1911"/>
                <a:gd name="csY2" fmla="*/ 0 h 2388"/>
                <a:gd name="csX3" fmla="*/ 0 w 1911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2388">
                  <a:moveTo>
                    <a:pt x="0" y="0"/>
                  </a:moveTo>
                  <a:lnTo>
                    <a:pt x="1911" y="238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3" name="Freeform 1012">
              <a:extLst>
                <a:ext uri="{FF2B5EF4-FFF2-40B4-BE49-F238E27FC236}">
                  <a16:creationId xmlns:a16="http://schemas.microsoft.com/office/drawing/2014/main" id="{0A27F0CA-E95E-FEA1-DF3D-DBEF050F3029}"/>
                </a:ext>
              </a:extLst>
            </p:cNvPr>
            <p:cNvSpPr/>
            <p:nvPr/>
          </p:nvSpPr>
          <p:spPr>
            <a:xfrm>
              <a:off x="7536831" y="4218471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  <a:gd name="csX4" fmla="*/ 478 w 477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4" name="Freeform 1013">
              <a:extLst>
                <a:ext uri="{FF2B5EF4-FFF2-40B4-BE49-F238E27FC236}">
                  <a16:creationId xmlns:a16="http://schemas.microsoft.com/office/drawing/2014/main" id="{5876E31E-E4B1-B619-5686-7B7E9A5BED3E}"/>
                </a:ext>
              </a:extLst>
            </p:cNvPr>
            <p:cNvSpPr/>
            <p:nvPr/>
          </p:nvSpPr>
          <p:spPr>
            <a:xfrm>
              <a:off x="7534442" y="4218948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956 w 2388"/>
                <a:gd name="csY1" fmla="*/ 956 h 955"/>
                <a:gd name="csX2" fmla="*/ 0 w 2388"/>
                <a:gd name="csY2" fmla="*/ 478 h 955"/>
                <a:gd name="csX3" fmla="*/ 956 w 2388"/>
                <a:gd name="csY3" fmla="*/ 956 h 955"/>
                <a:gd name="csX4" fmla="*/ 2389 w 2388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956" y="956"/>
                  </a:lnTo>
                  <a:lnTo>
                    <a:pt x="0" y="478"/>
                  </a:lnTo>
                  <a:lnTo>
                    <a:pt x="956" y="956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5" name="Freeform 1014">
              <a:extLst>
                <a:ext uri="{FF2B5EF4-FFF2-40B4-BE49-F238E27FC236}">
                  <a16:creationId xmlns:a16="http://schemas.microsoft.com/office/drawing/2014/main" id="{D6416549-77CE-35A0-3762-7E28937814F4}"/>
                </a:ext>
              </a:extLst>
            </p:cNvPr>
            <p:cNvSpPr/>
            <p:nvPr/>
          </p:nvSpPr>
          <p:spPr>
            <a:xfrm>
              <a:off x="7524410" y="4216560"/>
              <a:ext cx="6688" cy="1911"/>
            </a:xfrm>
            <a:custGeom>
              <a:avLst/>
              <a:gdLst>
                <a:gd name="csX0" fmla="*/ 6688 w 6688"/>
                <a:gd name="csY0" fmla="*/ 1911 h 1911"/>
                <a:gd name="csX1" fmla="*/ 3822 w 6688"/>
                <a:gd name="csY1" fmla="*/ 1433 h 1911"/>
                <a:gd name="csX2" fmla="*/ 0 w 6688"/>
                <a:gd name="csY2" fmla="*/ 0 h 1911"/>
                <a:gd name="csX3" fmla="*/ 3822 w 6688"/>
                <a:gd name="csY3" fmla="*/ 956 h 1911"/>
                <a:gd name="csX4" fmla="*/ 6688 w 6688"/>
                <a:gd name="csY4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1911">
                  <a:moveTo>
                    <a:pt x="6688" y="1911"/>
                  </a:moveTo>
                  <a:lnTo>
                    <a:pt x="3822" y="1433"/>
                  </a:lnTo>
                  <a:lnTo>
                    <a:pt x="0" y="0"/>
                  </a:lnTo>
                  <a:lnTo>
                    <a:pt x="3822" y="956"/>
                  </a:lnTo>
                  <a:lnTo>
                    <a:pt x="668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6" name="Freeform 1015">
              <a:extLst>
                <a:ext uri="{FF2B5EF4-FFF2-40B4-BE49-F238E27FC236}">
                  <a16:creationId xmlns:a16="http://schemas.microsoft.com/office/drawing/2014/main" id="{47CF2E9C-2103-C5AA-DC72-22ECDA7C2EED}"/>
                </a:ext>
              </a:extLst>
            </p:cNvPr>
            <p:cNvSpPr/>
            <p:nvPr/>
          </p:nvSpPr>
          <p:spPr>
            <a:xfrm>
              <a:off x="7516289" y="2685437"/>
              <a:ext cx="7643" cy="6688"/>
            </a:xfrm>
            <a:custGeom>
              <a:avLst/>
              <a:gdLst>
                <a:gd name="csX0" fmla="*/ 7166 w 7643"/>
                <a:gd name="csY0" fmla="*/ 3344 h 6688"/>
                <a:gd name="csX1" fmla="*/ 7644 w 7643"/>
                <a:gd name="csY1" fmla="*/ 4777 h 6688"/>
                <a:gd name="csX2" fmla="*/ 5733 w 7643"/>
                <a:gd name="csY2" fmla="*/ 6688 h 6688"/>
                <a:gd name="csX3" fmla="*/ 2866 w 7643"/>
                <a:gd name="csY3" fmla="*/ 5733 h 6688"/>
                <a:gd name="csX4" fmla="*/ 955 w 7643"/>
                <a:gd name="csY4" fmla="*/ 3822 h 6688"/>
                <a:gd name="csX5" fmla="*/ 0 w 7643"/>
                <a:gd name="csY5" fmla="*/ 1911 h 6688"/>
                <a:gd name="csX6" fmla="*/ 955 w 7643"/>
                <a:gd name="csY6" fmla="*/ 478 h 6688"/>
                <a:gd name="csX7" fmla="*/ 3821 w 7643"/>
                <a:gd name="csY7" fmla="*/ 0 h 6688"/>
                <a:gd name="csX8" fmla="*/ 5733 w 7643"/>
                <a:gd name="csY8" fmla="*/ 956 h 6688"/>
                <a:gd name="csX9" fmla="*/ 7166 w 7643"/>
                <a:gd name="csY9" fmla="*/ 3344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643" h="6688">
                  <a:moveTo>
                    <a:pt x="7166" y="3344"/>
                  </a:moveTo>
                  <a:lnTo>
                    <a:pt x="7644" y="4777"/>
                  </a:lnTo>
                  <a:lnTo>
                    <a:pt x="5733" y="6688"/>
                  </a:lnTo>
                  <a:lnTo>
                    <a:pt x="2866" y="5733"/>
                  </a:lnTo>
                  <a:lnTo>
                    <a:pt x="955" y="3822"/>
                  </a:lnTo>
                  <a:lnTo>
                    <a:pt x="0" y="1911"/>
                  </a:lnTo>
                  <a:lnTo>
                    <a:pt x="955" y="478"/>
                  </a:lnTo>
                  <a:lnTo>
                    <a:pt x="3821" y="0"/>
                  </a:lnTo>
                  <a:lnTo>
                    <a:pt x="5733" y="956"/>
                  </a:lnTo>
                  <a:lnTo>
                    <a:pt x="71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15DB780E-3785-8CE2-F223-7438FFC0765A}"/>
                </a:ext>
              </a:extLst>
            </p:cNvPr>
            <p:cNvSpPr/>
            <p:nvPr/>
          </p:nvSpPr>
          <p:spPr>
            <a:xfrm>
              <a:off x="7519633" y="3662871"/>
              <a:ext cx="3822" cy="2866"/>
            </a:xfrm>
            <a:custGeom>
              <a:avLst/>
              <a:gdLst>
                <a:gd name="csX0" fmla="*/ 3822 w 3822"/>
                <a:gd name="csY0" fmla="*/ 0 h 2866"/>
                <a:gd name="csX1" fmla="*/ 3822 w 3822"/>
                <a:gd name="csY1" fmla="*/ 0 h 2866"/>
                <a:gd name="csX2" fmla="*/ 2389 w 3822"/>
                <a:gd name="csY2" fmla="*/ 1911 h 2866"/>
                <a:gd name="csX3" fmla="*/ 0 w 3822"/>
                <a:gd name="csY3" fmla="*/ 2866 h 2866"/>
                <a:gd name="csX4" fmla="*/ 2389 w 3822"/>
                <a:gd name="csY4" fmla="*/ 1433 h 2866"/>
                <a:gd name="csX5" fmla="*/ 3822 w 3822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2866">
                  <a:moveTo>
                    <a:pt x="3822" y="0"/>
                  </a:moveTo>
                  <a:lnTo>
                    <a:pt x="3822" y="0"/>
                  </a:lnTo>
                  <a:lnTo>
                    <a:pt x="2389" y="1911"/>
                  </a:lnTo>
                  <a:lnTo>
                    <a:pt x="0" y="2866"/>
                  </a:lnTo>
                  <a:lnTo>
                    <a:pt x="2389" y="1433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8" name="Freeform 1017">
              <a:extLst>
                <a:ext uri="{FF2B5EF4-FFF2-40B4-BE49-F238E27FC236}">
                  <a16:creationId xmlns:a16="http://schemas.microsoft.com/office/drawing/2014/main" id="{798A735E-C791-C2B3-03F1-27F82CC35C18}"/>
                </a:ext>
              </a:extLst>
            </p:cNvPr>
            <p:cNvSpPr/>
            <p:nvPr/>
          </p:nvSpPr>
          <p:spPr>
            <a:xfrm>
              <a:off x="7511989" y="4209871"/>
              <a:ext cx="10509" cy="3822"/>
            </a:xfrm>
            <a:custGeom>
              <a:avLst/>
              <a:gdLst>
                <a:gd name="csX0" fmla="*/ 10510 w 10509"/>
                <a:gd name="csY0" fmla="*/ 3344 h 3822"/>
                <a:gd name="csX1" fmla="*/ 6688 w 10509"/>
                <a:gd name="csY1" fmla="*/ 3822 h 3822"/>
                <a:gd name="csX2" fmla="*/ 3821 w 10509"/>
                <a:gd name="csY2" fmla="*/ 1911 h 3822"/>
                <a:gd name="csX3" fmla="*/ 0 w 10509"/>
                <a:gd name="csY3" fmla="*/ 0 h 3822"/>
                <a:gd name="csX4" fmla="*/ 3821 w 10509"/>
                <a:gd name="csY4" fmla="*/ 1911 h 3822"/>
                <a:gd name="csX5" fmla="*/ 6688 w 10509"/>
                <a:gd name="csY5" fmla="*/ 3822 h 3822"/>
                <a:gd name="csX6" fmla="*/ 10510 w 10509"/>
                <a:gd name="csY6" fmla="*/ 3344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509" h="3822">
                  <a:moveTo>
                    <a:pt x="10510" y="3344"/>
                  </a:moveTo>
                  <a:lnTo>
                    <a:pt x="6688" y="3822"/>
                  </a:lnTo>
                  <a:lnTo>
                    <a:pt x="3821" y="1911"/>
                  </a:lnTo>
                  <a:lnTo>
                    <a:pt x="0" y="0"/>
                  </a:lnTo>
                  <a:lnTo>
                    <a:pt x="3821" y="1911"/>
                  </a:lnTo>
                  <a:lnTo>
                    <a:pt x="6688" y="3822"/>
                  </a:lnTo>
                  <a:lnTo>
                    <a:pt x="1051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9" name="Freeform 1018">
              <a:extLst>
                <a:ext uri="{FF2B5EF4-FFF2-40B4-BE49-F238E27FC236}">
                  <a16:creationId xmlns:a16="http://schemas.microsoft.com/office/drawing/2014/main" id="{34F8C0C0-5547-E114-D150-78216DAA998B}"/>
                </a:ext>
              </a:extLst>
            </p:cNvPr>
            <p:cNvSpPr/>
            <p:nvPr/>
          </p:nvSpPr>
          <p:spPr>
            <a:xfrm>
              <a:off x="7516289" y="3807623"/>
              <a:ext cx="5254" cy="1910"/>
            </a:xfrm>
            <a:custGeom>
              <a:avLst/>
              <a:gdLst>
                <a:gd name="csX0" fmla="*/ 5255 w 5254"/>
                <a:gd name="csY0" fmla="*/ 1911 h 1910"/>
                <a:gd name="csX1" fmla="*/ 2389 w 5254"/>
                <a:gd name="csY1" fmla="*/ 955 h 1910"/>
                <a:gd name="csX2" fmla="*/ 0 w 5254"/>
                <a:gd name="csY2" fmla="*/ 0 h 1910"/>
                <a:gd name="csX3" fmla="*/ 0 w 5254"/>
                <a:gd name="csY3" fmla="*/ 0 h 1910"/>
                <a:gd name="csX4" fmla="*/ 2389 w 5254"/>
                <a:gd name="csY4" fmla="*/ 955 h 1910"/>
                <a:gd name="csX5" fmla="*/ 5255 w 5254"/>
                <a:gd name="csY5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54" h="1910">
                  <a:moveTo>
                    <a:pt x="5255" y="1911"/>
                  </a:moveTo>
                  <a:lnTo>
                    <a:pt x="2389" y="955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9" y="955"/>
                  </a:lnTo>
                  <a:lnTo>
                    <a:pt x="52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0" name="Freeform 1019">
              <a:extLst>
                <a:ext uri="{FF2B5EF4-FFF2-40B4-BE49-F238E27FC236}">
                  <a16:creationId xmlns:a16="http://schemas.microsoft.com/office/drawing/2014/main" id="{3DE8A900-72B8-28E6-B2C0-2DC78339389E}"/>
                </a:ext>
              </a:extLst>
            </p:cNvPr>
            <p:cNvSpPr/>
            <p:nvPr/>
          </p:nvSpPr>
          <p:spPr>
            <a:xfrm>
              <a:off x="7513900" y="3665260"/>
              <a:ext cx="5732" cy="955"/>
            </a:xfrm>
            <a:custGeom>
              <a:avLst/>
              <a:gdLst>
                <a:gd name="csX0" fmla="*/ 5733 w 5732"/>
                <a:gd name="csY0" fmla="*/ 478 h 955"/>
                <a:gd name="csX1" fmla="*/ 5733 w 5732"/>
                <a:gd name="csY1" fmla="*/ 478 h 955"/>
                <a:gd name="csX2" fmla="*/ 2389 w 5732"/>
                <a:gd name="csY2" fmla="*/ 0 h 955"/>
                <a:gd name="csX3" fmla="*/ 0 w 5732"/>
                <a:gd name="csY3" fmla="*/ 955 h 955"/>
                <a:gd name="csX4" fmla="*/ 2389 w 5732"/>
                <a:gd name="csY4" fmla="*/ 0 h 955"/>
                <a:gd name="csX5" fmla="*/ 5733 w 5732"/>
                <a:gd name="csY5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732" h="955">
                  <a:moveTo>
                    <a:pt x="5733" y="478"/>
                  </a:moveTo>
                  <a:lnTo>
                    <a:pt x="5733" y="478"/>
                  </a:lnTo>
                  <a:lnTo>
                    <a:pt x="2389" y="0"/>
                  </a:lnTo>
                  <a:lnTo>
                    <a:pt x="0" y="955"/>
                  </a:lnTo>
                  <a:lnTo>
                    <a:pt x="2389" y="0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1" name="Freeform 1020">
              <a:extLst>
                <a:ext uri="{FF2B5EF4-FFF2-40B4-BE49-F238E27FC236}">
                  <a16:creationId xmlns:a16="http://schemas.microsoft.com/office/drawing/2014/main" id="{EF0A594D-4B2D-1EA7-387F-A488BBC924C2}"/>
                </a:ext>
              </a:extLst>
            </p:cNvPr>
            <p:cNvSpPr/>
            <p:nvPr/>
          </p:nvSpPr>
          <p:spPr>
            <a:xfrm>
              <a:off x="7508645" y="3664782"/>
              <a:ext cx="5255" cy="1433"/>
            </a:xfrm>
            <a:custGeom>
              <a:avLst/>
              <a:gdLst>
                <a:gd name="csX0" fmla="*/ 5255 w 5255"/>
                <a:gd name="csY0" fmla="*/ 1433 h 1433"/>
                <a:gd name="csX1" fmla="*/ 3344 w 5255"/>
                <a:gd name="csY1" fmla="*/ 1433 h 1433"/>
                <a:gd name="csX2" fmla="*/ 0 w 5255"/>
                <a:gd name="csY2" fmla="*/ 0 h 1433"/>
                <a:gd name="csX3" fmla="*/ 3344 w 5255"/>
                <a:gd name="csY3" fmla="*/ 1433 h 1433"/>
                <a:gd name="csX4" fmla="*/ 5255 w 5255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5" h="1433">
                  <a:moveTo>
                    <a:pt x="5255" y="1433"/>
                  </a:moveTo>
                  <a:lnTo>
                    <a:pt x="3344" y="1433"/>
                  </a:lnTo>
                  <a:lnTo>
                    <a:pt x="0" y="0"/>
                  </a:lnTo>
                  <a:lnTo>
                    <a:pt x="3344" y="1433"/>
                  </a:lnTo>
                  <a:lnTo>
                    <a:pt x="52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2" name="Freeform 1021">
              <a:extLst>
                <a:ext uri="{FF2B5EF4-FFF2-40B4-BE49-F238E27FC236}">
                  <a16:creationId xmlns:a16="http://schemas.microsoft.com/office/drawing/2014/main" id="{DE31E54C-FBA1-0869-5B06-0865755E7E59}"/>
                </a:ext>
              </a:extLst>
            </p:cNvPr>
            <p:cNvSpPr/>
            <p:nvPr/>
          </p:nvSpPr>
          <p:spPr>
            <a:xfrm>
              <a:off x="7512467" y="4162098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3" name="Freeform 1022">
              <a:extLst>
                <a:ext uri="{FF2B5EF4-FFF2-40B4-BE49-F238E27FC236}">
                  <a16:creationId xmlns:a16="http://schemas.microsoft.com/office/drawing/2014/main" id="{E7DE3880-2801-FE9A-7A28-CD1B53470B9D}"/>
                </a:ext>
              </a:extLst>
            </p:cNvPr>
            <p:cNvSpPr/>
            <p:nvPr/>
          </p:nvSpPr>
          <p:spPr>
            <a:xfrm>
              <a:off x="7511033" y="4159232"/>
              <a:ext cx="1433" cy="2866"/>
            </a:xfrm>
            <a:custGeom>
              <a:avLst/>
              <a:gdLst>
                <a:gd name="csX0" fmla="*/ 956 w 1433"/>
                <a:gd name="csY0" fmla="*/ 956 h 2866"/>
                <a:gd name="csX1" fmla="*/ 1433 w 1433"/>
                <a:gd name="csY1" fmla="*/ 2866 h 2866"/>
                <a:gd name="csX2" fmla="*/ 956 w 1433"/>
                <a:gd name="csY2" fmla="*/ 956 h 2866"/>
                <a:gd name="csX3" fmla="*/ 0 w 1433"/>
                <a:gd name="csY3" fmla="*/ 0 h 2866"/>
                <a:gd name="csX4" fmla="*/ 956 w 1433"/>
                <a:gd name="csY4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866">
                  <a:moveTo>
                    <a:pt x="956" y="956"/>
                  </a:moveTo>
                  <a:lnTo>
                    <a:pt x="1433" y="2866"/>
                  </a:lnTo>
                  <a:lnTo>
                    <a:pt x="956" y="956"/>
                  </a:lnTo>
                  <a:lnTo>
                    <a:pt x="0" y="0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A26DD111-22C4-EAC9-CB72-ECBAF07440B4}"/>
                </a:ext>
              </a:extLst>
            </p:cNvPr>
            <p:cNvSpPr/>
            <p:nvPr/>
          </p:nvSpPr>
          <p:spPr>
            <a:xfrm>
              <a:off x="7506734" y="4208438"/>
              <a:ext cx="3821" cy="1433"/>
            </a:xfrm>
            <a:custGeom>
              <a:avLst/>
              <a:gdLst>
                <a:gd name="csX0" fmla="*/ 3821 w 3821"/>
                <a:gd name="csY0" fmla="*/ 478 h 1433"/>
                <a:gd name="csX1" fmla="*/ 2866 w 3821"/>
                <a:gd name="csY1" fmla="*/ 478 h 1433"/>
                <a:gd name="csX2" fmla="*/ 1910 w 3821"/>
                <a:gd name="csY2" fmla="*/ 478 h 1433"/>
                <a:gd name="csX3" fmla="*/ 955 w 3821"/>
                <a:gd name="csY3" fmla="*/ 956 h 1433"/>
                <a:gd name="csX4" fmla="*/ 478 w 3821"/>
                <a:gd name="csY4" fmla="*/ 1433 h 1433"/>
                <a:gd name="csX5" fmla="*/ 0 w 3821"/>
                <a:gd name="csY5" fmla="*/ 956 h 1433"/>
                <a:gd name="csX6" fmla="*/ 955 w 3821"/>
                <a:gd name="csY6" fmla="*/ 956 h 1433"/>
                <a:gd name="csX7" fmla="*/ 1910 w 3821"/>
                <a:gd name="csY7" fmla="*/ 478 h 1433"/>
                <a:gd name="csX8" fmla="*/ 2866 w 3821"/>
                <a:gd name="csY8" fmla="*/ 0 h 1433"/>
                <a:gd name="csX9" fmla="*/ 3821 w 3821"/>
                <a:gd name="csY9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1433">
                  <a:moveTo>
                    <a:pt x="3821" y="478"/>
                  </a:moveTo>
                  <a:lnTo>
                    <a:pt x="2866" y="478"/>
                  </a:lnTo>
                  <a:lnTo>
                    <a:pt x="1910" y="478"/>
                  </a:lnTo>
                  <a:lnTo>
                    <a:pt x="955" y="956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5" y="956"/>
                  </a:lnTo>
                  <a:lnTo>
                    <a:pt x="1910" y="478"/>
                  </a:lnTo>
                  <a:lnTo>
                    <a:pt x="2866" y="0"/>
                  </a:lnTo>
                  <a:lnTo>
                    <a:pt x="38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5" name="Freeform 1024">
              <a:extLst>
                <a:ext uri="{FF2B5EF4-FFF2-40B4-BE49-F238E27FC236}">
                  <a16:creationId xmlns:a16="http://schemas.microsoft.com/office/drawing/2014/main" id="{F2DC68CC-5B24-BC5D-1064-3A505527E563}"/>
                </a:ext>
              </a:extLst>
            </p:cNvPr>
            <p:cNvSpPr/>
            <p:nvPr/>
          </p:nvSpPr>
          <p:spPr>
            <a:xfrm>
              <a:off x="7464694" y="4556225"/>
              <a:ext cx="42995" cy="70704"/>
            </a:xfrm>
            <a:custGeom>
              <a:avLst/>
              <a:gdLst>
                <a:gd name="csX0" fmla="*/ 42518 w 42995"/>
                <a:gd name="csY0" fmla="*/ 46340 h 70704"/>
                <a:gd name="csX1" fmla="*/ 42996 w 42995"/>
                <a:gd name="csY1" fmla="*/ 51117 h 70704"/>
                <a:gd name="csX2" fmla="*/ 42518 w 42995"/>
                <a:gd name="csY2" fmla="*/ 53506 h 70704"/>
                <a:gd name="csX3" fmla="*/ 41562 w 42995"/>
                <a:gd name="csY3" fmla="*/ 55894 h 70704"/>
                <a:gd name="csX4" fmla="*/ 40607 w 42995"/>
                <a:gd name="csY4" fmla="*/ 58761 h 70704"/>
                <a:gd name="csX5" fmla="*/ 39652 w 42995"/>
                <a:gd name="csY5" fmla="*/ 60194 h 70704"/>
                <a:gd name="csX6" fmla="*/ 38218 w 42995"/>
                <a:gd name="csY6" fmla="*/ 62105 h 70704"/>
                <a:gd name="csX7" fmla="*/ 32963 w 42995"/>
                <a:gd name="csY7" fmla="*/ 65449 h 70704"/>
                <a:gd name="csX8" fmla="*/ 31530 w 42995"/>
                <a:gd name="csY8" fmla="*/ 65927 h 70704"/>
                <a:gd name="csX9" fmla="*/ 24842 w 42995"/>
                <a:gd name="csY9" fmla="*/ 68316 h 70704"/>
                <a:gd name="csX10" fmla="*/ 20064 w 42995"/>
                <a:gd name="csY10" fmla="*/ 70226 h 70704"/>
                <a:gd name="csX11" fmla="*/ 15287 w 42995"/>
                <a:gd name="csY11" fmla="*/ 70704 h 70704"/>
                <a:gd name="csX12" fmla="*/ 10988 w 42995"/>
                <a:gd name="csY12" fmla="*/ 69749 h 70704"/>
                <a:gd name="csX13" fmla="*/ 7644 w 42995"/>
                <a:gd name="csY13" fmla="*/ 66882 h 70704"/>
                <a:gd name="csX14" fmla="*/ 5733 w 42995"/>
                <a:gd name="csY14" fmla="*/ 63060 h 70704"/>
                <a:gd name="csX15" fmla="*/ 4300 w 42995"/>
                <a:gd name="csY15" fmla="*/ 59239 h 70704"/>
                <a:gd name="csX16" fmla="*/ 2866 w 42995"/>
                <a:gd name="csY16" fmla="*/ 54461 h 70704"/>
                <a:gd name="csX17" fmla="*/ 1433 w 42995"/>
                <a:gd name="csY17" fmla="*/ 41085 h 70704"/>
                <a:gd name="csX18" fmla="*/ 955 w 42995"/>
                <a:gd name="csY18" fmla="*/ 36785 h 70704"/>
                <a:gd name="csX19" fmla="*/ 0 w 42995"/>
                <a:gd name="csY19" fmla="*/ 32008 h 70704"/>
                <a:gd name="csX20" fmla="*/ 0 w 42995"/>
                <a:gd name="csY20" fmla="*/ 30097 h 70704"/>
                <a:gd name="csX21" fmla="*/ 478 w 42995"/>
                <a:gd name="csY21" fmla="*/ 27709 h 70704"/>
                <a:gd name="csX22" fmla="*/ 478 w 42995"/>
                <a:gd name="csY22" fmla="*/ 32486 h 70704"/>
                <a:gd name="csX23" fmla="*/ 1433 w 42995"/>
                <a:gd name="csY23" fmla="*/ 32963 h 70704"/>
                <a:gd name="csX24" fmla="*/ 1911 w 42995"/>
                <a:gd name="csY24" fmla="*/ 32486 h 70704"/>
                <a:gd name="csX25" fmla="*/ 2389 w 42995"/>
                <a:gd name="csY25" fmla="*/ 27709 h 70704"/>
                <a:gd name="csX26" fmla="*/ 2389 w 42995"/>
                <a:gd name="csY26" fmla="*/ 25798 h 70704"/>
                <a:gd name="csX27" fmla="*/ 4300 w 42995"/>
                <a:gd name="csY27" fmla="*/ 20543 h 70704"/>
                <a:gd name="csX28" fmla="*/ 4300 w 42995"/>
                <a:gd name="csY28" fmla="*/ 19587 h 70704"/>
                <a:gd name="csX29" fmla="*/ 4300 w 42995"/>
                <a:gd name="csY29" fmla="*/ 17676 h 70704"/>
                <a:gd name="csX30" fmla="*/ 4300 w 42995"/>
                <a:gd name="csY30" fmla="*/ 16721 h 70704"/>
                <a:gd name="csX31" fmla="*/ 6688 w 42995"/>
                <a:gd name="csY31" fmla="*/ 13377 h 70704"/>
                <a:gd name="csX32" fmla="*/ 7644 w 42995"/>
                <a:gd name="csY32" fmla="*/ 10988 h 70704"/>
                <a:gd name="csX33" fmla="*/ 8121 w 42995"/>
                <a:gd name="csY33" fmla="*/ 9077 h 70704"/>
                <a:gd name="csX34" fmla="*/ 7644 w 42995"/>
                <a:gd name="csY34" fmla="*/ 6688 h 70704"/>
                <a:gd name="csX35" fmla="*/ 7166 w 42995"/>
                <a:gd name="csY35" fmla="*/ 4300 h 70704"/>
                <a:gd name="csX36" fmla="*/ 9555 w 42995"/>
                <a:gd name="csY36" fmla="*/ 5255 h 70704"/>
                <a:gd name="csX37" fmla="*/ 10510 w 42995"/>
                <a:gd name="csY37" fmla="*/ 6211 h 70704"/>
                <a:gd name="csX38" fmla="*/ 11943 w 42995"/>
                <a:gd name="csY38" fmla="*/ 6688 h 70704"/>
                <a:gd name="csX39" fmla="*/ 12898 w 42995"/>
                <a:gd name="csY39" fmla="*/ 6211 h 70704"/>
                <a:gd name="csX40" fmla="*/ 13854 w 42995"/>
                <a:gd name="csY40" fmla="*/ 6211 h 70704"/>
                <a:gd name="csX41" fmla="*/ 13377 w 42995"/>
                <a:gd name="csY41" fmla="*/ 5255 h 70704"/>
                <a:gd name="csX42" fmla="*/ 10510 w 42995"/>
                <a:gd name="csY42" fmla="*/ 3822 h 70704"/>
                <a:gd name="csX43" fmla="*/ 6688 w 42995"/>
                <a:gd name="csY43" fmla="*/ 3344 h 70704"/>
                <a:gd name="csX44" fmla="*/ 5255 w 42995"/>
                <a:gd name="csY44" fmla="*/ 2389 h 70704"/>
                <a:gd name="csX45" fmla="*/ 4777 w 42995"/>
                <a:gd name="csY45" fmla="*/ 1433 h 70704"/>
                <a:gd name="csX46" fmla="*/ 4777 w 42995"/>
                <a:gd name="csY46" fmla="*/ 478 h 70704"/>
                <a:gd name="csX47" fmla="*/ 5255 w 42995"/>
                <a:gd name="csY47" fmla="*/ 0 h 70704"/>
                <a:gd name="csX48" fmla="*/ 7166 w 42995"/>
                <a:gd name="csY48" fmla="*/ 478 h 70704"/>
                <a:gd name="csX49" fmla="*/ 9077 w 42995"/>
                <a:gd name="csY49" fmla="*/ 0 h 70704"/>
                <a:gd name="csX50" fmla="*/ 10510 w 42995"/>
                <a:gd name="csY50" fmla="*/ 478 h 70704"/>
                <a:gd name="csX51" fmla="*/ 12898 w 42995"/>
                <a:gd name="csY51" fmla="*/ 3344 h 70704"/>
                <a:gd name="csX52" fmla="*/ 19587 w 42995"/>
                <a:gd name="csY52" fmla="*/ 8121 h 70704"/>
                <a:gd name="csX53" fmla="*/ 23409 w 42995"/>
                <a:gd name="csY53" fmla="*/ 13377 h 70704"/>
                <a:gd name="csX54" fmla="*/ 23409 w 42995"/>
                <a:gd name="csY54" fmla="*/ 14810 h 70704"/>
                <a:gd name="csX55" fmla="*/ 23886 w 42995"/>
                <a:gd name="csY55" fmla="*/ 15765 h 70704"/>
                <a:gd name="csX56" fmla="*/ 24842 w 42995"/>
                <a:gd name="csY56" fmla="*/ 15765 h 70704"/>
                <a:gd name="csX57" fmla="*/ 25798 w 42995"/>
                <a:gd name="csY57" fmla="*/ 16243 h 70704"/>
                <a:gd name="csX58" fmla="*/ 29141 w 42995"/>
                <a:gd name="csY58" fmla="*/ 21020 h 70704"/>
                <a:gd name="csX59" fmla="*/ 29619 w 42995"/>
                <a:gd name="csY59" fmla="*/ 21976 h 70704"/>
                <a:gd name="csX60" fmla="*/ 29619 w 42995"/>
                <a:gd name="csY60" fmla="*/ 23409 h 70704"/>
                <a:gd name="csX61" fmla="*/ 30097 w 42995"/>
                <a:gd name="csY61" fmla="*/ 23886 h 70704"/>
                <a:gd name="csX62" fmla="*/ 31052 w 42995"/>
                <a:gd name="csY62" fmla="*/ 24364 h 70704"/>
                <a:gd name="csX63" fmla="*/ 32008 w 42995"/>
                <a:gd name="csY63" fmla="*/ 24842 h 70704"/>
                <a:gd name="csX64" fmla="*/ 32963 w 42995"/>
                <a:gd name="csY64" fmla="*/ 25320 h 70704"/>
                <a:gd name="csX65" fmla="*/ 33919 w 42995"/>
                <a:gd name="csY65" fmla="*/ 29142 h 70704"/>
                <a:gd name="csX66" fmla="*/ 33919 w 42995"/>
                <a:gd name="csY66" fmla="*/ 30575 h 70704"/>
                <a:gd name="csX67" fmla="*/ 33919 w 42995"/>
                <a:gd name="csY67" fmla="*/ 31052 h 70704"/>
                <a:gd name="csX68" fmla="*/ 38696 w 42995"/>
                <a:gd name="csY68" fmla="*/ 37263 h 70704"/>
                <a:gd name="csX69" fmla="*/ 38696 w 42995"/>
                <a:gd name="csY69" fmla="*/ 38218 h 70704"/>
                <a:gd name="csX70" fmla="*/ 38696 w 42995"/>
                <a:gd name="csY70" fmla="*/ 38696 h 70704"/>
                <a:gd name="csX71" fmla="*/ 38696 w 42995"/>
                <a:gd name="csY71" fmla="*/ 39174 h 70704"/>
                <a:gd name="csX72" fmla="*/ 39652 w 42995"/>
                <a:gd name="csY72" fmla="*/ 40129 h 70704"/>
                <a:gd name="csX73" fmla="*/ 41085 w 42995"/>
                <a:gd name="csY73" fmla="*/ 42996 h 70704"/>
                <a:gd name="csX74" fmla="*/ 42040 w 42995"/>
                <a:gd name="csY74" fmla="*/ 43951 h 70704"/>
                <a:gd name="csX75" fmla="*/ 42518 w 42995"/>
                <a:gd name="csY75" fmla="*/ 46340 h 70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2995" h="70704">
                  <a:moveTo>
                    <a:pt x="42518" y="46340"/>
                  </a:moveTo>
                  <a:lnTo>
                    <a:pt x="42996" y="51117"/>
                  </a:lnTo>
                  <a:lnTo>
                    <a:pt x="42518" y="53506"/>
                  </a:lnTo>
                  <a:lnTo>
                    <a:pt x="41562" y="55894"/>
                  </a:lnTo>
                  <a:lnTo>
                    <a:pt x="40607" y="58761"/>
                  </a:lnTo>
                  <a:lnTo>
                    <a:pt x="39652" y="60194"/>
                  </a:lnTo>
                  <a:lnTo>
                    <a:pt x="38218" y="62105"/>
                  </a:lnTo>
                  <a:lnTo>
                    <a:pt x="32963" y="65449"/>
                  </a:lnTo>
                  <a:lnTo>
                    <a:pt x="31530" y="65927"/>
                  </a:lnTo>
                  <a:lnTo>
                    <a:pt x="24842" y="68316"/>
                  </a:lnTo>
                  <a:lnTo>
                    <a:pt x="20064" y="70226"/>
                  </a:lnTo>
                  <a:lnTo>
                    <a:pt x="15287" y="70704"/>
                  </a:lnTo>
                  <a:lnTo>
                    <a:pt x="10988" y="69749"/>
                  </a:lnTo>
                  <a:lnTo>
                    <a:pt x="7644" y="66882"/>
                  </a:lnTo>
                  <a:lnTo>
                    <a:pt x="5733" y="63060"/>
                  </a:lnTo>
                  <a:lnTo>
                    <a:pt x="4300" y="59239"/>
                  </a:lnTo>
                  <a:lnTo>
                    <a:pt x="2866" y="54461"/>
                  </a:lnTo>
                  <a:lnTo>
                    <a:pt x="1433" y="41085"/>
                  </a:lnTo>
                  <a:lnTo>
                    <a:pt x="955" y="36785"/>
                  </a:lnTo>
                  <a:lnTo>
                    <a:pt x="0" y="32008"/>
                  </a:lnTo>
                  <a:lnTo>
                    <a:pt x="0" y="30097"/>
                  </a:lnTo>
                  <a:lnTo>
                    <a:pt x="478" y="27709"/>
                  </a:lnTo>
                  <a:lnTo>
                    <a:pt x="478" y="32486"/>
                  </a:lnTo>
                  <a:lnTo>
                    <a:pt x="1433" y="32963"/>
                  </a:lnTo>
                  <a:lnTo>
                    <a:pt x="1911" y="32486"/>
                  </a:lnTo>
                  <a:lnTo>
                    <a:pt x="2389" y="27709"/>
                  </a:lnTo>
                  <a:lnTo>
                    <a:pt x="2389" y="25798"/>
                  </a:lnTo>
                  <a:lnTo>
                    <a:pt x="4300" y="20543"/>
                  </a:lnTo>
                  <a:lnTo>
                    <a:pt x="4300" y="19587"/>
                  </a:lnTo>
                  <a:lnTo>
                    <a:pt x="4300" y="17676"/>
                  </a:lnTo>
                  <a:lnTo>
                    <a:pt x="4300" y="16721"/>
                  </a:lnTo>
                  <a:lnTo>
                    <a:pt x="6688" y="13377"/>
                  </a:lnTo>
                  <a:lnTo>
                    <a:pt x="7644" y="10988"/>
                  </a:lnTo>
                  <a:lnTo>
                    <a:pt x="8121" y="9077"/>
                  </a:lnTo>
                  <a:lnTo>
                    <a:pt x="7644" y="6688"/>
                  </a:lnTo>
                  <a:lnTo>
                    <a:pt x="7166" y="4300"/>
                  </a:lnTo>
                  <a:lnTo>
                    <a:pt x="9555" y="5255"/>
                  </a:lnTo>
                  <a:lnTo>
                    <a:pt x="10510" y="6211"/>
                  </a:lnTo>
                  <a:lnTo>
                    <a:pt x="11943" y="6688"/>
                  </a:lnTo>
                  <a:lnTo>
                    <a:pt x="12898" y="6211"/>
                  </a:lnTo>
                  <a:lnTo>
                    <a:pt x="13854" y="6211"/>
                  </a:lnTo>
                  <a:lnTo>
                    <a:pt x="13377" y="5255"/>
                  </a:lnTo>
                  <a:lnTo>
                    <a:pt x="10510" y="3822"/>
                  </a:lnTo>
                  <a:lnTo>
                    <a:pt x="6688" y="3344"/>
                  </a:lnTo>
                  <a:lnTo>
                    <a:pt x="5255" y="2389"/>
                  </a:lnTo>
                  <a:lnTo>
                    <a:pt x="4777" y="1433"/>
                  </a:lnTo>
                  <a:lnTo>
                    <a:pt x="4777" y="478"/>
                  </a:lnTo>
                  <a:lnTo>
                    <a:pt x="5255" y="0"/>
                  </a:lnTo>
                  <a:lnTo>
                    <a:pt x="7166" y="478"/>
                  </a:lnTo>
                  <a:lnTo>
                    <a:pt x="9077" y="0"/>
                  </a:lnTo>
                  <a:lnTo>
                    <a:pt x="10510" y="478"/>
                  </a:lnTo>
                  <a:lnTo>
                    <a:pt x="12898" y="3344"/>
                  </a:lnTo>
                  <a:lnTo>
                    <a:pt x="19587" y="8121"/>
                  </a:lnTo>
                  <a:lnTo>
                    <a:pt x="23409" y="13377"/>
                  </a:lnTo>
                  <a:lnTo>
                    <a:pt x="23409" y="14810"/>
                  </a:lnTo>
                  <a:lnTo>
                    <a:pt x="23886" y="15765"/>
                  </a:lnTo>
                  <a:lnTo>
                    <a:pt x="24842" y="15765"/>
                  </a:lnTo>
                  <a:lnTo>
                    <a:pt x="25798" y="16243"/>
                  </a:lnTo>
                  <a:lnTo>
                    <a:pt x="29141" y="21020"/>
                  </a:lnTo>
                  <a:lnTo>
                    <a:pt x="29619" y="21976"/>
                  </a:lnTo>
                  <a:lnTo>
                    <a:pt x="29619" y="23409"/>
                  </a:lnTo>
                  <a:lnTo>
                    <a:pt x="30097" y="23886"/>
                  </a:lnTo>
                  <a:lnTo>
                    <a:pt x="31052" y="24364"/>
                  </a:lnTo>
                  <a:lnTo>
                    <a:pt x="32008" y="24842"/>
                  </a:lnTo>
                  <a:lnTo>
                    <a:pt x="32963" y="25320"/>
                  </a:lnTo>
                  <a:lnTo>
                    <a:pt x="33919" y="29142"/>
                  </a:lnTo>
                  <a:lnTo>
                    <a:pt x="33919" y="30575"/>
                  </a:lnTo>
                  <a:lnTo>
                    <a:pt x="33919" y="31052"/>
                  </a:lnTo>
                  <a:lnTo>
                    <a:pt x="38696" y="37263"/>
                  </a:lnTo>
                  <a:lnTo>
                    <a:pt x="38696" y="38218"/>
                  </a:lnTo>
                  <a:lnTo>
                    <a:pt x="38696" y="38696"/>
                  </a:lnTo>
                  <a:lnTo>
                    <a:pt x="38696" y="39174"/>
                  </a:lnTo>
                  <a:lnTo>
                    <a:pt x="39652" y="40129"/>
                  </a:lnTo>
                  <a:lnTo>
                    <a:pt x="41085" y="42996"/>
                  </a:lnTo>
                  <a:lnTo>
                    <a:pt x="42040" y="43951"/>
                  </a:lnTo>
                  <a:lnTo>
                    <a:pt x="42518" y="4634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6" name="Freeform 1025">
              <a:extLst>
                <a:ext uri="{FF2B5EF4-FFF2-40B4-BE49-F238E27FC236}">
                  <a16:creationId xmlns:a16="http://schemas.microsoft.com/office/drawing/2014/main" id="{BD9E3234-44E4-F8FA-01AB-D9E0ED2D79DF}"/>
                </a:ext>
              </a:extLst>
            </p:cNvPr>
            <p:cNvSpPr/>
            <p:nvPr/>
          </p:nvSpPr>
          <p:spPr>
            <a:xfrm>
              <a:off x="7502435" y="4207483"/>
              <a:ext cx="4299" cy="1911"/>
            </a:xfrm>
            <a:custGeom>
              <a:avLst/>
              <a:gdLst>
                <a:gd name="csX0" fmla="*/ 4300 w 4299"/>
                <a:gd name="csY0" fmla="*/ 1911 h 1911"/>
                <a:gd name="csX1" fmla="*/ 2866 w 4299"/>
                <a:gd name="csY1" fmla="*/ 1433 h 1911"/>
                <a:gd name="csX2" fmla="*/ 0 w 4299"/>
                <a:gd name="csY2" fmla="*/ 0 h 1911"/>
                <a:gd name="csX3" fmla="*/ 2866 w 4299"/>
                <a:gd name="csY3" fmla="*/ 956 h 1911"/>
                <a:gd name="csX4" fmla="*/ 4300 w 4299"/>
                <a:gd name="csY4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911">
                  <a:moveTo>
                    <a:pt x="4300" y="1911"/>
                  </a:moveTo>
                  <a:lnTo>
                    <a:pt x="2866" y="1433"/>
                  </a:lnTo>
                  <a:lnTo>
                    <a:pt x="0" y="0"/>
                  </a:lnTo>
                  <a:lnTo>
                    <a:pt x="2866" y="956"/>
                  </a:lnTo>
                  <a:lnTo>
                    <a:pt x="430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" name="Freeform 1026">
              <a:extLst>
                <a:ext uri="{FF2B5EF4-FFF2-40B4-BE49-F238E27FC236}">
                  <a16:creationId xmlns:a16="http://schemas.microsoft.com/office/drawing/2014/main" id="{06431DD1-E244-BA9F-0674-E2412CF0A4E8}"/>
                </a:ext>
              </a:extLst>
            </p:cNvPr>
            <p:cNvSpPr/>
            <p:nvPr/>
          </p:nvSpPr>
          <p:spPr>
            <a:xfrm>
              <a:off x="7498612" y="3662871"/>
              <a:ext cx="477" cy="2388"/>
            </a:xfrm>
            <a:custGeom>
              <a:avLst/>
              <a:gdLst>
                <a:gd name="csX0" fmla="*/ 0 w 477"/>
                <a:gd name="csY0" fmla="*/ 1433 h 2388"/>
                <a:gd name="csX1" fmla="*/ 478 w 477"/>
                <a:gd name="csY1" fmla="*/ 2389 h 2388"/>
                <a:gd name="csX2" fmla="*/ 0 w 477"/>
                <a:gd name="csY2" fmla="*/ 1911 h 2388"/>
                <a:gd name="csX3" fmla="*/ 478 w 477"/>
                <a:gd name="csY3" fmla="*/ 0 h 2388"/>
                <a:gd name="csX4" fmla="*/ 0 w 477"/>
                <a:gd name="csY4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388">
                  <a:moveTo>
                    <a:pt x="0" y="1433"/>
                  </a:moveTo>
                  <a:lnTo>
                    <a:pt x="478" y="2389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" name="Freeform 1027">
              <a:extLst>
                <a:ext uri="{FF2B5EF4-FFF2-40B4-BE49-F238E27FC236}">
                  <a16:creationId xmlns:a16="http://schemas.microsoft.com/office/drawing/2014/main" id="{CED6350C-6D33-6FA7-F01A-47C05CD6699D}"/>
                </a:ext>
              </a:extLst>
            </p:cNvPr>
            <p:cNvSpPr/>
            <p:nvPr/>
          </p:nvSpPr>
          <p:spPr>
            <a:xfrm>
              <a:off x="7497657" y="3659049"/>
              <a:ext cx="955" cy="2388"/>
            </a:xfrm>
            <a:custGeom>
              <a:avLst/>
              <a:gdLst>
                <a:gd name="csX0" fmla="*/ 478 w 955"/>
                <a:gd name="csY0" fmla="*/ 1433 h 2388"/>
                <a:gd name="csX1" fmla="*/ 955 w 955"/>
                <a:gd name="csY1" fmla="*/ 2389 h 2388"/>
                <a:gd name="csX2" fmla="*/ 478 w 955"/>
                <a:gd name="csY2" fmla="*/ 1433 h 2388"/>
                <a:gd name="csX3" fmla="*/ 0 w 955"/>
                <a:gd name="csY3" fmla="*/ 0 h 2388"/>
                <a:gd name="csX4" fmla="*/ 0 w 955"/>
                <a:gd name="csY4" fmla="*/ 0 h 2388"/>
                <a:gd name="csX5" fmla="*/ 478 w 955"/>
                <a:gd name="csY5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2388">
                  <a:moveTo>
                    <a:pt x="478" y="1433"/>
                  </a:moveTo>
                  <a:lnTo>
                    <a:pt x="955" y="2389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9" name="Freeform 1028">
              <a:extLst>
                <a:ext uri="{FF2B5EF4-FFF2-40B4-BE49-F238E27FC236}">
                  <a16:creationId xmlns:a16="http://schemas.microsoft.com/office/drawing/2014/main" id="{5B5336AE-A02B-DD51-7885-E3589B51F95D}"/>
                </a:ext>
              </a:extLst>
            </p:cNvPr>
            <p:cNvSpPr/>
            <p:nvPr/>
          </p:nvSpPr>
          <p:spPr>
            <a:xfrm>
              <a:off x="7492880" y="3659049"/>
              <a:ext cx="4777" cy="477"/>
            </a:xfrm>
            <a:custGeom>
              <a:avLst/>
              <a:gdLst>
                <a:gd name="csX0" fmla="*/ 4777 w 4777"/>
                <a:gd name="csY0" fmla="*/ 0 h 477"/>
                <a:gd name="csX1" fmla="*/ 3344 w 4777"/>
                <a:gd name="csY1" fmla="*/ 0 h 477"/>
                <a:gd name="csX2" fmla="*/ 0 w 4777"/>
                <a:gd name="csY2" fmla="*/ 478 h 477"/>
                <a:gd name="csX3" fmla="*/ 3344 w 4777"/>
                <a:gd name="csY3" fmla="*/ 0 h 477"/>
                <a:gd name="csX4" fmla="*/ 4777 w 4777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477">
                  <a:moveTo>
                    <a:pt x="4777" y="0"/>
                  </a:moveTo>
                  <a:lnTo>
                    <a:pt x="3344" y="0"/>
                  </a:lnTo>
                  <a:lnTo>
                    <a:pt x="0" y="478"/>
                  </a:lnTo>
                  <a:lnTo>
                    <a:pt x="3344" y="0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0" name="Freeform 1029">
              <a:extLst>
                <a:ext uri="{FF2B5EF4-FFF2-40B4-BE49-F238E27FC236}">
                  <a16:creationId xmlns:a16="http://schemas.microsoft.com/office/drawing/2014/main" id="{0B30F70C-FC9B-D243-356E-B0F9C0E8A38A}"/>
                </a:ext>
              </a:extLst>
            </p:cNvPr>
            <p:cNvSpPr/>
            <p:nvPr/>
          </p:nvSpPr>
          <p:spPr>
            <a:xfrm>
              <a:off x="7490491" y="3652361"/>
              <a:ext cx="2388" cy="3344"/>
            </a:xfrm>
            <a:custGeom>
              <a:avLst/>
              <a:gdLst>
                <a:gd name="csX0" fmla="*/ 1911 w 2388"/>
                <a:gd name="csY0" fmla="*/ 0 h 3344"/>
                <a:gd name="csX1" fmla="*/ 2389 w 2388"/>
                <a:gd name="csY1" fmla="*/ 1433 h 3344"/>
                <a:gd name="csX2" fmla="*/ 1911 w 2388"/>
                <a:gd name="csY2" fmla="*/ 3344 h 3344"/>
                <a:gd name="csX3" fmla="*/ 1911 w 2388"/>
                <a:gd name="csY3" fmla="*/ 3344 h 3344"/>
                <a:gd name="csX4" fmla="*/ 2389 w 2388"/>
                <a:gd name="csY4" fmla="*/ 1433 h 3344"/>
                <a:gd name="csX5" fmla="*/ 1911 w 2388"/>
                <a:gd name="csY5" fmla="*/ 0 h 3344"/>
                <a:gd name="csX6" fmla="*/ 0 w 2388"/>
                <a:gd name="csY6" fmla="*/ 0 h 3344"/>
                <a:gd name="csX7" fmla="*/ 1911 w 2388"/>
                <a:gd name="csY7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3344">
                  <a:moveTo>
                    <a:pt x="1911" y="0"/>
                  </a:moveTo>
                  <a:lnTo>
                    <a:pt x="2389" y="1433"/>
                  </a:lnTo>
                  <a:lnTo>
                    <a:pt x="1911" y="3344"/>
                  </a:lnTo>
                  <a:lnTo>
                    <a:pt x="1911" y="3344"/>
                  </a:lnTo>
                  <a:lnTo>
                    <a:pt x="2389" y="1433"/>
                  </a:lnTo>
                  <a:lnTo>
                    <a:pt x="1911" y="0"/>
                  </a:lnTo>
                  <a:lnTo>
                    <a:pt x="0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D22BB3CF-1BA0-C23A-A347-0A98FE0CB751}"/>
                </a:ext>
              </a:extLst>
            </p:cNvPr>
            <p:cNvSpPr/>
            <p:nvPr/>
          </p:nvSpPr>
          <p:spPr>
            <a:xfrm>
              <a:off x="7491447" y="3659049"/>
              <a:ext cx="955" cy="477"/>
            </a:xfrm>
            <a:custGeom>
              <a:avLst/>
              <a:gdLst>
                <a:gd name="csX0" fmla="*/ 0 w 955"/>
                <a:gd name="csY0" fmla="*/ 0 h 477"/>
                <a:gd name="csX1" fmla="*/ 956 w 955"/>
                <a:gd name="csY1" fmla="*/ 478 h 477"/>
                <a:gd name="csX2" fmla="*/ 0 w 955"/>
                <a:gd name="csY2" fmla="*/ 0 h 477"/>
                <a:gd name="csX3" fmla="*/ 0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0" y="0"/>
                  </a:move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2" name="Freeform 1031">
              <a:extLst>
                <a:ext uri="{FF2B5EF4-FFF2-40B4-BE49-F238E27FC236}">
                  <a16:creationId xmlns:a16="http://schemas.microsoft.com/office/drawing/2014/main" id="{8B51A3DA-AF52-2EE6-BAA2-598C8CE74BDD}"/>
                </a:ext>
              </a:extLst>
            </p:cNvPr>
            <p:cNvSpPr/>
            <p:nvPr/>
          </p:nvSpPr>
          <p:spPr>
            <a:xfrm>
              <a:off x="7490014" y="4162098"/>
              <a:ext cx="1910" cy="1911"/>
            </a:xfrm>
            <a:custGeom>
              <a:avLst/>
              <a:gdLst>
                <a:gd name="csX0" fmla="*/ 955 w 1910"/>
                <a:gd name="csY0" fmla="*/ 1433 h 1911"/>
                <a:gd name="csX1" fmla="*/ 1910 w 1910"/>
                <a:gd name="csY1" fmla="*/ 1911 h 1911"/>
                <a:gd name="csX2" fmla="*/ 955 w 1910"/>
                <a:gd name="csY2" fmla="*/ 1433 h 1911"/>
                <a:gd name="csX3" fmla="*/ 0 w 1910"/>
                <a:gd name="csY3" fmla="*/ 0 h 1911"/>
                <a:gd name="csX4" fmla="*/ 478 w 1910"/>
                <a:gd name="csY4" fmla="*/ 0 h 1911"/>
                <a:gd name="csX5" fmla="*/ 955 w 1910"/>
                <a:gd name="csY5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1911">
                  <a:moveTo>
                    <a:pt x="955" y="1433"/>
                  </a:moveTo>
                  <a:lnTo>
                    <a:pt x="1910" y="1911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3" name="Freeform 1032">
              <a:extLst>
                <a:ext uri="{FF2B5EF4-FFF2-40B4-BE49-F238E27FC236}">
                  <a16:creationId xmlns:a16="http://schemas.microsoft.com/office/drawing/2014/main" id="{45EC2D24-0F2F-F155-CC1D-9DD9B7B4CEB0}"/>
                </a:ext>
              </a:extLst>
            </p:cNvPr>
            <p:cNvSpPr/>
            <p:nvPr/>
          </p:nvSpPr>
          <p:spPr>
            <a:xfrm>
              <a:off x="7483325" y="3649495"/>
              <a:ext cx="6210" cy="2866"/>
            </a:xfrm>
            <a:custGeom>
              <a:avLst/>
              <a:gdLst>
                <a:gd name="csX0" fmla="*/ 5255 w 6210"/>
                <a:gd name="csY0" fmla="*/ 1433 h 2866"/>
                <a:gd name="csX1" fmla="*/ 6210 w 6210"/>
                <a:gd name="csY1" fmla="*/ 2866 h 2866"/>
                <a:gd name="csX2" fmla="*/ 5255 w 6210"/>
                <a:gd name="csY2" fmla="*/ 1433 h 2866"/>
                <a:gd name="csX3" fmla="*/ 4300 w 6210"/>
                <a:gd name="csY3" fmla="*/ 478 h 2866"/>
                <a:gd name="csX4" fmla="*/ 2866 w 6210"/>
                <a:gd name="csY4" fmla="*/ 478 h 2866"/>
                <a:gd name="csX5" fmla="*/ 1433 w 6210"/>
                <a:gd name="csY5" fmla="*/ 0 h 2866"/>
                <a:gd name="csX6" fmla="*/ 0 w 6210"/>
                <a:gd name="csY6" fmla="*/ 478 h 2866"/>
                <a:gd name="csX7" fmla="*/ 1433 w 6210"/>
                <a:gd name="csY7" fmla="*/ 0 h 2866"/>
                <a:gd name="csX8" fmla="*/ 2866 w 6210"/>
                <a:gd name="csY8" fmla="*/ 0 h 2866"/>
                <a:gd name="csX9" fmla="*/ 4300 w 6210"/>
                <a:gd name="csY9" fmla="*/ 478 h 2866"/>
                <a:gd name="csX10" fmla="*/ 5255 w 6210"/>
                <a:gd name="csY10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210" h="2866">
                  <a:moveTo>
                    <a:pt x="5255" y="1433"/>
                  </a:moveTo>
                  <a:lnTo>
                    <a:pt x="6210" y="2866"/>
                  </a:lnTo>
                  <a:lnTo>
                    <a:pt x="5255" y="1433"/>
                  </a:lnTo>
                  <a:lnTo>
                    <a:pt x="4300" y="478"/>
                  </a:lnTo>
                  <a:lnTo>
                    <a:pt x="2866" y="478"/>
                  </a:ln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866" y="0"/>
                  </a:lnTo>
                  <a:lnTo>
                    <a:pt x="4300" y="478"/>
                  </a:lnTo>
                  <a:lnTo>
                    <a:pt x="52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241A5D22-3C23-A5F0-5AA8-91DB0929A356}"/>
                </a:ext>
              </a:extLst>
            </p:cNvPr>
            <p:cNvSpPr/>
            <p:nvPr/>
          </p:nvSpPr>
          <p:spPr>
            <a:xfrm>
              <a:off x="7481892" y="3854441"/>
              <a:ext cx="2388" cy="6210"/>
            </a:xfrm>
            <a:custGeom>
              <a:avLst/>
              <a:gdLst>
                <a:gd name="csX0" fmla="*/ 1433 w 2388"/>
                <a:gd name="csY0" fmla="*/ 2866 h 6210"/>
                <a:gd name="csX1" fmla="*/ 2389 w 2388"/>
                <a:gd name="csY1" fmla="*/ 6210 h 6210"/>
                <a:gd name="csX2" fmla="*/ 956 w 2388"/>
                <a:gd name="csY2" fmla="*/ 2866 h 6210"/>
                <a:gd name="csX3" fmla="*/ 0 w 2388"/>
                <a:gd name="csY3" fmla="*/ 0 h 6210"/>
                <a:gd name="csX4" fmla="*/ 1433 w 2388"/>
                <a:gd name="csY4" fmla="*/ 286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6210">
                  <a:moveTo>
                    <a:pt x="1433" y="2866"/>
                  </a:moveTo>
                  <a:lnTo>
                    <a:pt x="2389" y="6210"/>
                  </a:lnTo>
                  <a:lnTo>
                    <a:pt x="956" y="2866"/>
                  </a:lnTo>
                  <a:lnTo>
                    <a:pt x="0" y="0"/>
                  </a:lnTo>
                  <a:lnTo>
                    <a:pt x="14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5" name="Freeform 1034">
              <a:extLst>
                <a:ext uri="{FF2B5EF4-FFF2-40B4-BE49-F238E27FC236}">
                  <a16:creationId xmlns:a16="http://schemas.microsoft.com/office/drawing/2014/main" id="{32BB2267-3CE3-07DD-B985-4CBE5F650BA6}"/>
                </a:ext>
              </a:extLst>
            </p:cNvPr>
            <p:cNvSpPr/>
            <p:nvPr/>
          </p:nvSpPr>
          <p:spPr>
            <a:xfrm>
              <a:off x="7480459" y="4193151"/>
              <a:ext cx="2866" cy="1433"/>
            </a:xfrm>
            <a:custGeom>
              <a:avLst/>
              <a:gdLst>
                <a:gd name="csX0" fmla="*/ 2866 w 2866"/>
                <a:gd name="csY0" fmla="*/ 1433 h 1433"/>
                <a:gd name="csX1" fmla="*/ 1433 w 2866"/>
                <a:gd name="csY1" fmla="*/ 478 h 1433"/>
                <a:gd name="csX2" fmla="*/ 0 w 2866"/>
                <a:gd name="csY2" fmla="*/ 0 h 1433"/>
                <a:gd name="csX3" fmla="*/ 1433 w 2866"/>
                <a:gd name="csY3" fmla="*/ 478 h 1433"/>
                <a:gd name="csX4" fmla="*/ 2866 w 2866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433">
                  <a:moveTo>
                    <a:pt x="2866" y="1433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6" name="Freeform 1035">
              <a:extLst>
                <a:ext uri="{FF2B5EF4-FFF2-40B4-BE49-F238E27FC236}">
                  <a16:creationId xmlns:a16="http://schemas.microsoft.com/office/drawing/2014/main" id="{538818DF-DC8E-3660-7C35-74D770BE239B}"/>
                </a:ext>
              </a:extLst>
            </p:cNvPr>
            <p:cNvSpPr/>
            <p:nvPr/>
          </p:nvSpPr>
          <p:spPr>
            <a:xfrm>
              <a:off x="7477115" y="3843931"/>
              <a:ext cx="1433" cy="3344"/>
            </a:xfrm>
            <a:custGeom>
              <a:avLst/>
              <a:gdLst>
                <a:gd name="csX0" fmla="*/ 956 w 1433"/>
                <a:gd name="csY0" fmla="*/ 956 h 3344"/>
                <a:gd name="csX1" fmla="*/ 1433 w 1433"/>
                <a:gd name="csY1" fmla="*/ 3344 h 3344"/>
                <a:gd name="csX2" fmla="*/ 956 w 1433"/>
                <a:gd name="csY2" fmla="*/ 956 h 3344"/>
                <a:gd name="csX3" fmla="*/ 0 w 1433"/>
                <a:gd name="csY3" fmla="*/ 0 h 3344"/>
                <a:gd name="csX4" fmla="*/ 956 w 1433"/>
                <a:gd name="csY4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3344">
                  <a:moveTo>
                    <a:pt x="956" y="956"/>
                  </a:moveTo>
                  <a:lnTo>
                    <a:pt x="1433" y="3344"/>
                  </a:lnTo>
                  <a:lnTo>
                    <a:pt x="956" y="956"/>
                  </a:lnTo>
                  <a:lnTo>
                    <a:pt x="0" y="0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7" name="Freeform 1036">
              <a:extLst>
                <a:ext uri="{FF2B5EF4-FFF2-40B4-BE49-F238E27FC236}">
                  <a16:creationId xmlns:a16="http://schemas.microsoft.com/office/drawing/2014/main" id="{EC4BF926-3B9E-EF80-56E5-47C0C695C153}"/>
                </a:ext>
              </a:extLst>
            </p:cNvPr>
            <p:cNvSpPr/>
            <p:nvPr/>
          </p:nvSpPr>
          <p:spPr>
            <a:xfrm>
              <a:off x="7473293" y="4190762"/>
              <a:ext cx="5254" cy="3344"/>
            </a:xfrm>
            <a:custGeom>
              <a:avLst/>
              <a:gdLst>
                <a:gd name="csX0" fmla="*/ 5255 w 5254"/>
                <a:gd name="csY0" fmla="*/ 3344 h 3344"/>
                <a:gd name="csX1" fmla="*/ 3344 w 5254"/>
                <a:gd name="csY1" fmla="*/ 2389 h 3344"/>
                <a:gd name="csX2" fmla="*/ 1433 w 5254"/>
                <a:gd name="csY2" fmla="*/ 1433 h 3344"/>
                <a:gd name="csX3" fmla="*/ 0 w 5254"/>
                <a:gd name="csY3" fmla="*/ 0 h 3344"/>
                <a:gd name="csX4" fmla="*/ 1433 w 5254"/>
                <a:gd name="csY4" fmla="*/ 1433 h 3344"/>
                <a:gd name="csX5" fmla="*/ 3344 w 5254"/>
                <a:gd name="csY5" fmla="*/ 2389 h 3344"/>
                <a:gd name="csX6" fmla="*/ 5255 w 5254"/>
                <a:gd name="csY6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4" h="3344">
                  <a:moveTo>
                    <a:pt x="5255" y="3344"/>
                  </a:moveTo>
                  <a:lnTo>
                    <a:pt x="3344" y="2389"/>
                  </a:lnTo>
                  <a:lnTo>
                    <a:pt x="1433" y="1433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3344" y="2389"/>
                  </a:lnTo>
                  <a:lnTo>
                    <a:pt x="52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E38CB93A-DF48-170D-9583-512B05779BDC}"/>
                </a:ext>
              </a:extLst>
            </p:cNvPr>
            <p:cNvSpPr/>
            <p:nvPr/>
          </p:nvSpPr>
          <p:spPr>
            <a:xfrm>
              <a:off x="7477592" y="3829121"/>
              <a:ext cx="478" cy="477"/>
            </a:xfrm>
            <a:custGeom>
              <a:avLst/>
              <a:gdLst>
                <a:gd name="csX0" fmla="*/ 478 w 478"/>
                <a:gd name="csY0" fmla="*/ 0 h 477"/>
                <a:gd name="csX1" fmla="*/ 0 w 478"/>
                <a:gd name="csY1" fmla="*/ 478 h 477"/>
                <a:gd name="csX2" fmla="*/ 478 w 478"/>
                <a:gd name="csY2" fmla="*/ 0 h 477"/>
                <a:gd name="csX3" fmla="*/ 478 w 47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477">
                  <a:moveTo>
                    <a:pt x="478" y="0"/>
                  </a:move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66B8741C-76C9-C7D5-139B-E8762080B9E3}"/>
                </a:ext>
              </a:extLst>
            </p:cNvPr>
            <p:cNvSpPr/>
            <p:nvPr/>
          </p:nvSpPr>
          <p:spPr>
            <a:xfrm>
              <a:off x="7477115" y="3840586"/>
              <a:ext cx="477" cy="3344"/>
            </a:xfrm>
            <a:custGeom>
              <a:avLst/>
              <a:gdLst>
                <a:gd name="csX0" fmla="*/ 0 w 477"/>
                <a:gd name="csY0" fmla="*/ 1433 h 3344"/>
                <a:gd name="csX1" fmla="*/ 478 w 477"/>
                <a:gd name="csY1" fmla="*/ 0 h 3344"/>
                <a:gd name="csX2" fmla="*/ 0 w 477"/>
                <a:gd name="csY2" fmla="*/ 1433 h 3344"/>
                <a:gd name="csX3" fmla="*/ 0 w 477"/>
                <a:gd name="csY3" fmla="*/ 3344 h 3344"/>
                <a:gd name="csX4" fmla="*/ 0 w 477"/>
                <a:gd name="csY4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3344">
                  <a:moveTo>
                    <a:pt x="0" y="1433"/>
                  </a:moveTo>
                  <a:lnTo>
                    <a:pt x="478" y="0"/>
                  </a:lnTo>
                  <a:lnTo>
                    <a:pt x="0" y="1433"/>
                  </a:lnTo>
                  <a:lnTo>
                    <a:pt x="0" y="3344"/>
                  </a:lnTo>
                  <a:lnTo>
                    <a:pt x="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0" name="Freeform 1039">
              <a:extLst>
                <a:ext uri="{FF2B5EF4-FFF2-40B4-BE49-F238E27FC236}">
                  <a16:creationId xmlns:a16="http://schemas.microsoft.com/office/drawing/2014/main" id="{2DD9DD62-2041-08F6-C758-886EE46128BA}"/>
                </a:ext>
              </a:extLst>
            </p:cNvPr>
            <p:cNvSpPr/>
            <p:nvPr/>
          </p:nvSpPr>
          <p:spPr>
            <a:xfrm>
              <a:off x="7474726" y="3889315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956 h 1433"/>
                <a:gd name="csX2" fmla="*/ 0 w 477"/>
                <a:gd name="csY2" fmla="*/ 1433 h 1433"/>
                <a:gd name="csX3" fmla="*/ 478 w 477"/>
                <a:gd name="csY3" fmla="*/ 956 h 1433"/>
                <a:gd name="csX4" fmla="*/ 478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956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1" name="Freeform 1040">
              <a:extLst>
                <a:ext uri="{FF2B5EF4-FFF2-40B4-BE49-F238E27FC236}">
                  <a16:creationId xmlns:a16="http://schemas.microsoft.com/office/drawing/2014/main" id="{6159A283-EF3A-E715-C867-A6F7EE401ED1}"/>
                </a:ext>
              </a:extLst>
            </p:cNvPr>
            <p:cNvSpPr/>
            <p:nvPr/>
          </p:nvSpPr>
          <p:spPr>
            <a:xfrm>
              <a:off x="7473771" y="3883104"/>
              <a:ext cx="1432" cy="6210"/>
            </a:xfrm>
            <a:custGeom>
              <a:avLst/>
              <a:gdLst>
                <a:gd name="csX0" fmla="*/ 478 w 1432"/>
                <a:gd name="csY0" fmla="*/ 2866 h 6210"/>
                <a:gd name="csX1" fmla="*/ 1433 w 1432"/>
                <a:gd name="csY1" fmla="*/ 6210 h 6210"/>
                <a:gd name="csX2" fmla="*/ 478 w 1432"/>
                <a:gd name="csY2" fmla="*/ 2866 h 6210"/>
                <a:gd name="csX3" fmla="*/ 0 w 1432"/>
                <a:gd name="csY3" fmla="*/ 0 h 6210"/>
                <a:gd name="csX4" fmla="*/ 478 w 1432"/>
                <a:gd name="csY4" fmla="*/ 286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6210">
                  <a:moveTo>
                    <a:pt x="478" y="2866"/>
                  </a:moveTo>
                  <a:lnTo>
                    <a:pt x="1433" y="6210"/>
                  </a:lnTo>
                  <a:lnTo>
                    <a:pt x="478" y="2866"/>
                  </a:lnTo>
                  <a:lnTo>
                    <a:pt x="0" y="0"/>
                  </a:lnTo>
                  <a:lnTo>
                    <a:pt x="478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2" name="Freeform 1041">
              <a:extLst>
                <a:ext uri="{FF2B5EF4-FFF2-40B4-BE49-F238E27FC236}">
                  <a16:creationId xmlns:a16="http://schemas.microsoft.com/office/drawing/2014/main" id="{6C1CBEEF-4140-557A-3A85-B6259F7A81B3}"/>
                </a:ext>
              </a:extLst>
            </p:cNvPr>
            <p:cNvSpPr/>
            <p:nvPr/>
          </p:nvSpPr>
          <p:spPr>
            <a:xfrm>
              <a:off x="7472815" y="3660005"/>
              <a:ext cx="2388" cy="1910"/>
            </a:xfrm>
            <a:custGeom>
              <a:avLst/>
              <a:gdLst>
                <a:gd name="csX0" fmla="*/ 2389 w 2388"/>
                <a:gd name="csY0" fmla="*/ 0 h 1910"/>
                <a:gd name="csX1" fmla="*/ 1911 w 2388"/>
                <a:gd name="csY1" fmla="*/ 478 h 1910"/>
                <a:gd name="csX2" fmla="*/ 0 w 2388"/>
                <a:gd name="csY2" fmla="*/ 1911 h 1910"/>
                <a:gd name="csX3" fmla="*/ 1911 w 2388"/>
                <a:gd name="csY3" fmla="*/ 478 h 1910"/>
                <a:gd name="csX4" fmla="*/ 2389 w 2388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1910">
                  <a:moveTo>
                    <a:pt x="2389" y="0"/>
                  </a:moveTo>
                  <a:lnTo>
                    <a:pt x="1911" y="478"/>
                  </a:lnTo>
                  <a:lnTo>
                    <a:pt x="0" y="1911"/>
                  </a:lnTo>
                  <a:lnTo>
                    <a:pt x="1911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3" name="Freeform 1042">
              <a:extLst>
                <a:ext uri="{FF2B5EF4-FFF2-40B4-BE49-F238E27FC236}">
                  <a16:creationId xmlns:a16="http://schemas.microsoft.com/office/drawing/2014/main" id="{5D13CEF7-E57E-4DB6-40A4-31AEACA37000}"/>
                </a:ext>
              </a:extLst>
            </p:cNvPr>
            <p:cNvSpPr/>
            <p:nvPr/>
          </p:nvSpPr>
          <p:spPr>
            <a:xfrm>
              <a:off x="7266914" y="3860173"/>
              <a:ext cx="214023" cy="96023"/>
            </a:xfrm>
            <a:custGeom>
              <a:avLst/>
              <a:gdLst>
                <a:gd name="csX0" fmla="*/ 207812 w 214023"/>
                <a:gd name="csY0" fmla="*/ 32486 h 96023"/>
                <a:gd name="csX1" fmla="*/ 207812 w 214023"/>
                <a:gd name="csY1" fmla="*/ 34396 h 96023"/>
                <a:gd name="csX2" fmla="*/ 207812 w 214023"/>
                <a:gd name="csY2" fmla="*/ 34396 h 96023"/>
                <a:gd name="csX3" fmla="*/ 201602 w 214023"/>
                <a:gd name="csY3" fmla="*/ 35352 h 96023"/>
                <a:gd name="csX4" fmla="*/ 200169 w 214023"/>
                <a:gd name="csY4" fmla="*/ 35352 h 96023"/>
                <a:gd name="csX5" fmla="*/ 198735 w 214023"/>
                <a:gd name="csY5" fmla="*/ 38218 h 96023"/>
                <a:gd name="csX6" fmla="*/ 193480 w 214023"/>
                <a:gd name="csY6" fmla="*/ 40129 h 96023"/>
                <a:gd name="csX7" fmla="*/ 190614 w 214023"/>
                <a:gd name="csY7" fmla="*/ 41085 h 96023"/>
                <a:gd name="csX8" fmla="*/ 189659 w 214023"/>
                <a:gd name="csY8" fmla="*/ 41085 h 96023"/>
                <a:gd name="csX9" fmla="*/ 186792 w 214023"/>
                <a:gd name="csY9" fmla="*/ 42518 h 96023"/>
                <a:gd name="csX10" fmla="*/ 178671 w 214023"/>
                <a:gd name="csY10" fmla="*/ 46340 h 96023"/>
                <a:gd name="csX11" fmla="*/ 176282 w 214023"/>
                <a:gd name="csY11" fmla="*/ 47773 h 96023"/>
                <a:gd name="csX12" fmla="*/ 174849 w 214023"/>
                <a:gd name="csY12" fmla="*/ 48728 h 96023"/>
                <a:gd name="csX13" fmla="*/ 172938 w 214023"/>
                <a:gd name="csY13" fmla="*/ 49684 h 96023"/>
                <a:gd name="csX14" fmla="*/ 172938 w 214023"/>
                <a:gd name="csY14" fmla="*/ 49684 h 96023"/>
                <a:gd name="csX15" fmla="*/ 171983 w 214023"/>
                <a:gd name="csY15" fmla="*/ 50639 h 96023"/>
                <a:gd name="csX16" fmla="*/ 171983 w 214023"/>
                <a:gd name="csY16" fmla="*/ 50639 h 96023"/>
                <a:gd name="csX17" fmla="*/ 171983 w 214023"/>
                <a:gd name="csY17" fmla="*/ 52550 h 96023"/>
                <a:gd name="csX18" fmla="*/ 167683 w 214023"/>
                <a:gd name="csY18" fmla="*/ 57328 h 96023"/>
                <a:gd name="csX19" fmla="*/ 161473 w 214023"/>
                <a:gd name="csY19" fmla="*/ 57328 h 96023"/>
                <a:gd name="csX20" fmla="*/ 159562 w 214023"/>
                <a:gd name="csY20" fmla="*/ 58283 h 96023"/>
                <a:gd name="csX21" fmla="*/ 156695 w 214023"/>
                <a:gd name="csY21" fmla="*/ 59238 h 96023"/>
                <a:gd name="csX22" fmla="*/ 143796 w 214023"/>
                <a:gd name="csY22" fmla="*/ 59238 h 96023"/>
                <a:gd name="csX23" fmla="*/ 142364 w 214023"/>
                <a:gd name="csY23" fmla="*/ 60194 h 96023"/>
                <a:gd name="csX24" fmla="*/ 142364 w 214023"/>
                <a:gd name="csY24" fmla="*/ 60194 h 96023"/>
                <a:gd name="csX25" fmla="*/ 139975 w 214023"/>
                <a:gd name="csY25" fmla="*/ 64016 h 96023"/>
                <a:gd name="csX26" fmla="*/ 139019 w 214023"/>
                <a:gd name="csY26" fmla="*/ 64971 h 96023"/>
                <a:gd name="csX27" fmla="*/ 139019 w 214023"/>
                <a:gd name="csY27" fmla="*/ 65927 h 96023"/>
                <a:gd name="csX28" fmla="*/ 139019 w 214023"/>
                <a:gd name="csY28" fmla="*/ 65927 h 96023"/>
                <a:gd name="csX29" fmla="*/ 139019 w 214023"/>
                <a:gd name="csY29" fmla="*/ 67837 h 96023"/>
                <a:gd name="csX30" fmla="*/ 137586 w 214023"/>
                <a:gd name="csY30" fmla="*/ 69748 h 96023"/>
                <a:gd name="csX31" fmla="*/ 136631 w 214023"/>
                <a:gd name="csY31" fmla="*/ 71182 h 96023"/>
                <a:gd name="csX32" fmla="*/ 135675 w 214023"/>
                <a:gd name="csY32" fmla="*/ 72615 h 96023"/>
                <a:gd name="csX33" fmla="*/ 134242 w 214023"/>
                <a:gd name="csY33" fmla="*/ 74048 h 96023"/>
                <a:gd name="csX34" fmla="*/ 132809 w 214023"/>
                <a:gd name="csY34" fmla="*/ 75003 h 96023"/>
                <a:gd name="csX35" fmla="*/ 131853 w 214023"/>
                <a:gd name="csY35" fmla="*/ 73093 h 96023"/>
                <a:gd name="csX36" fmla="*/ 128987 w 214023"/>
                <a:gd name="csY36" fmla="*/ 73093 h 96023"/>
                <a:gd name="csX37" fmla="*/ 126598 w 214023"/>
                <a:gd name="csY37" fmla="*/ 74526 h 96023"/>
                <a:gd name="csX38" fmla="*/ 122777 w 214023"/>
                <a:gd name="csY38" fmla="*/ 74526 h 96023"/>
                <a:gd name="csX39" fmla="*/ 121821 w 214023"/>
                <a:gd name="csY39" fmla="*/ 69748 h 96023"/>
                <a:gd name="csX40" fmla="*/ 121821 w 214023"/>
                <a:gd name="csY40" fmla="*/ 67837 h 96023"/>
                <a:gd name="csX41" fmla="*/ 120388 w 214023"/>
                <a:gd name="csY41" fmla="*/ 67837 h 96023"/>
                <a:gd name="csX42" fmla="*/ 118000 w 214023"/>
                <a:gd name="csY42" fmla="*/ 68793 h 96023"/>
                <a:gd name="csX43" fmla="*/ 114655 w 214023"/>
                <a:gd name="csY43" fmla="*/ 70704 h 96023"/>
                <a:gd name="csX44" fmla="*/ 110834 w 214023"/>
                <a:gd name="csY44" fmla="*/ 70704 h 96023"/>
                <a:gd name="csX45" fmla="*/ 107967 w 214023"/>
                <a:gd name="csY45" fmla="*/ 69748 h 96023"/>
                <a:gd name="csX46" fmla="*/ 107967 w 214023"/>
                <a:gd name="csY46" fmla="*/ 69748 h 96023"/>
                <a:gd name="csX47" fmla="*/ 107967 w 214023"/>
                <a:gd name="csY47" fmla="*/ 71182 h 96023"/>
                <a:gd name="csX48" fmla="*/ 108923 w 214023"/>
                <a:gd name="csY48" fmla="*/ 73093 h 96023"/>
                <a:gd name="csX49" fmla="*/ 105578 w 214023"/>
                <a:gd name="csY49" fmla="*/ 73093 h 96023"/>
                <a:gd name="csX50" fmla="*/ 104145 w 214023"/>
                <a:gd name="csY50" fmla="*/ 74526 h 96023"/>
                <a:gd name="csX51" fmla="*/ 104145 w 214023"/>
                <a:gd name="csY51" fmla="*/ 74526 h 96023"/>
                <a:gd name="csX52" fmla="*/ 100323 w 214023"/>
                <a:gd name="csY52" fmla="*/ 77870 h 96023"/>
                <a:gd name="csX53" fmla="*/ 96979 w 214023"/>
                <a:gd name="csY53" fmla="*/ 78825 h 96023"/>
                <a:gd name="csX54" fmla="*/ 92680 w 214023"/>
                <a:gd name="csY54" fmla="*/ 78825 h 96023"/>
                <a:gd name="csX55" fmla="*/ 92680 w 214023"/>
                <a:gd name="csY55" fmla="*/ 79781 h 96023"/>
                <a:gd name="csX56" fmla="*/ 92680 w 214023"/>
                <a:gd name="csY56" fmla="*/ 79781 h 96023"/>
                <a:gd name="csX57" fmla="*/ 91724 w 214023"/>
                <a:gd name="csY57" fmla="*/ 81214 h 96023"/>
                <a:gd name="csX58" fmla="*/ 90769 w 214023"/>
                <a:gd name="csY58" fmla="*/ 83603 h 96023"/>
                <a:gd name="csX59" fmla="*/ 90769 w 214023"/>
                <a:gd name="csY59" fmla="*/ 84558 h 96023"/>
                <a:gd name="csX60" fmla="*/ 89813 w 214023"/>
                <a:gd name="csY60" fmla="*/ 84558 h 96023"/>
                <a:gd name="csX61" fmla="*/ 89813 w 214023"/>
                <a:gd name="csY61" fmla="*/ 85513 h 96023"/>
                <a:gd name="csX62" fmla="*/ 90769 w 214023"/>
                <a:gd name="csY62" fmla="*/ 86469 h 96023"/>
                <a:gd name="csX63" fmla="*/ 90769 w 214023"/>
                <a:gd name="csY63" fmla="*/ 88858 h 96023"/>
                <a:gd name="csX64" fmla="*/ 90769 w 214023"/>
                <a:gd name="csY64" fmla="*/ 88858 h 96023"/>
                <a:gd name="csX65" fmla="*/ 90769 w 214023"/>
                <a:gd name="csY65" fmla="*/ 89813 h 96023"/>
                <a:gd name="csX66" fmla="*/ 88858 w 214023"/>
                <a:gd name="csY66" fmla="*/ 90769 h 96023"/>
                <a:gd name="csX67" fmla="*/ 81692 w 214023"/>
                <a:gd name="csY67" fmla="*/ 90769 h 96023"/>
                <a:gd name="csX68" fmla="*/ 80736 w 214023"/>
                <a:gd name="csY68" fmla="*/ 91724 h 96023"/>
                <a:gd name="csX69" fmla="*/ 78825 w 214023"/>
                <a:gd name="csY69" fmla="*/ 92679 h 96023"/>
                <a:gd name="csX70" fmla="*/ 61150 w 214023"/>
                <a:gd name="csY70" fmla="*/ 92679 h 96023"/>
                <a:gd name="csX71" fmla="*/ 59716 w 214023"/>
                <a:gd name="csY71" fmla="*/ 94590 h 96023"/>
                <a:gd name="csX72" fmla="*/ 58761 w 214023"/>
                <a:gd name="csY72" fmla="*/ 96024 h 96023"/>
                <a:gd name="csX73" fmla="*/ 58761 w 214023"/>
                <a:gd name="csY73" fmla="*/ 96024 h 96023"/>
                <a:gd name="csX74" fmla="*/ 57328 w 214023"/>
                <a:gd name="csY74" fmla="*/ 95068 h 96023"/>
                <a:gd name="csX75" fmla="*/ 55895 w 214023"/>
                <a:gd name="csY75" fmla="*/ 94112 h 96023"/>
                <a:gd name="csX76" fmla="*/ 54939 w 214023"/>
                <a:gd name="csY76" fmla="*/ 93157 h 96023"/>
                <a:gd name="csX77" fmla="*/ 53984 w 214023"/>
                <a:gd name="csY77" fmla="*/ 93157 h 96023"/>
                <a:gd name="csX78" fmla="*/ 50162 w 214023"/>
                <a:gd name="csY78" fmla="*/ 95068 h 96023"/>
                <a:gd name="csX79" fmla="*/ 50162 w 214023"/>
                <a:gd name="csY79" fmla="*/ 95068 h 96023"/>
                <a:gd name="csX80" fmla="*/ 49206 w 214023"/>
                <a:gd name="csY80" fmla="*/ 94112 h 96023"/>
                <a:gd name="csX81" fmla="*/ 49206 w 214023"/>
                <a:gd name="csY81" fmla="*/ 91724 h 96023"/>
                <a:gd name="csX82" fmla="*/ 48251 w 214023"/>
                <a:gd name="csY82" fmla="*/ 91724 h 96023"/>
                <a:gd name="csX83" fmla="*/ 45862 w 214023"/>
                <a:gd name="csY83" fmla="*/ 90769 h 96023"/>
                <a:gd name="csX84" fmla="*/ 44907 w 214023"/>
                <a:gd name="csY84" fmla="*/ 90769 h 96023"/>
                <a:gd name="csX85" fmla="*/ 44907 w 214023"/>
                <a:gd name="csY85" fmla="*/ 88380 h 96023"/>
                <a:gd name="csX86" fmla="*/ 44907 w 214023"/>
                <a:gd name="csY86" fmla="*/ 88380 h 96023"/>
                <a:gd name="csX87" fmla="*/ 44907 w 214023"/>
                <a:gd name="csY87" fmla="*/ 87424 h 96023"/>
                <a:gd name="csX88" fmla="*/ 43473 w 214023"/>
                <a:gd name="csY88" fmla="*/ 87424 h 96023"/>
                <a:gd name="csX89" fmla="*/ 42040 w 214023"/>
                <a:gd name="csY89" fmla="*/ 88380 h 96023"/>
                <a:gd name="csX90" fmla="*/ 41085 w 214023"/>
                <a:gd name="csY90" fmla="*/ 89335 h 96023"/>
                <a:gd name="csX91" fmla="*/ 36786 w 214023"/>
                <a:gd name="csY91" fmla="*/ 89335 h 96023"/>
                <a:gd name="csX92" fmla="*/ 35830 w 214023"/>
                <a:gd name="csY92" fmla="*/ 91724 h 96023"/>
                <a:gd name="csX93" fmla="*/ 30097 w 214023"/>
                <a:gd name="csY93" fmla="*/ 91724 h 96023"/>
                <a:gd name="csX94" fmla="*/ 29141 w 214023"/>
                <a:gd name="csY94" fmla="*/ 90291 h 96023"/>
                <a:gd name="csX95" fmla="*/ 27709 w 214023"/>
                <a:gd name="csY95" fmla="*/ 87902 h 96023"/>
                <a:gd name="csX96" fmla="*/ 23409 w 214023"/>
                <a:gd name="csY96" fmla="*/ 87902 h 96023"/>
                <a:gd name="csX97" fmla="*/ 20543 w 214023"/>
                <a:gd name="csY97" fmla="*/ 88858 h 96023"/>
                <a:gd name="csX98" fmla="*/ 19587 w 214023"/>
                <a:gd name="csY98" fmla="*/ 87902 h 96023"/>
                <a:gd name="csX99" fmla="*/ 7166 w 214023"/>
                <a:gd name="csY99" fmla="*/ 87902 h 96023"/>
                <a:gd name="csX100" fmla="*/ 4300 w 214023"/>
                <a:gd name="csY100" fmla="*/ 88858 h 96023"/>
                <a:gd name="csX101" fmla="*/ 956 w 214023"/>
                <a:gd name="csY101" fmla="*/ 88858 h 96023"/>
                <a:gd name="csX102" fmla="*/ 956 w 214023"/>
                <a:gd name="csY102" fmla="*/ 85513 h 96023"/>
                <a:gd name="csX103" fmla="*/ 0 w 214023"/>
                <a:gd name="csY103" fmla="*/ 83125 h 96023"/>
                <a:gd name="csX104" fmla="*/ 0 w 214023"/>
                <a:gd name="csY104" fmla="*/ 81692 h 96023"/>
                <a:gd name="csX105" fmla="*/ 956 w 214023"/>
                <a:gd name="csY105" fmla="*/ 79781 h 96023"/>
                <a:gd name="csX106" fmla="*/ 956 w 214023"/>
                <a:gd name="csY106" fmla="*/ 78347 h 96023"/>
                <a:gd name="csX107" fmla="*/ 2866 w 214023"/>
                <a:gd name="csY107" fmla="*/ 78347 h 96023"/>
                <a:gd name="csX108" fmla="*/ 4300 w 214023"/>
                <a:gd name="csY108" fmla="*/ 79303 h 96023"/>
                <a:gd name="csX109" fmla="*/ 5255 w 214023"/>
                <a:gd name="csY109" fmla="*/ 79303 h 96023"/>
                <a:gd name="csX110" fmla="*/ 5255 w 214023"/>
                <a:gd name="csY110" fmla="*/ 75481 h 96023"/>
                <a:gd name="csX111" fmla="*/ 6688 w 214023"/>
                <a:gd name="csY111" fmla="*/ 74526 h 96023"/>
                <a:gd name="csX112" fmla="*/ 11466 w 214023"/>
                <a:gd name="csY112" fmla="*/ 73093 h 96023"/>
                <a:gd name="csX113" fmla="*/ 15288 w 214023"/>
                <a:gd name="csY113" fmla="*/ 72137 h 96023"/>
                <a:gd name="csX114" fmla="*/ 17198 w 214023"/>
                <a:gd name="csY114" fmla="*/ 73093 h 96023"/>
                <a:gd name="csX115" fmla="*/ 21020 w 214023"/>
                <a:gd name="csY115" fmla="*/ 74526 h 96023"/>
                <a:gd name="csX116" fmla="*/ 22931 w 214023"/>
                <a:gd name="csY116" fmla="*/ 75481 h 96023"/>
                <a:gd name="csX117" fmla="*/ 24364 w 214023"/>
                <a:gd name="csY117" fmla="*/ 75481 h 96023"/>
                <a:gd name="csX118" fmla="*/ 25798 w 214023"/>
                <a:gd name="csY118" fmla="*/ 78347 h 96023"/>
                <a:gd name="csX119" fmla="*/ 27709 w 214023"/>
                <a:gd name="csY119" fmla="*/ 78347 h 96023"/>
                <a:gd name="csX120" fmla="*/ 27709 w 214023"/>
                <a:gd name="csY120" fmla="*/ 75481 h 96023"/>
                <a:gd name="csX121" fmla="*/ 29620 w 214023"/>
                <a:gd name="csY121" fmla="*/ 74526 h 96023"/>
                <a:gd name="csX122" fmla="*/ 33919 w 214023"/>
                <a:gd name="csY122" fmla="*/ 73093 h 96023"/>
                <a:gd name="csX123" fmla="*/ 33919 w 214023"/>
                <a:gd name="csY123" fmla="*/ 72137 h 96023"/>
                <a:gd name="csX124" fmla="*/ 33919 w 214023"/>
                <a:gd name="csY124" fmla="*/ 72137 h 96023"/>
                <a:gd name="csX125" fmla="*/ 35830 w 214023"/>
                <a:gd name="csY125" fmla="*/ 71182 h 96023"/>
                <a:gd name="csX126" fmla="*/ 41563 w 214023"/>
                <a:gd name="csY126" fmla="*/ 71182 h 96023"/>
                <a:gd name="csX127" fmla="*/ 42996 w 214023"/>
                <a:gd name="csY127" fmla="*/ 72137 h 96023"/>
                <a:gd name="csX128" fmla="*/ 44429 w 214023"/>
                <a:gd name="csY128" fmla="*/ 73093 h 96023"/>
                <a:gd name="csX129" fmla="*/ 46818 w 214023"/>
                <a:gd name="csY129" fmla="*/ 73093 h 96023"/>
                <a:gd name="csX130" fmla="*/ 46818 w 214023"/>
                <a:gd name="csY130" fmla="*/ 74526 h 96023"/>
                <a:gd name="csX131" fmla="*/ 48251 w 214023"/>
                <a:gd name="csY131" fmla="*/ 73570 h 96023"/>
                <a:gd name="csX132" fmla="*/ 49684 w 214023"/>
                <a:gd name="csY132" fmla="*/ 72615 h 96023"/>
                <a:gd name="csX133" fmla="*/ 51595 w 214023"/>
                <a:gd name="csY133" fmla="*/ 72615 h 96023"/>
                <a:gd name="csX134" fmla="*/ 51595 w 214023"/>
                <a:gd name="csY134" fmla="*/ 71182 h 96023"/>
                <a:gd name="csX135" fmla="*/ 52550 w 214023"/>
                <a:gd name="csY135" fmla="*/ 70226 h 96023"/>
                <a:gd name="csX136" fmla="*/ 54939 w 214023"/>
                <a:gd name="csY136" fmla="*/ 67837 h 96023"/>
                <a:gd name="csX137" fmla="*/ 57328 w 214023"/>
                <a:gd name="csY137" fmla="*/ 67837 h 96023"/>
                <a:gd name="csX138" fmla="*/ 57328 w 214023"/>
                <a:gd name="csY138" fmla="*/ 68793 h 96023"/>
                <a:gd name="csX139" fmla="*/ 59239 w 214023"/>
                <a:gd name="csY139" fmla="*/ 68793 h 96023"/>
                <a:gd name="csX140" fmla="*/ 59239 w 214023"/>
                <a:gd name="csY140" fmla="*/ 66404 h 96023"/>
                <a:gd name="csX141" fmla="*/ 59239 w 214023"/>
                <a:gd name="csY141" fmla="*/ 66404 h 96023"/>
                <a:gd name="csX142" fmla="*/ 59239 w 214023"/>
                <a:gd name="csY142" fmla="*/ 65449 h 96023"/>
                <a:gd name="csX143" fmla="*/ 59239 w 214023"/>
                <a:gd name="csY143" fmla="*/ 65449 h 96023"/>
                <a:gd name="csX144" fmla="*/ 62582 w 214023"/>
                <a:gd name="csY144" fmla="*/ 66404 h 96023"/>
                <a:gd name="csX145" fmla="*/ 64493 w 214023"/>
                <a:gd name="csY145" fmla="*/ 66404 h 96023"/>
                <a:gd name="csX146" fmla="*/ 64493 w 214023"/>
                <a:gd name="csY146" fmla="*/ 65449 h 96023"/>
                <a:gd name="csX147" fmla="*/ 65927 w 214023"/>
                <a:gd name="csY147" fmla="*/ 64016 h 96023"/>
                <a:gd name="csX148" fmla="*/ 65927 w 214023"/>
                <a:gd name="csY148" fmla="*/ 63060 h 96023"/>
                <a:gd name="csX149" fmla="*/ 73093 w 214023"/>
                <a:gd name="csY149" fmla="*/ 59716 h 96023"/>
                <a:gd name="csX150" fmla="*/ 73093 w 214023"/>
                <a:gd name="csY150" fmla="*/ 59716 h 96023"/>
                <a:gd name="csX151" fmla="*/ 73093 w 214023"/>
                <a:gd name="csY151" fmla="*/ 58761 h 96023"/>
                <a:gd name="csX152" fmla="*/ 70227 w 214023"/>
                <a:gd name="csY152" fmla="*/ 57805 h 96023"/>
                <a:gd name="csX153" fmla="*/ 62582 w 214023"/>
                <a:gd name="csY153" fmla="*/ 57805 h 96023"/>
                <a:gd name="csX154" fmla="*/ 60194 w 214023"/>
                <a:gd name="csY154" fmla="*/ 54939 h 96023"/>
                <a:gd name="csX155" fmla="*/ 58761 w 214023"/>
                <a:gd name="csY155" fmla="*/ 53983 h 96023"/>
                <a:gd name="csX156" fmla="*/ 54461 w 214023"/>
                <a:gd name="csY156" fmla="*/ 53983 h 96023"/>
                <a:gd name="csX157" fmla="*/ 54461 w 214023"/>
                <a:gd name="csY157" fmla="*/ 50162 h 96023"/>
                <a:gd name="csX158" fmla="*/ 48251 w 214023"/>
                <a:gd name="csY158" fmla="*/ 50162 h 96023"/>
                <a:gd name="csX159" fmla="*/ 48251 w 214023"/>
                <a:gd name="csY159" fmla="*/ 46340 h 96023"/>
                <a:gd name="csX160" fmla="*/ 46818 w 214023"/>
                <a:gd name="csY160" fmla="*/ 44906 h 96023"/>
                <a:gd name="csX161" fmla="*/ 45862 w 214023"/>
                <a:gd name="csY161" fmla="*/ 44906 h 96023"/>
                <a:gd name="csX162" fmla="*/ 44907 w 214023"/>
                <a:gd name="csY162" fmla="*/ 43951 h 96023"/>
                <a:gd name="csX163" fmla="*/ 44907 w 214023"/>
                <a:gd name="csY163" fmla="*/ 42518 h 96023"/>
                <a:gd name="csX164" fmla="*/ 44907 w 214023"/>
                <a:gd name="csY164" fmla="*/ 42518 h 96023"/>
                <a:gd name="csX165" fmla="*/ 43951 w 214023"/>
                <a:gd name="csY165" fmla="*/ 43473 h 96023"/>
                <a:gd name="csX166" fmla="*/ 43951 w 214023"/>
                <a:gd name="csY166" fmla="*/ 47295 h 96023"/>
                <a:gd name="csX167" fmla="*/ 41563 w 214023"/>
                <a:gd name="csY167" fmla="*/ 47295 h 96023"/>
                <a:gd name="csX168" fmla="*/ 40129 w 214023"/>
                <a:gd name="csY168" fmla="*/ 46340 h 96023"/>
                <a:gd name="csX169" fmla="*/ 40129 w 214023"/>
                <a:gd name="csY169" fmla="*/ 51117 h 96023"/>
                <a:gd name="csX170" fmla="*/ 40129 w 214023"/>
                <a:gd name="csY170" fmla="*/ 51117 h 96023"/>
                <a:gd name="csX171" fmla="*/ 38218 w 214023"/>
                <a:gd name="csY171" fmla="*/ 50162 h 96023"/>
                <a:gd name="csX172" fmla="*/ 34397 w 214023"/>
                <a:gd name="csY172" fmla="*/ 50162 h 96023"/>
                <a:gd name="csX173" fmla="*/ 32486 w 214023"/>
                <a:gd name="csY173" fmla="*/ 49206 h 96023"/>
                <a:gd name="csX174" fmla="*/ 31052 w 214023"/>
                <a:gd name="csY174" fmla="*/ 49206 h 96023"/>
                <a:gd name="csX175" fmla="*/ 29141 w 214023"/>
                <a:gd name="csY175" fmla="*/ 48251 h 96023"/>
                <a:gd name="csX176" fmla="*/ 27709 w 214023"/>
                <a:gd name="csY176" fmla="*/ 47295 h 96023"/>
                <a:gd name="csX177" fmla="*/ 26753 w 214023"/>
                <a:gd name="csY177" fmla="*/ 43951 h 96023"/>
                <a:gd name="csX178" fmla="*/ 25798 w 214023"/>
                <a:gd name="csY178" fmla="*/ 42996 h 96023"/>
                <a:gd name="csX179" fmla="*/ 24842 w 214023"/>
                <a:gd name="csY179" fmla="*/ 42996 h 96023"/>
                <a:gd name="csX180" fmla="*/ 21498 w 214023"/>
                <a:gd name="csY180" fmla="*/ 43951 h 96023"/>
                <a:gd name="csX181" fmla="*/ 20065 w 214023"/>
                <a:gd name="csY181" fmla="*/ 42996 h 96023"/>
                <a:gd name="csX182" fmla="*/ 17676 w 214023"/>
                <a:gd name="csY182" fmla="*/ 42040 h 96023"/>
                <a:gd name="csX183" fmla="*/ 15765 w 214023"/>
                <a:gd name="csY183" fmla="*/ 42040 h 96023"/>
                <a:gd name="csX184" fmla="*/ 15765 w 214023"/>
                <a:gd name="csY184" fmla="*/ 40129 h 96023"/>
                <a:gd name="csX185" fmla="*/ 21498 w 214023"/>
                <a:gd name="csY185" fmla="*/ 36307 h 96023"/>
                <a:gd name="csX186" fmla="*/ 23409 w 214023"/>
                <a:gd name="csY186" fmla="*/ 33919 h 96023"/>
                <a:gd name="csX187" fmla="*/ 24842 w 214023"/>
                <a:gd name="csY187" fmla="*/ 32963 h 96023"/>
                <a:gd name="csX188" fmla="*/ 26753 w 214023"/>
                <a:gd name="csY188" fmla="*/ 32963 h 96023"/>
                <a:gd name="csX189" fmla="*/ 27709 w 214023"/>
                <a:gd name="csY189" fmla="*/ 32008 h 96023"/>
                <a:gd name="csX190" fmla="*/ 27709 w 214023"/>
                <a:gd name="csY190" fmla="*/ 32008 h 96023"/>
                <a:gd name="csX191" fmla="*/ 28664 w 214023"/>
                <a:gd name="csY191" fmla="*/ 29619 h 96023"/>
                <a:gd name="csX192" fmla="*/ 29620 w 214023"/>
                <a:gd name="csY192" fmla="*/ 29619 h 96023"/>
                <a:gd name="csX193" fmla="*/ 32008 w 214023"/>
                <a:gd name="csY193" fmla="*/ 28664 h 96023"/>
                <a:gd name="csX194" fmla="*/ 35830 w 214023"/>
                <a:gd name="csY194" fmla="*/ 26753 h 96023"/>
                <a:gd name="csX195" fmla="*/ 35830 w 214023"/>
                <a:gd name="csY195" fmla="*/ 26753 h 96023"/>
                <a:gd name="csX196" fmla="*/ 35830 w 214023"/>
                <a:gd name="csY196" fmla="*/ 25797 h 96023"/>
                <a:gd name="csX197" fmla="*/ 34397 w 214023"/>
                <a:gd name="csY197" fmla="*/ 24842 h 96023"/>
                <a:gd name="csX198" fmla="*/ 32486 w 214023"/>
                <a:gd name="csY198" fmla="*/ 23886 h 96023"/>
                <a:gd name="csX199" fmla="*/ 31052 w 214023"/>
                <a:gd name="csY199" fmla="*/ 23886 h 96023"/>
                <a:gd name="csX200" fmla="*/ 30097 w 214023"/>
                <a:gd name="csY200" fmla="*/ 22931 h 96023"/>
                <a:gd name="csX201" fmla="*/ 30097 w 214023"/>
                <a:gd name="csY201" fmla="*/ 21975 h 96023"/>
                <a:gd name="csX202" fmla="*/ 31052 w 214023"/>
                <a:gd name="csY202" fmla="*/ 20064 h 96023"/>
                <a:gd name="csX203" fmla="*/ 32008 w 214023"/>
                <a:gd name="csY203" fmla="*/ 19109 h 96023"/>
                <a:gd name="csX204" fmla="*/ 32008 w 214023"/>
                <a:gd name="csY204" fmla="*/ 17198 h 96023"/>
                <a:gd name="csX205" fmla="*/ 33919 w 214023"/>
                <a:gd name="csY205" fmla="*/ 15765 h 96023"/>
                <a:gd name="csX206" fmla="*/ 33919 w 214023"/>
                <a:gd name="csY206" fmla="*/ 15765 h 96023"/>
                <a:gd name="csX207" fmla="*/ 35352 w 214023"/>
                <a:gd name="csY207" fmla="*/ 13854 h 96023"/>
                <a:gd name="csX208" fmla="*/ 37263 w 214023"/>
                <a:gd name="csY208" fmla="*/ 12421 h 96023"/>
                <a:gd name="csX209" fmla="*/ 40607 w 214023"/>
                <a:gd name="csY209" fmla="*/ 11465 h 96023"/>
                <a:gd name="csX210" fmla="*/ 44429 w 214023"/>
                <a:gd name="csY210" fmla="*/ 11465 h 96023"/>
                <a:gd name="csX211" fmla="*/ 46818 w 214023"/>
                <a:gd name="csY211" fmla="*/ 10510 h 96023"/>
                <a:gd name="csX212" fmla="*/ 48251 w 214023"/>
                <a:gd name="csY212" fmla="*/ 10510 h 96023"/>
                <a:gd name="csX213" fmla="*/ 54939 w 214023"/>
                <a:gd name="csY213" fmla="*/ 11943 h 96023"/>
                <a:gd name="csX214" fmla="*/ 57328 w 214023"/>
                <a:gd name="csY214" fmla="*/ 11943 h 96023"/>
                <a:gd name="csX215" fmla="*/ 62582 w 214023"/>
                <a:gd name="csY215" fmla="*/ 13854 h 96023"/>
                <a:gd name="csX216" fmla="*/ 64971 w 214023"/>
                <a:gd name="csY216" fmla="*/ 13854 h 96023"/>
                <a:gd name="csX217" fmla="*/ 66882 w 214023"/>
                <a:gd name="csY217" fmla="*/ 14809 h 96023"/>
                <a:gd name="csX218" fmla="*/ 67838 w 214023"/>
                <a:gd name="csY218" fmla="*/ 15765 h 96023"/>
                <a:gd name="csX219" fmla="*/ 67838 w 214023"/>
                <a:gd name="csY219" fmla="*/ 15765 h 96023"/>
                <a:gd name="csX220" fmla="*/ 68793 w 214023"/>
                <a:gd name="csY220" fmla="*/ 16721 h 96023"/>
                <a:gd name="csX221" fmla="*/ 75481 w 214023"/>
                <a:gd name="csY221" fmla="*/ 17676 h 96023"/>
                <a:gd name="csX222" fmla="*/ 77393 w 214023"/>
                <a:gd name="csY222" fmla="*/ 17676 h 96023"/>
                <a:gd name="csX223" fmla="*/ 77393 w 214023"/>
                <a:gd name="csY223" fmla="*/ 19109 h 96023"/>
                <a:gd name="csX224" fmla="*/ 79303 w 214023"/>
                <a:gd name="csY224" fmla="*/ 20064 h 96023"/>
                <a:gd name="csX225" fmla="*/ 80736 w 214023"/>
                <a:gd name="csY225" fmla="*/ 20064 h 96023"/>
                <a:gd name="csX226" fmla="*/ 79303 w 214023"/>
                <a:gd name="csY226" fmla="*/ 15765 h 96023"/>
                <a:gd name="csX227" fmla="*/ 79303 w 214023"/>
                <a:gd name="csY227" fmla="*/ 12898 h 96023"/>
                <a:gd name="csX228" fmla="*/ 82170 w 214023"/>
                <a:gd name="csY228" fmla="*/ 5255 h 96023"/>
                <a:gd name="csX229" fmla="*/ 83125 w 214023"/>
                <a:gd name="csY229" fmla="*/ 4299 h 96023"/>
                <a:gd name="csX230" fmla="*/ 85036 w 214023"/>
                <a:gd name="csY230" fmla="*/ 3344 h 96023"/>
                <a:gd name="csX231" fmla="*/ 85036 w 214023"/>
                <a:gd name="csY231" fmla="*/ 3344 h 96023"/>
                <a:gd name="csX232" fmla="*/ 88380 w 214023"/>
                <a:gd name="csY232" fmla="*/ 2389 h 96023"/>
                <a:gd name="csX233" fmla="*/ 89813 w 214023"/>
                <a:gd name="csY233" fmla="*/ 955 h 96023"/>
                <a:gd name="csX234" fmla="*/ 94591 w 214023"/>
                <a:gd name="csY234" fmla="*/ 955 h 96023"/>
                <a:gd name="csX235" fmla="*/ 94591 w 214023"/>
                <a:gd name="csY235" fmla="*/ 0 h 96023"/>
                <a:gd name="csX236" fmla="*/ 97457 w 214023"/>
                <a:gd name="csY236" fmla="*/ 1433 h 96023"/>
                <a:gd name="csX237" fmla="*/ 102712 w 214023"/>
                <a:gd name="csY237" fmla="*/ 4299 h 96023"/>
                <a:gd name="csX238" fmla="*/ 106534 w 214023"/>
                <a:gd name="csY238" fmla="*/ 6210 h 96023"/>
                <a:gd name="csX239" fmla="*/ 111311 w 214023"/>
                <a:gd name="csY239" fmla="*/ 8121 h 96023"/>
                <a:gd name="csX240" fmla="*/ 117521 w 214023"/>
                <a:gd name="csY240" fmla="*/ 10032 h 96023"/>
                <a:gd name="csX241" fmla="*/ 123732 w 214023"/>
                <a:gd name="csY241" fmla="*/ 10032 h 96023"/>
                <a:gd name="csX242" fmla="*/ 125643 w 214023"/>
                <a:gd name="csY242" fmla="*/ 7166 h 96023"/>
                <a:gd name="csX243" fmla="*/ 142841 w 214023"/>
                <a:gd name="csY243" fmla="*/ 7166 h 96023"/>
                <a:gd name="csX244" fmla="*/ 148574 w 214023"/>
                <a:gd name="csY244" fmla="*/ 5733 h 96023"/>
                <a:gd name="csX245" fmla="*/ 150962 w 214023"/>
                <a:gd name="csY245" fmla="*/ 5733 h 96023"/>
                <a:gd name="csX246" fmla="*/ 154307 w 214023"/>
                <a:gd name="csY246" fmla="*/ 7166 h 96023"/>
                <a:gd name="csX247" fmla="*/ 165294 w 214023"/>
                <a:gd name="csY247" fmla="*/ 7166 h 96023"/>
                <a:gd name="csX248" fmla="*/ 169594 w 214023"/>
                <a:gd name="csY248" fmla="*/ 8121 h 96023"/>
                <a:gd name="csX249" fmla="*/ 179626 w 214023"/>
                <a:gd name="csY249" fmla="*/ 8121 h 96023"/>
                <a:gd name="csX250" fmla="*/ 182015 w 214023"/>
                <a:gd name="csY250" fmla="*/ 9077 h 96023"/>
                <a:gd name="csX251" fmla="*/ 193003 w 214023"/>
                <a:gd name="csY251" fmla="*/ 9077 h 96023"/>
                <a:gd name="csX252" fmla="*/ 193958 w 214023"/>
                <a:gd name="csY252" fmla="*/ 11465 h 96023"/>
                <a:gd name="csX253" fmla="*/ 194914 w 214023"/>
                <a:gd name="csY253" fmla="*/ 11465 h 96023"/>
                <a:gd name="csX254" fmla="*/ 195869 w 214023"/>
                <a:gd name="csY254" fmla="*/ 12898 h 96023"/>
                <a:gd name="csX255" fmla="*/ 197302 w 214023"/>
                <a:gd name="csY255" fmla="*/ 14332 h 96023"/>
                <a:gd name="csX256" fmla="*/ 198735 w 214023"/>
                <a:gd name="csY256" fmla="*/ 15765 h 96023"/>
                <a:gd name="csX257" fmla="*/ 208290 w 214023"/>
                <a:gd name="csY257" fmla="*/ 15765 h 96023"/>
                <a:gd name="csX258" fmla="*/ 211157 w 214023"/>
                <a:gd name="csY258" fmla="*/ 19109 h 96023"/>
                <a:gd name="csX259" fmla="*/ 214023 w 214023"/>
                <a:gd name="csY259" fmla="*/ 21975 h 96023"/>
                <a:gd name="csX260" fmla="*/ 214023 w 214023"/>
                <a:gd name="csY260" fmla="*/ 23409 h 96023"/>
                <a:gd name="csX261" fmla="*/ 209246 w 214023"/>
                <a:gd name="csY261" fmla="*/ 27230 h 96023"/>
                <a:gd name="csX262" fmla="*/ 207812 w 214023"/>
                <a:gd name="csY262" fmla="*/ 32486 h 96023"/>
                <a:gd name="csX263" fmla="*/ 40129 w 214023"/>
                <a:gd name="csY263" fmla="*/ 85036 h 96023"/>
                <a:gd name="csX264" fmla="*/ 40129 w 214023"/>
                <a:gd name="csY264" fmla="*/ 84080 h 96023"/>
                <a:gd name="csX265" fmla="*/ 38696 w 214023"/>
                <a:gd name="csY265" fmla="*/ 84080 h 96023"/>
                <a:gd name="csX266" fmla="*/ 39652 w 214023"/>
                <a:gd name="csY266" fmla="*/ 85991 h 96023"/>
                <a:gd name="csX267" fmla="*/ 40607 w 214023"/>
                <a:gd name="csY267" fmla="*/ 85991 h 96023"/>
                <a:gd name="csX268" fmla="*/ 40607 w 214023"/>
                <a:gd name="csY268" fmla="*/ 85036 h 96023"/>
                <a:gd name="csX269" fmla="*/ 40129 w 214023"/>
                <a:gd name="csY269" fmla="*/ 85036 h 96023"/>
                <a:gd name="csX270" fmla="*/ 28186 w 214023"/>
                <a:gd name="csY270" fmla="*/ 84080 h 96023"/>
                <a:gd name="csX271" fmla="*/ 29141 w 214023"/>
                <a:gd name="csY271" fmla="*/ 82647 h 96023"/>
                <a:gd name="csX272" fmla="*/ 27231 w 214023"/>
                <a:gd name="csY272" fmla="*/ 82647 h 96023"/>
                <a:gd name="csX273" fmla="*/ 26275 w 214023"/>
                <a:gd name="csY273" fmla="*/ 81692 h 96023"/>
                <a:gd name="csX274" fmla="*/ 25320 w 214023"/>
                <a:gd name="csY274" fmla="*/ 80258 h 96023"/>
                <a:gd name="csX275" fmla="*/ 25320 w 214023"/>
                <a:gd name="csY275" fmla="*/ 80258 h 96023"/>
                <a:gd name="csX276" fmla="*/ 25320 w 214023"/>
                <a:gd name="csY276" fmla="*/ 82169 h 96023"/>
                <a:gd name="csX277" fmla="*/ 26275 w 214023"/>
                <a:gd name="csY277" fmla="*/ 83125 h 96023"/>
                <a:gd name="csX278" fmla="*/ 26275 w 214023"/>
                <a:gd name="csY278" fmla="*/ 83125 h 96023"/>
                <a:gd name="csX279" fmla="*/ 26275 w 214023"/>
                <a:gd name="csY279" fmla="*/ 85513 h 96023"/>
                <a:gd name="csX280" fmla="*/ 29141 w 214023"/>
                <a:gd name="csY280" fmla="*/ 85513 h 96023"/>
                <a:gd name="csX281" fmla="*/ 28186 w 214023"/>
                <a:gd name="csY281" fmla="*/ 83125 h 96023"/>
                <a:gd name="csX282" fmla="*/ 28186 w 214023"/>
                <a:gd name="csY282" fmla="*/ 84080 h 96023"/>
                <a:gd name="csX283" fmla="*/ 28186 w 214023"/>
                <a:gd name="csY283" fmla="*/ 84080 h 96023"/>
                <a:gd name="csX284" fmla="*/ 19109 w 214023"/>
                <a:gd name="csY284" fmla="*/ 87902 h 96023"/>
                <a:gd name="csX285" fmla="*/ 19109 w 214023"/>
                <a:gd name="csY285" fmla="*/ 87902 h 96023"/>
                <a:gd name="csX286" fmla="*/ 19109 w 214023"/>
                <a:gd name="csY286" fmla="*/ 86947 h 96023"/>
                <a:gd name="csX287" fmla="*/ 16243 w 214023"/>
                <a:gd name="csY287" fmla="*/ 86947 h 96023"/>
                <a:gd name="csX288" fmla="*/ 16243 w 214023"/>
                <a:gd name="csY288" fmla="*/ 88380 h 96023"/>
                <a:gd name="csX289" fmla="*/ 17198 w 214023"/>
                <a:gd name="csY289" fmla="*/ 89335 h 96023"/>
                <a:gd name="csX290" fmla="*/ 18154 w 214023"/>
                <a:gd name="csY290" fmla="*/ 89335 h 96023"/>
                <a:gd name="csX291" fmla="*/ 20065 w 214023"/>
                <a:gd name="csY291" fmla="*/ 88380 h 96023"/>
                <a:gd name="csX292" fmla="*/ 19109 w 214023"/>
                <a:gd name="csY292" fmla="*/ 88380 h 96023"/>
                <a:gd name="csX293" fmla="*/ 19109 w 214023"/>
                <a:gd name="csY293" fmla="*/ 87902 h 96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</a:cxnLst>
              <a:rect l="l" t="t" r="r" b="b"/>
              <a:pathLst>
                <a:path w="214023" h="96023">
                  <a:moveTo>
                    <a:pt x="207812" y="32486"/>
                  </a:moveTo>
                  <a:lnTo>
                    <a:pt x="207812" y="34396"/>
                  </a:lnTo>
                  <a:lnTo>
                    <a:pt x="207812" y="34396"/>
                  </a:lnTo>
                  <a:lnTo>
                    <a:pt x="201602" y="35352"/>
                  </a:lnTo>
                  <a:lnTo>
                    <a:pt x="200169" y="35352"/>
                  </a:lnTo>
                  <a:lnTo>
                    <a:pt x="198735" y="38218"/>
                  </a:lnTo>
                  <a:lnTo>
                    <a:pt x="193480" y="40129"/>
                  </a:lnTo>
                  <a:lnTo>
                    <a:pt x="190614" y="41085"/>
                  </a:lnTo>
                  <a:lnTo>
                    <a:pt x="189659" y="41085"/>
                  </a:lnTo>
                  <a:lnTo>
                    <a:pt x="186792" y="42518"/>
                  </a:lnTo>
                  <a:lnTo>
                    <a:pt x="178671" y="46340"/>
                  </a:lnTo>
                  <a:lnTo>
                    <a:pt x="176282" y="47773"/>
                  </a:lnTo>
                  <a:lnTo>
                    <a:pt x="174849" y="48728"/>
                  </a:lnTo>
                  <a:lnTo>
                    <a:pt x="172938" y="49684"/>
                  </a:lnTo>
                  <a:lnTo>
                    <a:pt x="172938" y="49684"/>
                  </a:lnTo>
                  <a:lnTo>
                    <a:pt x="171983" y="50639"/>
                  </a:lnTo>
                  <a:lnTo>
                    <a:pt x="171983" y="50639"/>
                  </a:lnTo>
                  <a:lnTo>
                    <a:pt x="171983" y="52550"/>
                  </a:lnTo>
                  <a:lnTo>
                    <a:pt x="167683" y="57328"/>
                  </a:lnTo>
                  <a:lnTo>
                    <a:pt x="161473" y="57328"/>
                  </a:lnTo>
                  <a:lnTo>
                    <a:pt x="159562" y="58283"/>
                  </a:lnTo>
                  <a:lnTo>
                    <a:pt x="156695" y="59238"/>
                  </a:lnTo>
                  <a:lnTo>
                    <a:pt x="143796" y="59238"/>
                  </a:lnTo>
                  <a:lnTo>
                    <a:pt x="142364" y="60194"/>
                  </a:lnTo>
                  <a:lnTo>
                    <a:pt x="142364" y="60194"/>
                  </a:lnTo>
                  <a:lnTo>
                    <a:pt x="139975" y="64016"/>
                  </a:lnTo>
                  <a:lnTo>
                    <a:pt x="139019" y="64971"/>
                  </a:lnTo>
                  <a:lnTo>
                    <a:pt x="139019" y="65927"/>
                  </a:lnTo>
                  <a:lnTo>
                    <a:pt x="139019" y="65927"/>
                  </a:lnTo>
                  <a:lnTo>
                    <a:pt x="139019" y="67837"/>
                  </a:lnTo>
                  <a:lnTo>
                    <a:pt x="137586" y="69748"/>
                  </a:lnTo>
                  <a:lnTo>
                    <a:pt x="136631" y="71182"/>
                  </a:lnTo>
                  <a:lnTo>
                    <a:pt x="135675" y="72615"/>
                  </a:lnTo>
                  <a:lnTo>
                    <a:pt x="134242" y="74048"/>
                  </a:lnTo>
                  <a:lnTo>
                    <a:pt x="132809" y="75003"/>
                  </a:lnTo>
                  <a:lnTo>
                    <a:pt x="131853" y="73093"/>
                  </a:lnTo>
                  <a:lnTo>
                    <a:pt x="128987" y="73093"/>
                  </a:lnTo>
                  <a:lnTo>
                    <a:pt x="126598" y="74526"/>
                  </a:lnTo>
                  <a:lnTo>
                    <a:pt x="122777" y="74526"/>
                  </a:lnTo>
                  <a:lnTo>
                    <a:pt x="121821" y="69748"/>
                  </a:lnTo>
                  <a:lnTo>
                    <a:pt x="121821" y="67837"/>
                  </a:lnTo>
                  <a:lnTo>
                    <a:pt x="120388" y="67837"/>
                  </a:lnTo>
                  <a:lnTo>
                    <a:pt x="118000" y="68793"/>
                  </a:lnTo>
                  <a:lnTo>
                    <a:pt x="114655" y="70704"/>
                  </a:lnTo>
                  <a:lnTo>
                    <a:pt x="110834" y="70704"/>
                  </a:lnTo>
                  <a:lnTo>
                    <a:pt x="107967" y="69748"/>
                  </a:lnTo>
                  <a:lnTo>
                    <a:pt x="107967" y="69748"/>
                  </a:lnTo>
                  <a:lnTo>
                    <a:pt x="107967" y="71182"/>
                  </a:lnTo>
                  <a:lnTo>
                    <a:pt x="108923" y="73093"/>
                  </a:lnTo>
                  <a:lnTo>
                    <a:pt x="105578" y="73093"/>
                  </a:lnTo>
                  <a:lnTo>
                    <a:pt x="104145" y="74526"/>
                  </a:lnTo>
                  <a:lnTo>
                    <a:pt x="104145" y="74526"/>
                  </a:lnTo>
                  <a:lnTo>
                    <a:pt x="100323" y="77870"/>
                  </a:lnTo>
                  <a:lnTo>
                    <a:pt x="96979" y="78825"/>
                  </a:lnTo>
                  <a:lnTo>
                    <a:pt x="92680" y="78825"/>
                  </a:lnTo>
                  <a:lnTo>
                    <a:pt x="92680" y="79781"/>
                  </a:lnTo>
                  <a:lnTo>
                    <a:pt x="92680" y="79781"/>
                  </a:lnTo>
                  <a:lnTo>
                    <a:pt x="91724" y="81214"/>
                  </a:lnTo>
                  <a:lnTo>
                    <a:pt x="90769" y="83603"/>
                  </a:lnTo>
                  <a:lnTo>
                    <a:pt x="90769" y="84558"/>
                  </a:lnTo>
                  <a:lnTo>
                    <a:pt x="89813" y="84558"/>
                  </a:lnTo>
                  <a:lnTo>
                    <a:pt x="89813" y="85513"/>
                  </a:lnTo>
                  <a:lnTo>
                    <a:pt x="90769" y="86469"/>
                  </a:lnTo>
                  <a:lnTo>
                    <a:pt x="90769" y="88858"/>
                  </a:lnTo>
                  <a:lnTo>
                    <a:pt x="90769" y="88858"/>
                  </a:lnTo>
                  <a:lnTo>
                    <a:pt x="90769" y="89813"/>
                  </a:lnTo>
                  <a:lnTo>
                    <a:pt x="88858" y="90769"/>
                  </a:lnTo>
                  <a:lnTo>
                    <a:pt x="81692" y="90769"/>
                  </a:lnTo>
                  <a:lnTo>
                    <a:pt x="80736" y="91724"/>
                  </a:lnTo>
                  <a:lnTo>
                    <a:pt x="78825" y="92679"/>
                  </a:lnTo>
                  <a:lnTo>
                    <a:pt x="61150" y="92679"/>
                  </a:lnTo>
                  <a:lnTo>
                    <a:pt x="59716" y="94590"/>
                  </a:lnTo>
                  <a:lnTo>
                    <a:pt x="58761" y="96024"/>
                  </a:lnTo>
                  <a:lnTo>
                    <a:pt x="58761" y="96024"/>
                  </a:lnTo>
                  <a:lnTo>
                    <a:pt x="57328" y="95068"/>
                  </a:lnTo>
                  <a:lnTo>
                    <a:pt x="55895" y="94112"/>
                  </a:lnTo>
                  <a:lnTo>
                    <a:pt x="54939" y="93157"/>
                  </a:lnTo>
                  <a:lnTo>
                    <a:pt x="53984" y="93157"/>
                  </a:lnTo>
                  <a:lnTo>
                    <a:pt x="50162" y="95068"/>
                  </a:lnTo>
                  <a:lnTo>
                    <a:pt x="50162" y="95068"/>
                  </a:lnTo>
                  <a:lnTo>
                    <a:pt x="49206" y="94112"/>
                  </a:lnTo>
                  <a:lnTo>
                    <a:pt x="49206" y="91724"/>
                  </a:lnTo>
                  <a:lnTo>
                    <a:pt x="48251" y="91724"/>
                  </a:lnTo>
                  <a:lnTo>
                    <a:pt x="45862" y="90769"/>
                  </a:lnTo>
                  <a:lnTo>
                    <a:pt x="44907" y="90769"/>
                  </a:lnTo>
                  <a:lnTo>
                    <a:pt x="44907" y="88380"/>
                  </a:lnTo>
                  <a:lnTo>
                    <a:pt x="44907" y="88380"/>
                  </a:lnTo>
                  <a:lnTo>
                    <a:pt x="44907" y="87424"/>
                  </a:lnTo>
                  <a:lnTo>
                    <a:pt x="43473" y="87424"/>
                  </a:lnTo>
                  <a:lnTo>
                    <a:pt x="42040" y="88380"/>
                  </a:lnTo>
                  <a:lnTo>
                    <a:pt x="41085" y="89335"/>
                  </a:lnTo>
                  <a:lnTo>
                    <a:pt x="36786" y="89335"/>
                  </a:lnTo>
                  <a:lnTo>
                    <a:pt x="35830" y="91724"/>
                  </a:lnTo>
                  <a:lnTo>
                    <a:pt x="30097" y="91724"/>
                  </a:lnTo>
                  <a:lnTo>
                    <a:pt x="29141" y="90291"/>
                  </a:lnTo>
                  <a:lnTo>
                    <a:pt x="27709" y="87902"/>
                  </a:lnTo>
                  <a:lnTo>
                    <a:pt x="23409" y="87902"/>
                  </a:lnTo>
                  <a:lnTo>
                    <a:pt x="20543" y="88858"/>
                  </a:lnTo>
                  <a:lnTo>
                    <a:pt x="19587" y="87902"/>
                  </a:lnTo>
                  <a:lnTo>
                    <a:pt x="7166" y="87902"/>
                  </a:lnTo>
                  <a:lnTo>
                    <a:pt x="4300" y="88858"/>
                  </a:lnTo>
                  <a:lnTo>
                    <a:pt x="956" y="88858"/>
                  </a:lnTo>
                  <a:lnTo>
                    <a:pt x="956" y="85513"/>
                  </a:lnTo>
                  <a:lnTo>
                    <a:pt x="0" y="83125"/>
                  </a:lnTo>
                  <a:lnTo>
                    <a:pt x="0" y="81692"/>
                  </a:lnTo>
                  <a:lnTo>
                    <a:pt x="956" y="79781"/>
                  </a:lnTo>
                  <a:lnTo>
                    <a:pt x="956" y="78347"/>
                  </a:lnTo>
                  <a:lnTo>
                    <a:pt x="2866" y="78347"/>
                  </a:lnTo>
                  <a:lnTo>
                    <a:pt x="4300" y="79303"/>
                  </a:lnTo>
                  <a:lnTo>
                    <a:pt x="5255" y="79303"/>
                  </a:lnTo>
                  <a:lnTo>
                    <a:pt x="5255" y="75481"/>
                  </a:lnTo>
                  <a:lnTo>
                    <a:pt x="6688" y="74526"/>
                  </a:lnTo>
                  <a:lnTo>
                    <a:pt x="11466" y="73093"/>
                  </a:lnTo>
                  <a:lnTo>
                    <a:pt x="15288" y="72137"/>
                  </a:lnTo>
                  <a:lnTo>
                    <a:pt x="17198" y="73093"/>
                  </a:lnTo>
                  <a:lnTo>
                    <a:pt x="21020" y="74526"/>
                  </a:lnTo>
                  <a:lnTo>
                    <a:pt x="22931" y="75481"/>
                  </a:lnTo>
                  <a:lnTo>
                    <a:pt x="24364" y="75481"/>
                  </a:lnTo>
                  <a:lnTo>
                    <a:pt x="25798" y="78347"/>
                  </a:lnTo>
                  <a:lnTo>
                    <a:pt x="27709" y="78347"/>
                  </a:lnTo>
                  <a:lnTo>
                    <a:pt x="27709" y="75481"/>
                  </a:lnTo>
                  <a:lnTo>
                    <a:pt x="29620" y="74526"/>
                  </a:lnTo>
                  <a:lnTo>
                    <a:pt x="33919" y="73093"/>
                  </a:lnTo>
                  <a:lnTo>
                    <a:pt x="33919" y="72137"/>
                  </a:lnTo>
                  <a:lnTo>
                    <a:pt x="33919" y="72137"/>
                  </a:lnTo>
                  <a:lnTo>
                    <a:pt x="35830" y="71182"/>
                  </a:lnTo>
                  <a:lnTo>
                    <a:pt x="41563" y="71182"/>
                  </a:lnTo>
                  <a:lnTo>
                    <a:pt x="42996" y="72137"/>
                  </a:lnTo>
                  <a:lnTo>
                    <a:pt x="44429" y="73093"/>
                  </a:lnTo>
                  <a:lnTo>
                    <a:pt x="46818" y="73093"/>
                  </a:lnTo>
                  <a:lnTo>
                    <a:pt x="46818" y="74526"/>
                  </a:lnTo>
                  <a:lnTo>
                    <a:pt x="48251" y="73570"/>
                  </a:lnTo>
                  <a:lnTo>
                    <a:pt x="49684" y="72615"/>
                  </a:lnTo>
                  <a:lnTo>
                    <a:pt x="51595" y="72615"/>
                  </a:lnTo>
                  <a:lnTo>
                    <a:pt x="51595" y="71182"/>
                  </a:lnTo>
                  <a:lnTo>
                    <a:pt x="52550" y="70226"/>
                  </a:lnTo>
                  <a:lnTo>
                    <a:pt x="54939" y="67837"/>
                  </a:lnTo>
                  <a:lnTo>
                    <a:pt x="57328" y="67837"/>
                  </a:lnTo>
                  <a:lnTo>
                    <a:pt x="57328" y="68793"/>
                  </a:lnTo>
                  <a:lnTo>
                    <a:pt x="59239" y="68793"/>
                  </a:lnTo>
                  <a:lnTo>
                    <a:pt x="59239" y="66404"/>
                  </a:lnTo>
                  <a:lnTo>
                    <a:pt x="59239" y="66404"/>
                  </a:lnTo>
                  <a:lnTo>
                    <a:pt x="59239" y="65449"/>
                  </a:lnTo>
                  <a:lnTo>
                    <a:pt x="59239" y="65449"/>
                  </a:lnTo>
                  <a:lnTo>
                    <a:pt x="62582" y="66404"/>
                  </a:lnTo>
                  <a:lnTo>
                    <a:pt x="64493" y="66404"/>
                  </a:lnTo>
                  <a:lnTo>
                    <a:pt x="64493" y="65449"/>
                  </a:lnTo>
                  <a:lnTo>
                    <a:pt x="65927" y="64016"/>
                  </a:lnTo>
                  <a:lnTo>
                    <a:pt x="65927" y="63060"/>
                  </a:lnTo>
                  <a:lnTo>
                    <a:pt x="73093" y="59716"/>
                  </a:lnTo>
                  <a:lnTo>
                    <a:pt x="73093" y="59716"/>
                  </a:lnTo>
                  <a:lnTo>
                    <a:pt x="73093" y="58761"/>
                  </a:lnTo>
                  <a:lnTo>
                    <a:pt x="70227" y="57805"/>
                  </a:lnTo>
                  <a:lnTo>
                    <a:pt x="62582" y="57805"/>
                  </a:lnTo>
                  <a:lnTo>
                    <a:pt x="60194" y="54939"/>
                  </a:lnTo>
                  <a:lnTo>
                    <a:pt x="58761" y="53983"/>
                  </a:lnTo>
                  <a:lnTo>
                    <a:pt x="54461" y="53983"/>
                  </a:lnTo>
                  <a:lnTo>
                    <a:pt x="54461" y="50162"/>
                  </a:lnTo>
                  <a:lnTo>
                    <a:pt x="48251" y="50162"/>
                  </a:lnTo>
                  <a:lnTo>
                    <a:pt x="48251" y="46340"/>
                  </a:lnTo>
                  <a:lnTo>
                    <a:pt x="46818" y="44906"/>
                  </a:lnTo>
                  <a:lnTo>
                    <a:pt x="45862" y="44906"/>
                  </a:lnTo>
                  <a:lnTo>
                    <a:pt x="44907" y="43951"/>
                  </a:lnTo>
                  <a:lnTo>
                    <a:pt x="44907" y="42518"/>
                  </a:lnTo>
                  <a:lnTo>
                    <a:pt x="44907" y="42518"/>
                  </a:lnTo>
                  <a:lnTo>
                    <a:pt x="43951" y="43473"/>
                  </a:lnTo>
                  <a:lnTo>
                    <a:pt x="43951" y="47295"/>
                  </a:lnTo>
                  <a:lnTo>
                    <a:pt x="41563" y="47295"/>
                  </a:lnTo>
                  <a:lnTo>
                    <a:pt x="40129" y="46340"/>
                  </a:lnTo>
                  <a:lnTo>
                    <a:pt x="40129" y="51117"/>
                  </a:lnTo>
                  <a:lnTo>
                    <a:pt x="40129" y="51117"/>
                  </a:lnTo>
                  <a:lnTo>
                    <a:pt x="38218" y="50162"/>
                  </a:lnTo>
                  <a:lnTo>
                    <a:pt x="34397" y="50162"/>
                  </a:lnTo>
                  <a:lnTo>
                    <a:pt x="32486" y="49206"/>
                  </a:lnTo>
                  <a:lnTo>
                    <a:pt x="31052" y="49206"/>
                  </a:lnTo>
                  <a:lnTo>
                    <a:pt x="29141" y="48251"/>
                  </a:lnTo>
                  <a:lnTo>
                    <a:pt x="27709" y="47295"/>
                  </a:lnTo>
                  <a:lnTo>
                    <a:pt x="26753" y="43951"/>
                  </a:lnTo>
                  <a:lnTo>
                    <a:pt x="25798" y="42996"/>
                  </a:lnTo>
                  <a:lnTo>
                    <a:pt x="24842" y="42996"/>
                  </a:lnTo>
                  <a:lnTo>
                    <a:pt x="21498" y="43951"/>
                  </a:lnTo>
                  <a:lnTo>
                    <a:pt x="20065" y="42996"/>
                  </a:lnTo>
                  <a:lnTo>
                    <a:pt x="17676" y="42040"/>
                  </a:lnTo>
                  <a:lnTo>
                    <a:pt x="15765" y="42040"/>
                  </a:lnTo>
                  <a:lnTo>
                    <a:pt x="15765" y="40129"/>
                  </a:lnTo>
                  <a:lnTo>
                    <a:pt x="21498" y="36307"/>
                  </a:lnTo>
                  <a:lnTo>
                    <a:pt x="23409" y="33919"/>
                  </a:lnTo>
                  <a:lnTo>
                    <a:pt x="24842" y="32963"/>
                  </a:lnTo>
                  <a:lnTo>
                    <a:pt x="26753" y="32963"/>
                  </a:lnTo>
                  <a:lnTo>
                    <a:pt x="27709" y="32008"/>
                  </a:lnTo>
                  <a:lnTo>
                    <a:pt x="27709" y="32008"/>
                  </a:lnTo>
                  <a:lnTo>
                    <a:pt x="28664" y="29619"/>
                  </a:lnTo>
                  <a:lnTo>
                    <a:pt x="29620" y="29619"/>
                  </a:lnTo>
                  <a:lnTo>
                    <a:pt x="32008" y="28664"/>
                  </a:lnTo>
                  <a:lnTo>
                    <a:pt x="35830" y="26753"/>
                  </a:lnTo>
                  <a:lnTo>
                    <a:pt x="35830" y="26753"/>
                  </a:lnTo>
                  <a:lnTo>
                    <a:pt x="35830" y="25797"/>
                  </a:lnTo>
                  <a:lnTo>
                    <a:pt x="34397" y="24842"/>
                  </a:lnTo>
                  <a:lnTo>
                    <a:pt x="32486" y="23886"/>
                  </a:lnTo>
                  <a:lnTo>
                    <a:pt x="31052" y="23886"/>
                  </a:lnTo>
                  <a:lnTo>
                    <a:pt x="30097" y="22931"/>
                  </a:lnTo>
                  <a:lnTo>
                    <a:pt x="30097" y="21975"/>
                  </a:lnTo>
                  <a:lnTo>
                    <a:pt x="31052" y="20064"/>
                  </a:lnTo>
                  <a:lnTo>
                    <a:pt x="32008" y="19109"/>
                  </a:lnTo>
                  <a:lnTo>
                    <a:pt x="32008" y="17198"/>
                  </a:lnTo>
                  <a:lnTo>
                    <a:pt x="33919" y="15765"/>
                  </a:lnTo>
                  <a:lnTo>
                    <a:pt x="33919" y="15765"/>
                  </a:lnTo>
                  <a:lnTo>
                    <a:pt x="35352" y="13854"/>
                  </a:lnTo>
                  <a:lnTo>
                    <a:pt x="37263" y="12421"/>
                  </a:lnTo>
                  <a:lnTo>
                    <a:pt x="40607" y="11465"/>
                  </a:lnTo>
                  <a:lnTo>
                    <a:pt x="44429" y="11465"/>
                  </a:lnTo>
                  <a:lnTo>
                    <a:pt x="46818" y="10510"/>
                  </a:lnTo>
                  <a:lnTo>
                    <a:pt x="48251" y="10510"/>
                  </a:lnTo>
                  <a:lnTo>
                    <a:pt x="54939" y="11943"/>
                  </a:lnTo>
                  <a:lnTo>
                    <a:pt x="57328" y="11943"/>
                  </a:lnTo>
                  <a:lnTo>
                    <a:pt x="62582" y="13854"/>
                  </a:lnTo>
                  <a:lnTo>
                    <a:pt x="64971" y="13854"/>
                  </a:lnTo>
                  <a:lnTo>
                    <a:pt x="66882" y="14809"/>
                  </a:lnTo>
                  <a:lnTo>
                    <a:pt x="67838" y="15765"/>
                  </a:lnTo>
                  <a:lnTo>
                    <a:pt x="67838" y="15765"/>
                  </a:lnTo>
                  <a:lnTo>
                    <a:pt x="68793" y="16721"/>
                  </a:lnTo>
                  <a:lnTo>
                    <a:pt x="75481" y="17676"/>
                  </a:lnTo>
                  <a:lnTo>
                    <a:pt x="77393" y="17676"/>
                  </a:lnTo>
                  <a:lnTo>
                    <a:pt x="77393" y="19109"/>
                  </a:lnTo>
                  <a:lnTo>
                    <a:pt x="79303" y="20064"/>
                  </a:lnTo>
                  <a:lnTo>
                    <a:pt x="80736" y="20064"/>
                  </a:lnTo>
                  <a:lnTo>
                    <a:pt x="79303" y="15765"/>
                  </a:lnTo>
                  <a:lnTo>
                    <a:pt x="79303" y="12898"/>
                  </a:lnTo>
                  <a:lnTo>
                    <a:pt x="82170" y="5255"/>
                  </a:lnTo>
                  <a:lnTo>
                    <a:pt x="83125" y="4299"/>
                  </a:lnTo>
                  <a:lnTo>
                    <a:pt x="85036" y="3344"/>
                  </a:lnTo>
                  <a:lnTo>
                    <a:pt x="85036" y="3344"/>
                  </a:lnTo>
                  <a:lnTo>
                    <a:pt x="88380" y="2389"/>
                  </a:lnTo>
                  <a:lnTo>
                    <a:pt x="89813" y="955"/>
                  </a:lnTo>
                  <a:lnTo>
                    <a:pt x="94591" y="955"/>
                  </a:lnTo>
                  <a:lnTo>
                    <a:pt x="94591" y="0"/>
                  </a:lnTo>
                  <a:lnTo>
                    <a:pt x="97457" y="1433"/>
                  </a:lnTo>
                  <a:lnTo>
                    <a:pt x="102712" y="4299"/>
                  </a:lnTo>
                  <a:lnTo>
                    <a:pt x="106534" y="6210"/>
                  </a:lnTo>
                  <a:lnTo>
                    <a:pt x="111311" y="8121"/>
                  </a:lnTo>
                  <a:lnTo>
                    <a:pt x="117521" y="10032"/>
                  </a:lnTo>
                  <a:lnTo>
                    <a:pt x="123732" y="10032"/>
                  </a:lnTo>
                  <a:lnTo>
                    <a:pt x="125643" y="7166"/>
                  </a:lnTo>
                  <a:lnTo>
                    <a:pt x="142841" y="7166"/>
                  </a:lnTo>
                  <a:lnTo>
                    <a:pt x="148574" y="5733"/>
                  </a:lnTo>
                  <a:lnTo>
                    <a:pt x="150962" y="5733"/>
                  </a:lnTo>
                  <a:lnTo>
                    <a:pt x="154307" y="7166"/>
                  </a:lnTo>
                  <a:lnTo>
                    <a:pt x="165294" y="7166"/>
                  </a:lnTo>
                  <a:lnTo>
                    <a:pt x="169594" y="8121"/>
                  </a:lnTo>
                  <a:lnTo>
                    <a:pt x="179626" y="8121"/>
                  </a:lnTo>
                  <a:lnTo>
                    <a:pt x="182015" y="9077"/>
                  </a:lnTo>
                  <a:lnTo>
                    <a:pt x="193003" y="9077"/>
                  </a:lnTo>
                  <a:lnTo>
                    <a:pt x="193958" y="11465"/>
                  </a:lnTo>
                  <a:lnTo>
                    <a:pt x="194914" y="11465"/>
                  </a:lnTo>
                  <a:lnTo>
                    <a:pt x="195869" y="12898"/>
                  </a:lnTo>
                  <a:lnTo>
                    <a:pt x="197302" y="14332"/>
                  </a:lnTo>
                  <a:lnTo>
                    <a:pt x="198735" y="15765"/>
                  </a:lnTo>
                  <a:lnTo>
                    <a:pt x="208290" y="15765"/>
                  </a:lnTo>
                  <a:lnTo>
                    <a:pt x="211157" y="19109"/>
                  </a:lnTo>
                  <a:lnTo>
                    <a:pt x="214023" y="21975"/>
                  </a:lnTo>
                  <a:lnTo>
                    <a:pt x="214023" y="23409"/>
                  </a:lnTo>
                  <a:lnTo>
                    <a:pt x="209246" y="27230"/>
                  </a:lnTo>
                  <a:lnTo>
                    <a:pt x="207812" y="32486"/>
                  </a:lnTo>
                  <a:close/>
                  <a:moveTo>
                    <a:pt x="40129" y="85036"/>
                  </a:moveTo>
                  <a:lnTo>
                    <a:pt x="40129" y="84080"/>
                  </a:lnTo>
                  <a:lnTo>
                    <a:pt x="38696" y="84080"/>
                  </a:lnTo>
                  <a:cubicBezTo>
                    <a:pt x="38696" y="85036"/>
                    <a:pt x="39652" y="85991"/>
                    <a:pt x="39652" y="85991"/>
                  </a:cubicBezTo>
                  <a:lnTo>
                    <a:pt x="40607" y="85991"/>
                  </a:lnTo>
                  <a:lnTo>
                    <a:pt x="40607" y="85036"/>
                  </a:lnTo>
                  <a:lnTo>
                    <a:pt x="40129" y="85036"/>
                  </a:lnTo>
                  <a:close/>
                  <a:moveTo>
                    <a:pt x="28186" y="84080"/>
                  </a:moveTo>
                  <a:lnTo>
                    <a:pt x="29141" y="82647"/>
                  </a:lnTo>
                  <a:lnTo>
                    <a:pt x="27231" y="82647"/>
                  </a:lnTo>
                  <a:lnTo>
                    <a:pt x="26275" y="81692"/>
                  </a:lnTo>
                  <a:lnTo>
                    <a:pt x="25320" y="80258"/>
                  </a:lnTo>
                  <a:lnTo>
                    <a:pt x="25320" y="80258"/>
                  </a:lnTo>
                  <a:lnTo>
                    <a:pt x="25320" y="82169"/>
                  </a:lnTo>
                  <a:lnTo>
                    <a:pt x="26275" y="83125"/>
                  </a:lnTo>
                  <a:lnTo>
                    <a:pt x="26275" y="83125"/>
                  </a:lnTo>
                  <a:lnTo>
                    <a:pt x="26275" y="85513"/>
                  </a:lnTo>
                  <a:lnTo>
                    <a:pt x="29141" y="85513"/>
                  </a:lnTo>
                  <a:lnTo>
                    <a:pt x="28186" y="83125"/>
                  </a:lnTo>
                  <a:lnTo>
                    <a:pt x="28186" y="84080"/>
                  </a:lnTo>
                  <a:lnTo>
                    <a:pt x="28186" y="84080"/>
                  </a:lnTo>
                  <a:close/>
                  <a:moveTo>
                    <a:pt x="19109" y="87902"/>
                  </a:moveTo>
                  <a:lnTo>
                    <a:pt x="19109" y="87902"/>
                  </a:lnTo>
                  <a:lnTo>
                    <a:pt x="19109" y="86947"/>
                  </a:lnTo>
                  <a:lnTo>
                    <a:pt x="16243" y="86947"/>
                  </a:lnTo>
                  <a:lnTo>
                    <a:pt x="16243" y="88380"/>
                  </a:lnTo>
                  <a:lnTo>
                    <a:pt x="17198" y="89335"/>
                  </a:lnTo>
                  <a:lnTo>
                    <a:pt x="18154" y="89335"/>
                  </a:lnTo>
                  <a:lnTo>
                    <a:pt x="20065" y="88380"/>
                  </a:lnTo>
                  <a:lnTo>
                    <a:pt x="19109" y="88380"/>
                  </a:lnTo>
                  <a:lnTo>
                    <a:pt x="19109" y="8790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4" name="Freeform 1043">
              <a:extLst>
                <a:ext uri="{FF2B5EF4-FFF2-40B4-BE49-F238E27FC236}">
                  <a16:creationId xmlns:a16="http://schemas.microsoft.com/office/drawing/2014/main" id="{AC68700A-6E1B-8116-1D5D-8C700C8F4766}"/>
                </a:ext>
              </a:extLst>
            </p:cNvPr>
            <p:cNvSpPr/>
            <p:nvPr/>
          </p:nvSpPr>
          <p:spPr>
            <a:xfrm>
              <a:off x="7461350" y="3647106"/>
              <a:ext cx="8598" cy="17198"/>
            </a:xfrm>
            <a:custGeom>
              <a:avLst/>
              <a:gdLst>
                <a:gd name="csX0" fmla="*/ 6210 w 8598"/>
                <a:gd name="csY0" fmla="*/ 11943 h 17198"/>
                <a:gd name="csX1" fmla="*/ 8599 w 8598"/>
                <a:gd name="csY1" fmla="*/ 17198 h 17198"/>
                <a:gd name="csX2" fmla="*/ 6210 w 8598"/>
                <a:gd name="csY2" fmla="*/ 11943 h 17198"/>
                <a:gd name="csX3" fmla="*/ 3344 w 8598"/>
                <a:gd name="csY3" fmla="*/ 6211 h 17198"/>
                <a:gd name="csX4" fmla="*/ 0 w 8598"/>
                <a:gd name="csY4" fmla="*/ 0 h 17198"/>
                <a:gd name="csX5" fmla="*/ 3344 w 8598"/>
                <a:gd name="csY5" fmla="*/ 6211 h 17198"/>
                <a:gd name="csX6" fmla="*/ 6210 w 8598"/>
                <a:gd name="csY6" fmla="*/ 11943 h 17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598" h="17198">
                  <a:moveTo>
                    <a:pt x="6210" y="11943"/>
                  </a:moveTo>
                  <a:lnTo>
                    <a:pt x="8599" y="17198"/>
                  </a:lnTo>
                  <a:lnTo>
                    <a:pt x="6210" y="11943"/>
                  </a:lnTo>
                  <a:lnTo>
                    <a:pt x="3344" y="6211"/>
                  </a:lnTo>
                  <a:lnTo>
                    <a:pt x="0" y="0"/>
                  </a:lnTo>
                  <a:lnTo>
                    <a:pt x="3344" y="6211"/>
                  </a:lnTo>
                  <a:lnTo>
                    <a:pt x="6210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5" name="Freeform 1044">
              <a:extLst>
                <a:ext uri="{FF2B5EF4-FFF2-40B4-BE49-F238E27FC236}">
                  <a16:creationId xmlns:a16="http://schemas.microsoft.com/office/drawing/2014/main" id="{06B90CB7-DB5C-8AC2-076C-5D4D9A25E061}"/>
                </a:ext>
              </a:extLst>
            </p:cNvPr>
            <p:cNvSpPr/>
            <p:nvPr/>
          </p:nvSpPr>
          <p:spPr>
            <a:xfrm>
              <a:off x="7467082" y="4557658"/>
              <a:ext cx="2388" cy="2388"/>
            </a:xfrm>
            <a:custGeom>
              <a:avLst/>
              <a:gdLst>
                <a:gd name="csX0" fmla="*/ 2389 w 2388"/>
                <a:gd name="csY0" fmla="*/ 1911 h 2388"/>
                <a:gd name="csX1" fmla="*/ 1433 w 2388"/>
                <a:gd name="csY1" fmla="*/ 2389 h 2388"/>
                <a:gd name="csX2" fmla="*/ 478 w 2388"/>
                <a:gd name="csY2" fmla="*/ 955 h 2388"/>
                <a:gd name="csX3" fmla="*/ 0 w 2388"/>
                <a:gd name="csY3" fmla="*/ 478 h 2388"/>
                <a:gd name="csX4" fmla="*/ 478 w 2388"/>
                <a:gd name="csY4" fmla="*/ 0 h 2388"/>
                <a:gd name="csX5" fmla="*/ 478 w 2388"/>
                <a:gd name="csY5" fmla="*/ 0 h 2388"/>
                <a:gd name="csX6" fmla="*/ 955 w 2388"/>
                <a:gd name="csY6" fmla="*/ 0 h 2388"/>
                <a:gd name="csX7" fmla="*/ 1433 w 2388"/>
                <a:gd name="csY7" fmla="*/ 955 h 2388"/>
                <a:gd name="csX8" fmla="*/ 2389 w 2388"/>
                <a:gd name="csY8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388">
                  <a:moveTo>
                    <a:pt x="2389" y="1911"/>
                  </a:moveTo>
                  <a:lnTo>
                    <a:pt x="1433" y="2389"/>
                  </a:lnTo>
                  <a:lnTo>
                    <a:pt x="478" y="955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955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479B5D41-B7BF-CB89-878D-1129C68781FF}"/>
                </a:ext>
              </a:extLst>
            </p:cNvPr>
            <p:cNvSpPr/>
            <p:nvPr/>
          </p:nvSpPr>
          <p:spPr>
            <a:xfrm>
              <a:off x="7465171" y="4569124"/>
              <a:ext cx="3344" cy="2388"/>
            </a:xfrm>
            <a:custGeom>
              <a:avLst/>
              <a:gdLst>
                <a:gd name="csX0" fmla="*/ 2389 w 3344"/>
                <a:gd name="csY0" fmla="*/ 956 h 2388"/>
                <a:gd name="csX1" fmla="*/ 3344 w 3344"/>
                <a:gd name="csY1" fmla="*/ 2389 h 2388"/>
                <a:gd name="csX2" fmla="*/ 1433 w 3344"/>
                <a:gd name="csY2" fmla="*/ 1433 h 2388"/>
                <a:gd name="csX3" fmla="*/ 478 w 3344"/>
                <a:gd name="csY3" fmla="*/ 956 h 2388"/>
                <a:gd name="csX4" fmla="*/ 0 w 3344"/>
                <a:gd name="csY4" fmla="*/ 0 h 2388"/>
                <a:gd name="csX5" fmla="*/ 2389 w 3344"/>
                <a:gd name="csY5" fmla="*/ 956 h 2388"/>
                <a:gd name="csX6" fmla="*/ 2389 w 3344"/>
                <a:gd name="csY6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2388">
                  <a:moveTo>
                    <a:pt x="2389" y="956"/>
                  </a:moveTo>
                  <a:lnTo>
                    <a:pt x="3344" y="2389"/>
                  </a:lnTo>
                  <a:lnTo>
                    <a:pt x="1433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7" name="Freeform 1046">
              <a:extLst>
                <a:ext uri="{FF2B5EF4-FFF2-40B4-BE49-F238E27FC236}">
                  <a16:creationId xmlns:a16="http://schemas.microsoft.com/office/drawing/2014/main" id="{9A1C2ADF-7809-DF34-0CE1-E25D77068755}"/>
                </a:ext>
              </a:extLst>
            </p:cNvPr>
            <p:cNvSpPr/>
            <p:nvPr/>
          </p:nvSpPr>
          <p:spPr>
            <a:xfrm>
              <a:off x="7443196" y="2754230"/>
              <a:ext cx="18153" cy="23886"/>
            </a:xfrm>
            <a:custGeom>
              <a:avLst/>
              <a:gdLst>
                <a:gd name="csX0" fmla="*/ 15287 w 18153"/>
                <a:gd name="csY0" fmla="*/ 6688 h 23886"/>
                <a:gd name="csX1" fmla="*/ 18154 w 18153"/>
                <a:gd name="csY1" fmla="*/ 10988 h 23886"/>
                <a:gd name="csX2" fmla="*/ 17676 w 18153"/>
                <a:gd name="csY2" fmla="*/ 20065 h 23886"/>
                <a:gd name="csX3" fmla="*/ 17198 w 18153"/>
                <a:gd name="csY3" fmla="*/ 22931 h 23886"/>
                <a:gd name="csX4" fmla="*/ 15765 w 18153"/>
                <a:gd name="csY4" fmla="*/ 23886 h 23886"/>
                <a:gd name="csX5" fmla="*/ 4777 w 18153"/>
                <a:gd name="csY5" fmla="*/ 21020 h 23886"/>
                <a:gd name="csX6" fmla="*/ 955 w 18153"/>
                <a:gd name="csY6" fmla="*/ 18154 h 23886"/>
                <a:gd name="csX7" fmla="*/ 0 w 18153"/>
                <a:gd name="csY7" fmla="*/ 15287 h 23886"/>
                <a:gd name="csX8" fmla="*/ 478 w 18153"/>
                <a:gd name="csY8" fmla="*/ 12421 h 23886"/>
                <a:gd name="csX9" fmla="*/ 10510 w 18153"/>
                <a:gd name="csY9" fmla="*/ 0 h 23886"/>
                <a:gd name="csX10" fmla="*/ 14332 w 18153"/>
                <a:gd name="csY10" fmla="*/ 3344 h 23886"/>
                <a:gd name="csX11" fmla="*/ 15287 w 18153"/>
                <a:gd name="csY11" fmla="*/ 6688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8153" h="23886">
                  <a:moveTo>
                    <a:pt x="15287" y="6688"/>
                  </a:moveTo>
                  <a:lnTo>
                    <a:pt x="18154" y="10988"/>
                  </a:lnTo>
                  <a:lnTo>
                    <a:pt x="17676" y="20065"/>
                  </a:lnTo>
                  <a:lnTo>
                    <a:pt x="17198" y="22931"/>
                  </a:lnTo>
                  <a:lnTo>
                    <a:pt x="15765" y="23886"/>
                  </a:lnTo>
                  <a:lnTo>
                    <a:pt x="4777" y="21020"/>
                  </a:lnTo>
                  <a:lnTo>
                    <a:pt x="955" y="18154"/>
                  </a:lnTo>
                  <a:lnTo>
                    <a:pt x="0" y="15287"/>
                  </a:lnTo>
                  <a:lnTo>
                    <a:pt x="478" y="12421"/>
                  </a:lnTo>
                  <a:lnTo>
                    <a:pt x="10510" y="0"/>
                  </a:lnTo>
                  <a:lnTo>
                    <a:pt x="14332" y="3344"/>
                  </a:lnTo>
                  <a:lnTo>
                    <a:pt x="15287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8" name="Freeform 1047">
              <a:extLst>
                <a:ext uri="{FF2B5EF4-FFF2-40B4-BE49-F238E27FC236}">
                  <a16:creationId xmlns:a16="http://schemas.microsoft.com/office/drawing/2014/main" id="{DB216814-09FD-C491-002A-F2DDD3C5A713}"/>
                </a:ext>
              </a:extLst>
            </p:cNvPr>
            <p:cNvSpPr/>
            <p:nvPr/>
          </p:nvSpPr>
          <p:spPr>
            <a:xfrm>
              <a:off x="7457528" y="3882627"/>
              <a:ext cx="1433" cy="1433"/>
            </a:xfrm>
            <a:custGeom>
              <a:avLst/>
              <a:gdLst>
                <a:gd name="csX0" fmla="*/ 0 w 1433"/>
                <a:gd name="csY0" fmla="*/ 0 h 1433"/>
                <a:gd name="csX1" fmla="*/ 1433 w 1433"/>
                <a:gd name="csY1" fmla="*/ 1433 h 1433"/>
                <a:gd name="csX2" fmla="*/ 0 w 1433"/>
                <a:gd name="csY2" fmla="*/ 0 h 1433"/>
                <a:gd name="csX3" fmla="*/ 0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0" y="0"/>
                  </a:moveTo>
                  <a:lnTo>
                    <a:pt x="1433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9" name="Freeform 1048">
              <a:extLst>
                <a:ext uri="{FF2B5EF4-FFF2-40B4-BE49-F238E27FC236}">
                  <a16:creationId xmlns:a16="http://schemas.microsoft.com/office/drawing/2014/main" id="{8AE7ACE5-DA6A-A63E-6AC0-9F58BB962711}"/>
                </a:ext>
              </a:extLst>
            </p:cNvPr>
            <p:cNvSpPr/>
            <p:nvPr/>
          </p:nvSpPr>
          <p:spPr>
            <a:xfrm>
              <a:off x="7454662" y="4107159"/>
              <a:ext cx="477" cy="3822"/>
            </a:xfrm>
            <a:custGeom>
              <a:avLst/>
              <a:gdLst>
                <a:gd name="csX0" fmla="*/ 478 w 477"/>
                <a:gd name="csY0" fmla="*/ 0 h 3822"/>
                <a:gd name="csX1" fmla="*/ 478 w 477"/>
                <a:gd name="csY1" fmla="*/ 956 h 3822"/>
                <a:gd name="csX2" fmla="*/ 0 w 477"/>
                <a:gd name="csY2" fmla="*/ 3822 h 3822"/>
                <a:gd name="csX3" fmla="*/ 478 w 477"/>
                <a:gd name="csY3" fmla="*/ 956 h 3822"/>
                <a:gd name="csX4" fmla="*/ 478 w 477"/>
                <a:gd name="csY4" fmla="*/ 0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3822">
                  <a:moveTo>
                    <a:pt x="478" y="0"/>
                  </a:moveTo>
                  <a:lnTo>
                    <a:pt x="478" y="956"/>
                  </a:lnTo>
                  <a:lnTo>
                    <a:pt x="0" y="3822"/>
                  </a:lnTo>
                  <a:lnTo>
                    <a:pt x="478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0" name="Freeform 1049">
              <a:extLst>
                <a:ext uri="{FF2B5EF4-FFF2-40B4-BE49-F238E27FC236}">
                  <a16:creationId xmlns:a16="http://schemas.microsoft.com/office/drawing/2014/main" id="{B198FAF8-D686-B222-DE0F-AE745F673915}"/>
                </a:ext>
              </a:extLst>
            </p:cNvPr>
            <p:cNvSpPr/>
            <p:nvPr/>
          </p:nvSpPr>
          <p:spPr>
            <a:xfrm>
              <a:off x="7453228" y="4101904"/>
              <a:ext cx="1433" cy="3821"/>
            </a:xfrm>
            <a:custGeom>
              <a:avLst/>
              <a:gdLst>
                <a:gd name="csX0" fmla="*/ 1433 w 1433"/>
                <a:gd name="csY0" fmla="*/ 956 h 3821"/>
                <a:gd name="csX1" fmla="*/ 1433 w 1433"/>
                <a:gd name="csY1" fmla="*/ 2866 h 3821"/>
                <a:gd name="csX2" fmla="*/ 1433 w 1433"/>
                <a:gd name="csY2" fmla="*/ 3822 h 3821"/>
                <a:gd name="csX3" fmla="*/ 1433 w 1433"/>
                <a:gd name="csY3" fmla="*/ 2866 h 3821"/>
                <a:gd name="csX4" fmla="*/ 956 w 1433"/>
                <a:gd name="csY4" fmla="*/ 956 h 3821"/>
                <a:gd name="csX5" fmla="*/ 0 w 1433"/>
                <a:gd name="csY5" fmla="*/ 0 h 3821"/>
                <a:gd name="csX6" fmla="*/ 0 w 1433"/>
                <a:gd name="csY6" fmla="*/ 0 h 3821"/>
                <a:gd name="csX7" fmla="*/ 1433 w 1433"/>
                <a:gd name="csY7" fmla="*/ 95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3821">
                  <a:moveTo>
                    <a:pt x="1433" y="956"/>
                  </a:moveTo>
                  <a:lnTo>
                    <a:pt x="1433" y="2866"/>
                  </a:lnTo>
                  <a:lnTo>
                    <a:pt x="1433" y="3822"/>
                  </a:lnTo>
                  <a:lnTo>
                    <a:pt x="1433" y="2866"/>
                  </a:lnTo>
                  <a:lnTo>
                    <a:pt x="956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1" name="Freeform 1050">
              <a:extLst>
                <a:ext uri="{FF2B5EF4-FFF2-40B4-BE49-F238E27FC236}">
                  <a16:creationId xmlns:a16="http://schemas.microsoft.com/office/drawing/2014/main" id="{487AA59A-F290-1D3F-AACA-8A944E4097F3}"/>
                </a:ext>
              </a:extLst>
            </p:cNvPr>
            <p:cNvSpPr/>
            <p:nvPr/>
          </p:nvSpPr>
          <p:spPr>
            <a:xfrm>
              <a:off x="7453706" y="3877372"/>
              <a:ext cx="955" cy="1911"/>
            </a:xfrm>
            <a:custGeom>
              <a:avLst/>
              <a:gdLst>
                <a:gd name="csX0" fmla="*/ 0 w 955"/>
                <a:gd name="csY0" fmla="*/ 0 h 1911"/>
                <a:gd name="csX1" fmla="*/ 956 w 955"/>
                <a:gd name="csY1" fmla="*/ 1911 h 1911"/>
                <a:gd name="csX2" fmla="*/ 478 w 955"/>
                <a:gd name="csY2" fmla="*/ 1911 h 1911"/>
                <a:gd name="csX3" fmla="*/ 0 w 955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1">
                  <a:moveTo>
                    <a:pt x="0" y="0"/>
                  </a:moveTo>
                  <a:lnTo>
                    <a:pt x="956" y="1911"/>
                  </a:lnTo>
                  <a:lnTo>
                    <a:pt x="478" y="19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2" name="Freeform 1051">
              <a:extLst>
                <a:ext uri="{FF2B5EF4-FFF2-40B4-BE49-F238E27FC236}">
                  <a16:creationId xmlns:a16="http://schemas.microsoft.com/office/drawing/2014/main" id="{01610262-3EC7-9B5B-7188-7705CFA8FE4E}"/>
                </a:ext>
              </a:extLst>
            </p:cNvPr>
            <p:cNvSpPr/>
            <p:nvPr/>
          </p:nvSpPr>
          <p:spPr>
            <a:xfrm>
              <a:off x="7452273" y="4098083"/>
              <a:ext cx="955" cy="3821"/>
            </a:xfrm>
            <a:custGeom>
              <a:avLst/>
              <a:gdLst>
                <a:gd name="csX0" fmla="*/ 478 w 955"/>
                <a:gd name="csY0" fmla="*/ 3344 h 3821"/>
                <a:gd name="csX1" fmla="*/ 955 w 955"/>
                <a:gd name="csY1" fmla="*/ 3822 h 3821"/>
                <a:gd name="csX2" fmla="*/ 478 w 955"/>
                <a:gd name="csY2" fmla="*/ 3344 h 3821"/>
                <a:gd name="csX3" fmla="*/ 0 w 955"/>
                <a:gd name="csY3" fmla="*/ 2389 h 3821"/>
                <a:gd name="csX4" fmla="*/ 478 w 955"/>
                <a:gd name="csY4" fmla="*/ 1433 h 3821"/>
                <a:gd name="csX5" fmla="*/ 955 w 955"/>
                <a:gd name="csY5" fmla="*/ 0 h 3821"/>
                <a:gd name="csX6" fmla="*/ 478 w 955"/>
                <a:gd name="csY6" fmla="*/ 1433 h 3821"/>
                <a:gd name="csX7" fmla="*/ 0 w 955"/>
                <a:gd name="csY7" fmla="*/ 2389 h 3821"/>
                <a:gd name="csX8" fmla="*/ 478 w 955"/>
                <a:gd name="csY8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" h="3821">
                  <a:moveTo>
                    <a:pt x="478" y="3344"/>
                  </a:moveTo>
                  <a:lnTo>
                    <a:pt x="955" y="3822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955" y="0"/>
                  </a:lnTo>
                  <a:lnTo>
                    <a:pt x="478" y="1433"/>
                  </a:lnTo>
                  <a:lnTo>
                    <a:pt x="0" y="2389"/>
                  </a:lnTo>
                  <a:lnTo>
                    <a:pt x="478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3" name="Freeform 1052">
              <a:extLst>
                <a:ext uri="{FF2B5EF4-FFF2-40B4-BE49-F238E27FC236}">
                  <a16:creationId xmlns:a16="http://schemas.microsoft.com/office/drawing/2014/main" id="{2A639160-ED99-9532-AE60-04882D6E389F}"/>
                </a:ext>
              </a:extLst>
            </p:cNvPr>
            <p:cNvSpPr/>
            <p:nvPr/>
          </p:nvSpPr>
          <p:spPr>
            <a:xfrm>
              <a:off x="7452751" y="4096650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478 h 1433"/>
                <a:gd name="csX3" fmla="*/ 0 w 477"/>
                <a:gd name="csY3" fmla="*/ 0 h 1433"/>
                <a:gd name="csX4" fmla="*/ 0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4" name="Freeform 1053">
              <a:extLst>
                <a:ext uri="{FF2B5EF4-FFF2-40B4-BE49-F238E27FC236}">
                  <a16:creationId xmlns:a16="http://schemas.microsoft.com/office/drawing/2014/main" id="{CF146C7F-D190-F766-C75D-1D63772C2A6B}"/>
                </a:ext>
              </a:extLst>
            </p:cNvPr>
            <p:cNvSpPr/>
            <p:nvPr/>
          </p:nvSpPr>
          <p:spPr>
            <a:xfrm>
              <a:off x="7451795" y="4112892"/>
              <a:ext cx="1432" cy="1911"/>
            </a:xfrm>
            <a:custGeom>
              <a:avLst/>
              <a:gdLst>
                <a:gd name="csX0" fmla="*/ 1433 w 1432"/>
                <a:gd name="csY0" fmla="*/ 0 h 1911"/>
                <a:gd name="csX1" fmla="*/ 0 w 1432"/>
                <a:gd name="csY1" fmla="*/ 1911 h 1911"/>
                <a:gd name="csX2" fmla="*/ 955 w 1432"/>
                <a:gd name="csY2" fmla="*/ 0 h 1911"/>
                <a:gd name="csX3" fmla="*/ 1433 w 1432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1911">
                  <a:moveTo>
                    <a:pt x="1433" y="0"/>
                  </a:moveTo>
                  <a:lnTo>
                    <a:pt x="0" y="1911"/>
                  </a:lnTo>
                  <a:lnTo>
                    <a:pt x="955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" name="Freeform 1054">
              <a:extLst>
                <a:ext uri="{FF2B5EF4-FFF2-40B4-BE49-F238E27FC236}">
                  <a16:creationId xmlns:a16="http://schemas.microsoft.com/office/drawing/2014/main" id="{169CD26F-3F86-F605-4A4B-684FFE4FE2F4}"/>
                </a:ext>
              </a:extLst>
            </p:cNvPr>
            <p:cNvSpPr/>
            <p:nvPr/>
          </p:nvSpPr>
          <p:spPr>
            <a:xfrm>
              <a:off x="7439852" y="3609843"/>
              <a:ext cx="10509" cy="17676"/>
            </a:xfrm>
            <a:custGeom>
              <a:avLst/>
              <a:gdLst>
                <a:gd name="csX0" fmla="*/ 4777 w 10509"/>
                <a:gd name="csY0" fmla="*/ 8599 h 17676"/>
                <a:gd name="csX1" fmla="*/ 10510 w 10509"/>
                <a:gd name="csY1" fmla="*/ 17676 h 17676"/>
                <a:gd name="csX2" fmla="*/ 4777 w 10509"/>
                <a:gd name="csY2" fmla="*/ 8599 h 17676"/>
                <a:gd name="csX3" fmla="*/ 0 w 10509"/>
                <a:gd name="csY3" fmla="*/ 0 h 17676"/>
                <a:gd name="csX4" fmla="*/ 4777 w 10509"/>
                <a:gd name="csY4" fmla="*/ 8599 h 1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509" h="17676">
                  <a:moveTo>
                    <a:pt x="4777" y="8599"/>
                  </a:moveTo>
                  <a:lnTo>
                    <a:pt x="10510" y="17676"/>
                  </a:lnTo>
                  <a:lnTo>
                    <a:pt x="4777" y="8599"/>
                  </a:lnTo>
                  <a:lnTo>
                    <a:pt x="0" y="0"/>
                  </a:lnTo>
                  <a:lnTo>
                    <a:pt x="4777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" name="Freeform 1055">
              <a:extLst>
                <a:ext uri="{FF2B5EF4-FFF2-40B4-BE49-F238E27FC236}">
                  <a16:creationId xmlns:a16="http://schemas.microsoft.com/office/drawing/2014/main" id="{E6076249-3B9D-DD63-5528-D7AB3BC56253}"/>
                </a:ext>
              </a:extLst>
            </p:cNvPr>
            <p:cNvSpPr/>
            <p:nvPr/>
          </p:nvSpPr>
          <p:spPr>
            <a:xfrm>
              <a:off x="7448929" y="4072285"/>
              <a:ext cx="955" cy="2866"/>
            </a:xfrm>
            <a:custGeom>
              <a:avLst/>
              <a:gdLst>
                <a:gd name="csX0" fmla="*/ 956 w 955"/>
                <a:gd name="csY0" fmla="*/ 956 h 2866"/>
                <a:gd name="csX1" fmla="*/ 956 w 955"/>
                <a:gd name="csY1" fmla="*/ 2389 h 2866"/>
                <a:gd name="csX2" fmla="*/ 956 w 955"/>
                <a:gd name="csY2" fmla="*/ 2867 h 2866"/>
                <a:gd name="csX3" fmla="*/ 956 w 955"/>
                <a:gd name="csY3" fmla="*/ 2389 h 2866"/>
                <a:gd name="csX4" fmla="*/ 956 w 955"/>
                <a:gd name="csY4" fmla="*/ 1433 h 2866"/>
                <a:gd name="csX5" fmla="*/ 0 w 955"/>
                <a:gd name="csY5" fmla="*/ 0 h 2866"/>
                <a:gd name="csX6" fmla="*/ 478 w 955"/>
                <a:gd name="csY6" fmla="*/ 0 h 2866"/>
                <a:gd name="csX7" fmla="*/ 956 w 955"/>
                <a:gd name="csY7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2866">
                  <a:moveTo>
                    <a:pt x="956" y="956"/>
                  </a:moveTo>
                  <a:lnTo>
                    <a:pt x="956" y="2389"/>
                  </a:lnTo>
                  <a:lnTo>
                    <a:pt x="956" y="2867"/>
                  </a:lnTo>
                  <a:lnTo>
                    <a:pt x="956" y="2389"/>
                  </a:lnTo>
                  <a:lnTo>
                    <a:pt x="956" y="1433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7" name="Freeform 1056">
              <a:extLst>
                <a:ext uri="{FF2B5EF4-FFF2-40B4-BE49-F238E27FC236}">
                  <a16:creationId xmlns:a16="http://schemas.microsoft.com/office/drawing/2014/main" id="{C4CD4B53-05BB-32F5-336F-8E96A00599AA}"/>
                </a:ext>
              </a:extLst>
            </p:cNvPr>
            <p:cNvSpPr/>
            <p:nvPr/>
          </p:nvSpPr>
          <p:spPr>
            <a:xfrm>
              <a:off x="7448929" y="4075629"/>
              <a:ext cx="478" cy="477"/>
            </a:xfrm>
            <a:custGeom>
              <a:avLst/>
              <a:gdLst>
                <a:gd name="csX0" fmla="*/ 478 w 478"/>
                <a:gd name="csY0" fmla="*/ 0 h 477"/>
                <a:gd name="csX1" fmla="*/ 0 w 478"/>
                <a:gd name="csY1" fmla="*/ 478 h 477"/>
                <a:gd name="csX2" fmla="*/ 0 w 478"/>
                <a:gd name="csY2" fmla="*/ 478 h 477"/>
                <a:gd name="csX3" fmla="*/ 478 w 47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8" name="Freeform 1057">
              <a:extLst>
                <a:ext uri="{FF2B5EF4-FFF2-40B4-BE49-F238E27FC236}">
                  <a16:creationId xmlns:a16="http://schemas.microsoft.com/office/drawing/2014/main" id="{F8945967-1798-17E5-85B4-AB8A10C7D056}"/>
                </a:ext>
              </a:extLst>
            </p:cNvPr>
            <p:cNvSpPr/>
            <p:nvPr/>
          </p:nvSpPr>
          <p:spPr>
            <a:xfrm>
              <a:off x="7446062" y="4084228"/>
              <a:ext cx="3344" cy="10032"/>
            </a:xfrm>
            <a:custGeom>
              <a:avLst/>
              <a:gdLst>
                <a:gd name="csX0" fmla="*/ 2866 w 3344"/>
                <a:gd name="csY0" fmla="*/ 9077 h 10032"/>
                <a:gd name="csX1" fmla="*/ 3344 w 3344"/>
                <a:gd name="csY1" fmla="*/ 10032 h 10032"/>
                <a:gd name="csX2" fmla="*/ 3344 w 3344"/>
                <a:gd name="csY2" fmla="*/ 10032 h 10032"/>
                <a:gd name="csX3" fmla="*/ 2866 w 3344"/>
                <a:gd name="csY3" fmla="*/ 9077 h 10032"/>
                <a:gd name="csX4" fmla="*/ 1433 w 3344"/>
                <a:gd name="csY4" fmla="*/ 8121 h 10032"/>
                <a:gd name="csX5" fmla="*/ 478 w 3344"/>
                <a:gd name="csY5" fmla="*/ 6688 h 10032"/>
                <a:gd name="csX6" fmla="*/ 0 w 3344"/>
                <a:gd name="csY6" fmla="*/ 3344 h 10032"/>
                <a:gd name="csX7" fmla="*/ 0 w 3344"/>
                <a:gd name="csY7" fmla="*/ 0 h 10032"/>
                <a:gd name="csX8" fmla="*/ 478 w 3344"/>
                <a:gd name="csY8" fmla="*/ 3344 h 10032"/>
                <a:gd name="csX9" fmla="*/ 478 w 3344"/>
                <a:gd name="csY9" fmla="*/ 6688 h 10032"/>
                <a:gd name="csX10" fmla="*/ 1911 w 3344"/>
                <a:gd name="csY10" fmla="*/ 8121 h 10032"/>
                <a:gd name="csX11" fmla="*/ 2866 w 3344"/>
                <a:gd name="csY11" fmla="*/ 9077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4" h="10032">
                  <a:moveTo>
                    <a:pt x="2866" y="9077"/>
                  </a:moveTo>
                  <a:lnTo>
                    <a:pt x="3344" y="10032"/>
                  </a:lnTo>
                  <a:lnTo>
                    <a:pt x="3344" y="10032"/>
                  </a:lnTo>
                  <a:lnTo>
                    <a:pt x="2866" y="9077"/>
                  </a:lnTo>
                  <a:lnTo>
                    <a:pt x="1433" y="8121"/>
                  </a:lnTo>
                  <a:lnTo>
                    <a:pt x="478" y="6688"/>
                  </a:lnTo>
                  <a:lnTo>
                    <a:pt x="0" y="3344"/>
                  </a:lnTo>
                  <a:lnTo>
                    <a:pt x="0" y="0"/>
                  </a:lnTo>
                  <a:lnTo>
                    <a:pt x="478" y="3344"/>
                  </a:lnTo>
                  <a:lnTo>
                    <a:pt x="478" y="6688"/>
                  </a:lnTo>
                  <a:lnTo>
                    <a:pt x="1911" y="8121"/>
                  </a:lnTo>
                  <a:lnTo>
                    <a:pt x="2866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9" name="Freeform 1058">
              <a:extLst>
                <a:ext uri="{FF2B5EF4-FFF2-40B4-BE49-F238E27FC236}">
                  <a16:creationId xmlns:a16="http://schemas.microsoft.com/office/drawing/2014/main" id="{233496B2-9FD2-A8E1-4595-084942E2A5FC}"/>
                </a:ext>
              </a:extLst>
            </p:cNvPr>
            <p:cNvSpPr/>
            <p:nvPr/>
          </p:nvSpPr>
          <p:spPr>
            <a:xfrm>
              <a:off x="7445107" y="4078974"/>
              <a:ext cx="955" cy="5254"/>
            </a:xfrm>
            <a:custGeom>
              <a:avLst/>
              <a:gdLst>
                <a:gd name="csX0" fmla="*/ 478 w 955"/>
                <a:gd name="csY0" fmla="*/ 3344 h 5254"/>
                <a:gd name="csX1" fmla="*/ 955 w 955"/>
                <a:gd name="csY1" fmla="*/ 5255 h 5254"/>
                <a:gd name="csX2" fmla="*/ 478 w 955"/>
                <a:gd name="csY2" fmla="*/ 3344 h 5254"/>
                <a:gd name="csX3" fmla="*/ 0 w 955"/>
                <a:gd name="csY3" fmla="*/ 956 h 5254"/>
                <a:gd name="csX4" fmla="*/ 0 w 955"/>
                <a:gd name="csY4" fmla="*/ 0 h 5254"/>
                <a:gd name="csX5" fmla="*/ 0 w 955"/>
                <a:gd name="csY5" fmla="*/ 0 h 5254"/>
                <a:gd name="csX6" fmla="*/ 0 w 955"/>
                <a:gd name="csY6" fmla="*/ 956 h 5254"/>
                <a:gd name="csX7" fmla="*/ 478 w 955"/>
                <a:gd name="csY7" fmla="*/ 3344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5254">
                  <a:moveTo>
                    <a:pt x="478" y="3344"/>
                  </a:moveTo>
                  <a:lnTo>
                    <a:pt x="955" y="5255"/>
                  </a:lnTo>
                  <a:lnTo>
                    <a:pt x="478" y="3344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6"/>
                  </a:lnTo>
                  <a:lnTo>
                    <a:pt x="478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0" name="Freeform 1059">
              <a:extLst>
                <a:ext uri="{FF2B5EF4-FFF2-40B4-BE49-F238E27FC236}">
                  <a16:creationId xmlns:a16="http://schemas.microsoft.com/office/drawing/2014/main" id="{C2CD8D9C-B8D1-037A-DFD6-7C0D1765999F}"/>
                </a:ext>
              </a:extLst>
            </p:cNvPr>
            <p:cNvSpPr/>
            <p:nvPr/>
          </p:nvSpPr>
          <p:spPr>
            <a:xfrm>
              <a:off x="7440807" y="4067986"/>
              <a:ext cx="4777" cy="2388"/>
            </a:xfrm>
            <a:custGeom>
              <a:avLst/>
              <a:gdLst>
                <a:gd name="csX0" fmla="*/ 3344 w 4777"/>
                <a:gd name="csY0" fmla="*/ 478 h 2388"/>
                <a:gd name="csX1" fmla="*/ 4777 w 4777"/>
                <a:gd name="csY1" fmla="*/ 2389 h 2388"/>
                <a:gd name="csX2" fmla="*/ 2866 w 4777"/>
                <a:gd name="csY2" fmla="*/ 955 h 2388"/>
                <a:gd name="csX3" fmla="*/ 0 w 4777"/>
                <a:gd name="csY3" fmla="*/ 0 h 2388"/>
                <a:gd name="csX4" fmla="*/ 3344 w 4777"/>
                <a:gd name="csY4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2388">
                  <a:moveTo>
                    <a:pt x="3344" y="478"/>
                  </a:moveTo>
                  <a:lnTo>
                    <a:pt x="4777" y="2389"/>
                  </a:lnTo>
                  <a:lnTo>
                    <a:pt x="2866" y="955"/>
                  </a:lnTo>
                  <a:lnTo>
                    <a:pt x="0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1" name="Freeform 1060">
              <a:extLst>
                <a:ext uri="{FF2B5EF4-FFF2-40B4-BE49-F238E27FC236}">
                  <a16:creationId xmlns:a16="http://schemas.microsoft.com/office/drawing/2014/main" id="{07EA3FA9-BB27-2993-BF05-9706FFE7C039}"/>
                </a:ext>
              </a:extLst>
            </p:cNvPr>
            <p:cNvSpPr/>
            <p:nvPr/>
          </p:nvSpPr>
          <p:spPr>
            <a:xfrm>
              <a:off x="7445107" y="4078018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478 w 477"/>
                <a:gd name="csY2" fmla="*/ 0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2" name="Freeform 1061">
              <a:extLst>
                <a:ext uri="{FF2B5EF4-FFF2-40B4-BE49-F238E27FC236}">
                  <a16:creationId xmlns:a16="http://schemas.microsoft.com/office/drawing/2014/main" id="{84B3D783-A816-381A-C59A-28814FC7B7A6}"/>
                </a:ext>
              </a:extLst>
            </p:cNvPr>
            <p:cNvSpPr/>
            <p:nvPr/>
          </p:nvSpPr>
          <p:spPr>
            <a:xfrm>
              <a:off x="7438896" y="4113370"/>
              <a:ext cx="5254" cy="9554"/>
            </a:xfrm>
            <a:custGeom>
              <a:avLst/>
              <a:gdLst>
                <a:gd name="csX0" fmla="*/ 1433 w 5254"/>
                <a:gd name="csY0" fmla="*/ 5255 h 9554"/>
                <a:gd name="csX1" fmla="*/ 5255 w 5254"/>
                <a:gd name="csY1" fmla="*/ 9555 h 9554"/>
                <a:gd name="csX2" fmla="*/ 5255 w 5254"/>
                <a:gd name="csY2" fmla="*/ 9555 h 9554"/>
                <a:gd name="csX3" fmla="*/ 1433 w 5254"/>
                <a:gd name="csY3" fmla="*/ 5255 h 9554"/>
                <a:gd name="csX4" fmla="*/ 1433 w 5254"/>
                <a:gd name="csY4" fmla="*/ 4777 h 9554"/>
                <a:gd name="csX5" fmla="*/ 478 w 5254"/>
                <a:gd name="csY5" fmla="*/ 3344 h 9554"/>
                <a:gd name="csX6" fmla="*/ 478 w 5254"/>
                <a:gd name="csY6" fmla="*/ 1433 h 9554"/>
                <a:gd name="csX7" fmla="*/ 0 w 5254"/>
                <a:gd name="csY7" fmla="*/ 0 h 9554"/>
                <a:gd name="csX8" fmla="*/ 478 w 5254"/>
                <a:gd name="csY8" fmla="*/ 1433 h 9554"/>
                <a:gd name="csX9" fmla="*/ 956 w 5254"/>
                <a:gd name="csY9" fmla="*/ 3344 h 9554"/>
                <a:gd name="csX10" fmla="*/ 1433 w 5254"/>
                <a:gd name="csY10" fmla="*/ 4777 h 9554"/>
                <a:gd name="csX11" fmla="*/ 1433 w 5254"/>
                <a:gd name="csY11" fmla="*/ 52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4" h="9554">
                  <a:moveTo>
                    <a:pt x="1433" y="5255"/>
                  </a:moveTo>
                  <a:lnTo>
                    <a:pt x="5255" y="9555"/>
                  </a:lnTo>
                  <a:lnTo>
                    <a:pt x="5255" y="9555"/>
                  </a:lnTo>
                  <a:lnTo>
                    <a:pt x="1433" y="5255"/>
                  </a:lnTo>
                  <a:lnTo>
                    <a:pt x="1433" y="4777"/>
                  </a:lnTo>
                  <a:lnTo>
                    <a:pt x="478" y="3344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478" y="1433"/>
                  </a:lnTo>
                  <a:lnTo>
                    <a:pt x="956" y="3344"/>
                  </a:lnTo>
                  <a:lnTo>
                    <a:pt x="1433" y="4777"/>
                  </a:lnTo>
                  <a:lnTo>
                    <a:pt x="1433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3" name="Freeform 1062">
              <a:extLst>
                <a:ext uri="{FF2B5EF4-FFF2-40B4-BE49-F238E27FC236}">
                  <a16:creationId xmlns:a16="http://schemas.microsoft.com/office/drawing/2014/main" id="{514B5AB3-3C5A-5B3E-6C6B-2BDF3C9F8C3A}"/>
                </a:ext>
              </a:extLst>
            </p:cNvPr>
            <p:cNvSpPr/>
            <p:nvPr/>
          </p:nvSpPr>
          <p:spPr>
            <a:xfrm>
              <a:off x="7438419" y="4111459"/>
              <a:ext cx="477" cy="1911"/>
            </a:xfrm>
            <a:custGeom>
              <a:avLst/>
              <a:gdLst>
                <a:gd name="csX0" fmla="*/ 0 w 477"/>
                <a:gd name="csY0" fmla="*/ 478 h 1911"/>
                <a:gd name="csX1" fmla="*/ 478 w 477"/>
                <a:gd name="csY1" fmla="*/ 1911 h 1911"/>
                <a:gd name="csX2" fmla="*/ 0 w 477"/>
                <a:gd name="csY2" fmla="*/ 478 h 1911"/>
                <a:gd name="csX3" fmla="*/ 0 w 477"/>
                <a:gd name="csY3" fmla="*/ 0 h 1911"/>
                <a:gd name="csX4" fmla="*/ 0 w 477"/>
                <a:gd name="csY4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911">
                  <a:moveTo>
                    <a:pt x="0" y="478"/>
                  </a:moveTo>
                  <a:lnTo>
                    <a:pt x="478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4" name="Freeform 1063">
              <a:extLst>
                <a:ext uri="{FF2B5EF4-FFF2-40B4-BE49-F238E27FC236}">
                  <a16:creationId xmlns:a16="http://schemas.microsoft.com/office/drawing/2014/main" id="{35576AA0-989B-03D6-4855-C4870B0E50AE}"/>
                </a:ext>
              </a:extLst>
            </p:cNvPr>
            <p:cNvSpPr/>
            <p:nvPr/>
          </p:nvSpPr>
          <p:spPr>
            <a:xfrm>
              <a:off x="7408322" y="2782893"/>
              <a:ext cx="29619" cy="21020"/>
            </a:xfrm>
            <a:custGeom>
              <a:avLst/>
              <a:gdLst>
                <a:gd name="csX0" fmla="*/ 29142 w 29619"/>
                <a:gd name="csY0" fmla="*/ 7644 h 21020"/>
                <a:gd name="csX1" fmla="*/ 29620 w 29619"/>
                <a:gd name="csY1" fmla="*/ 8599 h 21020"/>
                <a:gd name="csX2" fmla="*/ 25320 w 29619"/>
                <a:gd name="csY2" fmla="*/ 12899 h 21020"/>
                <a:gd name="csX3" fmla="*/ 22454 w 29619"/>
                <a:gd name="csY3" fmla="*/ 14332 h 21020"/>
                <a:gd name="csX4" fmla="*/ 17676 w 29619"/>
                <a:gd name="csY4" fmla="*/ 19109 h 21020"/>
                <a:gd name="csX5" fmla="*/ 14810 w 29619"/>
                <a:gd name="csY5" fmla="*/ 20542 h 21020"/>
                <a:gd name="csX6" fmla="*/ 5255 w 29619"/>
                <a:gd name="csY6" fmla="*/ 21020 h 21020"/>
                <a:gd name="csX7" fmla="*/ 478 w 29619"/>
                <a:gd name="csY7" fmla="*/ 20065 h 21020"/>
                <a:gd name="csX8" fmla="*/ 0 w 29619"/>
                <a:gd name="csY8" fmla="*/ 18631 h 21020"/>
                <a:gd name="csX9" fmla="*/ 478 w 29619"/>
                <a:gd name="csY9" fmla="*/ 15765 h 21020"/>
                <a:gd name="csX10" fmla="*/ 5255 w 29619"/>
                <a:gd name="csY10" fmla="*/ 11465 h 21020"/>
                <a:gd name="csX11" fmla="*/ 7644 w 29619"/>
                <a:gd name="csY11" fmla="*/ 8599 h 21020"/>
                <a:gd name="csX12" fmla="*/ 10033 w 29619"/>
                <a:gd name="csY12" fmla="*/ 3822 h 21020"/>
                <a:gd name="csX13" fmla="*/ 13854 w 29619"/>
                <a:gd name="csY13" fmla="*/ 0 h 21020"/>
                <a:gd name="csX14" fmla="*/ 17199 w 29619"/>
                <a:gd name="csY14" fmla="*/ 0 h 21020"/>
                <a:gd name="csX15" fmla="*/ 27709 w 29619"/>
                <a:gd name="csY15" fmla="*/ 4777 h 21020"/>
                <a:gd name="csX16" fmla="*/ 29142 w 29619"/>
                <a:gd name="csY16" fmla="*/ 7644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9619" h="21020">
                  <a:moveTo>
                    <a:pt x="29142" y="7644"/>
                  </a:moveTo>
                  <a:lnTo>
                    <a:pt x="29620" y="8599"/>
                  </a:lnTo>
                  <a:lnTo>
                    <a:pt x="25320" y="12899"/>
                  </a:lnTo>
                  <a:lnTo>
                    <a:pt x="22454" y="14332"/>
                  </a:lnTo>
                  <a:lnTo>
                    <a:pt x="17676" y="19109"/>
                  </a:lnTo>
                  <a:lnTo>
                    <a:pt x="14810" y="20542"/>
                  </a:lnTo>
                  <a:lnTo>
                    <a:pt x="5255" y="21020"/>
                  </a:lnTo>
                  <a:lnTo>
                    <a:pt x="478" y="20065"/>
                  </a:lnTo>
                  <a:lnTo>
                    <a:pt x="0" y="18631"/>
                  </a:lnTo>
                  <a:lnTo>
                    <a:pt x="478" y="15765"/>
                  </a:lnTo>
                  <a:lnTo>
                    <a:pt x="5255" y="11465"/>
                  </a:lnTo>
                  <a:lnTo>
                    <a:pt x="7644" y="8599"/>
                  </a:lnTo>
                  <a:lnTo>
                    <a:pt x="10033" y="3822"/>
                  </a:lnTo>
                  <a:lnTo>
                    <a:pt x="13854" y="0"/>
                  </a:lnTo>
                  <a:lnTo>
                    <a:pt x="17199" y="0"/>
                  </a:lnTo>
                  <a:lnTo>
                    <a:pt x="27709" y="4777"/>
                  </a:lnTo>
                  <a:lnTo>
                    <a:pt x="29142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5" name="Freeform 1064">
              <a:extLst>
                <a:ext uri="{FF2B5EF4-FFF2-40B4-BE49-F238E27FC236}">
                  <a16:creationId xmlns:a16="http://schemas.microsoft.com/office/drawing/2014/main" id="{79C3D3FB-E60D-F433-2879-9924AD30CBFB}"/>
                </a:ext>
              </a:extLst>
            </p:cNvPr>
            <p:cNvSpPr/>
            <p:nvPr/>
          </p:nvSpPr>
          <p:spPr>
            <a:xfrm>
              <a:off x="7430775" y="4047443"/>
              <a:ext cx="5254" cy="18153"/>
            </a:xfrm>
            <a:custGeom>
              <a:avLst/>
              <a:gdLst>
                <a:gd name="csX0" fmla="*/ 4300 w 5254"/>
                <a:gd name="csY0" fmla="*/ 15765 h 18153"/>
                <a:gd name="csX1" fmla="*/ 5255 w 5254"/>
                <a:gd name="csY1" fmla="*/ 18154 h 18153"/>
                <a:gd name="csX2" fmla="*/ 4300 w 5254"/>
                <a:gd name="csY2" fmla="*/ 15765 h 18153"/>
                <a:gd name="csX3" fmla="*/ 2866 w 5254"/>
                <a:gd name="csY3" fmla="*/ 11943 h 18153"/>
                <a:gd name="csX4" fmla="*/ 1433 w 5254"/>
                <a:gd name="csY4" fmla="*/ 7644 h 18153"/>
                <a:gd name="csX5" fmla="*/ 0 w 5254"/>
                <a:gd name="csY5" fmla="*/ 5255 h 18153"/>
                <a:gd name="csX6" fmla="*/ 0 w 5254"/>
                <a:gd name="csY6" fmla="*/ 3822 h 18153"/>
                <a:gd name="csX7" fmla="*/ 955 w 5254"/>
                <a:gd name="csY7" fmla="*/ 478 h 18153"/>
                <a:gd name="csX8" fmla="*/ 478 w 5254"/>
                <a:gd name="csY8" fmla="*/ 0 h 18153"/>
                <a:gd name="csX9" fmla="*/ 0 w 5254"/>
                <a:gd name="csY9" fmla="*/ 0 h 18153"/>
                <a:gd name="csX10" fmla="*/ 478 w 5254"/>
                <a:gd name="csY10" fmla="*/ 0 h 18153"/>
                <a:gd name="csX11" fmla="*/ 955 w 5254"/>
                <a:gd name="csY11" fmla="*/ 478 h 18153"/>
                <a:gd name="csX12" fmla="*/ 0 w 5254"/>
                <a:gd name="csY12" fmla="*/ 3822 h 18153"/>
                <a:gd name="csX13" fmla="*/ 0 w 5254"/>
                <a:gd name="csY13" fmla="*/ 5255 h 18153"/>
                <a:gd name="csX14" fmla="*/ 1433 w 5254"/>
                <a:gd name="csY14" fmla="*/ 7644 h 18153"/>
                <a:gd name="csX15" fmla="*/ 2866 w 5254"/>
                <a:gd name="csY15" fmla="*/ 11943 h 18153"/>
                <a:gd name="csX16" fmla="*/ 4300 w 5254"/>
                <a:gd name="csY16" fmla="*/ 15765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254" h="18153">
                  <a:moveTo>
                    <a:pt x="4300" y="15765"/>
                  </a:moveTo>
                  <a:lnTo>
                    <a:pt x="5255" y="18154"/>
                  </a:lnTo>
                  <a:lnTo>
                    <a:pt x="4300" y="15765"/>
                  </a:lnTo>
                  <a:lnTo>
                    <a:pt x="2866" y="11943"/>
                  </a:lnTo>
                  <a:lnTo>
                    <a:pt x="1433" y="7644"/>
                  </a:lnTo>
                  <a:lnTo>
                    <a:pt x="0" y="5255"/>
                  </a:lnTo>
                  <a:lnTo>
                    <a:pt x="0" y="3822"/>
                  </a:lnTo>
                  <a:lnTo>
                    <a:pt x="955" y="478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478"/>
                  </a:lnTo>
                  <a:lnTo>
                    <a:pt x="0" y="3822"/>
                  </a:lnTo>
                  <a:lnTo>
                    <a:pt x="0" y="5255"/>
                  </a:lnTo>
                  <a:lnTo>
                    <a:pt x="1433" y="7644"/>
                  </a:lnTo>
                  <a:lnTo>
                    <a:pt x="2866" y="11943"/>
                  </a:lnTo>
                  <a:lnTo>
                    <a:pt x="4300" y="157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6" name="Freeform 1065">
              <a:extLst>
                <a:ext uri="{FF2B5EF4-FFF2-40B4-BE49-F238E27FC236}">
                  <a16:creationId xmlns:a16="http://schemas.microsoft.com/office/drawing/2014/main" id="{2FB3EC30-3104-B596-0A9C-B912ADF95AE9}"/>
                </a:ext>
              </a:extLst>
            </p:cNvPr>
            <p:cNvSpPr/>
            <p:nvPr/>
          </p:nvSpPr>
          <p:spPr>
            <a:xfrm>
              <a:off x="7427431" y="4047921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956 w 955"/>
                <a:gd name="csY1" fmla="*/ 478 h 477"/>
                <a:gd name="csX2" fmla="*/ 0 w 955"/>
                <a:gd name="csY2" fmla="*/ 0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956" y="478"/>
                  </a:lnTo>
                  <a:lnTo>
                    <a:pt x="0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7" name="Freeform 1066">
              <a:extLst>
                <a:ext uri="{FF2B5EF4-FFF2-40B4-BE49-F238E27FC236}">
                  <a16:creationId xmlns:a16="http://schemas.microsoft.com/office/drawing/2014/main" id="{F6763889-F087-9D2D-96E7-2B74BE515270}"/>
                </a:ext>
              </a:extLst>
            </p:cNvPr>
            <p:cNvSpPr/>
            <p:nvPr/>
          </p:nvSpPr>
          <p:spPr>
            <a:xfrm>
              <a:off x="7426475" y="3589301"/>
              <a:ext cx="1433" cy="1433"/>
            </a:xfrm>
            <a:custGeom>
              <a:avLst/>
              <a:gdLst>
                <a:gd name="csX0" fmla="*/ 0 w 1433"/>
                <a:gd name="csY0" fmla="*/ 0 h 1433"/>
                <a:gd name="csX1" fmla="*/ 1433 w 1433"/>
                <a:gd name="csY1" fmla="*/ 1433 h 1433"/>
                <a:gd name="csX2" fmla="*/ 0 w 1433"/>
                <a:gd name="csY2" fmla="*/ 0 h 1433"/>
                <a:gd name="csX3" fmla="*/ 0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0" y="0"/>
                  </a:moveTo>
                  <a:lnTo>
                    <a:pt x="1433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8" name="Freeform 1067">
              <a:extLst>
                <a:ext uri="{FF2B5EF4-FFF2-40B4-BE49-F238E27FC236}">
                  <a16:creationId xmlns:a16="http://schemas.microsoft.com/office/drawing/2014/main" id="{0E493F7A-38AA-648D-20CD-905EF7F8732D}"/>
                </a:ext>
              </a:extLst>
            </p:cNvPr>
            <p:cNvSpPr/>
            <p:nvPr/>
          </p:nvSpPr>
          <p:spPr>
            <a:xfrm>
              <a:off x="7426475" y="4046966"/>
              <a:ext cx="955" cy="955"/>
            </a:xfrm>
            <a:custGeom>
              <a:avLst/>
              <a:gdLst>
                <a:gd name="csX0" fmla="*/ 955 w 955"/>
                <a:gd name="csY0" fmla="*/ 956 h 955"/>
                <a:gd name="csX1" fmla="*/ 478 w 955"/>
                <a:gd name="csY1" fmla="*/ 478 h 955"/>
                <a:gd name="csX2" fmla="*/ 0 w 955"/>
                <a:gd name="csY2" fmla="*/ 0 h 955"/>
                <a:gd name="csX3" fmla="*/ 478 w 955"/>
                <a:gd name="csY3" fmla="*/ 478 h 955"/>
                <a:gd name="csX4" fmla="*/ 955 w 955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955">
                  <a:moveTo>
                    <a:pt x="955" y="956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9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9" name="Freeform 1068">
              <a:extLst>
                <a:ext uri="{FF2B5EF4-FFF2-40B4-BE49-F238E27FC236}">
                  <a16:creationId xmlns:a16="http://schemas.microsoft.com/office/drawing/2014/main" id="{F9C5BD70-115C-56DB-3773-2C8ABA136273}"/>
                </a:ext>
              </a:extLst>
            </p:cNvPr>
            <p:cNvSpPr/>
            <p:nvPr/>
          </p:nvSpPr>
          <p:spPr>
            <a:xfrm>
              <a:off x="7090154" y="4012569"/>
              <a:ext cx="336321" cy="279949"/>
            </a:xfrm>
            <a:custGeom>
              <a:avLst/>
              <a:gdLst>
                <a:gd name="csX0" fmla="*/ 336322 w 336321"/>
                <a:gd name="csY0" fmla="*/ 34397 h 279949"/>
                <a:gd name="csX1" fmla="*/ 334411 w 336321"/>
                <a:gd name="csY1" fmla="*/ 35830 h 279949"/>
                <a:gd name="csX2" fmla="*/ 332022 w 336321"/>
                <a:gd name="csY2" fmla="*/ 37263 h 279949"/>
                <a:gd name="csX3" fmla="*/ 329156 w 336321"/>
                <a:gd name="csY3" fmla="*/ 38696 h 279949"/>
                <a:gd name="csX4" fmla="*/ 326289 w 336321"/>
                <a:gd name="csY4" fmla="*/ 40129 h 279949"/>
                <a:gd name="csX5" fmla="*/ 324856 w 336321"/>
                <a:gd name="csY5" fmla="*/ 41085 h 279949"/>
                <a:gd name="csX6" fmla="*/ 323901 w 336321"/>
                <a:gd name="csY6" fmla="*/ 41563 h 279949"/>
                <a:gd name="csX7" fmla="*/ 321512 w 336321"/>
                <a:gd name="csY7" fmla="*/ 42996 h 279949"/>
                <a:gd name="csX8" fmla="*/ 321035 w 336321"/>
                <a:gd name="csY8" fmla="*/ 43951 h 279949"/>
                <a:gd name="csX9" fmla="*/ 320556 w 336321"/>
                <a:gd name="csY9" fmla="*/ 45384 h 279949"/>
                <a:gd name="csX10" fmla="*/ 320556 w 336321"/>
                <a:gd name="csY10" fmla="*/ 45862 h 279949"/>
                <a:gd name="csX11" fmla="*/ 318646 w 336321"/>
                <a:gd name="csY11" fmla="*/ 46817 h 279949"/>
                <a:gd name="csX12" fmla="*/ 318646 w 336321"/>
                <a:gd name="csY12" fmla="*/ 46817 h 279949"/>
                <a:gd name="csX13" fmla="*/ 316257 w 336321"/>
                <a:gd name="csY13" fmla="*/ 47773 h 279949"/>
                <a:gd name="csX14" fmla="*/ 316257 w 336321"/>
                <a:gd name="csY14" fmla="*/ 47773 h 279949"/>
                <a:gd name="csX15" fmla="*/ 315779 w 336321"/>
                <a:gd name="csY15" fmla="*/ 48251 h 279949"/>
                <a:gd name="csX16" fmla="*/ 315779 w 336321"/>
                <a:gd name="csY16" fmla="*/ 48251 h 279949"/>
                <a:gd name="csX17" fmla="*/ 315779 w 336321"/>
                <a:gd name="csY17" fmla="*/ 48728 h 279949"/>
                <a:gd name="csX18" fmla="*/ 314824 w 336321"/>
                <a:gd name="csY18" fmla="*/ 50162 h 279949"/>
                <a:gd name="csX19" fmla="*/ 312435 w 336321"/>
                <a:gd name="csY19" fmla="*/ 51117 h 279949"/>
                <a:gd name="csX20" fmla="*/ 311002 w 336321"/>
                <a:gd name="csY20" fmla="*/ 51117 h 279949"/>
                <a:gd name="csX21" fmla="*/ 310047 w 336321"/>
                <a:gd name="csY21" fmla="*/ 51117 h 279949"/>
                <a:gd name="csX22" fmla="*/ 304314 w 336321"/>
                <a:gd name="csY22" fmla="*/ 53028 h 279949"/>
                <a:gd name="csX23" fmla="*/ 301447 w 336321"/>
                <a:gd name="csY23" fmla="*/ 53028 h 279949"/>
                <a:gd name="csX24" fmla="*/ 299537 w 336321"/>
                <a:gd name="csY24" fmla="*/ 53983 h 279949"/>
                <a:gd name="csX25" fmla="*/ 298103 w 336321"/>
                <a:gd name="csY25" fmla="*/ 55417 h 279949"/>
                <a:gd name="csX26" fmla="*/ 295237 w 336321"/>
                <a:gd name="csY26" fmla="*/ 56372 h 279949"/>
                <a:gd name="csX27" fmla="*/ 292848 w 336321"/>
                <a:gd name="csY27" fmla="*/ 56372 h 279949"/>
                <a:gd name="csX28" fmla="*/ 289982 w 336321"/>
                <a:gd name="csY28" fmla="*/ 55894 h 279949"/>
                <a:gd name="csX29" fmla="*/ 286160 w 336321"/>
                <a:gd name="csY29" fmla="*/ 54461 h 279949"/>
                <a:gd name="csX30" fmla="*/ 284727 w 336321"/>
                <a:gd name="csY30" fmla="*/ 53506 h 279949"/>
                <a:gd name="csX31" fmla="*/ 283294 w 336321"/>
                <a:gd name="csY31" fmla="*/ 53506 h 279949"/>
                <a:gd name="csX32" fmla="*/ 279949 w 336321"/>
                <a:gd name="csY32" fmla="*/ 53506 h 279949"/>
                <a:gd name="csX33" fmla="*/ 276605 w 336321"/>
                <a:gd name="csY33" fmla="*/ 52550 h 279949"/>
                <a:gd name="csX34" fmla="*/ 272783 w 336321"/>
                <a:gd name="csY34" fmla="*/ 51595 h 279949"/>
                <a:gd name="csX35" fmla="*/ 270873 w 336321"/>
                <a:gd name="csY35" fmla="*/ 51595 h 279949"/>
                <a:gd name="csX36" fmla="*/ 267051 w 336321"/>
                <a:gd name="csY36" fmla="*/ 50639 h 279949"/>
                <a:gd name="csX37" fmla="*/ 264662 w 336321"/>
                <a:gd name="csY37" fmla="*/ 51595 h 279949"/>
                <a:gd name="csX38" fmla="*/ 262274 w 336321"/>
                <a:gd name="csY38" fmla="*/ 52550 h 279949"/>
                <a:gd name="csX39" fmla="*/ 261796 w 336321"/>
                <a:gd name="csY39" fmla="*/ 52550 h 279949"/>
                <a:gd name="csX40" fmla="*/ 260363 w 336321"/>
                <a:gd name="csY40" fmla="*/ 53028 h 279949"/>
                <a:gd name="csX41" fmla="*/ 260363 w 336321"/>
                <a:gd name="csY41" fmla="*/ 53028 h 279949"/>
                <a:gd name="csX42" fmla="*/ 260363 w 336321"/>
                <a:gd name="csY42" fmla="*/ 53028 h 279949"/>
                <a:gd name="csX43" fmla="*/ 258930 w 336321"/>
                <a:gd name="csY43" fmla="*/ 55894 h 279949"/>
                <a:gd name="csX44" fmla="*/ 257974 w 336321"/>
                <a:gd name="csY44" fmla="*/ 56850 h 279949"/>
                <a:gd name="csX45" fmla="*/ 257496 w 336321"/>
                <a:gd name="csY45" fmla="*/ 58283 h 279949"/>
                <a:gd name="csX46" fmla="*/ 257019 w 336321"/>
                <a:gd name="csY46" fmla="*/ 59239 h 279949"/>
                <a:gd name="csX47" fmla="*/ 257496 w 336321"/>
                <a:gd name="csY47" fmla="*/ 60194 h 279949"/>
                <a:gd name="csX48" fmla="*/ 257496 w 336321"/>
                <a:gd name="csY48" fmla="*/ 60194 h 279949"/>
                <a:gd name="csX49" fmla="*/ 259407 w 336321"/>
                <a:gd name="csY49" fmla="*/ 61149 h 279949"/>
                <a:gd name="csX50" fmla="*/ 260363 w 336321"/>
                <a:gd name="csY50" fmla="*/ 62105 h 279949"/>
                <a:gd name="csX51" fmla="*/ 260840 w 336321"/>
                <a:gd name="csY51" fmla="*/ 63538 h 279949"/>
                <a:gd name="csX52" fmla="*/ 259885 w 336321"/>
                <a:gd name="csY52" fmla="*/ 64493 h 279949"/>
                <a:gd name="csX53" fmla="*/ 259407 w 336321"/>
                <a:gd name="csY53" fmla="*/ 64971 h 279949"/>
                <a:gd name="csX54" fmla="*/ 259407 w 336321"/>
                <a:gd name="csY54" fmla="*/ 65927 h 279949"/>
                <a:gd name="csX55" fmla="*/ 259407 w 336321"/>
                <a:gd name="csY55" fmla="*/ 66405 h 279949"/>
                <a:gd name="csX56" fmla="*/ 259885 w 336321"/>
                <a:gd name="csY56" fmla="*/ 66882 h 279949"/>
                <a:gd name="csX57" fmla="*/ 260363 w 336321"/>
                <a:gd name="csY57" fmla="*/ 66882 h 279949"/>
                <a:gd name="csX58" fmla="*/ 263229 w 336321"/>
                <a:gd name="csY58" fmla="*/ 67360 h 279949"/>
                <a:gd name="csX59" fmla="*/ 265140 w 336321"/>
                <a:gd name="csY59" fmla="*/ 67360 h 279949"/>
                <a:gd name="csX60" fmla="*/ 266096 w 336321"/>
                <a:gd name="csY60" fmla="*/ 67838 h 279949"/>
                <a:gd name="csX61" fmla="*/ 266096 w 336321"/>
                <a:gd name="csY61" fmla="*/ 68793 h 279949"/>
                <a:gd name="csX62" fmla="*/ 265617 w 336321"/>
                <a:gd name="csY62" fmla="*/ 69749 h 279949"/>
                <a:gd name="csX63" fmla="*/ 262751 w 336321"/>
                <a:gd name="csY63" fmla="*/ 71182 h 279949"/>
                <a:gd name="csX64" fmla="*/ 261318 w 336321"/>
                <a:gd name="csY64" fmla="*/ 72137 h 279949"/>
                <a:gd name="csX65" fmla="*/ 261318 w 336321"/>
                <a:gd name="csY65" fmla="*/ 72137 h 279949"/>
                <a:gd name="csX66" fmla="*/ 260363 w 336321"/>
                <a:gd name="csY66" fmla="*/ 73570 h 279949"/>
                <a:gd name="csX67" fmla="*/ 260840 w 336321"/>
                <a:gd name="csY67" fmla="*/ 74526 h 279949"/>
                <a:gd name="csX68" fmla="*/ 261318 w 336321"/>
                <a:gd name="csY68" fmla="*/ 75481 h 279949"/>
                <a:gd name="csX69" fmla="*/ 262274 w 336321"/>
                <a:gd name="csY69" fmla="*/ 76437 h 279949"/>
                <a:gd name="csX70" fmla="*/ 263707 w 336321"/>
                <a:gd name="csY70" fmla="*/ 77392 h 279949"/>
                <a:gd name="csX71" fmla="*/ 264185 w 336321"/>
                <a:gd name="csY71" fmla="*/ 78348 h 279949"/>
                <a:gd name="csX72" fmla="*/ 263707 w 336321"/>
                <a:gd name="csY72" fmla="*/ 79303 h 279949"/>
                <a:gd name="csX73" fmla="*/ 263229 w 336321"/>
                <a:gd name="csY73" fmla="*/ 80736 h 279949"/>
                <a:gd name="csX74" fmla="*/ 262274 w 336321"/>
                <a:gd name="csY74" fmla="*/ 82647 h 279949"/>
                <a:gd name="csX75" fmla="*/ 261796 w 336321"/>
                <a:gd name="csY75" fmla="*/ 83125 h 279949"/>
                <a:gd name="csX76" fmla="*/ 260840 w 336321"/>
                <a:gd name="csY76" fmla="*/ 84081 h 279949"/>
                <a:gd name="csX77" fmla="*/ 260840 w 336321"/>
                <a:gd name="csY77" fmla="*/ 84558 h 279949"/>
                <a:gd name="csX78" fmla="*/ 261318 w 336321"/>
                <a:gd name="csY78" fmla="*/ 85036 h 279949"/>
                <a:gd name="csX79" fmla="*/ 262274 w 336321"/>
                <a:gd name="csY79" fmla="*/ 85991 h 279949"/>
                <a:gd name="csX80" fmla="*/ 262274 w 336321"/>
                <a:gd name="csY80" fmla="*/ 85991 h 279949"/>
                <a:gd name="csX81" fmla="*/ 263707 w 336321"/>
                <a:gd name="csY81" fmla="*/ 87424 h 279949"/>
                <a:gd name="csX82" fmla="*/ 263707 w 336321"/>
                <a:gd name="csY82" fmla="*/ 87424 h 279949"/>
                <a:gd name="csX83" fmla="*/ 265617 w 336321"/>
                <a:gd name="csY83" fmla="*/ 88858 h 279949"/>
                <a:gd name="csX84" fmla="*/ 266573 w 336321"/>
                <a:gd name="csY84" fmla="*/ 88858 h 279949"/>
                <a:gd name="csX85" fmla="*/ 266573 w 336321"/>
                <a:gd name="csY85" fmla="*/ 88858 h 279949"/>
                <a:gd name="csX86" fmla="*/ 267051 w 336321"/>
                <a:gd name="csY86" fmla="*/ 89335 h 279949"/>
                <a:gd name="csX87" fmla="*/ 267528 w 336321"/>
                <a:gd name="csY87" fmla="*/ 90769 h 279949"/>
                <a:gd name="csX88" fmla="*/ 267528 w 336321"/>
                <a:gd name="csY88" fmla="*/ 92202 h 279949"/>
                <a:gd name="csX89" fmla="*/ 267051 w 336321"/>
                <a:gd name="csY89" fmla="*/ 93157 h 279949"/>
                <a:gd name="csX90" fmla="*/ 268006 w 336321"/>
                <a:gd name="csY90" fmla="*/ 94113 h 279949"/>
                <a:gd name="csX91" fmla="*/ 270873 w 336321"/>
                <a:gd name="csY91" fmla="*/ 94113 h 279949"/>
                <a:gd name="csX92" fmla="*/ 270873 w 336321"/>
                <a:gd name="csY92" fmla="*/ 94113 h 279949"/>
                <a:gd name="csX93" fmla="*/ 272783 w 336321"/>
                <a:gd name="csY93" fmla="*/ 94590 h 279949"/>
                <a:gd name="csX94" fmla="*/ 272783 w 336321"/>
                <a:gd name="csY94" fmla="*/ 94590 h 279949"/>
                <a:gd name="csX95" fmla="*/ 273739 w 336321"/>
                <a:gd name="csY95" fmla="*/ 94113 h 279949"/>
                <a:gd name="csX96" fmla="*/ 274217 w 336321"/>
                <a:gd name="csY96" fmla="*/ 94590 h 279949"/>
                <a:gd name="csX97" fmla="*/ 273739 w 336321"/>
                <a:gd name="csY97" fmla="*/ 97457 h 279949"/>
                <a:gd name="csX98" fmla="*/ 274217 w 336321"/>
                <a:gd name="csY98" fmla="*/ 99368 h 279949"/>
                <a:gd name="csX99" fmla="*/ 274694 w 336321"/>
                <a:gd name="csY99" fmla="*/ 100323 h 279949"/>
                <a:gd name="csX100" fmla="*/ 274694 w 336321"/>
                <a:gd name="csY100" fmla="*/ 100323 h 279949"/>
                <a:gd name="csX101" fmla="*/ 276605 w 336321"/>
                <a:gd name="csY101" fmla="*/ 100801 h 279949"/>
                <a:gd name="csX102" fmla="*/ 280428 w 336321"/>
                <a:gd name="csY102" fmla="*/ 100801 h 279949"/>
                <a:gd name="csX103" fmla="*/ 280905 w 336321"/>
                <a:gd name="csY103" fmla="*/ 100801 h 279949"/>
                <a:gd name="csX104" fmla="*/ 282816 w 336321"/>
                <a:gd name="csY104" fmla="*/ 101756 h 279949"/>
                <a:gd name="csX105" fmla="*/ 282816 w 336321"/>
                <a:gd name="csY105" fmla="*/ 101756 h 279949"/>
                <a:gd name="csX106" fmla="*/ 285682 w 336321"/>
                <a:gd name="csY106" fmla="*/ 102712 h 279949"/>
                <a:gd name="csX107" fmla="*/ 287115 w 336321"/>
                <a:gd name="csY107" fmla="*/ 103667 h 279949"/>
                <a:gd name="csX108" fmla="*/ 287593 w 336321"/>
                <a:gd name="csY108" fmla="*/ 104623 h 279949"/>
                <a:gd name="csX109" fmla="*/ 287593 w 336321"/>
                <a:gd name="csY109" fmla="*/ 106056 h 279949"/>
                <a:gd name="csX110" fmla="*/ 286160 w 336321"/>
                <a:gd name="csY110" fmla="*/ 107489 h 279949"/>
                <a:gd name="csX111" fmla="*/ 286160 w 336321"/>
                <a:gd name="csY111" fmla="*/ 107489 h 279949"/>
                <a:gd name="csX112" fmla="*/ 283771 w 336321"/>
                <a:gd name="csY112" fmla="*/ 108445 h 279949"/>
                <a:gd name="csX113" fmla="*/ 283294 w 336321"/>
                <a:gd name="csY113" fmla="*/ 108445 h 279949"/>
                <a:gd name="csX114" fmla="*/ 282338 w 336321"/>
                <a:gd name="csY114" fmla="*/ 108922 h 279949"/>
                <a:gd name="csX115" fmla="*/ 282338 w 336321"/>
                <a:gd name="csY115" fmla="*/ 108922 h 279949"/>
                <a:gd name="csX116" fmla="*/ 279949 w 336321"/>
                <a:gd name="csY116" fmla="*/ 109878 h 279949"/>
                <a:gd name="csX117" fmla="*/ 275650 w 336321"/>
                <a:gd name="csY117" fmla="*/ 111789 h 279949"/>
                <a:gd name="csX118" fmla="*/ 274217 w 336321"/>
                <a:gd name="csY118" fmla="*/ 112744 h 279949"/>
                <a:gd name="csX119" fmla="*/ 273739 w 336321"/>
                <a:gd name="csY119" fmla="*/ 113222 h 279949"/>
                <a:gd name="csX120" fmla="*/ 272306 w 336321"/>
                <a:gd name="csY120" fmla="*/ 114655 h 279949"/>
                <a:gd name="csX121" fmla="*/ 271351 w 336321"/>
                <a:gd name="csY121" fmla="*/ 115611 h 279949"/>
                <a:gd name="csX122" fmla="*/ 271351 w 336321"/>
                <a:gd name="csY122" fmla="*/ 115611 h 279949"/>
                <a:gd name="csX123" fmla="*/ 271351 w 336321"/>
                <a:gd name="csY123" fmla="*/ 117044 h 279949"/>
                <a:gd name="csX124" fmla="*/ 272783 w 336321"/>
                <a:gd name="csY124" fmla="*/ 120865 h 279949"/>
                <a:gd name="csX125" fmla="*/ 272783 w 336321"/>
                <a:gd name="csY125" fmla="*/ 122299 h 279949"/>
                <a:gd name="csX126" fmla="*/ 271828 w 336321"/>
                <a:gd name="csY126" fmla="*/ 126598 h 279949"/>
                <a:gd name="csX127" fmla="*/ 271351 w 336321"/>
                <a:gd name="csY127" fmla="*/ 128031 h 279949"/>
                <a:gd name="csX128" fmla="*/ 271828 w 336321"/>
                <a:gd name="csY128" fmla="*/ 128987 h 279949"/>
                <a:gd name="csX129" fmla="*/ 273262 w 336321"/>
                <a:gd name="csY129" fmla="*/ 129465 h 279949"/>
                <a:gd name="csX130" fmla="*/ 273262 w 336321"/>
                <a:gd name="csY130" fmla="*/ 130420 h 279949"/>
                <a:gd name="csX131" fmla="*/ 273739 w 336321"/>
                <a:gd name="csY131" fmla="*/ 131376 h 279949"/>
                <a:gd name="csX132" fmla="*/ 271351 w 336321"/>
                <a:gd name="csY132" fmla="*/ 132809 h 279949"/>
                <a:gd name="csX133" fmla="*/ 268484 w 336321"/>
                <a:gd name="csY133" fmla="*/ 134242 h 279949"/>
                <a:gd name="csX134" fmla="*/ 268006 w 336321"/>
                <a:gd name="csY134" fmla="*/ 134242 h 279949"/>
                <a:gd name="csX135" fmla="*/ 268006 w 336321"/>
                <a:gd name="csY135" fmla="*/ 134242 h 279949"/>
                <a:gd name="csX136" fmla="*/ 268006 w 336321"/>
                <a:gd name="csY136" fmla="*/ 134242 h 279949"/>
                <a:gd name="csX137" fmla="*/ 265617 w 336321"/>
                <a:gd name="csY137" fmla="*/ 136631 h 279949"/>
                <a:gd name="csX138" fmla="*/ 261318 w 336321"/>
                <a:gd name="csY138" fmla="*/ 141886 h 279949"/>
                <a:gd name="csX139" fmla="*/ 261318 w 336321"/>
                <a:gd name="csY139" fmla="*/ 141886 h 279949"/>
                <a:gd name="csX140" fmla="*/ 258930 w 336321"/>
                <a:gd name="csY140" fmla="*/ 143797 h 279949"/>
                <a:gd name="csX141" fmla="*/ 258930 w 336321"/>
                <a:gd name="csY141" fmla="*/ 143797 h 279949"/>
                <a:gd name="csX142" fmla="*/ 258930 w 336321"/>
                <a:gd name="csY142" fmla="*/ 144752 h 279949"/>
                <a:gd name="csX143" fmla="*/ 258930 w 336321"/>
                <a:gd name="csY143" fmla="*/ 145707 h 279949"/>
                <a:gd name="csX144" fmla="*/ 259407 w 336321"/>
                <a:gd name="csY144" fmla="*/ 147141 h 279949"/>
                <a:gd name="csX145" fmla="*/ 259885 w 336321"/>
                <a:gd name="csY145" fmla="*/ 148096 h 279949"/>
                <a:gd name="csX146" fmla="*/ 258930 w 336321"/>
                <a:gd name="csY146" fmla="*/ 149529 h 279949"/>
                <a:gd name="csX147" fmla="*/ 257496 w 336321"/>
                <a:gd name="csY147" fmla="*/ 150963 h 279949"/>
                <a:gd name="csX148" fmla="*/ 254152 w 336321"/>
                <a:gd name="csY148" fmla="*/ 152396 h 279949"/>
                <a:gd name="csX149" fmla="*/ 250330 w 336321"/>
                <a:gd name="csY149" fmla="*/ 153351 h 279949"/>
                <a:gd name="csX150" fmla="*/ 248897 w 336321"/>
                <a:gd name="csY150" fmla="*/ 154307 h 279949"/>
                <a:gd name="csX151" fmla="*/ 247464 w 336321"/>
                <a:gd name="csY151" fmla="*/ 157651 h 279949"/>
                <a:gd name="csX152" fmla="*/ 246508 w 336321"/>
                <a:gd name="csY152" fmla="*/ 160995 h 279949"/>
                <a:gd name="csX153" fmla="*/ 246508 w 336321"/>
                <a:gd name="csY153" fmla="*/ 160995 h 279949"/>
                <a:gd name="csX154" fmla="*/ 246031 w 336321"/>
                <a:gd name="csY154" fmla="*/ 162428 h 279949"/>
                <a:gd name="csX155" fmla="*/ 243642 w 336321"/>
                <a:gd name="csY155" fmla="*/ 166250 h 279949"/>
                <a:gd name="csX156" fmla="*/ 240298 w 336321"/>
                <a:gd name="csY156" fmla="*/ 171983 h 279949"/>
                <a:gd name="csX157" fmla="*/ 239342 w 336321"/>
                <a:gd name="csY157" fmla="*/ 172938 h 279949"/>
                <a:gd name="csX158" fmla="*/ 233610 w 336321"/>
                <a:gd name="csY158" fmla="*/ 175804 h 279949"/>
                <a:gd name="csX159" fmla="*/ 228355 w 336321"/>
                <a:gd name="csY159" fmla="*/ 178671 h 279949"/>
                <a:gd name="csX160" fmla="*/ 228355 w 336321"/>
                <a:gd name="csY160" fmla="*/ 178671 h 279949"/>
                <a:gd name="csX161" fmla="*/ 227399 w 336321"/>
                <a:gd name="csY161" fmla="*/ 180104 h 279949"/>
                <a:gd name="csX162" fmla="*/ 225966 w 336321"/>
                <a:gd name="csY162" fmla="*/ 182493 h 279949"/>
                <a:gd name="csX163" fmla="*/ 225010 w 336321"/>
                <a:gd name="csY163" fmla="*/ 185837 h 279949"/>
                <a:gd name="csX164" fmla="*/ 224055 w 336321"/>
                <a:gd name="csY164" fmla="*/ 187270 h 279949"/>
                <a:gd name="csX165" fmla="*/ 224055 w 336321"/>
                <a:gd name="csY165" fmla="*/ 187270 h 279949"/>
                <a:gd name="csX166" fmla="*/ 220233 w 336321"/>
                <a:gd name="csY166" fmla="*/ 190614 h 279949"/>
                <a:gd name="csX167" fmla="*/ 219278 w 336321"/>
                <a:gd name="csY167" fmla="*/ 193480 h 279949"/>
                <a:gd name="csX168" fmla="*/ 219278 w 336321"/>
                <a:gd name="csY168" fmla="*/ 193480 h 279949"/>
                <a:gd name="csX169" fmla="*/ 218800 w 336321"/>
                <a:gd name="csY169" fmla="*/ 194914 h 279949"/>
                <a:gd name="csX170" fmla="*/ 218800 w 336321"/>
                <a:gd name="csY170" fmla="*/ 194914 h 279949"/>
                <a:gd name="csX171" fmla="*/ 215934 w 336321"/>
                <a:gd name="csY171" fmla="*/ 195869 h 279949"/>
                <a:gd name="csX172" fmla="*/ 214978 w 336321"/>
                <a:gd name="csY172" fmla="*/ 196347 h 279949"/>
                <a:gd name="csX173" fmla="*/ 212590 w 336321"/>
                <a:gd name="csY173" fmla="*/ 196825 h 279949"/>
                <a:gd name="csX174" fmla="*/ 207335 w 336321"/>
                <a:gd name="csY174" fmla="*/ 197302 h 279949"/>
                <a:gd name="csX175" fmla="*/ 205901 w 336321"/>
                <a:gd name="csY175" fmla="*/ 197780 h 279949"/>
                <a:gd name="csX176" fmla="*/ 205424 w 336321"/>
                <a:gd name="csY176" fmla="*/ 197780 h 279949"/>
                <a:gd name="csX177" fmla="*/ 199214 w 336321"/>
                <a:gd name="csY177" fmla="*/ 200169 h 279949"/>
                <a:gd name="csX178" fmla="*/ 199214 w 336321"/>
                <a:gd name="csY178" fmla="*/ 200169 h 279949"/>
                <a:gd name="csX179" fmla="*/ 197780 w 336321"/>
                <a:gd name="csY179" fmla="*/ 200169 h 279949"/>
                <a:gd name="csX180" fmla="*/ 196347 w 336321"/>
                <a:gd name="csY180" fmla="*/ 199691 h 279949"/>
                <a:gd name="csX181" fmla="*/ 195391 w 336321"/>
                <a:gd name="csY181" fmla="*/ 199213 h 279949"/>
                <a:gd name="csX182" fmla="*/ 194914 w 336321"/>
                <a:gd name="csY182" fmla="*/ 197780 h 279949"/>
                <a:gd name="csX183" fmla="*/ 194436 w 336321"/>
                <a:gd name="csY183" fmla="*/ 195391 h 279949"/>
                <a:gd name="csX184" fmla="*/ 193003 w 336321"/>
                <a:gd name="csY184" fmla="*/ 194436 h 279949"/>
                <a:gd name="csX185" fmla="*/ 193003 w 336321"/>
                <a:gd name="csY185" fmla="*/ 194436 h 279949"/>
                <a:gd name="csX186" fmla="*/ 191569 w 336321"/>
                <a:gd name="csY186" fmla="*/ 193958 h 279949"/>
                <a:gd name="csX187" fmla="*/ 189659 w 336321"/>
                <a:gd name="csY187" fmla="*/ 193958 h 279949"/>
                <a:gd name="csX188" fmla="*/ 188226 w 336321"/>
                <a:gd name="csY188" fmla="*/ 194914 h 279949"/>
                <a:gd name="csX189" fmla="*/ 186792 w 336321"/>
                <a:gd name="csY189" fmla="*/ 195869 h 279949"/>
                <a:gd name="csX190" fmla="*/ 185837 w 336321"/>
                <a:gd name="csY190" fmla="*/ 196347 h 279949"/>
                <a:gd name="csX191" fmla="*/ 184882 w 336321"/>
                <a:gd name="csY191" fmla="*/ 197302 h 279949"/>
                <a:gd name="csX192" fmla="*/ 184403 w 336321"/>
                <a:gd name="csY192" fmla="*/ 197302 h 279949"/>
                <a:gd name="csX193" fmla="*/ 182971 w 336321"/>
                <a:gd name="csY193" fmla="*/ 200646 h 279949"/>
                <a:gd name="csX194" fmla="*/ 179626 w 336321"/>
                <a:gd name="csY194" fmla="*/ 204946 h 279949"/>
                <a:gd name="csX195" fmla="*/ 176282 w 336321"/>
                <a:gd name="csY195" fmla="*/ 208290 h 279949"/>
                <a:gd name="csX196" fmla="*/ 174849 w 336321"/>
                <a:gd name="csY196" fmla="*/ 209245 h 279949"/>
                <a:gd name="csX197" fmla="*/ 174371 w 336321"/>
                <a:gd name="csY197" fmla="*/ 210201 h 279949"/>
                <a:gd name="csX198" fmla="*/ 174371 w 336321"/>
                <a:gd name="csY198" fmla="*/ 210201 h 279949"/>
                <a:gd name="csX199" fmla="*/ 173416 w 336321"/>
                <a:gd name="csY199" fmla="*/ 211156 h 279949"/>
                <a:gd name="csX200" fmla="*/ 173416 w 336321"/>
                <a:gd name="csY200" fmla="*/ 211156 h 279949"/>
                <a:gd name="csX201" fmla="*/ 172460 w 336321"/>
                <a:gd name="csY201" fmla="*/ 212112 h 279949"/>
                <a:gd name="csX202" fmla="*/ 172460 w 336321"/>
                <a:gd name="csY202" fmla="*/ 212112 h 279949"/>
                <a:gd name="csX203" fmla="*/ 171505 w 336321"/>
                <a:gd name="csY203" fmla="*/ 215456 h 279949"/>
                <a:gd name="csX204" fmla="*/ 171027 w 336321"/>
                <a:gd name="csY204" fmla="*/ 218800 h 279949"/>
                <a:gd name="csX205" fmla="*/ 171505 w 336321"/>
                <a:gd name="csY205" fmla="*/ 219278 h 279949"/>
                <a:gd name="csX206" fmla="*/ 171983 w 336321"/>
                <a:gd name="csY206" fmla="*/ 219756 h 279949"/>
                <a:gd name="csX207" fmla="*/ 173894 w 336321"/>
                <a:gd name="csY207" fmla="*/ 220711 h 279949"/>
                <a:gd name="csX208" fmla="*/ 176760 w 336321"/>
                <a:gd name="csY208" fmla="*/ 222144 h 279949"/>
                <a:gd name="csX209" fmla="*/ 180104 w 336321"/>
                <a:gd name="csY209" fmla="*/ 223100 h 279949"/>
                <a:gd name="csX210" fmla="*/ 180104 w 336321"/>
                <a:gd name="csY210" fmla="*/ 223100 h 279949"/>
                <a:gd name="csX211" fmla="*/ 182971 w 336321"/>
                <a:gd name="csY211" fmla="*/ 223100 h 279949"/>
                <a:gd name="csX212" fmla="*/ 183926 w 336321"/>
                <a:gd name="csY212" fmla="*/ 224055 h 279949"/>
                <a:gd name="csX213" fmla="*/ 184882 w 336321"/>
                <a:gd name="csY213" fmla="*/ 224533 h 279949"/>
                <a:gd name="csX214" fmla="*/ 184882 w 336321"/>
                <a:gd name="csY214" fmla="*/ 225488 h 279949"/>
                <a:gd name="csX215" fmla="*/ 184882 w 336321"/>
                <a:gd name="csY215" fmla="*/ 227877 h 279949"/>
                <a:gd name="csX216" fmla="*/ 184403 w 336321"/>
                <a:gd name="csY216" fmla="*/ 230743 h 279949"/>
                <a:gd name="csX217" fmla="*/ 183448 w 336321"/>
                <a:gd name="csY217" fmla="*/ 233610 h 279949"/>
                <a:gd name="csX218" fmla="*/ 183448 w 336321"/>
                <a:gd name="csY218" fmla="*/ 233610 h 279949"/>
                <a:gd name="csX219" fmla="*/ 183448 w 336321"/>
                <a:gd name="csY219" fmla="*/ 235043 h 279949"/>
                <a:gd name="csX220" fmla="*/ 183926 w 336321"/>
                <a:gd name="csY220" fmla="*/ 236954 h 279949"/>
                <a:gd name="csX221" fmla="*/ 183926 w 336321"/>
                <a:gd name="csY221" fmla="*/ 236954 h 279949"/>
                <a:gd name="csX222" fmla="*/ 187270 w 336321"/>
                <a:gd name="csY222" fmla="*/ 240776 h 279949"/>
                <a:gd name="csX223" fmla="*/ 188226 w 336321"/>
                <a:gd name="csY223" fmla="*/ 241253 h 279949"/>
                <a:gd name="csX224" fmla="*/ 190614 w 336321"/>
                <a:gd name="csY224" fmla="*/ 241253 h 279949"/>
                <a:gd name="csX225" fmla="*/ 192048 w 336321"/>
                <a:gd name="csY225" fmla="*/ 241253 h 279949"/>
                <a:gd name="csX226" fmla="*/ 193003 w 336321"/>
                <a:gd name="csY226" fmla="*/ 240776 h 279949"/>
                <a:gd name="csX227" fmla="*/ 193003 w 336321"/>
                <a:gd name="csY227" fmla="*/ 240776 h 279949"/>
                <a:gd name="csX228" fmla="*/ 193958 w 336321"/>
                <a:gd name="csY228" fmla="*/ 241253 h 279949"/>
                <a:gd name="csX229" fmla="*/ 194436 w 336321"/>
                <a:gd name="csY229" fmla="*/ 241731 h 279949"/>
                <a:gd name="csX230" fmla="*/ 194914 w 336321"/>
                <a:gd name="csY230" fmla="*/ 242687 h 279949"/>
                <a:gd name="csX231" fmla="*/ 194914 w 336321"/>
                <a:gd name="csY231" fmla="*/ 246509 h 279949"/>
                <a:gd name="csX232" fmla="*/ 195869 w 336321"/>
                <a:gd name="csY232" fmla="*/ 248419 h 279949"/>
                <a:gd name="csX233" fmla="*/ 197780 w 336321"/>
                <a:gd name="csY233" fmla="*/ 250808 h 279949"/>
                <a:gd name="csX234" fmla="*/ 199214 w 336321"/>
                <a:gd name="csY234" fmla="*/ 253675 h 279949"/>
                <a:gd name="csX235" fmla="*/ 200646 w 336321"/>
                <a:gd name="csY235" fmla="*/ 257018 h 279949"/>
                <a:gd name="csX236" fmla="*/ 202080 w 336321"/>
                <a:gd name="csY236" fmla="*/ 259885 h 279949"/>
                <a:gd name="csX237" fmla="*/ 202557 w 336321"/>
                <a:gd name="csY237" fmla="*/ 261318 h 279949"/>
                <a:gd name="csX238" fmla="*/ 201602 w 336321"/>
                <a:gd name="csY238" fmla="*/ 261796 h 279949"/>
                <a:gd name="csX239" fmla="*/ 201124 w 336321"/>
                <a:gd name="csY239" fmla="*/ 262751 h 279949"/>
                <a:gd name="csX240" fmla="*/ 201124 w 336321"/>
                <a:gd name="csY240" fmla="*/ 263707 h 279949"/>
                <a:gd name="csX241" fmla="*/ 201124 w 336321"/>
                <a:gd name="csY241" fmla="*/ 264662 h 279949"/>
                <a:gd name="csX242" fmla="*/ 201124 w 336321"/>
                <a:gd name="csY242" fmla="*/ 265140 h 279949"/>
                <a:gd name="csX243" fmla="*/ 201602 w 336321"/>
                <a:gd name="csY243" fmla="*/ 266095 h 279949"/>
                <a:gd name="csX244" fmla="*/ 202557 w 336321"/>
                <a:gd name="csY244" fmla="*/ 266573 h 279949"/>
                <a:gd name="csX245" fmla="*/ 202557 w 336321"/>
                <a:gd name="csY245" fmla="*/ 267051 h 279949"/>
                <a:gd name="csX246" fmla="*/ 201124 w 336321"/>
                <a:gd name="csY246" fmla="*/ 267529 h 279949"/>
                <a:gd name="csX247" fmla="*/ 200169 w 336321"/>
                <a:gd name="csY247" fmla="*/ 267529 h 279949"/>
                <a:gd name="csX248" fmla="*/ 199214 w 336321"/>
                <a:gd name="csY248" fmla="*/ 268006 h 279949"/>
                <a:gd name="csX249" fmla="*/ 197780 w 336321"/>
                <a:gd name="csY249" fmla="*/ 269440 h 279949"/>
                <a:gd name="csX250" fmla="*/ 196825 w 336321"/>
                <a:gd name="csY250" fmla="*/ 269917 h 279949"/>
                <a:gd name="csX251" fmla="*/ 195869 w 336321"/>
                <a:gd name="csY251" fmla="*/ 269917 h 279949"/>
                <a:gd name="csX252" fmla="*/ 194914 w 336321"/>
                <a:gd name="csY252" fmla="*/ 269917 h 279949"/>
                <a:gd name="csX253" fmla="*/ 193480 w 336321"/>
                <a:gd name="csY253" fmla="*/ 269440 h 279949"/>
                <a:gd name="csX254" fmla="*/ 193003 w 336321"/>
                <a:gd name="csY254" fmla="*/ 268484 h 279949"/>
                <a:gd name="csX255" fmla="*/ 193003 w 336321"/>
                <a:gd name="csY255" fmla="*/ 267051 h 279949"/>
                <a:gd name="csX256" fmla="*/ 192525 w 336321"/>
                <a:gd name="csY256" fmla="*/ 266573 h 279949"/>
                <a:gd name="csX257" fmla="*/ 192525 w 336321"/>
                <a:gd name="csY257" fmla="*/ 266573 h 279949"/>
                <a:gd name="csX258" fmla="*/ 191569 w 336321"/>
                <a:gd name="csY258" fmla="*/ 266573 h 279949"/>
                <a:gd name="csX259" fmla="*/ 187748 w 336321"/>
                <a:gd name="csY259" fmla="*/ 267529 h 279949"/>
                <a:gd name="csX260" fmla="*/ 187270 w 336321"/>
                <a:gd name="csY260" fmla="*/ 268006 h 279949"/>
                <a:gd name="csX261" fmla="*/ 183926 w 336321"/>
                <a:gd name="csY261" fmla="*/ 268962 h 279949"/>
                <a:gd name="csX262" fmla="*/ 183926 w 336321"/>
                <a:gd name="csY262" fmla="*/ 268962 h 279949"/>
                <a:gd name="csX263" fmla="*/ 182971 w 336321"/>
                <a:gd name="csY263" fmla="*/ 269917 h 279949"/>
                <a:gd name="csX264" fmla="*/ 182971 w 336321"/>
                <a:gd name="csY264" fmla="*/ 269917 h 279949"/>
                <a:gd name="csX265" fmla="*/ 182015 w 336321"/>
                <a:gd name="csY265" fmla="*/ 270873 h 279949"/>
                <a:gd name="csX266" fmla="*/ 180582 w 336321"/>
                <a:gd name="csY266" fmla="*/ 271350 h 279949"/>
                <a:gd name="csX267" fmla="*/ 177716 w 336321"/>
                <a:gd name="csY267" fmla="*/ 271350 h 279949"/>
                <a:gd name="csX268" fmla="*/ 176282 w 336321"/>
                <a:gd name="csY268" fmla="*/ 271350 h 279949"/>
                <a:gd name="csX269" fmla="*/ 174371 w 336321"/>
                <a:gd name="csY269" fmla="*/ 270395 h 279949"/>
                <a:gd name="csX270" fmla="*/ 174371 w 336321"/>
                <a:gd name="csY270" fmla="*/ 270395 h 279949"/>
                <a:gd name="csX271" fmla="*/ 172938 w 336321"/>
                <a:gd name="csY271" fmla="*/ 269440 h 279949"/>
                <a:gd name="csX272" fmla="*/ 170550 w 336321"/>
                <a:gd name="csY272" fmla="*/ 269440 h 279949"/>
                <a:gd name="csX273" fmla="*/ 166728 w 336321"/>
                <a:gd name="csY273" fmla="*/ 269440 h 279949"/>
                <a:gd name="csX274" fmla="*/ 164339 w 336321"/>
                <a:gd name="csY274" fmla="*/ 269440 h 279949"/>
                <a:gd name="csX275" fmla="*/ 162906 w 336321"/>
                <a:gd name="csY275" fmla="*/ 268962 h 279949"/>
                <a:gd name="csX276" fmla="*/ 162906 w 336321"/>
                <a:gd name="csY276" fmla="*/ 268962 h 279949"/>
                <a:gd name="csX277" fmla="*/ 161473 w 336321"/>
                <a:gd name="csY277" fmla="*/ 269440 h 279949"/>
                <a:gd name="csX278" fmla="*/ 160039 w 336321"/>
                <a:gd name="csY278" fmla="*/ 268962 h 279949"/>
                <a:gd name="csX279" fmla="*/ 159084 w 336321"/>
                <a:gd name="csY279" fmla="*/ 269440 h 279949"/>
                <a:gd name="csX280" fmla="*/ 158607 w 336321"/>
                <a:gd name="csY280" fmla="*/ 269440 h 279949"/>
                <a:gd name="csX281" fmla="*/ 158128 w 336321"/>
                <a:gd name="csY281" fmla="*/ 268484 h 279949"/>
                <a:gd name="csX282" fmla="*/ 158128 w 336321"/>
                <a:gd name="csY282" fmla="*/ 268484 h 279949"/>
                <a:gd name="csX283" fmla="*/ 157651 w 336321"/>
                <a:gd name="csY283" fmla="*/ 268484 h 279949"/>
                <a:gd name="csX284" fmla="*/ 157173 w 336321"/>
                <a:gd name="csY284" fmla="*/ 268962 h 279949"/>
                <a:gd name="csX285" fmla="*/ 156695 w 336321"/>
                <a:gd name="csY285" fmla="*/ 268962 h 279949"/>
                <a:gd name="csX286" fmla="*/ 156695 w 336321"/>
                <a:gd name="csY286" fmla="*/ 268962 h 279949"/>
                <a:gd name="csX287" fmla="*/ 156695 w 336321"/>
                <a:gd name="csY287" fmla="*/ 269440 h 279949"/>
                <a:gd name="csX288" fmla="*/ 156218 w 336321"/>
                <a:gd name="csY288" fmla="*/ 275650 h 279949"/>
                <a:gd name="csX289" fmla="*/ 153829 w 336321"/>
                <a:gd name="csY289" fmla="*/ 275650 h 279949"/>
                <a:gd name="csX290" fmla="*/ 151918 w 336321"/>
                <a:gd name="csY290" fmla="*/ 275650 h 279949"/>
                <a:gd name="csX291" fmla="*/ 149530 w 336321"/>
                <a:gd name="csY291" fmla="*/ 275650 h 279949"/>
                <a:gd name="csX292" fmla="*/ 147619 w 336321"/>
                <a:gd name="csY292" fmla="*/ 276128 h 279949"/>
                <a:gd name="csX293" fmla="*/ 146663 w 336321"/>
                <a:gd name="csY293" fmla="*/ 276605 h 279949"/>
                <a:gd name="csX294" fmla="*/ 145230 w 336321"/>
                <a:gd name="csY294" fmla="*/ 277561 h 279949"/>
                <a:gd name="csX295" fmla="*/ 145230 w 336321"/>
                <a:gd name="csY295" fmla="*/ 277561 h 279949"/>
                <a:gd name="csX296" fmla="*/ 145230 w 336321"/>
                <a:gd name="csY296" fmla="*/ 278994 h 279949"/>
                <a:gd name="csX297" fmla="*/ 144275 w 336321"/>
                <a:gd name="csY297" fmla="*/ 279950 h 279949"/>
                <a:gd name="csX298" fmla="*/ 143319 w 336321"/>
                <a:gd name="csY298" fmla="*/ 278516 h 279949"/>
                <a:gd name="csX299" fmla="*/ 142841 w 336321"/>
                <a:gd name="csY299" fmla="*/ 278039 h 279949"/>
                <a:gd name="csX300" fmla="*/ 142364 w 336321"/>
                <a:gd name="csY300" fmla="*/ 278516 h 279949"/>
                <a:gd name="csX301" fmla="*/ 140930 w 336321"/>
                <a:gd name="csY301" fmla="*/ 278516 h 279949"/>
                <a:gd name="csX302" fmla="*/ 139497 w 336321"/>
                <a:gd name="csY302" fmla="*/ 276605 h 279949"/>
                <a:gd name="csX303" fmla="*/ 138542 w 336321"/>
                <a:gd name="csY303" fmla="*/ 278516 h 279949"/>
                <a:gd name="csX304" fmla="*/ 135675 w 336321"/>
                <a:gd name="csY304" fmla="*/ 278516 h 279949"/>
                <a:gd name="csX305" fmla="*/ 135198 w 336321"/>
                <a:gd name="csY305" fmla="*/ 277561 h 279949"/>
                <a:gd name="csX306" fmla="*/ 135198 w 336321"/>
                <a:gd name="csY306" fmla="*/ 276605 h 279949"/>
                <a:gd name="csX307" fmla="*/ 133287 w 336321"/>
                <a:gd name="csY307" fmla="*/ 277083 h 279949"/>
                <a:gd name="csX308" fmla="*/ 132331 w 336321"/>
                <a:gd name="csY308" fmla="*/ 276128 h 279949"/>
                <a:gd name="csX309" fmla="*/ 131853 w 336321"/>
                <a:gd name="csY309" fmla="*/ 274694 h 279949"/>
                <a:gd name="csX310" fmla="*/ 131376 w 336321"/>
                <a:gd name="csY310" fmla="*/ 274217 h 279949"/>
                <a:gd name="csX311" fmla="*/ 130898 w 336321"/>
                <a:gd name="csY311" fmla="*/ 273739 h 279949"/>
                <a:gd name="csX312" fmla="*/ 129465 w 336321"/>
                <a:gd name="csY312" fmla="*/ 273261 h 279949"/>
                <a:gd name="csX313" fmla="*/ 128509 w 336321"/>
                <a:gd name="csY313" fmla="*/ 271350 h 279949"/>
                <a:gd name="csX314" fmla="*/ 128509 w 336321"/>
                <a:gd name="csY314" fmla="*/ 269440 h 279949"/>
                <a:gd name="csX315" fmla="*/ 128032 w 336321"/>
                <a:gd name="csY315" fmla="*/ 267529 h 279949"/>
                <a:gd name="csX316" fmla="*/ 125643 w 336321"/>
                <a:gd name="csY316" fmla="*/ 259885 h 279949"/>
                <a:gd name="csX317" fmla="*/ 124210 w 336321"/>
                <a:gd name="csY317" fmla="*/ 258929 h 279949"/>
                <a:gd name="csX318" fmla="*/ 116566 w 336321"/>
                <a:gd name="csY318" fmla="*/ 257974 h 279949"/>
                <a:gd name="csX319" fmla="*/ 116088 w 336321"/>
                <a:gd name="csY319" fmla="*/ 256541 h 279949"/>
                <a:gd name="csX320" fmla="*/ 116566 w 336321"/>
                <a:gd name="csY320" fmla="*/ 252719 h 279949"/>
                <a:gd name="csX321" fmla="*/ 116088 w 336321"/>
                <a:gd name="csY321" fmla="*/ 250330 h 279949"/>
                <a:gd name="csX322" fmla="*/ 113700 w 336321"/>
                <a:gd name="csY322" fmla="*/ 247464 h 279949"/>
                <a:gd name="csX323" fmla="*/ 113222 w 336321"/>
                <a:gd name="csY323" fmla="*/ 245553 h 279949"/>
                <a:gd name="csX324" fmla="*/ 110834 w 336321"/>
                <a:gd name="csY324" fmla="*/ 243642 h 279949"/>
                <a:gd name="csX325" fmla="*/ 108923 w 336321"/>
                <a:gd name="csY325" fmla="*/ 243164 h 279949"/>
                <a:gd name="csX326" fmla="*/ 107012 w 336321"/>
                <a:gd name="csY326" fmla="*/ 243164 h 279949"/>
                <a:gd name="csX327" fmla="*/ 105578 w 336321"/>
                <a:gd name="csY327" fmla="*/ 244120 h 279949"/>
                <a:gd name="csX328" fmla="*/ 105100 w 336321"/>
                <a:gd name="csY328" fmla="*/ 245075 h 279949"/>
                <a:gd name="csX329" fmla="*/ 109400 w 336321"/>
                <a:gd name="csY329" fmla="*/ 244598 h 279949"/>
                <a:gd name="csX330" fmla="*/ 110355 w 336321"/>
                <a:gd name="csY330" fmla="*/ 245075 h 279949"/>
                <a:gd name="csX331" fmla="*/ 111789 w 336321"/>
                <a:gd name="csY331" fmla="*/ 246031 h 279949"/>
                <a:gd name="csX332" fmla="*/ 110355 w 336321"/>
                <a:gd name="csY332" fmla="*/ 246031 h 279949"/>
                <a:gd name="csX333" fmla="*/ 108923 w 336321"/>
                <a:gd name="csY333" fmla="*/ 245553 h 279949"/>
                <a:gd name="csX334" fmla="*/ 107012 w 336321"/>
                <a:gd name="csY334" fmla="*/ 245553 h 279949"/>
                <a:gd name="csX335" fmla="*/ 100323 w 336321"/>
                <a:gd name="csY335" fmla="*/ 246509 h 279949"/>
                <a:gd name="csX336" fmla="*/ 96024 w 336321"/>
                <a:gd name="csY336" fmla="*/ 247942 h 279949"/>
                <a:gd name="csX337" fmla="*/ 90769 w 336321"/>
                <a:gd name="csY337" fmla="*/ 247464 h 279949"/>
                <a:gd name="csX338" fmla="*/ 83603 w 336321"/>
                <a:gd name="csY338" fmla="*/ 248897 h 279949"/>
                <a:gd name="csX339" fmla="*/ 78348 w 336321"/>
                <a:gd name="csY339" fmla="*/ 248897 h 279949"/>
                <a:gd name="csX340" fmla="*/ 75959 w 336321"/>
                <a:gd name="csY340" fmla="*/ 251286 h 279949"/>
                <a:gd name="csX341" fmla="*/ 74526 w 336321"/>
                <a:gd name="csY341" fmla="*/ 250808 h 279949"/>
                <a:gd name="csX342" fmla="*/ 73570 w 336321"/>
                <a:gd name="csY342" fmla="*/ 250330 h 279949"/>
                <a:gd name="csX343" fmla="*/ 65927 w 336321"/>
                <a:gd name="csY343" fmla="*/ 248419 h 279949"/>
                <a:gd name="csX344" fmla="*/ 65449 w 336321"/>
                <a:gd name="csY344" fmla="*/ 247464 h 279949"/>
                <a:gd name="csX345" fmla="*/ 64016 w 336321"/>
                <a:gd name="csY345" fmla="*/ 246986 h 279949"/>
                <a:gd name="csX346" fmla="*/ 62582 w 336321"/>
                <a:gd name="csY346" fmla="*/ 247942 h 279949"/>
                <a:gd name="csX347" fmla="*/ 61627 w 336321"/>
                <a:gd name="csY347" fmla="*/ 247942 h 279949"/>
                <a:gd name="csX348" fmla="*/ 57328 w 336321"/>
                <a:gd name="csY348" fmla="*/ 247464 h 279949"/>
                <a:gd name="csX349" fmla="*/ 53984 w 336321"/>
                <a:gd name="csY349" fmla="*/ 247942 h 279949"/>
                <a:gd name="csX350" fmla="*/ 53028 w 336321"/>
                <a:gd name="csY350" fmla="*/ 248897 h 279949"/>
                <a:gd name="csX351" fmla="*/ 52550 w 336321"/>
                <a:gd name="csY351" fmla="*/ 250808 h 279949"/>
                <a:gd name="csX352" fmla="*/ 48729 w 336321"/>
                <a:gd name="csY352" fmla="*/ 250330 h 279949"/>
                <a:gd name="csX353" fmla="*/ 46340 w 336321"/>
                <a:gd name="csY353" fmla="*/ 249852 h 279949"/>
                <a:gd name="csX354" fmla="*/ 42996 w 336321"/>
                <a:gd name="csY354" fmla="*/ 250330 h 279949"/>
                <a:gd name="csX355" fmla="*/ 36307 w 336321"/>
                <a:gd name="csY355" fmla="*/ 249852 h 279949"/>
                <a:gd name="csX356" fmla="*/ 34397 w 336321"/>
                <a:gd name="csY356" fmla="*/ 249852 h 279949"/>
                <a:gd name="csX357" fmla="*/ 32008 w 336321"/>
                <a:gd name="csY357" fmla="*/ 251286 h 279949"/>
                <a:gd name="csX358" fmla="*/ 31052 w 336321"/>
                <a:gd name="csY358" fmla="*/ 251763 h 279949"/>
                <a:gd name="csX359" fmla="*/ 29620 w 336321"/>
                <a:gd name="csY359" fmla="*/ 252241 h 279949"/>
                <a:gd name="csX360" fmla="*/ 28186 w 336321"/>
                <a:gd name="csY360" fmla="*/ 251286 h 279949"/>
                <a:gd name="csX361" fmla="*/ 27231 w 336321"/>
                <a:gd name="csY361" fmla="*/ 250330 h 279949"/>
                <a:gd name="csX362" fmla="*/ 26275 w 336321"/>
                <a:gd name="csY362" fmla="*/ 250808 h 279949"/>
                <a:gd name="csX363" fmla="*/ 24842 w 336321"/>
                <a:gd name="csY363" fmla="*/ 251763 h 279949"/>
                <a:gd name="csX364" fmla="*/ 21498 w 336321"/>
                <a:gd name="csY364" fmla="*/ 252241 h 279949"/>
                <a:gd name="csX365" fmla="*/ 18154 w 336321"/>
                <a:gd name="csY365" fmla="*/ 252241 h 279949"/>
                <a:gd name="csX366" fmla="*/ 14332 w 336321"/>
                <a:gd name="csY366" fmla="*/ 251286 h 279949"/>
                <a:gd name="csX367" fmla="*/ 14809 w 336321"/>
                <a:gd name="csY367" fmla="*/ 250808 h 279949"/>
                <a:gd name="csX368" fmla="*/ 14809 w 336321"/>
                <a:gd name="csY368" fmla="*/ 250808 h 279949"/>
                <a:gd name="csX369" fmla="*/ 15288 w 336321"/>
                <a:gd name="csY369" fmla="*/ 249375 h 279949"/>
                <a:gd name="csX370" fmla="*/ 16243 w 336321"/>
                <a:gd name="csY370" fmla="*/ 243164 h 279949"/>
                <a:gd name="csX371" fmla="*/ 16721 w 336321"/>
                <a:gd name="csY371" fmla="*/ 241253 h 279949"/>
                <a:gd name="csX372" fmla="*/ 16243 w 336321"/>
                <a:gd name="csY372" fmla="*/ 239820 h 279949"/>
                <a:gd name="csX373" fmla="*/ 16721 w 336321"/>
                <a:gd name="csY373" fmla="*/ 239820 h 279949"/>
                <a:gd name="csX374" fmla="*/ 18154 w 336321"/>
                <a:gd name="csY374" fmla="*/ 238387 h 279949"/>
                <a:gd name="csX375" fmla="*/ 18154 w 336321"/>
                <a:gd name="csY375" fmla="*/ 238387 h 279949"/>
                <a:gd name="csX376" fmla="*/ 18154 w 336321"/>
                <a:gd name="csY376" fmla="*/ 237909 h 279949"/>
                <a:gd name="csX377" fmla="*/ 18632 w 336321"/>
                <a:gd name="csY377" fmla="*/ 235043 h 279949"/>
                <a:gd name="csX378" fmla="*/ 19587 w 336321"/>
                <a:gd name="csY378" fmla="*/ 231699 h 279949"/>
                <a:gd name="csX379" fmla="*/ 20065 w 336321"/>
                <a:gd name="csY379" fmla="*/ 230266 h 279949"/>
                <a:gd name="csX380" fmla="*/ 20543 w 336321"/>
                <a:gd name="csY380" fmla="*/ 230266 h 279949"/>
                <a:gd name="csX381" fmla="*/ 24842 w 336321"/>
                <a:gd name="csY381" fmla="*/ 228355 h 279949"/>
                <a:gd name="csX382" fmla="*/ 25798 w 336321"/>
                <a:gd name="csY382" fmla="*/ 227399 h 279949"/>
                <a:gd name="csX383" fmla="*/ 27709 w 336321"/>
                <a:gd name="csY383" fmla="*/ 227877 h 279949"/>
                <a:gd name="csX384" fmla="*/ 28186 w 336321"/>
                <a:gd name="csY384" fmla="*/ 227399 h 279949"/>
                <a:gd name="csX385" fmla="*/ 28186 w 336321"/>
                <a:gd name="csY385" fmla="*/ 226444 h 279949"/>
                <a:gd name="csX386" fmla="*/ 29141 w 336321"/>
                <a:gd name="csY386" fmla="*/ 225011 h 279949"/>
                <a:gd name="csX387" fmla="*/ 30575 w 336321"/>
                <a:gd name="csY387" fmla="*/ 224055 h 279949"/>
                <a:gd name="csX388" fmla="*/ 32008 w 336321"/>
                <a:gd name="csY388" fmla="*/ 223577 h 279949"/>
                <a:gd name="csX389" fmla="*/ 35830 w 336321"/>
                <a:gd name="csY389" fmla="*/ 223100 h 279949"/>
                <a:gd name="csX390" fmla="*/ 38218 w 336321"/>
                <a:gd name="csY390" fmla="*/ 222144 h 279949"/>
                <a:gd name="csX391" fmla="*/ 38696 w 336321"/>
                <a:gd name="csY391" fmla="*/ 222144 h 279949"/>
                <a:gd name="csX392" fmla="*/ 44907 w 336321"/>
                <a:gd name="csY392" fmla="*/ 222144 h 279949"/>
                <a:gd name="csX393" fmla="*/ 46340 w 336321"/>
                <a:gd name="csY393" fmla="*/ 221667 h 279949"/>
                <a:gd name="csX394" fmla="*/ 46340 w 336321"/>
                <a:gd name="csY394" fmla="*/ 221667 h 279949"/>
                <a:gd name="csX395" fmla="*/ 46818 w 336321"/>
                <a:gd name="csY395" fmla="*/ 217845 h 279949"/>
                <a:gd name="csX396" fmla="*/ 47773 w 336321"/>
                <a:gd name="csY396" fmla="*/ 217367 h 279949"/>
                <a:gd name="csX397" fmla="*/ 47773 w 336321"/>
                <a:gd name="csY397" fmla="*/ 217367 h 279949"/>
                <a:gd name="csX398" fmla="*/ 47773 w 336321"/>
                <a:gd name="csY398" fmla="*/ 217367 h 279949"/>
                <a:gd name="csX399" fmla="*/ 47773 w 336321"/>
                <a:gd name="csY399" fmla="*/ 217367 h 279949"/>
                <a:gd name="csX400" fmla="*/ 47773 w 336321"/>
                <a:gd name="csY400" fmla="*/ 214978 h 279949"/>
                <a:gd name="csX401" fmla="*/ 47773 w 336321"/>
                <a:gd name="csY401" fmla="*/ 213068 h 279949"/>
                <a:gd name="csX402" fmla="*/ 49206 w 336321"/>
                <a:gd name="csY402" fmla="*/ 212112 h 279949"/>
                <a:gd name="csX403" fmla="*/ 49206 w 336321"/>
                <a:gd name="csY403" fmla="*/ 211634 h 279949"/>
                <a:gd name="csX404" fmla="*/ 48251 w 336321"/>
                <a:gd name="csY404" fmla="*/ 210679 h 279949"/>
                <a:gd name="csX405" fmla="*/ 48251 w 336321"/>
                <a:gd name="csY405" fmla="*/ 210679 h 279949"/>
                <a:gd name="csX406" fmla="*/ 46818 w 336321"/>
                <a:gd name="csY406" fmla="*/ 209723 h 279949"/>
                <a:gd name="csX407" fmla="*/ 46340 w 336321"/>
                <a:gd name="csY407" fmla="*/ 209723 h 279949"/>
                <a:gd name="csX408" fmla="*/ 41085 w 336321"/>
                <a:gd name="csY408" fmla="*/ 210201 h 279949"/>
                <a:gd name="csX409" fmla="*/ 39174 w 336321"/>
                <a:gd name="csY409" fmla="*/ 210201 h 279949"/>
                <a:gd name="csX410" fmla="*/ 38218 w 336321"/>
                <a:gd name="csY410" fmla="*/ 209723 h 279949"/>
                <a:gd name="csX411" fmla="*/ 38218 w 336321"/>
                <a:gd name="csY411" fmla="*/ 209245 h 279949"/>
                <a:gd name="csX412" fmla="*/ 38218 w 336321"/>
                <a:gd name="csY412" fmla="*/ 208768 h 279949"/>
                <a:gd name="csX413" fmla="*/ 38218 w 336321"/>
                <a:gd name="csY413" fmla="*/ 207335 h 279949"/>
                <a:gd name="csX414" fmla="*/ 39174 w 336321"/>
                <a:gd name="csY414" fmla="*/ 205902 h 279949"/>
                <a:gd name="csX415" fmla="*/ 39174 w 336321"/>
                <a:gd name="csY415" fmla="*/ 204468 h 279949"/>
                <a:gd name="csX416" fmla="*/ 38696 w 336321"/>
                <a:gd name="csY416" fmla="*/ 198258 h 279949"/>
                <a:gd name="csX417" fmla="*/ 37741 w 336321"/>
                <a:gd name="csY417" fmla="*/ 194436 h 279949"/>
                <a:gd name="csX418" fmla="*/ 38218 w 336321"/>
                <a:gd name="csY418" fmla="*/ 190136 h 279949"/>
                <a:gd name="csX419" fmla="*/ 38218 w 336321"/>
                <a:gd name="csY419" fmla="*/ 189181 h 279949"/>
                <a:gd name="csX420" fmla="*/ 38218 w 336321"/>
                <a:gd name="csY420" fmla="*/ 189181 h 279949"/>
                <a:gd name="csX421" fmla="*/ 37263 w 336321"/>
                <a:gd name="csY421" fmla="*/ 189181 h 279949"/>
                <a:gd name="csX422" fmla="*/ 34397 w 336321"/>
                <a:gd name="csY422" fmla="*/ 189659 h 279949"/>
                <a:gd name="csX423" fmla="*/ 31530 w 336321"/>
                <a:gd name="csY423" fmla="*/ 186792 h 279949"/>
                <a:gd name="csX424" fmla="*/ 31530 w 336321"/>
                <a:gd name="csY424" fmla="*/ 186792 h 279949"/>
                <a:gd name="csX425" fmla="*/ 30097 w 336321"/>
                <a:gd name="csY425" fmla="*/ 185837 h 279949"/>
                <a:gd name="csX426" fmla="*/ 25798 w 336321"/>
                <a:gd name="csY426" fmla="*/ 184404 h 279949"/>
                <a:gd name="csX427" fmla="*/ 23886 w 336321"/>
                <a:gd name="csY427" fmla="*/ 184404 h 279949"/>
                <a:gd name="csX428" fmla="*/ 21020 w 336321"/>
                <a:gd name="csY428" fmla="*/ 182970 h 279949"/>
                <a:gd name="csX429" fmla="*/ 18154 w 336321"/>
                <a:gd name="csY429" fmla="*/ 180582 h 279949"/>
                <a:gd name="csX430" fmla="*/ 15765 w 336321"/>
                <a:gd name="csY430" fmla="*/ 178193 h 279949"/>
                <a:gd name="csX431" fmla="*/ 14809 w 336321"/>
                <a:gd name="csY431" fmla="*/ 176282 h 279949"/>
                <a:gd name="csX432" fmla="*/ 14332 w 336321"/>
                <a:gd name="csY432" fmla="*/ 176282 h 279949"/>
                <a:gd name="csX433" fmla="*/ 13377 w 336321"/>
                <a:gd name="csY433" fmla="*/ 173416 h 279949"/>
                <a:gd name="csX434" fmla="*/ 10032 w 336321"/>
                <a:gd name="csY434" fmla="*/ 168161 h 279949"/>
                <a:gd name="csX435" fmla="*/ 10032 w 336321"/>
                <a:gd name="csY435" fmla="*/ 166728 h 279949"/>
                <a:gd name="csX436" fmla="*/ 9555 w 336321"/>
                <a:gd name="csY436" fmla="*/ 166250 h 279949"/>
                <a:gd name="csX437" fmla="*/ 6211 w 336321"/>
                <a:gd name="csY437" fmla="*/ 162428 h 279949"/>
                <a:gd name="csX438" fmla="*/ 3822 w 336321"/>
                <a:gd name="csY438" fmla="*/ 160039 h 279949"/>
                <a:gd name="csX439" fmla="*/ 0 w 336321"/>
                <a:gd name="csY439" fmla="*/ 155740 h 279949"/>
                <a:gd name="csX440" fmla="*/ 7644 w 336321"/>
                <a:gd name="csY440" fmla="*/ 158129 h 279949"/>
                <a:gd name="csX441" fmla="*/ 13377 w 336321"/>
                <a:gd name="csY441" fmla="*/ 160039 h 279949"/>
                <a:gd name="csX442" fmla="*/ 22931 w 336321"/>
                <a:gd name="csY442" fmla="*/ 162906 h 279949"/>
                <a:gd name="csX443" fmla="*/ 30575 w 336321"/>
                <a:gd name="csY443" fmla="*/ 164817 h 279949"/>
                <a:gd name="csX444" fmla="*/ 32486 w 336321"/>
                <a:gd name="csY444" fmla="*/ 165295 h 279949"/>
                <a:gd name="csX445" fmla="*/ 53984 w 336321"/>
                <a:gd name="csY445" fmla="*/ 163384 h 279949"/>
                <a:gd name="csX446" fmla="*/ 62105 w 336321"/>
                <a:gd name="csY446" fmla="*/ 164817 h 279949"/>
                <a:gd name="csX447" fmla="*/ 64493 w 336321"/>
                <a:gd name="csY447" fmla="*/ 165772 h 279949"/>
                <a:gd name="csX448" fmla="*/ 64971 w 336321"/>
                <a:gd name="csY448" fmla="*/ 165295 h 279949"/>
                <a:gd name="csX449" fmla="*/ 66405 w 336321"/>
                <a:gd name="csY449" fmla="*/ 164339 h 279949"/>
                <a:gd name="csX450" fmla="*/ 67838 w 336321"/>
                <a:gd name="csY450" fmla="*/ 163384 h 279949"/>
                <a:gd name="csX451" fmla="*/ 70704 w 336321"/>
                <a:gd name="csY451" fmla="*/ 162428 h 279949"/>
                <a:gd name="csX452" fmla="*/ 73093 w 336321"/>
                <a:gd name="csY452" fmla="*/ 161950 h 279949"/>
                <a:gd name="csX453" fmla="*/ 76914 w 336321"/>
                <a:gd name="csY453" fmla="*/ 161950 h 279949"/>
                <a:gd name="csX454" fmla="*/ 79303 w 336321"/>
                <a:gd name="csY454" fmla="*/ 161950 h 279949"/>
                <a:gd name="csX455" fmla="*/ 81214 w 336321"/>
                <a:gd name="csY455" fmla="*/ 162428 h 279949"/>
                <a:gd name="csX456" fmla="*/ 84558 w 336321"/>
                <a:gd name="csY456" fmla="*/ 161950 h 279949"/>
                <a:gd name="csX457" fmla="*/ 85991 w 336321"/>
                <a:gd name="csY457" fmla="*/ 161950 h 279949"/>
                <a:gd name="csX458" fmla="*/ 91724 w 336321"/>
                <a:gd name="csY458" fmla="*/ 160039 h 279949"/>
                <a:gd name="csX459" fmla="*/ 96024 w 336321"/>
                <a:gd name="csY459" fmla="*/ 159084 h 279949"/>
                <a:gd name="csX460" fmla="*/ 101757 w 336321"/>
                <a:gd name="csY460" fmla="*/ 157651 h 279949"/>
                <a:gd name="csX461" fmla="*/ 106056 w 336321"/>
                <a:gd name="csY461" fmla="*/ 156218 h 279949"/>
                <a:gd name="csX462" fmla="*/ 107012 w 336321"/>
                <a:gd name="csY462" fmla="*/ 155740 h 279949"/>
                <a:gd name="csX463" fmla="*/ 107967 w 336321"/>
                <a:gd name="csY463" fmla="*/ 154784 h 279949"/>
                <a:gd name="csX464" fmla="*/ 108445 w 336321"/>
                <a:gd name="csY464" fmla="*/ 153829 h 279949"/>
                <a:gd name="csX465" fmla="*/ 107489 w 336321"/>
                <a:gd name="csY465" fmla="*/ 151918 h 279949"/>
                <a:gd name="csX466" fmla="*/ 107012 w 336321"/>
                <a:gd name="csY466" fmla="*/ 150485 h 279949"/>
                <a:gd name="csX467" fmla="*/ 107967 w 336321"/>
                <a:gd name="csY467" fmla="*/ 149052 h 279949"/>
                <a:gd name="csX468" fmla="*/ 108445 w 336321"/>
                <a:gd name="csY468" fmla="*/ 146185 h 279949"/>
                <a:gd name="csX469" fmla="*/ 108445 w 336321"/>
                <a:gd name="csY469" fmla="*/ 142363 h 279949"/>
                <a:gd name="csX470" fmla="*/ 107967 w 336321"/>
                <a:gd name="csY470" fmla="*/ 139975 h 279949"/>
                <a:gd name="csX471" fmla="*/ 109400 w 336321"/>
                <a:gd name="csY471" fmla="*/ 136153 h 279949"/>
                <a:gd name="csX472" fmla="*/ 110355 w 336321"/>
                <a:gd name="csY472" fmla="*/ 133764 h 279949"/>
                <a:gd name="csX473" fmla="*/ 112266 w 336321"/>
                <a:gd name="csY473" fmla="*/ 132809 h 279949"/>
                <a:gd name="csX474" fmla="*/ 113700 w 336321"/>
                <a:gd name="csY474" fmla="*/ 131854 h 279949"/>
                <a:gd name="csX475" fmla="*/ 114177 w 336321"/>
                <a:gd name="csY475" fmla="*/ 131376 h 279949"/>
                <a:gd name="csX476" fmla="*/ 114655 w 336321"/>
                <a:gd name="csY476" fmla="*/ 130898 h 279949"/>
                <a:gd name="csX477" fmla="*/ 117044 w 336321"/>
                <a:gd name="csY477" fmla="*/ 128031 h 279949"/>
                <a:gd name="csX478" fmla="*/ 118955 w 336321"/>
                <a:gd name="csY478" fmla="*/ 126121 h 279949"/>
                <a:gd name="csX479" fmla="*/ 120866 w 336321"/>
                <a:gd name="csY479" fmla="*/ 125643 h 279949"/>
                <a:gd name="csX480" fmla="*/ 122777 w 336321"/>
                <a:gd name="csY480" fmla="*/ 125643 h 279949"/>
                <a:gd name="csX481" fmla="*/ 124687 w 336321"/>
                <a:gd name="csY481" fmla="*/ 126598 h 279949"/>
                <a:gd name="csX482" fmla="*/ 128032 w 336321"/>
                <a:gd name="csY482" fmla="*/ 127554 h 279949"/>
                <a:gd name="csX483" fmla="*/ 131376 w 336321"/>
                <a:gd name="csY483" fmla="*/ 127076 h 279949"/>
                <a:gd name="csX484" fmla="*/ 134242 w 336321"/>
                <a:gd name="csY484" fmla="*/ 126121 h 279949"/>
                <a:gd name="csX485" fmla="*/ 135198 w 336321"/>
                <a:gd name="csY485" fmla="*/ 125165 h 279949"/>
                <a:gd name="csX486" fmla="*/ 137109 w 336321"/>
                <a:gd name="csY486" fmla="*/ 124688 h 279949"/>
                <a:gd name="csX487" fmla="*/ 136631 w 336321"/>
                <a:gd name="csY487" fmla="*/ 123732 h 279949"/>
                <a:gd name="csX488" fmla="*/ 135198 w 336321"/>
                <a:gd name="csY488" fmla="*/ 123254 h 279949"/>
                <a:gd name="csX489" fmla="*/ 134242 w 336321"/>
                <a:gd name="csY489" fmla="*/ 122299 h 279949"/>
                <a:gd name="csX490" fmla="*/ 133764 w 336321"/>
                <a:gd name="csY490" fmla="*/ 121343 h 279949"/>
                <a:gd name="csX491" fmla="*/ 134720 w 336321"/>
                <a:gd name="csY491" fmla="*/ 120388 h 279949"/>
                <a:gd name="csX492" fmla="*/ 137109 w 336321"/>
                <a:gd name="csY492" fmla="*/ 120388 h 279949"/>
                <a:gd name="csX493" fmla="*/ 142364 w 336321"/>
                <a:gd name="csY493" fmla="*/ 117522 h 279949"/>
                <a:gd name="csX494" fmla="*/ 144752 w 336321"/>
                <a:gd name="csY494" fmla="*/ 115611 h 279949"/>
                <a:gd name="csX495" fmla="*/ 145230 w 336321"/>
                <a:gd name="csY495" fmla="*/ 115133 h 279949"/>
                <a:gd name="csX496" fmla="*/ 146185 w 336321"/>
                <a:gd name="csY496" fmla="*/ 114655 h 279949"/>
                <a:gd name="csX497" fmla="*/ 148574 w 336321"/>
                <a:gd name="csY497" fmla="*/ 115611 h 279949"/>
                <a:gd name="csX498" fmla="*/ 150962 w 336321"/>
                <a:gd name="csY498" fmla="*/ 116088 h 279949"/>
                <a:gd name="csX499" fmla="*/ 152396 w 336321"/>
                <a:gd name="csY499" fmla="*/ 115133 h 279949"/>
                <a:gd name="csX500" fmla="*/ 153829 w 336321"/>
                <a:gd name="csY500" fmla="*/ 115133 h 279949"/>
                <a:gd name="csX501" fmla="*/ 155262 w 336321"/>
                <a:gd name="csY501" fmla="*/ 115611 h 279949"/>
                <a:gd name="csX502" fmla="*/ 156218 w 336321"/>
                <a:gd name="csY502" fmla="*/ 117044 h 279949"/>
                <a:gd name="csX503" fmla="*/ 157651 w 336321"/>
                <a:gd name="csY503" fmla="*/ 117999 h 279949"/>
                <a:gd name="csX504" fmla="*/ 159084 w 336321"/>
                <a:gd name="csY504" fmla="*/ 118477 h 279949"/>
                <a:gd name="csX505" fmla="*/ 161473 w 336321"/>
                <a:gd name="csY505" fmla="*/ 117999 h 279949"/>
                <a:gd name="csX506" fmla="*/ 163384 w 336321"/>
                <a:gd name="csY506" fmla="*/ 116088 h 279949"/>
                <a:gd name="csX507" fmla="*/ 165772 w 336321"/>
                <a:gd name="csY507" fmla="*/ 114177 h 279949"/>
                <a:gd name="csX508" fmla="*/ 167683 w 336321"/>
                <a:gd name="csY508" fmla="*/ 112266 h 279949"/>
                <a:gd name="csX509" fmla="*/ 167205 w 336321"/>
                <a:gd name="csY509" fmla="*/ 105578 h 279949"/>
                <a:gd name="csX510" fmla="*/ 166728 w 336321"/>
                <a:gd name="csY510" fmla="*/ 101279 h 279949"/>
                <a:gd name="csX511" fmla="*/ 167683 w 336321"/>
                <a:gd name="csY511" fmla="*/ 99368 h 279949"/>
                <a:gd name="csX512" fmla="*/ 169116 w 336321"/>
                <a:gd name="csY512" fmla="*/ 97935 h 279949"/>
                <a:gd name="csX513" fmla="*/ 170072 w 336321"/>
                <a:gd name="csY513" fmla="*/ 96024 h 279949"/>
                <a:gd name="csX514" fmla="*/ 170072 w 336321"/>
                <a:gd name="csY514" fmla="*/ 94113 h 279949"/>
                <a:gd name="csX515" fmla="*/ 171027 w 336321"/>
                <a:gd name="csY515" fmla="*/ 92680 h 279949"/>
                <a:gd name="csX516" fmla="*/ 171983 w 336321"/>
                <a:gd name="csY516" fmla="*/ 88858 h 279949"/>
                <a:gd name="csX517" fmla="*/ 173416 w 336321"/>
                <a:gd name="csY517" fmla="*/ 87902 h 279949"/>
                <a:gd name="csX518" fmla="*/ 175805 w 336321"/>
                <a:gd name="csY518" fmla="*/ 86947 h 279949"/>
                <a:gd name="csX519" fmla="*/ 180104 w 336321"/>
                <a:gd name="csY519" fmla="*/ 86947 h 279949"/>
                <a:gd name="csX520" fmla="*/ 183448 w 336321"/>
                <a:gd name="csY520" fmla="*/ 85036 h 279949"/>
                <a:gd name="csX521" fmla="*/ 186792 w 336321"/>
                <a:gd name="csY521" fmla="*/ 83125 h 279949"/>
                <a:gd name="csX522" fmla="*/ 187270 w 336321"/>
                <a:gd name="csY522" fmla="*/ 81214 h 279949"/>
                <a:gd name="csX523" fmla="*/ 186314 w 336321"/>
                <a:gd name="csY523" fmla="*/ 79303 h 279949"/>
                <a:gd name="csX524" fmla="*/ 184403 w 336321"/>
                <a:gd name="csY524" fmla="*/ 75959 h 279949"/>
                <a:gd name="csX525" fmla="*/ 182971 w 336321"/>
                <a:gd name="csY525" fmla="*/ 73570 h 279949"/>
                <a:gd name="csX526" fmla="*/ 179149 w 336321"/>
                <a:gd name="csY526" fmla="*/ 69749 h 279949"/>
                <a:gd name="csX527" fmla="*/ 179626 w 336321"/>
                <a:gd name="csY527" fmla="*/ 67360 h 279949"/>
                <a:gd name="csX528" fmla="*/ 181537 w 336321"/>
                <a:gd name="csY528" fmla="*/ 66405 h 279949"/>
                <a:gd name="csX529" fmla="*/ 186792 w 336321"/>
                <a:gd name="csY529" fmla="*/ 67838 h 279949"/>
                <a:gd name="csX530" fmla="*/ 188226 w 336321"/>
                <a:gd name="csY530" fmla="*/ 68315 h 279949"/>
                <a:gd name="csX531" fmla="*/ 190137 w 336321"/>
                <a:gd name="csY531" fmla="*/ 68793 h 279949"/>
                <a:gd name="csX532" fmla="*/ 194914 w 336321"/>
                <a:gd name="csY532" fmla="*/ 68793 h 279949"/>
                <a:gd name="csX533" fmla="*/ 198735 w 336321"/>
                <a:gd name="csY533" fmla="*/ 67838 h 279949"/>
                <a:gd name="csX534" fmla="*/ 202557 w 336321"/>
                <a:gd name="csY534" fmla="*/ 66405 h 279949"/>
                <a:gd name="csX535" fmla="*/ 203513 w 336321"/>
                <a:gd name="csY535" fmla="*/ 64971 h 279949"/>
                <a:gd name="csX536" fmla="*/ 203513 w 336321"/>
                <a:gd name="csY536" fmla="*/ 63060 h 279949"/>
                <a:gd name="csX537" fmla="*/ 203513 w 336321"/>
                <a:gd name="csY537" fmla="*/ 61627 h 279949"/>
                <a:gd name="csX538" fmla="*/ 203513 w 336321"/>
                <a:gd name="csY538" fmla="*/ 59239 h 279949"/>
                <a:gd name="csX539" fmla="*/ 202080 w 336321"/>
                <a:gd name="csY539" fmla="*/ 58283 h 279949"/>
                <a:gd name="csX540" fmla="*/ 201124 w 336321"/>
                <a:gd name="csY540" fmla="*/ 56850 h 279949"/>
                <a:gd name="csX541" fmla="*/ 201124 w 336321"/>
                <a:gd name="csY541" fmla="*/ 55894 h 279949"/>
                <a:gd name="csX542" fmla="*/ 202080 w 336321"/>
                <a:gd name="csY542" fmla="*/ 55417 h 279949"/>
                <a:gd name="csX543" fmla="*/ 203035 w 336321"/>
                <a:gd name="csY543" fmla="*/ 54461 h 279949"/>
                <a:gd name="csX544" fmla="*/ 203991 w 336321"/>
                <a:gd name="csY544" fmla="*/ 52550 h 279949"/>
                <a:gd name="csX545" fmla="*/ 205901 w 336321"/>
                <a:gd name="csY545" fmla="*/ 50162 h 279949"/>
                <a:gd name="csX546" fmla="*/ 205901 w 336321"/>
                <a:gd name="csY546" fmla="*/ 50162 h 279949"/>
                <a:gd name="csX547" fmla="*/ 207335 w 336321"/>
                <a:gd name="csY547" fmla="*/ 48251 h 279949"/>
                <a:gd name="csX548" fmla="*/ 208768 w 336321"/>
                <a:gd name="csY548" fmla="*/ 47295 h 279949"/>
                <a:gd name="csX549" fmla="*/ 210679 w 336321"/>
                <a:gd name="csY549" fmla="*/ 46340 h 279949"/>
                <a:gd name="csX550" fmla="*/ 211634 w 336321"/>
                <a:gd name="csY550" fmla="*/ 44429 h 279949"/>
                <a:gd name="csX551" fmla="*/ 212590 w 336321"/>
                <a:gd name="csY551" fmla="*/ 43474 h 279949"/>
                <a:gd name="csX552" fmla="*/ 213545 w 336321"/>
                <a:gd name="csY552" fmla="*/ 42040 h 279949"/>
                <a:gd name="csX553" fmla="*/ 214023 w 336321"/>
                <a:gd name="csY553" fmla="*/ 41563 h 279949"/>
                <a:gd name="csX554" fmla="*/ 213545 w 336321"/>
                <a:gd name="csY554" fmla="*/ 40607 h 279949"/>
                <a:gd name="csX555" fmla="*/ 213067 w 336321"/>
                <a:gd name="csY555" fmla="*/ 40129 h 279949"/>
                <a:gd name="csX556" fmla="*/ 212590 w 336321"/>
                <a:gd name="csY556" fmla="*/ 39174 h 279949"/>
                <a:gd name="csX557" fmla="*/ 212590 w 336321"/>
                <a:gd name="csY557" fmla="*/ 38218 h 279949"/>
                <a:gd name="csX558" fmla="*/ 213067 w 336321"/>
                <a:gd name="csY558" fmla="*/ 37263 h 279949"/>
                <a:gd name="csX559" fmla="*/ 213545 w 336321"/>
                <a:gd name="csY559" fmla="*/ 36308 h 279949"/>
                <a:gd name="csX560" fmla="*/ 213067 w 336321"/>
                <a:gd name="csY560" fmla="*/ 35352 h 279949"/>
                <a:gd name="csX561" fmla="*/ 213067 w 336321"/>
                <a:gd name="csY561" fmla="*/ 33441 h 279949"/>
                <a:gd name="csX562" fmla="*/ 212112 w 336321"/>
                <a:gd name="csY562" fmla="*/ 32486 h 279949"/>
                <a:gd name="csX563" fmla="*/ 211157 w 336321"/>
                <a:gd name="csY563" fmla="*/ 29619 h 279949"/>
                <a:gd name="csX564" fmla="*/ 210201 w 336321"/>
                <a:gd name="csY564" fmla="*/ 27231 h 279949"/>
                <a:gd name="csX565" fmla="*/ 209246 w 336321"/>
                <a:gd name="csY565" fmla="*/ 25798 h 279949"/>
                <a:gd name="csX566" fmla="*/ 208290 w 336321"/>
                <a:gd name="csY566" fmla="*/ 24842 h 279949"/>
                <a:gd name="csX567" fmla="*/ 205901 w 336321"/>
                <a:gd name="csY567" fmla="*/ 23409 h 279949"/>
                <a:gd name="csX568" fmla="*/ 205424 w 336321"/>
                <a:gd name="csY568" fmla="*/ 22453 h 279949"/>
                <a:gd name="csX569" fmla="*/ 206379 w 336321"/>
                <a:gd name="csY569" fmla="*/ 20542 h 279949"/>
                <a:gd name="csX570" fmla="*/ 207812 w 336321"/>
                <a:gd name="csY570" fmla="*/ 19587 h 279949"/>
                <a:gd name="csX571" fmla="*/ 210679 w 336321"/>
                <a:gd name="csY571" fmla="*/ 16721 h 279949"/>
                <a:gd name="csX572" fmla="*/ 212590 w 336321"/>
                <a:gd name="csY572" fmla="*/ 14810 h 279949"/>
                <a:gd name="csX573" fmla="*/ 214023 w 336321"/>
                <a:gd name="csY573" fmla="*/ 13376 h 279949"/>
                <a:gd name="csX574" fmla="*/ 215934 w 336321"/>
                <a:gd name="csY574" fmla="*/ 13854 h 279949"/>
                <a:gd name="csX575" fmla="*/ 216889 w 336321"/>
                <a:gd name="csY575" fmla="*/ 13854 h 279949"/>
                <a:gd name="csX576" fmla="*/ 217845 w 336321"/>
                <a:gd name="csY576" fmla="*/ 12421 h 279949"/>
                <a:gd name="csX577" fmla="*/ 219756 w 336321"/>
                <a:gd name="csY577" fmla="*/ 11466 h 279949"/>
                <a:gd name="csX578" fmla="*/ 223100 w 336321"/>
                <a:gd name="csY578" fmla="*/ 9077 h 279949"/>
                <a:gd name="csX579" fmla="*/ 224533 w 336321"/>
                <a:gd name="csY579" fmla="*/ 7644 h 279949"/>
                <a:gd name="csX580" fmla="*/ 226444 w 336321"/>
                <a:gd name="csY580" fmla="*/ 6688 h 279949"/>
                <a:gd name="csX581" fmla="*/ 227877 w 336321"/>
                <a:gd name="csY581" fmla="*/ 6688 h 279949"/>
                <a:gd name="csX582" fmla="*/ 229788 w 336321"/>
                <a:gd name="csY582" fmla="*/ 6210 h 279949"/>
                <a:gd name="csX583" fmla="*/ 232176 w 336321"/>
                <a:gd name="csY583" fmla="*/ 5255 h 279949"/>
                <a:gd name="csX584" fmla="*/ 233610 w 336321"/>
                <a:gd name="csY584" fmla="*/ 4777 h 279949"/>
                <a:gd name="csX585" fmla="*/ 236476 w 336321"/>
                <a:gd name="csY585" fmla="*/ 4300 h 279949"/>
                <a:gd name="csX586" fmla="*/ 241253 w 336321"/>
                <a:gd name="csY586" fmla="*/ 4300 h 279949"/>
                <a:gd name="csX587" fmla="*/ 243642 w 336321"/>
                <a:gd name="csY587" fmla="*/ 3822 h 279949"/>
                <a:gd name="csX588" fmla="*/ 249375 w 336321"/>
                <a:gd name="csY588" fmla="*/ 3344 h 279949"/>
                <a:gd name="csX589" fmla="*/ 255585 w 336321"/>
                <a:gd name="csY589" fmla="*/ 3344 h 279949"/>
                <a:gd name="csX590" fmla="*/ 256541 w 336321"/>
                <a:gd name="csY590" fmla="*/ 3344 h 279949"/>
                <a:gd name="csX591" fmla="*/ 259407 w 336321"/>
                <a:gd name="csY591" fmla="*/ 4300 h 279949"/>
                <a:gd name="csX592" fmla="*/ 261318 w 336321"/>
                <a:gd name="csY592" fmla="*/ 4777 h 279949"/>
                <a:gd name="csX593" fmla="*/ 261796 w 336321"/>
                <a:gd name="csY593" fmla="*/ 4777 h 279949"/>
                <a:gd name="csX594" fmla="*/ 265140 w 336321"/>
                <a:gd name="csY594" fmla="*/ 2867 h 279949"/>
                <a:gd name="csX595" fmla="*/ 269440 w 336321"/>
                <a:gd name="csY595" fmla="*/ 956 h 279949"/>
                <a:gd name="csX596" fmla="*/ 271828 w 336321"/>
                <a:gd name="csY596" fmla="*/ 0 h 279949"/>
                <a:gd name="csX597" fmla="*/ 271828 w 336321"/>
                <a:gd name="csY597" fmla="*/ 0 h 279949"/>
                <a:gd name="csX598" fmla="*/ 272783 w 336321"/>
                <a:gd name="csY598" fmla="*/ 0 h 279949"/>
                <a:gd name="csX599" fmla="*/ 274694 w 336321"/>
                <a:gd name="csY599" fmla="*/ 0 h 279949"/>
                <a:gd name="csX600" fmla="*/ 276128 w 336321"/>
                <a:gd name="csY600" fmla="*/ 478 h 279949"/>
                <a:gd name="csX601" fmla="*/ 277561 w 336321"/>
                <a:gd name="csY601" fmla="*/ 1433 h 279949"/>
                <a:gd name="csX602" fmla="*/ 278517 w 336321"/>
                <a:gd name="csY602" fmla="*/ 1911 h 279949"/>
                <a:gd name="csX603" fmla="*/ 279949 w 336321"/>
                <a:gd name="csY603" fmla="*/ 1433 h 279949"/>
                <a:gd name="csX604" fmla="*/ 281860 w 336321"/>
                <a:gd name="csY604" fmla="*/ 956 h 279949"/>
                <a:gd name="csX605" fmla="*/ 283771 w 336321"/>
                <a:gd name="csY605" fmla="*/ 1433 h 279949"/>
                <a:gd name="csX606" fmla="*/ 287593 w 336321"/>
                <a:gd name="csY606" fmla="*/ 2867 h 279949"/>
                <a:gd name="csX607" fmla="*/ 288549 w 336321"/>
                <a:gd name="csY607" fmla="*/ 3344 h 279949"/>
                <a:gd name="csX608" fmla="*/ 289504 w 336321"/>
                <a:gd name="csY608" fmla="*/ 6688 h 279949"/>
                <a:gd name="csX609" fmla="*/ 289982 w 336321"/>
                <a:gd name="csY609" fmla="*/ 7166 h 279949"/>
                <a:gd name="csX610" fmla="*/ 292371 w 336321"/>
                <a:gd name="csY610" fmla="*/ 6210 h 279949"/>
                <a:gd name="csX611" fmla="*/ 294281 w 336321"/>
                <a:gd name="csY611" fmla="*/ 6688 h 279949"/>
                <a:gd name="csX612" fmla="*/ 296192 w 336321"/>
                <a:gd name="csY612" fmla="*/ 7644 h 279949"/>
                <a:gd name="csX613" fmla="*/ 297626 w 336321"/>
                <a:gd name="csY613" fmla="*/ 8599 h 279949"/>
                <a:gd name="csX614" fmla="*/ 298581 w 336321"/>
                <a:gd name="csY614" fmla="*/ 9555 h 279949"/>
                <a:gd name="csX615" fmla="*/ 299537 w 336321"/>
                <a:gd name="csY615" fmla="*/ 11466 h 279949"/>
                <a:gd name="csX616" fmla="*/ 300014 w 336321"/>
                <a:gd name="csY616" fmla="*/ 12899 h 279949"/>
                <a:gd name="csX617" fmla="*/ 300014 w 336321"/>
                <a:gd name="csY617" fmla="*/ 14810 h 279949"/>
                <a:gd name="csX618" fmla="*/ 300014 w 336321"/>
                <a:gd name="csY618" fmla="*/ 19587 h 279949"/>
                <a:gd name="csX619" fmla="*/ 299537 w 336321"/>
                <a:gd name="csY619" fmla="*/ 20542 h 279949"/>
                <a:gd name="csX620" fmla="*/ 299059 w 336321"/>
                <a:gd name="csY620" fmla="*/ 21498 h 279949"/>
                <a:gd name="csX621" fmla="*/ 299059 w 336321"/>
                <a:gd name="csY621" fmla="*/ 21976 h 279949"/>
                <a:gd name="csX622" fmla="*/ 299059 w 336321"/>
                <a:gd name="csY622" fmla="*/ 22453 h 279949"/>
                <a:gd name="csX623" fmla="*/ 299537 w 336321"/>
                <a:gd name="csY623" fmla="*/ 22931 h 279949"/>
                <a:gd name="csX624" fmla="*/ 299537 w 336321"/>
                <a:gd name="csY624" fmla="*/ 22931 h 279949"/>
                <a:gd name="csX625" fmla="*/ 300970 w 336321"/>
                <a:gd name="csY625" fmla="*/ 23409 h 279949"/>
                <a:gd name="csX626" fmla="*/ 301925 w 336321"/>
                <a:gd name="csY626" fmla="*/ 23886 h 279949"/>
                <a:gd name="csX627" fmla="*/ 302881 w 336321"/>
                <a:gd name="csY627" fmla="*/ 24364 h 279949"/>
                <a:gd name="csX628" fmla="*/ 303836 w 336321"/>
                <a:gd name="csY628" fmla="*/ 27231 h 279949"/>
                <a:gd name="csX629" fmla="*/ 304314 w 336321"/>
                <a:gd name="csY629" fmla="*/ 27708 h 279949"/>
                <a:gd name="csX630" fmla="*/ 305747 w 336321"/>
                <a:gd name="csY630" fmla="*/ 27708 h 279949"/>
                <a:gd name="csX631" fmla="*/ 308613 w 336321"/>
                <a:gd name="csY631" fmla="*/ 26753 h 279949"/>
                <a:gd name="csX632" fmla="*/ 310524 w 336321"/>
                <a:gd name="csY632" fmla="*/ 26275 h 279949"/>
                <a:gd name="csX633" fmla="*/ 311480 w 336321"/>
                <a:gd name="csY633" fmla="*/ 25798 h 279949"/>
                <a:gd name="csX634" fmla="*/ 311958 w 336321"/>
                <a:gd name="csY634" fmla="*/ 28186 h 279949"/>
                <a:gd name="csX635" fmla="*/ 313390 w 336321"/>
                <a:gd name="csY635" fmla="*/ 29142 h 279949"/>
                <a:gd name="csX636" fmla="*/ 315301 w 336321"/>
                <a:gd name="csY636" fmla="*/ 30575 h 279949"/>
                <a:gd name="csX637" fmla="*/ 315779 w 336321"/>
                <a:gd name="csY637" fmla="*/ 31052 h 279949"/>
                <a:gd name="csX638" fmla="*/ 318168 w 336321"/>
                <a:gd name="csY638" fmla="*/ 32008 h 279949"/>
                <a:gd name="csX639" fmla="*/ 322467 w 336321"/>
                <a:gd name="csY639" fmla="*/ 33441 h 279949"/>
                <a:gd name="csX640" fmla="*/ 326289 w 336321"/>
                <a:gd name="csY640" fmla="*/ 34397 h 279949"/>
                <a:gd name="csX641" fmla="*/ 329633 w 336321"/>
                <a:gd name="csY641" fmla="*/ 34874 h 279949"/>
                <a:gd name="csX642" fmla="*/ 331067 w 336321"/>
                <a:gd name="csY642" fmla="*/ 34874 h 279949"/>
                <a:gd name="csX643" fmla="*/ 332022 w 336321"/>
                <a:gd name="csY643" fmla="*/ 34874 h 279949"/>
                <a:gd name="csX644" fmla="*/ 334888 w 336321"/>
                <a:gd name="csY644" fmla="*/ 34874 h 279949"/>
                <a:gd name="csX645" fmla="*/ 336322 w 336321"/>
                <a:gd name="csY645" fmla="*/ 34397 h 279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</a:cxnLst>
              <a:rect l="l" t="t" r="r" b="b"/>
              <a:pathLst>
                <a:path w="336321" h="279949">
                  <a:moveTo>
                    <a:pt x="336322" y="34397"/>
                  </a:moveTo>
                  <a:lnTo>
                    <a:pt x="334411" y="35830"/>
                  </a:lnTo>
                  <a:lnTo>
                    <a:pt x="332022" y="37263"/>
                  </a:lnTo>
                  <a:lnTo>
                    <a:pt x="329156" y="38696"/>
                  </a:lnTo>
                  <a:lnTo>
                    <a:pt x="326289" y="40129"/>
                  </a:lnTo>
                  <a:lnTo>
                    <a:pt x="324856" y="41085"/>
                  </a:lnTo>
                  <a:lnTo>
                    <a:pt x="323901" y="41563"/>
                  </a:lnTo>
                  <a:lnTo>
                    <a:pt x="321512" y="42996"/>
                  </a:lnTo>
                  <a:lnTo>
                    <a:pt x="321035" y="43951"/>
                  </a:lnTo>
                  <a:lnTo>
                    <a:pt x="320556" y="45384"/>
                  </a:lnTo>
                  <a:lnTo>
                    <a:pt x="320556" y="45862"/>
                  </a:lnTo>
                  <a:lnTo>
                    <a:pt x="318646" y="46817"/>
                  </a:lnTo>
                  <a:lnTo>
                    <a:pt x="318646" y="46817"/>
                  </a:lnTo>
                  <a:lnTo>
                    <a:pt x="316257" y="47773"/>
                  </a:lnTo>
                  <a:lnTo>
                    <a:pt x="316257" y="47773"/>
                  </a:lnTo>
                  <a:lnTo>
                    <a:pt x="315779" y="48251"/>
                  </a:lnTo>
                  <a:lnTo>
                    <a:pt x="315779" y="48251"/>
                  </a:lnTo>
                  <a:lnTo>
                    <a:pt x="315779" y="48728"/>
                  </a:lnTo>
                  <a:lnTo>
                    <a:pt x="314824" y="50162"/>
                  </a:lnTo>
                  <a:lnTo>
                    <a:pt x="312435" y="51117"/>
                  </a:lnTo>
                  <a:lnTo>
                    <a:pt x="311002" y="51117"/>
                  </a:lnTo>
                  <a:lnTo>
                    <a:pt x="310047" y="51117"/>
                  </a:lnTo>
                  <a:lnTo>
                    <a:pt x="304314" y="53028"/>
                  </a:lnTo>
                  <a:lnTo>
                    <a:pt x="301447" y="53028"/>
                  </a:lnTo>
                  <a:lnTo>
                    <a:pt x="299537" y="53983"/>
                  </a:lnTo>
                  <a:lnTo>
                    <a:pt x="298103" y="55417"/>
                  </a:lnTo>
                  <a:lnTo>
                    <a:pt x="295237" y="56372"/>
                  </a:lnTo>
                  <a:lnTo>
                    <a:pt x="292848" y="56372"/>
                  </a:lnTo>
                  <a:lnTo>
                    <a:pt x="289982" y="55894"/>
                  </a:lnTo>
                  <a:lnTo>
                    <a:pt x="286160" y="54461"/>
                  </a:lnTo>
                  <a:lnTo>
                    <a:pt x="284727" y="53506"/>
                  </a:lnTo>
                  <a:lnTo>
                    <a:pt x="283294" y="53506"/>
                  </a:lnTo>
                  <a:lnTo>
                    <a:pt x="279949" y="53506"/>
                  </a:lnTo>
                  <a:lnTo>
                    <a:pt x="276605" y="52550"/>
                  </a:lnTo>
                  <a:lnTo>
                    <a:pt x="272783" y="51595"/>
                  </a:lnTo>
                  <a:lnTo>
                    <a:pt x="270873" y="51595"/>
                  </a:lnTo>
                  <a:lnTo>
                    <a:pt x="267051" y="50639"/>
                  </a:lnTo>
                  <a:lnTo>
                    <a:pt x="264662" y="51595"/>
                  </a:lnTo>
                  <a:lnTo>
                    <a:pt x="262274" y="52550"/>
                  </a:lnTo>
                  <a:lnTo>
                    <a:pt x="261796" y="52550"/>
                  </a:lnTo>
                  <a:lnTo>
                    <a:pt x="260363" y="53028"/>
                  </a:lnTo>
                  <a:lnTo>
                    <a:pt x="260363" y="53028"/>
                  </a:lnTo>
                  <a:lnTo>
                    <a:pt x="260363" y="53028"/>
                  </a:lnTo>
                  <a:lnTo>
                    <a:pt x="258930" y="55894"/>
                  </a:lnTo>
                  <a:lnTo>
                    <a:pt x="257974" y="56850"/>
                  </a:lnTo>
                  <a:lnTo>
                    <a:pt x="257496" y="58283"/>
                  </a:lnTo>
                  <a:lnTo>
                    <a:pt x="257019" y="59239"/>
                  </a:lnTo>
                  <a:lnTo>
                    <a:pt x="257496" y="60194"/>
                  </a:lnTo>
                  <a:lnTo>
                    <a:pt x="257496" y="60194"/>
                  </a:lnTo>
                  <a:lnTo>
                    <a:pt x="259407" y="61149"/>
                  </a:lnTo>
                  <a:lnTo>
                    <a:pt x="260363" y="62105"/>
                  </a:lnTo>
                  <a:lnTo>
                    <a:pt x="260840" y="63538"/>
                  </a:lnTo>
                  <a:lnTo>
                    <a:pt x="259885" y="64493"/>
                  </a:lnTo>
                  <a:lnTo>
                    <a:pt x="259407" y="64971"/>
                  </a:lnTo>
                  <a:lnTo>
                    <a:pt x="259407" y="65927"/>
                  </a:lnTo>
                  <a:lnTo>
                    <a:pt x="259407" y="66405"/>
                  </a:lnTo>
                  <a:lnTo>
                    <a:pt x="259885" y="66882"/>
                  </a:lnTo>
                  <a:lnTo>
                    <a:pt x="260363" y="66882"/>
                  </a:lnTo>
                  <a:lnTo>
                    <a:pt x="263229" y="67360"/>
                  </a:lnTo>
                  <a:lnTo>
                    <a:pt x="265140" y="67360"/>
                  </a:lnTo>
                  <a:lnTo>
                    <a:pt x="266096" y="67838"/>
                  </a:lnTo>
                  <a:lnTo>
                    <a:pt x="266096" y="68793"/>
                  </a:lnTo>
                  <a:lnTo>
                    <a:pt x="265617" y="69749"/>
                  </a:lnTo>
                  <a:lnTo>
                    <a:pt x="262751" y="71182"/>
                  </a:lnTo>
                  <a:lnTo>
                    <a:pt x="261318" y="72137"/>
                  </a:lnTo>
                  <a:lnTo>
                    <a:pt x="261318" y="72137"/>
                  </a:lnTo>
                  <a:lnTo>
                    <a:pt x="260363" y="73570"/>
                  </a:lnTo>
                  <a:lnTo>
                    <a:pt x="260840" y="74526"/>
                  </a:lnTo>
                  <a:lnTo>
                    <a:pt x="261318" y="75481"/>
                  </a:lnTo>
                  <a:lnTo>
                    <a:pt x="262274" y="76437"/>
                  </a:lnTo>
                  <a:lnTo>
                    <a:pt x="263707" y="77392"/>
                  </a:lnTo>
                  <a:lnTo>
                    <a:pt x="264185" y="78348"/>
                  </a:lnTo>
                  <a:lnTo>
                    <a:pt x="263707" y="79303"/>
                  </a:lnTo>
                  <a:lnTo>
                    <a:pt x="263229" y="80736"/>
                  </a:lnTo>
                  <a:lnTo>
                    <a:pt x="262274" y="82647"/>
                  </a:lnTo>
                  <a:lnTo>
                    <a:pt x="261796" y="83125"/>
                  </a:lnTo>
                  <a:lnTo>
                    <a:pt x="260840" y="84081"/>
                  </a:lnTo>
                  <a:lnTo>
                    <a:pt x="260840" y="84558"/>
                  </a:lnTo>
                  <a:lnTo>
                    <a:pt x="261318" y="85036"/>
                  </a:lnTo>
                  <a:lnTo>
                    <a:pt x="262274" y="85991"/>
                  </a:lnTo>
                  <a:lnTo>
                    <a:pt x="262274" y="85991"/>
                  </a:lnTo>
                  <a:lnTo>
                    <a:pt x="263707" y="87424"/>
                  </a:lnTo>
                  <a:lnTo>
                    <a:pt x="263707" y="87424"/>
                  </a:lnTo>
                  <a:lnTo>
                    <a:pt x="265617" y="88858"/>
                  </a:lnTo>
                  <a:lnTo>
                    <a:pt x="266573" y="88858"/>
                  </a:lnTo>
                  <a:lnTo>
                    <a:pt x="266573" y="88858"/>
                  </a:lnTo>
                  <a:lnTo>
                    <a:pt x="267051" y="89335"/>
                  </a:lnTo>
                  <a:lnTo>
                    <a:pt x="267528" y="90769"/>
                  </a:lnTo>
                  <a:lnTo>
                    <a:pt x="267528" y="92202"/>
                  </a:lnTo>
                  <a:lnTo>
                    <a:pt x="267051" y="93157"/>
                  </a:lnTo>
                  <a:lnTo>
                    <a:pt x="268006" y="94113"/>
                  </a:lnTo>
                  <a:lnTo>
                    <a:pt x="270873" y="94113"/>
                  </a:lnTo>
                  <a:lnTo>
                    <a:pt x="270873" y="94113"/>
                  </a:lnTo>
                  <a:lnTo>
                    <a:pt x="272783" y="94590"/>
                  </a:lnTo>
                  <a:lnTo>
                    <a:pt x="272783" y="94590"/>
                  </a:lnTo>
                  <a:lnTo>
                    <a:pt x="273739" y="94113"/>
                  </a:lnTo>
                  <a:lnTo>
                    <a:pt x="274217" y="94590"/>
                  </a:lnTo>
                  <a:lnTo>
                    <a:pt x="273739" y="97457"/>
                  </a:lnTo>
                  <a:lnTo>
                    <a:pt x="274217" y="99368"/>
                  </a:lnTo>
                  <a:lnTo>
                    <a:pt x="274694" y="100323"/>
                  </a:lnTo>
                  <a:lnTo>
                    <a:pt x="274694" y="100323"/>
                  </a:lnTo>
                  <a:lnTo>
                    <a:pt x="276605" y="100801"/>
                  </a:lnTo>
                  <a:lnTo>
                    <a:pt x="280428" y="100801"/>
                  </a:lnTo>
                  <a:lnTo>
                    <a:pt x="280905" y="100801"/>
                  </a:lnTo>
                  <a:lnTo>
                    <a:pt x="282816" y="101756"/>
                  </a:lnTo>
                  <a:lnTo>
                    <a:pt x="282816" y="101756"/>
                  </a:lnTo>
                  <a:lnTo>
                    <a:pt x="285682" y="102712"/>
                  </a:lnTo>
                  <a:lnTo>
                    <a:pt x="287115" y="103667"/>
                  </a:lnTo>
                  <a:lnTo>
                    <a:pt x="287593" y="104623"/>
                  </a:lnTo>
                  <a:lnTo>
                    <a:pt x="287593" y="106056"/>
                  </a:lnTo>
                  <a:lnTo>
                    <a:pt x="286160" y="107489"/>
                  </a:lnTo>
                  <a:lnTo>
                    <a:pt x="286160" y="107489"/>
                  </a:lnTo>
                  <a:lnTo>
                    <a:pt x="283771" y="108445"/>
                  </a:lnTo>
                  <a:lnTo>
                    <a:pt x="283294" y="108445"/>
                  </a:lnTo>
                  <a:lnTo>
                    <a:pt x="282338" y="108922"/>
                  </a:lnTo>
                  <a:lnTo>
                    <a:pt x="282338" y="108922"/>
                  </a:lnTo>
                  <a:lnTo>
                    <a:pt x="279949" y="109878"/>
                  </a:lnTo>
                  <a:lnTo>
                    <a:pt x="275650" y="111789"/>
                  </a:lnTo>
                  <a:lnTo>
                    <a:pt x="274217" y="112744"/>
                  </a:lnTo>
                  <a:lnTo>
                    <a:pt x="273739" y="113222"/>
                  </a:lnTo>
                  <a:lnTo>
                    <a:pt x="272306" y="114655"/>
                  </a:lnTo>
                  <a:lnTo>
                    <a:pt x="271351" y="115611"/>
                  </a:lnTo>
                  <a:lnTo>
                    <a:pt x="271351" y="115611"/>
                  </a:lnTo>
                  <a:lnTo>
                    <a:pt x="271351" y="117044"/>
                  </a:lnTo>
                  <a:lnTo>
                    <a:pt x="272783" y="120865"/>
                  </a:lnTo>
                  <a:lnTo>
                    <a:pt x="272783" y="122299"/>
                  </a:lnTo>
                  <a:lnTo>
                    <a:pt x="271828" y="126598"/>
                  </a:lnTo>
                  <a:lnTo>
                    <a:pt x="271351" y="128031"/>
                  </a:lnTo>
                  <a:lnTo>
                    <a:pt x="271828" y="128987"/>
                  </a:lnTo>
                  <a:lnTo>
                    <a:pt x="273262" y="129465"/>
                  </a:lnTo>
                  <a:lnTo>
                    <a:pt x="273262" y="130420"/>
                  </a:lnTo>
                  <a:lnTo>
                    <a:pt x="273739" y="131376"/>
                  </a:lnTo>
                  <a:lnTo>
                    <a:pt x="271351" y="132809"/>
                  </a:lnTo>
                  <a:lnTo>
                    <a:pt x="268484" y="134242"/>
                  </a:lnTo>
                  <a:lnTo>
                    <a:pt x="268006" y="134242"/>
                  </a:lnTo>
                  <a:lnTo>
                    <a:pt x="268006" y="134242"/>
                  </a:lnTo>
                  <a:lnTo>
                    <a:pt x="268006" y="134242"/>
                  </a:lnTo>
                  <a:lnTo>
                    <a:pt x="265617" y="136631"/>
                  </a:lnTo>
                  <a:lnTo>
                    <a:pt x="261318" y="141886"/>
                  </a:lnTo>
                  <a:lnTo>
                    <a:pt x="261318" y="141886"/>
                  </a:lnTo>
                  <a:lnTo>
                    <a:pt x="258930" y="143797"/>
                  </a:lnTo>
                  <a:lnTo>
                    <a:pt x="258930" y="143797"/>
                  </a:lnTo>
                  <a:lnTo>
                    <a:pt x="258930" y="144752"/>
                  </a:lnTo>
                  <a:lnTo>
                    <a:pt x="258930" y="145707"/>
                  </a:lnTo>
                  <a:lnTo>
                    <a:pt x="259407" y="147141"/>
                  </a:lnTo>
                  <a:lnTo>
                    <a:pt x="259885" y="148096"/>
                  </a:lnTo>
                  <a:lnTo>
                    <a:pt x="258930" y="149529"/>
                  </a:lnTo>
                  <a:lnTo>
                    <a:pt x="257496" y="150963"/>
                  </a:lnTo>
                  <a:lnTo>
                    <a:pt x="254152" y="152396"/>
                  </a:lnTo>
                  <a:lnTo>
                    <a:pt x="250330" y="153351"/>
                  </a:lnTo>
                  <a:lnTo>
                    <a:pt x="248897" y="154307"/>
                  </a:lnTo>
                  <a:lnTo>
                    <a:pt x="247464" y="157651"/>
                  </a:lnTo>
                  <a:lnTo>
                    <a:pt x="246508" y="160995"/>
                  </a:lnTo>
                  <a:lnTo>
                    <a:pt x="246508" y="160995"/>
                  </a:lnTo>
                  <a:lnTo>
                    <a:pt x="246031" y="162428"/>
                  </a:lnTo>
                  <a:lnTo>
                    <a:pt x="243642" y="166250"/>
                  </a:lnTo>
                  <a:lnTo>
                    <a:pt x="240298" y="171983"/>
                  </a:lnTo>
                  <a:lnTo>
                    <a:pt x="239342" y="172938"/>
                  </a:lnTo>
                  <a:lnTo>
                    <a:pt x="233610" y="175804"/>
                  </a:lnTo>
                  <a:lnTo>
                    <a:pt x="228355" y="178671"/>
                  </a:lnTo>
                  <a:lnTo>
                    <a:pt x="228355" y="178671"/>
                  </a:lnTo>
                  <a:lnTo>
                    <a:pt x="227399" y="180104"/>
                  </a:lnTo>
                  <a:lnTo>
                    <a:pt x="225966" y="182493"/>
                  </a:lnTo>
                  <a:lnTo>
                    <a:pt x="225010" y="185837"/>
                  </a:lnTo>
                  <a:lnTo>
                    <a:pt x="224055" y="187270"/>
                  </a:lnTo>
                  <a:lnTo>
                    <a:pt x="224055" y="187270"/>
                  </a:lnTo>
                  <a:lnTo>
                    <a:pt x="220233" y="190614"/>
                  </a:lnTo>
                  <a:lnTo>
                    <a:pt x="219278" y="193480"/>
                  </a:lnTo>
                  <a:lnTo>
                    <a:pt x="219278" y="193480"/>
                  </a:lnTo>
                  <a:lnTo>
                    <a:pt x="218800" y="194914"/>
                  </a:lnTo>
                  <a:lnTo>
                    <a:pt x="218800" y="194914"/>
                  </a:lnTo>
                  <a:lnTo>
                    <a:pt x="215934" y="195869"/>
                  </a:lnTo>
                  <a:lnTo>
                    <a:pt x="214978" y="196347"/>
                  </a:lnTo>
                  <a:lnTo>
                    <a:pt x="212590" y="196825"/>
                  </a:lnTo>
                  <a:lnTo>
                    <a:pt x="207335" y="197302"/>
                  </a:lnTo>
                  <a:lnTo>
                    <a:pt x="205901" y="197780"/>
                  </a:lnTo>
                  <a:lnTo>
                    <a:pt x="205424" y="197780"/>
                  </a:lnTo>
                  <a:lnTo>
                    <a:pt x="199214" y="200169"/>
                  </a:lnTo>
                  <a:lnTo>
                    <a:pt x="199214" y="200169"/>
                  </a:lnTo>
                  <a:lnTo>
                    <a:pt x="197780" y="200169"/>
                  </a:lnTo>
                  <a:lnTo>
                    <a:pt x="196347" y="199691"/>
                  </a:lnTo>
                  <a:lnTo>
                    <a:pt x="195391" y="199213"/>
                  </a:lnTo>
                  <a:lnTo>
                    <a:pt x="194914" y="197780"/>
                  </a:lnTo>
                  <a:lnTo>
                    <a:pt x="194436" y="195391"/>
                  </a:lnTo>
                  <a:lnTo>
                    <a:pt x="193003" y="194436"/>
                  </a:lnTo>
                  <a:lnTo>
                    <a:pt x="193003" y="194436"/>
                  </a:lnTo>
                  <a:lnTo>
                    <a:pt x="191569" y="193958"/>
                  </a:lnTo>
                  <a:lnTo>
                    <a:pt x="189659" y="193958"/>
                  </a:lnTo>
                  <a:lnTo>
                    <a:pt x="188226" y="194914"/>
                  </a:lnTo>
                  <a:lnTo>
                    <a:pt x="186792" y="195869"/>
                  </a:lnTo>
                  <a:lnTo>
                    <a:pt x="185837" y="196347"/>
                  </a:lnTo>
                  <a:lnTo>
                    <a:pt x="184882" y="197302"/>
                  </a:lnTo>
                  <a:lnTo>
                    <a:pt x="184403" y="197302"/>
                  </a:lnTo>
                  <a:lnTo>
                    <a:pt x="182971" y="200646"/>
                  </a:lnTo>
                  <a:lnTo>
                    <a:pt x="179626" y="204946"/>
                  </a:lnTo>
                  <a:lnTo>
                    <a:pt x="176282" y="208290"/>
                  </a:lnTo>
                  <a:lnTo>
                    <a:pt x="174849" y="209245"/>
                  </a:lnTo>
                  <a:lnTo>
                    <a:pt x="174371" y="210201"/>
                  </a:lnTo>
                  <a:lnTo>
                    <a:pt x="174371" y="210201"/>
                  </a:lnTo>
                  <a:lnTo>
                    <a:pt x="173416" y="211156"/>
                  </a:lnTo>
                  <a:lnTo>
                    <a:pt x="173416" y="211156"/>
                  </a:lnTo>
                  <a:lnTo>
                    <a:pt x="172460" y="212112"/>
                  </a:lnTo>
                  <a:lnTo>
                    <a:pt x="172460" y="212112"/>
                  </a:lnTo>
                  <a:lnTo>
                    <a:pt x="171505" y="215456"/>
                  </a:lnTo>
                  <a:lnTo>
                    <a:pt x="171027" y="218800"/>
                  </a:lnTo>
                  <a:lnTo>
                    <a:pt x="171505" y="219278"/>
                  </a:lnTo>
                  <a:lnTo>
                    <a:pt x="171983" y="219756"/>
                  </a:lnTo>
                  <a:lnTo>
                    <a:pt x="173894" y="220711"/>
                  </a:lnTo>
                  <a:lnTo>
                    <a:pt x="176760" y="222144"/>
                  </a:lnTo>
                  <a:lnTo>
                    <a:pt x="180104" y="223100"/>
                  </a:lnTo>
                  <a:lnTo>
                    <a:pt x="180104" y="223100"/>
                  </a:lnTo>
                  <a:lnTo>
                    <a:pt x="182971" y="223100"/>
                  </a:lnTo>
                  <a:lnTo>
                    <a:pt x="183926" y="224055"/>
                  </a:lnTo>
                  <a:lnTo>
                    <a:pt x="184882" y="224533"/>
                  </a:lnTo>
                  <a:lnTo>
                    <a:pt x="184882" y="225488"/>
                  </a:lnTo>
                  <a:lnTo>
                    <a:pt x="184882" y="227877"/>
                  </a:lnTo>
                  <a:lnTo>
                    <a:pt x="184403" y="230743"/>
                  </a:lnTo>
                  <a:lnTo>
                    <a:pt x="183448" y="233610"/>
                  </a:lnTo>
                  <a:lnTo>
                    <a:pt x="183448" y="233610"/>
                  </a:lnTo>
                  <a:lnTo>
                    <a:pt x="183448" y="235043"/>
                  </a:lnTo>
                  <a:lnTo>
                    <a:pt x="183926" y="236954"/>
                  </a:lnTo>
                  <a:lnTo>
                    <a:pt x="183926" y="236954"/>
                  </a:lnTo>
                  <a:lnTo>
                    <a:pt x="187270" y="240776"/>
                  </a:lnTo>
                  <a:lnTo>
                    <a:pt x="188226" y="241253"/>
                  </a:lnTo>
                  <a:lnTo>
                    <a:pt x="190614" y="241253"/>
                  </a:lnTo>
                  <a:lnTo>
                    <a:pt x="192048" y="241253"/>
                  </a:lnTo>
                  <a:lnTo>
                    <a:pt x="193003" y="240776"/>
                  </a:lnTo>
                  <a:lnTo>
                    <a:pt x="193003" y="240776"/>
                  </a:lnTo>
                  <a:lnTo>
                    <a:pt x="193958" y="241253"/>
                  </a:lnTo>
                  <a:lnTo>
                    <a:pt x="194436" y="241731"/>
                  </a:lnTo>
                  <a:lnTo>
                    <a:pt x="194914" y="242687"/>
                  </a:lnTo>
                  <a:lnTo>
                    <a:pt x="194914" y="246509"/>
                  </a:lnTo>
                  <a:lnTo>
                    <a:pt x="195869" y="248419"/>
                  </a:lnTo>
                  <a:lnTo>
                    <a:pt x="197780" y="250808"/>
                  </a:lnTo>
                  <a:lnTo>
                    <a:pt x="199214" y="253675"/>
                  </a:lnTo>
                  <a:lnTo>
                    <a:pt x="200646" y="257018"/>
                  </a:lnTo>
                  <a:lnTo>
                    <a:pt x="202080" y="259885"/>
                  </a:lnTo>
                  <a:lnTo>
                    <a:pt x="202557" y="261318"/>
                  </a:lnTo>
                  <a:lnTo>
                    <a:pt x="201602" y="261796"/>
                  </a:lnTo>
                  <a:lnTo>
                    <a:pt x="201124" y="262751"/>
                  </a:lnTo>
                  <a:lnTo>
                    <a:pt x="201124" y="263707"/>
                  </a:lnTo>
                  <a:lnTo>
                    <a:pt x="201124" y="264662"/>
                  </a:lnTo>
                  <a:lnTo>
                    <a:pt x="201124" y="265140"/>
                  </a:lnTo>
                  <a:lnTo>
                    <a:pt x="201602" y="266095"/>
                  </a:lnTo>
                  <a:lnTo>
                    <a:pt x="202557" y="266573"/>
                  </a:lnTo>
                  <a:lnTo>
                    <a:pt x="202557" y="267051"/>
                  </a:lnTo>
                  <a:lnTo>
                    <a:pt x="201124" y="267529"/>
                  </a:lnTo>
                  <a:lnTo>
                    <a:pt x="200169" y="267529"/>
                  </a:lnTo>
                  <a:lnTo>
                    <a:pt x="199214" y="268006"/>
                  </a:lnTo>
                  <a:lnTo>
                    <a:pt x="197780" y="269440"/>
                  </a:lnTo>
                  <a:lnTo>
                    <a:pt x="196825" y="269917"/>
                  </a:lnTo>
                  <a:lnTo>
                    <a:pt x="195869" y="269917"/>
                  </a:lnTo>
                  <a:lnTo>
                    <a:pt x="194914" y="269917"/>
                  </a:lnTo>
                  <a:lnTo>
                    <a:pt x="193480" y="269440"/>
                  </a:lnTo>
                  <a:lnTo>
                    <a:pt x="193003" y="268484"/>
                  </a:lnTo>
                  <a:lnTo>
                    <a:pt x="193003" y="267051"/>
                  </a:lnTo>
                  <a:lnTo>
                    <a:pt x="192525" y="266573"/>
                  </a:lnTo>
                  <a:lnTo>
                    <a:pt x="192525" y="266573"/>
                  </a:lnTo>
                  <a:lnTo>
                    <a:pt x="191569" y="266573"/>
                  </a:lnTo>
                  <a:lnTo>
                    <a:pt x="187748" y="267529"/>
                  </a:lnTo>
                  <a:lnTo>
                    <a:pt x="187270" y="268006"/>
                  </a:lnTo>
                  <a:lnTo>
                    <a:pt x="183926" y="268962"/>
                  </a:lnTo>
                  <a:lnTo>
                    <a:pt x="183926" y="268962"/>
                  </a:lnTo>
                  <a:lnTo>
                    <a:pt x="182971" y="269917"/>
                  </a:lnTo>
                  <a:lnTo>
                    <a:pt x="182971" y="269917"/>
                  </a:lnTo>
                  <a:lnTo>
                    <a:pt x="182015" y="270873"/>
                  </a:lnTo>
                  <a:lnTo>
                    <a:pt x="180582" y="271350"/>
                  </a:lnTo>
                  <a:lnTo>
                    <a:pt x="177716" y="271350"/>
                  </a:lnTo>
                  <a:lnTo>
                    <a:pt x="176282" y="271350"/>
                  </a:lnTo>
                  <a:lnTo>
                    <a:pt x="174371" y="270395"/>
                  </a:lnTo>
                  <a:lnTo>
                    <a:pt x="174371" y="270395"/>
                  </a:lnTo>
                  <a:lnTo>
                    <a:pt x="172938" y="269440"/>
                  </a:lnTo>
                  <a:lnTo>
                    <a:pt x="170550" y="269440"/>
                  </a:lnTo>
                  <a:lnTo>
                    <a:pt x="166728" y="269440"/>
                  </a:lnTo>
                  <a:lnTo>
                    <a:pt x="164339" y="269440"/>
                  </a:lnTo>
                  <a:lnTo>
                    <a:pt x="162906" y="268962"/>
                  </a:lnTo>
                  <a:lnTo>
                    <a:pt x="162906" y="268962"/>
                  </a:lnTo>
                  <a:lnTo>
                    <a:pt x="161473" y="269440"/>
                  </a:lnTo>
                  <a:lnTo>
                    <a:pt x="160039" y="268962"/>
                  </a:lnTo>
                  <a:lnTo>
                    <a:pt x="159084" y="269440"/>
                  </a:lnTo>
                  <a:lnTo>
                    <a:pt x="158607" y="269440"/>
                  </a:lnTo>
                  <a:lnTo>
                    <a:pt x="158128" y="268484"/>
                  </a:lnTo>
                  <a:lnTo>
                    <a:pt x="158128" y="268484"/>
                  </a:lnTo>
                  <a:lnTo>
                    <a:pt x="157651" y="268484"/>
                  </a:lnTo>
                  <a:lnTo>
                    <a:pt x="157173" y="268962"/>
                  </a:lnTo>
                  <a:lnTo>
                    <a:pt x="156695" y="268962"/>
                  </a:lnTo>
                  <a:lnTo>
                    <a:pt x="156695" y="268962"/>
                  </a:lnTo>
                  <a:lnTo>
                    <a:pt x="156695" y="269440"/>
                  </a:lnTo>
                  <a:lnTo>
                    <a:pt x="156218" y="275650"/>
                  </a:lnTo>
                  <a:lnTo>
                    <a:pt x="153829" y="275650"/>
                  </a:lnTo>
                  <a:lnTo>
                    <a:pt x="151918" y="275650"/>
                  </a:lnTo>
                  <a:lnTo>
                    <a:pt x="149530" y="275650"/>
                  </a:lnTo>
                  <a:lnTo>
                    <a:pt x="147619" y="276128"/>
                  </a:lnTo>
                  <a:lnTo>
                    <a:pt x="146663" y="276605"/>
                  </a:lnTo>
                  <a:lnTo>
                    <a:pt x="145230" y="277561"/>
                  </a:lnTo>
                  <a:lnTo>
                    <a:pt x="145230" y="277561"/>
                  </a:lnTo>
                  <a:lnTo>
                    <a:pt x="145230" y="278994"/>
                  </a:lnTo>
                  <a:lnTo>
                    <a:pt x="144275" y="279950"/>
                  </a:lnTo>
                  <a:lnTo>
                    <a:pt x="143319" y="278516"/>
                  </a:lnTo>
                  <a:lnTo>
                    <a:pt x="142841" y="278039"/>
                  </a:lnTo>
                  <a:lnTo>
                    <a:pt x="142364" y="278516"/>
                  </a:lnTo>
                  <a:lnTo>
                    <a:pt x="140930" y="278516"/>
                  </a:lnTo>
                  <a:lnTo>
                    <a:pt x="139497" y="276605"/>
                  </a:lnTo>
                  <a:lnTo>
                    <a:pt x="138542" y="278516"/>
                  </a:lnTo>
                  <a:lnTo>
                    <a:pt x="135675" y="278516"/>
                  </a:lnTo>
                  <a:lnTo>
                    <a:pt x="135198" y="277561"/>
                  </a:lnTo>
                  <a:lnTo>
                    <a:pt x="135198" y="276605"/>
                  </a:lnTo>
                  <a:lnTo>
                    <a:pt x="133287" y="277083"/>
                  </a:lnTo>
                  <a:lnTo>
                    <a:pt x="132331" y="276128"/>
                  </a:lnTo>
                  <a:lnTo>
                    <a:pt x="131853" y="274694"/>
                  </a:lnTo>
                  <a:lnTo>
                    <a:pt x="131376" y="274217"/>
                  </a:lnTo>
                  <a:lnTo>
                    <a:pt x="130898" y="273739"/>
                  </a:lnTo>
                  <a:lnTo>
                    <a:pt x="129465" y="273261"/>
                  </a:lnTo>
                  <a:lnTo>
                    <a:pt x="128509" y="271350"/>
                  </a:lnTo>
                  <a:lnTo>
                    <a:pt x="128509" y="269440"/>
                  </a:lnTo>
                  <a:lnTo>
                    <a:pt x="128032" y="267529"/>
                  </a:lnTo>
                  <a:lnTo>
                    <a:pt x="125643" y="259885"/>
                  </a:lnTo>
                  <a:lnTo>
                    <a:pt x="124210" y="258929"/>
                  </a:lnTo>
                  <a:lnTo>
                    <a:pt x="116566" y="257974"/>
                  </a:lnTo>
                  <a:lnTo>
                    <a:pt x="116088" y="256541"/>
                  </a:lnTo>
                  <a:lnTo>
                    <a:pt x="116566" y="252719"/>
                  </a:lnTo>
                  <a:lnTo>
                    <a:pt x="116088" y="250330"/>
                  </a:lnTo>
                  <a:lnTo>
                    <a:pt x="113700" y="247464"/>
                  </a:lnTo>
                  <a:lnTo>
                    <a:pt x="113222" y="245553"/>
                  </a:lnTo>
                  <a:lnTo>
                    <a:pt x="110834" y="243642"/>
                  </a:lnTo>
                  <a:lnTo>
                    <a:pt x="108923" y="243164"/>
                  </a:lnTo>
                  <a:lnTo>
                    <a:pt x="107012" y="243164"/>
                  </a:lnTo>
                  <a:lnTo>
                    <a:pt x="105578" y="244120"/>
                  </a:lnTo>
                  <a:lnTo>
                    <a:pt x="105100" y="245075"/>
                  </a:lnTo>
                  <a:lnTo>
                    <a:pt x="109400" y="244598"/>
                  </a:lnTo>
                  <a:lnTo>
                    <a:pt x="110355" y="245075"/>
                  </a:lnTo>
                  <a:lnTo>
                    <a:pt x="111789" y="246031"/>
                  </a:lnTo>
                  <a:lnTo>
                    <a:pt x="110355" y="246031"/>
                  </a:lnTo>
                  <a:lnTo>
                    <a:pt x="108923" y="245553"/>
                  </a:lnTo>
                  <a:lnTo>
                    <a:pt x="107012" y="245553"/>
                  </a:lnTo>
                  <a:lnTo>
                    <a:pt x="100323" y="246509"/>
                  </a:lnTo>
                  <a:lnTo>
                    <a:pt x="96024" y="247942"/>
                  </a:lnTo>
                  <a:lnTo>
                    <a:pt x="90769" y="247464"/>
                  </a:lnTo>
                  <a:lnTo>
                    <a:pt x="83603" y="248897"/>
                  </a:lnTo>
                  <a:lnTo>
                    <a:pt x="78348" y="248897"/>
                  </a:lnTo>
                  <a:lnTo>
                    <a:pt x="75959" y="251286"/>
                  </a:lnTo>
                  <a:lnTo>
                    <a:pt x="74526" y="250808"/>
                  </a:lnTo>
                  <a:lnTo>
                    <a:pt x="73570" y="250330"/>
                  </a:lnTo>
                  <a:lnTo>
                    <a:pt x="65927" y="248419"/>
                  </a:lnTo>
                  <a:lnTo>
                    <a:pt x="65449" y="247464"/>
                  </a:lnTo>
                  <a:lnTo>
                    <a:pt x="64016" y="246986"/>
                  </a:lnTo>
                  <a:lnTo>
                    <a:pt x="62582" y="247942"/>
                  </a:lnTo>
                  <a:lnTo>
                    <a:pt x="61627" y="247942"/>
                  </a:lnTo>
                  <a:lnTo>
                    <a:pt x="57328" y="247464"/>
                  </a:lnTo>
                  <a:lnTo>
                    <a:pt x="53984" y="247942"/>
                  </a:lnTo>
                  <a:lnTo>
                    <a:pt x="53028" y="248897"/>
                  </a:lnTo>
                  <a:lnTo>
                    <a:pt x="52550" y="250808"/>
                  </a:lnTo>
                  <a:lnTo>
                    <a:pt x="48729" y="250330"/>
                  </a:lnTo>
                  <a:lnTo>
                    <a:pt x="46340" y="249852"/>
                  </a:lnTo>
                  <a:lnTo>
                    <a:pt x="42996" y="250330"/>
                  </a:lnTo>
                  <a:lnTo>
                    <a:pt x="36307" y="249852"/>
                  </a:lnTo>
                  <a:lnTo>
                    <a:pt x="34397" y="249852"/>
                  </a:lnTo>
                  <a:lnTo>
                    <a:pt x="32008" y="251286"/>
                  </a:lnTo>
                  <a:lnTo>
                    <a:pt x="31052" y="251763"/>
                  </a:lnTo>
                  <a:lnTo>
                    <a:pt x="29620" y="252241"/>
                  </a:lnTo>
                  <a:lnTo>
                    <a:pt x="28186" y="251286"/>
                  </a:lnTo>
                  <a:lnTo>
                    <a:pt x="27231" y="250330"/>
                  </a:lnTo>
                  <a:lnTo>
                    <a:pt x="26275" y="250808"/>
                  </a:lnTo>
                  <a:lnTo>
                    <a:pt x="24842" y="251763"/>
                  </a:lnTo>
                  <a:lnTo>
                    <a:pt x="21498" y="252241"/>
                  </a:lnTo>
                  <a:lnTo>
                    <a:pt x="18154" y="252241"/>
                  </a:lnTo>
                  <a:lnTo>
                    <a:pt x="14332" y="251286"/>
                  </a:lnTo>
                  <a:lnTo>
                    <a:pt x="14809" y="250808"/>
                  </a:lnTo>
                  <a:lnTo>
                    <a:pt x="14809" y="250808"/>
                  </a:lnTo>
                  <a:lnTo>
                    <a:pt x="15288" y="249375"/>
                  </a:lnTo>
                  <a:lnTo>
                    <a:pt x="16243" y="243164"/>
                  </a:lnTo>
                  <a:lnTo>
                    <a:pt x="16721" y="241253"/>
                  </a:lnTo>
                  <a:lnTo>
                    <a:pt x="16243" y="239820"/>
                  </a:lnTo>
                  <a:lnTo>
                    <a:pt x="16721" y="239820"/>
                  </a:lnTo>
                  <a:lnTo>
                    <a:pt x="18154" y="238387"/>
                  </a:lnTo>
                  <a:lnTo>
                    <a:pt x="18154" y="238387"/>
                  </a:lnTo>
                  <a:lnTo>
                    <a:pt x="18154" y="237909"/>
                  </a:lnTo>
                  <a:lnTo>
                    <a:pt x="18632" y="235043"/>
                  </a:lnTo>
                  <a:lnTo>
                    <a:pt x="19587" y="231699"/>
                  </a:lnTo>
                  <a:lnTo>
                    <a:pt x="20065" y="230266"/>
                  </a:lnTo>
                  <a:lnTo>
                    <a:pt x="20543" y="230266"/>
                  </a:lnTo>
                  <a:lnTo>
                    <a:pt x="24842" y="228355"/>
                  </a:lnTo>
                  <a:lnTo>
                    <a:pt x="25798" y="227399"/>
                  </a:lnTo>
                  <a:lnTo>
                    <a:pt x="27709" y="227877"/>
                  </a:lnTo>
                  <a:lnTo>
                    <a:pt x="28186" y="227399"/>
                  </a:lnTo>
                  <a:lnTo>
                    <a:pt x="28186" y="226444"/>
                  </a:lnTo>
                  <a:lnTo>
                    <a:pt x="29141" y="225011"/>
                  </a:lnTo>
                  <a:lnTo>
                    <a:pt x="30575" y="224055"/>
                  </a:lnTo>
                  <a:lnTo>
                    <a:pt x="32008" y="223577"/>
                  </a:lnTo>
                  <a:lnTo>
                    <a:pt x="35830" y="223100"/>
                  </a:lnTo>
                  <a:lnTo>
                    <a:pt x="38218" y="222144"/>
                  </a:lnTo>
                  <a:lnTo>
                    <a:pt x="38696" y="222144"/>
                  </a:lnTo>
                  <a:lnTo>
                    <a:pt x="44907" y="222144"/>
                  </a:lnTo>
                  <a:lnTo>
                    <a:pt x="46340" y="221667"/>
                  </a:lnTo>
                  <a:lnTo>
                    <a:pt x="46340" y="221667"/>
                  </a:lnTo>
                  <a:lnTo>
                    <a:pt x="46818" y="217845"/>
                  </a:lnTo>
                  <a:lnTo>
                    <a:pt x="47773" y="217367"/>
                  </a:lnTo>
                  <a:lnTo>
                    <a:pt x="47773" y="217367"/>
                  </a:lnTo>
                  <a:lnTo>
                    <a:pt x="47773" y="217367"/>
                  </a:lnTo>
                  <a:lnTo>
                    <a:pt x="47773" y="217367"/>
                  </a:lnTo>
                  <a:lnTo>
                    <a:pt x="47773" y="214978"/>
                  </a:lnTo>
                  <a:lnTo>
                    <a:pt x="47773" y="213068"/>
                  </a:lnTo>
                  <a:lnTo>
                    <a:pt x="49206" y="212112"/>
                  </a:lnTo>
                  <a:lnTo>
                    <a:pt x="49206" y="211634"/>
                  </a:lnTo>
                  <a:lnTo>
                    <a:pt x="48251" y="210679"/>
                  </a:lnTo>
                  <a:lnTo>
                    <a:pt x="48251" y="210679"/>
                  </a:lnTo>
                  <a:lnTo>
                    <a:pt x="46818" y="209723"/>
                  </a:lnTo>
                  <a:lnTo>
                    <a:pt x="46340" y="209723"/>
                  </a:lnTo>
                  <a:lnTo>
                    <a:pt x="41085" y="210201"/>
                  </a:lnTo>
                  <a:lnTo>
                    <a:pt x="39174" y="210201"/>
                  </a:lnTo>
                  <a:lnTo>
                    <a:pt x="38218" y="209723"/>
                  </a:lnTo>
                  <a:lnTo>
                    <a:pt x="38218" y="209245"/>
                  </a:lnTo>
                  <a:lnTo>
                    <a:pt x="38218" y="208768"/>
                  </a:lnTo>
                  <a:lnTo>
                    <a:pt x="38218" y="207335"/>
                  </a:lnTo>
                  <a:lnTo>
                    <a:pt x="39174" y="205902"/>
                  </a:lnTo>
                  <a:lnTo>
                    <a:pt x="39174" y="204468"/>
                  </a:lnTo>
                  <a:lnTo>
                    <a:pt x="38696" y="198258"/>
                  </a:lnTo>
                  <a:lnTo>
                    <a:pt x="37741" y="194436"/>
                  </a:lnTo>
                  <a:lnTo>
                    <a:pt x="38218" y="190136"/>
                  </a:lnTo>
                  <a:lnTo>
                    <a:pt x="38218" y="189181"/>
                  </a:lnTo>
                  <a:lnTo>
                    <a:pt x="38218" y="189181"/>
                  </a:lnTo>
                  <a:lnTo>
                    <a:pt x="37263" y="189181"/>
                  </a:lnTo>
                  <a:lnTo>
                    <a:pt x="34397" y="189659"/>
                  </a:lnTo>
                  <a:lnTo>
                    <a:pt x="31530" y="186792"/>
                  </a:lnTo>
                  <a:lnTo>
                    <a:pt x="31530" y="186792"/>
                  </a:lnTo>
                  <a:lnTo>
                    <a:pt x="30097" y="185837"/>
                  </a:lnTo>
                  <a:lnTo>
                    <a:pt x="25798" y="184404"/>
                  </a:lnTo>
                  <a:lnTo>
                    <a:pt x="23886" y="184404"/>
                  </a:lnTo>
                  <a:lnTo>
                    <a:pt x="21020" y="182970"/>
                  </a:lnTo>
                  <a:lnTo>
                    <a:pt x="18154" y="180582"/>
                  </a:lnTo>
                  <a:lnTo>
                    <a:pt x="15765" y="178193"/>
                  </a:lnTo>
                  <a:lnTo>
                    <a:pt x="14809" y="176282"/>
                  </a:lnTo>
                  <a:lnTo>
                    <a:pt x="14332" y="176282"/>
                  </a:lnTo>
                  <a:lnTo>
                    <a:pt x="13377" y="173416"/>
                  </a:lnTo>
                  <a:lnTo>
                    <a:pt x="10032" y="168161"/>
                  </a:lnTo>
                  <a:lnTo>
                    <a:pt x="10032" y="166728"/>
                  </a:lnTo>
                  <a:lnTo>
                    <a:pt x="9555" y="166250"/>
                  </a:lnTo>
                  <a:lnTo>
                    <a:pt x="6211" y="162428"/>
                  </a:lnTo>
                  <a:lnTo>
                    <a:pt x="3822" y="160039"/>
                  </a:lnTo>
                  <a:lnTo>
                    <a:pt x="0" y="155740"/>
                  </a:lnTo>
                  <a:lnTo>
                    <a:pt x="7644" y="158129"/>
                  </a:lnTo>
                  <a:lnTo>
                    <a:pt x="13377" y="160039"/>
                  </a:lnTo>
                  <a:lnTo>
                    <a:pt x="22931" y="162906"/>
                  </a:lnTo>
                  <a:lnTo>
                    <a:pt x="30575" y="164817"/>
                  </a:lnTo>
                  <a:lnTo>
                    <a:pt x="32486" y="165295"/>
                  </a:lnTo>
                  <a:lnTo>
                    <a:pt x="53984" y="163384"/>
                  </a:lnTo>
                  <a:lnTo>
                    <a:pt x="62105" y="164817"/>
                  </a:lnTo>
                  <a:lnTo>
                    <a:pt x="64493" y="165772"/>
                  </a:lnTo>
                  <a:lnTo>
                    <a:pt x="64971" y="165295"/>
                  </a:lnTo>
                  <a:lnTo>
                    <a:pt x="66405" y="164339"/>
                  </a:lnTo>
                  <a:lnTo>
                    <a:pt x="67838" y="163384"/>
                  </a:lnTo>
                  <a:lnTo>
                    <a:pt x="70704" y="162428"/>
                  </a:lnTo>
                  <a:lnTo>
                    <a:pt x="73093" y="161950"/>
                  </a:lnTo>
                  <a:lnTo>
                    <a:pt x="76914" y="161950"/>
                  </a:lnTo>
                  <a:lnTo>
                    <a:pt x="79303" y="161950"/>
                  </a:lnTo>
                  <a:lnTo>
                    <a:pt x="81214" y="162428"/>
                  </a:lnTo>
                  <a:lnTo>
                    <a:pt x="84558" y="161950"/>
                  </a:lnTo>
                  <a:lnTo>
                    <a:pt x="85991" y="161950"/>
                  </a:lnTo>
                  <a:lnTo>
                    <a:pt x="91724" y="160039"/>
                  </a:lnTo>
                  <a:lnTo>
                    <a:pt x="96024" y="159084"/>
                  </a:lnTo>
                  <a:lnTo>
                    <a:pt x="101757" y="157651"/>
                  </a:lnTo>
                  <a:lnTo>
                    <a:pt x="106056" y="156218"/>
                  </a:lnTo>
                  <a:lnTo>
                    <a:pt x="107012" y="155740"/>
                  </a:lnTo>
                  <a:lnTo>
                    <a:pt x="107967" y="154784"/>
                  </a:lnTo>
                  <a:lnTo>
                    <a:pt x="108445" y="153829"/>
                  </a:lnTo>
                  <a:lnTo>
                    <a:pt x="107489" y="151918"/>
                  </a:lnTo>
                  <a:lnTo>
                    <a:pt x="107012" y="150485"/>
                  </a:lnTo>
                  <a:lnTo>
                    <a:pt x="107967" y="149052"/>
                  </a:lnTo>
                  <a:lnTo>
                    <a:pt x="108445" y="146185"/>
                  </a:lnTo>
                  <a:lnTo>
                    <a:pt x="108445" y="142363"/>
                  </a:lnTo>
                  <a:lnTo>
                    <a:pt x="107967" y="139975"/>
                  </a:lnTo>
                  <a:lnTo>
                    <a:pt x="109400" y="136153"/>
                  </a:lnTo>
                  <a:lnTo>
                    <a:pt x="110355" y="133764"/>
                  </a:lnTo>
                  <a:lnTo>
                    <a:pt x="112266" y="132809"/>
                  </a:lnTo>
                  <a:lnTo>
                    <a:pt x="113700" y="131854"/>
                  </a:lnTo>
                  <a:lnTo>
                    <a:pt x="114177" y="131376"/>
                  </a:lnTo>
                  <a:lnTo>
                    <a:pt x="114655" y="130898"/>
                  </a:lnTo>
                  <a:lnTo>
                    <a:pt x="117044" y="128031"/>
                  </a:lnTo>
                  <a:lnTo>
                    <a:pt x="118955" y="126121"/>
                  </a:lnTo>
                  <a:lnTo>
                    <a:pt x="120866" y="125643"/>
                  </a:lnTo>
                  <a:lnTo>
                    <a:pt x="122777" y="125643"/>
                  </a:lnTo>
                  <a:lnTo>
                    <a:pt x="124687" y="126598"/>
                  </a:lnTo>
                  <a:lnTo>
                    <a:pt x="128032" y="127554"/>
                  </a:lnTo>
                  <a:lnTo>
                    <a:pt x="131376" y="127076"/>
                  </a:lnTo>
                  <a:lnTo>
                    <a:pt x="134242" y="126121"/>
                  </a:lnTo>
                  <a:lnTo>
                    <a:pt x="135198" y="125165"/>
                  </a:lnTo>
                  <a:lnTo>
                    <a:pt x="137109" y="124688"/>
                  </a:lnTo>
                  <a:lnTo>
                    <a:pt x="136631" y="123732"/>
                  </a:lnTo>
                  <a:lnTo>
                    <a:pt x="135198" y="123254"/>
                  </a:lnTo>
                  <a:lnTo>
                    <a:pt x="134242" y="122299"/>
                  </a:lnTo>
                  <a:lnTo>
                    <a:pt x="133764" y="121343"/>
                  </a:lnTo>
                  <a:lnTo>
                    <a:pt x="134720" y="120388"/>
                  </a:lnTo>
                  <a:lnTo>
                    <a:pt x="137109" y="120388"/>
                  </a:lnTo>
                  <a:lnTo>
                    <a:pt x="142364" y="117522"/>
                  </a:lnTo>
                  <a:lnTo>
                    <a:pt x="144752" y="115611"/>
                  </a:lnTo>
                  <a:lnTo>
                    <a:pt x="145230" y="115133"/>
                  </a:lnTo>
                  <a:lnTo>
                    <a:pt x="146185" y="114655"/>
                  </a:lnTo>
                  <a:lnTo>
                    <a:pt x="148574" y="115611"/>
                  </a:lnTo>
                  <a:lnTo>
                    <a:pt x="150962" y="116088"/>
                  </a:lnTo>
                  <a:lnTo>
                    <a:pt x="152396" y="115133"/>
                  </a:lnTo>
                  <a:lnTo>
                    <a:pt x="153829" y="115133"/>
                  </a:lnTo>
                  <a:lnTo>
                    <a:pt x="155262" y="115611"/>
                  </a:lnTo>
                  <a:lnTo>
                    <a:pt x="156218" y="117044"/>
                  </a:lnTo>
                  <a:lnTo>
                    <a:pt x="157651" y="117999"/>
                  </a:lnTo>
                  <a:lnTo>
                    <a:pt x="159084" y="118477"/>
                  </a:lnTo>
                  <a:lnTo>
                    <a:pt x="161473" y="117999"/>
                  </a:lnTo>
                  <a:lnTo>
                    <a:pt x="163384" y="116088"/>
                  </a:lnTo>
                  <a:lnTo>
                    <a:pt x="165772" y="114177"/>
                  </a:lnTo>
                  <a:lnTo>
                    <a:pt x="167683" y="112266"/>
                  </a:lnTo>
                  <a:lnTo>
                    <a:pt x="167205" y="105578"/>
                  </a:lnTo>
                  <a:lnTo>
                    <a:pt x="166728" y="101279"/>
                  </a:lnTo>
                  <a:lnTo>
                    <a:pt x="167683" y="99368"/>
                  </a:lnTo>
                  <a:lnTo>
                    <a:pt x="169116" y="97935"/>
                  </a:lnTo>
                  <a:lnTo>
                    <a:pt x="170072" y="96024"/>
                  </a:lnTo>
                  <a:lnTo>
                    <a:pt x="170072" y="94113"/>
                  </a:lnTo>
                  <a:lnTo>
                    <a:pt x="171027" y="92680"/>
                  </a:lnTo>
                  <a:lnTo>
                    <a:pt x="171983" y="88858"/>
                  </a:lnTo>
                  <a:lnTo>
                    <a:pt x="173416" y="87902"/>
                  </a:lnTo>
                  <a:lnTo>
                    <a:pt x="175805" y="86947"/>
                  </a:lnTo>
                  <a:lnTo>
                    <a:pt x="180104" y="86947"/>
                  </a:lnTo>
                  <a:lnTo>
                    <a:pt x="183448" y="85036"/>
                  </a:lnTo>
                  <a:lnTo>
                    <a:pt x="186792" y="83125"/>
                  </a:lnTo>
                  <a:lnTo>
                    <a:pt x="187270" y="81214"/>
                  </a:lnTo>
                  <a:lnTo>
                    <a:pt x="186314" y="79303"/>
                  </a:lnTo>
                  <a:lnTo>
                    <a:pt x="184403" y="75959"/>
                  </a:lnTo>
                  <a:lnTo>
                    <a:pt x="182971" y="73570"/>
                  </a:lnTo>
                  <a:lnTo>
                    <a:pt x="179149" y="69749"/>
                  </a:lnTo>
                  <a:lnTo>
                    <a:pt x="179626" y="67360"/>
                  </a:lnTo>
                  <a:lnTo>
                    <a:pt x="181537" y="66405"/>
                  </a:lnTo>
                  <a:lnTo>
                    <a:pt x="186792" y="67838"/>
                  </a:lnTo>
                  <a:lnTo>
                    <a:pt x="188226" y="68315"/>
                  </a:lnTo>
                  <a:lnTo>
                    <a:pt x="190137" y="68793"/>
                  </a:lnTo>
                  <a:lnTo>
                    <a:pt x="194914" y="68793"/>
                  </a:lnTo>
                  <a:lnTo>
                    <a:pt x="198735" y="67838"/>
                  </a:lnTo>
                  <a:lnTo>
                    <a:pt x="202557" y="66405"/>
                  </a:lnTo>
                  <a:lnTo>
                    <a:pt x="203513" y="64971"/>
                  </a:lnTo>
                  <a:lnTo>
                    <a:pt x="203513" y="63060"/>
                  </a:lnTo>
                  <a:lnTo>
                    <a:pt x="203513" y="61627"/>
                  </a:lnTo>
                  <a:lnTo>
                    <a:pt x="203513" y="59239"/>
                  </a:lnTo>
                  <a:lnTo>
                    <a:pt x="202080" y="58283"/>
                  </a:lnTo>
                  <a:lnTo>
                    <a:pt x="201124" y="56850"/>
                  </a:lnTo>
                  <a:lnTo>
                    <a:pt x="201124" y="55894"/>
                  </a:lnTo>
                  <a:lnTo>
                    <a:pt x="202080" y="55417"/>
                  </a:lnTo>
                  <a:lnTo>
                    <a:pt x="203035" y="54461"/>
                  </a:lnTo>
                  <a:lnTo>
                    <a:pt x="203991" y="52550"/>
                  </a:lnTo>
                  <a:lnTo>
                    <a:pt x="205901" y="50162"/>
                  </a:lnTo>
                  <a:lnTo>
                    <a:pt x="205901" y="50162"/>
                  </a:lnTo>
                  <a:lnTo>
                    <a:pt x="207335" y="48251"/>
                  </a:lnTo>
                  <a:lnTo>
                    <a:pt x="208768" y="47295"/>
                  </a:lnTo>
                  <a:lnTo>
                    <a:pt x="210679" y="46340"/>
                  </a:lnTo>
                  <a:lnTo>
                    <a:pt x="211634" y="44429"/>
                  </a:lnTo>
                  <a:lnTo>
                    <a:pt x="212590" y="43474"/>
                  </a:lnTo>
                  <a:lnTo>
                    <a:pt x="213545" y="42040"/>
                  </a:lnTo>
                  <a:lnTo>
                    <a:pt x="214023" y="41563"/>
                  </a:lnTo>
                  <a:lnTo>
                    <a:pt x="213545" y="40607"/>
                  </a:lnTo>
                  <a:lnTo>
                    <a:pt x="213067" y="40129"/>
                  </a:lnTo>
                  <a:lnTo>
                    <a:pt x="212590" y="39174"/>
                  </a:lnTo>
                  <a:lnTo>
                    <a:pt x="212590" y="38218"/>
                  </a:lnTo>
                  <a:lnTo>
                    <a:pt x="213067" y="37263"/>
                  </a:lnTo>
                  <a:lnTo>
                    <a:pt x="213545" y="36308"/>
                  </a:lnTo>
                  <a:lnTo>
                    <a:pt x="213067" y="35352"/>
                  </a:lnTo>
                  <a:lnTo>
                    <a:pt x="213067" y="33441"/>
                  </a:lnTo>
                  <a:lnTo>
                    <a:pt x="212112" y="32486"/>
                  </a:lnTo>
                  <a:lnTo>
                    <a:pt x="211157" y="29619"/>
                  </a:lnTo>
                  <a:lnTo>
                    <a:pt x="210201" y="27231"/>
                  </a:lnTo>
                  <a:lnTo>
                    <a:pt x="209246" y="25798"/>
                  </a:lnTo>
                  <a:lnTo>
                    <a:pt x="208290" y="24842"/>
                  </a:lnTo>
                  <a:lnTo>
                    <a:pt x="205901" y="23409"/>
                  </a:lnTo>
                  <a:lnTo>
                    <a:pt x="205424" y="22453"/>
                  </a:lnTo>
                  <a:lnTo>
                    <a:pt x="206379" y="20542"/>
                  </a:lnTo>
                  <a:lnTo>
                    <a:pt x="207812" y="19587"/>
                  </a:lnTo>
                  <a:lnTo>
                    <a:pt x="210679" y="16721"/>
                  </a:lnTo>
                  <a:lnTo>
                    <a:pt x="212590" y="14810"/>
                  </a:lnTo>
                  <a:lnTo>
                    <a:pt x="214023" y="13376"/>
                  </a:lnTo>
                  <a:lnTo>
                    <a:pt x="215934" y="13854"/>
                  </a:lnTo>
                  <a:lnTo>
                    <a:pt x="216889" y="13854"/>
                  </a:lnTo>
                  <a:lnTo>
                    <a:pt x="217845" y="12421"/>
                  </a:lnTo>
                  <a:lnTo>
                    <a:pt x="219756" y="11466"/>
                  </a:lnTo>
                  <a:lnTo>
                    <a:pt x="223100" y="9077"/>
                  </a:lnTo>
                  <a:lnTo>
                    <a:pt x="224533" y="7644"/>
                  </a:lnTo>
                  <a:lnTo>
                    <a:pt x="226444" y="6688"/>
                  </a:lnTo>
                  <a:lnTo>
                    <a:pt x="227877" y="6688"/>
                  </a:lnTo>
                  <a:lnTo>
                    <a:pt x="229788" y="6210"/>
                  </a:lnTo>
                  <a:lnTo>
                    <a:pt x="232176" y="5255"/>
                  </a:lnTo>
                  <a:lnTo>
                    <a:pt x="233610" y="4777"/>
                  </a:lnTo>
                  <a:lnTo>
                    <a:pt x="236476" y="4300"/>
                  </a:lnTo>
                  <a:lnTo>
                    <a:pt x="241253" y="4300"/>
                  </a:lnTo>
                  <a:lnTo>
                    <a:pt x="243642" y="3822"/>
                  </a:lnTo>
                  <a:lnTo>
                    <a:pt x="249375" y="3344"/>
                  </a:lnTo>
                  <a:lnTo>
                    <a:pt x="255585" y="3344"/>
                  </a:lnTo>
                  <a:lnTo>
                    <a:pt x="256541" y="3344"/>
                  </a:lnTo>
                  <a:lnTo>
                    <a:pt x="259407" y="4300"/>
                  </a:lnTo>
                  <a:lnTo>
                    <a:pt x="261318" y="4777"/>
                  </a:lnTo>
                  <a:lnTo>
                    <a:pt x="261796" y="4777"/>
                  </a:lnTo>
                  <a:lnTo>
                    <a:pt x="265140" y="2867"/>
                  </a:lnTo>
                  <a:lnTo>
                    <a:pt x="269440" y="956"/>
                  </a:lnTo>
                  <a:lnTo>
                    <a:pt x="271828" y="0"/>
                  </a:lnTo>
                  <a:lnTo>
                    <a:pt x="271828" y="0"/>
                  </a:lnTo>
                  <a:lnTo>
                    <a:pt x="272783" y="0"/>
                  </a:lnTo>
                  <a:lnTo>
                    <a:pt x="274694" y="0"/>
                  </a:lnTo>
                  <a:lnTo>
                    <a:pt x="276128" y="478"/>
                  </a:lnTo>
                  <a:lnTo>
                    <a:pt x="277561" y="1433"/>
                  </a:lnTo>
                  <a:lnTo>
                    <a:pt x="278517" y="1911"/>
                  </a:lnTo>
                  <a:lnTo>
                    <a:pt x="279949" y="1433"/>
                  </a:lnTo>
                  <a:lnTo>
                    <a:pt x="281860" y="956"/>
                  </a:lnTo>
                  <a:lnTo>
                    <a:pt x="283771" y="1433"/>
                  </a:lnTo>
                  <a:lnTo>
                    <a:pt x="287593" y="2867"/>
                  </a:lnTo>
                  <a:lnTo>
                    <a:pt x="288549" y="3344"/>
                  </a:lnTo>
                  <a:lnTo>
                    <a:pt x="289504" y="6688"/>
                  </a:lnTo>
                  <a:lnTo>
                    <a:pt x="289982" y="7166"/>
                  </a:lnTo>
                  <a:lnTo>
                    <a:pt x="292371" y="6210"/>
                  </a:lnTo>
                  <a:lnTo>
                    <a:pt x="294281" y="6688"/>
                  </a:lnTo>
                  <a:lnTo>
                    <a:pt x="296192" y="7644"/>
                  </a:lnTo>
                  <a:lnTo>
                    <a:pt x="297626" y="8599"/>
                  </a:lnTo>
                  <a:lnTo>
                    <a:pt x="298581" y="9555"/>
                  </a:lnTo>
                  <a:lnTo>
                    <a:pt x="299537" y="11466"/>
                  </a:lnTo>
                  <a:lnTo>
                    <a:pt x="300014" y="12899"/>
                  </a:lnTo>
                  <a:lnTo>
                    <a:pt x="300014" y="14810"/>
                  </a:lnTo>
                  <a:lnTo>
                    <a:pt x="300014" y="19587"/>
                  </a:lnTo>
                  <a:lnTo>
                    <a:pt x="299537" y="20542"/>
                  </a:lnTo>
                  <a:lnTo>
                    <a:pt x="299059" y="21498"/>
                  </a:lnTo>
                  <a:lnTo>
                    <a:pt x="299059" y="21976"/>
                  </a:lnTo>
                  <a:lnTo>
                    <a:pt x="299059" y="22453"/>
                  </a:lnTo>
                  <a:lnTo>
                    <a:pt x="299537" y="22931"/>
                  </a:lnTo>
                  <a:lnTo>
                    <a:pt x="299537" y="22931"/>
                  </a:lnTo>
                  <a:lnTo>
                    <a:pt x="300970" y="23409"/>
                  </a:lnTo>
                  <a:lnTo>
                    <a:pt x="301925" y="23886"/>
                  </a:lnTo>
                  <a:lnTo>
                    <a:pt x="302881" y="24364"/>
                  </a:lnTo>
                  <a:lnTo>
                    <a:pt x="303836" y="27231"/>
                  </a:lnTo>
                  <a:lnTo>
                    <a:pt x="304314" y="27708"/>
                  </a:lnTo>
                  <a:lnTo>
                    <a:pt x="305747" y="27708"/>
                  </a:lnTo>
                  <a:lnTo>
                    <a:pt x="308613" y="26753"/>
                  </a:lnTo>
                  <a:lnTo>
                    <a:pt x="310524" y="26275"/>
                  </a:lnTo>
                  <a:lnTo>
                    <a:pt x="311480" y="25798"/>
                  </a:lnTo>
                  <a:lnTo>
                    <a:pt x="311958" y="28186"/>
                  </a:lnTo>
                  <a:lnTo>
                    <a:pt x="313390" y="29142"/>
                  </a:lnTo>
                  <a:lnTo>
                    <a:pt x="315301" y="30575"/>
                  </a:lnTo>
                  <a:lnTo>
                    <a:pt x="315779" y="31052"/>
                  </a:lnTo>
                  <a:lnTo>
                    <a:pt x="318168" y="32008"/>
                  </a:lnTo>
                  <a:lnTo>
                    <a:pt x="322467" y="33441"/>
                  </a:lnTo>
                  <a:lnTo>
                    <a:pt x="326289" y="34397"/>
                  </a:lnTo>
                  <a:lnTo>
                    <a:pt x="329633" y="34874"/>
                  </a:lnTo>
                  <a:lnTo>
                    <a:pt x="331067" y="34874"/>
                  </a:lnTo>
                  <a:lnTo>
                    <a:pt x="332022" y="34874"/>
                  </a:lnTo>
                  <a:lnTo>
                    <a:pt x="334888" y="34874"/>
                  </a:lnTo>
                  <a:lnTo>
                    <a:pt x="336322" y="3439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0" name="Freeform 1069">
              <a:extLst>
                <a:ext uri="{FF2B5EF4-FFF2-40B4-BE49-F238E27FC236}">
                  <a16:creationId xmlns:a16="http://schemas.microsoft.com/office/drawing/2014/main" id="{9FC14D0D-9EBF-9FF0-4ED9-8D3AC86080F2}"/>
                </a:ext>
              </a:extLst>
            </p:cNvPr>
            <p:cNvSpPr/>
            <p:nvPr/>
          </p:nvSpPr>
          <p:spPr>
            <a:xfrm>
              <a:off x="7415010" y="4051265"/>
              <a:ext cx="4299" cy="2388"/>
            </a:xfrm>
            <a:custGeom>
              <a:avLst/>
              <a:gdLst>
                <a:gd name="csX0" fmla="*/ 4300 w 4299"/>
                <a:gd name="csY0" fmla="*/ 0 h 2388"/>
                <a:gd name="csX1" fmla="*/ 1433 w 4299"/>
                <a:gd name="csY1" fmla="*/ 1433 h 2388"/>
                <a:gd name="csX2" fmla="*/ 0 w 4299"/>
                <a:gd name="csY2" fmla="*/ 2389 h 2388"/>
                <a:gd name="csX3" fmla="*/ 1433 w 4299"/>
                <a:gd name="csY3" fmla="*/ 1433 h 2388"/>
                <a:gd name="csX4" fmla="*/ 4300 w 4299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2388">
                  <a:moveTo>
                    <a:pt x="4300" y="0"/>
                  </a:moveTo>
                  <a:lnTo>
                    <a:pt x="1433" y="1433"/>
                  </a:lnTo>
                  <a:lnTo>
                    <a:pt x="0" y="2389"/>
                  </a:lnTo>
                  <a:lnTo>
                    <a:pt x="1433" y="1433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1" name="Freeform 1070">
              <a:extLst>
                <a:ext uri="{FF2B5EF4-FFF2-40B4-BE49-F238E27FC236}">
                  <a16:creationId xmlns:a16="http://schemas.microsoft.com/office/drawing/2014/main" id="{CDDF137B-B679-54A7-EAF8-3B4621AB6CB6}"/>
                </a:ext>
              </a:extLst>
            </p:cNvPr>
            <p:cNvSpPr/>
            <p:nvPr/>
          </p:nvSpPr>
          <p:spPr>
            <a:xfrm>
              <a:off x="7402111" y="3570192"/>
              <a:ext cx="10987" cy="8599"/>
            </a:xfrm>
            <a:custGeom>
              <a:avLst/>
              <a:gdLst>
                <a:gd name="csX0" fmla="*/ 5255 w 10987"/>
                <a:gd name="csY0" fmla="*/ 3822 h 8599"/>
                <a:gd name="csX1" fmla="*/ 10987 w 10987"/>
                <a:gd name="csY1" fmla="*/ 8599 h 8599"/>
                <a:gd name="csX2" fmla="*/ 4777 w 10987"/>
                <a:gd name="csY2" fmla="*/ 3822 h 8599"/>
                <a:gd name="csX3" fmla="*/ 0 w 10987"/>
                <a:gd name="csY3" fmla="*/ 0 h 8599"/>
                <a:gd name="csX4" fmla="*/ 5255 w 10987"/>
                <a:gd name="csY4" fmla="*/ 3822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87" h="8599">
                  <a:moveTo>
                    <a:pt x="5255" y="3822"/>
                  </a:moveTo>
                  <a:lnTo>
                    <a:pt x="10987" y="8599"/>
                  </a:lnTo>
                  <a:lnTo>
                    <a:pt x="4777" y="3822"/>
                  </a:lnTo>
                  <a:lnTo>
                    <a:pt x="0" y="0"/>
                  </a:lnTo>
                  <a:lnTo>
                    <a:pt x="525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2" name="Freeform 1071">
              <a:extLst>
                <a:ext uri="{FF2B5EF4-FFF2-40B4-BE49-F238E27FC236}">
                  <a16:creationId xmlns:a16="http://schemas.microsoft.com/office/drawing/2014/main" id="{01576377-DA31-3677-5136-624A97DF53C6}"/>
                </a:ext>
              </a:extLst>
            </p:cNvPr>
            <p:cNvSpPr/>
            <p:nvPr/>
          </p:nvSpPr>
          <p:spPr>
            <a:xfrm>
              <a:off x="7405933" y="4043621"/>
              <a:ext cx="6688" cy="2388"/>
            </a:xfrm>
            <a:custGeom>
              <a:avLst/>
              <a:gdLst>
                <a:gd name="csX0" fmla="*/ 6688 w 6688"/>
                <a:gd name="csY0" fmla="*/ 2389 h 2388"/>
                <a:gd name="csX1" fmla="*/ 2389 w 6688"/>
                <a:gd name="csY1" fmla="*/ 956 h 2388"/>
                <a:gd name="csX2" fmla="*/ 0 w 6688"/>
                <a:gd name="csY2" fmla="*/ 0 h 2388"/>
                <a:gd name="csX3" fmla="*/ 2389 w 6688"/>
                <a:gd name="csY3" fmla="*/ 956 h 2388"/>
                <a:gd name="csX4" fmla="*/ 6688 w 6688"/>
                <a:gd name="csY4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2388">
                  <a:moveTo>
                    <a:pt x="6688" y="2389"/>
                  </a:moveTo>
                  <a:lnTo>
                    <a:pt x="2389" y="956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668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5C7C584D-67E2-7AB7-A241-F9C4418F39D8}"/>
                </a:ext>
              </a:extLst>
            </p:cNvPr>
            <p:cNvSpPr/>
            <p:nvPr/>
          </p:nvSpPr>
          <p:spPr>
            <a:xfrm>
              <a:off x="7408800" y="4058431"/>
              <a:ext cx="1910" cy="955"/>
            </a:xfrm>
            <a:custGeom>
              <a:avLst/>
              <a:gdLst>
                <a:gd name="csX0" fmla="*/ 1910 w 1910"/>
                <a:gd name="csY0" fmla="*/ 0 h 955"/>
                <a:gd name="csX1" fmla="*/ 1910 w 1910"/>
                <a:gd name="csY1" fmla="*/ 0 h 955"/>
                <a:gd name="csX2" fmla="*/ 0 w 1910"/>
                <a:gd name="csY2" fmla="*/ 955 h 955"/>
                <a:gd name="csX3" fmla="*/ 1910 w 1910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955">
                  <a:moveTo>
                    <a:pt x="1910" y="0"/>
                  </a:moveTo>
                  <a:lnTo>
                    <a:pt x="1910" y="0"/>
                  </a:lnTo>
                  <a:lnTo>
                    <a:pt x="0" y="955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A5230C7A-D759-9963-60B5-DA0275983C04}"/>
                </a:ext>
              </a:extLst>
            </p:cNvPr>
            <p:cNvSpPr/>
            <p:nvPr/>
          </p:nvSpPr>
          <p:spPr>
            <a:xfrm>
              <a:off x="7406411" y="4059386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0 w 2388"/>
                <a:gd name="csY1" fmla="*/ 956 h 955"/>
                <a:gd name="csX2" fmla="*/ 0 w 2388"/>
                <a:gd name="csY2" fmla="*/ 956 h 955"/>
                <a:gd name="csX3" fmla="*/ 2389 w 238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341D7CE8-DE91-7A36-20DA-0EB96AF4D741}"/>
                </a:ext>
              </a:extLst>
            </p:cNvPr>
            <p:cNvSpPr/>
            <p:nvPr/>
          </p:nvSpPr>
          <p:spPr>
            <a:xfrm>
              <a:off x="7404978" y="3920367"/>
              <a:ext cx="2388" cy="3821"/>
            </a:xfrm>
            <a:custGeom>
              <a:avLst/>
              <a:gdLst>
                <a:gd name="csX0" fmla="*/ 2389 w 2388"/>
                <a:gd name="csY0" fmla="*/ 0 h 3821"/>
                <a:gd name="csX1" fmla="*/ 0 w 2388"/>
                <a:gd name="csY1" fmla="*/ 3822 h 3821"/>
                <a:gd name="csX2" fmla="*/ 0 w 2388"/>
                <a:gd name="csY2" fmla="*/ 3822 h 3821"/>
                <a:gd name="csX3" fmla="*/ 2389 w 2388"/>
                <a:gd name="csY3" fmla="*/ 0 h 3821"/>
                <a:gd name="csX4" fmla="*/ 2389 w 2388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3821">
                  <a:moveTo>
                    <a:pt x="2389" y="0"/>
                  </a:moveTo>
                  <a:lnTo>
                    <a:pt x="0" y="3822"/>
                  </a:lnTo>
                  <a:lnTo>
                    <a:pt x="0" y="3822"/>
                  </a:lnTo>
                  <a:lnTo>
                    <a:pt x="2389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A0469B9A-E711-73C5-715B-4E17EC7F54E3}"/>
                </a:ext>
              </a:extLst>
            </p:cNvPr>
            <p:cNvSpPr/>
            <p:nvPr/>
          </p:nvSpPr>
          <p:spPr>
            <a:xfrm>
              <a:off x="7392557" y="2725088"/>
              <a:ext cx="13376" cy="7165"/>
            </a:xfrm>
            <a:custGeom>
              <a:avLst/>
              <a:gdLst>
                <a:gd name="csX0" fmla="*/ 13376 w 13376"/>
                <a:gd name="csY0" fmla="*/ 6688 h 7165"/>
                <a:gd name="csX1" fmla="*/ 11466 w 13376"/>
                <a:gd name="csY1" fmla="*/ 7166 h 7165"/>
                <a:gd name="csX2" fmla="*/ 2866 w 13376"/>
                <a:gd name="csY2" fmla="*/ 4777 h 7165"/>
                <a:gd name="csX3" fmla="*/ 0 w 13376"/>
                <a:gd name="csY3" fmla="*/ 1911 h 7165"/>
                <a:gd name="csX4" fmla="*/ 955 w 13376"/>
                <a:gd name="csY4" fmla="*/ 0 h 7165"/>
                <a:gd name="csX5" fmla="*/ 3344 w 13376"/>
                <a:gd name="csY5" fmla="*/ 0 h 7165"/>
                <a:gd name="csX6" fmla="*/ 13376 w 13376"/>
                <a:gd name="csY6" fmla="*/ 668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76" h="7165">
                  <a:moveTo>
                    <a:pt x="13376" y="6688"/>
                  </a:moveTo>
                  <a:lnTo>
                    <a:pt x="11466" y="7166"/>
                  </a:lnTo>
                  <a:lnTo>
                    <a:pt x="2866" y="4777"/>
                  </a:lnTo>
                  <a:lnTo>
                    <a:pt x="0" y="1911"/>
                  </a:lnTo>
                  <a:lnTo>
                    <a:pt x="955" y="0"/>
                  </a:lnTo>
                  <a:lnTo>
                    <a:pt x="3344" y="0"/>
                  </a:lnTo>
                  <a:lnTo>
                    <a:pt x="13376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7" name="Freeform 1076">
              <a:extLst>
                <a:ext uri="{FF2B5EF4-FFF2-40B4-BE49-F238E27FC236}">
                  <a16:creationId xmlns:a16="http://schemas.microsoft.com/office/drawing/2014/main" id="{09B8BEEB-9AC9-566F-A6CD-6091CB2A028B}"/>
                </a:ext>
              </a:extLst>
            </p:cNvPr>
            <p:cNvSpPr/>
            <p:nvPr/>
          </p:nvSpPr>
          <p:spPr>
            <a:xfrm>
              <a:off x="7403067" y="3926100"/>
              <a:ext cx="477" cy="1910"/>
            </a:xfrm>
            <a:custGeom>
              <a:avLst/>
              <a:gdLst>
                <a:gd name="csX0" fmla="*/ 478 w 477"/>
                <a:gd name="csY0" fmla="*/ 0 h 1910"/>
                <a:gd name="csX1" fmla="*/ 0 w 477"/>
                <a:gd name="csY1" fmla="*/ 1911 h 1910"/>
                <a:gd name="csX2" fmla="*/ 478 w 477"/>
                <a:gd name="csY2" fmla="*/ 0 h 1910"/>
                <a:gd name="csX3" fmla="*/ 478 w 477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0">
                  <a:moveTo>
                    <a:pt x="478" y="0"/>
                  </a:moveTo>
                  <a:lnTo>
                    <a:pt x="0" y="1911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8" name="Freeform 1077">
              <a:extLst>
                <a:ext uri="{FF2B5EF4-FFF2-40B4-BE49-F238E27FC236}">
                  <a16:creationId xmlns:a16="http://schemas.microsoft.com/office/drawing/2014/main" id="{98F5C553-14A0-3796-2932-A3639FA109DD}"/>
                </a:ext>
              </a:extLst>
            </p:cNvPr>
            <p:cNvSpPr/>
            <p:nvPr/>
          </p:nvSpPr>
          <p:spPr>
            <a:xfrm>
              <a:off x="7401156" y="3928011"/>
              <a:ext cx="1911" cy="3822"/>
            </a:xfrm>
            <a:custGeom>
              <a:avLst/>
              <a:gdLst>
                <a:gd name="csX0" fmla="*/ 1911 w 1911"/>
                <a:gd name="csY0" fmla="*/ 0 h 3822"/>
                <a:gd name="csX1" fmla="*/ 1433 w 1911"/>
                <a:gd name="csY1" fmla="*/ 1911 h 3822"/>
                <a:gd name="csX2" fmla="*/ 0 w 1911"/>
                <a:gd name="csY2" fmla="*/ 3822 h 3822"/>
                <a:gd name="csX3" fmla="*/ 956 w 1911"/>
                <a:gd name="csY3" fmla="*/ 1911 h 3822"/>
                <a:gd name="csX4" fmla="*/ 1911 w 1911"/>
                <a:gd name="csY4" fmla="*/ 0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3822">
                  <a:moveTo>
                    <a:pt x="1911" y="0"/>
                  </a:moveTo>
                  <a:lnTo>
                    <a:pt x="1433" y="1911"/>
                  </a:lnTo>
                  <a:lnTo>
                    <a:pt x="0" y="3822"/>
                  </a:lnTo>
                  <a:lnTo>
                    <a:pt x="956" y="1911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9" name="Freeform 1078">
              <a:extLst>
                <a:ext uri="{FF2B5EF4-FFF2-40B4-BE49-F238E27FC236}">
                  <a16:creationId xmlns:a16="http://schemas.microsoft.com/office/drawing/2014/main" id="{AE589AF0-003D-3094-22B2-79ADB0A73674}"/>
                </a:ext>
              </a:extLst>
            </p:cNvPr>
            <p:cNvSpPr/>
            <p:nvPr/>
          </p:nvSpPr>
          <p:spPr>
            <a:xfrm>
              <a:off x="7398767" y="4038366"/>
              <a:ext cx="2866" cy="955"/>
            </a:xfrm>
            <a:custGeom>
              <a:avLst/>
              <a:gdLst>
                <a:gd name="csX0" fmla="*/ 2867 w 2866"/>
                <a:gd name="csY0" fmla="*/ 0 h 955"/>
                <a:gd name="csX1" fmla="*/ 1911 w 2866"/>
                <a:gd name="csY1" fmla="*/ 478 h 955"/>
                <a:gd name="csX2" fmla="*/ 0 w 2866"/>
                <a:gd name="csY2" fmla="*/ 956 h 955"/>
                <a:gd name="csX3" fmla="*/ 1911 w 2866"/>
                <a:gd name="csY3" fmla="*/ 0 h 955"/>
                <a:gd name="csX4" fmla="*/ 2867 w 2866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955">
                  <a:moveTo>
                    <a:pt x="2867" y="0"/>
                  </a:moveTo>
                  <a:lnTo>
                    <a:pt x="1911" y="478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0" name="Freeform 1079">
              <a:extLst>
                <a:ext uri="{FF2B5EF4-FFF2-40B4-BE49-F238E27FC236}">
                  <a16:creationId xmlns:a16="http://schemas.microsoft.com/office/drawing/2014/main" id="{7D4967A3-6DED-0C8D-ECED-F5D24C536F36}"/>
                </a:ext>
              </a:extLst>
            </p:cNvPr>
            <p:cNvSpPr/>
            <p:nvPr/>
          </p:nvSpPr>
          <p:spPr>
            <a:xfrm>
              <a:off x="7394468" y="3557771"/>
              <a:ext cx="7165" cy="1910"/>
            </a:xfrm>
            <a:custGeom>
              <a:avLst/>
              <a:gdLst>
                <a:gd name="csX0" fmla="*/ 7166 w 7165"/>
                <a:gd name="csY0" fmla="*/ 0 h 1910"/>
                <a:gd name="csX1" fmla="*/ 6210 w 7165"/>
                <a:gd name="csY1" fmla="*/ 478 h 1910"/>
                <a:gd name="csX2" fmla="*/ 1433 w 7165"/>
                <a:gd name="csY2" fmla="*/ 955 h 1910"/>
                <a:gd name="csX3" fmla="*/ 0 w 7165"/>
                <a:gd name="csY3" fmla="*/ 1911 h 1910"/>
                <a:gd name="csX4" fmla="*/ 1433 w 7165"/>
                <a:gd name="csY4" fmla="*/ 955 h 1910"/>
                <a:gd name="csX5" fmla="*/ 6210 w 7165"/>
                <a:gd name="csY5" fmla="*/ 478 h 1910"/>
                <a:gd name="csX6" fmla="*/ 7166 w 7165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65" h="1910">
                  <a:moveTo>
                    <a:pt x="7166" y="0"/>
                  </a:moveTo>
                  <a:lnTo>
                    <a:pt x="6210" y="478"/>
                  </a:lnTo>
                  <a:lnTo>
                    <a:pt x="1433" y="955"/>
                  </a:lnTo>
                  <a:lnTo>
                    <a:pt x="0" y="1911"/>
                  </a:lnTo>
                  <a:lnTo>
                    <a:pt x="1433" y="955"/>
                  </a:lnTo>
                  <a:lnTo>
                    <a:pt x="6210" y="478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1" name="Freeform 1080">
              <a:extLst>
                <a:ext uri="{FF2B5EF4-FFF2-40B4-BE49-F238E27FC236}">
                  <a16:creationId xmlns:a16="http://schemas.microsoft.com/office/drawing/2014/main" id="{AA5883C7-1763-0FC6-3F3D-034F9EBB4AA3}"/>
                </a:ext>
              </a:extLst>
            </p:cNvPr>
            <p:cNvSpPr/>
            <p:nvPr/>
          </p:nvSpPr>
          <p:spPr>
            <a:xfrm>
              <a:off x="7399245" y="3563981"/>
              <a:ext cx="1432" cy="3821"/>
            </a:xfrm>
            <a:custGeom>
              <a:avLst/>
              <a:gdLst>
                <a:gd name="csX0" fmla="*/ 955 w 1432"/>
                <a:gd name="csY0" fmla="*/ 2866 h 3821"/>
                <a:gd name="csX1" fmla="*/ 1433 w 1432"/>
                <a:gd name="csY1" fmla="*/ 3822 h 3821"/>
                <a:gd name="csX2" fmla="*/ 478 w 1432"/>
                <a:gd name="csY2" fmla="*/ 2866 h 3821"/>
                <a:gd name="csX3" fmla="*/ 0 w 1432"/>
                <a:gd name="csY3" fmla="*/ 956 h 3821"/>
                <a:gd name="csX4" fmla="*/ 0 w 1432"/>
                <a:gd name="csY4" fmla="*/ 0 h 3821"/>
                <a:gd name="csX5" fmla="*/ 0 w 1432"/>
                <a:gd name="csY5" fmla="*/ 0 h 3821"/>
                <a:gd name="csX6" fmla="*/ 0 w 1432"/>
                <a:gd name="csY6" fmla="*/ 956 h 3821"/>
                <a:gd name="csX7" fmla="*/ 955 w 1432"/>
                <a:gd name="csY7" fmla="*/ 286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2" h="3821">
                  <a:moveTo>
                    <a:pt x="955" y="2866"/>
                  </a:moveTo>
                  <a:lnTo>
                    <a:pt x="1433" y="3822"/>
                  </a:lnTo>
                  <a:lnTo>
                    <a:pt x="478" y="2866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6"/>
                  </a:lnTo>
                  <a:lnTo>
                    <a:pt x="9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2" name="Freeform 1081">
              <a:extLst>
                <a:ext uri="{FF2B5EF4-FFF2-40B4-BE49-F238E27FC236}">
                  <a16:creationId xmlns:a16="http://schemas.microsoft.com/office/drawing/2014/main" id="{0D27A565-B210-CD3F-58E8-888A23AC66D0}"/>
                </a:ext>
              </a:extLst>
            </p:cNvPr>
            <p:cNvSpPr/>
            <p:nvPr/>
          </p:nvSpPr>
          <p:spPr>
            <a:xfrm>
              <a:off x="7389691" y="4035500"/>
              <a:ext cx="2388" cy="955"/>
            </a:xfrm>
            <a:custGeom>
              <a:avLst/>
              <a:gdLst>
                <a:gd name="csX0" fmla="*/ 2389 w 2388"/>
                <a:gd name="csY0" fmla="*/ 956 h 955"/>
                <a:gd name="csX1" fmla="*/ 1433 w 2388"/>
                <a:gd name="csY1" fmla="*/ 478 h 955"/>
                <a:gd name="csX2" fmla="*/ 0 w 2388"/>
                <a:gd name="csY2" fmla="*/ 0 h 955"/>
                <a:gd name="csX3" fmla="*/ 1433 w 2388"/>
                <a:gd name="csY3" fmla="*/ 478 h 955"/>
                <a:gd name="csX4" fmla="*/ 2389 w 2388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955">
                  <a:moveTo>
                    <a:pt x="2389" y="956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66719896-DFB0-050E-583C-F329E716DE7C}"/>
                </a:ext>
              </a:extLst>
            </p:cNvPr>
            <p:cNvSpPr/>
            <p:nvPr/>
          </p:nvSpPr>
          <p:spPr>
            <a:xfrm>
              <a:off x="7377747" y="2723655"/>
              <a:ext cx="14331" cy="9076"/>
            </a:xfrm>
            <a:custGeom>
              <a:avLst/>
              <a:gdLst>
                <a:gd name="csX0" fmla="*/ 13854 w 14331"/>
                <a:gd name="csY0" fmla="*/ 956 h 9076"/>
                <a:gd name="csX1" fmla="*/ 14332 w 14331"/>
                <a:gd name="csY1" fmla="*/ 1433 h 9076"/>
                <a:gd name="csX2" fmla="*/ 10987 w 14331"/>
                <a:gd name="csY2" fmla="*/ 6210 h 9076"/>
                <a:gd name="csX3" fmla="*/ 9555 w 14331"/>
                <a:gd name="csY3" fmla="*/ 7644 h 9076"/>
                <a:gd name="csX4" fmla="*/ 3344 w 14331"/>
                <a:gd name="csY4" fmla="*/ 7644 h 9076"/>
                <a:gd name="csX5" fmla="*/ 0 w 14331"/>
                <a:gd name="csY5" fmla="*/ 9077 h 9076"/>
                <a:gd name="csX6" fmla="*/ 955 w 14331"/>
                <a:gd name="csY6" fmla="*/ 6210 h 9076"/>
                <a:gd name="csX7" fmla="*/ 4777 w 14331"/>
                <a:gd name="csY7" fmla="*/ 2389 h 9076"/>
                <a:gd name="csX8" fmla="*/ 11943 w 14331"/>
                <a:gd name="csY8" fmla="*/ 0 h 9076"/>
                <a:gd name="csX9" fmla="*/ 13854 w 14331"/>
                <a:gd name="csY9" fmla="*/ 956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331" h="9076">
                  <a:moveTo>
                    <a:pt x="13854" y="956"/>
                  </a:moveTo>
                  <a:lnTo>
                    <a:pt x="14332" y="1433"/>
                  </a:lnTo>
                  <a:lnTo>
                    <a:pt x="10987" y="6210"/>
                  </a:lnTo>
                  <a:lnTo>
                    <a:pt x="9555" y="7644"/>
                  </a:lnTo>
                  <a:lnTo>
                    <a:pt x="3344" y="7644"/>
                  </a:lnTo>
                  <a:lnTo>
                    <a:pt x="0" y="9077"/>
                  </a:lnTo>
                  <a:lnTo>
                    <a:pt x="955" y="6210"/>
                  </a:lnTo>
                  <a:lnTo>
                    <a:pt x="4777" y="2389"/>
                  </a:lnTo>
                  <a:lnTo>
                    <a:pt x="11943" y="0"/>
                  </a:lnTo>
                  <a:lnTo>
                    <a:pt x="1385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67B2A3E5-B4A8-2C05-AA02-70C91192065E}"/>
                </a:ext>
              </a:extLst>
            </p:cNvPr>
            <p:cNvSpPr/>
            <p:nvPr/>
          </p:nvSpPr>
          <p:spPr>
            <a:xfrm>
              <a:off x="7389212" y="4032156"/>
              <a:ext cx="955" cy="2388"/>
            </a:xfrm>
            <a:custGeom>
              <a:avLst/>
              <a:gdLst>
                <a:gd name="csX0" fmla="*/ 956 w 955"/>
                <a:gd name="csY0" fmla="*/ 0 h 2388"/>
                <a:gd name="csX1" fmla="*/ 478 w 955"/>
                <a:gd name="csY1" fmla="*/ 955 h 2388"/>
                <a:gd name="csX2" fmla="*/ 0 w 955"/>
                <a:gd name="csY2" fmla="*/ 1911 h 2388"/>
                <a:gd name="csX3" fmla="*/ 0 w 955"/>
                <a:gd name="csY3" fmla="*/ 2389 h 2388"/>
                <a:gd name="csX4" fmla="*/ 0 w 955"/>
                <a:gd name="csY4" fmla="*/ 1911 h 2388"/>
                <a:gd name="csX5" fmla="*/ 478 w 955"/>
                <a:gd name="csY5" fmla="*/ 955 h 2388"/>
                <a:gd name="csX6" fmla="*/ 956 w 955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2388">
                  <a:moveTo>
                    <a:pt x="956" y="0"/>
                  </a:moveTo>
                  <a:lnTo>
                    <a:pt x="478" y="955"/>
                  </a:lnTo>
                  <a:lnTo>
                    <a:pt x="0" y="1911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3ABBFC30-70D7-B54C-9CD8-99B714A62F50}"/>
                </a:ext>
              </a:extLst>
            </p:cNvPr>
            <p:cNvSpPr/>
            <p:nvPr/>
          </p:nvSpPr>
          <p:spPr>
            <a:xfrm>
              <a:off x="7389212" y="4035022"/>
              <a:ext cx="478" cy="477"/>
            </a:xfrm>
            <a:custGeom>
              <a:avLst/>
              <a:gdLst>
                <a:gd name="csX0" fmla="*/ 0 w 478"/>
                <a:gd name="csY0" fmla="*/ 0 h 477"/>
                <a:gd name="csX1" fmla="*/ 478 w 478"/>
                <a:gd name="csY1" fmla="*/ 478 h 477"/>
                <a:gd name="csX2" fmla="*/ 478 w 478"/>
                <a:gd name="csY2" fmla="*/ 478 h 477"/>
                <a:gd name="csX3" fmla="*/ 0 w 47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477">
                  <a:moveTo>
                    <a:pt x="0" y="0"/>
                  </a:moveTo>
                  <a:lnTo>
                    <a:pt x="478" y="478"/>
                  </a:lnTo>
                  <a:lnTo>
                    <a:pt x="478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13EAF9F5-09BD-EE6C-6520-6406248050D9}"/>
                </a:ext>
              </a:extLst>
            </p:cNvPr>
            <p:cNvSpPr/>
            <p:nvPr/>
          </p:nvSpPr>
          <p:spPr>
            <a:xfrm>
              <a:off x="7386346" y="4020213"/>
              <a:ext cx="2388" cy="1910"/>
            </a:xfrm>
            <a:custGeom>
              <a:avLst/>
              <a:gdLst>
                <a:gd name="csX0" fmla="*/ 1433 w 2388"/>
                <a:gd name="csY0" fmla="*/ 955 h 1910"/>
                <a:gd name="csX1" fmla="*/ 2389 w 2388"/>
                <a:gd name="csY1" fmla="*/ 1911 h 1910"/>
                <a:gd name="csX2" fmla="*/ 1433 w 2388"/>
                <a:gd name="csY2" fmla="*/ 955 h 1910"/>
                <a:gd name="csX3" fmla="*/ 0 w 2388"/>
                <a:gd name="csY3" fmla="*/ 0 h 1910"/>
                <a:gd name="csX4" fmla="*/ 1433 w 2388"/>
                <a:gd name="csY4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1910">
                  <a:moveTo>
                    <a:pt x="1433" y="955"/>
                  </a:moveTo>
                  <a:lnTo>
                    <a:pt x="2389" y="1911"/>
                  </a:lnTo>
                  <a:lnTo>
                    <a:pt x="1433" y="955"/>
                  </a:lnTo>
                  <a:lnTo>
                    <a:pt x="0" y="0"/>
                  </a:lnTo>
                  <a:lnTo>
                    <a:pt x="1433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7" name="Freeform 1086">
              <a:extLst>
                <a:ext uri="{FF2B5EF4-FFF2-40B4-BE49-F238E27FC236}">
                  <a16:creationId xmlns:a16="http://schemas.microsoft.com/office/drawing/2014/main" id="{C4F200CC-F9E6-7391-7440-4D24D3D5706B}"/>
                </a:ext>
              </a:extLst>
            </p:cNvPr>
            <p:cNvSpPr/>
            <p:nvPr/>
          </p:nvSpPr>
          <p:spPr>
            <a:xfrm>
              <a:off x="7383957" y="3563503"/>
              <a:ext cx="4299" cy="1911"/>
            </a:xfrm>
            <a:custGeom>
              <a:avLst/>
              <a:gdLst>
                <a:gd name="csX0" fmla="*/ 4300 w 4299"/>
                <a:gd name="csY0" fmla="*/ 0 h 1911"/>
                <a:gd name="csX1" fmla="*/ 956 w 4299"/>
                <a:gd name="csY1" fmla="*/ 1433 h 1911"/>
                <a:gd name="csX2" fmla="*/ 0 w 4299"/>
                <a:gd name="csY2" fmla="*/ 1911 h 1911"/>
                <a:gd name="csX3" fmla="*/ 956 w 4299"/>
                <a:gd name="csY3" fmla="*/ 1433 h 1911"/>
                <a:gd name="csX4" fmla="*/ 4300 w 4299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911">
                  <a:moveTo>
                    <a:pt x="4300" y="0"/>
                  </a:moveTo>
                  <a:lnTo>
                    <a:pt x="956" y="1433"/>
                  </a:lnTo>
                  <a:lnTo>
                    <a:pt x="0" y="1911"/>
                  </a:lnTo>
                  <a:lnTo>
                    <a:pt x="956" y="1433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8" name="Freeform 1087">
              <a:extLst>
                <a:ext uri="{FF2B5EF4-FFF2-40B4-BE49-F238E27FC236}">
                  <a16:creationId xmlns:a16="http://schemas.microsoft.com/office/drawing/2014/main" id="{3D812D45-1C06-0CC8-97D4-C3DF5FDFDE00}"/>
                </a:ext>
              </a:extLst>
            </p:cNvPr>
            <p:cNvSpPr/>
            <p:nvPr/>
          </p:nvSpPr>
          <p:spPr>
            <a:xfrm>
              <a:off x="7378703" y="3565892"/>
              <a:ext cx="477" cy="477"/>
            </a:xfrm>
            <a:custGeom>
              <a:avLst/>
              <a:gdLst>
                <a:gd name="csX0" fmla="*/ 0 w 477"/>
                <a:gd name="csY0" fmla="*/ 478 h 477"/>
                <a:gd name="csX1" fmla="*/ 478 w 477"/>
                <a:gd name="csY1" fmla="*/ 0 h 477"/>
                <a:gd name="csX2" fmla="*/ 0 w 477"/>
                <a:gd name="csY2" fmla="*/ 478 h 477"/>
                <a:gd name="csX3" fmla="*/ 0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478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9" name="Freeform 1088">
              <a:extLst>
                <a:ext uri="{FF2B5EF4-FFF2-40B4-BE49-F238E27FC236}">
                  <a16:creationId xmlns:a16="http://schemas.microsoft.com/office/drawing/2014/main" id="{99C6CC82-1F19-5EFD-57B5-AC7D9FF4DDC0}"/>
                </a:ext>
              </a:extLst>
            </p:cNvPr>
            <p:cNvSpPr/>
            <p:nvPr/>
          </p:nvSpPr>
          <p:spPr>
            <a:xfrm>
              <a:off x="7377747" y="4015436"/>
              <a:ext cx="955" cy="477"/>
            </a:xfrm>
            <a:custGeom>
              <a:avLst/>
              <a:gdLst>
                <a:gd name="csX0" fmla="*/ 0 w 955"/>
                <a:gd name="csY0" fmla="*/ 0 h 477"/>
                <a:gd name="csX1" fmla="*/ 955 w 955"/>
                <a:gd name="csY1" fmla="*/ 478 h 477"/>
                <a:gd name="csX2" fmla="*/ 0 w 955"/>
                <a:gd name="csY2" fmla="*/ 0 h 477"/>
                <a:gd name="csX3" fmla="*/ 0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0" y="0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0" name="Freeform 1089">
              <a:extLst>
                <a:ext uri="{FF2B5EF4-FFF2-40B4-BE49-F238E27FC236}">
                  <a16:creationId xmlns:a16="http://schemas.microsoft.com/office/drawing/2014/main" id="{2C0E2C19-BB65-30CB-09ED-46851B4821C7}"/>
                </a:ext>
              </a:extLst>
            </p:cNvPr>
            <p:cNvSpPr/>
            <p:nvPr/>
          </p:nvSpPr>
          <p:spPr>
            <a:xfrm>
              <a:off x="7367715" y="3570192"/>
              <a:ext cx="9554" cy="3821"/>
            </a:xfrm>
            <a:custGeom>
              <a:avLst/>
              <a:gdLst>
                <a:gd name="csX0" fmla="*/ 9555 w 9554"/>
                <a:gd name="csY0" fmla="*/ 0 h 3821"/>
                <a:gd name="csX1" fmla="*/ 7644 w 9554"/>
                <a:gd name="csY1" fmla="*/ 1433 h 3821"/>
                <a:gd name="csX2" fmla="*/ 4300 w 9554"/>
                <a:gd name="csY2" fmla="*/ 3822 h 3821"/>
                <a:gd name="csX3" fmla="*/ 2867 w 9554"/>
                <a:gd name="csY3" fmla="*/ 3822 h 3821"/>
                <a:gd name="csX4" fmla="*/ 956 w 9554"/>
                <a:gd name="csY4" fmla="*/ 3344 h 3821"/>
                <a:gd name="csX5" fmla="*/ 0 w 9554"/>
                <a:gd name="csY5" fmla="*/ 3822 h 3821"/>
                <a:gd name="csX6" fmla="*/ 956 w 9554"/>
                <a:gd name="csY6" fmla="*/ 3344 h 3821"/>
                <a:gd name="csX7" fmla="*/ 3344 w 9554"/>
                <a:gd name="csY7" fmla="*/ 3822 h 3821"/>
                <a:gd name="csX8" fmla="*/ 4300 w 9554"/>
                <a:gd name="csY8" fmla="*/ 3822 h 3821"/>
                <a:gd name="csX9" fmla="*/ 7644 w 9554"/>
                <a:gd name="csY9" fmla="*/ 1433 h 3821"/>
                <a:gd name="csX10" fmla="*/ 9555 w 9554"/>
                <a:gd name="csY10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554" h="3821">
                  <a:moveTo>
                    <a:pt x="9555" y="0"/>
                  </a:moveTo>
                  <a:lnTo>
                    <a:pt x="7644" y="1433"/>
                  </a:lnTo>
                  <a:lnTo>
                    <a:pt x="4300" y="3822"/>
                  </a:lnTo>
                  <a:lnTo>
                    <a:pt x="2867" y="3822"/>
                  </a:lnTo>
                  <a:lnTo>
                    <a:pt x="956" y="3344"/>
                  </a:lnTo>
                  <a:lnTo>
                    <a:pt x="0" y="3822"/>
                  </a:lnTo>
                  <a:lnTo>
                    <a:pt x="956" y="3344"/>
                  </a:lnTo>
                  <a:lnTo>
                    <a:pt x="3344" y="3822"/>
                  </a:lnTo>
                  <a:lnTo>
                    <a:pt x="4300" y="3822"/>
                  </a:lnTo>
                  <a:lnTo>
                    <a:pt x="7644" y="1433"/>
                  </a:lnTo>
                  <a:lnTo>
                    <a:pt x="95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1" name="Freeform 1090">
              <a:extLst>
                <a:ext uri="{FF2B5EF4-FFF2-40B4-BE49-F238E27FC236}">
                  <a16:creationId xmlns:a16="http://schemas.microsoft.com/office/drawing/2014/main" id="{45E5B938-6B82-A747-A22D-626A98357E7B}"/>
                </a:ext>
              </a:extLst>
            </p:cNvPr>
            <p:cNvSpPr/>
            <p:nvPr/>
          </p:nvSpPr>
          <p:spPr>
            <a:xfrm>
              <a:off x="7372492" y="4121014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2" name="Freeform 1091">
              <a:extLst>
                <a:ext uri="{FF2B5EF4-FFF2-40B4-BE49-F238E27FC236}">
                  <a16:creationId xmlns:a16="http://schemas.microsoft.com/office/drawing/2014/main" id="{8453A32F-5A2F-CA3E-B1C4-B7AADD1D26E3}"/>
                </a:ext>
              </a:extLst>
            </p:cNvPr>
            <p:cNvSpPr/>
            <p:nvPr/>
          </p:nvSpPr>
          <p:spPr>
            <a:xfrm>
              <a:off x="7372970" y="4003014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0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73A9B04E-0B16-BB2B-4583-792F6026D3D9}"/>
                </a:ext>
              </a:extLst>
            </p:cNvPr>
            <p:cNvSpPr/>
            <p:nvPr/>
          </p:nvSpPr>
          <p:spPr>
            <a:xfrm>
              <a:off x="7219141" y="3919412"/>
              <a:ext cx="154306" cy="100801"/>
            </a:xfrm>
            <a:custGeom>
              <a:avLst/>
              <a:gdLst>
                <a:gd name="csX0" fmla="*/ 154307 w 154306"/>
                <a:gd name="csY0" fmla="*/ 85036 h 100801"/>
                <a:gd name="csX1" fmla="*/ 153351 w 154306"/>
                <a:gd name="csY1" fmla="*/ 85991 h 100801"/>
                <a:gd name="csX2" fmla="*/ 151918 w 154306"/>
                <a:gd name="csY2" fmla="*/ 87424 h 100801"/>
                <a:gd name="csX3" fmla="*/ 150485 w 154306"/>
                <a:gd name="csY3" fmla="*/ 88380 h 100801"/>
                <a:gd name="csX4" fmla="*/ 150007 w 154306"/>
                <a:gd name="csY4" fmla="*/ 88858 h 100801"/>
                <a:gd name="csX5" fmla="*/ 149530 w 154306"/>
                <a:gd name="csY5" fmla="*/ 88380 h 100801"/>
                <a:gd name="csX6" fmla="*/ 148574 w 154306"/>
                <a:gd name="csY6" fmla="*/ 87424 h 100801"/>
                <a:gd name="csX7" fmla="*/ 146663 w 154306"/>
                <a:gd name="csY7" fmla="*/ 85991 h 100801"/>
                <a:gd name="csX8" fmla="*/ 145230 w 154306"/>
                <a:gd name="csY8" fmla="*/ 85036 h 100801"/>
                <a:gd name="csX9" fmla="*/ 142364 w 154306"/>
                <a:gd name="csY9" fmla="*/ 85036 h 100801"/>
                <a:gd name="csX10" fmla="*/ 140930 w 154306"/>
                <a:gd name="csY10" fmla="*/ 85036 h 100801"/>
                <a:gd name="csX11" fmla="*/ 139019 w 154306"/>
                <a:gd name="csY11" fmla="*/ 84558 h 100801"/>
                <a:gd name="csX12" fmla="*/ 137109 w 154306"/>
                <a:gd name="csY12" fmla="*/ 84558 h 100801"/>
                <a:gd name="csX13" fmla="*/ 136153 w 154306"/>
                <a:gd name="csY13" fmla="*/ 85514 h 100801"/>
                <a:gd name="csX14" fmla="*/ 136153 w 154306"/>
                <a:gd name="csY14" fmla="*/ 85514 h 100801"/>
                <a:gd name="csX15" fmla="*/ 135675 w 154306"/>
                <a:gd name="csY15" fmla="*/ 86469 h 100801"/>
                <a:gd name="csX16" fmla="*/ 133764 w 154306"/>
                <a:gd name="csY16" fmla="*/ 86469 h 100801"/>
                <a:gd name="csX17" fmla="*/ 130898 w 154306"/>
                <a:gd name="csY17" fmla="*/ 87424 h 100801"/>
                <a:gd name="csX18" fmla="*/ 127076 w 154306"/>
                <a:gd name="csY18" fmla="*/ 88380 h 100801"/>
                <a:gd name="csX19" fmla="*/ 125165 w 154306"/>
                <a:gd name="csY19" fmla="*/ 88380 h 100801"/>
                <a:gd name="csX20" fmla="*/ 124687 w 154306"/>
                <a:gd name="csY20" fmla="*/ 87902 h 100801"/>
                <a:gd name="csX21" fmla="*/ 125165 w 154306"/>
                <a:gd name="csY21" fmla="*/ 87424 h 100801"/>
                <a:gd name="csX22" fmla="*/ 126598 w 154306"/>
                <a:gd name="csY22" fmla="*/ 86469 h 100801"/>
                <a:gd name="csX23" fmla="*/ 126598 w 154306"/>
                <a:gd name="csY23" fmla="*/ 85514 h 100801"/>
                <a:gd name="csX24" fmla="*/ 126598 w 154306"/>
                <a:gd name="csY24" fmla="*/ 84558 h 100801"/>
                <a:gd name="csX25" fmla="*/ 125165 w 154306"/>
                <a:gd name="csY25" fmla="*/ 84081 h 100801"/>
                <a:gd name="csX26" fmla="*/ 124687 w 154306"/>
                <a:gd name="csY26" fmla="*/ 84081 h 100801"/>
                <a:gd name="csX27" fmla="*/ 124210 w 154306"/>
                <a:gd name="csY27" fmla="*/ 83603 h 100801"/>
                <a:gd name="csX28" fmla="*/ 121821 w 154306"/>
                <a:gd name="csY28" fmla="*/ 83125 h 100801"/>
                <a:gd name="csX29" fmla="*/ 119910 w 154306"/>
                <a:gd name="csY29" fmla="*/ 83603 h 100801"/>
                <a:gd name="csX30" fmla="*/ 116566 w 154306"/>
                <a:gd name="csY30" fmla="*/ 84558 h 100801"/>
                <a:gd name="csX31" fmla="*/ 110355 w 154306"/>
                <a:gd name="csY31" fmla="*/ 87902 h 100801"/>
                <a:gd name="csX32" fmla="*/ 107489 w 154306"/>
                <a:gd name="csY32" fmla="*/ 89813 h 100801"/>
                <a:gd name="csX33" fmla="*/ 105578 w 154306"/>
                <a:gd name="csY33" fmla="*/ 93157 h 100801"/>
                <a:gd name="csX34" fmla="*/ 99368 w 154306"/>
                <a:gd name="csY34" fmla="*/ 94113 h 100801"/>
                <a:gd name="csX35" fmla="*/ 95546 w 154306"/>
                <a:gd name="csY35" fmla="*/ 96024 h 100801"/>
                <a:gd name="csX36" fmla="*/ 91246 w 154306"/>
                <a:gd name="csY36" fmla="*/ 99368 h 100801"/>
                <a:gd name="csX37" fmla="*/ 88380 w 154306"/>
                <a:gd name="csY37" fmla="*/ 100801 h 100801"/>
                <a:gd name="csX38" fmla="*/ 86947 w 154306"/>
                <a:gd name="csY38" fmla="*/ 100801 h 100801"/>
                <a:gd name="csX39" fmla="*/ 85991 w 154306"/>
                <a:gd name="csY39" fmla="*/ 100801 h 100801"/>
                <a:gd name="csX40" fmla="*/ 84558 w 154306"/>
                <a:gd name="csY40" fmla="*/ 99846 h 100801"/>
                <a:gd name="csX41" fmla="*/ 83125 w 154306"/>
                <a:gd name="csY41" fmla="*/ 97457 h 100801"/>
                <a:gd name="csX42" fmla="*/ 82170 w 154306"/>
                <a:gd name="csY42" fmla="*/ 93635 h 100801"/>
                <a:gd name="csX43" fmla="*/ 81214 w 154306"/>
                <a:gd name="csY43" fmla="*/ 91247 h 100801"/>
                <a:gd name="csX44" fmla="*/ 81692 w 154306"/>
                <a:gd name="csY44" fmla="*/ 87902 h 100801"/>
                <a:gd name="csX45" fmla="*/ 82170 w 154306"/>
                <a:gd name="csY45" fmla="*/ 84081 h 100801"/>
                <a:gd name="csX46" fmla="*/ 82647 w 154306"/>
                <a:gd name="csY46" fmla="*/ 80258 h 100801"/>
                <a:gd name="csX47" fmla="*/ 83603 w 154306"/>
                <a:gd name="csY47" fmla="*/ 75959 h 100801"/>
                <a:gd name="csX48" fmla="*/ 84080 w 154306"/>
                <a:gd name="csY48" fmla="*/ 74048 h 100801"/>
                <a:gd name="csX49" fmla="*/ 84080 w 154306"/>
                <a:gd name="csY49" fmla="*/ 73093 h 100801"/>
                <a:gd name="csX50" fmla="*/ 83603 w 154306"/>
                <a:gd name="csY50" fmla="*/ 72615 h 100801"/>
                <a:gd name="csX51" fmla="*/ 83603 w 154306"/>
                <a:gd name="csY51" fmla="*/ 72615 h 100801"/>
                <a:gd name="csX52" fmla="*/ 82170 w 154306"/>
                <a:gd name="csY52" fmla="*/ 72615 h 100801"/>
                <a:gd name="csX53" fmla="*/ 80259 w 154306"/>
                <a:gd name="csY53" fmla="*/ 73093 h 100801"/>
                <a:gd name="csX54" fmla="*/ 78825 w 154306"/>
                <a:gd name="csY54" fmla="*/ 73093 h 100801"/>
                <a:gd name="csX55" fmla="*/ 78348 w 154306"/>
                <a:gd name="csY55" fmla="*/ 73093 h 100801"/>
                <a:gd name="csX56" fmla="*/ 78348 w 154306"/>
                <a:gd name="csY56" fmla="*/ 70704 h 100801"/>
                <a:gd name="csX57" fmla="*/ 79303 w 154306"/>
                <a:gd name="csY57" fmla="*/ 67360 h 100801"/>
                <a:gd name="csX58" fmla="*/ 77870 w 154306"/>
                <a:gd name="csY58" fmla="*/ 64016 h 100801"/>
                <a:gd name="csX59" fmla="*/ 77870 w 154306"/>
                <a:gd name="csY59" fmla="*/ 64016 h 100801"/>
                <a:gd name="csX60" fmla="*/ 73570 w 154306"/>
                <a:gd name="csY60" fmla="*/ 61627 h 100801"/>
                <a:gd name="csX61" fmla="*/ 70227 w 154306"/>
                <a:gd name="csY61" fmla="*/ 60672 h 100801"/>
                <a:gd name="csX62" fmla="*/ 67360 w 154306"/>
                <a:gd name="csY62" fmla="*/ 61149 h 100801"/>
                <a:gd name="csX63" fmla="*/ 64971 w 154306"/>
                <a:gd name="csY63" fmla="*/ 63538 h 100801"/>
                <a:gd name="csX64" fmla="*/ 64971 w 154306"/>
                <a:gd name="csY64" fmla="*/ 63538 h 100801"/>
                <a:gd name="csX65" fmla="*/ 63061 w 154306"/>
                <a:gd name="csY65" fmla="*/ 66405 h 100801"/>
                <a:gd name="csX66" fmla="*/ 61150 w 154306"/>
                <a:gd name="csY66" fmla="*/ 69271 h 100801"/>
                <a:gd name="csX67" fmla="*/ 59239 w 154306"/>
                <a:gd name="csY67" fmla="*/ 71182 h 100801"/>
                <a:gd name="csX68" fmla="*/ 57328 w 154306"/>
                <a:gd name="csY68" fmla="*/ 72615 h 100801"/>
                <a:gd name="csX69" fmla="*/ 56850 w 154306"/>
                <a:gd name="csY69" fmla="*/ 72615 h 100801"/>
                <a:gd name="csX70" fmla="*/ 56850 w 154306"/>
                <a:gd name="csY70" fmla="*/ 73570 h 100801"/>
                <a:gd name="csX71" fmla="*/ 56850 w 154306"/>
                <a:gd name="csY71" fmla="*/ 73570 h 100801"/>
                <a:gd name="csX72" fmla="*/ 57805 w 154306"/>
                <a:gd name="csY72" fmla="*/ 76437 h 100801"/>
                <a:gd name="csX73" fmla="*/ 57805 w 154306"/>
                <a:gd name="csY73" fmla="*/ 78825 h 100801"/>
                <a:gd name="csX74" fmla="*/ 56372 w 154306"/>
                <a:gd name="csY74" fmla="*/ 80736 h 100801"/>
                <a:gd name="csX75" fmla="*/ 55416 w 154306"/>
                <a:gd name="csY75" fmla="*/ 81692 h 100801"/>
                <a:gd name="csX76" fmla="*/ 53506 w 154306"/>
                <a:gd name="csY76" fmla="*/ 81214 h 100801"/>
                <a:gd name="csX77" fmla="*/ 52550 w 154306"/>
                <a:gd name="csY77" fmla="*/ 81214 h 100801"/>
                <a:gd name="csX78" fmla="*/ 51595 w 154306"/>
                <a:gd name="csY78" fmla="*/ 80258 h 100801"/>
                <a:gd name="csX79" fmla="*/ 49206 w 154306"/>
                <a:gd name="csY79" fmla="*/ 79781 h 100801"/>
                <a:gd name="csX80" fmla="*/ 48729 w 154306"/>
                <a:gd name="csY80" fmla="*/ 80258 h 100801"/>
                <a:gd name="csX81" fmla="*/ 45384 w 154306"/>
                <a:gd name="csY81" fmla="*/ 80258 h 100801"/>
                <a:gd name="csX82" fmla="*/ 45384 w 154306"/>
                <a:gd name="csY82" fmla="*/ 80258 h 100801"/>
                <a:gd name="csX83" fmla="*/ 42518 w 154306"/>
                <a:gd name="csY83" fmla="*/ 81214 h 100801"/>
                <a:gd name="csX84" fmla="*/ 42518 w 154306"/>
                <a:gd name="csY84" fmla="*/ 81214 h 100801"/>
                <a:gd name="csX85" fmla="*/ 41085 w 154306"/>
                <a:gd name="csY85" fmla="*/ 82647 h 100801"/>
                <a:gd name="csX86" fmla="*/ 41085 w 154306"/>
                <a:gd name="csY86" fmla="*/ 84558 h 100801"/>
                <a:gd name="csX87" fmla="*/ 41563 w 154306"/>
                <a:gd name="csY87" fmla="*/ 87424 h 100801"/>
                <a:gd name="csX88" fmla="*/ 41085 w 154306"/>
                <a:gd name="csY88" fmla="*/ 89335 h 100801"/>
                <a:gd name="csX89" fmla="*/ 40129 w 154306"/>
                <a:gd name="csY89" fmla="*/ 90291 h 100801"/>
                <a:gd name="csX90" fmla="*/ 39174 w 154306"/>
                <a:gd name="csY90" fmla="*/ 91247 h 100801"/>
                <a:gd name="csX91" fmla="*/ 38218 w 154306"/>
                <a:gd name="csY91" fmla="*/ 91247 h 100801"/>
                <a:gd name="csX92" fmla="*/ 36786 w 154306"/>
                <a:gd name="csY92" fmla="*/ 90291 h 100801"/>
                <a:gd name="csX93" fmla="*/ 36307 w 154306"/>
                <a:gd name="csY93" fmla="*/ 90291 h 100801"/>
                <a:gd name="csX94" fmla="*/ 33919 w 154306"/>
                <a:gd name="csY94" fmla="*/ 87902 h 100801"/>
                <a:gd name="csX95" fmla="*/ 32008 w 154306"/>
                <a:gd name="csY95" fmla="*/ 86469 h 100801"/>
                <a:gd name="csX96" fmla="*/ 31052 w 154306"/>
                <a:gd name="csY96" fmla="*/ 86469 h 100801"/>
                <a:gd name="csX97" fmla="*/ 30575 w 154306"/>
                <a:gd name="csY97" fmla="*/ 86469 h 100801"/>
                <a:gd name="csX98" fmla="*/ 30575 w 154306"/>
                <a:gd name="csY98" fmla="*/ 86469 h 100801"/>
                <a:gd name="csX99" fmla="*/ 30097 w 154306"/>
                <a:gd name="csY99" fmla="*/ 86469 h 100801"/>
                <a:gd name="csX100" fmla="*/ 29620 w 154306"/>
                <a:gd name="csY100" fmla="*/ 86947 h 100801"/>
                <a:gd name="csX101" fmla="*/ 29620 w 154306"/>
                <a:gd name="csY101" fmla="*/ 87902 h 100801"/>
                <a:gd name="csX102" fmla="*/ 28664 w 154306"/>
                <a:gd name="csY102" fmla="*/ 87902 h 100801"/>
                <a:gd name="csX103" fmla="*/ 27231 w 154306"/>
                <a:gd name="csY103" fmla="*/ 87902 h 100801"/>
                <a:gd name="csX104" fmla="*/ 26275 w 154306"/>
                <a:gd name="csY104" fmla="*/ 87902 h 100801"/>
                <a:gd name="csX105" fmla="*/ 25798 w 154306"/>
                <a:gd name="csY105" fmla="*/ 88858 h 100801"/>
                <a:gd name="csX106" fmla="*/ 23886 w 154306"/>
                <a:gd name="csY106" fmla="*/ 89813 h 100801"/>
                <a:gd name="csX107" fmla="*/ 21020 w 154306"/>
                <a:gd name="csY107" fmla="*/ 90769 h 100801"/>
                <a:gd name="csX108" fmla="*/ 20543 w 154306"/>
                <a:gd name="csY108" fmla="*/ 90769 h 100801"/>
                <a:gd name="csX109" fmla="*/ 19109 w 154306"/>
                <a:gd name="csY109" fmla="*/ 91724 h 100801"/>
                <a:gd name="csX110" fmla="*/ 19109 w 154306"/>
                <a:gd name="csY110" fmla="*/ 91724 h 100801"/>
                <a:gd name="csX111" fmla="*/ 18632 w 154306"/>
                <a:gd name="csY111" fmla="*/ 93157 h 100801"/>
                <a:gd name="csX112" fmla="*/ 18154 w 154306"/>
                <a:gd name="csY112" fmla="*/ 93635 h 100801"/>
                <a:gd name="csX113" fmla="*/ 18154 w 154306"/>
                <a:gd name="csY113" fmla="*/ 93635 h 100801"/>
                <a:gd name="csX114" fmla="*/ 17198 w 154306"/>
                <a:gd name="csY114" fmla="*/ 93157 h 100801"/>
                <a:gd name="csX115" fmla="*/ 14332 w 154306"/>
                <a:gd name="csY115" fmla="*/ 95068 h 100801"/>
                <a:gd name="csX116" fmla="*/ 12421 w 154306"/>
                <a:gd name="csY116" fmla="*/ 94590 h 100801"/>
                <a:gd name="csX117" fmla="*/ 10032 w 154306"/>
                <a:gd name="csY117" fmla="*/ 92202 h 100801"/>
                <a:gd name="csX118" fmla="*/ 8599 w 154306"/>
                <a:gd name="csY118" fmla="*/ 90769 h 100801"/>
                <a:gd name="csX119" fmla="*/ 8122 w 154306"/>
                <a:gd name="csY119" fmla="*/ 89813 h 100801"/>
                <a:gd name="csX120" fmla="*/ 8122 w 154306"/>
                <a:gd name="csY120" fmla="*/ 89813 h 100801"/>
                <a:gd name="csX121" fmla="*/ 8599 w 154306"/>
                <a:gd name="csY121" fmla="*/ 89335 h 100801"/>
                <a:gd name="csX122" fmla="*/ 9077 w 154306"/>
                <a:gd name="csY122" fmla="*/ 88380 h 100801"/>
                <a:gd name="csX123" fmla="*/ 9555 w 154306"/>
                <a:gd name="csY123" fmla="*/ 82647 h 100801"/>
                <a:gd name="csX124" fmla="*/ 10510 w 154306"/>
                <a:gd name="csY124" fmla="*/ 80736 h 100801"/>
                <a:gd name="csX125" fmla="*/ 13377 w 154306"/>
                <a:gd name="csY125" fmla="*/ 77392 h 100801"/>
                <a:gd name="csX126" fmla="*/ 14809 w 154306"/>
                <a:gd name="csY126" fmla="*/ 75004 h 100801"/>
                <a:gd name="csX127" fmla="*/ 16721 w 154306"/>
                <a:gd name="csY127" fmla="*/ 72615 h 100801"/>
                <a:gd name="csX128" fmla="*/ 17676 w 154306"/>
                <a:gd name="csY128" fmla="*/ 72137 h 100801"/>
                <a:gd name="csX129" fmla="*/ 17676 w 154306"/>
                <a:gd name="csY129" fmla="*/ 72137 h 100801"/>
                <a:gd name="csX130" fmla="*/ 19109 w 154306"/>
                <a:gd name="csY130" fmla="*/ 70226 h 100801"/>
                <a:gd name="csX131" fmla="*/ 20065 w 154306"/>
                <a:gd name="csY131" fmla="*/ 68315 h 100801"/>
                <a:gd name="csX132" fmla="*/ 20065 w 154306"/>
                <a:gd name="csY132" fmla="*/ 67360 h 100801"/>
                <a:gd name="csX133" fmla="*/ 20065 w 154306"/>
                <a:gd name="csY133" fmla="*/ 66405 h 100801"/>
                <a:gd name="csX134" fmla="*/ 19587 w 154306"/>
                <a:gd name="csY134" fmla="*/ 65449 h 100801"/>
                <a:gd name="csX135" fmla="*/ 19587 w 154306"/>
                <a:gd name="csY135" fmla="*/ 65449 h 100801"/>
                <a:gd name="csX136" fmla="*/ 18154 w 154306"/>
                <a:gd name="csY136" fmla="*/ 64493 h 100801"/>
                <a:gd name="csX137" fmla="*/ 15765 w 154306"/>
                <a:gd name="csY137" fmla="*/ 62105 h 100801"/>
                <a:gd name="csX138" fmla="*/ 14809 w 154306"/>
                <a:gd name="csY138" fmla="*/ 60194 h 100801"/>
                <a:gd name="csX139" fmla="*/ 14332 w 154306"/>
                <a:gd name="csY139" fmla="*/ 57328 h 100801"/>
                <a:gd name="csX140" fmla="*/ 13854 w 154306"/>
                <a:gd name="csY140" fmla="*/ 55417 h 100801"/>
                <a:gd name="csX141" fmla="*/ 16243 w 154306"/>
                <a:gd name="csY141" fmla="*/ 50639 h 100801"/>
                <a:gd name="csX142" fmla="*/ 15765 w 154306"/>
                <a:gd name="csY142" fmla="*/ 49684 h 100801"/>
                <a:gd name="csX143" fmla="*/ 15288 w 154306"/>
                <a:gd name="csY143" fmla="*/ 48728 h 100801"/>
                <a:gd name="csX144" fmla="*/ 15288 w 154306"/>
                <a:gd name="csY144" fmla="*/ 48728 h 100801"/>
                <a:gd name="csX145" fmla="*/ 13854 w 154306"/>
                <a:gd name="csY145" fmla="*/ 48251 h 100801"/>
                <a:gd name="csX146" fmla="*/ 12421 w 154306"/>
                <a:gd name="csY146" fmla="*/ 48251 h 100801"/>
                <a:gd name="csX147" fmla="*/ 10988 w 154306"/>
                <a:gd name="csY147" fmla="*/ 48251 h 100801"/>
                <a:gd name="csX148" fmla="*/ 10510 w 154306"/>
                <a:gd name="csY148" fmla="*/ 48251 h 100801"/>
                <a:gd name="csX149" fmla="*/ 8599 w 154306"/>
                <a:gd name="csY149" fmla="*/ 48251 h 100801"/>
                <a:gd name="csX150" fmla="*/ 7166 w 154306"/>
                <a:gd name="csY150" fmla="*/ 48251 h 100801"/>
                <a:gd name="csX151" fmla="*/ 6688 w 154306"/>
                <a:gd name="csY151" fmla="*/ 47773 h 100801"/>
                <a:gd name="csX152" fmla="*/ 6688 w 154306"/>
                <a:gd name="csY152" fmla="*/ 45384 h 100801"/>
                <a:gd name="csX153" fmla="*/ 6211 w 154306"/>
                <a:gd name="csY153" fmla="*/ 44907 h 100801"/>
                <a:gd name="csX154" fmla="*/ 5255 w 154306"/>
                <a:gd name="csY154" fmla="*/ 44429 h 100801"/>
                <a:gd name="csX155" fmla="*/ 956 w 154306"/>
                <a:gd name="csY155" fmla="*/ 43474 h 100801"/>
                <a:gd name="csX156" fmla="*/ 478 w 154306"/>
                <a:gd name="csY156" fmla="*/ 42996 h 100801"/>
                <a:gd name="csX157" fmla="*/ 0 w 154306"/>
                <a:gd name="csY157" fmla="*/ 42040 h 100801"/>
                <a:gd name="csX158" fmla="*/ 1911 w 154306"/>
                <a:gd name="csY158" fmla="*/ 37263 h 100801"/>
                <a:gd name="csX159" fmla="*/ 2389 w 154306"/>
                <a:gd name="csY159" fmla="*/ 36785 h 100801"/>
                <a:gd name="csX160" fmla="*/ 2389 w 154306"/>
                <a:gd name="csY160" fmla="*/ 36785 h 100801"/>
                <a:gd name="csX161" fmla="*/ 2866 w 154306"/>
                <a:gd name="csY161" fmla="*/ 35830 h 100801"/>
                <a:gd name="csX162" fmla="*/ 4300 w 154306"/>
                <a:gd name="csY162" fmla="*/ 34874 h 100801"/>
                <a:gd name="csX163" fmla="*/ 6688 w 154306"/>
                <a:gd name="csY163" fmla="*/ 33919 h 100801"/>
                <a:gd name="csX164" fmla="*/ 7644 w 154306"/>
                <a:gd name="csY164" fmla="*/ 33441 h 100801"/>
                <a:gd name="csX165" fmla="*/ 7644 w 154306"/>
                <a:gd name="csY165" fmla="*/ 33441 h 100801"/>
                <a:gd name="csX166" fmla="*/ 11466 w 154306"/>
                <a:gd name="csY166" fmla="*/ 33919 h 100801"/>
                <a:gd name="csX167" fmla="*/ 14809 w 154306"/>
                <a:gd name="csY167" fmla="*/ 34874 h 100801"/>
                <a:gd name="csX168" fmla="*/ 14809 w 154306"/>
                <a:gd name="csY168" fmla="*/ 34874 h 100801"/>
                <a:gd name="csX169" fmla="*/ 18154 w 154306"/>
                <a:gd name="csY169" fmla="*/ 35352 h 100801"/>
                <a:gd name="csX170" fmla="*/ 19109 w 154306"/>
                <a:gd name="csY170" fmla="*/ 35352 h 100801"/>
                <a:gd name="csX171" fmla="*/ 21020 w 154306"/>
                <a:gd name="csY171" fmla="*/ 35352 h 100801"/>
                <a:gd name="csX172" fmla="*/ 22454 w 154306"/>
                <a:gd name="csY172" fmla="*/ 35352 h 100801"/>
                <a:gd name="csX173" fmla="*/ 22454 w 154306"/>
                <a:gd name="csY173" fmla="*/ 35352 h 100801"/>
                <a:gd name="csX174" fmla="*/ 23409 w 154306"/>
                <a:gd name="csY174" fmla="*/ 34874 h 100801"/>
                <a:gd name="csX175" fmla="*/ 23409 w 154306"/>
                <a:gd name="csY175" fmla="*/ 34874 h 100801"/>
                <a:gd name="csX176" fmla="*/ 24842 w 154306"/>
                <a:gd name="csY176" fmla="*/ 32963 h 100801"/>
                <a:gd name="csX177" fmla="*/ 25320 w 154306"/>
                <a:gd name="csY177" fmla="*/ 30575 h 100801"/>
                <a:gd name="csX178" fmla="*/ 25798 w 154306"/>
                <a:gd name="csY178" fmla="*/ 28186 h 100801"/>
                <a:gd name="csX179" fmla="*/ 26753 w 154306"/>
                <a:gd name="csY179" fmla="*/ 28186 h 100801"/>
                <a:gd name="csX180" fmla="*/ 27709 w 154306"/>
                <a:gd name="csY180" fmla="*/ 28186 h 100801"/>
                <a:gd name="csX181" fmla="*/ 27709 w 154306"/>
                <a:gd name="csY181" fmla="*/ 28186 h 100801"/>
                <a:gd name="csX182" fmla="*/ 28186 w 154306"/>
                <a:gd name="csY182" fmla="*/ 27708 h 100801"/>
                <a:gd name="csX183" fmla="*/ 28186 w 154306"/>
                <a:gd name="csY183" fmla="*/ 27231 h 100801"/>
                <a:gd name="csX184" fmla="*/ 28664 w 154306"/>
                <a:gd name="csY184" fmla="*/ 26753 h 100801"/>
                <a:gd name="csX185" fmla="*/ 29141 w 154306"/>
                <a:gd name="csY185" fmla="*/ 26753 h 100801"/>
                <a:gd name="csX186" fmla="*/ 29620 w 154306"/>
                <a:gd name="csY186" fmla="*/ 27231 h 100801"/>
                <a:gd name="csX187" fmla="*/ 30097 w 154306"/>
                <a:gd name="csY187" fmla="*/ 27231 h 100801"/>
                <a:gd name="csX188" fmla="*/ 30575 w 154306"/>
                <a:gd name="csY188" fmla="*/ 26753 h 100801"/>
                <a:gd name="csX189" fmla="*/ 30097 w 154306"/>
                <a:gd name="csY189" fmla="*/ 26275 h 100801"/>
                <a:gd name="csX190" fmla="*/ 30097 w 154306"/>
                <a:gd name="csY190" fmla="*/ 26275 h 100801"/>
                <a:gd name="csX191" fmla="*/ 29620 w 154306"/>
                <a:gd name="csY191" fmla="*/ 25320 h 100801"/>
                <a:gd name="csX192" fmla="*/ 28664 w 154306"/>
                <a:gd name="csY192" fmla="*/ 23886 h 100801"/>
                <a:gd name="csX193" fmla="*/ 28664 w 154306"/>
                <a:gd name="csY193" fmla="*/ 23886 h 100801"/>
                <a:gd name="csX194" fmla="*/ 29141 w 154306"/>
                <a:gd name="csY194" fmla="*/ 23409 h 100801"/>
                <a:gd name="csX195" fmla="*/ 29620 w 154306"/>
                <a:gd name="csY195" fmla="*/ 22931 h 100801"/>
                <a:gd name="csX196" fmla="*/ 31052 w 154306"/>
                <a:gd name="csY196" fmla="*/ 22931 h 100801"/>
                <a:gd name="csX197" fmla="*/ 32008 w 154306"/>
                <a:gd name="csY197" fmla="*/ 22931 h 100801"/>
                <a:gd name="csX198" fmla="*/ 32008 w 154306"/>
                <a:gd name="csY198" fmla="*/ 22931 h 100801"/>
                <a:gd name="csX199" fmla="*/ 32008 w 154306"/>
                <a:gd name="csY199" fmla="*/ 22931 h 100801"/>
                <a:gd name="csX200" fmla="*/ 32486 w 154306"/>
                <a:gd name="csY200" fmla="*/ 22453 h 100801"/>
                <a:gd name="csX201" fmla="*/ 32486 w 154306"/>
                <a:gd name="csY201" fmla="*/ 21498 h 100801"/>
                <a:gd name="csX202" fmla="*/ 32486 w 154306"/>
                <a:gd name="csY202" fmla="*/ 21498 h 100801"/>
                <a:gd name="csX203" fmla="*/ 31530 w 154306"/>
                <a:gd name="csY203" fmla="*/ 21020 h 100801"/>
                <a:gd name="csX204" fmla="*/ 31052 w 154306"/>
                <a:gd name="csY204" fmla="*/ 21498 h 100801"/>
                <a:gd name="csX205" fmla="*/ 28664 w 154306"/>
                <a:gd name="csY205" fmla="*/ 21498 h 100801"/>
                <a:gd name="csX206" fmla="*/ 26275 w 154306"/>
                <a:gd name="csY206" fmla="*/ 21498 h 100801"/>
                <a:gd name="csX207" fmla="*/ 25798 w 154306"/>
                <a:gd name="csY207" fmla="*/ 21498 h 100801"/>
                <a:gd name="csX208" fmla="*/ 25320 w 154306"/>
                <a:gd name="csY208" fmla="*/ 21020 h 100801"/>
                <a:gd name="csX209" fmla="*/ 25798 w 154306"/>
                <a:gd name="csY209" fmla="*/ 20542 h 100801"/>
                <a:gd name="csX210" fmla="*/ 26275 w 154306"/>
                <a:gd name="csY210" fmla="*/ 20065 h 100801"/>
                <a:gd name="csX211" fmla="*/ 32008 w 154306"/>
                <a:gd name="csY211" fmla="*/ 19109 h 100801"/>
                <a:gd name="csX212" fmla="*/ 35352 w 154306"/>
                <a:gd name="csY212" fmla="*/ 19587 h 100801"/>
                <a:gd name="csX213" fmla="*/ 37263 w 154306"/>
                <a:gd name="csY213" fmla="*/ 20065 h 100801"/>
                <a:gd name="csX214" fmla="*/ 38218 w 154306"/>
                <a:gd name="csY214" fmla="*/ 19587 h 100801"/>
                <a:gd name="csX215" fmla="*/ 37263 w 154306"/>
                <a:gd name="csY215" fmla="*/ 17676 h 100801"/>
                <a:gd name="csX216" fmla="*/ 38696 w 154306"/>
                <a:gd name="csY216" fmla="*/ 17198 h 100801"/>
                <a:gd name="csX217" fmla="*/ 38696 w 154306"/>
                <a:gd name="csY217" fmla="*/ 17198 h 100801"/>
                <a:gd name="csX218" fmla="*/ 39174 w 154306"/>
                <a:gd name="csY218" fmla="*/ 16721 h 100801"/>
                <a:gd name="csX219" fmla="*/ 37263 w 154306"/>
                <a:gd name="csY219" fmla="*/ 10988 h 100801"/>
                <a:gd name="csX220" fmla="*/ 38218 w 154306"/>
                <a:gd name="csY220" fmla="*/ 10510 h 100801"/>
                <a:gd name="csX221" fmla="*/ 38218 w 154306"/>
                <a:gd name="csY221" fmla="*/ 10510 h 100801"/>
                <a:gd name="csX222" fmla="*/ 39174 w 154306"/>
                <a:gd name="csY222" fmla="*/ 9555 h 100801"/>
                <a:gd name="csX223" fmla="*/ 39174 w 154306"/>
                <a:gd name="csY223" fmla="*/ 7166 h 100801"/>
                <a:gd name="csX224" fmla="*/ 39652 w 154306"/>
                <a:gd name="csY224" fmla="*/ 6688 h 100801"/>
                <a:gd name="csX225" fmla="*/ 40129 w 154306"/>
                <a:gd name="csY225" fmla="*/ 6210 h 100801"/>
                <a:gd name="csX226" fmla="*/ 41085 w 154306"/>
                <a:gd name="csY226" fmla="*/ 5255 h 100801"/>
                <a:gd name="csX227" fmla="*/ 42996 w 154306"/>
                <a:gd name="csY227" fmla="*/ 6210 h 100801"/>
                <a:gd name="csX228" fmla="*/ 45384 w 154306"/>
                <a:gd name="csY228" fmla="*/ 8121 h 100801"/>
                <a:gd name="csX229" fmla="*/ 46340 w 154306"/>
                <a:gd name="csY229" fmla="*/ 8599 h 100801"/>
                <a:gd name="csX230" fmla="*/ 47295 w 154306"/>
                <a:gd name="csY230" fmla="*/ 8599 h 100801"/>
                <a:gd name="csX231" fmla="*/ 48251 w 154306"/>
                <a:gd name="csY231" fmla="*/ 8121 h 100801"/>
                <a:gd name="csX232" fmla="*/ 53028 w 154306"/>
                <a:gd name="csY232" fmla="*/ 6210 h 100801"/>
                <a:gd name="csX233" fmla="*/ 55416 w 154306"/>
                <a:gd name="csY233" fmla="*/ 4777 h 100801"/>
                <a:gd name="csX234" fmla="*/ 58761 w 154306"/>
                <a:gd name="csY234" fmla="*/ 3344 h 100801"/>
                <a:gd name="csX235" fmla="*/ 59239 w 154306"/>
                <a:gd name="csY235" fmla="*/ 2389 h 100801"/>
                <a:gd name="csX236" fmla="*/ 60194 w 154306"/>
                <a:gd name="csY236" fmla="*/ 0 h 100801"/>
                <a:gd name="csX237" fmla="*/ 60194 w 154306"/>
                <a:gd name="csY237" fmla="*/ 0 h 100801"/>
                <a:gd name="csX238" fmla="*/ 60672 w 154306"/>
                <a:gd name="csY238" fmla="*/ 0 h 100801"/>
                <a:gd name="csX239" fmla="*/ 61627 w 154306"/>
                <a:gd name="csY239" fmla="*/ 0 h 100801"/>
                <a:gd name="csX240" fmla="*/ 64016 w 154306"/>
                <a:gd name="csY240" fmla="*/ 2867 h 100801"/>
                <a:gd name="csX241" fmla="*/ 64493 w 154306"/>
                <a:gd name="csY241" fmla="*/ 2867 h 100801"/>
                <a:gd name="csX242" fmla="*/ 64493 w 154306"/>
                <a:gd name="csY242" fmla="*/ 3344 h 100801"/>
                <a:gd name="csX243" fmla="*/ 65927 w 154306"/>
                <a:gd name="csY243" fmla="*/ 4300 h 100801"/>
                <a:gd name="csX244" fmla="*/ 65927 w 154306"/>
                <a:gd name="csY244" fmla="*/ 5255 h 100801"/>
                <a:gd name="csX245" fmla="*/ 65449 w 154306"/>
                <a:gd name="csY245" fmla="*/ 5255 h 100801"/>
                <a:gd name="csX246" fmla="*/ 65449 w 154306"/>
                <a:gd name="csY246" fmla="*/ 5255 h 100801"/>
                <a:gd name="csX247" fmla="*/ 65449 w 154306"/>
                <a:gd name="csY247" fmla="*/ 5733 h 100801"/>
                <a:gd name="csX248" fmla="*/ 65449 w 154306"/>
                <a:gd name="csY248" fmla="*/ 5733 h 100801"/>
                <a:gd name="csX249" fmla="*/ 67838 w 154306"/>
                <a:gd name="csY249" fmla="*/ 6688 h 100801"/>
                <a:gd name="csX250" fmla="*/ 67838 w 154306"/>
                <a:gd name="csY250" fmla="*/ 7166 h 100801"/>
                <a:gd name="csX251" fmla="*/ 67360 w 154306"/>
                <a:gd name="csY251" fmla="*/ 8121 h 100801"/>
                <a:gd name="csX252" fmla="*/ 66882 w 154306"/>
                <a:gd name="csY252" fmla="*/ 8599 h 100801"/>
                <a:gd name="csX253" fmla="*/ 66405 w 154306"/>
                <a:gd name="csY253" fmla="*/ 8599 h 100801"/>
                <a:gd name="csX254" fmla="*/ 63538 w 154306"/>
                <a:gd name="csY254" fmla="*/ 10988 h 100801"/>
                <a:gd name="csX255" fmla="*/ 60194 w 154306"/>
                <a:gd name="csY255" fmla="*/ 13854 h 100801"/>
                <a:gd name="csX256" fmla="*/ 60194 w 154306"/>
                <a:gd name="csY256" fmla="*/ 13854 h 100801"/>
                <a:gd name="csX257" fmla="*/ 60194 w 154306"/>
                <a:gd name="csY257" fmla="*/ 13854 h 100801"/>
                <a:gd name="csX258" fmla="*/ 60194 w 154306"/>
                <a:gd name="csY258" fmla="*/ 14810 h 100801"/>
                <a:gd name="csX259" fmla="*/ 60194 w 154306"/>
                <a:gd name="csY259" fmla="*/ 15287 h 100801"/>
                <a:gd name="csX260" fmla="*/ 60672 w 154306"/>
                <a:gd name="csY260" fmla="*/ 15765 h 100801"/>
                <a:gd name="csX261" fmla="*/ 62105 w 154306"/>
                <a:gd name="csY261" fmla="*/ 16243 h 100801"/>
                <a:gd name="csX262" fmla="*/ 63538 w 154306"/>
                <a:gd name="csY262" fmla="*/ 16721 h 100801"/>
                <a:gd name="csX263" fmla="*/ 64016 w 154306"/>
                <a:gd name="csY263" fmla="*/ 18154 h 100801"/>
                <a:gd name="csX264" fmla="*/ 64016 w 154306"/>
                <a:gd name="csY264" fmla="*/ 18154 h 100801"/>
                <a:gd name="csX265" fmla="*/ 64971 w 154306"/>
                <a:gd name="csY265" fmla="*/ 19587 h 100801"/>
                <a:gd name="csX266" fmla="*/ 65927 w 154306"/>
                <a:gd name="csY266" fmla="*/ 19587 h 100801"/>
                <a:gd name="csX267" fmla="*/ 70704 w 154306"/>
                <a:gd name="csY267" fmla="*/ 19109 h 100801"/>
                <a:gd name="csX268" fmla="*/ 71659 w 154306"/>
                <a:gd name="csY268" fmla="*/ 18632 h 100801"/>
                <a:gd name="csX269" fmla="*/ 71659 w 154306"/>
                <a:gd name="csY269" fmla="*/ 18632 h 100801"/>
                <a:gd name="csX270" fmla="*/ 71659 w 154306"/>
                <a:gd name="csY270" fmla="*/ 19109 h 100801"/>
                <a:gd name="csX271" fmla="*/ 71659 w 154306"/>
                <a:gd name="csY271" fmla="*/ 20065 h 100801"/>
                <a:gd name="csX272" fmla="*/ 67360 w 154306"/>
                <a:gd name="csY272" fmla="*/ 21498 h 100801"/>
                <a:gd name="csX273" fmla="*/ 65449 w 154306"/>
                <a:gd name="csY273" fmla="*/ 22453 h 100801"/>
                <a:gd name="csX274" fmla="*/ 65449 w 154306"/>
                <a:gd name="csY274" fmla="*/ 22453 h 100801"/>
                <a:gd name="csX275" fmla="*/ 64971 w 154306"/>
                <a:gd name="csY275" fmla="*/ 24364 h 100801"/>
                <a:gd name="csX276" fmla="*/ 64493 w 154306"/>
                <a:gd name="csY276" fmla="*/ 24842 h 100801"/>
                <a:gd name="csX277" fmla="*/ 64016 w 154306"/>
                <a:gd name="csY277" fmla="*/ 25320 h 100801"/>
                <a:gd name="csX278" fmla="*/ 63061 w 154306"/>
                <a:gd name="csY278" fmla="*/ 25798 h 100801"/>
                <a:gd name="csX279" fmla="*/ 61627 w 154306"/>
                <a:gd name="csY279" fmla="*/ 23409 h 100801"/>
                <a:gd name="csX280" fmla="*/ 60194 w 154306"/>
                <a:gd name="csY280" fmla="*/ 22931 h 100801"/>
                <a:gd name="csX281" fmla="*/ 58283 w 154306"/>
                <a:gd name="csY281" fmla="*/ 21976 h 100801"/>
                <a:gd name="csX282" fmla="*/ 54461 w 154306"/>
                <a:gd name="csY282" fmla="*/ 20542 h 100801"/>
                <a:gd name="csX283" fmla="*/ 52073 w 154306"/>
                <a:gd name="csY283" fmla="*/ 19587 h 100801"/>
                <a:gd name="csX284" fmla="*/ 48251 w 154306"/>
                <a:gd name="csY284" fmla="*/ 20542 h 100801"/>
                <a:gd name="csX285" fmla="*/ 43473 w 154306"/>
                <a:gd name="csY285" fmla="*/ 21976 h 100801"/>
                <a:gd name="csX286" fmla="*/ 42518 w 154306"/>
                <a:gd name="csY286" fmla="*/ 22931 h 100801"/>
                <a:gd name="csX287" fmla="*/ 42040 w 154306"/>
                <a:gd name="csY287" fmla="*/ 23886 h 100801"/>
                <a:gd name="csX288" fmla="*/ 42518 w 154306"/>
                <a:gd name="csY288" fmla="*/ 24842 h 100801"/>
                <a:gd name="csX289" fmla="*/ 42518 w 154306"/>
                <a:gd name="csY289" fmla="*/ 25798 h 100801"/>
                <a:gd name="csX290" fmla="*/ 42518 w 154306"/>
                <a:gd name="csY290" fmla="*/ 26275 h 100801"/>
                <a:gd name="csX291" fmla="*/ 41563 w 154306"/>
                <a:gd name="csY291" fmla="*/ 26753 h 100801"/>
                <a:gd name="csX292" fmla="*/ 40129 w 154306"/>
                <a:gd name="csY292" fmla="*/ 25798 h 100801"/>
                <a:gd name="csX293" fmla="*/ 39174 w 154306"/>
                <a:gd name="csY293" fmla="*/ 25320 h 100801"/>
                <a:gd name="csX294" fmla="*/ 38696 w 154306"/>
                <a:gd name="csY294" fmla="*/ 26275 h 100801"/>
                <a:gd name="csX295" fmla="*/ 37741 w 154306"/>
                <a:gd name="csY295" fmla="*/ 28664 h 100801"/>
                <a:gd name="csX296" fmla="*/ 37741 w 154306"/>
                <a:gd name="csY296" fmla="*/ 30097 h 100801"/>
                <a:gd name="csX297" fmla="*/ 38696 w 154306"/>
                <a:gd name="csY297" fmla="*/ 32486 h 100801"/>
                <a:gd name="csX298" fmla="*/ 38696 w 154306"/>
                <a:gd name="csY298" fmla="*/ 35830 h 100801"/>
                <a:gd name="csX299" fmla="*/ 40607 w 154306"/>
                <a:gd name="csY299" fmla="*/ 35352 h 100801"/>
                <a:gd name="csX300" fmla="*/ 42040 w 154306"/>
                <a:gd name="csY300" fmla="*/ 35352 h 100801"/>
                <a:gd name="csX301" fmla="*/ 44907 w 154306"/>
                <a:gd name="csY301" fmla="*/ 34397 h 100801"/>
                <a:gd name="csX302" fmla="*/ 46340 w 154306"/>
                <a:gd name="csY302" fmla="*/ 34397 h 100801"/>
                <a:gd name="csX303" fmla="*/ 48251 w 154306"/>
                <a:gd name="csY303" fmla="*/ 34874 h 100801"/>
                <a:gd name="csX304" fmla="*/ 52073 w 154306"/>
                <a:gd name="csY304" fmla="*/ 34874 h 100801"/>
                <a:gd name="csX305" fmla="*/ 54939 w 154306"/>
                <a:gd name="csY305" fmla="*/ 34874 h 100801"/>
                <a:gd name="csX306" fmla="*/ 55416 w 154306"/>
                <a:gd name="csY306" fmla="*/ 34874 h 100801"/>
                <a:gd name="csX307" fmla="*/ 56372 w 154306"/>
                <a:gd name="csY307" fmla="*/ 34397 h 100801"/>
                <a:gd name="csX308" fmla="*/ 56850 w 154306"/>
                <a:gd name="csY308" fmla="*/ 34397 h 100801"/>
                <a:gd name="csX309" fmla="*/ 57805 w 154306"/>
                <a:gd name="csY309" fmla="*/ 35352 h 100801"/>
                <a:gd name="csX310" fmla="*/ 60672 w 154306"/>
                <a:gd name="csY310" fmla="*/ 34397 h 100801"/>
                <a:gd name="csX311" fmla="*/ 62582 w 154306"/>
                <a:gd name="csY311" fmla="*/ 34397 h 100801"/>
                <a:gd name="csX312" fmla="*/ 64016 w 154306"/>
                <a:gd name="csY312" fmla="*/ 34397 h 100801"/>
                <a:gd name="csX313" fmla="*/ 64971 w 154306"/>
                <a:gd name="csY313" fmla="*/ 34874 h 100801"/>
                <a:gd name="csX314" fmla="*/ 66405 w 154306"/>
                <a:gd name="csY314" fmla="*/ 36785 h 100801"/>
                <a:gd name="csX315" fmla="*/ 67360 w 154306"/>
                <a:gd name="csY315" fmla="*/ 38218 h 100801"/>
                <a:gd name="csX316" fmla="*/ 68793 w 154306"/>
                <a:gd name="csY316" fmla="*/ 38696 h 100801"/>
                <a:gd name="csX317" fmla="*/ 72615 w 154306"/>
                <a:gd name="csY317" fmla="*/ 38218 h 100801"/>
                <a:gd name="csX318" fmla="*/ 74048 w 154306"/>
                <a:gd name="csY318" fmla="*/ 36308 h 100801"/>
                <a:gd name="csX319" fmla="*/ 75004 w 154306"/>
                <a:gd name="csY319" fmla="*/ 35830 h 100801"/>
                <a:gd name="csX320" fmla="*/ 76437 w 154306"/>
                <a:gd name="csY320" fmla="*/ 35830 h 100801"/>
                <a:gd name="csX321" fmla="*/ 77870 w 154306"/>
                <a:gd name="csY321" fmla="*/ 35352 h 100801"/>
                <a:gd name="csX322" fmla="*/ 79303 w 154306"/>
                <a:gd name="csY322" fmla="*/ 34397 h 100801"/>
                <a:gd name="csX323" fmla="*/ 80736 w 154306"/>
                <a:gd name="csY323" fmla="*/ 33919 h 100801"/>
                <a:gd name="csX324" fmla="*/ 82170 w 154306"/>
                <a:gd name="csY324" fmla="*/ 33919 h 100801"/>
                <a:gd name="csX325" fmla="*/ 82647 w 154306"/>
                <a:gd name="csY325" fmla="*/ 34397 h 100801"/>
                <a:gd name="csX326" fmla="*/ 83125 w 154306"/>
                <a:gd name="csY326" fmla="*/ 34874 h 100801"/>
                <a:gd name="csX327" fmla="*/ 82647 w 154306"/>
                <a:gd name="csY327" fmla="*/ 35830 h 100801"/>
                <a:gd name="csX328" fmla="*/ 82647 w 154306"/>
                <a:gd name="csY328" fmla="*/ 36785 h 100801"/>
                <a:gd name="csX329" fmla="*/ 83603 w 154306"/>
                <a:gd name="csY329" fmla="*/ 37263 h 100801"/>
                <a:gd name="csX330" fmla="*/ 85991 w 154306"/>
                <a:gd name="csY330" fmla="*/ 37263 h 100801"/>
                <a:gd name="csX331" fmla="*/ 86947 w 154306"/>
                <a:gd name="csY331" fmla="*/ 38218 h 100801"/>
                <a:gd name="csX332" fmla="*/ 86947 w 154306"/>
                <a:gd name="csY332" fmla="*/ 39174 h 100801"/>
                <a:gd name="csX333" fmla="*/ 86947 w 154306"/>
                <a:gd name="csY333" fmla="*/ 40607 h 100801"/>
                <a:gd name="csX334" fmla="*/ 86947 w 154306"/>
                <a:gd name="csY334" fmla="*/ 40607 h 100801"/>
                <a:gd name="csX335" fmla="*/ 87902 w 154306"/>
                <a:gd name="csY335" fmla="*/ 41563 h 100801"/>
                <a:gd name="csX336" fmla="*/ 88380 w 154306"/>
                <a:gd name="csY336" fmla="*/ 41563 h 100801"/>
                <a:gd name="csX337" fmla="*/ 92202 w 154306"/>
                <a:gd name="csY337" fmla="*/ 39651 h 100801"/>
                <a:gd name="csX338" fmla="*/ 93157 w 154306"/>
                <a:gd name="csY338" fmla="*/ 39651 h 100801"/>
                <a:gd name="csX339" fmla="*/ 94113 w 154306"/>
                <a:gd name="csY339" fmla="*/ 40607 h 100801"/>
                <a:gd name="csX340" fmla="*/ 95546 w 154306"/>
                <a:gd name="csY340" fmla="*/ 42040 h 100801"/>
                <a:gd name="csX341" fmla="*/ 96979 w 154306"/>
                <a:gd name="csY341" fmla="*/ 42996 h 100801"/>
                <a:gd name="csX342" fmla="*/ 97457 w 154306"/>
                <a:gd name="csY342" fmla="*/ 42996 h 100801"/>
                <a:gd name="csX343" fmla="*/ 97935 w 154306"/>
                <a:gd name="csY343" fmla="*/ 41563 h 100801"/>
                <a:gd name="csX344" fmla="*/ 99368 w 154306"/>
                <a:gd name="csY344" fmla="*/ 40129 h 100801"/>
                <a:gd name="csX345" fmla="*/ 102234 w 154306"/>
                <a:gd name="csY345" fmla="*/ 39651 h 100801"/>
                <a:gd name="csX346" fmla="*/ 103668 w 154306"/>
                <a:gd name="csY346" fmla="*/ 39174 h 100801"/>
                <a:gd name="csX347" fmla="*/ 105100 w 154306"/>
                <a:gd name="csY347" fmla="*/ 39174 h 100801"/>
                <a:gd name="csX348" fmla="*/ 109878 w 154306"/>
                <a:gd name="csY348" fmla="*/ 39651 h 100801"/>
                <a:gd name="csX349" fmla="*/ 111311 w 154306"/>
                <a:gd name="csY349" fmla="*/ 39651 h 100801"/>
                <a:gd name="csX350" fmla="*/ 114655 w 154306"/>
                <a:gd name="csY350" fmla="*/ 39651 h 100801"/>
                <a:gd name="csX351" fmla="*/ 117044 w 154306"/>
                <a:gd name="csY351" fmla="*/ 39174 h 100801"/>
                <a:gd name="csX352" fmla="*/ 118955 w 154306"/>
                <a:gd name="csY352" fmla="*/ 38218 h 100801"/>
                <a:gd name="csX353" fmla="*/ 119910 w 154306"/>
                <a:gd name="csY353" fmla="*/ 37741 h 100801"/>
                <a:gd name="csX354" fmla="*/ 121821 w 154306"/>
                <a:gd name="csY354" fmla="*/ 37263 h 100801"/>
                <a:gd name="csX355" fmla="*/ 123732 w 154306"/>
                <a:gd name="csY355" fmla="*/ 37263 h 100801"/>
                <a:gd name="csX356" fmla="*/ 124687 w 154306"/>
                <a:gd name="csY356" fmla="*/ 37263 h 100801"/>
                <a:gd name="csX357" fmla="*/ 124687 w 154306"/>
                <a:gd name="csY357" fmla="*/ 37263 h 100801"/>
                <a:gd name="csX358" fmla="*/ 124687 w 154306"/>
                <a:gd name="csY358" fmla="*/ 38696 h 100801"/>
                <a:gd name="csX359" fmla="*/ 124687 w 154306"/>
                <a:gd name="csY359" fmla="*/ 41085 h 100801"/>
                <a:gd name="csX360" fmla="*/ 124210 w 154306"/>
                <a:gd name="csY360" fmla="*/ 42518 h 100801"/>
                <a:gd name="csX361" fmla="*/ 126121 w 154306"/>
                <a:gd name="csY361" fmla="*/ 45384 h 100801"/>
                <a:gd name="csX362" fmla="*/ 127076 w 154306"/>
                <a:gd name="csY362" fmla="*/ 46817 h 100801"/>
                <a:gd name="csX363" fmla="*/ 127076 w 154306"/>
                <a:gd name="csY363" fmla="*/ 46817 h 100801"/>
                <a:gd name="csX364" fmla="*/ 128032 w 154306"/>
                <a:gd name="csY364" fmla="*/ 47773 h 100801"/>
                <a:gd name="csX365" fmla="*/ 128032 w 154306"/>
                <a:gd name="csY365" fmla="*/ 48728 h 100801"/>
                <a:gd name="csX366" fmla="*/ 128032 w 154306"/>
                <a:gd name="csY366" fmla="*/ 49206 h 100801"/>
                <a:gd name="csX367" fmla="*/ 126598 w 154306"/>
                <a:gd name="csY367" fmla="*/ 49684 h 100801"/>
                <a:gd name="csX368" fmla="*/ 126121 w 154306"/>
                <a:gd name="csY368" fmla="*/ 50639 h 100801"/>
                <a:gd name="csX369" fmla="*/ 126121 w 154306"/>
                <a:gd name="csY369" fmla="*/ 51595 h 100801"/>
                <a:gd name="csX370" fmla="*/ 126598 w 154306"/>
                <a:gd name="csY370" fmla="*/ 52073 h 100801"/>
                <a:gd name="csX371" fmla="*/ 127076 w 154306"/>
                <a:gd name="csY371" fmla="*/ 54939 h 100801"/>
                <a:gd name="csX372" fmla="*/ 128032 w 154306"/>
                <a:gd name="csY372" fmla="*/ 56850 h 100801"/>
                <a:gd name="csX373" fmla="*/ 128032 w 154306"/>
                <a:gd name="csY373" fmla="*/ 57328 h 100801"/>
                <a:gd name="csX374" fmla="*/ 129465 w 154306"/>
                <a:gd name="csY374" fmla="*/ 58283 h 100801"/>
                <a:gd name="csX375" fmla="*/ 129465 w 154306"/>
                <a:gd name="csY375" fmla="*/ 58283 h 100801"/>
                <a:gd name="csX376" fmla="*/ 131376 w 154306"/>
                <a:gd name="csY376" fmla="*/ 58761 h 100801"/>
                <a:gd name="csX377" fmla="*/ 132331 w 154306"/>
                <a:gd name="csY377" fmla="*/ 58761 h 100801"/>
                <a:gd name="csX378" fmla="*/ 132331 w 154306"/>
                <a:gd name="csY378" fmla="*/ 58761 h 100801"/>
                <a:gd name="csX379" fmla="*/ 132809 w 154306"/>
                <a:gd name="csY379" fmla="*/ 58761 h 100801"/>
                <a:gd name="csX380" fmla="*/ 133287 w 154306"/>
                <a:gd name="csY380" fmla="*/ 56850 h 100801"/>
                <a:gd name="csX381" fmla="*/ 134720 w 154306"/>
                <a:gd name="csY381" fmla="*/ 55894 h 100801"/>
                <a:gd name="csX382" fmla="*/ 135675 w 154306"/>
                <a:gd name="csY382" fmla="*/ 55894 h 100801"/>
                <a:gd name="csX383" fmla="*/ 137586 w 154306"/>
                <a:gd name="csY383" fmla="*/ 55894 h 100801"/>
                <a:gd name="csX384" fmla="*/ 137586 w 154306"/>
                <a:gd name="csY384" fmla="*/ 55894 h 100801"/>
                <a:gd name="csX385" fmla="*/ 142364 w 154306"/>
                <a:gd name="csY385" fmla="*/ 57328 h 100801"/>
                <a:gd name="csX386" fmla="*/ 146663 w 154306"/>
                <a:gd name="csY386" fmla="*/ 59239 h 100801"/>
                <a:gd name="csX387" fmla="*/ 148096 w 154306"/>
                <a:gd name="csY387" fmla="*/ 60672 h 100801"/>
                <a:gd name="csX388" fmla="*/ 148574 w 154306"/>
                <a:gd name="csY388" fmla="*/ 61627 h 100801"/>
                <a:gd name="csX389" fmla="*/ 147141 w 154306"/>
                <a:gd name="csY389" fmla="*/ 64971 h 100801"/>
                <a:gd name="csX390" fmla="*/ 147619 w 154306"/>
                <a:gd name="csY390" fmla="*/ 66882 h 100801"/>
                <a:gd name="csX391" fmla="*/ 147619 w 154306"/>
                <a:gd name="csY391" fmla="*/ 68793 h 100801"/>
                <a:gd name="csX392" fmla="*/ 148574 w 154306"/>
                <a:gd name="csY392" fmla="*/ 70226 h 100801"/>
                <a:gd name="csX393" fmla="*/ 149530 w 154306"/>
                <a:gd name="csY393" fmla="*/ 72615 h 100801"/>
                <a:gd name="csX394" fmla="*/ 150007 w 154306"/>
                <a:gd name="csY394" fmla="*/ 75004 h 100801"/>
                <a:gd name="csX395" fmla="*/ 150485 w 154306"/>
                <a:gd name="csY395" fmla="*/ 75481 h 100801"/>
                <a:gd name="csX396" fmla="*/ 150485 w 154306"/>
                <a:gd name="csY396" fmla="*/ 76437 h 100801"/>
                <a:gd name="csX397" fmla="*/ 150007 w 154306"/>
                <a:gd name="csY397" fmla="*/ 78348 h 100801"/>
                <a:gd name="csX398" fmla="*/ 150007 w 154306"/>
                <a:gd name="csY398" fmla="*/ 80258 h 100801"/>
                <a:gd name="csX399" fmla="*/ 150007 w 154306"/>
                <a:gd name="csY399" fmla="*/ 80736 h 100801"/>
                <a:gd name="csX400" fmla="*/ 151441 w 154306"/>
                <a:gd name="csY400" fmla="*/ 81692 h 100801"/>
                <a:gd name="csX401" fmla="*/ 151918 w 154306"/>
                <a:gd name="csY401" fmla="*/ 81692 h 100801"/>
                <a:gd name="csX402" fmla="*/ 153829 w 154306"/>
                <a:gd name="csY402" fmla="*/ 83603 h 100801"/>
                <a:gd name="csX403" fmla="*/ 154307 w 154306"/>
                <a:gd name="csY403" fmla="*/ 85036 h 1008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</a:cxnLst>
              <a:rect l="l" t="t" r="r" b="b"/>
              <a:pathLst>
                <a:path w="154306" h="100801">
                  <a:moveTo>
                    <a:pt x="154307" y="85036"/>
                  </a:moveTo>
                  <a:lnTo>
                    <a:pt x="153351" y="85991"/>
                  </a:lnTo>
                  <a:lnTo>
                    <a:pt x="151918" y="87424"/>
                  </a:lnTo>
                  <a:lnTo>
                    <a:pt x="150485" y="88380"/>
                  </a:lnTo>
                  <a:lnTo>
                    <a:pt x="150007" y="88858"/>
                  </a:lnTo>
                  <a:lnTo>
                    <a:pt x="149530" y="88380"/>
                  </a:lnTo>
                  <a:lnTo>
                    <a:pt x="148574" y="87424"/>
                  </a:lnTo>
                  <a:lnTo>
                    <a:pt x="146663" y="85991"/>
                  </a:lnTo>
                  <a:lnTo>
                    <a:pt x="145230" y="85036"/>
                  </a:lnTo>
                  <a:lnTo>
                    <a:pt x="142364" y="85036"/>
                  </a:lnTo>
                  <a:lnTo>
                    <a:pt x="140930" y="85036"/>
                  </a:lnTo>
                  <a:lnTo>
                    <a:pt x="139019" y="84558"/>
                  </a:lnTo>
                  <a:lnTo>
                    <a:pt x="137109" y="84558"/>
                  </a:lnTo>
                  <a:lnTo>
                    <a:pt x="136153" y="85514"/>
                  </a:lnTo>
                  <a:lnTo>
                    <a:pt x="136153" y="85514"/>
                  </a:lnTo>
                  <a:lnTo>
                    <a:pt x="135675" y="86469"/>
                  </a:lnTo>
                  <a:lnTo>
                    <a:pt x="133764" y="86469"/>
                  </a:lnTo>
                  <a:lnTo>
                    <a:pt x="130898" y="87424"/>
                  </a:lnTo>
                  <a:lnTo>
                    <a:pt x="127076" y="88380"/>
                  </a:lnTo>
                  <a:lnTo>
                    <a:pt x="125165" y="88380"/>
                  </a:lnTo>
                  <a:lnTo>
                    <a:pt x="124687" y="87902"/>
                  </a:lnTo>
                  <a:lnTo>
                    <a:pt x="125165" y="87424"/>
                  </a:lnTo>
                  <a:lnTo>
                    <a:pt x="126598" y="86469"/>
                  </a:lnTo>
                  <a:lnTo>
                    <a:pt x="126598" y="85514"/>
                  </a:lnTo>
                  <a:lnTo>
                    <a:pt x="126598" y="84558"/>
                  </a:lnTo>
                  <a:lnTo>
                    <a:pt x="125165" y="84081"/>
                  </a:lnTo>
                  <a:lnTo>
                    <a:pt x="124687" y="84081"/>
                  </a:lnTo>
                  <a:lnTo>
                    <a:pt x="124210" y="83603"/>
                  </a:lnTo>
                  <a:lnTo>
                    <a:pt x="121821" y="83125"/>
                  </a:lnTo>
                  <a:lnTo>
                    <a:pt x="119910" y="83603"/>
                  </a:lnTo>
                  <a:lnTo>
                    <a:pt x="116566" y="84558"/>
                  </a:lnTo>
                  <a:lnTo>
                    <a:pt x="110355" y="87902"/>
                  </a:lnTo>
                  <a:lnTo>
                    <a:pt x="107489" y="89813"/>
                  </a:lnTo>
                  <a:lnTo>
                    <a:pt x="105578" y="93157"/>
                  </a:lnTo>
                  <a:lnTo>
                    <a:pt x="99368" y="94113"/>
                  </a:lnTo>
                  <a:lnTo>
                    <a:pt x="95546" y="96024"/>
                  </a:lnTo>
                  <a:lnTo>
                    <a:pt x="91246" y="99368"/>
                  </a:lnTo>
                  <a:lnTo>
                    <a:pt x="88380" y="100801"/>
                  </a:lnTo>
                  <a:lnTo>
                    <a:pt x="86947" y="100801"/>
                  </a:lnTo>
                  <a:lnTo>
                    <a:pt x="85991" y="100801"/>
                  </a:lnTo>
                  <a:lnTo>
                    <a:pt x="84558" y="99846"/>
                  </a:lnTo>
                  <a:lnTo>
                    <a:pt x="83125" y="97457"/>
                  </a:lnTo>
                  <a:lnTo>
                    <a:pt x="82170" y="93635"/>
                  </a:lnTo>
                  <a:lnTo>
                    <a:pt x="81214" y="91247"/>
                  </a:lnTo>
                  <a:lnTo>
                    <a:pt x="81692" y="87902"/>
                  </a:lnTo>
                  <a:lnTo>
                    <a:pt x="82170" y="84081"/>
                  </a:lnTo>
                  <a:lnTo>
                    <a:pt x="82647" y="80258"/>
                  </a:lnTo>
                  <a:lnTo>
                    <a:pt x="83603" y="75959"/>
                  </a:lnTo>
                  <a:lnTo>
                    <a:pt x="84080" y="74048"/>
                  </a:lnTo>
                  <a:lnTo>
                    <a:pt x="84080" y="73093"/>
                  </a:lnTo>
                  <a:lnTo>
                    <a:pt x="83603" y="72615"/>
                  </a:lnTo>
                  <a:lnTo>
                    <a:pt x="83603" y="72615"/>
                  </a:lnTo>
                  <a:lnTo>
                    <a:pt x="82170" y="72615"/>
                  </a:lnTo>
                  <a:lnTo>
                    <a:pt x="80259" y="73093"/>
                  </a:lnTo>
                  <a:lnTo>
                    <a:pt x="78825" y="73093"/>
                  </a:lnTo>
                  <a:lnTo>
                    <a:pt x="78348" y="73093"/>
                  </a:lnTo>
                  <a:lnTo>
                    <a:pt x="78348" y="70704"/>
                  </a:lnTo>
                  <a:lnTo>
                    <a:pt x="79303" y="67360"/>
                  </a:lnTo>
                  <a:lnTo>
                    <a:pt x="77870" y="64016"/>
                  </a:lnTo>
                  <a:lnTo>
                    <a:pt x="77870" y="64016"/>
                  </a:lnTo>
                  <a:lnTo>
                    <a:pt x="73570" y="61627"/>
                  </a:lnTo>
                  <a:lnTo>
                    <a:pt x="70227" y="60672"/>
                  </a:lnTo>
                  <a:lnTo>
                    <a:pt x="67360" y="61149"/>
                  </a:lnTo>
                  <a:lnTo>
                    <a:pt x="64971" y="63538"/>
                  </a:lnTo>
                  <a:lnTo>
                    <a:pt x="64971" y="63538"/>
                  </a:lnTo>
                  <a:lnTo>
                    <a:pt x="63061" y="66405"/>
                  </a:lnTo>
                  <a:lnTo>
                    <a:pt x="61150" y="69271"/>
                  </a:lnTo>
                  <a:lnTo>
                    <a:pt x="59239" y="71182"/>
                  </a:lnTo>
                  <a:lnTo>
                    <a:pt x="57328" y="72615"/>
                  </a:lnTo>
                  <a:lnTo>
                    <a:pt x="56850" y="72615"/>
                  </a:lnTo>
                  <a:lnTo>
                    <a:pt x="56850" y="73570"/>
                  </a:lnTo>
                  <a:lnTo>
                    <a:pt x="56850" y="73570"/>
                  </a:lnTo>
                  <a:lnTo>
                    <a:pt x="57805" y="76437"/>
                  </a:lnTo>
                  <a:lnTo>
                    <a:pt x="57805" y="78825"/>
                  </a:lnTo>
                  <a:lnTo>
                    <a:pt x="56372" y="80736"/>
                  </a:lnTo>
                  <a:lnTo>
                    <a:pt x="55416" y="81692"/>
                  </a:lnTo>
                  <a:lnTo>
                    <a:pt x="53506" y="81214"/>
                  </a:lnTo>
                  <a:lnTo>
                    <a:pt x="52550" y="81214"/>
                  </a:lnTo>
                  <a:lnTo>
                    <a:pt x="51595" y="80258"/>
                  </a:lnTo>
                  <a:lnTo>
                    <a:pt x="49206" y="79781"/>
                  </a:lnTo>
                  <a:lnTo>
                    <a:pt x="48729" y="80258"/>
                  </a:lnTo>
                  <a:lnTo>
                    <a:pt x="45384" y="80258"/>
                  </a:lnTo>
                  <a:lnTo>
                    <a:pt x="45384" y="80258"/>
                  </a:lnTo>
                  <a:lnTo>
                    <a:pt x="42518" y="81214"/>
                  </a:lnTo>
                  <a:lnTo>
                    <a:pt x="42518" y="81214"/>
                  </a:lnTo>
                  <a:lnTo>
                    <a:pt x="41085" y="82647"/>
                  </a:lnTo>
                  <a:lnTo>
                    <a:pt x="41085" y="84558"/>
                  </a:lnTo>
                  <a:lnTo>
                    <a:pt x="41563" y="87424"/>
                  </a:lnTo>
                  <a:lnTo>
                    <a:pt x="41085" y="89335"/>
                  </a:lnTo>
                  <a:lnTo>
                    <a:pt x="40129" y="90291"/>
                  </a:lnTo>
                  <a:lnTo>
                    <a:pt x="39174" y="91247"/>
                  </a:lnTo>
                  <a:lnTo>
                    <a:pt x="38218" y="91247"/>
                  </a:lnTo>
                  <a:lnTo>
                    <a:pt x="36786" y="90291"/>
                  </a:lnTo>
                  <a:lnTo>
                    <a:pt x="36307" y="90291"/>
                  </a:lnTo>
                  <a:lnTo>
                    <a:pt x="33919" y="87902"/>
                  </a:lnTo>
                  <a:lnTo>
                    <a:pt x="32008" y="86469"/>
                  </a:lnTo>
                  <a:lnTo>
                    <a:pt x="31052" y="86469"/>
                  </a:lnTo>
                  <a:lnTo>
                    <a:pt x="30575" y="86469"/>
                  </a:lnTo>
                  <a:lnTo>
                    <a:pt x="30575" y="86469"/>
                  </a:lnTo>
                  <a:lnTo>
                    <a:pt x="30097" y="86469"/>
                  </a:lnTo>
                  <a:lnTo>
                    <a:pt x="29620" y="86947"/>
                  </a:lnTo>
                  <a:lnTo>
                    <a:pt x="29620" y="87902"/>
                  </a:lnTo>
                  <a:lnTo>
                    <a:pt x="28664" y="87902"/>
                  </a:lnTo>
                  <a:lnTo>
                    <a:pt x="27231" y="87902"/>
                  </a:lnTo>
                  <a:lnTo>
                    <a:pt x="26275" y="87902"/>
                  </a:lnTo>
                  <a:lnTo>
                    <a:pt x="25798" y="88858"/>
                  </a:lnTo>
                  <a:lnTo>
                    <a:pt x="23886" y="89813"/>
                  </a:lnTo>
                  <a:lnTo>
                    <a:pt x="21020" y="90769"/>
                  </a:lnTo>
                  <a:lnTo>
                    <a:pt x="20543" y="90769"/>
                  </a:lnTo>
                  <a:lnTo>
                    <a:pt x="19109" y="91724"/>
                  </a:lnTo>
                  <a:lnTo>
                    <a:pt x="19109" y="91724"/>
                  </a:lnTo>
                  <a:lnTo>
                    <a:pt x="18632" y="93157"/>
                  </a:lnTo>
                  <a:lnTo>
                    <a:pt x="18154" y="93635"/>
                  </a:lnTo>
                  <a:lnTo>
                    <a:pt x="18154" y="93635"/>
                  </a:lnTo>
                  <a:lnTo>
                    <a:pt x="17198" y="93157"/>
                  </a:lnTo>
                  <a:lnTo>
                    <a:pt x="14332" y="95068"/>
                  </a:lnTo>
                  <a:lnTo>
                    <a:pt x="12421" y="94590"/>
                  </a:lnTo>
                  <a:lnTo>
                    <a:pt x="10032" y="92202"/>
                  </a:lnTo>
                  <a:lnTo>
                    <a:pt x="8599" y="90769"/>
                  </a:lnTo>
                  <a:lnTo>
                    <a:pt x="8122" y="89813"/>
                  </a:lnTo>
                  <a:lnTo>
                    <a:pt x="8122" y="89813"/>
                  </a:lnTo>
                  <a:lnTo>
                    <a:pt x="8599" y="89335"/>
                  </a:lnTo>
                  <a:lnTo>
                    <a:pt x="9077" y="88380"/>
                  </a:lnTo>
                  <a:lnTo>
                    <a:pt x="9555" y="82647"/>
                  </a:lnTo>
                  <a:lnTo>
                    <a:pt x="10510" y="80736"/>
                  </a:lnTo>
                  <a:lnTo>
                    <a:pt x="13377" y="77392"/>
                  </a:lnTo>
                  <a:lnTo>
                    <a:pt x="14809" y="75004"/>
                  </a:lnTo>
                  <a:lnTo>
                    <a:pt x="16721" y="72615"/>
                  </a:lnTo>
                  <a:lnTo>
                    <a:pt x="17676" y="72137"/>
                  </a:lnTo>
                  <a:lnTo>
                    <a:pt x="17676" y="72137"/>
                  </a:lnTo>
                  <a:lnTo>
                    <a:pt x="19109" y="70226"/>
                  </a:lnTo>
                  <a:lnTo>
                    <a:pt x="20065" y="68315"/>
                  </a:lnTo>
                  <a:lnTo>
                    <a:pt x="20065" y="67360"/>
                  </a:lnTo>
                  <a:lnTo>
                    <a:pt x="20065" y="66405"/>
                  </a:lnTo>
                  <a:lnTo>
                    <a:pt x="19587" y="65449"/>
                  </a:lnTo>
                  <a:lnTo>
                    <a:pt x="19587" y="65449"/>
                  </a:lnTo>
                  <a:lnTo>
                    <a:pt x="18154" y="64493"/>
                  </a:lnTo>
                  <a:lnTo>
                    <a:pt x="15765" y="62105"/>
                  </a:lnTo>
                  <a:lnTo>
                    <a:pt x="14809" y="60194"/>
                  </a:lnTo>
                  <a:lnTo>
                    <a:pt x="14332" y="57328"/>
                  </a:lnTo>
                  <a:lnTo>
                    <a:pt x="13854" y="55417"/>
                  </a:lnTo>
                  <a:lnTo>
                    <a:pt x="16243" y="50639"/>
                  </a:lnTo>
                  <a:lnTo>
                    <a:pt x="15765" y="49684"/>
                  </a:lnTo>
                  <a:lnTo>
                    <a:pt x="15288" y="48728"/>
                  </a:lnTo>
                  <a:lnTo>
                    <a:pt x="15288" y="48728"/>
                  </a:lnTo>
                  <a:lnTo>
                    <a:pt x="13854" y="48251"/>
                  </a:lnTo>
                  <a:lnTo>
                    <a:pt x="12421" y="48251"/>
                  </a:lnTo>
                  <a:lnTo>
                    <a:pt x="10988" y="48251"/>
                  </a:lnTo>
                  <a:lnTo>
                    <a:pt x="10510" y="48251"/>
                  </a:lnTo>
                  <a:lnTo>
                    <a:pt x="8599" y="48251"/>
                  </a:lnTo>
                  <a:lnTo>
                    <a:pt x="7166" y="48251"/>
                  </a:lnTo>
                  <a:lnTo>
                    <a:pt x="6688" y="47773"/>
                  </a:lnTo>
                  <a:lnTo>
                    <a:pt x="6688" y="45384"/>
                  </a:lnTo>
                  <a:lnTo>
                    <a:pt x="6211" y="44907"/>
                  </a:lnTo>
                  <a:lnTo>
                    <a:pt x="5255" y="44429"/>
                  </a:lnTo>
                  <a:lnTo>
                    <a:pt x="956" y="43474"/>
                  </a:lnTo>
                  <a:lnTo>
                    <a:pt x="478" y="42996"/>
                  </a:lnTo>
                  <a:lnTo>
                    <a:pt x="0" y="42040"/>
                  </a:lnTo>
                  <a:lnTo>
                    <a:pt x="1911" y="37263"/>
                  </a:lnTo>
                  <a:lnTo>
                    <a:pt x="2389" y="36785"/>
                  </a:lnTo>
                  <a:lnTo>
                    <a:pt x="2389" y="36785"/>
                  </a:lnTo>
                  <a:lnTo>
                    <a:pt x="2866" y="35830"/>
                  </a:lnTo>
                  <a:lnTo>
                    <a:pt x="4300" y="34874"/>
                  </a:lnTo>
                  <a:lnTo>
                    <a:pt x="6688" y="33919"/>
                  </a:lnTo>
                  <a:lnTo>
                    <a:pt x="7644" y="33441"/>
                  </a:lnTo>
                  <a:lnTo>
                    <a:pt x="7644" y="33441"/>
                  </a:lnTo>
                  <a:lnTo>
                    <a:pt x="11466" y="33919"/>
                  </a:lnTo>
                  <a:lnTo>
                    <a:pt x="14809" y="34874"/>
                  </a:lnTo>
                  <a:lnTo>
                    <a:pt x="14809" y="34874"/>
                  </a:lnTo>
                  <a:lnTo>
                    <a:pt x="18154" y="35352"/>
                  </a:lnTo>
                  <a:lnTo>
                    <a:pt x="19109" y="35352"/>
                  </a:lnTo>
                  <a:lnTo>
                    <a:pt x="21020" y="35352"/>
                  </a:lnTo>
                  <a:lnTo>
                    <a:pt x="22454" y="35352"/>
                  </a:lnTo>
                  <a:lnTo>
                    <a:pt x="22454" y="35352"/>
                  </a:lnTo>
                  <a:lnTo>
                    <a:pt x="23409" y="34874"/>
                  </a:lnTo>
                  <a:lnTo>
                    <a:pt x="23409" y="34874"/>
                  </a:lnTo>
                  <a:lnTo>
                    <a:pt x="24842" y="32963"/>
                  </a:lnTo>
                  <a:lnTo>
                    <a:pt x="25320" y="30575"/>
                  </a:lnTo>
                  <a:lnTo>
                    <a:pt x="25798" y="28186"/>
                  </a:lnTo>
                  <a:lnTo>
                    <a:pt x="26753" y="28186"/>
                  </a:lnTo>
                  <a:lnTo>
                    <a:pt x="27709" y="28186"/>
                  </a:lnTo>
                  <a:lnTo>
                    <a:pt x="27709" y="28186"/>
                  </a:lnTo>
                  <a:lnTo>
                    <a:pt x="28186" y="27708"/>
                  </a:lnTo>
                  <a:lnTo>
                    <a:pt x="28186" y="27231"/>
                  </a:lnTo>
                  <a:lnTo>
                    <a:pt x="28664" y="26753"/>
                  </a:lnTo>
                  <a:lnTo>
                    <a:pt x="29141" y="26753"/>
                  </a:lnTo>
                  <a:lnTo>
                    <a:pt x="29620" y="27231"/>
                  </a:lnTo>
                  <a:lnTo>
                    <a:pt x="30097" y="27231"/>
                  </a:lnTo>
                  <a:lnTo>
                    <a:pt x="30575" y="26753"/>
                  </a:lnTo>
                  <a:lnTo>
                    <a:pt x="30097" y="26275"/>
                  </a:lnTo>
                  <a:lnTo>
                    <a:pt x="30097" y="26275"/>
                  </a:lnTo>
                  <a:lnTo>
                    <a:pt x="29620" y="25320"/>
                  </a:lnTo>
                  <a:lnTo>
                    <a:pt x="28664" y="23886"/>
                  </a:lnTo>
                  <a:lnTo>
                    <a:pt x="28664" y="23886"/>
                  </a:lnTo>
                  <a:lnTo>
                    <a:pt x="29141" y="23409"/>
                  </a:lnTo>
                  <a:lnTo>
                    <a:pt x="29620" y="22931"/>
                  </a:lnTo>
                  <a:lnTo>
                    <a:pt x="31052" y="22931"/>
                  </a:lnTo>
                  <a:lnTo>
                    <a:pt x="32008" y="22931"/>
                  </a:lnTo>
                  <a:lnTo>
                    <a:pt x="32008" y="22931"/>
                  </a:lnTo>
                  <a:lnTo>
                    <a:pt x="32008" y="22931"/>
                  </a:lnTo>
                  <a:lnTo>
                    <a:pt x="32486" y="22453"/>
                  </a:lnTo>
                  <a:lnTo>
                    <a:pt x="32486" y="21498"/>
                  </a:lnTo>
                  <a:lnTo>
                    <a:pt x="32486" y="21498"/>
                  </a:lnTo>
                  <a:lnTo>
                    <a:pt x="31530" y="21020"/>
                  </a:lnTo>
                  <a:lnTo>
                    <a:pt x="31052" y="21498"/>
                  </a:lnTo>
                  <a:lnTo>
                    <a:pt x="28664" y="21498"/>
                  </a:lnTo>
                  <a:lnTo>
                    <a:pt x="26275" y="21498"/>
                  </a:lnTo>
                  <a:lnTo>
                    <a:pt x="25798" y="21498"/>
                  </a:lnTo>
                  <a:lnTo>
                    <a:pt x="25320" y="21020"/>
                  </a:lnTo>
                  <a:lnTo>
                    <a:pt x="25798" y="20542"/>
                  </a:lnTo>
                  <a:lnTo>
                    <a:pt x="26275" y="20065"/>
                  </a:lnTo>
                  <a:lnTo>
                    <a:pt x="32008" y="19109"/>
                  </a:lnTo>
                  <a:lnTo>
                    <a:pt x="35352" y="19587"/>
                  </a:lnTo>
                  <a:lnTo>
                    <a:pt x="37263" y="20065"/>
                  </a:lnTo>
                  <a:lnTo>
                    <a:pt x="38218" y="19587"/>
                  </a:lnTo>
                  <a:lnTo>
                    <a:pt x="37263" y="17676"/>
                  </a:lnTo>
                  <a:lnTo>
                    <a:pt x="38696" y="17198"/>
                  </a:lnTo>
                  <a:lnTo>
                    <a:pt x="38696" y="17198"/>
                  </a:lnTo>
                  <a:lnTo>
                    <a:pt x="39174" y="16721"/>
                  </a:lnTo>
                  <a:lnTo>
                    <a:pt x="37263" y="10988"/>
                  </a:lnTo>
                  <a:lnTo>
                    <a:pt x="38218" y="10510"/>
                  </a:lnTo>
                  <a:lnTo>
                    <a:pt x="38218" y="10510"/>
                  </a:lnTo>
                  <a:lnTo>
                    <a:pt x="39174" y="9555"/>
                  </a:lnTo>
                  <a:lnTo>
                    <a:pt x="39174" y="7166"/>
                  </a:lnTo>
                  <a:lnTo>
                    <a:pt x="39652" y="6688"/>
                  </a:lnTo>
                  <a:lnTo>
                    <a:pt x="40129" y="6210"/>
                  </a:lnTo>
                  <a:lnTo>
                    <a:pt x="41085" y="5255"/>
                  </a:lnTo>
                  <a:lnTo>
                    <a:pt x="42996" y="6210"/>
                  </a:lnTo>
                  <a:lnTo>
                    <a:pt x="45384" y="8121"/>
                  </a:lnTo>
                  <a:lnTo>
                    <a:pt x="46340" y="8599"/>
                  </a:lnTo>
                  <a:lnTo>
                    <a:pt x="47295" y="8599"/>
                  </a:lnTo>
                  <a:lnTo>
                    <a:pt x="48251" y="8121"/>
                  </a:lnTo>
                  <a:lnTo>
                    <a:pt x="53028" y="6210"/>
                  </a:lnTo>
                  <a:lnTo>
                    <a:pt x="55416" y="4777"/>
                  </a:lnTo>
                  <a:lnTo>
                    <a:pt x="58761" y="3344"/>
                  </a:lnTo>
                  <a:lnTo>
                    <a:pt x="59239" y="2389"/>
                  </a:lnTo>
                  <a:lnTo>
                    <a:pt x="60194" y="0"/>
                  </a:lnTo>
                  <a:lnTo>
                    <a:pt x="60194" y="0"/>
                  </a:lnTo>
                  <a:lnTo>
                    <a:pt x="60672" y="0"/>
                  </a:lnTo>
                  <a:lnTo>
                    <a:pt x="61627" y="0"/>
                  </a:lnTo>
                  <a:lnTo>
                    <a:pt x="64016" y="2867"/>
                  </a:lnTo>
                  <a:lnTo>
                    <a:pt x="64493" y="2867"/>
                  </a:lnTo>
                  <a:lnTo>
                    <a:pt x="64493" y="3344"/>
                  </a:lnTo>
                  <a:lnTo>
                    <a:pt x="65927" y="4300"/>
                  </a:lnTo>
                  <a:lnTo>
                    <a:pt x="65927" y="5255"/>
                  </a:lnTo>
                  <a:lnTo>
                    <a:pt x="65449" y="5255"/>
                  </a:lnTo>
                  <a:lnTo>
                    <a:pt x="65449" y="5255"/>
                  </a:lnTo>
                  <a:lnTo>
                    <a:pt x="65449" y="5733"/>
                  </a:lnTo>
                  <a:lnTo>
                    <a:pt x="65449" y="5733"/>
                  </a:lnTo>
                  <a:lnTo>
                    <a:pt x="67838" y="6688"/>
                  </a:lnTo>
                  <a:lnTo>
                    <a:pt x="67838" y="7166"/>
                  </a:lnTo>
                  <a:lnTo>
                    <a:pt x="67360" y="8121"/>
                  </a:lnTo>
                  <a:lnTo>
                    <a:pt x="66882" y="8599"/>
                  </a:lnTo>
                  <a:lnTo>
                    <a:pt x="66405" y="8599"/>
                  </a:lnTo>
                  <a:lnTo>
                    <a:pt x="63538" y="10988"/>
                  </a:lnTo>
                  <a:lnTo>
                    <a:pt x="60194" y="13854"/>
                  </a:lnTo>
                  <a:lnTo>
                    <a:pt x="60194" y="13854"/>
                  </a:lnTo>
                  <a:lnTo>
                    <a:pt x="60194" y="13854"/>
                  </a:lnTo>
                  <a:lnTo>
                    <a:pt x="60194" y="14810"/>
                  </a:lnTo>
                  <a:lnTo>
                    <a:pt x="60194" y="15287"/>
                  </a:lnTo>
                  <a:lnTo>
                    <a:pt x="60672" y="15765"/>
                  </a:lnTo>
                  <a:lnTo>
                    <a:pt x="62105" y="16243"/>
                  </a:lnTo>
                  <a:lnTo>
                    <a:pt x="63538" y="16721"/>
                  </a:lnTo>
                  <a:lnTo>
                    <a:pt x="64016" y="18154"/>
                  </a:lnTo>
                  <a:lnTo>
                    <a:pt x="64016" y="18154"/>
                  </a:lnTo>
                  <a:lnTo>
                    <a:pt x="64971" y="19587"/>
                  </a:lnTo>
                  <a:lnTo>
                    <a:pt x="65927" y="19587"/>
                  </a:lnTo>
                  <a:lnTo>
                    <a:pt x="70704" y="19109"/>
                  </a:lnTo>
                  <a:lnTo>
                    <a:pt x="71659" y="18632"/>
                  </a:lnTo>
                  <a:lnTo>
                    <a:pt x="71659" y="18632"/>
                  </a:lnTo>
                  <a:lnTo>
                    <a:pt x="71659" y="19109"/>
                  </a:lnTo>
                  <a:lnTo>
                    <a:pt x="71659" y="20065"/>
                  </a:lnTo>
                  <a:lnTo>
                    <a:pt x="67360" y="21498"/>
                  </a:lnTo>
                  <a:lnTo>
                    <a:pt x="65449" y="22453"/>
                  </a:lnTo>
                  <a:lnTo>
                    <a:pt x="65449" y="22453"/>
                  </a:lnTo>
                  <a:lnTo>
                    <a:pt x="64971" y="24364"/>
                  </a:lnTo>
                  <a:lnTo>
                    <a:pt x="64493" y="24842"/>
                  </a:lnTo>
                  <a:lnTo>
                    <a:pt x="64016" y="25320"/>
                  </a:lnTo>
                  <a:lnTo>
                    <a:pt x="63061" y="25798"/>
                  </a:lnTo>
                  <a:lnTo>
                    <a:pt x="61627" y="23409"/>
                  </a:lnTo>
                  <a:lnTo>
                    <a:pt x="60194" y="22931"/>
                  </a:lnTo>
                  <a:lnTo>
                    <a:pt x="58283" y="21976"/>
                  </a:lnTo>
                  <a:lnTo>
                    <a:pt x="54461" y="20542"/>
                  </a:lnTo>
                  <a:lnTo>
                    <a:pt x="52073" y="19587"/>
                  </a:lnTo>
                  <a:lnTo>
                    <a:pt x="48251" y="20542"/>
                  </a:lnTo>
                  <a:lnTo>
                    <a:pt x="43473" y="21976"/>
                  </a:lnTo>
                  <a:lnTo>
                    <a:pt x="42518" y="22931"/>
                  </a:lnTo>
                  <a:lnTo>
                    <a:pt x="42040" y="23886"/>
                  </a:lnTo>
                  <a:lnTo>
                    <a:pt x="42518" y="24842"/>
                  </a:lnTo>
                  <a:lnTo>
                    <a:pt x="42518" y="25798"/>
                  </a:lnTo>
                  <a:lnTo>
                    <a:pt x="42518" y="26275"/>
                  </a:lnTo>
                  <a:lnTo>
                    <a:pt x="41563" y="26753"/>
                  </a:lnTo>
                  <a:lnTo>
                    <a:pt x="40129" y="25798"/>
                  </a:lnTo>
                  <a:lnTo>
                    <a:pt x="39174" y="25320"/>
                  </a:lnTo>
                  <a:lnTo>
                    <a:pt x="38696" y="26275"/>
                  </a:lnTo>
                  <a:lnTo>
                    <a:pt x="37741" y="28664"/>
                  </a:lnTo>
                  <a:lnTo>
                    <a:pt x="37741" y="30097"/>
                  </a:lnTo>
                  <a:lnTo>
                    <a:pt x="38696" y="32486"/>
                  </a:lnTo>
                  <a:lnTo>
                    <a:pt x="38696" y="35830"/>
                  </a:lnTo>
                  <a:lnTo>
                    <a:pt x="40607" y="35352"/>
                  </a:lnTo>
                  <a:lnTo>
                    <a:pt x="42040" y="35352"/>
                  </a:lnTo>
                  <a:lnTo>
                    <a:pt x="44907" y="34397"/>
                  </a:lnTo>
                  <a:lnTo>
                    <a:pt x="46340" y="34397"/>
                  </a:lnTo>
                  <a:lnTo>
                    <a:pt x="48251" y="34874"/>
                  </a:lnTo>
                  <a:lnTo>
                    <a:pt x="52073" y="34874"/>
                  </a:lnTo>
                  <a:lnTo>
                    <a:pt x="54939" y="34874"/>
                  </a:lnTo>
                  <a:lnTo>
                    <a:pt x="55416" y="34874"/>
                  </a:lnTo>
                  <a:lnTo>
                    <a:pt x="56372" y="34397"/>
                  </a:lnTo>
                  <a:lnTo>
                    <a:pt x="56850" y="34397"/>
                  </a:lnTo>
                  <a:lnTo>
                    <a:pt x="57805" y="35352"/>
                  </a:lnTo>
                  <a:lnTo>
                    <a:pt x="60672" y="34397"/>
                  </a:lnTo>
                  <a:lnTo>
                    <a:pt x="62582" y="34397"/>
                  </a:lnTo>
                  <a:lnTo>
                    <a:pt x="64016" y="34397"/>
                  </a:lnTo>
                  <a:lnTo>
                    <a:pt x="64971" y="34874"/>
                  </a:lnTo>
                  <a:lnTo>
                    <a:pt x="66405" y="36785"/>
                  </a:lnTo>
                  <a:lnTo>
                    <a:pt x="67360" y="38218"/>
                  </a:lnTo>
                  <a:lnTo>
                    <a:pt x="68793" y="38696"/>
                  </a:lnTo>
                  <a:lnTo>
                    <a:pt x="72615" y="38218"/>
                  </a:lnTo>
                  <a:lnTo>
                    <a:pt x="74048" y="36308"/>
                  </a:lnTo>
                  <a:lnTo>
                    <a:pt x="75004" y="35830"/>
                  </a:lnTo>
                  <a:lnTo>
                    <a:pt x="76437" y="35830"/>
                  </a:lnTo>
                  <a:lnTo>
                    <a:pt x="77870" y="35352"/>
                  </a:lnTo>
                  <a:lnTo>
                    <a:pt x="79303" y="34397"/>
                  </a:lnTo>
                  <a:lnTo>
                    <a:pt x="80736" y="33919"/>
                  </a:lnTo>
                  <a:lnTo>
                    <a:pt x="82170" y="33919"/>
                  </a:lnTo>
                  <a:lnTo>
                    <a:pt x="82647" y="34397"/>
                  </a:lnTo>
                  <a:lnTo>
                    <a:pt x="83125" y="34874"/>
                  </a:lnTo>
                  <a:lnTo>
                    <a:pt x="82647" y="35830"/>
                  </a:lnTo>
                  <a:lnTo>
                    <a:pt x="82647" y="36785"/>
                  </a:lnTo>
                  <a:lnTo>
                    <a:pt x="83603" y="37263"/>
                  </a:lnTo>
                  <a:lnTo>
                    <a:pt x="85991" y="37263"/>
                  </a:lnTo>
                  <a:lnTo>
                    <a:pt x="86947" y="38218"/>
                  </a:lnTo>
                  <a:lnTo>
                    <a:pt x="86947" y="39174"/>
                  </a:lnTo>
                  <a:lnTo>
                    <a:pt x="86947" y="40607"/>
                  </a:lnTo>
                  <a:lnTo>
                    <a:pt x="86947" y="40607"/>
                  </a:lnTo>
                  <a:lnTo>
                    <a:pt x="87902" y="41563"/>
                  </a:lnTo>
                  <a:lnTo>
                    <a:pt x="88380" y="41563"/>
                  </a:lnTo>
                  <a:lnTo>
                    <a:pt x="92202" y="39651"/>
                  </a:lnTo>
                  <a:lnTo>
                    <a:pt x="93157" y="39651"/>
                  </a:lnTo>
                  <a:lnTo>
                    <a:pt x="94113" y="40607"/>
                  </a:lnTo>
                  <a:lnTo>
                    <a:pt x="95546" y="42040"/>
                  </a:lnTo>
                  <a:lnTo>
                    <a:pt x="96979" y="42996"/>
                  </a:lnTo>
                  <a:lnTo>
                    <a:pt x="97457" y="42996"/>
                  </a:lnTo>
                  <a:lnTo>
                    <a:pt x="97935" y="41563"/>
                  </a:lnTo>
                  <a:lnTo>
                    <a:pt x="99368" y="40129"/>
                  </a:lnTo>
                  <a:lnTo>
                    <a:pt x="102234" y="39651"/>
                  </a:lnTo>
                  <a:lnTo>
                    <a:pt x="103668" y="39174"/>
                  </a:lnTo>
                  <a:lnTo>
                    <a:pt x="105100" y="39174"/>
                  </a:lnTo>
                  <a:lnTo>
                    <a:pt x="109878" y="39651"/>
                  </a:lnTo>
                  <a:lnTo>
                    <a:pt x="111311" y="39651"/>
                  </a:lnTo>
                  <a:lnTo>
                    <a:pt x="114655" y="39651"/>
                  </a:lnTo>
                  <a:lnTo>
                    <a:pt x="117044" y="39174"/>
                  </a:lnTo>
                  <a:lnTo>
                    <a:pt x="118955" y="38218"/>
                  </a:lnTo>
                  <a:lnTo>
                    <a:pt x="119910" y="37741"/>
                  </a:lnTo>
                  <a:lnTo>
                    <a:pt x="121821" y="37263"/>
                  </a:lnTo>
                  <a:lnTo>
                    <a:pt x="123732" y="37263"/>
                  </a:lnTo>
                  <a:lnTo>
                    <a:pt x="124687" y="37263"/>
                  </a:lnTo>
                  <a:lnTo>
                    <a:pt x="124687" y="37263"/>
                  </a:lnTo>
                  <a:lnTo>
                    <a:pt x="124687" y="38696"/>
                  </a:lnTo>
                  <a:lnTo>
                    <a:pt x="124687" y="41085"/>
                  </a:lnTo>
                  <a:lnTo>
                    <a:pt x="124210" y="42518"/>
                  </a:lnTo>
                  <a:lnTo>
                    <a:pt x="126121" y="45384"/>
                  </a:lnTo>
                  <a:lnTo>
                    <a:pt x="127076" y="46817"/>
                  </a:lnTo>
                  <a:lnTo>
                    <a:pt x="127076" y="46817"/>
                  </a:lnTo>
                  <a:lnTo>
                    <a:pt x="128032" y="47773"/>
                  </a:lnTo>
                  <a:lnTo>
                    <a:pt x="128032" y="48728"/>
                  </a:lnTo>
                  <a:lnTo>
                    <a:pt x="128032" y="49206"/>
                  </a:lnTo>
                  <a:lnTo>
                    <a:pt x="126598" y="49684"/>
                  </a:lnTo>
                  <a:lnTo>
                    <a:pt x="126121" y="50639"/>
                  </a:lnTo>
                  <a:lnTo>
                    <a:pt x="126121" y="51595"/>
                  </a:lnTo>
                  <a:lnTo>
                    <a:pt x="126598" y="52073"/>
                  </a:lnTo>
                  <a:lnTo>
                    <a:pt x="127076" y="54939"/>
                  </a:lnTo>
                  <a:lnTo>
                    <a:pt x="128032" y="56850"/>
                  </a:lnTo>
                  <a:lnTo>
                    <a:pt x="128032" y="57328"/>
                  </a:lnTo>
                  <a:lnTo>
                    <a:pt x="129465" y="58283"/>
                  </a:lnTo>
                  <a:lnTo>
                    <a:pt x="129465" y="58283"/>
                  </a:lnTo>
                  <a:lnTo>
                    <a:pt x="131376" y="58761"/>
                  </a:lnTo>
                  <a:lnTo>
                    <a:pt x="132331" y="58761"/>
                  </a:lnTo>
                  <a:lnTo>
                    <a:pt x="132331" y="58761"/>
                  </a:lnTo>
                  <a:lnTo>
                    <a:pt x="132809" y="58761"/>
                  </a:lnTo>
                  <a:lnTo>
                    <a:pt x="133287" y="56850"/>
                  </a:lnTo>
                  <a:lnTo>
                    <a:pt x="134720" y="55894"/>
                  </a:lnTo>
                  <a:lnTo>
                    <a:pt x="135675" y="55894"/>
                  </a:lnTo>
                  <a:lnTo>
                    <a:pt x="137586" y="55894"/>
                  </a:lnTo>
                  <a:lnTo>
                    <a:pt x="137586" y="55894"/>
                  </a:lnTo>
                  <a:lnTo>
                    <a:pt x="142364" y="57328"/>
                  </a:lnTo>
                  <a:lnTo>
                    <a:pt x="146663" y="59239"/>
                  </a:lnTo>
                  <a:lnTo>
                    <a:pt x="148096" y="60672"/>
                  </a:lnTo>
                  <a:lnTo>
                    <a:pt x="148574" y="61627"/>
                  </a:lnTo>
                  <a:lnTo>
                    <a:pt x="147141" y="64971"/>
                  </a:lnTo>
                  <a:lnTo>
                    <a:pt x="147619" y="66882"/>
                  </a:lnTo>
                  <a:lnTo>
                    <a:pt x="147619" y="68793"/>
                  </a:lnTo>
                  <a:lnTo>
                    <a:pt x="148574" y="70226"/>
                  </a:lnTo>
                  <a:lnTo>
                    <a:pt x="149530" y="72615"/>
                  </a:lnTo>
                  <a:lnTo>
                    <a:pt x="150007" y="75004"/>
                  </a:lnTo>
                  <a:lnTo>
                    <a:pt x="150485" y="75481"/>
                  </a:lnTo>
                  <a:lnTo>
                    <a:pt x="150485" y="76437"/>
                  </a:lnTo>
                  <a:lnTo>
                    <a:pt x="150007" y="78348"/>
                  </a:lnTo>
                  <a:lnTo>
                    <a:pt x="150007" y="80258"/>
                  </a:lnTo>
                  <a:lnTo>
                    <a:pt x="150007" y="80736"/>
                  </a:lnTo>
                  <a:lnTo>
                    <a:pt x="151441" y="81692"/>
                  </a:lnTo>
                  <a:lnTo>
                    <a:pt x="151918" y="81692"/>
                  </a:lnTo>
                  <a:lnTo>
                    <a:pt x="153829" y="83603"/>
                  </a:lnTo>
                  <a:lnTo>
                    <a:pt x="154307" y="8503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6EA19CF0-4690-8487-30B1-95B7BB072E47}"/>
                </a:ext>
              </a:extLst>
            </p:cNvPr>
            <p:cNvSpPr/>
            <p:nvPr/>
          </p:nvSpPr>
          <p:spPr>
            <a:xfrm>
              <a:off x="7366759" y="4065119"/>
              <a:ext cx="6688" cy="955"/>
            </a:xfrm>
            <a:custGeom>
              <a:avLst/>
              <a:gdLst>
                <a:gd name="csX0" fmla="*/ 6688 w 6688"/>
                <a:gd name="csY0" fmla="*/ 956 h 955"/>
                <a:gd name="csX1" fmla="*/ 3344 w 6688"/>
                <a:gd name="csY1" fmla="*/ 956 h 955"/>
                <a:gd name="csX2" fmla="*/ 0 w 6688"/>
                <a:gd name="csY2" fmla="*/ 0 h 955"/>
                <a:gd name="csX3" fmla="*/ 3344 w 6688"/>
                <a:gd name="csY3" fmla="*/ 956 h 955"/>
                <a:gd name="csX4" fmla="*/ 6688 w 6688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955">
                  <a:moveTo>
                    <a:pt x="6688" y="956"/>
                  </a:moveTo>
                  <a:lnTo>
                    <a:pt x="3344" y="956"/>
                  </a:lnTo>
                  <a:lnTo>
                    <a:pt x="0" y="0"/>
                  </a:lnTo>
                  <a:lnTo>
                    <a:pt x="3344" y="956"/>
                  </a:lnTo>
                  <a:lnTo>
                    <a:pt x="668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0155DC52-392A-1EBC-FB25-D38D2CBF9843}"/>
                </a:ext>
              </a:extLst>
            </p:cNvPr>
            <p:cNvSpPr/>
            <p:nvPr/>
          </p:nvSpPr>
          <p:spPr>
            <a:xfrm>
              <a:off x="7369148" y="3999670"/>
              <a:ext cx="1433" cy="1433"/>
            </a:xfrm>
            <a:custGeom>
              <a:avLst/>
              <a:gdLst>
                <a:gd name="csX0" fmla="*/ 478 w 1433"/>
                <a:gd name="csY0" fmla="*/ 478 h 1433"/>
                <a:gd name="csX1" fmla="*/ 1433 w 1433"/>
                <a:gd name="csY1" fmla="*/ 1433 h 1433"/>
                <a:gd name="csX2" fmla="*/ 0 w 1433"/>
                <a:gd name="csY2" fmla="*/ 478 h 1433"/>
                <a:gd name="csX3" fmla="*/ 0 w 1433"/>
                <a:gd name="csY3" fmla="*/ 0 h 1433"/>
                <a:gd name="csX4" fmla="*/ 478 w 1433"/>
                <a:gd name="csY4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1433">
                  <a:moveTo>
                    <a:pt x="478" y="478"/>
                  </a:moveTo>
                  <a:lnTo>
                    <a:pt x="1433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61F4B308-5BA7-21AB-3DDB-165D7B17C5A6}"/>
                </a:ext>
              </a:extLst>
            </p:cNvPr>
            <p:cNvSpPr/>
            <p:nvPr/>
          </p:nvSpPr>
          <p:spPr>
            <a:xfrm>
              <a:off x="7353383" y="2751841"/>
              <a:ext cx="16720" cy="16720"/>
            </a:xfrm>
            <a:custGeom>
              <a:avLst/>
              <a:gdLst>
                <a:gd name="csX0" fmla="*/ 16721 w 16720"/>
                <a:gd name="csY0" fmla="*/ 4300 h 16720"/>
                <a:gd name="csX1" fmla="*/ 12421 w 16720"/>
                <a:gd name="csY1" fmla="*/ 6211 h 16720"/>
                <a:gd name="csX2" fmla="*/ 10510 w 16720"/>
                <a:gd name="csY2" fmla="*/ 10032 h 16720"/>
                <a:gd name="csX3" fmla="*/ 10988 w 16720"/>
                <a:gd name="csY3" fmla="*/ 12421 h 16720"/>
                <a:gd name="csX4" fmla="*/ 11943 w 16720"/>
                <a:gd name="csY4" fmla="*/ 13854 h 16720"/>
                <a:gd name="csX5" fmla="*/ 10988 w 16720"/>
                <a:gd name="csY5" fmla="*/ 16243 h 16720"/>
                <a:gd name="csX6" fmla="*/ 10510 w 16720"/>
                <a:gd name="csY6" fmla="*/ 16721 h 16720"/>
                <a:gd name="csX7" fmla="*/ 9555 w 16720"/>
                <a:gd name="csY7" fmla="*/ 15765 h 16720"/>
                <a:gd name="csX8" fmla="*/ 6688 w 16720"/>
                <a:gd name="csY8" fmla="*/ 13854 h 16720"/>
                <a:gd name="csX9" fmla="*/ 1433 w 16720"/>
                <a:gd name="csY9" fmla="*/ 9555 h 16720"/>
                <a:gd name="csX10" fmla="*/ 0 w 16720"/>
                <a:gd name="csY10" fmla="*/ 6688 h 16720"/>
                <a:gd name="csX11" fmla="*/ 478 w 16720"/>
                <a:gd name="csY11" fmla="*/ 3344 h 16720"/>
                <a:gd name="csX12" fmla="*/ 1911 w 16720"/>
                <a:gd name="csY12" fmla="*/ 1433 h 16720"/>
                <a:gd name="csX13" fmla="*/ 6211 w 16720"/>
                <a:gd name="csY13" fmla="*/ 0 h 16720"/>
                <a:gd name="csX14" fmla="*/ 9555 w 16720"/>
                <a:gd name="csY14" fmla="*/ 478 h 16720"/>
                <a:gd name="csX15" fmla="*/ 12421 w 16720"/>
                <a:gd name="csY15" fmla="*/ 1433 h 16720"/>
                <a:gd name="csX16" fmla="*/ 16721 w 16720"/>
                <a:gd name="csY16" fmla="*/ 4300 h 16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6720" h="16720">
                  <a:moveTo>
                    <a:pt x="16721" y="4300"/>
                  </a:moveTo>
                  <a:lnTo>
                    <a:pt x="12421" y="6211"/>
                  </a:lnTo>
                  <a:lnTo>
                    <a:pt x="10510" y="10032"/>
                  </a:lnTo>
                  <a:lnTo>
                    <a:pt x="10988" y="12421"/>
                  </a:lnTo>
                  <a:lnTo>
                    <a:pt x="11943" y="13854"/>
                  </a:lnTo>
                  <a:lnTo>
                    <a:pt x="10988" y="16243"/>
                  </a:lnTo>
                  <a:lnTo>
                    <a:pt x="10510" y="16721"/>
                  </a:lnTo>
                  <a:lnTo>
                    <a:pt x="9555" y="15765"/>
                  </a:lnTo>
                  <a:lnTo>
                    <a:pt x="6688" y="13854"/>
                  </a:lnTo>
                  <a:lnTo>
                    <a:pt x="1433" y="9555"/>
                  </a:lnTo>
                  <a:lnTo>
                    <a:pt x="0" y="6688"/>
                  </a:lnTo>
                  <a:lnTo>
                    <a:pt x="478" y="3344"/>
                  </a:lnTo>
                  <a:lnTo>
                    <a:pt x="1911" y="1433"/>
                  </a:lnTo>
                  <a:lnTo>
                    <a:pt x="6211" y="0"/>
                  </a:lnTo>
                  <a:lnTo>
                    <a:pt x="9555" y="478"/>
                  </a:lnTo>
                  <a:lnTo>
                    <a:pt x="12421" y="1433"/>
                  </a:lnTo>
                  <a:lnTo>
                    <a:pt x="16721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7" name="Freeform 1096">
              <a:extLst>
                <a:ext uri="{FF2B5EF4-FFF2-40B4-BE49-F238E27FC236}">
                  <a16:creationId xmlns:a16="http://schemas.microsoft.com/office/drawing/2014/main" id="{05F98EE9-F3F3-2212-BBB5-0DA026F6C20F}"/>
                </a:ext>
              </a:extLst>
            </p:cNvPr>
            <p:cNvSpPr/>
            <p:nvPr/>
          </p:nvSpPr>
          <p:spPr>
            <a:xfrm>
              <a:off x="7367715" y="4014002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956 w 2388"/>
                <a:gd name="csY1" fmla="*/ 478 h 477"/>
                <a:gd name="csX2" fmla="*/ 0 w 2388"/>
                <a:gd name="csY2" fmla="*/ 0 h 477"/>
                <a:gd name="csX3" fmla="*/ 956 w 2388"/>
                <a:gd name="csY3" fmla="*/ 478 h 477"/>
                <a:gd name="csX4" fmla="*/ 2389 w 2388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8" name="Freeform 1097">
              <a:extLst>
                <a:ext uri="{FF2B5EF4-FFF2-40B4-BE49-F238E27FC236}">
                  <a16:creationId xmlns:a16="http://schemas.microsoft.com/office/drawing/2014/main" id="{E0388F18-19B3-09C2-9A46-BA373AB5C612}"/>
                </a:ext>
              </a:extLst>
            </p:cNvPr>
            <p:cNvSpPr/>
            <p:nvPr/>
          </p:nvSpPr>
          <p:spPr>
            <a:xfrm>
              <a:off x="7366759" y="3988205"/>
              <a:ext cx="2388" cy="6210"/>
            </a:xfrm>
            <a:custGeom>
              <a:avLst/>
              <a:gdLst>
                <a:gd name="csX0" fmla="*/ 2389 w 2388"/>
                <a:gd name="csY0" fmla="*/ 3822 h 6210"/>
                <a:gd name="csX1" fmla="*/ 2389 w 2388"/>
                <a:gd name="csY1" fmla="*/ 6210 h 6210"/>
                <a:gd name="csX2" fmla="*/ 1911 w 2388"/>
                <a:gd name="csY2" fmla="*/ 3822 h 6210"/>
                <a:gd name="csX3" fmla="*/ 955 w 2388"/>
                <a:gd name="csY3" fmla="*/ 1433 h 6210"/>
                <a:gd name="csX4" fmla="*/ 0 w 2388"/>
                <a:gd name="csY4" fmla="*/ 0 h 6210"/>
                <a:gd name="csX5" fmla="*/ 1433 w 2388"/>
                <a:gd name="csY5" fmla="*/ 1433 h 6210"/>
                <a:gd name="csX6" fmla="*/ 2389 w 2388"/>
                <a:gd name="csY6" fmla="*/ 3822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6210">
                  <a:moveTo>
                    <a:pt x="2389" y="3822"/>
                  </a:moveTo>
                  <a:lnTo>
                    <a:pt x="2389" y="6210"/>
                  </a:lnTo>
                  <a:lnTo>
                    <a:pt x="1911" y="3822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2389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9" name="Freeform 1098">
              <a:extLst>
                <a:ext uri="{FF2B5EF4-FFF2-40B4-BE49-F238E27FC236}">
                  <a16:creationId xmlns:a16="http://schemas.microsoft.com/office/drawing/2014/main" id="{CD7552AB-2583-E53B-695A-62CCB3C5D758}"/>
                </a:ext>
              </a:extLst>
            </p:cNvPr>
            <p:cNvSpPr/>
            <p:nvPr/>
          </p:nvSpPr>
          <p:spPr>
            <a:xfrm>
              <a:off x="7082988" y="3980083"/>
              <a:ext cx="286160" cy="198257"/>
            </a:xfrm>
            <a:custGeom>
              <a:avLst/>
              <a:gdLst>
                <a:gd name="csX0" fmla="*/ 286160 w 286160"/>
                <a:gd name="csY0" fmla="*/ 28186 h 198257"/>
                <a:gd name="csX1" fmla="*/ 285682 w 286160"/>
                <a:gd name="csY1" fmla="*/ 28186 h 198257"/>
                <a:gd name="csX2" fmla="*/ 284727 w 286160"/>
                <a:gd name="csY2" fmla="*/ 28186 h 198257"/>
                <a:gd name="csX3" fmla="*/ 284249 w 286160"/>
                <a:gd name="csY3" fmla="*/ 27708 h 198257"/>
                <a:gd name="csX4" fmla="*/ 283294 w 286160"/>
                <a:gd name="csY4" fmla="*/ 27708 h 198257"/>
                <a:gd name="csX5" fmla="*/ 282816 w 286160"/>
                <a:gd name="csY5" fmla="*/ 26753 h 198257"/>
                <a:gd name="csX6" fmla="*/ 282816 w 286160"/>
                <a:gd name="csY6" fmla="*/ 26753 h 198257"/>
                <a:gd name="csX7" fmla="*/ 281383 w 286160"/>
                <a:gd name="csY7" fmla="*/ 27231 h 198257"/>
                <a:gd name="csX8" fmla="*/ 279472 w 286160"/>
                <a:gd name="csY8" fmla="*/ 27708 h 198257"/>
                <a:gd name="csX9" fmla="*/ 275650 w 286160"/>
                <a:gd name="csY9" fmla="*/ 29619 h 198257"/>
                <a:gd name="csX10" fmla="*/ 275650 w 286160"/>
                <a:gd name="csY10" fmla="*/ 30097 h 198257"/>
                <a:gd name="csX11" fmla="*/ 278039 w 286160"/>
                <a:gd name="csY11" fmla="*/ 32008 h 198257"/>
                <a:gd name="csX12" fmla="*/ 278517 w 286160"/>
                <a:gd name="csY12" fmla="*/ 32486 h 198257"/>
                <a:gd name="csX13" fmla="*/ 278994 w 286160"/>
                <a:gd name="csY13" fmla="*/ 32486 h 198257"/>
                <a:gd name="csX14" fmla="*/ 276605 w 286160"/>
                <a:gd name="csY14" fmla="*/ 33441 h 198257"/>
                <a:gd name="csX15" fmla="*/ 272306 w 286160"/>
                <a:gd name="csY15" fmla="*/ 35352 h 198257"/>
                <a:gd name="csX16" fmla="*/ 268962 w 286160"/>
                <a:gd name="csY16" fmla="*/ 37263 h 198257"/>
                <a:gd name="csX17" fmla="*/ 268484 w 286160"/>
                <a:gd name="csY17" fmla="*/ 37263 h 198257"/>
                <a:gd name="csX18" fmla="*/ 266573 w 286160"/>
                <a:gd name="csY18" fmla="*/ 36785 h 198257"/>
                <a:gd name="csX19" fmla="*/ 263707 w 286160"/>
                <a:gd name="csY19" fmla="*/ 35830 h 198257"/>
                <a:gd name="csX20" fmla="*/ 262751 w 286160"/>
                <a:gd name="csY20" fmla="*/ 35830 h 198257"/>
                <a:gd name="csX21" fmla="*/ 256541 w 286160"/>
                <a:gd name="csY21" fmla="*/ 35830 h 198257"/>
                <a:gd name="csX22" fmla="*/ 250808 w 286160"/>
                <a:gd name="csY22" fmla="*/ 36307 h 198257"/>
                <a:gd name="csX23" fmla="*/ 248419 w 286160"/>
                <a:gd name="csY23" fmla="*/ 36785 h 198257"/>
                <a:gd name="csX24" fmla="*/ 243642 w 286160"/>
                <a:gd name="csY24" fmla="*/ 36785 h 198257"/>
                <a:gd name="csX25" fmla="*/ 240776 w 286160"/>
                <a:gd name="csY25" fmla="*/ 37263 h 198257"/>
                <a:gd name="csX26" fmla="*/ 239342 w 286160"/>
                <a:gd name="csY26" fmla="*/ 37741 h 198257"/>
                <a:gd name="csX27" fmla="*/ 236954 w 286160"/>
                <a:gd name="csY27" fmla="*/ 38696 h 198257"/>
                <a:gd name="csX28" fmla="*/ 235043 w 286160"/>
                <a:gd name="csY28" fmla="*/ 39174 h 198257"/>
                <a:gd name="csX29" fmla="*/ 233610 w 286160"/>
                <a:gd name="csY29" fmla="*/ 39174 h 198257"/>
                <a:gd name="csX30" fmla="*/ 231699 w 286160"/>
                <a:gd name="csY30" fmla="*/ 40129 h 198257"/>
                <a:gd name="csX31" fmla="*/ 230266 w 286160"/>
                <a:gd name="csY31" fmla="*/ 41563 h 198257"/>
                <a:gd name="csX32" fmla="*/ 226921 w 286160"/>
                <a:gd name="csY32" fmla="*/ 43951 h 198257"/>
                <a:gd name="csX33" fmla="*/ 225010 w 286160"/>
                <a:gd name="csY33" fmla="*/ 44907 h 198257"/>
                <a:gd name="csX34" fmla="*/ 224055 w 286160"/>
                <a:gd name="csY34" fmla="*/ 46340 h 198257"/>
                <a:gd name="csX35" fmla="*/ 223100 w 286160"/>
                <a:gd name="csY35" fmla="*/ 46340 h 198257"/>
                <a:gd name="csX36" fmla="*/ 221189 w 286160"/>
                <a:gd name="csY36" fmla="*/ 45862 h 198257"/>
                <a:gd name="csX37" fmla="*/ 219756 w 286160"/>
                <a:gd name="csY37" fmla="*/ 47295 h 198257"/>
                <a:gd name="csX38" fmla="*/ 217845 w 286160"/>
                <a:gd name="csY38" fmla="*/ 49206 h 198257"/>
                <a:gd name="csX39" fmla="*/ 214978 w 286160"/>
                <a:gd name="csY39" fmla="*/ 52073 h 198257"/>
                <a:gd name="csX40" fmla="*/ 213545 w 286160"/>
                <a:gd name="csY40" fmla="*/ 53028 h 198257"/>
                <a:gd name="csX41" fmla="*/ 212590 w 286160"/>
                <a:gd name="csY41" fmla="*/ 54939 h 198257"/>
                <a:gd name="csX42" fmla="*/ 213067 w 286160"/>
                <a:gd name="csY42" fmla="*/ 55894 h 198257"/>
                <a:gd name="csX43" fmla="*/ 213067 w 286160"/>
                <a:gd name="csY43" fmla="*/ 55894 h 198257"/>
                <a:gd name="csX44" fmla="*/ 215456 w 286160"/>
                <a:gd name="csY44" fmla="*/ 57328 h 198257"/>
                <a:gd name="csX45" fmla="*/ 216412 w 286160"/>
                <a:gd name="csY45" fmla="*/ 58283 h 198257"/>
                <a:gd name="csX46" fmla="*/ 217367 w 286160"/>
                <a:gd name="csY46" fmla="*/ 59716 h 198257"/>
                <a:gd name="csX47" fmla="*/ 218323 w 286160"/>
                <a:gd name="csY47" fmla="*/ 62105 h 198257"/>
                <a:gd name="csX48" fmla="*/ 219278 w 286160"/>
                <a:gd name="csY48" fmla="*/ 64971 h 198257"/>
                <a:gd name="csX49" fmla="*/ 220233 w 286160"/>
                <a:gd name="csY49" fmla="*/ 65927 h 198257"/>
                <a:gd name="csX50" fmla="*/ 220233 w 286160"/>
                <a:gd name="csY50" fmla="*/ 67838 h 198257"/>
                <a:gd name="csX51" fmla="*/ 220711 w 286160"/>
                <a:gd name="csY51" fmla="*/ 68793 h 198257"/>
                <a:gd name="csX52" fmla="*/ 220233 w 286160"/>
                <a:gd name="csY52" fmla="*/ 69748 h 198257"/>
                <a:gd name="csX53" fmla="*/ 219756 w 286160"/>
                <a:gd name="csY53" fmla="*/ 70704 h 198257"/>
                <a:gd name="csX54" fmla="*/ 219756 w 286160"/>
                <a:gd name="csY54" fmla="*/ 71659 h 198257"/>
                <a:gd name="csX55" fmla="*/ 220233 w 286160"/>
                <a:gd name="csY55" fmla="*/ 72615 h 198257"/>
                <a:gd name="csX56" fmla="*/ 220711 w 286160"/>
                <a:gd name="csY56" fmla="*/ 73093 h 198257"/>
                <a:gd name="csX57" fmla="*/ 221189 w 286160"/>
                <a:gd name="csY57" fmla="*/ 74048 h 198257"/>
                <a:gd name="csX58" fmla="*/ 220711 w 286160"/>
                <a:gd name="csY58" fmla="*/ 74526 h 198257"/>
                <a:gd name="csX59" fmla="*/ 219756 w 286160"/>
                <a:gd name="csY59" fmla="*/ 75959 h 198257"/>
                <a:gd name="csX60" fmla="*/ 218800 w 286160"/>
                <a:gd name="csY60" fmla="*/ 76914 h 198257"/>
                <a:gd name="csX61" fmla="*/ 217845 w 286160"/>
                <a:gd name="csY61" fmla="*/ 78825 h 198257"/>
                <a:gd name="csX62" fmla="*/ 215934 w 286160"/>
                <a:gd name="csY62" fmla="*/ 79781 h 198257"/>
                <a:gd name="csX63" fmla="*/ 214501 w 286160"/>
                <a:gd name="csY63" fmla="*/ 80736 h 198257"/>
                <a:gd name="csX64" fmla="*/ 213067 w 286160"/>
                <a:gd name="csY64" fmla="*/ 82647 h 198257"/>
                <a:gd name="csX65" fmla="*/ 211157 w 286160"/>
                <a:gd name="csY65" fmla="*/ 85036 h 198257"/>
                <a:gd name="csX66" fmla="*/ 210201 w 286160"/>
                <a:gd name="csY66" fmla="*/ 86947 h 198257"/>
                <a:gd name="csX67" fmla="*/ 209246 w 286160"/>
                <a:gd name="csY67" fmla="*/ 87902 h 198257"/>
                <a:gd name="csX68" fmla="*/ 208290 w 286160"/>
                <a:gd name="csY68" fmla="*/ 88380 h 198257"/>
                <a:gd name="csX69" fmla="*/ 208290 w 286160"/>
                <a:gd name="csY69" fmla="*/ 89335 h 198257"/>
                <a:gd name="csX70" fmla="*/ 209246 w 286160"/>
                <a:gd name="csY70" fmla="*/ 90769 h 198257"/>
                <a:gd name="csX71" fmla="*/ 210679 w 286160"/>
                <a:gd name="csY71" fmla="*/ 91724 h 198257"/>
                <a:gd name="csX72" fmla="*/ 210679 w 286160"/>
                <a:gd name="csY72" fmla="*/ 94113 h 198257"/>
                <a:gd name="csX73" fmla="*/ 210679 w 286160"/>
                <a:gd name="csY73" fmla="*/ 95546 h 198257"/>
                <a:gd name="csX74" fmla="*/ 210679 w 286160"/>
                <a:gd name="csY74" fmla="*/ 97457 h 198257"/>
                <a:gd name="csX75" fmla="*/ 209723 w 286160"/>
                <a:gd name="csY75" fmla="*/ 98890 h 198257"/>
                <a:gd name="csX76" fmla="*/ 205901 w 286160"/>
                <a:gd name="csY76" fmla="*/ 100323 h 198257"/>
                <a:gd name="csX77" fmla="*/ 202080 w 286160"/>
                <a:gd name="csY77" fmla="*/ 101279 h 198257"/>
                <a:gd name="csX78" fmla="*/ 197302 w 286160"/>
                <a:gd name="csY78" fmla="*/ 101279 h 198257"/>
                <a:gd name="csX79" fmla="*/ 195391 w 286160"/>
                <a:gd name="csY79" fmla="*/ 100801 h 198257"/>
                <a:gd name="csX80" fmla="*/ 193958 w 286160"/>
                <a:gd name="csY80" fmla="*/ 100323 h 198257"/>
                <a:gd name="csX81" fmla="*/ 188703 w 286160"/>
                <a:gd name="csY81" fmla="*/ 98890 h 198257"/>
                <a:gd name="csX82" fmla="*/ 186792 w 286160"/>
                <a:gd name="csY82" fmla="*/ 99846 h 198257"/>
                <a:gd name="csX83" fmla="*/ 186792 w 286160"/>
                <a:gd name="csY83" fmla="*/ 99846 h 198257"/>
                <a:gd name="csX84" fmla="*/ 186314 w 286160"/>
                <a:gd name="csY84" fmla="*/ 102234 h 198257"/>
                <a:gd name="csX85" fmla="*/ 190137 w 286160"/>
                <a:gd name="csY85" fmla="*/ 106056 h 198257"/>
                <a:gd name="csX86" fmla="*/ 191569 w 286160"/>
                <a:gd name="csY86" fmla="*/ 108445 h 198257"/>
                <a:gd name="csX87" fmla="*/ 193480 w 286160"/>
                <a:gd name="csY87" fmla="*/ 111789 h 198257"/>
                <a:gd name="csX88" fmla="*/ 194436 w 286160"/>
                <a:gd name="csY88" fmla="*/ 113700 h 198257"/>
                <a:gd name="csX89" fmla="*/ 193958 w 286160"/>
                <a:gd name="csY89" fmla="*/ 115611 h 198257"/>
                <a:gd name="csX90" fmla="*/ 190614 w 286160"/>
                <a:gd name="csY90" fmla="*/ 117521 h 198257"/>
                <a:gd name="csX91" fmla="*/ 187270 w 286160"/>
                <a:gd name="csY91" fmla="*/ 119432 h 198257"/>
                <a:gd name="csX92" fmla="*/ 182971 w 286160"/>
                <a:gd name="csY92" fmla="*/ 119432 h 198257"/>
                <a:gd name="csX93" fmla="*/ 180582 w 286160"/>
                <a:gd name="csY93" fmla="*/ 120388 h 198257"/>
                <a:gd name="csX94" fmla="*/ 179149 w 286160"/>
                <a:gd name="csY94" fmla="*/ 121343 h 198257"/>
                <a:gd name="csX95" fmla="*/ 179149 w 286160"/>
                <a:gd name="csY95" fmla="*/ 121343 h 198257"/>
                <a:gd name="csX96" fmla="*/ 178193 w 286160"/>
                <a:gd name="csY96" fmla="*/ 125165 h 198257"/>
                <a:gd name="csX97" fmla="*/ 177238 w 286160"/>
                <a:gd name="csY97" fmla="*/ 126598 h 198257"/>
                <a:gd name="csX98" fmla="*/ 177238 w 286160"/>
                <a:gd name="csY98" fmla="*/ 128509 h 198257"/>
                <a:gd name="csX99" fmla="*/ 176282 w 286160"/>
                <a:gd name="csY99" fmla="*/ 130420 h 198257"/>
                <a:gd name="csX100" fmla="*/ 174849 w 286160"/>
                <a:gd name="csY100" fmla="*/ 131853 h 198257"/>
                <a:gd name="csX101" fmla="*/ 173894 w 286160"/>
                <a:gd name="csY101" fmla="*/ 133764 h 198257"/>
                <a:gd name="csX102" fmla="*/ 174371 w 286160"/>
                <a:gd name="csY102" fmla="*/ 138064 h 198257"/>
                <a:gd name="csX103" fmla="*/ 174849 w 286160"/>
                <a:gd name="csY103" fmla="*/ 144752 h 198257"/>
                <a:gd name="csX104" fmla="*/ 172938 w 286160"/>
                <a:gd name="csY104" fmla="*/ 146663 h 198257"/>
                <a:gd name="csX105" fmla="*/ 170550 w 286160"/>
                <a:gd name="csY105" fmla="*/ 148574 h 198257"/>
                <a:gd name="csX106" fmla="*/ 168639 w 286160"/>
                <a:gd name="csY106" fmla="*/ 150485 h 198257"/>
                <a:gd name="csX107" fmla="*/ 166250 w 286160"/>
                <a:gd name="csY107" fmla="*/ 150962 h 198257"/>
                <a:gd name="csX108" fmla="*/ 164817 w 286160"/>
                <a:gd name="csY108" fmla="*/ 150485 h 198257"/>
                <a:gd name="csX109" fmla="*/ 163384 w 286160"/>
                <a:gd name="csY109" fmla="*/ 149529 h 198257"/>
                <a:gd name="csX110" fmla="*/ 162428 w 286160"/>
                <a:gd name="csY110" fmla="*/ 148096 h 198257"/>
                <a:gd name="csX111" fmla="*/ 160995 w 286160"/>
                <a:gd name="csY111" fmla="*/ 147619 h 198257"/>
                <a:gd name="csX112" fmla="*/ 159562 w 286160"/>
                <a:gd name="csY112" fmla="*/ 147619 h 198257"/>
                <a:gd name="csX113" fmla="*/ 158128 w 286160"/>
                <a:gd name="csY113" fmla="*/ 148574 h 198257"/>
                <a:gd name="csX114" fmla="*/ 155740 w 286160"/>
                <a:gd name="csY114" fmla="*/ 148096 h 198257"/>
                <a:gd name="csX115" fmla="*/ 153351 w 286160"/>
                <a:gd name="csY115" fmla="*/ 147141 h 198257"/>
                <a:gd name="csX116" fmla="*/ 152396 w 286160"/>
                <a:gd name="csY116" fmla="*/ 147619 h 198257"/>
                <a:gd name="csX117" fmla="*/ 151918 w 286160"/>
                <a:gd name="csY117" fmla="*/ 148096 h 198257"/>
                <a:gd name="csX118" fmla="*/ 149530 w 286160"/>
                <a:gd name="csY118" fmla="*/ 150007 h 198257"/>
                <a:gd name="csX119" fmla="*/ 144275 w 286160"/>
                <a:gd name="csY119" fmla="*/ 152873 h 198257"/>
                <a:gd name="csX120" fmla="*/ 141886 w 286160"/>
                <a:gd name="csY120" fmla="*/ 152873 h 198257"/>
                <a:gd name="csX121" fmla="*/ 140930 w 286160"/>
                <a:gd name="csY121" fmla="*/ 153829 h 198257"/>
                <a:gd name="csX122" fmla="*/ 141408 w 286160"/>
                <a:gd name="csY122" fmla="*/ 154784 h 198257"/>
                <a:gd name="csX123" fmla="*/ 142364 w 286160"/>
                <a:gd name="csY123" fmla="*/ 155740 h 198257"/>
                <a:gd name="csX124" fmla="*/ 143796 w 286160"/>
                <a:gd name="csY124" fmla="*/ 156218 h 198257"/>
                <a:gd name="csX125" fmla="*/ 144275 w 286160"/>
                <a:gd name="csY125" fmla="*/ 157173 h 198257"/>
                <a:gd name="csX126" fmla="*/ 142364 w 286160"/>
                <a:gd name="csY126" fmla="*/ 157651 h 198257"/>
                <a:gd name="csX127" fmla="*/ 141408 w 286160"/>
                <a:gd name="csY127" fmla="*/ 158606 h 198257"/>
                <a:gd name="csX128" fmla="*/ 138542 w 286160"/>
                <a:gd name="csY128" fmla="*/ 159562 h 198257"/>
                <a:gd name="csX129" fmla="*/ 135198 w 286160"/>
                <a:gd name="csY129" fmla="*/ 160039 h 198257"/>
                <a:gd name="csX130" fmla="*/ 131853 w 286160"/>
                <a:gd name="csY130" fmla="*/ 159084 h 198257"/>
                <a:gd name="csX131" fmla="*/ 129943 w 286160"/>
                <a:gd name="csY131" fmla="*/ 158128 h 198257"/>
                <a:gd name="csX132" fmla="*/ 128032 w 286160"/>
                <a:gd name="csY132" fmla="*/ 158128 h 198257"/>
                <a:gd name="csX133" fmla="*/ 126121 w 286160"/>
                <a:gd name="csY133" fmla="*/ 158606 h 198257"/>
                <a:gd name="csX134" fmla="*/ 124210 w 286160"/>
                <a:gd name="csY134" fmla="*/ 160039 h 198257"/>
                <a:gd name="csX135" fmla="*/ 124210 w 286160"/>
                <a:gd name="csY135" fmla="*/ 160517 h 198257"/>
                <a:gd name="csX136" fmla="*/ 121821 w 286160"/>
                <a:gd name="csY136" fmla="*/ 163384 h 198257"/>
                <a:gd name="csX137" fmla="*/ 121343 w 286160"/>
                <a:gd name="csY137" fmla="*/ 163861 h 198257"/>
                <a:gd name="csX138" fmla="*/ 120866 w 286160"/>
                <a:gd name="csY138" fmla="*/ 164339 h 198257"/>
                <a:gd name="csX139" fmla="*/ 119432 w 286160"/>
                <a:gd name="csY139" fmla="*/ 165294 h 198257"/>
                <a:gd name="csX140" fmla="*/ 117521 w 286160"/>
                <a:gd name="csY140" fmla="*/ 166250 h 198257"/>
                <a:gd name="csX141" fmla="*/ 116566 w 286160"/>
                <a:gd name="csY141" fmla="*/ 168638 h 198257"/>
                <a:gd name="csX142" fmla="*/ 115133 w 286160"/>
                <a:gd name="csY142" fmla="*/ 172460 h 198257"/>
                <a:gd name="csX143" fmla="*/ 115611 w 286160"/>
                <a:gd name="csY143" fmla="*/ 174849 h 198257"/>
                <a:gd name="csX144" fmla="*/ 115611 w 286160"/>
                <a:gd name="csY144" fmla="*/ 178671 h 198257"/>
                <a:gd name="csX145" fmla="*/ 115133 w 286160"/>
                <a:gd name="csY145" fmla="*/ 181537 h 198257"/>
                <a:gd name="csX146" fmla="*/ 114177 w 286160"/>
                <a:gd name="csY146" fmla="*/ 182970 h 198257"/>
                <a:gd name="csX147" fmla="*/ 114655 w 286160"/>
                <a:gd name="csY147" fmla="*/ 184403 h 198257"/>
                <a:gd name="csX148" fmla="*/ 115611 w 286160"/>
                <a:gd name="csY148" fmla="*/ 186314 h 198257"/>
                <a:gd name="csX149" fmla="*/ 115133 w 286160"/>
                <a:gd name="csY149" fmla="*/ 187270 h 198257"/>
                <a:gd name="csX150" fmla="*/ 114177 w 286160"/>
                <a:gd name="csY150" fmla="*/ 188226 h 198257"/>
                <a:gd name="csX151" fmla="*/ 113222 w 286160"/>
                <a:gd name="csY151" fmla="*/ 188703 h 198257"/>
                <a:gd name="csX152" fmla="*/ 108923 w 286160"/>
                <a:gd name="csY152" fmla="*/ 190136 h 198257"/>
                <a:gd name="csX153" fmla="*/ 103189 w 286160"/>
                <a:gd name="csY153" fmla="*/ 191569 h 198257"/>
                <a:gd name="csX154" fmla="*/ 98890 w 286160"/>
                <a:gd name="csY154" fmla="*/ 192525 h 198257"/>
                <a:gd name="csX155" fmla="*/ 93157 w 286160"/>
                <a:gd name="csY155" fmla="*/ 194436 h 198257"/>
                <a:gd name="csX156" fmla="*/ 91724 w 286160"/>
                <a:gd name="csY156" fmla="*/ 194436 h 198257"/>
                <a:gd name="csX157" fmla="*/ 88380 w 286160"/>
                <a:gd name="csY157" fmla="*/ 194914 h 198257"/>
                <a:gd name="csX158" fmla="*/ 86469 w 286160"/>
                <a:gd name="csY158" fmla="*/ 194436 h 198257"/>
                <a:gd name="csX159" fmla="*/ 84080 w 286160"/>
                <a:gd name="csY159" fmla="*/ 194436 h 198257"/>
                <a:gd name="csX160" fmla="*/ 80259 w 286160"/>
                <a:gd name="csY160" fmla="*/ 194436 h 198257"/>
                <a:gd name="csX161" fmla="*/ 77870 w 286160"/>
                <a:gd name="csY161" fmla="*/ 194914 h 198257"/>
                <a:gd name="csX162" fmla="*/ 75004 w 286160"/>
                <a:gd name="csY162" fmla="*/ 195869 h 198257"/>
                <a:gd name="csX163" fmla="*/ 73570 w 286160"/>
                <a:gd name="csY163" fmla="*/ 196825 h 198257"/>
                <a:gd name="csX164" fmla="*/ 72137 w 286160"/>
                <a:gd name="csY164" fmla="*/ 197780 h 198257"/>
                <a:gd name="csX165" fmla="*/ 71659 w 286160"/>
                <a:gd name="csY165" fmla="*/ 198258 h 198257"/>
                <a:gd name="csX166" fmla="*/ 69271 w 286160"/>
                <a:gd name="csY166" fmla="*/ 197302 h 198257"/>
                <a:gd name="csX167" fmla="*/ 61150 w 286160"/>
                <a:gd name="csY167" fmla="*/ 195869 h 198257"/>
                <a:gd name="csX168" fmla="*/ 39652 w 286160"/>
                <a:gd name="csY168" fmla="*/ 197780 h 198257"/>
                <a:gd name="csX169" fmla="*/ 37741 w 286160"/>
                <a:gd name="csY169" fmla="*/ 197302 h 198257"/>
                <a:gd name="csX170" fmla="*/ 30097 w 286160"/>
                <a:gd name="csY170" fmla="*/ 195391 h 198257"/>
                <a:gd name="csX171" fmla="*/ 20543 w 286160"/>
                <a:gd name="csY171" fmla="*/ 192525 h 198257"/>
                <a:gd name="csX172" fmla="*/ 14809 w 286160"/>
                <a:gd name="csY172" fmla="*/ 190614 h 198257"/>
                <a:gd name="csX173" fmla="*/ 7166 w 286160"/>
                <a:gd name="csY173" fmla="*/ 188226 h 198257"/>
                <a:gd name="csX174" fmla="*/ 12421 w 286160"/>
                <a:gd name="csY174" fmla="*/ 182493 h 198257"/>
                <a:gd name="csX175" fmla="*/ 17198 w 286160"/>
                <a:gd name="csY175" fmla="*/ 177715 h 198257"/>
                <a:gd name="csX176" fmla="*/ 21498 w 286160"/>
                <a:gd name="csY176" fmla="*/ 172938 h 198257"/>
                <a:gd name="csX177" fmla="*/ 25798 w 286160"/>
                <a:gd name="csY177" fmla="*/ 168161 h 198257"/>
                <a:gd name="csX178" fmla="*/ 26753 w 286160"/>
                <a:gd name="csY178" fmla="*/ 166250 h 198257"/>
                <a:gd name="csX179" fmla="*/ 26753 w 286160"/>
                <a:gd name="csY179" fmla="*/ 162906 h 198257"/>
                <a:gd name="csX180" fmla="*/ 25320 w 286160"/>
                <a:gd name="csY180" fmla="*/ 158128 h 198257"/>
                <a:gd name="csX181" fmla="*/ 23409 w 286160"/>
                <a:gd name="csY181" fmla="*/ 156218 h 198257"/>
                <a:gd name="csX182" fmla="*/ 17198 w 286160"/>
                <a:gd name="csY182" fmla="*/ 155262 h 198257"/>
                <a:gd name="csX183" fmla="*/ 12899 w 286160"/>
                <a:gd name="csY183" fmla="*/ 154784 h 198257"/>
                <a:gd name="csX184" fmla="*/ 7644 w 286160"/>
                <a:gd name="csY184" fmla="*/ 154307 h 198257"/>
                <a:gd name="csX185" fmla="*/ 6688 w 286160"/>
                <a:gd name="csY185" fmla="*/ 153829 h 198257"/>
                <a:gd name="csX186" fmla="*/ 6211 w 286160"/>
                <a:gd name="csY186" fmla="*/ 150485 h 198257"/>
                <a:gd name="csX187" fmla="*/ 6688 w 286160"/>
                <a:gd name="csY187" fmla="*/ 149052 h 198257"/>
                <a:gd name="csX188" fmla="*/ 6211 w 286160"/>
                <a:gd name="csY188" fmla="*/ 145707 h 198257"/>
                <a:gd name="csX189" fmla="*/ 6211 w 286160"/>
                <a:gd name="csY189" fmla="*/ 143319 h 198257"/>
                <a:gd name="csX190" fmla="*/ 7166 w 286160"/>
                <a:gd name="csY190" fmla="*/ 139497 h 198257"/>
                <a:gd name="csX191" fmla="*/ 7166 w 286160"/>
                <a:gd name="csY191" fmla="*/ 138064 h 198257"/>
                <a:gd name="csX192" fmla="*/ 4777 w 286160"/>
                <a:gd name="csY192" fmla="*/ 130420 h 198257"/>
                <a:gd name="csX193" fmla="*/ 3344 w 286160"/>
                <a:gd name="csY193" fmla="*/ 126121 h 198257"/>
                <a:gd name="csX194" fmla="*/ 1911 w 286160"/>
                <a:gd name="csY194" fmla="*/ 121821 h 198257"/>
                <a:gd name="csX195" fmla="*/ 1911 w 286160"/>
                <a:gd name="csY195" fmla="*/ 120388 h 198257"/>
                <a:gd name="csX196" fmla="*/ 1911 w 286160"/>
                <a:gd name="csY196" fmla="*/ 118477 h 198257"/>
                <a:gd name="csX197" fmla="*/ 4777 w 286160"/>
                <a:gd name="csY197" fmla="*/ 114655 h 198257"/>
                <a:gd name="csX198" fmla="*/ 5733 w 286160"/>
                <a:gd name="csY198" fmla="*/ 113700 h 198257"/>
                <a:gd name="csX199" fmla="*/ 7644 w 286160"/>
                <a:gd name="csY199" fmla="*/ 111789 h 198257"/>
                <a:gd name="csX200" fmla="*/ 8599 w 286160"/>
                <a:gd name="csY200" fmla="*/ 110833 h 198257"/>
                <a:gd name="csX201" fmla="*/ 8599 w 286160"/>
                <a:gd name="csY201" fmla="*/ 109878 h 198257"/>
                <a:gd name="csX202" fmla="*/ 6688 w 286160"/>
                <a:gd name="csY202" fmla="*/ 109400 h 198257"/>
                <a:gd name="csX203" fmla="*/ 3822 w 286160"/>
                <a:gd name="csY203" fmla="*/ 109400 h 198257"/>
                <a:gd name="csX204" fmla="*/ 1911 w 286160"/>
                <a:gd name="csY204" fmla="*/ 108922 h 198257"/>
                <a:gd name="csX205" fmla="*/ 956 w 286160"/>
                <a:gd name="csY205" fmla="*/ 107967 h 198257"/>
                <a:gd name="csX206" fmla="*/ 0 w 286160"/>
                <a:gd name="csY206" fmla="*/ 106056 h 198257"/>
                <a:gd name="csX207" fmla="*/ 956 w 286160"/>
                <a:gd name="csY207" fmla="*/ 103189 h 198257"/>
                <a:gd name="csX208" fmla="*/ 0 w 286160"/>
                <a:gd name="csY208" fmla="*/ 97935 h 198257"/>
                <a:gd name="csX209" fmla="*/ 1911 w 286160"/>
                <a:gd name="csY209" fmla="*/ 95068 h 198257"/>
                <a:gd name="csX210" fmla="*/ 3344 w 286160"/>
                <a:gd name="csY210" fmla="*/ 93157 h 198257"/>
                <a:gd name="csX211" fmla="*/ 8122 w 286160"/>
                <a:gd name="csY211" fmla="*/ 93157 h 198257"/>
                <a:gd name="csX212" fmla="*/ 6688 w 286160"/>
                <a:gd name="csY212" fmla="*/ 90769 h 198257"/>
                <a:gd name="csX213" fmla="*/ 5733 w 286160"/>
                <a:gd name="csY213" fmla="*/ 89813 h 198257"/>
                <a:gd name="csX214" fmla="*/ 5255 w 286160"/>
                <a:gd name="csY214" fmla="*/ 89335 h 198257"/>
                <a:gd name="csX215" fmla="*/ 4777 w 286160"/>
                <a:gd name="csY215" fmla="*/ 88380 h 198257"/>
                <a:gd name="csX216" fmla="*/ 5255 w 286160"/>
                <a:gd name="csY216" fmla="*/ 87902 h 198257"/>
                <a:gd name="csX217" fmla="*/ 6688 w 286160"/>
                <a:gd name="csY217" fmla="*/ 87902 h 198257"/>
                <a:gd name="csX218" fmla="*/ 7166 w 286160"/>
                <a:gd name="csY218" fmla="*/ 86947 h 198257"/>
                <a:gd name="csX219" fmla="*/ 8599 w 286160"/>
                <a:gd name="csY219" fmla="*/ 85991 h 198257"/>
                <a:gd name="csX220" fmla="*/ 9555 w 286160"/>
                <a:gd name="csY220" fmla="*/ 85514 h 198257"/>
                <a:gd name="csX221" fmla="*/ 9555 w 286160"/>
                <a:gd name="csY221" fmla="*/ 84558 h 198257"/>
                <a:gd name="csX222" fmla="*/ 10510 w 286160"/>
                <a:gd name="csY222" fmla="*/ 83603 h 198257"/>
                <a:gd name="csX223" fmla="*/ 11466 w 286160"/>
                <a:gd name="csY223" fmla="*/ 82647 h 198257"/>
                <a:gd name="csX224" fmla="*/ 11943 w 286160"/>
                <a:gd name="csY224" fmla="*/ 81214 h 198257"/>
                <a:gd name="csX225" fmla="*/ 11943 w 286160"/>
                <a:gd name="csY225" fmla="*/ 79781 h 198257"/>
                <a:gd name="csX226" fmla="*/ 12421 w 286160"/>
                <a:gd name="csY226" fmla="*/ 77870 h 198257"/>
                <a:gd name="csX227" fmla="*/ 12899 w 286160"/>
                <a:gd name="csY227" fmla="*/ 76914 h 198257"/>
                <a:gd name="csX228" fmla="*/ 12899 w 286160"/>
                <a:gd name="csY228" fmla="*/ 76914 h 198257"/>
                <a:gd name="csX229" fmla="*/ 12899 w 286160"/>
                <a:gd name="csY229" fmla="*/ 76437 h 198257"/>
                <a:gd name="csX230" fmla="*/ 13377 w 286160"/>
                <a:gd name="csY230" fmla="*/ 75959 h 198257"/>
                <a:gd name="csX231" fmla="*/ 12899 w 286160"/>
                <a:gd name="csY231" fmla="*/ 74526 h 198257"/>
                <a:gd name="csX232" fmla="*/ 12421 w 286160"/>
                <a:gd name="csY232" fmla="*/ 73570 h 198257"/>
                <a:gd name="csX233" fmla="*/ 12421 w 286160"/>
                <a:gd name="csY233" fmla="*/ 72137 h 198257"/>
                <a:gd name="csX234" fmla="*/ 13377 w 286160"/>
                <a:gd name="csY234" fmla="*/ 71659 h 198257"/>
                <a:gd name="csX235" fmla="*/ 14332 w 286160"/>
                <a:gd name="csY235" fmla="*/ 71182 h 198257"/>
                <a:gd name="csX236" fmla="*/ 14332 w 286160"/>
                <a:gd name="csY236" fmla="*/ 70226 h 198257"/>
                <a:gd name="csX237" fmla="*/ 14809 w 286160"/>
                <a:gd name="csY237" fmla="*/ 68793 h 198257"/>
                <a:gd name="csX238" fmla="*/ 15288 w 286160"/>
                <a:gd name="csY238" fmla="*/ 67360 h 198257"/>
                <a:gd name="csX239" fmla="*/ 15765 w 286160"/>
                <a:gd name="csY239" fmla="*/ 66405 h 198257"/>
                <a:gd name="csX240" fmla="*/ 16243 w 286160"/>
                <a:gd name="csY240" fmla="*/ 65927 h 198257"/>
                <a:gd name="csX241" fmla="*/ 15765 w 286160"/>
                <a:gd name="csY241" fmla="*/ 64493 h 198257"/>
                <a:gd name="csX242" fmla="*/ 17198 w 286160"/>
                <a:gd name="csY242" fmla="*/ 64016 h 198257"/>
                <a:gd name="csX243" fmla="*/ 17676 w 286160"/>
                <a:gd name="csY243" fmla="*/ 64971 h 198257"/>
                <a:gd name="csX244" fmla="*/ 18632 w 286160"/>
                <a:gd name="csY244" fmla="*/ 65927 h 198257"/>
                <a:gd name="csX245" fmla="*/ 21020 w 286160"/>
                <a:gd name="csY245" fmla="*/ 67838 h 198257"/>
                <a:gd name="csX246" fmla="*/ 22931 w 286160"/>
                <a:gd name="csY246" fmla="*/ 68315 h 198257"/>
                <a:gd name="csX247" fmla="*/ 24842 w 286160"/>
                <a:gd name="csY247" fmla="*/ 68793 h 198257"/>
                <a:gd name="csX248" fmla="*/ 27231 w 286160"/>
                <a:gd name="csY248" fmla="*/ 68315 h 198257"/>
                <a:gd name="csX249" fmla="*/ 29141 w 286160"/>
                <a:gd name="csY249" fmla="*/ 68315 h 198257"/>
                <a:gd name="csX250" fmla="*/ 30097 w 286160"/>
                <a:gd name="csY250" fmla="*/ 68315 h 198257"/>
                <a:gd name="csX251" fmla="*/ 32008 w 286160"/>
                <a:gd name="csY251" fmla="*/ 69748 h 198257"/>
                <a:gd name="csX252" fmla="*/ 34397 w 286160"/>
                <a:gd name="csY252" fmla="*/ 71659 h 198257"/>
                <a:gd name="csX253" fmla="*/ 35352 w 286160"/>
                <a:gd name="csY253" fmla="*/ 72615 h 198257"/>
                <a:gd name="csX254" fmla="*/ 35830 w 286160"/>
                <a:gd name="csY254" fmla="*/ 74048 h 198257"/>
                <a:gd name="csX255" fmla="*/ 35830 w 286160"/>
                <a:gd name="csY255" fmla="*/ 74048 h 198257"/>
                <a:gd name="csX256" fmla="*/ 36307 w 286160"/>
                <a:gd name="csY256" fmla="*/ 74048 h 198257"/>
                <a:gd name="csX257" fmla="*/ 37741 w 286160"/>
                <a:gd name="csY257" fmla="*/ 73093 h 198257"/>
                <a:gd name="csX258" fmla="*/ 39174 w 286160"/>
                <a:gd name="csY258" fmla="*/ 72615 h 198257"/>
                <a:gd name="csX259" fmla="*/ 39652 w 286160"/>
                <a:gd name="csY259" fmla="*/ 72615 h 198257"/>
                <a:gd name="csX260" fmla="*/ 40607 w 286160"/>
                <a:gd name="csY260" fmla="*/ 72615 h 198257"/>
                <a:gd name="csX261" fmla="*/ 42518 w 286160"/>
                <a:gd name="csY261" fmla="*/ 73093 h 198257"/>
                <a:gd name="csX262" fmla="*/ 43951 w 286160"/>
                <a:gd name="csY262" fmla="*/ 72137 h 198257"/>
                <a:gd name="csX263" fmla="*/ 44429 w 286160"/>
                <a:gd name="csY263" fmla="*/ 72137 h 198257"/>
                <a:gd name="csX264" fmla="*/ 47295 w 286160"/>
                <a:gd name="csY264" fmla="*/ 70226 h 198257"/>
                <a:gd name="csX265" fmla="*/ 49684 w 286160"/>
                <a:gd name="csY265" fmla="*/ 68793 h 198257"/>
                <a:gd name="csX266" fmla="*/ 51117 w 286160"/>
                <a:gd name="csY266" fmla="*/ 68315 h 198257"/>
                <a:gd name="csX267" fmla="*/ 51595 w 286160"/>
                <a:gd name="csY267" fmla="*/ 65449 h 198257"/>
                <a:gd name="csX268" fmla="*/ 52550 w 286160"/>
                <a:gd name="csY268" fmla="*/ 64016 h 198257"/>
                <a:gd name="csX269" fmla="*/ 53506 w 286160"/>
                <a:gd name="csY269" fmla="*/ 63060 h 198257"/>
                <a:gd name="csX270" fmla="*/ 53028 w 286160"/>
                <a:gd name="csY270" fmla="*/ 61627 h 198257"/>
                <a:gd name="csX271" fmla="*/ 52550 w 286160"/>
                <a:gd name="csY271" fmla="*/ 61149 h 198257"/>
                <a:gd name="csX272" fmla="*/ 52073 w 286160"/>
                <a:gd name="csY272" fmla="*/ 59716 h 198257"/>
                <a:gd name="csX273" fmla="*/ 52550 w 286160"/>
                <a:gd name="csY273" fmla="*/ 59239 h 198257"/>
                <a:gd name="csX274" fmla="*/ 53506 w 286160"/>
                <a:gd name="csY274" fmla="*/ 58761 h 198257"/>
                <a:gd name="csX275" fmla="*/ 55895 w 286160"/>
                <a:gd name="csY275" fmla="*/ 58761 h 198257"/>
                <a:gd name="csX276" fmla="*/ 60194 w 286160"/>
                <a:gd name="csY276" fmla="*/ 57805 h 198257"/>
                <a:gd name="csX277" fmla="*/ 64016 w 286160"/>
                <a:gd name="csY277" fmla="*/ 56372 h 198257"/>
                <a:gd name="csX278" fmla="*/ 67360 w 286160"/>
                <a:gd name="csY278" fmla="*/ 55417 h 198257"/>
                <a:gd name="csX279" fmla="*/ 68793 w 286160"/>
                <a:gd name="csY279" fmla="*/ 55417 h 198257"/>
                <a:gd name="csX280" fmla="*/ 70227 w 286160"/>
                <a:gd name="csY280" fmla="*/ 55417 h 198257"/>
                <a:gd name="csX281" fmla="*/ 70704 w 286160"/>
                <a:gd name="csY281" fmla="*/ 55417 h 198257"/>
                <a:gd name="csX282" fmla="*/ 70704 w 286160"/>
                <a:gd name="csY282" fmla="*/ 55417 h 198257"/>
                <a:gd name="csX283" fmla="*/ 71182 w 286160"/>
                <a:gd name="csY283" fmla="*/ 54461 h 198257"/>
                <a:gd name="csX284" fmla="*/ 71659 w 286160"/>
                <a:gd name="csY284" fmla="*/ 53028 h 198257"/>
                <a:gd name="csX285" fmla="*/ 73570 w 286160"/>
                <a:gd name="csY285" fmla="*/ 52550 h 198257"/>
                <a:gd name="csX286" fmla="*/ 76914 w 286160"/>
                <a:gd name="csY286" fmla="*/ 50639 h 198257"/>
                <a:gd name="csX287" fmla="*/ 80259 w 286160"/>
                <a:gd name="csY287" fmla="*/ 48251 h 198257"/>
                <a:gd name="csX288" fmla="*/ 81214 w 286160"/>
                <a:gd name="csY288" fmla="*/ 46340 h 198257"/>
                <a:gd name="csX289" fmla="*/ 81692 w 286160"/>
                <a:gd name="csY289" fmla="*/ 43473 h 198257"/>
                <a:gd name="csX290" fmla="*/ 83125 w 286160"/>
                <a:gd name="csY290" fmla="*/ 38696 h 198257"/>
                <a:gd name="csX291" fmla="*/ 85036 w 286160"/>
                <a:gd name="csY291" fmla="*/ 33919 h 198257"/>
                <a:gd name="csX292" fmla="*/ 85514 w 286160"/>
                <a:gd name="csY292" fmla="*/ 32008 h 198257"/>
                <a:gd name="csX293" fmla="*/ 85991 w 286160"/>
                <a:gd name="csY293" fmla="*/ 30097 h 198257"/>
                <a:gd name="csX294" fmla="*/ 88858 w 286160"/>
                <a:gd name="csY294" fmla="*/ 28664 h 198257"/>
                <a:gd name="csX295" fmla="*/ 91724 w 286160"/>
                <a:gd name="csY295" fmla="*/ 27708 h 198257"/>
                <a:gd name="csX296" fmla="*/ 96024 w 286160"/>
                <a:gd name="csY296" fmla="*/ 27708 h 198257"/>
                <a:gd name="csX297" fmla="*/ 100801 w 286160"/>
                <a:gd name="csY297" fmla="*/ 27708 h 198257"/>
                <a:gd name="csX298" fmla="*/ 101757 w 286160"/>
                <a:gd name="csY298" fmla="*/ 24842 h 198257"/>
                <a:gd name="csX299" fmla="*/ 102712 w 286160"/>
                <a:gd name="csY299" fmla="*/ 22453 h 198257"/>
                <a:gd name="csX300" fmla="*/ 103189 w 286160"/>
                <a:gd name="csY300" fmla="*/ 21498 h 198257"/>
                <a:gd name="csX301" fmla="*/ 104623 w 286160"/>
                <a:gd name="csY301" fmla="*/ 20542 h 198257"/>
                <a:gd name="csX302" fmla="*/ 105100 w 286160"/>
                <a:gd name="csY302" fmla="*/ 20065 h 198257"/>
                <a:gd name="csX303" fmla="*/ 107489 w 286160"/>
                <a:gd name="csY303" fmla="*/ 21498 h 198257"/>
                <a:gd name="csX304" fmla="*/ 111789 w 286160"/>
                <a:gd name="csY304" fmla="*/ 23886 h 198257"/>
                <a:gd name="csX305" fmla="*/ 116566 w 286160"/>
                <a:gd name="csY305" fmla="*/ 24842 h 198257"/>
                <a:gd name="csX306" fmla="*/ 118955 w 286160"/>
                <a:gd name="csY306" fmla="*/ 25320 h 198257"/>
                <a:gd name="csX307" fmla="*/ 119910 w 286160"/>
                <a:gd name="csY307" fmla="*/ 25320 h 198257"/>
                <a:gd name="csX308" fmla="*/ 119910 w 286160"/>
                <a:gd name="csY308" fmla="*/ 25320 h 198257"/>
                <a:gd name="csX309" fmla="*/ 126121 w 286160"/>
                <a:gd name="csY309" fmla="*/ 24842 h 198257"/>
                <a:gd name="csX310" fmla="*/ 130898 w 286160"/>
                <a:gd name="csY310" fmla="*/ 25798 h 198257"/>
                <a:gd name="csX311" fmla="*/ 133287 w 286160"/>
                <a:gd name="csY311" fmla="*/ 27708 h 198257"/>
                <a:gd name="csX312" fmla="*/ 135675 w 286160"/>
                <a:gd name="csY312" fmla="*/ 28664 h 198257"/>
                <a:gd name="csX313" fmla="*/ 138064 w 286160"/>
                <a:gd name="csY313" fmla="*/ 27231 h 198257"/>
                <a:gd name="csX314" fmla="*/ 139497 w 286160"/>
                <a:gd name="csY314" fmla="*/ 27231 h 198257"/>
                <a:gd name="csX315" fmla="*/ 140453 w 286160"/>
                <a:gd name="csY315" fmla="*/ 27708 h 198257"/>
                <a:gd name="csX316" fmla="*/ 141408 w 286160"/>
                <a:gd name="csY316" fmla="*/ 28186 h 198257"/>
                <a:gd name="csX317" fmla="*/ 143319 w 286160"/>
                <a:gd name="csY317" fmla="*/ 28186 h 198257"/>
                <a:gd name="csX318" fmla="*/ 144275 w 286160"/>
                <a:gd name="csY318" fmla="*/ 28664 h 198257"/>
                <a:gd name="csX319" fmla="*/ 144275 w 286160"/>
                <a:gd name="csY319" fmla="*/ 29141 h 198257"/>
                <a:gd name="csX320" fmla="*/ 144275 w 286160"/>
                <a:gd name="csY320" fmla="*/ 29141 h 198257"/>
                <a:gd name="csX321" fmla="*/ 144752 w 286160"/>
                <a:gd name="csY321" fmla="*/ 30097 h 198257"/>
                <a:gd name="csX322" fmla="*/ 146185 w 286160"/>
                <a:gd name="csY322" fmla="*/ 31530 h 198257"/>
                <a:gd name="csX323" fmla="*/ 148574 w 286160"/>
                <a:gd name="csY323" fmla="*/ 33919 h 198257"/>
                <a:gd name="csX324" fmla="*/ 150485 w 286160"/>
                <a:gd name="csY324" fmla="*/ 34397 h 198257"/>
                <a:gd name="csX325" fmla="*/ 153351 w 286160"/>
                <a:gd name="csY325" fmla="*/ 32963 h 198257"/>
                <a:gd name="csX326" fmla="*/ 154307 w 286160"/>
                <a:gd name="csY326" fmla="*/ 32963 h 198257"/>
                <a:gd name="csX327" fmla="*/ 154307 w 286160"/>
                <a:gd name="csY327" fmla="*/ 32963 h 198257"/>
                <a:gd name="csX328" fmla="*/ 154784 w 286160"/>
                <a:gd name="csY328" fmla="*/ 32486 h 198257"/>
                <a:gd name="csX329" fmla="*/ 155262 w 286160"/>
                <a:gd name="csY329" fmla="*/ 31052 h 198257"/>
                <a:gd name="csX330" fmla="*/ 156695 w 286160"/>
                <a:gd name="csY330" fmla="*/ 30097 h 198257"/>
                <a:gd name="csX331" fmla="*/ 160039 w 286160"/>
                <a:gd name="csY331" fmla="*/ 29141 h 198257"/>
                <a:gd name="csX332" fmla="*/ 161950 w 286160"/>
                <a:gd name="csY332" fmla="*/ 28186 h 198257"/>
                <a:gd name="csX333" fmla="*/ 161950 w 286160"/>
                <a:gd name="csY333" fmla="*/ 28186 h 198257"/>
                <a:gd name="csX334" fmla="*/ 162428 w 286160"/>
                <a:gd name="csY334" fmla="*/ 27231 h 198257"/>
                <a:gd name="csX335" fmla="*/ 163384 w 286160"/>
                <a:gd name="csY335" fmla="*/ 27231 h 198257"/>
                <a:gd name="csX336" fmla="*/ 164817 w 286160"/>
                <a:gd name="csY336" fmla="*/ 27231 h 198257"/>
                <a:gd name="csX337" fmla="*/ 165772 w 286160"/>
                <a:gd name="csY337" fmla="*/ 27231 h 198257"/>
                <a:gd name="csX338" fmla="*/ 165772 w 286160"/>
                <a:gd name="csY338" fmla="*/ 26275 h 198257"/>
                <a:gd name="csX339" fmla="*/ 166250 w 286160"/>
                <a:gd name="csY339" fmla="*/ 25798 h 198257"/>
                <a:gd name="csX340" fmla="*/ 166728 w 286160"/>
                <a:gd name="csY340" fmla="*/ 25798 h 198257"/>
                <a:gd name="csX341" fmla="*/ 167205 w 286160"/>
                <a:gd name="csY341" fmla="*/ 25798 h 198257"/>
                <a:gd name="csX342" fmla="*/ 168161 w 286160"/>
                <a:gd name="csY342" fmla="*/ 25798 h 198257"/>
                <a:gd name="csX343" fmla="*/ 170072 w 286160"/>
                <a:gd name="csY343" fmla="*/ 27231 h 198257"/>
                <a:gd name="csX344" fmla="*/ 172460 w 286160"/>
                <a:gd name="csY344" fmla="*/ 29619 h 198257"/>
                <a:gd name="csX345" fmla="*/ 172938 w 286160"/>
                <a:gd name="csY345" fmla="*/ 29619 h 198257"/>
                <a:gd name="csX346" fmla="*/ 174371 w 286160"/>
                <a:gd name="csY346" fmla="*/ 30575 h 198257"/>
                <a:gd name="csX347" fmla="*/ 175327 w 286160"/>
                <a:gd name="csY347" fmla="*/ 30575 h 198257"/>
                <a:gd name="csX348" fmla="*/ 176282 w 286160"/>
                <a:gd name="csY348" fmla="*/ 29619 h 198257"/>
                <a:gd name="csX349" fmla="*/ 177238 w 286160"/>
                <a:gd name="csY349" fmla="*/ 28664 h 198257"/>
                <a:gd name="csX350" fmla="*/ 177716 w 286160"/>
                <a:gd name="csY350" fmla="*/ 26753 h 198257"/>
                <a:gd name="csX351" fmla="*/ 177238 w 286160"/>
                <a:gd name="csY351" fmla="*/ 23886 h 198257"/>
                <a:gd name="csX352" fmla="*/ 177238 w 286160"/>
                <a:gd name="csY352" fmla="*/ 21975 h 198257"/>
                <a:gd name="csX353" fmla="*/ 178671 w 286160"/>
                <a:gd name="csY353" fmla="*/ 20542 h 198257"/>
                <a:gd name="csX354" fmla="*/ 181537 w 286160"/>
                <a:gd name="csY354" fmla="*/ 19587 h 198257"/>
                <a:gd name="csX355" fmla="*/ 184882 w 286160"/>
                <a:gd name="csY355" fmla="*/ 19587 h 198257"/>
                <a:gd name="csX356" fmla="*/ 185359 w 286160"/>
                <a:gd name="csY356" fmla="*/ 19109 h 198257"/>
                <a:gd name="csX357" fmla="*/ 187748 w 286160"/>
                <a:gd name="csY357" fmla="*/ 19587 h 198257"/>
                <a:gd name="csX358" fmla="*/ 188703 w 286160"/>
                <a:gd name="csY358" fmla="*/ 20542 h 198257"/>
                <a:gd name="csX359" fmla="*/ 189659 w 286160"/>
                <a:gd name="csY359" fmla="*/ 21020 h 198257"/>
                <a:gd name="csX360" fmla="*/ 191569 w 286160"/>
                <a:gd name="csY360" fmla="*/ 21020 h 198257"/>
                <a:gd name="csX361" fmla="*/ 192525 w 286160"/>
                <a:gd name="csY361" fmla="*/ 20065 h 198257"/>
                <a:gd name="csX362" fmla="*/ 192525 w 286160"/>
                <a:gd name="csY362" fmla="*/ 20065 h 198257"/>
                <a:gd name="csX363" fmla="*/ 193958 w 286160"/>
                <a:gd name="csY363" fmla="*/ 18154 h 198257"/>
                <a:gd name="csX364" fmla="*/ 193958 w 286160"/>
                <a:gd name="csY364" fmla="*/ 15765 h 198257"/>
                <a:gd name="csX365" fmla="*/ 193003 w 286160"/>
                <a:gd name="csY365" fmla="*/ 12899 h 198257"/>
                <a:gd name="csX366" fmla="*/ 193003 w 286160"/>
                <a:gd name="csY366" fmla="*/ 12899 h 198257"/>
                <a:gd name="csX367" fmla="*/ 193003 w 286160"/>
                <a:gd name="csY367" fmla="*/ 11943 h 198257"/>
                <a:gd name="csX368" fmla="*/ 193480 w 286160"/>
                <a:gd name="csY368" fmla="*/ 11943 h 198257"/>
                <a:gd name="csX369" fmla="*/ 195391 w 286160"/>
                <a:gd name="csY369" fmla="*/ 10510 h 198257"/>
                <a:gd name="csX370" fmla="*/ 197302 w 286160"/>
                <a:gd name="csY370" fmla="*/ 8599 h 198257"/>
                <a:gd name="csX371" fmla="*/ 199214 w 286160"/>
                <a:gd name="csY371" fmla="*/ 5733 h 198257"/>
                <a:gd name="csX372" fmla="*/ 201124 w 286160"/>
                <a:gd name="csY372" fmla="*/ 2866 h 198257"/>
                <a:gd name="csX373" fmla="*/ 203513 w 286160"/>
                <a:gd name="csY373" fmla="*/ 478 h 198257"/>
                <a:gd name="csX374" fmla="*/ 206379 w 286160"/>
                <a:gd name="csY374" fmla="*/ 0 h 198257"/>
                <a:gd name="csX375" fmla="*/ 209723 w 286160"/>
                <a:gd name="csY375" fmla="*/ 956 h 198257"/>
                <a:gd name="csX376" fmla="*/ 214023 w 286160"/>
                <a:gd name="csY376" fmla="*/ 3344 h 198257"/>
                <a:gd name="csX377" fmla="*/ 215456 w 286160"/>
                <a:gd name="csY377" fmla="*/ 6688 h 198257"/>
                <a:gd name="csX378" fmla="*/ 214501 w 286160"/>
                <a:gd name="csY378" fmla="*/ 10032 h 198257"/>
                <a:gd name="csX379" fmla="*/ 214501 w 286160"/>
                <a:gd name="csY379" fmla="*/ 12421 h 198257"/>
                <a:gd name="csX380" fmla="*/ 214501 w 286160"/>
                <a:gd name="csY380" fmla="*/ 12421 h 198257"/>
                <a:gd name="csX381" fmla="*/ 214978 w 286160"/>
                <a:gd name="csY381" fmla="*/ 12421 h 198257"/>
                <a:gd name="csX382" fmla="*/ 216412 w 286160"/>
                <a:gd name="csY382" fmla="*/ 12421 h 198257"/>
                <a:gd name="csX383" fmla="*/ 218323 w 286160"/>
                <a:gd name="csY383" fmla="*/ 11943 h 198257"/>
                <a:gd name="csX384" fmla="*/ 219756 w 286160"/>
                <a:gd name="csY384" fmla="*/ 11943 h 198257"/>
                <a:gd name="csX385" fmla="*/ 220233 w 286160"/>
                <a:gd name="csY385" fmla="*/ 12421 h 198257"/>
                <a:gd name="csX386" fmla="*/ 220233 w 286160"/>
                <a:gd name="csY386" fmla="*/ 13376 h 198257"/>
                <a:gd name="csX387" fmla="*/ 219756 w 286160"/>
                <a:gd name="csY387" fmla="*/ 15287 h 198257"/>
                <a:gd name="csX388" fmla="*/ 218800 w 286160"/>
                <a:gd name="csY388" fmla="*/ 19587 h 198257"/>
                <a:gd name="csX389" fmla="*/ 218323 w 286160"/>
                <a:gd name="csY389" fmla="*/ 23409 h 198257"/>
                <a:gd name="csX390" fmla="*/ 217845 w 286160"/>
                <a:gd name="csY390" fmla="*/ 27231 h 198257"/>
                <a:gd name="csX391" fmla="*/ 217367 w 286160"/>
                <a:gd name="csY391" fmla="*/ 30575 h 198257"/>
                <a:gd name="csX392" fmla="*/ 218323 w 286160"/>
                <a:gd name="csY392" fmla="*/ 32963 h 198257"/>
                <a:gd name="csX393" fmla="*/ 219278 w 286160"/>
                <a:gd name="csY393" fmla="*/ 36785 h 198257"/>
                <a:gd name="csX394" fmla="*/ 220711 w 286160"/>
                <a:gd name="csY394" fmla="*/ 39174 h 198257"/>
                <a:gd name="csX395" fmla="*/ 222144 w 286160"/>
                <a:gd name="csY395" fmla="*/ 40129 h 198257"/>
                <a:gd name="csX396" fmla="*/ 223100 w 286160"/>
                <a:gd name="csY396" fmla="*/ 40129 h 198257"/>
                <a:gd name="csX397" fmla="*/ 224533 w 286160"/>
                <a:gd name="csY397" fmla="*/ 40129 h 198257"/>
                <a:gd name="csX398" fmla="*/ 227399 w 286160"/>
                <a:gd name="csY398" fmla="*/ 38696 h 198257"/>
                <a:gd name="csX399" fmla="*/ 231699 w 286160"/>
                <a:gd name="csY399" fmla="*/ 35352 h 198257"/>
                <a:gd name="csX400" fmla="*/ 235521 w 286160"/>
                <a:gd name="csY400" fmla="*/ 33441 h 198257"/>
                <a:gd name="csX401" fmla="*/ 241731 w 286160"/>
                <a:gd name="csY401" fmla="*/ 32486 h 198257"/>
                <a:gd name="csX402" fmla="*/ 241731 w 286160"/>
                <a:gd name="csY402" fmla="*/ 32486 h 198257"/>
                <a:gd name="csX403" fmla="*/ 243642 w 286160"/>
                <a:gd name="csY403" fmla="*/ 29141 h 198257"/>
                <a:gd name="csX404" fmla="*/ 246508 w 286160"/>
                <a:gd name="csY404" fmla="*/ 27231 h 198257"/>
                <a:gd name="csX405" fmla="*/ 252719 w 286160"/>
                <a:gd name="csY405" fmla="*/ 23886 h 198257"/>
                <a:gd name="csX406" fmla="*/ 256063 w 286160"/>
                <a:gd name="csY406" fmla="*/ 22931 h 198257"/>
                <a:gd name="csX407" fmla="*/ 257974 w 286160"/>
                <a:gd name="csY407" fmla="*/ 22453 h 198257"/>
                <a:gd name="csX408" fmla="*/ 260363 w 286160"/>
                <a:gd name="csY408" fmla="*/ 22931 h 198257"/>
                <a:gd name="csX409" fmla="*/ 260840 w 286160"/>
                <a:gd name="csY409" fmla="*/ 23409 h 198257"/>
                <a:gd name="csX410" fmla="*/ 261318 w 286160"/>
                <a:gd name="csY410" fmla="*/ 23409 h 198257"/>
                <a:gd name="csX411" fmla="*/ 262751 w 286160"/>
                <a:gd name="csY411" fmla="*/ 23886 h 198257"/>
                <a:gd name="csX412" fmla="*/ 262751 w 286160"/>
                <a:gd name="csY412" fmla="*/ 24842 h 198257"/>
                <a:gd name="csX413" fmla="*/ 262751 w 286160"/>
                <a:gd name="csY413" fmla="*/ 25798 h 198257"/>
                <a:gd name="csX414" fmla="*/ 261318 w 286160"/>
                <a:gd name="csY414" fmla="*/ 26753 h 198257"/>
                <a:gd name="csX415" fmla="*/ 261318 w 286160"/>
                <a:gd name="csY415" fmla="*/ 26753 h 198257"/>
                <a:gd name="csX416" fmla="*/ 260840 w 286160"/>
                <a:gd name="csY416" fmla="*/ 27231 h 198257"/>
                <a:gd name="csX417" fmla="*/ 261318 w 286160"/>
                <a:gd name="csY417" fmla="*/ 27708 h 198257"/>
                <a:gd name="csX418" fmla="*/ 261318 w 286160"/>
                <a:gd name="csY418" fmla="*/ 27708 h 198257"/>
                <a:gd name="csX419" fmla="*/ 263229 w 286160"/>
                <a:gd name="csY419" fmla="*/ 28186 h 198257"/>
                <a:gd name="csX420" fmla="*/ 267051 w 286160"/>
                <a:gd name="csY420" fmla="*/ 26753 h 198257"/>
                <a:gd name="csX421" fmla="*/ 269917 w 286160"/>
                <a:gd name="csY421" fmla="*/ 26275 h 198257"/>
                <a:gd name="csX422" fmla="*/ 271828 w 286160"/>
                <a:gd name="csY422" fmla="*/ 25798 h 198257"/>
                <a:gd name="csX423" fmla="*/ 272306 w 286160"/>
                <a:gd name="csY423" fmla="*/ 24842 h 198257"/>
                <a:gd name="csX424" fmla="*/ 273262 w 286160"/>
                <a:gd name="csY424" fmla="*/ 23886 h 198257"/>
                <a:gd name="csX425" fmla="*/ 275172 w 286160"/>
                <a:gd name="csY425" fmla="*/ 23886 h 198257"/>
                <a:gd name="csX426" fmla="*/ 277083 w 286160"/>
                <a:gd name="csY426" fmla="*/ 24364 h 198257"/>
                <a:gd name="csX427" fmla="*/ 278517 w 286160"/>
                <a:gd name="csY427" fmla="*/ 24364 h 198257"/>
                <a:gd name="csX428" fmla="*/ 281383 w 286160"/>
                <a:gd name="csY428" fmla="*/ 24364 h 198257"/>
                <a:gd name="csX429" fmla="*/ 282816 w 286160"/>
                <a:gd name="csY429" fmla="*/ 25320 h 198257"/>
                <a:gd name="csX430" fmla="*/ 284727 w 286160"/>
                <a:gd name="csY430" fmla="*/ 26753 h 198257"/>
                <a:gd name="csX431" fmla="*/ 285682 w 286160"/>
                <a:gd name="csY431" fmla="*/ 27708 h 198257"/>
                <a:gd name="csX432" fmla="*/ 285682 w 286160"/>
                <a:gd name="csY432" fmla="*/ 27708 h 198257"/>
                <a:gd name="csX433" fmla="*/ 286160 w 286160"/>
                <a:gd name="csY433" fmla="*/ 28186 h 198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</a:cxnLst>
              <a:rect l="l" t="t" r="r" b="b"/>
              <a:pathLst>
                <a:path w="286160" h="198257">
                  <a:moveTo>
                    <a:pt x="286160" y="28186"/>
                  </a:moveTo>
                  <a:lnTo>
                    <a:pt x="285682" y="28186"/>
                  </a:lnTo>
                  <a:lnTo>
                    <a:pt x="284727" y="28186"/>
                  </a:lnTo>
                  <a:lnTo>
                    <a:pt x="284249" y="27708"/>
                  </a:lnTo>
                  <a:lnTo>
                    <a:pt x="283294" y="27708"/>
                  </a:lnTo>
                  <a:lnTo>
                    <a:pt x="282816" y="26753"/>
                  </a:lnTo>
                  <a:lnTo>
                    <a:pt x="282816" y="26753"/>
                  </a:lnTo>
                  <a:lnTo>
                    <a:pt x="281383" y="27231"/>
                  </a:lnTo>
                  <a:lnTo>
                    <a:pt x="279472" y="27708"/>
                  </a:lnTo>
                  <a:lnTo>
                    <a:pt x="275650" y="29619"/>
                  </a:lnTo>
                  <a:lnTo>
                    <a:pt x="275650" y="30097"/>
                  </a:lnTo>
                  <a:lnTo>
                    <a:pt x="278039" y="32008"/>
                  </a:lnTo>
                  <a:lnTo>
                    <a:pt x="278517" y="32486"/>
                  </a:lnTo>
                  <a:lnTo>
                    <a:pt x="278994" y="32486"/>
                  </a:lnTo>
                  <a:lnTo>
                    <a:pt x="276605" y="33441"/>
                  </a:lnTo>
                  <a:lnTo>
                    <a:pt x="272306" y="35352"/>
                  </a:lnTo>
                  <a:lnTo>
                    <a:pt x="268962" y="37263"/>
                  </a:lnTo>
                  <a:lnTo>
                    <a:pt x="268484" y="37263"/>
                  </a:lnTo>
                  <a:lnTo>
                    <a:pt x="266573" y="36785"/>
                  </a:lnTo>
                  <a:lnTo>
                    <a:pt x="263707" y="35830"/>
                  </a:lnTo>
                  <a:lnTo>
                    <a:pt x="262751" y="35830"/>
                  </a:lnTo>
                  <a:lnTo>
                    <a:pt x="256541" y="35830"/>
                  </a:lnTo>
                  <a:lnTo>
                    <a:pt x="250808" y="36307"/>
                  </a:lnTo>
                  <a:lnTo>
                    <a:pt x="248419" y="36785"/>
                  </a:lnTo>
                  <a:lnTo>
                    <a:pt x="243642" y="36785"/>
                  </a:lnTo>
                  <a:lnTo>
                    <a:pt x="240776" y="37263"/>
                  </a:lnTo>
                  <a:lnTo>
                    <a:pt x="239342" y="37741"/>
                  </a:lnTo>
                  <a:lnTo>
                    <a:pt x="236954" y="38696"/>
                  </a:lnTo>
                  <a:lnTo>
                    <a:pt x="235043" y="39174"/>
                  </a:lnTo>
                  <a:lnTo>
                    <a:pt x="233610" y="39174"/>
                  </a:lnTo>
                  <a:lnTo>
                    <a:pt x="231699" y="40129"/>
                  </a:lnTo>
                  <a:lnTo>
                    <a:pt x="230266" y="41563"/>
                  </a:lnTo>
                  <a:lnTo>
                    <a:pt x="226921" y="43951"/>
                  </a:lnTo>
                  <a:lnTo>
                    <a:pt x="225010" y="44907"/>
                  </a:lnTo>
                  <a:lnTo>
                    <a:pt x="224055" y="46340"/>
                  </a:lnTo>
                  <a:lnTo>
                    <a:pt x="223100" y="46340"/>
                  </a:lnTo>
                  <a:lnTo>
                    <a:pt x="221189" y="45862"/>
                  </a:lnTo>
                  <a:lnTo>
                    <a:pt x="219756" y="47295"/>
                  </a:lnTo>
                  <a:lnTo>
                    <a:pt x="217845" y="49206"/>
                  </a:lnTo>
                  <a:lnTo>
                    <a:pt x="214978" y="52073"/>
                  </a:lnTo>
                  <a:lnTo>
                    <a:pt x="213545" y="53028"/>
                  </a:lnTo>
                  <a:lnTo>
                    <a:pt x="212590" y="54939"/>
                  </a:lnTo>
                  <a:lnTo>
                    <a:pt x="213067" y="55894"/>
                  </a:lnTo>
                  <a:lnTo>
                    <a:pt x="213067" y="55894"/>
                  </a:lnTo>
                  <a:lnTo>
                    <a:pt x="215456" y="57328"/>
                  </a:lnTo>
                  <a:lnTo>
                    <a:pt x="216412" y="58283"/>
                  </a:lnTo>
                  <a:lnTo>
                    <a:pt x="217367" y="59716"/>
                  </a:lnTo>
                  <a:lnTo>
                    <a:pt x="218323" y="62105"/>
                  </a:lnTo>
                  <a:lnTo>
                    <a:pt x="219278" y="64971"/>
                  </a:lnTo>
                  <a:lnTo>
                    <a:pt x="220233" y="65927"/>
                  </a:lnTo>
                  <a:lnTo>
                    <a:pt x="220233" y="67838"/>
                  </a:lnTo>
                  <a:lnTo>
                    <a:pt x="220711" y="68793"/>
                  </a:lnTo>
                  <a:lnTo>
                    <a:pt x="220233" y="69748"/>
                  </a:lnTo>
                  <a:lnTo>
                    <a:pt x="219756" y="70704"/>
                  </a:lnTo>
                  <a:lnTo>
                    <a:pt x="219756" y="71659"/>
                  </a:lnTo>
                  <a:lnTo>
                    <a:pt x="220233" y="72615"/>
                  </a:lnTo>
                  <a:lnTo>
                    <a:pt x="220711" y="73093"/>
                  </a:lnTo>
                  <a:lnTo>
                    <a:pt x="221189" y="74048"/>
                  </a:lnTo>
                  <a:lnTo>
                    <a:pt x="220711" y="74526"/>
                  </a:lnTo>
                  <a:lnTo>
                    <a:pt x="219756" y="75959"/>
                  </a:lnTo>
                  <a:lnTo>
                    <a:pt x="218800" y="76914"/>
                  </a:lnTo>
                  <a:lnTo>
                    <a:pt x="217845" y="78825"/>
                  </a:lnTo>
                  <a:lnTo>
                    <a:pt x="215934" y="79781"/>
                  </a:lnTo>
                  <a:lnTo>
                    <a:pt x="214501" y="80736"/>
                  </a:lnTo>
                  <a:lnTo>
                    <a:pt x="213067" y="82647"/>
                  </a:lnTo>
                  <a:lnTo>
                    <a:pt x="211157" y="85036"/>
                  </a:lnTo>
                  <a:lnTo>
                    <a:pt x="210201" y="86947"/>
                  </a:lnTo>
                  <a:lnTo>
                    <a:pt x="209246" y="87902"/>
                  </a:lnTo>
                  <a:lnTo>
                    <a:pt x="208290" y="88380"/>
                  </a:lnTo>
                  <a:lnTo>
                    <a:pt x="208290" y="89335"/>
                  </a:lnTo>
                  <a:lnTo>
                    <a:pt x="209246" y="90769"/>
                  </a:lnTo>
                  <a:lnTo>
                    <a:pt x="210679" y="91724"/>
                  </a:lnTo>
                  <a:lnTo>
                    <a:pt x="210679" y="94113"/>
                  </a:lnTo>
                  <a:lnTo>
                    <a:pt x="210679" y="95546"/>
                  </a:lnTo>
                  <a:lnTo>
                    <a:pt x="210679" y="97457"/>
                  </a:lnTo>
                  <a:lnTo>
                    <a:pt x="209723" y="98890"/>
                  </a:lnTo>
                  <a:lnTo>
                    <a:pt x="205901" y="100323"/>
                  </a:lnTo>
                  <a:lnTo>
                    <a:pt x="202080" y="101279"/>
                  </a:lnTo>
                  <a:lnTo>
                    <a:pt x="197302" y="101279"/>
                  </a:lnTo>
                  <a:lnTo>
                    <a:pt x="195391" y="100801"/>
                  </a:lnTo>
                  <a:lnTo>
                    <a:pt x="193958" y="100323"/>
                  </a:lnTo>
                  <a:lnTo>
                    <a:pt x="188703" y="98890"/>
                  </a:lnTo>
                  <a:lnTo>
                    <a:pt x="186792" y="99846"/>
                  </a:lnTo>
                  <a:lnTo>
                    <a:pt x="186792" y="99846"/>
                  </a:lnTo>
                  <a:lnTo>
                    <a:pt x="186314" y="102234"/>
                  </a:lnTo>
                  <a:lnTo>
                    <a:pt x="190137" y="106056"/>
                  </a:lnTo>
                  <a:lnTo>
                    <a:pt x="191569" y="108445"/>
                  </a:lnTo>
                  <a:lnTo>
                    <a:pt x="193480" y="111789"/>
                  </a:lnTo>
                  <a:lnTo>
                    <a:pt x="194436" y="113700"/>
                  </a:lnTo>
                  <a:lnTo>
                    <a:pt x="193958" y="115611"/>
                  </a:lnTo>
                  <a:lnTo>
                    <a:pt x="190614" y="117521"/>
                  </a:lnTo>
                  <a:lnTo>
                    <a:pt x="187270" y="119432"/>
                  </a:lnTo>
                  <a:lnTo>
                    <a:pt x="182971" y="119432"/>
                  </a:lnTo>
                  <a:lnTo>
                    <a:pt x="180582" y="120388"/>
                  </a:lnTo>
                  <a:lnTo>
                    <a:pt x="179149" y="121343"/>
                  </a:lnTo>
                  <a:lnTo>
                    <a:pt x="179149" y="121343"/>
                  </a:lnTo>
                  <a:lnTo>
                    <a:pt x="178193" y="125165"/>
                  </a:lnTo>
                  <a:lnTo>
                    <a:pt x="177238" y="126598"/>
                  </a:lnTo>
                  <a:lnTo>
                    <a:pt x="177238" y="128509"/>
                  </a:lnTo>
                  <a:lnTo>
                    <a:pt x="176282" y="130420"/>
                  </a:lnTo>
                  <a:lnTo>
                    <a:pt x="174849" y="131853"/>
                  </a:lnTo>
                  <a:lnTo>
                    <a:pt x="173894" y="133764"/>
                  </a:lnTo>
                  <a:lnTo>
                    <a:pt x="174371" y="138064"/>
                  </a:lnTo>
                  <a:lnTo>
                    <a:pt x="174849" y="144752"/>
                  </a:lnTo>
                  <a:lnTo>
                    <a:pt x="172938" y="146663"/>
                  </a:lnTo>
                  <a:lnTo>
                    <a:pt x="170550" y="148574"/>
                  </a:lnTo>
                  <a:lnTo>
                    <a:pt x="168639" y="150485"/>
                  </a:lnTo>
                  <a:lnTo>
                    <a:pt x="166250" y="150962"/>
                  </a:lnTo>
                  <a:lnTo>
                    <a:pt x="164817" y="150485"/>
                  </a:lnTo>
                  <a:lnTo>
                    <a:pt x="163384" y="149529"/>
                  </a:lnTo>
                  <a:lnTo>
                    <a:pt x="162428" y="148096"/>
                  </a:lnTo>
                  <a:lnTo>
                    <a:pt x="160995" y="147619"/>
                  </a:lnTo>
                  <a:lnTo>
                    <a:pt x="159562" y="147619"/>
                  </a:lnTo>
                  <a:lnTo>
                    <a:pt x="158128" y="148574"/>
                  </a:lnTo>
                  <a:lnTo>
                    <a:pt x="155740" y="148096"/>
                  </a:lnTo>
                  <a:lnTo>
                    <a:pt x="153351" y="147141"/>
                  </a:lnTo>
                  <a:lnTo>
                    <a:pt x="152396" y="147619"/>
                  </a:lnTo>
                  <a:lnTo>
                    <a:pt x="151918" y="148096"/>
                  </a:lnTo>
                  <a:lnTo>
                    <a:pt x="149530" y="150007"/>
                  </a:lnTo>
                  <a:lnTo>
                    <a:pt x="144275" y="152873"/>
                  </a:lnTo>
                  <a:lnTo>
                    <a:pt x="141886" y="152873"/>
                  </a:lnTo>
                  <a:lnTo>
                    <a:pt x="140930" y="153829"/>
                  </a:lnTo>
                  <a:lnTo>
                    <a:pt x="141408" y="154784"/>
                  </a:lnTo>
                  <a:lnTo>
                    <a:pt x="142364" y="155740"/>
                  </a:lnTo>
                  <a:lnTo>
                    <a:pt x="143796" y="156218"/>
                  </a:lnTo>
                  <a:lnTo>
                    <a:pt x="144275" y="157173"/>
                  </a:lnTo>
                  <a:lnTo>
                    <a:pt x="142364" y="157651"/>
                  </a:lnTo>
                  <a:lnTo>
                    <a:pt x="141408" y="158606"/>
                  </a:lnTo>
                  <a:lnTo>
                    <a:pt x="138542" y="159562"/>
                  </a:lnTo>
                  <a:lnTo>
                    <a:pt x="135198" y="160039"/>
                  </a:lnTo>
                  <a:lnTo>
                    <a:pt x="131853" y="159084"/>
                  </a:lnTo>
                  <a:lnTo>
                    <a:pt x="129943" y="158128"/>
                  </a:lnTo>
                  <a:lnTo>
                    <a:pt x="128032" y="158128"/>
                  </a:lnTo>
                  <a:lnTo>
                    <a:pt x="126121" y="158606"/>
                  </a:lnTo>
                  <a:lnTo>
                    <a:pt x="124210" y="160039"/>
                  </a:lnTo>
                  <a:lnTo>
                    <a:pt x="124210" y="160517"/>
                  </a:lnTo>
                  <a:lnTo>
                    <a:pt x="121821" y="163384"/>
                  </a:lnTo>
                  <a:lnTo>
                    <a:pt x="121343" y="163861"/>
                  </a:lnTo>
                  <a:lnTo>
                    <a:pt x="120866" y="164339"/>
                  </a:lnTo>
                  <a:lnTo>
                    <a:pt x="119432" y="165294"/>
                  </a:lnTo>
                  <a:lnTo>
                    <a:pt x="117521" y="166250"/>
                  </a:lnTo>
                  <a:lnTo>
                    <a:pt x="116566" y="168638"/>
                  </a:lnTo>
                  <a:lnTo>
                    <a:pt x="115133" y="172460"/>
                  </a:lnTo>
                  <a:lnTo>
                    <a:pt x="115611" y="174849"/>
                  </a:lnTo>
                  <a:lnTo>
                    <a:pt x="115611" y="178671"/>
                  </a:lnTo>
                  <a:lnTo>
                    <a:pt x="115133" y="181537"/>
                  </a:lnTo>
                  <a:lnTo>
                    <a:pt x="114177" y="182970"/>
                  </a:lnTo>
                  <a:lnTo>
                    <a:pt x="114655" y="184403"/>
                  </a:lnTo>
                  <a:lnTo>
                    <a:pt x="115611" y="186314"/>
                  </a:lnTo>
                  <a:lnTo>
                    <a:pt x="115133" y="187270"/>
                  </a:lnTo>
                  <a:lnTo>
                    <a:pt x="114177" y="188226"/>
                  </a:lnTo>
                  <a:lnTo>
                    <a:pt x="113222" y="188703"/>
                  </a:lnTo>
                  <a:lnTo>
                    <a:pt x="108923" y="190136"/>
                  </a:lnTo>
                  <a:lnTo>
                    <a:pt x="103189" y="191569"/>
                  </a:lnTo>
                  <a:lnTo>
                    <a:pt x="98890" y="192525"/>
                  </a:lnTo>
                  <a:lnTo>
                    <a:pt x="93157" y="194436"/>
                  </a:lnTo>
                  <a:lnTo>
                    <a:pt x="91724" y="194436"/>
                  </a:lnTo>
                  <a:lnTo>
                    <a:pt x="88380" y="194914"/>
                  </a:lnTo>
                  <a:lnTo>
                    <a:pt x="86469" y="194436"/>
                  </a:lnTo>
                  <a:lnTo>
                    <a:pt x="84080" y="194436"/>
                  </a:lnTo>
                  <a:lnTo>
                    <a:pt x="80259" y="194436"/>
                  </a:lnTo>
                  <a:lnTo>
                    <a:pt x="77870" y="194914"/>
                  </a:lnTo>
                  <a:lnTo>
                    <a:pt x="75004" y="195869"/>
                  </a:lnTo>
                  <a:lnTo>
                    <a:pt x="73570" y="196825"/>
                  </a:lnTo>
                  <a:lnTo>
                    <a:pt x="72137" y="197780"/>
                  </a:lnTo>
                  <a:lnTo>
                    <a:pt x="71659" y="198258"/>
                  </a:lnTo>
                  <a:lnTo>
                    <a:pt x="69271" y="197302"/>
                  </a:lnTo>
                  <a:lnTo>
                    <a:pt x="61150" y="195869"/>
                  </a:lnTo>
                  <a:lnTo>
                    <a:pt x="39652" y="197780"/>
                  </a:lnTo>
                  <a:lnTo>
                    <a:pt x="37741" y="197302"/>
                  </a:lnTo>
                  <a:lnTo>
                    <a:pt x="30097" y="195391"/>
                  </a:lnTo>
                  <a:lnTo>
                    <a:pt x="20543" y="192525"/>
                  </a:lnTo>
                  <a:lnTo>
                    <a:pt x="14809" y="190614"/>
                  </a:lnTo>
                  <a:lnTo>
                    <a:pt x="7166" y="188226"/>
                  </a:lnTo>
                  <a:lnTo>
                    <a:pt x="12421" y="182493"/>
                  </a:lnTo>
                  <a:lnTo>
                    <a:pt x="17198" y="177715"/>
                  </a:lnTo>
                  <a:lnTo>
                    <a:pt x="21498" y="172938"/>
                  </a:lnTo>
                  <a:lnTo>
                    <a:pt x="25798" y="168161"/>
                  </a:lnTo>
                  <a:lnTo>
                    <a:pt x="26753" y="166250"/>
                  </a:lnTo>
                  <a:lnTo>
                    <a:pt x="26753" y="162906"/>
                  </a:lnTo>
                  <a:lnTo>
                    <a:pt x="25320" y="158128"/>
                  </a:lnTo>
                  <a:lnTo>
                    <a:pt x="23409" y="156218"/>
                  </a:lnTo>
                  <a:lnTo>
                    <a:pt x="17198" y="155262"/>
                  </a:lnTo>
                  <a:lnTo>
                    <a:pt x="12899" y="154784"/>
                  </a:lnTo>
                  <a:lnTo>
                    <a:pt x="7644" y="154307"/>
                  </a:lnTo>
                  <a:lnTo>
                    <a:pt x="6688" y="153829"/>
                  </a:lnTo>
                  <a:lnTo>
                    <a:pt x="6211" y="150485"/>
                  </a:lnTo>
                  <a:lnTo>
                    <a:pt x="6688" y="149052"/>
                  </a:lnTo>
                  <a:lnTo>
                    <a:pt x="6211" y="145707"/>
                  </a:lnTo>
                  <a:lnTo>
                    <a:pt x="6211" y="143319"/>
                  </a:lnTo>
                  <a:lnTo>
                    <a:pt x="7166" y="139497"/>
                  </a:lnTo>
                  <a:lnTo>
                    <a:pt x="7166" y="138064"/>
                  </a:lnTo>
                  <a:lnTo>
                    <a:pt x="4777" y="130420"/>
                  </a:lnTo>
                  <a:lnTo>
                    <a:pt x="3344" y="126121"/>
                  </a:lnTo>
                  <a:lnTo>
                    <a:pt x="1911" y="121821"/>
                  </a:lnTo>
                  <a:lnTo>
                    <a:pt x="1911" y="120388"/>
                  </a:lnTo>
                  <a:lnTo>
                    <a:pt x="1911" y="118477"/>
                  </a:lnTo>
                  <a:lnTo>
                    <a:pt x="4777" y="114655"/>
                  </a:lnTo>
                  <a:lnTo>
                    <a:pt x="5733" y="113700"/>
                  </a:lnTo>
                  <a:lnTo>
                    <a:pt x="7644" y="111789"/>
                  </a:lnTo>
                  <a:lnTo>
                    <a:pt x="8599" y="110833"/>
                  </a:lnTo>
                  <a:lnTo>
                    <a:pt x="8599" y="109878"/>
                  </a:lnTo>
                  <a:lnTo>
                    <a:pt x="6688" y="109400"/>
                  </a:lnTo>
                  <a:lnTo>
                    <a:pt x="3822" y="109400"/>
                  </a:lnTo>
                  <a:lnTo>
                    <a:pt x="1911" y="108922"/>
                  </a:lnTo>
                  <a:lnTo>
                    <a:pt x="956" y="107967"/>
                  </a:lnTo>
                  <a:lnTo>
                    <a:pt x="0" y="106056"/>
                  </a:lnTo>
                  <a:lnTo>
                    <a:pt x="956" y="103189"/>
                  </a:lnTo>
                  <a:lnTo>
                    <a:pt x="0" y="97935"/>
                  </a:lnTo>
                  <a:lnTo>
                    <a:pt x="1911" y="95068"/>
                  </a:lnTo>
                  <a:lnTo>
                    <a:pt x="3344" y="93157"/>
                  </a:lnTo>
                  <a:lnTo>
                    <a:pt x="8122" y="93157"/>
                  </a:lnTo>
                  <a:lnTo>
                    <a:pt x="6688" y="90769"/>
                  </a:lnTo>
                  <a:lnTo>
                    <a:pt x="5733" y="89813"/>
                  </a:lnTo>
                  <a:lnTo>
                    <a:pt x="5255" y="89335"/>
                  </a:lnTo>
                  <a:lnTo>
                    <a:pt x="4777" y="88380"/>
                  </a:lnTo>
                  <a:lnTo>
                    <a:pt x="5255" y="87902"/>
                  </a:lnTo>
                  <a:lnTo>
                    <a:pt x="6688" y="87902"/>
                  </a:lnTo>
                  <a:lnTo>
                    <a:pt x="7166" y="86947"/>
                  </a:lnTo>
                  <a:lnTo>
                    <a:pt x="8599" y="85991"/>
                  </a:lnTo>
                  <a:lnTo>
                    <a:pt x="9555" y="85514"/>
                  </a:lnTo>
                  <a:lnTo>
                    <a:pt x="9555" y="84558"/>
                  </a:lnTo>
                  <a:lnTo>
                    <a:pt x="10510" y="83603"/>
                  </a:lnTo>
                  <a:lnTo>
                    <a:pt x="11466" y="82647"/>
                  </a:lnTo>
                  <a:lnTo>
                    <a:pt x="11943" y="81214"/>
                  </a:lnTo>
                  <a:lnTo>
                    <a:pt x="11943" y="79781"/>
                  </a:lnTo>
                  <a:lnTo>
                    <a:pt x="12421" y="77870"/>
                  </a:lnTo>
                  <a:lnTo>
                    <a:pt x="12899" y="76914"/>
                  </a:lnTo>
                  <a:lnTo>
                    <a:pt x="12899" y="76914"/>
                  </a:lnTo>
                  <a:lnTo>
                    <a:pt x="12899" y="76437"/>
                  </a:lnTo>
                  <a:lnTo>
                    <a:pt x="13377" y="75959"/>
                  </a:lnTo>
                  <a:lnTo>
                    <a:pt x="12899" y="74526"/>
                  </a:lnTo>
                  <a:lnTo>
                    <a:pt x="12421" y="73570"/>
                  </a:lnTo>
                  <a:lnTo>
                    <a:pt x="12421" y="72137"/>
                  </a:lnTo>
                  <a:lnTo>
                    <a:pt x="13377" y="71659"/>
                  </a:lnTo>
                  <a:lnTo>
                    <a:pt x="14332" y="71182"/>
                  </a:lnTo>
                  <a:lnTo>
                    <a:pt x="14332" y="70226"/>
                  </a:lnTo>
                  <a:lnTo>
                    <a:pt x="14809" y="68793"/>
                  </a:lnTo>
                  <a:lnTo>
                    <a:pt x="15288" y="67360"/>
                  </a:lnTo>
                  <a:lnTo>
                    <a:pt x="15765" y="66405"/>
                  </a:lnTo>
                  <a:lnTo>
                    <a:pt x="16243" y="65927"/>
                  </a:lnTo>
                  <a:lnTo>
                    <a:pt x="15765" y="64493"/>
                  </a:lnTo>
                  <a:lnTo>
                    <a:pt x="17198" y="64016"/>
                  </a:lnTo>
                  <a:lnTo>
                    <a:pt x="17676" y="64971"/>
                  </a:lnTo>
                  <a:lnTo>
                    <a:pt x="18632" y="65927"/>
                  </a:lnTo>
                  <a:lnTo>
                    <a:pt x="21020" y="67838"/>
                  </a:lnTo>
                  <a:lnTo>
                    <a:pt x="22931" y="68315"/>
                  </a:lnTo>
                  <a:lnTo>
                    <a:pt x="24842" y="68793"/>
                  </a:lnTo>
                  <a:lnTo>
                    <a:pt x="27231" y="68315"/>
                  </a:lnTo>
                  <a:lnTo>
                    <a:pt x="29141" y="68315"/>
                  </a:lnTo>
                  <a:lnTo>
                    <a:pt x="30097" y="68315"/>
                  </a:lnTo>
                  <a:lnTo>
                    <a:pt x="32008" y="69748"/>
                  </a:lnTo>
                  <a:lnTo>
                    <a:pt x="34397" y="71659"/>
                  </a:lnTo>
                  <a:lnTo>
                    <a:pt x="35352" y="72615"/>
                  </a:lnTo>
                  <a:lnTo>
                    <a:pt x="35830" y="74048"/>
                  </a:lnTo>
                  <a:lnTo>
                    <a:pt x="35830" y="74048"/>
                  </a:lnTo>
                  <a:lnTo>
                    <a:pt x="36307" y="74048"/>
                  </a:lnTo>
                  <a:lnTo>
                    <a:pt x="37741" y="73093"/>
                  </a:lnTo>
                  <a:lnTo>
                    <a:pt x="39174" y="72615"/>
                  </a:lnTo>
                  <a:lnTo>
                    <a:pt x="39652" y="72615"/>
                  </a:lnTo>
                  <a:lnTo>
                    <a:pt x="40607" y="72615"/>
                  </a:lnTo>
                  <a:lnTo>
                    <a:pt x="42518" y="73093"/>
                  </a:lnTo>
                  <a:lnTo>
                    <a:pt x="43951" y="72137"/>
                  </a:lnTo>
                  <a:lnTo>
                    <a:pt x="44429" y="72137"/>
                  </a:lnTo>
                  <a:lnTo>
                    <a:pt x="47295" y="70226"/>
                  </a:lnTo>
                  <a:lnTo>
                    <a:pt x="49684" y="68793"/>
                  </a:lnTo>
                  <a:lnTo>
                    <a:pt x="51117" y="68315"/>
                  </a:lnTo>
                  <a:lnTo>
                    <a:pt x="51595" y="65449"/>
                  </a:lnTo>
                  <a:lnTo>
                    <a:pt x="52550" y="64016"/>
                  </a:lnTo>
                  <a:lnTo>
                    <a:pt x="53506" y="63060"/>
                  </a:lnTo>
                  <a:lnTo>
                    <a:pt x="53028" y="61627"/>
                  </a:lnTo>
                  <a:lnTo>
                    <a:pt x="52550" y="61149"/>
                  </a:lnTo>
                  <a:lnTo>
                    <a:pt x="52073" y="59716"/>
                  </a:lnTo>
                  <a:lnTo>
                    <a:pt x="52550" y="59239"/>
                  </a:lnTo>
                  <a:lnTo>
                    <a:pt x="53506" y="58761"/>
                  </a:lnTo>
                  <a:lnTo>
                    <a:pt x="55895" y="58761"/>
                  </a:lnTo>
                  <a:lnTo>
                    <a:pt x="60194" y="57805"/>
                  </a:lnTo>
                  <a:lnTo>
                    <a:pt x="64016" y="56372"/>
                  </a:lnTo>
                  <a:lnTo>
                    <a:pt x="67360" y="55417"/>
                  </a:lnTo>
                  <a:lnTo>
                    <a:pt x="68793" y="55417"/>
                  </a:lnTo>
                  <a:lnTo>
                    <a:pt x="70227" y="55417"/>
                  </a:lnTo>
                  <a:lnTo>
                    <a:pt x="70704" y="55417"/>
                  </a:lnTo>
                  <a:lnTo>
                    <a:pt x="70704" y="55417"/>
                  </a:lnTo>
                  <a:lnTo>
                    <a:pt x="71182" y="54461"/>
                  </a:lnTo>
                  <a:lnTo>
                    <a:pt x="71659" y="53028"/>
                  </a:lnTo>
                  <a:lnTo>
                    <a:pt x="73570" y="52550"/>
                  </a:lnTo>
                  <a:lnTo>
                    <a:pt x="76914" y="50639"/>
                  </a:lnTo>
                  <a:lnTo>
                    <a:pt x="80259" y="48251"/>
                  </a:lnTo>
                  <a:lnTo>
                    <a:pt x="81214" y="46340"/>
                  </a:lnTo>
                  <a:lnTo>
                    <a:pt x="81692" y="43473"/>
                  </a:lnTo>
                  <a:lnTo>
                    <a:pt x="83125" y="38696"/>
                  </a:lnTo>
                  <a:lnTo>
                    <a:pt x="85036" y="33919"/>
                  </a:lnTo>
                  <a:lnTo>
                    <a:pt x="85514" y="32008"/>
                  </a:lnTo>
                  <a:lnTo>
                    <a:pt x="85991" y="30097"/>
                  </a:lnTo>
                  <a:lnTo>
                    <a:pt x="88858" y="28664"/>
                  </a:lnTo>
                  <a:lnTo>
                    <a:pt x="91724" y="27708"/>
                  </a:lnTo>
                  <a:lnTo>
                    <a:pt x="96024" y="27708"/>
                  </a:lnTo>
                  <a:lnTo>
                    <a:pt x="100801" y="27708"/>
                  </a:lnTo>
                  <a:lnTo>
                    <a:pt x="101757" y="24842"/>
                  </a:lnTo>
                  <a:lnTo>
                    <a:pt x="102712" y="22453"/>
                  </a:lnTo>
                  <a:lnTo>
                    <a:pt x="103189" y="21498"/>
                  </a:lnTo>
                  <a:lnTo>
                    <a:pt x="104623" y="20542"/>
                  </a:lnTo>
                  <a:lnTo>
                    <a:pt x="105100" y="20065"/>
                  </a:lnTo>
                  <a:lnTo>
                    <a:pt x="107489" y="21498"/>
                  </a:lnTo>
                  <a:lnTo>
                    <a:pt x="111789" y="23886"/>
                  </a:lnTo>
                  <a:lnTo>
                    <a:pt x="116566" y="24842"/>
                  </a:lnTo>
                  <a:lnTo>
                    <a:pt x="118955" y="25320"/>
                  </a:lnTo>
                  <a:lnTo>
                    <a:pt x="119910" y="25320"/>
                  </a:lnTo>
                  <a:lnTo>
                    <a:pt x="119910" y="25320"/>
                  </a:lnTo>
                  <a:lnTo>
                    <a:pt x="126121" y="24842"/>
                  </a:lnTo>
                  <a:lnTo>
                    <a:pt x="130898" y="25798"/>
                  </a:lnTo>
                  <a:lnTo>
                    <a:pt x="133287" y="27708"/>
                  </a:lnTo>
                  <a:lnTo>
                    <a:pt x="135675" y="28664"/>
                  </a:lnTo>
                  <a:lnTo>
                    <a:pt x="138064" y="27231"/>
                  </a:lnTo>
                  <a:lnTo>
                    <a:pt x="139497" y="27231"/>
                  </a:lnTo>
                  <a:lnTo>
                    <a:pt x="140453" y="27708"/>
                  </a:lnTo>
                  <a:lnTo>
                    <a:pt x="141408" y="28186"/>
                  </a:lnTo>
                  <a:lnTo>
                    <a:pt x="143319" y="28186"/>
                  </a:lnTo>
                  <a:lnTo>
                    <a:pt x="144275" y="28664"/>
                  </a:lnTo>
                  <a:lnTo>
                    <a:pt x="144275" y="29141"/>
                  </a:lnTo>
                  <a:lnTo>
                    <a:pt x="144275" y="29141"/>
                  </a:lnTo>
                  <a:lnTo>
                    <a:pt x="144752" y="30097"/>
                  </a:lnTo>
                  <a:lnTo>
                    <a:pt x="146185" y="31530"/>
                  </a:lnTo>
                  <a:lnTo>
                    <a:pt x="148574" y="33919"/>
                  </a:lnTo>
                  <a:lnTo>
                    <a:pt x="150485" y="34397"/>
                  </a:lnTo>
                  <a:lnTo>
                    <a:pt x="153351" y="32963"/>
                  </a:lnTo>
                  <a:lnTo>
                    <a:pt x="154307" y="32963"/>
                  </a:lnTo>
                  <a:lnTo>
                    <a:pt x="154307" y="32963"/>
                  </a:lnTo>
                  <a:lnTo>
                    <a:pt x="154784" y="32486"/>
                  </a:lnTo>
                  <a:lnTo>
                    <a:pt x="155262" y="31052"/>
                  </a:lnTo>
                  <a:lnTo>
                    <a:pt x="156695" y="30097"/>
                  </a:lnTo>
                  <a:lnTo>
                    <a:pt x="160039" y="29141"/>
                  </a:lnTo>
                  <a:lnTo>
                    <a:pt x="161950" y="28186"/>
                  </a:lnTo>
                  <a:lnTo>
                    <a:pt x="161950" y="28186"/>
                  </a:lnTo>
                  <a:lnTo>
                    <a:pt x="162428" y="27231"/>
                  </a:lnTo>
                  <a:lnTo>
                    <a:pt x="163384" y="27231"/>
                  </a:lnTo>
                  <a:lnTo>
                    <a:pt x="164817" y="27231"/>
                  </a:lnTo>
                  <a:lnTo>
                    <a:pt x="165772" y="27231"/>
                  </a:lnTo>
                  <a:lnTo>
                    <a:pt x="165772" y="26275"/>
                  </a:lnTo>
                  <a:lnTo>
                    <a:pt x="166250" y="25798"/>
                  </a:lnTo>
                  <a:lnTo>
                    <a:pt x="166728" y="25798"/>
                  </a:lnTo>
                  <a:lnTo>
                    <a:pt x="167205" y="25798"/>
                  </a:lnTo>
                  <a:lnTo>
                    <a:pt x="168161" y="25798"/>
                  </a:lnTo>
                  <a:lnTo>
                    <a:pt x="170072" y="27231"/>
                  </a:lnTo>
                  <a:lnTo>
                    <a:pt x="172460" y="29619"/>
                  </a:lnTo>
                  <a:lnTo>
                    <a:pt x="172938" y="29619"/>
                  </a:lnTo>
                  <a:lnTo>
                    <a:pt x="174371" y="30575"/>
                  </a:lnTo>
                  <a:lnTo>
                    <a:pt x="175327" y="30575"/>
                  </a:lnTo>
                  <a:lnTo>
                    <a:pt x="176282" y="29619"/>
                  </a:lnTo>
                  <a:lnTo>
                    <a:pt x="177238" y="28664"/>
                  </a:lnTo>
                  <a:lnTo>
                    <a:pt x="177716" y="26753"/>
                  </a:lnTo>
                  <a:lnTo>
                    <a:pt x="177238" y="23886"/>
                  </a:lnTo>
                  <a:lnTo>
                    <a:pt x="177238" y="21975"/>
                  </a:lnTo>
                  <a:lnTo>
                    <a:pt x="178671" y="20542"/>
                  </a:lnTo>
                  <a:lnTo>
                    <a:pt x="181537" y="19587"/>
                  </a:lnTo>
                  <a:lnTo>
                    <a:pt x="184882" y="19587"/>
                  </a:lnTo>
                  <a:lnTo>
                    <a:pt x="185359" y="19109"/>
                  </a:lnTo>
                  <a:lnTo>
                    <a:pt x="187748" y="19587"/>
                  </a:lnTo>
                  <a:lnTo>
                    <a:pt x="188703" y="20542"/>
                  </a:lnTo>
                  <a:lnTo>
                    <a:pt x="189659" y="21020"/>
                  </a:lnTo>
                  <a:lnTo>
                    <a:pt x="191569" y="21020"/>
                  </a:lnTo>
                  <a:lnTo>
                    <a:pt x="192525" y="20065"/>
                  </a:lnTo>
                  <a:lnTo>
                    <a:pt x="192525" y="20065"/>
                  </a:lnTo>
                  <a:lnTo>
                    <a:pt x="193958" y="18154"/>
                  </a:lnTo>
                  <a:lnTo>
                    <a:pt x="193958" y="15765"/>
                  </a:lnTo>
                  <a:lnTo>
                    <a:pt x="193003" y="12899"/>
                  </a:lnTo>
                  <a:lnTo>
                    <a:pt x="193003" y="12899"/>
                  </a:lnTo>
                  <a:lnTo>
                    <a:pt x="193003" y="11943"/>
                  </a:lnTo>
                  <a:lnTo>
                    <a:pt x="193480" y="11943"/>
                  </a:lnTo>
                  <a:lnTo>
                    <a:pt x="195391" y="10510"/>
                  </a:lnTo>
                  <a:lnTo>
                    <a:pt x="197302" y="8599"/>
                  </a:lnTo>
                  <a:lnTo>
                    <a:pt x="199214" y="5733"/>
                  </a:lnTo>
                  <a:lnTo>
                    <a:pt x="201124" y="2866"/>
                  </a:lnTo>
                  <a:lnTo>
                    <a:pt x="203513" y="478"/>
                  </a:lnTo>
                  <a:lnTo>
                    <a:pt x="206379" y="0"/>
                  </a:lnTo>
                  <a:lnTo>
                    <a:pt x="209723" y="956"/>
                  </a:lnTo>
                  <a:lnTo>
                    <a:pt x="214023" y="3344"/>
                  </a:lnTo>
                  <a:lnTo>
                    <a:pt x="215456" y="6688"/>
                  </a:lnTo>
                  <a:lnTo>
                    <a:pt x="214501" y="10032"/>
                  </a:lnTo>
                  <a:lnTo>
                    <a:pt x="214501" y="12421"/>
                  </a:lnTo>
                  <a:lnTo>
                    <a:pt x="214501" y="12421"/>
                  </a:lnTo>
                  <a:lnTo>
                    <a:pt x="214978" y="12421"/>
                  </a:lnTo>
                  <a:lnTo>
                    <a:pt x="216412" y="12421"/>
                  </a:lnTo>
                  <a:lnTo>
                    <a:pt x="218323" y="11943"/>
                  </a:lnTo>
                  <a:lnTo>
                    <a:pt x="219756" y="11943"/>
                  </a:lnTo>
                  <a:lnTo>
                    <a:pt x="220233" y="12421"/>
                  </a:lnTo>
                  <a:lnTo>
                    <a:pt x="220233" y="13376"/>
                  </a:lnTo>
                  <a:lnTo>
                    <a:pt x="219756" y="15287"/>
                  </a:lnTo>
                  <a:lnTo>
                    <a:pt x="218800" y="19587"/>
                  </a:lnTo>
                  <a:lnTo>
                    <a:pt x="218323" y="23409"/>
                  </a:lnTo>
                  <a:lnTo>
                    <a:pt x="217845" y="27231"/>
                  </a:lnTo>
                  <a:lnTo>
                    <a:pt x="217367" y="30575"/>
                  </a:lnTo>
                  <a:lnTo>
                    <a:pt x="218323" y="32963"/>
                  </a:lnTo>
                  <a:lnTo>
                    <a:pt x="219278" y="36785"/>
                  </a:lnTo>
                  <a:lnTo>
                    <a:pt x="220711" y="39174"/>
                  </a:lnTo>
                  <a:lnTo>
                    <a:pt x="222144" y="40129"/>
                  </a:lnTo>
                  <a:lnTo>
                    <a:pt x="223100" y="40129"/>
                  </a:lnTo>
                  <a:lnTo>
                    <a:pt x="224533" y="40129"/>
                  </a:lnTo>
                  <a:lnTo>
                    <a:pt x="227399" y="38696"/>
                  </a:lnTo>
                  <a:lnTo>
                    <a:pt x="231699" y="35352"/>
                  </a:lnTo>
                  <a:lnTo>
                    <a:pt x="235521" y="33441"/>
                  </a:lnTo>
                  <a:lnTo>
                    <a:pt x="241731" y="32486"/>
                  </a:lnTo>
                  <a:lnTo>
                    <a:pt x="241731" y="32486"/>
                  </a:lnTo>
                  <a:lnTo>
                    <a:pt x="243642" y="29141"/>
                  </a:lnTo>
                  <a:lnTo>
                    <a:pt x="246508" y="27231"/>
                  </a:lnTo>
                  <a:lnTo>
                    <a:pt x="252719" y="23886"/>
                  </a:lnTo>
                  <a:lnTo>
                    <a:pt x="256063" y="22931"/>
                  </a:lnTo>
                  <a:lnTo>
                    <a:pt x="257974" y="22453"/>
                  </a:lnTo>
                  <a:lnTo>
                    <a:pt x="260363" y="22931"/>
                  </a:lnTo>
                  <a:lnTo>
                    <a:pt x="260840" y="23409"/>
                  </a:lnTo>
                  <a:lnTo>
                    <a:pt x="261318" y="23409"/>
                  </a:lnTo>
                  <a:lnTo>
                    <a:pt x="262751" y="23886"/>
                  </a:lnTo>
                  <a:lnTo>
                    <a:pt x="262751" y="24842"/>
                  </a:lnTo>
                  <a:lnTo>
                    <a:pt x="262751" y="25798"/>
                  </a:lnTo>
                  <a:lnTo>
                    <a:pt x="261318" y="26753"/>
                  </a:lnTo>
                  <a:lnTo>
                    <a:pt x="261318" y="26753"/>
                  </a:lnTo>
                  <a:lnTo>
                    <a:pt x="260840" y="27231"/>
                  </a:lnTo>
                  <a:lnTo>
                    <a:pt x="261318" y="27708"/>
                  </a:lnTo>
                  <a:lnTo>
                    <a:pt x="261318" y="27708"/>
                  </a:lnTo>
                  <a:lnTo>
                    <a:pt x="263229" y="28186"/>
                  </a:lnTo>
                  <a:lnTo>
                    <a:pt x="267051" y="26753"/>
                  </a:lnTo>
                  <a:lnTo>
                    <a:pt x="269917" y="26275"/>
                  </a:lnTo>
                  <a:lnTo>
                    <a:pt x="271828" y="25798"/>
                  </a:lnTo>
                  <a:lnTo>
                    <a:pt x="272306" y="24842"/>
                  </a:lnTo>
                  <a:lnTo>
                    <a:pt x="273262" y="23886"/>
                  </a:lnTo>
                  <a:lnTo>
                    <a:pt x="275172" y="23886"/>
                  </a:lnTo>
                  <a:lnTo>
                    <a:pt x="277083" y="24364"/>
                  </a:lnTo>
                  <a:lnTo>
                    <a:pt x="278517" y="24364"/>
                  </a:lnTo>
                  <a:lnTo>
                    <a:pt x="281383" y="24364"/>
                  </a:lnTo>
                  <a:lnTo>
                    <a:pt x="282816" y="25320"/>
                  </a:lnTo>
                  <a:lnTo>
                    <a:pt x="284727" y="26753"/>
                  </a:lnTo>
                  <a:lnTo>
                    <a:pt x="285682" y="27708"/>
                  </a:lnTo>
                  <a:lnTo>
                    <a:pt x="285682" y="27708"/>
                  </a:lnTo>
                  <a:lnTo>
                    <a:pt x="286160" y="2818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0" name="Freeform 1099">
              <a:extLst>
                <a:ext uri="{FF2B5EF4-FFF2-40B4-BE49-F238E27FC236}">
                  <a16:creationId xmlns:a16="http://schemas.microsoft.com/office/drawing/2014/main" id="{E655C39E-2119-EEC5-DE81-A89FF9C1662E}"/>
                </a:ext>
              </a:extLst>
            </p:cNvPr>
            <p:cNvSpPr/>
            <p:nvPr/>
          </p:nvSpPr>
          <p:spPr>
            <a:xfrm>
              <a:off x="7367237" y="3933744"/>
              <a:ext cx="955" cy="2388"/>
            </a:xfrm>
            <a:custGeom>
              <a:avLst/>
              <a:gdLst>
                <a:gd name="csX0" fmla="*/ 0 w 955"/>
                <a:gd name="csY0" fmla="*/ 0 h 2388"/>
                <a:gd name="csX1" fmla="*/ 956 w 955"/>
                <a:gd name="csY1" fmla="*/ 1911 h 2388"/>
                <a:gd name="csX2" fmla="*/ 478 w 955"/>
                <a:gd name="csY2" fmla="*/ 2389 h 2388"/>
                <a:gd name="csX3" fmla="*/ 478 w 955"/>
                <a:gd name="csY3" fmla="*/ 2389 h 2388"/>
                <a:gd name="csX4" fmla="*/ 478 w 955"/>
                <a:gd name="csY4" fmla="*/ 1911 h 2388"/>
                <a:gd name="csX5" fmla="*/ 0 w 955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2388">
                  <a:moveTo>
                    <a:pt x="0" y="0"/>
                  </a:moveTo>
                  <a:lnTo>
                    <a:pt x="956" y="1911"/>
                  </a:lnTo>
                  <a:lnTo>
                    <a:pt x="478" y="2389"/>
                  </a:lnTo>
                  <a:lnTo>
                    <a:pt x="478" y="2389"/>
                  </a:lnTo>
                  <a:lnTo>
                    <a:pt x="478" y="19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1" name="Freeform 1100">
              <a:extLst>
                <a:ext uri="{FF2B5EF4-FFF2-40B4-BE49-F238E27FC236}">
                  <a16:creationId xmlns:a16="http://schemas.microsoft.com/office/drawing/2014/main" id="{2F2E24EF-9949-102C-FC45-95D8712977E0}"/>
                </a:ext>
              </a:extLst>
            </p:cNvPr>
            <p:cNvSpPr/>
            <p:nvPr/>
          </p:nvSpPr>
          <p:spPr>
            <a:xfrm>
              <a:off x="7366282" y="3981039"/>
              <a:ext cx="1432" cy="7165"/>
            </a:xfrm>
            <a:custGeom>
              <a:avLst/>
              <a:gdLst>
                <a:gd name="csX0" fmla="*/ 1433 w 1432"/>
                <a:gd name="csY0" fmla="*/ 0 h 7165"/>
                <a:gd name="csX1" fmla="*/ 478 w 1432"/>
                <a:gd name="csY1" fmla="*/ 3344 h 7165"/>
                <a:gd name="csX2" fmla="*/ 478 w 1432"/>
                <a:gd name="csY2" fmla="*/ 5255 h 7165"/>
                <a:gd name="csX3" fmla="*/ 478 w 1432"/>
                <a:gd name="csY3" fmla="*/ 7166 h 7165"/>
                <a:gd name="csX4" fmla="*/ 478 w 1432"/>
                <a:gd name="csY4" fmla="*/ 5255 h 7165"/>
                <a:gd name="csX5" fmla="*/ 0 w 1432"/>
                <a:gd name="csY5" fmla="*/ 3344 h 7165"/>
                <a:gd name="csX6" fmla="*/ 1433 w 1432"/>
                <a:gd name="csY6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7165">
                  <a:moveTo>
                    <a:pt x="1433" y="0"/>
                  </a:moveTo>
                  <a:lnTo>
                    <a:pt x="478" y="3344"/>
                  </a:lnTo>
                  <a:lnTo>
                    <a:pt x="478" y="5255"/>
                  </a:lnTo>
                  <a:lnTo>
                    <a:pt x="478" y="7166"/>
                  </a:lnTo>
                  <a:lnTo>
                    <a:pt x="478" y="5255"/>
                  </a:lnTo>
                  <a:lnTo>
                    <a:pt x="0" y="3344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2" name="Freeform 1101">
              <a:extLst>
                <a:ext uri="{FF2B5EF4-FFF2-40B4-BE49-F238E27FC236}">
                  <a16:creationId xmlns:a16="http://schemas.microsoft.com/office/drawing/2014/main" id="{60F7B15E-6082-4A7F-E7F2-DBD88F56A461}"/>
                </a:ext>
              </a:extLst>
            </p:cNvPr>
            <p:cNvSpPr/>
            <p:nvPr/>
          </p:nvSpPr>
          <p:spPr>
            <a:xfrm>
              <a:off x="7361504" y="3976739"/>
              <a:ext cx="5732" cy="3344"/>
            </a:xfrm>
            <a:custGeom>
              <a:avLst/>
              <a:gdLst>
                <a:gd name="csX0" fmla="*/ 5733 w 5732"/>
                <a:gd name="csY0" fmla="*/ 3344 h 3344"/>
                <a:gd name="csX1" fmla="*/ 4300 w 5732"/>
                <a:gd name="csY1" fmla="*/ 1911 h 3344"/>
                <a:gd name="csX2" fmla="*/ 0 w 5732"/>
                <a:gd name="csY2" fmla="*/ 0 h 3344"/>
                <a:gd name="csX3" fmla="*/ 4300 w 5732"/>
                <a:gd name="csY3" fmla="*/ 1911 h 3344"/>
                <a:gd name="csX4" fmla="*/ 5733 w 5732"/>
                <a:gd name="csY4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3344">
                  <a:moveTo>
                    <a:pt x="5733" y="3344"/>
                  </a:moveTo>
                  <a:lnTo>
                    <a:pt x="4300" y="1911"/>
                  </a:lnTo>
                  <a:lnTo>
                    <a:pt x="0" y="0"/>
                  </a:lnTo>
                  <a:lnTo>
                    <a:pt x="4300" y="1911"/>
                  </a:lnTo>
                  <a:lnTo>
                    <a:pt x="57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96C5DA3F-D170-CDD8-5B47-0925E313746E}"/>
                </a:ext>
              </a:extLst>
            </p:cNvPr>
            <p:cNvSpPr/>
            <p:nvPr/>
          </p:nvSpPr>
          <p:spPr>
            <a:xfrm>
              <a:off x="7360071" y="3575924"/>
              <a:ext cx="4777" cy="3344"/>
            </a:xfrm>
            <a:custGeom>
              <a:avLst/>
              <a:gdLst>
                <a:gd name="csX0" fmla="*/ 4777 w 4777"/>
                <a:gd name="csY0" fmla="*/ 0 h 3344"/>
                <a:gd name="csX1" fmla="*/ 0 w 4777"/>
                <a:gd name="csY1" fmla="*/ 3344 h 3344"/>
                <a:gd name="csX2" fmla="*/ 0 w 4777"/>
                <a:gd name="csY2" fmla="*/ 3344 h 3344"/>
                <a:gd name="csX3" fmla="*/ 4777 w 4777"/>
                <a:gd name="csY3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3344">
                  <a:moveTo>
                    <a:pt x="4777" y="0"/>
                  </a:moveTo>
                  <a:lnTo>
                    <a:pt x="0" y="3344"/>
                  </a:lnTo>
                  <a:lnTo>
                    <a:pt x="0" y="3344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67F33251-25BB-E0A7-54D8-E4A390B98FB2}"/>
                </a:ext>
              </a:extLst>
            </p:cNvPr>
            <p:cNvSpPr/>
            <p:nvPr/>
          </p:nvSpPr>
          <p:spPr>
            <a:xfrm>
              <a:off x="7355294" y="3581657"/>
              <a:ext cx="2866" cy="2388"/>
            </a:xfrm>
            <a:custGeom>
              <a:avLst/>
              <a:gdLst>
                <a:gd name="csX0" fmla="*/ 1433 w 2866"/>
                <a:gd name="csY0" fmla="*/ 1433 h 2388"/>
                <a:gd name="csX1" fmla="*/ 2866 w 2866"/>
                <a:gd name="csY1" fmla="*/ 2389 h 2388"/>
                <a:gd name="csX2" fmla="*/ 1433 w 2866"/>
                <a:gd name="csY2" fmla="*/ 1433 h 2388"/>
                <a:gd name="csX3" fmla="*/ 0 w 2866"/>
                <a:gd name="csY3" fmla="*/ 0 h 2388"/>
                <a:gd name="csX4" fmla="*/ 0 w 2866"/>
                <a:gd name="csY4" fmla="*/ 0 h 2388"/>
                <a:gd name="csX5" fmla="*/ 1433 w 2866"/>
                <a:gd name="csY5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388">
                  <a:moveTo>
                    <a:pt x="1433" y="1433"/>
                  </a:moveTo>
                  <a:lnTo>
                    <a:pt x="2866" y="2389"/>
                  </a:lnTo>
                  <a:lnTo>
                    <a:pt x="1433" y="14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17F10189-2A12-BE65-0D63-E3685162C0FB}"/>
                </a:ext>
              </a:extLst>
            </p:cNvPr>
            <p:cNvSpPr/>
            <p:nvPr/>
          </p:nvSpPr>
          <p:spPr>
            <a:xfrm>
              <a:off x="7351472" y="4015436"/>
              <a:ext cx="3821" cy="1910"/>
            </a:xfrm>
            <a:custGeom>
              <a:avLst/>
              <a:gdLst>
                <a:gd name="csX0" fmla="*/ 3821 w 3821"/>
                <a:gd name="csY0" fmla="*/ 0 h 1910"/>
                <a:gd name="csX1" fmla="*/ 478 w 3821"/>
                <a:gd name="csY1" fmla="*/ 1911 h 1910"/>
                <a:gd name="csX2" fmla="*/ 0 w 3821"/>
                <a:gd name="csY2" fmla="*/ 1911 h 1910"/>
                <a:gd name="csX3" fmla="*/ 478 w 3821"/>
                <a:gd name="csY3" fmla="*/ 1911 h 1910"/>
                <a:gd name="csX4" fmla="*/ 3821 w 3821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1910">
                  <a:moveTo>
                    <a:pt x="3821" y="0"/>
                  </a:moveTo>
                  <a:lnTo>
                    <a:pt x="478" y="1911"/>
                  </a:lnTo>
                  <a:lnTo>
                    <a:pt x="0" y="1911"/>
                  </a:lnTo>
                  <a:lnTo>
                    <a:pt x="478" y="1911"/>
                  </a:lnTo>
                  <a:lnTo>
                    <a:pt x="38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3A0C4596-B7BC-B5D9-B7D8-C02F4E0B865E}"/>
                </a:ext>
              </a:extLst>
            </p:cNvPr>
            <p:cNvSpPr/>
            <p:nvPr/>
          </p:nvSpPr>
          <p:spPr>
            <a:xfrm>
              <a:off x="7344306" y="3580224"/>
              <a:ext cx="8121" cy="1433"/>
            </a:xfrm>
            <a:custGeom>
              <a:avLst/>
              <a:gdLst>
                <a:gd name="csX0" fmla="*/ 8121 w 8121"/>
                <a:gd name="csY0" fmla="*/ 0 h 1433"/>
                <a:gd name="csX1" fmla="*/ 4299 w 8121"/>
                <a:gd name="csY1" fmla="*/ 0 h 1433"/>
                <a:gd name="csX2" fmla="*/ 1433 w 8121"/>
                <a:gd name="csY2" fmla="*/ 478 h 1433"/>
                <a:gd name="csX3" fmla="*/ 0 w 8121"/>
                <a:gd name="csY3" fmla="*/ 1433 h 1433"/>
                <a:gd name="csX4" fmla="*/ 1433 w 8121"/>
                <a:gd name="csY4" fmla="*/ 478 h 1433"/>
                <a:gd name="csX5" fmla="*/ 4299 w 8121"/>
                <a:gd name="csY5" fmla="*/ 0 h 1433"/>
                <a:gd name="csX6" fmla="*/ 8121 w 8121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21" h="1433">
                  <a:moveTo>
                    <a:pt x="8121" y="0"/>
                  </a:moveTo>
                  <a:lnTo>
                    <a:pt x="4299" y="0"/>
                  </a:lnTo>
                  <a:lnTo>
                    <a:pt x="1433" y="478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4299" y="0"/>
                  </a:lnTo>
                  <a:lnTo>
                    <a:pt x="81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7" name="Freeform 1106">
              <a:extLst>
                <a:ext uri="{FF2B5EF4-FFF2-40B4-BE49-F238E27FC236}">
                  <a16:creationId xmlns:a16="http://schemas.microsoft.com/office/drawing/2014/main" id="{A47DF787-FA27-4D3A-7D8D-78D3CB70846D}"/>
                </a:ext>
              </a:extLst>
            </p:cNvPr>
            <p:cNvSpPr/>
            <p:nvPr/>
          </p:nvSpPr>
          <p:spPr>
            <a:xfrm>
              <a:off x="7350516" y="4065119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0 w 1433"/>
                <a:gd name="csY1" fmla="*/ 478 h 477"/>
                <a:gd name="csX2" fmla="*/ 0 w 1433"/>
                <a:gd name="csY2" fmla="*/ 478 h 477"/>
                <a:gd name="csX3" fmla="*/ 1433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8" name="Freeform 1107">
              <a:extLst>
                <a:ext uri="{FF2B5EF4-FFF2-40B4-BE49-F238E27FC236}">
                  <a16:creationId xmlns:a16="http://schemas.microsoft.com/office/drawing/2014/main" id="{8E6E1D8D-2252-7A1A-E6AA-0C642B1E73BE}"/>
                </a:ext>
              </a:extLst>
            </p:cNvPr>
            <p:cNvSpPr/>
            <p:nvPr/>
          </p:nvSpPr>
          <p:spPr>
            <a:xfrm>
              <a:off x="7348605" y="3977695"/>
              <a:ext cx="2866" cy="477"/>
            </a:xfrm>
            <a:custGeom>
              <a:avLst/>
              <a:gdLst>
                <a:gd name="csX0" fmla="*/ 2867 w 2866"/>
                <a:gd name="csY0" fmla="*/ 478 h 477"/>
                <a:gd name="csX1" fmla="*/ 1911 w 2866"/>
                <a:gd name="csY1" fmla="*/ 478 h 477"/>
                <a:gd name="csX2" fmla="*/ 0 w 2866"/>
                <a:gd name="csY2" fmla="*/ 0 h 477"/>
                <a:gd name="csX3" fmla="*/ 1911 w 2866"/>
                <a:gd name="csY3" fmla="*/ 478 h 477"/>
                <a:gd name="csX4" fmla="*/ 2867 w 2866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">
                  <a:moveTo>
                    <a:pt x="2867" y="478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9" name="Freeform 1108">
              <a:extLst>
                <a:ext uri="{FF2B5EF4-FFF2-40B4-BE49-F238E27FC236}">
                  <a16:creationId xmlns:a16="http://schemas.microsoft.com/office/drawing/2014/main" id="{FCC36FD1-C65F-78EF-B62E-12C9ADE296F6}"/>
                </a:ext>
              </a:extLst>
            </p:cNvPr>
            <p:cNvSpPr/>
            <p:nvPr/>
          </p:nvSpPr>
          <p:spPr>
            <a:xfrm>
              <a:off x="7350039" y="3942821"/>
              <a:ext cx="955" cy="1433"/>
            </a:xfrm>
            <a:custGeom>
              <a:avLst/>
              <a:gdLst>
                <a:gd name="csX0" fmla="*/ 955 w 955"/>
                <a:gd name="csY0" fmla="*/ 0 h 1433"/>
                <a:gd name="csX1" fmla="*/ 0 w 955"/>
                <a:gd name="csY1" fmla="*/ 1433 h 1433"/>
                <a:gd name="csX2" fmla="*/ 955 w 955"/>
                <a:gd name="csY2" fmla="*/ 0 h 1433"/>
                <a:gd name="csX3" fmla="*/ 955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955" y="0"/>
                  </a:moveTo>
                  <a:lnTo>
                    <a:pt x="0" y="1433"/>
                  </a:lnTo>
                  <a:lnTo>
                    <a:pt x="955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0" name="Freeform 1109">
              <a:extLst>
                <a:ext uri="{FF2B5EF4-FFF2-40B4-BE49-F238E27FC236}">
                  <a16:creationId xmlns:a16="http://schemas.microsoft.com/office/drawing/2014/main" id="{100C1D6E-8D34-C0DA-EAA7-B8AB5E703283}"/>
                </a:ext>
              </a:extLst>
            </p:cNvPr>
            <p:cNvSpPr/>
            <p:nvPr/>
          </p:nvSpPr>
          <p:spPr>
            <a:xfrm>
              <a:off x="7349084" y="3950464"/>
              <a:ext cx="477" cy="3344"/>
            </a:xfrm>
            <a:custGeom>
              <a:avLst/>
              <a:gdLst>
                <a:gd name="csX0" fmla="*/ 0 w 477"/>
                <a:gd name="csY0" fmla="*/ 0 h 3344"/>
                <a:gd name="csX1" fmla="*/ 478 w 477"/>
                <a:gd name="csY1" fmla="*/ 2867 h 3344"/>
                <a:gd name="csX2" fmla="*/ 478 w 477"/>
                <a:gd name="csY2" fmla="*/ 3344 h 3344"/>
                <a:gd name="csX3" fmla="*/ 478 w 477"/>
                <a:gd name="csY3" fmla="*/ 2867 h 3344"/>
                <a:gd name="csX4" fmla="*/ 0 w 477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3344">
                  <a:moveTo>
                    <a:pt x="0" y="0"/>
                  </a:moveTo>
                  <a:lnTo>
                    <a:pt x="478" y="2867"/>
                  </a:lnTo>
                  <a:lnTo>
                    <a:pt x="478" y="3344"/>
                  </a:lnTo>
                  <a:lnTo>
                    <a:pt x="478" y="286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1" name="Freeform 1110">
              <a:extLst>
                <a:ext uri="{FF2B5EF4-FFF2-40B4-BE49-F238E27FC236}">
                  <a16:creationId xmlns:a16="http://schemas.microsoft.com/office/drawing/2014/main" id="{A89730F2-2F72-E54C-07B9-4B9F89432E2E}"/>
                </a:ext>
              </a:extLst>
            </p:cNvPr>
            <p:cNvSpPr/>
            <p:nvPr/>
          </p:nvSpPr>
          <p:spPr>
            <a:xfrm>
              <a:off x="7347172" y="3976262"/>
              <a:ext cx="1432" cy="1433"/>
            </a:xfrm>
            <a:custGeom>
              <a:avLst/>
              <a:gdLst>
                <a:gd name="csX0" fmla="*/ 0 w 1432"/>
                <a:gd name="csY0" fmla="*/ 0 h 1433"/>
                <a:gd name="csX1" fmla="*/ 1433 w 1432"/>
                <a:gd name="csY1" fmla="*/ 1433 h 1433"/>
                <a:gd name="csX2" fmla="*/ 0 w 1432"/>
                <a:gd name="csY2" fmla="*/ 478 h 1433"/>
                <a:gd name="csX3" fmla="*/ 0 w 1432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1433">
                  <a:moveTo>
                    <a:pt x="0" y="0"/>
                  </a:moveTo>
                  <a:lnTo>
                    <a:pt x="1433" y="1433"/>
                  </a:lnTo>
                  <a:lnTo>
                    <a:pt x="0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2" name="Freeform 1111">
              <a:extLst>
                <a:ext uri="{FF2B5EF4-FFF2-40B4-BE49-F238E27FC236}">
                  <a16:creationId xmlns:a16="http://schemas.microsoft.com/office/drawing/2014/main" id="{A7C51885-57F5-5FB5-C612-BCFE9A096D31}"/>
                </a:ext>
              </a:extLst>
            </p:cNvPr>
            <p:cNvSpPr/>
            <p:nvPr/>
          </p:nvSpPr>
          <p:spPr>
            <a:xfrm>
              <a:off x="7348128" y="3948076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0 w 477"/>
                <a:gd name="csY1" fmla="*/ 478 h 1433"/>
                <a:gd name="csX2" fmla="*/ 0 w 477"/>
                <a:gd name="csY2" fmla="*/ 1433 h 1433"/>
                <a:gd name="csX3" fmla="*/ 0 w 477"/>
                <a:gd name="csY3" fmla="*/ 478 h 1433"/>
                <a:gd name="csX4" fmla="*/ 478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0" y="478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3" name="Freeform 1112">
              <a:extLst>
                <a:ext uri="{FF2B5EF4-FFF2-40B4-BE49-F238E27FC236}">
                  <a16:creationId xmlns:a16="http://schemas.microsoft.com/office/drawing/2014/main" id="{72569E25-D69F-F26E-433F-85281EEF15AC}"/>
                </a:ext>
              </a:extLst>
            </p:cNvPr>
            <p:cNvSpPr/>
            <p:nvPr/>
          </p:nvSpPr>
          <p:spPr>
            <a:xfrm>
              <a:off x="7346217" y="3966229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6 w 955"/>
                <a:gd name="csY1" fmla="*/ 956 h 955"/>
                <a:gd name="csX2" fmla="*/ 0 w 955"/>
                <a:gd name="csY2" fmla="*/ 0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6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4" name="Freeform 1113">
              <a:extLst>
                <a:ext uri="{FF2B5EF4-FFF2-40B4-BE49-F238E27FC236}">
                  <a16:creationId xmlns:a16="http://schemas.microsoft.com/office/drawing/2014/main" id="{E42FC70F-39E9-8923-4738-2206C2D2B701}"/>
                </a:ext>
              </a:extLst>
            </p:cNvPr>
            <p:cNvSpPr/>
            <p:nvPr/>
          </p:nvSpPr>
          <p:spPr>
            <a:xfrm>
              <a:off x="7343350" y="3961930"/>
              <a:ext cx="2866" cy="4299"/>
            </a:xfrm>
            <a:custGeom>
              <a:avLst/>
              <a:gdLst>
                <a:gd name="csX0" fmla="*/ 1911 w 2866"/>
                <a:gd name="csY0" fmla="*/ 2866 h 4299"/>
                <a:gd name="csX1" fmla="*/ 2866 w 2866"/>
                <a:gd name="csY1" fmla="*/ 4299 h 4299"/>
                <a:gd name="csX2" fmla="*/ 1911 w 2866"/>
                <a:gd name="csY2" fmla="*/ 2866 h 4299"/>
                <a:gd name="csX3" fmla="*/ 0 w 2866"/>
                <a:gd name="csY3" fmla="*/ 0 h 4299"/>
                <a:gd name="csX4" fmla="*/ 1911 w 2866"/>
                <a:gd name="csY4" fmla="*/ 286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299">
                  <a:moveTo>
                    <a:pt x="1911" y="2866"/>
                  </a:moveTo>
                  <a:lnTo>
                    <a:pt x="2866" y="4299"/>
                  </a:lnTo>
                  <a:lnTo>
                    <a:pt x="1911" y="2866"/>
                  </a:lnTo>
                  <a:lnTo>
                    <a:pt x="0" y="0"/>
                  </a:lnTo>
                  <a:lnTo>
                    <a:pt x="191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5" name="Freeform 1114">
              <a:extLst>
                <a:ext uri="{FF2B5EF4-FFF2-40B4-BE49-F238E27FC236}">
                  <a16:creationId xmlns:a16="http://schemas.microsoft.com/office/drawing/2014/main" id="{35AC0970-2796-C379-1695-DD6B8E64DB84}"/>
                </a:ext>
              </a:extLst>
            </p:cNvPr>
            <p:cNvSpPr/>
            <p:nvPr/>
          </p:nvSpPr>
          <p:spPr>
            <a:xfrm>
              <a:off x="7345261" y="3970051"/>
              <a:ext cx="477" cy="1433"/>
            </a:xfrm>
            <a:custGeom>
              <a:avLst/>
              <a:gdLst>
                <a:gd name="csX0" fmla="*/ 0 w 477"/>
                <a:gd name="csY0" fmla="*/ 478 h 1433"/>
                <a:gd name="csX1" fmla="*/ 478 w 477"/>
                <a:gd name="csY1" fmla="*/ 1433 h 1433"/>
                <a:gd name="csX2" fmla="*/ 0 w 477"/>
                <a:gd name="csY2" fmla="*/ 955 h 1433"/>
                <a:gd name="csX3" fmla="*/ 0 w 477"/>
                <a:gd name="csY3" fmla="*/ 0 h 1433"/>
                <a:gd name="csX4" fmla="*/ 0 w 477"/>
                <a:gd name="csY4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0" y="478"/>
                  </a:moveTo>
                  <a:lnTo>
                    <a:pt x="478" y="1433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6" name="Freeform 1115">
              <a:extLst>
                <a:ext uri="{FF2B5EF4-FFF2-40B4-BE49-F238E27FC236}">
                  <a16:creationId xmlns:a16="http://schemas.microsoft.com/office/drawing/2014/main" id="{A774B4B4-63A4-E00B-DC61-E6BD3A4FE964}"/>
                </a:ext>
              </a:extLst>
            </p:cNvPr>
            <p:cNvSpPr/>
            <p:nvPr/>
          </p:nvSpPr>
          <p:spPr>
            <a:xfrm>
              <a:off x="7344306" y="4005881"/>
              <a:ext cx="1432" cy="955"/>
            </a:xfrm>
            <a:custGeom>
              <a:avLst/>
              <a:gdLst>
                <a:gd name="csX0" fmla="*/ 1433 w 1432"/>
                <a:gd name="csY0" fmla="*/ 0 h 955"/>
                <a:gd name="csX1" fmla="*/ 0 w 1432"/>
                <a:gd name="csY1" fmla="*/ 955 h 955"/>
                <a:gd name="csX2" fmla="*/ 0 w 1432"/>
                <a:gd name="csY2" fmla="*/ 955 h 955"/>
                <a:gd name="csX3" fmla="*/ 1433 w 1432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955">
                  <a:moveTo>
                    <a:pt x="1433" y="0"/>
                  </a:moveTo>
                  <a:lnTo>
                    <a:pt x="0" y="955"/>
                  </a:lnTo>
                  <a:lnTo>
                    <a:pt x="0" y="955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7" name="Freeform 1116">
              <a:extLst>
                <a:ext uri="{FF2B5EF4-FFF2-40B4-BE49-F238E27FC236}">
                  <a16:creationId xmlns:a16="http://schemas.microsoft.com/office/drawing/2014/main" id="{BCC0B3EA-34B5-E99F-C59F-8F2E22624128}"/>
                </a:ext>
              </a:extLst>
            </p:cNvPr>
            <p:cNvSpPr/>
            <p:nvPr/>
          </p:nvSpPr>
          <p:spPr>
            <a:xfrm>
              <a:off x="7345261" y="3567325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1433 h 1433"/>
                <a:gd name="csX2" fmla="*/ 478 w 477"/>
                <a:gd name="csY2" fmla="*/ 1433 h 1433"/>
                <a:gd name="csX3" fmla="*/ 0 w 477"/>
                <a:gd name="csY3" fmla="*/ 0 h 1433"/>
                <a:gd name="csX4" fmla="*/ 478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1433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8" name="Freeform 1117">
              <a:extLst>
                <a:ext uri="{FF2B5EF4-FFF2-40B4-BE49-F238E27FC236}">
                  <a16:creationId xmlns:a16="http://schemas.microsoft.com/office/drawing/2014/main" id="{66064FF1-BF85-509F-910A-8F1894950059}"/>
                </a:ext>
              </a:extLst>
            </p:cNvPr>
            <p:cNvSpPr/>
            <p:nvPr/>
          </p:nvSpPr>
          <p:spPr>
            <a:xfrm>
              <a:off x="7344784" y="3568758"/>
              <a:ext cx="955" cy="1910"/>
            </a:xfrm>
            <a:custGeom>
              <a:avLst/>
              <a:gdLst>
                <a:gd name="csX0" fmla="*/ 955 w 955"/>
                <a:gd name="csY0" fmla="*/ 0 h 1910"/>
                <a:gd name="csX1" fmla="*/ 0 w 955"/>
                <a:gd name="csY1" fmla="*/ 1911 h 1910"/>
                <a:gd name="csX2" fmla="*/ 0 w 955"/>
                <a:gd name="csY2" fmla="*/ 1911 h 1910"/>
                <a:gd name="csX3" fmla="*/ 955 w 955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0">
                  <a:moveTo>
                    <a:pt x="955" y="0"/>
                  </a:moveTo>
                  <a:lnTo>
                    <a:pt x="0" y="1911"/>
                  </a:lnTo>
                  <a:lnTo>
                    <a:pt x="0" y="1911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9" name="Freeform 1118">
              <a:extLst>
                <a:ext uri="{FF2B5EF4-FFF2-40B4-BE49-F238E27FC236}">
                  <a16:creationId xmlns:a16="http://schemas.microsoft.com/office/drawing/2014/main" id="{4AA4B55C-7167-AABA-2E7A-AC141D92F149}"/>
                </a:ext>
              </a:extLst>
            </p:cNvPr>
            <p:cNvSpPr/>
            <p:nvPr/>
          </p:nvSpPr>
          <p:spPr>
            <a:xfrm>
              <a:off x="7343828" y="3566370"/>
              <a:ext cx="1433" cy="955"/>
            </a:xfrm>
            <a:custGeom>
              <a:avLst/>
              <a:gdLst>
                <a:gd name="csX0" fmla="*/ 956 w 1433"/>
                <a:gd name="csY0" fmla="*/ 0 h 955"/>
                <a:gd name="csX1" fmla="*/ 1433 w 1433"/>
                <a:gd name="csY1" fmla="*/ 956 h 955"/>
                <a:gd name="csX2" fmla="*/ 956 w 1433"/>
                <a:gd name="csY2" fmla="*/ 0 h 955"/>
                <a:gd name="csX3" fmla="*/ 0 w 1433"/>
                <a:gd name="csY3" fmla="*/ 0 h 955"/>
                <a:gd name="csX4" fmla="*/ 956 w 1433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955">
                  <a:moveTo>
                    <a:pt x="956" y="0"/>
                  </a:moveTo>
                  <a:lnTo>
                    <a:pt x="1433" y="956"/>
                  </a:lnTo>
                  <a:lnTo>
                    <a:pt x="956" y="0"/>
                  </a:lnTo>
                  <a:lnTo>
                    <a:pt x="0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0" name="Freeform 1119">
              <a:extLst>
                <a:ext uri="{FF2B5EF4-FFF2-40B4-BE49-F238E27FC236}">
                  <a16:creationId xmlns:a16="http://schemas.microsoft.com/office/drawing/2014/main" id="{130027BF-03D4-E8DD-1958-69C81F1CE2A5}"/>
                </a:ext>
              </a:extLst>
            </p:cNvPr>
            <p:cNvSpPr/>
            <p:nvPr/>
          </p:nvSpPr>
          <p:spPr>
            <a:xfrm>
              <a:off x="7340007" y="3581657"/>
              <a:ext cx="4299" cy="3344"/>
            </a:xfrm>
            <a:custGeom>
              <a:avLst/>
              <a:gdLst>
                <a:gd name="csX0" fmla="*/ 4300 w 4299"/>
                <a:gd name="csY0" fmla="*/ 0 h 3344"/>
                <a:gd name="csX1" fmla="*/ 478 w 4299"/>
                <a:gd name="csY1" fmla="*/ 3344 h 3344"/>
                <a:gd name="csX2" fmla="*/ 0 w 4299"/>
                <a:gd name="csY2" fmla="*/ 3344 h 3344"/>
                <a:gd name="csX3" fmla="*/ 478 w 4299"/>
                <a:gd name="csY3" fmla="*/ 2866 h 3344"/>
                <a:gd name="csX4" fmla="*/ 4300 w 4299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3344">
                  <a:moveTo>
                    <a:pt x="4300" y="0"/>
                  </a:moveTo>
                  <a:lnTo>
                    <a:pt x="478" y="3344"/>
                  </a:lnTo>
                  <a:lnTo>
                    <a:pt x="0" y="3344"/>
                  </a:lnTo>
                  <a:lnTo>
                    <a:pt x="478" y="2866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1" name="Freeform 1120">
              <a:extLst>
                <a:ext uri="{FF2B5EF4-FFF2-40B4-BE49-F238E27FC236}">
                  <a16:creationId xmlns:a16="http://schemas.microsoft.com/office/drawing/2014/main" id="{7BAA1C5D-EB81-4289-220D-A9E494514C23}"/>
                </a:ext>
              </a:extLst>
            </p:cNvPr>
            <p:cNvSpPr/>
            <p:nvPr/>
          </p:nvSpPr>
          <p:spPr>
            <a:xfrm>
              <a:off x="7333796" y="3569236"/>
              <a:ext cx="5254" cy="477"/>
            </a:xfrm>
            <a:custGeom>
              <a:avLst/>
              <a:gdLst>
                <a:gd name="csX0" fmla="*/ 5255 w 5254"/>
                <a:gd name="csY0" fmla="*/ 478 h 477"/>
                <a:gd name="csX1" fmla="*/ 5255 w 5254"/>
                <a:gd name="csY1" fmla="*/ 478 h 477"/>
                <a:gd name="csX2" fmla="*/ 2866 w 5254"/>
                <a:gd name="csY2" fmla="*/ 478 h 477"/>
                <a:gd name="csX3" fmla="*/ 1911 w 5254"/>
                <a:gd name="csY3" fmla="*/ 478 h 477"/>
                <a:gd name="csX4" fmla="*/ 0 w 5254"/>
                <a:gd name="csY4" fmla="*/ 0 h 477"/>
                <a:gd name="csX5" fmla="*/ 2389 w 5254"/>
                <a:gd name="csY5" fmla="*/ 478 h 477"/>
                <a:gd name="csX6" fmla="*/ 2866 w 5254"/>
                <a:gd name="csY6" fmla="*/ 478 h 477"/>
                <a:gd name="csX7" fmla="*/ 5255 w 5254"/>
                <a:gd name="csY7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477">
                  <a:moveTo>
                    <a:pt x="5255" y="478"/>
                  </a:moveTo>
                  <a:lnTo>
                    <a:pt x="5255" y="478"/>
                  </a:lnTo>
                  <a:lnTo>
                    <a:pt x="2866" y="478"/>
                  </a:lnTo>
                  <a:lnTo>
                    <a:pt x="1911" y="478"/>
                  </a:lnTo>
                  <a:lnTo>
                    <a:pt x="0" y="0"/>
                  </a:lnTo>
                  <a:lnTo>
                    <a:pt x="2389" y="478"/>
                  </a:lnTo>
                  <a:lnTo>
                    <a:pt x="2866" y="478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2" name="Freeform 1121">
              <a:extLst>
                <a:ext uri="{FF2B5EF4-FFF2-40B4-BE49-F238E27FC236}">
                  <a16:creationId xmlns:a16="http://schemas.microsoft.com/office/drawing/2014/main" id="{8F957E39-4069-5368-0D3B-1C99F31276B7}"/>
                </a:ext>
              </a:extLst>
            </p:cNvPr>
            <p:cNvSpPr/>
            <p:nvPr/>
          </p:nvSpPr>
          <p:spPr>
            <a:xfrm>
              <a:off x="7337140" y="3580702"/>
              <a:ext cx="1432" cy="2866"/>
            </a:xfrm>
            <a:custGeom>
              <a:avLst/>
              <a:gdLst>
                <a:gd name="csX0" fmla="*/ 955 w 1432"/>
                <a:gd name="csY0" fmla="*/ 1911 h 2866"/>
                <a:gd name="csX1" fmla="*/ 1433 w 1432"/>
                <a:gd name="csY1" fmla="*/ 2866 h 2866"/>
                <a:gd name="csX2" fmla="*/ 478 w 1432"/>
                <a:gd name="csY2" fmla="*/ 1911 h 2866"/>
                <a:gd name="csX3" fmla="*/ 0 w 1432"/>
                <a:gd name="csY3" fmla="*/ 0 h 2866"/>
                <a:gd name="csX4" fmla="*/ 955 w 1432"/>
                <a:gd name="csY4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2866">
                  <a:moveTo>
                    <a:pt x="955" y="1911"/>
                  </a:moveTo>
                  <a:lnTo>
                    <a:pt x="1433" y="2866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3" name="Freeform 1122">
              <a:extLst>
                <a:ext uri="{FF2B5EF4-FFF2-40B4-BE49-F238E27FC236}">
                  <a16:creationId xmlns:a16="http://schemas.microsoft.com/office/drawing/2014/main" id="{DE0A20EA-F70C-CE1A-9292-E8CC8423F383}"/>
                </a:ext>
              </a:extLst>
            </p:cNvPr>
            <p:cNvSpPr/>
            <p:nvPr/>
          </p:nvSpPr>
          <p:spPr>
            <a:xfrm>
              <a:off x="7337140" y="3883582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0 w 477"/>
                <a:gd name="csY2" fmla="*/ 0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4" name="Freeform 1123">
              <a:extLst>
                <a:ext uri="{FF2B5EF4-FFF2-40B4-BE49-F238E27FC236}">
                  <a16:creationId xmlns:a16="http://schemas.microsoft.com/office/drawing/2014/main" id="{63204A97-C472-8F63-468C-A12E5F56CF54}"/>
                </a:ext>
              </a:extLst>
            </p:cNvPr>
            <p:cNvSpPr/>
            <p:nvPr/>
          </p:nvSpPr>
          <p:spPr>
            <a:xfrm>
              <a:off x="6998430" y="3800457"/>
              <a:ext cx="339187" cy="203035"/>
            </a:xfrm>
            <a:custGeom>
              <a:avLst/>
              <a:gdLst>
                <a:gd name="csX0" fmla="*/ 286638 w 339187"/>
                <a:gd name="csY0" fmla="*/ 120865 h 203035"/>
                <a:gd name="csX1" fmla="*/ 286638 w 339187"/>
                <a:gd name="csY1" fmla="*/ 120865 h 203035"/>
                <a:gd name="csX2" fmla="*/ 286638 w 339187"/>
                <a:gd name="csY2" fmla="*/ 119432 h 203035"/>
                <a:gd name="csX3" fmla="*/ 285682 w 339187"/>
                <a:gd name="csY3" fmla="*/ 119432 h 203035"/>
                <a:gd name="csX4" fmla="*/ 285682 w 339187"/>
                <a:gd name="csY4" fmla="*/ 120388 h 203035"/>
                <a:gd name="csX5" fmla="*/ 287115 w 339187"/>
                <a:gd name="csY5" fmla="*/ 121343 h 203035"/>
                <a:gd name="csX6" fmla="*/ 286638 w 339187"/>
                <a:gd name="csY6" fmla="*/ 121343 h 203035"/>
                <a:gd name="csX7" fmla="*/ 286638 w 339187"/>
                <a:gd name="csY7" fmla="*/ 120865 h 203035"/>
                <a:gd name="csX8" fmla="*/ 335843 w 339187"/>
                <a:gd name="csY8" fmla="*/ 124210 h 203035"/>
                <a:gd name="csX9" fmla="*/ 335843 w 339187"/>
                <a:gd name="csY9" fmla="*/ 124210 h 203035"/>
                <a:gd name="csX10" fmla="*/ 329156 w 339187"/>
                <a:gd name="csY10" fmla="*/ 128031 h 203035"/>
                <a:gd name="csX11" fmla="*/ 329156 w 339187"/>
                <a:gd name="csY11" fmla="*/ 128031 h 203035"/>
                <a:gd name="csX12" fmla="*/ 329156 w 339187"/>
                <a:gd name="csY12" fmla="*/ 128987 h 203035"/>
                <a:gd name="csX13" fmla="*/ 327245 w 339187"/>
                <a:gd name="csY13" fmla="*/ 130420 h 203035"/>
                <a:gd name="csX14" fmla="*/ 324856 w 339187"/>
                <a:gd name="csY14" fmla="*/ 130420 h 203035"/>
                <a:gd name="csX15" fmla="*/ 321512 w 339187"/>
                <a:gd name="csY15" fmla="*/ 128987 h 203035"/>
                <a:gd name="csX16" fmla="*/ 321512 w 339187"/>
                <a:gd name="csY16" fmla="*/ 128987 h 203035"/>
                <a:gd name="csX17" fmla="*/ 321512 w 339187"/>
                <a:gd name="csY17" fmla="*/ 129942 h 203035"/>
                <a:gd name="csX18" fmla="*/ 321512 w 339187"/>
                <a:gd name="csY18" fmla="*/ 129942 h 203035"/>
                <a:gd name="csX19" fmla="*/ 322467 w 339187"/>
                <a:gd name="csY19" fmla="*/ 131853 h 203035"/>
                <a:gd name="csX20" fmla="*/ 322467 w 339187"/>
                <a:gd name="csY20" fmla="*/ 132809 h 203035"/>
                <a:gd name="csX21" fmla="*/ 319601 w 339187"/>
                <a:gd name="csY21" fmla="*/ 132809 h 203035"/>
                <a:gd name="csX22" fmla="*/ 319601 w 339187"/>
                <a:gd name="csY22" fmla="*/ 131853 h 203035"/>
                <a:gd name="csX23" fmla="*/ 317212 w 339187"/>
                <a:gd name="csY23" fmla="*/ 131853 h 203035"/>
                <a:gd name="csX24" fmla="*/ 314824 w 339187"/>
                <a:gd name="csY24" fmla="*/ 134719 h 203035"/>
                <a:gd name="csX25" fmla="*/ 313868 w 339187"/>
                <a:gd name="csY25" fmla="*/ 135675 h 203035"/>
                <a:gd name="csX26" fmla="*/ 313868 w 339187"/>
                <a:gd name="csY26" fmla="*/ 136631 h 203035"/>
                <a:gd name="csX27" fmla="*/ 311479 w 339187"/>
                <a:gd name="csY27" fmla="*/ 136631 h 203035"/>
                <a:gd name="csX28" fmla="*/ 310047 w 339187"/>
                <a:gd name="csY28" fmla="*/ 137586 h 203035"/>
                <a:gd name="csX29" fmla="*/ 308613 w 339187"/>
                <a:gd name="csY29" fmla="*/ 138542 h 203035"/>
                <a:gd name="csX30" fmla="*/ 308613 w 339187"/>
                <a:gd name="csY30" fmla="*/ 138542 h 203035"/>
                <a:gd name="csX31" fmla="*/ 308613 w 339187"/>
                <a:gd name="csY31" fmla="*/ 137108 h 203035"/>
                <a:gd name="csX32" fmla="*/ 306702 w 339187"/>
                <a:gd name="csY32" fmla="*/ 137108 h 203035"/>
                <a:gd name="csX33" fmla="*/ 305269 w 339187"/>
                <a:gd name="csY33" fmla="*/ 136153 h 203035"/>
                <a:gd name="csX34" fmla="*/ 303836 w 339187"/>
                <a:gd name="csY34" fmla="*/ 135197 h 203035"/>
                <a:gd name="csX35" fmla="*/ 296192 w 339187"/>
                <a:gd name="csY35" fmla="*/ 135197 h 203035"/>
                <a:gd name="csX36" fmla="*/ 296192 w 339187"/>
                <a:gd name="csY36" fmla="*/ 136153 h 203035"/>
                <a:gd name="csX37" fmla="*/ 294759 w 339187"/>
                <a:gd name="csY37" fmla="*/ 136153 h 203035"/>
                <a:gd name="csX38" fmla="*/ 289982 w 339187"/>
                <a:gd name="csY38" fmla="*/ 137108 h 203035"/>
                <a:gd name="csX39" fmla="*/ 289026 w 339187"/>
                <a:gd name="csY39" fmla="*/ 137108 h 203035"/>
                <a:gd name="csX40" fmla="*/ 288071 w 339187"/>
                <a:gd name="csY40" fmla="*/ 135675 h 203035"/>
                <a:gd name="csX41" fmla="*/ 288071 w 339187"/>
                <a:gd name="csY41" fmla="*/ 135675 h 203035"/>
                <a:gd name="csX42" fmla="*/ 288071 w 339187"/>
                <a:gd name="csY42" fmla="*/ 134242 h 203035"/>
                <a:gd name="csX43" fmla="*/ 286160 w 339187"/>
                <a:gd name="csY43" fmla="*/ 134242 h 203035"/>
                <a:gd name="csX44" fmla="*/ 284727 w 339187"/>
                <a:gd name="csY44" fmla="*/ 133286 h 203035"/>
                <a:gd name="csX45" fmla="*/ 284727 w 339187"/>
                <a:gd name="csY45" fmla="*/ 133286 h 203035"/>
                <a:gd name="csX46" fmla="*/ 284727 w 339187"/>
                <a:gd name="csY46" fmla="*/ 132331 h 203035"/>
                <a:gd name="csX47" fmla="*/ 284727 w 339187"/>
                <a:gd name="csY47" fmla="*/ 132331 h 203035"/>
                <a:gd name="csX48" fmla="*/ 284727 w 339187"/>
                <a:gd name="csY48" fmla="*/ 131376 h 203035"/>
                <a:gd name="csX49" fmla="*/ 288071 w 339187"/>
                <a:gd name="csY49" fmla="*/ 128509 h 203035"/>
                <a:gd name="csX50" fmla="*/ 290937 w 339187"/>
                <a:gd name="csY50" fmla="*/ 126120 h 203035"/>
                <a:gd name="csX51" fmla="*/ 290937 w 339187"/>
                <a:gd name="csY51" fmla="*/ 126120 h 203035"/>
                <a:gd name="csX52" fmla="*/ 290937 w 339187"/>
                <a:gd name="csY52" fmla="*/ 124687 h 203035"/>
                <a:gd name="csX53" fmla="*/ 290937 w 339187"/>
                <a:gd name="csY53" fmla="*/ 124687 h 203035"/>
                <a:gd name="csX54" fmla="*/ 288549 w 339187"/>
                <a:gd name="csY54" fmla="*/ 123254 h 203035"/>
                <a:gd name="csX55" fmla="*/ 288549 w 339187"/>
                <a:gd name="csY55" fmla="*/ 123254 h 203035"/>
                <a:gd name="csX56" fmla="*/ 288549 w 339187"/>
                <a:gd name="csY56" fmla="*/ 122299 h 203035"/>
                <a:gd name="csX57" fmla="*/ 288549 w 339187"/>
                <a:gd name="csY57" fmla="*/ 122299 h 203035"/>
                <a:gd name="csX58" fmla="*/ 287115 w 339187"/>
                <a:gd name="csY58" fmla="*/ 120388 h 203035"/>
                <a:gd name="csX59" fmla="*/ 287115 w 339187"/>
                <a:gd name="csY59" fmla="*/ 120388 h 203035"/>
                <a:gd name="csX60" fmla="*/ 284249 w 339187"/>
                <a:gd name="csY60" fmla="*/ 117521 h 203035"/>
                <a:gd name="csX61" fmla="*/ 282816 w 339187"/>
                <a:gd name="csY61" fmla="*/ 117521 h 203035"/>
                <a:gd name="csX62" fmla="*/ 281860 w 339187"/>
                <a:gd name="csY62" fmla="*/ 119910 h 203035"/>
                <a:gd name="csX63" fmla="*/ 281860 w 339187"/>
                <a:gd name="csY63" fmla="*/ 119910 h 203035"/>
                <a:gd name="csX64" fmla="*/ 278994 w 339187"/>
                <a:gd name="csY64" fmla="*/ 122299 h 203035"/>
                <a:gd name="csX65" fmla="*/ 276605 w 339187"/>
                <a:gd name="csY65" fmla="*/ 123254 h 203035"/>
                <a:gd name="csX66" fmla="*/ 271828 w 339187"/>
                <a:gd name="csY66" fmla="*/ 125165 h 203035"/>
                <a:gd name="csX67" fmla="*/ 268961 w 339187"/>
                <a:gd name="csY67" fmla="*/ 125165 h 203035"/>
                <a:gd name="csX68" fmla="*/ 266573 w 339187"/>
                <a:gd name="csY68" fmla="*/ 122776 h 203035"/>
                <a:gd name="csX69" fmla="*/ 263706 w 339187"/>
                <a:gd name="csY69" fmla="*/ 122776 h 203035"/>
                <a:gd name="csX70" fmla="*/ 263706 w 339187"/>
                <a:gd name="csY70" fmla="*/ 125643 h 203035"/>
                <a:gd name="csX71" fmla="*/ 262751 w 339187"/>
                <a:gd name="csY71" fmla="*/ 126598 h 203035"/>
                <a:gd name="csX72" fmla="*/ 261795 w 339187"/>
                <a:gd name="csY72" fmla="*/ 126598 h 203035"/>
                <a:gd name="csX73" fmla="*/ 263706 w 339187"/>
                <a:gd name="csY73" fmla="*/ 132809 h 203035"/>
                <a:gd name="csX74" fmla="*/ 263706 w 339187"/>
                <a:gd name="csY74" fmla="*/ 133764 h 203035"/>
                <a:gd name="csX75" fmla="*/ 262274 w 339187"/>
                <a:gd name="csY75" fmla="*/ 133764 h 203035"/>
                <a:gd name="csX76" fmla="*/ 263229 w 339187"/>
                <a:gd name="csY76" fmla="*/ 135675 h 203035"/>
                <a:gd name="csX77" fmla="*/ 250808 w 339187"/>
                <a:gd name="csY77" fmla="*/ 135675 h 203035"/>
                <a:gd name="csX78" fmla="*/ 250808 w 339187"/>
                <a:gd name="csY78" fmla="*/ 137108 h 203035"/>
                <a:gd name="csX79" fmla="*/ 257018 w 339187"/>
                <a:gd name="csY79" fmla="*/ 137108 h 203035"/>
                <a:gd name="csX80" fmla="*/ 257018 w 339187"/>
                <a:gd name="csY80" fmla="*/ 138064 h 203035"/>
                <a:gd name="csX81" fmla="*/ 254629 w 339187"/>
                <a:gd name="csY81" fmla="*/ 138064 h 203035"/>
                <a:gd name="csX82" fmla="*/ 254629 w 339187"/>
                <a:gd name="csY82" fmla="*/ 139019 h 203035"/>
                <a:gd name="csX83" fmla="*/ 255585 w 339187"/>
                <a:gd name="csY83" fmla="*/ 140452 h 203035"/>
                <a:gd name="csX84" fmla="*/ 256540 w 339187"/>
                <a:gd name="csY84" fmla="*/ 141408 h 203035"/>
                <a:gd name="csX85" fmla="*/ 256540 w 339187"/>
                <a:gd name="csY85" fmla="*/ 141408 h 203035"/>
                <a:gd name="csX86" fmla="*/ 256540 w 339187"/>
                <a:gd name="csY86" fmla="*/ 142363 h 203035"/>
                <a:gd name="csX87" fmla="*/ 255585 w 339187"/>
                <a:gd name="csY87" fmla="*/ 142363 h 203035"/>
                <a:gd name="csX88" fmla="*/ 255585 w 339187"/>
                <a:gd name="csY88" fmla="*/ 143319 h 203035"/>
                <a:gd name="csX89" fmla="*/ 253674 w 339187"/>
                <a:gd name="csY89" fmla="*/ 143319 h 203035"/>
                <a:gd name="csX90" fmla="*/ 253674 w 339187"/>
                <a:gd name="csY90" fmla="*/ 145707 h 203035"/>
                <a:gd name="csX91" fmla="*/ 252719 w 339187"/>
                <a:gd name="csY91" fmla="*/ 148096 h 203035"/>
                <a:gd name="csX92" fmla="*/ 251286 w 339187"/>
                <a:gd name="csY92" fmla="*/ 150007 h 203035"/>
                <a:gd name="csX93" fmla="*/ 242686 w 339187"/>
                <a:gd name="csY93" fmla="*/ 150007 h 203035"/>
                <a:gd name="csX94" fmla="*/ 239342 w 339187"/>
                <a:gd name="csY94" fmla="*/ 148574 h 203035"/>
                <a:gd name="csX95" fmla="*/ 234565 w 339187"/>
                <a:gd name="csY95" fmla="*/ 148574 h 203035"/>
                <a:gd name="csX96" fmla="*/ 232176 w 339187"/>
                <a:gd name="csY96" fmla="*/ 150007 h 203035"/>
                <a:gd name="csX97" fmla="*/ 231221 w 339187"/>
                <a:gd name="csY97" fmla="*/ 150962 h 203035"/>
                <a:gd name="csX98" fmla="*/ 231221 w 339187"/>
                <a:gd name="csY98" fmla="*/ 151918 h 203035"/>
                <a:gd name="csX99" fmla="*/ 229788 w 339187"/>
                <a:gd name="csY99" fmla="*/ 151918 h 203035"/>
                <a:gd name="csX100" fmla="*/ 228354 w 339187"/>
                <a:gd name="csY100" fmla="*/ 157173 h 203035"/>
                <a:gd name="csX101" fmla="*/ 229310 w 339187"/>
                <a:gd name="csY101" fmla="*/ 157173 h 203035"/>
                <a:gd name="csX102" fmla="*/ 233610 w 339187"/>
                <a:gd name="csY102" fmla="*/ 158606 h 203035"/>
                <a:gd name="csX103" fmla="*/ 233610 w 339187"/>
                <a:gd name="csY103" fmla="*/ 158606 h 203035"/>
                <a:gd name="csX104" fmla="*/ 233610 w 339187"/>
                <a:gd name="csY104" fmla="*/ 161950 h 203035"/>
                <a:gd name="csX105" fmla="*/ 241731 w 339187"/>
                <a:gd name="csY105" fmla="*/ 161950 h 203035"/>
                <a:gd name="csX106" fmla="*/ 241731 w 339187"/>
                <a:gd name="csY106" fmla="*/ 163383 h 203035"/>
                <a:gd name="csX107" fmla="*/ 242686 w 339187"/>
                <a:gd name="csY107" fmla="*/ 164339 h 203035"/>
                <a:gd name="csX108" fmla="*/ 240776 w 339187"/>
                <a:gd name="csY108" fmla="*/ 169594 h 203035"/>
                <a:gd name="csX109" fmla="*/ 240776 w 339187"/>
                <a:gd name="csY109" fmla="*/ 171505 h 203035"/>
                <a:gd name="csX110" fmla="*/ 241731 w 339187"/>
                <a:gd name="csY110" fmla="*/ 174371 h 203035"/>
                <a:gd name="csX111" fmla="*/ 242686 w 339187"/>
                <a:gd name="csY111" fmla="*/ 176282 h 203035"/>
                <a:gd name="csX112" fmla="*/ 242686 w 339187"/>
                <a:gd name="csY112" fmla="*/ 176282 h 203035"/>
                <a:gd name="csX113" fmla="*/ 244597 w 339187"/>
                <a:gd name="csY113" fmla="*/ 178193 h 203035"/>
                <a:gd name="csX114" fmla="*/ 246031 w 339187"/>
                <a:gd name="csY114" fmla="*/ 179626 h 203035"/>
                <a:gd name="csX115" fmla="*/ 246031 w 339187"/>
                <a:gd name="csY115" fmla="*/ 179626 h 203035"/>
                <a:gd name="csX116" fmla="*/ 246031 w 339187"/>
                <a:gd name="csY116" fmla="*/ 182015 h 203035"/>
                <a:gd name="csX117" fmla="*/ 244597 w 339187"/>
                <a:gd name="csY117" fmla="*/ 183926 h 203035"/>
                <a:gd name="csX118" fmla="*/ 243642 w 339187"/>
                <a:gd name="csY118" fmla="*/ 185837 h 203035"/>
                <a:gd name="csX119" fmla="*/ 242686 w 339187"/>
                <a:gd name="csY119" fmla="*/ 185837 h 203035"/>
                <a:gd name="csX120" fmla="*/ 240776 w 339187"/>
                <a:gd name="csY120" fmla="*/ 188225 h 203035"/>
                <a:gd name="csX121" fmla="*/ 239342 w 339187"/>
                <a:gd name="csY121" fmla="*/ 191092 h 203035"/>
                <a:gd name="csX122" fmla="*/ 236476 w 339187"/>
                <a:gd name="csY122" fmla="*/ 194436 h 203035"/>
                <a:gd name="csX123" fmla="*/ 235520 w 339187"/>
                <a:gd name="csY123" fmla="*/ 196347 h 203035"/>
                <a:gd name="csX124" fmla="*/ 235520 w 339187"/>
                <a:gd name="csY124" fmla="*/ 202080 h 203035"/>
                <a:gd name="csX125" fmla="*/ 234565 w 339187"/>
                <a:gd name="csY125" fmla="*/ 203035 h 203035"/>
                <a:gd name="csX126" fmla="*/ 230743 w 339187"/>
                <a:gd name="csY126" fmla="*/ 203035 h 203035"/>
                <a:gd name="csX127" fmla="*/ 230743 w 339187"/>
                <a:gd name="csY127" fmla="*/ 202080 h 203035"/>
                <a:gd name="csX128" fmla="*/ 228833 w 339187"/>
                <a:gd name="csY128" fmla="*/ 202080 h 203035"/>
                <a:gd name="csX129" fmla="*/ 226444 w 339187"/>
                <a:gd name="csY129" fmla="*/ 203035 h 203035"/>
                <a:gd name="csX130" fmla="*/ 224055 w 339187"/>
                <a:gd name="csY130" fmla="*/ 203035 h 203035"/>
                <a:gd name="csX131" fmla="*/ 221667 w 339187"/>
                <a:gd name="csY131" fmla="*/ 200168 h 203035"/>
                <a:gd name="csX132" fmla="*/ 216889 w 339187"/>
                <a:gd name="csY132" fmla="*/ 199213 h 203035"/>
                <a:gd name="csX133" fmla="*/ 210679 w 339187"/>
                <a:gd name="csY133" fmla="*/ 199213 h 203035"/>
                <a:gd name="csX134" fmla="*/ 210679 w 339187"/>
                <a:gd name="csY134" fmla="*/ 193958 h 203035"/>
                <a:gd name="csX135" fmla="*/ 210679 w 339187"/>
                <a:gd name="csY135" fmla="*/ 193958 h 203035"/>
                <a:gd name="csX136" fmla="*/ 210679 w 339187"/>
                <a:gd name="csY136" fmla="*/ 189658 h 203035"/>
                <a:gd name="csX137" fmla="*/ 212590 w 339187"/>
                <a:gd name="csY137" fmla="*/ 186314 h 203035"/>
                <a:gd name="csX138" fmla="*/ 212590 w 339187"/>
                <a:gd name="csY138" fmla="*/ 186314 h 203035"/>
                <a:gd name="csX139" fmla="*/ 212590 w 339187"/>
                <a:gd name="csY139" fmla="*/ 184881 h 203035"/>
                <a:gd name="csX140" fmla="*/ 212590 w 339187"/>
                <a:gd name="csY140" fmla="*/ 184881 h 203035"/>
                <a:gd name="csX141" fmla="*/ 208768 w 339187"/>
                <a:gd name="csY141" fmla="*/ 183448 h 203035"/>
                <a:gd name="csX142" fmla="*/ 207812 w 339187"/>
                <a:gd name="csY142" fmla="*/ 183448 h 203035"/>
                <a:gd name="csX143" fmla="*/ 206379 w 339187"/>
                <a:gd name="csY143" fmla="*/ 182015 h 203035"/>
                <a:gd name="csX144" fmla="*/ 204468 w 339187"/>
                <a:gd name="csY144" fmla="*/ 181059 h 203035"/>
                <a:gd name="csX145" fmla="*/ 204468 w 339187"/>
                <a:gd name="csY145" fmla="*/ 181059 h 203035"/>
                <a:gd name="csX146" fmla="*/ 203035 w 339187"/>
                <a:gd name="csY146" fmla="*/ 180104 h 203035"/>
                <a:gd name="csX147" fmla="*/ 200646 w 339187"/>
                <a:gd name="csY147" fmla="*/ 179149 h 203035"/>
                <a:gd name="csX148" fmla="*/ 193480 w 339187"/>
                <a:gd name="csY148" fmla="*/ 179149 h 203035"/>
                <a:gd name="csX149" fmla="*/ 189181 w 339187"/>
                <a:gd name="csY149" fmla="*/ 176282 h 203035"/>
                <a:gd name="csX150" fmla="*/ 189181 w 339187"/>
                <a:gd name="csY150" fmla="*/ 176282 h 203035"/>
                <a:gd name="csX151" fmla="*/ 182970 w 339187"/>
                <a:gd name="csY151" fmla="*/ 171983 h 203035"/>
                <a:gd name="csX152" fmla="*/ 177715 w 339187"/>
                <a:gd name="csY152" fmla="*/ 169116 h 203035"/>
                <a:gd name="csX153" fmla="*/ 174371 w 339187"/>
                <a:gd name="csY153" fmla="*/ 167683 h 203035"/>
                <a:gd name="csX154" fmla="*/ 173415 w 339187"/>
                <a:gd name="csY154" fmla="*/ 167683 h 203035"/>
                <a:gd name="csX155" fmla="*/ 171505 w 339187"/>
                <a:gd name="csY155" fmla="*/ 165772 h 203035"/>
                <a:gd name="csX156" fmla="*/ 171505 w 339187"/>
                <a:gd name="csY156" fmla="*/ 165772 h 203035"/>
                <a:gd name="csX157" fmla="*/ 167205 w 339187"/>
                <a:gd name="csY157" fmla="*/ 161950 h 203035"/>
                <a:gd name="csX158" fmla="*/ 164339 w 339187"/>
                <a:gd name="csY158" fmla="*/ 161950 h 203035"/>
                <a:gd name="csX159" fmla="*/ 160039 w 339187"/>
                <a:gd name="csY159" fmla="*/ 160039 h 203035"/>
                <a:gd name="csX160" fmla="*/ 156217 w 339187"/>
                <a:gd name="csY160" fmla="*/ 157651 h 203035"/>
                <a:gd name="csX161" fmla="*/ 155262 w 339187"/>
                <a:gd name="csY161" fmla="*/ 157651 h 203035"/>
                <a:gd name="csX162" fmla="*/ 150962 w 339187"/>
                <a:gd name="csY162" fmla="*/ 152873 h 203035"/>
                <a:gd name="csX163" fmla="*/ 150962 w 339187"/>
                <a:gd name="csY163" fmla="*/ 152873 h 203035"/>
                <a:gd name="csX164" fmla="*/ 146663 w 339187"/>
                <a:gd name="csY164" fmla="*/ 150007 h 203035"/>
                <a:gd name="csX165" fmla="*/ 141885 w 339187"/>
                <a:gd name="csY165" fmla="*/ 146663 h 203035"/>
                <a:gd name="csX166" fmla="*/ 139019 w 339187"/>
                <a:gd name="csY166" fmla="*/ 144752 h 203035"/>
                <a:gd name="csX167" fmla="*/ 139019 w 339187"/>
                <a:gd name="csY167" fmla="*/ 144752 h 203035"/>
                <a:gd name="csX168" fmla="*/ 133764 w 339187"/>
                <a:gd name="csY168" fmla="*/ 141408 h 203035"/>
                <a:gd name="csX169" fmla="*/ 131376 w 339187"/>
                <a:gd name="csY169" fmla="*/ 139497 h 203035"/>
                <a:gd name="csX170" fmla="*/ 130420 w 339187"/>
                <a:gd name="csY170" fmla="*/ 138542 h 203035"/>
                <a:gd name="csX171" fmla="*/ 129465 w 339187"/>
                <a:gd name="csY171" fmla="*/ 137108 h 203035"/>
                <a:gd name="csX172" fmla="*/ 128509 w 339187"/>
                <a:gd name="csY172" fmla="*/ 131376 h 203035"/>
                <a:gd name="csX173" fmla="*/ 128509 w 339187"/>
                <a:gd name="csY173" fmla="*/ 129942 h 203035"/>
                <a:gd name="csX174" fmla="*/ 126598 w 339187"/>
                <a:gd name="csY174" fmla="*/ 126598 h 203035"/>
                <a:gd name="csX175" fmla="*/ 126598 w 339187"/>
                <a:gd name="csY175" fmla="*/ 126598 h 203035"/>
                <a:gd name="csX176" fmla="*/ 124210 w 339187"/>
                <a:gd name="csY176" fmla="*/ 124687 h 203035"/>
                <a:gd name="csX177" fmla="*/ 122299 w 339187"/>
                <a:gd name="csY177" fmla="*/ 121343 h 203035"/>
                <a:gd name="csX178" fmla="*/ 120865 w 339187"/>
                <a:gd name="csY178" fmla="*/ 116088 h 203035"/>
                <a:gd name="csX179" fmla="*/ 119432 w 339187"/>
                <a:gd name="csY179" fmla="*/ 112744 h 203035"/>
                <a:gd name="csX180" fmla="*/ 118477 w 339187"/>
                <a:gd name="csY180" fmla="*/ 111311 h 203035"/>
                <a:gd name="csX181" fmla="*/ 118477 w 339187"/>
                <a:gd name="csY181" fmla="*/ 111311 h 203035"/>
                <a:gd name="csX182" fmla="*/ 116566 w 339187"/>
                <a:gd name="csY182" fmla="*/ 109400 h 203035"/>
                <a:gd name="csX183" fmla="*/ 113699 w 339187"/>
                <a:gd name="csY183" fmla="*/ 107489 h 203035"/>
                <a:gd name="csX184" fmla="*/ 110833 w 339187"/>
                <a:gd name="csY184" fmla="*/ 106534 h 203035"/>
                <a:gd name="csX185" fmla="*/ 108922 w 339187"/>
                <a:gd name="csY185" fmla="*/ 106534 h 203035"/>
                <a:gd name="csX186" fmla="*/ 107967 w 339187"/>
                <a:gd name="csY186" fmla="*/ 108444 h 203035"/>
                <a:gd name="csX187" fmla="*/ 103667 w 339187"/>
                <a:gd name="csY187" fmla="*/ 108444 h 203035"/>
                <a:gd name="csX188" fmla="*/ 99846 w 339187"/>
                <a:gd name="csY188" fmla="*/ 107489 h 203035"/>
                <a:gd name="csX189" fmla="*/ 90291 w 339187"/>
                <a:gd name="csY189" fmla="*/ 107489 h 203035"/>
                <a:gd name="csX190" fmla="*/ 85035 w 339187"/>
                <a:gd name="csY190" fmla="*/ 104623 h 203035"/>
                <a:gd name="csX191" fmla="*/ 82647 w 339187"/>
                <a:gd name="csY191" fmla="*/ 103667 h 203035"/>
                <a:gd name="csX192" fmla="*/ 82647 w 339187"/>
                <a:gd name="csY192" fmla="*/ 103667 h 203035"/>
                <a:gd name="csX193" fmla="*/ 82647 w 339187"/>
                <a:gd name="csY193" fmla="*/ 101756 h 203035"/>
                <a:gd name="csX194" fmla="*/ 83603 w 339187"/>
                <a:gd name="csY194" fmla="*/ 100323 h 203035"/>
                <a:gd name="csX195" fmla="*/ 83603 w 339187"/>
                <a:gd name="csY195" fmla="*/ 99368 h 203035"/>
                <a:gd name="csX196" fmla="*/ 83603 w 339187"/>
                <a:gd name="csY196" fmla="*/ 99368 h 203035"/>
                <a:gd name="csX197" fmla="*/ 83603 w 339187"/>
                <a:gd name="csY197" fmla="*/ 97935 h 203035"/>
                <a:gd name="csX198" fmla="*/ 82169 w 339187"/>
                <a:gd name="csY198" fmla="*/ 96501 h 203035"/>
                <a:gd name="csX199" fmla="*/ 82169 w 339187"/>
                <a:gd name="csY199" fmla="*/ 94112 h 203035"/>
                <a:gd name="csX200" fmla="*/ 84558 w 339187"/>
                <a:gd name="csY200" fmla="*/ 94112 h 203035"/>
                <a:gd name="csX201" fmla="*/ 84558 w 339187"/>
                <a:gd name="csY201" fmla="*/ 92679 h 203035"/>
                <a:gd name="csX202" fmla="*/ 83603 w 339187"/>
                <a:gd name="csY202" fmla="*/ 92679 h 203035"/>
                <a:gd name="csX203" fmla="*/ 82647 w 339187"/>
                <a:gd name="csY203" fmla="*/ 91246 h 203035"/>
                <a:gd name="csX204" fmla="*/ 82647 w 339187"/>
                <a:gd name="csY204" fmla="*/ 91246 h 203035"/>
                <a:gd name="csX205" fmla="*/ 79781 w 339187"/>
                <a:gd name="csY205" fmla="*/ 89813 h 203035"/>
                <a:gd name="csX206" fmla="*/ 79781 w 339187"/>
                <a:gd name="csY206" fmla="*/ 89813 h 203035"/>
                <a:gd name="csX207" fmla="*/ 79781 w 339187"/>
                <a:gd name="csY207" fmla="*/ 88858 h 203035"/>
                <a:gd name="csX208" fmla="*/ 79781 w 339187"/>
                <a:gd name="csY208" fmla="*/ 88858 h 203035"/>
                <a:gd name="csX209" fmla="*/ 79781 w 339187"/>
                <a:gd name="csY209" fmla="*/ 85036 h 203035"/>
                <a:gd name="csX210" fmla="*/ 79781 w 339187"/>
                <a:gd name="csY210" fmla="*/ 85036 h 203035"/>
                <a:gd name="csX211" fmla="*/ 79781 w 339187"/>
                <a:gd name="csY211" fmla="*/ 84080 h 203035"/>
                <a:gd name="csX212" fmla="*/ 78825 w 339187"/>
                <a:gd name="csY212" fmla="*/ 84080 h 203035"/>
                <a:gd name="csX213" fmla="*/ 77392 w 339187"/>
                <a:gd name="csY213" fmla="*/ 82169 h 203035"/>
                <a:gd name="csX214" fmla="*/ 67360 w 339187"/>
                <a:gd name="csY214" fmla="*/ 82169 h 203035"/>
                <a:gd name="csX215" fmla="*/ 65926 w 339187"/>
                <a:gd name="csY215" fmla="*/ 80736 h 203035"/>
                <a:gd name="csX216" fmla="*/ 64493 w 339187"/>
                <a:gd name="csY216" fmla="*/ 77870 h 203035"/>
                <a:gd name="csX217" fmla="*/ 63538 w 339187"/>
                <a:gd name="csY217" fmla="*/ 77870 h 203035"/>
                <a:gd name="csX218" fmla="*/ 63538 w 339187"/>
                <a:gd name="csY218" fmla="*/ 76914 h 203035"/>
                <a:gd name="csX219" fmla="*/ 58760 w 339187"/>
                <a:gd name="csY219" fmla="*/ 76914 h 203035"/>
                <a:gd name="csX220" fmla="*/ 57805 w 339187"/>
                <a:gd name="csY220" fmla="*/ 75959 h 203035"/>
                <a:gd name="csX221" fmla="*/ 54939 w 339187"/>
                <a:gd name="csY221" fmla="*/ 73093 h 203035"/>
                <a:gd name="csX222" fmla="*/ 52073 w 339187"/>
                <a:gd name="csY222" fmla="*/ 70704 h 203035"/>
                <a:gd name="csX223" fmla="*/ 52073 w 339187"/>
                <a:gd name="csY223" fmla="*/ 70704 h 203035"/>
                <a:gd name="csX224" fmla="*/ 51117 w 339187"/>
                <a:gd name="csY224" fmla="*/ 73093 h 203035"/>
                <a:gd name="csX225" fmla="*/ 44907 w 339187"/>
                <a:gd name="csY225" fmla="*/ 73093 h 203035"/>
                <a:gd name="csX226" fmla="*/ 43951 w 339187"/>
                <a:gd name="csY226" fmla="*/ 74048 h 203035"/>
                <a:gd name="csX227" fmla="*/ 43951 w 339187"/>
                <a:gd name="csY227" fmla="*/ 74048 h 203035"/>
                <a:gd name="csX228" fmla="*/ 44907 w 339187"/>
                <a:gd name="csY228" fmla="*/ 75003 h 203035"/>
                <a:gd name="csX229" fmla="*/ 46340 w 339187"/>
                <a:gd name="csY229" fmla="*/ 75959 h 203035"/>
                <a:gd name="csX230" fmla="*/ 48728 w 339187"/>
                <a:gd name="csY230" fmla="*/ 78825 h 203035"/>
                <a:gd name="csX231" fmla="*/ 49684 w 339187"/>
                <a:gd name="csY231" fmla="*/ 80258 h 203035"/>
                <a:gd name="csX232" fmla="*/ 49684 w 339187"/>
                <a:gd name="csY232" fmla="*/ 80258 h 203035"/>
                <a:gd name="csX233" fmla="*/ 49684 w 339187"/>
                <a:gd name="csY233" fmla="*/ 81214 h 203035"/>
                <a:gd name="csX234" fmla="*/ 48251 w 339187"/>
                <a:gd name="csY234" fmla="*/ 81214 h 203035"/>
                <a:gd name="csX235" fmla="*/ 48251 w 339187"/>
                <a:gd name="csY235" fmla="*/ 80258 h 203035"/>
                <a:gd name="csX236" fmla="*/ 48251 w 339187"/>
                <a:gd name="csY236" fmla="*/ 80258 h 203035"/>
                <a:gd name="csX237" fmla="*/ 47295 w 339187"/>
                <a:gd name="csY237" fmla="*/ 78825 h 203035"/>
                <a:gd name="csX238" fmla="*/ 47295 w 339187"/>
                <a:gd name="csY238" fmla="*/ 78825 h 203035"/>
                <a:gd name="csX239" fmla="*/ 46340 w 339187"/>
                <a:gd name="csY239" fmla="*/ 77870 h 203035"/>
                <a:gd name="csX240" fmla="*/ 45384 w 339187"/>
                <a:gd name="csY240" fmla="*/ 77870 h 203035"/>
                <a:gd name="csX241" fmla="*/ 43951 w 339187"/>
                <a:gd name="csY241" fmla="*/ 76914 h 203035"/>
                <a:gd name="csX242" fmla="*/ 41085 w 339187"/>
                <a:gd name="csY242" fmla="*/ 76914 h 203035"/>
                <a:gd name="csX243" fmla="*/ 40129 w 339187"/>
                <a:gd name="csY243" fmla="*/ 77870 h 203035"/>
                <a:gd name="csX244" fmla="*/ 40129 w 339187"/>
                <a:gd name="csY244" fmla="*/ 77870 h 203035"/>
                <a:gd name="csX245" fmla="*/ 39174 w 339187"/>
                <a:gd name="csY245" fmla="*/ 78825 h 203035"/>
                <a:gd name="csX246" fmla="*/ 39174 w 339187"/>
                <a:gd name="csY246" fmla="*/ 80736 h 203035"/>
                <a:gd name="csX247" fmla="*/ 37263 w 339187"/>
                <a:gd name="csY247" fmla="*/ 83125 h 203035"/>
                <a:gd name="csX248" fmla="*/ 36307 w 339187"/>
                <a:gd name="csY248" fmla="*/ 84080 h 203035"/>
                <a:gd name="csX249" fmla="*/ 33919 w 339187"/>
                <a:gd name="csY249" fmla="*/ 84080 h 203035"/>
                <a:gd name="csX250" fmla="*/ 27708 w 339187"/>
                <a:gd name="csY250" fmla="*/ 85036 h 203035"/>
                <a:gd name="csX251" fmla="*/ 25798 w 339187"/>
                <a:gd name="csY251" fmla="*/ 85991 h 203035"/>
                <a:gd name="csX252" fmla="*/ 24842 w 339187"/>
                <a:gd name="csY252" fmla="*/ 86947 h 203035"/>
                <a:gd name="csX253" fmla="*/ 24842 w 339187"/>
                <a:gd name="csY253" fmla="*/ 86947 h 203035"/>
                <a:gd name="csX254" fmla="*/ 22453 w 339187"/>
                <a:gd name="csY254" fmla="*/ 89813 h 203035"/>
                <a:gd name="csX255" fmla="*/ 21020 w 339187"/>
                <a:gd name="csY255" fmla="*/ 90769 h 203035"/>
                <a:gd name="csX256" fmla="*/ 21020 w 339187"/>
                <a:gd name="csY256" fmla="*/ 90769 h 203035"/>
                <a:gd name="csX257" fmla="*/ 19587 w 339187"/>
                <a:gd name="csY257" fmla="*/ 92202 h 203035"/>
                <a:gd name="csX258" fmla="*/ 19587 w 339187"/>
                <a:gd name="csY258" fmla="*/ 96979 h 203035"/>
                <a:gd name="csX259" fmla="*/ 19587 w 339187"/>
                <a:gd name="csY259" fmla="*/ 96979 h 203035"/>
                <a:gd name="csX260" fmla="*/ 19587 w 339187"/>
                <a:gd name="csY260" fmla="*/ 102234 h 203035"/>
                <a:gd name="csX261" fmla="*/ 19587 w 339187"/>
                <a:gd name="csY261" fmla="*/ 102234 h 203035"/>
                <a:gd name="csX262" fmla="*/ 20542 w 339187"/>
                <a:gd name="csY262" fmla="*/ 103667 h 203035"/>
                <a:gd name="csX263" fmla="*/ 21498 w 339187"/>
                <a:gd name="csY263" fmla="*/ 103667 h 203035"/>
                <a:gd name="csX264" fmla="*/ 21498 w 339187"/>
                <a:gd name="csY264" fmla="*/ 105100 h 203035"/>
                <a:gd name="csX265" fmla="*/ 21498 w 339187"/>
                <a:gd name="csY265" fmla="*/ 105100 h 203035"/>
                <a:gd name="csX266" fmla="*/ 20542 w 339187"/>
                <a:gd name="csY266" fmla="*/ 106534 h 203035"/>
                <a:gd name="csX267" fmla="*/ 0 w 339187"/>
                <a:gd name="csY267" fmla="*/ 106534 h 203035"/>
                <a:gd name="csX268" fmla="*/ 0 w 339187"/>
                <a:gd name="csY268" fmla="*/ 14332 h 203035"/>
                <a:gd name="csX269" fmla="*/ 2389 w 339187"/>
                <a:gd name="csY269" fmla="*/ 13376 h 203035"/>
                <a:gd name="csX270" fmla="*/ 2389 w 339187"/>
                <a:gd name="csY270" fmla="*/ 13376 h 203035"/>
                <a:gd name="csX271" fmla="*/ 5733 w 339187"/>
                <a:gd name="csY271" fmla="*/ 12421 h 203035"/>
                <a:gd name="csX272" fmla="*/ 8599 w 339187"/>
                <a:gd name="csY272" fmla="*/ 11465 h 203035"/>
                <a:gd name="csX273" fmla="*/ 11943 w 339187"/>
                <a:gd name="csY273" fmla="*/ 10510 h 203035"/>
                <a:gd name="csX274" fmla="*/ 11943 w 339187"/>
                <a:gd name="csY274" fmla="*/ 10510 h 203035"/>
                <a:gd name="csX275" fmla="*/ 15765 w 339187"/>
                <a:gd name="csY275" fmla="*/ 9555 h 203035"/>
                <a:gd name="csX276" fmla="*/ 19109 w 339187"/>
                <a:gd name="csY276" fmla="*/ 8599 h 203035"/>
                <a:gd name="csX277" fmla="*/ 22931 w 339187"/>
                <a:gd name="csY277" fmla="*/ 7166 h 203035"/>
                <a:gd name="csX278" fmla="*/ 22931 w 339187"/>
                <a:gd name="csY278" fmla="*/ 7166 h 203035"/>
                <a:gd name="csX279" fmla="*/ 25798 w 339187"/>
                <a:gd name="csY279" fmla="*/ 6210 h 203035"/>
                <a:gd name="csX280" fmla="*/ 28664 w 339187"/>
                <a:gd name="csY280" fmla="*/ 5255 h 203035"/>
                <a:gd name="csX281" fmla="*/ 32485 w 339187"/>
                <a:gd name="csY281" fmla="*/ 4299 h 203035"/>
                <a:gd name="csX282" fmla="*/ 38218 w 339187"/>
                <a:gd name="csY282" fmla="*/ 2866 h 203035"/>
                <a:gd name="csX283" fmla="*/ 41562 w 339187"/>
                <a:gd name="csY283" fmla="*/ 1911 h 203035"/>
                <a:gd name="csX284" fmla="*/ 44907 w 339187"/>
                <a:gd name="csY284" fmla="*/ 955 h 203035"/>
                <a:gd name="csX285" fmla="*/ 44907 w 339187"/>
                <a:gd name="csY285" fmla="*/ 955 h 203035"/>
                <a:gd name="csX286" fmla="*/ 48251 w 339187"/>
                <a:gd name="csY286" fmla="*/ 0 h 203035"/>
                <a:gd name="csX287" fmla="*/ 50162 w 339187"/>
                <a:gd name="csY287" fmla="*/ 0 h 203035"/>
                <a:gd name="csX288" fmla="*/ 52073 w 339187"/>
                <a:gd name="csY288" fmla="*/ 955 h 203035"/>
                <a:gd name="csX289" fmla="*/ 54939 w 339187"/>
                <a:gd name="csY289" fmla="*/ 2866 h 203035"/>
                <a:gd name="csX290" fmla="*/ 57805 w 339187"/>
                <a:gd name="csY290" fmla="*/ 4777 h 203035"/>
                <a:gd name="csX291" fmla="*/ 60671 w 339187"/>
                <a:gd name="csY291" fmla="*/ 6688 h 203035"/>
                <a:gd name="csX292" fmla="*/ 63538 w 339187"/>
                <a:gd name="csY292" fmla="*/ 8599 h 203035"/>
                <a:gd name="csX293" fmla="*/ 66405 w 339187"/>
                <a:gd name="csY293" fmla="*/ 10510 h 203035"/>
                <a:gd name="csX294" fmla="*/ 66405 w 339187"/>
                <a:gd name="csY294" fmla="*/ 10510 h 203035"/>
                <a:gd name="csX295" fmla="*/ 69271 w 339187"/>
                <a:gd name="csY295" fmla="*/ 12421 h 203035"/>
                <a:gd name="csX296" fmla="*/ 72137 w 339187"/>
                <a:gd name="csY296" fmla="*/ 14332 h 203035"/>
                <a:gd name="csX297" fmla="*/ 75003 w 339187"/>
                <a:gd name="csY297" fmla="*/ 16243 h 203035"/>
                <a:gd name="csX298" fmla="*/ 77870 w 339187"/>
                <a:gd name="csY298" fmla="*/ 18154 h 203035"/>
                <a:gd name="csX299" fmla="*/ 80736 w 339187"/>
                <a:gd name="csY299" fmla="*/ 20064 h 203035"/>
                <a:gd name="csX300" fmla="*/ 83603 w 339187"/>
                <a:gd name="csY300" fmla="*/ 21975 h 203035"/>
                <a:gd name="csX301" fmla="*/ 86469 w 339187"/>
                <a:gd name="csY301" fmla="*/ 23409 h 203035"/>
                <a:gd name="csX302" fmla="*/ 89335 w 339187"/>
                <a:gd name="csY302" fmla="*/ 25320 h 203035"/>
                <a:gd name="csX303" fmla="*/ 92201 w 339187"/>
                <a:gd name="csY303" fmla="*/ 27230 h 203035"/>
                <a:gd name="csX304" fmla="*/ 95068 w 339187"/>
                <a:gd name="csY304" fmla="*/ 29141 h 203035"/>
                <a:gd name="csX305" fmla="*/ 97935 w 339187"/>
                <a:gd name="csY305" fmla="*/ 31052 h 203035"/>
                <a:gd name="csX306" fmla="*/ 100323 w 339187"/>
                <a:gd name="csY306" fmla="*/ 32486 h 203035"/>
                <a:gd name="csX307" fmla="*/ 101278 w 339187"/>
                <a:gd name="csY307" fmla="*/ 33441 h 203035"/>
                <a:gd name="csX308" fmla="*/ 101278 w 339187"/>
                <a:gd name="csY308" fmla="*/ 35830 h 203035"/>
                <a:gd name="csX309" fmla="*/ 103189 w 339187"/>
                <a:gd name="csY309" fmla="*/ 37740 h 203035"/>
                <a:gd name="csX310" fmla="*/ 105578 w 339187"/>
                <a:gd name="csY310" fmla="*/ 40129 h 203035"/>
                <a:gd name="csX311" fmla="*/ 107967 w 339187"/>
                <a:gd name="csY311" fmla="*/ 42518 h 203035"/>
                <a:gd name="csX312" fmla="*/ 110833 w 339187"/>
                <a:gd name="csY312" fmla="*/ 45384 h 203035"/>
                <a:gd name="csX313" fmla="*/ 111789 w 339187"/>
                <a:gd name="csY313" fmla="*/ 46340 h 203035"/>
                <a:gd name="csX314" fmla="*/ 112744 w 339187"/>
                <a:gd name="csY314" fmla="*/ 47295 h 203035"/>
                <a:gd name="csX315" fmla="*/ 114655 w 339187"/>
                <a:gd name="csY315" fmla="*/ 49206 h 203035"/>
                <a:gd name="csX316" fmla="*/ 117999 w 339187"/>
                <a:gd name="csY316" fmla="*/ 52550 h 203035"/>
                <a:gd name="csX317" fmla="*/ 119910 w 339187"/>
                <a:gd name="csY317" fmla="*/ 54461 h 203035"/>
                <a:gd name="csX318" fmla="*/ 128987 w 339187"/>
                <a:gd name="csY318" fmla="*/ 54461 h 203035"/>
                <a:gd name="csX319" fmla="*/ 132331 w 339187"/>
                <a:gd name="csY319" fmla="*/ 53505 h 203035"/>
                <a:gd name="csX320" fmla="*/ 136631 w 339187"/>
                <a:gd name="csY320" fmla="*/ 53505 h 203035"/>
                <a:gd name="csX321" fmla="*/ 140453 w 339187"/>
                <a:gd name="csY321" fmla="*/ 52072 h 203035"/>
                <a:gd name="csX322" fmla="*/ 143796 w 339187"/>
                <a:gd name="csY322" fmla="*/ 52072 h 203035"/>
                <a:gd name="csX323" fmla="*/ 148574 w 339187"/>
                <a:gd name="csY323" fmla="*/ 52072 h 203035"/>
                <a:gd name="csX324" fmla="*/ 156695 w 339187"/>
                <a:gd name="csY324" fmla="*/ 52072 h 203035"/>
                <a:gd name="csX325" fmla="*/ 160039 w 339187"/>
                <a:gd name="csY325" fmla="*/ 52550 h 203035"/>
                <a:gd name="csX326" fmla="*/ 163861 w 339187"/>
                <a:gd name="csY326" fmla="*/ 52550 h 203035"/>
                <a:gd name="csX327" fmla="*/ 166249 w 339187"/>
                <a:gd name="csY327" fmla="*/ 53028 h 203035"/>
                <a:gd name="csX328" fmla="*/ 169594 w 339187"/>
                <a:gd name="csY328" fmla="*/ 53028 h 203035"/>
                <a:gd name="csX329" fmla="*/ 171505 w 339187"/>
                <a:gd name="csY329" fmla="*/ 51595 h 203035"/>
                <a:gd name="csX330" fmla="*/ 173415 w 339187"/>
                <a:gd name="csY330" fmla="*/ 50639 h 203035"/>
                <a:gd name="csX331" fmla="*/ 175326 w 339187"/>
                <a:gd name="csY331" fmla="*/ 49684 h 203035"/>
                <a:gd name="csX332" fmla="*/ 177238 w 339187"/>
                <a:gd name="csY332" fmla="*/ 49684 h 203035"/>
                <a:gd name="csX333" fmla="*/ 179149 w 339187"/>
                <a:gd name="csY333" fmla="*/ 50639 h 203035"/>
                <a:gd name="csX334" fmla="*/ 180104 w 339187"/>
                <a:gd name="csY334" fmla="*/ 51595 h 203035"/>
                <a:gd name="csX335" fmla="*/ 181060 w 339187"/>
                <a:gd name="csY335" fmla="*/ 52550 h 203035"/>
                <a:gd name="csX336" fmla="*/ 182970 w 339187"/>
                <a:gd name="csY336" fmla="*/ 54461 h 203035"/>
                <a:gd name="csX337" fmla="*/ 184881 w 339187"/>
                <a:gd name="csY337" fmla="*/ 56372 h 203035"/>
                <a:gd name="csX338" fmla="*/ 186792 w 339187"/>
                <a:gd name="csY338" fmla="*/ 57328 h 203035"/>
                <a:gd name="csX339" fmla="*/ 189181 w 339187"/>
                <a:gd name="csY339" fmla="*/ 58761 h 203035"/>
                <a:gd name="csX340" fmla="*/ 190614 w 339187"/>
                <a:gd name="csY340" fmla="*/ 61149 h 203035"/>
                <a:gd name="csX341" fmla="*/ 192525 w 339187"/>
                <a:gd name="csY341" fmla="*/ 64493 h 203035"/>
                <a:gd name="csX342" fmla="*/ 193958 w 339187"/>
                <a:gd name="csY342" fmla="*/ 66882 h 203035"/>
                <a:gd name="csX343" fmla="*/ 195391 w 339187"/>
                <a:gd name="csY343" fmla="*/ 69271 h 203035"/>
                <a:gd name="csX344" fmla="*/ 195391 w 339187"/>
                <a:gd name="csY344" fmla="*/ 69271 h 203035"/>
                <a:gd name="csX345" fmla="*/ 197302 w 339187"/>
                <a:gd name="csY345" fmla="*/ 68315 h 203035"/>
                <a:gd name="csX346" fmla="*/ 199213 w 339187"/>
                <a:gd name="csY346" fmla="*/ 67360 h 203035"/>
                <a:gd name="csX347" fmla="*/ 201124 w 339187"/>
                <a:gd name="csY347" fmla="*/ 66404 h 203035"/>
                <a:gd name="csX348" fmla="*/ 201124 w 339187"/>
                <a:gd name="csY348" fmla="*/ 79303 h 203035"/>
                <a:gd name="csX349" fmla="*/ 199691 w 339187"/>
                <a:gd name="csY349" fmla="*/ 83125 h 203035"/>
                <a:gd name="csX350" fmla="*/ 199691 w 339187"/>
                <a:gd name="csY350" fmla="*/ 90769 h 203035"/>
                <a:gd name="csX351" fmla="*/ 209723 w 339187"/>
                <a:gd name="csY351" fmla="*/ 90769 h 203035"/>
                <a:gd name="csX352" fmla="*/ 209723 w 339187"/>
                <a:gd name="csY352" fmla="*/ 97457 h 203035"/>
                <a:gd name="csX353" fmla="*/ 210679 w 339187"/>
                <a:gd name="csY353" fmla="*/ 100801 h 203035"/>
                <a:gd name="csX354" fmla="*/ 210679 w 339187"/>
                <a:gd name="csY354" fmla="*/ 103667 h 203035"/>
                <a:gd name="csX355" fmla="*/ 212112 w 339187"/>
                <a:gd name="csY355" fmla="*/ 107011 h 203035"/>
                <a:gd name="csX356" fmla="*/ 212112 w 339187"/>
                <a:gd name="csY356" fmla="*/ 108922 h 203035"/>
                <a:gd name="csX357" fmla="*/ 213545 w 339187"/>
                <a:gd name="csY357" fmla="*/ 111311 h 203035"/>
                <a:gd name="csX358" fmla="*/ 238387 w 339187"/>
                <a:gd name="csY358" fmla="*/ 111311 h 203035"/>
                <a:gd name="csX359" fmla="*/ 239342 w 339187"/>
                <a:gd name="csY359" fmla="*/ 112266 h 203035"/>
                <a:gd name="csX360" fmla="*/ 239342 w 339187"/>
                <a:gd name="csY360" fmla="*/ 113222 h 203035"/>
                <a:gd name="csX361" fmla="*/ 240776 w 339187"/>
                <a:gd name="csY361" fmla="*/ 114177 h 203035"/>
                <a:gd name="csX362" fmla="*/ 241731 w 339187"/>
                <a:gd name="csY362" fmla="*/ 115133 h 203035"/>
                <a:gd name="csX363" fmla="*/ 241731 w 339187"/>
                <a:gd name="csY363" fmla="*/ 116566 h 203035"/>
                <a:gd name="csX364" fmla="*/ 240776 w 339187"/>
                <a:gd name="csY364" fmla="*/ 118954 h 203035"/>
                <a:gd name="csX365" fmla="*/ 240776 w 339187"/>
                <a:gd name="csY365" fmla="*/ 120388 h 203035"/>
                <a:gd name="csX366" fmla="*/ 241731 w 339187"/>
                <a:gd name="csY366" fmla="*/ 121821 h 203035"/>
                <a:gd name="csX367" fmla="*/ 241731 w 339187"/>
                <a:gd name="csY367" fmla="*/ 121821 h 203035"/>
                <a:gd name="csX368" fmla="*/ 242686 w 339187"/>
                <a:gd name="csY368" fmla="*/ 122776 h 203035"/>
                <a:gd name="csX369" fmla="*/ 245553 w 339187"/>
                <a:gd name="csY369" fmla="*/ 124210 h 203035"/>
                <a:gd name="csX370" fmla="*/ 247942 w 339187"/>
                <a:gd name="csY370" fmla="*/ 125165 h 203035"/>
                <a:gd name="csX371" fmla="*/ 250808 w 339187"/>
                <a:gd name="csY371" fmla="*/ 125165 h 203035"/>
                <a:gd name="csX372" fmla="*/ 250808 w 339187"/>
                <a:gd name="csY372" fmla="*/ 122776 h 203035"/>
                <a:gd name="csX373" fmla="*/ 249852 w 339187"/>
                <a:gd name="csY373" fmla="*/ 121343 h 203035"/>
                <a:gd name="csX374" fmla="*/ 249852 w 339187"/>
                <a:gd name="csY374" fmla="*/ 118954 h 203035"/>
                <a:gd name="csX375" fmla="*/ 251763 w 339187"/>
                <a:gd name="csY375" fmla="*/ 117044 h 203035"/>
                <a:gd name="csX376" fmla="*/ 253197 w 339187"/>
                <a:gd name="csY376" fmla="*/ 115133 h 203035"/>
                <a:gd name="csX377" fmla="*/ 255585 w 339187"/>
                <a:gd name="csY377" fmla="*/ 113222 h 203035"/>
                <a:gd name="csX378" fmla="*/ 258452 w 339187"/>
                <a:gd name="csY378" fmla="*/ 111311 h 203035"/>
                <a:gd name="csX379" fmla="*/ 258452 w 339187"/>
                <a:gd name="csY379" fmla="*/ 111311 h 203035"/>
                <a:gd name="csX380" fmla="*/ 259407 w 339187"/>
                <a:gd name="csY380" fmla="*/ 109878 h 203035"/>
                <a:gd name="csX381" fmla="*/ 259407 w 339187"/>
                <a:gd name="csY381" fmla="*/ 107489 h 203035"/>
                <a:gd name="csX382" fmla="*/ 261795 w 339187"/>
                <a:gd name="csY382" fmla="*/ 106056 h 203035"/>
                <a:gd name="csX383" fmla="*/ 263706 w 339187"/>
                <a:gd name="csY383" fmla="*/ 105100 h 203035"/>
                <a:gd name="csX384" fmla="*/ 266095 w 339187"/>
                <a:gd name="csY384" fmla="*/ 104145 h 203035"/>
                <a:gd name="csX385" fmla="*/ 266095 w 339187"/>
                <a:gd name="csY385" fmla="*/ 102712 h 203035"/>
                <a:gd name="csX386" fmla="*/ 269917 w 339187"/>
                <a:gd name="csY386" fmla="*/ 100801 h 203035"/>
                <a:gd name="csX387" fmla="*/ 271828 w 339187"/>
                <a:gd name="csY387" fmla="*/ 99845 h 203035"/>
                <a:gd name="csX388" fmla="*/ 274217 w 339187"/>
                <a:gd name="csY388" fmla="*/ 99845 h 203035"/>
                <a:gd name="csX389" fmla="*/ 277561 w 339187"/>
                <a:gd name="csY389" fmla="*/ 97935 h 203035"/>
                <a:gd name="csX390" fmla="*/ 280427 w 339187"/>
                <a:gd name="csY390" fmla="*/ 96501 h 203035"/>
                <a:gd name="csX391" fmla="*/ 280427 w 339187"/>
                <a:gd name="csY391" fmla="*/ 96501 h 203035"/>
                <a:gd name="csX392" fmla="*/ 282816 w 339187"/>
                <a:gd name="csY392" fmla="*/ 93635 h 203035"/>
                <a:gd name="csX393" fmla="*/ 284727 w 339187"/>
                <a:gd name="csY393" fmla="*/ 91724 h 203035"/>
                <a:gd name="csX394" fmla="*/ 286638 w 339187"/>
                <a:gd name="csY394" fmla="*/ 90291 h 203035"/>
                <a:gd name="csX395" fmla="*/ 288071 w 339187"/>
                <a:gd name="csY395" fmla="*/ 90291 h 203035"/>
                <a:gd name="csX396" fmla="*/ 289026 w 339187"/>
                <a:gd name="csY396" fmla="*/ 91246 h 203035"/>
                <a:gd name="csX397" fmla="*/ 290459 w 339187"/>
                <a:gd name="csY397" fmla="*/ 91246 h 203035"/>
                <a:gd name="csX398" fmla="*/ 291415 w 339187"/>
                <a:gd name="csY398" fmla="*/ 89335 h 203035"/>
                <a:gd name="csX399" fmla="*/ 292370 w 339187"/>
                <a:gd name="csY399" fmla="*/ 87902 h 203035"/>
                <a:gd name="csX400" fmla="*/ 293326 w 339187"/>
                <a:gd name="csY400" fmla="*/ 87902 h 203035"/>
                <a:gd name="csX401" fmla="*/ 295236 w 339187"/>
                <a:gd name="csY401" fmla="*/ 86947 h 203035"/>
                <a:gd name="csX402" fmla="*/ 297147 w 339187"/>
                <a:gd name="csY402" fmla="*/ 85991 h 203035"/>
                <a:gd name="csX403" fmla="*/ 298103 w 339187"/>
                <a:gd name="csY403" fmla="*/ 85991 h 203035"/>
                <a:gd name="csX404" fmla="*/ 299059 w 339187"/>
                <a:gd name="csY404" fmla="*/ 85036 h 203035"/>
                <a:gd name="csX405" fmla="*/ 300970 w 339187"/>
                <a:gd name="csY405" fmla="*/ 85991 h 203035"/>
                <a:gd name="csX406" fmla="*/ 302402 w 339187"/>
                <a:gd name="csY406" fmla="*/ 86947 h 203035"/>
                <a:gd name="csX407" fmla="*/ 302402 w 339187"/>
                <a:gd name="csY407" fmla="*/ 86947 h 203035"/>
                <a:gd name="csX408" fmla="*/ 302402 w 339187"/>
                <a:gd name="csY408" fmla="*/ 87902 h 203035"/>
                <a:gd name="csX409" fmla="*/ 298581 w 339187"/>
                <a:gd name="csY409" fmla="*/ 89813 h 203035"/>
                <a:gd name="csX410" fmla="*/ 296192 w 339187"/>
                <a:gd name="csY410" fmla="*/ 90769 h 203035"/>
                <a:gd name="csX411" fmla="*/ 295236 w 339187"/>
                <a:gd name="csY411" fmla="*/ 90769 h 203035"/>
                <a:gd name="csX412" fmla="*/ 294281 w 339187"/>
                <a:gd name="csY412" fmla="*/ 93157 h 203035"/>
                <a:gd name="csX413" fmla="*/ 293326 w 339187"/>
                <a:gd name="csY413" fmla="*/ 93157 h 203035"/>
                <a:gd name="csX414" fmla="*/ 291415 w 339187"/>
                <a:gd name="csY414" fmla="*/ 94112 h 203035"/>
                <a:gd name="csX415" fmla="*/ 289982 w 339187"/>
                <a:gd name="csY415" fmla="*/ 95068 h 203035"/>
                <a:gd name="csX416" fmla="*/ 289982 w 339187"/>
                <a:gd name="csY416" fmla="*/ 95068 h 203035"/>
                <a:gd name="csX417" fmla="*/ 288071 w 339187"/>
                <a:gd name="csY417" fmla="*/ 97457 h 203035"/>
                <a:gd name="csX418" fmla="*/ 282816 w 339187"/>
                <a:gd name="csY418" fmla="*/ 101278 h 203035"/>
                <a:gd name="csX419" fmla="*/ 282816 w 339187"/>
                <a:gd name="csY419" fmla="*/ 101278 h 203035"/>
                <a:gd name="csX420" fmla="*/ 282816 w 339187"/>
                <a:gd name="csY420" fmla="*/ 102234 h 203035"/>
                <a:gd name="csX421" fmla="*/ 282816 w 339187"/>
                <a:gd name="csY421" fmla="*/ 102234 h 203035"/>
                <a:gd name="csX422" fmla="*/ 284727 w 339187"/>
                <a:gd name="csY422" fmla="*/ 103189 h 203035"/>
                <a:gd name="csX423" fmla="*/ 287115 w 339187"/>
                <a:gd name="csY423" fmla="*/ 104145 h 203035"/>
                <a:gd name="csX424" fmla="*/ 288549 w 339187"/>
                <a:gd name="csY424" fmla="*/ 105100 h 203035"/>
                <a:gd name="csX425" fmla="*/ 291893 w 339187"/>
                <a:gd name="csY425" fmla="*/ 104145 h 203035"/>
                <a:gd name="csX426" fmla="*/ 292848 w 339187"/>
                <a:gd name="csY426" fmla="*/ 104145 h 203035"/>
                <a:gd name="csX427" fmla="*/ 293804 w 339187"/>
                <a:gd name="csY427" fmla="*/ 105578 h 203035"/>
                <a:gd name="csX428" fmla="*/ 294759 w 339187"/>
                <a:gd name="csY428" fmla="*/ 108922 h 203035"/>
                <a:gd name="csX429" fmla="*/ 296192 w 339187"/>
                <a:gd name="csY429" fmla="*/ 109878 h 203035"/>
                <a:gd name="csX430" fmla="*/ 298103 w 339187"/>
                <a:gd name="csY430" fmla="*/ 110833 h 203035"/>
                <a:gd name="csX431" fmla="*/ 299536 w 339187"/>
                <a:gd name="csY431" fmla="*/ 110833 h 203035"/>
                <a:gd name="csX432" fmla="*/ 301447 w 339187"/>
                <a:gd name="csY432" fmla="*/ 111789 h 203035"/>
                <a:gd name="csX433" fmla="*/ 305269 w 339187"/>
                <a:gd name="csY433" fmla="*/ 111789 h 203035"/>
                <a:gd name="csX434" fmla="*/ 307180 w 339187"/>
                <a:gd name="csY434" fmla="*/ 112744 h 203035"/>
                <a:gd name="csX435" fmla="*/ 307180 w 339187"/>
                <a:gd name="csY435" fmla="*/ 112744 h 203035"/>
                <a:gd name="csX436" fmla="*/ 307180 w 339187"/>
                <a:gd name="csY436" fmla="*/ 107489 h 203035"/>
                <a:gd name="csX437" fmla="*/ 308613 w 339187"/>
                <a:gd name="csY437" fmla="*/ 108444 h 203035"/>
                <a:gd name="csX438" fmla="*/ 310524 w 339187"/>
                <a:gd name="csY438" fmla="*/ 108444 h 203035"/>
                <a:gd name="csX439" fmla="*/ 310524 w 339187"/>
                <a:gd name="csY439" fmla="*/ 104145 h 203035"/>
                <a:gd name="csX440" fmla="*/ 311479 w 339187"/>
                <a:gd name="csY440" fmla="*/ 103189 h 203035"/>
                <a:gd name="csX441" fmla="*/ 311479 w 339187"/>
                <a:gd name="csY441" fmla="*/ 103189 h 203035"/>
                <a:gd name="csX442" fmla="*/ 311479 w 339187"/>
                <a:gd name="csY442" fmla="*/ 105100 h 203035"/>
                <a:gd name="csX443" fmla="*/ 312435 w 339187"/>
                <a:gd name="csY443" fmla="*/ 105100 h 203035"/>
                <a:gd name="csX444" fmla="*/ 312435 w 339187"/>
                <a:gd name="csY444" fmla="*/ 107489 h 203035"/>
                <a:gd name="csX445" fmla="*/ 313868 w 339187"/>
                <a:gd name="csY445" fmla="*/ 108444 h 203035"/>
                <a:gd name="csX446" fmla="*/ 313868 w 339187"/>
                <a:gd name="csY446" fmla="*/ 111311 h 203035"/>
                <a:gd name="csX447" fmla="*/ 320079 w 339187"/>
                <a:gd name="csY447" fmla="*/ 111311 h 203035"/>
                <a:gd name="csX448" fmla="*/ 320079 w 339187"/>
                <a:gd name="csY448" fmla="*/ 115133 h 203035"/>
                <a:gd name="csX449" fmla="*/ 321990 w 339187"/>
                <a:gd name="csY449" fmla="*/ 115133 h 203035"/>
                <a:gd name="csX450" fmla="*/ 323423 w 339187"/>
                <a:gd name="csY450" fmla="*/ 114177 h 203035"/>
                <a:gd name="csX451" fmla="*/ 324856 w 339187"/>
                <a:gd name="csY451" fmla="*/ 114177 h 203035"/>
                <a:gd name="csX452" fmla="*/ 326289 w 339187"/>
                <a:gd name="csY452" fmla="*/ 115610 h 203035"/>
                <a:gd name="csX453" fmla="*/ 328678 w 339187"/>
                <a:gd name="csY453" fmla="*/ 117999 h 203035"/>
                <a:gd name="csX454" fmla="*/ 339188 w 339187"/>
                <a:gd name="csY454" fmla="*/ 117999 h 203035"/>
                <a:gd name="csX455" fmla="*/ 335366 w 339187"/>
                <a:gd name="csY455" fmla="*/ 120865 h 203035"/>
                <a:gd name="csX456" fmla="*/ 335843 w 339187"/>
                <a:gd name="csY456" fmla="*/ 124210 h 203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</a:cxnLst>
              <a:rect l="l" t="t" r="r" b="b"/>
              <a:pathLst>
                <a:path w="339187" h="203035">
                  <a:moveTo>
                    <a:pt x="286638" y="120865"/>
                  </a:moveTo>
                  <a:lnTo>
                    <a:pt x="286638" y="120865"/>
                  </a:lnTo>
                  <a:lnTo>
                    <a:pt x="286638" y="119432"/>
                  </a:lnTo>
                  <a:lnTo>
                    <a:pt x="285682" y="119432"/>
                  </a:lnTo>
                  <a:lnTo>
                    <a:pt x="285682" y="120388"/>
                  </a:lnTo>
                  <a:lnTo>
                    <a:pt x="287115" y="121343"/>
                  </a:lnTo>
                  <a:lnTo>
                    <a:pt x="286638" y="121343"/>
                  </a:lnTo>
                  <a:lnTo>
                    <a:pt x="286638" y="120865"/>
                  </a:lnTo>
                  <a:close/>
                  <a:moveTo>
                    <a:pt x="335843" y="124210"/>
                  </a:moveTo>
                  <a:lnTo>
                    <a:pt x="335843" y="124210"/>
                  </a:lnTo>
                  <a:lnTo>
                    <a:pt x="329156" y="128031"/>
                  </a:lnTo>
                  <a:lnTo>
                    <a:pt x="329156" y="128031"/>
                  </a:lnTo>
                  <a:lnTo>
                    <a:pt x="329156" y="128987"/>
                  </a:lnTo>
                  <a:lnTo>
                    <a:pt x="327245" y="130420"/>
                  </a:lnTo>
                  <a:lnTo>
                    <a:pt x="324856" y="130420"/>
                  </a:lnTo>
                  <a:lnTo>
                    <a:pt x="321512" y="128987"/>
                  </a:lnTo>
                  <a:lnTo>
                    <a:pt x="321512" y="128987"/>
                  </a:lnTo>
                  <a:lnTo>
                    <a:pt x="321512" y="129942"/>
                  </a:lnTo>
                  <a:lnTo>
                    <a:pt x="321512" y="129942"/>
                  </a:lnTo>
                  <a:lnTo>
                    <a:pt x="322467" y="131853"/>
                  </a:lnTo>
                  <a:lnTo>
                    <a:pt x="322467" y="132809"/>
                  </a:lnTo>
                  <a:lnTo>
                    <a:pt x="319601" y="132809"/>
                  </a:lnTo>
                  <a:lnTo>
                    <a:pt x="319601" y="131853"/>
                  </a:lnTo>
                  <a:lnTo>
                    <a:pt x="317212" y="131853"/>
                  </a:lnTo>
                  <a:lnTo>
                    <a:pt x="314824" y="134719"/>
                  </a:lnTo>
                  <a:lnTo>
                    <a:pt x="313868" y="135675"/>
                  </a:lnTo>
                  <a:lnTo>
                    <a:pt x="313868" y="136631"/>
                  </a:lnTo>
                  <a:lnTo>
                    <a:pt x="311479" y="136631"/>
                  </a:lnTo>
                  <a:lnTo>
                    <a:pt x="310047" y="137586"/>
                  </a:lnTo>
                  <a:lnTo>
                    <a:pt x="308613" y="138542"/>
                  </a:lnTo>
                  <a:lnTo>
                    <a:pt x="308613" y="138542"/>
                  </a:lnTo>
                  <a:lnTo>
                    <a:pt x="308613" y="137108"/>
                  </a:lnTo>
                  <a:lnTo>
                    <a:pt x="306702" y="137108"/>
                  </a:lnTo>
                  <a:lnTo>
                    <a:pt x="305269" y="136153"/>
                  </a:lnTo>
                  <a:lnTo>
                    <a:pt x="303836" y="135197"/>
                  </a:lnTo>
                  <a:lnTo>
                    <a:pt x="296192" y="135197"/>
                  </a:lnTo>
                  <a:lnTo>
                    <a:pt x="296192" y="136153"/>
                  </a:lnTo>
                  <a:lnTo>
                    <a:pt x="294759" y="136153"/>
                  </a:lnTo>
                  <a:lnTo>
                    <a:pt x="289982" y="137108"/>
                  </a:lnTo>
                  <a:lnTo>
                    <a:pt x="289026" y="137108"/>
                  </a:lnTo>
                  <a:lnTo>
                    <a:pt x="288071" y="135675"/>
                  </a:lnTo>
                  <a:lnTo>
                    <a:pt x="288071" y="135675"/>
                  </a:lnTo>
                  <a:lnTo>
                    <a:pt x="288071" y="134242"/>
                  </a:lnTo>
                  <a:lnTo>
                    <a:pt x="286160" y="134242"/>
                  </a:lnTo>
                  <a:lnTo>
                    <a:pt x="284727" y="133286"/>
                  </a:lnTo>
                  <a:lnTo>
                    <a:pt x="284727" y="133286"/>
                  </a:lnTo>
                  <a:lnTo>
                    <a:pt x="284727" y="132331"/>
                  </a:lnTo>
                  <a:lnTo>
                    <a:pt x="284727" y="132331"/>
                  </a:lnTo>
                  <a:lnTo>
                    <a:pt x="284727" y="131376"/>
                  </a:lnTo>
                  <a:lnTo>
                    <a:pt x="288071" y="128509"/>
                  </a:lnTo>
                  <a:lnTo>
                    <a:pt x="290937" y="126120"/>
                  </a:lnTo>
                  <a:lnTo>
                    <a:pt x="290937" y="126120"/>
                  </a:lnTo>
                  <a:lnTo>
                    <a:pt x="290937" y="124687"/>
                  </a:lnTo>
                  <a:lnTo>
                    <a:pt x="290937" y="124687"/>
                  </a:lnTo>
                  <a:lnTo>
                    <a:pt x="288549" y="123254"/>
                  </a:lnTo>
                  <a:lnTo>
                    <a:pt x="288549" y="123254"/>
                  </a:lnTo>
                  <a:lnTo>
                    <a:pt x="288549" y="122299"/>
                  </a:lnTo>
                  <a:lnTo>
                    <a:pt x="288549" y="122299"/>
                  </a:lnTo>
                  <a:lnTo>
                    <a:pt x="287115" y="120388"/>
                  </a:lnTo>
                  <a:lnTo>
                    <a:pt x="287115" y="120388"/>
                  </a:lnTo>
                  <a:lnTo>
                    <a:pt x="284249" y="117521"/>
                  </a:lnTo>
                  <a:lnTo>
                    <a:pt x="282816" y="117521"/>
                  </a:lnTo>
                  <a:lnTo>
                    <a:pt x="281860" y="119910"/>
                  </a:lnTo>
                  <a:lnTo>
                    <a:pt x="281860" y="119910"/>
                  </a:lnTo>
                  <a:lnTo>
                    <a:pt x="278994" y="122299"/>
                  </a:lnTo>
                  <a:lnTo>
                    <a:pt x="276605" y="123254"/>
                  </a:lnTo>
                  <a:lnTo>
                    <a:pt x="271828" y="125165"/>
                  </a:lnTo>
                  <a:lnTo>
                    <a:pt x="268961" y="125165"/>
                  </a:lnTo>
                  <a:lnTo>
                    <a:pt x="266573" y="122776"/>
                  </a:lnTo>
                  <a:lnTo>
                    <a:pt x="263706" y="122776"/>
                  </a:lnTo>
                  <a:lnTo>
                    <a:pt x="263706" y="125643"/>
                  </a:lnTo>
                  <a:lnTo>
                    <a:pt x="262751" y="126598"/>
                  </a:lnTo>
                  <a:lnTo>
                    <a:pt x="261795" y="126598"/>
                  </a:lnTo>
                  <a:lnTo>
                    <a:pt x="263706" y="132809"/>
                  </a:lnTo>
                  <a:lnTo>
                    <a:pt x="263706" y="133764"/>
                  </a:lnTo>
                  <a:lnTo>
                    <a:pt x="262274" y="133764"/>
                  </a:lnTo>
                  <a:lnTo>
                    <a:pt x="263229" y="135675"/>
                  </a:lnTo>
                  <a:lnTo>
                    <a:pt x="250808" y="135675"/>
                  </a:lnTo>
                  <a:lnTo>
                    <a:pt x="250808" y="137108"/>
                  </a:lnTo>
                  <a:lnTo>
                    <a:pt x="257018" y="137108"/>
                  </a:lnTo>
                  <a:lnTo>
                    <a:pt x="257018" y="138064"/>
                  </a:lnTo>
                  <a:lnTo>
                    <a:pt x="254629" y="138064"/>
                  </a:lnTo>
                  <a:lnTo>
                    <a:pt x="254629" y="139019"/>
                  </a:lnTo>
                  <a:lnTo>
                    <a:pt x="255585" y="140452"/>
                  </a:lnTo>
                  <a:lnTo>
                    <a:pt x="256540" y="141408"/>
                  </a:lnTo>
                  <a:lnTo>
                    <a:pt x="256540" y="141408"/>
                  </a:lnTo>
                  <a:lnTo>
                    <a:pt x="256540" y="142363"/>
                  </a:lnTo>
                  <a:lnTo>
                    <a:pt x="255585" y="142363"/>
                  </a:lnTo>
                  <a:lnTo>
                    <a:pt x="255585" y="143319"/>
                  </a:lnTo>
                  <a:lnTo>
                    <a:pt x="253674" y="143319"/>
                  </a:lnTo>
                  <a:lnTo>
                    <a:pt x="253674" y="145707"/>
                  </a:lnTo>
                  <a:lnTo>
                    <a:pt x="252719" y="148096"/>
                  </a:lnTo>
                  <a:lnTo>
                    <a:pt x="251286" y="150007"/>
                  </a:lnTo>
                  <a:lnTo>
                    <a:pt x="242686" y="150007"/>
                  </a:lnTo>
                  <a:lnTo>
                    <a:pt x="239342" y="148574"/>
                  </a:lnTo>
                  <a:lnTo>
                    <a:pt x="234565" y="148574"/>
                  </a:lnTo>
                  <a:lnTo>
                    <a:pt x="232176" y="150007"/>
                  </a:lnTo>
                  <a:lnTo>
                    <a:pt x="231221" y="150962"/>
                  </a:lnTo>
                  <a:lnTo>
                    <a:pt x="231221" y="151918"/>
                  </a:lnTo>
                  <a:lnTo>
                    <a:pt x="229788" y="151918"/>
                  </a:lnTo>
                  <a:lnTo>
                    <a:pt x="228354" y="157173"/>
                  </a:lnTo>
                  <a:lnTo>
                    <a:pt x="229310" y="157173"/>
                  </a:lnTo>
                  <a:lnTo>
                    <a:pt x="233610" y="158606"/>
                  </a:lnTo>
                  <a:lnTo>
                    <a:pt x="233610" y="158606"/>
                  </a:lnTo>
                  <a:lnTo>
                    <a:pt x="233610" y="161950"/>
                  </a:lnTo>
                  <a:lnTo>
                    <a:pt x="241731" y="161950"/>
                  </a:lnTo>
                  <a:lnTo>
                    <a:pt x="241731" y="163383"/>
                  </a:lnTo>
                  <a:lnTo>
                    <a:pt x="242686" y="164339"/>
                  </a:lnTo>
                  <a:lnTo>
                    <a:pt x="240776" y="169594"/>
                  </a:lnTo>
                  <a:lnTo>
                    <a:pt x="240776" y="171505"/>
                  </a:lnTo>
                  <a:lnTo>
                    <a:pt x="241731" y="174371"/>
                  </a:lnTo>
                  <a:lnTo>
                    <a:pt x="242686" y="176282"/>
                  </a:lnTo>
                  <a:lnTo>
                    <a:pt x="242686" y="176282"/>
                  </a:lnTo>
                  <a:lnTo>
                    <a:pt x="244597" y="178193"/>
                  </a:lnTo>
                  <a:lnTo>
                    <a:pt x="246031" y="179626"/>
                  </a:lnTo>
                  <a:lnTo>
                    <a:pt x="246031" y="179626"/>
                  </a:lnTo>
                  <a:lnTo>
                    <a:pt x="246031" y="182015"/>
                  </a:lnTo>
                  <a:lnTo>
                    <a:pt x="244597" y="183926"/>
                  </a:lnTo>
                  <a:lnTo>
                    <a:pt x="243642" y="185837"/>
                  </a:lnTo>
                  <a:lnTo>
                    <a:pt x="242686" y="185837"/>
                  </a:lnTo>
                  <a:lnTo>
                    <a:pt x="240776" y="188225"/>
                  </a:lnTo>
                  <a:lnTo>
                    <a:pt x="239342" y="191092"/>
                  </a:lnTo>
                  <a:lnTo>
                    <a:pt x="236476" y="194436"/>
                  </a:lnTo>
                  <a:lnTo>
                    <a:pt x="235520" y="196347"/>
                  </a:lnTo>
                  <a:lnTo>
                    <a:pt x="235520" y="202080"/>
                  </a:lnTo>
                  <a:lnTo>
                    <a:pt x="234565" y="203035"/>
                  </a:lnTo>
                  <a:lnTo>
                    <a:pt x="230743" y="203035"/>
                  </a:lnTo>
                  <a:lnTo>
                    <a:pt x="230743" y="202080"/>
                  </a:lnTo>
                  <a:lnTo>
                    <a:pt x="228833" y="202080"/>
                  </a:lnTo>
                  <a:lnTo>
                    <a:pt x="226444" y="203035"/>
                  </a:lnTo>
                  <a:lnTo>
                    <a:pt x="224055" y="203035"/>
                  </a:lnTo>
                  <a:lnTo>
                    <a:pt x="221667" y="200168"/>
                  </a:lnTo>
                  <a:lnTo>
                    <a:pt x="216889" y="199213"/>
                  </a:lnTo>
                  <a:lnTo>
                    <a:pt x="210679" y="199213"/>
                  </a:lnTo>
                  <a:lnTo>
                    <a:pt x="210679" y="193958"/>
                  </a:lnTo>
                  <a:lnTo>
                    <a:pt x="210679" y="193958"/>
                  </a:lnTo>
                  <a:lnTo>
                    <a:pt x="210679" y="189658"/>
                  </a:lnTo>
                  <a:lnTo>
                    <a:pt x="212590" y="186314"/>
                  </a:lnTo>
                  <a:lnTo>
                    <a:pt x="212590" y="186314"/>
                  </a:lnTo>
                  <a:lnTo>
                    <a:pt x="212590" y="184881"/>
                  </a:lnTo>
                  <a:lnTo>
                    <a:pt x="212590" y="184881"/>
                  </a:lnTo>
                  <a:lnTo>
                    <a:pt x="208768" y="183448"/>
                  </a:lnTo>
                  <a:lnTo>
                    <a:pt x="207812" y="183448"/>
                  </a:lnTo>
                  <a:lnTo>
                    <a:pt x="206379" y="182015"/>
                  </a:lnTo>
                  <a:lnTo>
                    <a:pt x="204468" y="181059"/>
                  </a:lnTo>
                  <a:lnTo>
                    <a:pt x="204468" y="181059"/>
                  </a:lnTo>
                  <a:lnTo>
                    <a:pt x="203035" y="180104"/>
                  </a:lnTo>
                  <a:lnTo>
                    <a:pt x="200646" y="179149"/>
                  </a:lnTo>
                  <a:lnTo>
                    <a:pt x="193480" y="179149"/>
                  </a:lnTo>
                  <a:lnTo>
                    <a:pt x="189181" y="176282"/>
                  </a:lnTo>
                  <a:lnTo>
                    <a:pt x="189181" y="176282"/>
                  </a:lnTo>
                  <a:lnTo>
                    <a:pt x="182970" y="171983"/>
                  </a:lnTo>
                  <a:lnTo>
                    <a:pt x="177715" y="169116"/>
                  </a:lnTo>
                  <a:lnTo>
                    <a:pt x="174371" y="167683"/>
                  </a:lnTo>
                  <a:lnTo>
                    <a:pt x="173415" y="167683"/>
                  </a:lnTo>
                  <a:lnTo>
                    <a:pt x="171505" y="165772"/>
                  </a:lnTo>
                  <a:lnTo>
                    <a:pt x="171505" y="165772"/>
                  </a:lnTo>
                  <a:lnTo>
                    <a:pt x="167205" y="161950"/>
                  </a:lnTo>
                  <a:lnTo>
                    <a:pt x="164339" y="161950"/>
                  </a:lnTo>
                  <a:lnTo>
                    <a:pt x="160039" y="160039"/>
                  </a:lnTo>
                  <a:lnTo>
                    <a:pt x="156217" y="157651"/>
                  </a:lnTo>
                  <a:lnTo>
                    <a:pt x="155262" y="157651"/>
                  </a:lnTo>
                  <a:lnTo>
                    <a:pt x="150962" y="152873"/>
                  </a:lnTo>
                  <a:lnTo>
                    <a:pt x="150962" y="152873"/>
                  </a:lnTo>
                  <a:lnTo>
                    <a:pt x="146663" y="150007"/>
                  </a:lnTo>
                  <a:lnTo>
                    <a:pt x="141885" y="146663"/>
                  </a:lnTo>
                  <a:lnTo>
                    <a:pt x="139019" y="144752"/>
                  </a:lnTo>
                  <a:lnTo>
                    <a:pt x="139019" y="144752"/>
                  </a:lnTo>
                  <a:lnTo>
                    <a:pt x="133764" y="141408"/>
                  </a:lnTo>
                  <a:lnTo>
                    <a:pt x="131376" y="139497"/>
                  </a:lnTo>
                  <a:lnTo>
                    <a:pt x="130420" y="138542"/>
                  </a:lnTo>
                  <a:lnTo>
                    <a:pt x="129465" y="137108"/>
                  </a:lnTo>
                  <a:lnTo>
                    <a:pt x="128509" y="131376"/>
                  </a:lnTo>
                  <a:lnTo>
                    <a:pt x="128509" y="129942"/>
                  </a:lnTo>
                  <a:lnTo>
                    <a:pt x="126598" y="126598"/>
                  </a:lnTo>
                  <a:lnTo>
                    <a:pt x="126598" y="126598"/>
                  </a:lnTo>
                  <a:lnTo>
                    <a:pt x="124210" y="124687"/>
                  </a:lnTo>
                  <a:lnTo>
                    <a:pt x="122299" y="121343"/>
                  </a:lnTo>
                  <a:lnTo>
                    <a:pt x="120865" y="116088"/>
                  </a:lnTo>
                  <a:lnTo>
                    <a:pt x="119432" y="112744"/>
                  </a:lnTo>
                  <a:lnTo>
                    <a:pt x="118477" y="111311"/>
                  </a:lnTo>
                  <a:lnTo>
                    <a:pt x="118477" y="111311"/>
                  </a:lnTo>
                  <a:lnTo>
                    <a:pt x="116566" y="109400"/>
                  </a:lnTo>
                  <a:lnTo>
                    <a:pt x="113699" y="107489"/>
                  </a:lnTo>
                  <a:lnTo>
                    <a:pt x="110833" y="106534"/>
                  </a:lnTo>
                  <a:lnTo>
                    <a:pt x="108922" y="106534"/>
                  </a:lnTo>
                  <a:lnTo>
                    <a:pt x="107967" y="108444"/>
                  </a:lnTo>
                  <a:lnTo>
                    <a:pt x="103667" y="108444"/>
                  </a:lnTo>
                  <a:lnTo>
                    <a:pt x="99846" y="107489"/>
                  </a:lnTo>
                  <a:lnTo>
                    <a:pt x="90291" y="107489"/>
                  </a:lnTo>
                  <a:lnTo>
                    <a:pt x="85035" y="104623"/>
                  </a:lnTo>
                  <a:lnTo>
                    <a:pt x="82647" y="103667"/>
                  </a:lnTo>
                  <a:lnTo>
                    <a:pt x="82647" y="103667"/>
                  </a:lnTo>
                  <a:lnTo>
                    <a:pt x="82647" y="101756"/>
                  </a:lnTo>
                  <a:lnTo>
                    <a:pt x="83603" y="100323"/>
                  </a:lnTo>
                  <a:lnTo>
                    <a:pt x="83603" y="99368"/>
                  </a:lnTo>
                  <a:lnTo>
                    <a:pt x="83603" y="99368"/>
                  </a:lnTo>
                  <a:lnTo>
                    <a:pt x="83603" y="97935"/>
                  </a:lnTo>
                  <a:lnTo>
                    <a:pt x="82169" y="96501"/>
                  </a:lnTo>
                  <a:lnTo>
                    <a:pt x="82169" y="94112"/>
                  </a:lnTo>
                  <a:lnTo>
                    <a:pt x="84558" y="94112"/>
                  </a:lnTo>
                  <a:lnTo>
                    <a:pt x="84558" y="92679"/>
                  </a:lnTo>
                  <a:lnTo>
                    <a:pt x="83603" y="92679"/>
                  </a:lnTo>
                  <a:lnTo>
                    <a:pt x="82647" y="91246"/>
                  </a:lnTo>
                  <a:lnTo>
                    <a:pt x="82647" y="91246"/>
                  </a:lnTo>
                  <a:lnTo>
                    <a:pt x="79781" y="89813"/>
                  </a:lnTo>
                  <a:lnTo>
                    <a:pt x="79781" y="89813"/>
                  </a:lnTo>
                  <a:lnTo>
                    <a:pt x="79781" y="88858"/>
                  </a:lnTo>
                  <a:lnTo>
                    <a:pt x="79781" y="88858"/>
                  </a:lnTo>
                  <a:lnTo>
                    <a:pt x="79781" y="85036"/>
                  </a:lnTo>
                  <a:lnTo>
                    <a:pt x="79781" y="85036"/>
                  </a:lnTo>
                  <a:lnTo>
                    <a:pt x="79781" y="84080"/>
                  </a:lnTo>
                  <a:lnTo>
                    <a:pt x="78825" y="84080"/>
                  </a:lnTo>
                  <a:lnTo>
                    <a:pt x="77392" y="82169"/>
                  </a:lnTo>
                  <a:lnTo>
                    <a:pt x="67360" y="82169"/>
                  </a:lnTo>
                  <a:lnTo>
                    <a:pt x="65926" y="80736"/>
                  </a:lnTo>
                  <a:lnTo>
                    <a:pt x="64493" y="77870"/>
                  </a:lnTo>
                  <a:lnTo>
                    <a:pt x="63538" y="77870"/>
                  </a:lnTo>
                  <a:lnTo>
                    <a:pt x="63538" y="76914"/>
                  </a:lnTo>
                  <a:lnTo>
                    <a:pt x="58760" y="76914"/>
                  </a:lnTo>
                  <a:lnTo>
                    <a:pt x="57805" y="75959"/>
                  </a:lnTo>
                  <a:lnTo>
                    <a:pt x="54939" y="73093"/>
                  </a:lnTo>
                  <a:lnTo>
                    <a:pt x="52073" y="70704"/>
                  </a:lnTo>
                  <a:lnTo>
                    <a:pt x="52073" y="70704"/>
                  </a:lnTo>
                  <a:lnTo>
                    <a:pt x="51117" y="73093"/>
                  </a:lnTo>
                  <a:lnTo>
                    <a:pt x="44907" y="73093"/>
                  </a:lnTo>
                  <a:lnTo>
                    <a:pt x="43951" y="74048"/>
                  </a:lnTo>
                  <a:lnTo>
                    <a:pt x="43951" y="74048"/>
                  </a:lnTo>
                  <a:lnTo>
                    <a:pt x="44907" y="75003"/>
                  </a:lnTo>
                  <a:lnTo>
                    <a:pt x="46340" y="75959"/>
                  </a:lnTo>
                  <a:lnTo>
                    <a:pt x="48728" y="78825"/>
                  </a:lnTo>
                  <a:lnTo>
                    <a:pt x="49684" y="80258"/>
                  </a:lnTo>
                  <a:lnTo>
                    <a:pt x="49684" y="80258"/>
                  </a:lnTo>
                  <a:lnTo>
                    <a:pt x="49684" y="81214"/>
                  </a:lnTo>
                  <a:lnTo>
                    <a:pt x="48251" y="81214"/>
                  </a:lnTo>
                  <a:lnTo>
                    <a:pt x="48251" y="80258"/>
                  </a:lnTo>
                  <a:lnTo>
                    <a:pt x="48251" y="80258"/>
                  </a:lnTo>
                  <a:lnTo>
                    <a:pt x="47295" y="78825"/>
                  </a:lnTo>
                  <a:lnTo>
                    <a:pt x="47295" y="78825"/>
                  </a:lnTo>
                  <a:lnTo>
                    <a:pt x="46340" y="77870"/>
                  </a:lnTo>
                  <a:lnTo>
                    <a:pt x="45384" y="77870"/>
                  </a:lnTo>
                  <a:lnTo>
                    <a:pt x="43951" y="76914"/>
                  </a:lnTo>
                  <a:lnTo>
                    <a:pt x="41085" y="76914"/>
                  </a:lnTo>
                  <a:lnTo>
                    <a:pt x="40129" y="77870"/>
                  </a:lnTo>
                  <a:lnTo>
                    <a:pt x="40129" y="77870"/>
                  </a:lnTo>
                  <a:lnTo>
                    <a:pt x="39174" y="78825"/>
                  </a:lnTo>
                  <a:lnTo>
                    <a:pt x="39174" y="80736"/>
                  </a:lnTo>
                  <a:lnTo>
                    <a:pt x="37263" y="83125"/>
                  </a:lnTo>
                  <a:lnTo>
                    <a:pt x="36307" y="84080"/>
                  </a:lnTo>
                  <a:lnTo>
                    <a:pt x="33919" y="84080"/>
                  </a:lnTo>
                  <a:lnTo>
                    <a:pt x="27708" y="85036"/>
                  </a:lnTo>
                  <a:lnTo>
                    <a:pt x="25798" y="85991"/>
                  </a:lnTo>
                  <a:lnTo>
                    <a:pt x="24842" y="86947"/>
                  </a:lnTo>
                  <a:lnTo>
                    <a:pt x="24842" y="86947"/>
                  </a:lnTo>
                  <a:lnTo>
                    <a:pt x="22453" y="89813"/>
                  </a:lnTo>
                  <a:lnTo>
                    <a:pt x="21020" y="90769"/>
                  </a:lnTo>
                  <a:lnTo>
                    <a:pt x="21020" y="90769"/>
                  </a:lnTo>
                  <a:lnTo>
                    <a:pt x="19587" y="92202"/>
                  </a:lnTo>
                  <a:lnTo>
                    <a:pt x="19587" y="96979"/>
                  </a:lnTo>
                  <a:lnTo>
                    <a:pt x="19587" y="96979"/>
                  </a:lnTo>
                  <a:lnTo>
                    <a:pt x="19587" y="102234"/>
                  </a:lnTo>
                  <a:lnTo>
                    <a:pt x="19587" y="102234"/>
                  </a:lnTo>
                  <a:lnTo>
                    <a:pt x="20542" y="103667"/>
                  </a:lnTo>
                  <a:lnTo>
                    <a:pt x="21498" y="103667"/>
                  </a:lnTo>
                  <a:lnTo>
                    <a:pt x="21498" y="105100"/>
                  </a:lnTo>
                  <a:lnTo>
                    <a:pt x="21498" y="105100"/>
                  </a:lnTo>
                  <a:lnTo>
                    <a:pt x="20542" y="106534"/>
                  </a:lnTo>
                  <a:lnTo>
                    <a:pt x="0" y="106534"/>
                  </a:lnTo>
                  <a:lnTo>
                    <a:pt x="0" y="14332"/>
                  </a:lnTo>
                  <a:lnTo>
                    <a:pt x="2389" y="13376"/>
                  </a:lnTo>
                  <a:lnTo>
                    <a:pt x="2389" y="13376"/>
                  </a:lnTo>
                  <a:lnTo>
                    <a:pt x="5733" y="12421"/>
                  </a:lnTo>
                  <a:lnTo>
                    <a:pt x="8599" y="11465"/>
                  </a:lnTo>
                  <a:lnTo>
                    <a:pt x="11943" y="10510"/>
                  </a:lnTo>
                  <a:lnTo>
                    <a:pt x="11943" y="10510"/>
                  </a:lnTo>
                  <a:lnTo>
                    <a:pt x="15765" y="9555"/>
                  </a:lnTo>
                  <a:lnTo>
                    <a:pt x="19109" y="8599"/>
                  </a:lnTo>
                  <a:lnTo>
                    <a:pt x="22931" y="7166"/>
                  </a:lnTo>
                  <a:lnTo>
                    <a:pt x="22931" y="7166"/>
                  </a:lnTo>
                  <a:lnTo>
                    <a:pt x="25798" y="6210"/>
                  </a:lnTo>
                  <a:lnTo>
                    <a:pt x="28664" y="5255"/>
                  </a:lnTo>
                  <a:lnTo>
                    <a:pt x="32485" y="4299"/>
                  </a:lnTo>
                  <a:lnTo>
                    <a:pt x="38218" y="2866"/>
                  </a:lnTo>
                  <a:lnTo>
                    <a:pt x="41562" y="1911"/>
                  </a:lnTo>
                  <a:lnTo>
                    <a:pt x="44907" y="955"/>
                  </a:lnTo>
                  <a:lnTo>
                    <a:pt x="44907" y="955"/>
                  </a:lnTo>
                  <a:lnTo>
                    <a:pt x="48251" y="0"/>
                  </a:lnTo>
                  <a:lnTo>
                    <a:pt x="50162" y="0"/>
                  </a:lnTo>
                  <a:lnTo>
                    <a:pt x="52073" y="955"/>
                  </a:lnTo>
                  <a:lnTo>
                    <a:pt x="54939" y="2866"/>
                  </a:lnTo>
                  <a:lnTo>
                    <a:pt x="57805" y="4777"/>
                  </a:lnTo>
                  <a:lnTo>
                    <a:pt x="60671" y="6688"/>
                  </a:lnTo>
                  <a:lnTo>
                    <a:pt x="63538" y="8599"/>
                  </a:lnTo>
                  <a:lnTo>
                    <a:pt x="66405" y="10510"/>
                  </a:lnTo>
                  <a:lnTo>
                    <a:pt x="66405" y="10510"/>
                  </a:lnTo>
                  <a:lnTo>
                    <a:pt x="69271" y="12421"/>
                  </a:lnTo>
                  <a:lnTo>
                    <a:pt x="72137" y="14332"/>
                  </a:lnTo>
                  <a:lnTo>
                    <a:pt x="75003" y="16243"/>
                  </a:lnTo>
                  <a:lnTo>
                    <a:pt x="77870" y="18154"/>
                  </a:lnTo>
                  <a:lnTo>
                    <a:pt x="80736" y="20064"/>
                  </a:lnTo>
                  <a:lnTo>
                    <a:pt x="83603" y="21975"/>
                  </a:lnTo>
                  <a:lnTo>
                    <a:pt x="86469" y="23409"/>
                  </a:lnTo>
                  <a:lnTo>
                    <a:pt x="89335" y="25320"/>
                  </a:lnTo>
                  <a:lnTo>
                    <a:pt x="92201" y="27230"/>
                  </a:lnTo>
                  <a:lnTo>
                    <a:pt x="95068" y="29141"/>
                  </a:lnTo>
                  <a:lnTo>
                    <a:pt x="97935" y="31052"/>
                  </a:lnTo>
                  <a:lnTo>
                    <a:pt x="100323" y="32486"/>
                  </a:lnTo>
                  <a:lnTo>
                    <a:pt x="101278" y="33441"/>
                  </a:lnTo>
                  <a:lnTo>
                    <a:pt x="101278" y="35830"/>
                  </a:lnTo>
                  <a:lnTo>
                    <a:pt x="103189" y="37740"/>
                  </a:lnTo>
                  <a:lnTo>
                    <a:pt x="105578" y="40129"/>
                  </a:lnTo>
                  <a:lnTo>
                    <a:pt x="107967" y="42518"/>
                  </a:lnTo>
                  <a:lnTo>
                    <a:pt x="110833" y="45384"/>
                  </a:lnTo>
                  <a:lnTo>
                    <a:pt x="111789" y="46340"/>
                  </a:lnTo>
                  <a:lnTo>
                    <a:pt x="112744" y="47295"/>
                  </a:lnTo>
                  <a:lnTo>
                    <a:pt x="114655" y="49206"/>
                  </a:lnTo>
                  <a:lnTo>
                    <a:pt x="117999" y="52550"/>
                  </a:lnTo>
                  <a:lnTo>
                    <a:pt x="119910" y="54461"/>
                  </a:lnTo>
                  <a:lnTo>
                    <a:pt x="128987" y="54461"/>
                  </a:lnTo>
                  <a:cubicBezTo>
                    <a:pt x="128987" y="53983"/>
                    <a:pt x="132331" y="53505"/>
                    <a:pt x="132331" y="53505"/>
                  </a:cubicBezTo>
                  <a:lnTo>
                    <a:pt x="136631" y="53505"/>
                  </a:lnTo>
                  <a:cubicBezTo>
                    <a:pt x="136631" y="53028"/>
                    <a:pt x="140453" y="52072"/>
                    <a:pt x="140453" y="52072"/>
                  </a:cubicBezTo>
                  <a:lnTo>
                    <a:pt x="143796" y="52072"/>
                  </a:lnTo>
                  <a:cubicBezTo>
                    <a:pt x="143796" y="51595"/>
                    <a:pt x="148574" y="52072"/>
                    <a:pt x="148574" y="52072"/>
                  </a:cubicBezTo>
                  <a:lnTo>
                    <a:pt x="156695" y="52072"/>
                  </a:lnTo>
                  <a:cubicBezTo>
                    <a:pt x="156695" y="52550"/>
                    <a:pt x="160039" y="52550"/>
                    <a:pt x="160039" y="52550"/>
                  </a:cubicBezTo>
                  <a:lnTo>
                    <a:pt x="163861" y="52550"/>
                  </a:lnTo>
                  <a:cubicBezTo>
                    <a:pt x="163861" y="53028"/>
                    <a:pt x="166249" y="53028"/>
                    <a:pt x="166249" y="53028"/>
                  </a:cubicBezTo>
                  <a:lnTo>
                    <a:pt x="169594" y="53028"/>
                  </a:lnTo>
                  <a:cubicBezTo>
                    <a:pt x="169594" y="52550"/>
                    <a:pt x="171505" y="51595"/>
                    <a:pt x="171505" y="51595"/>
                  </a:cubicBezTo>
                  <a:lnTo>
                    <a:pt x="173415" y="50639"/>
                  </a:lnTo>
                  <a:lnTo>
                    <a:pt x="175326" y="49684"/>
                  </a:lnTo>
                  <a:lnTo>
                    <a:pt x="177238" y="49684"/>
                  </a:lnTo>
                  <a:cubicBezTo>
                    <a:pt x="177238" y="49206"/>
                    <a:pt x="179149" y="50639"/>
                    <a:pt x="179149" y="50639"/>
                  </a:cubicBezTo>
                  <a:lnTo>
                    <a:pt x="180104" y="51595"/>
                  </a:lnTo>
                  <a:lnTo>
                    <a:pt x="181060" y="52550"/>
                  </a:lnTo>
                  <a:lnTo>
                    <a:pt x="182970" y="54461"/>
                  </a:lnTo>
                  <a:lnTo>
                    <a:pt x="184881" y="56372"/>
                  </a:lnTo>
                  <a:lnTo>
                    <a:pt x="186792" y="57328"/>
                  </a:lnTo>
                  <a:lnTo>
                    <a:pt x="189181" y="58761"/>
                  </a:lnTo>
                  <a:lnTo>
                    <a:pt x="190614" y="61149"/>
                  </a:lnTo>
                  <a:lnTo>
                    <a:pt x="192525" y="64493"/>
                  </a:lnTo>
                  <a:lnTo>
                    <a:pt x="193958" y="66882"/>
                  </a:lnTo>
                  <a:lnTo>
                    <a:pt x="195391" y="69271"/>
                  </a:lnTo>
                  <a:lnTo>
                    <a:pt x="195391" y="69271"/>
                  </a:lnTo>
                  <a:lnTo>
                    <a:pt x="197302" y="68315"/>
                  </a:lnTo>
                  <a:lnTo>
                    <a:pt x="199213" y="67360"/>
                  </a:lnTo>
                  <a:lnTo>
                    <a:pt x="201124" y="66404"/>
                  </a:lnTo>
                  <a:lnTo>
                    <a:pt x="201124" y="79303"/>
                  </a:lnTo>
                  <a:lnTo>
                    <a:pt x="199691" y="83125"/>
                  </a:lnTo>
                  <a:lnTo>
                    <a:pt x="199691" y="90769"/>
                  </a:lnTo>
                  <a:lnTo>
                    <a:pt x="209723" y="90769"/>
                  </a:lnTo>
                  <a:lnTo>
                    <a:pt x="209723" y="97457"/>
                  </a:lnTo>
                  <a:lnTo>
                    <a:pt x="210679" y="100801"/>
                  </a:lnTo>
                  <a:lnTo>
                    <a:pt x="210679" y="103667"/>
                  </a:lnTo>
                  <a:lnTo>
                    <a:pt x="212112" y="107011"/>
                  </a:lnTo>
                  <a:lnTo>
                    <a:pt x="212112" y="108922"/>
                  </a:lnTo>
                  <a:lnTo>
                    <a:pt x="213545" y="111311"/>
                  </a:lnTo>
                  <a:lnTo>
                    <a:pt x="238387" y="111311"/>
                  </a:lnTo>
                  <a:lnTo>
                    <a:pt x="239342" y="112266"/>
                  </a:lnTo>
                  <a:lnTo>
                    <a:pt x="239342" y="113222"/>
                  </a:lnTo>
                  <a:lnTo>
                    <a:pt x="240776" y="114177"/>
                  </a:lnTo>
                  <a:lnTo>
                    <a:pt x="241731" y="115133"/>
                  </a:lnTo>
                  <a:lnTo>
                    <a:pt x="241731" y="116566"/>
                  </a:lnTo>
                  <a:lnTo>
                    <a:pt x="240776" y="118954"/>
                  </a:lnTo>
                  <a:lnTo>
                    <a:pt x="240776" y="120388"/>
                  </a:lnTo>
                  <a:lnTo>
                    <a:pt x="241731" y="121821"/>
                  </a:lnTo>
                  <a:lnTo>
                    <a:pt x="241731" y="121821"/>
                  </a:lnTo>
                  <a:lnTo>
                    <a:pt x="242686" y="122776"/>
                  </a:lnTo>
                  <a:lnTo>
                    <a:pt x="245553" y="124210"/>
                  </a:lnTo>
                  <a:lnTo>
                    <a:pt x="247942" y="125165"/>
                  </a:lnTo>
                  <a:lnTo>
                    <a:pt x="250808" y="125165"/>
                  </a:lnTo>
                  <a:lnTo>
                    <a:pt x="250808" y="122776"/>
                  </a:lnTo>
                  <a:lnTo>
                    <a:pt x="249852" y="121343"/>
                  </a:lnTo>
                  <a:lnTo>
                    <a:pt x="249852" y="118954"/>
                  </a:lnTo>
                  <a:lnTo>
                    <a:pt x="251763" y="117044"/>
                  </a:lnTo>
                  <a:lnTo>
                    <a:pt x="253197" y="115133"/>
                  </a:lnTo>
                  <a:lnTo>
                    <a:pt x="255585" y="113222"/>
                  </a:lnTo>
                  <a:lnTo>
                    <a:pt x="258452" y="111311"/>
                  </a:lnTo>
                  <a:lnTo>
                    <a:pt x="258452" y="111311"/>
                  </a:lnTo>
                  <a:lnTo>
                    <a:pt x="259407" y="109878"/>
                  </a:lnTo>
                  <a:lnTo>
                    <a:pt x="259407" y="107489"/>
                  </a:lnTo>
                  <a:lnTo>
                    <a:pt x="261795" y="106056"/>
                  </a:lnTo>
                  <a:lnTo>
                    <a:pt x="263706" y="105100"/>
                  </a:lnTo>
                  <a:lnTo>
                    <a:pt x="266095" y="104145"/>
                  </a:lnTo>
                  <a:lnTo>
                    <a:pt x="266095" y="102712"/>
                  </a:lnTo>
                  <a:lnTo>
                    <a:pt x="269917" y="100801"/>
                  </a:lnTo>
                  <a:lnTo>
                    <a:pt x="271828" y="99845"/>
                  </a:lnTo>
                  <a:lnTo>
                    <a:pt x="274217" y="99845"/>
                  </a:lnTo>
                  <a:lnTo>
                    <a:pt x="277561" y="97935"/>
                  </a:lnTo>
                  <a:lnTo>
                    <a:pt x="280427" y="96501"/>
                  </a:lnTo>
                  <a:lnTo>
                    <a:pt x="280427" y="96501"/>
                  </a:lnTo>
                  <a:lnTo>
                    <a:pt x="282816" y="93635"/>
                  </a:lnTo>
                  <a:lnTo>
                    <a:pt x="284727" y="91724"/>
                  </a:lnTo>
                  <a:lnTo>
                    <a:pt x="286638" y="90291"/>
                  </a:lnTo>
                  <a:lnTo>
                    <a:pt x="288071" y="90291"/>
                  </a:lnTo>
                  <a:lnTo>
                    <a:pt x="289026" y="91246"/>
                  </a:lnTo>
                  <a:lnTo>
                    <a:pt x="290459" y="91246"/>
                  </a:lnTo>
                  <a:lnTo>
                    <a:pt x="291415" y="89335"/>
                  </a:lnTo>
                  <a:lnTo>
                    <a:pt x="292370" y="87902"/>
                  </a:lnTo>
                  <a:lnTo>
                    <a:pt x="293326" y="87902"/>
                  </a:lnTo>
                  <a:lnTo>
                    <a:pt x="295236" y="86947"/>
                  </a:lnTo>
                  <a:lnTo>
                    <a:pt x="297147" y="85991"/>
                  </a:lnTo>
                  <a:lnTo>
                    <a:pt x="298103" y="85991"/>
                  </a:lnTo>
                  <a:lnTo>
                    <a:pt x="299059" y="85036"/>
                  </a:lnTo>
                  <a:lnTo>
                    <a:pt x="300970" y="85991"/>
                  </a:lnTo>
                  <a:lnTo>
                    <a:pt x="302402" y="86947"/>
                  </a:lnTo>
                  <a:lnTo>
                    <a:pt x="302402" y="86947"/>
                  </a:lnTo>
                  <a:lnTo>
                    <a:pt x="302402" y="87902"/>
                  </a:lnTo>
                  <a:lnTo>
                    <a:pt x="298581" y="89813"/>
                  </a:lnTo>
                  <a:lnTo>
                    <a:pt x="296192" y="90769"/>
                  </a:lnTo>
                  <a:lnTo>
                    <a:pt x="295236" y="90769"/>
                  </a:lnTo>
                  <a:lnTo>
                    <a:pt x="294281" y="93157"/>
                  </a:lnTo>
                  <a:lnTo>
                    <a:pt x="293326" y="93157"/>
                  </a:lnTo>
                  <a:lnTo>
                    <a:pt x="291415" y="94112"/>
                  </a:lnTo>
                  <a:lnTo>
                    <a:pt x="289982" y="95068"/>
                  </a:lnTo>
                  <a:lnTo>
                    <a:pt x="289982" y="95068"/>
                  </a:lnTo>
                  <a:lnTo>
                    <a:pt x="288071" y="97457"/>
                  </a:lnTo>
                  <a:lnTo>
                    <a:pt x="282816" y="101278"/>
                  </a:lnTo>
                  <a:lnTo>
                    <a:pt x="282816" y="101278"/>
                  </a:lnTo>
                  <a:lnTo>
                    <a:pt x="282816" y="102234"/>
                  </a:lnTo>
                  <a:lnTo>
                    <a:pt x="282816" y="102234"/>
                  </a:lnTo>
                  <a:lnTo>
                    <a:pt x="284727" y="103189"/>
                  </a:lnTo>
                  <a:lnTo>
                    <a:pt x="287115" y="104145"/>
                  </a:lnTo>
                  <a:lnTo>
                    <a:pt x="288549" y="105100"/>
                  </a:lnTo>
                  <a:lnTo>
                    <a:pt x="291893" y="104145"/>
                  </a:lnTo>
                  <a:lnTo>
                    <a:pt x="292848" y="104145"/>
                  </a:lnTo>
                  <a:lnTo>
                    <a:pt x="293804" y="105578"/>
                  </a:lnTo>
                  <a:lnTo>
                    <a:pt x="294759" y="108922"/>
                  </a:lnTo>
                  <a:lnTo>
                    <a:pt x="296192" y="109878"/>
                  </a:lnTo>
                  <a:lnTo>
                    <a:pt x="298103" y="110833"/>
                  </a:lnTo>
                  <a:lnTo>
                    <a:pt x="299536" y="110833"/>
                  </a:lnTo>
                  <a:lnTo>
                    <a:pt x="301447" y="111789"/>
                  </a:lnTo>
                  <a:lnTo>
                    <a:pt x="305269" y="111789"/>
                  </a:lnTo>
                  <a:lnTo>
                    <a:pt x="307180" y="112744"/>
                  </a:lnTo>
                  <a:lnTo>
                    <a:pt x="307180" y="112744"/>
                  </a:lnTo>
                  <a:lnTo>
                    <a:pt x="307180" y="107489"/>
                  </a:lnTo>
                  <a:lnTo>
                    <a:pt x="308613" y="108444"/>
                  </a:lnTo>
                  <a:lnTo>
                    <a:pt x="310524" y="108444"/>
                  </a:lnTo>
                  <a:lnTo>
                    <a:pt x="310524" y="104145"/>
                  </a:lnTo>
                  <a:lnTo>
                    <a:pt x="311479" y="103189"/>
                  </a:lnTo>
                  <a:lnTo>
                    <a:pt x="311479" y="103189"/>
                  </a:lnTo>
                  <a:lnTo>
                    <a:pt x="311479" y="105100"/>
                  </a:lnTo>
                  <a:lnTo>
                    <a:pt x="312435" y="105100"/>
                  </a:lnTo>
                  <a:lnTo>
                    <a:pt x="312435" y="107489"/>
                  </a:lnTo>
                  <a:lnTo>
                    <a:pt x="313868" y="108444"/>
                  </a:lnTo>
                  <a:lnTo>
                    <a:pt x="313868" y="111311"/>
                  </a:lnTo>
                  <a:lnTo>
                    <a:pt x="320079" y="111311"/>
                  </a:lnTo>
                  <a:lnTo>
                    <a:pt x="320079" y="115133"/>
                  </a:lnTo>
                  <a:lnTo>
                    <a:pt x="321990" y="115133"/>
                  </a:lnTo>
                  <a:lnTo>
                    <a:pt x="323423" y="114177"/>
                  </a:lnTo>
                  <a:lnTo>
                    <a:pt x="324856" y="114177"/>
                  </a:lnTo>
                  <a:lnTo>
                    <a:pt x="326289" y="115610"/>
                  </a:lnTo>
                  <a:lnTo>
                    <a:pt x="328678" y="117999"/>
                  </a:lnTo>
                  <a:lnTo>
                    <a:pt x="339188" y="117999"/>
                  </a:lnTo>
                  <a:lnTo>
                    <a:pt x="335366" y="120865"/>
                  </a:lnTo>
                  <a:lnTo>
                    <a:pt x="335843" y="124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5" name="Freeform 1124">
              <a:extLst>
                <a:ext uri="{FF2B5EF4-FFF2-40B4-BE49-F238E27FC236}">
                  <a16:creationId xmlns:a16="http://schemas.microsoft.com/office/drawing/2014/main" id="{9B37CF42-A98A-EB5A-4811-51B010497CEA}"/>
                </a:ext>
              </a:extLst>
            </p:cNvPr>
            <p:cNvSpPr/>
            <p:nvPr/>
          </p:nvSpPr>
          <p:spPr>
            <a:xfrm>
              <a:off x="7323286" y="3564459"/>
              <a:ext cx="6210" cy="477"/>
            </a:xfrm>
            <a:custGeom>
              <a:avLst/>
              <a:gdLst>
                <a:gd name="csX0" fmla="*/ 6210 w 6210"/>
                <a:gd name="csY0" fmla="*/ 478 h 477"/>
                <a:gd name="csX1" fmla="*/ 2866 w 6210"/>
                <a:gd name="csY1" fmla="*/ 0 h 477"/>
                <a:gd name="csX2" fmla="*/ 478 w 6210"/>
                <a:gd name="csY2" fmla="*/ 0 h 477"/>
                <a:gd name="csX3" fmla="*/ 0 w 6210"/>
                <a:gd name="csY3" fmla="*/ 478 h 477"/>
                <a:gd name="csX4" fmla="*/ 0 w 6210"/>
                <a:gd name="csY4" fmla="*/ 0 h 477"/>
                <a:gd name="csX5" fmla="*/ 478 w 6210"/>
                <a:gd name="csY5" fmla="*/ 0 h 477"/>
                <a:gd name="csX6" fmla="*/ 2866 w 6210"/>
                <a:gd name="csY6" fmla="*/ 0 h 477"/>
                <a:gd name="csX7" fmla="*/ 6210 w 6210"/>
                <a:gd name="csY7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477">
                  <a:moveTo>
                    <a:pt x="6210" y="478"/>
                  </a:moveTo>
                  <a:lnTo>
                    <a:pt x="2866" y="0"/>
                  </a:lnTo>
                  <a:lnTo>
                    <a:pt x="478" y="0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2866" y="0"/>
                  </a:lnTo>
                  <a:lnTo>
                    <a:pt x="621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6" name="Freeform 1125">
              <a:extLst>
                <a:ext uri="{FF2B5EF4-FFF2-40B4-BE49-F238E27FC236}">
                  <a16:creationId xmlns:a16="http://schemas.microsoft.com/office/drawing/2014/main" id="{85781899-580C-76AB-1B05-E5A531E74D44}"/>
                </a:ext>
              </a:extLst>
            </p:cNvPr>
            <p:cNvSpPr/>
            <p:nvPr/>
          </p:nvSpPr>
          <p:spPr>
            <a:xfrm>
              <a:off x="7322808" y="3958108"/>
              <a:ext cx="6210" cy="955"/>
            </a:xfrm>
            <a:custGeom>
              <a:avLst/>
              <a:gdLst>
                <a:gd name="csX0" fmla="*/ 6210 w 6210"/>
                <a:gd name="csY0" fmla="*/ 955 h 955"/>
                <a:gd name="csX1" fmla="*/ 1433 w 6210"/>
                <a:gd name="csY1" fmla="*/ 478 h 955"/>
                <a:gd name="csX2" fmla="*/ 0 w 6210"/>
                <a:gd name="csY2" fmla="*/ 478 h 955"/>
                <a:gd name="csX3" fmla="*/ 1433 w 6210"/>
                <a:gd name="csY3" fmla="*/ 0 h 955"/>
                <a:gd name="csX4" fmla="*/ 6210 w 6210"/>
                <a:gd name="csY4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955">
                  <a:moveTo>
                    <a:pt x="6210" y="955"/>
                  </a:moveTo>
                  <a:lnTo>
                    <a:pt x="1433" y="478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621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7" name="Freeform 1126">
              <a:extLst>
                <a:ext uri="{FF2B5EF4-FFF2-40B4-BE49-F238E27FC236}">
                  <a16:creationId xmlns:a16="http://schemas.microsoft.com/office/drawing/2014/main" id="{A55DE8B1-794E-B1DD-3D0B-598601E384F3}"/>
                </a:ext>
              </a:extLst>
            </p:cNvPr>
            <p:cNvSpPr/>
            <p:nvPr/>
          </p:nvSpPr>
          <p:spPr>
            <a:xfrm>
              <a:off x="7326630" y="3880238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  <a:gd name="csX3" fmla="*/ 0 w 477"/>
                <a:gd name="csY3" fmla="*/ 0 h 955"/>
                <a:gd name="csX4" fmla="*/ 0 w 477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8" name="Freeform 1127">
              <a:extLst>
                <a:ext uri="{FF2B5EF4-FFF2-40B4-BE49-F238E27FC236}">
                  <a16:creationId xmlns:a16="http://schemas.microsoft.com/office/drawing/2014/main" id="{067DA397-4A04-6988-C2B6-52B054D0609F}"/>
                </a:ext>
              </a:extLst>
            </p:cNvPr>
            <p:cNvSpPr/>
            <p:nvPr/>
          </p:nvSpPr>
          <p:spPr>
            <a:xfrm>
              <a:off x="7321853" y="3920367"/>
              <a:ext cx="1911" cy="2388"/>
            </a:xfrm>
            <a:custGeom>
              <a:avLst/>
              <a:gdLst>
                <a:gd name="csX0" fmla="*/ 0 w 1911"/>
                <a:gd name="csY0" fmla="*/ 0 h 2388"/>
                <a:gd name="csX1" fmla="*/ 1911 w 1911"/>
                <a:gd name="csY1" fmla="*/ 2389 h 2388"/>
                <a:gd name="csX2" fmla="*/ 1911 w 1911"/>
                <a:gd name="csY2" fmla="*/ 2389 h 2388"/>
                <a:gd name="csX3" fmla="*/ 0 w 1911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2388">
                  <a:moveTo>
                    <a:pt x="0" y="0"/>
                  </a:moveTo>
                  <a:lnTo>
                    <a:pt x="1911" y="2389"/>
                  </a:lnTo>
                  <a:lnTo>
                    <a:pt x="1911" y="23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9" name="Freeform 1128">
              <a:extLst>
                <a:ext uri="{FF2B5EF4-FFF2-40B4-BE49-F238E27FC236}">
                  <a16:creationId xmlns:a16="http://schemas.microsoft.com/office/drawing/2014/main" id="{9BFD2D6D-283A-533C-C01B-7422FEDEC9B4}"/>
                </a:ext>
              </a:extLst>
            </p:cNvPr>
            <p:cNvSpPr/>
            <p:nvPr/>
          </p:nvSpPr>
          <p:spPr>
            <a:xfrm>
              <a:off x="7321853" y="3568758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1433 w 1433"/>
                <a:gd name="csY1" fmla="*/ 0 h 477"/>
                <a:gd name="csX2" fmla="*/ 0 w 1433"/>
                <a:gd name="csY2" fmla="*/ 478 h 477"/>
                <a:gd name="csX3" fmla="*/ 1433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" name="Freeform 1129">
              <a:extLst>
                <a:ext uri="{FF2B5EF4-FFF2-40B4-BE49-F238E27FC236}">
                  <a16:creationId xmlns:a16="http://schemas.microsoft.com/office/drawing/2014/main" id="{1CE0EE66-6BE9-4487-01E5-D33BC13BF3FC}"/>
                </a:ext>
              </a:extLst>
            </p:cNvPr>
            <p:cNvSpPr/>
            <p:nvPr/>
          </p:nvSpPr>
          <p:spPr>
            <a:xfrm>
              <a:off x="7318986" y="3918934"/>
              <a:ext cx="2866" cy="1433"/>
            </a:xfrm>
            <a:custGeom>
              <a:avLst/>
              <a:gdLst>
                <a:gd name="csX0" fmla="*/ 2866 w 2866"/>
                <a:gd name="csY0" fmla="*/ 1433 h 1433"/>
                <a:gd name="csX1" fmla="*/ 955 w 2866"/>
                <a:gd name="csY1" fmla="*/ 478 h 1433"/>
                <a:gd name="csX2" fmla="*/ 0 w 2866"/>
                <a:gd name="csY2" fmla="*/ 0 h 1433"/>
                <a:gd name="csX3" fmla="*/ 955 w 2866"/>
                <a:gd name="csY3" fmla="*/ 478 h 1433"/>
                <a:gd name="csX4" fmla="*/ 2866 w 2866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433">
                  <a:moveTo>
                    <a:pt x="2866" y="1433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1" name="Freeform 1130">
              <a:extLst>
                <a:ext uri="{FF2B5EF4-FFF2-40B4-BE49-F238E27FC236}">
                  <a16:creationId xmlns:a16="http://schemas.microsoft.com/office/drawing/2014/main" id="{B167C9A2-EF55-3162-685D-8A618AFE5FEF}"/>
                </a:ext>
              </a:extLst>
            </p:cNvPr>
            <p:cNvSpPr/>
            <p:nvPr/>
          </p:nvSpPr>
          <p:spPr>
            <a:xfrm>
              <a:off x="7318986" y="3566847"/>
              <a:ext cx="1433" cy="3344"/>
            </a:xfrm>
            <a:custGeom>
              <a:avLst/>
              <a:gdLst>
                <a:gd name="csX0" fmla="*/ 1433 w 1433"/>
                <a:gd name="csY0" fmla="*/ 3344 h 3344"/>
                <a:gd name="csX1" fmla="*/ 478 w 1433"/>
                <a:gd name="csY1" fmla="*/ 2866 h 3344"/>
                <a:gd name="csX2" fmla="*/ 0 w 1433"/>
                <a:gd name="csY2" fmla="*/ 0 h 3344"/>
                <a:gd name="csX3" fmla="*/ 478 w 1433"/>
                <a:gd name="csY3" fmla="*/ 2866 h 3344"/>
                <a:gd name="csX4" fmla="*/ 1433 w 1433"/>
                <a:gd name="csY4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3344">
                  <a:moveTo>
                    <a:pt x="1433" y="3344"/>
                  </a:moveTo>
                  <a:lnTo>
                    <a:pt x="478" y="2866"/>
                  </a:lnTo>
                  <a:lnTo>
                    <a:pt x="0" y="0"/>
                  </a:lnTo>
                  <a:lnTo>
                    <a:pt x="478" y="2866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2" name="Freeform 1131">
              <a:extLst>
                <a:ext uri="{FF2B5EF4-FFF2-40B4-BE49-F238E27FC236}">
                  <a16:creationId xmlns:a16="http://schemas.microsoft.com/office/drawing/2014/main" id="{E207FA65-F199-645E-E196-7849FBEDCDEE}"/>
                </a:ext>
              </a:extLst>
            </p:cNvPr>
            <p:cNvSpPr/>
            <p:nvPr/>
          </p:nvSpPr>
          <p:spPr>
            <a:xfrm>
              <a:off x="7318031" y="3563026"/>
              <a:ext cx="1432" cy="3821"/>
            </a:xfrm>
            <a:custGeom>
              <a:avLst/>
              <a:gdLst>
                <a:gd name="csX0" fmla="*/ 0 w 1432"/>
                <a:gd name="csY0" fmla="*/ 0 h 3821"/>
                <a:gd name="csX1" fmla="*/ 1433 w 1432"/>
                <a:gd name="csY1" fmla="*/ 1433 h 3821"/>
                <a:gd name="csX2" fmla="*/ 955 w 1432"/>
                <a:gd name="csY2" fmla="*/ 3822 h 3821"/>
                <a:gd name="csX3" fmla="*/ 955 w 1432"/>
                <a:gd name="csY3" fmla="*/ 1433 h 3821"/>
                <a:gd name="csX4" fmla="*/ 0 w 1432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3821">
                  <a:moveTo>
                    <a:pt x="0" y="0"/>
                  </a:moveTo>
                  <a:lnTo>
                    <a:pt x="1433" y="1433"/>
                  </a:lnTo>
                  <a:lnTo>
                    <a:pt x="955" y="3822"/>
                  </a:lnTo>
                  <a:lnTo>
                    <a:pt x="955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3" name="Freeform 1132">
              <a:extLst>
                <a:ext uri="{FF2B5EF4-FFF2-40B4-BE49-F238E27FC236}">
                  <a16:creationId xmlns:a16="http://schemas.microsoft.com/office/drawing/2014/main" id="{ADDF25DE-F1BF-8C2F-85EC-D9FA1D1A8E29}"/>
                </a:ext>
              </a:extLst>
            </p:cNvPr>
            <p:cNvSpPr/>
            <p:nvPr/>
          </p:nvSpPr>
          <p:spPr>
            <a:xfrm>
              <a:off x="7315164" y="3918934"/>
              <a:ext cx="3822" cy="955"/>
            </a:xfrm>
            <a:custGeom>
              <a:avLst/>
              <a:gdLst>
                <a:gd name="csX0" fmla="*/ 3822 w 3822"/>
                <a:gd name="csY0" fmla="*/ 0 h 955"/>
                <a:gd name="csX1" fmla="*/ 2389 w 3822"/>
                <a:gd name="csY1" fmla="*/ 0 h 955"/>
                <a:gd name="csX2" fmla="*/ 478 w 3822"/>
                <a:gd name="csY2" fmla="*/ 956 h 955"/>
                <a:gd name="csX3" fmla="*/ 0 w 3822"/>
                <a:gd name="csY3" fmla="*/ 478 h 955"/>
                <a:gd name="csX4" fmla="*/ 0 w 3822"/>
                <a:gd name="csY4" fmla="*/ 478 h 955"/>
                <a:gd name="csX5" fmla="*/ 478 w 3822"/>
                <a:gd name="csY5" fmla="*/ 956 h 955"/>
                <a:gd name="csX6" fmla="*/ 2389 w 3822"/>
                <a:gd name="csY6" fmla="*/ 0 h 955"/>
                <a:gd name="csX7" fmla="*/ 3822 w 3822"/>
                <a:gd name="csY7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2" h="955">
                  <a:moveTo>
                    <a:pt x="3822" y="0"/>
                  </a:moveTo>
                  <a:lnTo>
                    <a:pt x="2389" y="0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956"/>
                  </a:lnTo>
                  <a:lnTo>
                    <a:pt x="2389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4" name="Freeform 1133">
              <a:extLst>
                <a:ext uri="{FF2B5EF4-FFF2-40B4-BE49-F238E27FC236}">
                  <a16:creationId xmlns:a16="http://schemas.microsoft.com/office/drawing/2014/main" id="{34D601FF-6741-6CD3-4554-9AD9F1B33536}"/>
                </a:ext>
              </a:extLst>
            </p:cNvPr>
            <p:cNvSpPr/>
            <p:nvPr/>
          </p:nvSpPr>
          <p:spPr>
            <a:xfrm>
              <a:off x="7315164" y="3558248"/>
              <a:ext cx="2866" cy="4777"/>
            </a:xfrm>
            <a:custGeom>
              <a:avLst/>
              <a:gdLst>
                <a:gd name="csX0" fmla="*/ 1911 w 2866"/>
                <a:gd name="csY0" fmla="*/ 1911 h 4777"/>
                <a:gd name="csX1" fmla="*/ 2867 w 2866"/>
                <a:gd name="csY1" fmla="*/ 4777 h 4777"/>
                <a:gd name="csX2" fmla="*/ 1911 w 2866"/>
                <a:gd name="csY2" fmla="*/ 1911 h 4777"/>
                <a:gd name="csX3" fmla="*/ 0 w 2866"/>
                <a:gd name="csY3" fmla="*/ 0 h 4777"/>
                <a:gd name="csX4" fmla="*/ 0 w 2866"/>
                <a:gd name="csY4" fmla="*/ 0 h 4777"/>
                <a:gd name="csX5" fmla="*/ 1911 w 2866"/>
                <a:gd name="csY5" fmla="*/ 1911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4777">
                  <a:moveTo>
                    <a:pt x="1911" y="1911"/>
                  </a:moveTo>
                  <a:lnTo>
                    <a:pt x="2867" y="4777"/>
                  </a:lnTo>
                  <a:lnTo>
                    <a:pt x="1911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5" name="Freeform 1134">
              <a:extLst>
                <a:ext uri="{FF2B5EF4-FFF2-40B4-BE49-F238E27FC236}">
                  <a16:creationId xmlns:a16="http://schemas.microsoft.com/office/drawing/2014/main" id="{F6267316-B6ED-9BF8-4645-D36E903D2E4B}"/>
                </a:ext>
              </a:extLst>
            </p:cNvPr>
            <p:cNvSpPr/>
            <p:nvPr/>
          </p:nvSpPr>
          <p:spPr>
            <a:xfrm>
              <a:off x="7312298" y="3561115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0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6" name="Freeform 1135">
              <a:extLst>
                <a:ext uri="{FF2B5EF4-FFF2-40B4-BE49-F238E27FC236}">
                  <a16:creationId xmlns:a16="http://schemas.microsoft.com/office/drawing/2014/main" id="{2E98AB26-7F55-E80D-C866-1D4711B50CD5}"/>
                </a:ext>
              </a:extLst>
            </p:cNvPr>
            <p:cNvSpPr/>
            <p:nvPr/>
          </p:nvSpPr>
          <p:spPr>
            <a:xfrm>
              <a:off x="7308954" y="3915112"/>
              <a:ext cx="3821" cy="955"/>
            </a:xfrm>
            <a:custGeom>
              <a:avLst/>
              <a:gdLst>
                <a:gd name="csX0" fmla="*/ 3821 w 3821"/>
                <a:gd name="csY0" fmla="*/ 955 h 955"/>
                <a:gd name="csX1" fmla="*/ 1911 w 3821"/>
                <a:gd name="csY1" fmla="*/ 478 h 955"/>
                <a:gd name="csX2" fmla="*/ 0 w 3821"/>
                <a:gd name="csY2" fmla="*/ 0 h 955"/>
                <a:gd name="csX3" fmla="*/ 1911 w 3821"/>
                <a:gd name="csY3" fmla="*/ 478 h 955"/>
                <a:gd name="csX4" fmla="*/ 3821 w 3821"/>
                <a:gd name="csY4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955">
                  <a:moveTo>
                    <a:pt x="3821" y="955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382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7" name="Freeform 1136">
              <a:extLst>
                <a:ext uri="{FF2B5EF4-FFF2-40B4-BE49-F238E27FC236}">
                  <a16:creationId xmlns:a16="http://schemas.microsoft.com/office/drawing/2014/main" id="{3AC58BB6-4082-2770-6A93-FC9BE43DF307}"/>
                </a:ext>
              </a:extLst>
            </p:cNvPr>
            <p:cNvSpPr/>
            <p:nvPr/>
          </p:nvSpPr>
          <p:spPr>
            <a:xfrm>
              <a:off x="7306088" y="3959063"/>
              <a:ext cx="5254" cy="1911"/>
            </a:xfrm>
            <a:custGeom>
              <a:avLst/>
              <a:gdLst>
                <a:gd name="csX0" fmla="*/ 5255 w 5254"/>
                <a:gd name="csY0" fmla="*/ 0 h 1911"/>
                <a:gd name="csX1" fmla="*/ 1433 w 5254"/>
                <a:gd name="csY1" fmla="*/ 1911 h 1911"/>
                <a:gd name="csX2" fmla="*/ 955 w 5254"/>
                <a:gd name="csY2" fmla="*/ 1911 h 1911"/>
                <a:gd name="csX3" fmla="*/ 0 w 5254"/>
                <a:gd name="csY3" fmla="*/ 956 h 1911"/>
                <a:gd name="csX4" fmla="*/ 0 w 5254"/>
                <a:gd name="csY4" fmla="*/ 956 h 1911"/>
                <a:gd name="csX5" fmla="*/ 955 w 5254"/>
                <a:gd name="csY5" fmla="*/ 1911 h 1911"/>
                <a:gd name="csX6" fmla="*/ 1433 w 5254"/>
                <a:gd name="csY6" fmla="*/ 1911 h 1911"/>
                <a:gd name="csX7" fmla="*/ 5255 w 5254"/>
                <a:gd name="csY7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1911">
                  <a:moveTo>
                    <a:pt x="5255" y="0"/>
                  </a:moveTo>
                  <a:lnTo>
                    <a:pt x="1433" y="1911"/>
                  </a:lnTo>
                  <a:lnTo>
                    <a:pt x="955" y="1911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955" y="1911"/>
                  </a:lnTo>
                  <a:lnTo>
                    <a:pt x="1433" y="1911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8" name="Freeform 1137">
              <a:extLst>
                <a:ext uri="{FF2B5EF4-FFF2-40B4-BE49-F238E27FC236}">
                  <a16:creationId xmlns:a16="http://schemas.microsoft.com/office/drawing/2014/main" id="{DF29B901-2330-8AA4-9E80-C1527D0F495F}"/>
                </a:ext>
              </a:extLst>
            </p:cNvPr>
            <p:cNvSpPr/>
            <p:nvPr/>
          </p:nvSpPr>
          <p:spPr>
            <a:xfrm>
              <a:off x="7307998" y="3911290"/>
              <a:ext cx="955" cy="3822"/>
            </a:xfrm>
            <a:custGeom>
              <a:avLst/>
              <a:gdLst>
                <a:gd name="csX0" fmla="*/ 956 w 955"/>
                <a:gd name="csY0" fmla="*/ 1433 h 3822"/>
                <a:gd name="csX1" fmla="*/ 956 w 955"/>
                <a:gd name="csY1" fmla="*/ 3822 h 3822"/>
                <a:gd name="csX2" fmla="*/ 956 w 955"/>
                <a:gd name="csY2" fmla="*/ 1433 h 3822"/>
                <a:gd name="csX3" fmla="*/ 0 w 955"/>
                <a:gd name="csY3" fmla="*/ 0 h 3822"/>
                <a:gd name="csX4" fmla="*/ 956 w 955"/>
                <a:gd name="csY4" fmla="*/ 1433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3822">
                  <a:moveTo>
                    <a:pt x="956" y="1433"/>
                  </a:moveTo>
                  <a:lnTo>
                    <a:pt x="956" y="3822"/>
                  </a:lnTo>
                  <a:lnTo>
                    <a:pt x="956" y="1433"/>
                  </a:lnTo>
                  <a:lnTo>
                    <a:pt x="0" y="0"/>
                  </a:lnTo>
                  <a:lnTo>
                    <a:pt x="95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9" name="Freeform 1138">
              <a:extLst>
                <a:ext uri="{FF2B5EF4-FFF2-40B4-BE49-F238E27FC236}">
                  <a16:creationId xmlns:a16="http://schemas.microsoft.com/office/drawing/2014/main" id="{894D3482-C018-8476-68E4-4308A9D98ADB}"/>
                </a:ext>
              </a:extLst>
            </p:cNvPr>
            <p:cNvSpPr/>
            <p:nvPr/>
          </p:nvSpPr>
          <p:spPr>
            <a:xfrm>
              <a:off x="7306565" y="3909857"/>
              <a:ext cx="1432" cy="1433"/>
            </a:xfrm>
            <a:custGeom>
              <a:avLst/>
              <a:gdLst>
                <a:gd name="csX0" fmla="*/ 955 w 1432"/>
                <a:gd name="csY0" fmla="*/ 0 h 1433"/>
                <a:gd name="csX1" fmla="*/ 1433 w 1432"/>
                <a:gd name="csY1" fmla="*/ 1433 h 1433"/>
                <a:gd name="csX2" fmla="*/ 955 w 1432"/>
                <a:gd name="csY2" fmla="*/ 478 h 1433"/>
                <a:gd name="csX3" fmla="*/ 0 w 1432"/>
                <a:gd name="csY3" fmla="*/ 0 h 1433"/>
                <a:gd name="csX4" fmla="*/ 955 w 1432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1433">
                  <a:moveTo>
                    <a:pt x="955" y="0"/>
                  </a:moveTo>
                  <a:lnTo>
                    <a:pt x="1433" y="1433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0" name="Freeform 1139">
              <a:extLst>
                <a:ext uri="{FF2B5EF4-FFF2-40B4-BE49-F238E27FC236}">
                  <a16:creationId xmlns:a16="http://schemas.microsoft.com/office/drawing/2014/main" id="{86FBE274-EC50-B11A-465F-F17A527F77BB}"/>
                </a:ext>
              </a:extLst>
            </p:cNvPr>
            <p:cNvSpPr/>
            <p:nvPr/>
          </p:nvSpPr>
          <p:spPr>
            <a:xfrm>
              <a:off x="7305132" y="3943776"/>
              <a:ext cx="2388" cy="2388"/>
            </a:xfrm>
            <a:custGeom>
              <a:avLst/>
              <a:gdLst>
                <a:gd name="csX0" fmla="*/ 2389 w 2388"/>
                <a:gd name="csY0" fmla="*/ 0 h 2388"/>
                <a:gd name="csX1" fmla="*/ 1911 w 2388"/>
                <a:gd name="csY1" fmla="*/ 1433 h 2388"/>
                <a:gd name="csX2" fmla="*/ 1433 w 2388"/>
                <a:gd name="csY2" fmla="*/ 2389 h 2388"/>
                <a:gd name="csX3" fmla="*/ 478 w 2388"/>
                <a:gd name="csY3" fmla="*/ 1911 h 2388"/>
                <a:gd name="csX4" fmla="*/ 0 w 2388"/>
                <a:gd name="csY4" fmla="*/ 1433 h 2388"/>
                <a:gd name="csX5" fmla="*/ 0 w 2388"/>
                <a:gd name="csY5" fmla="*/ 955 h 2388"/>
                <a:gd name="csX6" fmla="*/ 956 w 2388"/>
                <a:gd name="csY6" fmla="*/ 478 h 2388"/>
                <a:gd name="csX7" fmla="*/ 1911 w 2388"/>
                <a:gd name="csY7" fmla="*/ 478 h 2388"/>
                <a:gd name="csX8" fmla="*/ 2389 w 2388"/>
                <a:gd name="csY8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388">
                  <a:moveTo>
                    <a:pt x="2389" y="0"/>
                  </a:moveTo>
                  <a:lnTo>
                    <a:pt x="1911" y="1433"/>
                  </a:lnTo>
                  <a:lnTo>
                    <a:pt x="1433" y="2389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955"/>
                  </a:lnTo>
                  <a:lnTo>
                    <a:pt x="956" y="478"/>
                  </a:lnTo>
                  <a:lnTo>
                    <a:pt x="1911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1" name="Freeform 1140">
              <a:extLst>
                <a:ext uri="{FF2B5EF4-FFF2-40B4-BE49-F238E27FC236}">
                  <a16:creationId xmlns:a16="http://schemas.microsoft.com/office/drawing/2014/main" id="{BAA876EC-3513-A4A3-1B56-A0E0F52B06E1}"/>
                </a:ext>
              </a:extLst>
            </p:cNvPr>
            <p:cNvSpPr/>
            <p:nvPr/>
          </p:nvSpPr>
          <p:spPr>
            <a:xfrm>
              <a:off x="7305132" y="3906991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2" name="Freeform 1141">
              <a:extLst>
                <a:ext uri="{FF2B5EF4-FFF2-40B4-BE49-F238E27FC236}">
                  <a16:creationId xmlns:a16="http://schemas.microsoft.com/office/drawing/2014/main" id="{970341C9-C99F-D269-D31D-4F19A56F17C2}"/>
                </a:ext>
              </a:extLst>
            </p:cNvPr>
            <p:cNvSpPr/>
            <p:nvPr/>
          </p:nvSpPr>
          <p:spPr>
            <a:xfrm>
              <a:off x="7296055" y="4208916"/>
              <a:ext cx="9076" cy="1433"/>
            </a:xfrm>
            <a:custGeom>
              <a:avLst/>
              <a:gdLst>
                <a:gd name="csX0" fmla="*/ 9077 w 9076"/>
                <a:gd name="csY0" fmla="*/ 0 h 1433"/>
                <a:gd name="csX1" fmla="*/ 6211 w 9076"/>
                <a:gd name="csY1" fmla="*/ 478 h 1433"/>
                <a:gd name="csX2" fmla="*/ 1433 w 9076"/>
                <a:gd name="csY2" fmla="*/ 955 h 1433"/>
                <a:gd name="csX3" fmla="*/ 0 w 9076"/>
                <a:gd name="csY3" fmla="*/ 1433 h 1433"/>
                <a:gd name="csX4" fmla="*/ 1433 w 9076"/>
                <a:gd name="csY4" fmla="*/ 955 h 1433"/>
                <a:gd name="csX5" fmla="*/ 6688 w 9076"/>
                <a:gd name="csY5" fmla="*/ 478 h 1433"/>
                <a:gd name="csX6" fmla="*/ 9077 w 9076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76" h="1433">
                  <a:moveTo>
                    <a:pt x="9077" y="0"/>
                  </a:moveTo>
                  <a:lnTo>
                    <a:pt x="6211" y="478"/>
                  </a:lnTo>
                  <a:lnTo>
                    <a:pt x="1433" y="955"/>
                  </a:lnTo>
                  <a:lnTo>
                    <a:pt x="0" y="1433"/>
                  </a:lnTo>
                  <a:lnTo>
                    <a:pt x="1433" y="955"/>
                  </a:lnTo>
                  <a:lnTo>
                    <a:pt x="6688" y="478"/>
                  </a:lnTo>
                  <a:lnTo>
                    <a:pt x="90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3" name="Freeform 1142">
              <a:extLst>
                <a:ext uri="{FF2B5EF4-FFF2-40B4-BE49-F238E27FC236}">
                  <a16:creationId xmlns:a16="http://schemas.microsoft.com/office/drawing/2014/main" id="{A735DF17-1915-8A66-F6DA-60C659669FC6}"/>
                </a:ext>
              </a:extLst>
            </p:cNvPr>
            <p:cNvSpPr/>
            <p:nvPr/>
          </p:nvSpPr>
          <p:spPr>
            <a:xfrm>
              <a:off x="7304654" y="3938999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4" name="Freeform 1143">
              <a:extLst>
                <a:ext uri="{FF2B5EF4-FFF2-40B4-BE49-F238E27FC236}">
                  <a16:creationId xmlns:a16="http://schemas.microsoft.com/office/drawing/2014/main" id="{2342F2AD-A412-F87D-C9DA-6280AD97ACF5}"/>
                </a:ext>
              </a:extLst>
            </p:cNvPr>
            <p:cNvSpPr/>
            <p:nvPr/>
          </p:nvSpPr>
          <p:spPr>
            <a:xfrm>
              <a:off x="7270258" y="2727477"/>
              <a:ext cx="33918" cy="30097"/>
            </a:xfrm>
            <a:custGeom>
              <a:avLst/>
              <a:gdLst>
                <a:gd name="csX0" fmla="*/ 32963 w 33918"/>
                <a:gd name="csY0" fmla="*/ 14810 h 30097"/>
                <a:gd name="csX1" fmla="*/ 33919 w 33918"/>
                <a:gd name="csY1" fmla="*/ 18632 h 30097"/>
                <a:gd name="csX2" fmla="*/ 33919 w 33918"/>
                <a:gd name="csY2" fmla="*/ 21498 h 30097"/>
                <a:gd name="csX3" fmla="*/ 28664 w 33918"/>
                <a:gd name="csY3" fmla="*/ 22453 h 30097"/>
                <a:gd name="csX4" fmla="*/ 19109 w 33918"/>
                <a:gd name="csY4" fmla="*/ 25320 h 30097"/>
                <a:gd name="csX5" fmla="*/ 14809 w 33918"/>
                <a:gd name="csY5" fmla="*/ 26753 h 30097"/>
                <a:gd name="csX6" fmla="*/ 9076 w 33918"/>
                <a:gd name="csY6" fmla="*/ 29619 h 30097"/>
                <a:gd name="csX7" fmla="*/ 7644 w 33918"/>
                <a:gd name="csY7" fmla="*/ 29619 h 30097"/>
                <a:gd name="csX8" fmla="*/ 3821 w 33918"/>
                <a:gd name="csY8" fmla="*/ 29142 h 30097"/>
                <a:gd name="csX9" fmla="*/ 2389 w 33918"/>
                <a:gd name="csY9" fmla="*/ 30097 h 30097"/>
                <a:gd name="csX10" fmla="*/ 0 w 33918"/>
                <a:gd name="csY10" fmla="*/ 27231 h 30097"/>
                <a:gd name="csX11" fmla="*/ 478 w 33918"/>
                <a:gd name="csY11" fmla="*/ 24842 h 30097"/>
                <a:gd name="csX12" fmla="*/ 1433 w 33918"/>
                <a:gd name="csY12" fmla="*/ 21976 h 30097"/>
                <a:gd name="csX13" fmla="*/ 1910 w 33918"/>
                <a:gd name="csY13" fmla="*/ 18632 h 30097"/>
                <a:gd name="csX14" fmla="*/ 1433 w 33918"/>
                <a:gd name="csY14" fmla="*/ 10032 h 30097"/>
                <a:gd name="csX15" fmla="*/ 4777 w 33918"/>
                <a:gd name="csY15" fmla="*/ 4300 h 30097"/>
                <a:gd name="csX16" fmla="*/ 8599 w 33918"/>
                <a:gd name="csY16" fmla="*/ 2389 h 30097"/>
                <a:gd name="csX17" fmla="*/ 20542 w 33918"/>
                <a:gd name="csY17" fmla="*/ 0 h 30097"/>
                <a:gd name="csX18" fmla="*/ 21975 w 33918"/>
                <a:gd name="csY18" fmla="*/ 956 h 30097"/>
                <a:gd name="csX19" fmla="*/ 24364 w 33918"/>
                <a:gd name="csY19" fmla="*/ 2389 h 30097"/>
                <a:gd name="csX20" fmla="*/ 26275 w 33918"/>
                <a:gd name="csY20" fmla="*/ 4300 h 30097"/>
                <a:gd name="csX21" fmla="*/ 28664 w 33918"/>
                <a:gd name="csY21" fmla="*/ 9077 h 30097"/>
                <a:gd name="csX22" fmla="*/ 30097 w 33918"/>
                <a:gd name="csY22" fmla="*/ 10988 h 30097"/>
                <a:gd name="csX23" fmla="*/ 32963 w 33918"/>
                <a:gd name="csY23" fmla="*/ 14810 h 300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33918" h="30097">
                  <a:moveTo>
                    <a:pt x="32963" y="14810"/>
                  </a:moveTo>
                  <a:lnTo>
                    <a:pt x="33919" y="18632"/>
                  </a:lnTo>
                  <a:lnTo>
                    <a:pt x="33919" y="21498"/>
                  </a:lnTo>
                  <a:lnTo>
                    <a:pt x="28664" y="22453"/>
                  </a:lnTo>
                  <a:lnTo>
                    <a:pt x="19109" y="25320"/>
                  </a:lnTo>
                  <a:lnTo>
                    <a:pt x="14809" y="26753"/>
                  </a:lnTo>
                  <a:lnTo>
                    <a:pt x="9076" y="29619"/>
                  </a:lnTo>
                  <a:lnTo>
                    <a:pt x="7644" y="29619"/>
                  </a:lnTo>
                  <a:lnTo>
                    <a:pt x="3821" y="29142"/>
                  </a:lnTo>
                  <a:lnTo>
                    <a:pt x="2389" y="30097"/>
                  </a:lnTo>
                  <a:lnTo>
                    <a:pt x="0" y="27231"/>
                  </a:lnTo>
                  <a:lnTo>
                    <a:pt x="478" y="24842"/>
                  </a:lnTo>
                  <a:lnTo>
                    <a:pt x="1433" y="21976"/>
                  </a:lnTo>
                  <a:lnTo>
                    <a:pt x="1910" y="18632"/>
                  </a:lnTo>
                  <a:lnTo>
                    <a:pt x="1433" y="10032"/>
                  </a:lnTo>
                  <a:lnTo>
                    <a:pt x="4777" y="4300"/>
                  </a:lnTo>
                  <a:lnTo>
                    <a:pt x="8599" y="2389"/>
                  </a:lnTo>
                  <a:lnTo>
                    <a:pt x="20542" y="0"/>
                  </a:lnTo>
                  <a:lnTo>
                    <a:pt x="21975" y="956"/>
                  </a:lnTo>
                  <a:lnTo>
                    <a:pt x="24364" y="2389"/>
                  </a:lnTo>
                  <a:lnTo>
                    <a:pt x="26275" y="4300"/>
                  </a:lnTo>
                  <a:lnTo>
                    <a:pt x="28664" y="9077"/>
                  </a:lnTo>
                  <a:lnTo>
                    <a:pt x="30097" y="10988"/>
                  </a:lnTo>
                  <a:lnTo>
                    <a:pt x="32963" y="148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5" name="Freeform 1144">
              <a:extLst>
                <a:ext uri="{FF2B5EF4-FFF2-40B4-BE49-F238E27FC236}">
                  <a16:creationId xmlns:a16="http://schemas.microsoft.com/office/drawing/2014/main" id="{0DD65DFA-29E8-EA42-A5D7-90A58D18134E}"/>
                </a:ext>
              </a:extLst>
            </p:cNvPr>
            <p:cNvSpPr/>
            <p:nvPr/>
          </p:nvSpPr>
          <p:spPr>
            <a:xfrm>
              <a:off x="7302743" y="4048877"/>
              <a:ext cx="955" cy="1910"/>
            </a:xfrm>
            <a:custGeom>
              <a:avLst/>
              <a:gdLst>
                <a:gd name="csX0" fmla="*/ 956 w 955"/>
                <a:gd name="csY0" fmla="*/ 0 h 1910"/>
                <a:gd name="csX1" fmla="*/ 478 w 955"/>
                <a:gd name="csY1" fmla="*/ 955 h 1910"/>
                <a:gd name="csX2" fmla="*/ 0 w 955"/>
                <a:gd name="csY2" fmla="*/ 1911 h 1910"/>
                <a:gd name="csX3" fmla="*/ 478 w 955"/>
                <a:gd name="csY3" fmla="*/ 955 h 1910"/>
                <a:gd name="csX4" fmla="*/ 956 w 955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910">
                  <a:moveTo>
                    <a:pt x="956" y="0"/>
                  </a:moveTo>
                  <a:lnTo>
                    <a:pt x="478" y="955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6" name="Freeform 1145">
              <a:extLst>
                <a:ext uri="{FF2B5EF4-FFF2-40B4-BE49-F238E27FC236}">
                  <a16:creationId xmlns:a16="http://schemas.microsoft.com/office/drawing/2014/main" id="{009F8C1F-FFF2-5BEA-6F44-D44A892B590B}"/>
                </a:ext>
              </a:extLst>
            </p:cNvPr>
            <p:cNvSpPr/>
            <p:nvPr/>
          </p:nvSpPr>
          <p:spPr>
            <a:xfrm>
              <a:off x="7302266" y="4045055"/>
              <a:ext cx="955" cy="2866"/>
            </a:xfrm>
            <a:custGeom>
              <a:avLst/>
              <a:gdLst>
                <a:gd name="csX0" fmla="*/ 955 w 955"/>
                <a:gd name="csY0" fmla="*/ 956 h 2866"/>
                <a:gd name="csX1" fmla="*/ 955 w 955"/>
                <a:gd name="csY1" fmla="*/ 2867 h 2866"/>
                <a:gd name="csX2" fmla="*/ 955 w 955"/>
                <a:gd name="csY2" fmla="*/ 956 h 2866"/>
                <a:gd name="csX3" fmla="*/ 0 w 955"/>
                <a:gd name="csY3" fmla="*/ 0 h 2866"/>
                <a:gd name="csX4" fmla="*/ 955 w 955"/>
                <a:gd name="csY4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2866">
                  <a:moveTo>
                    <a:pt x="955" y="956"/>
                  </a:moveTo>
                  <a:lnTo>
                    <a:pt x="955" y="2867"/>
                  </a:lnTo>
                  <a:lnTo>
                    <a:pt x="955" y="956"/>
                  </a:lnTo>
                  <a:lnTo>
                    <a:pt x="0" y="0"/>
                  </a:lnTo>
                  <a:lnTo>
                    <a:pt x="9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7" name="Freeform 1146">
              <a:extLst>
                <a:ext uri="{FF2B5EF4-FFF2-40B4-BE49-F238E27FC236}">
                  <a16:creationId xmlns:a16="http://schemas.microsoft.com/office/drawing/2014/main" id="{BDE5C53E-ED8B-7D1F-CDA5-85A40D456AA3}"/>
                </a:ext>
              </a:extLst>
            </p:cNvPr>
            <p:cNvSpPr/>
            <p:nvPr/>
          </p:nvSpPr>
          <p:spPr>
            <a:xfrm>
              <a:off x="7301788" y="3912246"/>
              <a:ext cx="1432" cy="477"/>
            </a:xfrm>
            <a:custGeom>
              <a:avLst/>
              <a:gdLst>
                <a:gd name="csX0" fmla="*/ 1433 w 1432"/>
                <a:gd name="csY0" fmla="*/ 0 h 477"/>
                <a:gd name="csX1" fmla="*/ 955 w 1432"/>
                <a:gd name="csY1" fmla="*/ 478 h 477"/>
                <a:gd name="csX2" fmla="*/ 0 w 1432"/>
                <a:gd name="csY2" fmla="*/ 478 h 477"/>
                <a:gd name="csX3" fmla="*/ 955 w 1432"/>
                <a:gd name="csY3" fmla="*/ 478 h 477"/>
                <a:gd name="csX4" fmla="*/ 1433 w 1432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477">
                  <a:moveTo>
                    <a:pt x="1433" y="0"/>
                  </a:moveTo>
                  <a:lnTo>
                    <a:pt x="955" y="478"/>
                  </a:lnTo>
                  <a:lnTo>
                    <a:pt x="0" y="478"/>
                  </a:lnTo>
                  <a:lnTo>
                    <a:pt x="955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8" name="Freeform 1147">
              <a:extLst>
                <a:ext uri="{FF2B5EF4-FFF2-40B4-BE49-F238E27FC236}">
                  <a16:creationId xmlns:a16="http://schemas.microsoft.com/office/drawing/2014/main" id="{52F53B46-FFA4-E107-65DF-F905EA9878BB}"/>
                </a:ext>
              </a:extLst>
            </p:cNvPr>
            <p:cNvSpPr/>
            <p:nvPr/>
          </p:nvSpPr>
          <p:spPr>
            <a:xfrm>
              <a:off x="7299877" y="3953331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1911 w 1911"/>
                <a:gd name="csY1" fmla="*/ 478 h 477"/>
                <a:gd name="csX2" fmla="*/ 1433 w 1911"/>
                <a:gd name="csY2" fmla="*/ 0 h 477"/>
                <a:gd name="csX3" fmla="*/ 0 w 1911"/>
                <a:gd name="csY3" fmla="*/ 0 h 477"/>
                <a:gd name="csX4" fmla="*/ 1433 w 1911"/>
                <a:gd name="csY4" fmla="*/ 0 h 477"/>
                <a:gd name="csX5" fmla="*/ 1911 w 1911"/>
                <a:gd name="csY5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1911" y="478"/>
                  </a:lnTo>
                  <a:lnTo>
                    <a:pt x="1433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9" name="Freeform 1148">
              <a:extLst>
                <a:ext uri="{FF2B5EF4-FFF2-40B4-BE49-F238E27FC236}">
                  <a16:creationId xmlns:a16="http://schemas.microsoft.com/office/drawing/2014/main" id="{B4183D7A-5B07-B8EA-4391-B049B3E57B05}"/>
                </a:ext>
              </a:extLst>
            </p:cNvPr>
            <p:cNvSpPr/>
            <p:nvPr/>
          </p:nvSpPr>
          <p:spPr>
            <a:xfrm>
              <a:off x="7296055" y="4059864"/>
              <a:ext cx="2866" cy="2866"/>
            </a:xfrm>
            <a:custGeom>
              <a:avLst/>
              <a:gdLst>
                <a:gd name="csX0" fmla="*/ 2867 w 2866"/>
                <a:gd name="csY0" fmla="*/ 0 h 2866"/>
                <a:gd name="csX1" fmla="*/ 1433 w 2866"/>
                <a:gd name="csY1" fmla="*/ 956 h 2866"/>
                <a:gd name="csX2" fmla="*/ 0 w 2866"/>
                <a:gd name="csY2" fmla="*/ 2866 h 2866"/>
                <a:gd name="csX3" fmla="*/ 0 w 2866"/>
                <a:gd name="csY3" fmla="*/ 2866 h 2866"/>
                <a:gd name="csX4" fmla="*/ 1433 w 2866"/>
                <a:gd name="csY4" fmla="*/ 956 h 2866"/>
                <a:gd name="csX5" fmla="*/ 2867 w 2866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866">
                  <a:moveTo>
                    <a:pt x="2867" y="0"/>
                  </a:moveTo>
                  <a:lnTo>
                    <a:pt x="1433" y="956"/>
                  </a:lnTo>
                  <a:lnTo>
                    <a:pt x="0" y="2866"/>
                  </a:lnTo>
                  <a:lnTo>
                    <a:pt x="0" y="2866"/>
                  </a:lnTo>
                  <a:lnTo>
                    <a:pt x="1433" y="956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0" name="Freeform 1149">
              <a:extLst>
                <a:ext uri="{FF2B5EF4-FFF2-40B4-BE49-F238E27FC236}">
                  <a16:creationId xmlns:a16="http://schemas.microsoft.com/office/drawing/2014/main" id="{F1481D30-28CD-47A9-4F44-DAF938B606DF}"/>
                </a:ext>
              </a:extLst>
            </p:cNvPr>
            <p:cNvSpPr/>
            <p:nvPr/>
          </p:nvSpPr>
          <p:spPr>
            <a:xfrm>
              <a:off x="7293666" y="3562070"/>
              <a:ext cx="4777" cy="1433"/>
            </a:xfrm>
            <a:custGeom>
              <a:avLst/>
              <a:gdLst>
                <a:gd name="csX0" fmla="*/ 4777 w 4777"/>
                <a:gd name="csY0" fmla="*/ 1433 h 1433"/>
                <a:gd name="csX1" fmla="*/ 0 w 4777"/>
                <a:gd name="csY1" fmla="*/ 0 h 1433"/>
                <a:gd name="csX2" fmla="*/ 0 w 4777"/>
                <a:gd name="csY2" fmla="*/ 0 h 1433"/>
                <a:gd name="csX3" fmla="*/ 4777 w 4777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1433">
                  <a:moveTo>
                    <a:pt x="4777" y="14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1" name="Freeform 1150">
              <a:extLst>
                <a:ext uri="{FF2B5EF4-FFF2-40B4-BE49-F238E27FC236}">
                  <a16:creationId xmlns:a16="http://schemas.microsoft.com/office/drawing/2014/main" id="{7424D4FB-DE35-9CE5-5F24-CC1635D77175}"/>
                </a:ext>
              </a:extLst>
            </p:cNvPr>
            <p:cNvSpPr/>
            <p:nvPr/>
          </p:nvSpPr>
          <p:spPr>
            <a:xfrm>
              <a:off x="7296055" y="3891226"/>
              <a:ext cx="478" cy="477"/>
            </a:xfrm>
            <a:custGeom>
              <a:avLst/>
              <a:gdLst>
                <a:gd name="csX0" fmla="*/ 0 w 478"/>
                <a:gd name="csY0" fmla="*/ 478 h 477"/>
                <a:gd name="csX1" fmla="*/ 478 w 478"/>
                <a:gd name="csY1" fmla="*/ 0 h 477"/>
                <a:gd name="csX2" fmla="*/ 478 w 478"/>
                <a:gd name="csY2" fmla="*/ 478 h 477"/>
                <a:gd name="csX3" fmla="*/ 0 w 478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477">
                  <a:moveTo>
                    <a:pt x="0" y="478"/>
                  </a:moveTo>
                  <a:lnTo>
                    <a:pt x="478" y="0"/>
                  </a:lnTo>
                  <a:lnTo>
                    <a:pt x="478" y="478"/>
                  </a:lnTo>
                  <a:lnTo>
                    <a:pt x="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2" name="Freeform 1151">
              <a:extLst>
                <a:ext uri="{FF2B5EF4-FFF2-40B4-BE49-F238E27FC236}">
                  <a16:creationId xmlns:a16="http://schemas.microsoft.com/office/drawing/2014/main" id="{8567782D-95C0-9E15-EC7B-8BDB67C0336D}"/>
                </a:ext>
              </a:extLst>
            </p:cNvPr>
            <p:cNvSpPr/>
            <p:nvPr/>
          </p:nvSpPr>
          <p:spPr>
            <a:xfrm>
              <a:off x="7295100" y="3942821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0 w 1433"/>
                <a:gd name="csY1" fmla="*/ 1433 h 1433"/>
                <a:gd name="csX2" fmla="*/ 955 w 1433"/>
                <a:gd name="csY2" fmla="*/ 0 h 1433"/>
                <a:gd name="csX3" fmla="*/ 1433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0" y="1433"/>
                  </a:lnTo>
                  <a:lnTo>
                    <a:pt x="955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3" name="Freeform 1152">
              <a:extLst>
                <a:ext uri="{FF2B5EF4-FFF2-40B4-BE49-F238E27FC236}">
                  <a16:creationId xmlns:a16="http://schemas.microsoft.com/office/drawing/2014/main" id="{5C642E08-59EF-3081-E2C5-5ED9ABDC8AC1}"/>
                </a:ext>
              </a:extLst>
            </p:cNvPr>
            <p:cNvSpPr/>
            <p:nvPr/>
          </p:nvSpPr>
          <p:spPr>
            <a:xfrm>
              <a:off x="7290800" y="3940432"/>
              <a:ext cx="5254" cy="6210"/>
            </a:xfrm>
            <a:custGeom>
              <a:avLst/>
              <a:gdLst>
                <a:gd name="csX0" fmla="*/ 5255 w 5254"/>
                <a:gd name="csY0" fmla="*/ 2389 h 6210"/>
                <a:gd name="csX1" fmla="*/ 4300 w 5254"/>
                <a:gd name="csY1" fmla="*/ 3822 h 6210"/>
                <a:gd name="csX2" fmla="*/ 5255 w 5254"/>
                <a:gd name="csY2" fmla="*/ 5733 h 6210"/>
                <a:gd name="csX3" fmla="*/ 5255 w 5254"/>
                <a:gd name="csY3" fmla="*/ 5733 h 6210"/>
                <a:gd name="csX4" fmla="*/ 3822 w 5254"/>
                <a:gd name="csY4" fmla="*/ 6210 h 6210"/>
                <a:gd name="csX5" fmla="*/ 2389 w 5254"/>
                <a:gd name="csY5" fmla="*/ 6210 h 6210"/>
                <a:gd name="csX6" fmla="*/ 956 w 5254"/>
                <a:gd name="csY6" fmla="*/ 5733 h 6210"/>
                <a:gd name="csX7" fmla="*/ 1911 w 5254"/>
                <a:gd name="csY7" fmla="*/ 3822 h 6210"/>
                <a:gd name="csX8" fmla="*/ 1911 w 5254"/>
                <a:gd name="csY8" fmla="*/ 3822 h 6210"/>
                <a:gd name="csX9" fmla="*/ 1911 w 5254"/>
                <a:gd name="csY9" fmla="*/ 3344 h 6210"/>
                <a:gd name="csX10" fmla="*/ 1433 w 5254"/>
                <a:gd name="csY10" fmla="*/ 3344 h 6210"/>
                <a:gd name="csX11" fmla="*/ 478 w 5254"/>
                <a:gd name="csY11" fmla="*/ 2389 h 6210"/>
                <a:gd name="csX12" fmla="*/ 0 w 5254"/>
                <a:gd name="csY12" fmla="*/ 1433 h 6210"/>
                <a:gd name="csX13" fmla="*/ 478 w 5254"/>
                <a:gd name="csY13" fmla="*/ 478 h 6210"/>
                <a:gd name="csX14" fmla="*/ 956 w 5254"/>
                <a:gd name="csY14" fmla="*/ 0 h 6210"/>
                <a:gd name="csX15" fmla="*/ 1433 w 5254"/>
                <a:gd name="csY15" fmla="*/ 0 h 6210"/>
                <a:gd name="csX16" fmla="*/ 2389 w 5254"/>
                <a:gd name="csY16" fmla="*/ 1433 h 6210"/>
                <a:gd name="csX17" fmla="*/ 2389 w 5254"/>
                <a:gd name="csY17" fmla="*/ 1433 h 6210"/>
                <a:gd name="csX18" fmla="*/ 3344 w 5254"/>
                <a:gd name="csY18" fmla="*/ 1911 h 6210"/>
                <a:gd name="csX19" fmla="*/ 5255 w 5254"/>
                <a:gd name="csY19" fmla="*/ 238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5254" h="6210">
                  <a:moveTo>
                    <a:pt x="5255" y="2389"/>
                  </a:moveTo>
                  <a:lnTo>
                    <a:pt x="4300" y="3822"/>
                  </a:lnTo>
                  <a:lnTo>
                    <a:pt x="5255" y="5733"/>
                  </a:lnTo>
                  <a:lnTo>
                    <a:pt x="5255" y="5733"/>
                  </a:lnTo>
                  <a:lnTo>
                    <a:pt x="3822" y="6210"/>
                  </a:lnTo>
                  <a:lnTo>
                    <a:pt x="2389" y="6210"/>
                  </a:lnTo>
                  <a:lnTo>
                    <a:pt x="956" y="5733"/>
                  </a:lnTo>
                  <a:lnTo>
                    <a:pt x="1911" y="3822"/>
                  </a:lnTo>
                  <a:lnTo>
                    <a:pt x="1911" y="3822"/>
                  </a:lnTo>
                  <a:lnTo>
                    <a:pt x="1911" y="3344"/>
                  </a:lnTo>
                  <a:lnTo>
                    <a:pt x="1433" y="3344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2389" y="1433"/>
                  </a:lnTo>
                  <a:lnTo>
                    <a:pt x="2389" y="1433"/>
                  </a:lnTo>
                  <a:lnTo>
                    <a:pt x="3344" y="1911"/>
                  </a:lnTo>
                  <a:lnTo>
                    <a:pt x="525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4" name="Freeform 1153">
              <a:extLst>
                <a:ext uri="{FF2B5EF4-FFF2-40B4-BE49-F238E27FC236}">
                  <a16:creationId xmlns:a16="http://schemas.microsoft.com/office/drawing/2014/main" id="{05E62940-8D68-72A4-961D-1731542A941C}"/>
                </a:ext>
              </a:extLst>
            </p:cNvPr>
            <p:cNvSpPr/>
            <p:nvPr/>
          </p:nvSpPr>
          <p:spPr>
            <a:xfrm>
              <a:off x="7295577" y="4035022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5" name="Freeform 1154">
              <a:extLst>
                <a:ext uri="{FF2B5EF4-FFF2-40B4-BE49-F238E27FC236}">
                  <a16:creationId xmlns:a16="http://schemas.microsoft.com/office/drawing/2014/main" id="{903E7EB2-3F6A-32EA-09A6-A31ABC546137}"/>
                </a:ext>
              </a:extLst>
            </p:cNvPr>
            <p:cNvSpPr/>
            <p:nvPr/>
          </p:nvSpPr>
          <p:spPr>
            <a:xfrm>
              <a:off x="7291756" y="3538661"/>
              <a:ext cx="3821" cy="12420"/>
            </a:xfrm>
            <a:custGeom>
              <a:avLst/>
              <a:gdLst>
                <a:gd name="csX0" fmla="*/ 2389 w 3821"/>
                <a:gd name="csY0" fmla="*/ 7644 h 12420"/>
                <a:gd name="csX1" fmla="*/ 3821 w 3821"/>
                <a:gd name="csY1" fmla="*/ 10988 h 12420"/>
                <a:gd name="csX2" fmla="*/ 3344 w 3821"/>
                <a:gd name="csY2" fmla="*/ 12421 h 12420"/>
                <a:gd name="csX3" fmla="*/ 3821 w 3821"/>
                <a:gd name="csY3" fmla="*/ 10988 h 12420"/>
                <a:gd name="csX4" fmla="*/ 2389 w 3821"/>
                <a:gd name="csY4" fmla="*/ 7644 h 12420"/>
                <a:gd name="csX5" fmla="*/ 0 w 3821"/>
                <a:gd name="csY5" fmla="*/ 0 h 12420"/>
                <a:gd name="csX6" fmla="*/ 2389 w 3821"/>
                <a:gd name="csY6" fmla="*/ 7644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12420">
                  <a:moveTo>
                    <a:pt x="2389" y="7644"/>
                  </a:moveTo>
                  <a:lnTo>
                    <a:pt x="3821" y="10988"/>
                  </a:lnTo>
                  <a:lnTo>
                    <a:pt x="3344" y="12421"/>
                  </a:lnTo>
                  <a:lnTo>
                    <a:pt x="3821" y="10988"/>
                  </a:lnTo>
                  <a:lnTo>
                    <a:pt x="2389" y="7644"/>
                  </a:lnTo>
                  <a:lnTo>
                    <a:pt x="0" y="0"/>
                  </a:lnTo>
                  <a:lnTo>
                    <a:pt x="2389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6" name="Freeform 1155">
              <a:extLst>
                <a:ext uri="{FF2B5EF4-FFF2-40B4-BE49-F238E27FC236}">
                  <a16:creationId xmlns:a16="http://schemas.microsoft.com/office/drawing/2014/main" id="{9AF98E31-54BB-6374-2B16-7E875F82F5DB}"/>
                </a:ext>
              </a:extLst>
            </p:cNvPr>
            <p:cNvSpPr/>
            <p:nvPr/>
          </p:nvSpPr>
          <p:spPr>
            <a:xfrm>
              <a:off x="7294622" y="3551560"/>
              <a:ext cx="477" cy="5732"/>
            </a:xfrm>
            <a:custGeom>
              <a:avLst/>
              <a:gdLst>
                <a:gd name="csX0" fmla="*/ 0 w 477"/>
                <a:gd name="csY0" fmla="*/ 0 h 5732"/>
                <a:gd name="csX1" fmla="*/ 478 w 477"/>
                <a:gd name="csY1" fmla="*/ 2866 h 5732"/>
                <a:gd name="csX2" fmla="*/ 0 w 477"/>
                <a:gd name="csY2" fmla="*/ 5733 h 5732"/>
                <a:gd name="csX3" fmla="*/ 0 w 477"/>
                <a:gd name="csY3" fmla="*/ 5733 h 5732"/>
                <a:gd name="csX4" fmla="*/ 0 w 477"/>
                <a:gd name="csY4" fmla="*/ 2866 h 5732"/>
                <a:gd name="csX5" fmla="*/ 0 w 477"/>
                <a:gd name="csY5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5732">
                  <a:moveTo>
                    <a:pt x="0" y="0"/>
                  </a:moveTo>
                  <a:lnTo>
                    <a:pt x="478" y="2866"/>
                  </a:lnTo>
                  <a:lnTo>
                    <a:pt x="0" y="5733"/>
                  </a:lnTo>
                  <a:lnTo>
                    <a:pt x="0" y="5733"/>
                  </a:lnTo>
                  <a:lnTo>
                    <a:pt x="0" y="286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7" name="Freeform 1156">
              <a:extLst>
                <a:ext uri="{FF2B5EF4-FFF2-40B4-BE49-F238E27FC236}">
                  <a16:creationId xmlns:a16="http://schemas.microsoft.com/office/drawing/2014/main" id="{D02106B1-0BAB-FE4D-58FB-3EE5FECC3907}"/>
                </a:ext>
              </a:extLst>
            </p:cNvPr>
            <p:cNvSpPr/>
            <p:nvPr/>
          </p:nvSpPr>
          <p:spPr>
            <a:xfrm>
              <a:off x="7291756" y="3946165"/>
              <a:ext cx="2866" cy="477"/>
            </a:xfrm>
            <a:custGeom>
              <a:avLst/>
              <a:gdLst>
                <a:gd name="csX0" fmla="*/ 2866 w 2866"/>
                <a:gd name="csY0" fmla="*/ 478 h 477"/>
                <a:gd name="csX1" fmla="*/ 1433 w 2866"/>
                <a:gd name="csY1" fmla="*/ 478 h 477"/>
                <a:gd name="csX2" fmla="*/ 0 w 2866"/>
                <a:gd name="csY2" fmla="*/ 0 h 477"/>
                <a:gd name="csX3" fmla="*/ 1433 w 2866"/>
                <a:gd name="csY3" fmla="*/ 478 h 477"/>
                <a:gd name="csX4" fmla="*/ 2866 w 2866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">
                  <a:moveTo>
                    <a:pt x="2866" y="478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8" name="Freeform 1157">
              <a:extLst>
                <a:ext uri="{FF2B5EF4-FFF2-40B4-BE49-F238E27FC236}">
                  <a16:creationId xmlns:a16="http://schemas.microsoft.com/office/drawing/2014/main" id="{5D7A4A33-44CF-1FFE-5FF7-0062B62A19B3}"/>
                </a:ext>
              </a:extLst>
            </p:cNvPr>
            <p:cNvSpPr/>
            <p:nvPr/>
          </p:nvSpPr>
          <p:spPr>
            <a:xfrm>
              <a:off x="7292234" y="3888837"/>
              <a:ext cx="1911" cy="955"/>
            </a:xfrm>
            <a:custGeom>
              <a:avLst/>
              <a:gdLst>
                <a:gd name="csX0" fmla="*/ 1911 w 1911"/>
                <a:gd name="csY0" fmla="*/ 955 h 955"/>
                <a:gd name="csX1" fmla="*/ 0 w 1911"/>
                <a:gd name="csY1" fmla="*/ 0 h 955"/>
                <a:gd name="csX2" fmla="*/ 478 w 1911"/>
                <a:gd name="csY2" fmla="*/ 0 h 955"/>
                <a:gd name="csX3" fmla="*/ 1911 w 1911"/>
                <a:gd name="csY3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955">
                  <a:moveTo>
                    <a:pt x="1911" y="955"/>
                  </a:moveTo>
                  <a:lnTo>
                    <a:pt x="0" y="0"/>
                  </a:lnTo>
                  <a:lnTo>
                    <a:pt x="478" y="0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9" name="Freeform 1158">
              <a:extLst>
                <a:ext uri="{FF2B5EF4-FFF2-40B4-BE49-F238E27FC236}">
                  <a16:creationId xmlns:a16="http://schemas.microsoft.com/office/drawing/2014/main" id="{D37DF226-394A-DA03-FA1E-1BD6639BAF85}"/>
                </a:ext>
              </a:extLst>
            </p:cNvPr>
            <p:cNvSpPr/>
            <p:nvPr/>
          </p:nvSpPr>
          <p:spPr>
            <a:xfrm>
              <a:off x="7291278" y="3942821"/>
              <a:ext cx="1433" cy="955"/>
            </a:xfrm>
            <a:custGeom>
              <a:avLst/>
              <a:gdLst>
                <a:gd name="csX0" fmla="*/ 1433 w 1433"/>
                <a:gd name="csY0" fmla="*/ 956 h 955"/>
                <a:gd name="csX1" fmla="*/ 956 w 1433"/>
                <a:gd name="csY1" fmla="*/ 956 h 955"/>
                <a:gd name="csX2" fmla="*/ 0 w 1433"/>
                <a:gd name="csY2" fmla="*/ 0 h 955"/>
                <a:gd name="csX3" fmla="*/ 956 w 1433"/>
                <a:gd name="csY3" fmla="*/ 956 h 955"/>
                <a:gd name="csX4" fmla="*/ 1433 w 1433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955">
                  <a:moveTo>
                    <a:pt x="1433" y="956"/>
                  </a:moveTo>
                  <a:lnTo>
                    <a:pt x="956" y="956"/>
                  </a:lnTo>
                  <a:lnTo>
                    <a:pt x="0" y="0"/>
                  </a:lnTo>
                  <a:lnTo>
                    <a:pt x="956" y="956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0" name="Freeform 1159">
              <a:extLst>
                <a:ext uri="{FF2B5EF4-FFF2-40B4-BE49-F238E27FC236}">
                  <a16:creationId xmlns:a16="http://schemas.microsoft.com/office/drawing/2014/main" id="{357400E4-82B0-DF7F-3296-F3309CCC3802}"/>
                </a:ext>
              </a:extLst>
            </p:cNvPr>
            <p:cNvSpPr/>
            <p:nvPr/>
          </p:nvSpPr>
          <p:spPr>
            <a:xfrm>
              <a:off x="7287456" y="3529107"/>
              <a:ext cx="4299" cy="9554"/>
            </a:xfrm>
            <a:custGeom>
              <a:avLst/>
              <a:gdLst>
                <a:gd name="csX0" fmla="*/ 2389 w 4299"/>
                <a:gd name="csY0" fmla="*/ 3822 h 9554"/>
                <a:gd name="csX1" fmla="*/ 4300 w 4299"/>
                <a:gd name="csY1" fmla="*/ 9555 h 9554"/>
                <a:gd name="csX2" fmla="*/ 2389 w 4299"/>
                <a:gd name="csY2" fmla="*/ 4300 h 9554"/>
                <a:gd name="csX3" fmla="*/ 0 w 4299"/>
                <a:gd name="csY3" fmla="*/ 0 h 9554"/>
                <a:gd name="csX4" fmla="*/ 2389 w 4299"/>
                <a:gd name="csY4" fmla="*/ 3822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9554">
                  <a:moveTo>
                    <a:pt x="2389" y="3822"/>
                  </a:moveTo>
                  <a:lnTo>
                    <a:pt x="4300" y="9555"/>
                  </a:lnTo>
                  <a:lnTo>
                    <a:pt x="2389" y="4300"/>
                  </a:lnTo>
                  <a:lnTo>
                    <a:pt x="0" y="0"/>
                  </a:lnTo>
                  <a:lnTo>
                    <a:pt x="2389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1" name="Freeform 1160">
              <a:extLst>
                <a:ext uri="{FF2B5EF4-FFF2-40B4-BE49-F238E27FC236}">
                  <a16:creationId xmlns:a16="http://schemas.microsoft.com/office/drawing/2014/main" id="{5E2D4296-58B8-D27C-C56F-BA128BB64686}"/>
                </a:ext>
              </a:extLst>
            </p:cNvPr>
            <p:cNvSpPr/>
            <p:nvPr/>
          </p:nvSpPr>
          <p:spPr>
            <a:xfrm>
              <a:off x="7289367" y="4280097"/>
              <a:ext cx="1910" cy="477"/>
            </a:xfrm>
            <a:custGeom>
              <a:avLst/>
              <a:gdLst>
                <a:gd name="csX0" fmla="*/ 1910 w 1910"/>
                <a:gd name="csY0" fmla="*/ 0 h 477"/>
                <a:gd name="csX1" fmla="*/ 955 w 1910"/>
                <a:gd name="csY1" fmla="*/ 0 h 477"/>
                <a:gd name="csX2" fmla="*/ 0 w 1910"/>
                <a:gd name="csY2" fmla="*/ 478 h 477"/>
                <a:gd name="csX3" fmla="*/ 955 w 1910"/>
                <a:gd name="csY3" fmla="*/ 0 h 477"/>
                <a:gd name="csX4" fmla="*/ 1910 w 1910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477">
                  <a:moveTo>
                    <a:pt x="1910" y="0"/>
                  </a:moveTo>
                  <a:lnTo>
                    <a:pt x="955" y="0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2" name="Freeform 1161">
              <a:extLst>
                <a:ext uri="{FF2B5EF4-FFF2-40B4-BE49-F238E27FC236}">
                  <a16:creationId xmlns:a16="http://schemas.microsoft.com/office/drawing/2014/main" id="{3522A82B-8C3E-956B-FF85-87CED857598F}"/>
                </a:ext>
              </a:extLst>
            </p:cNvPr>
            <p:cNvSpPr/>
            <p:nvPr/>
          </p:nvSpPr>
          <p:spPr>
            <a:xfrm>
              <a:off x="7285545" y="4211782"/>
              <a:ext cx="3822" cy="955"/>
            </a:xfrm>
            <a:custGeom>
              <a:avLst/>
              <a:gdLst>
                <a:gd name="csX0" fmla="*/ 3822 w 3822"/>
                <a:gd name="csY0" fmla="*/ 956 h 955"/>
                <a:gd name="csX1" fmla="*/ 2389 w 3822"/>
                <a:gd name="csY1" fmla="*/ 956 h 955"/>
                <a:gd name="csX2" fmla="*/ 955 w 3822"/>
                <a:gd name="csY2" fmla="*/ 478 h 955"/>
                <a:gd name="csX3" fmla="*/ 0 w 3822"/>
                <a:gd name="csY3" fmla="*/ 0 h 955"/>
                <a:gd name="csX4" fmla="*/ 955 w 3822"/>
                <a:gd name="csY4" fmla="*/ 478 h 955"/>
                <a:gd name="csX5" fmla="*/ 2389 w 3822"/>
                <a:gd name="csY5" fmla="*/ 956 h 955"/>
                <a:gd name="csX6" fmla="*/ 3822 w 3822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2" h="955">
                  <a:moveTo>
                    <a:pt x="3822" y="956"/>
                  </a:moveTo>
                  <a:lnTo>
                    <a:pt x="2389" y="956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2389" y="956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3" name="Freeform 1162">
              <a:extLst>
                <a:ext uri="{FF2B5EF4-FFF2-40B4-BE49-F238E27FC236}">
                  <a16:creationId xmlns:a16="http://schemas.microsoft.com/office/drawing/2014/main" id="{7907315C-067C-DBF1-A5DF-06C296B1A70B}"/>
                </a:ext>
              </a:extLst>
            </p:cNvPr>
            <p:cNvSpPr/>
            <p:nvPr/>
          </p:nvSpPr>
          <p:spPr>
            <a:xfrm>
              <a:off x="7286023" y="3890748"/>
              <a:ext cx="2866" cy="955"/>
            </a:xfrm>
            <a:custGeom>
              <a:avLst/>
              <a:gdLst>
                <a:gd name="csX0" fmla="*/ 2866 w 2866"/>
                <a:gd name="csY0" fmla="*/ 0 h 955"/>
                <a:gd name="csX1" fmla="*/ 956 w 2866"/>
                <a:gd name="csY1" fmla="*/ 478 h 955"/>
                <a:gd name="csX2" fmla="*/ 0 w 2866"/>
                <a:gd name="csY2" fmla="*/ 956 h 955"/>
                <a:gd name="csX3" fmla="*/ 0 w 2866"/>
                <a:gd name="csY3" fmla="*/ 956 h 955"/>
                <a:gd name="csX4" fmla="*/ 956 w 2866"/>
                <a:gd name="csY4" fmla="*/ 478 h 955"/>
                <a:gd name="csX5" fmla="*/ 2866 w 2866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955">
                  <a:moveTo>
                    <a:pt x="2866" y="0"/>
                  </a:moveTo>
                  <a:lnTo>
                    <a:pt x="956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956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4" name="Freeform 1163">
              <a:extLst>
                <a:ext uri="{FF2B5EF4-FFF2-40B4-BE49-F238E27FC236}">
                  <a16:creationId xmlns:a16="http://schemas.microsoft.com/office/drawing/2014/main" id="{8A55A7CD-43A4-5D5B-623B-22CF1A0867EB}"/>
                </a:ext>
              </a:extLst>
            </p:cNvPr>
            <p:cNvSpPr/>
            <p:nvPr/>
          </p:nvSpPr>
          <p:spPr>
            <a:xfrm>
              <a:off x="7287934" y="3895525"/>
              <a:ext cx="477" cy="2388"/>
            </a:xfrm>
            <a:custGeom>
              <a:avLst/>
              <a:gdLst>
                <a:gd name="csX0" fmla="*/ 478 w 477"/>
                <a:gd name="csY0" fmla="*/ 0 h 2388"/>
                <a:gd name="csX1" fmla="*/ 0 w 477"/>
                <a:gd name="csY1" fmla="*/ 2389 h 2388"/>
                <a:gd name="csX2" fmla="*/ 0 w 477"/>
                <a:gd name="csY2" fmla="*/ 2389 h 2388"/>
                <a:gd name="csX3" fmla="*/ 478 w 477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2388">
                  <a:moveTo>
                    <a:pt x="478" y="0"/>
                  </a:moveTo>
                  <a:lnTo>
                    <a:pt x="0" y="2389"/>
                  </a:lnTo>
                  <a:lnTo>
                    <a:pt x="0" y="2389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5" name="Freeform 1164">
              <a:extLst>
                <a:ext uri="{FF2B5EF4-FFF2-40B4-BE49-F238E27FC236}">
                  <a16:creationId xmlns:a16="http://schemas.microsoft.com/office/drawing/2014/main" id="{52F7DE70-6CDC-F3B2-368A-F6D95025B8AB}"/>
                </a:ext>
              </a:extLst>
            </p:cNvPr>
            <p:cNvSpPr/>
            <p:nvPr/>
          </p:nvSpPr>
          <p:spPr>
            <a:xfrm>
              <a:off x="7284590" y="3925145"/>
              <a:ext cx="2388" cy="2866"/>
            </a:xfrm>
            <a:custGeom>
              <a:avLst/>
              <a:gdLst>
                <a:gd name="csX0" fmla="*/ 2389 w 2388"/>
                <a:gd name="csY0" fmla="*/ 956 h 2866"/>
                <a:gd name="csX1" fmla="*/ 2389 w 2388"/>
                <a:gd name="csY1" fmla="*/ 1433 h 2866"/>
                <a:gd name="csX2" fmla="*/ 1910 w 2388"/>
                <a:gd name="csY2" fmla="*/ 2389 h 2866"/>
                <a:gd name="csX3" fmla="*/ 1433 w 2388"/>
                <a:gd name="csY3" fmla="*/ 2866 h 2866"/>
                <a:gd name="csX4" fmla="*/ 1433 w 2388"/>
                <a:gd name="csY4" fmla="*/ 2866 h 2866"/>
                <a:gd name="csX5" fmla="*/ 1910 w 2388"/>
                <a:gd name="csY5" fmla="*/ 2389 h 2866"/>
                <a:gd name="csX6" fmla="*/ 2389 w 2388"/>
                <a:gd name="csY6" fmla="*/ 1433 h 2866"/>
                <a:gd name="csX7" fmla="*/ 2389 w 2388"/>
                <a:gd name="csY7" fmla="*/ 956 h 2866"/>
                <a:gd name="csX8" fmla="*/ 0 w 2388"/>
                <a:gd name="csY8" fmla="*/ 0 h 2866"/>
                <a:gd name="csX9" fmla="*/ 2389 w 2388"/>
                <a:gd name="csY9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2866">
                  <a:moveTo>
                    <a:pt x="2389" y="956"/>
                  </a:moveTo>
                  <a:lnTo>
                    <a:pt x="2389" y="1433"/>
                  </a:lnTo>
                  <a:lnTo>
                    <a:pt x="1910" y="2389"/>
                  </a:lnTo>
                  <a:lnTo>
                    <a:pt x="1433" y="2866"/>
                  </a:lnTo>
                  <a:lnTo>
                    <a:pt x="1433" y="2866"/>
                  </a:lnTo>
                  <a:lnTo>
                    <a:pt x="1910" y="2389"/>
                  </a:lnTo>
                  <a:lnTo>
                    <a:pt x="2389" y="1433"/>
                  </a:lnTo>
                  <a:lnTo>
                    <a:pt x="2389" y="956"/>
                  </a:lnTo>
                  <a:lnTo>
                    <a:pt x="0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6" name="Freeform 1165">
              <a:extLst>
                <a:ext uri="{FF2B5EF4-FFF2-40B4-BE49-F238E27FC236}">
                  <a16:creationId xmlns:a16="http://schemas.microsoft.com/office/drawing/2014/main" id="{485F7210-2E63-9D16-9A3C-91AD5B5AD51E}"/>
                </a:ext>
              </a:extLst>
            </p:cNvPr>
            <p:cNvSpPr/>
            <p:nvPr/>
          </p:nvSpPr>
          <p:spPr>
            <a:xfrm>
              <a:off x="7283634" y="4282009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1433 w 2388"/>
                <a:gd name="csY1" fmla="*/ 478 h 477"/>
                <a:gd name="csX2" fmla="*/ 0 w 2388"/>
                <a:gd name="csY2" fmla="*/ 0 h 477"/>
                <a:gd name="csX3" fmla="*/ 1433 w 2388"/>
                <a:gd name="csY3" fmla="*/ 478 h 477"/>
                <a:gd name="csX4" fmla="*/ 2389 w 2388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7" name="Freeform 1166">
              <a:extLst>
                <a:ext uri="{FF2B5EF4-FFF2-40B4-BE49-F238E27FC236}">
                  <a16:creationId xmlns:a16="http://schemas.microsoft.com/office/drawing/2014/main" id="{01F1EE25-138C-01BA-0AD8-24173E6FD2A3}"/>
                </a:ext>
              </a:extLst>
            </p:cNvPr>
            <p:cNvSpPr/>
            <p:nvPr/>
          </p:nvSpPr>
          <p:spPr>
            <a:xfrm>
              <a:off x="7281723" y="3946642"/>
              <a:ext cx="4299" cy="2388"/>
            </a:xfrm>
            <a:custGeom>
              <a:avLst/>
              <a:gdLst>
                <a:gd name="csX0" fmla="*/ 3822 w 4299"/>
                <a:gd name="csY0" fmla="*/ 956 h 2388"/>
                <a:gd name="csX1" fmla="*/ 4300 w 4299"/>
                <a:gd name="csY1" fmla="*/ 1433 h 2388"/>
                <a:gd name="csX2" fmla="*/ 2389 w 4299"/>
                <a:gd name="csY2" fmla="*/ 2389 h 2388"/>
                <a:gd name="csX3" fmla="*/ 1433 w 4299"/>
                <a:gd name="csY3" fmla="*/ 2389 h 2388"/>
                <a:gd name="csX4" fmla="*/ 478 w 4299"/>
                <a:gd name="csY4" fmla="*/ 1433 h 2388"/>
                <a:gd name="csX5" fmla="*/ 0 w 4299"/>
                <a:gd name="csY5" fmla="*/ 478 h 2388"/>
                <a:gd name="csX6" fmla="*/ 0 w 4299"/>
                <a:gd name="csY6" fmla="*/ 0 h 2388"/>
                <a:gd name="csX7" fmla="*/ 0 w 4299"/>
                <a:gd name="csY7" fmla="*/ 0 h 2388"/>
                <a:gd name="csX8" fmla="*/ 956 w 4299"/>
                <a:gd name="csY8" fmla="*/ 0 h 2388"/>
                <a:gd name="csX9" fmla="*/ 1433 w 4299"/>
                <a:gd name="csY9" fmla="*/ 478 h 2388"/>
                <a:gd name="csX10" fmla="*/ 3344 w 4299"/>
                <a:gd name="csY10" fmla="*/ 478 h 2388"/>
                <a:gd name="csX11" fmla="*/ 3822 w 4299"/>
                <a:gd name="csY11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2388">
                  <a:moveTo>
                    <a:pt x="3822" y="956"/>
                  </a:moveTo>
                  <a:lnTo>
                    <a:pt x="4300" y="1433"/>
                  </a:lnTo>
                  <a:lnTo>
                    <a:pt x="2389" y="2389"/>
                  </a:lnTo>
                  <a:lnTo>
                    <a:pt x="1433" y="2389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433" y="478"/>
                  </a:lnTo>
                  <a:lnTo>
                    <a:pt x="3344" y="478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" name="Freeform 1167">
              <a:extLst>
                <a:ext uri="{FF2B5EF4-FFF2-40B4-BE49-F238E27FC236}">
                  <a16:creationId xmlns:a16="http://schemas.microsoft.com/office/drawing/2014/main" id="{412D4797-5F81-A950-7C9E-BD706F0FC391}"/>
                </a:ext>
              </a:extLst>
            </p:cNvPr>
            <p:cNvSpPr/>
            <p:nvPr/>
          </p:nvSpPr>
          <p:spPr>
            <a:xfrm>
              <a:off x="7283157" y="4207005"/>
              <a:ext cx="2388" cy="4777"/>
            </a:xfrm>
            <a:custGeom>
              <a:avLst/>
              <a:gdLst>
                <a:gd name="csX0" fmla="*/ 1911 w 2388"/>
                <a:gd name="csY0" fmla="*/ 3344 h 4777"/>
                <a:gd name="csX1" fmla="*/ 2389 w 2388"/>
                <a:gd name="csY1" fmla="*/ 4777 h 4777"/>
                <a:gd name="csX2" fmla="*/ 2389 w 2388"/>
                <a:gd name="csY2" fmla="*/ 4777 h 4777"/>
                <a:gd name="csX3" fmla="*/ 1433 w 2388"/>
                <a:gd name="csY3" fmla="*/ 3344 h 4777"/>
                <a:gd name="csX4" fmla="*/ 1433 w 2388"/>
                <a:gd name="csY4" fmla="*/ 956 h 4777"/>
                <a:gd name="csX5" fmla="*/ 0 w 2388"/>
                <a:gd name="csY5" fmla="*/ 0 h 4777"/>
                <a:gd name="csX6" fmla="*/ 1433 w 2388"/>
                <a:gd name="csY6" fmla="*/ 956 h 4777"/>
                <a:gd name="csX7" fmla="*/ 1911 w 2388"/>
                <a:gd name="csY7" fmla="*/ 3344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4777">
                  <a:moveTo>
                    <a:pt x="1911" y="3344"/>
                  </a:moveTo>
                  <a:lnTo>
                    <a:pt x="2389" y="4777"/>
                  </a:lnTo>
                  <a:lnTo>
                    <a:pt x="2389" y="4777"/>
                  </a:lnTo>
                  <a:lnTo>
                    <a:pt x="1433" y="3344"/>
                  </a:lnTo>
                  <a:lnTo>
                    <a:pt x="1433" y="956"/>
                  </a:lnTo>
                  <a:lnTo>
                    <a:pt x="0" y="0"/>
                  </a:lnTo>
                  <a:lnTo>
                    <a:pt x="1433" y="956"/>
                  </a:lnTo>
                  <a:lnTo>
                    <a:pt x="1911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" name="Freeform 1168">
              <a:extLst>
                <a:ext uri="{FF2B5EF4-FFF2-40B4-BE49-F238E27FC236}">
                  <a16:creationId xmlns:a16="http://schemas.microsoft.com/office/drawing/2014/main" id="{2583584E-8ABE-1DFE-39B8-A87008DBD00C}"/>
                </a:ext>
              </a:extLst>
            </p:cNvPr>
            <p:cNvSpPr/>
            <p:nvPr/>
          </p:nvSpPr>
          <p:spPr>
            <a:xfrm>
              <a:off x="7283634" y="3922756"/>
              <a:ext cx="1433" cy="1911"/>
            </a:xfrm>
            <a:custGeom>
              <a:avLst/>
              <a:gdLst>
                <a:gd name="csX0" fmla="*/ 1433 w 1433"/>
                <a:gd name="csY0" fmla="*/ 956 h 1911"/>
                <a:gd name="csX1" fmla="*/ 1433 w 1433"/>
                <a:gd name="csY1" fmla="*/ 1911 h 1911"/>
                <a:gd name="csX2" fmla="*/ 956 w 1433"/>
                <a:gd name="csY2" fmla="*/ 1911 h 1911"/>
                <a:gd name="csX3" fmla="*/ 1433 w 1433"/>
                <a:gd name="csY3" fmla="*/ 1911 h 1911"/>
                <a:gd name="csX4" fmla="*/ 1433 w 1433"/>
                <a:gd name="csY4" fmla="*/ 956 h 1911"/>
                <a:gd name="csX5" fmla="*/ 0 w 1433"/>
                <a:gd name="csY5" fmla="*/ 0 h 1911"/>
                <a:gd name="csX6" fmla="*/ 1433 w 1433"/>
                <a:gd name="csY6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1911">
                  <a:moveTo>
                    <a:pt x="1433" y="956"/>
                  </a:moveTo>
                  <a:lnTo>
                    <a:pt x="1433" y="1911"/>
                  </a:lnTo>
                  <a:lnTo>
                    <a:pt x="956" y="1911"/>
                  </a:lnTo>
                  <a:lnTo>
                    <a:pt x="1433" y="1911"/>
                  </a:lnTo>
                  <a:lnTo>
                    <a:pt x="1433" y="956"/>
                  </a:lnTo>
                  <a:lnTo>
                    <a:pt x="0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0" name="Freeform 1169">
              <a:extLst>
                <a:ext uri="{FF2B5EF4-FFF2-40B4-BE49-F238E27FC236}">
                  <a16:creationId xmlns:a16="http://schemas.microsoft.com/office/drawing/2014/main" id="{A9B98A22-43F2-E5FF-27AF-13B0D4DC7007}"/>
                </a:ext>
              </a:extLst>
            </p:cNvPr>
            <p:cNvSpPr/>
            <p:nvPr/>
          </p:nvSpPr>
          <p:spPr>
            <a:xfrm>
              <a:off x="7278379" y="4080884"/>
              <a:ext cx="6688" cy="477"/>
            </a:xfrm>
            <a:custGeom>
              <a:avLst/>
              <a:gdLst>
                <a:gd name="csX0" fmla="*/ 6688 w 6688"/>
                <a:gd name="csY0" fmla="*/ 478 h 477"/>
                <a:gd name="csX1" fmla="*/ 1911 w 6688"/>
                <a:gd name="csY1" fmla="*/ 478 h 477"/>
                <a:gd name="csX2" fmla="*/ 0 w 6688"/>
                <a:gd name="csY2" fmla="*/ 0 h 477"/>
                <a:gd name="csX3" fmla="*/ 1911 w 6688"/>
                <a:gd name="csY3" fmla="*/ 478 h 477"/>
                <a:gd name="csX4" fmla="*/ 6688 w 6688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477">
                  <a:moveTo>
                    <a:pt x="6688" y="478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668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1" name="Freeform 1170">
              <a:extLst>
                <a:ext uri="{FF2B5EF4-FFF2-40B4-BE49-F238E27FC236}">
                  <a16:creationId xmlns:a16="http://schemas.microsoft.com/office/drawing/2014/main" id="{AC5E6B4F-411A-78E6-C3EE-525116F07240}"/>
                </a:ext>
              </a:extLst>
            </p:cNvPr>
            <p:cNvSpPr/>
            <p:nvPr/>
          </p:nvSpPr>
          <p:spPr>
            <a:xfrm>
              <a:off x="7282679" y="3919412"/>
              <a:ext cx="2388" cy="2388"/>
            </a:xfrm>
            <a:custGeom>
              <a:avLst/>
              <a:gdLst>
                <a:gd name="csX0" fmla="*/ 1911 w 2388"/>
                <a:gd name="csY0" fmla="*/ 1433 h 2388"/>
                <a:gd name="csX1" fmla="*/ 2389 w 2388"/>
                <a:gd name="csY1" fmla="*/ 1911 h 2388"/>
                <a:gd name="csX2" fmla="*/ 1433 w 2388"/>
                <a:gd name="csY2" fmla="*/ 2389 h 2388"/>
                <a:gd name="csX3" fmla="*/ 478 w 2388"/>
                <a:gd name="csY3" fmla="*/ 956 h 2388"/>
                <a:gd name="csX4" fmla="*/ 0 w 2388"/>
                <a:gd name="csY4" fmla="*/ 478 h 2388"/>
                <a:gd name="csX5" fmla="*/ 478 w 2388"/>
                <a:gd name="csY5" fmla="*/ 0 h 2388"/>
                <a:gd name="csX6" fmla="*/ 1433 w 2388"/>
                <a:gd name="csY6" fmla="*/ 478 h 2388"/>
                <a:gd name="csX7" fmla="*/ 1911 w 2388"/>
                <a:gd name="csY7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1911" y="1433"/>
                  </a:moveTo>
                  <a:lnTo>
                    <a:pt x="2389" y="1911"/>
                  </a:lnTo>
                  <a:lnTo>
                    <a:pt x="1433" y="2389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2" name="Freeform 1171">
              <a:extLst>
                <a:ext uri="{FF2B5EF4-FFF2-40B4-BE49-F238E27FC236}">
                  <a16:creationId xmlns:a16="http://schemas.microsoft.com/office/drawing/2014/main" id="{C44771F2-B126-78B4-1485-43D31311710F}"/>
                </a:ext>
              </a:extLst>
            </p:cNvPr>
            <p:cNvSpPr/>
            <p:nvPr/>
          </p:nvSpPr>
          <p:spPr>
            <a:xfrm>
              <a:off x="7282201" y="3982950"/>
              <a:ext cx="1910" cy="2866"/>
            </a:xfrm>
            <a:custGeom>
              <a:avLst/>
              <a:gdLst>
                <a:gd name="csX0" fmla="*/ 1910 w 1910"/>
                <a:gd name="csY0" fmla="*/ 0 h 2866"/>
                <a:gd name="csX1" fmla="*/ 0 w 1910"/>
                <a:gd name="csY1" fmla="*/ 2867 h 2866"/>
                <a:gd name="csX2" fmla="*/ 1910 w 1910"/>
                <a:gd name="csY2" fmla="*/ 0 h 2866"/>
                <a:gd name="csX3" fmla="*/ 1910 w 1910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2866">
                  <a:moveTo>
                    <a:pt x="1910" y="0"/>
                  </a:moveTo>
                  <a:lnTo>
                    <a:pt x="0" y="2867"/>
                  </a:lnTo>
                  <a:lnTo>
                    <a:pt x="1910" y="0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3" name="Freeform 1172">
              <a:extLst>
                <a:ext uri="{FF2B5EF4-FFF2-40B4-BE49-F238E27FC236}">
                  <a16:creationId xmlns:a16="http://schemas.microsoft.com/office/drawing/2014/main" id="{83865EBA-C045-6460-AC9A-B2A1D769F2D6}"/>
                </a:ext>
              </a:extLst>
            </p:cNvPr>
            <p:cNvSpPr/>
            <p:nvPr/>
          </p:nvSpPr>
          <p:spPr>
            <a:xfrm>
              <a:off x="7282679" y="4279142"/>
              <a:ext cx="955" cy="2866"/>
            </a:xfrm>
            <a:custGeom>
              <a:avLst/>
              <a:gdLst>
                <a:gd name="csX0" fmla="*/ 478 w 955"/>
                <a:gd name="csY0" fmla="*/ 1911 h 2866"/>
                <a:gd name="csX1" fmla="*/ 955 w 955"/>
                <a:gd name="csY1" fmla="*/ 2867 h 2866"/>
                <a:gd name="csX2" fmla="*/ 478 w 955"/>
                <a:gd name="csY2" fmla="*/ 2867 h 2866"/>
                <a:gd name="csX3" fmla="*/ 478 w 955"/>
                <a:gd name="csY3" fmla="*/ 1911 h 2866"/>
                <a:gd name="csX4" fmla="*/ 478 w 955"/>
                <a:gd name="csY4" fmla="*/ 478 h 2866"/>
                <a:gd name="csX5" fmla="*/ 0 w 955"/>
                <a:gd name="csY5" fmla="*/ 0 h 2866"/>
                <a:gd name="csX6" fmla="*/ 0 w 955"/>
                <a:gd name="csY6" fmla="*/ 0 h 2866"/>
                <a:gd name="csX7" fmla="*/ 478 w 955"/>
                <a:gd name="csY7" fmla="*/ 478 h 2866"/>
                <a:gd name="csX8" fmla="*/ 478 w 955"/>
                <a:gd name="csY8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" h="2866">
                  <a:moveTo>
                    <a:pt x="478" y="1911"/>
                  </a:moveTo>
                  <a:lnTo>
                    <a:pt x="955" y="2867"/>
                  </a:lnTo>
                  <a:lnTo>
                    <a:pt x="478" y="2867"/>
                  </a:lnTo>
                  <a:lnTo>
                    <a:pt x="478" y="1911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47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4" name="Freeform 1173">
              <a:extLst>
                <a:ext uri="{FF2B5EF4-FFF2-40B4-BE49-F238E27FC236}">
                  <a16:creationId xmlns:a16="http://schemas.microsoft.com/office/drawing/2014/main" id="{84B27CC4-9438-0006-7B0B-33BE92057C7B}"/>
                </a:ext>
              </a:extLst>
            </p:cNvPr>
            <p:cNvSpPr/>
            <p:nvPr/>
          </p:nvSpPr>
          <p:spPr>
            <a:xfrm>
              <a:off x="7279335" y="3918934"/>
              <a:ext cx="3822" cy="3344"/>
            </a:xfrm>
            <a:custGeom>
              <a:avLst/>
              <a:gdLst>
                <a:gd name="csX0" fmla="*/ 1433 w 3822"/>
                <a:gd name="csY0" fmla="*/ 478 h 3344"/>
                <a:gd name="csX1" fmla="*/ 3822 w 3822"/>
                <a:gd name="csY1" fmla="*/ 3344 h 3344"/>
                <a:gd name="csX2" fmla="*/ 1433 w 3822"/>
                <a:gd name="csY2" fmla="*/ 478 h 3344"/>
                <a:gd name="csX3" fmla="*/ 478 w 3822"/>
                <a:gd name="csY3" fmla="*/ 478 h 3344"/>
                <a:gd name="csX4" fmla="*/ 0 w 3822"/>
                <a:gd name="csY4" fmla="*/ 478 h 3344"/>
                <a:gd name="csX5" fmla="*/ 0 w 3822"/>
                <a:gd name="csY5" fmla="*/ 478 h 3344"/>
                <a:gd name="csX6" fmla="*/ 478 w 3822"/>
                <a:gd name="csY6" fmla="*/ 0 h 3344"/>
                <a:gd name="csX7" fmla="*/ 1433 w 3822"/>
                <a:gd name="csY7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2" h="3344">
                  <a:moveTo>
                    <a:pt x="1433" y="478"/>
                  </a:moveTo>
                  <a:lnTo>
                    <a:pt x="3822" y="3344"/>
                  </a:lnTo>
                  <a:lnTo>
                    <a:pt x="1433" y="478"/>
                  </a:lnTo>
                  <a:lnTo>
                    <a:pt x="478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5" name="Freeform 1174">
              <a:extLst>
                <a:ext uri="{FF2B5EF4-FFF2-40B4-BE49-F238E27FC236}">
                  <a16:creationId xmlns:a16="http://schemas.microsoft.com/office/drawing/2014/main" id="{7C3FB338-878A-5309-DCC9-1159EDCE03D4}"/>
                </a:ext>
              </a:extLst>
            </p:cNvPr>
            <p:cNvSpPr/>
            <p:nvPr/>
          </p:nvSpPr>
          <p:spPr>
            <a:xfrm>
              <a:off x="7281723" y="3893615"/>
              <a:ext cx="1433" cy="1433"/>
            </a:xfrm>
            <a:custGeom>
              <a:avLst/>
              <a:gdLst>
                <a:gd name="csX0" fmla="*/ 1433 w 1433"/>
                <a:gd name="csY0" fmla="*/ 1433 h 1433"/>
                <a:gd name="csX1" fmla="*/ 956 w 1433"/>
                <a:gd name="csY1" fmla="*/ 1433 h 1433"/>
                <a:gd name="csX2" fmla="*/ 0 w 1433"/>
                <a:gd name="csY2" fmla="*/ 0 h 1433"/>
                <a:gd name="csX3" fmla="*/ 956 w 1433"/>
                <a:gd name="csY3" fmla="*/ 1433 h 1433"/>
                <a:gd name="csX4" fmla="*/ 1433 w 1433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1433">
                  <a:moveTo>
                    <a:pt x="1433" y="1433"/>
                  </a:moveTo>
                  <a:lnTo>
                    <a:pt x="956" y="1433"/>
                  </a:lnTo>
                  <a:lnTo>
                    <a:pt x="0" y="0"/>
                  </a:lnTo>
                  <a:lnTo>
                    <a:pt x="956" y="1433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6" name="Freeform 1175">
              <a:extLst>
                <a:ext uri="{FF2B5EF4-FFF2-40B4-BE49-F238E27FC236}">
                  <a16:creationId xmlns:a16="http://schemas.microsoft.com/office/drawing/2014/main" id="{9EDD7F87-C407-F7DC-E7F2-18D4CB83A75A}"/>
                </a:ext>
              </a:extLst>
            </p:cNvPr>
            <p:cNvSpPr/>
            <p:nvPr/>
          </p:nvSpPr>
          <p:spPr>
            <a:xfrm>
              <a:off x="7279813" y="4206527"/>
              <a:ext cx="3343" cy="477"/>
            </a:xfrm>
            <a:custGeom>
              <a:avLst/>
              <a:gdLst>
                <a:gd name="csX0" fmla="*/ 1910 w 3343"/>
                <a:gd name="csY0" fmla="*/ 0 h 477"/>
                <a:gd name="csX1" fmla="*/ 3344 w 3343"/>
                <a:gd name="csY1" fmla="*/ 478 h 477"/>
                <a:gd name="csX2" fmla="*/ 1910 w 3343"/>
                <a:gd name="csY2" fmla="*/ 0 h 477"/>
                <a:gd name="csX3" fmla="*/ 0 w 3343"/>
                <a:gd name="csY3" fmla="*/ 0 h 477"/>
                <a:gd name="csX4" fmla="*/ 1910 w 3343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3" h="477">
                  <a:moveTo>
                    <a:pt x="1910" y="0"/>
                  </a:moveTo>
                  <a:lnTo>
                    <a:pt x="3344" y="478"/>
                  </a:lnTo>
                  <a:lnTo>
                    <a:pt x="1910" y="0"/>
                  </a:lnTo>
                  <a:lnTo>
                    <a:pt x="0" y="0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7" name="Freeform 1176">
              <a:extLst>
                <a:ext uri="{FF2B5EF4-FFF2-40B4-BE49-F238E27FC236}">
                  <a16:creationId xmlns:a16="http://schemas.microsoft.com/office/drawing/2014/main" id="{3A62EB9F-9EAD-C760-4386-705615FE1285}"/>
                </a:ext>
              </a:extLst>
            </p:cNvPr>
            <p:cNvSpPr/>
            <p:nvPr/>
          </p:nvSpPr>
          <p:spPr>
            <a:xfrm>
              <a:off x="7282679" y="3936132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0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8" name="Freeform 1177">
              <a:extLst>
                <a:ext uri="{FF2B5EF4-FFF2-40B4-BE49-F238E27FC236}">
                  <a16:creationId xmlns:a16="http://schemas.microsoft.com/office/drawing/2014/main" id="{EFDF3B55-2BA5-DBEC-416A-496BED82817A}"/>
                </a:ext>
              </a:extLst>
            </p:cNvPr>
            <p:cNvSpPr/>
            <p:nvPr/>
          </p:nvSpPr>
          <p:spPr>
            <a:xfrm>
              <a:off x="7279335" y="3933266"/>
              <a:ext cx="3344" cy="2866"/>
            </a:xfrm>
            <a:custGeom>
              <a:avLst/>
              <a:gdLst>
                <a:gd name="csX0" fmla="*/ 1911 w 3344"/>
                <a:gd name="csY0" fmla="*/ 2389 h 2866"/>
                <a:gd name="csX1" fmla="*/ 3344 w 3344"/>
                <a:gd name="csY1" fmla="*/ 2866 h 2866"/>
                <a:gd name="csX2" fmla="*/ 1911 w 3344"/>
                <a:gd name="csY2" fmla="*/ 2389 h 2866"/>
                <a:gd name="csX3" fmla="*/ 478 w 3344"/>
                <a:gd name="csY3" fmla="*/ 1911 h 2866"/>
                <a:gd name="csX4" fmla="*/ 0 w 3344"/>
                <a:gd name="csY4" fmla="*/ 1433 h 2866"/>
                <a:gd name="csX5" fmla="*/ 0 w 3344"/>
                <a:gd name="csY5" fmla="*/ 956 h 2866"/>
                <a:gd name="csX6" fmla="*/ 0 w 3344"/>
                <a:gd name="csY6" fmla="*/ 0 h 2866"/>
                <a:gd name="csX7" fmla="*/ 0 w 3344"/>
                <a:gd name="csY7" fmla="*/ 0 h 2866"/>
                <a:gd name="csX8" fmla="*/ 0 w 3344"/>
                <a:gd name="csY8" fmla="*/ 0 h 2866"/>
                <a:gd name="csX9" fmla="*/ 0 w 3344"/>
                <a:gd name="csY9" fmla="*/ 0 h 2866"/>
                <a:gd name="csX10" fmla="*/ 0 w 3344"/>
                <a:gd name="csY10" fmla="*/ 956 h 2866"/>
                <a:gd name="csX11" fmla="*/ 0 w 3344"/>
                <a:gd name="csY11" fmla="*/ 1433 h 2866"/>
                <a:gd name="csX12" fmla="*/ 478 w 3344"/>
                <a:gd name="csY12" fmla="*/ 1911 h 2866"/>
                <a:gd name="csX13" fmla="*/ 1911 w 3344"/>
                <a:gd name="csY13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344" h="2866">
                  <a:moveTo>
                    <a:pt x="1911" y="2389"/>
                  </a:moveTo>
                  <a:lnTo>
                    <a:pt x="3344" y="2866"/>
                  </a:lnTo>
                  <a:lnTo>
                    <a:pt x="1911" y="2389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6"/>
                  </a:lnTo>
                  <a:lnTo>
                    <a:pt x="0" y="1433"/>
                  </a:lnTo>
                  <a:lnTo>
                    <a:pt x="478" y="1911"/>
                  </a:lnTo>
                  <a:lnTo>
                    <a:pt x="191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9" name="Freeform 1178">
              <a:extLst>
                <a:ext uri="{FF2B5EF4-FFF2-40B4-BE49-F238E27FC236}">
                  <a16:creationId xmlns:a16="http://schemas.microsoft.com/office/drawing/2014/main" id="{E35B0274-A5DC-E9E9-CCF9-9D4E4BF58743}"/>
                </a:ext>
              </a:extLst>
            </p:cNvPr>
            <p:cNvSpPr/>
            <p:nvPr/>
          </p:nvSpPr>
          <p:spPr>
            <a:xfrm>
              <a:off x="7277424" y="4279142"/>
              <a:ext cx="4299" cy="1433"/>
            </a:xfrm>
            <a:custGeom>
              <a:avLst/>
              <a:gdLst>
                <a:gd name="csX0" fmla="*/ 4299 w 4299"/>
                <a:gd name="csY0" fmla="*/ 0 h 1433"/>
                <a:gd name="csX1" fmla="*/ 0 w 4299"/>
                <a:gd name="csY1" fmla="*/ 1433 h 1433"/>
                <a:gd name="csX2" fmla="*/ 478 w 4299"/>
                <a:gd name="csY2" fmla="*/ 956 h 1433"/>
                <a:gd name="csX3" fmla="*/ 4299 w 4299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1433">
                  <a:moveTo>
                    <a:pt x="4299" y="0"/>
                  </a:moveTo>
                  <a:lnTo>
                    <a:pt x="0" y="1433"/>
                  </a:lnTo>
                  <a:lnTo>
                    <a:pt x="478" y="956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0" name="Freeform 1179">
              <a:extLst>
                <a:ext uri="{FF2B5EF4-FFF2-40B4-BE49-F238E27FC236}">
                  <a16:creationId xmlns:a16="http://schemas.microsoft.com/office/drawing/2014/main" id="{8180D47F-8045-DFF4-62BF-3ED269EC4806}"/>
                </a:ext>
              </a:extLst>
            </p:cNvPr>
            <p:cNvSpPr/>
            <p:nvPr/>
          </p:nvSpPr>
          <p:spPr>
            <a:xfrm>
              <a:off x="7278379" y="3893615"/>
              <a:ext cx="3343" cy="1433"/>
            </a:xfrm>
            <a:custGeom>
              <a:avLst/>
              <a:gdLst>
                <a:gd name="csX0" fmla="*/ 3344 w 3343"/>
                <a:gd name="csY0" fmla="*/ 0 h 1433"/>
                <a:gd name="csX1" fmla="*/ 1911 w 3343"/>
                <a:gd name="csY1" fmla="*/ 478 h 1433"/>
                <a:gd name="csX2" fmla="*/ 0 w 3343"/>
                <a:gd name="csY2" fmla="*/ 1433 h 1433"/>
                <a:gd name="csX3" fmla="*/ 0 w 3343"/>
                <a:gd name="csY3" fmla="*/ 1433 h 1433"/>
                <a:gd name="csX4" fmla="*/ 1911 w 3343"/>
                <a:gd name="csY4" fmla="*/ 0 h 1433"/>
                <a:gd name="csX5" fmla="*/ 3344 w 3343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3" h="1433">
                  <a:moveTo>
                    <a:pt x="3344" y="0"/>
                  </a:moveTo>
                  <a:lnTo>
                    <a:pt x="1911" y="478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1911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1" name="Freeform 1180">
              <a:extLst>
                <a:ext uri="{FF2B5EF4-FFF2-40B4-BE49-F238E27FC236}">
                  <a16:creationId xmlns:a16="http://schemas.microsoft.com/office/drawing/2014/main" id="{6F823EF3-DAF5-95E6-AA5F-67256AA0860A}"/>
                </a:ext>
              </a:extLst>
            </p:cNvPr>
            <p:cNvSpPr/>
            <p:nvPr/>
          </p:nvSpPr>
          <p:spPr>
            <a:xfrm>
              <a:off x="7275991" y="3907469"/>
              <a:ext cx="3822" cy="1911"/>
            </a:xfrm>
            <a:custGeom>
              <a:avLst/>
              <a:gdLst>
                <a:gd name="csX0" fmla="*/ 3822 w 3822"/>
                <a:gd name="csY0" fmla="*/ 1911 h 1911"/>
                <a:gd name="csX1" fmla="*/ 1433 w 3822"/>
                <a:gd name="csY1" fmla="*/ 478 h 1911"/>
                <a:gd name="csX2" fmla="*/ 0 w 3822"/>
                <a:gd name="csY2" fmla="*/ 0 h 1911"/>
                <a:gd name="csX3" fmla="*/ 1911 w 3822"/>
                <a:gd name="csY3" fmla="*/ 478 h 1911"/>
                <a:gd name="csX4" fmla="*/ 3822 w 3822"/>
                <a:gd name="csY4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2" h="1911">
                  <a:moveTo>
                    <a:pt x="3822" y="1911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3822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2" name="Freeform 1181">
              <a:extLst>
                <a:ext uri="{FF2B5EF4-FFF2-40B4-BE49-F238E27FC236}">
                  <a16:creationId xmlns:a16="http://schemas.microsoft.com/office/drawing/2014/main" id="{883897C0-CD5C-6284-C7D1-77294DF4EB7B}"/>
                </a:ext>
              </a:extLst>
            </p:cNvPr>
            <p:cNvSpPr/>
            <p:nvPr/>
          </p:nvSpPr>
          <p:spPr>
            <a:xfrm>
              <a:off x="7276468" y="4091872"/>
              <a:ext cx="955" cy="3821"/>
            </a:xfrm>
            <a:custGeom>
              <a:avLst/>
              <a:gdLst>
                <a:gd name="csX0" fmla="*/ 0 w 955"/>
                <a:gd name="csY0" fmla="*/ 0 h 3821"/>
                <a:gd name="csX1" fmla="*/ 956 w 955"/>
                <a:gd name="csY1" fmla="*/ 1911 h 3821"/>
                <a:gd name="csX2" fmla="*/ 478 w 955"/>
                <a:gd name="csY2" fmla="*/ 3822 h 3821"/>
                <a:gd name="csX3" fmla="*/ 956 w 955"/>
                <a:gd name="csY3" fmla="*/ 1911 h 3821"/>
                <a:gd name="csX4" fmla="*/ 0 w 955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3821">
                  <a:moveTo>
                    <a:pt x="0" y="0"/>
                  </a:moveTo>
                  <a:lnTo>
                    <a:pt x="956" y="1911"/>
                  </a:lnTo>
                  <a:lnTo>
                    <a:pt x="478" y="3822"/>
                  </a:lnTo>
                  <a:lnTo>
                    <a:pt x="956" y="19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3" name="Freeform 1182">
              <a:extLst>
                <a:ext uri="{FF2B5EF4-FFF2-40B4-BE49-F238E27FC236}">
                  <a16:creationId xmlns:a16="http://schemas.microsoft.com/office/drawing/2014/main" id="{3CD5BD71-018E-9E44-6FDE-26B0D13937A1}"/>
                </a:ext>
              </a:extLst>
            </p:cNvPr>
            <p:cNvSpPr/>
            <p:nvPr/>
          </p:nvSpPr>
          <p:spPr>
            <a:xfrm>
              <a:off x="7275991" y="3992982"/>
              <a:ext cx="955" cy="5254"/>
            </a:xfrm>
            <a:custGeom>
              <a:avLst/>
              <a:gdLst>
                <a:gd name="csX0" fmla="*/ 0 w 955"/>
                <a:gd name="csY0" fmla="*/ 0 h 5254"/>
                <a:gd name="csX1" fmla="*/ 955 w 955"/>
                <a:gd name="csY1" fmla="*/ 2866 h 5254"/>
                <a:gd name="csX2" fmla="*/ 955 w 955"/>
                <a:gd name="csY2" fmla="*/ 5255 h 5254"/>
                <a:gd name="csX3" fmla="*/ 955 w 955"/>
                <a:gd name="csY3" fmla="*/ 2866 h 5254"/>
                <a:gd name="csX4" fmla="*/ 0 w 955"/>
                <a:gd name="csY4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5254">
                  <a:moveTo>
                    <a:pt x="0" y="0"/>
                  </a:moveTo>
                  <a:lnTo>
                    <a:pt x="955" y="2866"/>
                  </a:lnTo>
                  <a:lnTo>
                    <a:pt x="955" y="5255"/>
                  </a:lnTo>
                  <a:lnTo>
                    <a:pt x="955" y="286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4" name="Freeform 1183">
              <a:extLst>
                <a:ext uri="{FF2B5EF4-FFF2-40B4-BE49-F238E27FC236}">
                  <a16:creationId xmlns:a16="http://schemas.microsoft.com/office/drawing/2014/main" id="{80399133-D714-DA73-1F02-8FE2AD4B1C0A}"/>
                </a:ext>
              </a:extLst>
            </p:cNvPr>
            <p:cNvSpPr/>
            <p:nvPr/>
          </p:nvSpPr>
          <p:spPr>
            <a:xfrm>
              <a:off x="7271691" y="3531018"/>
              <a:ext cx="3822" cy="955"/>
            </a:xfrm>
            <a:custGeom>
              <a:avLst/>
              <a:gdLst>
                <a:gd name="csX0" fmla="*/ 3822 w 3822"/>
                <a:gd name="csY0" fmla="*/ 956 h 955"/>
                <a:gd name="csX1" fmla="*/ 1911 w 3822"/>
                <a:gd name="csY1" fmla="*/ 478 h 955"/>
                <a:gd name="csX2" fmla="*/ 0 w 3822"/>
                <a:gd name="csY2" fmla="*/ 0 h 955"/>
                <a:gd name="csX3" fmla="*/ 1911 w 3822"/>
                <a:gd name="csY3" fmla="*/ 478 h 955"/>
                <a:gd name="csX4" fmla="*/ 3822 w 3822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2" h="955">
                  <a:moveTo>
                    <a:pt x="3822" y="956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5" name="Freeform 1184">
              <a:extLst>
                <a:ext uri="{FF2B5EF4-FFF2-40B4-BE49-F238E27FC236}">
                  <a16:creationId xmlns:a16="http://schemas.microsoft.com/office/drawing/2014/main" id="{817D32BA-6CBB-8E9E-57E2-A2076D7578C5}"/>
                </a:ext>
              </a:extLst>
            </p:cNvPr>
            <p:cNvSpPr/>
            <p:nvPr/>
          </p:nvSpPr>
          <p:spPr>
            <a:xfrm>
              <a:off x="7261181" y="3092940"/>
              <a:ext cx="12898" cy="11943"/>
            </a:xfrm>
            <a:custGeom>
              <a:avLst/>
              <a:gdLst>
                <a:gd name="csX0" fmla="*/ 11943 w 12898"/>
                <a:gd name="csY0" fmla="*/ 6688 h 11943"/>
                <a:gd name="csX1" fmla="*/ 12898 w 12898"/>
                <a:gd name="csY1" fmla="*/ 8121 h 11943"/>
                <a:gd name="csX2" fmla="*/ 11943 w 12898"/>
                <a:gd name="csY2" fmla="*/ 10510 h 11943"/>
                <a:gd name="csX3" fmla="*/ 10987 w 12898"/>
                <a:gd name="csY3" fmla="*/ 11466 h 11943"/>
                <a:gd name="csX4" fmla="*/ 7644 w 12898"/>
                <a:gd name="csY4" fmla="*/ 11943 h 11943"/>
                <a:gd name="csX5" fmla="*/ 3821 w 12898"/>
                <a:gd name="csY5" fmla="*/ 8599 h 11943"/>
                <a:gd name="csX6" fmla="*/ 0 w 12898"/>
                <a:gd name="csY6" fmla="*/ 1433 h 11943"/>
                <a:gd name="csX7" fmla="*/ 955 w 12898"/>
                <a:gd name="csY7" fmla="*/ 0 h 11943"/>
                <a:gd name="csX8" fmla="*/ 3344 w 12898"/>
                <a:gd name="csY8" fmla="*/ 478 h 11943"/>
                <a:gd name="csX9" fmla="*/ 6688 w 12898"/>
                <a:gd name="csY9" fmla="*/ 478 h 11943"/>
                <a:gd name="csX10" fmla="*/ 9077 w 12898"/>
                <a:gd name="csY10" fmla="*/ 1911 h 11943"/>
                <a:gd name="csX11" fmla="*/ 12421 w 12898"/>
                <a:gd name="csY11" fmla="*/ 2389 h 11943"/>
                <a:gd name="csX12" fmla="*/ 11943 w 12898"/>
                <a:gd name="csY12" fmla="*/ 5733 h 11943"/>
                <a:gd name="csX13" fmla="*/ 11943 w 12898"/>
                <a:gd name="csY13" fmla="*/ 6688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898" h="11943">
                  <a:moveTo>
                    <a:pt x="11943" y="6688"/>
                  </a:moveTo>
                  <a:lnTo>
                    <a:pt x="12898" y="8121"/>
                  </a:lnTo>
                  <a:lnTo>
                    <a:pt x="11943" y="10510"/>
                  </a:lnTo>
                  <a:lnTo>
                    <a:pt x="10987" y="11466"/>
                  </a:lnTo>
                  <a:lnTo>
                    <a:pt x="7644" y="11943"/>
                  </a:lnTo>
                  <a:lnTo>
                    <a:pt x="3821" y="8599"/>
                  </a:lnTo>
                  <a:lnTo>
                    <a:pt x="0" y="1433"/>
                  </a:lnTo>
                  <a:lnTo>
                    <a:pt x="955" y="0"/>
                  </a:lnTo>
                  <a:lnTo>
                    <a:pt x="3344" y="478"/>
                  </a:lnTo>
                  <a:lnTo>
                    <a:pt x="6688" y="478"/>
                  </a:lnTo>
                  <a:lnTo>
                    <a:pt x="9077" y="1911"/>
                  </a:lnTo>
                  <a:lnTo>
                    <a:pt x="12421" y="2389"/>
                  </a:lnTo>
                  <a:lnTo>
                    <a:pt x="11943" y="5733"/>
                  </a:lnTo>
                  <a:lnTo>
                    <a:pt x="11943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6" name="Freeform 1185">
              <a:extLst>
                <a:ext uri="{FF2B5EF4-FFF2-40B4-BE49-F238E27FC236}">
                  <a16:creationId xmlns:a16="http://schemas.microsoft.com/office/drawing/2014/main" id="{D9A851DD-B157-8A08-B7C0-DCE9F79E314B}"/>
                </a:ext>
              </a:extLst>
            </p:cNvPr>
            <p:cNvSpPr/>
            <p:nvPr/>
          </p:nvSpPr>
          <p:spPr>
            <a:xfrm>
              <a:off x="7271213" y="3900303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2389 w 2388"/>
                <a:gd name="csY1" fmla="*/ 0 h 1433"/>
                <a:gd name="csX2" fmla="*/ 0 w 2388"/>
                <a:gd name="csY2" fmla="*/ 1433 h 1433"/>
                <a:gd name="csX3" fmla="*/ 2389 w 2388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2389" y="0"/>
                  </a:lnTo>
                  <a:lnTo>
                    <a:pt x="0" y="1433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7" name="Freeform 1186">
              <a:extLst>
                <a:ext uri="{FF2B5EF4-FFF2-40B4-BE49-F238E27FC236}">
                  <a16:creationId xmlns:a16="http://schemas.microsoft.com/office/drawing/2014/main" id="{465CF914-E713-CADB-9902-A4BE7BCEBA96}"/>
                </a:ext>
              </a:extLst>
            </p:cNvPr>
            <p:cNvSpPr/>
            <p:nvPr/>
          </p:nvSpPr>
          <p:spPr>
            <a:xfrm>
              <a:off x="7269780" y="4078974"/>
              <a:ext cx="1911" cy="955"/>
            </a:xfrm>
            <a:custGeom>
              <a:avLst/>
              <a:gdLst>
                <a:gd name="csX0" fmla="*/ 1911 w 1911"/>
                <a:gd name="csY0" fmla="*/ 0 h 955"/>
                <a:gd name="csX1" fmla="*/ 0 w 1911"/>
                <a:gd name="csY1" fmla="*/ 956 h 955"/>
                <a:gd name="csX2" fmla="*/ 0 w 1911"/>
                <a:gd name="csY2" fmla="*/ 956 h 955"/>
                <a:gd name="csX3" fmla="*/ 1911 w 1911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955">
                  <a:moveTo>
                    <a:pt x="1911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8" name="Freeform 1187">
              <a:extLst>
                <a:ext uri="{FF2B5EF4-FFF2-40B4-BE49-F238E27FC236}">
                  <a16:creationId xmlns:a16="http://schemas.microsoft.com/office/drawing/2014/main" id="{84273A37-9351-1F99-AD30-EEC728FC3C46}"/>
                </a:ext>
              </a:extLst>
            </p:cNvPr>
            <p:cNvSpPr/>
            <p:nvPr/>
          </p:nvSpPr>
          <p:spPr>
            <a:xfrm>
              <a:off x="7251627" y="3524807"/>
              <a:ext cx="20064" cy="6210"/>
            </a:xfrm>
            <a:custGeom>
              <a:avLst/>
              <a:gdLst>
                <a:gd name="csX0" fmla="*/ 20064 w 20064"/>
                <a:gd name="csY0" fmla="*/ 6210 h 6210"/>
                <a:gd name="csX1" fmla="*/ 17676 w 20064"/>
                <a:gd name="csY1" fmla="*/ 4777 h 6210"/>
                <a:gd name="csX2" fmla="*/ 15287 w 20064"/>
                <a:gd name="csY2" fmla="*/ 2866 h 6210"/>
                <a:gd name="csX3" fmla="*/ 10032 w 20064"/>
                <a:gd name="csY3" fmla="*/ 955 h 6210"/>
                <a:gd name="csX4" fmla="*/ 5255 w 20064"/>
                <a:gd name="csY4" fmla="*/ 478 h 6210"/>
                <a:gd name="csX5" fmla="*/ 0 w 20064"/>
                <a:gd name="csY5" fmla="*/ 0 h 6210"/>
                <a:gd name="csX6" fmla="*/ 5255 w 20064"/>
                <a:gd name="csY6" fmla="*/ 478 h 6210"/>
                <a:gd name="csX7" fmla="*/ 10032 w 20064"/>
                <a:gd name="csY7" fmla="*/ 955 h 6210"/>
                <a:gd name="csX8" fmla="*/ 15287 w 20064"/>
                <a:gd name="csY8" fmla="*/ 2389 h 6210"/>
                <a:gd name="csX9" fmla="*/ 17676 w 20064"/>
                <a:gd name="csY9" fmla="*/ 4777 h 6210"/>
                <a:gd name="csX10" fmla="*/ 20064 w 20064"/>
                <a:gd name="csY10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0064" h="6210">
                  <a:moveTo>
                    <a:pt x="20064" y="6210"/>
                  </a:moveTo>
                  <a:lnTo>
                    <a:pt x="17676" y="4777"/>
                  </a:lnTo>
                  <a:lnTo>
                    <a:pt x="15287" y="2866"/>
                  </a:lnTo>
                  <a:lnTo>
                    <a:pt x="10032" y="955"/>
                  </a:lnTo>
                  <a:lnTo>
                    <a:pt x="5255" y="478"/>
                  </a:lnTo>
                  <a:lnTo>
                    <a:pt x="0" y="0"/>
                  </a:lnTo>
                  <a:lnTo>
                    <a:pt x="5255" y="478"/>
                  </a:lnTo>
                  <a:lnTo>
                    <a:pt x="10032" y="955"/>
                  </a:lnTo>
                  <a:lnTo>
                    <a:pt x="15287" y="2389"/>
                  </a:lnTo>
                  <a:lnTo>
                    <a:pt x="17676" y="4777"/>
                  </a:lnTo>
                  <a:lnTo>
                    <a:pt x="20064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9" name="Freeform 1188">
              <a:extLst>
                <a:ext uri="{FF2B5EF4-FFF2-40B4-BE49-F238E27FC236}">
                  <a16:creationId xmlns:a16="http://schemas.microsoft.com/office/drawing/2014/main" id="{5EE45D50-F56E-90E4-05F2-770C4EAC1307}"/>
                </a:ext>
              </a:extLst>
            </p:cNvPr>
            <p:cNvSpPr/>
            <p:nvPr/>
          </p:nvSpPr>
          <p:spPr>
            <a:xfrm>
              <a:off x="7264525" y="4282964"/>
              <a:ext cx="3344" cy="955"/>
            </a:xfrm>
            <a:custGeom>
              <a:avLst/>
              <a:gdLst>
                <a:gd name="csX0" fmla="*/ 3344 w 3344"/>
                <a:gd name="csY0" fmla="*/ 955 h 955"/>
                <a:gd name="csX1" fmla="*/ 1911 w 3344"/>
                <a:gd name="csY1" fmla="*/ 955 h 955"/>
                <a:gd name="csX2" fmla="*/ 0 w 3344"/>
                <a:gd name="csY2" fmla="*/ 0 h 955"/>
                <a:gd name="csX3" fmla="*/ 1911 w 3344"/>
                <a:gd name="csY3" fmla="*/ 955 h 955"/>
                <a:gd name="csX4" fmla="*/ 3344 w 3344"/>
                <a:gd name="csY4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955">
                  <a:moveTo>
                    <a:pt x="3344" y="955"/>
                  </a:moveTo>
                  <a:lnTo>
                    <a:pt x="1911" y="955"/>
                  </a:lnTo>
                  <a:lnTo>
                    <a:pt x="0" y="0"/>
                  </a:lnTo>
                  <a:lnTo>
                    <a:pt x="1911" y="955"/>
                  </a:lnTo>
                  <a:lnTo>
                    <a:pt x="3344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0" name="Freeform 1189">
              <a:extLst>
                <a:ext uri="{FF2B5EF4-FFF2-40B4-BE49-F238E27FC236}">
                  <a16:creationId xmlns:a16="http://schemas.microsoft.com/office/drawing/2014/main" id="{C9A70FAA-DC4B-B6EC-604C-45761859752D}"/>
                </a:ext>
              </a:extLst>
            </p:cNvPr>
            <p:cNvSpPr/>
            <p:nvPr/>
          </p:nvSpPr>
          <p:spPr>
            <a:xfrm>
              <a:off x="7263092" y="3903169"/>
              <a:ext cx="4777" cy="1433"/>
            </a:xfrm>
            <a:custGeom>
              <a:avLst/>
              <a:gdLst>
                <a:gd name="csX0" fmla="*/ 4777 w 4777"/>
                <a:gd name="csY0" fmla="*/ 0 h 1433"/>
                <a:gd name="csX1" fmla="*/ 1910 w 4777"/>
                <a:gd name="csY1" fmla="*/ 478 h 1433"/>
                <a:gd name="csX2" fmla="*/ 0 w 4777"/>
                <a:gd name="csY2" fmla="*/ 1433 h 1433"/>
                <a:gd name="csX3" fmla="*/ 1910 w 4777"/>
                <a:gd name="csY3" fmla="*/ 478 h 1433"/>
                <a:gd name="csX4" fmla="*/ 4777 w 47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1433">
                  <a:moveTo>
                    <a:pt x="4777" y="0"/>
                  </a:moveTo>
                  <a:lnTo>
                    <a:pt x="1910" y="478"/>
                  </a:lnTo>
                  <a:lnTo>
                    <a:pt x="0" y="1433"/>
                  </a:lnTo>
                  <a:lnTo>
                    <a:pt x="1910" y="478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1" name="Freeform 1190">
              <a:extLst>
                <a:ext uri="{FF2B5EF4-FFF2-40B4-BE49-F238E27FC236}">
                  <a16:creationId xmlns:a16="http://schemas.microsoft.com/office/drawing/2014/main" id="{A121A1C8-4B23-3164-EE19-A38A7797140B}"/>
                </a:ext>
              </a:extLst>
            </p:cNvPr>
            <p:cNvSpPr/>
            <p:nvPr/>
          </p:nvSpPr>
          <p:spPr>
            <a:xfrm>
              <a:off x="7264047" y="3953808"/>
              <a:ext cx="3343" cy="477"/>
            </a:xfrm>
            <a:custGeom>
              <a:avLst/>
              <a:gdLst>
                <a:gd name="csX0" fmla="*/ 3344 w 3343"/>
                <a:gd name="csY0" fmla="*/ 478 h 477"/>
                <a:gd name="csX1" fmla="*/ 1433 w 3343"/>
                <a:gd name="csY1" fmla="*/ 0 h 477"/>
                <a:gd name="csX2" fmla="*/ 0 w 3343"/>
                <a:gd name="csY2" fmla="*/ 0 h 477"/>
                <a:gd name="csX3" fmla="*/ 1433 w 3343"/>
                <a:gd name="csY3" fmla="*/ 0 h 477"/>
                <a:gd name="csX4" fmla="*/ 3344 w 3343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3" h="477">
                  <a:moveTo>
                    <a:pt x="3344" y="478"/>
                  </a:moveTo>
                  <a:lnTo>
                    <a:pt x="1433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2" name="Freeform 1191">
              <a:extLst>
                <a:ext uri="{FF2B5EF4-FFF2-40B4-BE49-F238E27FC236}">
                  <a16:creationId xmlns:a16="http://schemas.microsoft.com/office/drawing/2014/main" id="{CC4B98F6-2355-A0C3-F90B-48D73AC72ABC}"/>
                </a:ext>
              </a:extLst>
            </p:cNvPr>
            <p:cNvSpPr/>
            <p:nvPr/>
          </p:nvSpPr>
          <p:spPr>
            <a:xfrm>
              <a:off x="7260225" y="3924667"/>
              <a:ext cx="4299" cy="2866"/>
            </a:xfrm>
            <a:custGeom>
              <a:avLst/>
              <a:gdLst>
                <a:gd name="csX0" fmla="*/ 1911 w 4299"/>
                <a:gd name="csY0" fmla="*/ 955 h 2866"/>
                <a:gd name="csX1" fmla="*/ 4300 w 4299"/>
                <a:gd name="csY1" fmla="*/ 2866 h 2866"/>
                <a:gd name="csX2" fmla="*/ 1911 w 4299"/>
                <a:gd name="csY2" fmla="*/ 955 h 2866"/>
                <a:gd name="csX3" fmla="*/ 0 w 4299"/>
                <a:gd name="csY3" fmla="*/ 0 h 2866"/>
                <a:gd name="csX4" fmla="*/ 1911 w 4299"/>
                <a:gd name="csY4" fmla="*/ 955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2866">
                  <a:moveTo>
                    <a:pt x="1911" y="955"/>
                  </a:moveTo>
                  <a:lnTo>
                    <a:pt x="4300" y="2866"/>
                  </a:lnTo>
                  <a:lnTo>
                    <a:pt x="1911" y="955"/>
                  </a:lnTo>
                  <a:lnTo>
                    <a:pt x="0" y="0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3" name="Freeform 1192">
              <a:extLst>
                <a:ext uri="{FF2B5EF4-FFF2-40B4-BE49-F238E27FC236}">
                  <a16:creationId xmlns:a16="http://schemas.microsoft.com/office/drawing/2014/main" id="{04F82736-90BD-7920-E162-056F914CE9CA}"/>
                </a:ext>
              </a:extLst>
            </p:cNvPr>
            <p:cNvSpPr/>
            <p:nvPr/>
          </p:nvSpPr>
          <p:spPr>
            <a:xfrm>
              <a:off x="7259748" y="3904602"/>
              <a:ext cx="3344" cy="2388"/>
            </a:xfrm>
            <a:custGeom>
              <a:avLst/>
              <a:gdLst>
                <a:gd name="csX0" fmla="*/ 3344 w 3344"/>
                <a:gd name="csY0" fmla="*/ 0 h 2388"/>
                <a:gd name="csX1" fmla="*/ 0 w 3344"/>
                <a:gd name="csY1" fmla="*/ 2389 h 2388"/>
                <a:gd name="csX2" fmla="*/ 0 w 3344"/>
                <a:gd name="csY2" fmla="*/ 2389 h 2388"/>
                <a:gd name="csX3" fmla="*/ 3344 w 3344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2388">
                  <a:moveTo>
                    <a:pt x="3344" y="0"/>
                  </a:moveTo>
                  <a:lnTo>
                    <a:pt x="0" y="2389"/>
                  </a:lnTo>
                  <a:lnTo>
                    <a:pt x="0" y="2389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4" name="Freeform 1193">
              <a:extLst>
                <a:ext uri="{FF2B5EF4-FFF2-40B4-BE49-F238E27FC236}">
                  <a16:creationId xmlns:a16="http://schemas.microsoft.com/office/drawing/2014/main" id="{4E2E9D74-0357-D1EE-3300-6641BAC14BE9}"/>
                </a:ext>
              </a:extLst>
            </p:cNvPr>
            <p:cNvSpPr/>
            <p:nvPr/>
          </p:nvSpPr>
          <p:spPr>
            <a:xfrm>
              <a:off x="7260225" y="4101427"/>
              <a:ext cx="1911" cy="5254"/>
            </a:xfrm>
            <a:custGeom>
              <a:avLst/>
              <a:gdLst>
                <a:gd name="csX0" fmla="*/ 1911 w 1911"/>
                <a:gd name="csY0" fmla="*/ 0 h 5254"/>
                <a:gd name="csX1" fmla="*/ 956 w 1911"/>
                <a:gd name="csY1" fmla="*/ 3822 h 5254"/>
                <a:gd name="csX2" fmla="*/ 0 w 1911"/>
                <a:gd name="csY2" fmla="*/ 5255 h 5254"/>
                <a:gd name="csX3" fmla="*/ 956 w 1911"/>
                <a:gd name="csY3" fmla="*/ 3822 h 5254"/>
                <a:gd name="csX4" fmla="*/ 1911 w 1911"/>
                <a:gd name="csY4" fmla="*/ 0 h 5254"/>
                <a:gd name="csX5" fmla="*/ 1911 w 1911"/>
                <a:gd name="csY5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5254">
                  <a:moveTo>
                    <a:pt x="1911" y="0"/>
                  </a:moveTo>
                  <a:lnTo>
                    <a:pt x="956" y="3822"/>
                  </a:lnTo>
                  <a:lnTo>
                    <a:pt x="0" y="5255"/>
                  </a:lnTo>
                  <a:lnTo>
                    <a:pt x="956" y="3822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5" name="Freeform 1194">
              <a:extLst>
                <a:ext uri="{FF2B5EF4-FFF2-40B4-BE49-F238E27FC236}">
                  <a16:creationId xmlns:a16="http://schemas.microsoft.com/office/drawing/2014/main" id="{E45799A1-94B2-D25E-773A-2E7A42F54FF6}"/>
                </a:ext>
              </a:extLst>
            </p:cNvPr>
            <p:cNvSpPr/>
            <p:nvPr/>
          </p:nvSpPr>
          <p:spPr>
            <a:xfrm>
              <a:off x="7260225" y="4000626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0 w 1433"/>
                <a:gd name="csY1" fmla="*/ 1433 h 1433"/>
                <a:gd name="csX2" fmla="*/ 1433 w 1433"/>
                <a:gd name="csY2" fmla="*/ 0 h 1433"/>
                <a:gd name="csX3" fmla="*/ 1433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0" y="1433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6" name="Freeform 1195">
              <a:extLst>
                <a:ext uri="{FF2B5EF4-FFF2-40B4-BE49-F238E27FC236}">
                  <a16:creationId xmlns:a16="http://schemas.microsoft.com/office/drawing/2014/main" id="{A589E48A-9297-CC65-41CF-48FB49979E03}"/>
                </a:ext>
              </a:extLst>
            </p:cNvPr>
            <p:cNvSpPr/>
            <p:nvPr/>
          </p:nvSpPr>
          <p:spPr>
            <a:xfrm>
              <a:off x="7259270" y="3924667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0 w 955"/>
                <a:gd name="csY1" fmla="*/ 955 h 955"/>
                <a:gd name="csX2" fmla="*/ 0 w 955"/>
                <a:gd name="csY2" fmla="*/ 955 h 955"/>
                <a:gd name="csX3" fmla="*/ 955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0" y="955"/>
                  </a:lnTo>
                  <a:lnTo>
                    <a:pt x="0" y="955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7" name="Freeform 1196">
              <a:extLst>
                <a:ext uri="{FF2B5EF4-FFF2-40B4-BE49-F238E27FC236}">
                  <a16:creationId xmlns:a16="http://schemas.microsoft.com/office/drawing/2014/main" id="{F88C0B64-7B8B-4C9C-5DC5-8012F298F782}"/>
                </a:ext>
              </a:extLst>
            </p:cNvPr>
            <p:cNvSpPr/>
            <p:nvPr/>
          </p:nvSpPr>
          <p:spPr>
            <a:xfrm>
              <a:off x="7253059" y="4281531"/>
              <a:ext cx="3822" cy="477"/>
            </a:xfrm>
            <a:custGeom>
              <a:avLst/>
              <a:gdLst>
                <a:gd name="csX0" fmla="*/ 3822 w 3822"/>
                <a:gd name="csY0" fmla="*/ 478 h 477"/>
                <a:gd name="csX1" fmla="*/ 1433 w 3822"/>
                <a:gd name="csY1" fmla="*/ 478 h 477"/>
                <a:gd name="csX2" fmla="*/ 0 w 3822"/>
                <a:gd name="csY2" fmla="*/ 0 h 477"/>
                <a:gd name="csX3" fmla="*/ 1433 w 3822"/>
                <a:gd name="csY3" fmla="*/ 478 h 477"/>
                <a:gd name="csX4" fmla="*/ 3822 w 3822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2" h="477">
                  <a:moveTo>
                    <a:pt x="3822" y="478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" name="Freeform 1197">
              <a:extLst>
                <a:ext uri="{FF2B5EF4-FFF2-40B4-BE49-F238E27FC236}">
                  <a16:creationId xmlns:a16="http://schemas.microsoft.com/office/drawing/2014/main" id="{2F73F83E-3D35-798A-E499-0D610D2B06F5}"/>
                </a:ext>
              </a:extLst>
            </p:cNvPr>
            <p:cNvSpPr/>
            <p:nvPr/>
          </p:nvSpPr>
          <p:spPr>
            <a:xfrm>
              <a:off x="7249238" y="3915112"/>
              <a:ext cx="2388" cy="1910"/>
            </a:xfrm>
            <a:custGeom>
              <a:avLst/>
              <a:gdLst>
                <a:gd name="csX0" fmla="*/ 2389 w 2388"/>
                <a:gd name="csY0" fmla="*/ 0 h 1910"/>
                <a:gd name="csX1" fmla="*/ 2389 w 2388"/>
                <a:gd name="csY1" fmla="*/ 0 h 1910"/>
                <a:gd name="csX2" fmla="*/ 0 w 2388"/>
                <a:gd name="csY2" fmla="*/ 1911 h 1910"/>
                <a:gd name="csX3" fmla="*/ 2389 w 2388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910">
                  <a:moveTo>
                    <a:pt x="2389" y="0"/>
                  </a:moveTo>
                  <a:lnTo>
                    <a:pt x="2389" y="0"/>
                  </a:lnTo>
                  <a:lnTo>
                    <a:pt x="0" y="1911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9" name="Freeform 1198">
              <a:extLst>
                <a:ext uri="{FF2B5EF4-FFF2-40B4-BE49-F238E27FC236}">
                  <a16:creationId xmlns:a16="http://schemas.microsoft.com/office/drawing/2014/main" id="{9E57D33A-E76C-F455-F097-777430DE58F6}"/>
                </a:ext>
              </a:extLst>
            </p:cNvPr>
            <p:cNvSpPr/>
            <p:nvPr/>
          </p:nvSpPr>
          <p:spPr>
            <a:xfrm>
              <a:off x="6949701" y="2476191"/>
              <a:ext cx="301447" cy="265139"/>
            </a:xfrm>
            <a:custGeom>
              <a:avLst/>
              <a:gdLst>
                <a:gd name="csX0" fmla="*/ 300492 w 301447"/>
                <a:gd name="csY0" fmla="*/ 20542 h 265139"/>
                <a:gd name="csX1" fmla="*/ 301448 w 301447"/>
                <a:gd name="csY1" fmla="*/ 24364 h 265139"/>
                <a:gd name="csX2" fmla="*/ 300014 w 301447"/>
                <a:gd name="csY2" fmla="*/ 28186 h 265139"/>
                <a:gd name="csX3" fmla="*/ 299537 w 301447"/>
                <a:gd name="csY3" fmla="*/ 32008 h 265139"/>
                <a:gd name="csX4" fmla="*/ 300492 w 301447"/>
                <a:gd name="csY4" fmla="*/ 35352 h 265139"/>
                <a:gd name="csX5" fmla="*/ 293804 w 301447"/>
                <a:gd name="csY5" fmla="*/ 44907 h 265139"/>
                <a:gd name="csX6" fmla="*/ 287116 w 301447"/>
                <a:gd name="csY6" fmla="*/ 55417 h 265139"/>
                <a:gd name="csX7" fmla="*/ 285682 w 301447"/>
                <a:gd name="csY7" fmla="*/ 57328 h 265139"/>
                <a:gd name="csX8" fmla="*/ 278039 w 301447"/>
                <a:gd name="csY8" fmla="*/ 61149 h 265139"/>
                <a:gd name="csX9" fmla="*/ 269917 w 301447"/>
                <a:gd name="csY9" fmla="*/ 66882 h 265139"/>
                <a:gd name="csX10" fmla="*/ 265140 w 301447"/>
                <a:gd name="csY10" fmla="*/ 71182 h 265139"/>
                <a:gd name="csX11" fmla="*/ 260841 w 301447"/>
                <a:gd name="csY11" fmla="*/ 73570 h 265139"/>
                <a:gd name="csX12" fmla="*/ 256063 w 301447"/>
                <a:gd name="csY12" fmla="*/ 75481 h 265139"/>
                <a:gd name="csX13" fmla="*/ 248419 w 301447"/>
                <a:gd name="csY13" fmla="*/ 80259 h 265139"/>
                <a:gd name="csX14" fmla="*/ 235521 w 301447"/>
                <a:gd name="csY14" fmla="*/ 86469 h 265139"/>
                <a:gd name="csX15" fmla="*/ 226921 w 301447"/>
                <a:gd name="csY15" fmla="*/ 91246 h 265139"/>
                <a:gd name="csX16" fmla="*/ 217845 w 301447"/>
                <a:gd name="csY16" fmla="*/ 95068 h 265139"/>
                <a:gd name="csX17" fmla="*/ 208291 w 301447"/>
                <a:gd name="csY17" fmla="*/ 99846 h 265139"/>
                <a:gd name="csX18" fmla="*/ 198736 w 301447"/>
                <a:gd name="csY18" fmla="*/ 103190 h 265139"/>
                <a:gd name="csX19" fmla="*/ 196347 w 301447"/>
                <a:gd name="csY19" fmla="*/ 103667 h 265139"/>
                <a:gd name="csX20" fmla="*/ 189659 w 301447"/>
                <a:gd name="csY20" fmla="*/ 108445 h 265139"/>
                <a:gd name="csX21" fmla="*/ 184404 w 301447"/>
                <a:gd name="csY21" fmla="*/ 110355 h 265139"/>
                <a:gd name="csX22" fmla="*/ 164817 w 301447"/>
                <a:gd name="csY22" fmla="*/ 121343 h 265139"/>
                <a:gd name="csX23" fmla="*/ 155740 w 301447"/>
                <a:gd name="csY23" fmla="*/ 128987 h 265139"/>
                <a:gd name="csX24" fmla="*/ 153352 w 301447"/>
                <a:gd name="csY24" fmla="*/ 129465 h 265139"/>
                <a:gd name="csX25" fmla="*/ 150963 w 301447"/>
                <a:gd name="csY25" fmla="*/ 129465 h 265139"/>
                <a:gd name="csX26" fmla="*/ 148574 w 301447"/>
                <a:gd name="csY26" fmla="*/ 131853 h 265139"/>
                <a:gd name="csX27" fmla="*/ 146663 w 301447"/>
                <a:gd name="csY27" fmla="*/ 136153 h 265139"/>
                <a:gd name="csX28" fmla="*/ 142364 w 301447"/>
                <a:gd name="csY28" fmla="*/ 139975 h 265139"/>
                <a:gd name="csX29" fmla="*/ 140453 w 301447"/>
                <a:gd name="csY29" fmla="*/ 143797 h 265139"/>
                <a:gd name="csX30" fmla="*/ 138064 w 301447"/>
                <a:gd name="csY30" fmla="*/ 147141 h 265139"/>
                <a:gd name="csX31" fmla="*/ 137109 w 301447"/>
                <a:gd name="csY31" fmla="*/ 148096 h 265139"/>
                <a:gd name="csX32" fmla="*/ 134720 w 301447"/>
                <a:gd name="csY32" fmla="*/ 147618 h 265139"/>
                <a:gd name="csX33" fmla="*/ 133287 w 301447"/>
                <a:gd name="csY33" fmla="*/ 148096 h 265139"/>
                <a:gd name="csX34" fmla="*/ 129465 w 301447"/>
                <a:gd name="csY34" fmla="*/ 151440 h 265139"/>
                <a:gd name="csX35" fmla="*/ 128509 w 301447"/>
                <a:gd name="csY35" fmla="*/ 153829 h 265139"/>
                <a:gd name="csX36" fmla="*/ 132809 w 301447"/>
                <a:gd name="csY36" fmla="*/ 155262 h 265139"/>
                <a:gd name="csX37" fmla="*/ 133764 w 301447"/>
                <a:gd name="csY37" fmla="*/ 158606 h 265139"/>
                <a:gd name="csX38" fmla="*/ 132809 w 301447"/>
                <a:gd name="csY38" fmla="*/ 160517 h 265139"/>
                <a:gd name="csX39" fmla="*/ 129943 w 301447"/>
                <a:gd name="csY39" fmla="*/ 162906 h 265139"/>
                <a:gd name="csX40" fmla="*/ 128509 w 301447"/>
                <a:gd name="csY40" fmla="*/ 165772 h 265139"/>
                <a:gd name="csX41" fmla="*/ 125643 w 301447"/>
                <a:gd name="csY41" fmla="*/ 168639 h 265139"/>
                <a:gd name="csX42" fmla="*/ 123732 w 301447"/>
                <a:gd name="csY42" fmla="*/ 169594 h 265139"/>
                <a:gd name="csX43" fmla="*/ 118955 w 301447"/>
                <a:gd name="csY43" fmla="*/ 169594 h 265139"/>
                <a:gd name="csX44" fmla="*/ 118477 w 301447"/>
                <a:gd name="csY44" fmla="*/ 172938 h 265139"/>
                <a:gd name="csX45" fmla="*/ 119432 w 301447"/>
                <a:gd name="csY45" fmla="*/ 174849 h 265139"/>
                <a:gd name="csX46" fmla="*/ 118955 w 301447"/>
                <a:gd name="csY46" fmla="*/ 176760 h 265139"/>
                <a:gd name="csX47" fmla="*/ 117522 w 301447"/>
                <a:gd name="csY47" fmla="*/ 178671 h 265139"/>
                <a:gd name="csX48" fmla="*/ 116088 w 301447"/>
                <a:gd name="csY48" fmla="*/ 178671 h 265139"/>
                <a:gd name="csX49" fmla="*/ 108923 w 301447"/>
                <a:gd name="csY49" fmla="*/ 172938 h 265139"/>
                <a:gd name="csX50" fmla="*/ 107489 w 301447"/>
                <a:gd name="csY50" fmla="*/ 174849 h 265139"/>
                <a:gd name="csX51" fmla="*/ 107012 w 301447"/>
                <a:gd name="csY51" fmla="*/ 178671 h 265139"/>
                <a:gd name="csX52" fmla="*/ 107012 w 301447"/>
                <a:gd name="csY52" fmla="*/ 182970 h 265139"/>
                <a:gd name="csX53" fmla="*/ 106056 w 301447"/>
                <a:gd name="csY53" fmla="*/ 185837 h 265139"/>
                <a:gd name="csX54" fmla="*/ 105100 w 301447"/>
                <a:gd name="csY54" fmla="*/ 187270 h 265139"/>
                <a:gd name="csX55" fmla="*/ 102712 w 301447"/>
                <a:gd name="csY55" fmla="*/ 188703 h 265139"/>
                <a:gd name="csX56" fmla="*/ 95068 w 301447"/>
                <a:gd name="csY56" fmla="*/ 186315 h 265139"/>
                <a:gd name="csX57" fmla="*/ 94113 w 301447"/>
                <a:gd name="csY57" fmla="*/ 188703 h 265139"/>
                <a:gd name="csX58" fmla="*/ 95546 w 301447"/>
                <a:gd name="csY58" fmla="*/ 191569 h 265139"/>
                <a:gd name="csX59" fmla="*/ 96979 w 301447"/>
                <a:gd name="csY59" fmla="*/ 197780 h 265139"/>
                <a:gd name="csX60" fmla="*/ 97457 w 301447"/>
                <a:gd name="csY60" fmla="*/ 200646 h 265139"/>
                <a:gd name="csX61" fmla="*/ 96502 w 301447"/>
                <a:gd name="csY61" fmla="*/ 204468 h 265139"/>
                <a:gd name="csX62" fmla="*/ 93157 w 301447"/>
                <a:gd name="csY62" fmla="*/ 211156 h 265139"/>
                <a:gd name="csX63" fmla="*/ 79781 w 301447"/>
                <a:gd name="csY63" fmla="*/ 218800 h 265139"/>
                <a:gd name="csX64" fmla="*/ 79781 w 301447"/>
                <a:gd name="csY64" fmla="*/ 221667 h 265139"/>
                <a:gd name="csX65" fmla="*/ 81214 w 301447"/>
                <a:gd name="csY65" fmla="*/ 226444 h 265139"/>
                <a:gd name="csX66" fmla="*/ 81692 w 301447"/>
                <a:gd name="csY66" fmla="*/ 229788 h 265139"/>
                <a:gd name="csX67" fmla="*/ 81214 w 301447"/>
                <a:gd name="csY67" fmla="*/ 232654 h 265139"/>
                <a:gd name="csX68" fmla="*/ 79304 w 301447"/>
                <a:gd name="csY68" fmla="*/ 235043 h 265139"/>
                <a:gd name="csX69" fmla="*/ 77393 w 301447"/>
                <a:gd name="csY69" fmla="*/ 235043 h 265139"/>
                <a:gd name="csX70" fmla="*/ 76437 w 301447"/>
                <a:gd name="csY70" fmla="*/ 234565 h 265139"/>
                <a:gd name="csX71" fmla="*/ 73570 w 301447"/>
                <a:gd name="csY71" fmla="*/ 231221 h 265139"/>
                <a:gd name="csX72" fmla="*/ 70704 w 301447"/>
                <a:gd name="csY72" fmla="*/ 230266 h 265139"/>
                <a:gd name="csX73" fmla="*/ 70227 w 301447"/>
                <a:gd name="csY73" fmla="*/ 232176 h 265139"/>
                <a:gd name="csX74" fmla="*/ 73570 w 301447"/>
                <a:gd name="csY74" fmla="*/ 236476 h 265139"/>
                <a:gd name="csX75" fmla="*/ 75004 w 301447"/>
                <a:gd name="csY75" fmla="*/ 242209 h 265139"/>
                <a:gd name="csX76" fmla="*/ 73570 w 301447"/>
                <a:gd name="csY76" fmla="*/ 245075 h 265139"/>
                <a:gd name="csX77" fmla="*/ 66882 w 301447"/>
                <a:gd name="csY77" fmla="*/ 251763 h 265139"/>
                <a:gd name="csX78" fmla="*/ 63538 w 301447"/>
                <a:gd name="csY78" fmla="*/ 260840 h 265139"/>
                <a:gd name="csX79" fmla="*/ 57328 w 301447"/>
                <a:gd name="csY79" fmla="*/ 264662 h 265139"/>
                <a:gd name="csX80" fmla="*/ 53028 w 301447"/>
                <a:gd name="csY80" fmla="*/ 265140 h 265139"/>
                <a:gd name="csX81" fmla="*/ 49206 w 301447"/>
                <a:gd name="csY81" fmla="*/ 264184 h 265139"/>
                <a:gd name="csX82" fmla="*/ 45384 w 301447"/>
                <a:gd name="csY82" fmla="*/ 262274 h 265139"/>
                <a:gd name="csX83" fmla="*/ 35830 w 301447"/>
                <a:gd name="csY83" fmla="*/ 261318 h 265139"/>
                <a:gd name="csX84" fmla="*/ 30097 w 301447"/>
                <a:gd name="csY84" fmla="*/ 259407 h 265139"/>
                <a:gd name="csX85" fmla="*/ 24842 w 301447"/>
                <a:gd name="csY85" fmla="*/ 255108 h 265139"/>
                <a:gd name="csX86" fmla="*/ 20065 w 301447"/>
                <a:gd name="csY86" fmla="*/ 255585 h 265139"/>
                <a:gd name="csX87" fmla="*/ 16243 w 301447"/>
                <a:gd name="csY87" fmla="*/ 257496 h 265139"/>
                <a:gd name="csX88" fmla="*/ 10988 w 301447"/>
                <a:gd name="csY88" fmla="*/ 261796 h 265139"/>
                <a:gd name="csX89" fmla="*/ 7644 w 301447"/>
                <a:gd name="csY89" fmla="*/ 253674 h 265139"/>
                <a:gd name="csX90" fmla="*/ 9077 w 301447"/>
                <a:gd name="csY90" fmla="*/ 249375 h 265139"/>
                <a:gd name="csX91" fmla="*/ 1911 w 301447"/>
                <a:gd name="csY91" fmla="*/ 239342 h 265139"/>
                <a:gd name="csX92" fmla="*/ 0 w 301447"/>
                <a:gd name="csY92" fmla="*/ 235043 h 265139"/>
                <a:gd name="csX93" fmla="*/ 1911 w 301447"/>
                <a:gd name="csY93" fmla="*/ 232654 h 265139"/>
                <a:gd name="csX94" fmla="*/ 4300 w 301447"/>
                <a:gd name="csY94" fmla="*/ 231221 h 265139"/>
                <a:gd name="csX95" fmla="*/ 8599 w 301447"/>
                <a:gd name="csY95" fmla="*/ 227399 h 265139"/>
                <a:gd name="csX96" fmla="*/ 12421 w 301447"/>
                <a:gd name="csY96" fmla="*/ 224055 h 265139"/>
                <a:gd name="csX97" fmla="*/ 16721 w 301447"/>
                <a:gd name="csY97" fmla="*/ 223100 h 265139"/>
                <a:gd name="csX98" fmla="*/ 17676 w 301447"/>
                <a:gd name="csY98" fmla="*/ 222622 h 265139"/>
                <a:gd name="csX99" fmla="*/ 19587 w 301447"/>
                <a:gd name="csY99" fmla="*/ 217367 h 265139"/>
                <a:gd name="csX100" fmla="*/ 21498 w 301447"/>
                <a:gd name="csY100" fmla="*/ 213545 h 265139"/>
                <a:gd name="csX101" fmla="*/ 23409 w 301447"/>
                <a:gd name="csY101" fmla="*/ 211156 h 265139"/>
                <a:gd name="csX102" fmla="*/ 25320 w 301447"/>
                <a:gd name="csY102" fmla="*/ 207335 h 265139"/>
                <a:gd name="csX103" fmla="*/ 31531 w 301447"/>
                <a:gd name="csY103" fmla="*/ 191569 h 265139"/>
                <a:gd name="csX104" fmla="*/ 32963 w 301447"/>
                <a:gd name="csY104" fmla="*/ 190614 h 265139"/>
                <a:gd name="csX105" fmla="*/ 46340 w 301447"/>
                <a:gd name="csY105" fmla="*/ 187748 h 265139"/>
                <a:gd name="csX106" fmla="*/ 47295 w 301447"/>
                <a:gd name="csY106" fmla="*/ 186792 h 265139"/>
                <a:gd name="csX107" fmla="*/ 43474 w 301447"/>
                <a:gd name="csY107" fmla="*/ 183448 h 265139"/>
                <a:gd name="csX108" fmla="*/ 39652 w 301447"/>
                <a:gd name="csY108" fmla="*/ 183448 h 265139"/>
                <a:gd name="csX109" fmla="*/ 37741 w 301447"/>
                <a:gd name="csY109" fmla="*/ 182493 h 265139"/>
                <a:gd name="csX110" fmla="*/ 36786 w 301447"/>
                <a:gd name="csY110" fmla="*/ 180104 h 265139"/>
                <a:gd name="csX111" fmla="*/ 36308 w 301447"/>
                <a:gd name="csY111" fmla="*/ 177715 h 265139"/>
                <a:gd name="csX112" fmla="*/ 37741 w 301447"/>
                <a:gd name="csY112" fmla="*/ 175804 h 265139"/>
                <a:gd name="csX113" fmla="*/ 42996 w 301447"/>
                <a:gd name="csY113" fmla="*/ 165772 h 265139"/>
                <a:gd name="csX114" fmla="*/ 48729 w 301447"/>
                <a:gd name="csY114" fmla="*/ 159084 h 265139"/>
                <a:gd name="csX115" fmla="*/ 54461 w 301447"/>
                <a:gd name="csY115" fmla="*/ 154784 h 265139"/>
                <a:gd name="csX116" fmla="*/ 53028 w 301447"/>
                <a:gd name="csY116" fmla="*/ 153829 h 265139"/>
                <a:gd name="csX117" fmla="*/ 51117 w 301447"/>
                <a:gd name="csY117" fmla="*/ 150962 h 265139"/>
                <a:gd name="csX118" fmla="*/ 44429 w 301447"/>
                <a:gd name="csY118" fmla="*/ 151440 h 265139"/>
                <a:gd name="csX119" fmla="*/ 42040 w 301447"/>
                <a:gd name="csY119" fmla="*/ 147618 h 265139"/>
                <a:gd name="csX120" fmla="*/ 41085 w 301447"/>
                <a:gd name="csY120" fmla="*/ 145230 h 265139"/>
                <a:gd name="csX121" fmla="*/ 40607 w 301447"/>
                <a:gd name="csY121" fmla="*/ 142841 h 265139"/>
                <a:gd name="csX122" fmla="*/ 42996 w 301447"/>
                <a:gd name="csY122" fmla="*/ 139975 h 265139"/>
                <a:gd name="csX123" fmla="*/ 45384 w 301447"/>
                <a:gd name="csY123" fmla="*/ 138064 h 265139"/>
                <a:gd name="csX124" fmla="*/ 47773 w 301447"/>
                <a:gd name="csY124" fmla="*/ 138542 h 265139"/>
                <a:gd name="csX125" fmla="*/ 50162 w 301447"/>
                <a:gd name="csY125" fmla="*/ 139975 h 265139"/>
                <a:gd name="csX126" fmla="*/ 52073 w 301447"/>
                <a:gd name="csY126" fmla="*/ 141886 h 265139"/>
                <a:gd name="csX127" fmla="*/ 54461 w 301447"/>
                <a:gd name="csY127" fmla="*/ 144752 h 265139"/>
                <a:gd name="csX128" fmla="*/ 55895 w 301447"/>
                <a:gd name="csY128" fmla="*/ 144752 h 265139"/>
                <a:gd name="csX129" fmla="*/ 62105 w 301447"/>
                <a:gd name="csY129" fmla="*/ 134242 h 265139"/>
                <a:gd name="csX130" fmla="*/ 61150 w 301447"/>
                <a:gd name="csY130" fmla="*/ 131853 h 265139"/>
                <a:gd name="csX131" fmla="*/ 60672 w 301447"/>
                <a:gd name="csY131" fmla="*/ 128509 h 265139"/>
                <a:gd name="csX132" fmla="*/ 61150 w 301447"/>
                <a:gd name="csY132" fmla="*/ 126598 h 265139"/>
                <a:gd name="csX133" fmla="*/ 64016 w 301447"/>
                <a:gd name="csY133" fmla="*/ 125165 h 265139"/>
                <a:gd name="csX134" fmla="*/ 65927 w 301447"/>
                <a:gd name="csY134" fmla="*/ 124210 h 265139"/>
                <a:gd name="csX135" fmla="*/ 70227 w 301447"/>
                <a:gd name="csY135" fmla="*/ 125165 h 265139"/>
                <a:gd name="csX136" fmla="*/ 76437 w 301447"/>
                <a:gd name="csY136" fmla="*/ 127554 h 265139"/>
                <a:gd name="csX137" fmla="*/ 76915 w 301447"/>
                <a:gd name="csY137" fmla="*/ 126598 h 265139"/>
                <a:gd name="csX138" fmla="*/ 78348 w 301447"/>
                <a:gd name="csY138" fmla="*/ 119432 h 265139"/>
                <a:gd name="csX139" fmla="*/ 79781 w 301447"/>
                <a:gd name="csY139" fmla="*/ 115611 h 265139"/>
                <a:gd name="csX140" fmla="*/ 85991 w 301447"/>
                <a:gd name="csY140" fmla="*/ 109400 h 265139"/>
                <a:gd name="csX141" fmla="*/ 85514 w 301447"/>
                <a:gd name="csY141" fmla="*/ 107489 h 265139"/>
                <a:gd name="csX142" fmla="*/ 85514 w 301447"/>
                <a:gd name="csY142" fmla="*/ 104145 h 265139"/>
                <a:gd name="csX143" fmla="*/ 92680 w 301447"/>
                <a:gd name="csY143" fmla="*/ 99846 h 265139"/>
                <a:gd name="csX144" fmla="*/ 96979 w 301447"/>
                <a:gd name="csY144" fmla="*/ 95546 h 265139"/>
                <a:gd name="csX145" fmla="*/ 101757 w 301447"/>
                <a:gd name="csY145" fmla="*/ 89813 h 265139"/>
                <a:gd name="csX146" fmla="*/ 104145 w 301447"/>
                <a:gd name="csY146" fmla="*/ 88858 h 265139"/>
                <a:gd name="csX147" fmla="*/ 106056 w 301447"/>
                <a:gd name="csY147" fmla="*/ 88380 h 265139"/>
                <a:gd name="csX148" fmla="*/ 110834 w 301447"/>
                <a:gd name="csY148" fmla="*/ 85991 h 265139"/>
                <a:gd name="csX149" fmla="*/ 119432 w 301447"/>
                <a:gd name="csY149" fmla="*/ 83125 h 265139"/>
                <a:gd name="csX150" fmla="*/ 124688 w 301447"/>
                <a:gd name="csY150" fmla="*/ 80259 h 265139"/>
                <a:gd name="csX151" fmla="*/ 126121 w 301447"/>
                <a:gd name="csY151" fmla="*/ 74048 h 265139"/>
                <a:gd name="csX152" fmla="*/ 129465 w 301447"/>
                <a:gd name="csY152" fmla="*/ 71659 h 265139"/>
                <a:gd name="csX153" fmla="*/ 136153 w 301447"/>
                <a:gd name="csY153" fmla="*/ 70704 h 265139"/>
                <a:gd name="csX154" fmla="*/ 138542 w 301447"/>
                <a:gd name="csY154" fmla="*/ 71182 h 265139"/>
                <a:gd name="csX155" fmla="*/ 139975 w 301447"/>
                <a:gd name="csY155" fmla="*/ 74048 h 265139"/>
                <a:gd name="csX156" fmla="*/ 142364 w 301447"/>
                <a:gd name="csY156" fmla="*/ 73570 h 265139"/>
                <a:gd name="csX157" fmla="*/ 143797 w 301447"/>
                <a:gd name="csY157" fmla="*/ 72137 h 265139"/>
                <a:gd name="csX158" fmla="*/ 144752 w 301447"/>
                <a:gd name="csY158" fmla="*/ 70226 h 265139"/>
                <a:gd name="csX159" fmla="*/ 144275 w 301447"/>
                <a:gd name="csY159" fmla="*/ 66404 h 265139"/>
                <a:gd name="csX160" fmla="*/ 144275 w 301447"/>
                <a:gd name="csY160" fmla="*/ 61149 h 265139"/>
                <a:gd name="csX161" fmla="*/ 146663 w 301447"/>
                <a:gd name="csY161" fmla="*/ 58283 h 265139"/>
                <a:gd name="csX162" fmla="*/ 147619 w 301447"/>
                <a:gd name="csY162" fmla="*/ 57805 h 265139"/>
                <a:gd name="csX163" fmla="*/ 154784 w 301447"/>
                <a:gd name="csY163" fmla="*/ 56372 h 265139"/>
                <a:gd name="csX164" fmla="*/ 159562 w 301447"/>
                <a:gd name="csY164" fmla="*/ 56850 h 265139"/>
                <a:gd name="csX165" fmla="*/ 168161 w 301447"/>
                <a:gd name="csY165" fmla="*/ 60672 h 265139"/>
                <a:gd name="csX166" fmla="*/ 172938 w 301447"/>
                <a:gd name="csY166" fmla="*/ 61627 h 265139"/>
                <a:gd name="csX167" fmla="*/ 179149 w 301447"/>
                <a:gd name="csY167" fmla="*/ 60672 h 265139"/>
                <a:gd name="csX168" fmla="*/ 182971 w 301447"/>
                <a:gd name="csY168" fmla="*/ 61149 h 265139"/>
                <a:gd name="csX169" fmla="*/ 193959 w 301447"/>
                <a:gd name="csY169" fmla="*/ 55417 h 265139"/>
                <a:gd name="csX170" fmla="*/ 212590 w 301447"/>
                <a:gd name="csY170" fmla="*/ 50162 h 265139"/>
                <a:gd name="csX171" fmla="*/ 217367 w 301447"/>
                <a:gd name="csY171" fmla="*/ 46340 h 265139"/>
                <a:gd name="csX172" fmla="*/ 222144 w 301447"/>
                <a:gd name="csY172" fmla="*/ 42040 h 265139"/>
                <a:gd name="csX173" fmla="*/ 224533 w 301447"/>
                <a:gd name="csY173" fmla="*/ 41085 h 265139"/>
                <a:gd name="csX174" fmla="*/ 226921 w 301447"/>
                <a:gd name="csY174" fmla="*/ 41085 h 265139"/>
                <a:gd name="csX175" fmla="*/ 229310 w 301447"/>
                <a:gd name="csY175" fmla="*/ 39652 h 265139"/>
                <a:gd name="csX176" fmla="*/ 233610 w 301447"/>
                <a:gd name="csY176" fmla="*/ 35352 h 265139"/>
                <a:gd name="csX177" fmla="*/ 235521 w 301447"/>
                <a:gd name="csY177" fmla="*/ 34874 h 265139"/>
                <a:gd name="csX178" fmla="*/ 237909 w 301447"/>
                <a:gd name="csY178" fmla="*/ 34397 h 265139"/>
                <a:gd name="csX179" fmla="*/ 240298 w 301447"/>
                <a:gd name="csY179" fmla="*/ 32008 h 265139"/>
                <a:gd name="csX180" fmla="*/ 242209 w 301447"/>
                <a:gd name="csY180" fmla="*/ 26275 h 265139"/>
                <a:gd name="csX181" fmla="*/ 244120 w 301447"/>
                <a:gd name="csY181" fmla="*/ 21498 h 265139"/>
                <a:gd name="csX182" fmla="*/ 249853 w 301447"/>
                <a:gd name="csY182" fmla="*/ 15765 h 265139"/>
                <a:gd name="csX183" fmla="*/ 259407 w 301447"/>
                <a:gd name="csY183" fmla="*/ 7166 h 265139"/>
                <a:gd name="csX184" fmla="*/ 268007 w 301447"/>
                <a:gd name="csY184" fmla="*/ 4300 h 265139"/>
                <a:gd name="csX185" fmla="*/ 273262 w 301447"/>
                <a:gd name="csY185" fmla="*/ 478 h 265139"/>
                <a:gd name="csX186" fmla="*/ 275650 w 301447"/>
                <a:gd name="csY186" fmla="*/ 0 h 265139"/>
                <a:gd name="csX187" fmla="*/ 282816 w 301447"/>
                <a:gd name="csY187" fmla="*/ 1911 h 265139"/>
                <a:gd name="csX188" fmla="*/ 292371 w 301447"/>
                <a:gd name="csY188" fmla="*/ 6688 h 265139"/>
                <a:gd name="csX189" fmla="*/ 296670 w 301447"/>
                <a:gd name="csY189" fmla="*/ 11466 h 265139"/>
                <a:gd name="csX190" fmla="*/ 300014 w 301447"/>
                <a:gd name="csY190" fmla="*/ 18154 h 265139"/>
                <a:gd name="csX191" fmla="*/ 300492 w 301447"/>
                <a:gd name="csY191" fmla="*/ 20542 h 265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</a:cxnLst>
              <a:rect l="l" t="t" r="r" b="b"/>
              <a:pathLst>
                <a:path w="301447" h="265139">
                  <a:moveTo>
                    <a:pt x="300492" y="20542"/>
                  </a:moveTo>
                  <a:lnTo>
                    <a:pt x="301448" y="24364"/>
                  </a:lnTo>
                  <a:lnTo>
                    <a:pt x="300014" y="28186"/>
                  </a:lnTo>
                  <a:lnTo>
                    <a:pt x="299537" y="32008"/>
                  </a:lnTo>
                  <a:lnTo>
                    <a:pt x="300492" y="35352"/>
                  </a:lnTo>
                  <a:lnTo>
                    <a:pt x="293804" y="44907"/>
                  </a:lnTo>
                  <a:lnTo>
                    <a:pt x="287116" y="55417"/>
                  </a:lnTo>
                  <a:lnTo>
                    <a:pt x="285682" y="57328"/>
                  </a:lnTo>
                  <a:lnTo>
                    <a:pt x="278039" y="61149"/>
                  </a:lnTo>
                  <a:lnTo>
                    <a:pt x="269917" y="66882"/>
                  </a:lnTo>
                  <a:lnTo>
                    <a:pt x="265140" y="71182"/>
                  </a:lnTo>
                  <a:lnTo>
                    <a:pt x="260841" y="73570"/>
                  </a:lnTo>
                  <a:lnTo>
                    <a:pt x="256063" y="75481"/>
                  </a:lnTo>
                  <a:lnTo>
                    <a:pt x="248419" y="80259"/>
                  </a:lnTo>
                  <a:lnTo>
                    <a:pt x="235521" y="86469"/>
                  </a:lnTo>
                  <a:lnTo>
                    <a:pt x="226921" y="91246"/>
                  </a:lnTo>
                  <a:lnTo>
                    <a:pt x="217845" y="95068"/>
                  </a:lnTo>
                  <a:lnTo>
                    <a:pt x="208291" y="99846"/>
                  </a:lnTo>
                  <a:lnTo>
                    <a:pt x="198736" y="103190"/>
                  </a:lnTo>
                  <a:lnTo>
                    <a:pt x="196347" y="103667"/>
                  </a:lnTo>
                  <a:lnTo>
                    <a:pt x="189659" y="108445"/>
                  </a:lnTo>
                  <a:lnTo>
                    <a:pt x="184404" y="110355"/>
                  </a:lnTo>
                  <a:lnTo>
                    <a:pt x="164817" y="121343"/>
                  </a:lnTo>
                  <a:lnTo>
                    <a:pt x="155740" y="128987"/>
                  </a:lnTo>
                  <a:lnTo>
                    <a:pt x="153352" y="129465"/>
                  </a:lnTo>
                  <a:lnTo>
                    <a:pt x="150963" y="129465"/>
                  </a:lnTo>
                  <a:lnTo>
                    <a:pt x="148574" y="131853"/>
                  </a:lnTo>
                  <a:lnTo>
                    <a:pt x="146663" y="136153"/>
                  </a:lnTo>
                  <a:lnTo>
                    <a:pt x="142364" y="139975"/>
                  </a:lnTo>
                  <a:lnTo>
                    <a:pt x="140453" y="143797"/>
                  </a:lnTo>
                  <a:lnTo>
                    <a:pt x="138064" y="147141"/>
                  </a:lnTo>
                  <a:lnTo>
                    <a:pt x="137109" y="148096"/>
                  </a:lnTo>
                  <a:lnTo>
                    <a:pt x="134720" y="147618"/>
                  </a:lnTo>
                  <a:lnTo>
                    <a:pt x="133287" y="148096"/>
                  </a:lnTo>
                  <a:lnTo>
                    <a:pt x="129465" y="151440"/>
                  </a:lnTo>
                  <a:lnTo>
                    <a:pt x="128509" y="153829"/>
                  </a:lnTo>
                  <a:lnTo>
                    <a:pt x="132809" y="155262"/>
                  </a:lnTo>
                  <a:lnTo>
                    <a:pt x="133764" y="158606"/>
                  </a:lnTo>
                  <a:lnTo>
                    <a:pt x="132809" y="160517"/>
                  </a:lnTo>
                  <a:lnTo>
                    <a:pt x="129943" y="162906"/>
                  </a:lnTo>
                  <a:lnTo>
                    <a:pt x="128509" y="165772"/>
                  </a:lnTo>
                  <a:lnTo>
                    <a:pt x="125643" y="168639"/>
                  </a:lnTo>
                  <a:lnTo>
                    <a:pt x="123732" y="169594"/>
                  </a:lnTo>
                  <a:lnTo>
                    <a:pt x="118955" y="169594"/>
                  </a:lnTo>
                  <a:lnTo>
                    <a:pt x="118477" y="172938"/>
                  </a:lnTo>
                  <a:lnTo>
                    <a:pt x="119432" y="174849"/>
                  </a:lnTo>
                  <a:lnTo>
                    <a:pt x="118955" y="176760"/>
                  </a:lnTo>
                  <a:lnTo>
                    <a:pt x="117522" y="178671"/>
                  </a:lnTo>
                  <a:lnTo>
                    <a:pt x="116088" y="178671"/>
                  </a:lnTo>
                  <a:lnTo>
                    <a:pt x="108923" y="172938"/>
                  </a:lnTo>
                  <a:lnTo>
                    <a:pt x="107489" y="174849"/>
                  </a:lnTo>
                  <a:lnTo>
                    <a:pt x="107012" y="178671"/>
                  </a:lnTo>
                  <a:lnTo>
                    <a:pt x="107012" y="182970"/>
                  </a:lnTo>
                  <a:lnTo>
                    <a:pt x="106056" y="185837"/>
                  </a:lnTo>
                  <a:lnTo>
                    <a:pt x="105100" y="187270"/>
                  </a:lnTo>
                  <a:lnTo>
                    <a:pt x="102712" y="188703"/>
                  </a:lnTo>
                  <a:lnTo>
                    <a:pt x="95068" y="186315"/>
                  </a:lnTo>
                  <a:lnTo>
                    <a:pt x="94113" y="188703"/>
                  </a:lnTo>
                  <a:lnTo>
                    <a:pt x="95546" y="191569"/>
                  </a:lnTo>
                  <a:lnTo>
                    <a:pt x="96979" y="197780"/>
                  </a:lnTo>
                  <a:lnTo>
                    <a:pt x="97457" y="200646"/>
                  </a:lnTo>
                  <a:lnTo>
                    <a:pt x="96502" y="204468"/>
                  </a:lnTo>
                  <a:lnTo>
                    <a:pt x="93157" y="211156"/>
                  </a:lnTo>
                  <a:lnTo>
                    <a:pt x="79781" y="218800"/>
                  </a:lnTo>
                  <a:lnTo>
                    <a:pt x="79781" y="221667"/>
                  </a:lnTo>
                  <a:lnTo>
                    <a:pt x="81214" y="226444"/>
                  </a:lnTo>
                  <a:lnTo>
                    <a:pt x="81692" y="229788"/>
                  </a:lnTo>
                  <a:lnTo>
                    <a:pt x="81214" y="232654"/>
                  </a:lnTo>
                  <a:lnTo>
                    <a:pt x="79304" y="235043"/>
                  </a:lnTo>
                  <a:lnTo>
                    <a:pt x="77393" y="235043"/>
                  </a:lnTo>
                  <a:lnTo>
                    <a:pt x="76437" y="234565"/>
                  </a:lnTo>
                  <a:lnTo>
                    <a:pt x="73570" y="231221"/>
                  </a:lnTo>
                  <a:lnTo>
                    <a:pt x="70704" y="230266"/>
                  </a:lnTo>
                  <a:lnTo>
                    <a:pt x="70227" y="232176"/>
                  </a:lnTo>
                  <a:lnTo>
                    <a:pt x="73570" y="236476"/>
                  </a:lnTo>
                  <a:lnTo>
                    <a:pt x="75004" y="242209"/>
                  </a:lnTo>
                  <a:lnTo>
                    <a:pt x="73570" y="245075"/>
                  </a:lnTo>
                  <a:lnTo>
                    <a:pt x="66882" y="251763"/>
                  </a:lnTo>
                  <a:lnTo>
                    <a:pt x="63538" y="260840"/>
                  </a:lnTo>
                  <a:lnTo>
                    <a:pt x="57328" y="264662"/>
                  </a:lnTo>
                  <a:lnTo>
                    <a:pt x="53028" y="265140"/>
                  </a:lnTo>
                  <a:lnTo>
                    <a:pt x="49206" y="264184"/>
                  </a:lnTo>
                  <a:lnTo>
                    <a:pt x="45384" y="262274"/>
                  </a:lnTo>
                  <a:lnTo>
                    <a:pt x="35830" y="261318"/>
                  </a:lnTo>
                  <a:lnTo>
                    <a:pt x="30097" y="259407"/>
                  </a:lnTo>
                  <a:lnTo>
                    <a:pt x="24842" y="255108"/>
                  </a:lnTo>
                  <a:lnTo>
                    <a:pt x="20065" y="255585"/>
                  </a:lnTo>
                  <a:lnTo>
                    <a:pt x="16243" y="257496"/>
                  </a:lnTo>
                  <a:lnTo>
                    <a:pt x="10988" y="261796"/>
                  </a:lnTo>
                  <a:lnTo>
                    <a:pt x="7644" y="253674"/>
                  </a:lnTo>
                  <a:lnTo>
                    <a:pt x="9077" y="249375"/>
                  </a:lnTo>
                  <a:lnTo>
                    <a:pt x="1911" y="239342"/>
                  </a:lnTo>
                  <a:lnTo>
                    <a:pt x="0" y="235043"/>
                  </a:lnTo>
                  <a:lnTo>
                    <a:pt x="1911" y="232654"/>
                  </a:lnTo>
                  <a:lnTo>
                    <a:pt x="4300" y="231221"/>
                  </a:lnTo>
                  <a:lnTo>
                    <a:pt x="8599" y="227399"/>
                  </a:lnTo>
                  <a:lnTo>
                    <a:pt x="12421" y="224055"/>
                  </a:lnTo>
                  <a:lnTo>
                    <a:pt x="16721" y="223100"/>
                  </a:lnTo>
                  <a:lnTo>
                    <a:pt x="17676" y="222622"/>
                  </a:lnTo>
                  <a:lnTo>
                    <a:pt x="19587" y="217367"/>
                  </a:lnTo>
                  <a:lnTo>
                    <a:pt x="21498" y="213545"/>
                  </a:lnTo>
                  <a:lnTo>
                    <a:pt x="23409" y="211156"/>
                  </a:lnTo>
                  <a:lnTo>
                    <a:pt x="25320" y="207335"/>
                  </a:lnTo>
                  <a:lnTo>
                    <a:pt x="31531" y="191569"/>
                  </a:lnTo>
                  <a:lnTo>
                    <a:pt x="32963" y="190614"/>
                  </a:lnTo>
                  <a:lnTo>
                    <a:pt x="46340" y="187748"/>
                  </a:lnTo>
                  <a:lnTo>
                    <a:pt x="47295" y="186792"/>
                  </a:lnTo>
                  <a:lnTo>
                    <a:pt x="43474" y="183448"/>
                  </a:lnTo>
                  <a:lnTo>
                    <a:pt x="39652" y="183448"/>
                  </a:lnTo>
                  <a:lnTo>
                    <a:pt x="37741" y="182493"/>
                  </a:lnTo>
                  <a:lnTo>
                    <a:pt x="36786" y="180104"/>
                  </a:lnTo>
                  <a:lnTo>
                    <a:pt x="36308" y="177715"/>
                  </a:lnTo>
                  <a:lnTo>
                    <a:pt x="37741" y="175804"/>
                  </a:lnTo>
                  <a:lnTo>
                    <a:pt x="42996" y="165772"/>
                  </a:lnTo>
                  <a:lnTo>
                    <a:pt x="48729" y="159084"/>
                  </a:lnTo>
                  <a:lnTo>
                    <a:pt x="54461" y="154784"/>
                  </a:lnTo>
                  <a:lnTo>
                    <a:pt x="53028" y="153829"/>
                  </a:lnTo>
                  <a:lnTo>
                    <a:pt x="51117" y="150962"/>
                  </a:lnTo>
                  <a:lnTo>
                    <a:pt x="44429" y="151440"/>
                  </a:lnTo>
                  <a:lnTo>
                    <a:pt x="42040" y="147618"/>
                  </a:lnTo>
                  <a:lnTo>
                    <a:pt x="41085" y="145230"/>
                  </a:lnTo>
                  <a:lnTo>
                    <a:pt x="40607" y="142841"/>
                  </a:lnTo>
                  <a:lnTo>
                    <a:pt x="42996" y="139975"/>
                  </a:lnTo>
                  <a:lnTo>
                    <a:pt x="45384" y="138064"/>
                  </a:lnTo>
                  <a:lnTo>
                    <a:pt x="47773" y="138542"/>
                  </a:lnTo>
                  <a:lnTo>
                    <a:pt x="50162" y="139975"/>
                  </a:lnTo>
                  <a:lnTo>
                    <a:pt x="52073" y="141886"/>
                  </a:lnTo>
                  <a:lnTo>
                    <a:pt x="54461" y="144752"/>
                  </a:lnTo>
                  <a:lnTo>
                    <a:pt x="55895" y="144752"/>
                  </a:lnTo>
                  <a:lnTo>
                    <a:pt x="62105" y="134242"/>
                  </a:lnTo>
                  <a:lnTo>
                    <a:pt x="61150" y="131853"/>
                  </a:lnTo>
                  <a:lnTo>
                    <a:pt x="60672" y="128509"/>
                  </a:lnTo>
                  <a:lnTo>
                    <a:pt x="61150" y="126598"/>
                  </a:lnTo>
                  <a:lnTo>
                    <a:pt x="64016" y="125165"/>
                  </a:lnTo>
                  <a:lnTo>
                    <a:pt x="65927" y="124210"/>
                  </a:lnTo>
                  <a:lnTo>
                    <a:pt x="70227" y="125165"/>
                  </a:lnTo>
                  <a:lnTo>
                    <a:pt x="76437" y="127554"/>
                  </a:lnTo>
                  <a:lnTo>
                    <a:pt x="76915" y="126598"/>
                  </a:lnTo>
                  <a:lnTo>
                    <a:pt x="78348" y="119432"/>
                  </a:lnTo>
                  <a:lnTo>
                    <a:pt x="79781" y="115611"/>
                  </a:lnTo>
                  <a:lnTo>
                    <a:pt x="85991" y="109400"/>
                  </a:lnTo>
                  <a:lnTo>
                    <a:pt x="85514" y="107489"/>
                  </a:lnTo>
                  <a:lnTo>
                    <a:pt x="85514" y="104145"/>
                  </a:lnTo>
                  <a:lnTo>
                    <a:pt x="92680" y="99846"/>
                  </a:lnTo>
                  <a:lnTo>
                    <a:pt x="96979" y="95546"/>
                  </a:lnTo>
                  <a:lnTo>
                    <a:pt x="101757" y="89813"/>
                  </a:lnTo>
                  <a:lnTo>
                    <a:pt x="104145" y="88858"/>
                  </a:lnTo>
                  <a:lnTo>
                    <a:pt x="106056" y="88380"/>
                  </a:lnTo>
                  <a:lnTo>
                    <a:pt x="110834" y="85991"/>
                  </a:lnTo>
                  <a:lnTo>
                    <a:pt x="119432" y="83125"/>
                  </a:lnTo>
                  <a:lnTo>
                    <a:pt x="124688" y="80259"/>
                  </a:lnTo>
                  <a:lnTo>
                    <a:pt x="126121" y="74048"/>
                  </a:lnTo>
                  <a:lnTo>
                    <a:pt x="129465" y="71659"/>
                  </a:lnTo>
                  <a:lnTo>
                    <a:pt x="136153" y="70704"/>
                  </a:lnTo>
                  <a:lnTo>
                    <a:pt x="138542" y="71182"/>
                  </a:lnTo>
                  <a:lnTo>
                    <a:pt x="139975" y="74048"/>
                  </a:lnTo>
                  <a:lnTo>
                    <a:pt x="142364" y="73570"/>
                  </a:lnTo>
                  <a:lnTo>
                    <a:pt x="143797" y="72137"/>
                  </a:lnTo>
                  <a:lnTo>
                    <a:pt x="144752" y="70226"/>
                  </a:lnTo>
                  <a:lnTo>
                    <a:pt x="144275" y="66404"/>
                  </a:lnTo>
                  <a:lnTo>
                    <a:pt x="144275" y="61149"/>
                  </a:lnTo>
                  <a:lnTo>
                    <a:pt x="146663" y="58283"/>
                  </a:lnTo>
                  <a:lnTo>
                    <a:pt x="147619" y="57805"/>
                  </a:lnTo>
                  <a:lnTo>
                    <a:pt x="154784" y="56372"/>
                  </a:lnTo>
                  <a:lnTo>
                    <a:pt x="159562" y="56850"/>
                  </a:lnTo>
                  <a:lnTo>
                    <a:pt x="168161" y="60672"/>
                  </a:lnTo>
                  <a:lnTo>
                    <a:pt x="172938" y="61627"/>
                  </a:lnTo>
                  <a:lnTo>
                    <a:pt x="179149" y="60672"/>
                  </a:lnTo>
                  <a:lnTo>
                    <a:pt x="182971" y="61149"/>
                  </a:lnTo>
                  <a:lnTo>
                    <a:pt x="193959" y="55417"/>
                  </a:lnTo>
                  <a:lnTo>
                    <a:pt x="212590" y="50162"/>
                  </a:lnTo>
                  <a:lnTo>
                    <a:pt x="217367" y="46340"/>
                  </a:lnTo>
                  <a:lnTo>
                    <a:pt x="222144" y="42040"/>
                  </a:lnTo>
                  <a:lnTo>
                    <a:pt x="224533" y="41085"/>
                  </a:lnTo>
                  <a:lnTo>
                    <a:pt x="226921" y="41085"/>
                  </a:lnTo>
                  <a:lnTo>
                    <a:pt x="229310" y="39652"/>
                  </a:lnTo>
                  <a:lnTo>
                    <a:pt x="233610" y="35352"/>
                  </a:lnTo>
                  <a:lnTo>
                    <a:pt x="235521" y="34874"/>
                  </a:lnTo>
                  <a:lnTo>
                    <a:pt x="237909" y="34397"/>
                  </a:lnTo>
                  <a:lnTo>
                    <a:pt x="240298" y="32008"/>
                  </a:lnTo>
                  <a:lnTo>
                    <a:pt x="242209" y="26275"/>
                  </a:lnTo>
                  <a:lnTo>
                    <a:pt x="244120" y="21498"/>
                  </a:lnTo>
                  <a:lnTo>
                    <a:pt x="249853" y="15765"/>
                  </a:lnTo>
                  <a:lnTo>
                    <a:pt x="259407" y="7166"/>
                  </a:lnTo>
                  <a:lnTo>
                    <a:pt x="268007" y="4300"/>
                  </a:lnTo>
                  <a:lnTo>
                    <a:pt x="273262" y="478"/>
                  </a:lnTo>
                  <a:lnTo>
                    <a:pt x="275650" y="0"/>
                  </a:lnTo>
                  <a:lnTo>
                    <a:pt x="282816" y="1911"/>
                  </a:lnTo>
                  <a:lnTo>
                    <a:pt x="292371" y="6688"/>
                  </a:lnTo>
                  <a:lnTo>
                    <a:pt x="296670" y="11466"/>
                  </a:lnTo>
                  <a:lnTo>
                    <a:pt x="300014" y="18154"/>
                  </a:lnTo>
                  <a:lnTo>
                    <a:pt x="300492" y="205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0" name="Freeform 1199">
              <a:extLst>
                <a:ext uri="{FF2B5EF4-FFF2-40B4-BE49-F238E27FC236}">
                  <a16:creationId xmlns:a16="http://schemas.microsoft.com/office/drawing/2014/main" id="{C7652EF5-5FCB-580A-EB11-5E929272084C}"/>
                </a:ext>
              </a:extLst>
            </p:cNvPr>
            <p:cNvSpPr/>
            <p:nvPr/>
          </p:nvSpPr>
          <p:spPr>
            <a:xfrm>
              <a:off x="7248282" y="4281053"/>
              <a:ext cx="478" cy="955"/>
            </a:xfrm>
            <a:custGeom>
              <a:avLst/>
              <a:gdLst>
                <a:gd name="csX0" fmla="*/ 0 w 478"/>
                <a:gd name="csY0" fmla="*/ 0 h 955"/>
                <a:gd name="csX1" fmla="*/ 478 w 478"/>
                <a:gd name="csY1" fmla="*/ 956 h 955"/>
                <a:gd name="csX2" fmla="*/ 478 w 478"/>
                <a:gd name="csY2" fmla="*/ 956 h 955"/>
                <a:gd name="csX3" fmla="*/ 0 w 478"/>
                <a:gd name="csY3" fmla="*/ 0 h 955"/>
                <a:gd name="csX4" fmla="*/ 0 w 478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8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1" name="Freeform 1200">
              <a:extLst>
                <a:ext uri="{FF2B5EF4-FFF2-40B4-BE49-F238E27FC236}">
                  <a16:creationId xmlns:a16="http://schemas.microsoft.com/office/drawing/2014/main" id="{8D1E3B41-8E14-8819-0312-2126449A62C3}"/>
                </a:ext>
              </a:extLst>
            </p:cNvPr>
            <p:cNvSpPr/>
            <p:nvPr/>
          </p:nvSpPr>
          <p:spPr>
            <a:xfrm>
              <a:off x="7240639" y="3928966"/>
              <a:ext cx="2866" cy="477"/>
            </a:xfrm>
            <a:custGeom>
              <a:avLst/>
              <a:gdLst>
                <a:gd name="csX0" fmla="*/ 2866 w 2866"/>
                <a:gd name="csY0" fmla="*/ 0 h 477"/>
                <a:gd name="csX1" fmla="*/ 2866 w 2866"/>
                <a:gd name="csY1" fmla="*/ 0 h 477"/>
                <a:gd name="csX2" fmla="*/ 1433 w 2866"/>
                <a:gd name="csY2" fmla="*/ 478 h 477"/>
                <a:gd name="csX3" fmla="*/ 0 w 2866"/>
                <a:gd name="csY3" fmla="*/ 0 h 477"/>
                <a:gd name="csX4" fmla="*/ 1433 w 2866"/>
                <a:gd name="csY4" fmla="*/ 478 h 477"/>
                <a:gd name="csX5" fmla="*/ 2866 w 2866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477">
                  <a:moveTo>
                    <a:pt x="2866" y="0"/>
                  </a:moveTo>
                  <a:lnTo>
                    <a:pt x="2866" y="0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2" name="Freeform 1201">
              <a:extLst>
                <a:ext uri="{FF2B5EF4-FFF2-40B4-BE49-F238E27FC236}">
                  <a16:creationId xmlns:a16="http://schemas.microsoft.com/office/drawing/2014/main" id="{0992AF80-F0BA-59DB-7E94-18B6133F1057}"/>
                </a:ext>
              </a:extLst>
            </p:cNvPr>
            <p:cNvSpPr/>
            <p:nvPr/>
          </p:nvSpPr>
          <p:spPr>
            <a:xfrm>
              <a:off x="7238250" y="3530540"/>
              <a:ext cx="4299" cy="955"/>
            </a:xfrm>
            <a:custGeom>
              <a:avLst/>
              <a:gdLst>
                <a:gd name="csX0" fmla="*/ 4300 w 4299"/>
                <a:gd name="csY0" fmla="*/ 0 h 955"/>
                <a:gd name="csX1" fmla="*/ 2866 w 4299"/>
                <a:gd name="csY1" fmla="*/ 478 h 955"/>
                <a:gd name="csX2" fmla="*/ 0 w 4299"/>
                <a:gd name="csY2" fmla="*/ 956 h 955"/>
                <a:gd name="csX3" fmla="*/ 2866 w 4299"/>
                <a:gd name="csY3" fmla="*/ 478 h 955"/>
                <a:gd name="csX4" fmla="*/ 4300 w 4299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955">
                  <a:moveTo>
                    <a:pt x="4300" y="0"/>
                  </a:moveTo>
                  <a:lnTo>
                    <a:pt x="2866" y="478"/>
                  </a:lnTo>
                  <a:lnTo>
                    <a:pt x="0" y="956"/>
                  </a:lnTo>
                  <a:lnTo>
                    <a:pt x="2866" y="478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3" name="Freeform 1202">
              <a:extLst>
                <a:ext uri="{FF2B5EF4-FFF2-40B4-BE49-F238E27FC236}">
                  <a16:creationId xmlns:a16="http://schemas.microsoft.com/office/drawing/2014/main" id="{7A09C1E3-DABA-DE22-DE33-380D7388498E}"/>
                </a:ext>
              </a:extLst>
            </p:cNvPr>
            <p:cNvSpPr/>
            <p:nvPr/>
          </p:nvSpPr>
          <p:spPr>
            <a:xfrm>
              <a:off x="7233950" y="3954286"/>
              <a:ext cx="4299" cy="477"/>
            </a:xfrm>
            <a:custGeom>
              <a:avLst/>
              <a:gdLst>
                <a:gd name="csX0" fmla="*/ 4300 w 4299"/>
                <a:gd name="csY0" fmla="*/ 478 h 477"/>
                <a:gd name="csX1" fmla="*/ 3344 w 4299"/>
                <a:gd name="csY1" fmla="*/ 478 h 477"/>
                <a:gd name="csX2" fmla="*/ 0 w 4299"/>
                <a:gd name="csY2" fmla="*/ 0 h 477"/>
                <a:gd name="csX3" fmla="*/ 3344 w 4299"/>
                <a:gd name="csY3" fmla="*/ 0 h 477"/>
                <a:gd name="csX4" fmla="*/ 4300 w 4299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477">
                  <a:moveTo>
                    <a:pt x="4300" y="478"/>
                  </a:moveTo>
                  <a:lnTo>
                    <a:pt x="3344" y="478"/>
                  </a:lnTo>
                  <a:lnTo>
                    <a:pt x="0" y="0"/>
                  </a:lnTo>
                  <a:lnTo>
                    <a:pt x="3344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4" name="Freeform 1203">
              <a:extLst>
                <a:ext uri="{FF2B5EF4-FFF2-40B4-BE49-F238E27FC236}">
                  <a16:creationId xmlns:a16="http://schemas.microsoft.com/office/drawing/2014/main" id="{55599A85-C5BC-9566-1561-C9B9D0CADFF5}"/>
                </a:ext>
              </a:extLst>
            </p:cNvPr>
            <p:cNvSpPr/>
            <p:nvPr/>
          </p:nvSpPr>
          <p:spPr>
            <a:xfrm>
              <a:off x="7236339" y="3531496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0 w 1911"/>
                <a:gd name="csY1" fmla="*/ 478 h 477"/>
                <a:gd name="csX2" fmla="*/ 0 w 1911"/>
                <a:gd name="csY2" fmla="*/ 478 h 477"/>
                <a:gd name="csX3" fmla="*/ 1911 w 1911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5" name="Freeform 1204">
              <a:extLst>
                <a:ext uri="{FF2B5EF4-FFF2-40B4-BE49-F238E27FC236}">
                  <a16:creationId xmlns:a16="http://schemas.microsoft.com/office/drawing/2014/main" id="{39C6C1F6-8A4A-2AD1-85DF-CF3D3202C248}"/>
                </a:ext>
              </a:extLst>
            </p:cNvPr>
            <p:cNvSpPr/>
            <p:nvPr/>
          </p:nvSpPr>
          <p:spPr>
            <a:xfrm>
              <a:off x="7235384" y="3537228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955 w 955"/>
                <a:gd name="csY1" fmla="*/ 0 h 477"/>
                <a:gd name="csX2" fmla="*/ 0 w 955"/>
                <a:gd name="csY2" fmla="*/ 478 h 477"/>
                <a:gd name="csX3" fmla="*/ 955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955" y="0"/>
                  </a:lnTo>
                  <a:lnTo>
                    <a:pt x="0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6" name="Freeform 1205">
              <a:extLst>
                <a:ext uri="{FF2B5EF4-FFF2-40B4-BE49-F238E27FC236}">
                  <a16:creationId xmlns:a16="http://schemas.microsoft.com/office/drawing/2014/main" id="{848AA46F-65F8-3CBC-C716-3CEB6DA4943F}"/>
                </a:ext>
              </a:extLst>
            </p:cNvPr>
            <p:cNvSpPr/>
            <p:nvPr/>
          </p:nvSpPr>
          <p:spPr>
            <a:xfrm>
              <a:off x="7226784" y="3952853"/>
              <a:ext cx="7165" cy="1433"/>
            </a:xfrm>
            <a:custGeom>
              <a:avLst/>
              <a:gdLst>
                <a:gd name="csX0" fmla="*/ 7166 w 7165"/>
                <a:gd name="csY0" fmla="*/ 1433 h 1433"/>
                <a:gd name="csX1" fmla="*/ 3822 w 7165"/>
                <a:gd name="csY1" fmla="*/ 478 h 1433"/>
                <a:gd name="csX2" fmla="*/ 0 w 7165"/>
                <a:gd name="csY2" fmla="*/ 0 h 1433"/>
                <a:gd name="csX3" fmla="*/ 3822 w 7165"/>
                <a:gd name="csY3" fmla="*/ 478 h 1433"/>
                <a:gd name="csX4" fmla="*/ 7166 w 7165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65" h="1433">
                  <a:moveTo>
                    <a:pt x="7166" y="1433"/>
                  </a:moveTo>
                  <a:lnTo>
                    <a:pt x="3822" y="478"/>
                  </a:lnTo>
                  <a:lnTo>
                    <a:pt x="0" y="0"/>
                  </a:lnTo>
                  <a:lnTo>
                    <a:pt x="3822" y="478"/>
                  </a:lnTo>
                  <a:lnTo>
                    <a:pt x="71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7" name="Freeform 1206">
              <a:extLst>
                <a:ext uri="{FF2B5EF4-FFF2-40B4-BE49-F238E27FC236}">
                  <a16:creationId xmlns:a16="http://schemas.microsoft.com/office/drawing/2014/main" id="{C2D54A73-B2BE-6794-3B10-6FDF875AB232}"/>
                </a:ext>
              </a:extLst>
            </p:cNvPr>
            <p:cNvSpPr/>
            <p:nvPr/>
          </p:nvSpPr>
          <p:spPr>
            <a:xfrm>
              <a:off x="7229173" y="3538661"/>
              <a:ext cx="4299" cy="477"/>
            </a:xfrm>
            <a:custGeom>
              <a:avLst/>
              <a:gdLst>
                <a:gd name="csX0" fmla="*/ 4300 w 4299"/>
                <a:gd name="csY0" fmla="*/ 0 h 477"/>
                <a:gd name="csX1" fmla="*/ 1911 w 4299"/>
                <a:gd name="csY1" fmla="*/ 0 h 477"/>
                <a:gd name="csX2" fmla="*/ 0 w 4299"/>
                <a:gd name="csY2" fmla="*/ 478 h 477"/>
                <a:gd name="csX3" fmla="*/ 1911 w 4299"/>
                <a:gd name="csY3" fmla="*/ 0 h 477"/>
                <a:gd name="csX4" fmla="*/ 4300 w 4299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477">
                  <a:moveTo>
                    <a:pt x="4300" y="0"/>
                  </a:moveTo>
                  <a:lnTo>
                    <a:pt x="1911" y="0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" name="Freeform 1207">
              <a:extLst>
                <a:ext uri="{FF2B5EF4-FFF2-40B4-BE49-F238E27FC236}">
                  <a16:creationId xmlns:a16="http://schemas.microsoft.com/office/drawing/2014/main" id="{A95089CA-E475-26E7-7071-A43EF5404AB1}"/>
                </a:ext>
              </a:extLst>
            </p:cNvPr>
            <p:cNvSpPr/>
            <p:nvPr/>
          </p:nvSpPr>
          <p:spPr>
            <a:xfrm>
              <a:off x="7222007" y="3953331"/>
              <a:ext cx="3822" cy="1910"/>
            </a:xfrm>
            <a:custGeom>
              <a:avLst/>
              <a:gdLst>
                <a:gd name="csX0" fmla="*/ 3822 w 3822"/>
                <a:gd name="csY0" fmla="*/ 0 h 1910"/>
                <a:gd name="csX1" fmla="*/ 1433 w 3822"/>
                <a:gd name="csY1" fmla="*/ 955 h 1910"/>
                <a:gd name="csX2" fmla="*/ 0 w 3822"/>
                <a:gd name="csY2" fmla="*/ 1911 h 1910"/>
                <a:gd name="csX3" fmla="*/ 1433 w 3822"/>
                <a:gd name="csY3" fmla="*/ 955 h 1910"/>
                <a:gd name="csX4" fmla="*/ 3822 w 3822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2" h="1910">
                  <a:moveTo>
                    <a:pt x="3822" y="0"/>
                  </a:moveTo>
                  <a:lnTo>
                    <a:pt x="1433" y="955"/>
                  </a:lnTo>
                  <a:lnTo>
                    <a:pt x="0" y="1911"/>
                  </a:lnTo>
                  <a:lnTo>
                    <a:pt x="1433" y="955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9" name="Freeform 1208">
              <a:extLst>
                <a:ext uri="{FF2B5EF4-FFF2-40B4-BE49-F238E27FC236}">
                  <a16:creationId xmlns:a16="http://schemas.microsoft.com/office/drawing/2014/main" id="{E036CD0E-6D27-C45D-316D-604F9B3F07DD}"/>
                </a:ext>
              </a:extLst>
            </p:cNvPr>
            <p:cNvSpPr/>
            <p:nvPr/>
          </p:nvSpPr>
          <p:spPr>
            <a:xfrm>
              <a:off x="7208631" y="3915590"/>
              <a:ext cx="14331" cy="955"/>
            </a:xfrm>
            <a:custGeom>
              <a:avLst/>
              <a:gdLst>
                <a:gd name="csX0" fmla="*/ 14332 w 14331"/>
                <a:gd name="csY0" fmla="*/ 0 h 955"/>
                <a:gd name="csX1" fmla="*/ 10987 w 14331"/>
                <a:gd name="csY1" fmla="*/ 478 h 955"/>
                <a:gd name="csX2" fmla="*/ 8121 w 14331"/>
                <a:gd name="csY2" fmla="*/ 478 h 955"/>
                <a:gd name="csX3" fmla="*/ 4300 w 14331"/>
                <a:gd name="csY3" fmla="*/ 956 h 955"/>
                <a:gd name="csX4" fmla="*/ 0 w 14331"/>
                <a:gd name="csY4" fmla="*/ 956 h 955"/>
                <a:gd name="csX5" fmla="*/ 4300 w 14331"/>
                <a:gd name="csY5" fmla="*/ 478 h 955"/>
                <a:gd name="csX6" fmla="*/ 8121 w 14331"/>
                <a:gd name="csY6" fmla="*/ 478 h 955"/>
                <a:gd name="csX7" fmla="*/ 10987 w 14331"/>
                <a:gd name="csY7" fmla="*/ 478 h 955"/>
                <a:gd name="csX8" fmla="*/ 14332 w 14331"/>
                <a:gd name="csY8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1" h="955">
                  <a:moveTo>
                    <a:pt x="14332" y="0"/>
                  </a:moveTo>
                  <a:lnTo>
                    <a:pt x="10987" y="478"/>
                  </a:lnTo>
                  <a:lnTo>
                    <a:pt x="8121" y="478"/>
                  </a:lnTo>
                  <a:lnTo>
                    <a:pt x="4300" y="956"/>
                  </a:lnTo>
                  <a:lnTo>
                    <a:pt x="0" y="956"/>
                  </a:lnTo>
                  <a:lnTo>
                    <a:pt x="4300" y="478"/>
                  </a:lnTo>
                  <a:lnTo>
                    <a:pt x="8121" y="478"/>
                  </a:lnTo>
                  <a:lnTo>
                    <a:pt x="10987" y="478"/>
                  </a:lnTo>
                  <a:lnTo>
                    <a:pt x="1433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0" name="Freeform 1209">
              <a:extLst>
                <a:ext uri="{FF2B5EF4-FFF2-40B4-BE49-F238E27FC236}">
                  <a16:creationId xmlns:a16="http://schemas.microsoft.com/office/drawing/2014/main" id="{7BFE85DC-B43C-306F-59B2-B91F6095044B}"/>
                </a:ext>
              </a:extLst>
            </p:cNvPr>
            <p:cNvSpPr/>
            <p:nvPr/>
          </p:nvSpPr>
          <p:spPr>
            <a:xfrm>
              <a:off x="7217230" y="3542005"/>
              <a:ext cx="3822" cy="477"/>
            </a:xfrm>
            <a:custGeom>
              <a:avLst/>
              <a:gdLst>
                <a:gd name="csX0" fmla="*/ 3822 w 3822"/>
                <a:gd name="csY0" fmla="*/ 0 h 477"/>
                <a:gd name="csX1" fmla="*/ 0 w 3822"/>
                <a:gd name="csY1" fmla="*/ 478 h 477"/>
                <a:gd name="csX2" fmla="*/ 478 w 3822"/>
                <a:gd name="csY2" fmla="*/ 478 h 477"/>
                <a:gd name="csX3" fmla="*/ 3822 w 3822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2" h="477">
                  <a:moveTo>
                    <a:pt x="3822" y="0"/>
                  </a:moveTo>
                  <a:lnTo>
                    <a:pt x="0" y="478"/>
                  </a:lnTo>
                  <a:lnTo>
                    <a:pt x="478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1" name="Freeform 1210">
              <a:extLst>
                <a:ext uri="{FF2B5EF4-FFF2-40B4-BE49-F238E27FC236}">
                  <a16:creationId xmlns:a16="http://schemas.microsoft.com/office/drawing/2014/main" id="{04527940-D87F-5E79-34C3-29A8D81147F2}"/>
                </a:ext>
              </a:extLst>
            </p:cNvPr>
            <p:cNvSpPr/>
            <p:nvPr/>
          </p:nvSpPr>
          <p:spPr>
            <a:xfrm>
              <a:off x="7212931" y="2954398"/>
              <a:ext cx="6210" cy="7165"/>
            </a:xfrm>
            <a:custGeom>
              <a:avLst/>
              <a:gdLst>
                <a:gd name="csX0" fmla="*/ 6210 w 6210"/>
                <a:gd name="csY0" fmla="*/ 478 h 7165"/>
                <a:gd name="csX1" fmla="*/ 6210 w 6210"/>
                <a:gd name="csY1" fmla="*/ 2389 h 7165"/>
                <a:gd name="csX2" fmla="*/ 4777 w 6210"/>
                <a:gd name="csY2" fmla="*/ 7166 h 7165"/>
                <a:gd name="csX3" fmla="*/ 1433 w 6210"/>
                <a:gd name="csY3" fmla="*/ 6688 h 7165"/>
                <a:gd name="csX4" fmla="*/ 478 w 6210"/>
                <a:gd name="csY4" fmla="*/ 5733 h 7165"/>
                <a:gd name="csX5" fmla="*/ 0 w 6210"/>
                <a:gd name="csY5" fmla="*/ 5255 h 7165"/>
                <a:gd name="csX6" fmla="*/ 3821 w 6210"/>
                <a:gd name="csY6" fmla="*/ 0 h 7165"/>
                <a:gd name="csX7" fmla="*/ 6210 w 6210"/>
                <a:gd name="csY7" fmla="*/ 47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7165">
                  <a:moveTo>
                    <a:pt x="6210" y="478"/>
                  </a:moveTo>
                  <a:lnTo>
                    <a:pt x="6210" y="2389"/>
                  </a:lnTo>
                  <a:lnTo>
                    <a:pt x="4777" y="7166"/>
                  </a:lnTo>
                  <a:lnTo>
                    <a:pt x="1433" y="6688"/>
                  </a:lnTo>
                  <a:lnTo>
                    <a:pt x="478" y="5733"/>
                  </a:lnTo>
                  <a:lnTo>
                    <a:pt x="0" y="5255"/>
                  </a:lnTo>
                  <a:lnTo>
                    <a:pt x="3821" y="0"/>
                  </a:lnTo>
                  <a:lnTo>
                    <a:pt x="621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2" name="Freeform 1211">
              <a:extLst>
                <a:ext uri="{FF2B5EF4-FFF2-40B4-BE49-F238E27FC236}">
                  <a16:creationId xmlns:a16="http://schemas.microsoft.com/office/drawing/2014/main" id="{92C10B1D-1803-4662-B34C-9630DD572EA0}"/>
                </a:ext>
              </a:extLst>
            </p:cNvPr>
            <p:cNvSpPr/>
            <p:nvPr/>
          </p:nvSpPr>
          <p:spPr>
            <a:xfrm>
              <a:off x="7203376" y="3544394"/>
              <a:ext cx="9554" cy="1911"/>
            </a:xfrm>
            <a:custGeom>
              <a:avLst/>
              <a:gdLst>
                <a:gd name="csX0" fmla="*/ 4299 w 9554"/>
                <a:gd name="csY0" fmla="*/ 956 h 1911"/>
                <a:gd name="csX1" fmla="*/ 9555 w 9554"/>
                <a:gd name="csY1" fmla="*/ 0 h 1911"/>
                <a:gd name="csX2" fmla="*/ 4299 w 9554"/>
                <a:gd name="csY2" fmla="*/ 956 h 1911"/>
                <a:gd name="csX3" fmla="*/ 0 w 9554"/>
                <a:gd name="csY3" fmla="*/ 1911 h 1911"/>
                <a:gd name="csX4" fmla="*/ 4299 w 9554"/>
                <a:gd name="csY4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4" h="1911">
                  <a:moveTo>
                    <a:pt x="4299" y="956"/>
                  </a:moveTo>
                  <a:lnTo>
                    <a:pt x="9555" y="0"/>
                  </a:lnTo>
                  <a:lnTo>
                    <a:pt x="4299" y="956"/>
                  </a:lnTo>
                  <a:lnTo>
                    <a:pt x="0" y="1911"/>
                  </a:lnTo>
                  <a:lnTo>
                    <a:pt x="429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3" name="Freeform 1212">
              <a:extLst>
                <a:ext uri="{FF2B5EF4-FFF2-40B4-BE49-F238E27FC236}">
                  <a16:creationId xmlns:a16="http://schemas.microsoft.com/office/drawing/2014/main" id="{B6906617-45CC-0C2C-64F9-AAD393F59DD8}"/>
                </a:ext>
              </a:extLst>
            </p:cNvPr>
            <p:cNvSpPr/>
            <p:nvPr/>
          </p:nvSpPr>
          <p:spPr>
            <a:xfrm>
              <a:off x="7207198" y="4138690"/>
              <a:ext cx="1911" cy="1910"/>
            </a:xfrm>
            <a:custGeom>
              <a:avLst/>
              <a:gdLst>
                <a:gd name="csX0" fmla="*/ 1911 w 1911"/>
                <a:gd name="csY0" fmla="*/ 0 h 1910"/>
                <a:gd name="csX1" fmla="*/ 0 w 1911"/>
                <a:gd name="csY1" fmla="*/ 1911 h 1910"/>
                <a:gd name="csX2" fmla="*/ 0 w 1911"/>
                <a:gd name="csY2" fmla="*/ 1433 h 1910"/>
                <a:gd name="csX3" fmla="*/ 1911 w 1911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910">
                  <a:moveTo>
                    <a:pt x="1911" y="0"/>
                  </a:moveTo>
                  <a:lnTo>
                    <a:pt x="0" y="1911"/>
                  </a:lnTo>
                  <a:lnTo>
                    <a:pt x="0" y="1433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4" name="Freeform 1213">
              <a:extLst>
                <a:ext uri="{FF2B5EF4-FFF2-40B4-BE49-F238E27FC236}">
                  <a16:creationId xmlns:a16="http://schemas.microsoft.com/office/drawing/2014/main" id="{220DFC49-1D11-5CAD-398B-DE8D49BBAA6D}"/>
                </a:ext>
              </a:extLst>
            </p:cNvPr>
            <p:cNvSpPr/>
            <p:nvPr/>
          </p:nvSpPr>
          <p:spPr>
            <a:xfrm>
              <a:off x="7206720" y="3915590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  <a:gd name="csX2" fmla="*/ 0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5" name="Freeform 1214">
              <a:extLst>
                <a:ext uri="{FF2B5EF4-FFF2-40B4-BE49-F238E27FC236}">
                  <a16:creationId xmlns:a16="http://schemas.microsoft.com/office/drawing/2014/main" id="{62891D9F-FCD4-9FA1-FEA9-99923E2028AA}"/>
                </a:ext>
              </a:extLst>
            </p:cNvPr>
            <p:cNvSpPr/>
            <p:nvPr/>
          </p:nvSpPr>
          <p:spPr>
            <a:xfrm>
              <a:off x="6924860" y="3876894"/>
              <a:ext cx="279949" cy="177237"/>
            </a:xfrm>
            <a:custGeom>
              <a:avLst/>
              <a:gdLst>
                <a:gd name="csX0" fmla="*/ 279949 w 279949"/>
                <a:gd name="csY0" fmla="*/ 115133 h 177237"/>
                <a:gd name="csX1" fmla="*/ 278038 w 279949"/>
                <a:gd name="csY1" fmla="*/ 118477 h 177237"/>
                <a:gd name="csX2" fmla="*/ 278038 w 279949"/>
                <a:gd name="csY2" fmla="*/ 122776 h 177237"/>
                <a:gd name="csX3" fmla="*/ 278038 w 279949"/>
                <a:gd name="csY3" fmla="*/ 122776 h 177237"/>
                <a:gd name="csX4" fmla="*/ 278038 w 279949"/>
                <a:gd name="csY4" fmla="*/ 126120 h 177237"/>
                <a:gd name="csX5" fmla="*/ 278038 w 279949"/>
                <a:gd name="csY5" fmla="*/ 128509 h 177237"/>
                <a:gd name="csX6" fmla="*/ 277083 w 279949"/>
                <a:gd name="csY6" fmla="*/ 128509 h 177237"/>
                <a:gd name="csX7" fmla="*/ 274694 w 279949"/>
                <a:gd name="csY7" fmla="*/ 128031 h 177237"/>
                <a:gd name="csX8" fmla="*/ 269917 w 279949"/>
                <a:gd name="csY8" fmla="*/ 127076 h 177237"/>
                <a:gd name="csX9" fmla="*/ 265617 w 279949"/>
                <a:gd name="csY9" fmla="*/ 124687 h 177237"/>
                <a:gd name="csX10" fmla="*/ 263229 w 279949"/>
                <a:gd name="csY10" fmla="*/ 123254 h 177237"/>
                <a:gd name="csX11" fmla="*/ 262751 w 279949"/>
                <a:gd name="csY11" fmla="*/ 123732 h 177237"/>
                <a:gd name="csX12" fmla="*/ 261318 w 279949"/>
                <a:gd name="csY12" fmla="*/ 124687 h 177237"/>
                <a:gd name="csX13" fmla="*/ 260840 w 279949"/>
                <a:gd name="csY13" fmla="*/ 125643 h 177237"/>
                <a:gd name="csX14" fmla="*/ 259885 w 279949"/>
                <a:gd name="csY14" fmla="*/ 128031 h 177237"/>
                <a:gd name="csX15" fmla="*/ 258929 w 279949"/>
                <a:gd name="csY15" fmla="*/ 130898 h 177237"/>
                <a:gd name="csX16" fmla="*/ 254152 w 279949"/>
                <a:gd name="csY16" fmla="*/ 130898 h 177237"/>
                <a:gd name="csX17" fmla="*/ 249853 w 279949"/>
                <a:gd name="csY17" fmla="*/ 130898 h 177237"/>
                <a:gd name="csX18" fmla="*/ 246986 w 279949"/>
                <a:gd name="csY18" fmla="*/ 131853 h 177237"/>
                <a:gd name="csX19" fmla="*/ 244120 w 279949"/>
                <a:gd name="csY19" fmla="*/ 133286 h 177237"/>
                <a:gd name="csX20" fmla="*/ 243642 w 279949"/>
                <a:gd name="csY20" fmla="*/ 135197 h 177237"/>
                <a:gd name="csX21" fmla="*/ 243164 w 279949"/>
                <a:gd name="csY21" fmla="*/ 137108 h 177237"/>
                <a:gd name="csX22" fmla="*/ 241253 w 279949"/>
                <a:gd name="csY22" fmla="*/ 141885 h 177237"/>
                <a:gd name="csX23" fmla="*/ 239820 w 279949"/>
                <a:gd name="csY23" fmla="*/ 146663 h 177237"/>
                <a:gd name="csX24" fmla="*/ 239342 w 279949"/>
                <a:gd name="csY24" fmla="*/ 149529 h 177237"/>
                <a:gd name="csX25" fmla="*/ 238387 w 279949"/>
                <a:gd name="csY25" fmla="*/ 151440 h 177237"/>
                <a:gd name="csX26" fmla="*/ 235043 w 279949"/>
                <a:gd name="csY26" fmla="*/ 153829 h 177237"/>
                <a:gd name="csX27" fmla="*/ 231699 w 279949"/>
                <a:gd name="csY27" fmla="*/ 155740 h 177237"/>
                <a:gd name="csX28" fmla="*/ 229788 w 279949"/>
                <a:gd name="csY28" fmla="*/ 156217 h 177237"/>
                <a:gd name="csX29" fmla="*/ 228833 w 279949"/>
                <a:gd name="csY29" fmla="*/ 157651 h 177237"/>
                <a:gd name="csX30" fmla="*/ 228833 w 279949"/>
                <a:gd name="csY30" fmla="*/ 158606 h 177237"/>
                <a:gd name="csX31" fmla="*/ 228355 w 279949"/>
                <a:gd name="csY31" fmla="*/ 158606 h 177237"/>
                <a:gd name="csX32" fmla="*/ 226921 w 279949"/>
                <a:gd name="csY32" fmla="*/ 158606 h 177237"/>
                <a:gd name="csX33" fmla="*/ 225488 w 279949"/>
                <a:gd name="csY33" fmla="*/ 158606 h 177237"/>
                <a:gd name="csX34" fmla="*/ 222144 w 279949"/>
                <a:gd name="csY34" fmla="*/ 159561 h 177237"/>
                <a:gd name="csX35" fmla="*/ 218322 w 279949"/>
                <a:gd name="csY35" fmla="*/ 160995 h 177237"/>
                <a:gd name="csX36" fmla="*/ 214023 w 279949"/>
                <a:gd name="csY36" fmla="*/ 161950 h 177237"/>
                <a:gd name="csX37" fmla="*/ 211634 w 279949"/>
                <a:gd name="csY37" fmla="*/ 161950 h 177237"/>
                <a:gd name="csX38" fmla="*/ 210679 w 279949"/>
                <a:gd name="csY38" fmla="*/ 162428 h 177237"/>
                <a:gd name="csX39" fmla="*/ 210201 w 279949"/>
                <a:gd name="csY39" fmla="*/ 162906 h 177237"/>
                <a:gd name="csX40" fmla="*/ 210679 w 279949"/>
                <a:gd name="csY40" fmla="*/ 164339 h 177237"/>
                <a:gd name="csX41" fmla="*/ 211156 w 279949"/>
                <a:gd name="csY41" fmla="*/ 164817 h 177237"/>
                <a:gd name="csX42" fmla="*/ 211634 w 279949"/>
                <a:gd name="csY42" fmla="*/ 166250 h 177237"/>
                <a:gd name="csX43" fmla="*/ 210679 w 279949"/>
                <a:gd name="csY43" fmla="*/ 167205 h 177237"/>
                <a:gd name="csX44" fmla="*/ 209723 w 279949"/>
                <a:gd name="csY44" fmla="*/ 168638 h 177237"/>
                <a:gd name="csX45" fmla="*/ 209246 w 279949"/>
                <a:gd name="csY45" fmla="*/ 171505 h 177237"/>
                <a:gd name="csX46" fmla="*/ 207812 w 279949"/>
                <a:gd name="csY46" fmla="*/ 171983 h 177237"/>
                <a:gd name="csX47" fmla="*/ 205424 w 279949"/>
                <a:gd name="csY47" fmla="*/ 173416 h 177237"/>
                <a:gd name="csX48" fmla="*/ 202557 w 279949"/>
                <a:gd name="csY48" fmla="*/ 175326 h 177237"/>
                <a:gd name="csX49" fmla="*/ 202080 w 279949"/>
                <a:gd name="csY49" fmla="*/ 175326 h 177237"/>
                <a:gd name="csX50" fmla="*/ 200646 w 279949"/>
                <a:gd name="csY50" fmla="*/ 176282 h 177237"/>
                <a:gd name="csX51" fmla="*/ 198735 w 279949"/>
                <a:gd name="csY51" fmla="*/ 175804 h 177237"/>
                <a:gd name="csX52" fmla="*/ 197780 w 279949"/>
                <a:gd name="csY52" fmla="*/ 175804 h 177237"/>
                <a:gd name="csX53" fmla="*/ 197302 w 279949"/>
                <a:gd name="csY53" fmla="*/ 175804 h 177237"/>
                <a:gd name="csX54" fmla="*/ 195869 w 279949"/>
                <a:gd name="csY54" fmla="*/ 176282 h 177237"/>
                <a:gd name="csX55" fmla="*/ 195869 w 279949"/>
                <a:gd name="csY55" fmla="*/ 176282 h 177237"/>
                <a:gd name="csX56" fmla="*/ 194436 w 279949"/>
                <a:gd name="csY56" fmla="*/ 177238 h 177237"/>
                <a:gd name="csX57" fmla="*/ 193958 w 279949"/>
                <a:gd name="csY57" fmla="*/ 177238 h 177237"/>
                <a:gd name="csX58" fmla="*/ 193480 w 279949"/>
                <a:gd name="csY58" fmla="*/ 175804 h 177237"/>
                <a:gd name="csX59" fmla="*/ 192525 w 279949"/>
                <a:gd name="csY59" fmla="*/ 174849 h 177237"/>
                <a:gd name="csX60" fmla="*/ 192525 w 279949"/>
                <a:gd name="csY60" fmla="*/ 174849 h 177237"/>
                <a:gd name="csX61" fmla="*/ 190137 w 279949"/>
                <a:gd name="csY61" fmla="*/ 172938 h 177237"/>
                <a:gd name="csX62" fmla="*/ 188226 w 279949"/>
                <a:gd name="csY62" fmla="*/ 171505 h 177237"/>
                <a:gd name="csX63" fmla="*/ 187270 w 279949"/>
                <a:gd name="csY63" fmla="*/ 171505 h 177237"/>
                <a:gd name="csX64" fmla="*/ 185359 w 279949"/>
                <a:gd name="csY64" fmla="*/ 171505 h 177237"/>
                <a:gd name="csX65" fmla="*/ 182971 w 279949"/>
                <a:gd name="csY65" fmla="*/ 171983 h 177237"/>
                <a:gd name="csX66" fmla="*/ 181060 w 279949"/>
                <a:gd name="csY66" fmla="*/ 171505 h 177237"/>
                <a:gd name="csX67" fmla="*/ 179149 w 279949"/>
                <a:gd name="csY67" fmla="*/ 171027 h 177237"/>
                <a:gd name="csX68" fmla="*/ 176760 w 279949"/>
                <a:gd name="csY68" fmla="*/ 169116 h 177237"/>
                <a:gd name="csX69" fmla="*/ 176282 w 279949"/>
                <a:gd name="csY69" fmla="*/ 168161 h 177237"/>
                <a:gd name="csX70" fmla="*/ 175326 w 279949"/>
                <a:gd name="csY70" fmla="*/ 167205 h 177237"/>
                <a:gd name="csX71" fmla="*/ 173894 w 279949"/>
                <a:gd name="csY71" fmla="*/ 167683 h 177237"/>
                <a:gd name="csX72" fmla="*/ 173416 w 279949"/>
                <a:gd name="csY72" fmla="*/ 166727 h 177237"/>
                <a:gd name="csX73" fmla="*/ 173416 w 279949"/>
                <a:gd name="csY73" fmla="*/ 165772 h 177237"/>
                <a:gd name="csX74" fmla="*/ 173894 w 279949"/>
                <a:gd name="csY74" fmla="*/ 164339 h 177237"/>
                <a:gd name="csX75" fmla="*/ 173416 w 279949"/>
                <a:gd name="csY75" fmla="*/ 161950 h 177237"/>
                <a:gd name="csX76" fmla="*/ 172460 w 279949"/>
                <a:gd name="csY76" fmla="*/ 160039 h 177237"/>
                <a:gd name="csX77" fmla="*/ 171505 w 279949"/>
                <a:gd name="csY77" fmla="*/ 159561 h 177237"/>
                <a:gd name="csX78" fmla="*/ 171983 w 279949"/>
                <a:gd name="csY78" fmla="*/ 159084 h 177237"/>
                <a:gd name="csX79" fmla="*/ 171983 w 279949"/>
                <a:gd name="csY79" fmla="*/ 157651 h 177237"/>
                <a:gd name="csX80" fmla="*/ 172938 w 279949"/>
                <a:gd name="csY80" fmla="*/ 156695 h 177237"/>
                <a:gd name="csX81" fmla="*/ 172938 w 279949"/>
                <a:gd name="csY81" fmla="*/ 156695 h 177237"/>
                <a:gd name="csX82" fmla="*/ 172938 w 279949"/>
                <a:gd name="csY82" fmla="*/ 154784 h 177237"/>
                <a:gd name="csX83" fmla="*/ 171983 w 279949"/>
                <a:gd name="csY83" fmla="*/ 152396 h 177237"/>
                <a:gd name="csX84" fmla="*/ 171983 w 279949"/>
                <a:gd name="csY84" fmla="*/ 149051 h 177237"/>
                <a:gd name="csX85" fmla="*/ 171983 w 279949"/>
                <a:gd name="csY85" fmla="*/ 146185 h 177237"/>
                <a:gd name="csX86" fmla="*/ 171027 w 279949"/>
                <a:gd name="csY86" fmla="*/ 144274 h 177237"/>
                <a:gd name="csX87" fmla="*/ 171027 w 279949"/>
                <a:gd name="csY87" fmla="*/ 144274 h 177237"/>
                <a:gd name="csX88" fmla="*/ 162906 w 279949"/>
                <a:gd name="csY88" fmla="*/ 144274 h 177237"/>
                <a:gd name="csX89" fmla="*/ 155262 w 279949"/>
                <a:gd name="csY89" fmla="*/ 144752 h 177237"/>
                <a:gd name="csX90" fmla="*/ 155262 w 279949"/>
                <a:gd name="csY90" fmla="*/ 144274 h 177237"/>
                <a:gd name="csX91" fmla="*/ 152396 w 279949"/>
                <a:gd name="csY91" fmla="*/ 140452 h 177237"/>
                <a:gd name="csX92" fmla="*/ 150007 w 279949"/>
                <a:gd name="csY92" fmla="*/ 137108 h 177237"/>
                <a:gd name="csX93" fmla="*/ 147619 w 279949"/>
                <a:gd name="csY93" fmla="*/ 135675 h 177237"/>
                <a:gd name="csX94" fmla="*/ 142364 w 279949"/>
                <a:gd name="csY94" fmla="*/ 133286 h 177237"/>
                <a:gd name="csX95" fmla="*/ 139975 w 279949"/>
                <a:gd name="csY95" fmla="*/ 132331 h 177237"/>
                <a:gd name="csX96" fmla="*/ 138064 w 279949"/>
                <a:gd name="csY96" fmla="*/ 130898 h 177237"/>
                <a:gd name="csX97" fmla="*/ 136153 w 279949"/>
                <a:gd name="csY97" fmla="*/ 128987 h 177237"/>
                <a:gd name="csX98" fmla="*/ 135675 w 279949"/>
                <a:gd name="csY98" fmla="*/ 126120 h 177237"/>
                <a:gd name="csX99" fmla="*/ 135198 w 279949"/>
                <a:gd name="csY99" fmla="*/ 125643 h 177237"/>
                <a:gd name="csX100" fmla="*/ 134719 w 279949"/>
                <a:gd name="csY100" fmla="*/ 124687 h 177237"/>
                <a:gd name="csX101" fmla="*/ 134719 w 279949"/>
                <a:gd name="csY101" fmla="*/ 124687 h 177237"/>
                <a:gd name="csX102" fmla="*/ 134242 w 279949"/>
                <a:gd name="csY102" fmla="*/ 124687 h 177237"/>
                <a:gd name="csX103" fmla="*/ 133764 w 279949"/>
                <a:gd name="csY103" fmla="*/ 124687 h 177237"/>
                <a:gd name="csX104" fmla="*/ 127554 w 279949"/>
                <a:gd name="csY104" fmla="*/ 121821 h 177237"/>
                <a:gd name="csX105" fmla="*/ 125165 w 279949"/>
                <a:gd name="csY105" fmla="*/ 120865 h 177237"/>
                <a:gd name="csX106" fmla="*/ 123732 w 279949"/>
                <a:gd name="csY106" fmla="*/ 121343 h 177237"/>
                <a:gd name="csX107" fmla="*/ 122776 w 279949"/>
                <a:gd name="csY107" fmla="*/ 121343 h 177237"/>
                <a:gd name="csX108" fmla="*/ 121821 w 279949"/>
                <a:gd name="csY108" fmla="*/ 121821 h 177237"/>
                <a:gd name="csX109" fmla="*/ 119910 w 279949"/>
                <a:gd name="csY109" fmla="*/ 120865 h 177237"/>
                <a:gd name="csX110" fmla="*/ 117521 w 279949"/>
                <a:gd name="csY110" fmla="*/ 121821 h 177237"/>
                <a:gd name="csX111" fmla="*/ 116566 w 279949"/>
                <a:gd name="csY111" fmla="*/ 121821 h 177237"/>
                <a:gd name="csX112" fmla="*/ 115610 w 279949"/>
                <a:gd name="csY112" fmla="*/ 121821 h 177237"/>
                <a:gd name="csX113" fmla="*/ 114177 w 279949"/>
                <a:gd name="csY113" fmla="*/ 121343 h 177237"/>
                <a:gd name="csX114" fmla="*/ 111311 w 279949"/>
                <a:gd name="csY114" fmla="*/ 118477 h 177237"/>
                <a:gd name="csX115" fmla="*/ 108444 w 279949"/>
                <a:gd name="csY115" fmla="*/ 117521 h 177237"/>
                <a:gd name="csX116" fmla="*/ 107012 w 279949"/>
                <a:gd name="csY116" fmla="*/ 116566 h 177237"/>
                <a:gd name="csX117" fmla="*/ 103189 w 279949"/>
                <a:gd name="csY117" fmla="*/ 115610 h 177237"/>
                <a:gd name="csX118" fmla="*/ 99368 w 279949"/>
                <a:gd name="csY118" fmla="*/ 115133 h 177237"/>
                <a:gd name="csX119" fmla="*/ 97457 w 279949"/>
                <a:gd name="csY119" fmla="*/ 114655 h 177237"/>
                <a:gd name="csX120" fmla="*/ 96501 w 279949"/>
                <a:gd name="csY120" fmla="*/ 114177 h 177237"/>
                <a:gd name="csX121" fmla="*/ 96024 w 279949"/>
                <a:gd name="csY121" fmla="*/ 113700 h 177237"/>
                <a:gd name="csX122" fmla="*/ 96024 w 279949"/>
                <a:gd name="csY122" fmla="*/ 112744 h 177237"/>
                <a:gd name="csX123" fmla="*/ 96024 w 279949"/>
                <a:gd name="csY123" fmla="*/ 111789 h 177237"/>
                <a:gd name="csX124" fmla="*/ 95546 w 279949"/>
                <a:gd name="csY124" fmla="*/ 110833 h 177237"/>
                <a:gd name="csX125" fmla="*/ 94591 w 279949"/>
                <a:gd name="csY125" fmla="*/ 109400 h 177237"/>
                <a:gd name="csX126" fmla="*/ 93157 w 279949"/>
                <a:gd name="csY126" fmla="*/ 108444 h 177237"/>
                <a:gd name="csX127" fmla="*/ 90769 w 279949"/>
                <a:gd name="csY127" fmla="*/ 108922 h 177237"/>
                <a:gd name="csX128" fmla="*/ 87425 w 279949"/>
                <a:gd name="csY128" fmla="*/ 108922 h 177237"/>
                <a:gd name="csX129" fmla="*/ 84558 w 279949"/>
                <a:gd name="csY129" fmla="*/ 107967 h 177237"/>
                <a:gd name="csX130" fmla="*/ 82647 w 279949"/>
                <a:gd name="csY130" fmla="*/ 107967 h 177237"/>
                <a:gd name="csX131" fmla="*/ 80259 w 279949"/>
                <a:gd name="csY131" fmla="*/ 107967 h 177237"/>
                <a:gd name="csX132" fmla="*/ 78348 w 279949"/>
                <a:gd name="csY132" fmla="*/ 107967 h 177237"/>
                <a:gd name="csX133" fmla="*/ 76914 w 279949"/>
                <a:gd name="csY133" fmla="*/ 108444 h 177237"/>
                <a:gd name="csX134" fmla="*/ 75959 w 279949"/>
                <a:gd name="csY134" fmla="*/ 108922 h 177237"/>
                <a:gd name="csX135" fmla="*/ 75959 w 279949"/>
                <a:gd name="csY135" fmla="*/ 109400 h 177237"/>
                <a:gd name="csX136" fmla="*/ 75959 w 279949"/>
                <a:gd name="csY136" fmla="*/ 109400 h 177237"/>
                <a:gd name="csX137" fmla="*/ 75481 w 279949"/>
                <a:gd name="csY137" fmla="*/ 111311 h 177237"/>
                <a:gd name="csX138" fmla="*/ 75003 w 279949"/>
                <a:gd name="csY138" fmla="*/ 111789 h 177237"/>
                <a:gd name="csX139" fmla="*/ 74048 w 279949"/>
                <a:gd name="csY139" fmla="*/ 111789 h 177237"/>
                <a:gd name="csX140" fmla="*/ 72615 w 279949"/>
                <a:gd name="csY140" fmla="*/ 111789 h 177237"/>
                <a:gd name="csX141" fmla="*/ 70226 w 279949"/>
                <a:gd name="csY141" fmla="*/ 111789 h 177237"/>
                <a:gd name="csX142" fmla="*/ 70226 w 279949"/>
                <a:gd name="csY142" fmla="*/ 111789 h 177237"/>
                <a:gd name="csX143" fmla="*/ 66405 w 279949"/>
                <a:gd name="csY143" fmla="*/ 111311 h 177237"/>
                <a:gd name="csX144" fmla="*/ 61150 w 279949"/>
                <a:gd name="csY144" fmla="*/ 111311 h 177237"/>
                <a:gd name="csX145" fmla="*/ 57328 w 279949"/>
                <a:gd name="csY145" fmla="*/ 112266 h 177237"/>
                <a:gd name="csX146" fmla="*/ 53984 w 279949"/>
                <a:gd name="csY146" fmla="*/ 114177 h 177237"/>
                <a:gd name="csX147" fmla="*/ 51117 w 279949"/>
                <a:gd name="csY147" fmla="*/ 115610 h 177237"/>
                <a:gd name="csX148" fmla="*/ 47773 w 279949"/>
                <a:gd name="csY148" fmla="*/ 118477 h 177237"/>
                <a:gd name="csX149" fmla="*/ 46340 w 279949"/>
                <a:gd name="csY149" fmla="*/ 119910 h 177237"/>
                <a:gd name="csX150" fmla="*/ 44429 w 279949"/>
                <a:gd name="csY150" fmla="*/ 125165 h 177237"/>
                <a:gd name="csX151" fmla="*/ 44429 w 279949"/>
                <a:gd name="csY151" fmla="*/ 125165 h 177237"/>
                <a:gd name="csX152" fmla="*/ 43473 w 279949"/>
                <a:gd name="csY152" fmla="*/ 125643 h 177237"/>
                <a:gd name="csX153" fmla="*/ 42518 w 279949"/>
                <a:gd name="csY153" fmla="*/ 126120 h 177237"/>
                <a:gd name="csX154" fmla="*/ 41085 w 279949"/>
                <a:gd name="csY154" fmla="*/ 126598 h 177237"/>
                <a:gd name="csX155" fmla="*/ 38696 w 279949"/>
                <a:gd name="csY155" fmla="*/ 127076 h 177237"/>
                <a:gd name="csX156" fmla="*/ 35830 w 279949"/>
                <a:gd name="csY156" fmla="*/ 128509 h 177237"/>
                <a:gd name="csX157" fmla="*/ 33441 w 279949"/>
                <a:gd name="csY157" fmla="*/ 128987 h 177237"/>
                <a:gd name="csX158" fmla="*/ 28186 w 279949"/>
                <a:gd name="csY158" fmla="*/ 128509 h 177237"/>
                <a:gd name="csX159" fmla="*/ 27709 w 279949"/>
                <a:gd name="csY159" fmla="*/ 127076 h 177237"/>
                <a:gd name="csX160" fmla="*/ 26753 w 279949"/>
                <a:gd name="csY160" fmla="*/ 121343 h 177237"/>
                <a:gd name="csX161" fmla="*/ 26275 w 279949"/>
                <a:gd name="csY161" fmla="*/ 115133 h 177237"/>
                <a:gd name="csX162" fmla="*/ 26275 w 279949"/>
                <a:gd name="csY162" fmla="*/ 112744 h 177237"/>
                <a:gd name="csX163" fmla="*/ 26753 w 279949"/>
                <a:gd name="csY163" fmla="*/ 107011 h 177237"/>
                <a:gd name="csX164" fmla="*/ 26753 w 279949"/>
                <a:gd name="csY164" fmla="*/ 104145 h 177237"/>
                <a:gd name="csX165" fmla="*/ 26753 w 279949"/>
                <a:gd name="csY165" fmla="*/ 101756 h 177237"/>
                <a:gd name="csX166" fmla="*/ 26753 w 279949"/>
                <a:gd name="csY166" fmla="*/ 99368 h 177237"/>
                <a:gd name="csX167" fmla="*/ 27230 w 279949"/>
                <a:gd name="csY167" fmla="*/ 96501 h 177237"/>
                <a:gd name="csX168" fmla="*/ 27709 w 279949"/>
                <a:gd name="csY168" fmla="*/ 93635 h 177237"/>
                <a:gd name="csX169" fmla="*/ 27230 w 279949"/>
                <a:gd name="csY169" fmla="*/ 91724 h 177237"/>
                <a:gd name="csX170" fmla="*/ 26275 w 279949"/>
                <a:gd name="csY170" fmla="*/ 89813 h 177237"/>
                <a:gd name="csX171" fmla="*/ 24364 w 279949"/>
                <a:gd name="csY171" fmla="*/ 87902 h 177237"/>
                <a:gd name="csX172" fmla="*/ 23886 w 279949"/>
                <a:gd name="csY172" fmla="*/ 86947 h 177237"/>
                <a:gd name="csX173" fmla="*/ 23886 w 279949"/>
                <a:gd name="csY173" fmla="*/ 85513 h 177237"/>
                <a:gd name="csX174" fmla="*/ 21975 w 279949"/>
                <a:gd name="csY174" fmla="*/ 85513 h 177237"/>
                <a:gd name="csX175" fmla="*/ 20543 w 279949"/>
                <a:gd name="csY175" fmla="*/ 84080 h 177237"/>
                <a:gd name="csX176" fmla="*/ 19109 w 279949"/>
                <a:gd name="csY176" fmla="*/ 83125 h 177237"/>
                <a:gd name="csX177" fmla="*/ 16721 w 279949"/>
                <a:gd name="csY177" fmla="*/ 82647 h 177237"/>
                <a:gd name="csX178" fmla="*/ 15287 w 279949"/>
                <a:gd name="csY178" fmla="*/ 82647 h 177237"/>
                <a:gd name="csX179" fmla="*/ 13854 w 279949"/>
                <a:gd name="csY179" fmla="*/ 83125 h 177237"/>
                <a:gd name="csX180" fmla="*/ 12898 w 279949"/>
                <a:gd name="csY180" fmla="*/ 84080 h 177237"/>
                <a:gd name="csX181" fmla="*/ 12421 w 279949"/>
                <a:gd name="csY181" fmla="*/ 82169 h 177237"/>
                <a:gd name="csX182" fmla="*/ 12421 w 279949"/>
                <a:gd name="csY182" fmla="*/ 80258 h 177237"/>
                <a:gd name="csX183" fmla="*/ 14332 w 279949"/>
                <a:gd name="csY183" fmla="*/ 76437 h 177237"/>
                <a:gd name="csX184" fmla="*/ 15765 w 279949"/>
                <a:gd name="csY184" fmla="*/ 77392 h 177237"/>
                <a:gd name="csX185" fmla="*/ 17676 w 279949"/>
                <a:gd name="csY185" fmla="*/ 77870 h 177237"/>
                <a:gd name="csX186" fmla="*/ 19587 w 279949"/>
                <a:gd name="csY186" fmla="*/ 77870 h 177237"/>
                <a:gd name="csX187" fmla="*/ 21975 w 279949"/>
                <a:gd name="csY187" fmla="*/ 77870 h 177237"/>
                <a:gd name="csX188" fmla="*/ 21498 w 279949"/>
                <a:gd name="csY188" fmla="*/ 76437 h 177237"/>
                <a:gd name="csX189" fmla="*/ 20543 w 279949"/>
                <a:gd name="csY189" fmla="*/ 75481 h 177237"/>
                <a:gd name="csX190" fmla="*/ 19109 w 279949"/>
                <a:gd name="csY190" fmla="*/ 75003 h 177237"/>
                <a:gd name="csX191" fmla="*/ 18632 w 279949"/>
                <a:gd name="csY191" fmla="*/ 73093 h 177237"/>
                <a:gd name="csX192" fmla="*/ 19109 w 279949"/>
                <a:gd name="csY192" fmla="*/ 71182 h 177237"/>
                <a:gd name="csX193" fmla="*/ 19587 w 279949"/>
                <a:gd name="csY193" fmla="*/ 69271 h 177237"/>
                <a:gd name="csX194" fmla="*/ 19109 w 279949"/>
                <a:gd name="csY194" fmla="*/ 68315 h 177237"/>
                <a:gd name="csX195" fmla="*/ 18154 w 279949"/>
                <a:gd name="csY195" fmla="*/ 67837 h 177237"/>
                <a:gd name="csX196" fmla="*/ 15765 w 279949"/>
                <a:gd name="csY196" fmla="*/ 67837 h 177237"/>
                <a:gd name="csX197" fmla="*/ 12421 w 279949"/>
                <a:gd name="csY197" fmla="*/ 67360 h 177237"/>
                <a:gd name="csX198" fmla="*/ 9555 w 279949"/>
                <a:gd name="csY198" fmla="*/ 67360 h 177237"/>
                <a:gd name="csX199" fmla="*/ 9077 w 279949"/>
                <a:gd name="csY199" fmla="*/ 69271 h 177237"/>
                <a:gd name="csX200" fmla="*/ 10510 w 279949"/>
                <a:gd name="csY200" fmla="*/ 72137 h 177237"/>
                <a:gd name="csX201" fmla="*/ 9077 w 279949"/>
                <a:gd name="csY201" fmla="*/ 70704 h 177237"/>
                <a:gd name="csX202" fmla="*/ 7644 w 279949"/>
                <a:gd name="csY202" fmla="*/ 69271 h 177237"/>
                <a:gd name="csX203" fmla="*/ 6211 w 279949"/>
                <a:gd name="csY203" fmla="*/ 65927 h 177237"/>
                <a:gd name="csX204" fmla="*/ 4777 w 279949"/>
                <a:gd name="csY204" fmla="*/ 61627 h 177237"/>
                <a:gd name="csX205" fmla="*/ 4777 w 279949"/>
                <a:gd name="csY205" fmla="*/ 57328 h 177237"/>
                <a:gd name="csX206" fmla="*/ 5733 w 279949"/>
                <a:gd name="csY206" fmla="*/ 53983 h 177237"/>
                <a:gd name="csX207" fmla="*/ 6688 w 279949"/>
                <a:gd name="csY207" fmla="*/ 50639 h 177237"/>
                <a:gd name="csX208" fmla="*/ 7644 w 279949"/>
                <a:gd name="csY208" fmla="*/ 46340 h 177237"/>
                <a:gd name="csX209" fmla="*/ 8599 w 279949"/>
                <a:gd name="csY209" fmla="*/ 42040 h 177237"/>
                <a:gd name="csX210" fmla="*/ 10032 w 279949"/>
                <a:gd name="csY210" fmla="*/ 43951 h 177237"/>
                <a:gd name="csX211" fmla="*/ 10988 w 279949"/>
                <a:gd name="csY211" fmla="*/ 45862 h 177237"/>
                <a:gd name="csX212" fmla="*/ 12898 w 279949"/>
                <a:gd name="csY212" fmla="*/ 47295 h 177237"/>
                <a:gd name="csX213" fmla="*/ 13854 w 279949"/>
                <a:gd name="csY213" fmla="*/ 47773 h 177237"/>
                <a:gd name="csX214" fmla="*/ 16243 w 279949"/>
                <a:gd name="csY214" fmla="*/ 48251 h 177237"/>
                <a:gd name="csX215" fmla="*/ 18154 w 279949"/>
                <a:gd name="csY215" fmla="*/ 48251 h 177237"/>
                <a:gd name="csX216" fmla="*/ 20064 w 279949"/>
                <a:gd name="csY216" fmla="*/ 47295 h 177237"/>
                <a:gd name="csX217" fmla="*/ 21975 w 279949"/>
                <a:gd name="csY217" fmla="*/ 47295 h 177237"/>
                <a:gd name="csX218" fmla="*/ 23886 w 279949"/>
                <a:gd name="csY218" fmla="*/ 49206 h 177237"/>
                <a:gd name="csX219" fmla="*/ 24842 w 279949"/>
                <a:gd name="csY219" fmla="*/ 51117 h 177237"/>
                <a:gd name="csX220" fmla="*/ 27230 w 279949"/>
                <a:gd name="csY220" fmla="*/ 51595 h 177237"/>
                <a:gd name="csX221" fmla="*/ 31530 w 279949"/>
                <a:gd name="csY221" fmla="*/ 50162 h 177237"/>
                <a:gd name="csX222" fmla="*/ 33441 w 279949"/>
                <a:gd name="csY222" fmla="*/ 49684 h 177237"/>
                <a:gd name="csX223" fmla="*/ 35352 w 279949"/>
                <a:gd name="csY223" fmla="*/ 50639 h 177237"/>
                <a:gd name="csX224" fmla="*/ 36307 w 279949"/>
                <a:gd name="csY224" fmla="*/ 50639 h 177237"/>
                <a:gd name="csX225" fmla="*/ 37263 w 279949"/>
                <a:gd name="csY225" fmla="*/ 50639 h 177237"/>
                <a:gd name="csX226" fmla="*/ 36307 w 279949"/>
                <a:gd name="csY226" fmla="*/ 48728 h 177237"/>
                <a:gd name="csX227" fmla="*/ 35830 w 279949"/>
                <a:gd name="csY227" fmla="*/ 47295 h 177237"/>
                <a:gd name="csX228" fmla="*/ 37263 w 279949"/>
                <a:gd name="csY228" fmla="*/ 46340 h 177237"/>
                <a:gd name="csX229" fmla="*/ 40607 w 279949"/>
                <a:gd name="csY229" fmla="*/ 47295 h 177237"/>
                <a:gd name="csX230" fmla="*/ 42518 w 279949"/>
                <a:gd name="csY230" fmla="*/ 46340 h 177237"/>
                <a:gd name="csX231" fmla="*/ 43473 w 279949"/>
                <a:gd name="csY231" fmla="*/ 46340 h 177237"/>
                <a:gd name="csX232" fmla="*/ 43951 w 279949"/>
                <a:gd name="csY232" fmla="*/ 45862 h 177237"/>
                <a:gd name="csX233" fmla="*/ 43951 w 279949"/>
                <a:gd name="csY233" fmla="*/ 44429 h 177237"/>
                <a:gd name="csX234" fmla="*/ 43951 w 279949"/>
                <a:gd name="csY234" fmla="*/ 42996 h 177237"/>
                <a:gd name="csX235" fmla="*/ 43473 w 279949"/>
                <a:gd name="csY235" fmla="*/ 41562 h 177237"/>
                <a:gd name="csX236" fmla="*/ 42996 w 279949"/>
                <a:gd name="csY236" fmla="*/ 40129 h 177237"/>
                <a:gd name="csX237" fmla="*/ 41562 w 279949"/>
                <a:gd name="csY237" fmla="*/ 38696 h 177237"/>
                <a:gd name="csX238" fmla="*/ 35352 w 279949"/>
                <a:gd name="csY238" fmla="*/ 34396 h 177237"/>
                <a:gd name="csX239" fmla="*/ 33441 w 279949"/>
                <a:gd name="csY239" fmla="*/ 32963 h 177237"/>
                <a:gd name="csX240" fmla="*/ 31530 w 279949"/>
                <a:gd name="csY240" fmla="*/ 30575 h 177237"/>
                <a:gd name="csX241" fmla="*/ 30575 w 279949"/>
                <a:gd name="csY241" fmla="*/ 27708 h 177237"/>
                <a:gd name="csX242" fmla="*/ 29619 w 279949"/>
                <a:gd name="csY242" fmla="*/ 24364 h 177237"/>
                <a:gd name="csX243" fmla="*/ 28664 w 279949"/>
                <a:gd name="csY243" fmla="*/ 21975 h 177237"/>
                <a:gd name="csX244" fmla="*/ 26753 w 279949"/>
                <a:gd name="csY244" fmla="*/ 16721 h 177237"/>
                <a:gd name="csX245" fmla="*/ 25798 w 279949"/>
                <a:gd name="csY245" fmla="*/ 16243 h 177237"/>
                <a:gd name="csX246" fmla="*/ 24842 w 279949"/>
                <a:gd name="csY246" fmla="*/ 15765 h 177237"/>
                <a:gd name="csX247" fmla="*/ 22453 w 279949"/>
                <a:gd name="csY247" fmla="*/ 15765 h 177237"/>
                <a:gd name="csX248" fmla="*/ 19587 w 279949"/>
                <a:gd name="csY248" fmla="*/ 16243 h 177237"/>
                <a:gd name="csX249" fmla="*/ 15765 w 279949"/>
                <a:gd name="csY249" fmla="*/ 16721 h 177237"/>
                <a:gd name="csX250" fmla="*/ 13377 w 279949"/>
                <a:gd name="csY250" fmla="*/ 16721 h 177237"/>
                <a:gd name="csX251" fmla="*/ 11943 w 279949"/>
                <a:gd name="csY251" fmla="*/ 17198 h 177237"/>
                <a:gd name="csX252" fmla="*/ 9077 w 279949"/>
                <a:gd name="csY252" fmla="*/ 19587 h 177237"/>
                <a:gd name="csX253" fmla="*/ 8121 w 279949"/>
                <a:gd name="csY253" fmla="*/ 21498 h 177237"/>
                <a:gd name="csX254" fmla="*/ 6211 w 279949"/>
                <a:gd name="csY254" fmla="*/ 25797 h 177237"/>
                <a:gd name="csX255" fmla="*/ 7644 w 279949"/>
                <a:gd name="csY255" fmla="*/ 27230 h 177237"/>
                <a:gd name="csX256" fmla="*/ 7644 w 279949"/>
                <a:gd name="csY256" fmla="*/ 28186 h 177237"/>
                <a:gd name="csX257" fmla="*/ 6688 w 279949"/>
                <a:gd name="csY257" fmla="*/ 34874 h 177237"/>
                <a:gd name="csX258" fmla="*/ 7166 w 279949"/>
                <a:gd name="csY258" fmla="*/ 38218 h 177237"/>
                <a:gd name="csX259" fmla="*/ 6688 w 279949"/>
                <a:gd name="csY259" fmla="*/ 38218 h 177237"/>
                <a:gd name="csX260" fmla="*/ 6211 w 279949"/>
                <a:gd name="csY260" fmla="*/ 37740 h 177237"/>
                <a:gd name="csX261" fmla="*/ 4777 w 279949"/>
                <a:gd name="csY261" fmla="*/ 34396 h 177237"/>
                <a:gd name="csX262" fmla="*/ 1911 w 279949"/>
                <a:gd name="csY262" fmla="*/ 30575 h 177237"/>
                <a:gd name="csX263" fmla="*/ 0 w 279949"/>
                <a:gd name="csY263" fmla="*/ 24364 h 177237"/>
                <a:gd name="csX264" fmla="*/ 0 w 279949"/>
                <a:gd name="csY264" fmla="*/ 24364 h 177237"/>
                <a:gd name="csX265" fmla="*/ 3822 w 279949"/>
                <a:gd name="csY265" fmla="*/ 20542 h 177237"/>
                <a:gd name="csX266" fmla="*/ 7166 w 279949"/>
                <a:gd name="csY266" fmla="*/ 17676 h 177237"/>
                <a:gd name="csX267" fmla="*/ 10032 w 279949"/>
                <a:gd name="csY267" fmla="*/ 15765 h 177237"/>
                <a:gd name="csX268" fmla="*/ 10988 w 279949"/>
                <a:gd name="csY268" fmla="*/ 15287 h 177237"/>
                <a:gd name="csX269" fmla="*/ 14809 w 279949"/>
                <a:gd name="csY269" fmla="*/ 13854 h 177237"/>
                <a:gd name="csX270" fmla="*/ 19587 w 279949"/>
                <a:gd name="csY270" fmla="*/ 12898 h 177237"/>
                <a:gd name="csX271" fmla="*/ 23409 w 279949"/>
                <a:gd name="csY271" fmla="*/ 11943 h 177237"/>
                <a:gd name="csX272" fmla="*/ 26753 w 279949"/>
                <a:gd name="csY272" fmla="*/ 10988 h 177237"/>
                <a:gd name="csX273" fmla="*/ 28186 w 279949"/>
                <a:gd name="csY273" fmla="*/ 10988 h 177237"/>
                <a:gd name="csX274" fmla="*/ 28664 w 279949"/>
                <a:gd name="csY274" fmla="*/ 10988 h 177237"/>
                <a:gd name="csX275" fmla="*/ 29619 w 279949"/>
                <a:gd name="csY275" fmla="*/ 10988 h 177237"/>
                <a:gd name="csX276" fmla="*/ 32008 w 279949"/>
                <a:gd name="csY276" fmla="*/ 10988 h 177237"/>
                <a:gd name="csX277" fmla="*/ 33919 w 279949"/>
                <a:gd name="csY277" fmla="*/ 11465 h 177237"/>
                <a:gd name="csX278" fmla="*/ 34874 w 279949"/>
                <a:gd name="csY278" fmla="*/ 11943 h 177237"/>
                <a:gd name="csX279" fmla="*/ 35352 w 279949"/>
                <a:gd name="csY279" fmla="*/ 11943 h 177237"/>
                <a:gd name="csX280" fmla="*/ 39174 w 279949"/>
                <a:gd name="csY280" fmla="*/ 14809 h 177237"/>
                <a:gd name="csX281" fmla="*/ 42996 w 279949"/>
                <a:gd name="csY281" fmla="*/ 17198 h 177237"/>
                <a:gd name="csX282" fmla="*/ 46818 w 279949"/>
                <a:gd name="csY282" fmla="*/ 20064 h 177237"/>
                <a:gd name="csX283" fmla="*/ 47773 w 279949"/>
                <a:gd name="csY283" fmla="*/ 21020 h 177237"/>
                <a:gd name="csX284" fmla="*/ 48251 w 279949"/>
                <a:gd name="csY284" fmla="*/ 22453 h 177237"/>
                <a:gd name="csX285" fmla="*/ 48728 w 279949"/>
                <a:gd name="csY285" fmla="*/ 23409 h 177237"/>
                <a:gd name="csX286" fmla="*/ 51595 w 279949"/>
                <a:gd name="csY286" fmla="*/ 27708 h 177237"/>
                <a:gd name="csX287" fmla="*/ 52550 w 279949"/>
                <a:gd name="csY287" fmla="*/ 29619 h 177237"/>
                <a:gd name="csX288" fmla="*/ 54461 w 279949"/>
                <a:gd name="csY288" fmla="*/ 32008 h 177237"/>
                <a:gd name="csX289" fmla="*/ 55894 w 279949"/>
                <a:gd name="csY289" fmla="*/ 33441 h 177237"/>
                <a:gd name="csX290" fmla="*/ 57328 w 279949"/>
                <a:gd name="csY290" fmla="*/ 34874 h 177237"/>
                <a:gd name="csX291" fmla="*/ 58283 w 279949"/>
                <a:gd name="csY291" fmla="*/ 35830 h 177237"/>
                <a:gd name="csX292" fmla="*/ 58283 w 279949"/>
                <a:gd name="csY292" fmla="*/ 35830 h 177237"/>
                <a:gd name="csX293" fmla="*/ 59239 w 279949"/>
                <a:gd name="csY293" fmla="*/ 36785 h 177237"/>
                <a:gd name="csX294" fmla="*/ 60194 w 279949"/>
                <a:gd name="csY294" fmla="*/ 36785 h 177237"/>
                <a:gd name="csX295" fmla="*/ 60671 w 279949"/>
                <a:gd name="csY295" fmla="*/ 36785 h 177237"/>
                <a:gd name="csX296" fmla="*/ 63060 w 279949"/>
                <a:gd name="csY296" fmla="*/ 36307 h 177237"/>
                <a:gd name="csX297" fmla="*/ 65449 w 279949"/>
                <a:gd name="csY297" fmla="*/ 35830 h 177237"/>
                <a:gd name="csX298" fmla="*/ 66405 w 279949"/>
                <a:gd name="csY298" fmla="*/ 35830 h 177237"/>
                <a:gd name="csX299" fmla="*/ 68316 w 279949"/>
                <a:gd name="csY299" fmla="*/ 35352 h 177237"/>
                <a:gd name="csX300" fmla="*/ 68793 w 279949"/>
                <a:gd name="csY300" fmla="*/ 35352 h 177237"/>
                <a:gd name="csX301" fmla="*/ 68793 w 279949"/>
                <a:gd name="csY301" fmla="*/ 35352 h 177237"/>
                <a:gd name="csX302" fmla="*/ 74048 w 279949"/>
                <a:gd name="csY302" fmla="*/ 35830 h 177237"/>
                <a:gd name="csX303" fmla="*/ 78825 w 279949"/>
                <a:gd name="csY303" fmla="*/ 35830 h 177237"/>
                <a:gd name="csX304" fmla="*/ 84558 w 279949"/>
                <a:gd name="csY304" fmla="*/ 36307 h 177237"/>
                <a:gd name="csX305" fmla="*/ 86469 w 279949"/>
                <a:gd name="csY305" fmla="*/ 36307 h 177237"/>
                <a:gd name="csX306" fmla="*/ 88380 w 279949"/>
                <a:gd name="csY306" fmla="*/ 36785 h 177237"/>
                <a:gd name="csX307" fmla="*/ 89335 w 279949"/>
                <a:gd name="csY307" fmla="*/ 36785 h 177237"/>
                <a:gd name="csX308" fmla="*/ 89335 w 279949"/>
                <a:gd name="csY308" fmla="*/ 36785 h 177237"/>
                <a:gd name="csX309" fmla="*/ 90291 w 279949"/>
                <a:gd name="csY309" fmla="*/ 35830 h 177237"/>
                <a:gd name="csX310" fmla="*/ 91246 w 279949"/>
                <a:gd name="csY310" fmla="*/ 35352 h 177237"/>
                <a:gd name="csX311" fmla="*/ 91724 w 279949"/>
                <a:gd name="csY311" fmla="*/ 34874 h 177237"/>
                <a:gd name="csX312" fmla="*/ 91724 w 279949"/>
                <a:gd name="csY312" fmla="*/ 34874 h 177237"/>
                <a:gd name="csX313" fmla="*/ 91246 w 279949"/>
                <a:gd name="csY313" fmla="*/ 34396 h 177237"/>
                <a:gd name="csX314" fmla="*/ 91246 w 279949"/>
                <a:gd name="csY314" fmla="*/ 34396 h 177237"/>
                <a:gd name="csX315" fmla="*/ 90769 w 279949"/>
                <a:gd name="csY315" fmla="*/ 33919 h 177237"/>
                <a:gd name="csX316" fmla="*/ 89813 w 279949"/>
                <a:gd name="csY316" fmla="*/ 32486 h 177237"/>
                <a:gd name="csX317" fmla="*/ 88858 w 279949"/>
                <a:gd name="csY317" fmla="*/ 27708 h 177237"/>
                <a:gd name="csX318" fmla="*/ 88858 w 279949"/>
                <a:gd name="csY318" fmla="*/ 26753 h 177237"/>
                <a:gd name="csX319" fmla="*/ 88380 w 279949"/>
                <a:gd name="csY319" fmla="*/ 22453 h 177237"/>
                <a:gd name="csX320" fmla="*/ 89813 w 279949"/>
                <a:gd name="csY320" fmla="*/ 21020 h 177237"/>
                <a:gd name="csX321" fmla="*/ 91246 w 279949"/>
                <a:gd name="csY321" fmla="*/ 20064 h 177237"/>
                <a:gd name="csX322" fmla="*/ 91246 w 279949"/>
                <a:gd name="csY322" fmla="*/ 20064 h 177237"/>
                <a:gd name="csX323" fmla="*/ 93635 w 279949"/>
                <a:gd name="csY323" fmla="*/ 16721 h 177237"/>
                <a:gd name="csX324" fmla="*/ 95068 w 279949"/>
                <a:gd name="csY324" fmla="*/ 15765 h 177237"/>
                <a:gd name="csX325" fmla="*/ 96979 w 279949"/>
                <a:gd name="csY325" fmla="*/ 15287 h 177237"/>
                <a:gd name="csX326" fmla="*/ 102712 w 279949"/>
                <a:gd name="csY326" fmla="*/ 14809 h 177237"/>
                <a:gd name="csX327" fmla="*/ 105100 w 279949"/>
                <a:gd name="csY327" fmla="*/ 14332 h 177237"/>
                <a:gd name="csX328" fmla="*/ 105100 w 279949"/>
                <a:gd name="csY328" fmla="*/ 14332 h 177237"/>
                <a:gd name="csX329" fmla="*/ 106056 w 279949"/>
                <a:gd name="csY329" fmla="*/ 13376 h 177237"/>
                <a:gd name="csX330" fmla="*/ 107489 w 279949"/>
                <a:gd name="csY330" fmla="*/ 10510 h 177237"/>
                <a:gd name="csX331" fmla="*/ 107967 w 279949"/>
                <a:gd name="csY331" fmla="*/ 8599 h 177237"/>
                <a:gd name="csX332" fmla="*/ 108923 w 279949"/>
                <a:gd name="csY332" fmla="*/ 7644 h 177237"/>
                <a:gd name="csX333" fmla="*/ 109400 w 279949"/>
                <a:gd name="csY333" fmla="*/ 7166 h 177237"/>
                <a:gd name="csX334" fmla="*/ 110355 w 279949"/>
                <a:gd name="csY334" fmla="*/ 7166 h 177237"/>
                <a:gd name="csX335" fmla="*/ 112266 w 279949"/>
                <a:gd name="csY335" fmla="*/ 7644 h 177237"/>
                <a:gd name="csX336" fmla="*/ 113700 w 279949"/>
                <a:gd name="csY336" fmla="*/ 8121 h 177237"/>
                <a:gd name="csX337" fmla="*/ 114655 w 279949"/>
                <a:gd name="csY337" fmla="*/ 8599 h 177237"/>
                <a:gd name="csX338" fmla="*/ 115610 w 279949"/>
                <a:gd name="csY338" fmla="*/ 9077 h 177237"/>
                <a:gd name="csX339" fmla="*/ 116566 w 279949"/>
                <a:gd name="csY339" fmla="*/ 10510 h 177237"/>
                <a:gd name="csX340" fmla="*/ 116566 w 279949"/>
                <a:gd name="csY340" fmla="*/ 10510 h 177237"/>
                <a:gd name="csX341" fmla="*/ 116566 w 279949"/>
                <a:gd name="csY341" fmla="*/ 11465 h 177237"/>
                <a:gd name="csX342" fmla="*/ 116566 w 279949"/>
                <a:gd name="csY342" fmla="*/ 11465 h 177237"/>
                <a:gd name="csX343" fmla="*/ 117044 w 279949"/>
                <a:gd name="csY343" fmla="*/ 11943 h 177237"/>
                <a:gd name="csX344" fmla="*/ 117044 w 279949"/>
                <a:gd name="csY344" fmla="*/ 11943 h 177237"/>
                <a:gd name="csX345" fmla="*/ 117521 w 279949"/>
                <a:gd name="csY345" fmla="*/ 11943 h 177237"/>
                <a:gd name="csX346" fmla="*/ 117999 w 279949"/>
                <a:gd name="csY346" fmla="*/ 11943 h 177237"/>
                <a:gd name="csX347" fmla="*/ 118477 w 279949"/>
                <a:gd name="csY347" fmla="*/ 11465 h 177237"/>
                <a:gd name="csX348" fmla="*/ 118477 w 279949"/>
                <a:gd name="csY348" fmla="*/ 11465 h 177237"/>
                <a:gd name="csX349" fmla="*/ 118477 w 279949"/>
                <a:gd name="csY349" fmla="*/ 10988 h 177237"/>
                <a:gd name="csX350" fmla="*/ 118477 w 279949"/>
                <a:gd name="csY350" fmla="*/ 10510 h 177237"/>
                <a:gd name="csX351" fmla="*/ 117521 w 279949"/>
                <a:gd name="csY351" fmla="*/ 9077 h 177237"/>
                <a:gd name="csX352" fmla="*/ 114655 w 279949"/>
                <a:gd name="csY352" fmla="*/ 6210 h 177237"/>
                <a:gd name="csX353" fmla="*/ 113222 w 279949"/>
                <a:gd name="csY353" fmla="*/ 4777 h 177237"/>
                <a:gd name="csX354" fmla="*/ 112266 w 279949"/>
                <a:gd name="csY354" fmla="*/ 4299 h 177237"/>
                <a:gd name="csX355" fmla="*/ 111789 w 279949"/>
                <a:gd name="csY355" fmla="*/ 3344 h 177237"/>
                <a:gd name="csX356" fmla="*/ 113222 w 279949"/>
                <a:gd name="csY356" fmla="*/ 2389 h 177237"/>
                <a:gd name="csX357" fmla="*/ 114177 w 279949"/>
                <a:gd name="csY357" fmla="*/ 1911 h 177237"/>
                <a:gd name="csX358" fmla="*/ 116088 w 279949"/>
                <a:gd name="csY358" fmla="*/ 2389 h 177237"/>
                <a:gd name="csX359" fmla="*/ 118477 w 279949"/>
                <a:gd name="csY359" fmla="*/ 2866 h 177237"/>
                <a:gd name="csX360" fmla="*/ 119432 w 279949"/>
                <a:gd name="csY360" fmla="*/ 2389 h 177237"/>
                <a:gd name="csX361" fmla="*/ 119432 w 279949"/>
                <a:gd name="csY361" fmla="*/ 2389 h 177237"/>
                <a:gd name="csX362" fmla="*/ 120866 w 279949"/>
                <a:gd name="csY362" fmla="*/ 0 h 177237"/>
                <a:gd name="csX363" fmla="*/ 123732 w 279949"/>
                <a:gd name="csY363" fmla="*/ 2389 h 177237"/>
                <a:gd name="csX364" fmla="*/ 126598 w 279949"/>
                <a:gd name="csY364" fmla="*/ 5255 h 177237"/>
                <a:gd name="csX365" fmla="*/ 127554 w 279949"/>
                <a:gd name="csY365" fmla="*/ 5733 h 177237"/>
                <a:gd name="csX366" fmla="*/ 129465 w 279949"/>
                <a:gd name="csY366" fmla="*/ 6210 h 177237"/>
                <a:gd name="csX367" fmla="*/ 131376 w 279949"/>
                <a:gd name="csY367" fmla="*/ 6210 h 177237"/>
                <a:gd name="csX368" fmla="*/ 131853 w 279949"/>
                <a:gd name="csY368" fmla="*/ 6210 h 177237"/>
                <a:gd name="csX369" fmla="*/ 132809 w 279949"/>
                <a:gd name="csY369" fmla="*/ 7166 h 177237"/>
                <a:gd name="csX370" fmla="*/ 134242 w 279949"/>
                <a:gd name="csY370" fmla="*/ 10032 h 177237"/>
                <a:gd name="csX371" fmla="*/ 134242 w 279949"/>
                <a:gd name="csY371" fmla="*/ 10032 h 177237"/>
                <a:gd name="csX372" fmla="*/ 135675 w 279949"/>
                <a:gd name="csY372" fmla="*/ 10988 h 177237"/>
                <a:gd name="csX373" fmla="*/ 137586 w 279949"/>
                <a:gd name="csY373" fmla="*/ 11465 h 177237"/>
                <a:gd name="csX374" fmla="*/ 143796 w 279949"/>
                <a:gd name="csY374" fmla="*/ 11465 h 177237"/>
                <a:gd name="csX375" fmla="*/ 145707 w 279949"/>
                <a:gd name="csY375" fmla="*/ 11943 h 177237"/>
                <a:gd name="csX376" fmla="*/ 147619 w 279949"/>
                <a:gd name="csY376" fmla="*/ 12898 h 177237"/>
                <a:gd name="csX377" fmla="*/ 147619 w 279949"/>
                <a:gd name="csY377" fmla="*/ 13376 h 177237"/>
                <a:gd name="csX378" fmla="*/ 148574 w 279949"/>
                <a:gd name="csY378" fmla="*/ 13854 h 177237"/>
                <a:gd name="csX379" fmla="*/ 148574 w 279949"/>
                <a:gd name="csY379" fmla="*/ 14332 h 177237"/>
                <a:gd name="csX380" fmla="*/ 148574 w 279949"/>
                <a:gd name="csY380" fmla="*/ 14809 h 177237"/>
                <a:gd name="csX381" fmla="*/ 148574 w 279949"/>
                <a:gd name="csY381" fmla="*/ 14809 h 177237"/>
                <a:gd name="csX382" fmla="*/ 148096 w 279949"/>
                <a:gd name="csY382" fmla="*/ 15765 h 177237"/>
                <a:gd name="csX383" fmla="*/ 148096 w 279949"/>
                <a:gd name="csY383" fmla="*/ 17198 h 177237"/>
                <a:gd name="csX384" fmla="*/ 148096 w 279949"/>
                <a:gd name="csY384" fmla="*/ 18631 h 177237"/>
                <a:gd name="csX385" fmla="*/ 147619 w 279949"/>
                <a:gd name="csY385" fmla="*/ 19109 h 177237"/>
                <a:gd name="csX386" fmla="*/ 147619 w 279949"/>
                <a:gd name="csY386" fmla="*/ 19109 h 177237"/>
                <a:gd name="csX387" fmla="*/ 147619 w 279949"/>
                <a:gd name="csY387" fmla="*/ 19587 h 177237"/>
                <a:gd name="csX388" fmla="*/ 147619 w 279949"/>
                <a:gd name="csY388" fmla="*/ 19587 h 177237"/>
                <a:gd name="csX389" fmla="*/ 148096 w 279949"/>
                <a:gd name="csY389" fmla="*/ 20064 h 177237"/>
                <a:gd name="csX390" fmla="*/ 148096 w 279949"/>
                <a:gd name="csY390" fmla="*/ 20064 h 177237"/>
                <a:gd name="csX391" fmla="*/ 150962 w 279949"/>
                <a:gd name="csY391" fmla="*/ 21020 h 177237"/>
                <a:gd name="csX392" fmla="*/ 151918 w 279949"/>
                <a:gd name="csY392" fmla="*/ 22453 h 177237"/>
                <a:gd name="csX393" fmla="*/ 151918 w 279949"/>
                <a:gd name="csY393" fmla="*/ 22453 h 177237"/>
                <a:gd name="csX394" fmla="*/ 152396 w 279949"/>
                <a:gd name="csY394" fmla="*/ 22931 h 177237"/>
                <a:gd name="csX395" fmla="*/ 152873 w 279949"/>
                <a:gd name="csY395" fmla="*/ 23886 h 177237"/>
                <a:gd name="csX396" fmla="*/ 152873 w 279949"/>
                <a:gd name="csY396" fmla="*/ 23886 h 177237"/>
                <a:gd name="csX397" fmla="*/ 152396 w 279949"/>
                <a:gd name="csY397" fmla="*/ 24364 h 177237"/>
                <a:gd name="csX398" fmla="*/ 150962 w 279949"/>
                <a:gd name="csY398" fmla="*/ 23886 h 177237"/>
                <a:gd name="csX399" fmla="*/ 150962 w 279949"/>
                <a:gd name="csY399" fmla="*/ 23886 h 177237"/>
                <a:gd name="csX400" fmla="*/ 150007 w 279949"/>
                <a:gd name="csY400" fmla="*/ 24842 h 177237"/>
                <a:gd name="csX401" fmla="*/ 150007 w 279949"/>
                <a:gd name="csY401" fmla="*/ 26275 h 177237"/>
                <a:gd name="csX402" fmla="*/ 150962 w 279949"/>
                <a:gd name="csY402" fmla="*/ 27708 h 177237"/>
                <a:gd name="csX403" fmla="*/ 151440 w 279949"/>
                <a:gd name="csY403" fmla="*/ 28664 h 177237"/>
                <a:gd name="csX404" fmla="*/ 151440 w 279949"/>
                <a:gd name="csY404" fmla="*/ 28664 h 177237"/>
                <a:gd name="csX405" fmla="*/ 150962 w 279949"/>
                <a:gd name="csY405" fmla="*/ 30097 h 177237"/>
                <a:gd name="csX406" fmla="*/ 150007 w 279949"/>
                <a:gd name="csY406" fmla="*/ 31530 h 177237"/>
                <a:gd name="csX407" fmla="*/ 150007 w 279949"/>
                <a:gd name="csY407" fmla="*/ 32963 h 177237"/>
                <a:gd name="csX408" fmla="*/ 150485 w 279949"/>
                <a:gd name="csY408" fmla="*/ 33441 h 177237"/>
                <a:gd name="csX409" fmla="*/ 150485 w 279949"/>
                <a:gd name="csY409" fmla="*/ 33441 h 177237"/>
                <a:gd name="csX410" fmla="*/ 152873 w 279949"/>
                <a:gd name="csY410" fmla="*/ 34874 h 177237"/>
                <a:gd name="csX411" fmla="*/ 157651 w 279949"/>
                <a:gd name="csY411" fmla="*/ 37740 h 177237"/>
                <a:gd name="csX412" fmla="*/ 159084 w 279949"/>
                <a:gd name="csY412" fmla="*/ 37740 h 177237"/>
                <a:gd name="csX413" fmla="*/ 163861 w 279949"/>
                <a:gd name="csY413" fmla="*/ 37263 h 177237"/>
                <a:gd name="csX414" fmla="*/ 165772 w 279949"/>
                <a:gd name="csY414" fmla="*/ 37263 h 177237"/>
                <a:gd name="csX415" fmla="*/ 167205 w 279949"/>
                <a:gd name="csY415" fmla="*/ 37740 h 177237"/>
                <a:gd name="csX416" fmla="*/ 171027 w 279949"/>
                <a:gd name="csY416" fmla="*/ 38218 h 177237"/>
                <a:gd name="csX417" fmla="*/ 171983 w 279949"/>
                <a:gd name="csY417" fmla="*/ 38696 h 177237"/>
                <a:gd name="csX418" fmla="*/ 173416 w 279949"/>
                <a:gd name="csY418" fmla="*/ 38696 h 177237"/>
                <a:gd name="csX419" fmla="*/ 174849 w 279949"/>
                <a:gd name="csY419" fmla="*/ 38218 h 177237"/>
                <a:gd name="csX420" fmla="*/ 174849 w 279949"/>
                <a:gd name="csY420" fmla="*/ 38218 h 177237"/>
                <a:gd name="csX421" fmla="*/ 176282 w 279949"/>
                <a:gd name="csY421" fmla="*/ 37263 h 177237"/>
                <a:gd name="csX422" fmla="*/ 176760 w 279949"/>
                <a:gd name="csY422" fmla="*/ 36785 h 177237"/>
                <a:gd name="csX423" fmla="*/ 177238 w 279949"/>
                <a:gd name="csY423" fmla="*/ 36307 h 177237"/>
                <a:gd name="csX424" fmla="*/ 178193 w 279949"/>
                <a:gd name="csY424" fmla="*/ 36307 h 177237"/>
                <a:gd name="csX425" fmla="*/ 181537 w 279949"/>
                <a:gd name="csY425" fmla="*/ 37263 h 177237"/>
                <a:gd name="csX426" fmla="*/ 184403 w 279949"/>
                <a:gd name="csY426" fmla="*/ 39174 h 177237"/>
                <a:gd name="csX427" fmla="*/ 186314 w 279949"/>
                <a:gd name="csY427" fmla="*/ 41085 h 177237"/>
                <a:gd name="csX428" fmla="*/ 187270 w 279949"/>
                <a:gd name="csY428" fmla="*/ 42518 h 177237"/>
                <a:gd name="csX429" fmla="*/ 188703 w 279949"/>
                <a:gd name="csY429" fmla="*/ 45862 h 177237"/>
                <a:gd name="csX430" fmla="*/ 190137 w 279949"/>
                <a:gd name="csY430" fmla="*/ 50639 h 177237"/>
                <a:gd name="csX431" fmla="*/ 192047 w 279949"/>
                <a:gd name="csY431" fmla="*/ 53983 h 177237"/>
                <a:gd name="csX432" fmla="*/ 192047 w 279949"/>
                <a:gd name="csY432" fmla="*/ 53983 h 177237"/>
                <a:gd name="csX433" fmla="*/ 194436 w 279949"/>
                <a:gd name="csY433" fmla="*/ 55894 h 177237"/>
                <a:gd name="csX434" fmla="*/ 195869 w 279949"/>
                <a:gd name="csY434" fmla="*/ 59238 h 177237"/>
                <a:gd name="csX435" fmla="*/ 195869 w 279949"/>
                <a:gd name="csY435" fmla="*/ 60194 h 177237"/>
                <a:gd name="csX436" fmla="*/ 197302 w 279949"/>
                <a:gd name="csY436" fmla="*/ 65927 h 177237"/>
                <a:gd name="csX437" fmla="*/ 197302 w 279949"/>
                <a:gd name="csY437" fmla="*/ 66404 h 177237"/>
                <a:gd name="csX438" fmla="*/ 197780 w 279949"/>
                <a:gd name="csY438" fmla="*/ 67360 h 177237"/>
                <a:gd name="csX439" fmla="*/ 197780 w 279949"/>
                <a:gd name="csY439" fmla="*/ 67360 h 177237"/>
                <a:gd name="csX440" fmla="*/ 198735 w 279949"/>
                <a:gd name="csY440" fmla="*/ 68315 h 177237"/>
                <a:gd name="csX441" fmla="*/ 201124 w 279949"/>
                <a:gd name="csY441" fmla="*/ 70226 h 177237"/>
                <a:gd name="csX442" fmla="*/ 206379 w 279949"/>
                <a:gd name="csY442" fmla="*/ 73570 h 177237"/>
                <a:gd name="csX443" fmla="*/ 206379 w 279949"/>
                <a:gd name="csY443" fmla="*/ 73570 h 177237"/>
                <a:gd name="csX444" fmla="*/ 209246 w 279949"/>
                <a:gd name="csY444" fmla="*/ 75481 h 177237"/>
                <a:gd name="csX445" fmla="*/ 214023 w 279949"/>
                <a:gd name="csY445" fmla="*/ 78825 h 177237"/>
                <a:gd name="csX446" fmla="*/ 218322 w 279949"/>
                <a:gd name="csY446" fmla="*/ 81692 h 177237"/>
                <a:gd name="csX447" fmla="*/ 222622 w 279949"/>
                <a:gd name="csY447" fmla="*/ 85991 h 177237"/>
                <a:gd name="csX448" fmla="*/ 222622 w 279949"/>
                <a:gd name="csY448" fmla="*/ 85991 h 177237"/>
                <a:gd name="csX449" fmla="*/ 223578 w 279949"/>
                <a:gd name="csY449" fmla="*/ 86947 h 177237"/>
                <a:gd name="csX450" fmla="*/ 226921 w 279949"/>
                <a:gd name="csY450" fmla="*/ 89335 h 177237"/>
                <a:gd name="csX451" fmla="*/ 231221 w 279949"/>
                <a:gd name="csY451" fmla="*/ 91724 h 177237"/>
                <a:gd name="csX452" fmla="*/ 234087 w 279949"/>
                <a:gd name="csY452" fmla="*/ 91246 h 177237"/>
                <a:gd name="csX453" fmla="*/ 238387 w 279949"/>
                <a:gd name="csY453" fmla="*/ 94590 h 177237"/>
                <a:gd name="csX454" fmla="*/ 238387 w 279949"/>
                <a:gd name="csY454" fmla="*/ 94590 h 177237"/>
                <a:gd name="csX455" fmla="*/ 240298 w 279949"/>
                <a:gd name="csY455" fmla="*/ 96024 h 177237"/>
                <a:gd name="csX456" fmla="*/ 241253 w 279949"/>
                <a:gd name="csY456" fmla="*/ 96501 h 177237"/>
                <a:gd name="csX457" fmla="*/ 244120 w 279949"/>
                <a:gd name="csY457" fmla="*/ 97935 h 177237"/>
                <a:gd name="csX458" fmla="*/ 249375 w 279949"/>
                <a:gd name="csY458" fmla="*/ 101278 h 177237"/>
                <a:gd name="csX459" fmla="*/ 255585 w 279949"/>
                <a:gd name="csY459" fmla="*/ 105578 h 177237"/>
                <a:gd name="csX460" fmla="*/ 256063 w 279949"/>
                <a:gd name="csY460" fmla="*/ 105578 h 177237"/>
                <a:gd name="csX461" fmla="*/ 259885 w 279949"/>
                <a:gd name="csY461" fmla="*/ 107967 h 177237"/>
                <a:gd name="csX462" fmla="*/ 261318 w 279949"/>
                <a:gd name="csY462" fmla="*/ 108444 h 177237"/>
                <a:gd name="csX463" fmla="*/ 262274 w 279949"/>
                <a:gd name="csY463" fmla="*/ 108444 h 177237"/>
                <a:gd name="csX464" fmla="*/ 263706 w 279949"/>
                <a:gd name="csY464" fmla="*/ 107967 h 177237"/>
                <a:gd name="csX465" fmla="*/ 264662 w 279949"/>
                <a:gd name="csY465" fmla="*/ 107489 h 177237"/>
                <a:gd name="csX466" fmla="*/ 267051 w 279949"/>
                <a:gd name="csY466" fmla="*/ 107967 h 177237"/>
                <a:gd name="csX467" fmla="*/ 269440 w 279949"/>
                <a:gd name="csY467" fmla="*/ 108922 h 177237"/>
                <a:gd name="csX468" fmla="*/ 271351 w 279949"/>
                <a:gd name="csY468" fmla="*/ 109878 h 177237"/>
                <a:gd name="csX469" fmla="*/ 271351 w 279949"/>
                <a:gd name="csY469" fmla="*/ 109878 h 177237"/>
                <a:gd name="csX470" fmla="*/ 272783 w 279949"/>
                <a:gd name="csY470" fmla="*/ 110833 h 177237"/>
                <a:gd name="csX471" fmla="*/ 274217 w 279949"/>
                <a:gd name="csY471" fmla="*/ 111789 h 177237"/>
                <a:gd name="csX472" fmla="*/ 275650 w 279949"/>
                <a:gd name="csY472" fmla="*/ 112266 h 177237"/>
                <a:gd name="csX473" fmla="*/ 278994 w 279949"/>
                <a:gd name="csY473" fmla="*/ 113222 h 177237"/>
                <a:gd name="csX474" fmla="*/ 279949 w 279949"/>
                <a:gd name="csY474" fmla="*/ 113700 h 177237"/>
                <a:gd name="csX475" fmla="*/ 279949 w 279949"/>
                <a:gd name="csY475" fmla="*/ 114655 h 177237"/>
                <a:gd name="csX476" fmla="*/ 279949 w 279949"/>
                <a:gd name="csY476" fmla="*/ 115133 h 177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</a:cxnLst>
              <a:rect l="l" t="t" r="r" b="b"/>
              <a:pathLst>
                <a:path w="279949" h="177237">
                  <a:moveTo>
                    <a:pt x="279949" y="115133"/>
                  </a:moveTo>
                  <a:lnTo>
                    <a:pt x="278038" y="118477"/>
                  </a:lnTo>
                  <a:lnTo>
                    <a:pt x="278038" y="122776"/>
                  </a:lnTo>
                  <a:lnTo>
                    <a:pt x="278038" y="122776"/>
                  </a:lnTo>
                  <a:lnTo>
                    <a:pt x="278038" y="126120"/>
                  </a:lnTo>
                  <a:lnTo>
                    <a:pt x="278038" y="128509"/>
                  </a:lnTo>
                  <a:lnTo>
                    <a:pt x="277083" y="128509"/>
                  </a:lnTo>
                  <a:lnTo>
                    <a:pt x="274694" y="128031"/>
                  </a:lnTo>
                  <a:lnTo>
                    <a:pt x="269917" y="127076"/>
                  </a:lnTo>
                  <a:lnTo>
                    <a:pt x="265617" y="124687"/>
                  </a:lnTo>
                  <a:lnTo>
                    <a:pt x="263229" y="123254"/>
                  </a:lnTo>
                  <a:lnTo>
                    <a:pt x="262751" y="123732"/>
                  </a:lnTo>
                  <a:lnTo>
                    <a:pt x="261318" y="124687"/>
                  </a:lnTo>
                  <a:lnTo>
                    <a:pt x="260840" y="125643"/>
                  </a:lnTo>
                  <a:lnTo>
                    <a:pt x="259885" y="128031"/>
                  </a:lnTo>
                  <a:lnTo>
                    <a:pt x="258929" y="130898"/>
                  </a:lnTo>
                  <a:lnTo>
                    <a:pt x="254152" y="130898"/>
                  </a:lnTo>
                  <a:lnTo>
                    <a:pt x="249853" y="130898"/>
                  </a:lnTo>
                  <a:lnTo>
                    <a:pt x="246986" y="131853"/>
                  </a:lnTo>
                  <a:lnTo>
                    <a:pt x="244120" y="133286"/>
                  </a:lnTo>
                  <a:lnTo>
                    <a:pt x="243642" y="135197"/>
                  </a:lnTo>
                  <a:lnTo>
                    <a:pt x="243164" y="137108"/>
                  </a:lnTo>
                  <a:lnTo>
                    <a:pt x="241253" y="141885"/>
                  </a:lnTo>
                  <a:lnTo>
                    <a:pt x="239820" y="146663"/>
                  </a:lnTo>
                  <a:lnTo>
                    <a:pt x="239342" y="149529"/>
                  </a:lnTo>
                  <a:lnTo>
                    <a:pt x="238387" y="151440"/>
                  </a:lnTo>
                  <a:lnTo>
                    <a:pt x="235043" y="153829"/>
                  </a:lnTo>
                  <a:lnTo>
                    <a:pt x="231699" y="155740"/>
                  </a:lnTo>
                  <a:lnTo>
                    <a:pt x="229788" y="156217"/>
                  </a:lnTo>
                  <a:lnTo>
                    <a:pt x="228833" y="157651"/>
                  </a:lnTo>
                  <a:lnTo>
                    <a:pt x="228833" y="158606"/>
                  </a:lnTo>
                  <a:lnTo>
                    <a:pt x="228355" y="158606"/>
                  </a:lnTo>
                  <a:lnTo>
                    <a:pt x="226921" y="158606"/>
                  </a:lnTo>
                  <a:lnTo>
                    <a:pt x="225488" y="158606"/>
                  </a:lnTo>
                  <a:lnTo>
                    <a:pt x="222144" y="159561"/>
                  </a:lnTo>
                  <a:lnTo>
                    <a:pt x="218322" y="160995"/>
                  </a:lnTo>
                  <a:lnTo>
                    <a:pt x="214023" y="161950"/>
                  </a:lnTo>
                  <a:lnTo>
                    <a:pt x="211634" y="161950"/>
                  </a:lnTo>
                  <a:lnTo>
                    <a:pt x="210679" y="162428"/>
                  </a:lnTo>
                  <a:lnTo>
                    <a:pt x="210201" y="162906"/>
                  </a:lnTo>
                  <a:lnTo>
                    <a:pt x="210679" y="164339"/>
                  </a:lnTo>
                  <a:lnTo>
                    <a:pt x="211156" y="164817"/>
                  </a:lnTo>
                  <a:lnTo>
                    <a:pt x="211634" y="166250"/>
                  </a:lnTo>
                  <a:lnTo>
                    <a:pt x="210679" y="167205"/>
                  </a:lnTo>
                  <a:lnTo>
                    <a:pt x="209723" y="168638"/>
                  </a:lnTo>
                  <a:lnTo>
                    <a:pt x="209246" y="171505"/>
                  </a:lnTo>
                  <a:lnTo>
                    <a:pt x="207812" y="171983"/>
                  </a:lnTo>
                  <a:lnTo>
                    <a:pt x="205424" y="173416"/>
                  </a:lnTo>
                  <a:lnTo>
                    <a:pt x="202557" y="175326"/>
                  </a:lnTo>
                  <a:lnTo>
                    <a:pt x="202080" y="175326"/>
                  </a:lnTo>
                  <a:lnTo>
                    <a:pt x="200646" y="176282"/>
                  </a:lnTo>
                  <a:lnTo>
                    <a:pt x="198735" y="175804"/>
                  </a:lnTo>
                  <a:lnTo>
                    <a:pt x="197780" y="175804"/>
                  </a:lnTo>
                  <a:lnTo>
                    <a:pt x="197302" y="175804"/>
                  </a:lnTo>
                  <a:lnTo>
                    <a:pt x="195869" y="176282"/>
                  </a:lnTo>
                  <a:lnTo>
                    <a:pt x="195869" y="176282"/>
                  </a:lnTo>
                  <a:lnTo>
                    <a:pt x="194436" y="177238"/>
                  </a:lnTo>
                  <a:lnTo>
                    <a:pt x="193958" y="177238"/>
                  </a:lnTo>
                  <a:lnTo>
                    <a:pt x="193480" y="175804"/>
                  </a:lnTo>
                  <a:lnTo>
                    <a:pt x="192525" y="174849"/>
                  </a:lnTo>
                  <a:lnTo>
                    <a:pt x="192525" y="174849"/>
                  </a:lnTo>
                  <a:lnTo>
                    <a:pt x="190137" y="172938"/>
                  </a:lnTo>
                  <a:lnTo>
                    <a:pt x="188226" y="171505"/>
                  </a:lnTo>
                  <a:lnTo>
                    <a:pt x="187270" y="171505"/>
                  </a:lnTo>
                  <a:lnTo>
                    <a:pt x="185359" y="171505"/>
                  </a:lnTo>
                  <a:lnTo>
                    <a:pt x="182971" y="171983"/>
                  </a:lnTo>
                  <a:lnTo>
                    <a:pt x="181060" y="171505"/>
                  </a:lnTo>
                  <a:lnTo>
                    <a:pt x="179149" y="171027"/>
                  </a:lnTo>
                  <a:lnTo>
                    <a:pt x="176760" y="169116"/>
                  </a:lnTo>
                  <a:lnTo>
                    <a:pt x="176282" y="168161"/>
                  </a:lnTo>
                  <a:lnTo>
                    <a:pt x="175326" y="167205"/>
                  </a:lnTo>
                  <a:lnTo>
                    <a:pt x="173894" y="167683"/>
                  </a:lnTo>
                  <a:lnTo>
                    <a:pt x="173416" y="166727"/>
                  </a:lnTo>
                  <a:lnTo>
                    <a:pt x="173416" y="165772"/>
                  </a:lnTo>
                  <a:lnTo>
                    <a:pt x="173894" y="164339"/>
                  </a:lnTo>
                  <a:lnTo>
                    <a:pt x="173416" y="161950"/>
                  </a:lnTo>
                  <a:lnTo>
                    <a:pt x="172460" y="160039"/>
                  </a:lnTo>
                  <a:lnTo>
                    <a:pt x="171505" y="159561"/>
                  </a:lnTo>
                  <a:lnTo>
                    <a:pt x="171983" y="159084"/>
                  </a:lnTo>
                  <a:lnTo>
                    <a:pt x="171983" y="157651"/>
                  </a:lnTo>
                  <a:lnTo>
                    <a:pt x="172938" y="156695"/>
                  </a:lnTo>
                  <a:lnTo>
                    <a:pt x="172938" y="156695"/>
                  </a:lnTo>
                  <a:lnTo>
                    <a:pt x="172938" y="154784"/>
                  </a:lnTo>
                  <a:lnTo>
                    <a:pt x="171983" y="152396"/>
                  </a:lnTo>
                  <a:lnTo>
                    <a:pt x="171983" y="149051"/>
                  </a:lnTo>
                  <a:lnTo>
                    <a:pt x="171983" y="146185"/>
                  </a:lnTo>
                  <a:lnTo>
                    <a:pt x="171027" y="144274"/>
                  </a:lnTo>
                  <a:lnTo>
                    <a:pt x="171027" y="144274"/>
                  </a:lnTo>
                  <a:lnTo>
                    <a:pt x="162906" y="144274"/>
                  </a:lnTo>
                  <a:lnTo>
                    <a:pt x="155262" y="144752"/>
                  </a:lnTo>
                  <a:lnTo>
                    <a:pt x="155262" y="144274"/>
                  </a:lnTo>
                  <a:lnTo>
                    <a:pt x="152396" y="140452"/>
                  </a:lnTo>
                  <a:lnTo>
                    <a:pt x="150007" y="137108"/>
                  </a:lnTo>
                  <a:lnTo>
                    <a:pt x="147619" y="135675"/>
                  </a:lnTo>
                  <a:lnTo>
                    <a:pt x="142364" y="133286"/>
                  </a:lnTo>
                  <a:lnTo>
                    <a:pt x="139975" y="132331"/>
                  </a:lnTo>
                  <a:lnTo>
                    <a:pt x="138064" y="130898"/>
                  </a:lnTo>
                  <a:lnTo>
                    <a:pt x="136153" y="128987"/>
                  </a:lnTo>
                  <a:lnTo>
                    <a:pt x="135675" y="126120"/>
                  </a:lnTo>
                  <a:lnTo>
                    <a:pt x="135198" y="125643"/>
                  </a:lnTo>
                  <a:lnTo>
                    <a:pt x="134719" y="124687"/>
                  </a:lnTo>
                  <a:lnTo>
                    <a:pt x="134719" y="124687"/>
                  </a:lnTo>
                  <a:lnTo>
                    <a:pt x="134242" y="124687"/>
                  </a:lnTo>
                  <a:lnTo>
                    <a:pt x="133764" y="124687"/>
                  </a:lnTo>
                  <a:lnTo>
                    <a:pt x="127554" y="121821"/>
                  </a:lnTo>
                  <a:lnTo>
                    <a:pt x="125165" y="120865"/>
                  </a:lnTo>
                  <a:lnTo>
                    <a:pt x="123732" y="121343"/>
                  </a:lnTo>
                  <a:lnTo>
                    <a:pt x="122776" y="121343"/>
                  </a:lnTo>
                  <a:lnTo>
                    <a:pt x="121821" y="121821"/>
                  </a:lnTo>
                  <a:lnTo>
                    <a:pt x="119910" y="120865"/>
                  </a:lnTo>
                  <a:lnTo>
                    <a:pt x="117521" y="121821"/>
                  </a:lnTo>
                  <a:lnTo>
                    <a:pt x="116566" y="121821"/>
                  </a:lnTo>
                  <a:lnTo>
                    <a:pt x="115610" y="121821"/>
                  </a:lnTo>
                  <a:lnTo>
                    <a:pt x="114177" y="121343"/>
                  </a:lnTo>
                  <a:lnTo>
                    <a:pt x="111311" y="118477"/>
                  </a:lnTo>
                  <a:lnTo>
                    <a:pt x="108444" y="117521"/>
                  </a:lnTo>
                  <a:lnTo>
                    <a:pt x="107012" y="116566"/>
                  </a:lnTo>
                  <a:lnTo>
                    <a:pt x="103189" y="115610"/>
                  </a:lnTo>
                  <a:lnTo>
                    <a:pt x="99368" y="115133"/>
                  </a:lnTo>
                  <a:lnTo>
                    <a:pt x="97457" y="114655"/>
                  </a:lnTo>
                  <a:lnTo>
                    <a:pt x="96501" y="114177"/>
                  </a:lnTo>
                  <a:lnTo>
                    <a:pt x="96024" y="113700"/>
                  </a:lnTo>
                  <a:lnTo>
                    <a:pt x="96024" y="112744"/>
                  </a:lnTo>
                  <a:lnTo>
                    <a:pt x="96024" y="111789"/>
                  </a:lnTo>
                  <a:lnTo>
                    <a:pt x="95546" y="110833"/>
                  </a:lnTo>
                  <a:lnTo>
                    <a:pt x="94591" y="109400"/>
                  </a:lnTo>
                  <a:lnTo>
                    <a:pt x="93157" y="108444"/>
                  </a:lnTo>
                  <a:lnTo>
                    <a:pt x="90769" y="108922"/>
                  </a:lnTo>
                  <a:lnTo>
                    <a:pt x="87425" y="108922"/>
                  </a:lnTo>
                  <a:lnTo>
                    <a:pt x="84558" y="107967"/>
                  </a:lnTo>
                  <a:lnTo>
                    <a:pt x="82647" y="107967"/>
                  </a:lnTo>
                  <a:lnTo>
                    <a:pt x="80259" y="107967"/>
                  </a:lnTo>
                  <a:lnTo>
                    <a:pt x="78348" y="107967"/>
                  </a:lnTo>
                  <a:lnTo>
                    <a:pt x="76914" y="108444"/>
                  </a:lnTo>
                  <a:lnTo>
                    <a:pt x="75959" y="108922"/>
                  </a:lnTo>
                  <a:lnTo>
                    <a:pt x="75959" y="109400"/>
                  </a:lnTo>
                  <a:lnTo>
                    <a:pt x="75959" y="109400"/>
                  </a:lnTo>
                  <a:lnTo>
                    <a:pt x="75481" y="111311"/>
                  </a:lnTo>
                  <a:lnTo>
                    <a:pt x="75003" y="111789"/>
                  </a:lnTo>
                  <a:lnTo>
                    <a:pt x="74048" y="111789"/>
                  </a:lnTo>
                  <a:lnTo>
                    <a:pt x="72615" y="111789"/>
                  </a:lnTo>
                  <a:lnTo>
                    <a:pt x="70226" y="111789"/>
                  </a:lnTo>
                  <a:lnTo>
                    <a:pt x="70226" y="111789"/>
                  </a:lnTo>
                  <a:lnTo>
                    <a:pt x="66405" y="111311"/>
                  </a:lnTo>
                  <a:lnTo>
                    <a:pt x="61150" y="111311"/>
                  </a:lnTo>
                  <a:lnTo>
                    <a:pt x="57328" y="112266"/>
                  </a:lnTo>
                  <a:lnTo>
                    <a:pt x="53984" y="114177"/>
                  </a:lnTo>
                  <a:lnTo>
                    <a:pt x="51117" y="115610"/>
                  </a:lnTo>
                  <a:lnTo>
                    <a:pt x="47773" y="118477"/>
                  </a:lnTo>
                  <a:lnTo>
                    <a:pt x="46340" y="119910"/>
                  </a:lnTo>
                  <a:lnTo>
                    <a:pt x="44429" y="125165"/>
                  </a:lnTo>
                  <a:lnTo>
                    <a:pt x="44429" y="125165"/>
                  </a:lnTo>
                  <a:lnTo>
                    <a:pt x="43473" y="125643"/>
                  </a:lnTo>
                  <a:lnTo>
                    <a:pt x="42518" y="126120"/>
                  </a:lnTo>
                  <a:lnTo>
                    <a:pt x="41085" y="126598"/>
                  </a:lnTo>
                  <a:lnTo>
                    <a:pt x="38696" y="127076"/>
                  </a:lnTo>
                  <a:lnTo>
                    <a:pt x="35830" y="128509"/>
                  </a:lnTo>
                  <a:lnTo>
                    <a:pt x="33441" y="128987"/>
                  </a:lnTo>
                  <a:lnTo>
                    <a:pt x="28186" y="128509"/>
                  </a:lnTo>
                  <a:lnTo>
                    <a:pt x="27709" y="127076"/>
                  </a:lnTo>
                  <a:lnTo>
                    <a:pt x="26753" y="121343"/>
                  </a:lnTo>
                  <a:lnTo>
                    <a:pt x="26275" y="115133"/>
                  </a:lnTo>
                  <a:lnTo>
                    <a:pt x="26275" y="112744"/>
                  </a:lnTo>
                  <a:lnTo>
                    <a:pt x="26753" y="107011"/>
                  </a:lnTo>
                  <a:lnTo>
                    <a:pt x="26753" y="104145"/>
                  </a:lnTo>
                  <a:lnTo>
                    <a:pt x="26753" y="101756"/>
                  </a:lnTo>
                  <a:lnTo>
                    <a:pt x="26753" y="99368"/>
                  </a:lnTo>
                  <a:lnTo>
                    <a:pt x="27230" y="96501"/>
                  </a:lnTo>
                  <a:lnTo>
                    <a:pt x="27709" y="93635"/>
                  </a:lnTo>
                  <a:lnTo>
                    <a:pt x="27230" y="91724"/>
                  </a:lnTo>
                  <a:lnTo>
                    <a:pt x="26275" y="89813"/>
                  </a:lnTo>
                  <a:lnTo>
                    <a:pt x="24364" y="87902"/>
                  </a:lnTo>
                  <a:lnTo>
                    <a:pt x="23886" y="86947"/>
                  </a:lnTo>
                  <a:lnTo>
                    <a:pt x="23886" y="85513"/>
                  </a:lnTo>
                  <a:lnTo>
                    <a:pt x="21975" y="85513"/>
                  </a:lnTo>
                  <a:lnTo>
                    <a:pt x="20543" y="84080"/>
                  </a:lnTo>
                  <a:lnTo>
                    <a:pt x="19109" y="83125"/>
                  </a:lnTo>
                  <a:lnTo>
                    <a:pt x="16721" y="82647"/>
                  </a:lnTo>
                  <a:lnTo>
                    <a:pt x="15287" y="82647"/>
                  </a:lnTo>
                  <a:lnTo>
                    <a:pt x="13854" y="83125"/>
                  </a:lnTo>
                  <a:lnTo>
                    <a:pt x="12898" y="84080"/>
                  </a:lnTo>
                  <a:lnTo>
                    <a:pt x="12421" y="82169"/>
                  </a:lnTo>
                  <a:lnTo>
                    <a:pt x="12421" y="80258"/>
                  </a:lnTo>
                  <a:lnTo>
                    <a:pt x="14332" y="76437"/>
                  </a:lnTo>
                  <a:lnTo>
                    <a:pt x="15765" y="77392"/>
                  </a:lnTo>
                  <a:lnTo>
                    <a:pt x="17676" y="77870"/>
                  </a:lnTo>
                  <a:lnTo>
                    <a:pt x="19587" y="77870"/>
                  </a:lnTo>
                  <a:lnTo>
                    <a:pt x="21975" y="77870"/>
                  </a:lnTo>
                  <a:lnTo>
                    <a:pt x="21498" y="76437"/>
                  </a:lnTo>
                  <a:lnTo>
                    <a:pt x="20543" y="75481"/>
                  </a:lnTo>
                  <a:lnTo>
                    <a:pt x="19109" y="75003"/>
                  </a:lnTo>
                  <a:lnTo>
                    <a:pt x="18632" y="73093"/>
                  </a:lnTo>
                  <a:lnTo>
                    <a:pt x="19109" y="71182"/>
                  </a:lnTo>
                  <a:lnTo>
                    <a:pt x="19587" y="69271"/>
                  </a:lnTo>
                  <a:lnTo>
                    <a:pt x="19109" y="68315"/>
                  </a:lnTo>
                  <a:lnTo>
                    <a:pt x="18154" y="67837"/>
                  </a:lnTo>
                  <a:lnTo>
                    <a:pt x="15765" y="67837"/>
                  </a:lnTo>
                  <a:lnTo>
                    <a:pt x="12421" y="67360"/>
                  </a:lnTo>
                  <a:lnTo>
                    <a:pt x="9555" y="67360"/>
                  </a:lnTo>
                  <a:lnTo>
                    <a:pt x="9077" y="69271"/>
                  </a:lnTo>
                  <a:lnTo>
                    <a:pt x="10510" y="72137"/>
                  </a:lnTo>
                  <a:lnTo>
                    <a:pt x="9077" y="70704"/>
                  </a:lnTo>
                  <a:lnTo>
                    <a:pt x="7644" y="69271"/>
                  </a:lnTo>
                  <a:lnTo>
                    <a:pt x="6211" y="65927"/>
                  </a:lnTo>
                  <a:lnTo>
                    <a:pt x="4777" y="61627"/>
                  </a:lnTo>
                  <a:lnTo>
                    <a:pt x="4777" y="57328"/>
                  </a:lnTo>
                  <a:lnTo>
                    <a:pt x="5733" y="53983"/>
                  </a:lnTo>
                  <a:lnTo>
                    <a:pt x="6688" y="50639"/>
                  </a:lnTo>
                  <a:lnTo>
                    <a:pt x="7644" y="46340"/>
                  </a:lnTo>
                  <a:lnTo>
                    <a:pt x="8599" y="42040"/>
                  </a:lnTo>
                  <a:lnTo>
                    <a:pt x="10032" y="43951"/>
                  </a:lnTo>
                  <a:lnTo>
                    <a:pt x="10988" y="45862"/>
                  </a:lnTo>
                  <a:lnTo>
                    <a:pt x="12898" y="47295"/>
                  </a:lnTo>
                  <a:lnTo>
                    <a:pt x="13854" y="47773"/>
                  </a:lnTo>
                  <a:lnTo>
                    <a:pt x="16243" y="48251"/>
                  </a:lnTo>
                  <a:lnTo>
                    <a:pt x="18154" y="48251"/>
                  </a:lnTo>
                  <a:lnTo>
                    <a:pt x="20064" y="47295"/>
                  </a:lnTo>
                  <a:lnTo>
                    <a:pt x="21975" y="47295"/>
                  </a:lnTo>
                  <a:lnTo>
                    <a:pt x="23886" y="49206"/>
                  </a:lnTo>
                  <a:lnTo>
                    <a:pt x="24842" y="51117"/>
                  </a:lnTo>
                  <a:lnTo>
                    <a:pt x="27230" y="51595"/>
                  </a:lnTo>
                  <a:lnTo>
                    <a:pt x="31530" y="50162"/>
                  </a:lnTo>
                  <a:lnTo>
                    <a:pt x="33441" y="49684"/>
                  </a:lnTo>
                  <a:lnTo>
                    <a:pt x="35352" y="50639"/>
                  </a:lnTo>
                  <a:lnTo>
                    <a:pt x="36307" y="50639"/>
                  </a:lnTo>
                  <a:lnTo>
                    <a:pt x="37263" y="50639"/>
                  </a:lnTo>
                  <a:lnTo>
                    <a:pt x="36307" y="48728"/>
                  </a:lnTo>
                  <a:lnTo>
                    <a:pt x="35830" y="47295"/>
                  </a:lnTo>
                  <a:lnTo>
                    <a:pt x="37263" y="46340"/>
                  </a:lnTo>
                  <a:lnTo>
                    <a:pt x="40607" y="47295"/>
                  </a:lnTo>
                  <a:lnTo>
                    <a:pt x="42518" y="46340"/>
                  </a:lnTo>
                  <a:lnTo>
                    <a:pt x="43473" y="46340"/>
                  </a:lnTo>
                  <a:lnTo>
                    <a:pt x="43951" y="45862"/>
                  </a:lnTo>
                  <a:lnTo>
                    <a:pt x="43951" y="44429"/>
                  </a:lnTo>
                  <a:lnTo>
                    <a:pt x="43951" y="42996"/>
                  </a:lnTo>
                  <a:lnTo>
                    <a:pt x="43473" y="41562"/>
                  </a:lnTo>
                  <a:lnTo>
                    <a:pt x="42996" y="40129"/>
                  </a:lnTo>
                  <a:lnTo>
                    <a:pt x="41562" y="38696"/>
                  </a:lnTo>
                  <a:lnTo>
                    <a:pt x="35352" y="34396"/>
                  </a:lnTo>
                  <a:lnTo>
                    <a:pt x="33441" y="32963"/>
                  </a:lnTo>
                  <a:lnTo>
                    <a:pt x="31530" y="30575"/>
                  </a:lnTo>
                  <a:lnTo>
                    <a:pt x="30575" y="27708"/>
                  </a:lnTo>
                  <a:lnTo>
                    <a:pt x="29619" y="24364"/>
                  </a:lnTo>
                  <a:lnTo>
                    <a:pt x="28664" y="21975"/>
                  </a:lnTo>
                  <a:lnTo>
                    <a:pt x="26753" y="16721"/>
                  </a:lnTo>
                  <a:lnTo>
                    <a:pt x="25798" y="16243"/>
                  </a:lnTo>
                  <a:lnTo>
                    <a:pt x="24842" y="15765"/>
                  </a:lnTo>
                  <a:lnTo>
                    <a:pt x="22453" y="15765"/>
                  </a:lnTo>
                  <a:lnTo>
                    <a:pt x="19587" y="16243"/>
                  </a:lnTo>
                  <a:lnTo>
                    <a:pt x="15765" y="16721"/>
                  </a:lnTo>
                  <a:lnTo>
                    <a:pt x="13377" y="16721"/>
                  </a:lnTo>
                  <a:lnTo>
                    <a:pt x="11943" y="17198"/>
                  </a:lnTo>
                  <a:lnTo>
                    <a:pt x="9077" y="19587"/>
                  </a:lnTo>
                  <a:lnTo>
                    <a:pt x="8121" y="21498"/>
                  </a:lnTo>
                  <a:lnTo>
                    <a:pt x="6211" y="25797"/>
                  </a:lnTo>
                  <a:lnTo>
                    <a:pt x="7644" y="27230"/>
                  </a:lnTo>
                  <a:lnTo>
                    <a:pt x="7644" y="28186"/>
                  </a:lnTo>
                  <a:lnTo>
                    <a:pt x="6688" y="34874"/>
                  </a:lnTo>
                  <a:lnTo>
                    <a:pt x="7166" y="38218"/>
                  </a:lnTo>
                  <a:lnTo>
                    <a:pt x="6688" y="38218"/>
                  </a:lnTo>
                  <a:lnTo>
                    <a:pt x="6211" y="37740"/>
                  </a:lnTo>
                  <a:lnTo>
                    <a:pt x="4777" y="34396"/>
                  </a:lnTo>
                  <a:lnTo>
                    <a:pt x="1911" y="30575"/>
                  </a:lnTo>
                  <a:lnTo>
                    <a:pt x="0" y="24364"/>
                  </a:lnTo>
                  <a:lnTo>
                    <a:pt x="0" y="24364"/>
                  </a:lnTo>
                  <a:lnTo>
                    <a:pt x="3822" y="20542"/>
                  </a:lnTo>
                  <a:lnTo>
                    <a:pt x="7166" y="17676"/>
                  </a:lnTo>
                  <a:lnTo>
                    <a:pt x="10032" y="15765"/>
                  </a:lnTo>
                  <a:lnTo>
                    <a:pt x="10988" y="15287"/>
                  </a:lnTo>
                  <a:lnTo>
                    <a:pt x="14809" y="13854"/>
                  </a:lnTo>
                  <a:lnTo>
                    <a:pt x="19587" y="12898"/>
                  </a:lnTo>
                  <a:lnTo>
                    <a:pt x="23409" y="11943"/>
                  </a:lnTo>
                  <a:lnTo>
                    <a:pt x="26753" y="10988"/>
                  </a:lnTo>
                  <a:lnTo>
                    <a:pt x="28186" y="10988"/>
                  </a:lnTo>
                  <a:lnTo>
                    <a:pt x="28664" y="10988"/>
                  </a:lnTo>
                  <a:lnTo>
                    <a:pt x="29619" y="10988"/>
                  </a:lnTo>
                  <a:lnTo>
                    <a:pt x="32008" y="10988"/>
                  </a:lnTo>
                  <a:lnTo>
                    <a:pt x="33919" y="11465"/>
                  </a:lnTo>
                  <a:lnTo>
                    <a:pt x="34874" y="11943"/>
                  </a:lnTo>
                  <a:lnTo>
                    <a:pt x="35352" y="11943"/>
                  </a:lnTo>
                  <a:lnTo>
                    <a:pt x="39174" y="14809"/>
                  </a:lnTo>
                  <a:lnTo>
                    <a:pt x="42996" y="17198"/>
                  </a:lnTo>
                  <a:lnTo>
                    <a:pt x="46818" y="20064"/>
                  </a:lnTo>
                  <a:lnTo>
                    <a:pt x="47773" y="21020"/>
                  </a:lnTo>
                  <a:lnTo>
                    <a:pt x="48251" y="22453"/>
                  </a:lnTo>
                  <a:lnTo>
                    <a:pt x="48728" y="23409"/>
                  </a:lnTo>
                  <a:lnTo>
                    <a:pt x="51595" y="27708"/>
                  </a:lnTo>
                  <a:lnTo>
                    <a:pt x="52550" y="29619"/>
                  </a:lnTo>
                  <a:lnTo>
                    <a:pt x="54461" y="32008"/>
                  </a:lnTo>
                  <a:lnTo>
                    <a:pt x="55894" y="33441"/>
                  </a:lnTo>
                  <a:lnTo>
                    <a:pt x="57328" y="34874"/>
                  </a:lnTo>
                  <a:lnTo>
                    <a:pt x="58283" y="35830"/>
                  </a:lnTo>
                  <a:lnTo>
                    <a:pt x="58283" y="35830"/>
                  </a:lnTo>
                  <a:lnTo>
                    <a:pt x="59239" y="36785"/>
                  </a:lnTo>
                  <a:lnTo>
                    <a:pt x="60194" y="36785"/>
                  </a:lnTo>
                  <a:lnTo>
                    <a:pt x="60671" y="36785"/>
                  </a:lnTo>
                  <a:lnTo>
                    <a:pt x="63060" y="36307"/>
                  </a:lnTo>
                  <a:lnTo>
                    <a:pt x="65449" y="35830"/>
                  </a:lnTo>
                  <a:lnTo>
                    <a:pt x="66405" y="35830"/>
                  </a:lnTo>
                  <a:lnTo>
                    <a:pt x="68316" y="35352"/>
                  </a:lnTo>
                  <a:lnTo>
                    <a:pt x="68793" y="35352"/>
                  </a:lnTo>
                  <a:lnTo>
                    <a:pt x="68793" y="35352"/>
                  </a:lnTo>
                  <a:lnTo>
                    <a:pt x="74048" y="35830"/>
                  </a:lnTo>
                  <a:lnTo>
                    <a:pt x="78825" y="35830"/>
                  </a:lnTo>
                  <a:lnTo>
                    <a:pt x="84558" y="36307"/>
                  </a:lnTo>
                  <a:lnTo>
                    <a:pt x="86469" y="36307"/>
                  </a:lnTo>
                  <a:lnTo>
                    <a:pt x="88380" y="36785"/>
                  </a:lnTo>
                  <a:lnTo>
                    <a:pt x="89335" y="36785"/>
                  </a:lnTo>
                  <a:lnTo>
                    <a:pt x="89335" y="36785"/>
                  </a:lnTo>
                  <a:lnTo>
                    <a:pt x="90291" y="35830"/>
                  </a:lnTo>
                  <a:lnTo>
                    <a:pt x="91246" y="35352"/>
                  </a:lnTo>
                  <a:lnTo>
                    <a:pt x="91724" y="34874"/>
                  </a:lnTo>
                  <a:lnTo>
                    <a:pt x="91724" y="34874"/>
                  </a:lnTo>
                  <a:lnTo>
                    <a:pt x="91246" y="34396"/>
                  </a:lnTo>
                  <a:lnTo>
                    <a:pt x="91246" y="34396"/>
                  </a:lnTo>
                  <a:lnTo>
                    <a:pt x="90769" y="33919"/>
                  </a:lnTo>
                  <a:lnTo>
                    <a:pt x="89813" y="32486"/>
                  </a:lnTo>
                  <a:lnTo>
                    <a:pt x="88858" y="27708"/>
                  </a:lnTo>
                  <a:lnTo>
                    <a:pt x="88858" y="26753"/>
                  </a:lnTo>
                  <a:lnTo>
                    <a:pt x="88380" y="22453"/>
                  </a:lnTo>
                  <a:lnTo>
                    <a:pt x="89813" y="21020"/>
                  </a:lnTo>
                  <a:lnTo>
                    <a:pt x="91246" y="20064"/>
                  </a:lnTo>
                  <a:lnTo>
                    <a:pt x="91246" y="20064"/>
                  </a:lnTo>
                  <a:lnTo>
                    <a:pt x="93635" y="16721"/>
                  </a:lnTo>
                  <a:lnTo>
                    <a:pt x="95068" y="15765"/>
                  </a:lnTo>
                  <a:lnTo>
                    <a:pt x="96979" y="15287"/>
                  </a:lnTo>
                  <a:lnTo>
                    <a:pt x="102712" y="14809"/>
                  </a:lnTo>
                  <a:lnTo>
                    <a:pt x="105100" y="14332"/>
                  </a:lnTo>
                  <a:lnTo>
                    <a:pt x="105100" y="14332"/>
                  </a:lnTo>
                  <a:lnTo>
                    <a:pt x="106056" y="13376"/>
                  </a:lnTo>
                  <a:lnTo>
                    <a:pt x="107489" y="10510"/>
                  </a:lnTo>
                  <a:lnTo>
                    <a:pt x="107967" y="8599"/>
                  </a:lnTo>
                  <a:lnTo>
                    <a:pt x="108923" y="7644"/>
                  </a:lnTo>
                  <a:lnTo>
                    <a:pt x="109400" y="7166"/>
                  </a:lnTo>
                  <a:lnTo>
                    <a:pt x="110355" y="7166"/>
                  </a:lnTo>
                  <a:lnTo>
                    <a:pt x="112266" y="7644"/>
                  </a:lnTo>
                  <a:lnTo>
                    <a:pt x="113700" y="8121"/>
                  </a:lnTo>
                  <a:lnTo>
                    <a:pt x="114655" y="8599"/>
                  </a:lnTo>
                  <a:lnTo>
                    <a:pt x="115610" y="9077"/>
                  </a:lnTo>
                  <a:lnTo>
                    <a:pt x="116566" y="10510"/>
                  </a:lnTo>
                  <a:lnTo>
                    <a:pt x="116566" y="10510"/>
                  </a:lnTo>
                  <a:lnTo>
                    <a:pt x="116566" y="11465"/>
                  </a:lnTo>
                  <a:lnTo>
                    <a:pt x="116566" y="11465"/>
                  </a:lnTo>
                  <a:lnTo>
                    <a:pt x="117044" y="11943"/>
                  </a:lnTo>
                  <a:lnTo>
                    <a:pt x="117044" y="11943"/>
                  </a:lnTo>
                  <a:lnTo>
                    <a:pt x="117521" y="11943"/>
                  </a:lnTo>
                  <a:lnTo>
                    <a:pt x="117999" y="11943"/>
                  </a:lnTo>
                  <a:lnTo>
                    <a:pt x="118477" y="11465"/>
                  </a:lnTo>
                  <a:lnTo>
                    <a:pt x="118477" y="11465"/>
                  </a:lnTo>
                  <a:lnTo>
                    <a:pt x="118477" y="10988"/>
                  </a:lnTo>
                  <a:lnTo>
                    <a:pt x="118477" y="10510"/>
                  </a:lnTo>
                  <a:lnTo>
                    <a:pt x="117521" y="9077"/>
                  </a:lnTo>
                  <a:lnTo>
                    <a:pt x="114655" y="6210"/>
                  </a:lnTo>
                  <a:lnTo>
                    <a:pt x="113222" y="4777"/>
                  </a:lnTo>
                  <a:lnTo>
                    <a:pt x="112266" y="4299"/>
                  </a:lnTo>
                  <a:lnTo>
                    <a:pt x="111789" y="3344"/>
                  </a:lnTo>
                  <a:lnTo>
                    <a:pt x="113222" y="2389"/>
                  </a:lnTo>
                  <a:lnTo>
                    <a:pt x="114177" y="1911"/>
                  </a:lnTo>
                  <a:lnTo>
                    <a:pt x="116088" y="2389"/>
                  </a:lnTo>
                  <a:lnTo>
                    <a:pt x="118477" y="2866"/>
                  </a:lnTo>
                  <a:lnTo>
                    <a:pt x="119432" y="2389"/>
                  </a:lnTo>
                  <a:lnTo>
                    <a:pt x="119432" y="2389"/>
                  </a:lnTo>
                  <a:lnTo>
                    <a:pt x="120866" y="0"/>
                  </a:lnTo>
                  <a:lnTo>
                    <a:pt x="123732" y="2389"/>
                  </a:lnTo>
                  <a:lnTo>
                    <a:pt x="126598" y="5255"/>
                  </a:lnTo>
                  <a:lnTo>
                    <a:pt x="127554" y="5733"/>
                  </a:lnTo>
                  <a:lnTo>
                    <a:pt x="129465" y="6210"/>
                  </a:lnTo>
                  <a:lnTo>
                    <a:pt x="131376" y="6210"/>
                  </a:lnTo>
                  <a:lnTo>
                    <a:pt x="131853" y="6210"/>
                  </a:lnTo>
                  <a:lnTo>
                    <a:pt x="132809" y="7166"/>
                  </a:lnTo>
                  <a:lnTo>
                    <a:pt x="134242" y="10032"/>
                  </a:lnTo>
                  <a:lnTo>
                    <a:pt x="134242" y="10032"/>
                  </a:lnTo>
                  <a:lnTo>
                    <a:pt x="135675" y="10988"/>
                  </a:lnTo>
                  <a:lnTo>
                    <a:pt x="137586" y="11465"/>
                  </a:lnTo>
                  <a:lnTo>
                    <a:pt x="143796" y="11465"/>
                  </a:lnTo>
                  <a:lnTo>
                    <a:pt x="145707" y="11943"/>
                  </a:lnTo>
                  <a:lnTo>
                    <a:pt x="147619" y="12898"/>
                  </a:lnTo>
                  <a:lnTo>
                    <a:pt x="147619" y="13376"/>
                  </a:lnTo>
                  <a:lnTo>
                    <a:pt x="148574" y="13854"/>
                  </a:lnTo>
                  <a:lnTo>
                    <a:pt x="148574" y="14332"/>
                  </a:lnTo>
                  <a:lnTo>
                    <a:pt x="148574" y="14809"/>
                  </a:lnTo>
                  <a:lnTo>
                    <a:pt x="148574" y="14809"/>
                  </a:lnTo>
                  <a:lnTo>
                    <a:pt x="148096" y="15765"/>
                  </a:lnTo>
                  <a:lnTo>
                    <a:pt x="148096" y="17198"/>
                  </a:lnTo>
                  <a:lnTo>
                    <a:pt x="148096" y="18631"/>
                  </a:lnTo>
                  <a:lnTo>
                    <a:pt x="147619" y="19109"/>
                  </a:lnTo>
                  <a:lnTo>
                    <a:pt x="147619" y="19109"/>
                  </a:lnTo>
                  <a:lnTo>
                    <a:pt x="147619" y="19587"/>
                  </a:lnTo>
                  <a:lnTo>
                    <a:pt x="147619" y="19587"/>
                  </a:lnTo>
                  <a:lnTo>
                    <a:pt x="148096" y="20064"/>
                  </a:lnTo>
                  <a:lnTo>
                    <a:pt x="148096" y="20064"/>
                  </a:lnTo>
                  <a:lnTo>
                    <a:pt x="150962" y="21020"/>
                  </a:lnTo>
                  <a:lnTo>
                    <a:pt x="151918" y="22453"/>
                  </a:lnTo>
                  <a:lnTo>
                    <a:pt x="151918" y="22453"/>
                  </a:lnTo>
                  <a:lnTo>
                    <a:pt x="152396" y="22931"/>
                  </a:lnTo>
                  <a:lnTo>
                    <a:pt x="152873" y="23886"/>
                  </a:lnTo>
                  <a:lnTo>
                    <a:pt x="152873" y="23886"/>
                  </a:lnTo>
                  <a:lnTo>
                    <a:pt x="152396" y="24364"/>
                  </a:lnTo>
                  <a:lnTo>
                    <a:pt x="150962" y="23886"/>
                  </a:lnTo>
                  <a:lnTo>
                    <a:pt x="150962" y="23886"/>
                  </a:lnTo>
                  <a:lnTo>
                    <a:pt x="150007" y="24842"/>
                  </a:lnTo>
                  <a:lnTo>
                    <a:pt x="150007" y="26275"/>
                  </a:lnTo>
                  <a:lnTo>
                    <a:pt x="150962" y="27708"/>
                  </a:lnTo>
                  <a:lnTo>
                    <a:pt x="151440" y="28664"/>
                  </a:lnTo>
                  <a:lnTo>
                    <a:pt x="151440" y="28664"/>
                  </a:lnTo>
                  <a:lnTo>
                    <a:pt x="150962" y="30097"/>
                  </a:lnTo>
                  <a:lnTo>
                    <a:pt x="150007" y="31530"/>
                  </a:lnTo>
                  <a:lnTo>
                    <a:pt x="150007" y="32963"/>
                  </a:lnTo>
                  <a:lnTo>
                    <a:pt x="150485" y="33441"/>
                  </a:lnTo>
                  <a:lnTo>
                    <a:pt x="150485" y="33441"/>
                  </a:lnTo>
                  <a:lnTo>
                    <a:pt x="152873" y="34874"/>
                  </a:lnTo>
                  <a:lnTo>
                    <a:pt x="157651" y="37740"/>
                  </a:lnTo>
                  <a:lnTo>
                    <a:pt x="159084" y="37740"/>
                  </a:lnTo>
                  <a:lnTo>
                    <a:pt x="163861" y="37263"/>
                  </a:lnTo>
                  <a:lnTo>
                    <a:pt x="165772" y="37263"/>
                  </a:lnTo>
                  <a:lnTo>
                    <a:pt x="167205" y="37740"/>
                  </a:lnTo>
                  <a:lnTo>
                    <a:pt x="171027" y="38218"/>
                  </a:lnTo>
                  <a:lnTo>
                    <a:pt x="171983" y="38696"/>
                  </a:lnTo>
                  <a:lnTo>
                    <a:pt x="173416" y="38696"/>
                  </a:lnTo>
                  <a:lnTo>
                    <a:pt x="174849" y="38218"/>
                  </a:lnTo>
                  <a:lnTo>
                    <a:pt x="174849" y="38218"/>
                  </a:lnTo>
                  <a:lnTo>
                    <a:pt x="176282" y="37263"/>
                  </a:lnTo>
                  <a:lnTo>
                    <a:pt x="176760" y="36785"/>
                  </a:lnTo>
                  <a:lnTo>
                    <a:pt x="177238" y="36307"/>
                  </a:lnTo>
                  <a:lnTo>
                    <a:pt x="178193" y="36307"/>
                  </a:lnTo>
                  <a:lnTo>
                    <a:pt x="181537" y="37263"/>
                  </a:lnTo>
                  <a:lnTo>
                    <a:pt x="184403" y="39174"/>
                  </a:lnTo>
                  <a:lnTo>
                    <a:pt x="186314" y="41085"/>
                  </a:lnTo>
                  <a:lnTo>
                    <a:pt x="187270" y="42518"/>
                  </a:lnTo>
                  <a:lnTo>
                    <a:pt x="188703" y="45862"/>
                  </a:lnTo>
                  <a:lnTo>
                    <a:pt x="190137" y="50639"/>
                  </a:lnTo>
                  <a:lnTo>
                    <a:pt x="192047" y="53983"/>
                  </a:lnTo>
                  <a:lnTo>
                    <a:pt x="192047" y="53983"/>
                  </a:lnTo>
                  <a:lnTo>
                    <a:pt x="194436" y="55894"/>
                  </a:lnTo>
                  <a:lnTo>
                    <a:pt x="195869" y="59238"/>
                  </a:lnTo>
                  <a:lnTo>
                    <a:pt x="195869" y="60194"/>
                  </a:lnTo>
                  <a:lnTo>
                    <a:pt x="197302" y="65927"/>
                  </a:lnTo>
                  <a:lnTo>
                    <a:pt x="197302" y="66404"/>
                  </a:lnTo>
                  <a:lnTo>
                    <a:pt x="197780" y="67360"/>
                  </a:lnTo>
                  <a:lnTo>
                    <a:pt x="197780" y="67360"/>
                  </a:lnTo>
                  <a:lnTo>
                    <a:pt x="198735" y="68315"/>
                  </a:lnTo>
                  <a:lnTo>
                    <a:pt x="201124" y="70226"/>
                  </a:lnTo>
                  <a:lnTo>
                    <a:pt x="206379" y="73570"/>
                  </a:lnTo>
                  <a:lnTo>
                    <a:pt x="206379" y="73570"/>
                  </a:lnTo>
                  <a:lnTo>
                    <a:pt x="209246" y="75481"/>
                  </a:lnTo>
                  <a:lnTo>
                    <a:pt x="214023" y="78825"/>
                  </a:lnTo>
                  <a:lnTo>
                    <a:pt x="218322" y="81692"/>
                  </a:lnTo>
                  <a:lnTo>
                    <a:pt x="222622" y="85991"/>
                  </a:lnTo>
                  <a:lnTo>
                    <a:pt x="222622" y="85991"/>
                  </a:lnTo>
                  <a:lnTo>
                    <a:pt x="223578" y="86947"/>
                  </a:lnTo>
                  <a:lnTo>
                    <a:pt x="226921" y="89335"/>
                  </a:lnTo>
                  <a:lnTo>
                    <a:pt x="231221" y="91724"/>
                  </a:lnTo>
                  <a:lnTo>
                    <a:pt x="234087" y="91246"/>
                  </a:lnTo>
                  <a:lnTo>
                    <a:pt x="238387" y="94590"/>
                  </a:lnTo>
                  <a:lnTo>
                    <a:pt x="238387" y="94590"/>
                  </a:lnTo>
                  <a:lnTo>
                    <a:pt x="240298" y="96024"/>
                  </a:lnTo>
                  <a:lnTo>
                    <a:pt x="241253" y="96501"/>
                  </a:lnTo>
                  <a:lnTo>
                    <a:pt x="244120" y="97935"/>
                  </a:lnTo>
                  <a:lnTo>
                    <a:pt x="249375" y="101278"/>
                  </a:lnTo>
                  <a:lnTo>
                    <a:pt x="255585" y="105578"/>
                  </a:lnTo>
                  <a:lnTo>
                    <a:pt x="256063" y="105578"/>
                  </a:lnTo>
                  <a:lnTo>
                    <a:pt x="259885" y="107967"/>
                  </a:lnTo>
                  <a:lnTo>
                    <a:pt x="261318" y="108444"/>
                  </a:lnTo>
                  <a:lnTo>
                    <a:pt x="262274" y="108444"/>
                  </a:lnTo>
                  <a:lnTo>
                    <a:pt x="263706" y="107967"/>
                  </a:lnTo>
                  <a:lnTo>
                    <a:pt x="264662" y="107489"/>
                  </a:lnTo>
                  <a:lnTo>
                    <a:pt x="267051" y="107967"/>
                  </a:lnTo>
                  <a:lnTo>
                    <a:pt x="269440" y="108922"/>
                  </a:lnTo>
                  <a:lnTo>
                    <a:pt x="271351" y="109878"/>
                  </a:lnTo>
                  <a:lnTo>
                    <a:pt x="271351" y="109878"/>
                  </a:lnTo>
                  <a:lnTo>
                    <a:pt x="272783" y="110833"/>
                  </a:lnTo>
                  <a:lnTo>
                    <a:pt x="274217" y="111789"/>
                  </a:lnTo>
                  <a:lnTo>
                    <a:pt x="275650" y="112266"/>
                  </a:lnTo>
                  <a:lnTo>
                    <a:pt x="278994" y="113222"/>
                  </a:lnTo>
                  <a:lnTo>
                    <a:pt x="279949" y="113700"/>
                  </a:lnTo>
                  <a:lnTo>
                    <a:pt x="279949" y="114655"/>
                  </a:lnTo>
                  <a:lnTo>
                    <a:pt x="279949" y="1151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6" name="Freeform 1215">
              <a:extLst>
                <a:ext uri="{FF2B5EF4-FFF2-40B4-BE49-F238E27FC236}">
                  <a16:creationId xmlns:a16="http://schemas.microsoft.com/office/drawing/2014/main" id="{430E98F6-0057-3CF9-C7BF-8F671189C1EC}"/>
                </a:ext>
              </a:extLst>
            </p:cNvPr>
            <p:cNvSpPr/>
            <p:nvPr/>
          </p:nvSpPr>
          <p:spPr>
            <a:xfrm>
              <a:off x="7200509" y="2890383"/>
              <a:ext cx="3344" cy="14809"/>
            </a:xfrm>
            <a:custGeom>
              <a:avLst/>
              <a:gdLst>
                <a:gd name="csX0" fmla="*/ 3344 w 3344"/>
                <a:gd name="csY0" fmla="*/ 12899 h 14809"/>
                <a:gd name="csX1" fmla="*/ 3344 w 3344"/>
                <a:gd name="csY1" fmla="*/ 14810 h 14809"/>
                <a:gd name="csX2" fmla="*/ 2389 w 3344"/>
                <a:gd name="csY2" fmla="*/ 14332 h 14809"/>
                <a:gd name="csX3" fmla="*/ 956 w 3344"/>
                <a:gd name="csY3" fmla="*/ 11465 h 14809"/>
                <a:gd name="csX4" fmla="*/ 0 w 3344"/>
                <a:gd name="csY4" fmla="*/ 8599 h 14809"/>
                <a:gd name="csX5" fmla="*/ 0 w 3344"/>
                <a:gd name="csY5" fmla="*/ 2389 h 14809"/>
                <a:gd name="csX6" fmla="*/ 478 w 3344"/>
                <a:gd name="csY6" fmla="*/ 956 h 14809"/>
                <a:gd name="csX7" fmla="*/ 956 w 3344"/>
                <a:gd name="csY7" fmla="*/ 0 h 14809"/>
                <a:gd name="csX8" fmla="*/ 1433 w 3344"/>
                <a:gd name="csY8" fmla="*/ 0 h 14809"/>
                <a:gd name="csX9" fmla="*/ 956 w 3344"/>
                <a:gd name="csY9" fmla="*/ 4300 h 14809"/>
                <a:gd name="csX10" fmla="*/ 3344 w 3344"/>
                <a:gd name="csY10" fmla="*/ 12899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14809">
                  <a:moveTo>
                    <a:pt x="3344" y="12899"/>
                  </a:moveTo>
                  <a:lnTo>
                    <a:pt x="3344" y="14810"/>
                  </a:lnTo>
                  <a:lnTo>
                    <a:pt x="2389" y="14332"/>
                  </a:lnTo>
                  <a:lnTo>
                    <a:pt x="956" y="11465"/>
                  </a:lnTo>
                  <a:lnTo>
                    <a:pt x="0" y="8599"/>
                  </a:lnTo>
                  <a:lnTo>
                    <a:pt x="0" y="2389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956" y="4300"/>
                  </a:lnTo>
                  <a:lnTo>
                    <a:pt x="3344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7" name="Freeform 1216">
              <a:extLst>
                <a:ext uri="{FF2B5EF4-FFF2-40B4-BE49-F238E27FC236}">
                  <a16:creationId xmlns:a16="http://schemas.microsoft.com/office/drawing/2014/main" id="{39650A96-33AA-8B23-5459-4060E3F9F2F3}"/>
                </a:ext>
              </a:extLst>
            </p:cNvPr>
            <p:cNvSpPr/>
            <p:nvPr/>
          </p:nvSpPr>
          <p:spPr>
            <a:xfrm>
              <a:off x="7192866" y="3895525"/>
              <a:ext cx="9554" cy="477"/>
            </a:xfrm>
            <a:custGeom>
              <a:avLst/>
              <a:gdLst>
                <a:gd name="csX0" fmla="*/ 9555 w 9554"/>
                <a:gd name="csY0" fmla="*/ 478 h 477"/>
                <a:gd name="csX1" fmla="*/ 6211 w 9554"/>
                <a:gd name="csY1" fmla="*/ 478 h 477"/>
                <a:gd name="csX2" fmla="*/ 3344 w 9554"/>
                <a:gd name="csY2" fmla="*/ 478 h 477"/>
                <a:gd name="csX3" fmla="*/ 0 w 9554"/>
                <a:gd name="csY3" fmla="*/ 0 h 477"/>
                <a:gd name="csX4" fmla="*/ 3344 w 9554"/>
                <a:gd name="csY4" fmla="*/ 478 h 477"/>
                <a:gd name="csX5" fmla="*/ 6211 w 9554"/>
                <a:gd name="csY5" fmla="*/ 478 h 477"/>
                <a:gd name="csX6" fmla="*/ 9555 w 9554"/>
                <a:gd name="csY6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4" h="477">
                  <a:moveTo>
                    <a:pt x="9555" y="478"/>
                  </a:moveTo>
                  <a:lnTo>
                    <a:pt x="6211" y="478"/>
                  </a:lnTo>
                  <a:lnTo>
                    <a:pt x="3344" y="478"/>
                  </a:lnTo>
                  <a:lnTo>
                    <a:pt x="0" y="0"/>
                  </a:lnTo>
                  <a:lnTo>
                    <a:pt x="3344" y="478"/>
                  </a:lnTo>
                  <a:lnTo>
                    <a:pt x="6211" y="478"/>
                  </a:lnTo>
                  <a:lnTo>
                    <a:pt x="95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8" name="Freeform 1217">
              <a:extLst>
                <a:ext uri="{FF2B5EF4-FFF2-40B4-BE49-F238E27FC236}">
                  <a16:creationId xmlns:a16="http://schemas.microsoft.com/office/drawing/2014/main" id="{E9B3472D-8225-5A20-DC37-91CD86FF1486}"/>
                </a:ext>
              </a:extLst>
            </p:cNvPr>
            <p:cNvSpPr/>
            <p:nvPr/>
          </p:nvSpPr>
          <p:spPr>
            <a:xfrm>
              <a:off x="7198121" y="4154932"/>
              <a:ext cx="478" cy="6688"/>
            </a:xfrm>
            <a:custGeom>
              <a:avLst/>
              <a:gdLst>
                <a:gd name="csX0" fmla="*/ 478 w 478"/>
                <a:gd name="csY0" fmla="*/ 0 h 6688"/>
                <a:gd name="csX1" fmla="*/ 478 w 478"/>
                <a:gd name="csY1" fmla="*/ 3822 h 6688"/>
                <a:gd name="csX2" fmla="*/ 0 w 478"/>
                <a:gd name="csY2" fmla="*/ 6688 h 6688"/>
                <a:gd name="csX3" fmla="*/ 478 w 478"/>
                <a:gd name="csY3" fmla="*/ 3822 h 6688"/>
                <a:gd name="csX4" fmla="*/ 478 w 478"/>
                <a:gd name="csY4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8" h="6688">
                  <a:moveTo>
                    <a:pt x="478" y="0"/>
                  </a:moveTo>
                  <a:lnTo>
                    <a:pt x="478" y="3822"/>
                  </a:lnTo>
                  <a:lnTo>
                    <a:pt x="0" y="6688"/>
                  </a:lnTo>
                  <a:lnTo>
                    <a:pt x="478" y="3822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" name="Freeform 1218">
              <a:extLst>
                <a:ext uri="{FF2B5EF4-FFF2-40B4-BE49-F238E27FC236}">
                  <a16:creationId xmlns:a16="http://schemas.microsoft.com/office/drawing/2014/main" id="{9167FEE6-91DF-1D20-5A9B-667A2570FC0D}"/>
                </a:ext>
              </a:extLst>
            </p:cNvPr>
            <p:cNvSpPr/>
            <p:nvPr/>
          </p:nvSpPr>
          <p:spPr>
            <a:xfrm>
              <a:off x="7190477" y="3871639"/>
              <a:ext cx="3822" cy="1911"/>
            </a:xfrm>
            <a:custGeom>
              <a:avLst/>
              <a:gdLst>
                <a:gd name="csX0" fmla="*/ 3822 w 3822"/>
                <a:gd name="csY0" fmla="*/ 0 h 1911"/>
                <a:gd name="csX1" fmla="*/ 3822 w 3822"/>
                <a:gd name="csY1" fmla="*/ 0 h 1911"/>
                <a:gd name="csX2" fmla="*/ 2389 w 3822"/>
                <a:gd name="csY2" fmla="*/ 956 h 1911"/>
                <a:gd name="csX3" fmla="*/ 0 w 3822"/>
                <a:gd name="csY3" fmla="*/ 1911 h 1911"/>
                <a:gd name="csX4" fmla="*/ 2389 w 3822"/>
                <a:gd name="csY4" fmla="*/ 478 h 1911"/>
                <a:gd name="csX5" fmla="*/ 3822 w 3822"/>
                <a:gd name="csY5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1911">
                  <a:moveTo>
                    <a:pt x="3822" y="0"/>
                  </a:moveTo>
                  <a:lnTo>
                    <a:pt x="3822" y="0"/>
                  </a:lnTo>
                  <a:lnTo>
                    <a:pt x="2389" y="956"/>
                  </a:lnTo>
                  <a:lnTo>
                    <a:pt x="0" y="1911"/>
                  </a:lnTo>
                  <a:lnTo>
                    <a:pt x="2389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0" name="Freeform 1219">
              <a:extLst>
                <a:ext uri="{FF2B5EF4-FFF2-40B4-BE49-F238E27FC236}">
                  <a16:creationId xmlns:a16="http://schemas.microsoft.com/office/drawing/2014/main" id="{E6A62310-E81A-B766-607D-47F435F07A77}"/>
                </a:ext>
              </a:extLst>
            </p:cNvPr>
            <p:cNvSpPr/>
            <p:nvPr/>
          </p:nvSpPr>
          <p:spPr>
            <a:xfrm>
              <a:off x="7190955" y="3546783"/>
              <a:ext cx="478" cy="955"/>
            </a:xfrm>
            <a:custGeom>
              <a:avLst/>
              <a:gdLst>
                <a:gd name="csX0" fmla="*/ 0 w 478"/>
                <a:gd name="csY0" fmla="*/ 0 h 955"/>
                <a:gd name="csX1" fmla="*/ 478 w 478"/>
                <a:gd name="csY1" fmla="*/ 956 h 955"/>
                <a:gd name="csX2" fmla="*/ 0 w 478"/>
                <a:gd name="csY2" fmla="*/ 0 h 955"/>
                <a:gd name="csX3" fmla="*/ 0 w 47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955">
                  <a:moveTo>
                    <a:pt x="0" y="0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1" name="Freeform 1220">
              <a:extLst>
                <a:ext uri="{FF2B5EF4-FFF2-40B4-BE49-F238E27FC236}">
                  <a16:creationId xmlns:a16="http://schemas.microsoft.com/office/drawing/2014/main" id="{1CAD7BE9-C6B4-3CFA-FB8F-C2A655956A55}"/>
                </a:ext>
              </a:extLst>
            </p:cNvPr>
            <p:cNvSpPr/>
            <p:nvPr/>
          </p:nvSpPr>
          <p:spPr>
            <a:xfrm>
              <a:off x="7179967" y="3862084"/>
              <a:ext cx="2388" cy="1433"/>
            </a:xfrm>
            <a:custGeom>
              <a:avLst/>
              <a:gdLst>
                <a:gd name="csX0" fmla="*/ 2389 w 2388"/>
                <a:gd name="csY0" fmla="*/ 1433 h 1433"/>
                <a:gd name="csX1" fmla="*/ 2389 w 2388"/>
                <a:gd name="csY1" fmla="*/ 1433 h 1433"/>
                <a:gd name="csX2" fmla="*/ 0 w 2388"/>
                <a:gd name="csY2" fmla="*/ 0 h 1433"/>
                <a:gd name="csX3" fmla="*/ 2389 w 2388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433">
                  <a:moveTo>
                    <a:pt x="2389" y="1433"/>
                  </a:moveTo>
                  <a:lnTo>
                    <a:pt x="2389" y="1433"/>
                  </a:lnTo>
                  <a:lnTo>
                    <a:pt x="0" y="0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2" name="Freeform 1221">
              <a:extLst>
                <a:ext uri="{FF2B5EF4-FFF2-40B4-BE49-F238E27FC236}">
                  <a16:creationId xmlns:a16="http://schemas.microsoft.com/office/drawing/2014/main" id="{50AB1B01-8230-8557-F8AD-23315B10669F}"/>
                </a:ext>
              </a:extLst>
            </p:cNvPr>
            <p:cNvSpPr/>
            <p:nvPr/>
          </p:nvSpPr>
          <p:spPr>
            <a:xfrm>
              <a:off x="7123595" y="2068688"/>
              <a:ext cx="57805" cy="57805"/>
            </a:xfrm>
            <a:custGeom>
              <a:avLst/>
              <a:gdLst>
                <a:gd name="csX0" fmla="*/ 56372 w 57805"/>
                <a:gd name="csY0" fmla="*/ 26753 h 57805"/>
                <a:gd name="csX1" fmla="*/ 57805 w 57805"/>
                <a:gd name="csY1" fmla="*/ 31052 h 57805"/>
                <a:gd name="csX2" fmla="*/ 49206 w 57805"/>
                <a:gd name="csY2" fmla="*/ 43951 h 57805"/>
                <a:gd name="csX3" fmla="*/ 40129 w 57805"/>
                <a:gd name="csY3" fmla="*/ 51117 h 57805"/>
                <a:gd name="csX4" fmla="*/ 16721 w 57805"/>
                <a:gd name="csY4" fmla="*/ 57328 h 57805"/>
                <a:gd name="csX5" fmla="*/ 13377 w 57805"/>
                <a:gd name="csY5" fmla="*/ 57805 h 57805"/>
                <a:gd name="csX6" fmla="*/ 9555 w 57805"/>
                <a:gd name="csY6" fmla="*/ 55894 h 57805"/>
                <a:gd name="csX7" fmla="*/ 4777 w 57805"/>
                <a:gd name="csY7" fmla="*/ 50162 h 57805"/>
                <a:gd name="csX8" fmla="*/ 0 w 57805"/>
                <a:gd name="csY8" fmla="*/ 43473 h 57805"/>
                <a:gd name="csX9" fmla="*/ 1433 w 57805"/>
                <a:gd name="csY9" fmla="*/ 40129 h 57805"/>
                <a:gd name="csX10" fmla="*/ 5733 w 57805"/>
                <a:gd name="csY10" fmla="*/ 35352 h 57805"/>
                <a:gd name="csX11" fmla="*/ 11943 w 57805"/>
                <a:gd name="csY11" fmla="*/ 26753 h 57805"/>
                <a:gd name="csX12" fmla="*/ 21498 w 57805"/>
                <a:gd name="csY12" fmla="*/ 25320 h 57805"/>
                <a:gd name="csX13" fmla="*/ 26275 w 57805"/>
                <a:gd name="csY13" fmla="*/ 25320 h 57805"/>
                <a:gd name="csX14" fmla="*/ 31052 w 57805"/>
                <a:gd name="csY14" fmla="*/ 23409 h 57805"/>
                <a:gd name="csX15" fmla="*/ 32486 w 57805"/>
                <a:gd name="csY15" fmla="*/ 19109 h 57805"/>
                <a:gd name="csX16" fmla="*/ 33441 w 57805"/>
                <a:gd name="csY16" fmla="*/ 10510 h 57805"/>
                <a:gd name="csX17" fmla="*/ 34397 w 57805"/>
                <a:gd name="csY17" fmla="*/ 6210 h 57805"/>
                <a:gd name="csX18" fmla="*/ 35352 w 57805"/>
                <a:gd name="csY18" fmla="*/ 2389 h 57805"/>
                <a:gd name="csX19" fmla="*/ 40607 w 57805"/>
                <a:gd name="csY19" fmla="*/ 0 h 57805"/>
                <a:gd name="csX20" fmla="*/ 45384 w 57805"/>
                <a:gd name="csY20" fmla="*/ 0 h 57805"/>
                <a:gd name="csX21" fmla="*/ 49684 w 57805"/>
                <a:gd name="csY21" fmla="*/ 3344 h 57805"/>
                <a:gd name="csX22" fmla="*/ 52550 w 57805"/>
                <a:gd name="csY22" fmla="*/ 6210 h 57805"/>
                <a:gd name="csX23" fmla="*/ 55416 w 57805"/>
                <a:gd name="csY23" fmla="*/ 11943 h 57805"/>
                <a:gd name="csX24" fmla="*/ 56850 w 57805"/>
                <a:gd name="csY24" fmla="*/ 16721 h 57805"/>
                <a:gd name="csX25" fmla="*/ 56372 w 57805"/>
                <a:gd name="csY25" fmla="*/ 21976 h 57805"/>
                <a:gd name="csX26" fmla="*/ 56372 w 57805"/>
                <a:gd name="csY26" fmla="*/ 26753 h 57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7805" h="57805">
                  <a:moveTo>
                    <a:pt x="56372" y="26753"/>
                  </a:moveTo>
                  <a:lnTo>
                    <a:pt x="57805" y="31052"/>
                  </a:lnTo>
                  <a:lnTo>
                    <a:pt x="49206" y="43951"/>
                  </a:lnTo>
                  <a:lnTo>
                    <a:pt x="40129" y="51117"/>
                  </a:lnTo>
                  <a:lnTo>
                    <a:pt x="16721" y="57328"/>
                  </a:lnTo>
                  <a:lnTo>
                    <a:pt x="13377" y="57805"/>
                  </a:lnTo>
                  <a:lnTo>
                    <a:pt x="9555" y="55894"/>
                  </a:lnTo>
                  <a:lnTo>
                    <a:pt x="4777" y="50162"/>
                  </a:lnTo>
                  <a:lnTo>
                    <a:pt x="0" y="43473"/>
                  </a:lnTo>
                  <a:lnTo>
                    <a:pt x="1433" y="40129"/>
                  </a:lnTo>
                  <a:lnTo>
                    <a:pt x="5733" y="35352"/>
                  </a:lnTo>
                  <a:lnTo>
                    <a:pt x="11943" y="26753"/>
                  </a:lnTo>
                  <a:lnTo>
                    <a:pt x="21498" y="25320"/>
                  </a:lnTo>
                  <a:lnTo>
                    <a:pt x="26275" y="25320"/>
                  </a:lnTo>
                  <a:lnTo>
                    <a:pt x="31052" y="23409"/>
                  </a:lnTo>
                  <a:lnTo>
                    <a:pt x="32486" y="19109"/>
                  </a:lnTo>
                  <a:lnTo>
                    <a:pt x="33441" y="10510"/>
                  </a:lnTo>
                  <a:lnTo>
                    <a:pt x="34397" y="6210"/>
                  </a:lnTo>
                  <a:lnTo>
                    <a:pt x="35352" y="2389"/>
                  </a:lnTo>
                  <a:lnTo>
                    <a:pt x="40607" y="0"/>
                  </a:lnTo>
                  <a:lnTo>
                    <a:pt x="45384" y="0"/>
                  </a:lnTo>
                  <a:lnTo>
                    <a:pt x="49684" y="3344"/>
                  </a:lnTo>
                  <a:lnTo>
                    <a:pt x="52550" y="6210"/>
                  </a:lnTo>
                  <a:lnTo>
                    <a:pt x="55416" y="11943"/>
                  </a:lnTo>
                  <a:lnTo>
                    <a:pt x="56850" y="16721"/>
                  </a:lnTo>
                  <a:lnTo>
                    <a:pt x="56372" y="21976"/>
                  </a:lnTo>
                  <a:lnTo>
                    <a:pt x="56372" y="2675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3" name="Freeform 1222">
              <a:extLst>
                <a:ext uri="{FF2B5EF4-FFF2-40B4-BE49-F238E27FC236}">
                  <a16:creationId xmlns:a16="http://schemas.microsoft.com/office/drawing/2014/main" id="{7270B8D7-B191-5A67-9996-57EBEB559B06}"/>
                </a:ext>
              </a:extLst>
            </p:cNvPr>
            <p:cNvSpPr/>
            <p:nvPr/>
          </p:nvSpPr>
          <p:spPr>
            <a:xfrm>
              <a:off x="7177579" y="3551082"/>
              <a:ext cx="2866" cy="1433"/>
            </a:xfrm>
            <a:custGeom>
              <a:avLst/>
              <a:gdLst>
                <a:gd name="csX0" fmla="*/ 2866 w 2866"/>
                <a:gd name="csY0" fmla="*/ 0 h 1433"/>
                <a:gd name="csX1" fmla="*/ 1433 w 2866"/>
                <a:gd name="csY1" fmla="*/ 478 h 1433"/>
                <a:gd name="csX2" fmla="*/ 0 w 2866"/>
                <a:gd name="csY2" fmla="*/ 1433 h 1433"/>
                <a:gd name="csX3" fmla="*/ 1433 w 2866"/>
                <a:gd name="csY3" fmla="*/ 0 h 1433"/>
                <a:gd name="csX4" fmla="*/ 2866 w 2866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433">
                  <a:moveTo>
                    <a:pt x="2866" y="0"/>
                  </a:moveTo>
                  <a:lnTo>
                    <a:pt x="1433" y="478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4" name="Freeform 1223">
              <a:extLst>
                <a:ext uri="{FF2B5EF4-FFF2-40B4-BE49-F238E27FC236}">
                  <a16:creationId xmlns:a16="http://schemas.microsoft.com/office/drawing/2014/main" id="{EAA3A8AA-3A96-31D2-14A5-0B21EC60B114}"/>
                </a:ext>
              </a:extLst>
            </p:cNvPr>
            <p:cNvSpPr/>
            <p:nvPr/>
          </p:nvSpPr>
          <p:spPr>
            <a:xfrm>
              <a:off x="7171368" y="3556337"/>
              <a:ext cx="3344" cy="1433"/>
            </a:xfrm>
            <a:custGeom>
              <a:avLst/>
              <a:gdLst>
                <a:gd name="csX0" fmla="*/ 3344 w 3344"/>
                <a:gd name="csY0" fmla="*/ 1433 h 1433"/>
                <a:gd name="csX1" fmla="*/ 2866 w 3344"/>
                <a:gd name="csY1" fmla="*/ 1433 h 1433"/>
                <a:gd name="csX2" fmla="*/ 1433 w 3344"/>
                <a:gd name="csY2" fmla="*/ 478 h 1433"/>
                <a:gd name="csX3" fmla="*/ 0 w 3344"/>
                <a:gd name="csY3" fmla="*/ 0 h 1433"/>
                <a:gd name="csX4" fmla="*/ 0 w 3344"/>
                <a:gd name="csY4" fmla="*/ 0 h 1433"/>
                <a:gd name="csX5" fmla="*/ 1433 w 3344"/>
                <a:gd name="csY5" fmla="*/ 478 h 1433"/>
                <a:gd name="csX6" fmla="*/ 3344 w 3344"/>
                <a:gd name="csY6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1433">
                  <a:moveTo>
                    <a:pt x="3344" y="1433"/>
                  </a:moveTo>
                  <a:lnTo>
                    <a:pt x="2866" y="1433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334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5" name="Freeform 1224">
              <a:extLst>
                <a:ext uri="{FF2B5EF4-FFF2-40B4-BE49-F238E27FC236}">
                  <a16:creationId xmlns:a16="http://schemas.microsoft.com/office/drawing/2014/main" id="{48FBFDDA-AA0B-076B-561D-F2D179027BC6}"/>
                </a:ext>
              </a:extLst>
            </p:cNvPr>
            <p:cNvSpPr/>
            <p:nvPr/>
          </p:nvSpPr>
          <p:spPr>
            <a:xfrm>
              <a:off x="7154170" y="3556337"/>
              <a:ext cx="11465" cy="2866"/>
            </a:xfrm>
            <a:custGeom>
              <a:avLst/>
              <a:gdLst>
                <a:gd name="csX0" fmla="*/ 11466 w 11465"/>
                <a:gd name="csY0" fmla="*/ 1433 h 2866"/>
                <a:gd name="csX1" fmla="*/ 9077 w 11465"/>
                <a:gd name="csY1" fmla="*/ 956 h 2866"/>
                <a:gd name="csX2" fmla="*/ 7644 w 11465"/>
                <a:gd name="csY2" fmla="*/ 478 h 2866"/>
                <a:gd name="csX3" fmla="*/ 2866 w 11465"/>
                <a:gd name="csY3" fmla="*/ 1433 h 2866"/>
                <a:gd name="csX4" fmla="*/ 0 w 11465"/>
                <a:gd name="csY4" fmla="*/ 2866 h 2866"/>
                <a:gd name="csX5" fmla="*/ 0 w 11465"/>
                <a:gd name="csY5" fmla="*/ 2866 h 2866"/>
                <a:gd name="csX6" fmla="*/ 2866 w 11465"/>
                <a:gd name="csY6" fmla="*/ 1433 h 2866"/>
                <a:gd name="csX7" fmla="*/ 8121 w 11465"/>
                <a:gd name="csY7" fmla="*/ 0 h 2866"/>
                <a:gd name="csX8" fmla="*/ 9077 w 11465"/>
                <a:gd name="csY8" fmla="*/ 956 h 2866"/>
                <a:gd name="csX9" fmla="*/ 11466 w 11465"/>
                <a:gd name="csY9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465" h="2866">
                  <a:moveTo>
                    <a:pt x="11466" y="1433"/>
                  </a:moveTo>
                  <a:lnTo>
                    <a:pt x="9077" y="956"/>
                  </a:lnTo>
                  <a:lnTo>
                    <a:pt x="7644" y="478"/>
                  </a:lnTo>
                  <a:lnTo>
                    <a:pt x="2866" y="1433"/>
                  </a:lnTo>
                  <a:lnTo>
                    <a:pt x="0" y="2866"/>
                  </a:lnTo>
                  <a:lnTo>
                    <a:pt x="0" y="2866"/>
                  </a:lnTo>
                  <a:lnTo>
                    <a:pt x="2866" y="1433"/>
                  </a:lnTo>
                  <a:lnTo>
                    <a:pt x="8121" y="0"/>
                  </a:lnTo>
                  <a:lnTo>
                    <a:pt x="9077" y="956"/>
                  </a:lnTo>
                  <a:lnTo>
                    <a:pt x="114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6" name="Freeform 1225">
              <a:extLst>
                <a:ext uri="{FF2B5EF4-FFF2-40B4-BE49-F238E27FC236}">
                  <a16:creationId xmlns:a16="http://schemas.microsoft.com/office/drawing/2014/main" id="{9274DEC4-6205-0DE9-F09F-505B24DFB5F0}"/>
                </a:ext>
              </a:extLst>
            </p:cNvPr>
            <p:cNvSpPr/>
            <p:nvPr/>
          </p:nvSpPr>
          <p:spPr>
            <a:xfrm>
              <a:off x="7159425" y="3855874"/>
              <a:ext cx="5254" cy="1433"/>
            </a:xfrm>
            <a:custGeom>
              <a:avLst/>
              <a:gdLst>
                <a:gd name="csX0" fmla="*/ 5255 w 5254"/>
                <a:gd name="csY0" fmla="*/ 0 h 1433"/>
                <a:gd name="csX1" fmla="*/ 3344 w 5254"/>
                <a:gd name="csY1" fmla="*/ 956 h 1433"/>
                <a:gd name="csX2" fmla="*/ 2389 w 5254"/>
                <a:gd name="csY2" fmla="*/ 1433 h 1433"/>
                <a:gd name="csX3" fmla="*/ 0 w 5254"/>
                <a:gd name="csY3" fmla="*/ 1433 h 1433"/>
                <a:gd name="csX4" fmla="*/ 2389 w 5254"/>
                <a:gd name="csY4" fmla="*/ 1433 h 1433"/>
                <a:gd name="csX5" fmla="*/ 3344 w 5254"/>
                <a:gd name="csY5" fmla="*/ 956 h 1433"/>
                <a:gd name="csX6" fmla="*/ 5255 w 5254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4" h="1433">
                  <a:moveTo>
                    <a:pt x="5255" y="0"/>
                  </a:moveTo>
                  <a:lnTo>
                    <a:pt x="3344" y="956"/>
                  </a:lnTo>
                  <a:lnTo>
                    <a:pt x="2389" y="1433"/>
                  </a:lnTo>
                  <a:lnTo>
                    <a:pt x="0" y="1433"/>
                  </a:lnTo>
                  <a:lnTo>
                    <a:pt x="2389" y="1433"/>
                  </a:lnTo>
                  <a:lnTo>
                    <a:pt x="3344" y="956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7" name="Freeform 1226">
              <a:extLst>
                <a:ext uri="{FF2B5EF4-FFF2-40B4-BE49-F238E27FC236}">
                  <a16:creationId xmlns:a16="http://schemas.microsoft.com/office/drawing/2014/main" id="{7B191449-D4D0-6837-F0D6-A6E3534BEF76}"/>
                </a:ext>
              </a:extLst>
            </p:cNvPr>
            <p:cNvSpPr/>
            <p:nvPr/>
          </p:nvSpPr>
          <p:spPr>
            <a:xfrm>
              <a:off x="7145093" y="3560637"/>
              <a:ext cx="4777" cy="955"/>
            </a:xfrm>
            <a:custGeom>
              <a:avLst/>
              <a:gdLst>
                <a:gd name="csX0" fmla="*/ 4777 w 4777"/>
                <a:gd name="csY0" fmla="*/ 478 h 955"/>
                <a:gd name="csX1" fmla="*/ 2389 w 4777"/>
                <a:gd name="csY1" fmla="*/ 478 h 955"/>
                <a:gd name="csX2" fmla="*/ 1911 w 4777"/>
                <a:gd name="csY2" fmla="*/ 478 h 955"/>
                <a:gd name="csX3" fmla="*/ 0 w 4777"/>
                <a:gd name="csY3" fmla="*/ 955 h 955"/>
                <a:gd name="csX4" fmla="*/ 1911 w 4777"/>
                <a:gd name="csY4" fmla="*/ 478 h 955"/>
                <a:gd name="csX5" fmla="*/ 2389 w 4777"/>
                <a:gd name="csY5" fmla="*/ 0 h 955"/>
                <a:gd name="csX6" fmla="*/ 4777 w 4777"/>
                <a:gd name="csY6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7" h="955">
                  <a:moveTo>
                    <a:pt x="4777" y="478"/>
                  </a:moveTo>
                  <a:lnTo>
                    <a:pt x="2389" y="478"/>
                  </a:lnTo>
                  <a:lnTo>
                    <a:pt x="1911" y="478"/>
                  </a:lnTo>
                  <a:lnTo>
                    <a:pt x="0" y="955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8" name="Freeform 1227">
              <a:extLst>
                <a:ext uri="{FF2B5EF4-FFF2-40B4-BE49-F238E27FC236}">
                  <a16:creationId xmlns:a16="http://schemas.microsoft.com/office/drawing/2014/main" id="{44AC5484-B13D-7184-6F21-11DCF7A6D56F}"/>
                </a:ext>
              </a:extLst>
            </p:cNvPr>
            <p:cNvSpPr/>
            <p:nvPr/>
          </p:nvSpPr>
          <p:spPr>
            <a:xfrm>
              <a:off x="7141749" y="3855874"/>
              <a:ext cx="8121" cy="477"/>
            </a:xfrm>
            <a:custGeom>
              <a:avLst/>
              <a:gdLst>
                <a:gd name="csX0" fmla="*/ 8121 w 8121"/>
                <a:gd name="csY0" fmla="*/ 478 h 477"/>
                <a:gd name="csX1" fmla="*/ 4777 w 8121"/>
                <a:gd name="csY1" fmla="*/ 478 h 477"/>
                <a:gd name="csX2" fmla="*/ 0 w 8121"/>
                <a:gd name="csY2" fmla="*/ 0 h 477"/>
                <a:gd name="csX3" fmla="*/ 4777 w 8121"/>
                <a:gd name="csY3" fmla="*/ 478 h 477"/>
                <a:gd name="csX4" fmla="*/ 8121 w 8121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21" h="477">
                  <a:moveTo>
                    <a:pt x="8121" y="478"/>
                  </a:moveTo>
                  <a:lnTo>
                    <a:pt x="4777" y="478"/>
                  </a:lnTo>
                  <a:lnTo>
                    <a:pt x="0" y="0"/>
                  </a:lnTo>
                  <a:lnTo>
                    <a:pt x="4777" y="478"/>
                  </a:lnTo>
                  <a:lnTo>
                    <a:pt x="81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9" name="Freeform 1228">
              <a:extLst>
                <a:ext uri="{FF2B5EF4-FFF2-40B4-BE49-F238E27FC236}">
                  <a16:creationId xmlns:a16="http://schemas.microsoft.com/office/drawing/2014/main" id="{D36F8B4C-977E-8011-CC46-30CAEDBFC21A}"/>
                </a:ext>
              </a:extLst>
            </p:cNvPr>
            <p:cNvSpPr/>
            <p:nvPr/>
          </p:nvSpPr>
          <p:spPr>
            <a:xfrm>
              <a:off x="7115474" y="2004672"/>
              <a:ext cx="32963" cy="15287"/>
            </a:xfrm>
            <a:custGeom>
              <a:avLst/>
              <a:gdLst>
                <a:gd name="csX0" fmla="*/ 32963 w 32963"/>
                <a:gd name="csY0" fmla="*/ 7166 h 15287"/>
                <a:gd name="csX1" fmla="*/ 32963 w 32963"/>
                <a:gd name="csY1" fmla="*/ 8599 h 15287"/>
                <a:gd name="csX2" fmla="*/ 30575 w 32963"/>
                <a:gd name="csY2" fmla="*/ 13854 h 15287"/>
                <a:gd name="csX3" fmla="*/ 28186 w 32963"/>
                <a:gd name="csY3" fmla="*/ 15287 h 15287"/>
                <a:gd name="csX4" fmla="*/ 15287 w 32963"/>
                <a:gd name="csY4" fmla="*/ 13854 h 15287"/>
                <a:gd name="csX5" fmla="*/ 9077 w 32963"/>
                <a:gd name="csY5" fmla="*/ 10988 h 15287"/>
                <a:gd name="csX6" fmla="*/ 8121 w 32963"/>
                <a:gd name="csY6" fmla="*/ 9077 h 15287"/>
                <a:gd name="csX7" fmla="*/ 8121 w 32963"/>
                <a:gd name="csY7" fmla="*/ 7644 h 15287"/>
                <a:gd name="csX8" fmla="*/ 0 w 32963"/>
                <a:gd name="csY8" fmla="*/ 5255 h 15287"/>
                <a:gd name="csX9" fmla="*/ 3344 w 32963"/>
                <a:gd name="csY9" fmla="*/ 1433 h 15287"/>
                <a:gd name="csX10" fmla="*/ 13376 w 32963"/>
                <a:gd name="csY10" fmla="*/ 0 h 15287"/>
                <a:gd name="csX11" fmla="*/ 31530 w 32963"/>
                <a:gd name="csY11" fmla="*/ 3822 h 15287"/>
                <a:gd name="csX12" fmla="*/ 32963 w 32963"/>
                <a:gd name="csY12" fmla="*/ 7166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2963" h="15287">
                  <a:moveTo>
                    <a:pt x="32963" y="7166"/>
                  </a:moveTo>
                  <a:lnTo>
                    <a:pt x="32963" y="8599"/>
                  </a:lnTo>
                  <a:lnTo>
                    <a:pt x="30575" y="13854"/>
                  </a:lnTo>
                  <a:lnTo>
                    <a:pt x="28186" y="15287"/>
                  </a:lnTo>
                  <a:lnTo>
                    <a:pt x="15287" y="13854"/>
                  </a:lnTo>
                  <a:lnTo>
                    <a:pt x="9077" y="10988"/>
                  </a:lnTo>
                  <a:lnTo>
                    <a:pt x="8121" y="9077"/>
                  </a:lnTo>
                  <a:lnTo>
                    <a:pt x="8121" y="7644"/>
                  </a:lnTo>
                  <a:lnTo>
                    <a:pt x="0" y="5255"/>
                  </a:lnTo>
                  <a:lnTo>
                    <a:pt x="3344" y="1433"/>
                  </a:lnTo>
                  <a:lnTo>
                    <a:pt x="13376" y="0"/>
                  </a:lnTo>
                  <a:lnTo>
                    <a:pt x="31530" y="3822"/>
                  </a:lnTo>
                  <a:lnTo>
                    <a:pt x="32963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0" name="Freeform 1229">
              <a:extLst>
                <a:ext uri="{FF2B5EF4-FFF2-40B4-BE49-F238E27FC236}">
                  <a16:creationId xmlns:a16="http://schemas.microsoft.com/office/drawing/2014/main" id="{248BA548-52C2-67B1-F062-8BB5C74D6547}"/>
                </a:ext>
              </a:extLst>
            </p:cNvPr>
            <p:cNvSpPr/>
            <p:nvPr/>
          </p:nvSpPr>
          <p:spPr>
            <a:xfrm>
              <a:off x="7136972" y="3562070"/>
              <a:ext cx="6688" cy="955"/>
            </a:xfrm>
            <a:custGeom>
              <a:avLst/>
              <a:gdLst>
                <a:gd name="csX0" fmla="*/ 6688 w 6688"/>
                <a:gd name="csY0" fmla="*/ 0 h 955"/>
                <a:gd name="csX1" fmla="*/ 4300 w 6688"/>
                <a:gd name="csY1" fmla="*/ 956 h 955"/>
                <a:gd name="csX2" fmla="*/ 1911 w 6688"/>
                <a:gd name="csY2" fmla="*/ 956 h 955"/>
                <a:gd name="csX3" fmla="*/ 0 w 6688"/>
                <a:gd name="csY3" fmla="*/ 956 h 955"/>
                <a:gd name="csX4" fmla="*/ 1911 w 6688"/>
                <a:gd name="csY4" fmla="*/ 956 h 955"/>
                <a:gd name="csX5" fmla="*/ 4300 w 6688"/>
                <a:gd name="csY5" fmla="*/ 478 h 955"/>
                <a:gd name="csX6" fmla="*/ 6688 w 6688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8" h="955">
                  <a:moveTo>
                    <a:pt x="6688" y="0"/>
                  </a:moveTo>
                  <a:lnTo>
                    <a:pt x="4300" y="956"/>
                  </a:lnTo>
                  <a:lnTo>
                    <a:pt x="1911" y="956"/>
                  </a:lnTo>
                  <a:lnTo>
                    <a:pt x="0" y="956"/>
                  </a:lnTo>
                  <a:lnTo>
                    <a:pt x="1911" y="956"/>
                  </a:lnTo>
                  <a:lnTo>
                    <a:pt x="4300" y="478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1" name="Freeform 1230">
              <a:extLst>
                <a:ext uri="{FF2B5EF4-FFF2-40B4-BE49-F238E27FC236}">
                  <a16:creationId xmlns:a16="http://schemas.microsoft.com/office/drawing/2014/main" id="{AC9F59D5-F7AD-7E85-6B19-14BDC1C13D68}"/>
                </a:ext>
              </a:extLst>
            </p:cNvPr>
            <p:cNvSpPr/>
            <p:nvPr/>
          </p:nvSpPr>
          <p:spPr>
            <a:xfrm>
              <a:off x="7138404" y="4223248"/>
              <a:ext cx="955" cy="1433"/>
            </a:xfrm>
            <a:custGeom>
              <a:avLst/>
              <a:gdLst>
                <a:gd name="csX0" fmla="*/ 956 w 955"/>
                <a:gd name="csY0" fmla="*/ 955 h 1433"/>
                <a:gd name="csX1" fmla="*/ 956 w 955"/>
                <a:gd name="csY1" fmla="*/ 1433 h 1433"/>
                <a:gd name="csX2" fmla="*/ 478 w 955"/>
                <a:gd name="csY2" fmla="*/ 955 h 1433"/>
                <a:gd name="csX3" fmla="*/ 0 w 955"/>
                <a:gd name="csY3" fmla="*/ 0 h 1433"/>
                <a:gd name="csX4" fmla="*/ 0 w 955"/>
                <a:gd name="csY4" fmla="*/ 0 h 1433"/>
                <a:gd name="csX5" fmla="*/ 956 w 955"/>
                <a:gd name="csY5" fmla="*/ 955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1433">
                  <a:moveTo>
                    <a:pt x="956" y="955"/>
                  </a:moveTo>
                  <a:lnTo>
                    <a:pt x="956" y="1433"/>
                  </a:lnTo>
                  <a:lnTo>
                    <a:pt x="478" y="955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2" name="Freeform 1231">
              <a:extLst>
                <a:ext uri="{FF2B5EF4-FFF2-40B4-BE49-F238E27FC236}">
                  <a16:creationId xmlns:a16="http://schemas.microsoft.com/office/drawing/2014/main" id="{66768B3E-AC1F-5DB9-9157-C48492792B9E}"/>
                </a:ext>
              </a:extLst>
            </p:cNvPr>
            <p:cNvSpPr/>
            <p:nvPr/>
          </p:nvSpPr>
          <p:spPr>
            <a:xfrm>
              <a:off x="6756699" y="3949509"/>
              <a:ext cx="382661" cy="315779"/>
            </a:xfrm>
            <a:custGeom>
              <a:avLst/>
              <a:gdLst>
                <a:gd name="csX0" fmla="*/ 382184 w 382661"/>
                <a:gd name="csY0" fmla="*/ 274694 h 315779"/>
                <a:gd name="csX1" fmla="*/ 382661 w 382661"/>
                <a:gd name="csY1" fmla="*/ 275172 h 315779"/>
                <a:gd name="csX2" fmla="*/ 381228 w 382661"/>
                <a:gd name="csY2" fmla="*/ 276128 h 315779"/>
                <a:gd name="csX3" fmla="*/ 381228 w 382661"/>
                <a:gd name="csY3" fmla="*/ 276128 h 315779"/>
                <a:gd name="csX4" fmla="*/ 381228 w 382661"/>
                <a:gd name="csY4" fmla="*/ 278039 h 315779"/>
                <a:gd name="csX5" fmla="*/ 381228 w 382661"/>
                <a:gd name="csY5" fmla="*/ 280427 h 315779"/>
                <a:gd name="csX6" fmla="*/ 381228 w 382661"/>
                <a:gd name="csY6" fmla="*/ 280427 h 315779"/>
                <a:gd name="csX7" fmla="*/ 380273 w 382661"/>
                <a:gd name="csY7" fmla="*/ 280905 h 315779"/>
                <a:gd name="csX8" fmla="*/ 380273 w 382661"/>
                <a:gd name="csY8" fmla="*/ 280905 h 315779"/>
                <a:gd name="csX9" fmla="*/ 379795 w 382661"/>
                <a:gd name="csY9" fmla="*/ 284727 h 315779"/>
                <a:gd name="csX10" fmla="*/ 379795 w 382661"/>
                <a:gd name="csY10" fmla="*/ 284727 h 315779"/>
                <a:gd name="csX11" fmla="*/ 378361 w 382661"/>
                <a:gd name="csY11" fmla="*/ 285205 h 315779"/>
                <a:gd name="csX12" fmla="*/ 372151 w 382661"/>
                <a:gd name="csY12" fmla="*/ 285205 h 315779"/>
                <a:gd name="csX13" fmla="*/ 371673 w 382661"/>
                <a:gd name="csY13" fmla="*/ 285205 h 315779"/>
                <a:gd name="csX14" fmla="*/ 369285 w 382661"/>
                <a:gd name="csY14" fmla="*/ 286160 h 315779"/>
                <a:gd name="csX15" fmla="*/ 365463 w 382661"/>
                <a:gd name="csY15" fmla="*/ 286638 h 315779"/>
                <a:gd name="csX16" fmla="*/ 364030 w 382661"/>
                <a:gd name="csY16" fmla="*/ 287116 h 315779"/>
                <a:gd name="csX17" fmla="*/ 362596 w 382661"/>
                <a:gd name="csY17" fmla="*/ 288071 h 315779"/>
                <a:gd name="csX18" fmla="*/ 362596 w 382661"/>
                <a:gd name="csY18" fmla="*/ 288071 h 315779"/>
                <a:gd name="csX19" fmla="*/ 361641 w 382661"/>
                <a:gd name="csY19" fmla="*/ 289504 h 315779"/>
                <a:gd name="csX20" fmla="*/ 361641 w 382661"/>
                <a:gd name="csY20" fmla="*/ 290460 h 315779"/>
                <a:gd name="csX21" fmla="*/ 361163 w 382661"/>
                <a:gd name="csY21" fmla="*/ 290937 h 315779"/>
                <a:gd name="csX22" fmla="*/ 359252 w 382661"/>
                <a:gd name="csY22" fmla="*/ 290460 h 315779"/>
                <a:gd name="csX23" fmla="*/ 358297 w 382661"/>
                <a:gd name="csY23" fmla="*/ 291415 h 315779"/>
                <a:gd name="csX24" fmla="*/ 353997 w 382661"/>
                <a:gd name="csY24" fmla="*/ 293326 h 315779"/>
                <a:gd name="csX25" fmla="*/ 353520 w 382661"/>
                <a:gd name="csY25" fmla="*/ 293326 h 315779"/>
                <a:gd name="csX26" fmla="*/ 353520 w 382661"/>
                <a:gd name="csY26" fmla="*/ 293326 h 315779"/>
                <a:gd name="csX27" fmla="*/ 352564 w 382661"/>
                <a:gd name="csY27" fmla="*/ 294759 h 315779"/>
                <a:gd name="csX28" fmla="*/ 352086 w 382661"/>
                <a:gd name="csY28" fmla="*/ 298103 h 315779"/>
                <a:gd name="csX29" fmla="*/ 351609 w 382661"/>
                <a:gd name="csY29" fmla="*/ 300970 h 315779"/>
                <a:gd name="csX30" fmla="*/ 351609 w 382661"/>
                <a:gd name="csY30" fmla="*/ 301447 h 315779"/>
                <a:gd name="csX31" fmla="*/ 350175 w 382661"/>
                <a:gd name="csY31" fmla="*/ 302881 h 315779"/>
                <a:gd name="csX32" fmla="*/ 350175 w 382661"/>
                <a:gd name="csY32" fmla="*/ 302881 h 315779"/>
                <a:gd name="csX33" fmla="*/ 349698 w 382661"/>
                <a:gd name="csY33" fmla="*/ 302881 h 315779"/>
                <a:gd name="csX34" fmla="*/ 350175 w 382661"/>
                <a:gd name="csY34" fmla="*/ 304314 h 315779"/>
                <a:gd name="csX35" fmla="*/ 349220 w 382661"/>
                <a:gd name="csY35" fmla="*/ 306225 h 315779"/>
                <a:gd name="csX36" fmla="*/ 348742 w 382661"/>
                <a:gd name="csY36" fmla="*/ 312435 h 315779"/>
                <a:gd name="csX37" fmla="*/ 348264 w 382661"/>
                <a:gd name="csY37" fmla="*/ 313868 h 315779"/>
                <a:gd name="csX38" fmla="*/ 347309 w 382661"/>
                <a:gd name="csY38" fmla="*/ 314346 h 315779"/>
                <a:gd name="csX39" fmla="*/ 346354 w 382661"/>
                <a:gd name="csY39" fmla="*/ 314824 h 315779"/>
                <a:gd name="csX40" fmla="*/ 344920 w 382661"/>
                <a:gd name="csY40" fmla="*/ 315779 h 315779"/>
                <a:gd name="csX41" fmla="*/ 341577 w 382661"/>
                <a:gd name="csY41" fmla="*/ 315301 h 315779"/>
                <a:gd name="csX42" fmla="*/ 339188 w 382661"/>
                <a:gd name="csY42" fmla="*/ 314346 h 315779"/>
                <a:gd name="csX43" fmla="*/ 330111 w 382661"/>
                <a:gd name="csY43" fmla="*/ 312435 h 315779"/>
                <a:gd name="csX44" fmla="*/ 329155 w 382661"/>
                <a:gd name="csY44" fmla="*/ 311480 h 315779"/>
                <a:gd name="csX45" fmla="*/ 328678 w 382661"/>
                <a:gd name="csY45" fmla="*/ 309569 h 315779"/>
                <a:gd name="csX46" fmla="*/ 327245 w 382661"/>
                <a:gd name="csY46" fmla="*/ 309091 h 315779"/>
                <a:gd name="csX47" fmla="*/ 324856 w 382661"/>
                <a:gd name="csY47" fmla="*/ 311958 h 315779"/>
                <a:gd name="csX48" fmla="*/ 317212 w 382661"/>
                <a:gd name="csY48" fmla="*/ 310524 h 315779"/>
                <a:gd name="csX49" fmla="*/ 314823 w 382661"/>
                <a:gd name="csY49" fmla="*/ 311002 h 315779"/>
                <a:gd name="csX50" fmla="*/ 313390 w 382661"/>
                <a:gd name="csY50" fmla="*/ 310047 h 315779"/>
                <a:gd name="csX51" fmla="*/ 309091 w 382661"/>
                <a:gd name="csY51" fmla="*/ 310047 h 315779"/>
                <a:gd name="csX52" fmla="*/ 306224 w 382661"/>
                <a:gd name="csY52" fmla="*/ 308613 h 315779"/>
                <a:gd name="csX53" fmla="*/ 301447 w 382661"/>
                <a:gd name="csY53" fmla="*/ 309569 h 315779"/>
                <a:gd name="csX54" fmla="*/ 298103 w 382661"/>
                <a:gd name="csY54" fmla="*/ 309569 h 315779"/>
                <a:gd name="csX55" fmla="*/ 293325 w 382661"/>
                <a:gd name="csY55" fmla="*/ 306702 h 315779"/>
                <a:gd name="csX56" fmla="*/ 287593 w 382661"/>
                <a:gd name="csY56" fmla="*/ 306225 h 315779"/>
                <a:gd name="csX57" fmla="*/ 283293 w 382661"/>
                <a:gd name="csY57" fmla="*/ 306225 h 315779"/>
                <a:gd name="csX58" fmla="*/ 281382 w 382661"/>
                <a:gd name="csY58" fmla="*/ 306225 h 315779"/>
                <a:gd name="csX59" fmla="*/ 277561 w 382661"/>
                <a:gd name="csY59" fmla="*/ 305269 h 315779"/>
                <a:gd name="csX60" fmla="*/ 276127 w 382661"/>
                <a:gd name="csY60" fmla="*/ 304314 h 315779"/>
                <a:gd name="csX61" fmla="*/ 273261 w 382661"/>
                <a:gd name="csY61" fmla="*/ 304792 h 315779"/>
                <a:gd name="csX62" fmla="*/ 271828 w 382661"/>
                <a:gd name="csY62" fmla="*/ 303358 h 315779"/>
                <a:gd name="csX63" fmla="*/ 264184 w 382661"/>
                <a:gd name="csY63" fmla="*/ 302403 h 315779"/>
                <a:gd name="csX64" fmla="*/ 262751 w 382661"/>
                <a:gd name="csY64" fmla="*/ 299536 h 315779"/>
                <a:gd name="csX65" fmla="*/ 261318 w 382661"/>
                <a:gd name="csY65" fmla="*/ 297148 h 315779"/>
                <a:gd name="csX66" fmla="*/ 261318 w 382661"/>
                <a:gd name="csY66" fmla="*/ 294759 h 315779"/>
                <a:gd name="csX67" fmla="*/ 259407 w 382661"/>
                <a:gd name="csY67" fmla="*/ 290460 h 315779"/>
                <a:gd name="csX68" fmla="*/ 258929 w 382661"/>
                <a:gd name="csY68" fmla="*/ 284249 h 315779"/>
                <a:gd name="csX69" fmla="*/ 257974 w 382661"/>
                <a:gd name="csY69" fmla="*/ 281860 h 315779"/>
                <a:gd name="csX70" fmla="*/ 257018 w 382661"/>
                <a:gd name="csY70" fmla="*/ 279472 h 315779"/>
                <a:gd name="csX71" fmla="*/ 255585 w 382661"/>
                <a:gd name="csY71" fmla="*/ 278039 h 315779"/>
                <a:gd name="csX72" fmla="*/ 253674 w 382661"/>
                <a:gd name="csY72" fmla="*/ 276128 h 315779"/>
                <a:gd name="csX73" fmla="*/ 252241 w 382661"/>
                <a:gd name="csY73" fmla="*/ 275172 h 315779"/>
                <a:gd name="csX74" fmla="*/ 244597 w 382661"/>
                <a:gd name="csY74" fmla="*/ 273739 h 315779"/>
                <a:gd name="csX75" fmla="*/ 243164 w 382661"/>
                <a:gd name="csY75" fmla="*/ 273739 h 315779"/>
                <a:gd name="csX76" fmla="*/ 239820 w 382661"/>
                <a:gd name="csY76" fmla="*/ 274694 h 315779"/>
                <a:gd name="csX77" fmla="*/ 236476 w 382661"/>
                <a:gd name="csY77" fmla="*/ 277083 h 315779"/>
                <a:gd name="csX78" fmla="*/ 230743 w 382661"/>
                <a:gd name="csY78" fmla="*/ 278039 h 315779"/>
                <a:gd name="csX79" fmla="*/ 229310 w 382661"/>
                <a:gd name="csY79" fmla="*/ 278994 h 315779"/>
                <a:gd name="csX80" fmla="*/ 227877 w 382661"/>
                <a:gd name="csY80" fmla="*/ 281383 h 315779"/>
                <a:gd name="csX81" fmla="*/ 225966 w 382661"/>
                <a:gd name="csY81" fmla="*/ 282338 h 315779"/>
                <a:gd name="csX82" fmla="*/ 223577 w 382661"/>
                <a:gd name="csY82" fmla="*/ 282338 h 315779"/>
                <a:gd name="csX83" fmla="*/ 220711 w 382661"/>
                <a:gd name="csY83" fmla="*/ 283294 h 315779"/>
                <a:gd name="csX84" fmla="*/ 215933 w 382661"/>
                <a:gd name="csY84" fmla="*/ 286638 h 315779"/>
                <a:gd name="csX85" fmla="*/ 213067 w 382661"/>
                <a:gd name="csY85" fmla="*/ 287593 h 315779"/>
                <a:gd name="csX86" fmla="*/ 210679 w 382661"/>
                <a:gd name="csY86" fmla="*/ 287593 h 315779"/>
                <a:gd name="csX87" fmla="*/ 208290 w 382661"/>
                <a:gd name="csY87" fmla="*/ 286160 h 315779"/>
                <a:gd name="csX88" fmla="*/ 203035 w 382661"/>
                <a:gd name="csY88" fmla="*/ 283771 h 315779"/>
                <a:gd name="csX89" fmla="*/ 199213 w 382661"/>
                <a:gd name="csY89" fmla="*/ 283294 h 315779"/>
                <a:gd name="csX90" fmla="*/ 194436 w 382661"/>
                <a:gd name="csY90" fmla="*/ 283771 h 315779"/>
                <a:gd name="csX91" fmla="*/ 192047 w 382661"/>
                <a:gd name="csY91" fmla="*/ 283294 h 315779"/>
                <a:gd name="csX92" fmla="*/ 188225 w 382661"/>
                <a:gd name="csY92" fmla="*/ 280905 h 315779"/>
                <a:gd name="csX93" fmla="*/ 187270 w 382661"/>
                <a:gd name="csY93" fmla="*/ 278994 h 315779"/>
                <a:gd name="csX94" fmla="*/ 184881 w 382661"/>
                <a:gd name="csY94" fmla="*/ 277561 h 315779"/>
                <a:gd name="csX95" fmla="*/ 177715 w 382661"/>
                <a:gd name="csY95" fmla="*/ 274694 h 315779"/>
                <a:gd name="csX96" fmla="*/ 171983 w 382661"/>
                <a:gd name="csY96" fmla="*/ 271351 h 315779"/>
                <a:gd name="csX97" fmla="*/ 171027 w 382661"/>
                <a:gd name="csY97" fmla="*/ 269917 h 315779"/>
                <a:gd name="csX98" fmla="*/ 170072 w 382661"/>
                <a:gd name="csY98" fmla="*/ 267529 h 315779"/>
                <a:gd name="csX99" fmla="*/ 167683 w 382661"/>
                <a:gd name="csY99" fmla="*/ 265140 h 315779"/>
                <a:gd name="csX100" fmla="*/ 161950 w 382661"/>
                <a:gd name="csY100" fmla="*/ 263229 h 315779"/>
                <a:gd name="csX101" fmla="*/ 159084 w 382661"/>
                <a:gd name="csY101" fmla="*/ 260840 h 315779"/>
                <a:gd name="csX102" fmla="*/ 155262 w 382661"/>
                <a:gd name="csY102" fmla="*/ 260363 h 315779"/>
                <a:gd name="csX103" fmla="*/ 151440 w 382661"/>
                <a:gd name="csY103" fmla="*/ 260363 h 315779"/>
                <a:gd name="csX104" fmla="*/ 150007 w 382661"/>
                <a:gd name="csY104" fmla="*/ 260363 h 315779"/>
                <a:gd name="csX105" fmla="*/ 148574 w 382661"/>
                <a:gd name="csY105" fmla="*/ 259407 h 315779"/>
                <a:gd name="csX106" fmla="*/ 143796 w 382661"/>
                <a:gd name="csY106" fmla="*/ 254630 h 315779"/>
                <a:gd name="csX107" fmla="*/ 143796 w 382661"/>
                <a:gd name="csY107" fmla="*/ 252719 h 315779"/>
                <a:gd name="csX108" fmla="*/ 140930 w 382661"/>
                <a:gd name="csY108" fmla="*/ 248419 h 315779"/>
                <a:gd name="csX109" fmla="*/ 140452 w 382661"/>
                <a:gd name="csY109" fmla="*/ 246986 h 315779"/>
                <a:gd name="csX110" fmla="*/ 139497 w 382661"/>
                <a:gd name="csY110" fmla="*/ 242209 h 315779"/>
                <a:gd name="csX111" fmla="*/ 139019 w 382661"/>
                <a:gd name="csY111" fmla="*/ 241253 h 315779"/>
                <a:gd name="csX112" fmla="*/ 135675 w 382661"/>
                <a:gd name="csY112" fmla="*/ 239343 h 315779"/>
                <a:gd name="csX113" fmla="*/ 135197 w 382661"/>
                <a:gd name="csY113" fmla="*/ 238387 h 315779"/>
                <a:gd name="csX114" fmla="*/ 136153 w 382661"/>
                <a:gd name="csY114" fmla="*/ 236476 h 315779"/>
                <a:gd name="csX115" fmla="*/ 136153 w 382661"/>
                <a:gd name="csY115" fmla="*/ 235521 h 315779"/>
                <a:gd name="csX116" fmla="*/ 134242 w 382661"/>
                <a:gd name="csY116" fmla="*/ 234087 h 315779"/>
                <a:gd name="csX117" fmla="*/ 131853 w 382661"/>
                <a:gd name="csY117" fmla="*/ 233610 h 315779"/>
                <a:gd name="csX118" fmla="*/ 131376 w 382661"/>
                <a:gd name="csY118" fmla="*/ 232177 h 315779"/>
                <a:gd name="csX119" fmla="*/ 131853 w 382661"/>
                <a:gd name="csY119" fmla="*/ 229788 h 315779"/>
                <a:gd name="csX120" fmla="*/ 131376 w 382661"/>
                <a:gd name="csY120" fmla="*/ 227877 h 315779"/>
                <a:gd name="csX121" fmla="*/ 129465 w 382661"/>
                <a:gd name="csY121" fmla="*/ 225488 h 315779"/>
                <a:gd name="csX122" fmla="*/ 126120 w 382661"/>
                <a:gd name="csY122" fmla="*/ 222622 h 315779"/>
                <a:gd name="csX123" fmla="*/ 123254 w 382661"/>
                <a:gd name="csY123" fmla="*/ 218800 h 315779"/>
                <a:gd name="csX124" fmla="*/ 121821 w 382661"/>
                <a:gd name="csY124" fmla="*/ 217845 h 315779"/>
                <a:gd name="csX125" fmla="*/ 121343 w 382661"/>
                <a:gd name="csY125" fmla="*/ 214978 h 315779"/>
                <a:gd name="csX126" fmla="*/ 119910 w 382661"/>
                <a:gd name="csY126" fmla="*/ 211634 h 315779"/>
                <a:gd name="csX127" fmla="*/ 118477 w 382661"/>
                <a:gd name="csY127" fmla="*/ 211634 h 315779"/>
                <a:gd name="csX128" fmla="*/ 109878 w 382661"/>
                <a:gd name="csY128" fmla="*/ 215456 h 315779"/>
                <a:gd name="csX129" fmla="*/ 107489 w 382661"/>
                <a:gd name="csY129" fmla="*/ 213068 h 315779"/>
                <a:gd name="csX130" fmla="*/ 99845 w 382661"/>
                <a:gd name="csY130" fmla="*/ 209723 h 315779"/>
                <a:gd name="csX131" fmla="*/ 99367 w 382661"/>
                <a:gd name="csY131" fmla="*/ 208768 h 315779"/>
                <a:gd name="csX132" fmla="*/ 98890 w 382661"/>
                <a:gd name="csY132" fmla="*/ 208290 h 315779"/>
                <a:gd name="csX133" fmla="*/ 99845 w 382661"/>
                <a:gd name="csY133" fmla="*/ 207812 h 315779"/>
                <a:gd name="csX134" fmla="*/ 100801 w 382661"/>
                <a:gd name="csY134" fmla="*/ 207335 h 315779"/>
                <a:gd name="csX135" fmla="*/ 102712 w 382661"/>
                <a:gd name="csY135" fmla="*/ 208290 h 315779"/>
                <a:gd name="csX136" fmla="*/ 103667 w 382661"/>
                <a:gd name="csY136" fmla="*/ 207335 h 315779"/>
                <a:gd name="csX137" fmla="*/ 103189 w 382661"/>
                <a:gd name="csY137" fmla="*/ 205902 h 315779"/>
                <a:gd name="csX138" fmla="*/ 101278 w 382661"/>
                <a:gd name="csY138" fmla="*/ 205424 h 315779"/>
                <a:gd name="csX139" fmla="*/ 98890 w 382661"/>
                <a:gd name="csY139" fmla="*/ 205424 h 315779"/>
                <a:gd name="csX140" fmla="*/ 99367 w 382661"/>
                <a:gd name="csY140" fmla="*/ 206379 h 315779"/>
                <a:gd name="csX141" fmla="*/ 96979 w 382661"/>
                <a:gd name="csY141" fmla="*/ 207812 h 315779"/>
                <a:gd name="csX142" fmla="*/ 96501 w 382661"/>
                <a:gd name="csY142" fmla="*/ 209246 h 315779"/>
                <a:gd name="csX143" fmla="*/ 96979 w 382661"/>
                <a:gd name="csY143" fmla="*/ 210679 h 315779"/>
                <a:gd name="csX144" fmla="*/ 97456 w 382661"/>
                <a:gd name="csY144" fmla="*/ 213545 h 315779"/>
                <a:gd name="csX145" fmla="*/ 96501 w 382661"/>
                <a:gd name="csY145" fmla="*/ 214501 h 315779"/>
                <a:gd name="csX146" fmla="*/ 95546 w 382661"/>
                <a:gd name="csY146" fmla="*/ 214978 h 315779"/>
                <a:gd name="csX147" fmla="*/ 92201 w 382661"/>
                <a:gd name="csY147" fmla="*/ 215456 h 315779"/>
                <a:gd name="csX148" fmla="*/ 90769 w 382661"/>
                <a:gd name="csY148" fmla="*/ 216412 h 315779"/>
                <a:gd name="csX149" fmla="*/ 89813 w 382661"/>
                <a:gd name="csY149" fmla="*/ 216889 h 315779"/>
                <a:gd name="csX150" fmla="*/ 88380 w 382661"/>
                <a:gd name="csY150" fmla="*/ 215934 h 315779"/>
                <a:gd name="csX151" fmla="*/ 87424 w 382661"/>
                <a:gd name="csY151" fmla="*/ 214978 h 315779"/>
                <a:gd name="csX152" fmla="*/ 86947 w 382661"/>
                <a:gd name="csY152" fmla="*/ 213545 h 315779"/>
                <a:gd name="csX153" fmla="*/ 86947 w 382661"/>
                <a:gd name="csY153" fmla="*/ 212590 h 315779"/>
                <a:gd name="csX154" fmla="*/ 86947 w 382661"/>
                <a:gd name="csY154" fmla="*/ 212112 h 315779"/>
                <a:gd name="csX155" fmla="*/ 86469 w 382661"/>
                <a:gd name="csY155" fmla="*/ 211156 h 315779"/>
                <a:gd name="csX156" fmla="*/ 85513 w 382661"/>
                <a:gd name="csY156" fmla="*/ 210201 h 315779"/>
                <a:gd name="csX157" fmla="*/ 84558 w 382661"/>
                <a:gd name="csY157" fmla="*/ 209246 h 315779"/>
                <a:gd name="csX158" fmla="*/ 83603 w 382661"/>
                <a:gd name="csY158" fmla="*/ 209246 h 315779"/>
                <a:gd name="csX159" fmla="*/ 82647 w 382661"/>
                <a:gd name="csY159" fmla="*/ 208290 h 315779"/>
                <a:gd name="csX160" fmla="*/ 82169 w 382661"/>
                <a:gd name="csY160" fmla="*/ 207335 h 315779"/>
                <a:gd name="csX161" fmla="*/ 80258 w 382661"/>
                <a:gd name="csY161" fmla="*/ 206379 h 315779"/>
                <a:gd name="csX162" fmla="*/ 79303 w 382661"/>
                <a:gd name="csY162" fmla="*/ 206379 h 315779"/>
                <a:gd name="csX163" fmla="*/ 79303 w 382661"/>
                <a:gd name="csY163" fmla="*/ 202080 h 315779"/>
                <a:gd name="csX164" fmla="*/ 79303 w 382661"/>
                <a:gd name="csY164" fmla="*/ 198736 h 315779"/>
                <a:gd name="csX165" fmla="*/ 79303 w 382661"/>
                <a:gd name="csY165" fmla="*/ 195391 h 315779"/>
                <a:gd name="csX166" fmla="*/ 75959 w 382661"/>
                <a:gd name="csY166" fmla="*/ 194914 h 315779"/>
                <a:gd name="csX167" fmla="*/ 72615 w 382661"/>
                <a:gd name="csY167" fmla="*/ 194914 h 315779"/>
                <a:gd name="csX168" fmla="*/ 72615 w 382661"/>
                <a:gd name="csY168" fmla="*/ 192047 h 315779"/>
                <a:gd name="csX169" fmla="*/ 72615 w 382661"/>
                <a:gd name="csY169" fmla="*/ 186314 h 315779"/>
                <a:gd name="csX170" fmla="*/ 74048 w 382661"/>
                <a:gd name="csY170" fmla="*/ 182015 h 315779"/>
                <a:gd name="csX171" fmla="*/ 75481 w 382661"/>
                <a:gd name="csY171" fmla="*/ 178193 h 315779"/>
                <a:gd name="csX172" fmla="*/ 75481 w 382661"/>
                <a:gd name="csY172" fmla="*/ 178193 h 315779"/>
                <a:gd name="csX173" fmla="*/ 73570 w 382661"/>
                <a:gd name="csY173" fmla="*/ 174849 h 315779"/>
                <a:gd name="csX174" fmla="*/ 70704 w 382661"/>
                <a:gd name="csY174" fmla="*/ 171983 h 315779"/>
                <a:gd name="csX175" fmla="*/ 69271 w 382661"/>
                <a:gd name="csY175" fmla="*/ 170549 h 315779"/>
                <a:gd name="csX176" fmla="*/ 67360 w 382661"/>
                <a:gd name="csY176" fmla="*/ 166250 h 315779"/>
                <a:gd name="csX177" fmla="*/ 66404 w 382661"/>
                <a:gd name="csY177" fmla="*/ 164817 h 315779"/>
                <a:gd name="csX178" fmla="*/ 65926 w 382661"/>
                <a:gd name="csY178" fmla="*/ 163861 h 315779"/>
                <a:gd name="csX179" fmla="*/ 64971 w 382661"/>
                <a:gd name="csY179" fmla="*/ 163384 h 315779"/>
                <a:gd name="csX180" fmla="*/ 61627 w 382661"/>
                <a:gd name="csY180" fmla="*/ 163861 h 315779"/>
                <a:gd name="csX181" fmla="*/ 58760 w 382661"/>
                <a:gd name="csY181" fmla="*/ 161473 h 315779"/>
                <a:gd name="csX182" fmla="*/ 54939 w 382661"/>
                <a:gd name="csY182" fmla="*/ 159084 h 315779"/>
                <a:gd name="csX183" fmla="*/ 50639 w 382661"/>
                <a:gd name="csY183" fmla="*/ 155740 h 315779"/>
                <a:gd name="csX184" fmla="*/ 46817 w 382661"/>
                <a:gd name="csY184" fmla="*/ 153829 h 315779"/>
                <a:gd name="csX185" fmla="*/ 45384 w 382661"/>
                <a:gd name="csY185" fmla="*/ 153351 h 315779"/>
                <a:gd name="csX186" fmla="*/ 41562 w 382661"/>
                <a:gd name="csY186" fmla="*/ 153351 h 315779"/>
                <a:gd name="csX187" fmla="*/ 41085 w 382661"/>
                <a:gd name="csY187" fmla="*/ 152873 h 315779"/>
                <a:gd name="csX188" fmla="*/ 41085 w 382661"/>
                <a:gd name="csY188" fmla="*/ 151440 h 315779"/>
                <a:gd name="csX189" fmla="*/ 41085 w 382661"/>
                <a:gd name="csY189" fmla="*/ 150485 h 315779"/>
                <a:gd name="csX190" fmla="*/ 42040 w 382661"/>
                <a:gd name="csY190" fmla="*/ 148574 h 315779"/>
                <a:gd name="csX191" fmla="*/ 42040 w 382661"/>
                <a:gd name="csY191" fmla="*/ 148574 h 315779"/>
                <a:gd name="csX192" fmla="*/ 42040 w 382661"/>
                <a:gd name="csY192" fmla="*/ 147141 h 315779"/>
                <a:gd name="csX193" fmla="*/ 39651 w 382661"/>
                <a:gd name="csY193" fmla="*/ 143319 h 315779"/>
                <a:gd name="csX194" fmla="*/ 39174 w 382661"/>
                <a:gd name="csY194" fmla="*/ 141886 h 315779"/>
                <a:gd name="csX195" fmla="*/ 36785 w 382661"/>
                <a:gd name="csY195" fmla="*/ 141408 h 315779"/>
                <a:gd name="csX196" fmla="*/ 37263 w 382661"/>
                <a:gd name="csY196" fmla="*/ 140453 h 315779"/>
                <a:gd name="csX197" fmla="*/ 37263 w 382661"/>
                <a:gd name="csY197" fmla="*/ 139497 h 315779"/>
                <a:gd name="csX198" fmla="*/ 36785 w 382661"/>
                <a:gd name="csY198" fmla="*/ 139019 h 315779"/>
                <a:gd name="csX199" fmla="*/ 36307 w 382661"/>
                <a:gd name="csY199" fmla="*/ 138542 h 315779"/>
                <a:gd name="csX200" fmla="*/ 35830 w 382661"/>
                <a:gd name="csY200" fmla="*/ 138542 h 315779"/>
                <a:gd name="csX201" fmla="*/ 33919 w 382661"/>
                <a:gd name="csY201" fmla="*/ 139019 h 315779"/>
                <a:gd name="csX202" fmla="*/ 32963 w 382661"/>
                <a:gd name="csY202" fmla="*/ 137586 h 315779"/>
                <a:gd name="csX203" fmla="*/ 29141 w 382661"/>
                <a:gd name="csY203" fmla="*/ 132331 h 315779"/>
                <a:gd name="csX204" fmla="*/ 27708 w 382661"/>
                <a:gd name="csY204" fmla="*/ 131376 h 315779"/>
                <a:gd name="csX205" fmla="*/ 27230 w 382661"/>
                <a:gd name="csY205" fmla="*/ 131376 h 315779"/>
                <a:gd name="csX206" fmla="*/ 28186 w 382661"/>
                <a:gd name="csY206" fmla="*/ 129465 h 315779"/>
                <a:gd name="csX207" fmla="*/ 30097 w 382661"/>
                <a:gd name="csY207" fmla="*/ 127076 h 315779"/>
                <a:gd name="csX208" fmla="*/ 30097 w 382661"/>
                <a:gd name="csY208" fmla="*/ 127076 h 315779"/>
                <a:gd name="csX209" fmla="*/ 30097 w 382661"/>
                <a:gd name="csY209" fmla="*/ 125643 h 315779"/>
                <a:gd name="csX210" fmla="*/ 30097 w 382661"/>
                <a:gd name="csY210" fmla="*/ 124210 h 315779"/>
                <a:gd name="csX211" fmla="*/ 28186 w 382661"/>
                <a:gd name="csY211" fmla="*/ 121343 h 315779"/>
                <a:gd name="csX212" fmla="*/ 28664 w 382661"/>
                <a:gd name="csY212" fmla="*/ 120388 h 315779"/>
                <a:gd name="csX213" fmla="*/ 29619 w 382661"/>
                <a:gd name="csY213" fmla="*/ 118955 h 315779"/>
                <a:gd name="csX214" fmla="*/ 29619 w 382661"/>
                <a:gd name="csY214" fmla="*/ 117999 h 315779"/>
                <a:gd name="csX215" fmla="*/ 30574 w 382661"/>
                <a:gd name="csY215" fmla="*/ 117999 h 315779"/>
                <a:gd name="csX216" fmla="*/ 32008 w 382661"/>
                <a:gd name="csY216" fmla="*/ 117999 h 315779"/>
                <a:gd name="csX217" fmla="*/ 32008 w 382661"/>
                <a:gd name="csY217" fmla="*/ 117999 h 315779"/>
                <a:gd name="csX218" fmla="*/ 32485 w 382661"/>
                <a:gd name="csY218" fmla="*/ 117044 h 315779"/>
                <a:gd name="csX219" fmla="*/ 32485 w 382661"/>
                <a:gd name="csY219" fmla="*/ 117044 h 315779"/>
                <a:gd name="csX220" fmla="*/ 32485 w 382661"/>
                <a:gd name="csY220" fmla="*/ 114177 h 315779"/>
                <a:gd name="csX221" fmla="*/ 32963 w 382661"/>
                <a:gd name="csY221" fmla="*/ 113222 h 315779"/>
                <a:gd name="csX222" fmla="*/ 37740 w 382661"/>
                <a:gd name="csY222" fmla="*/ 107967 h 315779"/>
                <a:gd name="csX223" fmla="*/ 40129 w 382661"/>
                <a:gd name="csY223" fmla="*/ 106534 h 315779"/>
                <a:gd name="csX224" fmla="*/ 42040 w 382661"/>
                <a:gd name="csY224" fmla="*/ 105578 h 315779"/>
                <a:gd name="csX225" fmla="*/ 42040 w 382661"/>
                <a:gd name="csY225" fmla="*/ 105578 h 315779"/>
                <a:gd name="csX226" fmla="*/ 42517 w 382661"/>
                <a:gd name="csY226" fmla="*/ 104145 h 315779"/>
                <a:gd name="csX227" fmla="*/ 42040 w 382661"/>
                <a:gd name="csY227" fmla="*/ 103190 h 315779"/>
                <a:gd name="csX228" fmla="*/ 41562 w 382661"/>
                <a:gd name="csY228" fmla="*/ 102234 h 315779"/>
                <a:gd name="csX229" fmla="*/ 41562 w 382661"/>
                <a:gd name="csY229" fmla="*/ 101279 h 315779"/>
                <a:gd name="csX230" fmla="*/ 39651 w 382661"/>
                <a:gd name="csY230" fmla="*/ 98890 h 315779"/>
                <a:gd name="csX231" fmla="*/ 38696 w 382661"/>
                <a:gd name="csY231" fmla="*/ 97935 h 315779"/>
                <a:gd name="csX232" fmla="*/ 38696 w 382661"/>
                <a:gd name="csY232" fmla="*/ 96979 h 315779"/>
                <a:gd name="csX233" fmla="*/ 39174 w 382661"/>
                <a:gd name="csY233" fmla="*/ 95068 h 315779"/>
                <a:gd name="csX234" fmla="*/ 40129 w 382661"/>
                <a:gd name="csY234" fmla="*/ 93635 h 315779"/>
                <a:gd name="csX235" fmla="*/ 42996 w 382661"/>
                <a:gd name="csY235" fmla="*/ 92680 h 315779"/>
                <a:gd name="csX236" fmla="*/ 42996 w 382661"/>
                <a:gd name="csY236" fmla="*/ 92680 h 315779"/>
                <a:gd name="csX237" fmla="*/ 44428 w 382661"/>
                <a:gd name="csY237" fmla="*/ 92202 h 315779"/>
                <a:gd name="csX238" fmla="*/ 44906 w 382661"/>
                <a:gd name="csY238" fmla="*/ 91247 h 315779"/>
                <a:gd name="csX239" fmla="*/ 42517 w 382661"/>
                <a:gd name="csY239" fmla="*/ 90291 h 315779"/>
                <a:gd name="csX240" fmla="*/ 38218 w 382661"/>
                <a:gd name="csY240" fmla="*/ 89813 h 315779"/>
                <a:gd name="csX241" fmla="*/ 34874 w 382661"/>
                <a:gd name="csY241" fmla="*/ 90291 h 315779"/>
                <a:gd name="csX242" fmla="*/ 33919 w 382661"/>
                <a:gd name="csY242" fmla="*/ 89813 h 315779"/>
                <a:gd name="csX243" fmla="*/ 32485 w 382661"/>
                <a:gd name="csY243" fmla="*/ 87902 h 315779"/>
                <a:gd name="csX244" fmla="*/ 30574 w 382661"/>
                <a:gd name="csY244" fmla="*/ 86947 h 315779"/>
                <a:gd name="csX245" fmla="*/ 29141 w 382661"/>
                <a:gd name="csY245" fmla="*/ 85991 h 315779"/>
                <a:gd name="csX246" fmla="*/ 27708 w 382661"/>
                <a:gd name="csY246" fmla="*/ 86469 h 315779"/>
                <a:gd name="csX247" fmla="*/ 26753 w 382661"/>
                <a:gd name="csY247" fmla="*/ 85991 h 315779"/>
                <a:gd name="csX248" fmla="*/ 26275 w 382661"/>
                <a:gd name="csY248" fmla="*/ 85036 h 315779"/>
                <a:gd name="csX249" fmla="*/ 24364 w 382661"/>
                <a:gd name="csY249" fmla="*/ 78348 h 315779"/>
                <a:gd name="csX250" fmla="*/ 23408 w 382661"/>
                <a:gd name="csY250" fmla="*/ 77392 h 315779"/>
                <a:gd name="csX251" fmla="*/ 23408 w 382661"/>
                <a:gd name="csY251" fmla="*/ 77392 h 315779"/>
                <a:gd name="csX252" fmla="*/ 22453 w 382661"/>
                <a:gd name="csY252" fmla="*/ 77392 h 315779"/>
                <a:gd name="csX253" fmla="*/ 22453 w 382661"/>
                <a:gd name="csY253" fmla="*/ 77392 h 315779"/>
                <a:gd name="csX254" fmla="*/ 21975 w 382661"/>
                <a:gd name="csY254" fmla="*/ 76915 h 315779"/>
                <a:gd name="csX255" fmla="*/ 21020 w 382661"/>
                <a:gd name="csY255" fmla="*/ 76437 h 315779"/>
                <a:gd name="csX256" fmla="*/ 20542 w 382661"/>
                <a:gd name="csY256" fmla="*/ 75959 h 315779"/>
                <a:gd name="csX257" fmla="*/ 20064 w 382661"/>
                <a:gd name="csY257" fmla="*/ 74526 h 315779"/>
                <a:gd name="csX258" fmla="*/ 20064 w 382661"/>
                <a:gd name="csY258" fmla="*/ 72615 h 315779"/>
                <a:gd name="csX259" fmla="*/ 20064 w 382661"/>
                <a:gd name="csY259" fmla="*/ 71659 h 315779"/>
                <a:gd name="csX260" fmla="*/ 20064 w 382661"/>
                <a:gd name="csY260" fmla="*/ 70704 h 315779"/>
                <a:gd name="csX261" fmla="*/ 19109 w 382661"/>
                <a:gd name="csY261" fmla="*/ 69749 h 315779"/>
                <a:gd name="csX262" fmla="*/ 18153 w 382661"/>
                <a:gd name="csY262" fmla="*/ 69271 h 315779"/>
                <a:gd name="csX263" fmla="*/ 17198 w 382661"/>
                <a:gd name="csY263" fmla="*/ 68316 h 315779"/>
                <a:gd name="csX264" fmla="*/ 15287 w 382661"/>
                <a:gd name="csY264" fmla="*/ 62105 h 315779"/>
                <a:gd name="csX265" fmla="*/ 14809 w 382661"/>
                <a:gd name="csY265" fmla="*/ 60672 h 315779"/>
                <a:gd name="csX266" fmla="*/ 14809 w 382661"/>
                <a:gd name="csY266" fmla="*/ 60672 h 315779"/>
                <a:gd name="csX267" fmla="*/ 14809 w 382661"/>
                <a:gd name="csY267" fmla="*/ 60194 h 315779"/>
                <a:gd name="csX268" fmla="*/ 14809 w 382661"/>
                <a:gd name="csY268" fmla="*/ 58761 h 315779"/>
                <a:gd name="csX269" fmla="*/ 15287 w 382661"/>
                <a:gd name="csY269" fmla="*/ 57805 h 315779"/>
                <a:gd name="csX270" fmla="*/ 15287 w 382661"/>
                <a:gd name="csY270" fmla="*/ 57805 h 315779"/>
                <a:gd name="csX271" fmla="*/ 15287 w 382661"/>
                <a:gd name="csY271" fmla="*/ 57328 h 315779"/>
                <a:gd name="csX272" fmla="*/ 13854 w 382661"/>
                <a:gd name="csY272" fmla="*/ 55417 h 315779"/>
                <a:gd name="csX273" fmla="*/ 11465 w 382661"/>
                <a:gd name="csY273" fmla="*/ 53984 h 315779"/>
                <a:gd name="csX274" fmla="*/ 10987 w 382661"/>
                <a:gd name="csY274" fmla="*/ 53984 h 315779"/>
                <a:gd name="csX275" fmla="*/ 10987 w 382661"/>
                <a:gd name="csY275" fmla="*/ 52073 h 315779"/>
                <a:gd name="csX276" fmla="*/ 10987 w 382661"/>
                <a:gd name="csY276" fmla="*/ 51117 h 315779"/>
                <a:gd name="csX277" fmla="*/ 10987 w 382661"/>
                <a:gd name="csY277" fmla="*/ 49684 h 315779"/>
                <a:gd name="csX278" fmla="*/ 10510 w 382661"/>
                <a:gd name="csY278" fmla="*/ 49206 h 315779"/>
                <a:gd name="csX279" fmla="*/ 10510 w 382661"/>
                <a:gd name="csY279" fmla="*/ 48728 h 315779"/>
                <a:gd name="csX280" fmla="*/ 11465 w 382661"/>
                <a:gd name="csY280" fmla="*/ 47773 h 315779"/>
                <a:gd name="csX281" fmla="*/ 10987 w 382661"/>
                <a:gd name="csY281" fmla="*/ 46818 h 315779"/>
                <a:gd name="csX282" fmla="*/ 7644 w 382661"/>
                <a:gd name="csY282" fmla="*/ 44907 h 315779"/>
                <a:gd name="csX283" fmla="*/ 6210 w 382661"/>
                <a:gd name="csY283" fmla="*/ 43951 h 315779"/>
                <a:gd name="csX284" fmla="*/ 4299 w 382661"/>
                <a:gd name="csY284" fmla="*/ 43474 h 315779"/>
                <a:gd name="csX285" fmla="*/ 3821 w 382661"/>
                <a:gd name="csY285" fmla="*/ 42996 h 315779"/>
                <a:gd name="csX286" fmla="*/ 4299 w 382661"/>
                <a:gd name="csY286" fmla="*/ 41563 h 315779"/>
                <a:gd name="csX287" fmla="*/ 4777 w 382661"/>
                <a:gd name="csY287" fmla="*/ 40129 h 315779"/>
                <a:gd name="csX288" fmla="*/ 4777 w 382661"/>
                <a:gd name="csY288" fmla="*/ 40129 h 315779"/>
                <a:gd name="csX289" fmla="*/ 6210 w 382661"/>
                <a:gd name="csY289" fmla="*/ 38218 h 315779"/>
                <a:gd name="csX290" fmla="*/ 6688 w 382661"/>
                <a:gd name="csY290" fmla="*/ 37741 h 315779"/>
                <a:gd name="csX291" fmla="*/ 7166 w 382661"/>
                <a:gd name="csY291" fmla="*/ 36308 h 315779"/>
                <a:gd name="csX292" fmla="*/ 7166 w 382661"/>
                <a:gd name="csY292" fmla="*/ 34874 h 315779"/>
                <a:gd name="csX293" fmla="*/ 8599 w 382661"/>
                <a:gd name="csY293" fmla="*/ 33441 h 315779"/>
                <a:gd name="csX294" fmla="*/ 8599 w 382661"/>
                <a:gd name="csY294" fmla="*/ 33441 h 315779"/>
                <a:gd name="csX295" fmla="*/ 8599 w 382661"/>
                <a:gd name="csY295" fmla="*/ 33441 h 315779"/>
                <a:gd name="csX296" fmla="*/ 8121 w 382661"/>
                <a:gd name="csY296" fmla="*/ 32486 h 315779"/>
                <a:gd name="csX297" fmla="*/ 7166 w 382661"/>
                <a:gd name="csY297" fmla="*/ 32486 h 315779"/>
                <a:gd name="csX298" fmla="*/ 6210 w 382661"/>
                <a:gd name="csY298" fmla="*/ 32486 h 315779"/>
                <a:gd name="csX299" fmla="*/ 5733 w 382661"/>
                <a:gd name="csY299" fmla="*/ 32008 h 315779"/>
                <a:gd name="csX300" fmla="*/ 5255 w 382661"/>
                <a:gd name="csY300" fmla="*/ 31052 h 315779"/>
                <a:gd name="csX301" fmla="*/ 5733 w 382661"/>
                <a:gd name="csY301" fmla="*/ 28186 h 315779"/>
                <a:gd name="csX302" fmla="*/ 5255 w 382661"/>
                <a:gd name="csY302" fmla="*/ 26275 h 315779"/>
                <a:gd name="csX303" fmla="*/ 4777 w 382661"/>
                <a:gd name="csY303" fmla="*/ 24842 h 315779"/>
                <a:gd name="csX304" fmla="*/ 5255 w 382661"/>
                <a:gd name="csY304" fmla="*/ 21498 h 315779"/>
                <a:gd name="csX305" fmla="*/ 4299 w 382661"/>
                <a:gd name="csY305" fmla="*/ 21020 h 315779"/>
                <a:gd name="csX306" fmla="*/ 2866 w 382661"/>
                <a:gd name="csY306" fmla="*/ 19109 h 315779"/>
                <a:gd name="csX307" fmla="*/ 2389 w 382661"/>
                <a:gd name="csY307" fmla="*/ 17676 h 315779"/>
                <a:gd name="csX308" fmla="*/ 2866 w 382661"/>
                <a:gd name="csY308" fmla="*/ 17198 h 315779"/>
                <a:gd name="csX309" fmla="*/ 2866 w 382661"/>
                <a:gd name="csY309" fmla="*/ 16721 h 315779"/>
                <a:gd name="csX310" fmla="*/ 2866 w 382661"/>
                <a:gd name="csY310" fmla="*/ 16243 h 315779"/>
                <a:gd name="csX311" fmla="*/ 3344 w 382661"/>
                <a:gd name="csY311" fmla="*/ 15287 h 315779"/>
                <a:gd name="csX312" fmla="*/ 3344 w 382661"/>
                <a:gd name="csY312" fmla="*/ 14332 h 315779"/>
                <a:gd name="csX313" fmla="*/ 1910 w 382661"/>
                <a:gd name="csY313" fmla="*/ 13377 h 315779"/>
                <a:gd name="csX314" fmla="*/ 1433 w 382661"/>
                <a:gd name="csY314" fmla="*/ 12899 h 315779"/>
                <a:gd name="csX315" fmla="*/ 955 w 382661"/>
                <a:gd name="csY315" fmla="*/ 11943 h 315779"/>
                <a:gd name="csX316" fmla="*/ 955 w 382661"/>
                <a:gd name="csY316" fmla="*/ 10510 h 315779"/>
                <a:gd name="csX317" fmla="*/ 478 w 382661"/>
                <a:gd name="csY317" fmla="*/ 9555 h 315779"/>
                <a:gd name="csX318" fmla="*/ 0 w 382661"/>
                <a:gd name="csY318" fmla="*/ 9077 h 315779"/>
                <a:gd name="csX319" fmla="*/ 478 w 382661"/>
                <a:gd name="csY319" fmla="*/ 8599 h 315779"/>
                <a:gd name="csX320" fmla="*/ 1910 w 382661"/>
                <a:gd name="csY320" fmla="*/ 8121 h 315779"/>
                <a:gd name="csX321" fmla="*/ 4299 w 382661"/>
                <a:gd name="csY321" fmla="*/ 8599 h 315779"/>
                <a:gd name="csX322" fmla="*/ 6210 w 382661"/>
                <a:gd name="csY322" fmla="*/ 8599 h 315779"/>
                <a:gd name="csX323" fmla="*/ 6210 w 382661"/>
                <a:gd name="csY323" fmla="*/ 8599 h 315779"/>
                <a:gd name="csX324" fmla="*/ 7166 w 382661"/>
                <a:gd name="csY324" fmla="*/ 8121 h 315779"/>
                <a:gd name="csX325" fmla="*/ 7644 w 382661"/>
                <a:gd name="csY325" fmla="*/ 8121 h 315779"/>
                <a:gd name="csX326" fmla="*/ 8599 w 382661"/>
                <a:gd name="csY326" fmla="*/ 2389 h 315779"/>
                <a:gd name="csX327" fmla="*/ 10032 w 382661"/>
                <a:gd name="csY327" fmla="*/ 478 h 315779"/>
                <a:gd name="csX328" fmla="*/ 11465 w 382661"/>
                <a:gd name="csY328" fmla="*/ 0 h 315779"/>
                <a:gd name="csX329" fmla="*/ 13854 w 382661"/>
                <a:gd name="csY329" fmla="*/ 1911 h 315779"/>
                <a:gd name="csX330" fmla="*/ 15287 w 382661"/>
                <a:gd name="csY330" fmla="*/ 2389 h 315779"/>
                <a:gd name="csX331" fmla="*/ 15765 w 382661"/>
                <a:gd name="csY331" fmla="*/ 2389 h 315779"/>
                <a:gd name="csX332" fmla="*/ 16242 w 382661"/>
                <a:gd name="csY332" fmla="*/ 3344 h 315779"/>
                <a:gd name="csX333" fmla="*/ 19587 w 382661"/>
                <a:gd name="csY333" fmla="*/ 8121 h 315779"/>
                <a:gd name="csX334" fmla="*/ 21020 w 382661"/>
                <a:gd name="csY334" fmla="*/ 9555 h 315779"/>
                <a:gd name="csX335" fmla="*/ 21498 w 382661"/>
                <a:gd name="csY335" fmla="*/ 10510 h 315779"/>
                <a:gd name="csX336" fmla="*/ 21975 w 382661"/>
                <a:gd name="csY336" fmla="*/ 11943 h 315779"/>
                <a:gd name="csX337" fmla="*/ 22453 w 382661"/>
                <a:gd name="csY337" fmla="*/ 11943 h 315779"/>
                <a:gd name="csX338" fmla="*/ 23408 w 382661"/>
                <a:gd name="csY338" fmla="*/ 12899 h 315779"/>
                <a:gd name="csX339" fmla="*/ 24364 w 382661"/>
                <a:gd name="csY339" fmla="*/ 13377 h 315779"/>
                <a:gd name="csX340" fmla="*/ 26275 w 382661"/>
                <a:gd name="csY340" fmla="*/ 14810 h 315779"/>
                <a:gd name="csX341" fmla="*/ 27230 w 382661"/>
                <a:gd name="csY341" fmla="*/ 15765 h 315779"/>
                <a:gd name="csX342" fmla="*/ 29141 w 382661"/>
                <a:gd name="csY342" fmla="*/ 17676 h 315779"/>
                <a:gd name="csX343" fmla="*/ 31052 w 382661"/>
                <a:gd name="csY343" fmla="*/ 18632 h 315779"/>
                <a:gd name="csX344" fmla="*/ 37740 w 382661"/>
                <a:gd name="csY344" fmla="*/ 20065 h 315779"/>
                <a:gd name="csX345" fmla="*/ 41562 w 382661"/>
                <a:gd name="csY345" fmla="*/ 20543 h 315779"/>
                <a:gd name="csX346" fmla="*/ 42517 w 382661"/>
                <a:gd name="csY346" fmla="*/ 21020 h 315779"/>
                <a:gd name="csX347" fmla="*/ 45384 w 382661"/>
                <a:gd name="csY347" fmla="*/ 20065 h 315779"/>
                <a:gd name="csX348" fmla="*/ 49206 w 382661"/>
                <a:gd name="csY348" fmla="*/ 20065 h 315779"/>
                <a:gd name="csX349" fmla="*/ 49206 w 382661"/>
                <a:gd name="csY349" fmla="*/ 20065 h 315779"/>
                <a:gd name="csX350" fmla="*/ 50162 w 382661"/>
                <a:gd name="csY350" fmla="*/ 20065 h 315779"/>
                <a:gd name="csX351" fmla="*/ 54939 w 382661"/>
                <a:gd name="csY351" fmla="*/ 15765 h 315779"/>
                <a:gd name="csX352" fmla="*/ 56372 w 382661"/>
                <a:gd name="csY352" fmla="*/ 14332 h 315779"/>
                <a:gd name="csX353" fmla="*/ 58760 w 382661"/>
                <a:gd name="csY353" fmla="*/ 13854 h 315779"/>
                <a:gd name="csX354" fmla="*/ 60194 w 382661"/>
                <a:gd name="csY354" fmla="*/ 11943 h 315779"/>
                <a:gd name="csX355" fmla="*/ 62582 w 382661"/>
                <a:gd name="csY355" fmla="*/ 10032 h 315779"/>
                <a:gd name="csX356" fmla="*/ 63060 w 382661"/>
                <a:gd name="csY356" fmla="*/ 10032 h 315779"/>
                <a:gd name="csX357" fmla="*/ 65926 w 382661"/>
                <a:gd name="csY357" fmla="*/ 8121 h 315779"/>
                <a:gd name="csX358" fmla="*/ 68315 w 382661"/>
                <a:gd name="csY358" fmla="*/ 6211 h 315779"/>
                <a:gd name="csX359" fmla="*/ 70704 w 382661"/>
                <a:gd name="csY359" fmla="*/ 5255 h 315779"/>
                <a:gd name="csX360" fmla="*/ 74526 w 382661"/>
                <a:gd name="csY360" fmla="*/ 2867 h 315779"/>
                <a:gd name="csX361" fmla="*/ 76914 w 382661"/>
                <a:gd name="csY361" fmla="*/ 1911 h 315779"/>
                <a:gd name="csX362" fmla="*/ 76914 w 382661"/>
                <a:gd name="csY362" fmla="*/ 1911 h 315779"/>
                <a:gd name="csX363" fmla="*/ 78825 w 382661"/>
                <a:gd name="csY363" fmla="*/ 1911 h 315779"/>
                <a:gd name="csX364" fmla="*/ 82169 w 382661"/>
                <a:gd name="csY364" fmla="*/ 4777 h 315779"/>
                <a:gd name="csX365" fmla="*/ 84558 w 382661"/>
                <a:gd name="csY365" fmla="*/ 7166 h 315779"/>
                <a:gd name="csX366" fmla="*/ 85513 w 382661"/>
                <a:gd name="csY366" fmla="*/ 8599 h 315779"/>
                <a:gd name="csX367" fmla="*/ 84080 w 382661"/>
                <a:gd name="csY367" fmla="*/ 9555 h 315779"/>
                <a:gd name="csX368" fmla="*/ 81692 w 382661"/>
                <a:gd name="csY368" fmla="*/ 10510 h 315779"/>
                <a:gd name="csX369" fmla="*/ 81214 w 382661"/>
                <a:gd name="csY369" fmla="*/ 11466 h 315779"/>
                <a:gd name="csX370" fmla="*/ 81214 w 382661"/>
                <a:gd name="csY370" fmla="*/ 11943 h 315779"/>
                <a:gd name="csX371" fmla="*/ 81214 w 382661"/>
                <a:gd name="csY371" fmla="*/ 12899 h 315779"/>
                <a:gd name="csX372" fmla="*/ 81214 w 382661"/>
                <a:gd name="csY372" fmla="*/ 12899 h 315779"/>
                <a:gd name="csX373" fmla="*/ 81214 w 382661"/>
                <a:gd name="csY373" fmla="*/ 13854 h 315779"/>
                <a:gd name="csX374" fmla="*/ 81214 w 382661"/>
                <a:gd name="csY374" fmla="*/ 13854 h 315779"/>
                <a:gd name="csX375" fmla="*/ 84558 w 382661"/>
                <a:gd name="csY375" fmla="*/ 15287 h 315779"/>
                <a:gd name="csX376" fmla="*/ 84558 w 382661"/>
                <a:gd name="csY376" fmla="*/ 15765 h 315779"/>
                <a:gd name="csX377" fmla="*/ 84558 w 382661"/>
                <a:gd name="csY377" fmla="*/ 16243 h 315779"/>
                <a:gd name="csX378" fmla="*/ 84558 w 382661"/>
                <a:gd name="csY378" fmla="*/ 17198 h 315779"/>
                <a:gd name="csX379" fmla="*/ 84558 w 382661"/>
                <a:gd name="csY379" fmla="*/ 18154 h 315779"/>
                <a:gd name="csX380" fmla="*/ 83603 w 382661"/>
                <a:gd name="csY380" fmla="*/ 18154 h 315779"/>
                <a:gd name="csX381" fmla="*/ 81692 w 382661"/>
                <a:gd name="csY381" fmla="*/ 18632 h 315779"/>
                <a:gd name="csX382" fmla="*/ 79781 w 382661"/>
                <a:gd name="csY382" fmla="*/ 19587 h 315779"/>
                <a:gd name="csX383" fmla="*/ 79781 w 382661"/>
                <a:gd name="csY383" fmla="*/ 19587 h 315779"/>
                <a:gd name="csX384" fmla="*/ 79303 w 382661"/>
                <a:gd name="csY384" fmla="*/ 20065 h 315779"/>
                <a:gd name="csX385" fmla="*/ 78825 w 382661"/>
                <a:gd name="csY385" fmla="*/ 20543 h 315779"/>
                <a:gd name="csX386" fmla="*/ 78825 w 382661"/>
                <a:gd name="csY386" fmla="*/ 21020 h 315779"/>
                <a:gd name="csX387" fmla="*/ 78825 w 382661"/>
                <a:gd name="csY387" fmla="*/ 21498 h 315779"/>
                <a:gd name="csX388" fmla="*/ 79303 w 382661"/>
                <a:gd name="csY388" fmla="*/ 21976 h 315779"/>
                <a:gd name="csX389" fmla="*/ 83124 w 382661"/>
                <a:gd name="csY389" fmla="*/ 24364 h 315779"/>
                <a:gd name="csX390" fmla="*/ 83603 w 382661"/>
                <a:gd name="csY390" fmla="*/ 25320 h 315779"/>
                <a:gd name="csX391" fmla="*/ 84080 w 382661"/>
                <a:gd name="csY391" fmla="*/ 26275 h 315779"/>
                <a:gd name="csX392" fmla="*/ 85035 w 382661"/>
                <a:gd name="csY392" fmla="*/ 26753 h 315779"/>
                <a:gd name="csX393" fmla="*/ 85035 w 382661"/>
                <a:gd name="csY393" fmla="*/ 26753 h 315779"/>
                <a:gd name="csX394" fmla="*/ 86469 w 382661"/>
                <a:gd name="csY394" fmla="*/ 27231 h 315779"/>
                <a:gd name="csX395" fmla="*/ 87424 w 382661"/>
                <a:gd name="csY395" fmla="*/ 27231 h 315779"/>
                <a:gd name="csX396" fmla="*/ 90769 w 382661"/>
                <a:gd name="csY396" fmla="*/ 31530 h 315779"/>
                <a:gd name="csX397" fmla="*/ 91724 w 382661"/>
                <a:gd name="csY397" fmla="*/ 32008 h 315779"/>
                <a:gd name="csX398" fmla="*/ 95546 w 382661"/>
                <a:gd name="csY398" fmla="*/ 31052 h 315779"/>
                <a:gd name="csX399" fmla="*/ 96024 w 382661"/>
                <a:gd name="csY399" fmla="*/ 31052 h 315779"/>
                <a:gd name="csX400" fmla="*/ 96024 w 382661"/>
                <a:gd name="csY400" fmla="*/ 32008 h 315779"/>
                <a:gd name="csX401" fmla="*/ 96979 w 382661"/>
                <a:gd name="csY401" fmla="*/ 37741 h 315779"/>
                <a:gd name="csX402" fmla="*/ 97456 w 382661"/>
                <a:gd name="csY402" fmla="*/ 40607 h 315779"/>
                <a:gd name="csX403" fmla="*/ 97935 w 382661"/>
                <a:gd name="csY403" fmla="*/ 43474 h 315779"/>
                <a:gd name="csX404" fmla="*/ 98890 w 382661"/>
                <a:gd name="csY404" fmla="*/ 46340 h 315779"/>
                <a:gd name="csX405" fmla="*/ 100323 w 382661"/>
                <a:gd name="csY405" fmla="*/ 48728 h 315779"/>
                <a:gd name="csX406" fmla="*/ 102234 w 382661"/>
                <a:gd name="csY406" fmla="*/ 50162 h 315779"/>
                <a:gd name="csX407" fmla="*/ 106056 w 382661"/>
                <a:gd name="csY407" fmla="*/ 52073 h 315779"/>
                <a:gd name="csX408" fmla="*/ 107967 w 382661"/>
                <a:gd name="csY408" fmla="*/ 52550 h 315779"/>
                <a:gd name="csX409" fmla="*/ 113222 w 382661"/>
                <a:gd name="csY409" fmla="*/ 53028 h 315779"/>
                <a:gd name="csX410" fmla="*/ 117999 w 382661"/>
                <a:gd name="csY410" fmla="*/ 53506 h 315779"/>
                <a:gd name="csX411" fmla="*/ 121343 w 382661"/>
                <a:gd name="csY411" fmla="*/ 54461 h 315779"/>
                <a:gd name="csX412" fmla="*/ 122299 w 382661"/>
                <a:gd name="csY412" fmla="*/ 55417 h 315779"/>
                <a:gd name="csX413" fmla="*/ 122776 w 382661"/>
                <a:gd name="csY413" fmla="*/ 55894 h 315779"/>
                <a:gd name="csX414" fmla="*/ 125165 w 382661"/>
                <a:gd name="csY414" fmla="*/ 60194 h 315779"/>
                <a:gd name="csX415" fmla="*/ 128987 w 382661"/>
                <a:gd name="csY415" fmla="*/ 63538 h 315779"/>
                <a:gd name="csX416" fmla="*/ 137108 w 382661"/>
                <a:gd name="csY416" fmla="*/ 68316 h 315779"/>
                <a:gd name="csX417" fmla="*/ 140930 w 382661"/>
                <a:gd name="csY417" fmla="*/ 69749 h 315779"/>
                <a:gd name="csX418" fmla="*/ 153351 w 382661"/>
                <a:gd name="csY418" fmla="*/ 72615 h 315779"/>
                <a:gd name="csX419" fmla="*/ 161950 w 382661"/>
                <a:gd name="csY419" fmla="*/ 72615 h 315779"/>
                <a:gd name="csX420" fmla="*/ 185359 w 382661"/>
                <a:gd name="csY420" fmla="*/ 66882 h 315779"/>
                <a:gd name="csX421" fmla="*/ 193480 w 382661"/>
                <a:gd name="csY421" fmla="*/ 65449 h 315779"/>
                <a:gd name="csX422" fmla="*/ 196347 w 382661"/>
                <a:gd name="csY422" fmla="*/ 65449 h 315779"/>
                <a:gd name="csX423" fmla="*/ 194436 w 382661"/>
                <a:gd name="csY423" fmla="*/ 66405 h 315779"/>
                <a:gd name="csX424" fmla="*/ 191569 w 382661"/>
                <a:gd name="csY424" fmla="*/ 67360 h 315779"/>
                <a:gd name="csX425" fmla="*/ 193480 w 382661"/>
                <a:gd name="csY425" fmla="*/ 67838 h 315779"/>
                <a:gd name="csX426" fmla="*/ 195869 w 382661"/>
                <a:gd name="csY426" fmla="*/ 67838 h 315779"/>
                <a:gd name="csX427" fmla="*/ 197302 w 382661"/>
                <a:gd name="csY427" fmla="*/ 67838 h 315779"/>
                <a:gd name="csX428" fmla="*/ 198258 w 382661"/>
                <a:gd name="csY428" fmla="*/ 67360 h 315779"/>
                <a:gd name="csX429" fmla="*/ 198258 w 382661"/>
                <a:gd name="csY429" fmla="*/ 65927 h 315779"/>
                <a:gd name="csX430" fmla="*/ 198258 w 382661"/>
                <a:gd name="csY430" fmla="*/ 64971 h 315779"/>
                <a:gd name="csX431" fmla="*/ 196824 w 382661"/>
                <a:gd name="csY431" fmla="*/ 59716 h 315779"/>
                <a:gd name="csX432" fmla="*/ 196347 w 382661"/>
                <a:gd name="csY432" fmla="*/ 55894 h 315779"/>
                <a:gd name="csX433" fmla="*/ 201602 w 382661"/>
                <a:gd name="csY433" fmla="*/ 56372 h 315779"/>
                <a:gd name="csX434" fmla="*/ 203990 w 382661"/>
                <a:gd name="csY434" fmla="*/ 55894 h 315779"/>
                <a:gd name="csX435" fmla="*/ 206856 w 382661"/>
                <a:gd name="csY435" fmla="*/ 54461 h 315779"/>
                <a:gd name="csX436" fmla="*/ 209245 w 382661"/>
                <a:gd name="csY436" fmla="*/ 53984 h 315779"/>
                <a:gd name="csX437" fmla="*/ 210679 w 382661"/>
                <a:gd name="csY437" fmla="*/ 53506 h 315779"/>
                <a:gd name="csX438" fmla="*/ 211634 w 382661"/>
                <a:gd name="csY438" fmla="*/ 53028 h 315779"/>
                <a:gd name="csX439" fmla="*/ 212590 w 382661"/>
                <a:gd name="csY439" fmla="*/ 52550 h 315779"/>
                <a:gd name="csX440" fmla="*/ 212590 w 382661"/>
                <a:gd name="csY440" fmla="*/ 52550 h 315779"/>
                <a:gd name="csX441" fmla="*/ 214978 w 382661"/>
                <a:gd name="csY441" fmla="*/ 47295 h 315779"/>
                <a:gd name="csX442" fmla="*/ 215933 w 382661"/>
                <a:gd name="csY442" fmla="*/ 45862 h 315779"/>
                <a:gd name="csX443" fmla="*/ 219277 w 382661"/>
                <a:gd name="csY443" fmla="*/ 42996 h 315779"/>
                <a:gd name="csX444" fmla="*/ 222144 w 382661"/>
                <a:gd name="csY444" fmla="*/ 41563 h 315779"/>
                <a:gd name="csX445" fmla="*/ 225488 w 382661"/>
                <a:gd name="csY445" fmla="*/ 39652 h 315779"/>
                <a:gd name="csX446" fmla="*/ 229310 w 382661"/>
                <a:gd name="csY446" fmla="*/ 38696 h 315779"/>
                <a:gd name="csX447" fmla="*/ 234565 w 382661"/>
                <a:gd name="csY447" fmla="*/ 38696 h 315779"/>
                <a:gd name="csX448" fmla="*/ 238387 w 382661"/>
                <a:gd name="csY448" fmla="*/ 39174 h 315779"/>
                <a:gd name="csX449" fmla="*/ 238387 w 382661"/>
                <a:gd name="csY449" fmla="*/ 39174 h 315779"/>
                <a:gd name="csX450" fmla="*/ 240775 w 382661"/>
                <a:gd name="csY450" fmla="*/ 39174 h 315779"/>
                <a:gd name="csX451" fmla="*/ 242209 w 382661"/>
                <a:gd name="csY451" fmla="*/ 39174 h 315779"/>
                <a:gd name="csX452" fmla="*/ 243164 w 382661"/>
                <a:gd name="csY452" fmla="*/ 39174 h 315779"/>
                <a:gd name="csX453" fmla="*/ 243642 w 382661"/>
                <a:gd name="csY453" fmla="*/ 38696 h 315779"/>
                <a:gd name="csX454" fmla="*/ 243642 w 382661"/>
                <a:gd name="csY454" fmla="*/ 38696 h 315779"/>
                <a:gd name="csX455" fmla="*/ 244120 w 382661"/>
                <a:gd name="csY455" fmla="*/ 36785 h 315779"/>
                <a:gd name="csX456" fmla="*/ 244120 w 382661"/>
                <a:gd name="csY456" fmla="*/ 36308 h 315779"/>
                <a:gd name="csX457" fmla="*/ 245075 w 382661"/>
                <a:gd name="csY457" fmla="*/ 35830 h 315779"/>
                <a:gd name="csX458" fmla="*/ 246508 w 382661"/>
                <a:gd name="csY458" fmla="*/ 35352 h 315779"/>
                <a:gd name="csX459" fmla="*/ 248419 w 382661"/>
                <a:gd name="csY459" fmla="*/ 35352 h 315779"/>
                <a:gd name="csX460" fmla="*/ 250808 w 382661"/>
                <a:gd name="csY460" fmla="*/ 35352 h 315779"/>
                <a:gd name="csX461" fmla="*/ 252718 w 382661"/>
                <a:gd name="csY461" fmla="*/ 35352 h 315779"/>
                <a:gd name="csX462" fmla="*/ 255585 w 382661"/>
                <a:gd name="csY462" fmla="*/ 36308 h 315779"/>
                <a:gd name="csX463" fmla="*/ 258929 w 382661"/>
                <a:gd name="csY463" fmla="*/ 36308 h 315779"/>
                <a:gd name="csX464" fmla="*/ 261318 w 382661"/>
                <a:gd name="csY464" fmla="*/ 35830 h 315779"/>
                <a:gd name="csX465" fmla="*/ 262751 w 382661"/>
                <a:gd name="csY465" fmla="*/ 36785 h 315779"/>
                <a:gd name="csX466" fmla="*/ 263706 w 382661"/>
                <a:gd name="csY466" fmla="*/ 38218 h 315779"/>
                <a:gd name="csX467" fmla="*/ 264184 w 382661"/>
                <a:gd name="csY467" fmla="*/ 39174 h 315779"/>
                <a:gd name="csX468" fmla="*/ 264184 w 382661"/>
                <a:gd name="csY468" fmla="*/ 40129 h 315779"/>
                <a:gd name="csX469" fmla="*/ 264184 w 382661"/>
                <a:gd name="csY469" fmla="*/ 41085 h 315779"/>
                <a:gd name="csX470" fmla="*/ 264184 w 382661"/>
                <a:gd name="csY470" fmla="*/ 41085 h 315779"/>
                <a:gd name="csX471" fmla="*/ 264662 w 382661"/>
                <a:gd name="csY471" fmla="*/ 41563 h 315779"/>
                <a:gd name="csX472" fmla="*/ 265617 w 382661"/>
                <a:gd name="csY472" fmla="*/ 42040 h 315779"/>
                <a:gd name="csX473" fmla="*/ 267528 w 382661"/>
                <a:gd name="csY473" fmla="*/ 42518 h 315779"/>
                <a:gd name="csX474" fmla="*/ 271350 w 382661"/>
                <a:gd name="csY474" fmla="*/ 42996 h 315779"/>
                <a:gd name="csX475" fmla="*/ 275172 w 382661"/>
                <a:gd name="csY475" fmla="*/ 43951 h 315779"/>
                <a:gd name="csX476" fmla="*/ 276605 w 382661"/>
                <a:gd name="csY476" fmla="*/ 44907 h 315779"/>
                <a:gd name="csX477" fmla="*/ 279472 w 382661"/>
                <a:gd name="csY477" fmla="*/ 45862 h 315779"/>
                <a:gd name="csX478" fmla="*/ 282338 w 382661"/>
                <a:gd name="csY478" fmla="*/ 48728 h 315779"/>
                <a:gd name="csX479" fmla="*/ 283771 w 382661"/>
                <a:gd name="csY479" fmla="*/ 49206 h 315779"/>
                <a:gd name="csX480" fmla="*/ 284727 w 382661"/>
                <a:gd name="csY480" fmla="*/ 49206 h 315779"/>
                <a:gd name="csX481" fmla="*/ 285682 w 382661"/>
                <a:gd name="csY481" fmla="*/ 49206 h 315779"/>
                <a:gd name="csX482" fmla="*/ 288071 w 382661"/>
                <a:gd name="csY482" fmla="*/ 48251 h 315779"/>
                <a:gd name="csX483" fmla="*/ 289982 w 382661"/>
                <a:gd name="csY483" fmla="*/ 49206 h 315779"/>
                <a:gd name="csX484" fmla="*/ 290937 w 382661"/>
                <a:gd name="csY484" fmla="*/ 48728 h 315779"/>
                <a:gd name="csX485" fmla="*/ 291893 w 382661"/>
                <a:gd name="csY485" fmla="*/ 48728 h 315779"/>
                <a:gd name="csX486" fmla="*/ 293325 w 382661"/>
                <a:gd name="csY486" fmla="*/ 48251 h 315779"/>
                <a:gd name="csX487" fmla="*/ 295714 w 382661"/>
                <a:gd name="csY487" fmla="*/ 49206 h 315779"/>
                <a:gd name="csX488" fmla="*/ 301925 w 382661"/>
                <a:gd name="csY488" fmla="*/ 52073 h 315779"/>
                <a:gd name="csX489" fmla="*/ 302402 w 382661"/>
                <a:gd name="csY489" fmla="*/ 52073 h 315779"/>
                <a:gd name="csX490" fmla="*/ 302880 w 382661"/>
                <a:gd name="csY490" fmla="*/ 52073 h 315779"/>
                <a:gd name="csX491" fmla="*/ 303358 w 382661"/>
                <a:gd name="csY491" fmla="*/ 53028 h 315779"/>
                <a:gd name="csX492" fmla="*/ 303836 w 382661"/>
                <a:gd name="csY492" fmla="*/ 53506 h 315779"/>
                <a:gd name="csX493" fmla="*/ 304313 w 382661"/>
                <a:gd name="csY493" fmla="*/ 56372 h 315779"/>
                <a:gd name="csX494" fmla="*/ 306224 w 382661"/>
                <a:gd name="csY494" fmla="*/ 58283 h 315779"/>
                <a:gd name="csX495" fmla="*/ 306224 w 382661"/>
                <a:gd name="csY495" fmla="*/ 58283 h 315779"/>
                <a:gd name="csX496" fmla="*/ 308135 w 382661"/>
                <a:gd name="csY496" fmla="*/ 59716 h 315779"/>
                <a:gd name="csX497" fmla="*/ 310524 w 382661"/>
                <a:gd name="csY497" fmla="*/ 60672 h 315779"/>
                <a:gd name="csX498" fmla="*/ 315779 w 382661"/>
                <a:gd name="csY498" fmla="*/ 63060 h 315779"/>
                <a:gd name="csX499" fmla="*/ 318168 w 382661"/>
                <a:gd name="csY499" fmla="*/ 64493 h 315779"/>
                <a:gd name="csX500" fmla="*/ 320556 w 382661"/>
                <a:gd name="csY500" fmla="*/ 67838 h 315779"/>
                <a:gd name="csX501" fmla="*/ 323423 w 382661"/>
                <a:gd name="csY501" fmla="*/ 71659 h 315779"/>
                <a:gd name="csX502" fmla="*/ 323423 w 382661"/>
                <a:gd name="csY502" fmla="*/ 72137 h 315779"/>
                <a:gd name="csX503" fmla="*/ 331066 w 382661"/>
                <a:gd name="csY503" fmla="*/ 71659 h 315779"/>
                <a:gd name="csX504" fmla="*/ 339188 w 382661"/>
                <a:gd name="csY504" fmla="*/ 71659 h 315779"/>
                <a:gd name="csX505" fmla="*/ 340143 w 382661"/>
                <a:gd name="csY505" fmla="*/ 73570 h 315779"/>
                <a:gd name="csX506" fmla="*/ 340143 w 382661"/>
                <a:gd name="csY506" fmla="*/ 76437 h 315779"/>
                <a:gd name="csX507" fmla="*/ 340143 w 382661"/>
                <a:gd name="csY507" fmla="*/ 79781 h 315779"/>
                <a:gd name="csX508" fmla="*/ 341098 w 382661"/>
                <a:gd name="csY508" fmla="*/ 82170 h 315779"/>
                <a:gd name="csX509" fmla="*/ 341098 w 382661"/>
                <a:gd name="csY509" fmla="*/ 84081 h 315779"/>
                <a:gd name="csX510" fmla="*/ 340143 w 382661"/>
                <a:gd name="csY510" fmla="*/ 85036 h 315779"/>
                <a:gd name="csX511" fmla="*/ 339666 w 382661"/>
                <a:gd name="csY511" fmla="*/ 86469 h 315779"/>
                <a:gd name="csX512" fmla="*/ 339666 w 382661"/>
                <a:gd name="csY512" fmla="*/ 86947 h 315779"/>
                <a:gd name="csX513" fmla="*/ 339666 w 382661"/>
                <a:gd name="csY513" fmla="*/ 86947 h 315779"/>
                <a:gd name="csX514" fmla="*/ 340621 w 382661"/>
                <a:gd name="csY514" fmla="*/ 87425 h 315779"/>
                <a:gd name="csX515" fmla="*/ 341577 w 382661"/>
                <a:gd name="csY515" fmla="*/ 89335 h 315779"/>
                <a:gd name="csX516" fmla="*/ 342054 w 382661"/>
                <a:gd name="csY516" fmla="*/ 91724 h 315779"/>
                <a:gd name="csX517" fmla="*/ 341577 w 382661"/>
                <a:gd name="csY517" fmla="*/ 93157 h 315779"/>
                <a:gd name="csX518" fmla="*/ 341577 w 382661"/>
                <a:gd name="csY518" fmla="*/ 94113 h 315779"/>
                <a:gd name="csX519" fmla="*/ 342054 w 382661"/>
                <a:gd name="csY519" fmla="*/ 95068 h 315779"/>
                <a:gd name="csX520" fmla="*/ 342532 w 382661"/>
                <a:gd name="csY520" fmla="*/ 96501 h 315779"/>
                <a:gd name="csX521" fmla="*/ 342054 w 382661"/>
                <a:gd name="csY521" fmla="*/ 96979 h 315779"/>
                <a:gd name="csX522" fmla="*/ 341577 w 382661"/>
                <a:gd name="csY522" fmla="*/ 97935 h 315779"/>
                <a:gd name="csX523" fmla="*/ 341098 w 382661"/>
                <a:gd name="csY523" fmla="*/ 99368 h 315779"/>
                <a:gd name="csX524" fmla="*/ 340621 w 382661"/>
                <a:gd name="csY524" fmla="*/ 100801 h 315779"/>
                <a:gd name="csX525" fmla="*/ 340621 w 382661"/>
                <a:gd name="csY525" fmla="*/ 101757 h 315779"/>
                <a:gd name="csX526" fmla="*/ 339666 w 382661"/>
                <a:gd name="csY526" fmla="*/ 102234 h 315779"/>
                <a:gd name="csX527" fmla="*/ 338710 w 382661"/>
                <a:gd name="csY527" fmla="*/ 102712 h 315779"/>
                <a:gd name="csX528" fmla="*/ 338710 w 382661"/>
                <a:gd name="csY528" fmla="*/ 104145 h 315779"/>
                <a:gd name="csX529" fmla="*/ 339188 w 382661"/>
                <a:gd name="csY529" fmla="*/ 105100 h 315779"/>
                <a:gd name="csX530" fmla="*/ 339666 w 382661"/>
                <a:gd name="csY530" fmla="*/ 106534 h 315779"/>
                <a:gd name="csX531" fmla="*/ 339188 w 382661"/>
                <a:gd name="csY531" fmla="*/ 107012 h 315779"/>
                <a:gd name="csX532" fmla="*/ 339188 w 382661"/>
                <a:gd name="csY532" fmla="*/ 107489 h 315779"/>
                <a:gd name="csX533" fmla="*/ 339188 w 382661"/>
                <a:gd name="csY533" fmla="*/ 107489 h 315779"/>
                <a:gd name="csX534" fmla="*/ 338710 w 382661"/>
                <a:gd name="csY534" fmla="*/ 108445 h 315779"/>
                <a:gd name="csX535" fmla="*/ 338232 w 382661"/>
                <a:gd name="csY535" fmla="*/ 110356 h 315779"/>
                <a:gd name="csX536" fmla="*/ 338232 w 382661"/>
                <a:gd name="csY536" fmla="*/ 111789 h 315779"/>
                <a:gd name="csX537" fmla="*/ 337754 w 382661"/>
                <a:gd name="csY537" fmla="*/ 113222 h 315779"/>
                <a:gd name="csX538" fmla="*/ 336321 w 382661"/>
                <a:gd name="csY538" fmla="*/ 114177 h 315779"/>
                <a:gd name="csX539" fmla="*/ 335843 w 382661"/>
                <a:gd name="csY539" fmla="*/ 115133 h 315779"/>
                <a:gd name="csX540" fmla="*/ 335843 w 382661"/>
                <a:gd name="csY540" fmla="*/ 116088 h 315779"/>
                <a:gd name="csX541" fmla="*/ 334888 w 382661"/>
                <a:gd name="csY541" fmla="*/ 116566 h 315779"/>
                <a:gd name="csX542" fmla="*/ 333455 w 382661"/>
                <a:gd name="csY542" fmla="*/ 117522 h 315779"/>
                <a:gd name="csX543" fmla="*/ 332977 w 382661"/>
                <a:gd name="csY543" fmla="*/ 118477 h 315779"/>
                <a:gd name="csX544" fmla="*/ 331544 w 382661"/>
                <a:gd name="csY544" fmla="*/ 118477 h 315779"/>
                <a:gd name="csX545" fmla="*/ 331066 w 382661"/>
                <a:gd name="csY545" fmla="*/ 118955 h 315779"/>
                <a:gd name="csX546" fmla="*/ 331544 w 382661"/>
                <a:gd name="csY546" fmla="*/ 119910 h 315779"/>
                <a:gd name="csX547" fmla="*/ 331544 w 382661"/>
                <a:gd name="csY547" fmla="*/ 119910 h 315779"/>
                <a:gd name="csX548" fmla="*/ 332022 w 382661"/>
                <a:gd name="csY548" fmla="*/ 120388 h 315779"/>
                <a:gd name="csX549" fmla="*/ 332977 w 382661"/>
                <a:gd name="csY549" fmla="*/ 121343 h 315779"/>
                <a:gd name="csX550" fmla="*/ 334411 w 382661"/>
                <a:gd name="csY550" fmla="*/ 123732 h 315779"/>
                <a:gd name="csX551" fmla="*/ 329633 w 382661"/>
                <a:gd name="csY551" fmla="*/ 123732 h 315779"/>
                <a:gd name="csX552" fmla="*/ 328200 w 382661"/>
                <a:gd name="csY552" fmla="*/ 125643 h 315779"/>
                <a:gd name="csX553" fmla="*/ 326289 w 382661"/>
                <a:gd name="csY553" fmla="*/ 128509 h 315779"/>
                <a:gd name="csX554" fmla="*/ 327245 w 382661"/>
                <a:gd name="csY554" fmla="*/ 133764 h 315779"/>
                <a:gd name="csX555" fmla="*/ 326289 w 382661"/>
                <a:gd name="csY555" fmla="*/ 136631 h 315779"/>
                <a:gd name="csX556" fmla="*/ 327245 w 382661"/>
                <a:gd name="csY556" fmla="*/ 138542 h 315779"/>
                <a:gd name="csX557" fmla="*/ 328200 w 382661"/>
                <a:gd name="csY557" fmla="*/ 139497 h 315779"/>
                <a:gd name="csX558" fmla="*/ 330111 w 382661"/>
                <a:gd name="csY558" fmla="*/ 139975 h 315779"/>
                <a:gd name="csX559" fmla="*/ 332977 w 382661"/>
                <a:gd name="csY559" fmla="*/ 139975 h 315779"/>
                <a:gd name="csX560" fmla="*/ 334888 w 382661"/>
                <a:gd name="csY560" fmla="*/ 140453 h 315779"/>
                <a:gd name="csX561" fmla="*/ 334888 w 382661"/>
                <a:gd name="csY561" fmla="*/ 141408 h 315779"/>
                <a:gd name="csX562" fmla="*/ 333932 w 382661"/>
                <a:gd name="csY562" fmla="*/ 142364 h 315779"/>
                <a:gd name="csX563" fmla="*/ 332022 w 382661"/>
                <a:gd name="csY563" fmla="*/ 144274 h 315779"/>
                <a:gd name="csX564" fmla="*/ 331066 w 382661"/>
                <a:gd name="csY564" fmla="*/ 145230 h 315779"/>
                <a:gd name="csX565" fmla="*/ 328200 w 382661"/>
                <a:gd name="csY565" fmla="*/ 149052 h 315779"/>
                <a:gd name="csX566" fmla="*/ 328200 w 382661"/>
                <a:gd name="csY566" fmla="*/ 150963 h 315779"/>
                <a:gd name="csX567" fmla="*/ 328200 w 382661"/>
                <a:gd name="csY567" fmla="*/ 152396 h 315779"/>
                <a:gd name="csX568" fmla="*/ 329633 w 382661"/>
                <a:gd name="csY568" fmla="*/ 156695 h 315779"/>
                <a:gd name="csX569" fmla="*/ 331066 w 382661"/>
                <a:gd name="csY569" fmla="*/ 160995 h 315779"/>
                <a:gd name="csX570" fmla="*/ 333455 w 382661"/>
                <a:gd name="csY570" fmla="*/ 168639 h 315779"/>
                <a:gd name="csX571" fmla="*/ 333455 w 382661"/>
                <a:gd name="csY571" fmla="*/ 170072 h 315779"/>
                <a:gd name="csX572" fmla="*/ 332500 w 382661"/>
                <a:gd name="csY572" fmla="*/ 173894 h 315779"/>
                <a:gd name="csX573" fmla="*/ 332500 w 382661"/>
                <a:gd name="csY573" fmla="*/ 176282 h 315779"/>
                <a:gd name="csX574" fmla="*/ 332977 w 382661"/>
                <a:gd name="csY574" fmla="*/ 179626 h 315779"/>
                <a:gd name="csX575" fmla="*/ 332500 w 382661"/>
                <a:gd name="csY575" fmla="*/ 181060 h 315779"/>
                <a:gd name="csX576" fmla="*/ 332977 w 382661"/>
                <a:gd name="csY576" fmla="*/ 184404 h 315779"/>
                <a:gd name="csX577" fmla="*/ 333932 w 382661"/>
                <a:gd name="csY577" fmla="*/ 184881 h 315779"/>
                <a:gd name="csX578" fmla="*/ 339188 w 382661"/>
                <a:gd name="csY578" fmla="*/ 185359 h 315779"/>
                <a:gd name="csX579" fmla="*/ 343487 w 382661"/>
                <a:gd name="csY579" fmla="*/ 185837 h 315779"/>
                <a:gd name="csX580" fmla="*/ 349698 w 382661"/>
                <a:gd name="csY580" fmla="*/ 186792 h 315779"/>
                <a:gd name="csX581" fmla="*/ 351609 w 382661"/>
                <a:gd name="csY581" fmla="*/ 188703 h 315779"/>
                <a:gd name="csX582" fmla="*/ 353042 w 382661"/>
                <a:gd name="csY582" fmla="*/ 193480 h 315779"/>
                <a:gd name="csX583" fmla="*/ 353042 w 382661"/>
                <a:gd name="csY583" fmla="*/ 196825 h 315779"/>
                <a:gd name="csX584" fmla="*/ 352086 w 382661"/>
                <a:gd name="csY584" fmla="*/ 198736 h 315779"/>
                <a:gd name="csX585" fmla="*/ 347787 w 382661"/>
                <a:gd name="csY585" fmla="*/ 203513 h 315779"/>
                <a:gd name="csX586" fmla="*/ 343487 w 382661"/>
                <a:gd name="csY586" fmla="*/ 208290 h 315779"/>
                <a:gd name="csX587" fmla="*/ 338710 w 382661"/>
                <a:gd name="csY587" fmla="*/ 213068 h 315779"/>
                <a:gd name="csX588" fmla="*/ 333932 w 382661"/>
                <a:gd name="csY588" fmla="*/ 218322 h 315779"/>
                <a:gd name="csX589" fmla="*/ 333455 w 382661"/>
                <a:gd name="csY589" fmla="*/ 218800 h 315779"/>
                <a:gd name="csX590" fmla="*/ 333455 w 382661"/>
                <a:gd name="csY590" fmla="*/ 218800 h 315779"/>
                <a:gd name="csX591" fmla="*/ 337277 w 382661"/>
                <a:gd name="csY591" fmla="*/ 223100 h 315779"/>
                <a:gd name="csX592" fmla="*/ 339666 w 382661"/>
                <a:gd name="csY592" fmla="*/ 225488 h 315779"/>
                <a:gd name="csX593" fmla="*/ 343009 w 382661"/>
                <a:gd name="csY593" fmla="*/ 229310 h 315779"/>
                <a:gd name="csX594" fmla="*/ 343487 w 382661"/>
                <a:gd name="csY594" fmla="*/ 229788 h 315779"/>
                <a:gd name="csX595" fmla="*/ 343487 w 382661"/>
                <a:gd name="csY595" fmla="*/ 231221 h 315779"/>
                <a:gd name="csX596" fmla="*/ 346831 w 382661"/>
                <a:gd name="csY596" fmla="*/ 236476 h 315779"/>
                <a:gd name="csX597" fmla="*/ 347787 w 382661"/>
                <a:gd name="csY597" fmla="*/ 239343 h 315779"/>
                <a:gd name="csX598" fmla="*/ 348264 w 382661"/>
                <a:gd name="csY598" fmla="*/ 239343 h 315779"/>
                <a:gd name="csX599" fmla="*/ 349220 w 382661"/>
                <a:gd name="csY599" fmla="*/ 241253 h 315779"/>
                <a:gd name="csX600" fmla="*/ 349220 w 382661"/>
                <a:gd name="csY600" fmla="*/ 241253 h 315779"/>
                <a:gd name="csX601" fmla="*/ 351609 w 382661"/>
                <a:gd name="csY601" fmla="*/ 243642 h 315779"/>
                <a:gd name="csX602" fmla="*/ 354475 w 382661"/>
                <a:gd name="csY602" fmla="*/ 246031 h 315779"/>
                <a:gd name="csX603" fmla="*/ 357341 w 382661"/>
                <a:gd name="csY603" fmla="*/ 247464 h 315779"/>
                <a:gd name="csX604" fmla="*/ 359252 w 382661"/>
                <a:gd name="csY604" fmla="*/ 247464 h 315779"/>
                <a:gd name="csX605" fmla="*/ 363552 w 382661"/>
                <a:gd name="csY605" fmla="*/ 248897 h 315779"/>
                <a:gd name="csX606" fmla="*/ 364985 w 382661"/>
                <a:gd name="csY606" fmla="*/ 249853 h 315779"/>
                <a:gd name="csX607" fmla="*/ 367852 w 382661"/>
                <a:gd name="csY607" fmla="*/ 252719 h 315779"/>
                <a:gd name="csX608" fmla="*/ 367852 w 382661"/>
                <a:gd name="csY608" fmla="*/ 252719 h 315779"/>
                <a:gd name="csX609" fmla="*/ 370718 w 382661"/>
                <a:gd name="csY609" fmla="*/ 252241 h 315779"/>
                <a:gd name="csX610" fmla="*/ 371673 w 382661"/>
                <a:gd name="csY610" fmla="*/ 252241 h 315779"/>
                <a:gd name="csX611" fmla="*/ 371673 w 382661"/>
                <a:gd name="csY611" fmla="*/ 252241 h 315779"/>
                <a:gd name="csX612" fmla="*/ 371673 w 382661"/>
                <a:gd name="csY612" fmla="*/ 253197 h 315779"/>
                <a:gd name="csX613" fmla="*/ 371196 w 382661"/>
                <a:gd name="csY613" fmla="*/ 257496 h 315779"/>
                <a:gd name="csX614" fmla="*/ 372151 w 382661"/>
                <a:gd name="csY614" fmla="*/ 261318 h 315779"/>
                <a:gd name="csX615" fmla="*/ 372629 w 382661"/>
                <a:gd name="csY615" fmla="*/ 267529 h 315779"/>
                <a:gd name="csX616" fmla="*/ 372629 w 382661"/>
                <a:gd name="csY616" fmla="*/ 268962 h 315779"/>
                <a:gd name="csX617" fmla="*/ 371673 w 382661"/>
                <a:gd name="csY617" fmla="*/ 270395 h 315779"/>
                <a:gd name="csX618" fmla="*/ 371673 w 382661"/>
                <a:gd name="csY618" fmla="*/ 271828 h 315779"/>
                <a:gd name="csX619" fmla="*/ 371673 w 382661"/>
                <a:gd name="csY619" fmla="*/ 272306 h 315779"/>
                <a:gd name="csX620" fmla="*/ 371673 w 382661"/>
                <a:gd name="csY620" fmla="*/ 272784 h 315779"/>
                <a:gd name="csX621" fmla="*/ 371673 w 382661"/>
                <a:gd name="csY621" fmla="*/ 272784 h 315779"/>
                <a:gd name="csX622" fmla="*/ 372629 w 382661"/>
                <a:gd name="csY622" fmla="*/ 273261 h 315779"/>
                <a:gd name="csX623" fmla="*/ 374539 w 382661"/>
                <a:gd name="csY623" fmla="*/ 273261 h 315779"/>
                <a:gd name="csX624" fmla="*/ 379795 w 382661"/>
                <a:gd name="csY624" fmla="*/ 272784 h 315779"/>
                <a:gd name="csX625" fmla="*/ 380273 w 382661"/>
                <a:gd name="csY625" fmla="*/ 272784 h 315779"/>
                <a:gd name="csX626" fmla="*/ 381705 w 382661"/>
                <a:gd name="csY626" fmla="*/ 273739 h 315779"/>
                <a:gd name="csX627" fmla="*/ 382184 w 382661"/>
                <a:gd name="csY627" fmla="*/ 274694 h 3157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</a:cxnLst>
              <a:rect l="l" t="t" r="r" b="b"/>
              <a:pathLst>
                <a:path w="382661" h="315779">
                  <a:moveTo>
                    <a:pt x="382184" y="274694"/>
                  </a:moveTo>
                  <a:lnTo>
                    <a:pt x="382661" y="275172"/>
                  </a:lnTo>
                  <a:lnTo>
                    <a:pt x="381228" y="276128"/>
                  </a:lnTo>
                  <a:lnTo>
                    <a:pt x="381228" y="276128"/>
                  </a:lnTo>
                  <a:lnTo>
                    <a:pt x="381228" y="278039"/>
                  </a:lnTo>
                  <a:lnTo>
                    <a:pt x="381228" y="280427"/>
                  </a:lnTo>
                  <a:lnTo>
                    <a:pt x="381228" y="280427"/>
                  </a:lnTo>
                  <a:lnTo>
                    <a:pt x="380273" y="280905"/>
                  </a:lnTo>
                  <a:lnTo>
                    <a:pt x="380273" y="280905"/>
                  </a:lnTo>
                  <a:lnTo>
                    <a:pt x="379795" y="284727"/>
                  </a:lnTo>
                  <a:lnTo>
                    <a:pt x="379795" y="284727"/>
                  </a:lnTo>
                  <a:lnTo>
                    <a:pt x="378361" y="285205"/>
                  </a:lnTo>
                  <a:lnTo>
                    <a:pt x="372151" y="285205"/>
                  </a:lnTo>
                  <a:lnTo>
                    <a:pt x="371673" y="285205"/>
                  </a:lnTo>
                  <a:lnTo>
                    <a:pt x="369285" y="286160"/>
                  </a:lnTo>
                  <a:lnTo>
                    <a:pt x="365463" y="286638"/>
                  </a:lnTo>
                  <a:lnTo>
                    <a:pt x="364030" y="287116"/>
                  </a:lnTo>
                  <a:lnTo>
                    <a:pt x="362596" y="288071"/>
                  </a:lnTo>
                  <a:lnTo>
                    <a:pt x="362596" y="288071"/>
                  </a:lnTo>
                  <a:lnTo>
                    <a:pt x="361641" y="289504"/>
                  </a:lnTo>
                  <a:lnTo>
                    <a:pt x="361641" y="290460"/>
                  </a:lnTo>
                  <a:lnTo>
                    <a:pt x="361163" y="290937"/>
                  </a:lnTo>
                  <a:lnTo>
                    <a:pt x="359252" y="290460"/>
                  </a:lnTo>
                  <a:lnTo>
                    <a:pt x="358297" y="291415"/>
                  </a:lnTo>
                  <a:lnTo>
                    <a:pt x="353997" y="293326"/>
                  </a:lnTo>
                  <a:lnTo>
                    <a:pt x="353520" y="293326"/>
                  </a:lnTo>
                  <a:lnTo>
                    <a:pt x="353520" y="293326"/>
                  </a:lnTo>
                  <a:lnTo>
                    <a:pt x="352564" y="294759"/>
                  </a:lnTo>
                  <a:lnTo>
                    <a:pt x="352086" y="298103"/>
                  </a:lnTo>
                  <a:lnTo>
                    <a:pt x="351609" y="300970"/>
                  </a:lnTo>
                  <a:lnTo>
                    <a:pt x="351609" y="301447"/>
                  </a:lnTo>
                  <a:lnTo>
                    <a:pt x="350175" y="302881"/>
                  </a:lnTo>
                  <a:lnTo>
                    <a:pt x="350175" y="302881"/>
                  </a:lnTo>
                  <a:lnTo>
                    <a:pt x="349698" y="302881"/>
                  </a:lnTo>
                  <a:lnTo>
                    <a:pt x="350175" y="304314"/>
                  </a:lnTo>
                  <a:lnTo>
                    <a:pt x="349220" y="306225"/>
                  </a:lnTo>
                  <a:lnTo>
                    <a:pt x="348742" y="312435"/>
                  </a:lnTo>
                  <a:lnTo>
                    <a:pt x="348264" y="313868"/>
                  </a:lnTo>
                  <a:lnTo>
                    <a:pt x="347309" y="314346"/>
                  </a:lnTo>
                  <a:lnTo>
                    <a:pt x="346354" y="314824"/>
                  </a:lnTo>
                  <a:lnTo>
                    <a:pt x="344920" y="315779"/>
                  </a:lnTo>
                  <a:lnTo>
                    <a:pt x="341577" y="315301"/>
                  </a:lnTo>
                  <a:lnTo>
                    <a:pt x="339188" y="314346"/>
                  </a:lnTo>
                  <a:lnTo>
                    <a:pt x="330111" y="312435"/>
                  </a:lnTo>
                  <a:lnTo>
                    <a:pt x="329155" y="311480"/>
                  </a:lnTo>
                  <a:lnTo>
                    <a:pt x="328678" y="309569"/>
                  </a:lnTo>
                  <a:lnTo>
                    <a:pt x="327245" y="309091"/>
                  </a:lnTo>
                  <a:lnTo>
                    <a:pt x="324856" y="311958"/>
                  </a:lnTo>
                  <a:lnTo>
                    <a:pt x="317212" y="310524"/>
                  </a:lnTo>
                  <a:lnTo>
                    <a:pt x="314823" y="311002"/>
                  </a:lnTo>
                  <a:lnTo>
                    <a:pt x="313390" y="310047"/>
                  </a:lnTo>
                  <a:lnTo>
                    <a:pt x="309091" y="310047"/>
                  </a:lnTo>
                  <a:lnTo>
                    <a:pt x="306224" y="308613"/>
                  </a:lnTo>
                  <a:lnTo>
                    <a:pt x="301447" y="309569"/>
                  </a:lnTo>
                  <a:lnTo>
                    <a:pt x="298103" y="309569"/>
                  </a:lnTo>
                  <a:lnTo>
                    <a:pt x="293325" y="306702"/>
                  </a:lnTo>
                  <a:lnTo>
                    <a:pt x="287593" y="306225"/>
                  </a:lnTo>
                  <a:lnTo>
                    <a:pt x="283293" y="306225"/>
                  </a:lnTo>
                  <a:lnTo>
                    <a:pt x="281382" y="306225"/>
                  </a:lnTo>
                  <a:lnTo>
                    <a:pt x="277561" y="305269"/>
                  </a:lnTo>
                  <a:lnTo>
                    <a:pt x="276127" y="304314"/>
                  </a:lnTo>
                  <a:lnTo>
                    <a:pt x="273261" y="304792"/>
                  </a:lnTo>
                  <a:lnTo>
                    <a:pt x="271828" y="303358"/>
                  </a:lnTo>
                  <a:lnTo>
                    <a:pt x="264184" y="302403"/>
                  </a:lnTo>
                  <a:lnTo>
                    <a:pt x="262751" y="299536"/>
                  </a:lnTo>
                  <a:lnTo>
                    <a:pt x="261318" y="297148"/>
                  </a:lnTo>
                  <a:lnTo>
                    <a:pt x="261318" y="294759"/>
                  </a:lnTo>
                  <a:lnTo>
                    <a:pt x="259407" y="290460"/>
                  </a:lnTo>
                  <a:lnTo>
                    <a:pt x="258929" y="284249"/>
                  </a:lnTo>
                  <a:lnTo>
                    <a:pt x="257974" y="281860"/>
                  </a:lnTo>
                  <a:lnTo>
                    <a:pt x="257018" y="279472"/>
                  </a:lnTo>
                  <a:lnTo>
                    <a:pt x="255585" y="278039"/>
                  </a:lnTo>
                  <a:lnTo>
                    <a:pt x="253674" y="276128"/>
                  </a:lnTo>
                  <a:lnTo>
                    <a:pt x="252241" y="275172"/>
                  </a:lnTo>
                  <a:lnTo>
                    <a:pt x="244597" y="273739"/>
                  </a:lnTo>
                  <a:lnTo>
                    <a:pt x="243164" y="273739"/>
                  </a:lnTo>
                  <a:lnTo>
                    <a:pt x="239820" y="274694"/>
                  </a:lnTo>
                  <a:lnTo>
                    <a:pt x="236476" y="277083"/>
                  </a:lnTo>
                  <a:lnTo>
                    <a:pt x="230743" y="278039"/>
                  </a:lnTo>
                  <a:lnTo>
                    <a:pt x="229310" y="278994"/>
                  </a:lnTo>
                  <a:lnTo>
                    <a:pt x="227877" y="281383"/>
                  </a:lnTo>
                  <a:lnTo>
                    <a:pt x="225966" y="282338"/>
                  </a:lnTo>
                  <a:lnTo>
                    <a:pt x="223577" y="282338"/>
                  </a:lnTo>
                  <a:lnTo>
                    <a:pt x="220711" y="283294"/>
                  </a:lnTo>
                  <a:lnTo>
                    <a:pt x="215933" y="286638"/>
                  </a:lnTo>
                  <a:lnTo>
                    <a:pt x="213067" y="287593"/>
                  </a:lnTo>
                  <a:lnTo>
                    <a:pt x="210679" y="287593"/>
                  </a:lnTo>
                  <a:lnTo>
                    <a:pt x="208290" y="286160"/>
                  </a:lnTo>
                  <a:lnTo>
                    <a:pt x="203035" y="283771"/>
                  </a:lnTo>
                  <a:lnTo>
                    <a:pt x="199213" y="283294"/>
                  </a:lnTo>
                  <a:lnTo>
                    <a:pt x="194436" y="283771"/>
                  </a:lnTo>
                  <a:lnTo>
                    <a:pt x="192047" y="283294"/>
                  </a:lnTo>
                  <a:lnTo>
                    <a:pt x="188225" y="280905"/>
                  </a:lnTo>
                  <a:lnTo>
                    <a:pt x="187270" y="278994"/>
                  </a:lnTo>
                  <a:lnTo>
                    <a:pt x="184881" y="277561"/>
                  </a:lnTo>
                  <a:lnTo>
                    <a:pt x="177715" y="274694"/>
                  </a:lnTo>
                  <a:lnTo>
                    <a:pt x="171983" y="271351"/>
                  </a:lnTo>
                  <a:lnTo>
                    <a:pt x="171027" y="269917"/>
                  </a:lnTo>
                  <a:lnTo>
                    <a:pt x="170072" y="267529"/>
                  </a:lnTo>
                  <a:lnTo>
                    <a:pt x="167683" y="265140"/>
                  </a:lnTo>
                  <a:lnTo>
                    <a:pt x="161950" y="263229"/>
                  </a:lnTo>
                  <a:lnTo>
                    <a:pt x="159084" y="260840"/>
                  </a:lnTo>
                  <a:lnTo>
                    <a:pt x="155262" y="260363"/>
                  </a:lnTo>
                  <a:lnTo>
                    <a:pt x="151440" y="260363"/>
                  </a:lnTo>
                  <a:lnTo>
                    <a:pt x="150007" y="260363"/>
                  </a:lnTo>
                  <a:lnTo>
                    <a:pt x="148574" y="259407"/>
                  </a:lnTo>
                  <a:lnTo>
                    <a:pt x="143796" y="254630"/>
                  </a:lnTo>
                  <a:lnTo>
                    <a:pt x="143796" y="252719"/>
                  </a:lnTo>
                  <a:lnTo>
                    <a:pt x="140930" y="248419"/>
                  </a:lnTo>
                  <a:lnTo>
                    <a:pt x="140452" y="246986"/>
                  </a:lnTo>
                  <a:lnTo>
                    <a:pt x="139497" y="242209"/>
                  </a:lnTo>
                  <a:lnTo>
                    <a:pt x="139019" y="241253"/>
                  </a:lnTo>
                  <a:lnTo>
                    <a:pt x="135675" y="239343"/>
                  </a:lnTo>
                  <a:lnTo>
                    <a:pt x="135197" y="238387"/>
                  </a:lnTo>
                  <a:lnTo>
                    <a:pt x="136153" y="236476"/>
                  </a:lnTo>
                  <a:lnTo>
                    <a:pt x="136153" y="235521"/>
                  </a:lnTo>
                  <a:lnTo>
                    <a:pt x="134242" y="234087"/>
                  </a:lnTo>
                  <a:lnTo>
                    <a:pt x="131853" y="233610"/>
                  </a:lnTo>
                  <a:lnTo>
                    <a:pt x="131376" y="232177"/>
                  </a:lnTo>
                  <a:lnTo>
                    <a:pt x="131853" y="229788"/>
                  </a:lnTo>
                  <a:lnTo>
                    <a:pt x="131376" y="227877"/>
                  </a:lnTo>
                  <a:lnTo>
                    <a:pt x="129465" y="225488"/>
                  </a:lnTo>
                  <a:lnTo>
                    <a:pt x="126120" y="222622"/>
                  </a:lnTo>
                  <a:lnTo>
                    <a:pt x="123254" y="218800"/>
                  </a:lnTo>
                  <a:lnTo>
                    <a:pt x="121821" y="217845"/>
                  </a:lnTo>
                  <a:lnTo>
                    <a:pt x="121343" y="214978"/>
                  </a:lnTo>
                  <a:lnTo>
                    <a:pt x="119910" y="211634"/>
                  </a:lnTo>
                  <a:lnTo>
                    <a:pt x="118477" y="211634"/>
                  </a:lnTo>
                  <a:lnTo>
                    <a:pt x="109878" y="215456"/>
                  </a:lnTo>
                  <a:lnTo>
                    <a:pt x="107489" y="213068"/>
                  </a:lnTo>
                  <a:lnTo>
                    <a:pt x="99845" y="209723"/>
                  </a:lnTo>
                  <a:lnTo>
                    <a:pt x="99367" y="208768"/>
                  </a:lnTo>
                  <a:lnTo>
                    <a:pt x="98890" y="208290"/>
                  </a:lnTo>
                  <a:lnTo>
                    <a:pt x="99845" y="207812"/>
                  </a:lnTo>
                  <a:lnTo>
                    <a:pt x="100801" y="207335"/>
                  </a:lnTo>
                  <a:lnTo>
                    <a:pt x="102712" y="208290"/>
                  </a:lnTo>
                  <a:lnTo>
                    <a:pt x="103667" y="207335"/>
                  </a:lnTo>
                  <a:lnTo>
                    <a:pt x="103189" y="205902"/>
                  </a:lnTo>
                  <a:lnTo>
                    <a:pt x="101278" y="205424"/>
                  </a:lnTo>
                  <a:lnTo>
                    <a:pt x="98890" y="205424"/>
                  </a:lnTo>
                  <a:lnTo>
                    <a:pt x="99367" y="206379"/>
                  </a:lnTo>
                  <a:lnTo>
                    <a:pt x="96979" y="207812"/>
                  </a:lnTo>
                  <a:lnTo>
                    <a:pt x="96501" y="209246"/>
                  </a:lnTo>
                  <a:lnTo>
                    <a:pt x="96979" y="210679"/>
                  </a:lnTo>
                  <a:lnTo>
                    <a:pt x="97456" y="213545"/>
                  </a:lnTo>
                  <a:lnTo>
                    <a:pt x="96501" y="214501"/>
                  </a:lnTo>
                  <a:lnTo>
                    <a:pt x="95546" y="214978"/>
                  </a:lnTo>
                  <a:lnTo>
                    <a:pt x="92201" y="215456"/>
                  </a:lnTo>
                  <a:lnTo>
                    <a:pt x="90769" y="216412"/>
                  </a:lnTo>
                  <a:lnTo>
                    <a:pt x="89813" y="216889"/>
                  </a:lnTo>
                  <a:lnTo>
                    <a:pt x="88380" y="215934"/>
                  </a:lnTo>
                  <a:lnTo>
                    <a:pt x="87424" y="214978"/>
                  </a:lnTo>
                  <a:lnTo>
                    <a:pt x="86947" y="213545"/>
                  </a:lnTo>
                  <a:lnTo>
                    <a:pt x="86947" y="212590"/>
                  </a:lnTo>
                  <a:lnTo>
                    <a:pt x="86947" y="212112"/>
                  </a:lnTo>
                  <a:lnTo>
                    <a:pt x="86469" y="211156"/>
                  </a:lnTo>
                  <a:lnTo>
                    <a:pt x="85513" y="210201"/>
                  </a:lnTo>
                  <a:lnTo>
                    <a:pt x="84558" y="209246"/>
                  </a:lnTo>
                  <a:lnTo>
                    <a:pt x="83603" y="209246"/>
                  </a:lnTo>
                  <a:lnTo>
                    <a:pt x="82647" y="208290"/>
                  </a:lnTo>
                  <a:lnTo>
                    <a:pt x="82169" y="207335"/>
                  </a:lnTo>
                  <a:lnTo>
                    <a:pt x="80258" y="206379"/>
                  </a:lnTo>
                  <a:lnTo>
                    <a:pt x="79303" y="206379"/>
                  </a:lnTo>
                  <a:lnTo>
                    <a:pt x="79303" y="202080"/>
                  </a:lnTo>
                  <a:lnTo>
                    <a:pt x="79303" y="198736"/>
                  </a:lnTo>
                  <a:lnTo>
                    <a:pt x="79303" y="195391"/>
                  </a:lnTo>
                  <a:lnTo>
                    <a:pt x="75959" y="194914"/>
                  </a:lnTo>
                  <a:lnTo>
                    <a:pt x="72615" y="194914"/>
                  </a:lnTo>
                  <a:lnTo>
                    <a:pt x="72615" y="192047"/>
                  </a:lnTo>
                  <a:lnTo>
                    <a:pt x="72615" y="186314"/>
                  </a:lnTo>
                  <a:lnTo>
                    <a:pt x="74048" y="182015"/>
                  </a:lnTo>
                  <a:lnTo>
                    <a:pt x="75481" y="178193"/>
                  </a:lnTo>
                  <a:lnTo>
                    <a:pt x="75481" y="178193"/>
                  </a:lnTo>
                  <a:lnTo>
                    <a:pt x="73570" y="174849"/>
                  </a:lnTo>
                  <a:lnTo>
                    <a:pt x="70704" y="171983"/>
                  </a:lnTo>
                  <a:lnTo>
                    <a:pt x="69271" y="170549"/>
                  </a:lnTo>
                  <a:lnTo>
                    <a:pt x="67360" y="166250"/>
                  </a:lnTo>
                  <a:lnTo>
                    <a:pt x="66404" y="164817"/>
                  </a:lnTo>
                  <a:lnTo>
                    <a:pt x="65926" y="163861"/>
                  </a:lnTo>
                  <a:lnTo>
                    <a:pt x="64971" y="163384"/>
                  </a:lnTo>
                  <a:lnTo>
                    <a:pt x="61627" y="163861"/>
                  </a:lnTo>
                  <a:lnTo>
                    <a:pt x="58760" y="161473"/>
                  </a:lnTo>
                  <a:lnTo>
                    <a:pt x="54939" y="159084"/>
                  </a:lnTo>
                  <a:lnTo>
                    <a:pt x="50639" y="155740"/>
                  </a:lnTo>
                  <a:lnTo>
                    <a:pt x="46817" y="153829"/>
                  </a:lnTo>
                  <a:lnTo>
                    <a:pt x="45384" y="153351"/>
                  </a:lnTo>
                  <a:lnTo>
                    <a:pt x="41562" y="153351"/>
                  </a:lnTo>
                  <a:lnTo>
                    <a:pt x="41085" y="152873"/>
                  </a:lnTo>
                  <a:lnTo>
                    <a:pt x="41085" y="151440"/>
                  </a:lnTo>
                  <a:lnTo>
                    <a:pt x="41085" y="150485"/>
                  </a:lnTo>
                  <a:lnTo>
                    <a:pt x="42040" y="148574"/>
                  </a:lnTo>
                  <a:lnTo>
                    <a:pt x="42040" y="148574"/>
                  </a:lnTo>
                  <a:lnTo>
                    <a:pt x="42040" y="147141"/>
                  </a:lnTo>
                  <a:lnTo>
                    <a:pt x="39651" y="143319"/>
                  </a:lnTo>
                  <a:lnTo>
                    <a:pt x="39174" y="141886"/>
                  </a:lnTo>
                  <a:lnTo>
                    <a:pt x="36785" y="141408"/>
                  </a:lnTo>
                  <a:lnTo>
                    <a:pt x="37263" y="140453"/>
                  </a:lnTo>
                  <a:lnTo>
                    <a:pt x="37263" y="139497"/>
                  </a:lnTo>
                  <a:lnTo>
                    <a:pt x="36785" y="139019"/>
                  </a:lnTo>
                  <a:lnTo>
                    <a:pt x="36307" y="138542"/>
                  </a:lnTo>
                  <a:lnTo>
                    <a:pt x="35830" y="138542"/>
                  </a:lnTo>
                  <a:lnTo>
                    <a:pt x="33919" y="139019"/>
                  </a:lnTo>
                  <a:lnTo>
                    <a:pt x="32963" y="137586"/>
                  </a:lnTo>
                  <a:lnTo>
                    <a:pt x="29141" y="132331"/>
                  </a:lnTo>
                  <a:lnTo>
                    <a:pt x="27708" y="131376"/>
                  </a:lnTo>
                  <a:lnTo>
                    <a:pt x="27230" y="131376"/>
                  </a:lnTo>
                  <a:lnTo>
                    <a:pt x="28186" y="129465"/>
                  </a:lnTo>
                  <a:lnTo>
                    <a:pt x="30097" y="127076"/>
                  </a:lnTo>
                  <a:lnTo>
                    <a:pt x="30097" y="127076"/>
                  </a:lnTo>
                  <a:lnTo>
                    <a:pt x="30097" y="125643"/>
                  </a:lnTo>
                  <a:lnTo>
                    <a:pt x="30097" y="124210"/>
                  </a:lnTo>
                  <a:lnTo>
                    <a:pt x="28186" y="121343"/>
                  </a:lnTo>
                  <a:lnTo>
                    <a:pt x="28664" y="120388"/>
                  </a:lnTo>
                  <a:lnTo>
                    <a:pt x="29619" y="118955"/>
                  </a:lnTo>
                  <a:lnTo>
                    <a:pt x="29619" y="117999"/>
                  </a:lnTo>
                  <a:lnTo>
                    <a:pt x="30574" y="117999"/>
                  </a:lnTo>
                  <a:lnTo>
                    <a:pt x="32008" y="117999"/>
                  </a:lnTo>
                  <a:lnTo>
                    <a:pt x="32008" y="117999"/>
                  </a:lnTo>
                  <a:lnTo>
                    <a:pt x="32485" y="117044"/>
                  </a:lnTo>
                  <a:lnTo>
                    <a:pt x="32485" y="117044"/>
                  </a:lnTo>
                  <a:lnTo>
                    <a:pt x="32485" y="114177"/>
                  </a:lnTo>
                  <a:lnTo>
                    <a:pt x="32963" y="113222"/>
                  </a:lnTo>
                  <a:lnTo>
                    <a:pt x="37740" y="107967"/>
                  </a:lnTo>
                  <a:lnTo>
                    <a:pt x="40129" y="106534"/>
                  </a:lnTo>
                  <a:lnTo>
                    <a:pt x="42040" y="105578"/>
                  </a:lnTo>
                  <a:lnTo>
                    <a:pt x="42040" y="105578"/>
                  </a:lnTo>
                  <a:lnTo>
                    <a:pt x="42517" y="104145"/>
                  </a:lnTo>
                  <a:lnTo>
                    <a:pt x="42040" y="103190"/>
                  </a:lnTo>
                  <a:lnTo>
                    <a:pt x="41562" y="102234"/>
                  </a:lnTo>
                  <a:lnTo>
                    <a:pt x="41562" y="101279"/>
                  </a:lnTo>
                  <a:lnTo>
                    <a:pt x="39651" y="98890"/>
                  </a:lnTo>
                  <a:lnTo>
                    <a:pt x="38696" y="97935"/>
                  </a:lnTo>
                  <a:lnTo>
                    <a:pt x="38696" y="96979"/>
                  </a:lnTo>
                  <a:lnTo>
                    <a:pt x="39174" y="95068"/>
                  </a:lnTo>
                  <a:lnTo>
                    <a:pt x="40129" y="93635"/>
                  </a:lnTo>
                  <a:lnTo>
                    <a:pt x="42996" y="92680"/>
                  </a:lnTo>
                  <a:lnTo>
                    <a:pt x="42996" y="92680"/>
                  </a:lnTo>
                  <a:lnTo>
                    <a:pt x="44428" y="92202"/>
                  </a:lnTo>
                  <a:lnTo>
                    <a:pt x="44906" y="91247"/>
                  </a:lnTo>
                  <a:lnTo>
                    <a:pt x="42517" y="90291"/>
                  </a:lnTo>
                  <a:lnTo>
                    <a:pt x="38218" y="89813"/>
                  </a:lnTo>
                  <a:lnTo>
                    <a:pt x="34874" y="90291"/>
                  </a:lnTo>
                  <a:lnTo>
                    <a:pt x="33919" y="89813"/>
                  </a:lnTo>
                  <a:lnTo>
                    <a:pt x="32485" y="87902"/>
                  </a:lnTo>
                  <a:lnTo>
                    <a:pt x="30574" y="86947"/>
                  </a:lnTo>
                  <a:lnTo>
                    <a:pt x="29141" y="85991"/>
                  </a:lnTo>
                  <a:lnTo>
                    <a:pt x="27708" y="86469"/>
                  </a:lnTo>
                  <a:lnTo>
                    <a:pt x="26753" y="85991"/>
                  </a:lnTo>
                  <a:lnTo>
                    <a:pt x="26275" y="85036"/>
                  </a:lnTo>
                  <a:lnTo>
                    <a:pt x="24364" y="78348"/>
                  </a:lnTo>
                  <a:lnTo>
                    <a:pt x="23408" y="77392"/>
                  </a:lnTo>
                  <a:lnTo>
                    <a:pt x="23408" y="77392"/>
                  </a:lnTo>
                  <a:lnTo>
                    <a:pt x="22453" y="77392"/>
                  </a:lnTo>
                  <a:lnTo>
                    <a:pt x="22453" y="77392"/>
                  </a:lnTo>
                  <a:lnTo>
                    <a:pt x="21975" y="76915"/>
                  </a:lnTo>
                  <a:lnTo>
                    <a:pt x="21020" y="76437"/>
                  </a:lnTo>
                  <a:lnTo>
                    <a:pt x="20542" y="75959"/>
                  </a:lnTo>
                  <a:lnTo>
                    <a:pt x="20064" y="74526"/>
                  </a:lnTo>
                  <a:lnTo>
                    <a:pt x="20064" y="72615"/>
                  </a:lnTo>
                  <a:lnTo>
                    <a:pt x="20064" y="71659"/>
                  </a:lnTo>
                  <a:lnTo>
                    <a:pt x="20064" y="70704"/>
                  </a:lnTo>
                  <a:lnTo>
                    <a:pt x="19109" y="69749"/>
                  </a:lnTo>
                  <a:lnTo>
                    <a:pt x="18153" y="69271"/>
                  </a:lnTo>
                  <a:lnTo>
                    <a:pt x="17198" y="68316"/>
                  </a:lnTo>
                  <a:lnTo>
                    <a:pt x="15287" y="62105"/>
                  </a:lnTo>
                  <a:lnTo>
                    <a:pt x="14809" y="60672"/>
                  </a:lnTo>
                  <a:lnTo>
                    <a:pt x="14809" y="60672"/>
                  </a:lnTo>
                  <a:lnTo>
                    <a:pt x="14809" y="60194"/>
                  </a:lnTo>
                  <a:lnTo>
                    <a:pt x="14809" y="58761"/>
                  </a:lnTo>
                  <a:lnTo>
                    <a:pt x="15287" y="57805"/>
                  </a:lnTo>
                  <a:lnTo>
                    <a:pt x="15287" y="57805"/>
                  </a:lnTo>
                  <a:lnTo>
                    <a:pt x="15287" y="57328"/>
                  </a:lnTo>
                  <a:lnTo>
                    <a:pt x="13854" y="55417"/>
                  </a:lnTo>
                  <a:lnTo>
                    <a:pt x="11465" y="53984"/>
                  </a:lnTo>
                  <a:lnTo>
                    <a:pt x="10987" y="53984"/>
                  </a:lnTo>
                  <a:lnTo>
                    <a:pt x="10987" y="52073"/>
                  </a:lnTo>
                  <a:lnTo>
                    <a:pt x="10987" y="51117"/>
                  </a:lnTo>
                  <a:lnTo>
                    <a:pt x="10987" y="49684"/>
                  </a:lnTo>
                  <a:lnTo>
                    <a:pt x="10510" y="49206"/>
                  </a:lnTo>
                  <a:lnTo>
                    <a:pt x="10510" y="48728"/>
                  </a:lnTo>
                  <a:lnTo>
                    <a:pt x="11465" y="47773"/>
                  </a:lnTo>
                  <a:lnTo>
                    <a:pt x="10987" y="46818"/>
                  </a:lnTo>
                  <a:lnTo>
                    <a:pt x="7644" y="44907"/>
                  </a:lnTo>
                  <a:lnTo>
                    <a:pt x="6210" y="43951"/>
                  </a:lnTo>
                  <a:lnTo>
                    <a:pt x="4299" y="43474"/>
                  </a:lnTo>
                  <a:lnTo>
                    <a:pt x="3821" y="42996"/>
                  </a:lnTo>
                  <a:lnTo>
                    <a:pt x="4299" y="41563"/>
                  </a:lnTo>
                  <a:lnTo>
                    <a:pt x="4777" y="40129"/>
                  </a:lnTo>
                  <a:lnTo>
                    <a:pt x="4777" y="40129"/>
                  </a:lnTo>
                  <a:lnTo>
                    <a:pt x="6210" y="38218"/>
                  </a:lnTo>
                  <a:lnTo>
                    <a:pt x="6688" y="37741"/>
                  </a:lnTo>
                  <a:lnTo>
                    <a:pt x="7166" y="36308"/>
                  </a:lnTo>
                  <a:lnTo>
                    <a:pt x="7166" y="34874"/>
                  </a:lnTo>
                  <a:lnTo>
                    <a:pt x="8599" y="33441"/>
                  </a:lnTo>
                  <a:lnTo>
                    <a:pt x="8599" y="33441"/>
                  </a:lnTo>
                  <a:lnTo>
                    <a:pt x="8599" y="33441"/>
                  </a:lnTo>
                  <a:lnTo>
                    <a:pt x="8121" y="32486"/>
                  </a:lnTo>
                  <a:lnTo>
                    <a:pt x="7166" y="32486"/>
                  </a:lnTo>
                  <a:lnTo>
                    <a:pt x="6210" y="32486"/>
                  </a:lnTo>
                  <a:lnTo>
                    <a:pt x="5733" y="32008"/>
                  </a:lnTo>
                  <a:lnTo>
                    <a:pt x="5255" y="31052"/>
                  </a:lnTo>
                  <a:lnTo>
                    <a:pt x="5733" y="28186"/>
                  </a:lnTo>
                  <a:lnTo>
                    <a:pt x="5255" y="26275"/>
                  </a:lnTo>
                  <a:lnTo>
                    <a:pt x="4777" y="24842"/>
                  </a:lnTo>
                  <a:lnTo>
                    <a:pt x="5255" y="21498"/>
                  </a:lnTo>
                  <a:lnTo>
                    <a:pt x="4299" y="21020"/>
                  </a:lnTo>
                  <a:lnTo>
                    <a:pt x="2866" y="19109"/>
                  </a:lnTo>
                  <a:lnTo>
                    <a:pt x="2389" y="17676"/>
                  </a:lnTo>
                  <a:lnTo>
                    <a:pt x="2866" y="17198"/>
                  </a:lnTo>
                  <a:lnTo>
                    <a:pt x="2866" y="16721"/>
                  </a:lnTo>
                  <a:lnTo>
                    <a:pt x="2866" y="16243"/>
                  </a:lnTo>
                  <a:lnTo>
                    <a:pt x="3344" y="15287"/>
                  </a:lnTo>
                  <a:lnTo>
                    <a:pt x="3344" y="14332"/>
                  </a:lnTo>
                  <a:lnTo>
                    <a:pt x="1910" y="13377"/>
                  </a:lnTo>
                  <a:lnTo>
                    <a:pt x="1433" y="12899"/>
                  </a:lnTo>
                  <a:lnTo>
                    <a:pt x="955" y="11943"/>
                  </a:lnTo>
                  <a:lnTo>
                    <a:pt x="955" y="10510"/>
                  </a:lnTo>
                  <a:lnTo>
                    <a:pt x="478" y="9555"/>
                  </a:lnTo>
                  <a:lnTo>
                    <a:pt x="0" y="9077"/>
                  </a:lnTo>
                  <a:lnTo>
                    <a:pt x="478" y="8599"/>
                  </a:lnTo>
                  <a:lnTo>
                    <a:pt x="1910" y="8121"/>
                  </a:lnTo>
                  <a:lnTo>
                    <a:pt x="4299" y="8599"/>
                  </a:lnTo>
                  <a:lnTo>
                    <a:pt x="6210" y="8599"/>
                  </a:lnTo>
                  <a:lnTo>
                    <a:pt x="6210" y="8599"/>
                  </a:lnTo>
                  <a:lnTo>
                    <a:pt x="7166" y="8121"/>
                  </a:lnTo>
                  <a:lnTo>
                    <a:pt x="7644" y="8121"/>
                  </a:lnTo>
                  <a:lnTo>
                    <a:pt x="8599" y="2389"/>
                  </a:lnTo>
                  <a:lnTo>
                    <a:pt x="10032" y="478"/>
                  </a:lnTo>
                  <a:lnTo>
                    <a:pt x="11465" y="0"/>
                  </a:lnTo>
                  <a:lnTo>
                    <a:pt x="13854" y="1911"/>
                  </a:lnTo>
                  <a:lnTo>
                    <a:pt x="15287" y="2389"/>
                  </a:lnTo>
                  <a:lnTo>
                    <a:pt x="15765" y="2389"/>
                  </a:lnTo>
                  <a:lnTo>
                    <a:pt x="16242" y="3344"/>
                  </a:lnTo>
                  <a:lnTo>
                    <a:pt x="19587" y="8121"/>
                  </a:lnTo>
                  <a:lnTo>
                    <a:pt x="21020" y="9555"/>
                  </a:lnTo>
                  <a:lnTo>
                    <a:pt x="21498" y="10510"/>
                  </a:lnTo>
                  <a:lnTo>
                    <a:pt x="21975" y="11943"/>
                  </a:lnTo>
                  <a:lnTo>
                    <a:pt x="22453" y="11943"/>
                  </a:lnTo>
                  <a:lnTo>
                    <a:pt x="23408" y="12899"/>
                  </a:lnTo>
                  <a:lnTo>
                    <a:pt x="24364" y="13377"/>
                  </a:lnTo>
                  <a:lnTo>
                    <a:pt x="26275" y="14810"/>
                  </a:lnTo>
                  <a:lnTo>
                    <a:pt x="27230" y="15765"/>
                  </a:lnTo>
                  <a:lnTo>
                    <a:pt x="29141" y="17676"/>
                  </a:lnTo>
                  <a:lnTo>
                    <a:pt x="31052" y="18632"/>
                  </a:lnTo>
                  <a:lnTo>
                    <a:pt x="37740" y="20065"/>
                  </a:lnTo>
                  <a:lnTo>
                    <a:pt x="41562" y="20543"/>
                  </a:lnTo>
                  <a:lnTo>
                    <a:pt x="42517" y="21020"/>
                  </a:lnTo>
                  <a:lnTo>
                    <a:pt x="45384" y="20065"/>
                  </a:lnTo>
                  <a:lnTo>
                    <a:pt x="49206" y="20065"/>
                  </a:lnTo>
                  <a:lnTo>
                    <a:pt x="49206" y="20065"/>
                  </a:lnTo>
                  <a:lnTo>
                    <a:pt x="50162" y="20065"/>
                  </a:lnTo>
                  <a:lnTo>
                    <a:pt x="54939" y="15765"/>
                  </a:lnTo>
                  <a:lnTo>
                    <a:pt x="56372" y="14332"/>
                  </a:lnTo>
                  <a:lnTo>
                    <a:pt x="58760" y="13854"/>
                  </a:lnTo>
                  <a:lnTo>
                    <a:pt x="60194" y="11943"/>
                  </a:lnTo>
                  <a:lnTo>
                    <a:pt x="62582" y="10032"/>
                  </a:lnTo>
                  <a:lnTo>
                    <a:pt x="63060" y="10032"/>
                  </a:lnTo>
                  <a:lnTo>
                    <a:pt x="65926" y="8121"/>
                  </a:lnTo>
                  <a:lnTo>
                    <a:pt x="68315" y="6211"/>
                  </a:lnTo>
                  <a:lnTo>
                    <a:pt x="70704" y="5255"/>
                  </a:lnTo>
                  <a:lnTo>
                    <a:pt x="74526" y="2867"/>
                  </a:lnTo>
                  <a:lnTo>
                    <a:pt x="76914" y="1911"/>
                  </a:lnTo>
                  <a:lnTo>
                    <a:pt x="76914" y="1911"/>
                  </a:lnTo>
                  <a:lnTo>
                    <a:pt x="78825" y="1911"/>
                  </a:lnTo>
                  <a:lnTo>
                    <a:pt x="82169" y="4777"/>
                  </a:lnTo>
                  <a:lnTo>
                    <a:pt x="84558" y="7166"/>
                  </a:lnTo>
                  <a:lnTo>
                    <a:pt x="85513" y="8599"/>
                  </a:lnTo>
                  <a:lnTo>
                    <a:pt x="84080" y="9555"/>
                  </a:lnTo>
                  <a:lnTo>
                    <a:pt x="81692" y="10510"/>
                  </a:lnTo>
                  <a:lnTo>
                    <a:pt x="81214" y="11466"/>
                  </a:lnTo>
                  <a:lnTo>
                    <a:pt x="81214" y="11943"/>
                  </a:lnTo>
                  <a:lnTo>
                    <a:pt x="81214" y="12899"/>
                  </a:lnTo>
                  <a:lnTo>
                    <a:pt x="81214" y="12899"/>
                  </a:lnTo>
                  <a:lnTo>
                    <a:pt x="81214" y="13854"/>
                  </a:lnTo>
                  <a:lnTo>
                    <a:pt x="81214" y="13854"/>
                  </a:lnTo>
                  <a:lnTo>
                    <a:pt x="84558" y="15287"/>
                  </a:lnTo>
                  <a:lnTo>
                    <a:pt x="84558" y="15765"/>
                  </a:lnTo>
                  <a:lnTo>
                    <a:pt x="84558" y="16243"/>
                  </a:lnTo>
                  <a:lnTo>
                    <a:pt x="84558" y="17198"/>
                  </a:lnTo>
                  <a:lnTo>
                    <a:pt x="84558" y="18154"/>
                  </a:lnTo>
                  <a:lnTo>
                    <a:pt x="83603" y="18154"/>
                  </a:lnTo>
                  <a:lnTo>
                    <a:pt x="81692" y="18632"/>
                  </a:lnTo>
                  <a:lnTo>
                    <a:pt x="79781" y="19587"/>
                  </a:lnTo>
                  <a:lnTo>
                    <a:pt x="79781" y="19587"/>
                  </a:lnTo>
                  <a:lnTo>
                    <a:pt x="79303" y="20065"/>
                  </a:lnTo>
                  <a:lnTo>
                    <a:pt x="78825" y="20543"/>
                  </a:lnTo>
                  <a:lnTo>
                    <a:pt x="78825" y="21020"/>
                  </a:lnTo>
                  <a:lnTo>
                    <a:pt x="78825" y="21498"/>
                  </a:lnTo>
                  <a:lnTo>
                    <a:pt x="79303" y="21976"/>
                  </a:lnTo>
                  <a:lnTo>
                    <a:pt x="83124" y="24364"/>
                  </a:lnTo>
                  <a:lnTo>
                    <a:pt x="83603" y="25320"/>
                  </a:lnTo>
                  <a:lnTo>
                    <a:pt x="84080" y="26275"/>
                  </a:lnTo>
                  <a:lnTo>
                    <a:pt x="85035" y="26753"/>
                  </a:lnTo>
                  <a:lnTo>
                    <a:pt x="85035" y="26753"/>
                  </a:lnTo>
                  <a:lnTo>
                    <a:pt x="86469" y="27231"/>
                  </a:lnTo>
                  <a:lnTo>
                    <a:pt x="87424" y="27231"/>
                  </a:lnTo>
                  <a:lnTo>
                    <a:pt x="90769" y="31530"/>
                  </a:lnTo>
                  <a:lnTo>
                    <a:pt x="91724" y="32008"/>
                  </a:lnTo>
                  <a:lnTo>
                    <a:pt x="95546" y="31052"/>
                  </a:lnTo>
                  <a:lnTo>
                    <a:pt x="96024" y="31052"/>
                  </a:lnTo>
                  <a:lnTo>
                    <a:pt x="96024" y="32008"/>
                  </a:lnTo>
                  <a:lnTo>
                    <a:pt x="96979" y="37741"/>
                  </a:lnTo>
                  <a:lnTo>
                    <a:pt x="97456" y="40607"/>
                  </a:lnTo>
                  <a:lnTo>
                    <a:pt x="97935" y="43474"/>
                  </a:lnTo>
                  <a:lnTo>
                    <a:pt x="98890" y="46340"/>
                  </a:lnTo>
                  <a:lnTo>
                    <a:pt x="100323" y="48728"/>
                  </a:lnTo>
                  <a:lnTo>
                    <a:pt x="102234" y="50162"/>
                  </a:lnTo>
                  <a:lnTo>
                    <a:pt x="106056" y="52073"/>
                  </a:lnTo>
                  <a:lnTo>
                    <a:pt x="107967" y="52550"/>
                  </a:lnTo>
                  <a:lnTo>
                    <a:pt x="113222" y="53028"/>
                  </a:lnTo>
                  <a:lnTo>
                    <a:pt x="117999" y="53506"/>
                  </a:lnTo>
                  <a:lnTo>
                    <a:pt x="121343" y="54461"/>
                  </a:lnTo>
                  <a:lnTo>
                    <a:pt x="122299" y="55417"/>
                  </a:lnTo>
                  <a:lnTo>
                    <a:pt x="122776" y="55894"/>
                  </a:lnTo>
                  <a:lnTo>
                    <a:pt x="125165" y="60194"/>
                  </a:lnTo>
                  <a:lnTo>
                    <a:pt x="128987" y="63538"/>
                  </a:lnTo>
                  <a:lnTo>
                    <a:pt x="137108" y="68316"/>
                  </a:lnTo>
                  <a:lnTo>
                    <a:pt x="140930" y="69749"/>
                  </a:lnTo>
                  <a:lnTo>
                    <a:pt x="153351" y="72615"/>
                  </a:lnTo>
                  <a:lnTo>
                    <a:pt x="161950" y="72615"/>
                  </a:lnTo>
                  <a:lnTo>
                    <a:pt x="185359" y="66882"/>
                  </a:lnTo>
                  <a:lnTo>
                    <a:pt x="193480" y="65449"/>
                  </a:lnTo>
                  <a:lnTo>
                    <a:pt x="196347" y="65449"/>
                  </a:lnTo>
                  <a:lnTo>
                    <a:pt x="194436" y="66405"/>
                  </a:lnTo>
                  <a:lnTo>
                    <a:pt x="191569" y="67360"/>
                  </a:lnTo>
                  <a:lnTo>
                    <a:pt x="193480" y="67838"/>
                  </a:lnTo>
                  <a:lnTo>
                    <a:pt x="195869" y="67838"/>
                  </a:lnTo>
                  <a:lnTo>
                    <a:pt x="197302" y="67838"/>
                  </a:lnTo>
                  <a:lnTo>
                    <a:pt x="198258" y="67360"/>
                  </a:lnTo>
                  <a:lnTo>
                    <a:pt x="198258" y="65927"/>
                  </a:lnTo>
                  <a:lnTo>
                    <a:pt x="198258" y="64971"/>
                  </a:lnTo>
                  <a:lnTo>
                    <a:pt x="196824" y="59716"/>
                  </a:lnTo>
                  <a:lnTo>
                    <a:pt x="196347" y="55894"/>
                  </a:lnTo>
                  <a:lnTo>
                    <a:pt x="201602" y="56372"/>
                  </a:lnTo>
                  <a:lnTo>
                    <a:pt x="203990" y="55894"/>
                  </a:lnTo>
                  <a:lnTo>
                    <a:pt x="206856" y="54461"/>
                  </a:lnTo>
                  <a:lnTo>
                    <a:pt x="209245" y="53984"/>
                  </a:lnTo>
                  <a:lnTo>
                    <a:pt x="210679" y="53506"/>
                  </a:lnTo>
                  <a:lnTo>
                    <a:pt x="211634" y="53028"/>
                  </a:lnTo>
                  <a:lnTo>
                    <a:pt x="212590" y="52550"/>
                  </a:lnTo>
                  <a:lnTo>
                    <a:pt x="212590" y="52550"/>
                  </a:lnTo>
                  <a:lnTo>
                    <a:pt x="214978" y="47295"/>
                  </a:lnTo>
                  <a:lnTo>
                    <a:pt x="215933" y="45862"/>
                  </a:lnTo>
                  <a:lnTo>
                    <a:pt x="219277" y="42996"/>
                  </a:lnTo>
                  <a:lnTo>
                    <a:pt x="222144" y="41563"/>
                  </a:lnTo>
                  <a:lnTo>
                    <a:pt x="225488" y="39652"/>
                  </a:lnTo>
                  <a:lnTo>
                    <a:pt x="229310" y="38696"/>
                  </a:lnTo>
                  <a:lnTo>
                    <a:pt x="234565" y="38696"/>
                  </a:lnTo>
                  <a:lnTo>
                    <a:pt x="238387" y="39174"/>
                  </a:lnTo>
                  <a:lnTo>
                    <a:pt x="238387" y="39174"/>
                  </a:lnTo>
                  <a:lnTo>
                    <a:pt x="240775" y="39174"/>
                  </a:lnTo>
                  <a:lnTo>
                    <a:pt x="242209" y="39174"/>
                  </a:lnTo>
                  <a:lnTo>
                    <a:pt x="243164" y="39174"/>
                  </a:lnTo>
                  <a:lnTo>
                    <a:pt x="243642" y="38696"/>
                  </a:lnTo>
                  <a:lnTo>
                    <a:pt x="243642" y="38696"/>
                  </a:lnTo>
                  <a:lnTo>
                    <a:pt x="244120" y="36785"/>
                  </a:lnTo>
                  <a:lnTo>
                    <a:pt x="244120" y="36308"/>
                  </a:lnTo>
                  <a:lnTo>
                    <a:pt x="245075" y="35830"/>
                  </a:lnTo>
                  <a:lnTo>
                    <a:pt x="246508" y="35352"/>
                  </a:lnTo>
                  <a:lnTo>
                    <a:pt x="248419" y="35352"/>
                  </a:lnTo>
                  <a:lnTo>
                    <a:pt x="250808" y="35352"/>
                  </a:lnTo>
                  <a:lnTo>
                    <a:pt x="252718" y="35352"/>
                  </a:lnTo>
                  <a:lnTo>
                    <a:pt x="255585" y="36308"/>
                  </a:lnTo>
                  <a:lnTo>
                    <a:pt x="258929" y="36308"/>
                  </a:lnTo>
                  <a:lnTo>
                    <a:pt x="261318" y="35830"/>
                  </a:lnTo>
                  <a:lnTo>
                    <a:pt x="262751" y="36785"/>
                  </a:lnTo>
                  <a:lnTo>
                    <a:pt x="263706" y="38218"/>
                  </a:lnTo>
                  <a:lnTo>
                    <a:pt x="264184" y="39174"/>
                  </a:lnTo>
                  <a:lnTo>
                    <a:pt x="264184" y="40129"/>
                  </a:lnTo>
                  <a:lnTo>
                    <a:pt x="264184" y="41085"/>
                  </a:lnTo>
                  <a:lnTo>
                    <a:pt x="264184" y="41085"/>
                  </a:lnTo>
                  <a:lnTo>
                    <a:pt x="264662" y="41563"/>
                  </a:lnTo>
                  <a:lnTo>
                    <a:pt x="265617" y="42040"/>
                  </a:lnTo>
                  <a:lnTo>
                    <a:pt x="267528" y="42518"/>
                  </a:lnTo>
                  <a:lnTo>
                    <a:pt x="271350" y="42996"/>
                  </a:lnTo>
                  <a:lnTo>
                    <a:pt x="275172" y="43951"/>
                  </a:lnTo>
                  <a:lnTo>
                    <a:pt x="276605" y="44907"/>
                  </a:lnTo>
                  <a:lnTo>
                    <a:pt x="279472" y="45862"/>
                  </a:lnTo>
                  <a:lnTo>
                    <a:pt x="282338" y="48728"/>
                  </a:lnTo>
                  <a:lnTo>
                    <a:pt x="283771" y="49206"/>
                  </a:lnTo>
                  <a:lnTo>
                    <a:pt x="284727" y="49206"/>
                  </a:lnTo>
                  <a:lnTo>
                    <a:pt x="285682" y="49206"/>
                  </a:lnTo>
                  <a:lnTo>
                    <a:pt x="288071" y="48251"/>
                  </a:lnTo>
                  <a:lnTo>
                    <a:pt x="289982" y="49206"/>
                  </a:lnTo>
                  <a:lnTo>
                    <a:pt x="290937" y="48728"/>
                  </a:lnTo>
                  <a:lnTo>
                    <a:pt x="291893" y="48728"/>
                  </a:lnTo>
                  <a:lnTo>
                    <a:pt x="293325" y="48251"/>
                  </a:lnTo>
                  <a:lnTo>
                    <a:pt x="295714" y="49206"/>
                  </a:lnTo>
                  <a:lnTo>
                    <a:pt x="301925" y="52073"/>
                  </a:lnTo>
                  <a:lnTo>
                    <a:pt x="302402" y="52073"/>
                  </a:lnTo>
                  <a:lnTo>
                    <a:pt x="302880" y="52073"/>
                  </a:lnTo>
                  <a:lnTo>
                    <a:pt x="303358" y="53028"/>
                  </a:lnTo>
                  <a:lnTo>
                    <a:pt x="303836" y="53506"/>
                  </a:lnTo>
                  <a:lnTo>
                    <a:pt x="304313" y="56372"/>
                  </a:lnTo>
                  <a:lnTo>
                    <a:pt x="306224" y="58283"/>
                  </a:lnTo>
                  <a:lnTo>
                    <a:pt x="306224" y="58283"/>
                  </a:lnTo>
                  <a:lnTo>
                    <a:pt x="308135" y="59716"/>
                  </a:lnTo>
                  <a:lnTo>
                    <a:pt x="310524" y="60672"/>
                  </a:lnTo>
                  <a:lnTo>
                    <a:pt x="315779" y="63060"/>
                  </a:lnTo>
                  <a:lnTo>
                    <a:pt x="318168" y="64493"/>
                  </a:lnTo>
                  <a:lnTo>
                    <a:pt x="320556" y="67838"/>
                  </a:lnTo>
                  <a:lnTo>
                    <a:pt x="323423" y="71659"/>
                  </a:lnTo>
                  <a:lnTo>
                    <a:pt x="323423" y="72137"/>
                  </a:lnTo>
                  <a:lnTo>
                    <a:pt x="331066" y="71659"/>
                  </a:lnTo>
                  <a:lnTo>
                    <a:pt x="339188" y="71659"/>
                  </a:lnTo>
                  <a:lnTo>
                    <a:pt x="340143" y="73570"/>
                  </a:lnTo>
                  <a:lnTo>
                    <a:pt x="340143" y="76437"/>
                  </a:lnTo>
                  <a:lnTo>
                    <a:pt x="340143" y="79781"/>
                  </a:lnTo>
                  <a:lnTo>
                    <a:pt x="341098" y="82170"/>
                  </a:lnTo>
                  <a:lnTo>
                    <a:pt x="341098" y="84081"/>
                  </a:lnTo>
                  <a:lnTo>
                    <a:pt x="340143" y="85036"/>
                  </a:lnTo>
                  <a:lnTo>
                    <a:pt x="339666" y="86469"/>
                  </a:lnTo>
                  <a:lnTo>
                    <a:pt x="339666" y="86947"/>
                  </a:lnTo>
                  <a:lnTo>
                    <a:pt x="339666" y="86947"/>
                  </a:lnTo>
                  <a:lnTo>
                    <a:pt x="340621" y="87425"/>
                  </a:lnTo>
                  <a:lnTo>
                    <a:pt x="341577" y="89335"/>
                  </a:lnTo>
                  <a:lnTo>
                    <a:pt x="342054" y="91724"/>
                  </a:lnTo>
                  <a:lnTo>
                    <a:pt x="341577" y="93157"/>
                  </a:lnTo>
                  <a:lnTo>
                    <a:pt x="341577" y="94113"/>
                  </a:lnTo>
                  <a:lnTo>
                    <a:pt x="342054" y="95068"/>
                  </a:lnTo>
                  <a:lnTo>
                    <a:pt x="342532" y="96501"/>
                  </a:lnTo>
                  <a:lnTo>
                    <a:pt x="342054" y="96979"/>
                  </a:lnTo>
                  <a:lnTo>
                    <a:pt x="341577" y="97935"/>
                  </a:lnTo>
                  <a:lnTo>
                    <a:pt x="341098" y="99368"/>
                  </a:lnTo>
                  <a:lnTo>
                    <a:pt x="340621" y="100801"/>
                  </a:lnTo>
                  <a:lnTo>
                    <a:pt x="340621" y="101757"/>
                  </a:lnTo>
                  <a:lnTo>
                    <a:pt x="339666" y="102234"/>
                  </a:lnTo>
                  <a:lnTo>
                    <a:pt x="338710" y="102712"/>
                  </a:lnTo>
                  <a:lnTo>
                    <a:pt x="338710" y="104145"/>
                  </a:lnTo>
                  <a:lnTo>
                    <a:pt x="339188" y="105100"/>
                  </a:lnTo>
                  <a:lnTo>
                    <a:pt x="339666" y="106534"/>
                  </a:lnTo>
                  <a:lnTo>
                    <a:pt x="339188" y="107012"/>
                  </a:lnTo>
                  <a:lnTo>
                    <a:pt x="339188" y="107489"/>
                  </a:lnTo>
                  <a:lnTo>
                    <a:pt x="339188" y="107489"/>
                  </a:lnTo>
                  <a:lnTo>
                    <a:pt x="338710" y="108445"/>
                  </a:lnTo>
                  <a:lnTo>
                    <a:pt x="338232" y="110356"/>
                  </a:lnTo>
                  <a:lnTo>
                    <a:pt x="338232" y="111789"/>
                  </a:lnTo>
                  <a:lnTo>
                    <a:pt x="337754" y="113222"/>
                  </a:lnTo>
                  <a:lnTo>
                    <a:pt x="336321" y="114177"/>
                  </a:lnTo>
                  <a:lnTo>
                    <a:pt x="335843" y="115133"/>
                  </a:lnTo>
                  <a:lnTo>
                    <a:pt x="335843" y="116088"/>
                  </a:lnTo>
                  <a:lnTo>
                    <a:pt x="334888" y="116566"/>
                  </a:lnTo>
                  <a:lnTo>
                    <a:pt x="333455" y="117522"/>
                  </a:lnTo>
                  <a:lnTo>
                    <a:pt x="332977" y="118477"/>
                  </a:lnTo>
                  <a:lnTo>
                    <a:pt x="331544" y="118477"/>
                  </a:lnTo>
                  <a:lnTo>
                    <a:pt x="331066" y="118955"/>
                  </a:lnTo>
                  <a:lnTo>
                    <a:pt x="331544" y="119910"/>
                  </a:lnTo>
                  <a:lnTo>
                    <a:pt x="331544" y="119910"/>
                  </a:lnTo>
                  <a:lnTo>
                    <a:pt x="332022" y="120388"/>
                  </a:lnTo>
                  <a:lnTo>
                    <a:pt x="332977" y="121343"/>
                  </a:lnTo>
                  <a:lnTo>
                    <a:pt x="334411" y="123732"/>
                  </a:lnTo>
                  <a:lnTo>
                    <a:pt x="329633" y="123732"/>
                  </a:lnTo>
                  <a:lnTo>
                    <a:pt x="328200" y="125643"/>
                  </a:lnTo>
                  <a:lnTo>
                    <a:pt x="326289" y="128509"/>
                  </a:lnTo>
                  <a:lnTo>
                    <a:pt x="327245" y="133764"/>
                  </a:lnTo>
                  <a:lnTo>
                    <a:pt x="326289" y="136631"/>
                  </a:lnTo>
                  <a:lnTo>
                    <a:pt x="327245" y="138542"/>
                  </a:lnTo>
                  <a:lnTo>
                    <a:pt x="328200" y="139497"/>
                  </a:lnTo>
                  <a:lnTo>
                    <a:pt x="330111" y="139975"/>
                  </a:lnTo>
                  <a:lnTo>
                    <a:pt x="332977" y="139975"/>
                  </a:lnTo>
                  <a:lnTo>
                    <a:pt x="334888" y="140453"/>
                  </a:lnTo>
                  <a:lnTo>
                    <a:pt x="334888" y="141408"/>
                  </a:lnTo>
                  <a:lnTo>
                    <a:pt x="333932" y="142364"/>
                  </a:lnTo>
                  <a:lnTo>
                    <a:pt x="332022" y="144274"/>
                  </a:lnTo>
                  <a:lnTo>
                    <a:pt x="331066" y="145230"/>
                  </a:lnTo>
                  <a:lnTo>
                    <a:pt x="328200" y="149052"/>
                  </a:lnTo>
                  <a:lnTo>
                    <a:pt x="328200" y="150963"/>
                  </a:lnTo>
                  <a:lnTo>
                    <a:pt x="328200" y="152396"/>
                  </a:lnTo>
                  <a:lnTo>
                    <a:pt x="329633" y="156695"/>
                  </a:lnTo>
                  <a:lnTo>
                    <a:pt x="331066" y="160995"/>
                  </a:lnTo>
                  <a:lnTo>
                    <a:pt x="333455" y="168639"/>
                  </a:lnTo>
                  <a:lnTo>
                    <a:pt x="333455" y="170072"/>
                  </a:lnTo>
                  <a:lnTo>
                    <a:pt x="332500" y="173894"/>
                  </a:lnTo>
                  <a:lnTo>
                    <a:pt x="332500" y="176282"/>
                  </a:lnTo>
                  <a:lnTo>
                    <a:pt x="332977" y="179626"/>
                  </a:lnTo>
                  <a:lnTo>
                    <a:pt x="332500" y="181060"/>
                  </a:lnTo>
                  <a:lnTo>
                    <a:pt x="332977" y="184404"/>
                  </a:lnTo>
                  <a:lnTo>
                    <a:pt x="333932" y="184881"/>
                  </a:lnTo>
                  <a:lnTo>
                    <a:pt x="339188" y="185359"/>
                  </a:lnTo>
                  <a:lnTo>
                    <a:pt x="343487" y="185837"/>
                  </a:lnTo>
                  <a:lnTo>
                    <a:pt x="349698" y="186792"/>
                  </a:lnTo>
                  <a:lnTo>
                    <a:pt x="351609" y="188703"/>
                  </a:lnTo>
                  <a:lnTo>
                    <a:pt x="353042" y="193480"/>
                  </a:lnTo>
                  <a:lnTo>
                    <a:pt x="353042" y="196825"/>
                  </a:lnTo>
                  <a:lnTo>
                    <a:pt x="352086" y="198736"/>
                  </a:lnTo>
                  <a:lnTo>
                    <a:pt x="347787" y="203513"/>
                  </a:lnTo>
                  <a:lnTo>
                    <a:pt x="343487" y="208290"/>
                  </a:lnTo>
                  <a:lnTo>
                    <a:pt x="338710" y="213068"/>
                  </a:lnTo>
                  <a:lnTo>
                    <a:pt x="333932" y="218322"/>
                  </a:lnTo>
                  <a:lnTo>
                    <a:pt x="333455" y="218800"/>
                  </a:lnTo>
                  <a:lnTo>
                    <a:pt x="333455" y="218800"/>
                  </a:lnTo>
                  <a:lnTo>
                    <a:pt x="337277" y="223100"/>
                  </a:lnTo>
                  <a:lnTo>
                    <a:pt x="339666" y="225488"/>
                  </a:lnTo>
                  <a:lnTo>
                    <a:pt x="343009" y="229310"/>
                  </a:lnTo>
                  <a:lnTo>
                    <a:pt x="343487" y="229788"/>
                  </a:lnTo>
                  <a:lnTo>
                    <a:pt x="343487" y="231221"/>
                  </a:lnTo>
                  <a:lnTo>
                    <a:pt x="346831" y="236476"/>
                  </a:lnTo>
                  <a:lnTo>
                    <a:pt x="347787" y="239343"/>
                  </a:lnTo>
                  <a:lnTo>
                    <a:pt x="348264" y="239343"/>
                  </a:lnTo>
                  <a:lnTo>
                    <a:pt x="349220" y="241253"/>
                  </a:lnTo>
                  <a:lnTo>
                    <a:pt x="349220" y="241253"/>
                  </a:lnTo>
                  <a:lnTo>
                    <a:pt x="351609" y="243642"/>
                  </a:lnTo>
                  <a:lnTo>
                    <a:pt x="354475" y="246031"/>
                  </a:lnTo>
                  <a:lnTo>
                    <a:pt x="357341" y="247464"/>
                  </a:lnTo>
                  <a:lnTo>
                    <a:pt x="359252" y="247464"/>
                  </a:lnTo>
                  <a:lnTo>
                    <a:pt x="363552" y="248897"/>
                  </a:lnTo>
                  <a:lnTo>
                    <a:pt x="364985" y="249853"/>
                  </a:lnTo>
                  <a:lnTo>
                    <a:pt x="367852" y="252719"/>
                  </a:lnTo>
                  <a:lnTo>
                    <a:pt x="367852" y="252719"/>
                  </a:lnTo>
                  <a:lnTo>
                    <a:pt x="370718" y="252241"/>
                  </a:lnTo>
                  <a:lnTo>
                    <a:pt x="371673" y="252241"/>
                  </a:lnTo>
                  <a:lnTo>
                    <a:pt x="371673" y="252241"/>
                  </a:lnTo>
                  <a:lnTo>
                    <a:pt x="371673" y="253197"/>
                  </a:lnTo>
                  <a:lnTo>
                    <a:pt x="371196" y="257496"/>
                  </a:lnTo>
                  <a:lnTo>
                    <a:pt x="372151" y="261318"/>
                  </a:lnTo>
                  <a:lnTo>
                    <a:pt x="372629" y="267529"/>
                  </a:lnTo>
                  <a:lnTo>
                    <a:pt x="372629" y="268962"/>
                  </a:lnTo>
                  <a:lnTo>
                    <a:pt x="371673" y="270395"/>
                  </a:lnTo>
                  <a:lnTo>
                    <a:pt x="371673" y="271828"/>
                  </a:lnTo>
                  <a:lnTo>
                    <a:pt x="371673" y="272306"/>
                  </a:lnTo>
                  <a:lnTo>
                    <a:pt x="371673" y="272784"/>
                  </a:lnTo>
                  <a:lnTo>
                    <a:pt x="371673" y="272784"/>
                  </a:lnTo>
                  <a:lnTo>
                    <a:pt x="372629" y="273261"/>
                  </a:lnTo>
                  <a:lnTo>
                    <a:pt x="374539" y="273261"/>
                  </a:lnTo>
                  <a:lnTo>
                    <a:pt x="379795" y="272784"/>
                  </a:lnTo>
                  <a:lnTo>
                    <a:pt x="380273" y="272784"/>
                  </a:lnTo>
                  <a:lnTo>
                    <a:pt x="381705" y="273739"/>
                  </a:lnTo>
                  <a:lnTo>
                    <a:pt x="382184" y="27469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3" name="Freeform 1232">
              <a:extLst>
                <a:ext uri="{FF2B5EF4-FFF2-40B4-BE49-F238E27FC236}">
                  <a16:creationId xmlns:a16="http://schemas.microsoft.com/office/drawing/2014/main" id="{4E36F8E4-C61E-7C22-E80B-358801FB6D9F}"/>
                </a:ext>
              </a:extLst>
            </p:cNvPr>
            <p:cNvSpPr/>
            <p:nvPr/>
          </p:nvSpPr>
          <p:spPr>
            <a:xfrm>
              <a:off x="7136494" y="4230414"/>
              <a:ext cx="477" cy="3821"/>
            </a:xfrm>
            <a:custGeom>
              <a:avLst/>
              <a:gdLst>
                <a:gd name="csX0" fmla="*/ 478 w 477"/>
                <a:gd name="csY0" fmla="*/ 0 h 3821"/>
                <a:gd name="csX1" fmla="*/ 0 w 477"/>
                <a:gd name="csY1" fmla="*/ 3822 h 3821"/>
                <a:gd name="csX2" fmla="*/ 0 w 477"/>
                <a:gd name="csY2" fmla="*/ 3822 h 3821"/>
                <a:gd name="csX3" fmla="*/ 0 w 477"/>
                <a:gd name="csY3" fmla="*/ 3822 h 3821"/>
                <a:gd name="csX4" fmla="*/ 478 w 477"/>
                <a:gd name="csY4" fmla="*/ 0 h 3821"/>
                <a:gd name="csX5" fmla="*/ 478 w 477"/>
                <a:gd name="csY5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3821">
                  <a:moveTo>
                    <a:pt x="478" y="0"/>
                  </a:moveTo>
                  <a:lnTo>
                    <a:pt x="0" y="3822"/>
                  </a:lnTo>
                  <a:lnTo>
                    <a:pt x="0" y="3822"/>
                  </a:lnTo>
                  <a:lnTo>
                    <a:pt x="0" y="3822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4" name="Freeform 1233">
              <a:extLst>
                <a:ext uri="{FF2B5EF4-FFF2-40B4-BE49-F238E27FC236}">
                  <a16:creationId xmlns:a16="http://schemas.microsoft.com/office/drawing/2014/main" id="{B62A8464-5F90-2A58-A6E9-F997375D3979}"/>
                </a:ext>
              </a:extLst>
            </p:cNvPr>
            <p:cNvSpPr/>
            <p:nvPr/>
          </p:nvSpPr>
          <p:spPr>
            <a:xfrm>
              <a:off x="7126939" y="3565414"/>
              <a:ext cx="7643" cy="955"/>
            </a:xfrm>
            <a:custGeom>
              <a:avLst/>
              <a:gdLst>
                <a:gd name="csX0" fmla="*/ 7644 w 7643"/>
                <a:gd name="csY0" fmla="*/ 0 h 955"/>
                <a:gd name="csX1" fmla="*/ 7644 w 7643"/>
                <a:gd name="csY1" fmla="*/ 0 h 955"/>
                <a:gd name="csX2" fmla="*/ 0 w 7643"/>
                <a:gd name="csY2" fmla="*/ 955 h 955"/>
                <a:gd name="csX3" fmla="*/ 7644 w 764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643" h="955">
                  <a:moveTo>
                    <a:pt x="7644" y="0"/>
                  </a:moveTo>
                  <a:lnTo>
                    <a:pt x="7644" y="0"/>
                  </a:lnTo>
                  <a:lnTo>
                    <a:pt x="0" y="955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5" name="Freeform 1234">
              <a:extLst>
                <a:ext uri="{FF2B5EF4-FFF2-40B4-BE49-F238E27FC236}">
                  <a16:creationId xmlns:a16="http://schemas.microsoft.com/office/drawing/2014/main" id="{0470E2FD-0336-8A5D-2890-6DBB9FA7F15D}"/>
                </a:ext>
              </a:extLst>
            </p:cNvPr>
            <p:cNvSpPr/>
            <p:nvPr/>
          </p:nvSpPr>
          <p:spPr>
            <a:xfrm>
              <a:off x="7122162" y="3856829"/>
              <a:ext cx="7643" cy="955"/>
            </a:xfrm>
            <a:custGeom>
              <a:avLst/>
              <a:gdLst>
                <a:gd name="csX0" fmla="*/ 7644 w 7643"/>
                <a:gd name="csY0" fmla="*/ 0 h 955"/>
                <a:gd name="csX1" fmla="*/ 3821 w 7643"/>
                <a:gd name="csY1" fmla="*/ 478 h 955"/>
                <a:gd name="csX2" fmla="*/ 0 w 7643"/>
                <a:gd name="csY2" fmla="*/ 956 h 955"/>
                <a:gd name="csX3" fmla="*/ 3821 w 7643"/>
                <a:gd name="csY3" fmla="*/ 478 h 955"/>
                <a:gd name="csX4" fmla="*/ 7644 w 7643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955">
                  <a:moveTo>
                    <a:pt x="7644" y="0"/>
                  </a:moveTo>
                  <a:lnTo>
                    <a:pt x="3821" y="478"/>
                  </a:lnTo>
                  <a:lnTo>
                    <a:pt x="0" y="956"/>
                  </a:lnTo>
                  <a:lnTo>
                    <a:pt x="3821" y="478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6" name="Freeform 1235">
              <a:extLst>
                <a:ext uri="{FF2B5EF4-FFF2-40B4-BE49-F238E27FC236}">
                  <a16:creationId xmlns:a16="http://schemas.microsoft.com/office/drawing/2014/main" id="{8CF3486A-1E4A-7DD3-4F80-BD6D4BB06EAD}"/>
                </a:ext>
              </a:extLst>
            </p:cNvPr>
            <p:cNvSpPr/>
            <p:nvPr/>
          </p:nvSpPr>
          <p:spPr>
            <a:xfrm>
              <a:off x="7127895" y="4202705"/>
              <a:ext cx="955" cy="8121"/>
            </a:xfrm>
            <a:custGeom>
              <a:avLst/>
              <a:gdLst>
                <a:gd name="csX0" fmla="*/ 0 w 955"/>
                <a:gd name="csY0" fmla="*/ 4300 h 8121"/>
                <a:gd name="csX1" fmla="*/ 955 w 955"/>
                <a:gd name="csY1" fmla="*/ 8121 h 8121"/>
                <a:gd name="csX2" fmla="*/ 0 w 955"/>
                <a:gd name="csY2" fmla="*/ 4300 h 8121"/>
                <a:gd name="csX3" fmla="*/ 478 w 955"/>
                <a:gd name="csY3" fmla="*/ 0 h 8121"/>
                <a:gd name="csX4" fmla="*/ 0 w 955"/>
                <a:gd name="csY4" fmla="*/ 430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8121">
                  <a:moveTo>
                    <a:pt x="0" y="4300"/>
                  </a:moveTo>
                  <a:lnTo>
                    <a:pt x="955" y="8121"/>
                  </a:lnTo>
                  <a:lnTo>
                    <a:pt x="0" y="4300"/>
                  </a:lnTo>
                  <a:lnTo>
                    <a:pt x="478" y="0"/>
                  </a:lnTo>
                  <a:lnTo>
                    <a:pt x="0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7" name="Freeform 1236">
              <a:extLst>
                <a:ext uri="{FF2B5EF4-FFF2-40B4-BE49-F238E27FC236}">
                  <a16:creationId xmlns:a16="http://schemas.microsoft.com/office/drawing/2014/main" id="{43ABAA88-F73E-2BFB-1E36-28A07B58DCB1}"/>
                </a:ext>
              </a:extLst>
            </p:cNvPr>
            <p:cNvSpPr/>
            <p:nvPr/>
          </p:nvSpPr>
          <p:spPr>
            <a:xfrm>
              <a:off x="7121684" y="4199361"/>
              <a:ext cx="2866" cy="2866"/>
            </a:xfrm>
            <a:custGeom>
              <a:avLst/>
              <a:gdLst>
                <a:gd name="csX0" fmla="*/ 0 w 2866"/>
                <a:gd name="csY0" fmla="*/ 0 h 2866"/>
                <a:gd name="csX1" fmla="*/ 2867 w 2866"/>
                <a:gd name="csY1" fmla="*/ 2866 h 2866"/>
                <a:gd name="csX2" fmla="*/ 2867 w 2866"/>
                <a:gd name="csY2" fmla="*/ 2866 h 2866"/>
                <a:gd name="csX3" fmla="*/ 0 w 2866"/>
                <a:gd name="csY3" fmla="*/ 0 h 2866"/>
                <a:gd name="csX4" fmla="*/ 0 w 2866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2866">
                  <a:moveTo>
                    <a:pt x="0" y="0"/>
                  </a:moveTo>
                  <a:lnTo>
                    <a:pt x="2867" y="2866"/>
                  </a:lnTo>
                  <a:lnTo>
                    <a:pt x="2867" y="286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8" name="Freeform 1237">
              <a:extLst>
                <a:ext uri="{FF2B5EF4-FFF2-40B4-BE49-F238E27FC236}">
                  <a16:creationId xmlns:a16="http://schemas.microsoft.com/office/drawing/2014/main" id="{1848196A-CD30-7A57-4313-DF27DBDD9356}"/>
                </a:ext>
              </a:extLst>
            </p:cNvPr>
            <p:cNvSpPr/>
            <p:nvPr/>
          </p:nvSpPr>
          <p:spPr>
            <a:xfrm>
              <a:off x="7120729" y="3937088"/>
              <a:ext cx="1433" cy="6210"/>
            </a:xfrm>
            <a:custGeom>
              <a:avLst/>
              <a:gdLst>
                <a:gd name="csX0" fmla="*/ 0 w 1433"/>
                <a:gd name="csY0" fmla="*/ 0 h 6210"/>
                <a:gd name="csX1" fmla="*/ 1433 w 1433"/>
                <a:gd name="csY1" fmla="*/ 6210 h 6210"/>
                <a:gd name="csX2" fmla="*/ 1433 w 1433"/>
                <a:gd name="csY2" fmla="*/ 5733 h 6210"/>
                <a:gd name="csX3" fmla="*/ 0 w 1433"/>
                <a:gd name="csY3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6210">
                  <a:moveTo>
                    <a:pt x="0" y="0"/>
                  </a:moveTo>
                  <a:lnTo>
                    <a:pt x="1433" y="6210"/>
                  </a:lnTo>
                  <a:lnTo>
                    <a:pt x="1433" y="57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" name="Freeform 1238">
              <a:extLst>
                <a:ext uri="{FF2B5EF4-FFF2-40B4-BE49-F238E27FC236}">
                  <a16:creationId xmlns:a16="http://schemas.microsoft.com/office/drawing/2014/main" id="{4C918D1D-33AD-A7B2-DE57-21E37A013CC8}"/>
                </a:ext>
              </a:extLst>
            </p:cNvPr>
            <p:cNvSpPr/>
            <p:nvPr/>
          </p:nvSpPr>
          <p:spPr>
            <a:xfrm>
              <a:off x="7120729" y="4052698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0 w 1433"/>
                <a:gd name="csY1" fmla="*/ 478 h 477"/>
                <a:gd name="csX2" fmla="*/ 0 w 1433"/>
                <a:gd name="csY2" fmla="*/ 478 h 477"/>
                <a:gd name="csX3" fmla="*/ 1433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" name="Freeform 1239">
              <a:extLst>
                <a:ext uri="{FF2B5EF4-FFF2-40B4-BE49-F238E27FC236}">
                  <a16:creationId xmlns:a16="http://schemas.microsoft.com/office/drawing/2014/main" id="{BB562D06-6EC5-9C8B-8420-EC83F8C021D5}"/>
                </a:ext>
              </a:extLst>
            </p:cNvPr>
            <p:cNvSpPr/>
            <p:nvPr/>
          </p:nvSpPr>
          <p:spPr>
            <a:xfrm>
              <a:off x="7118340" y="4237580"/>
              <a:ext cx="955" cy="1433"/>
            </a:xfrm>
            <a:custGeom>
              <a:avLst/>
              <a:gdLst>
                <a:gd name="csX0" fmla="*/ 955 w 955"/>
                <a:gd name="csY0" fmla="*/ 0 h 1433"/>
                <a:gd name="csX1" fmla="*/ 0 w 955"/>
                <a:gd name="csY1" fmla="*/ 1433 h 1433"/>
                <a:gd name="csX2" fmla="*/ 955 w 955"/>
                <a:gd name="csY2" fmla="*/ 0 h 1433"/>
                <a:gd name="csX3" fmla="*/ 955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955" y="0"/>
                  </a:moveTo>
                  <a:lnTo>
                    <a:pt x="0" y="1433"/>
                  </a:lnTo>
                  <a:lnTo>
                    <a:pt x="955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" name="Freeform 1240">
              <a:extLst>
                <a:ext uri="{FF2B5EF4-FFF2-40B4-BE49-F238E27FC236}">
                  <a16:creationId xmlns:a16="http://schemas.microsoft.com/office/drawing/2014/main" id="{0F5F0FB5-2FF0-F3CA-D5D4-4972BA486459}"/>
                </a:ext>
              </a:extLst>
            </p:cNvPr>
            <p:cNvSpPr/>
            <p:nvPr/>
          </p:nvSpPr>
          <p:spPr>
            <a:xfrm>
              <a:off x="7118340" y="4052698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478 w 477"/>
                <a:gd name="csY2" fmla="*/ 1433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478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" name="Freeform 1241">
              <a:extLst>
                <a:ext uri="{FF2B5EF4-FFF2-40B4-BE49-F238E27FC236}">
                  <a16:creationId xmlns:a16="http://schemas.microsoft.com/office/drawing/2014/main" id="{90A86C31-2CB4-85B8-4D3C-A1DF7109B8C8}"/>
                </a:ext>
              </a:extLst>
            </p:cNvPr>
            <p:cNvSpPr/>
            <p:nvPr/>
          </p:nvSpPr>
          <p:spPr>
            <a:xfrm>
              <a:off x="7117862" y="4239013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956 h 1433"/>
                <a:gd name="csX2" fmla="*/ 0 w 477"/>
                <a:gd name="csY2" fmla="*/ 1433 h 1433"/>
                <a:gd name="csX3" fmla="*/ 478 w 477"/>
                <a:gd name="csY3" fmla="*/ 956 h 1433"/>
                <a:gd name="csX4" fmla="*/ 478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956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" name="Freeform 1242">
              <a:extLst>
                <a:ext uri="{FF2B5EF4-FFF2-40B4-BE49-F238E27FC236}">
                  <a16:creationId xmlns:a16="http://schemas.microsoft.com/office/drawing/2014/main" id="{B88767A0-4E24-6653-6C43-5E217D35B3F6}"/>
                </a:ext>
              </a:extLst>
            </p:cNvPr>
            <p:cNvSpPr/>
            <p:nvPr/>
          </p:nvSpPr>
          <p:spPr>
            <a:xfrm>
              <a:off x="7117385" y="4051743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5 w 955"/>
                <a:gd name="csY1" fmla="*/ 956 h 955"/>
                <a:gd name="csX2" fmla="*/ 0 w 955"/>
                <a:gd name="csY2" fmla="*/ 0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5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4" name="Freeform 1243">
              <a:extLst>
                <a:ext uri="{FF2B5EF4-FFF2-40B4-BE49-F238E27FC236}">
                  <a16:creationId xmlns:a16="http://schemas.microsoft.com/office/drawing/2014/main" id="{C2953CFD-70CA-FF5D-2DB0-6A97A2A329BF}"/>
                </a:ext>
              </a:extLst>
            </p:cNvPr>
            <p:cNvSpPr/>
            <p:nvPr/>
          </p:nvSpPr>
          <p:spPr>
            <a:xfrm>
              <a:off x="7059579" y="2104040"/>
              <a:ext cx="58283" cy="53505"/>
            </a:xfrm>
            <a:custGeom>
              <a:avLst/>
              <a:gdLst>
                <a:gd name="csX0" fmla="*/ 56850 w 58283"/>
                <a:gd name="csY0" fmla="*/ 6688 h 53505"/>
                <a:gd name="csX1" fmla="*/ 58283 w 58283"/>
                <a:gd name="csY1" fmla="*/ 11465 h 53505"/>
                <a:gd name="csX2" fmla="*/ 57328 w 58283"/>
                <a:gd name="csY2" fmla="*/ 18631 h 53505"/>
                <a:gd name="csX3" fmla="*/ 55895 w 58283"/>
                <a:gd name="csY3" fmla="*/ 23886 h 53505"/>
                <a:gd name="csX4" fmla="*/ 55417 w 58283"/>
                <a:gd name="csY4" fmla="*/ 31530 h 53505"/>
                <a:gd name="csX5" fmla="*/ 49206 w 58283"/>
                <a:gd name="csY5" fmla="*/ 32963 h 53505"/>
                <a:gd name="csX6" fmla="*/ 47295 w 58283"/>
                <a:gd name="csY6" fmla="*/ 34874 h 53505"/>
                <a:gd name="csX7" fmla="*/ 45862 w 58283"/>
                <a:gd name="csY7" fmla="*/ 40607 h 53505"/>
                <a:gd name="csX8" fmla="*/ 39652 w 58283"/>
                <a:gd name="csY8" fmla="*/ 43951 h 53505"/>
                <a:gd name="csX9" fmla="*/ 34874 w 58283"/>
                <a:gd name="csY9" fmla="*/ 53506 h 53505"/>
                <a:gd name="csX10" fmla="*/ 28186 w 58283"/>
                <a:gd name="csY10" fmla="*/ 51595 h 53505"/>
                <a:gd name="csX11" fmla="*/ 19587 w 58283"/>
                <a:gd name="csY11" fmla="*/ 44907 h 53505"/>
                <a:gd name="csX12" fmla="*/ 11943 w 58283"/>
                <a:gd name="csY12" fmla="*/ 50162 h 53505"/>
                <a:gd name="csX13" fmla="*/ 7166 w 58283"/>
                <a:gd name="csY13" fmla="*/ 52072 h 53505"/>
                <a:gd name="csX14" fmla="*/ 956 w 58283"/>
                <a:gd name="csY14" fmla="*/ 43951 h 53505"/>
                <a:gd name="csX15" fmla="*/ 478 w 58283"/>
                <a:gd name="csY15" fmla="*/ 42040 h 53505"/>
                <a:gd name="csX16" fmla="*/ 0 w 58283"/>
                <a:gd name="csY16" fmla="*/ 36307 h 53505"/>
                <a:gd name="csX17" fmla="*/ 478 w 58283"/>
                <a:gd name="csY17" fmla="*/ 31530 h 53505"/>
                <a:gd name="csX18" fmla="*/ 1911 w 58283"/>
                <a:gd name="csY18" fmla="*/ 20542 h 53505"/>
                <a:gd name="csX19" fmla="*/ 3822 w 58283"/>
                <a:gd name="csY19" fmla="*/ 14332 h 53505"/>
                <a:gd name="csX20" fmla="*/ 5255 w 58283"/>
                <a:gd name="csY20" fmla="*/ 12421 h 53505"/>
                <a:gd name="csX21" fmla="*/ 5733 w 58283"/>
                <a:gd name="csY21" fmla="*/ 9077 h 53505"/>
                <a:gd name="csX22" fmla="*/ 8599 w 58283"/>
                <a:gd name="csY22" fmla="*/ 6688 h 53505"/>
                <a:gd name="csX23" fmla="*/ 15765 w 58283"/>
                <a:gd name="csY23" fmla="*/ 5255 h 53505"/>
                <a:gd name="csX24" fmla="*/ 18632 w 58283"/>
                <a:gd name="csY24" fmla="*/ 6688 h 53505"/>
                <a:gd name="csX25" fmla="*/ 19587 w 58283"/>
                <a:gd name="csY25" fmla="*/ 10510 h 53505"/>
                <a:gd name="csX26" fmla="*/ 23409 w 58283"/>
                <a:gd name="csY26" fmla="*/ 10510 h 53505"/>
                <a:gd name="csX27" fmla="*/ 30097 w 58283"/>
                <a:gd name="csY27" fmla="*/ 7644 h 53505"/>
                <a:gd name="csX28" fmla="*/ 40129 w 58283"/>
                <a:gd name="csY28" fmla="*/ 3822 h 53505"/>
                <a:gd name="csX29" fmla="*/ 45862 w 58283"/>
                <a:gd name="csY29" fmla="*/ 0 h 53505"/>
                <a:gd name="csX30" fmla="*/ 50640 w 58283"/>
                <a:gd name="csY30" fmla="*/ 955 h 53505"/>
                <a:gd name="csX31" fmla="*/ 55895 w 58283"/>
                <a:gd name="csY31" fmla="*/ 3344 h 53505"/>
                <a:gd name="csX32" fmla="*/ 56850 w 58283"/>
                <a:gd name="csY32" fmla="*/ 6688 h 53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58283" h="53505">
                  <a:moveTo>
                    <a:pt x="56850" y="6688"/>
                  </a:moveTo>
                  <a:lnTo>
                    <a:pt x="58283" y="11465"/>
                  </a:lnTo>
                  <a:lnTo>
                    <a:pt x="57328" y="18631"/>
                  </a:lnTo>
                  <a:lnTo>
                    <a:pt x="55895" y="23886"/>
                  </a:lnTo>
                  <a:lnTo>
                    <a:pt x="55417" y="31530"/>
                  </a:lnTo>
                  <a:lnTo>
                    <a:pt x="49206" y="32963"/>
                  </a:lnTo>
                  <a:lnTo>
                    <a:pt x="47295" y="34874"/>
                  </a:lnTo>
                  <a:lnTo>
                    <a:pt x="45862" y="40607"/>
                  </a:lnTo>
                  <a:lnTo>
                    <a:pt x="39652" y="43951"/>
                  </a:lnTo>
                  <a:lnTo>
                    <a:pt x="34874" y="53506"/>
                  </a:lnTo>
                  <a:lnTo>
                    <a:pt x="28186" y="51595"/>
                  </a:lnTo>
                  <a:lnTo>
                    <a:pt x="19587" y="44907"/>
                  </a:lnTo>
                  <a:lnTo>
                    <a:pt x="11943" y="50162"/>
                  </a:lnTo>
                  <a:lnTo>
                    <a:pt x="7166" y="52072"/>
                  </a:lnTo>
                  <a:lnTo>
                    <a:pt x="956" y="43951"/>
                  </a:lnTo>
                  <a:lnTo>
                    <a:pt x="478" y="42040"/>
                  </a:lnTo>
                  <a:lnTo>
                    <a:pt x="0" y="36307"/>
                  </a:lnTo>
                  <a:lnTo>
                    <a:pt x="478" y="31530"/>
                  </a:lnTo>
                  <a:lnTo>
                    <a:pt x="1911" y="20542"/>
                  </a:lnTo>
                  <a:lnTo>
                    <a:pt x="3822" y="14332"/>
                  </a:lnTo>
                  <a:lnTo>
                    <a:pt x="5255" y="12421"/>
                  </a:lnTo>
                  <a:lnTo>
                    <a:pt x="5733" y="9077"/>
                  </a:lnTo>
                  <a:lnTo>
                    <a:pt x="8599" y="6688"/>
                  </a:lnTo>
                  <a:lnTo>
                    <a:pt x="15765" y="5255"/>
                  </a:lnTo>
                  <a:lnTo>
                    <a:pt x="18632" y="6688"/>
                  </a:lnTo>
                  <a:lnTo>
                    <a:pt x="19587" y="10510"/>
                  </a:lnTo>
                  <a:lnTo>
                    <a:pt x="23409" y="10510"/>
                  </a:lnTo>
                  <a:lnTo>
                    <a:pt x="30097" y="7644"/>
                  </a:lnTo>
                  <a:lnTo>
                    <a:pt x="40129" y="3822"/>
                  </a:lnTo>
                  <a:lnTo>
                    <a:pt x="45862" y="0"/>
                  </a:lnTo>
                  <a:lnTo>
                    <a:pt x="50640" y="955"/>
                  </a:lnTo>
                  <a:lnTo>
                    <a:pt x="55895" y="3344"/>
                  </a:lnTo>
                  <a:lnTo>
                    <a:pt x="56850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5" name="Freeform 1244">
              <a:extLst>
                <a:ext uri="{FF2B5EF4-FFF2-40B4-BE49-F238E27FC236}">
                  <a16:creationId xmlns:a16="http://schemas.microsoft.com/office/drawing/2014/main" id="{EE41BA9B-113A-7CE2-B5BE-606FF795C4B2}"/>
                </a:ext>
              </a:extLst>
            </p:cNvPr>
            <p:cNvSpPr/>
            <p:nvPr/>
          </p:nvSpPr>
          <p:spPr>
            <a:xfrm>
              <a:off x="7105442" y="3568758"/>
              <a:ext cx="7643" cy="1433"/>
            </a:xfrm>
            <a:custGeom>
              <a:avLst/>
              <a:gdLst>
                <a:gd name="csX0" fmla="*/ 7644 w 7643"/>
                <a:gd name="csY0" fmla="*/ 956 h 1433"/>
                <a:gd name="csX1" fmla="*/ 7644 w 7643"/>
                <a:gd name="csY1" fmla="*/ 956 h 1433"/>
                <a:gd name="csX2" fmla="*/ 6210 w 7643"/>
                <a:gd name="csY2" fmla="*/ 1433 h 1433"/>
                <a:gd name="csX3" fmla="*/ 0 w 7643"/>
                <a:gd name="csY3" fmla="*/ 0 h 1433"/>
                <a:gd name="csX4" fmla="*/ 6210 w 7643"/>
                <a:gd name="csY4" fmla="*/ 1433 h 1433"/>
                <a:gd name="csX5" fmla="*/ 7644 w 7643"/>
                <a:gd name="csY5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43" h="1433">
                  <a:moveTo>
                    <a:pt x="7644" y="956"/>
                  </a:moveTo>
                  <a:lnTo>
                    <a:pt x="7644" y="956"/>
                  </a:lnTo>
                  <a:lnTo>
                    <a:pt x="6210" y="1433"/>
                  </a:lnTo>
                  <a:lnTo>
                    <a:pt x="0" y="0"/>
                  </a:lnTo>
                  <a:lnTo>
                    <a:pt x="6210" y="1433"/>
                  </a:lnTo>
                  <a:lnTo>
                    <a:pt x="76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6" name="Freeform 1245">
              <a:extLst>
                <a:ext uri="{FF2B5EF4-FFF2-40B4-BE49-F238E27FC236}">
                  <a16:creationId xmlns:a16="http://schemas.microsoft.com/office/drawing/2014/main" id="{8D378644-3505-2F6F-24EC-415E9B87E3C4}"/>
                </a:ext>
              </a:extLst>
            </p:cNvPr>
            <p:cNvSpPr/>
            <p:nvPr/>
          </p:nvSpPr>
          <p:spPr>
            <a:xfrm>
              <a:off x="7101619" y="3599333"/>
              <a:ext cx="10988" cy="1433"/>
            </a:xfrm>
            <a:custGeom>
              <a:avLst/>
              <a:gdLst>
                <a:gd name="csX0" fmla="*/ 10988 w 10988"/>
                <a:gd name="csY0" fmla="*/ 1433 h 1433"/>
                <a:gd name="csX1" fmla="*/ 9555 w 10988"/>
                <a:gd name="csY1" fmla="*/ 956 h 1433"/>
                <a:gd name="csX2" fmla="*/ 6211 w 10988"/>
                <a:gd name="csY2" fmla="*/ 478 h 1433"/>
                <a:gd name="csX3" fmla="*/ 2389 w 10988"/>
                <a:gd name="csY3" fmla="*/ 478 h 1433"/>
                <a:gd name="csX4" fmla="*/ 0 w 10988"/>
                <a:gd name="csY4" fmla="*/ 0 h 1433"/>
                <a:gd name="csX5" fmla="*/ 2389 w 10988"/>
                <a:gd name="csY5" fmla="*/ 478 h 1433"/>
                <a:gd name="csX6" fmla="*/ 6211 w 10988"/>
                <a:gd name="csY6" fmla="*/ 478 h 1433"/>
                <a:gd name="csX7" fmla="*/ 9555 w 10988"/>
                <a:gd name="csY7" fmla="*/ 956 h 1433"/>
                <a:gd name="csX8" fmla="*/ 10988 w 10988"/>
                <a:gd name="csY8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0988" h="1433">
                  <a:moveTo>
                    <a:pt x="10988" y="1433"/>
                  </a:moveTo>
                  <a:lnTo>
                    <a:pt x="9555" y="956"/>
                  </a:lnTo>
                  <a:lnTo>
                    <a:pt x="6211" y="478"/>
                  </a:lnTo>
                  <a:lnTo>
                    <a:pt x="2389" y="478"/>
                  </a:lnTo>
                  <a:lnTo>
                    <a:pt x="0" y="0"/>
                  </a:lnTo>
                  <a:lnTo>
                    <a:pt x="2389" y="478"/>
                  </a:lnTo>
                  <a:lnTo>
                    <a:pt x="6211" y="478"/>
                  </a:lnTo>
                  <a:lnTo>
                    <a:pt x="9555" y="956"/>
                  </a:lnTo>
                  <a:lnTo>
                    <a:pt x="1098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7" name="Freeform 1246">
              <a:extLst>
                <a:ext uri="{FF2B5EF4-FFF2-40B4-BE49-F238E27FC236}">
                  <a16:creationId xmlns:a16="http://schemas.microsoft.com/office/drawing/2014/main" id="{B2A9621F-7356-4E7D-11EC-A24685D41279}"/>
                </a:ext>
              </a:extLst>
            </p:cNvPr>
            <p:cNvSpPr/>
            <p:nvPr/>
          </p:nvSpPr>
          <p:spPr>
            <a:xfrm>
              <a:off x="7108308" y="4242835"/>
              <a:ext cx="1911" cy="7643"/>
            </a:xfrm>
            <a:custGeom>
              <a:avLst/>
              <a:gdLst>
                <a:gd name="csX0" fmla="*/ 1911 w 1911"/>
                <a:gd name="csY0" fmla="*/ 0 h 7643"/>
                <a:gd name="csX1" fmla="*/ 1433 w 1911"/>
                <a:gd name="csY1" fmla="*/ 1433 h 7643"/>
                <a:gd name="csX2" fmla="*/ 478 w 1911"/>
                <a:gd name="csY2" fmla="*/ 4777 h 7643"/>
                <a:gd name="csX3" fmla="*/ 0 w 1911"/>
                <a:gd name="csY3" fmla="*/ 7644 h 7643"/>
                <a:gd name="csX4" fmla="*/ 478 w 1911"/>
                <a:gd name="csY4" fmla="*/ 4777 h 7643"/>
                <a:gd name="csX5" fmla="*/ 955 w 1911"/>
                <a:gd name="csY5" fmla="*/ 1433 h 7643"/>
                <a:gd name="csX6" fmla="*/ 1911 w 1911"/>
                <a:gd name="csY6" fmla="*/ 0 h 7643"/>
                <a:gd name="csX7" fmla="*/ 1911 w 1911"/>
                <a:gd name="csY7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7643">
                  <a:moveTo>
                    <a:pt x="1911" y="0"/>
                  </a:moveTo>
                  <a:lnTo>
                    <a:pt x="1433" y="1433"/>
                  </a:lnTo>
                  <a:lnTo>
                    <a:pt x="478" y="4777"/>
                  </a:lnTo>
                  <a:lnTo>
                    <a:pt x="0" y="7644"/>
                  </a:lnTo>
                  <a:lnTo>
                    <a:pt x="478" y="4777"/>
                  </a:lnTo>
                  <a:lnTo>
                    <a:pt x="955" y="1433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8" name="Freeform 1247">
              <a:extLst>
                <a:ext uri="{FF2B5EF4-FFF2-40B4-BE49-F238E27FC236}">
                  <a16:creationId xmlns:a16="http://schemas.microsoft.com/office/drawing/2014/main" id="{0F8C2717-B29B-4722-72B6-74B4CEAAA6A0}"/>
                </a:ext>
              </a:extLst>
            </p:cNvPr>
            <p:cNvSpPr/>
            <p:nvPr/>
          </p:nvSpPr>
          <p:spPr>
            <a:xfrm>
              <a:off x="7105442" y="4252389"/>
              <a:ext cx="1432" cy="9554"/>
            </a:xfrm>
            <a:custGeom>
              <a:avLst/>
              <a:gdLst>
                <a:gd name="csX0" fmla="*/ 955 w 1432"/>
                <a:gd name="csY0" fmla="*/ 0 h 9554"/>
                <a:gd name="csX1" fmla="*/ 1433 w 1432"/>
                <a:gd name="csY1" fmla="*/ 1433 h 9554"/>
                <a:gd name="csX2" fmla="*/ 955 w 1432"/>
                <a:gd name="csY2" fmla="*/ 3344 h 9554"/>
                <a:gd name="csX3" fmla="*/ 0 w 1432"/>
                <a:gd name="csY3" fmla="*/ 9555 h 9554"/>
                <a:gd name="csX4" fmla="*/ 478 w 1432"/>
                <a:gd name="csY4" fmla="*/ 3344 h 9554"/>
                <a:gd name="csX5" fmla="*/ 1433 w 1432"/>
                <a:gd name="csY5" fmla="*/ 1433 h 9554"/>
                <a:gd name="csX6" fmla="*/ 955 w 1432"/>
                <a:gd name="csY6" fmla="*/ 0 h 9554"/>
                <a:gd name="csX7" fmla="*/ 1433 w 1432"/>
                <a:gd name="csY7" fmla="*/ 0 h 9554"/>
                <a:gd name="csX8" fmla="*/ 1433 w 1432"/>
                <a:gd name="csY8" fmla="*/ 0 h 9554"/>
                <a:gd name="csX9" fmla="*/ 955 w 1432"/>
                <a:gd name="csY9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32" h="9554">
                  <a:moveTo>
                    <a:pt x="955" y="0"/>
                  </a:moveTo>
                  <a:lnTo>
                    <a:pt x="1433" y="1433"/>
                  </a:lnTo>
                  <a:lnTo>
                    <a:pt x="955" y="3344"/>
                  </a:lnTo>
                  <a:lnTo>
                    <a:pt x="0" y="9555"/>
                  </a:lnTo>
                  <a:lnTo>
                    <a:pt x="478" y="3344"/>
                  </a:lnTo>
                  <a:lnTo>
                    <a:pt x="1433" y="1433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9" name="Freeform 1248">
              <a:extLst>
                <a:ext uri="{FF2B5EF4-FFF2-40B4-BE49-F238E27FC236}">
                  <a16:creationId xmlns:a16="http://schemas.microsoft.com/office/drawing/2014/main" id="{9AA0EA6E-5495-6E6A-E0FF-D30349C066BE}"/>
                </a:ext>
              </a:extLst>
            </p:cNvPr>
            <p:cNvSpPr/>
            <p:nvPr/>
          </p:nvSpPr>
          <p:spPr>
            <a:xfrm>
              <a:off x="7104963" y="4188851"/>
              <a:ext cx="955" cy="1910"/>
            </a:xfrm>
            <a:custGeom>
              <a:avLst/>
              <a:gdLst>
                <a:gd name="csX0" fmla="*/ 0 w 955"/>
                <a:gd name="csY0" fmla="*/ 0 h 1910"/>
                <a:gd name="csX1" fmla="*/ 956 w 955"/>
                <a:gd name="csY1" fmla="*/ 1911 h 1910"/>
                <a:gd name="csX2" fmla="*/ 956 w 955"/>
                <a:gd name="csY2" fmla="*/ 1911 h 1910"/>
                <a:gd name="csX3" fmla="*/ 0 w 955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0">
                  <a:moveTo>
                    <a:pt x="0" y="0"/>
                  </a:moveTo>
                  <a:lnTo>
                    <a:pt x="956" y="1911"/>
                  </a:lnTo>
                  <a:lnTo>
                    <a:pt x="956" y="19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0" name="Freeform 1249">
              <a:extLst>
                <a:ext uri="{FF2B5EF4-FFF2-40B4-BE49-F238E27FC236}">
                  <a16:creationId xmlns:a16="http://schemas.microsoft.com/office/drawing/2014/main" id="{33EC27DC-303A-97A4-39D7-CA314AAB8640}"/>
                </a:ext>
              </a:extLst>
            </p:cNvPr>
            <p:cNvSpPr/>
            <p:nvPr/>
          </p:nvSpPr>
          <p:spPr>
            <a:xfrm>
              <a:off x="7104963" y="4261944"/>
              <a:ext cx="478" cy="1433"/>
            </a:xfrm>
            <a:custGeom>
              <a:avLst/>
              <a:gdLst>
                <a:gd name="csX0" fmla="*/ 478 w 478"/>
                <a:gd name="csY0" fmla="*/ 0 h 1433"/>
                <a:gd name="csX1" fmla="*/ 0 w 478"/>
                <a:gd name="csY1" fmla="*/ 1433 h 1433"/>
                <a:gd name="csX2" fmla="*/ 0 w 478"/>
                <a:gd name="csY2" fmla="*/ 1433 h 1433"/>
                <a:gd name="csX3" fmla="*/ 478 w 478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1433">
                  <a:moveTo>
                    <a:pt x="478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1" name="Freeform 1250">
              <a:extLst>
                <a:ext uri="{FF2B5EF4-FFF2-40B4-BE49-F238E27FC236}">
                  <a16:creationId xmlns:a16="http://schemas.microsoft.com/office/drawing/2014/main" id="{CB4EC27A-C6B1-6888-1A12-DB821601B2C1}"/>
                </a:ext>
              </a:extLst>
            </p:cNvPr>
            <p:cNvSpPr/>
            <p:nvPr/>
          </p:nvSpPr>
          <p:spPr>
            <a:xfrm>
              <a:off x="7074867" y="2079676"/>
              <a:ext cx="29618" cy="20064"/>
            </a:xfrm>
            <a:custGeom>
              <a:avLst/>
              <a:gdLst>
                <a:gd name="csX0" fmla="*/ 27708 w 29618"/>
                <a:gd name="csY0" fmla="*/ 0 h 20064"/>
                <a:gd name="csX1" fmla="*/ 29619 w 29618"/>
                <a:gd name="csY1" fmla="*/ 6210 h 20064"/>
                <a:gd name="csX2" fmla="*/ 27708 w 29618"/>
                <a:gd name="csY2" fmla="*/ 10988 h 20064"/>
                <a:gd name="csX3" fmla="*/ 21498 w 29618"/>
                <a:gd name="csY3" fmla="*/ 17676 h 20064"/>
                <a:gd name="csX4" fmla="*/ 15287 w 29618"/>
                <a:gd name="csY4" fmla="*/ 20065 h 20064"/>
                <a:gd name="csX5" fmla="*/ 5255 w 29618"/>
                <a:gd name="csY5" fmla="*/ 17198 h 20064"/>
                <a:gd name="csX6" fmla="*/ 0 w 29618"/>
                <a:gd name="csY6" fmla="*/ 13854 h 20064"/>
                <a:gd name="csX7" fmla="*/ 478 w 29618"/>
                <a:gd name="csY7" fmla="*/ 12421 h 20064"/>
                <a:gd name="csX8" fmla="*/ 1433 w 29618"/>
                <a:gd name="csY8" fmla="*/ 10032 h 20064"/>
                <a:gd name="csX9" fmla="*/ 10510 w 29618"/>
                <a:gd name="csY9" fmla="*/ 1911 h 20064"/>
                <a:gd name="csX10" fmla="*/ 27708 w 29618"/>
                <a:gd name="csY10" fmla="*/ 0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9618" h="20064">
                  <a:moveTo>
                    <a:pt x="27708" y="0"/>
                  </a:moveTo>
                  <a:lnTo>
                    <a:pt x="29619" y="6210"/>
                  </a:lnTo>
                  <a:lnTo>
                    <a:pt x="27708" y="10988"/>
                  </a:lnTo>
                  <a:lnTo>
                    <a:pt x="21498" y="17676"/>
                  </a:lnTo>
                  <a:lnTo>
                    <a:pt x="15287" y="20065"/>
                  </a:lnTo>
                  <a:lnTo>
                    <a:pt x="5255" y="17198"/>
                  </a:lnTo>
                  <a:lnTo>
                    <a:pt x="0" y="13854"/>
                  </a:lnTo>
                  <a:lnTo>
                    <a:pt x="478" y="12421"/>
                  </a:lnTo>
                  <a:lnTo>
                    <a:pt x="1433" y="10032"/>
                  </a:lnTo>
                  <a:lnTo>
                    <a:pt x="10510" y="1911"/>
                  </a:lnTo>
                  <a:lnTo>
                    <a:pt x="2770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2" name="Freeform 1251">
              <a:extLst>
                <a:ext uri="{FF2B5EF4-FFF2-40B4-BE49-F238E27FC236}">
                  <a16:creationId xmlns:a16="http://schemas.microsoft.com/office/drawing/2014/main" id="{C1A2E70A-16B4-4FE2-77E5-37B7FE7851DE}"/>
                </a:ext>
              </a:extLst>
            </p:cNvPr>
            <p:cNvSpPr/>
            <p:nvPr/>
          </p:nvSpPr>
          <p:spPr>
            <a:xfrm>
              <a:off x="7102097" y="3583568"/>
              <a:ext cx="1911" cy="1433"/>
            </a:xfrm>
            <a:custGeom>
              <a:avLst/>
              <a:gdLst>
                <a:gd name="csX0" fmla="*/ 1911 w 1911"/>
                <a:gd name="csY0" fmla="*/ 0 h 1433"/>
                <a:gd name="csX1" fmla="*/ 1911 w 1911"/>
                <a:gd name="csY1" fmla="*/ 0 h 1433"/>
                <a:gd name="csX2" fmla="*/ 1433 w 1911"/>
                <a:gd name="csY2" fmla="*/ 956 h 1433"/>
                <a:gd name="csX3" fmla="*/ 0 w 1911"/>
                <a:gd name="csY3" fmla="*/ 1433 h 1433"/>
                <a:gd name="csX4" fmla="*/ 1433 w 1911"/>
                <a:gd name="csY4" fmla="*/ 478 h 1433"/>
                <a:gd name="csX5" fmla="*/ 1911 w 1911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1433">
                  <a:moveTo>
                    <a:pt x="1911" y="0"/>
                  </a:moveTo>
                  <a:lnTo>
                    <a:pt x="1911" y="0"/>
                  </a:lnTo>
                  <a:lnTo>
                    <a:pt x="1433" y="956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3" name="Freeform 1252">
              <a:extLst>
                <a:ext uri="{FF2B5EF4-FFF2-40B4-BE49-F238E27FC236}">
                  <a16:creationId xmlns:a16="http://schemas.microsoft.com/office/drawing/2014/main" id="{34D65697-AB52-0A21-EE9B-38434D215D0F}"/>
                </a:ext>
              </a:extLst>
            </p:cNvPr>
            <p:cNvSpPr/>
            <p:nvPr/>
          </p:nvSpPr>
          <p:spPr>
            <a:xfrm>
              <a:off x="7100186" y="4044099"/>
              <a:ext cx="1433" cy="1910"/>
            </a:xfrm>
            <a:custGeom>
              <a:avLst/>
              <a:gdLst>
                <a:gd name="csX0" fmla="*/ 956 w 1433"/>
                <a:gd name="csY0" fmla="*/ 955 h 1910"/>
                <a:gd name="csX1" fmla="*/ 1433 w 1433"/>
                <a:gd name="csY1" fmla="*/ 1911 h 1910"/>
                <a:gd name="csX2" fmla="*/ 478 w 1433"/>
                <a:gd name="csY2" fmla="*/ 955 h 1910"/>
                <a:gd name="csX3" fmla="*/ 0 w 1433"/>
                <a:gd name="csY3" fmla="*/ 0 h 1910"/>
                <a:gd name="csX4" fmla="*/ 956 w 1433"/>
                <a:gd name="csY4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1910">
                  <a:moveTo>
                    <a:pt x="956" y="955"/>
                  </a:moveTo>
                  <a:lnTo>
                    <a:pt x="1433" y="1911"/>
                  </a:lnTo>
                  <a:lnTo>
                    <a:pt x="478" y="955"/>
                  </a:lnTo>
                  <a:lnTo>
                    <a:pt x="0" y="0"/>
                  </a:lnTo>
                  <a:lnTo>
                    <a:pt x="95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4" name="Freeform 1253">
              <a:extLst>
                <a:ext uri="{FF2B5EF4-FFF2-40B4-BE49-F238E27FC236}">
                  <a16:creationId xmlns:a16="http://schemas.microsoft.com/office/drawing/2014/main" id="{9F549564-9E14-CC45-C5AE-2CF0DBFECBD9}"/>
                </a:ext>
              </a:extLst>
            </p:cNvPr>
            <p:cNvSpPr/>
            <p:nvPr/>
          </p:nvSpPr>
          <p:spPr>
            <a:xfrm>
              <a:off x="7099708" y="4178819"/>
              <a:ext cx="477" cy="1911"/>
            </a:xfrm>
            <a:custGeom>
              <a:avLst/>
              <a:gdLst>
                <a:gd name="csX0" fmla="*/ 0 w 477"/>
                <a:gd name="csY0" fmla="*/ 0 h 1911"/>
                <a:gd name="csX1" fmla="*/ 478 w 477"/>
                <a:gd name="csY1" fmla="*/ 478 h 1911"/>
                <a:gd name="csX2" fmla="*/ 478 w 477"/>
                <a:gd name="csY2" fmla="*/ 1911 h 1911"/>
                <a:gd name="csX3" fmla="*/ 478 w 477"/>
                <a:gd name="csY3" fmla="*/ 478 h 1911"/>
                <a:gd name="csX4" fmla="*/ 0 w 477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911">
                  <a:moveTo>
                    <a:pt x="0" y="0"/>
                  </a:moveTo>
                  <a:lnTo>
                    <a:pt x="478" y="478"/>
                  </a:lnTo>
                  <a:lnTo>
                    <a:pt x="478" y="1911"/>
                  </a:lnTo>
                  <a:lnTo>
                    <a:pt x="478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5" name="Freeform 1254">
              <a:extLst>
                <a:ext uri="{FF2B5EF4-FFF2-40B4-BE49-F238E27FC236}">
                  <a16:creationId xmlns:a16="http://schemas.microsoft.com/office/drawing/2014/main" id="{8174765C-D3A3-4AC6-A8B6-E8508837C9DD}"/>
                </a:ext>
              </a:extLst>
            </p:cNvPr>
            <p:cNvSpPr/>
            <p:nvPr/>
          </p:nvSpPr>
          <p:spPr>
            <a:xfrm>
              <a:off x="7093976" y="4172608"/>
              <a:ext cx="5732" cy="6210"/>
            </a:xfrm>
            <a:custGeom>
              <a:avLst/>
              <a:gdLst>
                <a:gd name="csX0" fmla="*/ 2389 w 5732"/>
                <a:gd name="csY0" fmla="*/ 2389 h 6210"/>
                <a:gd name="csX1" fmla="*/ 5733 w 5732"/>
                <a:gd name="csY1" fmla="*/ 6210 h 6210"/>
                <a:gd name="csX2" fmla="*/ 2389 w 5732"/>
                <a:gd name="csY2" fmla="*/ 2389 h 6210"/>
                <a:gd name="csX3" fmla="*/ 0 w 5732"/>
                <a:gd name="csY3" fmla="*/ 0 h 6210"/>
                <a:gd name="csX4" fmla="*/ 2389 w 5732"/>
                <a:gd name="csY4" fmla="*/ 238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6210">
                  <a:moveTo>
                    <a:pt x="2389" y="2389"/>
                  </a:moveTo>
                  <a:lnTo>
                    <a:pt x="5733" y="6210"/>
                  </a:lnTo>
                  <a:lnTo>
                    <a:pt x="2389" y="2389"/>
                  </a:lnTo>
                  <a:lnTo>
                    <a:pt x="0" y="0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6" name="Freeform 1255">
              <a:extLst>
                <a:ext uri="{FF2B5EF4-FFF2-40B4-BE49-F238E27FC236}">
                  <a16:creationId xmlns:a16="http://schemas.microsoft.com/office/drawing/2014/main" id="{72A62D4E-8234-9E40-A42C-129858EBDBD3}"/>
                </a:ext>
              </a:extLst>
            </p:cNvPr>
            <p:cNvSpPr/>
            <p:nvPr/>
          </p:nvSpPr>
          <p:spPr>
            <a:xfrm>
              <a:off x="7097797" y="3585001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0 w 1911"/>
                <a:gd name="csY1" fmla="*/ 478 h 477"/>
                <a:gd name="csX2" fmla="*/ 0 w 1911"/>
                <a:gd name="csY2" fmla="*/ 478 h 477"/>
                <a:gd name="csX3" fmla="*/ 1911 w 1911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7" name="Freeform 1256">
              <a:extLst>
                <a:ext uri="{FF2B5EF4-FFF2-40B4-BE49-F238E27FC236}">
                  <a16:creationId xmlns:a16="http://schemas.microsoft.com/office/drawing/2014/main" id="{D4D614B6-B954-EB60-C28E-4D32BCC43506}"/>
                </a:ext>
              </a:extLst>
            </p:cNvPr>
            <p:cNvSpPr/>
            <p:nvPr/>
          </p:nvSpPr>
          <p:spPr>
            <a:xfrm>
              <a:off x="7097320" y="4036933"/>
              <a:ext cx="1433" cy="7643"/>
            </a:xfrm>
            <a:custGeom>
              <a:avLst/>
              <a:gdLst>
                <a:gd name="csX0" fmla="*/ 956 w 1433"/>
                <a:gd name="csY0" fmla="*/ 6688 h 7643"/>
                <a:gd name="csX1" fmla="*/ 1433 w 1433"/>
                <a:gd name="csY1" fmla="*/ 7644 h 7643"/>
                <a:gd name="csX2" fmla="*/ 956 w 1433"/>
                <a:gd name="csY2" fmla="*/ 6688 h 7643"/>
                <a:gd name="csX3" fmla="*/ 956 w 1433"/>
                <a:gd name="csY3" fmla="*/ 5733 h 7643"/>
                <a:gd name="csX4" fmla="*/ 1433 w 1433"/>
                <a:gd name="csY4" fmla="*/ 4299 h 7643"/>
                <a:gd name="csX5" fmla="*/ 956 w 1433"/>
                <a:gd name="csY5" fmla="*/ 1911 h 7643"/>
                <a:gd name="csX6" fmla="*/ 0 w 1433"/>
                <a:gd name="csY6" fmla="*/ 0 h 7643"/>
                <a:gd name="csX7" fmla="*/ 956 w 1433"/>
                <a:gd name="csY7" fmla="*/ 1911 h 7643"/>
                <a:gd name="csX8" fmla="*/ 1433 w 1433"/>
                <a:gd name="csY8" fmla="*/ 4299 h 7643"/>
                <a:gd name="csX9" fmla="*/ 956 w 1433"/>
                <a:gd name="csY9" fmla="*/ 5733 h 7643"/>
                <a:gd name="csX10" fmla="*/ 956 w 1433"/>
                <a:gd name="csY10" fmla="*/ 6688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33" h="7643">
                  <a:moveTo>
                    <a:pt x="956" y="6688"/>
                  </a:moveTo>
                  <a:lnTo>
                    <a:pt x="1433" y="7644"/>
                  </a:lnTo>
                  <a:lnTo>
                    <a:pt x="956" y="6688"/>
                  </a:lnTo>
                  <a:lnTo>
                    <a:pt x="956" y="5733"/>
                  </a:lnTo>
                  <a:lnTo>
                    <a:pt x="1433" y="4299"/>
                  </a:lnTo>
                  <a:lnTo>
                    <a:pt x="956" y="1911"/>
                  </a:lnTo>
                  <a:lnTo>
                    <a:pt x="0" y="0"/>
                  </a:lnTo>
                  <a:lnTo>
                    <a:pt x="956" y="1911"/>
                  </a:lnTo>
                  <a:lnTo>
                    <a:pt x="1433" y="4299"/>
                  </a:lnTo>
                  <a:lnTo>
                    <a:pt x="956" y="5733"/>
                  </a:lnTo>
                  <a:lnTo>
                    <a:pt x="956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8" name="Freeform 1257">
              <a:extLst>
                <a:ext uri="{FF2B5EF4-FFF2-40B4-BE49-F238E27FC236}">
                  <a16:creationId xmlns:a16="http://schemas.microsoft.com/office/drawing/2014/main" id="{8E09CF83-DC9B-EA59-65E1-FB4C417EB1AD}"/>
                </a:ext>
              </a:extLst>
            </p:cNvPr>
            <p:cNvSpPr/>
            <p:nvPr/>
          </p:nvSpPr>
          <p:spPr>
            <a:xfrm>
              <a:off x="7083944" y="3664304"/>
              <a:ext cx="13853" cy="3344"/>
            </a:xfrm>
            <a:custGeom>
              <a:avLst/>
              <a:gdLst>
                <a:gd name="csX0" fmla="*/ 13854 w 13853"/>
                <a:gd name="csY0" fmla="*/ 0 h 3344"/>
                <a:gd name="csX1" fmla="*/ 8121 w 13853"/>
                <a:gd name="csY1" fmla="*/ 2389 h 3344"/>
                <a:gd name="csX2" fmla="*/ 2389 w 13853"/>
                <a:gd name="csY2" fmla="*/ 3344 h 3344"/>
                <a:gd name="csX3" fmla="*/ 0 w 13853"/>
                <a:gd name="csY3" fmla="*/ 3344 h 3344"/>
                <a:gd name="csX4" fmla="*/ 2389 w 13853"/>
                <a:gd name="csY4" fmla="*/ 3344 h 3344"/>
                <a:gd name="csX5" fmla="*/ 8121 w 13853"/>
                <a:gd name="csY5" fmla="*/ 2389 h 3344"/>
                <a:gd name="csX6" fmla="*/ 13854 w 13853"/>
                <a:gd name="csY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853" h="3344">
                  <a:moveTo>
                    <a:pt x="13854" y="0"/>
                  </a:moveTo>
                  <a:lnTo>
                    <a:pt x="8121" y="2389"/>
                  </a:lnTo>
                  <a:lnTo>
                    <a:pt x="2389" y="3344"/>
                  </a:lnTo>
                  <a:lnTo>
                    <a:pt x="0" y="3344"/>
                  </a:lnTo>
                  <a:lnTo>
                    <a:pt x="2389" y="3344"/>
                  </a:lnTo>
                  <a:lnTo>
                    <a:pt x="8121" y="2389"/>
                  </a:lnTo>
                  <a:lnTo>
                    <a:pt x="1385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9" name="Freeform 1258">
              <a:extLst>
                <a:ext uri="{FF2B5EF4-FFF2-40B4-BE49-F238E27FC236}">
                  <a16:creationId xmlns:a16="http://schemas.microsoft.com/office/drawing/2014/main" id="{0DBDBBF1-655B-ACCE-B20C-DF0CA8D5E527}"/>
                </a:ext>
              </a:extLst>
            </p:cNvPr>
            <p:cNvSpPr/>
            <p:nvPr/>
          </p:nvSpPr>
          <p:spPr>
            <a:xfrm>
              <a:off x="7096842" y="4025945"/>
              <a:ext cx="955" cy="7643"/>
            </a:xfrm>
            <a:custGeom>
              <a:avLst/>
              <a:gdLst>
                <a:gd name="csX0" fmla="*/ 955 w 955"/>
                <a:gd name="csY0" fmla="*/ 5733 h 7643"/>
                <a:gd name="csX1" fmla="*/ 955 w 955"/>
                <a:gd name="csY1" fmla="*/ 7644 h 7643"/>
                <a:gd name="csX2" fmla="*/ 955 w 955"/>
                <a:gd name="csY2" fmla="*/ 7644 h 7643"/>
                <a:gd name="csX3" fmla="*/ 955 w 955"/>
                <a:gd name="csY3" fmla="*/ 5733 h 7643"/>
                <a:gd name="csX4" fmla="*/ 0 w 955"/>
                <a:gd name="csY4" fmla="*/ 3344 h 7643"/>
                <a:gd name="csX5" fmla="*/ 0 w 955"/>
                <a:gd name="csY5" fmla="*/ 0 h 7643"/>
                <a:gd name="csX6" fmla="*/ 0 w 955"/>
                <a:gd name="csY6" fmla="*/ 3344 h 7643"/>
                <a:gd name="csX7" fmla="*/ 955 w 955"/>
                <a:gd name="csY7" fmla="*/ 5733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7643">
                  <a:moveTo>
                    <a:pt x="955" y="5733"/>
                  </a:moveTo>
                  <a:lnTo>
                    <a:pt x="955" y="7644"/>
                  </a:lnTo>
                  <a:lnTo>
                    <a:pt x="955" y="7644"/>
                  </a:lnTo>
                  <a:lnTo>
                    <a:pt x="955" y="5733"/>
                  </a:lnTo>
                  <a:lnTo>
                    <a:pt x="0" y="3344"/>
                  </a:lnTo>
                  <a:lnTo>
                    <a:pt x="0" y="0"/>
                  </a:lnTo>
                  <a:lnTo>
                    <a:pt x="0" y="3344"/>
                  </a:lnTo>
                  <a:lnTo>
                    <a:pt x="955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0" name="Freeform 1259">
              <a:extLst>
                <a:ext uri="{FF2B5EF4-FFF2-40B4-BE49-F238E27FC236}">
                  <a16:creationId xmlns:a16="http://schemas.microsoft.com/office/drawing/2014/main" id="{2BCE868F-B426-D025-D706-266B49C97E10}"/>
                </a:ext>
              </a:extLst>
            </p:cNvPr>
            <p:cNvSpPr/>
            <p:nvPr/>
          </p:nvSpPr>
          <p:spPr>
            <a:xfrm>
              <a:off x="7096365" y="4034545"/>
              <a:ext cx="477" cy="1910"/>
            </a:xfrm>
            <a:custGeom>
              <a:avLst/>
              <a:gdLst>
                <a:gd name="csX0" fmla="*/ 478 w 477"/>
                <a:gd name="csY0" fmla="*/ 0 h 1910"/>
                <a:gd name="csX1" fmla="*/ 478 w 477"/>
                <a:gd name="csY1" fmla="*/ 1433 h 1910"/>
                <a:gd name="csX2" fmla="*/ 0 w 477"/>
                <a:gd name="csY2" fmla="*/ 1911 h 1910"/>
                <a:gd name="csX3" fmla="*/ 0 w 477"/>
                <a:gd name="csY3" fmla="*/ 1911 h 1910"/>
                <a:gd name="csX4" fmla="*/ 0 w 477"/>
                <a:gd name="csY4" fmla="*/ 1433 h 1910"/>
                <a:gd name="csX5" fmla="*/ 478 w 477"/>
                <a:gd name="csY5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1910">
                  <a:moveTo>
                    <a:pt x="478" y="0"/>
                  </a:moveTo>
                  <a:lnTo>
                    <a:pt x="478" y="1433"/>
                  </a:lnTo>
                  <a:lnTo>
                    <a:pt x="0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1" name="Freeform 1260">
              <a:extLst>
                <a:ext uri="{FF2B5EF4-FFF2-40B4-BE49-F238E27FC236}">
                  <a16:creationId xmlns:a16="http://schemas.microsoft.com/office/drawing/2014/main" id="{B0566A12-A2C5-3EA1-03CA-4ABEE37C14DE}"/>
                </a:ext>
              </a:extLst>
            </p:cNvPr>
            <p:cNvSpPr/>
            <p:nvPr/>
          </p:nvSpPr>
          <p:spPr>
            <a:xfrm>
              <a:off x="7095887" y="4021168"/>
              <a:ext cx="955" cy="4777"/>
            </a:xfrm>
            <a:custGeom>
              <a:avLst/>
              <a:gdLst>
                <a:gd name="csX0" fmla="*/ 0 w 955"/>
                <a:gd name="csY0" fmla="*/ 0 h 4777"/>
                <a:gd name="csX1" fmla="*/ 955 w 955"/>
                <a:gd name="csY1" fmla="*/ 1911 h 4777"/>
                <a:gd name="csX2" fmla="*/ 955 w 955"/>
                <a:gd name="csY2" fmla="*/ 4777 h 4777"/>
                <a:gd name="csX3" fmla="*/ 955 w 955"/>
                <a:gd name="csY3" fmla="*/ 1911 h 4777"/>
                <a:gd name="csX4" fmla="*/ 0 w 955"/>
                <a:gd name="csY4" fmla="*/ 0 h 4777"/>
                <a:gd name="csX5" fmla="*/ 0 w 955"/>
                <a:gd name="csY5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4777">
                  <a:moveTo>
                    <a:pt x="0" y="0"/>
                  </a:moveTo>
                  <a:lnTo>
                    <a:pt x="955" y="1911"/>
                  </a:lnTo>
                  <a:lnTo>
                    <a:pt x="955" y="4777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2" name="Freeform 1261">
              <a:extLst>
                <a:ext uri="{FF2B5EF4-FFF2-40B4-BE49-F238E27FC236}">
                  <a16:creationId xmlns:a16="http://schemas.microsoft.com/office/drawing/2014/main" id="{6ECBE2FF-38F1-1B71-DB7D-76666BCD9919}"/>
                </a:ext>
              </a:extLst>
            </p:cNvPr>
            <p:cNvSpPr/>
            <p:nvPr/>
          </p:nvSpPr>
          <p:spPr>
            <a:xfrm>
              <a:off x="7095409" y="4052220"/>
              <a:ext cx="955" cy="4299"/>
            </a:xfrm>
            <a:custGeom>
              <a:avLst/>
              <a:gdLst>
                <a:gd name="csX0" fmla="*/ 478 w 955"/>
                <a:gd name="csY0" fmla="*/ 2389 h 4299"/>
                <a:gd name="csX1" fmla="*/ 956 w 955"/>
                <a:gd name="csY1" fmla="*/ 3822 h 4299"/>
                <a:gd name="csX2" fmla="*/ 478 w 955"/>
                <a:gd name="csY2" fmla="*/ 4300 h 4299"/>
                <a:gd name="csX3" fmla="*/ 956 w 955"/>
                <a:gd name="csY3" fmla="*/ 3822 h 4299"/>
                <a:gd name="csX4" fmla="*/ 478 w 955"/>
                <a:gd name="csY4" fmla="*/ 2389 h 4299"/>
                <a:gd name="csX5" fmla="*/ 0 w 955"/>
                <a:gd name="csY5" fmla="*/ 1433 h 4299"/>
                <a:gd name="csX6" fmla="*/ 0 w 955"/>
                <a:gd name="csY6" fmla="*/ 0 h 4299"/>
                <a:gd name="csX7" fmla="*/ 0 w 955"/>
                <a:gd name="csY7" fmla="*/ 1433 h 4299"/>
                <a:gd name="csX8" fmla="*/ 478 w 955"/>
                <a:gd name="csY8" fmla="*/ 238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" h="4299">
                  <a:moveTo>
                    <a:pt x="478" y="2389"/>
                  </a:moveTo>
                  <a:lnTo>
                    <a:pt x="956" y="3822"/>
                  </a:lnTo>
                  <a:lnTo>
                    <a:pt x="478" y="4300"/>
                  </a:lnTo>
                  <a:lnTo>
                    <a:pt x="956" y="3822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0" y="1433"/>
                  </a:lnTo>
                  <a:lnTo>
                    <a:pt x="47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3" name="Freeform 1262">
              <a:extLst>
                <a:ext uri="{FF2B5EF4-FFF2-40B4-BE49-F238E27FC236}">
                  <a16:creationId xmlns:a16="http://schemas.microsoft.com/office/drawing/2014/main" id="{5FC2C4A6-C99F-171A-0B43-3E68D3F82FE3}"/>
                </a:ext>
              </a:extLst>
            </p:cNvPr>
            <p:cNvSpPr/>
            <p:nvPr/>
          </p:nvSpPr>
          <p:spPr>
            <a:xfrm>
              <a:off x="7094931" y="4056998"/>
              <a:ext cx="955" cy="4299"/>
            </a:xfrm>
            <a:custGeom>
              <a:avLst/>
              <a:gdLst>
                <a:gd name="csX0" fmla="*/ 478 w 955"/>
                <a:gd name="csY0" fmla="*/ 956 h 4299"/>
                <a:gd name="csX1" fmla="*/ 956 w 955"/>
                <a:gd name="csY1" fmla="*/ 0 h 4299"/>
                <a:gd name="csX2" fmla="*/ 478 w 955"/>
                <a:gd name="csY2" fmla="*/ 956 h 4299"/>
                <a:gd name="csX3" fmla="*/ 0 w 955"/>
                <a:gd name="csY3" fmla="*/ 2867 h 4299"/>
                <a:gd name="csX4" fmla="*/ 0 w 955"/>
                <a:gd name="csY4" fmla="*/ 4300 h 4299"/>
                <a:gd name="csX5" fmla="*/ 0 w 955"/>
                <a:gd name="csY5" fmla="*/ 2867 h 4299"/>
                <a:gd name="csX6" fmla="*/ 478 w 955"/>
                <a:gd name="csY6" fmla="*/ 95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4299">
                  <a:moveTo>
                    <a:pt x="478" y="956"/>
                  </a:moveTo>
                  <a:lnTo>
                    <a:pt x="956" y="0"/>
                  </a:lnTo>
                  <a:lnTo>
                    <a:pt x="478" y="956"/>
                  </a:lnTo>
                  <a:lnTo>
                    <a:pt x="0" y="2867"/>
                  </a:lnTo>
                  <a:lnTo>
                    <a:pt x="0" y="4300"/>
                  </a:lnTo>
                  <a:lnTo>
                    <a:pt x="0" y="2867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4" name="Freeform 1263">
              <a:extLst>
                <a:ext uri="{FF2B5EF4-FFF2-40B4-BE49-F238E27FC236}">
                  <a16:creationId xmlns:a16="http://schemas.microsoft.com/office/drawing/2014/main" id="{2164268E-F29C-0066-3C70-8631A416C09A}"/>
                </a:ext>
              </a:extLst>
            </p:cNvPr>
            <p:cNvSpPr/>
            <p:nvPr/>
          </p:nvSpPr>
          <p:spPr>
            <a:xfrm>
              <a:off x="7093020" y="3577358"/>
              <a:ext cx="1911" cy="1433"/>
            </a:xfrm>
            <a:custGeom>
              <a:avLst/>
              <a:gdLst>
                <a:gd name="csX0" fmla="*/ 1911 w 1911"/>
                <a:gd name="csY0" fmla="*/ 0 h 1433"/>
                <a:gd name="csX1" fmla="*/ 0 w 1911"/>
                <a:gd name="csY1" fmla="*/ 1433 h 1433"/>
                <a:gd name="csX2" fmla="*/ 0 w 1911"/>
                <a:gd name="csY2" fmla="*/ 1433 h 1433"/>
                <a:gd name="csX3" fmla="*/ 1911 w 1911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433">
                  <a:moveTo>
                    <a:pt x="1911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5" name="Freeform 1264">
              <a:extLst>
                <a:ext uri="{FF2B5EF4-FFF2-40B4-BE49-F238E27FC236}">
                  <a16:creationId xmlns:a16="http://schemas.microsoft.com/office/drawing/2014/main" id="{CB34C09F-D648-CF2F-5151-A4718A4CEB90}"/>
                </a:ext>
              </a:extLst>
            </p:cNvPr>
            <p:cNvSpPr/>
            <p:nvPr/>
          </p:nvSpPr>
          <p:spPr>
            <a:xfrm>
              <a:off x="7092542" y="4062731"/>
              <a:ext cx="1911" cy="1911"/>
            </a:xfrm>
            <a:custGeom>
              <a:avLst/>
              <a:gdLst>
                <a:gd name="csX0" fmla="*/ 1911 w 1911"/>
                <a:gd name="csY0" fmla="*/ 0 h 1911"/>
                <a:gd name="csX1" fmla="*/ 956 w 1911"/>
                <a:gd name="csY1" fmla="*/ 956 h 1911"/>
                <a:gd name="csX2" fmla="*/ 0 w 1911"/>
                <a:gd name="csY2" fmla="*/ 1911 h 1911"/>
                <a:gd name="csX3" fmla="*/ 478 w 1911"/>
                <a:gd name="csY3" fmla="*/ 956 h 1911"/>
                <a:gd name="csX4" fmla="*/ 1911 w 1911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1911">
                  <a:moveTo>
                    <a:pt x="1911" y="0"/>
                  </a:moveTo>
                  <a:lnTo>
                    <a:pt x="956" y="956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6" name="Freeform 1265">
              <a:extLst>
                <a:ext uri="{FF2B5EF4-FFF2-40B4-BE49-F238E27FC236}">
                  <a16:creationId xmlns:a16="http://schemas.microsoft.com/office/drawing/2014/main" id="{AF033916-2122-4782-C2A9-30A86CE6588F}"/>
                </a:ext>
              </a:extLst>
            </p:cNvPr>
            <p:cNvSpPr/>
            <p:nvPr/>
          </p:nvSpPr>
          <p:spPr>
            <a:xfrm>
              <a:off x="7090154" y="4168309"/>
              <a:ext cx="3822" cy="4299"/>
            </a:xfrm>
            <a:custGeom>
              <a:avLst/>
              <a:gdLst>
                <a:gd name="csX0" fmla="*/ 0 w 3822"/>
                <a:gd name="csY0" fmla="*/ 0 h 4299"/>
                <a:gd name="csX1" fmla="*/ 3822 w 3822"/>
                <a:gd name="csY1" fmla="*/ 4299 h 4299"/>
                <a:gd name="csX2" fmla="*/ 0 w 3822"/>
                <a:gd name="csY2" fmla="*/ 0 h 4299"/>
                <a:gd name="csX3" fmla="*/ 0 w 3822"/>
                <a:gd name="csY3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2" h="4299">
                  <a:moveTo>
                    <a:pt x="0" y="0"/>
                  </a:moveTo>
                  <a:lnTo>
                    <a:pt x="3822" y="429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7" name="Freeform 1266">
              <a:extLst>
                <a:ext uri="{FF2B5EF4-FFF2-40B4-BE49-F238E27FC236}">
                  <a16:creationId xmlns:a16="http://schemas.microsoft.com/office/drawing/2014/main" id="{FB40049A-CEB8-1944-DC79-D86B2954EB83}"/>
                </a:ext>
              </a:extLst>
            </p:cNvPr>
            <p:cNvSpPr/>
            <p:nvPr/>
          </p:nvSpPr>
          <p:spPr>
            <a:xfrm>
              <a:off x="7085377" y="3831510"/>
              <a:ext cx="8121" cy="4777"/>
            </a:xfrm>
            <a:custGeom>
              <a:avLst/>
              <a:gdLst>
                <a:gd name="csX0" fmla="*/ 8122 w 8121"/>
                <a:gd name="csY0" fmla="*/ 4777 h 4777"/>
                <a:gd name="csX1" fmla="*/ 5733 w 8121"/>
                <a:gd name="csY1" fmla="*/ 3344 h 4777"/>
                <a:gd name="csX2" fmla="*/ 2866 w 8121"/>
                <a:gd name="csY2" fmla="*/ 1433 h 4777"/>
                <a:gd name="csX3" fmla="*/ 0 w 8121"/>
                <a:gd name="csY3" fmla="*/ 0 h 4777"/>
                <a:gd name="csX4" fmla="*/ 2866 w 8121"/>
                <a:gd name="csY4" fmla="*/ 1433 h 4777"/>
                <a:gd name="csX5" fmla="*/ 5733 w 8121"/>
                <a:gd name="csY5" fmla="*/ 3344 h 4777"/>
                <a:gd name="csX6" fmla="*/ 8122 w 8121"/>
                <a:gd name="csY6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21" h="4777">
                  <a:moveTo>
                    <a:pt x="8122" y="4777"/>
                  </a:moveTo>
                  <a:lnTo>
                    <a:pt x="5733" y="3344"/>
                  </a:lnTo>
                  <a:lnTo>
                    <a:pt x="2866" y="1433"/>
                  </a:lnTo>
                  <a:lnTo>
                    <a:pt x="0" y="0"/>
                  </a:lnTo>
                  <a:lnTo>
                    <a:pt x="2866" y="1433"/>
                  </a:lnTo>
                  <a:lnTo>
                    <a:pt x="5733" y="3344"/>
                  </a:lnTo>
                  <a:lnTo>
                    <a:pt x="8122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8" name="Freeform 1267">
              <a:extLst>
                <a:ext uri="{FF2B5EF4-FFF2-40B4-BE49-F238E27FC236}">
                  <a16:creationId xmlns:a16="http://schemas.microsoft.com/office/drawing/2014/main" id="{1D477B6C-9B4C-CFBC-8629-4F748498D057}"/>
                </a:ext>
              </a:extLst>
            </p:cNvPr>
            <p:cNvSpPr/>
            <p:nvPr/>
          </p:nvSpPr>
          <p:spPr>
            <a:xfrm>
              <a:off x="7086810" y="3620353"/>
              <a:ext cx="5254" cy="3821"/>
            </a:xfrm>
            <a:custGeom>
              <a:avLst/>
              <a:gdLst>
                <a:gd name="csX0" fmla="*/ 5255 w 5254"/>
                <a:gd name="csY0" fmla="*/ 0 h 3821"/>
                <a:gd name="csX1" fmla="*/ 3344 w 5254"/>
                <a:gd name="csY1" fmla="*/ 1433 h 3821"/>
                <a:gd name="csX2" fmla="*/ 0 w 5254"/>
                <a:gd name="csY2" fmla="*/ 3822 h 3821"/>
                <a:gd name="csX3" fmla="*/ 3344 w 5254"/>
                <a:gd name="csY3" fmla="*/ 1433 h 3821"/>
                <a:gd name="csX4" fmla="*/ 5255 w 5254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3821">
                  <a:moveTo>
                    <a:pt x="5255" y="0"/>
                  </a:moveTo>
                  <a:lnTo>
                    <a:pt x="3344" y="1433"/>
                  </a:lnTo>
                  <a:lnTo>
                    <a:pt x="0" y="3822"/>
                  </a:lnTo>
                  <a:lnTo>
                    <a:pt x="3344" y="1433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9" name="Freeform 1268">
              <a:extLst>
                <a:ext uri="{FF2B5EF4-FFF2-40B4-BE49-F238E27FC236}">
                  <a16:creationId xmlns:a16="http://schemas.microsoft.com/office/drawing/2014/main" id="{23F87F53-8CD0-7A9B-E900-5B50A68B5ED8}"/>
                </a:ext>
              </a:extLst>
            </p:cNvPr>
            <p:cNvSpPr/>
            <p:nvPr/>
          </p:nvSpPr>
          <p:spPr>
            <a:xfrm>
              <a:off x="7084899" y="4089006"/>
              <a:ext cx="4777" cy="477"/>
            </a:xfrm>
            <a:custGeom>
              <a:avLst/>
              <a:gdLst>
                <a:gd name="csX0" fmla="*/ 4777 w 4777"/>
                <a:gd name="csY0" fmla="*/ 478 h 477"/>
                <a:gd name="csX1" fmla="*/ 1911 w 4777"/>
                <a:gd name="csY1" fmla="*/ 478 h 477"/>
                <a:gd name="csX2" fmla="*/ 0 w 4777"/>
                <a:gd name="csY2" fmla="*/ 0 h 477"/>
                <a:gd name="csX3" fmla="*/ 1911 w 4777"/>
                <a:gd name="csY3" fmla="*/ 478 h 477"/>
                <a:gd name="csX4" fmla="*/ 4777 w 4777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477">
                  <a:moveTo>
                    <a:pt x="4777" y="478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0" name="Freeform 1269">
              <a:extLst>
                <a:ext uri="{FF2B5EF4-FFF2-40B4-BE49-F238E27FC236}">
                  <a16:creationId xmlns:a16="http://schemas.microsoft.com/office/drawing/2014/main" id="{6003E9BD-783C-ED72-4B3A-8F113C2BB633}"/>
                </a:ext>
              </a:extLst>
            </p:cNvPr>
            <p:cNvSpPr/>
            <p:nvPr/>
          </p:nvSpPr>
          <p:spPr>
            <a:xfrm>
              <a:off x="7088243" y="4069419"/>
              <a:ext cx="478" cy="477"/>
            </a:xfrm>
            <a:custGeom>
              <a:avLst/>
              <a:gdLst>
                <a:gd name="csX0" fmla="*/ 478 w 478"/>
                <a:gd name="csY0" fmla="*/ 478 h 477"/>
                <a:gd name="csX1" fmla="*/ 0 w 478"/>
                <a:gd name="csY1" fmla="*/ 0 h 477"/>
                <a:gd name="csX2" fmla="*/ 0 w 478"/>
                <a:gd name="csY2" fmla="*/ 0 h 477"/>
                <a:gd name="csX3" fmla="*/ 478 w 478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477">
                  <a:moveTo>
                    <a:pt x="478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1" name="Freeform 1270">
              <a:extLst>
                <a:ext uri="{FF2B5EF4-FFF2-40B4-BE49-F238E27FC236}">
                  <a16:creationId xmlns:a16="http://schemas.microsoft.com/office/drawing/2014/main" id="{FF76D3F3-84CD-3AFC-F962-EF76B3F38C17}"/>
                </a:ext>
              </a:extLst>
            </p:cNvPr>
            <p:cNvSpPr/>
            <p:nvPr/>
          </p:nvSpPr>
          <p:spPr>
            <a:xfrm>
              <a:off x="7074867" y="3624175"/>
              <a:ext cx="11943" cy="5255"/>
            </a:xfrm>
            <a:custGeom>
              <a:avLst/>
              <a:gdLst>
                <a:gd name="csX0" fmla="*/ 11943 w 11943"/>
                <a:gd name="csY0" fmla="*/ 0 h 5255"/>
                <a:gd name="csX1" fmla="*/ 8599 w 11943"/>
                <a:gd name="csY1" fmla="*/ 478 h 5255"/>
                <a:gd name="csX2" fmla="*/ 7166 w 11943"/>
                <a:gd name="csY2" fmla="*/ 956 h 5255"/>
                <a:gd name="csX3" fmla="*/ 3344 w 11943"/>
                <a:gd name="csY3" fmla="*/ 3822 h 5255"/>
                <a:gd name="csX4" fmla="*/ 2389 w 11943"/>
                <a:gd name="csY4" fmla="*/ 4300 h 5255"/>
                <a:gd name="csX5" fmla="*/ 0 w 11943"/>
                <a:gd name="csY5" fmla="*/ 5255 h 5255"/>
                <a:gd name="csX6" fmla="*/ 0 w 11943"/>
                <a:gd name="csY6" fmla="*/ 5255 h 5255"/>
                <a:gd name="csX7" fmla="*/ 3344 w 11943"/>
                <a:gd name="csY7" fmla="*/ 3822 h 5255"/>
                <a:gd name="csX8" fmla="*/ 7166 w 11943"/>
                <a:gd name="csY8" fmla="*/ 956 h 5255"/>
                <a:gd name="csX9" fmla="*/ 8599 w 11943"/>
                <a:gd name="csY9" fmla="*/ 478 h 5255"/>
                <a:gd name="csX10" fmla="*/ 11943 w 11943"/>
                <a:gd name="csY10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1943" h="5255">
                  <a:moveTo>
                    <a:pt x="11943" y="0"/>
                  </a:moveTo>
                  <a:lnTo>
                    <a:pt x="8599" y="478"/>
                  </a:lnTo>
                  <a:lnTo>
                    <a:pt x="7166" y="956"/>
                  </a:lnTo>
                  <a:lnTo>
                    <a:pt x="3344" y="3822"/>
                  </a:lnTo>
                  <a:lnTo>
                    <a:pt x="2389" y="4300"/>
                  </a:lnTo>
                  <a:lnTo>
                    <a:pt x="0" y="5255"/>
                  </a:lnTo>
                  <a:lnTo>
                    <a:pt x="0" y="5255"/>
                  </a:lnTo>
                  <a:lnTo>
                    <a:pt x="3344" y="3822"/>
                  </a:lnTo>
                  <a:lnTo>
                    <a:pt x="7166" y="956"/>
                  </a:lnTo>
                  <a:lnTo>
                    <a:pt x="8599" y="478"/>
                  </a:lnTo>
                  <a:lnTo>
                    <a:pt x="1194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2" name="Freeform 1271">
              <a:extLst>
                <a:ext uri="{FF2B5EF4-FFF2-40B4-BE49-F238E27FC236}">
                  <a16:creationId xmlns:a16="http://schemas.microsoft.com/office/drawing/2014/main" id="{F783FA1D-F793-485B-9A71-9845BD08296F}"/>
                </a:ext>
              </a:extLst>
            </p:cNvPr>
            <p:cNvSpPr/>
            <p:nvPr/>
          </p:nvSpPr>
          <p:spPr>
            <a:xfrm>
              <a:off x="7079166" y="3666693"/>
              <a:ext cx="4299" cy="955"/>
            </a:xfrm>
            <a:custGeom>
              <a:avLst/>
              <a:gdLst>
                <a:gd name="csX0" fmla="*/ 4299 w 4299"/>
                <a:gd name="csY0" fmla="*/ 956 h 955"/>
                <a:gd name="csX1" fmla="*/ 2866 w 4299"/>
                <a:gd name="csY1" fmla="*/ 478 h 955"/>
                <a:gd name="csX2" fmla="*/ 0 w 4299"/>
                <a:gd name="csY2" fmla="*/ 0 h 955"/>
                <a:gd name="csX3" fmla="*/ 2866 w 4299"/>
                <a:gd name="csY3" fmla="*/ 478 h 955"/>
                <a:gd name="csX4" fmla="*/ 4299 w 4299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955">
                  <a:moveTo>
                    <a:pt x="4299" y="956"/>
                  </a:moveTo>
                  <a:lnTo>
                    <a:pt x="2866" y="478"/>
                  </a:lnTo>
                  <a:lnTo>
                    <a:pt x="0" y="0"/>
                  </a:lnTo>
                  <a:lnTo>
                    <a:pt x="2866" y="478"/>
                  </a:lnTo>
                  <a:lnTo>
                    <a:pt x="429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3" name="Freeform 1272">
              <a:extLst>
                <a:ext uri="{FF2B5EF4-FFF2-40B4-BE49-F238E27FC236}">
                  <a16:creationId xmlns:a16="http://schemas.microsoft.com/office/drawing/2014/main" id="{F33F9660-97EA-7BB3-7464-3D56042E8AA9}"/>
                </a:ext>
              </a:extLst>
            </p:cNvPr>
            <p:cNvSpPr/>
            <p:nvPr/>
          </p:nvSpPr>
          <p:spPr>
            <a:xfrm>
              <a:off x="7043337" y="2907103"/>
              <a:ext cx="39651" cy="41562"/>
            </a:xfrm>
            <a:custGeom>
              <a:avLst/>
              <a:gdLst>
                <a:gd name="csX0" fmla="*/ 39174 w 39651"/>
                <a:gd name="csY0" fmla="*/ 28664 h 41562"/>
                <a:gd name="csX1" fmla="*/ 39651 w 39651"/>
                <a:gd name="csY1" fmla="*/ 31052 h 41562"/>
                <a:gd name="csX2" fmla="*/ 39651 w 39651"/>
                <a:gd name="csY2" fmla="*/ 36307 h 41562"/>
                <a:gd name="csX3" fmla="*/ 39174 w 39651"/>
                <a:gd name="csY3" fmla="*/ 39652 h 41562"/>
                <a:gd name="csX4" fmla="*/ 36785 w 39651"/>
                <a:gd name="csY4" fmla="*/ 40129 h 41562"/>
                <a:gd name="csX5" fmla="*/ 34396 w 39651"/>
                <a:gd name="csY5" fmla="*/ 41563 h 41562"/>
                <a:gd name="csX6" fmla="*/ 30574 w 39651"/>
                <a:gd name="csY6" fmla="*/ 40129 h 41562"/>
                <a:gd name="csX7" fmla="*/ 28664 w 39651"/>
                <a:gd name="csY7" fmla="*/ 41085 h 41562"/>
                <a:gd name="csX8" fmla="*/ 26753 w 39651"/>
                <a:gd name="csY8" fmla="*/ 41085 h 41562"/>
                <a:gd name="csX9" fmla="*/ 24842 w 39651"/>
                <a:gd name="csY9" fmla="*/ 40607 h 41562"/>
                <a:gd name="csX10" fmla="*/ 22931 w 39651"/>
                <a:gd name="csY10" fmla="*/ 40129 h 41562"/>
                <a:gd name="csX11" fmla="*/ 21975 w 39651"/>
                <a:gd name="csY11" fmla="*/ 39174 h 41562"/>
                <a:gd name="csX12" fmla="*/ 21975 w 39651"/>
                <a:gd name="csY12" fmla="*/ 36307 h 41562"/>
                <a:gd name="csX13" fmla="*/ 20542 w 39651"/>
                <a:gd name="csY13" fmla="*/ 32486 h 41562"/>
                <a:gd name="csX14" fmla="*/ 18153 w 39651"/>
                <a:gd name="csY14" fmla="*/ 31052 h 41562"/>
                <a:gd name="csX15" fmla="*/ 15765 w 39651"/>
                <a:gd name="csY15" fmla="*/ 30575 h 41562"/>
                <a:gd name="csX16" fmla="*/ 13376 w 39651"/>
                <a:gd name="csY16" fmla="*/ 29142 h 41562"/>
                <a:gd name="csX17" fmla="*/ 11943 w 39651"/>
                <a:gd name="csY17" fmla="*/ 30097 h 41562"/>
                <a:gd name="csX18" fmla="*/ 10510 w 39651"/>
                <a:gd name="csY18" fmla="*/ 31530 h 41562"/>
                <a:gd name="csX19" fmla="*/ 9555 w 39651"/>
                <a:gd name="csY19" fmla="*/ 31052 h 41562"/>
                <a:gd name="csX20" fmla="*/ 4299 w 39651"/>
                <a:gd name="csY20" fmla="*/ 22453 h 41562"/>
                <a:gd name="csX21" fmla="*/ 3344 w 39651"/>
                <a:gd name="csY21" fmla="*/ 20542 h 41562"/>
                <a:gd name="csX22" fmla="*/ 2389 w 39651"/>
                <a:gd name="csY22" fmla="*/ 18154 h 41562"/>
                <a:gd name="csX23" fmla="*/ 1910 w 39651"/>
                <a:gd name="csY23" fmla="*/ 16721 h 41562"/>
                <a:gd name="csX24" fmla="*/ 0 w 39651"/>
                <a:gd name="csY24" fmla="*/ 10988 h 41562"/>
                <a:gd name="csX25" fmla="*/ 955 w 39651"/>
                <a:gd name="csY25" fmla="*/ 8121 h 41562"/>
                <a:gd name="csX26" fmla="*/ 2866 w 39651"/>
                <a:gd name="csY26" fmla="*/ 6211 h 41562"/>
                <a:gd name="csX27" fmla="*/ 3821 w 39651"/>
                <a:gd name="csY27" fmla="*/ 5733 h 41562"/>
                <a:gd name="csX28" fmla="*/ 6210 w 39651"/>
                <a:gd name="csY28" fmla="*/ 1911 h 41562"/>
                <a:gd name="csX29" fmla="*/ 10510 w 39651"/>
                <a:gd name="csY29" fmla="*/ 0 h 41562"/>
                <a:gd name="csX30" fmla="*/ 11465 w 39651"/>
                <a:gd name="csY30" fmla="*/ 478 h 41562"/>
                <a:gd name="csX31" fmla="*/ 12421 w 39651"/>
                <a:gd name="csY31" fmla="*/ 1911 h 41562"/>
                <a:gd name="csX32" fmla="*/ 16721 w 39651"/>
                <a:gd name="csY32" fmla="*/ 5733 h 41562"/>
                <a:gd name="csX33" fmla="*/ 19109 w 39651"/>
                <a:gd name="csY33" fmla="*/ 8599 h 41562"/>
                <a:gd name="csX34" fmla="*/ 21020 w 39651"/>
                <a:gd name="csY34" fmla="*/ 11943 h 41562"/>
                <a:gd name="csX35" fmla="*/ 22931 w 39651"/>
                <a:gd name="csY35" fmla="*/ 14810 h 41562"/>
                <a:gd name="csX36" fmla="*/ 29619 w 39651"/>
                <a:gd name="csY36" fmla="*/ 19587 h 41562"/>
                <a:gd name="csX37" fmla="*/ 33919 w 39651"/>
                <a:gd name="csY37" fmla="*/ 23886 h 41562"/>
                <a:gd name="csX38" fmla="*/ 38218 w 39651"/>
                <a:gd name="csY38" fmla="*/ 27231 h 41562"/>
                <a:gd name="csX39" fmla="*/ 39174 w 39651"/>
                <a:gd name="csY39" fmla="*/ 28664 h 415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9651" h="41562">
                  <a:moveTo>
                    <a:pt x="39174" y="28664"/>
                  </a:moveTo>
                  <a:lnTo>
                    <a:pt x="39651" y="31052"/>
                  </a:lnTo>
                  <a:lnTo>
                    <a:pt x="39651" y="36307"/>
                  </a:lnTo>
                  <a:lnTo>
                    <a:pt x="39174" y="39652"/>
                  </a:lnTo>
                  <a:lnTo>
                    <a:pt x="36785" y="40129"/>
                  </a:lnTo>
                  <a:lnTo>
                    <a:pt x="34396" y="41563"/>
                  </a:lnTo>
                  <a:lnTo>
                    <a:pt x="30574" y="40129"/>
                  </a:lnTo>
                  <a:lnTo>
                    <a:pt x="28664" y="41085"/>
                  </a:lnTo>
                  <a:lnTo>
                    <a:pt x="26753" y="41085"/>
                  </a:lnTo>
                  <a:lnTo>
                    <a:pt x="24842" y="40607"/>
                  </a:lnTo>
                  <a:lnTo>
                    <a:pt x="22931" y="40129"/>
                  </a:lnTo>
                  <a:lnTo>
                    <a:pt x="21975" y="39174"/>
                  </a:lnTo>
                  <a:lnTo>
                    <a:pt x="21975" y="36307"/>
                  </a:lnTo>
                  <a:lnTo>
                    <a:pt x="20542" y="32486"/>
                  </a:lnTo>
                  <a:lnTo>
                    <a:pt x="18153" y="31052"/>
                  </a:lnTo>
                  <a:lnTo>
                    <a:pt x="15765" y="30575"/>
                  </a:lnTo>
                  <a:lnTo>
                    <a:pt x="13376" y="29142"/>
                  </a:lnTo>
                  <a:lnTo>
                    <a:pt x="11943" y="30097"/>
                  </a:lnTo>
                  <a:lnTo>
                    <a:pt x="10510" y="31530"/>
                  </a:lnTo>
                  <a:lnTo>
                    <a:pt x="9555" y="31052"/>
                  </a:lnTo>
                  <a:lnTo>
                    <a:pt x="4299" y="22453"/>
                  </a:lnTo>
                  <a:lnTo>
                    <a:pt x="3344" y="20542"/>
                  </a:lnTo>
                  <a:lnTo>
                    <a:pt x="2389" y="18154"/>
                  </a:lnTo>
                  <a:lnTo>
                    <a:pt x="1910" y="16721"/>
                  </a:lnTo>
                  <a:lnTo>
                    <a:pt x="0" y="10988"/>
                  </a:lnTo>
                  <a:lnTo>
                    <a:pt x="955" y="8121"/>
                  </a:lnTo>
                  <a:lnTo>
                    <a:pt x="2866" y="6211"/>
                  </a:lnTo>
                  <a:lnTo>
                    <a:pt x="3821" y="5733"/>
                  </a:lnTo>
                  <a:lnTo>
                    <a:pt x="6210" y="1911"/>
                  </a:lnTo>
                  <a:lnTo>
                    <a:pt x="10510" y="0"/>
                  </a:lnTo>
                  <a:lnTo>
                    <a:pt x="11465" y="478"/>
                  </a:lnTo>
                  <a:lnTo>
                    <a:pt x="12421" y="1911"/>
                  </a:lnTo>
                  <a:lnTo>
                    <a:pt x="16721" y="5733"/>
                  </a:lnTo>
                  <a:lnTo>
                    <a:pt x="19109" y="8599"/>
                  </a:lnTo>
                  <a:lnTo>
                    <a:pt x="21020" y="11943"/>
                  </a:lnTo>
                  <a:lnTo>
                    <a:pt x="22931" y="14810"/>
                  </a:lnTo>
                  <a:lnTo>
                    <a:pt x="29619" y="19587"/>
                  </a:lnTo>
                  <a:lnTo>
                    <a:pt x="33919" y="23886"/>
                  </a:lnTo>
                  <a:lnTo>
                    <a:pt x="38218" y="27231"/>
                  </a:lnTo>
                  <a:lnTo>
                    <a:pt x="39174" y="2866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4" name="Freeform 1273">
              <a:extLst>
                <a:ext uri="{FF2B5EF4-FFF2-40B4-BE49-F238E27FC236}">
                  <a16:creationId xmlns:a16="http://schemas.microsoft.com/office/drawing/2014/main" id="{2F314D97-E3B9-C01C-BFF4-3588D8972337}"/>
                </a:ext>
              </a:extLst>
            </p:cNvPr>
            <p:cNvSpPr/>
            <p:nvPr/>
          </p:nvSpPr>
          <p:spPr>
            <a:xfrm>
              <a:off x="7061012" y="3816222"/>
              <a:ext cx="19109" cy="11943"/>
            </a:xfrm>
            <a:custGeom>
              <a:avLst/>
              <a:gdLst>
                <a:gd name="csX0" fmla="*/ 19109 w 19109"/>
                <a:gd name="csY0" fmla="*/ 11943 h 11943"/>
                <a:gd name="csX1" fmla="*/ 16243 w 19109"/>
                <a:gd name="csY1" fmla="*/ 10032 h 11943"/>
                <a:gd name="csX2" fmla="*/ 13377 w 19109"/>
                <a:gd name="csY2" fmla="*/ 8599 h 11943"/>
                <a:gd name="csX3" fmla="*/ 10988 w 19109"/>
                <a:gd name="csY3" fmla="*/ 6688 h 11943"/>
                <a:gd name="csX4" fmla="*/ 8121 w 19109"/>
                <a:gd name="csY4" fmla="*/ 5255 h 11943"/>
                <a:gd name="csX5" fmla="*/ 5255 w 19109"/>
                <a:gd name="csY5" fmla="*/ 3344 h 11943"/>
                <a:gd name="csX6" fmla="*/ 2389 w 19109"/>
                <a:gd name="csY6" fmla="*/ 1911 h 11943"/>
                <a:gd name="csX7" fmla="*/ 0 w 19109"/>
                <a:gd name="csY7" fmla="*/ 0 h 11943"/>
                <a:gd name="csX8" fmla="*/ 2389 w 19109"/>
                <a:gd name="csY8" fmla="*/ 1433 h 11943"/>
                <a:gd name="csX9" fmla="*/ 5255 w 19109"/>
                <a:gd name="csY9" fmla="*/ 3344 h 11943"/>
                <a:gd name="csX10" fmla="*/ 8121 w 19109"/>
                <a:gd name="csY10" fmla="*/ 5255 h 11943"/>
                <a:gd name="csX11" fmla="*/ 10988 w 19109"/>
                <a:gd name="csY11" fmla="*/ 6688 h 11943"/>
                <a:gd name="csX12" fmla="*/ 13377 w 19109"/>
                <a:gd name="csY12" fmla="*/ 8599 h 11943"/>
                <a:gd name="csX13" fmla="*/ 16243 w 19109"/>
                <a:gd name="csY13" fmla="*/ 10032 h 11943"/>
                <a:gd name="csX14" fmla="*/ 19109 w 19109"/>
                <a:gd name="csY14" fmla="*/ 11943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9109" h="11943">
                  <a:moveTo>
                    <a:pt x="19109" y="11943"/>
                  </a:moveTo>
                  <a:lnTo>
                    <a:pt x="16243" y="10032"/>
                  </a:lnTo>
                  <a:lnTo>
                    <a:pt x="13377" y="8599"/>
                  </a:lnTo>
                  <a:lnTo>
                    <a:pt x="10988" y="6688"/>
                  </a:lnTo>
                  <a:lnTo>
                    <a:pt x="8121" y="5255"/>
                  </a:lnTo>
                  <a:lnTo>
                    <a:pt x="5255" y="3344"/>
                  </a:lnTo>
                  <a:lnTo>
                    <a:pt x="2389" y="1911"/>
                  </a:lnTo>
                  <a:lnTo>
                    <a:pt x="0" y="0"/>
                  </a:lnTo>
                  <a:lnTo>
                    <a:pt x="2389" y="1433"/>
                  </a:lnTo>
                  <a:lnTo>
                    <a:pt x="5255" y="3344"/>
                  </a:lnTo>
                  <a:lnTo>
                    <a:pt x="8121" y="5255"/>
                  </a:lnTo>
                  <a:lnTo>
                    <a:pt x="10988" y="6688"/>
                  </a:lnTo>
                  <a:lnTo>
                    <a:pt x="13377" y="8599"/>
                  </a:lnTo>
                  <a:lnTo>
                    <a:pt x="16243" y="10032"/>
                  </a:lnTo>
                  <a:lnTo>
                    <a:pt x="19109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5" name="Freeform 1274">
              <a:extLst>
                <a:ext uri="{FF2B5EF4-FFF2-40B4-BE49-F238E27FC236}">
                  <a16:creationId xmlns:a16="http://schemas.microsoft.com/office/drawing/2014/main" id="{94C0949F-2234-DE67-ECB7-59C6BDE1B2D8}"/>
                </a:ext>
              </a:extLst>
            </p:cNvPr>
            <p:cNvSpPr/>
            <p:nvPr/>
          </p:nvSpPr>
          <p:spPr>
            <a:xfrm>
              <a:off x="7074867" y="4014002"/>
              <a:ext cx="5254" cy="7165"/>
            </a:xfrm>
            <a:custGeom>
              <a:avLst/>
              <a:gdLst>
                <a:gd name="csX0" fmla="*/ 2389 w 5254"/>
                <a:gd name="csY0" fmla="*/ 3344 h 7165"/>
                <a:gd name="csX1" fmla="*/ 5255 w 5254"/>
                <a:gd name="csY1" fmla="*/ 7166 h 7165"/>
                <a:gd name="csX2" fmla="*/ 2389 w 5254"/>
                <a:gd name="csY2" fmla="*/ 3344 h 7165"/>
                <a:gd name="csX3" fmla="*/ 0 w 5254"/>
                <a:gd name="csY3" fmla="*/ 0 h 7165"/>
                <a:gd name="csX4" fmla="*/ 2389 w 5254"/>
                <a:gd name="csY4" fmla="*/ 3344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7165">
                  <a:moveTo>
                    <a:pt x="2389" y="3344"/>
                  </a:moveTo>
                  <a:lnTo>
                    <a:pt x="5255" y="7166"/>
                  </a:lnTo>
                  <a:lnTo>
                    <a:pt x="2389" y="3344"/>
                  </a:lnTo>
                  <a:lnTo>
                    <a:pt x="0" y="0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6" name="Freeform 1275">
              <a:extLst>
                <a:ext uri="{FF2B5EF4-FFF2-40B4-BE49-F238E27FC236}">
                  <a16:creationId xmlns:a16="http://schemas.microsoft.com/office/drawing/2014/main" id="{F1646900-3EB6-C58C-0830-450409BD3825}"/>
                </a:ext>
              </a:extLst>
            </p:cNvPr>
            <p:cNvSpPr/>
            <p:nvPr/>
          </p:nvSpPr>
          <p:spPr>
            <a:xfrm>
              <a:off x="7077255" y="3664782"/>
              <a:ext cx="1911" cy="1910"/>
            </a:xfrm>
            <a:custGeom>
              <a:avLst/>
              <a:gdLst>
                <a:gd name="csX0" fmla="*/ 1911 w 1911"/>
                <a:gd name="csY0" fmla="*/ 1911 h 1910"/>
                <a:gd name="csX1" fmla="*/ 0 w 1911"/>
                <a:gd name="csY1" fmla="*/ 0 h 1910"/>
                <a:gd name="csX2" fmla="*/ 0 w 1911"/>
                <a:gd name="csY2" fmla="*/ 0 h 1910"/>
                <a:gd name="csX3" fmla="*/ 1911 w 1911"/>
                <a:gd name="csY3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910">
                  <a:moveTo>
                    <a:pt x="1911" y="191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7" name="Freeform 1276">
              <a:extLst>
                <a:ext uri="{FF2B5EF4-FFF2-40B4-BE49-F238E27FC236}">
                  <a16:creationId xmlns:a16="http://schemas.microsoft.com/office/drawing/2014/main" id="{61E9A9F6-61FC-6AB7-AB7E-227E442ACF19}"/>
                </a:ext>
              </a:extLst>
            </p:cNvPr>
            <p:cNvSpPr/>
            <p:nvPr/>
          </p:nvSpPr>
          <p:spPr>
            <a:xfrm>
              <a:off x="7075822" y="3900780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1433 w 1911"/>
                <a:gd name="csY1" fmla="*/ 478 h 477"/>
                <a:gd name="csX2" fmla="*/ 0 w 1911"/>
                <a:gd name="csY2" fmla="*/ 0 h 477"/>
                <a:gd name="csX3" fmla="*/ 0 w 1911"/>
                <a:gd name="csY3" fmla="*/ 0 h 477"/>
                <a:gd name="csX4" fmla="*/ 1433 w 1911"/>
                <a:gd name="csY4" fmla="*/ 478 h 477"/>
                <a:gd name="csX5" fmla="*/ 1911 w 1911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8" name="Freeform 1277">
              <a:extLst>
                <a:ext uri="{FF2B5EF4-FFF2-40B4-BE49-F238E27FC236}">
                  <a16:creationId xmlns:a16="http://schemas.microsoft.com/office/drawing/2014/main" id="{DB7BAA6B-69F6-1E5A-B129-20AA70502420}"/>
                </a:ext>
              </a:extLst>
            </p:cNvPr>
            <p:cNvSpPr/>
            <p:nvPr/>
          </p:nvSpPr>
          <p:spPr>
            <a:xfrm>
              <a:off x="7074867" y="3905558"/>
              <a:ext cx="1432" cy="2866"/>
            </a:xfrm>
            <a:custGeom>
              <a:avLst/>
              <a:gdLst>
                <a:gd name="csX0" fmla="*/ 1433 w 1432"/>
                <a:gd name="csY0" fmla="*/ 0 h 2866"/>
                <a:gd name="csX1" fmla="*/ 955 w 1432"/>
                <a:gd name="csY1" fmla="*/ 1433 h 2866"/>
                <a:gd name="csX2" fmla="*/ 0 w 1432"/>
                <a:gd name="csY2" fmla="*/ 2866 h 2866"/>
                <a:gd name="csX3" fmla="*/ 955 w 1432"/>
                <a:gd name="csY3" fmla="*/ 1433 h 2866"/>
                <a:gd name="csX4" fmla="*/ 1433 w 1432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2866">
                  <a:moveTo>
                    <a:pt x="1433" y="0"/>
                  </a:moveTo>
                  <a:lnTo>
                    <a:pt x="955" y="1433"/>
                  </a:lnTo>
                  <a:lnTo>
                    <a:pt x="0" y="2866"/>
                  </a:lnTo>
                  <a:lnTo>
                    <a:pt x="955" y="1433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9" name="Freeform 1278">
              <a:extLst>
                <a:ext uri="{FF2B5EF4-FFF2-40B4-BE49-F238E27FC236}">
                  <a16:creationId xmlns:a16="http://schemas.microsoft.com/office/drawing/2014/main" id="{C7784F54-4F0A-9E65-1F34-AFBD22384A38}"/>
                </a:ext>
              </a:extLst>
            </p:cNvPr>
            <p:cNvSpPr/>
            <p:nvPr/>
          </p:nvSpPr>
          <p:spPr>
            <a:xfrm>
              <a:off x="7073911" y="3662393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1911 w 1911"/>
                <a:gd name="csY1" fmla="*/ 478 h 477"/>
                <a:gd name="csX2" fmla="*/ 956 w 1911"/>
                <a:gd name="csY2" fmla="*/ 0 h 477"/>
                <a:gd name="csX3" fmla="*/ 0 w 1911"/>
                <a:gd name="csY3" fmla="*/ 0 h 477"/>
                <a:gd name="csX4" fmla="*/ 956 w 1911"/>
                <a:gd name="csY4" fmla="*/ 0 h 477"/>
                <a:gd name="csX5" fmla="*/ 1911 w 1911"/>
                <a:gd name="csY5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1911" y="478"/>
                  </a:lnTo>
                  <a:lnTo>
                    <a:pt x="956" y="0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0" name="Freeform 1279">
              <a:extLst>
                <a:ext uri="{FF2B5EF4-FFF2-40B4-BE49-F238E27FC236}">
                  <a16:creationId xmlns:a16="http://schemas.microsoft.com/office/drawing/2014/main" id="{27EE710D-A936-B034-7D4F-EC4ED02066CC}"/>
                </a:ext>
              </a:extLst>
            </p:cNvPr>
            <p:cNvSpPr/>
            <p:nvPr/>
          </p:nvSpPr>
          <p:spPr>
            <a:xfrm>
              <a:off x="7072956" y="3891704"/>
              <a:ext cx="477" cy="2388"/>
            </a:xfrm>
            <a:custGeom>
              <a:avLst/>
              <a:gdLst>
                <a:gd name="csX0" fmla="*/ 478 w 477"/>
                <a:gd name="csY0" fmla="*/ 0 h 2388"/>
                <a:gd name="csX1" fmla="*/ 478 w 477"/>
                <a:gd name="csY1" fmla="*/ 956 h 2388"/>
                <a:gd name="csX2" fmla="*/ 0 w 477"/>
                <a:gd name="csY2" fmla="*/ 2389 h 2388"/>
                <a:gd name="csX3" fmla="*/ 0 w 477"/>
                <a:gd name="csY3" fmla="*/ 956 h 2388"/>
                <a:gd name="csX4" fmla="*/ 478 w 477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388">
                  <a:moveTo>
                    <a:pt x="478" y="0"/>
                  </a:moveTo>
                  <a:lnTo>
                    <a:pt x="478" y="956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1" name="Freeform 1280">
              <a:extLst>
                <a:ext uri="{FF2B5EF4-FFF2-40B4-BE49-F238E27FC236}">
                  <a16:creationId xmlns:a16="http://schemas.microsoft.com/office/drawing/2014/main" id="{B3F7D798-F62E-1CEF-E9C7-EA3A60E38300}"/>
                </a:ext>
              </a:extLst>
            </p:cNvPr>
            <p:cNvSpPr/>
            <p:nvPr/>
          </p:nvSpPr>
          <p:spPr>
            <a:xfrm>
              <a:off x="7052413" y="2189553"/>
              <a:ext cx="19587" cy="20542"/>
            </a:xfrm>
            <a:custGeom>
              <a:avLst/>
              <a:gdLst>
                <a:gd name="csX0" fmla="*/ 17199 w 19587"/>
                <a:gd name="csY0" fmla="*/ 3822 h 20542"/>
                <a:gd name="csX1" fmla="*/ 19587 w 19587"/>
                <a:gd name="csY1" fmla="*/ 13376 h 20542"/>
                <a:gd name="csX2" fmla="*/ 14810 w 19587"/>
                <a:gd name="csY2" fmla="*/ 17198 h 20542"/>
                <a:gd name="csX3" fmla="*/ 8122 w 19587"/>
                <a:gd name="csY3" fmla="*/ 20542 h 20542"/>
                <a:gd name="csX4" fmla="*/ 5255 w 19587"/>
                <a:gd name="csY4" fmla="*/ 19587 h 20542"/>
                <a:gd name="csX5" fmla="*/ 4777 w 19587"/>
                <a:gd name="csY5" fmla="*/ 18154 h 20542"/>
                <a:gd name="csX6" fmla="*/ 3344 w 19587"/>
                <a:gd name="csY6" fmla="*/ 16243 h 20542"/>
                <a:gd name="csX7" fmla="*/ 0 w 19587"/>
                <a:gd name="csY7" fmla="*/ 14332 h 20542"/>
                <a:gd name="csX8" fmla="*/ 478 w 19587"/>
                <a:gd name="csY8" fmla="*/ 8121 h 20542"/>
                <a:gd name="csX9" fmla="*/ 1433 w 19587"/>
                <a:gd name="csY9" fmla="*/ 6688 h 20542"/>
                <a:gd name="csX10" fmla="*/ 11943 w 19587"/>
                <a:gd name="csY10" fmla="*/ 0 h 20542"/>
                <a:gd name="csX11" fmla="*/ 17199 w 19587"/>
                <a:gd name="csY11" fmla="*/ 3822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9587" h="20542">
                  <a:moveTo>
                    <a:pt x="17199" y="3822"/>
                  </a:moveTo>
                  <a:lnTo>
                    <a:pt x="19587" y="13376"/>
                  </a:lnTo>
                  <a:lnTo>
                    <a:pt x="14810" y="17198"/>
                  </a:lnTo>
                  <a:lnTo>
                    <a:pt x="8122" y="20542"/>
                  </a:lnTo>
                  <a:lnTo>
                    <a:pt x="5255" y="19587"/>
                  </a:lnTo>
                  <a:lnTo>
                    <a:pt x="4777" y="18154"/>
                  </a:lnTo>
                  <a:lnTo>
                    <a:pt x="3344" y="16243"/>
                  </a:lnTo>
                  <a:lnTo>
                    <a:pt x="0" y="14332"/>
                  </a:lnTo>
                  <a:lnTo>
                    <a:pt x="478" y="8121"/>
                  </a:lnTo>
                  <a:lnTo>
                    <a:pt x="1433" y="6688"/>
                  </a:lnTo>
                  <a:lnTo>
                    <a:pt x="11943" y="0"/>
                  </a:lnTo>
                  <a:lnTo>
                    <a:pt x="17199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2" name="Freeform 1281">
              <a:extLst>
                <a:ext uri="{FF2B5EF4-FFF2-40B4-BE49-F238E27FC236}">
                  <a16:creationId xmlns:a16="http://schemas.microsoft.com/office/drawing/2014/main" id="{91ABC8E5-651C-0704-F5AC-2351832709DF}"/>
                </a:ext>
              </a:extLst>
            </p:cNvPr>
            <p:cNvSpPr/>
            <p:nvPr/>
          </p:nvSpPr>
          <p:spPr>
            <a:xfrm>
              <a:off x="6914350" y="4268154"/>
              <a:ext cx="156217" cy="160994"/>
            </a:xfrm>
            <a:custGeom>
              <a:avLst/>
              <a:gdLst>
                <a:gd name="csX0" fmla="*/ 155740 w 156217"/>
                <a:gd name="csY0" fmla="*/ 48728 h 160994"/>
                <a:gd name="csX1" fmla="*/ 156217 w 156217"/>
                <a:gd name="csY1" fmla="*/ 50162 h 160994"/>
                <a:gd name="csX2" fmla="*/ 155740 w 156217"/>
                <a:gd name="csY2" fmla="*/ 52550 h 160994"/>
                <a:gd name="csX3" fmla="*/ 155262 w 156217"/>
                <a:gd name="csY3" fmla="*/ 54461 h 160994"/>
                <a:gd name="csX4" fmla="*/ 152873 w 156217"/>
                <a:gd name="csY4" fmla="*/ 57328 h 160994"/>
                <a:gd name="csX5" fmla="*/ 152395 w 156217"/>
                <a:gd name="csY5" fmla="*/ 59239 h 160994"/>
                <a:gd name="csX6" fmla="*/ 149529 w 156217"/>
                <a:gd name="csY6" fmla="*/ 62583 h 160994"/>
                <a:gd name="csX7" fmla="*/ 146663 w 156217"/>
                <a:gd name="csY7" fmla="*/ 68315 h 160994"/>
                <a:gd name="csX8" fmla="*/ 145707 w 156217"/>
                <a:gd name="csY8" fmla="*/ 69749 h 160994"/>
                <a:gd name="csX9" fmla="*/ 140930 w 156217"/>
                <a:gd name="csY9" fmla="*/ 72137 h 160994"/>
                <a:gd name="csX10" fmla="*/ 137586 w 156217"/>
                <a:gd name="csY10" fmla="*/ 75959 h 160994"/>
                <a:gd name="csX11" fmla="*/ 133286 w 156217"/>
                <a:gd name="csY11" fmla="*/ 81692 h 160994"/>
                <a:gd name="csX12" fmla="*/ 130420 w 156217"/>
                <a:gd name="csY12" fmla="*/ 87424 h 160994"/>
                <a:gd name="csX13" fmla="*/ 128987 w 156217"/>
                <a:gd name="csY13" fmla="*/ 89335 h 160994"/>
                <a:gd name="csX14" fmla="*/ 126598 w 156217"/>
                <a:gd name="csY14" fmla="*/ 89813 h 160994"/>
                <a:gd name="csX15" fmla="*/ 124687 w 156217"/>
                <a:gd name="csY15" fmla="*/ 89813 h 160994"/>
                <a:gd name="csX16" fmla="*/ 123731 w 156217"/>
                <a:gd name="csY16" fmla="*/ 89335 h 160994"/>
                <a:gd name="csX17" fmla="*/ 124210 w 156217"/>
                <a:gd name="csY17" fmla="*/ 87424 h 160994"/>
                <a:gd name="csX18" fmla="*/ 124687 w 156217"/>
                <a:gd name="csY18" fmla="*/ 85514 h 160994"/>
                <a:gd name="csX19" fmla="*/ 122776 w 156217"/>
                <a:gd name="csY19" fmla="*/ 85991 h 160994"/>
                <a:gd name="csX20" fmla="*/ 121821 w 156217"/>
                <a:gd name="csY20" fmla="*/ 86469 h 160994"/>
                <a:gd name="csX21" fmla="*/ 118477 w 156217"/>
                <a:gd name="csY21" fmla="*/ 90769 h 160994"/>
                <a:gd name="csX22" fmla="*/ 117044 w 156217"/>
                <a:gd name="csY22" fmla="*/ 92680 h 160994"/>
                <a:gd name="csX23" fmla="*/ 116566 w 156217"/>
                <a:gd name="csY23" fmla="*/ 95068 h 160994"/>
                <a:gd name="csX24" fmla="*/ 115610 w 156217"/>
                <a:gd name="csY24" fmla="*/ 97935 h 160994"/>
                <a:gd name="csX25" fmla="*/ 114655 w 156217"/>
                <a:gd name="csY25" fmla="*/ 100801 h 160994"/>
                <a:gd name="csX26" fmla="*/ 114177 w 156217"/>
                <a:gd name="csY26" fmla="*/ 103667 h 160994"/>
                <a:gd name="csX27" fmla="*/ 114177 w 156217"/>
                <a:gd name="csY27" fmla="*/ 104623 h 160994"/>
                <a:gd name="csX28" fmla="*/ 114655 w 156217"/>
                <a:gd name="csY28" fmla="*/ 107967 h 160994"/>
                <a:gd name="csX29" fmla="*/ 115133 w 156217"/>
                <a:gd name="csY29" fmla="*/ 111789 h 160994"/>
                <a:gd name="csX30" fmla="*/ 115610 w 156217"/>
                <a:gd name="csY30" fmla="*/ 113700 h 160994"/>
                <a:gd name="csX31" fmla="*/ 116088 w 156217"/>
                <a:gd name="csY31" fmla="*/ 116088 h 160994"/>
                <a:gd name="csX32" fmla="*/ 114655 w 156217"/>
                <a:gd name="csY32" fmla="*/ 117044 h 160994"/>
                <a:gd name="csX33" fmla="*/ 113222 w 156217"/>
                <a:gd name="csY33" fmla="*/ 117522 h 160994"/>
                <a:gd name="csX34" fmla="*/ 108444 w 156217"/>
                <a:gd name="csY34" fmla="*/ 117522 h 160994"/>
                <a:gd name="csX35" fmla="*/ 103189 w 156217"/>
                <a:gd name="csY35" fmla="*/ 118477 h 160994"/>
                <a:gd name="csX36" fmla="*/ 98890 w 156217"/>
                <a:gd name="csY36" fmla="*/ 119910 h 160994"/>
                <a:gd name="csX37" fmla="*/ 96501 w 156217"/>
                <a:gd name="csY37" fmla="*/ 121343 h 160994"/>
                <a:gd name="csX38" fmla="*/ 93157 w 156217"/>
                <a:gd name="csY38" fmla="*/ 124210 h 160994"/>
                <a:gd name="csX39" fmla="*/ 90769 w 156217"/>
                <a:gd name="csY39" fmla="*/ 132331 h 160994"/>
                <a:gd name="csX40" fmla="*/ 87424 w 156217"/>
                <a:gd name="csY40" fmla="*/ 135675 h 160994"/>
                <a:gd name="csX41" fmla="*/ 85513 w 156217"/>
                <a:gd name="csY41" fmla="*/ 136631 h 160994"/>
                <a:gd name="csX42" fmla="*/ 79781 w 156217"/>
                <a:gd name="csY42" fmla="*/ 136631 h 160994"/>
                <a:gd name="csX43" fmla="*/ 72137 w 156217"/>
                <a:gd name="csY43" fmla="*/ 137586 h 160994"/>
                <a:gd name="csX44" fmla="*/ 69748 w 156217"/>
                <a:gd name="csY44" fmla="*/ 138542 h 160994"/>
                <a:gd name="csX45" fmla="*/ 65449 w 156217"/>
                <a:gd name="csY45" fmla="*/ 143319 h 160994"/>
                <a:gd name="csX46" fmla="*/ 64971 w 156217"/>
                <a:gd name="csY46" fmla="*/ 144752 h 160994"/>
                <a:gd name="csX47" fmla="*/ 65926 w 156217"/>
                <a:gd name="csY47" fmla="*/ 146185 h 160994"/>
                <a:gd name="csX48" fmla="*/ 65926 w 156217"/>
                <a:gd name="csY48" fmla="*/ 147141 h 160994"/>
                <a:gd name="csX49" fmla="*/ 65449 w 156217"/>
                <a:gd name="csY49" fmla="*/ 148574 h 160994"/>
                <a:gd name="csX50" fmla="*/ 63538 w 156217"/>
                <a:gd name="csY50" fmla="*/ 151440 h 160994"/>
                <a:gd name="csX51" fmla="*/ 61627 w 156217"/>
                <a:gd name="csY51" fmla="*/ 153829 h 160994"/>
                <a:gd name="csX52" fmla="*/ 55416 w 156217"/>
                <a:gd name="csY52" fmla="*/ 155262 h 160994"/>
                <a:gd name="csX53" fmla="*/ 53505 w 156217"/>
                <a:gd name="csY53" fmla="*/ 154307 h 160994"/>
                <a:gd name="csX54" fmla="*/ 51594 w 156217"/>
                <a:gd name="csY54" fmla="*/ 153829 h 160994"/>
                <a:gd name="csX55" fmla="*/ 47773 w 156217"/>
                <a:gd name="csY55" fmla="*/ 153829 h 160994"/>
                <a:gd name="csX56" fmla="*/ 41562 w 156217"/>
                <a:gd name="csY56" fmla="*/ 154307 h 160994"/>
                <a:gd name="csX57" fmla="*/ 39174 w 156217"/>
                <a:gd name="csY57" fmla="*/ 156218 h 160994"/>
                <a:gd name="csX58" fmla="*/ 35830 w 156217"/>
                <a:gd name="csY58" fmla="*/ 157173 h 160994"/>
                <a:gd name="csX59" fmla="*/ 32485 w 156217"/>
                <a:gd name="csY59" fmla="*/ 159084 h 160994"/>
                <a:gd name="csX60" fmla="*/ 26275 w 156217"/>
                <a:gd name="csY60" fmla="*/ 159562 h 160994"/>
                <a:gd name="csX61" fmla="*/ 21975 w 156217"/>
                <a:gd name="csY61" fmla="*/ 160995 h 160994"/>
                <a:gd name="csX62" fmla="*/ 21020 w 156217"/>
                <a:gd name="csY62" fmla="*/ 158606 h 160994"/>
                <a:gd name="csX63" fmla="*/ 19587 w 156217"/>
                <a:gd name="csY63" fmla="*/ 156218 h 160994"/>
                <a:gd name="csX64" fmla="*/ 18631 w 156217"/>
                <a:gd name="csY64" fmla="*/ 153829 h 160994"/>
                <a:gd name="csX65" fmla="*/ 17198 w 156217"/>
                <a:gd name="csY65" fmla="*/ 151440 h 160994"/>
                <a:gd name="csX66" fmla="*/ 16721 w 156217"/>
                <a:gd name="csY66" fmla="*/ 149529 h 160994"/>
                <a:gd name="csX67" fmla="*/ 16242 w 156217"/>
                <a:gd name="csY67" fmla="*/ 149529 h 160994"/>
                <a:gd name="csX68" fmla="*/ 15287 w 156217"/>
                <a:gd name="csY68" fmla="*/ 149052 h 160994"/>
                <a:gd name="csX69" fmla="*/ 14332 w 156217"/>
                <a:gd name="csY69" fmla="*/ 147141 h 160994"/>
                <a:gd name="csX70" fmla="*/ 13376 w 156217"/>
                <a:gd name="csY70" fmla="*/ 145230 h 160994"/>
                <a:gd name="csX71" fmla="*/ 12421 w 156217"/>
                <a:gd name="csY71" fmla="*/ 143319 h 160994"/>
                <a:gd name="csX72" fmla="*/ 11465 w 156217"/>
                <a:gd name="csY72" fmla="*/ 141408 h 160994"/>
                <a:gd name="csX73" fmla="*/ 10510 w 156217"/>
                <a:gd name="csY73" fmla="*/ 139497 h 160994"/>
                <a:gd name="csX74" fmla="*/ 10032 w 156217"/>
                <a:gd name="csY74" fmla="*/ 137586 h 160994"/>
                <a:gd name="csX75" fmla="*/ 9076 w 156217"/>
                <a:gd name="csY75" fmla="*/ 135675 h 160994"/>
                <a:gd name="csX76" fmla="*/ 8121 w 156217"/>
                <a:gd name="csY76" fmla="*/ 133764 h 160994"/>
                <a:gd name="csX77" fmla="*/ 8121 w 156217"/>
                <a:gd name="csY77" fmla="*/ 133764 h 160994"/>
                <a:gd name="csX78" fmla="*/ 7166 w 156217"/>
                <a:gd name="csY78" fmla="*/ 131854 h 160994"/>
                <a:gd name="csX79" fmla="*/ 6210 w 156217"/>
                <a:gd name="csY79" fmla="*/ 129942 h 160994"/>
                <a:gd name="csX80" fmla="*/ 5255 w 156217"/>
                <a:gd name="csY80" fmla="*/ 128031 h 160994"/>
                <a:gd name="csX81" fmla="*/ 4777 w 156217"/>
                <a:gd name="csY81" fmla="*/ 126121 h 160994"/>
                <a:gd name="csX82" fmla="*/ 3821 w 156217"/>
                <a:gd name="csY82" fmla="*/ 124210 h 160994"/>
                <a:gd name="csX83" fmla="*/ 2866 w 156217"/>
                <a:gd name="csY83" fmla="*/ 122299 h 160994"/>
                <a:gd name="csX84" fmla="*/ 1910 w 156217"/>
                <a:gd name="csY84" fmla="*/ 120388 h 160994"/>
                <a:gd name="csX85" fmla="*/ 955 w 156217"/>
                <a:gd name="csY85" fmla="*/ 118477 h 160994"/>
                <a:gd name="csX86" fmla="*/ 0 w 156217"/>
                <a:gd name="csY86" fmla="*/ 116566 h 160994"/>
                <a:gd name="csX87" fmla="*/ 2866 w 156217"/>
                <a:gd name="csY87" fmla="*/ 115611 h 160994"/>
                <a:gd name="csX88" fmla="*/ 3821 w 156217"/>
                <a:gd name="csY88" fmla="*/ 115611 h 160994"/>
                <a:gd name="csX89" fmla="*/ 6210 w 156217"/>
                <a:gd name="csY89" fmla="*/ 114655 h 160994"/>
                <a:gd name="csX90" fmla="*/ 8599 w 156217"/>
                <a:gd name="csY90" fmla="*/ 113700 h 160994"/>
                <a:gd name="csX91" fmla="*/ 9555 w 156217"/>
                <a:gd name="csY91" fmla="*/ 113700 h 160994"/>
                <a:gd name="csX92" fmla="*/ 10987 w 156217"/>
                <a:gd name="csY92" fmla="*/ 113222 h 160994"/>
                <a:gd name="csX93" fmla="*/ 13376 w 156217"/>
                <a:gd name="csY93" fmla="*/ 112266 h 160994"/>
                <a:gd name="csX94" fmla="*/ 15287 w 156217"/>
                <a:gd name="csY94" fmla="*/ 111789 h 160994"/>
                <a:gd name="csX95" fmla="*/ 16721 w 156217"/>
                <a:gd name="csY95" fmla="*/ 111311 h 160994"/>
                <a:gd name="csX96" fmla="*/ 20064 w 156217"/>
                <a:gd name="csY96" fmla="*/ 110356 h 160994"/>
                <a:gd name="csX97" fmla="*/ 22453 w 156217"/>
                <a:gd name="csY97" fmla="*/ 109400 h 160994"/>
                <a:gd name="csX98" fmla="*/ 23408 w 156217"/>
                <a:gd name="csY98" fmla="*/ 108922 h 160994"/>
                <a:gd name="csX99" fmla="*/ 26753 w 156217"/>
                <a:gd name="csY99" fmla="*/ 107967 h 160994"/>
                <a:gd name="csX100" fmla="*/ 29141 w 156217"/>
                <a:gd name="csY100" fmla="*/ 107489 h 160994"/>
                <a:gd name="csX101" fmla="*/ 30097 w 156217"/>
                <a:gd name="csY101" fmla="*/ 107012 h 160994"/>
                <a:gd name="csX102" fmla="*/ 31530 w 156217"/>
                <a:gd name="csY102" fmla="*/ 106534 h 160994"/>
                <a:gd name="csX103" fmla="*/ 33441 w 156217"/>
                <a:gd name="csY103" fmla="*/ 106056 h 160994"/>
                <a:gd name="csX104" fmla="*/ 35830 w 156217"/>
                <a:gd name="csY104" fmla="*/ 105100 h 160994"/>
                <a:gd name="csX105" fmla="*/ 36785 w 156217"/>
                <a:gd name="csY105" fmla="*/ 104623 h 160994"/>
                <a:gd name="csX106" fmla="*/ 38218 w 156217"/>
                <a:gd name="csY106" fmla="*/ 104623 h 160994"/>
                <a:gd name="csX107" fmla="*/ 40607 w 156217"/>
                <a:gd name="csY107" fmla="*/ 103667 h 160994"/>
                <a:gd name="csX108" fmla="*/ 43951 w 156217"/>
                <a:gd name="csY108" fmla="*/ 102712 h 160994"/>
                <a:gd name="csX109" fmla="*/ 47295 w 156217"/>
                <a:gd name="csY109" fmla="*/ 101279 h 160994"/>
                <a:gd name="csX110" fmla="*/ 50639 w 156217"/>
                <a:gd name="csY110" fmla="*/ 100323 h 160994"/>
                <a:gd name="csX111" fmla="*/ 53028 w 156217"/>
                <a:gd name="csY111" fmla="*/ 99368 h 160994"/>
                <a:gd name="csX112" fmla="*/ 53983 w 156217"/>
                <a:gd name="csY112" fmla="*/ 99368 h 160994"/>
                <a:gd name="csX113" fmla="*/ 54939 w 156217"/>
                <a:gd name="csY113" fmla="*/ 98890 h 160994"/>
                <a:gd name="csX114" fmla="*/ 57328 w 156217"/>
                <a:gd name="csY114" fmla="*/ 97935 h 160994"/>
                <a:gd name="csX115" fmla="*/ 59716 w 156217"/>
                <a:gd name="csY115" fmla="*/ 97457 h 160994"/>
                <a:gd name="csX116" fmla="*/ 59716 w 156217"/>
                <a:gd name="csY116" fmla="*/ 97457 h 160994"/>
                <a:gd name="csX117" fmla="*/ 59716 w 156217"/>
                <a:gd name="csY117" fmla="*/ 97457 h 160994"/>
                <a:gd name="csX118" fmla="*/ 60671 w 156217"/>
                <a:gd name="csY118" fmla="*/ 95068 h 160994"/>
                <a:gd name="csX119" fmla="*/ 61149 w 156217"/>
                <a:gd name="csY119" fmla="*/ 92680 h 160994"/>
                <a:gd name="csX120" fmla="*/ 62105 w 156217"/>
                <a:gd name="csY120" fmla="*/ 90769 h 160994"/>
                <a:gd name="csX121" fmla="*/ 62582 w 156217"/>
                <a:gd name="csY121" fmla="*/ 88380 h 160994"/>
                <a:gd name="csX122" fmla="*/ 63538 w 156217"/>
                <a:gd name="csY122" fmla="*/ 86469 h 160994"/>
                <a:gd name="csX123" fmla="*/ 64015 w 156217"/>
                <a:gd name="csY123" fmla="*/ 84081 h 160994"/>
                <a:gd name="csX124" fmla="*/ 64971 w 156217"/>
                <a:gd name="csY124" fmla="*/ 82170 h 160994"/>
                <a:gd name="csX125" fmla="*/ 65449 w 156217"/>
                <a:gd name="csY125" fmla="*/ 79781 h 160994"/>
                <a:gd name="csX126" fmla="*/ 66404 w 156217"/>
                <a:gd name="csY126" fmla="*/ 77870 h 160994"/>
                <a:gd name="csX127" fmla="*/ 66882 w 156217"/>
                <a:gd name="csY127" fmla="*/ 75481 h 160994"/>
                <a:gd name="csX128" fmla="*/ 66882 w 156217"/>
                <a:gd name="csY128" fmla="*/ 75481 h 160994"/>
                <a:gd name="csX129" fmla="*/ 67837 w 156217"/>
                <a:gd name="csY129" fmla="*/ 73570 h 160994"/>
                <a:gd name="csX130" fmla="*/ 68315 w 156217"/>
                <a:gd name="csY130" fmla="*/ 71182 h 160994"/>
                <a:gd name="csX131" fmla="*/ 69271 w 156217"/>
                <a:gd name="csY131" fmla="*/ 69271 h 160994"/>
                <a:gd name="csX132" fmla="*/ 69748 w 156217"/>
                <a:gd name="csY132" fmla="*/ 66882 h 160994"/>
                <a:gd name="csX133" fmla="*/ 70226 w 156217"/>
                <a:gd name="csY133" fmla="*/ 66882 h 160994"/>
                <a:gd name="csX134" fmla="*/ 70704 w 156217"/>
                <a:gd name="csY134" fmla="*/ 64971 h 160994"/>
                <a:gd name="csX135" fmla="*/ 71181 w 156217"/>
                <a:gd name="csY135" fmla="*/ 63060 h 160994"/>
                <a:gd name="csX136" fmla="*/ 71181 w 156217"/>
                <a:gd name="csY136" fmla="*/ 62583 h 160994"/>
                <a:gd name="csX137" fmla="*/ 72137 w 156217"/>
                <a:gd name="csY137" fmla="*/ 60672 h 160994"/>
                <a:gd name="csX138" fmla="*/ 72137 w 156217"/>
                <a:gd name="csY138" fmla="*/ 60194 h 160994"/>
                <a:gd name="csX139" fmla="*/ 72615 w 156217"/>
                <a:gd name="csY139" fmla="*/ 58761 h 160994"/>
                <a:gd name="csX140" fmla="*/ 71659 w 156217"/>
                <a:gd name="csY140" fmla="*/ 56850 h 160994"/>
                <a:gd name="csX141" fmla="*/ 69748 w 156217"/>
                <a:gd name="csY141" fmla="*/ 53983 h 160994"/>
                <a:gd name="csX142" fmla="*/ 68315 w 156217"/>
                <a:gd name="csY142" fmla="*/ 51595 h 160994"/>
                <a:gd name="csX143" fmla="*/ 66404 w 156217"/>
                <a:gd name="csY143" fmla="*/ 48728 h 160994"/>
                <a:gd name="csX144" fmla="*/ 65449 w 156217"/>
                <a:gd name="csY144" fmla="*/ 46817 h 160994"/>
                <a:gd name="csX145" fmla="*/ 64015 w 156217"/>
                <a:gd name="csY145" fmla="*/ 44907 h 160994"/>
                <a:gd name="csX146" fmla="*/ 64015 w 156217"/>
                <a:gd name="csY146" fmla="*/ 44907 h 160994"/>
                <a:gd name="csX147" fmla="*/ 64015 w 156217"/>
                <a:gd name="csY147" fmla="*/ 44907 h 160994"/>
                <a:gd name="csX148" fmla="*/ 64015 w 156217"/>
                <a:gd name="csY148" fmla="*/ 42040 h 160994"/>
                <a:gd name="csX149" fmla="*/ 64015 w 156217"/>
                <a:gd name="csY149" fmla="*/ 40607 h 160994"/>
                <a:gd name="csX150" fmla="*/ 64015 w 156217"/>
                <a:gd name="csY150" fmla="*/ 38218 h 160994"/>
                <a:gd name="csX151" fmla="*/ 65449 w 156217"/>
                <a:gd name="csY151" fmla="*/ 35352 h 160994"/>
                <a:gd name="csX152" fmla="*/ 67360 w 156217"/>
                <a:gd name="csY152" fmla="*/ 31530 h 160994"/>
                <a:gd name="csX153" fmla="*/ 68315 w 156217"/>
                <a:gd name="csY153" fmla="*/ 28664 h 160994"/>
                <a:gd name="csX154" fmla="*/ 69271 w 156217"/>
                <a:gd name="csY154" fmla="*/ 26753 h 160994"/>
                <a:gd name="csX155" fmla="*/ 69748 w 156217"/>
                <a:gd name="csY155" fmla="*/ 25320 h 160994"/>
                <a:gd name="csX156" fmla="*/ 70226 w 156217"/>
                <a:gd name="csY156" fmla="*/ 24842 h 160994"/>
                <a:gd name="csX157" fmla="*/ 70226 w 156217"/>
                <a:gd name="csY157" fmla="*/ 24364 h 160994"/>
                <a:gd name="csX158" fmla="*/ 70704 w 156217"/>
                <a:gd name="csY158" fmla="*/ 22931 h 160994"/>
                <a:gd name="csX159" fmla="*/ 70226 w 156217"/>
                <a:gd name="csY159" fmla="*/ 21498 h 160994"/>
                <a:gd name="csX160" fmla="*/ 69748 w 156217"/>
                <a:gd name="csY160" fmla="*/ 21020 h 160994"/>
                <a:gd name="csX161" fmla="*/ 69271 w 156217"/>
                <a:gd name="csY161" fmla="*/ 20542 h 160994"/>
                <a:gd name="csX162" fmla="*/ 71181 w 156217"/>
                <a:gd name="csY162" fmla="*/ 19587 h 160994"/>
                <a:gd name="csX163" fmla="*/ 73570 w 156217"/>
                <a:gd name="csY163" fmla="*/ 19109 h 160994"/>
                <a:gd name="csX164" fmla="*/ 74048 w 156217"/>
                <a:gd name="csY164" fmla="*/ 18632 h 160994"/>
                <a:gd name="csX165" fmla="*/ 75481 w 156217"/>
                <a:gd name="csY165" fmla="*/ 19109 h 160994"/>
                <a:gd name="csX166" fmla="*/ 77870 w 156217"/>
                <a:gd name="csY166" fmla="*/ 18632 h 160994"/>
                <a:gd name="csX167" fmla="*/ 79781 w 156217"/>
                <a:gd name="csY167" fmla="*/ 18154 h 160994"/>
                <a:gd name="csX168" fmla="*/ 79781 w 156217"/>
                <a:gd name="csY168" fmla="*/ 17676 h 160994"/>
                <a:gd name="csX169" fmla="*/ 79303 w 156217"/>
                <a:gd name="csY169" fmla="*/ 16243 h 160994"/>
                <a:gd name="csX170" fmla="*/ 78347 w 156217"/>
                <a:gd name="csY170" fmla="*/ 14810 h 160994"/>
                <a:gd name="csX171" fmla="*/ 78347 w 156217"/>
                <a:gd name="csY171" fmla="*/ 14810 h 160994"/>
                <a:gd name="csX172" fmla="*/ 75959 w 156217"/>
                <a:gd name="csY172" fmla="*/ 14810 h 160994"/>
                <a:gd name="csX173" fmla="*/ 75003 w 156217"/>
                <a:gd name="csY173" fmla="*/ 14332 h 160994"/>
                <a:gd name="csX174" fmla="*/ 75959 w 156217"/>
                <a:gd name="csY174" fmla="*/ 12421 h 160994"/>
                <a:gd name="csX175" fmla="*/ 75959 w 156217"/>
                <a:gd name="csY175" fmla="*/ 11466 h 160994"/>
                <a:gd name="csX176" fmla="*/ 75959 w 156217"/>
                <a:gd name="csY176" fmla="*/ 10988 h 160994"/>
                <a:gd name="csX177" fmla="*/ 75481 w 156217"/>
                <a:gd name="csY177" fmla="*/ 9555 h 160994"/>
                <a:gd name="csX178" fmla="*/ 75481 w 156217"/>
                <a:gd name="csY178" fmla="*/ 7644 h 160994"/>
                <a:gd name="csX179" fmla="*/ 75481 w 156217"/>
                <a:gd name="csY179" fmla="*/ 7644 h 160994"/>
                <a:gd name="csX180" fmla="*/ 75959 w 156217"/>
                <a:gd name="csY180" fmla="*/ 6688 h 160994"/>
                <a:gd name="csX181" fmla="*/ 75959 w 156217"/>
                <a:gd name="csY181" fmla="*/ 5733 h 160994"/>
                <a:gd name="csX182" fmla="*/ 75959 w 156217"/>
                <a:gd name="csY182" fmla="*/ 3822 h 160994"/>
                <a:gd name="csX183" fmla="*/ 75959 w 156217"/>
                <a:gd name="csY183" fmla="*/ 1911 h 160994"/>
                <a:gd name="csX184" fmla="*/ 76437 w 156217"/>
                <a:gd name="csY184" fmla="*/ 956 h 160994"/>
                <a:gd name="csX185" fmla="*/ 77392 w 156217"/>
                <a:gd name="csY185" fmla="*/ 478 h 160994"/>
                <a:gd name="csX186" fmla="*/ 78347 w 156217"/>
                <a:gd name="csY186" fmla="*/ 0 h 160994"/>
                <a:gd name="csX187" fmla="*/ 79303 w 156217"/>
                <a:gd name="csY187" fmla="*/ 0 h 160994"/>
                <a:gd name="csX188" fmla="*/ 79781 w 156217"/>
                <a:gd name="csY188" fmla="*/ 478 h 160994"/>
                <a:gd name="csX189" fmla="*/ 80258 w 156217"/>
                <a:gd name="csY189" fmla="*/ 1433 h 160994"/>
                <a:gd name="csX190" fmla="*/ 80258 w 156217"/>
                <a:gd name="csY190" fmla="*/ 1911 h 160994"/>
                <a:gd name="csX191" fmla="*/ 79781 w 156217"/>
                <a:gd name="csY191" fmla="*/ 1911 h 160994"/>
                <a:gd name="csX192" fmla="*/ 79781 w 156217"/>
                <a:gd name="csY192" fmla="*/ 1911 h 160994"/>
                <a:gd name="csX193" fmla="*/ 79303 w 156217"/>
                <a:gd name="csY193" fmla="*/ 1911 h 160994"/>
                <a:gd name="csX194" fmla="*/ 79303 w 156217"/>
                <a:gd name="csY194" fmla="*/ 2389 h 160994"/>
                <a:gd name="csX195" fmla="*/ 80258 w 156217"/>
                <a:gd name="csY195" fmla="*/ 3344 h 160994"/>
                <a:gd name="csX196" fmla="*/ 81214 w 156217"/>
                <a:gd name="csY196" fmla="*/ 4777 h 160994"/>
                <a:gd name="csX197" fmla="*/ 81214 w 156217"/>
                <a:gd name="csY197" fmla="*/ 4777 h 160994"/>
                <a:gd name="csX198" fmla="*/ 82169 w 156217"/>
                <a:gd name="csY198" fmla="*/ 4300 h 160994"/>
                <a:gd name="csX199" fmla="*/ 83124 w 156217"/>
                <a:gd name="csY199" fmla="*/ 3344 h 160994"/>
                <a:gd name="csX200" fmla="*/ 84080 w 156217"/>
                <a:gd name="csY200" fmla="*/ 2867 h 160994"/>
                <a:gd name="csX201" fmla="*/ 85035 w 156217"/>
                <a:gd name="csY201" fmla="*/ 1911 h 160994"/>
                <a:gd name="csX202" fmla="*/ 85991 w 156217"/>
                <a:gd name="csY202" fmla="*/ 956 h 160994"/>
                <a:gd name="csX203" fmla="*/ 86947 w 156217"/>
                <a:gd name="csY203" fmla="*/ 0 h 160994"/>
                <a:gd name="csX204" fmla="*/ 87424 w 156217"/>
                <a:gd name="csY204" fmla="*/ 0 h 160994"/>
                <a:gd name="csX205" fmla="*/ 87424 w 156217"/>
                <a:gd name="csY205" fmla="*/ 0 h 160994"/>
                <a:gd name="csX206" fmla="*/ 89813 w 156217"/>
                <a:gd name="csY206" fmla="*/ 5255 h 160994"/>
                <a:gd name="csX207" fmla="*/ 92679 w 156217"/>
                <a:gd name="csY207" fmla="*/ 10032 h 160994"/>
                <a:gd name="csX208" fmla="*/ 95546 w 156217"/>
                <a:gd name="csY208" fmla="*/ 12421 h 160994"/>
                <a:gd name="csX209" fmla="*/ 97935 w 156217"/>
                <a:gd name="csY209" fmla="*/ 16243 h 160994"/>
                <a:gd name="csX210" fmla="*/ 102234 w 156217"/>
                <a:gd name="csY210" fmla="*/ 19587 h 160994"/>
                <a:gd name="csX211" fmla="*/ 104145 w 156217"/>
                <a:gd name="csY211" fmla="*/ 21020 h 160994"/>
                <a:gd name="csX212" fmla="*/ 111788 w 156217"/>
                <a:gd name="csY212" fmla="*/ 22931 h 160994"/>
                <a:gd name="csX213" fmla="*/ 116088 w 156217"/>
                <a:gd name="csY213" fmla="*/ 23886 h 160994"/>
                <a:gd name="csX214" fmla="*/ 121821 w 156217"/>
                <a:gd name="csY214" fmla="*/ 24842 h 160994"/>
                <a:gd name="csX215" fmla="*/ 126120 w 156217"/>
                <a:gd name="csY215" fmla="*/ 26753 h 160994"/>
                <a:gd name="csX216" fmla="*/ 127554 w 156217"/>
                <a:gd name="csY216" fmla="*/ 26753 h 160994"/>
                <a:gd name="csX217" fmla="*/ 129465 w 156217"/>
                <a:gd name="csY217" fmla="*/ 26275 h 160994"/>
                <a:gd name="csX218" fmla="*/ 130897 w 156217"/>
                <a:gd name="csY218" fmla="*/ 26275 h 160994"/>
                <a:gd name="csX219" fmla="*/ 135197 w 156217"/>
                <a:gd name="csY219" fmla="*/ 28664 h 160994"/>
                <a:gd name="csX220" fmla="*/ 136153 w 156217"/>
                <a:gd name="csY220" fmla="*/ 31052 h 160994"/>
                <a:gd name="csX221" fmla="*/ 137586 w 156217"/>
                <a:gd name="csY221" fmla="*/ 32486 h 160994"/>
                <a:gd name="csX222" fmla="*/ 139019 w 156217"/>
                <a:gd name="csY222" fmla="*/ 34397 h 160994"/>
                <a:gd name="csX223" fmla="*/ 139974 w 156217"/>
                <a:gd name="csY223" fmla="*/ 36308 h 160994"/>
                <a:gd name="csX224" fmla="*/ 143319 w 156217"/>
                <a:gd name="csY224" fmla="*/ 39651 h 160994"/>
                <a:gd name="csX225" fmla="*/ 145707 w 156217"/>
                <a:gd name="csY225" fmla="*/ 42996 h 160994"/>
                <a:gd name="csX226" fmla="*/ 148096 w 156217"/>
                <a:gd name="csY226" fmla="*/ 45862 h 160994"/>
                <a:gd name="csX227" fmla="*/ 150007 w 156217"/>
                <a:gd name="csY227" fmla="*/ 47295 h 160994"/>
                <a:gd name="csX228" fmla="*/ 153351 w 156217"/>
                <a:gd name="csY228" fmla="*/ 47773 h 160994"/>
                <a:gd name="csX229" fmla="*/ 155740 w 156217"/>
                <a:gd name="csY229" fmla="*/ 48728 h 160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</a:cxnLst>
              <a:rect l="l" t="t" r="r" b="b"/>
              <a:pathLst>
                <a:path w="156217" h="160994">
                  <a:moveTo>
                    <a:pt x="155740" y="48728"/>
                  </a:moveTo>
                  <a:lnTo>
                    <a:pt x="156217" y="50162"/>
                  </a:lnTo>
                  <a:lnTo>
                    <a:pt x="155740" y="52550"/>
                  </a:lnTo>
                  <a:lnTo>
                    <a:pt x="155262" y="54461"/>
                  </a:lnTo>
                  <a:lnTo>
                    <a:pt x="152873" y="57328"/>
                  </a:lnTo>
                  <a:lnTo>
                    <a:pt x="152395" y="59239"/>
                  </a:lnTo>
                  <a:lnTo>
                    <a:pt x="149529" y="62583"/>
                  </a:lnTo>
                  <a:lnTo>
                    <a:pt x="146663" y="68315"/>
                  </a:lnTo>
                  <a:lnTo>
                    <a:pt x="145707" y="69749"/>
                  </a:lnTo>
                  <a:lnTo>
                    <a:pt x="140930" y="72137"/>
                  </a:lnTo>
                  <a:lnTo>
                    <a:pt x="137586" y="75959"/>
                  </a:lnTo>
                  <a:lnTo>
                    <a:pt x="133286" y="81692"/>
                  </a:lnTo>
                  <a:lnTo>
                    <a:pt x="130420" y="87424"/>
                  </a:lnTo>
                  <a:lnTo>
                    <a:pt x="128987" y="89335"/>
                  </a:lnTo>
                  <a:lnTo>
                    <a:pt x="126598" y="89813"/>
                  </a:lnTo>
                  <a:lnTo>
                    <a:pt x="124687" y="89813"/>
                  </a:lnTo>
                  <a:lnTo>
                    <a:pt x="123731" y="89335"/>
                  </a:lnTo>
                  <a:lnTo>
                    <a:pt x="124210" y="87424"/>
                  </a:lnTo>
                  <a:lnTo>
                    <a:pt x="124687" y="85514"/>
                  </a:lnTo>
                  <a:lnTo>
                    <a:pt x="122776" y="85991"/>
                  </a:lnTo>
                  <a:lnTo>
                    <a:pt x="121821" y="86469"/>
                  </a:lnTo>
                  <a:lnTo>
                    <a:pt x="118477" y="90769"/>
                  </a:lnTo>
                  <a:lnTo>
                    <a:pt x="117044" y="92680"/>
                  </a:lnTo>
                  <a:lnTo>
                    <a:pt x="116566" y="95068"/>
                  </a:lnTo>
                  <a:lnTo>
                    <a:pt x="115610" y="97935"/>
                  </a:lnTo>
                  <a:lnTo>
                    <a:pt x="114655" y="100801"/>
                  </a:lnTo>
                  <a:lnTo>
                    <a:pt x="114177" y="103667"/>
                  </a:lnTo>
                  <a:lnTo>
                    <a:pt x="114177" y="104623"/>
                  </a:lnTo>
                  <a:lnTo>
                    <a:pt x="114655" y="107967"/>
                  </a:lnTo>
                  <a:lnTo>
                    <a:pt x="115133" y="111789"/>
                  </a:lnTo>
                  <a:lnTo>
                    <a:pt x="115610" y="113700"/>
                  </a:lnTo>
                  <a:lnTo>
                    <a:pt x="116088" y="116088"/>
                  </a:lnTo>
                  <a:lnTo>
                    <a:pt x="114655" y="117044"/>
                  </a:lnTo>
                  <a:lnTo>
                    <a:pt x="113222" y="117522"/>
                  </a:lnTo>
                  <a:lnTo>
                    <a:pt x="108444" y="117522"/>
                  </a:lnTo>
                  <a:lnTo>
                    <a:pt x="103189" y="118477"/>
                  </a:lnTo>
                  <a:lnTo>
                    <a:pt x="98890" y="119910"/>
                  </a:lnTo>
                  <a:lnTo>
                    <a:pt x="96501" y="121343"/>
                  </a:lnTo>
                  <a:lnTo>
                    <a:pt x="93157" y="124210"/>
                  </a:lnTo>
                  <a:lnTo>
                    <a:pt x="90769" y="132331"/>
                  </a:lnTo>
                  <a:lnTo>
                    <a:pt x="87424" y="135675"/>
                  </a:lnTo>
                  <a:lnTo>
                    <a:pt x="85513" y="136631"/>
                  </a:lnTo>
                  <a:lnTo>
                    <a:pt x="79781" y="136631"/>
                  </a:lnTo>
                  <a:lnTo>
                    <a:pt x="72137" y="137586"/>
                  </a:lnTo>
                  <a:lnTo>
                    <a:pt x="69748" y="138542"/>
                  </a:lnTo>
                  <a:lnTo>
                    <a:pt x="65449" y="143319"/>
                  </a:lnTo>
                  <a:lnTo>
                    <a:pt x="64971" y="144752"/>
                  </a:lnTo>
                  <a:lnTo>
                    <a:pt x="65926" y="146185"/>
                  </a:lnTo>
                  <a:lnTo>
                    <a:pt x="65926" y="147141"/>
                  </a:lnTo>
                  <a:lnTo>
                    <a:pt x="65449" y="148574"/>
                  </a:lnTo>
                  <a:lnTo>
                    <a:pt x="63538" y="151440"/>
                  </a:lnTo>
                  <a:lnTo>
                    <a:pt x="61627" y="153829"/>
                  </a:lnTo>
                  <a:lnTo>
                    <a:pt x="55416" y="155262"/>
                  </a:lnTo>
                  <a:lnTo>
                    <a:pt x="53505" y="154307"/>
                  </a:lnTo>
                  <a:lnTo>
                    <a:pt x="51594" y="153829"/>
                  </a:lnTo>
                  <a:lnTo>
                    <a:pt x="47773" y="153829"/>
                  </a:lnTo>
                  <a:lnTo>
                    <a:pt x="41562" y="154307"/>
                  </a:lnTo>
                  <a:lnTo>
                    <a:pt x="39174" y="156218"/>
                  </a:lnTo>
                  <a:lnTo>
                    <a:pt x="35830" y="157173"/>
                  </a:lnTo>
                  <a:lnTo>
                    <a:pt x="32485" y="159084"/>
                  </a:lnTo>
                  <a:lnTo>
                    <a:pt x="26275" y="159562"/>
                  </a:lnTo>
                  <a:lnTo>
                    <a:pt x="21975" y="160995"/>
                  </a:lnTo>
                  <a:lnTo>
                    <a:pt x="21020" y="158606"/>
                  </a:lnTo>
                  <a:lnTo>
                    <a:pt x="19587" y="156218"/>
                  </a:lnTo>
                  <a:lnTo>
                    <a:pt x="18631" y="153829"/>
                  </a:lnTo>
                  <a:lnTo>
                    <a:pt x="17198" y="151440"/>
                  </a:lnTo>
                  <a:lnTo>
                    <a:pt x="16721" y="149529"/>
                  </a:lnTo>
                  <a:lnTo>
                    <a:pt x="16242" y="149529"/>
                  </a:lnTo>
                  <a:lnTo>
                    <a:pt x="15287" y="149052"/>
                  </a:lnTo>
                  <a:lnTo>
                    <a:pt x="14332" y="147141"/>
                  </a:lnTo>
                  <a:lnTo>
                    <a:pt x="13376" y="145230"/>
                  </a:lnTo>
                  <a:lnTo>
                    <a:pt x="12421" y="143319"/>
                  </a:lnTo>
                  <a:lnTo>
                    <a:pt x="11465" y="141408"/>
                  </a:lnTo>
                  <a:lnTo>
                    <a:pt x="10510" y="139497"/>
                  </a:lnTo>
                  <a:lnTo>
                    <a:pt x="10032" y="137586"/>
                  </a:lnTo>
                  <a:lnTo>
                    <a:pt x="9076" y="135675"/>
                  </a:lnTo>
                  <a:lnTo>
                    <a:pt x="8121" y="133764"/>
                  </a:lnTo>
                  <a:lnTo>
                    <a:pt x="8121" y="133764"/>
                  </a:lnTo>
                  <a:lnTo>
                    <a:pt x="7166" y="131854"/>
                  </a:lnTo>
                  <a:lnTo>
                    <a:pt x="6210" y="129942"/>
                  </a:lnTo>
                  <a:lnTo>
                    <a:pt x="5255" y="128031"/>
                  </a:lnTo>
                  <a:lnTo>
                    <a:pt x="4777" y="126121"/>
                  </a:lnTo>
                  <a:lnTo>
                    <a:pt x="3821" y="124210"/>
                  </a:lnTo>
                  <a:lnTo>
                    <a:pt x="2866" y="122299"/>
                  </a:lnTo>
                  <a:lnTo>
                    <a:pt x="1910" y="120388"/>
                  </a:lnTo>
                  <a:lnTo>
                    <a:pt x="955" y="118477"/>
                  </a:lnTo>
                  <a:lnTo>
                    <a:pt x="0" y="116566"/>
                  </a:lnTo>
                  <a:lnTo>
                    <a:pt x="2866" y="115611"/>
                  </a:lnTo>
                  <a:lnTo>
                    <a:pt x="3821" y="115611"/>
                  </a:lnTo>
                  <a:lnTo>
                    <a:pt x="6210" y="114655"/>
                  </a:lnTo>
                  <a:lnTo>
                    <a:pt x="8599" y="113700"/>
                  </a:lnTo>
                  <a:lnTo>
                    <a:pt x="9555" y="113700"/>
                  </a:lnTo>
                  <a:lnTo>
                    <a:pt x="10987" y="113222"/>
                  </a:lnTo>
                  <a:lnTo>
                    <a:pt x="13376" y="112266"/>
                  </a:lnTo>
                  <a:lnTo>
                    <a:pt x="15287" y="111789"/>
                  </a:lnTo>
                  <a:lnTo>
                    <a:pt x="16721" y="111311"/>
                  </a:lnTo>
                  <a:lnTo>
                    <a:pt x="20064" y="110356"/>
                  </a:lnTo>
                  <a:lnTo>
                    <a:pt x="22453" y="109400"/>
                  </a:lnTo>
                  <a:lnTo>
                    <a:pt x="23408" y="108922"/>
                  </a:lnTo>
                  <a:lnTo>
                    <a:pt x="26753" y="107967"/>
                  </a:lnTo>
                  <a:lnTo>
                    <a:pt x="29141" y="107489"/>
                  </a:lnTo>
                  <a:lnTo>
                    <a:pt x="30097" y="107012"/>
                  </a:lnTo>
                  <a:lnTo>
                    <a:pt x="31530" y="106534"/>
                  </a:lnTo>
                  <a:lnTo>
                    <a:pt x="33441" y="106056"/>
                  </a:lnTo>
                  <a:lnTo>
                    <a:pt x="35830" y="105100"/>
                  </a:lnTo>
                  <a:lnTo>
                    <a:pt x="36785" y="104623"/>
                  </a:lnTo>
                  <a:lnTo>
                    <a:pt x="38218" y="104623"/>
                  </a:lnTo>
                  <a:lnTo>
                    <a:pt x="40607" y="103667"/>
                  </a:lnTo>
                  <a:lnTo>
                    <a:pt x="43951" y="102712"/>
                  </a:lnTo>
                  <a:lnTo>
                    <a:pt x="47295" y="101279"/>
                  </a:lnTo>
                  <a:lnTo>
                    <a:pt x="50639" y="100323"/>
                  </a:lnTo>
                  <a:lnTo>
                    <a:pt x="53028" y="99368"/>
                  </a:lnTo>
                  <a:lnTo>
                    <a:pt x="53983" y="99368"/>
                  </a:lnTo>
                  <a:lnTo>
                    <a:pt x="54939" y="98890"/>
                  </a:lnTo>
                  <a:lnTo>
                    <a:pt x="57328" y="97935"/>
                  </a:lnTo>
                  <a:lnTo>
                    <a:pt x="59716" y="97457"/>
                  </a:lnTo>
                  <a:lnTo>
                    <a:pt x="59716" y="97457"/>
                  </a:lnTo>
                  <a:lnTo>
                    <a:pt x="59716" y="97457"/>
                  </a:lnTo>
                  <a:lnTo>
                    <a:pt x="60671" y="95068"/>
                  </a:lnTo>
                  <a:lnTo>
                    <a:pt x="61149" y="92680"/>
                  </a:lnTo>
                  <a:lnTo>
                    <a:pt x="62105" y="90769"/>
                  </a:lnTo>
                  <a:lnTo>
                    <a:pt x="62582" y="88380"/>
                  </a:lnTo>
                  <a:lnTo>
                    <a:pt x="63538" y="86469"/>
                  </a:lnTo>
                  <a:lnTo>
                    <a:pt x="64015" y="84081"/>
                  </a:lnTo>
                  <a:lnTo>
                    <a:pt x="64971" y="82170"/>
                  </a:lnTo>
                  <a:lnTo>
                    <a:pt x="65449" y="79781"/>
                  </a:lnTo>
                  <a:lnTo>
                    <a:pt x="66404" y="77870"/>
                  </a:lnTo>
                  <a:lnTo>
                    <a:pt x="66882" y="75481"/>
                  </a:lnTo>
                  <a:lnTo>
                    <a:pt x="66882" y="75481"/>
                  </a:lnTo>
                  <a:lnTo>
                    <a:pt x="67837" y="73570"/>
                  </a:lnTo>
                  <a:lnTo>
                    <a:pt x="68315" y="71182"/>
                  </a:lnTo>
                  <a:lnTo>
                    <a:pt x="69271" y="69271"/>
                  </a:lnTo>
                  <a:lnTo>
                    <a:pt x="69748" y="66882"/>
                  </a:lnTo>
                  <a:lnTo>
                    <a:pt x="70226" y="66882"/>
                  </a:lnTo>
                  <a:lnTo>
                    <a:pt x="70704" y="64971"/>
                  </a:lnTo>
                  <a:lnTo>
                    <a:pt x="71181" y="63060"/>
                  </a:lnTo>
                  <a:lnTo>
                    <a:pt x="71181" y="62583"/>
                  </a:lnTo>
                  <a:lnTo>
                    <a:pt x="72137" y="60672"/>
                  </a:lnTo>
                  <a:lnTo>
                    <a:pt x="72137" y="60194"/>
                  </a:lnTo>
                  <a:lnTo>
                    <a:pt x="72615" y="58761"/>
                  </a:lnTo>
                  <a:lnTo>
                    <a:pt x="71659" y="56850"/>
                  </a:lnTo>
                  <a:lnTo>
                    <a:pt x="69748" y="53983"/>
                  </a:lnTo>
                  <a:lnTo>
                    <a:pt x="68315" y="51595"/>
                  </a:lnTo>
                  <a:lnTo>
                    <a:pt x="66404" y="48728"/>
                  </a:lnTo>
                  <a:lnTo>
                    <a:pt x="65449" y="46817"/>
                  </a:lnTo>
                  <a:lnTo>
                    <a:pt x="64015" y="44907"/>
                  </a:lnTo>
                  <a:lnTo>
                    <a:pt x="64015" y="44907"/>
                  </a:lnTo>
                  <a:lnTo>
                    <a:pt x="64015" y="44907"/>
                  </a:lnTo>
                  <a:lnTo>
                    <a:pt x="64015" y="42040"/>
                  </a:lnTo>
                  <a:lnTo>
                    <a:pt x="64015" y="40607"/>
                  </a:lnTo>
                  <a:lnTo>
                    <a:pt x="64015" y="38218"/>
                  </a:lnTo>
                  <a:lnTo>
                    <a:pt x="65449" y="35352"/>
                  </a:lnTo>
                  <a:lnTo>
                    <a:pt x="67360" y="31530"/>
                  </a:lnTo>
                  <a:lnTo>
                    <a:pt x="68315" y="28664"/>
                  </a:lnTo>
                  <a:lnTo>
                    <a:pt x="69271" y="26753"/>
                  </a:lnTo>
                  <a:lnTo>
                    <a:pt x="69748" y="25320"/>
                  </a:lnTo>
                  <a:lnTo>
                    <a:pt x="70226" y="24842"/>
                  </a:lnTo>
                  <a:lnTo>
                    <a:pt x="70226" y="24364"/>
                  </a:lnTo>
                  <a:lnTo>
                    <a:pt x="70704" y="22931"/>
                  </a:lnTo>
                  <a:lnTo>
                    <a:pt x="70226" y="21498"/>
                  </a:lnTo>
                  <a:lnTo>
                    <a:pt x="69748" y="21020"/>
                  </a:lnTo>
                  <a:lnTo>
                    <a:pt x="69271" y="20542"/>
                  </a:lnTo>
                  <a:lnTo>
                    <a:pt x="71181" y="19587"/>
                  </a:lnTo>
                  <a:lnTo>
                    <a:pt x="73570" y="19109"/>
                  </a:lnTo>
                  <a:lnTo>
                    <a:pt x="74048" y="18632"/>
                  </a:lnTo>
                  <a:lnTo>
                    <a:pt x="75481" y="19109"/>
                  </a:lnTo>
                  <a:lnTo>
                    <a:pt x="77870" y="18632"/>
                  </a:lnTo>
                  <a:lnTo>
                    <a:pt x="79781" y="18154"/>
                  </a:lnTo>
                  <a:lnTo>
                    <a:pt x="79781" y="17676"/>
                  </a:lnTo>
                  <a:lnTo>
                    <a:pt x="79303" y="16243"/>
                  </a:lnTo>
                  <a:lnTo>
                    <a:pt x="78347" y="14810"/>
                  </a:lnTo>
                  <a:lnTo>
                    <a:pt x="78347" y="14810"/>
                  </a:lnTo>
                  <a:lnTo>
                    <a:pt x="75959" y="14810"/>
                  </a:lnTo>
                  <a:lnTo>
                    <a:pt x="75003" y="14332"/>
                  </a:lnTo>
                  <a:lnTo>
                    <a:pt x="75959" y="12421"/>
                  </a:lnTo>
                  <a:lnTo>
                    <a:pt x="75959" y="11466"/>
                  </a:lnTo>
                  <a:lnTo>
                    <a:pt x="75959" y="10988"/>
                  </a:lnTo>
                  <a:lnTo>
                    <a:pt x="75481" y="9555"/>
                  </a:lnTo>
                  <a:lnTo>
                    <a:pt x="75481" y="7644"/>
                  </a:lnTo>
                  <a:lnTo>
                    <a:pt x="75481" y="7644"/>
                  </a:lnTo>
                  <a:lnTo>
                    <a:pt x="75959" y="6688"/>
                  </a:lnTo>
                  <a:lnTo>
                    <a:pt x="75959" y="5733"/>
                  </a:lnTo>
                  <a:lnTo>
                    <a:pt x="75959" y="3822"/>
                  </a:lnTo>
                  <a:lnTo>
                    <a:pt x="75959" y="1911"/>
                  </a:lnTo>
                  <a:lnTo>
                    <a:pt x="76437" y="956"/>
                  </a:lnTo>
                  <a:lnTo>
                    <a:pt x="77392" y="478"/>
                  </a:lnTo>
                  <a:lnTo>
                    <a:pt x="78347" y="0"/>
                  </a:lnTo>
                  <a:lnTo>
                    <a:pt x="79303" y="0"/>
                  </a:lnTo>
                  <a:lnTo>
                    <a:pt x="79781" y="478"/>
                  </a:lnTo>
                  <a:lnTo>
                    <a:pt x="80258" y="1433"/>
                  </a:lnTo>
                  <a:lnTo>
                    <a:pt x="80258" y="1911"/>
                  </a:lnTo>
                  <a:lnTo>
                    <a:pt x="79781" y="1911"/>
                  </a:lnTo>
                  <a:lnTo>
                    <a:pt x="79781" y="1911"/>
                  </a:lnTo>
                  <a:lnTo>
                    <a:pt x="79303" y="1911"/>
                  </a:lnTo>
                  <a:lnTo>
                    <a:pt x="79303" y="2389"/>
                  </a:lnTo>
                  <a:lnTo>
                    <a:pt x="80258" y="3344"/>
                  </a:lnTo>
                  <a:lnTo>
                    <a:pt x="81214" y="4777"/>
                  </a:lnTo>
                  <a:lnTo>
                    <a:pt x="81214" y="4777"/>
                  </a:lnTo>
                  <a:lnTo>
                    <a:pt x="82169" y="4300"/>
                  </a:lnTo>
                  <a:lnTo>
                    <a:pt x="83124" y="3344"/>
                  </a:lnTo>
                  <a:lnTo>
                    <a:pt x="84080" y="2867"/>
                  </a:lnTo>
                  <a:lnTo>
                    <a:pt x="85035" y="1911"/>
                  </a:lnTo>
                  <a:lnTo>
                    <a:pt x="85991" y="956"/>
                  </a:lnTo>
                  <a:lnTo>
                    <a:pt x="86947" y="0"/>
                  </a:lnTo>
                  <a:lnTo>
                    <a:pt x="87424" y="0"/>
                  </a:lnTo>
                  <a:lnTo>
                    <a:pt x="87424" y="0"/>
                  </a:lnTo>
                  <a:lnTo>
                    <a:pt x="89813" y="5255"/>
                  </a:lnTo>
                  <a:lnTo>
                    <a:pt x="92679" y="10032"/>
                  </a:lnTo>
                  <a:lnTo>
                    <a:pt x="95546" y="12421"/>
                  </a:lnTo>
                  <a:lnTo>
                    <a:pt x="97935" y="16243"/>
                  </a:lnTo>
                  <a:lnTo>
                    <a:pt x="102234" y="19587"/>
                  </a:lnTo>
                  <a:lnTo>
                    <a:pt x="104145" y="21020"/>
                  </a:lnTo>
                  <a:lnTo>
                    <a:pt x="111788" y="22931"/>
                  </a:lnTo>
                  <a:lnTo>
                    <a:pt x="116088" y="23886"/>
                  </a:lnTo>
                  <a:lnTo>
                    <a:pt x="121821" y="24842"/>
                  </a:lnTo>
                  <a:lnTo>
                    <a:pt x="126120" y="26753"/>
                  </a:lnTo>
                  <a:lnTo>
                    <a:pt x="127554" y="26753"/>
                  </a:lnTo>
                  <a:lnTo>
                    <a:pt x="129465" y="26275"/>
                  </a:lnTo>
                  <a:lnTo>
                    <a:pt x="130897" y="26275"/>
                  </a:lnTo>
                  <a:lnTo>
                    <a:pt x="135197" y="28664"/>
                  </a:lnTo>
                  <a:lnTo>
                    <a:pt x="136153" y="31052"/>
                  </a:lnTo>
                  <a:lnTo>
                    <a:pt x="137586" y="32486"/>
                  </a:lnTo>
                  <a:lnTo>
                    <a:pt x="139019" y="34397"/>
                  </a:lnTo>
                  <a:lnTo>
                    <a:pt x="139974" y="36308"/>
                  </a:lnTo>
                  <a:lnTo>
                    <a:pt x="143319" y="39651"/>
                  </a:lnTo>
                  <a:lnTo>
                    <a:pt x="145707" y="42996"/>
                  </a:lnTo>
                  <a:lnTo>
                    <a:pt x="148096" y="45862"/>
                  </a:lnTo>
                  <a:lnTo>
                    <a:pt x="150007" y="47295"/>
                  </a:lnTo>
                  <a:lnTo>
                    <a:pt x="153351" y="47773"/>
                  </a:lnTo>
                  <a:lnTo>
                    <a:pt x="155740" y="4872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3" name="Freeform 1282">
              <a:extLst>
                <a:ext uri="{FF2B5EF4-FFF2-40B4-BE49-F238E27FC236}">
                  <a16:creationId xmlns:a16="http://schemas.microsoft.com/office/drawing/2014/main" id="{9852CCF2-739F-E970-C1B6-2077D5DC98FA}"/>
                </a:ext>
              </a:extLst>
            </p:cNvPr>
            <p:cNvSpPr/>
            <p:nvPr/>
          </p:nvSpPr>
          <p:spPr>
            <a:xfrm>
              <a:off x="7064356" y="3670992"/>
              <a:ext cx="4299" cy="1433"/>
            </a:xfrm>
            <a:custGeom>
              <a:avLst/>
              <a:gdLst>
                <a:gd name="csX0" fmla="*/ 4300 w 4299"/>
                <a:gd name="csY0" fmla="*/ 0 h 1433"/>
                <a:gd name="csX1" fmla="*/ 4300 w 4299"/>
                <a:gd name="csY1" fmla="*/ 0 h 1433"/>
                <a:gd name="csX2" fmla="*/ 0 w 4299"/>
                <a:gd name="csY2" fmla="*/ 1433 h 1433"/>
                <a:gd name="csX3" fmla="*/ 0 w 4299"/>
                <a:gd name="csY3" fmla="*/ 1433 h 1433"/>
                <a:gd name="csX4" fmla="*/ 4300 w 4299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433">
                  <a:moveTo>
                    <a:pt x="4300" y="0"/>
                  </a:moveTo>
                  <a:lnTo>
                    <a:pt x="4300" y="0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4" name="Freeform 1283">
              <a:extLst>
                <a:ext uri="{FF2B5EF4-FFF2-40B4-BE49-F238E27FC236}">
                  <a16:creationId xmlns:a16="http://schemas.microsoft.com/office/drawing/2014/main" id="{488F54C8-8158-D856-7A24-E3A9D8998587}"/>
                </a:ext>
              </a:extLst>
            </p:cNvPr>
            <p:cNvSpPr/>
            <p:nvPr/>
          </p:nvSpPr>
          <p:spPr>
            <a:xfrm>
              <a:off x="7063879" y="3670037"/>
              <a:ext cx="477" cy="1910"/>
            </a:xfrm>
            <a:custGeom>
              <a:avLst/>
              <a:gdLst>
                <a:gd name="csX0" fmla="*/ 478 w 477"/>
                <a:gd name="csY0" fmla="*/ 0 h 1910"/>
                <a:gd name="csX1" fmla="*/ 0 w 477"/>
                <a:gd name="csY1" fmla="*/ 1911 h 1910"/>
                <a:gd name="csX2" fmla="*/ 478 w 477"/>
                <a:gd name="csY2" fmla="*/ 0 h 1910"/>
                <a:gd name="csX3" fmla="*/ 478 w 477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0">
                  <a:moveTo>
                    <a:pt x="478" y="0"/>
                  </a:moveTo>
                  <a:lnTo>
                    <a:pt x="0" y="1911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5" name="Freeform 1284">
              <a:extLst>
                <a:ext uri="{FF2B5EF4-FFF2-40B4-BE49-F238E27FC236}">
                  <a16:creationId xmlns:a16="http://schemas.microsoft.com/office/drawing/2014/main" id="{95905AA4-9A14-4B7C-4F1F-59825FACE763}"/>
                </a:ext>
              </a:extLst>
            </p:cNvPr>
            <p:cNvSpPr/>
            <p:nvPr/>
          </p:nvSpPr>
          <p:spPr>
            <a:xfrm>
              <a:off x="7051458" y="3666693"/>
              <a:ext cx="11943" cy="2866"/>
            </a:xfrm>
            <a:custGeom>
              <a:avLst/>
              <a:gdLst>
                <a:gd name="csX0" fmla="*/ 11943 w 11943"/>
                <a:gd name="csY0" fmla="*/ 2866 h 2866"/>
                <a:gd name="csX1" fmla="*/ 11466 w 11943"/>
                <a:gd name="csY1" fmla="*/ 2389 h 2866"/>
                <a:gd name="csX2" fmla="*/ 5733 w 11943"/>
                <a:gd name="csY2" fmla="*/ 1433 h 2866"/>
                <a:gd name="csX3" fmla="*/ 3822 w 11943"/>
                <a:gd name="csY3" fmla="*/ 956 h 2866"/>
                <a:gd name="csX4" fmla="*/ 1911 w 11943"/>
                <a:gd name="csY4" fmla="*/ 478 h 2866"/>
                <a:gd name="csX5" fmla="*/ 0 w 11943"/>
                <a:gd name="csY5" fmla="*/ 0 h 2866"/>
                <a:gd name="csX6" fmla="*/ 1911 w 11943"/>
                <a:gd name="csY6" fmla="*/ 478 h 2866"/>
                <a:gd name="csX7" fmla="*/ 3822 w 11943"/>
                <a:gd name="csY7" fmla="*/ 956 h 2866"/>
                <a:gd name="csX8" fmla="*/ 5733 w 11943"/>
                <a:gd name="csY8" fmla="*/ 1433 h 2866"/>
                <a:gd name="csX9" fmla="*/ 11466 w 11943"/>
                <a:gd name="csY9" fmla="*/ 1911 h 2866"/>
                <a:gd name="csX10" fmla="*/ 11943 w 11943"/>
                <a:gd name="csY10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1943" h="2866">
                  <a:moveTo>
                    <a:pt x="11943" y="2866"/>
                  </a:moveTo>
                  <a:lnTo>
                    <a:pt x="11466" y="2389"/>
                  </a:lnTo>
                  <a:lnTo>
                    <a:pt x="5733" y="1433"/>
                  </a:lnTo>
                  <a:lnTo>
                    <a:pt x="3822" y="956"/>
                  </a:ln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3822" y="956"/>
                  </a:lnTo>
                  <a:lnTo>
                    <a:pt x="5733" y="1433"/>
                  </a:lnTo>
                  <a:lnTo>
                    <a:pt x="11466" y="1911"/>
                  </a:lnTo>
                  <a:lnTo>
                    <a:pt x="1194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6" name="Freeform 1285">
              <a:extLst>
                <a:ext uri="{FF2B5EF4-FFF2-40B4-BE49-F238E27FC236}">
                  <a16:creationId xmlns:a16="http://schemas.microsoft.com/office/drawing/2014/main" id="{9E2366FC-DAE5-CC26-537C-37E25DDC47CA}"/>
                </a:ext>
              </a:extLst>
            </p:cNvPr>
            <p:cNvSpPr/>
            <p:nvPr/>
          </p:nvSpPr>
          <p:spPr>
            <a:xfrm>
              <a:off x="7060535" y="4003014"/>
              <a:ext cx="2388" cy="4777"/>
            </a:xfrm>
            <a:custGeom>
              <a:avLst/>
              <a:gdLst>
                <a:gd name="csX0" fmla="*/ 478 w 2388"/>
                <a:gd name="csY0" fmla="*/ 2867 h 4777"/>
                <a:gd name="csX1" fmla="*/ 2389 w 2388"/>
                <a:gd name="csY1" fmla="*/ 4777 h 4777"/>
                <a:gd name="csX2" fmla="*/ 2389 w 2388"/>
                <a:gd name="csY2" fmla="*/ 4777 h 4777"/>
                <a:gd name="csX3" fmla="*/ 478 w 2388"/>
                <a:gd name="csY3" fmla="*/ 2867 h 4777"/>
                <a:gd name="csX4" fmla="*/ 0 w 2388"/>
                <a:gd name="csY4" fmla="*/ 0 h 4777"/>
                <a:gd name="csX5" fmla="*/ 478 w 2388"/>
                <a:gd name="csY5" fmla="*/ 286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4777">
                  <a:moveTo>
                    <a:pt x="478" y="2867"/>
                  </a:moveTo>
                  <a:lnTo>
                    <a:pt x="2389" y="4777"/>
                  </a:lnTo>
                  <a:lnTo>
                    <a:pt x="2389" y="4777"/>
                  </a:lnTo>
                  <a:lnTo>
                    <a:pt x="478" y="2867"/>
                  </a:lnTo>
                  <a:lnTo>
                    <a:pt x="0" y="0"/>
                  </a:lnTo>
                  <a:lnTo>
                    <a:pt x="478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7" name="Freeform 1286">
              <a:extLst>
                <a:ext uri="{FF2B5EF4-FFF2-40B4-BE49-F238E27FC236}">
                  <a16:creationId xmlns:a16="http://schemas.microsoft.com/office/drawing/2014/main" id="{68474058-3324-D7FF-DFC9-1CE325E68876}"/>
                </a:ext>
              </a:extLst>
            </p:cNvPr>
            <p:cNvSpPr/>
            <p:nvPr/>
          </p:nvSpPr>
          <p:spPr>
            <a:xfrm>
              <a:off x="7032349" y="1987474"/>
              <a:ext cx="29618" cy="20064"/>
            </a:xfrm>
            <a:custGeom>
              <a:avLst/>
              <a:gdLst>
                <a:gd name="csX0" fmla="*/ 26753 w 29618"/>
                <a:gd name="csY0" fmla="*/ 0 h 20064"/>
                <a:gd name="csX1" fmla="*/ 29619 w 29618"/>
                <a:gd name="csY1" fmla="*/ 3822 h 20064"/>
                <a:gd name="csX2" fmla="*/ 28664 w 29618"/>
                <a:gd name="csY2" fmla="*/ 9555 h 20064"/>
                <a:gd name="csX3" fmla="*/ 28664 w 29618"/>
                <a:gd name="csY3" fmla="*/ 11943 h 20064"/>
                <a:gd name="csX4" fmla="*/ 7644 w 29618"/>
                <a:gd name="csY4" fmla="*/ 17676 h 20064"/>
                <a:gd name="csX5" fmla="*/ 955 w 29618"/>
                <a:gd name="csY5" fmla="*/ 20065 h 20064"/>
                <a:gd name="csX6" fmla="*/ 0 w 29618"/>
                <a:gd name="csY6" fmla="*/ 18154 h 20064"/>
                <a:gd name="csX7" fmla="*/ 0 w 29618"/>
                <a:gd name="csY7" fmla="*/ 16721 h 20064"/>
                <a:gd name="csX8" fmla="*/ 478 w 29618"/>
                <a:gd name="csY8" fmla="*/ 13376 h 20064"/>
                <a:gd name="csX9" fmla="*/ 1433 w 29618"/>
                <a:gd name="csY9" fmla="*/ 7166 h 20064"/>
                <a:gd name="csX10" fmla="*/ 4300 w 29618"/>
                <a:gd name="csY10" fmla="*/ 3344 h 20064"/>
                <a:gd name="csX11" fmla="*/ 26753 w 29618"/>
                <a:gd name="csY11" fmla="*/ 0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9618" h="20064">
                  <a:moveTo>
                    <a:pt x="26753" y="0"/>
                  </a:moveTo>
                  <a:lnTo>
                    <a:pt x="29619" y="3822"/>
                  </a:lnTo>
                  <a:lnTo>
                    <a:pt x="28664" y="9555"/>
                  </a:lnTo>
                  <a:lnTo>
                    <a:pt x="28664" y="11943"/>
                  </a:lnTo>
                  <a:lnTo>
                    <a:pt x="7644" y="17676"/>
                  </a:lnTo>
                  <a:lnTo>
                    <a:pt x="955" y="20065"/>
                  </a:lnTo>
                  <a:lnTo>
                    <a:pt x="0" y="18154"/>
                  </a:lnTo>
                  <a:lnTo>
                    <a:pt x="0" y="16721"/>
                  </a:lnTo>
                  <a:lnTo>
                    <a:pt x="478" y="13376"/>
                  </a:lnTo>
                  <a:lnTo>
                    <a:pt x="1433" y="7166"/>
                  </a:lnTo>
                  <a:lnTo>
                    <a:pt x="4300" y="3344"/>
                  </a:lnTo>
                  <a:lnTo>
                    <a:pt x="2675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8" name="Freeform 1287">
              <a:extLst>
                <a:ext uri="{FF2B5EF4-FFF2-40B4-BE49-F238E27FC236}">
                  <a16:creationId xmlns:a16="http://schemas.microsoft.com/office/drawing/2014/main" id="{CDACEA84-933B-E538-112B-CABF60A313B4}"/>
                </a:ext>
              </a:extLst>
            </p:cNvPr>
            <p:cNvSpPr/>
            <p:nvPr/>
          </p:nvSpPr>
          <p:spPr>
            <a:xfrm>
              <a:off x="7046203" y="2044324"/>
              <a:ext cx="14809" cy="12898"/>
            </a:xfrm>
            <a:custGeom>
              <a:avLst/>
              <a:gdLst>
                <a:gd name="csX0" fmla="*/ 12898 w 14809"/>
                <a:gd name="csY0" fmla="*/ 3822 h 12898"/>
                <a:gd name="csX1" fmla="*/ 14809 w 14809"/>
                <a:gd name="csY1" fmla="*/ 9077 h 12898"/>
                <a:gd name="csX2" fmla="*/ 13854 w 14809"/>
                <a:gd name="csY2" fmla="*/ 11465 h 12898"/>
                <a:gd name="csX3" fmla="*/ 9555 w 14809"/>
                <a:gd name="csY3" fmla="*/ 12899 h 12898"/>
                <a:gd name="csX4" fmla="*/ 1911 w 14809"/>
                <a:gd name="csY4" fmla="*/ 10510 h 12898"/>
                <a:gd name="csX5" fmla="*/ 0 w 14809"/>
                <a:gd name="csY5" fmla="*/ 7644 h 12898"/>
                <a:gd name="csX6" fmla="*/ 478 w 14809"/>
                <a:gd name="csY6" fmla="*/ 4777 h 12898"/>
                <a:gd name="csX7" fmla="*/ 5255 w 14809"/>
                <a:gd name="csY7" fmla="*/ 955 h 12898"/>
                <a:gd name="csX8" fmla="*/ 9077 w 14809"/>
                <a:gd name="csY8" fmla="*/ 0 h 12898"/>
                <a:gd name="csX9" fmla="*/ 12898 w 14809"/>
                <a:gd name="csY9" fmla="*/ 3822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809" h="12898">
                  <a:moveTo>
                    <a:pt x="12898" y="3822"/>
                  </a:moveTo>
                  <a:lnTo>
                    <a:pt x="14809" y="9077"/>
                  </a:lnTo>
                  <a:lnTo>
                    <a:pt x="13854" y="11465"/>
                  </a:lnTo>
                  <a:lnTo>
                    <a:pt x="9555" y="12899"/>
                  </a:lnTo>
                  <a:lnTo>
                    <a:pt x="1911" y="10510"/>
                  </a:lnTo>
                  <a:lnTo>
                    <a:pt x="0" y="7644"/>
                  </a:lnTo>
                  <a:lnTo>
                    <a:pt x="478" y="4777"/>
                  </a:lnTo>
                  <a:lnTo>
                    <a:pt x="5255" y="955"/>
                  </a:lnTo>
                  <a:lnTo>
                    <a:pt x="9077" y="0"/>
                  </a:lnTo>
                  <a:lnTo>
                    <a:pt x="12898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9" name="Freeform 1288">
              <a:extLst>
                <a:ext uri="{FF2B5EF4-FFF2-40B4-BE49-F238E27FC236}">
                  <a16:creationId xmlns:a16="http://schemas.microsoft.com/office/drawing/2014/main" id="{439571E4-4F01-350B-A54A-EFCA0FA2F10C}"/>
                </a:ext>
              </a:extLst>
            </p:cNvPr>
            <p:cNvSpPr/>
            <p:nvPr/>
          </p:nvSpPr>
          <p:spPr>
            <a:xfrm>
              <a:off x="7059579" y="4001581"/>
              <a:ext cx="955" cy="1433"/>
            </a:xfrm>
            <a:custGeom>
              <a:avLst/>
              <a:gdLst>
                <a:gd name="csX0" fmla="*/ 478 w 955"/>
                <a:gd name="csY0" fmla="*/ 956 h 1433"/>
                <a:gd name="csX1" fmla="*/ 956 w 955"/>
                <a:gd name="csY1" fmla="*/ 1433 h 1433"/>
                <a:gd name="csX2" fmla="*/ 478 w 955"/>
                <a:gd name="csY2" fmla="*/ 956 h 1433"/>
                <a:gd name="csX3" fmla="*/ 0 w 955"/>
                <a:gd name="csY3" fmla="*/ 0 h 1433"/>
                <a:gd name="csX4" fmla="*/ 0 w 955"/>
                <a:gd name="csY4" fmla="*/ 0 h 1433"/>
                <a:gd name="csX5" fmla="*/ 478 w 955"/>
                <a:gd name="csY5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1433">
                  <a:moveTo>
                    <a:pt x="478" y="956"/>
                  </a:moveTo>
                  <a:lnTo>
                    <a:pt x="956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0" name="Freeform 1289">
              <a:extLst>
                <a:ext uri="{FF2B5EF4-FFF2-40B4-BE49-F238E27FC236}">
                  <a16:creationId xmlns:a16="http://schemas.microsoft.com/office/drawing/2014/main" id="{C3B619C1-9A61-17F5-C602-29C6DB060449}"/>
                </a:ext>
              </a:extLst>
            </p:cNvPr>
            <p:cNvSpPr/>
            <p:nvPr/>
          </p:nvSpPr>
          <p:spPr>
            <a:xfrm>
              <a:off x="7014195" y="2148946"/>
              <a:ext cx="44429" cy="42040"/>
            </a:xfrm>
            <a:custGeom>
              <a:avLst/>
              <a:gdLst>
                <a:gd name="csX0" fmla="*/ 42040 w 44429"/>
                <a:gd name="csY0" fmla="*/ 11466 h 42040"/>
                <a:gd name="csX1" fmla="*/ 44429 w 44429"/>
                <a:gd name="csY1" fmla="*/ 16721 h 42040"/>
                <a:gd name="csX2" fmla="*/ 27709 w 44429"/>
                <a:gd name="csY2" fmla="*/ 19109 h 42040"/>
                <a:gd name="csX3" fmla="*/ 25320 w 44429"/>
                <a:gd name="csY3" fmla="*/ 21498 h 42040"/>
                <a:gd name="csX4" fmla="*/ 25320 w 44429"/>
                <a:gd name="csY4" fmla="*/ 26753 h 42040"/>
                <a:gd name="csX5" fmla="*/ 24842 w 44429"/>
                <a:gd name="csY5" fmla="*/ 32008 h 42040"/>
                <a:gd name="csX6" fmla="*/ 22931 w 44429"/>
                <a:gd name="csY6" fmla="*/ 32486 h 42040"/>
                <a:gd name="csX7" fmla="*/ 18632 w 44429"/>
                <a:gd name="csY7" fmla="*/ 40129 h 42040"/>
                <a:gd name="csX8" fmla="*/ 15765 w 44429"/>
                <a:gd name="csY8" fmla="*/ 42040 h 42040"/>
                <a:gd name="csX9" fmla="*/ 7644 w 44429"/>
                <a:gd name="csY9" fmla="*/ 38696 h 42040"/>
                <a:gd name="csX10" fmla="*/ 6688 w 44429"/>
                <a:gd name="csY10" fmla="*/ 36307 h 42040"/>
                <a:gd name="csX11" fmla="*/ 5255 w 44429"/>
                <a:gd name="csY11" fmla="*/ 32486 h 42040"/>
                <a:gd name="csX12" fmla="*/ 4300 w 44429"/>
                <a:gd name="csY12" fmla="*/ 18154 h 42040"/>
                <a:gd name="csX13" fmla="*/ 4300 w 44429"/>
                <a:gd name="csY13" fmla="*/ 13854 h 42040"/>
                <a:gd name="csX14" fmla="*/ 3822 w 44429"/>
                <a:gd name="csY14" fmla="*/ 10988 h 42040"/>
                <a:gd name="csX15" fmla="*/ 1433 w 44429"/>
                <a:gd name="csY15" fmla="*/ 5255 h 42040"/>
                <a:gd name="csX16" fmla="*/ 0 w 44429"/>
                <a:gd name="csY16" fmla="*/ 2866 h 42040"/>
                <a:gd name="csX17" fmla="*/ 1433 w 44429"/>
                <a:gd name="csY17" fmla="*/ 0 h 42040"/>
                <a:gd name="csX18" fmla="*/ 10033 w 44429"/>
                <a:gd name="csY18" fmla="*/ 2389 h 42040"/>
                <a:gd name="csX19" fmla="*/ 29142 w 44429"/>
                <a:gd name="csY19" fmla="*/ 3344 h 42040"/>
                <a:gd name="csX20" fmla="*/ 39174 w 44429"/>
                <a:gd name="csY20" fmla="*/ 8599 h 42040"/>
                <a:gd name="csX21" fmla="*/ 42040 w 44429"/>
                <a:gd name="csY21" fmla="*/ 11466 h 42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4429" h="42040">
                  <a:moveTo>
                    <a:pt x="42040" y="11466"/>
                  </a:moveTo>
                  <a:lnTo>
                    <a:pt x="44429" y="16721"/>
                  </a:lnTo>
                  <a:lnTo>
                    <a:pt x="27709" y="19109"/>
                  </a:lnTo>
                  <a:lnTo>
                    <a:pt x="25320" y="21498"/>
                  </a:lnTo>
                  <a:lnTo>
                    <a:pt x="25320" y="26753"/>
                  </a:lnTo>
                  <a:lnTo>
                    <a:pt x="24842" y="32008"/>
                  </a:lnTo>
                  <a:lnTo>
                    <a:pt x="22931" y="32486"/>
                  </a:lnTo>
                  <a:lnTo>
                    <a:pt x="18632" y="40129"/>
                  </a:lnTo>
                  <a:lnTo>
                    <a:pt x="15765" y="42040"/>
                  </a:lnTo>
                  <a:lnTo>
                    <a:pt x="7644" y="38696"/>
                  </a:lnTo>
                  <a:lnTo>
                    <a:pt x="6688" y="36307"/>
                  </a:lnTo>
                  <a:lnTo>
                    <a:pt x="5255" y="32486"/>
                  </a:lnTo>
                  <a:lnTo>
                    <a:pt x="4300" y="18154"/>
                  </a:lnTo>
                  <a:lnTo>
                    <a:pt x="4300" y="13854"/>
                  </a:lnTo>
                  <a:lnTo>
                    <a:pt x="3822" y="10988"/>
                  </a:lnTo>
                  <a:lnTo>
                    <a:pt x="1433" y="5255"/>
                  </a:lnTo>
                  <a:lnTo>
                    <a:pt x="0" y="2866"/>
                  </a:lnTo>
                  <a:lnTo>
                    <a:pt x="1433" y="0"/>
                  </a:lnTo>
                  <a:lnTo>
                    <a:pt x="10033" y="2389"/>
                  </a:lnTo>
                  <a:lnTo>
                    <a:pt x="29142" y="3344"/>
                  </a:lnTo>
                  <a:lnTo>
                    <a:pt x="39174" y="8599"/>
                  </a:lnTo>
                  <a:lnTo>
                    <a:pt x="42040" y="114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1" name="Freeform 1290">
              <a:extLst>
                <a:ext uri="{FF2B5EF4-FFF2-40B4-BE49-F238E27FC236}">
                  <a16:creationId xmlns:a16="http://schemas.microsoft.com/office/drawing/2014/main" id="{BC6E51DC-C184-E215-17CB-DE2DFD6950E3}"/>
                </a:ext>
              </a:extLst>
            </p:cNvPr>
            <p:cNvSpPr/>
            <p:nvPr/>
          </p:nvSpPr>
          <p:spPr>
            <a:xfrm>
              <a:off x="7046681" y="4352235"/>
              <a:ext cx="6210" cy="9076"/>
            </a:xfrm>
            <a:custGeom>
              <a:avLst/>
              <a:gdLst>
                <a:gd name="csX0" fmla="*/ 4777 w 6210"/>
                <a:gd name="csY0" fmla="*/ 0 h 9076"/>
                <a:gd name="csX1" fmla="*/ 6211 w 6210"/>
                <a:gd name="csY1" fmla="*/ 3344 h 9076"/>
                <a:gd name="csX2" fmla="*/ 3822 w 6210"/>
                <a:gd name="csY2" fmla="*/ 5255 h 9076"/>
                <a:gd name="csX3" fmla="*/ 2389 w 6210"/>
                <a:gd name="csY3" fmla="*/ 8121 h 9076"/>
                <a:gd name="csX4" fmla="*/ 1433 w 6210"/>
                <a:gd name="csY4" fmla="*/ 9077 h 9076"/>
                <a:gd name="csX5" fmla="*/ 478 w 6210"/>
                <a:gd name="csY5" fmla="*/ 9077 h 9076"/>
                <a:gd name="csX6" fmla="*/ 0 w 6210"/>
                <a:gd name="csY6" fmla="*/ 9077 h 9076"/>
                <a:gd name="csX7" fmla="*/ 0 w 6210"/>
                <a:gd name="csY7" fmla="*/ 6688 h 9076"/>
                <a:gd name="csX8" fmla="*/ 2866 w 6210"/>
                <a:gd name="csY8" fmla="*/ 3822 h 9076"/>
                <a:gd name="csX9" fmla="*/ 4777 w 6210"/>
                <a:gd name="csY9" fmla="*/ 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210" h="9076">
                  <a:moveTo>
                    <a:pt x="4777" y="0"/>
                  </a:moveTo>
                  <a:lnTo>
                    <a:pt x="6211" y="3344"/>
                  </a:lnTo>
                  <a:lnTo>
                    <a:pt x="3822" y="5255"/>
                  </a:lnTo>
                  <a:lnTo>
                    <a:pt x="2389" y="8121"/>
                  </a:lnTo>
                  <a:lnTo>
                    <a:pt x="1433" y="9077"/>
                  </a:lnTo>
                  <a:lnTo>
                    <a:pt x="478" y="9077"/>
                  </a:lnTo>
                  <a:lnTo>
                    <a:pt x="0" y="9077"/>
                  </a:lnTo>
                  <a:lnTo>
                    <a:pt x="0" y="6688"/>
                  </a:lnTo>
                  <a:lnTo>
                    <a:pt x="2866" y="3822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2" name="Freeform 1291">
              <a:extLst>
                <a:ext uri="{FF2B5EF4-FFF2-40B4-BE49-F238E27FC236}">
                  <a16:creationId xmlns:a16="http://schemas.microsoft.com/office/drawing/2014/main" id="{B469A4B4-D619-EFAA-071F-DB72757C5E97}"/>
                </a:ext>
              </a:extLst>
            </p:cNvPr>
            <p:cNvSpPr/>
            <p:nvPr/>
          </p:nvSpPr>
          <p:spPr>
            <a:xfrm>
              <a:off x="7048592" y="3997759"/>
              <a:ext cx="3821" cy="955"/>
            </a:xfrm>
            <a:custGeom>
              <a:avLst/>
              <a:gdLst>
                <a:gd name="csX0" fmla="*/ 3821 w 3821"/>
                <a:gd name="csY0" fmla="*/ 956 h 955"/>
                <a:gd name="csX1" fmla="*/ 1433 w 3821"/>
                <a:gd name="csY1" fmla="*/ 0 h 955"/>
                <a:gd name="csX2" fmla="*/ 0 w 3821"/>
                <a:gd name="csY2" fmla="*/ 478 h 955"/>
                <a:gd name="csX3" fmla="*/ 1433 w 3821"/>
                <a:gd name="csY3" fmla="*/ 0 h 955"/>
                <a:gd name="csX4" fmla="*/ 3821 w 3821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955">
                  <a:moveTo>
                    <a:pt x="3821" y="956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38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3" name="Freeform 1292">
              <a:extLst>
                <a:ext uri="{FF2B5EF4-FFF2-40B4-BE49-F238E27FC236}">
                  <a16:creationId xmlns:a16="http://schemas.microsoft.com/office/drawing/2014/main" id="{A8754919-F328-916C-6AF5-8AFC5F2CBC93}"/>
                </a:ext>
              </a:extLst>
            </p:cNvPr>
            <p:cNvSpPr/>
            <p:nvPr/>
          </p:nvSpPr>
          <p:spPr>
            <a:xfrm>
              <a:off x="7018494" y="2077765"/>
              <a:ext cx="33918" cy="41084"/>
            </a:xfrm>
            <a:custGeom>
              <a:avLst/>
              <a:gdLst>
                <a:gd name="csX0" fmla="*/ 33441 w 33918"/>
                <a:gd name="csY0" fmla="*/ 25797 h 41084"/>
                <a:gd name="csX1" fmla="*/ 33919 w 33918"/>
                <a:gd name="csY1" fmla="*/ 33441 h 41084"/>
                <a:gd name="csX2" fmla="*/ 32486 w 33918"/>
                <a:gd name="csY2" fmla="*/ 39174 h 41084"/>
                <a:gd name="csX3" fmla="*/ 28186 w 33918"/>
                <a:gd name="csY3" fmla="*/ 40607 h 41084"/>
                <a:gd name="csX4" fmla="*/ 21020 w 33918"/>
                <a:gd name="csY4" fmla="*/ 41085 h 41084"/>
                <a:gd name="csX5" fmla="*/ 14332 w 33918"/>
                <a:gd name="csY5" fmla="*/ 37741 h 41084"/>
                <a:gd name="csX6" fmla="*/ 10510 w 33918"/>
                <a:gd name="csY6" fmla="*/ 26753 h 41084"/>
                <a:gd name="csX7" fmla="*/ 3822 w 33918"/>
                <a:gd name="csY7" fmla="*/ 23886 h 41084"/>
                <a:gd name="csX8" fmla="*/ 0 w 33918"/>
                <a:gd name="csY8" fmla="*/ 11943 h 41084"/>
                <a:gd name="csX9" fmla="*/ 3822 w 33918"/>
                <a:gd name="csY9" fmla="*/ 8599 h 41084"/>
                <a:gd name="csX10" fmla="*/ 8599 w 33918"/>
                <a:gd name="csY10" fmla="*/ 10510 h 41084"/>
                <a:gd name="csX11" fmla="*/ 16243 w 33918"/>
                <a:gd name="csY11" fmla="*/ 0 h 41084"/>
                <a:gd name="csX12" fmla="*/ 17676 w 33918"/>
                <a:gd name="csY12" fmla="*/ 478 h 41084"/>
                <a:gd name="csX13" fmla="*/ 19109 w 33918"/>
                <a:gd name="csY13" fmla="*/ 2866 h 41084"/>
                <a:gd name="csX14" fmla="*/ 25320 w 33918"/>
                <a:gd name="csY14" fmla="*/ 6688 h 41084"/>
                <a:gd name="csX15" fmla="*/ 27709 w 33918"/>
                <a:gd name="csY15" fmla="*/ 9077 h 41084"/>
                <a:gd name="csX16" fmla="*/ 30575 w 33918"/>
                <a:gd name="csY16" fmla="*/ 15287 h 41084"/>
                <a:gd name="csX17" fmla="*/ 31530 w 33918"/>
                <a:gd name="csY17" fmla="*/ 21976 h 41084"/>
                <a:gd name="csX18" fmla="*/ 33441 w 33918"/>
                <a:gd name="csY18" fmla="*/ 25797 h 41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3918" h="41084">
                  <a:moveTo>
                    <a:pt x="33441" y="25797"/>
                  </a:moveTo>
                  <a:lnTo>
                    <a:pt x="33919" y="33441"/>
                  </a:lnTo>
                  <a:lnTo>
                    <a:pt x="32486" y="39174"/>
                  </a:lnTo>
                  <a:lnTo>
                    <a:pt x="28186" y="40607"/>
                  </a:lnTo>
                  <a:lnTo>
                    <a:pt x="21020" y="41085"/>
                  </a:lnTo>
                  <a:lnTo>
                    <a:pt x="14332" y="37741"/>
                  </a:lnTo>
                  <a:lnTo>
                    <a:pt x="10510" y="26753"/>
                  </a:lnTo>
                  <a:lnTo>
                    <a:pt x="3822" y="23886"/>
                  </a:lnTo>
                  <a:lnTo>
                    <a:pt x="0" y="11943"/>
                  </a:lnTo>
                  <a:lnTo>
                    <a:pt x="3822" y="8599"/>
                  </a:lnTo>
                  <a:lnTo>
                    <a:pt x="8599" y="10510"/>
                  </a:lnTo>
                  <a:lnTo>
                    <a:pt x="16243" y="0"/>
                  </a:lnTo>
                  <a:lnTo>
                    <a:pt x="17676" y="478"/>
                  </a:lnTo>
                  <a:lnTo>
                    <a:pt x="19109" y="2866"/>
                  </a:lnTo>
                  <a:lnTo>
                    <a:pt x="25320" y="6688"/>
                  </a:lnTo>
                  <a:lnTo>
                    <a:pt x="27709" y="9077"/>
                  </a:lnTo>
                  <a:lnTo>
                    <a:pt x="30575" y="15287"/>
                  </a:lnTo>
                  <a:lnTo>
                    <a:pt x="31530" y="21976"/>
                  </a:lnTo>
                  <a:lnTo>
                    <a:pt x="33441" y="2579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4" name="Freeform 1293">
              <a:extLst>
                <a:ext uri="{FF2B5EF4-FFF2-40B4-BE49-F238E27FC236}">
                  <a16:creationId xmlns:a16="http://schemas.microsoft.com/office/drawing/2014/main" id="{BE76F319-F064-6EC7-E275-A1DBDB40B42E}"/>
                </a:ext>
              </a:extLst>
            </p:cNvPr>
            <p:cNvSpPr/>
            <p:nvPr/>
          </p:nvSpPr>
          <p:spPr>
            <a:xfrm>
              <a:off x="6983621" y="2023781"/>
              <a:ext cx="61626" cy="52072"/>
            </a:xfrm>
            <a:custGeom>
              <a:avLst/>
              <a:gdLst>
                <a:gd name="csX0" fmla="*/ 58760 w 61626"/>
                <a:gd name="csY0" fmla="*/ 12421 h 52072"/>
                <a:gd name="csX1" fmla="*/ 61627 w 61626"/>
                <a:gd name="csY1" fmla="*/ 18154 h 52072"/>
                <a:gd name="csX2" fmla="*/ 57805 w 61626"/>
                <a:gd name="csY2" fmla="*/ 21976 h 52072"/>
                <a:gd name="csX3" fmla="*/ 47295 w 61626"/>
                <a:gd name="csY3" fmla="*/ 24364 h 52072"/>
                <a:gd name="csX4" fmla="*/ 48728 w 61626"/>
                <a:gd name="csY4" fmla="*/ 32008 h 52072"/>
                <a:gd name="csX5" fmla="*/ 50639 w 61626"/>
                <a:gd name="csY5" fmla="*/ 37741 h 52072"/>
                <a:gd name="csX6" fmla="*/ 48728 w 61626"/>
                <a:gd name="csY6" fmla="*/ 44907 h 52072"/>
                <a:gd name="csX7" fmla="*/ 45862 w 61626"/>
                <a:gd name="csY7" fmla="*/ 48251 h 52072"/>
                <a:gd name="csX8" fmla="*/ 39651 w 61626"/>
                <a:gd name="csY8" fmla="*/ 52072 h 52072"/>
                <a:gd name="csX9" fmla="*/ 33441 w 61626"/>
                <a:gd name="csY9" fmla="*/ 47295 h 52072"/>
                <a:gd name="csX10" fmla="*/ 26753 w 61626"/>
                <a:gd name="csY10" fmla="*/ 40129 h 52072"/>
                <a:gd name="csX11" fmla="*/ 23886 w 61626"/>
                <a:gd name="csY11" fmla="*/ 44907 h 52072"/>
                <a:gd name="csX12" fmla="*/ 21020 w 61626"/>
                <a:gd name="csY12" fmla="*/ 47295 h 52072"/>
                <a:gd name="csX13" fmla="*/ 17676 w 61626"/>
                <a:gd name="csY13" fmla="*/ 47295 h 52072"/>
                <a:gd name="csX14" fmla="*/ 14332 w 61626"/>
                <a:gd name="csY14" fmla="*/ 41562 h 52072"/>
                <a:gd name="csX15" fmla="*/ 5255 w 61626"/>
                <a:gd name="csY15" fmla="*/ 45862 h 52072"/>
                <a:gd name="csX16" fmla="*/ 2389 w 61626"/>
                <a:gd name="csY16" fmla="*/ 41085 h 52072"/>
                <a:gd name="csX17" fmla="*/ 0 w 61626"/>
                <a:gd name="csY17" fmla="*/ 31052 h 52072"/>
                <a:gd name="csX18" fmla="*/ 6210 w 61626"/>
                <a:gd name="csY18" fmla="*/ 29142 h 52072"/>
                <a:gd name="csX19" fmla="*/ 13854 w 61626"/>
                <a:gd name="csY19" fmla="*/ 32008 h 52072"/>
                <a:gd name="csX20" fmla="*/ 18631 w 61626"/>
                <a:gd name="csY20" fmla="*/ 21976 h 52072"/>
                <a:gd name="csX21" fmla="*/ 24842 w 61626"/>
                <a:gd name="csY21" fmla="*/ 17676 h 52072"/>
                <a:gd name="csX22" fmla="*/ 30097 w 61626"/>
                <a:gd name="csY22" fmla="*/ 6688 h 52072"/>
                <a:gd name="csX23" fmla="*/ 32485 w 61626"/>
                <a:gd name="csY23" fmla="*/ 3344 h 52072"/>
                <a:gd name="csX24" fmla="*/ 37740 w 61626"/>
                <a:gd name="csY24" fmla="*/ 3822 h 52072"/>
                <a:gd name="csX25" fmla="*/ 39651 w 61626"/>
                <a:gd name="csY25" fmla="*/ 2866 h 52072"/>
                <a:gd name="csX26" fmla="*/ 44906 w 61626"/>
                <a:gd name="csY26" fmla="*/ 0 h 52072"/>
                <a:gd name="csX27" fmla="*/ 46340 w 61626"/>
                <a:gd name="csY27" fmla="*/ 2389 h 52072"/>
                <a:gd name="csX28" fmla="*/ 47773 w 61626"/>
                <a:gd name="csY28" fmla="*/ 7644 h 52072"/>
                <a:gd name="csX29" fmla="*/ 50639 w 61626"/>
                <a:gd name="csY29" fmla="*/ 10032 h 52072"/>
                <a:gd name="csX30" fmla="*/ 58760 w 61626"/>
                <a:gd name="csY30" fmla="*/ 12421 h 52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61626" h="52072">
                  <a:moveTo>
                    <a:pt x="58760" y="12421"/>
                  </a:moveTo>
                  <a:lnTo>
                    <a:pt x="61627" y="18154"/>
                  </a:lnTo>
                  <a:lnTo>
                    <a:pt x="57805" y="21976"/>
                  </a:lnTo>
                  <a:lnTo>
                    <a:pt x="47295" y="24364"/>
                  </a:lnTo>
                  <a:lnTo>
                    <a:pt x="48728" y="32008"/>
                  </a:lnTo>
                  <a:lnTo>
                    <a:pt x="50639" y="37741"/>
                  </a:lnTo>
                  <a:lnTo>
                    <a:pt x="48728" y="44907"/>
                  </a:lnTo>
                  <a:lnTo>
                    <a:pt x="45862" y="48251"/>
                  </a:lnTo>
                  <a:lnTo>
                    <a:pt x="39651" y="52072"/>
                  </a:lnTo>
                  <a:lnTo>
                    <a:pt x="33441" y="47295"/>
                  </a:lnTo>
                  <a:lnTo>
                    <a:pt x="26753" y="40129"/>
                  </a:lnTo>
                  <a:lnTo>
                    <a:pt x="23886" y="44907"/>
                  </a:lnTo>
                  <a:lnTo>
                    <a:pt x="21020" y="47295"/>
                  </a:lnTo>
                  <a:lnTo>
                    <a:pt x="17676" y="47295"/>
                  </a:lnTo>
                  <a:lnTo>
                    <a:pt x="14332" y="41562"/>
                  </a:lnTo>
                  <a:lnTo>
                    <a:pt x="5255" y="45862"/>
                  </a:lnTo>
                  <a:lnTo>
                    <a:pt x="2389" y="41085"/>
                  </a:lnTo>
                  <a:lnTo>
                    <a:pt x="0" y="31052"/>
                  </a:lnTo>
                  <a:lnTo>
                    <a:pt x="6210" y="29142"/>
                  </a:lnTo>
                  <a:lnTo>
                    <a:pt x="13854" y="32008"/>
                  </a:lnTo>
                  <a:lnTo>
                    <a:pt x="18631" y="21976"/>
                  </a:lnTo>
                  <a:lnTo>
                    <a:pt x="24842" y="17676"/>
                  </a:lnTo>
                  <a:lnTo>
                    <a:pt x="30097" y="6688"/>
                  </a:lnTo>
                  <a:lnTo>
                    <a:pt x="32485" y="3344"/>
                  </a:lnTo>
                  <a:lnTo>
                    <a:pt x="37740" y="3822"/>
                  </a:lnTo>
                  <a:lnTo>
                    <a:pt x="39651" y="2866"/>
                  </a:lnTo>
                  <a:lnTo>
                    <a:pt x="44906" y="0"/>
                  </a:lnTo>
                  <a:lnTo>
                    <a:pt x="46340" y="2389"/>
                  </a:lnTo>
                  <a:lnTo>
                    <a:pt x="47773" y="7644"/>
                  </a:lnTo>
                  <a:lnTo>
                    <a:pt x="50639" y="10032"/>
                  </a:lnTo>
                  <a:lnTo>
                    <a:pt x="58760" y="124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5" name="Freeform 1294">
              <a:extLst>
                <a:ext uri="{FF2B5EF4-FFF2-40B4-BE49-F238E27FC236}">
                  <a16:creationId xmlns:a16="http://schemas.microsoft.com/office/drawing/2014/main" id="{92B15744-FAD1-04F5-76AF-CB94E6EE1E2F}"/>
                </a:ext>
              </a:extLst>
            </p:cNvPr>
            <p:cNvSpPr/>
            <p:nvPr/>
          </p:nvSpPr>
          <p:spPr>
            <a:xfrm>
              <a:off x="7039515" y="3806668"/>
              <a:ext cx="5254" cy="955"/>
            </a:xfrm>
            <a:custGeom>
              <a:avLst/>
              <a:gdLst>
                <a:gd name="csX0" fmla="*/ 5255 w 5254"/>
                <a:gd name="csY0" fmla="*/ 0 h 955"/>
                <a:gd name="csX1" fmla="*/ 3344 w 5254"/>
                <a:gd name="csY1" fmla="*/ 0 h 955"/>
                <a:gd name="csX2" fmla="*/ 0 w 5254"/>
                <a:gd name="csY2" fmla="*/ 956 h 955"/>
                <a:gd name="csX3" fmla="*/ 3344 w 5254"/>
                <a:gd name="csY3" fmla="*/ 0 h 955"/>
                <a:gd name="csX4" fmla="*/ 5255 w 5254"/>
                <a:gd name="csY4" fmla="*/ 0 h 955"/>
                <a:gd name="csX5" fmla="*/ 5255 w 5254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54" h="955">
                  <a:moveTo>
                    <a:pt x="5255" y="0"/>
                  </a:moveTo>
                  <a:lnTo>
                    <a:pt x="3344" y="0"/>
                  </a:lnTo>
                  <a:lnTo>
                    <a:pt x="0" y="956"/>
                  </a:lnTo>
                  <a:lnTo>
                    <a:pt x="3344" y="0"/>
                  </a:lnTo>
                  <a:lnTo>
                    <a:pt x="5255" y="0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6" name="Freeform 1295">
              <a:extLst>
                <a:ext uri="{FF2B5EF4-FFF2-40B4-BE49-F238E27FC236}">
                  <a16:creationId xmlns:a16="http://schemas.microsoft.com/office/drawing/2014/main" id="{5A719A71-8CF6-ED94-F684-02A5875E1A52}"/>
                </a:ext>
              </a:extLst>
            </p:cNvPr>
            <p:cNvSpPr/>
            <p:nvPr/>
          </p:nvSpPr>
          <p:spPr>
            <a:xfrm>
              <a:off x="7040948" y="3656183"/>
              <a:ext cx="3821" cy="2866"/>
            </a:xfrm>
            <a:custGeom>
              <a:avLst/>
              <a:gdLst>
                <a:gd name="csX0" fmla="*/ 3821 w 3821"/>
                <a:gd name="csY0" fmla="*/ 2389 h 2866"/>
                <a:gd name="csX1" fmla="*/ 3821 w 3821"/>
                <a:gd name="csY1" fmla="*/ 2866 h 2866"/>
                <a:gd name="csX2" fmla="*/ 0 w 3821"/>
                <a:gd name="csY2" fmla="*/ 0 h 2866"/>
                <a:gd name="csX3" fmla="*/ 3821 w 3821"/>
                <a:gd name="csY3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1" h="2866">
                  <a:moveTo>
                    <a:pt x="3821" y="2389"/>
                  </a:moveTo>
                  <a:lnTo>
                    <a:pt x="3821" y="2866"/>
                  </a:lnTo>
                  <a:lnTo>
                    <a:pt x="0" y="0"/>
                  </a:lnTo>
                  <a:lnTo>
                    <a:pt x="382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7" name="Freeform 1296">
              <a:extLst>
                <a:ext uri="{FF2B5EF4-FFF2-40B4-BE49-F238E27FC236}">
                  <a16:creationId xmlns:a16="http://schemas.microsoft.com/office/drawing/2014/main" id="{42AB940C-B307-0E5E-203B-A580F291437E}"/>
                </a:ext>
              </a:extLst>
            </p:cNvPr>
            <p:cNvSpPr/>
            <p:nvPr/>
          </p:nvSpPr>
          <p:spPr>
            <a:xfrm>
              <a:off x="7037604" y="3655705"/>
              <a:ext cx="3344" cy="477"/>
            </a:xfrm>
            <a:custGeom>
              <a:avLst/>
              <a:gdLst>
                <a:gd name="csX0" fmla="*/ 3344 w 3344"/>
                <a:gd name="csY0" fmla="*/ 478 h 477"/>
                <a:gd name="csX1" fmla="*/ 0 w 3344"/>
                <a:gd name="csY1" fmla="*/ 0 h 477"/>
                <a:gd name="csX2" fmla="*/ 0 w 3344"/>
                <a:gd name="csY2" fmla="*/ 0 h 477"/>
                <a:gd name="csX3" fmla="*/ 3344 w 3344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477">
                  <a:moveTo>
                    <a:pt x="3344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8" name="Freeform 1297">
              <a:extLst>
                <a:ext uri="{FF2B5EF4-FFF2-40B4-BE49-F238E27FC236}">
                  <a16:creationId xmlns:a16="http://schemas.microsoft.com/office/drawing/2014/main" id="{3ED72B86-B328-33FD-18B6-2FA201CD5356}"/>
                </a:ext>
              </a:extLst>
            </p:cNvPr>
            <p:cNvSpPr/>
            <p:nvPr/>
          </p:nvSpPr>
          <p:spPr>
            <a:xfrm>
              <a:off x="7037126" y="3881193"/>
              <a:ext cx="2388" cy="1911"/>
            </a:xfrm>
            <a:custGeom>
              <a:avLst/>
              <a:gdLst>
                <a:gd name="csX0" fmla="*/ 2389 w 2388"/>
                <a:gd name="csY0" fmla="*/ 1911 h 1911"/>
                <a:gd name="csX1" fmla="*/ 955 w 2388"/>
                <a:gd name="csY1" fmla="*/ 478 h 1911"/>
                <a:gd name="csX2" fmla="*/ 0 w 2388"/>
                <a:gd name="csY2" fmla="*/ 0 h 1911"/>
                <a:gd name="csX3" fmla="*/ 0 w 2388"/>
                <a:gd name="csY3" fmla="*/ 0 h 1911"/>
                <a:gd name="csX4" fmla="*/ 955 w 2388"/>
                <a:gd name="csY4" fmla="*/ 478 h 1911"/>
                <a:gd name="csX5" fmla="*/ 2389 w 2388"/>
                <a:gd name="csY5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1911">
                  <a:moveTo>
                    <a:pt x="2389" y="1911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9" name="Freeform 1298">
              <a:extLst>
                <a:ext uri="{FF2B5EF4-FFF2-40B4-BE49-F238E27FC236}">
                  <a16:creationId xmlns:a16="http://schemas.microsoft.com/office/drawing/2014/main" id="{935DBD78-6282-F901-5A01-B01DDE6239DC}"/>
                </a:ext>
              </a:extLst>
            </p:cNvPr>
            <p:cNvSpPr/>
            <p:nvPr/>
          </p:nvSpPr>
          <p:spPr>
            <a:xfrm>
              <a:off x="7030438" y="3655227"/>
              <a:ext cx="7165" cy="955"/>
            </a:xfrm>
            <a:custGeom>
              <a:avLst/>
              <a:gdLst>
                <a:gd name="csX0" fmla="*/ 7166 w 7165"/>
                <a:gd name="csY0" fmla="*/ 478 h 955"/>
                <a:gd name="csX1" fmla="*/ 7166 w 7165"/>
                <a:gd name="csY1" fmla="*/ 478 h 955"/>
                <a:gd name="csX2" fmla="*/ 4300 w 7165"/>
                <a:gd name="csY2" fmla="*/ 956 h 955"/>
                <a:gd name="csX3" fmla="*/ 478 w 7165"/>
                <a:gd name="csY3" fmla="*/ 0 h 955"/>
                <a:gd name="csX4" fmla="*/ 0 w 7165"/>
                <a:gd name="csY4" fmla="*/ 0 h 955"/>
                <a:gd name="csX5" fmla="*/ 478 w 7165"/>
                <a:gd name="csY5" fmla="*/ 0 h 955"/>
                <a:gd name="csX6" fmla="*/ 4300 w 7165"/>
                <a:gd name="csY6" fmla="*/ 956 h 955"/>
                <a:gd name="csX7" fmla="*/ 7166 w 7165"/>
                <a:gd name="csY7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165" h="955">
                  <a:moveTo>
                    <a:pt x="7166" y="478"/>
                  </a:moveTo>
                  <a:lnTo>
                    <a:pt x="7166" y="478"/>
                  </a:lnTo>
                  <a:lnTo>
                    <a:pt x="4300" y="956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4300" y="956"/>
                  </a:lnTo>
                  <a:lnTo>
                    <a:pt x="71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" name="Freeform 1299">
              <a:extLst>
                <a:ext uri="{FF2B5EF4-FFF2-40B4-BE49-F238E27FC236}">
                  <a16:creationId xmlns:a16="http://schemas.microsoft.com/office/drawing/2014/main" id="{6DC65325-B8BF-6919-3632-8A45E3E20C0E}"/>
                </a:ext>
              </a:extLst>
            </p:cNvPr>
            <p:cNvSpPr/>
            <p:nvPr/>
          </p:nvSpPr>
          <p:spPr>
            <a:xfrm>
              <a:off x="7017539" y="3808578"/>
              <a:ext cx="18631" cy="5255"/>
            </a:xfrm>
            <a:custGeom>
              <a:avLst/>
              <a:gdLst>
                <a:gd name="csX0" fmla="*/ 18632 w 18631"/>
                <a:gd name="csY0" fmla="*/ 0 h 5255"/>
                <a:gd name="csX1" fmla="*/ 15765 w 18631"/>
                <a:gd name="csY1" fmla="*/ 956 h 5255"/>
                <a:gd name="csX2" fmla="*/ 9555 w 18631"/>
                <a:gd name="csY2" fmla="*/ 2389 h 5255"/>
                <a:gd name="csX3" fmla="*/ 6210 w 18631"/>
                <a:gd name="csY3" fmla="*/ 3822 h 5255"/>
                <a:gd name="csX4" fmla="*/ 2866 w 18631"/>
                <a:gd name="csY4" fmla="*/ 4300 h 5255"/>
                <a:gd name="csX5" fmla="*/ 0 w 18631"/>
                <a:gd name="csY5" fmla="*/ 5255 h 5255"/>
                <a:gd name="csX6" fmla="*/ 2866 w 18631"/>
                <a:gd name="csY6" fmla="*/ 4300 h 5255"/>
                <a:gd name="csX7" fmla="*/ 5733 w 18631"/>
                <a:gd name="csY7" fmla="*/ 3344 h 5255"/>
                <a:gd name="csX8" fmla="*/ 9555 w 18631"/>
                <a:gd name="csY8" fmla="*/ 2389 h 5255"/>
                <a:gd name="csX9" fmla="*/ 15765 w 18631"/>
                <a:gd name="csY9" fmla="*/ 956 h 5255"/>
                <a:gd name="csX10" fmla="*/ 18632 w 18631"/>
                <a:gd name="csY10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631" h="5255">
                  <a:moveTo>
                    <a:pt x="18632" y="0"/>
                  </a:moveTo>
                  <a:lnTo>
                    <a:pt x="15765" y="956"/>
                  </a:lnTo>
                  <a:lnTo>
                    <a:pt x="9555" y="2389"/>
                  </a:lnTo>
                  <a:lnTo>
                    <a:pt x="6210" y="3822"/>
                  </a:lnTo>
                  <a:lnTo>
                    <a:pt x="2866" y="4300"/>
                  </a:lnTo>
                  <a:lnTo>
                    <a:pt x="0" y="5255"/>
                  </a:lnTo>
                  <a:lnTo>
                    <a:pt x="2866" y="4300"/>
                  </a:lnTo>
                  <a:lnTo>
                    <a:pt x="5733" y="3344"/>
                  </a:lnTo>
                  <a:lnTo>
                    <a:pt x="9555" y="2389"/>
                  </a:lnTo>
                  <a:lnTo>
                    <a:pt x="15765" y="956"/>
                  </a:lnTo>
                  <a:lnTo>
                    <a:pt x="1863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1" name="Freeform 1300">
              <a:extLst>
                <a:ext uri="{FF2B5EF4-FFF2-40B4-BE49-F238E27FC236}">
                  <a16:creationId xmlns:a16="http://schemas.microsoft.com/office/drawing/2014/main" id="{C4A5A7A1-D444-B944-929E-FF23C69FC47A}"/>
                </a:ext>
              </a:extLst>
            </p:cNvPr>
            <p:cNvSpPr/>
            <p:nvPr/>
          </p:nvSpPr>
          <p:spPr>
            <a:xfrm>
              <a:off x="7029482" y="3655227"/>
              <a:ext cx="955" cy="1433"/>
            </a:xfrm>
            <a:custGeom>
              <a:avLst/>
              <a:gdLst>
                <a:gd name="csX0" fmla="*/ 955 w 955"/>
                <a:gd name="csY0" fmla="*/ 0 h 1433"/>
                <a:gd name="csX1" fmla="*/ 0 w 955"/>
                <a:gd name="csY1" fmla="*/ 1433 h 1433"/>
                <a:gd name="csX2" fmla="*/ 0 w 955"/>
                <a:gd name="csY2" fmla="*/ 1433 h 1433"/>
                <a:gd name="csX3" fmla="*/ 955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955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2" name="Freeform 1301">
              <a:extLst>
                <a:ext uri="{FF2B5EF4-FFF2-40B4-BE49-F238E27FC236}">
                  <a16:creationId xmlns:a16="http://schemas.microsoft.com/office/drawing/2014/main" id="{B06DAD24-F067-E1F4-E06D-6D55695EC5D5}"/>
                </a:ext>
              </a:extLst>
            </p:cNvPr>
            <p:cNvSpPr/>
            <p:nvPr/>
          </p:nvSpPr>
          <p:spPr>
            <a:xfrm>
              <a:off x="6955434" y="2078242"/>
              <a:ext cx="72614" cy="55894"/>
            </a:xfrm>
            <a:custGeom>
              <a:avLst/>
              <a:gdLst>
                <a:gd name="csX0" fmla="*/ 69748 w 72614"/>
                <a:gd name="csY0" fmla="*/ 34397 h 55894"/>
                <a:gd name="csX1" fmla="*/ 72615 w 72614"/>
                <a:gd name="csY1" fmla="*/ 37263 h 55894"/>
                <a:gd name="csX2" fmla="*/ 70226 w 72614"/>
                <a:gd name="csY2" fmla="*/ 41563 h 55894"/>
                <a:gd name="csX3" fmla="*/ 54939 w 72614"/>
                <a:gd name="csY3" fmla="*/ 52073 h 55894"/>
                <a:gd name="csX4" fmla="*/ 44907 w 72614"/>
                <a:gd name="csY4" fmla="*/ 55417 h 55894"/>
                <a:gd name="csX5" fmla="*/ 36307 w 72614"/>
                <a:gd name="csY5" fmla="*/ 55894 h 55894"/>
                <a:gd name="csX6" fmla="*/ 32963 w 72614"/>
                <a:gd name="csY6" fmla="*/ 54939 h 55894"/>
                <a:gd name="csX7" fmla="*/ 29619 w 72614"/>
                <a:gd name="csY7" fmla="*/ 47295 h 55894"/>
                <a:gd name="csX8" fmla="*/ 21498 w 72614"/>
                <a:gd name="csY8" fmla="*/ 42040 h 55894"/>
                <a:gd name="csX9" fmla="*/ 12421 w 72614"/>
                <a:gd name="csY9" fmla="*/ 43473 h 55894"/>
                <a:gd name="csX10" fmla="*/ 11466 w 72614"/>
                <a:gd name="csY10" fmla="*/ 40607 h 55894"/>
                <a:gd name="csX11" fmla="*/ 9555 w 72614"/>
                <a:gd name="csY11" fmla="*/ 38696 h 55894"/>
                <a:gd name="csX12" fmla="*/ 6688 w 72614"/>
                <a:gd name="csY12" fmla="*/ 38218 h 55894"/>
                <a:gd name="csX13" fmla="*/ 478 w 72614"/>
                <a:gd name="csY13" fmla="*/ 34874 h 55894"/>
                <a:gd name="csX14" fmla="*/ 0 w 72614"/>
                <a:gd name="csY14" fmla="*/ 28186 h 55894"/>
                <a:gd name="csX15" fmla="*/ 3821 w 72614"/>
                <a:gd name="csY15" fmla="*/ 24842 h 55894"/>
                <a:gd name="csX16" fmla="*/ 6688 w 72614"/>
                <a:gd name="csY16" fmla="*/ 24842 h 55894"/>
                <a:gd name="csX17" fmla="*/ 7644 w 72614"/>
                <a:gd name="csY17" fmla="*/ 15287 h 55894"/>
                <a:gd name="csX18" fmla="*/ 11943 w 72614"/>
                <a:gd name="csY18" fmla="*/ 478 h 55894"/>
                <a:gd name="csX19" fmla="*/ 13376 w 72614"/>
                <a:gd name="csY19" fmla="*/ 0 h 55894"/>
                <a:gd name="csX20" fmla="*/ 28186 w 72614"/>
                <a:gd name="csY20" fmla="*/ 10988 h 55894"/>
                <a:gd name="csX21" fmla="*/ 42040 w 72614"/>
                <a:gd name="csY21" fmla="*/ 10032 h 55894"/>
                <a:gd name="csX22" fmla="*/ 48251 w 72614"/>
                <a:gd name="csY22" fmla="*/ 13854 h 55894"/>
                <a:gd name="csX23" fmla="*/ 56850 w 72614"/>
                <a:gd name="csY23" fmla="*/ 23886 h 55894"/>
                <a:gd name="csX24" fmla="*/ 69748 w 72614"/>
                <a:gd name="csY24" fmla="*/ 34397 h 5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72614" h="55894">
                  <a:moveTo>
                    <a:pt x="69748" y="34397"/>
                  </a:moveTo>
                  <a:lnTo>
                    <a:pt x="72615" y="37263"/>
                  </a:lnTo>
                  <a:lnTo>
                    <a:pt x="70226" y="41563"/>
                  </a:lnTo>
                  <a:lnTo>
                    <a:pt x="54939" y="52073"/>
                  </a:lnTo>
                  <a:lnTo>
                    <a:pt x="44907" y="55417"/>
                  </a:lnTo>
                  <a:lnTo>
                    <a:pt x="36307" y="55894"/>
                  </a:lnTo>
                  <a:lnTo>
                    <a:pt x="32963" y="54939"/>
                  </a:lnTo>
                  <a:lnTo>
                    <a:pt x="29619" y="47295"/>
                  </a:lnTo>
                  <a:lnTo>
                    <a:pt x="21498" y="42040"/>
                  </a:lnTo>
                  <a:lnTo>
                    <a:pt x="12421" y="43473"/>
                  </a:lnTo>
                  <a:lnTo>
                    <a:pt x="11466" y="40607"/>
                  </a:lnTo>
                  <a:lnTo>
                    <a:pt x="9555" y="38696"/>
                  </a:lnTo>
                  <a:lnTo>
                    <a:pt x="6688" y="38218"/>
                  </a:lnTo>
                  <a:lnTo>
                    <a:pt x="478" y="34874"/>
                  </a:lnTo>
                  <a:lnTo>
                    <a:pt x="0" y="28186"/>
                  </a:lnTo>
                  <a:lnTo>
                    <a:pt x="3821" y="24842"/>
                  </a:lnTo>
                  <a:lnTo>
                    <a:pt x="6688" y="24842"/>
                  </a:lnTo>
                  <a:lnTo>
                    <a:pt x="7644" y="15287"/>
                  </a:lnTo>
                  <a:lnTo>
                    <a:pt x="11943" y="478"/>
                  </a:lnTo>
                  <a:lnTo>
                    <a:pt x="13376" y="0"/>
                  </a:lnTo>
                  <a:lnTo>
                    <a:pt x="28186" y="10988"/>
                  </a:lnTo>
                  <a:lnTo>
                    <a:pt x="42040" y="10032"/>
                  </a:lnTo>
                  <a:lnTo>
                    <a:pt x="48251" y="13854"/>
                  </a:lnTo>
                  <a:lnTo>
                    <a:pt x="56850" y="23886"/>
                  </a:lnTo>
                  <a:lnTo>
                    <a:pt x="69748" y="3439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3" name="Freeform 1302">
              <a:extLst>
                <a:ext uri="{FF2B5EF4-FFF2-40B4-BE49-F238E27FC236}">
                  <a16:creationId xmlns:a16="http://schemas.microsoft.com/office/drawing/2014/main" id="{2ADAEF68-C5D4-1738-A081-DF289F97895F}"/>
                </a:ext>
              </a:extLst>
            </p:cNvPr>
            <p:cNvSpPr/>
            <p:nvPr/>
          </p:nvSpPr>
          <p:spPr>
            <a:xfrm>
              <a:off x="6903839" y="2735598"/>
              <a:ext cx="122776" cy="166249"/>
            </a:xfrm>
            <a:custGeom>
              <a:avLst/>
              <a:gdLst>
                <a:gd name="csX0" fmla="*/ 121343 w 122776"/>
                <a:gd name="csY0" fmla="*/ 155262 h 166249"/>
                <a:gd name="csX1" fmla="*/ 122777 w 122776"/>
                <a:gd name="csY1" fmla="*/ 157173 h 166249"/>
                <a:gd name="csX2" fmla="*/ 119432 w 122776"/>
                <a:gd name="csY2" fmla="*/ 160995 h 166249"/>
                <a:gd name="csX3" fmla="*/ 115611 w 122776"/>
                <a:gd name="csY3" fmla="*/ 162428 h 166249"/>
                <a:gd name="csX4" fmla="*/ 115133 w 122776"/>
                <a:gd name="csY4" fmla="*/ 163861 h 166249"/>
                <a:gd name="csX5" fmla="*/ 113222 w 122776"/>
                <a:gd name="csY5" fmla="*/ 164817 h 166249"/>
                <a:gd name="csX6" fmla="*/ 103189 w 122776"/>
                <a:gd name="csY6" fmla="*/ 161950 h 166249"/>
                <a:gd name="csX7" fmla="*/ 102712 w 122776"/>
                <a:gd name="csY7" fmla="*/ 161473 h 166249"/>
                <a:gd name="csX8" fmla="*/ 101757 w 122776"/>
                <a:gd name="csY8" fmla="*/ 159084 h 166249"/>
                <a:gd name="csX9" fmla="*/ 100801 w 122776"/>
                <a:gd name="csY9" fmla="*/ 157173 h 166249"/>
                <a:gd name="csX10" fmla="*/ 97935 w 122776"/>
                <a:gd name="csY10" fmla="*/ 156695 h 166249"/>
                <a:gd name="csX11" fmla="*/ 95546 w 122776"/>
                <a:gd name="csY11" fmla="*/ 158128 h 166249"/>
                <a:gd name="csX12" fmla="*/ 96979 w 122776"/>
                <a:gd name="csY12" fmla="*/ 160039 h 166249"/>
                <a:gd name="csX13" fmla="*/ 98890 w 122776"/>
                <a:gd name="csY13" fmla="*/ 160517 h 166249"/>
                <a:gd name="csX14" fmla="*/ 101757 w 122776"/>
                <a:gd name="csY14" fmla="*/ 164817 h 166249"/>
                <a:gd name="csX15" fmla="*/ 100323 w 122776"/>
                <a:gd name="csY15" fmla="*/ 166250 h 166249"/>
                <a:gd name="csX16" fmla="*/ 98890 w 122776"/>
                <a:gd name="csY16" fmla="*/ 166250 h 166249"/>
                <a:gd name="csX17" fmla="*/ 93157 w 122776"/>
                <a:gd name="csY17" fmla="*/ 160995 h 166249"/>
                <a:gd name="csX18" fmla="*/ 92680 w 122776"/>
                <a:gd name="csY18" fmla="*/ 161950 h 166249"/>
                <a:gd name="csX19" fmla="*/ 92202 w 122776"/>
                <a:gd name="csY19" fmla="*/ 163384 h 166249"/>
                <a:gd name="csX20" fmla="*/ 89336 w 122776"/>
                <a:gd name="csY20" fmla="*/ 161473 h 166249"/>
                <a:gd name="csX21" fmla="*/ 88858 w 122776"/>
                <a:gd name="csY21" fmla="*/ 162906 h 166249"/>
                <a:gd name="csX22" fmla="*/ 86469 w 122776"/>
                <a:gd name="csY22" fmla="*/ 163384 h 166249"/>
                <a:gd name="csX23" fmla="*/ 84558 w 122776"/>
                <a:gd name="csY23" fmla="*/ 161950 h 166249"/>
                <a:gd name="csX24" fmla="*/ 84558 w 122776"/>
                <a:gd name="csY24" fmla="*/ 160039 h 166249"/>
                <a:gd name="csX25" fmla="*/ 84080 w 122776"/>
                <a:gd name="csY25" fmla="*/ 159084 h 166249"/>
                <a:gd name="csX26" fmla="*/ 75481 w 122776"/>
                <a:gd name="csY26" fmla="*/ 160517 h 166249"/>
                <a:gd name="csX27" fmla="*/ 71659 w 122776"/>
                <a:gd name="csY27" fmla="*/ 160517 h 166249"/>
                <a:gd name="csX28" fmla="*/ 67838 w 122776"/>
                <a:gd name="csY28" fmla="*/ 160039 h 166249"/>
                <a:gd name="csX29" fmla="*/ 63538 w 122776"/>
                <a:gd name="csY29" fmla="*/ 156695 h 166249"/>
                <a:gd name="csX30" fmla="*/ 63061 w 122776"/>
                <a:gd name="csY30" fmla="*/ 158128 h 166249"/>
                <a:gd name="csX31" fmla="*/ 62582 w 122776"/>
                <a:gd name="csY31" fmla="*/ 160039 h 166249"/>
                <a:gd name="csX32" fmla="*/ 61150 w 122776"/>
                <a:gd name="csY32" fmla="*/ 159084 h 166249"/>
                <a:gd name="csX33" fmla="*/ 57328 w 122776"/>
                <a:gd name="csY33" fmla="*/ 156218 h 166249"/>
                <a:gd name="csX34" fmla="*/ 54939 w 122776"/>
                <a:gd name="csY34" fmla="*/ 155262 h 166249"/>
                <a:gd name="csX35" fmla="*/ 45384 w 122776"/>
                <a:gd name="csY35" fmla="*/ 152396 h 166249"/>
                <a:gd name="csX36" fmla="*/ 38696 w 122776"/>
                <a:gd name="csY36" fmla="*/ 149052 h 166249"/>
                <a:gd name="csX37" fmla="*/ 40129 w 122776"/>
                <a:gd name="csY37" fmla="*/ 147618 h 166249"/>
                <a:gd name="csX38" fmla="*/ 42996 w 122776"/>
                <a:gd name="csY38" fmla="*/ 147141 h 166249"/>
                <a:gd name="csX39" fmla="*/ 42996 w 122776"/>
                <a:gd name="csY39" fmla="*/ 144752 h 166249"/>
                <a:gd name="csX40" fmla="*/ 42518 w 122776"/>
                <a:gd name="csY40" fmla="*/ 142363 h 166249"/>
                <a:gd name="csX41" fmla="*/ 42518 w 122776"/>
                <a:gd name="csY41" fmla="*/ 139019 h 166249"/>
                <a:gd name="csX42" fmla="*/ 44429 w 122776"/>
                <a:gd name="csY42" fmla="*/ 137108 h 166249"/>
                <a:gd name="csX43" fmla="*/ 47773 w 122776"/>
                <a:gd name="csY43" fmla="*/ 138064 h 166249"/>
                <a:gd name="csX44" fmla="*/ 47295 w 122776"/>
                <a:gd name="csY44" fmla="*/ 135197 h 166249"/>
                <a:gd name="csX45" fmla="*/ 49206 w 122776"/>
                <a:gd name="csY45" fmla="*/ 134242 h 166249"/>
                <a:gd name="csX46" fmla="*/ 52550 w 122776"/>
                <a:gd name="csY46" fmla="*/ 136153 h 166249"/>
                <a:gd name="csX47" fmla="*/ 53984 w 122776"/>
                <a:gd name="csY47" fmla="*/ 135197 h 166249"/>
                <a:gd name="csX48" fmla="*/ 48729 w 122776"/>
                <a:gd name="csY48" fmla="*/ 131376 h 166249"/>
                <a:gd name="csX49" fmla="*/ 42518 w 122776"/>
                <a:gd name="csY49" fmla="*/ 125643 h 166249"/>
                <a:gd name="csX50" fmla="*/ 43473 w 122776"/>
                <a:gd name="csY50" fmla="*/ 123254 h 166249"/>
                <a:gd name="csX51" fmla="*/ 41085 w 122776"/>
                <a:gd name="csY51" fmla="*/ 122777 h 166249"/>
                <a:gd name="csX52" fmla="*/ 39174 w 122776"/>
                <a:gd name="csY52" fmla="*/ 123254 h 166249"/>
                <a:gd name="csX53" fmla="*/ 37263 w 122776"/>
                <a:gd name="csY53" fmla="*/ 119910 h 166249"/>
                <a:gd name="csX54" fmla="*/ 37741 w 122776"/>
                <a:gd name="csY54" fmla="*/ 115133 h 166249"/>
                <a:gd name="csX55" fmla="*/ 39174 w 122776"/>
                <a:gd name="csY55" fmla="*/ 112266 h 166249"/>
                <a:gd name="csX56" fmla="*/ 38218 w 122776"/>
                <a:gd name="csY56" fmla="*/ 111311 h 166249"/>
                <a:gd name="csX57" fmla="*/ 29141 w 122776"/>
                <a:gd name="csY57" fmla="*/ 114177 h 166249"/>
                <a:gd name="csX58" fmla="*/ 24842 w 122776"/>
                <a:gd name="csY58" fmla="*/ 113700 h 166249"/>
                <a:gd name="csX59" fmla="*/ 19587 w 122776"/>
                <a:gd name="csY59" fmla="*/ 111789 h 166249"/>
                <a:gd name="csX60" fmla="*/ 14809 w 122776"/>
                <a:gd name="csY60" fmla="*/ 114655 h 166249"/>
                <a:gd name="csX61" fmla="*/ 10032 w 122776"/>
                <a:gd name="csY61" fmla="*/ 115133 h 166249"/>
                <a:gd name="csX62" fmla="*/ 7166 w 122776"/>
                <a:gd name="csY62" fmla="*/ 114655 h 166249"/>
                <a:gd name="csX63" fmla="*/ 4777 w 122776"/>
                <a:gd name="csY63" fmla="*/ 112266 h 166249"/>
                <a:gd name="csX64" fmla="*/ 2866 w 122776"/>
                <a:gd name="csY64" fmla="*/ 109878 h 166249"/>
                <a:gd name="csX65" fmla="*/ 1433 w 122776"/>
                <a:gd name="csY65" fmla="*/ 105578 h 166249"/>
                <a:gd name="csX66" fmla="*/ 0 w 122776"/>
                <a:gd name="csY66" fmla="*/ 97935 h 166249"/>
                <a:gd name="csX67" fmla="*/ 0 w 122776"/>
                <a:gd name="csY67" fmla="*/ 95068 h 166249"/>
                <a:gd name="csX68" fmla="*/ 0 w 122776"/>
                <a:gd name="csY68" fmla="*/ 88858 h 166249"/>
                <a:gd name="csX69" fmla="*/ 956 w 122776"/>
                <a:gd name="csY69" fmla="*/ 85991 h 166249"/>
                <a:gd name="csX70" fmla="*/ 2866 w 122776"/>
                <a:gd name="csY70" fmla="*/ 80736 h 166249"/>
                <a:gd name="csX71" fmla="*/ 4300 w 122776"/>
                <a:gd name="csY71" fmla="*/ 78825 h 166249"/>
                <a:gd name="csX72" fmla="*/ 7166 w 122776"/>
                <a:gd name="csY72" fmla="*/ 76437 h 166249"/>
                <a:gd name="csX73" fmla="*/ 9077 w 122776"/>
                <a:gd name="csY73" fmla="*/ 75959 h 166249"/>
                <a:gd name="csX74" fmla="*/ 12421 w 122776"/>
                <a:gd name="csY74" fmla="*/ 76914 h 166249"/>
                <a:gd name="csX75" fmla="*/ 16243 w 122776"/>
                <a:gd name="csY75" fmla="*/ 77392 h 166249"/>
                <a:gd name="csX76" fmla="*/ 17676 w 122776"/>
                <a:gd name="csY76" fmla="*/ 75959 h 166249"/>
                <a:gd name="csX77" fmla="*/ 19109 w 122776"/>
                <a:gd name="csY77" fmla="*/ 73093 h 166249"/>
                <a:gd name="csX78" fmla="*/ 20543 w 122776"/>
                <a:gd name="csY78" fmla="*/ 69749 h 166249"/>
                <a:gd name="csX79" fmla="*/ 22931 w 122776"/>
                <a:gd name="csY79" fmla="*/ 67838 h 166249"/>
                <a:gd name="csX80" fmla="*/ 23409 w 122776"/>
                <a:gd name="csY80" fmla="*/ 66882 h 166249"/>
                <a:gd name="csX81" fmla="*/ 24364 w 122776"/>
                <a:gd name="csY81" fmla="*/ 64971 h 166249"/>
                <a:gd name="csX82" fmla="*/ 25320 w 122776"/>
                <a:gd name="csY82" fmla="*/ 61627 h 166249"/>
                <a:gd name="csX83" fmla="*/ 25320 w 122776"/>
                <a:gd name="csY83" fmla="*/ 58761 h 166249"/>
                <a:gd name="csX84" fmla="*/ 25798 w 122776"/>
                <a:gd name="csY84" fmla="*/ 55894 h 166249"/>
                <a:gd name="csX85" fmla="*/ 28186 w 122776"/>
                <a:gd name="csY85" fmla="*/ 52072 h 166249"/>
                <a:gd name="csX86" fmla="*/ 27709 w 122776"/>
                <a:gd name="csY86" fmla="*/ 49684 h 166249"/>
                <a:gd name="csX87" fmla="*/ 27709 w 122776"/>
                <a:gd name="csY87" fmla="*/ 47773 h 166249"/>
                <a:gd name="csX88" fmla="*/ 29141 w 122776"/>
                <a:gd name="csY88" fmla="*/ 44907 h 166249"/>
                <a:gd name="csX89" fmla="*/ 24842 w 122776"/>
                <a:gd name="csY89" fmla="*/ 43951 h 166249"/>
                <a:gd name="csX90" fmla="*/ 22931 w 122776"/>
                <a:gd name="csY90" fmla="*/ 42518 h 166249"/>
                <a:gd name="csX91" fmla="*/ 21498 w 122776"/>
                <a:gd name="csY91" fmla="*/ 40607 h 166249"/>
                <a:gd name="csX92" fmla="*/ 21975 w 122776"/>
                <a:gd name="csY92" fmla="*/ 38696 h 166249"/>
                <a:gd name="csX93" fmla="*/ 22454 w 122776"/>
                <a:gd name="csY93" fmla="*/ 37263 h 166249"/>
                <a:gd name="csX94" fmla="*/ 27231 w 122776"/>
                <a:gd name="csY94" fmla="*/ 32008 h 166249"/>
                <a:gd name="csX95" fmla="*/ 29141 w 122776"/>
                <a:gd name="csY95" fmla="*/ 30575 h 166249"/>
                <a:gd name="csX96" fmla="*/ 31530 w 122776"/>
                <a:gd name="csY96" fmla="*/ 29619 h 166249"/>
                <a:gd name="csX97" fmla="*/ 33441 w 122776"/>
                <a:gd name="csY97" fmla="*/ 29619 h 166249"/>
                <a:gd name="csX98" fmla="*/ 35830 w 122776"/>
                <a:gd name="csY98" fmla="*/ 30575 h 166249"/>
                <a:gd name="csX99" fmla="*/ 38218 w 122776"/>
                <a:gd name="csY99" fmla="*/ 29619 h 166249"/>
                <a:gd name="csX100" fmla="*/ 35830 w 122776"/>
                <a:gd name="csY100" fmla="*/ 26275 h 166249"/>
                <a:gd name="csX101" fmla="*/ 35830 w 122776"/>
                <a:gd name="csY101" fmla="*/ 23886 h 166249"/>
                <a:gd name="csX102" fmla="*/ 34874 w 122776"/>
                <a:gd name="csY102" fmla="*/ 17676 h 166249"/>
                <a:gd name="csX103" fmla="*/ 34874 w 122776"/>
                <a:gd name="csY103" fmla="*/ 15287 h 166249"/>
                <a:gd name="csX104" fmla="*/ 35830 w 122776"/>
                <a:gd name="csY104" fmla="*/ 12899 h 166249"/>
                <a:gd name="csX105" fmla="*/ 38218 w 122776"/>
                <a:gd name="csY105" fmla="*/ 10510 h 166249"/>
                <a:gd name="csX106" fmla="*/ 41085 w 122776"/>
                <a:gd name="csY106" fmla="*/ 9555 h 166249"/>
                <a:gd name="csX107" fmla="*/ 43473 w 122776"/>
                <a:gd name="csY107" fmla="*/ 8121 h 166249"/>
                <a:gd name="csX108" fmla="*/ 45862 w 122776"/>
                <a:gd name="csY108" fmla="*/ 6210 h 166249"/>
                <a:gd name="csX109" fmla="*/ 48251 w 122776"/>
                <a:gd name="csY109" fmla="*/ 5733 h 166249"/>
                <a:gd name="csX110" fmla="*/ 52550 w 122776"/>
                <a:gd name="csY110" fmla="*/ 7166 h 166249"/>
                <a:gd name="csX111" fmla="*/ 54939 w 122776"/>
                <a:gd name="csY111" fmla="*/ 6688 h 166249"/>
                <a:gd name="csX112" fmla="*/ 57328 w 122776"/>
                <a:gd name="csY112" fmla="*/ 5733 h 166249"/>
                <a:gd name="csX113" fmla="*/ 64493 w 122776"/>
                <a:gd name="csY113" fmla="*/ 956 h 166249"/>
                <a:gd name="csX114" fmla="*/ 66882 w 122776"/>
                <a:gd name="csY114" fmla="*/ 0 h 166249"/>
                <a:gd name="csX115" fmla="*/ 69271 w 122776"/>
                <a:gd name="csY115" fmla="*/ 478 h 166249"/>
                <a:gd name="csX116" fmla="*/ 73093 w 122776"/>
                <a:gd name="csY116" fmla="*/ 1911 h 166249"/>
                <a:gd name="csX117" fmla="*/ 76914 w 122776"/>
                <a:gd name="csY117" fmla="*/ 5255 h 166249"/>
                <a:gd name="csX118" fmla="*/ 86469 w 122776"/>
                <a:gd name="csY118" fmla="*/ 7644 h 166249"/>
                <a:gd name="csX119" fmla="*/ 93157 w 122776"/>
                <a:gd name="csY119" fmla="*/ 8121 h 166249"/>
                <a:gd name="csX120" fmla="*/ 97457 w 122776"/>
                <a:gd name="csY120" fmla="*/ 10510 h 166249"/>
                <a:gd name="csX121" fmla="*/ 98890 w 122776"/>
                <a:gd name="csY121" fmla="*/ 11943 h 166249"/>
                <a:gd name="csX122" fmla="*/ 98412 w 122776"/>
                <a:gd name="csY122" fmla="*/ 15765 h 166249"/>
                <a:gd name="csX123" fmla="*/ 96979 w 122776"/>
                <a:gd name="csY123" fmla="*/ 17198 h 166249"/>
                <a:gd name="csX124" fmla="*/ 94113 w 122776"/>
                <a:gd name="csY124" fmla="*/ 22453 h 166249"/>
                <a:gd name="csX125" fmla="*/ 93635 w 122776"/>
                <a:gd name="csY125" fmla="*/ 25320 h 166249"/>
                <a:gd name="csX126" fmla="*/ 94113 w 122776"/>
                <a:gd name="csY126" fmla="*/ 30097 h 166249"/>
                <a:gd name="csX127" fmla="*/ 94113 w 122776"/>
                <a:gd name="csY127" fmla="*/ 33919 h 166249"/>
                <a:gd name="csX128" fmla="*/ 92680 w 122776"/>
                <a:gd name="csY128" fmla="*/ 36307 h 166249"/>
                <a:gd name="csX129" fmla="*/ 92202 w 122776"/>
                <a:gd name="csY129" fmla="*/ 37263 h 166249"/>
                <a:gd name="csX130" fmla="*/ 86947 w 122776"/>
                <a:gd name="csY130" fmla="*/ 37263 h 166249"/>
                <a:gd name="csX131" fmla="*/ 85036 w 122776"/>
                <a:gd name="csY131" fmla="*/ 38696 h 166249"/>
                <a:gd name="csX132" fmla="*/ 85036 w 122776"/>
                <a:gd name="csY132" fmla="*/ 41563 h 166249"/>
                <a:gd name="csX133" fmla="*/ 84558 w 122776"/>
                <a:gd name="csY133" fmla="*/ 44429 h 166249"/>
                <a:gd name="csX134" fmla="*/ 82647 w 122776"/>
                <a:gd name="csY134" fmla="*/ 49206 h 166249"/>
                <a:gd name="csX135" fmla="*/ 79303 w 122776"/>
                <a:gd name="csY135" fmla="*/ 50639 h 166249"/>
                <a:gd name="csX136" fmla="*/ 78825 w 122776"/>
                <a:gd name="csY136" fmla="*/ 52072 h 166249"/>
                <a:gd name="csX137" fmla="*/ 78825 w 122776"/>
                <a:gd name="csY137" fmla="*/ 54939 h 166249"/>
                <a:gd name="csX138" fmla="*/ 77870 w 122776"/>
                <a:gd name="csY138" fmla="*/ 57328 h 166249"/>
                <a:gd name="csX139" fmla="*/ 77870 w 122776"/>
                <a:gd name="csY139" fmla="*/ 60672 h 166249"/>
                <a:gd name="csX140" fmla="*/ 78348 w 122776"/>
                <a:gd name="csY140" fmla="*/ 62583 h 166249"/>
                <a:gd name="csX141" fmla="*/ 78825 w 122776"/>
                <a:gd name="csY141" fmla="*/ 66404 h 166249"/>
                <a:gd name="csX142" fmla="*/ 80736 w 122776"/>
                <a:gd name="csY142" fmla="*/ 71659 h 166249"/>
                <a:gd name="csX143" fmla="*/ 80736 w 122776"/>
                <a:gd name="csY143" fmla="*/ 74048 h 166249"/>
                <a:gd name="csX144" fmla="*/ 78825 w 122776"/>
                <a:gd name="csY144" fmla="*/ 78348 h 166249"/>
                <a:gd name="csX145" fmla="*/ 77870 w 122776"/>
                <a:gd name="csY145" fmla="*/ 84080 h 166249"/>
                <a:gd name="csX146" fmla="*/ 76437 w 122776"/>
                <a:gd name="csY146" fmla="*/ 88858 h 166249"/>
                <a:gd name="csX147" fmla="*/ 79781 w 122776"/>
                <a:gd name="csY147" fmla="*/ 92679 h 166249"/>
                <a:gd name="csX148" fmla="*/ 81692 w 122776"/>
                <a:gd name="csY148" fmla="*/ 97457 h 166249"/>
                <a:gd name="csX149" fmla="*/ 82647 w 122776"/>
                <a:gd name="csY149" fmla="*/ 103190 h 166249"/>
                <a:gd name="csX150" fmla="*/ 86947 w 122776"/>
                <a:gd name="csY150" fmla="*/ 113700 h 166249"/>
                <a:gd name="csX151" fmla="*/ 91246 w 122776"/>
                <a:gd name="csY151" fmla="*/ 122777 h 166249"/>
                <a:gd name="csX152" fmla="*/ 99368 w 122776"/>
                <a:gd name="csY152" fmla="*/ 136153 h 166249"/>
                <a:gd name="csX153" fmla="*/ 108445 w 122776"/>
                <a:gd name="csY153" fmla="*/ 146185 h 166249"/>
                <a:gd name="csX154" fmla="*/ 111789 w 122776"/>
                <a:gd name="csY154" fmla="*/ 149052 h 166249"/>
                <a:gd name="csX155" fmla="*/ 119910 w 122776"/>
                <a:gd name="csY155" fmla="*/ 153829 h 166249"/>
                <a:gd name="csX156" fmla="*/ 121343 w 122776"/>
                <a:gd name="csY156" fmla="*/ 155262 h 166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</a:cxnLst>
              <a:rect l="l" t="t" r="r" b="b"/>
              <a:pathLst>
                <a:path w="122776" h="166249">
                  <a:moveTo>
                    <a:pt x="121343" y="155262"/>
                  </a:moveTo>
                  <a:lnTo>
                    <a:pt x="122777" y="157173"/>
                  </a:lnTo>
                  <a:lnTo>
                    <a:pt x="119432" y="160995"/>
                  </a:lnTo>
                  <a:lnTo>
                    <a:pt x="115611" y="162428"/>
                  </a:lnTo>
                  <a:lnTo>
                    <a:pt x="115133" y="163861"/>
                  </a:lnTo>
                  <a:lnTo>
                    <a:pt x="113222" y="164817"/>
                  </a:lnTo>
                  <a:lnTo>
                    <a:pt x="103189" y="161950"/>
                  </a:lnTo>
                  <a:lnTo>
                    <a:pt x="102712" y="161473"/>
                  </a:lnTo>
                  <a:lnTo>
                    <a:pt x="101757" y="159084"/>
                  </a:lnTo>
                  <a:lnTo>
                    <a:pt x="100801" y="157173"/>
                  </a:lnTo>
                  <a:lnTo>
                    <a:pt x="97935" y="156695"/>
                  </a:lnTo>
                  <a:lnTo>
                    <a:pt x="95546" y="158128"/>
                  </a:lnTo>
                  <a:lnTo>
                    <a:pt x="96979" y="160039"/>
                  </a:lnTo>
                  <a:lnTo>
                    <a:pt x="98890" y="160517"/>
                  </a:lnTo>
                  <a:lnTo>
                    <a:pt x="101757" y="164817"/>
                  </a:lnTo>
                  <a:lnTo>
                    <a:pt x="100323" y="166250"/>
                  </a:lnTo>
                  <a:lnTo>
                    <a:pt x="98890" y="166250"/>
                  </a:lnTo>
                  <a:lnTo>
                    <a:pt x="93157" y="160995"/>
                  </a:lnTo>
                  <a:lnTo>
                    <a:pt x="92680" y="161950"/>
                  </a:lnTo>
                  <a:lnTo>
                    <a:pt x="92202" y="163384"/>
                  </a:lnTo>
                  <a:lnTo>
                    <a:pt x="89336" y="161473"/>
                  </a:lnTo>
                  <a:lnTo>
                    <a:pt x="88858" y="162906"/>
                  </a:lnTo>
                  <a:lnTo>
                    <a:pt x="86469" y="163384"/>
                  </a:lnTo>
                  <a:lnTo>
                    <a:pt x="84558" y="161950"/>
                  </a:lnTo>
                  <a:lnTo>
                    <a:pt x="84558" y="160039"/>
                  </a:lnTo>
                  <a:lnTo>
                    <a:pt x="84080" y="159084"/>
                  </a:lnTo>
                  <a:lnTo>
                    <a:pt x="75481" y="160517"/>
                  </a:lnTo>
                  <a:lnTo>
                    <a:pt x="71659" y="160517"/>
                  </a:lnTo>
                  <a:lnTo>
                    <a:pt x="67838" y="160039"/>
                  </a:lnTo>
                  <a:lnTo>
                    <a:pt x="63538" y="156695"/>
                  </a:lnTo>
                  <a:lnTo>
                    <a:pt x="63061" y="158128"/>
                  </a:lnTo>
                  <a:lnTo>
                    <a:pt x="62582" y="160039"/>
                  </a:lnTo>
                  <a:lnTo>
                    <a:pt x="61150" y="159084"/>
                  </a:lnTo>
                  <a:lnTo>
                    <a:pt x="57328" y="156218"/>
                  </a:lnTo>
                  <a:lnTo>
                    <a:pt x="54939" y="155262"/>
                  </a:lnTo>
                  <a:lnTo>
                    <a:pt x="45384" y="152396"/>
                  </a:lnTo>
                  <a:lnTo>
                    <a:pt x="38696" y="149052"/>
                  </a:lnTo>
                  <a:lnTo>
                    <a:pt x="40129" y="147618"/>
                  </a:lnTo>
                  <a:lnTo>
                    <a:pt x="42996" y="147141"/>
                  </a:lnTo>
                  <a:lnTo>
                    <a:pt x="42996" y="144752"/>
                  </a:lnTo>
                  <a:lnTo>
                    <a:pt x="42518" y="142363"/>
                  </a:lnTo>
                  <a:lnTo>
                    <a:pt x="42518" y="139019"/>
                  </a:lnTo>
                  <a:lnTo>
                    <a:pt x="44429" y="137108"/>
                  </a:lnTo>
                  <a:lnTo>
                    <a:pt x="47773" y="138064"/>
                  </a:lnTo>
                  <a:lnTo>
                    <a:pt x="47295" y="135197"/>
                  </a:lnTo>
                  <a:lnTo>
                    <a:pt x="49206" y="134242"/>
                  </a:lnTo>
                  <a:lnTo>
                    <a:pt x="52550" y="136153"/>
                  </a:lnTo>
                  <a:lnTo>
                    <a:pt x="53984" y="135197"/>
                  </a:lnTo>
                  <a:lnTo>
                    <a:pt x="48729" y="131376"/>
                  </a:lnTo>
                  <a:lnTo>
                    <a:pt x="42518" y="125643"/>
                  </a:lnTo>
                  <a:lnTo>
                    <a:pt x="43473" y="123254"/>
                  </a:lnTo>
                  <a:lnTo>
                    <a:pt x="41085" y="122777"/>
                  </a:lnTo>
                  <a:lnTo>
                    <a:pt x="39174" y="123254"/>
                  </a:lnTo>
                  <a:lnTo>
                    <a:pt x="37263" y="119910"/>
                  </a:lnTo>
                  <a:lnTo>
                    <a:pt x="37741" y="115133"/>
                  </a:lnTo>
                  <a:lnTo>
                    <a:pt x="39174" y="112266"/>
                  </a:lnTo>
                  <a:lnTo>
                    <a:pt x="38218" y="111311"/>
                  </a:lnTo>
                  <a:lnTo>
                    <a:pt x="29141" y="114177"/>
                  </a:lnTo>
                  <a:lnTo>
                    <a:pt x="24842" y="113700"/>
                  </a:lnTo>
                  <a:lnTo>
                    <a:pt x="19587" y="111789"/>
                  </a:lnTo>
                  <a:lnTo>
                    <a:pt x="14809" y="114655"/>
                  </a:lnTo>
                  <a:lnTo>
                    <a:pt x="10032" y="115133"/>
                  </a:lnTo>
                  <a:lnTo>
                    <a:pt x="7166" y="114655"/>
                  </a:lnTo>
                  <a:lnTo>
                    <a:pt x="4777" y="112266"/>
                  </a:lnTo>
                  <a:lnTo>
                    <a:pt x="2866" y="109878"/>
                  </a:lnTo>
                  <a:lnTo>
                    <a:pt x="1433" y="105578"/>
                  </a:lnTo>
                  <a:lnTo>
                    <a:pt x="0" y="97935"/>
                  </a:lnTo>
                  <a:lnTo>
                    <a:pt x="0" y="95068"/>
                  </a:lnTo>
                  <a:lnTo>
                    <a:pt x="0" y="88858"/>
                  </a:lnTo>
                  <a:lnTo>
                    <a:pt x="956" y="85991"/>
                  </a:lnTo>
                  <a:lnTo>
                    <a:pt x="2866" y="80736"/>
                  </a:lnTo>
                  <a:lnTo>
                    <a:pt x="4300" y="78825"/>
                  </a:lnTo>
                  <a:lnTo>
                    <a:pt x="7166" y="76437"/>
                  </a:lnTo>
                  <a:lnTo>
                    <a:pt x="9077" y="75959"/>
                  </a:lnTo>
                  <a:lnTo>
                    <a:pt x="12421" y="76914"/>
                  </a:lnTo>
                  <a:lnTo>
                    <a:pt x="16243" y="77392"/>
                  </a:lnTo>
                  <a:lnTo>
                    <a:pt x="17676" y="75959"/>
                  </a:lnTo>
                  <a:lnTo>
                    <a:pt x="19109" y="73093"/>
                  </a:lnTo>
                  <a:lnTo>
                    <a:pt x="20543" y="69749"/>
                  </a:lnTo>
                  <a:lnTo>
                    <a:pt x="22931" y="67838"/>
                  </a:lnTo>
                  <a:lnTo>
                    <a:pt x="23409" y="66882"/>
                  </a:lnTo>
                  <a:lnTo>
                    <a:pt x="24364" y="64971"/>
                  </a:lnTo>
                  <a:lnTo>
                    <a:pt x="25320" y="61627"/>
                  </a:lnTo>
                  <a:lnTo>
                    <a:pt x="25320" y="58761"/>
                  </a:lnTo>
                  <a:lnTo>
                    <a:pt x="25798" y="55894"/>
                  </a:lnTo>
                  <a:lnTo>
                    <a:pt x="28186" y="52072"/>
                  </a:lnTo>
                  <a:lnTo>
                    <a:pt x="27709" y="49684"/>
                  </a:lnTo>
                  <a:lnTo>
                    <a:pt x="27709" y="47773"/>
                  </a:lnTo>
                  <a:lnTo>
                    <a:pt x="29141" y="44907"/>
                  </a:lnTo>
                  <a:lnTo>
                    <a:pt x="24842" y="43951"/>
                  </a:lnTo>
                  <a:lnTo>
                    <a:pt x="22931" y="42518"/>
                  </a:lnTo>
                  <a:lnTo>
                    <a:pt x="21498" y="40607"/>
                  </a:lnTo>
                  <a:lnTo>
                    <a:pt x="21975" y="38696"/>
                  </a:lnTo>
                  <a:lnTo>
                    <a:pt x="22454" y="37263"/>
                  </a:lnTo>
                  <a:lnTo>
                    <a:pt x="27231" y="32008"/>
                  </a:lnTo>
                  <a:lnTo>
                    <a:pt x="29141" y="30575"/>
                  </a:lnTo>
                  <a:lnTo>
                    <a:pt x="31530" y="29619"/>
                  </a:lnTo>
                  <a:lnTo>
                    <a:pt x="33441" y="29619"/>
                  </a:lnTo>
                  <a:lnTo>
                    <a:pt x="35830" y="30575"/>
                  </a:lnTo>
                  <a:lnTo>
                    <a:pt x="38218" y="29619"/>
                  </a:lnTo>
                  <a:lnTo>
                    <a:pt x="35830" y="26275"/>
                  </a:lnTo>
                  <a:lnTo>
                    <a:pt x="35830" y="23886"/>
                  </a:lnTo>
                  <a:lnTo>
                    <a:pt x="34874" y="17676"/>
                  </a:lnTo>
                  <a:lnTo>
                    <a:pt x="34874" y="15287"/>
                  </a:lnTo>
                  <a:lnTo>
                    <a:pt x="35830" y="12899"/>
                  </a:lnTo>
                  <a:lnTo>
                    <a:pt x="38218" y="10510"/>
                  </a:lnTo>
                  <a:lnTo>
                    <a:pt x="41085" y="9555"/>
                  </a:lnTo>
                  <a:lnTo>
                    <a:pt x="43473" y="8121"/>
                  </a:lnTo>
                  <a:lnTo>
                    <a:pt x="45862" y="6210"/>
                  </a:lnTo>
                  <a:lnTo>
                    <a:pt x="48251" y="5733"/>
                  </a:lnTo>
                  <a:lnTo>
                    <a:pt x="52550" y="7166"/>
                  </a:lnTo>
                  <a:lnTo>
                    <a:pt x="54939" y="6688"/>
                  </a:lnTo>
                  <a:lnTo>
                    <a:pt x="57328" y="5733"/>
                  </a:lnTo>
                  <a:lnTo>
                    <a:pt x="64493" y="956"/>
                  </a:lnTo>
                  <a:lnTo>
                    <a:pt x="66882" y="0"/>
                  </a:lnTo>
                  <a:lnTo>
                    <a:pt x="69271" y="478"/>
                  </a:lnTo>
                  <a:lnTo>
                    <a:pt x="73093" y="1911"/>
                  </a:lnTo>
                  <a:lnTo>
                    <a:pt x="76914" y="5255"/>
                  </a:lnTo>
                  <a:lnTo>
                    <a:pt x="86469" y="7644"/>
                  </a:lnTo>
                  <a:lnTo>
                    <a:pt x="93157" y="8121"/>
                  </a:lnTo>
                  <a:lnTo>
                    <a:pt x="97457" y="10510"/>
                  </a:lnTo>
                  <a:lnTo>
                    <a:pt x="98890" y="11943"/>
                  </a:lnTo>
                  <a:lnTo>
                    <a:pt x="98412" y="15765"/>
                  </a:lnTo>
                  <a:lnTo>
                    <a:pt x="96979" y="17198"/>
                  </a:lnTo>
                  <a:lnTo>
                    <a:pt x="94113" y="22453"/>
                  </a:lnTo>
                  <a:lnTo>
                    <a:pt x="93635" y="25320"/>
                  </a:lnTo>
                  <a:lnTo>
                    <a:pt x="94113" y="30097"/>
                  </a:lnTo>
                  <a:lnTo>
                    <a:pt x="94113" y="33919"/>
                  </a:lnTo>
                  <a:lnTo>
                    <a:pt x="92680" y="36307"/>
                  </a:lnTo>
                  <a:lnTo>
                    <a:pt x="92202" y="37263"/>
                  </a:lnTo>
                  <a:lnTo>
                    <a:pt x="86947" y="37263"/>
                  </a:lnTo>
                  <a:lnTo>
                    <a:pt x="85036" y="38696"/>
                  </a:lnTo>
                  <a:lnTo>
                    <a:pt x="85036" y="41563"/>
                  </a:lnTo>
                  <a:lnTo>
                    <a:pt x="84558" y="44429"/>
                  </a:lnTo>
                  <a:lnTo>
                    <a:pt x="82647" y="49206"/>
                  </a:lnTo>
                  <a:lnTo>
                    <a:pt x="79303" y="50639"/>
                  </a:lnTo>
                  <a:lnTo>
                    <a:pt x="78825" y="52072"/>
                  </a:lnTo>
                  <a:lnTo>
                    <a:pt x="78825" y="54939"/>
                  </a:lnTo>
                  <a:lnTo>
                    <a:pt x="77870" y="57328"/>
                  </a:lnTo>
                  <a:lnTo>
                    <a:pt x="77870" y="60672"/>
                  </a:lnTo>
                  <a:lnTo>
                    <a:pt x="78348" y="62583"/>
                  </a:lnTo>
                  <a:lnTo>
                    <a:pt x="78825" y="66404"/>
                  </a:lnTo>
                  <a:lnTo>
                    <a:pt x="80736" y="71659"/>
                  </a:lnTo>
                  <a:lnTo>
                    <a:pt x="80736" y="74048"/>
                  </a:lnTo>
                  <a:lnTo>
                    <a:pt x="78825" y="78348"/>
                  </a:lnTo>
                  <a:lnTo>
                    <a:pt x="77870" y="84080"/>
                  </a:lnTo>
                  <a:lnTo>
                    <a:pt x="76437" y="88858"/>
                  </a:lnTo>
                  <a:lnTo>
                    <a:pt x="79781" y="92679"/>
                  </a:lnTo>
                  <a:lnTo>
                    <a:pt x="81692" y="97457"/>
                  </a:lnTo>
                  <a:lnTo>
                    <a:pt x="82647" y="103190"/>
                  </a:lnTo>
                  <a:lnTo>
                    <a:pt x="86947" y="113700"/>
                  </a:lnTo>
                  <a:lnTo>
                    <a:pt x="91246" y="122777"/>
                  </a:lnTo>
                  <a:lnTo>
                    <a:pt x="99368" y="136153"/>
                  </a:lnTo>
                  <a:lnTo>
                    <a:pt x="108445" y="146185"/>
                  </a:lnTo>
                  <a:lnTo>
                    <a:pt x="111789" y="149052"/>
                  </a:lnTo>
                  <a:lnTo>
                    <a:pt x="119910" y="153829"/>
                  </a:lnTo>
                  <a:lnTo>
                    <a:pt x="121343" y="15526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4" name="Freeform 1303">
              <a:extLst>
                <a:ext uri="{FF2B5EF4-FFF2-40B4-BE49-F238E27FC236}">
                  <a16:creationId xmlns:a16="http://schemas.microsoft.com/office/drawing/2014/main" id="{BD69A383-E469-7893-93FB-DE967291C4D7}"/>
                </a:ext>
              </a:extLst>
            </p:cNvPr>
            <p:cNvSpPr/>
            <p:nvPr/>
          </p:nvSpPr>
          <p:spPr>
            <a:xfrm>
              <a:off x="7020405" y="3659527"/>
              <a:ext cx="4777" cy="1433"/>
            </a:xfrm>
            <a:custGeom>
              <a:avLst/>
              <a:gdLst>
                <a:gd name="csX0" fmla="*/ 4777 w 4777"/>
                <a:gd name="csY0" fmla="*/ 1433 h 1433"/>
                <a:gd name="csX1" fmla="*/ 2389 w 4777"/>
                <a:gd name="csY1" fmla="*/ 1433 h 1433"/>
                <a:gd name="csX2" fmla="*/ 0 w 4777"/>
                <a:gd name="csY2" fmla="*/ 0 h 1433"/>
                <a:gd name="csX3" fmla="*/ 2389 w 4777"/>
                <a:gd name="csY3" fmla="*/ 1433 h 1433"/>
                <a:gd name="csX4" fmla="*/ 4777 w 4777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1433">
                  <a:moveTo>
                    <a:pt x="4777" y="1433"/>
                  </a:moveTo>
                  <a:lnTo>
                    <a:pt x="2389" y="1433"/>
                  </a:lnTo>
                  <a:lnTo>
                    <a:pt x="0" y="0"/>
                  </a:lnTo>
                  <a:lnTo>
                    <a:pt x="2389" y="1433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5" name="Freeform 1304">
              <a:extLst>
                <a:ext uri="{FF2B5EF4-FFF2-40B4-BE49-F238E27FC236}">
                  <a16:creationId xmlns:a16="http://schemas.microsoft.com/office/drawing/2014/main" id="{D03E3BF6-309A-CCC5-FCF8-95439D88F8CE}"/>
                </a:ext>
              </a:extLst>
            </p:cNvPr>
            <p:cNvSpPr/>
            <p:nvPr/>
          </p:nvSpPr>
          <p:spPr>
            <a:xfrm>
              <a:off x="7019450" y="3986294"/>
              <a:ext cx="1432" cy="2388"/>
            </a:xfrm>
            <a:custGeom>
              <a:avLst/>
              <a:gdLst>
                <a:gd name="csX0" fmla="*/ 955 w 1432"/>
                <a:gd name="csY0" fmla="*/ 1433 h 2388"/>
                <a:gd name="csX1" fmla="*/ 1433 w 1432"/>
                <a:gd name="csY1" fmla="*/ 2389 h 2388"/>
                <a:gd name="csX2" fmla="*/ 955 w 1432"/>
                <a:gd name="csY2" fmla="*/ 1433 h 2388"/>
                <a:gd name="csX3" fmla="*/ 0 w 1432"/>
                <a:gd name="csY3" fmla="*/ 0 h 2388"/>
                <a:gd name="csX4" fmla="*/ 955 w 1432"/>
                <a:gd name="csY4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2388">
                  <a:moveTo>
                    <a:pt x="955" y="1433"/>
                  </a:moveTo>
                  <a:lnTo>
                    <a:pt x="1433" y="2389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9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6" name="Freeform 1305">
              <a:extLst>
                <a:ext uri="{FF2B5EF4-FFF2-40B4-BE49-F238E27FC236}">
                  <a16:creationId xmlns:a16="http://schemas.microsoft.com/office/drawing/2014/main" id="{821B9ABE-6658-CBA9-8AB0-7CFE0B410AB6}"/>
                </a:ext>
              </a:extLst>
            </p:cNvPr>
            <p:cNvSpPr/>
            <p:nvPr/>
          </p:nvSpPr>
          <p:spPr>
            <a:xfrm>
              <a:off x="7006074" y="3813834"/>
              <a:ext cx="11465" cy="3344"/>
            </a:xfrm>
            <a:custGeom>
              <a:avLst/>
              <a:gdLst>
                <a:gd name="csX0" fmla="*/ 11466 w 11465"/>
                <a:gd name="csY0" fmla="*/ 0 h 3344"/>
                <a:gd name="csX1" fmla="*/ 7166 w 11465"/>
                <a:gd name="csY1" fmla="*/ 1433 h 3344"/>
                <a:gd name="csX2" fmla="*/ 3822 w 11465"/>
                <a:gd name="csY2" fmla="*/ 2389 h 3344"/>
                <a:gd name="csX3" fmla="*/ 0 w 11465"/>
                <a:gd name="csY3" fmla="*/ 3344 h 3344"/>
                <a:gd name="csX4" fmla="*/ 3822 w 11465"/>
                <a:gd name="csY4" fmla="*/ 2389 h 3344"/>
                <a:gd name="csX5" fmla="*/ 7166 w 11465"/>
                <a:gd name="csY5" fmla="*/ 1433 h 3344"/>
                <a:gd name="csX6" fmla="*/ 11466 w 11465"/>
                <a:gd name="csY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65" h="3344">
                  <a:moveTo>
                    <a:pt x="11466" y="0"/>
                  </a:moveTo>
                  <a:lnTo>
                    <a:pt x="7166" y="1433"/>
                  </a:lnTo>
                  <a:lnTo>
                    <a:pt x="3822" y="2389"/>
                  </a:lnTo>
                  <a:lnTo>
                    <a:pt x="0" y="3344"/>
                  </a:lnTo>
                  <a:lnTo>
                    <a:pt x="3822" y="2389"/>
                  </a:lnTo>
                  <a:lnTo>
                    <a:pt x="7166" y="1433"/>
                  </a:lnTo>
                  <a:lnTo>
                    <a:pt x="114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7" name="Freeform 1306">
              <a:extLst>
                <a:ext uri="{FF2B5EF4-FFF2-40B4-BE49-F238E27FC236}">
                  <a16:creationId xmlns:a16="http://schemas.microsoft.com/office/drawing/2014/main" id="{9E4C8BDC-15CE-EA18-C338-87E340A22411}"/>
                </a:ext>
              </a:extLst>
            </p:cNvPr>
            <p:cNvSpPr/>
            <p:nvPr/>
          </p:nvSpPr>
          <p:spPr>
            <a:xfrm>
              <a:off x="6988875" y="2162801"/>
              <a:ext cx="27707" cy="32007"/>
            </a:xfrm>
            <a:custGeom>
              <a:avLst/>
              <a:gdLst>
                <a:gd name="csX0" fmla="*/ 26753 w 27707"/>
                <a:gd name="csY0" fmla="*/ 1911 h 32007"/>
                <a:gd name="csX1" fmla="*/ 27708 w 27707"/>
                <a:gd name="csY1" fmla="*/ 5733 h 32007"/>
                <a:gd name="csX2" fmla="*/ 27708 w 27707"/>
                <a:gd name="csY2" fmla="*/ 18631 h 32007"/>
                <a:gd name="csX3" fmla="*/ 26753 w 27707"/>
                <a:gd name="csY3" fmla="*/ 24842 h 32007"/>
                <a:gd name="csX4" fmla="*/ 26753 w 27707"/>
                <a:gd name="csY4" fmla="*/ 29141 h 32007"/>
                <a:gd name="csX5" fmla="*/ 24842 w 27707"/>
                <a:gd name="csY5" fmla="*/ 32008 h 32007"/>
                <a:gd name="csX6" fmla="*/ 9555 w 27707"/>
                <a:gd name="csY6" fmla="*/ 31052 h 32007"/>
                <a:gd name="csX7" fmla="*/ 1433 w 27707"/>
                <a:gd name="csY7" fmla="*/ 30097 h 32007"/>
                <a:gd name="csX8" fmla="*/ 0 w 27707"/>
                <a:gd name="csY8" fmla="*/ 28186 h 32007"/>
                <a:gd name="csX9" fmla="*/ 4300 w 27707"/>
                <a:gd name="csY9" fmla="*/ 21976 h 32007"/>
                <a:gd name="csX10" fmla="*/ 5733 w 27707"/>
                <a:gd name="csY10" fmla="*/ 17676 h 32007"/>
                <a:gd name="csX11" fmla="*/ 5255 w 27707"/>
                <a:gd name="csY11" fmla="*/ 5255 h 32007"/>
                <a:gd name="csX12" fmla="*/ 5733 w 27707"/>
                <a:gd name="csY12" fmla="*/ 2866 h 32007"/>
                <a:gd name="csX13" fmla="*/ 18632 w 27707"/>
                <a:gd name="csY13" fmla="*/ 4300 h 32007"/>
                <a:gd name="csX14" fmla="*/ 19587 w 27707"/>
                <a:gd name="csY14" fmla="*/ 478 h 32007"/>
                <a:gd name="csX15" fmla="*/ 24364 w 27707"/>
                <a:gd name="csY15" fmla="*/ 0 h 32007"/>
                <a:gd name="csX16" fmla="*/ 26753 w 27707"/>
                <a:gd name="csY16" fmla="*/ 1911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7707" h="32007">
                  <a:moveTo>
                    <a:pt x="26753" y="1911"/>
                  </a:moveTo>
                  <a:lnTo>
                    <a:pt x="27708" y="5733"/>
                  </a:lnTo>
                  <a:lnTo>
                    <a:pt x="27708" y="18631"/>
                  </a:lnTo>
                  <a:lnTo>
                    <a:pt x="26753" y="24842"/>
                  </a:lnTo>
                  <a:lnTo>
                    <a:pt x="26753" y="29141"/>
                  </a:lnTo>
                  <a:lnTo>
                    <a:pt x="24842" y="32008"/>
                  </a:lnTo>
                  <a:lnTo>
                    <a:pt x="9555" y="31052"/>
                  </a:lnTo>
                  <a:lnTo>
                    <a:pt x="1433" y="30097"/>
                  </a:lnTo>
                  <a:lnTo>
                    <a:pt x="0" y="28186"/>
                  </a:lnTo>
                  <a:lnTo>
                    <a:pt x="4300" y="21976"/>
                  </a:lnTo>
                  <a:lnTo>
                    <a:pt x="5733" y="17676"/>
                  </a:lnTo>
                  <a:lnTo>
                    <a:pt x="5255" y="5255"/>
                  </a:lnTo>
                  <a:lnTo>
                    <a:pt x="5733" y="2866"/>
                  </a:lnTo>
                  <a:lnTo>
                    <a:pt x="18632" y="4300"/>
                  </a:lnTo>
                  <a:lnTo>
                    <a:pt x="19587" y="478"/>
                  </a:lnTo>
                  <a:lnTo>
                    <a:pt x="24364" y="0"/>
                  </a:lnTo>
                  <a:lnTo>
                    <a:pt x="2675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8" name="Freeform 1307">
              <a:extLst>
                <a:ext uri="{FF2B5EF4-FFF2-40B4-BE49-F238E27FC236}">
                  <a16:creationId xmlns:a16="http://schemas.microsoft.com/office/drawing/2014/main" id="{1990DDDF-808F-1DDF-6344-E079CFAB3519}"/>
                </a:ext>
              </a:extLst>
            </p:cNvPr>
            <p:cNvSpPr/>
            <p:nvPr/>
          </p:nvSpPr>
          <p:spPr>
            <a:xfrm>
              <a:off x="7015628" y="3910813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  <a:gd name="csX4" fmla="*/ 478 w 477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9" name="Freeform 1308">
              <a:extLst>
                <a:ext uri="{FF2B5EF4-FFF2-40B4-BE49-F238E27FC236}">
                  <a16:creationId xmlns:a16="http://schemas.microsoft.com/office/drawing/2014/main" id="{E948E8F6-089B-8BC9-3F72-97F6F127D411}"/>
                </a:ext>
              </a:extLst>
            </p:cNvPr>
            <p:cNvSpPr/>
            <p:nvPr/>
          </p:nvSpPr>
          <p:spPr>
            <a:xfrm>
              <a:off x="7009896" y="3656183"/>
              <a:ext cx="3821" cy="955"/>
            </a:xfrm>
            <a:custGeom>
              <a:avLst/>
              <a:gdLst>
                <a:gd name="csX0" fmla="*/ 3821 w 3821"/>
                <a:gd name="csY0" fmla="*/ 0 h 955"/>
                <a:gd name="csX1" fmla="*/ 1433 w 3821"/>
                <a:gd name="csY1" fmla="*/ 478 h 955"/>
                <a:gd name="csX2" fmla="*/ 0 w 3821"/>
                <a:gd name="csY2" fmla="*/ 955 h 955"/>
                <a:gd name="csX3" fmla="*/ 0 w 3821"/>
                <a:gd name="csY3" fmla="*/ 955 h 955"/>
                <a:gd name="csX4" fmla="*/ 1433 w 3821"/>
                <a:gd name="csY4" fmla="*/ 478 h 955"/>
                <a:gd name="csX5" fmla="*/ 3821 w 3821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955">
                  <a:moveTo>
                    <a:pt x="3821" y="0"/>
                  </a:moveTo>
                  <a:lnTo>
                    <a:pt x="1433" y="478"/>
                  </a:lnTo>
                  <a:lnTo>
                    <a:pt x="0" y="955"/>
                  </a:lnTo>
                  <a:lnTo>
                    <a:pt x="0" y="955"/>
                  </a:lnTo>
                  <a:lnTo>
                    <a:pt x="1433" y="478"/>
                  </a:lnTo>
                  <a:lnTo>
                    <a:pt x="38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0" name="Freeform 1309">
              <a:extLst>
                <a:ext uri="{FF2B5EF4-FFF2-40B4-BE49-F238E27FC236}">
                  <a16:creationId xmlns:a16="http://schemas.microsoft.com/office/drawing/2014/main" id="{76A05DCA-BBC4-EA07-E774-639BE6E155DA}"/>
                </a:ext>
              </a:extLst>
            </p:cNvPr>
            <p:cNvSpPr/>
            <p:nvPr/>
          </p:nvSpPr>
          <p:spPr>
            <a:xfrm>
              <a:off x="7000819" y="3657138"/>
              <a:ext cx="5732" cy="2866"/>
            </a:xfrm>
            <a:custGeom>
              <a:avLst/>
              <a:gdLst>
                <a:gd name="csX0" fmla="*/ 5733 w 5732"/>
                <a:gd name="csY0" fmla="*/ 1433 h 2866"/>
                <a:gd name="csX1" fmla="*/ 5733 w 5732"/>
                <a:gd name="csY1" fmla="*/ 1433 h 2866"/>
                <a:gd name="csX2" fmla="*/ 4777 w 5732"/>
                <a:gd name="csY2" fmla="*/ 956 h 2866"/>
                <a:gd name="csX3" fmla="*/ 3344 w 5732"/>
                <a:gd name="csY3" fmla="*/ 478 h 2866"/>
                <a:gd name="csX4" fmla="*/ 0 w 5732"/>
                <a:gd name="csY4" fmla="*/ 2866 h 2866"/>
                <a:gd name="csX5" fmla="*/ 3344 w 5732"/>
                <a:gd name="csY5" fmla="*/ 0 h 2866"/>
                <a:gd name="csX6" fmla="*/ 4777 w 5732"/>
                <a:gd name="csY6" fmla="*/ 478 h 2866"/>
                <a:gd name="csX7" fmla="*/ 5733 w 5732"/>
                <a:gd name="csY7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2866">
                  <a:moveTo>
                    <a:pt x="5733" y="1433"/>
                  </a:moveTo>
                  <a:lnTo>
                    <a:pt x="5733" y="1433"/>
                  </a:lnTo>
                  <a:lnTo>
                    <a:pt x="4777" y="956"/>
                  </a:lnTo>
                  <a:lnTo>
                    <a:pt x="3344" y="478"/>
                  </a:lnTo>
                  <a:lnTo>
                    <a:pt x="0" y="2866"/>
                  </a:lnTo>
                  <a:lnTo>
                    <a:pt x="3344" y="0"/>
                  </a:lnTo>
                  <a:lnTo>
                    <a:pt x="4777" y="478"/>
                  </a:lnTo>
                  <a:lnTo>
                    <a:pt x="57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1" name="Freeform 1310">
              <a:extLst>
                <a:ext uri="{FF2B5EF4-FFF2-40B4-BE49-F238E27FC236}">
                  <a16:creationId xmlns:a16="http://schemas.microsoft.com/office/drawing/2014/main" id="{6AF7472A-808C-72E1-C203-E17AC26A5899}"/>
                </a:ext>
              </a:extLst>
            </p:cNvPr>
            <p:cNvSpPr/>
            <p:nvPr/>
          </p:nvSpPr>
          <p:spPr>
            <a:xfrm>
              <a:off x="6996041" y="3817178"/>
              <a:ext cx="10032" cy="2866"/>
            </a:xfrm>
            <a:custGeom>
              <a:avLst/>
              <a:gdLst>
                <a:gd name="csX0" fmla="*/ 10032 w 10032"/>
                <a:gd name="csY0" fmla="*/ 0 h 2866"/>
                <a:gd name="csX1" fmla="*/ 6210 w 10032"/>
                <a:gd name="csY1" fmla="*/ 1433 h 2866"/>
                <a:gd name="csX2" fmla="*/ 3344 w 10032"/>
                <a:gd name="csY2" fmla="*/ 2389 h 2866"/>
                <a:gd name="csX3" fmla="*/ 0 w 10032"/>
                <a:gd name="csY3" fmla="*/ 2866 h 2866"/>
                <a:gd name="csX4" fmla="*/ 3344 w 10032"/>
                <a:gd name="csY4" fmla="*/ 1911 h 2866"/>
                <a:gd name="csX5" fmla="*/ 6210 w 10032"/>
                <a:gd name="csY5" fmla="*/ 1433 h 2866"/>
                <a:gd name="csX6" fmla="*/ 10032 w 10032"/>
                <a:gd name="csY6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032" h="2866">
                  <a:moveTo>
                    <a:pt x="10032" y="0"/>
                  </a:moveTo>
                  <a:lnTo>
                    <a:pt x="6210" y="1433"/>
                  </a:lnTo>
                  <a:lnTo>
                    <a:pt x="3344" y="2389"/>
                  </a:lnTo>
                  <a:lnTo>
                    <a:pt x="0" y="2866"/>
                  </a:lnTo>
                  <a:lnTo>
                    <a:pt x="3344" y="1911"/>
                  </a:lnTo>
                  <a:lnTo>
                    <a:pt x="6210" y="1433"/>
                  </a:lnTo>
                  <a:lnTo>
                    <a:pt x="1003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2" name="Freeform 1311">
              <a:extLst>
                <a:ext uri="{FF2B5EF4-FFF2-40B4-BE49-F238E27FC236}">
                  <a16:creationId xmlns:a16="http://schemas.microsoft.com/office/drawing/2014/main" id="{8C219D49-00FC-08F7-E91A-E70617D0AACC}"/>
                </a:ext>
              </a:extLst>
            </p:cNvPr>
            <p:cNvSpPr/>
            <p:nvPr/>
          </p:nvSpPr>
          <p:spPr>
            <a:xfrm>
              <a:off x="7000819" y="3984861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955 w 2388"/>
                <a:gd name="csY1" fmla="*/ 478 h 955"/>
                <a:gd name="csX2" fmla="*/ 0 w 2388"/>
                <a:gd name="csY2" fmla="*/ 956 h 955"/>
                <a:gd name="csX3" fmla="*/ 955 w 2388"/>
                <a:gd name="csY3" fmla="*/ 478 h 955"/>
                <a:gd name="csX4" fmla="*/ 2389 w 2388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955" y="478"/>
                  </a:lnTo>
                  <a:lnTo>
                    <a:pt x="0" y="956"/>
                  </a:lnTo>
                  <a:lnTo>
                    <a:pt x="955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3" name="Freeform 1312">
              <a:extLst>
                <a:ext uri="{FF2B5EF4-FFF2-40B4-BE49-F238E27FC236}">
                  <a16:creationId xmlns:a16="http://schemas.microsoft.com/office/drawing/2014/main" id="{D33CF38D-96ED-CA15-48C5-FFA4983718D4}"/>
                </a:ext>
              </a:extLst>
            </p:cNvPr>
            <p:cNvSpPr/>
            <p:nvPr/>
          </p:nvSpPr>
          <p:spPr>
            <a:xfrm>
              <a:off x="6996041" y="4240446"/>
              <a:ext cx="6688" cy="14809"/>
            </a:xfrm>
            <a:custGeom>
              <a:avLst/>
              <a:gdLst>
                <a:gd name="csX0" fmla="*/ 6210 w 6688"/>
                <a:gd name="csY0" fmla="*/ 0 h 14809"/>
                <a:gd name="csX1" fmla="*/ 6688 w 6688"/>
                <a:gd name="csY1" fmla="*/ 478 h 14809"/>
                <a:gd name="csX2" fmla="*/ 6688 w 6688"/>
                <a:gd name="csY2" fmla="*/ 2866 h 14809"/>
                <a:gd name="csX3" fmla="*/ 6688 w 6688"/>
                <a:gd name="csY3" fmla="*/ 4777 h 14809"/>
                <a:gd name="csX4" fmla="*/ 5733 w 6688"/>
                <a:gd name="csY4" fmla="*/ 10988 h 14809"/>
                <a:gd name="csX5" fmla="*/ 4777 w 6688"/>
                <a:gd name="csY5" fmla="*/ 11943 h 14809"/>
                <a:gd name="csX6" fmla="*/ 4300 w 6688"/>
                <a:gd name="csY6" fmla="*/ 12899 h 14809"/>
                <a:gd name="csX7" fmla="*/ 4300 w 6688"/>
                <a:gd name="csY7" fmla="*/ 13854 h 14809"/>
                <a:gd name="csX8" fmla="*/ 3821 w 6688"/>
                <a:gd name="csY8" fmla="*/ 14332 h 14809"/>
                <a:gd name="csX9" fmla="*/ 3344 w 6688"/>
                <a:gd name="csY9" fmla="*/ 14809 h 14809"/>
                <a:gd name="csX10" fmla="*/ 1911 w 6688"/>
                <a:gd name="csY10" fmla="*/ 14332 h 14809"/>
                <a:gd name="csX11" fmla="*/ 955 w 6688"/>
                <a:gd name="csY11" fmla="*/ 13376 h 14809"/>
                <a:gd name="csX12" fmla="*/ 1433 w 6688"/>
                <a:gd name="csY12" fmla="*/ 11943 h 14809"/>
                <a:gd name="csX13" fmla="*/ 1433 w 6688"/>
                <a:gd name="csY13" fmla="*/ 10032 h 14809"/>
                <a:gd name="csX14" fmla="*/ 1911 w 6688"/>
                <a:gd name="csY14" fmla="*/ 8121 h 14809"/>
                <a:gd name="csX15" fmla="*/ 1433 w 6688"/>
                <a:gd name="csY15" fmla="*/ 6210 h 14809"/>
                <a:gd name="csX16" fmla="*/ 1433 w 6688"/>
                <a:gd name="csY16" fmla="*/ 6210 h 14809"/>
                <a:gd name="csX17" fmla="*/ 478 w 6688"/>
                <a:gd name="csY17" fmla="*/ 5733 h 14809"/>
                <a:gd name="csX18" fmla="*/ 0 w 6688"/>
                <a:gd name="csY18" fmla="*/ 5733 h 14809"/>
                <a:gd name="csX19" fmla="*/ 0 w 6688"/>
                <a:gd name="csY19" fmla="*/ 5733 h 14809"/>
                <a:gd name="csX20" fmla="*/ 1433 w 6688"/>
                <a:gd name="csY20" fmla="*/ 2866 h 14809"/>
                <a:gd name="csX21" fmla="*/ 1911 w 6688"/>
                <a:gd name="csY21" fmla="*/ 2389 h 14809"/>
                <a:gd name="csX22" fmla="*/ 2866 w 6688"/>
                <a:gd name="csY22" fmla="*/ 2866 h 14809"/>
                <a:gd name="csX23" fmla="*/ 4300 w 6688"/>
                <a:gd name="csY23" fmla="*/ 2389 h 14809"/>
                <a:gd name="csX24" fmla="*/ 5255 w 6688"/>
                <a:gd name="csY24" fmla="*/ 956 h 14809"/>
                <a:gd name="csX25" fmla="*/ 5733 w 6688"/>
                <a:gd name="csY25" fmla="*/ 0 h 14809"/>
                <a:gd name="csX26" fmla="*/ 6210 w 6688"/>
                <a:gd name="csY26" fmla="*/ 0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688" h="14809">
                  <a:moveTo>
                    <a:pt x="6210" y="0"/>
                  </a:moveTo>
                  <a:lnTo>
                    <a:pt x="6688" y="478"/>
                  </a:lnTo>
                  <a:lnTo>
                    <a:pt x="6688" y="2866"/>
                  </a:lnTo>
                  <a:lnTo>
                    <a:pt x="6688" y="4777"/>
                  </a:lnTo>
                  <a:lnTo>
                    <a:pt x="5733" y="10988"/>
                  </a:lnTo>
                  <a:lnTo>
                    <a:pt x="4777" y="11943"/>
                  </a:lnTo>
                  <a:lnTo>
                    <a:pt x="4300" y="12899"/>
                  </a:lnTo>
                  <a:lnTo>
                    <a:pt x="4300" y="13854"/>
                  </a:lnTo>
                  <a:lnTo>
                    <a:pt x="3821" y="14332"/>
                  </a:lnTo>
                  <a:lnTo>
                    <a:pt x="3344" y="14809"/>
                  </a:lnTo>
                  <a:lnTo>
                    <a:pt x="1911" y="14332"/>
                  </a:lnTo>
                  <a:lnTo>
                    <a:pt x="955" y="13376"/>
                  </a:lnTo>
                  <a:lnTo>
                    <a:pt x="1433" y="11943"/>
                  </a:lnTo>
                  <a:lnTo>
                    <a:pt x="1433" y="10032"/>
                  </a:lnTo>
                  <a:lnTo>
                    <a:pt x="1911" y="8121"/>
                  </a:lnTo>
                  <a:lnTo>
                    <a:pt x="1433" y="6210"/>
                  </a:lnTo>
                  <a:lnTo>
                    <a:pt x="1433" y="6210"/>
                  </a:lnTo>
                  <a:lnTo>
                    <a:pt x="478" y="5733"/>
                  </a:lnTo>
                  <a:lnTo>
                    <a:pt x="0" y="5733"/>
                  </a:lnTo>
                  <a:lnTo>
                    <a:pt x="0" y="5733"/>
                  </a:lnTo>
                  <a:lnTo>
                    <a:pt x="1433" y="2866"/>
                  </a:lnTo>
                  <a:lnTo>
                    <a:pt x="1911" y="2389"/>
                  </a:lnTo>
                  <a:lnTo>
                    <a:pt x="2866" y="2866"/>
                  </a:lnTo>
                  <a:lnTo>
                    <a:pt x="4300" y="2389"/>
                  </a:lnTo>
                  <a:lnTo>
                    <a:pt x="5255" y="956"/>
                  </a:lnTo>
                  <a:lnTo>
                    <a:pt x="5733" y="0"/>
                  </a:lnTo>
                  <a:lnTo>
                    <a:pt x="62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4" name="Freeform 1313">
              <a:extLst>
                <a:ext uri="{FF2B5EF4-FFF2-40B4-BE49-F238E27FC236}">
                  <a16:creationId xmlns:a16="http://schemas.microsoft.com/office/drawing/2014/main" id="{9BEF6364-4E8E-4425-C810-6FAA5DABF3C7}"/>
                </a:ext>
              </a:extLst>
            </p:cNvPr>
            <p:cNvSpPr/>
            <p:nvPr/>
          </p:nvSpPr>
          <p:spPr>
            <a:xfrm>
              <a:off x="6910528" y="4246656"/>
              <a:ext cx="96023" cy="67837"/>
            </a:xfrm>
            <a:custGeom>
              <a:avLst/>
              <a:gdLst>
                <a:gd name="csX0" fmla="*/ 67360 w 96023"/>
                <a:gd name="csY0" fmla="*/ 66405 h 67837"/>
                <a:gd name="csX1" fmla="*/ 65927 w 96023"/>
                <a:gd name="csY1" fmla="*/ 67838 h 67837"/>
                <a:gd name="csX2" fmla="*/ 50162 w 96023"/>
                <a:gd name="csY2" fmla="*/ 67838 h 67837"/>
                <a:gd name="csX3" fmla="*/ 45862 w 96023"/>
                <a:gd name="csY3" fmla="*/ 66882 h 67837"/>
                <a:gd name="csX4" fmla="*/ 41562 w 96023"/>
                <a:gd name="csY4" fmla="*/ 66882 h 67837"/>
                <a:gd name="csX5" fmla="*/ 37263 w 96023"/>
                <a:gd name="csY5" fmla="*/ 65927 h 67837"/>
                <a:gd name="csX6" fmla="*/ 32963 w 96023"/>
                <a:gd name="csY6" fmla="*/ 65927 h 67837"/>
                <a:gd name="csX7" fmla="*/ 29141 w 96023"/>
                <a:gd name="csY7" fmla="*/ 64971 h 67837"/>
                <a:gd name="csX8" fmla="*/ 25798 w 96023"/>
                <a:gd name="csY8" fmla="*/ 64971 h 67837"/>
                <a:gd name="csX9" fmla="*/ 22931 w 96023"/>
                <a:gd name="csY9" fmla="*/ 64016 h 67837"/>
                <a:gd name="csX10" fmla="*/ 17198 w 96023"/>
                <a:gd name="csY10" fmla="*/ 64016 h 67837"/>
                <a:gd name="csX11" fmla="*/ 16243 w 96023"/>
                <a:gd name="csY11" fmla="*/ 63060 h 67837"/>
                <a:gd name="csX12" fmla="*/ 15287 w 96023"/>
                <a:gd name="csY12" fmla="*/ 61627 h 67837"/>
                <a:gd name="csX13" fmla="*/ 14332 w 96023"/>
                <a:gd name="csY13" fmla="*/ 60194 h 67837"/>
                <a:gd name="csX14" fmla="*/ 14332 w 96023"/>
                <a:gd name="csY14" fmla="*/ 60194 h 67837"/>
                <a:gd name="csX15" fmla="*/ 13377 w 96023"/>
                <a:gd name="csY15" fmla="*/ 58761 h 67837"/>
                <a:gd name="csX16" fmla="*/ 12421 w 96023"/>
                <a:gd name="csY16" fmla="*/ 57328 h 67837"/>
                <a:gd name="csX17" fmla="*/ 11466 w 96023"/>
                <a:gd name="csY17" fmla="*/ 55894 h 67837"/>
                <a:gd name="csX18" fmla="*/ 11466 w 96023"/>
                <a:gd name="csY18" fmla="*/ 55894 h 67837"/>
                <a:gd name="csX19" fmla="*/ 10510 w 96023"/>
                <a:gd name="csY19" fmla="*/ 54461 h 67837"/>
                <a:gd name="csX20" fmla="*/ 9555 w 96023"/>
                <a:gd name="csY20" fmla="*/ 53028 h 67837"/>
                <a:gd name="csX21" fmla="*/ 8599 w 96023"/>
                <a:gd name="csY21" fmla="*/ 51595 h 67837"/>
                <a:gd name="csX22" fmla="*/ 7644 w 96023"/>
                <a:gd name="csY22" fmla="*/ 50162 h 67837"/>
                <a:gd name="csX23" fmla="*/ 6688 w 96023"/>
                <a:gd name="csY23" fmla="*/ 48728 h 67837"/>
                <a:gd name="csX24" fmla="*/ 5733 w 96023"/>
                <a:gd name="csY24" fmla="*/ 47295 h 67837"/>
                <a:gd name="csX25" fmla="*/ 4777 w 96023"/>
                <a:gd name="csY25" fmla="*/ 45862 h 67837"/>
                <a:gd name="csX26" fmla="*/ 3822 w 96023"/>
                <a:gd name="csY26" fmla="*/ 44429 h 67837"/>
                <a:gd name="csX27" fmla="*/ 2866 w 96023"/>
                <a:gd name="csY27" fmla="*/ 42996 h 67837"/>
                <a:gd name="csX28" fmla="*/ 1911 w 96023"/>
                <a:gd name="csY28" fmla="*/ 41563 h 67837"/>
                <a:gd name="csX29" fmla="*/ 955 w 96023"/>
                <a:gd name="csY29" fmla="*/ 40129 h 67837"/>
                <a:gd name="csX30" fmla="*/ 0 w 96023"/>
                <a:gd name="csY30" fmla="*/ 39174 h 67837"/>
                <a:gd name="csX31" fmla="*/ 0 w 96023"/>
                <a:gd name="csY31" fmla="*/ 35830 h 67837"/>
                <a:gd name="csX32" fmla="*/ 0 w 96023"/>
                <a:gd name="csY32" fmla="*/ 35830 h 67837"/>
                <a:gd name="csX33" fmla="*/ 955 w 96023"/>
                <a:gd name="csY33" fmla="*/ 34397 h 67837"/>
                <a:gd name="csX34" fmla="*/ 955 w 96023"/>
                <a:gd name="csY34" fmla="*/ 35352 h 67837"/>
                <a:gd name="csX35" fmla="*/ 1911 w 96023"/>
                <a:gd name="csY35" fmla="*/ 36308 h 67837"/>
                <a:gd name="csX36" fmla="*/ 3822 w 96023"/>
                <a:gd name="csY36" fmla="*/ 36308 h 67837"/>
                <a:gd name="csX37" fmla="*/ 3822 w 96023"/>
                <a:gd name="csY37" fmla="*/ 39651 h 67837"/>
                <a:gd name="csX38" fmla="*/ 5255 w 96023"/>
                <a:gd name="csY38" fmla="*/ 41085 h 67837"/>
                <a:gd name="csX39" fmla="*/ 6688 w 96023"/>
                <a:gd name="csY39" fmla="*/ 41085 h 67837"/>
                <a:gd name="csX40" fmla="*/ 10988 w 96023"/>
                <a:gd name="csY40" fmla="*/ 42040 h 67837"/>
                <a:gd name="csX41" fmla="*/ 13377 w 96023"/>
                <a:gd name="csY41" fmla="*/ 42040 h 67837"/>
                <a:gd name="csX42" fmla="*/ 18632 w 96023"/>
                <a:gd name="csY42" fmla="*/ 39174 h 67837"/>
                <a:gd name="csX43" fmla="*/ 21498 w 96023"/>
                <a:gd name="csY43" fmla="*/ 38218 h 67837"/>
                <a:gd name="csX44" fmla="*/ 29141 w 96023"/>
                <a:gd name="csY44" fmla="*/ 38218 h 67837"/>
                <a:gd name="csX45" fmla="*/ 35352 w 96023"/>
                <a:gd name="csY45" fmla="*/ 39174 h 67837"/>
                <a:gd name="csX46" fmla="*/ 46818 w 96023"/>
                <a:gd name="csY46" fmla="*/ 39174 h 67837"/>
                <a:gd name="csX47" fmla="*/ 52073 w 96023"/>
                <a:gd name="csY47" fmla="*/ 37263 h 67837"/>
                <a:gd name="csX48" fmla="*/ 54939 w 96023"/>
                <a:gd name="csY48" fmla="*/ 35830 h 67837"/>
                <a:gd name="csX49" fmla="*/ 56850 w 96023"/>
                <a:gd name="csY49" fmla="*/ 35830 h 67837"/>
                <a:gd name="csX50" fmla="*/ 58283 w 96023"/>
                <a:gd name="csY50" fmla="*/ 33919 h 67837"/>
                <a:gd name="csX51" fmla="*/ 59239 w 96023"/>
                <a:gd name="csY51" fmla="*/ 32008 h 67837"/>
                <a:gd name="csX52" fmla="*/ 60194 w 96023"/>
                <a:gd name="csY52" fmla="*/ 30575 h 67837"/>
                <a:gd name="csX53" fmla="*/ 61150 w 96023"/>
                <a:gd name="csY53" fmla="*/ 30575 h 67837"/>
                <a:gd name="csX54" fmla="*/ 62105 w 96023"/>
                <a:gd name="csY54" fmla="*/ 28664 h 67837"/>
                <a:gd name="csX55" fmla="*/ 63060 w 96023"/>
                <a:gd name="csY55" fmla="*/ 26753 h 67837"/>
                <a:gd name="csX56" fmla="*/ 64971 w 96023"/>
                <a:gd name="csY56" fmla="*/ 24842 h 67837"/>
                <a:gd name="csX57" fmla="*/ 71659 w 96023"/>
                <a:gd name="csY57" fmla="*/ 20065 h 67837"/>
                <a:gd name="csX58" fmla="*/ 75959 w 96023"/>
                <a:gd name="csY58" fmla="*/ 16243 h 67837"/>
                <a:gd name="csX59" fmla="*/ 75959 w 96023"/>
                <a:gd name="csY59" fmla="*/ 14810 h 67837"/>
                <a:gd name="csX60" fmla="*/ 78348 w 96023"/>
                <a:gd name="csY60" fmla="*/ 12899 h 67837"/>
                <a:gd name="csX61" fmla="*/ 80259 w 96023"/>
                <a:gd name="csY61" fmla="*/ 10988 h 67837"/>
                <a:gd name="csX62" fmla="*/ 88380 w 96023"/>
                <a:gd name="csY62" fmla="*/ 5255 h 67837"/>
                <a:gd name="csX63" fmla="*/ 89813 w 96023"/>
                <a:gd name="csY63" fmla="*/ 2867 h 67837"/>
                <a:gd name="csX64" fmla="*/ 90769 w 96023"/>
                <a:gd name="csY64" fmla="*/ 0 h 67837"/>
                <a:gd name="csX65" fmla="*/ 92202 w 96023"/>
                <a:gd name="csY65" fmla="*/ 0 h 67837"/>
                <a:gd name="csX66" fmla="*/ 92202 w 96023"/>
                <a:gd name="csY66" fmla="*/ 8121 h 67837"/>
                <a:gd name="csX67" fmla="*/ 94591 w 96023"/>
                <a:gd name="csY67" fmla="*/ 8121 h 67837"/>
                <a:gd name="csX68" fmla="*/ 96024 w 96023"/>
                <a:gd name="csY68" fmla="*/ 9077 h 67837"/>
                <a:gd name="csX69" fmla="*/ 96024 w 96023"/>
                <a:gd name="csY69" fmla="*/ 21020 h 67837"/>
                <a:gd name="csX70" fmla="*/ 96024 w 96023"/>
                <a:gd name="csY70" fmla="*/ 21020 h 67837"/>
                <a:gd name="csX71" fmla="*/ 95068 w 96023"/>
                <a:gd name="csY71" fmla="*/ 21976 h 67837"/>
                <a:gd name="csX72" fmla="*/ 94112 w 96023"/>
                <a:gd name="csY72" fmla="*/ 23409 h 67837"/>
                <a:gd name="csX73" fmla="*/ 92680 w 96023"/>
                <a:gd name="csY73" fmla="*/ 23409 h 67837"/>
                <a:gd name="csX74" fmla="*/ 91724 w 96023"/>
                <a:gd name="csY74" fmla="*/ 24842 h 67837"/>
                <a:gd name="csX75" fmla="*/ 90769 w 96023"/>
                <a:gd name="csY75" fmla="*/ 25798 h 67837"/>
                <a:gd name="csX76" fmla="*/ 89813 w 96023"/>
                <a:gd name="csY76" fmla="*/ 25798 h 67837"/>
                <a:gd name="csX77" fmla="*/ 88858 w 96023"/>
                <a:gd name="csY77" fmla="*/ 24842 h 67837"/>
                <a:gd name="csX78" fmla="*/ 87902 w 96023"/>
                <a:gd name="csY78" fmla="*/ 23886 h 67837"/>
                <a:gd name="csX79" fmla="*/ 87902 w 96023"/>
                <a:gd name="csY79" fmla="*/ 23886 h 67837"/>
                <a:gd name="csX80" fmla="*/ 87902 w 96023"/>
                <a:gd name="csY80" fmla="*/ 22453 h 67837"/>
                <a:gd name="csX81" fmla="*/ 85036 w 96023"/>
                <a:gd name="csY81" fmla="*/ 22453 h 67837"/>
                <a:gd name="csX82" fmla="*/ 84080 w 96023"/>
                <a:gd name="csY82" fmla="*/ 23409 h 67837"/>
                <a:gd name="csX83" fmla="*/ 84080 w 96023"/>
                <a:gd name="csY83" fmla="*/ 24364 h 67837"/>
                <a:gd name="csX84" fmla="*/ 84080 w 96023"/>
                <a:gd name="csY84" fmla="*/ 24364 h 67837"/>
                <a:gd name="csX85" fmla="*/ 84080 w 96023"/>
                <a:gd name="csY85" fmla="*/ 30097 h 67837"/>
                <a:gd name="csX86" fmla="*/ 84080 w 96023"/>
                <a:gd name="csY86" fmla="*/ 30097 h 67837"/>
                <a:gd name="csX87" fmla="*/ 84080 w 96023"/>
                <a:gd name="csY87" fmla="*/ 34397 h 67837"/>
                <a:gd name="csX88" fmla="*/ 84080 w 96023"/>
                <a:gd name="csY88" fmla="*/ 34397 h 67837"/>
                <a:gd name="csX89" fmla="*/ 83125 w 96023"/>
                <a:gd name="csY89" fmla="*/ 36785 h 67837"/>
                <a:gd name="csX90" fmla="*/ 86469 w 96023"/>
                <a:gd name="csY90" fmla="*/ 36785 h 67837"/>
                <a:gd name="csX91" fmla="*/ 87425 w 96023"/>
                <a:gd name="csY91" fmla="*/ 38696 h 67837"/>
                <a:gd name="csX92" fmla="*/ 87425 w 96023"/>
                <a:gd name="csY92" fmla="*/ 39651 h 67837"/>
                <a:gd name="csX93" fmla="*/ 85514 w 96023"/>
                <a:gd name="csY93" fmla="*/ 39651 h 67837"/>
                <a:gd name="csX94" fmla="*/ 83125 w 96023"/>
                <a:gd name="csY94" fmla="*/ 40607 h 67837"/>
                <a:gd name="csX95" fmla="*/ 78825 w 96023"/>
                <a:gd name="csY95" fmla="*/ 40607 h 67837"/>
                <a:gd name="csX96" fmla="*/ 77392 w 96023"/>
                <a:gd name="csY96" fmla="*/ 42040 h 67837"/>
                <a:gd name="csX97" fmla="*/ 77392 w 96023"/>
                <a:gd name="csY97" fmla="*/ 42040 h 67837"/>
                <a:gd name="csX98" fmla="*/ 77392 w 96023"/>
                <a:gd name="csY98" fmla="*/ 45862 h 67837"/>
                <a:gd name="csX99" fmla="*/ 77392 w 96023"/>
                <a:gd name="csY99" fmla="*/ 45862 h 67837"/>
                <a:gd name="csX100" fmla="*/ 77392 w 96023"/>
                <a:gd name="csY100" fmla="*/ 48251 h 67837"/>
                <a:gd name="csX101" fmla="*/ 75959 w 96023"/>
                <a:gd name="csY101" fmla="*/ 50639 h 67837"/>
                <a:gd name="csX102" fmla="*/ 74526 w 96023"/>
                <a:gd name="csY102" fmla="*/ 53028 h 67837"/>
                <a:gd name="csX103" fmla="*/ 73093 w 96023"/>
                <a:gd name="csY103" fmla="*/ 56850 h 67837"/>
                <a:gd name="csX104" fmla="*/ 71659 w 96023"/>
                <a:gd name="csY104" fmla="*/ 59716 h 67837"/>
                <a:gd name="csX105" fmla="*/ 71659 w 96023"/>
                <a:gd name="csY105" fmla="*/ 66405 h 67837"/>
                <a:gd name="csX106" fmla="*/ 67355 w 96023"/>
                <a:gd name="csY106" fmla="*/ 66405 h 67837"/>
                <a:gd name="csX107" fmla="*/ 89335 w 96023"/>
                <a:gd name="csY107" fmla="*/ 15287 h 67837"/>
                <a:gd name="csX108" fmla="*/ 88380 w 96023"/>
                <a:gd name="csY108" fmla="*/ 15287 h 67837"/>
                <a:gd name="csX109" fmla="*/ 88380 w 96023"/>
                <a:gd name="csY109" fmla="*/ 16721 h 67837"/>
                <a:gd name="csX110" fmla="*/ 89813 w 96023"/>
                <a:gd name="csY110" fmla="*/ 16721 h 67837"/>
                <a:gd name="csX111" fmla="*/ 89813 w 96023"/>
                <a:gd name="csY111" fmla="*/ 15765 h 67837"/>
                <a:gd name="csX112" fmla="*/ 89813 w 96023"/>
                <a:gd name="csY112" fmla="*/ 15765 h 67837"/>
                <a:gd name="csX113" fmla="*/ 89335 w 96023"/>
                <a:gd name="csY113" fmla="*/ 15287 h 67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</a:cxnLst>
              <a:rect l="l" t="t" r="r" b="b"/>
              <a:pathLst>
                <a:path w="96023" h="67837">
                  <a:moveTo>
                    <a:pt x="67360" y="66405"/>
                  </a:moveTo>
                  <a:lnTo>
                    <a:pt x="65927" y="67838"/>
                  </a:lnTo>
                  <a:lnTo>
                    <a:pt x="50162" y="67838"/>
                  </a:lnTo>
                  <a:lnTo>
                    <a:pt x="45862" y="66882"/>
                  </a:lnTo>
                  <a:lnTo>
                    <a:pt x="41562" y="66882"/>
                  </a:lnTo>
                  <a:lnTo>
                    <a:pt x="37263" y="65927"/>
                  </a:lnTo>
                  <a:lnTo>
                    <a:pt x="32963" y="65927"/>
                  </a:lnTo>
                  <a:lnTo>
                    <a:pt x="29141" y="64971"/>
                  </a:lnTo>
                  <a:lnTo>
                    <a:pt x="25798" y="64971"/>
                  </a:lnTo>
                  <a:lnTo>
                    <a:pt x="22931" y="64016"/>
                  </a:lnTo>
                  <a:lnTo>
                    <a:pt x="17198" y="64016"/>
                  </a:lnTo>
                  <a:lnTo>
                    <a:pt x="16243" y="63060"/>
                  </a:lnTo>
                  <a:lnTo>
                    <a:pt x="15287" y="61627"/>
                  </a:lnTo>
                  <a:lnTo>
                    <a:pt x="14332" y="60194"/>
                  </a:lnTo>
                  <a:lnTo>
                    <a:pt x="14332" y="60194"/>
                  </a:lnTo>
                  <a:lnTo>
                    <a:pt x="13377" y="58761"/>
                  </a:lnTo>
                  <a:lnTo>
                    <a:pt x="12421" y="57328"/>
                  </a:lnTo>
                  <a:lnTo>
                    <a:pt x="11466" y="55894"/>
                  </a:lnTo>
                  <a:lnTo>
                    <a:pt x="11466" y="55894"/>
                  </a:lnTo>
                  <a:lnTo>
                    <a:pt x="10510" y="54461"/>
                  </a:lnTo>
                  <a:lnTo>
                    <a:pt x="9555" y="53028"/>
                  </a:lnTo>
                  <a:lnTo>
                    <a:pt x="8599" y="51595"/>
                  </a:lnTo>
                  <a:lnTo>
                    <a:pt x="7644" y="50162"/>
                  </a:lnTo>
                  <a:lnTo>
                    <a:pt x="6688" y="48728"/>
                  </a:lnTo>
                  <a:lnTo>
                    <a:pt x="5733" y="47295"/>
                  </a:lnTo>
                  <a:lnTo>
                    <a:pt x="4777" y="45862"/>
                  </a:lnTo>
                  <a:lnTo>
                    <a:pt x="3822" y="44429"/>
                  </a:lnTo>
                  <a:lnTo>
                    <a:pt x="2866" y="42996"/>
                  </a:lnTo>
                  <a:lnTo>
                    <a:pt x="1911" y="41563"/>
                  </a:lnTo>
                  <a:lnTo>
                    <a:pt x="955" y="40129"/>
                  </a:lnTo>
                  <a:lnTo>
                    <a:pt x="0" y="39174"/>
                  </a:lnTo>
                  <a:lnTo>
                    <a:pt x="0" y="35830"/>
                  </a:lnTo>
                  <a:lnTo>
                    <a:pt x="0" y="35830"/>
                  </a:lnTo>
                  <a:lnTo>
                    <a:pt x="955" y="34397"/>
                  </a:lnTo>
                  <a:lnTo>
                    <a:pt x="955" y="35352"/>
                  </a:lnTo>
                  <a:lnTo>
                    <a:pt x="1911" y="36308"/>
                  </a:lnTo>
                  <a:lnTo>
                    <a:pt x="3822" y="36308"/>
                  </a:lnTo>
                  <a:lnTo>
                    <a:pt x="3822" y="39651"/>
                  </a:lnTo>
                  <a:lnTo>
                    <a:pt x="5255" y="41085"/>
                  </a:lnTo>
                  <a:lnTo>
                    <a:pt x="6688" y="41085"/>
                  </a:lnTo>
                  <a:lnTo>
                    <a:pt x="10988" y="42040"/>
                  </a:lnTo>
                  <a:lnTo>
                    <a:pt x="13377" y="42040"/>
                  </a:lnTo>
                  <a:lnTo>
                    <a:pt x="18632" y="39174"/>
                  </a:lnTo>
                  <a:lnTo>
                    <a:pt x="21498" y="38218"/>
                  </a:lnTo>
                  <a:lnTo>
                    <a:pt x="29141" y="38218"/>
                  </a:lnTo>
                  <a:lnTo>
                    <a:pt x="35352" y="39174"/>
                  </a:lnTo>
                  <a:lnTo>
                    <a:pt x="46818" y="39174"/>
                  </a:lnTo>
                  <a:lnTo>
                    <a:pt x="52073" y="37263"/>
                  </a:lnTo>
                  <a:lnTo>
                    <a:pt x="54939" y="35830"/>
                  </a:lnTo>
                  <a:lnTo>
                    <a:pt x="56850" y="35830"/>
                  </a:lnTo>
                  <a:lnTo>
                    <a:pt x="58283" y="33919"/>
                  </a:lnTo>
                  <a:lnTo>
                    <a:pt x="59239" y="32008"/>
                  </a:lnTo>
                  <a:lnTo>
                    <a:pt x="60194" y="30575"/>
                  </a:lnTo>
                  <a:lnTo>
                    <a:pt x="61150" y="30575"/>
                  </a:lnTo>
                  <a:lnTo>
                    <a:pt x="62105" y="28664"/>
                  </a:lnTo>
                  <a:lnTo>
                    <a:pt x="63060" y="26753"/>
                  </a:lnTo>
                  <a:lnTo>
                    <a:pt x="64971" y="24842"/>
                  </a:lnTo>
                  <a:lnTo>
                    <a:pt x="71659" y="20065"/>
                  </a:lnTo>
                  <a:lnTo>
                    <a:pt x="75959" y="16243"/>
                  </a:lnTo>
                  <a:lnTo>
                    <a:pt x="75959" y="14810"/>
                  </a:lnTo>
                  <a:lnTo>
                    <a:pt x="78348" y="12899"/>
                  </a:lnTo>
                  <a:lnTo>
                    <a:pt x="80259" y="10988"/>
                  </a:lnTo>
                  <a:lnTo>
                    <a:pt x="88380" y="5255"/>
                  </a:lnTo>
                  <a:lnTo>
                    <a:pt x="89813" y="2867"/>
                  </a:lnTo>
                  <a:lnTo>
                    <a:pt x="90769" y="0"/>
                  </a:lnTo>
                  <a:lnTo>
                    <a:pt x="92202" y="0"/>
                  </a:lnTo>
                  <a:lnTo>
                    <a:pt x="92202" y="8121"/>
                  </a:lnTo>
                  <a:lnTo>
                    <a:pt x="94591" y="8121"/>
                  </a:lnTo>
                  <a:lnTo>
                    <a:pt x="96024" y="9077"/>
                  </a:lnTo>
                  <a:lnTo>
                    <a:pt x="96024" y="21020"/>
                  </a:lnTo>
                  <a:lnTo>
                    <a:pt x="96024" y="21020"/>
                  </a:lnTo>
                  <a:lnTo>
                    <a:pt x="95068" y="21976"/>
                  </a:lnTo>
                  <a:lnTo>
                    <a:pt x="94112" y="23409"/>
                  </a:lnTo>
                  <a:lnTo>
                    <a:pt x="92680" y="23409"/>
                  </a:lnTo>
                  <a:lnTo>
                    <a:pt x="91724" y="24842"/>
                  </a:lnTo>
                  <a:lnTo>
                    <a:pt x="90769" y="25798"/>
                  </a:lnTo>
                  <a:lnTo>
                    <a:pt x="89813" y="25798"/>
                  </a:lnTo>
                  <a:lnTo>
                    <a:pt x="88858" y="24842"/>
                  </a:lnTo>
                  <a:lnTo>
                    <a:pt x="87902" y="23886"/>
                  </a:lnTo>
                  <a:lnTo>
                    <a:pt x="87902" y="23886"/>
                  </a:lnTo>
                  <a:lnTo>
                    <a:pt x="87902" y="22453"/>
                  </a:lnTo>
                  <a:lnTo>
                    <a:pt x="85036" y="22453"/>
                  </a:lnTo>
                  <a:lnTo>
                    <a:pt x="84080" y="23409"/>
                  </a:lnTo>
                  <a:lnTo>
                    <a:pt x="84080" y="24364"/>
                  </a:lnTo>
                  <a:lnTo>
                    <a:pt x="84080" y="24364"/>
                  </a:lnTo>
                  <a:lnTo>
                    <a:pt x="84080" y="30097"/>
                  </a:lnTo>
                  <a:lnTo>
                    <a:pt x="84080" y="30097"/>
                  </a:lnTo>
                  <a:lnTo>
                    <a:pt x="84080" y="34397"/>
                  </a:lnTo>
                  <a:lnTo>
                    <a:pt x="84080" y="34397"/>
                  </a:lnTo>
                  <a:lnTo>
                    <a:pt x="83125" y="36785"/>
                  </a:lnTo>
                  <a:lnTo>
                    <a:pt x="86469" y="36785"/>
                  </a:lnTo>
                  <a:lnTo>
                    <a:pt x="87425" y="38696"/>
                  </a:lnTo>
                  <a:lnTo>
                    <a:pt x="87425" y="39651"/>
                  </a:lnTo>
                  <a:lnTo>
                    <a:pt x="85514" y="39651"/>
                  </a:lnTo>
                  <a:lnTo>
                    <a:pt x="83125" y="40607"/>
                  </a:lnTo>
                  <a:lnTo>
                    <a:pt x="78825" y="40607"/>
                  </a:lnTo>
                  <a:lnTo>
                    <a:pt x="77392" y="42040"/>
                  </a:lnTo>
                  <a:lnTo>
                    <a:pt x="77392" y="42040"/>
                  </a:lnTo>
                  <a:lnTo>
                    <a:pt x="77392" y="45862"/>
                  </a:lnTo>
                  <a:lnTo>
                    <a:pt x="77392" y="45862"/>
                  </a:lnTo>
                  <a:lnTo>
                    <a:pt x="77392" y="48251"/>
                  </a:lnTo>
                  <a:lnTo>
                    <a:pt x="75959" y="50639"/>
                  </a:lnTo>
                  <a:lnTo>
                    <a:pt x="74526" y="53028"/>
                  </a:lnTo>
                  <a:lnTo>
                    <a:pt x="73093" y="56850"/>
                  </a:lnTo>
                  <a:lnTo>
                    <a:pt x="71659" y="59716"/>
                  </a:lnTo>
                  <a:lnTo>
                    <a:pt x="71659" y="66405"/>
                  </a:lnTo>
                  <a:lnTo>
                    <a:pt x="67355" y="66405"/>
                  </a:lnTo>
                  <a:close/>
                  <a:moveTo>
                    <a:pt x="89335" y="15287"/>
                  </a:moveTo>
                  <a:lnTo>
                    <a:pt x="88380" y="15287"/>
                  </a:lnTo>
                  <a:lnTo>
                    <a:pt x="88380" y="16721"/>
                  </a:lnTo>
                  <a:lnTo>
                    <a:pt x="89813" y="16721"/>
                  </a:lnTo>
                  <a:lnTo>
                    <a:pt x="89813" y="15765"/>
                  </a:lnTo>
                  <a:lnTo>
                    <a:pt x="89813" y="15765"/>
                  </a:lnTo>
                  <a:lnTo>
                    <a:pt x="89335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5" name="Freeform 1314">
              <a:extLst>
                <a:ext uri="{FF2B5EF4-FFF2-40B4-BE49-F238E27FC236}">
                  <a16:creationId xmlns:a16="http://schemas.microsoft.com/office/drawing/2014/main" id="{57474873-4949-4028-2333-CED6A8A08126}"/>
                </a:ext>
              </a:extLst>
            </p:cNvPr>
            <p:cNvSpPr/>
            <p:nvPr/>
          </p:nvSpPr>
          <p:spPr>
            <a:xfrm>
              <a:off x="6998430" y="4261466"/>
              <a:ext cx="1432" cy="1910"/>
            </a:xfrm>
            <a:custGeom>
              <a:avLst/>
              <a:gdLst>
                <a:gd name="csX0" fmla="*/ 1433 w 1432"/>
                <a:gd name="csY0" fmla="*/ 0 h 1910"/>
                <a:gd name="csX1" fmla="*/ 1433 w 1432"/>
                <a:gd name="csY1" fmla="*/ 478 h 1910"/>
                <a:gd name="csX2" fmla="*/ 1433 w 1432"/>
                <a:gd name="csY2" fmla="*/ 1433 h 1910"/>
                <a:gd name="csX3" fmla="*/ 478 w 1432"/>
                <a:gd name="csY3" fmla="*/ 1911 h 1910"/>
                <a:gd name="csX4" fmla="*/ 0 w 1432"/>
                <a:gd name="csY4" fmla="*/ 1911 h 1910"/>
                <a:gd name="csX5" fmla="*/ 0 w 1432"/>
                <a:gd name="csY5" fmla="*/ 955 h 1910"/>
                <a:gd name="csX6" fmla="*/ 478 w 1432"/>
                <a:gd name="csY6" fmla="*/ 0 h 1910"/>
                <a:gd name="csX7" fmla="*/ 1433 w 1432"/>
                <a:gd name="csY7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2" h="1910">
                  <a:moveTo>
                    <a:pt x="1433" y="0"/>
                  </a:moveTo>
                  <a:lnTo>
                    <a:pt x="1433" y="478"/>
                  </a:lnTo>
                  <a:lnTo>
                    <a:pt x="1433" y="1433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6" name="Freeform 1315">
              <a:extLst>
                <a:ext uri="{FF2B5EF4-FFF2-40B4-BE49-F238E27FC236}">
                  <a16:creationId xmlns:a16="http://schemas.microsoft.com/office/drawing/2014/main" id="{5B352C8F-E8C3-315A-DB2F-3914DD58BFC9}"/>
                </a:ext>
              </a:extLst>
            </p:cNvPr>
            <p:cNvSpPr/>
            <p:nvPr/>
          </p:nvSpPr>
          <p:spPr>
            <a:xfrm>
              <a:off x="6999385" y="4254778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7" name="Freeform 1316">
              <a:extLst>
                <a:ext uri="{FF2B5EF4-FFF2-40B4-BE49-F238E27FC236}">
                  <a16:creationId xmlns:a16="http://schemas.microsoft.com/office/drawing/2014/main" id="{301192FC-DE74-25F0-299F-66FBDC2D0186}"/>
                </a:ext>
              </a:extLst>
            </p:cNvPr>
            <p:cNvSpPr/>
            <p:nvPr/>
          </p:nvSpPr>
          <p:spPr>
            <a:xfrm>
              <a:off x="6980276" y="4227070"/>
              <a:ext cx="19586" cy="8599"/>
            </a:xfrm>
            <a:custGeom>
              <a:avLst/>
              <a:gdLst>
                <a:gd name="csX0" fmla="*/ 19587 w 19586"/>
                <a:gd name="csY0" fmla="*/ 956 h 8599"/>
                <a:gd name="csX1" fmla="*/ 17676 w 19586"/>
                <a:gd name="csY1" fmla="*/ 1911 h 8599"/>
                <a:gd name="csX2" fmla="*/ 15765 w 19586"/>
                <a:gd name="csY2" fmla="*/ 4299 h 8599"/>
                <a:gd name="csX3" fmla="*/ 12899 w 19586"/>
                <a:gd name="csY3" fmla="*/ 6210 h 8599"/>
                <a:gd name="csX4" fmla="*/ 11943 w 19586"/>
                <a:gd name="csY4" fmla="*/ 5733 h 8599"/>
                <a:gd name="csX5" fmla="*/ 10988 w 19586"/>
                <a:gd name="csY5" fmla="*/ 5733 h 8599"/>
                <a:gd name="csX6" fmla="*/ 9077 w 19586"/>
                <a:gd name="csY6" fmla="*/ 6688 h 8599"/>
                <a:gd name="csX7" fmla="*/ 7644 w 19586"/>
                <a:gd name="csY7" fmla="*/ 6688 h 8599"/>
                <a:gd name="csX8" fmla="*/ 4777 w 19586"/>
                <a:gd name="csY8" fmla="*/ 8121 h 8599"/>
                <a:gd name="csX9" fmla="*/ 2389 w 19586"/>
                <a:gd name="csY9" fmla="*/ 8599 h 8599"/>
                <a:gd name="csX10" fmla="*/ 956 w 19586"/>
                <a:gd name="csY10" fmla="*/ 8599 h 8599"/>
                <a:gd name="csX11" fmla="*/ 478 w 19586"/>
                <a:gd name="csY11" fmla="*/ 8599 h 8599"/>
                <a:gd name="csX12" fmla="*/ 0 w 19586"/>
                <a:gd name="csY12" fmla="*/ 7644 h 8599"/>
                <a:gd name="csX13" fmla="*/ 0 w 19586"/>
                <a:gd name="csY13" fmla="*/ 7166 h 8599"/>
                <a:gd name="csX14" fmla="*/ 956 w 19586"/>
                <a:gd name="csY14" fmla="*/ 7166 h 8599"/>
                <a:gd name="csX15" fmla="*/ 4777 w 19586"/>
                <a:gd name="csY15" fmla="*/ 6210 h 8599"/>
                <a:gd name="csX16" fmla="*/ 9077 w 19586"/>
                <a:gd name="csY16" fmla="*/ 3822 h 8599"/>
                <a:gd name="csX17" fmla="*/ 9555 w 19586"/>
                <a:gd name="csY17" fmla="*/ 2866 h 8599"/>
                <a:gd name="csX18" fmla="*/ 9077 w 19586"/>
                <a:gd name="csY18" fmla="*/ 1433 h 8599"/>
                <a:gd name="csX19" fmla="*/ 9077 w 19586"/>
                <a:gd name="csY19" fmla="*/ 1433 h 8599"/>
                <a:gd name="csX20" fmla="*/ 11943 w 19586"/>
                <a:gd name="csY20" fmla="*/ 1911 h 8599"/>
                <a:gd name="csX21" fmla="*/ 15288 w 19586"/>
                <a:gd name="csY21" fmla="*/ 478 h 8599"/>
                <a:gd name="csX22" fmla="*/ 18154 w 19586"/>
                <a:gd name="csY22" fmla="*/ 0 h 8599"/>
                <a:gd name="csX23" fmla="*/ 19587 w 19586"/>
                <a:gd name="csY23" fmla="*/ 956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9586" h="8599">
                  <a:moveTo>
                    <a:pt x="19587" y="956"/>
                  </a:moveTo>
                  <a:lnTo>
                    <a:pt x="17676" y="1911"/>
                  </a:lnTo>
                  <a:lnTo>
                    <a:pt x="15765" y="4299"/>
                  </a:lnTo>
                  <a:lnTo>
                    <a:pt x="12899" y="6210"/>
                  </a:lnTo>
                  <a:lnTo>
                    <a:pt x="11943" y="5733"/>
                  </a:lnTo>
                  <a:lnTo>
                    <a:pt x="10988" y="5733"/>
                  </a:lnTo>
                  <a:lnTo>
                    <a:pt x="9077" y="6688"/>
                  </a:lnTo>
                  <a:lnTo>
                    <a:pt x="7644" y="6688"/>
                  </a:lnTo>
                  <a:lnTo>
                    <a:pt x="4777" y="8121"/>
                  </a:lnTo>
                  <a:lnTo>
                    <a:pt x="2389" y="8599"/>
                  </a:lnTo>
                  <a:lnTo>
                    <a:pt x="956" y="8599"/>
                  </a:lnTo>
                  <a:lnTo>
                    <a:pt x="478" y="8599"/>
                  </a:lnTo>
                  <a:lnTo>
                    <a:pt x="0" y="7644"/>
                  </a:lnTo>
                  <a:lnTo>
                    <a:pt x="0" y="7166"/>
                  </a:lnTo>
                  <a:lnTo>
                    <a:pt x="956" y="7166"/>
                  </a:lnTo>
                  <a:lnTo>
                    <a:pt x="4777" y="6210"/>
                  </a:lnTo>
                  <a:lnTo>
                    <a:pt x="9077" y="3822"/>
                  </a:lnTo>
                  <a:lnTo>
                    <a:pt x="9555" y="2866"/>
                  </a:lnTo>
                  <a:lnTo>
                    <a:pt x="9077" y="1433"/>
                  </a:lnTo>
                  <a:lnTo>
                    <a:pt x="9077" y="1433"/>
                  </a:lnTo>
                  <a:lnTo>
                    <a:pt x="11943" y="1911"/>
                  </a:lnTo>
                  <a:lnTo>
                    <a:pt x="15288" y="478"/>
                  </a:lnTo>
                  <a:lnTo>
                    <a:pt x="18154" y="0"/>
                  </a:lnTo>
                  <a:lnTo>
                    <a:pt x="1958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8" name="Freeform 1317">
              <a:extLst>
                <a:ext uri="{FF2B5EF4-FFF2-40B4-BE49-F238E27FC236}">
                  <a16:creationId xmlns:a16="http://schemas.microsoft.com/office/drawing/2014/main" id="{C20A0BAF-033B-4FE0-5DA2-FF7B9A268318}"/>
                </a:ext>
              </a:extLst>
            </p:cNvPr>
            <p:cNvSpPr/>
            <p:nvPr/>
          </p:nvSpPr>
          <p:spPr>
            <a:xfrm>
              <a:off x="6996997" y="4253822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6 w 955"/>
                <a:gd name="csY1" fmla="*/ 956 h 955"/>
                <a:gd name="csX2" fmla="*/ 956 w 955"/>
                <a:gd name="csY2" fmla="*/ 956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6" y="956"/>
                  </a:lnTo>
                  <a:lnTo>
                    <a:pt x="956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9" name="Freeform 1318">
              <a:extLst>
                <a:ext uri="{FF2B5EF4-FFF2-40B4-BE49-F238E27FC236}">
                  <a16:creationId xmlns:a16="http://schemas.microsoft.com/office/drawing/2014/main" id="{E96A8F3A-C71E-6CBF-8BA5-809E160A7931}"/>
                </a:ext>
              </a:extLst>
            </p:cNvPr>
            <p:cNvSpPr/>
            <p:nvPr/>
          </p:nvSpPr>
          <p:spPr>
            <a:xfrm>
              <a:off x="6997474" y="4246656"/>
              <a:ext cx="478" cy="1911"/>
            </a:xfrm>
            <a:custGeom>
              <a:avLst/>
              <a:gdLst>
                <a:gd name="csX0" fmla="*/ 0 w 478"/>
                <a:gd name="csY0" fmla="*/ 0 h 1911"/>
                <a:gd name="csX1" fmla="*/ 478 w 478"/>
                <a:gd name="csY1" fmla="*/ 1911 h 1911"/>
                <a:gd name="csX2" fmla="*/ 0 w 478"/>
                <a:gd name="csY2" fmla="*/ 0 h 1911"/>
                <a:gd name="csX3" fmla="*/ 0 w 478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1911">
                  <a:moveTo>
                    <a:pt x="0" y="0"/>
                  </a:moveTo>
                  <a:lnTo>
                    <a:pt x="478" y="19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0" name="Freeform 1319">
              <a:extLst>
                <a:ext uri="{FF2B5EF4-FFF2-40B4-BE49-F238E27FC236}">
                  <a16:creationId xmlns:a16="http://schemas.microsoft.com/office/drawing/2014/main" id="{4E4A8737-E3EB-11F5-372E-0BD17F8E114F}"/>
                </a:ext>
              </a:extLst>
            </p:cNvPr>
            <p:cNvSpPr/>
            <p:nvPr/>
          </p:nvSpPr>
          <p:spPr>
            <a:xfrm>
              <a:off x="6996997" y="4248567"/>
              <a:ext cx="955" cy="5254"/>
            </a:xfrm>
            <a:custGeom>
              <a:avLst/>
              <a:gdLst>
                <a:gd name="csX0" fmla="*/ 956 w 955"/>
                <a:gd name="csY0" fmla="*/ 0 h 5254"/>
                <a:gd name="csX1" fmla="*/ 478 w 955"/>
                <a:gd name="csY1" fmla="*/ 1911 h 5254"/>
                <a:gd name="csX2" fmla="*/ 478 w 955"/>
                <a:gd name="csY2" fmla="*/ 3822 h 5254"/>
                <a:gd name="csX3" fmla="*/ 0 w 955"/>
                <a:gd name="csY3" fmla="*/ 5255 h 5254"/>
                <a:gd name="csX4" fmla="*/ 478 w 955"/>
                <a:gd name="csY4" fmla="*/ 3822 h 5254"/>
                <a:gd name="csX5" fmla="*/ 478 w 955"/>
                <a:gd name="csY5" fmla="*/ 1911 h 5254"/>
                <a:gd name="csX6" fmla="*/ 956 w 955"/>
                <a:gd name="csY6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5254">
                  <a:moveTo>
                    <a:pt x="956" y="0"/>
                  </a:moveTo>
                  <a:lnTo>
                    <a:pt x="478" y="1911"/>
                  </a:lnTo>
                  <a:lnTo>
                    <a:pt x="478" y="3822"/>
                  </a:lnTo>
                  <a:lnTo>
                    <a:pt x="0" y="5255"/>
                  </a:lnTo>
                  <a:lnTo>
                    <a:pt x="478" y="3822"/>
                  </a:lnTo>
                  <a:lnTo>
                    <a:pt x="478" y="1911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1" name="Freeform 1320">
              <a:extLst>
                <a:ext uri="{FF2B5EF4-FFF2-40B4-BE49-F238E27FC236}">
                  <a16:creationId xmlns:a16="http://schemas.microsoft.com/office/drawing/2014/main" id="{EE3E089B-7726-6634-723C-58D9D7338E6E}"/>
                </a:ext>
              </a:extLst>
            </p:cNvPr>
            <p:cNvSpPr/>
            <p:nvPr/>
          </p:nvSpPr>
          <p:spPr>
            <a:xfrm>
              <a:off x="6995564" y="4272454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5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2" name="Freeform 1321">
              <a:extLst>
                <a:ext uri="{FF2B5EF4-FFF2-40B4-BE49-F238E27FC236}">
                  <a16:creationId xmlns:a16="http://schemas.microsoft.com/office/drawing/2014/main" id="{DA29698F-20C9-6E8A-17E8-1E9B12BD4230}"/>
                </a:ext>
              </a:extLst>
            </p:cNvPr>
            <p:cNvSpPr/>
            <p:nvPr/>
          </p:nvSpPr>
          <p:spPr>
            <a:xfrm>
              <a:off x="6993653" y="3820044"/>
              <a:ext cx="2388" cy="92201"/>
            </a:xfrm>
            <a:custGeom>
              <a:avLst/>
              <a:gdLst>
                <a:gd name="csX0" fmla="*/ 2389 w 2388"/>
                <a:gd name="csY0" fmla="*/ 0 h 92201"/>
                <a:gd name="csX1" fmla="*/ 0 w 2388"/>
                <a:gd name="csY1" fmla="*/ 956 h 92201"/>
                <a:gd name="csX2" fmla="*/ 0 w 2388"/>
                <a:gd name="csY2" fmla="*/ 6688 h 92201"/>
                <a:gd name="csX3" fmla="*/ 0 w 2388"/>
                <a:gd name="csY3" fmla="*/ 12899 h 92201"/>
                <a:gd name="csX4" fmla="*/ 0 w 2388"/>
                <a:gd name="csY4" fmla="*/ 18632 h 92201"/>
                <a:gd name="csX5" fmla="*/ 0 w 2388"/>
                <a:gd name="csY5" fmla="*/ 24364 h 92201"/>
                <a:gd name="csX6" fmla="*/ 0 w 2388"/>
                <a:gd name="csY6" fmla="*/ 30097 h 92201"/>
                <a:gd name="csX7" fmla="*/ 0 w 2388"/>
                <a:gd name="csY7" fmla="*/ 35830 h 92201"/>
                <a:gd name="csX8" fmla="*/ 0 w 2388"/>
                <a:gd name="csY8" fmla="*/ 41563 h 92201"/>
                <a:gd name="csX9" fmla="*/ 0 w 2388"/>
                <a:gd name="csY9" fmla="*/ 47295 h 92201"/>
                <a:gd name="csX10" fmla="*/ 0 w 2388"/>
                <a:gd name="csY10" fmla="*/ 53028 h 92201"/>
                <a:gd name="csX11" fmla="*/ 0 w 2388"/>
                <a:gd name="csY11" fmla="*/ 58761 h 92201"/>
                <a:gd name="csX12" fmla="*/ 0 w 2388"/>
                <a:gd name="csY12" fmla="*/ 64493 h 92201"/>
                <a:gd name="csX13" fmla="*/ 0 w 2388"/>
                <a:gd name="csY13" fmla="*/ 69748 h 92201"/>
                <a:gd name="csX14" fmla="*/ 0 w 2388"/>
                <a:gd name="csY14" fmla="*/ 75481 h 92201"/>
                <a:gd name="csX15" fmla="*/ 0 w 2388"/>
                <a:gd name="csY15" fmla="*/ 81214 h 92201"/>
                <a:gd name="csX16" fmla="*/ 0 w 2388"/>
                <a:gd name="csY16" fmla="*/ 86469 h 92201"/>
                <a:gd name="csX17" fmla="*/ 0 w 2388"/>
                <a:gd name="csY17" fmla="*/ 92202 h 92201"/>
                <a:gd name="csX18" fmla="*/ 0 w 2388"/>
                <a:gd name="csY18" fmla="*/ 92202 h 92201"/>
                <a:gd name="csX19" fmla="*/ 0 w 2388"/>
                <a:gd name="csY19" fmla="*/ 86469 h 92201"/>
                <a:gd name="csX20" fmla="*/ 0 w 2388"/>
                <a:gd name="csY20" fmla="*/ 81214 h 92201"/>
                <a:gd name="csX21" fmla="*/ 0 w 2388"/>
                <a:gd name="csY21" fmla="*/ 75481 h 92201"/>
                <a:gd name="csX22" fmla="*/ 0 w 2388"/>
                <a:gd name="csY22" fmla="*/ 69748 h 92201"/>
                <a:gd name="csX23" fmla="*/ 0 w 2388"/>
                <a:gd name="csY23" fmla="*/ 64016 h 92201"/>
                <a:gd name="csX24" fmla="*/ 0 w 2388"/>
                <a:gd name="csY24" fmla="*/ 58761 h 92201"/>
                <a:gd name="csX25" fmla="*/ 0 w 2388"/>
                <a:gd name="csY25" fmla="*/ 53028 h 92201"/>
                <a:gd name="csX26" fmla="*/ 0 w 2388"/>
                <a:gd name="csY26" fmla="*/ 47295 h 92201"/>
                <a:gd name="csX27" fmla="*/ 0 w 2388"/>
                <a:gd name="csY27" fmla="*/ 41563 h 92201"/>
                <a:gd name="csX28" fmla="*/ 0 w 2388"/>
                <a:gd name="csY28" fmla="*/ 35830 h 92201"/>
                <a:gd name="csX29" fmla="*/ 0 w 2388"/>
                <a:gd name="csY29" fmla="*/ 30097 h 92201"/>
                <a:gd name="csX30" fmla="*/ 0 w 2388"/>
                <a:gd name="csY30" fmla="*/ 24364 h 92201"/>
                <a:gd name="csX31" fmla="*/ 0 w 2388"/>
                <a:gd name="csY31" fmla="*/ 18632 h 92201"/>
                <a:gd name="csX32" fmla="*/ 0 w 2388"/>
                <a:gd name="csY32" fmla="*/ 12421 h 92201"/>
                <a:gd name="csX33" fmla="*/ 0 w 2388"/>
                <a:gd name="csY33" fmla="*/ 6688 h 92201"/>
                <a:gd name="csX34" fmla="*/ 0 w 2388"/>
                <a:gd name="csY34" fmla="*/ 956 h 92201"/>
                <a:gd name="csX35" fmla="*/ 2389 w 2388"/>
                <a:gd name="csY35" fmla="*/ 0 h 92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2388" h="92201">
                  <a:moveTo>
                    <a:pt x="2389" y="0"/>
                  </a:moveTo>
                  <a:lnTo>
                    <a:pt x="0" y="956"/>
                  </a:lnTo>
                  <a:lnTo>
                    <a:pt x="0" y="6688"/>
                  </a:lnTo>
                  <a:lnTo>
                    <a:pt x="0" y="12899"/>
                  </a:lnTo>
                  <a:lnTo>
                    <a:pt x="0" y="18632"/>
                  </a:lnTo>
                  <a:lnTo>
                    <a:pt x="0" y="24364"/>
                  </a:lnTo>
                  <a:lnTo>
                    <a:pt x="0" y="30097"/>
                  </a:lnTo>
                  <a:lnTo>
                    <a:pt x="0" y="35830"/>
                  </a:lnTo>
                  <a:lnTo>
                    <a:pt x="0" y="41563"/>
                  </a:lnTo>
                  <a:lnTo>
                    <a:pt x="0" y="47295"/>
                  </a:lnTo>
                  <a:lnTo>
                    <a:pt x="0" y="53028"/>
                  </a:lnTo>
                  <a:lnTo>
                    <a:pt x="0" y="58761"/>
                  </a:lnTo>
                  <a:lnTo>
                    <a:pt x="0" y="64493"/>
                  </a:lnTo>
                  <a:lnTo>
                    <a:pt x="0" y="69748"/>
                  </a:lnTo>
                  <a:lnTo>
                    <a:pt x="0" y="75481"/>
                  </a:lnTo>
                  <a:lnTo>
                    <a:pt x="0" y="81214"/>
                  </a:lnTo>
                  <a:lnTo>
                    <a:pt x="0" y="86469"/>
                  </a:lnTo>
                  <a:lnTo>
                    <a:pt x="0" y="92202"/>
                  </a:lnTo>
                  <a:lnTo>
                    <a:pt x="0" y="92202"/>
                  </a:lnTo>
                  <a:lnTo>
                    <a:pt x="0" y="86469"/>
                  </a:lnTo>
                  <a:lnTo>
                    <a:pt x="0" y="81214"/>
                  </a:lnTo>
                  <a:lnTo>
                    <a:pt x="0" y="75481"/>
                  </a:lnTo>
                  <a:lnTo>
                    <a:pt x="0" y="69748"/>
                  </a:lnTo>
                  <a:lnTo>
                    <a:pt x="0" y="64016"/>
                  </a:lnTo>
                  <a:lnTo>
                    <a:pt x="0" y="58761"/>
                  </a:lnTo>
                  <a:lnTo>
                    <a:pt x="0" y="53028"/>
                  </a:lnTo>
                  <a:lnTo>
                    <a:pt x="0" y="47295"/>
                  </a:lnTo>
                  <a:lnTo>
                    <a:pt x="0" y="41563"/>
                  </a:lnTo>
                  <a:lnTo>
                    <a:pt x="0" y="35830"/>
                  </a:lnTo>
                  <a:lnTo>
                    <a:pt x="0" y="30097"/>
                  </a:lnTo>
                  <a:lnTo>
                    <a:pt x="0" y="24364"/>
                  </a:lnTo>
                  <a:lnTo>
                    <a:pt x="0" y="18632"/>
                  </a:lnTo>
                  <a:lnTo>
                    <a:pt x="0" y="12421"/>
                  </a:lnTo>
                  <a:lnTo>
                    <a:pt x="0" y="6688"/>
                  </a:lnTo>
                  <a:lnTo>
                    <a:pt x="0" y="956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3" name="Freeform 1322">
              <a:extLst>
                <a:ext uri="{FF2B5EF4-FFF2-40B4-BE49-F238E27FC236}">
                  <a16:creationId xmlns:a16="http://schemas.microsoft.com/office/drawing/2014/main" id="{5FE71C38-8220-46F7-5D63-EBCDB692F26B}"/>
                </a:ext>
              </a:extLst>
            </p:cNvPr>
            <p:cNvSpPr/>
            <p:nvPr/>
          </p:nvSpPr>
          <p:spPr>
            <a:xfrm>
              <a:off x="6990308" y="3666215"/>
              <a:ext cx="4777" cy="3344"/>
            </a:xfrm>
            <a:custGeom>
              <a:avLst/>
              <a:gdLst>
                <a:gd name="csX0" fmla="*/ 4777 w 4777"/>
                <a:gd name="csY0" fmla="*/ 0 h 3344"/>
                <a:gd name="csX1" fmla="*/ 2389 w 4777"/>
                <a:gd name="csY1" fmla="*/ 1911 h 3344"/>
                <a:gd name="csX2" fmla="*/ 0 w 4777"/>
                <a:gd name="csY2" fmla="*/ 3344 h 3344"/>
                <a:gd name="csX3" fmla="*/ 2389 w 4777"/>
                <a:gd name="csY3" fmla="*/ 1433 h 3344"/>
                <a:gd name="csX4" fmla="*/ 4777 w 4777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3344">
                  <a:moveTo>
                    <a:pt x="4777" y="0"/>
                  </a:moveTo>
                  <a:lnTo>
                    <a:pt x="2389" y="1911"/>
                  </a:lnTo>
                  <a:lnTo>
                    <a:pt x="0" y="3344"/>
                  </a:lnTo>
                  <a:lnTo>
                    <a:pt x="2389" y="1433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4" name="Freeform 1323">
              <a:extLst>
                <a:ext uri="{FF2B5EF4-FFF2-40B4-BE49-F238E27FC236}">
                  <a16:creationId xmlns:a16="http://schemas.microsoft.com/office/drawing/2014/main" id="{212A933F-94BA-56DA-B859-A5CC5A2E23B5}"/>
                </a:ext>
              </a:extLst>
            </p:cNvPr>
            <p:cNvSpPr/>
            <p:nvPr/>
          </p:nvSpPr>
          <p:spPr>
            <a:xfrm>
              <a:off x="6994130" y="4268632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5 h 955"/>
                <a:gd name="csX2" fmla="*/ 478 w 477"/>
                <a:gd name="csY2" fmla="*/ 955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5"/>
                  </a:lnTo>
                  <a:lnTo>
                    <a:pt x="478" y="95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5" name="Freeform 1324">
              <a:extLst>
                <a:ext uri="{FF2B5EF4-FFF2-40B4-BE49-F238E27FC236}">
                  <a16:creationId xmlns:a16="http://schemas.microsoft.com/office/drawing/2014/main" id="{2D29B4A4-4832-9CD6-5C37-C031FE9B2567}"/>
                </a:ext>
              </a:extLst>
            </p:cNvPr>
            <p:cNvSpPr/>
            <p:nvPr/>
          </p:nvSpPr>
          <p:spPr>
            <a:xfrm>
              <a:off x="6993653" y="4270065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0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6" name="Freeform 1325">
              <a:extLst>
                <a:ext uri="{FF2B5EF4-FFF2-40B4-BE49-F238E27FC236}">
                  <a16:creationId xmlns:a16="http://schemas.microsoft.com/office/drawing/2014/main" id="{3823B7AB-5BD1-6C54-E313-4FCBAD7C5881}"/>
                </a:ext>
              </a:extLst>
            </p:cNvPr>
            <p:cNvSpPr/>
            <p:nvPr/>
          </p:nvSpPr>
          <p:spPr>
            <a:xfrm>
              <a:off x="6988398" y="4286786"/>
              <a:ext cx="3821" cy="477"/>
            </a:xfrm>
            <a:custGeom>
              <a:avLst/>
              <a:gdLst>
                <a:gd name="csX0" fmla="*/ 3821 w 3821"/>
                <a:gd name="csY0" fmla="*/ 0 h 477"/>
                <a:gd name="csX1" fmla="*/ 1433 w 3821"/>
                <a:gd name="csY1" fmla="*/ 478 h 477"/>
                <a:gd name="csX2" fmla="*/ 0 w 3821"/>
                <a:gd name="csY2" fmla="*/ 0 h 477"/>
                <a:gd name="csX3" fmla="*/ 1433 w 3821"/>
                <a:gd name="csY3" fmla="*/ 478 h 477"/>
                <a:gd name="csX4" fmla="*/ 3821 w 3821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477">
                  <a:moveTo>
                    <a:pt x="3821" y="0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38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7" name="Freeform 1326">
              <a:extLst>
                <a:ext uri="{FF2B5EF4-FFF2-40B4-BE49-F238E27FC236}">
                  <a16:creationId xmlns:a16="http://schemas.microsoft.com/office/drawing/2014/main" id="{6DA54C53-D074-8A41-4164-FA527031139C}"/>
                </a:ext>
              </a:extLst>
            </p:cNvPr>
            <p:cNvSpPr/>
            <p:nvPr/>
          </p:nvSpPr>
          <p:spPr>
            <a:xfrm>
              <a:off x="6985053" y="3669559"/>
              <a:ext cx="5254" cy="477"/>
            </a:xfrm>
            <a:custGeom>
              <a:avLst/>
              <a:gdLst>
                <a:gd name="csX0" fmla="*/ 5255 w 5254"/>
                <a:gd name="csY0" fmla="*/ 0 h 477"/>
                <a:gd name="csX1" fmla="*/ 5255 w 5254"/>
                <a:gd name="csY1" fmla="*/ 0 h 477"/>
                <a:gd name="csX2" fmla="*/ 2866 w 5254"/>
                <a:gd name="csY2" fmla="*/ 478 h 477"/>
                <a:gd name="csX3" fmla="*/ 0 w 5254"/>
                <a:gd name="csY3" fmla="*/ 0 h 477"/>
                <a:gd name="csX4" fmla="*/ 2866 w 5254"/>
                <a:gd name="csY4" fmla="*/ 478 h 477"/>
                <a:gd name="csX5" fmla="*/ 5255 w 5254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54" h="477">
                  <a:moveTo>
                    <a:pt x="5255" y="0"/>
                  </a:moveTo>
                  <a:lnTo>
                    <a:pt x="5255" y="0"/>
                  </a:lnTo>
                  <a:lnTo>
                    <a:pt x="2866" y="478"/>
                  </a:lnTo>
                  <a:lnTo>
                    <a:pt x="0" y="0"/>
                  </a:lnTo>
                  <a:lnTo>
                    <a:pt x="2866" y="478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8" name="Freeform 1327">
              <a:extLst>
                <a:ext uri="{FF2B5EF4-FFF2-40B4-BE49-F238E27FC236}">
                  <a16:creationId xmlns:a16="http://schemas.microsoft.com/office/drawing/2014/main" id="{74DA8F61-4B63-65EC-6EA8-671E760C6F57}"/>
                </a:ext>
              </a:extLst>
            </p:cNvPr>
            <p:cNvSpPr/>
            <p:nvPr/>
          </p:nvSpPr>
          <p:spPr>
            <a:xfrm>
              <a:off x="6983621" y="4287263"/>
              <a:ext cx="4299" cy="1433"/>
            </a:xfrm>
            <a:custGeom>
              <a:avLst/>
              <a:gdLst>
                <a:gd name="csX0" fmla="*/ 4299 w 4299"/>
                <a:gd name="csY0" fmla="*/ 0 h 1433"/>
                <a:gd name="csX1" fmla="*/ 1910 w 4299"/>
                <a:gd name="csY1" fmla="*/ 478 h 1433"/>
                <a:gd name="csX2" fmla="*/ 0 w 4299"/>
                <a:gd name="csY2" fmla="*/ 1433 h 1433"/>
                <a:gd name="csX3" fmla="*/ 1910 w 4299"/>
                <a:gd name="csY3" fmla="*/ 478 h 1433"/>
                <a:gd name="csX4" fmla="*/ 4299 w 4299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433">
                  <a:moveTo>
                    <a:pt x="4299" y="0"/>
                  </a:moveTo>
                  <a:lnTo>
                    <a:pt x="1910" y="478"/>
                  </a:lnTo>
                  <a:lnTo>
                    <a:pt x="0" y="1433"/>
                  </a:lnTo>
                  <a:lnTo>
                    <a:pt x="1910" y="478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9" name="Freeform 1328">
              <a:extLst>
                <a:ext uri="{FF2B5EF4-FFF2-40B4-BE49-F238E27FC236}">
                  <a16:creationId xmlns:a16="http://schemas.microsoft.com/office/drawing/2014/main" id="{C3FE0064-435D-5495-5402-15BD28D34FCE}"/>
                </a:ext>
              </a:extLst>
            </p:cNvPr>
            <p:cNvSpPr/>
            <p:nvPr/>
          </p:nvSpPr>
          <p:spPr>
            <a:xfrm>
              <a:off x="6570385" y="4120536"/>
              <a:ext cx="416579" cy="313868"/>
            </a:xfrm>
            <a:custGeom>
              <a:avLst/>
              <a:gdLst>
                <a:gd name="csX0" fmla="*/ 415625 w 416579"/>
                <a:gd name="csY0" fmla="*/ 204468 h 313868"/>
                <a:gd name="csX1" fmla="*/ 416580 w 416579"/>
                <a:gd name="csY1" fmla="*/ 206379 h 313868"/>
                <a:gd name="csX2" fmla="*/ 416102 w 416579"/>
                <a:gd name="csY2" fmla="*/ 207812 h 313868"/>
                <a:gd name="csX3" fmla="*/ 416102 w 416579"/>
                <a:gd name="csY3" fmla="*/ 208290 h 313868"/>
                <a:gd name="csX4" fmla="*/ 415146 w 416579"/>
                <a:gd name="csY4" fmla="*/ 210201 h 313868"/>
                <a:gd name="csX5" fmla="*/ 415146 w 416579"/>
                <a:gd name="csY5" fmla="*/ 210679 h 313868"/>
                <a:gd name="csX6" fmla="*/ 414669 w 416579"/>
                <a:gd name="csY6" fmla="*/ 212590 h 313868"/>
                <a:gd name="csX7" fmla="*/ 414191 w 416579"/>
                <a:gd name="csY7" fmla="*/ 214500 h 313868"/>
                <a:gd name="csX8" fmla="*/ 413714 w 416579"/>
                <a:gd name="csY8" fmla="*/ 214500 h 313868"/>
                <a:gd name="csX9" fmla="*/ 413236 w 416579"/>
                <a:gd name="csY9" fmla="*/ 216889 h 313868"/>
                <a:gd name="csX10" fmla="*/ 413236 w 416579"/>
                <a:gd name="csY10" fmla="*/ 216889 h 313868"/>
                <a:gd name="csX11" fmla="*/ 412280 w 416579"/>
                <a:gd name="csY11" fmla="*/ 218800 h 313868"/>
                <a:gd name="csX12" fmla="*/ 411803 w 416579"/>
                <a:gd name="csY12" fmla="*/ 221189 h 313868"/>
                <a:gd name="csX13" fmla="*/ 410847 w 416579"/>
                <a:gd name="csY13" fmla="*/ 223099 h 313868"/>
                <a:gd name="csX14" fmla="*/ 410847 w 416579"/>
                <a:gd name="csY14" fmla="*/ 223099 h 313868"/>
                <a:gd name="csX15" fmla="*/ 410369 w 416579"/>
                <a:gd name="csY15" fmla="*/ 225488 h 313868"/>
                <a:gd name="csX16" fmla="*/ 409414 w 416579"/>
                <a:gd name="csY16" fmla="*/ 227399 h 313868"/>
                <a:gd name="csX17" fmla="*/ 409414 w 416579"/>
                <a:gd name="csY17" fmla="*/ 227399 h 313868"/>
                <a:gd name="csX18" fmla="*/ 408936 w 416579"/>
                <a:gd name="csY18" fmla="*/ 229788 h 313868"/>
                <a:gd name="csX19" fmla="*/ 407980 w 416579"/>
                <a:gd name="csY19" fmla="*/ 231699 h 313868"/>
                <a:gd name="csX20" fmla="*/ 407503 w 416579"/>
                <a:gd name="csY20" fmla="*/ 234087 h 313868"/>
                <a:gd name="csX21" fmla="*/ 406548 w 416579"/>
                <a:gd name="csY21" fmla="*/ 235998 h 313868"/>
                <a:gd name="csX22" fmla="*/ 406070 w 416579"/>
                <a:gd name="csY22" fmla="*/ 238387 h 313868"/>
                <a:gd name="csX23" fmla="*/ 405114 w 416579"/>
                <a:gd name="csY23" fmla="*/ 240298 h 313868"/>
                <a:gd name="csX24" fmla="*/ 404637 w 416579"/>
                <a:gd name="csY24" fmla="*/ 242687 h 313868"/>
                <a:gd name="csX25" fmla="*/ 403681 w 416579"/>
                <a:gd name="csY25" fmla="*/ 245075 h 313868"/>
                <a:gd name="csX26" fmla="*/ 403681 w 416579"/>
                <a:gd name="csY26" fmla="*/ 245075 h 313868"/>
                <a:gd name="csX27" fmla="*/ 401293 w 416579"/>
                <a:gd name="csY27" fmla="*/ 245553 h 313868"/>
                <a:gd name="csX28" fmla="*/ 398904 w 416579"/>
                <a:gd name="csY28" fmla="*/ 246508 h 313868"/>
                <a:gd name="csX29" fmla="*/ 397948 w 416579"/>
                <a:gd name="csY29" fmla="*/ 246986 h 313868"/>
                <a:gd name="csX30" fmla="*/ 396993 w 416579"/>
                <a:gd name="csY30" fmla="*/ 246986 h 313868"/>
                <a:gd name="csX31" fmla="*/ 394604 w 416579"/>
                <a:gd name="csY31" fmla="*/ 247941 h 313868"/>
                <a:gd name="csX32" fmla="*/ 391260 w 416579"/>
                <a:gd name="csY32" fmla="*/ 248897 h 313868"/>
                <a:gd name="csX33" fmla="*/ 387916 w 416579"/>
                <a:gd name="csY33" fmla="*/ 250330 h 313868"/>
                <a:gd name="csX34" fmla="*/ 384572 w 416579"/>
                <a:gd name="csY34" fmla="*/ 251286 h 313868"/>
                <a:gd name="csX35" fmla="*/ 382184 w 416579"/>
                <a:gd name="csY35" fmla="*/ 252241 h 313868"/>
                <a:gd name="csX36" fmla="*/ 380750 w 416579"/>
                <a:gd name="csY36" fmla="*/ 252241 h 313868"/>
                <a:gd name="csX37" fmla="*/ 379795 w 416579"/>
                <a:gd name="csY37" fmla="*/ 252719 h 313868"/>
                <a:gd name="csX38" fmla="*/ 377406 w 416579"/>
                <a:gd name="csY38" fmla="*/ 253197 h 313868"/>
                <a:gd name="csX39" fmla="*/ 375495 w 416579"/>
                <a:gd name="csY39" fmla="*/ 254152 h 313868"/>
                <a:gd name="csX40" fmla="*/ 374062 w 416579"/>
                <a:gd name="csY40" fmla="*/ 254630 h 313868"/>
                <a:gd name="csX41" fmla="*/ 373107 w 416579"/>
                <a:gd name="csY41" fmla="*/ 255107 h 313868"/>
                <a:gd name="csX42" fmla="*/ 370718 w 416579"/>
                <a:gd name="csY42" fmla="*/ 255585 h 313868"/>
                <a:gd name="csX43" fmla="*/ 370718 w 416579"/>
                <a:gd name="csY43" fmla="*/ 255585 h 313868"/>
                <a:gd name="csX44" fmla="*/ 367373 w 416579"/>
                <a:gd name="csY44" fmla="*/ 256540 h 313868"/>
                <a:gd name="csX45" fmla="*/ 366418 w 416579"/>
                <a:gd name="csY45" fmla="*/ 257018 h 313868"/>
                <a:gd name="csX46" fmla="*/ 364030 w 416579"/>
                <a:gd name="csY46" fmla="*/ 257974 h 313868"/>
                <a:gd name="csX47" fmla="*/ 364030 w 416579"/>
                <a:gd name="csY47" fmla="*/ 257974 h 313868"/>
                <a:gd name="csX48" fmla="*/ 360686 w 416579"/>
                <a:gd name="csY48" fmla="*/ 258929 h 313868"/>
                <a:gd name="csX49" fmla="*/ 359252 w 416579"/>
                <a:gd name="csY49" fmla="*/ 259407 h 313868"/>
                <a:gd name="csX50" fmla="*/ 357341 w 416579"/>
                <a:gd name="csY50" fmla="*/ 259885 h 313868"/>
                <a:gd name="csX51" fmla="*/ 354953 w 416579"/>
                <a:gd name="csY51" fmla="*/ 260840 h 313868"/>
                <a:gd name="csX52" fmla="*/ 353520 w 416579"/>
                <a:gd name="csY52" fmla="*/ 261318 h 313868"/>
                <a:gd name="csX53" fmla="*/ 352564 w 416579"/>
                <a:gd name="csY53" fmla="*/ 261318 h 313868"/>
                <a:gd name="csX54" fmla="*/ 350175 w 416579"/>
                <a:gd name="csY54" fmla="*/ 262273 h 313868"/>
                <a:gd name="csX55" fmla="*/ 347787 w 416579"/>
                <a:gd name="csY55" fmla="*/ 263229 h 313868"/>
                <a:gd name="csX56" fmla="*/ 346831 w 416579"/>
                <a:gd name="csY56" fmla="*/ 263229 h 313868"/>
                <a:gd name="csX57" fmla="*/ 343965 w 416579"/>
                <a:gd name="csY57" fmla="*/ 264184 h 313868"/>
                <a:gd name="csX58" fmla="*/ 343965 w 416579"/>
                <a:gd name="csY58" fmla="*/ 264184 h 313868"/>
                <a:gd name="csX59" fmla="*/ 343009 w 416579"/>
                <a:gd name="csY59" fmla="*/ 264184 h 313868"/>
                <a:gd name="csX60" fmla="*/ 339666 w 416579"/>
                <a:gd name="csY60" fmla="*/ 264662 h 313868"/>
                <a:gd name="csX61" fmla="*/ 335366 w 416579"/>
                <a:gd name="csY61" fmla="*/ 265140 h 313868"/>
                <a:gd name="csX62" fmla="*/ 334888 w 416579"/>
                <a:gd name="csY62" fmla="*/ 265617 h 313868"/>
                <a:gd name="csX63" fmla="*/ 330111 w 416579"/>
                <a:gd name="csY63" fmla="*/ 266095 h 313868"/>
                <a:gd name="csX64" fmla="*/ 323900 w 416579"/>
                <a:gd name="csY64" fmla="*/ 267051 h 313868"/>
                <a:gd name="csX65" fmla="*/ 319123 w 416579"/>
                <a:gd name="csY65" fmla="*/ 267529 h 313868"/>
                <a:gd name="csX66" fmla="*/ 317690 w 416579"/>
                <a:gd name="csY66" fmla="*/ 267529 h 313868"/>
                <a:gd name="csX67" fmla="*/ 311957 w 416579"/>
                <a:gd name="csY67" fmla="*/ 268484 h 313868"/>
                <a:gd name="csX68" fmla="*/ 305747 w 416579"/>
                <a:gd name="csY68" fmla="*/ 268962 h 313868"/>
                <a:gd name="csX69" fmla="*/ 300014 w 416579"/>
                <a:gd name="csY69" fmla="*/ 269917 h 313868"/>
                <a:gd name="csX70" fmla="*/ 295236 w 416579"/>
                <a:gd name="csY70" fmla="*/ 270395 h 313868"/>
                <a:gd name="csX71" fmla="*/ 293804 w 416579"/>
                <a:gd name="csY71" fmla="*/ 270872 h 313868"/>
                <a:gd name="csX72" fmla="*/ 292848 w 416579"/>
                <a:gd name="csY72" fmla="*/ 270872 h 313868"/>
                <a:gd name="csX73" fmla="*/ 289026 w 416579"/>
                <a:gd name="csY73" fmla="*/ 271350 h 313868"/>
                <a:gd name="csX74" fmla="*/ 285682 w 416579"/>
                <a:gd name="csY74" fmla="*/ 272306 h 313868"/>
                <a:gd name="csX75" fmla="*/ 285682 w 416579"/>
                <a:gd name="csY75" fmla="*/ 272306 h 313868"/>
                <a:gd name="csX76" fmla="*/ 282338 w 416579"/>
                <a:gd name="csY76" fmla="*/ 273739 h 313868"/>
                <a:gd name="csX77" fmla="*/ 277083 w 416579"/>
                <a:gd name="csY77" fmla="*/ 276128 h 313868"/>
                <a:gd name="csX78" fmla="*/ 271350 w 416579"/>
                <a:gd name="csY78" fmla="*/ 278994 h 313868"/>
                <a:gd name="csX79" fmla="*/ 268484 w 416579"/>
                <a:gd name="csY79" fmla="*/ 280427 h 313868"/>
                <a:gd name="csX80" fmla="*/ 268484 w 416579"/>
                <a:gd name="csY80" fmla="*/ 280427 h 313868"/>
                <a:gd name="csX81" fmla="*/ 265617 w 416579"/>
                <a:gd name="csY81" fmla="*/ 283771 h 313868"/>
                <a:gd name="csX82" fmla="*/ 264184 w 416579"/>
                <a:gd name="csY82" fmla="*/ 285204 h 313868"/>
                <a:gd name="csX83" fmla="*/ 264184 w 416579"/>
                <a:gd name="csY83" fmla="*/ 285204 h 313868"/>
                <a:gd name="csX84" fmla="*/ 261318 w 416579"/>
                <a:gd name="csY84" fmla="*/ 288548 h 313868"/>
                <a:gd name="csX85" fmla="*/ 259407 w 416579"/>
                <a:gd name="csY85" fmla="*/ 290937 h 313868"/>
                <a:gd name="csX86" fmla="*/ 257018 w 416579"/>
                <a:gd name="csY86" fmla="*/ 293804 h 313868"/>
                <a:gd name="csX87" fmla="*/ 255585 w 416579"/>
                <a:gd name="csY87" fmla="*/ 296192 h 313868"/>
                <a:gd name="csX88" fmla="*/ 254152 w 416579"/>
                <a:gd name="csY88" fmla="*/ 300014 h 313868"/>
                <a:gd name="csX89" fmla="*/ 252718 w 416579"/>
                <a:gd name="csY89" fmla="*/ 300970 h 313868"/>
                <a:gd name="csX90" fmla="*/ 250330 w 416579"/>
                <a:gd name="csY90" fmla="*/ 302403 h 313868"/>
                <a:gd name="csX91" fmla="*/ 248419 w 416579"/>
                <a:gd name="csY91" fmla="*/ 303358 h 313868"/>
                <a:gd name="csX92" fmla="*/ 248419 w 416579"/>
                <a:gd name="csY92" fmla="*/ 303358 h 313868"/>
                <a:gd name="csX93" fmla="*/ 245075 w 416579"/>
                <a:gd name="csY93" fmla="*/ 302880 h 313868"/>
                <a:gd name="csX94" fmla="*/ 243164 w 416579"/>
                <a:gd name="csY94" fmla="*/ 300492 h 313868"/>
                <a:gd name="csX95" fmla="*/ 241253 w 416579"/>
                <a:gd name="csY95" fmla="*/ 298103 h 313868"/>
                <a:gd name="csX96" fmla="*/ 239820 w 416579"/>
                <a:gd name="csY96" fmla="*/ 297147 h 313868"/>
                <a:gd name="csX97" fmla="*/ 239342 w 416579"/>
                <a:gd name="csY97" fmla="*/ 297147 h 313868"/>
                <a:gd name="csX98" fmla="*/ 235998 w 416579"/>
                <a:gd name="csY98" fmla="*/ 297625 h 313868"/>
                <a:gd name="csX99" fmla="*/ 231699 w 416579"/>
                <a:gd name="csY99" fmla="*/ 297625 h 313868"/>
                <a:gd name="csX100" fmla="*/ 226921 w 416579"/>
                <a:gd name="csY100" fmla="*/ 297625 h 313868"/>
                <a:gd name="csX101" fmla="*/ 226921 w 416579"/>
                <a:gd name="csY101" fmla="*/ 297625 h 313868"/>
                <a:gd name="csX102" fmla="*/ 221666 w 416579"/>
                <a:gd name="csY102" fmla="*/ 296670 h 313868"/>
                <a:gd name="csX103" fmla="*/ 216411 w 416579"/>
                <a:gd name="csY103" fmla="*/ 296670 h 313868"/>
                <a:gd name="csX104" fmla="*/ 214022 w 416579"/>
                <a:gd name="csY104" fmla="*/ 296192 h 313868"/>
                <a:gd name="csX105" fmla="*/ 210201 w 416579"/>
                <a:gd name="csY105" fmla="*/ 294281 h 313868"/>
                <a:gd name="csX106" fmla="*/ 209723 w 416579"/>
                <a:gd name="csY106" fmla="*/ 294281 h 313868"/>
                <a:gd name="csX107" fmla="*/ 208768 w 416579"/>
                <a:gd name="csY107" fmla="*/ 294281 h 313868"/>
                <a:gd name="csX108" fmla="*/ 204468 w 416579"/>
                <a:gd name="csY108" fmla="*/ 293804 h 313868"/>
                <a:gd name="csX109" fmla="*/ 200646 w 416579"/>
                <a:gd name="csY109" fmla="*/ 293804 h 313868"/>
                <a:gd name="csX110" fmla="*/ 196824 w 416579"/>
                <a:gd name="csY110" fmla="*/ 294759 h 313868"/>
                <a:gd name="csX111" fmla="*/ 196824 w 416579"/>
                <a:gd name="csY111" fmla="*/ 294759 h 313868"/>
                <a:gd name="csX112" fmla="*/ 193002 w 416579"/>
                <a:gd name="csY112" fmla="*/ 294281 h 313868"/>
                <a:gd name="csX113" fmla="*/ 189181 w 416579"/>
                <a:gd name="csY113" fmla="*/ 294759 h 313868"/>
                <a:gd name="csX114" fmla="*/ 189181 w 416579"/>
                <a:gd name="csY114" fmla="*/ 294759 h 313868"/>
                <a:gd name="csX115" fmla="*/ 187747 w 416579"/>
                <a:gd name="csY115" fmla="*/ 295237 h 313868"/>
                <a:gd name="csX116" fmla="*/ 187747 w 416579"/>
                <a:gd name="csY116" fmla="*/ 295237 h 313868"/>
                <a:gd name="csX117" fmla="*/ 186314 w 416579"/>
                <a:gd name="csY117" fmla="*/ 295237 h 313868"/>
                <a:gd name="csX118" fmla="*/ 185836 w 416579"/>
                <a:gd name="csY118" fmla="*/ 295237 h 313868"/>
                <a:gd name="csX119" fmla="*/ 185359 w 416579"/>
                <a:gd name="csY119" fmla="*/ 295714 h 313868"/>
                <a:gd name="csX120" fmla="*/ 184403 w 416579"/>
                <a:gd name="csY120" fmla="*/ 296192 h 313868"/>
                <a:gd name="csX121" fmla="*/ 184403 w 416579"/>
                <a:gd name="csY121" fmla="*/ 296192 h 313868"/>
                <a:gd name="csX122" fmla="*/ 183448 w 416579"/>
                <a:gd name="csY122" fmla="*/ 295714 h 313868"/>
                <a:gd name="csX123" fmla="*/ 182015 w 416579"/>
                <a:gd name="csY123" fmla="*/ 295714 h 313868"/>
                <a:gd name="csX124" fmla="*/ 180104 w 416579"/>
                <a:gd name="csY124" fmla="*/ 295237 h 313868"/>
                <a:gd name="csX125" fmla="*/ 179149 w 416579"/>
                <a:gd name="csY125" fmla="*/ 294281 h 313868"/>
                <a:gd name="csX126" fmla="*/ 179149 w 416579"/>
                <a:gd name="csY126" fmla="*/ 294281 h 313868"/>
                <a:gd name="csX127" fmla="*/ 178193 w 416579"/>
                <a:gd name="csY127" fmla="*/ 293326 h 313868"/>
                <a:gd name="csX128" fmla="*/ 176760 w 416579"/>
                <a:gd name="csY128" fmla="*/ 292848 h 313868"/>
                <a:gd name="csX129" fmla="*/ 175326 w 416579"/>
                <a:gd name="csY129" fmla="*/ 292370 h 313868"/>
                <a:gd name="csX130" fmla="*/ 174371 w 416579"/>
                <a:gd name="csY130" fmla="*/ 292370 h 313868"/>
                <a:gd name="csX131" fmla="*/ 174371 w 416579"/>
                <a:gd name="csY131" fmla="*/ 292370 h 313868"/>
                <a:gd name="csX132" fmla="*/ 172938 w 416579"/>
                <a:gd name="csY132" fmla="*/ 292848 h 313868"/>
                <a:gd name="csX133" fmla="*/ 171983 w 416579"/>
                <a:gd name="csY133" fmla="*/ 293326 h 313868"/>
                <a:gd name="csX134" fmla="*/ 170072 w 416579"/>
                <a:gd name="csY134" fmla="*/ 295237 h 313868"/>
                <a:gd name="csX135" fmla="*/ 169594 w 416579"/>
                <a:gd name="csY135" fmla="*/ 295237 h 313868"/>
                <a:gd name="csX136" fmla="*/ 169594 w 416579"/>
                <a:gd name="csY136" fmla="*/ 296192 h 313868"/>
                <a:gd name="csX137" fmla="*/ 170549 w 416579"/>
                <a:gd name="csY137" fmla="*/ 297147 h 313868"/>
                <a:gd name="csX138" fmla="*/ 170549 w 416579"/>
                <a:gd name="csY138" fmla="*/ 297625 h 313868"/>
                <a:gd name="csX139" fmla="*/ 169116 w 416579"/>
                <a:gd name="csY139" fmla="*/ 298103 h 313868"/>
                <a:gd name="csX140" fmla="*/ 169116 w 416579"/>
                <a:gd name="csY140" fmla="*/ 298581 h 313868"/>
                <a:gd name="csX141" fmla="*/ 169116 w 416579"/>
                <a:gd name="csY141" fmla="*/ 298581 h 313868"/>
                <a:gd name="csX142" fmla="*/ 168638 w 416579"/>
                <a:gd name="csY142" fmla="*/ 300014 h 313868"/>
                <a:gd name="csX143" fmla="*/ 168638 w 416579"/>
                <a:gd name="csY143" fmla="*/ 300970 h 313868"/>
                <a:gd name="csX144" fmla="*/ 168161 w 416579"/>
                <a:gd name="csY144" fmla="*/ 303358 h 313868"/>
                <a:gd name="csX145" fmla="*/ 169116 w 416579"/>
                <a:gd name="csY145" fmla="*/ 305269 h 313868"/>
                <a:gd name="csX146" fmla="*/ 169594 w 416579"/>
                <a:gd name="csY146" fmla="*/ 305747 h 313868"/>
                <a:gd name="csX147" fmla="*/ 169594 w 416579"/>
                <a:gd name="csY147" fmla="*/ 306702 h 313868"/>
                <a:gd name="csX148" fmla="*/ 169116 w 416579"/>
                <a:gd name="csY148" fmla="*/ 308136 h 313868"/>
                <a:gd name="csX149" fmla="*/ 168161 w 416579"/>
                <a:gd name="csY149" fmla="*/ 308613 h 313868"/>
                <a:gd name="csX150" fmla="*/ 168161 w 416579"/>
                <a:gd name="csY150" fmla="*/ 308613 h 313868"/>
                <a:gd name="csX151" fmla="*/ 167205 w 416579"/>
                <a:gd name="csY151" fmla="*/ 310046 h 313868"/>
                <a:gd name="csX152" fmla="*/ 166727 w 416579"/>
                <a:gd name="csY152" fmla="*/ 310524 h 313868"/>
                <a:gd name="csX153" fmla="*/ 165772 w 416579"/>
                <a:gd name="csY153" fmla="*/ 311479 h 313868"/>
                <a:gd name="csX154" fmla="*/ 161950 w 416579"/>
                <a:gd name="csY154" fmla="*/ 313868 h 313868"/>
                <a:gd name="csX155" fmla="*/ 161950 w 416579"/>
                <a:gd name="csY155" fmla="*/ 313868 h 313868"/>
                <a:gd name="csX156" fmla="*/ 161950 w 416579"/>
                <a:gd name="csY156" fmla="*/ 312435 h 313868"/>
                <a:gd name="csX157" fmla="*/ 160517 w 416579"/>
                <a:gd name="csY157" fmla="*/ 310524 h 313868"/>
                <a:gd name="csX158" fmla="*/ 160517 w 416579"/>
                <a:gd name="csY158" fmla="*/ 308613 h 313868"/>
                <a:gd name="csX159" fmla="*/ 160039 w 416579"/>
                <a:gd name="csY159" fmla="*/ 307180 h 313868"/>
                <a:gd name="csX160" fmla="*/ 159084 w 416579"/>
                <a:gd name="csY160" fmla="*/ 305747 h 313868"/>
                <a:gd name="csX161" fmla="*/ 157173 w 416579"/>
                <a:gd name="csY161" fmla="*/ 304791 h 313868"/>
                <a:gd name="csX162" fmla="*/ 157173 w 416579"/>
                <a:gd name="csY162" fmla="*/ 302880 h 313868"/>
                <a:gd name="csX163" fmla="*/ 155740 w 416579"/>
                <a:gd name="csY163" fmla="*/ 301447 h 313868"/>
                <a:gd name="csX164" fmla="*/ 153829 w 416579"/>
                <a:gd name="csY164" fmla="*/ 300014 h 313868"/>
                <a:gd name="csX165" fmla="*/ 152873 w 416579"/>
                <a:gd name="csY165" fmla="*/ 297147 h 313868"/>
                <a:gd name="csX166" fmla="*/ 151918 w 416579"/>
                <a:gd name="csY166" fmla="*/ 293804 h 313868"/>
                <a:gd name="csX167" fmla="*/ 147140 w 416579"/>
                <a:gd name="csY167" fmla="*/ 289504 h 313868"/>
                <a:gd name="csX168" fmla="*/ 141408 w 416579"/>
                <a:gd name="csY168" fmla="*/ 285204 h 313868"/>
                <a:gd name="csX169" fmla="*/ 139497 w 416579"/>
                <a:gd name="csY169" fmla="*/ 283294 h 313868"/>
                <a:gd name="csX170" fmla="*/ 136631 w 416579"/>
                <a:gd name="csY170" fmla="*/ 278516 h 313868"/>
                <a:gd name="csX171" fmla="*/ 135197 w 416579"/>
                <a:gd name="csY171" fmla="*/ 274694 h 313868"/>
                <a:gd name="csX172" fmla="*/ 130897 w 416579"/>
                <a:gd name="csY172" fmla="*/ 270395 h 313868"/>
                <a:gd name="csX173" fmla="*/ 130897 w 416579"/>
                <a:gd name="csY173" fmla="*/ 268484 h 313868"/>
                <a:gd name="csX174" fmla="*/ 130420 w 416579"/>
                <a:gd name="csY174" fmla="*/ 266573 h 313868"/>
                <a:gd name="csX175" fmla="*/ 129465 w 416579"/>
                <a:gd name="csY175" fmla="*/ 264184 h 313868"/>
                <a:gd name="csX176" fmla="*/ 128509 w 416579"/>
                <a:gd name="csY176" fmla="*/ 262751 h 313868"/>
                <a:gd name="csX177" fmla="*/ 124687 w 416579"/>
                <a:gd name="csY177" fmla="*/ 254630 h 313868"/>
                <a:gd name="csX178" fmla="*/ 123254 w 416579"/>
                <a:gd name="csY178" fmla="*/ 253674 h 313868"/>
                <a:gd name="csX179" fmla="*/ 122299 w 416579"/>
                <a:gd name="csY179" fmla="*/ 251763 h 313868"/>
                <a:gd name="csX180" fmla="*/ 121821 w 416579"/>
                <a:gd name="csY180" fmla="*/ 250330 h 313868"/>
                <a:gd name="csX181" fmla="*/ 121821 w 416579"/>
                <a:gd name="csY181" fmla="*/ 249852 h 313868"/>
                <a:gd name="csX182" fmla="*/ 118954 w 416579"/>
                <a:gd name="csY182" fmla="*/ 248419 h 313868"/>
                <a:gd name="csX183" fmla="*/ 116088 w 416579"/>
                <a:gd name="csY183" fmla="*/ 245075 h 313868"/>
                <a:gd name="csX184" fmla="*/ 107967 w 416579"/>
                <a:gd name="csY184" fmla="*/ 239820 h 313868"/>
                <a:gd name="csX185" fmla="*/ 104145 w 416579"/>
                <a:gd name="csY185" fmla="*/ 239342 h 313868"/>
                <a:gd name="csX186" fmla="*/ 101278 w 416579"/>
                <a:gd name="csY186" fmla="*/ 237431 h 313868"/>
                <a:gd name="csX187" fmla="*/ 98890 w 416579"/>
                <a:gd name="csY187" fmla="*/ 235043 h 313868"/>
                <a:gd name="csX188" fmla="*/ 96501 w 416579"/>
                <a:gd name="csY188" fmla="*/ 230743 h 313868"/>
                <a:gd name="csX189" fmla="*/ 92201 w 416579"/>
                <a:gd name="csY189" fmla="*/ 226444 h 313868"/>
                <a:gd name="csX190" fmla="*/ 88380 w 416579"/>
                <a:gd name="csY190" fmla="*/ 219756 h 313868"/>
                <a:gd name="csX191" fmla="*/ 89813 w 416579"/>
                <a:gd name="csY191" fmla="*/ 217367 h 313868"/>
                <a:gd name="csX192" fmla="*/ 89813 w 416579"/>
                <a:gd name="csY192" fmla="*/ 215456 h 313868"/>
                <a:gd name="csX193" fmla="*/ 88380 w 416579"/>
                <a:gd name="csY193" fmla="*/ 212590 h 313868"/>
                <a:gd name="csX194" fmla="*/ 87424 w 416579"/>
                <a:gd name="csY194" fmla="*/ 210679 h 313868"/>
                <a:gd name="csX195" fmla="*/ 86469 w 416579"/>
                <a:gd name="csY195" fmla="*/ 208768 h 313868"/>
                <a:gd name="csX196" fmla="*/ 86947 w 416579"/>
                <a:gd name="csY196" fmla="*/ 205424 h 313868"/>
                <a:gd name="csX197" fmla="*/ 87424 w 416579"/>
                <a:gd name="csY197" fmla="*/ 202080 h 313868"/>
                <a:gd name="csX198" fmla="*/ 87902 w 416579"/>
                <a:gd name="csY198" fmla="*/ 200646 h 313868"/>
                <a:gd name="csX199" fmla="*/ 88858 w 416579"/>
                <a:gd name="csY199" fmla="*/ 198735 h 313868"/>
                <a:gd name="csX200" fmla="*/ 87902 w 416579"/>
                <a:gd name="csY200" fmla="*/ 194436 h 313868"/>
                <a:gd name="csX201" fmla="*/ 86947 w 416579"/>
                <a:gd name="csY201" fmla="*/ 192525 h 313868"/>
                <a:gd name="csX202" fmla="*/ 86947 w 416579"/>
                <a:gd name="csY202" fmla="*/ 191092 h 313868"/>
                <a:gd name="csX203" fmla="*/ 85513 w 416579"/>
                <a:gd name="csY203" fmla="*/ 190614 h 313868"/>
                <a:gd name="csX204" fmla="*/ 84558 w 416579"/>
                <a:gd name="csY204" fmla="*/ 189181 h 313868"/>
                <a:gd name="csX205" fmla="*/ 85513 w 416579"/>
                <a:gd name="csY205" fmla="*/ 189181 h 313868"/>
                <a:gd name="csX206" fmla="*/ 83603 w 416579"/>
                <a:gd name="csY206" fmla="*/ 186792 h 313868"/>
                <a:gd name="csX207" fmla="*/ 82647 w 416579"/>
                <a:gd name="csY207" fmla="*/ 185837 h 313868"/>
                <a:gd name="csX208" fmla="*/ 81692 w 416579"/>
                <a:gd name="csY208" fmla="*/ 182970 h 313868"/>
                <a:gd name="csX209" fmla="*/ 80736 w 416579"/>
                <a:gd name="csY209" fmla="*/ 180582 h 313868"/>
                <a:gd name="csX210" fmla="*/ 77870 w 416579"/>
                <a:gd name="csY210" fmla="*/ 175804 h 313868"/>
                <a:gd name="csX211" fmla="*/ 75959 w 416579"/>
                <a:gd name="csY211" fmla="*/ 172460 h 313868"/>
                <a:gd name="csX212" fmla="*/ 72615 w 416579"/>
                <a:gd name="csY212" fmla="*/ 168638 h 313868"/>
                <a:gd name="csX213" fmla="*/ 68793 w 416579"/>
                <a:gd name="csY213" fmla="*/ 165772 h 313868"/>
                <a:gd name="csX214" fmla="*/ 66404 w 416579"/>
                <a:gd name="csY214" fmla="*/ 164339 h 313868"/>
                <a:gd name="csX215" fmla="*/ 65449 w 416579"/>
                <a:gd name="csY215" fmla="*/ 163383 h 313868"/>
                <a:gd name="csX216" fmla="*/ 63538 w 416579"/>
                <a:gd name="csY216" fmla="*/ 163383 h 313868"/>
                <a:gd name="csX217" fmla="*/ 61149 w 416579"/>
                <a:gd name="csY217" fmla="*/ 161473 h 313868"/>
                <a:gd name="csX218" fmla="*/ 59716 w 416579"/>
                <a:gd name="csY218" fmla="*/ 161473 h 313868"/>
                <a:gd name="csX219" fmla="*/ 57805 w 416579"/>
                <a:gd name="csY219" fmla="*/ 160995 h 313868"/>
                <a:gd name="csX220" fmla="*/ 55416 w 416579"/>
                <a:gd name="csY220" fmla="*/ 157651 h 313868"/>
                <a:gd name="csX221" fmla="*/ 53983 w 416579"/>
                <a:gd name="csY221" fmla="*/ 154784 h 313868"/>
                <a:gd name="csX222" fmla="*/ 50639 w 416579"/>
                <a:gd name="csY222" fmla="*/ 150485 h 313868"/>
                <a:gd name="csX223" fmla="*/ 51594 w 416579"/>
                <a:gd name="csY223" fmla="*/ 149529 h 313868"/>
                <a:gd name="csX224" fmla="*/ 52550 w 416579"/>
                <a:gd name="csY224" fmla="*/ 148096 h 313868"/>
                <a:gd name="csX225" fmla="*/ 52072 w 416579"/>
                <a:gd name="csY225" fmla="*/ 145707 h 313868"/>
                <a:gd name="csX226" fmla="*/ 51594 w 416579"/>
                <a:gd name="csY226" fmla="*/ 144274 h 313868"/>
                <a:gd name="csX227" fmla="*/ 50162 w 416579"/>
                <a:gd name="csY227" fmla="*/ 141408 h 313868"/>
                <a:gd name="csX228" fmla="*/ 45384 w 416579"/>
                <a:gd name="csY228" fmla="*/ 134242 h 313868"/>
                <a:gd name="csX229" fmla="*/ 44428 w 416579"/>
                <a:gd name="csY229" fmla="*/ 133286 h 313868"/>
                <a:gd name="csX230" fmla="*/ 42517 w 416579"/>
                <a:gd name="csY230" fmla="*/ 131853 h 313868"/>
                <a:gd name="csX231" fmla="*/ 41085 w 416579"/>
                <a:gd name="csY231" fmla="*/ 128987 h 313868"/>
                <a:gd name="csX232" fmla="*/ 40607 w 416579"/>
                <a:gd name="csY232" fmla="*/ 126120 h 313868"/>
                <a:gd name="csX233" fmla="*/ 37740 w 416579"/>
                <a:gd name="csY233" fmla="*/ 124687 h 313868"/>
                <a:gd name="csX234" fmla="*/ 32008 w 416579"/>
                <a:gd name="csY234" fmla="*/ 115133 h 313868"/>
                <a:gd name="csX235" fmla="*/ 29141 w 416579"/>
                <a:gd name="csY235" fmla="*/ 111311 h 313868"/>
                <a:gd name="csX236" fmla="*/ 27708 w 416579"/>
                <a:gd name="csY236" fmla="*/ 109400 h 313868"/>
                <a:gd name="csX237" fmla="*/ 24364 w 416579"/>
                <a:gd name="csY237" fmla="*/ 105578 h 313868"/>
                <a:gd name="csX238" fmla="*/ 22453 w 416579"/>
                <a:gd name="csY238" fmla="*/ 101756 h 313868"/>
                <a:gd name="csX239" fmla="*/ 19109 w 416579"/>
                <a:gd name="csY239" fmla="*/ 97935 h 313868"/>
                <a:gd name="csX240" fmla="*/ 15765 w 416579"/>
                <a:gd name="csY240" fmla="*/ 91724 h 313868"/>
                <a:gd name="csX241" fmla="*/ 10987 w 416579"/>
                <a:gd name="csY241" fmla="*/ 85513 h 313868"/>
                <a:gd name="csX242" fmla="*/ 9076 w 416579"/>
                <a:gd name="csY242" fmla="*/ 84558 h 313868"/>
                <a:gd name="csX243" fmla="*/ 3821 w 416579"/>
                <a:gd name="csY243" fmla="*/ 84080 h 313868"/>
                <a:gd name="csX244" fmla="*/ 1910 w 416579"/>
                <a:gd name="csY244" fmla="*/ 83603 h 313868"/>
                <a:gd name="csX245" fmla="*/ 0 w 416579"/>
                <a:gd name="csY245" fmla="*/ 85036 h 313868"/>
                <a:gd name="csX246" fmla="*/ 0 w 416579"/>
                <a:gd name="csY246" fmla="*/ 83603 h 313868"/>
                <a:gd name="csX247" fmla="*/ 955 w 416579"/>
                <a:gd name="csY247" fmla="*/ 80736 h 313868"/>
                <a:gd name="csX248" fmla="*/ 2866 w 416579"/>
                <a:gd name="csY248" fmla="*/ 75959 h 313868"/>
                <a:gd name="csX249" fmla="*/ 3344 w 416579"/>
                <a:gd name="csY249" fmla="*/ 71659 h 313868"/>
                <a:gd name="csX250" fmla="*/ 6688 w 416579"/>
                <a:gd name="csY250" fmla="*/ 58283 h 313868"/>
                <a:gd name="csX251" fmla="*/ 10510 w 416579"/>
                <a:gd name="csY251" fmla="*/ 59238 h 313868"/>
                <a:gd name="csX252" fmla="*/ 14332 w 416579"/>
                <a:gd name="csY252" fmla="*/ 59716 h 313868"/>
                <a:gd name="csX253" fmla="*/ 19109 w 416579"/>
                <a:gd name="csY253" fmla="*/ 60671 h 313868"/>
                <a:gd name="csX254" fmla="*/ 24364 w 416579"/>
                <a:gd name="csY254" fmla="*/ 61149 h 313868"/>
                <a:gd name="csX255" fmla="*/ 27708 w 416579"/>
                <a:gd name="csY255" fmla="*/ 61627 h 313868"/>
                <a:gd name="csX256" fmla="*/ 28664 w 416579"/>
                <a:gd name="csY256" fmla="*/ 61627 h 313868"/>
                <a:gd name="csX257" fmla="*/ 32963 w 416579"/>
                <a:gd name="csY257" fmla="*/ 58283 h 313868"/>
                <a:gd name="csX258" fmla="*/ 36785 w 416579"/>
                <a:gd name="csY258" fmla="*/ 55417 h 313868"/>
                <a:gd name="csX259" fmla="*/ 36785 w 416579"/>
                <a:gd name="csY259" fmla="*/ 55417 h 313868"/>
                <a:gd name="csX260" fmla="*/ 39174 w 416579"/>
                <a:gd name="csY260" fmla="*/ 52072 h 313868"/>
                <a:gd name="csX261" fmla="*/ 41085 w 416579"/>
                <a:gd name="csY261" fmla="*/ 48728 h 313868"/>
                <a:gd name="csX262" fmla="*/ 42040 w 416579"/>
                <a:gd name="csY262" fmla="*/ 47773 h 313868"/>
                <a:gd name="csX263" fmla="*/ 42996 w 416579"/>
                <a:gd name="csY263" fmla="*/ 47773 h 313868"/>
                <a:gd name="csX264" fmla="*/ 45862 w 416579"/>
                <a:gd name="csY264" fmla="*/ 47295 h 313868"/>
                <a:gd name="csX265" fmla="*/ 51117 w 416579"/>
                <a:gd name="csY265" fmla="*/ 45862 h 313868"/>
                <a:gd name="csX266" fmla="*/ 56372 w 416579"/>
                <a:gd name="csY266" fmla="*/ 44906 h 313868"/>
                <a:gd name="csX267" fmla="*/ 56849 w 416579"/>
                <a:gd name="csY267" fmla="*/ 44906 h 313868"/>
                <a:gd name="csX268" fmla="*/ 58283 w 416579"/>
                <a:gd name="csY268" fmla="*/ 42040 h 313868"/>
                <a:gd name="csX269" fmla="*/ 59716 w 416579"/>
                <a:gd name="csY269" fmla="*/ 38218 h 313868"/>
                <a:gd name="csX270" fmla="*/ 60194 w 416579"/>
                <a:gd name="csY270" fmla="*/ 38218 h 313868"/>
                <a:gd name="csX271" fmla="*/ 60194 w 416579"/>
                <a:gd name="csY271" fmla="*/ 37740 h 313868"/>
                <a:gd name="csX272" fmla="*/ 64015 w 416579"/>
                <a:gd name="csY272" fmla="*/ 35830 h 313868"/>
                <a:gd name="csX273" fmla="*/ 66404 w 416579"/>
                <a:gd name="csY273" fmla="*/ 34396 h 313868"/>
                <a:gd name="csX274" fmla="*/ 63060 w 416579"/>
                <a:gd name="csY274" fmla="*/ 31052 h 313868"/>
                <a:gd name="csX275" fmla="*/ 60194 w 416579"/>
                <a:gd name="csY275" fmla="*/ 27708 h 313868"/>
                <a:gd name="csX276" fmla="*/ 56849 w 416579"/>
                <a:gd name="csY276" fmla="*/ 23886 h 313868"/>
                <a:gd name="csX277" fmla="*/ 56372 w 416579"/>
                <a:gd name="csY277" fmla="*/ 23886 h 313868"/>
                <a:gd name="csX278" fmla="*/ 53505 w 416579"/>
                <a:gd name="csY278" fmla="*/ 21020 h 313868"/>
                <a:gd name="csX279" fmla="*/ 53505 w 416579"/>
                <a:gd name="csY279" fmla="*/ 21020 h 313868"/>
                <a:gd name="csX280" fmla="*/ 49206 w 416579"/>
                <a:gd name="csY280" fmla="*/ 16243 h 313868"/>
                <a:gd name="csX281" fmla="*/ 49206 w 416579"/>
                <a:gd name="csY281" fmla="*/ 16243 h 313868"/>
                <a:gd name="csX282" fmla="*/ 46340 w 416579"/>
                <a:gd name="csY282" fmla="*/ 13376 h 313868"/>
                <a:gd name="csX283" fmla="*/ 51117 w 416579"/>
                <a:gd name="csY283" fmla="*/ 11943 h 313868"/>
                <a:gd name="csX284" fmla="*/ 56849 w 416579"/>
                <a:gd name="csY284" fmla="*/ 10510 h 313868"/>
                <a:gd name="csX285" fmla="*/ 62582 w 416579"/>
                <a:gd name="csY285" fmla="*/ 9077 h 313868"/>
                <a:gd name="csX286" fmla="*/ 69271 w 416579"/>
                <a:gd name="csY286" fmla="*/ 7166 h 313868"/>
                <a:gd name="csX287" fmla="*/ 74526 w 416579"/>
                <a:gd name="csY287" fmla="*/ 6210 h 313868"/>
                <a:gd name="csX288" fmla="*/ 76437 w 416579"/>
                <a:gd name="csY288" fmla="*/ 5255 h 313868"/>
                <a:gd name="csX289" fmla="*/ 82169 w 416579"/>
                <a:gd name="csY289" fmla="*/ 3822 h 313868"/>
                <a:gd name="csX290" fmla="*/ 85035 w 416579"/>
                <a:gd name="csY290" fmla="*/ 3344 h 313868"/>
                <a:gd name="csX291" fmla="*/ 85991 w 416579"/>
                <a:gd name="csY291" fmla="*/ 2866 h 313868"/>
                <a:gd name="csX292" fmla="*/ 86947 w 416579"/>
                <a:gd name="csY292" fmla="*/ 2389 h 313868"/>
                <a:gd name="csX293" fmla="*/ 89813 w 416579"/>
                <a:gd name="csY293" fmla="*/ 0 h 313868"/>
                <a:gd name="csX294" fmla="*/ 94112 w 416579"/>
                <a:gd name="csY294" fmla="*/ 955 h 313868"/>
                <a:gd name="csX295" fmla="*/ 100801 w 416579"/>
                <a:gd name="csY295" fmla="*/ 1911 h 313868"/>
                <a:gd name="csX296" fmla="*/ 107011 w 416579"/>
                <a:gd name="csY296" fmla="*/ 2866 h 313868"/>
                <a:gd name="csX297" fmla="*/ 113699 w 416579"/>
                <a:gd name="csY297" fmla="*/ 3822 h 313868"/>
                <a:gd name="csX298" fmla="*/ 116088 w 416579"/>
                <a:gd name="csY298" fmla="*/ 5255 h 313868"/>
                <a:gd name="csX299" fmla="*/ 122776 w 416579"/>
                <a:gd name="csY299" fmla="*/ 8599 h 313868"/>
                <a:gd name="csX300" fmla="*/ 122776 w 416579"/>
                <a:gd name="csY300" fmla="*/ 8599 h 313868"/>
                <a:gd name="csX301" fmla="*/ 127076 w 416579"/>
                <a:gd name="csY301" fmla="*/ 10988 h 313868"/>
                <a:gd name="csX302" fmla="*/ 131853 w 416579"/>
                <a:gd name="csY302" fmla="*/ 13854 h 313868"/>
                <a:gd name="csX303" fmla="*/ 138063 w 416579"/>
                <a:gd name="csY303" fmla="*/ 17198 h 313868"/>
                <a:gd name="csX304" fmla="*/ 142363 w 416579"/>
                <a:gd name="csY304" fmla="*/ 19109 h 313868"/>
                <a:gd name="csX305" fmla="*/ 147618 w 416579"/>
                <a:gd name="csY305" fmla="*/ 22453 h 313868"/>
                <a:gd name="csX306" fmla="*/ 151918 w 416579"/>
                <a:gd name="csY306" fmla="*/ 25797 h 313868"/>
                <a:gd name="csX307" fmla="*/ 157173 w 416579"/>
                <a:gd name="csY307" fmla="*/ 30097 h 313868"/>
                <a:gd name="csX308" fmla="*/ 163383 w 416579"/>
                <a:gd name="csY308" fmla="*/ 34396 h 313868"/>
                <a:gd name="csX309" fmla="*/ 168161 w 416579"/>
                <a:gd name="csY309" fmla="*/ 38218 h 313868"/>
                <a:gd name="csX310" fmla="*/ 174849 w 416579"/>
                <a:gd name="csY310" fmla="*/ 42996 h 313868"/>
                <a:gd name="csX311" fmla="*/ 181537 w 416579"/>
                <a:gd name="csY311" fmla="*/ 48251 h 313868"/>
                <a:gd name="csX312" fmla="*/ 187747 w 416579"/>
                <a:gd name="csY312" fmla="*/ 53028 h 313868"/>
                <a:gd name="csX313" fmla="*/ 193002 w 416579"/>
                <a:gd name="csY313" fmla="*/ 56850 h 313868"/>
                <a:gd name="csX314" fmla="*/ 199691 w 416579"/>
                <a:gd name="csY314" fmla="*/ 61627 h 313868"/>
                <a:gd name="csX315" fmla="*/ 200168 w 416579"/>
                <a:gd name="csY315" fmla="*/ 61627 h 313868"/>
                <a:gd name="csX316" fmla="*/ 206856 w 416579"/>
                <a:gd name="csY316" fmla="*/ 62105 h 313868"/>
                <a:gd name="csX317" fmla="*/ 206856 w 416579"/>
                <a:gd name="csY317" fmla="*/ 62105 h 313868"/>
                <a:gd name="csX318" fmla="*/ 215456 w 416579"/>
                <a:gd name="csY318" fmla="*/ 63060 h 313868"/>
                <a:gd name="csX319" fmla="*/ 224533 w 416579"/>
                <a:gd name="csY319" fmla="*/ 64016 h 313868"/>
                <a:gd name="csX320" fmla="*/ 232654 w 416579"/>
                <a:gd name="csY320" fmla="*/ 64493 h 313868"/>
                <a:gd name="csX321" fmla="*/ 235998 w 416579"/>
                <a:gd name="csY321" fmla="*/ 64016 h 313868"/>
                <a:gd name="csX322" fmla="*/ 239820 w 416579"/>
                <a:gd name="csY322" fmla="*/ 64016 h 313868"/>
                <a:gd name="csX323" fmla="*/ 245075 w 416579"/>
                <a:gd name="csY323" fmla="*/ 64971 h 313868"/>
                <a:gd name="csX324" fmla="*/ 247941 w 416579"/>
                <a:gd name="csY324" fmla="*/ 64971 h 313868"/>
                <a:gd name="csX325" fmla="*/ 254152 w 416579"/>
                <a:gd name="csY325" fmla="*/ 65927 h 313868"/>
                <a:gd name="csX326" fmla="*/ 255585 w 416579"/>
                <a:gd name="csY326" fmla="*/ 69271 h 313868"/>
                <a:gd name="csX327" fmla="*/ 256540 w 416579"/>
                <a:gd name="csY327" fmla="*/ 71182 h 313868"/>
                <a:gd name="csX328" fmla="*/ 257018 w 416579"/>
                <a:gd name="csY328" fmla="*/ 73570 h 313868"/>
                <a:gd name="csX329" fmla="*/ 258929 w 416579"/>
                <a:gd name="csY329" fmla="*/ 75481 h 313868"/>
                <a:gd name="csX330" fmla="*/ 258929 w 416579"/>
                <a:gd name="csY330" fmla="*/ 75481 h 313868"/>
                <a:gd name="csX331" fmla="*/ 262751 w 416579"/>
                <a:gd name="csY331" fmla="*/ 75481 h 313868"/>
                <a:gd name="csX332" fmla="*/ 266095 w 416579"/>
                <a:gd name="csY332" fmla="*/ 75481 h 313868"/>
                <a:gd name="csX333" fmla="*/ 270395 w 416579"/>
                <a:gd name="csY333" fmla="*/ 75481 h 313868"/>
                <a:gd name="csX334" fmla="*/ 274216 w 416579"/>
                <a:gd name="csY334" fmla="*/ 75003 h 313868"/>
                <a:gd name="csX335" fmla="*/ 275172 w 416579"/>
                <a:gd name="csY335" fmla="*/ 76914 h 313868"/>
                <a:gd name="csX336" fmla="*/ 275650 w 416579"/>
                <a:gd name="csY336" fmla="*/ 79303 h 313868"/>
                <a:gd name="csX337" fmla="*/ 277561 w 416579"/>
                <a:gd name="csY337" fmla="*/ 83603 h 313868"/>
                <a:gd name="csX338" fmla="*/ 280427 w 416579"/>
                <a:gd name="csY338" fmla="*/ 87424 h 313868"/>
                <a:gd name="csX339" fmla="*/ 281382 w 416579"/>
                <a:gd name="csY339" fmla="*/ 88380 h 313868"/>
                <a:gd name="csX340" fmla="*/ 281860 w 416579"/>
                <a:gd name="csY340" fmla="*/ 90291 h 313868"/>
                <a:gd name="csX341" fmla="*/ 281382 w 416579"/>
                <a:gd name="csY341" fmla="*/ 91246 h 313868"/>
                <a:gd name="csX342" fmla="*/ 280905 w 416579"/>
                <a:gd name="csY342" fmla="*/ 92202 h 313868"/>
                <a:gd name="csX343" fmla="*/ 283293 w 416579"/>
                <a:gd name="csY343" fmla="*/ 94112 h 313868"/>
                <a:gd name="csX344" fmla="*/ 286638 w 416579"/>
                <a:gd name="csY344" fmla="*/ 95546 h 313868"/>
                <a:gd name="csX345" fmla="*/ 288071 w 416579"/>
                <a:gd name="csY345" fmla="*/ 96024 h 313868"/>
                <a:gd name="csX346" fmla="*/ 289982 w 416579"/>
                <a:gd name="csY346" fmla="*/ 96979 h 313868"/>
                <a:gd name="csX347" fmla="*/ 288548 w 416579"/>
                <a:gd name="csY347" fmla="*/ 97935 h 313868"/>
                <a:gd name="csX348" fmla="*/ 290459 w 416579"/>
                <a:gd name="csY348" fmla="*/ 100323 h 313868"/>
                <a:gd name="csX349" fmla="*/ 293325 w 416579"/>
                <a:gd name="csY349" fmla="*/ 103189 h 313868"/>
                <a:gd name="csX350" fmla="*/ 295714 w 416579"/>
                <a:gd name="csY350" fmla="*/ 103667 h 313868"/>
                <a:gd name="csX351" fmla="*/ 299059 w 416579"/>
                <a:gd name="csY351" fmla="*/ 107489 h 313868"/>
                <a:gd name="csX352" fmla="*/ 304791 w 416579"/>
                <a:gd name="csY352" fmla="*/ 110355 h 313868"/>
                <a:gd name="csX353" fmla="*/ 308135 w 416579"/>
                <a:gd name="csY353" fmla="*/ 113700 h 313868"/>
                <a:gd name="csX354" fmla="*/ 307657 w 416579"/>
                <a:gd name="csY354" fmla="*/ 113700 h 313868"/>
                <a:gd name="csX355" fmla="*/ 306702 w 416579"/>
                <a:gd name="csY355" fmla="*/ 113222 h 313868"/>
                <a:gd name="csX356" fmla="*/ 305269 w 416579"/>
                <a:gd name="csY356" fmla="*/ 112744 h 313868"/>
                <a:gd name="csX357" fmla="*/ 305269 w 416579"/>
                <a:gd name="csY357" fmla="*/ 113222 h 313868"/>
                <a:gd name="csX358" fmla="*/ 305269 w 416579"/>
                <a:gd name="csY358" fmla="*/ 114655 h 313868"/>
                <a:gd name="csX359" fmla="*/ 305269 w 416579"/>
                <a:gd name="csY359" fmla="*/ 116566 h 313868"/>
                <a:gd name="csX360" fmla="*/ 307180 w 416579"/>
                <a:gd name="csY360" fmla="*/ 117999 h 313868"/>
                <a:gd name="csX361" fmla="*/ 308613 w 416579"/>
                <a:gd name="csY361" fmla="*/ 118954 h 313868"/>
                <a:gd name="csX362" fmla="*/ 309091 w 416579"/>
                <a:gd name="csY362" fmla="*/ 120865 h 313868"/>
                <a:gd name="csX363" fmla="*/ 308135 w 416579"/>
                <a:gd name="csY363" fmla="*/ 125165 h 313868"/>
                <a:gd name="csX364" fmla="*/ 307657 w 416579"/>
                <a:gd name="csY364" fmla="*/ 125165 h 313868"/>
                <a:gd name="csX365" fmla="*/ 306702 w 416579"/>
                <a:gd name="csY365" fmla="*/ 124687 h 313868"/>
                <a:gd name="csX366" fmla="*/ 306224 w 416579"/>
                <a:gd name="csY366" fmla="*/ 124687 h 313868"/>
                <a:gd name="csX367" fmla="*/ 305747 w 416579"/>
                <a:gd name="csY367" fmla="*/ 124687 h 313868"/>
                <a:gd name="csX368" fmla="*/ 306702 w 416579"/>
                <a:gd name="csY368" fmla="*/ 128031 h 313868"/>
                <a:gd name="csX369" fmla="*/ 307657 w 416579"/>
                <a:gd name="csY369" fmla="*/ 129942 h 313868"/>
                <a:gd name="csX370" fmla="*/ 308613 w 416579"/>
                <a:gd name="csY370" fmla="*/ 131853 h 313868"/>
                <a:gd name="csX371" fmla="*/ 309568 w 416579"/>
                <a:gd name="csY371" fmla="*/ 134719 h 313868"/>
                <a:gd name="csX372" fmla="*/ 310524 w 416579"/>
                <a:gd name="csY372" fmla="*/ 135675 h 313868"/>
                <a:gd name="csX373" fmla="*/ 313868 w 416579"/>
                <a:gd name="csY373" fmla="*/ 138542 h 313868"/>
                <a:gd name="csX374" fmla="*/ 314823 w 416579"/>
                <a:gd name="csY374" fmla="*/ 140930 h 313868"/>
                <a:gd name="csX375" fmla="*/ 315779 w 416579"/>
                <a:gd name="csY375" fmla="*/ 145230 h 313868"/>
                <a:gd name="csX376" fmla="*/ 318168 w 416579"/>
                <a:gd name="csY376" fmla="*/ 147618 h 313868"/>
                <a:gd name="csX377" fmla="*/ 319123 w 416579"/>
                <a:gd name="csY377" fmla="*/ 149529 h 313868"/>
                <a:gd name="csX378" fmla="*/ 321034 w 416579"/>
                <a:gd name="csY378" fmla="*/ 151440 h 313868"/>
                <a:gd name="csX379" fmla="*/ 321989 w 416579"/>
                <a:gd name="csY379" fmla="*/ 153351 h 313868"/>
                <a:gd name="csX380" fmla="*/ 323423 w 416579"/>
                <a:gd name="csY380" fmla="*/ 155262 h 313868"/>
                <a:gd name="csX381" fmla="*/ 323423 w 416579"/>
                <a:gd name="csY381" fmla="*/ 155262 h 313868"/>
                <a:gd name="csX382" fmla="*/ 323900 w 416579"/>
                <a:gd name="csY382" fmla="*/ 155740 h 313868"/>
                <a:gd name="csX383" fmla="*/ 325334 w 416579"/>
                <a:gd name="csY383" fmla="*/ 155740 h 313868"/>
                <a:gd name="csX384" fmla="*/ 326766 w 416579"/>
                <a:gd name="csY384" fmla="*/ 155740 h 313868"/>
                <a:gd name="csX385" fmla="*/ 328200 w 416579"/>
                <a:gd name="csY385" fmla="*/ 155262 h 313868"/>
                <a:gd name="csX386" fmla="*/ 330111 w 416579"/>
                <a:gd name="csY386" fmla="*/ 154784 h 313868"/>
                <a:gd name="csX387" fmla="*/ 331544 w 416579"/>
                <a:gd name="csY387" fmla="*/ 155740 h 313868"/>
                <a:gd name="csX388" fmla="*/ 332977 w 416579"/>
                <a:gd name="csY388" fmla="*/ 155740 h 313868"/>
                <a:gd name="csX389" fmla="*/ 332977 w 416579"/>
                <a:gd name="csY389" fmla="*/ 156217 h 313868"/>
                <a:gd name="csX390" fmla="*/ 332022 w 416579"/>
                <a:gd name="csY390" fmla="*/ 157651 h 313868"/>
                <a:gd name="csX391" fmla="*/ 331066 w 416579"/>
                <a:gd name="csY391" fmla="*/ 160039 h 313868"/>
                <a:gd name="csX392" fmla="*/ 332500 w 416579"/>
                <a:gd name="csY392" fmla="*/ 160517 h 313868"/>
                <a:gd name="csX393" fmla="*/ 334411 w 416579"/>
                <a:gd name="csY393" fmla="*/ 160995 h 313868"/>
                <a:gd name="csX394" fmla="*/ 335366 w 416579"/>
                <a:gd name="csY394" fmla="*/ 161473 h 313868"/>
                <a:gd name="csX395" fmla="*/ 335843 w 416579"/>
                <a:gd name="csY395" fmla="*/ 161473 h 313868"/>
                <a:gd name="csX396" fmla="*/ 335843 w 416579"/>
                <a:gd name="csY396" fmla="*/ 161950 h 313868"/>
                <a:gd name="csX397" fmla="*/ 335843 w 416579"/>
                <a:gd name="csY397" fmla="*/ 164339 h 313868"/>
                <a:gd name="csX398" fmla="*/ 336321 w 416579"/>
                <a:gd name="csY398" fmla="*/ 165294 h 313868"/>
                <a:gd name="csX399" fmla="*/ 337277 w 416579"/>
                <a:gd name="csY399" fmla="*/ 166250 h 313868"/>
                <a:gd name="csX400" fmla="*/ 338232 w 416579"/>
                <a:gd name="csY400" fmla="*/ 167683 h 313868"/>
                <a:gd name="csX401" fmla="*/ 339188 w 416579"/>
                <a:gd name="csY401" fmla="*/ 168638 h 313868"/>
                <a:gd name="csX402" fmla="*/ 340621 w 416579"/>
                <a:gd name="csY402" fmla="*/ 170072 h 313868"/>
                <a:gd name="csX403" fmla="*/ 341577 w 416579"/>
                <a:gd name="csY403" fmla="*/ 171505 h 313868"/>
                <a:gd name="csX404" fmla="*/ 342532 w 416579"/>
                <a:gd name="csY404" fmla="*/ 172938 h 313868"/>
                <a:gd name="csX405" fmla="*/ 343965 w 416579"/>
                <a:gd name="csY405" fmla="*/ 173893 h 313868"/>
                <a:gd name="csX406" fmla="*/ 344920 w 416579"/>
                <a:gd name="csY406" fmla="*/ 175326 h 313868"/>
                <a:gd name="csX407" fmla="*/ 345876 w 416579"/>
                <a:gd name="csY407" fmla="*/ 176760 h 313868"/>
                <a:gd name="csX408" fmla="*/ 346831 w 416579"/>
                <a:gd name="csY408" fmla="*/ 177715 h 313868"/>
                <a:gd name="csX409" fmla="*/ 348264 w 416579"/>
                <a:gd name="csY409" fmla="*/ 179149 h 313868"/>
                <a:gd name="csX410" fmla="*/ 349220 w 416579"/>
                <a:gd name="csY410" fmla="*/ 180582 h 313868"/>
                <a:gd name="csX411" fmla="*/ 349220 w 416579"/>
                <a:gd name="csY411" fmla="*/ 180582 h 313868"/>
                <a:gd name="csX412" fmla="*/ 350175 w 416579"/>
                <a:gd name="csY412" fmla="*/ 182015 h 313868"/>
                <a:gd name="csX413" fmla="*/ 351609 w 416579"/>
                <a:gd name="csY413" fmla="*/ 182970 h 313868"/>
                <a:gd name="csX414" fmla="*/ 352564 w 416579"/>
                <a:gd name="csY414" fmla="*/ 184403 h 313868"/>
                <a:gd name="csX415" fmla="*/ 352564 w 416579"/>
                <a:gd name="csY415" fmla="*/ 184403 h 313868"/>
                <a:gd name="csX416" fmla="*/ 353520 w 416579"/>
                <a:gd name="csY416" fmla="*/ 185837 h 313868"/>
                <a:gd name="csX417" fmla="*/ 354475 w 416579"/>
                <a:gd name="csY417" fmla="*/ 186792 h 313868"/>
                <a:gd name="csX418" fmla="*/ 355430 w 416579"/>
                <a:gd name="csY418" fmla="*/ 187748 h 313868"/>
                <a:gd name="csX419" fmla="*/ 355430 w 416579"/>
                <a:gd name="csY419" fmla="*/ 187748 h 313868"/>
                <a:gd name="csX420" fmla="*/ 357341 w 416579"/>
                <a:gd name="csY420" fmla="*/ 188225 h 313868"/>
                <a:gd name="csX421" fmla="*/ 357819 w 416579"/>
                <a:gd name="csY421" fmla="*/ 188225 h 313868"/>
                <a:gd name="csX422" fmla="*/ 359252 w 416579"/>
                <a:gd name="csY422" fmla="*/ 188225 h 313868"/>
                <a:gd name="csX423" fmla="*/ 361641 w 416579"/>
                <a:gd name="csY423" fmla="*/ 188703 h 313868"/>
                <a:gd name="csX424" fmla="*/ 364507 w 416579"/>
                <a:gd name="csY424" fmla="*/ 189181 h 313868"/>
                <a:gd name="csX425" fmla="*/ 368329 w 416579"/>
                <a:gd name="csY425" fmla="*/ 189658 h 313868"/>
                <a:gd name="csX426" fmla="*/ 372151 w 416579"/>
                <a:gd name="csY426" fmla="*/ 190136 h 313868"/>
                <a:gd name="csX427" fmla="*/ 376450 w 416579"/>
                <a:gd name="csY427" fmla="*/ 190614 h 313868"/>
                <a:gd name="csX428" fmla="*/ 376450 w 416579"/>
                <a:gd name="csY428" fmla="*/ 190614 h 313868"/>
                <a:gd name="csX429" fmla="*/ 380750 w 416579"/>
                <a:gd name="csY429" fmla="*/ 191092 h 313868"/>
                <a:gd name="csX430" fmla="*/ 385050 w 416579"/>
                <a:gd name="csY430" fmla="*/ 191569 h 313868"/>
                <a:gd name="csX431" fmla="*/ 389349 w 416579"/>
                <a:gd name="csY431" fmla="*/ 192047 h 313868"/>
                <a:gd name="csX432" fmla="*/ 393649 w 416579"/>
                <a:gd name="csY432" fmla="*/ 192525 h 313868"/>
                <a:gd name="csX433" fmla="*/ 393649 w 416579"/>
                <a:gd name="csY433" fmla="*/ 192525 h 313868"/>
                <a:gd name="csX434" fmla="*/ 396993 w 416579"/>
                <a:gd name="csY434" fmla="*/ 193003 h 313868"/>
                <a:gd name="csX435" fmla="*/ 400337 w 416579"/>
                <a:gd name="csY435" fmla="*/ 193480 h 313868"/>
                <a:gd name="csX436" fmla="*/ 402726 w 416579"/>
                <a:gd name="csY436" fmla="*/ 193480 h 313868"/>
                <a:gd name="csX437" fmla="*/ 404159 w 416579"/>
                <a:gd name="csY437" fmla="*/ 193958 h 313868"/>
                <a:gd name="csX438" fmla="*/ 404637 w 416579"/>
                <a:gd name="csY438" fmla="*/ 193958 h 313868"/>
                <a:gd name="csX439" fmla="*/ 406070 w 416579"/>
                <a:gd name="csY439" fmla="*/ 193958 h 313868"/>
                <a:gd name="csX440" fmla="*/ 406548 w 416579"/>
                <a:gd name="csY440" fmla="*/ 193958 h 313868"/>
                <a:gd name="csX441" fmla="*/ 407503 w 416579"/>
                <a:gd name="csY441" fmla="*/ 192525 h 313868"/>
                <a:gd name="csX442" fmla="*/ 409414 w 416579"/>
                <a:gd name="csY442" fmla="*/ 194914 h 313868"/>
                <a:gd name="csX443" fmla="*/ 410369 w 416579"/>
                <a:gd name="csY443" fmla="*/ 196347 h 313868"/>
                <a:gd name="csX444" fmla="*/ 412280 w 416579"/>
                <a:gd name="csY444" fmla="*/ 199213 h 313868"/>
                <a:gd name="csX445" fmla="*/ 413714 w 416579"/>
                <a:gd name="csY445" fmla="*/ 201602 h 313868"/>
                <a:gd name="csX446" fmla="*/ 415625 w 416579"/>
                <a:gd name="csY446" fmla="*/ 204468 h 313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</a:cxnLst>
              <a:rect l="l" t="t" r="r" b="b"/>
              <a:pathLst>
                <a:path w="416579" h="313868">
                  <a:moveTo>
                    <a:pt x="415625" y="204468"/>
                  </a:moveTo>
                  <a:lnTo>
                    <a:pt x="416580" y="206379"/>
                  </a:lnTo>
                  <a:lnTo>
                    <a:pt x="416102" y="207812"/>
                  </a:lnTo>
                  <a:lnTo>
                    <a:pt x="416102" y="208290"/>
                  </a:lnTo>
                  <a:lnTo>
                    <a:pt x="415146" y="210201"/>
                  </a:lnTo>
                  <a:lnTo>
                    <a:pt x="415146" y="210679"/>
                  </a:lnTo>
                  <a:lnTo>
                    <a:pt x="414669" y="212590"/>
                  </a:lnTo>
                  <a:lnTo>
                    <a:pt x="414191" y="214500"/>
                  </a:lnTo>
                  <a:lnTo>
                    <a:pt x="413714" y="214500"/>
                  </a:lnTo>
                  <a:lnTo>
                    <a:pt x="413236" y="216889"/>
                  </a:lnTo>
                  <a:lnTo>
                    <a:pt x="413236" y="216889"/>
                  </a:lnTo>
                  <a:lnTo>
                    <a:pt x="412280" y="218800"/>
                  </a:lnTo>
                  <a:lnTo>
                    <a:pt x="411803" y="221189"/>
                  </a:lnTo>
                  <a:lnTo>
                    <a:pt x="410847" y="223099"/>
                  </a:lnTo>
                  <a:lnTo>
                    <a:pt x="410847" y="223099"/>
                  </a:lnTo>
                  <a:lnTo>
                    <a:pt x="410369" y="225488"/>
                  </a:lnTo>
                  <a:lnTo>
                    <a:pt x="409414" y="227399"/>
                  </a:lnTo>
                  <a:lnTo>
                    <a:pt x="409414" y="227399"/>
                  </a:lnTo>
                  <a:lnTo>
                    <a:pt x="408936" y="229788"/>
                  </a:lnTo>
                  <a:lnTo>
                    <a:pt x="407980" y="231699"/>
                  </a:lnTo>
                  <a:lnTo>
                    <a:pt x="407503" y="234087"/>
                  </a:lnTo>
                  <a:lnTo>
                    <a:pt x="406548" y="235998"/>
                  </a:lnTo>
                  <a:lnTo>
                    <a:pt x="406070" y="238387"/>
                  </a:lnTo>
                  <a:lnTo>
                    <a:pt x="405114" y="240298"/>
                  </a:lnTo>
                  <a:lnTo>
                    <a:pt x="404637" y="242687"/>
                  </a:lnTo>
                  <a:lnTo>
                    <a:pt x="403681" y="245075"/>
                  </a:lnTo>
                  <a:lnTo>
                    <a:pt x="403681" y="245075"/>
                  </a:lnTo>
                  <a:lnTo>
                    <a:pt x="401293" y="245553"/>
                  </a:lnTo>
                  <a:lnTo>
                    <a:pt x="398904" y="246508"/>
                  </a:lnTo>
                  <a:lnTo>
                    <a:pt x="397948" y="246986"/>
                  </a:lnTo>
                  <a:lnTo>
                    <a:pt x="396993" y="246986"/>
                  </a:lnTo>
                  <a:lnTo>
                    <a:pt x="394604" y="247941"/>
                  </a:lnTo>
                  <a:lnTo>
                    <a:pt x="391260" y="248897"/>
                  </a:lnTo>
                  <a:lnTo>
                    <a:pt x="387916" y="250330"/>
                  </a:lnTo>
                  <a:lnTo>
                    <a:pt x="384572" y="251286"/>
                  </a:lnTo>
                  <a:lnTo>
                    <a:pt x="382184" y="252241"/>
                  </a:lnTo>
                  <a:lnTo>
                    <a:pt x="380750" y="252241"/>
                  </a:lnTo>
                  <a:lnTo>
                    <a:pt x="379795" y="252719"/>
                  </a:lnTo>
                  <a:lnTo>
                    <a:pt x="377406" y="253197"/>
                  </a:lnTo>
                  <a:lnTo>
                    <a:pt x="375495" y="254152"/>
                  </a:lnTo>
                  <a:lnTo>
                    <a:pt x="374062" y="254630"/>
                  </a:lnTo>
                  <a:lnTo>
                    <a:pt x="373107" y="255107"/>
                  </a:lnTo>
                  <a:lnTo>
                    <a:pt x="370718" y="255585"/>
                  </a:lnTo>
                  <a:lnTo>
                    <a:pt x="370718" y="255585"/>
                  </a:lnTo>
                  <a:lnTo>
                    <a:pt x="367373" y="256540"/>
                  </a:lnTo>
                  <a:lnTo>
                    <a:pt x="366418" y="257018"/>
                  </a:lnTo>
                  <a:lnTo>
                    <a:pt x="364030" y="257974"/>
                  </a:lnTo>
                  <a:lnTo>
                    <a:pt x="364030" y="257974"/>
                  </a:lnTo>
                  <a:lnTo>
                    <a:pt x="360686" y="258929"/>
                  </a:lnTo>
                  <a:lnTo>
                    <a:pt x="359252" y="259407"/>
                  </a:lnTo>
                  <a:lnTo>
                    <a:pt x="357341" y="259885"/>
                  </a:lnTo>
                  <a:lnTo>
                    <a:pt x="354953" y="260840"/>
                  </a:lnTo>
                  <a:lnTo>
                    <a:pt x="353520" y="261318"/>
                  </a:lnTo>
                  <a:lnTo>
                    <a:pt x="352564" y="261318"/>
                  </a:lnTo>
                  <a:lnTo>
                    <a:pt x="350175" y="262273"/>
                  </a:lnTo>
                  <a:lnTo>
                    <a:pt x="347787" y="263229"/>
                  </a:lnTo>
                  <a:lnTo>
                    <a:pt x="346831" y="263229"/>
                  </a:lnTo>
                  <a:lnTo>
                    <a:pt x="343965" y="264184"/>
                  </a:lnTo>
                  <a:lnTo>
                    <a:pt x="343965" y="264184"/>
                  </a:lnTo>
                  <a:lnTo>
                    <a:pt x="343009" y="264184"/>
                  </a:lnTo>
                  <a:lnTo>
                    <a:pt x="339666" y="264662"/>
                  </a:lnTo>
                  <a:lnTo>
                    <a:pt x="335366" y="265140"/>
                  </a:lnTo>
                  <a:lnTo>
                    <a:pt x="334888" y="265617"/>
                  </a:lnTo>
                  <a:lnTo>
                    <a:pt x="330111" y="266095"/>
                  </a:lnTo>
                  <a:lnTo>
                    <a:pt x="323900" y="267051"/>
                  </a:lnTo>
                  <a:lnTo>
                    <a:pt x="319123" y="267529"/>
                  </a:lnTo>
                  <a:lnTo>
                    <a:pt x="317690" y="267529"/>
                  </a:lnTo>
                  <a:lnTo>
                    <a:pt x="311957" y="268484"/>
                  </a:lnTo>
                  <a:lnTo>
                    <a:pt x="305747" y="268962"/>
                  </a:lnTo>
                  <a:lnTo>
                    <a:pt x="300014" y="269917"/>
                  </a:lnTo>
                  <a:lnTo>
                    <a:pt x="295236" y="270395"/>
                  </a:lnTo>
                  <a:lnTo>
                    <a:pt x="293804" y="270872"/>
                  </a:lnTo>
                  <a:lnTo>
                    <a:pt x="292848" y="270872"/>
                  </a:lnTo>
                  <a:lnTo>
                    <a:pt x="289026" y="271350"/>
                  </a:lnTo>
                  <a:lnTo>
                    <a:pt x="285682" y="272306"/>
                  </a:lnTo>
                  <a:lnTo>
                    <a:pt x="285682" y="272306"/>
                  </a:lnTo>
                  <a:lnTo>
                    <a:pt x="282338" y="273739"/>
                  </a:lnTo>
                  <a:lnTo>
                    <a:pt x="277083" y="276128"/>
                  </a:lnTo>
                  <a:lnTo>
                    <a:pt x="271350" y="278994"/>
                  </a:lnTo>
                  <a:lnTo>
                    <a:pt x="268484" y="280427"/>
                  </a:lnTo>
                  <a:lnTo>
                    <a:pt x="268484" y="280427"/>
                  </a:lnTo>
                  <a:lnTo>
                    <a:pt x="265617" y="283771"/>
                  </a:lnTo>
                  <a:lnTo>
                    <a:pt x="264184" y="285204"/>
                  </a:lnTo>
                  <a:lnTo>
                    <a:pt x="264184" y="285204"/>
                  </a:lnTo>
                  <a:lnTo>
                    <a:pt x="261318" y="288548"/>
                  </a:lnTo>
                  <a:lnTo>
                    <a:pt x="259407" y="290937"/>
                  </a:lnTo>
                  <a:lnTo>
                    <a:pt x="257018" y="293804"/>
                  </a:lnTo>
                  <a:lnTo>
                    <a:pt x="255585" y="296192"/>
                  </a:lnTo>
                  <a:lnTo>
                    <a:pt x="254152" y="300014"/>
                  </a:lnTo>
                  <a:lnTo>
                    <a:pt x="252718" y="300970"/>
                  </a:lnTo>
                  <a:lnTo>
                    <a:pt x="250330" y="302403"/>
                  </a:lnTo>
                  <a:lnTo>
                    <a:pt x="248419" y="303358"/>
                  </a:lnTo>
                  <a:lnTo>
                    <a:pt x="248419" y="303358"/>
                  </a:lnTo>
                  <a:lnTo>
                    <a:pt x="245075" y="302880"/>
                  </a:lnTo>
                  <a:lnTo>
                    <a:pt x="243164" y="300492"/>
                  </a:lnTo>
                  <a:lnTo>
                    <a:pt x="241253" y="298103"/>
                  </a:lnTo>
                  <a:lnTo>
                    <a:pt x="239820" y="297147"/>
                  </a:lnTo>
                  <a:lnTo>
                    <a:pt x="239342" y="297147"/>
                  </a:lnTo>
                  <a:lnTo>
                    <a:pt x="235998" y="297625"/>
                  </a:lnTo>
                  <a:lnTo>
                    <a:pt x="231699" y="297625"/>
                  </a:lnTo>
                  <a:lnTo>
                    <a:pt x="226921" y="297625"/>
                  </a:lnTo>
                  <a:lnTo>
                    <a:pt x="226921" y="297625"/>
                  </a:lnTo>
                  <a:lnTo>
                    <a:pt x="221666" y="296670"/>
                  </a:lnTo>
                  <a:lnTo>
                    <a:pt x="216411" y="296670"/>
                  </a:lnTo>
                  <a:lnTo>
                    <a:pt x="214022" y="296192"/>
                  </a:lnTo>
                  <a:lnTo>
                    <a:pt x="210201" y="294281"/>
                  </a:lnTo>
                  <a:lnTo>
                    <a:pt x="209723" y="294281"/>
                  </a:lnTo>
                  <a:lnTo>
                    <a:pt x="208768" y="294281"/>
                  </a:lnTo>
                  <a:lnTo>
                    <a:pt x="204468" y="293804"/>
                  </a:lnTo>
                  <a:lnTo>
                    <a:pt x="200646" y="293804"/>
                  </a:lnTo>
                  <a:lnTo>
                    <a:pt x="196824" y="294759"/>
                  </a:lnTo>
                  <a:lnTo>
                    <a:pt x="196824" y="294759"/>
                  </a:lnTo>
                  <a:lnTo>
                    <a:pt x="193002" y="294281"/>
                  </a:lnTo>
                  <a:lnTo>
                    <a:pt x="189181" y="294759"/>
                  </a:lnTo>
                  <a:lnTo>
                    <a:pt x="189181" y="294759"/>
                  </a:lnTo>
                  <a:lnTo>
                    <a:pt x="187747" y="295237"/>
                  </a:lnTo>
                  <a:lnTo>
                    <a:pt x="187747" y="295237"/>
                  </a:lnTo>
                  <a:lnTo>
                    <a:pt x="186314" y="295237"/>
                  </a:lnTo>
                  <a:lnTo>
                    <a:pt x="185836" y="295237"/>
                  </a:lnTo>
                  <a:lnTo>
                    <a:pt x="185359" y="295714"/>
                  </a:lnTo>
                  <a:lnTo>
                    <a:pt x="184403" y="296192"/>
                  </a:lnTo>
                  <a:lnTo>
                    <a:pt x="184403" y="296192"/>
                  </a:lnTo>
                  <a:lnTo>
                    <a:pt x="183448" y="295714"/>
                  </a:lnTo>
                  <a:lnTo>
                    <a:pt x="182015" y="295714"/>
                  </a:lnTo>
                  <a:lnTo>
                    <a:pt x="180104" y="295237"/>
                  </a:lnTo>
                  <a:lnTo>
                    <a:pt x="179149" y="294281"/>
                  </a:lnTo>
                  <a:lnTo>
                    <a:pt x="179149" y="294281"/>
                  </a:lnTo>
                  <a:lnTo>
                    <a:pt x="178193" y="293326"/>
                  </a:lnTo>
                  <a:lnTo>
                    <a:pt x="176760" y="292848"/>
                  </a:lnTo>
                  <a:lnTo>
                    <a:pt x="175326" y="292370"/>
                  </a:lnTo>
                  <a:lnTo>
                    <a:pt x="174371" y="292370"/>
                  </a:lnTo>
                  <a:lnTo>
                    <a:pt x="174371" y="292370"/>
                  </a:lnTo>
                  <a:lnTo>
                    <a:pt x="172938" y="292848"/>
                  </a:lnTo>
                  <a:lnTo>
                    <a:pt x="171983" y="293326"/>
                  </a:lnTo>
                  <a:lnTo>
                    <a:pt x="170072" y="295237"/>
                  </a:lnTo>
                  <a:lnTo>
                    <a:pt x="169594" y="295237"/>
                  </a:lnTo>
                  <a:lnTo>
                    <a:pt x="169594" y="296192"/>
                  </a:lnTo>
                  <a:lnTo>
                    <a:pt x="170549" y="297147"/>
                  </a:lnTo>
                  <a:lnTo>
                    <a:pt x="170549" y="297625"/>
                  </a:lnTo>
                  <a:lnTo>
                    <a:pt x="169116" y="298103"/>
                  </a:lnTo>
                  <a:lnTo>
                    <a:pt x="169116" y="298581"/>
                  </a:lnTo>
                  <a:lnTo>
                    <a:pt x="169116" y="298581"/>
                  </a:lnTo>
                  <a:lnTo>
                    <a:pt x="168638" y="300014"/>
                  </a:lnTo>
                  <a:lnTo>
                    <a:pt x="168638" y="300970"/>
                  </a:lnTo>
                  <a:lnTo>
                    <a:pt x="168161" y="303358"/>
                  </a:lnTo>
                  <a:lnTo>
                    <a:pt x="169116" y="305269"/>
                  </a:lnTo>
                  <a:lnTo>
                    <a:pt x="169594" y="305747"/>
                  </a:lnTo>
                  <a:lnTo>
                    <a:pt x="169594" y="306702"/>
                  </a:lnTo>
                  <a:lnTo>
                    <a:pt x="169116" y="308136"/>
                  </a:lnTo>
                  <a:lnTo>
                    <a:pt x="168161" y="308613"/>
                  </a:lnTo>
                  <a:lnTo>
                    <a:pt x="168161" y="308613"/>
                  </a:lnTo>
                  <a:lnTo>
                    <a:pt x="167205" y="310046"/>
                  </a:lnTo>
                  <a:lnTo>
                    <a:pt x="166727" y="310524"/>
                  </a:lnTo>
                  <a:lnTo>
                    <a:pt x="165772" y="311479"/>
                  </a:lnTo>
                  <a:lnTo>
                    <a:pt x="161950" y="313868"/>
                  </a:lnTo>
                  <a:lnTo>
                    <a:pt x="161950" y="313868"/>
                  </a:lnTo>
                  <a:lnTo>
                    <a:pt x="161950" y="312435"/>
                  </a:lnTo>
                  <a:lnTo>
                    <a:pt x="160517" y="310524"/>
                  </a:lnTo>
                  <a:lnTo>
                    <a:pt x="160517" y="308613"/>
                  </a:lnTo>
                  <a:lnTo>
                    <a:pt x="160039" y="307180"/>
                  </a:lnTo>
                  <a:lnTo>
                    <a:pt x="159084" y="305747"/>
                  </a:lnTo>
                  <a:lnTo>
                    <a:pt x="157173" y="304791"/>
                  </a:lnTo>
                  <a:lnTo>
                    <a:pt x="157173" y="302880"/>
                  </a:lnTo>
                  <a:lnTo>
                    <a:pt x="155740" y="301447"/>
                  </a:lnTo>
                  <a:lnTo>
                    <a:pt x="153829" y="300014"/>
                  </a:lnTo>
                  <a:lnTo>
                    <a:pt x="152873" y="297147"/>
                  </a:lnTo>
                  <a:lnTo>
                    <a:pt x="151918" y="293804"/>
                  </a:lnTo>
                  <a:lnTo>
                    <a:pt x="147140" y="289504"/>
                  </a:lnTo>
                  <a:lnTo>
                    <a:pt x="141408" y="285204"/>
                  </a:lnTo>
                  <a:lnTo>
                    <a:pt x="139497" y="283294"/>
                  </a:lnTo>
                  <a:lnTo>
                    <a:pt x="136631" y="278516"/>
                  </a:lnTo>
                  <a:lnTo>
                    <a:pt x="135197" y="274694"/>
                  </a:lnTo>
                  <a:lnTo>
                    <a:pt x="130897" y="270395"/>
                  </a:lnTo>
                  <a:lnTo>
                    <a:pt x="130897" y="268484"/>
                  </a:lnTo>
                  <a:lnTo>
                    <a:pt x="130420" y="266573"/>
                  </a:lnTo>
                  <a:lnTo>
                    <a:pt x="129465" y="264184"/>
                  </a:lnTo>
                  <a:lnTo>
                    <a:pt x="128509" y="262751"/>
                  </a:lnTo>
                  <a:lnTo>
                    <a:pt x="124687" y="254630"/>
                  </a:lnTo>
                  <a:lnTo>
                    <a:pt x="123254" y="253674"/>
                  </a:lnTo>
                  <a:lnTo>
                    <a:pt x="122299" y="251763"/>
                  </a:lnTo>
                  <a:lnTo>
                    <a:pt x="121821" y="250330"/>
                  </a:lnTo>
                  <a:lnTo>
                    <a:pt x="121821" y="249852"/>
                  </a:lnTo>
                  <a:lnTo>
                    <a:pt x="118954" y="248419"/>
                  </a:lnTo>
                  <a:lnTo>
                    <a:pt x="116088" y="245075"/>
                  </a:lnTo>
                  <a:lnTo>
                    <a:pt x="107967" y="239820"/>
                  </a:lnTo>
                  <a:lnTo>
                    <a:pt x="104145" y="239342"/>
                  </a:lnTo>
                  <a:lnTo>
                    <a:pt x="101278" y="237431"/>
                  </a:lnTo>
                  <a:lnTo>
                    <a:pt x="98890" y="235043"/>
                  </a:lnTo>
                  <a:lnTo>
                    <a:pt x="96501" y="230743"/>
                  </a:lnTo>
                  <a:lnTo>
                    <a:pt x="92201" y="226444"/>
                  </a:lnTo>
                  <a:lnTo>
                    <a:pt x="88380" y="219756"/>
                  </a:lnTo>
                  <a:lnTo>
                    <a:pt x="89813" y="217367"/>
                  </a:lnTo>
                  <a:lnTo>
                    <a:pt x="89813" y="215456"/>
                  </a:lnTo>
                  <a:lnTo>
                    <a:pt x="88380" y="212590"/>
                  </a:lnTo>
                  <a:lnTo>
                    <a:pt x="87424" y="210679"/>
                  </a:lnTo>
                  <a:lnTo>
                    <a:pt x="86469" y="208768"/>
                  </a:lnTo>
                  <a:lnTo>
                    <a:pt x="86947" y="205424"/>
                  </a:lnTo>
                  <a:lnTo>
                    <a:pt x="87424" y="202080"/>
                  </a:lnTo>
                  <a:lnTo>
                    <a:pt x="87902" y="200646"/>
                  </a:lnTo>
                  <a:lnTo>
                    <a:pt x="88858" y="198735"/>
                  </a:lnTo>
                  <a:lnTo>
                    <a:pt x="87902" y="194436"/>
                  </a:lnTo>
                  <a:lnTo>
                    <a:pt x="86947" y="192525"/>
                  </a:lnTo>
                  <a:lnTo>
                    <a:pt x="86947" y="191092"/>
                  </a:lnTo>
                  <a:lnTo>
                    <a:pt x="85513" y="190614"/>
                  </a:lnTo>
                  <a:lnTo>
                    <a:pt x="84558" y="189181"/>
                  </a:lnTo>
                  <a:lnTo>
                    <a:pt x="85513" y="189181"/>
                  </a:lnTo>
                  <a:lnTo>
                    <a:pt x="83603" y="186792"/>
                  </a:lnTo>
                  <a:lnTo>
                    <a:pt x="82647" y="185837"/>
                  </a:lnTo>
                  <a:lnTo>
                    <a:pt x="81692" y="182970"/>
                  </a:lnTo>
                  <a:lnTo>
                    <a:pt x="80736" y="180582"/>
                  </a:lnTo>
                  <a:lnTo>
                    <a:pt x="77870" y="175804"/>
                  </a:lnTo>
                  <a:lnTo>
                    <a:pt x="75959" y="172460"/>
                  </a:lnTo>
                  <a:lnTo>
                    <a:pt x="72615" y="168638"/>
                  </a:lnTo>
                  <a:lnTo>
                    <a:pt x="68793" y="165772"/>
                  </a:lnTo>
                  <a:lnTo>
                    <a:pt x="66404" y="164339"/>
                  </a:lnTo>
                  <a:lnTo>
                    <a:pt x="65449" y="163383"/>
                  </a:lnTo>
                  <a:lnTo>
                    <a:pt x="63538" y="163383"/>
                  </a:lnTo>
                  <a:lnTo>
                    <a:pt x="61149" y="161473"/>
                  </a:lnTo>
                  <a:lnTo>
                    <a:pt x="59716" y="161473"/>
                  </a:lnTo>
                  <a:lnTo>
                    <a:pt x="57805" y="160995"/>
                  </a:lnTo>
                  <a:lnTo>
                    <a:pt x="55416" y="157651"/>
                  </a:lnTo>
                  <a:lnTo>
                    <a:pt x="53983" y="154784"/>
                  </a:lnTo>
                  <a:lnTo>
                    <a:pt x="50639" y="150485"/>
                  </a:lnTo>
                  <a:lnTo>
                    <a:pt x="51594" y="149529"/>
                  </a:lnTo>
                  <a:lnTo>
                    <a:pt x="52550" y="148096"/>
                  </a:lnTo>
                  <a:lnTo>
                    <a:pt x="52072" y="145707"/>
                  </a:lnTo>
                  <a:lnTo>
                    <a:pt x="51594" y="144274"/>
                  </a:lnTo>
                  <a:lnTo>
                    <a:pt x="50162" y="141408"/>
                  </a:lnTo>
                  <a:lnTo>
                    <a:pt x="45384" y="134242"/>
                  </a:lnTo>
                  <a:lnTo>
                    <a:pt x="44428" y="133286"/>
                  </a:lnTo>
                  <a:lnTo>
                    <a:pt x="42517" y="131853"/>
                  </a:lnTo>
                  <a:lnTo>
                    <a:pt x="41085" y="128987"/>
                  </a:lnTo>
                  <a:lnTo>
                    <a:pt x="40607" y="126120"/>
                  </a:lnTo>
                  <a:lnTo>
                    <a:pt x="37740" y="124687"/>
                  </a:lnTo>
                  <a:lnTo>
                    <a:pt x="32008" y="115133"/>
                  </a:lnTo>
                  <a:lnTo>
                    <a:pt x="29141" y="111311"/>
                  </a:lnTo>
                  <a:lnTo>
                    <a:pt x="27708" y="109400"/>
                  </a:lnTo>
                  <a:lnTo>
                    <a:pt x="24364" y="105578"/>
                  </a:lnTo>
                  <a:lnTo>
                    <a:pt x="22453" y="101756"/>
                  </a:lnTo>
                  <a:lnTo>
                    <a:pt x="19109" y="97935"/>
                  </a:lnTo>
                  <a:lnTo>
                    <a:pt x="15765" y="91724"/>
                  </a:lnTo>
                  <a:lnTo>
                    <a:pt x="10987" y="85513"/>
                  </a:lnTo>
                  <a:lnTo>
                    <a:pt x="9076" y="84558"/>
                  </a:lnTo>
                  <a:lnTo>
                    <a:pt x="3821" y="84080"/>
                  </a:lnTo>
                  <a:lnTo>
                    <a:pt x="1910" y="83603"/>
                  </a:lnTo>
                  <a:lnTo>
                    <a:pt x="0" y="85036"/>
                  </a:lnTo>
                  <a:lnTo>
                    <a:pt x="0" y="83603"/>
                  </a:lnTo>
                  <a:lnTo>
                    <a:pt x="955" y="80736"/>
                  </a:lnTo>
                  <a:lnTo>
                    <a:pt x="2866" y="75959"/>
                  </a:lnTo>
                  <a:lnTo>
                    <a:pt x="3344" y="71659"/>
                  </a:lnTo>
                  <a:lnTo>
                    <a:pt x="6688" y="58283"/>
                  </a:lnTo>
                  <a:lnTo>
                    <a:pt x="10510" y="59238"/>
                  </a:lnTo>
                  <a:lnTo>
                    <a:pt x="14332" y="59716"/>
                  </a:lnTo>
                  <a:lnTo>
                    <a:pt x="19109" y="60671"/>
                  </a:lnTo>
                  <a:lnTo>
                    <a:pt x="24364" y="61149"/>
                  </a:lnTo>
                  <a:lnTo>
                    <a:pt x="27708" y="61627"/>
                  </a:lnTo>
                  <a:lnTo>
                    <a:pt x="28664" y="61627"/>
                  </a:lnTo>
                  <a:lnTo>
                    <a:pt x="32963" y="58283"/>
                  </a:lnTo>
                  <a:lnTo>
                    <a:pt x="36785" y="55417"/>
                  </a:lnTo>
                  <a:lnTo>
                    <a:pt x="36785" y="55417"/>
                  </a:lnTo>
                  <a:lnTo>
                    <a:pt x="39174" y="52072"/>
                  </a:lnTo>
                  <a:lnTo>
                    <a:pt x="41085" y="48728"/>
                  </a:lnTo>
                  <a:lnTo>
                    <a:pt x="42040" y="47773"/>
                  </a:lnTo>
                  <a:lnTo>
                    <a:pt x="42996" y="47773"/>
                  </a:lnTo>
                  <a:lnTo>
                    <a:pt x="45862" y="47295"/>
                  </a:lnTo>
                  <a:lnTo>
                    <a:pt x="51117" y="45862"/>
                  </a:lnTo>
                  <a:lnTo>
                    <a:pt x="56372" y="44906"/>
                  </a:lnTo>
                  <a:lnTo>
                    <a:pt x="56849" y="44906"/>
                  </a:lnTo>
                  <a:lnTo>
                    <a:pt x="58283" y="42040"/>
                  </a:lnTo>
                  <a:lnTo>
                    <a:pt x="59716" y="38218"/>
                  </a:lnTo>
                  <a:lnTo>
                    <a:pt x="60194" y="38218"/>
                  </a:lnTo>
                  <a:lnTo>
                    <a:pt x="60194" y="37740"/>
                  </a:lnTo>
                  <a:lnTo>
                    <a:pt x="64015" y="35830"/>
                  </a:lnTo>
                  <a:lnTo>
                    <a:pt x="66404" y="34396"/>
                  </a:lnTo>
                  <a:lnTo>
                    <a:pt x="63060" y="31052"/>
                  </a:lnTo>
                  <a:lnTo>
                    <a:pt x="60194" y="27708"/>
                  </a:lnTo>
                  <a:lnTo>
                    <a:pt x="56849" y="23886"/>
                  </a:lnTo>
                  <a:lnTo>
                    <a:pt x="56372" y="23886"/>
                  </a:lnTo>
                  <a:lnTo>
                    <a:pt x="53505" y="21020"/>
                  </a:lnTo>
                  <a:lnTo>
                    <a:pt x="53505" y="21020"/>
                  </a:lnTo>
                  <a:lnTo>
                    <a:pt x="49206" y="16243"/>
                  </a:lnTo>
                  <a:lnTo>
                    <a:pt x="49206" y="16243"/>
                  </a:lnTo>
                  <a:lnTo>
                    <a:pt x="46340" y="13376"/>
                  </a:lnTo>
                  <a:lnTo>
                    <a:pt x="51117" y="11943"/>
                  </a:lnTo>
                  <a:lnTo>
                    <a:pt x="56849" y="10510"/>
                  </a:lnTo>
                  <a:lnTo>
                    <a:pt x="62582" y="9077"/>
                  </a:lnTo>
                  <a:lnTo>
                    <a:pt x="69271" y="7166"/>
                  </a:lnTo>
                  <a:lnTo>
                    <a:pt x="74526" y="6210"/>
                  </a:lnTo>
                  <a:lnTo>
                    <a:pt x="76437" y="5255"/>
                  </a:lnTo>
                  <a:lnTo>
                    <a:pt x="82169" y="3822"/>
                  </a:lnTo>
                  <a:lnTo>
                    <a:pt x="85035" y="3344"/>
                  </a:lnTo>
                  <a:lnTo>
                    <a:pt x="85991" y="2866"/>
                  </a:lnTo>
                  <a:lnTo>
                    <a:pt x="86947" y="2389"/>
                  </a:lnTo>
                  <a:lnTo>
                    <a:pt x="89813" y="0"/>
                  </a:lnTo>
                  <a:lnTo>
                    <a:pt x="94112" y="955"/>
                  </a:lnTo>
                  <a:lnTo>
                    <a:pt x="100801" y="1911"/>
                  </a:lnTo>
                  <a:lnTo>
                    <a:pt x="107011" y="2866"/>
                  </a:lnTo>
                  <a:lnTo>
                    <a:pt x="113699" y="3822"/>
                  </a:lnTo>
                  <a:lnTo>
                    <a:pt x="116088" y="5255"/>
                  </a:lnTo>
                  <a:lnTo>
                    <a:pt x="122776" y="8599"/>
                  </a:lnTo>
                  <a:lnTo>
                    <a:pt x="122776" y="8599"/>
                  </a:lnTo>
                  <a:lnTo>
                    <a:pt x="127076" y="10988"/>
                  </a:lnTo>
                  <a:lnTo>
                    <a:pt x="131853" y="13854"/>
                  </a:lnTo>
                  <a:lnTo>
                    <a:pt x="138063" y="17198"/>
                  </a:lnTo>
                  <a:lnTo>
                    <a:pt x="142363" y="19109"/>
                  </a:lnTo>
                  <a:lnTo>
                    <a:pt x="147618" y="22453"/>
                  </a:lnTo>
                  <a:lnTo>
                    <a:pt x="151918" y="25797"/>
                  </a:lnTo>
                  <a:lnTo>
                    <a:pt x="157173" y="30097"/>
                  </a:lnTo>
                  <a:lnTo>
                    <a:pt x="163383" y="34396"/>
                  </a:lnTo>
                  <a:lnTo>
                    <a:pt x="168161" y="38218"/>
                  </a:lnTo>
                  <a:lnTo>
                    <a:pt x="174849" y="42996"/>
                  </a:lnTo>
                  <a:lnTo>
                    <a:pt x="181537" y="48251"/>
                  </a:lnTo>
                  <a:lnTo>
                    <a:pt x="187747" y="53028"/>
                  </a:lnTo>
                  <a:lnTo>
                    <a:pt x="193002" y="56850"/>
                  </a:lnTo>
                  <a:lnTo>
                    <a:pt x="199691" y="61627"/>
                  </a:lnTo>
                  <a:lnTo>
                    <a:pt x="200168" y="61627"/>
                  </a:lnTo>
                  <a:lnTo>
                    <a:pt x="206856" y="62105"/>
                  </a:lnTo>
                  <a:lnTo>
                    <a:pt x="206856" y="62105"/>
                  </a:lnTo>
                  <a:lnTo>
                    <a:pt x="215456" y="63060"/>
                  </a:lnTo>
                  <a:lnTo>
                    <a:pt x="224533" y="64016"/>
                  </a:lnTo>
                  <a:lnTo>
                    <a:pt x="232654" y="64493"/>
                  </a:lnTo>
                  <a:lnTo>
                    <a:pt x="235998" y="64016"/>
                  </a:lnTo>
                  <a:lnTo>
                    <a:pt x="239820" y="64016"/>
                  </a:lnTo>
                  <a:lnTo>
                    <a:pt x="245075" y="64971"/>
                  </a:lnTo>
                  <a:lnTo>
                    <a:pt x="247941" y="64971"/>
                  </a:lnTo>
                  <a:lnTo>
                    <a:pt x="254152" y="65927"/>
                  </a:lnTo>
                  <a:lnTo>
                    <a:pt x="255585" y="69271"/>
                  </a:lnTo>
                  <a:lnTo>
                    <a:pt x="256540" y="71182"/>
                  </a:lnTo>
                  <a:lnTo>
                    <a:pt x="257018" y="73570"/>
                  </a:lnTo>
                  <a:lnTo>
                    <a:pt x="258929" y="75481"/>
                  </a:lnTo>
                  <a:lnTo>
                    <a:pt x="258929" y="75481"/>
                  </a:lnTo>
                  <a:lnTo>
                    <a:pt x="262751" y="75481"/>
                  </a:lnTo>
                  <a:lnTo>
                    <a:pt x="266095" y="75481"/>
                  </a:lnTo>
                  <a:lnTo>
                    <a:pt x="270395" y="75481"/>
                  </a:lnTo>
                  <a:lnTo>
                    <a:pt x="274216" y="75003"/>
                  </a:lnTo>
                  <a:lnTo>
                    <a:pt x="275172" y="76914"/>
                  </a:lnTo>
                  <a:lnTo>
                    <a:pt x="275650" y="79303"/>
                  </a:lnTo>
                  <a:lnTo>
                    <a:pt x="277561" y="83603"/>
                  </a:lnTo>
                  <a:lnTo>
                    <a:pt x="280427" y="87424"/>
                  </a:lnTo>
                  <a:lnTo>
                    <a:pt x="281382" y="88380"/>
                  </a:lnTo>
                  <a:lnTo>
                    <a:pt x="281860" y="90291"/>
                  </a:lnTo>
                  <a:lnTo>
                    <a:pt x="281382" y="91246"/>
                  </a:lnTo>
                  <a:lnTo>
                    <a:pt x="280905" y="92202"/>
                  </a:lnTo>
                  <a:lnTo>
                    <a:pt x="283293" y="94112"/>
                  </a:lnTo>
                  <a:lnTo>
                    <a:pt x="286638" y="95546"/>
                  </a:lnTo>
                  <a:lnTo>
                    <a:pt x="288071" y="96024"/>
                  </a:lnTo>
                  <a:lnTo>
                    <a:pt x="289982" y="96979"/>
                  </a:lnTo>
                  <a:lnTo>
                    <a:pt x="288548" y="97935"/>
                  </a:lnTo>
                  <a:lnTo>
                    <a:pt x="290459" y="100323"/>
                  </a:lnTo>
                  <a:lnTo>
                    <a:pt x="293325" y="103189"/>
                  </a:lnTo>
                  <a:lnTo>
                    <a:pt x="295714" y="103667"/>
                  </a:lnTo>
                  <a:lnTo>
                    <a:pt x="299059" y="107489"/>
                  </a:lnTo>
                  <a:lnTo>
                    <a:pt x="304791" y="110355"/>
                  </a:lnTo>
                  <a:lnTo>
                    <a:pt x="308135" y="113700"/>
                  </a:lnTo>
                  <a:lnTo>
                    <a:pt x="307657" y="113700"/>
                  </a:lnTo>
                  <a:lnTo>
                    <a:pt x="306702" y="113222"/>
                  </a:lnTo>
                  <a:lnTo>
                    <a:pt x="305269" y="112744"/>
                  </a:lnTo>
                  <a:lnTo>
                    <a:pt x="305269" y="113222"/>
                  </a:lnTo>
                  <a:lnTo>
                    <a:pt x="305269" y="114655"/>
                  </a:lnTo>
                  <a:lnTo>
                    <a:pt x="305269" y="116566"/>
                  </a:lnTo>
                  <a:lnTo>
                    <a:pt x="307180" y="117999"/>
                  </a:lnTo>
                  <a:lnTo>
                    <a:pt x="308613" y="118954"/>
                  </a:lnTo>
                  <a:lnTo>
                    <a:pt x="309091" y="120865"/>
                  </a:lnTo>
                  <a:lnTo>
                    <a:pt x="308135" y="125165"/>
                  </a:lnTo>
                  <a:lnTo>
                    <a:pt x="307657" y="125165"/>
                  </a:lnTo>
                  <a:lnTo>
                    <a:pt x="306702" y="124687"/>
                  </a:lnTo>
                  <a:lnTo>
                    <a:pt x="306224" y="124687"/>
                  </a:lnTo>
                  <a:lnTo>
                    <a:pt x="305747" y="124687"/>
                  </a:lnTo>
                  <a:lnTo>
                    <a:pt x="306702" y="128031"/>
                  </a:lnTo>
                  <a:lnTo>
                    <a:pt x="307657" y="129942"/>
                  </a:lnTo>
                  <a:lnTo>
                    <a:pt x="308613" y="131853"/>
                  </a:lnTo>
                  <a:lnTo>
                    <a:pt x="309568" y="134719"/>
                  </a:lnTo>
                  <a:lnTo>
                    <a:pt x="310524" y="135675"/>
                  </a:lnTo>
                  <a:lnTo>
                    <a:pt x="313868" y="138542"/>
                  </a:lnTo>
                  <a:lnTo>
                    <a:pt x="314823" y="140930"/>
                  </a:lnTo>
                  <a:lnTo>
                    <a:pt x="315779" y="145230"/>
                  </a:lnTo>
                  <a:lnTo>
                    <a:pt x="318168" y="147618"/>
                  </a:lnTo>
                  <a:lnTo>
                    <a:pt x="319123" y="149529"/>
                  </a:lnTo>
                  <a:lnTo>
                    <a:pt x="321034" y="151440"/>
                  </a:lnTo>
                  <a:lnTo>
                    <a:pt x="321989" y="153351"/>
                  </a:lnTo>
                  <a:lnTo>
                    <a:pt x="323423" y="155262"/>
                  </a:lnTo>
                  <a:lnTo>
                    <a:pt x="323423" y="155262"/>
                  </a:lnTo>
                  <a:lnTo>
                    <a:pt x="323900" y="155740"/>
                  </a:lnTo>
                  <a:lnTo>
                    <a:pt x="325334" y="155740"/>
                  </a:lnTo>
                  <a:lnTo>
                    <a:pt x="326766" y="155740"/>
                  </a:lnTo>
                  <a:lnTo>
                    <a:pt x="328200" y="155262"/>
                  </a:lnTo>
                  <a:lnTo>
                    <a:pt x="330111" y="154784"/>
                  </a:lnTo>
                  <a:lnTo>
                    <a:pt x="331544" y="155740"/>
                  </a:lnTo>
                  <a:lnTo>
                    <a:pt x="332977" y="155740"/>
                  </a:lnTo>
                  <a:lnTo>
                    <a:pt x="332977" y="156217"/>
                  </a:lnTo>
                  <a:lnTo>
                    <a:pt x="332022" y="157651"/>
                  </a:lnTo>
                  <a:lnTo>
                    <a:pt x="331066" y="160039"/>
                  </a:lnTo>
                  <a:lnTo>
                    <a:pt x="332500" y="160517"/>
                  </a:lnTo>
                  <a:lnTo>
                    <a:pt x="334411" y="160995"/>
                  </a:lnTo>
                  <a:lnTo>
                    <a:pt x="335366" y="161473"/>
                  </a:lnTo>
                  <a:lnTo>
                    <a:pt x="335843" y="161473"/>
                  </a:lnTo>
                  <a:lnTo>
                    <a:pt x="335843" y="161950"/>
                  </a:lnTo>
                  <a:lnTo>
                    <a:pt x="335843" y="164339"/>
                  </a:lnTo>
                  <a:lnTo>
                    <a:pt x="336321" y="165294"/>
                  </a:lnTo>
                  <a:lnTo>
                    <a:pt x="337277" y="166250"/>
                  </a:lnTo>
                  <a:lnTo>
                    <a:pt x="338232" y="167683"/>
                  </a:lnTo>
                  <a:lnTo>
                    <a:pt x="339188" y="168638"/>
                  </a:lnTo>
                  <a:lnTo>
                    <a:pt x="340621" y="170072"/>
                  </a:lnTo>
                  <a:lnTo>
                    <a:pt x="341577" y="171505"/>
                  </a:lnTo>
                  <a:lnTo>
                    <a:pt x="342532" y="172938"/>
                  </a:lnTo>
                  <a:lnTo>
                    <a:pt x="343965" y="173893"/>
                  </a:lnTo>
                  <a:lnTo>
                    <a:pt x="344920" y="175326"/>
                  </a:lnTo>
                  <a:lnTo>
                    <a:pt x="345876" y="176760"/>
                  </a:lnTo>
                  <a:lnTo>
                    <a:pt x="346831" y="177715"/>
                  </a:lnTo>
                  <a:lnTo>
                    <a:pt x="348264" y="179149"/>
                  </a:lnTo>
                  <a:lnTo>
                    <a:pt x="349220" y="180582"/>
                  </a:lnTo>
                  <a:lnTo>
                    <a:pt x="349220" y="180582"/>
                  </a:lnTo>
                  <a:lnTo>
                    <a:pt x="350175" y="182015"/>
                  </a:lnTo>
                  <a:lnTo>
                    <a:pt x="351609" y="182970"/>
                  </a:lnTo>
                  <a:lnTo>
                    <a:pt x="352564" y="184403"/>
                  </a:lnTo>
                  <a:lnTo>
                    <a:pt x="352564" y="184403"/>
                  </a:lnTo>
                  <a:lnTo>
                    <a:pt x="353520" y="185837"/>
                  </a:lnTo>
                  <a:lnTo>
                    <a:pt x="354475" y="186792"/>
                  </a:lnTo>
                  <a:lnTo>
                    <a:pt x="355430" y="187748"/>
                  </a:lnTo>
                  <a:lnTo>
                    <a:pt x="355430" y="187748"/>
                  </a:lnTo>
                  <a:lnTo>
                    <a:pt x="357341" y="188225"/>
                  </a:lnTo>
                  <a:lnTo>
                    <a:pt x="357819" y="188225"/>
                  </a:lnTo>
                  <a:lnTo>
                    <a:pt x="359252" y="188225"/>
                  </a:lnTo>
                  <a:lnTo>
                    <a:pt x="361641" y="188703"/>
                  </a:lnTo>
                  <a:lnTo>
                    <a:pt x="364507" y="189181"/>
                  </a:lnTo>
                  <a:lnTo>
                    <a:pt x="368329" y="189658"/>
                  </a:lnTo>
                  <a:lnTo>
                    <a:pt x="372151" y="190136"/>
                  </a:lnTo>
                  <a:lnTo>
                    <a:pt x="376450" y="190614"/>
                  </a:lnTo>
                  <a:lnTo>
                    <a:pt x="376450" y="190614"/>
                  </a:lnTo>
                  <a:lnTo>
                    <a:pt x="380750" y="191092"/>
                  </a:lnTo>
                  <a:lnTo>
                    <a:pt x="385050" y="191569"/>
                  </a:lnTo>
                  <a:lnTo>
                    <a:pt x="389349" y="192047"/>
                  </a:lnTo>
                  <a:lnTo>
                    <a:pt x="393649" y="192525"/>
                  </a:lnTo>
                  <a:lnTo>
                    <a:pt x="393649" y="192525"/>
                  </a:lnTo>
                  <a:lnTo>
                    <a:pt x="396993" y="193003"/>
                  </a:lnTo>
                  <a:lnTo>
                    <a:pt x="400337" y="193480"/>
                  </a:lnTo>
                  <a:lnTo>
                    <a:pt x="402726" y="193480"/>
                  </a:lnTo>
                  <a:lnTo>
                    <a:pt x="404159" y="193958"/>
                  </a:lnTo>
                  <a:lnTo>
                    <a:pt x="404637" y="193958"/>
                  </a:lnTo>
                  <a:lnTo>
                    <a:pt x="406070" y="193958"/>
                  </a:lnTo>
                  <a:lnTo>
                    <a:pt x="406548" y="193958"/>
                  </a:lnTo>
                  <a:lnTo>
                    <a:pt x="407503" y="192525"/>
                  </a:lnTo>
                  <a:lnTo>
                    <a:pt x="409414" y="194914"/>
                  </a:lnTo>
                  <a:lnTo>
                    <a:pt x="410369" y="196347"/>
                  </a:lnTo>
                  <a:lnTo>
                    <a:pt x="412280" y="199213"/>
                  </a:lnTo>
                  <a:lnTo>
                    <a:pt x="413714" y="201602"/>
                  </a:lnTo>
                  <a:lnTo>
                    <a:pt x="415625" y="20446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0" name="Freeform 1329">
              <a:extLst>
                <a:ext uri="{FF2B5EF4-FFF2-40B4-BE49-F238E27FC236}">
                  <a16:creationId xmlns:a16="http://schemas.microsoft.com/office/drawing/2014/main" id="{0F39D3CD-C6EC-D434-DD7E-0C49D98ED846}"/>
                </a:ext>
              </a:extLst>
            </p:cNvPr>
            <p:cNvSpPr/>
            <p:nvPr/>
          </p:nvSpPr>
          <p:spPr>
            <a:xfrm>
              <a:off x="6978365" y="3665260"/>
              <a:ext cx="6688" cy="4299"/>
            </a:xfrm>
            <a:custGeom>
              <a:avLst/>
              <a:gdLst>
                <a:gd name="csX0" fmla="*/ 6688 w 6688"/>
                <a:gd name="csY0" fmla="*/ 4300 h 4299"/>
                <a:gd name="csX1" fmla="*/ 3344 w 6688"/>
                <a:gd name="csY1" fmla="*/ 2389 h 4299"/>
                <a:gd name="csX2" fmla="*/ 0 w 6688"/>
                <a:gd name="csY2" fmla="*/ 0 h 4299"/>
                <a:gd name="csX3" fmla="*/ 3344 w 6688"/>
                <a:gd name="csY3" fmla="*/ 2389 h 4299"/>
                <a:gd name="csX4" fmla="*/ 6688 w 6688"/>
                <a:gd name="csY4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4299">
                  <a:moveTo>
                    <a:pt x="6688" y="4300"/>
                  </a:moveTo>
                  <a:lnTo>
                    <a:pt x="3344" y="2389"/>
                  </a:lnTo>
                  <a:lnTo>
                    <a:pt x="0" y="0"/>
                  </a:lnTo>
                  <a:lnTo>
                    <a:pt x="3344" y="2389"/>
                  </a:lnTo>
                  <a:lnTo>
                    <a:pt x="6688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1" name="Freeform 1330">
              <a:extLst>
                <a:ext uri="{FF2B5EF4-FFF2-40B4-BE49-F238E27FC236}">
                  <a16:creationId xmlns:a16="http://schemas.microsoft.com/office/drawing/2014/main" id="{8B9B9C9C-E5AC-DBCB-33F9-86150BF79F2F}"/>
                </a:ext>
              </a:extLst>
            </p:cNvPr>
            <p:cNvSpPr/>
            <p:nvPr/>
          </p:nvSpPr>
          <p:spPr>
            <a:xfrm>
              <a:off x="6974066" y="2167578"/>
              <a:ext cx="10032" cy="10510"/>
            </a:xfrm>
            <a:custGeom>
              <a:avLst/>
              <a:gdLst>
                <a:gd name="csX0" fmla="*/ 9076 w 10032"/>
                <a:gd name="csY0" fmla="*/ 2389 h 10510"/>
                <a:gd name="csX1" fmla="*/ 10032 w 10032"/>
                <a:gd name="csY1" fmla="*/ 5255 h 10510"/>
                <a:gd name="csX2" fmla="*/ 4299 w 10032"/>
                <a:gd name="csY2" fmla="*/ 10510 h 10510"/>
                <a:gd name="csX3" fmla="*/ 1433 w 10032"/>
                <a:gd name="csY3" fmla="*/ 10510 h 10510"/>
                <a:gd name="csX4" fmla="*/ 0 w 10032"/>
                <a:gd name="csY4" fmla="*/ 7166 h 10510"/>
                <a:gd name="csX5" fmla="*/ 2389 w 10032"/>
                <a:gd name="csY5" fmla="*/ 2866 h 10510"/>
                <a:gd name="csX6" fmla="*/ 5255 w 10032"/>
                <a:gd name="csY6" fmla="*/ 0 h 10510"/>
                <a:gd name="csX7" fmla="*/ 7644 w 10032"/>
                <a:gd name="csY7" fmla="*/ 955 h 10510"/>
                <a:gd name="csX8" fmla="*/ 9076 w 10032"/>
                <a:gd name="csY8" fmla="*/ 2389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0032" h="10510">
                  <a:moveTo>
                    <a:pt x="9076" y="2389"/>
                  </a:moveTo>
                  <a:lnTo>
                    <a:pt x="10032" y="5255"/>
                  </a:lnTo>
                  <a:lnTo>
                    <a:pt x="4299" y="10510"/>
                  </a:lnTo>
                  <a:lnTo>
                    <a:pt x="1433" y="10510"/>
                  </a:lnTo>
                  <a:lnTo>
                    <a:pt x="0" y="7166"/>
                  </a:lnTo>
                  <a:lnTo>
                    <a:pt x="2389" y="2866"/>
                  </a:lnTo>
                  <a:lnTo>
                    <a:pt x="5255" y="0"/>
                  </a:lnTo>
                  <a:lnTo>
                    <a:pt x="7644" y="955"/>
                  </a:lnTo>
                  <a:lnTo>
                    <a:pt x="907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2" name="Freeform 1331">
              <a:extLst>
                <a:ext uri="{FF2B5EF4-FFF2-40B4-BE49-F238E27FC236}">
                  <a16:creationId xmlns:a16="http://schemas.microsoft.com/office/drawing/2014/main" id="{44557FEB-AB46-354A-3B47-7B18D584DDEA}"/>
                </a:ext>
              </a:extLst>
            </p:cNvPr>
            <p:cNvSpPr/>
            <p:nvPr/>
          </p:nvSpPr>
          <p:spPr>
            <a:xfrm>
              <a:off x="6967378" y="3657616"/>
              <a:ext cx="7165" cy="4299"/>
            </a:xfrm>
            <a:custGeom>
              <a:avLst/>
              <a:gdLst>
                <a:gd name="csX0" fmla="*/ 7166 w 7165"/>
                <a:gd name="csY0" fmla="*/ 4300 h 4299"/>
                <a:gd name="csX1" fmla="*/ 4300 w 7165"/>
                <a:gd name="csY1" fmla="*/ 1911 h 4299"/>
                <a:gd name="csX2" fmla="*/ 1911 w 7165"/>
                <a:gd name="csY2" fmla="*/ 478 h 4299"/>
                <a:gd name="csX3" fmla="*/ 0 w 7165"/>
                <a:gd name="csY3" fmla="*/ 0 h 4299"/>
                <a:gd name="csX4" fmla="*/ 0 w 7165"/>
                <a:gd name="csY4" fmla="*/ 0 h 4299"/>
                <a:gd name="csX5" fmla="*/ 1911 w 7165"/>
                <a:gd name="csY5" fmla="*/ 478 h 4299"/>
                <a:gd name="csX6" fmla="*/ 4300 w 7165"/>
                <a:gd name="csY6" fmla="*/ 1911 h 4299"/>
                <a:gd name="csX7" fmla="*/ 7166 w 7165"/>
                <a:gd name="csY7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165" h="4299">
                  <a:moveTo>
                    <a:pt x="7166" y="4300"/>
                  </a:moveTo>
                  <a:lnTo>
                    <a:pt x="4300" y="1911"/>
                  </a:lnTo>
                  <a:lnTo>
                    <a:pt x="1911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4300" y="1911"/>
                  </a:lnTo>
                  <a:lnTo>
                    <a:pt x="7166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3" name="Freeform 1332">
              <a:extLst>
                <a:ext uri="{FF2B5EF4-FFF2-40B4-BE49-F238E27FC236}">
                  <a16:creationId xmlns:a16="http://schemas.microsoft.com/office/drawing/2014/main" id="{9FDD71C9-4333-90F8-1023-AB1662B337DA}"/>
                </a:ext>
              </a:extLst>
            </p:cNvPr>
            <p:cNvSpPr/>
            <p:nvPr/>
          </p:nvSpPr>
          <p:spPr>
            <a:xfrm>
              <a:off x="6969289" y="4365611"/>
              <a:ext cx="4777" cy="1433"/>
            </a:xfrm>
            <a:custGeom>
              <a:avLst/>
              <a:gdLst>
                <a:gd name="csX0" fmla="*/ 4777 w 4777"/>
                <a:gd name="csY0" fmla="*/ 0 h 1433"/>
                <a:gd name="csX1" fmla="*/ 4777 w 4777"/>
                <a:gd name="csY1" fmla="*/ 0 h 1433"/>
                <a:gd name="csX2" fmla="*/ 2389 w 4777"/>
                <a:gd name="csY2" fmla="*/ 478 h 1433"/>
                <a:gd name="csX3" fmla="*/ 0 w 4777"/>
                <a:gd name="csY3" fmla="*/ 1433 h 1433"/>
                <a:gd name="csX4" fmla="*/ 2389 w 4777"/>
                <a:gd name="csY4" fmla="*/ 478 h 1433"/>
                <a:gd name="csX5" fmla="*/ 4777 w 4777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7" h="1433">
                  <a:moveTo>
                    <a:pt x="4777" y="0"/>
                  </a:moveTo>
                  <a:lnTo>
                    <a:pt x="4777" y="0"/>
                  </a:lnTo>
                  <a:lnTo>
                    <a:pt x="2389" y="478"/>
                  </a:lnTo>
                  <a:lnTo>
                    <a:pt x="0" y="1433"/>
                  </a:lnTo>
                  <a:lnTo>
                    <a:pt x="2389" y="478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" name="Freeform 1333">
              <a:extLst>
                <a:ext uri="{FF2B5EF4-FFF2-40B4-BE49-F238E27FC236}">
                  <a16:creationId xmlns:a16="http://schemas.microsoft.com/office/drawing/2014/main" id="{3C4C5B60-40CB-7B72-DC89-EF1CBC08B66B}"/>
                </a:ext>
              </a:extLst>
            </p:cNvPr>
            <p:cNvSpPr/>
            <p:nvPr/>
          </p:nvSpPr>
          <p:spPr>
            <a:xfrm>
              <a:off x="6958301" y="4367522"/>
              <a:ext cx="9076" cy="3344"/>
            </a:xfrm>
            <a:custGeom>
              <a:avLst/>
              <a:gdLst>
                <a:gd name="csX0" fmla="*/ 9077 w 9076"/>
                <a:gd name="csY0" fmla="*/ 0 h 3344"/>
                <a:gd name="csX1" fmla="*/ 6688 w 9076"/>
                <a:gd name="csY1" fmla="*/ 956 h 3344"/>
                <a:gd name="csX2" fmla="*/ 3344 w 9076"/>
                <a:gd name="csY2" fmla="*/ 1911 h 3344"/>
                <a:gd name="csX3" fmla="*/ 0 w 9076"/>
                <a:gd name="csY3" fmla="*/ 3344 h 3344"/>
                <a:gd name="csX4" fmla="*/ 3344 w 9076"/>
                <a:gd name="csY4" fmla="*/ 1911 h 3344"/>
                <a:gd name="csX5" fmla="*/ 6688 w 9076"/>
                <a:gd name="csY5" fmla="*/ 956 h 3344"/>
                <a:gd name="csX6" fmla="*/ 9077 w 9076"/>
                <a:gd name="csY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76" h="3344">
                  <a:moveTo>
                    <a:pt x="9077" y="0"/>
                  </a:moveTo>
                  <a:lnTo>
                    <a:pt x="6688" y="956"/>
                  </a:lnTo>
                  <a:lnTo>
                    <a:pt x="3344" y="1911"/>
                  </a:lnTo>
                  <a:lnTo>
                    <a:pt x="0" y="3344"/>
                  </a:lnTo>
                  <a:lnTo>
                    <a:pt x="3344" y="1911"/>
                  </a:lnTo>
                  <a:lnTo>
                    <a:pt x="6688" y="956"/>
                  </a:lnTo>
                  <a:lnTo>
                    <a:pt x="90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5" name="Freeform 1334">
              <a:extLst>
                <a:ext uri="{FF2B5EF4-FFF2-40B4-BE49-F238E27FC236}">
                  <a16:creationId xmlns:a16="http://schemas.microsoft.com/office/drawing/2014/main" id="{6DCE4B04-BEBC-515C-8622-AC094604CD4B}"/>
                </a:ext>
              </a:extLst>
            </p:cNvPr>
            <p:cNvSpPr/>
            <p:nvPr/>
          </p:nvSpPr>
          <p:spPr>
            <a:xfrm>
              <a:off x="6963556" y="4003014"/>
              <a:ext cx="3822" cy="955"/>
            </a:xfrm>
            <a:custGeom>
              <a:avLst/>
              <a:gdLst>
                <a:gd name="csX0" fmla="*/ 3822 w 3822"/>
                <a:gd name="csY0" fmla="*/ 0 h 955"/>
                <a:gd name="csX1" fmla="*/ 2389 w 3822"/>
                <a:gd name="csY1" fmla="*/ 478 h 955"/>
                <a:gd name="csX2" fmla="*/ 0 w 3822"/>
                <a:gd name="csY2" fmla="*/ 956 h 955"/>
                <a:gd name="csX3" fmla="*/ 2389 w 3822"/>
                <a:gd name="csY3" fmla="*/ 478 h 955"/>
                <a:gd name="csX4" fmla="*/ 3822 w 3822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2" h="955">
                  <a:moveTo>
                    <a:pt x="3822" y="0"/>
                  </a:moveTo>
                  <a:lnTo>
                    <a:pt x="2389" y="478"/>
                  </a:lnTo>
                  <a:lnTo>
                    <a:pt x="0" y="956"/>
                  </a:lnTo>
                  <a:lnTo>
                    <a:pt x="2389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6" name="Freeform 1335">
              <a:extLst>
                <a:ext uri="{FF2B5EF4-FFF2-40B4-BE49-F238E27FC236}">
                  <a16:creationId xmlns:a16="http://schemas.microsoft.com/office/drawing/2014/main" id="{9A9E680E-EFAE-A6F1-B435-330704B0A22F}"/>
                </a:ext>
              </a:extLst>
            </p:cNvPr>
            <p:cNvSpPr/>
            <p:nvPr/>
          </p:nvSpPr>
          <p:spPr>
            <a:xfrm>
              <a:off x="6964989" y="3670992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  <a:gd name="csX4" fmla="*/ 478 w 477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7" name="Freeform 1336">
              <a:extLst>
                <a:ext uri="{FF2B5EF4-FFF2-40B4-BE49-F238E27FC236}">
                  <a16:creationId xmlns:a16="http://schemas.microsoft.com/office/drawing/2014/main" id="{ADEE78CF-1AF0-49D8-2E33-BFCC6B9D2FAF}"/>
                </a:ext>
              </a:extLst>
            </p:cNvPr>
            <p:cNvSpPr/>
            <p:nvPr/>
          </p:nvSpPr>
          <p:spPr>
            <a:xfrm>
              <a:off x="6941102" y="4502720"/>
              <a:ext cx="23886" cy="7643"/>
            </a:xfrm>
            <a:custGeom>
              <a:avLst/>
              <a:gdLst>
                <a:gd name="csX0" fmla="*/ 23886 w 23886"/>
                <a:gd name="csY0" fmla="*/ 3344 h 7643"/>
                <a:gd name="csX1" fmla="*/ 22453 w 23886"/>
                <a:gd name="csY1" fmla="*/ 3822 h 7643"/>
                <a:gd name="csX2" fmla="*/ 21498 w 23886"/>
                <a:gd name="csY2" fmla="*/ 4299 h 7643"/>
                <a:gd name="csX3" fmla="*/ 19109 w 23886"/>
                <a:gd name="csY3" fmla="*/ 5255 h 7643"/>
                <a:gd name="csX4" fmla="*/ 16243 w 23886"/>
                <a:gd name="csY4" fmla="*/ 6688 h 7643"/>
                <a:gd name="csX5" fmla="*/ 8121 w 23886"/>
                <a:gd name="csY5" fmla="*/ 7644 h 7643"/>
                <a:gd name="csX6" fmla="*/ 5733 w 23886"/>
                <a:gd name="csY6" fmla="*/ 7166 h 7643"/>
                <a:gd name="csX7" fmla="*/ 3821 w 23886"/>
                <a:gd name="csY7" fmla="*/ 5733 h 7643"/>
                <a:gd name="csX8" fmla="*/ 0 w 23886"/>
                <a:gd name="csY8" fmla="*/ 3344 h 7643"/>
                <a:gd name="csX9" fmla="*/ 1433 w 23886"/>
                <a:gd name="csY9" fmla="*/ 2389 h 7643"/>
                <a:gd name="csX10" fmla="*/ 1911 w 23886"/>
                <a:gd name="csY10" fmla="*/ 1433 h 7643"/>
                <a:gd name="csX11" fmla="*/ 2389 w 23886"/>
                <a:gd name="csY11" fmla="*/ 955 h 7643"/>
                <a:gd name="csX12" fmla="*/ 4300 w 23886"/>
                <a:gd name="csY12" fmla="*/ 0 h 7643"/>
                <a:gd name="csX13" fmla="*/ 6210 w 23886"/>
                <a:gd name="csY13" fmla="*/ 478 h 7643"/>
                <a:gd name="csX14" fmla="*/ 8599 w 23886"/>
                <a:gd name="csY14" fmla="*/ 1433 h 7643"/>
                <a:gd name="csX15" fmla="*/ 10032 w 23886"/>
                <a:gd name="csY15" fmla="*/ 1911 h 7643"/>
                <a:gd name="csX16" fmla="*/ 11943 w 23886"/>
                <a:gd name="csY16" fmla="*/ 955 h 7643"/>
                <a:gd name="csX17" fmla="*/ 17198 w 23886"/>
                <a:gd name="csY17" fmla="*/ 955 h 7643"/>
                <a:gd name="csX18" fmla="*/ 23886 w 23886"/>
                <a:gd name="csY18" fmla="*/ 334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3886" h="7643">
                  <a:moveTo>
                    <a:pt x="23886" y="3344"/>
                  </a:moveTo>
                  <a:lnTo>
                    <a:pt x="22453" y="3822"/>
                  </a:lnTo>
                  <a:lnTo>
                    <a:pt x="21498" y="4299"/>
                  </a:lnTo>
                  <a:lnTo>
                    <a:pt x="19109" y="5255"/>
                  </a:lnTo>
                  <a:lnTo>
                    <a:pt x="16243" y="6688"/>
                  </a:lnTo>
                  <a:lnTo>
                    <a:pt x="8121" y="7644"/>
                  </a:lnTo>
                  <a:lnTo>
                    <a:pt x="5733" y="7166"/>
                  </a:lnTo>
                  <a:lnTo>
                    <a:pt x="3821" y="5733"/>
                  </a:lnTo>
                  <a:lnTo>
                    <a:pt x="0" y="3344"/>
                  </a:lnTo>
                  <a:lnTo>
                    <a:pt x="1433" y="2389"/>
                  </a:lnTo>
                  <a:lnTo>
                    <a:pt x="1911" y="1433"/>
                  </a:lnTo>
                  <a:lnTo>
                    <a:pt x="2389" y="955"/>
                  </a:lnTo>
                  <a:lnTo>
                    <a:pt x="4300" y="0"/>
                  </a:lnTo>
                  <a:lnTo>
                    <a:pt x="6210" y="478"/>
                  </a:lnTo>
                  <a:lnTo>
                    <a:pt x="8599" y="1433"/>
                  </a:lnTo>
                  <a:lnTo>
                    <a:pt x="10032" y="1911"/>
                  </a:lnTo>
                  <a:lnTo>
                    <a:pt x="11943" y="955"/>
                  </a:lnTo>
                  <a:lnTo>
                    <a:pt x="17198" y="955"/>
                  </a:lnTo>
                  <a:lnTo>
                    <a:pt x="2388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8" name="Freeform 1337">
              <a:extLst>
                <a:ext uri="{FF2B5EF4-FFF2-40B4-BE49-F238E27FC236}">
                  <a16:creationId xmlns:a16="http://schemas.microsoft.com/office/drawing/2014/main" id="{14545CA5-747B-1C36-2AE9-0AA49130541C}"/>
                </a:ext>
              </a:extLst>
            </p:cNvPr>
            <p:cNvSpPr/>
            <p:nvPr/>
          </p:nvSpPr>
          <p:spPr>
            <a:xfrm>
              <a:off x="6961167" y="4277231"/>
              <a:ext cx="2866" cy="1910"/>
            </a:xfrm>
            <a:custGeom>
              <a:avLst/>
              <a:gdLst>
                <a:gd name="csX0" fmla="*/ 2866 w 2866"/>
                <a:gd name="csY0" fmla="*/ 1433 h 1910"/>
                <a:gd name="csX1" fmla="*/ 2389 w 2866"/>
                <a:gd name="csY1" fmla="*/ 1911 h 1910"/>
                <a:gd name="csX2" fmla="*/ 1911 w 2866"/>
                <a:gd name="csY2" fmla="*/ 1911 h 1910"/>
                <a:gd name="csX3" fmla="*/ 478 w 2866"/>
                <a:gd name="csY3" fmla="*/ 1433 h 1910"/>
                <a:gd name="csX4" fmla="*/ 0 w 2866"/>
                <a:gd name="csY4" fmla="*/ 956 h 1910"/>
                <a:gd name="csX5" fmla="*/ 956 w 2866"/>
                <a:gd name="csY5" fmla="*/ 0 h 1910"/>
                <a:gd name="csX6" fmla="*/ 1433 w 2866"/>
                <a:gd name="csY6" fmla="*/ 0 h 1910"/>
                <a:gd name="csX7" fmla="*/ 1911 w 2866"/>
                <a:gd name="csY7" fmla="*/ 956 h 1910"/>
                <a:gd name="csX8" fmla="*/ 2866 w 2866"/>
                <a:gd name="csY8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1910">
                  <a:moveTo>
                    <a:pt x="2866" y="1433"/>
                  </a:moveTo>
                  <a:lnTo>
                    <a:pt x="2389" y="1911"/>
                  </a:lnTo>
                  <a:lnTo>
                    <a:pt x="1911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1911" y="956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9" name="Freeform 1338">
              <a:extLst>
                <a:ext uri="{FF2B5EF4-FFF2-40B4-BE49-F238E27FC236}">
                  <a16:creationId xmlns:a16="http://schemas.microsoft.com/office/drawing/2014/main" id="{DACC8AD7-8F43-032D-0C43-D62711148CE4}"/>
                </a:ext>
              </a:extLst>
            </p:cNvPr>
            <p:cNvSpPr/>
            <p:nvPr/>
          </p:nvSpPr>
          <p:spPr>
            <a:xfrm>
              <a:off x="6950657" y="2136526"/>
              <a:ext cx="12898" cy="20542"/>
            </a:xfrm>
            <a:custGeom>
              <a:avLst/>
              <a:gdLst>
                <a:gd name="csX0" fmla="*/ 11943 w 12898"/>
                <a:gd name="csY0" fmla="*/ 7644 h 20542"/>
                <a:gd name="csX1" fmla="*/ 12898 w 12898"/>
                <a:gd name="csY1" fmla="*/ 11943 h 20542"/>
                <a:gd name="csX2" fmla="*/ 12421 w 12898"/>
                <a:gd name="csY2" fmla="*/ 14810 h 20542"/>
                <a:gd name="csX3" fmla="*/ 9555 w 12898"/>
                <a:gd name="csY3" fmla="*/ 20542 h 20542"/>
                <a:gd name="csX4" fmla="*/ 0 w 12898"/>
                <a:gd name="csY4" fmla="*/ 14332 h 20542"/>
                <a:gd name="csX5" fmla="*/ 955 w 12898"/>
                <a:gd name="csY5" fmla="*/ 11465 h 20542"/>
                <a:gd name="csX6" fmla="*/ 1911 w 12898"/>
                <a:gd name="csY6" fmla="*/ 10032 h 20542"/>
                <a:gd name="csX7" fmla="*/ 1911 w 12898"/>
                <a:gd name="csY7" fmla="*/ 7166 h 20542"/>
                <a:gd name="csX8" fmla="*/ 955 w 12898"/>
                <a:gd name="csY8" fmla="*/ 4777 h 20542"/>
                <a:gd name="csX9" fmla="*/ 1433 w 12898"/>
                <a:gd name="csY9" fmla="*/ 0 h 20542"/>
                <a:gd name="csX10" fmla="*/ 7644 w 12898"/>
                <a:gd name="csY10" fmla="*/ 3822 h 20542"/>
                <a:gd name="csX11" fmla="*/ 8121 w 12898"/>
                <a:gd name="csY11" fmla="*/ 4777 h 20542"/>
                <a:gd name="csX12" fmla="*/ 11943 w 12898"/>
                <a:gd name="csY12" fmla="*/ 7644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2898" h="20542">
                  <a:moveTo>
                    <a:pt x="11943" y="7644"/>
                  </a:moveTo>
                  <a:lnTo>
                    <a:pt x="12898" y="11943"/>
                  </a:lnTo>
                  <a:lnTo>
                    <a:pt x="12421" y="14810"/>
                  </a:lnTo>
                  <a:lnTo>
                    <a:pt x="9555" y="20542"/>
                  </a:lnTo>
                  <a:lnTo>
                    <a:pt x="0" y="14332"/>
                  </a:lnTo>
                  <a:lnTo>
                    <a:pt x="955" y="11465"/>
                  </a:lnTo>
                  <a:lnTo>
                    <a:pt x="1911" y="10032"/>
                  </a:lnTo>
                  <a:lnTo>
                    <a:pt x="1911" y="7166"/>
                  </a:lnTo>
                  <a:lnTo>
                    <a:pt x="955" y="4777"/>
                  </a:lnTo>
                  <a:lnTo>
                    <a:pt x="1433" y="0"/>
                  </a:lnTo>
                  <a:lnTo>
                    <a:pt x="7644" y="3822"/>
                  </a:lnTo>
                  <a:lnTo>
                    <a:pt x="8121" y="4777"/>
                  </a:lnTo>
                  <a:lnTo>
                    <a:pt x="11943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0" name="Freeform 1339">
              <a:extLst>
                <a:ext uri="{FF2B5EF4-FFF2-40B4-BE49-F238E27FC236}">
                  <a16:creationId xmlns:a16="http://schemas.microsoft.com/office/drawing/2014/main" id="{B27D7598-34FC-1D34-7167-F69CDA17354F}"/>
                </a:ext>
              </a:extLst>
            </p:cNvPr>
            <p:cNvSpPr/>
            <p:nvPr/>
          </p:nvSpPr>
          <p:spPr>
            <a:xfrm>
              <a:off x="6958301" y="3658094"/>
              <a:ext cx="4777" cy="6210"/>
            </a:xfrm>
            <a:custGeom>
              <a:avLst/>
              <a:gdLst>
                <a:gd name="csX0" fmla="*/ 2389 w 4777"/>
                <a:gd name="csY0" fmla="*/ 2389 h 6210"/>
                <a:gd name="csX1" fmla="*/ 4777 w 4777"/>
                <a:gd name="csY1" fmla="*/ 6210 h 6210"/>
                <a:gd name="csX2" fmla="*/ 2389 w 4777"/>
                <a:gd name="csY2" fmla="*/ 2389 h 6210"/>
                <a:gd name="csX3" fmla="*/ 0 w 4777"/>
                <a:gd name="csY3" fmla="*/ 0 h 6210"/>
                <a:gd name="csX4" fmla="*/ 2389 w 4777"/>
                <a:gd name="csY4" fmla="*/ 238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6210">
                  <a:moveTo>
                    <a:pt x="2389" y="2389"/>
                  </a:moveTo>
                  <a:lnTo>
                    <a:pt x="4777" y="6210"/>
                  </a:lnTo>
                  <a:lnTo>
                    <a:pt x="2389" y="2389"/>
                  </a:lnTo>
                  <a:lnTo>
                    <a:pt x="0" y="0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1" name="Freeform 1340">
              <a:extLst>
                <a:ext uri="{FF2B5EF4-FFF2-40B4-BE49-F238E27FC236}">
                  <a16:creationId xmlns:a16="http://schemas.microsoft.com/office/drawing/2014/main" id="{3B911EBE-C13D-D99E-81D6-DDC933A44ED5}"/>
                </a:ext>
              </a:extLst>
            </p:cNvPr>
            <p:cNvSpPr/>
            <p:nvPr/>
          </p:nvSpPr>
          <p:spPr>
            <a:xfrm>
              <a:off x="6952568" y="4370866"/>
              <a:ext cx="5732" cy="1911"/>
            </a:xfrm>
            <a:custGeom>
              <a:avLst/>
              <a:gdLst>
                <a:gd name="csX0" fmla="*/ 5733 w 5732"/>
                <a:gd name="csY0" fmla="*/ 0 h 1911"/>
                <a:gd name="csX1" fmla="*/ 2389 w 5732"/>
                <a:gd name="csY1" fmla="*/ 956 h 1911"/>
                <a:gd name="csX2" fmla="*/ 0 w 5732"/>
                <a:gd name="csY2" fmla="*/ 1911 h 1911"/>
                <a:gd name="csX3" fmla="*/ 2389 w 5732"/>
                <a:gd name="csY3" fmla="*/ 956 h 1911"/>
                <a:gd name="csX4" fmla="*/ 5733 w 5732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1911">
                  <a:moveTo>
                    <a:pt x="5733" y="0"/>
                  </a:moveTo>
                  <a:lnTo>
                    <a:pt x="2389" y="956"/>
                  </a:lnTo>
                  <a:lnTo>
                    <a:pt x="0" y="1911"/>
                  </a:lnTo>
                  <a:lnTo>
                    <a:pt x="2389" y="956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2" name="Freeform 1341">
              <a:extLst>
                <a:ext uri="{FF2B5EF4-FFF2-40B4-BE49-F238E27FC236}">
                  <a16:creationId xmlns:a16="http://schemas.microsoft.com/office/drawing/2014/main" id="{713CD390-30B6-B136-FC55-E6933F2C447B}"/>
                </a:ext>
              </a:extLst>
            </p:cNvPr>
            <p:cNvSpPr/>
            <p:nvPr/>
          </p:nvSpPr>
          <p:spPr>
            <a:xfrm>
              <a:off x="6948268" y="3650450"/>
              <a:ext cx="7165" cy="4299"/>
            </a:xfrm>
            <a:custGeom>
              <a:avLst/>
              <a:gdLst>
                <a:gd name="csX0" fmla="*/ 7166 w 7165"/>
                <a:gd name="csY0" fmla="*/ 4300 h 4299"/>
                <a:gd name="csX1" fmla="*/ 7166 w 7165"/>
                <a:gd name="csY1" fmla="*/ 4300 h 4299"/>
                <a:gd name="csX2" fmla="*/ 5255 w 7165"/>
                <a:gd name="csY2" fmla="*/ 2866 h 4299"/>
                <a:gd name="csX3" fmla="*/ 1911 w 7165"/>
                <a:gd name="csY3" fmla="*/ 1433 h 4299"/>
                <a:gd name="csX4" fmla="*/ 0 w 7165"/>
                <a:gd name="csY4" fmla="*/ 0 h 4299"/>
                <a:gd name="csX5" fmla="*/ 1911 w 7165"/>
                <a:gd name="csY5" fmla="*/ 1433 h 4299"/>
                <a:gd name="csX6" fmla="*/ 5255 w 7165"/>
                <a:gd name="csY6" fmla="*/ 2866 h 4299"/>
                <a:gd name="csX7" fmla="*/ 7166 w 7165"/>
                <a:gd name="csY7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165" h="4299">
                  <a:moveTo>
                    <a:pt x="7166" y="4300"/>
                  </a:moveTo>
                  <a:lnTo>
                    <a:pt x="7166" y="4300"/>
                  </a:lnTo>
                  <a:lnTo>
                    <a:pt x="5255" y="2866"/>
                  </a:lnTo>
                  <a:lnTo>
                    <a:pt x="1911" y="1433"/>
                  </a:lnTo>
                  <a:lnTo>
                    <a:pt x="0" y="0"/>
                  </a:lnTo>
                  <a:lnTo>
                    <a:pt x="1911" y="1433"/>
                  </a:lnTo>
                  <a:lnTo>
                    <a:pt x="5255" y="2866"/>
                  </a:lnTo>
                  <a:lnTo>
                    <a:pt x="7166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3" name="Freeform 1342">
              <a:extLst>
                <a:ext uri="{FF2B5EF4-FFF2-40B4-BE49-F238E27FC236}">
                  <a16:creationId xmlns:a16="http://schemas.microsoft.com/office/drawing/2014/main" id="{388D90CE-3E13-C904-2ED0-9243576811F3}"/>
                </a:ext>
              </a:extLst>
            </p:cNvPr>
            <p:cNvSpPr/>
            <p:nvPr/>
          </p:nvSpPr>
          <p:spPr>
            <a:xfrm>
              <a:off x="6947313" y="4282486"/>
              <a:ext cx="5733" cy="2388"/>
            </a:xfrm>
            <a:custGeom>
              <a:avLst/>
              <a:gdLst>
                <a:gd name="csX0" fmla="*/ 5733 w 5733"/>
                <a:gd name="csY0" fmla="*/ 1433 h 2388"/>
                <a:gd name="csX1" fmla="*/ 5733 w 5733"/>
                <a:gd name="csY1" fmla="*/ 1911 h 2388"/>
                <a:gd name="csX2" fmla="*/ 3822 w 5733"/>
                <a:gd name="csY2" fmla="*/ 1911 h 2388"/>
                <a:gd name="csX3" fmla="*/ 3344 w 5733"/>
                <a:gd name="csY3" fmla="*/ 2389 h 2388"/>
                <a:gd name="csX4" fmla="*/ 1433 w 5733"/>
                <a:gd name="csY4" fmla="*/ 1911 h 2388"/>
                <a:gd name="csX5" fmla="*/ 0 w 5733"/>
                <a:gd name="csY5" fmla="*/ 1433 h 2388"/>
                <a:gd name="csX6" fmla="*/ 956 w 5733"/>
                <a:gd name="csY6" fmla="*/ 956 h 2388"/>
                <a:gd name="csX7" fmla="*/ 3822 w 5733"/>
                <a:gd name="csY7" fmla="*/ 0 h 2388"/>
                <a:gd name="csX8" fmla="*/ 5255 w 5733"/>
                <a:gd name="csY8" fmla="*/ 478 h 2388"/>
                <a:gd name="csX9" fmla="*/ 5733 w 5733"/>
                <a:gd name="csY9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3" h="2388">
                  <a:moveTo>
                    <a:pt x="5733" y="1433"/>
                  </a:moveTo>
                  <a:lnTo>
                    <a:pt x="5733" y="1911"/>
                  </a:lnTo>
                  <a:lnTo>
                    <a:pt x="3822" y="1911"/>
                  </a:lnTo>
                  <a:lnTo>
                    <a:pt x="3344" y="2389"/>
                  </a:lnTo>
                  <a:lnTo>
                    <a:pt x="1433" y="1911"/>
                  </a:lnTo>
                  <a:lnTo>
                    <a:pt x="0" y="1433"/>
                  </a:lnTo>
                  <a:lnTo>
                    <a:pt x="956" y="956"/>
                  </a:lnTo>
                  <a:lnTo>
                    <a:pt x="3822" y="0"/>
                  </a:lnTo>
                  <a:lnTo>
                    <a:pt x="5255" y="478"/>
                  </a:lnTo>
                  <a:lnTo>
                    <a:pt x="57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4" name="Freeform 1343">
              <a:extLst>
                <a:ext uri="{FF2B5EF4-FFF2-40B4-BE49-F238E27FC236}">
                  <a16:creationId xmlns:a16="http://schemas.microsoft.com/office/drawing/2014/main" id="{3F8804D7-EAEE-566D-1E62-C343298264A1}"/>
                </a:ext>
              </a:extLst>
            </p:cNvPr>
            <p:cNvSpPr/>
            <p:nvPr/>
          </p:nvSpPr>
          <p:spPr>
            <a:xfrm>
              <a:off x="6919127" y="2158023"/>
              <a:ext cx="32485" cy="25797"/>
            </a:xfrm>
            <a:custGeom>
              <a:avLst/>
              <a:gdLst>
                <a:gd name="csX0" fmla="*/ 32485 w 32485"/>
                <a:gd name="csY0" fmla="*/ 15765 h 25797"/>
                <a:gd name="csX1" fmla="*/ 31052 w 32485"/>
                <a:gd name="csY1" fmla="*/ 20065 h 25797"/>
                <a:gd name="csX2" fmla="*/ 28664 w 32485"/>
                <a:gd name="csY2" fmla="*/ 20542 h 25797"/>
                <a:gd name="csX3" fmla="*/ 25797 w 32485"/>
                <a:gd name="csY3" fmla="*/ 24364 h 25797"/>
                <a:gd name="csX4" fmla="*/ 12898 w 32485"/>
                <a:gd name="csY4" fmla="*/ 25797 h 25797"/>
                <a:gd name="csX5" fmla="*/ 8599 w 32485"/>
                <a:gd name="csY5" fmla="*/ 25320 h 25797"/>
                <a:gd name="csX6" fmla="*/ 7644 w 32485"/>
                <a:gd name="csY6" fmla="*/ 23886 h 25797"/>
                <a:gd name="csX7" fmla="*/ 6688 w 32485"/>
                <a:gd name="csY7" fmla="*/ 22931 h 25797"/>
                <a:gd name="csX8" fmla="*/ 2866 w 32485"/>
                <a:gd name="csY8" fmla="*/ 21498 h 25797"/>
                <a:gd name="csX9" fmla="*/ 0 w 32485"/>
                <a:gd name="csY9" fmla="*/ 16243 h 25797"/>
                <a:gd name="csX10" fmla="*/ 955 w 32485"/>
                <a:gd name="csY10" fmla="*/ 14810 h 25797"/>
                <a:gd name="csX11" fmla="*/ 7166 w 32485"/>
                <a:gd name="csY11" fmla="*/ 12421 h 25797"/>
                <a:gd name="csX12" fmla="*/ 9555 w 32485"/>
                <a:gd name="csY12" fmla="*/ 10032 h 25797"/>
                <a:gd name="csX13" fmla="*/ 10032 w 32485"/>
                <a:gd name="csY13" fmla="*/ 7166 h 25797"/>
                <a:gd name="csX14" fmla="*/ 12898 w 32485"/>
                <a:gd name="csY14" fmla="*/ 955 h 25797"/>
                <a:gd name="csX15" fmla="*/ 19109 w 32485"/>
                <a:gd name="csY15" fmla="*/ 0 h 25797"/>
                <a:gd name="csX16" fmla="*/ 21975 w 32485"/>
                <a:gd name="csY16" fmla="*/ 955 h 25797"/>
                <a:gd name="csX17" fmla="*/ 22453 w 32485"/>
                <a:gd name="csY17" fmla="*/ 4777 h 25797"/>
                <a:gd name="csX18" fmla="*/ 25319 w 32485"/>
                <a:gd name="csY18" fmla="*/ 9555 h 25797"/>
                <a:gd name="csX19" fmla="*/ 32485 w 32485"/>
                <a:gd name="csY19" fmla="*/ 15765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2485" h="25797">
                  <a:moveTo>
                    <a:pt x="32485" y="15765"/>
                  </a:moveTo>
                  <a:lnTo>
                    <a:pt x="31052" y="20065"/>
                  </a:lnTo>
                  <a:lnTo>
                    <a:pt x="28664" y="20542"/>
                  </a:lnTo>
                  <a:lnTo>
                    <a:pt x="25797" y="24364"/>
                  </a:lnTo>
                  <a:lnTo>
                    <a:pt x="12898" y="25797"/>
                  </a:lnTo>
                  <a:lnTo>
                    <a:pt x="8599" y="25320"/>
                  </a:lnTo>
                  <a:lnTo>
                    <a:pt x="7644" y="23886"/>
                  </a:lnTo>
                  <a:lnTo>
                    <a:pt x="6688" y="22931"/>
                  </a:lnTo>
                  <a:lnTo>
                    <a:pt x="2866" y="21498"/>
                  </a:lnTo>
                  <a:lnTo>
                    <a:pt x="0" y="16243"/>
                  </a:lnTo>
                  <a:lnTo>
                    <a:pt x="955" y="14810"/>
                  </a:lnTo>
                  <a:lnTo>
                    <a:pt x="7166" y="12421"/>
                  </a:lnTo>
                  <a:lnTo>
                    <a:pt x="9555" y="10032"/>
                  </a:lnTo>
                  <a:lnTo>
                    <a:pt x="10032" y="7166"/>
                  </a:lnTo>
                  <a:lnTo>
                    <a:pt x="12898" y="955"/>
                  </a:lnTo>
                  <a:lnTo>
                    <a:pt x="19109" y="0"/>
                  </a:lnTo>
                  <a:lnTo>
                    <a:pt x="21975" y="955"/>
                  </a:lnTo>
                  <a:lnTo>
                    <a:pt x="22453" y="4777"/>
                  </a:lnTo>
                  <a:lnTo>
                    <a:pt x="25319" y="9555"/>
                  </a:lnTo>
                  <a:lnTo>
                    <a:pt x="32485" y="157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5" name="Freeform 1344">
              <a:extLst>
                <a:ext uri="{FF2B5EF4-FFF2-40B4-BE49-F238E27FC236}">
                  <a16:creationId xmlns:a16="http://schemas.microsoft.com/office/drawing/2014/main" id="{F578498A-C5A9-FFB4-30F1-E39FEAB915F8}"/>
                </a:ext>
              </a:extLst>
            </p:cNvPr>
            <p:cNvSpPr/>
            <p:nvPr/>
          </p:nvSpPr>
          <p:spPr>
            <a:xfrm>
              <a:off x="6945880" y="4373255"/>
              <a:ext cx="4299" cy="1433"/>
            </a:xfrm>
            <a:custGeom>
              <a:avLst/>
              <a:gdLst>
                <a:gd name="csX0" fmla="*/ 4300 w 4299"/>
                <a:gd name="csY0" fmla="*/ 0 h 1433"/>
                <a:gd name="csX1" fmla="*/ 1911 w 4299"/>
                <a:gd name="csY1" fmla="*/ 956 h 1433"/>
                <a:gd name="csX2" fmla="*/ 0 w 4299"/>
                <a:gd name="csY2" fmla="*/ 1433 h 1433"/>
                <a:gd name="csX3" fmla="*/ 1911 w 4299"/>
                <a:gd name="csY3" fmla="*/ 478 h 1433"/>
                <a:gd name="csX4" fmla="*/ 4300 w 4299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433">
                  <a:moveTo>
                    <a:pt x="4300" y="0"/>
                  </a:moveTo>
                  <a:lnTo>
                    <a:pt x="1911" y="956"/>
                  </a:lnTo>
                  <a:lnTo>
                    <a:pt x="0" y="1433"/>
                  </a:lnTo>
                  <a:lnTo>
                    <a:pt x="1911" y="478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6" name="Freeform 1345">
              <a:extLst>
                <a:ext uri="{FF2B5EF4-FFF2-40B4-BE49-F238E27FC236}">
                  <a16:creationId xmlns:a16="http://schemas.microsoft.com/office/drawing/2014/main" id="{B751D103-AC33-07A4-B757-55FB9C90415B}"/>
                </a:ext>
              </a:extLst>
            </p:cNvPr>
            <p:cNvSpPr/>
            <p:nvPr/>
          </p:nvSpPr>
          <p:spPr>
            <a:xfrm>
              <a:off x="6945402" y="3646628"/>
              <a:ext cx="2866" cy="3821"/>
            </a:xfrm>
            <a:custGeom>
              <a:avLst/>
              <a:gdLst>
                <a:gd name="csX0" fmla="*/ 0 w 2866"/>
                <a:gd name="csY0" fmla="*/ 0 h 3821"/>
                <a:gd name="csX1" fmla="*/ 2866 w 2866"/>
                <a:gd name="csY1" fmla="*/ 3822 h 3821"/>
                <a:gd name="csX2" fmla="*/ 2866 w 2866"/>
                <a:gd name="csY2" fmla="*/ 3822 h 3821"/>
                <a:gd name="csX3" fmla="*/ 0 w 2866"/>
                <a:gd name="csY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3821">
                  <a:moveTo>
                    <a:pt x="0" y="0"/>
                  </a:moveTo>
                  <a:lnTo>
                    <a:pt x="2866" y="3822"/>
                  </a:lnTo>
                  <a:lnTo>
                    <a:pt x="2866" y="382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7" name="Freeform 1346">
              <a:extLst>
                <a:ext uri="{FF2B5EF4-FFF2-40B4-BE49-F238E27FC236}">
                  <a16:creationId xmlns:a16="http://schemas.microsoft.com/office/drawing/2014/main" id="{31F914E6-5017-C2F5-7FF4-E8858A5264A7}"/>
                </a:ext>
              </a:extLst>
            </p:cNvPr>
            <p:cNvSpPr/>
            <p:nvPr/>
          </p:nvSpPr>
          <p:spPr>
            <a:xfrm>
              <a:off x="6941580" y="3643762"/>
              <a:ext cx="3822" cy="2866"/>
            </a:xfrm>
            <a:custGeom>
              <a:avLst/>
              <a:gdLst>
                <a:gd name="csX0" fmla="*/ 3822 w 3822"/>
                <a:gd name="csY0" fmla="*/ 2389 h 2866"/>
                <a:gd name="csX1" fmla="*/ 3822 w 3822"/>
                <a:gd name="csY1" fmla="*/ 2866 h 2866"/>
                <a:gd name="csX2" fmla="*/ 1911 w 3822"/>
                <a:gd name="csY2" fmla="*/ 1433 h 2866"/>
                <a:gd name="csX3" fmla="*/ 0 w 3822"/>
                <a:gd name="csY3" fmla="*/ 0 h 2866"/>
                <a:gd name="csX4" fmla="*/ 1911 w 3822"/>
                <a:gd name="csY4" fmla="*/ 1433 h 2866"/>
                <a:gd name="csX5" fmla="*/ 3822 w 3822"/>
                <a:gd name="csY5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2866">
                  <a:moveTo>
                    <a:pt x="3822" y="2389"/>
                  </a:moveTo>
                  <a:lnTo>
                    <a:pt x="3822" y="2866"/>
                  </a:lnTo>
                  <a:lnTo>
                    <a:pt x="1911" y="1433"/>
                  </a:lnTo>
                  <a:lnTo>
                    <a:pt x="0" y="0"/>
                  </a:lnTo>
                  <a:lnTo>
                    <a:pt x="1911" y="1433"/>
                  </a:lnTo>
                  <a:lnTo>
                    <a:pt x="3822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8" name="Freeform 1347">
              <a:extLst>
                <a:ext uri="{FF2B5EF4-FFF2-40B4-BE49-F238E27FC236}">
                  <a16:creationId xmlns:a16="http://schemas.microsoft.com/office/drawing/2014/main" id="{7F90AE6B-7970-6D8D-FDE8-BC8B44D10153}"/>
                </a:ext>
              </a:extLst>
            </p:cNvPr>
            <p:cNvSpPr/>
            <p:nvPr/>
          </p:nvSpPr>
          <p:spPr>
            <a:xfrm>
              <a:off x="6938714" y="4279142"/>
              <a:ext cx="4777" cy="3344"/>
            </a:xfrm>
            <a:custGeom>
              <a:avLst/>
              <a:gdLst>
                <a:gd name="csX0" fmla="*/ 4300 w 4777"/>
                <a:gd name="csY0" fmla="*/ 0 h 3344"/>
                <a:gd name="csX1" fmla="*/ 4777 w 4777"/>
                <a:gd name="csY1" fmla="*/ 956 h 3344"/>
                <a:gd name="csX2" fmla="*/ 4300 w 4777"/>
                <a:gd name="csY2" fmla="*/ 2389 h 3344"/>
                <a:gd name="csX3" fmla="*/ 3821 w 4777"/>
                <a:gd name="csY3" fmla="*/ 2867 h 3344"/>
                <a:gd name="csX4" fmla="*/ 2866 w 4777"/>
                <a:gd name="csY4" fmla="*/ 3344 h 3344"/>
                <a:gd name="csX5" fmla="*/ 1433 w 4777"/>
                <a:gd name="csY5" fmla="*/ 3344 h 3344"/>
                <a:gd name="csX6" fmla="*/ 0 w 4777"/>
                <a:gd name="csY6" fmla="*/ 2389 h 3344"/>
                <a:gd name="csX7" fmla="*/ 2866 w 4777"/>
                <a:gd name="csY7" fmla="*/ 1433 h 3344"/>
                <a:gd name="csX8" fmla="*/ 3344 w 4777"/>
                <a:gd name="csY8" fmla="*/ 956 h 3344"/>
                <a:gd name="csX9" fmla="*/ 4300 w 4777"/>
                <a:gd name="csY9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3344">
                  <a:moveTo>
                    <a:pt x="4300" y="0"/>
                  </a:moveTo>
                  <a:lnTo>
                    <a:pt x="4777" y="956"/>
                  </a:lnTo>
                  <a:lnTo>
                    <a:pt x="4300" y="2389"/>
                  </a:lnTo>
                  <a:lnTo>
                    <a:pt x="3821" y="2867"/>
                  </a:lnTo>
                  <a:lnTo>
                    <a:pt x="2866" y="3344"/>
                  </a:lnTo>
                  <a:lnTo>
                    <a:pt x="1433" y="3344"/>
                  </a:lnTo>
                  <a:lnTo>
                    <a:pt x="0" y="2389"/>
                  </a:lnTo>
                  <a:lnTo>
                    <a:pt x="2866" y="1433"/>
                  </a:lnTo>
                  <a:lnTo>
                    <a:pt x="3344" y="956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9" name="Freeform 1348">
              <a:extLst>
                <a:ext uri="{FF2B5EF4-FFF2-40B4-BE49-F238E27FC236}">
                  <a16:creationId xmlns:a16="http://schemas.microsoft.com/office/drawing/2014/main" id="{4406C5B6-C2EF-30C7-E4E7-E589A7AAE737}"/>
                </a:ext>
              </a:extLst>
            </p:cNvPr>
            <p:cNvSpPr/>
            <p:nvPr/>
          </p:nvSpPr>
          <p:spPr>
            <a:xfrm>
              <a:off x="6941102" y="4375643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0 w 2388"/>
                <a:gd name="csY1" fmla="*/ 478 h 477"/>
                <a:gd name="csX2" fmla="*/ 0 w 2388"/>
                <a:gd name="csY2" fmla="*/ 478 h 477"/>
                <a:gd name="csX3" fmla="*/ 2389 w 238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0" name="Freeform 1349">
              <a:extLst>
                <a:ext uri="{FF2B5EF4-FFF2-40B4-BE49-F238E27FC236}">
                  <a16:creationId xmlns:a16="http://schemas.microsoft.com/office/drawing/2014/main" id="{424EA2C4-9732-C720-1C6A-F2BD5F0ED807}"/>
                </a:ext>
              </a:extLst>
            </p:cNvPr>
            <p:cNvSpPr/>
            <p:nvPr/>
          </p:nvSpPr>
          <p:spPr>
            <a:xfrm>
              <a:off x="6932981" y="3643762"/>
              <a:ext cx="6688" cy="955"/>
            </a:xfrm>
            <a:custGeom>
              <a:avLst/>
              <a:gdLst>
                <a:gd name="csX0" fmla="*/ 6688 w 6688"/>
                <a:gd name="csY0" fmla="*/ 0 h 955"/>
                <a:gd name="csX1" fmla="*/ 6211 w 6688"/>
                <a:gd name="csY1" fmla="*/ 0 h 955"/>
                <a:gd name="csX2" fmla="*/ 2389 w 6688"/>
                <a:gd name="csY2" fmla="*/ 955 h 955"/>
                <a:gd name="csX3" fmla="*/ 0 w 6688"/>
                <a:gd name="csY3" fmla="*/ 478 h 955"/>
                <a:gd name="csX4" fmla="*/ 2389 w 6688"/>
                <a:gd name="csY4" fmla="*/ 955 h 955"/>
                <a:gd name="csX5" fmla="*/ 6211 w 6688"/>
                <a:gd name="csY5" fmla="*/ 0 h 955"/>
                <a:gd name="csX6" fmla="*/ 6688 w 6688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8" h="955">
                  <a:moveTo>
                    <a:pt x="6688" y="0"/>
                  </a:moveTo>
                  <a:lnTo>
                    <a:pt x="6211" y="0"/>
                  </a:lnTo>
                  <a:lnTo>
                    <a:pt x="2389" y="955"/>
                  </a:lnTo>
                  <a:lnTo>
                    <a:pt x="0" y="478"/>
                  </a:lnTo>
                  <a:lnTo>
                    <a:pt x="2389" y="955"/>
                  </a:lnTo>
                  <a:lnTo>
                    <a:pt x="6211" y="0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1" name="Freeform 1350">
              <a:extLst>
                <a:ext uri="{FF2B5EF4-FFF2-40B4-BE49-F238E27FC236}">
                  <a16:creationId xmlns:a16="http://schemas.microsoft.com/office/drawing/2014/main" id="{B843DC5B-2FF1-8B36-F821-CBFA6E753A17}"/>
                </a:ext>
              </a:extLst>
            </p:cNvPr>
            <p:cNvSpPr/>
            <p:nvPr/>
          </p:nvSpPr>
          <p:spPr>
            <a:xfrm>
              <a:off x="6919605" y="2855031"/>
              <a:ext cx="19109" cy="24364"/>
            </a:xfrm>
            <a:custGeom>
              <a:avLst/>
              <a:gdLst>
                <a:gd name="csX0" fmla="*/ 19109 w 19109"/>
                <a:gd name="csY0" fmla="*/ 10510 h 24364"/>
                <a:gd name="csX1" fmla="*/ 19109 w 19109"/>
                <a:gd name="csY1" fmla="*/ 13854 h 24364"/>
                <a:gd name="csX2" fmla="*/ 16721 w 19109"/>
                <a:gd name="csY2" fmla="*/ 19109 h 24364"/>
                <a:gd name="csX3" fmla="*/ 16243 w 19109"/>
                <a:gd name="csY3" fmla="*/ 21020 h 24364"/>
                <a:gd name="csX4" fmla="*/ 17198 w 19109"/>
                <a:gd name="csY4" fmla="*/ 22931 h 24364"/>
                <a:gd name="csX5" fmla="*/ 17676 w 19109"/>
                <a:gd name="csY5" fmla="*/ 23886 h 24364"/>
                <a:gd name="csX6" fmla="*/ 15765 w 19109"/>
                <a:gd name="csY6" fmla="*/ 24364 h 24364"/>
                <a:gd name="csX7" fmla="*/ 15287 w 19109"/>
                <a:gd name="csY7" fmla="*/ 21976 h 24364"/>
                <a:gd name="csX8" fmla="*/ 14332 w 19109"/>
                <a:gd name="csY8" fmla="*/ 19587 h 24364"/>
                <a:gd name="csX9" fmla="*/ 11943 w 19109"/>
                <a:gd name="csY9" fmla="*/ 18154 h 24364"/>
                <a:gd name="csX10" fmla="*/ 10987 w 19109"/>
                <a:gd name="csY10" fmla="*/ 16243 h 24364"/>
                <a:gd name="csX11" fmla="*/ 10032 w 19109"/>
                <a:gd name="csY11" fmla="*/ 12421 h 24364"/>
                <a:gd name="csX12" fmla="*/ 6210 w 19109"/>
                <a:gd name="csY12" fmla="*/ 8599 h 24364"/>
                <a:gd name="csX13" fmla="*/ 3821 w 19109"/>
                <a:gd name="csY13" fmla="*/ 9555 h 24364"/>
                <a:gd name="csX14" fmla="*/ 955 w 19109"/>
                <a:gd name="csY14" fmla="*/ 7644 h 24364"/>
                <a:gd name="csX15" fmla="*/ 478 w 19109"/>
                <a:gd name="csY15" fmla="*/ 6688 h 24364"/>
                <a:gd name="csX16" fmla="*/ 0 w 19109"/>
                <a:gd name="csY16" fmla="*/ 4300 h 24364"/>
                <a:gd name="csX17" fmla="*/ 1433 w 19109"/>
                <a:gd name="csY17" fmla="*/ 2866 h 24364"/>
                <a:gd name="csX18" fmla="*/ 5733 w 19109"/>
                <a:gd name="csY18" fmla="*/ 956 h 24364"/>
                <a:gd name="csX19" fmla="*/ 7644 w 19109"/>
                <a:gd name="csY19" fmla="*/ 956 h 24364"/>
                <a:gd name="csX20" fmla="*/ 10032 w 19109"/>
                <a:gd name="csY20" fmla="*/ 2866 h 24364"/>
                <a:gd name="csX21" fmla="*/ 9555 w 19109"/>
                <a:gd name="csY21" fmla="*/ 956 h 24364"/>
                <a:gd name="csX22" fmla="*/ 10032 w 19109"/>
                <a:gd name="csY22" fmla="*/ 0 h 24364"/>
                <a:gd name="csX23" fmla="*/ 10987 w 19109"/>
                <a:gd name="csY23" fmla="*/ 478 h 24364"/>
                <a:gd name="csX24" fmla="*/ 13376 w 19109"/>
                <a:gd name="csY24" fmla="*/ 2389 h 24364"/>
                <a:gd name="csX25" fmla="*/ 15287 w 19109"/>
                <a:gd name="csY25" fmla="*/ 6210 h 24364"/>
                <a:gd name="csX26" fmla="*/ 16721 w 19109"/>
                <a:gd name="csY26" fmla="*/ 9555 h 24364"/>
                <a:gd name="csX27" fmla="*/ 18153 w 19109"/>
                <a:gd name="csY27" fmla="*/ 9077 h 24364"/>
                <a:gd name="csX28" fmla="*/ 19109 w 19109"/>
                <a:gd name="csY28" fmla="*/ 10510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9109" h="24364">
                  <a:moveTo>
                    <a:pt x="19109" y="10510"/>
                  </a:moveTo>
                  <a:lnTo>
                    <a:pt x="19109" y="13854"/>
                  </a:lnTo>
                  <a:lnTo>
                    <a:pt x="16721" y="19109"/>
                  </a:lnTo>
                  <a:lnTo>
                    <a:pt x="16243" y="21020"/>
                  </a:lnTo>
                  <a:lnTo>
                    <a:pt x="17198" y="22931"/>
                  </a:lnTo>
                  <a:lnTo>
                    <a:pt x="17676" y="23886"/>
                  </a:lnTo>
                  <a:lnTo>
                    <a:pt x="15765" y="24364"/>
                  </a:lnTo>
                  <a:lnTo>
                    <a:pt x="15287" y="21976"/>
                  </a:lnTo>
                  <a:lnTo>
                    <a:pt x="14332" y="19587"/>
                  </a:lnTo>
                  <a:lnTo>
                    <a:pt x="11943" y="18154"/>
                  </a:lnTo>
                  <a:lnTo>
                    <a:pt x="10987" y="16243"/>
                  </a:lnTo>
                  <a:lnTo>
                    <a:pt x="10032" y="12421"/>
                  </a:lnTo>
                  <a:lnTo>
                    <a:pt x="6210" y="8599"/>
                  </a:lnTo>
                  <a:lnTo>
                    <a:pt x="3821" y="9555"/>
                  </a:lnTo>
                  <a:lnTo>
                    <a:pt x="955" y="7644"/>
                  </a:lnTo>
                  <a:lnTo>
                    <a:pt x="478" y="6688"/>
                  </a:lnTo>
                  <a:lnTo>
                    <a:pt x="0" y="4300"/>
                  </a:lnTo>
                  <a:lnTo>
                    <a:pt x="1433" y="2866"/>
                  </a:lnTo>
                  <a:lnTo>
                    <a:pt x="5733" y="956"/>
                  </a:lnTo>
                  <a:lnTo>
                    <a:pt x="7644" y="956"/>
                  </a:lnTo>
                  <a:lnTo>
                    <a:pt x="10032" y="2866"/>
                  </a:lnTo>
                  <a:lnTo>
                    <a:pt x="9555" y="956"/>
                  </a:lnTo>
                  <a:lnTo>
                    <a:pt x="10032" y="0"/>
                  </a:lnTo>
                  <a:lnTo>
                    <a:pt x="10987" y="478"/>
                  </a:lnTo>
                  <a:lnTo>
                    <a:pt x="13376" y="2389"/>
                  </a:lnTo>
                  <a:lnTo>
                    <a:pt x="15287" y="6210"/>
                  </a:lnTo>
                  <a:lnTo>
                    <a:pt x="16721" y="9555"/>
                  </a:lnTo>
                  <a:lnTo>
                    <a:pt x="18153" y="9077"/>
                  </a:lnTo>
                  <a:lnTo>
                    <a:pt x="19109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2" name="Freeform 1351">
              <a:extLst>
                <a:ext uri="{FF2B5EF4-FFF2-40B4-BE49-F238E27FC236}">
                  <a16:creationId xmlns:a16="http://schemas.microsoft.com/office/drawing/2014/main" id="{7B351BC2-B0AB-DF5C-5086-EA0FBF3FC01D}"/>
                </a:ext>
              </a:extLst>
            </p:cNvPr>
            <p:cNvSpPr/>
            <p:nvPr/>
          </p:nvSpPr>
          <p:spPr>
            <a:xfrm>
              <a:off x="6935369" y="3965274"/>
              <a:ext cx="1433" cy="7643"/>
            </a:xfrm>
            <a:custGeom>
              <a:avLst/>
              <a:gdLst>
                <a:gd name="csX0" fmla="*/ 478 w 1433"/>
                <a:gd name="csY0" fmla="*/ 955 h 7643"/>
                <a:gd name="csX1" fmla="*/ 1433 w 1433"/>
                <a:gd name="csY1" fmla="*/ 6688 h 7643"/>
                <a:gd name="csX2" fmla="*/ 1433 w 1433"/>
                <a:gd name="csY2" fmla="*/ 7644 h 7643"/>
                <a:gd name="csX3" fmla="*/ 478 w 1433"/>
                <a:gd name="csY3" fmla="*/ 4299 h 7643"/>
                <a:gd name="csX4" fmla="*/ 0 w 1433"/>
                <a:gd name="csY4" fmla="*/ 955 h 7643"/>
                <a:gd name="csX5" fmla="*/ 478 w 1433"/>
                <a:gd name="csY5" fmla="*/ 0 h 7643"/>
                <a:gd name="csX6" fmla="*/ 1433 w 1433"/>
                <a:gd name="csY6" fmla="*/ 0 h 7643"/>
                <a:gd name="csX7" fmla="*/ 478 w 1433"/>
                <a:gd name="csY7" fmla="*/ 955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7643">
                  <a:moveTo>
                    <a:pt x="478" y="955"/>
                  </a:moveTo>
                  <a:lnTo>
                    <a:pt x="1433" y="6688"/>
                  </a:lnTo>
                  <a:lnTo>
                    <a:pt x="1433" y="7644"/>
                  </a:lnTo>
                  <a:lnTo>
                    <a:pt x="478" y="4299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478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3" name="Freeform 1352">
              <a:extLst>
                <a:ext uri="{FF2B5EF4-FFF2-40B4-BE49-F238E27FC236}">
                  <a16:creationId xmlns:a16="http://schemas.microsoft.com/office/drawing/2014/main" id="{35F56FAB-EDB5-380C-1D00-6EA6FF92088E}"/>
                </a:ext>
              </a:extLst>
            </p:cNvPr>
            <p:cNvSpPr/>
            <p:nvPr/>
          </p:nvSpPr>
          <p:spPr>
            <a:xfrm>
              <a:off x="6934414" y="4377554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0 w 2388"/>
                <a:gd name="csY1" fmla="*/ 956 h 955"/>
                <a:gd name="csX2" fmla="*/ 0 w 2388"/>
                <a:gd name="csY2" fmla="*/ 956 h 955"/>
                <a:gd name="csX3" fmla="*/ 2389 w 238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4" name="Freeform 1353">
              <a:extLst>
                <a:ext uri="{FF2B5EF4-FFF2-40B4-BE49-F238E27FC236}">
                  <a16:creationId xmlns:a16="http://schemas.microsoft.com/office/drawing/2014/main" id="{B491B234-F2C4-9B69-6BDC-90B588036529}"/>
                </a:ext>
              </a:extLst>
            </p:cNvPr>
            <p:cNvSpPr/>
            <p:nvPr/>
          </p:nvSpPr>
          <p:spPr>
            <a:xfrm>
              <a:off x="6729468" y="4384720"/>
              <a:ext cx="206857" cy="120387"/>
            </a:xfrm>
            <a:custGeom>
              <a:avLst/>
              <a:gdLst>
                <a:gd name="csX0" fmla="*/ 205901 w 206857"/>
                <a:gd name="csY0" fmla="*/ 42040 h 120387"/>
                <a:gd name="csX1" fmla="*/ 206857 w 206857"/>
                <a:gd name="csY1" fmla="*/ 44429 h 120387"/>
                <a:gd name="csX2" fmla="*/ 196825 w 206857"/>
                <a:gd name="csY2" fmla="*/ 47773 h 120387"/>
                <a:gd name="csX3" fmla="*/ 194436 w 206857"/>
                <a:gd name="csY3" fmla="*/ 49684 h 120387"/>
                <a:gd name="csX4" fmla="*/ 192048 w 206857"/>
                <a:gd name="csY4" fmla="*/ 51117 h 120387"/>
                <a:gd name="csX5" fmla="*/ 190137 w 206857"/>
                <a:gd name="csY5" fmla="*/ 53506 h 120387"/>
                <a:gd name="csX6" fmla="*/ 188703 w 206857"/>
                <a:gd name="csY6" fmla="*/ 57805 h 120387"/>
                <a:gd name="csX7" fmla="*/ 189659 w 206857"/>
                <a:gd name="csY7" fmla="*/ 61149 h 120387"/>
                <a:gd name="csX8" fmla="*/ 189659 w 206857"/>
                <a:gd name="csY8" fmla="*/ 63538 h 120387"/>
                <a:gd name="csX9" fmla="*/ 187270 w 206857"/>
                <a:gd name="csY9" fmla="*/ 64493 h 120387"/>
                <a:gd name="csX10" fmla="*/ 184882 w 206857"/>
                <a:gd name="csY10" fmla="*/ 65449 h 120387"/>
                <a:gd name="csX11" fmla="*/ 182015 w 206857"/>
                <a:gd name="csY11" fmla="*/ 66882 h 120387"/>
                <a:gd name="csX12" fmla="*/ 180582 w 206857"/>
                <a:gd name="csY12" fmla="*/ 67360 h 120387"/>
                <a:gd name="csX13" fmla="*/ 179149 w 206857"/>
                <a:gd name="csY13" fmla="*/ 68315 h 120387"/>
                <a:gd name="csX14" fmla="*/ 177716 w 206857"/>
                <a:gd name="csY14" fmla="*/ 69271 h 120387"/>
                <a:gd name="csX15" fmla="*/ 171983 w 206857"/>
                <a:gd name="csY15" fmla="*/ 71182 h 120387"/>
                <a:gd name="csX16" fmla="*/ 165772 w 206857"/>
                <a:gd name="csY16" fmla="*/ 73093 h 120387"/>
                <a:gd name="csX17" fmla="*/ 156218 w 206857"/>
                <a:gd name="csY17" fmla="*/ 75004 h 120387"/>
                <a:gd name="csX18" fmla="*/ 152396 w 206857"/>
                <a:gd name="csY18" fmla="*/ 76914 h 120387"/>
                <a:gd name="csX19" fmla="*/ 149052 w 206857"/>
                <a:gd name="csY19" fmla="*/ 78347 h 120387"/>
                <a:gd name="csX20" fmla="*/ 143796 w 206857"/>
                <a:gd name="csY20" fmla="*/ 78825 h 120387"/>
                <a:gd name="csX21" fmla="*/ 137109 w 206857"/>
                <a:gd name="csY21" fmla="*/ 80736 h 120387"/>
                <a:gd name="csX22" fmla="*/ 132809 w 206857"/>
                <a:gd name="csY22" fmla="*/ 82170 h 120387"/>
                <a:gd name="csX23" fmla="*/ 128032 w 206857"/>
                <a:gd name="csY23" fmla="*/ 85036 h 120387"/>
                <a:gd name="csX24" fmla="*/ 127076 w 206857"/>
                <a:gd name="csY24" fmla="*/ 85991 h 120387"/>
                <a:gd name="csX25" fmla="*/ 126121 w 206857"/>
                <a:gd name="csY25" fmla="*/ 87902 h 120387"/>
                <a:gd name="csX26" fmla="*/ 124687 w 206857"/>
                <a:gd name="csY26" fmla="*/ 89335 h 120387"/>
                <a:gd name="csX27" fmla="*/ 121821 w 206857"/>
                <a:gd name="csY27" fmla="*/ 91724 h 120387"/>
                <a:gd name="csX28" fmla="*/ 119432 w 206857"/>
                <a:gd name="csY28" fmla="*/ 93157 h 120387"/>
                <a:gd name="csX29" fmla="*/ 118000 w 206857"/>
                <a:gd name="csY29" fmla="*/ 93635 h 120387"/>
                <a:gd name="csX30" fmla="*/ 115133 w 206857"/>
                <a:gd name="csY30" fmla="*/ 94113 h 120387"/>
                <a:gd name="csX31" fmla="*/ 111789 w 206857"/>
                <a:gd name="csY31" fmla="*/ 94113 h 120387"/>
                <a:gd name="csX32" fmla="*/ 106056 w 206857"/>
                <a:gd name="csY32" fmla="*/ 93635 h 120387"/>
                <a:gd name="csX33" fmla="*/ 104623 w 206857"/>
                <a:gd name="csY33" fmla="*/ 94113 h 120387"/>
                <a:gd name="csX34" fmla="*/ 103189 w 206857"/>
                <a:gd name="csY34" fmla="*/ 95068 h 120387"/>
                <a:gd name="csX35" fmla="*/ 98890 w 206857"/>
                <a:gd name="csY35" fmla="*/ 96979 h 120387"/>
                <a:gd name="csX36" fmla="*/ 94591 w 206857"/>
                <a:gd name="csY36" fmla="*/ 100801 h 120387"/>
                <a:gd name="csX37" fmla="*/ 91246 w 206857"/>
                <a:gd name="csY37" fmla="*/ 101756 h 120387"/>
                <a:gd name="csX38" fmla="*/ 85991 w 206857"/>
                <a:gd name="csY38" fmla="*/ 102712 h 120387"/>
                <a:gd name="csX39" fmla="*/ 82170 w 206857"/>
                <a:gd name="csY39" fmla="*/ 104145 h 120387"/>
                <a:gd name="csX40" fmla="*/ 79781 w 206857"/>
                <a:gd name="csY40" fmla="*/ 104623 h 120387"/>
                <a:gd name="csX41" fmla="*/ 76437 w 206857"/>
                <a:gd name="csY41" fmla="*/ 105100 h 120387"/>
                <a:gd name="csX42" fmla="*/ 70704 w 206857"/>
                <a:gd name="csY42" fmla="*/ 105100 h 120387"/>
                <a:gd name="csX43" fmla="*/ 64971 w 206857"/>
                <a:gd name="csY43" fmla="*/ 105578 h 120387"/>
                <a:gd name="csX44" fmla="*/ 59716 w 206857"/>
                <a:gd name="csY44" fmla="*/ 106534 h 120387"/>
                <a:gd name="csX45" fmla="*/ 57328 w 206857"/>
                <a:gd name="csY45" fmla="*/ 108445 h 120387"/>
                <a:gd name="csX46" fmla="*/ 54461 w 206857"/>
                <a:gd name="csY46" fmla="*/ 111789 h 120387"/>
                <a:gd name="csX47" fmla="*/ 50162 w 206857"/>
                <a:gd name="csY47" fmla="*/ 112744 h 120387"/>
                <a:gd name="csX48" fmla="*/ 48729 w 206857"/>
                <a:gd name="csY48" fmla="*/ 114177 h 120387"/>
                <a:gd name="csX49" fmla="*/ 47295 w 206857"/>
                <a:gd name="csY49" fmla="*/ 116088 h 120387"/>
                <a:gd name="csX50" fmla="*/ 44429 w 206857"/>
                <a:gd name="csY50" fmla="*/ 117044 h 120387"/>
                <a:gd name="csX51" fmla="*/ 42040 w 206857"/>
                <a:gd name="csY51" fmla="*/ 117044 h 120387"/>
                <a:gd name="csX52" fmla="*/ 39174 w 206857"/>
                <a:gd name="csY52" fmla="*/ 116088 h 120387"/>
                <a:gd name="csX53" fmla="*/ 33919 w 206857"/>
                <a:gd name="csY53" fmla="*/ 118954 h 120387"/>
                <a:gd name="csX54" fmla="*/ 32008 w 206857"/>
                <a:gd name="csY54" fmla="*/ 119432 h 120387"/>
                <a:gd name="csX55" fmla="*/ 29141 w 206857"/>
                <a:gd name="csY55" fmla="*/ 119432 h 120387"/>
                <a:gd name="csX56" fmla="*/ 26753 w 206857"/>
                <a:gd name="csY56" fmla="*/ 120388 h 120387"/>
                <a:gd name="csX57" fmla="*/ 25320 w 206857"/>
                <a:gd name="csY57" fmla="*/ 119910 h 120387"/>
                <a:gd name="csX58" fmla="*/ 23409 w 206857"/>
                <a:gd name="csY58" fmla="*/ 118954 h 120387"/>
                <a:gd name="csX59" fmla="*/ 19587 w 206857"/>
                <a:gd name="csY59" fmla="*/ 117521 h 120387"/>
                <a:gd name="csX60" fmla="*/ 16721 w 206857"/>
                <a:gd name="csY60" fmla="*/ 118477 h 120387"/>
                <a:gd name="csX61" fmla="*/ 16243 w 206857"/>
                <a:gd name="csY61" fmla="*/ 115611 h 120387"/>
                <a:gd name="csX62" fmla="*/ 11466 w 206857"/>
                <a:gd name="csY62" fmla="*/ 107967 h 120387"/>
                <a:gd name="csX63" fmla="*/ 12421 w 206857"/>
                <a:gd name="csY63" fmla="*/ 100801 h 120387"/>
                <a:gd name="csX64" fmla="*/ 12421 w 206857"/>
                <a:gd name="csY64" fmla="*/ 99845 h 120387"/>
                <a:gd name="csX65" fmla="*/ 11466 w 206857"/>
                <a:gd name="csY65" fmla="*/ 96979 h 120387"/>
                <a:gd name="csX66" fmla="*/ 8599 w 206857"/>
                <a:gd name="csY66" fmla="*/ 94113 h 120387"/>
                <a:gd name="csX67" fmla="*/ 9077 w 206857"/>
                <a:gd name="csY67" fmla="*/ 90291 h 120387"/>
                <a:gd name="csX68" fmla="*/ 8122 w 206857"/>
                <a:gd name="csY68" fmla="*/ 87902 h 120387"/>
                <a:gd name="csX69" fmla="*/ 7166 w 206857"/>
                <a:gd name="csY69" fmla="*/ 85036 h 120387"/>
                <a:gd name="csX70" fmla="*/ 7166 w 206857"/>
                <a:gd name="csY70" fmla="*/ 84558 h 120387"/>
                <a:gd name="csX71" fmla="*/ 7644 w 206857"/>
                <a:gd name="csY71" fmla="*/ 84080 h 120387"/>
                <a:gd name="csX72" fmla="*/ 5733 w 206857"/>
                <a:gd name="csY72" fmla="*/ 79781 h 120387"/>
                <a:gd name="csX73" fmla="*/ 5255 w 206857"/>
                <a:gd name="csY73" fmla="*/ 78825 h 120387"/>
                <a:gd name="csX74" fmla="*/ 5255 w 206857"/>
                <a:gd name="csY74" fmla="*/ 78347 h 120387"/>
                <a:gd name="csX75" fmla="*/ 5733 w 206857"/>
                <a:gd name="csY75" fmla="*/ 77392 h 120387"/>
                <a:gd name="csX76" fmla="*/ 5733 w 206857"/>
                <a:gd name="csY76" fmla="*/ 76914 h 120387"/>
                <a:gd name="csX77" fmla="*/ 4777 w 206857"/>
                <a:gd name="csY77" fmla="*/ 75481 h 120387"/>
                <a:gd name="csX78" fmla="*/ 4300 w 206857"/>
                <a:gd name="csY78" fmla="*/ 73093 h 120387"/>
                <a:gd name="csX79" fmla="*/ 0 w 206857"/>
                <a:gd name="csY79" fmla="*/ 71182 h 120387"/>
                <a:gd name="csX80" fmla="*/ 956 w 206857"/>
                <a:gd name="csY80" fmla="*/ 69271 h 120387"/>
                <a:gd name="csX81" fmla="*/ 1911 w 206857"/>
                <a:gd name="csY81" fmla="*/ 70226 h 120387"/>
                <a:gd name="csX82" fmla="*/ 2866 w 206857"/>
                <a:gd name="csY82" fmla="*/ 70704 h 120387"/>
                <a:gd name="csX83" fmla="*/ 2866 w 206857"/>
                <a:gd name="csY83" fmla="*/ 69271 h 120387"/>
                <a:gd name="csX84" fmla="*/ 2866 w 206857"/>
                <a:gd name="csY84" fmla="*/ 68793 h 120387"/>
                <a:gd name="csX85" fmla="*/ 1433 w 206857"/>
                <a:gd name="csY85" fmla="*/ 63538 h 120387"/>
                <a:gd name="csX86" fmla="*/ 3822 w 206857"/>
                <a:gd name="csY86" fmla="*/ 56372 h 120387"/>
                <a:gd name="csX87" fmla="*/ 2866 w 206857"/>
                <a:gd name="csY87" fmla="*/ 49684 h 120387"/>
                <a:gd name="csX88" fmla="*/ 6688 w 206857"/>
                <a:gd name="csY88" fmla="*/ 47295 h 120387"/>
                <a:gd name="csX89" fmla="*/ 7644 w 206857"/>
                <a:gd name="csY89" fmla="*/ 46340 h 120387"/>
                <a:gd name="csX90" fmla="*/ 7644 w 206857"/>
                <a:gd name="csY90" fmla="*/ 46340 h 120387"/>
                <a:gd name="csX91" fmla="*/ 8122 w 206857"/>
                <a:gd name="csY91" fmla="*/ 45862 h 120387"/>
                <a:gd name="csX92" fmla="*/ 9077 w 206857"/>
                <a:gd name="csY92" fmla="*/ 44429 h 120387"/>
                <a:gd name="csX93" fmla="*/ 10032 w 206857"/>
                <a:gd name="csY93" fmla="*/ 43951 h 120387"/>
                <a:gd name="csX94" fmla="*/ 10510 w 206857"/>
                <a:gd name="csY94" fmla="*/ 43951 h 120387"/>
                <a:gd name="csX95" fmla="*/ 10510 w 206857"/>
                <a:gd name="csY95" fmla="*/ 42518 h 120387"/>
                <a:gd name="csX96" fmla="*/ 10510 w 206857"/>
                <a:gd name="csY96" fmla="*/ 41563 h 120387"/>
                <a:gd name="csX97" fmla="*/ 10032 w 206857"/>
                <a:gd name="csY97" fmla="*/ 41085 h 120387"/>
                <a:gd name="csX98" fmla="*/ 9555 w 206857"/>
                <a:gd name="csY98" fmla="*/ 39174 h 120387"/>
                <a:gd name="csX99" fmla="*/ 9555 w 206857"/>
                <a:gd name="csY99" fmla="*/ 36785 h 120387"/>
                <a:gd name="csX100" fmla="*/ 9555 w 206857"/>
                <a:gd name="csY100" fmla="*/ 35830 h 120387"/>
                <a:gd name="csX101" fmla="*/ 10032 w 206857"/>
                <a:gd name="csY101" fmla="*/ 34397 h 120387"/>
                <a:gd name="csX102" fmla="*/ 10032 w 206857"/>
                <a:gd name="csY102" fmla="*/ 33919 h 120387"/>
                <a:gd name="csX103" fmla="*/ 11466 w 206857"/>
                <a:gd name="csY103" fmla="*/ 33441 h 120387"/>
                <a:gd name="csX104" fmla="*/ 11466 w 206857"/>
                <a:gd name="csY104" fmla="*/ 32963 h 120387"/>
                <a:gd name="csX105" fmla="*/ 11466 w 206857"/>
                <a:gd name="csY105" fmla="*/ 32963 h 120387"/>
                <a:gd name="csX106" fmla="*/ 10510 w 206857"/>
                <a:gd name="csY106" fmla="*/ 32008 h 120387"/>
                <a:gd name="csX107" fmla="*/ 10988 w 206857"/>
                <a:gd name="csY107" fmla="*/ 31052 h 120387"/>
                <a:gd name="csX108" fmla="*/ 12899 w 206857"/>
                <a:gd name="csY108" fmla="*/ 29141 h 120387"/>
                <a:gd name="csX109" fmla="*/ 13854 w 206857"/>
                <a:gd name="csY109" fmla="*/ 28664 h 120387"/>
                <a:gd name="csX110" fmla="*/ 15288 w 206857"/>
                <a:gd name="csY110" fmla="*/ 28186 h 120387"/>
                <a:gd name="csX111" fmla="*/ 16243 w 206857"/>
                <a:gd name="csY111" fmla="*/ 28186 h 120387"/>
                <a:gd name="csX112" fmla="*/ 17676 w 206857"/>
                <a:gd name="csY112" fmla="*/ 28664 h 120387"/>
                <a:gd name="csX113" fmla="*/ 18632 w 206857"/>
                <a:gd name="csY113" fmla="*/ 29141 h 120387"/>
                <a:gd name="csX114" fmla="*/ 20065 w 206857"/>
                <a:gd name="csY114" fmla="*/ 30097 h 120387"/>
                <a:gd name="csX115" fmla="*/ 20065 w 206857"/>
                <a:gd name="csY115" fmla="*/ 30097 h 120387"/>
                <a:gd name="csX116" fmla="*/ 21020 w 206857"/>
                <a:gd name="csY116" fmla="*/ 31052 h 120387"/>
                <a:gd name="csX117" fmla="*/ 22931 w 206857"/>
                <a:gd name="csY117" fmla="*/ 31530 h 120387"/>
                <a:gd name="csX118" fmla="*/ 24364 w 206857"/>
                <a:gd name="csY118" fmla="*/ 31530 h 120387"/>
                <a:gd name="csX119" fmla="*/ 25320 w 206857"/>
                <a:gd name="csY119" fmla="*/ 32008 h 120387"/>
                <a:gd name="csX120" fmla="*/ 25320 w 206857"/>
                <a:gd name="csY120" fmla="*/ 32008 h 120387"/>
                <a:gd name="csX121" fmla="*/ 26275 w 206857"/>
                <a:gd name="csY121" fmla="*/ 31530 h 120387"/>
                <a:gd name="csX122" fmla="*/ 26753 w 206857"/>
                <a:gd name="csY122" fmla="*/ 31052 h 120387"/>
                <a:gd name="csX123" fmla="*/ 28664 w 206857"/>
                <a:gd name="csY123" fmla="*/ 31052 h 120387"/>
                <a:gd name="csX124" fmla="*/ 28664 w 206857"/>
                <a:gd name="csY124" fmla="*/ 31052 h 120387"/>
                <a:gd name="csX125" fmla="*/ 30097 w 206857"/>
                <a:gd name="csY125" fmla="*/ 30575 h 120387"/>
                <a:gd name="csX126" fmla="*/ 30097 w 206857"/>
                <a:gd name="csY126" fmla="*/ 30575 h 120387"/>
                <a:gd name="csX127" fmla="*/ 33919 w 206857"/>
                <a:gd name="csY127" fmla="*/ 30097 h 120387"/>
                <a:gd name="csX128" fmla="*/ 37741 w 206857"/>
                <a:gd name="csY128" fmla="*/ 30575 h 120387"/>
                <a:gd name="csX129" fmla="*/ 37741 w 206857"/>
                <a:gd name="csY129" fmla="*/ 30575 h 120387"/>
                <a:gd name="csX130" fmla="*/ 41563 w 206857"/>
                <a:gd name="csY130" fmla="*/ 29619 h 120387"/>
                <a:gd name="csX131" fmla="*/ 45384 w 206857"/>
                <a:gd name="csY131" fmla="*/ 30097 h 120387"/>
                <a:gd name="csX132" fmla="*/ 49684 w 206857"/>
                <a:gd name="csY132" fmla="*/ 30097 h 120387"/>
                <a:gd name="csX133" fmla="*/ 50639 w 206857"/>
                <a:gd name="csY133" fmla="*/ 30097 h 120387"/>
                <a:gd name="csX134" fmla="*/ 51117 w 206857"/>
                <a:gd name="csY134" fmla="*/ 30575 h 120387"/>
                <a:gd name="csX135" fmla="*/ 54461 w 206857"/>
                <a:gd name="csY135" fmla="*/ 32008 h 120387"/>
                <a:gd name="csX136" fmla="*/ 57328 w 206857"/>
                <a:gd name="csY136" fmla="*/ 32486 h 120387"/>
                <a:gd name="csX137" fmla="*/ 62582 w 206857"/>
                <a:gd name="csY137" fmla="*/ 32963 h 120387"/>
                <a:gd name="csX138" fmla="*/ 67838 w 206857"/>
                <a:gd name="csY138" fmla="*/ 33441 h 120387"/>
                <a:gd name="csX139" fmla="*/ 67838 w 206857"/>
                <a:gd name="csY139" fmla="*/ 33441 h 120387"/>
                <a:gd name="csX140" fmla="*/ 72615 w 206857"/>
                <a:gd name="csY140" fmla="*/ 33441 h 120387"/>
                <a:gd name="csX141" fmla="*/ 76437 w 206857"/>
                <a:gd name="csY141" fmla="*/ 33441 h 120387"/>
                <a:gd name="csX142" fmla="*/ 79781 w 206857"/>
                <a:gd name="csY142" fmla="*/ 32963 h 120387"/>
                <a:gd name="csX143" fmla="*/ 80736 w 206857"/>
                <a:gd name="csY143" fmla="*/ 32963 h 120387"/>
                <a:gd name="csX144" fmla="*/ 81692 w 206857"/>
                <a:gd name="csY144" fmla="*/ 33919 h 120387"/>
                <a:gd name="csX145" fmla="*/ 84080 w 206857"/>
                <a:gd name="csY145" fmla="*/ 36785 h 120387"/>
                <a:gd name="csX146" fmla="*/ 85991 w 206857"/>
                <a:gd name="csY146" fmla="*/ 38696 h 120387"/>
                <a:gd name="csX147" fmla="*/ 89336 w 206857"/>
                <a:gd name="csY147" fmla="*/ 39174 h 120387"/>
                <a:gd name="csX148" fmla="*/ 89336 w 206857"/>
                <a:gd name="csY148" fmla="*/ 39174 h 120387"/>
                <a:gd name="csX149" fmla="*/ 91246 w 206857"/>
                <a:gd name="csY149" fmla="*/ 38218 h 120387"/>
                <a:gd name="csX150" fmla="*/ 93635 w 206857"/>
                <a:gd name="csY150" fmla="*/ 36785 h 120387"/>
                <a:gd name="csX151" fmla="*/ 95068 w 206857"/>
                <a:gd name="csY151" fmla="*/ 35830 h 120387"/>
                <a:gd name="csX152" fmla="*/ 96979 w 206857"/>
                <a:gd name="csY152" fmla="*/ 32008 h 120387"/>
                <a:gd name="csX153" fmla="*/ 97935 w 206857"/>
                <a:gd name="csY153" fmla="*/ 29619 h 120387"/>
                <a:gd name="csX154" fmla="*/ 100323 w 206857"/>
                <a:gd name="csY154" fmla="*/ 26753 h 120387"/>
                <a:gd name="csX155" fmla="*/ 102234 w 206857"/>
                <a:gd name="csY155" fmla="*/ 24364 h 120387"/>
                <a:gd name="csX156" fmla="*/ 105100 w 206857"/>
                <a:gd name="csY156" fmla="*/ 21020 h 120387"/>
                <a:gd name="csX157" fmla="*/ 105100 w 206857"/>
                <a:gd name="csY157" fmla="*/ 21020 h 120387"/>
                <a:gd name="csX158" fmla="*/ 106534 w 206857"/>
                <a:gd name="csY158" fmla="*/ 19587 h 120387"/>
                <a:gd name="csX159" fmla="*/ 109400 w 206857"/>
                <a:gd name="csY159" fmla="*/ 16243 h 120387"/>
                <a:gd name="csX160" fmla="*/ 112266 w 206857"/>
                <a:gd name="csY160" fmla="*/ 14809 h 120387"/>
                <a:gd name="csX161" fmla="*/ 118000 w 206857"/>
                <a:gd name="csY161" fmla="*/ 11943 h 120387"/>
                <a:gd name="csX162" fmla="*/ 123254 w 206857"/>
                <a:gd name="csY162" fmla="*/ 9555 h 120387"/>
                <a:gd name="csX163" fmla="*/ 126598 w 206857"/>
                <a:gd name="csY163" fmla="*/ 8121 h 120387"/>
                <a:gd name="csX164" fmla="*/ 129943 w 206857"/>
                <a:gd name="csY164" fmla="*/ 7166 h 120387"/>
                <a:gd name="csX165" fmla="*/ 133764 w 206857"/>
                <a:gd name="csY165" fmla="*/ 6688 h 120387"/>
                <a:gd name="csX166" fmla="*/ 134720 w 206857"/>
                <a:gd name="csY166" fmla="*/ 6688 h 120387"/>
                <a:gd name="csX167" fmla="*/ 136153 w 206857"/>
                <a:gd name="csY167" fmla="*/ 6210 h 120387"/>
                <a:gd name="csX168" fmla="*/ 140453 w 206857"/>
                <a:gd name="csY168" fmla="*/ 5733 h 120387"/>
                <a:gd name="csX169" fmla="*/ 146663 w 206857"/>
                <a:gd name="csY169" fmla="*/ 5255 h 120387"/>
                <a:gd name="csX170" fmla="*/ 152873 w 206857"/>
                <a:gd name="csY170" fmla="*/ 4299 h 120387"/>
                <a:gd name="csX171" fmla="*/ 158607 w 206857"/>
                <a:gd name="csY171" fmla="*/ 3344 h 120387"/>
                <a:gd name="csX172" fmla="*/ 160039 w 206857"/>
                <a:gd name="csY172" fmla="*/ 3344 h 120387"/>
                <a:gd name="csX173" fmla="*/ 164817 w 206857"/>
                <a:gd name="csY173" fmla="*/ 2866 h 120387"/>
                <a:gd name="csX174" fmla="*/ 171027 w 206857"/>
                <a:gd name="csY174" fmla="*/ 1911 h 120387"/>
                <a:gd name="csX175" fmla="*/ 175805 w 206857"/>
                <a:gd name="csY175" fmla="*/ 1433 h 120387"/>
                <a:gd name="csX176" fmla="*/ 176282 w 206857"/>
                <a:gd name="csY176" fmla="*/ 956 h 120387"/>
                <a:gd name="csX177" fmla="*/ 180582 w 206857"/>
                <a:gd name="csY177" fmla="*/ 478 h 120387"/>
                <a:gd name="csX178" fmla="*/ 183926 w 206857"/>
                <a:gd name="csY178" fmla="*/ 0 h 120387"/>
                <a:gd name="csX179" fmla="*/ 184882 w 206857"/>
                <a:gd name="csY179" fmla="*/ 0 h 120387"/>
                <a:gd name="csX180" fmla="*/ 185837 w 206857"/>
                <a:gd name="csY180" fmla="*/ 1911 h 120387"/>
                <a:gd name="csX181" fmla="*/ 186792 w 206857"/>
                <a:gd name="csY181" fmla="*/ 3822 h 120387"/>
                <a:gd name="csX182" fmla="*/ 187748 w 206857"/>
                <a:gd name="csY182" fmla="*/ 5733 h 120387"/>
                <a:gd name="csX183" fmla="*/ 188703 w 206857"/>
                <a:gd name="csY183" fmla="*/ 7644 h 120387"/>
                <a:gd name="csX184" fmla="*/ 189659 w 206857"/>
                <a:gd name="csY184" fmla="*/ 9555 h 120387"/>
                <a:gd name="csX185" fmla="*/ 190137 w 206857"/>
                <a:gd name="csY185" fmla="*/ 11465 h 120387"/>
                <a:gd name="csX186" fmla="*/ 191092 w 206857"/>
                <a:gd name="csY186" fmla="*/ 13376 h 120387"/>
                <a:gd name="csX187" fmla="*/ 192048 w 206857"/>
                <a:gd name="csY187" fmla="*/ 15287 h 120387"/>
                <a:gd name="csX188" fmla="*/ 193003 w 206857"/>
                <a:gd name="csY188" fmla="*/ 17198 h 120387"/>
                <a:gd name="csX189" fmla="*/ 193003 w 206857"/>
                <a:gd name="csY189" fmla="*/ 17198 h 120387"/>
                <a:gd name="csX190" fmla="*/ 193958 w 206857"/>
                <a:gd name="csY190" fmla="*/ 19109 h 120387"/>
                <a:gd name="csX191" fmla="*/ 194914 w 206857"/>
                <a:gd name="csY191" fmla="*/ 21020 h 120387"/>
                <a:gd name="csX192" fmla="*/ 195391 w 206857"/>
                <a:gd name="csY192" fmla="*/ 22931 h 120387"/>
                <a:gd name="csX193" fmla="*/ 196347 w 206857"/>
                <a:gd name="csY193" fmla="*/ 24842 h 120387"/>
                <a:gd name="csX194" fmla="*/ 197302 w 206857"/>
                <a:gd name="csY194" fmla="*/ 26753 h 120387"/>
                <a:gd name="csX195" fmla="*/ 198258 w 206857"/>
                <a:gd name="csY195" fmla="*/ 28664 h 120387"/>
                <a:gd name="csX196" fmla="*/ 199214 w 206857"/>
                <a:gd name="csY196" fmla="*/ 30575 h 120387"/>
                <a:gd name="csX197" fmla="*/ 200169 w 206857"/>
                <a:gd name="csY197" fmla="*/ 32486 h 120387"/>
                <a:gd name="csX198" fmla="*/ 200169 w 206857"/>
                <a:gd name="csY198" fmla="*/ 32486 h 120387"/>
                <a:gd name="csX199" fmla="*/ 201124 w 206857"/>
                <a:gd name="csY199" fmla="*/ 32963 h 120387"/>
                <a:gd name="csX200" fmla="*/ 202080 w 206857"/>
                <a:gd name="csY200" fmla="*/ 34874 h 120387"/>
                <a:gd name="csX201" fmla="*/ 203513 w 206857"/>
                <a:gd name="csY201" fmla="*/ 37263 h 120387"/>
                <a:gd name="csX202" fmla="*/ 204468 w 206857"/>
                <a:gd name="csY202" fmla="*/ 39651 h 120387"/>
                <a:gd name="csX203" fmla="*/ 205901 w 206857"/>
                <a:gd name="csY203" fmla="*/ 42040 h 120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</a:cxnLst>
              <a:rect l="l" t="t" r="r" b="b"/>
              <a:pathLst>
                <a:path w="206857" h="120387">
                  <a:moveTo>
                    <a:pt x="205901" y="42040"/>
                  </a:moveTo>
                  <a:lnTo>
                    <a:pt x="206857" y="44429"/>
                  </a:lnTo>
                  <a:lnTo>
                    <a:pt x="196825" y="47773"/>
                  </a:lnTo>
                  <a:lnTo>
                    <a:pt x="194436" y="49684"/>
                  </a:lnTo>
                  <a:lnTo>
                    <a:pt x="192048" y="51117"/>
                  </a:lnTo>
                  <a:lnTo>
                    <a:pt x="190137" y="53506"/>
                  </a:lnTo>
                  <a:lnTo>
                    <a:pt x="188703" y="57805"/>
                  </a:lnTo>
                  <a:lnTo>
                    <a:pt x="189659" y="61149"/>
                  </a:lnTo>
                  <a:lnTo>
                    <a:pt x="189659" y="63538"/>
                  </a:lnTo>
                  <a:lnTo>
                    <a:pt x="187270" y="64493"/>
                  </a:lnTo>
                  <a:lnTo>
                    <a:pt x="184882" y="65449"/>
                  </a:lnTo>
                  <a:lnTo>
                    <a:pt x="182015" y="66882"/>
                  </a:lnTo>
                  <a:lnTo>
                    <a:pt x="180582" y="67360"/>
                  </a:lnTo>
                  <a:lnTo>
                    <a:pt x="179149" y="68315"/>
                  </a:lnTo>
                  <a:lnTo>
                    <a:pt x="177716" y="69271"/>
                  </a:lnTo>
                  <a:lnTo>
                    <a:pt x="171983" y="71182"/>
                  </a:lnTo>
                  <a:lnTo>
                    <a:pt x="165772" y="73093"/>
                  </a:lnTo>
                  <a:lnTo>
                    <a:pt x="156218" y="75004"/>
                  </a:lnTo>
                  <a:lnTo>
                    <a:pt x="152396" y="76914"/>
                  </a:lnTo>
                  <a:lnTo>
                    <a:pt x="149052" y="78347"/>
                  </a:lnTo>
                  <a:lnTo>
                    <a:pt x="143796" y="78825"/>
                  </a:lnTo>
                  <a:lnTo>
                    <a:pt x="137109" y="80736"/>
                  </a:lnTo>
                  <a:lnTo>
                    <a:pt x="132809" y="82170"/>
                  </a:lnTo>
                  <a:lnTo>
                    <a:pt x="128032" y="85036"/>
                  </a:lnTo>
                  <a:lnTo>
                    <a:pt x="127076" y="85991"/>
                  </a:lnTo>
                  <a:lnTo>
                    <a:pt x="126121" y="87902"/>
                  </a:lnTo>
                  <a:lnTo>
                    <a:pt x="124687" y="89335"/>
                  </a:lnTo>
                  <a:lnTo>
                    <a:pt x="121821" y="91724"/>
                  </a:lnTo>
                  <a:lnTo>
                    <a:pt x="119432" y="93157"/>
                  </a:lnTo>
                  <a:lnTo>
                    <a:pt x="118000" y="93635"/>
                  </a:lnTo>
                  <a:lnTo>
                    <a:pt x="115133" y="94113"/>
                  </a:lnTo>
                  <a:lnTo>
                    <a:pt x="111789" y="94113"/>
                  </a:lnTo>
                  <a:lnTo>
                    <a:pt x="106056" y="93635"/>
                  </a:lnTo>
                  <a:lnTo>
                    <a:pt x="104623" y="94113"/>
                  </a:lnTo>
                  <a:lnTo>
                    <a:pt x="103189" y="95068"/>
                  </a:lnTo>
                  <a:lnTo>
                    <a:pt x="98890" y="96979"/>
                  </a:lnTo>
                  <a:lnTo>
                    <a:pt x="94591" y="100801"/>
                  </a:lnTo>
                  <a:lnTo>
                    <a:pt x="91246" y="101756"/>
                  </a:lnTo>
                  <a:lnTo>
                    <a:pt x="85991" y="102712"/>
                  </a:lnTo>
                  <a:lnTo>
                    <a:pt x="82170" y="104145"/>
                  </a:lnTo>
                  <a:lnTo>
                    <a:pt x="79781" y="104623"/>
                  </a:lnTo>
                  <a:lnTo>
                    <a:pt x="76437" y="105100"/>
                  </a:lnTo>
                  <a:lnTo>
                    <a:pt x="70704" y="105100"/>
                  </a:lnTo>
                  <a:lnTo>
                    <a:pt x="64971" y="105578"/>
                  </a:lnTo>
                  <a:lnTo>
                    <a:pt x="59716" y="106534"/>
                  </a:lnTo>
                  <a:lnTo>
                    <a:pt x="57328" y="108445"/>
                  </a:lnTo>
                  <a:lnTo>
                    <a:pt x="54461" y="111789"/>
                  </a:lnTo>
                  <a:lnTo>
                    <a:pt x="50162" y="112744"/>
                  </a:lnTo>
                  <a:lnTo>
                    <a:pt x="48729" y="114177"/>
                  </a:lnTo>
                  <a:lnTo>
                    <a:pt x="47295" y="116088"/>
                  </a:lnTo>
                  <a:lnTo>
                    <a:pt x="44429" y="117044"/>
                  </a:lnTo>
                  <a:lnTo>
                    <a:pt x="42040" y="117044"/>
                  </a:lnTo>
                  <a:lnTo>
                    <a:pt x="39174" y="116088"/>
                  </a:lnTo>
                  <a:lnTo>
                    <a:pt x="33919" y="118954"/>
                  </a:lnTo>
                  <a:lnTo>
                    <a:pt x="32008" y="119432"/>
                  </a:lnTo>
                  <a:lnTo>
                    <a:pt x="29141" y="119432"/>
                  </a:lnTo>
                  <a:lnTo>
                    <a:pt x="26753" y="120388"/>
                  </a:lnTo>
                  <a:lnTo>
                    <a:pt x="25320" y="119910"/>
                  </a:lnTo>
                  <a:lnTo>
                    <a:pt x="23409" y="118954"/>
                  </a:lnTo>
                  <a:lnTo>
                    <a:pt x="19587" y="117521"/>
                  </a:lnTo>
                  <a:lnTo>
                    <a:pt x="16721" y="118477"/>
                  </a:lnTo>
                  <a:lnTo>
                    <a:pt x="16243" y="115611"/>
                  </a:lnTo>
                  <a:lnTo>
                    <a:pt x="11466" y="107967"/>
                  </a:lnTo>
                  <a:lnTo>
                    <a:pt x="12421" y="100801"/>
                  </a:lnTo>
                  <a:lnTo>
                    <a:pt x="12421" y="99845"/>
                  </a:lnTo>
                  <a:lnTo>
                    <a:pt x="11466" y="96979"/>
                  </a:lnTo>
                  <a:lnTo>
                    <a:pt x="8599" y="94113"/>
                  </a:lnTo>
                  <a:lnTo>
                    <a:pt x="9077" y="90291"/>
                  </a:lnTo>
                  <a:lnTo>
                    <a:pt x="8122" y="87902"/>
                  </a:lnTo>
                  <a:lnTo>
                    <a:pt x="7166" y="85036"/>
                  </a:lnTo>
                  <a:lnTo>
                    <a:pt x="7166" y="84558"/>
                  </a:lnTo>
                  <a:lnTo>
                    <a:pt x="7644" y="84080"/>
                  </a:lnTo>
                  <a:lnTo>
                    <a:pt x="5733" y="79781"/>
                  </a:lnTo>
                  <a:lnTo>
                    <a:pt x="5255" y="78825"/>
                  </a:lnTo>
                  <a:lnTo>
                    <a:pt x="5255" y="78347"/>
                  </a:lnTo>
                  <a:lnTo>
                    <a:pt x="5733" y="77392"/>
                  </a:lnTo>
                  <a:lnTo>
                    <a:pt x="5733" y="76914"/>
                  </a:lnTo>
                  <a:lnTo>
                    <a:pt x="4777" y="75481"/>
                  </a:lnTo>
                  <a:lnTo>
                    <a:pt x="4300" y="73093"/>
                  </a:lnTo>
                  <a:lnTo>
                    <a:pt x="0" y="71182"/>
                  </a:lnTo>
                  <a:lnTo>
                    <a:pt x="956" y="69271"/>
                  </a:lnTo>
                  <a:lnTo>
                    <a:pt x="1911" y="70226"/>
                  </a:lnTo>
                  <a:lnTo>
                    <a:pt x="2866" y="70704"/>
                  </a:lnTo>
                  <a:lnTo>
                    <a:pt x="2866" y="69271"/>
                  </a:lnTo>
                  <a:lnTo>
                    <a:pt x="2866" y="68793"/>
                  </a:lnTo>
                  <a:lnTo>
                    <a:pt x="1433" y="63538"/>
                  </a:lnTo>
                  <a:lnTo>
                    <a:pt x="3822" y="56372"/>
                  </a:lnTo>
                  <a:lnTo>
                    <a:pt x="2866" y="49684"/>
                  </a:lnTo>
                  <a:lnTo>
                    <a:pt x="6688" y="47295"/>
                  </a:lnTo>
                  <a:lnTo>
                    <a:pt x="7644" y="46340"/>
                  </a:lnTo>
                  <a:lnTo>
                    <a:pt x="7644" y="46340"/>
                  </a:lnTo>
                  <a:lnTo>
                    <a:pt x="8122" y="45862"/>
                  </a:lnTo>
                  <a:lnTo>
                    <a:pt x="9077" y="44429"/>
                  </a:lnTo>
                  <a:lnTo>
                    <a:pt x="10032" y="43951"/>
                  </a:lnTo>
                  <a:lnTo>
                    <a:pt x="10510" y="43951"/>
                  </a:lnTo>
                  <a:lnTo>
                    <a:pt x="10510" y="42518"/>
                  </a:lnTo>
                  <a:lnTo>
                    <a:pt x="10510" y="41563"/>
                  </a:lnTo>
                  <a:lnTo>
                    <a:pt x="10032" y="41085"/>
                  </a:lnTo>
                  <a:lnTo>
                    <a:pt x="9555" y="39174"/>
                  </a:lnTo>
                  <a:lnTo>
                    <a:pt x="9555" y="36785"/>
                  </a:lnTo>
                  <a:lnTo>
                    <a:pt x="9555" y="35830"/>
                  </a:lnTo>
                  <a:lnTo>
                    <a:pt x="10032" y="34397"/>
                  </a:lnTo>
                  <a:lnTo>
                    <a:pt x="10032" y="33919"/>
                  </a:lnTo>
                  <a:lnTo>
                    <a:pt x="11466" y="33441"/>
                  </a:lnTo>
                  <a:lnTo>
                    <a:pt x="11466" y="32963"/>
                  </a:lnTo>
                  <a:lnTo>
                    <a:pt x="11466" y="32963"/>
                  </a:lnTo>
                  <a:lnTo>
                    <a:pt x="10510" y="32008"/>
                  </a:lnTo>
                  <a:lnTo>
                    <a:pt x="10988" y="31052"/>
                  </a:lnTo>
                  <a:lnTo>
                    <a:pt x="12899" y="29141"/>
                  </a:lnTo>
                  <a:lnTo>
                    <a:pt x="13854" y="28664"/>
                  </a:lnTo>
                  <a:lnTo>
                    <a:pt x="15288" y="28186"/>
                  </a:lnTo>
                  <a:lnTo>
                    <a:pt x="16243" y="28186"/>
                  </a:lnTo>
                  <a:lnTo>
                    <a:pt x="17676" y="28664"/>
                  </a:lnTo>
                  <a:lnTo>
                    <a:pt x="18632" y="29141"/>
                  </a:lnTo>
                  <a:lnTo>
                    <a:pt x="20065" y="30097"/>
                  </a:lnTo>
                  <a:lnTo>
                    <a:pt x="20065" y="30097"/>
                  </a:lnTo>
                  <a:lnTo>
                    <a:pt x="21020" y="31052"/>
                  </a:lnTo>
                  <a:lnTo>
                    <a:pt x="22931" y="31530"/>
                  </a:lnTo>
                  <a:lnTo>
                    <a:pt x="24364" y="31530"/>
                  </a:lnTo>
                  <a:lnTo>
                    <a:pt x="25320" y="32008"/>
                  </a:lnTo>
                  <a:lnTo>
                    <a:pt x="25320" y="32008"/>
                  </a:lnTo>
                  <a:lnTo>
                    <a:pt x="26275" y="31530"/>
                  </a:lnTo>
                  <a:lnTo>
                    <a:pt x="26753" y="31052"/>
                  </a:lnTo>
                  <a:lnTo>
                    <a:pt x="28664" y="31052"/>
                  </a:lnTo>
                  <a:lnTo>
                    <a:pt x="28664" y="31052"/>
                  </a:lnTo>
                  <a:lnTo>
                    <a:pt x="30097" y="30575"/>
                  </a:lnTo>
                  <a:lnTo>
                    <a:pt x="30097" y="30575"/>
                  </a:lnTo>
                  <a:lnTo>
                    <a:pt x="33919" y="30097"/>
                  </a:lnTo>
                  <a:lnTo>
                    <a:pt x="37741" y="30575"/>
                  </a:lnTo>
                  <a:lnTo>
                    <a:pt x="37741" y="30575"/>
                  </a:lnTo>
                  <a:lnTo>
                    <a:pt x="41563" y="29619"/>
                  </a:lnTo>
                  <a:lnTo>
                    <a:pt x="45384" y="30097"/>
                  </a:lnTo>
                  <a:lnTo>
                    <a:pt x="49684" y="30097"/>
                  </a:lnTo>
                  <a:lnTo>
                    <a:pt x="50639" y="30097"/>
                  </a:lnTo>
                  <a:lnTo>
                    <a:pt x="51117" y="30575"/>
                  </a:lnTo>
                  <a:lnTo>
                    <a:pt x="54461" y="32008"/>
                  </a:lnTo>
                  <a:lnTo>
                    <a:pt x="57328" y="32486"/>
                  </a:lnTo>
                  <a:lnTo>
                    <a:pt x="62582" y="32963"/>
                  </a:lnTo>
                  <a:lnTo>
                    <a:pt x="67838" y="33441"/>
                  </a:lnTo>
                  <a:lnTo>
                    <a:pt x="67838" y="33441"/>
                  </a:lnTo>
                  <a:lnTo>
                    <a:pt x="72615" y="33441"/>
                  </a:lnTo>
                  <a:lnTo>
                    <a:pt x="76437" y="33441"/>
                  </a:lnTo>
                  <a:lnTo>
                    <a:pt x="79781" y="32963"/>
                  </a:lnTo>
                  <a:lnTo>
                    <a:pt x="80736" y="32963"/>
                  </a:lnTo>
                  <a:lnTo>
                    <a:pt x="81692" y="33919"/>
                  </a:lnTo>
                  <a:lnTo>
                    <a:pt x="84080" y="36785"/>
                  </a:lnTo>
                  <a:lnTo>
                    <a:pt x="85991" y="38696"/>
                  </a:lnTo>
                  <a:lnTo>
                    <a:pt x="89336" y="39174"/>
                  </a:lnTo>
                  <a:lnTo>
                    <a:pt x="89336" y="39174"/>
                  </a:lnTo>
                  <a:lnTo>
                    <a:pt x="91246" y="38218"/>
                  </a:lnTo>
                  <a:lnTo>
                    <a:pt x="93635" y="36785"/>
                  </a:lnTo>
                  <a:lnTo>
                    <a:pt x="95068" y="35830"/>
                  </a:lnTo>
                  <a:lnTo>
                    <a:pt x="96979" y="32008"/>
                  </a:lnTo>
                  <a:lnTo>
                    <a:pt x="97935" y="29619"/>
                  </a:lnTo>
                  <a:lnTo>
                    <a:pt x="100323" y="26753"/>
                  </a:lnTo>
                  <a:lnTo>
                    <a:pt x="102234" y="24364"/>
                  </a:lnTo>
                  <a:lnTo>
                    <a:pt x="105100" y="21020"/>
                  </a:lnTo>
                  <a:lnTo>
                    <a:pt x="105100" y="21020"/>
                  </a:lnTo>
                  <a:lnTo>
                    <a:pt x="106534" y="19587"/>
                  </a:lnTo>
                  <a:lnTo>
                    <a:pt x="109400" y="16243"/>
                  </a:lnTo>
                  <a:lnTo>
                    <a:pt x="112266" y="14809"/>
                  </a:lnTo>
                  <a:lnTo>
                    <a:pt x="118000" y="11943"/>
                  </a:lnTo>
                  <a:lnTo>
                    <a:pt x="123254" y="9555"/>
                  </a:lnTo>
                  <a:lnTo>
                    <a:pt x="126598" y="8121"/>
                  </a:lnTo>
                  <a:lnTo>
                    <a:pt x="129943" y="7166"/>
                  </a:lnTo>
                  <a:lnTo>
                    <a:pt x="133764" y="6688"/>
                  </a:lnTo>
                  <a:lnTo>
                    <a:pt x="134720" y="6688"/>
                  </a:lnTo>
                  <a:lnTo>
                    <a:pt x="136153" y="6210"/>
                  </a:lnTo>
                  <a:lnTo>
                    <a:pt x="140453" y="5733"/>
                  </a:lnTo>
                  <a:lnTo>
                    <a:pt x="146663" y="5255"/>
                  </a:lnTo>
                  <a:lnTo>
                    <a:pt x="152873" y="4299"/>
                  </a:lnTo>
                  <a:lnTo>
                    <a:pt x="158607" y="3344"/>
                  </a:lnTo>
                  <a:lnTo>
                    <a:pt x="160039" y="3344"/>
                  </a:lnTo>
                  <a:lnTo>
                    <a:pt x="164817" y="2866"/>
                  </a:lnTo>
                  <a:lnTo>
                    <a:pt x="171027" y="1911"/>
                  </a:lnTo>
                  <a:lnTo>
                    <a:pt x="175805" y="1433"/>
                  </a:lnTo>
                  <a:lnTo>
                    <a:pt x="176282" y="956"/>
                  </a:lnTo>
                  <a:lnTo>
                    <a:pt x="180582" y="478"/>
                  </a:lnTo>
                  <a:lnTo>
                    <a:pt x="183926" y="0"/>
                  </a:lnTo>
                  <a:lnTo>
                    <a:pt x="184882" y="0"/>
                  </a:lnTo>
                  <a:lnTo>
                    <a:pt x="185837" y="1911"/>
                  </a:lnTo>
                  <a:lnTo>
                    <a:pt x="186792" y="3822"/>
                  </a:lnTo>
                  <a:lnTo>
                    <a:pt x="187748" y="5733"/>
                  </a:lnTo>
                  <a:lnTo>
                    <a:pt x="188703" y="7644"/>
                  </a:lnTo>
                  <a:lnTo>
                    <a:pt x="189659" y="9555"/>
                  </a:lnTo>
                  <a:lnTo>
                    <a:pt x="190137" y="11465"/>
                  </a:lnTo>
                  <a:lnTo>
                    <a:pt x="191092" y="13376"/>
                  </a:lnTo>
                  <a:lnTo>
                    <a:pt x="192048" y="15287"/>
                  </a:lnTo>
                  <a:lnTo>
                    <a:pt x="193003" y="17198"/>
                  </a:lnTo>
                  <a:lnTo>
                    <a:pt x="193003" y="17198"/>
                  </a:lnTo>
                  <a:lnTo>
                    <a:pt x="193958" y="19109"/>
                  </a:lnTo>
                  <a:lnTo>
                    <a:pt x="194914" y="21020"/>
                  </a:lnTo>
                  <a:lnTo>
                    <a:pt x="195391" y="22931"/>
                  </a:lnTo>
                  <a:lnTo>
                    <a:pt x="196347" y="24842"/>
                  </a:lnTo>
                  <a:lnTo>
                    <a:pt x="197302" y="26753"/>
                  </a:lnTo>
                  <a:lnTo>
                    <a:pt x="198258" y="28664"/>
                  </a:lnTo>
                  <a:lnTo>
                    <a:pt x="199214" y="30575"/>
                  </a:lnTo>
                  <a:lnTo>
                    <a:pt x="200169" y="32486"/>
                  </a:lnTo>
                  <a:lnTo>
                    <a:pt x="200169" y="32486"/>
                  </a:lnTo>
                  <a:lnTo>
                    <a:pt x="201124" y="32963"/>
                  </a:lnTo>
                  <a:lnTo>
                    <a:pt x="202080" y="34874"/>
                  </a:lnTo>
                  <a:lnTo>
                    <a:pt x="203513" y="37263"/>
                  </a:lnTo>
                  <a:lnTo>
                    <a:pt x="204468" y="39651"/>
                  </a:lnTo>
                  <a:lnTo>
                    <a:pt x="205901" y="4204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5" name="Freeform 1354">
              <a:extLst>
                <a:ext uri="{FF2B5EF4-FFF2-40B4-BE49-F238E27FC236}">
                  <a16:creationId xmlns:a16="http://schemas.microsoft.com/office/drawing/2014/main" id="{83216537-BAB6-E271-E834-768F93C2111B}"/>
                </a:ext>
              </a:extLst>
            </p:cNvPr>
            <p:cNvSpPr/>
            <p:nvPr/>
          </p:nvSpPr>
          <p:spPr>
            <a:xfrm>
              <a:off x="6932981" y="4421983"/>
              <a:ext cx="2388" cy="4777"/>
            </a:xfrm>
            <a:custGeom>
              <a:avLst/>
              <a:gdLst>
                <a:gd name="csX0" fmla="*/ 956 w 2388"/>
                <a:gd name="csY0" fmla="*/ 2389 h 4777"/>
                <a:gd name="csX1" fmla="*/ 2389 w 2388"/>
                <a:gd name="csY1" fmla="*/ 4777 h 4777"/>
                <a:gd name="csX2" fmla="*/ 956 w 2388"/>
                <a:gd name="csY2" fmla="*/ 2389 h 4777"/>
                <a:gd name="csX3" fmla="*/ 0 w 2388"/>
                <a:gd name="csY3" fmla="*/ 0 h 4777"/>
                <a:gd name="csX4" fmla="*/ 956 w 2388"/>
                <a:gd name="csY4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7">
                  <a:moveTo>
                    <a:pt x="956" y="2389"/>
                  </a:moveTo>
                  <a:lnTo>
                    <a:pt x="2389" y="4777"/>
                  </a:lnTo>
                  <a:lnTo>
                    <a:pt x="956" y="2389"/>
                  </a:lnTo>
                  <a:lnTo>
                    <a:pt x="0" y="0"/>
                  </a:lnTo>
                  <a:lnTo>
                    <a:pt x="95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6" name="Freeform 1355">
              <a:extLst>
                <a:ext uri="{FF2B5EF4-FFF2-40B4-BE49-F238E27FC236}">
                  <a16:creationId xmlns:a16="http://schemas.microsoft.com/office/drawing/2014/main" id="{4F5543F8-E78B-1FE1-41E1-A28153A83B4D}"/>
                </a:ext>
              </a:extLst>
            </p:cNvPr>
            <p:cNvSpPr/>
            <p:nvPr/>
          </p:nvSpPr>
          <p:spPr>
            <a:xfrm>
              <a:off x="6930592" y="4417684"/>
              <a:ext cx="2388" cy="4299"/>
            </a:xfrm>
            <a:custGeom>
              <a:avLst/>
              <a:gdLst>
                <a:gd name="csX0" fmla="*/ 956 w 2388"/>
                <a:gd name="csY0" fmla="*/ 1911 h 4299"/>
                <a:gd name="csX1" fmla="*/ 2389 w 2388"/>
                <a:gd name="csY1" fmla="*/ 4300 h 4299"/>
                <a:gd name="csX2" fmla="*/ 956 w 2388"/>
                <a:gd name="csY2" fmla="*/ 1911 h 4299"/>
                <a:gd name="csX3" fmla="*/ 0 w 2388"/>
                <a:gd name="csY3" fmla="*/ 0 h 4299"/>
                <a:gd name="csX4" fmla="*/ 478 w 2388"/>
                <a:gd name="csY4" fmla="*/ 0 h 4299"/>
                <a:gd name="csX5" fmla="*/ 956 w 2388"/>
                <a:gd name="csY5" fmla="*/ 1911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4299">
                  <a:moveTo>
                    <a:pt x="956" y="1911"/>
                  </a:moveTo>
                  <a:lnTo>
                    <a:pt x="2389" y="4300"/>
                  </a:lnTo>
                  <a:lnTo>
                    <a:pt x="956" y="1911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7" name="Freeform 1356">
              <a:extLst>
                <a:ext uri="{FF2B5EF4-FFF2-40B4-BE49-F238E27FC236}">
                  <a16:creationId xmlns:a16="http://schemas.microsoft.com/office/drawing/2014/main" id="{7CCD062F-820E-8591-E78E-3A3B1C586131}"/>
                </a:ext>
              </a:extLst>
            </p:cNvPr>
            <p:cNvSpPr/>
            <p:nvPr/>
          </p:nvSpPr>
          <p:spPr>
            <a:xfrm>
              <a:off x="6927726" y="3643284"/>
              <a:ext cx="5254" cy="955"/>
            </a:xfrm>
            <a:custGeom>
              <a:avLst/>
              <a:gdLst>
                <a:gd name="csX0" fmla="*/ 3344 w 5254"/>
                <a:gd name="csY0" fmla="*/ 478 h 955"/>
                <a:gd name="csX1" fmla="*/ 5255 w 5254"/>
                <a:gd name="csY1" fmla="*/ 956 h 955"/>
                <a:gd name="csX2" fmla="*/ 3344 w 5254"/>
                <a:gd name="csY2" fmla="*/ 478 h 955"/>
                <a:gd name="csX3" fmla="*/ 1911 w 5254"/>
                <a:gd name="csY3" fmla="*/ 478 h 955"/>
                <a:gd name="csX4" fmla="*/ 1911 w 5254"/>
                <a:gd name="csY4" fmla="*/ 478 h 955"/>
                <a:gd name="csX5" fmla="*/ 0 w 5254"/>
                <a:gd name="csY5" fmla="*/ 956 h 955"/>
                <a:gd name="csX6" fmla="*/ 1911 w 5254"/>
                <a:gd name="csY6" fmla="*/ 0 h 955"/>
                <a:gd name="csX7" fmla="*/ 1911 w 5254"/>
                <a:gd name="csY7" fmla="*/ 0 h 955"/>
                <a:gd name="csX8" fmla="*/ 3344 w 5254"/>
                <a:gd name="csY8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4" h="955">
                  <a:moveTo>
                    <a:pt x="3344" y="478"/>
                  </a:moveTo>
                  <a:lnTo>
                    <a:pt x="5255" y="956"/>
                  </a:lnTo>
                  <a:lnTo>
                    <a:pt x="3344" y="478"/>
                  </a:lnTo>
                  <a:lnTo>
                    <a:pt x="1911" y="478"/>
                  </a:lnTo>
                  <a:lnTo>
                    <a:pt x="1911" y="478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8" name="Freeform 1357">
              <a:extLst>
                <a:ext uri="{FF2B5EF4-FFF2-40B4-BE49-F238E27FC236}">
                  <a16:creationId xmlns:a16="http://schemas.microsoft.com/office/drawing/2014/main" id="{4CE4C144-4C10-D3DB-D9DC-DD558AE1F519}"/>
                </a:ext>
              </a:extLst>
            </p:cNvPr>
            <p:cNvSpPr/>
            <p:nvPr/>
          </p:nvSpPr>
          <p:spPr>
            <a:xfrm>
              <a:off x="6925337" y="4379943"/>
              <a:ext cx="4299" cy="1433"/>
            </a:xfrm>
            <a:custGeom>
              <a:avLst/>
              <a:gdLst>
                <a:gd name="csX0" fmla="*/ 4300 w 4299"/>
                <a:gd name="csY0" fmla="*/ 0 h 1433"/>
                <a:gd name="csX1" fmla="*/ 2389 w 4299"/>
                <a:gd name="csY1" fmla="*/ 478 h 1433"/>
                <a:gd name="csX2" fmla="*/ 0 w 4299"/>
                <a:gd name="csY2" fmla="*/ 1433 h 1433"/>
                <a:gd name="csX3" fmla="*/ 2389 w 4299"/>
                <a:gd name="csY3" fmla="*/ 478 h 1433"/>
                <a:gd name="csX4" fmla="*/ 4300 w 4299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433">
                  <a:moveTo>
                    <a:pt x="4300" y="0"/>
                  </a:moveTo>
                  <a:lnTo>
                    <a:pt x="2389" y="478"/>
                  </a:lnTo>
                  <a:lnTo>
                    <a:pt x="0" y="1433"/>
                  </a:lnTo>
                  <a:lnTo>
                    <a:pt x="2389" y="478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9" name="Freeform 1358">
              <a:extLst>
                <a:ext uri="{FF2B5EF4-FFF2-40B4-BE49-F238E27FC236}">
                  <a16:creationId xmlns:a16="http://schemas.microsoft.com/office/drawing/2014/main" id="{226D69F1-BE93-8A78-9AA3-A8C196BC1164}"/>
                </a:ext>
              </a:extLst>
            </p:cNvPr>
            <p:cNvSpPr/>
            <p:nvPr/>
          </p:nvSpPr>
          <p:spPr>
            <a:xfrm>
              <a:off x="6928682" y="4415295"/>
              <a:ext cx="955" cy="1911"/>
            </a:xfrm>
            <a:custGeom>
              <a:avLst/>
              <a:gdLst>
                <a:gd name="csX0" fmla="*/ 0 w 955"/>
                <a:gd name="csY0" fmla="*/ 0 h 1911"/>
                <a:gd name="csX1" fmla="*/ 955 w 955"/>
                <a:gd name="csY1" fmla="*/ 1911 h 1911"/>
                <a:gd name="csX2" fmla="*/ 955 w 955"/>
                <a:gd name="csY2" fmla="*/ 1911 h 1911"/>
                <a:gd name="csX3" fmla="*/ 0 w 955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1">
                  <a:moveTo>
                    <a:pt x="0" y="0"/>
                  </a:moveTo>
                  <a:lnTo>
                    <a:pt x="955" y="1911"/>
                  </a:lnTo>
                  <a:lnTo>
                    <a:pt x="955" y="19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0" name="Freeform 1359">
              <a:extLst>
                <a:ext uri="{FF2B5EF4-FFF2-40B4-BE49-F238E27FC236}">
                  <a16:creationId xmlns:a16="http://schemas.microsoft.com/office/drawing/2014/main" id="{A49FBC86-43D7-155A-60CD-22EC3EDB2AB6}"/>
                </a:ext>
              </a:extLst>
            </p:cNvPr>
            <p:cNvSpPr/>
            <p:nvPr/>
          </p:nvSpPr>
          <p:spPr>
            <a:xfrm>
              <a:off x="6926771" y="4411473"/>
              <a:ext cx="1911" cy="3821"/>
            </a:xfrm>
            <a:custGeom>
              <a:avLst/>
              <a:gdLst>
                <a:gd name="csX0" fmla="*/ 955 w 1911"/>
                <a:gd name="csY0" fmla="*/ 1911 h 3821"/>
                <a:gd name="csX1" fmla="*/ 1911 w 1911"/>
                <a:gd name="csY1" fmla="*/ 3822 h 3821"/>
                <a:gd name="csX2" fmla="*/ 955 w 1911"/>
                <a:gd name="csY2" fmla="*/ 1911 h 3821"/>
                <a:gd name="csX3" fmla="*/ 0 w 1911"/>
                <a:gd name="csY3" fmla="*/ 0 h 3821"/>
                <a:gd name="csX4" fmla="*/ 955 w 1911"/>
                <a:gd name="csY4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3821">
                  <a:moveTo>
                    <a:pt x="955" y="1911"/>
                  </a:moveTo>
                  <a:lnTo>
                    <a:pt x="1911" y="3822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1" name="Freeform 1360">
              <a:extLst>
                <a:ext uri="{FF2B5EF4-FFF2-40B4-BE49-F238E27FC236}">
                  <a16:creationId xmlns:a16="http://schemas.microsoft.com/office/drawing/2014/main" id="{FE67ACD7-D5E3-009D-35DF-8A26CA2EA7FD}"/>
                </a:ext>
              </a:extLst>
            </p:cNvPr>
            <p:cNvSpPr/>
            <p:nvPr/>
          </p:nvSpPr>
          <p:spPr>
            <a:xfrm>
              <a:off x="6926293" y="4280097"/>
              <a:ext cx="1910" cy="1911"/>
            </a:xfrm>
            <a:custGeom>
              <a:avLst/>
              <a:gdLst>
                <a:gd name="csX0" fmla="*/ 955 w 1910"/>
                <a:gd name="csY0" fmla="*/ 0 h 1911"/>
                <a:gd name="csX1" fmla="*/ 1910 w 1910"/>
                <a:gd name="csY1" fmla="*/ 956 h 1911"/>
                <a:gd name="csX2" fmla="*/ 955 w 1910"/>
                <a:gd name="csY2" fmla="*/ 1433 h 1911"/>
                <a:gd name="csX3" fmla="*/ 478 w 1910"/>
                <a:gd name="csY3" fmla="*/ 1911 h 1911"/>
                <a:gd name="csX4" fmla="*/ 0 w 1910"/>
                <a:gd name="csY4" fmla="*/ 478 h 1911"/>
                <a:gd name="csX5" fmla="*/ 478 w 1910"/>
                <a:gd name="csY5" fmla="*/ 478 h 1911"/>
                <a:gd name="csX6" fmla="*/ 955 w 1910"/>
                <a:gd name="csY6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1911">
                  <a:moveTo>
                    <a:pt x="955" y="0"/>
                  </a:moveTo>
                  <a:lnTo>
                    <a:pt x="1910" y="956"/>
                  </a:lnTo>
                  <a:lnTo>
                    <a:pt x="955" y="1433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2" name="Freeform 1361">
              <a:extLst>
                <a:ext uri="{FF2B5EF4-FFF2-40B4-BE49-F238E27FC236}">
                  <a16:creationId xmlns:a16="http://schemas.microsoft.com/office/drawing/2014/main" id="{4DD6D6CB-BB8B-CFE0-54CD-B2E5589C21CB}"/>
                </a:ext>
              </a:extLst>
            </p:cNvPr>
            <p:cNvSpPr/>
            <p:nvPr/>
          </p:nvSpPr>
          <p:spPr>
            <a:xfrm>
              <a:off x="6926293" y="3643762"/>
              <a:ext cx="1432" cy="477"/>
            </a:xfrm>
            <a:custGeom>
              <a:avLst/>
              <a:gdLst>
                <a:gd name="csX0" fmla="*/ 1433 w 1432"/>
                <a:gd name="csY0" fmla="*/ 478 h 477"/>
                <a:gd name="csX1" fmla="*/ 955 w 1432"/>
                <a:gd name="csY1" fmla="*/ 478 h 477"/>
                <a:gd name="csX2" fmla="*/ 0 w 1432"/>
                <a:gd name="csY2" fmla="*/ 0 h 477"/>
                <a:gd name="csX3" fmla="*/ 955 w 1432"/>
                <a:gd name="csY3" fmla="*/ 0 h 477"/>
                <a:gd name="csX4" fmla="*/ 1433 w 1432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477">
                  <a:moveTo>
                    <a:pt x="1433" y="478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3" name="Freeform 1362">
              <a:extLst>
                <a:ext uri="{FF2B5EF4-FFF2-40B4-BE49-F238E27FC236}">
                  <a16:creationId xmlns:a16="http://schemas.microsoft.com/office/drawing/2014/main" id="{C0D7C8B1-CD46-676B-C5F3-4368ECB123AF}"/>
                </a:ext>
              </a:extLst>
            </p:cNvPr>
            <p:cNvSpPr/>
            <p:nvPr/>
          </p:nvSpPr>
          <p:spPr>
            <a:xfrm>
              <a:off x="6924860" y="4407651"/>
              <a:ext cx="1911" cy="3821"/>
            </a:xfrm>
            <a:custGeom>
              <a:avLst/>
              <a:gdLst>
                <a:gd name="csX0" fmla="*/ 955 w 1911"/>
                <a:gd name="csY0" fmla="*/ 1911 h 3821"/>
                <a:gd name="csX1" fmla="*/ 1911 w 1911"/>
                <a:gd name="csY1" fmla="*/ 3822 h 3821"/>
                <a:gd name="csX2" fmla="*/ 955 w 1911"/>
                <a:gd name="csY2" fmla="*/ 1911 h 3821"/>
                <a:gd name="csX3" fmla="*/ 0 w 1911"/>
                <a:gd name="csY3" fmla="*/ 0 h 3821"/>
                <a:gd name="csX4" fmla="*/ 955 w 1911"/>
                <a:gd name="csY4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3821">
                  <a:moveTo>
                    <a:pt x="955" y="1911"/>
                  </a:moveTo>
                  <a:lnTo>
                    <a:pt x="1911" y="3822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4" name="Freeform 1363">
              <a:extLst>
                <a:ext uri="{FF2B5EF4-FFF2-40B4-BE49-F238E27FC236}">
                  <a16:creationId xmlns:a16="http://schemas.microsoft.com/office/drawing/2014/main" id="{0B283772-B2AD-7482-CFB4-367214281155}"/>
                </a:ext>
              </a:extLst>
            </p:cNvPr>
            <p:cNvSpPr/>
            <p:nvPr/>
          </p:nvSpPr>
          <p:spPr>
            <a:xfrm>
              <a:off x="6924860" y="3643284"/>
              <a:ext cx="1433" cy="477"/>
            </a:xfrm>
            <a:custGeom>
              <a:avLst/>
              <a:gdLst>
                <a:gd name="csX0" fmla="*/ 0 w 1433"/>
                <a:gd name="csY0" fmla="*/ 0 h 477"/>
                <a:gd name="csX1" fmla="*/ 1433 w 1433"/>
                <a:gd name="csY1" fmla="*/ 478 h 477"/>
                <a:gd name="csX2" fmla="*/ 0 w 1433"/>
                <a:gd name="csY2" fmla="*/ 0 h 477"/>
                <a:gd name="csX3" fmla="*/ 0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0" y="0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5" name="Freeform 1364">
              <a:extLst>
                <a:ext uri="{FF2B5EF4-FFF2-40B4-BE49-F238E27FC236}">
                  <a16:creationId xmlns:a16="http://schemas.microsoft.com/office/drawing/2014/main" id="{AA5FD2E8-BCA7-3AFD-B109-974E4A4564C7}"/>
                </a:ext>
              </a:extLst>
            </p:cNvPr>
            <p:cNvSpPr/>
            <p:nvPr/>
          </p:nvSpPr>
          <p:spPr>
            <a:xfrm>
              <a:off x="6922471" y="4401918"/>
              <a:ext cx="1911" cy="3821"/>
            </a:xfrm>
            <a:custGeom>
              <a:avLst/>
              <a:gdLst>
                <a:gd name="csX0" fmla="*/ 955 w 1911"/>
                <a:gd name="csY0" fmla="*/ 1911 h 3821"/>
                <a:gd name="csX1" fmla="*/ 1911 w 1911"/>
                <a:gd name="csY1" fmla="*/ 3822 h 3821"/>
                <a:gd name="csX2" fmla="*/ 955 w 1911"/>
                <a:gd name="csY2" fmla="*/ 1911 h 3821"/>
                <a:gd name="csX3" fmla="*/ 0 w 1911"/>
                <a:gd name="csY3" fmla="*/ 0 h 3821"/>
                <a:gd name="csX4" fmla="*/ 955 w 1911"/>
                <a:gd name="csY4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3821">
                  <a:moveTo>
                    <a:pt x="955" y="1911"/>
                  </a:moveTo>
                  <a:lnTo>
                    <a:pt x="1911" y="3822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6" name="Freeform 1365">
              <a:extLst>
                <a:ext uri="{FF2B5EF4-FFF2-40B4-BE49-F238E27FC236}">
                  <a16:creationId xmlns:a16="http://schemas.microsoft.com/office/drawing/2014/main" id="{C9DA404A-7C11-65ED-5575-3148BAA631F5}"/>
                </a:ext>
              </a:extLst>
            </p:cNvPr>
            <p:cNvSpPr/>
            <p:nvPr/>
          </p:nvSpPr>
          <p:spPr>
            <a:xfrm>
              <a:off x="6918171" y="4381854"/>
              <a:ext cx="4777" cy="1911"/>
            </a:xfrm>
            <a:custGeom>
              <a:avLst/>
              <a:gdLst>
                <a:gd name="csX0" fmla="*/ 4777 w 4777"/>
                <a:gd name="csY0" fmla="*/ 0 h 1911"/>
                <a:gd name="csX1" fmla="*/ 2389 w 4777"/>
                <a:gd name="csY1" fmla="*/ 956 h 1911"/>
                <a:gd name="csX2" fmla="*/ 0 w 4777"/>
                <a:gd name="csY2" fmla="*/ 1911 h 1911"/>
                <a:gd name="csX3" fmla="*/ 2389 w 4777"/>
                <a:gd name="csY3" fmla="*/ 956 h 1911"/>
                <a:gd name="csX4" fmla="*/ 4777 w 4777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1911">
                  <a:moveTo>
                    <a:pt x="4777" y="0"/>
                  </a:moveTo>
                  <a:lnTo>
                    <a:pt x="2389" y="956"/>
                  </a:lnTo>
                  <a:lnTo>
                    <a:pt x="0" y="1911"/>
                  </a:lnTo>
                  <a:lnTo>
                    <a:pt x="2389" y="956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7" name="Freeform 1366">
              <a:extLst>
                <a:ext uri="{FF2B5EF4-FFF2-40B4-BE49-F238E27FC236}">
                  <a16:creationId xmlns:a16="http://schemas.microsoft.com/office/drawing/2014/main" id="{F9DF9EE1-24CF-84EE-1708-B6D6286D338E}"/>
                </a:ext>
              </a:extLst>
            </p:cNvPr>
            <p:cNvSpPr/>
            <p:nvPr/>
          </p:nvSpPr>
          <p:spPr>
            <a:xfrm>
              <a:off x="6920560" y="4398097"/>
              <a:ext cx="1911" cy="3821"/>
            </a:xfrm>
            <a:custGeom>
              <a:avLst/>
              <a:gdLst>
                <a:gd name="csX0" fmla="*/ 956 w 1911"/>
                <a:gd name="csY0" fmla="*/ 1911 h 3821"/>
                <a:gd name="csX1" fmla="*/ 1911 w 1911"/>
                <a:gd name="csY1" fmla="*/ 3822 h 3821"/>
                <a:gd name="csX2" fmla="*/ 956 w 1911"/>
                <a:gd name="csY2" fmla="*/ 1911 h 3821"/>
                <a:gd name="csX3" fmla="*/ 0 w 1911"/>
                <a:gd name="csY3" fmla="*/ 0 h 3821"/>
                <a:gd name="csX4" fmla="*/ 956 w 1911"/>
                <a:gd name="csY4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3821">
                  <a:moveTo>
                    <a:pt x="956" y="1911"/>
                  </a:moveTo>
                  <a:lnTo>
                    <a:pt x="1911" y="3822"/>
                  </a:lnTo>
                  <a:lnTo>
                    <a:pt x="956" y="1911"/>
                  </a:lnTo>
                  <a:lnTo>
                    <a:pt x="0" y="0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8" name="Freeform 1367">
              <a:extLst>
                <a:ext uri="{FF2B5EF4-FFF2-40B4-BE49-F238E27FC236}">
                  <a16:creationId xmlns:a16="http://schemas.microsoft.com/office/drawing/2014/main" id="{B5045145-785F-0B40-D19C-EA5B3E949F22}"/>
                </a:ext>
              </a:extLst>
            </p:cNvPr>
            <p:cNvSpPr/>
            <p:nvPr/>
          </p:nvSpPr>
          <p:spPr>
            <a:xfrm>
              <a:off x="6919127" y="3637551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2389 w 2388"/>
                <a:gd name="csY1" fmla="*/ 478 h 477"/>
                <a:gd name="csX2" fmla="*/ 0 w 2388"/>
                <a:gd name="csY2" fmla="*/ 0 h 477"/>
                <a:gd name="csX3" fmla="*/ 2389 w 2388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2389" y="478"/>
                  </a:lnTo>
                  <a:lnTo>
                    <a:pt x="0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9" name="Freeform 1368">
              <a:extLst>
                <a:ext uri="{FF2B5EF4-FFF2-40B4-BE49-F238E27FC236}">
                  <a16:creationId xmlns:a16="http://schemas.microsoft.com/office/drawing/2014/main" id="{9DABA84E-B5B8-A5A7-F166-8D375D19A6DC}"/>
                </a:ext>
              </a:extLst>
            </p:cNvPr>
            <p:cNvSpPr/>
            <p:nvPr/>
          </p:nvSpPr>
          <p:spPr>
            <a:xfrm>
              <a:off x="6918171" y="4392364"/>
              <a:ext cx="1433" cy="3821"/>
            </a:xfrm>
            <a:custGeom>
              <a:avLst/>
              <a:gdLst>
                <a:gd name="csX0" fmla="*/ 956 w 1433"/>
                <a:gd name="csY0" fmla="*/ 1911 h 3821"/>
                <a:gd name="csX1" fmla="*/ 1433 w 1433"/>
                <a:gd name="csY1" fmla="*/ 3822 h 3821"/>
                <a:gd name="csX2" fmla="*/ 956 w 1433"/>
                <a:gd name="csY2" fmla="*/ 1911 h 3821"/>
                <a:gd name="csX3" fmla="*/ 0 w 1433"/>
                <a:gd name="csY3" fmla="*/ 0 h 3821"/>
                <a:gd name="csX4" fmla="*/ 956 w 1433"/>
                <a:gd name="csY4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3821">
                  <a:moveTo>
                    <a:pt x="956" y="1911"/>
                  </a:moveTo>
                  <a:lnTo>
                    <a:pt x="1433" y="3822"/>
                  </a:lnTo>
                  <a:lnTo>
                    <a:pt x="956" y="1911"/>
                  </a:lnTo>
                  <a:lnTo>
                    <a:pt x="0" y="0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0" name="Freeform 1369">
              <a:extLst>
                <a:ext uri="{FF2B5EF4-FFF2-40B4-BE49-F238E27FC236}">
                  <a16:creationId xmlns:a16="http://schemas.microsoft.com/office/drawing/2014/main" id="{F69CEC5B-5971-23C8-C370-4546C9D4C95E}"/>
                </a:ext>
              </a:extLst>
            </p:cNvPr>
            <p:cNvSpPr/>
            <p:nvPr/>
          </p:nvSpPr>
          <p:spPr>
            <a:xfrm>
              <a:off x="6915305" y="4386631"/>
              <a:ext cx="2866" cy="5732"/>
            </a:xfrm>
            <a:custGeom>
              <a:avLst/>
              <a:gdLst>
                <a:gd name="csX0" fmla="*/ 1911 w 2866"/>
                <a:gd name="csY0" fmla="*/ 3822 h 5732"/>
                <a:gd name="csX1" fmla="*/ 2866 w 2866"/>
                <a:gd name="csY1" fmla="*/ 5733 h 5732"/>
                <a:gd name="csX2" fmla="*/ 1911 w 2866"/>
                <a:gd name="csY2" fmla="*/ 3822 h 5732"/>
                <a:gd name="csX3" fmla="*/ 955 w 2866"/>
                <a:gd name="csY3" fmla="*/ 1911 h 5732"/>
                <a:gd name="csX4" fmla="*/ 0 w 2866"/>
                <a:gd name="csY4" fmla="*/ 0 h 5732"/>
                <a:gd name="csX5" fmla="*/ 955 w 2866"/>
                <a:gd name="csY5" fmla="*/ 1911 h 5732"/>
                <a:gd name="csX6" fmla="*/ 1911 w 2866"/>
                <a:gd name="csY6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5732">
                  <a:moveTo>
                    <a:pt x="1911" y="3822"/>
                  </a:moveTo>
                  <a:lnTo>
                    <a:pt x="2866" y="5733"/>
                  </a:lnTo>
                  <a:lnTo>
                    <a:pt x="1911" y="3822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955" y="1911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1" name="Freeform 1370">
              <a:extLst>
                <a:ext uri="{FF2B5EF4-FFF2-40B4-BE49-F238E27FC236}">
                  <a16:creationId xmlns:a16="http://schemas.microsoft.com/office/drawing/2014/main" id="{144A033F-524D-4241-DE6C-FC2E17DAA4AE}"/>
                </a:ext>
              </a:extLst>
            </p:cNvPr>
            <p:cNvSpPr/>
            <p:nvPr/>
          </p:nvSpPr>
          <p:spPr>
            <a:xfrm>
              <a:off x="6914350" y="4384720"/>
              <a:ext cx="955" cy="1910"/>
            </a:xfrm>
            <a:custGeom>
              <a:avLst/>
              <a:gdLst>
                <a:gd name="csX0" fmla="*/ 0 w 955"/>
                <a:gd name="csY0" fmla="*/ 0 h 1910"/>
                <a:gd name="csX1" fmla="*/ 955 w 955"/>
                <a:gd name="csY1" fmla="*/ 1911 h 1910"/>
                <a:gd name="csX2" fmla="*/ 0 w 955"/>
                <a:gd name="csY2" fmla="*/ 0 h 1910"/>
                <a:gd name="csX3" fmla="*/ 0 w 955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0">
                  <a:moveTo>
                    <a:pt x="0" y="0"/>
                  </a:moveTo>
                  <a:lnTo>
                    <a:pt x="955" y="19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2" name="Freeform 1371">
              <a:extLst>
                <a:ext uri="{FF2B5EF4-FFF2-40B4-BE49-F238E27FC236}">
                  <a16:creationId xmlns:a16="http://schemas.microsoft.com/office/drawing/2014/main" id="{0188C806-8DCC-5215-DE44-D1BFB7E6D1BB}"/>
                </a:ext>
              </a:extLst>
            </p:cNvPr>
            <p:cNvSpPr/>
            <p:nvPr/>
          </p:nvSpPr>
          <p:spPr>
            <a:xfrm>
              <a:off x="6905750" y="4384720"/>
              <a:ext cx="7643" cy="955"/>
            </a:xfrm>
            <a:custGeom>
              <a:avLst/>
              <a:gdLst>
                <a:gd name="csX0" fmla="*/ 7644 w 7643"/>
                <a:gd name="csY0" fmla="*/ 0 h 955"/>
                <a:gd name="csX1" fmla="*/ 4300 w 7643"/>
                <a:gd name="csY1" fmla="*/ 478 h 955"/>
                <a:gd name="csX2" fmla="*/ 0 w 7643"/>
                <a:gd name="csY2" fmla="*/ 956 h 955"/>
                <a:gd name="csX3" fmla="*/ 4300 w 7643"/>
                <a:gd name="csY3" fmla="*/ 478 h 955"/>
                <a:gd name="csX4" fmla="*/ 7644 w 7643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955">
                  <a:moveTo>
                    <a:pt x="7644" y="0"/>
                  </a:moveTo>
                  <a:lnTo>
                    <a:pt x="4300" y="478"/>
                  </a:lnTo>
                  <a:lnTo>
                    <a:pt x="0" y="956"/>
                  </a:lnTo>
                  <a:lnTo>
                    <a:pt x="4300" y="478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3" name="Freeform 1372">
              <a:extLst>
                <a:ext uri="{FF2B5EF4-FFF2-40B4-BE49-F238E27FC236}">
                  <a16:creationId xmlns:a16="http://schemas.microsoft.com/office/drawing/2014/main" id="{121ACE54-5C62-9A58-69BD-A9DEE5434154}"/>
                </a:ext>
              </a:extLst>
            </p:cNvPr>
            <p:cNvSpPr/>
            <p:nvPr/>
          </p:nvSpPr>
          <p:spPr>
            <a:xfrm>
              <a:off x="6907184" y="3639940"/>
              <a:ext cx="5732" cy="3821"/>
            </a:xfrm>
            <a:custGeom>
              <a:avLst/>
              <a:gdLst>
                <a:gd name="csX0" fmla="*/ 3344 w 5732"/>
                <a:gd name="csY0" fmla="*/ 1911 h 3821"/>
                <a:gd name="csX1" fmla="*/ 5733 w 5732"/>
                <a:gd name="csY1" fmla="*/ 0 h 3821"/>
                <a:gd name="csX2" fmla="*/ 3344 w 5732"/>
                <a:gd name="csY2" fmla="*/ 1911 h 3821"/>
                <a:gd name="csX3" fmla="*/ 0 w 5732"/>
                <a:gd name="csY3" fmla="*/ 3822 h 3821"/>
                <a:gd name="csX4" fmla="*/ 3344 w 5732"/>
                <a:gd name="csY4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3821">
                  <a:moveTo>
                    <a:pt x="3344" y="1911"/>
                  </a:moveTo>
                  <a:lnTo>
                    <a:pt x="5733" y="0"/>
                  </a:lnTo>
                  <a:lnTo>
                    <a:pt x="3344" y="1911"/>
                  </a:lnTo>
                  <a:lnTo>
                    <a:pt x="0" y="3822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4" name="Freeform 1373">
              <a:extLst>
                <a:ext uri="{FF2B5EF4-FFF2-40B4-BE49-F238E27FC236}">
                  <a16:creationId xmlns:a16="http://schemas.microsoft.com/office/drawing/2014/main" id="{9B93346B-45EE-9F1B-C05E-9FCD4293A658}"/>
                </a:ext>
              </a:extLst>
            </p:cNvPr>
            <p:cNvSpPr/>
            <p:nvPr/>
          </p:nvSpPr>
          <p:spPr>
            <a:xfrm>
              <a:off x="6808771" y="2100218"/>
              <a:ext cx="100323" cy="93157"/>
            </a:xfrm>
            <a:custGeom>
              <a:avLst/>
              <a:gdLst>
                <a:gd name="csX0" fmla="*/ 97935 w 100323"/>
                <a:gd name="csY0" fmla="*/ 21498 h 93157"/>
                <a:gd name="csX1" fmla="*/ 100323 w 100323"/>
                <a:gd name="csY1" fmla="*/ 27231 h 93157"/>
                <a:gd name="csX2" fmla="*/ 89336 w 100323"/>
                <a:gd name="csY2" fmla="*/ 36785 h 93157"/>
                <a:gd name="csX3" fmla="*/ 85514 w 100323"/>
                <a:gd name="csY3" fmla="*/ 43473 h 93157"/>
                <a:gd name="csX4" fmla="*/ 72138 w 100323"/>
                <a:gd name="csY4" fmla="*/ 45384 h 93157"/>
                <a:gd name="csX5" fmla="*/ 63538 w 100323"/>
                <a:gd name="csY5" fmla="*/ 48251 h 93157"/>
                <a:gd name="csX6" fmla="*/ 61627 w 100323"/>
                <a:gd name="csY6" fmla="*/ 51117 h 93157"/>
                <a:gd name="csX7" fmla="*/ 62583 w 100323"/>
                <a:gd name="csY7" fmla="*/ 56372 h 93157"/>
                <a:gd name="csX8" fmla="*/ 58283 w 100323"/>
                <a:gd name="csY8" fmla="*/ 61627 h 93157"/>
                <a:gd name="csX9" fmla="*/ 44429 w 100323"/>
                <a:gd name="csY9" fmla="*/ 62583 h 93157"/>
                <a:gd name="csX10" fmla="*/ 42996 w 100323"/>
                <a:gd name="csY10" fmla="*/ 64016 h 93157"/>
                <a:gd name="csX11" fmla="*/ 40129 w 100323"/>
                <a:gd name="csY11" fmla="*/ 69749 h 93157"/>
                <a:gd name="csX12" fmla="*/ 40607 w 100323"/>
                <a:gd name="csY12" fmla="*/ 71182 h 93157"/>
                <a:gd name="csX13" fmla="*/ 45384 w 100323"/>
                <a:gd name="csY13" fmla="*/ 72615 h 93157"/>
                <a:gd name="csX14" fmla="*/ 45862 w 100323"/>
                <a:gd name="csY14" fmla="*/ 73570 h 93157"/>
                <a:gd name="csX15" fmla="*/ 46340 w 100323"/>
                <a:gd name="csY15" fmla="*/ 75959 h 93157"/>
                <a:gd name="csX16" fmla="*/ 46818 w 100323"/>
                <a:gd name="csY16" fmla="*/ 79781 h 93157"/>
                <a:gd name="csX17" fmla="*/ 46340 w 100323"/>
                <a:gd name="csY17" fmla="*/ 84558 h 93157"/>
                <a:gd name="csX18" fmla="*/ 44429 w 100323"/>
                <a:gd name="csY18" fmla="*/ 85514 h 93157"/>
                <a:gd name="csX19" fmla="*/ 42518 w 100323"/>
                <a:gd name="csY19" fmla="*/ 85036 h 93157"/>
                <a:gd name="csX20" fmla="*/ 38218 w 100323"/>
                <a:gd name="csY20" fmla="*/ 81214 h 93157"/>
                <a:gd name="csX21" fmla="*/ 37741 w 100323"/>
                <a:gd name="csY21" fmla="*/ 82647 h 93157"/>
                <a:gd name="csX22" fmla="*/ 37263 w 100323"/>
                <a:gd name="csY22" fmla="*/ 85036 h 93157"/>
                <a:gd name="csX23" fmla="*/ 36308 w 100323"/>
                <a:gd name="csY23" fmla="*/ 90291 h 93157"/>
                <a:gd name="csX24" fmla="*/ 34397 w 100323"/>
                <a:gd name="csY24" fmla="*/ 91724 h 93157"/>
                <a:gd name="csX25" fmla="*/ 30097 w 100323"/>
                <a:gd name="csY25" fmla="*/ 87902 h 93157"/>
                <a:gd name="csX26" fmla="*/ 28664 w 100323"/>
                <a:gd name="csY26" fmla="*/ 88858 h 93157"/>
                <a:gd name="csX27" fmla="*/ 27231 w 100323"/>
                <a:gd name="csY27" fmla="*/ 91246 h 93157"/>
                <a:gd name="csX28" fmla="*/ 25798 w 100323"/>
                <a:gd name="csY28" fmla="*/ 92679 h 93157"/>
                <a:gd name="csX29" fmla="*/ 21498 w 100323"/>
                <a:gd name="csY29" fmla="*/ 93157 h 93157"/>
                <a:gd name="csX30" fmla="*/ 19587 w 100323"/>
                <a:gd name="csY30" fmla="*/ 90291 h 93157"/>
                <a:gd name="csX31" fmla="*/ 21498 w 100323"/>
                <a:gd name="csY31" fmla="*/ 85991 h 93157"/>
                <a:gd name="csX32" fmla="*/ 26275 w 100323"/>
                <a:gd name="csY32" fmla="*/ 79303 h 93157"/>
                <a:gd name="csX33" fmla="*/ 24842 w 100323"/>
                <a:gd name="csY33" fmla="*/ 76437 h 93157"/>
                <a:gd name="csX34" fmla="*/ 19587 w 100323"/>
                <a:gd name="csY34" fmla="*/ 75959 h 93157"/>
                <a:gd name="csX35" fmla="*/ 15765 w 100323"/>
                <a:gd name="csY35" fmla="*/ 77392 h 93157"/>
                <a:gd name="csX36" fmla="*/ 13854 w 100323"/>
                <a:gd name="csY36" fmla="*/ 81692 h 93157"/>
                <a:gd name="csX37" fmla="*/ 11943 w 100323"/>
                <a:gd name="csY37" fmla="*/ 82647 h 93157"/>
                <a:gd name="csX38" fmla="*/ 6688 w 100323"/>
                <a:gd name="csY38" fmla="*/ 82647 h 93157"/>
                <a:gd name="csX39" fmla="*/ 3822 w 100323"/>
                <a:gd name="csY39" fmla="*/ 76914 h 93157"/>
                <a:gd name="csX40" fmla="*/ 1911 w 100323"/>
                <a:gd name="csY40" fmla="*/ 74526 h 93157"/>
                <a:gd name="csX41" fmla="*/ 0 w 100323"/>
                <a:gd name="csY41" fmla="*/ 69749 h 93157"/>
                <a:gd name="csX42" fmla="*/ 14810 w 100323"/>
                <a:gd name="csY42" fmla="*/ 54461 h 93157"/>
                <a:gd name="csX43" fmla="*/ 20065 w 100323"/>
                <a:gd name="csY43" fmla="*/ 48251 h 93157"/>
                <a:gd name="csX44" fmla="*/ 24842 w 100323"/>
                <a:gd name="csY44" fmla="*/ 44907 h 93157"/>
                <a:gd name="csX45" fmla="*/ 31052 w 100323"/>
                <a:gd name="csY45" fmla="*/ 43473 h 93157"/>
                <a:gd name="csX46" fmla="*/ 32963 w 100323"/>
                <a:gd name="csY46" fmla="*/ 41562 h 93157"/>
                <a:gd name="csX47" fmla="*/ 34874 w 100323"/>
                <a:gd name="csY47" fmla="*/ 40607 h 93157"/>
                <a:gd name="csX48" fmla="*/ 35830 w 100323"/>
                <a:gd name="csY48" fmla="*/ 41562 h 93157"/>
                <a:gd name="csX49" fmla="*/ 39174 w 100323"/>
                <a:gd name="csY49" fmla="*/ 47295 h 93157"/>
                <a:gd name="csX50" fmla="*/ 48251 w 100323"/>
                <a:gd name="csY50" fmla="*/ 46340 h 93157"/>
                <a:gd name="csX51" fmla="*/ 50162 w 100323"/>
                <a:gd name="csY51" fmla="*/ 41562 h 93157"/>
                <a:gd name="csX52" fmla="*/ 50640 w 100323"/>
                <a:gd name="csY52" fmla="*/ 30575 h 93157"/>
                <a:gd name="csX53" fmla="*/ 49684 w 100323"/>
                <a:gd name="csY53" fmla="*/ 24364 h 93157"/>
                <a:gd name="csX54" fmla="*/ 51595 w 100323"/>
                <a:gd name="csY54" fmla="*/ 11943 h 93157"/>
                <a:gd name="csX55" fmla="*/ 56850 w 100323"/>
                <a:gd name="csY55" fmla="*/ 7166 h 93157"/>
                <a:gd name="csX56" fmla="*/ 68793 w 100323"/>
                <a:gd name="csY56" fmla="*/ 478 h 93157"/>
                <a:gd name="csX57" fmla="*/ 72138 w 100323"/>
                <a:gd name="csY57" fmla="*/ 0 h 93157"/>
                <a:gd name="csX58" fmla="*/ 75004 w 100323"/>
                <a:gd name="csY58" fmla="*/ 1911 h 93157"/>
                <a:gd name="csX59" fmla="*/ 82647 w 100323"/>
                <a:gd name="csY59" fmla="*/ 1433 h 93157"/>
                <a:gd name="csX60" fmla="*/ 84558 w 100323"/>
                <a:gd name="csY60" fmla="*/ 4300 h 93157"/>
                <a:gd name="csX61" fmla="*/ 95546 w 100323"/>
                <a:gd name="csY61" fmla="*/ 21020 h 93157"/>
                <a:gd name="csX62" fmla="*/ 97935 w 100323"/>
                <a:gd name="csY62" fmla="*/ 21498 h 93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100323" h="93157">
                  <a:moveTo>
                    <a:pt x="97935" y="21498"/>
                  </a:moveTo>
                  <a:lnTo>
                    <a:pt x="100323" y="27231"/>
                  </a:lnTo>
                  <a:lnTo>
                    <a:pt x="89336" y="36785"/>
                  </a:lnTo>
                  <a:lnTo>
                    <a:pt x="85514" y="43473"/>
                  </a:lnTo>
                  <a:lnTo>
                    <a:pt x="72138" y="45384"/>
                  </a:lnTo>
                  <a:lnTo>
                    <a:pt x="63538" y="48251"/>
                  </a:lnTo>
                  <a:lnTo>
                    <a:pt x="61627" y="51117"/>
                  </a:lnTo>
                  <a:lnTo>
                    <a:pt x="62583" y="56372"/>
                  </a:lnTo>
                  <a:lnTo>
                    <a:pt x="58283" y="61627"/>
                  </a:lnTo>
                  <a:lnTo>
                    <a:pt x="44429" y="62583"/>
                  </a:lnTo>
                  <a:lnTo>
                    <a:pt x="42996" y="64016"/>
                  </a:lnTo>
                  <a:lnTo>
                    <a:pt x="40129" y="69749"/>
                  </a:lnTo>
                  <a:lnTo>
                    <a:pt x="40607" y="71182"/>
                  </a:lnTo>
                  <a:lnTo>
                    <a:pt x="45384" y="72615"/>
                  </a:lnTo>
                  <a:lnTo>
                    <a:pt x="45862" y="73570"/>
                  </a:lnTo>
                  <a:lnTo>
                    <a:pt x="46340" y="75959"/>
                  </a:lnTo>
                  <a:lnTo>
                    <a:pt x="46818" y="79781"/>
                  </a:lnTo>
                  <a:lnTo>
                    <a:pt x="46340" y="84558"/>
                  </a:lnTo>
                  <a:lnTo>
                    <a:pt x="44429" y="85514"/>
                  </a:lnTo>
                  <a:lnTo>
                    <a:pt x="42518" y="85036"/>
                  </a:lnTo>
                  <a:lnTo>
                    <a:pt x="38218" y="81214"/>
                  </a:lnTo>
                  <a:lnTo>
                    <a:pt x="37741" y="82647"/>
                  </a:lnTo>
                  <a:lnTo>
                    <a:pt x="37263" y="85036"/>
                  </a:lnTo>
                  <a:lnTo>
                    <a:pt x="36308" y="90291"/>
                  </a:lnTo>
                  <a:lnTo>
                    <a:pt x="34397" y="91724"/>
                  </a:lnTo>
                  <a:lnTo>
                    <a:pt x="30097" y="87902"/>
                  </a:lnTo>
                  <a:lnTo>
                    <a:pt x="28664" y="88858"/>
                  </a:lnTo>
                  <a:lnTo>
                    <a:pt x="27231" y="91246"/>
                  </a:lnTo>
                  <a:lnTo>
                    <a:pt x="25798" y="92679"/>
                  </a:lnTo>
                  <a:lnTo>
                    <a:pt x="21498" y="93157"/>
                  </a:lnTo>
                  <a:lnTo>
                    <a:pt x="19587" y="90291"/>
                  </a:lnTo>
                  <a:lnTo>
                    <a:pt x="21498" y="85991"/>
                  </a:lnTo>
                  <a:lnTo>
                    <a:pt x="26275" y="79303"/>
                  </a:lnTo>
                  <a:lnTo>
                    <a:pt x="24842" y="76437"/>
                  </a:lnTo>
                  <a:lnTo>
                    <a:pt x="19587" y="75959"/>
                  </a:lnTo>
                  <a:lnTo>
                    <a:pt x="15765" y="77392"/>
                  </a:lnTo>
                  <a:lnTo>
                    <a:pt x="13854" y="81692"/>
                  </a:lnTo>
                  <a:lnTo>
                    <a:pt x="11943" y="82647"/>
                  </a:lnTo>
                  <a:lnTo>
                    <a:pt x="6688" y="82647"/>
                  </a:lnTo>
                  <a:lnTo>
                    <a:pt x="3822" y="76914"/>
                  </a:lnTo>
                  <a:lnTo>
                    <a:pt x="1911" y="74526"/>
                  </a:lnTo>
                  <a:lnTo>
                    <a:pt x="0" y="69749"/>
                  </a:lnTo>
                  <a:lnTo>
                    <a:pt x="14810" y="54461"/>
                  </a:lnTo>
                  <a:lnTo>
                    <a:pt x="20065" y="48251"/>
                  </a:lnTo>
                  <a:lnTo>
                    <a:pt x="24842" y="44907"/>
                  </a:lnTo>
                  <a:lnTo>
                    <a:pt x="31052" y="43473"/>
                  </a:lnTo>
                  <a:lnTo>
                    <a:pt x="32963" y="41562"/>
                  </a:lnTo>
                  <a:lnTo>
                    <a:pt x="34874" y="40607"/>
                  </a:lnTo>
                  <a:lnTo>
                    <a:pt x="35830" y="41562"/>
                  </a:lnTo>
                  <a:lnTo>
                    <a:pt x="39174" y="47295"/>
                  </a:lnTo>
                  <a:lnTo>
                    <a:pt x="48251" y="46340"/>
                  </a:lnTo>
                  <a:lnTo>
                    <a:pt x="50162" y="41562"/>
                  </a:lnTo>
                  <a:lnTo>
                    <a:pt x="50640" y="30575"/>
                  </a:lnTo>
                  <a:lnTo>
                    <a:pt x="49684" y="24364"/>
                  </a:lnTo>
                  <a:lnTo>
                    <a:pt x="51595" y="11943"/>
                  </a:lnTo>
                  <a:lnTo>
                    <a:pt x="56850" y="7166"/>
                  </a:lnTo>
                  <a:lnTo>
                    <a:pt x="68793" y="478"/>
                  </a:lnTo>
                  <a:lnTo>
                    <a:pt x="72138" y="0"/>
                  </a:lnTo>
                  <a:lnTo>
                    <a:pt x="75004" y="1911"/>
                  </a:lnTo>
                  <a:lnTo>
                    <a:pt x="82647" y="1433"/>
                  </a:lnTo>
                  <a:lnTo>
                    <a:pt x="84558" y="4300"/>
                  </a:lnTo>
                  <a:lnTo>
                    <a:pt x="95546" y="21020"/>
                  </a:lnTo>
                  <a:lnTo>
                    <a:pt x="97935" y="214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5" name="Freeform 1374">
              <a:extLst>
                <a:ext uri="{FF2B5EF4-FFF2-40B4-BE49-F238E27FC236}">
                  <a16:creationId xmlns:a16="http://schemas.microsoft.com/office/drawing/2014/main" id="{DB60C894-472E-17CF-2F47-54C169A6BC48}"/>
                </a:ext>
              </a:extLst>
            </p:cNvPr>
            <p:cNvSpPr/>
            <p:nvPr/>
          </p:nvSpPr>
          <p:spPr>
            <a:xfrm>
              <a:off x="6890463" y="4244268"/>
              <a:ext cx="16720" cy="32007"/>
            </a:xfrm>
            <a:custGeom>
              <a:avLst/>
              <a:gdLst>
                <a:gd name="csX0" fmla="*/ 16721 w 16720"/>
                <a:gd name="csY0" fmla="*/ 20542 h 32007"/>
                <a:gd name="csX1" fmla="*/ 16721 w 16720"/>
                <a:gd name="csY1" fmla="*/ 22453 h 32007"/>
                <a:gd name="csX2" fmla="*/ 16242 w 16720"/>
                <a:gd name="csY2" fmla="*/ 23886 h 32007"/>
                <a:gd name="csX3" fmla="*/ 15287 w 16720"/>
                <a:gd name="csY3" fmla="*/ 25320 h 32007"/>
                <a:gd name="csX4" fmla="*/ 12898 w 16720"/>
                <a:gd name="csY4" fmla="*/ 30097 h 32007"/>
                <a:gd name="csX5" fmla="*/ 12421 w 16720"/>
                <a:gd name="csY5" fmla="*/ 30575 h 32007"/>
                <a:gd name="csX6" fmla="*/ 10032 w 16720"/>
                <a:gd name="csY6" fmla="*/ 31052 h 32007"/>
                <a:gd name="csX7" fmla="*/ 8121 w 16720"/>
                <a:gd name="csY7" fmla="*/ 31530 h 32007"/>
                <a:gd name="csX8" fmla="*/ 6688 w 16720"/>
                <a:gd name="csY8" fmla="*/ 32008 h 32007"/>
                <a:gd name="csX9" fmla="*/ 5255 w 16720"/>
                <a:gd name="csY9" fmla="*/ 32008 h 32007"/>
                <a:gd name="csX10" fmla="*/ 3821 w 16720"/>
                <a:gd name="csY10" fmla="*/ 32008 h 32007"/>
                <a:gd name="csX11" fmla="*/ 3344 w 16720"/>
                <a:gd name="csY11" fmla="*/ 31530 h 32007"/>
                <a:gd name="csX12" fmla="*/ 1910 w 16720"/>
                <a:gd name="csY12" fmla="*/ 29619 h 32007"/>
                <a:gd name="csX13" fmla="*/ 955 w 16720"/>
                <a:gd name="csY13" fmla="*/ 27708 h 32007"/>
                <a:gd name="csX14" fmla="*/ 1433 w 16720"/>
                <a:gd name="csY14" fmla="*/ 26275 h 32007"/>
                <a:gd name="csX15" fmla="*/ 1433 w 16720"/>
                <a:gd name="csY15" fmla="*/ 25320 h 32007"/>
                <a:gd name="csX16" fmla="*/ 478 w 16720"/>
                <a:gd name="csY16" fmla="*/ 19587 h 32007"/>
                <a:gd name="csX17" fmla="*/ 0 w 16720"/>
                <a:gd name="csY17" fmla="*/ 15287 h 32007"/>
                <a:gd name="csX18" fmla="*/ 0 w 16720"/>
                <a:gd name="csY18" fmla="*/ 14332 h 32007"/>
                <a:gd name="csX19" fmla="*/ 955 w 16720"/>
                <a:gd name="csY19" fmla="*/ 13376 h 32007"/>
                <a:gd name="csX20" fmla="*/ 1910 w 16720"/>
                <a:gd name="csY20" fmla="*/ 10988 h 32007"/>
                <a:gd name="csX21" fmla="*/ 2866 w 16720"/>
                <a:gd name="csY21" fmla="*/ 8599 h 32007"/>
                <a:gd name="csX22" fmla="*/ 4777 w 16720"/>
                <a:gd name="csY22" fmla="*/ 3822 h 32007"/>
                <a:gd name="csX23" fmla="*/ 6688 w 16720"/>
                <a:gd name="csY23" fmla="*/ 1433 h 32007"/>
                <a:gd name="csX24" fmla="*/ 10032 w 16720"/>
                <a:gd name="csY24" fmla="*/ 0 h 32007"/>
                <a:gd name="csX25" fmla="*/ 12421 w 16720"/>
                <a:gd name="csY25" fmla="*/ 2867 h 32007"/>
                <a:gd name="csX26" fmla="*/ 15287 w 16720"/>
                <a:gd name="csY26" fmla="*/ 5255 h 32007"/>
                <a:gd name="csX27" fmla="*/ 15765 w 16720"/>
                <a:gd name="csY27" fmla="*/ 7644 h 32007"/>
                <a:gd name="csX28" fmla="*/ 15287 w 16720"/>
                <a:gd name="csY28" fmla="*/ 9555 h 32007"/>
                <a:gd name="csX29" fmla="*/ 14332 w 16720"/>
                <a:gd name="csY29" fmla="*/ 12899 h 32007"/>
                <a:gd name="csX30" fmla="*/ 14809 w 16720"/>
                <a:gd name="csY30" fmla="*/ 14332 h 32007"/>
                <a:gd name="csX31" fmla="*/ 14809 w 16720"/>
                <a:gd name="csY31" fmla="*/ 15287 h 32007"/>
                <a:gd name="csX32" fmla="*/ 15765 w 16720"/>
                <a:gd name="csY32" fmla="*/ 17676 h 32007"/>
                <a:gd name="csX33" fmla="*/ 16721 w 16720"/>
                <a:gd name="csY33" fmla="*/ 20542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16720" h="32007">
                  <a:moveTo>
                    <a:pt x="16721" y="20542"/>
                  </a:moveTo>
                  <a:lnTo>
                    <a:pt x="16721" y="22453"/>
                  </a:lnTo>
                  <a:lnTo>
                    <a:pt x="16242" y="23886"/>
                  </a:lnTo>
                  <a:lnTo>
                    <a:pt x="15287" y="25320"/>
                  </a:lnTo>
                  <a:lnTo>
                    <a:pt x="12898" y="30097"/>
                  </a:lnTo>
                  <a:lnTo>
                    <a:pt x="12421" y="30575"/>
                  </a:lnTo>
                  <a:lnTo>
                    <a:pt x="10032" y="31052"/>
                  </a:lnTo>
                  <a:lnTo>
                    <a:pt x="8121" y="31530"/>
                  </a:lnTo>
                  <a:lnTo>
                    <a:pt x="6688" y="32008"/>
                  </a:lnTo>
                  <a:lnTo>
                    <a:pt x="5255" y="32008"/>
                  </a:lnTo>
                  <a:lnTo>
                    <a:pt x="3821" y="32008"/>
                  </a:lnTo>
                  <a:lnTo>
                    <a:pt x="3344" y="31530"/>
                  </a:lnTo>
                  <a:lnTo>
                    <a:pt x="1910" y="29619"/>
                  </a:lnTo>
                  <a:lnTo>
                    <a:pt x="955" y="27708"/>
                  </a:lnTo>
                  <a:lnTo>
                    <a:pt x="1433" y="26275"/>
                  </a:lnTo>
                  <a:lnTo>
                    <a:pt x="1433" y="25320"/>
                  </a:lnTo>
                  <a:lnTo>
                    <a:pt x="478" y="19587"/>
                  </a:lnTo>
                  <a:lnTo>
                    <a:pt x="0" y="15287"/>
                  </a:lnTo>
                  <a:lnTo>
                    <a:pt x="0" y="14332"/>
                  </a:lnTo>
                  <a:lnTo>
                    <a:pt x="955" y="13376"/>
                  </a:lnTo>
                  <a:lnTo>
                    <a:pt x="1910" y="10988"/>
                  </a:lnTo>
                  <a:lnTo>
                    <a:pt x="2866" y="8599"/>
                  </a:lnTo>
                  <a:lnTo>
                    <a:pt x="4777" y="3822"/>
                  </a:lnTo>
                  <a:lnTo>
                    <a:pt x="6688" y="1433"/>
                  </a:lnTo>
                  <a:lnTo>
                    <a:pt x="10032" y="0"/>
                  </a:lnTo>
                  <a:lnTo>
                    <a:pt x="12421" y="2867"/>
                  </a:lnTo>
                  <a:lnTo>
                    <a:pt x="15287" y="5255"/>
                  </a:lnTo>
                  <a:lnTo>
                    <a:pt x="15765" y="7644"/>
                  </a:lnTo>
                  <a:lnTo>
                    <a:pt x="15287" y="9555"/>
                  </a:lnTo>
                  <a:lnTo>
                    <a:pt x="14332" y="12899"/>
                  </a:lnTo>
                  <a:lnTo>
                    <a:pt x="14809" y="14332"/>
                  </a:lnTo>
                  <a:lnTo>
                    <a:pt x="14809" y="15287"/>
                  </a:lnTo>
                  <a:lnTo>
                    <a:pt x="15765" y="17676"/>
                  </a:lnTo>
                  <a:lnTo>
                    <a:pt x="16721" y="205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6" name="Freeform 1375">
              <a:extLst>
                <a:ext uri="{FF2B5EF4-FFF2-40B4-BE49-F238E27FC236}">
                  <a16:creationId xmlns:a16="http://schemas.microsoft.com/office/drawing/2014/main" id="{32860D11-2FDD-11B4-ECB6-2C4AFE8F477F}"/>
                </a:ext>
              </a:extLst>
            </p:cNvPr>
            <p:cNvSpPr/>
            <p:nvPr/>
          </p:nvSpPr>
          <p:spPr>
            <a:xfrm>
              <a:off x="6900973" y="3643762"/>
              <a:ext cx="3343" cy="477"/>
            </a:xfrm>
            <a:custGeom>
              <a:avLst/>
              <a:gdLst>
                <a:gd name="csX0" fmla="*/ 3344 w 3343"/>
                <a:gd name="csY0" fmla="*/ 478 h 477"/>
                <a:gd name="csX1" fmla="*/ 1911 w 3343"/>
                <a:gd name="csY1" fmla="*/ 478 h 477"/>
                <a:gd name="csX2" fmla="*/ 955 w 3343"/>
                <a:gd name="csY2" fmla="*/ 478 h 477"/>
                <a:gd name="csX3" fmla="*/ 0 w 3343"/>
                <a:gd name="csY3" fmla="*/ 0 h 477"/>
                <a:gd name="csX4" fmla="*/ 955 w 3343"/>
                <a:gd name="csY4" fmla="*/ 478 h 477"/>
                <a:gd name="csX5" fmla="*/ 1911 w 3343"/>
                <a:gd name="csY5" fmla="*/ 478 h 477"/>
                <a:gd name="csX6" fmla="*/ 3344 w 3343"/>
                <a:gd name="csY6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477">
                  <a:moveTo>
                    <a:pt x="3344" y="478"/>
                  </a:moveTo>
                  <a:lnTo>
                    <a:pt x="1911" y="478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1911" y="478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7" name="Freeform 1376">
              <a:extLst>
                <a:ext uri="{FF2B5EF4-FFF2-40B4-BE49-F238E27FC236}">
                  <a16:creationId xmlns:a16="http://schemas.microsoft.com/office/drawing/2014/main" id="{8D4C2EDF-9401-E901-2515-9705134F17B0}"/>
                </a:ext>
              </a:extLst>
            </p:cNvPr>
            <p:cNvSpPr/>
            <p:nvPr/>
          </p:nvSpPr>
          <p:spPr>
            <a:xfrm>
              <a:off x="6877087" y="2191942"/>
              <a:ext cx="26752" cy="18631"/>
            </a:xfrm>
            <a:custGeom>
              <a:avLst/>
              <a:gdLst>
                <a:gd name="csX0" fmla="*/ 26275 w 26752"/>
                <a:gd name="csY0" fmla="*/ 15765 h 18631"/>
                <a:gd name="csX1" fmla="*/ 26753 w 26752"/>
                <a:gd name="csY1" fmla="*/ 17198 h 18631"/>
                <a:gd name="csX2" fmla="*/ 26753 w 26752"/>
                <a:gd name="csY2" fmla="*/ 18631 h 18631"/>
                <a:gd name="csX3" fmla="*/ 19587 w 26752"/>
                <a:gd name="csY3" fmla="*/ 17198 h 18631"/>
                <a:gd name="csX4" fmla="*/ 7166 w 26752"/>
                <a:gd name="csY4" fmla="*/ 18154 h 18631"/>
                <a:gd name="csX5" fmla="*/ 0 w 26752"/>
                <a:gd name="csY5" fmla="*/ 12421 h 18631"/>
                <a:gd name="csX6" fmla="*/ 7644 w 26752"/>
                <a:gd name="csY6" fmla="*/ 6688 h 18631"/>
                <a:gd name="csX7" fmla="*/ 11466 w 26752"/>
                <a:gd name="csY7" fmla="*/ 5255 h 18631"/>
                <a:gd name="csX8" fmla="*/ 16721 w 26752"/>
                <a:gd name="csY8" fmla="*/ 0 h 18631"/>
                <a:gd name="csX9" fmla="*/ 22931 w 26752"/>
                <a:gd name="csY9" fmla="*/ 5255 h 18631"/>
                <a:gd name="csX10" fmla="*/ 22931 w 26752"/>
                <a:gd name="csY10" fmla="*/ 9077 h 18631"/>
                <a:gd name="csX11" fmla="*/ 22931 w 26752"/>
                <a:gd name="csY11" fmla="*/ 10988 h 18631"/>
                <a:gd name="csX12" fmla="*/ 24364 w 26752"/>
                <a:gd name="csY12" fmla="*/ 12899 h 18631"/>
                <a:gd name="csX13" fmla="*/ 26275 w 26752"/>
                <a:gd name="csY13" fmla="*/ 15765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6752" h="18631">
                  <a:moveTo>
                    <a:pt x="26275" y="15765"/>
                  </a:moveTo>
                  <a:lnTo>
                    <a:pt x="26753" y="17198"/>
                  </a:lnTo>
                  <a:lnTo>
                    <a:pt x="26753" y="18631"/>
                  </a:lnTo>
                  <a:lnTo>
                    <a:pt x="19587" y="17198"/>
                  </a:lnTo>
                  <a:lnTo>
                    <a:pt x="7166" y="18154"/>
                  </a:lnTo>
                  <a:lnTo>
                    <a:pt x="0" y="12421"/>
                  </a:lnTo>
                  <a:lnTo>
                    <a:pt x="7644" y="6688"/>
                  </a:lnTo>
                  <a:lnTo>
                    <a:pt x="11466" y="5255"/>
                  </a:lnTo>
                  <a:lnTo>
                    <a:pt x="16721" y="0"/>
                  </a:lnTo>
                  <a:lnTo>
                    <a:pt x="22931" y="5255"/>
                  </a:lnTo>
                  <a:lnTo>
                    <a:pt x="22931" y="9077"/>
                  </a:lnTo>
                  <a:lnTo>
                    <a:pt x="22931" y="10988"/>
                  </a:lnTo>
                  <a:lnTo>
                    <a:pt x="24364" y="12899"/>
                  </a:lnTo>
                  <a:lnTo>
                    <a:pt x="26275" y="157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8" name="Freeform 1377">
              <a:extLst>
                <a:ext uri="{FF2B5EF4-FFF2-40B4-BE49-F238E27FC236}">
                  <a16:creationId xmlns:a16="http://schemas.microsoft.com/office/drawing/2014/main" id="{46B86EB0-35AA-E679-E6D7-BC64A3B92AB8}"/>
                </a:ext>
              </a:extLst>
            </p:cNvPr>
            <p:cNvSpPr/>
            <p:nvPr/>
          </p:nvSpPr>
          <p:spPr>
            <a:xfrm>
              <a:off x="6696027" y="4516574"/>
              <a:ext cx="206857" cy="248419"/>
            </a:xfrm>
            <a:custGeom>
              <a:avLst/>
              <a:gdLst>
                <a:gd name="csX0" fmla="*/ 206379 w 206857"/>
                <a:gd name="csY0" fmla="*/ 27708 h 248419"/>
                <a:gd name="csX1" fmla="*/ 206857 w 206857"/>
                <a:gd name="csY1" fmla="*/ 28664 h 248419"/>
                <a:gd name="csX2" fmla="*/ 206857 w 206857"/>
                <a:gd name="csY2" fmla="*/ 29142 h 248419"/>
                <a:gd name="csX3" fmla="*/ 204468 w 206857"/>
                <a:gd name="csY3" fmla="*/ 29142 h 248419"/>
                <a:gd name="csX4" fmla="*/ 203035 w 206857"/>
                <a:gd name="csY4" fmla="*/ 28186 h 248419"/>
                <a:gd name="csX5" fmla="*/ 199691 w 206857"/>
                <a:gd name="csY5" fmla="*/ 29142 h 248419"/>
                <a:gd name="csX6" fmla="*/ 197780 w 206857"/>
                <a:gd name="csY6" fmla="*/ 30097 h 248419"/>
                <a:gd name="csX7" fmla="*/ 197302 w 206857"/>
                <a:gd name="csY7" fmla="*/ 31530 h 248419"/>
                <a:gd name="csX8" fmla="*/ 196825 w 206857"/>
                <a:gd name="csY8" fmla="*/ 37741 h 248419"/>
                <a:gd name="csX9" fmla="*/ 195869 w 206857"/>
                <a:gd name="csY9" fmla="*/ 41563 h 248419"/>
                <a:gd name="csX10" fmla="*/ 195869 w 206857"/>
                <a:gd name="csY10" fmla="*/ 46817 h 248419"/>
                <a:gd name="csX11" fmla="*/ 193003 w 206857"/>
                <a:gd name="csY11" fmla="*/ 50162 h 248419"/>
                <a:gd name="csX12" fmla="*/ 192048 w 206857"/>
                <a:gd name="csY12" fmla="*/ 52550 h 248419"/>
                <a:gd name="csX13" fmla="*/ 187748 w 206857"/>
                <a:gd name="csY13" fmla="*/ 57328 h 248419"/>
                <a:gd name="csX14" fmla="*/ 185837 w 206857"/>
                <a:gd name="csY14" fmla="*/ 61627 h 248419"/>
                <a:gd name="csX15" fmla="*/ 184882 w 206857"/>
                <a:gd name="csY15" fmla="*/ 63538 h 248419"/>
                <a:gd name="csX16" fmla="*/ 181537 w 206857"/>
                <a:gd name="csY16" fmla="*/ 69271 h 248419"/>
                <a:gd name="csX17" fmla="*/ 176282 w 206857"/>
                <a:gd name="csY17" fmla="*/ 73570 h 248419"/>
                <a:gd name="csX18" fmla="*/ 174371 w 206857"/>
                <a:gd name="csY18" fmla="*/ 79303 h 248419"/>
                <a:gd name="csX19" fmla="*/ 172938 w 206857"/>
                <a:gd name="csY19" fmla="*/ 82647 h 248419"/>
                <a:gd name="csX20" fmla="*/ 170550 w 206857"/>
                <a:gd name="csY20" fmla="*/ 85991 h 248419"/>
                <a:gd name="csX21" fmla="*/ 166250 w 206857"/>
                <a:gd name="csY21" fmla="*/ 91247 h 248419"/>
                <a:gd name="csX22" fmla="*/ 163861 w 206857"/>
                <a:gd name="csY22" fmla="*/ 95068 h 248419"/>
                <a:gd name="csX23" fmla="*/ 161473 w 206857"/>
                <a:gd name="csY23" fmla="*/ 101756 h 248419"/>
                <a:gd name="csX24" fmla="*/ 160517 w 206857"/>
                <a:gd name="csY24" fmla="*/ 106056 h 248419"/>
                <a:gd name="csX25" fmla="*/ 152396 w 206857"/>
                <a:gd name="csY25" fmla="*/ 118477 h 248419"/>
                <a:gd name="csX26" fmla="*/ 144275 w 206857"/>
                <a:gd name="csY26" fmla="*/ 128509 h 248419"/>
                <a:gd name="csX27" fmla="*/ 139019 w 206857"/>
                <a:gd name="csY27" fmla="*/ 136631 h 248419"/>
                <a:gd name="csX28" fmla="*/ 129943 w 206857"/>
                <a:gd name="csY28" fmla="*/ 146185 h 248419"/>
                <a:gd name="csX29" fmla="*/ 117521 w 206857"/>
                <a:gd name="csY29" fmla="*/ 158606 h 248419"/>
                <a:gd name="csX30" fmla="*/ 100801 w 206857"/>
                <a:gd name="csY30" fmla="*/ 173416 h 248419"/>
                <a:gd name="csX31" fmla="*/ 96502 w 206857"/>
                <a:gd name="csY31" fmla="*/ 176282 h 248419"/>
                <a:gd name="csX32" fmla="*/ 78348 w 206857"/>
                <a:gd name="csY32" fmla="*/ 185359 h 248419"/>
                <a:gd name="csX33" fmla="*/ 66882 w 206857"/>
                <a:gd name="csY33" fmla="*/ 193003 h 248419"/>
                <a:gd name="csX34" fmla="*/ 61150 w 206857"/>
                <a:gd name="csY34" fmla="*/ 197780 h 248419"/>
                <a:gd name="csX35" fmla="*/ 54939 w 206857"/>
                <a:gd name="csY35" fmla="*/ 202557 h 248419"/>
                <a:gd name="csX36" fmla="*/ 49684 w 206857"/>
                <a:gd name="csY36" fmla="*/ 206857 h 248419"/>
                <a:gd name="csX37" fmla="*/ 34874 w 206857"/>
                <a:gd name="csY37" fmla="*/ 221189 h 248419"/>
                <a:gd name="csX38" fmla="*/ 33441 w 206857"/>
                <a:gd name="csY38" fmla="*/ 222622 h 248419"/>
                <a:gd name="csX39" fmla="*/ 31530 w 206857"/>
                <a:gd name="csY39" fmla="*/ 223577 h 248419"/>
                <a:gd name="csX40" fmla="*/ 29620 w 206857"/>
                <a:gd name="csY40" fmla="*/ 226444 h 248419"/>
                <a:gd name="csX41" fmla="*/ 28664 w 206857"/>
                <a:gd name="csY41" fmla="*/ 227399 h 248419"/>
                <a:gd name="csX42" fmla="*/ 24842 w 206857"/>
                <a:gd name="csY42" fmla="*/ 231221 h 248419"/>
                <a:gd name="csX43" fmla="*/ 22931 w 206857"/>
                <a:gd name="csY43" fmla="*/ 233610 h 248419"/>
                <a:gd name="csX44" fmla="*/ 20065 w 206857"/>
                <a:gd name="csY44" fmla="*/ 235521 h 248419"/>
                <a:gd name="csX45" fmla="*/ 19109 w 206857"/>
                <a:gd name="csY45" fmla="*/ 236954 h 248419"/>
                <a:gd name="csX46" fmla="*/ 18632 w 206857"/>
                <a:gd name="csY46" fmla="*/ 238865 h 248419"/>
                <a:gd name="csX47" fmla="*/ 17676 w 206857"/>
                <a:gd name="csY47" fmla="*/ 239820 h 248419"/>
                <a:gd name="csX48" fmla="*/ 15288 w 206857"/>
                <a:gd name="csY48" fmla="*/ 243642 h 248419"/>
                <a:gd name="csX49" fmla="*/ 13377 w 206857"/>
                <a:gd name="csY49" fmla="*/ 246509 h 248419"/>
                <a:gd name="csX50" fmla="*/ 11466 w 206857"/>
                <a:gd name="csY50" fmla="*/ 248419 h 248419"/>
                <a:gd name="csX51" fmla="*/ 11466 w 206857"/>
                <a:gd name="csY51" fmla="*/ 246986 h 248419"/>
                <a:gd name="csX52" fmla="*/ 10988 w 206857"/>
                <a:gd name="csY52" fmla="*/ 246509 h 248419"/>
                <a:gd name="csX53" fmla="*/ 9077 w 206857"/>
                <a:gd name="csY53" fmla="*/ 244120 h 248419"/>
                <a:gd name="csX54" fmla="*/ 5733 w 206857"/>
                <a:gd name="csY54" fmla="*/ 239820 h 248419"/>
                <a:gd name="csX55" fmla="*/ 2866 w 206857"/>
                <a:gd name="csY55" fmla="*/ 236954 h 248419"/>
                <a:gd name="csX56" fmla="*/ 478 w 206857"/>
                <a:gd name="csY56" fmla="*/ 233610 h 248419"/>
                <a:gd name="csX57" fmla="*/ 478 w 206857"/>
                <a:gd name="csY57" fmla="*/ 231221 h 248419"/>
                <a:gd name="csX58" fmla="*/ 478 w 206857"/>
                <a:gd name="csY58" fmla="*/ 223577 h 248419"/>
                <a:gd name="csX59" fmla="*/ 478 w 206857"/>
                <a:gd name="csY59" fmla="*/ 208290 h 248419"/>
                <a:gd name="csX60" fmla="*/ 0 w 206857"/>
                <a:gd name="csY60" fmla="*/ 193003 h 248419"/>
                <a:gd name="csX61" fmla="*/ 0 w 206857"/>
                <a:gd name="csY61" fmla="*/ 177715 h 248419"/>
                <a:gd name="csX62" fmla="*/ 0 w 206857"/>
                <a:gd name="csY62" fmla="*/ 170072 h 248419"/>
                <a:gd name="csX63" fmla="*/ 0 w 206857"/>
                <a:gd name="csY63" fmla="*/ 167205 h 248419"/>
                <a:gd name="csX64" fmla="*/ 478 w 206857"/>
                <a:gd name="csY64" fmla="*/ 166728 h 248419"/>
                <a:gd name="csX65" fmla="*/ 3344 w 206857"/>
                <a:gd name="csY65" fmla="*/ 163861 h 248419"/>
                <a:gd name="csX66" fmla="*/ 7644 w 206857"/>
                <a:gd name="csY66" fmla="*/ 160039 h 248419"/>
                <a:gd name="csX67" fmla="*/ 12899 w 206857"/>
                <a:gd name="csY67" fmla="*/ 152873 h 248419"/>
                <a:gd name="csX68" fmla="*/ 15765 w 206857"/>
                <a:gd name="csY68" fmla="*/ 149052 h 248419"/>
                <a:gd name="csX69" fmla="*/ 18154 w 206857"/>
                <a:gd name="csY69" fmla="*/ 146185 h 248419"/>
                <a:gd name="csX70" fmla="*/ 19109 w 206857"/>
                <a:gd name="csY70" fmla="*/ 145230 h 248419"/>
                <a:gd name="csX71" fmla="*/ 21020 w 206857"/>
                <a:gd name="csY71" fmla="*/ 143319 h 248419"/>
                <a:gd name="csX72" fmla="*/ 25320 w 206857"/>
                <a:gd name="csY72" fmla="*/ 141886 h 248419"/>
                <a:gd name="csX73" fmla="*/ 27709 w 206857"/>
                <a:gd name="csY73" fmla="*/ 141886 h 248419"/>
                <a:gd name="csX74" fmla="*/ 36307 w 206857"/>
                <a:gd name="csY74" fmla="*/ 140453 h 248419"/>
                <a:gd name="csX75" fmla="*/ 37741 w 206857"/>
                <a:gd name="csY75" fmla="*/ 139975 h 248419"/>
                <a:gd name="csX76" fmla="*/ 38218 w 206857"/>
                <a:gd name="csY76" fmla="*/ 139019 h 248419"/>
                <a:gd name="csX77" fmla="*/ 39174 w 206857"/>
                <a:gd name="csY77" fmla="*/ 137586 h 248419"/>
                <a:gd name="csX78" fmla="*/ 40607 w 206857"/>
                <a:gd name="csY78" fmla="*/ 135675 h 248419"/>
                <a:gd name="csX79" fmla="*/ 42996 w 206857"/>
                <a:gd name="csY79" fmla="*/ 133764 h 248419"/>
                <a:gd name="csX80" fmla="*/ 47295 w 206857"/>
                <a:gd name="csY80" fmla="*/ 131854 h 248419"/>
                <a:gd name="csX81" fmla="*/ 51117 w 206857"/>
                <a:gd name="csY81" fmla="*/ 130420 h 248419"/>
                <a:gd name="csX82" fmla="*/ 52073 w 206857"/>
                <a:gd name="csY82" fmla="*/ 129942 h 248419"/>
                <a:gd name="csX83" fmla="*/ 56850 w 206857"/>
                <a:gd name="csY83" fmla="*/ 128987 h 248419"/>
                <a:gd name="csX84" fmla="*/ 58283 w 206857"/>
                <a:gd name="csY84" fmla="*/ 128987 h 248419"/>
                <a:gd name="csX85" fmla="*/ 60194 w 206857"/>
                <a:gd name="csY85" fmla="*/ 128509 h 248419"/>
                <a:gd name="csX86" fmla="*/ 60672 w 206857"/>
                <a:gd name="csY86" fmla="*/ 128509 h 248419"/>
                <a:gd name="csX87" fmla="*/ 67360 w 206857"/>
                <a:gd name="csY87" fmla="*/ 128987 h 248419"/>
                <a:gd name="csX88" fmla="*/ 73093 w 206857"/>
                <a:gd name="csY88" fmla="*/ 128987 h 248419"/>
                <a:gd name="csX89" fmla="*/ 78348 w 206857"/>
                <a:gd name="csY89" fmla="*/ 129465 h 248419"/>
                <a:gd name="csX90" fmla="*/ 78825 w 206857"/>
                <a:gd name="csY90" fmla="*/ 128987 h 248419"/>
                <a:gd name="csX91" fmla="*/ 82647 w 206857"/>
                <a:gd name="csY91" fmla="*/ 125165 h 248419"/>
                <a:gd name="csX92" fmla="*/ 88858 w 206857"/>
                <a:gd name="csY92" fmla="*/ 119432 h 248419"/>
                <a:gd name="csX93" fmla="*/ 92680 w 206857"/>
                <a:gd name="csY93" fmla="*/ 115611 h 248419"/>
                <a:gd name="csX94" fmla="*/ 98890 w 206857"/>
                <a:gd name="csY94" fmla="*/ 109400 h 248419"/>
                <a:gd name="csX95" fmla="*/ 103189 w 206857"/>
                <a:gd name="csY95" fmla="*/ 105100 h 248419"/>
                <a:gd name="csX96" fmla="*/ 108445 w 206857"/>
                <a:gd name="csY96" fmla="*/ 100323 h 248419"/>
                <a:gd name="csX97" fmla="*/ 113222 w 206857"/>
                <a:gd name="csY97" fmla="*/ 96024 h 248419"/>
                <a:gd name="csX98" fmla="*/ 119432 w 206857"/>
                <a:gd name="csY98" fmla="*/ 90769 h 248419"/>
                <a:gd name="csX99" fmla="*/ 122777 w 206857"/>
                <a:gd name="csY99" fmla="*/ 87424 h 248419"/>
                <a:gd name="csX100" fmla="*/ 128987 w 206857"/>
                <a:gd name="csY100" fmla="*/ 82170 h 248419"/>
                <a:gd name="csX101" fmla="*/ 134242 w 206857"/>
                <a:gd name="csY101" fmla="*/ 77392 h 248419"/>
                <a:gd name="csX102" fmla="*/ 139019 w 206857"/>
                <a:gd name="csY102" fmla="*/ 73093 h 248419"/>
                <a:gd name="csX103" fmla="*/ 132331 w 206857"/>
                <a:gd name="csY103" fmla="*/ 73093 h 248419"/>
                <a:gd name="csX104" fmla="*/ 125643 w 206857"/>
                <a:gd name="csY104" fmla="*/ 73093 h 248419"/>
                <a:gd name="csX105" fmla="*/ 119432 w 206857"/>
                <a:gd name="csY105" fmla="*/ 73093 h 248419"/>
                <a:gd name="csX106" fmla="*/ 118000 w 206857"/>
                <a:gd name="csY106" fmla="*/ 72615 h 248419"/>
                <a:gd name="csX107" fmla="*/ 112744 w 206857"/>
                <a:gd name="csY107" fmla="*/ 70704 h 248419"/>
                <a:gd name="csX108" fmla="*/ 106056 w 206857"/>
                <a:gd name="csY108" fmla="*/ 68793 h 248419"/>
                <a:gd name="csX109" fmla="*/ 97457 w 206857"/>
                <a:gd name="csY109" fmla="*/ 65927 h 248419"/>
                <a:gd name="csX110" fmla="*/ 91246 w 206857"/>
                <a:gd name="csY110" fmla="*/ 64016 h 248419"/>
                <a:gd name="csX111" fmla="*/ 84558 w 206857"/>
                <a:gd name="csY111" fmla="*/ 62105 h 248419"/>
                <a:gd name="csX112" fmla="*/ 77870 w 206857"/>
                <a:gd name="csY112" fmla="*/ 60194 h 248419"/>
                <a:gd name="csX113" fmla="*/ 72615 w 206857"/>
                <a:gd name="csY113" fmla="*/ 58761 h 248419"/>
                <a:gd name="csX114" fmla="*/ 66405 w 206857"/>
                <a:gd name="csY114" fmla="*/ 56850 h 248419"/>
                <a:gd name="csX115" fmla="*/ 60672 w 206857"/>
                <a:gd name="csY115" fmla="*/ 54939 h 248419"/>
                <a:gd name="csX116" fmla="*/ 60194 w 206857"/>
                <a:gd name="csY116" fmla="*/ 54461 h 248419"/>
                <a:gd name="csX117" fmla="*/ 56850 w 206857"/>
                <a:gd name="csY117" fmla="*/ 52073 h 248419"/>
                <a:gd name="csX118" fmla="*/ 52550 w 206857"/>
                <a:gd name="csY118" fmla="*/ 48728 h 248419"/>
                <a:gd name="csX119" fmla="*/ 52073 w 206857"/>
                <a:gd name="csY119" fmla="*/ 48251 h 248419"/>
                <a:gd name="csX120" fmla="*/ 50162 w 206857"/>
                <a:gd name="csY120" fmla="*/ 47773 h 248419"/>
                <a:gd name="csX121" fmla="*/ 48251 w 206857"/>
                <a:gd name="csY121" fmla="*/ 45862 h 248419"/>
                <a:gd name="csX122" fmla="*/ 46340 w 206857"/>
                <a:gd name="csY122" fmla="*/ 43474 h 248419"/>
                <a:gd name="csX123" fmla="*/ 44907 w 206857"/>
                <a:gd name="csY123" fmla="*/ 40607 h 248419"/>
                <a:gd name="csX124" fmla="*/ 43951 w 206857"/>
                <a:gd name="csY124" fmla="*/ 38696 h 248419"/>
                <a:gd name="csX125" fmla="*/ 42040 w 206857"/>
                <a:gd name="csY125" fmla="*/ 37741 h 248419"/>
                <a:gd name="csX126" fmla="*/ 40607 w 206857"/>
                <a:gd name="csY126" fmla="*/ 36308 h 248419"/>
                <a:gd name="csX127" fmla="*/ 38696 w 206857"/>
                <a:gd name="csY127" fmla="*/ 33919 h 248419"/>
                <a:gd name="csX128" fmla="*/ 37263 w 206857"/>
                <a:gd name="csY128" fmla="*/ 32486 h 248419"/>
                <a:gd name="csX129" fmla="*/ 36786 w 206857"/>
                <a:gd name="csY129" fmla="*/ 31530 h 248419"/>
                <a:gd name="csX130" fmla="*/ 36307 w 206857"/>
                <a:gd name="csY130" fmla="*/ 29619 h 248419"/>
                <a:gd name="csX131" fmla="*/ 34874 w 206857"/>
                <a:gd name="csY131" fmla="*/ 27231 h 248419"/>
                <a:gd name="csX132" fmla="*/ 33919 w 206857"/>
                <a:gd name="csY132" fmla="*/ 25798 h 248419"/>
                <a:gd name="csX133" fmla="*/ 33441 w 206857"/>
                <a:gd name="csY133" fmla="*/ 25320 h 248419"/>
                <a:gd name="csX134" fmla="*/ 33919 w 206857"/>
                <a:gd name="csY134" fmla="*/ 24842 h 248419"/>
                <a:gd name="csX135" fmla="*/ 35830 w 206857"/>
                <a:gd name="csY135" fmla="*/ 21976 h 248419"/>
                <a:gd name="csX136" fmla="*/ 36786 w 206857"/>
                <a:gd name="csY136" fmla="*/ 21020 h 248419"/>
                <a:gd name="csX137" fmla="*/ 37741 w 206857"/>
                <a:gd name="csY137" fmla="*/ 19587 h 248419"/>
                <a:gd name="csX138" fmla="*/ 38696 w 206857"/>
                <a:gd name="csY138" fmla="*/ 18632 h 248419"/>
                <a:gd name="csX139" fmla="*/ 38696 w 206857"/>
                <a:gd name="csY139" fmla="*/ 18154 h 248419"/>
                <a:gd name="csX140" fmla="*/ 41563 w 206857"/>
                <a:gd name="csY140" fmla="*/ 14332 h 248419"/>
                <a:gd name="csX141" fmla="*/ 43473 w 206857"/>
                <a:gd name="csY141" fmla="*/ 10988 h 248419"/>
                <a:gd name="csX142" fmla="*/ 45384 w 206857"/>
                <a:gd name="csY142" fmla="*/ 8599 h 248419"/>
                <a:gd name="csX143" fmla="*/ 49206 w 206857"/>
                <a:gd name="csY143" fmla="*/ 11466 h 248419"/>
                <a:gd name="csX144" fmla="*/ 53028 w 206857"/>
                <a:gd name="csY144" fmla="*/ 17198 h 248419"/>
                <a:gd name="csX145" fmla="*/ 57328 w 206857"/>
                <a:gd name="csY145" fmla="*/ 21976 h 248419"/>
                <a:gd name="csX146" fmla="*/ 63538 w 206857"/>
                <a:gd name="csY146" fmla="*/ 26275 h 248419"/>
                <a:gd name="csX147" fmla="*/ 65927 w 206857"/>
                <a:gd name="csY147" fmla="*/ 27708 h 248419"/>
                <a:gd name="csX148" fmla="*/ 67838 w 206857"/>
                <a:gd name="csY148" fmla="*/ 28664 h 248419"/>
                <a:gd name="csX149" fmla="*/ 78825 w 206857"/>
                <a:gd name="csY149" fmla="*/ 28186 h 248419"/>
                <a:gd name="csX150" fmla="*/ 86947 w 206857"/>
                <a:gd name="csY150" fmla="*/ 24364 h 248419"/>
                <a:gd name="csX151" fmla="*/ 94113 w 206857"/>
                <a:gd name="csY151" fmla="*/ 21498 h 248419"/>
                <a:gd name="csX152" fmla="*/ 96502 w 206857"/>
                <a:gd name="csY152" fmla="*/ 21020 h 248419"/>
                <a:gd name="csX153" fmla="*/ 100323 w 206857"/>
                <a:gd name="csY153" fmla="*/ 21976 h 248419"/>
                <a:gd name="csX154" fmla="*/ 105100 w 206857"/>
                <a:gd name="csY154" fmla="*/ 21976 h 248419"/>
                <a:gd name="csX155" fmla="*/ 108923 w 206857"/>
                <a:gd name="csY155" fmla="*/ 22931 h 248419"/>
                <a:gd name="csX156" fmla="*/ 111311 w 206857"/>
                <a:gd name="csY156" fmla="*/ 22453 h 248419"/>
                <a:gd name="csX157" fmla="*/ 119432 w 206857"/>
                <a:gd name="csY157" fmla="*/ 19587 h 248419"/>
                <a:gd name="csX158" fmla="*/ 124210 w 206857"/>
                <a:gd name="csY158" fmla="*/ 16243 h 248419"/>
                <a:gd name="csX159" fmla="*/ 128032 w 206857"/>
                <a:gd name="csY159" fmla="*/ 14810 h 248419"/>
                <a:gd name="csX160" fmla="*/ 128987 w 206857"/>
                <a:gd name="csY160" fmla="*/ 14810 h 248419"/>
                <a:gd name="csX161" fmla="*/ 133764 w 206857"/>
                <a:gd name="csY161" fmla="*/ 15765 h 248419"/>
                <a:gd name="csX162" fmla="*/ 139975 w 206857"/>
                <a:gd name="csY162" fmla="*/ 15287 h 248419"/>
                <a:gd name="csX163" fmla="*/ 148096 w 206857"/>
                <a:gd name="csY163" fmla="*/ 12421 h 248419"/>
                <a:gd name="csX164" fmla="*/ 150962 w 206857"/>
                <a:gd name="csY164" fmla="*/ 11943 h 248419"/>
                <a:gd name="csX165" fmla="*/ 152873 w 206857"/>
                <a:gd name="csY165" fmla="*/ 11943 h 248419"/>
                <a:gd name="csX166" fmla="*/ 157651 w 206857"/>
                <a:gd name="csY166" fmla="*/ 13376 h 248419"/>
                <a:gd name="csX167" fmla="*/ 158128 w 206857"/>
                <a:gd name="csY167" fmla="*/ 13376 h 248419"/>
                <a:gd name="csX168" fmla="*/ 160517 w 206857"/>
                <a:gd name="csY168" fmla="*/ 12899 h 248419"/>
                <a:gd name="csX169" fmla="*/ 167205 w 206857"/>
                <a:gd name="csY169" fmla="*/ 11466 h 248419"/>
                <a:gd name="csX170" fmla="*/ 171983 w 206857"/>
                <a:gd name="csY170" fmla="*/ 9555 h 248419"/>
                <a:gd name="csX171" fmla="*/ 181537 w 206857"/>
                <a:gd name="csY171" fmla="*/ 8121 h 248419"/>
                <a:gd name="csX172" fmla="*/ 188703 w 206857"/>
                <a:gd name="csY172" fmla="*/ 4777 h 248419"/>
                <a:gd name="csX173" fmla="*/ 189659 w 206857"/>
                <a:gd name="csY173" fmla="*/ 2867 h 248419"/>
                <a:gd name="csX174" fmla="*/ 192048 w 206857"/>
                <a:gd name="csY174" fmla="*/ 478 h 248419"/>
                <a:gd name="csX175" fmla="*/ 194914 w 206857"/>
                <a:gd name="csY175" fmla="*/ 0 h 248419"/>
                <a:gd name="csX176" fmla="*/ 203035 w 206857"/>
                <a:gd name="csY176" fmla="*/ 2389 h 248419"/>
                <a:gd name="csX177" fmla="*/ 203991 w 206857"/>
                <a:gd name="csY177" fmla="*/ 2867 h 248419"/>
                <a:gd name="csX178" fmla="*/ 203513 w 206857"/>
                <a:gd name="csY178" fmla="*/ 4300 h 248419"/>
                <a:gd name="csX179" fmla="*/ 203513 w 206857"/>
                <a:gd name="csY179" fmla="*/ 5733 h 248419"/>
                <a:gd name="csX180" fmla="*/ 201602 w 206857"/>
                <a:gd name="csY180" fmla="*/ 8599 h 248419"/>
                <a:gd name="csX181" fmla="*/ 200646 w 206857"/>
                <a:gd name="csY181" fmla="*/ 11943 h 248419"/>
                <a:gd name="csX182" fmla="*/ 201602 w 206857"/>
                <a:gd name="csY182" fmla="*/ 16721 h 248419"/>
                <a:gd name="csX183" fmla="*/ 202080 w 206857"/>
                <a:gd name="csY183" fmla="*/ 24364 h 248419"/>
                <a:gd name="csX184" fmla="*/ 201602 w 206857"/>
                <a:gd name="csY184" fmla="*/ 25320 h 248419"/>
                <a:gd name="csX185" fmla="*/ 201124 w 206857"/>
                <a:gd name="csY185" fmla="*/ 26275 h 248419"/>
                <a:gd name="csX186" fmla="*/ 201124 w 206857"/>
                <a:gd name="csY186" fmla="*/ 27231 h 248419"/>
                <a:gd name="csX187" fmla="*/ 200169 w 206857"/>
                <a:gd name="csY187" fmla="*/ 27708 h 248419"/>
                <a:gd name="csX188" fmla="*/ 199691 w 206857"/>
                <a:gd name="csY188" fmla="*/ 28186 h 248419"/>
                <a:gd name="csX189" fmla="*/ 200169 w 206857"/>
                <a:gd name="csY189" fmla="*/ 28186 h 248419"/>
                <a:gd name="csX190" fmla="*/ 203035 w 206857"/>
                <a:gd name="csY190" fmla="*/ 27708 h 248419"/>
                <a:gd name="csX191" fmla="*/ 202557 w 206857"/>
                <a:gd name="csY191" fmla="*/ 26753 h 248419"/>
                <a:gd name="csX192" fmla="*/ 203035 w 206857"/>
                <a:gd name="csY192" fmla="*/ 26275 h 248419"/>
                <a:gd name="csX193" fmla="*/ 204946 w 206857"/>
                <a:gd name="csY193" fmla="*/ 27231 h 248419"/>
                <a:gd name="csX194" fmla="*/ 206379 w 206857"/>
                <a:gd name="csY194" fmla="*/ 27708 h 2484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</a:cxnLst>
              <a:rect l="l" t="t" r="r" b="b"/>
              <a:pathLst>
                <a:path w="206857" h="248419">
                  <a:moveTo>
                    <a:pt x="206379" y="27708"/>
                  </a:moveTo>
                  <a:lnTo>
                    <a:pt x="206857" y="28664"/>
                  </a:lnTo>
                  <a:lnTo>
                    <a:pt x="206857" y="29142"/>
                  </a:lnTo>
                  <a:lnTo>
                    <a:pt x="204468" y="29142"/>
                  </a:lnTo>
                  <a:lnTo>
                    <a:pt x="203035" y="28186"/>
                  </a:lnTo>
                  <a:lnTo>
                    <a:pt x="199691" y="29142"/>
                  </a:lnTo>
                  <a:lnTo>
                    <a:pt x="197780" y="30097"/>
                  </a:lnTo>
                  <a:lnTo>
                    <a:pt x="197302" y="31530"/>
                  </a:lnTo>
                  <a:lnTo>
                    <a:pt x="196825" y="37741"/>
                  </a:lnTo>
                  <a:lnTo>
                    <a:pt x="195869" y="41563"/>
                  </a:lnTo>
                  <a:lnTo>
                    <a:pt x="195869" y="46817"/>
                  </a:lnTo>
                  <a:lnTo>
                    <a:pt x="193003" y="50162"/>
                  </a:lnTo>
                  <a:lnTo>
                    <a:pt x="192048" y="52550"/>
                  </a:lnTo>
                  <a:lnTo>
                    <a:pt x="187748" y="57328"/>
                  </a:lnTo>
                  <a:lnTo>
                    <a:pt x="185837" y="61627"/>
                  </a:lnTo>
                  <a:lnTo>
                    <a:pt x="184882" y="63538"/>
                  </a:lnTo>
                  <a:lnTo>
                    <a:pt x="181537" y="69271"/>
                  </a:lnTo>
                  <a:lnTo>
                    <a:pt x="176282" y="73570"/>
                  </a:lnTo>
                  <a:lnTo>
                    <a:pt x="174371" y="79303"/>
                  </a:lnTo>
                  <a:lnTo>
                    <a:pt x="172938" y="82647"/>
                  </a:lnTo>
                  <a:lnTo>
                    <a:pt x="170550" y="85991"/>
                  </a:lnTo>
                  <a:lnTo>
                    <a:pt x="166250" y="91247"/>
                  </a:lnTo>
                  <a:lnTo>
                    <a:pt x="163861" y="95068"/>
                  </a:lnTo>
                  <a:lnTo>
                    <a:pt x="161473" y="101756"/>
                  </a:lnTo>
                  <a:lnTo>
                    <a:pt x="160517" y="106056"/>
                  </a:lnTo>
                  <a:lnTo>
                    <a:pt x="152396" y="118477"/>
                  </a:lnTo>
                  <a:lnTo>
                    <a:pt x="144275" y="128509"/>
                  </a:lnTo>
                  <a:lnTo>
                    <a:pt x="139019" y="136631"/>
                  </a:lnTo>
                  <a:lnTo>
                    <a:pt x="129943" y="146185"/>
                  </a:lnTo>
                  <a:lnTo>
                    <a:pt x="117521" y="158606"/>
                  </a:lnTo>
                  <a:lnTo>
                    <a:pt x="100801" y="173416"/>
                  </a:lnTo>
                  <a:lnTo>
                    <a:pt x="96502" y="176282"/>
                  </a:lnTo>
                  <a:lnTo>
                    <a:pt x="78348" y="185359"/>
                  </a:lnTo>
                  <a:lnTo>
                    <a:pt x="66882" y="193003"/>
                  </a:lnTo>
                  <a:lnTo>
                    <a:pt x="61150" y="197780"/>
                  </a:lnTo>
                  <a:lnTo>
                    <a:pt x="54939" y="202557"/>
                  </a:lnTo>
                  <a:lnTo>
                    <a:pt x="49684" y="206857"/>
                  </a:lnTo>
                  <a:lnTo>
                    <a:pt x="34874" y="221189"/>
                  </a:lnTo>
                  <a:lnTo>
                    <a:pt x="33441" y="222622"/>
                  </a:lnTo>
                  <a:lnTo>
                    <a:pt x="31530" y="223577"/>
                  </a:lnTo>
                  <a:lnTo>
                    <a:pt x="29620" y="226444"/>
                  </a:lnTo>
                  <a:lnTo>
                    <a:pt x="28664" y="227399"/>
                  </a:lnTo>
                  <a:lnTo>
                    <a:pt x="24842" y="231221"/>
                  </a:lnTo>
                  <a:lnTo>
                    <a:pt x="22931" y="233610"/>
                  </a:lnTo>
                  <a:lnTo>
                    <a:pt x="20065" y="235521"/>
                  </a:lnTo>
                  <a:lnTo>
                    <a:pt x="19109" y="236954"/>
                  </a:lnTo>
                  <a:lnTo>
                    <a:pt x="18632" y="238865"/>
                  </a:lnTo>
                  <a:lnTo>
                    <a:pt x="17676" y="239820"/>
                  </a:lnTo>
                  <a:lnTo>
                    <a:pt x="15288" y="243642"/>
                  </a:lnTo>
                  <a:lnTo>
                    <a:pt x="13377" y="246509"/>
                  </a:lnTo>
                  <a:lnTo>
                    <a:pt x="11466" y="248419"/>
                  </a:lnTo>
                  <a:lnTo>
                    <a:pt x="11466" y="246986"/>
                  </a:lnTo>
                  <a:lnTo>
                    <a:pt x="10988" y="246509"/>
                  </a:lnTo>
                  <a:lnTo>
                    <a:pt x="9077" y="244120"/>
                  </a:lnTo>
                  <a:lnTo>
                    <a:pt x="5733" y="239820"/>
                  </a:lnTo>
                  <a:lnTo>
                    <a:pt x="2866" y="236954"/>
                  </a:lnTo>
                  <a:lnTo>
                    <a:pt x="478" y="233610"/>
                  </a:lnTo>
                  <a:lnTo>
                    <a:pt x="478" y="231221"/>
                  </a:lnTo>
                  <a:lnTo>
                    <a:pt x="478" y="223577"/>
                  </a:lnTo>
                  <a:lnTo>
                    <a:pt x="478" y="208290"/>
                  </a:lnTo>
                  <a:lnTo>
                    <a:pt x="0" y="193003"/>
                  </a:lnTo>
                  <a:lnTo>
                    <a:pt x="0" y="177715"/>
                  </a:lnTo>
                  <a:lnTo>
                    <a:pt x="0" y="170072"/>
                  </a:lnTo>
                  <a:lnTo>
                    <a:pt x="0" y="167205"/>
                  </a:lnTo>
                  <a:lnTo>
                    <a:pt x="478" y="166728"/>
                  </a:lnTo>
                  <a:lnTo>
                    <a:pt x="3344" y="163861"/>
                  </a:lnTo>
                  <a:lnTo>
                    <a:pt x="7644" y="160039"/>
                  </a:lnTo>
                  <a:lnTo>
                    <a:pt x="12899" y="152873"/>
                  </a:lnTo>
                  <a:lnTo>
                    <a:pt x="15765" y="149052"/>
                  </a:lnTo>
                  <a:lnTo>
                    <a:pt x="18154" y="146185"/>
                  </a:lnTo>
                  <a:lnTo>
                    <a:pt x="19109" y="145230"/>
                  </a:lnTo>
                  <a:lnTo>
                    <a:pt x="21020" y="143319"/>
                  </a:lnTo>
                  <a:lnTo>
                    <a:pt x="25320" y="141886"/>
                  </a:lnTo>
                  <a:lnTo>
                    <a:pt x="27709" y="141886"/>
                  </a:lnTo>
                  <a:lnTo>
                    <a:pt x="36307" y="140453"/>
                  </a:lnTo>
                  <a:lnTo>
                    <a:pt x="37741" y="139975"/>
                  </a:lnTo>
                  <a:lnTo>
                    <a:pt x="38218" y="139019"/>
                  </a:lnTo>
                  <a:lnTo>
                    <a:pt x="39174" y="137586"/>
                  </a:lnTo>
                  <a:lnTo>
                    <a:pt x="40607" y="135675"/>
                  </a:lnTo>
                  <a:lnTo>
                    <a:pt x="42996" y="133764"/>
                  </a:lnTo>
                  <a:lnTo>
                    <a:pt x="47295" y="131854"/>
                  </a:lnTo>
                  <a:lnTo>
                    <a:pt x="51117" y="130420"/>
                  </a:lnTo>
                  <a:lnTo>
                    <a:pt x="52073" y="129942"/>
                  </a:lnTo>
                  <a:lnTo>
                    <a:pt x="56850" y="128987"/>
                  </a:lnTo>
                  <a:lnTo>
                    <a:pt x="58283" y="128987"/>
                  </a:lnTo>
                  <a:lnTo>
                    <a:pt x="60194" y="128509"/>
                  </a:lnTo>
                  <a:lnTo>
                    <a:pt x="60672" y="128509"/>
                  </a:lnTo>
                  <a:lnTo>
                    <a:pt x="67360" y="128987"/>
                  </a:lnTo>
                  <a:lnTo>
                    <a:pt x="73093" y="128987"/>
                  </a:lnTo>
                  <a:lnTo>
                    <a:pt x="78348" y="129465"/>
                  </a:lnTo>
                  <a:lnTo>
                    <a:pt x="78825" y="128987"/>
                  </a:lnTo>
                  <a:lnTo>
                    <a:pt x="82647" y="125165"/>
                  </a:lnTo>
                  <a:lnTo>
                    <a:pt x="88858" y="119432"/>
                  </a:lnTo>
                  <a:lnTo>
                    <a:pt x="92680" y="115611"/>
                  </a:lnTo>
                  <a:lnTo>
                    <a:pt x="98890" y="109400"/>
                  </a:lnTo>
                  <a:lnTo>
                    <a:pt x="103189" y="105100"/>
                  </a:lnTo>
                  <a:lnTo>
                    <a:pt x="108445" y="100323"/>
                  </a:lnTo>
                  <a:lnTo>
                    <a:pt x="113222" y="96024"/>
                  </a:lnTo>
                  <a:lnTo>
                    <a:pt x="119432" y="90769"/>
                  </a:lnTo>
                  <a:lnTo>
                    <a:pt x="122777" y="87424"/>
                  </a:lnTo>
                  <a:lnTo>
                    <a:pt x="128987" y="82170"/>
                  </a:lnTo>
                  <a:lnTo>
                    <a:pt x="134242" y="77392"/>
                  </a:lnTo>
                  <a:lnTo>
                    <a:pt x="139019" y="73093"/>
                  </a:lnTo>
                  <a:lnTo>
                    <a:pt x="132331" y="73093"/>
                  </a:lnTo>
                  <a:lnTo>
                    <a:pt x="125643" y="73093"/>
                  </a:lnTo>
                  <a:lnTo>
                    <a:pt x="119432" y="73093"/>
                  </a:lnTo>
                  <a:lnTo>
                    <a:pt x="118000" y="72615"/>
                  </a:lnTo>
                  <a:lnTo>
                    <a:pt x="112744" y="70704"/>
                  </a:lnTo>
                  <a:lnTo>
                    <a:pt x="106056" y="68793"/>
                  </a:lnTo>
                  <a:lnTo>
                    <a:pt x="97457" y="65927"/>
                  </a:lnTo>
                  <a:lnTo>
                    <a:pt x="91246" y="64016"/>
                  </a:lnTo>
                  <a:lnTo>
                    <a:pt x="84558" y="62105"/>
                  </a:lnTo>
                  <a:lnTo>
                    <a:pt x="77870" y="60194"/>
                  </a:lnTo>
                  <a:lnTo>
                    <a:pt x="72615" y="58761"/>
                  </a:lnTo>
                  <a:lnTo>
                    <a:pt x="66405" y="56850"/>
                  </a:lnTo>
                  <a:lnTo>
                    <a:pt x="60672" y="54939"/>
                  </a:lnTo>
                  <a:lnTo>
                    <a:pt x="60194" y="54461"/>
                  </a:lnTo>
                  <a:lnTo>
                    <a:pt x="56850" y="52073"/>
                  </a:lnTo>
                  <a:lnTo>
                    <a:pt x="52550" y="48728"/>
                  </a:lnTo>
                  <a:lnTo>
                    <a:pt x="52073" y="48251"/>
                  </a:lnTo>
                  <a:lnTo>
                    <a:pt x="50162" y="47773"/>
                  </a:lnTo>
                  <a:lnTo>
                    <a:pt x="48251" y="45862"/>
                  </a:lnTo>
                  <a:lnTo>
                    <a:pt x="46340" y="43474"/>
                  </a:lnTo>
                  <a:lnTo>
                    <a:pt x="44907" y="40607"/>
                  </a:lnTo>
                  <a:lnTo>
                    <a:pt x="43951" y="38696"/>
                  </a:lnTo>
                  <a:lnTo>
                    <a:pt x="42040" y="37741"/>
                  </a:lnTo>
                  <a:lnTo>
                    <a:pt x="40607" y="36308"/>
                  </a:lnTo>
                  <a:lnTo>
                    <a:pt x="38696" y="33919"/>
                  </a:lnTo>
                  <a:lnTo>
                    <a:pt x="37263" y="32486"/>
                  </a:lnTo>
                  <a:lnTo>
                    <a:pt x="36786" y="31530"/>
                  </a:lnTo>
                  <a:lnTo>
                    <a:pt x="36307" y="29619"/>
                  </a:lnTo>
                  <a:lnTo>
                    <a:pt x="34874" y="27231"/>
                  </a:lnTo>
                  <a:lnTo>
                    <a:pt x="33919" y="25798"/>
                  </a:lnTo>
                  <a:lnTo>
                    <a:pt x="33441" y="25320"/>
                  </a:lnTo>
                  <a:lnTo>
                    <a:pt x="33919" y="24842"/>
                  </a:lnTo>
                  <a:lnTo>
                    <a:pt x="35830" y="21976"/>
                  </a:lnTo>
                  <a:lnTo>
                    <a:pt x="36786" y="21020"/>
                  </a:lnTo>
                  <a:lnTo>
                    <a:pt x="37741" y="19587"/>
                  </a:lnTo>
                  <a:lnTo>
                    <a:pt x="38696" y="18632"/>
                  </a:lnTo>
                  <a:lnTo>
                    <a:pt x="38696" y="18154"/>
                  </a:lnTo>
                  <a:lnTo>
                    <a:pt x="41563" y="14332"/>
                  </a:lnTo>
                  <a:lnTo>
                    <a:pt x="43473" y="10988"/>
                  </a:lnTo>
                  <a:lnTo>
                    <a:pt x="45384" y="8599"/>
                  </a:lnTo>
                  <a:lnTo>
                    <a:pt x="49206" y="11466"/>
                  </a:lnTo>
                  <a:lnTo>
                    <a:pt x="53028" y="17198"/>
                  </a:lnTo>
                  <a:lnTo>
                    <a:pt x="57328" y="21976"/>
                  </a:lnTo>
                  <a:lnTo>
                    <a:pt x="63538" y="26275"/>
                  </a:lnTo>
                  <a:lnTo>
                    <a:pt x="65927" y="27708"/>
                  </a:lnTo>
                  <a:lnTo>
                    <a:pt x="67838" y="28664"/>
                  </a:lnTo>
                  <a:lnTo>
                    <a:pt x="78825" y="28186"/>
                  </a:lnTo>
                  <a:lnTo>
                    <a:pt x="86947" y="24364"/>
                  </a:lnTo>
                  <a:lnTo>
                    <a:pt x="94113" y="21498"/>
                  </a:lnTo>
                  <a:lnTo>
                    <a:pt x="96502" y="21020"/>
                  </a:lnTo>
                  <a:lnTo>
                    <a:pt x="100323" y="21976"/>
                  </a:lnTo>
                  <a:lnTo>
                    <a:pt x="105100" y="21976"/>
                  </a:lnTo>
                  <a:lnTo>
                    <a:pt x="108923" y="22931"/>
                  </a:lnTo>
                  <a:lnTo>
                    <a:pt x="111311" y="22453"/>
                  </a:lnTo>
                  <a:lnTo>
                    <a:pt x="119432" y="19587"/>
                  </a:lnTo>
                  <a:lnTo>
                    <a:pt x="124210" y="16243"/>
                  </a:lnTo>
                  <a:lnTo>
                    <a:pt x="128032" y="14810"/>
                  </a:lnTo>
                  <a:lnTo>
                    <a:pt x="128987" y="14810"/>
                  </a:lnTo>
                  <a:lnTo>
                    <a:pt x="133764" y="15765"/>
                  </a:lnTo>
                  <a:lnTo>
                    <a:pt x="139975" y="15287"/>
                  </a:lnTo>
                  <a:lnTo>
                    <a:pt x="148096" y="12421"/>
                  </a:lnTo>
                  <a:lnTo>
                    <a:pt x="150962" y="11943"/>
                  </a:lnTo>
                  <a:lnTo>
                    <a:pt x="152873" y="11943"/>
                  </a:lnTo>
                  <a:lnTo>
                    <a:pt x="157651" y="13376"/>
                  </a:lnTo>
                  <a:lnTo>
                    <a:pt x="158128" y="13376"/>
                  </a:lnTo>
                  <a:lnTo>
                    <a:pt x="160517" y="12899"/>
                  </a:lnTo>
                  <a:lnTo>
                    <a:pt x="167205" y="11466"/>
                  </a:lnTo>
                  <a:lnTo>
                    <a:pt x="171983" y="9555"/>
                  </a:lnTo>
                  <a:lnTo>
                    <a:pt x="181537" y="8121"/>
                  </a:lnTo>
                  <a:lnTo>
                    <a:pt x="188703" y="4777"/>
                  </a:lnTo>
                  <a:lnTo>
                    <a:pt x="189659" y="2867"/>
                  </a:lnTo>
                  <a:lnTo>
                    <a:pt x="192048" y="478"/>
                  </a:lnTo>
                  <a:lnTo>
                    <a:pt x="194914" y="0"/>
                  </a:lnTo>
                  <a:lnTo>
                    <a:pt x="203035" y="2389"/>
                  </a:lnTo>
                  <a:lnTo>
                    <a:pt x="203991" y="2867"/>
                  </a:lnTo>
                  <a:lnTo>
                    <a:pt x="203513" y="4300"/>
                  </a:lnTo>
                  <a:lnTo>
                    <a:pt x="203513" y="5733"/>
                  </a:lnTo>
                  <a:lnTo>
                    <a:pt x="201602" y="8599"/>
                  </a:lnTo>
                  <a:lnTo>
                    <a:pt x="200646" y="11943"/>
                  </a:lnTo>
                  <a:lnTo>
                    <a:pt x="201602" y="16721"/>
                  </a:lnTo>
                  <a:lnTo>
                    <a:pt x="202080" y="24364"/>
                  </a:lnTo>
                  <a:lnTo>
                    <a:pt x="201602" y="25320"/>
                  </a:lnTo>
                  <a:lnTo>
                    <a:pt x="201124" y="26275"/>
                  </a:lnTo>
                  <a:lnTo>
                    <a:pt x="201124" y="27231"/>
                  </a:lnTo>
                  <a:lnTo>
                    <a:pt x="200169" y="27708"/>
                  </a:lnTo>
                  <a:lnTo>
                    <a:pt x="199691" y="28186"/>
                  </a:lnTo>
                  <a:lnTo>
                    <a:pt x="200169" y="28186"/>
                  </a:lnTo>
                  <a:lnTo>
                    <a:pt x="203035" y="27708"/>
                  </a:lnTo>
                  <a:lnTo>
                    <a:pt x="202557" y="26753"/>
                  </a:lnTo>
                  <a:lnTo>
                    <a:pt x="203035" y="26275"/>
                  </a:lnTo>
                  <a:lnTo>
                    <a:pt x="204946" y="27231"/>
                  </a:lnTo>
                  <a:lnTo>
                    <a:pt x="206379" y="277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9" name="Freeform 1378">
              <a:extLst>
                <a:ext uri="{FF2B5EF4-FFF2-40B4-BE49-F238E27FC236}">
                  <a16:creationId xmlns:a16="http://schemas.microsoft.com/office/drawing/2014/main" id="{AAB57945-EACE-1861-E4A8-8CD2ECEB7BCD}"/>
                </a:ext>
              </a:extLst>
            </p:cNvPr>
            <p:cNvSpPr/>
            <p:nvPr/>
          </p:nvSpPr>
          <p:spPr>
            <a:xfrm>
              <a:off x="6898584" y="3638985"/>
              <a:ext cx="2388" cy="3344"/>
            </a:xfrm>
            <a:custGeom>
              <a:avLst/>
              <a:gdLst>
                <a:gd name="csX0" fmla="*/ 1911 w 2388"/>
                <a:gd name="csY0" fmla="*/ 1911 h 3344"/>
                <a:gd name="csX1" fmla="*/ 2389 w 2388"/>
                <a:gd name="csY1" fmla="*/ 3344 h 3344"/>
                <a:gd name="csX2" fmla="*/ 1911 w 2388"/>
                <a:gd name="csY2" fmla="*/ 1911 h 3344"/>
                <a:gd name="csX3" fmla="*/ 0 w 2388"/>
                <a:gd name="csY3" fmla="*/ 0 h 3344"/>
                <a:gd name="csX4" fmla="*/ 1911 w 2388"/>
                <a:gd name="csY4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3344">
                  <a:moveTo>
                    <a:pt x="1911" y="1911"/>
                  </a:moveTo>
                  <a:lnTo>
                    <a:pt x="2389" y="3344"/>
                  </a:lnTo>
                  <a:lnTo>
                    <a:pt x="1911" y="1911"/>
                  </a:lnTo>
                  <a:lnTo>
                    <a:pt x="0" y="0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0" name="Freeform 1379">
              <a:extLst>
                <a:ext uri="{FF2B5EF4-FFF2-40B4-BE49-F238E27FC236}">
                  <a16:creationId xmlns:a16="http://schemas.microsoft.com/office/drawing/2014/main" id="{CDFA7BA0-C6B8-6F86-FC3B-8D74D50E4F9B}"/>
                </a:ext>
              </a:extLst>
            </p:cNvPr>
            <p:cNvSpPr/>
            <p:nvPr/>
          </p:nvSpPr>
          <p:spPr>
            <a:xfrm>
              <a:off x="6892852" y="3637074"/>
              <a:ext cx="5732" cy="1910"/>
            </a:xfrm>
            <a:custGeom>
              <a:avLst/>
              <a:gdLst>
                <a:gd name="csX0" fmla="*/ 5733 w 5732"/>
                <a:gd name="csY0" fmla="*/ 1911 h 1910"/>
                <a:gd name="csX1" fmla="*/ 2866 w 5732"/>
                <a:gd name="csY1" fmla="*/ 955 h 1910"/>
                <a:gd name="csX2" fmla="*/ 0 w 5732"/>
                <a:gd name="csY2" fmla="*/ 0 h 1910"/>
                <a:gd name="csX3" fmla="*/ 2866 w 5732"/>
                <a:gd name="csY3" fmla="*/ 955 h 1910"/>
                <a:gd name="csX4" fmla="*/ 5733 w 5732"/>
                <a:gd name="csY4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1910">
                  <a:moveTo>
                    <a:pt x="5733" y="1911"/>
                  </a:moveTo>
                  <a:lnTo>
                    <a:pt x="2866" y="955"/>
                  </a:lnTo>
                  <a:lnTo>
                    <a:pt x="0" y="0"/>
                  </a:lnTo>
                  <a:lnTo>
                    <a:pt x="2866" y="955"/>
                  </a:lnTo>
                  <a:lnTo>
                    <a:pt x="57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1" name="Freeform 1380">
              <a:extLst>
                <a:ext uri="{FF2B5EF4-FFF2-40B4-BE49-F238E27FC236}">
                  <a16:creationId xmlns:a16="http://schemas.microsoft.com/office/drawing/2014/main" id="{6266B503-366B-CB21-5D60-877E06D2BD42}"/>
                </a:ext>
              </a:extLst>
            </p:cNvPr>
            <p:cNvSpPr/>
            <p:nvPr/>
          </p:nvSpPr>
          <p:spPr>
            <a:xfrm>
              <a:off x="6882819" y="2071554"/>
              <a:ext cx="11465" cy="15287"/>
            </a:xfrm>
            <a:custGeom>
              <a:avLst/>
              <a:gdLst>
                <a:gd name="csX0" fmla="*/ 10033 w 11465"/>
                <a:gd name="csY0" fmla="*/ 2389 h 15287"/>
                <a:gd name="csX1" fmla="*/ 11466 w 11465"/>
                <a:gd name="csY1" fmla="*/ 7644 h 15287"/>
                <a:gd name="csX2" fmla="*/ 8122 w 11465"/>
                <a:gd name="csY2" fmla="*/ 11943 h 15287"/>
                <a:gd name="csX3" fmla="*/ 7644 w 11465"/>
                <a:gd name="csY3" fmla="*/ 14810 h 15287"/>
                <a:gd name="csX4" fmla="*/ 4777 w 11465"/>
                <a:gd name="csY4" fmla="*/ 15287 h 15287"/>
                <a:gd name="csX5" fmla="*/ 2867 w 11465"/>
                <a:gd name="csY5" fmla="*/ 14810 h 15287"/>
                <a:gd name="csX6" fmla="*/ 478 w 11465"/>
                <a:gd name="csY6" fmla="*/ 10510 h 15287"/>
                <a:gd name="csX7" fmla="*/ 0 w 11465"/>
                <a:gd name="csY7" fmla="*/ 8121 h 15287"/>
                <a:gd name="csX8" fmla="*/ 0 w 11465"/>
                <a:gd name="csY8" fmla="*/ 5733 h 15287"/>
                <a:gd name="csX9" fmla="*/ 1911 w 11465"/>
                <a:gd name="csY9" fmla="*/ 5255 h 15287"/>
                <a:gd name="csX10" fmla="*/ 2389 w 11465"/>
                <a:gd name="csY10" fmla="*/ 3344 h 15287"/>
                <a:gd name="csX11" fmla="*/ 2867 w 11465"/>
                <a:gd name="csY11" fmla="*/ 1911 h 15287"/>
                <a:gd name="csX12" fmla="*/ 4300 w 11465"/>
                <a:gd name="csY12" fmla="*/ 478 h 15287"/>
                <a:gd name="csX13" fmla="*/ 6688 w 11465"/>
                <a:gd name="csY13" fmla="*/ 0 h 15287"/>
                <a:gd name="csX14" fmla="*/ 10033 w 11465"/>
                <a:gd name="csY14" fmla="*/ 2389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1465" h="15287">
                  <a:moveTo>
                    <a:pt x="10033" y="2389"/>
                  </a:moveTo>
                  <a:lnTo>
                    <a:pt x="11466" y="7644"/>
                  </a:lnTo>
                  <a:lnTo>
                    <a:pt x="8122" y="11943"/>
                  </a:lnTo>
                  <a:lnTo>
                    <a:pt x="7644" y="14810"/>
                  </a:lnTo>
                  <a:lnTo>
                    <a:pt x="4777" y="15287"/>
                  </a:lnTo>
                  <a:lnTo>
                    <a:pt x="2867" y="14810"/>
                  </a:lnTo>
                  <a:lnTo>
                    <a:pt x="478" y="10510"/>
                  </a:lnTo>
                  <a:lnTo>
                    <a:pt x="0" y="8121"/>
                  </a:lnTo>
                  <a:lnTo>
                    <a:pt x="0" y="5733"/>
                  </a:lnTo>
                  <a:lnTo>
                    <a:pt x="1911" y="5255"/>
                  </a:lnTo>
                  <a:lnTo>
                    <a:pt x="2389" y="3344"/>
                  </a:lnTo>
                  <a:lnTo>
                    <a:pt x="2867" y="1911"/>
                  </a:lnTo>
                  <a:lnTo>
                    <a:pt x="4300" y="478"/>
                  </a:lnTo>
                  <a:lnTo>
                    <a:pt x="6688" y="0"/>
                  </a:lnTo>
                  <a:lnTo>
                    <a:pt x="100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2" name="Freeform 1381">
              <a:extLst>
                <a:ext uri="{FF2B5EF4-FFF2-40B4-BE49-F238E27FC236}">
                  <a16:creationId xmlns:a16="http://schemas.microsoft.com/office/drawing/2014/main" id="{43E2A0BA-6B62-0A8D-3E38-4797E5441504}"/>
                </a:ext>
              </a:extLst>
            </p:cNvPr>
            <p:cNvSpPr/>
            <p:nvPr/>
          </p:nvSpPr>
          <p:spPr>
            <a:xfrm>
              <a:off x="6890941" y="3636596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0 w 1911"/>
                <a:gd name="csY1" fmla="*/ 0 h 477"/>
                <a:gd name="csX2" fmla="*/ 0 w 1911"/>
                <a:gd name="csY2" fmla="*/ 0 h 477"/>
                <a:gd name="csX3" fmla="*/ 1911 w 1911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3" name="Freeform 1382">
              <a:extLst>
                <a:ext uri="{FF2B5EF4-FFF2-40B4-BE49-F238E27FC236}">
                  <a16:creationId xmlns:a16="http://schemas.microsoft.com/office/drawing/2014/main" id="{FF632421-6CBB-E2FB-0ABB-E2F65426A343}"/>
                </a:ext>
              </a:extLst>
            </p:cNvPr>
            <p:cNvSpPr/>
            <p:nvPr/>
          </p:nvSpPr>
          <p:spPr>
            <a:xfrm>
              <a:off x="6865621" y="4388065"/>
              <a:ext cx="22453" cy="2866"/>
            </a:xfrm>
            <a:custGeom>
              <a:avLst/>
              <a:gdLst>
                <a:gd name="csX0" fmla="*/ 22454 w 22453"/>
                <a:gd name="csY0" fmla="*/ 0 h 2866"/>
                <a:gd name="csX1" fmla="*/ 16721 w 22453"/>
                <a:gd name="csY1" fmla="*/ 955 h 2866"/>
                <a:gd name="csX2" fmla="*/ 10510 w 22453"/>
                <a:gd name="csY2" fmla="*/ 1911 h 2866"/>
                <a:gd name="csX3" fmla="*/ 4300 w 22453"/>
                <a:gd name="csY3" fmla="*/ 2389 h 2866"/>
                <a:gd name="csX4" fmla="*/ 0 w 22453"/>
                <a:gd name="csY4" fmla="*/ 2866 h 2866"/>
                <a:gd name="csX5" fmla="*/ 4777 w 22453"/>
                <a:gd name="csY5" fmla="*/ 2389 h 2866"/>
                <a:gd name="csX6" fmla="*/ 10510 w 22453"/>
                <a:gd name="csY6" fmla="*/ 1433 h 2866"/>
                <a:gd name="csX7" fmla="*/ 16721 w 22453"/>
                <a:gd name="csY7" fmla="*/ 955 h 2866"/>
                <a:gd name="csX8" fmla="*/ 22454 w 22453"/>
                <a:gd name="csY8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453" h="2866">
                  <a:moveTo>
                    <a:pt x="22454" y="0"/>
                  </a:moveTo>
                  <a:lnTo>
                    <a:pt x="16721" y="955"/>
                  </a:lnTo>
                  <a:lnTo>
                    <a:pt x="10510" y="1911"/>
                  </a:lnTo>
                  <a:lnTo>
                    <a:pt x="4300" y="2389"/>
                  </a:lnTo>
                  <a:lnTo>
                    <a:pt x="0" y="2866"/>
                  </a:lnTo>
                  <a:lnTo>
                    <a:pt x="4777" y="2389"/>
                  </a:lnTo>
                  <a:lnTo>
                    <a:pt x="10510" y="1433"/>
                  </a:lnTo>
                  <a:lnTo>
                    <a:pt x="16721" y="955"/>
                  </a:lnTo>
                  <a:lnTo>
                    <a:pt x="2245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4" name="Freeform 1383">
              <a:extLst>
                <a:ext uri="{FF2B5EF4-FFF2-40B4-BE49-F238E27FC236}">
                  <a16:creationId xmlns:a16="http://schemas.microsoft.com/office/drawing/2014/main" id="{7450F5DE-4E9E-B19C-DD1B-489BE494FB61}"/>
                </a:ext>
              </a:extLst>
            </p:cNvPr>
            <p:cNvSpPr/>
            <p:nvPr/>
          </p:nvSpPr>
          <p:spPr>
            <a:xfrm>
              <a:off x="6885686" y="3640896"/>
              <a:ext cx="2388" cy="2388"/>
            </a:xfrm>
            <a:custGeom>
              <a:avLst/>
              <a:gdLst>
                <a:gd name="csX0" fmla="*/ 2389 w 2388"/>
                <a:gd name="csY0" fmla="*/ 0 h 2388"/>
                <a:gd name="csX1" fmla="*/ 2389 w 2388"/>
                <a:gd name="csY1" fmla="*/ 0 h 2388"/>
                <a:gd name="csX2" fmla="*/ 0 w 2388"/>
                <a:gd name="csY2" fmla="*/ 2389 h 2388"/>
                <a:gd name="csX3" fmla="*/ 2389 w 2388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2388">
                  <a:moveTo>
                    <a:pt x="2389" y="0"/>
                  </a:moveTo>
                  <a:lnTo>
                    <a:pt x="2389" y="0"/>
                  </a:lnTo>
                  <a:lnTo>
                    <a:pt x="0" y="2389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5" name="Freeform 1384">
              <a:extLst>
                <a:ext uri="{FF2B5EF4-FFF2-40B4-BE49-F238E27FC236}">
                  <a16:creationId xmlns:a16="http://schemas.microsoft.com/office/drawing/2014/main" id="{082387A6-F062-76FA-0F7D-D28BEE895C63}"/>
                </a:ext>
              </a:extLst>
            </p:cNvPr>
            <p:cNvSpPr/>
            <p:nvPr/>
          </p:nvSpPr>
          <p:spPr>
            <a:xfrm>
              <a:off x="6884253" y="4242357"/>
              <a:ext cx="3343" cy="9076"/>
            </a:xfrm>
            <a:custGeom>
              <a:avLst/>
              <a:gdLst>
                <a:gd name="csX0" fmla="*/ 3344 w 3343"/>
                <a:gd name="csY0" fmla="*/ 2866 h 9076"/>
                <a:gd name="csX1" fmla="*/ 3344 w 3343"/>
                <a:gd name="csY1" fmla="*/ 5255 h 9076"/>
                <a:gd name="csX2" fmla="*/ 2866 w 3343"/>
                <a:gd name="csY2" fmla="*/ 7644 h 9076"/>
                <a:gd name="csX3" fmla="*/ 2389 w 3343"/>
                <a:gd name="csY3" fmla="*/ 9077 h 9076"/>
                <a:gd name="csX4" fmla="*/ 1911 w 3343"/>
                <a:gd name="csY4" fmla="*/ 8599 h 9076"/>
                <a:gd name="csX5" fmla="*/ 478 w 3343"/>
                <a:gd name="csY5" fmla="*/ 5733 h 9076"/>
                <a:gd name="csX6" fmla="*/ 955 w 3343"/>
                <a:gd name="csY6" fmla="*/ 3822 h 9076"/>
                <a:gd name="csX7" fmla="*/ 0 w 3343"/>
                <a:gd name="csY7" fmla="*/ 1433 h 9076"/>
                <a:gd name="csX8" fmla="*/ 478 w 3343"/>
                <a:gd name="csY8" fmla="*/ 478 h 9076"/>
                <a:gd name="csX9" fmla="*/ 2389 w 3343"/>
                <a:gd name="csY9" fmla="*/ 0 h 9076"/>
                <a:gd name="csX10" fmla="*/ 2866 w 3343"/>
                <a:gd name="csY10" fmla="*/ 478 h 9076"/>
                <a:gd name="csX11" fmla="*/ 1911 w 3343"/>
                <a:gd name="csY11" fmla="*/ 955 h 9076"/>
                <a:gd name="csX12" fmla="*/ 3344 w 3343"/>
                <a:gd name="csY12" fmla="*/ 2866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343" h="9076">
                  <a:moveTo>
                    <a:pt x="3344" y="2866"/>
                  </a:moveTo>
                  <a:lnTo>
                    <a:pt x="3344" y="5255"/>
                  </a:lnTo>
                  <a:lnTo>
                    <a:pt x="2866" y="7644"/>
                  </a:lnTo>
                  <a:lnTo>
                    <a:pt x="2389" y="9077"/>
                  </a:lnTo>
                  <a:lnTo>
                    <a:pt x="1911" y="8599"/>
                  </a:lnTo>
                  <a:lnTo>
                    <a:pt x="478" y="5733"/>
                  </a:lnTo>
                  <a:lnTo>
                    <a:pt x="955" y="3822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2389" y="0"/>
                  </a:lnTo>
                  <a:lnTo>
                    <a:pt x="2866" y="478"/>
                  </a:lnTo>
                  <a:lnTo>
                    <a:pt x="1911" y="955"/>
                  </a:lnTo>
                  <a:lnTo>
                    <a:pt x="3344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6" name="Freeform 1385">
              <a:extLst>
                <a:ext uri="{FF2B5EF4-FFF2-40B4-BE49-F238E27FC236}">
                  <a16:creationId xmlns:a16="http://schemas.microsoft.com/office/drawing/2014/main" id="{40EB464A-2AF0-CE5C-69B3-5F39826D3D16}"/>
                </a:ext>
              </a:extLst>
            </p:cNvPr>
            <p:cNvSpPr/>
            <p:nvPr/>
          </p:nvSpPr>
          <p:spPr>
            <a:xfrm>
              <a:off x="6741411" y="4954652"/>
              <a:ext cx="143318" cy="258451"/>
            </a:xfrm>
            <a:custGeom>
              <a:avLst/>
              <a:gdLst>
                <a:gd name="csX0" fmla="*/ 142841 w 143318"/>
                <a:gd name="csY0" fmla="*/ 56850 h 258451"/>
                <a:gd name="csX1" fmla="*/ 143319 w 143318"/>
                <a:gd name="csY1" fmla="*/ 61627 h 258451"/>
                <a:gd name="csX2" fmla="*/ 141886 w 143318"/>
                <a:gd name="csY2" fmla="*/ 65927 h 258451"/>
                <a:gd name="csX3" fmla="*/ 139497 w 143318"/>
                <a:gd name="csY3" fmla="*/ 70226 h 258451"/>
                <a:gd name="csX4" fmla="*/ 139019 w 143318"/>
                <a:gd name="csY4" fmla="*/ 71182 h 258451"/>
                <a:gd name="csX5" fmla="*/ 138064 w 143318"/>
                <a:gd name="csY5" fmla="*/ 72137 h 258451"/>
                <a:gd name="csX6" fmla="*/ 137586 w 143318"/>
                <a:gd name="csY6" fmla="*/ 72137 h 258451"/>
                <a:gd name="csX7" fmla="*/ 135675 w 143318"/>
                <a:gd name="csY7" fmla="*/ 71182 h 258451"/>
                <a:gd name="csX8" fmla="*/ 134242 w 143318"/>
                <a:gd name="csY8" fmla="*/ 69271 h 258451"/>
                <a:gd name="csX9" fmla="*/ 132331 w 143318"/>
                <a:gd name="csY9" fmla="*/ 64971 h 258451"/>
                <a:gd name="csX10" fmla="*/ 131853 w 143318"/>
                <a:gd name="csY10" fmla="*/ 62582 h 258451"/>
                <a:gd name="csX11" fmla="*/ 130898 w 143318"/>
                <a:gd name="csY11" fmla="*/ 62582 h 258451"/>
                <a:gd name="csX12" fmla="*/ 128987 w 143318"/>
                <a:gd name="csY12" fmla="*/ 62582 h 258451"/>
                <a:gd name="csX13" fmla="*/ 127076 w 143318"/>
                <a:gd name="csY13" fmla="*/ 64016 h 258451"/>
                <a:gd name="csX14" fmla="*/ 127076 w 143318"/>
                <a:gd name="csY14" fmla="*/ 64971 h 258451"/>
                <a:gd name="csX15" fmla="*/ 127076 w 143318"/>
                <a:gd name="csY15" fmla="*/ 67360 h 258451"/>
                <a:gd name="csX16" fmla="*/ 128032 w 143318"/>
                <a:gd name="csY16" fmla="*/ 69271 h 258451"/>
                <a:gd name="csX17" fmla="*/ 128032 w 143318"/>
                <a:gd name="csY17" fmla="*/ 71659 h 258451"/>
                <a:gd name="csX18" fmla="*/ 128032 w 143318"/>
                <a:gd name="csY18" fmla="*/ 74526 h 258451"/>
                <a:gd name="csX19" fmla="*/ 128987 w 143318"/>
                <a:gd name="csY19" fmla="*/ 75004 h 258451"/>
                <a:gd name="csX20" fmla="*/ 129465 w 143318"/>
                <a:gd name="csY20" fmla="*/ 75959 h 258451"/>
                <a:gd name="csX21" fmla="*/ 130420 w 143318"/>
                <a:gd name="csY21" fmla="*/ 77870 h 258451"/>
                <a:gd name="csX22" fmla="*/ 130898 w 143318"/>
                <a:gd name="csY22" fmla="*/ 82170 h 258451"/>
                <a:gd name="csX23" fmla="*/ 129943 w 143318"/>
                <a:gd name="csY23" fmla="*/ 84080 h 258451"/>
                <a:gd name="csX24" fmla="*/ 128509 w 143318"/>
                <a:gd name="csY24" fmla="*/ 85991 h 258451"/>
                <a:gd name="csX25" fmla="*/ 128509 w 143318"/>
                <a:gd name="csY25" fmla="*/ 87424 h 258451"/>
                <a:gd name="csX26" fmla="*/ 129465 w 143318"/>
                <a:gd name="csY26" fmla="*/ 88380 h 258451"/>
                <a:gd name="csX27" fmla="*/ 128509 w 143318"/>
                <a:gd name="csY27" fmla="*/ 88858 h 258451"/>
                <a:gd name="csX28" fmla="*/ 126598 w 143318"/>
                <a:gd name="csY28" fmla="*/ 89813 h 258451"/>
                <a:gd name="csX29" fmla="*/ 125643 w 143318"/>
                <a:gd name="csY29" fmla="*/ 90291 h 258451"/>
                <a:gd name="csX30" fmla="*/ 124687 w 143318"/>
                <a:gd name="csY30" fmla="*/ 92202 h 258451"/>
                <a:gd name="csX31" fmla="*/ 122777 w 143318"/>
                <a:gd name="csY31" fmla="*/ 96501 h 258451"/>
                <a:gd name="csX32" fmla="*/ 122777 w 143318"/>
                <a:gd name="csY32" fmla="*/ 98412 h 258451"/>
                <a:gd name="csX33" fmla="*/ 123732 w 143318"/>
                <a:gd name="csY33" fmla="*/ 104623 h 258451"/>
                <a:gd name="csX34" fmla="*/ 123732 w 143318"/>
                <a:gd name="csY34" fmla="*/ 108922 h 258451"/>
                <a:gd name="csX35" fmla="*/ 121343 w 143318"/>
                <a:gd name="csY35" fmla="*/ 117044 h 258451"/>
                <a:gd name="csX36" fmla="*/ 119910 w 143318"/>
                <a:gd name="csY36" fmla="*/ 120865 h 258451"/>
                <a:gd name="csX37" fmla="*/ 118000 w 143318"/>
                <a:gd name="csY37" fmla="*/ 125643 h 258451"/>
                <a:gd name="csX38" fmla="*/ 115133 w 143318"/>
                <a:gd name="csY38" fmla="*/ 132331 h 258451"/>
                <a:gd name="csX39" fmla="*/ 112266 w 143318"/>
                <a:gd name="csY39" fmla="*/ 139975 h 258451"/>
                <a:gd name="csX40" fmla="*/ 109878 w 143318"/>
                <a:gd name="csY40" fmla="*/ 148096 h 258451"/>
                <a:gd name="csX41" fmla="*/ 108445 w 143318"/>
                <a:gd name="csY41" fmla="*/ 152873 h 258451"/>
                <a:gd name="csX42" fmla="*/ 106056 w 143318"/>
                <a:gd name="csY42" fmla="*/ 157651 h 258451"/>
                <a:gd name="csX43" fmla="*/ 103668 w 143318"/>
                <a:gd name="csY43" fmla="*/ 166250 h 258451"/>
                <a:gd name="csX44" fmla="*/ 101279 w 143318"/>
                <a:gd name="csY44" fmla="*/ 174849 h 258451"/>
                <a:gd name="csX45" fmla="*/ 97935 w 143318"/>
                <a:gd name="csY45" fmla="*/ 184881 h 258451"/>
                <a:gd name="csX46" fmla="*/ 93157 w 143318"/>
                <a:gd name="csY46" fmla="*/ 195391 h 258451"/>
                <a:gd name="csX47" fmla="*/ 92680 w 143318"/>
                <a:gd name="csY47" fmla="*/ 196825 h 258451"/>
                <a:gd name="csX48" fmla="*/ 91246 w 143318"/>
                <a:gd name="csY48" fmla="*/ 202557 h 258451"/>
                <a:gd name="csX49" fmla="*/ 90291 w 143318"/>
                <a:gd name="csY49" fmla="*/ 207335 h 258451"/>
                <a:gd name="csX50" fmla="*/ 88858 w 143318"/>
                <a:gd name="csY50" fmla="*/ 212112 h 258451"/>
                <a:gd name="csX51" fmla="*/ 86469 w 143318"/>
                <a:gd name="csY51" fmla="*/ 219756 h 258451"/>
                <a:gd name="csX52" fmla="*/ 85991 w 143318"/>
                <a:gd name="csY52" fmla="*/ 222144 h 258451"/>
                <a:gd name="csX53" fmla="*/ 85514 w 143318"/>
                <a:gd name="csY53" fmla="*/ 224533 h 258451"/>
                <a:gd name="csX54" fmla="*/ 82647 w 143318"/>
                <a:gd name="csY54" fmla="*/ 229310 h 258451"/>
                <a:gd name="csX55" fmla="*/ 81692 w 143318"/>
                <a:gd name="csY55" fmla="*/ 231221 h 258451"/>
                <a:gd name="csX56" fmla="*/ 81214 w 143318"/>
                <a:gd name="csY56" fmla="*/ 233132 h 258451"/>
                <a:gd name="csX57" fmla="*/ 80736 w 143318"/>
                <a:gd name="csY57" fmla="*/ 235998 h 258451"/>
                <a:gd name="csX58" fmla="*/ 79781 w 143318"/>
                <a:gd name="csY58" fmla="*/ 238387 h 258451"/>
                <a:gd name="csX59" fmla="*/ 77870 w 143318"/>
                <a:gd name="csY59" fmla="*/ 242687 h 258451"/>
                <a:gd name="csX60" fmla="*/ 75004 w 143318"/>
                <a:gd name="csY60" fmla="*/ 246508 h 258451"/>
                <a:gd name="csX61" fmla="*/ 73093 w 143318"/>
                <a:gd name="csY61" fmla="*/ 247942 h 258451"/>
                <a:gd name="csX62" fmla="*/ 68793 w 143318"/>
                <a:gd name="csY62" fmla="*/ 249852 h 258451"/>
                <a:gd name="csX63" fmla="*/ 66882 w 143318"/>
                <a:gd name="csY63" fmla="*/ 250330 h 258451"/>
                <a:gd name="csX64" fmla="*/ 62105 w 143318"/>
                <a:gd name="csY64" fmla="*/ 250330 h 258451"/>
                <a:gd name="csX65" fmla="*/ 57805 w 143318"/>
                <a:gd name="csY65" fmla="*/ 251763 h 258451"/>
                <a:gd name="csX66" fmla="*/ 53028 w 143318"/>
                <a:gd name="csY66" fmla="*/ 253674 h 258451"/>
                <a:gd name="csX67" fmla="*/ 48251 w 143318"/>
                <a:gd name="csY67" fmla="*/ 256063 h 258451"/>
                <a:gd name="csX68" fmla="*/ 46818 w 143318"/>
                <a:gd name="csY68" fmla="*/ 257496 h 258451"/>
                <a:gd name="csX69" fmla="*/ 44907 w 143318"/>
                <a:gd name="csY69" fmla="*/ 257974 h 258451"/>
                <a:gd name="csX70" fmla="*/ 38696 w 143318"/>
                <a:gd name="csY70" fmla="*/ 258452 h 258451"/>
                <a:gd name="csX71" fmla="*/ 37263 w 143318"/>
                <a:gd name="csY71" fmla="*/ 257974 h 258451"/>
                <a:gd name="csX72" fmla="*/ 31052 w 143318"/>
                <a:gd name="csY72" fmla="*/ 253674 h 258451"/>
                <a:gd name="csX73" fmla="*/ 28664 w 143318"/>
                <a:gd name="csY73" fmla="*/ 252719 h 258451"/>
                <a:gd name="csX74" fmla="*/ 24364 w 143318"/>
                <a:gd name="csY74" fmla="*/ 252241 h 258451"/>
                <a:gd name="csX75" fmla="*/ 22931 w 143318"/>
                <a:gd name="csY75" fmla="*/ 252241 h 258451"/>
                <a:gd name="csX76" fmla="*/ 21975 w 143318"/>
                <a:gd name="csY76" fmla="*/ 251286 h 258451"/>
                <a:gd name="csX77" fmla="*/ 20065 w 143318"/>
                <a:gd name="csY77" fmla="*/ 249375 h 258451"/>
                <a:gd name="csX78" fmla="*/ 16243 w 143318"/>
                <a:gd name="csY78" fmla="*/ 247464 h 258451"/>
                <a:gd name="csX79" fmla="*/ 15765 w 143318"/>
                <a:gd name="csY79" fmla="*/ 246986 h 258451"/>
                <a:gd name="csX80" fmla="*/ 15288 w 143318"/>
                <a:gd name="csY80" fmla="*/ 245553 h 258451"/>
                <a:gd name="csX81" fmla="*/ 14809 w 143318"/>
                <a:gd name="csY81" fmla="*/ 244120 h 258451"/>
                <a:gd name="csX82" fmla="*/ 13854 w 143318"/>
                <a:gd name="csY82" fmla="*/ 242687 h 258451"/>
                <a:gd name="csX83" fmla="*/ 12899 w 143318"/>
                <a:gd name="csY83" fmla="*/ 239820 h 258451"/>
                <a:gd name="csX84" fmla="*/ 11943 w 143318"/>
                <a:gd name="csY84" fmla="*/ 237909 h 258451"/>
                <a:gd name="csX85" fmla="*/ 8599 w 143318"/>
                <a:gd name="csY85" fmla="*/ 234087 h 258451"/>
                <a:gd name="csX86" fmla="*/ 8599 w 143318"/>
                <a:gd name="csY86" fmla="*/ 233132 h 258451"/>
                <a:gd name="csX87" fmla="*/ 8122 w 143318"/>
                <a:gd name="csY87" fmla="*/ 229310 h 258451"/>
                <a:gd name="csX88" fmla="*/ 8122 w 143318"/>
                <a:gd name="csY88" fmla="*/ 226444 h 258451"/>
                <a:gd name="csX89" fmla="*/ 7644 w 143318"/>
                <a:gd name="csY89" fmla="*/ 222144 h 258451"/>
                <a:gd name="csX90" fmla="*/ 8122 w 143318"/>
                <a:gd name="csY90" fmla="*/ 219756 h 258451"/>
                <a:gd name="csX91" fmla="*/ 9555 w 143318"/>
                <a:gd name="csY91" fmla="*/ 217845 h 258451"/>
                <a:gd name="csX92" fmla="*/ 9077 w 143318"/>
                <a:gd name="csY92" fmla="*/ 215456 h 258451"/>
                <a:gd name="csX93" fmla="*/ 7644 w 143318"/>
                <a:gd name="csY93" fmla="*/ 213545 h 258451"/>
                <a:gd name="csX94" fmla="*/ 7166 w 143318"/>
                <a:gd name="csY94" fmla="*/ 211156 h 258451"/>
                <a:gd name="csX95" fmla="*/ 6211 w 143318"/>
                <a:gd name="csY95" fmla="*/ 208768 h 258451"/>
                <a:gd name="csX96" fmla="*/ 2866 w 143318"/>
                <a:gd name="csY96" fmla="*/ 204946 h 258451"/>
                <a:gd name="csX97" fmla="*/ 2389 w 143318"/>
                <a:gd name="csY97" fmla="*/ 203035 h 258451"/>
                <a:gd name="csX98" fmla="*/ 1433 w 143318"/>
                <a:gd name="csY98" fmla="*/ 201124 h 258451"/>
                <a:gd name="csX99" fmla="*/ 478 w 143318"/>
                <a:gd name="csY99" fmla="*/ 195391 h 258451"/>
                <a:gd name="csX100" fmla="*/ 0 w 143318"/>
                <a:gd name="csY100" fmla="*/ 193003 h 258451"/>
                <a:gd name="csX101" fmla="*/ 478 w 143318"/>
                <a:gd name="csY101" fmla="*/ 188703 h 258451"/>
                <a:gd name="csX102" fmla="*/ 956 w 143318"/>
                <a:gd name="csY102" fmla="*/ 186314 h 258451"/>
                <a:gd name="csX103" fmla="*/ 1911 w 143318"/>
                <a:gd name="csY103" fmla="*/ 184881 h 258451"/>
                <a:gd name="csX104" fmla="*/ 1911 w 143318"/>
                <a:gd name="csY104" fmla="*/ 183448 h 258451"/>
                <a:gd name="csX105" fmla="*/ 2389 w 143318"/>
                <a:gd name="csY105" fmla="*/ 182493 h 258451"/>
                <a:gd name="csX106" fmla="*/ 3344 w 143318"/>
                <a:gd name="csY106" fmla="*/ 182015 h 258451"/>
                <a:gd name="csX107" fmla="*/ 3822 w 143318"/>
                <a:gd name="csY107" fmla="*/ 181060 h 258451"/>
                <a:gd name="csX108" fmla="*/ 5255 w 143318"/>
                <a:gd name="csY108" fmla="*/ 175327 h 258451"/>
                <a:gd name="csX109" fmla="*/ 6688 w 143318"/>
                <a:gd name="csY109" fmla="*/ 173894 h 258451"/>
                <a:gd name="csX110" fmla="*/ 9077 w 143318"/>
                <a:gd name="csY110" fmla="*/ 173416 h 258451"/>
                <a:gd name="csX111" fmla="*/ 10988 w 143318"/>
                <a:gd name="csY111" fmla="*/ 171983 h 258451"/>
                <a:gd name="csX112" fmla="*/ 11943 w 143318"/>
                <a:gd name="csY112" fmla="*/ 169594 h 258451"/>
                <a:gd name="csX113" fmla="*/ 13377 w 143318"/>
                <a:gd name="csY113" fmla="*/ 165772 h 258451"/>
                <a:gd name="csX114" fmla="*/ 16243 w 143318"/>
                <a:gd name="csY114" fmla="*/ 161473 h 258451"/>
                <a:gd name="csX115" fmla="*/ 17198 w 143318"/>
                <a:gd name="csY115" fmla="*/ 159562 h 258451"/>
                <a:gd name="csX116" fmla="*/ 19587 w 143318"/>
                <a:gd name="csY116" fmla="*/ 156218 h 258451"/>
                <a:gd name="csX117" fmla="*/ 21975 w 143318"/>
                <a:gd name="csY117" fmla="*/ 151918 h 258451"/>
                <a:gd name="csX118" fmla="*/ 22454 w 143318"/>
                <a:gd name="csY118" fmla="*/ 149529 h 258451"/>
                <a:gd name="csX119" fmla="*/ 22931 w 143318"/>
                <a:gd name="csY119" fmla="*/ 147619 h 258451"/>
                <a:gd name="csX120" fmla="*/ 23409 w 143318"/>
                <a:gd name="csY120" fmla="*/ 142841 h 258451"/>
                <a:gd name="csX121" fmla="*/ 23886 w 143318"/>
                <a:gd name="csY121" fmla="*/ 140453 h 258451"/>
                <a:gd name="csX122" fmla="*/ 23886 w 143318"/>
                <a:gd name="csY122" fmla="*/ 138064 h 258451"/>
                <a:gd name="csX123" fmla="*/ 22454 w 143318"/>
                <a:gd name="csY123" fmla="*/ 135675 h 258451"/>
                <a:gd name="csX124" fmla="*/ 19587 w 143318"/>
                <a:gd name="csY124" fmla="*/ 131376 h 258451"/>
                <a:gd name="csX125" fmla="*/ 19587 w 143318"/>
                <a:gd name="csY125" fmla="*/ 130420 h 258451"/>
                <a:gd name="csX126" fmla="*/ 19587 w 143318"/>
                <a:gd name="csY126" fmla="*/ 127076 h 258451"/>
                <a:gd name="csX127" fmla="*/ 19587 w 143318"/>
                <a:gd name="csY127" fmla="*/ 124687 h 258451"/>
                <a:gd name="csX128" fmla="*/ 18632 w 143318"/>
                <a:gd name="csY128" fmla="*/ 122777 h 258451"/>
                <a:gd name="csX129" fmla="*/ 17198 w 143318"/>
                <a:gd name="csY129" fmla="*/ 120388 h 258451"/>
                <a:gd name="csX130" fmla="*/ 15765 w 143318"/>
                <a:gd name="csY130" fmla="*/ 116088 h 258451"/>
                <a:gd name="csX131" fmla="*/ 15288 w 143318"/>
                <a:gd name="csY131" fmla="*/ 109400 h 258451"/>
                <a:gd name="csX132" fmla="*/ 15288 w 143318"/>
                <a:gd name="csY132" fmla="*/ 107012 h 258451"/>
                <a:gd name="csX133" fmla="*/ 14809 w 143318"/>
                <a:gd name="csY133" fmla="*/ 105100 h 258451"/>
                <a:gd name="csX134" fmla="*/ 13854 w 143318"/>
                <a:gd name="csY134" fmla="*/ 102712 h 258451"/>
                <a:gd name="csX135" fmla="*/ 14332 w 143318"/>
                <a:gd name="csY135" fmla="*/ 99368 h 258451"/>
                <a:gd name="csX136" fmla="*/ 23409 w 143318"/>
                <a:gd name="csY136" fmla="*/ 85991 h 258451"/>
                <a:gd name="csX137" fmla="*/ 23409 w 143318"/>
                <a:gd name="csY137" fmla="*/ 84558 h 258451"/>
                <a:gd name="csX138" fmla="*/ 23409 w 143318"/>
                <a:gd name="csY138" fmla="*/ 80736 h 258451"/>
                <a:gd name="csX139" fmla="*/ 23409 w 143318"/>
                <a:gd name="csY139" fmla="*/ 78348 h 258451"/>
                <a:gd name="csX140" fmla="*/ 23886 w 143318"/>
                <a:gd name="csY140" fmla="*/ 77392 h 258451"/>
                <a:gd name="csX141" fmla="*/ 24364 w 143318"/>
                <a:gd name="csY141" fmla="*/ 76914 h 258451"/>
                <a:gd name="csX142" fmla="*/ 25798 w 143318"/>
                <a:gd name="csY142" fmla="*/ 76914 h 258451"/>
                <a:gd name="csX143" fmla="*/ 32963 w 143318"/>
                <a:gd name="csY143" fmla="*/ 76437 h 258451"/>
                <a:gd name="csX144" fmla="*/ 33919 w 143318"/>
                <a:gd name="csY144" fmla="*/ 75959 h 258451"/>
                <a:gd name="csX145" fmla="*/ 35830 w 143318"/>
                <a:gd name="csY145" fmla="*/ 75004 h 258451"/>
                <a:gd name="csX146" fmla="*/ 38218 w 143318"/>
                <a:gd name="csY146" fmla="*/ 72615 h 258451"/>
                <a:gd name="csX147" fmla="*/ 39174 w 143318"/>
                <a:gd name="csY147" fmla="*/ 72137 h 258451"/>
                <a:gd name="csX148" fmla="*/ 40129 w 143318"/>
                <a:gd name="csY148" fmla="*/ 72137 h 258451"/>
                <a:gd name="csX149" fmla="*/ 40607 w 143318"/>
                <a:gd name="csY149" fmla="*/ 73093 h 258451"/>
                <a:gd name="csX150" fmla="*/ 41563 w 143318"/>
                <a:gd name="csY150" fmla="*/ 73570 h 258451"/>
                <a:gd name="csX151" fmla="*/ 44429 w 143318"/>
                <a:gd name="csY151" fmla="*/ 72615 h 258451"/>
                <a:gd name="csX152" fmla="*/ 45384 w 143318"/>
                <a:gd name="csY152" fmla="*/ 72615 h 258451"/>
                <a:gd name="csX153" fmla="*/ 46818 w 143318"/>
                <a:gd name="csY153" fmla="*/ 72615 h 258451"/>
                <a:gd name="csX154" fmla="*/ 47295 w 143318"/>
                <a:gd name="csY154" fmla="*/ 72137 h 258451"/>
                <a:gd name="csX155" fmla="*/ 47295 w 143318"/>
                <a:gd name="csY155" fmla="*/ 70704 h 258451"/>
                <a:gd name="csX156" fmla="*/ 47773 w 143318"/>
                <a:gd name="csY156" fmla="*/ 69748 h 258451"/>
                <a:gd name="csX157" fmla="*/ 48729 w 143318"/>
                <a:gd name="csY157" fmla="*/ 69271 h 258451"/>
                <a:gd name="csX158" fmla="*/ 52073 w 143318"/>
                <a:gd name="csY158" fmla="*/ 69271 h 258451"/>
                <a:gd name="csX159" fmla="*/ 54461 w 143318"/>
                <a:gd name="csY159" fmla="*/ 68793 h 258451"/>
                <a:gd name="csX160" fmla="*/ 57805 w 143318"/>
                <a:gd name="csY160" fmla="*/ 67838 h 258451"/>
                <a:gd name="csX161" fmla="*/ 58283 w 143318"/>
                <a:gd name="csY161" fmla="*/ 68315 h 258451"/>
                <a:gd name="csX162" fmla="*/ 60672 w 143318"/>
                <a:gd name="csY162" fmla="*/ 71182 h 258451"/>
                <a:gd name="csX163" fmla="*/ 61627 w 143318"/>
                <a:gd name="csY163" fmla="*/ 71182 h 258451"/>
                <a:gd name="csX164" fmla="*/ 62582 w 143318"/>
                <a:gd name="csY164" fmla="*/ 71659 h 258451"/>
                <a:gd name="csX165" fmla="*/ 63538 w 143318"/>
                <a:gd name="csY165" fmla="*/ 71182 h 258451"/>
                <a:gd name="csX166" fmla="*/ 61150 w 143318"/>
                <a:gd name="csY166" fmla="*/ 69271 h 258451"/>
                <a:gd name="csX167" fmla="*/ 61150 w 143318"/>
                <a:gd name="csY167" fmla="*/ 68793 h 258451"/>
                <a:gd name="csX168" fmla="*/ 61150 w 143318"/>
                <a:gd name="csY168" fmla="*/ 67360 h 258451"/>
                <a:gd name="csX169" fmla="*/ 62105 w 143318"/>
                <a:gd name="csY169" fmla="*/ 65449 h 258451"/>
                <a:gd name="csX170" fmla="*/ 64016 w 143318"/>
                <a:gd name="csY170" fmla="*/ 64016 h 258451"/>
                <a:gd name="csX171" fmla="*/ 67838 w 143318"/>
                <a:gd name="csY171" fmla="*/ 61149 h 258451"/>
                <a:gd name="csX172" fmla="*/ 72137 w 143318"/>
                <a:gd name="csY172" fmla="*/ 58761 h 258451"/>
                <a:gd name="csX173" fmla="*/ 73093 w 143318"/>
                <a:gd name="csY173" fmla="*/ 58283 h 258451"/>
                <a:gd name="csX174" fmla="*/ 74048 w 143318"/>
                <a:gd name="csY174" fmla="*/ 58761 h 258451"/>
                <a:gd name="csX175" fmla="*/ 75004 w 143318"/>
                <a:gd name="csY175" fmla="*/ 62105 h 258451"/>
                <a:gd name="csX176" fmla="*/ 75004 w 143318"/>
                <a:gd name="csY176" fmla="*/ 62582 h 258451"/>
                <a:gd name="csX177" fmla="*/ 75481 w 143318"/>
                <a:gd name="csY177" fmla="*/ 62582 h 258451"/>
                <a:gd name="csX178" fmla="*/ 76437 w 143318"/>
                <a:gd name="csY178" fmla="*/ 62582 h 258451"/>
                <a:gd name="csX179" fmla="*/ 76914 w 143318"/>
                <a:gd name="csY179" fmla="*/ 61149 h 258451"/>
                <a:gd name="csX180" fmla="*/ 76914 w 143318"/>
                <a:gd name="csY180" fmla="*/ 59716 h 258451"/>
                <a:gd name="csX181" fmla="*/ 76437 w 143318"/>
                <a:gd name="csY181" fmla="*/ 58761 h 258451"/>
                <a:gd name="csX182" fmla="*/ 76437 w 143318"/>
                <a:gd name="csY182" fmla="*/ 57805 h 258451"/>
                <a:gd name="csX183" fmla="*/ 76437 w 143318"/>
                <a:gd name="csY183" fmla="*/ 56850 h 258451"/>
                <a:gd name="csX184" fmla="*/ 78348 w 143318"/>
                <a:gd name="csY184" fmla="*/ 54939 h 258451"/>
                <a:gd name="csX185" fmla="*/ 79781 w 143318"/>
                <a:gd name="csY185" fmla="*/ 53028 h 258451"/>
                <a:gd name="csX186" fmla="*/ 80736 w 143318"/>
                <a:gd name="csY186" fmla="*/ 51117 h 258451"/>
                <a:gd name="csX187" fmla="*/ 81214 w 143318"/>
                <a:gd name="csY187" fmla="*/ 49684 h 258451"/>
                <a:gd name="csX188" fmla="*/ 83125 w 143318"/>
                <a:gd name="csY188" fmla="*/ 48728 h 258451"/>
                <a:gd name="csX189" fmla="*/ 83603 w 143318"/>
                <a:gd name="csY189" fmla="*/ 48728 h 258451"/>
                <a:gd name="csX190" fmla="*/ 84080 w 143318"/>
                <a:gd name="csY190" fmla="*/ 49684 h 258451"/>
                <a:gd name="csX191" fmla="*/ 84080 w 143318"/>
                <a:gd name="csY191" fmla="*/ 50639 h 258451"/>
                <a:gd name="csX192" fmla="*/ 83603 w 143318"/>
                <a:gd name="csY192" fmla="*/ 52073 h 258451"/>
                <a:gd name="csX193" fmla="*/ 83125 w 143318"/>
                <a:gd name="csY193" fmla="*/ 53028 h 258451"/>
                <a:gd name="csX194" fmla="*/ 83125 w 143318"/>
                <a:gd name="csY194" fmla="*/ 53983 h 258451"/>
                <a:gd name="csX195" fmla="*/ 84080 w 143318"/>
                <a:gd name="csY195" fmla="*/ 54461 h 258451"/>
                <a:gd name="csX196" fmla="*/ 84558 w 143318"/>
                <a:gd name="csY196" fmla="*/ 53983 h 258451"/>
                <a:gd name="csX197" fmla="*/ 85991 w 143318"/>
                <a:gd name="csY197" fmla="*/ 51595 h 258451"/>
                <a:gd name="csX198" fmla="*/ 87902 w 143318"/>
                <a:gd name="csY198" fmla="*/ 49206 h 258451"/>
                <a:gd name="csX199" fmla="*/ 88858 w 143318"/>
                <a:gd name="csY199" fmla="*/ 48251 h 258451"/>
                <a:gd name="csX200" fmla="*/ 89813 w 143318"/>
                <a:gd name="csY200" fmla="*/ 47295 h 258451"/>
                <a:gd name="csX201" fmla="*/ 91724 w 143318"/>
                <a:gd name="csY201" fmla="*/ 47773 h 258451"/>
                <a:gd name="csX202" fmla="*/ 93635 w 143318"/>
                <a:gd name="csY202" fmla="*/ 48251 h 258451"/>
                <a:gd name="csX203" fmla="*/ 90291 w 143318"/>
                <a:gd name="csY203" fmla="*/ 45862 h 258451"/>
                <a:gd name="csX204" fmla="*/ 89813 w 143318"/>
                <a:gd name="csY204" fmla="*/ 42518 h 258451"/>
                <a:gd name="csX205" fmla="*/ 93157 w 143318"/>
                <a:gd name="csY205" fmla="*/ 36785 h 258451"/>
                <a:gd name="csX206" fmla="*/ 93635 w 143318"/>
                <a:gd name="csY206" fmla="*/ 35830 h 258451"/>
                <a:gd name="csX207" fmla="*/ 94113 w 143318"/>
                <a:gd name="csY207" fmla="*/ 35352 h 258451"/>
                <a:gd name="csX208" fmla="*/ 94113 w 143318"/>
                <a:gd name="csY208" fmla="*/ 34874 h 258451"/>
                <a:gd name="csX209" fmla="*/ 92202 w 143318"/>
                <a:gd name="csY209" fmla="*/ 32963 h 258451"/>
                <a:gd name="csX210" fmla="*/ 91724 w 143318"/>
                <a:gd name="csY210" fmla="*/ 32008 h 258451"/>
                <a:gd name="csX211" fmla="*/ 92202 w 143318"/>
                <a:gd name="csY211" fmla="*/ 30575 h 258451"/>
                <a:gd name="csX212" fmla="*/ 93157 w 143318"/>
                <a:gd name="csY212" fmla="*/ 29141 h 258451"/>
                <a:gd name="csX213" fmla="*/ 94113 w 143318"/>
                <a:gd name="csY213" fmla="*/ 28186 h 258451"/>
                <a:gd name="csX214" fmla="*/ 95068 w 143318"/>
                <a:gd name="csY214" fmla="*/ 28186 h 258451"/>
                <a:gd name="csX215" fmla="*/ 96024 w 143318"/>
                <a:gd name="csY215" fmla="*/ 28664 h 258451"/>
                <a:gd name="csX216" fmla="*/ 97935 w 143318"/>
                <a:gd name="csY216" fmla="*/ 30097 h 258451"/>
                <a:gd name="csX217" fmla="*/ 99368 w 143318"/>
                <a:gd name="csY217" fmla="*/ 30097 h 258451"/>
                <a:gd name="csX218" fmla="*/ 100801 w 143318"/>
                <a:gd name="csY218" fmla="*/ 28664 h 258451"/>
                <a:gd name="csX219" fmla="*/ 102234 w 143318"/>
                <a:gd name="csY219" fmla="*/ 26753 h 258451"/>
                <a:gd name="csX220" fmla="*/ 104145 w 143318"/>
                <a:gd name="csY220" fmla="*/ 25798 h 258451"/>
                <a:gd name="csX221" fmla="*/ 106534 w 143318"/>
                <a:gd name="csY221" fmla="*/ 24842 h 258451"/>
                <a:gd name="csX222" fmla="*/ 109878 w 143318"/>
                <a:gd name="csY222" fmla="*/ 21975 h 258451"/>
                <a:gd name="csX223" fmla="*/ 112266 w 143318"/>
                <a:gd name="csY223" fmla="*/ 15765 h 258451"/>
                <a:gd name="csX224" fmla="*/ 112266 w 143318"/>
                <a:gd name="csY224" fmla="*/ 13854 h 258451"/>
                <a:gd name="csX225" fmla="*/ 111789 w 143318"/>
                <a:gd name="csY225" fmla="*/ 11943 h 258451"/>
                <a:gd name="csX226" fmla="*/ 111311 w 143318"/>
                <a:gd name="csY226" fmla="*/ 9555 h 258451"/>
                <a:gd name="csX227" fmla="*/ 109878 w 143318"/>
                <a:gd name="csY227" fmla="*/ 7166 h 258451"/>
                <a:gd name="csX228" fmla="*/ 110355 w 143318"/>
                <a:gd name="csY228" fmla="*/ 6688 h 258451"/>
                <a:gd name="csX229" fmla="*/ 112266 w 143318"/>
                <a:gd name="csY229" fmla="*/ 6688 h 258451"/>
                <a:gd name="csX230" fmla="*/ 112744 w 143318"/>
                <a:gd name="csY230" fmla="*/ 6688 h 258451"/>
                <a:gd name="csX231" fmla="*/ 114655 w 143318"/>
                <a:gd name="csY231" fmla="*/ 4300 h 258451"/>
                <a:gd name="csX232" fmla="*/ 118000 w 143318"/>
                <a:gd name="csY232" fmla="*/ 0 h 258451"/>
                <a:gd name="csX233" fmla="*/ 119432 w 143318"/>
                <a:gd name="csY233" fmla="*/ 0 h 258451"/>
                <a:gd name="csX234" fmla="*/ 120388 w 143318"/>
                <a:gd name="csY234" fmla="*/ 956 h 258451"/>
                <a:gd name="csX235" fmla="*/ 120388 w 143318"/>
                <a:gd name="csY235" fmla="*/ 1911 h 258451"/>
                <a:gd name="csX236" fmla="*/ 121343 w 143318"/>
                <a:gd name="csY236" fmla="*/ 2866 h 258451"/>
                <a:gd name="csX237" fmla="*/ 123732 w 143318"/>
                <a:gd name="csY237" fmla="*/ 4777 h 258451"/>
                <a:gd name="csX238" fmla="*/ 124687 w 143318"/>
                <a:gd name="csY238" fmla="*/ 6210 h 258451"/>
                <a:gd name="csX239" fmla="*/ 125643 w 143318"/>
                <a:gd name="csY239" fmla="*/ 8121 h 258451"/>
                <a:gd name="csX240" fmla="*/ 126598 w 143318"/>
                <a:gd name="csY240" fmla="*/ 10032 h 258451"/>
                <a:gd name="csX241" fmla="*/ 129943 w 143318"/>
                <a:gd name="csY241" fmla="*/ 14809 h 258451"/>
                <a:gd name="csX242" fmla="*/ 131376 w 143318"/>
                <a:gd name="csY242" fmla="*/ 16243 h 258451"/>
                <a:gd name="csX243" fmla="*/ 132809 w 143318"/>
                <a:gd name="csY243" fmla="*/ 18154 h 258451"/>
                <a:gd name="csX244" fmla="*/ 133287 w 143318"/>
                <a:gd name="csY244" fmla="*/ 21975 h 258451"/>
                <a:gd name="csX245" fmla="*/ 135198 w 143318"/>
                <a:gd name="csY245" fmla="*/ 27708 h 258451"/>
                <a:gd name="csX246" fmla="*/ 137109 w 143318"/>
                <a:gd name="csY246" fmla="*/ 36307 h 258451"/>
                <a:gd name="csX247" fmla="*/ 138064 w 143318"/>
                <a:gd name="csY247" fmla="*/ 44907 h 258451"/>
                <a:gd name="csX248" fmla="*/ 138542 w 143318"/>
                <a:gd name="csY248" fmla="*/ 49206 h 258451"/>
                <a:gd name="csX249" fmla="*/ 139975 w 143318"/>
                <a:gd name="csY249" fmla="*/ 53028 h 258451"/>
                <a:gd name="csX250" fmla="*/ 142841 w 143318"/>
                <a:gd name="csY250" fmla="*/ 56850 h 2584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</a:cxnLst>
              <a:rect l="l" t="t" r="r" b="b"/>
              <a:pathLst>
                <a:path w="143318" h="258451">
                  <a:moveTo>
                    <a:pt x="142841" y="56850"/>
                  </a:moveTo>
                  <a:lnTo>
                    <a:pt x="143319" y="61627"/>
                  </a:lnTo>
                  <a:lnTo>
                    <a:pt x="141886" y="65927"/>
                  </a:lnTo>
                  <a:lnTo>
                    <a:pt x="139497" y="70226"/>
                  </a:lnTo>
                  <a:lnTo>
                    <a:pt x="139019" y="71182"/>
                  </a:lnTo>
                  <a:lnTo>
                    <a:pt x="138064" y="72137"/>
                  </a:lnTo>
                  <a:lnTo>
                    <a:pt x="137586" y="72137"/>
                  </a:lnTo>
                  <a:lnTo>
                    <a:pt x="135675" y="71182"/>
                  </a:lnTo>
                  <a:lnTo>
                    <a:pt x="134242" y="69271"/>
                  </a:lnTo>
                  <a:lnTo>
                    <a:pt x="132331" y="64971"/>
                  </a:lnTo>
                  <a:lnTo>
                    <a:pt x="131853" y="62582"/>
                  </a:lnTo>
                  <a:lnTo>
                    <a:pt x="130898" y="62582"/>
                  </a:lnTo>
                  <a:lnTo>
                    <a:pt x="128987" y="62582"/>
                  </a:lnTo>
                  <a:lnTo>
                    <a:pt x="127076" y="64016"/>
                  </a:lnTo>
                  <a:lnTo>
                    <a:pt x="127076" y="64971"/>
                  </a:lnTo>
                  <a:lnTo>
                    <a:pt x="127076" y="67360"/>
                  </a:lnTo>
                  <a:lnTo>
                    <a:pt x="128032" y="69271"/>
                  </a:lnTo>
                  <a:lnTo>
                    <a:pt x="128032" y="71659"/>
                  </a:lnTo>
                  <a:lnTo>
                    <a:pt x="128032" y="74526"/>
                  </a:lnTo>
                  <a:lnTo>
                    <a:pt x="128987" y="75004"/>
                  </a:lnTo>
                  <a:lnTo>
                    <a:pt x="129465" y="75959"/>
                  </a:lnTo>
                  <a:lnTo>
                    <a:pt x="130420" y="77870"/>
                  </a:lnTo>
                  <a:lnTo>
                    <a:pt x="130898" y="82170"/>
                  </a:lnTo>
                  <a:lnTo>
                    <a:pt x="129943" y="84080"/>
                  </a:lnTo>
                  <a:lnTo>
                    <a:pt x="128509" y="85991"/>
                  </a:lnTo>
                  <a:lnTo>
                    <a:pt x="128509" y="87424"/>
                  </a:lnTo>
                  <a:lnTo>
                    <a:pt x="129465" y="88380"/>
                  </a:lnTo>
                  <a:lnTo>
                    <a:pt x="128509" y="88858"/>
                  </a:lnTo>
                  <a:lnTo>
                    <a:pt x="126598" y="89813"/>
                  </a:lnTo>
                  <a:lnTo>
                    <a:pt x="125643" y="90291"/>
                  </a:lnTo>
                  <a:lnTo>
                    <a:pt x="124687" y="92202"/>
                  </a:lnTo>
                  <a:lnTo>
                    <a:pt x="122777" y="96501"/>
                  </a:lnTo>
                  <a:lnTo>
                    <a:pt x="122777" y="98412"/>
                  </a:lnTo>
                  <a:lnTo>
                    <a:pt x="123732" y="104623"/>
                  </a:lnTo>
                  <a:lnTo>
                    <a:pt x="123732" y="108922"/>
                  </a:lnTo>
                  <a:lnTo>
                    <a:pt x="121343" y="117044"/>
                  </a:lnTo>
                  <a:lnTo>
                    <a:pt x="119910" y="120865"/>
                  </a:lnTo>
                  <a:lnTo>
                    <a:pt x="118000" y="125643"/>
                  </a:lnTo>
                  <a:lnTo>
                    <a:pt x="115133" y="132331"/>
                  </a:lnTo>
                  <a:lnTo>
                    <a:pt x="112266" y="139975"/>
                  </a:lnTo>
                  <a:lnTo>
                    <a:pt x="109878" y="148096"/>
                  </a:lnTo>
                  <a:lnTo>
                    <a:pt x="108445" y="152873"/>
                  </a:lnTo>
                  <a:lnTo>
                    <a:pt x="106056" y="157651"/>
                  </a:lnTo>
                  <a:lnTo>
                    <a:pt x="103668" y="166250"/>
                  </a:lnTo>
                  <a:lnTo>
                    <a:pt x="101279" y="174849"/>
                  </a:lnTo>
                  <a:lnTo>
                    <a:pt x="97935" y="184881"/>
                  </a:lnTo>
                  <a:lnTo>
                    <a:pt x="93157" y="195391"/>
                  </a:lnTo>
                  <a:lnTo>
                    <a:pt x="92680" y="196825"/>
                  </a:lnTo>
                  <a:lnTo>
                    <a:pt x="91246" y="202557"/>
                  </a:lnTo>
                  <a:lnTo>
                    <a:pt x="90291" y="207335"/>
                  </a:lnTo>
                  <a:lnTo>
                    <a:pt x="88858" y="212112"/>
                  </a:lnTo>
                  <a:lnTo>
                    <a:pt x="86469" y="219756"/>
                  </a:lnTo>
                  <a:lnTo>
                    <a:pt x="85991" y="222144"/>
                  </a:lnTo>
                  <a:lnTo>
                    <a:pt x="85514" y="224533"/>
                  </a:lnTo>
                  <a:lnTo>
                    <a:pt x="82647" y="229310"/>
                  </a:lnTo>
                  <a:lnTo>
                    <a:pt x="81692" y="231221"/>
                  </a:lnTo>
                  <a:lnTo>
                    <a:pt x="81214" y="233132"/>
                  </a:lnTo>
                  <a:lnTo>
                    <a:pt x="80736" y="235998"/>
                  </a:lnTo>
                  <a:lnTo>
                    <a:pt x="79781" y="238387"/>
                  </a:lnTo>
                  <a:lnTo>
                    <a:pt x="77870" y="242687"/>
                  </a:lnTo>
                  <a:lnTo>
                    <a:pt x="75004" y="246508"/>
                  </a:lnTo>
                  <a:lnTo>
                    <a:pt x="73093" y="247942"/>
                  </a:lnTo>
                  <a:lnTo>
                    <a:pt x="68793" y="249852"/>
                  </a:lnTo>
                  <a:lnTo>
                    <a:pt x="66882" y="250330"/>
                  </a:lnTo>
                  <a:lnTo>
                    <a:pt x="62105" y="250330"/>
                  </a:lnTo>
                  <a:lnTo>
                    <a:pt x="57805" y="251763"/>
                  </a:lnTo>
                  <a:lnTo>
                    <a:pt x="53028" y="253674"/>
                  </a:lnTo>
                  <a:lnTo>
                    <a:pt x="48251" y="256063"/>
                  </a:lnTo>
                  <a:lnTo>
                    <a:pt x="46818" y="257496"/>
                  </a:lnTo>
                  <a:lnTo>
                    <a:pt x="44907" y="257974"/>
                  </a:lnTo>
                  <a:lnTo>
                    <a:pt x="38696" y="258452"/>
                  </a:lnTo>
                  <a:lnTo>
                    <a:pt x="37263" y="257974"/>
                  </a:lnTo>
                  <a:lnTo>
                    <a:pt x="31052" y="253674"/>
                  </a:lnTo>
                  <a:lnTo>
                    <a:pt x="28664" y="252719"/>
                  </a:lnTo>
                  <a:lnTo>
                    <a:pt x="24364" y="252241"/>
                  </a:lnTo>
                  <a:lnTo>
                    <a:pt x="22931" y="252241"/>
                  </a:lnTo>
                  <a:lnTo>
                    <a:pt x="21975" y="251286"/>
                  </a:lnTo>
                  <a:lnTo>
                    <a:pt x="20065" y="249375"/>
                  </a:lnTo>
                  <a:lnTo>
                    <a:pt x="16243" y="247464"/>
                  </a:lnTo>
                  <a:lnTo>
                    <a:pt x="15765" y="246986"/>
                  </a:lnTo>
                  <a:lnTo>
                    <a:pt x="15288" y="245553"/>
                  </a:lnTo>
                  <a:lnTo>
                    <a:pt x="14809" y="244120"/>
                  </a:lnTo>
                  <a:lnTo>
                    <a:pt x="13854" y="242687"/>
                  </a:lnTo>
                  <a:lnTo>
                    <a:pt x="12899" y="239820"/>
                  </a:lnTo>
                  <a:lnTo>
                    <a:pt x="11943" y="237909"/>
                  </a:lnTo>
                  <a:lnTo>
                    <a:pt x="8599" y="234087"/>
                  </a:lnTo>
                  <a:lnTo>
                    <a:pt x="8599" y="233132"/>
                  </a:lnTo>
                  <a:lnTo>
                    <a:pt x="8122" y="229310"/>
                  </a:lnTo>
                  <a:lnTo>
                    <a:pt x="8122" y="226444"/>
                  </a:lnTo>
                  <a:lnTo>
                    <a:pt x="7644" y="222144"/>
                  </a:lnTo>
                  <a:lnTo>
                    <a:pt x="8122" y="219756"/>
                  </a:lnTo>
                  <a:lnTo>
                    <a:pt x="9555" y="217845"/>
                  </a:lnTo>
                  <a:lnTo>
                    <a:pt x="9077" y="215456"/>
                  </a:lnTo>
                  <a:lnTo>
                    <a:pt x="7644" y="213545"/>
                  </a:lnTo>
                  <a:lnTo>
                    <a:pt x="7166" y="211156"/>
                  </a:lnTo>
                  <a:lnTo>
                    <a:pt x="6211" y="208768"/>
                  </a:lnTo>
                  <a:lnTo>
                    <a:pt x="2866" y="204946"/>
                  </a:lnTo>
                  <a:lnTo>
                    <a:pt x="2389" y="203035"/>
                  </a:lnTo>
                  <a:lnTo>
                    <a:pt x="1433" y="201124"/>
                  </a:lnTo>
                  <a:lnTo>
                    <a:pt x="478" y="195391"/>
                  </a:lnTo>
                  <a:lnTo>
                    <a:pt x="0" y="193003"/>
                  </a:lnTo>
                  <a:lnTo>
                    <a:pt x="478" y="188703"/>
                  </a:lnTo>
                  <a:lnTo>
                    <a:pt x="956" y="186314"/>
                  </a:lnTo>
                  <a:lnTo>
                    <a:pt x="1911" y="184881"/>
                  </a:lnTo>
                  <a:lnTo>
                    <a:pt x="1911" y="183448"/>
                  </a:lnTo>
                  <a:lnTo>
                    <a:pt x="2389" y="182493"/>
                  </a:lnTo>
                  <a:lnTo>
                    <a:pt x="3344" y="182015"/>
                  </a:lnTo>
                  <a:lnTo>
                    <a:pt x="3822" y="181060"/>
                  </a:lnTo>
                  <a:lnTo>
                    <a:pt x="5255" y="175327"/>
                  </a:lnTo>
                  <a:lnTo>
                    <a:pt x="6688" y="173894"/>
                  </a:lnTo>
                  <a:lnTo>
                    <a:pt x="9077" y="173416"/>
                  </a:lnTo>
                  <a:lnTo>
                    <a:pt x="10988" y="171983"/>
                  </a:lnTo>
                  <a:lnTo>
                    <a:pt x="11943" y="169594"/>
                  </a:lnTo>
                  <a:lnTo>
                    <a:pt x="13377" y="165772"/>
                  </a:lnTo>
                  <a:lnTo>
                    <a:pt x="16243" y="161473"/>
                  </a:lnTo>
                  <a:lnTo>
                    <a:pt x="17198" y="159562"/>
                  </a:lnTo>
                  <a:lnTo>
                    <a:pt x="19587" y="156218"/>
                  </a:lnTo>
                  <a:lnTo>
                    <a:pt x="21975" y="151918"/>
                  </a:lnTo>
                  <a:lnTo>
                    <a:pt x="22454" y="149529"/>
                  </a:lnTo>
                  <a:lnTo>
                    <a:pt x="22931" y="147619"/>
                  </a:lnTo>
                  <a:lnTo>
                    <a:pt x="23409" y="142841"/>
                  </a:lnTo>
                  <a:lnTo>
                    <a:pt x="23886" y="140453"/>
                  </a:lnTo>
                  <a:lnTo>
                    <a:pt x="23886" y="138064"/>
                  </a:lnTo>
                  <a:lnTo>
                    <a:pt x="22454" y="135675"/>
                  </a:lnTo>
                  <a:lnTo>
                    <a:pt x="19587" y="131376"/>
                  </a:lnTo>
                  <a:lnTo>
                    <a:pt x="19587" y="130420"/>
                  </a:lnTo>
                  <a:lnTo>
                    <a:pt x="19587" y="127076"/>
                  </a:lnTo>
                  <a:lnTo>
                    <a:pt x="19587" y="124687"/>
                  </a:lnTo>
                  <a:lnTo>
                    <a:pt x="18632" y="122777"/>
                  </a:lnTo>
                  <a:lnTo>
                    <a:pt x="17198" y="120388"/>
                  </a:lnTo>
                  <a:lnTo>
                    <a:pt x="15765" y="116088"/>
                  </a:lnTo>
                  <a:lnTo>
                    <a:pt x="15288" y="109400"/>
                  </a:lnTo>
                  <a:lnTo>
                    <a:pt x="15288" y="107012"/>
                  </a:lnTo>
                  <a:lnTo>
                    <a:pt x="14809" y="105100"/>
                  </a:lnTo>
                  <a:lnTo>
                    <a:pt x="13854" y="102712"/>
                  </a:lnTo>
                  <a:lnTo>
                    <a:pt x="14332" y="99368"/>
                  </a:lnTo>
                  <a:lnTo>
                    <a:pt x="23409" y="85991"/>
                  </a:lnTo>
                  <a:lnTo>
                    <a:pt x="23409" y="84558"/>
                  </a:lnTo>
                  <a:lnTo>
                    <a:pt x="23409" y="80736"/>
                  </a:lnTo>
                  <a:lnTo>
                    <a:pt x="23409" y="78348"/>
                  </a:lnTo>
                  <a:lnTo>
                    <a:pt x="23886" y="77392"/>
                  </a:lnTo>
                  <a:lnTo>
                    <a:pt x="24364" y="76914"/>
                  </a:lnTo>
                  <a:lnTo>
                    <a:pt x="25798" y="76914"/>
                  </a:lnTo>
                  <a:lnTo>
                    <a:pt x="32963" y="76437"/>
                  </a:lnTo>
                  <a:lnTo>
                    <a:pt x="33919" y="75959"/>
                  </a:lnTo>
                  <a:lnTo>
                    <a:pt x="35830" y="75004"/>
                  </a:lnTo>
                  <a:lnTo>
                    <a:pt x="38218" y="72615"/>
                  </a:lnTo>
                  <a:lnTo>
                    <a:pt x="39174" y="72137"/>
                  </a:lnTo>
                  <a:lnTo>
                    <a:pt x="40129" y="72137"/>
                  </a:lnTo>
                  <a:lnTo>
                    <a:pt x="40607" y="73093"/>
                  </a:lnTo>
                  <a:lnTo>
                    <a:pt x="41563" y="73570"/>
                  </a:lnTo>
                  <a:lnTo>
                    <a:pt x="44429" y="72615"/>
                  </a:lnTo>
                  <a:lnTo>
                    <a:pt x="45384" y="72615"/>
                  </a:lnTo>
                  <a:lnTo>
                    <a:pt x="46818" y="72615"/>
                  </a:lnTo>
                  <a:lnTo>
                    <a:pt x="47295" y="72137"/>
                  </a:lnTo>
                  <a:lnTo>
                    <a:pt x="47295" y="70704"/>
                  </a:lnTo>
                  <a:lnTo>
                    <a:pt x="47773" y="69748"/>
                  </a:lnTo>
                  <a:lnTo>
                    <a:pt x="48729" y="69271"/>
                  </a:lnTo>
                  <a:lnTo>
                    <a:pt x="52073" y="69271"/>
                  </a:lnTo>
                  <a:lnTo>
                    <a:pt x="54461" y="68793"/>
                  </a:lnTo>
                  <a:lnTo>
                    <a:pt x="57805" y="67838"/>
                  </a:lnTo>
                  <a:lnTo>
                    <a:pt x="58283" y="68315"/>
                  </a:lnTo>
                  <a:lnTo>
                    <a:pt x="60672" y="71182"/>
                  </a:lnTo>
                  <a:lnTo>
                    <a:pt x="61627" y="71182"/>
                  </a:lnTo>
                  <a:lnTo>
                    <a:pt x="62582" y="71659"/>
                  </a:lnTo>
                  <a:lnTo>
                    <a:pt x="63538" y="71182"/>
                  </a:lnTo>
                  <a:lnTo>
                    <a:pt x="61150" y="69271"/>
                  </a:lnTo>
                  <a:lnTo>
                    <a:pt x="61150" y="68793"/>
                  </a:lnTo>
                  <a:lnTo>
                    <a:pt x="61150" y="67360"/>
                  </a:lnTo>
                  <a:lnTo>
                    <a:pt x="62105" y="65449"/>
                  </a:lnTo>
                  <a:lnTo>
                    <a:pt x="64016" y="64016"/>
                  </a:lnTo>
                  <a:lnTo>
                    <a:pt x="67838" y="61149"/>
                  </a:lnTo>
                  <a:lnTo>
                    <a:pt x="72137" y="58761"/>
                  </a:lnTo>
                  <a:lnTo>
                    <a:pt x="73093" y="58283"/>
                  </a:lnTo>
                  <a:lnTo>
                    <a:pt x="74048" y="58761"/>
                  </a:lnTo>
                  <a:lnTo>
                    <a:pt x="75004" y="62105"/>
                  </a:lnTo>
                  <a:lnTo>
                    <a:pt x="75004" y="62582"/>
                  </a:lnTo>
                  <a:lnTo>
                    <a:pt x="75481" y="62582"/>
                  </a:lnTo>
                  <a:lnTo>
                    <a:pt x="76437" y="62582"/>
                  </a:lnTo>
                  <a:lnTo>
                    <a:pt x="76914" y="61149"/>
                  </a:lnTo>
                  <a:lnTo>
                    <a:pt x="76914" y="59716"/>
                  </a:lnTo>
                  <a:lnTo>
                    <a:pt x="76437" y="58761"/>
                  </a:lnTo>
                  <a:lnTo>
                    <a:pt x="76437" y="57805"/>
                  </a:lnTo>
                  <a:lnTo>
                    <a:pt x="76437" y="56850"/>
                  </a:lnTo>
                  <a:lnTo>
                    <a:pt x="78348" y="54939"/>
                  </a:lnTo>
                  <a:lnTo>
                    <a:pt x="79781" y="53028"/>
                  </a:lnTo>
                  <a:lnTo>
                    <a:pt x="80736" y="51117"/>
                  </a:lnTo>
                  <a:lnTo>
                    <a:pt x="81214" y="49684"/>
                  </a:lnTo>
                  <a:lnTo>
                    <a:pt x="83125" y="48728"/>
                  </a:lnTo>
                  <a:lnTo>
                    <a:pt x="83603" y="48728"/>
                  </a:lnTo>
                  <a:lnTo>
                    <a:pt x="84080" y="49684"/>
                  </a:lnTo>
                  <a:lnTo>
                    <a:pt x="84080" y="50639"/>
                  </a:lnTo>
                  <a:lnTo>
                    <a:pt x="83603" y="52073"/>
                  </a:lnTo>
                  <a:lnTo>
                    <a:pt x="83125" y="53028"/>
                  </a:lnTo>
                  <a:lnTo>
                    <a:pt x="83125" y="53983"/>
                  </a:lnTo>
                  <a:lnTo>
                    <a:pt x="84080" y="54461"/>
                  </a:lnTo>
                  <a:lnTo>
                    <a:pt x="84558" y="53983"/>
                  </a:lnTo>
                  <a:lnTo>
                    <a:pt x="85991" y="51595"/>
                  </a:lnTo>
                  <a:lnTo>
                    <a:pt x="87902" y="49206"/>
                  </a:lnTo>
                  <a:lnTo>
                    <a:pt x="88858" y="48251"/>
                  </a:lnTo>
                  <a:lnTo>
                    <a:pt x="89813" y="47295"/>
                  </a:lnTo>
                  <a:lnTo>
                    <a:pt x="91724" y="47773"/>
                  </a:lnTo>
                  <a:lnTo>
                    <a:pt x="93635" y="48251"/>
                  </a:lnTo>
                  <a:lnTo>
                    <a:pt x="90291" y="45862"/>
                  </a:lnTo>
                  <a:lnTo>
                    <a:pt x="89813" y="42518"/>
                  </a:lnTo>
                  <a:lnTo>
                    <a:pt x="93157" y="36785"/>
                  </a:lnTo>
                  <a:lnTo>
                    <a:pt x="93635" y="35830"/>
                  </a:lnTo>
                  <a:lnTo>
                    <a:pt x="94113" y="35352"/>
                  </a:lnTo>
                  <a:lnTo>
                    <a:pt x="94113" y="34874"/>
                  </a:lnTo>
                  <a:lnTo>
                    <a:pt x="92202" y="32963"/>
                  </a:lnTo>
                  <a:lnTo>
                    <a:pt x="91724" y="32008"/>
                  </a:lnTo>
                  <a:lnTo>
                    <a:pt x="92202" y="30575"/>
                  </a:lnTo>
                  <a:lnTo>
                    <a:pt x="93157" y="29141"/>
                  </a:lnTo>
                  <a:lnTo>
                    <a:pt x="94113" y="28186"/>
                  </a:lnTo>
                  <a:lnTo>
                    <a:pt x="95068" y="28186"/>
                  </a:lnTo>
                  <a:lnTo>
                    <a:pt x="96024" y="28664"/>
                  </a:lnTo>
                  <a:lnTo>
                    <a:pt x="97935" y="30097"/>
                  </a:lnTo>
                  <a:lnTo>
                    <a:pt x="99368" y="30097"/>
                  </a:lnTo>
                  <a:lnTo>
                    <a:pt x="100801" y="28664"/>
                  </a:lnTo>
                  <a:lnTo>
                    <a:pt x="102234" y="26753"/>
                  </a:lnTo>
                  <a:lnTo>
                    <a:pt x="104145" y="25798"/>
                  </a:lnTo>
                  <a:lnTo>
                    <a:pt x="106534" y="24842"/>
                  </a:lnTo>
                  <a:lnTo>
                    <a:pt x="109878" y="21975"/>
                  </a:lnTo>
                  <a:lnTo>
                    <a:pt x="112266" y="15765"/>
                  </a:lnTo>
                  <a:lnTo>
                    <a:pt x="112266" y="13854"/>
                  </a:lnTo>
                  <a:lnTo>
                    <a:pt x="111789" y="11943"/>
                  </a:lnTo>
                  <a:lnTo>
                    <a:pt x="111311" y="9555"/>
                  </a:lnTo>
                  <a:lnTo>
                    <a:pt x="109878" y="7166"/>
                  </a:lnTo>
                  <a:lnTo>
                    <a:pt x="110355" y="6688"/>
                  </a:lnTo>
                  <a:lnTo>
                    <a:pt x="112266" y="6688"/>
                  </a:lnTo>
                  <a:lnTo>
                    <a:pt x="112744" y="6688"/>
                  </a:lnTo>
                  <a:lnTo>
                    <a:pt x="114655" y="4300"/>
                  </a:lnTo>
                  <a:lnTo>
                    <a:pt x="118000" y="0"/>
                  </a:lnTo>
                  <a:lnTo>
                    <a:pt x="119432" y="0"/>
                  </a:lnTo>
                  <a:lnTo>
                    <a:pt x="120388" y="956"/>
                  </a:lnTo>
                  <a:lnTo>
                    <a:pt x="120388" y="1911"/>
                  </a:lnTo>
                  <a:lnTo>
                    <a:pt x="121343" y="2866"/>
                  </a:lnTo>
                  <a:lnTo>
                    <a:pt x="123732" y="4777"/>
                  </a:lnTo>
                  <a:lnTo>
                    <a:pt x="124687" y="6210"/>
                  </a:lnTo>
                  <a:lnTo>
                    <a:pt x="125643" y="8121"/>
                  </a:lnTo>
                  <a:lnTo>
                    <a:pt x="126598" y="10032"/>
                  </a:lnTo>
                  <a:lnTo>
                    <a:pt x="129943" y="14809"/>
                  </a:lnTo>
                  <a:lnTo>
                    <a:pt x="131376" y="16243"/>
                  </a:lnTo>
                  <a:lnTo>
                    <a:pt x="132809" y="18154"/>
                  </a:lnTo>
                  <a:lnTo>
                    <a:pt x="133287" y="21975"/>
                  </a:lnTo>
                  <a:lnTo>
                    <a:pt x="135198" y="27708"/>
                  </a:lnTo>
                  <a:lnTo>
                    <a:pt x="137109" y="36307"/>
                  </a:lnTo>
                  <a:lnTo>
                    <a:pt x="138064" y="44907"/>
                  </a:lnTo>
                  <a:lnTo>
                    <a:pt x="138542" y="49206"/>
                  </a:lnTo>
                  <a:lnTo>
                    <a:pt x="139975" y="53028"/>
                  </a:lnTo>
                  <a:lnTo>
                    <a:pt x="142841" y="5685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7" name="Freeform 1386">
              <a:extLst>
                <a:ext uri="{FF2B5EF4-FFF2-40B4-BE49-F238E27FC236}">
                  <a16:creationId xmlns:a16="http://schemas.microsoft.com/office/drawing/2014/main" id="{495A062F-32C5-8776-3F4E-4AFC951ACA23}"/>
                </a:ext>
              </a:extLst>
            </p:cNvPr>
            <p:cNvSpPr/>
            <p:nvPr/>
          </p:nvSpPr>
          <p:spPr>
            <a:xfrm>
              <a:off x="6774375" y="3897436"/>
              <a:ext cx="107966" cy="83602"/>
            </a:xfrm>
            <a:custGeom>
              <a:avLst/>
              <a:gdLst>
                <a:gd name="csX0" fmla="*/ 107012 w 107966"/>
                <a:gd name="csY0" fmla="*/ 36785 h 83602"/>
                <a:gd name="csX1" fmla="*/ 107967 w 107966"/>
                <a:gd name="csY1" fmla="*/ 40129 h 83602"/>
                <a:gd name="csX2" fmla="*/ 103667 w 107966"/>
                <a:gd name="csY2" fmla="*/ 39174 h 83602"/>
                <a:gd name="csX3" fmla="*/ 99368 w 107966"/>
                <a:gd name="csY3" fmla="*/ 39174 h 83602"/>
                <a:gd name="csX4" fmla="*/ 96979 w 107966"/>
                <a:gd name="csY4" fmla="*/ 40129 h 83602"/>
                <a:gd name="csX5" fmla="*/ 94591 w 107966"/>
                <a:gd name="csY5" fmla="*/ 41085 h 83602"/>
                <a:gd name="csX6" fmla="*/ 92202 w 107966"/>
                <a:gd name="csY6" fmla="*/ 42518 h 83602"/>
                <a:gd name="csX7" fmla="*/ 90769 w 107966"/>
                <a:gd name="csY7" fmla="*/ 44906 h 83602"/>
                <a:gd name="csX8" fmla="*/ 89335 w 107966"/>
                <a:gd name="csY8" fmla="*/ 50639 h 83602"/>
                <a:gd name="csX9" fmla="*/ 87425 w 107966"/>
                <a:gd name="csY9" fmla="*/ 55894 h 83602"/>
                <a:gd name="csX10" fmla="*/ 87425 w 107966"/>
                <a:gd name="csY10" fmla="*/ 58283 h 83602"/>
                <a:gd name="csX11" fmla="*/ 88380 w 107966"/>
                <a:gd name="csY11" fmla="*/ 60672 h 83602"/>
                <a:gd name="csX12" fmla="*/ 88380 w 107966"/>
                <a:gd name="csY12" fmla="*/ 61627 h 83602"/>
                <a:gd name="csX13" fmla="*/ 87425 w 107966"/>
                <a:gd name="csY13" fmla="*/ 61627 h 83602"/>
                <a:gd name="csX14" fmla="*/ 86469 w 107966"/>
                <a:gd name="csY14" fmla="*/ 63060 h 83602"/>
                <a:gd name="csX15" fmla="*/ 85036 w 107966"/>
                <a:gd name="csY15" fmla="*/ 67838 h 83602"/>
                <a:gd name="csX16" fmla="*/ 85036 w 107966"/>
                <a:gd name="csY16" fmla="*/ 68793 h 83602"/>
                <a:gd name="csX17" fmla="*/ 83603 w 107966"/>
                <a:gd name="csY17" fmla="*/ 68793 h 83602"/>
                <a:gd name="csX18" fmla="*/ 83603 w 107966"/>
                <a:gd name="csY18" fmla="*/ 66882 h 83602"/>
                <a:gd name="csX19" fmla="*/ 81692 w 107966"/>
                <a:gd name="csY19" fmla="*/ 65927 h 83602"/>
                <a:gd name="csX20" fmla="*/ 80736 w 107966"/>
                <a:gd name="csY20" fmla="*/ 67360 h 83602"/>
                <a:gd name="csX21" fmla="*/ 79781 w 107966"/>
                <a:gd name="csY21" fmla="*/ 70226 h 83602"/>
                <a:gd name="csX22" fmla="*/ 78348 w 107966"/>
                <a:gd name="csY22" fmla="*/ 73093 h 83602"/>
                <a:gd name="csX23" fmla="*/ 78348 w 107966"/>
                <a:gd name="csY23" fmla="*/ 73093 h 83602"/>
                <a:gd name="csX24" fmla="*/ 78348 w 107966"/>
                <a:gd name="csY24" fmla="*/ 82647 h 83602"/>
                <a:gd name="csX25" fmla="*/ 78348 w 107966"/>
                <a:gd name="csY25" fmla="*/ 82647 h 83602"/>
                <a:gd name="csX26" fmla="*/ 74526 w 107966"/>
                <a:gd name="csY26" fmla="*/ 83603 h 83602"/>
                <a:gd name="csX27" fmla="*/ 73570 w 107966"/>
                <a:gd name="csY27" fmla="*/ 83603 h 83602"/>
                <a:gd name="csX28" fmla="*/ 70226 w 107966"/>
                <a:gd name="csY28" fmla="*/ 79303 h 83602"/>
                <a:gd name="csX29" fmla="*/ 66882 w 107966"/>
                <a:gd name="csY29" fmla="*/ 79303 h 83602"/>
                <a:gd name="csX30" fmla="*/ 65927 w 107966"/>
                <a:gd name="csY30" fmla="*/ 77392 h 83602"/>
                <a:gd name="csX31" fmla="*/ 65927 w 107966"/>
                <a:gd name="csY31" fmla="*/ 76437 h 83602"/>
                <a:gd name="csX32" fmla="*/ 62105 w 107966"/>
                <a:gd name="csY32" fmla="*/ 74048 h 83602"/>
                <a:gd name="csX33" fmla="*/ 62105 w 107966"/>
                <a:gd name="csY33" fmla="*/ 72137 h 83602"/>
                <a:gd name="csX34" fmla="*/ 62105 w 107966"/>
                <a:gd name="csY34" fmla="*/ 72137 h 83602"/>
                <a:gd name="csX35" fmla="*/ 62105 w 107966"/>
                <a:gd name="csY35" fmla="*/ 71182 h 83602"/>
                <a:gd name="csX36" fmla="*/ 64016 w 107966"/>
                <a:gd name="csY36" fmla="*/ 71182 h 83602"/>
                <a:gd name="csX37" fmla="*/ 65927 w 107966"/>
                <a:gd name="csY37" fmla="*/ 70226 h 83602"/>
                <a:gd name="csX38" fmla="*/ 65927 w 107966"/>
                <a:gd name="csY38" fmla="*/ 70226 h 83602"/>
                <a:gd name="csX39" fmla="*/ 65927 w 107966"/>
                <a:gd name="csY39" fmla="*/ 67360 h 83602"/>
                <a:gd name="csX40" fmla="*/ 65927 w 107966"/>
                <a:gd name="csY40" fmla="*/ 67360 h 83602"/>
                <a:gd name="csX41" fmla="*/ 63060 w 107966"/>
                <a:gd name="csY41" fmla="*/ 65449 h 83602"/>
                <a:gd name="csX42" fmla="*/ 63060 w 107966"/>
                <a:gd name="csY42" fmla="*/ 65449 h 83602"/>
                <a:gd name="csX43" fmla="*/ 63060 w 107966"/>
                <a:gd name="csY43" fmla="*/ 62105 h 83602"/>
                <a:gd name="csX44" fmla="*/ 65927 w 107966"/>
                <a:gd name="csY44" fmla="*/ 61149 h 83602"/>
                <a:gd name="csX45" fmla="*/ 67360 w 107966"/>
                <a:gd name="csY45" fmla="*/ 60194 h 83602"/>
                <a:gd name="csX46" fmla="*/ 67360 w 107966"/>
                <a:gd name="csY46" fmla="*/ 60194 h 83602"/>
                <a:gd name="csX47" fmla="*/ 66405 w 107966"/>
                <a:gd name="csY47" fmla="*/ 59238 h 83602"/>
                <a:gd name="csX48" fmla="*/ 64016 w 107966"/>
                <a:gd name="csY48" fmla="*/ 56372 h 83602"/>
                <a:gd name="csX49" fmla="*/ 61150 w 107966"/>
                <a:gd name="csY49" fmla="*/ 53506 h 83602"/>
                <a:gd name="csX50" fmla="*/ 59239 w 107966"/>
                <a:gd name="csY50" fmla="*/ 53506 h 83602"/>
                <a:gd name="csX51" fmla="*/ 56850 w 107966"/>
                <a:gd name="csY51" fmla="*/ 54461 h 83602"/>
                <a:gd name="csX52" fmla="*/ 53028 w 107966"/>
                <a:gd name="csY52" fmla="*/ 56850 h 83602"/>
                <a:gd name="csX53" fmla="*/ 51117 w 107966"/>
                <a:gd name="csY53" fmla="*/ 57805 h 83602"/>
                <a:gd name="csX54" fmla="*/ 48251 w 107966"/>
                <a:gd name="csY54" fmla="*/ 59716 h 83602"/>
                <a:gd name="csX55" fmla="*/ 45384 w 107966"/>
                <a:gd name="csY55" fmla="*/ 61627 h 83602"/>
                <a:gd name="csX56" fmla="*/ 45384 w 107966"/>
                <a:gd name="csY56" fmla="*/ 61627 h 83602"/>
                <a:gd name="csX57" fmla="*/ 42996 w 107966"/>
                <a:gd name="csY57" fmla="*/ 63538 h 83602"/>
                <a:gd name="csX58" fmla="*/ 42996 w 107966"/>
                <a:gd name="csY58" fmla="*/ 63538 h 83602"/>
                <a:gd name="csX59" fmla="*/ 41562 w 107966"/>
                <a:gd name="csY59" fmla="*/ 65449 h 83602"/>
                <a:gd name="csX60" fmla="*/ 38696 w 107966"/>
                <a:gd name="csY60" fmla="*/ 66404 h 83602"/>
                <a:gd name="csX61" fmla="*/ 37263 w 107966"/>
                <a:gd name="csY61" fmla="*/ 67838 h 83602"/>
                <a:gd name="csX62" fmla="*/ 32486 w 107966"/>
                <a:gd name="csY62" fmla="*/ 72137 h 83602"/>
                <a:gd name="csX63" fmla="*/ 31052 w 107966"/>
                <a:gd name="csY63" fmla="*/ 72137 h 83602"/>
                <a:gd name="csX64" fmla="*/ 31052 w 107966"/>
                <a:gd name="csY64" fmla="*/ 67360 h 83602"/>
                <a:gd name="csX65" fmla="*/ 29141 w 107966"/>
                <a:gd name="csY65" fmla="*/ 65927 h 83602"/>
                <a:gd name="csX66" fmla="*/ 29141 w 107966"/>
                <a:gd name="csY66" fmla="*/ 65927 h 83602"/>
                <a:gd name="csX67" fmla="*/ 29141 w 107966"/>
                <a:gd name="csY67" fmla="*/ 64971 h 83602"/>
                <a:gd name="csX68" fmla="*/ 32008 w 107966"/>
                <a:gd name="csY68" fmla="*/ 64971 h 83602"/>
                <a:gd name="csX69" fmla="*/ 30575 w 107966"/>
                <a:gd name="csY69" fmla="*/ 62582 h 83602"/>
                <a:gd name="csX70" fmla="*/ 29141 w 107966"/>
                <a:gd name="csY70" fmla="*/ 61627 h 83602"/>
                <a:gd name="csX71" fmla="*/ 28186 w 107966"/>
                <a:gd name="csY71" fmla="*/ 60672 h 83602"/>
                <a:gd name="csX72" fmla="*/ 28186 w 107966"/>
                <a:gd name="csY72" fmla="*/ 60672 h 83602"/>
                <a:gd name="csX73" fmla="*/ 28186 w 107966"/>
                <a:gd name="csY73" fmla="*/ 59716 h 83602"/>
                <a:gd name="csX74" fmla="*/ 28186 w 107966"/>
                <a:gd name="csY74" fmla="*/ 59716 h 83602"/>
                <a:gd name="csX75" fmla="*/ 30097 w 107966"/>
                <a:gd name="csY75" fmla="*/ 58283 h 83602"/>
                <a:gd name="csX76" fmla="*/ 30097 w 107966"/>
                <a:gd name="csY76" fmla="*/ 58283 h 83602"/>
                <a:gd name="csX77" fmla="*/ 30097 w 107966"/>
                <a:gd name="csY77" fmla="*/ 56372 h 83602"/>
                <a:gd name="csX78" fmla="*/ 26753 w 107966"/>
                <a:gd name="csY78" fmla="*/ 54939 h 83602"/>
                <a:gd name="csX79" fmla="*/ 24364 w 107966"/>
                <a:gd name="csY79" fmla="*/ 54939 h 83602"/>
                <a:gd name="csX80" fmla="*/ 22453 w 107966"/>
                <a:gd name="csY80" fmla="*/ 53506 h 83602"/>
                <a:gd name="csX81" fmla="*/ 21020 w 107966"/>
                <a:gd name="csY81" fmla="*/ 52072 h 83602"/>
                <a:gd name="csX82" fmla="*/ 21020 w 107966"/>
                <a:gd name="csY82" fmla="*/ 52072 h 83602"/>
                <a:gd name="csX83" fmla="*/ 19109 w 107966"/>
                <a:gd name="csY83" fmla="*/ 50639 h 83602"/>
                <a:gd name="csX84" fmla="*/ 17676 w 107966"/>
                <a:gd name="csY84" fmla="*/ 49684 h 83602"/>
                <a:gd name="csX85" fmla="*/ 16243 w 107966"/>
                <a:gd name="csY85" fmla="*/ 47773 h 83602"/>
                <a:gd name="csX86" fmla="*/ 16243 w 107966"/>
                <a:gd name="csY86" fmla="*/ 47773 h 83602"/>
                <a:gd name="csX87" fmla="*/ 13854 w 107966"/>
                <a:gd name="csY87" fmla="*/ 45862 h 83602"/>
                <a:gd name="csX88" fmla="*/ 12421 w 107966"/>
                <a:gd name="csY88" fmla="*/ 45862 h 83602"/>
                <a:gd name="csX89" fmla="*/ 12421 w 107966"/>
                <a:gd name="csY89" fmla="*/ 44906 h 83602"/>
                <a:gd name="csX90" fmla="*/ 16721 w 107966"/>
                <a:gd name="csY90" fmla="*/ 44906 h 83602"/>
                <a:gd name="csX91" fmla="*/ 16721 w 107966"/>
                <a:gd name="csY91" fmla="*/ 43951 h 83602"/>
                <a:gd name="csX92" fmla="*/ 17676 w 107966"/>
                <a:gd name="csY92" fmla="*/ 42996 h 83602"/>
                <a:gd name="csX93" fmla="*/ 18632 w 107966"/>
                <a:gd name="csY93" fmla="*/ 41563 h 83602"/>
                <a:gd name="csX94" fmla="*/ 18632 w 107966"/>
                <a:gd name="csY94" fmla="*/ 40129 h 83602"/>
                <a:gd name="csX95" fmla="*/ 13854 w 107966"/>
                <a:gd name="csY95" fmla="*/ 37740 h 83602"/>
                <a:gd name="csX96" fmla="*/ 10510 w 107966"/>
                <a:gd name="csY96" fmla="*/ 35830 h 83602"/>
                <a:gd name="csX97" fmla="*/ 8121 w 107966"/>
                <a:gd name="csY97" fmla="*/ 32963 h 83602"/>
                <a:gd name="csX98" fmla="*/ 6688 w 107966"/>
                <a:gd name="csY98" fmla="*/ 30575 h 83602"/>
                <a:gd name="csX99" fmla="*/ 6688 w 107966"/>
                <a:gd name="csY99" fmla="*/ 28664 h 83602"/>
                <a:gd name="csX100" fmla="*/ 10032 w 107966"/>
                <a:gd name="csY100" fmla="*/ 26275 h 83602"/>
                <a:gd name="csX101" fmla="*/ 10032 w 107966"/>
                <a:gd name="csY101" fmla="*/ 26275 h 83602"/>
                <a:gd name="csX102" fmla="*/ 10032 w 107966"/>
                <a:gd name="csY102" fmla="*/ 25320 h 83602"/>
                <a:gd name="csX103" fmla="*/ 10032 w 107966"/>
                <a:gd name="csY103" fmla="*/ 25320 h 83602"/>
                <a:gd name="csX104" fmla="*/ 8599 w 107966"/>
                <a:gd name="csY104" fmla="*/ 23886 h 83602"/>
                <a:gd name="csX105" fmla="*/ 7166 w 107966"/>
                <a:gd name="csY105" fmla="*/ 22453 h 83602"/>
                <a:gd name="csX106" fmla="*/ 7166 w 107966"/>
                <a:gd name="csY106" fmla="*/ 21498 h 83602"/>
                <a:gd name="csX107" fmla="*/ 3822 w 107966"/>
                <a:gd name="csY107" fmla="*/ 21498 h 83602"/>
                <a:gd name="csX108" fmla="*/ 478 w 107966"/>
                <a:gd name="csY108" fmla="*/ 20065 h 83602"/>
                <a:gd name="csX109" fmla="*/ 478 w 107966"/>
                <a:gd name="csY109" fmla="*/ 20065 h 83602"/>
                <a:gd name="csX110" fmla="*/ 2866 w 107966"/>
                <a:gd name="csY110" fmla="*/ 19109 h 83602"/>
                <a:gd name="csX111" fmla="*/ 2866 w 107966"/>
                <a:gd name="csY111" fmla="*/ 19109 h 83602"/>
                <a:gd name="csX112" fmla="*/ 2866 w 107966"/>
                <a:gd name="csY112" fmla="*/ 18154 h 83602"/>
                <a:gd name="csX113" fmla="*/ 1433 w 107966"/>
                <a:gd name="csY113" fmla="*/ 18154 h 83602"/>
                <a:gd name="csX114" fmla="*/ 0 w 107966"/>
                <a:gd name="csY114" fmla="*/ 16243 h 83602"/>
                <a:gd name="csX115" fmla="*/ 0 w 107966"/>
                <a:gd name="csY115" fmla="*/ 15287 h 83602"/>
                <a:gd name="csX116" fmla="*/ 3822 w 107966"/>
                <a:gd name="csY116" fmla="*/ 11943 h 83602"/>
                <a:gd name="csX117" fmla="*/ 8121 w 107966"/>
                <a:gd name="csY117" fmla="*/ 11943 h 83602"/>
                <a:gd name="csX118" fmla="*/ 13854 w 107966"/>
                <a:gd name="csY118" fmla="*/ 13854 h 83602"/>
                <a:gd name="csX119" fmla="*/ 13854 w 107966"/>
                <a:gd name="csY119" fmla="*/ 14809 h 83602"/>
                <a:gd name="csX120" fmla="*/ 13854 w 107966"/>
                <a:gd name="csY120" fmla="*/ 14809 h 83602"/>
                <a:gd name="csX121" fmla="*/ 15287 w 107966"/>
                <a:gd name="csY121" fmla="*/ 16243 h 83602"/>
                <a:gd name="csX122" fmla="*/ 17676 w 107966"/>
                <a:gd name="csY122" fmla="*/ 17198 h 83602"/>
                <a:gd name="csX123" fmla="*/ 24364 w 107966"/>
                <a:gd name="csY123" fmla="*/ 17198 h 83602"/>
                <a:gd name="csX124" fmla="*/ 26275 w 107966"/>
                <a:gd name="csY124" fmla="*/ 19109 h 83602"/>
                <a:gd name="csX125" fmla="*/ 28664 w 107966"/>
                <a:gd name="csY125" fmla="*/ 19109 h 83602"/>
                <a:gd name="csX126" fmla="*/ 30575 w 107966"/>
                <a:gd name="csY126" fmla="*/ 17198 h 83602"/>
                <a:gd name="csX127" fmla="*/ 31530 w 107966"/>
                <a:gd name="csY127" fmla="*/ 15287 h 83602"/>
                <a:gd name="csX128" fmla="*/ 31530 w 107966"/>
                <a:gd name="csY128" fmla="*/ 14332 h 83602"/>
                <a:gd name="csX129" fmla="*/ 30575 w 107966"/>
                <a:gd name="csY129" fmla="*/ 12899 h 83602"/>
                <a:gd name="csX130" fmla="*/ 28186 w 107966"/>
                <a:gd name="csY130" fmla="*/ 11465 h 83602"/>
                <a:gd name="csX131" fmla="*/ 25798 w 107966"/>
                <a:gd name="csY131" fmla="*/ 10032 h 83602"/>
                <a:gd name="csX132" fmla="*/ 24364 w 107966"/>
                <a:gd name="csY132" fmla="*/ 9077 h 83602"/>
                <a:gd name="csX133" fmla="*/ 23409 w 107966"/>
                <a:gd name="csY133" fmla="*/ 6688 h 83602"/>
                <a:gd name="csX134" fmla="*/ 22453 w 107966"/>
                <a:gd name="csY134" fmla="*/ 6688 h 83602"/>
                <a:gd name="csX135" fmla="*/ 22453 w 107966"/>
                <a:gd name="csY135" fmla="*/ 3344 h 83602"/>
                <a:gd name="csX136" fmla="*/ 24842 w 107966"/>
                <a:gd name="csY136" fmla="*/ 3344 h 83602"/>
                <a:gd name="csX137" fmla="*/ 25798 w 107966"/>
                <a:gd name="csY137" fmla="*/ 2389 h 83602"/>
                <a:gd name="csX138" fmla="*/ 26753 w 107966"/>
                <a:gd name="csY138" fmla="*/ 956 h 83602"/>
                <a:gd name="csX139" fmla="*/ 26753 w 107966"/>
                <a:gd name="csY139" fmla="*/ 0 h 83602"/>
                <a:gd name="csX140" fmla="*/ 29619 w 107966"/>
                <a:gd name="csY140" fmla="*/ 0 h 83602"/>
                <a:gd name="csX141" fmla="*/ 29619 w 107966"/>
                <a:gd name="csY141" fmla="*/ 1433 h 83602"/>
                <a:gd name="csX142" fmla="*/ 32963 w 107966"/>
                <a:gd name="csY142" fmla="*/ 1433 h 83602"/>
                <a:gd name="csX143" fmla="*/ 34396 w 107966"/>
                <a:gd name="csY143" fmla="*/ 3344 h 83602"/>
                <a:gd name="csX144" fmla="*/ 36307 w 107966"/>
                <a:gd name="csY144" fmla="*/ 5255 h 83602"/>
                <a:gd name="csX145" fmla="*/ 37263 w 107966"/>
                <a:gd name="csY145" fmla="*/ 6210 h 83602"/>
                <a:gd name="csX146" fmla="*/ 37263 w 107966"/>
                <a:gd name="csY146" fmla="*/ 7166 h 83602"/>
                <a:gd name="csX147" fmla="*/ 37263 w 107966"/>
                <a:gd name="csY147" fmla="*/ 7166 h 83602"/>
                <a:gd name="csX148" fmla="*/ 38218 w 107966"/>
                <a:gd name="csY148" fmla="*/ 8121 h 83602"/>
                <a:gd name="csX149" fmla="*/ 38218 w 107966"/>
                <a:gd name="csY149" fmla="*/ 8121 h 83602"/>
                <a:gd name="csX150" fmla="*/ 39652 w 107966"/>
                <a:gd name="csY150" fmla="*/ 9077 h 83602"/>
                <a:gd name="csX151" fmla="*/ 41085 w 107966"/>
                <a:gd name="csY151" fmla="*/ 10510 h 83602"/>
                <a:gd name="csX152" fmla="*/ 42040 w 107966"/>
                <a:gd name="csY152" fmla="*/ 12899 h 83602"/>
                <a:gd name="csX153" fmla="*/ 42040 w 107966"/>
                <a:gd name="csY153" fmla="*/ 13854 h 83602"/>
                <a:gd name="csX154" fmla="*/ 42040 w 107966"/>
                <a:gd name="csY154" fmla="*/ 13854 h 83602"/>
                <a:gd name="csX155" fmla="*/ 42996 w 107966"/>
                <a:gd name="csY155" fmla="*/ 14809 h 83602"/>
                <a:gd name="csX156" fmla="*/ 46818 w 107966"/>
                <a:gd name="csY156" fmla="*/ 16243 h 83602"/>
                <a:gd name="csX157" fmla="*/ 48251 w 107966"/>
                <a:gd name="csY157" fmla="*/ 16243 h 83602"/>
                <a:gd name="csX158" fmla="*/ 52073 w 107966"/>
                <a:gd name="csY158" fmla="*/ 17198 h 83602"/>
                <a:gd name="csX159" fmla="*/ 53505 w 107966"/>
                <a:gd name="csY159" fmla="*/ 17198 h 83602"/>
                <a:gd name="csX160" fmla="*/ 55416 w 107966"/>
                <a:gd name="csY160" fmla="*/ 13854 h 83602"/>
                <a:gd name="csX161" fmla="*/ 55416 w 107966"/>
                <a:gd name="csY161" fmla="*/ 13854 h 83602"/>
                <a:gd name="csX162" fmla="*/ 57328 w 107966"/>
                <a:gd name="csY162" fmla="*/ 10988 h 83602"/>
                <a:gd name="csX163" fmla="*/ 59239 w 107966"/>
                <a:gd name="csY163" fmla="*/ 10988 h 83602"/>
                <a:gd name="csX164" fmla="*/ 62105 w 107966"/>
                <a:gd name="csY164" fmla="*/ 9077 h 83602"/>
                <a:gd name="csX165" fmla="*/ 64016 w 107966"/>
                <a:gd name="csY165" fmla="*/ 7644 h 83602"/>
                <a:gd name="csX166" fmla="*/ 64016 w 107966"/>
                <a:gd name="csY166" fmla="*/ 7644 h 83602"/>
                <a:gd name="csX167" fmla="*/ 64971 w 107966"/>
                <a:gd name="csY167" fmla="*/ 6210 h 83602"/>
                <a:gd name="csX168" fmla="*/ 66882 w 107966"/>
                <a:gd name="csY168" fmla="*/ 3344 h 83602"/>
                <a:gd name="csX169" fmla="*/ 67837 w 107966"/>
                <a:gd name="csY169" fmla="*/ 1911 h 83602"/>
                <a:gd name="csX170" fmla="*/ 67837 w 107966"/>
                <a:gd name="csY170" fmla="*/ 1911 h 83602"/>
                <a:gd name="csX171" fmla="*/ 69748 w 107966"/>
                <a:gd name="csY171" fmla="*/ 3344 h 83602"/>
                <a:gd name="csX172" fmla="*/ 73093 w 107966"/>
                <a:gd name="csY172" fmla="*/ 7166 h 83602"/>
                <a:gd name="csX173" fmla="*/ 77392 w 107966"/>
                <a:gd name="csY173" fmla="*/ 13376 h 83602"/>
                <a:gd name="csX174" fmla="*/ 78348 w 107966"/>
                <a:gd name="csY174" fmla="*/ 15287 h 83602"/>
                <a:gd name="csX175" fmla="*/ 79303 w 107966"/>
                <a:gd name="csY175" fmla="*/ 17198 h 83602"/>
                <a:gd name="csX176" fmla="*/ 79303 w 107966"/>
                <a:gd name="csY176" fmla="*/ 19587 h 83602"/>
                <a:gd name="csX177" fmla="*/ 80736 w 107966"/>
                <a:gd name="csY177" fmla="*/ 21498 h 83602"/>
                <a:gd name="csX178" fmla="*/ 85514 w 107966"/>
                <a:gd name="csY178" fmla="*/ 26753 h 83602"/>
                <a:gd name="csX179" fmla="*/ 87425 w 107966"/>
                <a:gd name="csY179" fmla="*/ 28664 h 83602"/>
                <a:gd name="csX180" fmla="*/ 90769 w 107966"/>
                <a:gd name="csY180" fmla="*/ 31052 h 83602"/>
                <a:gd name="csX181" fmla="*/ 91724 w 107966"/>
                <a:gd name="csY181" fmla="*/ 31052 h 83602"/>
                <a:gd name="csX182" fmla="*/ 93157 w 107966"/>
                <a:gd name="csY182" fmla="*/ 32008 h 83602"/>
                <a:gd name="csX183" fmla="*/ 96024 w 107966"/>
                <a:gd name="csY183" fmla="*/ 32008 h 83602"/>
                <a:gd name="csX184" fmla="*/ 98412 w 107966"/>
                <a:gd name="csY184" fmla="*/ 32963 h 83602"/>
                <a:gd name="csX185" fmla="*/ 99846 w 107966"/>
                <a:gd name="csY185" fmla="*/ 33919 h 83602"/>
                <a:gd name="csX186" fmla="*/ 101278 w 107966"/>
                <a:gd name="csY186" fmla="*/ 34874 h 83602"/>
                <a:gd name="csX187" fmla="*/ 102234 w 107966"/>
                <a:gd name="csY187" fmla="*/ 35830 h 83602"/>
                <a:gd name="csX188" fmla="*/ 106056 w 107966"/>
                <a:gd name="csY188" fmla="*/ 35830 h 83602"/>
                <a:gd name="csX189" fmla="*/ 107012 w 107966"/>
                <a:gd name="csY189" fmla="*/ 36785 h 83602"/>
                <a:gd name="csX190" fmla="*/ 12898 w 107966"/>
                <a:gd name="csY190" fmla="*/ 32008 h 83602"/>
                <a:gd name="csX191" fmla="*/ 12898 w 107966"/>
                <a:gd name="csY191" fmla="*/ 31052 h 83602"/>
                <a:gd name="csX192" fmla="*/ 11943 w 107966"/>
                <a:gd name="csY192" fmla="*/ 31052 h 83602"/>
                <a:gd name="csX193" fmla="*/ 11943 w 107966"/>
                <a:gd name="csY193" fmla="*/ 32486 h 83602"/>
                <a:gd name="csX194" fmla="*/ 13377 w 107966"/>
                <a:gd name="csY194" fmla="*/ 32486 h 83602"/>
                <a:gd name="csX195" fmla="*/ 12898 w 107966"/>
                <a:gd name="csY195" fmla="*/ 32008 h 83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</a:cxnLst>
              <a:rect l="l" t="t" r="r" b="b"/>
              <a:pathLst>
                <a:path w="107966" h="83602">
                  <a:moveTo>
                    <a:pt x="107012" y="36785"/>
                  </a:moveTo>
                  <a:lnTo>
                    <a:pt x="107967" y="40129"/>
                  </a:lnTo>
                  <a:lnTo>
                    <a:pt x="103667" y="39174"/>
                  </a:lnTo>
                  <a:lnTo>
                    <a:pt x="99368" y="39174"/>
                  </a:lnTo>
                  <a:lnTo>
                    <a:pt x="96979" y="40129"/>
                  </a:lnTo>
                  <a:lnTo>
                    <a:pt x="94591" y="41085"/>
                  </a:lnTo>
                  <a:lnTo>
                    <a:pt x="92202" y="42518"/>
                  </a:lnTo>
                  <a:lnTo>
                    <a:pt x="90769" y="44906"/>
                  </a:lnTo>
                  <a:lnTo>
                    <a:pt x="89335" y="50639"/>
                  </a:lnTo>
                  <a:lnTo>
                    <a:pt x="87425" y="55894"/>
                  </a:lnTo>
                  <a:lnTo>
                    <a:pt x="87425" y="58283"/>
                  </a:lnTo>
                  <a:lnTo>
                    <a:pt x="88380" y="60672"/>
                  </a:lnTo>
                  <a:lnTo>
                    <a:pt x="88380" y="61627"/>
                  </a:lnTo>
                  <a:lnTo>
                    <a:pt x="87425" y="61627"/>
                  </a:lnTo>
                  <a:lnTo>
                    <a:pt x="86469" y="63060"/>
                  </a:lnTo>
                  <a:lnTo>
                    <a:pt x="85036" y="67838"/>
                  </a:lnTo>
                  <a:lnTo>
                    <a:pt x="85036" y="68793"/>
                  </a:lnTo>
                  <a:lnTo>
                    <a:pt x="83603" y="68793"/>
                  </a:lnTo>
                  <a:lnTo>
                    <a:pt x="83603" y="66882"/>
                  </a:lnTo>
                  <a:lnTo>
                    <a:pt x="81692" y="65927"/>
                  </a:lnTo>
                  <a:lnTo>
                    <a:pt x="80736" y="67360"/>
                  </a:lnTo>
                  <a:lnTo>
                    <a:pt x="79781" y="70226"/>
                  </a:lnTo>
                  <a:lnTo>
                    <a:pt x="78348" y="73093"/>
                  </a:lnTo>
                  <a:lnTo>
                    <a:pt x="78348" y="73093"/>
                  </a:lnTo>
                  <a:lnTo>
                    <a:pt x="78348" y="82647"/>
                  </a:lnTo>
                  <a:lnTo>
                    <a:pt x="78348" y="82647"/>
                  </a:lnTo>
                  <a:lnTo>
                    <a:pt x="74526" y="83603"/>
                  </a:lnTo>
                  <a:lnTo>
                    <a:pt x="73570" y="83603"/>
                  </a:lnTo>
                  <a:lnTo>
                    <a:pt x="70226" y="79303"/>
                  </a:lnTo>
                  <a:lnTo>
                    <a:pt x="66882" y="79303"/>
                  </a:lnTo>
                  <a:lnTo>
                    <a:pt x="65927" y="77392"/>
                  </a:lnTo>
                  <a:lnTo>
                    <a:pt x="65927" y="76437"/>
                  </a:lnTo>
                  <a:lnTo>
                    <a:pt x="62105" y="74048"/>
                  </a:lnTo>
                  <a:lnTo>
                    <a:pt x="62105" y="72137"/>
                  </a:lnTo>
                  <a:lnTo>
                    <a:pt x="62105" y="72137"/>
                  </a:lnTo>
                  <a:lnTo>
                    <a:pt x="62105" y="71182"/>
                  </a:lnTo>
                  <a:lnTo>
                    <a:pt x="64016" y="71182"/>
                  </a:lnTo>
                  <a:lnTo>
                    <a:pt x="65927" y="70226"/>
                  </a:lnTo>
                  <a:lnTo>
                    <a:pt x="65927" y="70226"/>
                  </a:lnTo>
                  <a:lnTo>
                    <a:pt x="65927" y="67360"/>
                  </a:lnTo>
                  <a:lnTo>
                    <a:pt x="65927" y="67360"/>
                  </a:lnTo>
                  <a:lnTo>
                    <a:pt x="63060" y="65449"/>
                  </a:lnTo>
                  <a:lnTo>
                    <a:pt x="63060" y="65449"/>
                  </a:lnTo>
                  <a:lnTo>
                    <a:pt x="63060" y="62105"/>
                  </a:lnTo>
                  <a:lnTo>
                    <a:pt x="65927" y="61149"/>
                  </a:lnTo>
                  <a:lnTo>
                    <a:pt x="67360" y="60194"/>
                  </a:lnTo>
                  <a:lnTo>
                    <a:pt x="67360" y="60194"/>
                  </a:lnTo>
                  <a:lnTo>
                    <a:pt x="66405" y="59238"/>
                  </a:lnTo>
                  <a:lnTo>
                    <a:pt x="64016" y="56372"/>
                  </a:lnTo>
                  <a:lnTo>
                    <a:pt x="61150" y="53506"/>
                  </a:lnTo>
                  <a:lnTo>
                    <a:pt x="59239" y="53506"/>
                  </a:lnTo>
                  <a:lnTo>
                    <a:pt x="56850" y="54461"/>
                  </a:lnTo>
                  <a:lnTo>
                    <a:pt x="53028" y="56850"/>
                  </a:lnTo>
                  <a:lnTo>
                    <a:pt x="51117" y="57805"/>
                  </a:lnTo>
                  <a:lnTo>
                    <a:pt x="48251" y="59716"/>
                  </a:lnTo>
                  <a:lnTo>
                    <a:pt x="45384" y="61627"/>
                  </a:lnTo>
                  <a:lnTo>
                    <a:pt x="45384" y="61627"/>
                  </a:lnTo>
                  <a:lnTo>
                    <a:pt x="42996" y="63538"/>
                  </a:lnTo>
                  <a:lnTo>
                    <a:pt x="42996" y="63538"/>
                  </a:lnTo>
                  <a:lnTo>
                    <a:pt x="41562" y="65449"/>
                  </a:lnTo>
                  <a:lnTo>
                    <a:pt x="38696" y="66404"/>
                  </a:lnTo>
                  <a:lnTo>
                    <a:pt x="37263" y="67838"/>
                  </a:lnTo>
                  <a:lnTo>
                    <a:pt x="32486" y="72137"/>
                  </a:lnTo>
                  <a:lnTo>
                    <a:pt x="31052" y="72137"/>
                  </a:lnTo>
                  <a:lnTo>
                    <a:pt x="31052" y="67360"/>
                  </a:lnTo>
                  <a:lnTo>
                    <a:pt x="29141" y="65927"/>
                  </a:lnTo>
                  <a:lnTo>
                    <a:pt x="29141" y="65927"/>
                  </a:lnTo>
                  <a:lnTo>
                    <a:pt x="29141" y="64971"/>
                  </a:lnTo>
                  <a:lnTo>
                    <a:pt x="32008" y="64971"/>
                  </a:lnTo>
                  <a:lnTo>
                    <a:pt x="30575" y="62582"/>
                  </a:lnTo>
                  <a:lnTo>
                    <a:pt x="29141" y="61627"/>
                  </a:lnTo>
                  <a:lnTo>
                    <a:pt x="28186" y="60672"/>
                  </a:lnTo>
                  <a:lnTo>
                    <a:pt x="28186" y="60672"/>
                  </a:lnTo>
                  <a:lnTo>
                    <a:pt x="28186" y="59716"/>
                  </a:lnTo>
                  <a:lnTo>
                    <a:pt x="28186" y="59716"/>
                  </a:lnTo>
                  <a:lnTo>
                    <a:pt x="30097" y="58283"/>
                  </a:lnTo>
                  <a:lnTo>
                    <a:pt x="30097" y="58283"/>
                  </a:lnTo>
                  <a:lnTo>
                    <a:pt x="30097" y="56372"/>
                  </a:lnTo>
                  <a:lnTo>
                    <a:pt x="26753" y="54939"/>
                  </a:lnTo>
                  <a:lnTo>
                    <a:pt x="24364" y="54939"/>
                  </a:lnTo>
                  <a:lnTo>
                    <a:pt x="22453" y="53506"/>
                  </a:lnTo>
                  <a:lnTo>
                    <a:pt x="21020" y="52072"/>
                  </a:lnTo>
                  <a:lnTo>
                    <a:pt x="21020" y="52072"/>
                  </a:lnTo>
                  <a:lnTo>
                    <a:pt x="19109" y="50639"/>
                  </a:lnTo>
                  <a:lnTo>
                    <a:pt x="17676" y="49684"/>
                  </a:lnTo>
                  <a:lnTo>
                    <a:pt x="16243" y="47773"/>
                  </a:lnTo>
                  <a:lnTo>
                    <a:pt x="16243" y="47773"/>
                  </a:lnTo>
                  <a:lnTo>
                    <a:pt x="13854" y="45862"/>
                  </a:lnTo>
                  <a:lnTo>
                    <a:pt x="12421" y="45862"/>
                  </a:lnTo>
                  <a:lnTo>
                    <a:pt x="12421" y="44906"/>
                  </a:lnTo>
                  <a:lnTo>
                    <a:pt x="16721" y="44906"/>
                  </a:lnTo>
                  <a:lnTo>
                    <a:pt x="16721" y="43951"/>
                  </a:lnTo>
                  <a:lnTo>
                    <a:pt x="17676" y="42996"/>
                  </a:lnTo>
                  <a:lnTo>
                    <a:pt x="18632" y="41563"/>
                  </a:lnTo>
                  <a:lnTo>
                    <a:pt x="18632" y="40129"/>
                  </a:lnTo>
                  <a:lnTo>
                    <a:pt x="13854" y="37740"/>
                  </a:lnTo>
                  <a:lnTo>
                    <a:pt x="10510" y="35830"/>
                  </a:lnTo>
                  <a:lnTo>
                    <a:pt x="8121" y="32963"/>
                  </a:lnTo>
                  <a:lnTo>
                    <a:pt x="6688" y="30575"/>
                  </a:lnTo>
                  <a:lnTo>
                    <a:pt x="6688" y="28664"/>
                  </a:lnTo>
                  <a:lnTo>
                    <a:pt x="10032" y="26275"/>
                  </a:lnTo>
                  <a:lnTo>
                    <a:pt x="10032" y="26275"/>
                  </a:lnTo>
                  <a:lnTo>
                    <a:pt x="10032" y="25320"/>
                  </a:lnTo>
                  <a:lnTo>
                    <a:pt x="10032" y="25320"/>
                  </a:lnTo>
                  <a:lnTo>
                    <a:pt x="8599" y="23886"/>
                  </a:lnTo>
                  <a:lnTo>
                    <a:pt x="7166" y="22453"/>
                  </a:lnTo>
                  <a:lnTo>
                    <a:pt x="7166" y="21498"/>
                  </a:lnTo>
                  <a:lnTo>
                    <a:pt x="3822" y="21498"/>
                  </a:lnTo>
                  <a:lnTo>
                    <a:pt x="478" y="20065"/>
                  </a:lnTo>
                  <a:lnTo>
                    <a:pt x="478" y="20065"/>
                  </a:lnTo>
                  <a:lnTo>
                    <a:pt x="2866" y="19109"/>
                  </a:lnTo>
                  <a:lnTo>
                    <a:pt x="2866" y="19109"/>
                  </a:lnTo>
                  <a:lnTo>
                    <a:pt x="2866" y="18154"/>
                  </a:lnTo>
                  <a:lnTo>
                    <a:pt x="1433" y="18154"/>
                  </a:lnTo>
                  <a:lnTo>
                    <a:pt x="0" y="16243"/>
                  </a:lnTo>
                  <a:lnTo>
                    <a:pt x="0" y="15287"/>
                  </a:lnTo>
                  <a:lnTo>
                    <a:pt x="3822" y="11943"/>
                  </a:lnTo>
                  <a:lnTo>
                    <a:pt x="8121" y="11943"/>
                  </a:lnTo>
                  <a:lnTo>
                    <a:pt x="13854" y="13854"/>
                  </a:lnTo>
                  <a:lnTo>
                    <a:pt x="13854" y="14809"/>
                  </a:lnTo>
                  <a:lnTo>
                    <a:pt x="13854" y="14809"/>
                  </a:lnTo>
                  <a:lnTo>
                    <a:pt x="15287" y="16243"/>
                  </a:lnTo>
                  <a:lnTo>
                    <a:pt x="17676" y="17198"/>
                  </a:lnTo>
                  <a:lnTo>
                    <a:pt x="24364" y="17198"/>
                  </a:lnTo>
                  <a:lnTo>
                    <a:pt x="26275" y="19109"/>
                  </a:lnTo>
                  <a:lnTo>
                    <a:pt x="28664" y="19109"/>
                  </a:lnTo>
                  <a:lnTo>
                    <a:pt x="30575" y="17198"/>
                  </a:lnTo>
                  <a:lnTo>
                    <a:pt x="31530" y="15287"/>
                  </a:lnTo>
                  <a:lnTo>
                    <a:pt x="31530" y="14332"/>
                  </a:lnTo>
                  <a:lnTo>
                    <a:pt x="30575" y="12899"/>
                  </a:lnTo>
                  <a:lnTo>
                    <a:pt x="28186" y="11465"/>
                  </a:lnTo>
                  <a:lnTo>
                    <a:pt x="25798" y="10032"/>
                  </a:lnTo>
                  <a:lnTo>
                    <a:pt x="24364" y="9077"/>
                  </a:lnTo>
                  <a:lnTo>
                    <a:pt x="23409" y="6688"/>
                  </a:lnTo>
                  <a:lnTo>
                    <a:pt x="22453" y="6688"/>
                  </a:lnTo>
                  <a:lnTo>
                    <a:pt x="22453" y="3344"/>
                  </a:lnTo>
                  <a:lnTo>
                    <a:pt x="24842" y="3344"/>
                  </a:lnTo>
                  <a:lnTo>
                    <a:pt x="25798" y="2389"/>
                  </a:lnTo>
                  <a:lnTo>
                    <a:pt x="26753" y="956"/>
                  </a:lnTo>
                  <a:lnTo>
                    <a:pt x="26753" y="0"/>
                  </a:lnTo>
                  <a:lnTo>
                    <a:pt x="29619" y="0"/>
                  </a:lnTo>
                  <a:lnTo>
                    <a:pt x="29619" y="1433"/>
                  </a:lnTo>
                  <a:lnTo>
                    <a:pt x="32963" y="1433"/>
                  </a:lnTo>
                  <a:lnTo>
                    <a:pt x="34396" y="3344"/>
                  </a:lnTo>
                  <a:lnTo>
                    <a:pt x="36307" y="5255"/>
                  </a:lnTo>
                  <a:lnTo>
                    <a:pt x="37263" y="6210"/>
                  </a:lnTo>
                  <a:lnTo>
                    <a:pt x="37263" y="7166"/>
                  </a:lnTo>
                  <a:lnTo>
                    <a:pt x="37263" y="7166"/>
                  </a:lnTo>
                  <a:lnTo>
                    <a:pt x="38218" y="8121"/>
                  </a:lnTo>
                  <a:lnTo>
                    <a:pt x="38218" y="8121"/>
                  </a:lnTo>
                  <a:lnTo>
                    <a:pt x="39652" y="9077"/>
                  </a:lnTo>
                  <a:lnTo>
                    <a:pt x="41085" y="10510"/>
                  </a:lnTo>
                  <a:lnTo>
                    <a:pt x="42040" y="12899"/>
                  </a:lnTo>
                  <a:lnTo>
                    <a:pt x="42040" y="13854"/>
                  </a:lnTo>
                  <a:lnTo>
                    <a:pt x="42040" y="13854"/>
                  </a:lnTo>
                  <a:lnTo>
                    <a:pt x="42996" y="14809"/>
                  </a:lnTo>
                  <a:lnTo>
                    <a:pt x="46818" y="16243"/>
                  </a:lnTo>
                  <a:lnTo>
                    <a:pt x="48251" y="16243"/>
                  </a:lnTo>
                  <a:lnTo>
                    <a:pt x="52073" y="17198"/>
                  </a:lnTo>
                  <a:lnTo>
                    <a:pt x="53505" y="17198"/>
                  </a:lnTo>
                  <a:lnTo>
                    <a:pt x="55416" y="13854"/>
                  </a:lnTo>
                  <a:lnTo>
                    <a:pt x="55416" y="13854"/>
                  </a:lnTo>
                  <a:lnTo>
                    <a:pt x="57328" y="10988"/>
                  </a:lnTo>
                  <a:lnTo>
                    <a:pt x="59239" y="10988"/>
                  </a:lnTo>
                  <a:lnTo>
                    <a:pt x="62105" y="9077"/>
                  </a:lnTo>
                  <a:lnTo>
                    <a:pt x="64016" y="7644"/>
                  </a:lnTo>
                  <a:lnTo>
                    <a:pt x="64016" y="7644"/>
                  </a:lnTo>
                  <a:lnTo>
                    <a:pt x="64971" y="6210"/>
                  </a:lnTo>
                  <a:lnTo>
                    <a:pt x="66882" y="3344"/>
                  </a:lnTo>
                  <a:lnTo>
                    <a:pt x="67837" y="1911"/>
                  </a:lnTo>
                  <a:lnTo>
                    <a:pt x="67837" y="1911"/>
                  </a:lnTo>
                  <a:lnTo>
                    <a:pt x="69748" y="3344"/>
                  </a:lnTo>
                  <a:lnTo>
                    <a:pt x="73093" y="7166"/>
                  </a:lnTo>
                  <a:lnTo>
                    <a:pt x="77392" y="13376"/>
                  </a:lnTo>
                  <a:lnTo>
                    <a:pt x="78348" y="15287"/>
                  </a:lnTo>
                  <a:lnTo>
                    <a:pt x="79303" y="17198"/>
                  </a:lnTo>
                  <a:lnTo>
                    <a:pt x="79303" y="19587"/>
                  </a:lnTo>
                  <a:lnTo>
                    <a:pt x="80736" y="21498"/>
                  </a:lnTo>
                  <a:lnTo>
                    <a:pt x="85514" y="26753"/>
                  </a:lnTo>
                  <a:lnTo>
                    <a:pt x="87425" y="28664"/>
                  </a:lnTo>
                  <a:lnTo>
                    <a:pt x="90769" y="31052"/>
                  </a:lnTo>
                  <a:lnTo>
                    <a:pt x="91724" y="31052"/>
                  </a:lnTo>
                  <a:lnTo>
                    <a:pt x="93157" y="32008"/>
                  </a:lnTo>
                  <a:lnTo>
                    <a:pt x="96024" y="32008"/>
                  </a:lnTo>
                  <a:lnTo>
                    <a:pt x="98412" y="32963"/>
                  </a:lnTo>
                  <a:lnTo>
                    <a:pt x="99846" y="33919"/>
                  </a:lnTo>
                  <a:lnTo>
                    <a:pt x="101278" y="34874"/>
                  </a:lnTo>
                  <a:lnTo>
                    <a:pt x="102234" y="35830"/>
                  </a:lnTo>
                  <a:lnTo>
                    <a:pt x="106056" y="35830"/>
                  </a:lnTo>
                  <a:lnTo>
                    <a:pt x="107012" y="36785"/>
                  </a:lnTo>
                  <a:close/>
                  <a:moveTo>
                    <a:pt x="12898" y="32008"/>
                  </a:moveTo>
                  <a:lnTo>
                    <a:pt x="12898" y="31052"/>
                  </a:lnTo>
                  <a:lnTo>
                    <a:pt x="11943" y="31052"/>
                  </a:lnTo>
                  <a:lnTo>
                    <a:pt x="11943" y="32486"/>
                  </a:lnTo>
                  <a:lnTo>
                    <a:pt x="13377" y="32486"/>
                  </a:lnTo>
                  <a:lnTo>
                    <a:pt x="12898" y="320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8" name="Freeform 1387">
              <a:extLst>
                <a:ext uri="{FF2B5EF4-FFF2-40B4-BE49-F238E27FC236}">
                  <a16:creationId xmlns:a16="http://schemas.microsoft.com/office/drawing/2014/main" id="{C5949E8E-EC22-88C7-F876-5AF0F45617BD}"/>
                </a:ext>
              </a:extLst>
            </p:cNvPr>
            <p:cNvSpPr/>
            <p:nvPr/>
          </p:nvSpPr>
          <p:spPr>
            <a:xfrm>
              <a:off x="6880430" y="3818611"/>
              <a:ext cx="1911" cy="3344"/>
            </a:xfrm>
            <a:custGeom>
              <a:avLst/>
              <a:gdLst>
                <a:gd name="csX0" fmla="*/ 1911 w 1911"/>
                <a:gd name="csY0" fmla="*/ 0 h 3344"/>
                <a:gd name="csX1" fmla="*/ 1433 w 1911"/>
                <a:gd name="csY1" fmla="*/ 2389 h 3344"/>
                <a:gd name="csX2" fmla="*/ 956 w 1911"/>
                <a:gd name="csY2" fmla="*/ 2866 h 3344"/>
                <a:gd name="csX3" fmla="*/ 478 w 1911"/>
                <a:gd name="csY3" fmla="*/ 3344 h 3344"/>
                <a:gd name="csX4" fmla="*/ 0 w 1911"/>
                <a:gd name="csY4" fmla="*/ 1433 h 3344"/>
                <a:gd name="csX5" fmla="*/ 956 w 1911"/>
                <a:gd name="csY5" fmla="*/ 478 h 3344"/>
                <a:gd name="csX6" fmla="*/ 1911 w 1911"/>
                <a:gd name="csY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3344">
                  <a:moveTo>
                    <a:pt x="1911" y="0"/>
                  </a:moveTo>
                  <a:lnTo>
                    <a:pt x="1433" y="2389"/>
                  </a:lnTo>
                  <a:lnTo>
                    <a:pt x="956" y="2866"/>
                  </a:lnTo>
                  <a:lnTo>
                    <a:pt x="478" y="3344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9" name="Freeform 1388">
              <a:extLst>
                <a:ext uri="{FF2B5EF4-FFF2-40B4-BE49-F238E27FC236}">
                  <a16:creationId xmlns:a16="http://schemas.microsoft.com/office/drawing/2014/main" id="{D7989A35-5EC7-E0C2-0B08-424D3442CCB9}"/>
                </a:ext>
              </a:extLst>
            </p:cNvPr>
            <p:cNvSpPr/>
            <p:nvPr/>
          </p:nvSpPr>
          <p:spPr>
            <a:xfrm>
              <a:off x="6866577" y="2177610"/>
              <a:ext cx="14809" cy="18153"/>
            </a:xfrm>
            <a:custGeom>
              <a:avLst/>
              <a:gdLst>
                <a:gd name="csX0" fmla="*/ 14809 w 14809"/>
                <a:gd name="csY0" fmla="*/ 4777 h 18153"/>
                <a:gd name="csX1" fmla="*/ 14809 w 14809"/>
                <a:gd name="csY1" fmla="*/ 6210 h 18153"/>
                <a:gd name="csX2" fmla="*/ 10032 w 14809"/>
                <a:gd name="csY2" fmla="*/ 12899 h 18153"/>
                <a:gd name="csX3" fmla="*/ 9555 w 14809"/>
                <a:gd name="csY3" fmla="*/ 16721 h 18153"/>
                <a:gd name="csX4" fmla="*/ 8121 w 14809"/>
                <a:gd name="csY4" fmla="*/ 18154 h 18153"/>
                <a:gd name="csX5" fmla="*/ 478 w 14809"/>
                <a:gd name="csY5" fmla="*/ 10032 h 18153"/>
                <a:gd name="csX6" fmla="*/ 0 w 14809"/>
                <a:gd name="csY6" fmla="*/ 7644 h 18153"/>
                <a:gd name="csX7" fmla="*/ 6210 w 14809"/>
                <a:gd name="csY7" fmla="*/ 0 h 18153"/>
                <a:gd name="csX8" fmla="*/ 13854 w 14809"/>
                <a:gd name="csY8" fmla="*/ 1433 h 18153"/>
                <a:gd name="csX9" fmla="*/ 14809 w 14809"/>
                <a:gd name="csY9" fmla="*/ 4777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809" h="18153">
                  <a:moveTo>
                    <a:pt x="14809" y="4777"/>
                  </a:moveTo>
                  <a:lnTo>
                    <a:pt x="14809" y="6210"/>
                  </a:lnTo>
                  <a:lnTo>
                    <a:pt x="10032" y="12899"/>
                  </a:lnTo>
                  <a:lnTo>
                    <a:pt x="9555" y="16721"/>
                  </a:lnTo>
                  <a:lnTo>
                    <a:pt x="8121" y="18154"/>
                  </a:lnTo>
                  <a:lnTo>
                    <a:pt x="478" y="10032"/>
                  </a:lnTo>
                  <a:lnTo>
                    <a:pt x="0" y="7644"/>
                  </a:lnTo>
                  <a:lnTo>
                    <a:pt x="6210" y="0"/>
                  </a:lnTo>
                  <a:lnTo>
                    <a:pt x="13854" y="1433"/>
                  </a:lnTo>
                  <a:lnTo>
                    <a:pt x="14809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0" name="Freeform 1389">
              <a:extLst>
                <a:ext uri="{FF2B5EF4-FFF2-40B4-BE49-F238E27FC236}">
                  <a16:creationId xmlns:a16="http://schemas.microsoft.com/office/drawing/2014/main" id="{42AB5651-F4E1-EC62-A8D7-78E4D585094A}"/>
                </a:ext>
              </a:extLst>
            </p:cNvPr>
            <p:cNvSpPr/>
            <p:nvPr/>
          </p:nvSpPr>
          <p:spPr>
            <a:xfrm>
              <a:off x="6872787" y="3648539"/>
              <a:ext cx="8599" cy="4777"/>
            </a:xfrm>
            <a:custGeom>
              <a:avLst/>
              <a:gdLst>
                <a:gd name="csX0" fmla="*/ 8599 w 8599"/>
                <a:gd name="csY0" fmla="*/ 0 h 4777"/>
                <a:gd name="csX1" fmla="*/ 7644 w 8599"/>
                <a:gd name="csY1" fmla="*/ 955 h 4777"/>
                <a:gd name="csX2" fmla="*/ 4777 w 8599"/>
                <a:gd name="csY2" fmla="*/ 1911 h 4777"/>
                <a:gd name="csX3" fmla="*/ 956 w 8599"/>
                <a:gd name="csY3" fmla="*/ 3822 h 4777"/>
                <a:gd name="csX4" fmla="*/ 0 w 8599"/>
                <a:gd name="csY4" fmla="*/ 4777 h 4777"/>
                <a:gd name="csX5" fmla="*/ 956 w 8599"/>
                <a:gd name="csY5" fmla="*/ 3822 h 4777"/>
                <a:gd name="csX6" fmla="*/ 4777 w 8599"/>
                <a:gd name="csY6" fmla="*/ 1911 h 4777"/>
                <a:gd name="csX7" fmla="*/ 7644 w 8599"/>
                <a:gd name="csY7" fmla="*/ 955 h 4777"/>
                <a:gd name="csX8" fmla="*/ 8599 w 8599"/>
                <a:gd name="csY8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599" h="4777">
                  <a:moveTo>
                    <a:pt x="8599" y="0"/>
                  </a:moveTo>
                  <a:lnTo>
                    <a:pt x="7644" y="955"/>
                  </a:lnTo>
                  <a:lnTo>
                    <a:pt x="4777" y="1911"/>
                  </a:lnTo>
                  <a:lnTo>
                    <a:pt x="956" y="3822"/>
                  </a:lnTo>
                  <a:lnTo>
                    <a:pt x="0" y="4777"/>
                  </a:lnTo>
                  <a:lnTo>
                    <a:pt x="956" y="3822"/>
                  </a:lnTo>
                  <a:lnTo>
                    <a:pt x="4777" y="1911"/>
                  </a:lnTo>
                  <a:lnTo>
                    <a:pt x="7644" y="955"/>
                  </a:lnTo>
                  <a:lnTo>
                    <a:pt x="85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1" name="Freeform 1390">
              <a:extLst>
                <a:ext uri="{FF2B5EF4-FFF2-40B4-BE49-F238E27FC236}">
                  <a16:creationId xmlns:a16="http://schemas.microsoft.com/office/drawing/2014/main" id="{C8EE9E8D-9933-0115-19F3-50CA673EC847}"/>
                </a:ext>
              </a:extLst>
            </p:cNvPr>
            <p:cNvSpPr/>
            <p:nvPr/>
          </p:nvSpPr>
          <p:spPr>
            <a:xfrm>
              <a:off x="6841257" y="2957742"/>
              <a:ext cx="39651" cy="39651"/>
            </a:xfrm>
            <a:custGeom>
              <a:avLst/>
              <a:gdLst>
                <a:gd name="csX0" fmla="*/ 39174 w 39651"/>
                <a:gd name="csY0" fmla="*/ 17198 h 39651"/>
                <a:gd name="csX1" fmla="*/ 39652 w 39651"/>
                <a:gd name="csY1" fmla="*/ 21976 h 39651"/>
                <a:gd name="csX2" fmla="*/ 38218 w 39651"/>
                <a:gd name="csY2" fmla="*/ 23886 h 39651"/>
                <a:gd name="csX3" fmla="*/ 37263 w 39651"/>
                <a:gd name="csY3" fmla="*/ 24364 h 39651"/>
                <a:gd name="csX4" fmla="*/ 36785 w 39651"/>
                <a:gd name="csY4" fmla="*/ 21498 h 39651"/>
                <a:gd name="csX5" fmla="*/ 35830 w 39651"/>
                <a:gd name="csY5" fmla="*/ 20065 h 39651"/>
                <a:gd name="csX6" fmla="*/ 32486 w 39651"/>
                <a:gd name="csY6" fmla="*/ 23886 h 39651"/>
                <a:gd name="csX7" fmla="*/ 31052 w 39651"/>
                <a:gd name="csY7" fmla="*/ 27708 h 39651"/>
                <a:gd name="csX8" fmla="*/ 26753 w 39651"/>
                <a:gd name="csY8" fmla="*/ 33441 h 39651"/>
                <a:gd name="csX9" fmla="*/ 17676 w 39651"/>
                <a:gd name="csY9" fmla="*/ 37741 h 39651"/>
                <a:gd name="csX10" fmla="*/ 12421 w 39651"/>
                <a:gd name="csY10" fmla="*/ 39651 h 39651"/>
                <a:gd name="csX11" fmla="*/ 7644 w 39651"/>
                <a:gd name="csY11" fmla="*/ 39651 h 39651"/>
                <a:gd name="csX12" fmla="*/ 3344 w 39651"/>
                <a:gd name="csY12" fmla="*/ 36307 h 39651"/>
                <a:gd name="csX13" fmla="*/ 478 w 39651"/>
                <a:gd name="csY13" fmla="*/ 29142 h 39651"/>
                <a:gd name="csX14" fmla="*/ 478 w 39651"/>
                <a:gd name="csY14" fmla="*/ 27231 h 39651"/>
                <a:gd name="csX15" fmla="*/ 0 w 39651"/>
                <a:gd name="csY15" fmla="*/ 24364 h 39651"/>
                <a:gd name="csX16" fmla="*/ 0 w 39651"/>
                <a:gd name="csY16" fmla="*/ 21498 h 39651"/>
                <a:gd name="csX17" fmla="*/ 478 w 39651"/>
                <a:gd name="csY17" fmla="*/ 17198 h 39651"/>
                <a:gd name="csX18" fmla="*/ 478 w 39651"/>
                <a:gd name="csY18" fmla="*/ 12899 h 39651"/>
                <a:gd name="csX19" fmla="*/ 2389 w 39651"/>
                <a:gd name="csY19" fmla="*/ 8599 h 39651"/>
                <a:gd name="csX20" fmla="*/ 6688 w 39651"/>
                <a:gd name="csY20" fmla="*/ 4300 h 39651"/>
                <a:gd name="csX21" fmla="*/ 10988 w 39651"/>
                <a:gd name="csY21" fmla="*/ 956 h 39651"/>
                <a:gd name="csX22" fmla="*/ 13377 w 39651"/>
                <a:gd name="csY22" fmla="*/ 478 h 39651"/>
                <a:gd name="csX23" fmla="*/ 18632 w 39651"/>
                <a:gd name="csY23" fmla="*/ 0 h 39651"/>
                <a:gd name="csX24" fmla="*/ 33919 w 39651"/>
                <a:gd name="csY24" fmla="*/ 10510 h 39651"/>
                <a:gd name="csX25" fmla="*/ 37263 w 39651"/>
                <a:gd name="csY25" fmla="*/ 13376 h 39651"/>
                <a:gd name="csX26" fmla="*/ 39174 w 39651"/>
                <a:gd name="csY26" fmla="*/ 17198 h 396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9651" h="39651">
                  <a:moveTo>
                    <a:pt x="39174" y="17198"/>
                  </a:moveTo>
                  <a:lnTo>
                    <a:pt x="39652" y="21976"/>
                  </a:lnTo>
                  <a:lnTo>
                    <a:pt x="38218" y="23886"/>
                  </a:lnTo>
                  <a:lnTo>
                    <a:pt x="37263" y="24364"/>
                  </a:lnTo>
                  <a:lnTo>
                    <a:pt x="36785" y="21498"/>
                  </a:lnTo>
                  <a:lnTo>
                    <a:pt x="35830" y="20065"/>
                  </a:lnTo>
                  <a:lnTo>
                    <a:pt x="32486" y="23886"/>
                  </a:lnTo>
                  <a:lnTo>
                    <a:pt x="31052" y="27708"/>
                  </a:lnTo>
                  <a:lnTo>
                    <a:pt x="26753" y="33441"/>
                  </a:lnTo>
                  <a:lnTo>
                    <a:pt x="17676" y="37741"/>
                  </a:lnTo>
                  <a:lnTo>
                    <a:pt x="12421" y="39651"/>
                  </a:lnTo>
                  <a:lnTo>
                    <a:pt x="7644" y="39651"/>
                  </a:lnTo>
                  <a:lnTo>
                    <a:pt x="3344" y="36307"/>
                  </a:lnTo>
                  <a:lnTo>
                    <a:pt x="478" y="29142"/>
                  </a:lnTo>
                  <a:lnTo>
                    <a:pt x="478" y="27231"/>
                  </a:lnTo>
                  <a:lnTo>
                    <a:pt x="0" y="24364"/>
                  </a:lnTo>
                  <a:lnTo>
                    <a:pt x="0" y="21498"/>
                  </a:lnTo>
                  <a:lnTo>
                    <a:pt x="478" y="17198"/>
                  </a:lnTo>
                  <a:lnTo>
                    <a:pt x="478" y="12899"/>
                  </a:lnTo>
                  <a:lnTo>
                    <a:pt x="2389" y="8599"/>
                  </a:lnTo>
                  <a:lnTo>
                    <a:pt x="6688" y="4300"/>
                  </a:lnTo>
                  <a:lnTo>
                    <a:pt x="10988" y="956"/>
                  </a:lnTo>
                  <a:lnTo>
                    <a:pt x="13377" y="478"/>
                  </a:lnTo>
                  <a:lnTo>
                    <a:pt x="18632" y="0"/>
                  </a:lnTo>
                  <a:lnTo>
                    <a:pt x="33919" y="10510"/>
                  </a:lnTo>
                  <a:lnTo>
                    <a:pt x="37263" y="13376"/>
                  </a:lnTo>
                  <a:lnTo>
                    <a:pt x="39174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2" name="Freeform 1391">
              <a:extLst>
                <a:ext uri="{FF2B5EF4-FFF2-40B4-BE49-F238E27FC236}">
                  <a16:creationId xmlns:a16="http://schemas.microsoft.com/office/drawing/2014/main" id="{01F335A2-B2B6-960A-AC88-4C221F8676EC}"/>
                </a:ext>
              </a:extLst>
            </p:cNvPr>
            <p:cNvSpPr/>
            <p:nvPr/>
          </p:nvSpPr>
          <p:spPr>
            <a:xfrm>
              <a:off x="6875176" y="3818611"/>
              <a:ext cx="3822" cy="6688"/>
            </a:xfrm>
            <a:custGeom>
              <a:avLst/>
              <a:gdLst>
                <a:gd name="csX0" fmla="*/ 3822 w 3822"/>
                <a:gd name="csY0" fmla="*/ 5733 h 6688"/>
                <a:gd name="csX1" fmla="*/ 2866 w 3822"/>
                <a:gd name="csY1" fmla="*/ 6688 h 6688"/>
                <a:gd name="csX2" fmla="*/ 1911 w 3822"/>
                <a:gd name="csY2" fmla="*/ 6688 h 6688"/>
                <a:gd name="csX3" fmla="*/ 0 w 3822"/>
                <a:gd name="csY3" fmla="*/ 3822 h 6688"/>
                <a:gd name="csX4" fmla="*/ 478 w 3822"/>
                <a:gd name="csY4" fmla="*/ 956 h 6688"/>
                <a:gd name="csX5" fmla="*/ 1433 w 3822"/>
                <a:gd name="csY5" fmla="*/ 478 h 6688"/>
                <a:gd name="csX6" fmla="*/ 2389 w 3822"/>
                <a:gd name="csY6" fmla="*/ 0 h 6688"/>
                <a:gd name="csX7" fmla="*/ 2389 w 3822"/>
                <a:gd name="csY7" fmla="*/ 956 h 6688"/>
                <a:gd name="csX8" fmla="*/ 956 w 3822"/>
                <a:gd name="csY8" fmla="*/ 1911 h 6688"/>
                <a:gd name="csX9" fmla="*/ 956 w 3822"/>
                <a:gd name="csY9" fmla="*/ 3344 h 6688"/>
                <a:gd name="csX10" fmla="*/ 1911 w 3822"/>
                <a:gd name="csY10" fmla="*/ 5255 h 6688"/>
                <a:gd name="csX11" fmla="*/ 3822 w 3822"/>
                <a:gd name="csY11" fmla="*/ 5733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6688">
                  <a:moveTo>
                    <a:pt x="3822" y="5733"/>
                  </a:moveTo>
                  <a:lnTo>
                    <a:pt x="2866" y="6688"/>
                  </a:lnTo>
                  <a:lnTo>
                    <a:pt x="1911" y="6688"/>
                  </a:lnTo>
                  <a:lnTo>
                    <a:pt x="0" y="3822"/>
                  </a:lnTo>
                  <a:lnTo>
                    <a:pt x="478" y="956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2389" y="956"/>
                  </a:lnTo>
                  <a:lnTo>
                    <a:pt x="956" y="1911"/>
                  </a:lnTo>
                  <a:lnTo>
                    <a:pt x="956" y="3344"/>
                  </a:lnTo>
                  <a:lnTo>
                    <a:pt x="1911" y="5255"/>
                  </a:lnTo>
                  <a:lnTo>
                    <a:pt x="3822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3" name="Freeform 1392">
              <a:extLst>
                <a:ext uri="{FF2B5EF4-FFF2-40B4-BE49-F238E27FC236}">
                  <a16:creationId xmlns:a16="http://schemas.microsoft.com/office/drawing/2014/main" id="{7AD82746-963D-2FC3-FD00-BFA7030AE8B3}"/>
                </a:ext>
              </a:extLst>
            </p:cNvPr>
            <p:cNvSpPr/>
            <p:nvPr/>
          </p:nvSpPr>
          <p:spPr>
            <a:xfrm>
              <a:off x="6871832" y="5040643"/>
              <a:ext cx="3821" cy="7643"/>
            </a:xfrm>
            <a:custGeom>
              <a:avLst/>
              <a:gdLst>
                <a:gd name="csX0" fmla="*/ 3821 w 3821"/>
                <a:gd name="csY0" fmla="*/ 0 h 7643"/>
                <a:gd name="csX1" fmla="*/ 2389 w 3821"/>
                <a:gd name="csY1" fmla="*/ 3822 h 7643"/>
                <a:gd name="csX2" fmla="*/ 0 w 3821"/>
                <a:gd name="csY2" fmla="*/ 7644 h 7643"/>
                <a:gd name="csX3" fmla="*/ 478 w 3821"/>
                <a:gd name="csY3" fmla="*/ 4777 h 7643"/>
                <a:gd name="csX4" fmla="*/ 3344 w 3821"/>
                <a:gd name="csY4" fmla="*/ 478 h 7643"/>
                <a:gd name="csX5" fmla="*/ 3821 w 3821"/>
                <a:gd name="csY5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7643">
                  <a:moveTo>
                    <a:pt x="3821" y="0"/>
                  </a:moveTo>
                  <a:lnTo>
                    <a:pt x="2389" y="3822"/>
                  </a:lnTo>
                  <a:lnTo>
                    <a:pt x="0" y="7644"/>
                  </a:lnTo>
                  <a:lnTo>
                    <a:pt x="478" y="4777"/>
                  </a:lnTo>
                  <a:lnTo>
                    <a:pt x="3344" y="478"/>
                  </a:lnTo>
                  <a:lnTo>
                    <a:pt x="38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4" name="Freeform 1393">
              <a:extLst>
                <a:ext uri="{FF2B5EF4-FFF2-40B4-BE49-F238E27FC236}">
                  <a16:creationId xmlns:a16="http://schemas.microsoft.com/office/drawing/2014/main" id="{9E7679DF-9B94-DFB9-4DCC-7B512B2B58E5}"/>
                </a:ext>
              </a:extLst>
            </p:cNvPr>
            <p:cNvSpPr/>
            <p:nvPr/>
          </p:nvSpPr>
          <p:spPr>
            <a:xfrm>
              <a:off x="6865143" y="3655227"/>
              <a:ext cx="3343" cy="477"/>
            </a:xfrm>
            <a:custGeom>
              <a:avLst/>
              <a:gdLst>
                <a:gd name="csX0" fmla="*/ 3344 w 3343"/>
                <a:gd name="csY0" fmla="*/ 0 h 477"/>
                <a:gd name="csX1" fmla="*/ 0 w 3343"/>
                <a:gd name="csY1" fmla="*/ 478 h 477"/>
                <a:gd name="csX2" fmla="*/ 0 w 3343"/>
                <a:gd name="csY2" fmla="*/ 478 h 477"/>
                <a:gd name="csX3" fmla="*/ 3344 w 334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3" h="477">
                  <a:moveTo>
                    <a:pt x="3344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5" name="Freeform 1394">
              <a:extLst>
                <a:ext uri="{FF2B5EF4-FFF2-40B4-BE49-F238E27FC236}">
                  <a16:creationId xmlns:a16="http://schemas.microsoft.com/office/drawing/2014/main" id="{9BBD31C6-7588-7083-BE59-21F87FFB9D43}"/>
                </a:ext>
              </a:extLst>
            </p:cNvPr>
            <p:cNvSpPr/>
            <p:nvPr/>
          </p:nvSpPr>
          <p:spPr>
            <a:xfrm>
              <a:off x="6856066" y="4391408"/>
              <a:ext cx="7165" cy="1433"/>
            </a:xfrm>
            <a:custGeom>
              <a:avLst/>
              <a:gdLst>
                <a:gd name="csX0" fmla="*/ 7166 w 7165"/>
                <a:gd name="csY0" fmla="*/ 0 h 1433"/>
                <a:gd name="csX1" fmla="*/ 3344 w 7165"/>
                <a:gd name="csY1" fmla="*/ 478 h 1433"/>
                <a:gd name="csX2" fmla="*/ 0 w 7165"/>
                <a:gd name="csY2" fmla="*/ 1433 h 1433"/>
                <a:gd name="csX3" fmla="*/ 0 w 7165"/>
                <a:gd name="csY3" fmla="*/ 1433 h 1433"/>
                <a:gd name="csX4" fmla="*/ 3344 w 7165"/>
                <a:gd name="csY4" fmla="*/ 478 h 1433"/>
                <a:gd name="csX5" fmla="*/ 7166 w 7165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65" h="1433">
                  <a:moveTo>
                    <a:pt x="7166" y="0"/>
                  </a:moveTo>
                  <a:lnTo>
                    <a:pt x="3344" y="478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3344" y="478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6" name="Freeform 1395">
              <a:extLst>
                <a:ext uri="{FF2B5EF4-FFF2-40B4-BE49-F238E27FC236}">
                  <a16:creationId xmlns:a16="http://schemas.microsoft.com/office/drawing/2014/main" id="{021F878C-1AFF-D621-35B1-0D96316F99B6}"/>
                </a:ext>
              </a:extLst>
            </p:cNvPr>
            <p:cNvSpPr/>
            <p:nvPr/>
          </p:nvSpPr>
          <p:spPr>
            <a:xfrm>
              <a:off x="6853678" y="3662393"/>
              <a:ext cx="8121" cy="5732"/>
            </a:xfrm>
            <a:custGeom>
              <a:avLst/>
              <a:gdLst>
                <a:gd name="csX0" fmla="*/ 8122 w 8121"/>
                <a:gd name="csY0" fmla="*/ 0 h 5732"/>
                <a:gd name="csX1" fmla="*/ 8122 w 8121"/>
                <a:gd name="csY1" fmla="*/ 0 h 5732"/>
                <a:gd name="csX2" fmla="*/ 2866 w 8121"/>
                <a:gd name="csY2" fmla="*/ 3344 h 5732"/>
                <a:gd name="csX3" fmla="*/ 0 w 8121"/>
                <a:gd name="csY3" fmla="*/ 5733 h 5732"/>
                <a:gd name="csX4" fmla="*/ 2866 w 8121"/>
                <a:gd name="csY4" fmla="*/ 3344 h 5732"/>
                <a:gd name="csX5" fmla="*/ 8122 w 8121"/>
                <a:gd name="csY5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21" h="5732">
                  <a:moveTo>
                    <a:pt x="8122" y="0"/>
                  </a:moveTo>
                  <a:lnTo>
                    <a:pt x="8122" y="0"/>
                  </a:lnTo>
                  <a:lnTo>
                    <a:pt x="2866" y="3344"/>
                  </a:lnTo>
                  <a:lnTo>
                    <a:pt x="0" y="5733"/>
                  </a:lnTo>
                  <a:lnTo>
                    <a:pt x="2866" y="3344"/>
                  </a:lnTo>
                  <a:lnTo>
                    <a:pt x="81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7" name="Freeform 1396">
              <a:extLst>
                <a:ext uri="{FF2B5EF4-FFF2-40B4-BE49-F238E27FC236}">
                  <a16:creationId xmlns:a16="http://schemas.microsoft.com/office/drawing/2014/main" id="{ED584D44-404E-0F79-EDD5-F04A11F8F2B4}"/>
                </a:ext>
              </a:extLst>
            </p:cNvPr>
            <p:cNvSpPr/>
            <p:nvPr/>
          </p:nvSpPr>
          <p:spPr>
            <a:xfrm>
              <a:off x="6853200" y="3776093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1433 w 1433"/>
                <a:gd name="csY1" fmla="*/ 0 h 477"/>
                <a:gd name="csX2" fmla="*/ 0 w 1433"/>
                <a:gd name="csY2" fmla="*/ 478 h 477"/>
                <a:gd name="csX3" fmla="*/ 1433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8" name="Freeform 1397">
              <a:extLst>
                <a:ext uri="{FF2B5EF4-FFF2-40B4-BE49-F238E27FC236}">
                  <a16:creationId xmlns:a16="http://schemas.microsoft.com/office/drawing/2014/main" id="{5CEA74D4-B736-C3A2-224E-46213AB2931C}"/>
                </a:ext>
              </a:extLst>
            </p:cNvPr>
            <p:cNvSpPr/>
            <p:nvPr/>
          </p:nvSpPr>
          <p:spPr>
            <a:xfrm>
              <a:off x="6851289" y="3776093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1911 w 1911"/>
                <a:gd name="csY1" fmla="*/ 478 h 477"/>
                <a:gd name="csX2" fmla="*/ 0 w 1911"/>
                <a:gd name="csY2" fmla="*/ 0 h 477"/>
                <a:gd name="csX3" fmla="*/ 1911 w 1911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9" name="Freeform 1398">
              <a:extLst>
                <a:ext uri="{FF2B5EF4-FFF2-40B4-BE49-F238E27FC236}">
                  <a16:creationId xmlns:a16="http://schemas.microsoft.com/office/drawing/2014/main" id="{0AE5B5B1-3978-8607-80A6-43B4337BCA56}"/>
                </a:ext>
              </a:extLst>
            </p:cNvPr>
            <p:cNvSpPr/>
            <p:nvPr/>
          </p:nvSpPr>
          <p:spPr>
            <a:xfrm>
              <a:off x="6847468" y="3774660"/>
              <a:ext cx="3343" cy="1433"/>
            </a:xfrm>
            <a:custGeom>
              <a:avLst/>
              <a:gdLst>
                <a:gd name="csX0" fmla="*/ 1910 w 3343"/>
                <a:gd name="csY0" fmla="*/ 956 h 1433"/>
                <a:gd name="csX1" fmla="*/ 3344 w 3343"/>
                <a:gd name="csY1" fmla="*/ 1433 h 1433"/>
                <a:gd name="csX2" fmla="*/ 1910 w 3343"/>
                <a:gd name="csY2" fmla="*/ 956 h 1433"/>
                <a:gd name="csX3" fmla="*/ 955 w 3343"/>
                <a:gd name="csY3" fmla="*/ 478 h 1433"/>
                <a:gd name="csX4" fmla="*/ 0 w 3343"/>
                <a:gd name="csY4" fmla="*/ 0 h 1433"/>
                <a:gd name="csX5" fmla="*/ 955 w 3343"/>
                <a:gd name="csY5" fmla="*/ 478 h 1433"/>
                <a:gd name="csX6" fmla="*/ 1910 w 3343"/>
                <a:gd name="csY6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1433">
                  <a:moveTo>
                    <a:pt x="1910" y="956"/>
                  </a:moveTo>
                  <a:lnTo>
                    <a:pt x="3344" y="1433"/>
                  </a:lnTo>
                  <a:lnTo>
                    <a:pt x="1910" y="956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191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0" name="Freeform 1399">
              <a:extLst>
                <a:ext uri="{FF2B5EF4-FFF2-40B4-BE49-F238E27FC236}">
                  <a16:creationId xmlns:a16="http://schemas.microsoft.com/office/drawing/2014/main" id="{E5B1F71D-5131-ED34-92B4-D0EC4D5DEFBD}"/>
                </a:ext>
              </a:extLst>
            </p:cNvPr>
            <p:cNvSpPr/>
            <p:nvPr/>
          </p:nvSpPr>
          <p:spPr>
            <a:xfrm>
              <a:off x="6842212" y="3688668"/>
              <a:ext cx="8599" cy="2866"/>
            </a:xfrm>
            <a:custGeom>
              <a:avLst/>
              <a:gdLst>
                <a:gd name="csX0" fmla="*/ 8599 w 8599"/>
                <a:gd name="csY0" fmla="*/ 0 h 2866"/>
                <a:gd name="csX1" fmla="*/ 5255 w 8599"/>
                <a:gd name="csY1" fmla="*/ 1433 h 2866"/>
                <a:gd name="csX2" fmla="*/ 1911 w 8599"/>
                <a:gd name="csY2" fmla="*/ 2866 h 2866"/>
                <a:gd name="csX3" fmla="*/ 0 w 8599"/>
                <a:gd name="csY3" fmla="*/ 1911 h 2866"/>
                <a:gd name="csX4" fmla="*/ 1911 w 8599"/>
                <a:gd name="csY4" fmla="*/ 2389 h 2866"/>
                <a:gd name="csX5" fmla="*/ 5255 w 8599"/>
                <a:gd name="csY5" fmla="*/ 1433 h 2866"/>
                <a:gd name="csX6" fmla="*/ 8599 w 8599"/>
                <a:gd name="csY6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599" h="2866">
                  <a:moveTo>
                    <a:pt x="8599" y="0"/>
                  </a:moveTo>
                  <a:lnTo>
                    <a:pt x="5255" y="1433"/>
                  </a:lnTo>
                  <a:lnTo>
                    <a:pt x="1911" y="2866"/>
                  </a:lnTo>
                  <a:lnTo>
                    <a:pt x="0" y="1911"/>
                  </a:lnTo>
                  <a:lnTo>
                    <a:pt x="1911" y="2389"/>
                  </a:lnTo>
                  <a:lnTo>
                    <a:pt x="5255" y="1433"/>
                  </a:lnTo>
                  <a:lnTo>
                    <a:pt x="85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1" name="Freeform 1400">
              <a:extLst>
                <a:ext uri="{FF2B5EF4-FFF2-40B4-BE49-F238E27FC236}">
                  <a16:creationId xmlns:a16="http://schemas.microsoft.com/office/drawing/2014/main" id="{D9A2D8FA-3DF8-EE9A-9809-D16D80465C5E}"/>
                </a:ext>
              </a:extLst>
            </p:cNvPr>
            <p:cNvSpPr/>
            <p:nvPr/>
          </p:nvSpPr>
          <p:spPr>
            <a:xfrm>
              <a:off x="6848423" y="3668604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0 w 1911"/>
                <a:gd name="csY1" fmla="*/ 478 h 477"/>
                <a:gd name="csX2" fmla="*/ 0 w 1911"/>
                <a:gd name="csY2" fmla="*/ 0 h 477"/>
                <a:gd name="csX3" fmla="*/ 1911 w 1911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2" name="Freeform 1401">
              <a:extLst>
                <a:ext uri="{FF2B5EF4-FFF2-40B4-BE49-F238E27FC236}">
                  <a16:creationId xmlns:a16="http://schemas.microsoft.com/office/drawing/2014/main" id="{2634206C-E8B9-6783-B759-36EA0F0C0FF4}"/>
                </a:ext>
              </a:extLst>
            </p:cNvPr>
            <p:cNvSpPr/>
            <p:nvPr/>
          </p:nvSpPr>
          <p:spPr>
            <a:xfrm>
              <a:off x="6774375" y="2108817"/>
              <a:ext cx="75003" cy="45384"/>
            </a:xfrm>
            <a:custGeom>
              <a:avLst/>
              <a:gdLst>
                <a:gd name="csX0" fmla="*/ 72137 w 75003"/>
                <a:gd name="csY0" fmla="*/ 8599 h 45384"/>
                <a:gd name="csX1" fmla="*/ 75003 w 75003"/>
                <a:gd name="csY1" fmla="*/ 15287 h 45384"/>
                <a:gd name="csX2" fmla="*/ 75003 w 75003"/>
                <a:gd name="csY2" fmla="*/ 24842 h 45384"/>
                <a:gd name="csX3" fmla="*/ 73570 w 75003"/>
                <a:gd name="csY3" fmla="*/ 25320 h 45384"/>
                <a:gd name="csX4" fmla="*/ 62105 w 75003"/>
                <a:gd name="csY4" fmla="*/ 21020 h 45384"/>
                <a:gd name="csX5" fmla="*/ 56850 w 75003"/>
                <a:gd name="csY5" fmla="*/ 10988 h 45384"/>
                <a:gd name="csX6" fmla="*/ 55416 w 75003"/>
                <a:gd name="csY6" fmla="*/ 10032 h 45384"/>
                <a:gd name="csX7" fmla="*/ 53505 w 75003"/>
                <a:gd name="csY7" fmla="*/ 12421 h 45384"/>
                <a:gd name="csX8" fmla="*/ 51595 w 75003"/>
                <a:gd name="csY8" fmla="*/ 18631 h 45384"/>
                <a:gd name="csX9" fmla="*/ 49684 w 75003"/>
                <a:gd name="csY9" fmla="*/ 20065 h 45384"/>
                <a:gd name="csX10" fmla="*/ 47295 w 75003"/>
                <a:gd name="csY10" fmla="*/ 27708 h 45384"/>
                <a:gd name="csX11" fmla="*/ 45384 w 75003"/>
                <a:gd name="csY11" fmla="*/ 26753 h 45384"/>
                <a:gd name="csX12" fmla="*/ 44429 w 75003"/>
                <a:gd name="csY12" fmla="*/ 27708 h 45384"/>
                <a:gd name="csX13" fmla="*/ 41562 w 75003"/>
                <a:gd name="csY13" fmla="*/ 32486 h 45384"/>
                <a:gd name="csX14" fmla="*/ 34874 w 75003"/>
                <a:gd name="csY14" fmla="*/ 32963 h 45384"/>
                <a:gd name="csX15" fmla="*/ 33919 w 75003"/>
                <a:gd name="csY15" fmla="*/ 34874 h 45384"/>
                <a:gd name="csX16" fmla="*/ 32008 w 75003"/>
                <a:gd name="csY16" fmla="*/ 42518 h 45384"/>
                <a:gd name="csX17" fmla="*/ 29141 w 75003"/>
                <a:gd name="csY17" fmla="*/ 44429 h 45384"/>
                <a:gd name="csX18" fmla="*/ 24364 w 75003"/>
                <a:gd name="csY18" fmla="*/ 45384 h 45384"/>
                <a:gd name="csX19" fmla="*/ 22931 w 75003"/>
                <a:gd name="csY19" fmla="*/ 41562 h 45384"/>
                <a:gd name="csX20" fmla="*/ 21975 w 75003"/>
                <a:gd name="csY20" fmla="*/ 34874 h 45384"/>
                <a:gd name="csX21" fmla="*/ 21020 w 75003"/>
                <a:gd name="csY21" fmla="*/ 32008 h 45384"/>
                <a:gd name="csX22" fmla="*/ 14332 w 75003"/>
                <a:gd name="csY22" fmla="*/ 35352 h 45384"/>
                <a:gd name="csX23" fmla="*/ 9555 w 75003"/>
                <a:gd name="csY23" fmla="*/ 32963 h 45384"/>
                <a:gd name="csX24" fmla="*/ 4777 w 75003"/>
                <a:gd name="csY24" fmla="*/ 28664 h 45384"/>
                <a:gd name="csX25" fmla="*/ 0 w 75003"/>
                <a:gd name="csY25" fmla="*/ 27231 h 45384"/>
                <a:gd name="csX26" fmla="*/ 4300 w 75003"/>
                <a:gd name="csY26" fmla="*/ 22453 h 45384"/>
                <a:gd name="csX27" fmla="*/ 28186 w 75003"/>
                <a:gd name="csY27" fmla="*/ 13376 h 45384"/>
                <a:gd name="csX28" fmla="*/ 37263 w 75003"/>
                <a:gd name="csY28" fmla="*/ 10988 h 45384"/>
                <a:gd name="csX29" fmla="*/ 42040 w 75003"/>
                <a:gd name="csY29" fmla="*/ 4300 h 45384"/>
                <a:gd name="csX30" fmla="*/ 48251 w 75003"/>
                <a:gd name="csY30" fmla="*/ 0 h 45384"/>
                <a:gd name="csX31" fmla="*/ 50162 w 75003"/>
                <a:gd name="csY31" fmla="*/ 0 h 45384"/>
                <a:gd name="csX32" fmla="*/ 59239 w 75003"/>
                <a:gd name="csY32" fmla="*/ 4777 h 45384"/>
                <a:gd name="csX33" fmla="*/ 65927 w 75003"/>
                <a:gd name="csY33" fmla="*/ 3344 h 45384"/>
                <a:gd name="csX34" fmla="*/ 68316 w 75003"/>
                <a:gd name="csY34" fmla="*/ 3822 h 45384"/>
                <a:gd name="csX35" fmla="*/ 70226 w 75003"/>
                <a:gd name="csY35" fmla="*/ 5255 h 45384"/>
                <a:gd name="csX36" fmla="*/ 72137 w 75003"/>
                <a:gd name="csY36" fmla="*/ 8599 h 45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75003" h="45384">
                  <a:moveTo>
                    <a:pt x="72137" y="8599"/>
                  </a:moveTo>
                  <a:lnTo>
                    <a:pt x="75003" y="15287"/>
                  </a:lnTo>
                  <a:lnTo>
                    <a:pt x="75003" y="24842"/>
                  </a:lnTo>
                  <a:lnTo>
                    <a:pt x="73570" y="25320"/>
                  </a:lnTo>
                  <a:lnTo>
                    <a:pt x="62105" y="21020"/>
                  </a:lnTo>
                  <a:lnTo>
                    <a:pt x="56850" y="10988"/>
                  </a:lnTo>
                  <a:lnTo>
                    <a:pt x="55416" y="10032"/>
                  </a:lnTo>
                  <a:lnTo>
                    <a:pt x="53505" y="12421"/>
                  </a:lnTo>
                  <a:lnTo>
                    <a:pt x="51595" y="18631"/>
                  </a:lnTo>
                  <a:lnTo>
                    <a:pt x="49684" y="20065"/>
                  </a:lnTo>
                  <a:lnTo>
                    <a:pt x="47295" y="27708"/>
                  </a:lnTo>
                  <a:lnTo>
                    <a:pt x="45384" y="26753"/>
                  </a:lnTo>
                  <a:lnTo>
                    <a:pt x="44429" y="27708"/>
                  </a:lnTo>
                  <a:lnTo>
                    <a:pt x="41562" y="32486"/>
                  </a:lnTo>
                  <a:lnTo>
                    <a:pt x="34874" y="32963"/>
                  </a:lnTo>
                  <a:lnTo>
                    <a:pt x="33919" y="34874"/>
                  </a:lnTo>
                  <a:lnTo>
                    <a:pt x="32008" y="42518"/>
                  </a:lnTo>
                  <a:lnTo>
                    <a:pt x="29141" y="44429"/>
                  </a:lnTo>
                  <a:lnTo>
                    <a:pt x="24364" y="45384"/>
                  </a:lnTo>
                  <a:lnTo>
                    <a:pt x="22931" y="41562"/>
                  </a:lnTo>
                  <a:lnTo>
                    <a:pt x="21975" y="34874"/>
                  </a:lnTo>
                  <a:lnTo>
                    <a:pt x="21020" y="32008"/>
                  </a:lnTo>
                  <a:lnTo>
                    <a:pt x="14332" y="35352"/>
                  </a:lnTo>
                  <a:lnTo>
                    <a:pt x="9555" y="32963"/>
                  </a:lnTo>
                  <a:lnTo>
                    <a:pt x="4777" y="28664"/>
                  </a:lnTo>
                  <a:lnTo>
                    <a:pt x="0" y="27231"/>
                  </a:lnTo>
                  <a:lnTo>
                    <a:pt x="4300" y="22453"/>
                  </a:lnTo>
                  <a:lnTo>
                    <a:pt x="28186" y="13376"/>
                  </a:lnTo>
                  <a:lnTo>
                    <a:pt x="37263" y="10988"/>
                  </a:lnTo>
                  <a:lnTo>
                    <a:pt x="42040" y="4300"/>
                  </a:lnTo>
                  <a:lnTo>
                    <a:pt x="48251" y="0"/>
                  </a:lnTo>
                  <a:lnTo>
                    <a:pt x="50162" y="0"/>
                  </a:lnTo>
                  <a:lnTo>
                    <a:pt x="59239" y="4777"/>
                  </a:lnTo>
                  <a:lnTo>
                    <a:pt x="65927" y="3344"/>
                  </a:lnTo>
                  <a:lnTo>
                    <a:pt x="68316" y="3822"/>
                  </a:lnTo>
                  <a:lnTo>
                    <a:pt x="70226" y="5255"/>
                  </a:lnTo>
                  <a:lnTo>
                    <a:pt x="72137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3" name="Freeform 1402">
              <a:extLst>
                <a:ext uri="{FF2B5EF4-FFF2-40B4-BE49-F238E27FC236}">
                  <a16:creationId xmlns:a16="http://schemas.microsoft.com/office/drawing/2014/main" id="{8D5FADAC-7FF8-6494-B563-1EBBE04EBC36}"/>
                </a:ext>
              </a:extLst>
            </p:cNvPr>
            <p:cNvSpPr/>
            <p:nvPr/>
          </p:nvSpPr>
          <p:spPr>
            <a:xfrm>
              <a:off x="6846034" y="3775137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4" name="Freeform 1403">
              <a:extLst>
                <a:ext uri="{FF2B5EF4-FFF2-40B4-BE49-F238E27FC236}">
                  <a16:creationId xmlns:a16="http://schemas.microsoft.com/office/drawing/2014/main" id="{2B880B8F-9E26-827C-6C24-0B02352BF257}"/>
                </a:ext>
              </a:extLst>
            </p:cNvPr>
            <p:cNvSpPr/>
            <p:nvPr/>
          </p:nvSpPr>
          <p:spPr>
            <a:xfrm>
              <a:off x="6652554" y="4004925"/>
              <a:ext cx="193958" cy="180104"/>
            </a:xfrm>
            <a:custGeom>
              <a:avLst/>
              <a:gdLst>
                <a:gd name="csX0" fmla="*/ 193958 w 193958"/>
                <a:gd name="csY0" fmla="*/ 161473 h 180104"/>
                <a:gd name="csX1" fmla="*/ 192047 w 193958"/>
                <a:gd name="csY1" fmla="*/ 161950 h 180104"/>
                <a:gd name="csX2" fmla="*/ 190137 w 193958"/>
                <a:gd name="csY2" fmla="*/ 161473 h 180104"/>
                <a:gd name="csX3" fmla="*/ 185837 w 193958"/>
                <a:gd name="csY3" fmla="*/ 159561 h 180104"/>
                <a:gd name="csX4" fmla="*/ 184403 w 193958"/>
                <a:gd name="csY4" fmla="*/ 159561 h 180104"/>
                <a:gd name="csX5" fmla="*/ 182971 w 193958"/>
                <a:gd name="csY5" fmla="*/ 160517 h 180104"/>
                <a:gd name="csX6" fmla="*/ 182492 w 193958"/>
                <a:gd name="csY6" fmla="*/ 160995 h 180104"/>
                <a:gd name="csX7" fmla="*/ 178193 w 193958"/>
                <a:gd name="csY7" fmla="*/ 159084 h 180104"/>
                <a:gd name="csX8" fmla="*/ 176760 w 193958"/>
                <a:gd name="csY8" fmla="*/ 158606 h 180104"/>
                <a:gd name="csX9" fmla="*/ 175805 w 193958"/>
                <a:gd name="csY9" fmla="*/ 158606 h 180104"/>
                <a:gd name="csX10" fmla="*/ 173416 w 193958"/>
                <a:gd name="csY10" fmla="*/ 158606 h 180104"/>
                <a:gd name="csX11" fmla="*/ 169594 w 193958"/>
                <a:gd name="csY11" fmla="*/ 159084 h 180104"/>
                <a:gd name="csX12" fmla="*/ 167683 w 193958"/>
                <a:gd name="csY12" fmla="*/ 159561 h 180104"/>
                <a:gd name="csX13" fmla="*/ 166250 w 193958"/>
                <a:gd name="csY13" fmla="*/ 160517 h 180104"/>
                <a:gd name="csX14" fmla="*/ 166250 w 193958"/>
                <a:gd name="csY14" fmla="*/ 160517 h 180104"/>
                <a:gd name="csX15" fmla="*/ 165294 w 193958"/>
                <a:gd name="csY15" fmla="*/ 161473 h 180104"/>
                <a:gd name="csX16" fmla="*/ 165294 w 193958"/>
                <a:gd name="csY16" fmla="*/ 161950 h 180104"/>
                <a:gd name="csX17" fmla="*/ 163861 w 193958"/>
                <a:gd name="csY17" fmla="*/ 164339 h 180104"/>
                <a:gd name="csX18" fmla="*/ 162906 w 193958"/>
                <a:gd name="csY18" fmla="*/ 167205 h 180104"/>
                <a:gd name="csX19" fmla="*/ 161473 w 193958"/>
                <a:gd name="csY19" fmla="*/ 170072 h 180104"/>
                <a:gd name="csX20" fmla="*/ 158606 w 193958"/>
                <a:gd name="csY20" fmla="*/ 174371 h 180104"/>
                <a:gd name="csX21" fmla="*/ 157173 w 193958"/>
                <a:gd name="csY21" fmla="*/ 175804 h 180104"/>
                <a:gd name="csX22" fmla="*/ 153829 w 193958"/>
                <a:gd name="csY22" fmla="*/ 179626 h 180104"/>
                <a:gd name="csX23" fmla="*/ 150485 w 193958"/>
                <a:gd name="csY23" fmla="*/ 180104 h 180104"/>
                <a:gd name="csX24" fmla="*/ 142364 w 193958"/>
                <a:gd name="csY24" fmla="*/ 179626 h 180104"/>
                <a:gd name="csX25" fmla="*/ 133287 w 193958"/>
                <a:gd name="csY25" fmla="*/ 178671 h 180104"/>
                <a:gd name="csX26" fmla="*/ 124687 w 193958"/>
                <a:gd name="csY26" fmla="*/ 177715 h 180104"/>
                <a:gd name="csX27" fmla="*/ 124687 w 193958"/>
                <a:gd name="csY27" fmla="*/ 177715 h 180104"/>
                <a:gd name="csX28" fmla="*/ 117999 w 193958"/>
                <a:gd name="csY28" fmla="*/ 177238 h 180104"/>
                <a:gd name="csX29" fmla="*/ 117521 w 193958"/>
                <a:gd name="csY29" fmla="*/ 177238 h 180104"/>
                <a:gd name="csX30" fmla="*/ 110833 w 193958"/>
                <a:gd name="csY30" fmla="*/ 172460 h 180104"/>
                <a:gd name="csX31" fmla="*/ 105578 w 193958"/>
                <a:gd name="csY31" fmla="*/ 168638 h 180104"/>
                <a:gd name="csX32" fmla="*/ 99368 w 193958"/>
                <a:gd name="csY32" fmla="*/ 163861 h 180104"/>
                <a:gd name="csX33" fmla="*/ 92680 w 193958"/>
                <a:gd name="csY33" fmla="*/ 158606 h 180104"/>
                <a:gd name="csX34" fmla="*/ 85991 w 193958"/>
                <a:gd name="csY34" fmla="*/ 153829 h 180104"/>
                <a:gd name="csX35" fmla="*/ 81214 w 193958"/>
                <a:gd name="csY35" fmla="*/ 150007 h 180104"/>
                <a:gd name="csX36" fmla="*/ 75003 w 193958"/>
                <a:gd name="csY36" fmla="*/ 145707 h 180104"/>
                <a:gd name="csX37" fmla="*/ 69748 w 193958"/>
                <a:gd name="csY37" fmla="*/ 141408 h 180104"/>
                <a:gd name="csX38" fmla="*/ 65449 w 193958"/>
                <a:gd name="csY38" fmla="*/ 138064 h 180104"/>
                <a:gd name="csX39" fmla="*/ 60194 w 193958"/>
                <a:gd name="csY39" fmla="*/ 134720 h 180104"/>
                <a:gd name="csX40" fmla="*/ 55894 w 193958"/>
                <a:gd name="csY40" fmla="*/ 132809 h 180104"/>
                <a:gd name="csX41" fmla="*/ 49684 w 193958"/>
                <a:gd name="csY41" fmla="*/ 129465 h 180104"/>
                <a:gd name="csX42" fmla="*/ 44907 w 193958"/>
                <a:gd name="csY42" fmla="*/ 126598 h 180104"/>
                <a:gd name="csX43" fmla="*/ 40607 w 193958"/>
                <a:gd name="csY43" fmla="*/ 124210 h 180104"/>
                <a:gd name="csX44" fmla="*/ 40607 w 193958"/>
                <a:gd name="csY44" fmla="*/ 124210 h 180104"/>
                <a:gd name="csX45" fmla="*/ 33919 w 193958"/>
                <a:gd name="csY45" fmla="*/ 120865 h 180104"/>
                <a:gd name="csX46" fmla="*/ 31530 w 193958"/>
                <a:gd name="csY46" fmla="*/ 119432 h 180104"/>
                <a:gd name="csX47" fmla="*/ 24842 w 193958"/>
                <a:gd name="csY47" fmla="*/ 118477 h 180104"/>
                <a:gd name="csX48" fmla="*/ 18632 w 193958"/>
                <a:gd name="csY48" fmla="*/ 117521 h 180104"/>
                <a:gd name="csX49" fmla="*/ 11943 w 193958"/>
                <a:gd name="csY49" fmla="*/ 116566 h 180104"/>
                <a:gd name="csX50" fmla="*/ 7644 w 193958"/>
                <a:gd name="csY50" fmla="*/ 115611 h 180104"/>
                <a:gd name="csX51" fmla="*/ 10510 w 193958"/>
                <a:gd name="csY51" fmla="*/ 113222 h 180104"/>
                <a:gd name="csX52" fmla="*/ 9555 w 193958"/>
                <a:gd name="csY52" fmla="*/ 110833 h 180104"/>
                <a:gd name="csX53" fmla="*/ 7644 w 193958"/>
                <a:gd name="csY53" fmla="*/ 111311 h 180104"/>
                <a:gd name="csX54" fmla="*/ 5255 w 193958"/>
                <a:gd name="csY54" fmla="*/ 111789 h 180104"/>
                <a:gd name="csX55" fmla="*/ 4300 w 193958"/>
                <a:gd name="csY55" fmla="*/ 108445 h 180104"/>
                <a:gd name="csX56" fmla="*/ 5733 w 193958"/>
                <a:gd name="csY56" fmla="*/ 107967 h 180104"/>
                <a:gd name="csX57" fmla="*/ 4300 w 193958"/>
                <a:gd name="csY57" fmla="*/ 103189 h 180104"/>
                <a:gd name="csX58" fmla="*/ 2866 w 193958"/>
                <a:gd name="csY58" fmla="*/ 98412 h 180104"/>
                <a:gd name="csX59" fmla="*/ 1433 w 193958"/>
                <a:gd name="csY59" fmla="*/ 93635 h 180104"/>
                <a:gd name="csX60" fmla="*/ 0 w 193958"/>
                <a:gd name="csY60" fmla="*/ 88858 h 180104"/>
                <a:gd name="csX61" fmla="*/ 5733 w 193958"/>
                <a:gd name="csY61" fmla="*/ 85513 h 180104"/>
                <a:gd name="csX62" fmla="*/ 10032 w 193958"/>
                <a:gd name="csY62" fmla="*/ 83603 h 180104"/>
                <a:gd name="csX63" fmla="*/ 15765 w 193958"/>
                <a:gd name="csY63" fmla="*/ 80258 h 180104"/>
                <a:gd name="csX64" fmla="*/ 21498 w 193958"/>
                <a:gd name="csY64" fmla="*/ 76914 h 180104"/>
                <a:gd name="csX65" fmla="*/ 26753 w 193958"/>
                <a:gd name="csY65" fmla="*/ 74048 h 180104"/>
                <a:gd name="csX66" fmla="*/ 32963 w 193958"/>
                <a:gd name="csY66" fmla="*/ 70704 h 180104"/>
                <a:gd name="csX67" fmla="*/ 38218 w 193958"/>
                <a:gd name="csY67" fmla="*/ 67838 h 180104"/>
                <a:gd name="csX68" fmla="*/ 42996 w 193958"/>
                <a:gd name="csY68" fmla="*/ 66882 h 180104"/>
                <a:gd name="csX69" fmla="*/ 43951 w 193958"/>
                <a:gd name="csY69" fmla="*/ 65927 h 180104"/>
                <a:gd name="csX70" fmla="*/ 46340 w 193958"/>
                <a:gd name="csY70" fmla="*/ 61627 h 180104"/>
                <a:gd name="csX71" fmla="*/ 48251 w 193958"/>
                <a:gd name="csY71" fmla="*/ 58283 h 180104"/>
                <a:gd name="csX72" fmla="*/ 48251 w 193958"/>
                <a:gd name="csY72" fmla="*/ 57328 h 180104"/>
                <a:gd name="csX73" fmla="*/ 48251 w 193958"/>
                <a:gd name="csY73" fmla="*/ 52550 h 180104"/>
                <a:gd name="csX74" fmla="*/ 48728 w 193958"/>
                <a:gd name="csY74" fmla="*/ 46817 h 180104"/>
                <a:gd name="csX75" fmla="*/ 49206 w 193958"/>
                <a:gd name="csY75" fmla="*/ 43473 h 180104"/>
                <a:gd name="csX76" fmla="*/ 50162 w 193958"/>
                <a:gd name="csY76" fmla="*/ 41085 h 180104"/>
                <a:gd name="csX77" fmla="*/ 51117 w 193958"/>
                <a:gd name="csY77" fmla="*/ 39174 h 180104"/>
                <a:gd name="csX78" fmla="*/ 51595 w 193958"/>
                <a:gd name="csY78" fmla="*/ 37263 h 180104"/>
                <a:gd name="csX79" fmla="*/ 51117 w 193958"/>
                <a:gd name="csY79" fmla="*/ 35352 h 180104"/>
                <a:gd name="csX80" fmla="*/ 50162 w 193958"/>
                <a:gd name="csY80" fmla="*/ 32486 h 180104"/>
                <a:gd name="csX81" fmla="*/ 49206 w 193958"/>
                <a:gd name="csY81" fmla="*/ 29141 h 180104"/>
                <a:gd name="csX82" fmla="*/ 49206 w 193958"/>
                <a:gd name="csY82" fmla="*/ 26275 h 180104"/>
                <a:gd name="csX83" fmla="*/ 49684 w 193958"/>
                <a:gd name="csY83" fmla="*/ 24842 h 180104"/>
                <a:gd name="csX84" fmla="*/ 50162 w 193958"/>
                <a:gd name="csY84" fmla="*/ 22453 h 180104"/>
                <a:gd name="csX85" fmla="*/ 51117 w 193958"/>
                <a:gd name="csY85" fmla="*/ 20542 h 180104"/>
                <a:gd name="csX86" fmla="*/ 52550 w 193958"/>
                <a:gd name="csY86" fmla="*/ 19109 h 180104"/>
                <a:gd name="csX87" fmla="*/ 57328 w 193958"/>
                <a:gd name="csY87" fmla="*/ 18154 h 180104"/>
                <a:gd name="csX88" fmla="*/ 59716 w 193958"/>
                <a:gd name="csY88" fmla="*/ 17676 h 180104"/>
                <a:gd name="csX89" fmla="*/ 63538 w 193958"/>
                <a:gd name="csY89" fmla="*/ 14332 h 180104"/>
                <a:gd name="csX90" fmla="*/ 65927 w 193958"/>
                <a:gd name="csY90" fmla="*/ 12421 h 180104"/>
                <a:gd name="csX91" fmla="*/ 68793 w 193958"/>
                <a:gd name="csY91" fmla="*/ 9077 h 180104"/>
                <a:gd name="csX92" fmla="*/ 71182 w 193958"/>
                <a:gd name="csY92" fmla="*/ 7166 h 180104"/>
                <a:gd name="csX93" fmla="*/ 71182 w 193958"/>
                <a:gd name="csY93" fmla="*/ 6210 h 180104"/>
                <a:gd name="csX94" fmla="*/ 71182 w 193958"/>
                <a:gd name="csY94" fmla="*/ 5733 h 180104"/>
                <a:gd name="csX95" fmla="*/ 73093 w 193958"/>
                <a:gd name="csY95" fmla="*/ 5733 h 180104"/>
                <a:gd name="csX96" fmla="*/ 76914 w 193958"/>
                <a:gd name="csY96" fmla="*/ 2866 h 180104"/>
                <a:gd name="csX97" fmla="*/ 78825 w 193958"/>
                <a:gd name="csY97" fmla="*/ 0 h 180104"/>
                <a:gd name="csX98" fmla="*/ 79303 w 193958"/>
                <a:gd name="csY98" fmla="*/ 0 h 180104"/>
                <a:gd name="csX99" fmla="*/ 81214 w 193958"/>
                <a:gd name="csY99" fmla="*/ 956 h 180104"/>
                <a:gd name="csX100" fmla="*/ 82647 w 193958"/>
                <a:gd name="csY100" fmla="*/ 956 h 180104"/>
                <a:gd name="csX101" fmla="*/ 85514 w 193958"/>
                <a:gd name="csY101" fmla="*/ 0 h 180104"/>
                <a:gd name="csX102" fmla="*/ 87425 w 193958"/>
                <a:gd name="csY102" fmla="*/ 478 h 180104"/>
                <a:gd name="csX103" fmla="*/ 89335 w 193958"/>
                <a:gd name="csY103" fmla="*/ 1433 h 180104"/>
                <a:gd name="csX104" fmla="*/ 89813 w 193958"/>
                <a:gd name="csY104" fmla="*/ 1433 h 180104"/>
                <a:gd name="csX105" fmla="*/ 94112 w 193958"/>
                <a:gd name="csY105" fmla="*/ 2866 h 180104"/>
                <a:gd name="csX106" fmla="*/ 95068 w 193958"/>
                <a:gd name="csY106" fmla="*/ 2866 h 180104"/>
                <a:gd name="csX107" fmla="*/ 97457 w 193958"/>
                <a:gd name="csY107" fmla="*/ 3344 h 180104"/>
                <a:gd name="csX108" fmla="*/ 100323 w 193958"/>
                <a:gd name="csY108" fmla="*/ 3344 h 180104"/>
                <a:gd name="csX109" fmla="*/ 102712 w 193958"/>
                <a:gd name="csY109" fmla="*/ 2389 h 180104"/>
                <a:gd name="csX110" fmla="*/ 104145 w 193958"/>
                <a:gd name="csY110" fmla="*/ 1433 h 180104"/>
                <a:gd name="csX111" fmla="*/ 105100 w 193958"/>
                <a:gd name="csY111" fmla="*/ 1433 h 180104"/>
                <a:gd name="csX112" fmla="*/ 106056 w 193958"/>
                <a:gd name="csY112" fmla="*/ 1433 h 180104"/>
                <a:gd name="csX113" fmla="*/ 107012 w 193958"/>
                <a:gd name="csY113" fmla="*/ 1911 h 180104"/>
                <a:gd name="csX114" fmla="*/ 107489 w 193958"/>
                <a:gd name="csY114" fmla="*/ 2866 h 180104"/>
                <a:gd name="csX115" fmla="*/ 107967 w 193958"/>
                <a:gd name="csY115" fmla="*/ 3822 h 180104"/>
                <a:gd name="csX116" fmla="*/ 107967 w 193958"/>
                <a:gd name="csY116" fmla="*/ 7166 h 180104"/>
                <a:gd name="csX117" fmla="*/ 107967 w 193958"/>
                <a:gd name="csY117" fmla="*/ 7166 h 180104"/>
                <a:gd name="csX118" fmla="*/ 107967 w 193958"/>
                <a:gd name="csY118" fmla="*/ 8121 h 180104"/>
                <a:gd name="csX119" fmla="*/ 108444 w 193958"/>
                <a:gd name="csY119" fmla="*/ 8599 h 180104"/>
                <a:gd name="csX120" fmla="*/ 109400 w 193958"/>
                <a:gd name="csY120" fmla="*/ 9077 h 180104"/>
                <a:gd name="csX121" fmla="*/ 110355 w 193958"/>
                <a:gd name="csY121" fmla="*/ 8121 h 180104"/>
                <a:gd name="csX122" fmla="*/ 111789 w 193958"/>
                <a:gd name="csY122" fmla="*/ 7166 h 180104"/>
                <a:gd name="csX123" fmla="*/ 113700 w 193958"/>
                <a:gd name="csY123" fmla="*/ 5733 h 180104"/>
                <a:gd name="csX124" fmla="*/ 115133 w 193958"/>
                <a:gd name="csY124" fmla="*/ 4777 h 180104"/>
                <a:gd name="csX125" fmla="*/ 115610 w 193958"/>
                <a:gd name="csY125" fmla="*/ 4299 h 180104"/>
                <a:gd name="csX126" fmla="*/ 117044 w 193958"/>
                <a:gd name="csY126" fmla="*/ 4299 h 180104"/>
                <a:gd name="csX127" fmla="*/ 118477 w 193958"/>
                <a:gd name="csY127" fmla="*/ 4777 h 180104"/>
                <a:gd name="csX128" fmla="*/ 118955 w 193958"/>
                <a:gd name="csY128" fmla="*/ 5255 h 180104"/>
                <a:gd name="csX129" fmla="*/ 118955 w 193958"/>
                <a:gd name="csY129" fmla="*/ 5255 h 180104"/>
                <a:gd name="csX130" fmla="*/ 119432 w 193958"/>
                <a:gd name="csY130" fmla="*/ 7166 h 180104"/>
                <a:gd name="csX131" fmla="*/ 121343 w 193958"/>
                <a:gd name="csY131" fmla="*/ 12899 h 180104"/>
                <a:gd name="csX132" fmla="*/ 122299 w 193958"/>
                <a:gd name="csY132" fmla="*/ 13854 h 180104"/>
                <a:gd name="csX133" fmla="*/ 123254 w 193958"/>
                <a:gd name="csY133" fmla="*/ 14332 h 180104"/>
                <a:gd name="csX134" fmla="*/ 124210 w 193958"/>
                <a:gd name="csY134" fmla="*/ 15287 h 180104"/>
                <a:gd name="csX135" fmla="*/ 124210 w 193958"/>
                <a:gd name="csY135" fmla="*/ 16243 h 180104"/>
                <a:gd name="csX136" fmla="*/ 124210 w 193958"/>
                <a:gd name="csY136" fmla="*/ 17676 h 180104"/>
                <a:gd name="csX137" fmla="*/ 124210 w 193958"/>
                <a:gd name="csY137" fmla="*/ 19109 h 180104"/>
                <a:gd name="csX138" fmla="*/ 124687 w 193958"/>
                <a:gd name="csY138" fmla="*/ 20542 h 180104"/>
                <a:gd name="csX139" fmla="*/ 125165 w 193958"/>
                <a:gd name="csY139" fmla="*/ 21498 h 180104"/>
                <a:gd name="csX140" fmla="*/ 125643 w 193958"/>
                <a:gd name="csY140" fmla="*/ 21975 h 180104"/>
                <a:gd name="csX141" fmla="*/ 126598 w 193958"/>
                <a:gd name="csY141" fmla="*/ 21975 h 180104"/>
                <a:gd name="csX142" fmla="*/ 126598 w 193958"/>
                <a:gd name="csY142" fmla="*/ 21975 h 180104"/>
                <a:gd name="csX143" fmla="*/ 127554 w 193958"/>
                <a:gd name="csY143" fmla="*/ 21975 h 180104"/>
                <a:gd name="csX144" fmla="*/ 128509 w 193958"/>
                <a:gd name="csY144" fmla="*/ 22931 h 180104"/>
                <a:gd name="csX145" fmla="*/ 130420 w 193958"/>
                <a:gd name="csY145" fmla="*/ 29619 h 180104"/>
                <a:gd name="csX146" fmla="*/ 130898 w 193958"/>
                <a:gd name="csY146" fmla="*/ 30575 h 180104"/>
                <a:gd name="csX147" fmla="*/ 131853 w 193958"/>
                <a:gd name="csY147" fmla="*/ 31052 h 180104"/>
                <a:gd name="csX148" fmla="*/ 133287 w 193958"/>
                <a:gd name="csY148" fmla="*/ 30575 h 180104"/>
                <a:gd name="csX149" fmla="*/ 134719 w 193958"/>
                <a:gd name="csY149" fmla="*/ 31530 h 180104"/>
                <a:gd name="csX150" fmla="*/ 136153 w 193958"/>
                <a:gd name="csY150" fmla="*/ 32486 h 180104"/>
                <a:gd name="csX151" fmla="*/ 138064 w 193958"/>
                <a:gd name="csY151" fmla="*/ 34397 h 180104"/>
                <a:gd name="csX152" fmla="*/ 139019 w 193958"/>
                <a:gd name="csY152" fmla="*/ 34874 h 180104"/>
                <a:gd name="csX153" fmla="*/ 142364 w 193958"/>
                <a:gd name="csY153" fmla="*/ 34397 h 180104"/>
                <a:gd name="csX154" fmla="*/ 146663 w 193958"/>
                <a:gd name="csY154" fmla="*/ 34874 h 180104"/>
                <a:gd name="csX155" fmla="*/ 149051 w 193958"/>
                <a:gd name="csY155" fmla="*/ 35830 h 180104"/>
                <a:gd name="csX156" fmla="*/ 148574 w 193958"/>
                <a:gd name="csY156" fmla="*/ 36785 h 180104"/>
                <a:gd name="csX157" fmla="*/ 147141 w 193958"/>
                <a:gd name="csY157" fmla="*/ 37263 h 180104"/>
                <a:gd name="csX158" fmla="*/ 147141 w 193958"/>
                <a:gd name="csY158" fmla="*/ 37263 h 180104"/>
                <a:gd name="csX159" fmla="*/ 144274 w 193958"/>
                <a:gd name="csY159" fmla="*/ 38218 h 180104"/>
                <a:gd name="csX160" fmla="*/ 144274 w 193958"/>
                <a:gd name="csY160" fmla="*/ 38218 h 180104"/>
                <a:gd name="csX161" fmla="*/ 143319 w 193958"/>
                <a:gd name="csY161" fmla="*/ 39651 h 180104"/>
                <a:gd name="csX162" fmla="*/ 143319 w 193958"/>
                <a:gd name="csY162" fmla="*/ 39651 h 180104"/>
                <a:gd name="csX163" fmla="*/ 142841 w 193958"/>
                <a:gd name="csY163" fmla="*/ 41563 h 180104"/>
                <a:gd name="csX164" fmla="*/ 142841 w 193958"/>
                <a:gd name="csY164" fmla="*/ 42518 h 180104"/>
                <a:gd name="csX165" fmla="*/ 143796 w 193958"/>
                <a:gd name="csY165" fmla="*/ 43951 h 180104"/>
                <a:gd name="csX166" fmla="*/ 145707 w 193958"/>
                <a:gd name="csY166" fmla="*/ 45862 h 180104"/>
                <a:gd name="csX167" fmla="*/ 145707 w 193958"/>
                <a:gd name="csY167" fmla="*/ 46817 h 180104"/>
                <a:gd name="csX168" fmla="*/ 146185 w 193958"/>
                <a:gd name="csY168" fmla="*/ 48251 h 180104"/>
                <a:gd name="csX169" fmla="*/ 146663 w 193958"/>
                <a:gd name="csY169" fmla="*/ 48728 h 180104"/>
                <a:gd name="csX170" fmla="*/ 146185 w 193958"/>
                <a:gd name="csY170" fmla="*/ 50162 h 180104"/>
                <a:gd name="csX171" fmla="*/ 144274 w 193958"/>
                <a:gd name="csY171" fmla="*/ 51117 h 180104"/>
                <a:gd name="csX172" fmla="*/ 141885 w 193958"/>
                <a:gd name="csY172" fmla="*/ 52550 h 180104"/>
                <a:gd name="csX173" fmla="*/ 137108 w 193958"/>
                <a:gd name="csY173" fmla="*/ 57805 h 180104"/>
                <a:gd name="csX174" fmla="*/ 137108 w 193958"/>
                <a:gd name="csY174" fmla="*/ 57805 h 180104"/>
                <a:gd name="csX175" fmla="*/ 136631 w 193958"/>
                <a:gd name="csY175" fmla="*/ 58761 h 180104"/>
                <a:gd name="csX176" fmla="*/ 136631 w 193958"/>
                <a:gd name="csY176" fmla="*/ 61627 h 180104"/>
                <a:gd name="csX177" fmla="*/ 136153 w 193958"/>
                <a:gd name="csY177" fmla="*/ 62582 h 180104"/>
                <a:gd name="csX178" fmla="*/ 134719 w 193958"/>
                <a:gd name="csY178" fmla="*/ 62582 h 180104"/>
                <a:gd name="csX179" fmla="*/ 133764 w 193958"/>
                <a:gd name="csY179" fmla="*/ 62582 h 180104"/>
                <a:gd name="csX180" fmla="*/ 133764 w 193958"/>
                <a:gd name="csY180" fmla="*/ 62582 h 180104"/>
                <a:gd name="csX181" fmla="*/ 133287 w 193958"/>
                <a:gd name="csY181" fmla="*/ 62582 h 180104"/>
                <a:gd name="csX182" fmla="*/ 133287 w 193958"/>
                <a:gd name="csY182" fmla="*/ 63538 h 180104"/>
                <a:gd name="csX183" fmla="*/ 132809 w 193958"/>
                <a:gd name="csY183" fmla="*/ 64971 h 180104"/>
                <a:gd name="csX184" fmla="*/ 132331 w 193958"/>
                <a:gd name="csY184" fmla="*/ 65927 h 180104"/>
                <a:gd name="csX185" fmla="*/ 132331 w 193958"/>
                <a:gd name="csY185" fmla="*/ 65927 h 180104"/>
                <a:gd name="csX186" fmla="*/ 134242 w 193958"/>
                <a:gd name="csY186" fmla="*/ 68793 h 180104"/>
                <a:gd name="csX187" fmla="*/ 134242 w 193958"/>
                <a:gd name="csY187" fmla="*/ 70226 h 180104"/>
                <a:gd name="csX188" fmla="*/ 134242 w 193958"/>
                <a:gd name="csY188" fmla="*/ 71659 h 180104"/>
                <a:gd name="csX189" fmla="*/ 132331 w 193958"/>
                <a:gd name="csY189" fmla="*/ 74048 h 180104"/>
                <a:gd name="csX190" fmla="*/ 131376 w 193958"/>
                <a:gd name="csY190" fmla="*/ 75959 h 180104"/>
                <a:gd name="csX191" fmla="*/ 131376 w 193958"/>
                <a:gd name="csY191" fmla="*/ 75959 h 180104"/>
                <a:gd name="csX192" fmla="*/ 131853 w 193958"/>
                <a:gd name="csY192" fmla="*/ 75959 h 180104"/>
                <a:gd name="csX193" fmla="*/ 132809 w 193958"/>
                <a:gd name="csY193" fmla="*/ 76914 h 180104"/>
                <a:gd name="csX194" fmla="*/ 137108 w 193958"/>
                <a:gd name="csY194" fmla="*/ 82170 h 180104"/>
                <a:gd name="csX195" fmla="*/ 138064 w 193958"/>
                <a:gd name="csY195" fmla="*/ 83603 h 180104"/>
                <a:gd name="csX196" fmla="*/ 139975 w 193958"/>
                <a:gd name="csY196" fmla="*/ 83125 h 180104"/>
                <a:gd name="csX197" fmla="*/ 140453 w 193958"/>
                <a:gd name="csY197" fmla="*/ 83125 h 180104"/>
                <a:gd name="csX198" fmla="*/ 140930 w 193958"/>
                <a:gd name="csY198" fmla="*/ 83603 h 180104"/>
                <a:gd name="csX199" fmla="*/ 141408 w 193958"/>
                <a:gd name="csY199" fmla="*/ 84080 h 180104"/>
                <a:gd name="csX200" fmla="*/ 141408 w 193958"/>
                <a:gd name="csY200" fmla="*/ 85036 h 180104"/>
                <a:gd name="csX201" fmla="*/ 140930 w 193958"/>
                <a:gd name="csY201" fmla="*/ 85991 h 180104"/>
                <a:gd name="csX202" fmla="*/ 140930 w 193958"/>
                <a:gd name="csY202" fmla="*/ 85991 h 180104"/>
                <a:gd name="csX203" fmla="*/ 142841 w 193958"/>
                <a:gd name="csY203" fmla="*/ 86469 h 180104"/>
                <a:gd name="csX204" fmla="*/ 143796 w 193958"/>
                <a:gd name="csY204" fmla="*/ 87902 h 180104"/>
                <a:gd name="csX205" fmla="*/ 146185 w 193958"/>
                <a:gd name="csY205" fmla="*/ 91724 h 180104"/>
                <a:gd name="csX206" fmla="*/ 146185 w 193958"/>
                <a:gd name="csY206" fmla="*/ 93157 h 180104"/>
                <a:gd name="csX207" fmla="*/ 145230 w 193958"/>
                <a:gd name="csY207" fmla="*/ 95068 h 180104"/>
                <a:gd name="csX208" fmla="*/ 145230 w 193958"/>
                <a:gd name="csY208" fmla="*/ 95068 h 180104"/>
                <a:gd name="csX209" fmla="*/ 145230 w 193958"/>
                <a:gd name="csY209" fmla="*/ 96501 h 180104"/>
                <a:gd name="csX210" fmla="*/ 145230 w 193958"/>
                <a:gd name="csY210" fmla="*/ 97457 h 180104"/>
                <a:gd name="csX211" fmla="*/ 145707 w 193958"/>
                <a:gd name="csY211" fmla="*/ 97935 h 180104"/>
                <a:gd name="csX212" fmla="*/ 149530 w 193958"/>
                <a:gd name="csY212" fmla="*/ 97935 h 180104"/>
                <a:gd name="csX213" fmla="*/ 150962 w 193958"/>
                <a:gd name="csY213" fmla="*/ 98412 h 180104"/>
                <a:gd name="csX214" fmla="*/ 154784 w 193958"/>
                <a:gd name="csY214" fmla="*/ 100323 h 180104"/>
                <a:gd name="csX215" fmla="*/ 159084 w 193958"/>
                <a:gd name="csY215" fmla="*/ 103667 h 180104"/>
                <a:gd name="csX216" fmla="*/ 162428 w 193958"/>
                <a:gd name="csY216" fmla="*/ 106056 h 180104"/>
                <a:gd name="csX217" fmla="*/ 165772 w 193958"/>
                <a:gd name="csY217" fmla="*/ 108445 h 180104"/>
                <a:gd name="csX218" fmla="*/ 169116 w 193958"/>
                <a:gd name="csY218" fmla="*/ 108445 h 180104"/>
                <a:gd name="csX219" fmla="*/ 169594 w 193958"/>
                <a:gd name="csY219" fmla="*/ 108445 h 180104"/>
                <a:gd name="csX220" fmla="*/ 170549 w 193958"/>
                <a:gd name="csY220" fmla="*/ 109400 h 180104"/>
                <a:gd name="csX221" fmla="*/ 171505 w 193958"/>
                <a:gd name="csY221" fmla="*/ 111311 h 180104"/>
                <a:gd name="csX222" fmla="*/ 173416 w 193958"/>
                <a:gd name="csY222" fmla="*/ 115133 h 180104"/>
                <a:gd name="csX223" fmla="*/ 174849 w 193958"/>
                <a:gd name="csY223" fmla="*/ 116566 h 180104"/>
                <a:gd name="csX224" fmla="*/ 177238 w 193958"/>
                <a:gd name="csY224" fmla="*/ 119910 h 180104"/>
                <a:gd name="csX225" fmla="*/ 179626 w 193958"/>
                <a:gd name="csY225" fmla="*/ 122777 h 180104"/>
                <a:gd name="csX226" fmla="*/ 178193 w 193958"/>
                <a:gd name="csY226" fmla="*/ 126598 h 180104"/>
                <a:gd name="csX227" fmla="*/ 176760 w 193958"/>
                <a:gd name="csY227" fmla="*/ 130898 h 180104"/>
                <a:gd name="csX228" fmla="*/ 176760 w 193958"/>
                <a:gd name="csY228" fmla="*/ 130898 h 180104"/>
                <a:gd name="csX229" fmla="*/ 176760 w 193958"/>
                <a:gd name="csY229" fmla="*/ 136631 h 180104"/>
                <a:gd name="csX230" fmla="*/ 176760 w 193958"/>
                <a:gd name="csY230" fmla="*/ 139497 h 180104"/>
                <a:gd name="csX231" fmla="*/ 179626 w 193958"/>
                <a:gd name="csY231" fmla="*/ 139497 h 180104"/>
                <a:gd name="csX232" fmla="*/ 183448 w 193958"/>
                <a:gd name="csY232" fmla="*/ 139975 h 180104"/>
                <a:gd name="csX233" fmla="*/ 183448 w 193958"/>
                <a:gd name="csY233" fmla="*/ 143319 h 180104"/>
                <a:gd name="csX234" fmla="*/ 183448 w 193958"/>
                <a:gd name="csY234" fmla="*/ 146663 h 180104"/>
                <a:gd name="csX235" fmla="*/ 183448 w 193958"/>
                <a:gd name="csY235" fmla="*/ 150962 h 180104"/>
                <a:gd name="csX236" fmla="*/ 184403 w 193958"/>
                <a:gd name="csY236" fmla="*/ 150962 h 180104"/>
                <a:gd name="csX237" fmla="*/ 185837 w 193958"/>
                <a:gd name="csY237" fmla="*/ 151918 h 180104"/>
                <a:gd name="csX238" fmla="*/ 186792 w 193958"/>
                <a:gd name="csY238" fmla="*/ 153351 h 180104"/>
                <a:gd name="csX239" fmla="*/ 187748 w 193958"/>
                <a:gd name="csY239" fmla="*/ 153829 h 180104"/>
                <a:gd name="csX240" fmla="*/ 188703 w 193958"/>
                <a:gd name="csY240" fmla="*/ 153829 h 180104"/>
                <a:gd name="csX241" fmla="*/ 189658 w 193958"/>
                <a:gd name="csY241" fmla="*/ 154784 h 180104"/>
                <a:gd name="csX242" fmla="*/ 190614 w 193958"/>
                <a:gd name="csY242" fmla="*/ 155740 h 180104"/>
                <a:gd name="csX243" fmla="*/ 191092 w 193958"/>
                <a:gd name="csY243" fmla="*/ 156695 h 180104"/>
                <a:gd name="csX244" fmla="*/ 190614 w 193958"/>
                <a:gd name="csY244" fmla="*/ 157173 h 180104"/>
                <a:gd name="csX245" fmla="*/ 191092 w 193958"/>
                <a:gd name="csY245" fmla="*/ 158128 h 180104"/>
                <a:gd name="csX246" fmla="*/ 191569 w 193958"/>
                <a:gd name="csY246" fmla="*/ 159561 h 180104"/>
                <a:gd name="csX247" fmla="*/ 192525 w 193958"/>
                <a:gd name="csY247" fmla="*/ 160517 h 180104"/>
                <a:gd name="csX248" fmla="*/ 193958 w 193958"/>
                <a:gd name="csY248" fmla="*/ 161473 h 180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</a:cxnLst>
              <a:rect l="l" t="t" r="r" b="b"/>
              <a:pathLst>
                <a:path w="193958" h="180104">
                  <a:moveTo>
                    <a:pt x="193958" y="161473"/>
                  </a:moveTo>
                  <a:lnTo>
                    <a:pt x="192047" y="161950"/>
                  </a:lnTo>
                  <a:lnTo>
                    <a:pt x="190137" y="161473"/>
                  </a:lnTo>
                  <a:lnTo>
                    <a:pt x="185837" y="159561"/>
                  </a:lnTo>
                  <a:lnTo>
                    <a:pt x="184403" y="159561"/>
                  </a:lnTo>
                  <a:lnTo>
                    <a:pt x="182971" y="160517"/>
                  </a:lnTo>
                  <a:lnTo>
                    <a:pt x="182492" y="160995"/>
                  </a:lnTo>
                  <a:lnTo>
                    <a:pt x="178193" y="159084"/>
                  </a:lnTo>
                  <a:lnTo>
                    <a:pt x="176760" y="158606"/>
                  </a:lnTo>
                  <a:lnTo>
                    <a:pt x="175805" y="158606"/>
                  </a:lnTo>
                  <a:lnTo>
                    <a:pt x="173416" y="158606"/>
                  </a:lnTo>
                  <a:lnTo>
                    <a:pt x="169594" y="159084"/>
                  </a:lnTo>
                  <a:lnTo>
                    <a:pt x="167683" y="159561"/>
                  </a:lnTo>
                  <a:lnTo>
                    <a:pt x="166250" y="160517"/>
                  </a:lnTo>
                  <a:lnTo>
                    <a:pt x="166250" y="160517"/>
                  </a:lnTo>
                  <a:lnTo>
                    <a:pt x="165294" y="161473"/>
                  </a:lnTo>
                  <a:lnTo>
                    <a:pt x="165294" y="161950"/>
                  </a:lnTo>
                  <a:lnTo>
                    <a:pt x="163861" y="164339"/>
                  </a:lnTo>
                  <a:lnTo>
                    <a:pt x="162906" y="167205"/>
                  </a:lnTo>
                  <a:lnTo>
                    <a:pt x="161473" y="170072"/>
                  </a:lnTo>
                  <a:lnTo>
                    <a:pt x="158606" y="174371"/>
                  </a:lnTo>
                  <a:lnTo>
                    <a:pt x="157173" y="175804"/>
                  </a:lnTo>
                  <a:lnTo>
                    <a:pt x="153829" y="179626"/>
                  </a:lnTo>
                  <a:lnTo>
                    <a:pt x="150485" y="180104"/>
                  </a:lnTo>
                  <a:lnTo>
                    <a:pt x="142364" y="179626"/>
                  </a:lnTo>
                  <a:lnTo>
                    <a:pt x="133287" y="178671"/>
                  </a:lnTo>
                  <a:lnTo>
                    <a:pt x="124687" y="177715"/>
                  </a:lnTo>
                  <a:lnTo>
                    <a:pt x="124687" y="177715"/>
                  </a:lnTo>
                  <a:lnTo>
                    <a:pt x="117999" y="177238"/>
                  </a:lnTo>
                  <a:lnTo>
                    <a:pt x="117521" y="177238"/>
                  </a:lnTo>
                  <a:lnTo>
                    <a:pt x="110833" y="172460"/>
                  </a:lnTo>
                  <a:lnTo>
                    <a:pt x="105578" y="168638"/>
                  </a:lnTo>
                  <a:lnTo>
                    <a:pt x="99368" y="163861"/>
                  </a:lnTo>
                  <a:lnTo>
                    <a:pt x="92680" y="158606"/>
                  </a:lnTo>
                  <a:lnTo>
                    <a:pt x="85991" y="153829"/>
                  </a:lnTo>
                  <a:lnTo>
                    <a:pt x="81214" y="150007"/>
                  </a:lnTo>
                  <a:lnTo>
                    <a:pt x="75003" y="145707"/>
                  </a:lnTo>
                  <a:lnTo>
                    <a:pt x="69748" y="141408"/>
                  </a:lnTo>
                  <a:lnTo>
                    <a:pt x="65449" y="138064"/>
                  </a:lnTo>
                  <a:lnTo>
                    <a:pt x="60194" y="134720"/>
                  </a:lnTo>
                  <a:lnTo>
                    <a:pt x="55894" y="132809"/>
                  </a:lnTo>
                  <a:lnTo>
                    <a:pt x="49684" y="129465"/>
                  </a:lnTo>
                  <a:lnTo>
                    <a:pt x="44907" y="126598"/>
                  </a:lnTo>
                  <a:lnTo>
                    <a:pt x="40607" y="124210"/>
                  </a:lnTo>
                  <a:lnTo>
                    <a:pt x="40607" y="124210"/>
                  </a:lnTo>
                  <a:lnTo>
                    <a:pt x="33919" y="120865"/>
                  </a:lnTo>
                  <a:lnTo>
                    <a:pt x="31530" y="119432"/>
                  </a:lnTo>
                  <a:lnTo>
                    <a:pt x="24842" y="118477"/>
                  </a:lnTo>
                  <a:lnTo>
                    <a:pt x="18632" y="117521"/>
                  </a:lnTo>
                  <a:lnTo>
                    <a:pt x="11943" y="116566"/>
                  </a:lnTo>
                  <a:lnTo>
                    <a:pt x="7644" y="115611"/>
                  </a:lnTo>
                  <a:lnTo>
                    <a:pt x="10510" y="113222"/>
                  </a:lnTo>
                  <a:lnTo>
                    <a:pt x="9555" y="110833"/>
                  </a:lnTo>
                  <a:lnTo>
                    <a:pt x="7644" y="111311"/>
                  </a:lnTo>
                  <a:lnTo>
                    <a:pt x="5255" y="111789"/>
                  </a:lnTo>
                  <a:lnTo>
                    <a:pt x="4300" y="108445"/>
                  </a:lnTo>
                  <a:lnTo>
                    <a:pt x="5733" y="107967"/>
                  </a:lnTo>
                  <a:lnTo>
                    <a:pt x="4300" y="103189"/>
                  </a:lnTo>
                  <a:lnTo>
                    <a:pt x="2866" y="98412"/>
                  </a:lnTo>
                  <a:lnTo>
                    <a:pt x="1433" y="93635"/>
                  </a:lnTo>
                  <a:lnTo>
                    <a:pt x="0" y="88858"/>
                  </a:lnTo>
                  <a:lnTo>
                    <a:pt x="5733" y="85513"/>
                  </a:lnTo>
                  <a:lnTo>
                    <a:pt x="10032" y="83603"/>
                  </a:lnTo>
                  <a:lnTo>
                    <a:pt x="15765" y="80258"/>
                  </a:lnTo>
                  <a:lnTo>
                    <a:pt x="21498" y="76914"/>
                  </a:lnTo>
                  <a:lnTo>
                    <a:pt x="26753" y="74048"/>
                  </a:lnTo>
                  <a:lnTo>
                    <a:pt x="32963" y="70704"/>
                  </a:lnTo>
                  <a:lnTo>
                    <a:pt x="38218" y="67838"/>
                  </a:lnTo>
                  <a:lnTo>
                    <a:pt x="42996" y="66882"/>
                  </a:lnTo>
                  <a:lnTo>
                    <a:pt x="43951" y="65927"/>
                  </a:lnTo>
                  <a:lnTo>
                    <a:pt x="46340" y="61627"/>
                  </a:lnTo>
                  <a:lnTo>
                    <a:pt x="48251" y="58283"/>
                  </a:lnTo>
                  <a:lnTo>
                    <a:pt x="48251" y="57328"/>
                  </a:lnTo>
                  <a:lnTo>
                    <a:pt x="48251" y="52550"/>
                  </a:lnTo>
                  <a:lnTo>
                    <a:pt x="48728" y="46817"/>
                  </a:lnTo>
                  <a:lnTo>
                    <a:pt x="49206" y="43473"/>
                  </a:lnTo>
                  <a:lnTo>
                    <a:pt x="50162" y="41085"/>
                  </a:lnTo>
                  <a:lnTo>
                    <a:pt x="51117" y="39174"/>
                  </a:lnTo>
                  <a:lnTo>
                    <a:pt x="51595" y="37263"/>
                  </a:lnTo>
                  <a:lnTo>
                    <a:pt x="51117" y="35352"/>
                  </a:lnTo>
                  <a:lnTo>
                    <a:pt x="50162" y="32486"/>
                  </a:lnTo>
                  <a:lnTo>
                    <a:pt x="49206" y="29141"/>
                  </a:lnTo>
                  <a:lnTo>
                    <a:pt x="49206" y="26275"/>
                  </a:lnTo>
                  <a:lnTo>
                    <a:pt x="49684" y="24842"/>
                  </a:lnTo>
                  <a:lnTo>
                    <a:pt x="50162" y="22453"/>
                  </a:lnTo>
                  <a:lnTo>
                    <a:pt x="51117" y="20542"/>
                  </a:lnTo>
                  <a:lnTo>
                    <a:pt x="52550" y="19109"/>
                  </a:lnTo>
                  <a:lnTo>
                    <a:pt x="57328" y="18154"/>
                  </a:lnTo>
                  <a:lnTo>
                    <a:pt x="59716" y="17676"/>
                  </a:lnTo>
                  <a:lnTo>
                    <a:pt x="63538" y="14332"/>
                  </a:lnTo>
                  <a:lnTo>
                    <a:pt x="65927" y="12421"/>
                  </a:lnTo>
                  <a:lnTo>
                    <a:pt x="68793" y="9077"/>
                  </a:lnTo>
                  <a:lnTo>
                    <a:pt x="71182" y="7166"/>
                  </a:lnTo>
                  <a:lnTo>
                    <a:pt x="71182" y="6210"/>
                  </a:lnTo>
                  <a:lnTo>
                    <a:pt x="71182" y="5733"/>
                  </a:lnTo>
                  <a:lnTo>
                    <a:pt x="73093" y="5733"/>
                  </a:lnTo>
                  <a:lnTo>
                    <a:pt x="76914" y="2866"/>
                  </a:lnTo>
                  <a:lnTo>
                    <a:pt x="78825" y="0"/>
                  </a:lnTo>
                  <a:lnTo>
                    <a:pt x="79303" y="0"/>
                  </a:lnTo>
                  <a:lnTo>
                    <a:pt x="81214" y="956"/>
                  </a:lnTo>
                  <a:lnTo>
                    <a:pt x="82647" y="956"/>
                  </a:lnTo>
                  <a:lnTo>
                    <a:pt x="85514" y="0"/>
                  </a:lnTo>
                  <a:lnTo>
                    <a:pt x="87425" y="478"/>
                  </a:lnTo>
                  <a:lnTo>
                    <a:pt x="89335" y="1433"/>
                  </a:lnTo>
                  <a:lnTo>
                    <a:pt x="89813" y="1433"/>
                  </a:lnTo>
                  <a:lnTo>
                    <a:pt x="94112" y="2866"/>
                  </a:lnTo>
                  <a:lnTo>
                    <a:pt x="95068" y="2866"/>
                  </a:lnTo>
                  <a:lnTo>
                    <a:pt x="97457" y="3344"/>
                  </a:lnTo>
                  <a:lnTo>
                    <a:pt x="100323" y="3344"/>
                  </a:lnTo>
                  <a:lnTo>
                    <a:pt x="102712" y="2389"/>
                  </a:lnTo>
                  <a:lnTo>
                    <a:pt x="104145" y="1433"/>
                  </a:lnTo>
                  <a:lnTo>
                    <a:pt x="105100" y="1433"/>
                  </a:lnTo>
                  <a:lnTo>
                    <a:pt x="106056" y="1433"/>
                  </a:lnTo>
                  <a:lnTo>
                    <a:pt x="107012" y="1911"/>
                  </a:lnTo>
                  <a:lnTo>
                    <a:pt x="107489" y="2866"/>
                  </a:lnTo>
                  <a:lnTo>
                    <a:pt x="107967" y="3822"/>
                  </a:lnTo>
                  <a:lnTo>
                    <a:pt x="107967" y="7166"/>
                  </a:lnTo>
                  <a:lnTo>
                    <a:pt x="107967" y="7166"/>
                  </a:lnTo>
                  <a:lnTo>
                    <a:pt x="107967" y="8121"/>
                  </a:lnTo>
                  <a:lnTo>
                    <a:pt x="108444" y="8599"/>
                  </a:lnTo>
                  <a:lnTo>
                    <a:pt x="109400" y="9077"/>
                  </a:lnTo>
                  <a:lnTo>
                    <a:pt x="110355" y="8121"/>
                  </a:lnTo>
                  <a:lnTo>
                    <a:pt x="111789" y="7166"/>
                  </a:lnTo>
                  <a:lnTo>
                    <a:pt x="113700" y="5733"/>
                  </a:lnTo>
                  <a:lnTo>
                    <a:pt x="115133" y="4777"/>
                  </a:lnTo>
                  <a:lnTo>
                    <a:pt x="115610" y="4299"/>
                  </a:lnTo>
                  <a:lnTo>
                    <a:pt x="117044" y="4299"/>
                  </a:lnTo>
                  <a:lnTo>
                    <a:pt x="118477" y="4777"/>
                  </a:lnTo>
                  <a:lnTo>
                    <a:pt x="118955" y="5255"/>
                  </a:lnTo>
                  <a:lnTo>
                    <a:pt x="118955" y="5255"/>
                  </a:lnTo>
                  <a:lnTo>
                    <a:pt x="119432" y="7166"/>
                  </a:lnTo>
                  <a:lnTo>
                    <a:pt x="121343" y="12899"/>
                  </a:lnTo>
                  <a:lnTo>
                    <a:pt x="122299" y="13854"/>
                  </a:lnTo>
                  <a:lnTo>
                    <a:pt x="123254" y="14332"/>
                  </a:lnTo>
                  <a:lnTo>
                    <a:pt x="124210" y="15287"/>
                  </a:lnTo>
                  <a:lnTo>
                    <a:pt x="124210" y="16243"/>
                  </a:lnTo>
                  <a:lnTo>
                    <a:pt x="124210" y="17676"/>
                  </a:lnTo>
                  <a:lnTo>
                    <a:pt x="124210" y="19109"/>
                  </a:lnTo>
                  <a:lnTo>
                    <a:pt x="124687" y="20542"/>
                  </a:lnTo>
                  <a:lnTo>
                    <a:pt x="125165" y="21498"/>
                  </a:lnTo>
                  <a:lnTo>
                    <a:pt x="125643" y="21975"/>
                  </a:lnTo>
                  <a:lnTo>
                    <a:pt x="126598" y="21975"/>
                  </a:lnTo>
                  <a:lnTo>
                    <a:pt x="126598" y="21975"/>
                  </a:lnTo>
                  <a:lnTo>
                    <a:pt x="127554" y="21975"/>
                  </a:lnTo>
                  <a:lnTo>
                    <a:pt x="128509" y="22931"/>
                  </a:lnTo>
                  <a:lnTo>
                    <a:pt x="130420" y="29619"/>
                  </a:lnTo>
                  <a:lnTo>
                    <a:pt x="130898" y="30575"/>
                  </a:lnTo>
                  <a:lnTo>
                    <a:pt x="131853" y="31052"/>
                  </a:lnTo>
                  <a:lnTo>
                    <a:pt x="133287" y="30575"/>
                  </a:lnTo>
                  <a:lnTo>
                    <a:pt x="134719" y="31530"/>
                  </a:lnTo>
                  <a:lnTo>
                    <a:pt x="136153" y="32486"/>
                  </a:lnTo>
                  <a:lnTo>
                    <a:pt x="138064" y="34397"/>
                  </a:lnTo>
                  <a:lnTo>
                    <a:pt x="139019" y="34874"/>
                  </a:lnTo>
                  <a:lnTo>
                    <a:pt x="142364" y="34397"/>
                  </a:lnTo>
                  <a:lnTo>
                    <a:pt x="146663" y="34874"/>
                  </a:lnTo>
                  <a:lnTo>
                    <a:pt x="149051" y="35830"/>
                  </a:lnTo>
                  <a:lnTo>
                    <a:pt x="148574" y="36785"/>
                  </a:lnTo>
                  <a:lnTo>
                    <a:pt x="147141" y="37263"/>
                  </a:lnTo>
                  <a:lnTo>
                    <a:pt x="147141" y="37263"/>
                  </a:lnTo>
                  <a:lnTo>
                    <a:pt x="144274" y="38218"/>
                  </a:lnTo>
                  <a:lnTo>
                    <a:pt x="144274" y="38218"/>
                  </a:lnTo>
                  <a:lnTo>
                    <a:pt x="143319" y="39651"/>
                  </a:lnTo>
                  <a:lnTo>
                    <a:pt x="143319" y="39651"/>
                  </a:lnTo>
                  <a:lnTo>
                    <a:pt x="142841" y="41563"/>
                  </a:lnTo>
                  <a:lnTo>
                    <a:pt x="142841" y="42518"/>
                  </a:lnTo>
                  <a:lnTo>
                    <a:pt x="143796" y="43951"/>
                  </a:lnTo>
                  <a:lnTo>
                    <a:pt x="145707" y="45862"/>
                  </a:lnTo>
                  <a:lnTo>
                    <a:pt x="145707" y="46817"/>
                  </a:lnTo>
                  <a:lnTo>
                    <a:pt x="146185" y="48251"/>
                  </a:lnTo>
                  <a:lnTo>
                    <a:pt x="146663" y="48728"/>
                  </a:lnTo>
                  <a:lnTo>
                    <a:pt x="146185" y="50162"/>
                  </a:lnTo>
                  <a:lnTo>
                    <a:pt x="144274" y="51117"/>
                  </a:lnTo>
                  <a:lnTo>
                    <a:pt x="141885" y="52550"/>
                  </a:lnTo>
                  <a:lnTo>
                    <a:pt x="137108" y="57805"/>
                  </a:lnTo>
                  <a:lnTo>
                    <a:pt x="137108" y="57805"/>
                  </a:lnTo>
                  <a:lnTo>
                    <a:pt x="136631" y="58761"/>
                  </a:lnTo>
                  <a:lnTo>
                    <a:pt x="136631" y="61627"/>
                  </a:lnTo>
                  <a:lnTo>
                    <a:pt x="136153" y="62582"/>
                  </a:lnTo>
                  <a:lnTo>
                    <a:pt x="134719" y="62582"/>
                  </a:lnTo>
                  <a:lnTo>
                    <a:pt x="133764" y="62582"/>
                  </a:lnTo>
                  <a:lnTo>
                    <a:pt x="133764" y="62582"/>
                  </a:lnTo>
                  <a:lnTo>
                    <a:pt x="133287" y="62582"/>
                  </a:lnTo>
                  <a:lnTo>
                    <a:pt x="133287" y="63538"/>
                  </a:lnTo>
                  <a:lnTo>
                    <a:pt x="132809" y="64971"/>
                  </a:lnTo>
                  <a:lnTo>
                    <a:pt x="132331" y="65927"/>
                  </a:lnTo>
                  <a:lnTo>
                    <a:pt x="132331" y="65927"/>
                  </a:lnTo>
                  <a:lnTo>
                    <a:pt x="134242" y="68793"/>
                  </a:lnTo>
                  <a:lnTo>
                    <a:pt x="134242" y="70226"/>
                  </a:lnTo>
                  <a:lnTo>
                    <a:pt x="134242" y="71659"/>
                  </a:lnTo>
                  <a:lnTo>
                    <a:pt x="132331" y="74048"/>
                  </a:lnTo>
                  <a:lnTo>
                    <a:pt x="131376" y="75959"/>
                  </a:lnTo>
                  <a:lnTo>
                    <a:pt x="131376" y="75959"/>
                  </a:lnTo>
                  <a:lnTo>
                    <a:pt x="131853" y="75959"/>
                  </a:lnTo>
                  <a:lnTo>
                    <a:pt x="132809" y="76914"/>
                  </a:lnTo>
                  <a:lnTo>
                    <a:pt x="137108" y="82170"/>
                  </a:lnTo>
                  <a:lnTo>
                    <a:pt x="138064" y="83603"/>
                  </a:lnTo>
                  <a:lnTo>
                    <a:pt x="139975" y="83125"/>
                  </a:lnTo>
                  <a:lnTo>
                    <a:pt x="140453" y="83125"/>
                  </a:lnTo>
                  <a:lnTo>
                    <a:pt x="140930" y="83603"/>
                  </a:lnTo>
                  <a:lnTo>
                    <a:pt x="141408" y="84080"/>
                  </a:lnTo>
                  <a:lnTo>
                    <a:pt x="141408" y="85036"/>
                  </a:lnTo>
                  <a:lnTo>
                    <a:pt x="140930" y="85991"/>
                  </a:lnTo>
                  <a:lnTo>
                    <a:pt x="140930" y="85991"/>
                  </a:lnTo>
                  <a:lnTo>
                    <a:pt x="142841" y="86469"/>
                  </a:lnTo>
                  <a:lnTo>
                    <a:pt x="143796" y="87902"/>
                  </a:lnTo>
                  <a:lnTo>
                    <a:pt x="146185" y="91724"/>
                  </a:lnTo>
                  <a:lnTo>
                    <a:pt x="146185" y="93157"/>
                  </a:lnTo>
                  <a:lnTo>
                    <a:pt x="145230" y="95068"/>
                  </a:lnTo>
                  <a:lnTo>
                    <a:pt x="145230" y="95068"/>
                  </a:lnTo>
                  <a:lnTo>
                    <a:pt x="145230" y="96501"/>
                  </a:lnTo>
                  <a:lnTo>
                    <a:pt x="145230" y="97457"/>
                  </a:lnTo>
                  <a:lnTo>
                    <a:pt x="145707" y="97935"/>
                  </a:lnTo>
                  <a:lnTo>
                    <a:pt x="149530" y="97935"/>
                  </a:lnTo>
                  <a:lnTo>
                    <a:pt x="150962" y="98412"/>
                  </a:lnTo>
                  <a:lnTo>
                    <a:pt x="154784" y="100323"/>
                  </a:lnTo>
                  <a:lnTo>
                    <a:pt x="159084" y="103667"/>
                  </a:lnTo>
                  <a:lnTo>
                    <a:pt x="162428" y="106056"/>
                  </a:lnTo>
                  <a:lnTo>
                    <a:pt x="165772" y="108445"/>
                  </a:lnTo>
                  <a:lnTo>
                    <a:pt x="169116" y="108445"/>
                  </a:lnTo>
                  <a:lnTo>
                    <a:pt x="169594" y="108445"/>
                  </a:lnTo>
                  <a:lnTo>
                    <a:pt x="170549" y="109400"/>
                  </a:lnTo>
                  <a:lnTo>
                    <a:pt x="171505" y="111311"/>
                  </a:lnTo>
                  <a:lnTo>
                    <a:pt x="173416" y="115133"/>
                  </a:lnTo>
                  <a:lnTo>
                    <a:pt x="174849" y="116566"/>
                  </a:lnTo>
                  <a:lnTo>
                    <a:pt x="177238" y="119910"/>
                  </a:lnTo>
                  <a:lnTo>
                    <a:pt x="179626" y="122777"/>
                  </a:lnTo>
                  <a:lnTo>
                    <a:pt x="178193" y="126598"/>
                  </a:lnTo>
                  <a:lnTo>
                    <a:pt x="176760" y="130898"/>
                  </a:lnTo>
                  <a:lnTo>
                    <a:pt x="176760" y="130898"/>
                  </a:lnTo>
                  <a:lnTo>
                    <a:pt x="176760" y="136631"/>
                  </a:lnTo>
                  <a:lnTo>
                    <a:pt x="176760" y="139497"/>
                  </a:lnTo>
                  <a:lnTo>
                    <a:pt x="179626" y="139497"/>
                  </a:lnTo>
                  <a:lnTo>
                    <a:pt x="183448" y="139975"/>
                  </a:lnTo>
                  <a:lnTo>
                    <a:pt x="183448" y="143319"/>
                  </a:lnTo>
                  <a:lnTo>
                    <a:pt x="183448" y="146663"/>
                  </a:lnTo>
                  <a:lnTo>
                    <a:pt x="183448" y="150962"/>
                  </a:lnTo>
                  <a:lnTo>
                    <a:pt x="184403" y="150962"/>
                  </a:lnTo>
                  <a:lnTo>
                    <a:pt x="185837" y="151918"/>
                  </a:lnTo>
                  <a:lnTo>
                    <a:pt x="186792" y="153351"/>
                  </a:lnTo>
                  <a:lnTo>
                    <a:pt x="187748" y="153829"/>
                  </a:lnTo>
                  <a:lnTo>
                    <a:pt x="188703" y="153829"/>
                  </a:lnTo>
                  <a:lnTo>
                    <a:pt x="189658" y="154784"/>
                  </a:lnTo>
                  <a:lnTo>
                    <a:pt x="190614" y="155740"/>
                  </a:lnTo>
                  <a:lnTo>
                    <a:pt x="191092" y="156695"/>
                  </a:lnTo>
                  <a:lnTo>
                    <a:pt x="190614" y="157173"/>
                  </a:lnTo>
                  <a:lnTo>
                    <a:pt x="191092" y="158128"/>
                  </a:lnTo>
                  <a:lnTo>
                    <a:pt x="191569" y="159561"/>
                  </a:lnTo>
                  <a:lnTo>
                    <a:pt x="192525" y="160517"/>
                  </a:lnTo>
                  <a:lnTo>
                    <a:pt x="193958" y="16147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5" name="Freeform 1404">
              <a:extLst>
                <a:ext uri="{FF2B5EF4-FFF2-40B4-BE49-F238E27FC236}">
                  <a16:creationId xmlns:a16="http://schemas.microsoft.com/office/drawing/2014/main" id="{F8FC4423-8231-0CF6-13F5-EE1A976852F5}"/>
                </a:ext>
              </a:extLst>
            </p:cNvPr>
            <p:cNvSpPr/>
            <p:nvPr/>
          </p:nvSpPr>
          <p:spPr>
            <a:xfrm>
              <a:off x="6843646" y="3901258"/>
              <a:ext cx="2388" cy="4299"/>
            </a:xfrm>
            <a:custGeom>
              <a:avLst/>
              <a:gdLst>
                <a:gd name="csX0" fmla="*/ 2389 w 2388"/>
                <a:gd name="csY0" fmla="*/ 0 h 4299"/>
                <a:gd name="csX1" fmla="*/ 478 w 2388"/>
                <a:gd name="csY1" fmla="*/ 2866 h 4299"/>
                <a:gd name="csX2" fmla="*/ 0 w 2388"/>
                <a:gd name="csY2" fmla="*/ 4300 h 4299"/>
                <a:gd name="csX3" fmla="*/ 478 w 2388"/>
                <a:gd name="csY3" fmla="*/ 2866 h 4299"/>
                <a:gd name="csX4" fmla="*/ 2389 w 2388"/>
                <a:gd name="csY4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299">
                  <a:moveTo>
                    <a:pt x="2389" y="0"/>
                  </a:moveTo>
                  <a:lnTo>
                    <a:pt x="478" y="2866"/>
                  </a:lnTo>
                  <a:lnTo>
                    <a:pt x="0" y="4300"/>
                  </a:lnTo>
                  <a:lnTo>
                    <a:pt x="478" y="2866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6" name="Freeform 1405">
              <a:extLst>
                <a:ext uri="{FF2B5EF4-FFF2-40B4-BE49-F238E27FC236}">
                  <a16:creationId xmlns:a16="http://schemas.microsoft.com/office/drawing/2014/main" id="{577D587F-E473-40EE-5B57-1F35076C6537}"/>
                </a:ext>
              </a:extLst>
            </p:cNvPr>
            <p:cNvSpPr/>
            <p:nvPr/>
          </p:nvSpPr>
          <p:spPr>
            <a:xfrm>
              <a:off x="6806382" y="4163532"/>
              <a:ext cx="38218" cy="32485"/>
            </a:xfrm>
            <a:custGeom>
              <a:avLst/>
              <a:gdLst>
                <a:gd name="csX0" fmla="*/ 36786 w 38218"/>
                <a:gd name="csY0" fmla="*/ 30575 h 32485"/>
                <a:gd name="csX1" fmla="*/ 38218 w 38218"/>
                <a:gd name="csY1" fmla="*/ 32008 h 32485"/>
                <a:gd name="csX2" fmla="*/ 34397 w 38218"/>
                <a:gd name="csY2" fmla="*/ 32486 h 32485"/>
                <a:gd name="csX3" fmla="*/ 30097 w 38218"/>
                <a:gd name="csY3" fmla="*/ 32486 h 32485"/>
                <a:gd name="csX4" fmla="*/ 26753 w 38218"/>
                <a:gd name="csY4" fmla="*/ 32486 h 32485"/>
                <a:gd name="csX5" fmla="*/ 22931 w 38218"/>
                <a:gd name="csY5" fmla="*/ 32486 h 32485"/>
                <a:gd name="csX6" fmla="*/ 21020 w 38218"/>
                <a:gd name="csY6" fmla="*/ 30575 h 32485"/>
                <a:gd name="csX7" fmla="*/ 20543 w 38218"/>
                <a:gd name="csY7" fmla="*/ 28186 h 32485"/>
                <a:gd name="csX8" fmla="*/ 19587 w 38218"/>
                <a:gd name="csY8" fmla="*/ 26275 h 32485"/>
                <a:gd name="csX9" fmla="*/ 18154 w 38218"/>
                <a:gd name="csY9" fmla="*/ 22931 h 32485"/>
                <a:gd name="csX10" fmla="*/ 11943 w 38218"/>
                <a:gd name="csY10" fmla="*/ 21975 h 32485"/>
                <a:gd name="csX11" fmla="*/ 9077 w 38218"/>
                <a:gd name="csY11" fmla="*/ 21975 h 32485"/>
                <a:gd name="csX12" fmla="*/ 3822 w 38218"/>
                <a:gd name="csY12" fmla="*/ 21020 h 32485"/>
                <a:gd name="csX13" fmla="*/ 0 w 38218"/>
                <a:gd name="csY13" fmla="*/ 21020 h 32485"/>
                <a:gd name="csX14" fmla="*/ 3344 w 38218"/>
                <a:gd name="csY14" fmla="*/ 17198 h 32485"/>
                <a:gd name="csX15" fmla="*/ 4777 w 38218"/>
                <a:gd name="csY15" fmla="*/ 15765 h 32485"/>
                <a:gd name="csX16" fmla="*/ 7644 w 38218"/>
                <a:gd name="csY16" fmla="*/ 11465 h 32485"/>
                <a:gd name="csX17" fmla="*/ 9077 w 38218"/>
                <a:gd name="csY17" fmla="*/ 8599 h 32485"/>
                <a:gd name="csX18" fmla="*/ 10510 w 38218"/>
                <a:gd name="csY18" fmla="*/ 5733 h 32485"/>
                <a:gd name="csX19" fmla="*/ 11466 w 38218"/>
                <a:gd name="csY19" fmla="*/ 3344 h 32485"/>
                <a:gd name="csX20" fmla="*/ 11943 w 38218"/>
                <a:gd name="csY20" fmla="*/ 2866 h 32485"/>
                <a:gd name="csX21" fmla="*/ 12421 w 38218"/>
                <a:gd name="csY21" fmla="*/ 1911 h 32485"/>
                <a:gd name="csX22" fmla="*/ 13854 w 38218"/>
                <a:gd name="csY22" fmla="*/ 955 h 32485"/>
                <a:gd name="csX23" fmla="*/ 15765 w 38218"/>
                <a:gd name="csY23" fmla="*/ 478 h 32485"/>
                <a:gd name="csX24" fmla="*/ 19587 w 38218"/>
                <a:gd name="csY24" fmla="*/ 0 h 32485"/>
                <a:gd name="csX25" fmla="*/ 21976 w 38218"/>
                <a:gd name="csY25" fmla="*/ 0 h 32485"/>
                <a:gd name="csX26" fmla="*/ 22931 w 38218"/>
                <a:gd name="csY26" fmla="*/ 0 h 32485"/>
                <a:gd name="csX27" fmla="*/ 24365 w 38218"/>
                <a:gd name="csY27" fmla="*/ 478 h 32485"/>
                <a:gd name="csX28" fmla="*/ 28664 w 38218"/>
                <a:gd name="csY28" fmla="*/ 2389 h 32485"/>
                <a:gd name="csX29" fmla="*/ 28664 w 38218"/>
                <a:gd name="csY29" fmla="*/ 2866 h 32485"/>
                <a:gd name="csX30" fmla="*/ 29620 w 38218"/>
                <a:gd name="csY30" fmla="*/ 5255 h 32485"/>
                <a:gd name="csX31" fmla="*/ 30575 w 38218"/>
                <a:gd name="csY31" fmla="*/ 8121 h 32485"/>
                <a:gd name="csX32" fmla="*/ 32008 w 38218"/>
                <a:gd name="csY32" fmla="*/ 10032 h 32485"/>
                <a:gd name="csX33" fmla="*/ 32008 w 38218"/>
                <a:gd name="csY33" fmla="*/ 10988 h 32485"/>
                <a:gd name="csX34" fmla="*/ 31052 w 38218"/>
                <a:gd name="csY34" fmla="*/ 10510 h 32485"/>
                <a:gd name="csX35" fmla="*/ 30097 w 38218"/>
                <a:gd name="csY35" fmla="*/ 10510 h 32485"/>
                <a:gd name="csX36" fmla="*/ 28664 w 38218"/>
                <a:gd name="csY36" fmla="*/ 10032 h 32485"/>
                <a:gd name="csX37" fmla="*/ 25798 w 38218"/>
                <a:gd name="csY37" fmla="*/ 12421 h 32485"/>
                <a:gd name="csX38" fmla="*/ 23886 w 38218"/>
                <a:gd name="csY38" fmla="*/ 14332 h 32485"/>
                <a:gd name="csX39" fmla="*/ 23886 w 38218"/>
                <a:gd name="csY39" fmla="*/ 14809 h 32485"/>
                <a:gd name="csX40" fmla="*/ 26275 w 38218"/>
                <a:gd name="csY40" fmla="*/ 15287 h 32485"/>
                <a:gd name="csX41" fmla="*/ 28186 w 38218"/>
                <a:gd name="csY41" fmla="*/ 15287 h 32485"/>
                <a:gd name="csX42" fmla="*/ 29142 w 38218"/>
                <a:gd name="csY42" fmla="*/ 14809 h 32485"/>
                <a:gd name="csX43" fmla="*/ 30097 w 38218"/>
                <a:gd name="csY43" fmla="*/ 15287 h 32485"/>
                <a:gd name="csX44" fmla="*/ 31052 w 38218"/>
                <a:gd name="csY44" fmla="*/ 17198 h 32485"/>
                <a:gd name="csX45" fmla="*/ 31052 w 38218"/>
                <a:gd name="csY45" fmla="*/ 18631 h 32485"/>
                <a:gd name="csX46" fmla="*/ 32963 w 38218"/>
                <a:gd name="csY46" fmla="*/ 23409 h 32485"/>
                <a:gd name="csX47" fmla="*/ 34397 w 38218"/>
                <a:gd name="csY47" fmla="*/ 24842 h 32485"/>
                <a:gd name="csX48" fmla="*/ 35830 w 38218"/>
                <a:gd name="csY48" fmla="*/ 27708 h 32485"/>
                <a:gd name="csX49" fmla="*/ 36786 w 38218"/>
                <a:gd name="csY49" fmla="*/ 29141 h 32485"/>
                <a:gd name="csX50" fmla="*/ 36786 w 38218"/>
                <a:gd name="csY50" fmla="*/ 30575 h 32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8218" h="32485">
                  <a:moveTo>
                    <a:pt x="36786" y="30575"/>
                  </a:moveTo>
                  <a:lnTo>
                    <a:pt x="38218" y="32008"/>
                  </a:lnTo>
                  <a:lnTo>
                    <a:pt x="34397" y="32486"/>
                  </a:lnTo>
                  <a:lnTo>
                    <a:pt x="30097" y="32486"/>
                  </a:lnTo>
                  <a:lnTo>
                    <a:pt x="26753" y="32486"/>
                  </a:lnTo>
                  <a:lnTo>
                    <a:pt x="22931" y="32486"/>
                  </a:lnTo>
                  <a:lnTo>
                    <a:pt x="21020" y="30575"/>
                  </a:lnTo>
                  <a:lnTo>
                    <a:pt x="20543" y="28186"/>
                  </a:lnTo>
                  <a:lnTo>
                    <a:pt x="19587" y="26275"/>
                  </a:lnTo>
                  <a:lnTo>
                    <a:pt x="18154" y="22931"/>
                  </a:lnTo>
                  <a:lnTo>
                    <a:pt x="11943" y="21975"/>
                  </a:lnTo>
                  <a:lnTo>
                    <a:pt x="9077" y="21975"/>
                  </a:lnTo>
                  <a:lnTo>
                    <a:pt x="3822" y="21020"/>
                  </a:lnTo>
                  <a:lnTo>
                    <a:pt x="0" y="21020"/>
                  </a:lnTo>
                  <a:lnTo>
                    <a:pt x="3344" y="17198"/>
                  </a:lnTo>
                  <a:lnTo>
                    <a:pt x="4777" y="15765"/>
                  </a:lnTo>
                  <a:lnTo>
                    <a:pt x="7644" y="11465"/>
                  </a:lnTo>
                  <a:lnTo>
                    <a:pt x="9077" y="8599"/>
                  </a:lnTo>
                  <a:lnTo>
                    <a:pt x="10510" y="5733"/>
                  </a:lnTo>
                  <a:lnTo>
                    <a:pt x="11466" y="3344"/>
                  </a:lnTo>
                  <a:lnTo>
                    <a:pt x="11943" y="2866"/>
                  </a:lnTo>
                  <a:lnTo>
                    <a:pt x="12421" y="1911"/>
                  </a:lnTo>
                  <a:lnTo>
                    <a:pt x="13854" y="955"/>
                  </a:lnTo>
                  <a:lnTo>
                    <a:pt x="15765" y="478"/>
                  </a:lnTo>
                  <a:lnTo>
                    <a:pt x="19587" y="0"/>
                  </a:lnTo>
                  <a:lnTo>
                    <a:pt x="21976" y="0"/>
                  </a:lnTo>
                  <a:lnTo>
                    <a:pt x="22931" y="0"/>
                  </a:lnTo>
                  <a:lnTo>
                    <a:pt x="24365" y="478"/>
                  </a:lnTo>
                  <a:lnTo>
                    <a:pt x="28664" y="2389"/>
                  </a:lnTo>
                  <a:lnTo>
                    <a:pt x="28664" y="2866"/>
                  </a:lnTo>
                  <a:lnTo>
                    <a:pt x="29620" y="5255"/>
                  </a:lnTo>
                  <a:lnTo>
                    <a:pt x="30575" y="8121"/>
                  </a:lnTo>
                  <a:lnTo>
                    <a:pt x="32008" y="10032"/>
                  </a:lnTo>
                  <a:lnTo>
                    <a:pt x="32008" y="10988"/>
                  </a:lnTo>
                  <a:lnTo>
                    <a:pt x="31052" y="10510"/>
                  </a:lnTo>
                  <a:lnTo>
                    <a:pt x="30097" y="10510"/>
                  </a:lnTo>
                  <a:lnTo>
                    <a:pt x="28664" y="10032"/>
                  </a:lnTo>
                  <a:lnTo>
                    <a:pt x="25798" y="12421"/>
                  </a:lnTo>
                  <a:lnTo>
                    <a:pt x="23886" y="14332"/>
                  </a:lnTo>
                  <a:lnTo>
                    <a:pt x="23886" y="14809"/>
                  </a:lnTo>
                  <a:lnTo>
                    <a:pt x="26275" y="15287"/>
                  </a:lnTo>
                  <a:lnTo>
                    <a:pt x="28186" y="15287"/>
                  </a:lnTo>
                  <a:lnTo>
                    <a:pt x="29142" y="14809"/>
                  </a:lnTo>
                  <a:lnTo>
                    <a:pt x="30097" y="15287"/>
                  </a:lnTo>
                  <a:lnTo>
                    <a:pt x="31052" y="17198"/>
                  </a:lnTo>
                  <a:lnTo>
                    <a:pt x="31052" y="18631"/>
                  </a:lnTo>
                  <a:lnTo>
                    <a:pt x="32963" y="23409"/>
                  </a:lnTo>
                  <a:lnTo>
                    <a:pt x="34397" y="24842"/>
                  </a:lnTo>
                  <a:lnTo>
                    <a:pt x="35830" y="27708"/>
                  </a:lnTo>
                  <a:lnTo>
                    <a:pt x="36786" y="29141"/>
                  </a:lnTo>
                  <a:lnTo>
                    <a:pt x="36786" y="3057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7" name="Freeform 1406">
              <a:extLst>
                <a:ext uri="{FF2B5EF4-FFF2-40B4-BE49-F238E27FC236}">
                  <a16:creationId xmlns:a16="http://schemas.microsoft.com/office/drawing/2014/main" id="{FD3F6059-A475-3852-5D7A-361C8DD2003F}"/>
                </a:ext>
              </a:extLst>
            </p:cNvPr>
            <p:cNvSpPr/>
            <p:nvPr/>
          </p:nvSpPr>
          <p:spPr>
            <a:xfrm>
              <a:off x="6841735" y="3905558"/>
              <a:ext cx="1911" cy="1433"/>
            </a:xfrm>
            <a:custGeom>
              <a:avLst/>
              <a:gdLst>
                <a:gd name="csX0" fmla="*/ 1911 w 1911"/>
                <a:gd name="csY0" fmla="*/ 0 h 1433"/>
                <a:gd name="csX1" fmla="*/ 1911 w 1911"/>
                <a:gd name="csY1" fmla="*/ 0 h 1433"/>
                <a:gd name="csX2" fmla="*/ 0 w 1911"/>
                <a:gd name="csY2" fmla="*/ 1433 h 1433"/>
                <a:gd name="csX3" fmla="*/ 1911 w 1911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433">
                  <a:moveTo>
                    <a:pt x="1911" y="0"/>
                  </a:moveTo>
                  <a:lnTo>
                    <a:pt x="1911" y="0"/>
                  </a:lnTo>
                  <a:lnTo>
                    <a:pt x="0" y="1433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8" name="Freeform 1407">
              <a:extLst>
                <a:ext uri="{FF2B5EF4-FFF2-40B4-BE49-F238E27FC236}">
                  <a16:creationId xmlns:a16="http://schemas.microsoft.com/office/drawing/2014/main" id="{2FD5BDE9-C446-61BE-6139-D965992E7FC4}"/>
                </a:ext>
              </a:extLst>
            </p:cNvPr>
            <p:cNvSpPr/>
            <p:nvPr/>
          </p:nvSpPr>
          <p:spPr>
            <a:xfrm>
              <a:off x="6839346" y="4975194"/>
              <a:ext cx="3344" cy="3821"/>
            </a:xfrm>
            <a:custGeom>
              <a:avLst/>
              <a:gdLst>
                <a:gd name="csX0" fmla="*/ 2389 w 3344"/>
                <a:gd name="csY0" fmla="*/ 0 h 3821"/>
                <a:gd name="csX1" fmla="*/ 3344 w 3344"/>
                <a:gd name="csY1" fmla="*/ 1911 h 3821"/>
                <a:gd name="csX2" fmla="*/ 2866 w 3344"/>
                <a:gd name="csY2" fmla="*/ 3344 h 3821"/>
                <a:gd name="csX3" fmla="*/ 3344 w 3344"/>
                <a:gd name="csY3" fmla="*/ 3822 h 3821"/>
                <a:gd name="csX4" fmla="*/ 478 w 3344"/>
                <a:gd name="csY4" fmla="*/ 3344 h 3821"/>
                <a:gd name="csX5" fmla="*/ 0 w 3344"/>
                <a:gd name="csY5" fmla="*/ 956 h 3821"/>
                <a:gd name="csX6" fmla="*/ 1433 w 3344"/>
                <a:gd name="csY6" fmla="*/ 956 h 3821"/>
                <a:gd name="csX7" fmla="*/ 1433 w 3344"/>
                <a:gd name="csY7" fmla="*/ 0 h 3821"/>
                <a:gd name="csX8" fmla="*/ 2389 w 3344"/>
                <a:gd name="csY8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3821">
                  <a:moveTo>
                    <a:pt x="2389" y="0"/>
                  </a:moveTo>
                  <a:lnTo>
                    <a:pt x="3344" y="1911"/>
                  </a:lnTo>
                  <a:lnTo>
                    <a:pt x="2866" y="3344"/>
                  </a:lnTo>
                  <a:lnTo>
                    <a:pt x="3344" y="3822"/>
                  </a:lnTo>
                  <a:lnTo>
                    <a:pt x="478" y="3344"/>
                  </a:lnTo>
                  <a:lnTo>
                    <a:pt x="0" y="956"/>
                  </a:lnTo>
                  <a:lnTo>
                    <a:pt x="1433" y="956"/>
                  </a:lnTo>
                  <a:lnTo>
                    <a:pt x="1433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9" name="Freeform 1408">
              <a:extLst>
                <a:ext uri="{FF2B5EF4-FFF2-40B4-BE49-F238E27FC236}">
                  <a16:creationId xmlns:a16="http://schemas.microsoft.com/office/drawing/2014/main" id="{224C5186-3854-E119-6188-3FA54DD334A2}"/>
                </a:ext>
              </a:extLst>
            </p:cNvPr>
            <p:cNvSpPr/>
            <p:nvPr/>
          </p:nvSpPr>
          <p:spPr>
            <a:xfrm>
              <a:off x="6837435" y="4165920"/>
              <a:ext cx="5255" cy="8121"/>
            </a:xfrm>
            <a:custGeom>
              <a:avLst/>
              <a:gdLst>
                <a:gd name="csX0" fmla="*/ 2867 w 5255"/>
                <a:gd name="csY0" fmla="*/ 955 h 8121"/>
                <a:gd name="csX1" fmla="*/ 5255 w 5255"/>
                <a:gd name="csY1" fmla="*/ 4299 h 8121"/>
                <a:gd name="csX2" fmla="*/ 5255 w 5255"/>
                <a:gd name="csY2" fmla="*/ 5255 h 8121"/>
                <a:gd name="csX3" fmla="*/ 4777 w 5255"/>
                <a:gd name="csY3" fmla="*/ 5733 h 8121"/>
                <a:gd name="csX4" fmla="*/ 3822 w 5255"/>
                <a:gd name="csY4" fmla="*/ 7166 h 8121"/>
                <a:gd name="csX5" fmla="*/ 2389 w 5255"/>
                <a:gd name="csY5" fmla="*/ 8121 h 8121"/>
                <a:gd name="csX6" fmla="*/ 1911 w 5255"/>
                <a:gd name="csY6" fmla="*/ 7644 h 8121"/>
                <a:gd name="csX7" fmla="*/ 956 w 5255"/>
                <a:gd name="csY7" fmla="*/ 6688 h 8121"/>
                <a:gd name="csX8" fmla="*/ 0 w 5255"/>
                <a:gd name="csY8" fmla="*/ 3822 h 8121"/>
                <a:gd name="csX9" fmla="*/ 478 w 5255"/>
                <a:gd name="csY9" fmla="*/ 2866 h 8121"/>
                <a:gd name="csX10" fmla="*/ 478 w 5255"/>
                <a:gd name="csY10" fmla="*/ 2389 h 8121"/>
                <a:gd name="csX11" fmla="*/ 478 w 5255"/>
                <a:gd name="csY11" fmla="*/ 1911 h 8121"/>
                <a:gd name="csX12" fmla="*/ 956 w 5255"/>
                <a:gd name="csY12" fmla="*/ 1911 h 8121"/>
                <a:gd name="csX13" fmla="*/ 1433 w 5255"/>
                <a:gd name="csY13" fmla="*/ 478 h 8121"/>
                <a:gd name="csX14" fmla="*/ 1911 w 5255"/>
                <a:gd name="csY14" fmla="*/ 0 h 8121"/>
                <a:gd name="csX15" fmla="*/ 2867 w 5255"/>
                <a:gd name="csY15" fmla="*/ 955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255" h="8121">
                  <a:moveTo>
                    <a:pt x="2867" y="955"/>
                  </a:moveTo>
                  <a:lnTo>
                    <a:pt x="5255" y="4299"/>
                  </a:lnTo>
                  <a:lnTo>
                    <a:pt x="5255" y="5255"/>
                  </a:lnTo>
                  <a:lnTo>
                    <a:pt x="4777" y="5733"/>
                  </a:lnTo>
                  <a:lnTo>
                    <a:pt x="3822" y="7166"/>
                  </a:lnTo>
                  <a:lnTo>
                    <a:pt x="2389" y="8121"/>
                  </a:lnTo>
                  <a:lnTo>
                    <a:pt x="1911" y="7644"/>
                  </a:lnTo>
                  <a:lnTo>
                    <a:pt x="956" y="6688"/>
                  </a:lnTo>
                  <a:lnTo>
                    <a:pt x="0" y="3822"/>
                  </a:lnTo>
                  <a:lnTo>
                    <a:pt x="478" y="2866"/>
                  </a:lnTo>
                  <a:lnTo>
                    <a:pt x="478" y="2389"/>
                  </a:lnTo>
                  <a:lnTo>
                    <a:pt x="478" y="1911"/>
                  </a:lnTo>
                  <a:lnTo>
                    <a:pt x="956" y="1911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867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0" name="Freeform 1409">
              <a:extLst>
                <a:ext uri="{FF2B5EF4-FFF2-40B4-BE49-F238E27FC236}">
                  <a16:creationId xmlns:a16="http://schemas.microsoft.com/office/drawing/2014/main" id="{2CAA1216-F576-DF24-2D14-6DB8F49C3AF4}"/>
                </a:ext>
              </a:extLst>
            </p:cNvPr>
            <p:cNvSpPr/>
            <p:nvPr/>
          </p:nvSpPr>
          <p:spPr>
            <a:xfrm>
              <a:off x="6840779" y="3958108"/>
              <a:ext cx="1432" cy="955"/>
            </a:xfrm>
            <a:custGeom>
              <a:avLst/>
              <a:gdLst>
                <a:gd name="csX0" fmla="*/ 1433 w 1432"/>
                <a:gd name="csY0" fmla="*/ 0 h 955"/>
                <a:gd name="csX1" fmla="*/ 1433 w 1432"/>
                <a:gd name="csY1" fmla="*/ 0 h 955"/>
                <a:gd name="csX2" fmla="*/ 0 w 1432"/>
                <a:gd name="csY2" fmla="*/ 955 h 955"/>
                <a:gd name="csX3" fmla="*/ 1433 w 1432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955">
                  <a:moveTo>
                    <a:pt x="1433" y="0"/>
                  </a:moveTo>
                  <a:lnTo>
                    <a:pt x="1433" y="0"/>
                  </a:lnTo>
                  <a:lnTo>
                    <a:pt x="0" y="955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1" name="Freeform 1410">
              <a:extLst>
                <a:ext uri="{FF2B5EF4-FFF2-40B4-BE49-F238E27FC236}">
                  <a16:creationId xmlns:a16="http://schemas.microsoft.com/office/drawing/2014/main" id="{5C58B2F0-730A-C63B-27E8-E3FBAE0B8C07}"/>
                </a:ext>
              </a:extLst>
            </p:cNvPr>
            <p:cNvSpPr/>
            <p:nvPr/>
          </p:nvSpPr>
          <p:spPr>
            <a:xfrm>
              <a:off x="6836957" y="3906991"/>
              <a:ext cx="4777" cy="1910"/>
            </a:xfrm>
            <a:custGeom>
              <a:avLst/>
              <a:gdLst>
                <a:gd name="csX0" fmla="*/ 4777 w 4777"/>
                <a:gd name="csY0" fmla="*/ 0 h 1910"/>
                <a:gd name="csX1" fmla="*/ 1433 w 4777"/>
                <a:gd name="csY1" fmla="*/ 1433 h 1910"/>
                <a:gd name="csX2" fmla="*/ 0 w 4777"/>
                <a:gd name="csY2" fmla="*/ 1911 h 1910"/>
                <a:gd name="csX3" fmla="*/ 1433 w 4777"/>
                <a:gd name="csY3" fmla="*/ 1433 h 1910"/>
                <a:gd name="csX4" fmla="*/ 4777 w 4777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1910">
                  <a:moveTo>
                    <a:pt x="4777" y="0"/>
                  </a:moveTo>
                  <a:lnTo>
                    <a:pt x="1433" y="1433"/>
                  </a:lnTo>
                  <a:lnTo>
                    <a:pt x="0" y="1911"/>
                  </a:lnTo>
                  <a:lnTo>
                    <a:pt x="1433" y="1433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2" name="Freeform 1411">
              <a:extLst>
                <a:ext uri="{FF2B5EF4-FFF2-40B4-BE49-F238E27FC236}">
                  <a16:creationId xmlns:a16="http://schemas.microsoft.com/office/drawing/2014/main" id="{6FBB0933-1076-842A-5E60-B30967507938}"/>
                </a:ext>
              </a:extLst>
            </p:cNvPr>
            <p:cNvSpPr/>
            <p:nvPr/>
          </p:nvSpPr>
          <p:spPr>
            <a:xfrm>
              <a:off x="6838391" y="3967663"/>
              <a:ext cx="2866" cy="477"/>
            </a:xfrm>
            <a:custGeom>
              <a:avLst/>
              <a:gdLst>
                <a:gd name="csX0" fmla="*/ 2866 w 2866"/>
                <a:gd name="csY0" fmla="*/ 0 h 477"/>
                <a:gd name="csX1" fmla="*/ 2866 w 2866"/>
                <a:gd name="csY1" fmla="*/ 0 h 477"/>
                <a:gd name="csX2" fmla="*/ 1911 w 2866"/>
                <a:gd name="csY2" fmla="*/ 0 h 477"/>
                <a:gd name="csX3" fmla="*/ 0 w 2866"/>
                <a:gd name="csY3" fmla="*/ 478 h 477"/>
                <a:gd name="csX4" fmla="*/ 1911 w 2866"/>
                <a:gd name="csY4" fmla="*/ 0 h 477"/>
                <a:gd name="csX5" fmla="*/ 2866 w 2866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477">
                  <a:moveTo>
                    <a:pt x="2866" y="0"/>
                  </a:moveTo>
                  <a:lnTo>
                    <a:pt x="2866" y="0"/>
                  </a:lnTo>
                  <a:lnTo>
                    <a:pt x="1911" y="0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3" name="Freeform 1412">
              <a:extLst>
                <a:ext uri="{FF2B5EF4-FFF2-40B4-BE49-F238E27FC236}">
                  <a16:creationId xmlns:a16="http://schemas.microsoft.com/office/drawing/2014/main" id="{4F985250-99E1-3AD5-2B59-D211AB69F39E}"/>
                </a:ext>
              </a:extLst>
            </p:cNvPr>
            <p:cNvSpPr/>
            <p:nvPr/>
          </p:nvSpPr>
          <p:spPr>
            <a:xfrm>
              <a:off x="6836957" y="3683891"/>
              <a:ext cx="3344" cy="4299"/>
            </a:xfrm>
            <a:custGeom>
              <a:avLst/>
              <a:gdLst>
                <a:gd name="csX0" fmla="*/ 2389 w 3344"/>
                <a:gd name="csY0" fmla="*/ 3344 h 4299"/>
                <a:gd name="csX1" fmla="*/ 3344 w 3344"/>
                <a:gd name="csY1" fmla="*/ 4300 h 4299"/>
                <a:gd name="csX2" fmla="*/ 2389 w 3344"/>
                <a:gd name="csY2" fmla="*/ 3344 h 4299"/>
                <a:gd name="csX3" fmla="*/ 0 w 3344"/>
                <a:gd name="csY3" fmla="*/ 0 h 4299"/>
                <a:gd name="csX4" fmla="*/ 2389 w 3344"/>
                <a:gd name="csY4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4299">
                  <a:moveTo>
                    <a:pt x="2389" y="3344"/>
                  </a:moveTo>
                  <a:lnTo>
                    <a:pt x="3344" y="4300"/>
                  </a:lnTo>
                  <a:lnTo>
                    <a:pt x="2389" y="3344"/>
                  </a:lnTo>
                  <a:lnTo>
                    <a:pt x="0" y="0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4" name="Freeform 1413">
              <a:extLst>
                <a:ext uri="{FF2B5EF4-FFF2-40B4-BE49-F238E27FC236}">
                  <a16:creationId xmlns:a16="http://schemas.microsoft.com/office/drawing/2014/main" id="{AD983EBF-DB54-1141-D9AF-6FBA2D75B172}"/>
                </a:ext>
              </a:extLst>
            </p:cNvPr>
            <p:cNvSpPr/>
            <p:nvPr/>
          </p:nvSpPr>
          <p:spPr>
            <a:xfrm>
              <a:off x="6837913" y="3960019"/>
              <a:ext cx="477" cy="2388"/>
            </a:xfrm>
            <a:custGeom>
              <a:avLst/>
              <a:gdLst>
                <a:gd name="csX0" fmla="*/ 478 w 477"/>
                <a:gd name="csY0" fmla="*/ 0 h 2388"/>
                <a:gd name="csX1" fmla="*/ 0 w 477"/>
                <a:gd name="csY1" fmla="*/ 956 h 2388"/>
                <a:gd name="csX2" fmla="*/ 0 w 477"/>
                <a:gd name="csY2" fmla="*/ 1911 h 2388"/>
                <a:gd name="csX3" fmla="*/ 0 w 477"/>
                <a:gd name="csY3" fmla="*/ 2389 h 2388"/>
                <a:gd name="csX4" fmla="*/ 0 w 477"/>
                <a:gd name="csY4" fmla="*/ 1433 h 2388"/>
                <a:gd name="csX5" fmla="*/ 0 w 477"/>
                <a:gd name="csY5" fmla="*/ 956 h 2388"/>
                <a:gd name="csX6" fmla="*/ 478 w 477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2388">
                  <a:moveTo>
                    <a:pt x="478" y="0"/>
                  </a:moveTo>
                  <a:lnTo>
                    <a:pt x="0" y="956"/>
                  </a:lnTo>
                  <a:lnTo>
                    <a:pt x="0" y="1911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5" name="Freeform 1414">
              <a:extLst>
                <a:ext uri="{FF2B5EF4-FFF2-40B4-BE49-F238E27FC236}">
                  <a16:creationId xmlns:a16="http://schemas.microsoft.com/office/drawing/2014/main" id="{51BFD9E4-663D-20A8-5562-1C5F88CEF911}"/>
                </a:ext>
              </a:extLst>
            </p:cNvPr>
            <p:cNvSpPr/>
            <p:nvPr/>
          </p:nvSpPr>
          <p:spPr>
            <a:xfrm>
              <a:off x="6835046" y="3908902"/>
              <a:ext cx="1911" cy="2866"/>
            </a:xfrm>
            <a:custGeom>
              <a:avLst/>
              <a:gdLst>
                <a:gd name="csX0" fmla="*/ 1911 w 1911"/>
                <a:gd name="csY0" fmla="*/ 0 h 2866"/>
                <a:gd name="csX1" fmla="*/ 0 w 1911"/>
                <a:gd name="csY1" fmla="*/ 2867 h 2866"/>
                <a:gd name="csX2" fmla="*/ 1911 w 1911"/>
                <a:gd name="csY2" fmla="*/ 0 h 2866"/>
                <a:gd name="csX3" fmla="*/ 1911 w 1911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2866">
                  <a:moveTo>
                    <a:pt x="1911" y="0"/>
                  </a:moveTo>
                  <a:lnTo>
                    <a:pt x="0" y="2867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6" name="Freeform 1415">
              <a:extLst>
                <a:ext uri="{FF2B5EF4-FFF2-40B4-BE49-F238E27FC236}">
                  <a16:creationId xmlns:a16="http://schemas.microsoft.com/office/drawing/2014/main" id="{AF8D33DF-35C8-BB29-F8D3-E16C735B4E94}"/>
                </a:ext>
              </a:extLst>
            </p:cNvPr>
            <p:cNvSpPr/>
            <p:nvPr/>
          </p:nvSpPr>
          <p:spPr>
            <a:xfrm>
              <a:off x="6835524" y="3969096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478 w 955"/>
                <a:gd name="csY1" fmla="*/ 478 h 955"/>
                <a:gd name="csX2" fmla="*/ 0 w 955"/>
                <a:gd name="csY2" fmla="*/ 956 h 955"/>
                <a:gd name="csX3" fmla="*/ 478 w 955"/>
                <a:gd name="csY3" fmla="*/ 478 h 955"/>
                <a:gd name="csX4" fmla="*/ 955 w 955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478" y="478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7" name="Freeform 1416">
              <a:extLst>
                <a:ext uri="{FF2B5EF4-FFF2-40B4-BE49-F238E27FC236}">
                  <a16:creationId xmlns:a16="http://schemas.microsoft.com/office/drawing/2014/main" id="{D324F3DA-7D65-5D2E-5C56-8EC1CA530CF3}"/>
                </a:ext>
              </a:extLst>
            </p:cNvPr>
            <p:cNvSpPr/>
            <p:nvPr/>
          </p:nvSpPr>
          <p:spPr>
            <a:xfrm>
              <a:off x="6538376" y="4463068"/>
              <a:ext cx="296669" cy="208767"/>
            </a:xfrm>
            <a:custGeom>
              <a:avLst/>
              <a:gdLst>
                <a:gd name="csX0" fmla="*/ 296670 w 296669"/>
                <a:gd name="csY0" fmla="*/ 126598 h 208767"/>
                <a:gd name="csX1" fmla="*/ 291893 w 296669"/>
                <a:gd name="csY1" fmla="*/ 130898 h 208767"/>
                <a:gd name="csX2" fmla="*/ 286638 w 296669"/>
                <a:gd name="csY2" fmla="*/ 135675 h 208767"/>
                <a:gd name="csX3" fmla="*/ 280428 w 296669"/>
                <a:gd name="csY3" fmla="*/ 140930 h 208767"/>
                <a:gd name="csX4" fmla="*/ 277083 w 296669"/>
                <a:gd name="csY4" fmla="*/ 144274 h 208767"/>
                <a:gd name="csX5" fmla="*/ 270873 w 296669"/>
                <a:gd name="csY5" fmla="*/ 149530 h 208767"/>
                <a:gd name="csX6" fmla="*/ 266096 w 296669"/>
                <a:gd name="csY6" fmla="*/ 153829 h 208767"/>
                <a:gd name="csX7" fmla="*/ 260840 w 296669"/>
                <a:gd name="csY7" fmla="*/ 158606 h 208767"/>
                <a:gd name="csX8" fmla="*/ 256541 w 296669"/>
                <a:gd name="csY8" fmla="*/ 162906 h 208767"/>
                <a:gd name="csX9" fmla="*/ 250330 w 296669"/>
                <a:gd name="csY9" fmla="*/ 169116 h 208767"/>
                <a:gd name="csX10" fmla="*/ 246508 w 296669"/>
                <a:gd name="csY10" fmla="*/ 172938 h 208767"/>
                <a:gd name="csX11" fmla="*/ 240298 w 296669"/>
                <a:gd name="csY11" fmla="*/ 178671 h 208767"/>
                <a:gd name="csX12" fmla="*/ 236476 w 296669"/>
                <a:gd name="csY12" fmla="*/ 182493 h 208767"/>
                <a:gd name="csX13" fmla="*/ 235998 w 296669"/>
                <a:gd name="csY13" fmla="*/ 182971 h 208767"/>
                <a:gd name="csX14" fmla="*/ 230744 w 296669"/>
                <a:gd name="csY14" fmla="*/ 182493 h 208767"/>
                <a:gd name="csX15" fmla="*/ 225010 w 296669"/>
                <a:gd name="csY15" fmla="*/ 182493 h 208767"/>
                <a:gd name="csX16" fmla="*/ 218323 w 296669"/>
                <a:gd name="csY16" fmla="*/ 182015 h 208767"/>
                <a:gd name="csX17" fmla="*/ 217845 w 296669"/>
                <a:gd name="csY17" fmla="*/ 182015 h 208767"/>
                <a:gd name="csX18" fmla="*/ 215934 w 296669"/>
                <a:gd name="csY18" fmla="*/ 182493 h 208767"/>
                <a:gd name="csX19" fmla="*/ 214501 w 296669"/>
                <a:gd name="csY19" fmla="*/ 182493 h 208767"/>
                <a:gd name="csX20" fmla="*/ 209723 w 296669"/>
                <a:gd name="csY20" fmla="*/ 183448 h 208767"/>
                <a:gd name="csX21" fmla="*/ 208768 w 296669"/>
                <a:gd name="csY21" fmla="*/ 183926 h 208767"/>
                <a:gd name="csX22" fmla="*/ 204946 w 296669"/>
                <a:gd name="csY22" fmla="*/ 185359 h 208767"/>
                <a:gd name="csX23" fmla="*/ 200646 w 296669"/>
                <a:gd name="csY23" fmla="*/ 187270 h 208767"/>
                <a:gd name="csX24" fmla="*/ 198258 w 296669"/>
                <a:gd name="csY24" fmla="*/ 189181 h 208767"/>
                <a:gd name="csX25" fmla="*/ 196825 w 296669"/>
                <a:gd name="csY25" fmla="*/ 191092 h 208767"/>
                <a:gd name="csX26" fmla="*/ 195869 w 296669"/>
                <a:gd name="csY26" fmla="*/ 192525 h 208767"/>
                <a:gd name="csX27" fmla="*/ 195391 w 296669"/>
                <a:gd name="csY27" fmla="*/ 193480 h 208767"/>
                <a:gd name="csX28" fmla="*/ 193958 w 296669"/>
                <a:gd name="csY28" fmla="*/ 193958 h 208767"/>
                <a:gd name="csX29" fmla="*/ 185359 w 296669"/>
                <a:gd name="csY29" fmla="*/ 195391 h 208767"/>
                <a:gd name="csX30" fmla="*/ 182971 w 296669"/>
                <a:gd name="csY30" fmla="*/ 195391 h 208767"/>
                <a:gd name="csX31" fmla="*/ 178671 w 296669"/>
                <a:gd name="csY31" fmla="*/ 196825 h 208767"/>
                <a:gd name="csX32" fmla="*/ 176760 w 296669"/>
                <a:gd name="csY32" fmla="*/ 198736 h 208767"/>
                <a:gd name="csX33" fmla="*/ 175805 w 296669"/>
                <a:gd name="csY33" fmla="*/ 199691 h 208767"/>
                <a:gd name="csX34" fmla="*/ 172938 w 296669"/>
                <a:gd name="csY34" fmla="*/ 199691 h 208767"/>
                <a:gd name="csX35" fmla="*/ 168161 w 296669"/>
                <a:gd name="csY35" fmla="*/ 199691 h 208767"/>
                <a:gd name="csX36" fmla="*/ 165772 w 296669"/>
                <a:gd name="csY36" fmla="*/ 200169 h 208767"/>
                <a:gd name="csX37" fmla="*/ 164817 w 296669"/>
                <a:gd name="csY37" fmla="*/ 200169 h 208767"/>
                <a:gd name="csX38" fmla="*/ 162906 w 296669"/>
                <a:gd name="csY38" fmla="*/ 200169 h 208767"/>
                <a:gd name="csX39" fmla="*/ 161950 w 296669"/>
                <a:gd name="csY39" fmla="*/ 199691 h 208767"/>
                <a:gd name="csX40" fmla="*/ 161473 w 296669"/>
                <a:gd name="csY40" fmla="*/ 199691 h 208767"/>
                <a:gd name="csX41" fmla="*/ 160517 w 296669"/>
                <a:gd name="csY41" fmla="*/ 199691 h 208767"/>
                <a:gd name="csX42" fmla="*/ 160039 w 296669"/>
                <a:gd name="csY42" fmla="*/ 199213 h 208767"/>
                <a:gd name="csX43" fmla="*/ 158607 w 296669"/>
                <a:gd name="csY43" fmla="*/ 198258 h 208767"/>
                <a:gd name="csX44" fmla="*/ 155740 w 296669"/>
                <a:gd name="csY44" fmla="*/ 195869 h 208767"/>
                <a:gd name="csX45" fmla="*/ 153829 w 296669"/>
                <a:gd name="csY45" fmla="*/ 193958 h 208767"/>
                <a:gd name="csX46" fmla="*/ 149052 w 296669"/>
                <a:gd name="csY46" fmla="*/ 195869 h 208767"/>
                <a:gd name="csX47" fmla="*/ 144752 w 296669"/>
                <a:gd name="csY47" fmla="*/ 197780 h 208767"/>
                <a:gd name="csX48" fmla="*/ 139019 w 296669"/>
                <a:gd name="csY48" fmla="*/ 200169 h 208767"/>
                <a:gd name="csX49" fmla="*/ 135675 w 296669"/>
                <a:gd name="csY49" fmla="*/ 201602 h 208767"/>
                <a:gd name="csX50" fmla="*/ 135198 w 296669"/>
                <a:gd name="csY50" fmla="*/ 201602 h 208767"/>
                <a:gd name="csX51" fmla="*/ 134242 w 296669"/>
                <a:gd name="csY51" fmla="*/ 203513 h 208767"/>
                <a:gd name="csX52" fmla="*/ 131853 w 296669"/>
                <a:gd name="csY52" fmla="*/ 206857 h 208767"/>
                <a:gd name="csX53" fmla="*/ 129465 w 296669"/>
                <a:gd name="csY53" fmla="*/ 208768 h 208767"/>
                <a:gd name="csX54" fmla="*/ 128509 w 296669"/>
                <a:gd name="csY54" fmla="*/ 208768 h 208767"/>
                <a:gd name="csX55" fmla="*/ 124210 w 296669"/>
                <a:gd name="csY55" fmla="*/ 208768 h 208767"/>
                <a:gd name="csX56" fmla="*/ 123254 w 296669"/>
                <a:gd name="csY56" fmla="*/ 208768 h 208767"/>
                <a:gd name="csX57" fmla="*/ 122777 w 296669"/>
                <a:gd name="csY57" fmla="*/ 208290 h 208767"/>
                <a:gd name="csX58" fmla="*/ 121343 w 296669"/>
                <a:gd name="csY58" fmla="*/ 208290 h 208767"/>
                <a:gd name="csX59" fmla="*/ 118000 w 296669"/>
                <a:gd name="csY59" fmla="*/ 207812 h 208767"/>
                <a:gd name="csX60" fmla="*/ 113700 w 296669"/>
                <a:gd name="csY60" fmla="*/ 207335 h 208767"/>
                <a:gd name="csX61" fmla="*/ 110834 w 296669"/>
                <a:gd name="csY61" fmla="*/ 206379 h 208767"/>
                <a:gd name="csX62" fmla="*/ 107967 w 296669"/>
                <a:gd name="csY62" fmla="*/ 206379 h 208767"/>
                <a:gd name="csX63" fmla="*/ 103189 w 296669"/>
                <a:gd name="csY63" fmla="*/ 205902 h 208767"/>
                <a:gd name="csX64" fmla="*/ 100801 w 296669"/>
                <a:gd name="csY64" fmla="*/ 205424 h 208767"/>
                <a:gd name="csX65" fmla="*/ 100323 w 296669"/>
                <a:gd name="csY65" fmla="*/ 205424 h 208767"/>
                <a:gd name="csX66" fmla="*/ 97935 w 296669"/>
                <a:gd name="csY66" fmla="*/ 203513 h 208767"/>
                <a:gd name="csX67" fmla="*/ 94113 w 296669"/>
                <a:gd name="csY67" fmla="*/ 201602 h 208767"/>
                <a:gd name="csX68" fmla="*/ 90291 w 296669"/>
                <a:gd name="csY68" fmla="*/ 199213 h 208767"/>
                <a:gd name="csX69" fmla="*/ 86469 w 296669"/>
                <a:gd name="csY69" fmla="*/ 197303 h 208767"/>
                <a:gd name="csX70" fmla="*/ 82170 w 296669"/>
                <a:gd name="csY70" fmla="*/ 194436 h 208767"/>
                <a:gd name="csX71" fmla="*/ 77393 w 296669"/>
                <a:gd name="csY71" fmla="*/ 191570 h 208767"/>
                <a:gd name="csX72" fmla="*/ 77393 w 296669"/>
                <a:gd name="csY72" fmla="*/ 191570 h 208767"/>
                <a:gd name="csX73" fmla="*/ 75959 w 296669"/>
                <a:gd name="csY73" fmla="*/ 191570 h 208767"/>
                <a:gd name="csX74" fmla="*/ 75481 w 296669"/>
                <a:gd name="csY74" fmla="*/ 191092 h 208767"/>
                <a:gd name="csX75" fmla="*/ 70227 w 296669"/>
                <a:gd name="csY75" fmla="*/ 191092 h 208767"/>
                <a:gd name="csX76" fmla="*/ 64493 w 296669"/>
                <a:gd name="csY76" fmla="*/ 191092 h 208767"/>
                <a:gd name="csX77" fmla="*/ 60672 w 296669"/>
                <a:gd name="csY77" fmla="*/ 191092 h 208767"/>
                <a:gd name="csX78" fmla="*/ 59716 w 296669"/>
                <a:gd name="csY78" fmla="*/ 190614 h 208767"/>
                <a:gd name="csX79" fmla="*/ 58761 w 296669"/>
                <a:gd name="csY79" fmla="*/ 190137 h 208767"/>
                <a:gd name="csX80" fmla="*/ 57805 w 296669"/>
                <a:gd name="csY80" fmla="*/ 187748 h 208767"/>
                <a:gd name="csX81" fmla="*/ 57805 w 296669"/>
                <a:gd name="csY81" fmla="*/ 187748 h 208767"/>
                <a:gd name="csX82" fmla="*/ 56372 w 296669"/>
                <a:gd name="csY82" fmla="*/ 186314 h 208767"/>
                <a:gd name="csX83" fmla="*/ 54461 w 296669"/>
                <a:gd name="csY83" fmla="*/ 184404 h 208767"/>
                <a:gd name="csX84" fmla="*/ 54461 w 296669"/>
                <a:gd name="csY84" fmla="*/ 182015 h 208767"/>
                <a:gd name="csX85" fmla="*/ 54939 w 296669"/>
                <a:gd name="csY85" fmla="*/ 179149 h 208767"/>
                <a:gd name="csX86" fmla="*/ 55416 w 296669"/>
                <a:gd name="csY86" fmla="*/ 178193 h 208767"/>
                <a:gd name="csX87" fmla="*/ 54939 w 296669"/>
                <a:gd name="csY87" fmla="*/ 177238 h 208767"/>
                <a:gd name="csX88" fmla="*/ 54939 w 296669"/>
                <a:gd name="csY88" fmla="*/ 175805 h 208767"/>
                <a:gd name="csX89" fmla="*/ 53984 w 296669"/>
                <a:gd name="csY89" fmla="*/ 174849 h 208767"/>
                <a:gd name="csX90" fmla="*/ 53984 w 296669"/>
                <a:gd name="csY90" fmla="*/ 174849 h 208767"/>
                <a:gd name="csX91" fmla="*/ 48729 w 296669"/>
                <a:gd name="csY91" fmla="*/ 173416 h 208767"/>
                <a:gd name="csX92" fmla="*/ 47773 w 296669"/>
                <a:gd name="csY92" fmla="*/ 173416 h 208767"/>
                <a:gd name="csX93" fmla="*/ 46818 w 296669"/>
                <a:gd name="csY93" fmla="*/ 173894 h 208767"/>
                <a:gd name="csX94" fmla="*/ 45862 w 296669"/>
                <a:gd name="csY94" fmla="*/ 174371 h 208767"/>
                <a:gd name="csX95" fmla="*/ 45862 w 296669"/>
                <a:gd name="csY95" fmla="*/ 174371 h 208767"/>
                <a:gd name="csX96" fmla="*/ 45384 w 296669"/>
                <a:gd name="csY96" fmla="*/ 173894 h 208767"/>
                <a:gd name="csX97" fmla="*/ 44907 w 296669"/>
                <a:gd name="csY97" fmla="*/ 173416 h 208767"/>
                <a:gd name="csX98" fmla="*/ 44907 w 296669"/>
                <a:gd name="csY98" fmla="*/ 172461 h 208767"/>
                <a:gd name="csX99" fmla="*/ 44907 w 296669"/>
                <a:gd name="csY99" fmla="*/ 171983 h 208767"/>
                <a:gd name="csX100" fmla="*/ 44429 w 296669"/>
                <a:gd name="csY100" fmla="*/ 171505 h 208767"/>
                <a:gd name="csX101" fmla="*/ 42518 w 296669"/>
                <a:gd name="csY101" fmla="*/ 170549 h 208767"/>
                <a:gd name="csX102" fmla="*/ 41085 w 296669"/>
                <a:gd name="csY102" fmla="*/ 168639 h 208767"/>
                <a:gd name="csX103" fmla="*/ 40129 w 296669"/>
                <a:gd name="csY103" fmla="*/ 166728 h 208767"/>
                <a:gd name="csX104" fmla="*/ 39174 w 296669"/>
                <a:gd name="csY104" fmla="*/ 165295 h 208767"/>
                <a:gd name="csX105" fmla="*/ 38696 w 296669"/>
                <a:gd name="csY105" fmla="*/ 161950 h 208767"/>
                <a:gd name="csX106" fmla="*/ 37263 w 296669"/>
                <a:gd name="csY106" fmla="*/ 160039 h 208767"/>
                <a:gd name="csX107" fmla="*/ 36307 w 296669"/>
                <a:gd name="csY107" fmla="*/ 157173 h 208767"/>
                <a:gd name="csX108" fmla="*/ 34397 w 296669"/>
                <a:gd name="csY108" fmla="*/ 152396 h 208767"/>
                <a:gd name="csX109" fmla="*/ 33919 w 296669"/>
                <a:gd name="csY109" fmla="*/ 150963 h 208767"/>
                <a:gd name="csX110" fmla="*/ 32486 w 296669"/>
                <a:gd name="csY110" fmla="*/ 149530 h 208767"/>
                <a:gd name="csX111" fmla="*/ 30575 w 296669"/>
                <a:gd name="csY111" fmla="*/ 148574 h 208767"/>
                <a:gd name="csX112" fmla="*/ 29141 w 296669"/>
                <a:gd name="csY112" fmla="*/ 146663 h 208767"/>
                <a:gd name="csX113" fmla="*/ 25320 w 296669"/>
                <a:gd name="csY113" fmla="*/ 144752 h 208767"/>
                <a:gd name="csX114" fmla="*/ 23409 w 296669"/>
                <a:gd name="csY114" fmla="*/ 143319 h 208767"/>
                <a:gd name="csX115" fmla="*/ 21020 w 296669"/>
                <a:gd name="csY115" fmla="*/ 140453 h 208767"/>
                <a:gd name="csX116" fmla="*/ 20065 w 296669"/>
                <a:gd name="csY116" fmla="*/ 139497 h 208767"/>
                <a:gd name="csX117" fmla="*/ 20065 w 296669"/>
                <a:gd name="csY117" fmla="*/ 138064 h 208767"/>
                <a:gd name="csX118" fmla="*/ 19109 w 296669"/>
                <a:gd name="csY118" fmla="*/ 136631 h 208767"/>
                <a:gd name="csX119" fmla="*/ 17676 w 296669"/>
                <a:gd name="csY119" fmla="*/ 135198 h 208767"/>
                <a:gd name="csX120" fmla="*/ 12899 w 296669"/>
                <a:gd name="csY120" fmla="*/ 132331 h 208767"/>
                <a:gd name="csX121" fmla="*/ 11466 w 296669"/>
                <a:gd name="csY121" fmla="*/ 132331 h 208767"/>
                <a:gd name="csX122" fmla="*/ 10032 w 296669"/>
                <a:gd name="csY122" fmla="*/ 131854 h 208767"/>
                <a:gd name="csX123" fmla="*/ 7644 w 296669"/>
                <a:gd name="csY123" fmla="*/ 131376 h 208767"/>
                <a:gd name="csX124" fmla="*/ 4300 w 296669"/>
                <a:gd name="csY124" fmla="*/ 130898 h 208767"/>
                <a:gd name="csX125" fmla="*/ 1433 w 296669"/>
                <a:gd name="csY125" fmla="*/ 129465 h 208767"/>
                <a:gd name="csX126" fmla="*/ 0 w 296669"/>
                <a:gd name="csY126" fmla="*/ 128987 h 208767"/>
                <a:gd name="csX127" fmla="*/ 0 w 296669"/>
                <a:gd name="csY127" fmla="*/ 128032 h 208767"/>
                <a:gd name="csX128" fmla="*/ 0 w 296669"/>
                <a:gd name="csY128" fmla="*/ 127554 h 208767"/>
                <a:gd name="csX129" fmla="*/ 956 w 296669"/>
                <a:gd name="csY129" fmla="*/ 125643 h 208767"/>
                <a:gd name="csX130" fmla="*/ 2866 w 296669"/>
                <a:gd name="csY130" fmla="*/ 121821 h 208767"/>
                <a:gd name="csX131" fmla="*/ 4300 w 296669"/>
                <a:gd name="csY131" fmla="*/ 119432 h 208767"/>
                <a:gd name="csX132" fmla="*/ 5255 w 296669"/>
                <a:gd name="csY132" fmla="*/ 118477 h 208767"/>
                <a:gd name="csX133" fmla="*/ 8122 w 296669"/>
                <a:gd name="csY133" fmla="*/ 118477 h 208767"/>
                <a:gd name="csX134" fmla="*/ 10510 w 296669"/>
                <a:gd name="csY134" fmla="*/ 118477 h 208767"/>
                <a:gd name="csX135" fmla="*/ 12421 w 296669"/>
                <a:gd name="csY135" fmla="*/ 118477 h 208767"/>
                <a:gd name="csX136" fmla="*/ 15288 w 296669"/>
                <a:gd name="csY136" fmla="*/ 118477 h 208767"/>
                <a:gd name="csX137" fmla="*/ 18632 w 296669"/>
                <a:gd name="csY137" fmla="*/ 118477 h 208767"/>
                <a:gd name="csX138" fmla="*/ 20065 w 296669"/>
                <a:gd name="csY138" fmla="*/ 117522 h 208767"/>
                <a:gd name="csX139" fmla="*/ 21020 w 296669"/>
                <a:gd name="csY139" fmla="*/ 116566 h 208767"/>
                <a:gd name="csX140" fmla="*/ 21498 w 296669"/>
                <a:gd name="csY140" fmla="*/ 115611 h 208767"/>
                <a:gd name="csX141" fmla="*/ 21498 w 296669"/>
                <a:gd name="csY141" fmla="*/ 114177 h 208767"/>
                <a:gd name="csX142" fmla="*/ 21498 w 296669"/>
                <a:gd name="csY142" fmla="*/ 112744 h 208767"/>
                <a:gd name="csX143" fmla="*/ 21498 w 296669"/>
                <a:gd name="csY143" fmla="*/ 107489 h 208767"/>
                <a:gd name="csX144" fmla="*/ 21498 w 296669"/>
                <a:gd name="csY144" fmla="*/ 104145 h 208767"/>
                <a:gd name="csX145" fmla="*/ 21020 w 296669"/>
                <a:gd name="csY145" fmla="*/ 100323 h 208767"/>
                <a:gd name="csX146" fmla="*/ 21020 w 296669"/>
                <a:gd name="csY146" fmla="*/ 99846 h 208767"/>
                <a:gd name="csX147" fmla="*/ 21020 w 296669"/>
                <a:gd name="csY147" fmla="*/ 98890 h 208767"/>
                <a:gd name="csX148" fmla="*/ 21975 w 296669"/>
                <a:gd name="csY148" fmla="*/ 94591 h 208767"/>
                <a:gd name="csX149" fmla="*/ 22931 w 296669"/>
                <a:gd name="csY149" fmla="*/ 92680 h 208767"/>
                <a:gd name="csX150" fmla="*/ 23409 w 296669"/>
                <a:gd name="csY150" fmla="*/ 91247 h 208767"/>
                <a:gd name="csX151" fmla="*/ 25320 w 296669"/>
                <a:gd name="csY151" fmla="*/ 87425 h 208767"/>
                <a:gd name="csX152" fmla="*/ 25798 w 296669"/>
                <a:gd name="csY152" fmla="*/ 86469 h 208767"/>
                <a:gd name="csX153" fmla="*/ 25798 w 296669"/>
                <a:gd name="csY153" fmla="*/ 85036 h 208767"/>
                <a:gd name="csX154" fmla="*/ 24842 w 296669"/>
                <a:gd name="csY154" fmla="*/ 80259 h 208767"/>
                <a:gd name="csX155" fmla="*/ 26275 w 296669"/>
                <a:gd name="csY155" fmla="*/ 77870 h 208767"/>
                <a:gd name="csX156" fmla="*/ 28186 w 296669"/>
                <a:gd name="csY156" fmla="*/ 75481 h 208767"/>
                <a:gd name="csX157" fmla="*/ 29620 w 296669"/>
                <a:gd name="csY157" fmla="*/ 74526 h 208767"/>
                <a:gd name="csX158" fmla="*/ 31052 w 296669"/>
                <a:gd name="csY158" fmla="*/ 73570 h 208767"/>
                <a:gd name="csX159" fmla="*/ 31530 w 296669"/>
                <a:gd name="csY159" fmla="*/ 74048 h 208767"/>
                <a:gd name="csX160" fmla="*/ 32963 w 296669"/>
                <a:gd name="csY160" fmla="*/ 75004 h 208767"/>
                <a:gd name="csX161" fmla="*/ 34874 w 296669"/>
                <a:gd name="csY161" fmla="*/ 75959 h 208767"/>
                <a:gd name="csX162" fmla="*/ 35830 w 296669"/>
                <a:gd name="csY162" fmla="*/ 75959 h 208767"/>
                <a:gd name="csX163" fmla="*/ 37263 w 296669"/>
                <a:gd name="csY163" fmla="*/ 75004 h 208767"/>
                <a:gd name="csX164" fmla="*/ 38218 w 296669"/>
                <a:gd name="csY164" fmla="*/ 74048 h 208767"/>
                <a:gd name="csX165" fmla="*/ 37741 w 296669"/>
                <a:gd name="csY165" fmla="*/ 72137 h 208767"/>
                <a:gd name="csX166" fmla="*/ 38696 w 296669"/>
                <a:gd name="csY166" fmla="*/ 68316 h 208767"/>
                <a:gd name="csX167" fmla="*/ 38696 w 296669"/>
                <a:gd name="csY167" fmla="*/ 66405 h 208767"/>
                <a:gd name="csX168" fmla="*/ 39652 w 296669"/>
                <a:gd name="csY168" fmla="*/ 63538 h 208767"/>
                <a:gd name="csX169" fmla="*/ 40607 w 296669"/>
                <a:gd name="csY169" fmla="*/ 60194 h 208767"/>
                <a:gd name="csX170" fmla="*/ 41085 w 296669"/>
                <a:gd name="csY170" fmla="*/ 57805 h 208767"/>
                <a:gd name="csX171" fmla="*/ 41563 w 296669"/>
                <a:gd name="csY171" fmla="*/ 56372 h 208767"/>
                <a:gd name="csX172" fmla="*/ 44429 w 296669"/>
                <a:gd name="csY172" fmla="*/ 53984 h 208767"/>
                <a:gd name="csX173" fmla="*/ 46818 w 296669"/>
                <a:gd name="csY173" fmla="*/ 50162 h 208767"/>
                <a:gd name="csX174" fmla="*/ 48251 w 296669"/>
                <a:gd name="csY174" fmla="*/ 47295 h 208767"/>
                <a:gd name="csX175" fmla="*/ 51117 w 296669"/>
                <a:gd name="csY175" fmla="*/ 42996 h 208767"/>
                <a:gd name="csX176" fmla="*/ 52550 w 296669"/>
                <a:gd name="csY176" fmla="*/ 41563 h 208767"/>
                <a:gd name="csX177" fmla="*/ 53984 w 296669"/>
                <a:gd name="csY177" fmla="*/ 40607 h 208767"/>
                <a:gd name="csX178" fmla="*/ 55895 w 296669"/>
                <a:gd name="csY178" fmla="*/ 40129 h 208767"/>
                <a:gd name="csX179" fmla="*/ 59239 w 296669"/>
                <a:gd name="csY179" fmla="*/ 40129 h 208767"/>
                <a:gd name="csX180" fmla="*/ 61627 w 296669"/>
                <a:gd name="csY180" fmla="*/ 39652 h 208767"/>
                <a:gd name="csX181" fmla="*/ 61627 w 296669"/>
                <a:gd name="csY181" fmla="*/ 39174 h 208767"/>
                <a:gd name="csX182" fmla="*/ 62105 w 296669"/>
                <a:gd name="csY182" fmla="*/ 38218 h 208767"/>
                <a:gd name="csX183" fmla="*/ 62105 w 296669"/>
                <a:gd name="csY183" fmla="*/ 36308 h 208767"/>
                <a:gd name="csX184" fmla="*/ 62582 w 296669"/>
                <a:gd name="csY184" fmla="*/ 32963 h 208767"/>
                <a:gd name="csX185" fmla="*/ 63538 w 296669"/>
                <a:gd name="csY185" fmla="*/ 29619 h 208767"/>
                <a:gd name="csX186" fmla="*/ 64493 w 296669"/>
                <a:gd name="csY186" fmla="*/ 26753 h 208767"/>
                <a:gd name="csX187" fmla="*/ 65449 w 296669"/>
                <a:gd name="csY187" fmla="*/ 25798 h 208767"/>
                <a:gd name="csX188" fmla="*/ 65927 w 296669"/>
                <a:gd name="csY188" fmla="*/ 24842 h 208767"/>
                <a:gd name="csX189" fmla="*/ 66882 w 296669"/>
                <a:gd name="csY189" fmla="*/ 22931 h 208767"/>
                <a:gd name="csX190" fmla="*/ 68316 w 296669"/>
                <a:gd name="csY190" fmla="*/ 19109 h 208767"/>
                <a:gd name="csX191" fmla="*/ 68316 w 296669"/>
                <a:gd name="csY191" fmla="*/ 16243 h 208767"/>
                <a:gd name="csX192" fmla="*/ 69748 w 296669"/>
                <a:gd name="csY192" fmla="*/ 10988 h 208767"/>
                <a:gd name="csX193" fmla="*/ 70227 w 296669"/>
                <a:gd name="csY193" fmla="*/ 10988 h 208767"/>
                <a:gd name="csX194" fmla="*/ 72615 w 296669"/>
                <a:gd name="csY194" fmla="*/ 10032 h 208767"/>
                <a:gd name="csX195" fmla="*/ 75481 w 296669"/>
                <a:gd name="csY195" fmla="*/ 10032 h 208767"/>
                <a:gd name="csX196" fmla="*/ 77870 w 296669"/>
                <a:gd name="csY196" fmla="*/ 10510 h 208767"/>
                <a:gd name="csX197" fmla="*/ 79781 w 296669"/>
                <a:gd name="csY197" fmla="*/ 10988 h 208767"/>
                <a:gd name="csX198" fmla="*/ 80259 w 296669"/>
                <a:gd name="csY198" fmla="*/ 10510 h 208767"/>
                <a:gd name="csX199" fmla="*/ 81214 w 296669"/>
                <a:gd name="csY199" fmla="*/ 9555 h 208767"/>
                <a:gd name="csX200" fmla="*/ 81692 w 296669"/>
                <a:gd name="csY200" fmla="*/ 8599 h 208767"/>
                <a:gd name="csX201" fmla="*/ 82647 w 296669"/>
                <a:gd name="csY201" fmla="*/ 7644 h 208767"/>
                <a:gd name="csX202" fmla="*/ 84080 w 296669"/>
                <a:gd name="csY202" fmla="*/ 7644 h 208767"/>
                <a:gd name="csX203" fmla="*/ 84080 w 296669"/>
                <a:gd name="csY203" fmla="*/ 7644 h 208767"/>
                <a:gd name="csX204" fmla="*/ 85991 w 296669"/>
                <a:gd name="csY204" fmla="*/ 9077 h 208767"/>
                <a:gd name="csX205" fmla="*/ 89336 w 296669"/>
                <a:gd name="csY205" fmla="*/ 12899 h 208767"/>
                <a:gd name="csX206" fmla="*/ 89336 w 296669"/>
                <a:gd name="csY206" fmla="*/ 12899 h 208767"/>
                <a:gd name="csX207" fmla="*/ 89813 w 296669"/>
                <a:gd name="csY207" fmla="*/ 13377 h 208767"/>
                <a:gd name="csX208" fmla="*/ 90291 w 296669"/>
                <a:gd name="csY208" fmla="*/ 13377 h 208767"/>
                <a:gd name="csX209" fmla="*/ 91724 w 296669"/>
                <a:gd name="csY209" fmla="*/ 10032 h 208767"/>
                <a:gd name="csX210" fmla="*/ 93157 w 296669"/>
                <a:gd name="csY210" fmla="*/ 7644 h 208767"/>
                <a:gd name="csX211" fmla="*/ 95546 w 296669"/>
                <a:gd name="csY211" fmla="*/ 2867 h 208767"/>
                <a:gd name="csX212" fmla="*/ 96502 w 296669"/>
                <a:gd name="csY212" fmla="*/ 0 h 208767"/>
                <a:gd name="csX213" fmla="*/ 97935 w 296669"/>
                <a:gd name="csY213" fmla="*/ 956 h 208767"/>
                <a:gd name="csX214" fmla="*/ 98890 w 296669"/>
                <a:gd name="csY214" fmla="*/ 2389 h 208767"/>
                <a:gd name="csX215" fmla="*/ 98890 w 296669"/>
                <a:gd name="csY215" fmla="*/ 2389 h 208767"/>
                <a:gd name="csX216" fmla="*/ 100323 w 296669"/>
                <a:gd name="csY216" fmla="*/ 2867 h 208767"/>
                <a:gd name="csX217" fmla="*/ 101757 w 296669"/>
                <a:gd name="csY217" fmla="*/ 3344 h 208767"/>
                <a:gd name="csX218" fmla="*/ 102234 w 296669"/>
                <a:gd name="csY218" fmla="*/ 3344 h 208767"/>
                <a:gd name="csX219" fmla="*/ 103189 w 296669"/>
                <a:gd name="csY219" fmla="*/ 3822 h 208767"/>
                <a:gd name="csX220" fmla="*/ 106534 w 296669"/>
                <a:gd name="csY220" fmla="*/ 7166 h 208767"/>
                <a:gd name="csX221" fmla="*/ 107489 w 296669"/>
                <a:gd name="csY221" fmla="*/ 8121 h 208767"/>
                <a:gd name="csX222" fmla="*/ 108923 w 296669"/>
                <a:gd name="csY222" fmla="*/ 8121 h 208767"/>
                <a:gd name="csX223" fmla="*/ 115133 w 296669"/>
                <a:gd name="csY223" fmla="*/ 6688 h 208767"/>
                <a:gd name="csX224" fmla="*/ 118477 w 296669"/>
                <a:gd name="csY224" fmla="*/ 4777 h 208767"/>
                <a:gd name="csX225" fmla="*/ 118955 w 296669"/>
                <a:gd name="csY225" fmla="*/ 4777 h 208767"/>
                <a:gd name="csX226" fmla="*/ 119432 w 296669"/>
                <a:gd name="csY226" fmla="*/ 4300 h 208767"/>
                <a:gd name="csX227" fmla="*/ 120388 w 296669"/>
                <a:gd name="csY227" fmla="*/ 4300 h 208767"/>
                <a:gd name="csX228" fmla="*/ 121343 w 296669"/>
                <a:gd name="csY228" fmla="*/ 5255 h 208767"/>
                <a:gd name="csX229" fmla="*/ 121821 w 296669"/>
                <a:gd name="csY229" fmla="*/ 5733 h 208767"/>
                <a:gd name="csX230" fmla="*/ 122777 w 296669"/>
                <a:gd name="csY230" fmla="*/ 7166 h 208767"/>
                <a:gd name="csX231" fmla="*/ 122777 w 296669"/>
                <a:gd name="csY231" fmla="*/ 7166 h 208767"/>
                <a:gd name="csX232" fmla="*/ 124210 w 296669"/>
                <a:gd name="csY232" fmla="*/ 7166 h 208767"/>
                <a:gd name="csX233" fmla="*/ 127554 w 296669"/>
                <a:gd name="csY233" fmla="*/ 6211 h 208767"/>
                <a:gd name="csX234" fmla="*/ 129465 w 296669"/>
                <a:gd name="csY234" fmla="*/ 5733 h 208767"/>
                <a:gd name="csX235" fmla="*/ 130898 w 296669"/>
                <a:gd name="csY235" fmla="*/ 6211 h 208767"/>
                <a:gd name="csX236" fmla="*/ 132809 w 296669"/>
                <a:gd name="csY236" fmla="*/ 6688 h 208767"/>
                <a:gd name="csX237" fmla="*/ 133764 w 296669"/>
                <a:gd name="csY237" fmla="*/ 6688 h 208767"/>
                <a:gd name="csX238" fmla="*/ 136631 w 296669"/>
                <a:gd name="csY238" fmla="*/ 7644 h 208767"/>
                <a:gd name="csX239" fmla="*/ 139975 w 296669"/>
                <a:gd name="csY239" fmla="*/ 7166 h 208767"/>
                <a:gd name="csX240" fmla="*/ 141408 w 296669"/>
                <a:gd name="csY240" fmla="*/ 7644 h 208767"/>
                <a:gd name="csX241" fmla="*/ 142841 w 296669"/>
                <a:gd name="csY241" fmla="*/ 7644 h 208767"/>
                <a:gd name="csX242" fmla="*/ 145707 w 296669"/>
                <a:gd name="csY242" fmla="*/ 9555 h 208767"/>
                <a:gd name="csX243" fmla="*/ 149052 w 296669"/>
                <a:gd name="csY243" fmla="*/ 11943 h 208767"/>
                <a:gd name="csX244" fmla="*/ 150007 w 296669"/>
                <a:gd name="csY244" fmla="*/ 11943 h 208767"/>
                <a:gd name="csX245" fmla="*/ 153829 w 296669"/>
                <a:gd name="csY245" fmla="*/ 13377 h 208767"/>
                <a:gd name="csX246" fmla="*/ 154784 w 296669"/>
                <a:gd name="csY246" fmla="*/ 13854 h 208767"/>
                <a:gd name="csX247" fmla="*/ 157173 w 296669"/>
                <a:gd name="csY247" fmla="*/ 16243 h 208767"/>
                <a:gd name="csX248" fmla="*/ 160995 w 296669"/>
                <a:gd name="csY248" fmla="*/ 21020 h 208767"/>
                <a:gd name="csX249" fmla="*/ 165772 w 296669"/>
                <a:gd name="csY249" fmla="*/ 25320 h 208767"/>
                <a:gd name="csX250" fmla="*/ 171027 w 296669"/>
                <a:gd name="csY250" fmla="*/ 28664 h 208767"/>
                <a:gd name="csX251" fmla="*/ 173416 w 296669"/>
                <a:gd name="csY251" fmla="*/ 31052 h 208767"/>
                <a:gd name="csX252" fmla="*/ 175327 w 296669"/>
                <a:gd name="csY252" fmla="*/ 33919 h 208767"/>
                <a:gd name="csX253" fmla="*/ 177238 w 296669"/>
                <a:gd name="csY253" fmla="*/ 36785 h 208767"/>
                <a:gd name="csX254" fmla="*/ 179149 w 296669"/>
                <a:gd name="csY254" fmla="*/ 37741 h 208767"/>
                <a:gd name="csX255" fmla="*/ 181060 w 296669"/>
                <a:gd name="csY255" fmla="*/ 38696 h 208767"/>
                <a:gd name="csX256" fmla="*/ 182493 w 296669"/>
                <a:gd name="csY256" fmla="*/ 40607 h 208767"/>
                <a:gd name="csX257" fmla="*/ 183926 w 296669"/>
                <a:gd name="csY257" fmla="*/ 42518 h 208767"/>
                <a:gd name="csX258" fmla="*/ 185837 w 296669"/>
                <a:gd name="csY258" fmla="*/ 44429 h 208767"/>
                <a:gd name="csX259" fmla="*/ 183926 w 296669"/>
                <a:gd name="csY259" fmla="*/ 47295 h 208767"/>
                <a:gd name="csX260" fmla="*/ 181060 w 296669"/>
                <a:gd name="csY260" fmla="*/ 50639 h 208767"/>
                <a:gd name="csX261" fmla="*/ 178193 w 296669"/>
                <a:gd name="csY261" fmla="*/ 54461 h 208767"/>
                <a:gd name="csX262" fmla="*/ 177238 w 296669"/>
                <a:gd name="csY262" fmla="*/ 55894 h 208767"/>
                <a:gd name="csX263" fmla="*/ 174849 w 296669"/>
                <a:gd name="csY263" fmla="*/ 58283 h 208767"/>
                <a:gd name="csX264" fmla="*/ 174371 w 296669"/>
                <a:gd name="csY264" fmla="*/ 58761 h 208767"/>
                <a:gd name="csX265" fmla="*/ 173894 w 296669"/>
                <a:gd name="csY265" fmla="*/ 60672 h 208767"/>
                <a:gd name="csX266" fmla="*/ 173416 w 296669"/>
                <a:gd name="csY266" fmla="*/ 64016 h 208767"/>
                <a:gd name="csX267" fmla="*/ 173894 w 296669"/>
                <a:gd name="csY267" fmla="*/ 67838 h 208767"/>
                <a:gd name="csX268" fmla="*/ 174371 w 296669"/>
                <a:gd name="csY268" fmla="*/ 71659 h 208767"/>
                <a:gd name="csX269" fmla="*/ 175805 w 296669"/>
                <a:gd name="csY269" fmla="*/ 72137 h 208767"/>
                <a:gd name="csX270" fmla="*/ 177238 w 296669"/>
                <a:gd name="csY270" fmla="*/ 72615 h 208767"/>
                <a:gd name="csX271" fmla="*/ 179149 w 296669"/>
                <a:gd name="csY271" fmla="*/ 72137 h 208767"/>
                <a:gd name="csX272" fmla="*/ 181537 w 296669"/>
                <a:gd name="csY272" fmla="*/ 71659 h 208767"/>
                <a:gd name="csX273" fmla="*/ 184403 w 296669"/>
                <a:gd name="csY273" fmla="*/ 71182 h 208767"/>
                <a:gd name="csX274" fmla="*/ 187270 w 296669"/>
                <a:gd name="csY274" fmla="*/ 70704 h 208767"/>
                <a:gd name="csX275" fmla="*/ 189181 w 296669"/>
                <a:gd name="csY275" fmla="*/ 70226 h 208767"/>
                <a:gd name="csX276" fmla="*/ 191092 w 296669"/>
                <a:gd name="csY276" fmla="*/ 70226 h 208767"/>
                <a:gd name="csX277" fmla="*/ 193003 w 296669"/>
                <a:gd name="csY277" fmla="*/ 70704 h 208767"/>
                <a:gd name="csX278" fmla="*/ 193958 w 296669"/>
                <a:gd name="csY278" fmla="*/ 71182 h 208767"/>
                <a:gd name="csX279" fmla="*/ 194914 w 296669"/>
                <a:gd name="csY279" fmla="*/ 71659 h 208767"/>
                <a:gd name="csX280" fmla="*/ 196347 w 296669"/>
                <a:gd name="csY280" fmla="*/ 71659 h 208767"/>
                <a:gd name="csX281" fmla="*/ 196347 w 296669"/>
                <a:gd name="csY281" fmla="*/ 72137 h 208767"/>
                <a:gd name="csX282" fmla="*/ 195391 w 296669"/>
                <a:gd name="csY282" fmla="*/ 73093 h 208767"/>
                <a:gd name="csX283" fmla="*/ 194436 w 296669"/>
                <a:gd name="csY283" fmla="*/ 74526 h 208767"/>
                <a:gd name="csX284" fmla="*/ 193480 w 296669"/>
                <a:gd name="csY284" fmla="*/ 75481 h 208767"/>
                <a:gd name="csX285" fmla="*/ 191569 w 296669"/>
                <a:gd name="csY285" fmla="*/ 78348 h 208767"/>
                <a:gd name="csX286" fmla="*/ 191092 w 296669"/>
                <a:gd name="csY286" fmla="*/ 78825 h 208767"/>
                <a:gd name="csX287" fmla="*/ 191569 w 296669"/>
                <a:gd name="csY287" fmla="*/ 79303 h 208767"/>
                <a:gd name="csX288" fmla="*/ 192525 w 296669"/>
                <a:gd name="csY288" fmla="*/ 80736 h 208767"/>
                <a:gd name="csX289" fmla="*/ 193958 w 296669"/>
                <a:gd name="csY289" fmla="*/ 83125 h 208767"/>
                <a:gd name="csX290" fmla="*/ 194436 w 296669"/>
                <a:gd name="csY290" fmla="*/ 85036 h 208767"/>
                <a:gd name="csX291" fmla="*/ 194914 w 296669"/>
                <a:gd name="csY291" fmla="*/ 85991 h 208767"/>
                <a:gd name="csX292" fmla="*/ 196347 w 296669"/>
                <a:gd name="csY292" fmla="*/ 87425 h 208767"/>
                <a:gd name="csX293" fmla="*/ 198258 w 296669"/>
                <a:gd name="csY293" fmla="*/ 89813 h 208767"/>
                <a:gd name="csX294" fmla="*/ 199691 w 296669"/>
                <a:gd name="csY294" fmla="*/ 91247 h 208767"/>
                <a:gd name="csX295" fmla="*/ 201602 w 296669"/>
                <a:gd name="csY295" fmla="*/ 92202 h 208767"/>
                <a:gd name="csX296" fmla="*/ 202557 w 296669"/>
                <a:gd name="csY296" fmla="*/ 94113 h 208767"/>
                <a:gd name="csX297" fmla="*/ 203991 w 296669"/>
                <a:gd name="csY297" fmla="*/ 96979 h 208767"/>
                <a:gd name="csX298" fmla="*/ 205901 w 296669"/>
                <a:gd name="csY298" fmla="*/ 99368 h 208767"/>
                <a:gd name="csX299" fmla="*/ 207812 w 296669"/>
                <a:gd name="csY299" fmla="*/ 101279 h 208767"/>
                <a:gd name="csX300" fmla="*/ 209723 w 296669"/>
                <a:gd name="csY300" fmla="*/ 101757 h 208767"/>
                <a:gd name="csX301" fmla="*/ 210201 w 296669"/>
                <a:gd name="csY301" fmla="*/ 102234 h 208767"/>
                <a:gd name="csX302" fmla="*/ 214501 w 296669"/>
                <a:gd name="csY302" fmla="*/ 105578 h 208767"/>
                <a:gd name="csX303" fmla="*/ 217845 w 296669"/>
                <a:gd name="csY303" fmla="*/ 107967 h 208767"/>
                <a:gd name="csX304" fmla="*/ 218323 w 296669"/>
                <a:gd name="csY304" fmla="*/ 108445 h 208767"/>
                <a:gd name="csX305" fmla="*/ 224055 w 296669"/>
                <a:gd name="csY305" fmla="*/ 110356 h 208767"/>
                <a:gd name="csX306" fmla="*/ 230266 w 296669"/>
                <a:gd name="csY306" fmla="*/ 112266 h 208767"/>
                <a:gd name="csX307" fmla="*/ 235521 w 296669"/>
                <a:gd name="csY307" fmla="*/ 113700 h 208767"/>
                <a:gd name="csX308" fmla="*/ 242209 w 296669"/>
                <a:gd name="csY308" fmla="*/ 115611 h 208767"/>
                <a:gd name="csX309" fmla="*/ 248897 w 296669"/>
                <a:gd name="csY309" fmla="*/ 117522 h 208767"/>
                <a:gd name="csX310" fmla="*/ 255108 w 296669"/>
                <a:gd name="csY310" fmla="*/ 119432 h 208767"/>
                <a:gd name="csX311" fmla="*/ 263707 w 296669"/>
                <a:gd name="csY311" fmla="*/ 122299 h 208767"/>
                <a:gd name="csX312" fmla="*/ 270395 w 296669"/>
                <a:gd name="csY312" fmla="*/ 124210 h 208767"/>
                <a:gd name="csX313" fmla="*/ 275650 w 296669"/>
                <a:gd name="csY313" fmla="*/ 126121 h 208767"/>
                <a:gd name="csX314" fmla="*/ 277083 w 296669"/>
                <a:gd name="csY314" fmla="*/ 126598 h 208767"/>
                <a:gd name="csX315" fmla="*/ 283294 w 296669"/>
                <a:gd name="csY315" fmla="*/ 126598 h 208767"/>
                <a:gd name="csX316" fmla="*/ 289982 w 296669"/>
                <a:gd name="csY316" fmla="*/ 126598 h 208767"/>
                <a:gd name="csX317" fmla="*/ 296670 w 296669"/>
                <a:gd name="csY317" fmla="*/ 126598 h 208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</a:cxnLst>
              <a:rect l="l" t="t" r="r" b="b"/>
              <a:pathLst>
                <a:path w="296669" h="208767">
                  <a:moveTo>
                    <a:pt x="296670" y="126598"/>
                  </a:moveTo>
                  <a:lnTo>
                    <a:pt x="291893" y="130898"/>
                  </a:lnTo>
                  <a:lnTo>
                    <a:pt x="286638" y="135675"/>
                  </a:lnTo>
                  <a:lnTo>
                    <a:pt x="280428" y="140930"/>
                  </a:lnTo>
                  <a:lnTo>
                    <a:pt x="277083" y="144274"/>
                  </a:lnTo>
                  <a:lnTo>
                    <a:pt x="270873" y="149530"/>
                  </a:lnTo>
                  <a:lnTo>
                    <a:pt x="266096" y="153829"/>
                  </a:lnTo>
                  <a:lnTo>
                    <a:pt x="260840" y="158606"/>
                  </a:lnTo>
                  <a:lnTo>
                    <a:pt x="256541" y="162906"/>
                  </a:lnTo>
                  <a:lnTo>
                    <a:pt x="250330" y="169116"/>
                  </a:lnTo>
                  <a:lnTo>
                    <a:pt x="246508" y="172938"/>
                  </a:lnTo>
                  <a:lnTo>
                    <a:pt x="240298" y="178671"/>
                  </a:lnTo>
                  <a:lnTo>
                    <a:pt x="236476" y="182493"/>
                  </a:lnTo>
                  <a:lnTo>
                    <a:pt x="235998" y="182971"/>
                  </a:lnTo>
                  <a:lnTo>
                    <a:pt x="230744" y="182493"/>
                  </a:lnTo>
                  <a:lnTo>
                    <a:pt x="225010" y="182493"/>
                  </a:lnTo>
                  <a:lnTo>
                    <a:pt x="218323" y="182015"/>
                  </a:lnTo>
                  <a:lnTo>
                    <a:pt x="217845" y="182015"/>
                  </a:lnTo>
                  <a:lnTo>
                    <a:pt x="215934" y="182493"/>
                  </a:lnTo>
                  <a:lnTo>
                    <a:pt x="214501" y="182493"/>
                  </a:lnTo>
                  <a:lnTo>
                    <a:pt x="209723" y="183448"/>
                  </a:lnTo>
                  <a:lnTo>
                    <a:pt x="208768" y="183926"/>
                  </a:lnTo>
                  <a:lnTo>
                    <a:pt x="204946" y="185359"/>
                  </a:lnTo>
                  <a:lnTo>
                    <a:pt x="200646" y="187270"/>
                  </a:lnTo>
                  <a:lnTo>
                    <a:pt x="198258" y="189181"/>
                  </a:lnTo>
                  <a:lnTo>
                    <a:pt x="196825" y="191092"/>
                  </a:lnTo>
                  <a:lnTo>
                    <a:pt x="195869" y="192525"/>
                  </a:lnTo>
                  <a:lnTo>
                    <a:pt x="195391" y="193480"/>
                  </a:lnTo>
                  <a:lnTo>
                    <a:pt x="193958" y="193958"/>
                  </a:lnTo>
                  <a:lnTo>
                    <a:pt x="185359" y="195391"/>
                  </a:lnTo>
                  <a:lnTo>
                    <a:pt x="182971" y="195391"/>
                  </a:lnTo>
                  <a:lnTo>
                    <a:pt x="178671" y="196825"/>
                  </a:lnTo>
                  <a:lnTo>
                    <a:pt x="176760" y="198736"/>
                  </a:lnTo>
                  <a:lnTo>
                    <a:pt x="175805" y="199691"/>
                  </a:lnTo>
                  <a:lnTo>
                    <a:pt x="172938" y="199691"/>
                  </a:lnTo>
                  <a:lnTo>
                    <a:pt x="168161" y="199691"/>
                  </a:lnTo>
                  <a:lnTo>
                    <a:pt x="165772" y="200169"/>
                  </a:lnTo>
                  <a:lnTo>
                    <a:pt x="164817" y="200169"/>
                  </a:lnTo>
                  <a:lnTo>
                    <a:pt x="162906" y="200169"/>
                  </a:lnTo>
                  <a:lnTo>
                    <a:pt x="161950" y="199691"/>
                  </a:lnTo>
                  <a:lnTo>
                    <a:pt x="161473" y="199691"/>
                  </a:lnTo>
                  <a:lnTo>
                    <a:pt x="160517" y="199691"/>
                  </a:lnTo>
                  <a:lnTo>
                    <a:pt x="160039" y="199213"/>
                  </a:lnTo>
                  <a:lnTo>
                    <a:pt x="158607" y="198258"/>
                  </a:lnTo>
                  <a:lnTo>
                    <a:pt x="155740" y="195869"/>
                  </a:lnTo>
                  <a:lnTo>
                    <a:pt x="153829" y="193958"/>
                  </a:lnTo>
                  <a:lnTo>
                    <a:pt x="149052" y="195869"/>
                  </a:lnTo>
                  <a:lnTo>
                    <a:pt x="144752" y="197780"/>
                  </a:lnTo>
                  <a:lnTo>
                    <a:pt x="139019" y="200169"/>
                  </a:lnTo>
                  <a:lnTo>
                    <a:pt x="135675" y="201602"/>
                  </a:lnTo>
                  <a:lnTo>
                    <a:pt x="135198" y="201602"/>
                  </a:lnTo>
                  <a:lnTo>
                    <a:pt x="134242" y="203513"/>
                  </a:lnTo>
                  <a:lnTo>
                    <a:pt x="131853" y="206857"/>
                  </a:lnTo>
                  <a:lnTo>
                    <a:pt x="129465" y="208768"/>
                  </a:lnTo>
                  <a:lnTo>
                    <a:pt x="128509" y="208768"/>
                  </a:lnTo>
                  <a:lnTo>
                    <a:pt x="124210" y="208768"/>
                  </a:lnTo>
                  <a:lnTo>
                    <a:pt x="123254" y="208768"/>
                  </a:lnTo>
                  <a:lnTo>
                    <a:pt x="122777" y="208290"/>
                  </a:lnTo>
                  <a:lnTo>
                    <a:pt x="121343" y="208290"/>
                  </a:lnTo>
                  <a:lnTo>
                    <a:pt x="118000" y="207812"/>
                  </a:lnTo>
                  <a:lnTo>
                    <a:pt x="113700" y="207335"/>
                  </a:lnTo>
                  <a:lnTo>
                    <a:pt x="110834" y="206379"/>
                  </a:lnTo>
                  <a:lnTo>
                    <a:pt x="107967" y="206379"/>
                  </a:lnTo>
                  <a:lnTo>
                    <a:pt x="103189" y="205902"/>
                  </a:lnTo>
                  <a:lnTo>
                    <a:pt x="100801" y="205424"/>
                  </a:lnTo>
                  <a:lnTo>
                    <a:pt x="100323" y="205424"/>
                  </a:lnTo>
                  <a:lnTo>
                    <a:pt x="97935" y="203513"/>
                  </a:lnTo>
                  <a:lnTo>
                    <a:pt x="94113" y="201602"/>
                  </a:lnTo>
                  <a:lnTo>
                    <a:pt x="90291" y="199213"/>
                  </a:lnTo>
                  <a:lnTo>
                    <a:pt x="86469" y="197303"/>
                  </a:lnTo>
                  <a:lnTo>
                    <a:pt x="82170" y="194436"/>
                  </a:lnTo>
                  <a:lnTo>
                    <a:pt x="77393" y="191570"/>
                  </a:lnTo>
                  <a:lnTo>
                    <a:pt x="77393" y="191570"/>
                  </a:lnTo>
                  <a:lnTo>
                    <a:pt x="75959" y="191570"/>
                  </a:lnTo>
                  <a:lnTo>
                    <a:pt x="75481" y="191092"/>
                  </a:lnTo>
                  <a:lnTo>
                    <a:pt x="70227" y="191092"/>
                  </a:lnTo>
                  <a:lnTo>
                    <a:pt x="64493" y="191092"/>
                  </a:lnTo>
                  <a:lnTo>
                    <a:pt x="60672" y="191092"/>
                  </a:lnTo>
                  <a:lnTo>
                    <a:pt x="59716" y="190614"/>
                  </a:lnTo>
                  <a:lnTo>
                    <a:pt x="58761" y="190137"/>
                  </a:lnTo>
                  <a:lnTo>
                    <a:pt x="57805" y="187748"/>
                  </a:lnTo>
                  <a:lnTo>
                    <a:pt x="57805" y="187748"/>
                  </a:lnTo>
                  <a:lnTo>
                    <a:pt x="56372" y="186314"/>
                  </a:lnTo>
                  <a:lnTo>
                    <a:pt x="54461" y="184404"/>
                  </a:lnTo>
                  <a:lnTo>
                    <a:pt x="54461" y="182015"/>
                  </a:lnTo>
                  <a:lnTo>
                    <a:pt x="54939" y="179149"/>
                  </a:lnTo>
                  <a:lnTo>
                    <a:pt x="55416" y="178193"/>
                  </a:lnTo>
                  <a:lnTo>
                    <a:pt x="54939" y="177238"/>
                  </a:lnTo>
                  <a:lnTo>
                    <a:pt x="54939" y="175805"/>
                  </a:lnTo>
                  <a:lnTo>
                    <a:pt x="53984" y="174849"/>
                  </a:lnTo>
                  <a:lnTo>
                    <a:pt x="53984" y="174849"/>
                  </a:lnTo>
                  <a:lnTo>
                    <a:pt x="48729" y="173416"/>
                  </a:lnTo>
                  <a:lnTo>
                    <a:pt x="47773" y="173416"/>
                  </a:lnTo>
                  <a:lnTo>
                    <a:pt x="46818" y="173894"/>
                  </a:lnTo>
                  <a:lnTo>
                    <a:pt x="45862" y="174371"/>
                  </a:lnTo>
                  <a:lnTo>
                    <a:pt x="45862" y="174371"/>
                  </a:lnTo>
                  <a:lnTo>
                    <a:pt x="45384" y="173894"/>
                  </a:lnTo>
                  <a:lnTo>
                    <a:pt x="44907" y="173416"/>
                  </a:lnTo>
                  <a:lnTo>
                    <a:pt x="44907" y="172461"/>
                  </a:lnTo>
                  <a:lnTo>
                    <a:pt x="44907" y="171983"/>
                  </a:lnTo>
                  <a:lnTo>
                    <a:pt x="44429" y="171505"/>
                  </a:lnTo>
                  <a:lnTo>
                    <a:pt x="42518" y="170549"/>
                  </a:lnTo>
                  <a:lnTo>
                    <a:pt x="41085" y="168639"/>
                  </a:lnTo>
                  <a:lnTo>
                    <a:pt x="40129" y="166728"/>
                  </a:lnTo>
                  <a:lnTo>
                    <a:pt x="39174" y="165295"/>
                  </a:lnTo>
                  <a:lnTo>
                    <a:pt x="38696" y="161950"/>
                  </a:lnTo>
                  <a:lnTo>
                    <a:pt x="37263" y="160039"/>
                  </a:lnTo>
                  <a:lnTo>
                    <a:pt x="36307" y="157173"/>
                  </a:lnTo>
                  <a:lnTo>
                    <a:pt x="34397" y="152396"/>
                  </a:lnTo>
                  <a:lnTo>
                    <a:pt x="33919" y="150963"/>
                  </a:lnTo>
                  <a:lnTo>
                    <a:pt x="32486" y="149530"/>
                  </a:lnTo>
                  <a:lnTo>
                    <a:pt x="30575" y="148574"/>
                  </a:lnTo>
                  <a:lnTo>
                    <a:pt x="29141" y="146663"/>
                  </a:lnTo>
                  <a:lnTo>
                    <a:pt x="25320" y="144752"/>
                  </a:lnTo>
                  <a:lnTo>
                    <a:pt x="23409" y="143319"/>
                  </a:lnTo>
                  <a:lnTo>
                    <a:pt x="21020" y="140453"/>
                  </a:lnTo>
                  <a:lnTo>
                    <a:pt x="20065" y="139497"/>
                  </a:lnTo>
                  <a:lnTo>
                    <a:pt x="20065" y="138064"/>
                  </a:lnTo>
                  <a:lnTo>
                    <a:pt x="19109" y="136631"/>
                  </a:lnTo>
                  <a:lnTo>
                    <a:pt x="17676" y="135198"/>
                  </a:lnTo>
                  <a:lnTo>
                    <a:pt x="12899" y="132331"/>
                  </a:lnTo>
                  <a:lnTo>
                    <a:pt x="11466" y="132331"/>
                  </a:lnTo>
                  <a:lnTo>
                    <a:pt x="10032" y="131854"/>
                  </a:lnTo>
                  <a:lnTo>
                    <a:pt x="7644" y="131376"/>
                  </a:lnTo>
                  <a:lnTo>
                    <a:pt x="4300" y="130898"/>
                  </a:lnTo>
                  <a:lnTo>
                    <a:pt x="1433" y="129465"/>
                  </a:lnTo>
                  <a:lnTo>
                    <a:pt x="0" y="128987"/>
                  </a:lnTo>
                  <a:lnTo>
                    <a:pt x="0" y="128032"/>
                  </a:lnTo>
                  <a:lnTo>
                    <a:pt x="0" y="127554"/>
                  </a:lnTo>
                  <a:lnTo>
                    <a:pt x="956" y="125643"/>
                  </a:lnTo>
                  <a:lnTo>
                    <a:pt x="2866" y="121821"/>
                  </a:lnTo>
                  <a:lnTo>
                    <a:pt x="4300" y="119432"/>
                  </a:lnTo>
                  <a:lnTo>
                    <a:pt x="5255" y="118477"/>
                  </a:lnTo>
                  <a:lnTo>
                    <a:pt x="8122" y="118477"/>
                  </a:lnTo>
                  <a:lnTo>
                    <a:pt x="10510" y="118477"/>
                  </a:lnTo>
                  <a:lnTo>
                    <a:pt x="12421" y="118477"/>
                  </a:lnTo>
                  <a:lnTo>
                    <a:pt x="15288" y="118477"/>
                  </a:lnTo>
                  <a:lnTo>
                    <a:pt x="18632" y="118477"/>
                  </a:lnTo>
                  <a:lnTo>
                    <a:pt x="20065" y="117522"/>
                  </a:lnTo>
                  <a:lnTo>
                    <a:pt x="21020" y="116566"/>
                  </a:lnTo>
                  <a:lnTo>
                    <a:pt x="21498" y="115611"/>
                  </a:lnTo>
                  <a:lnTo>
                    <a:pt x="21498" y="114177"/>
                  </a:lnTo>
                  <a:lnTo>
                    <a:pt x="21498" y="112744"/>
                  </a:lnTo>
                  <a:lnTo>
                    <a:pt x="21498" y="107489"/>
                  </a:lnTo>
                  <a:lnTo>
                    <a:pt x="21498" y="104145"/>
                  </a:lnTo>
                  <a:lnTo>
                    <a:pt x="21020" y="100323"/>
                  </a:lnTo>
                  <a:lnTo>
                    <a:pt x="21020" y="99846"/>
                  </a:lnTo>
                  <a:lnTo>
                    <a:pt x="21020" y="98890"/>
                  </a:lnTo>
                  <a:lnTo>
                    <a:pt x="21975" y="94591"/>
                  </a:lnTo>
                  <a:lnTo>
                    <a:pt x="22931" y="92680"/>
                  </a:lnTo>
                  <a:lnTo>
                    <a:pt x="23409" y="91247"/>
                  </a:lnTo>
                  <a:lnTo>
                    <a:pt x="25320" y="87425"/>
                  </a:lnTo>
                  <a:lnTo>
                    <a:pt x="25798" y="86469"/>
                  </a:lnTo>
                  <a:lnTo>
                    <a:pt x="25798" y="85036"/>
                  </a:lnTo>
                  <a:lnTo>
                    <a:pt x="24842" y="80259"/>
                  </a:lnTo>
                  <a:lnTo>
                    <a:pt x="26275" y="77870"/>
                  </a:lnTo>
                  <a:lnTo>
                    <a:pt x="28186" y="75481"/>
                  </a:lnTo>
                  <a:lnTo>
                    <a:pt x="29620" y="74526"/>
                  </a:lnTo>
                  <a:lnTo>
                    <a:pt x="31052" y="73570"/>
                  </a:lnTo>
                  <a:lnTo>
                    <a:pt x="31530" y="74048"/>
                  </a:lnTo>
                  <a:lnTo>
                    <a:pt x="32963" y="75004"/>
                  </a:lnTo>
                  <a:lnTo>
                    <a:pt x="34874" y="75959"/>
                  </a:lnTo>
                  <a:lnTo>
                    <a:pt x="35830" y="75959"/>
                  </a:lnTo>
                  <a:lnTo>
                    <a:pt x="37263" y="75004"/>
                  </a:lnTo>
                  <a:lnTo>
                    <a:pt x="38218" y="74048"/>
                  </a:lnTo>
                  <a:lnTo>
                    <a:pt x="37741" y="72137"/>
                  </a:lnTo>
                  <a:lnTo>
                    <a:pt x="38696" y="68316"/>
                  </a:lnTo>
                  <a:lnTo>
                    <a:pt x="38696" y="66405"/>
                  </a:lnTo>
                  <a:lnTo>
                    <a:pt x="39652" y="63538"/>
                  </a:lnTo>
                  <a:lnTo>
                    <a:pt x="40607" y="60194"/>
                  </a:lnTo>
                  <a:lnTo>
                    <a:pt x="41085" y="57805"/>
                  </a:lnTo>
                  <a:lnTo>
                    <a:pt x="41563" y="56372"/>
                  </a:lnTo>
                  <a:lnTo>
                    <a:pt x="44429" y="53984"/>
                  </a:lnTo>
                  <a:lnTo>
                    <a:pt x="46818" y="50162"/>
                  </a:lnTo>
                  <a:lnTo>
                    <a:pt x="48251" y="47295"/>
                  </a:lnTo>
                  <a:lnTo>
                    <a:pt x="51117" y="42996"/>
                  </a:lnTo>
                  <a:lnTo>
                    <a:pt x="52550" y="41563"/>
                  </a:lnTo>
                  <a:lnTo>
                    <a:pt x="53984" y="40607"/>
                  </a:lnTo>
                  <a:lnTo>
                    <a:pt x="55895" y="40129"/>
                  </a:lnTo>
                  <a:lnTo>
                    <a:pt x="59239" y="40129"/>
                  </a:lnTo>
                  <a:lnTo>
                    <a:pt x="61627" y="39652"/>
                  </a:lnTo>
                  <a:lnTo>
                    <a:pt x="61627" y="39174"/>
                  </a:lnTo>
                  <a:lnTo>
                    <a:pt x="62105" y="38218"/>
                  </a:lnTo>
                  <a:lnTo>
                    <a:pt x="62105" y="36308"/>
                  </a:lnTo>
                  <a:lnTo>
                    <a:pt x="62582" y="32963"/>
                  </a:lnTo>
                  <a:lnTo>
                    <a:pt x="63538" y="29619"/>
                  </a:lnTo>
                  <a:lnTo>
                    <a:pt x="64493" y="26753"/>
                  </a:lnTo>
                  <a:lnTo>
                    <a:pt x="65449" y="25798"/>
                  </a:lnTo>
                  <a:lnTo>
                    <a:pt x="65927" y="24842"/>
                  </a:lnTo>
                  <a:lnTo>
                    <a:pt x="66882" y="22931"/>
                  </a:lnTo>
                  <a:lnTo>
                    <a:pt x="68316" y="19109"/>
                  </a:lnTo>
                  <a:lnTo>
                    <a:pt x="68316" y="16243"/>
                  </a:lnTo>
                  <a:lnTo>
                    <a:pt x="69748" y="10988"/>
                  </a:lnTo>
                  <a:lnTo>
                    <a:pt x="70227" y="10988"/>
                  </a:lnTo>
                  <a:lnTo>
                    <a:pt x="72615" y="10032"/>
                  </a:lnTo>
                  <a:lnTo>
                    <a:pt x="75481" y="10032"/>
                  </a:lnTo>
                  <a:lnTo>
                    <a:pt x="77870" y="10510"/>
                  </a:lnTo>
                  <a:lnTo>
                    <a:pt x="79781" y="10988"/>
                  </a:lnTo>
                  <a:lnTo>
                    <a:pt x="80259" y="10510"/>
                  </a:lnTo>
                  <a:lnTo>
                    <a:pt x="81214" y="9555"/>
                  </a:lnTo>
                  <a:lnTo>
                    <a:pt x="81692" y="8599"/>
                  </a:lnTo>
                  <a:lnTo>
                    <a:pt x="82647" y="7644"/>
                  </a:lnTo>
                  <a:lnTo>
                    <a:pt x="84080" y="7644"/>
                  </a:lnTo>
                  <a:lnTo>
                    <a:pt x="84080" y="7644"/>
                  </a:lnTo>
                  <a:lnTo>
                    <a:pt x="85991" y="9077"/>
                  </a:lnTo>
                  <a:lnTo>
                    <a:pt x="89336" y="12899"/>
                  </a:lnTo>
                  <a:lnTo>
                    <a:pt x="89336" y="12899"/>
                  </a:lnTo>
                  <a:lnTo>
                    <a:pt x="89813" y="13377"/>
                  </a:lnTo>
                  <a:lnTo>
                    <a:pt x="90291" y="13377"/>
                  </a:lnTo>
                  <a:lnTo>
                    <a:pt x="91724" y="10032"/>
                  </a:lnTo>
                  <a:lnTo>
                    <a:pt x="93157" y="7644"/>
                  </a:lnTo>
                  <a:lnTo>
                    <a:pt x="95546" y="2867"/>
                  </a:lnTo>
                  <a:lnTo>
                    <a:pt x="96502" y="0"/>
                  </a:lnTo>
                  <a:lnTo>
                    <a:pt x="97935" y="956"/>
                  </a:lnTo>
                  <a:lnTo>
                    <a:pt x="98890" y="2389"/>
                  </a:lnTo>
                  <a:lnTo>
                    <a:pt x="98890" y="2389"/>
                  </a:lnTo>
                  <a:lnTo>
                    <a:pt x="100323" y="2867"/>
                  </a:lnTo>
                  <a:lnTo>
                    <a:pt x="101757" y="3344"/>
                  </a:lnTo>
                  <a:lnTo>
                    <a:pt x="102234" y="3344"/>
                  </a:lnTo>
                  <a:lnTo>
                    <a:pt x="103189" y="3822"/>
                  </a:lnTo>
                  <a:lnTo>
                    <a:pt x="106534" y="7166"/>
                  </a:lnTo>
                  <a:lnTo>
                    <a:pt x="107489" y="8121"/>
                  </a:lnTo>
                  <a:lnTo>
                    <a:pt x="108923" y="8121"/>
                  </a:lnTo>
                  <a:lnTo>
                    <a:pt x="115133" y="6688"/>
                  </a:lnTo>
                  <a:lnTo>
                    <a:pt x="118477" y="4777"/>
                  </a:lnTo>
                  <a:lnTo>
                    <a:pt x="118955" y="4777"/>
                  </a:lnTo>
                  <a:lnTo>
                    <a:pt x="119432" y="4300"/>
                  </a:lnTo>
                  <a:lnTo>
                    <a:pt x="120388" y="4300"/>
                  </a:lnTo>
                  <a:lnTo>
                    <a:pt x="121343" y="5255"/>
                  </a:lnTo>
                  <a:lnTo>
                    <a:pt x="121821" y="5733"/>
                  </a:lnTo>
                  <a:lnTo>
                    <a:pt x="122777" y="7166"/>
                  </a:lnTo>
                  <a:lnTo>
                    <a:pt x="122777" y="7166"/>
                  </a:lnTo>
                  <a:lnTo>
                    <a:pt x="124210" y="7166"/>
                  </a:lnTo>
                  <a:lnTo>
                    <a:pt x="127554" y="6211"/>
                  </a:lnTo>
                  <a:lnTo>
                    <a:pt x="129465" y="5733"/>
                  </a:lnTo>
                  <a:lnTo>
                    <a:pt x="130898" y="6211"/>
                  </a:lnTo>
                  <a:lnTo>
                    <a:pt x="132809" y="6688"/>
                  </a:lnTo>
                  <a:lnTo>
                    <a:pt x="133764" y="6688"/>
                  </a:lnTo>
                  <a:lnTo>
                    <a:pt x="136631" y="7644"/>
                  </a:lnTo>
                  <a:lnTo>
                    <a:pt x="139975" y="7166"/>
                  </a:lnTo>
                  <a:lnTo>
                    <a:pt x="141408" y="7644"/>
                  </a:lnTo>
                  <a:lnTo>
                    <a:pt x="142841" y="7644"/>
                  </a:lnTo>
                  <a:lnTo>
                    <a:pt x="145707" y="9555"/>
                  </a:lnTo>
                  <a:lnTo>
                    <a:pt x="149052" y="11943"/>
                  </a:lnTo>
                  <a:lnTo>
                    <a:pt x="150007" y="11943"/>
                  </a:lnTo>
                  <a:lnTo>
                    <a:pt x="153829" y="13377"/>
                  </a:lnTo>
                  <a:lnTo>
                    <a:pt x="154784" y="13854"/>
                  </a:lnTo>
                  <a:lnTo>
                    <a:pt x="157173" y="16243"/>
                  </a:lnTo>
                  <a:lnTo>
                    <a:pt x="160995" y="21020"/>
                  </a:lnTo>
                  <a:lnTo>
                    <a:pt x="165772" y="25320"/>
                  </a:lnTo>
                  <a:lnTo>
                    <a:pt x="171027" y="28664"/>
                  </a:lnTo>
                  <a:lnTo>
                    <a:pt x="173416" y="31052"/>
                  </a:lnTo>
                  <a:lnTo>
                    <a:pt x="175327" y="33919"/>
                  </a:lnTo>
                  <a:lnTo>
                    <a:pt x="177238" y="36785"/>
                  </a:lnTo>
                  <a:lnTo>
                    <a:pt x="179149" y="37741"/>
                  </a:lnTo>
                  <a:lnTo>
                    <a:pt x="181060" y="38696"/>
                  </a:lnTo>
                  <a:lnTo>
                    <a:pt x="182493" y="40607"/>
                  </a:lnTo>
                  <a:lnTo>
                    <a:pt x="183926" y="42518"/>
                  </a:lnTo>
                  <a:lnTo>
                    <a:pt x="185837" y="44429"/>
                  </a:lnTo>
                  <a:lnTo>
                    <a:pt x="183926" y="47295"/>
                  </a:lnTo>
                  <a:lnTo>
                    <a:pt x="181060" y="50639"/>
                  </a:lnTo>
                  <a:lnTo>
                    <a:pt x="178193" y="54461"/>
                  </a:lnTo>
                  <a:lnTo>
                    <a:pt x="177238" y="55894"/>
                  </a:lnTo>
                  <a:lnTo>
                    <a:pt x="174849" y="58283"/>
                  </a:lnTo>
                  <a:lnTo>
                    <a:pt x="174371" y="58761"/>
                  </a:lnTo>
                  <a:lnTo>
                    <a:pt x="173894" y="60672"/>
                  </a:lnTo>
                  <a:lnTo>
                    <a:pt x="173416" y="64016"/>
                  </a:lnTo>
                  <a:lnTo>
                    <a:pt x="173894" y="67838"/>
                  </a:lnTo>
                  <a:lnTo>
                    <a:pt x="174371" y="71659"/>
                  </a:lnTo>
                  <a:lnTo>
                    <a:pt x="175805" y="72137"/>
                  </a:lnTo>
                  <a:lnTo>
                    <a:pt x="177238" y="72615"/>
                  </a:lnTo>
                  <a:lnTo>
                    <a:pt x="179149" y="72137"/>
                  </a:lnTo>
                  <a:lnTo>
                    <a:pt x="181537" y="71659"/>
                  </a:lnTo>
                  <a:lnTo>
                    <a:pt x="184403" y="71182"/>
                  </a:lnTo>
                  <a:lnTo>
                    <a:pt x="187270" y="70704"/>
                  </a:lnTo>
                  <a:lnTo>
                    <a:pt x="189181" y="70226"/>
                  </a:lnTo>
                  <a:lnTo>
                    <a:pt x="191092" y="70226"/>
                  </a:lnTo>
                  <a:lnTo>
                    <a:pt x="193003" y="70704"/>
                  </a:lnTo>
                  <a:lnTo>
                    <a:pt x="193958" y="71182"/>
                  </a:lnTo>
                  <a:lnTo>
                    <a:pt x="194914" y="71659"/>
                  </a:lnTo>
                  <a:lnTo>
                    <a:pt x="196347" y="71659"/>
                  </a:lnTo>
                  <a:lnTo>
                    <a:pt x="196347" y="72137"/>
                  </a:lnTo>
                  <a:lnTo>
                    <a:pt x="195391" y="73093"/>
                  </a:lnTo>
                  <a:lnTo>
                    <a:pt x="194436" y="74526"/>
                  </a:lnTo>
                  <a:lnTo>
                    <a:pt x="193480" y="75481"/>
                  </a:lnTo>
                  <a:lnTo>
                    <a:pt x="191569" y="78348"/>
                  </a:lnTo>
                  <a:lnTo>
                    <a:pt x="191092" y="78825"/>
                  </a:lnTo>
                  <a:lnTo>
                    <a:pt x="191569" y="79303"/>
                  </a:lnTo>
                  <a:lnTo>
                    <a:pt x="192525" y="80736"/>
                  </a:lnTo>
                  <a:lnTo>
                    <a:pt x="193958" y="83125"/>
                  </a:lnTo>
                  <a:lnTo>
                    <a:pt x="194436" y="85036"/>
                  </a:lnTo>
                  <a:lnTo>
                    <a:pt x="194914" y="85991"/>
                  </a:lnTo>
                  <a:lnTo>
                    <a:pt x="196347" y="87425"/>
                  </a:lnTo>
                  <a:lnTo>
                    <a:pt x="198258" y="89813"/>
                  </a:lnTo>
                  <a:lnTo>
                    <a:pt x="199691" y="91247"/>
                  </a:lnTo>
                  <a:lnTo>
                    <a:pt x="201602" y="92202"/>
                  </a:lnTo>
                  <a:lnTo>
                    <a:pt x="202557" y="94113"/>
                  </a:lnTo>
                  <a:lnTo>
                    <a:pt x="203991" y="96979"/>
                  </a:lnTo>
                  <a:lnTo>
                    <a:pt x="205901" y="99368"/>
                  </a:lnTo>
                  <a:lnTo>
                    <a:pt x="207812" y="101279"/>
                  </a:lnTo>
                  <a:lnTo>
                    <a:pt x="209723" y="101757"/>
                  </a:lnTo>
                  <a:lnTo>
                    <a:pt x="210201" y="102234"/>
                  </a:lnTo>
                  <a:lnTo>
                    <a:pt x="214501" y="105578"/>
                  </a:lnTo>
                  <a:lnTo>
                    <a:pt x="217845" y="107967"/>
                  </a:lnTo>
                  <a:lnTo>
                    <a:pt x="218323" y="108445"/>
                  </a:lnTo>
                  <a:lnTo>
                    <a:pt x="224055" y="110356"/>
                  </a:lnTo>
                  <a:lnTo>
                    <a:pt x="230266" y="112266"/>
                  </a:lnTo>
                  <a:lnTo>
                    <a:pt x="235521" y="113700"/>
                  </a:lnTo>
                  <a:lnTo>
                    <a:pt x="242209" y="115611"/>
                  </a:lnTo>
                  <a:lnTo>
                    <a:pt x="248897" y="117522"/>
                  </a:lnTo>
                  <a:lnTo>
                    <a:pt x="255108" y="119432"/>
                  </a:lnTo>
                  <a:lnTo>
                    <a:pt x="263707" y="122299"/>
                  </a:lnTo>
                  <a:lnTo>
                    <a:pt x="270395" y="124210"/>
                  </a:lnTo>
                  <a:lnTo>
                    <a:pt x="275650" y="126121"/>
                  </a:lnTo>
                  <a:lnTo>
                    <a:pt x="277083" y="126598"/>
                  </a:lnTo>
                  <a:lnTo>
                    <a:pt x="283294" y="126598"/>
                  </a:lnTo>
                  <a:lnTo>
                    <a:pt x="289982" y="126598"/>
                  </a:lnTo>
                  <a:lnTo>
                    <a:pt x="296670" y="1265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8" name="Freeform 1417">
              <a:extLst>
                <a:ext uri="{FF2B5EF4-FFF2-40B4-BE49-F238E27FC236}">
                  <a16:creationId xmlns:a16="http://schemas.microsoft.com/office/drawing/2014/main" id="{27C88F7A-56EF-C7C1-E19E-8906728D66F6}"/>
                </a:ext>
              </a:extLst>
            </p:cNvPr>
            <p:cNvSpPr/>
            <p:nvPr/>
          </p:nvSpPr>
          <p:spPr>
            <a:xfrm>
              <a:off x="6821193" y="3912246"/>
              <a:ext cx="11943" cy="2866"/>
            </a:xfrm>
            <a:custGeom>
              <a:avLst/>
              <a:gdLst>
                <a:gd name="csX0" fmla="*/ 11943 w 11943"/>
                <a:gd name="csY0" fmla="*/ 2867 h 2866"/>
                <a:gd name="csX1" fmla="*/ 11943 w 11943"/>
                <a:gd name="csY1" fmla="*/ 2867 h 2866"/>
                <a:gd name="csX2" fmla="*/ 10510 w 11943"/>
                <a:gd name="csY2" fmla="*/ 2867 h 2866"/>
                <a:gd name="csX3" fmla="*/ 6210 w 11943"/>
                <a:gd name="csY3" fmla="*/ 2389 h 2866"/>
                <a:gd name="csX4" fmla="*/ 4777 w 11943"/>
                <a:gd name="csY4" fmla="*/ 2389 h 2866"/>
                <a:gd name="csX5" fmla="*/ 955 w 11943"/>
                <a:gd name="csY5" fmla="*/ 956 h 2866"/>
                <a:gd name="csX6" fmla="*/ 0 w 11943"/>
                <a:gd name="csY6" fmla="*/ 0 h 2866"/>
                <a:gd name="csX7" fmla="*/ 0 w 11943"/>
                <a:gd name="csY7" fmla="*/ 0 h 2866"/>
                <a:gd name="csX8" fmla="*/ 955 w 11943"/>
                <a:gd name="csY8" fmla="*/ 956 h 2866"/>
                <a:gd name="csX9" fmla="*/ 4777 w 11943"/>
                <a:gd name="csY9" fmla="*/ 2389 h 2866"/>
                <a:gd name="csX10" fmla="*/ 6210 w 11943"/>
                <a:gd name="csY10" fmla="*/ 2389 h 2866"/>
                <a:gd name="csX11" fmla="*/ 10510 w 11943"/>
                <a:gd name="csY11" fmla="*/ 2867 h 2866"/>
                <a:gd name="csX12" fmla="*/ 11943 w 11943"/>
                <a:gd name="csY12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1943" h="2866">
                  <a:moveTo>
                    <a:pt x="11943" y="2867"/>
                  </a:moveTo>
                  <a:lnTo>
                    <a:pt x="11943" y="2867"/>
                  </a:lnTo>
                  <a:lnTo>
                    <a:pt x="10510" y="2867"/>
                  </a:lnTo>
                  <a:lnTo>
                    <a:pt x="6210" y="2389"/>
                  </a:lnTo>
                  <a:lnTo>
                    <a:pt x="4777" y="2389"/>
                  </a:lnTo>
                  <a:lnTo>
                    <a:pt x="955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956"/>
                  </a:lnTo>
                  <a:lnTo>
                    <a:pt x="4777" y="2389"/>
                  </a:lnTo>
                  <a:lnTo>
                    <a:pt x="6210" y="2389"/>
                  </a:lnTo>
                  <a:lnTo>
                    <a:pt x="10510" y="2867"/>
                  </a:lnTo>
                  <a:lnTo>
                    <a:pt x="11943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9" name="Freeform 1418">
              <a:extLst>
                <a:ext uri="{FF2B5EF4-FFF2-40B4-BE49-F238E27FC236}">
                  <a16:creationId xmlns:a16="http://schemas.microsoft.com/office/drawing/2014/main" id="{CD771B25-08F0-A19D-8A83-2ABC2FC634BE}"/>
                </a:ext>
              </a:extLst>
            </p:cNvPr>
            <p:cNvSpPr/>
            <p:nvPr/>
          </p:nvSpPr>
          <p:spPr>
            <a:xfrm>
              <a:off x="6825970" y="3674814"/>
              <a:ext cx="6687" cy="3821"/>
            </a:xfrm>
            <a:custGeom>
              <a:avLst/>
              <a:gdLst>
                <a:gd name="csX0" fmla="*/ 6688 w 6687"/>
                <a:gd name="csY0" fmla="*/ 3822 h 3821"/>
                <a:gd name="csX1" fmla="*/ 6688 w 6687"/>
                <a:gd name="csY1" fmla="*/ 3822 h 3821"/>
                <a:gd name="csX2" fmla="*/ 3821 w 6687"/>
                <a:gd name="csY2" fmla="*/ 955 h 3821"/>
                <a:gd name="csX3" fmla="*/ 1910 w 6687"/>
                <a:gd name="csY3" fmla="*/ 0 h 3821"/>
                <a:gd name="csX4" fmla="*/ 0 w 6687"/>
                <a:gd name="csY4" fmla="*/ 478 h 3821"/>
                <a:gd name="csX5" fmla="*/ 1910 w 6687"/>
                <a:gd name="csY5" fmla="*/ 0 h 3821"/>
                <a:gd name="csX6" fmla="*/ 3821 w 6687"/>
                <a:gd name="csY6" fmla="*/ 955 h 3821"/>
                <a:gd name="csX7" fmla="*/ 6688 w 6687"/>
                <a:gd name="csY7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687" h="3821">
                  <a:moveTo>
                    <a:pt x="6688" y="3822"/>
                  </a:moveTo>
                  <a:lnTo>
                    <a:pt x="6688" y="3822"/>
                  </a:lnTo>
                  <a:lnTo>
                    <a:pt x="3821" y="955"/>
                  </a:lnTo>
                  <a:lnTo>
                    <a:pt x="1910" y="0"/>
                  </a:lnTo>
                  <a:lnTo>
                    <a:pt x="0" y="478"/>
                  </a:lnTo>
                  <a:lnTo>
                    <a:pt x="1910" y="0"/>
                  </a:lnTo>
                  <a:lnTo>
                    <a:pt x="3821" y="955"/>
                  </a:lnTo>
                  <a:lnTo>
                    <a:pt x="6688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0" name="Freeform 1419">
              <a:extLst>
                <a:ext uri="{FF2B5EF4-FFF2-40B4-BE49-F238E27FC236}">
                  <a16:creationId xmlns:a16="http://schemas.microsoft.com/office/drawing/2014/main" id="{7C01B7A0-4D62-F286-1892-5916F5627007}"/>
                </a:ext>
              </a:extLst>
            </p:cNvPr>
            <p:cNvSpPr/>
            <p:nvPr/>
          </p:nvSpPr>
          <p:spPr>
            <a:xfrm>
              <a:off x="6821193" y="4944619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478 h 477"/>
                <a:gd name="csX2" fmla="*/ 478 w 477"/>
                <a:gd name="csY2" fmla="*/ 478 h 477"/>
                <a:gd name="csX3" fmla="*/ 0 w 477"/>
                <a:gd name="csY3" fmla="*/ 478 h 477"/>
                <a:gd name="csX4" fmla="*/ 0 w 477"/>
                <a:gd name="csY4" fmla="*/ 478 h 477"/>
                <a:gd name="csX5" fmla="*/ 478 w 477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478"/>
                  </a:lnTo>
                  <a:lnTo>
                    <a:pt x="478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1" name="Freeform 1420">
              <a:extLst>
                <a:ext uri="{FF2B5EF4-FFF2-40B4-BE49-F238E27FC236}">
                  <a16:creationId xmlns:a16="http://schemas.microsoft.com/office/drawing/2014/main" id="{9EC48259-4D64-62FA-289F-60594A839BC9}"/>
                </a:ext>
              </a:extLst>
            </p:cNvPr>
            <p:cNvSpPr/>
            <p:nvPr/>
          </p:nvSpPr>
          <p:spPr>
            <a:xfrm>
              <a:off x="6815459" y="3686280"/>
              <a:ext cx="5254" cy="4299"/>
            </a:xfrm>
            <a:custGeom>
              <a:avLst/>
              <a:gdLst>
                <a:gd name="csX0" fmla="*/ 5255 w 5254"/>
                <a:gd name="csY0" fmla="*/ 0 h 4299"/>
                <a:gd name="csX1" fmla="*/ 5255 w 5254"/>
                <a:gd name="csY1" fmla="*/ 0 h 4299"/>
                <a:gd name="csX2" fmla="*/ 2866 w 5254"/>
                <a:gd name="csY2" fmla="*/ 1911 h 4299"/>
                <a:gd name="csX3" fmla="*/ 0 w 5254"/>
                <a:gd name="csY3" fmla="*/ 4300 h 4299"/>
                <a:gd name="csX4" fmla="*/ 2866 w 5254"/>
                <a:gd name="csY4" fmla="*/ 1911 h 4299"/>
                <a:gd name="csX5" fmla="*/ 5255 w 5254"/>
                <a:gd name="csY5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54" h="4299">
                  <a:moveTo>
                    <a:pt x="5255" y="0"/>
                  </a:moveTo>
                  <a:lnTo>
                    <a:pt x="5255" y="0"/>
                  </a:lnTo>
                  <a:lnTo>
                    <a:pt x="2866" y="1911"/>
                  </a:lnTo>
                  <a:lnTo>
                    <a:pt x="0" y="4300"/>
                  </a:lnTo>
                  <a:lnTo>
                    <a:pt x="2866" y="1911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2" name="Freeform 1421">
              <a:extLst>
                <a:ext uri="{FF2B5EF4-FFF2-40B4-BE49-F238E27FC236}">
                  <a16:creationId xmlns:a16="http://schemas.microsoft.com/office/drawing/2014/main" id="{4E300A99-F6B2-0E0B-ED5C-F93F7CA5CEA8}"/>
                </a:ext>
              </a:extLst>
            </p:cNvPr>
            <p:cNvSpPr/>
            <p:nvPr/>
          </p:nvSpPr>
          <p:spPr>
            <a:xfrm>
              <a:off x="6816893" y="3906513"/>
              <a:ext cx="1911" cy="955"/>
            </a:xfrm>
            <a:custGeom>
              <a:avLst/>
              <a:gdLst>
                <a:gd name="csX0" fmla="*/ 1911 w 1911"/>
                <a:gd name="csY0" fmla="*/ 956 h 955"/>
                <a:gd name="csX1" fmla="*/ 1911 w 1911"/>
                <a:gd name="csY1" fmla="*/ 956 h 955"/>
                <a:gd name="csX2" fmla="*/ 0 w 1911"/>
                <a:gd name="csY2" fmla="*/ 0 h 955"/>
                <a:gd name="csX3" fmla="*/ 1911 w 1911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955">
                  <a:moveTo>
                    <a:pt x="1911" y="956"/>
                  </a:moveTo>
                  <a:lnTo>
                    <a:pt x="1911" y="956"/>
                  </a:lnTo>
                  <a:lnTo>
                    <a:pt x="0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3" name="Freeform 1422">
              <a:extLst>
                <a:ext uri="{FF2B5EF4-FFF2-40B4-BE49-F238E27FC236}">
                  <a16:creationId xmlns:a16="http://schemas.microsoft.com/office/drawing/2014/main" id="{3F5C3513-13A1-8669-3A4F-248208878427}"/>
                </a:ext>
              </a:extLst>
            </p:cNvPr>
            <p:cNvSpPr/>
            <p:nvPr/>
          </p:nvSpPr>
          <p:spPr>
            <a:xfrm>
              <a:off x="6797306" y="4417684"/>
              <a:ext cx="21497" cy="6210"/>
            </a:xfrm>
            <a:custGeom>
              <a:avLst/>
              <a:gdLst>
                <a:gd name="csX0" fmla="*/ 21498 w 21497"/>
                <a:gd name="csY0" fmla="*/ 6211 h 6210"/>
                <a:gd name="csX1" fmla="*/ 18153 w 21497"/>
                <a:gd name="csY1" fmla="*/ 5733 h 6210"/>
                <a:gd name="csX2" fmla="*/ 16242 w 21497"/>
                <a:gd name="csY2" fmla="*/ 3822 h 6210"/>
                <a:gd name="csX3" fmla="*/ 13854 w 21497"/>
                <a:gd name="csY3" fmla="*/ 956 h 6210"/>
                <a:gd name="csX4" fmla="*/ 12898 w 21497"/>
                <a:gd name="csY4" fmla="*/ 0 h 6210"/>
                <a:gd name="csX5" fmla="*/ 11943 w 21497"/>
                <a:gd name="csY5" fmla="*/ 0 h 6210"/>
                <a:gd name="csX6" fmla="*/ 8599 w 21497"/>
                <a:gd name="csY6" fmla="*/ 478 h 6210"/>
                <a:gd name="csX7" fmla="*/ 4777 w 21497"/>
                <a:gd name="csY7" fmla="*/ 478 h 6210"/>
                <a:gd name="csX8" fmla="*/ 0 w 21497"/>
                <a:gd name="csY8" fmla="*/ 478 h 6210"/>
                <a:gd name="csX9" fmla="*/ 4777 w 21497"/>
                <a:gd name="csY9" fmla="*/ 478 h 6210"/>
                <a:gd name="csX10" fmla="*/ 9076 w 21497"/>
                <a:gd name="csY10" fmla="*/ 478 h 6210"/>
                <a:gd name="csX11" fmla="*/ 12421 w 21497"/>
                <a:gd name="csY11" fmla="*/ 0 h 6210"/>
                <a:gd name="csX12" fmla="*/ 12898 w 21497"/>
                <a:gd name="csY12" fmla="*/ 0 h 6210"/>
                <a:gd name="csX13" fmla="*/ 14332 w 21497"/>
                <a:gd name="csY13" fmla="*/ 956 h 6210"/>
                <a:gd name="csX14" fmla="*/ 16242 w 21497"/>
                <a:gd name="csY14" fmla="*/ 3344 h 6210"/>
                <a:gd name="csX15" fmla="*/ 18153 w 21497"/>
                <a:gd name="csY15" fmla="*/ 5733 h 6210"/>
                <a:gd name="csX16" fmla="*/ 21498 w 21497"/>
                <a:gd name="csY16" fmla="*/ 6211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1497" h="6210">
                  <a:moveTo>
                    <a:pt x="21498" y="6211"/>
                  </a:moveTo>
                  <a:lnTo>
                    <a:pt x="18153" y="5733"/>
                  </a:lnTo>
                  <a:lnTo>
                    <a:pt x="16242" y="3822"/>
                  </a:lnTo>
                  <a:lnTo>
                    <a:pt x="13854" y="956"/>
                  </a:lnTo>
                  <a:lnTo>
                    <a:pt x="12898" y="0"/>
                  </a:lnTo>
                  <a:lnTo>
                    <a:pt x="11943" y="0"/>
                  </a:lnTo>
                  <a:lnTo>
                    <a:pt x="8599" y="478"/>
                  </a:lnTo>
                  <a:lnTo>
                    <a:pt x="4777" y="478"/>
                  </a:lnTo>
                  <a:lnTo>
                    <a:pt x="0" y="478"/>
                  </a:lnTo>
                  <a:lnTo>
                    <a:pt x="4777" y="478"/>
                  </a:lnTo>
                  <a:lnTo>
                    <a:pt x="9076" y="478"/>
                  </a:lnTo>
                  <a:lnTo>
                    <a:pt x="12421" y="0"/>
                  </a:lnTo>
                  <a:lnTo>
                    <a:pt x="12898" y="0"/>
                  </a:lnTo>
                  <a:lnTo>
                    <a:pt x="14332" y="956"/>
                  </a:lnTo>
                  <a:lnTo>
                    <a:pt x="16242" y="3344"/>
                  </a:lnTo>
                  <a:lnTo>
                    <a:pt x="18153" y="5733"/>
                  </a:lnTo>
                  <a:lnTo>
                    <a:pt x="21498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4" name="Freeform 1423">
              <a:extLst>
                <a:ext uri="{FF2B5EF4-FFF2-40B4-BE49-F238E27FC236}">
                  <a16:creationId xmlns:a16="http://schemas.microsoft.com/office/drawing/2014/main" id="{C31DEDFC-D770-5D0B-B434-38A4A0CBDF24}"/>
                </a:ext>
              </a:extLst>
            </p:cNvPr>
            <p:cNvSpPr/>
            <p:nvPr/>
          </p:nvSpPr>
          <p:spPr>
            <a:xfrm>
              <a:off x="6815937" y="3906035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0 w 955"/>
                <a:gd name="csY1" fmla="*/ 0 h 477"/>
                <a:gd name="csX2" fmla="*/ 0 w 955"/>
                <a:gd name="csY2" fmla="*/ 0 h 477"/>
                <a:gd name="csX3" fmla="*/ 956 w 955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5" name="Freeform 1424">
              <a:extLst>
                <a:ext uri="{FF2B5EF4-FFF2-40B4-BE49-F238E27FC236}">
                  <a16:creationId xmlns:a16="http://schemas.microsoft.com/office/drawing/2014/main" id="{8FA47135-0BC5-1DAE-4C1B-3EA7383C5DE9}"/>
                </a:ext>
              </a:extLst>
            </p:cNvPr>
            <p:cNvSpPr/>
            <p:nvPr/>
          </p:nvSpPr>
          <p:spPr>
            <a:xfrm>
              <a:off x="6806382" y="4184552"/>
              <a:ext cx="9076" cy="955"/>
            </a:xfrm>
            <a:custGeom>
              <a:avLst/>
              <a:gdLst>
                <a:gd name="csX0" fmla="*/ 9077 w 9076"/>
                <a:gd name="csY0" fmla="*/ 956 h 955"/>
                <a:gd name="csX1" fmla="*/ 3822 w 9076"/>
                <a:gd name="csY1" fmla="*/ 0 h 955"/>
                <a:gd name="csX2" fmla="*/ 0 w 9076"/>
                <a:gd name="csY2" fmla="*/ 0 h 955"/>
                <a:gd name="csX3" fmla="*/ 3822 w 9076"/>
                <a:gd name="csY3" fmla="*/ 0 h 955"/>
                <a:gd name="csX4" fmla="*/ 9077 w 9076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76" h="955">
                  <a:moveTo>
                    <a:pt x="9077" y="956"/>
                  </a:moveTo>
                  <a:lnTo>
                    <a:pt x="3822" y="0"/>
                  </a:lnTo>
                  <a:lnTo>
                    <a:pt x="0" y="0"/>
                  </a:lnTo>
                  <a:lnTo>
                    <a:pt x="3822" y="0"/>
                  </a:lnTo>
                  <a:lnTo>
                    <a:pt x="907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6" name="Freeform 1425">
              <a:extLst>
                <a:ext uri="{FF2B5EF4-FFF2-40B4-BE49-F238E27FC236}">
                  <a16:creationId xmlns:a16="http://schemas.microsoft.com/office/drawing/2014/main" id="{6F8DA5DD-7F21-07E1-36C5-60A8FA4CBCFB}"/>
                </a:ext>
              </a:extLst>
            </p:cNvPr>
            <p:cNvSpPr/>
            <p:nvPr/>
          </p:nvSpPr>
          <p:spPr>
            <a:xfrm>
              <a:off x="6814027" y="3713510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955 w 955"/>
                <a:gd name="csY1" fmla="*/ 0 h 955"/>
                <a:gd name="csX2" fmla="*/ 0 w 955"/>
                <a:gd name="csY2" fmla="*/ 955 h 955"/>
                <a:gd name="csX3" fmla="*/ 955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955" y="0"/>
                  </a:lnTo>
                  <a:lnTo>
                    <a:pt x="0" y="955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7" name="Freeform 1426">
              <a:extLst>
                <a:ext uri="{FF2B5EF4-FFF2-40B4-BE49-F238E27FC236}">
                  <a16:creationId xmlns:a16="http://schemas.microsoft.com/office/drawing/2014/main" id="{1C35E243-E632-1398-D6B4-8BD507F98B9F}"/>
                </a:ext>
              </a:extLst>
            </p:cNvPr>
            <p:cNvSpPr/>
            <p:nvPr/>
          </p:nvSpPr>
          <p:spPr>
            <a:xfrm>
              <a:off x="6812593" y="3902214"/>
              <a:ext cx="1911" cy="1433"/>
            </a:xfrm>
            <a:custGeom>
              <a:avLst/>
              <a:gdLst>
                <a:gd name="csX0" fmla="*/ 1911 w 1911"/>
                <a:gd name="csY0" fmla="*/ 1433 h 1433"/>
                <a:gd name="csX1" fmla="*/ 1911 w 1911"/>
                <a:gd name="csY1" fmla="*/ 1433 h 1433"/>
                <a:gd name="csX2" fmla="*/ 0 w 1911"/>
                <a:gd name="csY2" fmla="*/ 0 h 1433"/>
                <a:gd name="csX3" fmla="*/ 1911 w 1911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433">
                  <a:moveTo>
                    <a:pt x="1911" y="1433"/>
                  </a:moveTo>
                  <a:lnTo>
                    <a:pt x="1911" y="1433"/>
                  </a:lnTo>
                  <a:lnTo>
                    <a:pt x="0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8" name="Freeform 1427">
              <a:extLst>
                <a:ext uri="{FF2B5EF4-FFF2-40B4-BE49-F238E27FC236}">
                  <a16:creationId xmlns:a16="http://schemas.microsoft.com/office/drawing/2014/main" id="{48FC8D60-227F-4592-18DB-191492A9E7F7}"/>
                </a:ext>
              </a:extLst>
            </p:cNvPr>
            <p:cNvSpPr/>
            <p:nvPr/>
          </p:nvSpPr>
          <p:spPr>
            <a:xfrm>
              <a:off x="6806861" y="3899825"/>
              <a:ext cx="3821" cy="955"/>
            </a:xfrm>
            <a:custGeom>
              <a:avLst/>
              <a:gdLst>
                <a:gd name="csX0" fmla="*/ 3821 w 3821"/>
                <a:gd name="csY0" fmla="*/ 478 h 955"/>
                <a:gd name="csX1" fmla="*/ 3821 w 3821"/>
                <a:gd name="csY1" fmla="*/ 478 h 955"/>
                <a:gd name="csX2" fmla="*/ 2866 w 3821"/>
                <a:gd name="csY2" fmla="*/ 0 h 955"/>
                <a:gd name="csX3" fmla="*/ 1433 w 3821"/>
                <a:gd name="csY3" fmla="*/ 956 h 955"/>
                <a:gd name="csX4" fmla="*/ 478 w 3821"/>
                <a:gd name="csY4" fmla="*/ 956 h 955"/>
                <a:gd name="csX5" fmla="*/ 0 w 3821"/>
                <a:gd name="csY5" fmla="*/ 478 h 955"/>
                <a:gd name="csX6" fmla="*/ 0 w 3821"/>
                <a:gd name="csY6" fmla="*/ 478 h 955"/>
                <a:gd name="csX7" fmla="*/ 478 w 3821"/>
                <a:gd name="csY7" fmla="*/ 956 h 955"/>
                <a:gd name="csX8" fmla="*/ 1433 w 3821"/>
                <a:gd name="csY8" fmla="*/ 478 h 955"/>
                <a:gd name="csX9" fmla="*/ 2866 w 3821"/>
                <a:gd name="csY9" fmla="*/ 0 h 955"/>
                <a:gd name="csX10" fmla="*/ 3821 w 3821"/>
                <a:gd name="csY10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21" h="955">
                  <a:moveTo>
                    <a:pt x="3821" y="478"/>
                  </a:moveTo>
                  <a:lnTo>
                    <a:pt x="3821" y="478"/>
                  </a:lnTo>
                  <a:lnTo>
                    <a:pt x="2866" y="0"/>
                  </a:lnTo>
                  <a:lnTo>
                    <a:pt x="1433" y="956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956"/>
                  </a:lnTo>
                  <a:lnTo>
                    <a:pt x="1433" y="478"/>
                  </a:lnTo>
                  <a:lnTo>
                    <a:pt x="2866" y="0"/>
                  </a:lnTo>
                  <a:lnTo>
                    <a:pt x="38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9" name="Freeform 1428">
              <a:extLst>
                <a:ext uri="{FF2B5EF4-FFF2-40B4-BE49-F238E27FC236}">
                  <a16:creationId xmlns:a16="http://schemas.microsoft.com/office/drawing/2014/main" id="{026678E3-218E-9731-1561-8F5D48E36684}"/>
                </a:ext>
              </a:extLst>
            </p:cNvPr>
            <p:cNvSpPr/>
            <p:nvPr/>
          </p:nvSpPr>
          <p:spPr>
            <a:xfrm>
              <a:off x="6676440" y="3857307"/>
              <a:ext cx="132809" cy="61149"/>
            </a:xfrm>
            <a:custGeom>
              <a:avLst/>
              <a:gdLst>
                <a:gd name="csX0" fmla="*/ 95068 w 132809"/>
                <a:gd name="csY0" fmla="*/ 23409 h 61149"/>
                <a:gd name="csX1" fmla="*/ 96501 w 132809"/>
                <a:gd name="csY1" fmla="*/ 20065 h 61149"/>
                <a:gd name="csX2" fmla="*/ 96979 w 132809"/>
                <a:gd name="csY2" fmla="*/ 20065 h 61149"/>
                <a:gd name="csX3" fmla="*/ 98412 w 132809"/>
                <a:gd name="csY3" fmla="*/ 20542 h 61149"/>
                <a:gd name="csX4" fmla="*/ 101278 w 132809"/>
                <a:gd name="csY4" fmla="*/ 21498 h 61149"/>
                <a:gd name="csX5" fmla="*/ 102712 w 132809"/>
                <a:gd name="csY5" fmla="*/ 21976 h 61149"/>
                <a:gd name="csX6" fmla="*/ 103667 w 132809"/>
                <a:gd name="csY6" fmla="*/ 22453 h 61149"/>
                <a:gd name="csX7" fmla="*/ 106534 w 132809"/>
                <a:gd name="csY7" fmla="*/ 25320 h 61149"/>
                <a:gd name="csX8" fmla="*/ 106534 w 132809"/>
                <a:gd name="csY8" fmla="*/ 25798 h 61149"/>
                <a:gd name="csX9" fmla="*/ 110833 w 132809"/>
                <a:gd name="csY9" fmla="*/ 25320 h 61149"/>
                <a:gd name="csX10" fmla="*/ 112744 w 132809"/>
                <a:gd name="csY10" fmla="*/ 25798 h 61149"/>
                <a:gd name="csX11" fmla="*/ 113700 w 132809"/>
                <a:gd name="csY11" fmla="*/ 26275 h 61149"/>
                <a:gd name="csX12" fmla="*/ 114177 w 132809"/>
                <a:gd name="csY12" fmla="*/ 26753 h 61149"/>
                <a:gd name="csX13" fmla="*/ 113222 w 132809"/>
                <a:gd name="csY13" fmla="*/ 29619 h 61149"/>
                <a:gd name="csX14" fmla="*/ 112266 w 132809"/>
                <a:gd name="csY14" fmla="*/ 32963 h 61149"/>
                <a:gd name="csX15" fmla="*/ 112266 w 132809"/>
                <a:gd name="csY15" fmla="*/ 33441 h 61149"/>
                <a:gd name="csX16" fmla="*/ 114177 w 132809"/>
                <a:gd name="csY16" fmla="*/ 34397 h 61149"/>
                <a:gd name="csX17" fmla="*/ 116566 w 132809"/>
                <a:gd name="csY17" fmla="*/ 35830 h 61149"/>
                <a:gd name="csX18" fmla="*/ 117999 w 132809"/>
                <a:gd name="csY18" fmla="*/ 36785 h 61149"/>
                <a:gd name="csX19" fmla="*/ 118477 w 132809"/>
                <a:gd name="csY19" fmla="*/ 37741 h 61149"/>
                <a:gd name="csX20" fmla="*/ 120388 w 132809"/>
                <a:gd name="csY20" fmla="*/ 38218 h 61149"/>
                <a:gd name="csX21" fmla="*/ 122776 w 132809"/>
                <a:gd name="csY21" fmla="*/ 38696 h 61149"/>
                <a:gd name="csX22" fmla="*/ 123732 w 132809"/>
                <a:gd name="csY22" fmla="*/ 38696 h 61149"/>
                <a:gd name="csX23" fmla="*/ 124687 w 132809"/>
                <a:gd name="csY23" fmla="*/ 39651 h 61149"/>
                <a:gd name="csX24" fmla="*/ 127554 w 132809"/>
                <a:gd name="csY24" fmla="*/ 41085 h 61149"/>
                <a:gd name="csX25" fmla="*/ 128032 w 132809"/>
                <a:gd name="csY25" fmla="*/ 41085 h 61149"/>
                <a:gd name="csX26" fmla="*/ 127554 w 132809"/>
                <a:gd name="csY26" fmla="*/ 42040 h 61149"/>
                <a:gd name="csX27" fmla="*/ 126598 w 132809"/>
                <a:gd name="csY27" fmla="*/ 43474 h 61149"/>
                <a:gd name="csX28" fmla="*/ 125643 w 132809"/>
                <a:gd name="csY28" fmla="*/ 44429 h 61149"/>
                <a:gd name="csX29" fmla="*/ 124687 w 132809"/>
                <a:gd name="csY29" fmla="*/ 44429 h 61149"/>
                <a:gd name="csX30" fmla="*/ 123732 w 132809"/>
                <a:gd name="csY30" fmla="*/ 44907 h 61149"/>
                <a:gd name="csX31" fmla="*/ 123254 w 132809"/>
                <a:gd name="csY31" fmla="*/ 45862 h 61149"/>
                <a:gd name="csX32" fmla="*/ 123254 w 132809"/>
                <a:gd name="csY32" fmla="*/ 46817 h 61149"/>
                <a:gd name="csX33" fmla="*/ 123254 w 132809"/>
                <a:gd name="csY33" fmla="*/ 47773 h 61149"/>
                <a:gd name="csX34" fmla="*/ 123732 w 132809"/>
                <a:gd name="csY34" fmla="*/ 47773 h 61149"/>
                <a:gd name="csX35" fmla="*/ 123732 w 132809"/>
                <a:gd name="csY35" fmla="*/ 47773 h 61149"/>
                <a:gd name="csX36" fmla="*/ 124687 w 132809"/>
                <a:gd name="csY36" fmla="*/ 48251 h 61149"/>
                <a:gd name="csX37" fmla="*/ 125643 w 132809"/>
                <a:gd name="csY37" fmla="*/ 50639 h 61149"/>
                <a:gd name="csX38" fmla="*/ 127076 w 132809"/>
                <a:gd name="csY38" fmla="*/ 51595 h 61149"/>
                <a:gd name="csX39" fmla="*/ 129465 w 132809"/>
                <a:gd name="csY39" fmla="*/ 53028 h 61149"/>
                <a:gd name="csX40" fmla="*/ 131853 w 132809"/>
                <a:gd name="csY40" fmla="*/ 54461 h 61149"/>
                <a:gd name="csX41" fmla="*/ 132809 w 132809"/>
                <a:gd name="csY41" fmla="*/ 55894 h 61149"/>
                <a:gd name="csX42" fmla="*/ 132809 w 132809"/>
                <a:gd name="csY42" fmla="*/ 56850 h 61149"/>
                <a:gd name="csX43" fmla="*/ 131853 w 132809"/>
                <a:gd name="csY43" fmla="*/ 58761 h 61149"/>
                <a:gd name="csX44" fmla="*/ 129942 w 132809"/>
                <a:gd name="csY44" fmla="*/ 60672 h 61149"/>
                <a:gd name="csX45" fmla="*/ 128509 w 132809"/>
                <a:gd name="csY45" fmla="*/ 61149 h 61149"/>
                <a:gd name="csX46" fmla="*/ 128032 w 132809"/>
                <a:gd name="csY46" fmla="*/ 60672 h 61149"/>
                <a:gd name="csX47" fmla="*/ 127076 w 132809"/>
                <a:gd name="csY47" fmla="*/ 60194 h 61149"/>
                <a:gd name="csX48" fmla="*/ 125165 w 132809"/>
                <a:gd name="csY48" fmla="*/ 58761 h 61149"/>
                <a:gd name="csX49" fmla="*/ 122776 w 132809"/>
                <a:gd name="csY49" fmla="*/ 57805 h 61149"/>
                <a:gd name="csX50" fmla="*/ 122776 w 132809"/>
                <a:gd name="csY50" fmla="*/ 57805 h 61149"/>
                <a:gd name="csX51" fmla="*/ 121343 w 132809"/>
                <a:gd name="csY51" fmla="*/ 58283 h 61149"/>
                <a:gd name="csX52" fmla="*/ 119910 w 132809"/>
                <a:gd name="csY52" fmla="*/ 58761 h 61149"/>
                <a:gd name="csX53" fmla="*/ 117999 w 132809"/>
                <a:gd name="csY53" fmla="*/ 58283 h 61149"/>
                <a:gd name="csX54" fmla="*/ 115610 w 132809"/>
                <a:gd name="csY54" fmla="*/ 57328 h 61149"/>
                <a:gd name="csX55" fmla="*/ 114177 w 132809"/>
                <a:gd name="csY55" fmla="*/ 56372 h 61149"/>
                <a:gd name="csX56" fmla="*/ 113700 w 132809"/>
                <a:gd name="csY56" fmla="*/ 55894 h 61149"/>
                <a:gd name="csX57" fmla="*/ 113700 w 132809"/>
                <a:gd name="csY57" fmla="*/ 54461 h 61149"/>
                <a:gd name="csX58" fmla="*/ 107967 w 132809"/>
                <a:gd name="csY58" fmla="*/ 52550 h 61149"/>
                <a:gd name="csX59" fmla="*/ 105100 w 132809"/>
                <a:gd name="csY59" fmla="*/ 52073 h 61149"/>
                <a:gd name="csX60" fmla="*/ 104145 w 132809"/>
                <a:gd name="csY60" fmla="*/ 52550 h 61149"/>
                <a:gd name="csX61" fmla="*/ 99846 w 132809"/>
                <a:gd name="csY61" fmla="*/ 55894 h 61149"/>
                <a:gd name="csX62" fmla="*/ 99368 w 132809"/>
                <a:gd name="csY62" fmla="*/ 55894 h 61149"/>
                <a:gd name="csX63" fmla="*/ 96024 w 132809"/>
                <a:gd name="csY63" fmla="*/ 56372 h 61149"/>
                <a:gd name="csX64" fmla="*/ 96024 w 132809"/>
                <a:gd name="csY64" fmla="*/ 56850 h 61149"/>
                <a:gd name="csX65" fmla="*/ 96501 w 132809"/>
                <a:gd name="csY65" fmla="*/ 57328 h 61149"/>
                <a:gd name="csX66" fmla="*/ 96501 w 132809"/>
                <a:gd name="csY66" fmla="*/ 57805 h 61149"/>
                <a:gd name="csX67" fmla="*/ 91246 w 132809"/>
                <a:gd name="csY67" fmla="*/ 57805 h 61149"/>
                <a:gd name="csX68" fmla="*/ 89335 w 132809"/>
                <a:gd name="csY68" fmla="*/ 58283 h 61149"/>
                <a:gd name="csX69" fmla="*/ 84558 w 132809"/>
                <a:gd name="csY69" fmla="*/ 57805 h 61149"/>
                <a:gd name="csX70" fmla="*/ 82647 w 132809"/>
                <a:gd name="csY70" fmla="*/ 57805 h 61149"/>
                <a:gd name="csX71" fmla="*/ 81214 w 132809"/>
                <a:gd name="csY71" fmla="*/ 58283 h 61149"/>
                <a:gd name="csX72" fmla="*/ 77870 w 132809"/>
                <a:gd name="csY72" fmla="*/ 58761 h 61149"/>
                <a:gd name="csX73" fmla="*/ 75959 w 132809"/>
                <a:gd name="csY73" fmla="*/ 59716 h 61149"/>
                <a:gd name="csX74" fmla="*/ 72615 w 132809"/>
                <a:gd name="csY74" fmla="*/ 59716 h 61149"/>
                <a:gd name="csX75" fmla="*/ 69748 w 132809"/>
                <a:gd name="csY75" fmla="*/ 59716 h 61149"/>
                <a:gd name="csX76" fmla="*/ 68793 w 132809"/>
                <a:gd name="csY76" fmla="*/ 60194 h 61149"/>
                <a:gd name="csX77" fmla="*/ 68793 w 132809"/>
                <a:gd name="csY77" fmla="*/ 59716 h 61149"/>
                <a:gd name="csX78" fmla="*/ 68793 w 132809"/>
                <a:gd name="csY78" fmla="*/ 58761 h 61149"/>
                <a:gd name="csX79" fmla="*/ 68793 w 132809"/>
                <a:gd name="csY79" fmla="*/ 58761 h 61149"/>
                <a:gd name="csX80" fmla="*/ 67837 w 132809"/>
                <a:gd name="csY80" fmla="*/ 58283 h 61149"/>
                <a:gd name="csX81" fmla="*/ 67360 w 132809"/>
                <a:gd name="csY81" fmla="*/ 58283 h 61149"/>
                <a:gd name="csX82" fmla="*/ 65449 w 132809"/>
                <a:gd name="csY82" fmla="*/ 58283 h 61149"/>
                <a:gd name="csX83" fmla="*/ 64016 w 132809"/>
                <a:gd name="csY83" fmla="*/ 57805 h 61149"/>
                <a:gd name="csX84" fmla="*/ 63060 w 132809"/>
                <a:gd name="csY84" fmla="*/ 56850 h 61149"/>
                <a:gd name="csX85" fmla="*/ 63060 w 132809"/>
                <a:gd name="csY85" fmla="*/ 56372 h 61149"/>
                <a:gd name="csX86" fmla="*/ 63538 w 132809"/>
                <a:gd name="csY86" fmla="*/ 55894 h 61149"/>
                <a:gd name="csX87" fmla="*/ 63060 w 132809"/>
                <a:gd name="csY87" fmla="*/ 55417 h 61149"/>
                <a:gd name="csX88" fmla="*/ 61150 w 132809"/>
                <a:gd name="csY88" fmla="*/ 53983 h 61149"/>
                <a:gd name="csX89" fmla="*/ 58283 w 132809"/>
                <a:gd name="csY89" fmla="*/ 51595 h 61149"/>
                <a:gd name="csX90" fmla="*/ 56372 w 132809"/>
                <a:gd name="csY90" fmla="*/ 50639 h 61149"/>
                <a:gd name="csX91" fmla="*/ 55894 w 132809"/>
                <a:gd name="csY91" fmla="*/ 49206 h 61149"/>
                <a:gd name="csX92" fmla="*/ 54939 w 132809"/>
                <a:gd name="csY92" fmla="*/ 48728 h 61149"/>
                <a:gd name="csX93" fmla="*/ 53984 w 132809"/>
                <a:gd name="csY93" fmla="*/ 48728 h 61149"/>
                <a:gd name="csX94" fmla="*/ 52073 w 132809"/>
                <a:gd name="csY94" fmla="*/ 48728 h 61149"/>
                <a:gd name="csX95" fmla="*/ 52073 w 132809"/>
                <a:gd name="csY95" fmla="*/ 49206 h 61149"/>
                <a:gd name="csX96" fmla="*/ 51595 w 132809"/>
                <a:gd name="csY96" fmla="*/ 49206 h 61149"/>
                <a:gd name="csX97" fmla="*/ 50162 w 132809"/>
                <a:gd name="csY97" fmla="*/ 51595 h 61149"/>
                <a:gd name="csX98" fmla="*/ 49206 w 132809"/>
                <a:gd name="csY98" fmla="*/ 52073 h 61149"/>
                <a:gd name="csX99" fmla="*/ 47295 w 132809"/>
                <a:gd name="csY99" fmla="*/ 51595 h 61149"/>
                <a:gd name="csX100" fmla="*/ 45862 w 132809"/>
                <a:gd name="csY100" fmla="*/ 51117 h 61149"/>
                <a:gd name="csX101" fmla="*/ 44429 w 132809"/>
                <a:gd name="csY101" fmla="*/ 51117 h 61149"/>
                <a:gd name="csX102" fmla="*/ 41562 w 132809"/>
                <a:gd name="csY102" fmla="*/ 50639 h 61149"/>
                <a:gd name="csX103" fmla="*/ 38696 w 132809"/>
                <a:gd name="csY103" fmla="*/ 50639 h 61149"/>
                <a:gd name="csX104" fmla="*/ 36785 w 132809"/>
                <a:gd name="csY104" fmla="*/ 52073 h 61149"/>
                <a:gd name="csX105" fmla="*/ 35830 w 132809"/>
                <a:gd name="csY105" fmla="*/ 52073 h 61149"/>
                <a:gd name="csX106" fmla="*/ 34396 w 132809"/>
                <a:gd name="csY106" fmla="*/ 51117 h 61149"/>
                <a:gd name="csX107" fmla="*/ 32008 w 132809"/>
                <a:gd name="csY107" fmla="*/ 50639 h 61149"/>
                <a:gd name="csX108" fmla="*/ 30575 w 132809"/>
                <a:gd name="csY108" fmla="*/ 50162 h 61149"/>
                <a:gd name="csX109" fmla="*/ 34396 w 132809"/>
                <a:gd name="csY109" fmla="*/ 45862 h 61149"/>
                <a:gd name="csX110" fmla="*/ 35352 w 132809"/>
                <a:gd name="csY110" fmla="*/ 42996 h 61149"/>
                <a:gd name="csX111" fmla="*/ 35352 w 132809"/>
                <a:gd name="csY111" fmla="*/ 41563 h 61149"/>
                <a:gd name="csX112" fmla="*/ 35352 w 132809"/>
                <a:gd name="csY112" fmla="*/ 39174 h 61149"/>
                <a:gd name="csX113" fmla="*/ 33441 w 132809"/>
                <a:gd name="csY113" fmla="*/ 34874 h 61149"/>
                <a:gd name="csX114" fmla="*/ 32008 w 132809"/>
                <a:gd name="csY114" fmla="*/ 28664 h 61149"/>
                <a:gd name="csX115" fmla="*/ 30097 w 132809"/>
                <a:gd name="csY115" fmla="*/ 22453 h 61149"/>
                <a:gd name="csX116" fmla="*/ 28664 w 132809"/>
                <a:gd name="csY116" fmla="*/ 20542 h 61149"/>
                <a:gd name="csX117" fmla="*/ 22931 w 132809"/>
                <a:gd name="csY117" fmla="*/ 18154 h 61149"/>
                <a:gd name="csX118" fmla="*/ 21498 w 132809"/>
                <a:gd name="csY118" fmla="*/ 15765 h 61149"/>
                <a:gd name="csX119" fmla="*/ 17198 w 132809"/>
                <a:gd name="csY119" fmla="*/ 12421 h 61149"/>
                <a:gd name="csX120" fmla="*/ 10988 w 132809"/>
                <a:gd name="csY120" fmla="*/ 10988 h 61149"/>
                <a:gd name="csX121" fmla="*/ 9555 w 132809"/>
                <a:gd name="csY121" fmla="*/ 10510 h 61149"/>
                <a:gd name="csX122" fmla="*/ 4300 w 132809"/>
                <a:gd name="csY122" fmla="*/ 6210 h 61149"/>
                <a:gd name="csX123" fmla="*/ 0 w 132809"/>
                <a:gd name="csY123" fmla="*/ 3344 h 61149"/>
                <a:gd name="csX124" fmla="*/ 955 w 132809"/>
                <a:gd name="csY124" fmla="*/ 1911 h 61149"/>
                <a:gd name="csX125" fmla="*/ 955 w 132809"/>
                <a:gd name="csY125" fmla="*/ 1911 h 61149"/>
                <a:gd name="csX126" fmla="*/ 2389 w 132809"/>
                <a:gd name="csY126" fmla="*/ 0 h 61149"/>
                <a:gd name="csX127" fmla="*/ 3344 w 132809"/>
                <a:gd name="csY127" fmla="*/ 0 h 61149"/>
                <a:gd name="csX128" fmla="*/ 7166 w 132809"/>
                <a:gd name="csY128" fmla="*/ 478 h 61149"/>
                <a:gd name="csX129" fmla="*/ 10988 w 132809"/>
                <a:gd name="csY129" fmla="*/ 1433 h 61149"/>
                <a:gd name="csX130" fmla="*/ 13377 w 132809"/>
                <a:gd name="csY130" fmla="*/ 478 h 61149"/>
                <a:gd name="csX131" fmla="*/ 16243 w 132809"/>
                <a:gd name="csY131" fmla="*/ 1911 h 61149"/>
                <a:gd name="csX132" fmla="*/ 19109 w 132809"/>
                <a:gd name="csY132" fmla="*/ 3822 h 61149"/>
                <a:gd name="csX133" fmla="*/ 21975 w 132809"/>
                <a:gd name="csY133" fmla="*/ 4777 h 61149"/>
                <a:gd name="csX134" fmla="*/ 27709 w 132809"/>
                <a:gd name="csY134" fmla="*/ 5733 h 61149"/>
                <a:gd name="csX135" fmla="*/ 29619 w 132809"/>
                <a:gd name="csY135" fmla="*/ 7166 h 61149"/>
                <a:gd name="csX136" fmla="*/ 32008 w 132809"/>
                <a:gd name="csY136" fmla="*/ 8599 h 61149"/>
                <a:gd name="csX137" fmla="*/ 41085 w 132809"/>
                <a:gd name="csY137" fmla="*/ 9077 h 61149"/>
                <a:gd name="csX138" fmla="*/ 42040 w 132809"/>
                <a:gd name="csY138" fmla="*/ 9077 h 61149"/>
                <a:gd name="csX139" fmla="*/ 42518 w 132809"/>
                <a:gd name="csY139" fmla="*/ 8599 h 61149"/>
                <a:gd name="csX140" fmla="*/ 45862 w 132809"/>
                <a:gd name="csY140" fmla="*/ 8121 h 61149"/>
                <a:gd name="csX141" fmla="*/ 48728 w 132809"/>
                <a:gd name="csY141" fmla="*/ 8599 h 61149"/>
                <a:gd name="csX142" fmla="*/ 51595 w 132809"/>
                <a:gd name="csY142" fmla="*/ 10032 h 61149"/>
                <a:gd name="csX143" fmla="*/ 53505 w 132809"/>
                <a:gd name="csY143" fmla="*/ 10032 h 61149"/>
                <a:gd name="csX144" fmla="*/ 55416 w 132809"/>
                <a:gd name="csY144" fmla="*/ 9555 h 61149"/>
                <a:gd name="csX145" fmla="*/ 57805 w 132809"/>
                <a:gd name="csY145" fmla="*/ 10510 h 61149"/>
                <a:gd name="csX146" fmla="*/ 59716 w 132809"/>
                <a:gd name="csY146" fmla="*/ 11466 h 61149"/>
                <a:gd name="csX147" fmla="*/ 60194 w 132809"/>
                <a:gd name="csY147" fmla="*/ 12899 h 61149"/>
                <a:gd name="csX148" fmla="*/ 60194 w 132809"/>
                <a:gd name="csY148" fmla="*/ 12899 h 61149"/>
                <a:gd name="csX149" fmla="*/ 61627 w 132809"/>
                <a:gd name="csY149" fmla="*/ 14332 h 61149"/>
                <a:gd name="csX150" fmla="*/ 66882 w 132809"/>
                <a:gd name="csY150" fmla="*/ 16721 h 61149"/>
                <a:gd name="csX151" fmla="*/ 71182 w 132809"/>
                <a:gd name="csY151" fmla="*/ 17676 h 61149"/>
                <a:gd name="csX152" fmla="*/ 72615 w 132809"/>
                <a:gd name="csY152" fmla="*/ 18632 h 61149"/>
                <a:gd name="csX153" fmla="*/ 75481 w 132809"/>
                <a:gd name="csY153" fmla="*/ 20065 h 61149"/>
                <a:gd name="csX154" fmla="*/ 75959 w 132809"/>
                <a:gd name="csY154" fmla="*/ 20542 h 61149"/>
                <a:gd name="csX155" fmla="*/ 75959 w 132809"/>
                <a:gd name="csY155" fmla="*/ 21498 h 61149"/>
                <a:gd name="csX156" fmla="*/ 75003 w 132809"/>
                <a:gd name="csY156" fmla="*/ 22453 h 61149"/>
                <a:gd name="csX157" fmla="*/ 74526 w 132809"/>
                <a:gd name="csY157" fmla="*/ 23409 h 61149"/>
                <a:gd name="csX158" fmla="*/ 75003 w 132809"/>
                <a:gd name="csY158" fmla="*/ 23886 h 61149"/>
                <a:gd name="csX159" fmla="*/ 75003 w 132809"/>
                <a:gd name="csY159" fmla="*/ 23886 h 61149"/>
                <a:gd name="csX160" fmla="*/ 76437 w 132809"/>
                <a:gd name="csY160" fmla="*/ 24364 h 61149"/>
                <a:gd name="csX161" fmla="*/ 78825 w 132809"/>
                <a:gd name="csY161" fmla="*/ 24842 h 61149"/>
                <a:gd name="csX162" fmla="*/ 79781 w 132809"/>
                <a:gd name="csY162" fmla="*/ 23886 h 61149"/>
                <a:gd name="csX163" fmla="*/ 82169 w 132809"/>
                <a:gd name="csY163" fmla="*/ 23409 h 61149"/>
                <a:gd name="csX164" fmla="*/ 84080 w 132809"/>
                <a:gd name="csY164" fmla="*/ 22453 h 61149"/>
                <a:gd name="csX165" fmla="*/ 86469 w 132809"/>
                <a:gd name="csY165" fmla="*/ 21498 h 61149"/>
                <a:gd name="csX166" fmla="*/ 89813 w 132809"/>
                <a:gd name="csY166" fmla="*/ 20065 h 61149"/>
                <a:gd name="csX167" fmla="*/ 91246 w 132809"/>
                <a:gd name="csY167" fmla="*/ 20065 h 61149"/>
                <a:gd name="csX168" fmla="*/ 92680 w 132809"/>
                <a:gd name="csY168" fmla="*/ 20542 h 61149"/>
                <a:gd name="csX169" fmla="*/ 93635 w 132809"/>
                <a:gd name="csY169" fmla="*/ 21020 h 61149"/>
                <a:gd name="csX170" fmla="*/ 95068 w 132809"/>
                <a:gd name="csY170" fmla="*/ 23409 h 611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</a:cxnLst>
              <a:rect l="l" t="t" r="r" b="b"/>
              <a:pathLst>
                <a:path w="132809" h="61149">
                  <a:moveTo>
                    <a:pt x="95068" y="23409"/>
                  </a:moveTo>
                  <a:lnTo>
                    <a:pt x="96501" y="20065"/>
                  </a:lnTo>
                  <a:lnTo>
                    <a:pt x="96979" y="20065"/>
                  </a:lnTo>
                  <a:lnTo>
                    <a:pt x="98412" y="20542"/>
                  </a:lnTo>
                  <a:lnTo>
                    <a:pt x="101278" y="21498"/>
                  </a:lnTo>
                  <a:lnTo>
                    <a:pt x="102712" y="21976"/>
                  </a:lnTo>
                  <a:lnTo>
                    <a:pt x="103667" y="22453"/>
                  </a:lnTo>
                  <a:lnTo>
                    <a:pt x="106534" y="25320"/>
                  </a:lnTo>
                  <a:lnTo>
                    <a:pt x="106534" y="25798"/>
                  </a:lnTo>
                  <a:lnTo>
                    <a:pt x="110833" y="25320"/>
                  </a:lnTo>
                  <a:lnTo>
                    <a:pt x="112744" y="25798"/>
                  </a:lnTo>
                  <a:lnTo>
                    <a:pt x="113700" y="26275"/>
                  </a:lnTo>
                  <a:lnTo>
                    <a:pt x="114177" y="26753"/>
                  </a:lnTo>
                  <a:lnTo>
                    <a:pt x="113222" y="29619"/>
                  </a:lnTo>
                  <a:lnTo>
                    <a:pt x="112266" y="32963"/>
                  </a:lnTo>
                  <a:lnTo>
                    <a:pt x="112266" y="33441"/>
                  </a:lnTo>
                  <a:lnTo>
                    <a:pt x="114177" y="34397"/>
                  </a:lnTo>
                  <a:lnTo>
                    <a:pt x="116566" y="35830"/>
                  </a:lnTo>
                  <a:lnTo>
                    <a:pt x="117999" y="36785"/>
                  </a:lnTo>
                  <a:lnTo>
                    <a:pt x="118477" y="37741"/>
                  </a:lnTo>
                  <a:lnTo>
                    <a:pt x="120388" y="38218"/>
                  </a:lnTo>
                  <a:lnTo>
                    <a:pt x="122776" y="38696"/>
                  </a:lnTo>
                  <a:lnTo>
                    <a:pt x="123732" y="38696"/>
                  </a:lnTo>
                  <a:lnTo>
                    <a:pt x="124687" y="39651"/>
                  </a:lnTo>
                  <a:lnTo>
                    <a:pt x="127554" y="41085"/>
                  </a:lnTo>
                  <a:lnTo>
                    <a:pt x="128032" y="41085"/>
                  </a:lnTo>
                  <a:lnTo>
                    <a:pt x="127554" y="42040"/>
                  </a:lnTo>
                  <a:lnTo>
                    <a:pt x="126598" y="43474"/>
                  </a:lnTo>
                  <a:lnTo>
                    <a:pt x="125643" y="44429"/>
                  </a:lnTo>
                  <a:lnTo>
                    <a:pt x="124687" y="44429"/>
                  </a:lnTo>
                  <a:lnTo>
                    <a:pt x="123732" y="44907"/>
                  </a:lnTo>
                  <a:lnTo>
                    <a:pt x="123254" y="45862"/>
                  </a:lnTo>
                  <a:lnTo>
                    <a:pt x="123254" y="46817"/>
                  </a:lnTo>
                  <a:lnTo>
                    <a:pt x="123254" y="47773"/>
                  </a:lnTo>
                  <a:lnTo>
                    <a:pt x="123732" y="47773"/>
                  </a:lnTo>
                  <a:lnTo>
                    <a:pt x="123732" y="47773"/>
                  </a:lnTo>
                  <a:lnTo>
                    <a:pt x="124687" y="48251"/>
                  </a:lnTo>
                  <a:lnTo>
                    <a:pt x="125643" y="50639"/>
                  </a:lnTo>
                  <a:lnTo>
                    <a:pt x="127076" y="51595"/>
                  </a:lnTo>
                  <a:lnTo>
                    <a:pt x="129465" y="53028"/>
                  </a:lnTo>
                  <a:lnTo>
                    <a:pt x="131853" y="54461"/>
                  </a:lnTo>
                  <a:lnTo>
                    <a:pt x="132809" y="55894"/>
                  </a:lnTo>
                  <a:lnTo>
                    <a:pt x="132809" y="56850"/>
                  </a:lnTo>
                  <a:lnTo>
                    <a:pt x="131853" y="58761"/>
                  </a:lnTo>
                  <a:lnTo>
                    <a:pt x="129942" y="60672"/>
                  </a:lnTo>
                  <a:lnTo>
                    <a:pt x="128509" y="61149"/>
                  </a:lnTo>
                  <a:lnTo>
                    <a:pt x="128032" y="60672"/>
                  </a:lnTo>
                  <a:lnTo>
                    <a:pt x="127076" y="60194"/>
                  </a:lnTo>
                  <a:lnTo>
                    <a:pt x="125165" y="58761"/>
                  </a:lnTo>
                  <a:lnTo>
                    <a:pt x="122776" y="57805"/>
                  </a:lnTo>
                  <a:lnTo>
                    <a:pt x="122776" y="57805"/>
                  </a:lnTo>
                  <a:lnTo>
                    <a:pt x="121343" y="58283"/>
                  </a:lnTo>
                  <a:lnTo>
                    <a:pt x="119910" y="58761"/>
                  </a:lnTo>
                  <a:lnTo>
                    <a:pt x="117999" y="58283"/>
                  </a:lnTo>
                  <a:lnTo>
                    <a:pt x="115610" y="57328"/>
                  </a:lnTo>
                  <a:lnTo>
                    <a:pt x="114177" y="56372"/>
                  </a:lnTo>
                  <a:lnTo>
                    <a:pt x="113700" y="55894"/>
                  </a:lnTo>
                  <a:lnTo>
                    <a:pt x="113700" y="54461"/>
                  </a:lnTo>
                  <a:lnTo>
                    <a:pt x="107967" y="52550"/>
                  </a:lnTo>
                  <a:lnTo>
                    <a:pt x="105100" y="52073"/>
                  </a:lnTo>
                  <a:lnTo>
                    <a:pt x="104145" y="52550"/>
                  </a:lnTo>
                  <a:lnTo>
                    <a:pt x="99846" y="55894"/>
                  </a:lnTo>
                  <a:lnTo>
                    <a:pt x="99368" y="55894"/>
                  </a:lnTo>
                  <a:lnTo>
                    <a:pt x="96024" y="56372"/>
                  </a:lnTo>
                  <a:lnTo>
                    <a:pt x="96024" y="56850"/>
                  </a:lnTo>
                  <a:lnTo>
                    <a:pt x="96501" y="57328"/>
                  </a:lnTo>
                  <a:lnTo>
                    <a:pt x="96501" y="57805"/>
                  </a:lnTo>
                  <a:lnTo>
                    <a:pt x="91246" y="57805"/>
                  </a:lnTo>
                  <a:lnTo>
                    <a:pt x="89335" y="58283"/>
                  </a:lnTo>
                  <a:lnTo>
                    <a:pt x="84558" y="57805"/>
                  </a:lnTo>
                  <a:lnTo>
                    <a:pt x="82647" y="57805"/>
                  </a:lnTo>
                  <a:lnTo>
                    <a:pt x="81214" y="58283"/>
                  </a:lnTo>
                  <a:lnTo>
                    <a:pt x="77870" y="58761"/>
                  </a:lnTo>
                  <a:lnTo>
                    <a:pt x="75959" y="59716"/>
                  </a:lnTo>
                  <a:lnTo>
                    <a:pt x="72615" y="59716"/>
                  </a:lnTo>
                  <a:lnTo>
                    <a:pt x="69748" y="59716"/>
                  </a:lnTo>
                  <a:lnTo>
                    <a:pt x="68793" y="60194"/>
                  </a:lnTo>
                  <a:lnTo>
                    <a:pt x="68793" y="59716"/>
                  </a:lnTo>
                  <a:lnTo>
                    <a:pt x="68793" y="58761"/>
                  </a:lnTo>
                  <a:lnTo>
                    <a:pt x="68793" y="58761"/>
                  </a:lnTo>
                  <a:lnTo>
                    <a:pt x="67837" y="58283"/>
                  </a:lnTo>
                  <a:lnTo>
                    <a:pt x="67360" y="58283"/>
                  </a:lnTo>
                  <a:lnTo>
                    <a:pt x="65449" y="58283"/>
                  </a:lnTo>
                  <a:lnTo>
                    <a:pt x="64016" y="57805"/>
                  </a:lnTo>
                  <a:lnTo>
                    <a:pt x="63060" y="56850"/>
                  </a:lnTo>
                  <a:lnTo>
                    <a:pt x="63060" y="56372"/>
                  </a:lnTo>
                  <a:lnTo>
                    <a:pt x="63538" y="55894"/>
                  </a:lnTo>
                  <a:lnTo>
                    <a:pt x="63060" y="55417"/>
                  </a:lnTo>
                  <a:lnTo>
                    <a:pt x="61150" y="53983"/>
                  </a:lnTo>
                  <a:lnTo>
                    <a:pt x="58283" y="51595"/>
                  </a:lnTo>
                  <a:lnTo>
                    <a:pt x="56372" y="50639"/>
                  </a:lnTo>
                  <a:lnTo>
                    <a:pt x="55894" y="49206"/>
                  </a:lnTo>
                  <a:lnTo>
                    <a:pt x="54939" y="48728"/>
                  </a:lnTo>
                  <a:lnTo>
                    <a:pt x="53984" y="48728"/>
                  </a:lnTo>
                  <a:lnTo>
                    <a:pt x="52073" y="48728"/>
                  </a:lnTo>
                  <a:lnTo>
                    <a:pt x="52073" y="49206"/>
                  </a:lnTo>
                  <a:lnTo>
                    <a:pt x="51595" y="49206"/>
                  </a:lnTo>
                  <a:lnTo>
                    <a:pt x="50162" y="51595"/>
                  </a:lnTo>
                  <a:lnTo>
                    <a:pt x="49206" y="52073"/>
                  </a:lnTo>
                  <a:lnTo>
                    <a:pt x="47295" y="51595"/>
                  </a:lnTo>
                  <a:lnTo>
                    <a:pt x="45862" y="51117"/>
                  </a:lnTo>
                  <a:lnTo>
                    <a:pt x="44429" y="51117"/>
                  </a:lnTo>
                  <a:lnTo>
                    <a:pt x="41562" y="50639"/>
                  </a:lnTo>
                  <a:lnTo>
                    <a:pt x="38696" y="50639"/>
                  </a:lnTo>
                  <a:lnTo>
                    <a:pt x="36785" y="52073"/>
                  </a:lnTo>
                  <a:lnTo>
                    <a:pt x="35830" y="52073"/>
                  </a:lnTo>
                  <a:lnTo>
                    <a:pt x="34396" y="51117"/>
                  </a:lnTo>
                  <a:lnTo>
                    <a:pt x="32008" y="50639"/>
                  </a:lnTo>
                  <a:lnTo>
                    <a:pt x="30575" y="50162"/>
                  </a:lnTo>
                  <a:lnTo>
                    <a:pt x="34396" y="45862"/>
                  </a:lnTo>
                  <a:lnTo>
                    <a:pt x="35352" y="42996"/>
                  </a:lnTo>
                  <a:lnTo>
                    <a:pt x="35352" y="41563"/>
                  </a:lnTo>
                  <a:lnTo>
                    <a:pt x="35352" y="39174"/>
                  </a:lnTo>
                  <a:lnTo>
                    <a:pt x="33441" y="34874"/>
                  </a:lnTo>
                  <a:lnTo>
                    <a:pt x="32008" y="28664"/>
                  </a:lnTo>
                  <a:lnTo>
                    <a:pt x="30097" y="22453"/>
                  </a:lnTo>
                  <a:lnTo>
                    <a:pt x="28664" y="20542"/>
                  </a:lnTo>
                  <a:lnTo>
                    <a:pt x="22931" y="18154"/>
                  </a:lnTo>
                  <a:lnTo>
                    <a:pt x="21498" y="15765"/>
                  </a:lnTo>
                  <a:lnTo>
                    <a:pt x="17198" y="12421"/>
                  </a:lnTo>
                  <a:lnTo>
                    <a:pt x="10988" y="10988"/>
                  </a:lnTo>
                  <a:lnTo>
                    <a:pt x="9555" y="10510"/>
                  </a:lnTo>
                  <a:lnTo>
                    <a:pt x="4300" y="6210"/>
                  </a:lnTo>
                  <a:lnTo>
                    <a:pt x="0" y="3344"/>
                  </a:lnTo>
                  <a:lnTo>
                    <a:pt x="955" y="1911"/>
                  </a:lnTo>
                  <a:lnTo>
                    <a:pt x="955" y="1911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7166" y="478"/>
                  </a:lnTo>
                  <a:lnTo>
                    <a:pt x="10988" y="1433"/>
                  </a:lnTo>
                  <a:lnTo>
                    <a:pt x="13377" y="478"/>
                  </a:lnTo>
                  <a:lnTo>
                    <a:pt x="16243" y="1911"/>
                  </a:lnTo>
                  <a:lnTo>
                    <a:pt x="19109" y="3822"/>
                  </a:lnTo>
                  <a:lnTo>
                    <a:pt x="21975" y="4777"/>
                  </a:lnTo>
                  <a:lnTo>
                    <a:pt x="27709" y="5733"/>
                  </a:lnTo>
                  <a:lnTo>
                    <a:pt x="29619" y="7166"/>
                  </a:lnTo>
                  <a:lnTo>
                    <a:pt x="32008" y="8599"/>
                  </a:lnTo>
                  <a:lnTo>
                    <a:pt x="41085" y="9077"/>
                  </a:lnTo>
                  <a:lnTo>
                    <a:pt x="42040" y="9077"/>
                  </a:lnTo>
                  <a:lnTo>
                    <a:pt x="42518" y="8599"/>
                  </a:lnTo>
                  <a:lnTo>
                    <a:pt x="45862" y="8121"/>
                  </a:lnTo>
                  <a:lnTo>
                    <a:pt x="48728" y="8599"/>
                  </a:lnTo>
                  <a:lnTo>
                    <a:pt x="51595" y="10032"/>
                  </a:lnTo>
                  <a:lnTo>
                    <a:pt x="53505" y="10032"/>
                  </a:lnTo>
                  <a:lnTo>
                    <a:pt x="55416" y="9555"/>
                  </a:lnTo>
                  <a:lnTo>
                    <a:pt x="57805" y="10510"/>
                  </a:lnTo>
                  <a:lnTo>
                    <a:pt x="59716" y="11466"/>
                  </a:lnTo>
                  <a:lnTo>
                    <a:pt x="60194" y="12899"/>
                  </a:lnTo>
                  <a:lnTo>
                    <a:pt x="60194" y="12899"/>
                  </a:lnTo>
                  <a:lnTo>
                    <a:pt x="61627" y="14332"/>
                  </a:lnTo>
                  <a:lnTo>
                    <a:pt x="66882" y="16721"/>
                  </a:lnTo>
                  <a:lnTo>
                    <a:pt x="71182" y="17676"/>
                  </a:lnTo>
                  <a:lnTo>
                    <a:pt x="72615" y="18632"/>
                  </a:lnTo>
                  <a:lnTo>
                    <a:pt x="75481" y="20065"/>
                  </a:lnTo>
                  <a:lnTo>
                    <a:pt x="75959" y="20542"/>
                  </a:lnTo>
                  <a:lnTo>
                    <a:pt x="75959" y="21498"/>
                  </a:lnTo>
                  <a:lnTo>
                    <a:pt x="75003" y="22453"/>
                  </a:lnTo>
                  <a:lnTo>
                    <a:pt x="74526" y="23409"/>
                  </a:lnTo>
                  <a:lnTo>
                    <a:pt x="75003" y="23886"/>
                  </a:lnTo>
                  <a:lnTo>
                    <a:pt x="75003" y="23886"/>
                  </a:lnTo>
                  <a:lnTo>
                    <a:pt x="76437" y="24364"/>
                  </a:lnTo>
                  <a:lnTo>
                    <a:pt x="78825" y="24842"/>
                  </a:lnTo>
                  <a:lnTo>
                    <a:pt x="79781" y="23886"/>
                  </a:lnTo>
                  <a:lnTo>
                    <a:pt x="82169" y="23409"/>
                  </a:lnTo>
                  <a:lnTo>
                    <a:pt x="84080" y="22453"/>
                  </a:lnTo>
                  <a:lnTo>
                    <a:pt x="86469" y="21498"/>
                  </a:lnTo>
                  <a:lnTo>
                    <a:pt x="89813" y="20065"/>
                  </a:lnTo>
                  <a:lnTo>
                    <a:pt x="91246" y="20065"/>
                  </a:lnTo>
                  <a:lnTo>
                    <a:pt x="92680" y="20542"/>
                  </a:lnTo>
                  <a:lnTo>
                    <a:pt x="93635" y="21020"/>
                  </a:lnTo>
                  <a:lnTo>
                    <a:pt x="95068" y="234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0" name="Freeform 1429">
              <a:extLst>
                <a:ext uri="{FF2B5EF4-FFF2-40B4-BE49-F238E27FC236}">
                  <a16:creationId xmlns:a16="http://schemas.microsoft.com/office/drawing/2014/main" id="{13B9B90A-8D43-C128-4CF6-BB1076AFE658}"/>
                </a:ext>
              </a:extLst>
            </p:cNvPr>
            <p:cNvSpPr/>
            <p:nvPr/>
          </p:nvSpPr>
          <p:spPr>
            <a:xfrm>
              <a:off x="6804950" y="3916068"/>
              <a:ext cx="3343" cy="2388"/>
            </a:xfrm>
            <a:custGeom>
              <a:avLst/>
              <a:gdLst>
                <a:gd name="csX0" fmla="*/ 3344 w 3343"/>
                <a:gd name="csY0" fmla="*/ 0 h 2388"/>
                <a:gd name="csX1" fmla="*/ 1433 w 3343"/>
                <a:gd name="csY1" fmla="*/ 1911 h 2388"/>
                <a:gd name="csX2" fmla="*/ 0 w 3343"/>
                <a:gd name="csY2" fmla="*/ 2389 h 2388"/>
                <a:gd name="csX3" fmla="*/ 1433 w 3343"/>
                <a:gd name="csY3" fmla="*/ 1911 h 2388"/>
                <a:gd name="csX4" fmla="*/ 3344 w 3343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3" h="2388">
                  <a:moveTo>
                    <a:pt x="3344" y="0"/>
                  </a:moveTo>
                  <a:lnTo>
                    <a:pt x="1433" y="1911"/>
                  </a:lnTo>
                  <a:lnTo>
                    <a:pt x="0" y="2389"/>
                  </a:lnTo>
                  <a:lnTo>
                    <a:pt x="1433" y="1911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1" name="Freeform 1430">
              <a:extLst>
                <a:ext uri="{FF2B5EF4-FFF2-40B4-BE49-F238E27FC236}">
                  <a16:creationId xmlns:a16="http://schemas.microsoft.com/office/drawing/2014/main" id="{997F8B37-FDF4-33CA-E1FF-B9B1DCB52E45}"/>
                </a:ext>
              </a:extLst>
            </p:cNvPr>
            <p:cNvSpPr/>
            <p:nvPr/>
          </p:nvSpPr>
          <p:spPr>
            <a:xfrm>
              <a:off x="6748100" y="3913201"/>
              <a:ext cx="60193" cy="56849"/>
            </a:xfrm>
            <a:custGeom>
              <a:avLst/>
              <a:gdLst>
                <a:gd name="csX0" fmla="*/ 57805 w 60193"/>
                <a:gd name="csY0" fmla="*/ 47295 h 56849"/>
                <a:gd name="csX1" fmla="*/ 59239 w 60193"/>
                <a:gd name="csY1" fmla="*/ 49206 h 56849"/>
                <a:gd name="csX2" fmla="*/ 56850 w 60193"/>
                <a:gd name="csY2" fmla="*/ 49206 h 56849"/>
                <a:gd name="csX3" fmla="*/ 58283 w 60193"/>
                <a:gd name="csY3" fmla="*/ 51117 h 56849"/>
                <a:gd name="csX4" fmla="*/ 58283 w 60193"/>
                <a:gd name="csY4" fmla="*/ 55894 h 56849"/>
                <a:gd name="csX5" fmla="*/ 54939 w 60193"/>
                <a:gd name="csY5" fmla="*/ 55894 h 56849"/>
                <a:gd name="csX6" fmla="*/ 52073 w 60193"/>
                <a:gd name="csY6" fmla="*/ 56850 h 56849"/>
                <a:gd name="csX7" fmla="*/ 51117 w 60193"/>
                <a:gd name="csY7" fmla="*/ 56850 h 56849"/>
                <a:gd name="csX8" fmla="*/ 50162 w 60193"/>
                <a:gd name="csY8" fmla="*/ 54939 h 56849"/>
                <a:gd name="csX9" fmla="*/ 50162 w 60193"/>
                <a:gd name="csY9" fmla="*/ 53506 h 56849"/>
                <a:gd name="csX10" fmla="*/ 47773 w 60193"/>
                <a:gd name="csY10" fmla="*/ 49684 h 56849"/>
                <a:gd name="csX11" fmla="*/ 47773 w 60193"/>
                <a:gd name="csY11" fmla="*/ 47295 h 56849"/>
                <a:gd name="csX12" fmla="*/ 45384 w 60193"/>
                <a:gd name="csY12" fmla="*/ 45862 h 56849"/>
                <a:gd name="csX13" fmla="*/ 45384 w 60193"/>
                <a:gd name="csY13" fmla="*/ 45862 h 56849"/>
                <a:gd name="csX14" fmla="*/ 45384 w 60193"/>
                <a:gd name="csY14" fmla="*/ 41085 h 56849"/>
                <a:gd name="csX15" fmla="*/ 42040 w 60193"/>
                <a:gd name="csY15" fmla="*/ 41085 h 56849"/>
                <a:gd name="csX16" fmla="*/ 39174 w 60193"/>
                <a:gd name="csY16" fmla="*/ 42518 h 56849"/>
                <a:gd name="csX17" fmla="*/ 37263 w 60193"/>
                <a:gd name="csY17" fmla="*/ 41563 h 56849"/>
                <a:gd name="csX18" fmla="*/ 35830 w 60193"/>
                <a:gd name="csY18" fmla="*/ 40607 h 56849"/>
                <a:gd name="csX19" fmla="*/ 34396 w 60193"/>
                <a:gd name="csY19" fmla="*/ 40607 h 56849"/>
                <a:gd name="csX20" fmla="*/ 34396 w 60193"/>
                <a:gd name="csY20" fmla="*/ 37741 h 56849"/>
                <a:gd name="csX21" fmla="*/ 26753 w 60193"/>
                <a:gd name="csY21" fmla="*/ 37741 h 56849"/>
                <a:gd name="csX22" fmla="*/ 26753 w 60193"/>
                <a:gd name="csY22" fmla="*/ 36785 h 56849"/>
                <a:gd name="csX23" fmla="*/ 24364 w 60193"/>
                <a:gd name="csY23" fmla="*/ 34874 h 56849"/>
                <a:gd name="csX24" fmla="*/ 22931 w 60193"/>
                <a:gd name="csY24" fmla="*/ 33441 h 56849"/>
                <a:gd name="csX25" fmla="*/ 19587 w 60193"/>
                <a:gd name="csY25" fmla="*/ 31052 h 56849"/>
                <a:gd name="csX26" fmla="*/ 17198 w 60193"/>
                <a:gd name="csY26" fmla="*/ 30097 h 56849"/>
                <a:gd name="csX27" fmla="*/ 10032 w 60193"/>
                <a:gd name="csY27" fmla="*/ 30097 h 56849"/>
                <a:gd name="csX28" fmla="*/ 7166 w 60193"/>
                <a:gd name="csY28" fmla="*/ 28664 h 56849"/>
                <a:gd name="csX29" fmla="*/ 4777 w 60193"/>
                <a:gd name="csY29" fmla="*/ 27231 h 56849"/>
                <a:gd name="csX30" fmla="*/ 4777 w 60193"/>
                <a:gd name="csY30" fmla="*/ 27231 h 56849"/>
                <a:gd name="csX31" fmla="*/ 4777 w 60193"/>
                <a:gd name="csY31" fmla="*/ 24364 h 56849"/>
                <a:gd name="csX32" fmla="*/ 2866 w 60193"/>
                <a:gd name="csY32" fmla="*/ 21498 h 56849"/>
                <a:gd name="csX33" fmla="*/ 2866 w 60193"/>
                <a:gd name="csY33" fmla="*/ 18632 h 56849"/>
                <a:gd name="csX34" fmla="*/ 4300 w 60193"/>
                <a:gd name="csY34" fmla="*/ 16721 h 56849"/>
                <a:gd name="csX35" fmla="*/ 5255 w 60193"/>
                <a:gd name="csY35" fmla="*/ 14809 h 56849"/>
                <a:gd name="csX36" fmla="*/ 5255 w 60193"/>
                <a:gd name="csY36" fmla="*/ 10988 h 56849"/>
                <a:gd name="csX37" fmla="*/ 3822 w 60193"/>
                <a:gd name="csY37" fmla="*/ 7644 h 56849"/>
                <a:gd name="csX38" fmla="*/ 2866 w 60193"/>
                <a:gd name="csY38" fmla="*/ 6688 h 56849"/>
                <a:gd name="csX39" fmla="*/ 1433 w 60193"/>
                <a:gd name="csY39" fmla="*/ 5733 h 56849"/>
                <a:gd name="csX40" fmla="*/ 0 w 60193"/>
                <a:gd name="csY40" fmla="*/ 4300 h 56849"/>
                <a:gd name="csX41" fmla="*/ 0 w 60193"/>
                <a:gd name="csY41" fmla="*/ 3344 h 56849"/>
                <a:gd name="csX42" fmla="*/ 6688 w 60193"/>
                <a:gd name="csY42" fmla="*/ 3344 h 56849"/>
                <a:gd name="csX43" fmla="*/ 9077 w 60193"/>
                <a:gd name="csY43" fmla="*/ 2389 h 56849"/>
                <a:gd name="csX44" fmla="*/ 12421 w 60193"/>
                <a:gd name="csY44" fmla="*/ 2389 h 56849"/>
                <a:gd name="csX45" fmla="*/ 13854 w 60193"/>
                <a:gd name="csY45" fmla="*/ 1433 h 56849"/>
                <a:gd name="csX46" fmla="*/ 27709 w 60193"/>
                <a:gd name="csY46" fmla="*/ 1433 h 56849"/>
                <a:gd name="csX47" fmla="*/ 26753 w 60193"/>
                <a:gd name="csY47" fmla="*/ 0 h 56849"/>
                <a:gd name="csX48" fmla="*/ 30097 w 60193"/>
                <a:gd name="csY48" fmla="*/ 0 h 56849"/>
                <a:gd name="csX49" fmla="*/ 30097 w 60193"/>
                <a:gd name="csY49" fmla="*/ 956 h 56849"/>
                <a:gd name="csX50" fmla="*/ 31530 w 60193"/>
                <a:gd name="csY50" fmla="*/ 2389 h 56849"/>
                <a:gd name="csX51" fmla="*/ 33441 w 60193"/>
                <a:gd name="csY51" fmla="*/ 2389 h 56849"/>
                <a:gd name="csX52" fmla="*/ 33441 w 60193"/>
                <a:gd name="csY52" fmla="*/ 3344 h 56849"/>
                <a:gd name="csX53" fmla="*/ 31052 w 60193"/>
                <a:gd name="csY53" fmla="*/ 3344 h 56849"/>
                <a:gd name="csX54" fmla="*/ 31052 w 60193"/>
                <a:gd name="csY54" fmla="*/ 4300 h 56849"/>
                <a:gd name="csX55" fmla="*/ 31052 w 60193"/>
                <a:gd name="csY55" fmla="*/ 4300 h 56849"/>
                <a:gd name="csX56" fmla="*/ 34396 w 60193"/>
                <a:gd name="csY56" fmla="*/ 6210 h 56849"/>
                <a:gd name="csX57" fmla="*/ 37263 w 60193"/>
                <a:gd name="csY57" fmla="*/ 6210 h 56849"/>
                <a:gd name="csX58" fmla="*/ 37263 w 60193"/>
                <a:gd name="csY58" fmla="*/ 7644 h 56849"/>
                <a:gd name="csX59" fmla="*/ 37263 w 60193"/>
                <a:gd name="csY59" fmla="*/ 7644 h 56849"/>
                <a:gd name="csX60" fmla="*/ 38696 w 60193"/>
                <a:gd name="csY60" fmla="*/ 9077 h 56849"/>
                <a:gd name="csX61" fmla="*/ 40129 w 60193"/>
                <a:gd name="csY61" fmla="*/ 10510 h 56849"/>
                <a:gd name="csX62" fmla="*/ 40129 w 60193"/>
                <a:gd name="csY62" fmla="*/ 10510 h 56849"/>
                <a:gd name="csX63" fmla="*/ 40129 w 60193"/>
                <a:gd name="csY63" fmla="*/ 11466 h 56849"/>
                <a:gd name="csX64" fmla="*/ 40129 w 60193"/>
                <a:gd name="csY64" fmla="*/ 11466 h 56849"/>
                <a:gd name="csX65" fmla="*/ 36785 w 60193"/>
                <a:gd name="csY65" fmla="*/ 13854 h 56849"/>
                <a:gd name="csX66" fmla="*/ 36785 w 60193"/>
                <a:gd name="csY66" fmla="*/ 15765 h 56849"/>
                <a:gd name="csX67" fmla="*/ 37741 w 60193"/>
                <a:gd name="csY67" fmla="*/ 18154 h 56849"/>
                <a:gd name="csX68" fmla="*/ 40129 w 60193"/>
                <a:gd name="csY68" fmla="*/ 21020 h 56849"/>
                <a:gd name="csX69" fmla="*/ 40129 w 60193"/>
                <a:gd name="csY69" fmla="*/ 21020 h 56849"/>
                <a:gd name="csX70" fmla="*/ 43473 w 60193"/>
                <a:gd name="csY70" fmla="*/ 22931 h 56849"/>
                <a:gd name="csX71" fmla="*/ 48251 w 60193"/>
                <a:gd name="csY71" fmla="*/ 25320 h 56849"/>
                <a:gd name="csX72" fmla="*/ 48251 w 60193"/>
                <a:gd name="csY72" fmla="*/ 29141 h 56849"/>
                <a:gd name="csX73" fmla="*/ 47295 w 60193"/>
                <a:gd name="csY73" fmla="*/ 30097 h 56849"/>
                <a:gd name="csX74" fmla="*/ 42040 w 60193"/>
                <a:gd name="csY74" fmla="*/ 30097 h 56849"/>
                <a:gd name="csX75" fmla="*/ 43473 w 60193"/>
                <a:gd name="csY75" fmla="*/ 31530 h 56849"/>
                <a:gd name="csX76" fmla="*/ 45862 w 60193"/>
                <a:gd name="csY76" fmla="*/ 33441 h 56849"/>
                <a:gd name="csX77" fmla="*/ 47295 w 60193"/>
                <a:gd name="csY77" fmla="*/ 35352 h 56849"/>
                <a:gd name="csX78" fmla="*/ 48728 w 60193"/>
                <a:gd name="csY78" fmla="*/ 36307 h 56849"/>
                <a:gd name="csX79" fmla="*/ 50639 w 60193"/>
                <a:gd name="csY79" fmla="*/ 37741 h 56849"/>
                <a:gd name="csX80" fmla="*/ 50639 w 60193"/>
                <a:gd name="csY80" fmla="*/ 37741 h 56849"/>
                <a:gd name="csX81" fmla="*/ 52073 w 60193"/>
                <a:gd name="csY81" fmla="*/ 39174 h 56849"/>
                <a:gd name="csX82" fmla="*/ 53984 w 60193"/>
                <a:gd name="csY82" fmla="*/ 40607 h 56849"/>
                <a:gd name="csX83" fmla="*/ 56372 w 60193"/>
                <a:gd name="csY83" fmla="*/ 40607 h 56849"/>
                <a:gd name="csX84" fmla="*/ 59716 w 60193"/>
                <a:gd name="csY84" fmla="*/ 41563 h 56849"/>
                <a:gd name="csX85" fmla="*/ 59716 w 60193"/>
                <a:gd name="csY85" fmla="*/ 43473 h 56849"/>
                <a:gd name="csX86" fmla="*/ 57805 w 60193"/>
                <a:gd name="csY86" fmla="*/ 44429 h 56849"/>
                <a:gd name="csX87" fmla="*/ 57805 w 60193"/>
                <a:gd name="csY87" fmla="*/ 44429 h 56849"/>
                <a:gd name="csX88" fmla="*/ 57805 w 60193"/>
                <a:gd name="csY88" fmla="*/ 45384 h 56849"/>
                <a:gd name="csX89" fmla="*/ 57805 w 60193"/>
                <a:gd name="csY89" fmla="*/ 45384 h 56849"/>
                <a:gd name="csX90" fmla="*/ 58761 w 60193"/>
                <a:gd name="csY90" fmla="*/ 46817 h 56849"/>
                <a:gd name="csX91" fmla="*/ 60194 w 60193"/>
                <a:gd name="csY91" fmla="*/ 47773 h 56849"/>
                <a:gd name="csX92" fmla="*/ 58761 w 60193"/>
                <a:gd name="csY92" fmla="*/ 46817 h 56849"/>
                <a:gd name="csX93" fmla="*/ 57805 w 60193"/>
                <a:gd name="csY93" fmla="*/ 47295 h 56849"/>
                <a:gd name="csX94" fmla="*/ 28664 w 60193"/>
                <a:gd name="csY94" fmla="*/ 5733 h 56849"/>
                <a:gd name="csX95" fmla="*/ 28664 w 60193"/>
                <a:gd name="csY95" fmla="*/ 5733 h 56849"/>
                <a:gd name="csX96" fmla="*/ 28664 w 60193"/>
                <a:gd name="csY96" fmla="*/ 4777 h 56849"/>
                <a:gd name="csX97" fmla="*/ 28664 w 60193"/>
                <a:gd name="csY97" fmla="*/ 4777 h 56849"/>
                <a:gd name="csX98" fmla="*/ 28664 w 60193"/>
                <a:gd name="csY98" fmla="*/ 5733 h 56849"/>
                <a:gd name="csX99" fmla="*/ 28664 w 60193"/>
                <a:gd name="csY99" fmla="*/ 5733 h 56849"/>
                <a:gd name="csX100" fmla="*/ 28664 w 60193"/>
                <a:gd name="csY100" fmla="*/ 6688 h 56849"/>
                <a:gd name="csX101" fmla="*/ 28664 w 60193"/>
                <a:gd name="csY101" fmla="*/ 6688 h 56849"/>
                <a:gd name="csX102" fmla="*/ 28664 w 60193"/>
                <a:gd name="csY102" fmla="*/ 5733 h 56849"/>
                <a:gd name="csX103" fmla="*/ 28664 w 60193"/>
                <a:gd name="csY103" fmla="*/ 5733 h 568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60193" h="56849">
                  <a:moveTo>
                    <a:pt x="57805" y="47295"/>
                  </a:moveTo>
                  <a:lnTo>
                    <a:pt x="59239" y="49206"/>
                  </a:lnTo>
                  <a:lnTo>
                    <a:pt x="56850" y="49206"/>
                  </a:lnTo>
                  <a:lnTo>
                    <a:pt x="58283" y="51117"/>
                  </a:lnTo>
                  <a:lnTo>
                    <a:pt x="58283" y="55894"/>
                  </a:lnTo>
                  <a:lnTo>
                    <a:pt x="54939" y="55894"/>
                  </a:lnTo>
                  <a:lnTo>
                    <a:pt x="52073" y="56850"/>
                  </a:lnTo>
                  <a:lnTo>
                    <a:pt x="51117" y="56850"/>
                  </a:lnTo>
                  <a:lnTo>
                    <a:pt x="50162" y="54939"/>
                  </a:lnTo>
                  <a:lnTo>
                    <a:pt x="50162" y="53506"/>
                  </a:lnTo>
                  <a:lnTo>
                    <a:pt x="47773" y="49684"/>
                  </a:lnTo>
                  <a:lnTo>
                    <a:pt x="47773" y="47295"/>
                  </a:lnTo>
                  <a:lnTo>
                    <a:pt x="45384" y="45862"/>
                  </a:lnTo>
                  <a:lnTo>
                    <a:pt x="45384" y="45862"/>
                  </a:lnTo>
                  <a:lnTo>
                    <a:pt x="45384" y="41085"/>
                  </a:lnTo>
                  <a:lnTo>
                    <a:pt x="42040" y="41085"/>
                  </a:lnTo>
                  <a:lnTo>
                    <a:pt x="39174" y="42518"/>
                  </a:lnTo>
                  <a:lnTo>
                    <a:pt x="37263" y="41563"/>
                  </a:lnTo>
                  <a:lnTo>
                    <a:pt x="35830" y="40607"/>
                  </a:lnTo>
                  <a:lnTo>
                    <a:pt x="34396" y="40607"/>
                  </a:lnTo>
                  <a:lnTo>
                    <a:pt x="34396" y="37741"/>
                  </a:lnTo>
                  <a:lnTo>
                    <a:pt x="26753" y="37741"/>
                  </a:lnTo>
                  <a:lnTo>
                    <a:pt x="26753" y="36785"/>
                  </a:lnTo>
                  <a:lnTo>
                    <a:pt x="24364" y="34874"/>
                  </a:lnTo>
                  <a:lnTo>
                    <a:pt x="22931" y="33441"/>
                  </a:lnTo>
                  <a:lnTo>
                    <a:pt x="19587" y="31052"/>
                  </a:lnTo>
                  <a:lnTo>
                    <a:pt x="17198" y="30097"/>
                  </a:lnTo>
                  <a:lnTo>
                    <a:pt x="10032" y="30097"/>
                  </a:lnTo>
                  <a:lnTo>
                    <a:pt x="7166" y="28664"/>
                  </a:lnTo>
                  <a:lnTo>
                    <a:pt x="4777" y="27231"/>
                  </a:lnTo>
                  <a:lnTo>
                    <a:pt x="4777" y="27231"/>
                  </a:lnTo>
                  <a:lnTo>
                    <a:pt x="4777" y="24364"/>
                  </a:lnTo>
                  <a:lnTo>
                    <a:pt x="2866" y="21498"/>
                  </a:lnTo>
                  <a:lnTo>
                    <a:pt x="2866" y="18632"/>
                  </a:lnTo>
                  <a:lnTo>
                    <a:pt x="4300" y="16721"/>
                  </a:lnTo>
                  <a:lnTo>
                    <a:pt x="5255" y="14809"/>
                  </a:lnTo>
                  <a:lnTo>
                    <a:pt x="5255" y="10988"/>
                  </a:lnTo>
                  <a:lnTo>
                    <a:pt x="3822" y="7644"/>
                  </a:lnTo>
                  <a:lnTo>
                    <a:pt x="2866" y="6688"/>
                  </a:lnTo>
                  <a:lnTo>
                    <a:pt x="1433" y="5733"/>
                  </a:lnTo>
                  <a:lnTo>
                    <a:pt x="0" y="4300"/>
                  </a:lnTo>
                  <a:lnTo>
                    <a:pt x="0" y="3344"/>
                  </a:lnTo>
                  <a:lnTo>
                    <a:pt x="6688" y="3344"/>
                  </a:lnTo>
                  <a:lnTo>
                    <a:pt x="9077" y="2389"/>
                  </a:lnTo>
                  <a:lnTo>
                    <a:pt x="12421" y="2389"/>
                  </a:lnTo>
                  <a:lnTo>
                    <a:pt x="13854" y="1433"/>
                  </a:lnTo>
                  <a:lnTo>
                    <a:pt x="27709" y="1433"/>
                  </a:lnTo>
                  <a:lnTo>
                    <a:pt x="26753" y="0"/>
                  </a:lnTo>
                  <a:lnTo>
                    <a:pt x="30097" y="0"/>
                  </a:lnTo>
                  <a:lnTo>
                    <a:pt x="30097" y="956"/>
                  </a:lnTo>
                  <a:lnTo>
                    <a:pt x="31530" y="2389"/>
                  </a:lnTo>
                  <a:lnTo>
                    <a:pt x="33441" y="2389"/>
                  </a:lnTo>
                  <a:lnTo>
                    <a:pt x="33441" y="3344"/>
                  </a:lnTo>
                  <a:lnTo>
                    <a:pt x="31052" y="3344"/>
                  </a:lnTo>
                  <a:lnTo>
                    <a:pt x="31052" y="4300"/>
                  </a:lnTo>
                  <a:lnTo>
                    <a:pt x="31052" y="4300"/>
                  </a:lnTo>
                  <a:lnTo>
                    <a:pt x="34396" y="6210"/>
                  </a:lnTo>
                  <a:lnTo>
                    <a:pt x="37263" y="6210"/>
                  </a:lnTo>
                  <a:lnTo>
                    <a:pt x="37263" y="7644"/>
                  </a:lnTo>
                  <a:lnTo>
                    <a:pt x="37263" y="7644"/>
                  </a:lnTo>
                  <a:lnTo>
                    <a:pt x="38696" y="9077"/>
                  </a:lnTo>
                  <a:lnTo>
                    <a:pt x="40129" y="10510"/>
                  </a:lnTo>
                  <a:lnTo>
                    <a:pt x="40129" y="10510"/>
                  </a:lnTo>
                  <a:lnTo>
                    <a:pt x="40129" y="11466"/>
                  </a:lnTo>
                  <a:lnTo>
                    <a:pt x="40129" y="11466"/>
                  </a:lnTo>
                  <a:lnTo>
                    <a:pt x="36785" y="13854"/>
                  </a:lnTo>
                  <a:lnTo>
                    <a:pt x="36785" y="15765"/>
                  </a:lnTo>
                  <a:lnTo>
                    <a:pt x="37741" y="18154"/>
                  </a:lnTo>
                  <a:lnTo>
                    <a:pt x="40129" y="21020"/>
                  </a:lnTo>
                  <a:lnTo>
                    <a:pt x="40129" y="21020"/>
                  </a:lnTo>
                  <a:lnTo>
                    <a:pt x="43473" y="22931"/>
                  </a:lnTo>
                  <a:lnTo>
                    <a:pt x="48251" y="25320"/>
                  </a:lnTo>
                  <a:lnTo>
                    <a:pt x="48251" y="29141"/>
                  </a:lnTo>
                  <a:lnTo>
                    <a:pt x="47295" y="30097"/>
                  </a:lnTo>
                  <a:lnTo>
                    <a:pt x="42040" y="30097"/>
                  </a:lnTo>
                  <a:lnTo>
                    <a:pt x="43473" y="31530"/>
                  </a:lnTo>
                  <a:lnTo>
                    <a:pt x="45862" y="33441"/>
                  </a:lnTo>
                  <a:lnTo>
                    <a:pt x="47295" y="35352"/>
                  </a:lnTo>
                  <a:lnTo>
                    <a:pt x="48728" y="36307"/>
                  </a:lnTo>
                  <a:lnTo>
                    <a:pt x="50639" y="37741"/>
                  </a:lnTo>
                  <a:lnTo>
                    <a:pt x="50639" y="37741"/>
                  </a:lnTo>
                  <a:lnTo>
                    <a:pt x="52073" y="39174"/>
                  </a:lnTo>
                  <a:lnTo>
                    <a:pt x="53984" y="40607"/>
                  </a:lnTo>
                  <a:lnTo>
                    <a:pt x="56372" y="40607"/>
                  </a:lnTo>
                  <a:lnTo>
                    <a:pt x="59716" y="41563"/>
                  </a:lnTo>
                  <a:lnTo>
                    <a:pt x="59716" y="43473"/>
                  </a:lnTo>
                  <a:lnTo>
                    <a:pt x="57805" y="44429"/>
                  </a:lnTo>
                  <a:lnTo>
                    <a:pt x="57805" y="44429"/>
                  </a:lnTo>
                  <a:lnTo>
                    <a:pt x="57805" y="45384"/>
                  </a:lnTo>
                  <a:lnTo>
                    <a:pt x="57805" y="45384"/>
                  </a:lnTo>
                  <a:lnTo>
                    <a:pt x="58761" y="46817"/>
                  </a:lnTo>
                  <a:lnTo>
                    <a:pt x="60194" y="47773"/>
                  </a:lnTo>
                  <a:lnTo>
                    <a:pt x="58761" y="46817"/>
                  </a:lnTo>
                  <a:lnTo>
                    <a:pt x="57805" y="47295"/>
                  </a:lnTo>
                  <a:close/>
                  <a:moveTo>
                    <a:pt x="28664" y="5733"/>
                  </a:moveTo>
                  <a:lnTo>
                    <a:pt x="28664" y="5733"/>
                  </a:lnTo>
                  <a:lnTo>
                    <a:pt x="28664" y="4777"/>
                  </a:lnTo>
                  <a:lnTo>
                    <a:pt x="28664" y="4777"/>
                  </a:lnTo>
                  <a:lnTo>
                    <a:pt x="28664" y="5733"/>
                  </a:lnTo>
                  <a:lnTo>
                    <a:pt x="28664" y="5733"/>
                  </a:lnTo>
                  <a:lnTo>
                    <a:pt x="28664" y="6688"/>
                  </a:lnTo>
                  <a:lnTo>
                    <a:pt x="28664" y="6688"/>
                  </a:lnTo>
                  <a:lnTo>
                    <a:pt x="28664" y="5733"/>
                  </a:lnTo>
                  <a:lnTo>
                    <a:pt x="28664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2" name="Freeform 1431">
              <a:extLst>
                <a:ext uri="{FF2B5EF4-FFF2-40B4-BE49-F238E27FC236}">
                  <a16:creationId xmlns:a16="http://schemas.microsoft.com/office/drawing/2014/main" id="{8E5F3508-8CB6-B06B-142B-A718389EF615}"/>
                </a:ext>
              </a:extLst>
            </p:cNvPr>
            <p:cNvSpPr/>
            <p:nvPr/>
          </p:nvSpPr>
          <p:spPr>
            <a:xfrm>
              <a:off x="6804472" y="3898392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2389 w 2388"/>
                <a:gd name="csY1" fmla="*/ 478 h 477"/>
                <a:gd name="csX2" fmla="*/ 0 w 2388"/>
                <a:gd name="csY2" fmla="*/ 0 h 477"/>
                <a:gd name="csX3" fmla="*/ 0 w 2388"/>
                <a:gd name="csY3" fmla="*/ 0 h 477"/>
                <a:gd name="csX4" fmla="*/ 2389 w 2388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2389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3" name="Freeform 1432">
              <a:extLst>
                <a:ext uri="{FF2B5EF4-FFF2-40B4-BE49-F238E27FC236}">
                  <a16:creationId xmlns:a16="http://schemas.microsoft.com/office/drawing/2014/main" id="{7EB06BAA-1017-BCA1-0B4E-7B9DD119A608}"/>
                </a:ext>
              </a:extLst>
            </p:cNvPr>
            <p:cNvSpPr/>
            <p:nvPr/>
          </p:nvSpPr>
          <p:spPr>
            <a:xfrm>
              <a:off x="6803516" y="3956197"/>
              <a:ext cx="1911" cy="955"/>
            </a:xfrm>
            <a:custGeom>
              <a:avLst/>
              <a:gdLst>
                <a:gd name="csX0" fmla="*/ 1911 w 1911"/>
                <a:gd name="csY0" fmla="*/ 0 h 955"/>
                <a:gd name="csX1" fmla="*/ 1911 w 1911"/>
                <a:gd name="csY1" fmla="*/ 0 h 955"/>
                <a:gd name="csX2" fmla="*/ 0 w 1911"/>
                <a:gd name="csY2" fmla="*/ 956 h 955"/>
                <a:gd name="csX3" fmla="*/ 1911 w 1911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955">
                  <a:moveTo>
                    <a:pt x="1911" y="0"/>
                  </a:moveTo>
                  <a:lnTo>
                    <a:pt x="1911" y="0"/>
                  </a:lnTo>
                  <a:lnTo>
                    <a:pt x="0" y="956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4" name="Freeform 1433">
              <a:extLst>
                <a:ext uri="{FF2B5EF4-FFF2-40B4-BE49-F238E27FC236}">
                  <a16:creationId xmlns:a16="http://schemas.microsoft.com/office/drawing/2014/main" id="{FBB2C1E6-2D81-50A7-7C33-C8F5D8110032}"/>
                </a:ext>
              </a:extLst>
            </p:cNvPr>
            <p:cNvSpPr/>
            <p:nvPr/>
          </p:nvSpPr>
          <p:spPr>
            <a:xfrm>
              <a:off x="6803994" y="3962407"/>
              <a:ext cx="478" cy="477"/>
            </a:xfrm>
            <a:custGeom>
              <a:avLst/>
              <a:gdLst>
                <a:gd name="csX0" fmla="*/ 478 w 478"/>
                <a:gd name="csY0" fmla="*/ 0 h 477"/>
                <a:gd name="csX1" fmla="*/ 0 w 478"/>
                <a:gd name="csY1" fmla="*/ 478 h 477"/>
                <a:gd name="csX2" fmla="*/ 0 w 478"/>
                <a:gd name="csY2" fmla="*/ 478 h 477"/>
                <a:gd name="csX3" fmla="*/ 478 w 47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5" name="Freeform 1434">
              <a:extLst>
                <a:ext uri="{FF2B5EF4-FFF2-40B4-BE49-F238E27FC236}">
                  <a16:creationId xmlns:a16="http://schemas.microsoft.com/office/drawing/2014/main" id="{5250B619-F3B9-0670-F811-EEE008A8E5B7}"/>
                </a:ext>
              </a:extLst>
            </p:cNvPr>
            <p:cNvSpPr/>
            <p:nvPr/>
          </p:nvSpPr>
          <p:spPr>
            <a:xfrm>
              <a:off x="6800172" y="3896003"/>
              <a:ext cx="3821" cy="2388"/>
            </a:xfrm>
            <a:custGeom>
              <a:avLst/>
              <a:gdLst>
                <a:gd name="csX0" fmla="*/ 3821 w 3821"/>
                <a:gd name="csY0" fmla="*/ 1911 h 2388"/>
                <a:gd name="csX1" fmla="*/ 3821 w 3821"/>
                <a:gd name="csY1" fmla="*/ 2389 h 2388"/>
                <a:gd name="csX2" fmla="*/ 955 w 3821"/>
                <a:gd name="csY2" fmla="*/ 955 h 2388"/>
                <a:gd name="csX3" fmla="*/ 0 w 3821"/>
                <a:gd name="csY3" fmla="*/ 0 h 2388"/>
                <a:gd name="csX4" fmla="*/ 955 w 3821"/>
                <a:gd name="csY4" fmla="*/ 955 h 2388"/>
                <a:gd name="csX5" fmla="*/ 3821 w 3821"/>
                <a:gd name="csY5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2388">
                  <a:moveTo>
                    <a:pt x="3821" y="1911"/>
                  </a:moveTo>
                  <a:lnTo>
                    <a:pt x="3821" y="2389"/>
                  </a:lnTo>
                  <a:lnTo>
                    <a:pt x="955" y="955"/>
                  </a:lnTo>
                  <a:lnTo>
                    <a:pt x="0" y="0"/>
                  </a:lnTo>
                  <a:lnTo>
                    <a:pt x="955" y="955"/>
                  </a:lnTo>
                  <a:lnTo>
                    <a:pt x="382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6" name="Freeform 1435">
              <a:extLst>
                <a:ext uri="{FF2B5EF4-FFF2-40B4-BE49-F238E27FC236}">
                  <a16:creationId xmlns:a16="http://schemas.microsoft.com/office/drawing/2014/main" id="{D7F3ADED-CF24-0B55-2821-3561B70445E0}"/>
                </a:ext>
              </a:extLst>
            </p:cNvPr>
            <p:cNvSpPr/>
            <p:nvPr/>
          </p:nvSpPr>
          <p:spPr>
            <a:xfrm>
              <a:off x="6794917" y="3895048"/>
              <a:ext cx="5254" cy="955"/>
            </a:xfrm>
            <a:custGeom>
              <a:avLst/>
              <a:gdLst>
                <a:gd name="csX0" fmla="*/ 5255 w 5254"/>
                <a:gd name="csY0" fmla="*/ 956 h 955"/>
                <a:gd name="csX1" fmla="*/ 5255 w 5254"/>
                <a:gd name="csY1" fmla="*/ 956 h 955"/>
                <a:gd name="csX2" fmla="*/ 4299 w 5254"/>
                <a:gd name="csY2" fmla="*/ 956 h 955"/>
                <a:gd name="csX3" fmla="*/ 1910 w 5254"/>
                <a:gd name="csY3" fmla="*/ 478 h 955"/>
                <a:gd name="csX4" fmla="*/ 0 w 5254"/>
                <a:gd name="csY4" fmla="*/ 0 h 955"/>
                <a:gd name="csX5" fmla="*/ 1910 w 5254"/>
                <a:gd name="csY5" fmla="*/ 478 h 955"/>
                <a:gd name="csX6" fmla="*/ 4299 w 5254"/>
                <a:gd name="csY6" fmla="*/ 956 h 955"/>
                <a:gd name="csX7" fmla="*/ 5255 w 5254"/>
                <a:gd name="csY7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955">
                  <a:moveTo>
                    <a:pt x="5255" y="956"/>
                  </a:moveTo>
                  <a:lnTo>
                    <a:pt x="5255" y="956"/>
                  </a:lnTo>
                  <a:lnTo>
                    <a:pt x="4299" y="956"/>
                  </a:lnTo>
                  <a:lnTo>
                    <a:pt x="1910" y="478"/>
                  </a:lnTo>
                  <a:lnTo>
                    <a:pt x="0" y="0"/>
                  </a:lnTo>
                  <a:lnTo>
                    <a:pt x="1910" y="478"/>
                  </a:lnTo>
                  <a:lnTo>
                    <a:pt x="4299" y="956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7" name="Freeform 1436">
              <a:extLst>
                <a:ext uri="{FF2B5EF4-FFF2-40B4-BE49-F238E27FC236}">
                  <a16:creationId xmlns:a16="http://schemas.microsoft.com/office/drawing/2014/main" id="{81817D90-5D68-3D2A-9392-4C95D0681694}"/>
                </a:ext>
              </a:extLst>
            </p:cNvPr>
            <p:cNvSpPr/>
            <p:nvPr/>
          </p:nvSpPr>
          <p:spPr>
            <a:xfrm>
              <a:off x="6796828" y="4042188"/>
              <a:ext cx="2866" cy="955"/>
            </a:xfrm>
            <a:custGeom>
              <a:avLst/>
              <a:gdLst>
                <a:gd name="csX0" fmla="*/ 2867 w 2866"/>
                <a:gd name="csY0" fmla="*/ 0 h 955"/>
                <a:gd name="csX1" fmla="*/ 0 w 2866"/>
                <a:gd name="csY1" fmla="*/ 956 h 955"/>
                <a:gd name="csX2" fmla="*/ 0 w 2866"/>
                <a:gd name="csY2" fmla="*/ 956 h 955"/>
                <a:gd name="csX3" fmla="*/ 2867 w 2866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955">
                  <a:moveTo>
                    <a:pt x="2867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8" name="Freeform 1437">
              <a:extLst>
                <a:ext uri="{FF2B5EF4-FFF2-40B4-BE49-F238E27FC236}">
                  <a16:creationId xmlns:a16="http://schemas.microsoft.com/office/drawing/2014/main" id="{E6F5DF13-DD43-D73B-3F4B-DDE2D11C145E}"/>
                </a:ext>
              </a:extLst>
            </p:cNvPr>
            <p:cNvSpPr/>
            <p:nvPr/>
          </p:nvSpPr>
          <p:spPr>
            <a:xfrm>
              <a:off x="6796350" y="3915112"/>
              <a:ext cx="2866" cy="955"/>
            </a:xfrm>
            <a:custGeom>
              <a:avLst/>
              <a:gdLst>
                <a:gd name="csX0" fmla="*/ 2866 w 2866"/>
                <a:gd name="csY0" fmla="*/ 0 h 955"/>
                <a:gd name="csX1" fmla="*/ 2866 w 2866"/>
                <a:gd name="csY1" fmla="*/ 0 h 955"/>
                <a:gd name="csX2" fmla="*/ 1433 w 2866"/>
                <a:gd name="csY2" fmla="*/ 478 h 955"/>
                <a:gd name="csX3" fmla="*/ 0 w 2866"/>
                <a:gd name="csY3" fmla="*/ 955 h 955"/>
                <a:gd name="csX4" fmla="*/ 1433 w 2866"/>
                <a:gd name="csY4" fmla="*/ 478 h 955"/>
                <a:gd name="csX5" fmla="*/ 2866 w 2866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955">
                  <a:moveTo>
                    <a:pt x="2866" y="0"/>
                  </a:moveTo>
                  <a:lnTo>
                    <a:pt x="2866" y="0"/>
                  </a:lnTo>
                  <a:lnTo>
                    <a:pt x="1433" y="478"/>
                  </a:lnTo>
                  <a:lnTo>
                    <a:pt x="0" y="955"/>
                  </a:lnTo>
                  <a:lnTo>
                    <a:pt x="1433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9" name="Freeform 1438">
              <a:extLst>
                <a:ext uri="{FF2B5EF4-FFF2-40B4-BE49-F238E27FC236}">
                  <a16:creationId xmlns:a16="http://schemas.microsoft.com/office/drawing/2014/main" id="{B3346D4D-238E-17E9-A4E9-B970787AF5A6}"/>
                </a:ext>
              </a:extLst>
            </p:cNvPr>
            <p:cNvSpPr/>
            <p:nvPr/>
          </p:nvSpPr>
          <p:spPr>
            <a:xfrm>
              <a:off x="6771509" y="3949509"/>
              <a:ext cx="26752" cy="20542"/>
            </a:xfrm>
            <a:custGeom>
              <a:avLst/>
              <a:gdLst>
                <a:gd name="csX0" fmla="*/ 25798 w 26752"/>
                <a:gd name="csY0" fmla="*/ 18632 h 20542"/>
                <a:gd name="csX1" fmla="*/ 26753 w 26752"/>
                <a:gd name="csY1" fmla="*/ 20543 h 20542"/>
                <a:gd name="csX2" fmla="*/ 22931 w 26752"/>
                <a:gd name="csY2" fmla="*/ 20065 h 20542"/>
                <a:gd name="csX3" fmla="*/ 16243 w 26752"/>
                <a:gd name="csY3" fmla="*/ 18632 h 20542"/>
                <a:gd name="csX4" fmla="*/ 14332 w 26752"/>
                <a:gd name="csY4" fmla="*/ 17676 h 20542"/>
                <a:gd name="csX5" fmla="*/ 12421 w 26752"/>
                <a:gd name="csY5" fmla="*/ 15765 h 20542"/>
                <a:gd name="csX6" fmla="*/ 11466 w 26752"/>
                <a:gd name="csY6" fmla="*/ 14810 h 20542"/>
                <a:gd name="csX7" fmla="*/ 9555 w 26752"/>
                <a:gd name="csY7" fmla="*/ 13377 h 20542"/>
                <a:gd name="csX8" fmla="*/ 8599 w 26752"/>
                <a:gd name="csY8" fmla="*/ 12899 h 20542"/>
                <a:gd name="csX9" fmla="*/ 7644 w 26752"/>
                <a:gd name="csY9" fmla="*/ 11943 h 20542"/>
                <a:gd name="csX10" fmla="*/ 6688 w 26752"/>
                <a:gd name="csY10" fmla="*/ 10510 h 20542"/>
                <a:gd name="csX11" fmla="*/ 6210 w 26752"/>
                <a:gd name="csY11" fmla="*/ 9555 h 20542"/>
                <a:gd name="csX12" fmla="*/ 4777 w 26752"/>
                <a:gd name="csY12" fmla="*/ 8121 h 20542"/>
                <a:gd name="csX13" fmla="*/ 1433 w 26752"/>
                <a:gd name="csY13" fmla="*/ 3344 h 20542"/>
                <a:gd name="csX14" fmla="*/ 955 w 26752"/>
                <a:gd name="csY14" fmla="*/ 2389 h 20542"/>
                <a:gd name="csX15" fmla="*/ 955 w 26752"/>
                <a:gd name="csY15" fmla="*/ 2389 h 20542"/>
                <a:gd name="csX16" fmla="*/ 478 w 26752"/>
                <a:gd name="csY16" fmla="*/ 1911 h 20542"/>
                <a:gd name="csX17" fmla="*/ 478 w 26752"/>
                <a:gd name="csY17" fmla="*/ 1433 h 20542"/>
                <a:gd name="csX18" fmla="*/ 0 w 26752"/>
                <a:gd name="csY18" fmla="*/ 1433 h 20542"/>
                <a:gd name="csX19" fmla="*/ 955 w 26752"/>
                <a:gd name="csY19" fmla="*/ 1433 h 20542"/>
                <a:gd name="csX20" fmla="*/ 1911 w 26752"/>
                <a:gd name="csY20" fmla="*/ 956 h 20542"/>
                <a:gd name="csX21" fmla="*/ 5255 w 26752"/>
                <a:gd name="csY21" fmla="*/ 0 h 20542"/>
                <a:gd name="csX22" fmla="*/ 6210 w 26752"/>
                <a:gd name="csY22" fmla="*/ 478 h 20542"/>
                <a:gd name="csX23" fmla="*/ 6688 w 26752"/>
                <a:gd name="csY23" fmla="*/ 956 h 20542"/>
                <a:gd name="csX24" fmla="*/ 7166 w 26752"/>
                <a:gd name="csY24" fmla="*/ 1433 h 20542"/>
                <a:gd name="csX25" fmla="*/ 7644 w 26752"/>
                <a:gd name="csY25" fmla="*/ 2389 h 20542"/>
                <a:gd name="csX26" fmla="*/ 7644 w 26752"/>
                <a:gd name="csY26" fmla="*/ 4300 h 20542"/>
                <a:gd name="csX27" fmla="*/ 8121 w 26752"/>
                <a:gd name="csY27" fmla="*/ 4300 h 20542"/>
                <a:gd name="csX28" fmla="*/ 9555 w 26752"/>
                <a:gd name="csY28" fmla="*/ 3822 h 20542"/>
                <a:gd name="csX29" fmla="*/ 10510 w 26752"/>
                <a:gd name="csY29" fmla="*/ 4777 h 20542"/>
                <a:gd name="csX30" fmla="*/ 11466 w 26752"/>
                <a:gd name="csY30" fmla="*/ 5255 h 20542"/>
                <a:gd name="csX31" fmla="*/ 13854 w 26752"/>
                <a:gd name="csY31" fmla="*/ 6211 h 20542"/>
                <a:gd name="csX32" fmla="*/ 16721 w 26752"/>
                <a:gd name="csY32" fmla="*/ 4777 h 20542"/>
                <a:gd name="csX33" fmla="*/ 18153 w 26752"/>
                <a:gd name="csY33" fmla="*/ 4777 h 20542"/>
                <a:gd name="csX34" fmla="*/ 19587 w 26752"/>
                <a:gd name="csY34" fmla="*/ 4777 h 20542"/>
                <a:gd name="csX35" fmla="*/ 20064 w 26752"/>
                <a:gd name="csY35" fmla="*/ 5255 h 20542"/>
                <a:gd name="csX36" fmla="*/ 20542 w 26752"/>
                <a:gd name="csY36" fmla="*/ 6211 h 20542"/>
                <a:gd name="csX37" fmla="*/ 20064 w 26752"/>
                <a:gd name="csY37" fmla="*/ 8121 h 20542"/>
                <a:gd name="csX38" fmla="*/ 20064 w 26752"/>
                <a:gd name="csY38" fmla="*/ 9077 h 20542"/>
                <a:gd name="csX39" fmla="*/ 20542 w 26752"/>
                <a:gd name="csY39" fmla="*/ 9555 h 20542"/>
                <a:gd name="csX40" fmla="*/ 22931 w 26752"/>
                <a:gd name="csY40" fmla="*/ 11466 h 20542"/>
                <a:gd name="csX41" fmla="*/ 23886 w 26752"/>
                <a:gd name="csY41" fmla="*/ 11943 h 20542"/>
                <a:gd name="csX42" fmla="*/ 23409 w 26752"/>
                <a:gd name="csY42" fmla="*/ 13854 h 20542"/>
                <a:gd name="csX43" fmla="*/ 25319 w 26752"/>
                <a:gd name="csY43" fmla="*/ 17198 h 20542"/>
                <a:gd name="csX44" fmla="*/ 25798 w 26752"/>
                <a:gd name="csY44" fmla="*/ 18632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6752" h="20542">
                  <a:moveTo>
                    <a:pt x="25798" y="18632"/>
                  </a:moveTo>
                  <a:lnTo>
                    <a:pt x="26753" y="20543"/>
                  </a:lnTo>
                  <a:lnTo>
                    <a:pt x="22931" y="20065"/>
                  </a:lnTo>
                  <a:lnTo>
                    <a:pt x="16243" y="18632"/>
                  </a:lnTo>
                  <a:lnTo>
                    <a:pt x="14332" y="17676"/>
                  </a:lnTo>
                  <a:lnTo>
                    <a:pt x="12421" y="15765"/>
                  </a:lnTo>
                  <a:lnTo>
                    <a:pt x="11466" y="14810"/>
                  </a:lnTo>
                  <a:lnTo>
                    <a:pt x="9555" y="13377"/>
                  </a:lnTo>
                  <a:lnTo>
                    <a:pt x="8599" y="12899"/>
                  </a:lnTo>
                  <a:lnTo>
                    <a:pt x="7644" y="11943"/>
                  </a:lnTo>
                  <a:lnTo>
                    <a:pt x="6688" y="10510"/>
                  </a:lnTo>
                  <a:lnTo>
                    <a:pt x="6210" y="9555"/>
                  </a:lnTo>
                  <a:lnTo>
                    <a:pt x="4777" y="8121"/>
                  </a:lnTo>
                  <a:lnTo>
                    <a:pt x="1433" y="3344"/>
                  </a:lnTo>
                  <a:lnTo>
                    <a:pt x="955" y="2389"/>
                  </a:lnTo>
                  <a:lnTo>
                    <a:pt x="955" y="2389"/>
                  </a:lnTo>
                  <a:lnTo>
                    <a:pt x="478" y="1911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955" y="1433"/>
                  </a:lnTo>
                  <a:lnTo>
                    <a:pt x="1911" y="956"/>
                  </a:lnTo>
                  <a:lnTo>
                    <a:pt x="5255" y="0"/>
                  </a:lnTo>
                  <a:lnTo>
                    <a:pt x="6210" y="478"/>
                  </a:lnTo>
                  <a:lnTo>
                    <a:pt x="6688" y="956"/>
                  </a:lnTo>
                  <a:lnTo>
                    <a:pt x="7166" y="1433"/>
                  </a:lnTo>
                  <a:lnTo>
                    <a:pt x="7644" y="2389"/>
                  </a:lnTo>
                  <a:lnTo>
                    <a:pt x="7644" y="4300"/>
                  </a:lnTo>
                  <a:lnTo>
                    <a:pt x="8121" y="4300"/>
                  </a:lnTo>
                  <a:lnTo>
                    <a:pt x="9555" y="3822"/>
                  </a:lnTo>
                  <a:lnTo>
                    <a:pt x="10510" y="4777"/>
                  </a:lnTo>
                  <a:lnTo>
                    <a:pt x="11466" y="5255"/>
                  </a:lnTo>
                  <a:lnTo>
                    <a:pt x="13854" y="6211"/>
                  </a:lnTo>
                  <a:lnTo>
                    <a:pt x="16721" y="4777"/>
                  </a:lnTo>
                  <a:lnTo>
                    <a:pt x="18153" y="4777"/>
                  </a:lnTo>
                  <a:lnTo>
                    <a:pt x="19587" y="4777"/>
                  </a:lnTo>
                  <a:lnTo>
                    <a:pt x="20064" y="5255"/>
                  </a:lnTo>
                  <a:lnTo>
                    <a:pt x="20542" y="6211"/>
                  </a:lnTo>
                  <a:lnTo>
                    <a:pt x="20064" y="8121"/>
                  </a:lnTo>
                  <a:lnTo>
                    <a:pt x="20064" y="9077"/>
                  </a:lnTo>
                  <a:lnTo>
                    <a:pt x="20542" y="9555"/>
                  </a:lnTo>
                  <a:lnTo>
                    <a:pt x="22931" y="11466"/>
                  </a:lnTo>
                  <a:lnTo>
                    <a:pt x="23886" y="11943"/>
                  </a:lnTo>
                  <a:lnTo>
                    <a:pt x="23409" y="13854"/>
                  </a:lnTo>
                  <a:lnTo>
                    <a:pt x="25319" y="17198"/>
                  </a:lnTo>
                  <a:lnTo>
                    <a:pt x="25798" y="186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0" name="Freeform 1439">
              <a:extLst>
                <a:ext uri="{FF2B5EF4-FFF2-40B4-BE49-F238E27FC236}">
                  <a16:creationId xmlns:a16="http://schemas.microsoft.com/office/drawing/2014/main" id="{076AD68E-8F20-CE82-50B6-7602B0F7110D}"/>
                </a:ext>
              </a:extLst>
            </p:cNvPr>
            <p:cNvSpPr/>
            <p:nvPr/>
          </p:nvSpPr>
          <p:spPr>
            <a:xfrm>
              <a:off x="6771031" y="4414340"/>
              <a:ext cx="26275" cy="3821"/>
            </a:xfrm>
            <a:custGeom>
              <a:avLst/>
              <a:gdLst>
                <a:gd name="csX0" fmla="*/ 26275 w 26275"/>
                <a:gd name="csY0" fmla="*/ 3822 h 3821"/>
                <a:gd name="csX1" fmla="*/ 21020 w 26275"/>
                <a:gd name="csY1" fmla="*/ 3344 h 3821"/>
                <a:gd name="csX2" fmla="*/ 15765 w 26275"/>
                <a:gd name="csY2" fmla="*/ 2866 h 3821"/>
                <a:gd name="csX3" fmla="*/ 12898 w 26275"/>
                <a:gd name="csY3" fmla="*/ 2389 h 3821"/>
                <a:gd name="csX4" fmla="*/ 9555 w 26275"/>
                <a:gd name="csY4" fmla="*/ 955 h 3821"/>
                <a:gd name="csX5" fmla="*/ 9076 w 26275"/>
                <a:gd name="csY5" fmla="*/ 478 h 3821"/>
                <a:gd name="csX6" fmla="*/ 8121 w 26275"/>
                <a:gd name="csY6" fmla="*/ 478 h 3821"/>
                <a:gd name="csX7" fmla="*/ 3821 w 26275"/>
                <a:gd name="csY7" fmla="*/ 478 h 3821"/>
                <a:gd name="csX8" fmla="*/ 0 w 26275"/>
                <a:gd name="csY8" fmla="*/ 0 h 3821"/>
                <a:gd name="csX9" fmla="*/ 3821 w 26275"/>
                <a:gd name="csY9" fmla="*/ 0 h 3821"/>
                <a:gd name="csX10" fmla="*/ 8121 w 26275"/>
                <a:gd name="csY10" fmla="*/ 478 h 3821"/>
                <a:gd name="csX11" fmla="*/ 9076 w 26275"/>
                <a:gd name="csY11" fmla="*/ 478 h 3821"/>
                <a:gd name="csX12" fmla="*/ 9555 w 26275"/>
                <a:gd name="csY12" fmla="*/ 478 h 3821"/>
                <a:gd name="csX13" fmla="*/ 13376 w 26275"/>
                <a:gd name="csY13" fmla="*/ 2389 h 3821"/>
                <a:gd name="csX14" fmla="*/ 15765 w 26275"/>
                <a:gd name="csY14" fmla="*/ 2866 h 3821"/>
                <a:gd name="csX15" fmla="*/ 21020 w 26275"/>
                <a:gd name="csY15" fmla="*/ 2866 h 3821"/>
                <a:gd name="csX16" fmla="*/ 26275 w 26275"/>
                <a:gd name="csY16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6275" h="3821">
                  <a:moveTo>
                    <a:pt x="26275" y="3822"/>
                  </a:moveTo>
                  <a:lnTo>
                    <a:pt x="21020" y="3344"/>
                  </a:lnTo>
                  <a:lnTo>
                    <a:pt x="15765" y="2866"/>
                  </a:lnTo>
                  <a:lnTo>
                    <a:pt x="12898" y="2389"/>
                  </a:lnTo>
                  <a:lnTo>
                    <a:pt x="9555" y="955"/>
                  </a:lnTo>
                  <a:lnTo>
                    <a:pt x="9076" y="478"/>
                  </a:lnTo>
                  <a:lnTo>
                    <a:pt x="8121" y="478"/>
                  </a:lnTo>
                  <a:lnTo>
                    <a:pt x="3821" y="478"/>
                  </a:lnTo>
                  <a:lnTo>
                    <a:pt x="0" y="0"/>
                  </a:lnTo>
                  <a:lnTo>
                    <a:pt x="3821" y="0"/>
                  </a:lnTo>
                  <a:lnTo>
                    <a:pt x="8121" y="478"/>
                  </a:lnTo>
                  <a:lnTo>
                    <a:pt x="9076" y="478"/>
                  </a:lnTo>
                  <a:lnTo>
                    <a:pt x="9555" y="478"/>
                  </a:lnTo>
                  <a:lnTo>
                    <a:pt x="13376" y="2389"/>
                  </a:lnTo>
                  <a:lnTo>
                    <a:pt x="15765" y="2866"/>
                  </a:lnTo>
                  <a:lnTo>
                    <a:pt x="21020" y="2866"/>
                  </a:lnTo>
                  <a:lnTo>
                    <a:pt x="2627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1" name="Freeform 1440">
              <a:extLst>
                <a:ext uri="{FF2B5EF4-FFF2-40B4-BE49-F238E27FC236}">
                  <a16:creationId xmlns:a16="http://schemas.microsoft.com/office/drawing/2014/main" id="{E6D39CDE-8C4F-F1BA-D196-C837D6AC9AD3}"/>
                </a:ext>
              </a:extLst>
            </p:cNvPr>
            <p:cNvSpPr/>
            <p:nvPr/>
          </p:nvSpPr>
          <p:spPr>
            <a:xfrm>
              <a:off x="6792051" y="3914634"/>
              <a:ext cx="4299" cy="1433"/>
            </a:xfrm>
            <a:custGeom>
              <a:avLst/>
              <a:gdLst>
                <a:gd name="csX0" fmla="*/ 4300 w 4299"/>
                <a:gd name="csY0" fmla="*/ 1433 h 1433"/>
                <a:gd name="csX1" fmla="*/ 2389 w 4299"/>
                <a:gd name="csY1" fmla="*/ 956 h 1433"/>
                <a:gd name="csX2" fmla="*/ 0 w 4299"/>
                <a:gd name="csY2" fmla="*/ 0 h 1433"/>
                <a:gd name="csX3" fmla="*/ 2389 w 4299"/>
                <a:gd name="csY3" fmla="*/ 956 h 1433"/>
                <a:gd name="csX4" fmla="*/ 4300 w 4299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433">
                  <a:moveTo>
                    <a:pt x="4300" y="1433"/>
                  </a:moveTo>
                  <a:lnTo>
                    <a:pt x="2389" y="956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2" name="Freeform 1441">
              <a:extLst>
                <a:ext uri="{FF2B5EF4-FFF2-40B4-BE49-F238E27FC236}">
                  <a16:creationId xmlns:a16="http://schemas.microsoft.com/office/drawing/2014/main" id="{6F7B486A-38CB-4D7B-9853-EBEACAE498C5}"/>
                </a:ext>
              </a:extLst>
            </p:cNvPr>
            <p:cNvSpPr/>
            <p:nvPr/>
          </p:nvSpPr>
          <p:spPr>
            <a:xfrm>
              <a:off x="6792051" y="3959063"/>
              <a:ext cx="3344" cy="2388"/>
            </a:xfrm>
            <a:custGeom>
              <a:avLst/>
              <a:gdLst>
                <a:gd name="csX0" fmla="*/ 3344 w 3344"/>
                <a:gd name="csY0" fmla="*/ 2389 h 2388"/>
                <a:gd name="csX1" fmla="*/ 2389 w 3344"/>
                <a:gd name="csY1" fmla="*/ 1911 h 2388"/>
                <a:gd name="csX2" fmla="*/ 0 w 3344"/>
                <a:gd name="csY2" fmla="*/ 0 h 2388"/>
                <a:gd name="csX3" fmla="*/ 2389 w 3344"/>
                <a:gd name="csY3" fmla="*/ 1433 h 2388"/>
                <a:gd name="csX4" fmla="*/ 3344 w 3344"/>
                <a:gd name="csY4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2388">
                  <a:moveTo>
                    <a:pt x="3344" y="2389"/>
                  </a:moveTo>
                  <a:lnTo>
                    <a:pt x="2389" y="1911"/>
                  </a:lnTo>
                  <a:lnTo>
                    <a:pt x="0" y="0"/>
                  </a:lnTo>
                  <a:lnTo>
                    <a:pt x="2389" y="1433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3" name="Freeform 1442">
              <a:extLst>
                <a:ext uri="{FF2B5EF4-FFF2-40B4-BE49-F238E27FC236}">
                  <a16:creationId xmlns:a16="http://schemas.microsoft.com/office/drawing/2014/main" id="{FD170A20-BC79-42D5-1188-4A965C9FC385}"/>
                </a:ext>
              </a:extLst>
            </p:cNvPr>
            <p:cNvSpPr/>
            <p:nvPr/>
          </p:nvSpPr>
          <p:spPr>
            <a:xfrm>
              <a:off x="6790618" y="3891704"/>
              <a:ext cx="3821" cy="2388"/>
            </a:xfrm>
            <a:custGeom>
              <a:avLst/>
              <a:gdLst>
                <a:gd name="csX0" fmla="*/ 3821 w 3821"/>
                <a:gd name="csY0" fmla="*/ 2389 h 2388"/>
                <a:gd name="csX1" fmla="*/ 3821 w 3821"/>
                <a:gd name="csY1" fmla="*/ 2389 h 2388"/>
                <a:gd name="csX2" fmla="*/ 2389 w 3821"/>
                <a:gd name="csY2" fmla="*/ 1433 h 2388"/>
                <a:gd name="csX3" fmla="*/ 0 w 3821"/>
                <a:gd name="csY3" fmla="*/ 0 h 2388"/>
                <a:gd name="csX4" fmla="*/ 2389 w 3821"/>
                <a:gd name="csY4" fmla="*/ 1433 h 2388"/>
                <a:gd name="csX5" fmla="*/ 3821 w 3821"/>
                <a:gd name="csY5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2388">
                  <a:moveTo>
                    <a:pt x="3821" y="2389"/>
                  </a:moveTo>
                  <a:lnTo>
                    <a:pt x="3821" y="2389"/>
                  </a:lnTo>
                  <a:lnTo>
                    <a:pt x="2389" y="1433"/>
                  </a:lnTo>
                  <a:lnTo>
                    <a:pt x="0" y="0"/>
                  </a:lnTo>
                  <a:lnTo>
                    <a:pt x="2389" y="1433"/>
                  </a:lnTo>
                  <a:lnTo>
                    <a:pt x="382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" name="Freeform 1443">
              <a:extLst>
                <a:ext uri="{FF2B5EF4-FFF2-40B4-BE49-F238E27FC236}">
                  <a16:creationId xmlns:a16="http://schemas.microsoft.com/office/drawing/2014/main" id="{CAFB0811-C482-348A-FE23-DA4408B29B44}"/>
                </a:ext>
              </a:extLst>
            </p:cNvPr>
            <p:cNvSpPr/>
            <p:nvPr/>
          </p:nvSpPr>
          <p:spPr>
            <a:xfrm>
              <a:off x="6791095" y="3954286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5" name="Freeform 1444">
              <a:extLst>
                <a:ext uri="{FF2B5EF4-FFF2-40B4-BE49-F238E27FC236}">
                  <a16:creationId xmlns:a16="http://schemas.microsoft.com/office/drawing/2014/main" id="{BBE09BCE-03DA-B13C-67CA-9F4A7D136922}"/>
                </a:ext>
              </a:extLst>
            </p:cNvPr>
            <p:cNvSpPr/>
            <p:nvPr/>
          </p:nvSpPr>
          <p:spPr>
            <a:xfrm>
              <a:off x="6785363" y="3954286"/>
              <a:ext cx="5732" cy="1433"/>
            </a:xfrm>
            <a:custGeom>
              <a:avLst/>
              <a:gdLst>
                <a:gd name="csX0" fmla="*/ 5733 w 5732"/>
                <a:gd name="csY0" fmla="*/ 0 h 1433"/>
                <a:gd name="csX1" fmla="*/ 4299 w 5732"/>
                <a:gd name="csY1" fmla="*/ 0 h 1433"/>
                <a:gd name="csX2" fmla="*/ 2866 w 5732"/>
                <a:gd name="csY2" fmla="*/ 0 h 1433"/>
                <a:gd name="csX3" fmla="*/ 0 w 5732"/>
                <a:gd name="csY3" fmla="*/ 1433 h 1433"/>
                <a:gd name="csX4" fmla="*/ 2866 w 5732"/>
                <a:gd name="csY4" fmla="*/ 0 h 1433"/>
                <a:gd name="csX5" fmla="*/ 4299 w 5732"/>
                <a:gd name="csY5" fmla="*/ 0 h 1433"/>
                <a:gd name="csX6" fmla="*/ 5733 w 5732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32" h="1433">
                  <a:moveTo>
                    <a:pt x="5733" y="0"/>
                  </a:moveTo>
                  <a:lnTo>
                    <a:pt x="4299" y="0"/>
                  </a:lnTo>
                  <a:lnTo>
                    <a:pt x="2866" y="0"/>
                  </a:lnTo>
                  <a:lnTo>
                    <a:pt x="0" y="1433"/>
                  </a:lnTo>
                  <a:lnTo>
                    <a:pt x="2866" y="0"/>
                  </a:lnTo>
                  <a:lnTo>
                    <a:pt x="4299" y="0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6" name="Freeform 1445">
              <a:extLst>
                <a:ext uri="{FF2B5EF4-FFF2-40B4-BE49-F238E27FC236}">
                  <a16:creationId xmlns:a16="http://schemas.microsoft.com/office/drawing/2014/main" id="{25D8FAE0-70EF-19C6-EF63-1270B28CBF12}"/>
                </a:ext>
              </a:extLst>
            </p:cNvPr>
            <p:cNvSpPr/>
            <p:nvPr/>
          </p:nvSpPr>
          <p:spPr>
            <a:xfrm>
              <a:off x="6789184" y="3883104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956 w 955"/>
                <a:gd name="csY1" fmla="*/ 478 h 477"/>
                <a:gd name="csX2" fmla="*/ 0 w 955"/>
                <a:gd name="csY2" fmla="*/ 0 h 477"/>
                <a:gd name="csX3" fmla="*/ 956 w 955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7" name="Freeform 1446">
              <a:extLst>
                <a:ext uri="{FF2B5EF4-FFF2-40B4-BE49-F238E27FC236}">
                  <a16:creationId xmlns:a16="http://schemas.microsoft.com/office/drawing/2014/main" id="{C6E72B54-0E2E-A63B-5441-89C707899CD0}"/>
                </a:ext>
              </a:extLst>
            </p:cNvPr>
            <p:cNvSpPr/>
            <p:nvPr/>
          </p:nvSpPr>
          <p:spPr>
            <a:xfrm>
              <a:off x="6787751" y="3943298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5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8" name="Freeform 1447">
              <a:extLst>
                <a:ext uri="{FF2B5EF4-FFF2-40B4-BE49-F238E27FC236}">
                  <a16:creationId xmlns:a16="http://schemas.microsoft.com/office/drawing/2014/main" id="{28DBE616-EDCF-3C84-78A0-811823C3D0E3}"/>
                </a:ext>
              </a:extLst>
            </p:cNvPr>
            <p:cNvSpPr/>
            <p:nvPr/>
          </p:nvSpPr>
          <p:spPr>
            <a:xfrm>
              <a:off x="6783929" y="3924667"/>
              <a:ext cx="3822" cy="2388"/>
            </a:xfrm>
            <a:custGeom>
              <a:avLst/>
              <a:gdLst>
                <a:gd name="csX0" fmla="*/ 3822 w 3822"/>
                <a:gd name="csY0" fmla="*/ 0 h 2388"/>
                <a:gd name="csX1" fmla="*/ 3822 w 3822"/>
                <a:gd name="csY1" fmla="*/ 0 h 2388"/>
                <a:gd name="csX2" fmla="*/ 0 w 3822"/>
                <a:gd name="csY2" fmla="*/ 2389 h 2388"/>
                <a:gd name="csX3" fmla="*/ 3822 w 3822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2" h="2388">
                  <a:moveTo>
                    <a:pt x="3822" y="0"/>
                  </a:moveTo>
                  <a:lnTo>
                    <a:pt x="3822" y="0"/>
                  </a:lnTo>
                  <a:lnTo>
                    <a:pt x="0" y="2389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9" name="Freeform 1448">
              <a:extLst>
                <a:ext uri="{FF2B5EF4-FFF2-40B4-BE49-F238E27FC236}">
                  <a16:creationId xmlns:a16="http://schemas.microsoft.com/office/drawing/2014/main" id="{C490EDC5-A94E-6AD7-3309-F6920DFD6E2F}"/>
                </a:ext>
              </a:extLst>
            </p:cNvPr>
            <p:cNvSpPr/>
            <p:nvPr/>
          </p:nvSpPr>
          <p:spPr>
            <a:xfrm>
              <a:off x="6785840" y="3928011"/>
              <a:ext cx="1432" cy="1433"/>
            </a:xfrm>
            <a:custGeom>
              <a:avLst/>
              <a:gdLst>
                <a:gd name="csX0" fmla="*/ 1433 w 1432"/>
                <a:gd name="csY0" fmla="*/ 478 h 1433"/>
                <a:gd name="csX1" fmla="*/ 1433 w 1432"/>
                <a:gd name="csY1" fmla="*/ 1433 h 1433"/>
                <a:gd name="csX2" fmla="*/ 478 w 1432"/>
                <a:gd name="csY2" fmla="*/ 1433 h 1433"/>
                <a:gd name="csX3" fmla="*/ 0 w 1432"/>
                <a:gd name="csY3" fmla="*/ 1433 h 1433"/>
                <a:gd name="csX4" fmla="*/ 0 w 1432"/>
                <a:gd name="csY4" fmla="*/ 478 h 1433"/>
                <a:gd name="csX5" fmla="*/ 478 w 1432"/>
                <a:gd name="csY5" fmla="*/ 0 h 1433"/>
                <a:gd name="csX6" fmla="*/ 955 w 1432"/>
                <a:gd name="csY6" fmla="*/ 0 h 1433"/>
                <a:gd name="csX7" fmla="*/ 1433 w 1432"/>
                <a:gd name="csY7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2" h="1433">
                  <a:moveTo>
                    <a:pt x="1433" y="478"/>
                  </a:moveTo>
                  <a:lnTo>
                    <a:pt x="1433" y="1433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0" name="Freeform 1449">
              <a:extLst>
                <a:ext uri="{FF2B5EF4-FFF2-40B4-BE49-F238E27FC236}">
                  <a16:creationId xmlns:a16="http://schemas.microsoft.com/office/drawing/2014/main" id="{19565C6D-B3A9-EE1E-B88A-F2D6CCF76233}"/>
                </a:ext>
              </a:extLst>
            </p:cNvPr>
            <p:cNvSpPr/>
            <p:nvPr/>
          </p:nvSpPr>
          <p:spPr>
            <a:xfrm>
              <a:off x="6782974" y="3882627"/>
              <a:ext cx="4299" cy="477"/>
            </a:xfrm>
            <a:custGeom>
              <a:avLst/>
              <a:gdLst>
                <a:gd name="csX0" fmla="*/ 4299 w 4299"/>
                <a:gd name="csY0" fmla="*/ 0 h 477"/>
                <a:gd name="csX1" fmla="*/ 0 w 4299"/>
                <a:gd name="csY1" fmla="*/ 478 h 477"/>
                <a:gd name="csX2" fmla="*/ 0 w 4299"/>
                <a:gd name="csY2" fmla="*/ 0 h 477"/>
                <a:gd name="csX3" fmla="*/ 4299 w 4299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477">
                  <a:moveTo>
                    <a:pt x="4299" y="0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1" name="Freeform 1450">
              <a:extLst>
                <a:ext uri="{FF2B5EF4-FFF2-40B4-BE49-F238E27FC236}">
                  <a16:creationId xmlns:a16="http://schemas.microsoft.com/office/drawing/2014/main" id="{5E693149-24B3-1121-EBE5-7D76DC50DBC9}"/>
                </a:ext>
              </a:extLst>
            </p:cNvPr>
            <p:cNvSpPr/>
            <p:nvPr/>
          </p:nvSpPr>
          <p:spPr>
            <a:xfrm>
              <a:off x="6780586" y="3909380"/>
              <a:ext cx="3821" cy="477"/>
            </a:xfrm>
            <a:custGeom>
              <a:avLst/>
              <a:gdLst>
                <a:gd name="csX0" fmla="*/ 3821 w 3821"/>
                <a:gd name="csY0" fmla="*/ 478 h 477"/>
                <a:gd name="csX1" fmla="*/ 955 w 3821"/>
                <a:gd name="csY1" fmla="*/ 0 h 477"/>
                <a:gd name="csX2" fmla="*/ 0 w 3821"/>
                <a:gd name="csY2" fmla="*/ 478 h 477"/>
                <a:gd name="csX3" fmla="*/ 955 w 3821"/>
                <a:gd name="csY3" fmla="*/ 0 h 477"/>
                <a:gd name="csX4" fmla="*/ 3821 w 3821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477">
                  <a:moveTo>
                    <a:pt x="3821" y="478"/>
                  </a:moveTo>
                  <a:lnTo>
                    <a:pt x="955" y="0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38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2" name="Freeform 1451">
              <a:extLst>
                <a:ext uri="{FF2B5EF4-FFF2-40B4-BE49-F238E27FC236}">
                  <a16:creationId xmlns:a16="http://schemas.microsoft.com/office/drawing/2014/main" id="{9FD4A8CF-C215-C04D-CB93-AA6C64794497}"/>
                </a:ext>
              </a:extLst>
            </p:cNvPr>
            <p:cNvSpPr/>
            <p:nvPr/>
          </p:nvSpPr>
          <p:spPr>
            <a:xfrm>
              <a:off x="6776763" y="4965162"/>
              <a:ext cx="3822" cy="6210"/>
            </a:xfrm>
            <a:custGeom>
              <a:avLst/>
              <a:gdLst>
                <a:gd name="csX0" fmla="*/ 3822 w 3822"/>
                <a:gd name="csY0" fmla="*/ 1911 h 6210"/>
                <a:gd name="csX1" fmla="*/ 3344 w 3822"/>
                <a:gd name="csY1" fmla="*/ 3344 h 6210"/>
                <a:gd name="csX2" fmla="*/ 3344 w 3822"/>
                <a:gd name="csY2" fmla="*/ 3344 h 6210"/>
                <a:gd name="csX3" fmla="*/ 2866 w 3822"/>
                <a:gd name="csY3" fmla="*/ 4777 h 6210"/>
                <a:gd name="csX4" fmla="*/ 2866 w 3822"/>
                <a:gd name="csY4" fmla="*/ 5733 h 6210"/>
                <a:gd name="csX5" fmla="*/ 1911 w 3822"/>
                <a:gd name="csY5" fmla="*/ 6210 h 6210"/>
                <a:gd name="csX6" fmla="*/ 955 w 3822"/>
                <a:gd name="csY6" fmla="*/ 5733 h 6210"/>
                <a:gd name="csX7" fmla="*/ 955 w 3822"/>
                <a:gd name="csY7" fmla="*/ 4299 h 6210"/>
                <a:gd name="csX8" fmla="*/ 955 w 3822"/>
                <a:gd name="csY8" fmla="*/ 3344 h 6210"/>
                <a:gd name="csX9" fmla="*/ 1433 w 3822"/>
                <a:gd name="csY9" fmla="*/ 2389 h 6210"/>
                <a:gd name="csX10" fmla="*/ 0 w 3822"/>
                <a:gd name="csY10" fmla="*/ 956 h 6210"/>
                <a:gd name="csX11" fmla="*/ 955 w 3822"/>
                <a:gd name="csY11" fmla="*/ 0 h 6210"/>
                <a:gd name="csX12" fmla="*/ 1911 w 3822"/>
                <a:gd name="csY12" fmla="*/ 956 h 6210"/>
                <a:gd name="csX13" fmla="*/ 2389 w 3822"/>
                <a:gd name="csY13" fmla="*/ 956 h 6210"/>
                <a:gd name="csX14" fmla="*/ 3822 w 3822"/>
                <a:gd name="csY14" fmla="*/ 1911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822" h="6210">
                  <a:moveTo>
                    <a:pt x="3822" y="1911"/>
                  </a:moveTo>
                  <a:lnTo>
                    <a:pt x="3344" y="3344"/>
                  </a:lnTo>
                  <a:lnTo>
                    <a:pt x="3344" y="3344"/>
                  </a:lnTo>
                  <a:lnTo>
                    <a:pt x="2866" y="4777"/>
                  </a:lnTo>
                  <a:lnTo>
                    <a:pt x="2866" y="5733"/>
                  </a:lnTo>
                  <a:lnTo>
                    <a:pt x="1911" y="6210"/>
                  </a:lnTo>
                  <a:lnTo>
                    <a:pt x="955" y="5733"/>
                  </a:lnTo>
                  <a:lnTo>
                    <a:pt x="955" y="4299"/>
                  </a:lnTo>
                  <a:lnTo>
                    <a:pt x="955" y="3344"/>
                  </a:lnTo>
                  <a:lnTo>
                    <a:pt x="1433" y="2389"/>
                  </a:lnTo>
                  <a:lnTo>
                    <a:pt x="0" y="956"/>
                  </a:lnTo>
                  <a:lnTo>
                    <a:pt x="955" y="0"/>
                  </a:lnTo>
                  <a:lnTo>
                    <a:pt x="1911" y="956"/>
                  </a:lnTo>
                  <a:lnTo>
                    <a:pt x="2389" y="956"/>
                  </a:lnTo>
                  <a:lnTo>
                    <a:pt x="3822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3" name="Freeform 1452">
              <a:extLst>
                <a:ext uri="{FF2B5EF4-FFF2-40B4-BE49-F238E27FC236}">
                  <a16:creationId xmlns:a16="http://schemas.microsoft.com/office/drawing/2014/main" id="{D35EEB62-DFF7-7663-53D8-8D169CC8CF0C}"/>
                </a:ext>
              </a:extLst>
            </p:cNvPr>
            <p:cNvSpPr/>
            <p:nvPr/>
          </p:nvSpPr>
          <p:spPr>
            <a:xfrm>
              <a:off x="6774852" y="3877849"/>
              <a:ext cx="4299" cy="1433"/>
            </a:xfrm>
            <a:custGeom>
              <a:avLst/>
              <a:gdLst>
                <a:gd name="csX0" fmla="*/ 4300 w 4299"/>
                <a:gd name="csY0" fmla="*/ 1433 h 1433"/>
                <a:gd name="csX1" fmla="*/ 2866 w 4299"/>
                <a:gd name="csY1" fmla="*/ 956 h 1433"/>
                <a:gd name="csX2" fmla="*/ 0 w 4299"/>
                <a:gd name="csY2" fmla="*/ 0 h 1433"/>
                <a:gd name="csX3" fmla="*/ 2866 w 4299"/>
                <a:gd name="csY3" fmla="*/ 956 h 1433"/>
                <a:gd name="csX4" fmla="*/ 4300 w 4299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433">
                  <a:moveTo>
                    <a:pt x="4300" y="1433"/>
                  </a:moveTo>
                  <a:lnTo>
                    <a:pt x="2866" y="956"/>
                  </a:lnTo>
                  <a:lnTo>
                    <a:pt x="0" y="0"/>
                  </a:lnTo>
                  <a:lnTo>
                    <a:pt x="2866" y="956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4" name="Freeform 1453">
              <a:extLst>
                <a:ext uri="{FF2B5EF4-FFF2-40B4-BE49-F238E27FC236}">
                  <a16:creationId xmlns:a16="http://schemas.microsoft.com/office/drawing/2014/main" id="{140D520B-968E-EBFC-A78A-26AC56D5B69B}"/>
                </a:ext>
              </a:extLst>
            </p:cNvPr>
            <p:cNvSpPr/>
            <p:nvPr/>
          </p:nvSpPr>
          <p:spPr>
            <a:xfrm>
              <a:off x="6778197" y="3960019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5 w 955"/>
                <a:gd name="csY1" fmla="*/ 1433 h 1433"/>
                <a:gd name="csX2" fmla="*/ 478 w 955"/>
                <a:gd name="csY2" fmla="*/ 1433 h 1433"/>
                <a:gd name="csX3" fmla="*/ 0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5" y="1433"/>
                  </a:lnTo>
                  <a:lnTo>
                    <a:pt x="478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5" name="Freeform 1454">
              <a:extLst>
                <a:ext uri="{FF2B5EF4-FFF2-40B4-BE49-F238E27FC236}">
                  <a16:creationId xmlns:a16="http://schemas.microsoft.com/office/drawing/2014/main" id="{3BE349D2-E77C-7537-C8DB-200DD873FB82}"/>
                </a:ext>
              </a:extLst>
            </p:cNvPr>
            <p:cNvSpPr/>
            <p:nvPr/>
          </p:nvSpPr>
          <p:spPr>
            <a:xfrm>
              <a:off x="6775330" y="3917979"/>
              <a:ext cx="1433" cy="1911"/>
            </a:xfrm>
            <a:custGeom>
              <a:avLst/>
              <a:gdLst>
                <a:gd name="csX0" fmla="*/ 1433 w 1433"/>
                <a:gd name="csY0" fmla="*/ 0 h 1911"/>
                <a:gd name="csX1" fmla="*/ 1433 w 1433"/>
                <a:gd name="csY1" fmla="*/ 956 h 1911"/>
                <a:gd name="csX2" fmla="*/ 1433 w 1433"/>
                <a:gd name="csY2" fmla="*/ 1433 h 1911"/>
                <a:gd name="csX3" fmla="*/ 956 w 1433"/>
                <a:gd name="csY3" fmla="*/ 1911 h 1911"/>
                <a:gd name="csX4" fmla="*/ 0 w 1433"/>
                <a:gd name="csY4" fmla="*/ 1433 h 1911"/>
                <a:gd name="csX5" fmla="*/ 0 w 1433"/>
                <a:gd name="csY5" fmla="*/ 956 h 1911"/>
                <a:gd name="csX6" fmla="*/ 0 w 1433"/>
                <a:gd name="csY6" fmla="*/ 0 h 1911"/>
                <a:gd name="csX7" fmla="*/ 478 w 1433"/>
                <a:gd name="csY7" fmla="*/ 0 h 1911"/>
                <a:gd name="csX8" fmla="*/ 1433 w 1433"/>
                <a:gd name="csY8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1911">
                  <a:moveTo>
                    <a:pt x="1433" y="0"/>
                  </a:moveTo>
                  <a:lnTo>
                    <a:pt x="1433" y="956"/>
                  </a:lnTo>
                  <a:lnTo>
                    <a:pt x="1433" y="1433"/>
                  </a:lnTo>
                  <a:lnTo>
                    <a:pt x="956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6" name="Freeform 1455">
              <a:extLst>
                <a:ext uri="{FF2B5EF4-FFF2-40B4-BE49-F238E27FC236}">
                  <a16:creationId xmlns:a16="http://schemas.microsoft.com/office/drawing/2014/main" id="{43EC8662-BAD8-6A2E-B110-99D6D544C13C}"/>
                </a:ext>
              </a:extLst>
            </p:cNvPr>
            <p:cNvSpPr/>
            <p:nvPr/>
          </p:nvSpPr>
          <p:spPr>
            <a:xfrm>
              <a:off x="6762432" y="4573423"/>
              <a:ext cx="11465" cy="3344"/>
            </a:xfrm>
            <a:custGeom>
              <a:avLst/>
              <a:gdLst>
                <a:gd name="csX0" fmla="*/ 11466 w 11465"/>
                <a:gd name="csY0" fmla="*/ 3344 h 3344"/>
                <a:gd name="csX1" fmla="*/ 6211 w 11465"/>
                <a:gd name="csY1" fmla="*/ 1911 h 3344"/>
                <a:gd name="csX2" fmla="*/ 0 w 11465"/>
                <a:gd name="csY2" fmla="*/ 0 h 3344"/>
                <a:gd name="csX3" fmla="*/ 6211 w 11465"/>
                <a:gd name="csY3" fmla="*/ 1911 h 3344"/>
                <a:gd name="csX4" fmla="*/ 11466 w 11465"/>
                <a:gd name="csY4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65" h="3344">
                  <a:moveTo>
                    <a:pt x="11466" y="3344"/>
                  </a:moveTo>
                  <a:lnTo>
                    <a:pt x="6211" y="1911"/>
                  </a:lnTo>
                  <a:lnTo>
                    <a:pt x="0" y="0"/>
                  </a:lnTo>
                  <a:lnTo>
                    <a:pt x="6211" y="1911"/>
                  </a:lnTo>
                  <a:lnTo>
                    <a:pt x="114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7" name="Freeform 1456">
              <a:extLst>
                <a:ext uri="{FF2B5EF4-FFF2-40B4-BE49-F238E27FC236}">
                  <a16:creationId xmlns:a16="http://schemas.microsoft.com/office/drawing/2014/main" id="{03E7BB15-B8D3-6801-FD67-60FA30DFA9B4}"/>
                </a:ext>
              </a:extLst>
            </p:cNvPr>
            <p:cNvSpPr/>
            <p:nvPr/>
          </p:nvSpPr>
          <p:spPr>
            <a:xfrm>
              <a:off x="6771986" y="3951420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478 w 477"/>
                <a:gd name="csY2" fmla="*/ 478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478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8" name="Freeform 1457">
              <a:extLst>
                <a:ext uri="{FF2B5EF4-FFF2-40B4-BE49-F238E27FC236}">
                  <a16:creationId xmlns:a16="http://schemas.microsoft.com/office/drawing/2014/main" id="{BDED3A5D-57D3-51BF-7760-C42E4A8EB531}"/>
                </a:ext>
              </a:extLst>
            </p:cNvPr>
            <p:cNvSpPr/>
            <p:nvPr/>
          </p:nvSpPr>
          <p:spPr>
            <a:xfrm>
              <a:off x="6401268" y="3894092"/>
              <a:ext cx="371195" cy="145707"/>
            </a:xfrm>
            <a:custGeom>
              <a:avLst/>
              <a:gdLst>
                <a:gd name="csX0" fmla="*/ 370718 w 371195"/>
                <a:gd name="csY0" fmla="*/ 57328 h 145707"/>
                <a:gd name="csX1" fmla="*/ 371196 w 371195"/>
                <a:gd name="csY1" fmla="*/ 57805 h 145707"/>
                <a:gd name="csX2" fmla="*/ 370718 w 371195"/>
                <a:gd name="csY2" fmla="*/ 57805 h 145707"/>
                <a:gd name="csX3" fmla="*/ 369763 w 371195"/>
                <a:gd name="csY3" fmla="*/ 57328 h 145707"/>
                <a:gd name="csX4" fmla="*/ 366896 w 371195"/>
                <a:gd name="csY4" fmla="*/ 54939 h 145707"/>
                <a:gd name="csX5" fmla="*/ 366896 w 371195"/>
                <a:gd name="csY5" fmla="*/ 55417 h 145707"/>
                <a:gd name="csX6" fmla="*/ 365463 w 371195"/>
                <a:gd name="csY6" fmla="*/ 55894 h 145707"/>
                <a:gd name="csX7" fmla="*/ 364030 w 371195"/>
                <a:gd name="csY7" fmla="*/ 57805 h 145707"/>
                <a:gd name="csX8" fmla="*/ 362597 w 371195"/>
                <a:gd name="csY8" fmla="*/ 63538 h 145707"/>
                <a:gd name="csX9" fmla="*/ 361641 w 371195"/>
                <a:gd name="csY9" fmla="*/ 64016 h 145707"/>
                <a:gd name="csX10" fmla="*/ 359730 w 371195"/>
                <a:gd name="csY10" fmla="*/ 64016 h 145707"/>
                <a:gd name="csX11" fmla="*/ 357341 w 371195"/>
                <a:gd name="csY11" fmla="*/ 63538 h 145707"/>
                <a:gd name="csX12" fmla="*/ 355908 w 371195"/>
                <a:gd name="csY12" fmla="*/ 64016 h 145707"/>
                <a:gd name="csX13" fmla="*/ 355908 w 371195"/>
                <a:gd name="csY13" fmla="*/ 64016 h 145707"/>
                <a:gd name="csX14" fmla="*/ 355431 w 371195"/>
                <a:gd name="csY14" fmla="*/ 64493 h 145707"/>
                <a:gd name="csX15" fmla="*/ 355431 w 371195"/>
                <a:gd name="csY15" fmla="*/ 64493 h 145707"/>
                <a:gd name="csX16" fmla="*/ 355908 w 371195"/>
                <a:gd name="csY16" fmla="*/ 64971 h 145707"/>
                <a:gd name="csX17" fmla="*/ 356386 w 371195"/>
                <a:gd name="csY17" fmla="*/ 65927 h 145707"/>
                <a:gd name="csX18" fmla="*/ 356386 w 371195"/>
                <a:gd name="csY18" fmla="*/ 67360 h 145707"/>
                <a:gd name="csX19" fmla="*/ 356386 w 371195"/>
                <a:gd name="csY19" fmla="*/ 68315 h 145707"/>
                <a:gd name="csX20" fmla="*/ 357341 w 371195"/>
                <a:gd name="csY20" fmla="*/ 69271 h 145707"/>
                <a:gd name="csX21" fmla="*/ 358775 w 371195"/>
                <a:gd name="csY21" fmla="*/ 69748 h 145707"/>
                <a:gd name="csX22" fmla="*/ 358775 w 371195"/>
                <a:gd name="csY22" fmla="*/ 70704 h 145707"/>
                <a:gd name="csX23" fmla="*/ 358297 w 371195"/>
                <a:gd name="csY23" fmla="*/ 72137 h 145707"/>
                <a:gd name="csX24" fmla="*/ 358297 w 371195"/>
                <a:gd name="csY24" fmla="*/ 73093 h 145707"/>
                <a:gd name="csX25" fmla="*/ 357819 w 371195"/>
                <a:gd name="csY25" fmla="*/ 73570 h 145707"/>
                <a:gd name="csX26" fmla="*/ 358297 w 371195"/>
                <a:gd name="csY26" fmla="*/ 75004 h 145707"/>
                <a:gd name="csX27" fmla="*/ 359730 w 371195"/>
                <a:gd name="csY27" fmla="*/ 76437 h 145707"/>
                <a:gd name="csX28" fmla="*/ 360208 w 371195"/>
                <a:gd name="csY28" fmla="*/ 76914 h 145707"/>
                <a:gd name="csX29" fmla="*/ 360208 w 371195"/>
                <a:gd name="csY29" fmla="*/ 80258 h 145707"/>
                <a:gd name="csX30" fmla="*/ 360686 w 371195"/>
                <a:gd name="csY30" fmla="*/ 81692 h 145707"/>
                <a:gd name="csX31" fmla="*/ 361163 w 371195"/>
                <a:gd name="csY31" fmla="*/ 83603 h 145707"/>
                <a:gd name="csX32" fmla="*/ 360686 w 371195"/>
                <a:gd name="csY32" fmla="*/ 86469 h 145707"/>
                <a:gd name="csX33" fmla="*/ 361163 w 371195"/>
                <a:gd name="csY33" fmla="*/ 87424 h 145707"/>
                <a:gd name="csX34" fmla="*/ 361163 w 371195"/>
                <a:gd name="csY34" fmla="*/ 87902 h 145707"/>
                <a:gd name="csX35" fmla="*/ 362597 w 371195"/>
                <a:gd name="csY35" fmla="*/ 87902 h 145707"/>
                <a:gd name="csX36" fmla="*/ 363552 w 371195"/>
                <a:gd name="csY36" fmla="*/ 88380 h 145707"/>
                <a:gd name="csX37" fmla="*/ 364030 w 371195"/>
                <a:gd name="csY37" fmla="*/ 88858 h 145707"/>
                <a:gd name="csX38" fmla="*/ 364030 w 371195"/>
                <a:gd name="csY38" fmla="*/ 88858 h 145707"/>
                <a:gd name="csX39" fmla="*/ 362597 w 371195"/>
                <a:gd name="csY39" fmla="*/ 90291 h 145707"/>
                <a:gd name="csX40" fmla="*/ 362597 w 371195"/>
                <a:gd name="csY40" fmla="*/ 90769 h 145707"/>
                <a:gd name="csX41" fmla="*/ 362597 w 371195"/>
                <a:gd name="csY41" fmla="*/ 91724 h 145707"/>
                <a:gd name="csX42" fmla="*/ 362119 w 371195"/>
                <a:gd name="csY42" fmla="*/ 93157 h 145707"/>
                <a:gd name="csX43" fmla="*/ 361641 w 371195"/>
                <a:gd name="csY43" fmla="*/ 94113 h 145707"/>
                <a:gd name="csX44" fmla="*/ 360208 w 371195"/>
                <a:gd name="csY44" fmla="*/ 95546 h 145707"/>
                <a:gd name="csX45" fmla="*/ 360208 w 371195"/>
                <a:gd name="csY45" fmla="*/ 95546 h 145707"/>
                <a:gd name="csX46" fmla="*/ 359730 w 371195"/>
                <a:gd name="csY46" fmla="*/ 96979 h 145707"/>
                <a:gd name="csX47" fmla="*/ 359252 w 371195"/>
                <a:gd name="csY47" fmla="*/ 98412 h 145707"/>
                <a:gd name="csX48" fmla="*/ 359252 w 371195"/>
                <a:gd name="csY48" fmla="*/ 99368 h 145707"/>
                <a:gd name="csX49" fmla="*/ 361641 w 371195"/>
                <a:gd name="csY49" fmla="*/ 99368 h 145707"/>
                <a:gd name="csX50" fmla="*/ 363074 w 371195"/>
                <a:gd name="csY50" fmla="*/ 100323 h 145707"/>
                <a:gd name="csX51" fmla="*/ 365941 w 371195"/>
                <a:gd name="csY51" fmla="*/ 102234 h 145707"/>
                <a:gd name="csX52" fmla="*/ 366896 w 371195"/>
                <a:gd name="csY52" fmla="*/ 103189 h 145707"/>
                <a:gd name="csX53" fmla="*/ 365941 w 371195"/>
                <a:gd name="csY53" fmla="*/ 104145 h 145707"/>
                <a:gd name="csX54" fmla="*/ 365941 w 371195"/>
                <a:gd name="csY54" fmla="*/ 104145 h 145707"/>
                <a:gd name="csX55" fmla="*/ 365941 w 371195"/>
                <a:gd name="csY55" fmla="*/ 104623 h 145707"/>
                <a:gd name="csX56" fmla="*/ 366418 w 371195"/>
                <a:gd name="csY56" fmla="*/ 105578 h 145707"/>
                <a:gd name="csX57" fmla="*/ 366418 w 371195"/>
                <a:gd name="csY57" fmla="*/ 106534 h 145707"/>
                <a:gd name="csX58" fmla="*/ 366418 w 371195"/>
                <a:gd name="csY58" fmla="*/ 107967 h 145707"/>
                <a:gd name="csX59" fmla="*/ 366418 w 371195"/>
                <a:gd name="csY59" fmla="*/ 109400 h 145707"/>
                <a:gd name="csX60" fmla="*/ 366896 w 371195"/>
                <a:gd name="csY60" fmla="*/ 109400 h 145707"/>
                <a:gd name="csX61" fmla="*/ 369285 w 371195"/>
                <a:gd name="csY61" fmla="*/ 111311 h 145707"/>
                <a:gd name="csX62" fmla="*/ 370718 w 371195"/>
                <a:gd name="csY62" fmla="*/ 112744 h 145707"/>
                <a:gd name="csX63" fmla="*/ 370718 w 371195"/>
                <a:gd name="csY63" fmla="*/ 113222 h 145707"/>
                <a:gd name="csX64" fmla="*/ 370240 w 371195"/>
                <a:gd name="csY64" fmla="*/ 114177 h 145707"/>
                <a:gd name="csX65" fmla="*/ 370240 w 371195"/>
                <a:gd name="csY65" fmla="*/ 114177 h 145707"/>
                <a:gd name="csX66" fmla="*/ 370240 w 371195"/>
                <a:gd name="csY66" fmla="*/ 115611 h 145707"/>
                <a:gd name="csX67" fmla="*/ 370240 w 371195"/>
                <a:gd name="csY67" fmla="*/ 116088 h 145707"/>
                <a:gd name="csX68" fmla="*/ 369763 w 371195"/>
                <a:gd name="csY68" fmla="*/ 115611 h 145707"/>
                <a:gd name="csX69" fmla="*/ 368329 w 371195"/>
                <a:gd name="csY69" fmla="*/ 115133 h 145707"/>
                <a:gd name="csX70" fmla="*/ 366896 w 371195"/>
                <a:gd name="csY70" fmla="*/ 115133 h 145707"/>
                <a:gd name="csX71" fmla="*/ 366418 w 371195"/>
                <a:gd name="csY71" fmla="*/ 115611 h 145707"/>
                <a:gd name="csX72" fmla="*/ 364985 w 371195"/>
                <a:gd name="csY72" fmla="*/ 116566 h 145707"/>
                <a:gd name="csX73" fmla="*/ 363074 w 371195"/>
                <a:gd name="csY73" fmla="*/ 117999 h 145707"/>
                <a:gd name="csX74" fmla="*/ 361641 w 371195"/>
                <a:gd name="csY74" fmla="*/ 118955 h 145707"/>
                <a:gd name="csX75" fmla="*/ 360686 w 371195"/>
                <a:gd name="csY75" fmla="*/ 119910 h 145707"/>
                <a:gd name="csX76" fmla="*/ 359730 w 371195"/>
                <a:gd name="csY76" fmla="*/ 119432 h 145707"/>
                <a:gd name="csX77" fmla="*/ 359252 w 371195"/>
                <a:gd name="csY77" fmla="*/ 118955 h 145707"/>
                <a:gd name="csX78" fmla="*/ 359252 w 371195"/>
                <a:gd name="csY78" fmla="*/ 117999 h 145707"/>
                <a:gd name="csX79" fmla="*/ 359252 w 371195"/>
                <a:gd name="csY79" fmla="*/ 114655 h 145707"/>
                <a:gd name="csX80" fmla="*/ 358775 w 371195"/>
                <a:gd name="csY80" fmla="*/ 113700 h 145707"/>
                <a:gd name="csX81" fmla="*/ 358297 w 371195"/>
                <a:gd name="csY81" fmla="*/ 112744 h 145707"/>
                <a:gd name="csX82" fmla="*/ 358297 w 371195"/>
                <a:gd name="csY82" fmla="*/ 112744 h 145707"/>
                <a:gd name="csX83" fmla="*/ 357341 w 371195"/>
                <a:gd name="csY83" fmla="*/ 112266 h 145707"/>
                <a:gd name="csX84" fmla="*/ 356386 w 371195"/>
                <a:gd name="csY84" fmla="*/ 112266 h 145707"/>
                <a:gd name="csX85" fmla="*/ 355431 w 371195"/>
                <a:gd name="csY85" fmla="*/ 112266 h 145707"/>
                <a:gd name="csX86" fmla="*/ 353997 w 371195"/>
                <a:gd name="csY86" fmla="*/ 113222 h 145707"/>
                <a:gd name="csX87" fmla="*/ 351609 w 371195"/>
                <a:gd name="csY87" fmla="*/ 114177 h 145707"/>
                <a:gd name="csX88" fmla="*/ 348742 w 371195"/>
                <a:gd name="csY88" fmla="*/ 114177 h 145707"/>
                <a:gd name="csX89" fmla="*/ 346354 w 371195"/>
                <a:gd name="csY89" fmla="*/ 113700 h 145707"/>
                <a:gd name="csX90" fmla="*/ 345398 w 371195"/>
                <a:gd name="csY90" fmla="*/ 113700 h 145707"/>
                <a:gd name="csX91" fmla="*/ 341099 w 371195"/>
                <a:gd name="csY91" fmla="*/ 112266 h 145707"/>
                <a:gd name="csX92" fmla="*/ 340621 w 371195"/>
                <a:gd name="csY92" fmla="*/ 111789 h 145707"/>
                <a:gd name="csX93" fmla="*/ 338710 w 371195"/>
                <a:gd name="csY93" fmla="*/ 111311 h 145707"/>
                <a:gd name="csX94" fmla="*/ 336799 w 371195"/>
                <a:gd name="csY94" fmla="*/ 110833 h 145707"/>
                <a:gd name="csX95" fmla="*/ 333933 w 371195"/>
                <a:gd name="csY95" fmla="*/ 111789 h 145707"/>
                <a:gd name="csX96" fmla="*/ 332500 w 371195"/>
                <a:gd name="csY96" fmla="*/ 111789 h 145707"/>
                <a:gd name="csX97" fmla="*/ 330589 w 371195"/>
                <a:gd name="csY97" fmla="*/ 110833 h 145707"/>
                <a:gd name="csX98" fmla="*/ 330111 w 371195"/>
                <a:gd name="csY98" fmla="*/ 110833 h 145707"/>
                <a:gd name="csX99" fmla="*/ 328200 w 371195"/>
                <a:gd name="csY99" fmla="*/ 113700 h 145707"/>
                <a:gd name="csX100" fmla="*/ 324378 w 371195"/>
                <a:gd name="csY100" fmla="*/ 116088 h 145707"/>
                <a:gd name="csX101" fmla="*/ 322467 w 371195"/>
                <a:gd name="csY101" fmla="*/ 116566 h 145707"/>
                <a:gd name="csX102" fmla="*/ 321512 w 371195"/>
                <a:gd name="csY102" fmla="*/ 114177 h 145707"/>
                <a:gd name="csX103" fmla="*/ 320556 w 371195"/>
                <a:gd name="csY103" fmla="*/ 112744 h 145707"/>
                <a:gd name="csX104" fmla="*/ 320079 w 371195"/>
                <a:gd name="csY104" fmla="*/ 112744 h 145707"/>
                <a:gd name="csX105" fmla="*/ 319601 w 371195"/>
                <a:gd name="csY105" fmla="*/ 112744 h 145707"/>
                <a:gd name="csX106" fmla="*/ 319601 w 371195"/>
                <a:gd name="csY106" fmla="*/ 112266 h 145707"/>
                <a:gd name="csX107" fmla="*/ 318645 w 371195"/>
                <a:gd name="csY107" fmla="*/ 112744 h 145707"/>
                <a:gd name="csX108" fmla="*/ 316734 w 371195"/>
                <a:gd name="csY108" fmla="*/ 114655 h 145707"/>
                <a:gd name="csX109" fmla="*/ 312913 w 371195"/>
                <a:gd name="csY109" fmla="*/ 115611 h 145707"/>
                <a:gd name="csX110" fmla="*/ 310047 w 371195"/>
                <a:gd name="csY110" fmla="*/ 116566 h 145707"/>
                <a:gd name="csX111" fmla="*/ 305747 w 371195"/>
                <a:gd name="csY111" fmla="*/ 117044 h 145707"/>
                <a:gd name="csX112" fmla="*/ 302402 w 371195"/>
                <a:gd name="csY112" fmla="*/ 117521 h 145707"/>
                <a:gd name="csX113" fmla="*/ 300970 w 371195"/>
                <a:gd name="csY113" fmla="*/ 117521 h 145707"/>
                <a:gd name="csX114" fmla="*/ 297625 w 371195"/>
                <a:gd name="csY114" fmla="*/ 117521 h 145707"/>
                <a:gd name="csX115" fmla="*/ 294759 w 371195"/>
                <a:gd name="csY115" fmla="*/ 116566 h 145707"/>
                <a:gd name="csX116" fmla="*/ 291893 w 371195"/>
                <a:gd name="csY116" fmla="*/ 116566 h 145707"/>
                <a:gd name="csX117" fmla="*/ 289504 w 371195"/>
                <a:gd name="csY117" fmla="*/ 117044 h 145707"/>
                <a:gd name="csX118" fmla="*/ 284727 w 371195"/>
                <a:gd name="csY118" fmla="*/ 118955 h 145707"/>
                <a:gd name="csX119" fmla="*/ 276127 w 371195"/>
                <a:gd name="csY119" fmla="*/ 123254 h 145707"/>
                <a:gd name="csX120" fmla="*/ 269440 w 371195"/>
                <a:gd name="csY120" fmla="*/ 125165 h 145707"/>
                <a:gd name="csX121" fmla="*/ 265617 w 371195"/>
                <a:gd name="csY121" fmla="*/ 126121 h 145707"/>
                <a:gd name="csX122" fmla="*/ 262751 w 371195"/>
                <a:gd name="csY122" fmla="*/ 126598 h 145707"/>
                <a:gd name="csX123" fmla="*/ 257974 w 371195"/>
                <a:gd name="csY123" fmla="*/ 126598 h 145707"/>
                <a:gd name="csX124" fmla="*/ 254152 w 371195"/>
                <a:gd name="csY124" fmla="*/ 126121 h 145707"/>
                <a:gd name="csX125" fmla="*/ 251286 w 371195"/>
                <a:gd name="csY125" fmla="*/ 126121 h 145707"/>
                <a:gd name="csX126" fmla="*/ 249852 w 371195"/>
                <a:gd name="csY126" fmla="*/ 125643 h 145707"/>
                <a:gd name="csX127" fmla="*/ 247464 w 371195"/>
                <a:gd name="csY127" fmla="*/ 124210 h 145707"/>
                <a:gd name="csX128" fmla="*/ 245075 w 371195"/>
                <a:gd name="csY128" fmla="*/ 122299 h 145707"/>
                <a:gd name="csX129" fmla="*/ 243642 w 371195"/>
                <a:gd name="csY129" fmla="*/ 121821 h 145707"/>
                <a:gd name="csX130" fmla="*/ 242209 w 371195"/>
                <a:gd name="csY130" fmla="*/ 121821 h 145707"/>
                <a:gd name="csX131" fmla="*/ 239820 w 371195"/>
                <a:gd name="csY131" fmla="*/ 121343 h 145707"/>
                <a:gd name="csX132" fmla="*/ 234087 w 371195"/>
                <a:gd name="csY132" fmla="*/ 123732 h 145707"/>
                <a:gd name="csX133" fmla="*/ 232654 w 371195"/>
                <a:gd name="csY133" fmla="*/ 124687 h 145707"/>
                <a:gd name="csX134" fmla="*/ 232654 w 371195"/>
                <a:gd name="csY134" fmla="*/ 124687 h 145707"/>
                <a:gd name="csX135" fmla="*/ 230743 w 371195"/>
                <a:gd name="csY135" fmla="*/ 125165 h 145707"/>
                <a:gd name="csX136" fmla="*/ 226444 w 371195"/>
                <a:gd name="csY136" fmla="*/ 126598 h 145707"/>
                <a:gd name="csX137" fmla="*/ 225010 w 371195"/>
                <a:gd name="csY137" fmla="*/ 127076 h 145707"/>
                <a:gd name="csX138" fmla="*/ 222622 w 371195"/>
                <a:gd name="csY138" fmla="*/ 127076 h 145707"/>
                <a:gd name="csX139" fmla="*/ 219756 w 371195"/>
                <a:gd name="csY139" fmla="*/ 127076 h 145707"/>
                <a:gd name="csX140" fmla="*/ 217367 w 371195"/>
                <a:gd name="csY140" fmla="*/ 127076 h 145707"/>
                <a:gd name="csX141" fmla="*/ 215933 w 371195"/>
                <a:gd name="csY141" fmla="*/ 126121 h 145707"/>
                <a:gd name="csX142" fmla="*/ 214978 w 371195"/>
                <a:gd name="csY142" fmla="*/ 124687 h 145707"/>
                <a:gd name="csX143" fmla="*/ 211634 w 371195"/>
                <a:gd name="csY143" fmla="*/ 123732 h 145707"/>
                <a:gd name="csX144" fmla="*/ 209723 w 371195"/>
                <a:gd name="csY144" fmla="*/ 123732 h 145707"/>
                <a:gd name="csX145" fmla="*/ 208768 w 371195"/>
                <a:gd name="csY145" fmla="*/ 124210 h 145707"/>
                <a:gd name="csX146" fmla="*/ 208290 w 371195"/>
                <a:gd name="csY146" fmla="*/ 126121 h 145707"/>
                <a:gd name="csX147" fmla="*/ 207335 w 371195"/>
                <a:gd name="csY147" fmla="*/ 130420 h 145707"/>
                <a:gd name="csX148" fmla="*/ 206856 w 371195"/>
                <a:gd name="csY148" fmla="*/ 131376 h 145707"/>
                <a:gd name="csX149" fmla="*/ 209245 w 371195"/>
                <a:gd name="csY149" fmla="*/ 135675 h 145707"/>
                <a:gd name="csX150" fmla="*/ 209245 w 371195"/>
                <a:gd name="csY150" fmla="*/ 136631 h 145707"/>
                <a:gd name="csX151" fmla="*/ 207335 w 371195"/>
                <a:gd name="csY151" fmla="*/ 136631 h 145707"/>
                <a:gd name="csX152" fmla="*/ 205901 w 371195"/>
                <a:gd name="csY152" fmla="*/ 136631 h 145707"/>
                <a:gd name="csX153" fmla="*/ 204946 w 371195"/>
                <a:gd name="csY153" fmla="*/ 137108 h 145707"/>
                <a:gd name="csX154" fmla="*/ 203990 w 371195"/>
                <a:gd name="csY154" fmla="*/ 138064 h 145707"/>
                <a:gd name="csX155" fmla="*/ 203513 w 371195"/>
                <a:gd name="csY155" fmla="*/ 141886 h 145707"/>
                <a:gd name="csX156" fmla="*/ 201124 w 371195"/>
                <a:gd name="csY156" fmla="*/ 142363 h 145707"/>
                <a:gd name="csX157" fmla="*/ 200646 w 371195"/>
                <a:gd name="csY157" fmla="*/ 143319 h 145707"/>
                <a:gd name="csX158" fmla="*/ 200169 w 371195"/>
                <a:gd name="csY158" fmla="*/ 143319 h 145707"/>
                <a:gd name="csX159" fmla="*/ 199213 w 371195"/>
                <a:gd name="csY159" fmla="*/ 145707 h 145707"/>
                <a:gd name="csX160" fmla="*/ 198735 w 371195"/>
                <a:gd name="csY160" fmla="*/ 145707 h 145707"/>
                <a:gd name="csX161" fmla="*/ 195869 w 371195"/>
                <a:gd name="csY161" fmla="*/ 143796 h 145707"/>
                <a:gd name="csX162" fmla="*/ 194436 w 371195"/>
                <a:gd name="csY162" fmla="*/ 143796 h 145707"/>
                <a:gd name="csX163" fmla="*/ 195391 w 371195"/>
                <a:gd name="csY163" fmla="*/ 141886 h 145707"/>
                <a:gd name="csX164" fmla="*/ 193958 w 371195"/>
                <a:gd name="csY164" fmla="*/ 138064 h 145707"/>
                <a:gd name="csX165" fmla="*/ 192525 w 371195"/>
                <a:gd name="csY165" fmla="*/ 134720 h 145707"/>
                <a:gd name="csX166" fmla="*/ 193958 w 371195"/>
                <a:gd name="csY166" fmla="*/ 132809 h 145707"/>
                <a:gd name="csX167" fmla="*/ 196824 w 371195"/>
                <a:gd name="csY167" fmla="*/ 129942 h 145707"/>
                <a:gd name="csX168" fmla="*/ 200169 w 371195"/>
                <a:gd name="csY168" fmla="*/ 127076 h 145707"/>
                <a:gd name="csX169" fmla="*/ 200169 w 371195"/>
                <a:gd name="csY169" fmla="*/ 125165 h 145707"/>
                <a:gd name="csX170" fmla="*/ 200169 w 371195"/>
                <a:gd name="csY170" fmla="*/ 123732 h 145707"/>
                <a:gd name="csX171" fmla="*/ 199213 w 371195"/>
                <a:gd name="csY171" fmla="*/ 122777 h 145707"/>
                <a:gd name="csX172" fmla="*/ 197302 w 371195"/>
                <a:gd name="csY172" fmla="*/ 121343 h 145707"/>
                <a:gd name="csX173" fmla="*/ 194436 w 371195"/>
                <a:gd name="csY173" fmla="*/ 122777 h 145707"/>
                <a:gd name="csX174" fmla="*/ 192525 w 371195"/>
                <a:gd name="csY174" fmla="*/ 124210 h 145707"/>
                <a:gd name="csX175" fmla="*/ 191092 w 371195"/>
                <a:gd name="csY175" fmla="*/ 124687 h 145707"/>
                <a:gd name="csX176" fmla="*/ 189658 w 371195"/>
                <a:gd name="csY176" fmla="*/ 125643 h 145707"/>
                <a:gd name="csX177" fmla="*/ 189181 w 371195"/>
                <a:gd name="csY177" fmla="*/ 127076 h 145707"/>
                <a:gd name="csX178" fmla="*/ 187270 w 371195"/>
                <a:gd name="csY178" fmla="*/ 128509 h 145707"/>
                <a:gd name="csX179" fmla="*/ 184403 w 371195"/>
                <a:gd name="csY179" fmla="*/ 128987 h 145707"/>
                <a:gd name="csX180" fmla="*/ 180104 w 371195"/>
                <a:gd name="csY180" fmla="*/ 127554 h 145707"/>
                <a:gd name="csX181" fmla="*/ 175326 w 371195"/>
                <a:gd name="csY181" fmla="*/ 125643 h 145707"/>
                <a:gd name="csX182" fmla="*/ 172938 w 371195"/>
                <a:gd name="csY182" fmla="*/ 123732 h 145707"/>
                <a:gd name="csX183" fmla="*/ 170549 w 371195"/>
                <a:gd name="csY183" fmla="*/ 123254 h 145707"/>
                <a:gd name="csX184" fmla="*/ 168638 w 371195"/>
                <a:gd name="csY184" fmla="*/ 124210 h 145707"/>
                <a:gd name="csX185" fmla="*/ 162906 w 371195"/>
                <a:gd name="csY185" fmla="*/ 128031 h 145707"/>
                <a:gd name="csX186" fmla="*/ 157173 w 371195"/>
                <a:gd name="csY186" fmla="*/ 134242 h 145707"/>
                <a:gd name="csX187" fmla="*/ 155740 w 371195"/>
                <a:gd name="csY187" fmla="*/ 135197 h 145707"/>
                <a:gd name="csX188" fmla="*/ 150485 w 371195"/>
                <a:gd name="csY188" fmla="*/ 137586 h 145707"/>
                <a:gd name="csX189" fmla="*/ 147140 w 371195"/>
                <a:gd name="csY189" fmla="*/ 138542 h 145707"/>
                <a:gd name="csX190" fmla="*/ 145707 w 371195"/>
                <a:gd name="csY190" fmla="*/ 138542 h 145707"/>
                <a:gd name="csX191" fmla="*/ 139019 w 371195"/>
                <a:gd name="csY191" fmla="*/ 139497 h 145707"/>
                <a:gd name="csX192" fmla="*/ 135675 w 371195"/>
                <a:gd name="csY192" fmla="*/ 139497 h 145707"/>
                <a:gd name="csX193" fmla="*/ 132808 w 371195"/>
                <a:gd name="csY193" fmla="*/ 140930 h 145707"/>
                <a:gd name="csX194" fmla="*/ 127554 w 371195"/>
                <a:gd name="csY194" fmla="*/ 139497 h 145707"/>
                <a:gd name="csX195" fmla="*/ 124687 w 371195"/>
                <a:gd name="csY195" fmla="*/ 137586 h 145707"/>
                <a:gd name="csX196" fmla="*/ 122776 w 371195"/>
                <a:gd name="csY196" fmla="*/ 135675 h 145707"/>
                <a:gd name="csX197" fmla="*/ 119432 w 371195"/>
                <a:gd name="csY197" fmla="*/ 131853 h 145707"/>
                <a:gd name="csX198" fmla="*/ 117521 w 371195"/>
                <a:gd name="csY198" fmla="*/ 129942 h 145707"/>
                <a:gd name="csX199" fmla="*/ 112744 w 371195"/>
                <a:gd name="csY199" fmla="*/ 128031 h 145707"/>
                <a:gd name="csX200" fmla="*/ 104145 w 371195"/>
                <a:gd name="csY200" fmla="*/ 123732 h 145707"/>
                <a:gd name="csX201" fmla="*/ 102234 w 371195"/>
                <a:gd name="csY201" fmla="*/ 123254 h 145707"/>
                <a:gd name="csX202" fmla="*/ 96501 w 371195"/>
                <a:gd name="csY202" fmla="*/ 122777 h 145707"/>
                <a:gd name="csX203" fmla="*/ 90291 w 371195"/>
                <a:gd name="csY203" fmla="*/ 122299 h 145707"/>
                <a:gd name="csX204" fmla="*/ 88858 w 371195"/>
                <a:gd name="csY204" fmla="*/ 123732 h 145707"/>
                <a:gd name="csX205" fmla="*/ 88380 w 371195"/>
                <a:gd name="csY205" fmla="*/ 129942 h 145707"/>
                <a:gd name="csX206" fmla="*/ 87424 w 371195"/>
                <a:gd name="csY206" fmla="*/ 131853 h 145707"/>
                <a:gd name="csX207" fmla="*/ 86947 w 371195"/>
                <a:gd name="csY207" fmla="*/ 134720 h 145707"/>
                <a:gd name="csX208" fmla="*/ 86469 w 371195"/>
                <a:gd name="csY208" fmla="*/ 135675 h 145707"/>
                <a:gd name="csX209" fmla="*/ 85035 w 371195"/>
                <a:gd name="csY209" fmla="*/ 136153 h 145707"/>
                <a:gd name="csX210" fmla="*/ 83125 w 371195"/>
                <a:gd name="csY210" fmla="*/ 135197 h 145707"/>
                <a:gd name="csX211" fmla="*/ 82169 w 371195"/>
                <a:gd name="csY211" fmla="*/ 134720 h 145707"/>
                <a:gd name="csX212" fmla="*/ 79303 w 371195"/>
                <a:gd name="csY212" fmla="*/ 136153 h 145707"/>
                <a:gd name="csX213" fmla="*/ 73092 w 371195"/>
                <a:gd name="csY213" fmla="*/ 138064 h 145707"/>
                <a:gd name="csX214" fmla="*/ 71182 w 371195"/>
                <a:gd name="csY214" fmla="*/ 138064 h 145707"/>
                <a:gd name="csX215" fmla="*/ 64493 w 371195"/>
                <a:gd name="csY215" fmla="*/ 136153 h 145707"/>
                <a:gd name="csX216" fmla="*/ 62105 w 371195"/>
                <a:gd name="csY216" fmla="*/ 134720 h 145707"/>
                <a:gd name="csX217" fmla="*/ 60671 w 371195"/>
                <a:gd name="csY217" fmla="*/ 132809 h 145707"/>
                <a:gd name="csX218" fmla="*/ 59716 w 371195"/>
                <a:gd name="csY218" fmla="*/ 129942 h 145707"/>
                <a:gd name="csX219" fmla="*/ 58760 w 371195"/>
                <a:gd name="csY219" fmla="*/ 128509 h 145707"/>
                <a:gd name="csX220" fmla="*/ 58760 w 371195"/>
                <a:gd name="csY220" fmla="*/ 127554 h 145707"/>
                <a:gd name="csX221" fmla="*/ 58283 w 371195"/>
                <a:gd name="csY221" fmla="*/ 126121 h 145707"/>
                <a:gd name="csX222" fmla="*/ 56850 w 371195"/>
                <a:gd name="csY222" fmla="*/ 125643 h 145707"/>
                <a:gd name="csX223" fmla="*/ 55416 w 371195"/>
                <a:gd name="csY223" fmla="*/ 126598 h 145707"/>
                <a:gd name="csX224" fmla="*/ 53983 w 371195"/>
                <a:gd name="csY224" fmla="*/ 126598 h 145707"/>
                <a:gd name="csX225" fmla="*/ 52073 w 371195"/>
                <a:gd name="csY225" fmla="*/ 126121 h 145707"/>
                <a:gd name="csX226" fmla="*/ 47295 w 371195"/>
                <a:gd name="csY226" fmla="*/ 123732 h 145707"/>
                <a:gd name="csX227" fmla="*/ 43951 w 371195"/>
                <a:gd name="csY227" fmla="*/ 123732 h 145707"/>
                <a:gd name="csX228" fmla="*/ 41562 w 371195"/>
                <a:gd name="csY228" fmla="*/ 126121 h 145707"/>
                <a:gd name="csX229" fmla="*/ 40129 w 371195"/>
                <a:gd name="csY229" fmla="*/ 127076 h 145707"/>
                <a:gd name="csX230" fmla="*/ 38218 w 371195"/>
                <a:gd name="csY230" fmla="*/ 127554 h 145707"/>
                <a:gd name="csX231" fmla="*/ 38218 w 371195"/>
                <a:gd name="csY231" fmla="*/ 126598 h 145707"/>
                <a:gd name="csX232" fmla="*/ 39651 w 371195"/>
                <a:gd name="csY232" fmla="*/ 124687 h 145707"/>
                <a:gd name="csX233" fmla="*/ 33919 w 371195"/>
                <a:gd name="csY233" fmla="*/ 125165 h 145707"/>
                <a:gd name="csX234" fmla="*/ 31052 w 371195"/>
                <a:gd name="csY234" fmla="*/ 126598 h 145707"/>
                <a:gd name="csX235" fmla="*/ 28664 w 371195"/>
                <a:gd name="csY235" fmla="*/ 126598 h 145707"/>
                <a:gd name="csX236" fmla="*/ 26753 w 371195"/>
                <a:gd name="csY236" fmla="*/ 125643 h 145707"/>
                <a:gd name="csX237" fmla="*/ 27230 w 371195"/>
                <a:gd name="csY237" fmla="*/ 125165 h 145707"/>
                <a:gd name="csX238" fmla="*/ 28664 w 371195"/>
                <a:gd name="csY238" fmla="*/ 124687 h 145707"/>
                <a:gd name="csX239" fmla="*/ 30575 w 371195"/>
                <a:gd name="csY239" fmla="*/ 124210 h 145707"/>
                <a:gd name="csX240" fmla="*/ 36307 w 371195"/>
                <a:gd name="csY240" fmla="*/ 123732 h 145707"/>
                <a:gd name="csX241" fmla="*/ 37741 w 371195"/>
                <a:gd name="csY241" fmla="*/ 123254 h 145707"/>
                <a:gd name="csX242" fmla="*/ 39651 w 371195"/>
                <a:gd name="csY242" fmla="*/ 120865 h 145707"/>
                <a:gd name="csX243" fmla="*/ 42040 w 371195"/>
                <a:gd name="csY243" fmla="*/ 119432 h 145707"/>
                <a:gd name="csX244" fmla="*/ 42518 w 371195"/>
                <a:gd name="csY244" fmla="*/ 118477 h 145707"/>
                <a:gd name="csX245" fmla="*/ 40607 w 371195"/>
                <a:gd name="csY245" fmla="*/ 118477 h 145707"/>
                <a:gd name="csX246" fmla="*/ 31052 w 371195"/>
                <a:gd name="csY246" fmla="*/ 118955 h 145707"/>
                <a:gd name="csX247" fmla="*/ 24842 w 371195"/>
                <a:gd name="csY247" fmla="*/ 118955 h 145707"/>
                <a:gd name="csX248" fmla="*/ 23886 w 371195"/>
                <a:gd name="csY248" fmla="*/ 119432 h 145707"/>
                <a:gd name="csX249" fmla="*/ 22931 w 371195"/>
                <a:gd name="csY249" fmla="*/ 119910 h 145707"/>
                <a:gd name="csX250" fmla="*/ 22931 w 371195"/>
                <a:gd name="csY250" fmla="*/ 117521 h 145707"/>
                <a:gd name="csX251" fmla="*/ 23886 w 371195"/>
                <a:gd name="csY251" fmla="*/ 116566 h 145707"/>
                <a:gd name="csX252" fmla="*/ 25319 w 371195"/>
                <a:gd name="csY252" fmla="*/ 116566 h 145707"/>
                <a:gd name="csX253" fmla="*/ 28664 w 371195"/>
                <a:gd name="csY253" fmla="*/ 115611 h 145707"/>
                <a:gd name="csX254" fmla="*/ 28186 w 371195"/>
                <a:gd name="csY254" fmla="*/ 113700 h 145707"/>
                <a:gd name="csX255" fmla="*/ 25798 w 371195"/>
                <a:gd name="csY255" fmla="*/ 112266 h 145707"/>
                <a:gd name="csX256" fmla="*/ 25319 w 371195"/>
                <a:gd name="csY256" fmla="*/ 111311 h 145707"/>
                <a:gd name="csX257" fmla="*/ 23886 w 371195"/>
                <a:gd name="csY257" fmla="*/ 111311 h 145707"/>
                <a:gd name="csX258" fmla="*/ 22453 w 371195"/>
                <a:gd name="csY258" fmla="*/ 110355 h 145707"/>
                <a:gd name="csX259" fmla="*/ 21975 w 371195"/>
                <a:gd name="csY259" fmla="*/ 107967 h 145707"/>
                <a:gd name="csX260" fmla="*/ 21020 w 371195"/>
                <a:gd name="csY260" fmla="*/ 105578 h 145707"/>
                <a:gd name="csX261" fmla="*/ 19109 w 371195"/>
                <a:gd name="csY261" fmla="*/ 104145 h 145707"/>
                <a:gd name="csX262" fmla="*/ 19587 w 371195"/>
                <a:gd name="csY262" fmla="*/ 103667 h 145707"/>
                <a:gd name="csX263" fmla="*/ 22453 w 371195"/>
                <a:gd name="csY263" fmla="*/ 102712 h 145707"/>
                <a:gd name="csX264" fmla="*/ 22931 w 371195"/>
                <a:gd name="csY264" fmla="*/ 99368 h 145707"/>
                <a:gd name="csX265" fmla="*/ 22453 w 371195"/>
                <a:gd name="csY265" fmla="*/ 96979 h 145707"/>
                <a:gd name="csX266" fmla="*/ 21020 w 371195"/>
                <a:gd name="csY266" fmla="*/ 96501 h 145707"/>
                <a:gd name="csX267" fmla="*/ 16721 w 371195"/>
                <a:gd name="csY267" fmla="*/ 95068 h 145707"/>
                <a:gd name="csX268" fmla="*/ 15287 w 371195"/>
                <a:gd name="csY268" fmla="*/ 95068 h 145707"/>
                <a:gd name="csX269" fmla="*/ 14332 w 371195"/>
                <a:gd name="csY269" fmla="*/ 93157 h 145707"/>
                <a:gd name="csX270" fmla="*/ 11466 w 371195"/>
                <a:gd name="csY270" fmla="*/ 91724 h 145707"/>
                <a:gd name="csX271" fmla="*/ 10510 w 371195"/>
                <a:gd name="csY271" fmla="*/ 92202 h 145707"/>
                <a:gd name="csX272" fmla="*/ 9555 w 371195"/>
                <a:gd name="csY272" fmla="*/ 93157 h 145707"/>
                <a:gd name="csX273" fmla="*/ 8599 w 371195"/>
                <a:gd name="csY273" fmla="*/ 92680 h 145707"/>
                <a:gd name="csX274" fmla="*/ 6688 w 371195"/>
                <a:gd name="csY274" fmla="*/ 91724 h 145707"/>
                <a:gd name="csX275" fmla="*/ 4777 w 371195"/>
                <a:gd name="csY275" fmla="*/ 90769 h 145707"/>
                <a:gd name="csX276" fmla="*/ 3821 w 371195"/>
                <a:gd name="csY276" fmla="*/ 90291 h 145707"/>
                <a:gd name="csX277" fmla="*/ 4777 w 371195"/>
                <a:gd name="csY277" fmla="*/ 87902 h 145707"/>
                <a:gd name="csX278" fmla="*/ 6210 w 371195"/>
                <a:gd name="csY278" fmla="*/ 87902 h 145707"/>
                <a:gd name="csX279" fmla="*/ 6688 w 371195"/>
                <a:gd name="csY279" fmla="*/ 86469 h 145707"/>
                <a:gd name="csX280" fmla="*/ 5255 w 371195"/>
                <a:gd name="csY280" fmla="*/ 83603 h 145707"/>
                <a:gd name="csX281" fmla="*/ 5733 w 371195"/>
                <a:gd name="csY281" fmla="*/ 82170 h 145707"/>
                <a:gd name="csX282" fmla="*/ 6688 w 371195"/>
                <a:gd name="csY282" fmla="*/ 81692 h 145707"/>
                <a:gd name="csX283" fmla="*/ 8121 w 371195"/>
                <a:gd name="csY283" fmla="*/ 81692 h 145707"/>
                <a:gd name="csX284" fmla="*/ 9555 w 371195"/>
                <a:gd name="csY284" fmla="*/ 83603 h 145707"/>
                <a:gd name="csX285" fmla="*/ 10032 w 371195"/>
                <a:gd name="csY285" fmla="*/ 85036 h 145707"/>
                <a:gd name="csX286" fmla="*/ 10032 w 371195"/>
                <a:gd name="csY286" fmla="*/ 86947 h 145707"/>
                <a:gd name="csX287" fmla="*/ 10987 w 371195"/>
                <a:gd name="csY287" fmla="*/ 88380 h 145707"/>
                <a:gd name="csX288" fmla="*/ 11466 w 371195"/>
                <a:gd name="csY288" fmla="*/ 88858 h 145707"/>
                <a:gd name="csX289" fmla="*/ 11943 w 371195"/>
                <a:gd name="csY289" fmla="*/ 86947 h 145707"/>
                <a:gd name="csX290" fmla="*/ 12421 w 371195"/>
                <a:gd name="csY290" fmla="*/ 86947 h 145707"/>
                <a:gd name="csX291" fmla="*/ 13376 w 371195"/>
                <a:gd name="csY291" fmla="*/ 87424 h 145707"/>
                <a:gd name="csX292" fmla="*/ 15287 w 371195"/>
                <a:gd name="csY292" fmla="*/ 87902 h 145707"/>
                <a:gd name="csX293" fmla="*/ 20064 w 371195"/>
                <a:gd name="csY293" fmla="*/ 86947 h 145707"/>
                <a:gd name="csX294" fmla="*/ 21020 w 371195"/>
                <a:gd name="csY294" fmla="*/ 85991 h 145707"/>
                <a:gd name="csX295" fmla="*/ 17198 w 371195"/>
                <a:gd name="csY295" fmla="*/ 85991 h 145707"/>
                <a:gd name="csX296" fmla="*/ 16243 w 371195"/>
                <a:gd name="csY296" fmla="*/ 85514 h 145707"/>
                <a:gd name="csX297" fmla="*/ 14809 w 371195"/>
                <a:gd name="csY297" fmla="*/ 83603 h 145707"/>
                <a:gd name="csX298" fmla="*/ 13854 w 371195"/>
                <a:gd name="csY298" fmla="*/ 82170 h 145707"/>
                <a:gd name="csX299" fmla="*/ 13854 w 371195"/>
                <a:gd name="csY299" fmla="*/ 81214 h 145707"/>
                <a:gd name="csX300" fmla="*/ 13376 w 371195"/>
                <a:gd name="csY300" fmla="*/ 80258 h 145707"/>
                <a:gd name="csX301" fmla="*/ 13854 w 371195"/>
                <a:gd name="csY301" fmla="*/ 79303 h 145707"/>
                <a:gd name="csX302" fmla="*/ 16243 w 371195"/>
                <a:gd name="csY302" fmla="*/ 78348 h 145707"/>
                <a:gd name="csX303" fmla="*/ 18153 w 371195"/>
                <a:gd name="csY303" fmla="*/ 75959 h 145707"/>
                <a:gd name="csX304" fmla="*/ 17198 w 371195"/>
                <a:gd name="csY304" fmla="*/ 75004 h 145707"/>
                <a:gd name="csX305" fmla="*/ 16243 w 371195"/>
                <a:gd name="csY305" fmla="*/ 75004 h 145707"/>
                <a:gd name="csX306" fmla="*/ 15287 w 371195"/>
                <a:gd name="csY306" fmla="*/ 75004 h 145707"/>
                <a:gd name="csX307" fmla="*/ 14332 w 371195"/>
                <a:gd name="csY307" fmla="*/ 74048 h 145707"/>
                <a:gd name="csX308" fmla="*/ 14332 w 371195"/>
                <a:gd name="csY308" fmla="*/ 73093 h 145707"/>
                <a:gd name="csX309" fmla="*/ 14809 w 371195"/>
                <a:gd name="csY309" fmla="*/ 72137 h 145707"/>
                <a:gd name="csX310" fmla="*/ 14809 w 371195"/>
                <a:gd name="csY310" fmla="*/ 70704 h 145707"/>
                <a:gd name="csX311" fmla="*/ 12421 w 371195"/>
                <a:gd name="csY311" fmla="*/ 67360 h 145707"/>
                <a:gd name="csX312" fmla="*/ 11466 w 371195"/>
                <a:gd name="csY312" fmla="*/ 66405 h 145707"/>
                <a:gd name="csX313" fmla="*/ 12421 w 371195"/>
                <a:gd name="csY313" fmla="*/ 65449 h 145707"/>
                <a:gd name="csX314" fmla="*/ 14332 w 371195"/>
                <a:gd name="csY314" fmla="*/ 63538 h 145707"/>
                <a:gd name="csX315" fmla="*/ 16243 w 371195"/>
                <a:gd name="csY315" fmla="*/ 61149 h 145707"/>
                <a:gd name="csX316" fmla="*/ 15765 w 371195"/>
                <a:gd name="csY316" fmla="*/ 60672 h 145707"/>
                <a:gd name="csX317" fmla="*/ 14332 w 371195"/>
                <a:gd name="csY317" fmla="*/ 60194 h 145707"/>
                <a:gd name="csX318" fmla="*/ 7644 w 371195"/>
                <a:gd name="csY318" fmla="*/ 61149 h 145707"/>
                <a:gd name="csX319" fmla="*/ 5255 w 371195"/>
                <a:gd name="csY319" fmla="*/ 62105 h 145707"/>
                <a:gd name="csX320" fmla="*/ 478 w 371195"/>
                <a:gd name="csY320" fmla="*/ 62582 h 145707"/>
                <a:gd name="csX321" fmla="*/ 0 w 371195"/>
                <a:gd name="csY321" fmla="*/ 61149 h 145707"/>
                <a:gd name="csX322" fmla="*/ 0 w 371195"/>
                <a:gd name="csY322" fmla="*/ 60194 h 145707"/>
                <a:gd name="csX323" fmla="*/ 955 w 371195"/>
                <a:gd name="csY323" fmla="*/ 57805 h 145707"/>
                <a:gd name="csX324" fmla="*/ 955 w 371195"/>
                <a:gd name="csY324" fmla="*/ 53028 h 145707"/>
                <a:gd name="csX325" fmla="*/ 1911 w 371195"/>
                <a:gd name="csY325" fmla="*/ 50162 h 145707"/>
                <a:gd name="csX326" fmla="*/ 4300 w 371195"/>
                <a:gd name="csY326" fmla="*/ 49206 h 145707"/>
                <a:gd name="csX327" fmla="*/ 7644 w 371195"/>
                <a:gd name="csY327" fmla="*/ 45384 h 145707"/>
                <a:gd name="csX328" fmla="*/ 12898 w 371195"/>
                <a:gd name="csY328" fmla="*/ 40129 h 145707"/>
                <a:gd name="csX329" fmla="*/ 18153 w 371195"/>
                <a:gd name="csY329" fmla="*/ 40607 h 145707"/>
                <a:gd name="csX330" fmla="*/ 20542 w 371195"/>
                <a:gd name="csY330" fmla="*/ 39174 h 145707"/>
                <a:gd name="csX331" fmla="*/ 23409 w 371195"/>
                <a:gd name="csY331" fmla="*/ 39174 h 145707"/>
                <a:gd name="csX332" fmla="*/ 24364 w 371195"/>
                <a:gd name="csY332" fmla="*/ 40129 h 145707"/>
                <a:gd name="csX333" fmla="*/ 24364 w 371195"/>
                <a:gd name="csY333" fmla="*/ 41085 h 145707"/>
                <a:gd name="csX334" fmla="*/ 27230 w 371195"/>
                <a:gd name="csY334" fmla="*/ 42040 h 145707"/>
                <a:gd name="csX335" fmla="*/ 32485 w 371195"/>
                <a:gd name="csY335" fmla="*/ 42040 h 145707"/>
                <a:gd name="csX336" fmla="*/ 33441 w 371195"/>
                <a:gd name="csY336" fmla="*/ 41563 h 145707"/>
                <a:gd name="csX337" fmla="*/ 34874 w 371195"/>
                <a:gd name="csY337" fmla="*/ 40607 h 145707"/>
                <a:gd name="csX338" fmla="*/ 32485 w 371195"/>
                <a:gd name="csY338" fmla="*/ 38218 h 145707"/>
                <a:gd name="csX339" fmla="*/ 33441 w 371195"/>
                <a:gd name="csY339" fmla="*/ 37741 h 145707"/>
                <a:gd name="csX340" fmla="*/ 35352 w 371195"/>
                <a:gd name="csY340" fmla="*/ 37741 h 145707"/>
                <a:gd name="csX341" fmla="*/ 37741 w 371195"/>
                <a:gd name="csY341" fmla="*/ 38218 h 145707"/>
                <a:gd name="csX342" fmla="*/ 37741 w 371195"/>
                <a:gd name="csY342" fmla="*/ 38696 h 145707"/>
                <a:gd name="csX343" fmla="*/ 37263 w 371195"/>
                <a:gd name="csY343" fmla="*/ 39651 h 145707"/>
                <a:gd name="csX344" fmla="*/ 36307 w 371195"/>
                <a:gd name="csY344" fmla="*/ 40607 h 145707"/>
                <a:gd name="csX345" fmla="*/ 37263 w 371195"/>
                <a:gd name="csY345" fmla="*/ 41085 h 145707"/>
                <a:gd name="csX346" fmla="*/ 43473 w 371195"/>
                <a:gd name="csY346" fmla="*/ 40129 h 145707"/>
                <a:gd name="csX347" fmla="*/ 50162 w 371195"/>
                <a:gd name="csY347" fmla="*/ 41085 h 145707"/>
                <a:gd name="csX348" fmla="*/ 52550 w 371195"/>
                <a:gd name="csY348" fmla="*/ 40607 h 145707"/>
                <a:gd name="csX349" fmla="*/ 57805 w 371195"/>
                <a:gd name="csY349" fmla="*/ 40607 h 145707"/>
                <a:gd name="csX350" fmla="*/ 58760 w 371195"/>
                <a:gd name="csY350" fmla="*/ 39651 h 145707"/>
                <a:gd name="csX351" fmla="*/ 57328 w 371195"/>
                <a:gd name="csY351" fmla="*/ 38696 h 145707"/>
                <a:gd name="csX352" fmla="*/ 55416 w 371195"/>
                <a:gd name="csY352" fmla="*/ 38218 h 145707"/>
                <a:gd name="csX353" fmla="*/ 54461 w 371195"/>
                <a:gd name="csY353" fmla="*/ 37741 h 145707"/>
                <a:gd name="csX354" fmla="*/ 53505 w 371195"/>
                <a:gd name="csY354" fmla="*/ 37263 h 145707"/>
                <a:gd name="csX355" fmla="*/ 56850 w 371195"/>
                <a:gd name="csY355" fmla="*/ 34874 h 145707"/>
                <a:gd name="csX356" fmla="*/ 58760 w 371195"/>
                <a:gd name="csY356" fmla="*/ 34397 h 145707"/>
                <a:gd name="csX357" fmla="*/ 67837 w 371195"/>
                <a:gd name="csY357" fmla="*/ 32963 h 145707"/>
                <a:gd name="csX358" fmla="*/ 74526 w 371195"/>
                <a:gd name="csY358" fmla="*/ 32486 h 145707"/>
                <a:gd name="csX359" fmla="*/ 74526 w 371195"/>
                <a:gd name="csY359" fmla="*/ 31530 h 145707"/>
                <a:gd name="csX360" fmla="*/ 73570 w 371195"/>
                <a:gd name="csY360" fmla="*/ 31530 h 145707"/>
                <a:gd name="csX361" fmla="*/ 64971 w 371195"/>
                <a:gd name="csY361" fmla="*/ 30575 h 145707"/>
                <a:gd name="csX362" fmla="*/ 62582 w 371195"/>
                <a:gd name="csY362" fmla="*/ 29619 h 145707"/>
                <a:gd name="csX363" fmla="*/ 59716 w 371195"/>
                <a:gd name="csY363" fmla="*/ 27708 h 145707"/>
                <a:gd name="csX364" fmla="*/ 59239 w 371195"/>
                <a:gd name="csY364" fmla="*/ 26753 h 145707"/>
                <a:gd name="csX365" fmla="*/ 58760 w 371195"/>
                <a:gd name="csY365" fmla="*/ 25798 h 145707"/>
                <a:gd name="csX366" fmla="*/ 58760 w 371195"/>
                <a:gd name="csY366" fmla="*/ 23409 h 145707"/>
                <a:gd name="csX367" fmla="*/ 59716 w 371195"/>
                <a:gd name="csY367" fmla="*/ 21498 h 145707"/>
                <a:gd name="csX368" fmla="*/ 60671 w 371195"/>
                <a:gd name="csY368" fmla="*/ 20542 h 145707"/>
                <a:gd name="csX369" fmla="*/ 64016 w 371195"/>
                <a:gd name="csY369" fmla="*/ 20542 h 145707"/>
                <a:gd name="csX370" fmla="*/ 75959 w 371195"/>
                <a:gd name="csY370" fmla="*/ 22453 h 145707"/>
                <a:gd name="csX371" fmla="*/ 84080 w 371195"/>
                <a:gd name="csY371" fmla="*/ 21020 h 145707"/>
                <a:gd name="csX372" fmla="*/ 93635 w 371195"/>
                <a:gd name="csY372" fmla="*/ 23886 h 145707"/>
                <a:gd name="csX373" fmla="*/ 102234 w 371195"/>
                <a:gd name="csY373" fmla="*/ 23409 h 145707"/>
                <a:gd name="csX374" fmla="*/ 104145 w 371195"/>
                <a:gd name="csY374" fmla="*/ 21975 h 145707"/>
                <a:gd name="csX375" fmla="*/ 106533 w 371195"/>
                <a:gd name="csY375" fmla="*/ 18154 h 145707"/>
                <a:gd name="csX376" fmla="*/ 118955 w 371195"/>
                <a:gd name="csY376" fmla="*/ 11943 h 145707"/>
                <a:gd name="csX377" fmla="*/ 123254 w 371195"/>
                <a:gd name="csY377" fmla="*/ 8599 h 145707"/>
                <a:gd name="csX378" fmla="*/ 128031 w 371195"/>
                <a:gd name="csY378" fmla="*/ 6688 h 145707"/>
                <a:gd name="csX379" fmla="*/ 136153 w 371195"/>
                <a:gd name="csY379" fmla="*/ 4300 h 145707"/>
                <a:gd name="csX380" fmla="*/ 142841 w 371195"/>
                <a:gd name="csY380" fmla="*/ 1911 h 145707"/>
                <a:gd name="csX381" fmla="*/ 144752 w 371195"/>
                <a:gd name="csY381" fmla="*/ 1433 h 145707"/>
                <a:gd name="csX382" fmla="*/ 160517 w 371195"/>
                <a:gd name="csY382" fmla="*/ 2866 h 145707"/>
                <a:gd name="csX383" fmla="*/ 171505 w 371195"/>
                <a:gd name="csY383" fmla="*/ 2866 h 145707"/>
                <a:gd name="csX384" fmla="*/ 176760 w 371195"/>
                <a:gd name="csY384" fmla="*/ 0 h 145707"/>
                <a:gd name="csX385" fmla="*/ 179626 w 371195"/>
                <a:gd name="csY385" fmla="*/ 956 h 145707"/>
                <a:gd name="csX386" fmla="*/ 179626 w 371195"/>
                <a:gd name="csY386" fmla="*/ 1911 h 145707"/>
                <a:gd name="csX387" fmla="*/ 178671 w 371195"/>
                <a:gd name="csY387" fmla="*/ 2866 h 145707"/>
                <a:gd name="csX388" fmla="*/ 179149 w 371195"/>
                <a:gd name="csY388" fmla="*/ 4300 h 145707"/>
                <a:gd name="csX389" fmla="*/ 180581 w 371195"/>
                <a:gd name="csY389" fmla="*/ 6688 h 145707"/>
                <a:gd name="csX390" fmla="*/ 182492 w 371195"/>
                <a:gd name="csY390" fmla="*/ 8599 h 145707"/>
                <a:gd name="csX391" fmla="*/ 187747 w 371195"/>
                <a:gd name="csY391" fmla="*/ 10510 h 145707"/>
                <a:gd name="csX392" fmla="*/ 194913 w 371195"/>
                <a:gd name="csY392" fmla="*/ 8599 h 145707"/>
                <a:gd name="csX393" fmla="*/ 195869 w 371195"/>
                <a:gd name="csY393" fmla="*/ 9077 h 145707"/>
                <a:gd name="csX394" fmla="*/ 197302 w 371195"/>
                <a:gd name="csY394" fmla="*/ 9555 h 145707"/>
                <a:gd name="csX395" fmla="*/ 200169 w 371195"/>
                <a:gd name="csY395" fmla="*/ 15765 h 145707"/>
                <a:gd name="csX396" fmla="*/ 202079 w 371195"/>
                <a:gd name="csY396" fmla="*/ 17676 h 145707"/>
                <a:gd name="csX397" fmla="*/ 204468 w 371195"/>
                <a:gd name="csY397" fmla="*/ 19587 h 145707"/>
                <a:gd name="csX398" fmla="*/ 206379 w 371195"/>
                <a:gd name="csY398" fmla="*/ 19587 h 145707"/>
                <a:gd name="csX399" fmla="*/ 208290 w 371195"/>
                <a:gd name="csY399" fmla="*/ 18154 h 145707"/>
                <a:gd name="csX400" fmla="*/ 209245 w 371195"/>
                <a:gd name="csY400" fmla="*/ 17676 h 145707"/>
                <a:gd name="csX401" fmla="*/ 212112 w 371195"/>
                <a:gd name="csY401" fmla="*/ 17198 h 145707"/>
                <a:gd name="csX402" fmla="*/ 215933 w 371195"/>
                <a:gd name="csY402" fmla="*/ 19109 h 145707"/>
                <a:gd name="csX403" fmla="*/ 217367 w 371195"/>
                <a:gd name="csY403" fmla="*/ 21498 h 145707"/>
                <a:gd name="csX404" fmla="*/ 225010 w 371195"/>
                <a:gd name="csY404" fmla="*/ 23409 h 145707"/>
                <a:gd name="csX405" fmla="*/ 231699 w 371195"/>
                <a:gd name="csY405" fmla="*/ 23886 h 145707"/>
                <a:gd name="csX406" fmla="*/ 234565 w 371195"/>
                <a:gd name="csY406" fmla="*/ 25798 h 145707"/>
                <a:gd name="csX407" fmla="*/ 243642 w 371195"/>
                <a:gd name="csY407" fmla="*/ 27708 h 145707"/>
                <a:gd name="csX408" fmla="*/ 246986 w 371195"/>
                <a:gd name="csY408" fmla="*/ 27708 h 145707"/>
                <a:gd name="csX409" fmla="*/ 253197 w 371195"/>
                <a:gd name="csY409" fmla="*/ 25798 h 145707"/>
                <a:gd name="csX410" fmla="*/ 264184 w 371195"/>
                <a:gd name="csY410" fmla="*/ 23409 h 145707"/>
                <a:gd name="csX411" fmla="*/ 271828 w 371195"/>
                <a:gd name="csY411" fmla="*/ 26275 h 145707"/>
                <a:gd name="csX412" fmla="*/ 274217 w 371195"/>
                <a:gd name="csY412" fmla="*/ 26753 h 145707"/>
                <a:gd name="csX413" fmla="*/ 275650 w 371195"/>
                <a:gd name="csY413" fmla="*/ 26753 h 145707"/>
                <a:gd name="csX414" fmla="*/ 278516 w 371195"/>
                <a:gd name="csY414" fmla="*/ 27231 h 145707"/>
                <a:gd name="csX415" fmla="*/ 280905 w 371195"/>
                <a:gd name="csY415" fmla="*/ 26753 h 145707"/>
                <a:gd name="csX416" fmla="*/ 289504 w 371195"/>
                <a:gd name="csY416" fmla="*/ 23409 h 145707"/>
                <a:gd name="csX417" fmla="*/ 291893 w 371195"/>
                <a:gd name="csY417" fmla="*/ 21498 h 145707"/>
                <a:gd name="csX418" fmla="*/ 294759 w 371195"/>
                <a:gd name="csY418" fmla="*/ 21020 h 145707"/>
                <a:gd name="csX419" fmla="*/ 297147 w 371195"/>
                <a:gd name="csY419" fmla="*/ 19587 h 145707"/>
                <a:gd name="csX420" fmla="*/ 303836 w 371195"/>
                <a:gd name="csY420" fmla="*/ 15765 h 145707"/>
                <a:gd name="csX421" fmla="*/ 305747 w 371195"/>
                <a:gd name="csY421" fmla="*/ 13376 h 145707"/>
                <a:gd name="csX422" fmla="*/ 307180 w 371195"/>
                <a:gd name="csY422" fmla="*/ 13854 h 145707"/>
                <a:gd name="csX423" fmla="*/ 309568 w 371195"/>
                <a:gd name="csY423" fmla="*/ 14332 h 145707"/>
                <a:gd name="csX424" fmla="*/ 311002 w 371195"/>
                <a:gd name="csY424" fmla="*/ 15287 h 145707"/>
                <a:gd name="csX425" fmla="*/ 311957 w 371195"/>
                <a:gd name="csY425" fmla="*/ 15287 h 145707"/>
                <a:gd name="csX426" fmla="*/ 313868 w 371195"/>
                <a:gd name="csY426" fmla="*/ 13854 h 145707"/>
                <a:gd name="csX427" fmla="*/ 316734 w 371195"/>
                <a:gd name="csY427" fmla="*/ 13854 h 145707"/>
                <a:gd name="csX428" fmla="*/ 319601 w 371195"/>
                <a:gd name="csY428" fmla="*/ 14332 h 145707"/>
                <a:gd name="csX429" fmla="*/ 321034 w 371195"/>
                <a:gd name="csY429" fmla="*/ 14332 h 145707"/>
                <a:gd name="csX430" fmla="*/ 322467 w 371195"/>
                <a:gd name="csY430" fmla="*/ 14809 h 145707"/>
                <a:gd name="csX431" fmla="*/ 324378 w 371195"/>
                <a:gd name="csY431" fmla="*/ 15287 h 145707"/>
                <a:gd name="csX432" fmla="*/ 325334 w 371195"/>
                <a:gd name="csY432" fmla="*/ 14809 h 145707"/>
                <a:gd name="csX433" fmla="*/ 326767 w 371195"/>
                <a:gd name="csY433" fmla="*/ 12421 h 145707"/>
                <a:gd name="csX434" fmla="*/ 327245 w 371195"/>
                <a:gd name="csY434" fmla="*/ 12421 h 145707"/>
                <a:gd name="csX435" fmla="*/ 327245 w 371195"/>
                <a:gd name="csY435" fmla="*/ 11943 h 145707"/>
                <a:gd name="csX436" fmla="*/ 329156 w 371195"/>
                <a:gd name="csY436" fmla="*/ 11943 h 145707"/>
                <a:gd name="csX437" fmla="*/ 330111 w 371195"/>
                <a:gd name="csY437" fmla="*/ 11943 h 145707"/>
                <a:gd name="csX438" fmla="*/ 331066 w 371195"/>
                <a:gd name="csY438" fmla="*/ 12421 h 145707"/>
                <a:gd name="csX439" fmla="*/ 331544 w 371195"/>
                <a:gd name="csY439" fmla="*/ 13854 h 145707"/>
                <a:gd name="csX440" fmla="*/ 333455 w 371195"/>
                <a:gd name="csY440" fmla="*/ 14809 h 145707"/>
                <a:gd name="csX441" fmla="*/ 336322 w 371195"/>
                <a:gd name="csY441" fmla="*/ 17198 h 145707"/>
                <a:gd name="csX442" fmla="*/ 338232 w 371195"/>
                <a:gd name="csY442" fmla="*/ 18632 h 145707"/>
                <a:gd name="csX443" fmla="*/ 338710 w 371195"/>
                <a:gd name="csY443" fmla="*/ 19109 h 145707"/>
                <a:gd name="csX444" fmla="*/ 338232 w 371195"/>
                <a:gd name="csY444" fmla="*/ 19587 h 145707"/>
                <a:gd name="csX445" fmla="*/ 337754 w 371195"/>
                <a:gd name="csY445" fmla="*/ 19587 h 145707"/>
                <a:gd name="csX446" fmla="*/ 338232 w 371195"/>
                <a:gd name="csY446" fmla="*/ 20065 h 145707"/>
                <a:gd name="csX447" fmla="*/ 339188 w 371195"/>
                <a:gd name="csY447" fmla="*/ 21020 h 145707"/>
                <a:gd name="csX448" fmla="*/ 340621 w 371195"/>
                <a:gd name="csY448" fmla="*/ 21498 h 145707"/>
                <a:gd name="csX449" fmla="*/ 342532 w 371195"/>
                <a:gd name="csY449" fmla="*/ 21498 h 145707"/>
                <a:gd name="csX450" fmla="*/ 343009 w 371195"/>
                <a:gd name="csY450" fmla="*/ 21498 h 145707"/>
                <a:gd name="csX451" fmla="*/ 343965 w 371195"/>
                <a:gd name="csY451" fmla="*/ 21975 h 145707"/>
                <a:gd name="csX452" fmla="*/ 343965 w 371195"/>
                <a:gd name="csY452" fmla="*/ 22931 h 145707"/>
                <a:gd name="csX453" fmla="*/ 343965 w 371195"/>
                <a:gd name="csY453" fmla="*/ 23409 h 145707"/>
                <a:gd name="csX454" fmla="*/ 343965 w 371195"/>
                <a:gd name="csY454" fmla="*/ 23409 h 145707"/>
                <a:gd name="csX455" fmla="*/ 344443 w 371195"/>
                <a:gd name="csY455" fmla="*/ 24364 h 145707"/>
                <a:gd name="csX456" fmla="*/ 345398 w 371195"/>
                <a:gd name="csY456" fmla="*/ 25798 h 145707"/>
                <a:gd name="csX457" fmla="*/ 346831 w 371195"/>
                <a:gd name="csY457" fmla="*/ 26753 h 145707"/>
                <a:gd name="csX458" fmla="*/ 347787 w 371195"/>
                <a:gd name="csY458" fmla="*/ 27708 h 145707"/>
                <a:gd name="csX459" fmla="*/ 349220 w 371195"/>
                <a:gd name="csY459" fmla="*/ 31052 h 145707"/>
                <a:gd name="csX460" fmla="*/ 349698 w 371195"/>
                <a:gd name="csY460" fmla="*/ 32486 h 145707"/>
                <a:gd name="csX461" fmla="*/ 349220 w 371195"/>
                <a:gd name="csY461" fmla="*/ 34397 h 145707"/>
                <a:gd name="csX462" fmla="*/ 348265 w 371195"/>
                <a:gd name="csY462" fmla="*/ 36307 h 145707"/>
                <a:gd name="csX463" fmla="*/ 346354 w 371195"/>
                <a:gd name="csY463" fmla="*/ 38218 h 145707"/>
                <a:gd name="csX464" fmla="*/ 346354 w 371195"/>
                <a:gd name="csY464" fmla="*/ 38218 h 145707"/>
                <a:gd name="csX465" fmla="*/ 346831 w 371195"/>
                <a:gd name="csY465" fmla="*/ 39174 h 145707"/>
                <a:gd name="csX466" fmla="*/ 347309 w 371195"/>
                <a:gd name="csY466" fmla="*/ 40607 h 145707"/>
                <a:gd name="csX467" fmla="*/ 347309 w 371195"/>
                <a:gd name="csY467" fmla="*/ 41085 h 145707"/>
                <a:gd name="csX468" fmla="*/ 348742 w 371195"/>
                <a:gd name="csY468" fmla="*/ 43951 h 145707"/>
                <a:gd name="csX469" fmla="*/ 349220 w 371195"/>
                <a:gd name="csY469" fmla="*/ 45862 h 145707"/>
                <a:gd name="csX470" fmla="*/ 348742 w 371195"/>
                <a:gd name="csY470" fmla="*/ 46340 h 145707"/>
                <a:gd name="csX471" fmla="*/ 348742 w 371195"/>
                <a:gd name="csY471" fmla="*/ 46340 h 145707"/>
                <a:gd name="csX472" fmla="*/ 348265 w 371195"/>
                <a:gd name="csY472" fmla="*/ 46817 h 145707"/>
                <a:gd name="csX473" fmla="*/ 348265 w 371195"/>
                <a:gd name="csY473" fmla="*/ 46817 h 145707"/>
                <a:gd name="csX474" fmla="*/ 351131 w 371195"/>
                <a:gd name="csY474" fmla="*/ 48251 h 145707"/>
                <a:gd name="csX475" fmla="*/ 353997 w 371195"/>
                <a:gd name="csY475" fmla="*/ 49206 h 145707"/>
                <a:gd name="csX476" fmla="*/ 354953 w 371195"/>
                <a:gd name="csY476" fmla="*/ 49206 h 145707"/>
                <a:gd name="csX477" fmla="*/ 358775 w 371195"/>
                <a:gd name="csY477" fmla="*/ 48728 h 145707"/>
                <a:gd name="csX478" fmla="*/ 360686 w 371195"/>
                <a:gd name="csY478" fmla="*/ 48728 h 145707"/>
                <a:gd name="csX479" fmla="*/ 363074 w 371195"/>
                <a:gd name="csY479" fmla="*/ 49684 h 145707"/>
                <a:gd name="csX480" fmla="*/ 365941 w 371195"/>
                <a:gd name="csY480" fmla="*/ 52550 h 145707"/>
                <a:gd name="csX481" fmla="*/ 367852 w 371195"/>
                <a:gd name="csY481" fmla="*/ 53983 h 145707"/>
                <a:gd name="csX482" fmla="*/ 369763 w 371195"/>
                <a:gd name="csY482" fmla="*/ 55894 h 145707"/>
                <a:gd name="csX483" fmla="*/ 370240 w 371195"/>
                <a:gd name="csY483" fmla="*/ 56850 h 145707"/>
                <a:gd name="csX484" fmla="*/ 370240 w 371195"/>
                <a:gd name="csY484" fmla="*/ 56850 h 145707"/>
                <a:gd name="csX485" fmla="*/ 370718 w 371195"/>
                <a:gd name="csY485" fmla="*/ 56850 h 145707"/>
                <a:gd name="csX486" fmla="*/ 370718 w 371195"/>
                <a:gd name="csY486" fmla="*/ 57328 h 1457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</a:cxnLst>
              <a:rect l="l" t="t" r="r" b="b"/>
              <a:pathLst>
                <a:path w="371195" h="145707">
                  <a:moveTo>
                    <a:pt x="370718" y="57328"/>
                  </a:moveTo>
                  <a:lnTo>
                    <a:pt x="371196" y="57805"/>
                  </a:lnTo>
                  <a:lnTo>
                    <a:pt x="370718" y="57805"/>
                  </a:lnTo>
                  <a:lnTo>
                    <a:pt x="369763" y="57328"/>
                  </a:lnTo>
                  <a:lnTo>
                    <a:pt x="366896" y="54939"/>
                  </a:lnTo>
                  <a:lnTo>
                    <a:pt x="366896" y="55417"/>
                  </a:lnTo>
                  <a:lnTo>
                    <a:pt x="365463" y="55894"/>
                  </a:lnTo>
                  <a:lnTo>
                    <a:pt x="364030" y="57805"/>
                  </a:lnTo>
                  <a:lnTo>
                    <a:pt x="362597" y="63538"/>
                  </a:lnTo>
                  <a:lnTo>
                    <a:pt x="361641" y="64016"/>
                  </a:lnTo>
                  <a:lnTo>
                    <a:pt x="359730" y="64016"/>
                  </a:lnTo>
                  <a:lnTo>
                    <a:pt x="357341" y="63538"/>
                  </a:lnTo>
                  <a:lnTo>
                    <a:pt x="355908" y="64016"/>
                  </a:lnTo>
                  <a:lnTo>
                    <a:pt x="355908" y="64016"/>
                  </a:lnTo>
                  <a:lnTo>
                    <a:pt x="355431" y="64493"/>
                  </a:lnTo>
                  <a:lnTo>
                    <a:pt x="355431" y="64493"/>
                  </a:lnTo>
                  <a:lnTo>
                    <a:pt x="355908" y="64971"/>
                  </a:lnTo>
                  <a:lnTo>
                    <a:pt x="356386" y="65927"/>
                  </a:lnTo>
                  <a:lnTo>
                    <a:pt x="356386" y="67360"/>
                  </a:lnTo>
                  <a:lnTo>
                    <a:pt x="356386" y="68315"/>
                  </a:lnTo>
                  <a:lnTo>
                    <a:pt x="357341" y="69271"/>
                  </a:lnTo>
                  <a:lnTo>
                    <a:pt x="358775" y="69748"/>
                  </a:lnTo>
                  <a:lnTo>
                    <a:pt x="358775" y="70704"/>
                  </a:lnTo>
                  <a:lnTo>
                    <a:pt x="358297" y="72137"/>
                  </a:lnTo>
                  <a:lnTo>
                    <a:pt x="358297" y="73093"/>
                  </a:lnTo>
                  <a:lnTo>
                    <a:pt x="357819" y="73570"/>
                  </a:lnTo>
                  <a:lnTo>
                    <a:pt x="358297" y="75004"/>
                  </a:lnTo>
                  <a:lnTo>
                    <a:pt x="359730" y="76437"/>
                  </a:lnTo>
                  <a:lnTo>
                    <a:pt x="360208" y="76914"/>
                  </a:lnTo>
                  <a:lnTo>
                    <a:pt x="360208" y="80258"/>
                  </a:lnTo>
                  <a:lnTo>
                    <a:pt x="360686" y="81692"/>
                  </a:lnTo>
                  <a:lnTo>
                    <a:pt x="361163" y="83603"/>
                  </a:lnTo>
                  <a:lnTo>
                    <a:pt x="360686" y="86469"/>
                  </a:lnTo>
                  <a:lnTo>
                    <a:pt x="361163" y="87424"/>
                  </a:lnTo>
                  <a:lnTo>
                    <a:pt x="361163" y="87902"/>
                  </a:lnTo>
                  <a:lnTo>
                    <a:pt x="362597" y="87902"/>
                  </a:lnTo>
                  <a:lnTo>
                    <a:pt x="363552" y="88380"/>
                  </a:lnTo>
                  <a:lnTo>
                    <a:pt x="364030" y="88858"/>
                  </a:lnTo>
                  <a:lnTo>
                    <a:pt x="364030" y="88858"/>
                  </a:lnTo>
                  <a:lnTo>
                    <a:pt x="362597" y="90291"/>
                  </a:lnTo>
                  <a:lnTo>
                    <a:pt x="362597" y="90769"/>
                  </a:lnTo>
                  <a:lnTo>
                    <a:pt x="362597" y="91724"/>
                  </a:lnTo>
                  <a:lnTo>
                    <a:pt x="362119" y="93157"/>
                  </a:lnTo>
                  <a:lnTo>
                    <a:pt x="361641" y="94113"/>
                  </a:lnTo>
                  <a:lnTo>
                    <a:pt x="360208" y="95546"/>
                  </a:lnTo>
                  <a:lnTo>
                    <a:pt x="360208" y="95546"/>
                  </a:lnTo>
                  <a:lnTo>
                    <a:pt x="359730" y="96979"/>
                  </a:lnTo>
                  <a:lnTo>
                    <a:pt x="359252" y="98412"/>
                  </a:lnTo>
                  <a:lnTo>
                    <a:pt x="359252" y="99368"/>
                  </a:lnTo>
                  <a:lnTo>
                    <a:pt x="361641" y="99368"/>
                  </a:lnTo>
                  <a:lnTo>
                    <a:pt x="363074" y="100323"/>
                  </a:lnTo>
                  <a:lnTo>
                    <a:pt x="365941" y="102234"/>
                  </a:lnTo>
                  <a:lnTo>
                    <a:pt x="366896" y="103189"/>
                  </a:lnTo>
                  <a:lnTo>
                    <a:pt x="365941" y="104145"/>
                  </a:lnTo>
                  <a:lnTo>
                    <a:pt x="365941" y="104145"/>
                  </a:lnTo>
                  <a:lnTo>
                    <a:pt x="365941" y="104623"/>
                  </a:lnTo>
                  <a:lnTo>
                    <a:pt x="366418" y="105578"/>
                  </a:lnTo>
                  <a:lnTo>
                    <a:pt x="366418" y="106534"/>
                  </a:lnTo>
                  <a:lnTo>
                    <a:pt x="366418" y="107967"/>
                  </a:lnTo>
                  <a:lnTo>
                    <a:pt x="366418" y="109400"/>
                  </a:lnTo>
                  <a:lnTo>
                    <a:pt x="366896" y="109400"/>
                  </a:lnTo>
                  <a:lnTo>
                    <a:pt x="369285" y="111311"/>
                  </a:lnTo>
                  <a:lnTo>
                    <a:pt x="370718" y="112744"/>
                  </a:lnTo>
                  <a:lnTo>
                    <a:pt x="370718" y="113222"/>
                  </a:lnTo>
                  <a:lnTo>
                    <a:pt x="370240" y="114177"/>
                  </a:lnTo>
                  <a:lnTo>
                    <a:pt x="370240" y="114177"/>
                  </a:lnTo>
                  <a:lnTo>
                    <a:pt x="370240" y="115611"/>
                  </a:lnTo>
                  <a:lnTo>
                    <a:pt x="370240" y="116088"/>
                  </a:lnTo>
                  <a:lnTo>
                    <a:pt x="369763" y="115611"/>
                  </a:lnTo>
                  <a:lnTo>
                    <a:pt x="368329" y="115133"/>
                  </a:lnTo>
                  <a:lnTo>
                    <a:pt x="366896" y="115133"/>
                  </a:lnTo>
                  <a:lnTo>
                    <a:pt x="366418" y="115611"/>
                  </a:lnTo>
                  <a:lnTo>
                    <a:pt x="364985" y="116566"/>
                  </a:lnTo>
                  <a:lnTo>
                    <a:pt x="363074" y="117999"/>
                  </a:lnTo>
                  <a:lnTo>
                    <a:pt x="361641" y="118955"/>
                  </a:lnTo>
                  <a:lnTo>
                    <a:pt x="360686" y="119910"/>
                  </a:lnTo>
                  <a:lnTo>
                    <a:pt x="359730" y="119432"/>
                  </a:lnTo>
                  <a:lnTo>
                    <a:pt x="359252" y="118955"/>
                  </a:lnTo>
                  <a:lnTo>
                    <a:pt x="359252" y="117999"/>
                  </a:lnTo>
                  <a:lnTo>
                    <a:pt x="359252" y="114655"/>
                  </a:lnTo>
                  <a:lnTo>
                    <a:pt x="358775" y="113700"/>
                  </a:lnTo>
                  <a:lnTo>
                    <a:pt x="358297" y="112744"/>
                  </a:lnTo>
                  <a:lnTo>
                    <a:pt x="358297" y="112744"/>
                  </a:lnTo>
                  <a:lnTo>
                    <a:pt x="357341" y="112266"/>
                  </a:lnTo>
                  <a:lnTo>
                    <a:pt x="356386" y="112266"/>
                  </a:lnTo>
                  <a:lnTo>
                    <a:pt x="355431" y="112266"/>
                  </a:lnTo>
                  <a:lnTo>
                    <a:pt x="353997" y="113222"/>
                  </a:lnTo>
                  <a:lnTo>
                    <a:pt x="351609" y="114177"/>
                  </a:lnTo>
                  <a:lnTo>
                    <a:pt x="348742" y="114177"/>
                  </a:lnTo>
                  <a:lnTo>
                    <a:pt x="346354" y="113700"/>
                  </a:lnTo>
                  <a:lnTo>
                    <a:pt x="345398" y="113700"/>
                  </a:lnTo>
                  <a:lnTo>
                    <a:pt x="341099" y="112266"/>
                  </a:lnTo>
                  <a:lnTo>
                    <a:pt x="340621" y="111789"/>
                  </a:lnTo>
                  <a:lnTo>
                    <a:pt x="338710" y="111311"/>
                  </a:lnTo>
                  <a:lnTo>
                    <a:pt x="336799" y="110833"/>
                  </a:lnTo>
                  <a:lnTo>
                    <a:pt x="333933" y="111789"/>
                  </a:lnTo>
                  <a:lnTo>
                    <a:pt x="332500" y="111789"/>
                  </a:lnTo>
                  <a:lnTo>
                    <a:pt x="330589" y="110833"/>
                  </a:lnTo>
                  <a:lnTo>
                    <a:pt x="330111" y="110833"/>
                  </a:lnTo>
                  <a:lnTo>
                    <a:pt x="328200" y="113700"/>
                  </a:lnTo>
                  <a:lnTo>
                    <a:pt x="324378" y="116088"/>
                  </a:lnTo>
                  <a:lnTo>
                    <a:pt x="322467" y="116566"/>
                  </a:lnTo>
                  <a:lnTo>
                    <a:pt x="321512" y="114177"/>
                  </a:lnTo>
                  <a:lnTo>
                    <a:pt x="320556" y="112744"/>
                  </a:lnTo>
                  <a:lnTo>
                    <a:pt x="320079" y="112744"/>
                  </a:lnTo>
                  <a:lnTo>
                    <a:pt x="319601" y="112744"/>
                  </a:lnTo>
                  <a:lnTo>
                    <a:pt x="319601" y="112266"/>
                  </a:lnTo>
                  <a:lnTo>
                    <a:pt x="318645" y="112744"/>
                  </a:lnTo>
                  <a:lnTo>
                    <a:pt x="316734" y="114655"/>
                  </a:lnTo>
                  <a:lnTo>
                    <a:pt x="312913" y="115611"/>
                  </a:lnTo>
                  <a:lnTo>
                    <a:pt x="310047" y="116566"/>
                  </a:lnTo>
                  <a:lnTo>
                    <a:pt x="305747" y="117044"/>
                  </a:lnTo>
                  <a:lnTo>
                    <a:pt x="302402" y="117521"/>
                  </a:lnTo>
                  <a:lnTo>
                    <a:pt x="300970" y="117521"/>
                  </a:lnTo>
                  <a:lnTo>
                    <a:pt x="297625" y="117521"/>
                  </a:lnTo>
                  <a:lnTo>
                    <a:pt x="294759" y="116566"/>
                  </a:lnTo>
                  <a:lnTo>
                    <a:pt x="291893" y="116566"/>
                  </a:lnTo>
                  <a:lnTo>
                    <a:pt x="289504" y="117044"/>
                  </a:lnTo>
                  <a:lnTo>
                    <a:pt x="284727" y="118955"/>
                  </a:lnTo>
                  <a:lnTo>
                    <a:pt x="276127" y="123254"/>
                  </a:lnTo>
                  <a:lnTo>
                    <a:pt x="269440" y="125165"/>
                  </a:lnTo>
                  <a:lnTo>
                    <a:pt x="265617" y="126121"/>
                  </a:lnTo>
                  <a:lnTo>
                    <a:pt x="262751" y="126598"/>
                  </a:lnTo>
                  <a:lnTo>
                    <a:pt x="257974" y="126598"/>
                  </a:lnTo>
                  <a:lnTo>
                    <a:pt x="254152" y="126121"/>
                  </a:lnTo>
                  <a:lnTo>
                    <a:pt x="251286" y="126121"/>
                  </a:lnTo>
                  <a:lnTo>
                    <a:pt x="249852" y="125643"/>
                  </a:lnTo>
                  <a:lnTo>
                    <a:pt x="247464" y="124210"/>
                  </a:lnTo>
                  <a:lnTo>
                    <a:pt x="245075" y="122299"/>
                  </a:lnTo>
                  <a:lnTo>
                    <a:pt x="243642" y="121821"/>
                  </a:lnTo>
                  <a:lnTo>
                    <a:pt x="242209" y="121821"/>
                  </a:lnTo>
                  <a:lnTo>
                    <a:pt x="239820" y="121343"/>
                  </a:lnTo>
                  <a:lnTo>
                    <a:pt x="234087" y="123732"/>
                  </a:lnTo>
                  <a:lnTo>
                    <a:pt x="232654" y="124687"/>
                  </a:lnTo>
                  <a:lnTo>
                    <a:pt x="232654" y="124687"/>
                  </a:lnTo>
                  <a:lnTo>
                    <a:pt x="230743" y="125165"/>
                  </a:lnTo>
                  <a:lnTo>
                    <a:pt x="226444" y="126598"/>
                  </a:lnTo>
                  <a:lnTo>
                    <a:pt x="225010" y="127076"/>
                  </a:lnTo>
                  <a:lnTo>
                    <a:pt x="222622" y="127076"/>
                  </a:lnTo>
                  <a:lnTo>
                    <a:pt x="219756" y="127076"/>
                  </a:lnTo>
                  <a:lnTo>
                    <a:pt x="217367" y="127076"/>
                  </a:lnTo>
                  <a:lnTo>
                    <a:pt x="215933" y="126121"/>
                  </a:lnTo>
                  <a:lnTo>
                    <a:pt x="214978" y="124687"/>
                  </a:lnTo>
                  <a:lnTo>
                    <a:pt x="211634" y="123732"/>
                  </a:lnTo>
                  <a:lnTo>
                    <a:pt x="209723" y="123732"/>
                  </a:lnTo>
                  <a:lnTo>
                    <a:pt x="208768" y="124210"/>
                  </a:lnTo>
                  <a:lnTo>
                    <a:pt x="208290" y="126121"/>
                  </a:lnTo>
                  <a:lnTo>
                    <a:pt x="207335" y="130420"/>
                  </a:lnTo>
                  <a:lnTo>
                    <a:pt x="206856" y="131376"/>
                  </a:lnTo>
                  <a:lnTo>
                    <a:pt x="209245" y="135675"/>
                  </a:lnTo>
                  <a:lnTo>
                    <a:pt x="209245" y="136631"/>
                  </a:lnTo>
                  <a:lnTo>
                    <a:pt x="207335" y="136631"/>
                  </a:lnTo>
                  <a:lnTo>
                    <a:pt x="205901" y="136631"/>
                  </a:lnTo>
                  <a:lnTo>
                    <a:pt x="204946" y="137108"/>
                  </a:lnTo>
                  <a:lnTo>
                    <a:pt x="203990" y="138064"/>
                  </a:lnTo>
                  <a:lnTo>
                    <a:pt x="203513" y="141886"/>
                  </a:lnTo>
                  <a:lnTo>
                    <a:pt x="201124" y="142363"/>
                  </a:lnTo>
                  <a:lnTo>
                    <a:pt x="200646" y="143319"/>
                  </a:lnTo>
                  <a:lnTo>
                    <a:pt x="200169" y="143319"/>
                  </a:lnTo>
                  <a:lnTo>
                    <a:pt x="199213" y="145707"/>
                  </a:lnTo>
                  <a:lnTo>
                    <a:pt x="198735" y="145707"/>
                  </a:lnTo>
                  <a:lnTo>
                    <a:pt x="195869" y="143796"/>
                  </a:lnTo>
                  <a:lnTo>
                    <a:pt x="194436" y="143796"/>
                  </a:lnTo>
                  <a:lnTo>
                    <a:pt x="195391" y="141886"/>
                  </a:lnTo>
                  <a:lnTo>
                    <a:pt x="193958" y="138064"/>
                  </a:lnTo>
                  <a:lnTo>
                    <a:pt x="192525" y="134720"/>
                  </a:lnTo>
                  <a:lnTo>
                    <a:pt x="193958" y="132809"/>
                  </a:lnTo>
                  <a:lnTo>
                    <a:pt x="196824" y="129942"/>
                  </a:lnTo>
                  <a:lnTo>
                    <a:pt x="200169" y="127076"/>
                  </a:lnTo>
                  <a:lnTo>
                    <a:pt x="200169" y="125165"/>
                  </a:lnTo>
                  <a:lnTo>
                    <a:pt x="200169" y="123732"/>
                  </a:lnTo>
                  <a:lnTo>
                    <a:pt x="199213" y="122777"/>
                  </a:lnTo>
                  <a:lnTo>
                    <a:pt x="197302" y="121343"/>
                  </a:lnTo>
                  <a:lnTo>
                    <a:pt x="194436" y="122777"/>
                  </a:lnTo>
                  <a:lnTo>
                    <a:pt x="192525" y="124210"/>
                  </a:lnTo>
                  <a:lnTo>
                    <a:pt x="191092" y="124687"/>
                  </a:lnTo>
                  <a:lnTo>
                    <a:pt x="189658" y="125643"/>
                  </a:lnTo>
                  <a:lnTo>
                    <a:pt x="189181" y="127076"/>
                  </a:lnTo>
                  <a:lnTo>
                    <a:pt x="187270" y="128509"/>
                  </a:lnTo>
                  <a:lnTo>
                    <a:pt x="184403" y="128987"/>
                  </a:lnTo>
                  <a:lnTo>
                    <a:pt x="180104" y="127554"/>
                  </a:lnTo>
                  <a:lnTo>
                    <a:pt x="175326" y="125643"/>
                  </a:lnTo>
                  <a:lnTo>
                    <a:pt x="172938" y="123732"/>
                  </a:lnTo>
                  <a:lnTo>
                    <a:pt x="170549" y="123254"/>
                  </a:lnTo>
                  <a:lnTo>
                    <a:pt x="168638" y="124210"/>
                  </a:lnTo>
                  <a:lnTo>
                    <a:pt x="162906" y="128031"/>
                  </a:lnTo>
                  <a:lnTo>
                    <a:pt x="157173" y="134242"/>
                  </a:lnTo>
                  <a:lnTo>
                    <a:pt x="155740" y="135197"/>
                  </a:lnTo>
                  <a:lnTo>
                    <a:pt x="150485" y="137586"/>
                  </a:lnTo>
                  <a:lnTo>
                    <a:pt x="147140" y="138542"/>
                  </a:lnTo>
                  <a:lnTo>
                    <a:pt x="145707" y="138542"/>
                  </a:lnTo>
                  <a:lnTo>
                    <a:pt x="139019" y="139497"/>
                  </a:lnTo>
                  <a:lnTo>
                    <a:pt x="135675" y="139497"/>
                  </a:lnTo>
                  <a:lnTo>
                    <a:pt x="132808" y="140930"/>
                  </a:lnTo>
                  <a:lnTo>
                    <a:pt x="127554" y="139497"/>
                  </a:lnTo>
                  <a:lnTo>
                    <a:pt x="124687" y="137586"/>
                  </a:lnTo>
                  <a:lnTo>
                    <a:pt x="122776" y="135675"/>
                  </a:lnTo>
                  <a:lnTo>
                    <a:pt x="119432" y="131853"/>
                  </a:lnTo>
                  <a:lnTo>
                    <a:pt x="117521" y="129942"/>
                  </a:lnTo>
                  <a:lnTo>
                    <a:pt x="112744" y="128031"/>
                  </a:lnTo>
                  <a:lnTo>
                    <a:pt x="104145" y="123732"/>
                  </a:lnTo>
                  <a:lnTo>
                    <a:pt x="102234" y="123254"/>
                  </a:lnTo>
                  <a:lnTo>
                    <a:pt x="96501" y="122777"/>
                  </a:lnTo>
                  <a:lnTo>
                    <a:pt x="90291" y="122299"/>
                  </a:lnTo>
                  <a:lnTo>
                    <a:pt x="88858" y="123732"/>
                  </a:lnTo>
                  <a:lnTo>
                    <a:pt x="88380" y="129942"/>
                  </a:lnTo>
                  <a:lnTo>
                    <a:pt x="87424" y="131853"/>
                  </a:lnTo>
                  <a:lnTo>
                    <a:pt x="86947" y="134720"/>
                  </a:lnTo>
                  <a:lnTo>
                    <a:pt x="86469" y="135675"/>
                  </a:lnTo>
                  <a:lnTo>
                    <a:pt x="85035" y="136153"/>
                  </a:lnTo>
                  <a:lnTo>
                    <a:pt x="83125" y="135197"/>
                  </a:lnTo>
                  <a:lnTo>
                    <a:pt x="82169" y="134720"/>
                  </a:lnTo>
                  <a:lnTo>
                    <a:pt x="79303" y="136153"/>
                  </a:lnTo>
                  <a:lnTo>
                    <a:pt x="73092" y="138064"/>
                  </a:lnTo>
                  <a:lnTo>
                    <a:pt x="71182" y="138064"/>
                  </a:lnTo>
                  <a:lnTo>
                    <a:pt x="64493" y="136153"/>
                  </a:lnTo>
                  <a:lnTo>
                    <a:pt x="62105" y="134720"/>
                  </a:lnTo>
                  <a:lnTo>
                    <a:pt x="60671" y="132809"/>
                  </a:lnTo>
                  <a:lnTo>
                    <a:pt x="59716" y="129942"/>
                  </a:lnTo>
                  <a:lnTo>
                    <a:pt x="58760" y="128509"/>
                  </a:lnTo>
                  <a:lnTo>
                    <a:pt x="58760" y="127554"/>
                  </a:lnTo>
                  <a:lnTo>
                    <a:pt x="58283" y="126121"/>
                  </a:lnTo>
                  <a:lnTo>
                    <a:pt x="56850" y="125643"/>
                  </a:lnTo>
                  <a:lnTo>
                    <a:pt x="55416" y="126598"/>
                  </a:lnTo>
                  <a:lnTo>
                    <a:pt x="53983" y="126598"/>
                  </a:lnTo>
                  <a:lnTo>
                    <a:pt x="52073" y="126121"/>
                  </a:lnTo>
                  <a:lnTo>
                    <a:pt x="47295" y="123732"/>
                  </a:lnTo>
                  <a:lnTo>
                    <a:pt x="43951" y="123732"/>
                  </a:lnTo>
                  <a:lnTo>
                    <a:pt x="41562" y="126121"/>
                  </a:lnTo>
                  <a:lnTo>
                    <a:pt x="40129" y="127076"/>
                  </a:lnTo>
                  <a:lnTo>
                    <a:pt x="38218" y="127554"/>
                  </a:lnTo>
                  <a:lnTo>
                    <a:pt x="38218" y="126598"/>
                  </a:lnTo>
                  <a:lnTo>
                    <a:pt x="39651" y="124687"/>
                  </a:lnTo>
                  <a:lnTo>
                    <a:pt x="33919" y="125165"/>
                  </a:lnTo>
                  <a:lnTo>
                    <a:pt x="31052" y="126598"/>
                  </a:lnTo>
                  <a:lnTo>
                    <a:pt x="28664" y="126598"/>
                  </a:lnTo>
                  <a:lnTo>
                    <a:pt x="26753" y="125643"/>
                  </a:lnTo>
                  <a:lnTo>
                    <a:pt x="27230" y="125165"/>
                  </a:lnTo>
                  <a:lnTo>
                    <a:pt x="28664" y="124687"/>
                  </a:lnTo>
                  <a:lnTo>
                    <a:pt x="30575" y="124210"/>
                  </a:lnTo>
                  <a:lnTo>
                    <a:pt x="36307" y="123732"/>
                  </a:lnTo>
                  <a:lnTo>
                    <a:pt x="37741" y="123254"/>
                  </a:lnTo>
                  <a:lnTo>
                    <a:pt x="39651" y="120865"/>
                  </a:lnTo>
                  <a:lnTo>
                    <a:pt x="42040" y="119432"/>
                  </a:lnTo>
                  <a:lnTo>
                    <a:pt x="42518" y="118477"/>
                  </a:lnTo>
                  <a:lnTo>
                    <a:pt x="40607" y="118477"/>
                  </a:lnTo>
                  <a:lnTo>
                    <a:pt x="31052" y="118955"/>
                  </a:lnTo>
                  <a:lnTo>
                    <a:pt x="24842" y="118955"/>
                  </a:lnTo>
                  <a:lnTo>
                    <a:pt x="23886" y="119432"/>
                  </a:lnTo>
                  <a:lnTo>
                    <a:pt x="22931" y="119910"/>
                  </a:lnTo>
                  <a:lnTo>
                    <a:pt x="22931" y="117521"/>
                  </a:lnTo>
                  <a:lnTo>
                    <a:pt x="23886" y="116566"/>
                  </a:lnTo>
                  <a:lnTo>
                    <a:pt x="25319" y="116566"/>
                  </a:lnTo>
                  <a:lnTo>
                    <a:pt x="28664" y="115611"/>
                  </a:lnTo>
                  <a:lnTo>
                    <a:pt x="28186" y="113700"/>
                  </a:lnTo>
                  <a:lnTo>
                    <a:pt x="25798" y="112266"/>
                  </a:lnTo>
                  <a:lnTo>
                    <a:pt x="25319" y="111311"/>
                  </a:lnTo>
                  <a:lnTo>
                    <a:pt x="23886" y="111311"/>
                  </a:lnTo>
                  <a:lnTo>
                    <a:pt x="22453" y="110355"/>
                  </a:lnTo>
                  <a:lnTo>
                    <a:pt x="21975" y="107967"/>
                  </a:lnTo>
                  <a:lnTo>
                    <a:pt x="21020" y="105578"/>
                  </a:lnTo>
                  <a:lnTo>
                    <a:pt x="19109" y="104145"/>
                  </a:lnTo>
                  <a:lnTo>
                    <a:pt x="19587" y="103667"/>
                  </a:lnTo>
                  <a:lnTo>
                    <a:pt x="22453" y="102712"/>
                  </a:lnTo>
                  <a:lnTo>
                    <a:pt x="22931" y="99368"/>
                  </a:lnTo>
                  <a:lnTo>
                    <a:pt x="22453" y="96979"/>
                  </a:lnTo>
                  <a:lnTo>
                    <a:pt x="21020" y="96501"/>
                  </a:lnTo>
                  <a:lnTo>
                    <a:pt x="16721" y="95068"/>
                  </a:lnTo>
                  <a:lnTo>
                    <a:pt x="15287" y="95068"/>
                  </a:lnTo>
                  <a:lnTo>
                    <a:pt x="14332" y="93157"/>
                  </a:lnTo>
                  <a:lnTo>
                    <a:pt x="11466" y="91724"/>
                  </a:lnTo>
                  <a:lnTo>
                    <a:pt x="10510" y="92202"/>
                  </a:lnTo>
                  <a:lnTo>
                    <a:pt x="9555" y="93157"/>
                  </a:lnTo>
                  <a:lnTo>
                    <a:pt x="8599" y="92680"/>
                  </a:lnTo>
                  <a:lnTo>
                    <a:pt x="6688" y="91724"/>
                  </a:lnTo>
                  <a:lnTo>
                    <a:pt x="4777" y="90769"/>
                  </a:lnTo>
                  <a:lnTo>
                    <a:pt x="3821" y="90291"/>
                  </a:lnTo>
                  <a:lnTo>
                    <a:pt x="4777" y="87902"/>
                  </a:lnTo>
                  <a:lnTo>
                    <a:pt x="6210" y="87902"/>
                  </a:lnTo>
                  <a:lnTo>
                    <a:pt x="6688" y="86469"/>
                  </a:lnTo>
                  <a:lnTo>
                    <a:pt x="5255" y="83603"/>
                  </a:lnTo>
                  <a:lnTo>
                    <a:pt x="5733" y="82170"/>
                  </a:lnTo>
                  <a:lnTo>
                    <a:pt x="6688" y="81692"/>
                  </a:lnTo>
                  <a:lnTo>
                    <a:pt x="8121" y="81692"/>
                  </a:lnTo>
                  <a:lnTo>
                    <a:pt x="9555" y="83603"/>
                  </a:lnTo>
                  <a:lnTo>
                    <a:pt x="10032" y="85036"/>
                  </a:lnTo>
                  <a:lnTo>
                    <a:pt x="10032" y="86947"/>
                  </a:lnTo>
                  <a:lnTo>
                    <a:pt x="10987" y="88380"/>
                  </a:lnTo>
                  <a:lnTo>
                    <a:pt x="11466" y="88858"/>
                  </a:lnTo>
                  <a:lnTo>
                    <a:pt x="11943" y="86947"/>
                  </a:lnTo>
                  <a:lnTo>
                    <a:pt x="12421" y="86947"/>
                  </a:lnTo>
                  <a:lnTo>
                    <a:pt x="13376" y="87424"/>
                  </a:lnTo>
                  <a:lnTo>
                    <a:pt x="15287" y="87902"/>
                  </a:lnTo>
                  <a:lnTo>
                    <a:pt x="20064" y="86947"/>
                  </a:lnTo>
                  <a:lnTo>
                    <a:pt x="21020" y="85991"/>
                  </a:lnTo>
                  <a:lnTo>
                    <a:pt x="17198" y="85991"/>
                  </a:lnTo>
                  <a:lnTo>
                    <a:pt x="16243" y="85514"/>
                  </a:lnTo>
                  <a:lnTo>
                    <a:pt x="14809" y="83603"/>
                  </a:lnTo>
                  <a:lnTo>
                    <a:pt x="13854" y="82170"/>
                  </a:lnTo>
                  <a:lnTo>
                    <a:pt x="13854" y="81214"/>
                  </a:lnTo>
                  <a:lnTo>
                    <a:pt x="13376" y="80258"/>
                  </a:lnTo>
                  <a:lnTo>
                    <a:pt x="13854" y="79303"/>
                  </a:lnTo>
                  <a:lnTo>
                    <a:pt x="16243" y="78348"/>
                  </a:lnTo>
                  <a:lnTo>
                    <a:pt x="18153" y="75959"/>
                  </a:lnTo>
                  <a:lnTo>
                    <a:pt x="17198" y="75004"/>
                  </a:lnTo>
                  <a:lnTo>
                    <a:pt x="16243" y="75004"/>
                  </a:lnTo>
                  <a:lnTo>
                    <a:pt x="15287" y="75004"/>
                  </a:lnTo>
                  <a:lnTo>
                    <a:pt x="14332" y="74048"/>
                  </a:lnTo>
                  <a:lnTo>
                    <a:pt x="14332" y="73093"/>
                  </a:lnTo>
                  <a:lnTo>
                    <a:pt x="14809" y="72137"/>
                  </a:lnTo>
                  <a:lnTo>
                    <a:pt x="14809" y="70704"/>
                  </a:lnTo>
                  <a:lnTo>
                    <a:pt x="12421" y="67360"/>
                  </a:lnTo>
                  <a:lnTo>
                    <a:pt x="11466" y="66405"/>
                  </a:lnTo>
                  <a:lnTo>
                    <a:pt x="12421" y="65449"/>
                  </a:lnTo>
                  <a:lnTo>
                    <a:pt x="14332" y="63538"/>
                  </a:lnTo>
                  <a:lnTo>
                    <a:pt x="16243" y="61149"/>
                  </a:lnTo>
                  <a:lnTo>
                    <a:pt x="15765" y="60672"/>
                  </a:lnTo>
                  <a:lnTo>
                    <a:pt x="14332" y="60194"/>
                  </a:lnTo>
                  <a:lnTo>
                    <a:pt x="7644" y="61149"/>
                  </a:lnTo>
                  <a:lnTo>
                    <a:pt x="5255" y="62105"/>
                  </a:lnTo>
                  <a:lnTo>
                    <a:pt x="478" y="62582"/>
                  </a:lnTo>
                  <a:lnTo>
                    <a:pt x="0" y="61149"/>
                  </a:lnTo>
                  <a:lnTo>
                    <a:pt x="0" y="60194"/>
                  </a:lnTo>
                  <a:lnTo>
                    <a:pt x="955" y="57805"/>
                  </a:lnTo>
                  <a:lnTo>
                    <a:pt x="955" y="53028"/>
                  </a:lnTo>
                  <a:lnTo>
                    <a:pt x="1911" y="50162"/>
                  </a:lnTo>
                  <a:lnTo>
                    <a:pt x="4300" y="49206"/>
                  </a:lnTo>
                  <a:lnTo>
                    <a:pt x="7644" y="45384"/>
                  </a:lnTo>
                  <a:lnTo>
                    <a:pt x="12898" y="40129"/>
                  </a:lnTo>
                  <a:lnTo>
                    <a:pt x="18153" y="40607"/>
                  </a:lnTo>
                  <a:lnTo>
                    <a:pt x="20542" y="39174"/>
                  </a:lnTo>
                  <a:lnTo>
                    <a:pt x="23409" y="39174"/>
                  </a:lnTo>
                  <a:lnTo>
                    <a:pt x="24364" y="40129"/>
                  </a:lnTo>
                  <a:lnTo>
                    <a:pt x="24364" y="41085"/>
                  </a:lnTo>
                  <a:lnTo>
                    <a:pt x="27230" y="42040"/>
                  </a:lnTo>
                  <a:lnTo>
                    <a:pt x="32485" y="42040"/>
                  </a:lnTo>
                  <a:lnTo>
                    <a:pt x="33441" y="41563"/>
                  </a:lnTo>
                  <a:lnTo>
                    <a:pt x="34874" y="40607"/>
                  </a:lnTo>
                  <a:lnTo>
                    <a:pt x="32485" y="38218"/>
                  </a:lnTo>
                  <a:lnTo>
                    <a:pt x="33441" y="37741"/>
                  </a:lnTo>
                  <a:lnTo>
                    <a:pt x="35352" y="37741"/>
                  </a:lnTo>
                  <a:lnTo>
                    <a:pt x="37741" y="38218"/>
                  </a:lnTo>
                  <a:lnTo>
                    <a:pt x="37741" y="38696"/>
                  </a:lnTo>
                  <a:lnTo>
                    <a:pt x="37263" y="39651"/>
                  </a:lnTo>
                  <a:lnTo>
                    <a:pt x="36307" y="40607"/>
                  </a:lnTo>
                  <a:lnTo>
                    <a:pt x="37263" y="41085"/>
                  </a:lnTo>
                  <a:lnTo>
                    <a:pt x="43473" y="40129"/>
                  </a:lnTo>
                  <a:lnTo>
                    <a:pt x="50162" y="41085"/>
                  </a:lnTo>
                  <a:lnTo>
                    <a:pt x="52550" y="40607"/>
                  </a:lnTo>
                  <a:lnTo>
                    <a:pt x="57805" y="40607"/>
                  </a:lnTo>
                  <a:lnTo>
                    <a:pt x="58760" y="39651"/>
                  </a:lnTo>
                  <a:lnTo>
                    <a:pt x="57328" y="38696"/>
                  </a:lnTo>
                  <a:lnTo>
                    <a:pt x="55416" y="38218"/>
                  </a:lnTo>
                  <a:lnTo>
                    <a:pt x="54461" y="37741"/>
                  </a:lnTo>
                  <a:lnTo>
                    <a:pt x="53505" y="37263"/>
                  </a:lnTo>
                  <a:lnTo>
                    <a:pt x="56850" y="34874"/>
                  </a:lnTo>
                  <a:lnTo>
                    <a:pt x="58760" y="34397"/>
                  </a:lnTo>
                  <a:lnTo>
                    <a:pt x="67837" y="32963"/>
                  </a:lnTo>
                  <a:lnTo>
                    <a:pt x="74526" y="32486"/>
                  </a:lnTo>
                  <a:lnTo>
                    <a:pt x="74526" y="31530"/>
                  </a:lnTo>
                  <a:lnTo>
                    <a:pt x="73570" y="31530"/>
                  </a:lnTo>
                  <a:lnTo>
                    <a:pt x="64971" y="30575"/>
                  </a:lnTo>
                  <a:lnTo>
                    <a:pt x="62582" y="29619"/>
                  </a:lnTo>
                  <a:lnTo>
                    <a:pt x="59716" y="27708"/>
                  </a:lnTo>
                  <a:lnTo>
                    <a:pt x="59239" y="26753"/>
                  </a:lnTo>
                  <a:lnTo>
                    <a:pt x="58760" y="25798"/>
                  </a:lnTo>
                  <a:lnTo>
                    <a:pt x="58760" y="23409"/>
                  </a:lnTo>
                  <a:lnTo>
                    <a:pt x="59716" y="21498"/>
                  </a:lnTo>
                  <a:lnTo>
                    <a:pt x="60671" y="20542"/>
                  </a:lnTo>
                  <a:lnTo>
                    <a:pt x="64016" y="20542"/>
                  </a:lnTo>
                  <a:lnTo>
                    <a:pt x="75959" y="22453"/>
                  </a:lnTo>
                  <a:lnTo>
                    <a:pt x="84080" y="21020"/>
                  </a:lnTo>
                  <a:lnTo>
                    <a:pt x="93635" y="23886"/>
                  </a:lnTo>
                  <a:lnTo>
                    <a:pt x="102234" y="23409"/>
                  </a:lnTo>
                  <a:lnTo>
                    <a:pt x="104145" y="21975"/>
                  </a:lnTo>
                  <a:lnTo>
                    <a:pt x="106533" y="18154"/>
                  </a:lnTo>
                  <a:lnTo>
                    <a:pt x="118955" y="11943"/>
                  </a:lnTo>
                  <a:lnTo>
                    <a:pt x="123254" y="8599"/>
                  </a:lnTo>
                  <a:lnTo>
                    <a:pt x="128031" y="6688"/>
                  </a:lnTo>
                  <a:lnTo>
                    <a:pt x="136153" y="4300"/>
                  </a:lnTo>
                  <a:lnTo>
                    <a:pt x="142841" y="1911"/>
                  </a:lnTo>
                  <a:lnTo>
                    <a:pt x="144752" y="1433"/>
                  </a:lnTo>
                  <a:lnTo>
                    <a:pt x="160517" y="2866"/>
                  </a:lnTo>
                  <a:lnTo>
                    <a:pt x="171505" y="2866"/>
                  </a:lnTo>
                  <a:lnTo>
                    <a:pt x="176760" y="0"/>
                  </a:lnTo>
                  <a:lnTo>
                    <a:pt x="179626" y="956"/>
                  </a:lnTo>
                  <a:lnTo>
                    <a:pt x="179626" y="1911"/>
                  </a:lnTo>
                  <a:lnTo>
                    <a:pt x="178671" y="2866"/>
                  </a:lnTo>
                  <a:lnTo>
                    <a:pt x="179149" y="4300"/>
                  </a:lnTo>
                  <a:lnTo>
                    <a:pt x="180581" y="6688"/>
                  </a:lnTo>
                  <a:lnTo>
                    <a:pt x="182492" y="8599"/>
                  </a:lnTo>
                  <a:lnTo>
                    <a:pt x="187747" y="10510"/>
                  </a:lnTo>
                  <a:lnTo>
                    <a:pt x="194913" y="8599"/>
                  </a:lnTo>
                  <a:lnTo>
                    <a:pt x="195869" y="9077"/>
                  </a:lnTo>
                  <a:lnTo>
                    <a:pt x="197302" y="9555"/>
                  </a:lnTo>
                  <a:lnTo>
                    <a:pt x="200169" y="15765"/>
                  </a:lnTo>
                  <a:lnTo>
                    <a:pt x="202079" y="17676"/>
                  </a:lnTo>
                  <a:lnTo>
                    <a:pt x="204468" y="19587"/>
                  </a:lnTo>
                  <a:lnTo>
                    <a:pt x="206379" y="19587"/>
                  </a:lnTo>
                  <a:lnTo>
                    <a:pt x="208290" y="18154"/>
                  </a:lnTo>
                  <a:lnTo>
                    <a:pt x="209245" y="17676"/>
                  </a:lnTo>
                  <a:lnTo>
                    <a:pt x="212112" y="17198"/>
                  </a:lnTo>
                  <a:lnTo>
                    <a:pt x="215933" y="19109"/>
                  </a:lnTo>
                  <a:lnTo>
                    <a:pt x="217367" y="21498"/>
                  </a:lnTo>
                  <a:lnTo>
                    <a:pt x="225010" y="23409"/>
                  </a:lnTo>
                  <a:lnTo>
                    <a:pt x="231699" y="23886"/>
                  </a:lnTo>
                  <a:lnTo>
                    <a:pt x="234565" y="25798"/>
                  </a:lnTo>
                  <a:lnTo>
                    <a:pt x="243642" y="27708"/>
                  </a:lnTo>
                  <a:lnTo>
                    <a:pt x="246986" y="27708"/>
                  </a:lnTo>
                  <a:lnTo>
                    <a:pt x="253197" y="25798"/>
                  </a:lnTo>
                  <a:lnTo>
                    <a:pt x="264184" y="23409"/>
                  </a:lnTo>
                  <a:lnTo>
                    <a:pt x="271828" y="26275"/>
                  </a:lnTo>
                  <a:lnTo>
                    <a:pt x="274217" y="26753"/>
                  </a:lnTo>
                  <a:lnTo>
                    <a:pt x="275650" y="26753"/>
                  </a:lnTo>
                  <a:lnTo>
                    <a:pt x="278516" y="27231"/>
                  </a:lnTo>
                  <a:lnTo>
                    <a:pt x="280905" y="26753"/>
                  </a:lnTo>
                  <a:lnTo>
                    <a:pt x="289504" y="23409"/>
                  </a:lnTo>
                  <a:lnTo>
                    <a:pt x="291893" y="21498"/>
                  </a:lnTo>
                  <a:lnTo>
                    <a:pt x="294759" y="21020"/>
                  </a:lnTo>
                  <a:lnTo>
                    <a:pt x="297147" y="19587"/>
                  </a:lnTo>
                  <a:lnTo>
                    <a:pt x="303836" y="15765"/>
                  </a:lnTo>
                  <a:lnTo>
                    <a:pt x="305747" y="13376"/>
                  </a:lnTo>
                  <a:lnTo>
                    <a:pt x="307180" y="13854"/>
                  </a:lnTo>
                  <a:lnTo>
                    <a:pt x="309568" y="14332"/>
                  </a:lnTo>
                  <a:lnTo>
                    <a:pt x="311002" y="15287"/>
                  </a:lnTo>
                  <a:lnTo>
                    <a:pt x="311957" y="15287"/>
                  </a:lnTo>
                  <a:lnTo>
                    <a:pt x="313868" y="13854"/>
                  </a:lnTo>
                  <a:lnTo>
                    <a:pt x="316734" y="13854"/>
                  </a:lnTo>
                  <a:lnTo>
                    <a:pt x="319601" y="14332"/>
                  </a:lnTo>
                  <a:lnTo>
                    <a:pt x="321034" y="14332"/>
                  </a:lnTo>
                  <a:lnTo>
                    <a:pt x="322467" y="14809"/>
                  </a:lnTo>
                  <a:lnTo>
                    <a:pt x="324378" y="15287"/>
                  </a:lnTo>
                  <a:lnTo>
                    <a:pt x="325334" y="14809"/>
                  </a:lnTo>
                  <a:lnTo>
                    <a:pt x="326767" y="12421"/>
                  </a:lnTo>
                  <a:lnTo>
                    <a:pt x="327245" y="12421"/>
                  </a:lnTo>
                  <a:lnTo>
                    <a:pt x="327245" y="11943"/>
                  </a:lnTo>
                  <a:lnTo>
                    <a:pt x="329156" y="11943"/>
                  </a:lnTo>
                  <a:lnTo>
                    <a:pt x="330111" y="11943"/>
                  </a:lnTo>
                  <a:lnTo>
                    <a:pt x="331066" y="12421"/>
                  </a:lnTo>
                  <a:lnTo>
                    <a:pt x="331544" y="13854"/>
                  </a:lnTo>
                  <a:lnTo>
                    <a:pt x="333455" y="14809"/>
                  </a:lnTo>
                  <a:lnTo>
                    <a:pt x="336322" y="17198"/>
                  </a:lnTo>
                  <a:lnTo>
                    <a:pt x="338232" y="18632"/>
                  </a:lnTo>
                  <a:lnTo>
                    <a:pt x="338710" y="19109"/>
                  </a:lnTo>
                  <a:lnTo>
                    <a:pt x="338232" y="19587"/>
                  </a:lnTo>
                  <a:lnTo>
                    <a:pt x="337754" y="19587"/>
                  </a:lnTo>
                  <a:lnTo>
                    <a:pt x="338232" y="20065"/>
                  </a:lnTo>
                  <a:lnTo>
                    <a:pt x="339188" y="21020"/>
                  </a:lnTo>
                  <a:lnTo>
                    <a:pt x="340621" y="21498"/>
                  </a:lnTo>
                  <a:lnTo>
                    <a:pt x="342532" y="21498"/>
                  </a:lnTo>
                  <a:lnTo>
                    <a:pt x="343009" y="21498"/>
                  </a:lnTo>
                  <a:lnTo>
                    <a:pt x="343965" y="21975"/>
                  </a:lnTo>
                  <a:lnTo>
                    <a:pt x="343965" y="22931"/>
                  </a:lnTo>
                  <a:lnTo>
                    <a:pt x="343965" y="23409"/>
                  </a:lnTo>
                  <a:lnTo>
                    <a:pt x="343965" y="23409"/>
                  </a:lnTo>
                  <a:lnTo>
                    <a:pt x="344443" y="24364"/>
                  </a:lnTo>
                  <a:lnTo>
                    <a:pt x="345398" y="25798"/>
                  </a:lnTo>
                  <a:lnTo>
                    <a:pt x="346831" y="26753"/>
                  </a:lnTo>
                  <a:lnTo>
                    <a:pt x="347787" y="27708"/>
                  </a:lnTo>
                  <a:lnTo>
                    <a:pt x="349220" y="31052"/>
                  </a:lnTo>
                  <a:lnTo>
                    <a:pt x="349698" y="32486"/>
                  </a:lnTo>
                  <a:lnTo>
                    <a:pt x="349220" y="34397"/>
                  </a:lnTo>
                  <a:lnTo>
                    <a:pt x="348265" y="36307"/>
                  </a:lnTo>
                  <a:lnTo>
                    <a:pt x="346354" y="38218"/>
                  </a:lnTo>
                  <a:lnTo>
                    <a:pt x="346354" y="38218"/>
                  </a:lnTo>
                  <a:lnTo>
                    <a:pt x="346831" y="39174"/>
                  </a:lnTo>
                  <a:lnTo>
                    <a:pt x="347309" y="40607"/>
                  </a:lnTo>
                  <a:lnTo>
                    <a:pt x="347309" y="41085"/>
                  </a:lnTo>
                  <a:lnTo>
                    <a:pt x="348742" y="43951"/>
                  </a:lnTo>
                  <a:lnTo>
                    <a:pt x="349220" y="45862"/>
                  </a:lnTo>
                  <a:lnTo>
                    <a:pt x="348742" y="46340"/>
                  </a:lnTo>
                  <a:lnTo>
                    <a:pt x="348742" y="46340"/>
                  </a:lnTo>
                  <a:lnTo>
                    <a:pt x="348265" y="46817"/>
                  </a:lnTo>
                  <a:lnTo>
                    <a:pt x="348265" y="46817"/>
                  </a:lnTo>
                  <a:lnTo>
                    <a:pt x="351131" y="48251"/>
                  </a:lnTo>
                  <a:lnTo>
                    <a:pt x="353997" y="49206"/>
                  </a:lnTo>
                  <a:lnTo>
                    <a:pt x="354953" y="49206"/>
                  </a:lnTo>
                  <a:lnTo>
                    <a:pt x="358775" y="48728"/>
                  </a:lnTo>
                  <a:lnTo>
                    <a:pt x="360686" y="48728"/>
                  </a:lnTo>
                  <a:lnTo>
                    <a:pt x="363074" y="49684"/>
                  </a:lnTo>
                  <a:lnTo>
                    <a:pt x="365941" y="52550"/>
                  </a:lnTo>
                  <a:lnTo>
                    <a:pt x="367852" y="53983"/>
                  </a:lnTo>
                  <a:lnTo>
                    <a:pt x="369763" y="55894"/>
                  </a:lnTo>
                  <a:lnTo>
                    <a:pt x="370240" y="56850"/>
                  </a:lnTo>
                  <a:lnTo>
                    <a:pt x="370240" y="56850"/>
                  </a:lnTo>
                  <a:lnTo>
                    <a:pt x="370718" y="56850"/>
                  </a:lnTo>
                  <a:lnTo>
                    <a:pt x="370718" y="5732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9" name="Freeform 1458">
              <a:extLst>
                <a:ext uri="{FF2B5EF4-FFF2-40B4-BE49-F238E27FC236}">
                  <a16:creationId xmlns:a16="http://schemas.microsoft.com/office/drawing/2014/main" id="{668B8836-111E-9448-9D1A-74CE4FFB7852}"/>
                </a:ext>
              </a:extLst>
            </p:cNvPr>
            <p:cNvSpPr/>
            <p:nvPr/>
          </p:nvSpPr>
          <p:spPr>
            <a:xfrm>
              <a:off x="6768164" y="3949031"/>
              <a:ext cx="4299" cy="2866"/>
            </a:xfrm>
            <a:custGeom>
              <a:avLst/>
              <a:gdLst>
                <a:gd name="csX0" fmla="*/ 4300 w 4299"/>
                <a:gd name="csY0" fmla="*/ 2866 h 2866"/>
                <a:gd name="csX1" fmla="*/ 3822 w 4299"/>
                <a:gd name="csY1" fmla="*/ 2866 h 2866"/>
                <a:gd name="csX2" fmla="*/ 2389 w 4299"/>
                <a:gd name="csY2" fmla="*/ 2389 h 2866"/>
                <a:gd name="csX3" fmla="*/ 0 w 4299"/>
                <a:gd name="csY3" fmla="*/ 478 h 2866"/>
                <a:gd name="csX4" fmla="*/ 0 w 4299"/>
                <a:gd name="csY4" fmla="*/ 0 h 2866"/>
                <a:gd name="csX5" fmla="*/ 2867 w 4299"/>
                <a:gd name="csY5" fmla="*/ 2389 h 2866"/>
                <a:gd name="csX6" fmla="*/ 3822 w 4299"/>
                <a:gd name="csY6" fmla="*/ 2866 h 2866"/>
                <a:gd name="csX7" fmla="*/ 4300 w 4299"/>
                <a:gd name="csY7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2866">
                  <a:moveTo>
                    <a:pt x="4300" y="2866"/>
                  </a:moveTo>
                  <a:lnTo>
                    <a:pt x="3822" y="2866"/>
                  </a:lnTo>
                  <a:lnTo>
                    <a:pt x="2389" y="2389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2867" y="2389"/>
                  </a:lnTo>
                  <a:lnTo>
                    <a:pt x="3822" y="2866"/>
                  </a:lnTo>
                  <a:lnTo>
                    <a:pt x="4300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0" name="Freeform 1459">
              <a:extLst>
                <a:ext uri="{FF2B5EF4-FFF2-40B4-BE49-F238E27FC236}">
                  <a16:creationId xmlns:a16="http://schemas.microsoft.com/office/drawing/2014/main" id="{7862C2CF-6934-6A77-F042-CB283D754E8A}"/>
                </a:ext>
              </a:extLst>
            </p:cNvPr>
            <p:cNvSpPr/>
            <p:nvPr/>
          </p:nvSpPr>
          <p:spPr>
            <a:xfrm>
              <a:off x="6764343" y="3943776"/>
              <a:ext cx="4777" cy="4299"/>
            </a:xfrm>
            <a:custGeom>
              <a:avLst/>
              <a:gdLst>
                <a:gd name="csX0" fmla="*/ 2866 w 4777"/>
                <a:gd name="csY0" fmla="*/ 2866 h 4299"/>
                <a:gd name="csX1" fmla="*/ 4777 w 4777"/>
                <a:gd name="csY1" fmla="*/ 4299 h 4299"/>
                <a:gd name="csX2" fmla="*/ 2866 w 4777"/>
                <a:gd name="csY2" fmla="*/ 2866 h 4299"/>
                <a:gd name="csX3" fmla="*/ 0 w 4777"/>
                <a:gd name="csY3" fmla="*/ 0 h 4299"/>
                <a:gd name="csX4" fmla="*/ 2866 w 4777"/>
                <a:gd name="csY4" fmla="*/ 286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4299">
                  <a:moveTo>
                    <a:pt x="2866" y="2866"/>
                  </a:moveTo>
                  <a:lnTo>
                    <a:pt x="4777" y="4299"/>
                  </a:lnTo>
                  <a:lnTo>
                    <a:pt x="2866" y="2866"/>
                  </a:lnTo>
                  <a:lnTo>
                    <a:pt x="0" y="0"/>
                  </a:lnTo>
                  <a:lnTo>
                    <a:pt x="286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1" name="Freeform 1460">
              <a:extLst>
                <a:ext uri="{FF2B5EF4-FFF2-40B4-BE49-F238E27FC236}">
                  <a16:creationId xmlns:a16="http://schemas.microsoft.com/office/drawing/2014/main" id="{20F75C8A-B3F7-2CA1-9E27-9460E5A26C42}"/>
                </a:ext>
              </a:extLst>
            </p:cNvPr>
            <p:cNvSpPr/>
            <p:nvPr/>
          </p:nvSpPr>
          <p:spPr>
            <a:xfrm>
              <a:off x="6756221" y="3877372"/>
              <a:ext cx="12899" cy="3821"/>
            </a:xfrm>
            <a:custGeom>
              <a:avLst/>
              <a:gdLst>
                <a:gd name="csX0" fmla="*/ 12899 w 12899"/>
                <a:gd name="csY0" fmla="*/ 478 h 3821"/>
                <a:gd name="csX1" fmla="*/ 11466 w 12899"/>
                <a:gd name="csY1" fmla="*/ 0 h 3821"/>
                <a:gd name="csX2" fmla="*/ 10033 w 12899"/>
                <a:gd name="csY2" fmla="*/ 0 h 3821"/>
                <a:gd name="csX3" fmla="*/ 6688 w 12899"/>
                <a:gd name="csY3" fmla="*/ 1433 h 3821"/>
                <a:gd name="csX4" fmla="*/ 4300 w 12899"/>
                <a:gd name="csY4" fmla="*/ 2389 h 3821"/>
                <a:gd name="csX5" fmla="*/ 2389 w 12899"/>
                <a:gd name="csY5" fmla="*/ 3344 h 3821"/>
                <a:gd name="csX6" fmla="*/ 0 w 12899"/>
                <a:gd name="csY6" fmla="*/ 3822 h 3821"/>
                <a:gd name="csX7" fmla="*/ 1911 w 12899"/>
                <a:gd name="csY7" fmla="*/ 3344 h 3821"/>
                <a:gd name="csX8" fmla="*/ 4300 w 12899"/>
                <a:gd name="csY8" fmla="*/ 2389 h 3821"/>
                <a:gd name="csX9" fmla="*/ 6688 w 12899"/>
                <a:gd name="csY9" fmla="*/ 956 h 3821"/>
                <a:gd name="csX10" fmla="*/ 10033 w 12899"/>
                <a:gd name="csY10" fmla="*/ 0 h 3821"/>
                <a:gd name="csX11" fmla="*/ 11466 w 12899"/>
                <a:gd name="csY11" fmla="*/ 0 h 3821"/>
                <a:gd name="csX12" fmla="*/ 12899 w 12899"/>
                <a:gd name="csY12" fmla="*/ 478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2899" h="3821">
                  <a:moveTo>
                    <a:pt x="12899" y="478"/>
                  </a:moveTo>
                  <a:lnTo>
                    <a:pt x="11466" y="0"/>
                  </a:lnTo>
                  <a:lnTo>
                    <a:pt x="10033" y="0"/>
                  </a:lnTo>
                  <a:lnTo>
                    <a:pt x="6688" y="1433"/>
                  </a:lnTo>
                  <a:lnTo>
                    <a:pt x="4300" y="2389"/>
                  </a:lnTo>
                  <a:lnTo>
                    <a:pt x="2389" y="3344"/>
                  </a:lnTo>
                  <a:lnTo>
                    <a:pt x="0" y="3822"/>
                  </a:lnTo>
                  <a:lnTo>
                    <a:pt x="1911" y="3344"/>
                  </a:lnTo>
                  <a:lnTo>
                    <a:pt x="4300" y="2389"/>
                  </a:lnTo>
                  <a:lnTo>
                    <a:pt x="6688" y="956"/>
                  </a:lnTo>
                  <a:lnTo>
                    <a:pt x="10033" y="0"/>
                  </a:lnTo>
                  <a:lnTo>
                    <a:pt x="11466" y="0"/>
                  </a:lnTo>
                  <a:lnTo>
                    <a:pt x="1289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2" name="Freeform 1461">
              <a:extLst>
                <a:ext uri="{FF2B5EF4-FFF2-40B4-BE49-F238E27FC236}">
                  <a16:creationId xmlns:a16="http://schemas.microsoft.com/office/drawing/2014/main" id="{972F6771-F217-0D21-7835-048CD7EB9E2B}"/>
                </a:ext>
              </a:extLst>
            </p:cNvPr>
            <p:cNvSpPr/>
            <p:nvPr/>
          </p:nvSpPr>
          <p:spPr>
            <a:xfrm>
              <a:off x="6766254" y="4009225"/>
              <a:ext cx="1910" cy="1433"/>
            </a:xfrm>
            <a:custGeom>
              <a:avLst/>
              <a:gdLst>
                <a:gd name="csX0" fmla="*/ 1910 w 1910"/>
                <a:gd name="csY0" fmla="*/ 0 h 1433"/>
                <a:gd name="csX1" fmla="*/ 1433 w 1910"/>
                <a:gd name="csY1" fmla="*/ 478 h 1433"/>
                <a:gd name="csX2" fmla="*/ 0 w 1910"/>
                <a:gd name="csY2" fmla="*/ 1433 h 1433"/>
                <a:gd name="csX3" fmla="*/ 1433 w 1910"/>
                <a:gd name="csY3" fmla="*/ 478 h 1433"/>
                <a:gd name="csX4" fmla="*/ 1910 w 1910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1433">
                  <a:moveTo>
                    <a:pt x="1910" y="0"/>
                  </a:moveTo>
                  <a:lnTo>
                    <a:pt x="1433" y="478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3" name="Freeform 1462">
              <a:extLst>
                <a:ext uri="{FF2B5EF4-FFF2-40B4-BE49-F238E27FC236}">
                  <a16:creationId xmlns:a16="http://schemas.microsoft.com/office/drawing/2014/main" id="{0D50CDD1-B0A4-6B64-F95E-ABAC6F4C8254}"/>
                </a:ext>
              </a:extLst>
            </p:cNvPr>
            <p:cNvSpPr/>
            <p:nvPr/>
          </p:nvSpPr>
          <p:spPr>
            <a:xfrm>
              <a:off x="6759565" y="4414817"/>
              <a:ext cx="7643" cy="477"/>
            </a:xfrm>
            <a:custGeom>
              <a:avLst/>
              <a:gdLst>
                <a:gd name="csX0" fmla="*/ 7644 w 7643"/>
                <a:gd name="csY0" fmla="*/ 478 h 477"/>
                <a:gd name="csX1" fmla="*/ 3821 w 7643"/>
                <a:gd name="csY1" fmla="*/ 0 h 477"/>
                <a:gd name="csX2" fmla="*/ 0 w 7643"/>
                <a:gd name="csY2" fmla="*/ 478 h 477"/>
                <a:gd name="csX3" fmla="*/ 3821 w 7643"/>
                <a:gd name="csY3" fmla="*/ 0 h 477"/>
                <a:gd name="csX4" fmla="*/ 7644 w 7643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477">
                  <a:moveTo>
                    <a:pt x="7644" y="478"/>
                  </a:moveTo>
                  <a:lnTo>
                    <a:pt x="3821" y="0"/>
                  </a:lnTo>
                  <a:lnTo>
                    <a:pt x="0" y="478"/>
                  </a:lnTo>
                  <a:lnTo>
                    <a:pt x="3821" y="0"/>
                  </a:lnTo>
                  <a:lnTo>
                    <a:pt x="76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" name="Freeform 1463">
              <a:extLst>
                <a:ext uri="{FF2B5EF4-FFF2-40B4-BE49-F238E27FC236}">
                  <a16:creationId xmlns:a16="http://schemas.microsoft.com/office/drawing/2014/main" id="{EC0A85AF-EDEE-6F8E-FC44-7DB1E4F7396A}"/>
                </a:ext>
              </a:extLst>
            </p:cNvPr>
            <p:cNvSpPr/>
            <p:nvPr/>
          </p:nvSpPr>
          <p:spPr>
            <a:xfrm>
              <a:off x="6760521" y="4954174"/>
              <a:ext cx="6210" cy="5254"/>
            </a:xfrm>
            <a:custGeom>
              <a:avLst/>
              <a:gdLst>
                <a:gd name="csX0" fmla="*/ 6211 w 6210"/>
                <a:gd name="csY0" fmla="*/ 2866 h 5254"/>
                <a:gd name="csX1" fmla="*/ 6211 w 6210"/>
                <a:gd name="csY1" fmla="*/ 4777 h 5254"/>
                <a:gd name="csX2" fmla="*/ 5733 w 6210"/>
                <a:gd name="csY2" fmla="*/ 5255 h 5254"/>
                <a:gd name="csX3" fmla="*/ 4777 w 6210"/>
                <a:gd name="csY3" fmla="*/ 5255 h 5254"/>
                <a:gd name="csX4" fmla="*/ 3344 w 6210"/>
                <a:gd name="csY4" fmla="*/ 3344 h 5254"/>
                <a:gd name="csX5" fmla="*/ 0 w 6210"/>
                <a:gd name="csY5" fmla="*/ 1911 h 5254"/>
                <a:gd name="csX6" fmla="*/ 1433 w 6210"/>
                <a:gd name="csY6" fmla="*/ 1911 h 5254"/>
                <a:gd name="csX7" fmla="*/ 2389 w 6210"/>
                <a:gd name="csY7" fmla="*/ 1911 h 5254"/>
                <a:gd name="csX8" fmla="*/ 3344 w 6210"/>
                <a:gd name="csY8" fmla="*/ 1911 h 5254"/>
                <a:gd name="csX9" fmla="*/ 3822 w 6210"/>
                <a:gd name="csY9" fmla="*/ 955 h 5254"/>
                <a:gd name="csX10" fmla="*/ 3822 w 6210"/>
                <a:gd name="csY10" fmla="*/ 478 h 5254"/>
                <a:gd name="csX11" fmla="*/ 4777 w 6210"/>
                <a:gd name="csY11" fmla="*/ 0 h 5254"/>
                <a:gd name="csX12" fmla="*/ 5255 w 6210"/>
                <a:gd name="csY12" fmla="*/ 478 h 5254"/>
                <a:gd name="csX13" fmla="*/ 6211 w 6210"/>
                <a:gd name="csY13" fmla="*/ 2866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210" h="5254">
                  <a:moveTo>
                    <a:pt x="6211" y="2866"/>
                  </a:moveTo>
                  <a:lnTo>
                    <a:pt x="6211" y="4777"/>
                  </a:lnTo>
                  <a:lnTo>
                    <a:pt x="5733" y="5255"/>
                  </a:lnTo>
                  <a:lnTo>
                    <a:pt x="4777" y="5255"/>
                  </a:lnTo>
                  <a:lnTo>
                    <a:pt x="3344" y="3344"/>
                  </a:lnTo>
                  <a:lnTo>
                    <a:pt x="0" y="1911"/>
                  </a:lnTo>
                  <a:lnTo>
                    <a:pt x="1433" y="1911"/>
                  </a:lnTo>
                  <a:lnTo>
                    <a:pt x="2389" y="1911"/>
                  </a:lnTo>
                  <a:lnTo>
                    <a:pt x="3344" y="1911"/>
                  </a:lnTo>
                  <a:lnTo>
                    <a:pt x="3822" y="955"/>
                  </a:lnTo>
                  <a:lnTo>
                    <a:pt x="3822" y="478"/>
                  </a:lnTo>
                  <a:lnTo>
                    <a:pt x="4777" y="0"/>
                  </a:lnTo>
                  <a:lnTo>
                    <a:pt x="5255" y="478"/>
                  </a:lnTo>
                  <a:lnTo>
                    <a:pt x="621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5" name="Freeform 1464">
              <a:extLst>
                <a:ext uri="{FF2B5EF4-FFF2-40B4-BE49-F238E27FC236}">
                  <a16:creationId xmlns:a16="http://schemas.microsoft.com/office/drawing/2014/main" id="{57D1D0C6-0CC8-F2C8-1EC6-AABA4761B6E1}"/>
                </a:ext>
              </a:extLst>
            </p:cNvPr>
            <p:cNvSpPr/>
            <p:nvPr/>
          </p:nvSpPr>
          <p:spPr>
            <a:xfrm>
              <a:off x="6757177" y="3957630"/>
              <a:ext cx="5732" cy="477"/>
            </a:xfrm>
            <a:custGeom>
              <a:avLst/>
              <a:gdLst>
                <a:gd name="csX0" fmla="*/ 5733 w 5732"/>
                <a:gd name="csY0" fmla="*/ 478 h 477"/>
                <a:gd name="csX1" fmla="*/ 5733 w 5732"/>
                <a:gd name="csY1" fmla="*/ 478 h 477"/>
                <a:gd name="csX2" fmla="*/ 3821 w 5732"/>
                <a:gd name="csY2" fmla="*/ 478 h 477"/>
                <a:gd name="csX3" fmla="*/ 1433 w 5732"/>
                <a:gd name="csY3" fmla="*/ 0 h 477"/>
                <a:gd name="csX4" fmla="*/ 0 w 5732"/>
                <a:gd name="csY4" fmla="*/ 478 h 477"/>
                <a:gd name="csX5" fmla="*/ 0 w 5732"/>
                <a:gd name="csY5" fmla="*/ 478 h 477"/>
                <a:gd name="csX6" fmla="*/ 1433 w 5732"/>
                <a:gd name="csY6" fmla="*/ 0 h 477"/>
                <a:gd name="csX7" fmla="*/ 3821 w 5732"/>
                <a:gd name="csY7" fmla="*/ 478 h 477"/>
                <a:gd name="csX8" fmla="*/ 5733 w 5732"/>
                <a:gd name="csY8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2" h="477">
                  <a:moveTo>
                    <a:pt x="5733" y="478"/>
                  </a:moveTo>
                  <a:lnTo>
                    <a:pt x="5733" y="478"/>
                  </a:lnTo>
                  <a:lnTo>
                    <a:pt x="3821" y="478"/>
                  </a:lnTo>
                  <a:lnTo>
                    <a:pt x="1433" y="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3821" y="478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6" name="Freeform 1465">
              <a:extLst>
                <a:ext uri="{FF2B5EF4-FFF2-40B4-BE49-F238E27FC236}">
                  <a16:creationId xmlns:a16="http://schemas.microsoft.com/office/drawing/2014/main" id="{943D494E-B3B6-FF61-C932-642C3F52B734}"/>
                </a:ext>
              </a:extLst>
            </p:cNvPr>
            <p:cNvSpPr/>
            <p:nvPr/>
          </p:nvSpPr>
          <p:spPr>
            <a:xfrm>
              <a:off x="6751444" y="3881193"/>
              <a:ext cx="4777" cy="955"/>
            </a:xfrm>
            <a:custGeom>
              <a:avLst/>
              <a:gdLst>
                <a:gd name="csX0" fmla="*/ 4777 w 4777"/>
                <a:gd name="csY0" fmla="*/ 0 h 955"/>
                <a:gd name="csX1" fmla="*/ 3822 w 4777"/>
                <a:gd name="csY1" fmla="*/ 956 h 955"/>
                <a:gd name="csX2" fmla="*/ 1433 w 4777"/>
                <a:gd name="csY2" fmla="*/ 478 h 955"/>
                <a:gd name="csX3" fmla="*/ 0 w 4777"/>
                <a:gd name="csY3" fmla="*/ 0 h 955"/>
                <a:gd name="csX4" fmla="*/ 0 w 4777"/>
                <a:gd name="csY4" fmla="*/ 0 h 955"/>
                <a:gd name="csX5" fmla="*/ 1433 w 4777"/>
                <a:gd name="csY5" fmla="*/ 478 h 955"/>
                <a:gd name="csX6" fmla="*/ 3822 w 4777"/>
                <a:gd name="csY6" fmla="*/ 956 h 955"/>
                <a:gd name="csX7" fmla="*/ 4777 w 4777"/>
                <a:gd name="csY7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7" h="955">
                  <a:moveTo>
                    <a:pt x="4777" y="0"/>
                  </a:moveTo>
                  <a:lnTo>
                    <a:pt x="3822" y="956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3822" y="956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7" name="Freeform 1466">
              <a:extLst>
                <a:ext uri="{FF2B5EF4-FFF2-40B4-BE49-F238E27FC236}">
                  <a16:creationId xmlns:a16="http://schemas.microsoft.com/office/drawing/2014/main" id="{6D8F36EB-0561-4475-9E65-79C9C6319498}"/>
                </a:ext>
              </a:extLst>
            </p:cNvPr>
            <p:cNvSpPr/>
            <p:nvPr/>
          </p:nvSpPr>
          <p:spPr>
            <a:xfrm>
              <a:off x="6752399" y="3942343"/>
              <a:ext cx="3821" cy="955"/>
            </a:xfrm>
            <a:custGeom>
              <a:avLst/>
              <a:gdLst>
                <a:gd name="csX0" fmla="*/ 3821 w 3821"/>
                <a:gd name="csY0" fmla="*/ 956 h 955"/>
                <a:gd name="csX1" fmla="*/ 2866 w 3821"/>
                <a:gd name="csY1" fmla="*/ 956 h 955"/>
                <a:gd name="csX2" fmla="*/ 0 w 3821"/>
                <a:gd name="csY2" fmla="*/ 0 h 955"/>
                <a:gd name="csX3" fmla="*/ 2866 w 3821"/>
                <a:gd name="csY3" fmla="*/ 956 h 955"/>
                <a:gd name="csX4" fmla="*/ 3821 w 3821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955">
                  <a:moveTo>
                    <a:pt x="3821" y="956"/>
                  </a:moveTo>
                  <a:lnTo>
                    <a:pt x="2866" y="956"/>
                  </a:lnTo>
                  <a:lnTo>
                    <a:pt x="0" y="0"/>
                  </a:lnTo>
                  <a:lnTo>
                    <a:pt x="2866" y="956"/>
                  </a:lnTo>
                  <a:lnTo>
                    <a:pt x="38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8" name="Freeform 1467">
              <a:extLst>
                <a:ext uri="{FF2B5EF4-FFF2-40B4-BE49-F238E27FC236}">
                  <a16:creationId xmlns:a16="http://schemas.microsoft.com/office/drawing/2014/main" id="{7C0B47B4-0A45-D804-B630-0D5A616E5286}"/>
                </a:ext>
              </a:extLst>
            </p:cNvPr>
            <p:cNvSpPr/>
            <p:nvPr/>
          </p:nvSpPr>
          <p:spPr>
            <a:xfrm>
              <a:off x="6750488" y="4415773"/>
              <a:ext cx="4299" cy="955"/>
            </a:xfrm>
            <a:custGeom>
              <a:avLst/>
              <a:gdLst>
                <a:gd name="csX0" fmla="*/ 3344 w 4299"/>
                <a:gd name="csY0" fmla="*/ 478 h 955"/>
                <a:gd name="csX1" fmla="*/ 4300 w 4299"/>
                <a:gd name="csY1" fmla="*/ 956 h 955"/>
                <a:gd name="csX2" fmla="*/ 3344 w 4299"/>
                <a:gd name="csY2" fmla="*/ 478 h 955"/>
                <a:gd name="csX3" fmla="*/ 1911 w 4299"/>
                <a:gd name="csY3" fmla="*/ 478 h 955"/>
                <a:gd name="csX4" fmla="*/ 0 w 4299"/>
                <a:gd name="csY4" fmla="*/ 0 h 955"/>
                <a:gd name="csX5" fmla="*/ 1911 w 4299"/>
                <a:gd name="csY5" fmla="*/ 478 h 955"/>
                <a:gd name="csX6" fmla="*/ 3344 w 4299"/>
                <a:gd name="csY6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955">
                  <a:moveTo>
                    <a:pt x="3344" y="478"/>
                  </a:moveTo>
                  <a:lnTo>
                    <a:pt x="4300" y="956"/>
                  </a:lnTo>
                  <a:lnTo>
                    <a:pt x="3344" y="478"/>
                  </a:ln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9" name="Freeform 1468">
              <a:extLst>
                <a:ext uri="{FF2B5EF4-FFF2-40B4-BE49-F238E27FC236}">
                  <a16:creationId xmlns:a16="http://schemas.microsoft.com/office/drawing/2014/main" id="{86B183C0-69A8-F027-F5E7-0EACB0E7B853}"/>
                </a:ext>
              </a:extLst>
            </p:cNvPr>
            <p:cNvSpPr/>
            <p:nvPr/>
          </p:nvSpPr>
          <p:spPr>
            <a:xfrm>
              <a:off x="6749055" y="4957518"/>
              <a:ext cx="4299" cy="2388"/>
            </a:xfrm>
            <a:custGeom>
              <a:avLst/>
              <a:gdLst>
                <a:gd name="csX0" fmla="*/ 4300 w 4299"/>
                <a:gd name="csY0" fmla="*/ 2389 h 2388"/>
                <a:gd name="csX1" fmla="*/ 478 w 4299"/>
                <a:gd name="csY1" fmla="*/ 1911 h 2388"/>
                <a:gd name="csX2" fmla="*/ 0 w 4299"/>
                <a:gd name="csY2" fmla="*/ 956 h 2388"/>
                <a:gd name="csX3" fmla="*/ 0 w 4299"/>
                <a:gd name="csY3" fmla="*/ 0 h 2388"/>
                <a:gd name="csX4" fmla="*/ 1433 w 4299"/>
                <a:gd name="csY4" fmla="*/ 0 h 2388"/>
                <a:gd name="csX5" fmla="*/ 2867 w 4299"/>
                <a:gd name="csY5" fmla="*/ 956 h 2388"/>
                <a:gd name="csX6" fmla="*/ 4300 w 4299"/>
                <a:gd name="csY6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2388">
                  <a:moveTo>
                    <a:pt x="4300" y="2389"/>
                  </a:moveTo>
                  <a:lnTo>
                    <a:pt x="478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867" y="956"/>
                  </a:lnTo>
                  <a:lnTo>
                    <a:pt x="430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0" name="Freeform 1469">
              <a:extLst>
                <a:ext uri="{FF2B5EF4-FFF2-40B4-BE49-F238E27FC236}">
                  <a16:creationId xmlns:a16="http://schemas.microsoft.com/office/drawing/2014/main" id="{EA6AF24E-763B-55B9-6B13-5E38B60FD22E}"/>
                </a:ext>
              </a:extLst>
            </p:cNvPr>
            <p:cNvSpPr/>
            <p:nvPr/>
          </p:nvSpPr>
          <p:spPr>
            <a:xfrm>
              <a:off x="6747622" y="4007792"/>
              <a:ext cx="5254" cy="477"/>
            </a:xfrm>
            <a:custGeom>
              <a:avLst/>
              <a:gdLst>
                <a:gd name="csX0" fmla="*/ 5255 w 5254"/>
                <a:gd name="csY0" fmla="*/ 478 h 477"/>
                <a:gd name="csX1" fmla="*/ 2389 w 5254"/>
                <a:gd name="csY1" fmla="*/ 478 h 477"/>
                <a:gd name="csX2" fmla="*/ 0 w 5254"/>
                <a:gd name="csY2" fmla="*/ 0 h 477"/>
                <a:gd name="csX3" fmla="*/ 2389 w 5254"/>
                <a:gd name="csY3" fmla="*/ 478 h 477"/>
                <a:gd name="csX4" fmla="*/ 5255 w 5254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477">
                  <a:moveTo>
                    <a:pt x="5255" y="478"/>
                  </a:moveTo>
                  <a:lnTo>
                    <a:pt x="2389" y="478"/>
                  </a:lnTo>
                  <a:lnTo>
                    <a:pt x="0" y="0"/>
                  </a:lnTo>
                  <a:lnTo>
                    <a:pt x="2389" y="478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1" name="Freeform 1470">
              <a:extLst>
                <a:ext uri="{FF2B5EF4-FFF2-40B4-BE49-F238E27FC236}">
                  <a16:creationId xmlns:a16="http://schemas.microsoft.com/office/drawing/2014/main" id="{5E330EC8-E51E-7AB4-9BBA-6F05D50D0BF2}"/>
                </a:ext>
              </a:extLst>
            </p:cNvPr>
            <p:cNvSpPr/>
            <p:nvPr/>
          </p:nvSpPr>
          <p:spPr>
            <a:xfrm>
              <a:off x="6749055" y="3875938"/>
              <a:ext cx="2866" cy="1433"/>
            </a:xfrm>
            <a:custGeom>
              <a:avLst/>
              <a:gdLst>
                <a:gd name="csX0" fmla="*/ 2867 w 2866"/>
                <a:gd name="csY0" fmla="*/ 1433 h 1433"/>
                <a:gd name="csX1" fmla="*/ 2867 w 2866"/>
                <a:gd name="csY1" fmla="*/ 1433 h 1433"/>
                <a:gd name="csX2" fmla="*/ 0 w 2866"/>
                <a:gd name="csY2" fmla="*/ 0 h 1433"/>
                <a:gd name="csX3" fmla="*/ 2867 w 2866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1433">
                  <a:moveTo>
                    <a:pt x="2867" y="1433"/>
                  </a:moveTo>
                  <a:lnTo>
                    <a:pt x="2867" y="1433"/>
                  </a:lnTo>
                  <a:lnTo>
                    <a:pt x="0" y="0"/>
                  </a:lnTo>
                  <a:lnTo>
                    <a:pt x="286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2" name="Freeform 1471">
              <a:extLst>
                <a:ext uri="{FF2B5EF4-FFF2-40B4-BE49-F238E27FC236}">
                  <a16:creationId xmlns:a16="http://schemas.microsoft.com/office/drawing/2014/main" id="{5477657D-B20A-E89C-8131-F1D17FF64E7D}"/>
                </a:ext>
              </a:extLst>
            </p:cNvPr>
            <p:cNvSpPr/>
            <p:nvPr/>
          </p:nvSpPr>
          <p:spPr>
            <a:xfrm>
              <a:off x="6750488" y="3925145"/>
              <a:ext cx="477" cy="3344"/>
            </a:xfrm>
            <a:custGeom>
              <a:avLst/>
              <a:gdLst>
                <a:gd name="csX0" fmla="*/ 0 w 477"/>
                <a:gd name="csY0" fmla="*/ 0 h 3344"/>
                <a:gd name="csX1" fmla="*/ 478 w 477"/>
                <a:gd name="csY1" fmla="*/ 1433 h 3344"/>
                <a:gd name="csX2" fmla="*/ 0 w 477"/>
                <a:gd name="csY2" fmla="*/ 3344 h 3344"/>
                <a:gd name="csX3" fmla="*/ 478 w 477"/>
                <a:gd name="csY3" fmla="*/ 1433 h 3344"/>
                <a:gd name="csX4" fmla="*/ 0 w 477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3344">
                  <a:moveTo>
                    <a:pt x="0" y="0"/>
                  </a:moveTo>
                  <a:lnTo>
                    <a:pt x="478" y="1433"/>
                  </a:lnTo>
                  <a:lnTo>
                    <a:pt x="0" y="3344"/>
                  </a:lnTo>
                  <a:lnTo>
                    <a:pt x="478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3" name="Freeform 1472">
              <a:extLst>
                <a:ext uri="{FF2B5EF4-FFF2-40B4-BE49-F238E27FC236}">
                  <a16:creationId xmlns:a16="http://schemas.microsoft.com/office/drawing/2014/main" id="{73975187-FBEB-FC3F-9675-4ABE400F396A}"/>
                </a:ext>
              </a:extLst>
            </p:cNvPr>
            <p:cNvSpPr/>
            <p:nvPr/>
          </p:nvSpPr>
          <p:spPr>
            <a:xfrm>
              <a:off x="6748577" y="3935177"/>
              <a:ext cx="1911" cy="4777"/>
            </a:xfrm>
            <a:custGeom>
              <a:avLst/>
              <a:gdLst>
                <a:gd name="csX0" fmla="*/ 1433 w 1911"/>
                <a:gd name="csY0" fmla="*/ 2867 h 4777"/>
                <a:gd name="csX1" fmla="*/ 1911 w 1911"/>
                <a:gd name="csY1" fmla="*/ 4777 h 4777"/>
                <a:gd name="csX2" fmla="*/ 1433 w 1911"/>
                <a:gd name="csY2" fmla="*/ 2867 h 4777"/>
                <a:gd name="csX3" fmla="*/ 0 w 1911"/>
                <a:gd name="csY3" fmla="*/ 0 h 4777"/>
                <a:gd name="csX4" fmla="*/ 1433 w 1911"/>
                <a:gd name="csY4" fmla="*/ 286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4777">
                  <a:moveTo>
                    <a:pt x="1433" y="2867"/>
                  </a:moveTo>
                  <a:lnTo>
                    <a:pt x="1911" y="4777"/>
                  </a:lnTo>
                  <a:lnTo>
                    <a:pt x="1433" y="2867"/>
                  </a:lnTo>
                  <a:lnTo>
                    <a:pt x="0" y="0"/>
                  </a:lnTo>
                  <a:lnTo>
                    <a:pt x="1433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" name="Freeform 1473">
              <a:extLst>
                <a:ext uri="{FF2B5EF4-FFF2-40B4-BE49-F238E27FC236}">
                  <a16:creationId xmlns:a16="http://schemas.microsoft.com/office/drawing/2014/main" id="{990E9D5B-ABBB-0125-9F1C-9CD4F1E728D0}"/>
                </a:ext>
              </a:extLst>
            </p:cNvPr>
            <p:cNvSpPr/>
            <p:nvPr/>
          </p:nvSpPr>
          <p:spPr>
            <a:xfrm>
              <a:off x="6748100" y="3920845"/>
              <a:ext cx="2388" cy="4299"/>
            </a:xfrm>
            <a:custGeom>
              <a:avLst/>
              <a:gdLst>
                <a:gd name="csX0" fmla="*/ 955 w 2388"/>
                <a:gd name="csY0" fmla="*/ 956 h 4299"/>
                <a:gd name="csX1" fmla="*/ 2389 w 2388"/>
                <a:gd name="csY1" fmla="*/ 4300 h 4299"/>
                <a:gd name="csX2" fmla="*/ 955 w 2388"/>
                <a:gd name="csY2" fmla="*/ 956 h 4299"/>
                <a:gd name="csX3" fmla="*/ 0 w 2388"/>
                <a:gd name="csY3" fmla="*/ 0 h 4299"/>
                <a:gd name="csX4" fmla="*/ 955 w 2388"/>
                <a:gd name="csY4" fmla="*/ 95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299">
                  <a:moveTo>
                    <a:pt x="955" y="956"/>
                  </a:moveTo>
                  <a:lnTo>
                    <a:pt x="2389" y="4300"/>
                  </a:lnTo>
                  <a:lnTo>
                    <a:pt x="955" y="956"/>
                  </a:lnTo>
                  <a:lnTo>
                    <a:pt x="0" y="0"/>
                  </a:lnTo>
                  <a:lnTo>
                    <a:pt x="9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" name="Freeform 1474">
              <a:extLst>
                <a:ext uri="{FF2B5EF4-FFF2-40B4-BE49-F238E27FC236}">
                  <a16:creationId xmlns:a16="http://schemas.microsoft.com/office/drawing/2014/main" id="{14D93FCA-2295-E76E-FE05-08823C0023EF}"/>
                </a:ext>
              </a:extLst>
            </p:cNvPr>
            <p:cNvSpPr/>
            <p:nvPr/>
          </p:nvSpPr>
          <p:spPr>
            <a:xfrm>
              <a:off x="6749533" y="3940432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  <a:gd name="csX4" fmla="*/ 478 w 477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6" name="Freeform 1475">
              <a:extLst>
                <a:ext uri="{FF2B5EF4-FFF2-40B4-BE49-F238E27FC236}">
                  <a16:creationId xmlns:a16="http://schemas.microsoft.com/office/drawing/2014/main" id="{AF3A384A-8B2F-9D3A-5F5F-D76D6941320A}"/>
                </a:ext>
              </a:extLst>
            </p:cNvPr>
            <p:cNvSpPr/>
            <p:nvPr/>
          </p:nvSpPr>
          <p:spPr>
            <a:xfrm>
              <a:off x="6744756" y="4412906"/>
              <a:ext cx="4777" cy="1911"/>
            </a:xfrm>
            <a:custGeom>
              <a:avLst/>
              <a:gdLst>
                <a:gd name="csX0" fmla="*/ 3821 w 4777"/>
                <a:gd name="csY0" fmla="*/ 956 h 1911"/>
                <a:gd name="csX1" fmla="*/ 4777 w 4777"/>
                <a:gd name="csY1" fmla="*/ 1911 h 1911"/>
                <a:gd name="csX2" fmla="*/ 3344 w 4777"/>
                <a:gd name="csY2" fmla="*/ 956 h 1911"/>
                <a:gd name="csX3" fmla="*/ 2389 w 4777"/>
                <a:gd name="csY3" fmla="*/ 478 h 1911"/>
                <a:gd name="csX4" fmla="*/ 955 w 4777"/>
                <a:gd name="csY4" fmla="*/ 0 h 1911"/>
                <a:gd name="csX5" fmla="*/ 0 w 4777"/>
                <a:gd name="csY5" fmla="*/ 0 h 1911"/>
                <a:gd name="csX6" fmla="*/ 0 w 4777"/>
                <a:gd name="csY6" fmla="*/ 0 h 1911"/>
                <a:gd name="csX7" fmla="*/ 955 w 4777"/>
                <a:gd name="csY7" fmla="*/ 0 h 1911"/>
                <a:gd name="csX8" fmla="*/ 2389 w 4777"/>
                <a:gd name="csY8" fmla="*/ 478 h 1911"/>
                <a:gd name="csX9" fmla="*/ 3821 w 4777"/>
                <a:gd name="csY9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1911">
                  <a:moveTo>
                    <a:pt x="3821" y="956"/>
                  </a:moveTo>
                  <a:lnTo>
                    <a:pt x="4777" y="1911"/>
                  </a:lnTo>
                  <a:lnTo>
                    <a:pt x="3344" y="956"/>
                  </a:lnTo>
                  <a:lnTo>
                    <a:pt x="2389" y="478"/>
                  </a:lnTo>
                  <a:lnTo>
                    <a:pt x="95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2389" y="478"/>
                  </a:lnTo>
                  <a:lnTo>
                    <a:pt x="38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7" name="Freeform 1476">
              <a:extLst>
                <a:ext uri="{FF2B5EF4-FFF2-40B4-BE49-F238E27FC236}">
                  <a16:creationId xmlns:a16="http://schemas.microsoft.com/office/drawing/2014/main" id="{93E889CE-F180-C5DD-0ED3-BD602CB0C7DA}"/>
                </a:ext>
              </a:extLst>
            </p:cNvPr>
            <p:cNvSpPr/>
            <p:nvPr/>
          </p:nvSpPr>
          <p:spPr>
            <a:xfrm>
              <a:off x="6738067" y="3871639"/>
              <a:ext cx="10987" cy="4299"/>
            </a:xfrm>
            <a:custGeom>
              <a:avLst/>
              <a:gdLst>
                <a:gd name="csX0" fmla="*/ 10987 w 10987"/>
                <a:gd name="csY0" fmla="*/ 4300 h 4299"/>
                <a:gd name="csX1" fmla="*/ 9555 w 10987"/>
                <a:gd name="csY1" fmla="*/ 3344 h 4299"/>
                <a:gd name="csX2" fmla="*/ 5255 w 10987"/>
                <a:gd name="csY2" fmla="*/ 2389 h 4299"/>
                <a:gd name="csX3" fmla="*/ 0 w 10987"/>
                <a:gd name="csY3" fmla="*/ 0 h 4299"/>
                <a:gd name="csX4" fmla="*/ 5255 w 10987"/>
                <a:gd name="csY4" fmla="*/ 1911 h 4299"/>
                <a:gd name="csX5" fmla="*/ 9555 w 10987"/>
                <a:gd name="csY5" fmla="*/ 3344 h 4299"/>
                <a:gd name="csX6" fmla="*/ 10987 w 10987"/>
                <a:gd name="csY6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987" h="4299">
                  <a:moveTo>
                    <a:pt x="10987" y="4300"/>
                  </a:moveTo>
                  <a:lnTo>
                    <a:pt x="9555" y="3344"/>
                  </a:lnTo>
                  <a:lnTo>
                    <a:pt x="5255" y="2389"/>
                  </a:lnTo>
                  <a:lnTo>
                    <a:pt x="0" y="0"/>
                  </a:lnTo>
                  <a:lnTo>
                    <a:pt x="5255" y="1911"/>
                  </a:lnTo>
                  <a:lnTo>
                    <a:pt x="9555" y="3344"/>
                  </a:lnTo>
                  <a:lnTo>
                    <a:pt x="10987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8" name="Freeform 1477">
              <a:extLst>
                <a:ext uri="{FF2B5EF4-FFF2-40B4-BE49-F238E27FC236}">
                  <a16:creationId xmlns:a16="http://schemas.microsoft.com/office/drawing/2014/main" id="{C227A2D4-441E-60FD-42E8-CC88788ED2C5}"/>
                </a:ext>
              </a:extLst>
            </p:cNvPr>
            <p:cNvSpPr/>
            <p:nvPr/>
          </p:nvSpPr>
          <p:spPr>
            <a:xfrm>
              <a:off x="6747622" y="3932311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0 w 477"/>
                <a:gd name="csY2" fmla="*/ 0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9" name="Freeform 1478">
              <a:extLst>
                <a:ext uri="{FF2B5EF4-FFF2-40B4-BE49-F238E27FC236}">
                  <a16:creationId xmlns:a16="http://schemas.microsoft.com/office/drawing/2014/main" id="{5CBF43C2-3A32-3C1F-1B71-0EAC908617EA}"/>
                </a:ext>
              </a:extLst>
            </p:cNvPr>
            <p:cNvSpPr/>
            <p:nvPr/>
          </p:nvSpPr>
          <p:spPr>
            <a:xfrm>
              <a:off x="6740934" y="4941275"/>
              <a:ext cx="5254" cy="10032"/>
            </a:xfrm>
            <a:custGeom>
              <a:avLst/>
              <a:gdLst>
                <a:gd name="csX0" fmla="*/ 4300 w 5254"/>
                <a:gd name="csY0" fmla="*/ 7166 h 10032"/>
                <a:gd name="csX1" fmla="*/ 5255 w 5254"/>
                <a:gd name="csY1" fmla="*/ 9077 h 10032"/>
                <a:gd name="csX2" fmla="*/ 4777 w 5254"/>
                <a:gd name="csY2" fmla="*/ 10032 h 10032"/>
                <a:gd name="csX3" fmla="*/ 4300 w 5254"/>
                <a:gd name="csY3" fmla="*/ 10032 h 10032"/>
                <a:gd name="csX4" fmla="*/ 2389 w 5254"/>
                <a:gd name="csY4" fmla="*/ 9077 h 10032"/>
                <a:gd name="csX5" fmla="*/ 1433 w 5254"/>
                <a:gd name="csY5" fmla="*/ 9077 h 10032"/>
                <a:gd name="csX6" fmla="*/ 0 w 5254"/>
                <a:gd name="csY6" fmla="*/ 7166 h 10032"/>
                <a:gd name="csX7" fmla="*/ 478 w 5254"/>
                <a:gd name="csY7" fmla="*/ 1433 h 10032"/>
                <a:gd name="csX8" fmla="*/ 955 w 5254"/>
                <a:gd name="csY8" fmla="*/ 478 h 10032"/>
                <a:gd name="csX9" fmla="*/ 1433 w 5254"/>
                <a:gd name="csY9" fmla="*/ 0 h 10032"/>
                <a:gd name="csX10" fmla="*/ 2389 w 5254"/>
                <a:gd name="csY10" fmla="*/ 0 h 10032"/>
                <a:gd name="csX11" fmla="*/ 3344 w 5254"/>
                <a:gd name="csY11" fmla="*/ 956 h 10032"/>
                <a:gd name="csX12" fmla="*/ 3344 w 5254"/>
                <a:gd name="csY12" fmla="*/ 4777 h 10032"/>
                <a:gd name="csX13" fmla="*/ 4300 w 5254"/>
                <a:gd name="csY13" fmla="*/ 7166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254" h="10032">
                  <a:moveTo>
                    <a:pt x="4300" y="7166"/>
                  </a:moveTo>
                  <a:lnTo>
                    <a:pt x="5255" y="9077"/>
                  </a:lnTo>
                  <a:lnTo>
                    <a:pt x="4777" y="10032"/>
                  </a:lnTo>
                  <a:lnTo>
                    <a:pt x="4300" y="10032"/>
                  </a:lnTo>
                  <a:lnTo>
                    <a:pt x="2389" y="9077"/>
                  </a:lnTo>
                  <a:lnTo>
                    <a:pt x="1433" y="9077"/>
                  </a:lnTo>
                  <a:lnTo>
                    <a:pt x="0" y="7166"/>
                  </a:lnTo>
                  <a:lnTo>
                    <a:pt x="478" y="1433"/>
                  </a:lnTo>
                  <a:lnTo>
                    <a:pt x="955" y="478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3344" y="956"/>
                  </a:lnTo>
                  <a:lnTo>
                    <a:pt x="3344" y="4777"/>
                  </a:lnTo>
                  <a:lnTo>
                    <a:pt x="4300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0" name="Freeform 1479">
              <a:extLst>
                <a:ext uri="{FF2B5EF4-FFF2-40B4-BE49-F238E27FC236}">
                  <a16:creationId xmlns:a16="http://schemas.microsoft.com/office/drawing/2014/main" id="{15304611-F02A-F8E7-EA45-CC593F545692}"/>
                </a:ext>
              </a:extLst>
            </p:cNvPr>
            <p:cNvSpPr/>
            <p:nvPr/>
          </p:nvSpPr>
          <p:spPr>
            <a:xfrm>
              <a:off x="6745233" y="3917501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5 h 955"/>
                <a:gd name="csX2" fmla="*/ 0 w 477"/>
                <a:gd name="csY2" fmla="*/ 0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1" name="Freeform 1480">
              <a:extLst>
                <a:ext uri="{FF2B5EF4-FFF2-40B4-BE49-F238E27FC236}">
                  <a16:creationId xmlns:a16="http://schemas.microsoft.com/office/drawing/2014/main" id="{07C09322-98D4-037F-023E-2AE2DB1BF6DB}"/>
                </a:ext>
              </a:extLst>
            </p:cNvPr>
            <p:cNvSpPr/>
            <p:nvPr/>
          </p:nvSpPr>
          <p:spPr>
            <a:xfrm>
              <a:off x="6711792" y="4503197"/>
              <a:ext cx="32963" cy="32485"/>
            </a:xfrm>
            <a:custGeom>
              <a:avLst/>
              <a:gdLst>
                <a:gd name="csX0" fmla="*/ 31530 w 32963"/>
                <a:gd name="csY0" fmla="*/ 6210 h 32485"/>
                <a:gd name="csX1" fmla="*/ 32963 w 32963"/>
                <a:gd name="csY1" fmla="*/ 9555 h 32485"/>
                <a:gd name="csX2" fmla="*/ 32485 w 32963"/>
                <a:gd name="csY2" fmla="*/ 10988 h 32485"/>
                <a:gd name="csX3" fmla="*/ 31530 w 32963"/>
                <a:gd name="csY3" fmla="*/ 12421 h 32485"/>
                <a:gd name="csX4" fmla="*/ 30097 w 32963"/>
                <a:gd name="csY4" fmla="*/ 13376 h 32485"/>
                <a:gd name="csX5" fmla="*/ 25798 w 32963"/>
                <a:gd name="csY5" fmla="*/ 16243 h 32485"/>
                <a:gd name="csX6" fmla="*/ 20542 w 32963"/>
                <a:gd name="csY6" fmla="*/ 17676 h 32485"/>
                <a:gd name="csX7" fmla="*/ 17676 w 32963"/>
                <a:gd name="csY7" fmla="*/ 21020 h 32485"/>
                <a:gd name="csX8" fmla="*/ 15287 w 32963"/>
                <a:gd name="csY8" fmla="*/ 21020 h 32485"/>
                <a:gd name="csX9" fmla="*/ 15765 w 32963"/>
                <a:gd name="csY9" fmla="*/ 21975 h 32485"/>
                <a:gd name="csX10" fmla="*/ 16243 w 32963"/>
                <a:gd name="csY10" fmla="*/ 21975 h 32485"/>
                <a:gd name="csX11" fmla="*/ 17676 w 32963"/>
                <a:gd name="csY11" fmla="*/ 21975 h 32485"/>
                <a:gd name="csX12" fmla="*/ 20542 w 32963"/>
                <a:gd name="csY12" fmla="*/ 21020 h 32485"/>
                <a:gd name="csX13" fmla="*/ 22931 w 32963"/>
                <a:gd name="csY13" fmla="*/ 20542 h 32485"/>
                <a:gd name="csX14" fmla="*/ 25319 w 32963"/>
                <a:gd name="csY14" fmla="*/ 20542 h 32485"/>
                <a:gd name="csX15" fmla="*/ 27708 w 32963"/>
                <a:gd name="csY15" fmla="*/ 21020 h 32485"/>
                <a:gd name="csX16" fmla="*/ 29619 w 32963"/>
                <a:gd name="csY16" fmla="*/ 21975 h 32485"/>
                <a:gd name="csX17" fmla="*/ 27708 w 32963"/>
                <a:gd name="csY17" fmla="*/ 24364 h 32485"/>
                <a:gd name="csX18" fmla="*/ 25798 w 32963"/>
                <a:gd name="csY18" fmla="*/ 27708 h 32485"/>
                <a:gd name="csX19" fmla="*/ 22931 w 32963"/>
                <a:gd name="csY19" fmla="*/ 31530 h 32485"/>
                <a:gd name="csX20" fmla="*/ 21498 w 32963"/>
                <a:gd name="csY20" fmla="*/ 31530 h 32485"/>
                <a:gd name="csX21" fmla="*/ 20542 w 32963"/>
                <a:gd name="csY21" fmla="*/ 31052 h 32485"/>
                <a:gd name="csX22" fmla="*/ 19587 w 32963"/>
                <a:gd name="csY22" fmla="*/ 30575 h 32485"/>
                <a:gd name="csX23" fmla="*/ 17676 w 32963"/>
                <a:gd name="csY23" fmla="*/ 30097 h 32485"/>
                <a:gd name="csX24" fmla="*/ 15765 w 32963"/>
                <a:gd name="csY24" fmla="*/ 30097 h 32485"/>
                <a:gd name="csX25" fmla="*/ 13854 w 32963"/>
                <a:gd name="csY25" fmla="*/ 30575 h 32485"/>
                <a:gd name="csX26" fmla="*/ 10987 w 32963"/>
                <a:gd name="csY26" fmla="*/ 31052 h 32485"/>
                <a:gd name="csX27" fmla="*/ 8121 w 32963"/>
                <a:gd name="csY27" fmla="*/ 31530 h 32485"/>
                <a:gd name="csX28" fmla="*/ 5733 w 32963"/>
                <a:gd name="csY28" fmla="*/ 32008 h 32485"/>
                <a:gd name="csX29" fmla="*/ 3821 w 32963"/>
                <a:gd name="csY29" fmla="*/ 32486 h 32485"/>
                <a:gd name="csX30" fmla="*/ 2389 w 32963"/>
                <a:gd name="csY30" fmla="*/ 32008 h 32485"/>
                <a:gd name="csX31" fmla="*/ 955 w 32963"/>
                <a:gd name="csY31" fmla="*/ 31530 h 32485"/>
                <a:gd name="csX32" fmla="*/ 478 w 32963"/>
                <a:gd name="csY32" fmla="*/ 27708 h 32485"/>
                <a:gd name="csX33" fmla="*/ 0 w 32963"/>
                <a:gd name="csY33" fmla="*/ 23886 h 32485"/>
                <a:gd name="csX34" fmla="*/ 478 w 32963"/>
                <a:gd name="csY34" fmla="*/ 20542 h 32485"/>
                <a:gd name="csX35" fmla="*/ 955 w 32963"/>
                <a:gd name="csY35" fmla="*/ 18632 h 32485"/>
                <a:gd name="csX36" fmla="*/ 1433 w 32963"/>
                <a:gd name="csY36" fmla="*/ 18154 h 32485"/>
                <a:gd name="csX37" fmla="*/ 3821 w 32963"/>
                <a:gd name="csY37" fmla="*/ 15765 h 32485"/>
                <a:gd name="csX38" fmla="*/ 4777 w 32963"/>
                <a:gd name="csY38" fmla="*/ 14332 h 32485"/>
                <a:gd name="csX39" fmla="*/ 7644 w 32963"/>
                <a:gd name="csY39" fmla="*/ 10510 h 32485"/>
                <a:gd name="csX40" fmla="*/ 10510 w 32963"/>
                <a:gd name="csY40" fmla="*/ 7166 h 32485"/>
                <a:gd name="csX41" fmla="*/ 12421 w 32963"/>
                <a:gd name="csY41" fmla="*/ 4300 h 32485"/>
                <a:gd name="csX42" fmla="*/ 12898 w 32963"/>
                <a:gd name="csY42" fmla="*/ 3822 h 32485"/>
                <a:gd name="csX43" fmla="*/ 13854 w 32963"/>
                <a:gd name="csY43" fmla="*/ 3344 h 32485"/>
                <a:gd name="csX44" fmla="*/ 14332 w 32963"/>
                <a:gd name="csY44" fmla="*/ 3344 h 32485"/>
                <a:gd name="csX45" fmla="*/ 18153 w 32963"/>
                <a:gd name="csY45" fmla="*/ 5733 h 32485"/>
                <a:gd name="csX46" fmla="*/ 18632 w 32963"/>
                <a:gd name="csY46" fmla="*/ 5733 h 32485"/>
                <a:gd name="csX47" fmla="*/ 20064 w 32963"/>
                <a:gd name="csY47" fmla="*/ 5255 h 32485"/>
                <a:gd name="csX48" fmla="*/ 20064 w 32963"/>
                <a:gd name="csY48" fmla="*/ 5255 h 32485"/>
                <a:gd name="csX49" fmla="*/ 21020 w 32963"/>
                <a:gd name="csY49" fmla="*/ 2389 h 32485"/>
                <a:gd name="csX50" fmla="*/ 21975 w 32963"/>
                <a:gd name="csY50" fmla="*/ 1433 h 32485"/>
                <a:gd name="csX51" fmla="*/ 22453 w 32963"/>
                <a:gd name="csY51" fmla="*/ 1433 h 32485"/>
                <a:gd name="csX52" fmla="*/ 24842 w 32963"/>
                <a:gd name="csY52" fmla="*/ 478 h 32485"/>
                <a:gd name="csX53" fmla="*/ 27230 w 32963"/>
                <a:gd name="csY53" fmla="*/ 0 h 32485"/>
                <a:gd name="csX54" fmla="*/ 27230 w 32963"/>
                <a:gd name="csY54" fmla="*/ 478 h 32485"/>
                <a:gd name="csX55" fmla="*/ 30575 w 32963"/>
                <a:gd name="csY55" fmla="*/ 4300 h 32485"/>
                <a:gd name="csX56" fmla="*/ 31530 w 32963"/>
                <a:gd name="csY56" fmla="*/ 6210 h 32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2963" h="32485">
                  <a:moveTo>
                    <a:pt x="31530" y="6210"/>
                  </a:moveTo>
                  <a:lnTo>
                    <a:pt x="32963" y="9555"/>
                  </a:lnTo>
                  <a:lnTo>
                    <a:pt x="32485" y="10988"/>
                  </a:lnTo>
                  <a:lnTo>
                    <a:pt x="31530" y="12421"/>
                  </a:lnTo>
                  <a:lnTo>
                    <a:pt x="30097" y="13376"/>
                  </a:lnTo>
                  <a:lnTo>
                    <a:pt x="25798" y="16243"/>
                  </a:lnTo>
                  <a:lnTo>
                    <a:pt x="20542" y="17676"/>
                  </a:lnTo>
                  <a:lnTo>
                    <a:pt x="17676" y="21020"/>
                  </a:lnTo>
                  <a:lnTo>
                    <a:pt x="15287" y="21020"/>
                  </a:lnTo>
                  <a:lnTo>
                    <a:pt x="15765" y="21975"/>
                  </a:lnTo>
                  <a:lnTo>
                    <a:pt x="16243" y="21975"/>
                  </a:lnTo>
                  <a:lnTo>
                    <a:pt x="17676" y="21975"/>
                  </a:lnTo>
                  <a:lnTo>
                    <a:pt x="20542" y="21020"/>
                  </a:lnTo>
                  <a:lnTo>
                    <a:pt x="22931" y="20542"/>
                  </a:lnTo>
                  <a:lnTo>
                    <a:pt x="25319" y="20542"/>
                  </a:lnTo>
                  <a:lnTo>
                    <a:pt x="27708" y="21020"/>
                  </a:lnTo>
                  <a:lnTo>
                    <a:pt x="29619" y="21975"/>
                  </a:lnTo>
                  <a:lnTo>
                    <a:pt x="27708" y="24364"/>
                  </a:lnTo>
                  <a:lnTo>
                    <a:pt x="25798" y="27708"/>
                  </a:lnTo>
                  <a:lnTo>
                    <a:pt x="22931" y="31530"/>
                  </a:lnTo>
                  <a:lnTo>
                    <a:pt x="21498" y="31530"/>
                  </a:lnTo>
                  <a:lnTo>
                    <a:pt x="20542" y="31052"/>
                  </a:lnTo>
                  <a:lnTo>
                    <a:pt x="19587" y="30575"/>
                  </a:lnTo>
                  <a:lnTo>
                    <a:pt x="17676" y="30097"/>
                  </a:lnTo>
                  <a:lnTo>
                    <a:pt x="15765" y="30097"/>
                  </a:lnTo>
                  <a:lnTo>
                    <a:pt x="13854" y="30575"/>
                  </a:lnTo>
                  <a:lnTo>
                    <a:pt x="10987" y="31052"/>
                  </a:lnTo>
                  <a:lnTo>
                    <a:pt x="8121" y="31530"/>
                  </a:lnTo>
                  <a:lnTo>
                    <a:pt x="5733" y="32008"/>
                  </a:lnTo>
                  <a:lnTo>
                    <a:pt x="3821" y="32486"/>
                  </a:lnTo>
                  <a:lnTo>
                    <a:pt x="2389" y="32008"/>
                  </a:lnTo>
                  <a:lnTo>
                    <a:pt x="955" y="31530"/>
                  </a:lnTo>
                  <a:lnTo>
                    <a:pt x="478" y="27708"/>
                  </a:lnTo>
                  <a:lnTo>
                    <a:pt x="0" y="23886"/>
                  </a:lnTo>
                  <a:lnTo>
                    <a:pt x="478" y="20542"/>
                  </a:lnTo>
                  <a:lnTo>
                    <a:pt x="955" y="18632"/>
                  </a:lnTo>
                  <a:lnTo>
                    <a:pt x="1433" y="18154"/>
                  </a:lnTo>
                  <a:lnTo>
                    <a:pt x="3821" y="15765"/>
                  </a:lnTo>
                  <a:lnTo>
                    <a:pt x="4777" y="14332"/>
                  </a:lnTo>
                  <a:lnTo>
                    <a:pt x="7644" y="10510"/>
                  </a:lnTo>
                  <a:lnTo>
                    <a:pt x="10510" y="7166"/>
                  </a:lnTo>
                  <a:lnTo>
                    <a:pt x="12421" y="4300"/>
                  </a:lnTo>
                  <a:lnTo>
                    <a:pt x="12898" y="3822"/>
                  </a:lnTo>
                  <a:lnTo>
                    <a:pt x="13854" y="3344"/>
                  </a:lnTo>
                  <a:lnTo>
                    <a:pt x="14332" y="3344"/>
                  </a:lnTo>
                  <a:lnTo>
                    <a:pt x="18153" y="5733"/>
                  </a:lnTo>
                  <a:lnTo>
                    <a:pt x="18632" y="5733"/>
                  </a:lnTo>
                  <a:lnTo>
                    <a:pt x="20064" y="5255"/>
                  </a:lnTo>
                  <a:lnTo>
                    <a:pt x="20064" y="5255"/>
                  </a:lnTo>
                  <a:lnTo>
                    <a:pt x="21020" y="2389"/>
                  </a:lnTo>
                  <a:lnTo>
                    <a:pt x="21975" y="1433"/>
                  </a:lnTo>
                  <a:lnTo>
                    <a:pt x="22453" y="1433"/>
                  </a:lnTo>
                  <a:lnTo>
                    <a:pt x="24842" y="478"/>
                  </a:lnTo>
                  <a:lnTo>
                    <a:pt x="27230" y="0"/>
                  </a:lnTo>
                  <a:lnTo>
                    <a:pt x="27230" y="478"/>
                  </a:lnTo>
                  <a:lnTo>
                    <a:pt x="30575" y="4300"/>
                  </a:lnTo>
                  <a:lnTo>
                    <a:pt x="31530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2" name="Freeform 1481">
              <a:extLst>
                <a:ext uri="{FF2B5EF4-FFF2-40B4-BE49-F238E27FC236}">
                  <a16:creationId xmlns:a16="http://schemas.microsoft.com/office/drawing/2014/main" id="{0E245E8B-B344-07EB-767F-95C28E0D6CB6}"/>
                </a:ext>
              </a:extLst>
            </p:cNvPr>
            <p:cNvSpPr/>
            <p:nvPr/>
          </p:nvSpPr>
          <p:spPr>
            <a:xfrm>
              <a:off x="6739979" y="4005403"/>
              <a:ext cx="2388" cy="955"/>
            </a:xfrm>
            <a:custGeom>
              <a:avLst/>
              <a:gdLst>
                <a:gd name="csX0" fmla="*/ 2389 w 2388"/>
                <a:gd name="csY0" fmla="*/ 956 h 955"/>
                <a:gd name="csX1" fmla="*/ 1910 w 2388"/>
                <a:gd name="csY1" fmla="*/ 956 h 955"/>
                <a:gd name="csX2" fmla="*/ 0 w 2388"/>
                <a:gd name="csY2" fmla="*/ 0 h 955"/>
                <a:gd name="csX3" fmla="*/ 1910 w 2388"/>
                <a:gd name="csY3" fmla="*/ 478 h 955"/>
                <a:gd name="csX4" fmla="*/ 2389 w 2388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955">
                  <a:moveTo>
                    <a:pt x="2389" y="956"/>
                  </a:moveTo>
                  <a:lnTo>
                    <a:pt x="1910" y="956"/>
                  </a:lnTo>
                  <a:lnTo>
                    <a:pt x="0" y="0"/>
                  </a:lnTo>
                  <a:lnTo>
                    <a:pt x="1910" y="478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3" name="Freeform 1482">
              <a:extLst>
                <a:ext uri="{FF2B5EF4-FFF2-40B4-BE49-F238E27FC236}">
                  <a16:creationId xmlns:a16="http://schemas.microsoft.com/office/drawing/2014/main" id="{8E0079EB-F41F-0E37-6AF6-7DE79EA6389E}"/>
                </a:ext>
              </a:extLst>
            </p:cNvPr>
            <p:cNvSpPr/>
            <p:nvPr/>
          </p:nvSpPr>
          <p:spPr>
            <a:xfrm>
              <a:off x="6739023" y="3913679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478 h 477"/>
                <a:gd name="csX2" fmla="*/ 0 w 477"/>
                <a:gd name="csY2" fmla="*/ 0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4" name="Freeform 1483">
              <a:extLst>
                <a:ext uri="{FF2B5EF4-FFF2-40B4-BE49-F238E27FC236}">
                  <a16:creationId xmlns:a16="http://schemas.microsoft.com/office/drawing/2014/main" id="{75420813-B996-5B62-151A-35EBE790E5EB}"/>
                </a:ext>
              </a:extLst>
            </p:cNvPr>
            <p:cNvSpPr/>
            <p:nvPr/>
          </p:nvSpPr>
          <p:spPr>
            <a:xfrm>
              <a:off x="6606214" y="4403830"/>
              <a:ext cx="132808" cy="105100"/>
            </a:xfrm>
            <a:custGeom>
              <a:avLst/>
              <a:gdLst>
                <a:gd name="csX0" fmla="*/ 131853 w 132808"/>
                <a:gd name="csY0" fmla="*/ 96979 h 105100"/>
                <a:gd name="csX1" fmla="*/ 132808 w 132808"/>
                <a:gd name="csY1" fmla="*/ 99368 h 105100"/>
                <a:gd name="csX2" fmla="*/ 130420 w 132808"/>
                <a:gd name="csY2" fmla="*/ 99845 h 105100"/>
                <a:gd name="csX3" fmla="*/ 128031 w 132808"/>
                <a:gd name="csY3" fmla="*/ 100801 h 105100"/>
                <a:gd name="csX4" fmla="*/ 127554 w 132808"/>
                <a:gd name="csY4" fmla="*/ 100801 h 105100"/>
                <a:gd name="csX5" fmla="*/ 126598 w 132808"/>
                <a:gd name="csY5" fmla="*/ 101756 h 105100"/>
                <a:gd name="csX6" fmla="*/ 125642 w 132808"/>
                <a:gd name="csY6" fmla="*/ 104623 h 105100"/>
                <a:gd name="csX7" fmla="*/ 124210 w 132808"/>
                <a:gd name="csY7" fmla="*/ 105100 h 105100"/>
                <a:gd name="csX8" fmla="*/ 123731 w 132808"/>
                <a:gd name="csY8" fmla="*/ 105100 h 105100"/>
                <a:gd name="csX9" fmla="*/ 119910 w 132808"/>
                <a:gd name="csY9" fmla="*/ 102712 h 105100"/>
                <a:gd name="csX10" fmla="*/ 119432 w 132808"/>
                <a:gd name="csY10" fmla="*/ 102712 h 105100"/>
                <a:gd name="csX11" fmla="*/ 118477 w 132808"/>
                <a:gd name="csY11" fmla="*/ 103189 h 105100"/>
                <a:gd name="csX12" fmla="*/ 117999 w 132808"/>
                <a:gd name="csY12" fmla="*/ 103667 h 105100"/>
                <a:gd name="csX13" fmla="*/ 116088 w 132808"/>
                <a:gd name="csY13" fmla="*/ 101756 h 105100"/>
                <a:gd name="csX14" fmla="*/ 114655 w 132808"/>
                <a:gd name="csY14" fmla="*/ 99845 h 105100"/>
                <a:gd name="csX15" fmla="*/ 113222 w 132808"/>
                <a:gd name="csY15" fmla="*/ 97935 h 105100"/>
                <a:gd name="csX16" fmla="*/ 111311 w 132808"/>
                <a:gd name="csY16" fmla="*/ 96979 h 105100"/>
                <a:gd name="csX17" fmla="*/ 109400 w 132808"/>
                <a:gd name="csY17" fmla="*/ 96024 h 105100"/>
                <a:gd name="csX18" fmla="*/ 107489 w 132808"/>
                <a:gd name="csY18" fmla="*/ 93157 h 105100"/>
                <a:gd name="csX19" fmla="*/ 105578 w 132808"/>
                <a:gd name="csY19" fmla="*/ 90291 h 105100"/>
                <a:gd name="csX20" fmla="*/ 103189 w 132808"/>
                <a:gd name="csY20" fmla="*/ 87902 h 105100"/>
                <a:gd name="csX21" fmla="*/ 97935 w 132808"/>
                <a:gd name="csY21" fmla="*/ 84558 h 105100"/>
                <a:gd name="csX22" fmla="*/ 93157 w 132808"/>
                <a:gd name="csY22" fmla="*/ 80258 h 105100"/>
                <a:gd name="csX23" fmla="*/ 89335 w 132808"/>
                <a:gd name="csY23" fmla="*/ 75481 h 105100"/>
                <a:gd name="csX24" fmla="*/ 86947 w 132808"/>
                <a:gd name="csY24" fmla="*/ 73093 h 105100"/>
                <a:gd name="csX25" fmla="*/ 85991 w 132808"/>
                <a:gd name="csY25" fmla="*/ 72615 h 105100"/>
                <a:gd name="csX26" fmla="*/ 82169 w 132808"/>
                <a:gd name="csY26" fmla="*/ 71182 h 105100"/>
                <a:gd name="csX27" fmla="*/ 81214 w 132808"/>
                <a:gd name="csY27" fmla="*/ 71182 h 105100"/>
                <a:gd name="csX28" fmla="*/ 77870 w 132808"/>
                <a:gd name="csY28" fmla="*/ 68793 h 105100"/>
                <a:gd name="csX29" fmla="*/ 75003 w 132808"/>
                <a:gd name="csY29" fmla="*/ 66882 h 105100"/>
                <a:gd name="csX30" fmla="*/ 73570 w 132808"/>
                <a:gd name="csY30" fmla="*/ 66882 h 105100"/>
                <a:gd name="csX31" fmla="*/ 72137 w 132808"/>
                <a:gd name="csY31" fmla="*/ 66404 h 105100"/>
                <a:gd name="csX32" fmla="*/ 68793 w 132808"/>
                <a:gd name="csY32" fmla="*/ 66882 h 105100"/>
                <a:gd name="csX33" fmla="*/ 65926 w 132808"/>
                <a:gd name="csY33" fmla="*/ 65927 h 105100"/>
                <a:gd name="csX34" fmla="*/ 64971 w 132808"/>
                <a:gd name="csY34" fmla="*/ 65927 h 105100"/>
                <a:gd name="csX35" fmla="*/ 63060 w 132808"/>
                <a:gd name="csY35" fmla="*/ 65449 h 105100"/>
                <a:gd name="csX36" fmla="*/ 61627 w 132808"/>
                <a:gd name="csY36" fmla="*/ 64971 h 105100"/>
                <a:gd name="csX37" fmla="*/ 59716 w 132808"/>
                <a:gd name="csY37" fmla="*/ 65449 h 105100"/>
                <a:gd name="csX38" fmla="*/ 56372 w 132808"/>
                <a:gd name="csY38" fmla="*/ 66404 h 105100"/>
                <a:gd name="csX39" fmla="*/ 54939 w 132808"/>
                <a:gd name="csY39" fmla="*/ 66404 h 105100"/>
                <a:gd name="csX40" fmla="*/ 53983 w 132808"/>
                <a:gd name="csY40" fmla="*/ 64971 h 105100"/>
                <a:gd name="csX41" fmla="*/ 53505 w 132808"/>
                <a:gd name="csY41" fmla="*/ 64493 h 105100"/>
                <a:gd name="csX42" fmla="*/ 52550 w 132808"/>
                <a:gd name="csY42" fmla="*/ 63538 h 105100"/>
                <a:gd name="csX43" fmla="*/ 51594 w 132808"/>
                <a:gd name="csY43" fmla="*/ 63538 h 105100"/>
                <a:gd name="csX44" fmla="*/ 50639 w 132808"/>
                <a:gd name="csY44" fmla="*/ 64016 h 105100"/>
                <a:gd name="csX45" fmla="*/ 47295 w 132808"/>
                <a:gd name="csY45" fmla="*/ 65927 h 105100"/>
                <a:gd name="csX46" fmla="*/ 41085 w 132808"/>
                <a:gd name="csY46" fmla="*/ 67360 h 105100"/>
                <a:gd name="csX47" fmla="*/ 39651 w 132808"/>
                <a:gd name="csY47" fmla="*/ 67360 h 105100"/>
                <a:gd name="csX48" fmla="*/ 38696 w 132808"/>
                <a:gd name="csY48" fmla="*/ 66404 h 105100"/>
                <a:gd name="csX49" fmla="*/ 35352 w 132808"/>
                <a:gd name="csY49" fmla="*/ 63060 h 105100"/>
                <a:gd name="csX50" fmla="*/ 35352 w 132808"/>
                <a:gd name="csY50" fmla="*/ 63060 h 105100"/>
                <a:gd name="csX51" fmla="*/ 34396 w 132808"/>
                <a:gd name="csY51" fmla="*/ 62582 h 105100"/>
                <a:gd name="csX52" fmla="*/ 33919 w 132808"/>
                <a:gd name="csY52" fmla="*/ 62582 h 105100"/>
                <a:gd name="csX53" fmla="*/ 32485 w 132808"/>
                <a:gd name="csY53" fmla="*/ 62105 h 105100"/>
                <a:gd name="csX54" fmla="*/ 31052 w 132808"/>
                <a:gd name="csY54" fmla="*/ 61627 h 105100"/>
                <a:gd name="csX55" fmla="*/ 30097 w 132808"/>
                <a:gd name="csY55" fmla="*/ 60194 h 105100"/>
                <a:gd name="csX56" fmla="*/ 30097 w 132808"/>
                <a:gd name="csY56" fmla="*/ 60194 h 105100"/>
                <a:gd name="csX57" fmla="*/ 28664 w 132808"/>
                <a:gd name="csY57" fmla="*/ 59238 h 105100"/>
                <a:gd name="csX58" fmla="*/ 28664 w 132808"/>
                <a:gd name="csY58" fmla="*/ 59238 h 105100"/>
                <a:gd name="csX59" fmla="*/ 27708 w 132808"/>
                <a:gd name="csY59" fmla="*/ 62105 h 105100"/>
                <a:gd name="csX60" fmla="*/ 25319 w 132808"/>
                <a:gd name="csY60" fmla="*/ 66882 h 105100"/>
                <a:gd name="csX61" fmla="*/ 23886 w 132808"/>
                <a:gd name="csY61" fmla="*/ 69271 h 105100"/>
                <a:gd name="csX62" fmla="*/ 22453 w 132808"/>
                <a:gd name="csY62" fmla="*/ 72615 h 105100"/>
                <a:gd name="csX63" fmla="*/ 21975 w 132808"/>
                <a:gd name="csY63" fmla="*/ 72615 h 105100"/>
                <a:gd name="csX64" fmla="*/ 21498 w 132808"/>
                <a:gd name="csY64" fmla="*/ 72137 h 105100"/>
                <a:gd name="csX65" fmla="*/ 21498 w 132808"/>
                <a:gd name="csY65" fmla="*/ 72137 h 105100"/>
                <a:gd name="csX66" fmla="*/ 18153 w 132808"/>
                <a:gd name="csY66" fmla="*/ 68315 h 105100"/>
                <a:gd name="csX67" fmla="*/ 18153 w 132808"/>
                <a:gd name="csY67" fmla="*/ 68315 h 105100"/>
                <a:gd name="csX68" fmla="*/ 16242 w 132808"/>
                <a:gd name="csY68" fmla="*/ 66882 h 105100"/>
                <a:gd name="csX69" fmla="*/ 16242 w 132808"/>
                <a:gd name="csY69" fmla="*/ 66882 h 105100"/>
                <a:gd name="csX70" fmla="*/ 14809 w 132808"/>
                <a:gd name="csY70" fmla="*/ 66882 h 105100"/>
                <a:gd name="csX71" fmla="*/ 13854 w 132808"/>
                <a:gd name="csY71" fmla="*/ 67838 h 105100"/>
                <a:gd name="csX72" fmla="*/ 13854 w 132808"/>
                <a:gd name="csY72" fmla="*/ 67838 h 105100"/>
                <a:gd name="csX73" fmla="*/ 13376 w 132808"/>
                <a:gd name="csY73" fmla="*/ 68793 h 105100"/>
                <a:gd name="csX74" fmla="*/ 12421 w 132808"/>
                <a:gd name="csY74" fmla="*/ 69748 h 105100"/>
                <a:gd name="csX75" fmla="*/ 11943 w 132808"/>
                <a:gd name="csY75" fmla="*/ 70226 h 105100"/>
                <a:gd name="csX76" fmla="*/ 10032 w 132808"/>
                <a:gd name="csY76" fmla="*/ 69748 h 105100"/>
                <a:gd name="csX77" fmla="*/ 7644 w 132808"/>
                <a:gd name="csY77" fmla="*/ 69271 h 105100"/>
                <a:gd name="csX78" fmla="*/ 4777 w 132808"/>
                <a:gd name="csY78" fmla="*/ 69271 h 105100"/>
                <a:gd name="csX79" fmla="*/ 2389 w 132808"/>
                <a:gd name="csY79" fmla="*/ 70226 h 105100"/>
                <a:gd name="csX80" fmla="*/ 1910 w 132808"/>
                <a:gd name="csY80" fmla="*/ 70226 h 105100"/>
                <a:gd name="csX81" fmla="*/ 1433 w 132808"/>
                <a:gd name="csY81" fmla="*/ 64971 h 105100"/>
                <a:gd name="csX82" fmla="*/ 955 w 132808"/>
                <a:gd name="csY82" fmla="*/ 61627 h 105100"/>
                <a:gd name="csX83" fmla="*/ 478 w 132808"/>
                <a:gd name="csY83" fmla="*/ 57805 h 105100"/>
                <a:gd name="csX84" fmla="*/ 0 w 132808"/>
                <a:gd name="csY84" fmla="*/ 53983 h 105100"/>
                <a:gd name="csX85" fmla="*/ 1910 w 132808"/>
                <a:gd name="csY85" fmla="*/ 51595 h 105100"/>
                <a:gd name="csX86" fmla="*/ 2866 w 132808"/>
                <a:gd name="csY86" fmla="*/ 49684 h 105100"/>
                <a:gd name="csX87" fmla="*/ 4777 w 132808"/>
                <a:gd name="csY87" fmla="*/ 42996 h 105100"/>
                <a:gd name="csX88" fmla="*/ 5733 w 132808"/>
                <a:gd name="csY88" fmla="*/ 41563 h 105100"/>
                <a:gd name="csX89" fmla="*/ 7644 w 132808"/>
                <a:gd name="csY89" fmla="*/ 37740 h 105100"/>
                <a:gd name="csX90" fmla="*/ 7644 w 132808"/>
                <a:gd name="csY90" fmla="*/ 36785 h 105100"/>
                <a:gd name="csX91" fmla="*/ 9555 w 132808"/>
                <a:gd name="csY91" fmla="*/ 32008 h 105100"/>
                <a:gd name="csX92" fmla="*/ 9555 w 132808"/>
                <a:gd name="csY92" fmla="*/ 32008 h 105100"/>
                <a:gd name="csX93" fmla="*/ 9555 w 132808"/>
                <a:gd name="csY93" fmla="*/ 29141 h 105100"/>
                <a:gd name="csX94" fmla="*/ 9076 w 132808"/>
                <a:gd name="csY94" fmla="*/ 26275 h 105100"/>
                <a:gd name="csX95" fmla="*/ 9076 w 132808"/>
                <a:gd name="csY95" fmla="*/ 25797 h 105100"/>
                <a:gd name="csX96" fmla="*/ 10032 w 132808"/>
                <a:gd name="csY96" fmla="*/ 24364 h 105100"/>
                <a:gd name="csX97" fmla="*/ 10987 w 132808"/>
                <a:gd name="csY97" fmla="*/ 22453 h 105100"/>
                <a:gd name="csX98" fmla="*/ 10987 w 132808"/>
                <a:gd name="csY98" fmla="*/ 21498 h 105100"/>
                <a:gd name="csX99" fmla="*/ 10987 w 132808"/>
                <a:gd name="csY99" fmla="*/ 18631 h 105100"/>
                <a:gd name="csX100" fmla="*/ 11465 w 132808"/>
                <a:gd name="csY100" fmla="*/ 17676 h 105100"/>
                <a:gd name="csX101" fmla="*/ 12421 w 132808"/>
                <a:gd name="csY101" fmla="*/ 17676 h 105100"/>
                <a:gd name="csX102" fmla="*/ 12421 w 132808"/>
                <a:gd name="csY102" fmla="*/ 17676 h 105100"/>
                <a:gd name="csX103" fmla="*/ 12898 w 132808"/>
                <a:gd name="csY103" fmla="*/ 17676 h 105100"/>
                <a:gd name="csX104" fmla="*/ 14809 w 132808"/>
                <a:gd name="csY104" fmla="*/ 18154 h 105100"/>
                <a:gd name="csX105" fmla="*/ 16242 w 132808"/>
                <a:gd name="csY105" fmla="*/ 17676 h 105100"/>
                <a:gd name="csX106" fmla="*/ 16242 w 132808"/>
                <a:gd name="csY106" fmla="*/ 17676 h 105100"/>
                <a:gd name="csX107" fmla="*/ 18153 w 132808"/>
                <a:gd name="csY107" fmla="*/ 17676 h 105100"/>
                <a:gd name="csX108" fmla="*/ 19587 w 132808"/>
                <a:gd name="csY108" fmla="*/ 17676 h 105100"/>
                <a:gd name="csX109" fmla="*/ 19587 w 132808"/>
                <a:gd name="csY109" fmla="*/ 17676 h 105100"/>
                <a:gd name="csX110" fmla="*/ 20064 w 132808"/>
                <a:gd name="csY110" fmla="*/ 16721 h 105100"/>
                <a:gd name="csX111" fmla="*/ 21498 w 132808"/>
                <a:gd name="csY111" fmla="*/ 13376 h 105100"/>
                <a:gd name="csX112" fmla="*/ 21975 w 132808"/>
                <a:gd name="csY112" fmla="*/ 12899 h 105100"/>
                <a:gd name="csX113" fmla="*/ 22931 w 132808"/>
                <a:gd name="csY113" fmla="*/ 12421 h 105100"/>
                <a:gd name="csX114" fmla="*/ 24364 w 132808"/>
                <a:gd name="csY114" fmla="*/ 11943 h 105100"/>
                <a:gd name="csX115" fmla="*/ 25797 w 132808"/>
                <a:gd name="csY115" fmla="*/ 10988 h 105100"/>
                <a:gd name="csX116" fmla="*/ 25797 w 132808"/>
                <a:gd name="csY116" fmla="*/ 10988 h 105100"/>
                <a:gd name="csX117" fmla="*/ 26753 w 132808"/>
                <a:gd name="csY117" fmla="*/ 10032 h 105100"/>
                <a:gd name="csX118" fmla="*/ 27230 w 132808"/>
                <a:gd name="csY118" fmla="*/ 10032 h 105100"/>
                <a:gd name="csX119" fmla="*/ 28186 w 132808"/>
                <a:gd name="csY119" fmla="*/ 10032 h 105100"/>
                <a:gd name="csX120" fmla="*/ 29619 w 132808"/>
                <a:gd name="csY120" fmla="*/ 9555 h 105100"/>
                <a:gd name="csX121" fmla="*/ 30097 w 132808"/>
                <a:gd name="csY121" fmla="*/ 9077 h 105100"/>
                <a:gd name="csX122" fmla="*/ 31530 w 132808"/>
                <a:gd name="csY122" fmla="*/ 8599 h 105100"/>
                <a:gd name="csX123" fmla="*/ 32963 w 132808"/>
                <a:gd name="csY123" fmla="*/ 9077 h 105100"/>
                <a:gd name="csX124" fmla="*/ 33919 w 132808"/>
                <a:gd name="csY124" fmla="*/ 8599 h 105100"/>
                <a:gd name="csX125" fmla="*/ 34874 w 132808"/>
                <a:gd name="csY125" fmla="*/ 8121 h 105100"/>
                <a:gd name="csX126" fmla="*/ 35352 w 132808"/>
                <a:gd name="csY126" fmla="*/ 8121 h 105100"/>
                <a:gd name="csX127" fmla="*/ 36307 w 132808"/>
                <a:gd name="csY127" fmla="*/ 7644 h 105100"/>
                <a:gd name="csX128" fmla="*/ 36307 w 132808"/>
                <a:gd name="csY128" fmla="*/ 7166 h 105100"/>
                <a:gd name="csX129" fmla="*/ 36785 w 132808"/>
                <a:gd name="csY129" fmla="*/ 6688 h 105100"/>
                <a:gd name="csX130" fmla="*/ 37740 w 132808"/>
                <a:gd name="csY130" fmla="*/ 5733 h 105100"/>
                <a:gd name="csX131" fmla="*/ 38218 w 132808"/>
                <a:gd name="csY131" fmla="*/ 5733 h 105100"/>
                <a:gd name="csX132" fmla="*/ 38696 w 132808"/>
                <a:gd name="csY132" fmla="*/ 5255 h 105100"/>
                <a:gd name="csX133" fmla="*/ 38696 w 132808"/>
                <a:gd name="csY133" fmla="*/ 4777 h 105100"/>
                <a:gd name="csX134" fmla="*/ 39174 w 132808"/>
                <a:gd name="csY134" fmla="*/ 4299 h 105100"/>
                <a:gd name="csX135" fmla="*/ 39651 w 132808"/>
                <a:gd name="csY135" fmla="*/ 3344 h 105100"/>
                <a:gd name="csX136" fmla="*/ 41562 w 132808"/>
                <a:gd name="csY136" fmla="*/ 956 h 105100"/>
                <a:gd name="csX137" fmla="*/ 42996 w 132808"/>
                <a:gd name="csY137" fmla="*/ 0 h 105100"/>
                <a:gd name="csX138" fmla="*/ 49206 w 132808"/>
                <a:gd name="csY138" fmla="*/ 10510 h 105100"/>
                <a:gd name="csX139" fmla="*/ 51594 w 132808"/>
                <a:gd name="csY139" fmla="*/ 17198 h 105100"/>
                <a:gd name="csX140" fmla="*/ 53983 w 132808"/>
                <a:gd name="csY140" fmla="*/ 23886 h 105100"/>
                <a:gd name="csX141" fmla="*/ 55416 w 132808"/>
                <a:gd name="csY141" fmla="*/ 33919 h 105100"/>
                <a:gd name="csX142" fmla="*/ 56849 w 132808"/>
                <a:gd name="csY142" fmla="*/ 39174 h 105100"/>
                <a:gd name="csX143" fmla="*/ 59238 w 132808"/>
                <a:gd name="csY143" fmla="*/ 41563 h 105100"/>
                <a:gd name="csX144" fmla="*/ 61149 w 132808"/>
                <a:gd name="csY144" fmla="*/ 46340 h 105100"/>
                <a:gd name="csX145" fmla="*/ 62582 w 132808"/>
                <a:gd name="csY145" fmla="*/ 46817 h 105100"/>
                <a:gd name="csX146" fmla="*/ 63538 w 132808"/>
                <a:gd name="csY146" fmla="*/ 47773 h 105100"/>
                <a:gd name="csX147" fmla="*/ 65449 w 132808"/>
                <a:gd name="csY147" fmla="*/ 52550 h 105100"/>
                <a:gd name="csX148" fmla="*/ 66404 w 132808"/>
                <a:gd name="csY148" fmla="*/ 53983 h 105100"/>
                <a:gd name="csX149" fmla="*/ 67360 w 132808"/>
                <a:gd name="csY149" fmla="*/ 52550 h 105100"/>
                <a:gd name="csX150" fmla="*/ 66882 w 132808"/>
                <a:gd name="csY150" fmla="*/ 52072 h 105100"/>
                <a:gd name="csX151" fmla="*/ 66404 w 132808"/>
                <a:gd name="csY151" fmla="*/ 50639 h 105100"/>
                <a:gd name="csX152" fmla="*/ 66882 w 132808"/>
                <a:gd name="csY152" fmla="*/ 48728 h 105100"/>
                <a:gd name="csX153" fmla="*/ 67837 w 132808"/>
                <a:gd name="csY153" fmla="*/ 47773 h 105100"/>
                <a:gd name="csX154" fmla="*/ 70226 w 132808"/>
                <a:gd name="csY154" fmla="*/ 49206 h 105100"/>
                <a:gd name="csX155" fmla="*/ 71659 w 132808"/>
                <a:gd name="csY155" fmla="*/ 50162 h 105100"/>
                <a:gd name="csX156" fmla="*/ 72137 w 132808"/>
                <a:gd name="csY156" fmla="*/ 52550 h 105100"/>
                <a:gd name="csX157" fmla="*/ 72615 w 132808"/>
                <a:gd name="csY157" fmla="*/ 53506 h 105100"/>
                <a:gd name="csX158" fmla="*/ 75003 w 132808"/>
                <a:gd name="csY158" fmla="*/ 56372 h 105100"/>
                <a:gd name="csX159" fmla="*/ 76914 w 132808"/>
                <a:gd name="csY159" fmla="*/ 56850 h 105100"/>
                <a:gd name="csX160" fmla="*/ 79303 w 132808"/>
                <a:gd name="csY160" fmla="*/ 57328 h 105100"/>
                <a:gd name="csX161" fmla="*/ 81692 w 132808"/>
                <a:gd name="csY161" fmla="*/ 57805 h 105100"/>
                <a:gd name="csX162" fmla="*/ 83124 w 132808"/>
                <a:gd name="csY162" fmla="*/ 58761 h 105100"/>
                <a:gd name="csX163" fmla="*/ 86469 w 132808"/>
                <a:gd name="csY163" fmla="*/ 61149 h 105100"/>
                <a:gd name="csX164" fmla="*/ 94112 w 132808"/>
                <a:gd name="csY164" fmla="*/ 63538 h 105100"/>
                <a:gd name="csX165" fmla="*/ 100323 w 132808"/>
                <a:gd name="csY165" fmla="*/ 70704 h 105100"/>
                <a:gd name="csX166" fmla="*/ 103667 w 132808"/>
                <a:gd name="csY166" fmla="*/ 75481 h 105100"/>
                <a:gd name="csX167" fmla="*/ 115133 w 132808"/>
                <a:gd name="csY167" fmla="*/ 82647 h 105100"/>
                <a:gd name="csX168" fmla="*/ 117521 w 132808"/>
                <a:gd name="csY168" fmla="*/ 86469 h 105100"/>
                <a:gd name="csX169" fmla="*/ 118477 w 132808"/>
                <a:gd name="csY169" fmla="*/ 89813 h 105100"/>
                <a:gd name="csX170" fmla="*/ 120865 w 132808"/>
                <a:gd name="csY170" fmla="*/ 89813 h 105100"/>
                <a:gd name="csX171" fmla="*/ 125165 w 132808"/>
                <a:gd name="csY171" fmla="*/ 93157 h 105100"/>
                <a:gd name="csX172" fmla="*/ 126120 w 132808"/>
                <a:gd name="csY172" fmla="*/ 96024 h 105100"/>
                <a:gd name="csX173" fmla="*/ 129465 w 132808"/>
                <a:gd name="csY173" fmla="*/ 97457 h 105100"/>
                <a:gd name="csX174" fmla="*/ 130420 w 132808"/>
                <a:gd name="csY174" fmla="*/ 95546 h 105100"/>
                <a:gd name="csX175" fmla="*/ 131853 w 132808"/>
                <a:gd name="csY175" fmla="*/ 96979 h 105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</a:cxnLst>
              <a:rect l="l" t="t" r="r" b="b"/>
              <a:pathLst>
                <a:path w="132808" h="105100">
                  <a:moveTo>
                    <a:pt x="131853" y="96979"/>
                  </a:moveTo>
                  <a:lnTo>
                    <a:pt x="132808" y="99368"/>
                  </a:lnTo>
                  <a:lnTo>
                    <a:pt x="130420" y="99845"/>
                  </a:lnTo>
                  <a:lnTo>
                    <a:pt x="128031" y="100801"/>
                  </a:lnTo>
                  <a:lnTo>
                    <a:pt x="127554" y="100801"/>
                  </a:lnTo>
                  <a:lnTo>
                    <a:pt x="126598" y="101756"/>
                  </a:lnTo>
                  <a:lnTo>
                    <a:pt x="125642" y="104623"/>
                  </a:lnTo>
                  <a:lnTo>
                    <a:pt x="124210" y="105100"/>
                  </a:lnTo>
                  <a:lnTo>
                    <a:pt x="123731" y="105100"/>
                  </a:lnTo>
                  <a:lnTo>
                    <a:pt x="119910" y="102712"/>
                  </a:lnTo>
                  <a:lnTo>
                    <a:pt x="119432" y="102712"/>
                  </a:lnTo>
                  <a:lnTo>
                    <a:pt x="118477" y="103189"/>
                  </a:lnTo>
                  <a:lnTo>
                    <a:pt x="117999" y="103667"/>
                  </a:lnTo>
                  <a:lnTo>
                    <a:pt x="116088" y="101756"/>
                  </a:lnTo>
                  <a:lnTo>
                    <a:pt x="114655" y="99845"/>
                  </a:lnTo>
                  <a:lnTo>
                    <a:pt x="113222" y="97935"/>
                  </a:lnTo>
                  <a:lnTo>
                    <a:pt x="111311" y="96979"/>
                  </a:lnTo>
                  <a:lnTo>
                    <a:pt x="109400" y="96024"/>
                  </a:lnTo>
                  <a:lnTo>
                    <a:pt x="107489" y="93157"/>
                  </a:lnTo>
                  <a:lnTo>
                    <a:pt x="105578" y="90291"/>
                  </a:lnTo>
                  <a:lnTo>
                    <a:pt x="103189" y="87902"/>
                  </a:lnTo>
                  <a:lnTo>
                    <a:pt x="97935" y="84558"/>
                  </a:lnTo>
                  <a:lnTo>
                    <a:pt x="93157" y="80258"/>
                  </a:lnTo>
                  <a:lnTo>
                    <a:pt x="89335" y="75481"/>
                  </a:lnTo>
                  <a:lnTo>
                    <a:pt x="86947" y="73093"/>
                  </a:lnTo>
                  <a:lnTo>
                    <a:pt x="85991" y="72615"/>
                  </a:lnTo>
                  <a:lnTo>
                    <a:pt x="82169" y="71182"/>
                  </a:lnTo>
                  <a:lnTo>
                    <a:pt x="81214" y="71182"/>
                  </a:lnTo>
                  <a:lnTo>
                    <a:pt x="77870" y="68793"/>
                  </a:lnTo>
                  <a:lnTo>
                    <a:pt x="75003" y="66882"/>
                  </a:lnTo>
                  <a:lnTo>
                    <a:pt x="73570" y="66882"/>
                  </a:lnTo>
                  <a:lnTo>
                    <a:pt x="72137" y="66404"/>
                  </a:lnTo>
                  <a:lnTo>
                    <a:pt x="68793" y="66882"/>
                  </a:lnTo>
                  <a:lnTo>
                    <a:pt x="65926" y="65927"/>
                  </a:lnTo>
                  <a:lnTo>
                    <a:pt x="64971" y="65927"/>
                  </a:lnTo>
                  <a:lnTo>
                    <a:pt x="63060" y="65449"/>
                  </a:lnTo>
                  <a:lnTo>
                    <a:pt x="61627" y="64971"/>
                  </a:lnTo>
                  <a:lnTo>
                    <a:pt x="59716" y="65449"/>
                  </a:lnTo>
                  <a:lnTo>
                    <a:pt x="56372" y="66404"/>
                  </a:lnTo>
                  <a:lnTo>
                    <a:pt x="54939" y="66404"/>
                  </a:lnTo>
                  <a:lnTo>
                    <a:pt x="53983" y="64971"/>
                  </a:lnTo>
                  <a:lnTo>
                    <a:pt x="53505" y="64493"/>
                  </a:lnTo>
                  <a:lnTo>
                    <a:pt x="52550" y="63538"/>
                  </a:lnTo>
                  <a:lnTo>
                    <a:pt x="51594" y="63538"/>
                  </a:lnTo>
                  <a:lnTo>
                    <a:pt x="50639" y="64016"/>
                  </a:lnTo>
                  <a:lnTo>
                    <a:pt x="47295" y="65927"/>
                  </a:lnTo>
                  <a:lnTo>
                    <a:pt x="41085" y="67360"/>
                  </a:lnTo>
                  <a:lnTo>
                    <a:pt x="39651" y="67360"/>
                  </a:lnTo>
                  <a:lnTo>
                    <a:pt x="38696" y="66404"/>
                  </a:lnTo>
                  <a:lnTo>
                    <a:pt x="35352" y="63060"/>
                  </a:lnTo>
                  <a:lnTo>
                    <a:pt x="35352" y="63060"/>
                  </a:lnTo>
                  <a:lnTo>
                    <a:pt x="34396" y="62582"/>
                  </a:lnTo>
                  <a:lnTo>
                    <a:pt x="33919" y="62582"/>
                  </a:lnTo>
                  <a:lnTo>
                    <a:pt x="32485" y="62105"/>
                  </a:lnTo>
                  <a:lnTo>
                    <a:pt x="31052" y="61627"/>
                  </a:lnTo>
                  <a:lnTo>
                    <a:pt x="30097" y="60194"/>
                  </a:lnTo>
                  <a:lnTo>
                    <a:pt x="30097" y="60194"/>
                  </a:lnTo>
                  <a:lnTo>
                    <a:pt x="28664" y="59238"/>
                  </a:lnTo>
                  <a:lnTo>
                    <a:pt x="28664" y="59238"/>
                  </a:lnTo>
                  <a:lnTo>
                    <a:pt x="27708" y="62105"/>
                  </a:lnTo>
                  <a:lnTo>
                    <a:pt x="25319" y="66882"/>
                  </a:lnTo>
                  <a:lnTo>
                    <a:pt x="23886" y="69271"/>
                  </a:lnTo>
                  <a:lnTo>
                    <a:pt x="22453" y="72615"/>
                  </a:lnTo>
                  <a:lnTo>
                    <a:pt x="21975" y="72615"/>
                  </a:lnTo>
                  <a:lnTo>
                    <a:pt x="21498" y="72137"/>
                  </a:lnTo>
                  <a:lnTo>
                    <a:pt x="21498" y="72137"/>
                  </a:lnTo>
                  <a:lnTo>
                    <a:pt x="18153" y="68315"/>
                  </a:lnTo>
                  <a:lnTo>
                    <a:pt x="18153" y="68315"/>
                  </a:lnTo>
                  <a:lnTo>
                    <a:pt x="16242" y="66882"/>
                  </a:lnTo>
                  <a:lnTo>
                    <a:pt x="16242" y="66882"/>
                  </a:lnTo>
                  <a:lnTo>
                    <a:pt x="14809" y="66882"/>
                  </a:lnTo>
                  <a:lnTo>
                    <a:pt x="13854" y="67838"/>
                  </a:lnTo>
                  <a:lnTo>
                    <a:pt x="13854" y="67838"/>
                  </a:lnTo>
                  <a:lnTo>
                    <a:pt x="13376" y="68793"/>
                  </a:lnTo>
                  <a:lnTo>
                    <a:pt x="12421" y="69748"/>
                  </a:lnTo>
                  <a:lnTo>
                    <a:pt x="11943" y="70226"/>
                  </a:lnTo>
                  <a:lnTo>
                    <a:pt x="10032" y="69748"/>
                  </a:lnTo>
                  <a:lnTo>
                    <a:pt x="7644" y="69271"/>
                  </a:lnTo>
                  <a:lnTo>
                    <a:pt x="4777" y="69271"/>
                  </a:lnTo>
                  <a:lnTo>
                    <a:pt x="2389" y="70226"/>
                  </a:lnTo>
                  <a:lnTo>
                    <a:pt x="1910" y="70226"/>
                  </a:lnTo>
                  <a:lnTo>
                    <a:pt x="1433" y="64971"/>
                  </a:lnTo>
                  <a:lnTo>
                    <a:pt x="955" y="61627"/>
                  </a:lnTo>
                  <a:lnTo>
                    <a:pt x="478" y="57805"/>
                  </a:lnTo>
                  <a:lnTo>
                    <a:pt x="0" y="53983"/>
                  </a:lnTo>
                  <a:lnTo>
                    <a:pt x="1910" y="51595"/>
                  </a:lnTo>
                  <a:lnTo>
                    <a:pt x="2866" y="49684"/>
                  </a:lnTo>
                  <a:lnTo>
                    <a:pt x="4777" y="42996"/>
                  </a:lnTo>
                  <a:lnTo>
                    <a:pt x="5733" y="41563"/>
                  </a:lnTo>
                  <a:lnTo>
                    <a:pt x="7644" y="37740"/>
                  </a:lnTo>
                  <a:lnTo>
                    <a:pt x="7644" y="36785"/>
                  </a:lnTo>
                  <a:lnTo>
                    <a:pt x="9555" y="32008"/>
                  </a:lnTo>
                  <a:lnTo>
                    <a:pt x="9555" y="32008"/>
                  </a:lnTo>
                  <a:lnTo>
                    <a:pt x="9555" y="29141"/>
                  </a:lnTo>
                  <a:lnTo>
                    <a:pt x="9076" y="26275"/>
                  </a:lnTo>
                  <a:lnTo>
                    <a:pt x="9076" y="25797"/>
                  </a:lnTo>
                  <a:lnTo>
                    <a:pt x="10032" y="24364"/>
                  </a:lnTo>
                  <a:lnTo>
                    <a:pt x="10987" y="22453"/>
                  </a:lnTo>
                  <a:lnTo>
                    <a:pt x="10987" y="21498"/>
                  </a:lnTo>
                  <a:lnTo>
                    <a:pt x="10987" y="18631"/>
                  </a:lnTo>
                  <a:lnTo>
                    <a:pt x="11465" y="17676"/>
                  </a:lnTo>
                  <a:lnTo>
                    <a:pt x="12421" y="17676"/>
                  </a:lnTo>
                  <a:lnTo>
                    <a:pt x="12421" y="17676"/>
                  </a:lnTo>
                  <a:lnTo>
                    <a:pt x="12898" y="17676"/>
                  </a:lnTo>
                  <a:lnTo>
                    <a:pt x="14809" y="18154"/>
                  </a:lnTo>
                  <a:lnTo>
                    <a:pt x="16242" y="17676"/>
                  </a:lnTo>
                  <a:lnTo>
                    <a:pt x="16242" y="17676"/>
                  </a:lnTo>
                  <a:lnTo>
                    <a:pt x="18153" y="17676"/>
                  </a:lnTo>
                  <a:lnTo>
                    <a:pt x="19587" y="17676"/>
                  </a:lnTo>
                  <a:lnTo>
                    <a:pt x="19587" y="17676"/>
                  </a:lnTo>
                  <a:lnTo>
                    <a:pt x="20064" y="16721"/>
                  </a:lnTo>
                  <a:lnTo>
                    <a:pt x="21498" y="13376"/>
                  </a:lnTo>
                  <a:lnTo>
                    <a:pt x="21975" y="12899"/>
                  </a:lnTo>
                  <a:lnTo>
                    <a:pt x="22931" y="12421"/>
                  </a:lnTo>
                  <a:lnTo>
                    <a:pt x="24364" y="11943"/>
                  </a:lnTo>
                  <a:lnTo>
                    <a:pt x="25797" y="10988"/>
                  </a:lnTo>
                  <a:lnTo>
                    <a:pt x="25797" y="10988"/>
                  </a:lnTo>
                  <a:lnTo>
                    <a:pt x="26753" y="10032"/>
                  </a:lnTo>
                  <a:lnTo>
                    <a:pt x="27230" y="10032"/>
                  </a:lnTo>
                  <a:lnTo>
                    <a:pt x="28186" y="10032"/>
                  </a:lnTo>
                  <a:lnTo>
                    <a:pt x="29619" y="9555"/>
                  </a:lnTo>
                  <a:lnTo>
                    <a:pt x="30097" y="9077"/>
                  </a:lnTo>
                  <a:lnTo>
                    <a:pt x="31530" y="8599"/>
                  </a:lnTo>
                  <a:lnTo>
                    <a:pt x="32963" y="9077"/>
                  </a:lnTo>
                  <a:lnTo>
                    <a:pt x="33919" y="8599"/>
                  </a:lnTo>
                  <a:lnTo>
                    <a:pt x="34874" y="8121"/>
                  </a:lnTo>
                  <a:lnTo>
                    <a:pt x="35352" y="8121"/>
                  </a:lnTo>
                  <a:lnTo>
                    <a:pt x="36307" y="7644"/>
                  </a:lnTo>
                  <a:lnTo>
                    <a:pt x="36307" y="7166"/>
                  </a:lnTo>
                  <a:lnTo>
                    <a:pt x="36785" y="6688"/>
                  </a:lnTo>
                  <a:lnTo>
                    <a:pt x="37740" y="5733"/>
                  </a:lnTo>
                  <a:lnTo>
                    <a:pt x="38218" y="5733"/>
                  </a:lnTo>
                  <a:lnTo>
                    <a:pt x="38696" y="5255"/>
                  </a:lnTo>
                  <a:lnTo>
                    <a:pt x="38696" y="4777"/>
                  </a:lnTo>
                  <a:lnTo>
                    <a:pt x="39174" y="4299"/>
                  </a:lnTo>
                  <a:lnTo>
                    <a:pt x="39651" y="3344"/>
                  </a:lnTo>
                  <a:lnTo>
                    <a:pt x="41562" y="956"/>
                  </a:lnTo>
                  <a:lnTo>
                    <a:pt x="42996" y="0"/>
                  </a:lnTo>
                  <a:lnTo>
                    <a:pt x="49206" y="10510"/>
                  </a:lnTo>
                  <a:lnTo>
                    <a:pt x="51594" y="17198"/>
                  </a:lnTo>
                  <a:lnTo>
                    <a:pt x="53983" y="23886"/>
                  </a:lnTo>
                  <a:lnTo>
                    <a:pt x="55416" y="33919"/>
                  </a:lnTo>
                  <a:lnTo>
                    <a:pt x="56849" y="39174"/>
                  </a:lnTo>
                  <a:lnTo>
                    <a:pt x="59238" y="41563"/>
                  </a:lnTo>
                  <a:lnTo>
                    <a:pt x="61149" y="46340"/>
                  </a:lnTo>
                  <a:lnTo>
                    <a:pt x="62582" y="46817"/>
                  </a:lnTo>
                  <a:lnTo>
                    <a:pt x="63538" y="47773"/>
                  </a:lnTo>
                  <a:lnTo>
                    <a:pt x="65449" y="52550"/>
                  </a:lnTo>
                  <a:lnTo>
                    <a:pt x="66404" y="53983"/>
                  </a:lnTo>
                  <a:lnTo>
                    <a:pt x="67360" y="52550"/>
                  </a:lnTo>
                  <a:lnTo>
                    <a:pt x="66882" y="52072"/>
                  </a:lnTo>
                  <a:lnTo>
                    <a:pt x="66404" y="50639"/>
                  </a:lnTo>
                  <a:lnTo>
                    <a:pt x="66882" y="48728"/>
                  </a:lnTo>
                  <a:lnTo>
                    <a:pt x="67837" y="47773"/>
                  </a:lnTo>
                  <a:lnTo>
                    <a:pt x="70226" y="49206"/>
                  </a:lnTo>
                  <a:lnTo>
                    <a:pt x="71659" y="50162"/>
                  </a:lnTo>
                  <a:lnTo>
                    <a:pt x="72137" y="52550"/>
                  </a:lnTo>
                  <a:lnTo>
                    <a:pt x="72615" y="53506"/>
                  </a:lnTo>
                  <a:lnTo>
                    <a:pt x="75003" y="56372"/>
                  </a:lnTo>
                  <a:lnTo>
                    <a:pt x="76914" y="56850"/>
                  </a:lnTo>
                  <a:lnTo>
                    <a:pt x="79303" y="57328"/>
                  </a:lnTo>
                  <a:lnTo>
                    <a:pt x="81692" y="57805"/>
                  </a:lnTo>
                  <a:lnTo>
                    <a:pt x="83124" y="58761"/>
                  </a:lnTo>
                  <a:lnTo>
                    <a:pt x="86469" y="61149"/>
                  </a:lnTo>
                  <a:lnTo>
                    <a:pt x="94112" y="63538"/>
                  </a:lnTo>
                  <a:lnTo>
                    <a:pt x="100323" y="70704"/>
                  </a:lnTo>
                  <a:lnTo>
                    <a:pt x="103667" y="75481"/>
                  </a:lnTo>
                  <a:lnTo>
                    <a:pt x="115133" y="82647"/>
                  </a:lnTo>
                  <a:lnTo>
                    <a:pt x="117521" y="86469"/>
                  </a:lnTo>
                  <a:lnTo>
                    <a:pt x="118477" y="89813"/>
                  </a:lnTo>
                  <a:lnTo>
                    <a:pt x="120865" y="89813"/>
                  </a:lnTo>
                  <a:lnTo>
                    <a:pt x="125165" y="93157"/>
                  </a:lnTo>
                  <a:lnTo>
                    <a:pt x="126120" y="96024"/>
                  </a:lnTo>
                  <a:lnTo>
                    <a:pt x="129465" y="97457"/>
                  </a:lnTo>
                  <a:lnTo>
                    <a:pt x="130420" y="95546"/>
                  </a:lnTo>
                  <a:lnTo>
                    <a:pt x="131853" y="9697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" name="Freeform 1484">
              <a:extLst>
                <a:ext uri="{FF2B5EF4-FFF2-40B4-BE49-F238E27FC236}">
                  <a16:creationId xmlns:a16="http://schemas.microsoft.com/office/drawing/2014/main" id="{0F2D7207-3828-61C8-4309-772512131AA2}"/>
                </a:ext>
              </a:extLst>
            </p:cNvPr>
            <p:cNvSpPr/>
            <p:nvPr/>
          </p:nvSpPr>
          <p:spPr>
            <a:xfrm>
              <a:off x="6736634" y="3870206"/>
              <a:ext cx="1433" cy="1433"/>
            </a:xfrm>
            <a:custGeom>
              <a:avLst/>
              <a:gdLst>
                <a:gd name="csX0" fmla="*/ 1433 w 1433"/>
                <a:gd name="csY0" fmla="*/ 1433 h 1433"/>
                <a:gd name="csX1" fmla="*/ 0 w 1433"/>
                <a:gd name="csY1" fmla="*/ 0 h 1433"/>
                <a:gd name="csX2" fmla="*/ 0 w 1433"/>
                <a:gd name="csY2" fmla="*/ 0 h 1433"/>
                <a:gd name="csX3" fmla="*/ 1433 w 1433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14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6" name="Freeform 1485">
              <a:extLst>
                <a:ext uri="{FF2B5EF4-FFF2-40B4-BE49-F238E27FC236}">
                  <a16:creationId xmlns:a16="http://schemas.microsoft.com/office/drawing/2014/main" id="{76B2194A-B719-E7AF-EE95-6C3276AD1C36}"/>
                </a:ext>
              </a:extLst>
            </p:cNvPr>
            <p:cNvSpPr/>
            <p:nvPr/>
          </p:nvSpPr>
          <p:spPr>
            <a:xfrm>
              <a:off x="6729946" y="3866862"/>
              <a:ext cx="6210" cy="1911"/>
            </a:xfrm>
            <a:custGeom>
              <a:avLst/>
              <a:gdLst>
                <a:gd name="csX0" fmla="*/ 6211 w 6210"/>
                <a:gd name="csY0" fmla="*/ 1911 h 1911"/>
                <a:gd name="csX1" fmla="*/ 4300 w 6210"/>
                <a:gd name="csY1" fmla="*/ 956 h 1911"/>
                <a:gd name="csX2" fmla="*/ 1911 w 6210"/>
                <a:gd name="csY2" fmla="*/ 0 h 1911"/>
                <a:gd name="csX3" fmla="*/ 0 w 6210"/>
                <a:gd name="csY3" fmla="*/ 478 h 1911"/>
                <a:gd name="csX4" fmla="*/ 1911 w 6210"/>
                <a:gd name="csY4" fmla="*/ 0 h 1911"/>
                <a:gd name="csX5" fmla="*/ 4300 w 6210"/>
                <a:gd name="csY5" fmla="*/ 956 h 1911"/>
                <a:gd name="csX6" fmla="*/ 6211 w 6210"/>
                <a:gd name="csY6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1911">
                  <a:moveTo>
                    <a:pt x="6211" y="1911"/>
                  </a:moveTo>
                  <a:lnTo>
                    <a:pt x="4300" y="956"/>
                  </a:lnTo>
                  <a:lnTo>
                    <a:pt x="1911" y="0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4300" y="956"/>
                  </a:lnTo>
                  <a:lnTo>
                    <a:pt x="62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7" name="Freeform 1486">
              <a:extLst>
                <a:ext uri="{FF2B5EF4-FFF2-40B4-BE49-F238E27FC236}">
                  <a16:creationId xmlns:a16="http://schemas.microsoft.com/office/drawing/2014/main" id="{C0F24219-95CB-C16C-3B0A-7FDF35B6ADAA}"/>
                </a:ext>
              </a:extLst>
            </p:cNvPr>
            <p:cNvSpPr/>
            <p:nvPr/>
          </p:nvSpPr>
          <p:spPr>
            <a:xfrm>
              <a:off x="6730424" y="4477878"/>
              <a:ext cx="1910" cy="1910"/>
            </a:xfrm>
            <a:custGeom>
              <a:avLst/>
              <a:gdLst>
                <a:gd name="csX0" fmla="*/ 1433 w 1910"/>
                <a:gd name="csY0" fmla="*/ 0 h 1910"/>
                <a:gd name="csX1" fmla="*/ 1910 w 1910"/>
                <a:gd name="csY1" fmla="*/ 956 h 1910"/>
                <a:gd name="csX2" fmla="*/ 1910 w 1910"/>
                <a:gd name="csY2" fmla="*/ 1433 h 1910"/>
                <a:gd name="csX3" fmla="*/ 1433 w 1910"/>
                <a:gd name="csY3" fmla="*/ 1911 h 1910"/>
                <a:gd name="csX4" fmla="*/ 1433 w 1910"/>
                <a:gd name="csY4" fmla="*/ 1911 h 1910"/>
                <a:gd name="csX5" fmla="*/ 0 w 1910"/>
                <a:gd name="csY5" fmla="*/ 956 h 1910"/>
                <a:gd name="csX6" fmla="*/ 1433 w 1910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1910">
                  <a:moveTo>
                    <a:pt x="1433" y="0"/>
                  </a:moveTo>
                  <a:lnTo>
                    <a:pt x="1910" y="956"/>
                  </a:lnTo>
                  <a:lnTo>
                    <a:pt x="1910" y="1433"/>
                  </a:lnTo>
                  <a:lnTo>
                    <a:pt x="1433" y="1911"/>
                  </a:lnTo>
                  <a:lnTo>
                    <a:pt x="1433" y="1911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8" name="Freeform 1487">
              <a:extLst>
                <a:ext uri="{FF2B5EF4-FFF2-40B4-BE49-F238E27FC236}">
                  <a16:creationId xmlns:a16="http://schemas.microsoft.com/office/drawing/2014/main" id="{83090E70-A47F-F300-663A-B4B806BCE3BC}"/>
                </a:ext>
              </a:extLst>
            </p:cNvPr>
            <p:cNvSpPr/>
            <p:nvPr/>
          </p:nvSpPr>
          <p:spPr>
            <a:xfrm>
              <a:off x="6730424" y="4483132"/>
              <a:ext cx="1910" cy="1911"/>
            </a:xfrm>
            <a:custGeom>
              <a:avLst/>
              <a:gdLst>
                <a:gd name="csX0" fmla="*/ 1910 w 1910"/>
                <a:gd name="csY0" fmla="*/ 0 h 1911"/>
                <a:gd name="csX1" fmla="*/ 955 w 1910"/>
                <a:gd name="csY1" fmla="*/ 1433 h 1911"/>
                <a:gd name="csX2" fmla="*/ 0 w 1910"/>
                <a:gd name="csY2" fmla="*/ 1911 h 1911"/>
                <a:gd name="csX3" fmla="*/ 955 w 1910"/>
                <a:gd name="csY3" fmla="*/ 478 h 1911"/>
                <a:gd name="csX4" fmla="*/ 1910 w 1910"/>
                <a:gd name="csY4" fmla="*/ 0 h 1911"/>
                <a:gd name="csX5" fmla="*/ 1910 w 1910"/>
                <a:gd name="csY5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1911">
                  <a:moveTo>
                    <a:pt x="1910" y="0"/>
                  </a:moveTo>
                  <a:lnTo>
                    <a:pt x="955" y="1433"/>
                  </a:lnTo>
                  <a:lnTo>
                    <a:pt x="0" y="1911"/>
                  </a:lnTo>
                  <a:lnTo>
                    <a:pt x="955" y="478"/>
                  </a:lnTo>
                  <a:lnTo>
                    <a:pt x="1910" y="0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9" name="Freeform 1488">
              <a:extLst>
                <a:ext uri="{FF2B5EF4-FFF2-40B4-BE49-F238E27FC236}">
                  <a16:creationId xmlns:a16="http://schemas.microsoft.com/office/drawing/2014/main" id="{6B2C4498-9660-1584-88B6-86DC21612D21}"/>
                </a:ext>
              </a:extLst>
            </p:cNvPr>
            <p:cNvSpPr/>
            <p:nvPr/>
          </p:nvSpPr>
          <p:spPr>
            <a:xfrm>
              <a:off x="6730902" y="5047331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955 w 955"/>
                <a:gd name="csY1" fmla="*/ 478 h 477"/>
                <a:gd name="csX2" fmla="*/ 478 w 955"/>
                <a:gd name="csY2" fmla="*/ 478 h 477"/>
                <a:gd name="csX3" fmla="*/ 478 w 955"/>
                <a:gd name="csY3" fmla="*/ 478 h 477"/>
                <a:gd name="csX4" fmla="*/ 0 w 955"/>
                <a:gd name="csY4" fmla="*/ 0 h 477"/>
                <a:gd name="csX5" fmla="*/ 478 w 955"/>
                <a:gd name="csY5" fmla="*/ 0 h 477"/>
                <a:gd name="csX6" fmla="*/ 955 w 955"/>
                <a:gd name="csY6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955" y="478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0" name="Freeform 1489">
              <a:extLst>
                <a:ext uri="{FF2B5EF4-FFF2-40B4-BE49-F238E27FC236}">
                  <a16:creationId xmlns:a16="http://schemas.microsoft.com/office/drawing/2014/main" id="{CBEF21BD-F05A-EE54-A04D-BA02279BCB89}"/>
                </a:ext>
              </a:extLst>
            </p:cNvPr>
            <p:cNvSpPr/>
            <p:nvPr/>
          </p:nvSpPr>
          <p:spPr>
            <a:xfrm>
              <a:off x="6725168" y="3865906"/>
              <a:ext cx="4777" cy="1433"/>
            </a:xfrm>
            <a:custGeom>
              <a:avLst/>
              <a:gdLst>
                <a:gd name="csX0" fmla="*/ 4777 w 4777"/>
                <a:gd name="csY0" fmla="*/ 1433 h 1433"/>
                <a:gd name="csX1" fmla="*/ 2867 w 4777"/>
                <a:gd name="csY1" fmla="*/ 1433 h 1433"/>
                <a:gd name="csX2" fmla="*/ 0 w 4777"/>
                <a:gd name="csY2" fmla="*/ 0 h 1433"/>
                <a:gd name="csX3" fmla="*/ 2867 w 4777"/>
                <a:gd name="csY3" fmla="*/ 1433 h 1433"/>
                <a:gd name="csX4" fmla="*/ 4777 w 4777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1433">
                  <a:moveTo>
                    <a:pt x="4777" y="1433"/>
                  </a:moveTo>
                  <a:lnTo>
                    <a:pt x="2867" y="1433"/>
                  </a:lnTo>
                  <a:lnTo>
                    <a:pt x="0" y="0"/>
                  </a:lnTo>
                  <a:lnTo>
                    <a:pt x="2867" y="1433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1" name="Freeform 1490">
              <a:extLst>
                <a:ext uri="{FF2B5EF4-FFF2-40B4-BE49-F238E27FC236}">
                  <a16:creationId xmlns:a16="http://schemas.microsoft.com/office/drawing/2014/main" id="{F15CC25B-4B1A-6173-2699-A8AC494FD997}"/>
                </a:ext>
              </a:extLst>
            </p:cNvPr>
            <p:cNvSpPr/>
            <p:nvPr/>
          </p:nvSpPr>
          <p:spPr>
            <a:xfrm>
              <a:off x="6723736" y="4007792"/>
              <a:ext cx="5732" cy="2866"/>
            </a:xfrm>
            <a:custGeom>
              <a:avLst/>
              <a:gdLst>
                <a:gd name="csX0" fmla="*/ 5733 w 5732"/>
                <a:gd name="csY0" fmla="*/ 0 h 2866"/>
                <a:gd name="csX1" fmla="*/ 1911 w 5732"/>
                <a:gd name="csY1" fmla="*/ 2867 h 2866"/>
                <a:gd name="csX2" fmla="*/ 0 w 5732"/>
                <a:gd name="csY2" fmla="*/ 2867 h 2866"/>
                <a:gd name="csX3" fmla="*/ 1911 w 5732"/>
                <a:gd name="csY3" fmla="*/ 2389 h 2866"/>
                <a:gd name="csX4" fmla="*/ 5733 w 5732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2866">
                  <a:moveTo>
                    <a:pt x="5733" y="0"/>
                  </a:moveTo>
                  <a:lnTo>
                    <a:pt x="1911" y="2867"/>
                  </a:lnTo>
                  <a:lnTo>
                    <a:pt x="0" y="2867"/>
                  </a:lnTo>
                  <a:lnTo>
                    <a:pt x="1911" y="2389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2" name="Freeform 1491">
              <a:extLst>
                <a:ext uri="{FF2B5EF4-FFF2-40B4-BE49-F238E27FC236}">
                  <a16:creationId xmlns:a16="http://schemas.microsoft.com/office/drawing/2014/main" id="{BAD697B9-2EAB-2F12-439A-688F9DF3B0F3}"/>
                </a:ext>
              </a:extLst>
            </p:cNvPr>
            <p:cNvSpPr/>
            <p:nvPr/>
          </p:nvSpPr>
          <p:spPr>
            <a:xfrm>
              <a:off x="6727557" y="4452080"/>
              <a:ext cx="1433" cy="2866"/>
            </a:xfrm>
            <a:custGeom>
              <a:avLst/>
              <a:gdLst>
                <a:gd name="csX0" fmla="*/ 956 w 1433"/>
                <a:gd name="csY0" fmla="*/ 0 h 2866"/>
                <a:gd name="csX1" fmla="*/ 1433 w 1433"/>
                <a:gd name="csY1" fmla="*/ 1433 h 2866"/>
                <a:gd name="csX2" fmla="*/ 956 w 1433"/>
                <a:gd name="csY2" fmla="*/ 1911 h 2866"/>
                <a:gd name="csX3" fmla="*/ 956 w 1433"/>
                <a:gd name="csY3" fmla="*/ 2389 h 2866"/>
                <a:gd name="csX4" fmla="*/ 0 w 1433"/>
                <a:gd name="csY4" fmla="*/ 2867 h 2866"/>
                <a:gd name="csX5" fmla="*/ 0 w 1433"/>
                <a:gd name="csY5" fmla="*/ 2389 h 2866"/>
                <a:gd name="csX6" fmla="*/ 478 w 1433"/>
                <a:gd name="csY6" fmla="*/ 478 h 2866"/>
                <a:gd name="csX7" fmla="*/ 956 w 1433"/>
                <a:gd name="csY7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2866">
                  <a:moveTo>
                    <a:pt x="956" y="0"/>
                  </a:moveTo>
                  <a:lnTo>
                    <a:pt x="1433" y="1433"/>
                  </a:lnTo>
                  <a:lnTo>
                    <a:pt x="956" y="1911"/>
                  </a:lnTo>
                  <a:lnTo>
                    <a:pt x="956" y="2389"/>
                  </a:lnTo>
                  <a:lnTo>
                    <a:pt x="0" y="2867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3" name="Freeform 1492">
              <a:extLst>
                <a:ext uri="{FF2B5EF4-FFF2-40B4-BE49-F238E27FC236}">
                  <a16:creationId xmlns:a16="http://schemas.microsoft.com/office/drawing/2014/main" id="{CB5CA1F1-3CFC-DE1B-238F-4CA7490100F2}"/>
                </a:ext>
              </a:extLst>
            </p:cNvPr>
            <p:cNvSpPr/>
            <p:nvPr/>
          </p:nvSpPr>
          <p:spPr>
            <a:xfrm>
              <a:off x="6706059" y="3864473"/>
              <a:ext cx="19109" cy="1911"/>
            </a:xfrm>
            <a:custGeom>
              <a:avLst/>
              <a:gdLst>
                <a:gd name="csX0" fmla="*/ 19109 w 19109"/>
                <a:gd name="csY0" fmla="*/ 1433 h 1911"/>
                <a:gd name="csX1" fmla="*/ 16243 w 19109"/>
                <a:gd name="csY1" fmla="*/ 956 h 1911"/>
                <a:gd name="csX2" fmla="*/ 12899 w 19109"/>
                <a:gd name="csY2" fmla="*/ 1433 h 1911"/>
                <a:gd name="csX3" fmla="*/ 12421 w 19109"/>
                <a:gd name="csY3" fmla="*/ 1911 h 1911"/>
                <a:gd name="csX4" fmla="*/ 11466 w 19109"/>
                <a:gd name="csY4" fmla="*/ 1911 h 1911"/>
                <a:gd name="csX5" fmla="*/ 2389 w 19109"/>
                <a:gd name="csY5" fmla="*/ 1433 h 1911"/>
                <a:gd name="csX6" fmla="*/ 0 w 19109"/>
                <a:gd name="csY6" fmla="*/ 0 h 1911"/>
                <a:gd name="csX7" fmla="*/ 2389 w 19109"/>
                <a:gd name="csY7" fmla="*/ 1433 h 1911"/>
                <a:gd name="csX8" fmla="*/ 11466 w 19109"/>
                <a:gd name="csY8" fmla="*/ 1911 h 1911"/>
                <a:gd name="csX9" fmla="*/ 12421 w 19109"/>
                <a:gd name="csY9" fmla="*/ 1911 h 1911"/>
                <a:gd name="csX10" fmla="*/ 12899 w 19109"/>
                <a:gd name="csY10" fmla="*/ 1433 h 1911"/>
                <a:gd name="csX11" fmla="*/ 16243 w 19109"/>
                <a:gd name="csY11" fmla="*/ 956 h 1911"/>
                <a:gd name="csX12" fmla="*/ 19109 w 19109"/>
                <a:gd name="csY12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9109" h="1911">
                  <a:moveTo>
                    <a:pt x="19109" y="1433"/>
                  </a:moveTo>
                  <a:lnTo>
                    <a:pt x="16243" y="956"/>
                  </a:lnTo>
                  <a:lnTo>
                    <a:pt x="12899" y="1433"/>
                  </a:lnTo>
                  <a:lnTo>
                    <a:pt x="12421" y="1911"/>
                  </a:lnTo>
                  <a:lnTo>
                    <a:pt x="11466" y="1911"/>
                  </a:lnTo>
                  <a:lnTo>
                    <a:pt x="2389" y="1433"/>
                  </a:lnTo>
                  <a:lnTo>
                    <a:pt x="0" y="0"/>
                  </a:lnTo>
                  <a:lnTo>
                    <a:pt x="2389" y="1433"/>
                  </a:lnTo>
                  <a:lnTo>
                    <a:pt x="11466" y="1911"/>
                  </a:lnTo>
                  <a:lnTo>
                    <a:pt x="12421" y="1911"/>
                  </a:lnTo>
                  <a:lnTo>
                    <a:pt x="12899" y="1433"/>
                  </a:lnTo>
                  <a:lnTo>
                    <a:pt x="16243" y="956"/>
                  </a:lnTo>
                  <a:lnTo>
                    <a:pt x="1910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4" name="Freeform 1493">
              <a:extLst>
                <a:ext uri="{FF2B5EF4-FFF2-40B4-BE49-F238E27FC236}">
                  <a16:creationId xmlns:a16="http://schemas.microsoft.com/office/drawing/2014/main" id="{A17C5F0F-335A-28FA-2DC0-AD3DBCE7A16A}"/>
                </a:ext>
              </a:extLst>
            </p:cNvPr>
            <p:cNvSpPr/>
            <p:nvPr/>
          </p:nvSpPr>
          <p:spPr>
            <a:xfrm>
              <a:off x="6592838" y="4006359"/>
              <a:ext cx="130897" cy="109877"/>
            </a:xfrm>
            <a:custGeom>
              <a:avLst/>
              <a:gdLst>
                <a:gd name="csX0" fmla="*/ 130898 w 130897"/>
                <a:gd name="csY0" fmla="*/ 4300 h 109877"/>
                <a:gd name="csX1" fmla="*/ 130898 w 130897"/>
                <a:gd name="csY1" fmla="*/ 4777 h 109877"/>
                <a:gd name="csX2" fmla="*/ 130898 w 130897"/>
                <a:gd name="csY2" fmla="*/ 5733 h 109877"/>
                <a:gd name="csX3" fmla="*/ 128509 w 130897"/>
                <a:gd name="csY3" fmla="*/ 7644 h 109877"/>
                <a:gd name="csX4" fmla="*/ 125643 w 130897"/>
                <a:gd name="csY4" fmla="*/ 10988 h 109877"/>
                <a:gd name="csX5" fmla="*/ 123254 w 130897"/>
                <a:gd name="csY5" fmla="*/ 12899 h 109877"/>
                <a:gd name="csX6" fmla="*/ 119432 w 130897"/>
                <a:gd name="csY6" fmla="*/ 16243 h 109877"/>
                <a:gd name="csX7" fmla="*/ 117044 w 130897"/>
                <a:gd name="csY7" fmla="*/ 16721 h 109877"/>
                <a:gd name="csX8" fmla="*/ 112266 w 130897"/>
                <a:gd name="csY8" fmla="*/ 17676 h 109877"/>
                <a:gd name="csX9" fmla="*/ 110833 w 130897"/>
                <a:gd name="csY9" fmla="*/ 19109 h 109877"/>
                <a:gd name="csX10" fmla="*/ 109878 w 130897"/>
                <a:gd name="csY10" fmla="*/ 21020 h 109877"/>
                <a:gd name="csX11" fmla="*/ 109400 w 130897"/>
                <a:gd name="csY11" fmla="*/ 23409 h 109877"/>
                <a:gd name="csX12" fmla="*/ 108923 w 130897"/>
                <a:gd name="csY12" fmla="*/ 24842 h 109877"/>
                <a:gd name="csX13" fmla="*/ 108923 w 130897"/>
                <a:gd name="csY13" fmla="*/ 27708 h 109877"/>
                <a:gd name="csX14" fmla="*/ 109878 w 130897"/>
                <a:gd name="csY14" fmla="*/ 31052 h 109877"/>
                <a:gd name="csX15" fmla="*/ 110833 w 130897"/>
                <a:gd name="csY15" fmla="*/ 33919 h 109877"/>
                <a:gd name="csX16" fmla="*/ 111311 w 130897"/>
                <a:gd name="csY16" fmla="*/ 35830 h 109877"/>
                <a:gd name="csX17" fmla="*/ 110833 w 130897"/>
                <a:gd name="csY17" fmla="*/ 37741 h 109877"/>
                <a:gd name="csX18" fmla="*/ 109878 w 130897"/>
                <a:gd name="csY18" fmla="*/ 39651 h 109877"/>
                <a:gd name="csX19" fmla="*/ 108923 w 130897"/>
                <a:gd name="csY19" fmla="*/ 42040 h 109877"/>
                <a:gd name="csX20" fmla="*/ 108444 w 130897"/>
                <a:gd name="csY20" fmla="*/ 45384 h 109877"/>
                <a:gd name="csX21" fmla="*/ 107967 w 130897"/>
                <a:gd name="csY21" fmla="*/ 51117 h 109877"/>
                <a:gd name="csX22" fmla="*/ 107967 w 130897"/>
                <a:gd name="csY22" fmla="*/ 55894 h 109877"/>
                <a:gd name="csX23" fmla="*/ 107967 w 130897"/>
                <a:gd name="csY23" fmla="*/ 56850 h 109877"/>
                <a:gd name="csX24" fmla="*/ 106056 w 130897"/>
                <a:gd name="csY24" fmla="*/ 60194 h 109877"/>
                <a:gd name="csX25" fmla="*/ 103667 w 130897"/>
                <a:gd name="csY25" fmla="*/ 64493 h 109877"/>
                <a:gd name="csX26" fmla="*/ 102712 w 130897"/>
                <a:gd name="csY26" fmla="*/ 65449 h 109877"/>
                <a:gd name="csX27" fmla="*/ 97935 w 130897"/>
                <a:gd name="csY27" fmla="*/ 66405 h 109877"/>
                <a:gd name="csX28" fmla="*/ 92680 w 130897"/>
                <a:gd name="csY28" fmla="*/ 69271 h 109877"/>
                <a:gd name="csX29" fmla="*/ 86469 w 130897"/>
                <a:gd name="csY29" fmla="*/ 72615 h 109877"/>
                <a:gd name="csX30" fmla="*/ 81214 w 130897"/>
                <a:gd name="csY30" fmla="*/ 75481 h 109877"/>
                <a:gd name="csX31" fmla="*/ 75481 w 130897"/>
                <a:gd name="csY31" fmla="*/ 78825 h 109877"/>
                <a:gd name="csX32" fmla="*/ 69748 w 130897"/>
                <a:gd name="csY32" fmla="*/ 82170 h 109877"/>
                <a:gd name="csX33" fmla="*/ 65449 w 130897"/>
                <a:gd name="csY33" fmla="*/ 84080 h 109877"/>
                <a:gd name="csX34" fmla="*/ 59716 w 130897"/>
                <a:gd name="csY34" fmla="*/ 87424 h 109877"/>
                <a:gd name="csX35" fmla="*/ 54461 w 130897"/>
                <a:gd name="csY35" fmla="*/ 90291 h 109877"/>
                <a:gd name="csX36" fmla="*/ 49684 w 130897"/>
                <a:gd name="csY36" fmla="*/ 93157 h 109877"/>
                <a:gd name="csX37" fmla="*/ 45384 w 130897"/>
                <a:gd name="csY37" fmla="*/ 95546 h 109877"/>
                <a:gd name="csX38" fmla="*/ 39652 w 130897"/>
                <a:gd name="csY38" fmla="*/ 98890 h 109877"/>
                <a:gd name="csX39" fmla="*/ 36307 w 130897"/>
                <a:gd name="csY39" fmla="*/ 101279 h 109877"/>
                <a:gd name="csX40" fmla="*/ 31052 w 130897"/>
                <a:gd name="csY40" fmla="*/ 104145 h 109877"/>
                <a:gd name="csX41" fmla="*/ 26275 w 130897"/>
                <a:gd name="csY41" fmla="*/ 107012 h 109877"/>
                <a:gd name="csX42" fmla="*/ 21020 w 130897"/>
                <a:gd name="csY42" fmla="*/ 109878 h 109877"/>
                <a:gd name="csX43" fmla="*/ 14332 w 130897"/>
                <a:gd name="csY43" fmla="*/ 109400 h 109877"/>
                <a:gd name="csX44" fmla="*/ 11943 w 130897"/>
                <a:gd name="csY44" fmla="*/ 108445 h 109877"/>
                <a:gd name="csX45" fmla="*/ 10510 w 130897"/>
                <a:gd name="csY45" fmla="*/ 107012 h 109877"/>
                <a:gd name="csX46" fmla="*/ 9077 w 130897"/>
                <a:gd name="csY46" fmla="*/ 106534 h 109877"/>
                <a:gd name="csX47" fmla="*/ 6211 w 130897"/>
                <a:gd name="csY47" fmla="*/ 105578 h 109877"/>
                <a:gd name="csX48" fmla="*/ 3822 w 130897"/>
                <a:gd name="csY48" fmla="*/ 102712 h 109877"/>
                <a:gd name="csX49" fmla="*/ 2866 w 130897"/>
                <a:gd name="csY49" fmla="*/ 101756 h 109877"/>
                <a:gd name="csX50" fmla="*/ 478 w 130897"/>
                <a:gd name="csY50" fmla="*/ 101279 h 109877"/>
                <a:gd name="csX51" fmla="*/ 955 w 130897"/>
                <a:gd name="csY51" fmla="*/ 100323 h 109877"/>
                <a:gd name="csX52" fmla="*/ 1911 w 130897"/>
                <a:gd name="csY52" fmla="*/ 98412 h 109877"/>
                <a:gd name="csX53" fmla="*/ 3344 w 130897"/>
                <a:gd name="csY53" fmla="*/ 96501 h 109877"/>
                <a:gd name="csX54" fmla="*/ 2389 w 130897"/>
                <a:gd name="csY54" fmla="*/ 95546 h 109877"/>
                <a:gd name="csX55" fmla="*/ 2389 w 130897"/>
                <a:gd name="csY55" fmla="*/ 94590 h 109877"/>
                <a:gd name="csX56" fmla="*/ 2389 w 130897"/>
                <a:gd name="csY56" fmla="*/ 93635 h 109877"/>
                <a:gd name="csX57" fmla="*/ 2866 w 130897"/>
                <a:gd name="csY57" fmla="*/ 92680 h 109877"/>
                <a:gd name="csX58" fmla="*/ 2389 w 130897"/>
                <a:gd name="csY58" fmla="*/ 91246 h 109877"/>
                <a:gd name="csX59" fmla="*/ 1911 w 130897"/>
                <a:gd name="csY59" fmla="*/ 89813 h 109877"/>
                <a:gd name="csX60" fmla="*/ 1433 w 130897"/>
                <a:gd name="csY60" fmla="*/ 89335 h 109877"/>
                <a:gd name="csX61" fmla="*/ 1433 w 130897"/>
                <a:gd name="csY61" fmla="*/ 88380 h 109877"/>
                <a:gd name="csX62" fmla="*/ 1911 w 130897"/>
                <a:gd name="csY62" fmla="*/ 87424 h 109877"/>
                <a:gd name="csX63" fmla="*/ 2389 w 130897"/>
                <a:gd name="csY63" fmla="*/ 85991 h 109877"/>
                <a:gd name="csX64" fmla="*/ 3344 w 130897"/>
                <a:gd name="csY64" fmla="*/ 85514 h 109877"/>
                <a:gd name="csX65" fmla="*/ 3344 w 130897"/>
                <a:gd name="csY65" fmla="*/ 84558 h 109877"/>
                <a:gd name="csX66" fmla="*/ 4300 w 130897"/>
                <a:gd name="csY66" fmla="*/ 84080 h 109877"/>
                <a:gd name="csX67" fmla="*/ 5255 w 130897"/>
                <a:gd name="csY67" fmla="*/ 83125 h 109877"/>
                <a:gd name="csX68" fmla="*/ 5255 w 130897"/>
                <a:gd name="csY68" fmla="*/ 82647 h 109877"/>
                <a:gd name="csX69" fmla="*/ 5255 w 130897"/>
                <a:gd name="csY69" fmla="*/ 82647 h 109877"/>
                <a:gd name="csX70" fmla="*/ 4300 w 130897"/>
                <a:gd name="csY70" fmla="*/ 81692 h 109877"/>
                <a:gd name="csX71" fmla="*/ 3822 w 130897"/>
                <a:gd name="csY71" fmla="*/ 80736 h 109877"/>
                <a:gd name="csX72" fmla="*/ 4300 w 130897"/>
                <a:gd name="csY72" fmla="*/ 79781 h 109877"/>
                <a:gd name="csX73" fmla="*/ 4300 w 130897"/>
                <a:gd name="csY73" fmla="*/ 79303 h 109877"/>
                <a:gd name="csX74" fmla="*/ 5255 w 130897"/>
                <a:gd name="csY74" fmla="*/ 78348 h 109877"/>
                <a:gd name="csX75" fmla="*/ 6688 w 130897"/>
                <a:gd name="csY75" fmla="*/ 77392 h 109877"/>
                <a:gd name="csX76" fmla="*/ 7644 w 130897"/>
                <a:gd name="csY76" fmla="*/ 77392 h 109877"/>
                <a:gd name="csX77" fmla="*/ 8599 w 130897"/>
                <a:gd name="csY77" fmla="*/ 77392 h 109877"/>
                <a:gd name="csX78" fmla="*/ 10510 w 130897"/>
                <a:gd name="csY78" fmla="*/ 77392 h 109877"/>
                <a:gd name="csX79" fmla="*/ 11943 w 130897"/>
                <a:gd name="csY79" fmla="*/ 77392 h 109877"/>
                <a:gd name="csX80" fmla="*/ 11943 w 130897"/>
                <a:gd name="csY80" fmla="*/ 77392 h 109877"/>
                <a:gd name="csX81" fmla="*/ 11943 w 130897"/>
                <a:gd name="csY81" fmla="*/ 76914 h 109877"/>
                <a:gd name="csX82" fmla="*/ 10510 w 130897"/>
                <a:gd name="csY82" fmla="*/ 75959 h 109877"/>
                <a:gd name="csX83" fmla="*/ 10510 w 130897"/>
                <a:gd name="csY83" fmla="*/ 75481 h 109877"/>
                <a:gd name="csX84" fmla="*/ 10510 w 130897"/>
                <a:gd name="csY84" fmla="*/ 74526 h 109877"/>
                <a:gd name="csX85" fmla="*/ 11943 w 130897"/>
                <a:gd name="csY85" fmla="*/ 73570 h 109877"/>
                <a:gd name="csX86" fmla="*/ 13377 w 130897"/>
                <a:gd name="csY86" fmla="*/ 72615 h 109877"/>
                <a:gd name="csX87" fmla="*/ 13854 w 130897"/>
                <a:gd name="csY87" fmla="*/ 72615 h 109877"/>
                <a:gd name="csX88" fmla="*/ 15287 w 130897"/>
                <a:gd name="csY88" fmla="*/ 70704 h 109877"/>
                <a:gd name="csX89" fmla="*/ 16243 w 130897"/>
                <a:gd name="csY89" fmla="*/ 68793 h 109877"/>
                <a:gd name="csX90" fmla="*/ 14809 w 130897"/>
                <a:gd name="csY90" fmla="*/ 64493 h 109877"/>
                <a:gd name="csX91" fmla="*/ 13854 w 130897"/>
                <a:gd name="csY91" fmla="*/ 63538 h 109877"/>
                <a:gd name="csX92" fmla="*/ 12421 w 130897"/>
                <a:gd name="csY92" fmla="*/ 63060 h 109877"/>
                <a:gd name="csX93" fmla="*/ 11466 w 130897"/>
                <a:gd name="csY93" fmla="*/ 62582 h 109877"/>
                <a:gd name="csX94" fmla="*/ 11466 w 130897"/>
                <a:gd name="csY94" fmla="*/ 62582 h 109877"/>
                <a:gd name="csX95" fmla="*/ 12421 w 130897"/>
                <a:gd name="csY95" fmla="*/ 61149 h 109877"/>
                <a:gd name="csX96" fmla="*/ 13377 w 130897"/>
                <a:gd name="csY96" fmla="*/ 60194 h 109877"/>
                <a:gd name="csX97" fmla="*/ 12421 w 130897"/>
                <a:gd name="csY97" fmla="*/ 59239 h 109877"/>
                <a:gd name="csX98" fmla="*/ 10510 w 130897"/>
                <a:gd name="csY98" fmla="*/ 58761 h 109877"/>
                <a:gd name="csX99" fmla="*/ 10032 w 130897"/>
                <a:gd name="csY99" fmla="*/ 59716 h 109877"/>
                <a:gd name="csX100" fmla="*/ 7644 w 130897"/>
                <a:gd name="csY100" fmla="*/ 59716 h 109877"/>
                <a:gd name="csX101" fmla="*/ 4300 w 130897"/>
                <a:gd name="csY101" fmla="*/ 59716 h 109877"/>
                <a:gd name="csX102" fmla="*/ 2866 w 130897"/>
                <a:gd name="csY102" fmla="*/ 54939 h 109877"/>
                <a:gd name="csX103" fmla="*/ 2389 w 130897"/>
                <a:gd name="csY103" fmla="*/ 53028 h 109877"/>
                <a:gd name="csX104" fmla="*/ 2389 w 130897"/>
                <a:gd name="csY104" fmla="*/ 50639 h 109877"/>
                <a:gd name="csX105" fmla="*/ 3822 w 130897"/>
                <a:gd name="csY105" fmla="*/ 46817 h 109877"/>
                <a:gd name="csX106" fmla="*/ 3344 w 130897"/>
                <a:gd name="csY106" fmla="*/ 44907 h 109877"/>
                <a:gd name="csX107" fmla="*/ 3344 w 130897"/>
                <a:gd name="csY107" fmla="*/ 43951 h 109877"/>
                <a:gd name="csX108" fmla="*/ 2866 w 130897"/>
                <a:gd name="csY108" fmla="*/ 42518 h 109877"/>
                <a:gd name="csX109" fmla="*/ 0 w 130897"/>
                <a:gd name="csY109" fmla="*/ 39174 h 109877"/>
                <a:gd name="csX110" fmla="*/ 1433 w 130897"/>
                <a:gd name="csY110" fmla="*/ 32963 h 109877"/>
                <a:gd name="csX111" fmla="*/ 2866 w 130897"/>
                <a:gd name="csY111" fmla="*/ 31530 h 109877"/>
                <a:gd name="csX112" fmla="*/ 2866 w 130897"/>
                <a:gd name="csY112" fmla="*/ 31530 h 109877"/>
                <a:gd name="csX113" fmla="*/ 4300 w 130897"/>
                <a:gd name="csY113" fmla="*/ 31530 h 109877"/>
                <a:gd name="csX114" fmla="*/ 7166 w 130897"/>
                <a:gd name="csY114" fmla="*/ 33441 h 109877"/>
                <a:gd name="csX115" fmla="*/ 7644 w 130897"/>
                <a:gd name="csY115" fmla="*/ 33441 h 109877"/>
                <a:gd name="csX116" fmla="*/ 8121 w 130897"/>
                <a:gd name="csY116" fmla="*/ 33441 h 109877"/>
                <a:gd name="csX117" fmla="*/ 9077 w 130897"/>
                <a:gd name="csY117" fmla="*/ 31052 h 109877"/>
                <a:gd name="csX118" fmla="*/ 9555 w 130897"/>
                <a:gd name="csY118" fmla="*/ 30097 h 109877"/>
                <a:gd name="csX119" fmla="*/ 11943 w 130897"/>
                <a:gd name="csY119" fmla="*/ 29619 h 109877"/>
                <a:gd name="csX120" fmla="*/ 12421 w 130897"/>
                <a:gd name="csY120" fmla="*/ 25798 h 109877"/>
                <a:gd name="csX121" fmla="*/ 13377 w 130897"/>
                <a:gd name="csY121" fmla="*/ 24842 h 109877"/>
                <a:gd name="csX122" fmla="*/ 14332 w 130897"/>
                <a:gd name="csY122" fmla="*/ 24364 h 109877"/>
                <a:gd name="csX123" fmla="*/ 15765 w 130897"/>
                <a:gd name="csY123" fmla="*/ 24364 h 109877"/>
                <a:gd name="csX124" fmla="*/ 17676 w 130897"/>
                <a:gd name="csY124" fmla="*/ 24364 h 109877"/>
                <a:gd name="csX125" fmla="*/ 17676 w 130897"/>
                <a:gd name="csY125" fmla="*/ 23409 h 109877"/>
                <a:gd name="csX126" fmla="*/ 15287 w 130897"/>
                <a:gd name="csY126" fmla="*/ 19109 h 109877"/>
                <a:gd name="csX127" fmla="*/ 15765 w 130897"/>
                <a:gd name="csY127" fmla="*/ 18154 h 109877"/>
                <a:gd name="csX128" fmla="*/ 16721 w 130897"/>
                <a:gd name="csY128" fmla="*/ 13854 h 109877"/>
                <a:gd name="csX129" fmla="*/ 17198 w 130897"/>
                <a:gd name="csY129" fmla="*/ 11943 h 109877"/>
                <a:gd name="csX130" fmla="*/ 18154 w 130897"/>
                <a:gd name="csY130" fmla="*/ 11466 h 109877"/>
                <a:gd name="csX131" fmla="*/ 20064 w 130897"/>
                <a:gd name="csY131" fmla="*/ 11466 h 109877"/>
                <a:gd name="csX132" fmla="*/ 23409 w 130897"/>
                <a:gd name="csY132" fmla="*/ 12421 h 109877"/>
                <a:gd name="csX133" fmla="*/ 24364 w 130897"/>
                <a:gd name="csY133" fmla="*/ 13854 h 109877"/>
                <a:gd name="csX134" fmla="*/ 25798 w 130897"/>
                <a:gd name="csY134" fmla="*/ 14809 h 109877"/>
                <a:gd name="csX135" fmla="*/ 28186 w 130897"/>
                <a:gd name="csY135" fmla="*/ 14809 h 109877"/>
                <a:gd name="csX136" fmla="*/ 31052 w 130897"/>
                <a:gd name="csY136" fmla="*/ 14809 h 109877"/>
                <a:gd name="csX137" fmla="*/ 33441 w 130897"/>
                <a:gd name="csY137" fmla="*/ 14809 h 109877"/>
                <a:gd name="csX138" fmla="*/ 34874 w 130897"/>
                <a:gd name="csY138" fmla="*/ 14332 h 109877"/>
                <a:gd name="csX139" fmla="*/ 39174 w 130897"/>
                <a:gd name="csY139" fmla="*/ 12899 h 109877"/>
                <a:gd name="csX140" fmla="*/ 41085 w 130897"/>
                <a:gd name="csY140" fmla="*/ 12421 h 109877"/>
                <a:gd name="csX141" fmla="*/ 41085 w 130897"/>
                <a:gd name="csY141" fmla="*/ 12421 h 109877"/>
                <a:gd name="csX142" fmla="*/ 42518 w 130897"/>
                <a:gd name="csY142" fmla="*/ 11466 h 109877"/>
                <a:gd name="csX143" fmla="*/ 48251 w 130897"/>
                <a:gd name="csY143" fmla="*/ 9077 h 109877"/>
                <a:gd name="csX144" fmla="*/ 50639 w 130897"/>
                <a:gd name="csY144" fmla="*/ 9555 h 109877"/>
                <a:gd name="csX145" fmla="*/ 52073 w 130897"/>
                <a:gd name="csY145" fmla="*/ 9555 h 109877"/>
                <a:gd name="csX146" fmla="*/ 53505 w 130897"/>
                <a:gd name="csY146" fmla="*/ 10032 h 109877"/>
                <a:gd name="csX147" fmla="*/ 55894 w 130897"/>
                <a:gd name="csY147" fmla="*/ 11943 h 109877"/>
                <a:gd name="csX148" fmla="*/ 58283 w 130897"/>
                <a:gd name="csY148" fmla="*/ 13376 h 109877"/>
                <a:gd name="csX149" fmla="*/ 59716 w 130897"/>
                <a:gd name="csY149" fmla="*/ 13854 h 109877"/>
                <a:gd name="csX150" fmla="*/ 62582 w 130897"/>
                <a:gd name="csY150" fmla="*/ 13854 h 109877"/>
                <a:gd name="csX151" fmla="*/ 66405 w 130897"/>
                <a:gd name="csY151" fmla="*/ 14332 h 109877"/>
                <a:gd name="csX152" fmla="*/ 71182 w 130897"/>
                <a:gd name="csY152" fmla="*/ 14332 h 109877"/>
                <a:gd name="csX153" fmla="*/ 74048 w 130897"/>
                <a:gd name="csY153" fmla="*/ 13854 h 109877"/>
                <a:gd name="csX154" fmla="*/ 77870 w 130897"/>
                <a:gd name="csY154" fmla="*/ 12899 h 109877"/>
                <a:gd name="csX155" fmla="*/ 84558 w 130897"/>
                <a:gd name="csY155" fmla="*/ 10988 h 109877"/>
                <a:gd name="csX156" fmla="*/ 93157 w 130897"/>
                <a:gd name="csY156" fmla="*/ 6688 h 109877"/>
                <a:gd name="csX157" fmla="*/ 97935 w 130897"/>
                <a:gd name="csY157" fmla="*/ 4777 h 109877"/>
                <a:gd name="csX158" fmla="*/ 100323 w 130897"/>
                <a:gd name="csY158" fmla="*/ 4300 h 109877"/>
                <a:gd name="csX159" fmla="*/ 103189 w 130897"/>
                <a:gd name="csY159" fmla="*/ 4300 h 109877"/>
                <a:gd name="csX160" fmla="*/ 106056 w 130897"/>
                <a:gd name="csY160" fmla="*/ 5255 h 109877"/>
                <a:gd name="csX161" fmla="*/ 109400 w 130897"/>
                <a:gd name="csY161" fmla="*/ 5255 h 109877"/>
                <a:gd name="csX162" fmla="*/ 110833 w 130897"/>
                <a:gd name="csY162" fmla="*/ 5255 h 109877"/>
                <a:gd name="csX163" fmla="*/ 114177 w 130897"/>
                <a:gd name="csY163" fmla="*/ 4777 h 109877"/>
                <a:gd name="csX164" fmla="*/ 118955 w 130897"/>
                <a:gd name="csY164" fmla="*/ 4300 h 109877"/>
                <a:gd name="csX165" fmla="*/ 121343 w 130897"/>
                <a:gd name="csY165" fmla="*/ 3344 h 109877"/>
                <a:gd name="csX166" fmla="*/ 125165 w 130897"/>
                <a:gd name="csY166" fmla="*/ 2389 h 109877"/>
                <a:gd name="csX167" fmla="*/ 127076 w 130897"/>
                <a:gd name="csY167" fmla="*/ 478 h 109877"/>
                <a:gd name="csX168" fmla="*/ 128032 w 130897"/>
                <a:gd name="csY168" fmla="*/ 0 h 109877"/>
                <a:gd name="csX169" fmla="*/ 128032 w 130897"/>
                <a:gd name="csY169" fmla="*/ 478 h 109877"/>
                <a:gd name="csX170" fmla="*/ 128509 w 130897"/>
                <a:gd name="csY170" fmla="*/ 478 h 109877"/>
                <a:gd name="csX171" fmla="*/ 128987 w 130897"/>
                <a:gd name="csY171" fmla="*/ 478 h 109877"/>
                <a:gd name="csX172" fmla="*/ 129942 w 130897"/>
                <a:gd name="csY172" fmla="*/ 1911 h 109877"/>
                <a:gd name="csX173" fmla="*/ 130898 w 130897"/>
                <a:gd name="csY173" fmla="*/ 4300 h 109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</a:cxnLst>
              <a:rect l="l" t="t" r="r" b="b"/>
              <a:pathLst>
                <a:path w="130897" h="109877">
                  <a:moveTo>
                    <a:pt x="130898" y="4300"/>
                  </a:moveTo>
                  <a:lnTo>
                    <a:pt x="130898" y="4777"/>
                  </a:lnTo>
                  <a:lnTo>
                    <a:pt x="130898" y="5733"/>
                  </a:lnTo>
                  <a:lnTo>
                    <a:pt x="128509" y="7644"/>
                  </a:lnTo>
                  <a:lnTo>
                    <a:pt x="125643" y="10988"/>
                  </a:lnTo>
                  <a:lnTo>
                    <a:pt x="123254" y="12899"/>
                  </a:lnTo>
                  <a:lnTo>
                    <a:pt x="119432" y="16243"/>
                  </a:lnTo>
                  <a:lnTo>
                    <a:pt x="117044" y="16721"/>
                  </a:lnTo>
                  <a:lnTo>
                    <a:pt x="112266" y="17676"/>
                  </a:lnTo>
                  <a:lnTo>
                    <a:pt x="110833" y="19109"/>
                  </a:lnTo>
                  <a:lnTo>
                    <a:pt x="109878" y="21020"/>
                  </a:lnTo>
                  <a:lnTo>
                    <a:pt x="109400" y="23409"/>
                  </a:lnTo>
                  <a:lnTo>
                    <a:pt x="108923" y="24842"/>
                  </a:lnTo>
                  <a:lnTo>
                    <a:pt x="108923" y="27708"/>
                  </a:lnTo>
                  <a:lnTo>
                    <a:pt x="109878" y="31052"/>
                  </a:lnTo>
                  <a:lnTo>
                    <a:pt x="110833" y="33919"/>
                  </a:lnTo>
                  <a:lnTo>
                    <a:pt x="111311" y="35830"/>
                  </a:lnTo>
                  <a:lnTo>
                    <a:pt x="110833" y="37741"/>
                  </a:lnTo>
                  <a:lnTo>
                    <a:pt x="109878" y="39651"/>
                  </a:lnTo>
                  <a:lnTo>
                    <a:pt x="108923" y="42040"/>
                  </a:lnTo>
                  <a:lnTo>
                    <a:pt x="108444" y="45384"/>
                  </a:lnTo>
                  <a:lnTo>
                    <a:pt x="107967" y="51117"/>
                  </a:lnTo>
                  <a:lnTo>
                    <a:pt x="107967" y="55894"/>
                  </a:lnTo>
                  <a:lnTo>
                    <a:pt x="107967" y="56850"/>
                  </a:lnTo>
                  <a:lnTo>
                    <a:pt x="106056" y="60194"/>
                  </a:lnTo>
                  <a:lnTo>
                    <a:pt x="103667" y="64493"/>
                  </a:lnTo>
                  <a:lnTo>
                    <a:pt x="102712" y="65449"/>
                  </a:lnTo>
                  <a:lnTo>
                    <a:pt x="97935" y="66405"/>
                  </a:lnTo>
                  <a:lnTo>
                    <a:pt x="92680" y="69271"/>
                  </a:lnTo>
                  <a:lnTo>
                    <a:pt x="86469" y="72615"/>
                  </a:lnTo>
                  <a:lnTo>
                    <a:pt x="81214" y="75481"/>
                  </a:lnTo>
                  <a:lnTo>
                    <a:pt x="75481" y="78825"/>
                  </a:lnTo>
                  <a:lnTo>
                    <a:pt x="69748" y="82170"/>
                  </a:lnTo>
                  <a:lnTo>
                    <a:pt x="65449" y="84080"/>
                  </a:lnTo>
                  <a:lnTo>
                    <a:pt x="59716" y="87424"/>
                  </a:lnTo>
                  <a:lnTo>
                    <a:pt x="54461" y="90291"/>
                  </a:lnTo>
                  <a:lnTo>
                    <a:pt x="49684" y="93157"/>
                  </a:lnTo>
                  <a:lnTo>
                    <a:pt x="45384" y="95546"/>
                  </a:lnTo>
                  <a:lnTo>
                    <a:pt x="39652" y="98890"/>
                  </a:lnTo>
                  <a:lnTo>
                    <a:pt x="36307" y="101279"/>
                  </a:lnTo>
                  <a:lnTo>
                    <a:pt x="31052" y="104145"/>
                  </a:lnTo>
                  <a:lnTo>
                    <a:pt x="26275" y="107012"/>
                  </a:lnTo>
                  <a:lnTo>
                    <a:pt x="21020" y="109878"/>
                  </a:lnTo>
                  <a:lnTo>
                    <a:pt x="14332" y="109400"/>
                  </a:lnTo>
                  <a:lnTo>
                    <a:pt x="11943" y="108445"/>
                  </a:lnTo>
                  <a:lnTo>
                    <a:pt x="10510" y="107012"/>
                  </a:lnTo>
                  <a:lnTo>
                    <a:pt x="9077" y="106534"/>
                  </a:lnTo>
                  <a:lnTo>
                    <a:pt x="6211" y="105578"/>
                  </a:lnTo>
                  <a:lnTo>
                    <a:pt x="3822" y="102712"/>
                  </a:lnTo>
                  <a:lnTo>
                    <a:pt x="2866" y="101756"/>
                  </a:lnTo>
                  <a:lnTo>
                    <a:pt x="478" y="101279"/>
                  </a:lnTo>
                  <a:lnTo>
                    <a:pt x="955" y="100323"/>
                  </a:lnTo>
                  <a:lnTo>
                    <a:pt x="1911" y="98412"/>
                  </a:lnTo>
                  <a:lnTo>
                    <a:pt x="3344" y="96501"/>
                  </a:lnTo>
                  <a:lnTo>
                    <a:pt x="2389" y="95546"/>
                  </a:lnTo>
                  <a:lnTo>
                    <a:pt x="2389" y="94590"/>
                  </a:lnTo>
                  <a:lnTo>
                    <a:pt x="2389" y="93635"/>
                  </a:lnTo>
                  <a:lnTo>
                    <a:pt x="2866" y="92680"/>
                  </a:lnTo>
                  <a:lnTo>
                    <a:pt x="2389" y="91246"/>
                  </a:lnTo>
                  <a:lnTo>
                    <a:pt x="1911" y="89813"/>
                  </a:lnTo>
                  <a:lnTo>
                    <a:pt x="1433" y="89335"/>
                  </a:lnTo>
                  <a:lnTo>
                    <a:pt x="1433" y="88380"/>
                  </a:lnTo>
                  <a:lnTo>
                    <a:pt x="1911" y="87424"/>
                  </a:lnTo>
                  <a:lnTo>
                    <a:pt x="2389" y="85991"/>
                  </a:lnTo>
                  <a:lnTo>
                    <a:pt x="3344" y="85514"/>
                  </a:lnTo>
                  <a:lnTo>
                    <a:pt x="3344" y="84558"/>
                  </a:lnTo>
                  <a:lnTo>
                    <a:pt x="4300" y="84080"/>
                  </a:lnTo>
                  <a:lnTo>
                    <a:pt x="5255" y="83125"/>
                  </a:lnTo>
                  <a:lnTo>
                    <a:pt x="5255" y="82647"/>
                  </a:lnTo>
                  <a:lnTo>
                    <a:pt x="5255" y="82647"/>
                  </a:lnTo>
                  <a:lnTo>
                    <a:pt x="4300" y="81692"/>
                  </a:lnTo>
                  <a:lnTo>
                    <a:pt x="3822" y="80736"/>
                  </a:lnTo>
                  <a:lnTo>
                    <a:pt x="4300" y="79781"/>
                  </a:lnTo>
                  <a:lnTo>
                    <a:pt x="4300" y="79303"/>
                  </a:lnTo>
                  <a:lnTo>
                    <a:pt x="5255" y="78348"/>
                  </a:lnTo>
                  <a:lnTo>
                    <a:pt x="6688" y="77392"/>
                  </a:lnTo>
                  <a:lnTo>
                    <a:pt x="7644" y="77392"/>
                  </a:lnTo>
                  <a:lnTo>
                    <a:pt x="8599" y="77392"/>
                  </a:lnTo>
                  <a:lnTo>
                    <a:pt x="10510" y="77392"/>
                  </a:lnTo>
                  <a:lnTo>
                    <a:pt x="11943" y="77392"/>
                  </a:lnTo>
                  <a:lnTo>
                    <a:pt x="11943" y="77392"/>
                  </a:lnTo>
                  <a:lnTo>
                    <a:pt x="11943" y="76914"/>
                  </a:lnTo>
                  <a:lnTo>
                    <a:pt x="10510" y="75959"/>
                  </a:lnTo>
                  <a:lnTo>
                    <a:pt x="10510" y="75481"/>
                  </a:lnTo>
                  <a:lnTo>
                    <a:pt x="10510" y="74526"/>
                  </a:lnTo>
                  <a:lnTo>
                    <a:pt x="11943" y="73570"/>
                  </a:lnTo>
                  <a:lnTo>
                    <a:pt x="13377" y="72615"/>
                  </a:lnTo>
                  <a:lnTo>
                    <a:pt x="13854" y="72615"/>
                  </a:lnTo>
                  <a:lnTo>
                    <a:pt x="15287" y="70704"/>
                  </a:lnTo>
                  <a:lnTo>
                    <a:pt x="16243" y="68793"/>
                  </a:lnTo>
                  <a:lnTo>
                    <a:pt x="14809" y="64493"/>
                  </a:lnTo>
                  <a:lnTo>
                    <a:pt x="13854" y="63538"/>
                  </a:lnTo>
                  <a:lnTo>
                    <a:pt x="12421" y="63060"/>
                  </a:lnTo>
                  <a:lnTo>
                    <a:pt x="11466" y="62582"/>
                  </a:lnTo>
                  <a:lnTo>
                    <a:pt x="11466" y="62582"/>
                  </a:lnTo>
                  <a:lnTo>
                    <a:pt x="12421" y="61149"/>
                  </a:lnTo>
                  <a:lnTo>
                    <a:pt x="13377" y="60194"/>
                  </a:lnTo>
                  <a:lnTo>
                    <a:pt x="12421" y="59239"/>
                  </a:lnTo>
                  <a:lnTo>
                    <a:pt x="10510" y="58761"/>
                  </a:lnTo>
                  <a:lnTo>
                    <a:pt x="10032" y="59716"/>
                  </a:lnTo>
                  <a:lnTo>
                    <a:pt x="7644" y="59716"/>
                  </a:lnTo>
                  <a:lnTo>
                    <a:pt x="4300" y="59716"/>
                  </a:lnTo>
                  <a:lnTo>
                    <a:pt x="2866" y="54939"/>
                  </a:lnTo>
                  <a:lnTo>
                    <a:pt x="2389" y="53028"/>
                  </a:lnTo>
                  <a:lnTo>
                    <a:pt x="2389" y="50639"/>
                  </a:lnTo>
                  <a:lnTo>
                    <a:pt x="3822" y="46817"/>
                  </a:lnTo>
                  <a:lnTo>
                    <a:pt x="3344" y="44907"/>
                  </a:lnTo>
                  <a:lnTo>
                    <a:pt x="3344" y="43951"/>
                  </a:lnTo>
                  <a:lnTo>
                    <a:pt x="2866" y="42518"/>
                  </a:lnTo>
                  <a:lnTo>
                    <a:pt x="0" y="39174"/>
                  </a:lnTo>
                  <a:lnTo>
                    <a:pt x="1433" y="32963"/>
                  </a:lnTo>
                  <a:lnTo>
                    <a:pt x="2866" y="31530"/>
                  </a:lnTo>
                  <a:lnTo>
                    <a:pt x="2866" y="31530"/>
                  </a:lnTo>
                  <a:lnTo>
                    <a:pt x="4300" y="31530"/>
                  </a:lnTo>
                  <a:lnTo>
                    <a:pt x="7166" y="33441"/>
                  </a:lnTo>
                  <a:lnTo>
                    <a:pt x="7644" y="33441"/>
                  </a:lnTo>
                  <a:lnTo>
                    <a:pt x="8121" y="33441"/>
                  </a:lnTo>
                  <a:lnTo>
                    <a:pt x="9077" y="31052"/>
                  </a:lnTo>
                  <a:lnTo>
                    <a:pt x="9555" y="30097"/>
                  </a:lnTo>
                  <a:lnTo>
                    <a:pt x="11943" y="29619"/>
                  </a:lnTo>
                  <a:lnTo>
                    <a:pt x="12421" y="25798"/>
                  </a:lnTo>
                  <a:lnTo>
                    <a:pt x="13377" y="24842"/>
                  </a:lnTo>
                  <a:lnTo>
                    <a:pt x="14332" y="24364"/>
                  </a:lnTo>
                  <a:lnTo>
                    <a:pt x="15765" y="24364"/>
                  </a:lnTo>
                  <a:lnTo>
                    <a:pt x="17676" y="24364"/>
                  </a:lnTo>
                  <a:lnTo>
                    <a:pt x="17676" y="23409"/>
                  </a:lnTo>
                  <a:lnTo>
                    <a:pt x="15287" y="19109"/>
                  </a:lnTo>
                  <a:lnTo>
                    <a:pt x="15765" y="18154"/>
                  </a:lnTo>
                  <a:lnTo>
                    <a:pt x="16721" y="13854"/>
                  </a:lnTo>
                  <a:lnTo>
                    <a:pt x="17198" y="11943"/>
                  </a:lnTo>
                  <a:lnTo>
                    <a:pt x="18154" y="11466"/>
                  </a:lnTo>
                  <a:lnTo>
                    <a:pt x="20064" y="11466"/>
                  </a:lnTo>
                  <a:lnTo>
                    <a:pt x="23409" y="12421"/>
                  </a:lnTo>
                  <a:lnTo>
                    <a:pt x="24364" y="13854"/>
                  </a:lnTo>
                  <a:lnTo>
                    <a:pt x="25798" y="14809"/>
                  </a:lnTo>
                  <a:lnTo>
                    <a:pt x="28186" y="14809"/>
                  </a:lnTo>
                  <a:lnTo>
                    <a:pt x="31052" y="14809"/>
                  </a:lnTo>
                  <a:lnTo>
                    <a:pt x="33441" y="14809"/>
                  </a:lnTo>
                  <a:lnTo>
                    <a:pt x="34874" y="14332"/>
                  </a:lnTo>
                  <a:lnTo>
                    <a:pt x="39174" y="12899"/>
                  </a:lnTo>
                  <a:lnTo>
                    <a:pt x="41085" y="12421"/>
                  </a:lnTo>
                  <a:lnTo>
                    <a:pt x="41085" y="12421"/>
                  </a:lnTo>
                  <a:lnTo>
                    <a:pt x="42518" y="11466"/>
                  </a:lnTo>
                  <a:lnTo>
                    <a:pt x="48251" y="9077"/>
                  </a:lnTo>
                  <a:lnTo>
                    <a:pt x="50639" y="9555"/>
                  </a:lnTo>
                  <a:lnTo>
                    <a:pt x="52073" y="9555"/>
                  </a:lnTo>
                  <a:lnTo>
                    <a:pt x="53505" y="10032"/>
                  </a:lnTo>
                  <a:lnTo>
                    <a:pt x="55894" y="11943"/>
                  </a:lnTo>
                  <a:lnTo>
                    <a:pt x="58283" y="13376"/>
                  </a:lnTo>
                  <a:lnTo>
                    <a:pt x="59716" y="13854"/>
                  </a:lnTo>
                  <a:lnTo>
                    <a:pt x="62582" y="13854"/>
                  </a:lnTo>
                  <a:lnTo>
                    <a:pt x="66405" y="14332"/>
                  </a:lnTo>
                  <a:lnTo>
                    <a:pt x="71182" y="14332"/>
                  </a:lnTo>
                  <a:lnTo>
                    <a:pt x="74048" y="13854"/>
                  </a:lnTo>
                  <a:lnTo>
                    <a:pt x="77870" y="12899"/>
                  </a:lnTo>
                  <a:lnTo>
                    <a:pt x="84558" y="10988"/>
                  </a:lnTo>
                  <a:lnTo>
                    <a:pt x="93157" y="6688"/>
                  </a:lnTo>
                  <a:lnTo>
                    <a:pt x="97935" y="4777"/>
                  </a:lnTo>
                  <a:lnTo>
                    <a:pt x="100323" y="4300"/>
                  </a:lnTo>
                  <a:lnTo>
                    <a:pt x="103189" y="4300"/>
                  </a:lnTo>
                  <a:lnTo>
                    <a:pt x="106056" y="5255"/>
                  </a:lnTo>
                  <a:lnTo>
                    <a:pt x="109400" y="5255"/>
                  </a:lnTo>
                  <a:lnTo>
                    <a:pt x="110833" y="5255"/>
                  </a:lnTo>
                  <a:lnTo>
                    <a:pt x="114177" y="4777"/>
                  </a:lnTo>
                  <a:lnTo>
                    <a:pt x="118955" y="4300"/>
                  </a:lnTo>
                  <a:lnTo>
                    <a:pt x="121343" y="3344"/>
                  </a:lnTo>
                  <a:lnTo>
                    <a:pt x="125165" y="2389"/>
                  </a:lnTo>
                  <a:lnTo>
                    <a:pt x="127076" y="478"/>
                  </a:lnTo>
                  <a:lnTo>
                    <a:pt x="128032" y="0"/>
                  </a:lnTo>
                  <a:lnTo>
                    <a:pt x="128032" y="478"/>
                  </a:lnTo>
                  <a:lnTo>
                    <a:pt x="128509" y="478"/>
                  </a:lnTo>
                  <a:lnTo>
                    <a:pt x="128987" y="478"/>
                  </a:lnTo>
                  <a:lnTo>
                    <a:pt x="129942" y="1911"/>
                  </a:lnTo>
                  <a:lnTo>
                    <a:pt x="130898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" name="Freeform 1494">
              <a:extLst>
                <a:ext uri="{FF2B5EF4-FFF2-40B4-BE49-F238E27FC236}">
                  <a16:creationId xmlns:a16="http://schemas.microsoft.com/office/drawing/2014/main" id="{C335CA50-8A8D-4438-A51A-BF678D1038D6}"/>
                </a:ext>
              </a:extLst>
            </p:cNvPr>
            <p:cNvSpPr/>
            <p:nvPr/>
          </p:nvSpPr>
          <p:spPr>
            <a:xfrm>
              <a:off x="6712270" y="4422461"/>
              <a:ext cx="7643" cy="8599"/>
            </a:xfrm>
            <a:custGeom>
              <a:avLst/>
              <a:gdLst>
                <a:gd name="csX0" fmla="*/ 7644 w 7643"/>
                <a:gd name="csY0" fmla="*/ 5733 h 8599"/>
                <a:gd name="csX1" fmla="*/ 7644 w 7643"/>
                <a:gd name="csY1" fmla="*/ 7644 h 8599"/>
                <a:gd name="csX2" fmla="*/ 7644 w 7643"/>
                <a:gd name="csY2" fmla="*/ 8599 h 8599"/>
                <a:gd name="csX3" fmla="*/ 6688 w 7643"/>
                <a:gd name="csY3" fmla="*/ 8121 h 8599"/>
                <a:gd name="csX4" fmla="*/ 6688 w 7643"/>
                <a:gd name="csY4" fmla="*/ 7644 h 8599"/>
                <a:gd name="csX5" fmla="*/ 6211 w 7643"/>
                <a:gd name="csY5" fmla="*/ 7166 h 8599"/>
                <a:gd name="csX6" fmla="*/ 5733 w 7643"/>
                <a:gd name="csY6" fmla="*/ 6688 h 8599"/>
                <a:gd name="csX7" fmla="*/ 3822 w 7643"/>
                <a:gd name="csY7" fmla="*/ 6688 h 8599"/>
                <a:gd name="csX8" fmla="*/ 2389 w 7643"/>
                <a:gd name="csY8" fmla="*/ 6211 h 8599"/>
                <a:gd name="csX9" fmla="*/ 478 w 7643"/>
                <a:gd name="csY9" fmla="*/ 4300 h 8599"/>
                <a:gd name="csX10" fmla="*/ 0 w 7643"/>
                <a:gd name="csY10" fmla="*/ 3344 h 8599"/>
                <a:gd name="csX11" fmla="*/ 955 w 7643"/>
                <a:gd name="csY11" fmla="*/ 2867 h 8599"/>
                <a:gd name="csX12" fmla="*/ 1433 w 7643"/>
                <a:gd name="csY12" fmla="*/ 2389 h 8599"/>
                <a:gd name="csX13" fmla="*/ 1911 w 7643"/>
                <a:gd name="csY13" fmla="*/ 1433 h 8599"/>
                <a:gd name="csX14" fmla="*/ 1433 w 7643"/>
                <a:gd name="csY14" fmla="*/ 0 h 8599"/>
                <a:gd name="csX15" fmla="*/ 2866 w 7643"/>
                <a:gd name="csY15" fmla="*/ 478 h 8599"/>
                <a:gd name="csX16" fmla="*/ 3344 w 7643"/>
                <a:gd name="csY16" fmla="*/ 1433 h 8599"/>
                <a:gd name="csX17" fmla="*/ 3344 w 7643"/>
                <a:gd name="csY17" fmla="*/ 3822 h 8599"/>
                <a:gd name="csX18" fmla="*/ 3822 w 7643"/>
                <a:gd name="csY18" fmla="*/ 4300 h 8599"/>
                <a:gd name="csX19" fmla="*/ 3344 w 7643"/>
                <a:gd name="csY19" fmla="*/ 4777 h 8599"/>
                <a:gd name="csX20" fmla="*/ 4300 w 7643"/>
                <a:gd name="csY20" fmla="*/ 5733 h 8599"/>
                <a:gd name="csX21" fmla="*/ 5733 w 7643"/>
                <a:gd name="csY21" fmla="*/ 5733 h 8599"/>
                <a:gd name="csX22" fmla="*/ 5255 w 7643"/>
                <a:gd name="csY22" fmla="*/ 5255 h 8599"/>
                <a:gd name="csX23" fmla="*/ 4777 w 7643"/>
                <a:gd name="csY23" fmla="*/ 4777 h 8599"/>
                <a:gd name="csX24" fmla="*/ 5733 w 7643"/>
                <a:gd name="csY24" fmla="*/ 3822 h 8599"/>
                <a:gd name="csX25" fmla="*/ 7644 w 7643"/>
                <a:gd name="csY25" fmla="*/ 5733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7643" h="8599">
                  <a:moveTo>
                    <a:pt x="7644" y="5733"/>
                  </a:moveTo>
                  <a:lnTo>
                    <a:pt x="7644" y="7644"/>
                  </a:lnTo>
                  <a:lnTo>
                    <a:pt x="7644" y="8599"/>
                  </a:lnTo>
                  <a:lnTo>
                    <a:pt x="6688" y="8121"/>
                  </a:lnTo>
                  <a:lnTo>
                    <a:pt x="6688" y="7644"/>
                  </a:lnTo>
                  <a:lnTo>
                    <a:pt x="6211" y="7166"/>
                  </a:lnTo>
                  <a:lnTo>
                    <a:pt x="5733" y="6688"/>
                  </a:lnTo>
                  <a:lnTo>
                    <a:pt x="3822" y="6688"/>
                  </a:lnTo>
                  <a:lnTo>
                    <a:pt x="2389" y="6211"/>
                  </a:lnTo>
                  <a:lnTo>
                    <a:pt x="478" y="4300"/>
                  </a:lnTo>
                  <a:lnTo>
                    <a:pt x="0" y="3344"/>
                  </a:lnTo>
                  <a:lnTo>
                    <a:pt x="955" y="2867"/>
                  </a:lnTo>
                  <a:lnTo>
                    <a:pt x="1433" y="2389"/>
                  </a:lnTo>
                  <a:lnTo>
                    <a:pt x="1911" y="1433"/>
                  </a:lnTo>
                  <a:lnTo>
                    <a:pt x="1433" y="0"/>
                  </a:lnTo>
                  <a:lnTo>
                    <a:pt x="2866" y="478"/>
                  </a:lnTo>
                  <a:lnTo>
                    <a:pt x="3344" y="1433"/>
                  </a:lnTo>
                  <a:lnTo>
                    <a:pt x="3344" y="3822"/>
                  </a:lnTo>
                  <a:lnTo>
                    <a:pt x="3822" y="4300"/>
                  </a:lnTo>
                  <a:lnTo>
                    <a:pt x="3344" y="4777"/>
                  </a:lnTo>
                  <a:lnTo>
                    <a:pt x="4300" y="5733"/>
                  </a:lnTo>
                  <a:lnTo>
                    <a:pt x="5733" y="5733"/>
                  </a:lnTo>
                  <a:lnTo>
                    <a:pt x="5255" y="5255"/>
                  </a:lnTo>
                  <a:lnTo>
                    <a:pt x="4777" y="4777"/>
                  </a:lnTo>
                  <a:lnTo>
                    <a:pt x="5733" y="3822"/>
                  </a:lnTo>
                  <a:lnTo>
                    <a:pt x="7644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6" name="Freeform 1495">
              <a:extLst>
                <a:ext uri="{FF2B5EF4-FFF2-40B4-BE49-F238E27FC236}">
                  <a16:creationId xmlns:a16="http://schemas.microsoft.com/office/drawing/2014/main" id="{7B73B9DB-7D72-F858-8B91-1FD2E439F65B}"/>
                </a:ext>
              </a:extLst>
            </p:cNvPr>
            <p:cNvSpPr/>
            <p:nvPr/>
          </p:nvSpPr>
          <p:spPr>
            <a:xfrm>
              <a:off x="6707015" y="4009703"/>
              <a:ext cx="7165" cy="1433"/>
            </a:xfrm>
            <a:custGeom>
              <a:avLst/>
              <a:gdLst>
                <a:gd name="csX0" fmla="*/ 7166 w 7165"/>
                <a:gd name="csY0" fmla="*/ 0 h 1433"/>
                <a:gd name="csX1" fmla="*/ 4777 w 7165"/>
                <a:gd name="csY1" fmla="*/ 956 h 1433"/>
                <a:gd name="csX2" fmla="*/ 0 w 7165"/>
                <a:gd name="csY2" fmla="*/ 1433 h 1433"/>
                <a:gd name="csX3" fmla="*/ 4300 w 7165"/>
                <a:gd name="csY3" fmla="*/ 956 h 1433"/>
                <a:gd name="csX4" fmla="*/ 7166 w 7165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65" h="1433">
                  <a:moveTo>
                    <a:pt x="7166" y="0"/>
                  </a:moveTo>
                  <a:lnTo>
                    <a:pt x="4777" y="956"/>
                  </a:lnTo>
                  <a:lnTo>
                    <a:pt x="0" y="1433"/>
                  </a:lnTo>
                  <a:lnTo>
                    <a:pt x="4300" y="956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7" name="Freeform 1496">
              <a:extLst>
                <a:ext uri="{FF2B5EF4-FFF2-40B4-BE49-F238E27FC236}">
                  <a16:creationId xmlns:a16="http://schemas.microsoft.com/office/drawing/2014/main" id="{1C838424-92EE-1510-5D61-8A8141988E7B}"/>
                </a:ext>
              </a:extLst>
            </p:cNvPr>
            <p:cNvSpPr/>
            <p:nvPr/>
          </p:nvSpPr>
          <p:spPr>
            <a:xfrm>
              <a:off x="6556053" y="4635050"/>
              <a:ext cx="158128" cy="184403"/>
            </a:xfrm>
            <a:custGeom>
              <a:avLst/>
              <a:gdLst>
                <a:gd name="csX0" fmla="*/ 158128 w 158128"/>
                <a:gd name="csY0" fmla="*/ 27709 h 184403"/>
                <a:gd name="csX1" fmla="*/ 155740 w 158128"/>
                <a:gd name="csY1" fmla="*/ 30575 h 184403"/>
                <a:gd name="csX2" fmla="*/ 152873 w 158128"/>
                <a:gd name="csY2" fmla="*/ 34397 h 184403"/>
                <a:gd name="csX3" fmla="*/ 147618 w 158128"/>
                <a:gd name="csY3" fmla="*/ 41563 h 184403"/>
                <a:gd name="csX4" fmla="*/ 143319 w 158128"/>
                <a:gd name="csY4" fmla="*/ 45384 h 184403"/>
                <a:gd name="csX5" fmla="*/ 140452 w 158128"/>
                <a:gd name="csY5" fmla="*/ 48251 h 184403"/>
                <a:gd name="csX6" fmla="*/ 139974 w 158128"/>
                <a:gd name="csY6" fmla="*/ 48728 h 184403"/>
                <a:gd name="csX7" fmla="*/ 139974 w 158128"/>
                <a:gd name="csY7" fmla="*/ 51595 h 184403"/>
                <a:gd name="csX8" fmla="*/ 139974 w 158128"/>
                <a:gd name="csY8" fmla="*/ 59239 h 184403"/>
                <a:gd name="csX9" fmla="*/ 139974 w 158128"/>
                <a:gd name="csY9" fmla="*/ 74526 h 184403"/>
                <a:gd name="csX10" fmla="*/ 140452 w 158128"/>
                <a:gd name="csY10" fmla="*/ 89813 h 184403"/>
                <a:gd name="csX11" fmla="*/ 140452 w 158128"/>
                <a:gd name="csY11" fmla="*/ 105100 h 184403"/>
                <a:gd name="csX12" fmla="*/ 140452 w 158128"/>
                <a:gd name="csY12" fmla="*/ 112744 h 184403"/>
                <a:gd name="csX13" fmla="*/ 140452 w 158128"/>
                <a:gd name="csY13" fmla="*/ 115133 h 184403"/>
                <a:gd name="csX14" fmla="*/ 142841 w 158128"/>
                <a:gd name="csY14" fmla="*/ 118477 h 184403"/>
                <a:gd name="csX15" fmla="*/ 145707 w 158128"/>
                <a:gd name="csY15" fmla="*/ 121343 h 184403"/>
                <a:gd name="csX16" fmla="*/ 149051 w 158128"/>
                <a:gd name="csY16" fmla="*/ 125643 h 184403"/>
                <a:gd name="csX17" fmla="*/ 150962 w 158128"/>
                <a:gd name="csY17" fmla="*/ 128032 h 184403"/>
                <a:gd name="csX18" fmla="*/ 151440 w 158128"/>
                <a:gd name="csY18" fmla="*/ 128509 h 184403"/>
                <a:gd name="csX19" fmla="*/ 151440 w 158128"/>
                <a:gd name="csY19" fmla="*/ 129942 h 184403"/>
                <a:gd name="csX20" fmla="*/ 148574 w 158128"/>
                <a:gd name="csY20" fmla="*/ 133287 h 184403"/>
                <a:gd name="csX21" fmla="*/ 146185 w 158128"/>
                <a:gd name="csY21" fmla="*/ 134720 h 184403"/>
                <a:gd name="csX22" fmla="*/ 142841 w 158128"/>
                <a:gd name="csY22" fmla="*/ 135198 h 184403"/>
                <a:gd name="csX23" fmla="*/ 141885 w 158128"/>
                <a:gd name="csY23" fmla="*/ 135198 h 184403"/>
                <a:gd name="csX24" fmla="*/ 140452 w 158128"/>
                <a:gd name="csY24" fmla="*/ 134720 h 184403"/>
                <a:gd name="csX25" fmla="*/ 139974 w 158128"/>
                <a:gd name="csY25" fmla="*/ 135675 h 184403"/>
                <a:gd name="csX26" fmla="*/ 139974 w 158128"/>
                <a:gd name="csY26" fmla="*/ 136631 h 184403"/>
                <a:gd name="csX27" fmla="*/ 139019 w 158128"/>
                <a:gd name="csY27" fmla="*/ 136631 h 184403"/>
                <a:gd name="csX28" fmla="*/ 138542 w 158128"/>
                <a:gd name="csY28" fmla="*/ 136153 h 184403"/>
                <a:gd name="csX29" fmla="*/ 139019 w 158128"/>
                <a:gd name="csY29" fmla="*/ 138064 h 184403"/>
                <a:gd name="csX30" fmla="*/ 139019 w 158128"/>
                <a:gd name="csY30" fmla="*/ 139019 h 184403"/>
                <a:gd name="csX31" fmla="*/ 138542 w 158128"/>
                <a:gd name="csY31" fmla="*/ 140453 h 184403"/>
                <a:gd name="csX32" fmla="*/ 137108 w 158128"/>
                <a:gd name="csY32" fmla="*/ 141886 h 184403"/>
                <a:gd name="csX33" fmla="*/ 137108 w 158128"/>
                <a:gd name="csY33" fmla="*/ 142841 h 184403"/>
                <a:gd name="csX34" fmla="*/ 133764 w 158128"/>
                <a:gd name="csY34" fmla="*/ 145230 h 184403"/>
                <a:gd name="csX35" fmla="*/ 128987 w 158128"/>
                <a:gd name="csY35" fmla="*/ 145707 h 184403"/>
                <a:gd name="csX36" fmla="*/ 126598 w 158128"/>
                <a:gd name="csY36" fmla="*/ 147141 h 184403"/>
                <a:gd name="csX37" fmla="*/ 125165 w 158128"/>
                <a:gd name="csY37" fmla="*/ 148096 h 184403"/>
                <a:gd name="csX38" fmla="*/ 124687 w 158128"/>
                <a:gd name="csY38" fmla="*/ 150485 h 184403"/>
                <a:gd name="csX39" fmla="*/ 124687 w 158128"/>
                <a:gd name="csY39" fmla="*/ 154307 h 184403"/>
                <a:gd name="csX40" fmla="*/ 123254 w 158128"/>
                <a:gd name="csY40" fmla="*/ 156695 h 184403"/>
                <a:gd name="csX41" fmla="*/ 123254 w 158128"/>
                <a:gd name="csY41" fmla="*/ 158129 h 184403"/>
                <a:gd name="csX42" fmla="*/ 120865 w 158128"/>
                <a:gd name="csY42" fmla="*/ 160039 h 184403"/>
                <a:gd name="csX43" fmla="*/ 119432 w 158128"/>
                <a:gd name="csY43" fmla="*/ 161950 h 184403"/>
                <a:gd name="csX44" fmla="*/ 118954 w 158128"/>
                <a:gd name="csY44" fmla="*/ 163384 h 184403"/>
                <a:gd name="csX45" fmla="*/ 117999 w 158128"/>
                <a:gd name="csY45" fmla="*/ 164339 h 184403"/>
                <a:gd name="csX46" fmla="*/ 117521 w 158128"/>
                <a:gd name="csY46" fmla="*/ 168161 h 184403"/>
                <a:gd name="csX47" fmla="*/ 116088 w 158128"/>
                <a:gd name="csY47" fmla="*/ 170072 h 184403"/>
                <a:gd name="csX48" fmla="*/ 116088 w 158128"/>
                <a:gd name="csY48" fmla="*/ 171027 h 184403"/>
                <a:gd name="csX49" fmla="*/ 115610 w 158128"/>
                <a:gd name="csY49" fmla="*/ 171505 h 184403"/>
                <a:gd name="csX50" fmla="*/ 114655 w 158128"/>
                <a:gd name="csY50" fmla="*/ 172938 h 184403"/>
                <a:gd name="csX51" fmla="*/ 114177 w 158128"/>
                <a:gd name="csY51" fmla="*/ 173894 h 184403"/>
                <a:gd name="csX52" fmla="*/ 113699 w 158128"/>
                <a:gd name="csY52" fmla="*/ 174371 h 184403"/>
                <a:gd name="csX53" fmla="*/ 110833 w 158128"/>
                <a:gd name="csY53" fmla="*/ 180582 h 184403"/>
                <a:gd name="csX54" fmla="*/ 108444 w 158128"/>
                <a:gd name="csY54" fmla="*/ 182971 h 184403"/>
                <a:gd name="csX55" fmla="*/ 107011 w 158128"/>
                <a:gd name="csY55" fmla="*/ 182971 h 184403"/>
                <a:gd name="csX56" fmla="*/ 105578 w 158128"/>
                <a:gd name="csY56" fmla="*/ 183926 h 184403"/>
                <a:gd name="csX57" fmla="*/ 105578 w 158128"/>
                <a:gd name="csY57" fmla="*/ 184404 h 184403"/>
                <a:gd name="csX58" fmla="*/ 105100 w 158128"/>
                <a:gd name="csY58" fmla="*/ 184404 h 184403"/>
                <a:gd name="csX59" fmla="*/ 103189 w 158128"/>
                <a:gd name="csY59" fmla="*/ 182971 h 184403"/>
                <a:gd name="csX60" fmla="*/ 100323 w 158128"/>
                <a:gd name="csY60" fmla="*/ 181060 h 184403"/>
                <a:gd name="csX61" fmla="*/ 97456 w 158128"/>
                <a:gd name="csY61" fmla="*/ 179149 h 184403"/>
                <a:gd name="csX62" fmla="*/ 94112 w 158128"/>
                <a:gd name="csY62" fmla="*/ 177238 h 184403"/>
                <a:gd name="csX63" fmla="*/ 91246 w 158128"/>
                <a:gd name="csY63" fmla="*/ 175327 h 184403"/>
                <a:gd name="csX64" fmla="*/ 88380 w 158128"/>
                <a:gd name="csY64" fmla="*/ 172938 h 184403"/>
                <a:gd name="csX65" fmla="*/ 85035 w 158128"/>
                <a:gd name="csY65" fmla="*/ 171027 h 184403"/>
                <a:gd name="csX66" fmla="*/ 82169 w 158128"/>
                <a:gd name="csY66" fmla="*/ 169116 h 184403"/>
                <a:gd name="csX67" fmla="*/ 78825 w 158128"/>
                <a:gd name="csY67" fmla="*/ 167205 h 184403"/>
                <a:gd name="csX68" fmla="*/ 77392 w 158128"/>
                <a:gd name="csY68" fmla="*/ 165772 h 184403"/>
                <a:gd name="csX69" fmla="*/ 76437 w 158128"/>
                <a:gd name="csY69" fmla="*/ 165295 h 184403"/>
                <a:gd name="csX70" fmla="*/ 75959 w 158128"/>
                <a:gd name="csY70" fmla="*/ 163861 h 184403"/>
                <a:gd name="csX71" fmla="*/ 75959 w 158128"/>
                <a:gd name="csY71" fmla="*/ 163861 h 184403"/>
                <a:gd name="csX72" fmla="*/ 75481 w 158128"/>
                <a:gd name="csY72" fmla="*/ 163384 h 184403"/>
                <a:gd name="csX73" fmla="*/ 75481 w 158128"/>
                <a:gd name="csY73" fmla="*/ 163384 h 184403"/>
                <a:gd name="csX74" fmla="*/ 75003 w 158128"/>
                <a:gd name="csY74" fmla="*/ 162906 h 184403"/>
                <a:gd name="csX75" fmla="*/ 74526 w 158128"/>
                <a:gd name="csY75" fmla="*/ 162906 h 184403"/>
                <a:gd name="csX76" fmla="*/ 74048 w 158128"/>
                <a:gd name="csY76" fmla="*/ 162906 h 184403"/>
                <a:gd name="csX77" fmla="*/ 74048 w 158128"/>
                <a:gd name="csY77" fmla="*/ 162906 h 184403"/>
                <a:gd name="csX78" fmla="*/ 73570 w 158128"/>
                <a:gd name="csY78" fmla="*/ 162906 h 184403"/>
                <a:gd name="csX79" fmla="*/ 73570 w 158128"/>
                <a:gd name="csY79" fmla="*/ 162906 h 184403"/>
                <a:gd name="csX80" fmla="*/ 73570 w 158128"/>
                <a:gd name="csY80" fmla="*/ 161950 h 184403"/>
                <a:gd name="csX81" fmla="*/ 74048 w 158128"/>
                <a:gd name="csY81" fmla="*/ 160995 h 184403"/>
                <a:gd name="csX82" fmla="*/ 75003 w 158128"/>
                <a:gd name="csY82" fmla="*/ 159084 h 184403"/>
                <a:gd name="csX83" fmla="*/ 75003 w 158128"/>
                <a:gd name="csY83" fmla="*/ 158129 h 184403"/>
                <a:gd name="csX84" fmla="*/ 75003 w 158128"/>
                <a:gd name="csY84" fmla="*/ 157173 h 184403"/>
                <a:gd name="csX85" fmla="*/ 74526 w 158128"/>
                <a:gd name="csY85" fmla="*/ 155262 h 184403"/>
                <a:gd name="csX86" fmla="*/ 74526 w 158128"/>
                <a:gd name="csY86" fmla="*/ 154784 h 184403"/>
                <a:gd name="csX87" fmla="*/ 74048 w 158128"/>
                <a:gd name="csY87" fmla="*/ 154784 h 184403"/>
                <a:gd name="csX88" fmla="*/ 72137 w 158128"/>
                <a:gd name="csY88" fmla="*/ 153351 h 184403"/>
                <a:gd name="csX89" fmla="*/ 67837 w 158128"/>
                <a:gd name="csY89" fmla="*/ 151440 h 184403"/>
                <a:gd name="csX90" fmla="*/ 63538 w 158128"/>
                <a:gd name="csY90" fmla="*/ 149052 h 184403"/>
                <a:gd name="csX91" fmla="*/ 59716 w 158128"/>
                <a:gd name="csY91" fmla="*/ 147141 h 184403"/>
                <a:gd name="csX92" fmla="*/ 55416 w 158128"/>
                <a:gd name="csY92" fmla="*/ 144752 h 184403"/>
                <a:gd name="csX93" fmla="*/ 51117 w 158128"/>
                <a:gd name="csY93" fmla="*/ 142841 h 184403"/>
                <a:gd name="csX94" fmla="*/ 46817 w 158128"/>
                <a:gd name="csY94" fmla="*/ 140453 h 184403"/>
                <a:gd name="csX95" fmla="*/ 42517 w 158128"/>
                <a:gd name="csY95" fmla="*/ 138542 h 184403"/>
                <a:gd name="csX96" fmla="*/ 38218 w 158128"/>
                <a:gd name="csY96" fmla="*/ 136153 h 184403"/>
                <a:gd name="csX97" fmla="*/ 34396 w 158128"/>
                <a:gd name="csY97" fmla="*/ 134242 h 184403"/>
                <a:gd name="csX98" fmla="*/ 30097 w 158128"/>
                <a:gd name="csY98" fmla="*/ 131854 h 184403"/>
                <a:gd name="csX99" fmla="*/ 30097 w 158128"/>
                <a:gd name="csY99" fmla="*/ 131854 h 184403"/>
                <a:gd name="csX100" fmla="*/ 25797 w 158128"/>
                <a:gd name="csY100" fmla="*/ 129942 h 184403"/>
                <a:gd name="csX101" fmla="*/ 22931 w 158128"/>
                <a:gd name="csY101" fmla="*/ 128509 h 184403"/>
                <a:gd name="csX102" fmla="*/ 21498 w 158128"/>
                <a:gd name="csY102" fmla="*/ 127554 h 184403"/>
                <a:gd name="csX103" fmla="*/ 17198 w 158128"/>
                <a:gd name="csY103" fmla="*/ 125643 h 184403"/>
                <a:gd name="csX104" fmla="*/ 12898 w 158128"/>
                <a:gd name="csY104" fmla="*/ 123254 h 184403"/>
                <a:gd name="csX105" fmla="*/ 8599 w 158128"/>
                <a:gd name="csY105" fmla="*/ 121343 h 184403"/>
                <a:gd name="csX106" fmla="*/ 4777 w 158128"/>
                <a:gd name="csY106" fmla="*/ 118955 h 184403"/>
                <a:gd name="csX107" fmla="*/ 2866 w 158128"/>
                <a:gd name="csY107" fmla="*/ 118477 h 184403"/>
                <a:gd name="csX108" fmla="*/ 1433 w 158128"/>
                <a:gd name="csY108" fmla="*/ 117522 h 184403"/>
                <a:gd name="csX109" fmla="*/ 1433 w 158128"/>
                <a:gd name="csY109" fmla="*/ 117522 h 184403"/>
                <a:gd name="csX110" fmla="*/ 0 w 158128"/>
                <a:gd name="csY110" fmla="*/ 117522 h 184403"/>
                <a:gd name="csX111" fmla="*/ 0 w 158128"/>
                <a:gd name="csY111" fmla="*/ 114655 h 184403"/>
                <a:gd name="csX112" fmla="*/ 478 w 158128"/>
                <a:gd name="csY112" fmla="*/ 106534 h 184403"/>
                <a:gd name="csX113" fmla="*/ 478 w 158128"/>
                <a:gd name="csY113" fmla="*/ 99846 h 184403"/>
                <a:gd name="csX114" fmla="*/ 955 w 158128"/>
                <a:gd name="csY114" fmla="*/ 96501 h 184403"/>
                <a:gd name="csX115" fmla="*/ 2866 w 158128"/>
                <a:gd name="csY115" fmla="*/ 94113 h 184403"/>
                <a:gd name="csX116" fmla="*/ 3344 w 158128"/>
                <a:gd name="csY116" fmla="*/ 92680 h 184403"/>
                <a:gd name="csX117" fmla="*/ 4299 w 158128"/>
                <a:gd name="csY117" fmla="*/ 90291 h 184403"/>
                <a:gd name="csX118" fmla="*/ 5255 w 158128"/>
                <a:gd name="csY118" fmla="*/ 88380 h 184403"/>
                <a:gd name="csX119" fmla="*/ 7166 w 158128"/>
                <a:gd name="csY119" fmla="*/ 86947 h 184403"/>
                <a:gd name="csX120" fmla="*/ 7166 w 158128"/>
                <a:gd name="csY120" fmla="*/ 86947 h 184403"/>
                <a:gd name="csX121" fmla="*/ 7644 w 158128"/>
                <a:gd name="csY121" fmla="*/ 86469 h 184403"/>
                <a:gd name="csX122" fmla="*/ 10032 w 158128"/>
                <a:gd name="csY122" fmla="*/ 83603 h 184403"/>
                <a:gd name="csX123" fmla="*/ 11465 w 158128"/>
                <a:gd name="csY123" fmla="*/ 80736 h 184403"/>
                <a:gd name="csX124" fmla="*/ 12421 w 158128"/>
                <a:gd name="csY124" fmla="*/ 79781 h 184403"/>
                <a:gd name="csX125" fmla="*/ 13854 w 158128"/>
                <a:gd name="csY125" fmla="*/ 78825 h 184403"/>
                <a:gd name="csX126" fmla="*/ 14809 w 158128"/>
                <a:gd name="csY126" fmla="*/ 77870 h 184403"/>
                <a:gd name="csX127" fmla="*/ 16242 w 158128"/>
                <a:gd name="csY127" fmla="*/ 77392 h 184403"/>
                <a:gd name="csX128" fmla="*/ 17676 w 158128"/>
                <a:gd name="csY128" fmla="*/ 77392 h 184403"/>
                <a:gd name="csX129" fmla="*/ 17676 w 158128"/>
                <a:gd name="csY129" fmla="*/ 77392 h 184403"/>
                <a:gd name="csX130" fmla="*/ 17676 w 158128"/>
                <a:gd name="csY130" fmla="*/ 76915 h 184403"/>
                <a:gd name="csX131" fmla="*/ 17676 w 158128"/>
                <a:gd name="csY131" fmla="*/ 76437 h 184403"/>
                <a:gd name="csX132" fmla="*/ 17676 w 158128"/>
                <a:gd name="csY132" fmla="*/ 74526 h 184403"/>
                <a:gd name="csX133" fmla="*/ 18153 w 158128"/>
                <a:gd name="csY133" fmla="*/ 74048 h 184403"/>
                <a:gd name="csX134" fmla="*/ 18153 w 158128"/>
                <a:gd name="csY134" fmla="*/ 74048 h 184403"/>
                <a:gd name="csX135" fmla="*/ 18631 w 158128"/>
                <a:gd name="csY135" fmla="*/ 72615 h 184403"/>
                <a:gd name="csX136" fmla="*/ 19587 w 158128"/>
                <a:gd name="csY136" fmla="*/ 71182 h 184403"/>
                <a:gd name="csX137" fmla="*/ 20542 w 158128"/>
                <a:gd name="csY137" fmla="*/ 70704 h 184403"/>
                <a:gd name="csX138" fmla="*/ 21020 w 158128"/>
                <a:gd name="csY138" fmla="*/ 69749 h 184403"/>
                <a:gd name="csX139" fmla="*/ 21020 w 158128"/>
                <a:gd name="csY139" fmla="*/ 69749 h 184403"/>
                <a:gd name="csX140" fmla="*/ 21498 w 158128"/>
                <a:gd name="csY140" fmla="*/ 68316 h 184403"/>
                <a:gd name="csX141" fmla="*/ 21498 w 158128"/>
                <a:gd name="csY141" fmla="*/ 67360 h 184403"/>
                <a:gd name="csX142" fmla="*/ 21498 w 158128"/>
                <a:gd name="csY142" fmla="*/ 65927 h 184403"/>
                <a:gd name="csX143" fmla="*/ 21020 w 158128"/>
                <a:gd name="csY143" fmla="*/ 62105 h 184403"/>
                <a:gd name="csX144" fmla="*/ 21020 w 158128"/>
                <a:gd name="csY144" fmla="*/ 62105 h 184403"/>
                <a:gd name="csX145" fmla="*/ 20064 w 158128"/>
                <a:gd name="csY145" fmla="*/ 59239 h 184403"/>
                <a:gd name="csX146" fmla="*/ 19587 w 158128"/>
                <a:gd name="csY146" fmla="*/ 56372 h 184403"/>
                <a:gd name="csX147" fmla="*/ 19587 w 158128"/>
                <a:gd name="csY147" fmla="*/ 55894 h 184403"/>
                <a:gd name="csX148" fmla="*/ 20064 w 158128"/>
                <a:gd name="csY148" fmla="*/ 54939 h 184403"/>
                <a:gd name="csX149" fmla="*/ 19109 w 158128"/>
                <a:gd name="csY149" fmla="*/ 52550 h 184403"/>
                <a:gd name="csX150" fmla="*/ 18631 w 158128"/>
                <a:gd name="csY150" fmla="*/ 52550 h 184403"/>
                <a:gd name="csX151" fmla="*/ 18153 w 158128"/>
                <a:gd name="csY151" fmla="*/ 52073 h 184403"/>
                <a:gd name="csX152" fmla="*/ 18153 w 158128"/>
                <a:gd name="csY152" fmla="*/ 52073 h 184403"/>
                <a:gd name="csX153" fmla="*/ 17198 w 158128"/>
                <a:gd name="csY153" fmla="*/ 50162 h 184403"/>
                <a:gd name="csX154" fmla="*/ 16721 w 158128"/>
                <a:gd name="csY154" fmla="*/ 48728 h 184403"/>
                <a:gd name="csX155" fmla="*/ 16721 w 158128"/>
                <a:gd name="csY155" fmla="*/ 48728 h 184403"/>
                <a:gd name="csX156" fmla="*/ 16242 w 158128"/>
                <a:gd name="csY156" fmla="*/ 48251 h 184403"/>
                <a:gd name="csX157" fmla="*/ 16242 w 158128"/>
                <a:gd name="csY157" fmla="*/ 48251 h 184403"/>
                <a:gd name="csX158" fmla="*/ 13854 w 158128"/>
                <a:gd name="csY158" fmla="*/ 46818 h 184403"/>
                <a:gd name="csX159" fmla="*/ 12421 w 158128"/>
                <a:gd name="csY159" fmla="*/ 42996 h 184403"/>
                <a:gd name="csX160" fmla="*/ 10987 w 158128"/>
                <a:gd name="csY160" fmla="*/ 42518 h 184403"/>
                <a:gd name="csX161" fmla="*/ 10987 w 158128"/>
                <a:gd name="csY161" fmla="*/ 42040 h 184403"/>
                <a:gd name="csX162" fmla="*/ 10032 w 158128"/>
                <a:gd name="csY162" fmla="*/ 38696 h 184403"/>
                <a:gd name="csX163" fmla="*/ 10032 w 158128"/>
                <a:gd name="csY163" fmla="*/ 37741 h 184403"/>
                <a:gd name="csX164" fmla="*/ 10510 w 158128"/>
                <a:gd name="csY164" fmla="*/ 34397 h 184403"/>
                <a:gd name="csX165" fmla="*/ 10510 w 158128"/>
                <a:gd name="csY165" fmla="*/ 33441 h 184403"/>
                <a:gd name="csX166" fmla="*/ 10510 w 158128"/>
                <a:gd name="csY166" fmla="*/ 33441 h 184403"/>
                <a:gd name="csX167" fmla="*/ 9555 w 158128"/>
                <a:gd name="csY167" fmla="*/ 32963 h 184403"/>
                <a:gd name="csX168" fmla="*/ 9555 w 158128"/>
                <a:gd name="csY168" fmla="*/ 32486 h 184403"/>
                <a:gd name="csX169" fmla="*/ 8121 w 158128"/>
                <a:gd name="csY169" fmla="*/ 32008 h 184403"/>
                <a:gd name="csX170" fmla="*/ 7166 w 158128"/>
                <a:gd name="csY170" fmla="*/ 32008 h 184403"/>
                <a:gd name="csX171" fmla="*/ 5255 w 158128"/>
                <a:gd name="csY171" fmla="*/ 30575 h 184403"/>
                <a:gd name="csX172" fmla="*/ 5255 w 158128"/>
                <a:gd name="csY172" fmla="*/ 30097 h 184403"/>
                <a:gd name="csX173" fmla="*/ 5733 w 158128"/>
                <a:gd name="csY173" fmla="*/ 29619 h 184403"/>
                <a:gd name="csX174" fmla="*/ 5733 w 158128"/>
                <a:gd name="csY174" fmla="*/ 29619 h 184403"/>
                <a:gd name="csX175" fmla="*/ 4777 w 158128"/>
                <a:gd name="csY175" fmla="*/ 29142 h 184403"/>
                <a:gd name="csX176" fmla="*/ 1433 w 158128"/>
                <a:gd name="csY176" fmla="*/ 23409 h 184403"/>
                <a:gd name="csX177" fmla="*/ 5255 w 158128"/>
                <a:gd name="csY177" fmla="*/ 19587 h 184403"/>
                <a:gd name="csX178" fmla="*/ 5255 w 158128"/>
                <a:gd name="csY178" fmla="*/ 19587 h 184403"/>
                <a:gd name="csX179" fmla="*/ 9555 w 158128"/>
                <a:gd name="csY179" fmla="*/ 15765 h 184403"/>
                <a:gd name="csX180" fmla="*/ 14809 w 158128"/>
                <a:gd name="csY180" fmla="*/ 11466 h 184403"/>
                <a:gd name="csX181" fmla="*/ 19587 w 158128"/>
                <a:gd name="csY181" fmla="*/ 7166 h 184403"/>
                <a:gd name="csX182" fmla="*/ 23408 w 158128"/>
                <a:gd name="csY182" fmla="*/ 3344 h 184403"/>
                <a:gd name="csX183" fmla="*/ 27230 w 158128"/>
                <a:gd name="csY183" fmla="*/ 0 h 184403"/>
                <a:gd name="csX184" fmla="*/ 26753 w 158128"/>
                <a:gd name="csY184" fmla="*/ 478 h 184403"/>
                <a:gd name="csX185" fmla="*/ 26753 w 158128"/>
                <a:gd name="csY185" fmla="*/ 1433 h 184403"/>
                <a:gd name="csX186" fmla="*/ 27230 w 158128"/>
                <a:gd name="csY186" fmla="*/ 1911 h 184403"/>
                <a:gd name="csX187" fmla="*/ 27708 w 158128"/>
                <a:gd name="csY187" fmla="*/ 1911 h 184403"/>
                <a:gd name="csX188" fmla="*/ 28186 w 158128"/>
                <a:gd name="csY188" fmla="*/ 2389 h 184403"/>
                <a:gd name="csX189" fmla="*/ 28186 w 158128"/>
                <a:gd name="csY189" fmla="*/ 2389 h 184403"/>
                <a:gd name="csX190" fmla="*/ 29141 w 158128"/>
                <a:gd name="csY190" fmla="*/ 1911 h 184403"/>
                <a:gd name="csX191" fmla="*/ 30097 w 158128"/>
                <a:gd name="csY191" fmla="*/ 1433 h 184403"/>
                <a:gd name="csX192" fmla="*/ 31052 w 158128"/>
                <a:gd name="csY192" fmla="*/ 1433 h 184403"/>
                <a:gd name="csX193" fmla="*/ 36307 w 158128"/>
                <a:gd name="csY193" fmla="*/ 2867 h 184403"/>
                <a:gd name="csX194" fmla="*/ 37263 w 158128"/>
                <a:gd name="csY194" fmla="*/ 3822 h 184403"/>
                <a:gd name="csX195" fmla="*/ 37263 w 158128"/>
                <a:gd name="csY195" fmla="*/ 5255 h 184403"/>
                <a:gd name="csX196" fmla="*/ 37740 w 158128"/>
                <a:gd name="csY196" fmla="*/ 6211 h 184403"/>
                <a:gd name="csX197" fmla="*/ 37263 w 158128"/>
                <a:gd name="csY197" fmla="*/ 7166 h 184403"/>
                <a:gd name="csX198" fmla="*/ 36785 w 158128"/>
                <a:gd name="csY198" fmla="*/ 10032 h 184403"/>
                <a:gd name="csX199" fmla="*/ 36785 w 158128"/>
                <a:gd name="csY199" fmla="*/ 12421 h 184403"/>
                <a:gd name="csX200" fmla="*/ 38218 w 158128"/>
                <a:gd name="csY200" fmla="*/ 14332 h 184403"/>
                <a:gd name="csX201" fmla="*/ 40129 w 158128"/>
                <a:gd name="csY201" fmla="*/ 15765 h 184403"/>
                <a:gd name="csX202" fmla="*/ 40129 w 158128"/>
                <a:gd name="csY202" fmla="*/ 15765 h 184403"/>
                <a:gd name="csX203" fmla="*/ 41085 w 158128"/>
                <a:gd name="csY203" fmla="*/ 18154 h 184403"/>
                <a:gd name="csX204" fmla="*/ 41085 w 158128"/>
                <a:gd name="csY204" fmla="*/ 18154 h 184403"/>
                <a:gd name="csX205" fmla="*/ 42040 w 158128"/>
                <a:gd name="csY205" fmla="*/ 18632 h 184403"/>
                <a:gd name="csX206" fmla="*/ 42040 w 158128"/>
                <a:gd name="csY206" fmla="*/ 18632 h 184403"/>
                <a:gd name="csX207" fmla="*/ 42996 w 158128"/>
                <a:gd name="csY207" fmla="*/ 19109 h 184403"/>
                <a:gd name="csX208" fmla="*/ 46817 w 158128"/>
                <a:gd name="csY208" fmla="*/ 19109 h 184403"/>
                <a:gd name="csX209" fmla="*/ 52550 w 158128"/>
                <a:gd name="csY209" fmla="*/ 19109 h 184403"/>
                <a:gd name="csX210" fmla="*/ 57805 w 158128"/>
                <a:gd name="csY210" fmla="*/ 19587 h 184403"/>
                <a:gd name="csX211" fmla="*/ 58283 w 158128"/>
                <a:gd name="csY211" fmla="*/ 19587 h 184403"/>
                <a:gd name="csX212" fmla="*/ 59716 w 158128"/>
                <a:gd name="csY212" fmla="*/ 19587 h 184403"/>
                <a:gd name="csX213" fmla="*/ 64493 w 158128"/>
                <a:gd name="csY213" fmla="*/ 22453 h 184403"/>
                <a:gd name="csX214" fmla="*/ 68793 w 158128"/>
                <a:gd name="csY214" fmla="*/ 25320 h 184403"/>
                <a:gd name="csX215" fmla="*/ 72615 w 158128"/>
                <a:gd name="csY215" fmla="*/ 27231 h 184403"/>
                <a:gd name="csX216" fmla="*/ 76437 w 158128"/>
                <a:gd name="csY216" fmla="*/ 29619 h 184403"/>
                <a:gd name="csX217" fmla="*/ 80258 w 158128"/>
                <a:gd name="csY217" fmla="*/ 31530 h 184403"/>
                <a:gd name="csX218" fmla="*/ 82647 w 158128"/>
                <a:gd name="csY218" fmla="*/ 33441 h 184403"/>
                <a:gd name="csX219" fmla="*/ 83124 w 158128"/>
                <a:gd name="csY219" fmla="*/ 33441 h 184403"/>
                <a:gd name="csX220" fmla="*/ 83124 w 158128"/>
                <a:gd name="csY220" fmla="*/ 33441 h 184403"/>
                <a:gd name="csX221" fmla="*/ 85513 w 158128"/>
                <a:gd name="csY221" fmla="*/ 33919 h 184403"/>
                <a:gd name="csX222" fmla="*/ 90290 w 158128"/>
                <a:gd name="csY222" fmla="*/ 34397 h 184403"/>
                <a:gd name="csX223" fmla="*/ 93157 w 158128"/>
                <a:gd name="csY223" fmla="*/ 34397 h 184403"/>
                <a:gd name="csX224" fmla="*/ 96024 w 158128"/>
                <a:gd name="csY224" fmla="*/ 35352 h 184403"/>
                <a:gd name="csX225" fmla="*/ 100323 w 158128"/>
                <a:gd name="csY225" fmla="*/ 35830 h 184403"/>
                <a:gd name="csX226" fmla="*/ 103667 w 158128"/>
                <a:gd name="csY226" fmla="*/ 36308 h 184403"/>
                <a:gd name="csX227" fmla="*/ 105100 w 158128"/>
                <a:gd name="csY227" fmla="*/ 36308 h 184403"/>
                <a:gd name="csX228" fmla="*/ 105578 w 158128"/>
                <a:gd name="csY228" fmla="*/ 36785 h 184403"/>
                <a:gd name="csX229" fmla="*/ 106533 w 158128"/>
                <a:gd name="csY229" fmla="*/ 36785 h 184403"/>
                <a:gd name="csX230" fmla="*/ 110833 w 158128"/>
                <a:gd name="csY230" fmla="*/ 37263 h 184403"/>
                <a:gd name="csX231" fmla="*/ 111788 w 158128"/>
                <a:gd name="csY231" fmla="*/ 36785 h 184403"/>
                <a:gd name="csX232" fmla="*/ 114177 w 158128"/>
                <a:gd name="csY232" fmla="*/ 34874 h 184403"/>
                <a:gd name="csX233" fmla="*/ 114177 w 158128"/>
                <a:gd name="csY233" fmla="*/ 34874 h 184403"/>
                <a:gd name="csX234" fmla="*/ 116566 w 158128"/>
                <a:gd name="csY234" fmla="*/ 31530 h 184403"/>
                <a:gd name="csX235" fmla="*/ 117999 w 158128"/>
                <a:gd name="csY235" fmla="*/ 29619 h 184403"/>
                <a:gd name="csX236" fmla="*/ 121343 w 158128"/>
                <a:gd name="csY236" fmla="*/ 28186 h 184403"/>
                <a:gd name="csX237" fmla="*/ 127076 w 158128"/>
                <a:gd name="csY237" fmla="*/ 25798 h 184403"/>
                <a:gd name="csX238" fmla="*/ 131376 w 158128"/>
                <a:gd name="csY238" fmla="*/ 23886 h 184403"/>
                <a:gd name="csX239" fmla="*/ 136153 w 158128"/>
                <a:gd name="csY239" fmla="*/ 21976 h 184403"/>
                <a:gd name="csX240" fmla="*/ 138063 w 158128"/>
                <a:gd name="csY240" fmla="*/ 23886 h 184403"/>
                <a:gd name="csX241" fmla="*/ 140930 w 158128"/>
                <a:gd name="csY241" fmla="*/ 26275 h 184403"/>
                <a:gd name="csX242" fmla="*/ 142363 w 158128"/>
                <a:gd name="csY242" fmla="*/ 27231 h 184403"/>
                <a:gd name="csX243" fmla="*/ 142841 w 158128"/>
                <a:gd name="csY243" fmla="*/ 27709 h 184403"/>
                <a:gd name="csX244" fmla="*/ 143319 w 158128"/>
                <a:gd name="csY244" fmla="*/ 27709 h 184403"/>
                <a:gd name="csX245" fmla="*/ 143796 w 158128"/>
                <a:gd name="csY245" fmla="*/ 27709 h 184403"/>
                <a:gd name="csX246" fmla="*/ 144274 w 158128"/>
                <a:gd name="csY246" fmla="*/ 27709 h 184403"/>
                <a:gd name="csX247" fmla="*/ 145229 w 158128"/>
                <a:gd name="csY247" fmla="*/ 28186 h 184403"/>
                <a:gd name="csX248" fmla="*/ 147140 w 158128"/>
                <a:gd name="csY248" fmla="*/ 28186 h 184403"/>
                <a:gd name="csX249" fmla="*/ 148096 w 158128"/>
                <a:gd name="csY249" fmla="*/ 28186 h 184403"/>
                <a:gd name="csX250" fmla="*/ 150485 w 158128"/>
                <a:gd name="csY250" fmla="*/ 27709 h 184403"/>
                <a:gd name="csX251" fmla="*/ 155262 w 158128"/>
                <a:gd name="csY251" fmla="*/ 27709 h 184403"/>
                <a:gd name="csX252" fmla="*/ 158128 w 158128"/>
                <a:gd name="csY252" fmla="*/ 27709 h 184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</a:cxnLst>
              <a:rect l="l" t="t" r="r" b="b"/>
              <a:pathLst>
                <a:path w="158128" h="184403">
                  <a:moveTo>
                    <a:pt x="158128" y="27709"/>
                  </a:moveTo>
                  <a:lnTo>
                    <a:pt x="155740" y="30575"/>
                  </a:lnTo>
                  <a:lnTo>
                    <a:pt x="152873" y="34397"/>
                  </a:lnTo>
                  <a:lnTo>
                    <a:pt x="147618" y="41563"/>
                  </a:lnTo>
                  <a:lnTo>
                    <a:pt x="143319" y="45384"/>
                  </a:lnTo>
                  <a:lnTo>
                    <a:pt x="140452" y="48251"/>
                  </a:lnTo>
                  <a:lnTo>
                    <a:pt x="139974" y="48728"/>
                  </a:lnTo>
                  <a:lnTo>
                    <a:pt x="139974" y="51595"/>
                  </a:lnTo>
                  <a:lnTo>
                    <a:pt x="139974" y="59239"/>
                  </a:lnTo>
                  <a:lnTo>
                    <a:pt x="139974" y="74526"/>
                  </a:lnTo>
                  <a:lnTo>
                    <a:pt x="140452" y="89813"/>
                  </a:lnTo>
                  <a:lnTo>
                    <a:pt x="140452" y="105100"/>
                  </a:lnTo>
                  <a:lnTo>
                    <a:pt x="140452" y="112744"/>
                  </a:lnTo>
                  <a:lnTo>
                    <a:pt x="140452" y="115133"/>
                  </a:lnTo>
                  <a:lnTo>
                    <a:pt x="142841" y="118477"/>
                  </a:lnTo>
                  <a:lnTo>
                    <a:pt x="145707" y="121343"/>
                  </a:lnTo>
                  <a:lnTo>
                    <a:pt x="149051" y="125643"/>
                  </a:lnTo>
                  <a:lnTo>
                    <a:pt x="150962" y="128032"/>
                  </a:lnTo>
                  <a:lnTo>
                    <a:pt x="151440" y="128509"/>
                  </a:lnTo>
                  <a:lnTo>
                    <a:pt x="151440" y="129942"/>
                  </a:lnTo>
                  <a:lnTo>
                    <a:pt x="148574" y="133287"/>
                  </a:lnTo>
                  <a:lnTo>
                    <a:pt x="146185" y="134720"/>
                  </a:lnTo>
                  <a:lnTo>
                    <a:pt x="142841" y="135198"/>
                  </a:lnTo>
                  <a:lnTo>
                    <a:pt x="141885" y="135198"/>
                  </a:lnTo>
                  <a:lnTo>
                    <a:pt x="140452" y="134720"/>
                  </a:lnTo>
                  <a:lnTo>
                    <a:pt x="139974" y="135675"/>
                  </a:lnTo>
                  <a:lnTo>
                    <a:pt x="139974" y="136631"/>
                  </a:lnTo>
                  <a:lnTo>
                    <a:pt x="139019" y="136631"/>
                  </a:lnTo>
                  <a:lnTo>
                    <a:pt x="138542" y="136153"/>
                  </a:lnTo>
                  <a:lnTo>
                    <a:pt x="139019" y="138064"/>
                  </a:lnTo>
                  <a:lnTo>
                    <a:pt x="139019" y="139019"/>
                  </a:lnTo>
                  <a:lnTo>
                    <a:pt x="138542" y="140453"/>
                  </a:lnTo>
                  <a:lnTo>
                    <a:pt x="137108" y="141886"/>
                  </a:lnTo>
                  <a:lnTo>
                    <a:pt x="137108" y="142841"/>
                  </a:lnTo>
                  <a:lnTo>
                    <a:pt x="133764" y="145230"/>
                  </a:lnTo>
                  <a:lnTo>
                    <a:pt x="128987" y="145707"/>
                  </a:lnTo>
                  <a:lnTo>
                    <a:pt x="126598" y="147141"/>
                  </a:lnTo>
                  <a:lnTo>
                    <a:pt x="125165" y="148096"/>
                  </a:lnTo>
                  <a:lnTo>
                    <a:pt x="124687" y="150485"/>
                  </a:lnTo>
                  <a:lnTo>
                    <a:pt x="124687" y="154307"/>
                  </a:lnTo>
                  <a:lnTo>
                    <a:pt x="123254" y="156695"/>
                  </a:lnTo>
                  <a:lnTo>
                    <a:pt x="123254" y="158129"/>
                  </a:lnTo>
                  <a:lnTo>
                    <a:pt x="120865" y="160039"/>
                  </a:lnTo>
                  <a:lnTo>
                    <a:pt x="119432" y="161950"/>
                  </a:lnTo>
                  <a:lnTo>
                    <a:pt x="118954" y="163384"/>
                  </a:lnTo>
                  <a:lnTo>
                    <a:pt x="117999" y="164339"/>
                  </a:lnTo>
                  <a:lnTo>
                    <a:pt x="117521" y="168161"/>
                  </a:lnTo>
                  <a:lnTo>
                    <a:pt x="116088" y="170072"/>
                  </a:lnTo>
                  <a:lnTo>
                    <a:pt x="116088" y="171027"/>
                  </a:lnTo>
                  <a:lnTo>
                    <a:pt x="115610" y="171505"/>
                  </a:lnTo>
                  <a:lnTo>
                    <a:pt x="114655" y="172938"/>
                  </a:lnTo>
                  <a:lnTo>
                    <a:pt x="114177" y="173894"/>
                  </a:lnTo>
                  <a:lnTo>
                    <a:pt x="113699" y="174371"/>
                  </a:lnTo>
                  <a:lnTo>
                    <a:pt x="110833" y="180582"/>
                  </a:lnTo>
                  <a:lnTo>
                    <a:pt x="108444" y="182971"/>
                  </a:lnTo>
                  <a:lnTo>
                    <a:pt x="107011" y="182971"/>
                  </a:lnTo>
                  <a:lnTo>
                    <a:pt x="105578" y="183926"/>
                  </a:lnTo>
                  <a:lnTo>
                    <a:pt x="105578" y="184404"/>
                  </a:lnTo>
                  <a:lnTo>
                    <a:pt x="105100" y="184404"/>
                  </a:lnTo>
                  <a:lnTo>
                    <a:pt x="103189" y="182971"/>
                  </a:lnTo>
                  <a:lnTo>
                    <a:pt x="100323" y="181060"/>
                  </a:lnTo>
                  <a:lnTo>
                    <a:pt x="97456" y="179149"/>
                  </a:lnTo>
                  <a:lnTo>
                    <a:pt x="94112" y="177238"/>
                  </a:lnTo>
                  <a:lnTo>
                    <a:pt x="91246" y="175327"/>
                  </a:lnTo>
                  <a:lnTo>
                    <a:pt x="88380" y="172938"/>
                  </a:lnTo>
                  <a:lnTo>
                    <a:pt x="85035" y="171027"/>
                  </a:lnTo>
                  <a:lnTo>
                    <a:pt x="82169" y="169116"/>
                  </a:lnTo>
                  <a:lnTo>
                    <a:pt x="78825" y="167205"/>
                  </a:lnTo>
                  <a:lnTo>
                    <a:pt x="77392" y="165772"/>
                  </a:lnTo>
                  <a:lnTo>
                    <a:pt x="76437" y="165295"/>
                  </a:lnTo>
                  <a:lnTo>
                    <a:pt x="75959" y="163861"/>
                  </a:lnTo>
                  <a:lnTo>
                    <a:pt x="75959" y="163861"/>
                  </a:lnTo>
                  <a:lnTo>
                    <a:pt x="75481" y="163384"/>
                  </a:lnTo>
                  <a:lnTo>
                    <a:pt x="75481" y="163384"/>
                  </a:lnTo>
                  <a:lnTo>
                    <a:pt x="75003" y="162906"/>
                  </a:lnTo>
                  <a:lnTo>
                    <a:pt x="74526" y="162906"/>
                  </a:lnTo>
                  <a:lnTo>
                    <a:pt x="74048" y="162906"/>
                  </a:lnTo>
                  <a:lnTo>
                    <a:pt x="74048" y="162906"/>
                  </a:lnTo>
                  <a:lnTo>
                    <a:pt x="73570" y="162906"/>
                  </a:lnTo>
                  <a:lnTo>
                    <a:pt x="73570" y="162906"/>
                  </a:lnTo>
                  <a:lnTo>
                    <a:pt x="73570" y="161950"/>
                  </a:lnTo>
                  <a:lnTo>
                    <a:pt x="74048" y="160995"/>
                  </a:lnTo>
                  <a:lnTo>
                    <a:pt x="75003" y="159084"/>
                  </a:lnTo>
                  <a:lnTo>
                    <a:pt x="75003" y="158129"/>
                  </a:lnTo>
                  <a:lnTo>
                    <a:pt x="75003" y="157173"/>
                  </a:lnTo>
                  <a:lnTo>
                    <a:pt x="74526" y="155262"/>
                  </a:lnTo>
                  <a:lnTo>
                    <a:pt x="74526" y="154784"/>
                  </a:lnTo>
                  <a:lnTo>
                    <a:pt x="74048" y="154784"/>
                  </a:lnTo>
                  <a:lnTo>
                    <a:pt x="72137" y="153351"/>
                  </a:lnTo>
                  <a:lnTo>
                    <a:pt x="67837" y="151440"/>
                  </a:lnTo>
                  <a:lnTo>
                    <a:pt x="63538" y="149052"/>
                  </a:lnTo>
                  <a:lnTo>
                    <a:pt x="59716" y="147141"/>
                  </a:lnTo>
                  <a:lnTo>
                    <a:pt x="55416" y="144752"/>
                  </a:lnTo>
                  <a:lnTo>
                    <a:pt x="51117" y="142841"/>
                  </a:lnTo>
                  <a:lnTo>
                    <a:pt x="46817" y="140453"/>
                  </a:lnTo>
                  <a:lnTo>
                    <a:pt x="42517" y="138542"/>
                  </a:lnTo>
                  <a:lnTo>
                    <a:pt x="38218" y="136153"/>
                  </a:lnTo>
                  <a:lnTo>
                    <a:pt x="34396" y="134242"/>
                  </a:lnTo>
                  <a:lnTo>
                    <a:pt x="30097" y="131854"/>
                  </a:lnTo>
                  <a:lnTo>
                    <a:pt x="30097" y="131854"/>
                  </a:lnTo>
                  <a:lnTo>
                    <a:pt x="25797" y="129942"/>
                  </a:lnTo>
                  <a:lnTo>
                    <a:pt x="22931" y="128509"/>
                  </a:lnTo>
                  <a:lnTo>
                    <a:pt x="21498" y="127554"/>
                  </a:lnTo>
                  <a:lnTo>
                    <a:pt x="17198" y="125643"/>
                  </a:lnTo>
                  <a:lnTo>
                    <a:pt x="12898" y="123254"/>
                  </a:lnTo>
                  <a:lnTo>
                    <a:pt x="8599" y="121343"/>
                  </a:lnTo>
                  <a:lnTo>
                    <a:pt x="4777" y="118955"/>
                  </a:lnTo>
                  <a:lnTo>
                    <a:pt x="2866" y="118477"/>
                  </a:lnTo>
                  <a:lnTo>
                    <a:pt x="1433" y="117522"/>
                  </a:lnTo>
                  <a:lnTo>
                    <a:pt x="1433" y="117522"/>
                  </a:lnTo>
                  <a:lnTo>
                    <a:pt x="0" y="117522"/>
                  </a:lnTo>
                  <a:lnTo>
                    <a:pt x="0" y="114655"/>
                  </a:lnTo>
                  <a:lnTo>
                    <a:pt x="478" y="106534"/>
                  </a:lnTo>
                  <a:lnTo>
                    <a:pt x="478" y="99846"/>
                  </a:lnTo>
                  <a:lnTo>
                    <a:pt x="955" y="96501"/>
                  </a:lnTo>
                  <a:lnTo>
                    <a:pt x="2866" y="94113"/>
                  </a:lnTo>
                  <a:lnTo>
                    <a:pt x="3344" y="92680"/>
                  </a:lnTo>
                  <a:lnTo>
                    <a:pt x="4299" y="90291"/>
                  </a:lnTo>
                  <a:lnTo>
                    <a:pt x="5255" y="88380"/>
                  </a:lnTo>
                  <a:lnTo>
                    <a:pt x="7166" y="86947"/>
                  </a:lnTo>
                  <a:lnTo>
                    <a:pt x="7166" y="86947"/>
                  </a:lnTo>
                  <a:lnTo>
                    <a:pt x="7644" y="86469"/>
                  </a:lnTo>
                  <a:lnTo>
                    <a:pt x="10032" y="83603"/>
                  </a:lnTo>
                  <a:lnTo>
                    <a:pt x="11465" y="80736"/>
                  </a:lnTo>
                  <a:lnTo>
                    <a:pt x="12421" y="79781"/>
                  </a:lnTo>
                  <a:lnTo>
                    <a:pt x="13854" y="78825"/>
                  </a:lnTo>
                  <a:lnTo>
                    <a:pt x="14809" y="77870"/>
                  </a:lnTo>
                  <a:lnTo>
                    <a:pt x="16242" y="77392"/>
                  </a:lnTo>
                  <a:lnTo>
                    <a:pt x="17676" y="77392"/>
                  </a:lnTo>
                  <a:lnTo>
                    <a:pt x="17676" y="77392"/>
                  </a:lnTo>
                  <a:lnTo>
                    <a:pt x="17676" y="76915"/>
                  </a:lnTo>
                  <a:lnTo>
                    <a:pt x="17676" y="76437"/>
                  </a:lnTo>
                  <a:lnTo>
                    <a:pt x="17676" y="74526"/>
                  </a:lnTo>
                  <a:lnTo>
                    <a:pt x="18153" y="74048"/>
                  </a:lnTo>
                  <a:lnTo>
                    <a:pt x="18153" y="74048"/>
                  </a:lnTo>
                  <a:lnTo>
                    <a:pt x="18631" y="72615"/>
                  </a:lnTo>
                  <a:lnTo>
                    <a:pt x="19587" y="71182"/>
                  </a:lnTo>
                  <a:lnTo>
                    <a:pt x="20542" y="70704"/>
                  </a:lnTo>
                  <a:lnTo>
                    <a:pt x="21020" y="69749"/>
                  </a:lnTo>
                  <a:lnTo>
                    <a:pt x="21020" y="69749"/>
                  </a:lnTo>
                  <a:lnTo>
                    <a:pt x="21498" y="68316"/>
                  </a:lnTo>
                  <a:lnTo>
                    <a:pt x="21498" y="67360"/>
                  </a:lnTo>
                  <a:lnTo>
                    <a:pt x="21498" y="65927"/>
                  </a:lnTo>
                  <a:lnTo>
                    <a:pt x="21020" y="62105"/>
                  </a:lnTo>
                  <a:lnTo>
                    <a:pt x="21020" y="62105"/>
                  </a:lnTo>
                  <a:lnTo>
                    <a:pt x="20064" y="59239"/>
                  </a:lnTo>
                  <a:lnTo>
                    <a:pt x="19587" y="56372"/>
                  </a:lnTo>
                  <a:lnTo>
                    <a:pt x="19587" y="55894"/>
                  </a:lnTo>
                  <a:lnTo>
                    <a:pt x="20064" y="54939"/>
                  </a:lnTo>
                  <a:lnTo>
                    <a:pt x="19109" y="52550"/>
                  </a:lnTo>
                  <a:lnTo>
                    <a:pt x="18631" y="52550"/>
                  </a:lnTo>
                  <a:lnTo>
                    <a:pt x="18153" y="52073"/>
                  </a:lnTo>
                  <a:lnTo>
                    <a:pt x="18153" y="52073"/>
                  </a:lnTo>
                  <a:lnTo>
                    <a:pt x="17198" y="50162"/>
                  </a:lnTo>
                  <a:lnTo>
                    <a:pt x="16721" y="48728"/>
                  </a:lnTo>
                  <a:lnTo>
                    <a:pt x="16721" y="48728"/>
                  </a:lnTo>
                  <a:lnTo>
                    <a:pt x="16242" y="48251"/>
                  </a:lnTo>
                  <a:lnTo>
                    <a:pt x="16242" y="48251"/>
                  </a:lnTo>
                  <a:lnTo>
                    <a:pt x="13854" y="46818"/>
                  </a:lnTo>
                  <a:lnTo>
                    <a:pt x="12421" y="42996"/>
                  </a:lnTo>
                  <a:lnTo>
                    <a:pt x="10987" y="42518"/>
                  </a:lnTo>
                  <a:lnTo>
                    <a:pt x="10987" y="42040"/>
                  </a:lnTo>
                  <a:lnTo>
                    <a:pt x="10032" y="38696"/>
                  </a:lnTo>
                  <a:lnTo>
                    <a:pt x="10032" y="37741"/>
                  </a:lnTo>
                  <a:lnTo>
                    <a:pt x="10510" y="34397"/>
                  </a:lnTo>
                  <a:lnTo>
                    <a:pt x="10510" y="33441"/>
                  </a:lnTo>
                  <a:lnTo>
                    <a:pt x="10510" y="33441"/>
                  </a:lnTo>
                  <a:lnTo>
                    <a:pt x="9555" y="32963"/>
                  </a:lnTo>
                  <a:lnTo>
                    <a:pt x="9555" y="32486"/>
                  </a:lnTo>
                  <a:lnTo>
                    <a:pt x="8121" y="32008"/>
                  </a:lnTo>
                  <a:lnTo>
                    <a:pt x="7166" y="32008"/>
                  </a:lnTo>
                  <a:lnTo>
                    <a:pt x="5255" y="30575"/>
                  </a:lnTo>
                  <a:lnTo>
                    <a:pt x="5255" y="30097"/>
                  </a:lnTo>
                  <a:lnTo>
                    <a:pt x="5733" y="29619"/>
                  </a:lnTo>
                  <a:lnTo>
                    <a:pt x="5733" y="29619"/>
                  </a:lnTo>
                  <a:lnTo>
                    <a:pt x="4777" y="29142"/>
                  </a:lnTo>
                  <a:lnTo>
                    <a:pt x="1433" y="23409"/>
                  </a:lnTo>
                  <a:lnTo>
                    <a:pt x="5255" y="19587"/>
                  </a:lnTo>
                  <a:lnTo>
                    <a:pt x="5255" y="19587"/>
                  </a:lnTo>
                  <a:lnTo>
                    <a:pt x="9555" y="15765"/>
                  </a:lnTo>
                  <a:lnTo>
                    <a:pt x="14809" y="11466"/>
                  </a:lnTo>
                  <a:lnTo>
                    <a:pt x="19587" y="7166"/>
                  </a:lnTo>
                  <a:lnTo>
                    <a:pt x="23408" y="3344"/>
                  </a:lnTo>
                  <a:lnTo>
                    <a:pt x="27230" y="0"/>
                  </a:lnTo>
                  <a:lnTo>
                    <a:pt x="26753" y="478"/>
                  </a:lnTo>
                  <a:lnTo>
                    <a:pt x="26753" y="1433"/>
                  </a:lnTo>
                  <a:lnTo>
                    <a:pt x="27230" y="1911"/>
                  </a:lnTo>
                  <a:lnTo>
                    <a:pt x="27708" y="1911"/>
                  </a:lnTo>
                  <a:lnTo>
                    <a:pt x="28186" y="2389"/>
                  </a:lnTo>
                  <a:lnTo>
                    <a:pt x="28186" y="2389"/>
                  </a:lnTo>
                  <a:lnTo>
                    <a:pt x="29141" y="1911"/>
                  </a:lnTo>
                  <a:lnTo>
                    <a:pt x="30097" y="1433"/>
                  </a:lnTo>
                  <a:lnTo>
                    <a:pt x="31052" y="1433"/>
                  </a:lnTo>
                  <a:lnTo>
                    <a:pt x="36307" y="2867"/>
                  </a:lnTo>
                  <a:lnTo>
                    <a:pt x="37263" y="3822"/>
                  </a:lnTo>
                  <a:lnTo>
                    <a:pt x="37263" y="5255"/>
                  </a:lnTo>
                  <a:lnTo>
                    <a:pt x="37740" y="6211"/>
                  </a:lnTo>
                  <a:lnTo>
                    <a:pt x="37263" y="7166"/>
                  </a:lnTo>
                  <a:lnTo>
                    <a:pt x="36785" y="10032"/>
                  </a:lnTo>
                  <a:lnTo>
                    <a:pt x="36785" y="12421"/>
                  </a:lnTo>
                  <a:lnTo>
                    <a:pt x="38218" y="14332"/>
                  </a:lnTo>
                  <a:lnTo>
                    <a:pt x="40129" y="15765"/>
                  </a:lnTo>
                  <a:lnTo>
                    <a:pt x="40129" y="15765"/>
                  </a:lnTo>
                  <a:lnTo>
                    <a:pt x="41085" y="18154"/>
                  </a:lnTo>
                  <a:lnTo>
                    <a:pt x="41085" y="18154"/>
                  </a:lnTo>
                  <a:lnTo>
                    <a:pt x="42040" y="18632"/>
                  </a:lnTo>
                  <a:lnTo>
                    <a:pt x="42040" y="18632"/>
                  </a:lnTo>
                  <a:lnTo>
                    <a:pt x="42996" y="19109"/>
                  </a:lnTo>
                  <a:lnTo>
                    <a:pt x="46817" y="19109"/>
                  </a:lnTo>
                  <a:lnTo>
                    <a:pt x="52550" y="19109"/>
                  </a:lnTo>
                  <a:lnTo>
                    <a:pt x="57805" y="19587"/>
                  </a:lnTo>
                  <a:lnTo>
                    <a:pt x="58283" y="19587"/>
                  </a:lnTo>
                  <a:lnTo>
                    <a:pt x="59716" y="19587"/>
                  </a:lnTo>
                  <a:lnTo>
                    <a:pt x="64493" y="22453"/>
                  </a:lnTo>
                  <a:lnTo>
                    <a:pt x="68793" y="25320"/>
                  </a:lnTo>
                  <a:lnTo>
                    <a:pt x="72615" y="27231"/>
                  </a:lnTo>
                  <a:lnTo>
                    <a:pt x="76437" y="29619"/>
                  </a:lnTo>
                  <a:lnTo>
                    <a:pt x="80258" y="31530"/>
                  </a:lnTo>
                  <a:lnTo>
                    <a:pt x="82647" y="33441"/>
                  </a:lnTo>
                  <a:lnTo>
                    <a:pt x="83124" y="33441"/>
                  </a:lnTo>
                  <a:lnTo>
                    <a:pt x="83124" y="33441"/>
                  </a:lnTo>
                  <a:lnTo>
                    <a:pt x="85513" y="33919"/>
                  </a:lnTo>
                  <a:lnTo>
                    <a:pt x="90290" y="34397"/>
                  </a:lnTo>
                  <a:lnTo>
                    <a:pt x="93157" y="34397"/>
                  </a:lnTo>
                  <a:lnTo>
                    <a:pt x="96024" y="35352"/>
                  </a:lnTo>
                  <a:lnTo>
                    <a:pt x="100323" y="35830"/>
                  </a:lnTo>
                  <a:lnTo>
                    <a:pt x="103667" y="36308"/>
                  </a:lnTo>
                  <a:lnTo>
                    <a:pt x="105100" y="36308"/>
                  </a:lnTo>
                  <a:lnTo>
                    <a:pt x="105578" y="36785"/>
                  </a:lnTo>
                  <a:lnTo>
                    <a:pt x="106533" y="36785"/>
                  </a:lnTo>
                  <a:lnTo>
                    <a:pt x="110833" y="37263"/>
                  </a:lnTo>
                  <a:lnTo>
                    <a:pt x="111788" y="36785"/>
                  </a:lnTo>
                  <a:lnTo>
                    <a:pt x="114177" y="34874"/>
                  </a:lnTo>
                  <a:lnTo>
                    <a:pt x="114177" y="34874"/>
                  </a:lnTo>
                  <a:lnTo>
                    <a:pt x="116566" y="31530"/>
                  </a:lnTo>
                  <a:lnTo>
                    <a:pt x="117999" y="29619"/>
                  </a:lnTo>
                  <a:lnTo>
                    <a:pt x="121343" y="28186"/>
                  </a:lnTo>
                  <a:lnTo>
                    <a:pt x="127076" y="25798"/>
                  </a:lnTo>
                  <a:lnTo>
                    <a:pt x="131376" y="23886"/>
                  </a:lnTo>
                  <a:lnTo>
                    <a:pt x="136153" y="21976"/>
                  </a:lnTo>
                  <a:lnTo>
                    <a:pt x="138063" y="23886"/>
                  </a:lnTo>
                  <a:lnTo>
                    <a:pt x="140930" y="26275"/>
                  </a:lnTo>
                  <a:lnTo>
                    <a:pt x="142363" y="27231"/>
                  </a:lnTo>
                  <a:lnTo>
                    <a:pt x="142841" y="27709"/>
                  </a:lnTo>
                  <a:lnTo>
                    <a:pt x="143319" y="27709"/>
                  </a:lnTo>
                  <a:lnTo>
                    <a:pt x="143796" y="27709"/>
                  </a:lnTo>
                  <a:lnTo>
                    <a:pt x="144274" y="27709"/>
                  </a:lnTo>
                  <a:lnTo>
                    <a:pt x="145229" y="28186"/>
                  </a:lnTo>
                  <a:lnTo>
                    <a:pt x="147140" y="28186"/>
                  </a:lnTo>
                  <a:lnTo>
                    <a:pt x="148096" y="28186"/>
                  </a:lnTo>
                  <a:lnTo>
                    <a:pt x="150485" y="27709"/>
                  </a:lnTo>
                  <a:lnTo>
                    <a:pt x="155262" y="27709"/>
                  </a:lnTo>
                  <a:lnTo>
                    <a:pt x="158128" y="277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8" name="Freeform 1497">
              <a:extLst>
                <a:ext uri="{FF2B5EF4-FFF2-40B4-BE49-F238E27FC236}">
                  <a16:creationId xmlns:a16="http://schemas.microsoft.com/office/drawing/2014/main" id="{8650B34A-9726-8EE4-16FE-8C1014935F04}"/>
                </a:ext>
              </a:extLst>
            </p:cNvPr>
            <p:cNvSpPr/>
            <p:nvPr/>
          </p:nvSpPr>
          <p:spPr>
            <a:xfrm>
              <a:off x="6700327" y="4662759"/>
              <a:ext cx="13854" cy="477"/>
            </a:xfrm>
            <a:custGeom>
              <a:avLst/>
              <a:gdLst>
                <a:gd name="csX0" fmla="*/ 13854 w 13854"/>
                <a:gd name="csY0" fmla="*/ 0 h 477"/>
                <a:gd name="csX1" fmla="*/ 10988 w 13854"/>
                <a:gd name="csY1" fmla="*/ 0 h 477"/>
                <a:gd name="csX2" fmla="*/ 6211 w 13854"/>
                <a:gd name="csY2" fmla="*/ 0 h 477"/>
                <a:gd name="csX3" fmla="*/ 3822 w 13854"/>
                <a:gd name="csY3" fmla="*/ 478 h 477"/>
                <a:gd name="csX4" fmla="*/ 2866 w 13854"/>
                <a:gd name="csY4" fmla="*/ 478 h 477"/>
                <a:gd name="csX5" fmla="*/ 955 w 13854"/>
                <a:gd name="csY5" fmla="*/ 478 h 477"/>
                <a:gd name="csX6" fmla="*/ 0 w 13854"/>
                <a:gd name="csY6" fmla="*/ 0 h 477"/>
                <a:gd name="csX7" fmla="*/ 955 w 13854"/>
                <a:gd name="csY7" fmla="*/ 478 h 477"/>
                <a:gd name="csX8" fmla="*/ 2866 w 13854"/>
                <a:gd name="csY8" fmla="*/ 478 h 477"/>
                <a:gd name="csX9" fmla="*/ 3822 w 13854"/>
                <a:gd name="csY9" fmla="*/ 478 h 477"/>
                <a:gd name="csX10" fmla="*/ 6211 w 13854"/>
                <a:gd name="csY10" fmla="*/ 0 h 477"/>
                <a:gd name="csX11" fmla="*/ 10988 w 13854"/>
                <a:gd name="csY11" fmla="*/ 0 h 477"/>
                <a:gd name="csX12" fmla="*/ 13854 w 13854"/>
                <a:gd name="csY1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3854" h="477">
                  <a:moveTo>
                    <a:pt x="13854" y="0"/>
                  </a:moveTo>
                  <a:lnTo>
                    <a:pt x="10988" y="0"/>
                  </a:lnTo>
                  <a:lnTo>
                    <a:pt x="6211" y="0"/>
                  </a:lnTo>
                  <a:lnTo>
                    <a:pt x="3822" y="478"/>
                  </a:lnTo>
                  <a:lnTo>
                    <a:pt x="2866" y="478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2866" y="478"/>
                  </a:lnTo>
                  <a:lnTo>
                    <a:pt x="3822" y="478"/>
                  </a:lnTo>
                  <a:lnTo>
                    <a:pt x="6211" y="0"/>
                  </a:lnTo>
                  <a:lnTo>
                    <a:pt x="10988" y="0"/>
                  </a:lnTo>
                  <a:lnTo>
                    <a:pt x="1385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9" name="Freeform 1498">
              <a:extLst>
                <a:ext uri="{FF2B5EF4-FFF2-40B4-BE49-F238E27FC236}">
                  <a16:creationId xmlns:a16="http://schemas.microsoft.com/office/drawing/2014/main" id="{C7AA780C-1E47-C4C7-74E1-19F6CBCD4A1E}"/>
                </a:ext>
              </a:extLst>
            </p:cNvPr>
            <p:cNvSpPr/>
            <p:nvPr/>
          </p:nvSpPr>
          <p:spPr>
            <a:xfrm>
              <a:off x="6692683" y="3859218"/>
              <a:ext cx="11465" cy="3821"/>
            </a:xfrm>
            <a:custGeom>
              <a:avLst/>
              <a:gdLst>
                <a:gd name="csX0" fmla="*/ 11466 w 11465"/>
                <a:gd name="csY0" fmla="*/ 3822 h 3821"/>
                <a:gd name="csX1" fmla="*/ 5733 w 11465"/>
                <a:gd name="csY1" fmla="*/ 2866 h 3821"/>
                <a:gd name="csX2" fmla="*/ 2866 w 11465"/>
                <a:gd name="csY2" fmla="*/ 1911 h 3821"/>
                <a:gd name="csX3" fmla="*/ 0 w 11465"/>
                <a:gd name="csY3" fmla="*/ 0 h 3821"/>
                <a:gd name="csX4" fmla="*/ 2866 w 11465"/>
                <a:gd name="csY4" fmla="*/ 1433 h 3821"/>
                <a:gd name="csX5" fmla="*/ 5733 w 11465"/>
                <a:gd name="csY5" fmla="*/ 2866 h 3821"/>
                <a:gd name="csX6" fmla="*/ 11466 w 11465"/>
                <a:gd name="csY6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65" h="3821">
                  <a:moveTo>
                    <a:pt x="11466" y="3822"/>
                  </a:moveTo>
                  <a:lnTo>
                    <a:pt x="5733" y="2866"/>
                  </a:lnTo>
                  <a:lnTo>
                    <a:pt x="2866" y="1911"/>
                  </a:lnTo>
                  <a:lnTo>
                    <a:pt x="0" y="0"/>
                  </a:lnTo>
                  <a:lnTo>
                    <a:pt x="2866" y="1433"/>
                  </a:lnTo>
                  <a:lnTo>
                    <a:pt x="5733" y="2866"/>
                  </a:lnTo>
                  <a:lnTo>
                    <a:pt x="1146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0" name="Freeform 1499">
              <a:extLst>
                <a:ext uri="{FF2B5EF4-FFF2-40B4-BE49-F238E27FC236}">
                  <a16:creationId xmlns:a16="http://schemas.microsoft.com/office/drawing/2014/main" id="{91171BB2-EF7B-E088-AF01-0017F8C860C0}"/>
                </a:ext>
              </a:extLst>
            </p:cNvPr>
            <p:cNvSpPr/>
            <p:nvPr/>
          </p:nvSpPr>
          <p:spPr>
            <a:xfrm>
              <a:off x="6696027" y="4771203"/>
              <a:ext cx="3822" cy="2388"/>
            </a:xfrm>
            <a:custGeom>
              <a:avLst/>
              <a:gdLst>
                <a:gd name="csX0" fmla="*/ 3344 w 3822"/>
                <a:gd name="csY0" fmla="*/ 478 h 2388"/>
                <a:gd name="csX1" fmla="*/ 3822 w 3822"/>
                <a:gd name="csY1" fmla="*/ 956 h 2388"/>
                <a:gd name="csX2" fmla="*/ 3344 w 3822"/>
                <a:gd name="csY2" fmla="*/ 956 h 2388"/>
                <a:gd name="csX3" fmla="*/ 3344 w 3822"/>
                <a:gd name="csY3" fmla="*/ 1433 h 2388"/>
                <a:gd name="csX4" fmla="*/ 478 w 3822"/>
                <a:gd name="csY4" fmla="*/ 2389 h 2388"/>
                <a:gd name="csX5" fmla="*/ 0 w 3822"/>
                <a:gd name="csY5" fmla="*/ 2389 h 2388"/>
                <a:gd name="csX6" fmla="*/ 478 w 3822"/>
                <a:gd name="csY6" fmla="*/ 1433 h 2388"/>
                <a:gd name="csX7" fmla="*/ 2389 w 3822"/>
                <a:gd name="csY7" fmla="*/ 0 h 2388"/>
                <a:gd name="csX8" fmla="*/ 3344 w 3822"/>
                <a:gd name="csY8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2" h="2388">
                  <a:moveTo>
                    <a:pt x="3344" y="478"/>
                  </a:moveTo>
                  <a:lnTo>
                    <a:pt x="3822" y="956"/>
                  </a:lnTo>
                  <a:lnTo>
                    <a:pt x="3344" y="956"/>
                  </a:lnTo>
                  <a:lnTo>
                    <a:pt x="3344" y="1433"/>
                  </a:lnTo>
                  <a:lnTo>
                    <a:pt x="478" y="2389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2389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1" name="Freeform 1500">
              <a:extLst>
                <a:ext uri="{FF2B5EF4-FFF2-40B4-BE49-F238E27FC236}">
                  <a16:creationId xmlns:a16="http://schemas.microsoft.com/office/drawing/2014/main" id="{4CB88D0F-BB9A-0735-D31E-75EE5B2CE91A}"/>
                </a:ext>
              </a:extLst>
            </p:cNvPr>
            <p:cNvSpPr/>
            <p:nvPr/>
          </p:nvSpPr>
          <p:spPr>
            <a:xfrm>
              <a:off x="6482005" y="4924077"/>
              <a:ext cx="211156" cy="312435"/>
            </a:xfrm>
            <a:custGeom>
              <a:avLst/>
              <a:gdLst>
                <a:gd name="csX0" fmla="*/ 211156 w 211156"/>
                <a:gd name="csY0" fmla="*/ 77870 h 312435"/>
                <a:gd name="csX1" fmla="*/ 211156 w 211156"/>
                <a:gd name="csY1" fmla="*/ 80736 h 312435"/>
                <a:gd name="csX2" fmla="*/ 210201 w 211156"/>
                <a:gd name="csY2" fmla="*/ 81692 h 312435"/>
                <a:gd name="csX3" fmla="*/ 208768 w 211156"/>
                <a:gd name="csY3" fmla="*/ 83125 h 312435"/>
                <a:gd name="csX4" fmla="*/ 208768 w 211156"/>
                <a:gd name="csY4" fmla="*/ 85514 h 312435"/>
                <a:gd name="csX5" fmla="*/ 207812 w 211156"/>
                <a:gd name="csY5" fmla="*/ 85514 h 312435"/>
                <a:gd name="csX6" fmla="*/ 207812 w 211156"/>
                <a:gd name="csY6" fmla="*/ 89335 h 312435"/>
                <a:gd name="csX7" fmla="*/ 205901 w 211156"/>
                <a:gd name="csY7" fmla="*/ 93157 h 312435"/>
                <a:gd name="csX8" fmla="*/ 201124 w 211156"/>
                <a:gd name="csY8" fmla="*/ 98412 h 312435"/>
                <a:gd name="csX9" fmla="*/ 199213 w 211156"/>
                <a:gd name="csY9" fmla="*/ 100323 h 312435"/>
                <a:gd name="csX10" fmla="*/ 197302 w 211156"/>
                <a:gd name="csY10" fmla="*/ 102234 h 312435"/>
                <a:gd name="csX11" fmla="*/ 197302 w 211156"/>
                <a:gd name="csY11" fmla="*/ 103667 h 312435"/>
                <a:gd name="csX12" fmla="*/ 194913 w 211156"/>
                <a:gd name="csY12" fmla="*/ 106534 h 312435"/>
                <a:gd name="csX13" fmla="*/ 192525 w 211156"/>
                <a:gd name="csY13" fmla="*/ 106534 h 312435"/>
                <a:gd name="csX14" fmla="*/ 191092 w 211156"/>
                <a:gd name="csY14" fmla="*/ 107967 h 312435"/>
                <a:gd name="csX15" fmla="*/ 192047 w 211156"/>
                <a:gd name="csY15" fmla="*/ 110833 h 312435"/>
                <a:gd name="csX16" fmla="*/ 190614 w 211156"/>
                <a:gd name="csY16" fmla="*/ 110833 h 312435"/>
                <a:gd name="csX17" fmla="*/ 187747 w 211156"/>
                <a:gd name="csY17" fmla="*/ 113700 h 312435"/>
                <a:gd name="csX18" fmla="*/ 180104 w 211156"/>
                <a:gd name="csY18" fmla="*/ 117522 h 312435"/>
                <a:gd name="csX19" fmla="*/ 178670 w 211156"/>
                <a:gd name="csY19" fmla="*/ 118477 h 312435"/>
                <a:gd name="csX20" fmla="*/ 176760 w 211156"/>
                <a:gd name="csY20" fmla="*/ 120866 h 312435"/>
                <a:gd name="csX21" fmla="*/ 174371 w 211156"/>
                <a:gd name="csY21" fmla="*/ 120866 h 312435"/>
                <a:gd name="csX22" fmla="*/ 172938 w 211156"/>
                <a:gd name="csY22" fmla="*/ 122299 h 312435"/>
                <a:gd name="csX23" fmla="*/ 167683 w 211156"/>
                <a:gd name="csY23" fmla="*/ 122299 h 312435"/>
                <a:gd name="csX24" fmla="*/ 162906 w 211156"/>
                <a:gd name="csY24" fmla="*/ 124688 h 312435"/>
                <a:gd name="csX25" fmla="*/ 158128 w 211156"/>
                <a:gd name="csY25" fmla="*/ 126121 h 312435"/>
                <a:gd name="csX26" fmla="*/ 157173 w 211156"/>
                <a:gd name="csY26" fmla="*/ 126121 h 312435"/>
                <a:gd name="csX27" fmla="*/ 156217 w 211156"/>
                <a:gd name="csY27" fmla="*/ 127554 h 312435"/>
                <a:gd name="csX28" fmla="*/ 151918 w 211156"/>
                <a:gd name="csY28" fmla="*/ 128987 h 312435"/>
                <a:gd name="csX29" fmla="*/ 145229 w 211156"/>
                <a:gd name="csY29" fmla="*/ 132331 h 312435"/>
                <a:gd name="csX30" fmla="*/ 139974 w 211156"/>
                <a:gd name="csY30" fmla="*/ 135675 h 312435"/>
                <a:gd name="csX31" fmla="*/ 136153 w 211156"/>
                <a:gd name="csY31" fmla="*/ 139019 h 312435"/>
                <a:gd name="csX32" fmla="*/ 135197 w 211156"/>
                <a:gd name="csY32" fmla="*/ 139019 h 312435"/>
                <a:gd name="csX33" fmla="*/ 133764 w 211156"/>
                <a:gd name="csY33" fmla="*/ 140453 h 312435"/>
                <a:gd name="csX34" fmla="*/ 133764 w 211156"/>
                <a:gd name="csY34" fmla="*/ 141886 h 312435"/>
                <a:gd name="csX35" fmla="*/ 132808 w 211156"/>
                <a:gd name="csY35" fmla="*/ 142841 h 312435"/>
                <a:gd name="csX36" fmla="*/ 129942 w 211156"/>
                <a:gd name="csY36" fmla="*/ 146185 h 312435"/>
                <a:gd name="csX37" fmla="*/ 125642 w 211156"/>
                <a:gd name="csY37" fmla="*/ 150007 h 312435"/>
                <a:gd name="csX38" fmla="*/ 124687 w 211156"/>
                <a:gd name="csY38" fmla="*/ 150963 h 312435"/>
                <a:gd name="csX39" fmla="*/ 122776 w 211156"/>
                <a:gd name="csY39" fmla="*/ 153351 h 312435"/>
                <a:gd name="csX40" fmla="*/ 122776 w 211156"/>
                <a:gd name="csY40" fmla="*/ 154784 h 312435"/>
                <a:gd name="csX41" fmla="*/ 120865 w 211156"/>
                <a:gd name="csY41" fmla="*/ 154784 h 312435"/>
                <a:gd name="csX42" fmla="*/ 119432 w 211156"/>
                <a:gd name="csY42" fmla="*/ 153351 h 312435"/>
                <a:gd name="csX43" fmla="*/ 119432 w 211156"/>
                <a:gd name="csY43" fmla="*/ 156218 h 312435"/>
                <a:gd name="csX44" fmla="*/ 117044 w 211156"/>
                <a:gd name="csY44" fmla="*/ 156218 h 312435"/>
                <a:gd name="csX45" fmla="*/ 114177 w 211156"/>
                <a:gd name="csY45" fmla="*/ 157173 h 312435"/>
                <a:gd name="csX46" fmla="*/ 111788 w 211156"/>
                <a:gd name="csY46" fmla="*/ 158606 h 312435"/>
                <a:gd name="csX47" fmla="*/ 107967 w 211156"/>
                <a:gd name="csY47" fmla="*/ 161950 h 312435"/>
                <a:gd name="csX48" fmla="*/ 102234 w 211156"/>
                <a:gd name="csY48" fmla="*/ 168161 h 312435"/>
                <a:gd name="csX49" fmla="*/ 94112 w 211156"/>
                <a:gd name="csY49" fmla="*/ 174371 h 312435"/>
                <a:gd name="csX50" fmla="*/ 92201 w 211156"/>
                <a:gd name="csY50" fmla="*/ 174371 h 312435"/>
                <a:gd name="csX51" fmla="*/ 89335 w 211156"/>
                <a:gd name="csY51" fmla="*/ 172461 h 312435"/>
                <a:gd name="csX52" fmla="*/ 87902 w 211156"/>
                <a:gd name="csY52" fmla="*/ 172461 h 312435"/>
                <a:gd name="csX53" fmla="*/ 89335 w 211156"/>
                <a:gd name="csY53" fmla="*/ 173416 h 312435"/>
                <a:gd name="csX54" fmla="*/ 90290 w 211156"/>
                <a:gd name="csY54" fmla="*/ 174371 h 312435"/>
                <a:gd name="csX55" fmla="*/ 90290 w 211156"/>
                <a:gd name="csY55" fmla="*/ 179149 h 312435"/>
                <a:gd name="csX56" fmla="*/ 89335 w 211156"/>
                <a:gd name="csY56" fmla="*/ 185359 h 312435"/>
                <a:gd name="csX57" fmla="*/ 89335 w 211156"/>
                <a:gd name="csY57" fmla="*/ 186792 h 312435"/>
                <a:gd name="csX58" fmla="*/ 90769 w 211156"/>
                <a:gd name="csY58" fmla="*/ 188703 h 312435"/>
                <a:gd name="csX59" fmla="*/ 93157 w 211156"/>
                <a:gd name="csY59" fmla="*/ 190614 h 312435"/>
                <a:gd name="csX60" fmla="*/ 95068 w 211156"/>
                <a:gd name="csY60" fmla="*/ 193480 h 312435"/>
                <a:gd name="csX61" fmla="*/ 97935 w 211156"/>
                <a:gd name="csY61" fmla="*/ 201124 h 312435"/>
                <a:gd name="csX62" fmla="*/ 97935 w 211156"/>
                <a:gd name="csY62" fmla="*/ 204946 h 312435"/>
                <a:gd name="csX63" fmla="*/ 100801 w 211156"/>
                <a:gd name="csY63" fmla="*/ 209723 h 312435"/>
                <a:gd name="csX64" fmla="*/ 100801 w 211156"/>
                <a:gd name="csY64" fmla="*/ 212112 h 312435"/>
                <a:gd name="csX65" fmla="*/ 102234 w 211156"/>
                <a:gd name="csY65" fmla="*/ 217367 h 312435"/>
                <a:gd name="csX66" fmla="*/ 102234 w 211156"/>
                <a:gd name="csY66" fmla="*/ 224533 h 312435"/>
                <a:gd name="csX67" fmla="*/ 103667 w 211156"/>
                <a:gd name="csY67" fmla="*/ 225488 h 312435"/>
                <a:gd name="csX68" fmla="*/ 103667 w 211156"/>
                <a:gd name="csY68" fmla="*/ 219756 h 312435"/>
                <a:gd name="csX69" fmla="*/ 104622 w 211156"/>
                <a:gd name="csY69" fmla="*/ 218800 h 312435"/>
                <a:gd name="csX70" fmla="*/ 105578 w 211156"/>
                <a:gd name="csY70" fmla="*/ 218800 h 312435"/>
                <a:gd name="csX71" fmla="*/ 105578 w 211156"/>
                <a:gd name="csY71" fmla="*/ 223578 h 312435"/>
                <a:gd name="csX72" fmla="*/ 104622 w 211156"/>
                <a:gd name="csY72" fmla="*/ 229310 h 312435"/>
                <a:gd name="csX73" fmla="*/ 104622 w 211156"/>
                <a:gd name="csY73" fmla="*/ 231699 h 312435"/>
                <a:gd name="csX74" fmla="*/ 106533 w 211156"/>
                <a:gd name="csY74" fmla="*/ 235521 h 312435"/>
                <a:gd name="csX75" fmla="*/ 105100 w 211156"/>
                <a:gd name="csY75" fmla="*/ 239820 h 312435"/>
                <a:gd name="csX76" fmla="*/ 102712 w 211156"/>
                <a:gd name="csY76" fmla="*/ 250330 h 312435"/>
                <a:gd name="csX77" fmla="*/ 102712 w 211156"/>
                <a:gd name="csY77" fmla="*/ 253197 h 312435"/>
                <a:gd name="csX78" fmla="*/ 104145 w 211156"/>
                <a:gd name="csY78" fmla="*/ 253197 h 312435"/>
                <a:gd name="csX79" fmla="*/ 104145 w 211156"/>
                <a:gd name="csY79" fmla="*/ 252241 h 312435"/>
                <a:gd name="csX80" fmla="*/ 105578 w 211156"/>
                <a:gd name="csY80" fmla="*/ 252241 h 312435"/>
                <a:gd name="csX81" fmla="*/ 105578 w 211156"/>
                <a:gd name="csY81" fmla="*/ 257974 h 312435"/>
                <a:gd name="csX82" fmla="*/ 104145 w 211156"/>
                <a:gd name="csY82" fmla="*/ 259885 h 312435"/>
                <a:gd name="csX83" fmla="*/ 100323 w 211156"/>
                <a:gd name="csY83" fmla="*/ 265140 h 312435"/>
                <a:gd name="csX84" fmla="*/ 98412 w 211156"/>
                <a:gd name="csY84" fmla="*/ 267529 h 312435"/>
                <a:gd name="csX85" fmla="*/ 95068 w 211156"/>
                <a:gd name="csY85" fmla="*/ 269917 h 312435"/>
                <a:gd name="csX86" fmla="*/ 87424 w 211156"/>
                <a:gd name="csY86" fmla="*/ 273261 h 312435"/>
                <a:gd name="csX87" fmla="*/ 72137 w 211156"/>
                <a:gd name="csY87" fmla="*/ 278039 h 312435"/>
                <a:gd name="csX88" fmla="*/ 65926 w 211156"/>
                <a:gd name="csY88" fmla="*/ 280427 h 312435"/>
                <a:gd name="csX89" fmla="*/ 62105 w 211156"/>
                <a:gd name="csY89" fmla="*/ 281860 h 312435"/>
                <a:gd name="csX90" fmla="*/ 54461 w 211156"/>
                <a:gd name="csY90" fmla="*/ 286638 h 312435"/>
                <a:gd name="csX91" fmla="*/ 51117 w 211156"/>
                <a:gd name="csY91" fmla="*/ 289504 h 312435"/>
                <a:gd name="csX92" fmla="*/ 49683 w 211156"/>
                <a:gd name="csY92" fmla="*/ 292848 h 312435"/>
                <a:gd name="csX93" fmla="*/ 48251 w 211156"/>
                <a:gd name="csY93" fmla="*/ 294282 h 312435"/>
                <a:gd name="csX94" fmla="*/ 46817 w 211156"/>
                <a:gd name="csY94" fmla="*/ 296192 h 312435"/>
                <a:gd name="csX95" fmla="*/ 47773 w 211156"/>
                <a:gd name="csY95" fmla="*/ 298103 h 312435"/>
                <a:gd name="csX96" fmla="*/ 48728 w 211156"/>
                <a:gd name="csY96" fmla="*/ 299536 h 312435"/>
                <a:gd name="csX97" fmla="*/ 50162 w 211156"/>
                <a:gd name="csY97" fmla="*/ 300492 h 312435"/>
                <a:gd name="csX98" fmla="*/ 50162 w 211156"/>
                <a:gd name="csY98" fmla="*/ 301447 h 312435"/>
                <a:gd name="csX99" fmla="*/ 51594 w 211156"/>
                <a:gd name="csY99" fmla="*/ 301447 h 312435"/>
                <a:gd name="csX100" fmla="*/ 52550 w 211156"/>
                <a:gd name="csY100" fmla="*/ 298581 h 312435"/>
                <a:gd name="csX101" fmla="*/ 52550 w 211156"/>
                <a:gd name="csY101" fmla="*/ 297626 h 312435"/>
                <a:gd name="csX102" fmla="*/ 53505 w 211156"/>
                <a:gd name="csY102" fmla="*/ 297626 h 312435"/>
                <a:gd name="csX103" fmla="*/ 53505 w 211156"/>
                <a:gd name="csY103" fmla="*/ 300970 h 312435"/>
                <a:gd name="csX104" fmla="*/ 52072 w 211156"/>
                <a:gd name="csY104" fmla="*/ 312435 h 312435"/>
                <a:gd name="csX105" fmla="*/ 36785 w 211156"/>
                <a:gd name="csY105" fmla="*/ 312435 h 312435"/>
                <a:gd name="csX106" fmla="*/ 36785 w 211156"/>
                <a:gd name="csY106" fmla="*/ 306225 h 312435"/>
                <a:gd name="csX107" fmla="*/ 36785 w 211156"/>
                <a:gd name="csY107" fmla="*/ 306225 h 312435"/>
                <a:gd name="csX108" fmla="*/ 36785 w 211156"/>
                <a:gd name="csY108" fmla="*/ 302881 h 312435"/>
                <a:gd name="csX109" fmla="*/ 35830 w 211156"/>
                <a:gd name="csY109" fmla="*/ 301447 h 312435"/>
                <a:gd name="csX110" fmla="*/ 35830 w 211156"/>
                <a:gd name="csY110" fmla="*/ 296192 h 312435"/>
                <a:gd name="csX111" fmla="*/ 34396 w 211156"/>
                <a:gd name="csY111" fmla="*/ 296192 h 312435"/>
                <a:gd name="csX112" fmla="*/ 34396 w 211156"/>
                <a:gd name="csY112" fmla="*/ 295237 h 312435"/>
                <a:gd name="csX113" fmla="*/ 34396 w 211156"/>
                <a:gd name="csY113" fmla="*/ 295237 h 312435"/>
                <a:gd name="csX114" fmla="*/ 34396 w 211156"/>
                <a:gd name="csY114" fmla="*/ 290937 h 312435"/>
                <a:gd name="csX115" fmla="*/ 35352 w 211156"/>
                <a:gd name="csY115" fmla="*/ 288071 h 312435"/>
                <a:gd name="csX116" fmla="*/ 35352 w 211156"/>
                <a:gd name="csY116" fmla="*/ 262274 h 312435"/>
                <a:gd name="csX117" fmla="*/ 34396 w 211156"/>
                <a:gd name="csY117" fmla="*/ 260363 h 312435"/>
                <a:gd name="csX118" fmla="*/ 33441 w 211156"/>
                <a:gd name="csY118" fmla="*/ 256541 h 312435"/>
                <a:gd name="csX119" fmla="*/ 32485 w 211156"/>
                <a:gd name="csY119" fmla="*/ 253675 h 312435"/>
                <a:gd name="csX120" fmla="*/ 31052 w 211156"/>
                <a:gd name="csY120" fmla="*/ 251763 h 312435"/>
                <a:gd name="csX121" fmla="*/ 31052 w 211156"/>
                <a:gd name="csY121" fmla="*/ 250808 h 312435"/>
                <a:gd name="csX122" fmla="*/ 30097 w 211156"/>
                <a:gd name="csY122" fmla="*/ 249375 h 312435"/>
                <a:gd name="csX123" fmla="*/ 28664 w 211156"/>
                <a:gd name="csY123" fmla="*/ 246986 h 312435"/>
                <a:gd name="csX124" fmla="*/ 27708 w 211156"/>
                <a:gd name="csY124" fmla="*/ 245553 h 312435"/>
                <a:gd name="csX125" fmla="*/ 27708 w 211156"/>
                <a:gd name="csY125" fmla="*/ 241731 h 312435"/>
                <a:gd name="csX126" fmla="*/ 26275 w 211156"/>
                <a:gd name="csY126" fmla="*/ 236476 h 312435"/>
                <a:gd name="csX127" fmla="*/ 25319 w 211156"/>
                <a:gd name="csY127" fmla="*/ 232654 h 312435"/>
                <a:gd name="csX128" fmla="*/ 23886 w 211156"/>
                <a:gd name="csY128" fmla="*/ 228833 h 312435"/>
                <a:gd name="csX129" fmla="*/ 22931 w 211156"/>
                <a:gd name="csY129" fmla="*/ 225966 h 312435"/>
                <a:gd name="csX130" fmla="*/ 22931 w 211156"/>
                <a:gd name="csY130" fmla="*/ 225966 h 312435"/>
                <a:gd name="csX131" fmla="*/ 22931 w 211156"/>
                <a:gd name="csY131" fmla="*/ 224533 h 312435"/>
                <a:gd name="csX132" fmla="*/ 25797 w 211156"/>
                <a:gd name="csY132" fmla="*/ 222622 h 312435"/>
                <a:gd name="csX133" fmla="*/ 28664 w 211156"/>
                <a:gd name="csY133" fmla="*/ 219756 h 312435"/>
                <a:gd name="csX134" fmla="*/ 32008 w 211156"/>
                <a:gd name="csY134" fmla="*/ 216412 h 312435"/>
                <a:gd name="csX135" fmla="*/ 34874 w 211156"/>
                <a:gd name="csY135" fmla="*/ 213545 h 312435"/>
                <a:gd name="csX136" fmla="*/ 37263 w 211156"/>
                <a:gd name="csY136" fmla="*/ 211156 h 312435"/>
                <a:gd name="csX137" fmla="*/ 40607 w 211156"/>
                <a:gd name="csY137" fmla="*/ 207335 h 312435"/>
                <a:gd name="csX138" fmla="*/ 43951 w 211156"/>
                <a:gd name="csY138" fmla="*/ 203991 h 312435"/>
                <a:gd name="csX139" fmla="*/ 44906 w 211156"/>
                <a:gd name="csY139" fmla="*/ 203991 h 312435"/>
                <a:gd name="csX140" fmla="*/ 44906 w 211156"/>
                <a:gd name="csY140" fmla="*/ 203035 h 312435"/>
                <a:gd name="csX141" fmla="*/ 43473 w 211156"/>
                <a:gd name="csY141" fmla="*/ 200169 h 312435"/>
                <a:gd name="csX142" fmla="*/ 45862 w 211156"/>
                <a:gd name="csY142" fmla="*/ 196347 h 312435"/>
                <a:gd name="csX143" fmla="*/ 45862 w 211156"/>
                <a:gd name="csY143" fmla="*/ 196347 h 312435"/>
                <a:gd name="csX144" fmla="*/ 45862 w 211156"/>
                <a:gd name="csY144" fmla="*/ 190614 h 312435"/>
                <a:gd name="csX145" fmla="*/ 46817 w 211156"/>
                <a:gd name="csY145" fmla="*/ 189659 h 312435"/>
                <a:gd name="csX146" fmla="*/ 49683 w 211156"/>
                <a:gd name="csY146" fmla="*/ 187748 h 312435"/>
                <a:gd name="csX147" fmla="*/ 51594 w 211156"/>
                <a:gd name="csY147" fmla="*/ 184881 h 312435"/>
                <a:gd name="csX148" fmla="*/ 53505 w 211156"/>
                <a:gd name="csY148" fmla="*/ 182015 h 312435"/>
                <a:gd name="csX149" fmla="*/ 55894 w 211156"/>
                <a:gd name="csY149" fmla="*/ 177715 h 312435"/>
                <a:gd name="csX150" fmla="*/ 55894 w 211156"/>
                <a:gd name="csY150" fmla="*/ 174371 h 312435"/>
                <a:gd name="csX151" fmla="*/ 53505 w 211156"/>
                <a:gd name="csY151" fmla="*/ 171983 h 312435"/>
                <a:gd name="csX152" fmla="*/ 52550 w 211156"/>
                <a:gd name="csY152" fmla="*/ 170072 h 312435"/>
                <a:gd name="csX153" fmla="*/ 51594 w 211156"/>
                <a:gd name="csY153" fmla="*/ 166728 h 312435"/>
                <a:gd name="csX154" fmla="*/ 52550 w 211156"/>
                <a:gd name="csY154" fmla="*/ 163861 h 312435"/>
                <a:gd name="csX155" fmla="*/ 52550 w 211156"/>
                <a:gd name="csY155" fmla="*/ 160039 h 312435"/>
                <a:gd name="csX156" fmla="*/ 49683 w 211156"/>
                <a:gd name="csY156" fmla="*/ 160039 h 312435"/>
                <a:gd name="csX157" fmla="*/ 49683 w 211156"/>
                <a:gd name="csY157" fmla="*/ 156695 h 312435"/>
                <a:gd name="csX158" fmla="*/ 52550 w 211156"/>
                <a:gd name="csY158" fmla="*/ 155262 h 312435"/>
                <a:gd name="csX159" fmla="*/ 52550 w 211156"/>
                <a:gd name="csY159" fmla="*/ 155262 h 312435"/>
                <a:gd name="csX160" fmla="*/ 52550 w 211156"/>
                <a:gd name="csY160" fmla="*/ 152873 h 312435"/>
                <a:gd name="csX161" fmla="*/ 53505 w 211156"/>
                <a:gd name="csY161" fmla="*/ 150007 h 312435"/>
                <a:gd name="csX162" fmla="*/ 54461 w 211156"/>
                <a:gd name="csY162" fmla="*/ 147619 h 312435"/>
                <a:gd name="csX163" fmla="*/ 54461 w 211156"/>
                <a:gd name="csY163" fmla="*/ 126121 h 312435"/>
                <a:gd name="csX164" fmla="*/ 52550 w 211156"/>
                <a:gd name="csY164" fmla="*/ 122299 h 312435"/>
                <a:gd name="csX165" fmla="*/ 52550 w 211156"/>
                <a:gd name="csY165" fmla="*/ 119432 h 312435"/>
                <a:gd name="csX166" fmla="*/ 53505 w 211156"/>
                <a:gd name="csY166" fmla="*/ 117522 h 312435"/>
                <a:gd name="csX167" fmla="*/ 53505 w 211156"/>
                <a:gd name="csY167" fmla="*/ 116088 h 312435"/>
                <a:gd name="csX168" fmla="*/ 49206 w 211156"/>
                <a:gd name="csY168" fmla="*/ 116088 h 312435"/>
                <a:gd name="csX169" fmla="*/ 47295 w 211156"/>
                <a:gd name="csY169" fmla="*/ 114177 h 312435"/>
                <a:gd name="csX170" fmla="*/ 43473 w 211156"/>
                <a:gd name="csY170" fmla="*/ 112744 h 312435"/>
                <a:gd name="csX171" fmla="*/ 39174 w 211156"/>
                <a:gd name="csY171" fmla="*/ 111311 h 312435"/>
                <a:gd name="csX172" fmla="*/ 32963 w 211156"/>
                <a:gd name="csY172" fmla="*/ 111311 h 312435"/>
                <a:gd name="csX173" fmla="*/ 28186 w 211156"/>
                <a:gd name="csY173" fmla="*/ 107012 h 312435"/>
                <a:gd name="csX174" fmla="*/ 24364 w 211156"/>
                <a:gd name="csY174" fmla="*/ 107012 h 312435"/>
                <a:gd name="csX175" fmla="*/ 22931 w 211156"/>
                <a:gd name="csY175" fmla="*/ 106056 h 312435"/>
                <a:gd name="csX176" fmla="*/ 19109 w 211156"/>
                <a:gd name="csY176" fmla="*/ 103667 h 312435"/>
                <a:gd name="csX177" fmla="*/ 2866 w 211156"/>
                <a:gd name="csY177" fmla="*/ 103667 h 312435"/>
                <a:gd name="csX178" fmla="*/ 2866 w 211156"/>
                <a:gd name="csY178" fmla="*/ 95068 h 312435"/>
                <a:gd name="csX179" fmla="*/ 1910 w 211156"/>
                <a:gd name="csY179" fmla="*/ 92202 h 312435"/>
                <a:gd name="csX180" fmla="*/ 955 w 211156"/>
                <a:gd name="csY180" fmla="*/ 91247 h 312435"/>
                <a:gd name="csX181" fmla="*/ 0 w 211156"/>
                <a:gd name="csY181" fmla="*/ 89335 h 312435"/>
                <a:gd name="csX182" fmla="*/ 0 w 211156"/>
                <a:gd name="csY182" fmla="*/ 85991 h 312435"/>
                <a:gd name="csX183" fmla="*/ 0 w 211156"/>
                <a:gd name="csY183" fmla="*/ 85991 h 312435"/>
                <a:gd name="csX184" fmla="*/ 4299 w 211156"/>
                <a:gd name="csY184" fmla="*/ 84558 h 312435"/>
                <a:gd name="csX185" fmla="*/ 6210 w 211156"/>
                <a:gd name="csY185" fmla="*/ 83603 h 312435"/>
                <a:gd name="csX186" fmla="*/ 9076 w 211156"/>
                <a:gd name="csY186" fmla="*/ 82647 h 312435"/>
                <a:gd name="csX187" fmla="*/ 13854 w 211156"/>
                <a:gd name="csY187" fmla="*/ 81214 h 312435"/>
                <a:gd name="csX188" fmla="*/ 14809 w 211156"/>
                <a:gd name="csY188" fmla="*/ 81214 h 312435"/>
                <a:gd name="csX189" fmla="*/ 18153 w 211156"/>
                <a:gd name="csY189" fmla="*/ 80259 h 312435"/>
                <a:gd name="csX190" fmla="*/ 21975 w 211156"/>
                <a:gd name="csY190" fmla="*/ 79303 h 312435"/>
                <a:gd name="csX191" fmla="*/ 26275 w 211156"/>
                <a:gd name="csY191" fmla="*/ 78348 h 312435"/>
                <a:gd name="csX192" fmla="*/ 28186 w 211156"/>
                <a:gd name="csY192" fmla="*/ 77392 h 312435"/>
                <a:gd name="csX193" fmla="*/ 30097 w 211156"/>
                <a:gd name="csY193" fmla="*/ 76437 h 312435"/>
                <a:gd name="csX194" fmla="*/ 34874 w 211156"/>
                <a:gd name="csY194" fmla="*/ 75004 h 312435"/>
                <a:gd name="csX195" fmla="*/ 36307 w 211156"/>
                <a:gd name="csY195" fmla="*/ 75004 h 312435"/>
                <a:gd name="csX196" fmla="*/ 39174 w 211156"/>
                <a:gd name="csY196" fmla="*/ 73570 h 312435"/>
                <a:gd name="csX197" fmla="*/ 40607 w 211156"/>
                <a:gd name="csY197" fmla="*/ 73570 h 312435"/>
                <a:gd name="csX198" fmla="*/ 46340 w 211156"/>
                <a:gd name="csY198" fmla="*/ 71659 h 312435"/>
                <a:gd name="csX199" fmla="*/ 52550 w 211156"/>
                <a:gd name="csY199" fmla="*/ 69749 h 312435"/>
                <a:gd name="csX200" fmla="*/ 54939 w 211156"/>
                <a:gd name="csY200" fmla="*/ 68793 h 312435"/>
                <a:gd name="csX201" fmla="*/ 55894 w 211156"/>
                <a:gd name="csY201" fmla="*/ 68793 h 312435"/>
                <a:gd name="csX202" fmla="*/ 59238 w 211156"/>
                <a:gd name="csY202" fmla="*/ 67360 h 312435"/>
                <a:gd name="csX203" fmla="*/ 60194 w 211156"/>
                <a:gd name="csY203" fmla="*/ 67360 h 312435"/>
                <a:gd name="csX204" fmla="*/ 63060 w 211156"/>
                <a:gd name="csY204" fmla="*/ 72615 h 312435"/>
                <a:gd name="csX205" fmla="*/ 65449 w 211156"/>
                <a:gd name="csY205" fmla="*/ 75481 h 312435"/>
                <a:gd name="csX206" fmla="*/ 65449 w 211156"/>
                <a:gd name="csY206" fmla="*/ 75481 h 312435"/>
                <a:gd name="csX207" fmla="*/ 67837 w 211156"/>
                <a:gd name="csY207" fmla="*/ 77870 h 312435"/>
                <a:gd name="csX208" fmla="*/ 70226 w 211156"/>
                <a:gd name="csY208" fmla="*/ 77870 h 312435"/>
                <a:gd name="csX209" fmla="*/ 74048 w 211156"/>
                <a:gd name="csY209" fmla="*/ 76915 h 312435"/>
                <a:gd name="csX210" fmla="*/ 76914 w 211156"/>
                <a:gd name="csY210" fmla="*/ 76915 h 312435"/>
                <a:gd name="csX211" fmla="*/ 78825 w 211156"/>
                <a:gd name="csY211" fmla="*/ 75959 h 312435"/>
                <a:gd name="csX212" fmla="*/ 82169 w 211156"/>
                <a:gd name="csY212" fmla="*/ 75959 h 312435"/>
                <a:gd name="csX213" fmla="*/ 84558 w 211156"/>
                <a:gd name="csY213" fmla="*/ 79303 h 312435"/>
                <a:gd name="csX214" fmla="*/ 84558 w 211156"/>
                <a:gd name="csY214" fmla="*/ 81692 h 312435"/>
                <a:gd name="csX215" fmla="*/ 84558 w 211156"/>
                <a:gd name="csY215" fmla="*/ 81692 h 312435"/>
                <a:gd name="csX216" fmla="*/ 84558 w 211156"/>
                <a:gd name="csY216" fmla="*/ 92202 h 312435"/>
                <a:gd name="csX217" fmla="*/ 82647 w 211156"/>
                <a:gd name="csY217" fmla="*/ 95546 h 312435"/>
                <a:gd name="csX218" fmla="*/ 82647 w 211156"/>
                <a:gd name="csY218" fmla="*/ 97457 h 312435"/>
                <a:gd name="csX219" fmla="*/ 81214 w 211156"/>
                <a:gd name="csY219" fmla="*/ 99846 h 312435"/>
                <a:gd name="csX220" fmla="*/ 79781 w 211156"/>
                <a:gd name="csY220" fmla="*/ 101279 h 312435"/>
                <a:gd name="csX221" fmla="*/ 78825 w 211156"/>
                <a:gd name="csY221" fmla="*/ 102234 h 312435"/>
                <a:gd name="csX222" fmla="*/ 78825 w 211156"/>
                <a:gd name="csY222" fmla="*/ 103190 h 312435"/>
                <a:gd name="csX223" fmla="*/ 79781 w 211156"/>
                <a:gd name="csY223" fmla="*/ 104145 h 312435"/>
                <a:gd name="csX224" fmla="*/ 81692 w 211156"/>
                <a:gd name="csY224" fmla="*/ 106056 h 312435"/>
                <a:gd name="csX225" fmla="*/ 81692 w 211156"/>
                <a:gd name="csY225" fmla="*/ 110356 h 312435"/>
                <a:gd name="csX226" fmla="*/ 82647 w 211156"/>
                <a:gd name="csY226" fmla="*/ 110356 h 312435"/>
                <a:gd name="csX227" fmla="*/ 84558 w 211156"/>
                <a:gd name="csY227" fmla="*/ 111789 h 312435"/>
                <a:gd name="csX228" fmla="*/ 86469 w 211156"/>
                <a:gd name="csY228" fmla="*/ 113700 h 312435"/>
                <a:gd name="csX229" fmla="*/ 86469 w 211156"/>
                <a:gd name="csY229" fmla="*/ 113700 h 312435"/>
                <a:gd name="csX230" fmla="*/ 89335 w 211156"/>
                <a:gd name="csY230" fmla="*/ 116088 h 312435"/>
                <a:gd name="csX231" fmla="*/ 92679 w 211156"/>
                <a:gd name="csY231" fmla="*/ 119910 h 312435"/>
                <a:gd name="csX232" fmla="*/ 92679 w 211156"/>
                <a:gd name="csY232" fmla="*/ 119910 h 312435"/>
                <a:gd name="csX233" fmla="*/ 94112 w 211156"/>
                <a:gd name="csY233" fmla="*/ 120866 h 312435"/>
                <a:gd name="csX234" fmla="*/ 95546 w 211156"/>
                <a:gd name="csY234" fmla="*/ 120866 h 312435"/>
                <a:gd name="csX235" fmla="*/ 95546 w 211156"/>
                <a:gd name="csY235" fmla="*/ 123732 h 312435"/>
                <a:gd name="csX236" fmla="*/ 94112 w 211156"/>
                <a:gd name="csY236" fmla="*/ 124688 h 312435"/>
                <a:gd name="csX237" fmla="*/ 94112 w 211156"/>
                <a:gd name="csY237" fmla="*/ 124688 h 312435"/>
                <a:gd name="csX238" fmla="*/ 94112 w 211156"/>
                <a:gd name="csY238" fmla="*/ 125643 h 312435"/>
                <a:gd name="csX239" fmla="*/ 97935 w 211156"/>
                <a:gd name="csY239" fmla="*/ 125643 h 312435"/>
                <a:gd name="csX240" fmla="*/ 97935 w 211156"/>
                <a:gd name="csY240" fmla="*/ 119432 h 312435"/>
                <a:gd name="csX241" fmla="*/ 96501 w 211156"/>
                <a:gd name="csY241" fmla="*/ 116088 h 312435"/>
                <a:gd name="csX242" fmla="*/ 95546 w 211156"/>
                <a:gd name="csY242" fmla="*/ 114655 h 312435"/>
                <a:gd name="csX243" fmla="*/ 95546 w 211156"/>
                <a:gd name="csY243" fmla="*/ 114655 h 312435"/>
                <a:gd name="csX244" fmla="*/ 95546 w 211156"/>
                <a:gd name="csY244" fmla="*/ 113222 h 312435"/>
                <a:gd name="csX245" fmla="*/ 96501 w 211156"/>
                <a:gd name="csY245" fmla="*/ 110833 h 312435"/>
                <a:gd name="csX246" fmla="*/ 97456 w 211156"/>
                <a:gd name="csY246" fmla="*/ 108445 h 312435"/>
                <a:gd name="csX247" fmla="*/ 97456 w 211156"/>
                <a:gd name="csY247" fmla="*/ 107489 h 312435"/>
                <a:gd name="csX248" fmla="*/ 103667 w 211156"/>
                <a:gd name="csY248" fmla="*/ 107489 h 312435"/>
                <a:gd name="csX249" fmla="*/ 105578 w 211156"/>
                <a:gd name="csY249" fmla="*/ 106534 h 312435"/>
                <a:gd name="csX250" fmla="*/ 106533 w 211156"/>
                <a:gd name="csY250" fmla="*/ 105578 h 312435"/>
                <a:gd name="csX251" fmla="*/ 106533 w 211156"/>
                <a:gd name="csY251" fmla="*/ 105578 h 312435"/>
                <a:gd name="csX252" fmla="*/ 106533 w 211156"/>
                <a:gd name="csY252" fmla="*/ 103667 h 312435"/>
                <a:gd name="csX253" fmla="*/ 107967 w 211156"/>
                <a:gd name="csY253" fmla="*/ 98412 h 312435"/>
                <a:gd name="csX254" fmla="*/ 107967 w 211156"/>
                <a:gd name="csY254" fmla="*/ 86469 h 312435"/>
                <a:gd name="csX255" fmla="*/ 109878 w 211156"/>
                <a:gd name="csY255" fmla="*/ 83603 h 312435"/>
                <a:gd name="csX256" fmla="*/ 109878 w 211156"/>
                <a:gd name="csY256" fmla="*/ 83603 h 312435"/>
                <a:gd name="csX257" fmla="*/ 109878 w 211156"/>
                <a:gd name="csY257" fmla="*/ 79303 h 312435"/>
                <a:gd name="csX258" fmla="*/ 107011 w 211156"/>
                <a:gd name="csY258" fmla="*/ 75481 h 312435"/>
                <a:gd name="csX259" fmla="*/ 103189 w 211156"/>
                <a:gd name="csY259" fmla="*/ 70704 h 312435"/>
                <a:gd name="csX260" fmla="*/ 100801 w 211156"/>
                <a:gd name="csY260" fmla="*/ 67838 h 312435"/>
                <a:gd name="csX261" fmla="*/ 98412 w 211156"/>
                <a:gd name="csY261" fmla="*/ 64971 h 312435"/>
                <a:gd name="csX262" fmla="*/ 93635 w 211156"/>
                <a:gd name="csY262" fmla="*/ 60194 h 312435"/>
                <a:gd name="csX263" fmla="*/ 93635 w 211156"/>
                <a:gd name="csY263" fmla="*/ 60194 h 312435"/>
                <a:gd name="csX264" fmla="*/ 91724 w 211156"/>
                <a:gd name="csY264" fmla="*/ 58283 h 312435"/>
                <a:gd name="csX265" fmla="*/ 90769 w 211156"/>
                <a:gd name="csY265" fmla="*/ 58283 h 312435"/>
                <a:gd name="csX266" fmla="*/ 86947 w 211156"/>
                <a:gd name="csY266" fmla="*/ 56850 h 312435"/>
                <a:gd name="csX267" fmla="*/ 85991 w 211156"/>
                <a:gd name="csY267" fmla="*/ 55894 h 312435"/>
                <a:gd name="csX268" fmla="*/ 85035 w 211156"/>
                <a:gd name="csY268" fmla="*/ 54461 h 312435"/>
                <a:gd name="csX269" fmla="*/ 85035 w 211156"/>
                <a:gd name="csY269" fmla="*/ 46340 h 312435"/>
                <a:gd name="csX270" fmla="*/ 84080 w 211156"/>
                <a:gd name="csY270" fmla="*/ 41563 h 312435"/>
                <a:gd name="csX271" fmla="*/ 84080 w 211156"/>
                <a:gd name="csY271" fmla="*/ 40129 h 312435"/>
                <a:gd name="csX272" fmla="*/ 82647 w 211156"/>
                <a:gd name="csY272" fmla="*/ 36308 h 312435"/>
                <a:gd name="csX273" fmla="*/ 81692 w 211156"/>
                <a:gd name="csY273" fmla="*/ 32963 h 312435"/>
                <a:gd name="csX274" fmla="*/ 81692 w 211156"/>
                <a:gd name="csY274" fmla="*/ 31052 h 312435"/>
                <a:gd name="csX275" fmla="*/ 83603 w 211156"/>
                <a:gd name="csY275" fmla="*/ 28664 h 312435"/>
                <a:gd name="csX276" fmla="*/ 85035 w 211156"/>
                <a:gd name="csY276" fmla="*/ 26753 h 312435"/>
                <a:gd name="csX277" fmla="*/ 85035 w 211156"/>
                <a:gd name="csY277" fmla="*/ 25798 h 312435"/>
                <a:gd name="csX278" fmla="*/ 86469 w 211156"/>
                <a:gd name="csY278" fmla="*/ 22931 h 312435"/>
                <a:gd name="csX279" fmla="*/ 86469 w 211156"/>
                <a:gd name="csY279" fmla="*/ 21498 h 312435"/>
                <a:gd name="csX280" fmla="*/ 106056 w 211156"/>
                <a:gd name="csY280" fmla="*/ 21498 h 312435"/>
                <a:gd name="csX281" fmla="*/ 107489 w 211156"/>
                <a:gd name="csY281" fmla="*/ 20065 h 312435"/>
                <a:gd name="csX282" fmla="*/ 108922 w 211156"/>
                <a:gd name="csY282" fmla="*/ 18632 h 312435"/>
                <a:gd name="csX283" fmla="*/ 111311 w 211156"/>
                <a:gd name="csY283" fmla="*/ 18632 h 312435"/>
                <a:gd name="csX284" fmla="*/ 114655 w 211156"/>
                <a:gd name="csY284" fmla="*/ 20065 h 312435"/>
                <a:gd name="csX285" fmla="*/ 116566 w 211156"/>
                <a:gd name="csY285" fmla="*/ 21498 h 312435"/>
                <a:gd name="csX286" fmla="*/ 116566 w 211156"/>
                <a:gd name="csY286" fmla="*/ 22453 h 312435"/>
                <a:gd name="csX287" fmla="*/ 126120 w 211156"/>
                <a:gd name="csY287" fmla="*/ 22453 h 312435"/>
                <a:gd name="csX288" fmla="*/ 128031 w 211156"/>
                <a:gd name="csY288" fmla="*/ 20543 h 312435"/>
                <a:gd name="csX289" fmla="*/ 129942 w 211156"/>
                <a:gd name="csY289" fmla="*/ 19587 h 312435"/>
                <a:gd name="csX290" fmla="*/ 133286 w 211156"/>
                <a:gd name="csY290" fmla="*/ 19587 h 312435"/>
                <a:gd name="csX291" fmla="*/ 134242 w 211156"/>
                <a:gd name="csY291" fmla="*/ 20543 h 312435"/>
                <a:gd name="csX292" fmla="*/ 136153 w 211156"/>
                <a:gd name="csY292" fmla="*/ 21498 h 312435"/>
                <a:gd name="csX293" fmla="*/ 142363 w 211156"/>
                <a:gd name="csY293" fmla="*/ 21498 h 312435"/>
                <a:gd name="csX294" fmla="*/ 146185 w 211156"/>
                <a:gd name="csY294" fmla="*/ 19587 h 312435"/>
                <a:gd name="csX295" fmla="*/ 148096 w 211156"/>
                <a:gd name="csY295" fmla="*/ 17676 h 312435"/>
                <a:gd name="csX296" fmla="*/ 148096 w 211156"/>
                <a:gd name="csY296" fmla="*/ 15765 h 312435"/>
                <a:gd name="csX297" fmla="*/ 149051 w 211156"/>
                <a:gd name="csY297" fmla="*/ 15765 h 312435"/>
                <a:gd name="csX298" fmla="*/ 149051 w 211156"/>
                <a:gd name="csY298" fmla="*/ 14810 h 312435"/>
                <a:gd name="csX299" fmla="*/ 158128 w 211156"/>
                <a:gd name="csY299" fmla="*/ 14810 h 312435"/>
                <a:gd name="csX300" fmla="*/ 161472 w 211156"/>
                <a:gd name="csY300" fmla="*/ 17198 h 312435"/>
                <a:gd name="csX301" fmla="*/ 161472 w 211156"/>
                <a:gd name="csY301" fmla="*/ 17198 h 312435"/>
                <a:gd name="csX302" fmla="*/ 163383 w 211156"/>
                <a:gd name="csY302" fmla="*/ 15765 h 312435"/>
                <a:gd name="csX303" fmla="*/ 167205 w 211156"/>
                <a:gd name="csY303" fmla="*/ 13377 h 312435"/>
                <a:gd name="csX304" fmla="*/ 171027 w 211156"/>
                <a:gd name="csY304" fmla="*/ 12421 h 312435"/>
                <a:gd name="csX305" fmla="*/ 174849 w 211156"/>
                <a:gd name="csY305" fmla="*/ 12421 h 312435"/>
                <a:gd name="csX306" fmla="*/ 177715 w 211156"/>
                <a:gd name="csY306" fmla="*/ 11466 h 312435"/>
                <a:gd name="csX307" fmla="*/ 180104 w 211156"/>
                <a:gd name="csY307" fmla="*/ 10032 h 312435"/>
                <a:gd name="csX308" fmla="*/ 182492 w 211156"/>
                <a:gd name="csY308" fmla="*/ 9077 h 312435"/>
                <a:gd name="csX309" fmla="*/ 184881 w 211156"/>
                <a:gd name="csY309" fmla="*/ 9077 h 312435"/>
                <a:gd name="csX310" fmla="*/ 187270 w 211156"/>
                <a:gd name="csY310" fmla="*/ 8121 h 312435"/>
                <a:gd name="csX311" fmla="*/ 187270 w 211156"/>
                <a:gd name="csY311" fmla="*/ 8121 h 312435"/>
                <a:gd name="csX312" fmla="*/ 190614 w 211156"/>
                <a:gd name="csY312" fmla="*/ 6211 h 312435"/>
                <a:gd name="csX313" fmla="*/ 193958 w 211156"/>
                <a:gd name="csY313" fmla="*/ 3822 h 312435"/>
                <a:gd name="csX314" fmla="*/ 197302 w 211156"/>
                <a:gd name="csY314" fmla="*/ 1433 h 312435"/>
                <a:gd name="csX315" fmla="*/ 199691 w 211156"/>
                <a:gd name="csY315" fmla="*/ 0 h 312435"/>
                <a:gd name="csX316" fmla="*/ 199691 w 211156"/>
                <a:gd name="csY316" fmla="*/ 0 h 312435"/>
                <a:gd name="csX317" fmla="*/ 200646 w 211156"/>
                <a:gd name="csY317" fmla="*/ 1911 h 312435"/>
                <a:gd name="csX318" fmla="*/ 202557 w 211156"/>
                <a:gd name="csY318" fmla="*/ 3822 h 312435"/>
                <a:gd name="csX319" fmla="*/ 201602 w 211156"/>
                <a:gd name="csY319" fmla="*/ 4777 h 312435"/>
                <a:gd name="csX320" fmla="*/ 200168 w 211156"/>
                <a:gd name="csY320" fmla="*/ 5733 h 312435"/>
                <a:gd name="csX321" fmla="*/ 202557 w 211156"/>
                <a:gd name="csY321" fmla="*/ 7166 h 312435"/>
                <a:gd name="csX322" fmla="*/ 201124 w 211156"/>
                <a:gd name="csY322" fmla="*/ 9077 h 312435"/>
                <a:gd name="csX323" fmla="*/ 201124 w 211156"/>
                <a:gd name="csY323" fmla="*/ 10510 h 312435"/>
                <a:gd name="csX324" fmla="*/ 201124 w 211156"/>
                <a:gd name="csY324" fmla="*/ 10510 h 312435"/>
                <a:gd name="csX325" fmla="*/ 201124 w 211156"/>
                <a:gd name="csY325" fmla="*/ 13854 h 312435"/>
                <a:gd name="csX326" fmla="*/ 199213 w 211156"/>
                <a:gd name="csY326" fmla="*/ 15287 h 312435"/>
                <a:gd name="csX327" fmla="*/ 199213 w 211156"/>
                <a:gd name="csY327" fmla="*/ 16721 h 312435"/>
                <a:gd name="csX328" fmla="*/ 200168 w 211156"/>
                <a:gd name="csY328" fmla="*/ 18632 h 312435"/>
                <a:gd name="csX329" fmla="*/ 200168 w 211156"/>
                <a:gd name="csY329" fmla="*/ 27709 h 312435"/>
                <a:gd name="csX330" fmla="*/ 201124 w 211156"/>
                <a:gd name="csY330" fmla="*/ 28664 h 312435"/>
                <a:gd name="csX331" fmla="*/ 201124 w 211156"/>
                <a:gd name="csY331" fmla="*/ 37741 h 312435"/>
                <a:gd name="csX332" fmla="*/ 202557 w 211156"/>
                <a:gd name="csY332" fmla="*/ 37741 h 312435"/>
                <a:gd name="csX333" fmla="*/ 202557 w 211156"/>
                <a:gd name="csY333" fmla="*/ 44429 h 312435"/>
                <a:gd name="csX334" fmla="*/ 200168 w 211156"/>
                <a:gd name="csY334" fmla="*/ 45862 h 312435"/>
                <a:gd name="csX335" fmla="*/ 200168 w 211156"/>
                <a:gd name="csY335" fmla="*/ 45862 h 312435"/>
                <a:gd name="csX336" fmla="*/ 200168 w 211156"/>
                <a:gd name="csY336" fmla="*/ 47295 h 312435"/>
                <a:gd name="csX337" fmla="*/ 203035 w 211156"/>
                <a:gd name="csY337" fmla="*/ 47295 h 312435"/>
                <a:gd name="csX338" fmla="*/ 203035 w 211156"/>
                <a:gd name="csY338" fmla="*/ 54461 h 312435"/>
                <a:gd name="csX339" fmla="*/ 202079 w 211156"/>
                <a:gd name="csY339" fmla="*/ 56372 h 312435"/>
                <a:gd name="csX340" fmla="*/ 202079 w 211156"/>
                <a:gd name="csY340" fmla="*/ 64016 h 312435"/>
                <a:gd name="csX341" fmla="*/ 203035 w 211156"/>
                <a:gd name="csY341" fmla="*/ 69271 h 312435"/>
                <a:gd name="csX342" fmla="*/ 203035 w 211156"/>
                <a:gd name="csY342" fmla="*/ 70226 h 312435"/>
                <a:gd name="csX343" fmla="*/ 205424 w 211156"/>
                <a:gd name="csY343" fmla="*/ 70226 h 312435"/>
                <a:gd name="csX344" fmla="*/ 205424 w 211156"/>
                <a:gd name="csY344" fmla="*/ 72137 h 312435"/>
                <a:gd name="csX345" fmla="*/ 203990 w 211156"/>
                <a:gd name="csY345" fmla="*/ 74048 h 312435"/>
                <a:gd name="csX346" fmla="*/ 203990 w 211156"/>
                <a:gd name="csY346" fmla="*/ 76437 h 312435"/>
                <a:gd name="csX347" fmla="*/ 205424 w 211156"/>
                <a:gd name="csY347" fmla="*/ 74048 h 312435"/>
                <a:gd name="csX348" fmla="*/ 206379 w 211156"/>
                <a:gd name="csY348" fmla="*/ 74048 h 312435"/>
                <a:gd name="csX349" fmla="*/ 207334 w 211156"/>
                <a:gd name="csY349" fmla="*/ 75004 h 312435"/>
                <a:gd name="csX350" fmla="*/ 207334 w 211156"/>
                <a:gd name="csY350" fmla="*/ 76437 h 312435"/>
                <a:gd name="csX351" fmla="*/ 207334 w 211156"/>
                <a:gd name="csY351" fmla="*/ 76437 h 312435"/>
                <a:gd name="csX352" fmla="*/ 207334 w 211156"/>
                <a:gd name="csY352" fmla="*/ 78348 h 312435"/>
                <a:gd name="csX353" fmla="*/ 208768 w 211156"/>
                <a:gd name="csY353" fmla="*/ 78348 h 312435"/>
                <a:gd name="csX354" fmla="*/ 211156 w 211156"/>
                <a:gd name="csY354" fmla="*/ 77870 h 312435"/>
                <a:gd name="csX355" fmla="*/ 91246 w 211156"/>
                <a:gd name="csY355" fmla="*/ 30097 h 312435"/>
                <a:gd name="csX356" fmla="*/ 91246 w 211156"/>
                <a:gd name="csY356" fmla="*/ 30097 h 312435"/>
                <a:gd name="csX357" fmla="*/ 91246 w 211156"/>
                <a:gd name="csY357" fmla="*/ 29142 h 312435"/>
                <a:gd name="csX358" fmla="*/ 91246 w 211156"/>
                <a:gd name="csY358" fmla="*/ 29142 h 312435"/>
                <a:gd name="csX359" fmla="*/ 91246 w 211156"/>
                <a:gd name="csY359" fmla="*/ 30097 h 312435"/>
                <a:gd name="csX360" fmla="*/ 91246 w 211156"/>
                <a:gd name="csY360" fmla="*/ 30097 h 312435"/>
                <a:gd name="csX361" fmla="*/ 91246 w 211156"/>
                <a:gd name="csY361" fmla="*/ 31052 h 312435"/>
                <a:gd name="csX362" fmla="*/ 92679 w 211156"/>
                <a:gd name="csY362" fmla="*/ 31052 h 312435"/>
                <a:gd name="csX363" fmla="*/ 92201 w 211156"/>
                <a:gd name="csY363" fmla="*/ 30097 h 312435"/>
                <a:gd name="csX364" fmla="*/ 91246 w 211156"/>
                <a:gd name="csY364" fmla="*/ 30097 h 312435"/>
                <a:gd name="csX365" fmla="*/ 88858 w 211156"/>
                <a:gd name="csY365" fmla="*/ 29142 h 312435"/>
                <a:gd name="csX366" fmla="*/ 88858 w 211156"/>
                <a:gd name="csY366" fmla="*/ 29142 h 312435"/>
                <a:gd name="csX367" fmla="*/ 88858 w 211156"/>
                <a:gd name="csY367" fmla="*/ 28186 h 312435"/>
                <a:gd name="csX368" fmla="*/ 87902 w 211156"/>
                <a:gd name="csY368" fmla="*/ 28186 h 312435"/>
                <a:gd name="csX369" fmla="*/ 87902 w 211156"/>
                <a:gd name="csY369" fmla="*/ 29142 h 312435"/>
                <a:gd name="csX370" fmla="*/ 88858 w 211156"/>
                <a:gd name="csY370" fmla="*/ 30097 h 312435"/>
                <a:gd name="csX371" fmla="*/ 89813 w 211156"/>
                <a:gd name="csY371" fmla="*/ 30097 h 312435"/>
                <a:gd name="csX372" fmla="*/ 89813 w 211156"/>
                <a:gd name="csY372" fmla="*/ 29142 h 312435"/>
                <a:gd name="csX373" fmla="*/ 88858 w 211156"/>
                <a:gd name="csY373" fmla="*/ 29142 h 312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</a:cxnLst>
              <a:rect l="l" t="t" r="r" b="b"/>
              <a:pathLst>
                <a:path w="211156" h="312435">
                  <a:moveTo>
                    <a:pt x="211156" y="77870"/>
                  </a:moveTo>
                  <a:lnTo>
                    <a:pt x="211156" y="80736"/>
                  </a:lnTo>
                  <a:lnTo>
                    <a:pt x="210201" y="81692"/>
                  </a:lnTo>
                  <a:lnTo>
                    <a:pt x="208768" y="83125"/>
                  </a:lnTo>
                  <a:lnTo>
                    <a:pt x="208768" y="85514"/>
                  </a:lnTo>
                  <a:lnTo>
                    <a:pt x="207812" y="85514"/>
                  </a:lnTo>
                  <a:lnTo>
                    <a:pt x="207812" y="89335"/>
                  </a:lnTo>
                  <a:lnTo>
                    <a:pt x="205901" y="93157"/>
                  </a:lnTo>
                  <a:lnTo>
                    <a:pt x="201124" y="98412"/>
                  </a:lnTo>
                  <a:lnTo>
                    <a:pt x="199213" y="100323"/>
                  </a:lnTo>
                  <a:lnTo>
                    <a:pt x="197302" y="102234"/>
                  </a:lnTo>
                  <a:lnTo>
                    <a:pt x="197302" y="103667"/>
                  </a:lnTo>
                  <a:lnTo>
                    <a:pt x="194913" y="106534"/>
                  </a:lnTo>
                  <a:lnTo>
                    <a:pt x="192525" y="106534"/>
                  </a:lnTo>
                  <a:lnTo>
                    <a:pt x="191092" y="107967"/>
                  </a:lnTo>
                  <a:lnTo>
                    <a:pt x="192047" y="110833"/>
                  </a:lnTo>
                  <a:lnTo>
                    <a:pt x="190614" y="110833"/>
                  </a:lnTo>
                  <a:lnTo>
                    <a:pt x="187747" y="113700"/>
                  </a:lnTo>
                  <a:lnTo>
                    <a:pt x="180104" y="117522"/>
                  </a:lnTo>
                  <a:lnTo>
                    <a:pt x="178670" y="118477"/>
                  </a:lnTo>
                  <a:lnTo>
                    <a:pt x="176760" y="120866"/>
                  </a:lnTo>
                  <a:lnTo>
                    <a:pt x="174371" y="120866"/>
                  </a:lnTo>
                  <a:lnTo>
                    <a:pt x="172938" y="122299"/>
                  </a:lnTo>
                  <a:lnTo>
                    <a:pt x="167683" y="122299"/>
                  </a:lnTo>
                  <a:lnTo>
                    <a:pt x="162906" y="124688"/>
                  </a:lnTo>
                  <a:lnTo>
                    <a:pt x="158128" y="126121"/>
                  </a:lnTo>
                  <a:lnTo>
                    <a:pt x="157173" y="126121"/>
                  </a:lnTo>
                  <a:lnTo>
                    <a:pt x="156217" y="127554"/>
                  </a:lnTo>
                  <a:lnTo>
                    <a:pt x="151918" y="128987"/>
                  </a:lnTo>
                  <a:lnTo>
                    <a:pt x="145229" y="132331"/>
                  </a:lnTo>
                  <a:lnTo>
                    <a:pt x="139974" y="135675"/>
                  </a:lnTo>
                  <a:lnTo>
                    <a:pt x="136153" y="139019"/>
                  </a:lnTo>
                  <a:lnTo>
                    <a:pt x="135197" y="139019"/>
                  </a:lnTo>
                  <a:lnTo>
                    <a:pt x="133764" y="140453"/>
                  </a:lnTo>
                  <a:lnTo>
                    <a:pt x="133764" y="141886"/>
                  </a:lnTo>
                  <a:lnTo>
                    <a:pt x="132808" y="142841"/>
                  </a:lnTo>
                  <a:lnTo>
                    <a:pt x="129942" y="146185"/>
                  </a:lnTo>
                  <a:lnTo>
                    <a:pt x="125642" y="150007"/>
                  </a:lnTo>
                  <a:lnTo>
                    <a:pt x="124687" y="150963"/>
                  </a:lnTo>
                  <a:lnTo>
                    <a:pt x="122776" y="153351"/>
                  </a:lnTo>
                  <a:lnTo>
                    <a:pt x="122776" y="154784"/>
                  </a:lnTo>
                  <a:lnTo>
                    <a:pt x="120865" y="154784"/>
                  </a:lnTo>
                  <a:lnTo>
                    <a:pt x="119432" y="153351"/>
                  </a:lnTo>
                  <a:lnTo>
                    <a:pt x="119432" y="156218"/>
                  </a:lnTo>
                  <a:lnTo>
                    <a:pt x="117044" y="156218"/>
                  </a:lnTo>
                  <a:lnTo>
                    <a:pt x="114177" y="157173"/>
                  </a:lnTo>
                  <a:lnTo>
                    <a:pt x="111788" y="158606"/>
                  </a:lnTo>
                  <a:lnTo>
                    <a:pt x="107967" y="161950"/>
                  </a:lnTo>
                  <a:lnTo>
                    <a:pt x="102234" y="168161"/>
                  </a:lnTo>
                  <a:lnTo>
                    <a:pt x="94112" y="174371"/>
                  </a:lnTo>
                  <a:lnTo>
                    <a:pt x="92201" y="174371"/>
                  </a:lnTo>
                  <a:lnTo>
                    <a:pt x="89335" y="172461"/>
                  </a:lnTo>
                  <a:lnTo>
                    <a:pt x="87902" y="172461"/>
                  </a:lnTo>
                  <a:lnTo>
                    <a:pt x="89335" y="173416"/>
                  </a:lnTo>
                  <a:lnTo>
                    <a:pt x="90290" y="174371"/>
                  </a:lnTo>
                  <a:lnTo>
                    <a:pt x="90290" y="179149"/>
                  </a:lnTo>
                  <a:lnTo>
                    <a:pt x="89335" y="185359"/>
                  </a:lnTo>
                  <a:lnTo>
                    <a:pt x="89335" y="186792"/>
                  </a:lnTo>
                  <a:lnTo>
                    <a:pt x="90769" y="188703"/>
                  </a:lnTo>
                  <a:lnTo>
                    <a:pt x="93157" y="190614"/>
                  </a:lnTo>
                  <a:lnTo>
                    <a:pt x="95068" y="193480"/>
                  </a:lnTo>
                  <a:lnTo>
                    <a:pt x="97935" y="201124"/>
                  </a:lnTo>
                  <a:lnTo>
                    <a:pt x="97935" y="204946"/>
                  </a:lnTo>
                  <a:lnTo>
                    <a:pt x="100801" y="209723"/>
                  </a:lnTo>
                  <a:lnTo>
                    <a:pt x="100801" y="212112"/>
                  </a:lnTo>
                  <a:lnTo>
                    <a:pt x="102234" y="217367"/>
                  </a:lnTo>
                  <a:lnTo>
                    <a:pt x="102234" y="224533"/>
                  </a:lnTo>
                  <a:lnTo>
                    <a:pt x="103667" y="225488"/>
                  </a:lnTo>
                  <a:lnTo>
                    <a:pt x="103667" y="219756"/>
                  </a:lnTo>
                  <a:lnTo>
                    <a:pt x="104622" y="218800"/>
                  </a:lnTo>
                  <a:lnTo>
                    <a:pt x="105578" y="218800"/>
                  </a:lnTo>
                  <a:lnTo>
                    <a:pt x="105578" y="223578"/>
                  </a:lnTo>
                  <a:lnTo>
                    <a:pt x="104622" y="229310"/>
                  </a:lnTo>
                  <a:lnTo>
                    <a:pt x="104622" y="231699"/>
                  </a:lnTo>
                  <a:lnTo>
                    <a:pt x="106533" y="235521"/>
                  </a:lnTo>
                  <a:lnTo>
                    <a:pt x="105100" y="239820"/>
                  </a:lnTo>
                  <a:lnTo>
                    <a:pt x="102712" y="250330"/>
                  </a:lnTo>
                  <a:lnTo>
                    <a:pt x="102712" y="253197"/>
                  </a:lnTo>
                  <a:lnTo>
                    <a:pt x="104145" y="253197"/>
                  </a:lnTo>
                  <a:lnTo>
                    <a:pt x="104145" y="252241"/>
                  </a:lnTo>
                  <a:lnTo>
                    <a:pt x="105578" y="252241"/>
                  </a:lnTo>
                  <a:lnTo>
                    <a:pt x="105578" y="257974"/>
                  </a:lnTo>
                  <a:lnTo>
                    <a:pt x="104145" y="259885"/>
                  </a:lnTo>
                  <a:lnTo>
                    <a:pt x="100323" y="265140"/>
                  </a:lnTo>
                  <a:lnTo>
                    <a:pt x="98412" y="267529"/>
                  </a:lnTo>
                  <a:lnTo>
                    <a:pt x="95068" y="269917"/>
                  </a:lnTo>
                  <a:lnTo>
                    <a:pt x="87424" y="273261"/>
                  </a:lnTo>
                  <a:lnTo>
                    <a:pt x="72137" y="278039"/>
                  </a:lnTo>
                  <a:lnTo>
                    <a:pt x="65926" y="280427"/>
                  </a:lnTo>
                  <a:lnTo>
                    <a:pt x="62105" y="281860"/>
                  </a:lnTo>
                  <a:lnTo>
                    <a:pt x="54461" y="286638"/>
                  </a:lnTo>
                  <a:lnTo>
                    <a:pt x="51117" y="289504"/>
                  </a:lnTo>
                  <a:lnTo>
                    <a:pt x="49683" y="292848"/>
                  </a:lnTo>
                  <a:lnTo>
                    <a:pt x="48251" y="294282"/>
                  </a:lnTo>
                  <a:lnTo>
                    <a:pt x="46817" y="296192"/>
                  </a:lnTo>
                  <a:lnTo>
                    <a:pt x="47773" y="298103"/>
                  </a:lnTo>
                  <a:lnTo>
                    <a:pt x="48728" y="299536"/>
                  </a:lnTo>
                  <a:lnTo>
                    <a:pt x="50162" y="300492"/>
                  </a:lnTo>
                  <a:lnTo>
                    <a:pt x="50162" y="301447"/>
                  </a:lnTo>
                  <a:lnTo>
                    <a:pt x="51594" y="301447"/>
                  </a:lnTo>
                  <a:lnTo>
                    <a:pt x="52550" y="298581"/>
                  </a:lnTo>
                  <a:lnTo>
                    <a:pt x="52550" y="297626"/>
                  </a:lnTo>
                  <a:lnTo>
                    <a:pt x="53505" y="297626"/>
                  </a:lnTo>
                  <a:lnTo>
                    <a:pt x="53505" y="300970"/>
                  </a:lnTo>
                  <a:lnTo>
                    <a:pt x="52072" y="312435"/>
                  </a:lnTo>
                  <a:lnTo>
                    <a:pt x="36785" y="312435"/>
                  </a:lnTo>
                  <a:lnTo>
                    <a:pt x="36785" y="306225"/>
                  </a:lnTo>
                  <a:lnTo>
                    <a:pt x="36785" y="306225"/>
                  </a:lnTo>
                  <a:lnTo>
                    <a:pt x="36785" y="302881"/>
                  </a:lnTo>
                  <a:lnTo>
                    <a:pt x="35830" y="301447"/>
                  </a:lnTo>
                  <a:lnTo>
                    <a:pt x="35830" y="296192"/>
                  </a:lnTo>
                  <a:lnTo>
                    <a:pt x="34396" y="296192"/>
                  </a:lnTo>
                  <a:lnTo>
                    <a:pt x="34396" y="295237"/>
                  </a:lnTo>
                  <a:lnTo>
                    <a:pt x="34396" y="295237"/>
                  </a:lnTo>
                  <a:lnTo>
                    <a:pt x="34396" y="290937"/>
                  </a:lnTo>
                  <a:lnTo>
                    <a:pt x="35352" y="288071"/>
                  </a:lnTo>
                  <a:lnTo>
                    <a:pt x="35352" y="262274"/>
                  </a:lnTo>
                  <a:lnTo>
                    <a:pt x="34396" y="260363"/>
                  </a:lnTo>
                  <a:lnTo>
                    <a:pt x="33441" y="256541"/>
                  </a:lnTo>
                  <a:lnTo>
                    <a:pt x="32485" y="253675"/>
                  </a:lnTo>
                  <a:lnTo>
                    <a:pt x="31052" y="251763"/>
                  </a:lnTo>
                  <a:lnTo>
                    <a:pt x="31052" y="250808"/>
                  </a:lnTo>
                  <a:lnTo>
                    <a:pt x="30097" y="249375"/>
                  </a:lnTo>
                  <a:lnTo>
                    <a:pt x="28664" y="246986"/>
                  </a:lnTo>
                  <a:lnTo>
                    <a:pt x="27708" y="245553"/>
                  </a:lnTo>
                  <a:lnTo>
                    <a:pt x="27708" y="241731"/>
                  </a:lnTo>
                  <a:lnTo>
                    <a:pt x="26275" y="236476"/>
                  </a:lnTo>
                  <a:lnTo>
                    <a:pt x="25319" y="232654"/>
                  </a:lnTo>
                  <a:lnTo>
                    <a:pt x="23886" y="228833"/>
                  </a:lnTo>
                  <a:lnTo>
                    <a:pt x="22931" y="225966"/>
                  </a:lnTo>
                  <a:lnTo>
                    <a:pt x="22931" y="225966"/>
                  </a:lnTo>
                  <a:lnTo>
                    <a:pt x="22931" y="224533"/>
                  </a:lnTo>
                  <a:lnTo>
                    <a:pt x="25797" y="222622"/>
                  </a:lnTo>
                  <a:lnTo>
                    <a:pt x="28664" y="219756"/>
                  </a:lnTo>
                  <a:lnTo>
                    <a:pt x="32008" y="216412"/>
                  </a:lnTo>
                  <a:lnTo>
                    <a:pt x="34874" y="213545"/>
                  </a:lnTo>
                  <a:lnTo>
                    <a:pt x="37263" y="211156"/>
                  </a:lnTo>
                  <a:lnTo>
                    <a:pt x="40607" y="207335"/>
                  </a:lnTo>
                  <a:lnTo>
                    <a:pt x="43951" y="203991"/>
                  </a:lnTo>
                  <a:lnTo>
                    <a:pt x="44906" y="203991"/>
                  </a:lnTo>
                  <a:lnTo>
                    <a:pt x="44906" y="203035"/>
                  </a:lnTo>
                  <a:lnTo>
                    <a:pt x="43473" y="200169"/>
                  </a:lnTo>
                  <a:lnTo>
                    <a:pt x="45862" y="196347"/>
                  </a:lnTo>
                  <a:lnTo>
                    <a:pt x="45862" y="196347"/>
                  </a:lnTo>
                  <a:lnTo>
                    <a:pt x="45862" y="190614"/>
                  </a:lnTo>
                  <a:lnTo>
                    <a:pt x="46817" y="189659"/>
                  </a:lnTo>
                  <a:lnTo>
                    <a:pt x="49683" y="187748"/>
                  </a:lnTo>
                  <a:lnTo>
                    <a:pt x="51594" y="184881"/>
                  </a:lnTo>
                  <a:lnTo>
                    <a:pt x="53505" y="182015"/>
                  </a:lnTo>
                  <a:lnTo>
                    <a:pt x="55894" y="177715"/>
                  </a:lnTo>
                  <a:lnTo>
                    <a:pt x="55894" y="174371"/>
                  </a:lnTo>
                  <a:lnTo>
                    <a:pt x="53505" y="171983"/>
                  </a:lnTo>
                  <a:lnTo>
                    <a:pt x="52550" y="170072"/>
                  </a:lnTo>
                  <a:lnTo>
                    <a:pt x="51594" y="166728"/>
                  </a:lnTo>
                  <a:lnTo>
                    <a:pt x="52550" y="163861"/>
                  </a:lnTo>
                  <a:lnTo>
                    <a:pt x="52550" y="160039"/>
                  </a:lnTo>
                  <a:lnTo>
                    <a:pt x="49683" y="160039"/>
                  </a:lnTo>
                  <a:lnTo>
                    <a:pt x="49683" y="156695"/>
                  </a:lnTo>
                  <a:lnTo>
                    <a:pt x="52550" y="155262"/>
                  </a:lnTo>
                  <a:lnTo>
                    <a:pt x="52550" y="155262"/>
                  </a:lnTo>
                  <a:lnTo>
                    <a:pt x="52550" y="152873"/>
                  </a:lnTo>
                  <a:lnTo>
                    <a:pt x="53505" y="150007"/>
                  </a:lnTo>
                  <a:lnTo>
                    <a:pt x="54461" y="147619"/>
                  </a:lnTo>
                  <a:lnTo>
                    <a:pt x="54461" y="126121"/>
                  </a:lnTo>
                  <a:lnTo>
                    <a:pt x="52550" y="122299"/>
                  </a:lnTo>
                  <a:lnTo>
                    <a:pt x="52550" y="119432"/>
                  </a:lnTo>
                  <a:lnTo>
                    <a:pt x="53505" y="117522"/>
                  </a:lnTo>
                  <a:lnTo>
                    <a:pt x="53505" y="116088"/>
                  </a:lnTo>
                  <a:lnTo>
                    <a:pt x="49206" y="116088"/>
                  </a:lnTo>
                  <a:lnTo>
                    <a:pt x="47295" y="114177"/>
                  </a:lnTo>
                  <a:lnTo>
                    <a:pt x="43473" y="112744"/>
                  </a:lnTo>
                  <a:lnTo>
                    <a:pt x="39174" y="111311"/>
                  </a:lnTo>
                  <a:lnTo>
                    <a:pt x="32963" y="111311"/>
                  </a:lnTo>
                  <a:lnTo>
                    <a:pt x="28186" y="107012"/>
                  </a:lnTo>
                  <a:lnTo>
                    <a:pt x="24364" y="107012"/>
                  </a:lnTo>
                  <a:lnTo>
                    <a:pt x="22931" y="106056"/>
                  </a:lnTo>
                  <a:lnTo>
                    <a:pt x="19109" y="103667"/>
                  </a:lnTo>
                  <a:lnTo>
                    <a:pt x="2866" y="103667"/>
                  </a:lnTo>
                  <a:lnTo>
                    <a:pt x="2866" y="95068"/>
                  </a:lnTo>
                  <a:lnTo>
                    <a:pt x="1910" y="92202"/>
                  </a:lnTo>
                  <a:lnTo>
                    <a:pt x="955" y="91247"/>
                  </a:lnTo>
                  <a:lnTo>
                    <a:pt x="0" y="89335"/>
                  </a:lnTo>
                  <a:lnTo>
                    <a:pt x="0" y="85991"/>
                  </a:lnTo>
                  <a:lnTo>
                    <a:pt x="0" y="85991"/>
                  </a:lnTo>
                  <a:lnTo>
                    <a:pt x="4299" y="84558"/>
                  </a:lnTo>
                  <a:lnTo>
                    <a:pt x="6210" y="83603"/>
                  </a:lnTo>
                  <a:lnTo>
                    <a:pt x="9076" y="82647"/>
                  </a:lnTo>
                  <a:lnTo>
                    <a:pt x="13854" y="81214"/>
                  </a:lnTo>
                  <a:lnTo>
                    <a:pt x="14809" y="81214"/>
                  </a:lnTo>
                  <a:lnTo>
                    <a:pt x="18153" y="80259"/>
                  </a:lnTo>
                  <a:lnTo>
                    <a:pt x="21975" y="79303"/>
                  </a:lnTo>
                  <a:lnTo>
                    <a:pt x="26275" y="78348"/>
                  </a:lnTo>
                  <a:lnTo>
                    <a:pt x="28186" y="77392"/>
                  </a:lnTo>
                  <a:lnTo>
                    <a:pt x="30097" y="76437"/>
                  </a:lnTo>
                  <a:lnTo>
                    <a:pt x="34874" y="75004"/>
                  </a:lnTo>
                  <a:lnTo>
                    <a:pt x="36307" y="75004"/>
                  </a:lnTo>
                  <a:lnTo>
                    <a:pt x="39174" y="73570"/>
                  </a:lnTo>
                  <a:lnTo>
                    <a:pt x="40607" y="73570"/>
                  </a:lnTo>
                  <a:lnTo>
                    <a:pt x="46340" y="71659"/>
                  </a:lnTo>
                  <a:lnTo>
                    <a:pt x="52550" y="69749"/>
                  </a:lnTo>
                  <a:lnTo>
                    <a:pt x="54939" y="68793"/>
                  </a:lnTo>
                  <a:lnTo>
                    <a:pt x="55894" y="68793"/>
                  </a:lnTo>
                  <a:lnTo>
                    <a:pt x="59238" y="67360"/>
                  </a:lnTo>
                  <a:lnTo>
                    <a:pt x="60194" y="67360"/>
                  </a:lnTo>
                  <a:lnTo>
                    <a:pt x="63060" y="72615"/>
                  </a:lnTo>
                  <a:lnTo>
                    <a:pt x="65449" y="75481"/>
                  </a:lnTo>
                  <a:lnTo>
                    <a:pt x="65449" y="75481"/>
                  </a:lnTo>
                  <a:lnTo>
                    <a:pt x="67837" y="77870"/>
                  </a:lnTo>
                  <a:lnTo>
                    <a:pt x="70226" y="77870"/>
                  </a:lnTo>
                  <a:lnTo>
                    <a:pt x="74048" y="76915"/>
                  </a:lnTo>
                  <a:lnTo>
                    <a:pt x="76914" y="76915"/>
                  </a:lnTo>
                  <a:lnTo>
                    <a:pt x="78825" y="75959"/>
                  </a:lnTo>
                  <a:lnTo>
                    <a:pt x="82169" y="75959"/>
                  </a:lnTo>
                  <a:lnTo>
                    <a:pt x="84558" y="79303"/>
                  </a:lnTo>
                  <a:lnTo>
                    <a:pt x="84558" y="81692"/>
                  </a:lnTo>
                  <a:lnTo>
                    <a:pt x="84558" y="81692"/>
                  </a:lnTo>
                  <a:lnTo>
                    <a:pt x="84558" y="92202"/>
                  </a:lnTo>
                  <a:lnTo>
                    <a:pt x="82647" y="95546"/>
                  </a:lnTo>
                  <a:lnTo>
                    <a:pt x="82647" y="97457"/>
                  </a:lnTo>
                  <a:lnTo>
                    <a:pt x="81214" y="99846"/>
                  </a:lnTo>
                  <a:lnTo>
                    <a:pt x="79781" y="101279"/>
                  </a:lnTo>
                  <a:lnTo>
                    <a:pt x="78825" y="102234"/>
                  </a:lnTo>
                  <a:lnTo>
                    <a:pt x="78825" y="103190"/>
                  </a:lnTo>
                  <a:lnTo>
                    <a:pt x="79781" y="104145"/>
                  </a:lnTo>
                  <a:lnTo>
                    <a:pt x="81692" y="106056"/>
                  </a:lnTo>
                  <a:lnTo>
                    <a:pt x="81692" y="110356"/>
                  </a:lnTo>
                  <a:lnTo>
                    <a:pt x="82647" y="110356"/>
                  </a:lnTo>
                  <a:lnTo>
                    <a:pt x="84558" y="111789"/>
                  </a:lnTo>
                  <a:lnTo>
                    <a:pt x="86469" y="113700"/>
                  </a:lnTo>
                  <a:lnTo>
                    <a:pt x="86469" y="113700"/>
                  </a:lnTo>
                  <a:lnTo>
                    <a:pt x="89335" y="116088"/>
                  </a:lnTo>
                  <a:lnTo>
                    <a:pt x="92679" y="119910"/>
                  </a:lnTo>
                  <a:lnTo>
                    <a:pt x="92679" y="119910"/>
                  </a:lnTo>
                  <a:lnTo>
                    <a:pt x="94112" y="120866"/>
                  </a:lnTo>
                  <a:lnTo>
                    <a:pt x="95546" y="120866"/>
                  </a:lnTo>
                  <a:lnTo>
                    <a:pt x="95546" y="123732"/>
                  </a:lnTo>
                  <a:lnTo>
                    <a:pt x="94112" y="124688"/>
                  </a:lnTo>
                  <a:lnTo>
                    <a:pt x="94112" y="124688"/>
                  </a:lnTo>
                  <a:lnTo>
                    <a:pt x="94112" y="125643"/>
                  </a:lnTo>
                  <a:lnTo>
                    <a:pt x="97935" y="125643"/>
                  </a:lnTo>
                  <a:lnTo>
                    <a:pt x="97935" y="119432"/>
                  </a:lnTo>
                  <a:lnTo>
                    <a:pt x="96501" y="116088"/>
                  </a:lnTo>
                  <a:lnTo>
                    <a:pt x="95546" y="114655"/>
                  </a:lnTo>
                  <a:lnTo>
                    <a:pt x="95546" y="114655"/>
                  </a:lnTo>
                  <a:lnTo>
                    <a:pt x="95546" y="113222"/>
                  </a:lnTo>
                  <a:lnTo>
                    <a:pt x="96501" y="110833"/>
                  </a:lnTo>
                  <a:lnTo>
                    <a:pt x="97456" y="108445"/>
                  </a:lnTo>
                  <a:lnTo>
                    <a:pt x="97456" y="107489"/>
                  </a:lnTo>
                  <a:lnTo>
                    <a:pt x="103667" y="107489"/>
                  </a:lnTo>
                  <a:lnTo>
                    <a:pt x="105578" y="106534"/>
                  </a:lnTo>
                  <a:lnTo>
                    <a:pt x="106533" y="105578"/>
                  </a:lnTo>
                  <a:lnTo>
                    <a:pt x="106533" y="105578"/>
                  </a:lnTo>
                  <a:lnTo>
                    <a:pt x="106533" y="103667"/>
                  </a:lnTo>
                  <a:lnTo>
                    <a:pt x="107967" y="98412"/>
                  </a:lnTo>
                  <a:lnTo>
                    <a:pt x="107967" y="86469"/>
                  </a:lnTo>
                  <a:lnTo>
                    <a:pt x="109878" y="83603"/>
                  </a:lnTo>
                  <a:lnTo>
                    <a:pt x="109878" y="83603"/>
                  </a:lnTo>
                  <a:lnTo>
                    <a:pt x="109878" y="79303"/>
                  </a:lnTo>
                  <a:lnTo>
                    <a:pt x="107011" y="75481"/>
                  </a:lnTo>
                  <a:lnTo>
                    <a:pt x="103189" y="70704"/>
                  </a:lnTo>
                  <a:lnTo>
                    <a:pt x="100801" y="67838"/>
                  </a:lnTo>
                  <a:lnTo>
                    <a:pt x="98412" y="64971"/>
                  </a:lnTo>
                  <a:lnTo>
                    <a:pt x="93635" y="60194"/>
                  </a:lnTo>
                  <a:lnTo>
                    <a:pt x="93635" y="60194"/>
                  </a:lnTo>
                  <a:lnTo>
                    <a:pt x="91724" y="58283"/>
                  </a:lnTo>
                  <a:lnTo>
                    <a:pt x="90769" y="58283"/>
                  </a:lnTo>
                  <a:lnTo>
                    <a:pt x="86947" y="56850"/>
                  </a:lnTo>
                  <a:lnTo>
                    <a:pt x="85991" y="55894"/>
                  </a:lnTo>
                  <a:lnTo>
                    <a:pt x="85035" y="54461"/>
                  </a:lnTo>
                  <a:lnTo>
                    <a:pt x="85035" y="46340"/>
                  </a:lnTo>
                  <a:lnTo>
                    <a:pt x="84080" y="41563"/>
                  </a:lnTo>
                  <a:lnTo>
                    <a:pt x="84080" y="40129"/>
                  </a:lnTo>
                  <a:lnTo>
                    <a:pt x="82647" y="36308"/>
                  </a:lnTo>
                  <a:lnTo>
                    <a:pt x="81692" y="32963"/>
                  </a:lnTo>
                  <a:lnTo>
                    <a:pt x="81692" y="31052"/>
                  </a:lnTo>
                  <a:lnTo>
                    <a:pt x="83603" y="28664"/>
                  </a:lnTo>
                  <a:lnTo>
                    <a:pt x="85035" y="26753"/>
                  </a:lnTo>
                  <a:lnTo>
                    <a:pt x="85035" y="25798"/>
                  </a:lnTo>
                  <a:lnTo>
                    <a:pt x="86469" y="22931"/>
                  </a:lnTo>
                  <a:lnTo>
                    <a:pt x="86469" y="21498"/>
                  </a:lnTo>
                  <a:lnTo>
                    <a:pt x="106056" y="21498"/>
                  </a:lnTo>
                  <a:lnTo>
                    <a:pt x="107489" y="20065"/>
                  </a:lnTo>
                  <a:lnTo>
                    <a:pt x="108922" y="18632"/>
                  </a:lnTo>
                  <a:lnTo>
                    <a:pt x="111311" y="18632"/>
                  </a:lnTo>
                  <a:lnTo>
                    <a:pt x="114655" y="20065"/>
                  </a:lnTo>
                  <a:lnTo>
                    <a:pt x="116566" y="21498"/>
                  </a:lnTo>
                  <a:lnTo>
                    <a:pt x="116566" y="22453"/>
                  </a:lnTo>
                  <a:lnTo>
                    <a:pt x="126120" y="22453"/>
                  </a:lnTo>
                  <a:lnTo>
                    <a:pt x="128031" y="20543"/>
                  </a:lnTo>
                  <a:lnTo>
                    <a:pt x="129942" y="19587"/>
                  </a:lnTo>
                  <a:lnTo>
                    <a:pt x="133286" y="19587"/>
                  </a:lnTo>
                  <a:lnTo>
                    <a:pt x="134242" y="20543"/>
                  </a:lnTo>
                  <a:lnTo>
                    <a:pt x="136153" y="21498"/>
                  </a:lnTo>
                  <a:lnTo>
                    <a:pt x="142363" y="21498"/>
                  </a:lnTo>
                  <a:lnTo>
                    <a:pt x="146185" y="19587"/>
                  </a:lnTo>
                  <a:lnTo>
                    <a:pt x="148096" y="17676"/>
                  </a:lnTo>
                  <a:lnTo>
                    <a:pt x="148096" y="15765"/>
                  </a:lnTo>
                  <a:lnTo>
                    <a:pt x="149051" y="15765"/>
                  </a:lnTo>
                  <a:lnTo>
                    <a:pt x="149051" y="14810"/>
                  </a:lnTo>
                  <a:lnTo>
                    <a:pt x="158128" y="14810"/>
                  </a:lnTo>
                  <a:lnTo>
                    <a:pt x="161472" y="17198"/>
                  </a:lnTo>
                  <a:lnTo>
                    <a:pt x="161472" y="17198"/>
                  </a:lnTo>
                  <a:lnTo>
                    <a:pt x="163383" y="15765"/>
                  </a:lnTo>
                  <a:lnTo>
                    <a:pt x="167205" y="13377"/>
                  </a:lnTo>
                  <a:lnTo>
                    <a:pt x="171027" y="12421"/>
                  </a:lnTo>
                  <a:lnTo>
                    <a:pt x="174849" y="12421"/>
                  </a:lnTo>
                  <a:lnTo>
                    <a:pt x="177715" y="11466"/>
                  </a:lnTo>
                  <a:lnTo>
                    <a:pt x="180104" y="10032"/>
                  </a:lnTo>
                  <a:lnTo>
                    <a:pt x="182492" y="9077"/>
                  </a:lnTo>
                  <a:lnTo>
                    <a:pt x="184881" y="9077"/>
                  </a:lnTo>
                  <a:lnTo>
                    <a:pt x="187270" y="8121"/>
                  </a:lnTo>
                  <a:lnTo>
                    <a:pt x="187270" y="8121"/>
                  </a:lnTo>
                  <a:lnTo>
                    <a:pt x="190614" y="6211"/>
                  </a:lnTo>
                  <a:lnTo>
                    <a:pt x="193958" y="3822"/>
                  </a:lnTo>
                  <a:lnTo>
                    <a:pt x="197302" y="1433"/>
                  </a:lnTo>
                  <a:lnTo>
                    <a:pt x="199691" y="0"/>
                  </a:lnTo>
                  <a:lnTo>
                    <a:pt x="199691" y="0"/>
                  </a:lnTo>
                  <a:lnTo>
                    <a:pt x="200646" y="1911"/>
                  </a:lnTo>
                  <a:lnTo>
                    <a:pt x="202557" y="3822"/>
                  </a:lnTo>
                  <a:lnTo>
                    <a:pt x="201602" y="4777"/>
                  </a:lnTo>
                  <a:lnTo>
                    <a:pt x="200168" y="5733"/>
                  </a:lnTo>
                  <a:lnTo>
                    <a:pt x="202557" y="7166"/>
                  </a:lnTo>
                  <a:lnTo>
                    <a:pt x="201124" y="9077"/>
                  </a:lnTo>
                  <a:lnTo>
                    <a:pt x="201124" y="10510"/>
                  </a:lnTo>
                  <a:lnTo>
                    <a:pt x="201124" y="10510"/>
                  </a:lnTo>
                  <a:lnTo>
                    <a:pt x="201124" y="13854"/>
                  </a:lnTo>
                  <a:lnTo>
                    <a:pt x="199213" y="15287"/>
                  </a:lnTo>
                  <a:lnTo>
                    <a:pt x="199213" y="16721"/>
                  </a:lnTo>
                  <a:lnTo>
                    <a:pt x="200168" y="18632"/>
                  </a:lnTo>
                  <a:lnTo>
                    <a:pt x="200168" y="27709"/>
                  </a:lnTo>
                  <a:lnTo>
                    <a:pt x="201124" y="28664"/>
                  </a:lnTo>
                  <a:lnTo>
                    <a:pt x="201124" y="37741"/>
                  </a:lnTo>
                  <a:lnTo>
                    <a:pt x="202557" y="37741"/>
                  </a:lnTo>
                  <a:lnTo>
                    <a:pt x="202557" y="44429"/>
                  </a:lnTo>
                  <a:lnTo>
                    <a:pt x="200168" y="45862"/>
                  </a:lnTo>
                  <a:lnTo>
                    <a:pt x="200168" y="45862"/>
                  </a:lnTo>
                  <a:lnTo>
                    <a:pt x="200168" y="47295"/>
                  </a:lnTo>
                  <a:lnTo>
                    <a:pt x="203035" y="47295"/>
                  </a:lnTo>
                  <a:lnTo>
                    <a:pt x="203035" y="54461"/>
                  </a:lnTo>
                  <a:lnTo>
                    <a:pt x="202079" y="56372"/>
                  </a:lnTo>
                  <a:lnTo>
                    <a:pt x="202079" y="64016"/>
                  </a:lnTo>
                  <a:lnTo>
                    <a:pt x="203035" y="69271"/>
                  </a:lnTo>
                  <a:lnTo>
                    <a:pt x="203035" y="70226"/>
                  </a:lnTo>
                  <a:lnTo>
                    <a:pt x="205424" y="70226"/>
                  </a:lnTo>
                  <a:lnTo>
                    <a:pt x="205424" y="72137"/>
                  </a:lnTo>
                  <a:lnTo>
                    <a:pt x="203990" y="74048"/>
                  </a:lnTo>
                  <a:lnTo>
                    <a:pt x="203990" y="76437"/>
                  </a:lnTo>
                  <a:lnTo>
                    <a:pt x="205424" y="74048"/>
                  </a:lnTo>
                  <a:lnTo>
                    <a:pt x="206379" y="74048"/>
                  </a:lnTo>
                  <a:lnTo>
                    <a:pt x="207334" y="75004"/>
                  </a:lnTo>
                  <a:lnTo>
                    <a:pt x="207334" y="76437"/>
                  </a:lnTo>
                  <a:lnTo>
                    <a:pt x="207334" y="76437"/>
                  </a:lnTo>
                  <a:lnTo>
                    <a:pt x="207334" y="78348"/>
                  </a:lnTo>
                  <a:lnTo>
                    <a:pt x="208768" y="78348"/>
                  </a:lnTo>
                  <a:lnTo>
                    <a:pt x="211156" y="77870"/>
                  </a:lnTo>
                  <a:close/>
                  <a:moveTo>
                    <a:pt x="91246" y="30097"/>
                  </a:moveTo>
                  <a:lnTo>
                    <a:pt x="91246" y="30097"/>
                  </a:lnTo>
                  <a:lnTo>
                    <a:pt x="91246" y="29142"/>
                  </a:lnTo>
                  <a:lnTo>
                    <a:pt x="91246" y="29142"/>
                  </a:lnTo>
                  <a:lnTo>
                    <a:pt x="91246" y="30097"/>
                  </a:lnTo>
                  <a:lnTo>
                    <a:pt x="91246" y="30097"/>
                  </a:lnTo>
                  <a:lnTo>
                    <a:pt x="91246" y="31052"/>
                  </a:lnTo>
                  <a:lnTo>
                    <a:pt x="92679" y="31052"/>
                  </a:lnTo>
                  <a:lnTo>
                    <a:pt x="92201" y="30097"/>
                  </a:lnTo>
                  <a:lnTo>
                    <a:pt x="91246" y="30097"/>
                  </a:lnTo>
                  <a:close/>
                  <a:moveTo>
                    <a:pt x="88858" y="29142"/>
                  </a:moveTo>
                  <a:lnTo>
                    <a:pt x="88858" y="29142"/>
                  </a:lnTo>
                  <a:lnTo>
                    <a:pt x="88858" y="28186"/>
                  </a:lnTo>
                  <a:lnTo>
                    <a:pt x="87902" y="28186"/>
                  </a:lnTo>
                  <a:lnTo>
                    <a:pt x="87902" y="29142"/>
                  </a:lnTo>
                  <a:lnTo>
                    <a:pt x="88858" y="30097"/>
                  </a:lnTo>
                  <a:lnTo>
                    <a:pt x="89813" y="30097"/>
                  </a:lnTo>
                  <a:lnTo>
                    <a:pt x="89813" y="29142"/>
                  </a:lnTo>
                  <a:lnTo>
                    <a:pt x="88858" y="291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2" name="Freeform 1501">
              <a:extLst>
                <a:ext uri="{FF2B5EF4-FFF2-40B4-BE49-F238E27FC236}">
                  <a16:creationId xmlns:a16="http://schemas.microsoft.com/office/drawing/2014/main" id="{81D8D768-FFA8-2C00-9FF9-6500BEA10E00}"/>
                </a:ext>
              </a:extLst>
            </p:cNvPr>
            <p:cNvSpPr/>
            <p:nvPr/>
          </p:nvSpPr>
          <p:spPr>
            <a:xfrm>
              <a:off x="6674052" y="4657026"/>
              <a:ext cx="18153" cy="7643"/>
            </a:xfrm>
            <a:custGeom>
              <a:avLst/>
              <a:gdLst>
                <a:gd name="csX0" fmla="*/ 18154 w 18153"/>
                <a:gd name="csY0" fmla="*/ 0 h 7643"/>
                <a:gd name="csX1" fmla="*/ 13377 w 18153"/>
                <a:gd name="csY1" fmla="*/ 1911 h 7643"/>
                <a:gd name="csX2" fmla="*/ 9077 w 18153"/>
                <a:gd name="csY2" fmla="*/ 3822 h 7643"/>
                <a:gd name="csX3" fmla="*/ 3344 w 18153"/>
                <a:gd name="csY3" fmla="*/ 6210 h 7643"/>
                <a:gd name="csX4" fmla="*/ 0 w 18153"/>
                <a:gd name="csY4" fmla="*/ 7644 h 7643"/>
                <a:gd name="csX5" fmla="*/ 3344 w 18153"/>
                <a:gd name="csY5" fmla="*/ 6210 h 7643"/>
                <a:gd name="csX6" fmla="*/ 9077 w 18153"/>
                <a:gd name="csY6" fmla="*/ 3822 h 7643"/>
                <a:gd name="csX7" fmla="*/ 13377 w 18153"/>
                <a:gd name="csY7" fmla="*/ 1911 h 7643"/>
                <a:gd name="csX8" fmla="*/ 18154 w 18153"/>
                <a:gd name="csY8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153" h="7643">
                  <a:moveTo>
                    <a:pt x="18154" y="0"/>
                  </a:moveTo>
                  <a:lnTo>
                    <a:pt x="13377" y="1911"/>
                  </a:lnTo>
                  <a:lnTo>
                    <a:pt x="9077" y="3822"/>
                  </a:lnTo>
                  <a:lnTo>
                    <a:pt x="3344" y="6210"/>
                  </a:lnTo>
                  <a:lnTo>
                    <a:pt x="0" y="7644"/>
                  </a:lnTo>
                  <a:lnTo>
                    <a:pt x="3344" y="6210"/>
                  </a:lnTo>
                  <a:lnTo>
                    <a:pt x="9077" y="3822"/>
                  </a:lnTo>
                  <a:lnTo>
                    <a:pt x="13377" y="1911"/>
                  </a:lnTo>
                  <a:lnTo>
                    <a:pt x="1815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3" name="Freeform 1502">
              <a:extLst>
                <a:ext uri="{FF2B5EF4-FFF2-40B4-BE49-F238E27FC236}">
                  <a16:creationId xmlns:a16="http://schemas.microsoft.com/office/drawing/2014/main" id="{50F961DD-1D8E-4531-9FF6-89C812D0ED7B}"/>
                </a:ext>
              </a:extLst>
            </p:cNvPr>
            <p:cNvSpPr/>
            <p:nvPr/>
          </p:nvSpPr>
          <p:spPr>
            <a:xfrm>
              <a:off x="6683606" y="3857785"/>
              <a:ext cx="6210" cy="955"/>
            </a:xfrm>
            <a:custGeom>
              <a:avLst/>
              <a:gdLst>
                <a:gd name="csX0" fmla="*/ 6211 w 6210"/>
                <a:gd name="csY0" fmla="*/ 0 h 955"/>
                <a:gd name="csX1" fmla="*/ 3822 w 6210"/>
                <a:gd name="csY1" fmla="*/ 955 h 955"/>
                <a:gd name="csX2" fmla="*/ 0 w 6210"/>
                <a:gd name="csY2" fmla="*/ 0 h 955"/>
                <a:gd name="csX3" fmla="*/ 3822 w 6210"/>
                <a:gd name="csY3" fmla="*/ 478 h 955"/>
                <a:gd name="csX4" fmla="*/ 6211 w 6210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955">
                  <a:moveTo>
                    <a:pt x="6211" y="0"/>
                  </a:moveTo>
                  <a:lnTo>
                    <a:pt x="3822" y="955"/>
                  </a:lnTo>
                  <a:lnTo>
                    <a:pt x="0" y="0"/>
                  </a:lnTo>
                  <a:lnTo>
                    <a:pt x="3822" y="478"/>
                  </a:lnTo>
                  <a:lnTo>
                    <a:pt x="62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4" name="Freeform 1503">
              <a:extLst>
                <a:ext uri="{FF2B5EF4-FFF2-40B4-BE49-F238E27FC236}">
                  <a16:creationId xmlns:a16="http://schemas.microsoft.com/office/drawing/2014/main" id="{B1EC5CF2-3FBF-5E46-FA51-DCCF40FE7B44}"/>
                </a:ext>
              </a:extLst>
            </p:cNvPr>
            <p:cNvSpPr/>
            <p:nvPr/>
          </p:nvSpPr>
          <p:spPr>
            <a:xfrm>
              <a:off x="6465284" y="4752572"/>
              <a:ext cx="220710" cy="195391"/>
            </a:xfrm>
            <a:custGeom>
              <a:avLst/>
              <a:gdLst>
                <a:gd name="csX0" fmla="*/ 220711 w 220710"/>
                <a:gd name="csY0" fmla="*/ 171983 h 195391"/>
                <a:gd name="csX1" fmla="*/ 220711 w 220710"/>
                <a:gd name="csY1" fmla="*/ 171983 h 195391"/>
                <a:gd name="csX2" fmla="*/ 218800 w 220710"/>
                <a:gd name="csY2" fmla="*/ 173893 h 195391"/>
                <a:gd name="csX3" fmla="*/ 214978 w 220710"/>
                <a:gd name="csY3" fmla="*/ 176282 h 195391"/>
                <a:gd name="csX4" fmla="*/ 211634 w 220710"/>
                <a:gd name="csY4" fmla="*/ 178671 h 195391"/>
                <a:gd name="csX5" fmla="*/ 208290 w 220710"/>
                <a:gd name="csY5" fmla="*/ 180582 h 195391"/>
                <a:gd name="csX6" fmla="*/ 205901 w 220710"/>
                <a:gd name="csY6" fmla="*/ 181059 h 195391"/>
                <a:gd name="csX7" fmla="*/ 203035 w 220710"/>
                <a:gd name="csY7" fmla="*/ 181537 h 195391"/>
                <a:gd name="csX8" fmla="*/ 200646 w 220710"/>
                <a:gd name="csY8" fmla="*/ 182493 h 195391"/>
                <a:gd name="csX9" fmla="*/ 198258 w 220710"/>
                <a:gd name="csY9" fmla="*/ 184403 h 195391"/>
                <a:gd name="csX10" fmla="*/ 195391 w 220710"/>
                <a:gd name="csY10" fmla="*/ 184881 h 195391"/>
                <a:gd name="csX11" fmla="*/ 191569 w 220710"/>
                <a:gd name="csY11" fmla="*/ 184881 h 195391"/>
                <a:gd name="csX12" fmla="*/ 187747 w 220710"/>
                <a:gd name="csY12" fmla="*/ 186314 h 195391"/>
                <a:gd name="csX13" fmla="*/ 183926 w 220710"/>
                <a:gd name="csY13" fmla="*/ 188225 h 195391"/>
                <a:gd name="csX14" fmla="*/ 182015 w 220710"/>
                <a:gd name="csY14" fmla="*/ 189659 h 195391"/>
                <a:gd name="csX15" fmla="*/ 178193 w 220710"/>
                <a:gd name="csY15" fmla="*/ 187748 h 195391"/>
                <a:gd name="csX16" fmla="*/ 175326 w 220710"/>
                <a:gd name="csY16" fmla="*/ 187270 h 195391"/>
                <a:gd name="csX17" fmla="*/ 172460 w 220710"/>
                <a:gd name="csY17" fmla="*/ 187270 h 195391"/>
                <a:gd name="csX18" fmla="*/ 170549 w 220710"/>
                <a:gd name="csY18" fmla="*/ 187270 h 195391"/>
                <a:gd name="csX19" fmla="*/ 169594 w 220710"/>
                <a:gd name="csY19" fmla="*/ 187748 h 195391"/>
                <a:gd name="csX20" fmla="*/ 169594 w 220710"/>
                <a:gd name="csY20" fmla="*/ 187748 h 195391"/>
                <a:gd name="csX21" fmla="*/ 169594 w 220710"/>
                <a:gd name="csY21" fmla="*/ 188703 h 195391"/>
                <a:gd name="csX22" fmla="*/ 169116 w 220710"/>
                <a:gd name="csY22" fmla="*/ 189181 h 195391"/>
                <a:gd name="csX23" fmla="*/ 168638 w 220710"/>
                <a:gd name="csY23" fmla="*/ 191092 h 195391"/>
                <a:gd name="csX24" fmla="*/ 166727 w 220710"/>
                <a:gd name="csY24" fmla="*/ 192525 h 195391"/>
                <a:gd name="csX25" fmla="*/ 162906 w 220710"/>
                <a:gd name="csY25" fmla="*/ 194436 h 195391"/>
                <a:gd name="csX26" fmla="*/ 159561 w 220710"/>
                <a:gd name="csY26" fmla="*/ 194914 h 195391"/>
                <a:gd name="csX27" fmla="*/ 156695 w 220710"/>
                <a:gd name="csY27" fmla="*/ 194436 h 195391"/>
                <a:gd name="csX28" fmla="*/ 154306 w 220710"/>
                <a:gd name="csY28" fmla="*/ 193958 h 195391"/>
                <a:gd name="csX29" fmla="*/ 153351 w 220710"/>
                <a:gd name="csY29" fmla="*/ 193003 h 195391"/>
                <a:gd name="csX30" fmla="*/ 151918 w 220710"/>
                <a:gd name="csY30" fmla="*/ 192525 h 195391"/>
                <a:gd name="csX31" fmla="*/ 149529 w 220710"/>
                <a:gd name="csY31" fmla="*/ 192525 h 195391"/>
                <a:gd name="csX32" fmla="*/ 149529 w 220710"/>
                <a:gd name="csY32" fmla="*/ 192525 h 195391"/>
                <a:gd name="csX33" fmla="*/ 147618 w 220710"/>
                <a:gd name="csY33" fmla="*/ 193480 h 195391"/>
                <a:gd name="csX34" fmla="*/ 145707 w 220710"/>
                <a:gd name="csY34" fmla="*/ 194436 h 195391"/>
                <a:gd name="csX35" fmla="*/ 143319 w 220710"/>
                <a:gd name="csY35" fmla="*/ 194914 h 195391"/>
                <a:gd name="csX36" fmla="*/ 142841 w 220710"/>
                <a:gd name="csY36" fmla="*/ 195391 h 195391"/>
                <a:gd name="csX37" fmla="*/ 138542 w 220710"/>
                <a:gd name="csY37" fmla="*/ 194914 h 195391"/>
                <a:gd name="csX38" fmla="*/ 136153 w 220710"/>
                <a:gd name="csY38" fmla="*/ 194436 h 195391"/>
                <a:gd name="csX39" fmla="*/ 135675 w 220710"/>
                <a:gd name="csY39" fmla="*/ 193480 h 195391"/>
                <a:gd name="csX40" fmla="*/ 135675 w 220710"/>
                <a:gd name="csY40" fmla="*/ 193480 h 195391"/>
                <a:gd name="csX41" fmla="*/ 134242 w 220710"/>
                <a:gd name="csY41" fmla="*/ 192047 h 195391"/>
                <a:gd name="csX42" fmla="*/ 130897 w 220710"/>
                <a:gd name="csY42" fmla="*/ 190136 h 195391"/>
                <a:gd name="csX43" fmla="*/ 130420 w 220710"/>
                <a:gd name="csY43" fmla="*/ 190136 h 195391"/>
                <a:gd name="csX44" fmla="*/ 128031 w 220710"/>
                <a:gd name="csY44" fmla="*/ 190136 h 195391"/>
                <a:gd name="csX45" fmla="*/ 126598 w 220710"/>
                <a:gd name="csY45" fmla="*/ 192047 h 195391"/>
                <a:gd name="csX46" fmla="*/ 125165 w 220710"/>
                <a:gd name="csY46" fmla="*/ 192525 h 195391"/>
                <a:gd name="csX47" fmla="*/ 123731 w 220710"/>
                <a:gd name="csY47" fmla="*/ 193003 h 195391"/>
                <a:gd name="csX48" fmla="*/ 122776 w 220710"/>
                <a:gd name="csY48" fmla="*/ 193003 h 195391"/>
                <a:gd name="csX49" fmla="*/ 121343 w 220710"/>
                <a:gd name="csY49" fmla="*/ 193003 h 195391"/>
                <a:gd name="csX50" fmla="*/ 120865 w 220710"/>
                <a:gd name="csY50" fmla="*/ 192525 h 195391"/>
                <a:gd name="csX51" fmla="*/ 116088 w 220710"/>
                <a:gd name="csY51" fmla="*/ 192525 h 195391"/>
                <a:gd name="csX52" fmla="*/ 116088 w 220710"/>
                <a:gd name="csY52" fmla="*/ 192525 h 195391"/>
                <a:gd name="csX53" fmla="*/ 111788 w 220710"/>
                <a:gd name="csY53" fmla="*/ 192525 h 195391"/>
                <a:gd name="csX54" fmla="*/ 111788 w 220710"/>
                <a:gd name="csY54" fmla="*/ 192047 h 195391"/>
                <a:gd name="csX55" fmla="*/ 111311 w 220710"/>
                <a:gd name="csY55" fmla="*/ 190614 h 195391"/>
                <a:gd name="csX56" fmla="*/ 110355 w 220710"/>
                <a:gd name="csY56" fmla="*/ 189181 h 195391"/>
                <a:gd name="csX57" fmla="*/ 110355 w 220710"/>
                <a:gd name="csY57" fmla="*/ 189181 h 195391"/>
                <a:gd name="csX58" fmla="*/ 109400 w 220710"/>
                <a:gd name="csY58" fmla="*/ 188703 h 195391"/>
                <a:gd name="csX59" fmla="*/ 109400 w 220710"/>
                <a:gd name="csY59" fmla="*/ 188225 h 195391"/>
                <a:gd name="csX60" fmla="*/ 108922 w 220710"/>
                <a:gd name="csY60" fmla="*/ 188225 h 195391"/>
                <a:gd name="csX61" fmla="*/ 108444 w 220710"/>
                <a:gd name="csY61" fmla="*/ 188225 h 195391"/>
                <a:gd name="csX62" fmla="*/ 107967 w 220710"/>
                <a:gd name="csY62" fmla="*/ 188225 h 195391"/>
                <a:gd name="csX63" fmla="*/ 107489 w 220710"/>
                <a:gd name="csY63" fmla="*/ 187748 h 195391"/>
                <a:gd name="csX64" fmla="*/ 107489 w 220710"/>
                <a:gd name="csY64" fmla="*/ 187748 h 195391"/>
                <a:gd name="csX65" fmla="*/ 107011 w 220710"/>
                <a:gd name="csY65" fmla="*/ 186314 h 195391"/>
                <a:gd name="csX66" fmla="*/ 106533 w 220710"/>
                <a:gd name="csY66" fmla="*/ 185359 h 195391"/>
                <a:gd name="csX67" fmla="*/ 105578 w 220710"/>
                <a:gd name="csY67" fmla="*/ 184403 h 195391"/>
                <a:gd name="csX68" fmla="*/ 104622 w 220710"/>
                <a:gd name="csY68" fmla="*/ 183448 h 195391"/>
                <a:gd name="csX69" fmla="*/ 104622 w 220710"/>
                <a:gd name="csY69" fmla="*/ 182493 h 195391"/>
                <a:gd name="csX70" fmla="*/ 104622 w 220710"/>
                <a:gd name="csY70" fmla="*/ 182015 h 195391"/>
                <a:gd name="csX71" fmla="*/ 105578 w 220710"/>
                <a:gd name="csY71" fmla="*/ 179626 h 195391"/>
                <a:gd name="csX72" fmla="*/ 106056 w 220710"/>
                <a:gd name="csY72" fmla="*/ 178193 h 195391"/>
                <a:gd name="csX73" fmla="*/ 106056 w 220710"/>
                <a:gd name="csY73" fmla="*/ 176760 h 195391"/>
                <a:gd name="csX74" fmla="*/ 105578 w 220710"/>
                <a:gd name="csY74" fmla="*/ 175327 h 195391"/>
                <a:gd name="csX75" fmla="*/ 105100 w 220710"/>
                <a:gd name="csY75" fmla="*/ 174849 h 195391"/>
                <a:gd name="csX76" fmla="*/ 104145 w 220710"/>
                <a:gd name="csY76" fmla="*/ 173416 h 195391"/>
                <a:gd name="csX77" fmla="*/ 104622 w 220710"/>
                <a:gd name="csY77" fmla="*/ 172938 h 195391"/>
                <a:gd name="csX78" fmla="*/ 104145 w 220710"/>
                <a:gd name="csY78" fmla="*/ 171505 h 195391"/>
                <a:gd name="csX79" fmla="*/ 104145 w 220710"/>
                <a:gd name="csY79" fmla="*/ 170549 h 195391"/>
                <a:gd name="csX80" fmla="*/ 104145 w 220710"/>
                <a:gd name="csY80" fmla="*/ 169594 h 195391"/>
                <a:gd name="csX81" fmla="*/ 104145 w 220710"/>
                <a:gd name="csY81" fmla="*/ 168161 h 195391"/>
                <a:gd name="csX82" fmla="*/ 103189 w 220710"/>
                <a:gd name="csY82" fmla="*/ 164817 h 195391"/>
                <a:gd name="csX83" fmla="*/ 103189 w 220710"/>
                <a:gd name="csY83" fmla="*/ 164339 h 195391"/>
                <a:gd name="csX84" fmla="*/ 102234 w 220710"/>
                <a:gd name="csY84" fmla="*/ 162906 h 195391"/>
                <a:gd name="csX85" fmla="*/ 102234 w 220710"/>
                <a:gd name="csY85" fmla="*/ 162428 h 195391"/>
                <a:gd name="csX86" fmla="*/ 99367 w 220710"/>
                <a:gd name="csY86" fmla="*/ 159084 h 195391"/>
                <a:gd name="csX87" fmla="*/ 98890 w 220710"/>
                <a:gd name="csY87" fmla="*/ 158606 h 195391"/>
                <a:gd name="csX88" fmla="*/ 98890 w 220710"/>
                <a:gd name="csY88" fmla="*/ 158606 h 195391"/>
                <a:gd name="csX89" fmla="*/ 94590 w 220710"/>
                <a:gd name="csY89" fmla="*/ 155262 h 195391"/>
                <a:gd name="csX90" fmla="*/ 92679 w 220710"/>
                <a:gd name="csY90" fmla="*/ 154307 h 195391"/>
                <a:gd name="csX91" fmla="*/ 92679 w 220710"/>
                <a:gd name="csY91" fmla="*/ 154307 h 195391"/>
                <a:gd name="csX92" fmla="*/ 91724 w 220710"/>
                <a:gd name="csY92" fmla="*/ 154784 h 195391"/>
                <a:gd name="csX93" fmla="*/ 91724 w 220710"/>
                <a:gd name="csY93" fmla="*/ 155740 h 195391"/>
                <a:gd name="csX94" fmla="*/ 91724 w 220710"/>
                <a:gd name="csY94" fmla="*/ 156695 h 195391"/>
                <a:gd name="csX95" fmla="*/ 91724 w 220710"/>
                <a:gd name="csY95" fmla="*/ 157173 h 195391"/>
                <a:gd name="csX96" fmla="*/ 91724 w 220710"/>
                <a:gd name="csY96" fmla="*/ 157651 h 195391"/>
                <a:gd name="csX97" fmla="*/ 90290 w 220710"/>
                <a:gd name="csY97" fmla="*/ 157651 h 195391"/>
                <a:gd name="csX98" fmla="*/ 89813 w 220710"/>
                <a:gd name="csY98" fmla="*/ 157651 h 195391"/>
                <a:gd name="csX99" fmla="*/ 87902 w 220710"/>
                <a:gd name="csY99" fmla="*/ 156695 h 195391"/>
                <a:gd name="csX100" fmla="*/ 87902 w 220710"/>
                <a:gd name="csY100" fmla="*/ 156695 h 195391"/>
                <a:gd name="csX101" fmla="*/ 86469 w 220710"/>
                <a:gd name="csY101" fmla="*/ 156218 h 195391"/>
                <a:gd name="csX102" fmla="*/ 83124 w 220710"/>
                <a:gd name="csY102" fmla="*/ 156218 h 195391"/>
                <a:gd name="csX103" fmla="*/ 82169 w 220710"/>
                <a:gd name="csY103" fmla="*/ 156695 h 195391"/>
                <a:gd name="csX104" fmla="*/ 81214 w 220710"/>
                <a:gd name="csY104" fmla="*/ 156218 h 195391"/>
                <a:gd name="csX105" fmla="*/ 79303 w 220710"/>
                <a:gd name="csY105" fmla="*/ 154784 h 195391"/>
                <a:gd name="csX106" fmla="*/ 79303 w 220710"/>
                <a:gd name="csY106" fmla="*/ 154784 h 195391"/>
                <a:gd name="csX107" fmla="*/ 77392 w 220710"/>
                <a:gd name="csY107" fmla="*/ 154307 h 195391"/>
                <a:gd name="csX108" fmla="*/ 75481 w 220710"/>
                <a:gd name="csY108" fmla="*/ 154307 h 195391"/>
                <a:gd name="csX109" fmla="*/ 75481 w 220710"/>
                <a:gd name="csY109" fmla="*/ 154307 h 195391"/>
                <a:gd name="csX110" fmla="*/ 72615 w 220710"/>
                <a:gd name="csY110" fmla="*/ 152396 h 195391"/>
                <a:gd name="csX111" fmla="*/ 72137 w 220710"/>
                <a:gd name="csY111" fmla="*/ 152396 h 195391"/>
                <a:gd name="csX112" fmla="*/ 71659 w 220710"/>
                <a:gd name="csY112" fmla="*/ 152396 h 195391"/>
                <a:gd name="csX113" fmla="*/ 71181 w 220710"/>
                <a:gd name="csY113" fmla="*/ 152873 h 195391"/>
                <a:gd name="csX114" fmla="*/ 71181 w 220710"/>
                <a:gd name="csY114" fmla="*/ 152873 h 195391"/>
                <a:gd name="csX115" fmla="*/ 70226 w 220710"/>
                <a:gd name="csY115" fmla="*/ 152396 h 195391"/>
                <a:gd name="csX116" fmla="*/ 68315 w 220710"/>
                <a:gd name="csY116" fmla="*/ 151440 h 195391"/>
                <a:gd name="csX117" fmla="*/ 64971 w 220710"/>
                <a:gd name="csY117" fmla="*/ 150485 h 195391"/>
                <a:gd name="csX118" fmla="*/ 62582 w 220710"/>
                <a:gd name="csY118" fmla="*/ 149052 h 195391"/>
                <a:gd name="csX119" fmla="*/ 61627 w 220710"/>
                <a:gd name="csY119" fmla="*/ 148096 h 195391"/>
                <a:gd name="csX120" fmla="*/ 59238 w 220710"/>
                <a:gd name="csY120" fmla="*/ 147618 h 195391"/>
                <a:gd name="csX121" fmla="*/ 57328 w 220710"/>
                <a:gd name="csY121" fmla="*/ 147618 h 195391"/>
                <a:gd name="csX122" fmla="*/ 55416 w 220710"/>
                <a:gd name="csY122" fmla="*/ 146663 h 195391"/>
                <a:gd name="csX123" fmla="*/ 53505 w 220710"/>
                <a:gd name="csY123" fmla="*/ 146663 h 195391"/>
                <a:gd name="csX124" fmla="*/ 52072 w 220710"/>
                <a:gd name="csY124" fmla="*/ 146185 h 195391"/>
                <a:gd name="csX125" fmla="*/ 51594 w 220710"/>
                <a:gd name="csY125" fmla="*/ 145707 h 195391"/>
                <a:gd name="csX126" fmla="*/ 51594 w 220710"/>
                <a:gd name="csY126" fmla="*/ 144274 h 195391"/>
                <a:gd name="csX127" fmla="*/ 51594 w 220710"/>
                <a:gd name="csY127" fmla="*/ 144274 h 195391"/>
                <a:gd name="csX128" fmla="*/ 50639 w 220710"/>
                <a:gd name="csY128" fmla="*/ 143796 h 195391"/>
                <a:gd name="csX129" fmla="*/ 49683 w 220710"/>
                <a:gd name="csY129" fmla="*/ 143319 h 195391"/>
                <a:gd name="csX130" fmla="*/ 47773 w 220710"/>
                <a:gd name="csY130" fmla="*/ 143319 h 195391"/>
                <a:gd name="csX131" fmla="*/ 47295 w 220710"/>
                <a:gd name="csY131" fmla="*/ 143796 h 195391"/>
                <a:gd name="csX132" fmla="*/ 46817 w 220710"/>
                <a:gd name="csY132" fmla="*/ 143796 h 195391"/>
                <a:gd name="csX133" fmla="*/ 45384 w 220710"/>
                <a:gd name="csY133" fmla="*/ 142841 h 195391"/>
                <a:gd name="csX134" fmla="*/ 44428 w 220710"/>
                <a:gd name="csY134" fmla="*/ 141886 h 195391"/>
                <a:gd name="csX135" fmla="*/ 43951 w 220710"/>
                <a:gd name="csY135" fmla="*/ 140452 h 195391"/>
                <a:gd name="csX136" fmla="*/ 43951 w 220710"/>
                <a:gd name="csY136" fmla="*/ 139975 h 195391"/>
                <a:gd name="csX137" fmla="*/ 43951 w 220710"/>
                <a:gd name="csY137" fmla="*/ 139975 h 195391"/>
                <a:gd name="csX138" fmla="*/ 42040 w 220710"/>
                <a:gd name="csY138" fmla="*/ 139019 h 195391"/>
                <a:gd name="csX139" fmla="*/ 40129 w 220710"/>
                <a:gd name="csY139" fmla="*/ 138064 h 195391"/>
                <a:gd name="csX140" fmla="*/ 34874 w 220710"/>
                <a:gd name="csY140" fmla="*/ 138064 h 195391"/>
                <a:gd name="csX141" fmla="*/ 34396 w 220710"/>
                <a:gd name="csY141" fmla="*/ 138064 h 195391"/>
                <a:gd name="csX142" fmla="*/ 33919 w 220710"/>
                <a:gd name="csY142" fmla="*/ 138064 h 195391"/>
                <a:gd name="csX143" fmla="*/ 32485 w 220710"/>
                <a:gd name="csY143" fmla="*/ 137108 h 195391"/>
                <a:gd name="csX144" fmla="*/ 31052 w 220710"/>
                <a:gd name="csY144" fmla="*/ 135675 h 195391"/>
                <a:gd name="csX145" fmla="*/ 30097 w 220710"/>
                <a:gd name="csY145" fmla="*/ 134242 h 195391"/>
                <a:gd name="csX146" fmla="*/ 28664 w 220710"/>
                <a:gd name="csY146" fmla="*/ 131853 h 195391"/>
                <a:gd name="csX147" fmla="*/ 28186 w 220710"/>
                <a:gd name="csY147" fmla="*/ 130420 h 195391"/>
                <a:gd name="csX148" fmla="*/ 27708 w 220710"/>
                <a:gd name="csY148" fmla="*/ 128987 h 195391"/>
                <a:gd name="csX149" fmla="*/ 26275 w 220710"/>
                <a:gd name="csY149" fmla="*/ 126598 h 195391"/>
                <a:gd name="csX150" fmla="*/ 24364 w 220710"/>
                <a:gd name="csY150" fmla="*/ 123254 h 195391"/>
                <a:gd name="csX151" fmla="*/ 22931 w 220710"/>
                <a:gd name="csY151" fmla="*/ 120388 h 195391"/>
                <a:gd name="csX152" fmla="*/ 21498 w 220710"/>
                <a:gd name="csY152" fmla="*/ 117044 h 195391"/>
                <a:gd name="csX153" fmla="*/ 21020 w 220710"/>
                <a:gd name="csY153" fmla="*/ 115133 h 195391"/>
                <a:gd name="csX154" fmla="*/ 19587 w 220710"/>
                <a:gd name="csY154" fmla="*/ 112744 h 195391"/>
                <a:gd name="csX155" fmla="*/ 17676 w 220710"/>
                <a:gd name="csY155" fmla="*/ 109400 h 195391"/>
                <a:gd name="csX156" fmla="*/ 16721 w 220710"/>
                <a:gd name="csY156" fmla="*/ 108445 h 195391"/>
                <a:gd name="csX157" fmla="*/ 15765 w 220710"/>
                <a:gd name="csY157" fmla="*/ 107489 h 195391"/>
                <a:gd name="csX158" fmla="*/ 12898 w 220710"/>
                <a:gd name="csY158" fmla="*/ 105100 h 195391"/>
                <a:gd name="csX159" fmla="*/ 9555 w 220710"/>
                <a:gd name="csY159" fmla="*/ 103189 h 195391"/>
                <a:gd name="csX160" fmla="*/ 7644 w 220710"/>
                <a:gd name="csY160" fmla="*/ 101756 h 195391"/>
                <a:gd name="csX161" fmla="*/ 5255 w 220710"/>
                <a:gd name="csY161" fmla="*/ 97935 h 195391"/>
                <a:gd name="csX162" fmla="*/ 4299 w 220710"/>
                <a:gd name="csY162" fmla="*/ 96501 h 195391"/>
                <a:gd name="csX163" fmla="*/ 3821 w 220710"/>
                <a:gd name="csY163" fmla="*/ 93635 h 195391"/>
                <a:gd name="csX164" fmla="*/ 3344 w 220710"/>
                <a:gd name="csY164" fmla="*/ 91246 h 195391"/>
                <a:gd name="csX165" fmla="*/ 3344 w 220710"/>
                <a:gd name="csY165" fmla="*/ 89813 h 195391"/>
                <a:gd name="csX166" fmla="*/ 5255 w 220710"/>
                <a:gd name="csY166" fmla="*/ 86469 h 195391"/>
                <a:gd name="csX167" fmla="*/ 5733 w 220710"/>
                <a:gd name="csY167" fmla="*/ 85513 h 195391"/>
                <a:gd name="csX168" fmla="*/ 5255 w 220710"/>
                <a:gd name="csY168" fmla="*/ 84080 h 195391"/>
                <a:gd name="csX169" fmla="*/ 5255 w 220710"/>
                <a:gd name="csY169" fmla="*/ 84080 h 195391"/>
                <a:gd name="csX170" fmla="*/ 4299 w 220710"/>
                <a:gd name="csY170" fmla="*/ 81692 h 195391"/>
                <a:gd name="csX171" fmla="*/ 3344 w 220710"/>
                <a:gd name="csY171" fmla="*/ 79781 h 195391"/>
                <a:gd name="csX172" fmla="*/ 2866 w 220710"/>
                <a:gd name="csY172" fmla="*/ 78347 h 195391"/>
                <a:gd name="csX173" fmla="*/ 2866 w 220710"/>
                <a:gd name="csY173" fmla="*/ 78347 h 195391"/>
                <a:gd name="csX174" fmla="*/ 1910 w 220710"/>
                <a:gd name="csY174" fmla="*/ 75481 h 195391"/>
                <a:gd name="csX175" fmla="*/ 1910 w 220710"/>
                <a:gd name="csY175" fmla="*/ 75481 h 195391"/>
                <a:gd name="csX176" fmla="*/ 478 w 220710"/>
                <a:gd name="csY176" fmla="*/ 72137 h 195391"/>
                <a:gd name="csX177" fmla="*/ 0 w 220710"/>
                <a:gd name="csY177" fmla="*/ 70704 h 195391"/>
                <a:gd name="csX178" fmla="*/ 0 w 220710"/>
                <a:gd name="csY178" fmla="*/ 69748 h 195391"/>
                <a:gd name="csX179" fmla="*/ 955 w 220710"/>
                <a:gd name="csY179" fmla="*/ 66404 h 195391"/>
                <a:gd name="csX180" fmla="*/ 1433 w 220710"/>
                <a:gd name="csY180" fmla="*/ 63538 h 195391"/>
                <a:gd name="csX181" fmla="*/ 1433 w 220710"/>
                <a:gd name="csY181" fmla="*/ 62582 h 195391"/>
                <a:gd name="csX182" fmla="*/ 7644 w 220710"/>
                <a:gd name="csY182" fmla="*/ 62582 h 195391"/>
                <a:gd name="csX183" fmla="*/ 9076 w 220710"/>
                <a:gd name="csY183" fmla="*/ 62105 h 195391"/>
                <a:gd name="csX184" fmla="*/ 12421 w 220710"/>
                <a:gd name="csY184" fmla="*/ 59716 h 195391"/>
                <a:gd name="csX185" fmla="*/ 12421 w 220710"/>
                <a:gd name="csY185" fmla="*/ 59716 h 195391"/>
                <a:gd name="csX186" fmla="*/ 16242 w 220710"/>
                <a:gd name="csY186" fmla="*/ 55894 h 195391"/>
                <a:gd name="csX187" fmla="*/ 17198 w 220710"/>
                <a:gd name="csY187" fmla="*/ 53983 h 195391"/>
                <a:gd name="csX188" fmla="*/ 18631 w 220710"/>
                <a:gd name="csY188" fmla="*/ 51595 h 195391"/>
                <a:gd name="csX189" fmla="*/ 20542 w 220710"/>
                <a:gd name="csY189" fmla="*/ 50162 h 195391"/>
                <a:gd name="csX190" fmla="*/ 21020 w 220710"/>
                <a:gd name="csY190" fmla="*/ 49684 h 195391"/>
                <a:gd name="csX191" fmla="*/ 21498 w 220710"/>
                <a:gd name="csY191" fmla="*/ 48251 h 195391"/>
                <a:gd name="csX192" fmla="*/ 21975 w 220710"/>
                <a:gd name="csY192" fmla="*/ 46817 h 195391"/>
                <a:gd name="csX193" fmla="*/ 23886 w 220710"/>
                <a:gd name="csY193" fmla="*/ 45384 h 195391"/>
                <a:gd name="csX194" fmla="*/ 25797 w 220710"/>
                <a:gd name="csY194" fmla="*/ 43951 h 195391"/>
                <a:gd name="csX195" fmla="*/ 25797 w 220710"/>
                <a:gd name="csY195" fmla="*/ 43951 h 195391"/>
                <a:gd name="csX196" fmla="*/ 25797 w 220710"/>
                <a:gd name="csY196" fmla="*/ 43473 h 195391"/>
                <a:gd name="csX197" fmla="*/ 25797 w 220710"/>
                <a:gd name="csY197" fmla="*/ 43473 h 195391"/>
                <a:gd name="csX198" fmla="*/ 25797 w 220710"/>
                <a:gd name="csY198" fmla="*/ 42996 h 195391"/>
                <a:gd name="csX199" fmla="*/ 25797 w 220710"/>
                <a:gd name="csY199" fmla="*/ 42996 h 195391"/>
                <a:gd name="csX200" fmla="*/ 25797 w 220710"/>
                <a:gd name="csY200" fmla="*/ 42518 h 195391"/>
                <a:gd name="csX201" fmla="*/ 26753 w 220710"/>
                <a:gd name="csY201" fmla="*/ 42040 h 195391"/>
                <a:gd name="csX202" fmla="*/ 29141 w 220710"/>
                <a:gd name="csY202" fmla="*/ 41085 h 195391"/>
                <a:gd name="csX203" fmla="*/ 29619 w 220710"/>
                <a:gd name="csY203" fmla="*/ 39651 h 195391"/>
                <a:gd name="csX204" fmla="*/ 29619 w 220710"/>
                <a:gd name="csY204" fmla="*/ 38218 h 195391"/>
                <a:gd name="csX205" fmla="*/ 29141 w 220710"/>
                <a:gd name="csY205" fmla="*/ 37740 h 195391"/>
                <a:gd name="csX206" fmla="*/ 29141 w 220710"/>
                <a:gd name="csY206" fmla="*/ 36307 h 195391"/>
                <a:gd name="csX207" fmla="*/ 28664 w 220710"/>
                <a:gd name="csY207" fmla="*/ 35830 h 195391"/>
                <a:gd name="csX208" fmla="*/ 28664 w 220710"/>
                <a:gd name="csY208" fmla="*/ 35830 h 195391"/>
                <a:gd name="csX209" fmla="*/ 27708 w 220710"/>
                <a:gd name="csY209" fmla="*/ 35830 h 195391"/>
                <a:gd name="csX210" fmla="*/ 25319 w 220710"/>
                <a:gd name="csY210" fmla="*/ 34874 h 195391"/>
                <a:gd name="csX211" fmla="*/ 23886 w 220710"/>
                <a:gd name="csY211" fmla="*/ 34874 h 195391"/>
                <a:gd name="csX212" fmla="*/ 23886 w 220710"/>
                <a:gd name="csY212" fmla="*/ 34874 h 195391"/>
                <a:gd name="csX213" fmla="*/ 22453 w 220710"/>
                <a:gd name="csY213" fmla="*/ 34397 h 195391"/>
                <a:gd name="csX214" fmla="*/ 21975 w 220710"/>
                <a:gd name="csY214" fmla="*/ 33919 h 195391"/>
                <a:gd name="csX215" fmla="*/ 21975 w 220710"/>
                <a:gd name="csY215" fmla="*/ 32963 h 195391"/>
                <a:gd name="csX216" fmla="*/ 21975 w 220710"/>
                <a:gd name="csY216" fmla="*/ 32008 h 195391"/>
                <a:gd name="csX217" fmla="*/ 22453 w 220710"/>
                <a:gd name="csY217" fmla="*/ 32008 h 195391"/>
                <a:gd name="csX218" fmla="*/ 22931 w 220710"/>
                <a:gd name="csY218" fmla="*/ 30575 h 195391"/>
                <a:gd name="csX219" fmla="*/ 22931 w 220710"/>
                <a:gd name="csY219" fmla="*/ 30575 h 195391"/>
                <a:gd name="csX220" fmla="*/ 22453 w 220710"/>
                <a:gd name="csY220" fmla="*/ 30575 h 195391"/>
                <a:gd name="csX221" fmla="*/ 21975 w 220710"/>
                <a:gd name="csY221" fmla="*/ 30097 h 195391"/>
                <a:gd name="csX222" fmla="*/ 21975 w 220710"/>
                <a:gd name="csY222" fmla="*/ 30097 h 195391"/>
                <a:gd name="csX223" fmla="*/ 21975 w 220710"/>
                <a:gd name="csY223" fmla="*/ 29619 h 195391"/>
                <a:gd name="csX224" fmla="*/ 21975 w 220710"/>
                <a:gd name="csY224" fmla="*/ 29141 h 195391"/>
                <a:gd name="csX225" fmla="*/ 23886 w 220710"/>
                <a:gd name="csY225" fmla="*/ 25797 h 195391"/>
                <a:gd name="csX226" fmla="*/ 24364 w 220710"/>
                <a:gd name="csY226" fmla="*/ 25320 h 195391"/>
                <a:gd name="csX227" fmla="*/ 25319 w 220710"/>
                <a:gd name="csY227" fmla="*/ 25320 h 195391"/>
                <a:gd name="csX228" fmla="*/ 26275 w 220710"/>
                <a:gd name="csY228" fmla="*/ 24842 h 195391"/>
                <a:gd name="csX229" fmla="*/ 26275 w 220710"/>
                <a:gd name="csY229" fmla="*/ 24842 h 195391"/>
                <a:gd name="csX230" fmla="*/ 27708 w 220710"/>
                <a:gd name="csY230" fmla="*/ 24842 h 195391"/>
                <a:gd name="csX231" fmla="*/ 28186 w 220710"/>
                <a:gd name="csY231" fmla="*/ 24842 h 195391"/>
                <a:gd name="csX232" fmla="*/ 28664 w 220710"/>
                <a:gd name="csY232" fmla="*/ 24842 h 195391"/>
                <a:gd name="csX233" fmla="*/ 29141 w 220710"/>
                <a:gd name="csY233" fmla="*/ 24842 h 195391"/>
                <a:gd name="csX234" fmla="*/ 29619 w 220710"/>
                <a:gd name="csY234" fmla="*/ 24364 h 195391"/>
                <a:gd name="csX235" fmla="*/ 29619 w 220710"/>
                <a:gd name="csY235" fmla="*/ 24364 h 195391"/>
                <a:gd name="csX236" fmla="*/ 30574 w 220710"/>
                <a:gd name="csY236" fmla="*/ 22931 h 195391"/>
                <a:gd name="csX237" fmla="*/ 30574 w 220710"/>
                <a:gd name="csY237" fmla="*/ 20542 h 195391"/>
                <a:gd name="csX238" fmla="*/ 30574 w 220710"/>
                <a:gd name="csY238" fmla="*/ 19109 h 195391"/>
                <a:gd name="csX239" fmla="*/ 29619 w 220710"/>
                <a:gd name="csY239" fmla="*/ 17676 h 195391"/>
                <a:gd name="csX240" fmla="*/ 29619 w 220710"/>
                <a:gd name="csY240" fmla="*/ 15287 h 195391"/>
                <a:gd name="csX241" fmla="*/ 29619 w 220710"/>
                <a:gd name="csY241" fmla="*/ 12421 h 195391"/>
                <a:gd name="csX242" fmla="*/ 29619 w 220710"/>
                <a:gd name="csY242" fmla="*/ 10510 h 195391"/>
                <a:gd name="csX243" fmla="*/ 29619 w 220710"/>
                <a:gd name="csY243" fmla="*/ 10032 h 195391"/>
                <a:gd name="csX244" fmla="*/ 28664 w 220710"/>
                <a:gd name="csY244" fmla="*/ 8599 h 195391"/>
                <a:gd name="csX245" fmla="*/ 28664 w 220710"/>
                <a:gd name="csY245" fmla="*/ 8121 h 195391"/>
                <a:gd name="csX246" fmla="*/ 27708 w 220710"/>
                <a:gd name="csY246" fmla="*/ 7166 h 195391"/>
                <a:gd name="csX247" fmla="*/ 27708 w 220710"/>
                <a:gd name="csY247" fmla="*/ 7166 h 195391"/>
                <a:gd name="csX248" fmla="*/ 25797 w 220710"/>
                <a:gd name="csY248" fmla="*/ 6688 h 195391"/>
                <a:gd name="csX249" fmla="*/ 23408 w 220710"/>
                <a:gd name="csY249" fmla="*/ 3822 h 195391"/>
                <a:gd name="csX250" fmla="*/ 22931 w 220710"/>
                <a:gd name="csY250" fmla="*/ 2389 h 195391"/>
                <a:gd name="csX251" fmla="*/ 22931 w 220710"/>
                <a:gd name="csY251" fmla="*/ 1433 h 195391"/>
                <a:gd name="csX252" fmla="*/ 23408 w 220710"/>
                <a:gd name="csY252" fmla="*/ 1433 h 195391"/>
                <a:gd name="csX253" fmla="*/ 23408 w 220710"/>
                <a:gd name="csY253" fmla="*/ 1433 h 195391"/>
                <a:gd name="csX254" fmla="*/ 23886 w 220710"/>
                <a:gd name="csY254" fmla="*/ 1433 h 195391"/>
                <a:gd name="csX255" fmla="*/ 25319 w 220710"/>
                <a:gd name="csY255" fmla="*/ 1433 h 195391"/>
                <a:gd name="csX256" fmla="*/ 26753 w 220710"/>
                <a:gd name="csY256" fmla="*/ 956 h 195391"/>
                <a:gd name="csX257" fmla="*/ 28186 w 220710"/>
                <a:gd name="csY257" fmla="*/ 0 h 195391"/>
                <a:gd name="csX258" fmla="*/ 29619 w 220710"/>
                <a:gd name="csY258" fmla="*/ 0 h 195391"/>
                <a:gd name="csX259" fmla="*/ 29619 w 220710"/>
                <a:gd name="csY259" fmla="*/ 0 h 195391"/>
                <a:gd name="csX260" fmla="*/ 30097 w 220710"/>
                <a:gd name="csY260" fmla="*/ 0 h 195391"/>
                <a:gd name="csX261" fmla="*/ 32008 w 220710"/>
                <a:gd name="csY261" fmla="*/ 0 h 195391"/>
                <a:gd name="csX262" fmla="*/ 35830 w 220710"/>
                <a:gd name="csY262" fmla="*/ 0 h 195391"/>
                <a:gd name="csX263" fmla="*/ 39174 w 220710"/>
                <a:gd name="csY263" fmla="*/ 0 h 195391"/>
                <a:gd name="csX264" fmla="*/ 42996 w 220710"/>
                <a:gd name="csY264" fmla="*/ 0 h 195391"/>
                <a:gd name="csX265" fmla="*/ 46340 w 220710"/>
                <a:gd name="csY265" fmla="*/ 0 h 195391"/>
                <a:gd name="csX266" fmla="*/ 49683 w 220710"/>
                <a:gd name="csY266" fmla="*/ 0 h 195391"/>
                <a:gd name="csX267" fmla="*/ 53505 w 220710"/>
                <a:gd name="csY267" fmla="*/ 0 h 195391"/>
                <a:gd name="csX268" fmla="*/ 56849 w 220710"/>
                <a:gd name="csY268" fmla="*/ 0 h 195391"/>
                <a:gd name="csX269" fmla="*/ 60671 w 220710"/>
                <a:gd name="csY269" fmla="*/ 0 h 195391"/>
                <a:gd name="csX270" fmla="*/ 64015 w 220710"/>
                <a:gd name="csY270" fmla="*/ 0 h 195391"/>
                <a:gd name="csX271" fmla="*/ 67360 w 220710"/>
                <a:gd name="csY271" fmla="*/ 0 h 195391"/>
                <a:gd name="csX272" fmla="*/ 71181 w 220710"/>
                <a:gd name="csY272" fmla="*/ 0 h 195391"/>
                <a:gd name="csX273" fmla="*/ 74526 w 220710"/>
                <a:gd name="csY273" fmla="*/ 0 h 195391"/>
                <a:gd name="csX274" fmla="*/ 77870 w 220710"/>
                <a:gd name="csY274" fmla="*/ 0 h 195391"/>
                <a:gd name="csX275" fmla="*/ 81692 w 220710"/>
                <a:gd name="csY275" fmla="*/ 0 h 195391"/>
                <a:gd name="csX276" fmla="*/ 85035 w 220710"/>
                <a:gd name="csY276" fmla="*/ 0 h 195391"/>
                <a:gd name="csX277" fmla="*/ 88380 w 220710"/>
                <a:gd name="csY277" fmla="*/ 0 h 195391"/>
                <a:gd name="csX278" fmla="*/ 90769 w 220710"/>
                <a:gd name="csY278" fmla="*/ 0 h 195391"/>
                <a:gd name="csX279" fmla="*/ 92201 w 220710"/>
                <a:gd name="csY279" fmla="*/ 0 h 195391"/>
                <a:gd name="csX280" fmla="*/ 93635 w 220710"/>
                <a:gd name="csY280" fmla="*/ 956 h 195391"/>
                <a:gd name="csX281" fmla="*/ 95546 w 220710"/>
                <a:gd name="csY281" fmla="*/ 1433 h 195391"/>
                <a:gd name="csX282" fmla="*/ 99367 w 220710"/>
                <a:gd name="csY282" fmla="*/ 3822 h 195391"/>
                <a:gd name="csX283" fmla="*/ 103667 w 220710"/>
                <a:gd name="csY283" fmla="*/ 5733 h 195391"/>
                <a:gd name="csX284" fmla="*/ 107967 w 220710"/>
                <a:gd name="csY284" fmla="*/ 8121 h 195391"/>
                <a:gd name="csX285" fmla="*/ 112266 w 220710"/>
                <a:gd name="csY285" fmla="*/ 10032 h 195391"/>
                <a:gd name="csX286" fmla="*/ 113699 w 220710"/>
                <a:gd name="csY286" fmla="*/ 10988 h 195391"/>
                <a:gd name="csX287" fmla="*/ 116566 w 220710"/>
                <a:gd name="csY287" fmla="*/ 12421 h 195391"/>
                <a:gd name="csX288" fmla="*/ 120865 w 220710"/>
                <a:gd name="csY288" fmla="*/ 14332 h 195391"/>
                <a:gd name="csX289" fmla="*/ 120865 w 220710"/>
                <a:gd name="csY289" fmla="*/ 14332 h 195391"/>
                <a:gd name="csX290" fmla="*/ 125165 w 220710"/>
                <a:gd name="csY290" fmla="*/ 16721 h 195391"/>
                <a:gd name="csX291" fmla="*/ 128987 w 220710"/>
                <a:gd name="csY291" fmla="*/ 18631 h 195391"/>
                <a:gd name="csX292" fmla="*/ 133286 w 220710"/>
                <a:gd name="csY292" fmla="*/ 21020 h 195391"/>
                <a:gd name="csX293" fmla="*/ 137586 w 220710"/>
                <a:gd name="csY293" fmla="*/ 22931 h 195391"/>
                <a:gd name="csX294" fmla="*/ 141885 w 220710"/>
                <a:gd name="csY294" fmla="*/ 25320 h 195391"/>
                <a:gd name="csX295" fmla="*/ 146185 w 220710"/>
                <a:gd name="csY295" fmla="*/ 27231 h 195391"/>
                <a:gd name="csX296" fmla="*/ 150485 w 220710"/>
                <a:gd name="csY296" fmla="*/ 29619 h 195391"/>
                <a:gd name="csX297" fmla="*/ 154306 w 220710"/>
                <a:gd name="csY297" fmla="*/ 31530 h 195391"/>
                <a:gd name="csX298" fmla="*/ 158606 w 220710"/>
                <a:gd name="csY298" fmla="*/ 33919 h 195391"/>
                <a:gd name="csX299" fmla="*/ 162906 w 220710"/>
                <a:gd name="csY299" fmla="*/ 35830 h 195391"/>
                <a:gd name="csX300" fmla="*/ 164817 w 220710"/>
                <a:gd name="csY300" fmla="*/ 37263 h 195391"/>
                <a:gd name="csX301" fmla="*/ 165294 w 220710"/>
                <a:gd name="csY301" fmla="*/ 37263 h 195391"/>
                <a:gd name="csX302" fmla="*/ 165772 w 220710"/>
                <a:gd name="csY302" fmla="*/ 39651 h 195391"/>
                <a:gd name="csX303" fmla="*/ 165772 w 220710"/>
                <a:gd name="csY303" fmla="*/ 40607 h 195391"/>
                <a:gd name="csX304" fmla="*/ 165772 w 220710"/>
                <a:gd name="csY304" fmla="*/ 41563 h 195391"/>
                <a:gd name="csX305" fmla="*/ 164817 w 220710"/>
                <a:gd name="csY305" fmla="*/ 43473 h 195391"/>
                <a:gd name="csX306" fmla="*/ 164338 w 220710"/>
                <a:gd name="csY306" fmla="*/ 44429 h 195391"/>
                <a:gd name="csX307" fmla="*/ 164338 w 220710"/>
                <a:gd name="csY307" fmla="*/ 45384 h 195391"/>
                <a:gd name="csX308" fmla="*/ 164338 w 220710"/>
                <a:gd name="csY308" fmla="*/ 45384 h 195391"/>
                <a:gd name="csX309" fmla="*/ 164817 w 220710"/>
                <a:gd name="csY309" fmla="*/ 45384 h 195391"/>
                <a:gd name="csX310" fmla="*/ 164817 w 220710"/>
                <a:gd name="csY310" fmla="*/ 45384 h 195391"/>
                <a:gd name="csX311" fmla="*/ 165772 w 220710"/>
                <a:gd name="csY311" fmla="*/ 45384 h 195391"/>
                <a:gd name="csX312" fmla="*/ 166249 w 220710"/>
                <a:gd name="csY312" fmla="*/ 45862 h 195391"/>
                <a:gd name="csX313" fmla="*/ 166727 w 220710"/>
                <a:gd name="csY313" fmla="*/ 46340 h 195391"/>
                <a:gd name="csX314" fmla="*/ 166727 w 220710"/>
                <a:gd name="csY314" fmla="*/ 46340 h 195391"/>
                <a:gd name="csX315" fmla="*/ 167205 w 220710"/>
                <a:gd name="csY315" fmla="*/ 47773 h 195391"/>
                <a:gd name="csX316" fmla="*/ 167205 w 220710"/>
                <a:gd name="csY316" fmla="*/ 47773 h 195391"/>
                <a:gd name="csX317" fmla="*/ 168161 w 220710"/>
                <a:gd name="csY317" fmla="*/ 48251 h 195391"/>
                <a:gd name="csX318" fmla="*/ 169594 w 220710"/>
                <a:gd name="csY318" fmla="*/ 49684 h 195391"/>
                <a:gd name="csX319" fmla="*/ 172938 w 220710"/>
                <a:gd name="csY319" fmla="*/ 51595 h 195391"/>
                <a:gd name="csX320" fmla="*/ 175804 w 220710"/>
                <a:gd name="csY320" fmla="*/ 53506 h 195391"/>
                <a:gd name="csX321" fmla="*/ 179149 w 220710"/>
                <a:gd name="csY321" fmla="*/ 55417 h 195391"/>
                <a:gd name="csX322" fmla="*/ 182015 w 220710"/>
                <a:gd name="csY322" fmla="*/ 57805 h 195391"/>
                <a:gd name="csX323" fmla="*/ 184881 w 220710"/>
                <a:gd name="csY323" fmla="*/ 59716 h 195391"/>
                <a:gd name="csX324" fmla="*/ 188225 w 220710"/>
                <a:gd name="csY324" fmla="*/ 61627 h 195391"/>
                <a:gd name="csX325" fmla="*/ 191092 w 220710"/>
                <a:gd name="csY325" fmla="*/ 63538 h 195391"/>
                <a:gd name="csX326" fmla="*/ 193958 w 220710"/>
                <a:gd name="csY326" fmla="*/ 65449 h 195391"/>
                <a:gd name="csX327" fmla="*/ 195869 w 220710"/>
                <a:gd name="csY327" fmla="*/ 66882 h 195391"/>
                <a:gd name="csX328" fmla="*/ 196347 w 220710"/>
                <a:gd name="csY328" fmla="*/ 66882 h 195391"/>
                <a:gd name="csX329" fmla="*/ 196347 w 220710"/>
                <a:gd name="csY329" fmla="*/ 66882 h 195391"/>
                <a:gd name="csX330" fmla="*/ 195869 w 220710"/>
                <a:gd name="csY330" fmla="*/ 68315 h 195391"/>
                <a:gd name="csX331" fmla="*/ 194436 w 220710"/>
                <a:gd name="csY331" fmla="*/ 72137 h 195391"/>
                <a:gd name="csX332" fmla="*/ 194436 w 220710"/>
                <a:gd name="csY332" fmla="*/ 73570 h 195391"/>
                <a:gd name="csX333" fmla="*/ 193480 w 220710"/>
                <a:gd name="csY333" fmla="*/ 75481 h 195391"/>
                <a:gd name="csX334" fmla="*/ 193002 w 220710"/>
                <a:gd name="csY334" fmla="*/ 76437 h 195391"/>
                <a:gd name="csX335" fmla="*/ 191569 w 220710"/>
                <a:gd name="csY335" fmla="*/ 81692 h 195391"/>
                <a:gd name="csX336" fmla="*/ 190136 w 220710"/>
                <a:gd name="csY336" fmla="*/ 84080 h 195391"/>
                <a:gd name="csX337" fmla="*/ 188225 w 220710"/>
                <a:gd name="csY337" fmla="*/ 88380 h 195391"/>
                <a:gd name="csX338" fmla="*/ 188225 w 220710"/>
                <a:gd name="csY338" fmla="*/ 91724 h 195391"/>
                <a:gd name="csX339" fmla="*/ 189181 w 220710"/>
                <a:gd name="csY339" fmla="*/ 94590 h 195391"/>
                <a:gd name="csX340" fmla="*/ 189181 w 220710"/>
                <a:gd name="csY340" fmla="*/ 96501 h 195391"/>
                <a:gd name="csX341" fmla="*/ 191569 w 220710"/>
                <a:gd name="csY341" fmla="*/ 98890 h 195391"/>
                <a:gd name="csX342" fmla="*/ 193002 w 220710"/>
                <a:gd name="csY342" fmla="*/ 99845 h 195391"/>
                <a:gd name="csX343" fmla="*/ 194436 w 220710"/>
                <a:gd name="csY343" fmla="*/ 100801 h 195391"/>
                <a:gd name="csX344" fmla="*/ 196347 w 220710"/>
                <a:gd name="csY344" fmla="*/ 103189 h 195391"/>
                <a:gd name="csX345" fmla="*/ 197780 w 220710"/>
                <a:gd name="csY345" fmla="*/ 105578 h 195391"/>
                <a:gd name="csX346" fmla="*/ 201124 w 220710"/>
                <a:gd name="csY346" fmla="*/ 106534 h 195391"/>
                <a:gd name="csX347" fmla="*/ 202557 w 220710"/>
                <a:gd name="csY347" fmla="*/ 109400 h 195391"/>
                <a:gd name="csX348" fmla="*/ 202079 w 220710"/>
                <a:gd name="csY348" fmla="*/ 111311 h 195391"/>
                <a:gd name="csX349" fmla="*/ 200646 w 220710"/>
                <a:gd name="csY349" fmla="*/ 112744 h 195391"/>
                <a:gd name="csX350" fmla="*/ 198735 w 220710"/>
                <a:gd name="csY350" fmla="*/ 115133 h 195391"/>
                <a:gd name="csX351" fmla="*/ 197780 w 220710"/>
                <a:gd name="csY351" fmla="*/ 118477 h 195391"/>
                <a:gd name="csX352" fmla="*/ 197780 w 220710"/>
                <a:gd name="csY352" fmla="*/ 123254 h 195391"/>
                <a:gd name="csX353" fmla="*/ 198258 w 220710"/>
                <a:gd name="csY353" fmla="*/ 122299 h 195391"/>
                <a:gd name="csX354" fmla="*/ 200646 w 220710"/>
                <a:gd name="csY354" fmla="*/ 123732 h 195391"/>
                <a:gd name="csX355" fmla="*/ 200646 w 220710"/>
                <a:gd name="csY355" fmla="*/ 127076 h 195391"/>
                <a:gd name="csX356" fmla="*/ 198735 w 220710"/>
                <a:gd name="csY356" fmla="*/ 131376 h 195391"/>
                <a:gd name="csX357" fmla="*/ 198258 w 220710"/>
                <a:gd name="csY357" fmla="*/ 133286 h 195391"/>
                <a:gd name="csX358" fmla="*/ 197780 w 220710"/>
                <a:gd name="csY358" fmla="*/ 135197 h 195391"/>
                <a:gd name="csX359" fmla="*/ 199213 w 220710"/>
                <a:gd name="csY359" fmla="*/ 139975 h 195391"/>
                <a:gd name="csX360" fmla="*/ 201602 w 220710"/>
                <a:gd name="csY360" fmla="*/ 142841 h 195391"/>
                <a:gd name="csX361" fmla="*/ 201602 w 220710"/>
                <a:gd name="csY361" fmla="*/ 143796 h 195391"/>
                <a:gd name="csX362" fmla="*/ 200646 w 220710"/>
                <a:gd name="csY362" fmla="*/ 144274 h 195391"/>
                <a:gd name="csX363" fmla="*/ 204468 w 220710"/>
                <a:gd name="csY363" fmla="*/ 149052 h 195391"/>
                <a:gd name="csX364" fmla="*/ 204468 w 220710"/>
                <a:gd name="csY364" fmla="*/ 152873 h 195391"/>
                <a:gd name="csX365" fmla="*/ 205901 w 220710"/>
                <a:gd name="csY365" fmla="*/ 155740 h 195391"/>
                <a:gd name="csX366" fmla="*/ 206379 w 220710"/>
                <a:gd name="csY366" fmla="*/ 158606 h 195391"/>
                <a:gd name="csX367" fmla="*/ 207334 w 220710"/>
                <a:gd name="csY367" fmla="*/ 160517 h 195391"/>
                <a:gd name="csX368" fmla="*/ 207334 w 220710"/>
                <a:gd name="csY368" fmla="*/ 161950 h 195391"/>
                <a:gd name="csX369" fmla="*/ 206379 w 220710"/>
                <a:gd name="csY369" fmla="*/ 163861 h 195391"/>
                <a:gd name="csX370" fmla="*/ 209245 w 220710"/>
                <a:gd name="csY370" fmla="*/ 163861 h 195391"/>
                <a:gd name="csX371" fmla="*/ 210679 w 220710"/>
                <a:gd name="csY371" fmla="*/ 165294 h 195391"/>
                <a:gd name="csX372" fmla="*/ 211156 w 220710"/>
                <a:gd name="csY372" fmla="*/ 166727 h 195391"/>
                <a:gd name="csX373" fmla="*/ 213545 w 220710"/>
                <a:gd name="csY373" fmla="*/ 166727 h 195391"/>
                <a:gd name="csX374" fmla="*/ 214500 w 220710"/>
                <a:gd name="csY374" fmla="*/ 167205 h 195391"/>
                <a:gd name="csX375" fmla="*/ 215933 w 220710"/>
                <a:gd name="csY375" fmla="*/ 168161 h 195391"/>
                <a:gd name="csX376" fmla="*/ 219277 w 220710"/>
                <a:gd name="csY376" fmla="*/ 170072 h 195391"/>
                <a:gd name="csX377" fmla="*/ 220233 w 220710"/>
                <a:gd name="csY377" fmla="*/ 171027 h 195391"/>
                <a:gd name="csX378" fmla="*/ 220711 w 220710"/>
                <a:gd name="csY378" fmla="*/ 171983 h 195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</a:cxnLst>
              <a:rect l="l" t="t" r="r" b="b"/>
              <a:pathLst>
                <a:path w="220710" h="195391">
                  <a:moveTo>
                    <a:pt x="220711" y="171983"/>
                  </a:moveTo>
                  <a:lnTo>
                    <a:pt x="220711" y="171983"/>
                  </a:lnTo>
                  <a:lnTo>
                    <a:pt x="218800" y="173893"/>
                  </a:lnTo>
                  <a:lnTo>
                    <a:pt x="214978" y="176282"/>
                  </a:lnTo>
                  <a:lnTo>
                    <a:pt x="211634" y="178671"/>
                  </a:lnTo>
                  <a:lnTo>
                    <a:pt x="208290" y="180582"/>
                  </a:lnTo>
                  <a:lnTo>
                    <a:pt x="205901" y="181059"/>
                  </a:lnTo>
                  <a:lnTo>
                    <a:pt x="203035" y="181537"/>
                  </a:lnTo>
                  <a:lnTo>
                    <a:pt x="200646" y="182493"/>
                  </a:lnTo>
                  <a:lnTo>
                    <a:pt x="198258" y="184403"/>
                  </a:lnTo>
                  <a:lnTo>
                    <a:pt x="195391" y="184881"/>
                  </a:lnTo>
                  <a:lnTo>
                    <a:pt x="191569" y="184881"/>
                  </a:lnTo>
                  <a:lnTo>
                    <a:pt x="187747" y="186314"/>
                  </a:lnTo>
                  <a:lnTo>
                    <a:pt x="183926" y="188225"/>
                  </a:lnTo>
                  <a:lnTo>
                    <a:pt x="182015" y="189659"/>
                  </a:lnTo>
                  <a:lnTo>
                    <a:pt x="178193" y="187748"/>
                  </a:lnTo>
                  <a:lnTo>
                    <a:pt x="175326" y="187270"/>
                  </a:lnTo>
                  <a:lnTo>
                    <a:pt x="172460" y="187270"/>
                  </a:lnTo>
                  <a:lnTo>
                    <a:pt x="170549" y="187270"/>
                  </a:lnTo>
                  <a:lnTo>
                    <a:pt x="169594" y="187748"/>
                  </a:lnTo>
                  <a:lnTo>
                    <a:pt x="169594" y="187748"/>
                  </a:lnTo>
                  <a:lnTo>
                    <a:pt x="169594" y="188703"/>
                  </a:lnTo>
                  <a:lnTo>
                    <a:pt x="169116" y="189181"/>
                  </a:lnTo>
                  <a:lnTo>
                    <a:pt x="168638" y="191092"/>
                  </a:lnTo>
                  <a:lnTo>
                    <a:pt x="166727" y="192525"/>
                  </a:lnTo>
                  <a:lnTo>
                    <a:pt x="162906" y="194436"/>
                  </a:lnTo>
                  <a:lnTo>
                    <a:pt x="159561" y="194914"/>
                  </a:lnTo>
                  <a:lnTo>
                    <a:pt x="156695" y="194436"/>
                  </a:lnTo>
                  <a:lnTo>
                    <a:pt x="154306" y="193958"/>
                  </a:lnTo>
                  <a:lnTo>
                    <a:pt x="153351" y="193003"/>
                  </a:lnTo>
                  <a:lnTo>
                    <a:pt x="151918" y="192525"/>
                  </a:lnTo>
                  <a:lnTo>
                    <a:pt x="149529" y="192525"/>
                  </a:lnTo>
                  <a:lnTo>
                    <a:pt x="149529" y="192525"/>
                  </a:lnTo>
                  <a:lnTo>
                    <a:pt x="147618" y="193480"/>
                  </a:lnTo>
                  <a:lnTo>
                    <a:pt x="145707" y="194436"/>
                  </a:lnTo>
                  <a:lnTo>
                    <a:pt x="143319" y="194914"/>
                  </a:lnTo>
                  <a:lnTo>
                    <a:pt x="142841" y="195391"/>
                  </a:lnTo>
                  <a:lnTo>
                    <a:pt x="138542" y="194914"/>
                  </a:lnTo>
                  <a:lnTo>
                    <a:pt x="136153" y="194436"/>
                  </a:lnTo>
                  <a:lnTo>
                    <a:pt x="135675" y="193480"/>
                  </a:lnTo>
                  <a:lnTo>
                    <a:pt x="135675" y="193480"/>
                  </a:lnTo>
                  <a:lnTo>
                    <a:pt x="134242" y="192047"/>
                  </a:lnTo>
                  <a:lnTo>
                    <a:pt x="130897" y="190136"/>
                  </a:lnTo>
                  <a:lnTo>
                    <a:pt x="130420" y="190136"/>
                  </a:lnTo>
                  <a:lnTo>
                    <a:pt x="128031" y="190136"/>
                  </a:lnTo>
                  <a:lnTo>
                    <a:pt x="126598" y="192047"/>
                  </a:lnTo>
                  <a:lnTo>
                    <a:pt x="125165" y="192525"/>
                  </a:lnTo>
                  <a:lnTo>
                    <a:pt x="123731" y="193003"/>
                  </a:lnTo>
                  <a:lnTo>
                    <a:pt x="122776" y="193003"/>
                  </a:lnTo>
                  <a:lnTo>
                    <a:pt x="121343" y="193003"/>
                  </a:lnTo>
                  <a:lnTo>
                    <a:pt x="120865" y="192525"/>
                  </a:lnTo>
                  <a:lnTo>
                    <a:pt x="116088" y="192525"/>
                  </a:lnTo>
                  <a:lnTo>
                    <a:pt x="116088" y="192525"/>
                  </a:lnTo>
                  <a:lnTo>
                    <a:pt x="111788" y="192525"/>
                  </a:lnTo>
                  <a:lnTo>
                    <a:pt x="111788" y="192047"/>
                  </a:lnTo>
                  <a:lnTo>
                    <a:pt x="111311" y="190614"/>
                  </a:lnTo>
                  <a:lnTo>
                    <a:pt x="110355" y="189181"/>
                  </a:lnTo>
                  <a:lnTo>
                    <a:pt x="110355" y="189181"/>
                  </a:lnTo>
                  <a:lnTo>
                    <a:pt x="109400" y="188703"/>
                  </a:lnTo>
                  <a:lnTo>
                    <a:pt x="109400" y="188225"/>
                  </a:lnTo>
                  <a:lnTo>
                    <a:pt x="108922" y="188225"/>
                  </a:lnTo>
                  <a:lnTo>
                    <a:pt x="108444" y="188225"/>
                  </a:lnTo>
                  <a:lnTo>
                    <a:pt x="107967" y="188225"/>
                  </a:lnTo>
                  <a:lnTo>
                    <a:pt x="107489" y="187748"/>
                  </a:lnTo>
                  <a:lnTo>
                    <a:pt x="107489" y="187748"/>
                  </a:lnTo>
                  <a:lnTo>
                    <a:pt x="107011" y="186314"/>
                  </a:lnTo>
                  <a:lnTo>
                    <a:pt x="106533" y="185359"/>
                  </a:lnTo>
                  <a:lnTo>
                    <a:pt x="105578" y="184403"/>
                  </a:lnTo>
                  <a:lnTo>
                    <a:pt x="104622" y="183448"/>
                  </a:lnTo>
                  <a:lnTo>
                    <a:pt x="104622" y="182493"/>
                  </a:lnTo>
                  <a:lnTo>
                    <a:pt x="104622" y="182015"/>
                  </a:lnTo>
                  <a:lnTo>
                    <a:pt x="105578" y="179626"/>
                  </a:lnTo>
                  <a:lnTo>
                    <a:pt x="106056" y="178193"/>
                  </a:lnTo>
                  <a:lnTo>
                    <a:pt x="106056" y="176760"/>
                  </a:lnTo>
                  <a:lnTo>
                    <a:pt x="105578" y="175327"/>
                  </a:lnTo>
                  <a:lnTo>
                    <a:pt x="105100" y="174849"/>
                  </a:lnTo>
                  <a:lnTo>
                    <a:pt x="104145" y="173416"/>
                  </a:lnTo>
                  <a:lnTo>
                    <a:pt x="104622" y="172938"/>
                  </a:lnTo>
                  <a:lnTo>
                    <a:pt x="104145" y="171505"/>
                  </a:lnTo>
                  <a:lnTo>
                    <a:pt x="104145" y="170549"/>
                  </a:lnTo>
                  <a:lnTo>
                    <a:pt x="104145" y="169594"/>
                  </a:lnTo>
                  <a:lnTo>
                    <a:pt x="104145" y="168161"/>
                  </a:lnTo>
                  <a:lnTo>
                    <a:pt x="103189" y="164817"/>
                  </a:lnTo>
                  <a:lnTo>
                    <a:pt x="103189" y="164339"/>
                  </a:lnTo>
                  <a:lnTo>
                    <a:pt x="102234" y="162906"/>
                  </a:lnTo>
                  <a:lnTo>
                    <a:pt x="102234" y="162428"/>
                  </a:lnTo>
                  <a:lnTo>
                    <a:pt x="99367" y="159084"/>
                  </a:lnTo>
                  <a:lnTo>
                    <a:pt x="98890" y="158606"/>
                  </a:lnTo>
                  <a:lnTo>
                    <a:pt x="98890" y="158606"/>
                  </a:lnTo>
                  <a:lnTo>
                    <a:pt x="94590" y="155262"/>
                  </a:lnTo>
                  <a:lnTo>
                    <a:pt x="92679" y="154307"/>
                  </a:lnTo>
                  <a:lnTo>
                    <a:pt x="92679" y="154307"/>
                  </a:lnTo>
                  <a:lnTo>
                    <a:pt x="91724" y="154784"/>
                  </a:lnTo>
                  <a:lnTo>
                    <a:pt x="91724" y="155740"/>
                  </a:lnTo>
                  <a:lnTo>
                    <a:pt x="91724" y="156695"/>
                  </a:lnTo>
                  <a:lnTo>
                    <a:pt x="91724" y="157173"/>
                  </a:lnTo>
                  <a:lnTo>
                    <a:pt x="91724" y="157651"/>
                  </a:lnTo>
                  <a:lnTo>
                    <a:pt x="90290" y="157651"/>
                  </a:lnTo>
                  <a:lnTo>
                    <a:pt x="89813" y="157651"/>
                  </a:lnTo>
                  <a:lnTo>
                    <a:pt x="87902" y="156695"/>
                  </a:lnTo>
                  <a:lnTo>
                    <a:pt x="87902" y="156695"/>
                  </a:lnTo>
                  <a:lnTo>
                    <a:pt x="86469" y="156218"/>
                  </a:lnTo>
                  <a:lnTo>
                    <a:pt x="83124" y="156218"/>
                  </a:lnTo>
                  <a:lnTo>
                    <a:pt x="82169" y="156695"/>
                  </a:lnTo>
                  <a:lnTo>
                    <a:pt x="81214" y="156218"/>
                  </a:lnTo>
                  <a:lnTo>
                    <a:pt x="79303" y="154784"/>
                  </a:lnTo>
                  <a:lnTo>
                    <a:pt x="79303" y="154784"/>
                  </a:lnTo>
                  <a:lnTo>
                    <a:pt x="77392" y="154307"/>
                  </a:lnTo>
                  <a:lnTo>
                    <a:pt x="75481" y="154307"/>
                  </a:lnTo>
                  <a:lnTo>
                    <a:pt x="75481" y="154307"/>
                  </a:lnTo>
                  <a:lnTo>
                    <a:pt x="72615" y="152396"/>
                  </a:lnTo>
                  <a:lnTo>
                    <a:pt x="72137" y="152396"/>
                  </a:lnTo>
                  <a:lnTo>
                    <a:pt x="71659" y="152396"/>
                  </a:lnTo>
                  <a:lnTo>
                    <a:pt x="71181" y="152873"/>
                  </a:lnTo>
                  <a:lnTo>
                    <a:pt x="71181" y="152873"/>
                  </a:lnTo>
                  <a:lnTo>
                    <a:pt x="70226" y="152396"/>
                  </a:lnTo>
                  <a:lnTo>
                    <a:pt x="68315" y="151440"/>
                  </a:lnTo>
                  <a:lnTo>
                    <a:pt x="64971" y="150485"/>
                  </a:lnTo>
                  <a:lnTo>
                    <a:pt x="62582" y="149052"/>
                  </a:lnTo>
                  <a:lnTo>
                    <a:pt x="61627" y="148096"/>
                  </a:lnTo>
                  <a:lnTo>
                    <a:pt x="59238" y="147618"/>
                  </a:lnTo>
                  <a:lnTo>
                    <a:pt x="57328" y="147618"/>
                  </a:lnTo>
                  <a:lnTo>
                    <a:pt x="55416" y="146663"/>
                  </a:lnTo>
                  <a:lnTo>
                    <a:pt x="53505" y="146663"/>
                  </a:lnTo>
                  <a:lnTo>
                    <a:pt x="52072" y="146185"/>
                  </a:lnTo>
                  <a:lnTo>
                    <a:pt x="51594" y="145707"/>
                  </a:lnTo>
                  <a:lnTo>
                    <a:pt x="51594" y="144274"/>
                  </a:lnTo>
                  <a:lnTo>
                    <a:pt x="51594" y="144274"/>
                  </a:lnTo>
                  <a:lnTo>
                    <a:pt x="50639" y="143796"/>
                  </a:lnTo>
                  <a:lnTo>
                    <a:pt x="49683" y="143319"/>
                  </a:lnTo>
                  <a:lnTo>
                    <a:pt x="47773" y="143319"/>
                  </a:lnTo>
                  <a:lnTo>
                    <a:pt x="47295" y="143796"/>
                  </a:lnTo>
                  <a:lnTo>
                    <a:pt x="46817" y="143796"/>
                  </a:lnTo>
                  <a:lnTo>
                    <a:pt x="45384" y="142841"/>
                  </a:lnTo>
                  <a:lnTo>
                    <a:pt x="44428" y="141886"/>
                  </a:lnTo>
                  <a:lnTo>
                    <a:pt x="43951" y="140452"/>
                  </a:lnTo>
                  <a:lnTo>
                    <a:pt x="43951" y="139975"/>
                  </a:lnTo>
                  <a:lnTo>
                    <a:pt x="43951" y="139975"/>
                  </a:lnTo>
                  <a:lnTo>
                    <a:pt x="42040" y="139019"/>
                  </a:lnTo>
                  <a:lnTo>
                    <a:pt x="40129" y="138064"/>
                  </a:lnTo>
                  <a:lnTo>
                    <a:pt x="34874" y="138064"/>
                  </a:lnTo>
                  <a:lnTo>
                    <a:pt x="34396" y="138064"/>
                  </a:lnTo>
                  <a:lnTo>
                    <a:pt x="33919" y="138064"/>
                  </a:lnTo>
                  <a:lnTo>
                    <a:pt x="32485" y="137108"/>
                  </a:lnTo>
                  <a:lnTo>
                    <a:pt x="31052" y="135675"/>
                  </a:lnTo>
                  <a:lnTo>
                    <a:pt x="30097" y="134242"/>
                  </a:lnTo>
                  <a:lnTo>
                    <a:pt x="28664" y="131853"/>
                  </a:lnTo>
                  <a:lnTo>
                    <a:pt x="28186" y="130420"/>
                  </a:lnTo>
                  <a:lnTo>
                    <a:pt x="27708" y="128987"/>
                  </a:lnTo>
                  <a:lnTo>
                    <a:pt x="26275" y="126598"/>
                  </a:lnTo>
                  <a:lnTo>
                    <a:pt x="24364" y="123254"/>
                  </a:lnTo>
                  <a:lnTo>
                    <a:pt x="22931" y="120388"/>
                  </a:lnTo>
                  <a:lnTo>
                    <a:pt x="21498" y="117044"/>
                  </a:lnTo>
                  <a:lnTo>
                    <a:pt x="21020" y="115133"/>
                  </a:lnTo>
                  <a:lnTo>
                    <a:pt x="19587" y="112744"/>
                  </a:lnTo>
                  <a:lnTo>
                    <a:pt x="17676" y="109400"/>
                  </a:lnTo>
                  <a:lnTo>
                    <a:pt x="16721" y="108445"/>
                  </a:lnTo>
                  <a:lnTo>
                    <a:pt x="15765" y="107489"/>
                  </a:lnTo>
                  <a:lnTo>
                    <a:pt x="12898" y="105100"/>
                  </a:lnTo>
                  <a:lnTo>
                    <a:pt x="9555" y="103189"/>
                  </a:lnTo>
                  <a:lnTo>
                    <a:pt x="7644" y="101756"/>
                  </a:lnTo>
                  <a:lnTo>
                    <a:pt x="5255" y="97935"/>
                  </a:lnTo>
                  <a:lnTo>
                    <a:pt x="4299" y="96501"/>
                  </a:lnTo>
                  <a:lnTo>
                    <a:pt x="3821" y="93635"/>
                  </a:lnTo>
                  <a:lnTo>
                    <a:pt x="3344" y="91246"/>
                  </a:lnTo>
                  <a:lnTo>
                    <a:pt x="3344" y="89813"/>
                  </a:lnTo>
                  <a:lnTo>
                    <a:pt x="5255" y="86469"/>
                  </a:lnTo>
                  <a:lnTo>
                    <a:pt x="5733" y="85513"/>
                  </a:lnTo>
                  <a:lnTo>
                    <a:pt x="5255" y="84080"/>
                  </a:lnTo>
                  <a:lnTo>
                    <a:pt x="5255" y="84080"/>
                  </a:lnTo>
                  <a:lnTo>
                    <a:pt x="4299" y="81692"/>
                  </a:lnTo>
                  <a:lnTo>
                    <a:pt x="3344" y="79781"/>
                  </a:lnTo>
                  <a:lnTo>
                    <a:pt x="2866" y="78347"/>
                  </a:lnTo>
                  <a:lnTo>
                    <a:pt x="2866" y="78347"/>
                  </a:lnTo>
                  <a:lnTo>
                    <a:pt x="1910" y="75481"/>
                  </a:lnTo>
                  <a:lnTo>
                    <a:pt x="1910" y="75481"/>
                  </a:lnTo>
                  <a:lnTo>
                    <a:pt x="478" y="72137"/>
                  </a:lnTo>
                  <a:lnTo>
                    <a:pt x="0" y="70704"/>
                  </a:lnTo>
                  <a:lnTo>
                    <a:pt x="0" y="69748"/>
                  </a:lnTo>
                  <a:lnTo>
                    <a:pt x="955" y="66404"/>
                  </a:lnTo>
                  <a:lnTo>
                    <a:pt x="1433" y="63538"/>
                  </a:lnTo>
                  <a:lnTo>
                    <a:pt x="1433" y="62582"/>
                  </a:lnTo>
                  <a:lnTo>
                    <a:pt x="7644" y="62582"/>
                  </a:lnTo>
                  <a:lnTo>
                    <a:pt x="9076" y="62105"/>
                  </a:lnTo>
                  <a:lnTo>
                    <a:pt x="12421" y="59716"/>
                  </a:lnTo>
                  <a:lnTo>
                    <a:pt x="12421" y="59716"/>
                  </a:lnTo>
                  <a:lnTo>
                    <a:pt x="16242" y="55894"/>
                  </a:lnTo>
                  <a:lnTo>
                    <a:pt x="17198" y="53983"/>
                  </a:lnTo>
                  <a:lnTo>
                    <a:pt x="18631" y="51595"/>
                  </a:lnTo>
                  <a:lnTo>
                    <a:pt x="20542" y="50162"/>
                  </a:lnTo>
                  <a:lnTo>
                    <a:pt x="21020" y="49684"/>
                  </a:lnTo>
                  <a:lnTo>
                    <a:pt x="21498" y="48251"/>
                  </a:lnTo>
                  <a:lnTo>
                    <a:pt x="21975" y="46817"/>
                  </a:lnTo>
                  <a:lnTo>
                    <a:pt x="23886" y="45384"/>
                  </a:lnTo>
                  <a:lnTo>
                    <a:pt x="25797" y="43951"/>
                  </a:lnTo>
                  <a:lnTo>
                    <a:pt x="25797" y="43951"/>
                  </a:lnTo>
                  <a:lnTo>
                    <a:pt x="25797" y="43473"/>
                  </a:lnTo>
                  <a:lnTo>
                    <a:pt x="25797" y="43473"/>
                  </a:lnTo>
                  <a:lnTo>
                    <a:pt x="25797" y="42996"/>
                  </a:lnTo>
                  <a:lnTo>
                    <a:pt x="25797" y="42996"/>
                  </a:lnTo>
                  <a:lnTo>
                    <a:pt x="25797" y="42518"/>
                  </a:lnTo>
                  <a:lnTo>
                    <a:pt x="26753" y="42040"/>
                  </a:lnTo>
                  <a:lnTo>
                    <a:pt x="29141" y="41085"/>
                  </a:lnTo>
                  <a:lnTo>
                    <a:pt x="29619" y="39651"/>
                  </a:lnTo>
                  <a:lnTo>
                    <a:pt x="29619" y="38218"/>
                  </a:lnTo>
                  <a:lnTo>
                    <a:pt x="29141" y="37740"/>
                  </a:lnTo>
                  <a:lnTo>
                    <a:pt x="29141" y="36307"/>
                  </a:lnTo>
                  <a:lnTo>
                    <a:pt x="28664" y="35830"/>
                  </a:lnTo>
                  <a:lnTo>
                    <a:pt x="28664" y="35830"/>
                  </a:lnTo>
                  <a:lnTo>
                    <a:pt x="27708" y="35830"/>
                  </a:lnTo>
                  <a:lnTo>
                    <a:pt x="25319" y="34874"/>
                  </a:lnTo>
                  <a:lnTo>
                    <a:pt x="23886" y="34874"/>
                  </a:lnTo>
                  <a:lnTo>
                    <a:pt x="23886" y="34874"/>
                  </a:lnTo>
                  <a:lnTo>
                    <a:pt x="22453" y="34397"/>
                  </a:lnTo>
                  <a:lnTo>
                    <a:pt x="21975" y="33919"/>
                  </a:lnTo>
                  <a:lnTo>
                    <a:pt x="21975" y="32963"/>
                  </a:lnTo>
                  <a:lnTo>
                    <a:pt x="21975" y="32008"/>
                  </a:lnTo>
                  <a:lnTo>
                    <a:pt x="22453" y="32008"/>
                  </a:lnTo>
                  <a:lnTo>
                    <a:pt x="22931" y="30575"/>
                  </a:lnTo>
                  <a:lnTo>
                    <a:pt x="22931" y="30575"/>
                  </a:lnTo>
                  <a:lnTo>
                    <a:pt x="22453" y="30575"/>
                  </a:lnTo>
                  <a:lnTo>
                    <a:pt x="21975" y="30097"/>
                  </a:lnTo>
                  <a:lnTo>
                    <a:pt x="21975" y="30097"/>
                  </a:lnTo>
                  <a:lnTo>
                    <a:pt x="21975" y="29619"/>
                  </a:lnTo>
                  <a:lnTo>
                    <a:pt x="21975" y="29141"/>
                  </a:lnTo>
                  <a:lnTo>
                    <a:pt x="23886" y="25797"/>
                  </a:lnTo>
                  <a:lnTo>
                    <a:pt x="24364" y="25320"/>
                  </a:lnTo>
                  <a:lnTo>
                    <a:pt x="25319" y="25320"/>
                  </a:lnTo>
                  <a:lnTo>
                    <a:pt x="26275" y="24842"/>
                  </a:lnTo>
                  <a:lnTo>
                    <a:pt x="26275" y="24842"/>
                  </a:lnTo>
                  <a:lnTo>
                    <a:pt x="27708" y="24842"/>
                  </a:lnTo>
                  <a:lnTo>
                    <a:pt x="28186" y="24842"/>
                  </a:lnTo>
                  <a:lnTo>
                    <a:pt x="28664" y="24842"/>
                  </a:lnTo>
                  <a:lnTo>
                    <a:pt x="29141" y="24842"/>
                  </a:lnTo>
                  <a:lnTo>
                    <a:pt x="29619" y="24364"/>
                  </a:lnTo>
                  <a:lnTo>
                    <a:pt x="29619" y="24364"/>
                  </a:lnTo>
                  <a:lnTo>
                    <a:pt x="30574" y="22931"/>
                  </a:lnTo>
                  <a:lnTo>
                    <a:pt x="30574" y="20542"/>
                  </a:lnTo>
                  <a:lnTo>
                    <a:pt x="30574" y="19109"/>
                  </a:lnTo>
                  <a:lnTo>
                    <a:pt x="29619" y="17676"/>
                  </a:lnTo>
                  <a:lnTo>
                    <a:pt x="29619" y="15287"/>
                  </a:lnTo>
                  <a:lnTo>
                    <a:pt x="29619" y="12421"/>
                  </a:lnTo>
                  <a:lnTo>
                    <a:pt x="29619" y="10510"/>
                  </a:lnTo>
                  <a:lnTo>
                    <a:pt x="29619" y="10032"/>
                  </a:lnTo>
                  <a:lnTo>
                    <a:pt x="28664" y="8599"/>
                  </a:lnTo>
                  <a:lnTo>
                    <a:pt x="28664" y="8121"/>
                  </a:lnTo>
                  <a:lnTo>
                    <a:pt x="27708" y="7166"/>
                  </a:lnTo>
                  <a:lnTo>
                    <a:pt x="27708" y="7166"/>
                  </a:lnTo>
                  <a:lnTo>
                    <a:pt x="25797" y="6688"/>
                  </a:lnTo>
                  <a:lnTo>
                    <a:pt x="23408" y="3822"/>
                  </a:lnTo>
                  <a:lnTo>
                    <a:pt x="22931" y="2389"/>
                  </a:lnTo>
                  <a:lnTo>
                    <a:pt x="22931" y="1433"/>
                  </a:lnTo>
                  <a:lnTo>
                    <a:pt x="23408" y="1433"/>
                  </a:lnTo>
                  <a:lnTo>
                    <a:pt x="23408" y="1433"/>
                  </a:lnTo>
                  <a:lnTo>
                    <a:pt x="23886" y="1433"/>
                  </a:lnTo>
                  <a:lnTo>
                    <a:pt x="25319" y="1433"/>
                  </a:lnTo>
                  <a:lnTo>
                    <a:pt x="26753" y="956"/>
                  </a:lnTo>
                  <a:lnTo>
                    <a:pt x="28186" y="0"/>
                  </a:lnTo>
                  <a:lnTo>
                    <a:pt x="29619" y="0"/>
                  </a:lnTo>
                  <a:lnTo>
                    <a:pt x="29619" y="0"/>
                  </a:lnTo>
                  <a:lnTo>
                    <a:pt x="30097" y="0"/>
                  </a:lnTo>
                  <a:lnTo>
                    <a:pt x="32008" y="0"/>
                  </a:lnTo>
                  <a:lnTo>
                    <a:pt x="35830" y="0"/>
                  </a:lnTo>
                  <a:lnTo>
                    <a:pt x="39174" y="0"/>
                  </a:lnTo>
                  <a:lnTo>
                    <a:pt x="42996" y="0"/>
                  </a:lnTo>
                  <a:lnTo>
                    <a:pt x="46340" y="0"/>
                  </a:lnTo>
                  <a:lnTo>
                    <a:pt x="49683" y="0"/>
                  </a:lnTo>
                  <a:lnTo>
                    <a:pt x="53505" y="0"/>
                  </a:lnTo>
                  <a:lnTo>
                    <a:pt x="56849" y="0"/>
                  </a:lnTo>
                  <a:lnTo>
                    <a:pt x="60671" y="0"/>
                  </a:lnTo>
                  <a:lnTo>
                    <a:pt x="64015" y="0"/>
                  </a:lnTo>
                  <a:lnTo>
                    <a:pt x="67360" y="0"/>
                  </a:lnTo>
                  <a:lnTo>
                    <a:pt x="71181" y="0"/>
                  </a:lnTo>
                  <a:lnTo>
                    <a:pt x="74526" y="0"/>
                  </a:lnTo>
                  <a:lnTo>
                    <a:pt x="77870" y="0"/>
                  </a:lnTo>
                  <a:lnTo>
                    <a:pt x="81692" y="0"/>
                  </a:lnTo>
                  <a:lnTo>
                    <a:pt x="85035" y="0"/>
                  </a:lnTo>
                  <a:lnTo>
                    <a:pt x="88380" y="0"/>
                  </a:lnTo>
                  <a:lnTo>
                    <a:pt x="90769" y="0"/>
                  </a:lnTo>
                  <a:lnTo>
                    <a:pt x="92201" y="0"/>
                  </a:lnTo>
                  <a:lnTo>
                    <a:pt x="93635" y="956"/>
                  </a:lnTo>
                  <a:lnTo>
                    <a:pt x="95546" y="1433"/>
                  </a:lnTo>
                  <a:lnTo>
                    <a:pt x="99367" y="3822"/>
                  </a:lnTo>
                  <a:lnTo>
                    <a:pt x="103667" y="5733"/>
                  </a:lnTo>
                  <a:lnTo>
                    <a:pt x="107967" y="8121"/>
                  </a:lnTo>
                  <a:lnTo>
                    <a:pt x="112266" y="10032"/>
                  </a:lnTo>
                  <a:lnTo>
                    <a:pt x="113699" y="10988"/>
                  </a:lnTo>
                  <a:lnTo>
                    <a:pt x="116566" y="12421"/>
                  </a:lnTo>
                  <a:lnTo>
                    <a:pt x="120865" y="14332"/>
                  </a:lnTo>
                  <a:lnTo>
                    <a:pt x="120865" y="14332"/>
                  </a:lnTo>
                  <a:lnTo>
                    <a:pt x="125165" y="16721"/>
                  </a:lnTo>
                  <a:lnTo>
                    <a:pt x="128987" y="18631"/>
                  </a:lnTo>
                  <a:lnTo>
                    <a:pt x="133286" y="21020"/>
                  </a:lnTo>
                  <a:lnTo>
                    <a:pt x="137586" y="22931"/>
                  </a:lnTo>
                  <a:lnTo>
                    <a:pt x="141885" y="25320"/>
                  </a:lnTo>
                  <a:lnTo>
                    <a:pt x="146185" y="27231"/>
                  </a:lnTo>
                  <a:lnTo>
                    <a:pt x="150485" y="29619"/>
                  </a:lnTo>
                  <a:lnTo>
                    <a:pt x="154306" y="31530"/>
                  </a:lnTo>
                  <a:lnTo>
                    <a:pt x="158606" y="33919"/>
                  </a:lnTo>
                  <a:lnTo>
                    <a:pt x="162906" y="35830"/>
                  </a:lnTo>
                  <a:lnTo>
                    <a:pt x="164817" y="37263"/>
                  </a:lnTo>
                  <a:lnTo>
                    <a:pt x="165294" y="37263"/>
                  </a:lnTo>
                  <a:lnTo>
                    <a:pt x="165772" y="39651"/>
                  </a:lnTo>
                  <a:lnTo>
                    <a:pt x="165772" y="40607"/>
                  </a:lnTo>
                  <a:lnTo>
                    <a:pt x="165772" y="41563"/>
                  </a:lnTo>
                  <a:lnTo>
                    <a:pt x="164817" y="43473"/>
                  </a:lnTo>
                  <a:lnTo>
                    <a:pt x="164338" y="44429"/>
                  </a:lnTo>
                  <a:lnTo>
                    <a:pt x="164338" y="45384"/>
                  </a:lnTo>
                  <a:lnTo>
                    <a:pt x="164338" y="45384"/>
                  </a:lnTo>
                  <a:lnTo>
                    <a:pt x="164817" y="45384"/>
                  </a:lnTo>
                  <a:lnTo>
                    <a:pt x="164817" y="45384"/>
                  </a:lnTo>
                  <a:lnTo>
                    <a:pt x="165772" y="45384"/>
                  </a:lnTo>
                  <a:lnTo>
                    <a:pt x="166249" y="45862"/>
                  </a:lnTo>
                  <a:lnTo>
                    <a:pt x="166727" y="46340"/>
                  </a:lnTo>
                  <a:lnTo>
                    <a:pt x="166727" y="46340"/>
                  </a:lnTo>
                  <a:lnTo>
                    <a:pt x="167205" y="47773"/>
                  </a:lnTo>
                  <a:lnTo>
                    <a:pt x="167205" y="47773"/>
                  </a:lnTo>
                  <a:lnTo>
                    <a:pt x="168161" y="48251"/>
                  </a:lnTo>
                  <a:lnTo>
                    <a:pt x="169594" y="49684"/>
                  </a:lnTo>
                  <a:lnTo>
                    <a:pt x="172938" y="51595"/>
                  </a:lnTo>
                  <a:lnTo>
                    <a:pt x="175804" y="53506"/>
                  </a:lnTo>
                  <a:lnTo>
                    <a:pt x="179149" y="55417"/>
                  </a:lnTo>
                  <a:lnTo>
                    <a:pt x="182015" y="57805"/>
                  </a:lnTo>
                  <a:lnTo>
                    <a:pt x="184881" y="59716"/>
                  </a:lnTo>
                  <a:lnTo>
                    <a:pt x="188225" y="61627"/>
                  </a:lnTo>
                  <a:lnTo>
                    <a:pt x="191092" y="63538"/>
                  </a:lnTo>
                  <a:lnTo>
                    <a:pt x="193958" y="65449"/>
                  </a:lnTo>
                  <a:lnTo>
                    <a:pt x="195869" y="66882"/>
                  </a:lnTo>
                  <a:lnTo>
                    <a:pt x="196347" y="66882"/>
                  </a:lnTo>
                  <a:lnTo>
                    <a:pt x="196347" y="66882"/>
                  </a:lnTo>
                  <a:lnTo>
                    <a:pt x="195869" y="68315"/>
                  </a:lnTo>
                  <a:lnTo>
                    <a:pt x="194436" y="72137"/>
                  </a:lnTo>
                  <a:lnTo>
                    <a:pt x="194436" y="73570"/>
                  </a:lnTo>
                  <a:lnTo>
                    <a:pt x="193480" y="75481"/>
                  </a:lnTo>
                  <a:lnTo>
                    <a:pt x="193002" y="76437"/>
                  </a:lnTo>
                  <a:lnTo>
                    <a:pt x="191569" y="81692"/>
                  </a:lnTo>
                  <a:lnTo>
                    <a:pt x="190136" y="84080"/>
                  </a:lnTo>
                  <a:lnTo>
                    <a:pt x="188225" y="88380"/>
                  </a:lnTo>
                  <a:lnTo>
                    <a:pt x="188225" y="91724"/>
                  </a:lnTo>
                  <a:lnTo>
                    <a:pt x="189181" y="94590"/>
                  </a:lnTo>
                  <a:lnTo>
                    <a:pt x="189181" y="96501"/>
                  </a:lnTo>
                  <a:lnTo>
                    <a:pt x="191569" y="98890"/>
                  </a:lnTo>
                  <a:lnTo>
                    <a:pt x="193002" y="99845"/>
                  </a:lnTo>
                  <a:lnTo>
                    <a:pt x="194436" y="100801"/>
                  </a:lnTo>
                  <a:lnTo>
                    <a:pt x="196347" y="103189"/>
                  </a:lnTo>
                  <a:lnTo>
                    <a:pt x="197780" y="105578"/>
                  </a:lnTo>
                  <a:lnTo>
                    <a:pt x="201124" y="106534"/>
                  </a:lnTo>
                  <a:lnTo>
                    <a:pt x="202557" y="109400"/>
                  </a:lnTo>
                  <a:lnTo>
                    <a:pt x="202079" y="111311"/>
                  </a:lnTo>
                  <a:lnTo>
                    <a:pt x="200646" y="112744"/>
                  </a:lnTo>
                  <a:lnTo>
                    <a:pt x="198735" y="115133"/>
                  </a:lnTo>
                  <a:lnTo>
                    <a:pt x="197780" y="118477"/>
                  </a:lnTo>
                  <a:lnTo>
                    <a:pt x="197780" y="123254"/>
                  </a:lnTo>
                  <a:lnTo>
                    <a:pt x="198258" y="122299"/>
                  </a:lnTo>
                  <a:lnTo>
                    <a:pt x="200646" y="123732"/>
                  </a:lnTo>
                  <a:lnTo>
                    <a:pt x="200646" y="127076"/>
                  </a:lnTo>
                  <a:lnTo>
                    <a:pt x="198735" y="131376"/>
                  </a:lnTo>
                  <a:lnTo>
                    <a:pt x="198258" y="133286"/>
                  </a:lnTo>
                  <a:lnTo>
                    <a:pt x="197780" y="135197"/>
                  </a:lnTo>
                  <a:lnTo>
                    <a:pt x="199213" y="139975"/>
                  </a:lnTo>
                  <a:lnTo>
                    <a:pt x="201602" y="142841"/>
                  </a:lnTo>
                  <a:lnTo>
                    <a:pt x="201602" y="143796"/>
                  </a:lnTo>
                  <a:lnTo>
                    <a:pt x="200646" y="144274"/>
                  </a:lnTo>
                  <a:lnTo>
                    <a:pt x="204468" y="149052"/>
                  </a:lnTo>
                  <a:lnTo>
                    <a:pt x="204468" y="152873"/>
                  </a:lnTo>
                  <a:lnTo>
                    <a:pt x="205901" y="155740"/>
                  </a:lnTo>
                  <a:lnTo>
                    <a:pt x="206379" y="158606"/>
                  </a:lnTo>
                  <a:lnTo>
                    <a:pt x="207334" y="160517"/>
                  </a:lnTo>
                  <a:lnTo>
                    <a:pt x="207334" y="161950"/>
                  </a:lnTo>
                  <a:lnTo>
                    <a:pt x="206379" y="163861"/>
                  </a:lnTo>
                  <a:lnTo>
                    <a:pt x="209245" y="163861"/>
                  </a:lnTo>
                  <a:lnTo>
                    <a:pt x="210679" y="165294"/>
                  </a:lnTo>
                  <a:lnTo>
                    <a:pt x="211156" y="166727"/>
                  </a:lnTo>
                  <a:lnTo>
                    <a:pt x="213545" y="166727"/>
                  </a:lnTo>
                  <a:lnTo>
                    <a:pt x="214500" y="167205"/>
                  </a:lnTo>
                  <a:lnTo>
                    <a:pt x="215933" y="168161"/>
                  </a:lnTo>
                  <a:lnTo>
                    <a:pt x="219277" y="170072"/>
                  </a:lnTo>
                  <a:lnTo>
                    <a:pt x="220233" y="171027"/>
                  </a:lnTo>
                  <a:lnTo>
                    <a:pt x="220711" y="17198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5" name="Freeform 1504">
              <a:extLst>
                <a:ext uri="{FF2B5EF4-FFF2-40B4-BE49-F238E27FC236}">
                  <a16:creationId xmlns:a16="http://schemas.microsoft.com/office/drawing/2014/main" id="{BA9352E2-1D26-EAB6-DD90-040C411B2AA9}"/>
                </a:ext>
              </a:extLst>
            </p:cNvPr>
            <p:cNvSpPr/>
            <p:nvPr/>
          </p:nvSpPr>
          <p:spPr>
            <a:xfrm>
              <a:off x="6675963" y="4443481"/>
              <a:ext cx="9076" cy="6210"/>
            </a:xfrm>
            <a:custGeom>
              <a:avLst/>
              <a:gdLst>
                <a:gd name="csX0" fmla="*/ 9077 w 9076"/>
                <a:gd name="csY0" fmla="*/ 5255 h 6210"/>
                <a:gd name="csX1" fmla="*/ 9077 w 9076"/>
                <a:gd name="csY1" fmla="*/ 5733 h 6210"/>
                <a:gd name="csX2" fmla="*/ 7166 w 9076"/>
                <a:gd name="csY2" fmla="*/ 6210 h 6210"/>
                <a:gd name="csX3" fmla="*/ 4777 w 9076"/>
                <a:gd name="csY3" fmla="*/ 5733 h 6210"/>
                <a:gd name="csX4" fmla="*/ 2866 w 9076"/>
                <a:gd name="csY4" fmla="*/ 5733 h 6210"/>
                <a:gd name="csX5" fmla="*/ 478 w 9076"/>
                <a:gd name="csY5" fmla="*/ 5255 h 6210"/>
                <a:gd name="csX6" fmla="*/ 0 w 9076"/>
                <a:gd name="csY6" fmla="*/ 3822 h 6210"/>
                <a:gd name="csX7" fmla="*/ 1433 w 9076"/>
                <a:gd name="csY7" fmla="*/ 4777 h 6210"/>
                <a:gd name="csX8" fmla="*/ 2389 w 9076"/>
                <a:gd name="csY8" fmla="*/ 4300 h 6210"/>
                <a:gd name="csX9" fmla="*/ 2389 w 9076"/>
                <a:gd name="csY9" fmla="*/ 4300 h 6210"/>
                <a:gd name="csX10" fmla="*/ 1433 w 9076"/>
                <a:gd name="csY10" fmla="*/ 2866 h 6210"/>
                <a:gd name="csX11" fmla="*/ 0 w 9076"/>
                <a:gd name="csY11" fmla="*/ 2866 h 6210"/>
                <a:gd name="csX12" fmla="*/ 0 w 9076"/>
                <a:gd name="csY12" fmla="*/ 1911 h 6210"/>
                <a:gd name="csX13" fmla="*/ 478 w 9076"/>
                <a:gd name="csY13" fmla="*/ 1911 h 6210"/>
                <a:gd name="csX14" fmla="*/ 955 w 9076"/>
                <a:gd name="csY14" fmla="*/ 1433 h 6210"/>
                <a:gd name="csX15" fmla="*/ 0 w 9076"/>
                <a:gd name="csY15" fmla="*/ 0 h 6210"/>
                <a:gd name="csX16" fmla="*/ 1911 w 9076"/>
                <a:gd name="csY16" fmla="*/ 478 h 6210"/>
                <a:gd name="csX17" fmla="*/ 2866 w 9076"/>
                <a:gd name="csY17" fmla="*/ 956 h 6210"/>
                <a:gd name="csX18" fmla="*/ 3821 w 9076"/>
                <a:gd name="csY18" fmla="*/ 1911 h 6210"/>
                <a:gd name="csX19" fmla="*/ 3821 w 9076"/>
                <a:gd name="csY19" fmla="*/ 3822 h 6210"/>
                <a:gd name="csX20" fmla="*/ 4777 w 9076"/>
                <a:gd name="csY20" fmla="*/ 4777 h 6210"/>
                <a:gd name="csX21" fmla="*/ 5255 w 9076"/>
                <a:gd name="csY21" fmla="*/ 4777 h 6210"/>
                <a:gd name="csX22" fmla="*/ 5733 w 9076"/>
                <a:gd name="csY22" fmla="*/ 4300 h 6210"/>
                <a:gd name="csX23" fmla="*/ 6210 w 9076"/>
                <a:gd name="csY23" fmla="*/ 3822 h 6210"/>
                <a:gd name="csX24" fmla="*/ 9077 w 9076"/>
                <a:gd name="csY24" fmla="*/ 5255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9076" h="6210">
                  <a:moveTo>
                    <a:pt x="9077" y="5255"/>
                  </a:moveTo>
                  <a:lnTo>
                    <a:pt x="9077" y="5733"/>
                  </a:lnTo>
                  <a:lnTo>
                    <a:pt x="7166" y="6210"/>
                  </a:lnTo>
                  <a:lnTo>
                    <a:pt x="4777" y="5733"/>
                  </a:lnTo>
                  <a:lnTo>
                    <a:pt x="2866" y="5733"/>
                  </a:lnTo>
                  <a:lnTo>
                    <a:pt x="478" y="5255"/>
                  </a:lnTo>
                  <a:lnTo>
                    <a:pt x="0" y="3822"/>
                  </a:lnTo>
                  <a:lnTo>
                    <a:pt x="1433" y="4777"/>
                  </a:lnTo>
                  <a:lnTo>
                    <a:pt x="2389" y="4300"/>
                  </a:lnTo>
                  <a:lnTo>
                    <a:pt x="2389" y="4300"/>
                  </a:lnTo>
                  <a:lnTo>
                    <a:pt x="1433" y="2866"/>
                  </a:lnTo>
                  <a:lnTo>
                    <a:pt x="0" y="2866"/>
                  </a:lnTo>
                  <a:lnTo>
                    <a:pt x="0" y="1911"/>
                  </a:lnTo>
                  <a:lnTo>
                    <a:pt x="478" y="1911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2866" y="956"/>
                  </a:lnTo>
                  <a:lnTo>
                    <a:pt x="3821" y="1911"/>
                  </a:lnTo>
                  <a:lnTo>
                    <a:pt x="3821" y="3822"/>
                  </a:lnTo>
                  <a:lnTo>
                    <a:pt x="4777" y="4777"/>
                  </a:lnTo>
                  <a:lnTo>
                    <a:pt x="5255" y="4777"/>
                  </a:lnTo>
                  <a:lnTo>
                    <a:pt x="5733" y="4300"/>
                  </a:lnTo>
                  <a:lnTo>
                    <a:pt x="6210" y="3822"/>
                  </a:lnTo>
                  <a:lnTo>
                    <a:pt x="9077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6" name="Freeform 1505">
              <a:extLst>
                <a:ext uri="{FF2B5EF4-FFF2-40B4-BE49-F238E27FC236}">
                  <a16:creationId xmlns:a16="http://schemas.microsoft.com/office/drawing/2014/main" id="{2647BC0E-D49A-00AC-3768-789B12BF65F3}"/>
                </a:ext>
              </a:extLst>
            </p:cNvPr>
            <p:cNvSpPr/>
            <p:nvPr/>
          </p:nvSpPr>
          <p:spPr>
            <a:xfrm>
              <a:off x="6673574" y="4928854"/>
              <a:ext cx="6688" cy="4299"/>
            </a:xfrm>
            <a:custGeom>
              <a:avLst/>
              <a:gdLst>
                <a:gd name="csX0" fmla="*/ 6688 w 6688"/>
                <a:gd name="csY0" fmla="*/ 0 h 4299"/>
                <a:gd name="csX1" fmla="*/ 3344 w 6688"/>
                <a:gd name="csY1" fmla="*/ 2389 h 4299"/>
                <a:gd name="csX2" fmla="*/ 0 w 6688"/>
                <a:gd name="csY2" fmla="*/ 4300 h 4299"/>
                <a:gd name="csX3" fmla="*/ 3344 w 6688"/>
                <a:gd name="csY3" fmla="*/ 2389 h 4299"/>
                <a:gd name="csX4" fmla="*/ 6688 w 6688"/>
                <a:gd name="csY4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4299">
                  <a:moveTo>
                    <a:pt x="6688" y="0"/>
                  </a:moveTo>
                  <a:lnTo>
                    <a:pt x="3344" y="2389"/>
                  </a:lnTo>
                  <a:lnTo>
                    <a:pt x="0" y="4300"/>
                  </a:lnTo>
                  <a:lnTo>
                    <a:pt x="3344" y="2389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7" name="Freeform 1506">
              <a:extLst>
                <a:ext uri="{FF2B5EF4-FFF2-40B4-BE49-F238E27FC236}">
                  <a16:creationId xmlns:a16="http://schemas.microsoft.com/office/drawing/2014/main" id="{EA3DB23D-C1AD-CF59-C4E4-941F3470F38F}"/>
                </a:ext>
              </a:extLst>
            </p:cNvPr>
            <p:cNvSpPr/>
            <p:nvPr/>
          </p:nvSpPr>
          <p:spPr>
            <a:xfrm>
              <a:off x="6677395" y="3857307"/>
              <a:ext cx="2388" cy="1911"/>
            </a:xfrm>
            <a:custGeom>
              <a:avLst/>
              <a:gdLst>
                <a:gd name="csX0" fmla="*/ 2389 w 2388"/>
                <a:gd name="csY0" fmla="*/ 0 h 1911"/>
                <a:gd name="csX1" fmla="*/ 1433 w 2388"/>
                <a:gd name="csY1" fmla="*/ 0 h 1911"/>
                <a:gd name="csX2" fmla="*/ 0 w 2388"/>
                <a:gd name="csY2" fmla="*/ 1911 h 1911"/>
                <a:gd name="csX3" fmla="*/ 1433 w 2388"/>
                <a:gd name="csY3" fmla="*/ 0 h 1911"/>
                <a:gd name="csX4" fmla="*/ 2389 w 2388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1911">
                  <a:moveTo>
                    <a:pt x="2389" y="0"/>
                  </a:moveTo>
                  <a:lnTo>
                    <a:pt x="1433" y="0"/>
                  </a:lnTo>
                  <a:lnTo>
                    <a:pt x="0" y="1911"/>
                  </a:lnTo>
                  <a:lnTo>
                    <a:pt x="1433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8" name="Freeform 1507">
              <a:extLst>
                <a:ext uri="{FF2B5EF4-FFF2-40B4-BE49-F238E27FC236}">
                  <a16:creationId xmlns:a16="http://schemas.microsoft.com/office/drawing/2014/main" id="{675BCDE0-1413-80EF-66BC-4AD07A872862}"/>
                </a:ext>
              </a:extLst>
            </p:cNvPr>
            <p:cNvSpPr/>
            <p:nvPr/>
          </p:nvSpPr>
          <p:spPr>
            <a:xfrm>
              <a:off x="6322443" y="3618442"/>
              <a:ext cx="356863" cy="217844"/>
            </a:xfrm>
            <a:custGeom>
              <a:avLst/>
              <a:gdLst>
                <a:gd name="csX0" fmla="*/ 356864 w 356863"/>
                <a:gd name="csY0" fmla="*/ 85514 h 217844"/>
                <a:gd name="csX1" fmla="*/ 356864 w 356863"/>
                <a:gd name="csY1" fmla="*/ 87425 h 217844"/>
                <a:gd name="csX2" fmla="*/ 356864 w 356863"/>
                <a:gd name="csY2" fmla="*/ 88858 h 217844"/>
                <a:gd name="csX3" fmla="*/ 355908 w 356863"/>
                <a:gd name="csY3" fmla="*/ 90291 h 217844"/>
                <a:gd name="csX4" fmla="*/ 353997 w 356863"/>
                <a:gd name="csY4" fmla="*/ 92202 h 217844"/>
                <a:gd name="csX5" fmla="*/ 352564 w 356863"/>
                <a:gd name="csY5" fmla="*/ 94113 h 217844"/>
                <a:gd name="csX6" fmla="*/ 349698 w 356863"/>
                <a:gd name="csY6" fmla="*/ 95068 h 217844"/>
                <a:gd name="csX7" fmla="*/ 348265 w 356863"/>
                <a:gd name="csY7" fmla="*/ 95546 h 217844"/>
                <a:gd name="csX8" fmla="*/ 348265 w 356863"/>
                <a:gd name="csY8" fmla="*/ 95546 h 217844"/>
                <a:gd name="csX9" fmla="*/ 348742 w 356863"/>
                <a:gd name="csY9" fmla="*/ 96979 h 217844"/>
                <a:gd name="csX10" fmla="*/ 348742 w 356863"/>
                <a:gd name="csY10" fmla="*/ 96979 h 217844"/>
                <a:gd name="csX11" fmla="*/ 348742 w 356863"/>
                <a:gd name="csY11" fmla="*/ 97457 h 217844"/>
                <a:gd name="csX12" fmla="*/ 349698 w 356863"/>
                <a:gd name="csY12" fmla="*/ 98412 h 217844"/>
                <a:gd name="csX13" fmla="*/ 352086 w 356863"/>
                <a:gd name="csY13" fmla="*/ 99368 h 217844"/>
                <a:gd name="csX14" fmla="*/ 354475 w 356863"/>
                <a:gd name="csY14" fmla="*/ 99846 h 217844"/>
                <a:gd name="csX15" fmla="*/ 354475 w 356863"/>
                <a:gd name="csY15" fmla="*/ 100801 h 217844"/>
                <a:gd name="csX16" fmla="*/ 353997 w 356863"/>
                <a:gd name="csY16" fmla="*/ 101279 h 217844"/>
                <a:gd name="csX17" fmla="*/ 352564 w 356863"/>
                <a:gd name="csY17" fmla="*/ 101756 h 217844"/>
                <a:gd name="csX18" fmla="*/ 350654 w 356863"/>
                <a:gd name="csY18" fmla="*/ 101279 h 217844"/>
                <a:gd name="csX19" fmla="*/ 349698 w 356863"/>
                <a:gd name="csY19" fmla="*/ 101756 h 217844"/>
                <a:gd name="csX20" fmla="*/ 348742 w 356863"/>
                <a:gd name="csY20" fmla="*/ 103190 h 217844"/>
                <a:gd name="csX21" fmla="*/ 348265 w 356863"/>
                <a:gd name="csY21" fmla="*/ 105100 h 217844"/>
                <a:gd name="csX22" fmla="*/ 347309 w 356863"/>
                <a:gd name="csY22" fmla="*/ 107012 h 217844"/>
                <a:gd name="csX23" fmla="*/ 347309 w 356863"/>
                <a:gd name="csY23" fmla="*/ 107489 h 217844"/>
                <a:gd name="csX24" fmla="*/ 350175 w 356863"/>
                <a:gd name="csY24" fmla="*/ 107967 h 217844"/>
                <a:gd name="csX25" fmla="*/ 351131 w 356863"/>
                <a:gd name="csY25" fmla="*/ 108445 h 217844"/>
                <a:gd name="csX26" fmla="*/ 351609 w 356863"/>
                <a:gd name="csY26" fmla="*/ 109878 h 217844"/>
                <a:gd name="csX27" fmla="*/ 352086 w 356863"/>
                <a:gd name="csY27" fmla="*/ 111789 h 217844"/>
                <a:gd name="csX28" fmla="*/ 352086 w 356863"/>
                <a:gd name="csY28" fmla="*/ 112266 h 217844"/>
                <a:gd name="csX29" fmla="*/ 352564 w 356863"/>
                <a:gd name="csY29" fmla="*/ 113700 h 217844"/>
                <a:gd name="csX30" fmla="*/ 351609 w 356863"/>
                <a:gd name="csY30" fmla="*/ 114177 h 217844"/>
                <a:gd name="csX31" fmla="*/ 351609 w 356863"/>
                <a:gd name="csY31" fmla="*/ 115133 h 217844"/>
                <a:gd name="csX32" fmla="*/ 351609 w 356863"/>
                <a:gd name="csY32" fmla="*/ 115133 h 217844"/>
                <a:gd name="csX33" fmla="*/ 352086 w 356863"/>
                <a:gd name="csY33" fmla="*/ 115611 h 217844"/>
                <a:gd name="csX34" fmla="*/ 352086 w 356863"/>
                <a:gd name="csY34" fmla="*/ 115611 h 217844"/>
                <a:gd name="csX35" fmla="*/ 353042 w 356863"/>
                <a:gd name="csY35" fmla="*/ 115611 h 217844"/>
                <a:gd name="csX36" fmla="*/ 353520 w 356863"/>
                <a:gd name="csY36" fmla="*/ 116088 h 217844"/>
                <a:gd name="csX37" fmla="*/ 353997 w 356863"/>
                <a:gd name="csY37" fmla="*/ 117044 h 217844"/>
                <a:gd name="csX38" fmla="*/ 352086 w 356863"/>
                <a:gd name="csY38" fmla="*/ 118955 h 217844"/>
                <a:gd name="csX39" fmla="*/ 352086 w 356863"/>
                <a:gd name="csY39" fmla="*/ 118955 h 217844"/>
                <a:gd name="csX40" fmla="*/ 351131 w 356863"/>
                <a:gd name="csY40" fmla="*/ 122299 h 217844"/>
                <a:gd name="csX41" fmla="*/ 350175 w 356863"/>
                <a:gd name="csY41" fmla="*/ 124210 h 217844"/>
                <a:gd name="csX42" fmla="*/ 350175 w 356863"/>
                <a:gd name="csY42" fmla="*/ 126121 h 217844"/>
                <a:gd name="csX43" fmla="*/ 349220 w 356863"/>
                <a:gd name="csY43" fmla="*/ 127554 h 217844"/>
                <a:gd name="csX44" fmla="*/ 347787 w 356863"/>
                <a:gd name="csY44" fmla="*/ 127554 h 217844"/>
                <a:gd name="csX45" fmla="*/ 342532 w 356863"/>
                <a:gd name="csY45" fmla="*/ 128032 h 217844"/>
                <a:gd name="csX46" fmla="*/ 337754 w 356863"/>
                <a:gd name="csY46" fmla="*/ 127554 h 217844"/>
                <a:gd name="csX47" fmla="*/ 335843 w 356863"/>
                <a:gd name="csY47" fmla="*/ 127554 h 217844"/>
                <a:gd name="csX48" fmla="*/ 332977 w 356863"/>
                <a:gd name="csY48" fmla="*/ 127076 h 217844"/>
                <a:gd name="csX49" fmla="*/ 331066 w 356863"/>
                <a:gd name="csY49" fmla="*/ 127554 h 217844"/>
                <a:gd name="csX50" fmla="*/ 329156 w 356863"/>
                <a:gd name="csY50" fmla="*/ 130898 h 217844"/>
                <a:gd name="csX51" fmla="*/ 327722 w 356863"/>
                <a:gd name="csY51" fmla="*/ 132331 h 217844"/>
                <a:gd name="csX52" fmla="*/ 324856 w 356863"/>
                <a:gd name="csY52" fmla="*/ 133287 h 217844"/>
                <a:gd name="csX53" fmla="*/ 321990 w 356863"/>
                <a:gd name="csY53" fmla="*/ 133764 h 217844"/>
                <a:gd name="csX54" fmla="*/ 320556 w 356863"/>
                <a:gd name="csY54" fmla="*/ 135198 h 217844"/>
                <a:gd name="csX55" fmla="*/ 320079 w 356863"/>
                <a:gd name="csY55" fmla="*/ 137108 h 217844"/>
                <a:gd name="csX56" fmla="*/ 320079 w 356863"/>
                <a:gd name="csY56" fmla="*/ 139019 h 217844"/>
                <a:gd name="csX57" fmla="*/ 319601 w 356863"/>
                <a:gd name="csY57" fmla="*/ 139975 h 217844"/>
                <a:gd name="csX58" fmla="*/ 319123 w 356863"/>
                <a:gd name="csY58" fmla="*/ 140930 h 217844"/>
                <a:gd name="csX59" fmla="*/ 319123 w 356863"/>
                <a:gd name="csY59" fmla="*/ 141408 h 217844"/>
                <a:gd name="csX60" fmla="*/ 319123 w 356863"/>
                <a:gd name="csY60" fmla="*/ 142363 h 217844"/>
                <a:gd name="csX61" fmla="*/ 319601 w 356863"/>
                <a:gd name="csY61" fmla="*/ 142363 h 217844"/>
                <a:gd name="csX62" fmla="*/ 320556 w 356863"/>
                <a:gd name="csY62" fmla="*/ 142841 h 217844"/>
                <a:gd name="csX63" fmla="*/ 320556 w 356863"/>
                <a:gd name="csY63" fmla="*/ 143319 h 217844"/>
                <a:gd name="csX64" fmla="*/ 320079 w 356863"/>
                <a:gd name="csY64" fmla="*/ 143797 h 217844"/>
                <a:gd name="csX65" fmla="*/ 319123 w 356863"/>
                <a:gd name="csY65" fmla="*/ 144274 h 217844"/>
                <a:gd name="csX66" fmla="*/ 319123 w 356863"/>
                <a:gd name="csY66" fmla="*/ 145707 h 217844"/>
                <a:gd name="csX67" fmla="*/ 319123 w 356863"/>
                <a:gd name="csY67" fmla="*/ 146663 h 217844"/>
                <a:gd name="csX68" fmla="*/ 319123 w 356863"/>
                <a:gd name="csY68" fmla="*/ 147619 h 217844"/>
                <a:gd name="csX69" fmla="*/ 318168 w 356863"/>
                <a:gd name="csY69" fmla="*/ 148096 h 217844"/>
                <a:gd name="csX70" fmla="*/ 311479 w 356863"/>
                <a:gd name="csY70" fmla="*/ 147619 h 217844"/>
                <a:gd name="csX71" fmla="*/ 305747 w 356863"/>
                <a:gd name="csY71" fmla="*/ 148096 h 217844"/>
                <a:gd name="csX72" fmla="*/ 301925 w 356863"/>
                <a:gd name="csY72" fmla="*/ 152396 h 217844"/>
                <a:gd name="csX73" fmla="*/ 299536 w 356863"/>
                <a:gd name="csY73" fmla="*/ 152396 h 217844"/>
                <a:gd name="csX74" fmla="*/ 296192 w 356863"/>
                <a:gd name="csY74" fmla="*/ 153351 h 217844"/>
                <a:gd name="csX75" fmla="*/ 293804 w 356863"/>
                <a:gd name="csY75" fmla="*/ 154784 h 217844"/>
                <a:gd name="csX76" fmla="*/ 290937 w 356863"/>
                <a:gd name="csY76" fmla="*/ 157651 h 217844"/>
                <a:gd name="csX77" fmla="*/ 289026 w 356863"/>
                <a:gd name="csY77" fmla="*/ 156218 h 217844"/>
                <a:gd name="csX78" fmla="*/ 286160 w 356863"/>
                <a:gd name="csY78" fmla="*/ 156695 h 217844"/>
                <a:gd name="csX79" fmla="*/ 283771 w 356863"/>
                <a:gd name="csY79" fmla="*/ 157173 h 217844"/>
                <a:gd name="csX80" fmla="*/ 280905 w 356863"/>
                <a:gd name="csY80" fmla="*/ 159084 h 217844"/>
                <a:gd name="csX81" fmla="*/ 278994 w 356863"/>
                <a:gd name="csY81" fmla="*/ 159562 h 217844"/>
                <a:gd name="csX82" fmla="*/ 275650 w 356863"/>
                <a:gd name="csY82" fmla="*/ 159084 h 217844"/>
                <a:gd name="csX83" fmla="*/ 271828 w 356863"/>
                <a:gd name="csY83" fmla="*/ 160039 h 217844"/>
                <a:gd name="csX84" fmla="*/ 263229 w 356863"/>
                <a:gd name="csY84" fmla="*/ 166728 h 217844"/>
                <a:gd name="csX85" fmla="*/ 260363 w 356863"/>
                <a:gd name="csY85" fmla="*/ 171027 h 217844"/>
                <a:gd name="csX86" fmla="*/ 259407 w 356863"/>
                <a:gd name="csY86" fmla="*/ 171983 h 217844"/>
                <a:gd name="csX87" fmla="*/ 257974 w 356863"/>
                <a:gd name="csY87" fmla="*/ 173416 h 217844"/>
                <a:gd name="csX88" fmla="*/ 256540 w 356863"/>
                <a:gd name="csY88" fmla="*/ 173894 h 217844"/>
                <a:gd name="csX89" fmla="*/ 255585 w 356863"/>
                <a:gd name="csY89" fmla="*/ 173894 h 217844"/>
                <a:gd name="csX90" fmla="*/ 259885 w 356863"/>
                <a:gd name="csY90" fmla="*/ 170549 h 217844"/>
                <a:gd name="csX91" fmla="*/ 260840 w 356863"/>
                <a:gd name="csY91" fmla="*/ 169116 h 217844"/>
                <a:gd name="csX92" fmla="*/ 261318 w 356863"/>
                <a:gd name="csY92" fmla="*/ 168161 h 217844"/>
                <a:gd name="csX93" fmla="*/ 261318 w 356863"/>
                <a:gd name="csY93" fmla="*/ 166728 h 217844"/>
                <a:gd name="csX94" fmla="*/ 259885 w 356863"/>
                <a:gd name="csY94" fmla="*/ 164817 h 217844"/>
                <a:gd name="csX95" fmla="*/ 256540 w 356863"/>
                <a:gd name="csY95" fmla="*/ 169594 h 217844"/>
                <a:gd name="csX96" fmla="*/ 254629 w 356863"/>
                <a:gd name="csY96" fmla="*/ 170072 h 217844"/>
                <a:gd name="csX97" fmla="*/ 252241 w 356863"/>
                <a:gd name="csY97" fmla="*/ 171505 h 217844"/>
                <a:gd name="csX98" fmla="*/ 252241 w 356863"/>
                <a:gd name="csY98" fmla="*/ 174371 h 217844"/>
                <a:gd name="csX99" fmla="*/ 252719 w 356863"/>
                <a:gd name="csY99" fmla="*/ 176760 h 217844"/>
                <a:gd name="csX100" fmla="*/ 253674 w 356863"/>
                <a:gd name="csY100" fmla="*/ 179626 h 217844"/>
                <a:gd name="csX101" fmla="*/ 256063 w 356863"/>
                <a:gd name="csY101" fmla="*/ 184404 h 217844"/>
                <a:gd name="csX102" fmla="*/ 260363 w 356863"/>
                <a:gd name="csY102" fmla="*/ 191092 h 217844"/>
                <a:gd name="csX103" fmla="*/ 262751 w 356863"/>
                <a:gd name="csY103" fmla="*/ 193480 h 217844"/>
                <a:gd name="csX104" fmla="*/ 264662 w 356863"/>
                <a:gd name="csY104" fmla="*/ 194436 h 217844"/>
                <a:gd name="csX105" fmla="*/ 266573 w 356863"/>
                <a:gd name="csY105" fmla="*/ 194436 h 217844"/>
                <a:gd name="csX106" fmla="*/ 270395 w 356863"/>
                <a:gd name="csY106" fmla="*/ 192525 h 217844"/>
                <a:gd name="csX107" fmla="*/ 271828 w 356863"/>
                <a:gd name="csY107" fmla="*/ 192047 h 217844"/>
                <a:gd name="csX108" fmla="*/ 275650 w 356863"/>
                <a:gd name="csY108" fmla="*/ 193003 h 217844"/>
                <a:gd name="csX109" fmla="*/ 276605 w 356863"/>
                <a:gd name="csY109" fmla="*/ 191570 h 217844"/>
                <a:gd name="csX110" fmla="*/ 278516 w 356863"/>
                <a:gd name="csY110" fmla="*/ 190614 h 217844"/>
                <a:gd name="csX111" fmla="*/ 280905 w 356863"/>
                <a:gd name="csY111" fmla="*/ 190614 h 217844"/>
                <a:gd name="csX112" fmla="*/ 283771 w 356863"/>
                <a:gd name="csY112" fmla="*/ 191092 h 217844"/>
                <a:gd name="csX113" fmla="*/ 286638 w 356863"/>
                <a:gd name="csY113" fmla="*/ 192047 h 217844"/>
                <a:gd name="csX114" fmla="*/ 285204 w 356863"/>
                <a:gd name="csY114" fmla="*/ 194436 h 217844"/>
                <a:gd name="csX115" fmla="*/ 284249 w 356863"/>
                <a:gd name="csY115" fmla="*/ 196347 h 217844"/>
                <a:gd name="csX116" fmla="*/ 283771 w 356863"/>
                <a:gd name="csY116" fmla="*/ 198258 h 217844"/>
                <a:gd name="csX117" fmla="*/ 282816 w 356863"/>
                <a:gd name="csY117" fmla="*/ 200646 h 217844"/>
                <a:gd name="csX118" fmla="*/ 279949 w 356863"/>
                <a:gd name="csY118" fmla="*/ 201602 h 217844"/>
                <a:gd name="csX119" fmla="*/ 276127 w 356863"/>
                <a:gd name="csY119" fmla="*/ 201602 h 217844"/>
                <a:gd name="csX120" fmla="*/ 272783 w 356863"/>
                <a:gd name="csY120" fmla="*/ 202080 h 217844"/>
                <a:gd name="csX121" fmla="*/ 271350 w 356863"/>
                <a:gd name="csY121" fmla="*/ 201124 h 217844"/>
                <a:gd name="csX122" fmla="*/ 270395 w 356863"/>
                <a:gd name="csY122" fmla="*/ 200646 h 217844"/>
                <a:gd name="csX123" fmla="*/ 268961 w 356863"/>
                <a:gd name="csY123" fmla="*/ 199691 h 217844"/>
                <a:gd name="csX124" fmla="*/ 266573 w 356863"/>
                <a:gd name="csY124" fmla="*/ 199213 h 217844"/>
                <a:gd name="csX125" fmla="*/ 264662 w 356863"/>
                <a:gd name="csY125" fmla="*/ 199691 h 217844"/>
                <a:gd name="csX126" fmla="*/ 262274 w 356863"/>
                <a:gd name="csY126" fmla="*/ 203035 h 217844"/>
                <a:gd name="csX127" fmla="*/ 258452 w 356863"/>
                <a:gd name="csY127" fmla="*/ 204946 h 217844"/>
                <a:gd name="csX128" fmla="*/ 257018 w 356863"/>
                <a:gd name="csY128" fmla="*/ 207335 h 217844"/>
                <a:gd name="csX129" fmla="*/ 253197 w 356863"/>
                <a:gd name="csY129" fmla="*/ 206857 h 217844"/>
                <a:gd name="csX130" fmla="*/ 249852 w 356863"/>
                <a:gd name="csY130" fmla="*/ 207335 h 217844"/>
                <a:gd name="csX131" fmla="*/ 245075 w 356863"/>
                <a:gd name="csY131" fmla="*/ 209723 h 217844"/>
                <a:gd name="csX132" fmla="*/ 241253 w 356863"/>
                <a:gd name="csY132" fmla="*/ 214023 h 217844"/>
                <a:gd name="csX133" fmla="*/ 236954 w 356863"/>
                <a:gd name="csY133" fmla="*/ 216889 h 217844"/>
                <a:gd name="csX134" fmla="*/ 233610 w 356863"/>
                <a:gd name="csY134" fmla="*/ 217845 h 217844"/>
                <a:gd name="csX135" fmla="*/ 230743 w 356863"/>
                <a:gd name="csY135" fmla="*/ 217845 h 217844"/>
                <a:gd name="csX136" fmla="*/ 228833 w 356863"/>
                <a:gd name="csY136" fmla="*/ 216889 h 217844"/>
                <a:gd name="csX137" fmla="*/ 224533 w 356863"/>
                <a:gd name="csY137" fmla="*/ 213545 h 217844"/>
                <a:gd name="csX138" fmla="*/ 225010 w 356863"/>
                <a:gd name="csY138" fmla="*/ 212590 h 217844"/>
                <a:gd name="csX139" fmla="*/ 225488 w 356863"/>
                <a:gd name="csY139" fmla="*/ 212112 h 217844"/>
                <a:gd name="csX140" fmla="*/ 226444 w 356863"/>
                <a:gd name="csY140" fmla="*/ 210679 h 217844"/>
                <a:gd name="csX141" fmla="*/ 227877 w 356863"/>
                <a:gd name="csY141" fmla="*/ 204946 h 217844"/>
                <a:gd name="csX142" fmla="*/ 227399 w 356863"/>
                <a:gd name="csY142" fmla="*/ 203035 h 217844"/>
                <a:gd name="csX143" fmla="*/ 226921 w 356863"/>
                <a:gd name="csY143" fmla="*/ 199691 h 217844"/>
                <a:gd name="csX144" fmla="*/ 223577 w 356863"/>
                <a:gd name="csY144" fmla="*/ 197780 h 217844"/>
                <a:gd name="csX145" fmla="*/ 220711 w 356863"/>
                <a:gd name="csY145" fmla="*/ 198258 h 217844"/>
                <a:gd name="csX146" fmla="*/ 219278 w 356863"/>
                <a:gd name="csY146" fmla="*/ 197302 h 217844"/>
                <a:gd name="csX147" fmla="*/ 214022 w 356863"/>
                <a:gd name="csY147" fmla="*/ 193480 h 217844"/>
                <a:gd name="csX148" fmla="*/ 211156 w 356863"/>
                <a:gd name="csY148" fmla="*/ 193003 h 217844"/>
                <a:gd name="csX149" fmla="*/ 207812 w 356863"/>
                <a:gd name="csY149" fmla="*/ 193958 h 217844"/>
                <a:gd name="csX150" fmla="*/ 206856 w 356863"/>
                <a:gd name="csY150" fmla="*/ 193480 h 217844"/>
                <a:gd name="csX151" fmla="*/ 205901 w 356863"/>
                <a:gd name="csY151" fmla="*/ 192047 h 217844"/>
                <a:gd name="csX152" fmla="*/ 212112 w 356863"/>
                <a:gd name="csY152" fmla="*/ 187270 h 217844"/>
                <a:gd name="csX153" fmla="*/ 218322 w 356863"/>
                <a:gd name="csY153" fmla="*/ 182970 h 217844"/>
                <a:gd name="csX154" fmla="*/ 221188 w 356863"/>
                <a:gd name="csY154" fmla="*/ 182493 h 217844"/>
                <a:gd name="csX155" fmla="*/ 225010 w 356863"/>
                <a:gd name="csY155" fmla="*/ 180582 h 217844"/>
                <a:gd name="csX156" fmla="*/ 228833 w 356863"/>
                <a:gd name="csY156" fmla="*/ 177715 h 217844"/>
                <a:gd name="csX157" fmla="*/ 228354 w 356863"/>
                <a:gd name="csY157" fmla="*/ 175804 h 217844"/>
                <a:gd name="csX158" fmla="*/ 227399 w 356863"/>
                <a:gd name="csY158" fmla="*/ 173894 h 217844"/>
                <a:gd name="csX159" fmla="*/ 225488 w 356863"/>
                <a:gd name="csY159" fmla="*/ 174371 h 217844"/>
                <a:gd name="csX160" fmla="*/ 224055 w 356863"/>
                <a:gd name="csY160" fmla="*/ 174849 h 217844"/>
                <a:gd name="csX161" fmla="*/ 220711 w 356863"/>
                <a:gd name="csY161" fmla="*/ 173416 h 217844"/>
                <a:gd name="csX162" fmla="*/ 219756 w 356863"/>
                <a:gd name="csY162" fmla="*/ 171983 h 217844"/>
                <a:gd name="csX163" fmla="*/ 214501 w 356863"/>
                <a:gd name="csY163" fmla="*/ 173416 h 217844"/>
                <a:gd name="csX164" fmla="*/ 211634 w 356863"/>
                <a:gd name="csY164" fmla="*/ 172938 h 217844"/>
                <a:gd name="csX165" fmla="*/ 205424 w 356863"/>
                <a:gd name="csY165" fmla="*/ 174371 h 217844"/>
                <a:gd name="csX166" fmla="*/ 202557 w 356863"/>
                <a:gd name="csY166" fmla="*/ 172938 h 217844"/>
                <a:gd name="csX167" fmla="*/ 196347 w 356863"/>
                <a:gd name="csY167" fmla="*/ 169594 h 217844"/>
                <a:gd name="csX168" fmla="*/ 194436 w 356863"/>
                <a:gd name="csY168" fmla="*/ 169116 h 217844"/>
                <a:gd name="csX169" fmla="*/ 192525 w 356863"/>
                <a:gd name="csY169" fmla="*/ 169116 h 217844"/>
                <a:gd name="csX170" fmla="*/ 191569 w 356863"/>
                <a:gd name="csY170" fmla="*/ 168161 h 217844"/>
                <a:gd name="csX171" fmla="*/ 192525 w 356863"/>
                <a:gd name="csY171" fmla="*/ 167683 h 217844"/>
                <a:gd name="csX172" fmla="*/ 194436 w 356863"/>
                <a:gd name="csY172" fmla="*/ 167205 h 217844"/>
                <a:gd name="csX173" fmla="*/ 195869 w 356863"/>
                <a:gd name="csY173" fmla="*/ 167205 h 217844"/>
                <a:gd name="csX174" fmla="*/ 196347 w 356863"/>
                <a:gd name="csY174" fmla="*/ 166250 h 217844"/>
                <a:gd name="csX175" fmla="*/ 195869 w 356863"/>
                <a:gd name="csY175" fmla="*/ 165295 h 217844"/>
                <a:gd name="csX176" fmla="*/ 193003 w 356863"/>
                <a:gd name="csY176" fmla="*/ 164339 h 217844"/>
                <a:gd name="csX177" fmla="*/ 190136 w 356863"/>
                <a:gd name="csY177" fmla="*/ 164339 h 217844"/>
                <a:gd name="csX178" fmla="*/ 188226 w 356863"/>
                <a:gd name="csY178" fmla="*/ 163384 h 217844"/>
                <a:gd name="csX179" fmla="*/ 187270 w 356863"/>
                <a:gd name="csY179" fmla="*/ 161950 h 217844"/>
                <a:gd name="csX180" fmla="*/ 190136 w 356863"/>
                <a:gd name="csY180" fmla="*/ 161950 h 217844"/>
                <a:gd name="csX181" fmla="*/ 193480 w 356863"/>
                <a:gd name="csY181" fmla="*/ 162906 h 217844"/>
                <a:gd name="csX182" fmla="*/ 198258 w 356863"/>
                <a:gd name="csY182" fmla="*/ 163384 h 217844"/>
                <a:gd name="csX183" fmla="*/ 203035 w 356863"/>
                <a:gd name="csY183" fmla="*/ 163861 h 217844"/>
                <a:gd name="csX184" fmla="*/ 203990 w 356863"/>
                <a:gd name="csY184" fmla="*/ 162906 h 217844"/>
                <a:gd name="csX185" fmla="*/ 206856 w 356863"/>
                <a:gd name="csY185" fmla="*/ 160995 h 217844"/>
                <a:gd name="csX186" fmla="*/ 207335 w 356863"/>
                <a:gd name="csY186" fmla="*/ 160517 h 217844"/>
                <a:gd name="csX187" fmla="*/ 203035 w 356863"/>
                <a:gd name="csY187" fmla="*/ 161473 h 217844"/>
                <a:gd name="csX188" fmla="*/ 198258 w 356863"/>
                <a:gd name="csY188" fmla="*/ 160995 h 217844"/>
                <a:gd name="csX189" fmla="*/ 196824 w 356863"/>
                <a:gd name="csY189" fmla="*/ 159562 h 217844"/>
                <a:gd name="csX190" fmla="*/ 195391 w 356863"/>
                <a:gd name="csY190" fmla="*/ 158129 h 217844"/>
                <a:gd name="csX191" fmla="*/ 194913 w 356863"/>
                <a:gd name="csY191" fmla="*/ 155740 h 217844"/>
                <a:gd name="csX192" fmla="*/ 195391 w 356863"/>
                <a:gd name="csY192" fmla="*/ 153829 h 217844"/>
                <a:gd name="csX193" fmla="*/ 194436 w 356863"/>
                <a:gd name="csY193" fmla="*/ 150485 h 217844"/>
                <a:gd name="csX194" fmla="*/ 193003 w 356863"/>
                <a:gd name="csY194" fmla="*/ 147619 h 217844"/>
                <a:gd name="csX195" fmla="*/ 192525 w 356863"/>
                <a:gd name="csY195" fmla="*/ 146185 h 217844"/>
                <a:gd name="csX196" fmla="*/ 191092 w 356863"/>
                <a:gd name="csY196" fmla="*/ 144274 h 217844"/>
                <a:gd name="csX197" fmla="*/ 192525 w 356863"/>
                <a:gd name="csY197" fmla="*/ 148096 h 217844"/>
                <a:gd name="csX198" fmla="*/ 193003 w 356863"/>
                <a:gd name="csY198" fmla="*/ 150007 h 217844"/>
                <a:gd name="csX199" fmla="*/ 193958 w 356863"/>
                <a:gd name="csY199" fmla="*/ 151918 h 217844"/>
                <a:gd name="csX200" fmla="*/ 193958 w 356863"/>
                <a:gd name="csY200" fmla="*/ 157651 h 217844"/>
                <a:gd name="csX201" fmla="*/ 193480 w 356863"/>
                <a:gd name="csY201" fmla="*/ 159562 h 217844"/>
                <a:gd name="csX202" fmla="*/ 191569 w 356863"/>
                <a:gd name="csY202" fmla="*/ 160039 h 217844"/>
                <a:gd name="csX203" fmla="*/ 189181 w 356863"/>
                <a:gd name="csY203" fmla="*/ 159562 h 217844"/>
                <a:gd name="csX204" fmla="*/ 186792 w 356863"/>
                <a:gd name="csY204" fmla="*/ 159084 h 217844"/>
                <a:gd name="csX205" fmla="*/ 187270 w 356863"/>
                <a:gd name="csY205" fmla="*/ 156218 h 217844"/>
                <a:gd name="csX206" fmla="*/ 185837 w 356863"/>
                <a:gd name="csY206" fmla="*/ 157173 h 217844"/>
                <a:gd name="csX207" fmla="*/ 183926 w 356863"/>
                <a:gd name="csY207" fmla="*/ 160039 h 217844"/>
                <a:gd name="csX208" fmla="*/ 182492 w 356863"/>
                <a:gd name="csY208" fmla="*/ 160517 h 217844"/>
                <a:gd name="csX209" fmla="*/ 178671 w 356863"/>
                <a:gd name="csY209" fmla="*/ 160039 h 217844"/>
                <a:gd name="csX210" fmla="*/ 171983 w 356863"/>
                <a:gd name="csY210" fmla="*/ 161950 h 217844"/>
                <a:gd name="csX211" fmla="*/ 171505 w 356863"/>
                <a:gd name="csY211" fmla="*/ 164339 h 217844"/>
                <a:gd name="csX212" fmla="*/ 170549 w 356863"/>
                <a:gd name="csY212" fmla="*/ 166728 h 217844"/>
                <a:gd name="csX213" fmla="*/ 169594 w 356863"/>
                <a:gd name="csY213" fmla="*/ 168638 h 217844"/>
                <a:gd name="csX214" fmla="*/ 169116 w 356863"/>
                <a:gd name="csY214" fmla="*/ 169594 h 217844"/>
                <a:gd name="csX215" fmla="*/ 166249 w 356863"/>
                <a:gd name="csY215" fmla="*/ 173894 h 217844"/>
                <a:gd name="csX216" fmla="*/ 165772 w 356863"/>
                <a:gd name="csY216" fmla="*/ 174371 h 217844"/>
                <a:gd name="csX217" fmla="*/ 160517 w 356863"/>
                <a:gd name="csY217" fmla="*/ 180104 h 217844"/>
                <a:gd name="csX218" fmla="*/ 160039 w 356863"/>
                <a:gd name="csY218" fmla="*/ 180582 h 217844"/>
                <a:gd name="csX219" fmla="*/ 156217 w 356863"/>
                <a:gd name="csY219" fmla="*/ 181537 h 217844"/>
                <a:gd name="csX220" fmla="*/ 154306 w 356863"/>
                <a:gd name="csY220" fmla="*/ 182970 h 217844"/>
                <a:gd name="csX221" fmla="*/ 152873 w 356863"/>
                <a:gd name="csY221" fmla="*/ 183448 h 217844"/>
                <a:gd name="csX222" fmla="*/ 150007 w 356863"/>
                <a:gd name="csY222" fmla="*/ 182970 h 217844"/>
                <a:gd name="csX223" fmla="*/ 149051 w 356863"/>
                <a:gd name="csY223" fmla="*/ 183926 h 217844"/>
                <a:gd name="csX224" fmla="*/ 148096 w 356863"/>
                <a:gd name="csY224" fmla="*/ 184881 h 217844"/>
                <a:gd name="csX225" fmla="*/ 148096 w 356863"/>
                <a:gd name="csY225" fmla="*/ 186792 h 217844"/>
                <a:gd name="csX226" fmla="*/ 149529 w 356863"/>
                <a:gd name="csY226" fmla="*/ 188703 h 217844"/>
                <a:gd name="csX227" fmla="*/ 150962 w 356863"/>
                <a:gd name="csY227" fmla="*/ 193480 h 217844"/>
                <a:gd name="csX228" fmla="*/ 150485 w 356863"/>
                <a:gd name="csY228" fmla="*/ 195869 h 217844"/>
                <a:gd name="csX229" fmla="*/ 149529 w 356863"/>
                <a:gd name="csY229" fmla="*/ 194436 h 217844"/>
                <a:gd name="csX230" fmla="*/ 149051 w 356863"/>
                <a:gd name="csY230" fmla="*/ 194436 h 217844"/>
                <a:gd name="csX231" fmla="*/ 147619 w 356863"/>
                <a:gd name="csY231" fmla="*/ 193003 h 217844"/>
                <a:gd name="csX232" fmla="*/ 144274 w 356863"/>
                <a:gd name="csY232" fmla="*/ 191570 h 217844"/>
                <a:gd name="csX233" fmla="*/ 140930 w 356863"/>
                <a:gd name="csY233" fmla="*/ 192047 h 217844"/>
                <a:gd name="csX234" fmla="*/ 140930 w 356863"/>
                <a:gd name="csY234" fmla="*/ 192047 h 217844"/>
                <a:gd name="csX235" fmla="*/ 137108 w 356863"/>
                <a:gd name="csY235" fmla="*/ 193958 h 217844"/>
                <a:gd name="csX236" fmla="*/ 134242 w 356863"/>
                <a:gd name="csY236" fmla="*/ 194914 h 217844"/>
                <a:gd name="csX237" fmla="*/ 132808 w 356863"/>
                <a:gd name="csY237" fmla="*/ 194436 h 217844"/>
                <a:gd name="csX238" fmla="*/ 132331 w 356863"/>
                <a:gd name="csY238" fmla="*/ 194436 h 217844"/>
                <a:gd name="csX239" fmla="*/ 131853 w 356863"/>
                <a:gd name="csY239" fmla="*/ 194436 h 217844"/>
                <a:gd name="csX240" fmla="*/ 131853 w 356863"/>
                <a:gd name="csY240" fmla="*/ 194436 h 217844"/>
                <a:gd name="csX241" fmla="*/ 131853 w 356863"/>
                <a:gd name="csY241" fmla="*/ 194914 h 217844"/>
                <a:gd name="csX242" fmla="*/ 131853 w 356863"/>
                <a:gd name="csY242" fmla="*/ 195391 h 217844"/>
                <a:gd name="csX243" fmla="*/ 131853 w 356863"/>
                <a:gd name="csY243" fmla="*/ 195391 h 217844"/>
                <a:gd name="csX244" fmla="*/ 132331 w 356863"/>
                <a:gd name="csY244" fmla="*/ 195869 h 217844"/>
                <a:gd name="csX245" fmla="*/ 132331 w 356863"/>
                <a:gd name="csY245" fmla="*/ 196347 h 217844"/>
                <a:gd name="csX246" fmla="*/ 131853 w 356863"/>
                <a:gd name="csY246" fmla="*/ 196347 h 217844"/>
                <a:gd name="csX247" fmla="*/ 131853 w 356863"/>
                <a:gd name="csY247" fmla="*/ 196347 h 217844"/>
                <a:gd name="csX248" fmla="*/ 125642 w 356863"/>
                <a:gd name="csY248" fmla="*/ 194914 h 217844"/>
                <a:gd name="csX249" fmla="*/ 122776 w 356863"/>
                <a:gd name="csY249" fmla="*/ 193480 h 217844"/>
                <a:gd name="csX250" fmla="*/ 120865 w 356863"/>
                <a:gd name="csY250" fmla="*/ 190614 h 217844"/>
                <a:gd name="csX251" fmla="*/ 121343 w 356863"/>
                <a:gd name="csY251" fmla="*/ 190136 h 217844"/>
                <a:gd name="csX252" fmla="*/ 121821 w 356863"/>
                <a:gd name="csY252" fmla="*/ 190136 h 217844"/>
                <a:gd name="csX253" fmla="*/ 122776 w 356863"/>
                <a:gd name="csY253" fmla="*/ 189659 h 217844"/>
                <a:gd name="csX254" fmla="*/ 126121 w 356863"/>
                <a:gd name="csY254" fmla="*/ 189181 h 217844"/>
                <a:gd name="csX255" fmla="*/ 126121 w 356863"/>
                <a:gd name="csY255" fmla="*/ 189181 h 217844"/>
                <a:gd name="csX256" fmla="*/ 126598 w 356863"/>
                <a:gd name="csY256" fmla="*/ 189181 h 217844"/>
                <a:gd name="csX257" fmla="*/ 126598 w 356863"/>
                <a:gd name="csY257" fmla="*/ 189181 h 217844"/>
                <a:gd name="csX258" fmla="*/ 126598 w 356863"/>
                <a:gd name="csY258" fmla="*/ 188703 h 217844"/>
                <a:gd name="csX259" fmla="*/ 126598 w 356863"/>
                <a:gd name="csY259" fmla="*/ 187748 h 217844"/>
                <a:gd name="csX260" fmla="*/ 126598 w 356863"/>
                <a:gd name="csY260" fmla="*/ 186314 h 217844"/>
                <a:gd name="csX261" fmla="*/ 126598 w 356863"/>
                <a:gd name="csY261" fmla="*/ 186314 h 217844"/>
                <a:gd name="csX262" fmla="*/ 126121 w 356863"/>
                <a:gd name="csY262" fmla="*/ 185359 h 217844"/>
                <a:gd name="csX263" fmla="*/ 127554 w 356863"/>
                <a:gd name="csY263" fmla="*/ 183448 h 217844"/>
                <a:gd name="csX264" fmla="*/ 129942 w 356863"/>
                <a:gd name="csY264" fmla="*/ 182015 h 217844"/>
                <a:gd name="csX265" fmla="*/ 130898 w 356863"/>
                <a:gd name="csY265" fmla="*/ 180582 h 217844"/>
                <a:gd name="csX266" fmla="*/ 130898 w 356863"/>
                <a:gd name="csY266" fmla="*/ 180104 h 217844"/>
                <a:gd name="csX267" fmla="*/ 131376 w 356863"/>
                <a:gd name="csY267" fmla="*/ 178193 h 217844"/>
                <a:gd name="csX268" fmla="*/ 133287 w 356863"/>
                <a:gd name="csY268" fmla="*/ 177238 h 217844"/>
                <a:gd name="csX269" fmla="*/ 135197 w 356863"/>
                <a:gd name="csY269" fmla="*/ 175327 h 217844"/>
                <a:gd name="csX270" fmla="*/ 135675 w 356863"/>
                <a:gd name="csY270" fmla="*/ 173416 h 217844"/>
                <a:gd name="csX271" fmla="*/ 136631 w 356863"/>
                <a:gd name="csY271" fmla="*/ 171983 h 217844"/>
                <a:gd name="csX272" fmla="*/ 135197 w 356863"/>
                <a:gd name="csY272" fmla="*/ 169116 h 217844"/>
                <a:gd name="csX273" fmla="*/ 135197 w 356863"/>
                <a:gd name="csY273" fmla="*/ 167205 h 217844"/>
                <a:gd name="csX274" fmla="*/ 134719 w 356863"/>
                <a:gd name="csY274" fmla="*/ 165295 h 217844"/>
                <a:gd name="csX275" fmla="*/ 135675 w 356863"/>
                <a:gd name="csY275" fmla="*/ 164339 h 217844"/>
                <a:gd name="csX276" fmla="*/ 136631 w 356863"/>
                <a:gd name="csY276" fmla="*/ 163861 h 217844"/>
                <a:gd name="csX277" fmla="*/ 137586 w 356863"/>
                <a:gd name="csY277" fmla="*/ 163384 h 217844"/>
                <a:gd name="csX278" fmla="*/ 139497 w 356863"/>
                <a:gd name="csY278" fmla="*/ 162906 h 217844"/>
                <a:gd name="csX279" fmla="*/ 139974 w 356863"/>
                <a:gd name="csY279" fmla="*/ 162906 h 217844"/>
                <a:gd name="csX280" fmla="*/ 140453 w 356863"/>
                <a:gd name="csY280" fmla="*/ 163384 h 217844"/>
                <a:gd name="csX281" fmla="*/ 140453 w 356863"/>
                <a:gd name="csY281" fmla="*/ 166728 h 217844"/>
                <a:gd name="csX282" fmla="*/ 140453 w 356863"/>
                <a:gd name="csY282" fmla="*/ 166728 h 217844"/>
                <a:gd name="csX283" fmla="*/ 140930 w 356863"/>
                <a:gd name="csY283" fmla="*/ 166728 h 217844"/>
                <a:gd name="csX284" fmla="*/ 140930 w 356863"/>
                <a:gd name="csY284" fmla="*/ 166728 h 217844"/>
                <a:gd name="csX285" fmla="*/ 141408 w 356863"/>
                <a:gd name="csY285" fmla="*/ 166250 h 217844"/>
                <a:gd name="csX286" fmla="*/ 141408 w 356863"/>
                <a:gd name="csY286" fmla="*/ 166250 h 217844"/>
                <a:gd name="csX287" fmla="*/ 141885 w 356863"/>
                <a:gd name="csY287" fmla="*/ 164817 h 217844"/>
                <a:gd name="csX288" fmla="*/ 142363 w 356863"/>
                <a:gd name="csY288" fmla="*/ 164339 h 217844"/>
                <a:gd name="csX289" fmla="*/ 143319 w 356863"/>
                <a:gd name="csY289" fmla="*/ 164817 h 217844"/>
                <a:gd name="csX290" fmla="*/ 144274 w 356863"/>
                <a:gd name="csY290" fmla="*/ 165295 h 217844"/>
                <a:gd name="csX291" fmla="*/ 144752 w 356863"/>
                <a:gd name="csY291" fmla="*/ 164817 h 217844"/>
                <a:gd name="csX292" fmla="*/ 145230 w 356863"/>
                <a:gd name="csY292" fmla="*/ 164817 h 217844"/>
                <a:gd name="csX293" fmla="*/ 146185 w 356863"/>
                <a:gd name="csY293" fmla="*/ 165295 h 217844"/>
                <a:gd name="csX294" fmla="*/ 147140 w 356863"/>
                <a:gd name="csY294" fmla="*/ 165772 h 217844"/>
                <a:gd name="csX295" fmla="*/ 148574 w 356863"/>
                <a:gd name="csY295" fmla="*/ 166250 h 217844"/>
                <a:gd name="csX296" fmla="*/ 149051 w 356863"/>
                <a:gd name="csY296" fmla="*/ 165772 h 217844"/>
                <a:gd name="csX297" fmla="*/ 149529 w 356863"/>
                <a:gd name="csY297" fmla="*/ 165772 h 217844"/>
                <a:gd name="csX298" fmla="*/ 150485 w 356863"/>
                <a:gd name="csY298" fmla="*/ 164817 h 217844"/>
                <a:gd name="csX299" fmla="*/ 151440 w 356863"/>
                <a:gd name="csY299" fmla="*/ 165295 h 217844"/>
                <a:gd name="csX300" fmla="*/ 152873 w 356863"/>
                <a:gd name="csY300" fmla="*/ 167205 h 217844"/>
                <a:gd name="csX301" fmla="*/ 152873 w 356863"/>
                <a:gd name="csY301" fmla="*/ 167205 h 217844"/>
                <a:gd name="csX302" fmla="*/ 153829 w 356863"/>
                <a:gd name="csY302" fmla="*/ 167205 h 217844"/>
                <a:gd name="csX303" fmla="*/ 153829 w 356863"/>
                <a:gd name="csY303" fmla="*/ 167205 h 217844"/>
                <a:gd name="csX304" fmla="*/ 157651 w 356863"/>
                <a:gd name="csY304" fmla="*/ 166728 h 217844"/>
                <a:gd name="csX305" fmla="*/ 158128 w 356863"/>
                <a:gd name="csY305" fmla="*/ 166250 h 217844"/>
                <a:gd name="csX306" fmla="*/ 158606 w 356863"/>
                <a:gd name="csY306" fmla="*/ 165295 h 217844"/>
                <a:gd name="csX307" fmla="*/ 159084 w 356863"/>
                <a:gd name="csY307" fmla="*/ 165295 h 217844"/>
                <a:gd name="csX308" fmla="*/ 154784 w 356863"/>
                <a:gd name="csY308" fmla="*/ 162428 h 217844"/>
                <a:gd name="csX309" fmla="*/ 154784 w 356863"/>
                <a:gd name="csY309" fmla="*/ 160039 h 217844"/>
                <a:gd name="csX310" fmla="*/ 155262 w 356863"/>
                <a:gd name="csY310" fmla="*/ 157651 h 217844"/>
                <a:gd name="csX311" fmla="*/ 155262 w 356863"/>
                <a:gd name="csY311" fmla="*/ 157651 h 217844"/>
                <a:gd name="csX312" fmla="*/ 155262 w 356863"/>
                <a:gd name="csY312" fmla="*/ 157651 h 217844"/>
                <a:gd name="csX313" fmla="*/ 154784 w 356863"/>
                <a:gd name="csY313" fmla="*/ 155740 h 217844"/>
                <a:gd name="csX314" fmla="*/ 153829 w 356863"/>
                <a:gd name="csY314" fmla="*/ 154784 h 217844"/>
                <a:gd name="csX315" fmla="*/ 150485 w 356863"/>
                <a:gd name="csY315" fmla="*/ 153351 h 217844"/>
                <a:gd name="csX316" fmla="*/ 148096 w 356863"/>
                <a:gd name="csY316" fmla="*/ 151918 h 217844"/>
                <a:gd name="csX317" fmla="*/ 147619 w 356863"/>
                <a:gd name="csY317" fmla="*/ 150963 h 217844"/>
                <a:gd name="csX318" fmla="*/ 147619 w 356863"/>
                <a:gd name="csY318" fmla="*/ 150485 h 217844"/>
                <a:gd name="csX319" fmla="*/ 147619 w 356863"/>
                <a:gd name="csY319" fmla="*/ 149052 h 217844"/>
                <a:gd name="csX320" fmla="*/ 146663 w 356863"/>
                <a:gd name="csY320" fmla="*/ 147619 h 217844"/>
                <a:gd name="csX321" fmla="*/ 146663 w 356863"/>
                <a:gd name="csY321" fmla="*/ 146663 h 217844"/>
                <a:gd name="csX322" fmla="*/ 147140 w 356863"/>
                <a:gd name="csY322" fmla="*/ 145230 h 217844"/>
                <a:gd name="csX323" fmla="*/ 147140 w 356863"/>
                <a:gd name="csY323" fmla="*/ 145230 h 217844"/>
                <a:gd name="csX324" fmla="*/ 147140 w 356863"/>
                <a:gd name="csY324" fmla="*/ 143797 h 217844"/>
                <a:gd name="csX325" fmla="*/ 147140 w 356863"/>
                <a:gd name="csY325" fmla="*/ 142841 h 217844"/>
                <a:gd name="csX326" fmla="*/ 147140 w 356863"/>
                <a:gd name="csY326" fmla="*/ 142841 h 217844"/>
                <a:gd name="csX327" fmla="*/ 146663 w 356863"/>
                <a:gd name="csY327" fmla="*/ 142363 h 217844"/>
                <a:gd name="csX328" fmla="*/ 145230 w 356863"/>
                <a:gd name="csY328" fmla="*/ 142363 h 217844"/>
                <a:gd name="csX329" fmla="*/ 143796 w 356863"/>
                <a:gd name="csY329" fmla="*/ 141408 h 217844"/>
                <a:gd name="csX330" fmla="*/ 142841 w 356863"/>
                <a:gd name="csY330" fmla="*/ 139975 h 217844"/>
                <a:gd name="csX331" fmla="*/ 142841 w 356863"/>
                <a:gd name="csY331" fmla="*/ 139975 h 217844"/>
                <a:gd name="csX332" fmla="*/ 140453 w 356863"/>
                <a:gd name="csY332" fmla="*/ 138064 h 217844"/>
                <a:gd name="csX333" fmla="*/ 139497 w 356863"/>
                <a:gd name="csY333" fmla="*/ 138064 h 217844"/>
                <a:gd name="csX334" fmla="*/ 139019 w 356863"/>
                <a:gd name="csY334" fmla="*/ 137108 h 217844"/>
                <a:gd name="csX335" fmla="*/ 139019 w 356863"/>
                <a:gd name="csY335" fmla="*/ 136153 h 217844"/>
                <a:gd name="csX336" fmla="*/ 139497 w 356863"/>
                <a:gd name="csY336" fmla="*/ 134720 h 217844"/>
                <a:gd name="csX337" fmla="*/ 139974 w 356863"/>
                <a:gd name="csY337" fmla="*/ 132331 h 217844"/>
                <a:gd name="csX338" fmla="*/ 140453 w 356863"/>
                <a:gd name="csY338" fmla="*/ 130420 h 217844"/>
                <a:gd name="csX339" fmla="*/ 140453 w 356863"/>
                <a:gd name="csY339" fmla="*/ 129465 h 217844"/>
                <a:gd name="csX340" fmla="*/ 140453 w 356863"/>
                <a:gd name="csY340" fmla="*/ 126598 h 217844"/>
                <a:gd name="csX341" fmla="*/ 139019 w 356863"/>
                <a:gd name="csY341" fmla="*/ 124210 h 217844"/>
                <a:gd name="csX342" fmla="*/ 139019 w 356863"/>
                <a:gd name="csY342" fmla="*/ 124210 h 217844"/>
                <a:gd name="csX343" fmla="*/ 138064 w 356863"/>
                <a:gd name="csY343" fmla="*/ 124210 h 217844"/>
                <a:gd name="csX344" fmla="*/ 137108 w 356863"/>
                <a:gd name="csY344" fmla="*/ 124687 h 217844"/>
                <a:gd name="csX345" fmla="*/ 135675 w 356863"/>
                <a:gd name="csY345" fmla="*/ 125165 h 217844"/>
                <a:gd name="csX346" fmla="*/ 134719 w 356863"/>
                <a:gd name="csY346" fmla="*/ 124687 h 217844"/>
                <a:gd name="csX347" fmla="*/ 133764 w 356863"/>
                <a:gd name="csY347" fmla="*/ 123254 h 217844"/>
                <a:gd name="csX348" fmla="*/ 131853 w 356863"/>
                <a:gd name="csY348" fmla="*/ 119910 h 217844"/>
                <a:gd name="csX349" fmla="*/ 131853 w 356863"/>
                <a:gd name="csY349" fmla="*/ 119910 h 217844"/>
                <a:gd name="csX350" fmla="*/ 128509 w 356863"/>
                <a:gd name="csY350" fmla="*/ 119432 h 217844"/>
                <a:gd name="csX351" fmla="*/ 127076 w 356863"/>
                <a:gd name="csY351" fmla="*/ 119432 h 217844"/>
                <a:gd name="csX352" fmla="*/ 127076 w 356863"/>
                <a:gd name="csY352" fmla="*/ 119432 h 217844"/>
                <a:gd name="csX353" fmla="*/ 126598 w 356863"/>
                <a:gd name="csY353" fmla="*/ 119910 h 217844"/>
                <a:gd name="csX354" fmla="*/ 125642 w 356863"/>
                <a:gd name="csY354" fmla="*/ 120866 h 217844"/>
                <a:gd name="csX355" fmla="*/ 125165 w 356863"/>
                <a:gd name="csY355" fmla="*/ 120388 h 217844"/>
                <a:gd name="csX356" fmla="*/ 125165 w 356863"/>
                <a:gd name="csY356" fmla="*/ 119432 h 217844"/>
                <a:gd name="csX357" fmla="*/ 125165 w 356863"/>
                <a:gd name="csY357" fmla="*/ 119432 h 217844"/>
                <a:gd name="csX358" fmla="*/ 124210 w 356863"/>
                <a:gd name="csY358" fmla="*/ 118955 h 217844"/>
                <a:gd name="csX359" fmla="*/ 123254 w 356863"/>
                <a:gd name="csY359" fmla="*/ 119432 h 217844"/>
                <a:gd name="csX360" fmla="*/ 123254 w 356863"/>
                <a:gd name="csY360" fmla="*/ 118955 h 217844"/>
                <a:gd name="csX361" fmla="*/ 123254 w 356863"/>
                <a:gd name="csY361" fmla="*/ 117521 h 217844"/>
                <a:gd name="csX362" fmla="*/ 123254 w 356863"/>
                <a:gd name="csY362" fmla="*/ 117521 h 217844"/>
                <a:gd name="csX363" fmla="*/ 122299 w 356863"/>
                <a:gd name="csY363" fmla="*/ 117044 h 217844"/>
                <a:gd name="csX364" fmla="*/ 119910 w 356863"/>
                <a:gd name="csY364" fmla="*/ 117044 h 217844"/>
                <a:gd name="csX365" fmla="*/ 118477 w 356863"/>
                <a:gd name="csY365" fmla="*/ 116566 h 217844"/>
                <a:gd name="csX366" fmla="*/ 117999 w 356863"/>
                <a:gd name="csY366" fmla="*/ 115133 h 217844"/>
                <a:gd name="csX367" fmla="*/ 117999 w 356863"/>
                <a:gd name="csY367" fmla="*/ 115133 h 217844"/>
                <a:gd name="csX368" fmla="*/ 117521 w 356863"/>
                <a:gd name="csY368" fmla="*/ 114655 h 217844"/>
                <a:gd name="csX369" fmla="*/ 115610 w 356863"/>
                <a:gd name="csY369" fmla="*/ 114177 h 217844"/>
                <a:gd name="csX370" fmla="*/ 114655 w 356863"/>
                <a:gd name="csY370" fmla="*/ 113222 h 217844"/>
                <a:gd name="csX371" fmla="*/ 114177 w 356863"/>
                <a:gd name="csY371" fmla="*/ 113222 h 217844"/>
                <a:gd name="csX372" fmla="*/ 113222 w 356863"/>
                <a:gd name="csY372" fmla="*/ 111789 h 217844"/>
                <a:gd name="csX373" fmla="*/ 110833 w 356863"/>
                <a:gd name="csY373" fmla="*/ 111311 h 217844"/>
                <a:gd name="csX374" fmla="*/ 107967 w 356863"/>
                <a:gd name="csY374" fmla="*/ 110833 h 217844"/>
                <a:gd name="csX375" fmla="*/ 107967 w 356863"/>
                <a:gd name="csY375" fmla="*/ 110833 h 217844"/>
                <a:gd name="csX376" fmla="*/ 107967 w 356863"/>
                <a:gd name="csY376" fmla="*/ 110356 h 217844"/>
                <a:gd name="csX377" fmla="*/ 107489 w 356863"/>
                <a:gd name="csY377" fmla="*/ 110356 h 217844"/>
                <a:gd name="csX378" fmla="*/ 105578 w 356863"/>
                <a:gd name="csY378" fmla="*/ 111311 h 217844"/>
                <a:gd name="csX379" fmla="*/ 105100 w 356863"/>
                <a:gd name="csY379" fmla="*/ 111789 h 217844"/>
                <a:gd name="csX380" fmla="*/ 104623 w 356863"/>
                <a:gd name="csY380" fmla="*/ 112266 h 217844"/>
                <a:gd name="csX381" fmla="*/ 103189 w 356863"/>
                <a:gd name="csY381" fmla="*/ 111311 h 217844"/>
                <a:gd name="csX382" fmla="*/ 101278 w 356863"/>
                <a:gd name="csY382" fmla="*/ 113222 h 217844"/>
                <a:gd name="csX383" fmla="*/ 96979 w 356863"/>
                <a:gd name="csY383" fmla="*/ 113222 h 217844"/>
                <a:gd name="csX384" fmla="*/ 94590 w 356863"/>
                <a:gd name="csY384" fmla="*/ 113222 h 217844"/>
                <a:gd name="csX385" fmla="*/ 93635 w 356863"/>
                <a:gd name="csY385" fmla="*/ 112744 h 217844"/>
                <a:gd name="csX386" fmla="*/ 89813 w 356863"/>
                <a:gd name="csY386" fmla="*/ 115133 h 217844"/>
                <a:gd name="csX387" fmla="*/ 89335 w 356863"/>
                <a:gd name="csY387" fmla="*/ 115133 h 217844"/>
                <a:gd name="csX388" fmla="*/ 89335 w 356863"/>
                <a:gd name="csY388" fmla="*/ 116088 h 217844"/>
                <a:gd name="csX389" fmla="*/ 89335 w 356863"/>
                <a:gd name="csY389" fmla="*/ 116088 h 217844"/>
                <a:gd name="csX390" fmla="*/ 88380 w 356863"/>
                <a:gd name="csY390" fmla="*/ 116566 h 217844"/>
                <a:gd name="csX391" fmla="*/ 85514 w 356863"/>
                <a:gd name="csY391" fmla="*/ 117044 h 217844"/>
                <a:gd name="csX392" fmla="*/ 85035 w 356863"/>
                <a:gd name="csY392" fmla="*/ 117044 h 217844"/>
                <a:gd name="csX393" fmla="*/ 83125 w 356863"/>
                <a:gd name="csY393" fmla="*/ 117999 h 217844"/>
                <a:gd name="csX394" fmla="*/ 83125 w 356863"/>
                <a:gd name="csY394" fmla="*/ 117999 h 217844"/>
                <a:gd name="csX395" fmla="*/ 83125 w 356863"/>
                <a:gd name="csY395" fmla="*/ 117999 h 217844"/>
                <a:gd name="csX396" fmla="*/ 82169 w 356863"/>
                <a:gd name="csY396" fmla="*/ 120388 h 217844"/>
                <a:gd name="csX397" fmla="*/ 81692 w 356863"/>
                <a:gd name="csY397" fmla="*/ 121821 h 217844"/>
                <a:gd name="csX398" fmla="*/ 80736 w 356863"/>
                <a:gd name="csY398" fmla="*/ 122777 h 217844"/>
                <a:gd name="csX399" fmla="*/ 80258 w 356863"/>
                <a:gd name="csY399" fmla="*/ 123732 h 217844"/>
                <a:gd name="csX400" fmla="*/ 75003 w 356863"/>
                <a:gd name="csY400" fmla="*/ 124210 h 217844"/>
                <a:gd name="csX401" fmla="*/ 70704 w 356863"/>
                <a:gd name="csY401" fmla="*/ 125165 h 217844"/>
                <a:gd name="csX402" fmla="*/ 66404 w 356863"/>
                <a:gd name="csY402" fmla="*/ 125643 h 217844"/>
                <a:gd name="csX403" fmla="*/ 60194 w 356863"/>
                <a:gd name="csY403" fmla="*/ 128032 h 217844"/>
                <a:gd name="csX404" fmla="*/ 60194 w 356863"/>
                <a:gd name="csY404" fmla="*/ 128032 h 217844"/>
                <a:gd name="csX405" fmla="*/ 58283 w 356863"/>
                <a:gd name="csY405" fmla="*/ 130420 h 217844"/>
                <a:gd name="csX406" fmla="*/ 57805 w 356863"/>
                <a:gd name="csY406" fmla="*/ 130420 h 217844"/>
                <a:gd name="csX407" fmla="*/ 56850 w 356863"/>
                <a:gd name="csY407" fmla="*/ 130898 h 217844"/>
                <a:gd name="csX408" fmla="*/ 54939 w 356863"/>
                <a:gd name="csY408" fmla="*/ 130898 h 217844"/>
                <a:gd name="csX409" fmla="*/ 53983 w 356863"/>
                <a:gd name="csY409" fmla="*/ 129942 h 217844"/>
                <a:gd name="csX410" fmla="*/ 53983 w 356863"/>
                <a:gd name="csY410" fmla="*/ 129942 h 217844"/>
                <a:gd name="csX411" fmla="*/ 50162 w 356863"/>
                <a:gd name="csY411" fmla="*/ 126598 h 217844"/>
                <a:gd name="csX412" fmla="*/ 48728 w 356863"/>
                <a:gd name="csY412" fmla="*/ 125165 h 217844"/>
                <a:gd name="csX413" fmla="*/ 48728 w 356863"/>
                <a:gd name="csY413" fmla="*/ 125165 h 217844"/>
                <a:gd name="csX414" fmla="*/ 46817 w 356863"/>
                <a:gd name="csY414" fmla="*/ 124687 h 217844"/>
                <a:gd name="csX415" fmla="*/ 44906 w 356863"/>
                <a:gd name="csY415" fmla="*/ 125165 h 217844"/>
                <a:gd name="csX416" fmla="*/ 42996 w 356863"/>
                <a:gd name="csY416" fmla="*/ 125643 h 217844"/>
                <a:gd name="csX417" fmla="*/ 40607 w 356863"/>
                <a:gd name="csY417" fmla="*/ 125643 h 217844"/>
                <a:gd name="csX418" fmla="*/ 38218 w 356863"/>
                <a:gd name="csY418" fmla="*/ 124687 h 217844"/>
                <a:gd name="csX419" fmla="*/ 38218 w 356863"/>
                <a:gd name="csY419" fmla="*/ 124687 h 217844"/>
                <a:gd name="csX420" fmla="*/ 37263 w 356863"/>
                <a:gd name="csY420" fmla="*/ 125165 h 217844"/>
                <a:gd name="csX421" fmla="*/ 31530 w 356863"/>
                <a:gd name="csY421" fmla="*/ 123732 h 217844"/>
                <a:gd name="csX422" fmla="*/ 31052 w 356863"/>
                <a:gd name="csY422" fmla="*/ 123732 h 217844"/>
                <a:gd name="csX423" fmla="*/ 30575 w 356863"/>
                <a:gd name="csY423" fmla="*/ 123732 h 217844"/>
                <a:gd name="csX424" fmla="*/ 30097 w 356863"/>
                <a:gd name="csY424" fmla="*/ 123254 h 217844"/>
                <a:gd name="csX425" fmla="*/ 29619 w 356863"/>
                <a:gd name="csY425" fmla="*/ 123254 h 217844"/>
                <a:gd name="csX426" fmla="*/ 25320 w 356863"/>
                <a:gd name="csY426" fmla="*/ 123732 h 217844"/>
                <a:gd name="csX427" fmla="*/ 21498 w 356863"/>
                <a:gd name="csY427" fmla="*/ 120866 h 217844"/>
                <a:gd name="csX428" fmla="*/ 20064 w 356863"/>
                <a:gd name="csY428" fmla="*/ 120866 h 217844"/>
                <a:gd name="csX429" fmla="*/ 19109 w 356863"/>
                <a:gd name="csY429" fmla="*/ 121821 h 217844"/>
                <a:gd name="csX430" fmla="*/ 19109 w 356863"/>
                <a:gd name="csY430" fmla="*/ 121821 h 217844"/>
                <a:gd name="csX431" fmla="*/ 18631 w 356863"/>
                <a:gd name="csY431" fmla="*/ 123254 h 217844"/>
                <a:gd name="csX432" fmla="*/ 15765 w 356863"/>
                <a:gd name="csY432" fmla="*/ 124210 h 217844"/>
                <a:gd name="csX433" fmla="*/ 14809 w 356863"/>
                <a:gd name="csY433" fmla="*/ 124687 h 217844"/>
                <a:gd name="csX434" fmla="*/ 14809 w 356863"/>
                <a:gd name="csY434" fmla="*/ 124687 h 217844"/>
                <a:gd name="csX435" fmla="*/ 14332 w 356863"/>
                <a:gd name="csY435" fmla="*/ 124210 h 217844"/>
                <a:gd name="csX436" fmla="*/ 14332 w 356863"/>
                <a:gd name="csY436" fmla="*/ 123254 h 217844"/>
                <a:gd name="csX437" fmla="*/ 14809 w 356863"/>
                <a:gd name="csY437" fmla="*/ 122777 h 217844"/>
                <a:gd name="csX438" fmla="*/ 14332 w 356863"/>
                <a:gd name="csY438" fmla="*/ 122299 h 217844"/>
                <a:gd name="csX439" fmla="*/ 14332 w 356863"/>
                <a:gd name="csY439" fmla="*/ 121821 h 217844"/>
                <a:gd name="csX440" fmla="*/ 12898 w 356863"/>
                <a:gd name="csY440" fmla="*/ 120866 h 217844"/>
                <a:gd name="csX441" fmla="*/ 12898 w 356863"/>
                <a:gd name="csY441" fmla="*/ 120388 h 217844"/>
                <a:gd name="csX442" fmla="*/ 12898 w 356863"/>
                <a:gd name="csY442" fmla="*/ 120388 h 217844"/>
                <a:gd name="csX443" fmla="*/ 11465 w 356863"/>
                <a:gd name="csY443" fmla="*/ 120388 h 217844"/>
                <a:gd name="csX444" fmla="*/ 10988 w 356863"/>
                <a:gd name="csY444" fmla="*/ 120388 h 217844"/>
                <a:gd name="csX445" fmla="*/ 10988 w 356863"/>
                <a:gd name="csY445" fmla="*/ 120388 h 217844"/>
                <a:gd name="csX446" fmla="*/ 9077 w 356863"/>
                <a:gd name="csY446" fmla="*/ 119910 h 217844"/>
                <a:gd name="csX447" fmla="*/ 8121 w 356863"/>
                <a:gd name="csY447" fmla="*/ 117999 h 217844"/>
                <a:gd name="csX448" fmla="*/ 7644 w 356863"/>
                <a:gd name="csY448" fmla="*/ 117999 h 217844"/>
                <a:gd name="csX449" fmla="*/ 5733 w 356863"/>
                <a:gd name="csY449" fmla="*/ 116566 h 217844"/>
                <a:gd name="csX450" fmla="*/ 4299 w 356863"/>
                <a:gd name="csY450" fmla="*/ 116566 h 217844"/>
                <a:gd name="csX451" fmla="*/ 3822 w 356863"/>
                <a:gd name="csY451" fmla="*/ 115611 h 217844"/>
                <a:gd name="csX452" fmla="*/ 3344 w 356863"/>
                <a:gd name="csY452" fmla="*/ 114655 h 217844"/>
                <a:gd name="csX453" fmla="*/ 3344 w 356863"/>
                <a:gd name="csY453" fmla="*/ 114177 h 217844"/>
                <a:gd name="csX454" fmla="*/ 2866 w 356863"/>
                <a:gd name="csY454" fmla="*/ 113700 h 217844"/>
                <a:gd name="csX455" fmla="*/ 2866 w 356863"/>
                <a:gd name="csY455" fmla="*/ 113700 h 217844"/>
                <a:gd name="csX456" fmla="*/ 2389 w 356863"/>
                <a:gd name="csY456" fmla="*/ 112266 h 217844"/>
                <a:gd name="csX457" fmla="*/ 2389 w 356863"/>
                <a:gd name="csY457" fmla="*/ 112266 h 217844"/>
                <a:gd name="csX458" fmla="*/ 2389 w 356863"/>
                <a:gd name="csY458" fmla="*/ 112266 h 217844"/>
                <a:gd name="csX459" fmla="*/ 1911 w 356863"/>
                <a:gd name="csY459" fmla="*/ 112266 h 217844"/>
                <a:gd name="csX460" fmla="*/ 1911 w 356863"/>
                <a:gd name="csY460" fmla="*/ 112266 h 217844"/>
                <a:gd name="csX461" fmla="*/ 0 w 356863"/>
                <a:gd name="csY461" fmla="*/ 112266 h 217844"/>
                <a:gd name="csX462" fmla="*/ 478 w 356863"/>
                <a:gd name="csY462" fmla="*/ 107967 h 217844"/>
                <a:gd name="csX463" fmla="*/ 3344 w 356863"/>
                <a:gd name="csY463" fmla="*/ 104623 h 217844"/>
                <a:gd name="csX464" fmla="*/ 4299 w 356863"/>
                <a:gd name="csY464" fmla="*/ 103190 h 217844"/>
                <a:gd name="csX465" fmla="*/ 5255 w 356863"/>
                <a:gd name="csY465" fmla="*/ 99368 h 217844"/>
                <a:gd name="csX466" fmla="*/ 6210 w 356863"/>
                <a:gd name="csY466" fmla="*/ 97935 h 217844"/>
                <a:gd name="csX467" fmla="*/ 7166 w 356863"/>
                <a:gd name="csY467" fmla="*/ 96501 h 217844"/>
                <a:gd name="csX468" fmla="*/ 8121 w 356863"/>
                <a:gd name="csY468" fmla="*/ 95068 h 217844"/>
                <a:gd name="csX469" fmla="*/ 8121 w 356863"/>
                <a:gd name="csY469" fmla="*/ 94113 h 217844"/>
                <a:gd name="csX470" fmla="*/ 9077 w 356863"/>
                <a:gd name="csY470" fmla="*/ 93635 h 217844"/>
                <a:gd name="csX471" fmla="*/ 11465 w 356863"/>
                <a:gd name="csY471" fmla="*/ 94591 h 217844"/>
                <a:gd name="csX472" fmla="*/ 13854 w 356863"/>
                <a:gd name="csY472" fmla="*/ 95546 h 217844"/>
                <a:gd name="csX473" fmla="*/ 14332 w 356863"/>
                <a:gd name="csY473" fmla="*/ 95068 h 217844"/>
                <a:gd name="csX474" fmla="*/ 14332 w 356863"/>
                <a:gd name="csY474" fmla="*/ 95068 h 217844"/>
                <a:gd name="csX475" fmla="*/ 14332 w 356863"/>
                <a:gd name="csY475" fmla="*/ 94113 h 217844"/>
                <a:gd name="csX476" fmla="*/ 14332 w 356863"/>
                <a:gd name="csY476" fmla="*/ 93635 h 217844"/>
                <a:gd name="csX477" fmla="*/ 12421 w 356863"/>
                <a:gd name="csY477" fmla="*/ 92202 h 217844"/>
                <a:gd name="csX478" fmla="*/ 11943 w 356863"/>
                <a:gd name="csY478" fmla="*/ 91724 h 217844"/>
                <a:gd name="csX479" fmla="*/ 11465 w 356863"/>
                <a:gd name="csY479" fmla="*/ 91246 h 217844"/>
                <a:gd name="csX480" fmla="*/ 11465 w 356863"/>
                <a:gd name="csY480" fmla="*/ 90769 h 217844"/>
                <a:gd name="csX481" fmla="*/ 11943 w 356863"/>
                <a:gd name="csY481" fmla="*/ 89335 h 217844"/>
                <a:gd name="csX482" fmla="*/ 11943 w 356863"/>
                <a:gd name="csY482" fmla="*/ 87902 h 217844"/>
                <a:gd name="csX483" fmla="*/ 11943 w 356863"/>
                <a:gd name="csY483" fmla="*/ 85991 h 217844"/>
                <a:gd name="csX484" fmla="*/ 10510 w 356863"/>
                <a:gd name="csY484" fmla="*/ 82647 h 217844"/>
                <a:gd name="csX485" fmla="*/ 10510 w 356863"/>
                <a:gd name="csY485" fmla="*/ 81214 h 217844"/>
                <a:gd name="csX486" fmla="*/ 11465 w 356863"/>
                <a:gd name="csY486" fmla="*/ 79303 h 217844"/>
                <a:gd name="csX487" fmla="*/ 15287 w 356863"/>
                <a:gd name="csY487" fmla="*/ 74526 h 217844"/>
                <a:gd name="csX488" fmla="*/ 16243 w 356863"/>
                <a:gd name="csY488" fmla="*/ 73093 h 217844"/>
                <a:gd name="csX489" fmla="*/ 18154 w 356863"/>
                <a:gd name="csY489" fmla="*/ 70704 h 217844"/>
                <a:gd name="csX490" fmla="*/ 22453 w 356863"/>
                <a:gd name="csY490" fmla="*/ 65927 h 217844"/>
                <a:gd name="csX491" fmla="*/ 25320 w 356863"/>
                <a:gd name="csY491" fmla="*/ 63060 h 217844"/>
                <a:gd name="csX492" fmla="*/ 27230 w 356863"/>
                <a:gd name="csY492" fmla="*/ 61627 h 217844"/>
                <a:gd name="csX493" fmla="*/ 30097 w 356863"/>
                <a:gd name="csY493" fmla="*/ 58761 h 217844"/>
                <a:gd name="csX494" fmla="*/ 31530 w 356863"/>
                <a:gd name="csY494" fmla="*/ 57328 h 217844"/>
                <a:gd name="csX495" fmla="*/ 36785 w 356863"/>
                <a:gd name="csY495" fmla="*/ 56372 h 217844"/>
                <a:gd name="csX496" fmla="*/ 37263 w 356863"/>
                <a:gd name="csY496" fmla="*/ 54939 h 217844"/>
                <a:gd name="csX497" fmla="*/ 38218 w 356863"/>
                <a:gd name="csY497" fmla="*/ 53506 h 217844"/>
                <a:gd name="csX498" fmla="*/ 39174 w 356863"/>
                <a:gd name="csY498" fmla="*/ 53028 h 217844"/>
                <a:gd name="csX499" fmla="*/ 39174 w 356863"/>
                <a:gd name="csY499" fmla="*/ 50639 h 217844"/>
                <a:gd name="csX500" fmla="*/ 38218 w 356863"/>
                <a:gd name="csY500" fmla="*/ 47295 h 217844"/>
                <a:gd name="csX501" fmla="*/ 37263 w 356863"/>
                <a:gd name="csY501" fmla="*/ 46340 h 217844"/>
                <a:gd name="csX502" fmla="*/ 36785 w 356863"/>
                <a:gd name="csY502" fmla="*/ 45862 h 217844"/>
                <a:gd name="csX503" fmla="*/ 37263 w 356863"/>
                <a:gd name="csY503" fmla="*/ 44907 h 217844"/>
                <a:gd name="csX504" fmla="*/ 37740 w 356863"/>
                <a:gd name="csY504" fmla="*/ 44907 h 217844"/>
                <a:gd name="csX505" fmla="*/ 38218 w 356863"/>
                <a:gd name="csY505" fmla="*/ 44429 h 217844"/>
                <a:gd name="csX506" fmla="*/ 39174 w 356863"/>
                <a:gd name="csY506" fmla="*/ 43951 h 217844"/>
                <a:gd name="csX507" fmla="*/ 39174 w 356863"/>
                <a:gd name="csY507" fmla="*/ 42996 h 217844"/>
                <a:gd name="csX508" fmla="*/ 39174 w 356863"/>
                <a:gd name="csY508" fmla="*/ 42996 h 217844"/>
                <a:gd name="csX509" fmla="*/ 36785 w 356863"/>
                <a:gd name="csY509" fmla="*/ 41085 h 217844"/>
                <a:gd name="csX510" fmla="*/ 35830 w 356863"/>
                <a:gd name="csY510" fmla="*/ 39652 h 217844"/>
                <a:gd name="csX511" fmla="*/ 34396 w 356863"/>
                <a:gd name="csY511" fmla="*/ 35830 h 217844"/>
                <a:gd name="csX512" fmla="*/ 31530 w 356863"/>
                <a:gd name="csY512" fmla="*/ 32008 h 217844"/>
                <a:gd name="csX513" fmla="*/ 30575 w 356863"/>
                <a:gd name="csY513" fmla="*/ 30575 h 217844"/>
                <a:gd name="csX514" fmla="*/ 30575 w 356863"/>
                <a:gd name="csY514" fmla="*/ 29142 h 217844"/>
                <a:gd name="csX515" fmla="*/ 31052 w 356863"/>
                <a:gd name="csY515" fmla="*/ 28186 h 217844"/>
                <a:gd name="csX516" fmla="*/ 30575 w 356863"/>
                <a:gd name="csY516" fmla="*/ 26275 h 217844"/>
                <a:gd name="csX517" fmla="*/ 29619 w 356863"/>
                <a:gd name="csY517" fmla="*/ 24364 h 217844"/>
                <a:gd name="csX518" fmla="*/ 29619 w 356863"/>
                <a:gd name="csY518" fmla="*/ 24364 h 217844"/>
                <a:gd name="csX519" fmla="*/ 29619 w 356863"/>
                <a:gd name="csY519" fmla="*/ 24364 h 217844"/>
                <a:gd name="csX520" fmla="*/ 29619 w 356863"/>
                <a:gd name="csY520" fmla="*/ 21976 h 217844"/>
                <a:gd name="csX521" fmla="*/ 30097 w 356863"/>
                <a:gd name="csY521" fmla="*/ 21498 h 217844"/>
                <a:gd name="csX522" fmla="*/ 31530 w 356863"/>
                <a:gd name="csY522" fmla="*/ 21020 h 217844"/>
                <a:gd name="csX523" fmla="*/ 32963 w 356863"/>
                <a:gd name="csY523" fmla="*/ 21020 h 217844"/>
                <a:gd name="csX524" fmla="*/ 34396 w 356863"/>
                <a:gd name="csY524" fmla="*/ 21498 h 217844"/>
                <a:gd name="csX525" fmla="*/ 36307 w 356863"/>
                <a:gd name="csY525" fmla="*/ 22453 h 217844"/>
                <a:gd name="csX526" fmla="*/ 36785 w 356863"/>
                <a:gd name="csY526" fmla="*/ 22453 h 217844"/>
                <a:gd name="csX527" fmla="*/ 39651 w 356863"/>
                <a:gd name="csY527" fmla="*/ 20065 h 217844"/>
                <a:gd name="csX528" fmla="*/ 39651 w 356863"/>
                <a:gd name="csY528" fmla="*/ 20065 h 217844"/>
                <a:gd name="csX529" fmla="*/ 42996 w 356863"/>
                <a:gd name="csY529" fmla="*/ 17198 h 217844"/>
                <a:gd name="csX530" fmla="*/ 43473 w 356863"/>
                <a:gd name="csY530" fmla="*/ 15287 h 217844"/>
                <a:gd name="csX531" fmla="*/ 44429 w 356863"/>
                <a:gd name="csY531" fmla="*/ 14332 h 217844"/>
                <a:gd name="csX532" fmla="*/ 46817 w 356863"/>
                <a:gd name="csY532" fmla="*/ 13854 h 217844"/>
                <a:gd name="csX533" fmla="*/ 49206 w 356863"/>
                <a:gd name="csY533" fmla="*/ 13854 h 217844"/>
                <a:gd name="csX534" fmla="*/ 50639 w 356863"/>
                <a:gd name="csY534" fmla="*/ 13854 h 217844"/>
                <a:gd name="csX535" fmla="*/ 54461 w 356863"/>
                <a:gd name="csY535" fmla="*/ 13377 h 217844"/>
                <a:gd name="csX536" fmla="*/ 56372 w 356863"/>
                <a:gd name="csY536" fmla="*/ 12899 h 217844"/>
                <a:gd name="csX537" fmla="*/ 58283 w 356863"/>
                <a:gd name="csY537" fmla="*/ 12421 h 217844"/>
                <a:gd name="csX538" fmla="*/ 62105 w 356863"/>
                <a:gd name="csY538" fmla="*/ 11943 h 217844"/>
                <a:gd name="csX539" fmla="*/ 68793 w 356863"/>
                <a:gd name="csY539" fmla="*/ 12421 h 217844"/>
                <a:gd name="csX540" fmla="*/ 72615 w 356863"/>
                <a:gd name="csY540" fmla="*/ 12421 h 217844"/>
                <a:gd name="csX541" fmla="*/ 75481 w 356863"/>
                <a:gd name="csY541" fmla="*/ 12899 h 217844"/>
                <a:gd name="csX542" fmla="*/ 82169 w 356863"/>
                <a:gd name="csY542" fmla="*/ 14810 h 217844"/>
                <a:gd name="csX543" fmla="*/ 84558 w 356863"/>
                <a:gd name="csY543" fmla="*/ 14810 h 217844"/>
                <a:gd name="csX544" fmla="*/ 85991 w 356863"/>
                <a:gd name="csY544" fmla="*/ 15765 h 217844"/>
                <a:gd name="csX545" fmla="*/ 88380 w 356863"/>
                <a:gd name="csY545" fmla="*/ 16243 h 217844"/>
                <a:gd name="csX546" fmla="*/ 92201 w 356863"/>
                <a:gd name="csY546" fmla="*/ 17198 h 217844"/>
                <a:gd name="csX547" fmla="*/ 96024 w 356863"/>
                <a:gd name="csY547" fmla="*/ 17676 h 217844"/>
                <a:gd name="csX548" fmla="*/ 98412 w 356863"/>
                <a:gd name="csY548" fmla="*/ 17198 h 217844"/>
                <a:gd name="csX549" fmla="*/ 99367 w 356863"/>
                <a:gd name="csY549" fmla="*/ 17676 h 217844"/>
                <a:gd name="csX550" fmla="*/ 102234 w 356863"/>
                <a:gd name="csY550" fmla="*/ 21498 h 217844"/>
                <a:gd name="csX551" fmla="*/ 102712 w 356863"/>
                <a:gd name="csY551" fmla="*/ 21976 h 217844"/>
                <a:gd name="csX552" fmla="*/ 103667 w 356863"/>
                <a:gd name="csY552" fmla="*/ 22453 h 217844"/>
                <a:gd name="csX553" fmla="*/ 105578 w 356863"/>
                <a:gd name="csY553" fmla="*/ 21976 h 217844"/>
                <a:gd name="csX554" fmla="*/ 108444 w 356863"/>
                <a:gd name="csY554" fmla="*/ 21976 h 217844"/>
                <a:gd name="csX555" fmla="*/ 110355 w 356863"/>
                <a:gd name="csY555" fmla="*/ 22931 h 217844"/>
                <a:gd name="csX556" fmla="*/ 110355 w 356863"/>
                <a:gd name="csY556" fmla="*/ 25320 h 217844"/>
                <a:gd name="csX557" fmla="*/ 110355 w 356863"/>
                <a:gd name="csY557" fmla="*/ 25798 h 217844"/>
                <a:gd name="csX558" fmla="*/ 111311 w 356863"/>
                <a:gd name="csY558" fmla="*/ 25320 h 217844"/>
                <a:gd name="csX559" fmla="*/ 112266 w 356863"/>
                <a:gd name="csY559" fmla="*/ 24364 h 217844"/>
                <a:gd name="csX560" fmla="*/ 113222 w 356863"/>
                <a:gd name="csY560" fmla="*/ 22931 h 217844"/>
                <a:gd name="csX561" fmla="*/ 113699 w 356863"/>
                <a:gd name="csY561" fmla="*/ 22453 h 217844"/>
                <a:gd name="csX562" fmla="*/ 116566 w 356863"/>
                <a:gd name="csY562" fmla="*/ 23409 h 217844"/>
                <a:gd name="csX563" fmla="*/ 117999 w 356863"/>
                <a:gd name="csY563" fmla="*/ 22931 h 217844"/>
                <a:gd name="csX564" fmla="*/ 119432 w 356863"/>
                <a:gd name="csY564" fmla="*/ 21976 h 217844"/>
                <a:gd name="csX565" fmla="*/ 120388 w 356863"/>
                <a:gd name="csY565" fmla="*/ 21976 h 217844"/>
                <a:gd name="csX566" fmla="*/ 122299 w 356863"/>
                <a:gd name="csY566" fmla="*/ 22453 h 217844"/>
                <a:gd name="csX567" fmla="*/ 125165 w 356863"/>
                <a:gd name="csY567" fmla="*/ 22931 h 217844"/>
                <a:gd name="csX568" fmla="*/ 127076 w 356863"/>
                <a:gd name="csY568" fmla="*/ 23409 h 217844"/>
                <a:gd name="csX569" fmla="*/ 128509 w 356863"/>
                <a:gd name="csY569" fmla="*/ 23886 h 217844"/>
                <a:gd name="csX570" fmla="*/ 129465 w 356863"/>
                <a:gd name="csY570" fmla="*/ 26275 h 217844"/>
                <a:gd name="csX571" fmla="*/ 129465 w 356863"/>
                <a:gd name="csY571" fmla="*/ 26275 h 217844"/>
                <a:gd name="csX572" fmla="*/ 130420 w 356863"/>
                <a:gd name="csY572" fmla="*/ 26753 h 217844"/>
                <a:gd name="csX573" fmla="*/ 130898 w 356863"/>
                <a:gd name="csY573" fmla="*/ 26753 h 217844"/>
                <a:gd name="csX574" fmla="*/ 132331 w 356863"/>
                <a:gd name="csY574" fmla="*/ 24842 h 217844"/>
                <a:gd name="csX575" fmla="*/ 133287 w 356863"/>
                <a:gd name="csY575" fmla="*/ 23886 h 217844"/>
                <a:gd name="csX576" fmla="*/ 134719 w 356863"/>
                <a:gd name="csY576" fmla="*/ 23409 h 217844"/>
                <a:gd name="csX577" fmla="*/ 136153 w 356863"/>
                <a:gd name="csY577" fmla="*/ 22931 h 217844"/>
                <a:gd name="csX578" fmla="*/ 136631 w 356863"/>
                <a:gd name="csY578" fmla="*/ 21976 h 217844"/>
                <a:gd name="csX579" fmla="*/ 137586 w 356863"/>
                <a:gd name="csY579" fmla="*/ 21498 h 217844"/>
                <a:gd name="csX580" fmla="*/ 138542 w 356863"/>
                <a:gd name="csY580" fmla="*/ 21498 h 217844"/>
                <a:gd name="csX581" fmla="*/ 139019 w 356863"/>
                <a:gd name="csY581" fmla="*/ 21498 h 217844"/>
                <a:gd name="csX582" fmla="*/ 139974 w 356863"/>
                <a:gd name="csY582" fmla="*/ 22453 h 217844"/>
                <a:gd name="csX583" fmla="*/ 140930 w 356863"/>
                <a:gd name="csY583" fmla="*/ 25320 h 217844"/>
                <a:gd name="csX584" fmla="*/ 142363 w 356863"/>
                <a:gd name="csY584" fmla="*/ 27708 h 217844"/>
                <a:gd name="csX585" fmla="*/ 143319 w 356863"/>
                <a:gd name="csY585" fmla="*/ 28186 h 217844"/>
                <a:gd name="csX586" fmla="*/ 145707 w 356863"/>
                <a:gd name="csY586" fmla="*/ 27708 h 217844"/>
                <a:gd name="csX587" fmla="*/ 147140 w 356863"/>
                <a:gd name="csY587" fmla="*/ 26753 h 217844"/>
                <a:gd name="csX588" fmla="*/ 150485 w 356863"/>
                <a:gd name="csY588" fmla="*/ 26753 h 217844"/>
                <a:gd name="csX589" fmla="*/ 154306 w 356863"/>
                <a:gd name="csY589" fmla="*/ 26275 h 217844"/>
                <a:gd name="csX590" fmla="*/ 157651 w 356863"/>
                <a:gd name="csY590" fmla="*/ 25320 h 217844"/>
                <a:gd name="csX591" fmla="*/ 159562 w 356863"/>
                <a:gd name="csY591" fmla="*/ 25798 h 217844"/>
                <a:gd name="csX592" fmla="*/ 160517 w 356863"/>
                <a:gd name="csY592" fmla="*/ 26275 h 217844"/>
                <a:gd name="csX593" fmla="*/ 162428 w 356863"/>
                <a:gd name="csY593" fmla="*/ 27708 h 217844"/>
                <a:gd name="csX594" fmla="*/ 162906 w 356863"/>
                <a:gd name="csY594" fmla="*/ 30097 h 217844"/>
                <a:gd name="csX595" fmla="*/ 162906 w 356863"/>
                <a:gd name="csY595" fmla="*/ 30097 h 217844"/>
                <a:gd name="csX596" fmla="*/ 165294 w 356863"/>
                <a:gd name="csY596" fmla="*/ 31530 h 217844"/>
                <a:gd name="csX597" fmla="*/ 167205 w 356863"/>
                <a:gd name="csY597" fmla="*/ 32008 h 217844"/>
                <a:gd name="csX598" fmla="*/ 167205 w 356863"/>
                <a:gd name="csY598" fmla="*/ 32008 h 217844"/>
                <a:gd name="csX599" fmla="*/ 167683 w 356863"/>
                <a:gd name="csY599" fmla="*/ 30097 h 217844"/>
                <a:gd name="csX600" fmla="*/ 168638 w 356863"/>
                <a:gd name="csY600" fmla="*/ 29142 h 217844"/>
                <a:gd name="csX601" fmla="*/ 168638 w 356863"/>
                <a:gd name="csY601" fmla="*/ 29142 h 217844"/>
                <a:gd name="csX602" fmla="*/ 168161 w 356863"/>
                <a:gd name="csY602" fmla="*/ 27708 h 217844"/>
                <a:gd name="csX603" fmla="*/ 168161 w 356863"/>
                <a:gd name="csY603" fmla="*/ 25798 h 217844"/>
                <a:gd name="csX604" fmla="*/ 167205 w 356863"/>
                <a:gd name="csY604" fmla="*/ 23886 h 217844"/>
                <a:gd name="csX605" fmla="*/ 166728 w 356863"/>
                <a:gd name="csY605" fmla="*/ 21976 h 217844"/>
                <a:gd name="csX606" fmla="*/ 167683 w 356863"/>
                <a:gd name="csY606" fmla="*/ 19587 h 217844"/>
                <a:gd name="csX607" fmla="*/ 169116 w 356863"/>
                <a:gd name="csY607" fmla="*/ 17198 h 217844"/>
                <a:gd name="csX608" fmla="*/ 169594 w 356863"/>
                <a:gd name="csY608" fmla="*/ 15765 h 217844"/>
                <a:gd name="csX609" fmla="*/ 171027 w 356863"/>
                <a:gd name="csY609" fmla="*/ 13377 h 217844"/>
                <a:gd name="csX610" fmla="*/ 172938 w 356863"/>
                <a:gd name="csY610" fmla="*/ 11466 h 217844"/>
                <a:gd name="csX611" fmla="*/ 172938 w 356863"/>
                <a:gd name="csY611" fmla="*/ 11466 h 217844"/>
                <a:gd name="csX612" fmla="*/ 175804 w 356863"/>
                <a:gd name="csY612" fmla="*/ 9077 h 217844"/>
                <a:gd name="csX613" fmla="*/ 177715 w 356863"/>
                <a:gd name="csY613" fmla="*/ 8121 h 217844"/>
                <a:gd name="csX614" fmla="*/ 179149 w 356863"/>
                <a:gd name="csY614" fmla="*/ 8599 h 217844"/>
                <a:gd name="csX615" fmla="*/ 180581 w 356863"/>
                <a:gd name="csY615" fmla="*/ 9077 h 217844"/>
                <a:gd name="csX616" fmla="*/ 182970 w 356863"/>
                <a:gd name="csY616" fmla="*/ 7166 h 217844"/>
                <a:gd name="csX617" fmla="*/ 187270 w 356863"/>
                <a:gd name="csY617" fmla="*/ 7166 h 217844"/>
                <a:gd name="csX618" fmla="*/ 191092 w 356863"/>
                <a:gd name="csY618" fmla="*/ 7166 h 217844"/>
                <a:gd name="csX619" fmla="*/ 191092 w 356863"/>
                <a:gd name="csY619" fmla="*/ 7644 h 217844"/>
                <a:gd name="csX620" fmla="*/ 191569 w 356863"/>
                <a:gd name="csY620" fmla="*/ 7644 h 217844"/>
                <a:gd name="csX621" fmla="*/ 193480 w 356863"/>
                <a:gd name="csY621" fmla="*/ 8121 h 217844"/>
                <a:gd name="csX622" fmla="*/ 195391 w 356863"/>
                <a:gd name="csY622" fmla="*/ 9077 h 217844"/>
                <a:gd name="csX623" fmla="*/ 196824 w 356863"/>
                <a:gd name="csY623" fmla="*/ 9077 h 217844"/>
                <a:gd name="csX624" fmla="*/ 198258 w 356863"/>
                <a:gd name="csY624" fmla="*/ 9077 h 217844"/>
                <a:gd name="csX625" fmla="*/ 200169 w 356863"/>
                <a:gd name="csY625" fmla="*/ 8121 h 217844"/>
                <a:gd name="csX626" fmla="*/ 201602 w 356863"/>
                <a:gd name="csY626" fmla="*/ 7166 h 217844"/>
                <a:gd name="csX627" fmla="*/ 203035 w 356863"/>
                <a:gd name="csY627" fmla="*/ 2389 h 217844"/>
                <a:gd name="csX628" fmla="*/ 203513 w 356863"/>
                <a:gd name="csY628" fmla="*/ 1911 h 217844"/>
                <a:gd name="csX629" fmla="*/ 204468 w 356863"/>
                <a:gd name="csY629" fmla="*/ 1433 h 217844"/>
                <a:gd name="csX630" fmla="*/ 205901 w 356863"/>
                <a:gd name="csY630" fmla="*/ 1433 h 217844"/>
                <a:gd name="csX631" fmla="*/ 208768 w 356863"/>
                <a:gd name="csY631" fmla="*/ 1911 h 217844"/>
                <a:gd name="csX632" fmla="*/ 212112 w 356863"/>
                <a:gd name="csY632" fmla="*/ 2866 h 217844"/>
                <a:gd name="csX633" fmla="*/ 213545 w 356863"/>
                <a:gd name="csY633" fmla="*/ 2866 h 217844"/>
                <a:gd name="csX634" fmla="*/ 218800 w 356863"/>
                <a:gd name="csY634" fmla="*/ 478 h 217844"/>
                <a:gd name="csX635" fmla="*/ 221667 w 356863"/>
                <a:gd name="csY635" fmla="*/ 0 h 217844"/>
                <a:gd name="csX636" fmla="*/ 224533 w 356863"/>
                <a:gd name="csY636" fmla="*/ 478 h 217844"/>
                <a:gd name="csX637" fmla="*/ 227877 w 356863"/>
                <a:gd name="csY637" fmla="*/ 478 h 217844"/>
                <a:gd name="csX638" fmla="*/ 230265 w 356863"/>
                <a:gd name="csY638" fmla="*/ 0 h 217844"/>
                <a:gd name="csX639" fmla="*/ 232176 w 356863"/>
                <a:gd name="csY639" fmla="*/ 956 h 217844"/>
                <a:gd name="csX640" fmla="*/ 234087 w 356863"/>
                <a:gd name="csY640" fmla="*/ 2866 h 217844"/>
                <a:gd name="csX641" fmla="*/ 235998 w 356863"/>
                <a:gd name="csY641" fmla="*/ 5733 h 217844"/>
                <a:gd name="csX642" fmla="*/ 237909 w 356863"/>
                <a:gd name="csY642" fmla="*/ 10988 h 217844"/>
                <a:gd name="csX643" fmla="*/ 243642 w 356863"/>
                <a:gd name="csY643" fmla="*/ 16721 h 217844"/>
                <a:gd name="csX644" fmla="*/ 243642 w 356863"/>
                <a:gd name="csY644" fmla="*/ 16721 h 217844"/>
                <a:gd name="csX645" fmla="*/ 243642 w 356863"/>
                <a:gd name="csY645" fmla="*/ 17676 h 217844"/>
                <a:gd name="csX646" fmla="*/ 243642 w 356863"/>
                <a:gd name="csY646" fmla="*/ 17676 h 217844"/>
                <a:gd name="csX647" fmla="*/ 243164 w 356863"/>
                <a:gd name="csY647" fmla="*/ 18632 h 217844"/>
                <a:gd name="csX648" fmla="*/ 240298 w 356863"/>
                <a:gd name="csY648" fmla="*/ 19587 h 217844"/>
                <a:gd name="csX649" fmla="*/ 237909 w 356863"/>
                <a:gd name="csY649" fmla="*/ 19587 h 217844"/>
                <a:gd name="csX650" fmla="*/ 237909 w 356863"/>
                <a:gd name="csY650" fmla="*/ 20542 h 217844"/>
                <a:gd name="csX651" fmla="*/ 237909 w 356863"/>
                <a:gd name="csY651" fmla="*/ 21020 h 217844"/>
                <a:gd name="csX652" fmla="*/ 238387 w 356863"/>
                <a:gd name="csY652" fmla="*/ 21976 h 217844"/>
                <a:gd name="csX653" fmla="*/ 239342 w 356863"/>
                <a:gd name="csY653" fmla="*/ 23409 h 217844"/>
                <a:gd name="csX654" fmla="*/ 239342 w 356863"/>
                <a:gd name="csY654" fmla="*/ 23409 h 217844"/>
                <a:gd name="csX655" fmla="*/ 239820 w 356863"/>
                <a:gd name="csY655" fmla="*/ 25320 h 217844"/>
                <a:gd name="csX656" fmla="*/ 239820 w 356863"/>
                <a:gd name="csY656" fmla="*/ 27231 h 217844"/>
                <a:gd name="csX657" fmla="*/ 239820 w 356863"/>
                <a:gd name="csY657" fmla="*/ 27231 h 217844"/>
                <a:gd name="csX658" fmla="*/ 240298 w 356863"/>
                <a:gd name="csY658" fmla="*/ 29142 h 217844"/>
                <a:gd name="csX659" fmla="*/ 240298 w 356863"/>
                <a:gd name="csY659" fmla="*/ 29142 h 217844"/>
                <a:gd name="csX660" fmla="*/ 240776 w 356863"/>
                <a:gd name="csY660" fmla="*/ 29619 h 217844"/>
                <a:gd name="csX661" fmla="*/ 241253 w 356863"/>
                <a:gd name="csY661" fmla="*/ 30575 h 217844"/>
                <a:gd name="csX662" fmla="*/ 239820 w 356863"/>
                <a:gd name="csY662" fmla="*/ 31530 h 217844"/>
                <a:gd name="csX663" fmla="*/ 239820 w 356863"/>
                <a:gd name="csY663" fmla="*/ 32008 h 217844"/>
                <a:gd name="csX664" fmla="*/ 239820 w 356863"/>
                <a:gd name="csY664" fmla="*/ 32008 h 217844"/>
                <a:gd name="csX665" fmla="*/ 239820 w 356863"/>
                <a:gd name="csY665" fmla="*/ 32008 h 217844"/>
                <a:gd name="csX666" fmla="*/ 240298 w 356863"/>
                <a:gd name="csY666" fmla="*/ 32486 h 217844"/>
                <a:gd name="csX667" fmla="*/ 245075 w 356863"/>
                <a:gd name="csY667" fmla="*/ 32486 h 217844"/>
                <a:gd name="csX668" fmla="*/ 247942 w 356863"/>
                <a:gd name="csY668" fmla="*/ 33919 h 217844"/>
                <a:gd name="csX669" fmla="*/ 249852 w 356863"/>
                <a:gd name="csY669" fmla="*/ 34397 h 217844"/>
                <a:gd name="csX670" fmla="*/ 250808 w 356863"/>
                <a:gd name="csY670" fmla="*/ 34874 h 217844"/>
                <a:gd name="csX671" fmla="*/ 252719 w 356863"/>
                <a:gd name="csY671" fmla="*/ 33919 h 217844"/>
                <a:gd name="csX672" fmla="*/ 255108 w 356863"/>
                <a:gd name="csY672" fmla="*/ 33919 h 217844"/>
                <a:gd name="csX673" fmla="*/ 256540 w 356863"/>
                <a:gd name="csY673" fmla="*/ 33441 h 217844"/>
                <a:gd name="csX674" fmla="*/ 257018 w 356863"/>
                <a:gd name="csY674" fmla="*/ 34397 h 217844"/>
                <a:gd name="csX675" fmla="*/ 257496 w 356863"/>
                <a:gd name="csY675" fmla="*/ 35830 h 217844"/>
                <a:gd name="csX676" fmla="*/ 258452 w 356863"/>
                <a:gd name="csY676" fmla="*/ 37741 h 217844"/>
                <a:gd name="csX677" fmla="*/ 258452 w 356863"/>
                <a:gd name="csY677" fmla="*/ 37741 h 217844"/>
                <a:gd name="csX678" fmla="*/ 259407 w 356863"/>
                <a:gd name="csY678" fmla="*/ 38218 h 217844"/>
                <a:gd name="csX679" fmla="*/ 259407 w 356863"/>
                <a:gd name="csY679" fmla="*/ 38218 h 217844"/>
                <a:gd name="csX680" fmla="*/ 260840 w 356863"/>
                <a:gd name="csY680" fmla="*/ 38218 h 217844"/>
                <a:gd name="csX681" fmla="*/ 261795 w 356863"/>
                <a:gd name="csY681" fmla="*/ 38218 h 217844"/>
                <a:gd name="csX682" fmla="*/ 262274 w 356863"/>
                <a:gd name="csY682" fmla="*/ 38696 h 217844"/>
                <a:gd name="csX683" fmla="*/ 262274 w 356863"/>
                <a:gd name="csY683" fmla="*/ 38696 h 217844"/>
                <a:gd name="csX684" fmla="*/ 261318 w 356863"/>
                <a:gd name="csY684" fmla="*/ 39652 h 217844"/>
                <a:gd name="csX685" fmla="*/ 261795 w 356863"/>
                <a:gd name="csY685" fmla="*/ 41085 h 217844"/>
                <a:gd name="csX686" fmla="*/ 261795 w 356863"/>
                <a:gd name="csY686" fmla="*/ 41085 h 217844"/>
                <a:gd name="csX687" fmla="*/ 262274 w 356863"/>
                <a:gd name="csY687" fmla="*/ 42518 h 217844"/>
                <a:gd name="csX688" fmla="*/ 263229 w 356863"/>
                <a:gd name="csY688" fmla="*/ 45384 h 217844"/>
                <a:gd name="csX689" fmla="*/ 263229 w 356863"/>
                <a:gd name="csY689" fmla="*/ 45384 h 217844"/>
                <a:gd name="csX690" fmla="*/ 263706 w 356863"/>
                <a:gd name="csY690" fmla="*/ 46340 h 217844"/>
                <a:gd name="csX691" fmla="*/ 264184 w 356863"/>
                <a:gd name="csY691" fmla="*/ 47295 h 217844"/>
                <a:gd name="csX692" fmla="*/ 264184 w 356863"/>
                <a:gd name="csY692" fmla="*/ 48728 h 217844"/>
                <a:gd name="csX693" fmla="*/ 264184 w 356863"/>
                <a:gd name="csY693" fmla="*/ 48728 h 217844"/>
                <a:gd name="csX694" fmla="*/ 263706 w 356863"/>
                <a:gd name="csY694" fmla="*/ 49684 h 217844"/>
                <a:gd name="csX695" fmla="*/ 263229 w 356863"/>
                <a:gd name="csY695" fmla="*/ 50639 h 217844"/>
                <a:gd name="csX696" fmla="*/ 263229 w 356863"/>
                <a:gd name="csY696" fmla="*/ 50639 h 217844"/>
                <a:gd name="csX697" fmla="*/ 263706 w 356863"/>
                <a:gd name="csY697" fmla="*/ 52550 h 217844"/>
                <a:gd name="csX698" fmla="*/ 263706 w 356863"/>
                <a:gd name="csY698" fmla="*/ 52550 h 217844"/>
                <a:gd name="csX699" fmla="*/ 265140 w 356863"/>
                <a:gd name="csY699" fmla="*/ 54939 h 217844"/>
                <a:gd name="csX700" fmla="*/ 265140 w 356863"/>
                <a:gd name="csY700" fmla="*/ 54939 h 217844"/>
                <a:gd name="csX701" fmla="*/ 266095 w 356863"/>
                <a:gd name="csY701" fmla="*/ 55417 h 217844"/>
                <a:gd name="csX702" fmla="*/ 267051 w 356863"/>
                <a:gd name="csY702" fmla="*/ 57328 h 217844"/>
                <a:gd name="csX703" fmla="*/ 267051 w 356863"/>
                <a:gd name="csY703" fmla="*/ 57805 h 217844"/>
                <a:gd name="csX704" fmla="*/ 268961 w 356863"/>
                <a:gd name="csY704" fmla="*/ 58283 h 217844"/>
                <a:gd name="csX705" fmla="*/ 271350 w 356863"/>
                <a:gd name="csY705" fmla="*/ 56372 h 217844"/>
                <a:gd name="csX706" fmla="*/ 273261 w 356863"/>
                <a:gd name="csY706" fmla="*/ 55894 h 217844"/>
                <a:gd name="csX707" fmla="*/ 275172 w 356863"/>
                <a:gd name="csY707" fmla="*/ 55894 h 217844"/>
                <a:gd name="csX708" fmla="*/ 277561 w 356863"/>
                <a:gd name="csY708" fmla="*/ 56372 h 217844"/>
                <a:gd name="csX709" fmla="*/ 278994 w 356863"/>
                <a:gd name="csY709" fmla="*/ 57805 h 217844"/>
                <a:gd name="csX710" fmla="*/ 279949 w 356863"/>
                <a:gd name="csY710" fmla="*/ 59239 h 217844"/>
                <a:gd name="csX711" fmla="*/ 279949 w 356863"/>
                <a:gd name="csY711" fmla="*/ 59239 h 217844"/>
                <a:gd name="csX712" fmla="*/ 281383 w 356863"/>
                <a:gd name="csY712" fmla="*/ 60194 h 217844"/>
                <a:gd name="csX713" fmla="*/ 282338 w 356863"/>
                <a:gd name="csY713" fmla="*/ 59716 h 217844"/>
                <a:gd name="csX714" fmla="*/ 285204 w 356863"/>
                <a:gd name="csY714" fmla="*/ 60194 h 217844"/>
                <a:gd name="csX715" fmla="*/ 286160 w 356863"/>
                <a:gd name="csY715" fmla="*/ 61149 h 217844"/>
                <a:gd name="csX716" fmla="*/ 286160 w 356863"/>
                <a:gd name="csY716" fmla="*/ 61627 h 217844"/>
                <a:gd name="csX717" fmla="*/ 287593 w 356863"/>
                <a:gd name="csY717" fmla="*/ 62105 h 217844"/>
                <a:gd name="csX718" fmla="*/ 289026 w 356863"/>
                <a:gd name="csY718" fmla="*/ 61149 h 217844"/>
                <a:gd name="csX719" fmla="*/ 290459 w 356863"/>
                <a:gd name="csY719" fmla="*/ 59716 h 217844"/>
                <a:gd name="csX720" fmla="*/ 294759 w 356863"/>
                <a:gd name="csY720" fmla="*/ 58283 h 217844"/>
                <a:gd name="csX721" fmla="*/ 297625 w 356863"/>
                <a:gd name="csY721" fmla="*/ 58283 h 217844"/>
                <a:gd name="csX722" fmla="*/ 298581 w 356863"/>
                <a:gd name="csY722" fmla="*/ 57805 h 217844"/>
                <a:gd name="csX723" fmla="*/ 300014 w 356863"/>
                <a:gd name="csY723" fmla="*/ 56850 h 217844"/>
                <a:gd name="csX724" fmla="*/ 301925 w 356863"/>
                <a:gd name="csY724" fmla="*/ 56372 h 217844"/>
                <a:gd name="csX725" fmla="*/ 303358 w 356863"/>
                <a:gd name="csY725" fmla="*/ 56372 h 217844"/>
                <a:gd name="csX726" fmla="*/ 304791 w 356863"/>
                <a:gd name="csY726" fmla="*/ 58283 h 217844"/>
                <a:gd name="csX727" fmla="*/ 304791 w 356863"/>
                <a:gd name="csY727" fmla="*/ 58283 h 217844"/>
                <a:gd name="csX728" fmla="*/ 304791 w 356863"/>
                <a:gd name="csY728" fmla="*/ 58283 h 217844"/>
                <a:gd name="csX729" fmla="*/ 306702 w 356863"/>
                <a:gd name="csY729" fmla="*/ 59716 h 217844"/>
                <a:gd name="csX730" fmla="*/ 307180 w 356863"/>
                <a:gd name="csY730" fmla="*/ 62105 h 217844"/>
                <a:gd name="csX731" fmla="*/ 309091 w 356863"/>
                <a:gd name="csY731" fmla="*/ 64971 h 217844"/>
                <a:gd name="csX732" fmla="*/ 309091 w 356863"/>
                <a:gd name="csY732" fmla="*/ 64971 h 217844"/>
                <a:gd name="csX733" fmla="*/ 313868 w 356863"/>
                <a:gd name="csY733" fmla="*/ 69271 h 217844"/>
                <a:gd name="csX734" fmla="*/ 315779 w 356863"/>
                <a:gd name="csY734" fmla="*/ 70226 h 217844"/>
                <a:gd name="csX735" fmla="*/ 317212 w 356863"/>
                <a:gd name="csY735" fmla="*/ 70226 h 217844"/>
                <a:gd name="csX736" fmla="*/ 317690 w 356863"/>
                <a:gd name="csY736" fmla="*/ 69749 h 217844"/>
                <a:gd name="csX737" fmla="*/ 318168 w 356863"/>
                <a:gd name="csY737" fmla="*/ 69271 h 217844"/>
                <a:gd name="csX738" fmla="*/ 318168 w 356863"/>
                <a:gd name="csY738" fmla="*/ 69271 h 217844"/>
                <a:gd name="csX739" fmla="*/ 318645 w 356863"/>
                <a:gd name="csY739" fmla="*/ 67360 h 217844"/>
                <a:gd name="csX740" fmla="*/ 319123 w 356863"/>
                <a:gd name="csY740" fmla="*/ 66405 h 217844"/>
                <a:gd name="csX741" fmla="*/ 320079 w 356863"/>
                <a:gd name="csY741" fmla="*/ 66405 h 217844"/>
                <a:gd name="csX742" fmla="*/ 323900 w 356863"/>
                <a:gd name="csY742" fmla="*/ 69271 h 217844"/>
                <a:gd name="csX743" fmla="*/ 325811 w 356863"/>
                <a:gd name="csY743" fmla="*/ 69271 h 217844"/>
                <a:gd name="csX744" fmla="*/ 327722 w 356863"/>
                <a:gd name="csY744" fmla="*/ 69271 h 217844"/>
                <a:gd name="csX745" fmla="*/ 330111 w 356863"/>
                <a:gd name="csY745" fmla="*/ 71182 h 217844"/>
                <a:gd name="csX746" fmla="*/ 332977 w 356863"/>
                <a:gd name="csY746" fmla="*/ 73093 h 217844"/>
                <a:gd name="csX747" fmla="*/ 335366 w 356863"/>
                <a:gd name="csY747" fmla="*/ 73093 h 217844"/>
                <a:gd name="csX748" fmla="*/ 336799 w 356863"/>
                <a:gd name="csY748" fmla="*/ 72615 h 217844"/>
                <a:gd name="csX749" fmla="*/ 338232 w 356863"/>
                <a:gd name="csY749" fmla="*/ 72137 h 217844"/>
                <a:gd name="csX750" fmla="*/ 338710 w 356863"/>
                <a:gd name="csY750" fmla="*/ 72615 h 217844"/>
                <a:gd name="csX751" fmla="*/ 339666 w 356863"/>
                <a:gd name="csY751" fmla="*/ 74048 h 217844"/>
                <a:gd name="csX752" fmla="*/ 340621 w 356863"/>
                <a:gd name="csY752" fmla="*/ 75481 h 217844"/>
                <a:gd name="csX753" fmla="*/ 342054 w 356863"/>
                <a:gd name="csY753" fmla="*/ 75481 h 217844"/>
                <a:gd name="csX754" fmla="*/ 343965 w 356863"/>
                <a:gd name="csY754" fmla="*/ 75481 h 217844"/>
                <a:gd name="csX755" fmla="*/ 347309 w 356863"/>
                <a:gd name="csY755" fmla="*/ 77870 h 217844"/>
                <a:gd name="csX756" fmla="*/ 347309 w 356863"/>
                <a:gd name="csY756" fmla="*/ 77870 h 217844"/>
                <a:gd name="csX757" fmla="*/ 350175 w 356863"/>
                <a:gd name="csY757" fmla="*/ 80259 h 217844"/>
                <a:gd name="csX758" fmla="*/ 352086 w 356863"/>
                <a:gd name="csY758" fmla="*/ 80259 h 217844"/>
                <a:gd name="csX759" fmla="*/ 353997 w 356863"/>
                <a:gd name="csY759" fmla="*/ 79303 h 217844"/>
                <a:gd name="csX760" fmla="*/ 354953 w 356863"/>
                <a:gd name="csY760" fmla="*/ 79303 h 217844"/>
                <a:gd name="csX761" fmla="*/ 355908 w 356863"/>
                <a:gd name="csY761" fmla="*/ 79781 h 217844"/>
                <a:gd name="csX762" fmla="*/ 355908 w 356863"/>
                <a:gd name="csY762" fmla="*/ 79781 h 217844"/>
                <a:gd name="csX763" fmla="*/ 356386 w 356863"/>
                <a:gd name="csY763" fmla="*/ 80736 h 217844"/>
                <a:gd name="csX764" fmla="*/ 355908 w 356863"/>
                <a:gd name="csY764" fmla="*/ 82170 h 217844"/>
                <a:gd name="csX765" fmla="*/ 355908 w 356863"/>
                <a:gd name="csY765" fmla="*/ 84080 h 217844"/>
                <a:gd name="csX766" fmla="*/ 355908 w 356863"/>
                <a:gd name="csY766" fmla="*/ 84080 h 217844"/>
                <a:gd name="csX767" fmla="*/ 356864 w 356863"/>
                <a:gd name="csY767" fmla="*/ 85514 h 217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</a:cxnLst>
              <a:rect l="l" t="t" r="r" b="b"/>
              <a:pathLst>
                <a:path w="356863" h="217844">
                  <a:moveTo>
                    <a:pt x="356864" y="85514"/>
                  </a:moveTo>
                  <a:lnTo>
                    <a:pt x="356864" y="87425"/>
                  </a:lnTo>
                  <a:lnTo>
                    <a:pt x="356864" y="88858"/>
                  </a:lnTo>
                  <a:lnTo>
                    <a:pt x="355908" y="90291"/>
                  </a:lnTo>
                  <a:lnTo>
                    <a:pt x="353997" y="92202"/>
                  </a:lnTo>
                  <a:lnTo>
                    <a:pt x="352564" y="94113"/>
                  </a:lnTo>
                  <a:lnTo>
                    <a:pt x="349698" y="95068"/>
                  </a:lnTo>
                  <a:lnTo>
                    <a:pt x="348265" y="95546"/>
                  </a:lnTo>
                  <a:lnTo>
                    <a:pt x="348265" y="95546"/>
                  </a:lnTo>
                  <a:lnTo>
                    <a:pt x="348742" y="96979"/>
                  </a:lnTo>
                  <a:lnTo>
                    <a:pt x="348742" y="96979"/>
                  </a:lnTo>
                  <a:lnTo>
                    <a:pt x="348742" y="97457"/>
                  </a:lnTo>
                  <a:lnTo>
                    <a:pt x="349698" y="98412"/>
                  </a:lnTo>
                  <a:lnTo>
                    <a:pt x="352086" y="99368"/>
                  </a:lnTo>
                  <a:lnTo>
                    <a:pt x="354475" y="99846"/>
                  </a:lnTo>
                  <a:lnTo>
                    <a:pt x="354475" y="100801"/>
                  </a:lnTo>
                  <a:lnTo>
                    <a:pt x="353997" y="101279"/>
                  </a:lnTo>
                  <a:lnTo>
                    <a:pt x="352564" y="101756"/>
                  </a:lnTo>
                  <a:lnTo>
                    <a:pt x="350654" y="101279"/>
                  </a:lnTo>
                  <a:lnTo>
                    <a:pt x="349698" y="101756"/>
                  </a:lnTo>
                  <a:lnTo>
                    <a:pt x="348742" y="103190"/>
                  </a:lnTo>
                  <a:lnTo>
                    <a:pt x="348265" y="105100"/>
                  </a:lnTo>
                  <a:lnTo>
                    <a:pt x="347309" y="107012"/>
                  </a:lnTo>
                  <a:lnTo>
                    <a:pt x="347309" y="107489"/>
                  </a:lnTo>
                  <a:lnTo>
                    <a:pt x="350175" y="107967"/>
                  </a:lnTo>
                  <a:lnTo>
                    <a:pt x="351131" y="108445"/>
                  </a:lnTo>
                  <a:lnTo>
                    <a:pt x="351609" y="109878"/>
                  </a:lnTo>
                  <a:lnTo>
                    <a:pt x="352086" y="111789"/>
                  </a:lnTo>
                  <a:lnTo>
                    <a:pt x="352086" y="112266"/>
                  </a:lnTo>
                  <a:lnTo>
                    <a:pt x="352564" y="113700"/>
                  </a:lnTo>
                  <a:lnTo>
                    <a:pt x="351609" y="114177"/>
                  </a:lnTo>
                  <a:lnTo>
                    <a:pt x="351609" y="115133"/>
                  </a:lnTo>
                  <a:lnTo>
                    <a:pt x="351609" y="115133"/>
                  </a:lnTo>
                  <a:lnTo>
                    <a:pt x="352086" y="115611"/>
                  </a:lnTo>
                  <a:lnTo>
                    <a:pt x="352086" y="115611"/>
                  </a:lnTo>
                  <a:lnTo>
                    <a:pt x="353042" y="115611"/>
                  </a:lnTo>
                  <a:lnTo>
                    <a:pt x="353520" y="116088"/>
                  </a:lnTo>
                  <a:lnTo>
                    <a:pt x="353997" y="117044"/>
                  </a:lnTo>
                  <a:lnTo>
                    <a:pt x="352086" y="118955"/>
                  </a:lnTo>
                  <a:lnTo>
                    <a:pt x="352086" y="118955"/>
                  </a:lnTo>
                  <a:lnTo>
                    <a:pt x="351131" y="122299"/>
                  </a:lnTo>
                  <a:lnTo>
                    <a:pt x="350175" y="124210"/>
                  </a:lnTo>
                  <a:lnTo>
                    <a:pt x="350175" y="126121"/>
                  </a:lnTo>
                  <a:lnTo>
                    <a:pt x="349220" y="127554"/>
                  </a:lnTo>
                  <a:lnTo>
                    <a:pt x="347787" y="127554"/>
                  </a:lnTo>
                  <a:lnTo>
                    <a:pt x="342532" y="128032"/>
                  </a:lnTo>
                  <a:lnTo>
                    <a:pt x="337754" y="127554"/>
                  </a:lnTo>
                  <a:lnTo>
                    <a:pt x="335843" y="127554"/>
                  </a:lnTo>
                  <a:lnTo>
                    <a:pt x="332977" y="127076"/>
                  </a:lnTo>
                  <a:lnTo>
                    <a:pt x="331066" y="127554"/>
                  </a:lnTo>
                  <a:lnTo>
                    <a:pt x="329156" y="130898"/>
                  </a:lnTo>
                  <a:lnTo>
                    <a:pt x="327722" y="132331"/>
                  </a:lnTo>
                  <a:lnTo>
                    <a:pt x="324856" y="133287"/>
                  </a:lnTo>
                  <a:lnTo>
                    <a:pt x="321990" y="133764"/>
                  </a:lnTo>
                  <a:lnTo>
                    <a:pt x="320556" y="135198"/>
                  </a:lnTo>
                  <a:lnTo>
                    <a:pt x="320079" y="137108"/>
                  </a:lnTo>
                  <a:lnTo>
                    <a:pt x="320079" y="139019"/>
                  </a:lnTo>
                  <a:lnTo>
                    <a:pt x="319601" y="139975"/>
                  </a:lnTo>
                  <a:lnTo>
                    <a:pt x="319123" y="140930"/>
                  </a:lnTo>
                  <a:lnTo>
                    <a:pt x="319123" y="141408"/>
                  </a:lnTo>
                  <a:lnTo>
                    <a:pt x="319123" y="142363"/>
                  </a:lnTo>
                  <a:lnTo>
                    <a:pt x="319601" y="142363"/>
                  </a:lnTo>
                  <a:lnTo>
                    <a:pt x="320556" y="142841"/>
                  </a:lnTo>
                  <a:lnTo>
                    <a:pt x="320556" y="143319"/>
                  </a:lnTo>
                  <a:lnTo>
                    <a:pt x="320079" y="143797"/>
                  </a:lnTo>
                  <a:lnTo>
                    <a:pt x="319123" y="144274"/>
                  </a:lnTo>
                  <a:lnTo>
                    <a:pt x="319123" y="145707"/>
                  </a:lnTo>
                  <a:lnTo>
                    <a:pt x="319123" y="146663"/>
                  </a:lnTo>
                  <a:lnTo>
                    <a:pt x="319123" y="147619"/>
                  </a:lnTo>
                  <a:lnTo>
                    <a:pt x="318168" y="148096"/>
                  </a:lnTo>
                  <a:lnTo>
                    <a:pt x="311479" y="147619"/>
                  </a:lnTo>
                  <a:lnTo>
                    <a:pt x="305747" y="148096"/>
                  </a:lnTo>
                  <a:lnTo>
                    <a:pt x="301925" y="152396"/>
                  </a:lnTo>
                  <a:lnTo>
                    <a:pt x="299536" y="152396"/>
                  </a:lnTo>
                  <a:lnTo>
                    <a:pt x="296192" y="153351"/>
                  </a:lnTo>
                  <a:lnTo>
                    <a:pt x="293804" y="154784"/>
                  </a:lnTo>
                  <a:lnTo>
                    <a:pt x="290937" y="157651"/>
                  </a:lnTo>
                  <a:lnTo>
                    <a:pt x="289026" y="156218"/>
                  </a:lnTo>
                  <a:lnTo>
                    <a:pt x="286160" y="156695"/>
                  </a:lnTo>
                  <a:lnTo>
                    <a:pt x="283771" y="157173"/>
                  </a:lnTo>
                  <a:lnTo>
                    <a:pt x="280905" y="159084"/>
                  </a:lnTo>
                  <a:lnTo>
                    <a:pt x="278994" y="159562"/>
                  </a:lnTo>
                  <a:lnTo>
                    <a:pt x="275650" y="159084"/>
                  </a:lnTo>
                  <a:lnTo>
                    <a:pt x="271828" y="160039"/>
                  </a:lnTo>
                  <a:lnTo>
                    <a:pt x="263229" y="166728"/>
                  </a:lnTo>
                  <a:lnTo>
                    <a:pt x="260363" y="171027"/>
                  </a:lnTo>
                  <a:lnTo>
                    <a:pt x="259407" y="171983"/>
                  </a:lnTo>
                  <a:lnTo>
                    <a:pt x="257974" y="173416"/>
                  </a:lnTo>
                  <a:lnTo>
                    <a:pt x="256540" y="173894"/>
                  </a:lnTo>
                  <a:lnTo>
                    <a:pt x="255585" y="173894"/>
                  </a:lnTo>
                  <a:lnTo>
                    <a:pt x="259885" y="170549"/>
                  </a:lnTo>
                  <a:lnTo>
                    <a:pt x="260840" y="169116"/>
                  </a:lnTo>
                  <a:lnTo>
                    <a:pt x="261318" y="168161"/>
                  </a:lnTo>
                  <a:lnTo>
                    <a:pt x="261318" y="166728"/>
                  </a:lnTo>
                  <a:lnTo>
                    <a:pt x="259885" y="164817"/>
                  </a:lnTo>
                  <a:lnTo>
                    <a:pt x="256540" y="169594"/>
                  </a:lnTo>
                  <a:lnTo>
                    <a:pt x="254629" y="170072"/>
                  </a:lnTo>
                  <a:lnTo>
                    <a:pt x="252241" y="171505"/>
                  </a:lnTo>
                  <a:lnTo>
                    <a:pt x="252241" y="174371"/>
                  </a:lnTo>
                  <a:lnTo>
                    <a:pt x="252719" y="176760"/>
                  </a:lnTo>
                  <a:lnTo>
                    <a:pt x="253674" y="179626"/>
                  </a:lnTo>
                  <a:lnTo>
                    <a:pt x="256063" y="184404"/>
                  </a:lnTo>
                  <a:lnTo>
                    <a:pt x="260363" y="191092"/>
                  </a:lnTo>
                  <a:lnTo>
                    <a:pt x="262751" y="193480"/>
                  </a:lnTo>
                  <a:lnTo>
                    <a:pt x="264662" y="194436"/>
                  </a:lnTo>
                  <a:lnTo>
                    <a:pt x="266573" y="194436"/>
                  </a:lnTo>
                  <a:lnTo>
                    <a:pt x="270395" y="192525"/>
                  </a:lnTo>
                  <a:lnTo>
                    <a:pt x="271828" y="192047"/>
                  </a:lnTo>
                  <a:lnTo>
                    <a:pt x="275650" y="193003"/>
                  </a:lnTo>
                  <a:lnTo>
                    <a:pt x="276605" y="191570"/>
                  </a:lnTo>
                  <a:lnTo>
                    <a:pt x="278516" y="190614"/>
                  </a:lnTo>
                  <a:lnTo>
                    <a:pt x="280905" y="190614"/>
                  </a:lnTo>
                  <a:lnTo>
                    <a:pt x="283771" y="191092"/>
                  </a:lnTo>
                  <a:lnTo>
                    <a:pt x="286638" y="192047"/>
                  </a:lnTo>
                  <a:lnTo>
                    <a:pt x="285204" y="194436"/>
                  </a:lnTo>
                  <a:lnTo>
                    <a:pt x="284249" y="196347"/>
                  </a:lnTo>
                  <a:lnTo>
                    <a:pt x="283771" y="198258"/>
                  </a:lnTo>
                  <a:lnTo>
                    <a:pt x="282816" y="200646"/>
                  </a:lnTo>
                  <a:lnTo>
                    <a:pt x="279949" y="201602"/>
                  </a:lnTo>
                  <a:lnTo>
                    <a:pt x="276127" y="201602"/>
                  </a:lnTo>
                  <a:lnTo>
                    <a:pt x="272783" y="202080"/>
                  </a:lnTo>
                  <a:lnTo>
                    <a:pt x="271350" y="201124"/>
                  </a:lnTo>
                  <a:lnTo>
                    <a:pt x="270395" y="200646"/>
                  </a:lnTo>
                  <a:lnTo>
                    <a:pt x="268961" y="199691"/>
                  </a:lnTo>
                  <a:lnTo>
                    <a:pt x="266573" y="199213"/>
                  </a:lnTo>
                  <a:lnTo>
                    <a:pt x="264662" y="199691"/>
                  </a:lnTo>
                  <a:lnTo>
                    <a:pt x="262274" y="203035"/>
                  </a:lnTo>
                  <a:lnTo>
                    <a:pt x="258452" y="204946"/>
                  </a:lnTo>
                  <a:lnTo>
                    <a:pt x="257018" y="207335"/>
                  </a:lnTo>
                  <a:lnTo>
                    <a:pt x="253197" y="206857"/>
                  </a:lnTo>
                  <a:lnTo>
                    <a:pt x="249852" y="207335"/>
                  </a:lnTo>
                  <a:lnTo>
                    <a:pt x="245075" y="209723"/>
                  </a:lnTo>
                  <a:lnTo>
                    <a:pt x="241253" y="214023"/>
                  </a:lnTo>
                  <a:lnTo>
                    <a:pt x="236954" y="216889"/>
                  </a:lnTo>
                  <a:lnTo>
                    <a:pt x="233610" y="217845"/>
                  </a:lnTo>
                  <a:lnTo>
                    <a:pt x="230743" y="217845"/>
                  </a:lnTo>
                  <a:lnTo>
                    <a:pt x="228833" y="216889"/>
                  </a:lnTo>
                  <a:lnTo>
                    <a:pt x="224533" y="213545"/>
                  </a:lnTo>
                  <a:lnTo>
                    <a:pt x="225010" y="212590"/>
                  </a:lnTo>
                  <a:lnTo>
                    <a:pt x="225488" y="212112"/>
                  </a:lnTo>
                  <a:lnTo>
                    <a:pt x="226444" y="210679"/>
                  </a:lnTo>
                  <a:lnTo>
                    <a:pt x="227877" y="204946"/>
                  </a:lnTo>
                  <a:lnTo>
                    <a:pt x="227399" y="203035"/>
                  </a:lnTo>
                  <a:lnTo>
                    <a:pt x="226921" y="199691"/>
                  </a:lnTo>
                  <a:lnTo>
                    <a:pt x="223577" y="197780"/>
                  </a:lnTo>
                  <a:lnTo>
                    <a:pt x="220711" y="198258"/>
                  </a:lnTo>
                  <a:lnTo>
                    <a:pt x="219278" y="197302"/>
                  </a:lnTo>
                  <a:lnTo>
                    <a:pt x="214022" y="193480"/>
                  </a:lnTo>
                  <a:lnTo>
                    <a:pt x="211156" y="193003"/>
                  </a:lnTo>
                  <a:lnTo>
                    <a:pt x="207812" y="193958"/>
                  </a:lnTo>
                  <a:lnTo>
                    <a:pt x="206856" y="193480"/>
                  </a:lnTo>
                  <a:lnTo>
                    <a:pt x="205901" y="192047"/>
                  </a:lnTo>
                  <a:lnTo>
                    <a:pt x="212112" y="187270"/>
                  </a:lnTo>
                  <a:lnTo>
                    <a:pt x="218322" y="182970"/>
                  </a:lnTo>
                  <a:lnTo>
                    <a:pt x="221188" y="182493"/>
                  </a:lnTo>
                  <a:lnTo>
                    <a:pt x="225010" y="180582"/>
                  </a:lnTo>
                  <a:lnTo>
                    <a:pt x="228833" y="177715"/>
                  </a:lnTo>
                  <a:lnTo>
                    <a:pt x="228354" y="175804"/>
                  </a:lnTo>
                  <a:lnTo>
                    <a:pt x="227399" y="173894"/>
                  </a:lnTo>
                  <a:lnTo>
                    <a:pt x="225488" y="174371"/>
                  </a:lnTo>
                  <a:lnTo>
                    <a:pt x="224055" y="174849"/>
                  </a:lnTo>
                  <a:lnTo>
                    <a:pt x="220711" y="173416"/>
                  </a:lnTo>
                  <a:lnTo>
                    <a:pt x="219756" y="171983"/>
                  </a:lnTo>
                  <a:lnTo>
                    <a:pt x="214501" y="173416"/>
                  </a:lnTo>
                  <a:lnTo>
                    <a:pt x="211634" y="172938"/>
                  </a:lnTo>
                  <a:lnTo>
                    <a:pt x="205424" y="174371"/>
                  </a:lnTo>
                  <a:lnTo>
                    <a:pt x="202557" y="172938"/>
                  </a:lnTo>
                  <a:lnTo>
                    <a:pt x="196347" y="169594"/>
                  </a:lnTo>
                  <a:lnTo>
                    <a:pt x="194436" y="169116"/>
                  </a:lnTo>
                  <a:lnTo>
                    <a:pt x="192525" y="169116"/>
                  </a:lnTo>
                  <a:lnTo>
                    <a:pt x="191569" y="168161"/>
                  </a:lnTo>
                  <a:lnTo>
                    <a:pt x="192525" y="167683"/>
                  </a:lnTo>
                  <a:lnTo>
                    <a:pt x="194436" y="167205"/>
                  </a:lnTo>
                  <a:lnTo>
                    <a:pt x="195869" y="167205"/>
                  </a:lnTo>
                  <a:lnTo>
                    <a:pt x="196347" y="166250"/>
                  </a:lnTo>
                  <a:lnTo>
                    <a:pt x="195869" y="165295"/>
                  </a:lnTo>
                  <a:lnTo>
                    <a:pt x="193003" y="164339"/>
                  </a:lnTo>
                  <a:lnTo>
                    <a:pt x="190136" y="164339"/>
                  </a:lnTo>
                  <a:lnTo>
                    <a:pt x="188226" y="163384"/>
                  </a:lnTo>
                  <a:lnTo>
                    <a:pt x="187270" y="161950"/>
                  </a:lnTo>
                  <a:lnTo>
                    <a:pt x="190136" y="161950"/>
                  </a:lnTo>
                  <a:lnTo>
                    <a:pt x="193480" y="162906"/>
                  </a:lnTo>
                  <a:lnTo>
                    <a:pt x="198258" y="163384"/>
                  </a:lnTo>
                  <a:lnTo>
                    <a:pt x="203035" y="163861"/>
                  </a:lnTo>
                  <a:lnTo>
                    <a:pt x="203990" y="162906"/>
                  </a:lnTo>
                  <a:lnTo>
                    <a:pt x="206856" y="160995"/>
                  </a:lnTo>
                  <a:lnTo>
                    <a:pt x="207335" y="160517"/>
                  </a:lnTo>
                  <a:lnTo>
                    <a:pt x="203035" y="161473"/>
                  </a:lnTo>
                  <a:lnTo>
                    <a:pt x="198258" y="160995"/>
                  </a:lnTo>
                  <a:lnTo>
                    <a:pt x="196824" y="159562"/>
                  </a:lnTo>
                  <a:lnTo>
                    <a:pt x="195391" y="158129"/>
                  </a:lnTo>
                  <a:lnTo>
                    <a:pt x="194913" y="155740"/>
                  </a:lnTo>
                  <a:lnTo>
                    <a:pt x="195391" y="153829"/>
                  </a:lnTo>
                  <a:lnTo>
                    <a:pt x="194436" y="150485"/>
                  </a:lnTo>
                  <a:lnTo>
                    <a:pt x="193003" y="147619"/>
                  </a:lnTo>
                  <a:lnTo>
                    <a:pt x="192525" y="146185"/>
                  </a:lnTo>
                  <a:lnTo>
                    <a:pt x="191092" y="144274"/>
                  </a:lnTo>
                  <a:lnTo>
                    <a:pt x="192525" y="148096"/>
                  </a:lnTo>
                  <a:lnTo>
                    <a:pt x="193003" y="150007"/>
                  </a:lnTo>
                  <a:lnTo>
                    <a:pt x="193958" y="151918"/>
                  </a:lnTo>
                  <a:lnTo>
                    <a:pt x="193958" y="157651"/>
                  </a:lnTo>
                  <a:lnTo>
                    <a:pt x="193480" y="159562"/>
                  </a:lnTo>
                  <a:lnTo>
                    <a:pt x="191569" y="160039"/>
                  </a:lnTo>
                  <a:lnTo>
                    <a:pt x="189181" y="159562"/>
                  </a:lnTo>
                  <a:lnTo>
                    <a:pt x="186792" y="159084"/>
                  </a:lnTo>
                  <a:lnTo>
                    <a:pt x="187270" y="156218"/>
                  </a:lnTo>
                  <a:lnTo>
                    <a:pt x="185837" y="157173"/>
                  </a:lnTo>
                  <a:lnTo>
                    <a:pt x="183926" y="160039"/>
                  </a:lnTo>
                  <a:lnTo>
                    <a:pt x="182492" y="160517"/>
                  </a:lnTo>
                  <a:lnTo>
                    <a:pt x="178671" y="160039"/>
                  </a:lnTo>
                  <a:lnTo>
                    <a:pt x="171983" y="161950"/>
                  </a:lnTo>
                  <a:lnTo>
                    <a:pt x="171505" y="164339"/>
                  </a:lnTo>
                  <a:lnTo>
                    <a:pt x="170549" y="166728"/>
                  </a:lnTo>
                  <a:lnTo>
                    <a:pt x="169594" y="168638"/>
                  </a:lnTo>
                  <a:lnTo>
                    <a:pt x="169116" y="169594"/>
                  </a:lnTo>
                  <a:lnTo>
                    <a:pt x="166249" y="173894"/>
                  </a:lnTo>
                  <a:lnTo>
                    <a:pt x="165772" y="174371"/>
                  </a:lnTo>
                  <a:lnTo>
                    <a:pt x="160517" y="180104"/>
                  </a:lnTo>
                  <a:lnTo>
                    <a:pt x="160039" y="180582"/>
                  </a:lnTo>
                  <a:lnTo>
                    <a:pt x="156217" y="181537"/>
                  </a:lnTo>
                  <a:lnTo>
                    <a:pt x="154306" y="182970"/>
                  </a:lnTo>
                  <a:lnTo>
                    <a:pt x="152873" y="183448"/>
                  </a:lnTo>
                  <a:lnTo>
                    <a:pt x="150007" y="182970"/>
                  </a:lnTo>
                  <a:lnTo>
                    <a:pt x="149051" y="183926"/>
                  </a:lnTo>
                  <a:lnTo>
                    <a:pt x="148096" y="184881"/>
                  </a:lnTo>
                  <a:lnTo>
                    <a:pt x="148096" y="186792"/>
                  </a:lnTo>
                  <a:lnTo>
                    <a:pt x="149529" y="188703"/>
                  </a:lnTo>
                  <a:lnTo>
                    <a:pt x="150962" y="193480"/>
                  </a:lnTo>
                  <a:lnTo>
                    <a:pt x="150485" y="195869"/>
                  </a:lnTo>
                  <a:lnTo>
                    <a:pt x="149529" y="194436"/>
                  </a:lnTo>
                  <a:lnTo>
                    <a:pt x="149051" y="194436"/>
                  </a:lnTo>
                  <a:lnTo>
                    <a:pt x="147619" y="193003"/>
                  </a:lnTo>
                  <a:lnTo>
                    <a:pt x="144274" y="191570"/>
                  </a:lnTo>
                  <a:lnTo>
                    <a:pt x="140930" y="192047"/>
                  </a:lnTo>
                  <a:lnTo>
                    <a:pt x="140930" y="192047"/>
                  </a:lnTo>
                  <a:lnTo>
                    <a:pt x="137108" y="193958"/>
                  </a:lnTo>
                  <a:lnTo>
                    <a:pt x="134242" y="194914"/>
                  </a:lnTo>
                  <a:lnTo>
                    <a:pt x="132808" y="194436"/>
                  </a:lnTo>
                  <a:lnTo>
                    <a:pt x="132331" y="194436"/>
                  </a:lnTo>
                  <a:lnTo>
                    <a:pt x="131853" y="194436"/>
                  </a:lnTo>
                  <a:lnTo>
                    <a:pt x="131853" y="194436"/>
                  </a:lnTo>
                  <a:lnTo>
                    <a:pt x="131853" y="194914"/>
                  </a:lnTo>
                  <a:lnTo>
                    <a:pt x="131853" y="195391"/>
                  </a:lnTo>
                  <a:lnTo>
                    <a:pt x="131853" y="195391"/>
                  </a:lnTo>
                  <a:lnTo>
                    <a:pt x="132331" y="195869"/>
                  </a:lnTo>
                  <a:lnTo>
                    <a:pt x="132331" y="196347"/>
                  </a:lnTo>
                  <a:lnTo>
                    <a:pt x="131853" y="196347"/>
                  </a:lnTo>
                  <a:lnTo>
                    <a:pt x="131853" y="196347"/>
                  </a:lnTo>
                  <a:lnTo>
                    <a:pt x="125642" y="194914"/>
                  </a:lnTo>
                  <a:lnTo>
                    <a:pt x="122776" y="193480"/>
                  </a:lnTo>
                  <a:lnTo>
                    <a:pt x="120865" y="190614"/>
                  </a:lnTo>
                  <a:lnTo>
                    <a:pt x="121343" y="190136"/>
                  </a:lnTo>
                  <a:lnTo>
                    <a:pt x="121821" y="190136"/>
                  </a:lnTo>
                  <a:lnTo>
                    <a:pt x="122776" y="189659"/>
                  </a:lnTo>
                  <a:lnTo>
                    <a:pt x="126121" y="189181"/>
                  </a:lnTo>
                  <a:lnTo>
                    <a:pt x="126121" y="189181"/>
                  </a:lnTo>
                  <a:lnTo>
                    <a:pt x="126598" y="189181"/>
                  </a:lnTo>
                  <a:lnTo>
                    <a:pt x="126598" y="189181"/>
                  </a:lnTo>
                  <a:lnTo>
                    <a:pt x="126598" y="188703"/>
                  </a:lnTo>
                  <a:lnTo>
                    <a:pt x="126598" y="187748"/>
                  </a:lnTo>
                  <a:lnTo>
                    <a:pt x="126598" y="186314"/>
                  </a:lnTo>
                  <a:lnTo>
                    <a:pt x="126598" y="186314"/>
                  </a:lnTo>
                  <a:lnTo>
                    <a:pt x="126121" y="185359"/>
                  </a:lnTo>
                  <a:lnTo>
                    <a:pt x="127554" y="183448"/>
                  </a:lnTo>
                  <a:lnTo>
                    <a:pt x="129942" y="182015"/>
                  </a:lnTo>
                  <a:lnTo>
                    <a:pt x="130898" y="180582"/>
                  </a:lnTo>
                  <a:lnTo>
                    <a:pt x="130898" y="180104"/>
                  </a:lnTo>
                  <a:lnTo>
                    <a:pt x="131376" y="178193"/>
                  </a:lnTo>
                  <a:lnTo>
                    <a:pt x="133287" y="177238"/>
                  </a:lnTo>
                  <a:lnTo>
                    <a:pt x="135197" y="175327"/>
                  </a:lnTo>
                  <a:lnTo>
                    <a:pt x="135675" y="173416"/>
                  </a:lnTo>
                  <a:lnTo>
                    <a:pt x="136631" y="171983"/>
                  </a:lnTo>
                  <a:lnTo>
                    <a:pt x="135197" y="169116"/>
                  </a:lnTo>
                  <a:lnTo>
                    <a:pt x="135197" y="167205"/>
                  </a:lnTo>
                  <a:lnTo>
                    <a:pt x="134719" y="165295"/>
                  </a:lnTo>
                  <a:lnTo>
                    <a:pt x="135675" y="164339"/>
                  </a:lnTo>
                  <a:lnTo>
                    <a:pt x="136631" y="163861"/>
                  </a:lnTo>
                  <a:lnTo>
                    <a:pt x="137586" y="163384"/>
                  </a:lnTo>
                  <a:lnTo>
                    <a:pt x="139497" y="162906"/>
                  </a:lnTo>
                  <a:lnTo>
                    <a:pt x="139974" y="162906"/>
                  </a:lnTo>
                  <a:lnTo>
                    <a:pt x="140453" y="163384"/>
                  </a:lnTo>
                  <a:lnTo>
                    <a:pt x="140453" y="166728"/>
                  </a:lnTo>
                  <a:lnTo>
                    <a:pt x="140453" y="166728"/>
                  </a:lnTo>
                  <a:lnTo>
                    <a:pt x="140930" y="166728"/>
                  </a:lnTo>
                  <a:lnTo>
                    <a:pt x="140930" y="166728"/>
                  </a:lnTo>
                  <a:lnTo>
                    <a:pt x="141408" y="166250"/>
                  </a:lnTo>
                  <a:lnTo>
                    <a:pt x="141408" y="166250"/>
                  </a:lnTo>
                  <a:lnTo>
                    <a:pt x="141885" y="164817"/>
                  </a:lnTo>
                  <a:lnTo>
                    <a:pt x="142363" y="164339"/>
                  </a:lnTo>
                  <a:lnTo>
                    <a:pt x="143319" y="164817"/>
                  </a:lnTo>
                  <a:lnTo>
                    <a:pt x="144274" y="165295"/>
                  </a:lnTo>
                  <a:lnTo>
                    <a:pt x="144752" y="164817"/>
                  </a:lnTo>
                  <a:lnTo>
                    <a:pt x="145230" y="164817"/>
                  </a:lnTo>
                  <a:lnTo>
                    <a:pt x="146185" y="165295"/>
                  </a:lnTo>
                  <a:lnTo>
                    <a:pt x="147140" y="165772"/>
                  </a:lnTo>
                  <a:lnTo>
                    <a:pt x="148574" y="166250"/>
                  </a:lnTo>
                  <a:lnTo>
                    <a:pt x="149051" y="165772"/>
                  </a:lnTo>
                  <a:lnTo>
                    <a:pt x="149529" y="165772"/>
                  </a:lnTo>
                  <a:lnTo>
                    <a:pt x="150485" y="164817"/>
                  </a:lnTo>
                  <a:lnTo>
                    <a:pt x="151440" y="165295"/>
                  </a:lnTo>
                  <a:lnTo>
                    <a:pt x="152873" y="167205"/>
                  </a:lnTo>
                  <a:lnTo>
                    <a:pt x="152873" y="167205"/>
                  </a:lnTo>
                  <a:lnTo>
                    <a:pt x="153829" y="167205"/>
                  </a:lnTo>
                  <a:lnTo>
                    <a:pt x="153829" y="167205"/>
                  </a:lnTo>
                  <a:lnTo>
                    <a:pt x="157651" y="166728"/>
                  </a:lnTo>
                  <a:lnTo>
                    <a:pt x="158128" y="166250"/>
                  </a:lnTo>
                  <a:lnTo>
                    <a:pt x="158606" y="165295"/>
                  </a:lnTo>
                  <a:lnTo>
                    <a:pt x="159084" y="165295"/>
                  </a:lnTo>
                  <a:lnTo>
                    <a:pt x="154784" y="162428"/>
                  </a:lnTo>
                  <a:lnTo>
                    <a:pt x="154784" y="160039"/>
                  </a:lnTo>
                  <a:lnTo>
                    <a:pt x="155262" y="157651"/>
                  </a:lnTo>
                  <a:lnTo>
                    <a:pt x="155262" y="157651"/>
                  </a:lnTo>
                  <a:lnTo>
                    <a:pt x="155262" y="157651"/>
                  </a:lnTo>
                  <a:lnTo>
                    <a:pt x="154784" y="155740"/>
                  </a:lnTo>
                  <a:lnTo>
                    <a:pt x="153829" y="154784"/>
                  </a:lnTo>
                  <a:lnTo>
                    <a:pt x="150485" y="153351"/>
                  </a:lnTo>
                  <a:lnTo>
                    <a:pt x="148096" y="151918"/>
                  </a:lnTo>
                  <a:lnTo>
                    <a:pt x="147619" y="150963"/>
                  </a:lnTo>
                  <a:lnTo>
                    <a:pt x="147619" y="150485"/>
                  </a:lnTo>
                  <a:lnTo>
                    <a:pt x="147619" y="149052"/>
                  </a:lnTo>
                  <a:lnTo>
                    <a:pt x="146663" y="147619"/>
                  </a:lnTo>
                  <a:lnTo>
                    <a:pt x="146663" y="146663"/>
                  </a:lnTo>
                  <a:lnTo>
                    <a:pt x="147140" y="145230"/>
                  </a:lnTo>
                  <a:lnTo>
                    <a:pt x="147140" y="145230"/>
                  </a:lnTo>
                  <a:lnTo>
                    <a:pt x="147140" y="143797"/>
                  </a:lnTo>
                  <a:lnTo>
                    <a:pt x="147140" y="142841"/>
                  </a:lnTo>
                  <a:lnTo>
                    <a:pt x="147140" y="142841"/>
                  </a:lnTo>
                  <a:lnTo>
                    <a:pt x="146663" y="142363"/>
                  </a:lnTo>
                  <a:lnTo>
                    <a:pt x="145230" y="142363"/>
                  </a:lnTo>
                  <a:lnTo>
                    <a:pt x="143796" y="141408"/>
                  </a:lnTo>
                  <a:lnTo>
                    <a:pt x="142841" y="139975"/>
                  </a:lnTo>
                  <a:lnTo>
                    <a:pt x="142841" y="139975"/>
                  </a:lnTo>
                  <a:lnTo>
                    <a:pt x="140453" y="138064"/>
                  </a:lnTo>
                  <a:lnTo>
                    <a:pt x="139497" y="138064"/>
                  </a:lnTo>
                  <a:lnTo>
                    <a:pt x="139019" y="137108"/>
                  </a:lnTo>
                  <a:lnTo>
                    <a:pt x="139019" y="136153"/>
                  </a:lnTo>
                  <a:lnTo>
                    <a:pt x="139497" y="134720"/>
                  </a:lnTo>
                  <a:lnTo>
                    <a:pt x="139974" y="132331"/>
                  </a:lnTo>
                  <a:lnTo>
                    <a:pt x="140453" y="130420"/>
                  </a:lnTo>
                  <a:lnTo>
                    <a:pt x="140453" y="129465"/>
                  </a:lnTo>
                  <a:lnTo>
                    <a:pt x="140453" y="126598"/>
                  </a:lnTo>
                  <a:lnTo>
                    <a:pt x="139019" y="124210"/>
                  </a:lnTo>
                  <a:lnTo>
                    <a:pt x="139019" y="124210"/>
                  </a:lnTo>
                  <a:lnTo>
                    <a:pt x="138064" y="124210"/>
                  </a:lnTo>
                  <a:lnTo>
                    <a:pt x="137108" y="124687"/>
                  </a:lnTo>
                  <a:lnTo>
                    <a:pt x="135675" y="125165"/>
                  </a:lnTo>
                  <a:lnTo>
                    <a:pt x="134719" y="124687"/>
                  </a:lnTo>
                  <a:lnTo>
                    <a:pt x="133764" y="123254"/>
                  </a:lnTo>
                  <a:lnTo>
                    <a:pt x="131853" y="119910"/>
                  </a:lnTo>
                  <a:lnTo>
                    <a:pt x="131853" y="119910"/>
                  </a:lnTo>
                  <a:lnTo>
                    <a:pt x="128509" y="119432"/>
                  </a:lnTo>
                  <a:lnTo>
                    <a:pt x="127076" y="119432"/>
                  </a:lnTo>
                  <a:lnTo>
                    <a:pt x="127076" y="119432"/>
                  </a:lnTo>
                  <a:lnTo>
                    <a:pt x="126598" y="119910"/>
                  </a:lnTo>
                  <a:lnTo>
                    <a:pt x="125642" y="120866"/>
                  </a:lnTo>
                  <a:lnTo>
                    <a:pt x="125165" y="120388"/>
                  </a:lnTo>
                  <a:lnTo>
                    <a:pt x="125165" y="119432"/>
                  </a:lnTo>
                  <a:lnTo>
                    <a:pt x="125165" y="119432"/>
                  </a:lnTo>
                  <a:lnTo>
                    <a:pt x="124210" y="118955"/>
                  </a:lnTo>
                  <a:lnTo>
                    <a:pt x="123254" y="119432"/>
                  </a:lnTo>
                  <a:lnTo>
                    <a:pt x="123254" y="118955"/>
                  </a:lnTo>
                  <a:lnTo>
                    <a:pt x="123254" y="117521"/>
                  </a:lnTo>
                  <a:lnTo>
                    <a:pt x="123254" y="117521"/>
                  </a:lnTo>
                  <a:lnTo>
                    <a:pt x="122299" y="117044"/>
                  </a:lnTo>
                  <a:lnTo>
                    <a:pt x="119910" y="117044"/>
                  </a:lnTo>
                  <a:lnTo>
                    <a:pt x="118477" y="116566"/>
                  </a:lnTo>
                  <a:lnTo>
                    <a:pt x="117999" y="115133"/>
                  </a:lnTo>
                  <a:lnTo>
                    <a:pt x="117999" y="115133"/>
                  </a:lnTo>
                  <a:lnTo>
                    <a:pt x="117521" y="114655"/>
                  </a:lnTo>
                  <a:lnTo>
                    <a:pt x="115610" y="114177"/>
                  </a:lnTo>
                  <a:lnTo>
                    <a:pt x="114655" y="113222"/>
                  </a:lnTo>
                  <a:lnTo>
                    <a:pt x="114177" y="113222"/>
                  </a:lnTo>
                  <a:lnTo>
                    <a:pt x="113222" y="111789"/>
                  </a:lnTo>
                  <a:lnTo>
                    <a:pt x="110833" y="111311"/>
                  </a:lnTo>
                  <a:lnTo>
                    <a:pt x="107967" y="110833"/>
                  </a:lnTo>
                  <a:lnTo>
                    <a:pt x="107967" y="110833"/>
                  </a:lnTo>
                  <a:lnTo>
                    <a:pt x="107967" y="110356"/>
                  </a:lnTo>
                  <a:lnTo>
                    <a:pt x="107489" y="110356"/>
                  </a:lnTo>
                  <a:lnTo>
                    <a:pt x="105578" y="111311"/>
                  </a:lnTo>
                  <a:lnTo>
                    <a:pt x="105100" y="111789"/>
                  </a:lnTo>
                  <a:lnTo>
                    <a:pt x="104623" y="112266"/>
                  </a:lnTo>
                  <a:lnTo>
                    <a:pt x="103189" y="111311"/>
                  </a:lnTo>
                  <a:lnTo>
                    <a:pt x="101278" y="113222"/>
                  </a:lnTo>
                  <a:lnTo>
                    <a:pt x="96979" y="113222"/>
                  </a:lnTo>
                  <a:lnTo>
                    <a:pt x="94590" y="113222"/>
                  </a:lnTo>
                  <a:lnTo>
                    <a:pt x="93635" y="112744"/>
                  </a:lnTo>
                  <a:lnTo>
                    <a:pt x="89813" y="115133"/>
                  </a:lnTo>
                  <a:lnTo>
                    <a:pt x="89335" y="115133"/>
                  </a:lnTo>
                  <a:lnTo>
                    <a:pt x="89335" y="116088"/>
                  </a:lnTo>
                  <a:lnTo>
                    <a:pt x="89335" y="116088"/>
                  </a:lnTo>
                  <a:lnTo>
                    <a:pt x="88380" y="116566"/>
                  </a:lnTo>
                  <a:lnTo>
                    <a:pt x="85514" y="117044"/>
                  </a:lnTo>
                  <a:lnTo>
                    <a:pt x="85035" y="117044"/>
                  </a:lnTo>
                  <a:lnTo>
                    <a:pt x="83125" y="117999"/>
                  </a:lnTo>
                  <a:lnTo>
                    <a:pt x="83125" y="117999"/>
                  </a:lnTo>
                  <a:lnTo>
                    <a:pt x="83125" y="117999"/>
                  </a:lnTo>
                  <a:lnTo>
                    <a:pt x="82169" y="120388"/>
                  </a:lnTo>
                  <a:lnTo>
                    <a:pt x="81692" y="121821"/>
                  </a:lnTo>
                  <a:lnTo>
                    <a:pt x="80736" y="122777"/>
                  </a:lnTo>
                  <a:lnTo>
                    <a:pt x="80258" y="123732"/>
                  </a:lnTo>
                  <a:lnTo>
                    <a:pt x="75003" y="124210"/>
                  </a:lnTo>
                  <a:lnTo>
                    <a:pt x="70704" y="125165"/>
                  </a:lnTo>
                  <a:lnTo>
                    <a:pt x="66404" y="125643"/>
                  </a:lnTo>
                  <a:lnTo>
                    <a:pt x="60194" y="128032"/>
                  </a:lnTo>
                  <a:lnTo>
                    <a:pt x="60194" y="128032"/>
                  </a:lnTo>
                  <a:lnTo>
                    <a:pt x="58283" y="130420"/>
                  </a:lnTo>
                  <a:lnTo>
                    <a:pt x="57805" y="130420"/>
                  </a:lnTo>
                  <a:lnTo>
                    <a:pt x="56850" y="130898"/>
                  </a:lnTo>
                  <a:lnTo>
                    <a:pt x="54939" y="130898"/>
                  </a:lnTo>
                  <a:lnTo>
                    <a:pt x="53983" y="129942"/>
                  </a:lnTo>
                  <a:lnTo>
                    <a:pt x="53983" y="129942"/>
                  </a:lnTo>
                  <a:lnTo>
                    <a:pt x="50162" y="126598"/>
                  </a:lnTo>
                  <a:lnTo>
                    <a:pt x="48728" y="125165"/>
                  </a:lnTo>
                  <a:lnTo>
                    <a:pt x="48728" y="125165"/>
                  </a:lnTo>
                  <a:lnTo>
                    <a:pt x="46817" y="124687"/>
                  </a:lnTo>
                  <a:lnTo>
                    <a:pt x="44906" y="125165"/>
                  </a:lnTo>
                  <a:lnTo>
                    <a:pt x="42996" y="125643"/>
                  </a:lnTo>
                  <a:lnTo>
                    <a:pt x="40607" y="125643"/>
                  </a:lnTo>
                  <a:lnTo>
                    <a:pt x="38218" y="124687"/>
                  </a:lnTo>
                  <a:lnTo>
                    <a:pt x="38218" y="124687"/>
                  </a:lnTo>
                  <a:lnTo>
                    <a:pt x="37263" y="125165"/>
                  </a:lnTo>
                  <a:lnTo>
                    <a:pt x="31530" y="123732"/>
                  </a:lnTo>
                  <a:lnTo>
                    <a:pt x="31052" y="123732"/>
                  </a:lnTo>
                  <a:lnTo>
                    <a:pt x="30575" y="123732"/>
                  </a:lnTo>
                  <a:lnTo>
                    <a:pt x="30097" y="123254"/>
                  </a:lnTo>
                  <a:lnTo>
                    <a:pt x="29619" y="123254"/>
                  </a:lnTo>
                  <a:lnTo>
                    <a:pt x="25320" y="123732"/>
                  </a:lnTo>
                  <a:lnTo>
                    <a:pt x="21498" y="120866"/>
                  </a:lnTo>
                  <a:lnTo>
                    <a:pt x="20064" y="120866"/>
                  </a:lnTo>
                  <a:lnTo>
                    <a:pt x="19109" y="121821"/>
                  </a:lnTo>
                  <a:lnTo>
                    <a:pt x="19109" y="121821"/>
                  </a:lnTo>
                  <a:lnTo>
                    <a:pt x="18631" y="123254"/>
                  </a:lnTo>
                  <a:lnTo>
                    <a:pt x="15765" y="124210"/>
                  </a:lnTo>
                  <a:lnTo>
                    <a:pt x="14809" y="124687"/>
                  </a:lnTo>
                  <a:lnTo>
                    <a:pt x="14809" y="124687"/>
                  </a:lnTo>
                  <a:lnTo>
                    <a:pt x="14332" y="124210"/>
                  </a:lnTo>
                  <a:lnTo>
                    <a:pt x="14332" y="123254"/>
                  </a:lnTo>
                  <a:lnTo>
                    <a:pt x="14809" y="122777"/>
                  </a:lnTo>
                  <a:lnTo>
                    <a:pt x="14332" y="122299"/>
                  </a:lnTo>
                  <a:lnTo>
                    <a:pt x="14332" y="121821"/>
                  </a:lnTo>
                  <a:lnTo>
                    <a:pt x="12898" y="120866"/>
                  </a:lnTo>
                  <a:lnTo>
                    <a:pt x="12898" y="120388"/>
                  </a:lnTo>
                  <a:lnTo>
                    <a:pt x="12898" y="120388"/>
                  </a:lnTo>
                  <a:lnTo>
                    <a:pt x="11465" y="120388"/>
                  </a:lnTo>
                  <a:lnTo>
                    <a:pt x="10988" y="120388"/>
                  </a:lnTo>
                  <a:lnTo>
                    <a:pt x="10988" y="120388"/>
                  </a:lnTo>
                  <a:lnTo>
                    <a:pt x="9077" y="119910"/>
                  </a:lnTo>
                  <a:lnTo>
                    <a:pt x="8121" y="117999"/>
                  </a:lnTo>
                  <a:lnTo>
                    <a:pt x="7644" y="117999"/>
                  </a:lnTo>
                  <a:lnTo>
                    <a:pt x="5733" y="116566"/>
                  </a:lnTo>
                  <a:lnTo>
                    <a:pt x="4299" y="116566"/>
                  </a:lnTo>
                  <a:lnTo>
                    <a:pt x="3822" y="115611"/>
                  </a:lnTo>
                  <a:lnTo>
                    <a:pt x="3344" y="114655"/>
                  </a:lnTo>
                  <a:lnTo>
                    <a:pt x="3344" y="114177"/>
                  </a:lnTo>
                  <a:lnTo>
                    <a:pt x="2866" y="113700"/>
                  </a:lnTo>
                  <a:lnTo>
                    <a:pt x="2866" y="113700"/>
                  </a:lnTo>
                  <a:lnTo>
                    <a:pt x="2389" y="112266"/>
                  </a:lnTo>
                  <a:lnTo>
                    <a:pt x="2389" y="112266"/>
                  </a:lnTo>
                  <a:lnTo>
                    <a:pt x="2389" y="112266"/>
                  </a:lnTo>
                  <a:lnTo>
                    <a:pt x="1911" y="112266"/>
                  </a:lnTo>
                  <a:lnTo>
                    <a:pt x="1911" y="112266"/>
                  </a:lnTo>
                  <a:lnTo>
                    <a:pt x="0" y="112266"/>
                  </a:lnTo>
                  <a:lnTo>
                    <a:pt x="478" y="107967"/>
                  </a:lnTo>
                  <a:lnTo>
                    <a:pt x="3344" y="104623"/>
                  </a:lnTo>
                  <a:lnTo>
                    <a:pt x="4299" y="103190"/>
                  </a:lnTo>
                  <a:lnTo>
                    <a:pt x="5255" y="99368"/>
                  </a:lnTo>
                  <a:lnTo>
                    <a:pt x="6210" y="97935"/>
                  </a:lnTo>
                  <a:lnTo>
                    <a:pt x="7166" y="96501"/>
                  </a:lnTo>
                  <a:lnTo>
                    <a:pt x="8121" y="95068"/>
                  </a:lnTo>
                  <a:lnTo>
                    <a:pt x="8121" y="94113"/>
                  </a:lnTo>
                  <a:lnTo>
                    <a:pt x="9077" y="93635"/>
                  </a:lnTo>
                  <a:lnTo>
                    <a:pt x="11465" y="94591"/>
                  </a:lnTo>
                  <a:lnTo>
                    <a:pt x="13854" y="95546"/>
                  </a:lnTo>
                  <a:lnTo>
                    <a:pt x="14332" y="95068"/>
                  </a:lnTo>
                  <a:lnTo>
                    <a:pt x="14332" y="95068"/>
                  </a:lnTo>
                  <a:lnTo>
                    <a:pt x="14332" y="94113"/>
                  </a:lnTo>
                  <a:lnTo>
                    <a:pt x="14332" y="93635"/>
                  </a:lnTo>
                  <a:lnTo>
                    <a:pt x="12421" y="92202"/>
                  </a:lnTo>
                  <a:lnTo>
                    <a:pt x="11943" y="91724"/>
                  </a:lnTo>
                  <a:lnTo>
                    <a:pt x="11465" y="91246"/>
                  </a:lnTo>
                  <a:lnTo>
                    <a:pt x="11465" y="90769"/>
                  </a:lnTo>
                  <a:lnTo>
                    <a:pt x="11943" y="89335"/>
                  </a:lnTo>
                  <a:lnTo>
                    <a:pt x="11943" y="87902"/>
                  </a:lnTo>
                  <a:lnTo>
                    <a:pt x="11943" y="85991"/>
                  </a:lnTo>
                  <a:lnTo>
                    <a:pt x="10510" y="82647"/>
                  </a:lnTo>
                  <a:lnTo>
                    <a:pt x="10510" y="81214"/>
                  </a:lnTo>
                  <a:lnTo>
                    <a:pt x="11465" y="79303"/>
                  </a:lnTo>
                  <a:lnTo>
                    <a:pt x="15287" y="74526"/>
                  </a:lnTo>
                  <a:lnTo>
                    <a:pt x="16243" y="73093"/>
                  </a:lnTo>
                  <a:lnTo>
                    <a:pt x="18154" y="70704"/>
                  </a:lnTo>
                  <a:lnTo>
                    <a:pt x="22453" y="65927"/>
                  </a:lnTo>
                  <a:lnTo>
                    <a:pt x="25320" y="63060"/>
                  </a:lnTo>
                  <a:lnTo>
                    <a:pt x="27230" y="61627"/>
                  </a:lnTo>
                  <a:lnTo>
                    <a:pt x="30097" y="58761"/>
                  </a:lnTo>
                  <a:lnTo>
                    <a:pt x="31530" y="57328"/>
                  </a:lnTo>
                  <a:lnTo>
                    <a:pt x="36785" y="56372"/>
                  </a:lnTo>
                  <a:lnTo>
                    <a:pt x="37263" y="54939"/>
                  </a:lnTo>
                  <a:lnTo>
                    <a:pt x="38218" y="53506"/>
                  </a:lnTo>
                  <a:lnTo>
                    <a:pt x="39174" y="53028"/>
                  </a:lnTo>
                  <a:lnTo>
                    <a:pt x="39174" y="50639"/>
                  </a:lnTo>
                  <a:lnTo>
                    <a:pt x="38218" y="47295"/>
                  </a:lnTo>
                  <a:lnTo>
                    <a:pt x="37263" y="46340"/>
                  </a:lnTo>
                  <a:lnTo>
                    <a:pt x="36785" y="45862"/>
                  </a:lnTo>
                  <a:lnTo>
                    <a:pt x="37263" y="44907"/>
                  </a:lnTo>
                  <a:lnTo>
                    <a:pt x="37740" y="44907"/>
                  </a:lnTo>
                  <a:lnTo>
                    <a:pt x="38218" y="44429"/>
                  </a:lnTo>
                  <a:lnTo>
                    <a:pt x="39174" y="43951"/>
                  </a:lnTo>
                  <a:lnTo>
                    <a:pt x="39174" y="42996"/>
                  </a:lnTo>
                  <a:lnTo>
                    <a:pt x="39174" y="42996"/>
                  </a:lnTo>
                  <a:lnTo>
                    <a:pt x="36785" y="41085"/>
                  </a:lnTo>
                  <a:lnTo>
                    <a:pt x="35830" y="39652"/>
                  </a:lnTo>
                  <a:lnTo>
                    <a:pt x="34396" y="35830"/>
                  </a:lnTo>
                  <a:lnTo>
                    <a:pt x="31530" y="32008"/>
                  </a:lnTo>
                  <a:lnTo>
                    <a:pt x="30575" y="30575"/>
                  </a:lnTo>
                  <a:lnTo>
                    <a:pt x="30575" y="29142"/>
                  </a:lnTo>
                  <a:lnTo>
                    <a:pt x="31052" y="28186"/>
                  </a:lnTo>
                  <a:lnTo>
                    <a:pt x="30575" y="26275"/>
                  </a:lnTo>
                  <a:lnTo>
                    <a:pt x="29619" y="24364"/>
                  </a:lnTo>
                  <a:lnTo>
                    <a:pt x="29619" y="24364"/>
                  </a:lnTo>
                  <a:lnTo>
                    <a:pt x="29619" y="24364"/>
                  </a:lnTo>
                  <a:lnTo>
                    <a:pt x="29619" y="21976"/>
                  </a:lnTo>
                  <a:lnTo>
                    <a:pt x="30097" y="21498"/>
                  </a:lnTo>
                  <a:lnTo>
                    <a:pt x="31530" y="21020"/>
                  </a:lnTo>
                  <a:lnTo>
                    <a:pt x="32963" y="21020"/>
                  </a:lnTo>
                  <a:lnTo>
                    <a:pt x="34396" y="21498"/>
                  </a:lnTo>
                  <a:lnTo>
                    <a:pt x="36307" y="22453"/>
                  </a:lnTo>
                  <a:lnTo>
                    <a:pt x="36785" y="22453"/>
                  </a:lnTo>
                  <a:lnTo>
                    <a:pt x="39651" y="20065"/>
                  </a:lnTo>
                  <a:lnTo>
                    <a:pt x="39651" y="20065"/>
                  </a:lnTo>
                  <a:lnTo>
                    <a:pt x="42996" y="17198"/>
                  </a:lnTo>
                  <a:lnTo>
                    <a:pt x="43473" y="15287"/>
                  </a:lnTo>
                  <a:lnTo>
                    <a:pt x="44429" y="14332"/>
                  </a:lnTo>
                  <a:lnTo>
                    <a:pt x="46817" y="13854"/>
                  </a:lnTo>
                  <a:lnTo>
                    <a:pt x="49206" y="13854"/>
                  </a:lnTo>
                  <a:lnTo>
                    <a:pt x="50639" y="13854"/>
                  </a:lnTo>
                  <a:lnTo>
                    <a:pt x="54461" y="13377"/>
                  </a:lnTo>
                  <a:lnTo>
                    <a:pt x="56372" y="12899"/>
                  </a:lnTo>
                  <a:lnTo>
                    <a:pt x="58283" y="12421"/>
                  </a:lnTo>
                  <a:lnTo>
                    <a:pt x="62105" y="11943"/>
                  </a:lnTo>
                  <a:lnTo>
                    <a:pt x="68793" y="12421"/>
                  </a:lnTo>
                  <a:lnTo>
                    <a:pt x="72615" y="12421"/>
                  </a:lnTo>
                  <a:lnTo>
                    <a:pt x="75481" y="12899"/>
                  </a:lnTo>
                  <a:lnTo>
                    <a:pt x="82169" y="14810"/>
                  </a:lnTo>
                  <a:lnTo>
                    <a:pt x="84558" y="14810"/>
                  </a:lnTo>
                  <a:lnTo>
                    <a:pt x="85991" y="15765"/>
                  </a:lnTo>
                  <a:lnTo>
                    <a:pt x="88380" y="16243"/>
                  </a:lnTo>
                  <a:lnTo>
                    <a:pt x="92201" y="17198"/>
                  </a:lnTo>
                  <a:lnTo>
                    <a:pt x="96024" y="17676"/>
                  </a:lnTo>
                  <a:lnTo>
                    <a:pt x="98412" y="17198"/>
                  </a:lnTo>
                  <a:lnTo>
                    <a:pt x="99367" y="17676"/>
                  </a:lnTo>
                  <a:lnTo>
                    <a:pt x="102234" y="21498"/>
                  </a:lnTo>
                  <a:lnTo>
                    <a:pt x="102712" y="21976"/>
                  </a:lnTo>
                  <a:lnTo>
                    <a:pt x="103667" y="22453"/>
                  </a:lnTo>
                  <a:lnTo>
                    <a:pt x="105578" y="21976"/>
                  </a:lnTo>
                  <a:lnTo>
                    <a:pt x="108444" y="21976"/>
                  </a:lnTo>
                  <a:lnTo>
                    <a:pt x="110355" y="22931"/>
                  </a:lnTo>
                  <a:lnTo>
                    <a:pt x="110355" y="25320"/>
                  </a:lnTo>
                  <a:lnTo>
                    <a:pt x="110355" y="25798"/>
                  </a:lnTo>
                  <a:lnTo>
                    <a:pt x="111311" y="25320"/>
                  </a:lnTo>
                  <a:lnTo>
                    <a:pt x="112266" y="24364"/>
                  </a:lnTo>
                  <a:lnTo>
                    <a:pt x="113222" y="22931"/>
                  </a:lnTo>
                  <a:lnTo>
                    <a:pt x="113699" y="22453"/>
                  </a:lnTo>
                  <a:lnTo>
                    <a:pt x="116566" y="23409"/>
                  </a:lnTo>
                  <a:lnTo>
                    <a:pt x="117999" y="22931"/>
                  </a:lnTo>
                  <a:lnTo>
                    <a:pt x="119432" y="21976"/>
                  </a:lnTo>
                  <a:lnTo>
                    <a:pt x="120388" y="21976"/>
                  </a:lnTo>
                  <a:lnTo>
                    <a:pt x="122299" y="22453"/>
                  </a:lnTo>
                  <a:lnTo>
                    <a:pt x="125165" y="22931"/>
                  </a:lnTo>
                  <a:lnTo>
                    <a:pt x="127076" y="23409"/>
                  </a:lnTo>
                  <a:lnTo>
                    <a:pt x="128509" y="23886"/>
                  </a:lnTo>
                  <a:lnTo>
                    <a:pt x="129465" y="26275"/>
                  </a:lnTo>
                  <a:lnTo>
                    <a:pt x="129465" y="26275"/>
                  </a:lnTo>
                  <a:lnTo>
                    <a:pt x="130420" y="26753"/>
                  </a:lnTo>
                  <a:lnTo>
                    <a:pt x="130898" y="26753"/>
                  </a:lnTo>
                  <a:lnTo>
                    <a:pt x="132331" y="24842"/>
                  </a:lnTo>
                  <a:lnTo>
                    <a:pt x="133287" y="23886"/>
                  </a:lnTo>
                  <a:lnTo>
                    <a:pt x="134719" y="23409"/>
                  </a:lnTo>
                  <a:lnTo>
                    <a:pt x="136153" y="22931"/>
                  </a:lnTo>
                  <a:lnTo>
                    <a:pt x="136631" y="21976"/>
                  </a:lnTo>
                  <a:lnTo>
                    <a:pt x="137586" y="21498"/>
                  </a:lnTo>
                  <a:lnTo>
                    <a:pt x="138542" y="21498"/>
                  </a:lnTo>
                  <a:lnTo>
                    <a:pt x="139019" y="21498"/>
                  </a:lnTo>
                  <a:lnTo>
                    <a:pt x="139974" y="22453"/>
                  </a:lnTo>
                  <a:lnTo>
                    <a:pt x="140930" y="25320"/>
                  </a:lnTo>
                  <a:lnTo>
                    <a:pt x="142363" y="27708"/>
                  </a:lnTo>
                  <a:lnTo>
                    <a:pt x="143319" y="28186"/>
                  </a:lnTo>
                  <a:lnTo>
                    <a:pt x="145707" y="27708"/>
                  </a:lnTo>
                  <a:lnTo>
                    <a:pt x="147140" y="26753"/>
                  </a:lnTo>
                  <a:lnTo>
                    <a:pt x="150485" y="26753"/>
                  </a:lnTo>
                  <a:lnTo>
                    <a:pt x="154306" y="26275"/>
                  </a:lnTo>
                  <a:lnTo>
                    <a:pt x="157651" y="25320"/>
                  </a:lnTo>
                  <a:lnTo>
                    <a:pt x="159562" y="25798"/>
                  </a:lnTo>
                  <a:lnTo>
                    <a:pt x="160517" y="26275"/>
                  </a:lnTo>
                  <a:lnTo>
                    <a:pt x="162428" y="27708"/>
                  </a:lnTo>
                  <a:lnTo>
                    <a:pt x="162906" y="30097"/>
                  </a:lnTo>
                  <a:lnTo>
                    <a:pt x="162906" y="30097"/>
                  </a:lnTo>
                  <a:lnTo>
                    <a:pt x="165294" y="31530"/>
                  </a:lnTo>
                  <a:lnTo>
                    <a:pt x="167205" y="32008"/>
                  </a:lnTo>
                  <a:lnTo>
                    <a:pt x="167205" y="32008"/>
                  </a:lnTo>
                  <a:lnTo>
                    <a:pt x="167683" y="30097"/>
                  </a:lnTo>
                  <a:lnTo>
                    <a:pt x="168638" y="29142"/>
                  </a:lnTo>
                  <a:lnTo>
                    <a:pt x="168638" y="29142"/>
                  </a:lnTo>
                  <a:lnTo>
                    <a:pt x="168161" y="27708"/>
                  </a:lnTo>
                  <a:lnTo>
                    <a:pt x="168161" y="25798"/>
                  </a:lnTo>
                  <a:lnTo>
                    <a:pt x="167205" y="23886"/>
                  </a:lnTo>
                  <a:lnTo>
                    <a:pt x="166728" y="21976"/>
                  </a:lnTo>
                  <a:lnTo>
                    <a:pt x="167683" y="19587"/>
                  </a:lnTo>
                  <a:lnTo>
                    <a:pt x="169116" y="17198"/>
                  </a:lnTo>
                  <a:lnTo>
                    <a:pt x="169594" y="15765"/>
                  </a:lnTo>
                  <a:lnTo>
                    <a:pt x="171027" y="13377"/>
                  </a:lnTo>
                  <a:lnTo>
                    <a:pt x="172938" y="11466"/>
                  </a:lnTo>
                  <a:lnTo>
                    <a:pt x="172938" y="11466"/>
                  </a:lnTo>
                  <a:lnTo>
                    <a:pt x="175804" y="9077"/>
                  </a:lnTo>
                  <a:lnTo>
                    <a:pt x="177715" y="8121"/>
                  </a:lnTo>
                  <a:lnTo>
                    <a:pt x="179149" y="8599"/>
                  </a:lnTo>
                  <a:lnTo>
                    <a:pt x="180581" y="9077"/>
                  </a:lnTo>
                  <a:lnTo>
                    <a:pt x="182970" y="7166"/>
                  </a:lnTo>
                  <a:lnTo>
                    <a:pt x="187270" y="7166"/>
                  </a:lnTo>
                  <a:lnTo>
                    <a:pt x="191092" y="7166"/>
                  </a:lnTo>
                  <a:lnTo>
                    <a:pt x="191092" y="7644"/>
                  </a:lnTo>
                  <a:lnTo>
                    <a:pt x="191569" y="7644"/>
                  </a:lnTo>
                  <a:lnTo>
                    <a:pt x="193480" y="8121"/>
                  </a:lnTo>
                  <a:lnTo>
                    <a:pt x="195391" y="9077"/>
                  </a:lnTo>
                  <a:lnTo>
                    <a:pt x="196824" y="9077"/>
                  </a:lnTo>
                  <a:lnTo>
                    <a:pt x="198258" y="9077"/>
                  </a:lnTo>
                  <a:lnTo>
                    <a:pt x="200169" y="8121"/>
                  </a:lnTo>
                  <a:lnTo>
                    <a:pt x="201602" y="7166"/>
                  </a:lnTo>
                  <a:lnTo>
                    <a:pt x="203035" y="2389"/>
                  </a:lnTo>
                  <a:lnTo>
                    <a:pt x="203513" y="1911"/>
                  </a:lnTo>
                  <a:lnTo>
                    <a:pt x="204468" y="1433"/>
                  </a:lnTo>
                  <a:lnTo>
                    <a:pt x="205901" y="1433"/>
                  </a:lnTo>
                  <a:lnTo>
                    <a:pt x="208768" y="1911"/>
                  </a:lnTo>
                  <a:lnTo>
                    <a:pt x="212112" y="2866"/>
                  </a:lnTo>
                  <a:lnTo>
                    <a:pt x="213545" y="2866"/>
                  </a:lnTo>
                  <a:lnTo>
                    <a:pt x="218800" y="478"/>
                  </a:lnTo>
                  <a:lnTo>
                    <a:pt x="221667" y="0"/>
                  </a:lnTo>
                  <a:lnTo>
                    <a:pt x="224533" y="478"/>
                  </a:lnTo>
                  <a:lnTo>
                    <a:pt x="227877" y="478"/>
                  </a:lnTo>
                  <a:lnTo>
                    <a:pt x="230265" y="0"/>
                  </a:lnTo>
                  <a:lnTo>
                    <a:pt x="232176" y="956"/>
                  </a:lnTo>
                  <a:lnTo>
                    <a:pt x="234087" y="2866"/>
                  </a:lnTo>
                  <a:lnTo>
                    <a:pt x="235998" y="5733"/>
                  </a:lnTo>
                  <a:lnTo>
                    <a:pt x="237909" y="10988"/>
                  </a:lnTo>
                  <a:lnTo>
                    <a:pt x="243642" y="16721"/>
                  </a:lnTo>
                  <a:lnTo>
                    <a:pt x="243642" y="16721"/>
                  </a:lnTo>
                  <a:lnTo>
                    <a:pt x="243642" y="17676"/>
                  </a:lnTo>
                  <a:lnTo>
                    <a:pt x="243642" y="17676"/>
                  </a:lnTo>
                  <a:lnTo>
                    <a:pt x="243164" y="18632"/>
                  </a:lnTo>
                  <a:lnTo>
                    <a:pt x="240298" y="19587"/>
                  </a:lnTo>
                  <a:lnTo>
                    <a:pt x="237909" y="19587"/>
                  </a:lnTo>
                  <a:lnTo>
                    <a:pt x="237909" y="20542"/>
                  </a:lnTo>
                  <a:lnTo>
                    <a:pt x="237909" y="21020"/>
                  </a:lnTo>
                  <a:lnTo>
                    <a:pt x="238387" y="21976"/>
                  </a:lnTo>
                  <a:lnTo>
                    <a:pt x="239342" y="23409"/>
                  </a:lnTo>
                  <a:lnTo>
                    <a:pt x="239342" y="23409"/>
                  </a:lnTo>
                  <a:lnTo>
                    <a:pt x="239820" y="25320"/>
                  </a:lnTo>
                  <a:lnTo>
                    <a:pt x="239820" y="27231"/>
                  </a:lnTo>
                  <a:lnTo>
                    <a:pt x="239820" y="27231"/>
                  </a:lnTo>
                  <a:lnTo>
                    <a:pt x="240298" y="29142"/>
                  </a:lnTo>
                  <a:lnTo>
                    <a:pt x="240298" y="29142"/>
                  </a:lnTo>
                  <a:lnTo>
                    <a:pt x="240776" y="29619"/>
                  </a:lnTo>
                  <a:lnTo>
                    <a:pt x="241253" y="30575"/>
                  </a:lnTo>
                  <a:lnTo>
                    <a:pt x="239820" y="31530"/>
                  </a:lnTo>
                  <a:lnTo>
                    <a:pt x="239820" y="32008"/>
                  </a:lnTo>
                  <a:lnTo>
                    <a:pt x="239820" y="32008"/>
                  </a:lnTo>
                  <a:lnTo>
                    <a:pt x="239820" y="32008"/>
                  </a:lnTo>
                  <a:lnTo>
                    <a:pt x="240298" y="32486"/>
                  </a:lnTo>
                  <a:lnTo>
                    <a:pt x="245075" y="32486"/>
                  </a:lnTo>
                  <a:lnTo>
                    <a:pt x="247942" y="33919"/>
                  </a:lnTo>
                  <a:lnTo>
                    <a:pt x="249852" y="34397"/>
                  </a:lnTo>
                  <a:lnTo>
                    <a:pt x="250808" y="34874"/>
                  </a:lnTo>
                  <a:lnTo>
                    <a:pt x="252719" y="33919"/>
                  </a:lnTo>
                  <a:lnTo>
                    <a:pt x="255108" y="33919"/>
                  </a:lnTo>
                  <a:lnTo>
                    <a:pt x="256540" y="33441"/>
                  </a:lnTo>
                  <a:lnTo>
                    <a:pt x="257018" y="34397"/>
                  </a:lnTo>
                  <a:lnTo>
                    <a:pt x="257496" y="35830"/>
                  </a:lnTo>
                  <a:lnTo>
                    <a:pt x="258452" y="37741"/>
                  </a:lnTo>
                  <a:lnTo>
                    <a:pt x="258452" y="37741"/>
                  </a:lnTo>
                  <a:lnTo>
                    <a:pt x="259407" y="38218"/>
                  </a:lnTo>
                  <a:lnTo>
                    <a:pt x="259407" y="38218"/>
                  </a:lnTo>
                  <a:lnTo>
                    <a:pt x="260840" y="38218"/>
                  </a:lnTo>
                  <a:lnTo>
                    <a:pt x="261795" y="38218"/>
                  </a:lnTo>
                  <a:lnTo>
                    <a:pt x="262274" y="38696"/>
                  </a:lnTo>
                  <a:lnTo>
                    <a:pt x="262274" y="38696"/>
                  </a:lnTo>
                  <a:lnTo>
                    <a:pt x="261318" y="39652"/>
                  </a:lnTo>
                  <a:lnTo>
                    <a:pt x="261795" y="41085"/>
                  </a:lnTo>
                  <a:lnTo>
                    <a:pt x="261795" y="41085"/>
                  </a:lnTo>
                  <a:lnTo>
                    <a:pt x="262274" y="42518"/>
                  </a:lnTo>
                  <a:lnTo>
                    <a:pt x="263229" y="45384"/>
                  </a:lnTo>
                  <a:lnTo>
                    <a:pt x="263229" y="45384"/>
                  </a:lnTo>
                  <a:lnTo>
                    <a:pt x="263706" y="46340"/>
                  </a:lnTo>
                  <a:lnTo>
                    <a:pt x="264184" y="47295"/>
                  </a:lnTo>
                  <a:lnTo>
                    <a:pt x="264184" y="48728"/>
                  </a:lnTo>
                  <a:lnTo>
                    <a:pt x="264184" y="48728"/>
                  </a:lnTo>
                  <a:lnTo>
                    <a:pt x="263706" y="49684"/>
                  </a:lnTo>
                  <a:lnTo>
                    <a:pt x="263229" y="50639"/>
                  </a:lnTo>
                  <a:lnTo>
                    <a:pt x="263229" y="50639"/>
                  </a:lnTo>
                  <a:lnTo>
                    <a:pt x="263706" y="52550"/>
                  </a:lnTo>
                  <a:lnTo>
                    <a:pt x="263706" y="52550"/>
                  </a:lnTo>
                  <a:lnTo>
                    <a:pt x="265140" y="54939"/>
                  </a:lnTo>
                  <a:lnTo>
                    <a:pt x="265140" y="54939"/>
                  </a:lnTo>
                  <a:lnTo>
                    <a:pt x="266095" y="55417"/>
                  </a:lnTo>
                  <a:lnTo>
                    <a:pt x="267051" y="57328"/>
                  </a:lnTo>
                  <a:lnTo>
                    <a:pt x="267051" y="57805"/>
                  </a:lnTo>
                  <a:lnTo>
                    <a:pt x="268961" y="58283"/>
                  </a:lnTo>
                  <a:lnTo>
                    <a:pt x="271350" y="56372"/>
                  </a:lnTo>
                  <a:lnTo>
                    <a:pt x="273261" y="55894"/>
                  </a:lnTo>
                  <a:lnTo>
                    <a:pt x="275172" y="55894"/>
                  </a:lnTo>
                  <a:lnTo>
                    <a:pt x="277561" y="56372"/>
                  </a:lnTo>
                  <a:lnTo>
                    <a:pt x="278994" y="57805"/>
                  </a:lnTo>
                  <a:lnTo>
                    <a:pt x="279949" y="59239"/>
                  </a:lnTo>
                  <a:lnTo>
                    <a:pt x="279949" y="59239"/>
                  </a:lnTo>
                  <a:lnTo>
                    <a:pt x="281383" y="60194"/>
                  </a:lnTo>
                  <a:lnTo>
                    <a:pt x="282338" y="59716"/>
                  </a:lnTo>
                  <a:lnTo>
                    <a:pt x="285204" y="60194"/>
                  </a:lnTo>
                  <a:lnTo>
                    <a:pt x="286160" y="61149"/>
                  </a:lnTo>
                  <a:lnTo>
                    <a:pt x="286160" y="61627"/>
                  </a:lnTo>
                  <a:lnTo>
                    <a:pt x="287593" y="62105"/>
                  </a:lnTo>
                  <a:lnTo>
                    <a:pt x="289026" y="61149"/>
                  </a:lnTo>
                  <a:lnTo>
                    <a:pt x="290459" y="59716"/>
                  </a:lnTo>
                  <a:lnTo>
                    <a:pt x="294759" y="58283"/>
                  </a:lnTo>
                  <a:lnTo>
                    <a:pt x="297625" y="58283"/>
                  </a:lnTo>
                  <a:lnTo>
                    <a:pt x="298581" y="57805"/>
                  </a:lnTo>
                  <a:lnTo>
                    <a:pt x="300014" y="56850"/>
                  </a:lnTo>
                  <a:lnTo>
                    <a:pt x="301925" y="56372"/>
                  </a:lnTo>
                  <a:lnTo>
                    <a:pt x="303358" y="56372"/>
                  </a:lnTo>
                  <a:lnTo>
                    <a:pt x="304791" y="58283"/>
                  </a:lnTo>
                  <a:lnTo>
                    <a:pt x="304791" y="58283"/>
                  </a:lnTo>
                  <a:lnTo>
                    <a:pt x="304791" y="58283"/>
                  </a:lnTo>
                  <a:lnTo>
                    <a:pt x="306702" y="59716"/>
                  </a:lnTo>
                  <a:lnTo>
                    <a:pt x="307180" y="62105"/>
                  </a:lnTo>
                  <a:lnTo>
                    <a:pt x="309091" y="64971"/>
                  </a:lnTo>
                  <a:lnTo>
                    <a:pt x="309091" y="64971"/>
                  </a:lnTo>
                  <a:lnTo>
                    <a:pt x="313868" y="69271"/>
                  </a:lnTo>
                  <a:lnTo>
                    <a:pt x="315779" y="70226"/>
                  </a:lnTo>
                  <a:lnTo>
                    <a:pt x="317212" y="70226"/>
                  </a:lnTo>
                  <a:lnTo>
                    <a:pt x="317690" y="69749"/>
                  </a:lnTo>
                  <a:lnTo>
                    <a:pt x="318168" y="69271"/>
                  </a:lnTo>
                  <a:lnTo>
                    <a:pt x="318168" y="69271"/>
                  </a:lnTo>
                  <a:lnTo>
                    <a:pt x="318645" y="67360"/>
                  </a:lnTo>
                  <a:lnTo>
                    <a:pt x="319123" y="66405"/>
                  </a:lnTo>
                  <a:lnTo>
                    <a:pt x="320079" y="66405"/>
                  </a:lnTo>
                  <a:lnTo>
                    <a:pt x="323900" y="69271"/>
                  </a:lnTo>
                  <a:lnTo>
                    <a:pt x="325811" y="69271"/>
                  </a:lnTo>
                  <a:lnTo>
                    <a:pt x="327722" y="69271"/>
                  </a:lnTo>
                  <a:lnTo>
                    <a:pt x="330111" y="71182"/>
                  </a:lnTo>
                  <a:lnTo>
                    <a:pt x="332977" y="73093"/>
                  </a:lnTo>
                  <a:lnTo>
                    <a:pt x="335366" y="73093"/>
                  </a:lnTo>
                  <a:lnTo>
                    <a:pt x="336799" y="72615"/>
                  </a:lnTo>
                  <a:lnTo>
                    <a:pt x="338232" y="72137"/>
                  </a:lnTo>
                  <a:lnTo>
                    <a:pt x="338710" y="72615"/>
                  </a:lnTo>
                  <a:lnTo>
                    <a:pt x="339666" y="74048"/>
                  </a:lnTo>
                  <a:lnTo>
                    <a:pt x="340621" y="75481"/>
                  </a:lnTo>
                  <a:lnTo>
                    <a:pt x="342054" y="75481"/>
                  </a:lnTo>
                  <a:lnTo>
                    <a:pt x="343965" y="75481"/>
                  </a:lnTo>
                  <a:lnTo>
                    <a:pt x="347309" y="77870"/>
                  </a:lnTo>
                  <a:lnTo>
                    <a:pt x="347309" y="77870"/>
                  </a:lnTo>
                  <a:lnTo>
                    <a:pt x="350175" y="80259"/>
                  </a:lnTo>
                  <a:lnTo>
                    <a:pt x="352086" y="80259"/>
                  </a:lnTo>
                  <a:lnTo>
                    <a:pt x="353997" y="79303"/>
                  </a:lnTo>
                  <a:lnTo>
                    <a:pt x="354953" y="79303"/>
                  </a:lnTo>
                  <a:lnTo>
                    <a:pt x="355908" y="79781"/>
                  </a:lnTo>
                  <a:lnTo>
                    <a:pt x="355908" y="79781"/>
                  </a:lnTo>
                  <a:lnTo>
                    <a:pt x="356386" y="80736"/>
                  </a:lnTo>
                  <a:lnTo>
                    <a:pt x="355908" y="82170"/>
                  </a:lnTo>
                  <a:lnTo>
                    <a:pt x="355908" y="84080"/>
                  </a:lnTo>
                  <a:lnTo>
                    <a:pt x="355908" y="84080"/>
                  </a:lnTo>
                  <a:lnTo>
                    <a:pt x="356864" y="8551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9" name="Freeform 1508">
              <a:extLst>
                <a:ext uri="{FF2B5EF4-FFF2-40B4-BE49-F238E27FC236}">
                  <a16:creationId xmlns:a16="http://schemas.microsoft.com/office/drawing/2014/main" id="{415C5604-D501-4C92-10BC-E3C357079A68}"/>
                </a:ext>
              </a:extLst>
            </p:cNvPr>
            <p:cNvSpPr/>
            <p:nvPr/>
          </p:nvSpPr>
          <p:spPr>
            <a:xfrm>
              <a:off x="6676918" y="4439659"/>
              <a:ext cx="2388" cy="2388"/>
            </a:xfrm>
            <a:custGeom>
              <a:avLst/>
              <a:gdLst>
                <a:gd name="csX0" fmla="*/ 1433 w 2388"/>
                <a:gd name="csY0" fmla="*/ 478 h 2388"/>
                <a:gd name="csX1" fmla="*/ 2389 w 2388"/>
                <a:gd name="csY1" fmla="*/ 2389 h 2388"/>
                <a:gd name="csX2" fmla="*/ 478 w 2388"/>
                <a:gd name="csY2" fmla="*/ 1433 h 2388"/>
                <a:gd name="csX3" fmla="*/ 0 w 2388"/>
                <a:gd name="csY3" fmla="*/ 956 h 2388"/>
                <a:gd name="csX4" fmla="*/ 956 w 2388"/>
                <a:gd name="csY4" fmla="*/ 478 h 2388"/>
                <a:gd name="csX5" fmla="*/ 956 w 2388"/>
                <a:gd name="csY5" fmla="*/ 0 h 2388"/>
                <a:gd name="csX6" fmla="*/ 1433 w 2388"/>
                <a:gd name="csY6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1433" y="478"/>
                  </a:moveTo>
                  <a:lnTo>
                    <a:pt x="2389" y="2389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6" y="478"/>
                  </a:lnTo>
                  <a:lnTo>
                    <a:pt x="956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0" name="Freeform 1509">
              <a:extLst>
                <a:ext uri="{FF2B5EF4-FFF2-40B4-BE49-F238E27FC236}">
                  <a16:creationId xmlns:a16="http://schemas.microsoft.com/office/drawing/2014/main" id="{5031E433-FF19-EFF7-CE3C-467F8F74D0ED}"/>
                </a:ext>
              </a:extLst>
            </p:cNvPr>
            <p:cNvSpPr/>
            <p:nvPr/>
          </p:nvSpPr>
          <p:spPr>
            <a:xfrm>
              <a:off x="6669752" y="3696312"/>
              <a:ext cx="8599" cy="2388"/>
            </a:xfrm>
            <a:custGeom>
              <a:avLst/>
              <a:gdLst>
                <a:gd name="csX0" fmla="*/ 8599 w 8599"/>
                <a:gd name="csY0" fmla="*/ 1911 h 2388"/>
                <a:gd name="csX1" fmla="*/ 7644 w 8599"/>
                <a:gd name="csY1" fmla="*/ 1433 h 2388"/>
                <a:gd name="csX2" fmla="*/ 6688 w 8599"/>
                <a:gd name="csY2" fmla="*/ 1433 h 2388"/>
                <a:gd name="csX3" fmla="*/ 4777 w 8599"/>
                <a:gd name="csY3" fmla="*/ 2389 h 2388"/>
                <a:gd name="csX4" fmla="*/ 2866 w 8599"/>
                <a:gd name="csY4" fmla="*/ 2389 h 2388"/>
                <a:gd name="csX5" fmla="*/ 0 w 8599"/>
                <a:gd name="csY5" fmla="*/ 0 h 2388"/>
                <a:gd name="csX6" fmla="*/ 2866 w 8599"/>
                <a:gd name="csY6" fmla="*/ 1911 h 2388"/>
                <a:gd name="csX7" fmla="*/ 4777 w 8599"/>
                <a:gd name="csY7" fmla="*/ 2389 h 2388"/>
                <a:gd name="csX8" fmla="*/ 6211 w 8599"/>
                <a:gd name="csY8" fmla="*/ 1433 h 2388"/>
                <a:gd name="csX9" fmla="*/ 7644 w 8599"/>
                <a:gd name="csY9" fmla="*/ 1433 h 2388"/>
                <a:gd name="csX10" fmla="*/ 8599 w 8599"/>
                <a:gd name="csY10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8599" h="2388">
                  <a:moveTo>
                    <a:pt x="8599" y="1911"/>
                  </a:moveTo>
                  <a:lnTo>
                    <a:pt x="7644" y="1433"/>
                  </a:lnTo>
                  <a:lnTo>
                    <a:pt x="6688" y="1433"/>
                  </a:lnTo>
                  <a:lnTo>
                    <a:pt x="4777" y="2389"/>
                  </a:lnTo>
                  <a:lnTo>
                    <a:pt x="2866" y="2389"/>
                  </a:lnTo>
                  <a:lnTo>
                    <a:pt x="0" y="0"/>
                  </a:lnTo>
                  <a:lnTo>
                    <a:pt x="2866" y="1911"/>
                  </a:lnTo>
                  <a:lnTo>
                    <a:pt x="4777" y="2389"/>
                  </a:lnTo>
                  <a:lnTo>
                    <a:pt x="6211" y="1433"/>
                  </a:lnTo>
                  <a:lnTo>
                    <a:pt x="7644" y="1433"/>
                  </a:lnTo>
                  <a:lnTo>
                    <a:pt x="859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1" name="Freeform 1510">
              <a:extLst>
                <a:ext uri="{FF2B5EF4-FFF2-40B4-BE49-F238E27FC236}">
                  <a16:creationId xmlns:a16="http://schemas.microsoft.com/office/drawing/2014/main" id="{C8E1842E-6924-4AB9-E26E-718C624F9160}"/>
                </a:ext>
              </a:extLst>
            </p:cNvPr>
            <p:cNvSpPr/>
            <p:nvPr/>
          </p:nvSpPr>
          <p:spPr>
            <a:xfrm>
              <a:off x="6671185" y="3715899"/>
              <a:ext cx="5732" cy="2388"/>
            </a:xfrm>
            <a:custGeom>
              <a:avLst/>
              <a:gdLst>
                <a:gd name="csX0" fmla="*/ 5733 w 5732"/>
                <a:gd name="csY0" fmla="*/ 2389 h 2388"/>
                <a:gd name="csX1" fmla="*/ 5733 w 5732"/>
                <a:gd name="csY1" fmla="*/ 2389 h 2388"/>
                <a:gd name="csX2" fmla="*/ 3344 w 5732"/>
                <a:gd name="csY2" fmla="*/ 1911 h 2388"/>
                <a:gd name="csX3" fmla="*/ 955 w 5732"/>
                <a:gd name="csY3" fmla="*/ 955 h 2388"/>
                <a:gd name="csX4" fmla="*/ 0 w 5732"/>
                <a:gd name="csY4" fmla="*/ 0 h 2388"/>
                <a:gd name="csX5" fmla="*/ 955 w 5732"/>
                <a:gd name="csY5" fmla="*/ 955 h 2388"/>
                <a:gd name="csX6" fmla="*/ 3344 w 5732"/>
                <a:gd name="csY6" fmla="*/ 1911 h 2388"/>
                <a:gd name="csX7" fmla="*/ 5733 w 5732"/>
                <a:gd name="csY7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2388">
                  <a:moveTo>
                    <a:pt x="5733" y="2389"/>
                  </a:moveTo>
                  <a:lnTo>
                    <a:pt x="5733" y="2389"/>
                  </a:lnTo>
                  <a:lnTo>
                    <a:pt x="3344" y="1911"/>
                  </a:lnTo>
                  <a:lnTo>
                    <a:pt x="955" y="955"/>
                  </a:lnTo>
                  <a:lnTo>
                    <a:pt x="0" y="0"/>
                  </a:lnTo>
                  <a:lnTo>
                    <a:pt x="955" y="955"/>
                  </a:lnTo>
                  <a:lnTo>
                    <a:pt x="3344" y="1911"/>
                  </a:lnTo>
                  <a:lnTo>
                    <a:pt x="57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2" name="Freeform 1511">
              <a:extLst>
                <a:ext uri="{FF2B5EF4-FFF2-40B4-BE49-F238E27FC236}">
                  <a16:creationId xmlns:a16="http://schemas.microsoft.com/office/drawing/2014/main" id="{2ADA17F8-BF27-372D-F970-F85C60D1408C}"/>
                </a:ext>
              </a:extLst>
            </p:cNvPr>
            <p:cNvSpPr/>
            <p:nvPr/>
          </p:nvSpPr>
          <p:spPr>
            <a:xfrm>
              <a:off x="6675485" y="3734053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3" name="Freeform 1512">
              <a:extLst>
                <a:ext uri="{FF2B5EF4-FFF2-40B4-BE49-F238E27FC236}">
                  <a16:creationId xmlns:a16="http://schemas.microsoft.com/office/drawing/2014/main" id="{56B6C5E4-3BDE-8E2F-2190-CD5359F3066E}"/>
                </a:ext>
              </a:extLst>
            </p:cNvPr>
            <p:cNvSpPr/>
            <p:nvPr/>
          </p:nvSpPr>
          <p:spPr>
            <a:xfrm>
              <a:off x="6669274" y="4873438"/>
              <a:ext cx="5732" cy="6210"/>
            </a:xfrm>
            <a:custGeom>
              <a:avLst/>
              <a:gdLst>
                <a:gd name="csX0" fmla="*/ 5733 w 5732"/>
                <a:gd name="csY0" fmla="*/ 0 h 6210"/>
                <a:gd name="csX1" fmla="*/ 5733 w 5732"/>
                <a:gd name="csY1" fmla="*/ 956 h 6210"/>
                <a:gd name="csX2" fmla="*/ 4300 w 5732"/>
                <a:gd name="csY2" fmla="*/ 4300 h 6210"/>
                <a:gd name="csX3" fmla="*/ 2866 w 5732"/>
                <a:gd name="csY3" fmla="*/ 4777 h 6210"/>
                <a:gd name="csX4" fmla="*/ 1911 w 5732"/>
                <a:gd name="csY4" fmla="*/ 5733 h 6210"/>
                <a:gd name="csX5" fmla="*/ 955 w 5732"/>
                <a:gd name="csY5" fmla="*/ 6210 h 6210"/>
                <a:gd name="csX6" fmla="*/ 478 w 5732"/>
                <a:gd name="csY6" fmla="*/ 5733 h 6210"/>
                <a:gd name="csX7" fmla="*/ 0 w 5732"/>
                <a:gd name="csY7" fmla="*/ 4777 h 6210"/>
                <a:gd name="csX8" fmla="*/ 955 w 5732"/>
                <a:gd name="csY8" fmla="*/ 4300 h 6210"/>
                <a:gd name="csX9" fmla="*/ 1911 w 5732"/>
                <a:gd name="csY9" fmla="*/ 2866 h 6210"/>
                <a:gd name="csX10" fmla="*/ 4777 w 5732"/>
                <a:gd name="csY10" fmla="*/ 1433 h 6210"/>
                <a:gd name="csX11" fmla="*/ 5733 w 5732"/>
                <a:gd name="csY11" fmla="*/ 0 h 6210"/>
                <a:gd name="csX12" fmla="*/ 5733 w 5732"/>
                <a:gd name="csY12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732" h="6210">
                  <a:moveTo>
                    <a:pt x="5733" y="0"/>
                  </a:moveTo>
                  <a:lnTo>
                    <a:pt x="5733" y="956"/>
                  </a:lnTo>
                  <a:lnTo>
                    <a:pt x="4300" y="4300"/>
                  </a:lnTo>
                  <a:lnTo>
                    <a:pt x="2866" y="4777"/>
                  </a:lnTo>
                  <a:lnTo>
                    <a:pt x="1911" y="5733"/>
                  </a:lnTo>
                  <a:lnTo>
                    <a:pt x="955" y="6210"/>
                  </a:lnTo>
                  <a:lnTo>
                    <a:pt x="478" y="5733"/>
                  </a:lnTo>
                  <a:lnTo>
                    <a:pt x="0" y="4777"/>
                  </a:lnTo>
                  <a:lnTo>
                    <a:pt x="955" y="4300"/>
                  </a:lnTo>
                  <a:lnTo>
                    <a:pt x="1911" y="2866"/>
                  </a:lnTo>
                  <a:lnTo>
                    <a:pt x="4777" y="1433"/>
                  </a:lnTo>
                  <a:lnTo>
                    <a:pt x="5733" y="0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4" name="Freeform 1513">
              <a:extLst>
                <a:ext uri="{FF2B5EF4-FFF2-40B4-BE49-F238E27FC236}">
                  <a16:creationId xmlns:a16="http://schemas.microsoft.com/office/drawing/2014/main" id="{2A99483B-F75E-EBDC-351A-9BAE99654D1A}"/>
                </a:ext>
              </a:extLst>
            </p:cNvPr>
            <p:cNvSpPr/>
            <p:nvPr/>
          </p:nvSpPr>
          <p:spPr>
            <a:xfrm>
              <a:off x="6669752" y="4823276"/>
              <a:ext cx="4777" cy="10032"/>
            </a:xfrm>
            <a:custGeom>
              <a:avLst/>
              <a:gdLst>
                <a:gd name="csX0" fmla="*/ 4777 w 4777"/>
                <a:gd name="csY0" fmla="*/ 0 h 10032"/>
                <a:gd name="csX1" fmla="*/ 4777 w 4777"/>
                <a:gd name="csY1" fmla="*/ 956 h 10032"/>
                <a:gd name="csX2" fmla="*/ 4300 w 4777"/>
                <a:gd name="csY2" fmla="*/ 1911 h 10032"/>
                <a:gd name="csX3" fmla="*/ 4300 w 4777"/>
                <a:gd name="csY3" fmla="*/ 4777 h 10032"/>
                <a:gd name="csX4" fmla="*/ 4300 w 4777"/>
                <a:gd name="csY4" fmla="*/ 6210 h 10032"/>
                <a:gd name="csX5" fmla="*/ 3344 w 4777"/>
                <a:gd name="csY5" fmla="*/ 9077 h 10032"/>
                <a:gd name="csX6" fmla="*/ 2389 w 4777"/>
                <a:gd name="csY6" fmla="*/ 10032 h 10032"/>
                <a:gd name="csX7" fmla="*/ 1433 w 4777"/>
                <a:gd name="csY7" fmla="*/ 9555 h 10032"/>
                <a:gd name="csX8" fmla="*/ 956 w 4777"/>
                <a:gd name="csY8" fmla="*/ 9077 h 10032"/>
                <a:gd name="csX9" fmla="*/ 0 w 4777"/>
                <a:gd name="csY9" fmla="*/ 8599 h 10032"/>
                <a:gd name="csX10" fmla="*/ 1433 w 4777"/>
                <a:gd name="csY10" fmla="*/ 3822 h 10032"/>
                <a:gd name="csX11" fmla="*/ 956 w 4777"/>
                <a:gd name="csY11" fmla="*/ 478 h 10032"/>
                <a:gd name="csX12" fmla="*/ 2866 w 4777"/>
                <a:gd name="csY12" fmla="*/ 956 h 10032"/>
                <a:gd name="csX13" fmla="*/ 4777 w 4777"/>
                <a:gd name="csY13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777" h="10032">
                  <a:moveTo>
                    <a:pt x="4777" y="0"/>
                  </a:moveTo>
                  <a:lnTo>
                    <a:pt x="4777" y="956"/>
                  </a:lnTo>
                  <a:lnTo>
                    <a:pt x="4300" y="1911"/>
                  </a:lnTo>
                  <a:lnTo>
                    <a:pt x="4300" y="4777"/>
                  </a:lnTo>
                  <a:lnTo>
                    <a:pt x="4300" y="6210"/>
                  </a:lnTo>
                  <a:lnTo>
                    <a:pt x="3344" y="9077"/>
                  </a:lnTo>
                  <a:lnTo>
                    <a:pt x="2389" y="10032"/>
                  </a:lnTo>
                  <a:lnTo>
                    <a:pt x="1433" y="9555"/>
                  </a:lnTo>
                  <a:lnTo>
                    <a:pt x="956" y="9077"/>
                  </a:lnTo>
                  <a:lnTo>
                    <a:pt x="0" y="8599"/>
                  </a:lnTo>
                  <a:lnTo>
                    <a:pt x="1433" y="3822"/>
                  </a:lnTo>
                  <a:lnTo>
                    <a:pt x="956" y="478"/>
                  </a:lnTo>
                  <a:lnTo>
                    <a:pt x="2866" y="956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5" name="Freeform 1514">
              <a:extLst>
                <a:ext uri="{FF2B5EF4-FFF2-40B4-BE49-F238E27FC236}">
                  <a16:creationId xmlns:a16="http://schemas.microsoft.com/office/drawing/2014/main" id="{CA5D334C-D034-9956-78DC-E0AD899917C5}"/>
                </a:ext>
              </a:extLst>
            </p:cNvPr>
            <p:cNvSpPr/>
            <p:nvPr/>
          </p:nvSpPr>
          <p:spPr>
            <a:xfrm>
              <a:off x="6670230" y="4664670"/>
              <a:ext cx="3822" cy="5255"/>
            </a:xfrm>
            <a:custGeom>
              <a:avLst/>
              <a:gdLst>
                <a:gd name="csX0" fmla="*/ 3822 w 3822"/>
                <a:gd name="csY0" fmla="*/ 0 h 5255"/>
                <a:gd name="csX1" fmla="*/ 2389 w 3822"/>
                <a:gd name="csY1" fmla="*/ 1911 h 5255"/>
                <a:gd name="csX2" fmla="*/ 0 w 3822"/>
                <a:gd name="csY2" fmla="*/ 5255 h 5255"/>
                <a:gd name="csX3" fmla="*/ 0 w 3822"/>
                <a:gd name="csY3" fmla="*/ 5255 h 5255"/>
                <a:gd name="csX4" fmla="*/ 2389 w 3822"/>
                <a:gd name="csY4" fmla="*/ 1911 h 5255"/>
                <a:gd name="csX5" fmla="*/ 3344 w 3822"/>
                <a:gd name="csY5" fmla="*/ 0 h 5255"/>
                <a:gd name="csX6" fmla="*/ 3822 w 3822"/>
                <a:gd name="csY6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2" h="5255">
                  <a:moveTo>
                    <a:pt x="3822" y="0"/>
                  </a:moveTo>
                  <a:lnTo>
                    <a:pt x="2389" y="1911"/>
                  </a:lnTo>
                  <a:lnTo>
                    <a:pt x="0" y="5255"/>
                  </a:lnTo>
                  <a:lnTo>
                    <a:pt x="0" y="5255"/>
                  </a:lnTo>
                  <a:lnTo>
                    <a:pt x="2389" y="1911"/>
                  </a:lnTo>
                  <a:lnTo>
                    <a:pt x="3344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6" name="Freeform 1515">
              <a:extLst>
                <a:ext uri="{FF2B5EF4-FFF2-40B4-BE49-F238E27FC236}">
                  <a16:creationId xmlns:a16="http://schemas.microsoft.com/office/drawing/2014/main" id="{0E1FA280-CCE4-BA95-4B68-D7E297615D01}"/>
                </a:ext>
              </a:extLst>
            </p:cNvPr>
            <p:cNvSpPr/>
            <p:nvPr/>
          </p:nvSpPr>
          <p:spPr>
            <a:xfrm>
              <a:off x="6672618" y="3726409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956 w 955"/>
                <a:gd name="csY1" fmla="*/ 478 h 477"/>
                <a:gd name="csX2" fmla="*/ 0 w 955"/>
                <a:gd name="csY2" fmla="*/ 0 h 477"/>
                <a:gd name="csX3" fmla="*/ 956 w 955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7" name="Freeform 1516">
              <a:extLst>
                <a:ext uri="{FF2B5EF4-FFF2-40B4-BE49-F238E27FC236}">
                  <a16:creationId xmlns:a16="http://schemas.microsoft.com/office/drawing/2014/main" id="{BAB0AAB0-DF9F-5C8E-6B45-C34E72BB174F}"/>
                </a:ext>
              </a:extLst>
            </p:cNvPr>
            <p:cNvSpPr/>
            <p:nvPr/>
          </p:nvSpPr>
          <p:spPr>
            <a:xfrm>
              <a:off x="6668319" y="4933154"/>
              <a:ext cx="5254" cy="955"/>
            </a:xfrm>
            <a:custGeom>
              <a:avLst/>
              <a:gdLst>
                <a:gd name="csX0" fmla="*/ 5255 w 5254"/>
                <a:gd name="csY0" fmla="*/ 0 h 955"/>
                <a:gd name="csX1" fmla="*/ 5255 w 5254"/>
                <a:gd name="csY1" fmla="*/ 0 h 955"/>
                <a:gd name="csX2" fmla="*/ 2389 w 5254"/>
                <a:gd name="csY2" fmla="*/ 478 h 955"/>
                <a:gd name="csX3" fmla="*/ 0 w 5254"/>
                <a:gd name="csY3" fmla="*/ 956 h 955"/>
                <a:gd name="csX4" fmla="*/ 2866 w 5254"/>
                <a:gd name="csY4" fmla="*/ 478 h 955"/>
                <a:gd name="csX5" fmla="*/ 5255 w 5254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54" h="955">
                  <a:moveTo>
                    <a:pt x="5255" y="0"/>
                  </a:moveTo>
                  <a:lnTo>
                    <a:pt x="5255" y="0"/>
                  </a:lnTo>
                  <a:lnTo>
                    <a:pt x="2389" y="478"/>
                  </a:lnTo>
                  <a:lnTo>
                    <a:pt x="0" y="956"/>
                  </a:lnTo>
                  <a:lnTo>
                    <a:pt x="2866" y="478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8" name="Freeform 1517">
              <a:extLst>
                <a:ext uri="{FF2B5EF4-FFF2-40B4-BE49-F238E27FC236}">
                  <a16:creationId xmlns:a16="http://schemas.microsoft.com/office/drawing/2014/main" id="{CE4ABED1-7D83-6631-C367-230670C60DEF}"/>
                </a:ext>
              </a:extLst>
            </p:cNvPr>
            <p:cNvSpPr/>
            <p:nvPr/>
          </p:nvSpPr>
          <p:spPr>
            <a:xfrm>
              <a:off x="6669752" y="3725454"/>
              <a:ext cx="2866" cy="955"/>
            </a:xfrm>
            <a:custGeom>
              <a:avLst/>
              <a:gdLst>
                <a:gd name="csX0" fmla="*/ 2389 w 2866"/>
                <a:gd name="csY0" fmla="*/ 478 h 955"/>
                <a:gd name="csX1" fmla="*/ 2866 w 2866"/>
                <a:gd name="csY1" fmla="*/ 955 h 955"/>
                <a:gd name="csX2" fmla="*/ 0 w 2866"/>
                <a:gd name="csY2" fmla="*/ 478 h 955"/>
                <a:gd name="csX3" fmla="*/ 0 w 2866"/>
                <a:gd name="csY3" fmla="*/ 0 h 955"/>
                <a:gd name="csX4" fmla="*/ 2389 w 2866"/>
                <a:gd name="csY4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955">
                  <a:moveTo>
                    <a:pt x="2389" y="478"/>
                  </a:moveTo>
                  <a:lnTo>
                    <a:pt x="2866" y="955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9" name="Freeform 1518">
              <a:extLst>
                <a:ext uri="{FF2B5EF4-FFF2-40B4-BE49-F238E27FC236}">
                  <a16:creationId xmlns:a16="http://schemas.microsoft.com/office/drawing/2014/main" id="{52585269-42E6-4DBC-AC5B-930FDC83F203}"/>
                </a:ext>
              </a:extLst>
            </p:cNvPr>
            <p:cNvSpPr/>
            <p:nvPr/>
          </p:nvSpPr>
          <p:spPr>
            <a:xfrm>
              <a:off x="6661153" y="3691057"/>
              <a:ext cx="8598" cy="5255"/>
            </a:xfrm>
            <a:custGeom>
              <a:avLst/>
              <a:gdLst>
                <a:gd name="csX0" fmla="*/ 8599 w 8598"/>
                <a:gd name="csY0" fmla="*/ 5255 h 5255"/>
                <a:gd name="csX1" fmla="*/ 5255 w 8598"/>
                <a:gd name="csY1" fmla="*/ 2866 h 5255"/>
                <a:gd name="csX2" fmla="*/ 3344 w 8598"/>
                <a:gd name="csY2" fmla="*/ 2866 h 5255"/>
                <a:gd name="csX3" fmla="*/ 1910 w 8598"/>
                <a:gd name="csY3" fmla="*/ 2866 h 5255"/>
                <a:gd name="csX4" fmla="*/ 955 w 8598"/>
                <a:gd name="csY4" fmla="*/ 1433 h 5255"/>
                <a:gd name="csX5" fmla="*/ 0 w 8598"/>
                <a:gd name="csY5" fmla="*/ 0 h 5255"/>
                <a:gd name="csX6" fmla="*/ 955 w 8598"/>
                <a:gd name="csY6" fmla="*/ 1433 h 5255"/>
                <a:gd name="csX7" fmla="*/ 1910 w 8598"/>
                <a:gd name="csY7" fmla="*/ 2389 h 5255"/>
                <a:gd name="csX8" fmla="*/ 3344 w 8598"/>
                <a:gd name="csY8" fmla="*/ 2866 h 5255"/>
                <a:gd name="csX9" fmla="*/ 5255 w 8598"/>
                <a:gd name="csY9" fmla="*/ 2866 h 5255"/>
                <a:gd name="csX10" fmla="*/ 8599 w 8598"/>
                <a:gd name="csY10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8598" h="5255">
                  <a:moveTo>
                    <a:pt x="8599" y="5255"/>
                  </a:moveTo>
                  <a:lnTo>
                    <a:pt x="5255" y="2866"/>
                  </a:lnTo>
                  <a:lnTo>
                    <a:pt x="3344" y="2866"/>
                  </a:lnTo>
                  <a:lnTo>
                    <a:pt x="1910" y="2866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955" y="1433"/>
                  </a:lnTo>
                  <a:lnTo>
                    <a:pt x="1910" y="2389"/>
                  </a:lnTo>
                  <a:lnTo>
                    <a:pt x="3344" y="2866"/>
                  </a:lnTo>
                  <a:lnTo>
                    <a:pt x="5255" y="2866"/>
                  </a:lnTo>
                  <a:lnTo>
                    <a:pt x="8599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0" name="Freeform 1519">
              <a:extLst>
                <a:ext uri="{FF2B5EF4-FFF2-40B4-BE49-F238E27FC236}">
                  <a16:creationId xmlns:a16="http://schemas.microsoft.com/office/drawing/2014/main" id="{AF448539-AED0-2FC4-5186-F3AF1670CA87}"/>
                </a:ext>
              </a:extLst>
            </p:cNvPr>
            <p:cNvSpPr/>
            <p:nvPr/>
          </p:nvSpPr>
          <p:spPr>
            <a:xfrm>
              <a:off x="6660675" y="4838085"/>
              <a:ext cx="7644" cy="13376"/>
            </a:xfrm>
            <a:custGeom>
              <a:avLst/>
              <a:gdLst>
                <a:gd name="csX0" fmla="*/ 6211 w 7644"/>
                <a:gd name="csY0" fmla="*/ 8121 h 13376"/>
                <a:gd name="csX1" fmla="*/ 7644 w 7644"/>
                <a:gd name="csY1" fmla="*/ 11943 h 13376"/>
                <a:gd name="csX2" fmla="*/ 7644 w 7644"/>
                <a:gd name="csY2" fmla="*/ 12899 h 13376"/>
                <a:gd name="csX3" fmla="*/ 6688 w 7644"/>
                <a:gd name="csY3" fmla="*/ 13377 h 13376"/>
                <a:gd name="csX4" fmla="*/ 6211 w 7644"/>
                <a:gd name="csY4" fmla="*/ 13377 h 13376"/>
                <a:gd name="csX5" fmla="*/ 5255 w 7644"/>
                <a:gd name="csY5" fmla="*/ 12899 h 13376"/>
                <a:gd name="csX6" fmla="*/ 4777 w 7644"/>
                <a:gd name="csY6" fmla="*/ 11466 h 13376"/>
                <a:gd name="csX7" fmla="*/ 4300 w 7644"/>
                <a:gd name="csY7" fmla="*/ 11943 h 13376"/>
                <a:gd name="csX8" fmla="*/ 2867 w 7644"/>
                <a:gd name="csY8" fmla="*/ 10032 h 13376"/>
                <a:gd name="csX9" fmla="*/ 1433 w 7644"/>
                <a:gd name="csY9" fmla="*/ 10032 h 13376"/>
                <a:gd name="csX10" fmla="*/ 0 w 7644"/>
                <a:gd name="csY10" fmla="*/ 8121 h 13376"/>
                <a:gd name="csX11" fmla="*/ 478 w 7644"/>
                <a:gd name="csY11" fmla="*/ 6688 h 13376"/>
                <a:gd name="csX12" fmla="*/ 478 w 7644"/>
                <a:gd name="csY12" fmla="*/ 3822 h 13376"/>
                <a:gd name="csX13" fmla="*/ 1911 w 7644"/>
                <a:gd name="csY13" fmla="*/ 2389 h 13376"/>
                <a:gd name="csX14" fmla="*/ 2389 w 7644"/>
                <a:gd name="csY14" fmla="*/ 0 h 13376"/>
                <a:gd name="csX15" fmla="*/ 3344 w 7644"/>
                <a:gd name="csY15" fmla="*/ 1433 h 13376"/>
                <a:gd name="csX16" fmla="*/ 3822 w 7644"/>
                <a:gd name="csY16" fmla="*/ 4300 h 13376"/>
                <a:gd name="csX17" fmla="*/ 5255 w 7644"/>
                <a:gd name="csY17" fmla="*/ 7166 h 13376"/>
                <a:gd name="csX18" fmla="*/ 6211 w 7644"/>
                <a:gd name="csY18" fmla="*/ 8121 h 13376"/>
                <a:gd name="csX19" fmla="*/ 6211 w 7644"/>
                <a:gd name="csY19" fmla="*/ 8121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7644" h="13376">
                  <a:moveTo>
                    <a:pt x="6211" y="8121"/>
                  </a:moveTo>
                  <a:lnTo>
                    <a:pt x="7644" y="11943"/>
                  </a:lnTo>
                  <a:lnTo>
                    <a:pt x="7644" y="12899"/>
                  </a:lnTo>
                  <a:lnTo>
                    <a:pt x="6688" y="13377"/>
                  </a:lnTo>
                  <a:lnTo>
                    <a:pt x="6211" y="13377"/>
                  </a:lnTo>
                  <a:lnTo>
                    <a:pt x="5255" y="12899"/>
                  </a:lnTo>
                  <a:lnTo>
                    <a:pt x="4777" y="11466"/>
                  </a:lnTo>
                  <a:lnTo>
                    <a:pt x="4300" y="11943"/>
                  </a:lnTo>
                  <a:lnTo>
                    <a:pt x="2867" y="10032"/>
                  </a:lnTo>
                  <a:lnTo>
                    <a:pt x="1433" y="10032"/>
                  </a:lnTo>
                  <a:lnTo>
                    <a:pt x="0" y="8121"/>
                  </a:lnTo>
                  <a:lnTo>
                    <a:pt x="478" y="6688"/>
                  </a:lnTo>
                  <a:lnTo>
                    <a:pt x="478" y="3822"/>
                  </a:lnTo>
                  <a:lnTo>
                    <a:pt x="1911" y="2389"/>
                  </a:lnTo>
                  <a:lnTo>
                    <a:pt x="2389" y="0"/>
                  </a:lnTo>
                  <a:lnTo>
                    <a:pt x="3344" y="1433"/>
                  </a:lnTo>
                  <a:lnTo>
                    <a:pt x="3822" y="4300"/>
                  </a:lnTo>
                  <a:lnTo>
                    <a:pt x="5255" y="7166"/>
                  </a:lnTo>
                  <a:lnTo>
                    <a:pt x="6211" y="8121"/>
                  </a:lnTo>
                  <a:lnTo>
                    <a:pt x="6211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1" name="Freeform 1520">
              <a:extLst>
                <a:ext uri="{FF2B5EF4-FFF2-40B4-BE49-F238E27FC236}">
                  <a16:creationId xmlns:a16="http://schemas.microsoft.com/office/drawing/2014/main" id="{D8499BAC-FB9D-D363-83AA-CCE22F0E046B}"/>
                </a:ext>
              </a:extLst>
            </p:cNvPr>
            <p:cNvSpPr/>
            <p:nvPr/>
          </p:nvSpPr>
          <p:spPr>
            <a:xfrm>
              <a:off x="6662586" y="4671836"/>
              <a:ext cx="5254" cy="477"/>
            </a:xfrm>
            <a:custGeom>
              <a:avLst/>
              <a:gdLst>
                <a:gd name="csX0" fmla="*/ 5255 w 5254"/>
                <a:gd name="csY0" fmla="*/ 0 h 477"/>
                <a:gd name="csX1" fmla="*/ 4300 w 5254"/>
                <a:gd name="csY1" fmla="*/ 478 h 477"/>
                <a:gd name="csX2" fmla="*/ 0 w 5254"/>
                <a:gd name="csY2" fmla="*/ 0 h 477"/>
                <a:gd name="csX3" fmla="*/ 4300 w 5254"/>
                <a:gd name="csY3" fmla="*/ 0 h 477"/>
                <a:gd name="csX4" fmla="*/ 5255 w 5254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477">
                  <a:moveTo>
                    <a:pt x="5255" y="0"/>
                  </a:moveTo>
                  <a:lnTo>
                    <a:pt x="4300" y="478"/>
                  </a:lnTo>
                  <a:lnTo>
                    <a:pt x="0" y="0"/>
                  </a:lnTo>
                  <a:lnTo>
                    <a:pt x="4300" y="0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2" name="Freeform 1521">
              <a:extLst>
                <a:ext uri="{FF2B5EF4-FFF2-40B4-BE49-F238E27FC236}">
                  <a16:creationId xmlns:a16="http://schemas.microsoft.com/office/drawing/2014/main" id="{CCA93301-60F5-97B8-8473-680E31B1CCD1}"/>
                </a:ext>
              </a:extLst>
            </p:cNvPr>
            <p:cNvSpPr/>
            <p:nvPr/>
          </p:nvSpPr>
          <p:spPr>
            <a:xfrm>
              <a:off x="6659242" y="4020213"/>
              <a:ext cx="7643" cy="477"/>
            </a:xfrm>
            <a:custGeom>
              <a:avLst/>
              <a:gdLst>
                <a:gd name="csX0" fmla="*/ 7644 w 7643"/>
                <a:gd name="csY0" fmla="*/ 0 h 477"/>
                <a:gd name="csX1" fmla="*/ 4777 w 7643"/>
                <a:gd name="csY1" fmla="*/ 478 h 477"/>
                <a:gd name="csX2" fmla="*/ 0 w 7643"/>
                <a:gd name="csY2" fmla="*/ 478 h 477"/>
                <a:gd name="csX3" fmla="*/ 4777 w 7643"/>
                <a:gd name="csY3" fmla="*/ 478 h 477"/>
                <a:gd name="csX4" fmla="*/ 7644 w 7643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477">
                  <a:moveTo>
                    <a:pt x="7644" y="0"/>
                  </a:moveTo>
                  <a:lnTo>
                    <a:pt x="4777" y="478"/>
                  </a:lnTo>
                  <a:lnTo>
                    <a:pt x="0" y="478"/>
                  </a:lnTo>
                  <a:lnTo>
                    <a:pt x="4777" y="478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3" name="Freeform 1522">
              <a:extLst>
                <a:ext uri="{FF2B5EF4-FFF2-40B4-BE49-F238E27FC236}">
                  <a16:creationId xmlns:a16="http://schemas.microsoft.com/office/drawing/2014/main" id="{7316A925-D490-A397-232F-1ABD06A37BE7}"/>
                </a:ext>
              </a:extLst>
            </p:cNvPr>
            <p:cNvSpPr/>
            <p:nvPr/>
          </p:nvSpPr>
          <p:spPr>
            <a:xfrm>
              <a:off x="6660675" y="4935065"/>
              <a:ext cx="5255" cy="2388"/>
            </a:xfrm>
            <a:custGeom>
              <a:avLst/>
              <a:gdLst>
                <a:gd name="csX0" fmla="*/ 5255 w 5255"/>
                <a:gd name="csY0" fmla="*/ 0 h 2388"/>
                <a:gd name="csX1" fmla="*/ 2867 w 5255"/>
                <a:gd name="csY1" fmla="*/ 1911 h 2388"/>
                <a:gd name="csX2" fmla="*/ 0 w 5255"/>
                <a:gd name="csY2" fmla="*/ 2389 h 2388"/>
                <a:gd name="csX3" fmla="*/ 2867 w 5255"/>
                <a:gd name="csY3" fmla="*/ 1911 h 2388"/>
                <a:gd name="csX4" fmla="*/ 5255 w 5255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5" h="2388">
                  <a:moveTo>
                    <a:pt x="5255" y="0"/>
                  </a:moveTo>
                  <a:lnTo>
                    <a:pt x="2867" y="1911"/>
                  </a:lnTo>
                  <a:lnTo>
                    <a:pt x="0" y="2389"/>
                  </a:lnTo>
                  <a:lnTo>
                    <a:pt x="2867" y="1911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4" name="Freeform 1523">
              <a:extLst>
                <a:ext uri="{FF2B5EF4-FFF2-40B4-BE49-F238E27FC236}">
                  <a16:creationId xmlns:a16="http://schemas.microsoft.com/office/drawing/2014/main" id="{98546F70-2CB1-FC1B-1BB4-E9F11CD05718}"/>
                </a:ext>
              </a:extLst>
            </p:cNvPr>
            <p:cNvSpPr/>
            <p:nvPr/>
          </p:nvSpPr>
          <p:spPr>
            <a:xfrm>
              <a:off x="6577072" y="4093783"/>
              <a:ext cx="85991" cy="88379"/>
            </a:xfrm>
            <a:custGeom>
              <a:avLst/>
              <a:gdLst>
                <a:gd name="csX0" fmla="*/ 85036 w 85991"/>
                <a:gd name="csY0" fmla="*/ 21976 h 88379"/>
                <a:gd name="csX1" fmla="*/ 85991 w 85991"/>
                <a:gd name="csY1" fmla="*/ 24364 h 88379"/>
                <a:gd name="csX2" fmla="*/ 83125 w 85991"/>
                <a:gd name="csY2" fmla="*/ 26753 h 88379"/>
                <a:gd name="csX3" fmla="*/ 80259 w 85991"/>
                <a:gd name="csY3" fmla="*/ 29142 h 88379"/>
                <a:gd name="csX4" fmla="*/ 79304 w 85991"/>
                <a:gd name="csY4" fmla="*/ 29619 h 88379"/>
                <a:gd name="csX5" fmla="*/ 78348 w 85991"/>
                <a:gd name="csY5" fmla="*/ 30097 h 88379"/>
                <a:gd name="csX6" fmla="*/ 75481 w 85991"/>
                <a:gd name="csY6" fmla="*/ 30575 h 88379"/>
                <a:gd name="csX7" fmla="*/ 69749 w 85991"/>
                <a:gd name="csY7" fmla="*/ 32008 h 88379"/>
                <a:gd name="csX8" fmla="*/ 67838 w 85991"/>
                <a:gd name="csY8" fmla="*/ 32963 h 88379"/>
                <a:gd name="csX9" fmla="*/ 62583 w 85991"/>
                <a:gd name="csY9" fmla="*/ 33919 h 88379"/>
                <a:gd name="csX10" fmla="*/ 55895 w 85991"/>
                <a:gd name="csY10" fmla="*/ 35830 h 88379"/>
                <a:gd name="csX11" fmla="*/ 50162 w 85991"/>
                <a:gd name="csY11" fmla="*/ 37263 h 88379"/>
                <a:gd name="csX12" fmla="*/ 44429 w 85991"/>
                <a:gd name="csY12" fmla="*/ 38696 h 88379"/>
                <a:gd name="csX13" fmla="*/ 39652 w 85991"/>
                <a:gd name="csY13" fmla="*/ 40129 h 88379"/>
                <a:gd name="csX14" fmla="*/ 42518 w 85991"/>
                <a:gd name="csY14" fmla="*/ 42996 h 88379"/>
                <a:gd name="csX15" fmla="*/ 42518 w 85991"/>
                <a:gd name="csY15" fmla="*/ 42996 h 88379"/>
                <a:gd name="csX16" fmla="*/ 46818 w 85991"/>
                <a:gd name="csY16" fmla="*/ 47773 h 88379"/>
                <a:gd name="csX17" fmla="*/ 49684 w 85991"/>
                <a:gd name="csY17" fmla="*/ 50639 h 88379"/>
                <a:gd name="csX18" fmla="*/ 53506 w 85991"/>
                <a:gd name="csY18" fmla="*/ 54461 h 88379"/>
                <a:gd name="csX19" fmla="*/ 56372 w 85991"/>
                <a:gd name="csY19" fmla="*/ 57805 h 88379"/>
                <a:gd name="csX20" fmla="*/ 59716 w 85991"/>
                <a:gd name="csY20" fmla="*/ 61149 h 88379"/>
                <a:gd name="csX21" fmla="*/ 57328 w 85991"/>
                <a:gd name="csY21" fmla="*/ 62583 h 88379"/>
                <a:gd name="csX22" fmla="*/ 53506 w 85991"/>
                <a:gd name="csY22" fmla="*/ 64493 h 88379"/>
                <a:gd name="csX23" fmla="*/ 53506 w 85991"/>
                <a:gd name="csY23" fmla="*/ 64971 h 88379"/>
                <a:gd name="csX24" fmla="*/ 53028 w 85991"/>
                <a:gd name="csY24" fmla="*/ 64971 h 88379"/>
                <a:gd name="csX25" fmla="*/ 51595 w 85991"/>
                <a:gd name="csY25" fmla="*/ 68793 h 88379"/>
                <a:gd name="csX26" fmla="*/ 50162 w 85991"/>
                <a:gd name="csY26" fmla="*/ 71659 h 88379"/>
                <a:gd name="csX27" fmla="*/ 49684 w 85991"/>
                <a:gd name="csY27" fmla="*/ 71659 h 88379"/>
                <a:gd name="csX28" fmla="*/ 44429 w 85991"/>
                <a:gd name="csY28" fmla="*/ 72615 h 88379"/>
                <a:gd name="csX29" fmla="*/ 39174 w 85991"/>
                <a:gd name="csY29" fmla="*/ 74048 h 88379"/>
                <a:gd name="csX30" fmla="*/ 36308 w 85991"/>
                <a:gd name="csY30" fmla="*/ 74526 h 88379"/>
                <a:gd name="csX31" fmla="*/ 35352 w 85991"/>
                <a:gd name="csY31" fmla="*/ 74526 h 88379"/>
                <a:gd name="csX32" fmla="*/ 34397 w 85991"/>
                <a:gd name="csY32" fmla="*/ 75481 h 88379"/>
                <a:gd name="csX33" fmla="*/ 32486 w 85991"/>
                <a:gd name="csY33" fmla="*/ 78825 h 88379"/>
                <a:gd name="csX34" fmla="*/ 30097 w 85991"/>
                <a:gd name="csY34" fmla="*/ 82170 h 88379"/>
                <a:gd name="csX35" fmla="*/ 26275 w 85991"/>
                <a:gd name="csY35" fmla="*/ 85036 h 88379"/>
                <a:gd name="csX36" fmla="*/ 21976 w 85991"/>
                <a:gd name="csY36" fmla="*/ 88380 h 88379"/>
                <a:gd name="csX37" fmla="*/ 21020 w 85991"/>
                <a:gd name="csY37" fmla="*/ 88380 h 88379"/>
                <a:gd name="csX38" fmla="*/ 17676 w 85991"/>
                <a:gd name="csY38" fmla="*/ 87902 h 88379"/>
                <a:gd name="csX39" fmla="*/ 12421 w 85991"/>
                <a:gd name="csY39" fmla="*/ 87424 h 88379"/>
                <a:gd name="csX40" fmla="*/ 7644 w 85991"/>
                <a:gd name="csY40" fmla="*/ 86469 h 88379"/>
                <a:gd name="csX41" fmla="*/ 3822 w 85991"/>
                <a:gd name="csY41" fmla="*/ 85991 h 88379"/>
                <a:gd name="csX42" fmla="*/ 0 w 85991"/>
                <a:gd name="csY42" fmla="*/ 85036 h 88379"/>
                <a:gd name="csX43" fmla="*/ 478 w 85991"/>
                <a:gd name="csY43" fmla="*/ 82647 h 88379"/>
                <a:gd name="csX44" fmla="*/ 0 w 85991"/>
                <a:gd name="csY44" fmla="*/ 81214 h 88379"/>
                <a:gd name="csX45" fmla="*/ 1433 w 85991"/>
                <a:gd name="csY45" fmla="*/ 75959 h 88379"/>
                <a:gd name="csX46" fmla="*/ 1911 w 85991"/>
                <a:gd name="csY46" fmla="*/ 74048 h 88379"/>
                <a:gd name="csX47" fmla="*/ 1911 w 85991"/>
                <a:gd name="csY47" fmla="*/ 72137 h 88379"/>
                <a:gd name="csX48" fmla="*/ 3822 w 85991"/>
                <a:gd name="csY48" fmla="*/ 68793 h 88379"/>
                <a:gd name="csX49" fmla="*/ 3344 w 85991"/>
                <a:gd name="csY49" fmla="*/ 67838 h 88379"/>
                <a:gd name="csX50" fmla="*/ 3822 w 85991"/>
                <a:gd name="csY50" fmla="*/ 63538 h 88379"/>
                <a:gd name="csX51" fmla="*/ 3344 w 85991"/>
                <a:gd name="csY51" fmla="*/ 63060 h 88379"/>
                <a:gd name="csX52" fmla="*/ 4300 w 85991"/>
                <a:gd name="csY52" fmla="*/ 60672 h 88379"/>
                <a:gd name="csX53" fmla="*/ 5255 w 85991"/>
                <a:gd name="csY53" fmla="*/ 57805 h 88379"/>
                <a:gd name="csX54" fmla="*/ 6688 w 85991"/>
                <a:gd name="csY54" fmla="*/ 54939 h 88379"/>
                <a:gd name="csX55" fmla="*/ 7166 w 85991"/>
                <a:gd name="csY55" fmla="*/ 53506 h 88379"/>
                <a:gd name="csX56" fmla="*/ 8599 w 85991"/>
                <a:gd name="csY56" fmla="*/ 51117 h 88379"/>
                <a:gd name="csX57" fmla="*/ 9555 w 85991"/>
                <a:gd name="csY57" fmla="*/ 47773 h 88379"/>
                <a:gd name="csX58" fmla="*/ 9077 w 85991"/>
                <a:gd name="csY58" fmla="*/ 46340 h 88379"/>
                <a:gd name="csX59" fmla="*/ 8599 w 85991"/>
                <a:gd name="csY59" fmla="*/ 45862 h 88379"/>
                <a:gd name="csX60" fmla="*/ 9077 w 85991"/>
                <a:gd name="csY60" fmla="*/ 43951 h 88379"/>
                <a:gd name="csX61" fmla="*/ 9077 w 85991"/>
                <a:gd name="csY61" fmla="*/ 43951 h 88379"/>
                <a:gd name="csX62" fmla="*/ 9555 w 85991"/>
                <a:gd name="csY62" fmla="*/ 40607 h 88379"/>
                <a:gd name="csX63" fmla="*/ 10033 w 85991"/>
                <a:gd name="csY63" fmla="*/ 38696 h 88379"/>
                <a:gd name="csX64" fmla="*/ 10510 w 85991"/>
                <a:gd name="csY64" fmla="*/ 36308 h 88379"/>
                <a:gd name="csX65" fmla="*/ 11943 w 85991"/>
                <a:gd name="csY65" fmla="*/ 34397 h 88379"/>
                <a:gd name="csX66" fmla="*/ 11466 w 85991"/>
                <a:gd name="csY66" fmla="*/ 29619 h 88379"/>
                <a:gd name="csX67" fmla="*/ 11466 w 85991"/>
                <a:gd name="csY67" fmla="*/ 27231 h 88379"/>
                <a:gd name="csX68" fmla="*/ 11943 w 85991"/>
                <a:gd name="csY68" fmla="*/ 24364 h 88379"/>
                <a:gd name="csX69" fmla="*/ 11466 w 85991"/>
                <a:gd name="csY69" fmla="*/ 21020 h 88379"/>
                <a:gd name="csX70" fmla="*/ 11943 w 85991"/>
                <a:gd name="csY70" fmla="*/ 16243 h 88379"/>
                <a:gd name="csX71" fmla="*/ 11943 w 85991"/>
                <a:gd name="csY71" fmla="*/ 15765 h 88379"/>
                <a:gd name="csX72" fmla="*/ 12421 w 85991"/>
                <a:gd name="csY72" fmla="*/ 15287 h 88379"/>
                <a:gd name="csX73" fmla="*/ 12899 w 85991"/>
                <a:gd name="csY73" fmla="*/ 14810 h 88379"/>
                <a:gd name="csX74" fmla="*/ 15288 w 85991"/>
                <a:gd name="csY74" fmla="*/ 13854 h 88379"/>
                <a:gd name="csX75" fmla="*/ 16243 w 85991"/>
                <a:gd name="csY75" fmla="*/ 13854 h 88379"/>
                <a:gd name="csX76" fmla="*/ 18632 w 85991"/>
                <a:gd name="csY76" fmla="*/ 14332 h 88379"/>
                <a:gd name="csX77" fmla="*/ 19587 w 85991"/>
                <a:gd name="csY77" fmla="*/ 15287 h 88379"/>
                <a:gd name="csX78" fmla="*/ 21976 w 85991"/>
                <a:gd name="csY78" fmla="*/ 18154 h 88379"/>
                <a:gd name="csX79" fmla="*/ 24842 w 85991"/>
                <a:gd name="csY79" fmla="*/ 19109 h 88379"/>
                <a:gd name="csX80" fmla="*/ 26275 w 85991"/>
                <a:gd name="csY80" fmla="*/ 19587 h 88379"/>
                <a:gd name="csX81" fmla="*/ 27709 w 85991"/>
                <a:gd name="csY81" fmla="*/ 21020 h 88379"/>
                <a:gd name="csX82" fmla="*/ 30097 w 85991"/>
                <a:gd name="csY82" fmla="*/ 21976 h 88379"/>
                <a:gd name="csX83" fmla="*/ 36786 w 85991"/>
                <a:gd name="csY83" fmla="*/ 22453 h 88379"/>
                <a:gd name="csX84" fmla="*/ 42040 w 85991"/>
                <a:gd name="csY84" fmla="*/ 19587 h 88379"/>
                <a:gd name="csX85" fmla="*/ 46818 w 85991"/>
                <a:gd name="csY85" fmla="*/ 16721 h 88379"/>
                <a:gd name="csX86" fmla="*/ 52073 w 85991"/>
                <a:gd name="csY86" fmla="*/ 13854 h 88379"/>
                <a:gd name="csX87" fmla="*/ 55417 w 85991"/>
                <a:gd name="csY87" fmla="*/ 11466 h 88379"/>
                <a:gd name="csX88" fmla="*/ 61150 w 85991"/>
                <a:gd name="csY88" fmla="*/ 8121 h 88379"/>
                <a:gd name="csX89" fmla="*/ 65449 w 85991"/>
                <a:gd name="csY89" fmla="*/ 5733 h 88379"/>
                <a:gd name="csX90" fmla="*/ 70227 w 85991"/>
                <a:gd name="csY90" fmla="*/ 2867 h 88379"/>
                <a:gd name="csX91" fmla="*/ 75481 w 85991"/>
                <a:gd name="csY91" fmla="*/ 0 h 88379"/>
                <a:gd name="csX92" fmla="*/ 76915 w 85991"/>
                <a:gd name="csY92" fmla="*/ 4777 h 88379"/>
                <a:gd name="csX93" fmla="*/ 78348 w 85991"/>
                <a:gd name="csY93" fmla="*/ 9555 h 88379"/>
                <a:gd name="csX94" fmla="*/ 79781 w 85991"/>
                <a:gd name="csY94" fmla="*/ 14332 h 88379"/>
                <a:gd name="csX95" fmla="*/ 81214 w 85991"/>
                <a:gd name="csY95" fmla="*/ 19109 h 88379"/>
                <a:gd name="csX96" fmla="*/ 79781 w 85991"/>
                <a:gd name="csY96" fmla="*/ 19587 h 88379"/>
                <a:gd name="csX97" fmla="*/ 80736 w 85991"/>
                <a:gd name="csY97" fmla="*/ 22931 h 88379"/>
                <a:gd name="csX98" fmla="*/ 83125 w 85991"/>
                <a:gd name="csY98" fmla="*/ 22453 h 88379"/>
                <a:gd name="csX99" fmla="*/ 85036 w 85991"/>
                <a:gd name="csY99" fmla="*/ 21976 h 88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</a:cxnLst>
              <a:rect l="l" t="t" r="r" b="b"/>
              <a:pathLst>
                <a:path w="85991" h="88379">
                  <a:moveTo>
                    <a:pt x="85036" y="21976"/>
                  </a:moveTo>
                  <a:lnTo>
                    <a:pt x="85991" y="24364"/>
                  </a:lnTo>
                  <a:lnTo>
                    <a:pt x="83125" y="26753"/>
                  </a:lnTo>
                  <a:lnTo>
                    <a:pt x="80259" y="29142"/>
                  </a:lnTo>
                  <a:lnTo>
                    <a:pt x="79304" y="29619"/>
                  </a:lnTo>
                  <a:lnTo>
                    <a:pt x="78348" y="30097"/>
                  </a:lnTo>
                  <a:lnTo>
                    <a:pt x="75481" y="30575"/>
                  </a:lnTo>
                  <a:lnTo>
                    <a:pt x="69749" y="32008"/>
                  </a:lnTo>
                  <a:lnTo>
                    <a:pt x="67838" y="32963"/>
                  </a:lnTo>
                  <a:lnTo>
                    <a:pt x="62583" y="33919"/>
                  </a:lnTo>
                  <a:lnTo>
                    <a:pt x="55895" y="35830"/>
                  </a:lnTo>
                  <a:lnTo>
                    <a:pt x="50162" y="37263"/>
                  </a:lnTo>
                  <a:lnTo>
                    <a:pt x="44429" y="38696"/>
                  </a:lnTo>
                  <a:lnTo>
                    <a:pt x="39652" y="40129"/>
                  </a:lnTo>
                  <a:lnTo>
                    <a:pt x="42518" y="42996"/>
                  </a:lnTo>
                  <a:lnTo>
                    <a:pt x="42518" y="42996"/>
                  </a:lnTo>
                  <a:lnTo>
                    <a:pt x="46818" y="47773"/>
                  </a:lnTo>
                  <a:lnTo>
                    <a:pt x="49684" y="50639"/>
                  </a:lnTo>
                  <a:lnTo>
                    <a:pt x="53506" y="54461"/>
                  </a:lnTo>
                  <a:lnTo>
                    <a:pt x="56372" y="57805"/>
                  </a:lnTo>
                  <a:lnTo>
                    <a:pt x="59716" y="61149"/>
                  </a:lnTo>
                  <a:lnTo>
                    <a:pt x="57328" y="62583"/>
                  </a:lnTo>
                  <a:lnTo>
                    <a:pt x="53506" y="64493"/>
                  </a:lnTo>
                  <a:lnTo>
                    <a:pt x="53506" y="64971"/>
                  </a:lnTo>
                  <a:lnTo>
                    <a:pt x="53028" y="64971"/>
                  </a:lnTo>
                  <a:lnTo>
                    <a:pt x="51595" y="68793"/>
                  </a:lnTo>
                  <a:lnTo>
                    <a:pt x="50162" y="71659"/>
                  </a:lnTo>
                  <a:lnTo>
                    <a:pt x="49684" y="71659"/>
                  </a:lnTo>
                  <a:lnTo>
                    <a:pt x="44429" y="72615"/>
                  </a:lnTo>
                  <a:lnTo>
                    <a:pt x="39174" y="74048"/>
                  </a:lnTo>
                  <a:lnTo>
                    <a:pt x="36308" y="74526"/>
                  </a:lnTo>
                  <a:lnTo>
                    <a:pt x="35352" y="74526"/>
                  </a:lnTo>
                  <a:lnTo>
                    <a:pt x="34397" y="75481"/>
                  </a:lnTo>
                  <a:lnTo>
                    <a:pt x="32486" y="78825"/>
                  </a:lnTo>
                  <a:lnTo>
                    <a:pt x="30097" y="82170"/>
                  </a:lnTo>
                  <a:lnTo>
                    <a:pt x="26275" y="85036"/>
                  </a:lnTo>
                  <a:lnTo>
                    <a:pt x="21976" y="88380"/>
                  </a:lnTo>
                  <a:lnTo>
                    <a:pt x="21020" y="88380"/>
                  </a:lnTo>
                  <a:lnTo>
                    <a:pt x="17676" y="87902"/>
                  </a:lnTo>
                  <a:lnTo>
                    <a:pt x="12421" y="87424"/>
                  </a:lnTo>
                  <a:lnTo>
                    <a:pt x="7644" y="86469"/>
                  </a:lnTo>
                  <a:lnTo>
                    <a:pt x="3822" y="85991"/>
                  </a:lnTo>
                  <a:lnTo>
                    <a:pt x="0" y="85036"/>
                  </a:lnTo>
                  <a:lnTo>
                    <a:pt x="478" y="82647"/>
                  </a:lnTo>
                  <a:lnTo>
                    <a:pt x="0" y="81214"/>
                  </a:lnTo>
                  <a:lnTo>
                    <a:pt x="1433" y="75959"/>
                  </a:lnTo>
                  <a:lnTo>
                    <a:pt x="1911" y="74048"/>
                  </a:lnTo>
                  <a:lnTo>
                    <a:pt x="1911" y="72137"/>
                  </a:lnTo>
                  <a:lnTo>
                    <a:pt x="3822" y="68793"/>
                  </a:lnTo>
                  <a:lnTo>
                    <a:pt x="3344" y="67838"/>
                  </a:lnTo>
                  <a:lnTo>
                    <a:pt x="3822" y="63538"/>
                  </a:lnTo>
                  <a:lnTo>
                    <a:pt x="3344" y="63060"/>
                  </a:lnTo>
                  <a:lnTo>
                    <a:pt x="4300" y="60672"/>
                  </a:lnTo>
                  <a:lnTo>
                    <a:pt x="5255" y="57805"/>
                  </a:lnTo>
                  <a:lnTo>
                    <a:pt x="6688" y="54939"/>
                  </a:lnTo>
                  <a:lnTo>
                    <a:pt x="7166" y="53506"/>
                  </a:lnTo>
                  <a:lnTo>
                    <a:pt x="8599" y="51117"/>
                  </a:lnTo>
                  <a:lnTo>
                    <a:pt x="9555" y="47773"/>
                  </a:lnTo>
                  <a:lnTo>
                    <a:pt x="9077" y="46340"/>
                  </a:lnTo>
                  <a:lnTo>
                    <a:pt x="8599" y="45862"/>
                  </a:lnTo>
                  <a:lnTo>
                    <a:pt x="9077" y="43951"/>
                  </a:lnTo>
                  <a:lnTo>
                    <a:pt x="9077" y="43951"/>
                  </a:lnTo>
                  <a:lnTo>
                    <a:pt x="9555" y="40607"/>
                  </a:lnTo>
                  <a:lnTo>
                    <a:pt x="10033" y="38696"/>
                  </a:lnTo>
                  <a:lnTo>
                    <a:pt x="10510" y="36308"/>
                  </a:lnTo>
                  <a:lnTo>
                    <a:pt x="11943" y="34397"/>
                  </a:lnTo>
                  <a:lnTo>
                    <a:pt x="11466" y="29619"/>
                  </a:lnTo>
                  <a:lnTo>
                    <a:pt x="11466" y="27231"/>
                  </a:lnTo>
                  <a:lnTo>
                    <a:pt x="11943" y="24364"/>
                  </a:lnTo>
                  <a:lnTo>
                    <a:pt x="11466" y="21020"/>
                  </a:lnTo>
                  <a:lnTo>
                    <a:pt x="11943" y="16243"/>
                  </a:lnTo>
                  <a:lnTo>
                    <a:pt x="11943" y="15765"/>
                  </a:lnTo>
                  <a:lnTo>
                    <a:pt x="12421" y="15287"/>
                  </a:lnTo>
                  <a:lnTo>
                    <a:pt x="12899" y="14810"/>
                  </a:lnTo>
                  <a:lnTo>
                    <a:pt x="15288" y="13854"/>
                  </a:lnTo>
                  <a:lnTo>
                    <a:pt x="16243" y="13854"/>
                  </a:lnTo>
                  <a:lnTo>
                    <a:pt x="18632" y="14332"/>
                  </a:lnTo>
                  <a:lnTo>
                    <a:pt x="19587" y="15287"/>
                  </a:lnTo>
                  <a:lnTo>
                    <a:pt x="21976" y="18154"/>
                  </a:lnTo>
                  <a:lnTo>
                    <a:pt x="24842" y="19109"/>
                  </a:lnTo>
                  <a:lnTo>
                    <a:pt x="26275" y="19587"/>
                  </a:lnTo>
                  <a:lnTo>
                    <a:pt x="27709" y="21020"/>
                  </a:lnTo>
                  <a:lnTo>
                    <a:pt x="30097" y="21976"/>
                  </a:lnTo>
                  <a:lnTo>
                    <a:pt x="36786" y="22453"/>
                  </a:lnTo>
                  <a:lnTo>
                    <a:pt x="42040" y="19587"/>
                  </a:lnTo>
                  <a:lnTo>
                    <a:pt x="46818" y="16721"/>
                  </a:lnTo>
                  <a:lnTo>
                    <a:pt x="52073" y="13854"/>
                  </a:lnTo>
                  <a:lnTo>
                    <a:pt x="55417" y="11466"/>
                  </a:lnTo>
                  <a:lnTo>
                    <a:pt x="61150" y="8121"/>
                  </a:lnTo>
                  <a:lnTo>
                    <a:pt x="65449" y="5733"/>
                  </a:lnTo>
                  <a:lnTo>
                    <a:pt x="70227" y="2867"/>
                  </a:lnTo>
                  <a:lnTo>
                    <a:pt x="75481" y="0"/>
                  </a:lnTo>
                  <a:lnTo>
                    <a:pt x="76915" y="4777"/>
                  </a:lnTo>
                  <a:lnTo>
                    <a:pt x="78348" y="9555"/>
                  </a:lnTo>
                  <a:lnTo>
                    <a:pt x="79781" y="14332"/>
                  </a:lnTo>
                  <a:lnTo>
                    <a:pt x="81214" y="19109"/>
                  </a:lnTo>
                  <a:lnTo>
                    <a:pt x="79781" y="19587"/>
                  </a:lnTo>
                  <a:lnTo>
                    <a:pt x="80736" y="22931"/>
                  </a:lnTo>
                  <a:lnTo>
                    <a:pt x="83125" y="22453"/>
                  </a:lnTo>
                  <a:lnTo>
                    <a:pt x="85036" y="2197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5" name="Freeform 1524">
              <a:extLst>
                <a:ext uri="{FF2B5EF4-FFF2-40B4-BE49-F238E27FC236}">
                  <a16:creationId xmlns:a16="http://schemas.microsoft.com/office/drawing/2014/main" id="{7C1C3746-3D1C-5796-A27F-D6DDEFE5B61F}"/>
                </a:ext>
              </a:extLst>
            </p:cNvPr>
            <p:cNvSpPr/>
            <p:nvPr/>
          </p:nvSpPr>
          <p:spPr>
            <a:xfrm>
              <a:off x="6640611" y="3684847"/>
              <a:ext cx="20542" cy="6688"/>
            </a:xfrm>
            <a:custGeom>
              <a:avLst/>
              <a:gdLst>
                <a:gd name="csX0" fmla="*/ 20543 w 20542"/>
                <a:gd name="csY0" fmla="*/ 6210 h 6688"/>
                <a:gd name="csX1" fmla="*/ 20543 w 20542"/>
                <a:gd name="csY1" fmla="*/ 6210 h 6688"/>
                <a:gd name="csX2" fmla="*/ 20064 w 20542"/>
                <a:gd name="csY2" fmla="*/ 5733 h 6688"/>
                <a:gd name="csX3" fmla="*/ 18632 w 20542"/>
                <a:gd name="csY3" fmla="*/ 6210 h 6688"/>
                <a:gd name="csX4" fmla="*/ 17198 w 20542"/>
                <a:gd name="csY4" fmla="*/ 6688 h 6688"/>
                <a:gd name="csX5" fmla="*/ 14809 w 20542"/>
                <a:gd name="csY5" fmla="*/ 6688 h 6688"/>
                <a:gd name="csX6" fmla="*/ 11943 w 20542"/>
                <a:gd name="csY6" fmla="*/ 4777 h 6688"/>
                <a:gd name="csX7" fmla="*/ 9555 w 20542"/>
                <a:gd name="csY7" fmla="*/ 2866 h 6688"/>
                <a:gd name="csX8" fmla="*/ 7644 w 20542"/>
                <a:gd name="csY8" fmla="*/ 2866 h 6688"/>
                <a:gd name="csX9" fmla="*/ 5733 w 20542"/>
                <a:gd name="csY9" fmla="*/ 2866 h 6688"/>
                <a:gd name="csX10" fmla="*/ 1911 w 20542"/>
                <a:gd name="csY10" fmla="*/ 0 h 6688"/>
                <a:gd name="csX11" fmla="*/ 955 w 20542"/>
                <a:gd name="csY11" fmla="*/ 0 h 6688"/>
                <a:gd name="csX12" fmla="*/ 478 w 20542"/>
                <a:gd name="csY12" fmla="*/ 955 h 6688"/>
                <a:gd name="csX13" fmla="*/ 0 w 20542"/>
                <a:gd name="csY13" fmla="*/ 2866 h 6688"/>
                <a:gd name="csX14" fmla="*/ 0 w 20542"/>
                <a:gd name="csY14" fmla="*/ 955 h 6688"/>
                <a:gd name="csX15" fmla="*/ 955 w 20542"/>
                <a:gd name="csY15" fmla="*/ 0 h 6688"/>
                <a:gd name="csX16" fmla="*/ 1911 w 20542"/>
                <a:gd name="csY16" fmla="*/ 0 h 6688"/>
                <a:gd name="csX17" fmla="*/ 5733 w 20542"/>
                <a:gd name="csY17" fmla="*/ 2389 h 6688"/>
                <a:gd name="csX18" fmla="*/ 7644 w 20542"/>
                <a:gd name="csY18" fmla="*/ 2866 h 6688"/>
                <a:gd name="csX19" fmla="*/ 9555 w 20542"/>
                <a:gd name="csY19" fmla="*/ 2866 h 6688"/>
                <a:gd name="csX20" fmla="*/ 11943 w 20542"/>
                <a:gd name="csY20" fmla="*/ 4777 h 6688"/>
                <a:gd name="csX21" fmla="*/ 14809 w 20542"/>
                <a:gd name="csY21" fmla="*/ 6688 h 6688"/>
                <a:gd name="csX22" fmla="*/ 17198 w 20542"/>
                <a:gd name="csY22" fmla="*/ 6688 h 6688"/>
                <a:gd name="csX23" fmla="*/ 18632 w 20542"/>
                <a:gd name="csY23" fmla="*/ 6210 h 6688"/>
                <a:gd name="csX24" fmla="*/ 20064 w 20542"/>
                <a:gd name="csY24" fmla="*/ 5733 h 6688"/>
                <a:gd name="csX25" fmla="*/ 20543 w 20542"/>
                <a:gd name="csY25" fmla="*/ 621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0542" h="6688">
                  <a:moveTo>
                    <a:pt x="20543" y="6210"/>
                  </a:moveTo>
                  <a:lnTo>
                    <a:pt x="20543" y="6210"/>
                  </a:lnTo>
                  <a:lnTo>
                    <a:pt x="20064" y="5733"/>
                  </a:lnTo>
                  <a:lnTo>
                    <a:pt x="18632" y="6210"/>
                  </a:lnTo>
                  <a:lnTo>
                    <a:pt x="17198" y="6688"/>
                  </a:lnTo>
                  <a:lnTo>
                    <a:pt x="14809" y="6688"/>
                  </a:lnTo>
                  <a:lnTo>
                    <a:pt x="11943" y="4777"/>
                  </a:lnTo>
                  <a:lnTo>
                    <a:pt x="9555" y="2866"/>
                  </a:lnTo>
                  <a:lnTo>
                    <a:pt x="7644" y="2866"/>
                  </a:lnTo>
                  <a:lnTo>
                    <a:pt x="5733" y="2866"/>
                  </a:lnTo>
                  <a:lnTo>
                    <a:pt x="1911" y="0"/>
                  </a:lnTo>
                  <a:lnTo>
                    <a:pt x="955" y="0"/>
                  </a:lnTo>
                  <a:lnTo>
                    <a:pt x="478" y="955"/>
                  </a:lnTo>
                  <a:lnTo>
                    <a:pt x="0" y="2866"/>
                  </a:lnTo>
                  <a:lnTo>
                    <a:pt x="0" y="955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5733" y="2389"/>
                  </a:lnTo>
                  <a:lnTo>
                    <a:pt x="7644" y="2866"/>
                  </a:lnTo>
                  <a:lnTo>
                    <a:pt x="9555" y="2866"/>
                  </a:lnTo>
                  <a:lnTo>
                    <a:pt x="11943" y="4777"/>
                  </a:lnTo>
                  <a:lnTo>
                    <a:pt x="14809" y="6688"/>
                  </a:lnTo>
                  <a:lnTo>
                    <a:pt x="17198" y="6688"/>
                  </a:lnTo>
                  <a:lnTo>
                    <a:pt x="18632" y="6210"/>
                  </a:lnTo>
                  <a:lnTo>
                    <a:pt x="20064" y="5733"/>
                  </a:lnTo>
                  <a:lnTo>
                    <a:pt x="20543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6" name="Freeform 1525">
              <a:extLst>
                <a:ext uri="{FF2B5EF4-FFF2-40B4-BE49-F238E27FC236}">
                  <a16:creationId xmlns:a16="http://schemas.microsoft.com/office/drawing/2014/main" id="{AD718B5B-8F49-0CA4-56BC-14A6ACBD127A}"/>
                </a:ext>
              </a:extLst>
            </p:cNvPr>
            <p:cNvSpPr/>
            <p:nvPr/>
          </p:nvSpPr>
          <p:spPr>
            <a:xfrm>
              <a:off x="6660197" y="4468801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6 w 955"/>
                <a:gd name="csY1" fmla="*/ 1433 h 1433"/>
                <a:gd name="csX2" fmla="*/ 956 w 955"/>
                <a:gd name="csY2" fmla="*/ 1433 h 1433"/>
                <a:gd name="csX3" fmla="*/ 0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6" y="1433"/>
                  </a:lnTo>
                  <a:lnTo>
                    <a:pt x="956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7" name="Freeform 1526">
              <a:extLst>
                <a:ext uri="{FF2B5EF4-FFF2-40B4-BE49-F238E27FC236}">
                  <a16:creationId xmlns:a16="http://schemas.microsoft.com/office/drawing/2014/main" id="{49746125-E4D4-6521-CEE4-6D2E81E15E7C}"/>
                </a:ext>
              </a:extLst>
            </p:cNvPr>
            <p:cNvSpPr/>
            <p:nvPr/>
          </p:nvSpPr>
          <p:spPr>
            <a:xfrm>
              <a:off x="6639177" y="4668491"/>
              <a:ext cx="21976" cy="2866"/>
            </a:xfrm>
            <a:custGeom>
              <a:avLst/>
              <a:gdLst>
                <a:gd name="csX0" fmla="*/ 21976 w 21976"/>
                <a:gd name="csY0" fmla="*/ 2867 h 2866"/>
                <a:gd name="csX1" fmla="*/ 20543 w 21976"/>
                <a:gd name="csY1" fmla="*/ 2867 h 2866"/>
                <a:gd name="csX2" fmla="*/ 17199 w 21976"/>
                <a:gd name="csY2" fmla="*/ 2389 h 2866"/>
                <a:gd name="csX3" fmla="*/ 12899 w 21976"/>
                <a:gd name="csY3" fmla="*/ 1911 h 2866"/>
                <a:gd name="csX4" fmla="*/ 10033 w 21976"/>
                <a:gd name="csY4" fmla="*/ 956 h 2866"/>
                <a:gd name="csX5" fmla="*/ 7166 w 21976"/>
                <a:gd name="csY5" fmla="*/ 956 h 2866"/>
                <a:gd name="csX6" fmla="*/ 2389 w 21976"/>
                <a:gd name="csY6" fmla="*/ 478 h 2866"/>
                <a:gd name="csX7" fmla="*/ 0 w 21976"/>
                <a:gd name="csY7" fmla="*/ 0 h 2866"/>
                <a:gd name="csX8" fmla="*/ 0 w 21976"/>
                <a:gd name="csY8" fmla="*/ 0 h 2866"/>
                <a:gd name="csX9" fmla="*/ 2389 w 21976"/>
                <a:gd name="csY9" fmla="*/ 478 h 2866"/>
                <a:gd name="csX10" fmla="*/ 7166 w 21976"/>
                <a:gd name="csY10" fmla="*/ 956 h 2866"/>
                <a:gd name="csX11" fmla="*/ 10033 w 21976"/>
                <a:gd name="csY11" fmla="*/ 956 h 2866"/>
                <a:gd name="csX12" fmla="*/ 12899 w 21976"/>
                <a:gd name="csY12" fmla="*/ 1911 h 2866"/>
                <a:gd name="csX13" fmla="*/ 17199 w 21976"/>
                <a:gd name="csY13" fmla="*/ 2389 h 2866"/>
                <a:gd name="csX14" fmla="*/ 20543 w 21976"/>
                <a:gd name="csY14" fmla="*/ 2867 h 2866"/>
                <a:gd name="csX15" fmla="*/ 21976 w 21976"/>
                <a:gd name="csY15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1976" h="2866">
                  <a:moveTo>
                    <a:pt x="21976" y="2867"/>
                  </a:moveTo>
                  <a:lnTo>
                    <a:pt x="20543" y="2867"/>
                  </a:lnTo>
                  <a:lnTo>
                    <a:pt x="17199" y="2389"/>
                  </a:lnTo>
                  <a:lnTo>
                    <a:pt x="12899" y="1911"/>
                  </a:lnTo>
                  <a:lnTo>
                    <a:pt x="10033" y="956"/>
                  </a:lnTo>
                  <a:lnTo>
                    <a:pt x="7166" y="956"/>
                  </a:lnTo>
                  <a:lnTo>
                    <a:pt x="2389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9" y="478"/>
                  </a:lnTo>
                  <a:lnTo>
                    <a:pt x="7166" y="956"/>
                  </a:lnTo>
                  <a:lnTo>
                    <a:pt x="10033" y="956"/>
                  </a:lnTo>
                  <a:lnTo>
                    <a:pt x="12899" y="1911"/>
                  </a:lnTo>
                  <a:lnTo>
                    <a:pt x="17199" y="2389"/>
                  </a:lnTo>
                  <a:lnTo>
                    <a:pt x="20543" y="2867"/>
                  </a:lnTo>
                  <a:lnTo>
                    <a:pt x="21976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8" name="Freeform 1527">
              <a:extLst>
                <a:ext uri="{FF2B5EF4-FFF2-40B4-BE49-F238E27FC236}">
                  <a16:creationId xmlns:a16="http://schemas.microsoft.com/office/drawing/2014/main" id="{F0B880D2-C3EB-2A3C-24CD-9F3DA1F9EBEB}"/>
                </a:ext>
              </a:extLst>
            </p:cNvPr>
            <p:cNvSpPr/>
            <p:nvPr/>
          </p:nvSpPr>
          <p:spPr>
            <a:xfrm>
              <a:off x="6647776" y="4403830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1433 w 1433"/>
                <a:gd name="csY1" fmla="*/ 0 h 955"/>
                <a:gd name="csX2" fmla="*/ 0 w 1433"/>
                <a:gd name="csY2" fmla="*/ 956 h 955"/>
                <a:gd name="csX3" fmla="*/ 1433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1433" y="0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9" name="Freeform 1528">
              <a:extLst>
                <a:ext uri="{FF2B5EF4-FFF2-40B4-BE49-F238E27FC236}">
                  <a16:creationId xmlns:a16="http://schemas.microsoft.com/office/drawing/2014/main" id="{C2679C43-D867-4469-6875-4366D226DA2F}"/>
                </a:ext>
              </a:extLst>
            </p:cNvPr>
            <p:cNvSpPr/>
            <p:nvPr/>
          </p:nvSpPr>
          <p:spPr>
            <a:xfrm>
              <a:off x="6316710" y="4322616"/>
              <a:ext cx="332499" cy="254629"/>
            </a:xfrm>
            <a:custGeom>
              <a:avLst/>
              <a:gdLst>
                <a:gd name="csX0" fmla="*/ 332500 w 332499"/>
                <a:gd name="csY0" fmla="*/ 81214 h 254629"/>
                <a:gd name="csX1" fmla="*/ 331066 w 332499"/>
                <a:gd name="csY1" fmla="*/ 82170 h 254629"/>
                <a:gd name="csX2" fmla="*/ 331066 w 332499"/>
                <a:gd name="csY2" fmla="*/ 82170 h 254629"/>
                <a:gd name="csX3" fmla="*/ 329155 w 332499"/>
                <a:gd name="csY3" fmla="*/ 84558 h 254629"/>
                <a:gd name="csX4" fmla="*/ 328678 w 332499"/>
                <a:gd name="csY4" fmla="*/ 85513 h 254629"/>
                <a:gd name="csX5" fmla="*/ 328200 w 332499"/>
                <a:gd name="csY5" fmla="*/ 85991 h 254629"/>
                <a:gd name="csX6" fmla="*/ 328200 w 332499"/>
                <a:gd name="csY6" fmla="*/ 86469 h 254629"/>
                <a:gd name="csX7" fmla="*/ 327244 w 332499"/>
                <a:gd name="csY7" fmla="*/ 86947 h 254629"/>
                <a:gd name="csX8" fmla="*/ 326289 w 332499"/>
                <a:gd name="csY8" fmla="*/ 87902 h 254629"/>
                <a:gd name="csX9" fmla="*/ 325812 w 332499"/>
                <a:gd name="csY9" fmla="*/ 88380 h 254629"/>
                <a:gd name="csX10" fmla="*/ 325812 w 332499"/>
                <a:gd name="csY10" fmla="*/ 88380 h 254629"/>
                <a:gd name="csX11" fmla="*/ 325812 w 332499"/>
                <a:gd name="csY11" fmla="*/ 88858 h 254629"/>
                <a:gd name="csX12" fmla="*/ 324856 w 332499"/>
                <a:gd name="csY12" fmla="*/ 89335 h 254629"/>
                <a:gd name="csX13" fmla="*/ 324378 w 332499"/>
                <a:gd name="csY13" fmla="*/ 89335 h 254629"/>
                <a:gd name="csX14" fmla="*/ 323423 w 332499"/>
                <a:gd name="csY14" fmla="*/ 89813 h 254629"/>
                <a:gd name="csX15" fmla="*/ 322467 w 332499"/>
                <a:gd name="csY15" fmla="*/ 90291 h 254629"/>
                <a:gd name="csX16" fmla="*/ 321034 w 332499"/>
                <a:gd name="csY16" fmla="*/ 89813 h 254629"/>
                <a:gd name="csX17" fmla="*/ 319601 w 332499"/>
                <a:gd name="csY17" fmla="*/ 90291 h 254629"/>
                <a:gd name="csX18" fmla="*/ 319123 w 332499"/>
                <a:gd name="csY18" fmla="*/ 90769 h 254629"/>
                <a:gd name="csX19" fmla="*/ 317690 w 332499"/>
                <a:gd name="csY19" fmla="*/ 91246 h 254629"/>
                <a:gd name="csX20" fmla="*/ 316735 w 332499"/>
                <a:gd name="csY20" fmla="*/ 91246 h 254629"/>
                <a:gd name="csX21" fmla="*/ 316257 w 332499"/>
                <a:gd name="csY21" fmla="*/ 91246 h 254629"/>
                <a:gd name="csX22" fmla="*/ 315301 w 332499"/>
                <a:gd name="csY22" fmla="*/ 92202 h 254629"/>
                <a:gd name="csX23" fmla="*/ 315301 w 332499"/>
                <a:gd name="csY23" fmla="*/ 92202 h 254629"/>
                <a:gd name="csX24" fmla="*/ 313868 w 332499"/>
                <a:gd name="csY24" fmla="*/ 93157 h 254629"/>
                <a:gd name="csX25" fmla="*/ 312435 w 332499"/>
                <a:gd name="csY25" fmla="*/ 93635 h 254629"/>
                <a:gd name="csX26" fmla="*/ 311480 w 332499"/>
                <a:gd name="csY26" fmla="*/ 94113 h 254629"/>
                <a:gd name="csX27" fmla="*/ 311480 w 332499"/>
                <a:gd name="csY27" fmla="*/ 94113 h 254629"/>
                <a:gd name="csX28" fmla="*/ 311002 w 332499"/>
                <a:gd name="csY28" fmla="*/ 94590 h 254629"/>
                <a:gd name="csX29" fmla="*/ 309569 w 332499"/>
                <a:gd name="csY29" fmla="*/ 97935 h 254629"/>
                <a:gd name="csX30" fmla="*/ 309091 w 332499"/>
                <a:gd name="csY30" fmla="*/ 98890 h 254629"/>
                <a:gd name="csX31" fmla="*/ 307658 w 332499"/>
                <a:gd name="csY31" fmla="*/ 98890 h 254629"/>
                <a:gd name="csX32" fmla="*/ 305747 w 332499"/>
                <a:gd name="csY32" fmla="*/ 98890 h 254629"/>
                <a:gd name="csX33" fmla="*/ 305747 w 332499"/>
                <a:gd name="csY33" fmla="*/ 98890 h 254629"/>
                <a:gd name="csX34" fmla="*/ 304314 w 332499"/>
                <a:gd name="csY34" fmla="*/ 99368 h 254629"/>
                <a:gd name="csX35" fmla="*/ 302403 w 332499"/>
                <a:gd name="csY35" fmla="*/ 98890 h 254629"/>
                <a:gd name="csX36" fmla="*/ 301925 w 332499"/>
                <a:gd name="csY36" fmla="*/ 98890 h 254629"/>
                <a:gd name="csX37" fmla="*/ 301925 w 332499"/>
                <a:gd name="csY37" fmla="*/ 98890 h 254629"/>
                <a:gd name="csX38" fmla="*/ 300969 w 332499"/>
                <a:gd name="csY38" fmla="*/ 98890 h 254629"/>
                <a:gd name="csX39" fmla="*/ 300969 w 332499"/>
                <a:gd name="csY39" fmla="*/ 98890 h 254629"/>
                <a:gd name="csX40" fmla="*/ 300492 w 332499"/>
                <a:gd name="csY40" fmla="*/ 99845 h 254629"/>
                <a:gd name="csX41" fmla="*/ 300492 w 332499"/>
                <a:gd name="csY41" fmla="*/ 102712 h 254629"/>
                <a:gd name="csX42" fmla="*/ 300492 w 332499"/>
                <a:gd name="csY42" fmla="*/ 103667 h 254629"/>
                <a:gd name="csX43" fmla="*/ 299536 w 332499"/>
                <a:gd name="csY43" fmla="*/ 105578 h 254629"/>
                <a:gd name="csX44" fmla="*/ 298581 w 332499"/>
                <a:gd name="csY44" fmla="*/ 107011 h 254629"/>
                <a:gd name="csX45" fmla="*/ 298581 w 332499"/>
                <a:gd name="csY45" fmla="*/ 107489 h 254629"/>
                <a:gd name="csX46" fmla="*/ 299059 w 332499"/>
                <a:gd name="csY46" fmla="*/ 110355 h 254629"/>
                <a:gd name="csX47" fmla="*/ 299059 w 332499"/>
                <a:gd name="csY47" fmla="*/ 113222 h 254629"/>
                <a:gd name="csX48" fmla="*/ 299059 w 332499"/>
                <a:gd name="csY48" fmla="*/ 113222 h 254629"/>
                <a:gd name="csX49" fmla="*/ 297148 w 332499"/>
                <a:gd name="csY49" fmla="*/ 117999 h 254629"/>
                <a:gd name="csX50" fmla="*/ 297148 w 332499"/>
                <a:gd name="csY50" fmla="*/ 118954 h 254629"/>
                <a:gd name="csX51" fmla="*/ 295237 w 332499"/>
                <a:gd name="csY51" fmla="*/ 122777 h 254629"/>
                <a:gd name="csX52" fmla="*/ 294282 w 332499"/>
                <a:gd name="csY52" fmla="*/ 124210 h 254629"/>
                <a:gd name="csX53" fmla="*/ 291893 w 332499"/>
                <a:gd name="csY53" fmla="*/ 130898 h 254629"/>
                <a:gd name="csX54" fmla="*/ 291415 w 332499"/>
                <a:gd name="csY54" fmla="*/ 132809 h 254629"/>
                <a:gd name="csX55" fmla="*/ 289504 w 332499"/>
                <a:gd name="csY55" fmla="*/ 135197 h 254629"/>
                <a:gd name="csX56" fmla="*/ 289982 w 332499"/>
                <a:gd name="csY56" fmla="*/ 139019 h 254629"/>
                <a:gd name="csX57" fmla="*/ 290459 w 332499"/>
                <a:gd name="csY57" fmla="*/ 142841 h 254629"/>
                <a:gd name="csX58" fmla="*/ 290459 w 332499"/>
                <a:gd name="csY58" fmla="*/ 146185 h 254629"/>
                <a:gd name="csX59" fmla="*/ 291415 w 332499"/>
                <a:gd name="csY59" fmla="*/ 151440 h 254629"/>
                <a:gd name="csX60" fmla="*/ 289982 w 332499"/>
                <a:gd name="csY60" fmla="*/ 156695 h 254629"/>
                <a:gd name="csX61" fmla="*/ 289982 w 332499"/>
                <a:gd name="csY61" fmla="*/ 159561 h 254629"/>
                <a:gd name="csX62" fmla="*/ 288548 w 332499"/>
                <a:gd name="csY62" fmla="*/ 163384 h 254629"/>
                <a:gd name="csX63" fmla="*/ 287593 w 332499"/>
                <a:gd name="csY63" fmla="*/ 165294 h 254629"/>
                <a:gd name="csX64" fmla="*/ 287116 w 332499"/>
                <a:gd name="csY64" fmla="*/ 166250 h 254629"/>
                <a:gd name="csX65" fmla="*/ 286160 w 332499"/>
                <a:gd name="csY65" fmla="*/ 167205 h 254629"/>
                <a:gd name="csX66" fmla="*/ 285205 w 332499"/>
                <a:gd name="csY66" fmla="*/ 170072 h 254629"/>
                <a:gd name="csX67" fmla="*/ 284249 w 332499"/>
                <a:gd name="csY67" fmla="*/ 173416 h 254629"/>
                <a:gd name="csX68" fmla="*/ 283771 w 332499"/>
                <a:gd name="csY68" fmla="*/ 176760 h 254629"/>
                <a:gd name="csX69" fmla="*/ 283771 w 332499"/>
                <a:gd name="csY69" fmla="*/ 178671 h 254629"/>
                <a:gd name="csX70" fmla="*/ 283294 w 332499"/>
                <a:gd name="csY70" fmla="*/ 179626 h 254629"/>
                <a:gd name="csX71" fmla="*/ 283294 w 332499"/>
                <a:gd name="csY71" fmla="*/ 180104 h 254629"/>
                <a:gd name="csX72" fmla="*/ 280905 w 332499"/>
                <a:gd name="csY72" fmla="*/ 180582 h 254629"/>
                <a:gd name="csX73" fmla="*/ 277561 w 332499"/>
                <a:gd name="csY73" fmla="*/ 180582 h 254629"/>
                <a:gd name="csX74" fmla="*/ 275650 w 332499"/>
                <a:gd name="csY74" fmla="*/ 181059 h 254629"/>
                <a:gd name="csX75" fmla="*/ 274217 w 332499"/>
                <a:gd name="csY75" fmla="*/ 182015 h 254629"/>
                <a:gd name="csX76" fmla="*/ 272784 w 332499"/>
                <a:gd name="csY76" fmla="*/ 183448 h 254629"/>
                <a:gd name="csX77" fmla="*/ 269917 w 332499"/>
                <a:gd name="csY77" fmla="*/ 187748 h 254629"/>
                <a:gd name="csX78" fmla="*/ 268484 w 332499"/>
                <a:gd name="csY78" fmla="*/ 190614 h 254629"/>
                <a:gd name="csX79" fmla="*/ 266095 w 332499"/>
                <a:gd name="csY79" fmla="*/ 194436 h 254629"/>
                <a:gd name="csX80" fmla="*/ 263229 w 332499"/>
                <a:gd name="csY80" fmla="*/ 196825 h 254629"/>
                <a:gd name="csX81" fmla="*/ 262751 w 332499"/>
                <a:gd name="csY81" fmla="*/ 198258 h 254629"/>
                <a:gd name="csX82" fmla="*/ 262273 w 332499"/>
                <a:gd name="csY82" fmla="*/ 200646 h 254629"/>
                <a:gd name="csX83" fmla="*/ 261318 w 332499"/>
                <a:gd name="csY83" fmla="*/ 203991 h 254629"/>
                <a:gd name="csX84" fmla="*/ 260362 w 332499"/>
                <a:gd name="csY84" fmla="*/ 206857 h 254629"/>
                <a:gd name="csX85" fmla="*/ 260362 w 332499"/>
                <a:gd name="csY85" fmla="*/ 208768 h 254629"/>
                <a:gd name="csX86" fmla="*/ 259407 w 332499"/>
                <a:gd name="csY86" fmla="*/ 212590 h 254629"/>
                <a:gd name="csX87" fmla="*/ 259885 w 332499"/>
                <a:gd name="csY87" fmla="*/ 214500 h 254629"/>
                <a:gd name="csX88" fmla="*/ 258929 w 332499"/>
                <a:gd name="csY88" fmla="*/ 215456 h 254629"/>
                <a:gd name="csX89" fmla="*/ 257496 w 332499"/>
                <a:gd name="csY89" fmla="*/ 216411 h 254629"/>
                <a:gd name="csX90" fmla="*/ 256541 w 332499"/>
                <a:gd name="csY90" fmla="*/ 216411 h 254629"/>
                <a:gd name="csX91" fmla="*/ 254630 w 332499"/>
                <a:gd name="csY91" fmla="*/ 215456 h 254629"/>
                <a:gd name="csX92" fmla="*/ 253196 w 332499"/>
                <a:gd name="csY92" fmla="*/ 214500 h 254629"/>
                <a:gd name="csX93" fmla="*/ 252719 w 332499"/>
                <a:gd name="csY93" fmla="*/ 214023 h 254629"/>
                <a:gd name="csX94" fmla="*/ 251286 w 332499"/>
                <a:gd name="csY94" fmla="*/ 214978 h 254629"/>
                <a:gd name="csX95" fmla="*/ 249852 w 332499"/>
                <a:gd name="csY95" fmla="*/ 215934 h 254629"/>
                <a:gd name="csX96" fmla="*/ 247941 w 332499"/>
                <a:gd name="csY96" fmla="*/ 218322 h 254629"/>
                <a:gd name="csX97" fmla="*/ 246509 w 332499"/>
                <a:gd name="csY97" fmla="*/ 220711 h 254629"/>
                <a:gd name="csX98" fmla="*/ 247464 w 332499"/>
                <a:gd name="csY98" fmla="*/ 225488 h 254629"/>
                <a:gd name="csX99" fmla="*/ 247464 w 332499"/>
                <a:gd name="csY99" fmla="*/ 226921 h 254629"/>
                <a:gd name="csX100" fmla="*/ 246986 w 332499"/>
                <a:gd name="csY100" fmla="*/ 227877 h 254629"/>
                <a:gd name="csX101" fmla="*/ 245075 w 332499"/>
                <a:gd name="csY101" fmla="*/ 231699 h 254629"/>
                <a:gd name="csX102" fmla="*/ 244598 w 332499"/>
                <a:gd name="csY102" fmla="*/ 233132 h 254629"/>
                <a:gd name="csX103" fmla="*/ 243642 w 332499"/>
                <a:gd name="csY103" fmla="*/ 235043 h 254629"/>
                <a:gd name="csX104" fmla="*/ 242686 w 332499"/>
                <a:gd name="csY104" fmla="*/ 239342 h 254629"/>
                <a:gd name="csX105" fmla="*/ 242686 w 332499"/>
                <a:gd name="csY105" fmla="*/ 240298 h 254629"/>
                <a:gd name="csX106" fmla="*/ 242686 w 332499"/>
                <a:gd name="csY106" fmla="*/ 240298 h 254629"/>
                <a:gd name="csX107" fmla="*/ 239343 w 332499"/>
                <a:gd name="csY107" fmla="*/ 240298 h 254629"/>
                <a:gd name="csX108" fmla="*/ 238864 w 332499"/>
                <a:gd name="csY108" fmla="*/ 240298 h 254629"/>
                <a:gd name="csX109" fmla="*/ 238864 w 332499"/>
                <a:gd name="csY109" fmla="*/ 240298 h 254629"/>
                <a:gd name="csX110" fmla="*/ 238864 w 332499"/>
                <a:gd name="csY110" fmla="*/ 239820 h 254629"/>
                <a:gd name="csX111" fmla="*/ 238864 w 332499"/>
                <a:gd name="csY111" fmla="*/ 239820 h 254629"/>
                <a:gd name="csX112" fmla="*/ 238864 w 332499"/>
                <a:gd name="csY112" fmla="*/ 239342 h 254629"/>
                <a:gd name="csX113" fmla="*/ 238864 w 332499"/>
                <a:gd name="csY113" fmla="*/ 238387 h 254629"/>
                <a:gd name="csX114" fmla="*/ 238864 w 332499"/>
                <a:gd name="csY114" fmla="*/ 236954 h 254629"/>
                <a:gd name="csX115" fmla="*/ 239343 w 332499"/>
                <a:gd name="csY115" fmla="*/ 235521 h 254629"/>
                <a:gd name="csX116" fmla="*/ 240298 w 332499"/>
                <a:gd name="csY116" fmla="*/ 233132 h 254629"/>
                <a:gd name="csX117" fmla="*/ 240775 w 332499"/>
                <a:gd name="csY117" fmla="*/ 233132 h 254629"/>
                <a:gd name="csX118" fmla="*/ 240775 w 332499"/>
                <a:gd name="csY118" fmla="*/ 232654 h 254629"/>
                <a:gd name="csX119" fmla="*/ 240775 w 332499"/>
                <a:gd name="csY119" fmla="*/ 232654 h 254629"/>
                <a:gd name="csX120" fmla="*/ 240298 w 332499"/>
                <a:gd name="csY120" fmla="*/ 232176 h 254629"/>
                <a:gd name="csX121" fmla="*/ 240298 w 332499"/>
                <a:gd name="csY121" fmla="*/ 232176 h 254629"/>
                <a:gd name="csX122" fmla="*/ 240298 w 332499"/>
                <a:gd name="csY122" fmla="*/ 231221 h 254629"/>
                <a:gd name="csX123" fmla="*/ 240298 w 332499"/>
                <a:gd name="csY123" fmla="*/ 230266 h 254629"/>
                <a:gd name="csX124" fmla="*/ 240298 w 332499"/>
                <a:gd name="csY124" fmla="*/ 229788 h 254629"/>
                <a:gd name="csX125" fmla="*/ 240298 w 332499"/>
                <a:gd name="csY125" fmla="*/ 229310 h 254629"/>
                <a:gd name="csX126" fmla="*/ 240298 w 332499"/>
                <a:gd name="csY126" fmla="*/ 228832 h 254629"/>
                <a:gd name="csX127" fmla="*/ 239343 w 332499"/>
                <a:gd name="csY127" fmla="*/ 226921 h 254629"/>
                <a:gd name="csX128" fmla="*/ 239343 w 332499"/>
                <a:gd name="csY128" fmla="*/ 226444 h 254629"/>
                <a:gd name="csX129" fmla="*/ 230743 w 332499"/>
                <a:gd name="csY129" fmla="*/ 220233 h 254629"/>
                <a:gd name="csX130" fmla="*/ 228832 w 332499"/>
                <a:gd name="csY130" fmla="*/ 218322 h 254629"/>
                <a:gd name="csX131" fmla="*/ 228832 w 332499"/>
                <a:gd name="csY131" fmla="*/ 218322 h 254629"/>
                <a:gd name="csX132" fmla="*/ 228832 w 332499"/>
                <a:gd name="csY132" fmla="*/ 218322 h 254629"/>
                <a:gd name="csX133" fmla="*/ 224055 w 332499"/>
                <a:gd name="csY133" fmla="*/ 216889 h 254629"/>
                <a:gd name="csX134" fmla="*/ 224055 w 332499"/>
                <a:gd name="csY134" fmla="*/ 216411 h 254629"/>
                <a:gd name="csX135" fmla="*/ 224055 w 332499"/>
                <a:gd name="csY135" fmla="*/ 216411 h 254629"/>
                <a:gd name="csX136" fmla="*/ 224055 w 332499"/>
                <a:gd name="csY136" fmla="*/ 215934 h 254629"/>
                <a:gd name="csX137" fmla="*/ 224533 w 332499"/>
                <a:gd name="csY137" fmla="*/ 215456 h 254629"/>
                <a:gd name="csX138" fmla="*/ 225011 w 332499"/>
                <a:gd name="csY138" fmla="*/ 214978 h 254629"/>
                <a:gd name="csX139" fmla="*/ 225011 w 332499"/>
                <a:gd name="csY139" fmla="*/ 214500 h 254629"/>
                <a:gd name="csX140" fmla="*/ 223100 w 332499"/>
                <a:gd name="csY140" fmla="*/ 201124 h 254629"/>
                <a:gd name="csX141" fmla="*/ 223100 w 332499"/>
                <a:gd name="csY141" fmla="*/ 200646 h 254629"/>
                <a:gd name="csX142" fmla="*/ 223100 w 332499"/>
                <a:gd name="csY142" fmla="*/ 200646 h 254629"/>
                <a:gd name="csX143" fmla="*/ 223100 w 332499"/>
                <a:gd name="csY143" fmla="*/ 200646 h 254629"/>
                <a:gd name="csX144" fmla="*/ 223577 w 332499"/>
                <a:gd name="csY144" fmla="*/ 200168 h 254629"/>
                <a:gd name="csX145" fmla="*/ 223577 w 332499"/>
                <a:gd name="csY145" fmla="*/ 199691 h 254629"/>
                <a:gd name="csX146" fmla="*/ 223577 w 332499"/>
                <a:gd name="csY146" fmla="*/ 199213 h 254629"/>
                <a:gd name="csX147" fmla="*/ 224055 w 332499"/>
                <a:gd name="csY147" fmla="*/ 199213 h 254629"/>
                <a:gd name="csX148" fmla="*/ 224055 w 332499"/>
                <a:gd name="csY148" fmla="*/ 196825 h 254629"/>
                <a:gd name="csX149" fmla="*/ 224055 w 332499"/>
                <a:gd name="csY149" fmla="*/ 194436 h 254629"/>
                <a:gd name="csX150" fmla="*/ 225488 w 332499"/>
                <a:gd name="csY150" fmla="*/ 191092 h 254629"/>
                <a:gd name="csX151" fmla="*/ 225488 w 332499"/>
                <a:gd name="csY151" fmla="*/ 189659 h 254629"/>
                <a:gd name="csX152" fmla="*/ 215934 w 332499"/>
                <a:gd name="csY152" fmla="*/ 189181 h 254629"/>
                <a:gd name="csX153" fmla="*/ 215934 w 332499"/>
                <a:gd name="csY153" fmla="*/ 189659 h 254629"/>
                <a:gd name="csX154" fmla="*/ 215934 w 332499"/>
                <a:gd name="csY154" fmla="*/ 189659 h 254629"/>
                <a:gd name="csX155" fmla="*/ 215934 w 332499"/>
                <a:gd name="csY155" fmla="*/ 189659 h 254629"/>
                <a:gd name="csX156" fmla="*/ 215934 w 332499"/>
                <a:gd name="csY156" fmla="*/ 189659 h 254629"/>
                <a:gd name="csX157" fmla="*/ 215934 w 332499"/>
                <a:gd name="csY157" fmla="*/ 190136 h 254629"/>
                <a:gd name="csX158" fmla="*/ 215934 w 332499"/>
                <a:gd name="csY158" fmla="*/ 190614 h 254629"/>
                <a:gd name="csX159" fmla="*/ 215934 w 332499"/>
                <a:gd name="csY159" fmla="*/ 190614 h 254629"/>
                <a:gd name="csX160" fmla="*/ 215934 w 332499"/>
                <a:gd name="csY160" fmla="*/ 191092 h 254629"/>
                <a:gd name="csX161" fmla="*/ 215934 w 332499"/>
                <a:gd name="csY161" fmla="*/ 191569 h 254629"/>
                <a:gd name="csX162" fmla="*/ 216411 w 332499"/>
                <a:gd name="csY162" fmla="*/ 192525 h 254629"/>
                <a:gd name="csX163" fmla="*/ 216411 w 332499"/>
                <a:gd name="csY163" fmla="*/ 192525 h 254629"/>
                <a:gd name="csX164" fmla="*/ 216411 w 332499"/>
                <a:gd name="csY164" fmla="*/ 193003 h 254629"/>
                <a:gd name="csX165" fmla="*/ 216411 w 332499"/>
                <a:gd name="csY165" fmla="*/ 193480 h 254629"/>
                <a:gd name="csX166" fmla="*/ 203035 w 332499"/>
                <a:gd name="csY166" fmla="*/ 193480 h 254629"/>
                <a:gd name="csX167" fmla="*/ 208290 w 332499"/>
                <a:gd name="csY167" fmla="*/ 198735 h 254629"/>
                <a:gd name="csX168" fmla="*/ 208290 w 332499"/>
                <a:gd name="csY168" fmla="*/ 198735 h 254629"/>
                <a:gd name="csX169" fmla="*/ 208290 w 332499"/>
                <a:gd name="csY169" fmla="*/ 199213 h 254629"/>
                <a:gd name="csX170" fmla="*/ 208290 w 332499"/>
                <a:gd name="csY170" fmla="*/ 199213 h 254629"/>
                <a:gd name="csX171" fmla="*/ 208768 w 332499"/>
                <a:gd name="csY171" fmla="*/ 201124 h 254629"/>
                <a:gd name="csX172" fmla="*/ 208290 w 332499"/>
                <a:gd name="csY172" fmla="*/ 203991 h 254629"/>
                <a:gd name="csX173" fmla="*/ 208290 w 332499"/>
                <a:gd name="csY173" fmla="*/ 205901 h 254629"/>
                <a:gd name="csX174" fmla="*/ 208768 w 332499"/>
                <a:gd name="csY174" fmla="*/ 207334 h 254629"/>
                <a:gd name="csX175" fmla="*/ 210201 w 332499"/>
                <a:gd name="csY175" fmla="*/ 209723 h 254629"/>
                <a:gd name="csX176" fmla="*/ 210201 w 332499"/>
                <a:gd name="csY176" fmla="*/ 210201 h 254629"/>
                <a:gd name="csX177" fmla="*/ 209723 w 332499"/>
                <a:gd name="csY177" fmla="*/ 210679 h 254629"/>
                <a:gd name="csX178" fmla="*/ 200168 w 332499"/>
                <a:gd name="csY178" fmla="*/ 218322 h 254629"/>
                <a:gd name="csX179" fmla="*/ 200168 w 332499"/>
                <a:gd name="csY179" fmla="*/ 218322 h 254629"/>
                <a:gd name="csX180" fmla="*/ 198736 w 332499"/>
                <a:gd name="csY180" fmla="*/ 221666 h 254629"/>
                <a:gd name="csX181" fmla="*/ 197302 w 332499"/>
                <a:gd name="csY181" fmla="*/ 223100 h 254629"/>
                <a:gd name="csX182" fmla="*/ 196825 w 332499"/>
                <a:gd name="csY182" fmla="*/ 223577 h 254629"/>
                <a:gd name="csX183" fmla="*/ 194914 w 332499"/>
                <a:gd name="csY183" fmla="*/ 226444 h 254629"/>
                <a:gd name="csX184" fmla="*/ 186314 w 332499"/>
                <a:gd name="csY184" fmla="*/ 234087 h 254629"/>
                <a:gd name="csX185" fmla="*/ 184881 w 332499"/>
                <a:gd name="csY185" fmla="*/ 234565 h 254629"/>
                <a:gd name="csX186" fmla="*/ 180582 w 332499"/>
                <a:gd name="csY186" fmla="*/ 234565 h 254629"/>
                <a:gd name="csX187" fmla="*/ 178193 w 332499"/>
                <a:gd name="csY187" fmla="*/ 235043 h 254629"/>
                <a:gd name="csX188" fmla="*/ 178193 w 332499"/>
                <a:gd name="csY188" fmla="*/ 235043 h 254629"/>
                <a:gd name="csX189" fmla="*/ 177715 w 332499"/>
                <a:gd name="csY189" fmla="*/ 235043 h 254629"/>
                <a:gd name="csX190" fmla="*/ 177715 w 332499"/>
                <a:gd name="csY190" fmla="*/ 235043 h 254629"/>
                <a:gd name="csX191" fmla="*/ 177238 w 332499"/>
                <a:gd name="csY191" fmla="*/ 235521 h 254629"/>
                <a:gd name="csX192" fmla="*/ 176760 w 332499"/>
                <a:gd name="csY192" fmla="*/ 235043 h 254629"/>
                <a:gd name="csX193" fmla="*/ 176760 w 332499"/>
                <a:gd name="csY193" fmla="*/ 235043 h 254629"/>
                <a:gd name="csX194" fmla="*/ 171505 w 332499"/>
                <a:gd name="csY194" fmla="*/ 230743 h 254629"/>
                <a:gd name="csX195" fmla="*/ 161950 w 332499"/>
                <a:gd name="csY195" fmla="*/ 225010 h 254629"/>
                <a:gd name="csX196" fmla="*/ 160995 w 332499"/>
                <a:gd name="csY196" fmla="*/ 225488 h 254629"/>
                <a:gd name="csX197" fmla="*/ 155740 w 332499"/>
                <a:gd name="csY197" fmla="*/ 227877 h 254629"/>
                <a:gd name="csX198" fmla="*/ 154784 w 332499"/>
                <a:gd name="csY198" fmla="*/ 228832 h 254629"/>
                <a:gd name="csX199" fmla="*/ 154307 w 332499"/>
                <a:gd name="csY199" fmla="*/ 229310 h 254629"/>
                <a:gd name="csX200" fmla="*/ 154307 w 332499"/>
                <a:gd name="csY200" fmla="*/ 231699 h 254629"/>
                <a:gd name="csX201" fmla="*/ 153351 w 332499"/>
                <a:gd name="csY201" fmla="*/ 233132 h 254629"/>
                <a:gd name="csX202" fmla="*/ 151440 w 332499"/>
                <a:gd name="csY202" fmla="*/ 234565 h 254629"/>
                <a:gd name="csX203" fmla="*/ 147141 w 332499"/>
                <a:gd name="csY203" fmla="*/ 235521 h 254629"/>
                <a:gd name="csX204" fmla="*/ 144752 w 332499"/>
                <a:gd name="csY204" fmla="*/ 236476 h 254629"/>
                <a:gd name="csX205" fmla="*/ 142363 w 332499"/>
                <a:gd name="csY205" fmla="*/ 237432 h 254629"/>
                <a:gd name="csX206" fmla="*/ 141886 w 332499"/>
                <a:gd name="csY206" fmla="*/ 237909 h 254629"/>
                <a:gd name="csX207" fmla="*/ 140930 w 332499"/>
                <a:gd name="csY207" fmla="*/ 238387 h 254629"/>
                <a:gd name="csX208" fmla="*/ 139019 w 332499"/>
                <a:gd name="csY208" fmla="*/ 240298 h 254629"/>
                <a:gd name="csX209" fmla="*/ 138541 w 332499"/>
                <a:gd name="csY209" fmla="*/ 241731 h 254629"/>
                <a:gd name="csX210" fmla="*/ 139019 w 332499"/>
                <a:gd name="csY210" fmla="*/ 242687 h 254629"/>
                <a:gd name="csX211" fmla="*/ 123254 w 332499"/>
                <a:gd name="csY211" fmla="*/ 242687 h 254629"/>
                <a:gd name="csX212" fmla="*/ 122299 w 332499"/>
                <a:gd name="csY212" fmla="*/ 241731 h 254629"/>
                <a:gd name="csX213" fmla="*/ 119910 w 332499"/>
                <a:gd name="csY213" fmla="*/ 237909 h 254629"/>
                <a:gd name="csX214" fmla="*/ 119910 w 332499"/>
                <a:gd name="csY214" fmla="*/ 237432 h 254629"/>
                <a:gd name="csX215" fmla="*/ 118477 w 332499"/>
                <a:gd name="csY215" fmla="*/ 237909 h 254629"/>
                <a:gd name="csX216" fmla="*/ 104145 w 332499"/>
                <a:gd name="csY216" fmla="*/ 237432 h 254629"/>
                <a:gd name="csX217" fmla="*/ 101756 w 332499"/>
                <a:gd name="csY217" fmla="*/ 237909 h 254629"/>
                <a:gd name="csX218" fmla="*/ 97934 w 332499"/>
                <a:gd name="csY218" fmla="*/ 239342 h 254629"/>
                <a:gd name="csX219" fmla="*/ 95546 w 332499"/>
                <a:gd name="csY219" fmla="*/ 239820 h 254629"/>
                <a:gd name="csX220" fmla="*/ 93635 w 332499"/>
                <a:gd name="csY220" fmla="*/ 238865 h 254629"/>
                <a:gd name="csX221" fmla="*/ 85991 w 332499"/>
                <a:gd name="csY221" fmla="*/ 230743 h 254629"/>
                <a:gd name="csX222" fmla="*/ 84558 w 332499"/>
                <a:gd name="csY222" fmla="*/ 229788 h 254629"/>
                <a:gd name="csX223" fmla="*/ 83603 w 332499"/>
                <a:gd name="csY223" fmla="*/ 229310 h 254629"/>
                <a:gd name="csX224" fmla="*/ 82647 w 332499"/>
                <a:gd name="csY224" fmla="*/ 227877 h 254629"/>
                <a:gd name="csX225" fmla="*/ 81214 w 332499"/>
                <a:gd name="csY225" fmla="*/ 227399 h 254629"/>
                <a:gd name="csX226" fmla="*/ 80736 w 332499"/>
                <a:gd name="csY226" fmla="*/ 226444 h 254629"/>
                <a:gd name="csX227" fmla="*/ 80258 w 332499"/>
                <a:gd name="csY227" fmla="*/ 225966 h 254629"/>
                <a:gd name="csX228" fmla="*/ 80258 w 332499"/>
                <a:gd name="csY228" fmla="*/ 224055 h 254629"/>
                <a:gd name="csX229" fmla="*/ 79781 w 332499"/>
                <a:gd name="csY229" fmla="*/ 222622 h 254629"/>
                <a:gd name="csX230" fmla="*/ 78825 w 332499"/>
                <a:gd name="csY230" fmla="*/ 222622 h 254629"/>
                <a:gd name="csX231" fmla="*/ 68315 w 332499"/>
                <a:gd name="csY231" fmla="*/ 224533 h 254629"/>
                <a:gd name="csX232" fmla="*/ 66882 w 332499"/>
                <a:gd name="csY232" fmla="*/ 224055 h 254629"/>
                <a:gd name="csX233" fmla="*/ 64971 w 332499"/>
                <a:gd name="csY233" fmla="*/ 224533 h 254629"/>
                <a:gd name="csX234" fmla="*/ 64016 w 332499"/>
                <a:gd name="csY234" fmla="*/ 225010 h 254629"/>
                <a:gd name="csX235" fmla="*/ 63060 w 332499"/>
                <a:gd name="csY235" fmla="*/ 225966 h 254629"/>
                <a:gd name="csX236" fmla="*/ 63060 w 332499"/>
                <a:gd name="csY236" fmla="*/ 226921 h 254629"/>
                <a:gd name="csX237" fmla="*/ 63060 w 332499"/>
                <a:gd name="csY237" fmla="*/ 228355 h 254629"/>
                <a:gd name="csX238" fmla="*/ 63060 w 332499"/>
                <a:gd name="csY238" fmla="*/ 229310 h 254629"/>
                <a:gd name="csX239" fmla="*/ 62105 w 332499"/>
                <a:gd name="csY239" fmla="*/ 230743 h 254629"/>
                <a:gd name="csX240" fmla="*/ 59238 w 332499"/>
                <a:gd name="csY240" fmla="*/ 233132 h 254629"/>
                <a:gd name="csX241" fmla="*/ 58761 w 332499"/>
                <a:gd name="csY241" fmla="*/ 234565 h 254629"/>
                <a:gd name="csX242" fmla="*/ 58761 w 332499"/>
                <a:gd name="csY242" fmla="*/ 237432 h 254629"/>
                <a:gd name="csX243" fmla="*/ 58283 w 332499"/>
                <a:gd name="csY243" fmla="*/ 238865 h 254629"/>
                <a:gd name="csX244" fmla="*/ 58283 w 332499"/>
                <a:gd name="csY244" fmla="*/ 239820 h 254629"/>
                <a:gd name="csX245" fmla="*/ 56850 w 332499"/>
                <a:gd name="csY245" fmla="*/ 240775 h 254629"/>
                <a:gd name="csX246" fmla="*/ 56372 w 332499"/>
                <a:gd name="csY246" fmla="*/ 241731 h 254629"/>
                <a:gd name="csX247" fmla="*/ 56372 w 332499"/>
                <a:gd name="csY247" fmla="*/ 242687 h 254629"/>
                <a:gd name="csX248" fmla="*/ 55894 w 332499"/>
                <a:gd name="csY248" fmla="*/ 244598 h 254629"/>
                <a:gd name="csX249" fmla="*/ 55894 w 332499"/>
                <a:gd name="csY249" fmla="*/ 245553 h 254629"/>
                <a:gd name="csX250" fmla="*/ 54461 w 332499"/>
                <a:gd name="csY250" fmla="*/ 247464 h 254629"/>
                <a:gd name="csX251" fmla="*/ 53983 w 332499"/>
                <a:gd name="csY251" fmla="*/ 248419 h 254629"/>
                <a:gd name="csX252" fmla="*/ 53983 w 332499"/>
                <a:gd name="csY252" fmla="*/ 250330 h 254629"/>
                <a:gd name="csX253" fmla="*/ 53506 w 332499"/>
                <a:gd name="csY253" fmla="*/ 250808 h 254629"/>
                <a:gd name="csX254" fmla="*/ 48728 w 332499"/>
                <a:gd name="csY254" fmla="*/ 252241 h 254629"/>
                <a:gd name="csX255" fmla="*/ 47295 w 332499"/>
                <a:gd name="csY255" fmla="*/ 252719 h 254629"/>
                <a:gd name="csX256" fmla="*/ 46340 w 332499"/>
                <a:gd name="csY256" fmla="*/ 254152 h 254629"/>
                <a:gd name="csX257" fmla="*/ 45862 w 332499"/>
                <a:gd name="csY257" fmla="*/ 254630 h 254629"/>
                <a:gd name="csX258" fmla="*/ 43951 w 332499"/>
                <a:gd name="csY258" fmla="*/ 254152 h 254629"/>
                <a:gd name="csX259" fmla="*/ 41563 w 332499"/>
                <a:gd name="csY259" fmla="*/ 254152 h 254629"/>
                <a:gd name="csX260" fmla="*/ 36785 w 332499"/>
                <a:gd name="csY260" fmla="*/ 253674 h 254629"/>
                <a:gd name="csX261" fmla="*/ 34874 w 332499"/>
                <a:gd name="csY261" fmla="*/ 252719 h 254629"/>
                <a:gd name="csX262" fmla="*/ 33919 w 332499"/>
                <a:gd name="csY262" fmla="*/ 252241 h 254629"/>
                <a:gd name="csX263" fmla="*/ 33919 w 332499"/>
                <a:gd name="csY263" fmla="*/ 249852 h 254629"/>
                <a:gd name="csX264" fmla="*/ 33441 w 332499"/>
                <a:gd name="csY264" fmla="*/ 249375 h 254629"/>
                <a:gd name="csX265" fmla="*/ 32963 w 332499"/>
                <a:gd name="csY265" fmla="*/ 248897 h 254629"/>
                <a:gd name="csX266" fmla="*/ 32486 w 332499"/>
                <a:gd name="csY266" fmla="*/ 247941 h 254629"/>
                <a:gd name="csX267" fmla="*/ 32486 w 332499"/>
                <a:gd name="csY267" fmla="*/ 246508 h 254629"/>
                <a:gd name="csX268" fmla="*/ 34874 w 332499"/>
                <a:gd name="csY268" fmla="*/ 243642 h 254629"/>
                <a:gd name="csX269" fmla="*/ 35352 w 332499"/>
                <a:gd name="csY269" fmla="*/ 242209 h 254629"/>
                <a:gd name="csX270" fmla="*/ 35830 w 332499"/>
                <a:gd name="csY270" fmla="*/ 237432 h 254629"/>
                <a:gd name="csX271" fmla="*/ 36307 w 332499"/>
                <a:gd name="csY271" fmla="*/ 235521 h 254629"/>
                <a:gd name="csX272" fmla="*/ 35830 w 332499"/>
                <a:gd name="csY272" fmla="*/ 233610 h 254629"/>
                <a:gd name="csX273" fmla="*/ 33919 w 332499"/>
                <a:gd name="csY273" fmla="*/ 229788 h 254629"/>
                <a:gd name="csX274" fmla="*/ 32008 w 332499"/>
                <a:gd name="csY274" fmla="*/ 226921 h 254629"/>
                <a:gd name="csX275" fmla="*/ 29141 w 332499"/>
                <a:gd name="csY275" fmla="*/ 223100 h 254629"/>
                <a:gd name="csX276" fmla="*/ 28186 w 332499"/>
                <a:gd name="csY276" fmla="*/ 222144 h 254629"/>
                <a:gd name="csX277" fmla="*/ 22453 w 332499"/>
                <a:gd name="csY277" fmla="*/ 216411 h 254629"/>
                <a:gd name="csX278" fmla="*/ 21975 w 332499"/>
                <a:gd name="csY278" fmla="*/ 215456 h 254629"/>
                <a:gd name="csX279" fmla="*/ 20542 w 332499"/>
                <a:gd name="csY279" fmla="*/ 213545 h 254629"/>
                <a:gd name="csX280" fmla="*/ 21020 w 332499"/>
                <a:gd name="csY280" fmla="*/ 211634 h 254629"/>
                <a:gd name="csX281" fmla="*/ 21975 w 332499"/>
                <a:gd name="csY281" fmla="*/ 208290 h 254629"/>
                <a:gd name="csX282" fmla="*/ 21975 w 332499"/>
                <a:gd name="csY282" fmla="*/ 206857 h 254629"/>
                <a:gd name="csX283" fmla="*/ 21498 w 332499"/>
                <a:gd name="csY283" fmla="*/ 205424 h 254629"/>
                <a:gd name="csX284" fmla="*/ 20065 w 332499"/>
                <a:gd name="csY284" fmla="*/ 204468 h 254629"/>
                <a:gd name="csX285" fmla="*/ 18631 w 332499"/>
                <a:gd name="csY285" fmla="*/ 204468 h 254629"/>
                <a:gd name="csX286" fmla="*/ 18154 w 332499"/>
                <a:gd name="csY286" fmla="*/ 203991 h 254629"/>
                <a:gd name="csX287" fmla="*/ 17198 w 332499"/>
                <a:gd name="csY287" fmla="*/ 203035 h 254629"/>
                <a:gd name="csX288" fmla="*/ 16243 w 332499"/>
                <a:gd name="csY288" fmla="*/ 202557 h 254629"/>
                <a:gd name="csX289" fmla="*/ 14809 w 332499"/>
                <a:gd name="csY289" fmla="*/ 201124 h 254629"/>
                <a:gd name="csX290" fmla="*/ 14332 w 332499"/>
                <a:gd name="csY290" fmla="*/ 199691 h 254629"/>
                <a:gd name="csX291" fmla="*/ 14809 w 332499"/>
                <a:gd name="csY291" fmla="*/ 193480 h 254629"/>
                <a:gd name="csX292" fmla="*/ 14332 w 332499"/>
                <a:gd name="csY292" fmla="*/ 193003 h 254629"/>
                <a:gd name="csX293" fmla="*/ 12899 w 332499"/>
                <a:gd name="csY293" fmla="*/ 192525 h 254629"/>
                <a:gd name="csX294" fmla="*/ 12899 w 332499"/>
                <a:gd name="csY294" fmla="*/ 192047 h 254629"/>
                <a:gd name="csX295" fmla="*/ 12899 w 332499"/>
                <a:gd name="csY295" fmla="*/ 191092 h 254629"/>
                <a:gd name="csX296" fmla="*/ 11943 w 332499"/>
                <a:gd name="csY296" fmla="*/ 187748 h 254629"/>
                <a:gd name="csX297" fmla="*/ 10988 w 332499"/>
                <a:gd name="csY297" fmla="*/ 184881 h 254629"/>
                <a:gd name="csX298" fmla="*/ 11465 w 332499"/>
                <a:gd name="csY298" fmla="*/ 183448 h 254629"/>
                <a:gd name="csX299" fmla="*/ 10510 w 332499"/>
                <a:gd name="csY299" fmla="*/ 181059 h 254629"/>
                <a:gd name="csX300" fmla="*/ 8121 w 332499"/>
                <a:gd name="csY300" fmla="*/ 180582 h 254629"/>
                <a:gd name="csX301" fmla="*/ 5733 w 332499"/>
                <a:gd name="csY301" fmla="*/ 180582 h 254629"/>
                <a:gd name="csX302" fmla="*/ 3344 w 332499"/>
                <a:gd name="csY302" fmla="*/ 181059 h 254629"/>
                <a:gd name="csX303" fmla="*/ 1911 w 332499"/>
                <a:gd name="csY303" fmla="*/ 181059 h 254629"/>
                <a:gd name="csX304" fmla="*/ 956 w 332499"/>
                <a:gd name="csY304" fmla="*/ 180582 h 254629"/>
                <a:gd name="csX305" fmla="*/ 0 w 332499"/>
                <a:gd name="csY305" fmla="*/ 179626 h 254629"/>
                <a:gd name="csX306" fmla="*/ 0 w 332499"/>
                <a:gd name="csY306" fmla="*/ 178671 h 254629"/>
                <a:gd name="csX307" fmla="*/ 0 w 332499"/>
                <a:gd name="csY307" fmla="*/ 177715 h 254629"/>
                <a:gd name="csX308" fmla="*/ 1433 w 332499"/>
                <a:gd name="csY308" fmla="*/ 174849 h 254629"/>
                <a:gd name="csX309" fmla="*/ 3344 w 332499"/>
                <a:gd name="csY309" fmla="*/ 172938 h 254629"/>
                <a:gd name="csX310" fmla="*/ 6210 w 332499"/>
                <a:gd name="csY310" fmla="*/ 171027 h 254629"/>
                <a:gd name="csX311" fmla="*/ 7166 w 332499"/>
                <a:gd name="csY311" fmla="*/ 170072 h 254629"/>
                <a:gd name="csX312" fmla="*/ 7644 w 332499"/>
                <a:gd name="csY312" fmla="*/ 168638 h 254629"/>
                <a:gd name="csX313" fmla="*/ 8121 w 332499"/>
                <a:gd name="csY313" fmla="*/ 167683 h 254629"/>
                <a:gd name="csX314" fmla="*/ 7644 w 332499"/>
                <a:gd name="csY314" fmla="*/ 166250 h 254629"/>
                <a:gd name="csX315" fmla="*/ 7166 w 332499"/>
                <a:gd name="csY315" fmla="*/ 164817 h 254629"/>
                <a:gd name="csX316" fmla="*/ 6210 w 332499"/>
                <a:gd name="csY316" fmla="*/ 163384 h 254629"/>
                <a:gd name="csX317" fmla="*/ 5255 w 332499"/>
                <a:gd name="csY317" fmla="*/ 161473 h 254629"/>
                <a:gd name="csX318" fmla="*/ 5255 w 332499"/>
                <a:gd name="csY318" fmla="*/ 160039 h 254629"/>
                <a:gd name="csX319" fmla="*/ 5733 w 332499"/>
                <a:gd name="csY319" fmla="*/ 159084 h 254629"/>
                <a:gd name="csX320" fmla="*/ 6688 w 332499"/>
                <a:gd name="csY320" fmla="*/ 158128 h 254629"/>
                <a:gd name="csX321" fmla="*/ 8599 w 332499"/>
                <a:gd name="csY321" fmla="*/ 156695 h 254629"/>
                <a:gd name="csX322" fmla="*/ 9077 w 332499"/>
                <a:gd name="csY322" fmla="*/ 156695 h 254629"/>
                <a:gd name="csX323" fmla="*/ 10032 w 332499"/>
                <a:gd name="csY323" fmla="*/ 155740 h 254629"/>
                <a:gd name="csX324" fmla="*/ 10988 w 332499"/>
                <a:gd name="csY324" fmla="*/ 155262 h 254629"/>
                <a:gd name="csX325" fmla="*/ 13376 w 332499"/>
                <a:gd name="csY325" fmla="*/ 153829 h 254629"/>
                <a:gd name="csX326" fmla="*/ 13854 w 332499"/>
                <a:gd name="csY326" fmla="*/ 153351 h 254629"/>
                <a:gd name="csX327" fmla="*/ 13854 w 332499"/>
                <a:gd name="csY327" fmla="*/ 152396 h 254629"/>
                <a:gd name="csX328" fmla="*/ 13376 w 332499"/>
                <a:gd name="csY328" fmla="*/ 151918 h 254629"/>
                <a:gd name="csX329" fmla="*/ 12421 w 332499"/>
                <a:gd name="csY329" fmla="*/ 150962 h 254629"/>
                <a:gd name="csX330" fmla="*/ 11943 w 332499"/>
                <a:gd name="csY330" fmla="*/ 150007 h 254629"/>
                <a:gd name="csX331" fmla="*/ 11943 w 332499"/>
                <a:gd name="csY331" fmla="*/ 148096 h 254629"/>
                <a:gd name="csX332" fmla="*/ 11465 w 332499"/>
                <a:gd name="csY332" fmla="*/ 147141 h 254629"/>
                <a:gd name="csX333" fmla="*/ 10988 w 332499"/>
                <a:gd name="csY333" fmla="*/ 146185 h 254629"/>
                <a:gd name="csX334" fmla="*/ 11465 w 332499"/>
                <a:gd name="csY334" fmla="*/ 145230 h 254629"/>
                <a:gd name="csX335" fmla="*/ 12421 w 332499"/>
                <a:gd name="csY335" fmla="*/ 144752 h 254629"/>
                <a:gd name="csX336" fmla="*/ 13854 w 332499"/>
                <a:gd name="csY336" fmla="*/ 143796 h 254629"/>
                <a:gd name="csX337" fmla="*/ 15765 w 332499"/>
                <a:gd name="csY337" fmla="*/ 143319 h 254629"/>
                <a:gd name="csX338" fmla="*/ 16721 w 332499"/>
                <a:gd name="csY338" fmla="*/ 142841 h 254629"/>
                <a:gd name="csX339" fmla="*/ 16721 w 332499"/>
                <a:gd name="csY339" fmla="*/ 141886 h 254629"/>
                <a:gd name="csX340" fmla="*/ 16721 w 332499"/>
                <a:gd name="csY340" fmla="*/ 140452 h 254629"/>
                <a:gd name="csX341" fmla="*/ 17676 w 332499"/>
                <a:gd name="csY341" fmla="*/ 139497 h 254629"/>
                <a:gd name="csX342" fmla="*/ 18631 w 332499"/>
                <a:gd name="csY342" fmla="*/ 137586 h 254629"/>
                <a:gd name="csX343" fmla="*/ 19109 w 332499"/>
                <a:gd name="csY343" fmla="*/ 137108 h 254629"/>
                <a:gd name="csX344" fmla="*/ 20542 w 332499"/>
                <a:gd name="csY344" fmla="*/ 135675 h 254629"/>
                <a:gd name="csX345" fmla="*/ 21975 w 332499"/>
                <a:gd name="csY345" fmla="*/ 134720 h 254629"/>
                <a:gd name="csX346" fmla="*/ 22453 w 332499"/>
                <a:gd name="csY346" fmla="*/ 133286 h 254629"/>
                <a:gd name="csX347" fmla="*/ 22453 w 332499"/>
                <a:gd name="csY347" fmla="*/ 131853 h 254629"/>
                <a:gd name="csX348" fmla="*/ 21975 w 332499"/>
                <a:gd name="csY348" fmla="*/ 127554 h 254629"/>
                <a:gd name="csX349" fmla="*/ 23409 w 332499"/>
                <a:gd name="csY349" fmla="*/ 126120 h 254629"/>
                <a:gd name="csX350" fmla="*/ 25320 w 332499"/>
                <a:gd name="csY350" fmla="*/ 124687 h 254629"/>
                <a:gd name="csX351" fmla="*/ 28186 w 332499"/>
                <a:gd name="csY351" fmla="*/ 124687 h 254629"/>
                <a:gd name="csX352" fmla="*/ 32486 w 332499"/>
                <a:gd name="csY352" fmla="*/ 124210 h 254629"/>
                <a:gd name="csX353" fmla="*/ 35352 w 332499"/>
                <a:gd name="csY353" fmla="*/ 123732 h 254629"/>
                <a:gd name="csX354" fmla="*/ 37263 w 332499"/>
                <a:gd name="csY354" fmla="*/ 123732 h 254629"/>
                <a:gd name="csX355" fmla="*/ 42040 w 332499"/>
                <a:gd name="csY355" fmla="*/ 124687 h 254629"/>
                <a:gd name="csX356" fmla="*/ 42518 w 332499"/>
                <a:gd name="csY356" fmla="*/ 124210 h 254629"/>
                <a:gd name="csX357" fmla="*/ 42518 w 332499"/>
                <a:gd name="csY357" fmla="*/ 124210 h 254629"/>
                <a:gd name="csX358" fmla="*/ 42518 w 332499"/>
                <a:gd name="csY358" fmla="*/ 123254 h 254629"/>
                <a:gd name="csX359" fmla="*/ 42518 w 332499"/>
                <a:gd name="csY359" fmla="*/ 120388 h 254629"/>
                <a:gd name="csX360" fmla="*/ 42518 w 332499"/>
                <a:gd name="csY360" fmla="*/ 111789 h 254629"/>
                <a:gd name="csX361" fmla="*/ 42518 w 332499"/>
                <a:gd name="csY361" fmla="*/ 103667 h 254629"/>
                <a:gd name="csX362" fmla="*/ 42518 w 332499"/>
                <a:gd name="csY362" fmla="*/ 95068 h 254629"/>
                <a:gd name="csX363" fmla="*/ 42518 w 332499"/>
                <a:gd name="csY363" fmla="*/ 86469 h 254629"/>
                <a:gd name="csX364" fmla="*/ 42518 w 332499"/>
                <a:gd name="csY364" fmla="*/ 78347 h 254629"/>
                <a:gd name="csX365" fmla="*/ 42518 w 332499"/>
                <a:gd name="csY365" fmla="*/ 69748 h 254629"/>
                <a:gd name="csX366" fmla="*/ 42518 w 332499"/>
                <a:gd name="csY366" fmla="*/ 61149 h 254629"/>
                <a:gd name="csX367" fmla="*/ 42518 w 332499"/>
                <a:gd name="csY367" fmla="*/ 52550 h 254629"/>
                <a:gd name="csX368" fmla="*/ 42518 w 332499"/>
                <a:gd name="csY368" fmla="*/ 50162 h 254629"/>
                <a:gd name="csX369" fmla="*/ 42518 w 332499"/>
                <a:gd name="csY369" fmla="*/ 47773 h 254629"/>
                <a:gd name="csX370" fmla="*/ 42518 w 332499"/>
                <a:gd name="csY370" fmla="*/ 45384 h 254629"/>
                <a:gd name="csX371" fmla="*/ 42518 w 332499"/>
                <a:gd name="csY371" fmla="*/ 42996 h 254629"/>
                <a:gd name="csX372" fmla="*/ 47295 w 332499"/>
                <a:gd name="csY372" fmla="*/ 42996 h 254629"/>
                <a:gd name="csX373" fmla="*/ 52550 w 332499"/>
                <a:gd name="csY373" fmla="*/ 42996 h 254629"/>
                <a:gd name="csX374" fmla="*/ 57328 w 332499"/>
                <a:gd name="csY374" fmla="*/ 42996 h 254629"/>
                <a:gd name="csX375" fmla="*/ 62105 w 332499"/>
                <a:gd name="csY375" fmla="*/ 42996 h 254629"/>
                <a:gd name="csX376" fmla="*/ 62105 w 332499"/>
                <a:gd name="csY376" fmla="*/ 42996 h 254629"/>
                <a:gd name="csX377" fmla="*/ 62105 w 332499"/>
                <a:gd name="csY377" fmla="*/ 42996 h 254629"/>
                <a:gd name="csX378" fmla="*/ 62105 w 332499"/>
                <a:gd name="csY378" fmla="*/ 42996 h 254629"/>
                <a:gd name="csX379" fmla="*/ 62582 w 332499"/>
                <a:gd name="csY379" fmla="*/ 42996 h 254629"/>
                <a:gd name="csX380" fmla="*/ 62582 w 332499"/>
                <a:gd name="csY380" fmla="*/ 33441 h 254629"/>
                <a:gd name="csX381" fmla="*/ 62582 w 332499"/>
                <a:gd name="csY381" fmla="*/ 23409 h 254629"/>
                <a:gd name="csX382" fmla="*/ 62582 w 332499"/>
                <a:gd name="csY382" fmla="*/ 13854 h 254629"/>
                <a:gd name="csX383" fmla="*/ 62582 w 332499"/>
                <a:gd name="csY383" fmla="*/ 4299 h 254629"/>
                <a:gd name="csX384" fmla="*/ 69748 w 332499"/>
                <a:gd name="csY384" fmla="*/ 4299 h 254629"/>
                <a:gd name="csX385" fmla="*/ 77392 w 332499"/>
                <a:gd name="csY385" fmla="*/ 4299 h 254629"/>
                <a:gd name="csX386" fmla="*/ 85036 w 332499"/>
                <a:gd name="csY386" fmla="*/ 4299 h 254629"/>
                <a:gd name="csX387" fmla="*/ 92679 w 332499"/>
                <a:gd name="csY387" fmla="*/ 4299 h 254629"/>
                <a:gd name="csX388" fmla="*/ 100323 w 332499"/>
                <a:gd name="csY388" fmla="*/ 4299 h 254629"/>
                <a:gd name="csX389" fmla="*/ 107967 w 332499"/>
                <a:gd name="csY389" fmla="*/ 4299 h 254629"/>
                <a:gd name="csX390" fmla="*/ 115611 w 332499"/>
                <a:gd name="csY390" fmla="*/ 4299 h 254629"/>
                <a:gd name="csX391" fmla="*/ 123254 w 332499"/>
                <a:gd name="csY391" fmla="*/ 4299 h 254629"/>
                <a:gd name="csX392" fmla="*/ 130420 w 332499"/>
                <a:gd name="csY392" fmla="*/ 4299 h 254629"/>
                <a:gd name="csX393" fmla="*/ 138064 w 332499"/>
                <a:gd name="csY393" fmla="*/ 4299 h 254629"/>
                <a:gd name="csX394" fmla="*/ 145707 w 332499"/>
                <a:gd name="csY394" fmla="*/ 4299 h 254629"/>
                <a:gd name="csX395" fmla="*/ 153351 w 332499"/>
                <a:gd name="csY395" fmla="*/ 4299 h 254629"/>
                <a:gd name="csX396" fmla="*/ 160995 w 332499"/>
                <a:gd name="csY396" fmla="*/ 4299 h 254629"/>
                <a:gd name="csX397" fmla="*/ 168638 w 332499"/>
                <a:gd name="csY397" fmla="*/ 4299 h 254629"/>
                <a:gd name="csX398" fmla="*/ 176282 w 332499"/>
                <a:gd name="csY398" fmla="*/ 4299 h 254629"/>
                <a:gd name="csX399" fmla="*/ 183448 w 332499"/>
                <a:gd name="csY399" fmla="*/ 4299 h 254629"/>
                <a:gd name="csX400" fmla="*/ 185837 w 332499"/>
                <a:gd name="csY400" fmla="*/ 4299 h 254629"/>
                <a:gd name="csX401" fmla="*/ 186792 w 332499"/>
                <a:gd name="csY401" fmla="*/ 4299 h 254629"/>
                <a:gd name="csX402" fmla="*/ 188703 w 332499"/>
                <a:gd name="csY402" fmla="*/ 478 h 254629"/>
                <a:gd name="csX403" fmla="*/ 189659 w 332499"/>
                <a:gd name="csY403" fmla="*/ 0 h 254629"/>
                <a:gd name="csX404" fmla="*/ 191091 w 332499"/>
                <a:gd name="csY404" fmla="*/ 478 h 254629"/>
                <a:gd name="csX405" fmla="*/ 191570 w 332499"/>
                <a:gd name="csY405" fmla="*/ 1433 h 254629"/>
                <a:gd name="csX406" fmla="*/ 191091 w 332499"/>
                <a:gd name="csY406" fmla="*/ 2389 h 254629"/>
                <a:gd name="csX407" fmla="*/ 190614 w 332499"/>
                <a:gd name="csY407" fmla="*/ 4299 h 254629"/>
                <a:gd name="csX408" fmla="*/ 193958 w 332499"/>
                <a:gd name="csY408" fmla="*/ 4299 h 254629"/>
                <a:gd name="csX409" fmla="*/ 200646 w 332499"/>
                <a:gd name="csY409" fmla="*/ 4299 h 254629"/>
                <a:gd name="csX410" fmla="*/ 207334 w 332499"/>
                <a:gd name="csY410" fmla="*/ 4299 h 254629"/>
                <a:gd name="csX411" fmla="*/ 213545 w 332499"/>
                <a:gd name="csY411" fmla="*/ 4299 h 254629"/>
                <a:gd name="csX412" fmla="*/ 220233 w 332499"/>
                <a:gd name="csY412" fmla="*/ 4299 h 254629"/>
                <a:gd name="csX413" fmla="*/ 226444 w 332499"/>
                <a:gd name="csY413" fmla="*/ 4299 h 254629"/>
                <a:gd name="csX414" fmla="*/ 233132 w 332499"/>
                <a:gd name="csY414" fmla="*/ 4299 h 254629"/>
                <a:gd name="csX415" fmla="*/ 239820 w 332499"/>
                <a:gd name="csY415" fmla="*/ 4299 h 254629"/>
                <a:gd name="csX416" fmla="*/ 246030 w 332499"/>
                <a:gd name="csY416" fmla="*/ 4299 h 254629"/>
                <a:gd name="csX417" fmla="*/ 252719 w 332499"/>
                <a:gd name="csY417" fmla="*/ 4299 h 254629"/>
                <a:gd name="csX418" fmla="*/ 259407 w 332499"/>
                <a:gd name="csY418" fmla="*/ 4299 h 254629"/>
                <a:gd name="csX419" fmla="*/ 265618 w 332499"/>
                <a:gd name="csY419" fmla="*/ 4299 h 254629"/>
                <a:gd name="csX420" fmla="*/ 272305 w 332499"/>
                <a:gd name="csY420" fmla="*/ 4299 h 254629"/>
                <a:gd name="csX421" fmla="*/ 278516 w 332499"/>
                <a:gd name="csY421" fmla="*/ 4299 h 254629"/>
                <a:gd name="csX422" fmla="*/ 285205 w 332499"/>
                <a:gd name="csY422" fmla="*/ 4299 h 254629"/>
                <a:gd name="csX423" fmla="*/ 291893 w 332499"/>
                <a:gd name="csY423" fmla="*/ 4299 h 254629"/>
                <a:gd name="csX424" fmla="*/ 298103 w 332499"/>
                <a:gd name="csY424" fmla="*/ 4299 h 254629"/>
                <a:gd name="csX425" fmla="*/ 298581 w 332499"/>
                <a:gd name="csY425" fmla="*/ 8599 h 254629"/>
                <a:gd name="csX426" fmla="*/ 299536 w 332499"/>
                <a:gd name="csY426" fmla="*/ 11943 h 254629"/>
                <a:gd name="csX427" fmla="*/ 302403 w 332499"/>
                <a:gd name="csY427" fmla="*/ 17198 h 254629"/>
                <a:gd name="csX428" fmla="*/ 304791 w 332499"/>
                <a:gd name="csY428" fmla="*/ 20065 h 254629"/>
                <a:gd name="csX429" fmla="*/ 305747 w 332499"/>
                <a:gd name="csY429" fmla="*/ 21498 h 254629"/>
                <a:gd name="csX430" fmla="*/ 306225 w 332499"/>
                <a:gd name="csY430" fmla="*/ 21975 h 254629"/>
                <a:gd name="csX431" fmla="*/ 305747 w 332499"/>
                <a:gd name="csY431" fmla="*/ 22931 h 254629"/>
                <a:gd name="csX432" fmla="*/ 305269 w 332499"/>
                <a:gd name="csY432" fmla="*/ 21975 h 254629"/>
                <a:gd name="csX433" fmla="*/ 303836 w 332499"/>
                <a:gd name="csY433" fmla="*/ 21498 h 254629"/>
                <a:gd name="csX434" fmla="*/ 303836 w 332499"/>
                <a:gd name="csY434" fmla="*/ 23886 h 254629"/>
                <a:gd name="csX435" fmla="*/ 303836 w 332499"/>
                <a:gd name="csY435" fmla="*/ 25797 h 254629"/>
                <a:gd name="csX436" fmla="*/ 304314 w 332499"/>
                <a:gd name="csY436" fmla="*/ 28664 h 254629"/>
                <a:gd name="csX437" fmla="*/ 305269 w 332499"/>
                <a:gd name="csY437" fmla="*/ 32008 h 254629"/>
                <a:gd name="csX438" fmla="*/ 304314 w 332499"/>
                <a:gd name="csY438" fmla="*/ 35352 h 254629"/>
                <a:gd name="csX439" fmla="*/ 304791 w 332499"/>
                <a:gd name="csY439" fmla="*/ 40607 h 254629"/>
                <a:gd name="csX440" fmla="*/ 305747 w 332499"/>
                <a:gd name="csY440" fmla="*/ 46817 h 254629"/>
                <a:gd name="csX441" fmla="*/ 305747 w 332499"/>
                <a:gd name="csY441" fmla="*/ 51117 h 254629"/>
                <a:gd name="csX442" fmla="*/ 308135 w 332499"/>
                <a:gd name="csY442" fmla="*/ 60194 h 254629"/>
                <a:gd name="csX443" fmla="*/ 310046 w 332499"/>
                <a:gd name="csY443" fmla="*/ 65449 h 254629"/>
                <a:gd name="csX444" fmla="*/ 311480 w 332499"/>
                <a:gd name="csY444" fmla="*/ 66882 h 254629"/>
                <a:gd name="csX445" fmla="*/ 312435 w 332499"/>
                <a:gd name="csY445" fmla="*/ 67360 h 254629"/>
                <a:gd name="csX446" fmla="*/ 315301 w 332499"/>
                <a:gd name="csY446" fmla="*/ 67838 h 254629"/>
                <a:gd name="csX447" fmla="*/ 319123 w 332499"/>
                <a:gd name="csY447" fmla="*/ 70704 h 254629"/>
                <a:gd name="csX448" fmla="*/ 321989 w 332499"/>
                <a:gd name="csY448" fmla="*/ 73570 h 254629"/>
                <a:gd name="csX449" fmla="*/ 322945 w 332499"/>
                <a:gd name="csY449" fmla="*/ 75004 h 254629"/>
                <a:gd name="csX450" fmla="*/ 324856 w 332499"/>
                <a:gd name="csY450" fmla="*/ 76437 h 254629"/>
                <a:gd name="csX451" fmla="*/ 325812 w 332499"/>
                <a:gd name="csY451" fmla="*/ 75959 h 254629"/>
                <a:gd name="csX452" fmla="*/ 326289 w 332499"/>
                <a:gd name="csY452" fmla="*/ 75481 h 254629"/>
                <a:gd name="csX453" fmla="*/ 327244 w 332499"/>
                <a:gd name="csY453" fmla="*/ 76914 h 254629"/>
                <a:gd name="csX454" fmla="*/ 332022 w 332499"/>
                <a:gd name="csY454" fmla="*/ 79781 h 254629"/>
                <a:gd name="csX455" fmla="*/ 332500 w 332499"/>
                <a:gd name="csY455" fmla="*/ 81214 h 254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</a:cxnLst>
              <a:rect l="l" t="t" r="r" b="b"/>
              <a:pathLst>
                <a:path w="332499" h="254629">
                  <a:moveTo>
                    <a:pt x="332500" y="81214"/>
                  </a:moveTo>
                  <a:lnTo>
                    <a:pt x="331066" y="82170"/>
                  </a:lnTo>
                  <a:lnTo>
                    <a:pt x="331066" y="82170"/>
                  </a:lnTo>
                  <a:lnTo>
                    <a:pt x="329155" y="84558"/>
                  </a:lnTo>
                  <a:lnTo>
                    <a:pt x="328678" y="85513"/>
                  </a:lnTo>
                  <a:lnTo>
                    <a:pt x="328200" y="85991"/>
                  </a:lnTo>
                  <a:lnTo>
                    <a:pt x="328200" y="86469"/>
                  </a:lnTo>
                  <a:lnTo>
                    <a:pt x="327244" y="86947"/>
                  </a:lnTo>
                  <a:lnTo>
                    <a:pt x="326289" y="87902"/>
                  </a:lnTo>
                  <a:lnTo>
                    <a:pt x="325812" y="88380"/>
                  </a:lnTo>
                  <a:lnTo>
                    <a:pt x="325812" y="88380"/>
                  </a:lnTo>
                  <a:lnTo>
                    <a:pt x="325812" y="88858"/>
                  </a:lnTo>
                  <a:lnTo>
                    <a:pt x="324856" y="89335"/>
                  </a:lnTo>
                  <a:lnTo>
                    <a:pt x="324378" y="89335"/>
                  </a:lnTo>
                  <a:lnTo>
                    <a:pt x="323423" y="89813"/>
                  </a:lnTo>
                  <a:lnTo>
                    <a:pt x="322467" y="90291"/>
                  </a:lnTo>
                  <a:lnTo>
                    <a:pt x="321034" y="89813"/>
                  </a:lnTo>
                  <a:lnTo>
                    <a:pt x="319601" y="90291"/>
                  </a:lnTo>
                  <a:lnTo>
                    <a:pt x="319123" y="90769"/>
                  </a:lnTo>
                  <a:lnTo>
                    <a:pt x="317690" y="91246"/>
                  </a:lnTo>
                  <a:lnTo>
                    <a:pt x="316735" y="91246"/>
                  </a:lnTo>
                  <a:lnTo>
                    <a:pt x="316257" y="91246"/>
                  </a:lnTo>
                  <a:lnTo>
                    <a:pt x="315301" y="92202"/>
                  </a:lnTo>
                  <a:lnTo>
                    <a:pt x="315301" y="92202"/>
                  </a:lnTo>
                  <a:lnTo>
                    <a:pt x="313868" y="93157"/>
                  </a:lnTo>
                  <a:lnTo>
                    <a:pt x="312435" y="93635"/>
                  </a:lnTo>
                  <a:lnTo>
                    <a:pt x="311480" y="94113"/>
                  </a:lnTo>
                  <a:lnTo>
                    <a:pt x="311480" y="94113"/>
                  </a:lnTo>
                  <a:lnTo>
                    <a:pt x="311002" y="94590"/>
                  </a:lnTo>
                  <a:lnTo>
                    <a:pt x="309569" y="97935"/>
                  </a:lnTo>
                  <a:lnTo>
                    <a:pt x="309091" y="98890"/>
                  </a:lnTo>
                  <a:lnTo>
                    <a:pt x="307658" y="98890"/>
                  </a:lnTo>
                  <a:lnTo>
                    <a:pt x="305747" y="98890"/>
                  </a:lnTo>
                  <a:lnTo>
                    <a:pt x="305747" y="98890"/>
                  </a:lnTo>
                  <a:lnTo>
                    <a:pt x="304314" y="99368"/>
                  </a:lnTo>
                  <a:lnTo>
                    <a:pt x="302403" y="98890"/>
                  </a:lnTo>
                  <a:lnTo>
                    <a:pt x="301925" y="98890"/>
                  </a:lnTo>
                  <a:lnTo>
                    <a:pt x="301925" y="98890"/>
                  </a:lnTo>
                  <a:lnTo>
                    <a:pt x="300969" y="98890"/>
                  </a:lnTo>
                  <a:lnTo>
                    <a:pt x="300969" y="98890"/>
                  </a:lnTo>
                  <a:lnTo>
                    <a:pt x="300492" y="99845"/>
                  </a:lnTo>
                  <a:lnTo>
                    <a:pt x="300492" y="102712"/>
                  </a:lnTo>
                  <a:lnTo>
                    <a:pt x="300492" y="103667"/>
                  </a:lnTo>
                  <a:lnTo>
                    <a:pt x="299536" y="105578"/>
                  </a:lnTo>
                  <a:lnTo>
                    <a:pt x="298581" y="107011"/>
                  </a:lnTo>
                  <a:lnTo>
                    <a:pt x="298581" y="107489"/>
                  </a:lnTo>
                  <a:lnTo>
                    <a:pt x="299059" y="110355"/>
                  </a:lnTo>
                  <a:lnTo>
                    <a:pt x="299059" y="113222"/>
                  </a:lnTo>
                  <a:lnTo>
                    <a:pt x="299059" y="113222"/>
                  </a:lnTo>
                  <a:lnTo>
                    <a:pt x="297148" y="117999"/>
                  </a:lnTo>
                  <a:lnTo>
                    <a:pt x="297148" y="118954"/>
                  </a:lnTo>
                  <a:lnTo>
                    <a:pt x="295237" y="122777"/>
                  </a:lnTo>
                  <a:lnTo>
                    <a:pt x="294282" y="124210"/>
                  </a:lnTo>
                  <a:lnTo>
                    <a:pt x="291893" y="130898"/>
                  </a:lnTo>
                  <a:lnTo>
                    <a:pt x="291415" y="132809"/>
                  </a:lnTo>
                  <a:lnTo>
                    <a:pt x="289504" y="135197"/>
                  </a:lnTo>
                  <a:lnTo>
                    <a:pt x="289982" y="139019"/>
                  </a:lnTo>
                  <a:lnTo>
                    <a:pt x="290459" y="142841"/>
                  </a:lnTo>
                  <a:lnTo>
                    <a:pt x="290459" y="146185"/>
                  </a:lnTo>
                  <a:lnTo>
                    <a:pt x="291415" y="151440"/>
                  </a:lnTo>
                  <a:lnTo>
                    <a:pt x="289982" y="156695"/>
                  </a:lnTo>
                  <a:lnTo>
                    <a:pt x="289982" y="159561"/>
                  </a:lnTo>
                  <a:lnTo>
                    <a:pt x="288548" y="163384"/>
                  </a:lnTo>
                  <a:lnTo>
                    <a:pt x="287593" y="165294"/>
                  </a:lnTo>
                  <a:lnTo>
                    <a:pt x="287116" y="166250"/>
                  </a:lnTo>
                  <a:lnTo>
                    <a:pt x="286160" y="167205"/>
                  </a:lnTo>
                  <a:lnTo>
                    <a:pt x="285205" y="170072"/>
                  </a:lnTo>
                  <a:lnTo>
                    <a:pt x="284249" y="173416"/>
                  </a:lnTo>
                  <a:lnTo>
                    <a:pt x="283771" y="176760"/>
                  </a:lnTo>
                  <a:lnTo>
                    <a:pt x="283771" y="178671"/>
                  </a:lnTo>
                  <a:lnTo>
                    <a:pt x="283294" y="179626"/>
                  </a:lnTo>
                  <a:lnTo>
                    <a:pt x="283294" y="180104"/>
                  </a:lnTo>
                  <a:lnTo>
                    <a:pt x="280905" y="180582"/>
                  </a:lnTo>
                  <a:lnTo>
                    <a:pt x="277561" y="180582"/>
                  </a:lnTo>
                  <a:lnTo>
                    <a:pt x="275650" y="181059"/>
                  </a:lnTo>
                  <a:lnTo>
                    <a:pt x="274217" y="182015"/>
                  </a:lnTo>
                  <a:lnTo>
                    <a:pt x="272784" y="183448"/>
                  </a:lnTo>
                  <a:lnTo>
                    <a:pt x="269917" y="187748"/>
                  </a:lnTo>
                  <a:lnTo>
                    <a:pt x="268484" y="190614"/>
                  </a:lnTo>
                  <a:lnTo>
                    <a:pt x="266095" y="194436"/>
                  </a:lnTo>
                  <a:lnTo>
                    <a:pt x="263229" y="196825"/>
                  </a:lnTo>
                  <a:lnTo>
                    <a:pt x="262751" y="198258"/>
                  </a:lnTo>
                  <a:lnTo>
                    <a:pt x="262273" y="200646"/>
                  </a:lnTo>
                  <a:lnTo>
                    <a:pt x="261318" y="203991"/>
                  </a:lnTo>
                  <a:lnTo>
                    <a:pt x="260362" y="206857"/>
                  </a:lnTo>
                  <a:lnTo>
                    <a:pt x="260362" y="208768"/>
                  </a:lnTo>
                  <a:lnTo>
                    <a:pt x="259407" y="212590"/>
                  </a:lnTo>
                  <a:lnTo>
                    <a:pt x="259885" y="214500"/>
                  </a:lnTo>
                  <a:lnTo>
                    <a:pt x="258929" y="215456"/>
                  </a:lnTo>
                  <a:lnTo>
                    <a:pt x="257496" y="216411"/>
                  </a:lnTo>
                  <a:lnTo>
                    <a:pt x="256541" y="216411"/>
                  </a:lnTo>
                  <a:lnTo>
                    <a:pt x="254630" y="215456"/>
                  </a:lnTo>
                  <a:lnTo>
                    <a:pt x="253196" y="214500"/>
                  </a:lnTo>
                  <a:lnTo>
                    <a:pt x="252719" y="214023"/>
                  </a:lnTo>
                  <a:lnTo>
                    <a:pt x="251286" y="214978"/>
                  </a:lnTo>
                  <a:lnTo>
                    <a:pt x="249852" y="215934"/>
                  </a:lnTo>
                  <a:lnTo>
                    <a:pt x="247941" y="218322"/>
                  </a:lnTo>
                  <a:lnTo>
                    <a:pt x="246509" y="220711"/>
                  </a:lnTo>
                  <a:lnTo>
                    <a:pt x="247464" y="225488"/>
                  </a:lnTo>
                  <a:lnTo>
                    <a:pt x="247464" y="226921"/>
                  </a:lnTo>
                  <a:lnTo>
                    <a:pt x="246986" y="227877"/>
                  </a:lnTo>
                  <a:lnTo>
                    <a:pt x="245075" y="231699"/>
                  </a:lnTo>
                  <a:lnTo>
                    <a:pt x="244598" y="233132"/>
                  </a:lnTo>
                  <a:lnTo>
                    <a:pt x="243642" y="235043"/>
                  </a:lnTo>
                  <a:lnTo>
                    <a:pt x="242686" y="239342"/>
                  </a:lnTo>
                  <a:lnTo>
                    <a:pt x="242686" y="240298"/>
                  </a:lnTo>
                  <a:lnTo>
                    <a:pt x="242686" y="240298"/>
                  </a:lnTo>
                  <a:lnTo>
                    <a:pt x="239343" y="240298"/>
                  </a:lnTo>
                  <a:lnTo>
                    <a:pt x="238864" y="240298"/>
                  </a:lnTo>
                  <a:lnTo>
                    <a:pt x="238864" y="240298"/>
                  </a:lnTo>
                  <a:lnTo>
                    <a:pt x="238864" y="239820"/>
                  </a:lnTo>
                  <a:lnTo>
                    <a:pt x="238864" y="239820"/>
                  </a:lnTo>
                  <a:lnTo>
                    <a:pt x="238864" y="239342"/>
                  </a:lnTo>
                  <a:lnTo>
                    <a:pt x="238864" y="238387"/>
                  </a:lnTo>
                  <a:lnTo>
                    <a:pt x="238864" y="236954"/>
                  </a:lnTo>
                  <a:lnTo>
                    <a:pt x="239343" y="235521"/>
                  </a:lnTo>
                  <a:lnTo>
                    <a:pt x="240298" y="233132"/>
                  </a:lnTo>
                  <a:lnTo>
                    <a:pt x="240775" y="233132"/>
                  </a:lnTo>
                  <a:lnTo>
                    <a:pt x="240775" y="232654"/>
                  </a:lnTo>
                  <a:lnTo>
                    <a:pt x="240775" y="232654"/>
                  </a:lnTo>
                  <a:lnTo>
                    <a:pt x="240298" y="232176"/>
                  </a:lnTo>
                  <a:lnTo>
                    <a:pt x="240298" y="232176"/>
                  </a:lnTo>
                  <a:lnTo>
                    <a:pt x="240298" y="231221"/>
                  </a:lnTo>
                  <a:lnTo>
                    <a:pt x="240298" y="230266"/>
                  </a:lnTo>
                  <a:lnTo>
                    <a:pt x="240298" y="229788"/>
                  </a:lnTo>
                  <a:lnTo>
                    <a:pt x="240298" y="229310"/>
                  </a:lnTo>
                  <a:lnTo>
                    <a:pt x="240298" y="228832"/>
                  </a:lnTo>
                  <a:lnTo>
                    <a:pt x="239343" y="226921"/>
                  </a:lnTo>
                  <a:lnTo>
                    <a:pt x="239343" y="226444"/>
                  </a:lnTo>
                  <a:lnTo>
                    <a:pt x="230743" y="220233"/>
                  </a:lnTo>
                  <a:lnTo>
                    <a:pt x="228832" y="218322"/>
                  </a:lnTo>
                  <a:lnTo>
                    <a:pt x="228832" y="218322"/>
                  </a:lnTo>
                  <a:lnTo>
                    <a:pt x="228832" y="218322"/>
                  </a:lnTo>
                  <a:lnTo>
                    <a:pt x="224055" y="216889"/>
                  </a:lnTo>
                  <a:lnTo>
                    <a:pt x="224055" y="216411"/>
                  </a:lnTo>
                  <a:lnTo>
                    <a:pt x="224055" y="216411"/>
                  </a:lnTo>
                  <a:lnTo>
                    <a:pt x="224055" y="215934"/>
                  </a:lnTo>
                  <a:lnTo>
                    <a:pt x="224533" y="215456"/>
                  </a:lnTo>
                  <a:lnTo>
                    <a:pt x="225011" y="214978"/>
                  </a:lnTo>
                  <a:lnTo>
                    <a:pt x="225011" y="214500"/>
                  </a:lnTo>
                  <a:lnTo>
                    <a:pt x="223100" y="201124"/>
                  </a:lnTo>
                  <a:lnTo>
                    <a:pt x="223100" y="200646"/>
                  </a:lnTo>
                  <a:lnTo>
                    <a:pt x="223100" y="200646"/>
                  </a:lnTo>
                  <a:lnTo>
                    <a:pt x="223100" y="200646"/>
                  </a:lnTo>
                  <a:lnTo>
                    <a:pt x="223577" y="200168"/>
                  </a:lnTo>
                  <a:lnTo>
                    <a:pt x="223577" y="199691"/>
                  </a:lnTo>
                  <a:lnTo>
                    <a:pt x="223577" y="199213"/>
                  </a:lnTo>
                  <a:lnTo>
                    <a:pt x="224055" y="199213"/>
                  </a:lnTo>
                  <a:lnTo>
                    <a:pt x="224055" y="196825"/>
                  </a:lnTo>
                  <a:lnTo>
                    <a:pt x="224055" y="194436"/>
                  </a:lnTo>
                  <a:lnTo>
                    <a:pt x="225488" y="191092"/>
                  </a:lnTo>
                  <a:lnTo>
                    <a:pt x="225488" y="189659"/>
                  </a:lnTo>
                  <a:lnTo>
                    <a:pt x="215934" y="189181"/>
                  </a:lnTo>
                  <a:lnTo>
                    <a:pt x="215934" y="189659"/>
                  </a:lnTo>
                  <a:lnTo>
                    <a:pt x="215934" y="189659"/>
                  </a:lnTo>
                  <a:lnTo>
                    <a:pt x="215934" y="189659"/>
                  </a:lnTo>
                  <a:lnTo>
                    <a:pt x="215934" y="189659"/>
                  </a:lnTo>
                  <a:lnTo>
                    <a:pt x="215934" y="190136"/>
                  </a:lnTo>
                  <a:lnTo>
                    <a:pt x="215934" y="190614"/>
                  </a:lnTo>
                  <a:lnTo>
                    <a:pt x="215934" y="190614"/>
                  </a:lnTo>
                  <a:lnTo>
                    <a:pt x="215934" y="191092"/>
                  </a:lnTo>
                  <a:lnTo>
                    <a:pt x="215934" y="191569"/>
                  </a:lnTo>
                  <a:lnTo>
                    <a:pt x="216411" y="192525"/>
                  </a:lnTo>
                  <a:lnTo>
                    <a:pt x="216411" y="192525"/>
                  </a:lnTo>
                  <a:lnTo>
                    <a:pt x="216411" y="193003"/>
                  </a:lnTo>
                  <a:lnTo>
                    <a:pt x="216411" y="193480"/>
                  </a:lnTo>
                  <a:lnTo>
                    <a:pt x="203035" y="193480"/>
                  </a:lnTo>
                  <a:lnTo>
                    <a:pt x="208290" y="198735"/>
                  </a:lnTo>
                  <a:lnTo>
                    <a:pt x="208290" y="198735"/>
                  </a:lnTo>
                  <a:lnTo>
                    <a:pt x="208290" y="199213"/>
                  </a:lnTo>
                  <a:lnTo>
                    <a:pt x="208290" y="199213"/>
                  </a:lnTo>
                  <a:lnTo>
                    <a:pt x="208768" y="201124"/>
                  </a:lnTo>
                  <a:lnTo>
                    <a:pt x="208290" y="203991"/>
                  </a:lnTo>
                  <a:lnTo>
                    <a:pt x="208290" y="205901"/>
                  </a:lnTo>
                  <a:lnTo>
                    <a:pt x="208768" y="207334"/>
                  </a:lnTo>
                  <a:lnTo>
                    <a:pt x="210201" y="209723"/>
                  </a:lnTo>
                  <a:lnTo>
                    <a:pt x="210201" y="210201"/>
                  </a:lnTo>
                  <a:lnTo>
                    <a:pt x="209723" y="210679"/>
                  </a:lnTo>
                  <a:lnTo>
                    <a:pt x="200168" y="218322"/>
                  </a:lnTo>
                  <a:lnTo>
                    <a:pt x="200168" y="218322"/>
                  </a:lnTo>
                  <a:lnTo>
                    <a:pt x="198736" y="221666"/>
                  </a:lnTo>
                  <a:lnTo>
                    <a:pt x="197302" y="223100"/>
                  </a:lnTo>
                  <a:lnTo>
                    <a:pt x="196825" y="223577"/>
                  </a:lnTo>
                  <a:lnTo>
                    <a:pt x="194914" y="226444"/>
                  </a:lnTo>
                  <a:lnTo>
                    <a:pt x="186314" y="234087"/>
                  </a:lnTo>
                  <a:lnTo>
                    <a:pt x="184881" y="234565"/>
                  </a:lnTo>
                  <a:lnTo>
                    <a:pt x="180582" y="234565"/>
                  </a:lnTo>
                  <a:lnTo>
                    <a:pt x="178193" y="235043"/>
                  </a:lnTo>
                  <a:lnTo>
                    <a:pt x="178193" y="235043"/>
                  </a:lnTo>
                  <a:lnTo>
                    <a:pt x="177715" y="235043"/>
                  </a:lnTo>
                  <a:lnTo>
                    <a:pt x="177715" y="235043"/>
                  </a:lnTo>
                  <a:lnTo>
                    <a:pt x="177238" y="235521"/>
                  </a:lnTo>
                  <a:lnTo>
                    <a:pt x="176760" y="235043"/>
                  </a:lnTo>
                  <a:lnTo>
                    <a:pt x="176760" y="235043"/>
                  </a:lnTo>
                  <a:lnTo>
                    <a:pt x="171505" y="230743"/>
                  </a:lnTo>
                  <a:lnTo>
                    <a:pt x="161950" y="225010"/>
                  </a:lnTo>
                  <a:lnTo>
                    <a:pt x="160995" y="225488"/>
                  </a:lnTo>
                  <a:lnTo>
                    <a:pt x="155740" y="227877"/>
                  </a:lnTo>
                  <a:lnTo>
                    <a:pt x="154784" y="228832"/>
                  </a:lnTo>
                  <a:lnTo>
                    <a:pt x="154307" y="229310"/>
                  </a:lnTo>
                  <a:lnTo>
                    <a:pt x="154307" y="231699"/>
                  </a:lnTo>
                  <a:lnTo>
                    <a:pt x="153351" y="233132"/>
                  </a:lnTo>
                  <a:lnTo>
                    <a:pt x="151440" y="234565"/>
                  </a:lnTo>
                  <a:lnTo>
                    <a:pt x="147141" y="235521"/>
                  </a:lnTo>
                  <a:lnTo>
                    <a:pt x="144752" y="236476"/>
                  </a:lnTo>
                  <a:lnTo>
                    <a:pt x="142363" y="237432"/>
                  </a:lnTo>
                  <a:lnTo>
                    <a:pt x="141886" y="237909"/>
                  </a:lnTo>
                  <a:lnTo>
                    <a:pt x="140930" y="238387"/>
                  </a:lnTo>
                  <a:lnTo>
                    <a:pt x="139019" y="240298"/>
                  </a:lnTo>
                  <a:lnTo>
                    <a:pt x="138541" y="241731"/>
                  </a:lnTo>
                  <a:lnTo>
                    <a:pt x="139019" y="242687"/>
                  </a:lnTo>
                  <a:lnTo>
                    <a:pt x="123254" y="242687"/>
                  </a:lnTo>
                  <a:lnTo>
                    <a:pt x="122299" y="241731"/>
                  </a:lnTo>
                  <a:lnTo>
                    <a:pt x="119910" y="237909"/>
                  </a:lnTo>
                  <a:lnTo>
                    <a:pt x="119910" y="237432"/>
                  </a:lnTo>
                  <a:lnTo>
                    <a:pt x="118477" y="237909"/>
                  </a:lnTo>
                  <a:lnTo>
                    <a:pt x="104145" y="237432"/>
                  </a:lnTo>
                  <a:lnTo>
                    <a:pt x="101756" y="237909"/>
                  </a:lnTo>
                  <a:lnTo>
                    <a:pt x="97934" y="239342"/>
                  </a:lnTo>
                  <a:lnTo>
                    <a:pt x="95546" y="239820"/>
                  </a:lnTo>
                  <a:lnTo>
                    <a:pt x="93635" y="238865"/>
                  </a:lnTo>
                  <a:lnTo>
                    <a:pt x="85991" y="230743"/>
                  </a:lnTo>
                  <a:lnTo>
                    <a:pt x="84558" y="229788"/>
                  </a:lnTo>
                  <a:lnTo>
                    <a:pt x="83603" y="229310"/>
                  </a:lnTo>
                  <a:lnTo>
                    <a:pt x="82647" y="227877"/>
                  </a:lnTo>
                  <a:lnTo>
                    <a:pt x="81214" y="227399"/>
                  </a:lnTo>
                  <a:lnTo>
                    <a:pt x="80736" y="226444"/>
                  </a:lnTo>
                  <a:lnTo>
                    <a:pt x="80258" y="225966"/>
                  </a:lnTo>
                  <a:lnTo>
                    <a:pt x="80258" y="224055"/>
                  </a:lnTo>
                  <a:lnTo>
                    <a:pt x="79781" y="222622"/>
                  </a:lnTo>
                  <a:lnTo>
                    <a:pt x="78825" y="222622"/>
                  </a:lnTo>
                  <a:lnTo>
                    <a:pt x="68315" y="224533"/>
                  </a:lnTo>
                  <a:lnTo>
                    <a:pt x="66882" y="224055"/>
                  </a:lnTo>
                  <a:lnTo>
                    <a:pt x="64971" y="224533"/>
                  </a:lnTo>
                  <a:lnTo>
                    <a:pt x="64016" y="225010"/>
                  </a:lnTo>
                  <a:lnTo>
                    <a:pt x="63060" y="225966"/>
                  </a:lnTo>
                  <a:lnTo>
                    <a:pt x="63060" y="226921"/>
                  </a:lnTo>
                  <a:lnTo>
                    <a:pt x="63060" y="228355"/>
                  </a:lnTo>
                  <a:lnTo>
                    <a:pt x="63060" y="229310"/>
                  </a:lnTo>
                  <a:lnTo>
                    <a:pt x="62105" y="230743"/>
                  </a:lnTo>
                  <a:lnTo>
                    <a:pt x="59238" y="233132"/>
                  </a:lnTo>
                  <a:lnTo>
                    <a:pt x="58761" y="234565"/>
                  </a:lnTo>
                  <a:lnTo>
                    <a:pt x="58761" y="237432"/>
                  </a:lnTo>
                  <a:lnTo>
                    <a:pt x="58283" y="238865"/>
                  </a:lnTo>
                  <a:lnTo>
                    <a:pt x="58283" y="239820"/>
                  </a:lnTo>
                  <a:lnTo>
                    <a:pt x="56850" y="240775"/>
                  </a:lnTo>
                  <a:lnTo>
                    <a:pt x="56372" y="241731"/>
                  </a:lnTo>
                  <a:lnTo>
                    <a:pt x="56372" y="242687"/>
                  </a:lnTo>
                  <a:lnTo>
                    <a:pt x="55894" y="244598"/>
                  </a:lnTo>
                  <a:lnTo>
                    <a:pt x="55894" y="245553"/>
                  </a:lnTo>
                  <a:lnTo>
                    <a:pt x="54461" y="247464"/>
                  </a:lnTo>
                  <a:lnTo>
                    <a:pt x="53983" y="248419"/>
                  </a:lnTo>
                  <a:lnTo>
                    <a:pt x="53983" y="250330"/>
                  </a:lnTo>
                  <a:lnTo>
                    <a:pt x="53506" y="250808"/>
                  </a:lnTo>
                  <a:lnTo>
                    <a:pt x="48728" y="252241"/>
                  </a:lnTo>
                  <a:lnTo>
                    <a:pt x="47295" y="252719"/>
                  </a:lnTo>
                  <a:lnTo>
                    <a:pt x="46340" y="254152"/>
                  </a:lnTo>
                  <a:lnTo>
                    <a:pt x="45862" y="254630"/>
                  </a:lnTo>
                  <a:lnTo>
                    <a:pt x="43951" y="254152"/>
                  </a:lnTo>
                  <a:lnTo>
                    <a:pt x="41563" y="254152"/>
                  </a:lnTo>
                  <a:lnTo>
                    <a:pt x="36785" y="253674"/>
                  </a:lnTo>
                  <a:lnTo>
                    <a:pt x="34874" y="252719"/>
                  </a:lnTo>
                  <a:lnTo>
                    <a:pt x="33919" y="252241"/>
                  </a:lnTo>
                  <a:lnTo>
                    <a:pt x="33919" y="249852"/>
                  </a:lnTo>
                  <a:lnTo>
                    <a:pt x="33441" y="249375"/>
                  </a:lnTo>
                  <a:lnTo>
                    <a:pt x="32963" y="248897"/>
                  </a:lnTo>
                  <a:lnTo>
                    <a:pt x="32486" y="247941"/>
                  </a:lnTo>
                  <a:lnTo>
                    <a:pt x="32486" y="246508"/>
                  </a:lnTo>
                  <a:lnTo>
                    <a:pt x="34874" y="243642"/>
                  </a:lnTo>
                  <a:lnTo>
                    <a:pt x="35352" y="242209"/>
                  </a:lnTo>
                  <a:lnTo>
                    <a:pt x="35830" y="237432"/>
                  </a:lnTo>
                  <a:lnTo>
                    <a:pt x="36307" y="235521"/>
                  </a:lnTo>
                  <a:lnTo>
                    <a:pt x="35830" y="233610"/>
                  </a:lnTo>
                  <a:lnTo>
                    <a:pt x="33919" y="229788"/>
                  </a:lnTo>
                  <a:lnTo>
                    <a:pt x="32008" y="226921"/>
                  </a:lnTo>
                  <a:lnTo>
                    <a:pt x="29141" y="223100"/>
                  </a:lnTo>
                  <a:lnTo>
                    <a:pt x="28186" y="222144"/>
                  </a:lnTo>
                  <a:lnTo>
                    <a:pt x="22453" y="216411"/>
                  </a:lnTo>
                  <a:lnTo>
                    <a:pt x="21975" y="215456"/>
                  </a:lnTo>
                  <a:lnTo>
                    <a:pt x="20542" y="213545"/>
                  </a:lnTo>
                  <a:lnTo>
                    <a:pt x="21020" y="211634"/>
                  </a:lnTo>
                  <a:lnTo>
                    <a:pt x="21975" y="208290"/>
                  </a:lnTo>
                  <a:lnTo>
                    <a:pt x="21975" y="206857"/>
                  </a:lnTo>
                  <a:lnTo>
                    <a:pt x="21498" y="205424"/>
                  </a:lnTo>
                  <a:lnTo>
                    <a:pt x="20065" y="204468"/>
                  </a:lnTo>
                  <a:lnTo>
                    <a:pt x="18631" y="204468"/>
                  </a:lnTo>
                  <a:lnTo>
                    <a:pt x="18154" y="203991"/>
                  </a:lnTo>
                  <a:lnTo>
                    <a:pt x="17198" y="203035"/>
                  </a:lnTo>
                  <a:lnTo>
                    <a:pt x="16243" y="202557"/>
                  </a:lnTo>
                  <a:lnTo>
                    <a:pt x="14809" y="201124"/>
                  </a:lnTo>
                  <a:lnTo>
                    <a:pt x="14332" y="199691"/>
                  </a:lnTo>
                  <a:lnTo>
                    <a:pt x="14809" y="193480"/>
                  </a:lnTo>
                  <a:lnTo>
                    <a:pt x="14332" y="193003"/>
                  </a:lnTo>
                  <a:lnTo>
                    <a:pt x="12899" y="192525"/>
                  </a:lnTo>
                  <a:lnTo>
                    <a:pt x="12899" y="192047"/>
                  </a:lnTo>
                  <a:lnTo>
                    <a:pt x="12899" y="191092"/>
                  </a:lnTo>
                  <a:lnTo>
                    <a:pt x="11943" y="187748"/>
                  </a:lnTo>
                  <a:lnTo>
                    <a:pt x="10988" y="184881"/>
                  </a:lnTo>
                  <a:lnTo>
                    <a:pt x="11465" y="183448"/>
                  </a:lnTo>
                  <a:lnTo>
                    <a:pt x="10510" y="181059"/>
                  </a:lnTo>
                  <a:lnTo>
                    <a:pt x="8121" y="180582"/>
                  </a:lnTo>
                  <a:lnTo>
                    <a:pt x="5733" y="180582"/>
                  </a:lnTo>
                  <a:lnTo>
                    <a:pt x="3344" y="181059"/>
                  </a:lnTo>
                  <a:lnTo>
                    <a:pt x="1911" y="181059"/>
                  </a:lnTo>
                  <a:lnTo>
                    <a:pt x="956" y="180582"/>
                  </a:lnTo>
                  <a:lnTo>
                    <a:pt x="0" y="179626"/>
                  </a:lnTo>
                  <a:lnTo>
                    <a:pt x="0" y="178671"/>
                  </a:lnTo>
                  <a:lnTo>
                    <a:pt x="0" y="177715"/>
                  </a:lnTo>
                  <a:lnTo>
                    <a:pt x="1433" y="174849"/>
                  </a:lnTo>
                  <a:lnTo>
                    <a:pt x="3344" y="172938"/>
                  </a:lnTo>
                  <a:lnTo>
                    <a:pt x="6210" y="171027"/>
                  </a:lnTo>
                  <a:lnTo>
                    <a:pt x="7166" y="170072"/>
                  </a:lnTo>
                  <a:lnTo>
                    <a:pt x="7644" y="168638"/>
                  </a:lnTo>
                  <a:lnTo>
                    <a:pt x="8121" y="167683"/>
                  </a:lnTo>
                  <a:lnTo>
                    <a:pt x="7644" y="166250"/>
                  </a:lnTo>
                  <a:lnTo>
                    <a:pt x="7166" y="164817"/>
                  </a:lnTo>
                  <a:lnTo>
                    <a:pt x="6210" y="163384"/>
                  </a:lnTo>
                  <a:lnTo>
                    <a:pt x="5255" y="161473"/>
                  </a:lnTo>
                  <a:lnTo>
                    <a:pt x="5255" y="160039"/>
                  </a:lnTo>
                  <a:lnTo>
                    <a:pt x="5733" y="159084"/>
                  </a:lnTo>
                  <a:lnTo>
                    <a:pt x="6688" y="158128"/>
                  </a:lnTo>
                  <a:lnTo>
                    <a:pt x="8599" y="156695"/>
                  </a:lnTo>
                  <a:lnTo>
                    <a:pt x="9077" y="156695"/>
                  </a:lnTo>
                  <a:lnTo>
                    <a:pt x="10032" y="155740"/>
                  </a:lnTo>
                  <a:lnTo>
                    <a:pt x="10988" y="155262"/>
                  </a:lnTo>
                  <a:lnTo>
                    <a:pt x="13376" y="153829"/>
                  </a:lnTo>
                  <a:lnTo>
                    <a:pt x="13854" y="153351"/>
                  </a:lnTo>
                  <a:lnTo>
                    <a:pt x="13854" y="152396"/>
                  </a:lnTo>
                  <a:lnTo>
                    <a:pt x="13376" y="151918"/>
                  </a:lnTo>
                  <a:lnTo>
                    <a:pt x="12421" y="150962"/>
                  </a:lnTo>
                  <a:lnTo>
                    <a:pt x="11943" y="150007"/>
                  </a:lnTo>
                  <a:lnTo>
                    <a:pt x="11943" y="148096"/>
                  </a:lnTo>
                  <a:lnTo>
                    <a:pt x="11465" y="147141"/>
                  </a:lnTo>
                  <a:lnTo>
                    <a:pt x="10988" y="146185"/>
                  </a:lnTo>
                  <a:lnTo>
                    <a:pt x="11465" y="145230"/>
                  </a:lnTo>
                  <a:lnTo>
                    <a:pt x="12421" y="144752"/>
                  </a:lnTo>
                  <a:lnTo>
                    <a:pt x="13854" y="143796"/>
                  </a:lnTo>
                  <a:lnTo>
                    <a:pt x="15765" y="143319"/>
                  </a:lnTo>
                  <a:lnTo>
                    <a:pt x="16721" y="142841"/>
                  </a:lnTo>
                  <a:lnTo>
                    <a:pt x="16721" y="141886"/>
                  </a:lnTo>
                  <a:lnTo>
                    <a:pt x="16721" y="140452"/>
                  </a:lnTo>
                  <a:lnTo>
                    <a:pt x="17676" y="139497"/>
                  </a:lnTo>
                  <a:lnTo>
                    <a:pt x="18631" y="137586"/>
                  </a:lnTo>
                  <a:lnTo>
                    <a:pt x="19109" y="137108"/>
                  </a:lnTo>
                  <a:lnTo>
                    <a:pt x="20542" y="135675"/>
                  </a:lnTo>
                  <a:lnTo>
                    <a:pt x="21975" y="134720"/>
                  </a:lnTo>
                  <a:lnTo>
                    <a:pt x="22453" y="133286"/>
                  </a:lnTo>
                  <a:lnTo>
                    <a:pt x="22453" y="131853"/>
                  </a:lnTo>
                  <a:lnTo>
                    <a:pt x="21975" y="127554"/>
                  </a:lnTo>
                  <a:lnTo>
                    <a:pt x="23409" y="126120"/>
                  </a:lnTo>
                  <a:lnTo>
                    <a:pt x="25320" y="124687"/>
                  </a:lnTo>
                  <a:lnTo>
                    <a:pt x="28186" y="124687"/>
                  </a:lnTo>
                  <a:lnTo>
                    <a:pt x="32486" y="124210"/>
                  </a:lnTo>
                  <a:lnTo>
                    <a:pt x="35352" y="123732"/>
                  </a:lnTo>
                  <a:lnTo>
                    <a:pt x="37263" y="123732"/>
                  </a:lnTo>
                  <a:lnTo>
                    <a:pt x="42040" y="124687"/>
                  </a:lnTo>
                  <a:lnTo>
                    <a:pt x="42518" y="124210"/>
                  </a:lnTo>
                  <a:lnTo>
                    <a:pt x="42518" y="124210"/>
                  </a:lnTo>
                  <a:lnTo>
                    <a:pt x="42518" y="123254"/>
                  </a:lnTo>
                  <a:lnTo>
                    <a:pt x="42518" y="120388"/>
                  </a:lnTo>
                  <a:lnTo>
                    <a:pt x="42518" y="111789"/>
                  </a:lnTo>
                  <a:lnTo>
                    <a:pt x="42518" y="103667"/>
                  </a:lnTo>
                  <a:lnTo>
                    <a:pt x="42518" y="95068"/>
                  </a:lnTo>
                  <a:lnTo>
                    <a:pt x="42518" y="86469"/>
                  </a:lnTo>
                  <a:lnTo>
                    <a:pt x="42518" y="78347"/>
                  </a:lnTo>
                  <a:lnTo>
                    <a:pt x="42518" y="69748"/>
                  </a:lnTo>
                  <a:lnTo>
                    <a:pt x="42518" y="61149"/>
                  </a:lnTo>
                  <a:lnTo>
                    <a:pt x="42518" y="52550"/>
                  </a:lnTo>
                  <a:lnTo>
                    <a:pt x="42518" y="50162"/>
                  </a:lnTo>
                  <a:lnTo>
                    <a:pt x="42518" y="47773"/>
                  </a:lnTo>
                  <a:lnTo>
                    <a:pt x="42518" y="45384"/>
                  </a:lnTo>
                  <a:lnTo>
                    <a:pt x="42518" y="42996"/>
                  </a:lnTo>
                  <a:lnTo>
                    <a:pt x="47295" y="42996"/>
                  </a:lnTo>
                  <a:lnTo>
                    <a:pt x="52550" y="42996"/>
                  </a:lnTo>
                  <a:lnTo>
                    <a:pt x="57328" y="42996"/>
                  </a:lnTo>
                  <a:lnTo>
                    <a:pt x="62105" y="42996"/>
                  </a:lnTo>
                  <a:lnTo>
                    <a:pt x="62105" y="42996"/>
                  </a:lnTo>
                  <a:lnTo>
                    <a:pt x="62105" y="42996"/>
                  </a:lnTo>
                  <a:lnTo>
                    <a:pt x="62105" y="42996"/>
                  </a:lnTo>
                  <a:lnTo>
                    <a:pt x="62582" y="42996"/>
                  </a:lnTo>
                  <a:lnTo>
                    <a:pt x="62582" y="33441"/>
                  </a:lnTo>
                  <a:lnTo>
                    <a:pt x="62582" y="23409"/>
                  </a:lnTo>
                  <a:lnTo>
                    <a:pt x="62582" y="13854"/>
                  </a:lnTo>
                  <a:lnTo>
                    <a:pt x="62582" y="4299"/>
                  </a:lnTo>
                  <a:lnTo>
                    <a:pt x="69748" y="4299"/>
                  </a:lnTo>
                  <a:lnTo>
                    <a:pt x="77392" y="4299"/>
                  </a:lnTo>
                  <a:lnTo>
                    <a:pt x="85036" y="4299"/>
                  </a:lnTo>
                  <a:lnTo>
                    <a:pt x="92679" y="4299"/>
                  </a:lnTo>
                  <a:lnTo>
                    <a:pt x="100323" y="4299"/>
                  </a:lnTo>
                  <a:lnTo>
                    <a:pt x="107967" y="4299"/>
                  </a:lnTo>
                  <a:lnTo>
                    <a:pt x="115611" y="4299"/>
                  </a:lnTo>
                  <a:lnTo>
                    <a:pt x="123254" y="4299"/>
                  </a:lnTo>
                  <a:lnTo>
                    <a:pt x="130420" y="4299"/>
                  </a:lnTo>
                  <a:lnTo>
                    <a:pt x="138064" y="4299"/>
                  </a:lnTo>
                  <a:lnTo>
                    <a:pt x="145707" y="4299"/>
                  </a:lnTo>
                  <a:lnTo>
                    <a:pt x="153351" y="4299"/>
                  </a:lnTo>
                  <a:lnTo>
                    <a:pt x="160995" y="4299"/>
                  </a:lnTo>
                  <a:lnTo>
                    <a:pt x="168638" y="4299"/>
                  </a:lnTo>
                  <a:lnTo>
                    <a:pt x="176282" y="4299"/>
                  </a:lnTo>
                  <a:lnTo>
                    <a:pt x="183448" y="4299"/>
                  </a:lnTo>
                  <a:lnTo>
                    <a:pt x="185837" y="4299"/>
                  </a:lnTo>
                  <a:lnTo>
                    <a:pt x="186792" y="4299"/>
                  </a:lnTo>
                  <a:lnTo>
                    <a:pt x="188703" y="478"/>
                  </a:lnTo>
                  <a:lnTo>
                    <a:pt x="189659" y="0"/>
                  </a:lnTo>
                  <a:lnTo>
                    <a:pt x="191091" y="478"/>
                  </a:lnTo>
                  <a:lnTo>
                    <a:pt x="191570" y="1433"/>
                  </a:lnTo>
                  <a:lnTo>
                    <a:pt x="191091" y="2389"/>
                  </a:lnTo>
                  <a:lnTo>
                    <a:pt x="190614" y="4299"/>
                  </a:lnTo>
                  <a:lnTo>
                    <a:pt x="193958" y="4299"/>
                  </a:lnTo>
                  <a:lnTo>
                    <a:pt x="200646" y="4299"/>
                  </a:lnTo>
                  <a:lnTo>
                    <a:pt x="207334" y="4299"/>
                  </a:lnTo>
                  <a:lnTo>
                    <a:pt x="213545" y="4299"/>
                  </a:lnTo>
                  <a:lnTo>
                    <a:pt x="220233" y="4299"/>
                  </a:lnTo>
                  <a:lnTo>
                    <a:pt x="226444" y="4299"/>
                  </a:lnTo>
                  <a:lnTo>
                    <a:pt x="233132" y="4299"/>
                  </a:lnTo>
                  <a:lnTo>
                    <a:pt x="239820" y="4299"/>
                  </a:lnTo>
                  <a:lnTo>
                    <a:pt x="246030" y="4299"/>
                  </a:lnTo>
                  <a:lnTo>
                    <a:pt x="252719" y="4299"/>
                  </a:lnTo>
                  <a:lnTo>
                    <a:pt x="259407" y="4299"/>
                  </a:lnTo>
                  <a:lnTo>
                    <a:pt x="265618" y="4299"/>
                  </a:lnTo>
                  <a:lnTo>
                    <a:pt x="272305" y="4299"/>
                  </a:lnTo>
                  <a:lnTo>
                    <a:pt x="278516" y="4299"/>
                  </a:lnTo>
                  <a:lnTo>
                    <a:pt x="285205" y="4299"/>
                  </a:lnTo>
                  <a:lnTo>
                    <a:pt x="291893" y="4299"/>
                  </a:lnTo>
                  <a:lnTo>
                    <a:pt x="298103" y="4299"/>
                  </a:lnTo>
                  <a:lnTo>
                    <a:pt x="298581" y="8599"/>
                  </a:lnTo>
                  <a:lnTo>
                    <a:pt x="299536" y="11943"/>
                  </a:lnTo>
                  <a:lnTo>
                    <a:pt x="302403" y="17198"/>
                  </a:lnTo>
                  <a:lnTo>
                    <a:pt x="304791" y="20065"/>
                  </a:lnTo>
                  <a:lnTo>
                    <a:pt x="305747" y="21498"/>
                  </a:lnTo>
                  <a:lnTo>
                    <a:pt x="306225" y="21975"/>
                  </a:lnTo>
                  <a:lnTo>
                    <a:pt x="305747" y="22931"/>
                  </a:lnTo>
                  <a:lnTo>
                    <a:pt x="305269" y="21975"/>
                  </a:lnTo>
                  <a:lnTo>
                    <a:pt x="303836" y="21498"/>
                  </a:lnTo>
                  <a:lnTo>
                    <a:pt x="303836" y="23886"/>
                  </a:lnTo>
                  <a:lnTo>
                    <a:pt x="303836" y="25797"/>
                  </a:lnTo>
                  <a:lnTo>
                    <a:pt x="304314" y="28664"/>
                  </a:lnTo>
                  <a:lnTo>
                    <a:pt x="305269" y="32008"/>
                  </a:lnTo>
                  <a:lnTo>
                    <a:pt x="304314" y="35352"/>
                  </a:lnTo>
                  <a:lnTo>
                    <a:pt x="304791" y="40607"/>
                  </a:lnTo>
                  <a:lnTo>
                    <a:pt x="305747" y="46817"/>
                  </a:lnTo>
                  <a:lnTo>
                    <a:pt x="305747" y="51117"/>
                  </a:lnTo>
                  <a:lnTo>
                    <a:pt x="308135" y="60194"/>
                  </a:lnTo>
                  <a:lnTo>
                    <a:pt x="310046" y="65449"/>
                  </a:lnTo>
                  <a:lnTo>
                    <a:pt x="311480" y="66882"/>
                  </a:lnTo>
                  <a:lnTo>
                    <a:pt x="312435" y="67360"/>
                  </a:lnTo>
                  <a:lnTo>
                    <a:pt x="315301" y="67838"/>
                  </a:lnTo>
                  <a:lnTo>
                    <a:pt x="319123" y="70704"/>
                  </a:lnTo>
                  <a:lnTo>
                    <a:pt x="321989" y="73570"/>
                  </a:lnTo>
                  <a:lnTo>
                    <a:pt x="322945" y="75004"/>
                  </a:lnTo>
                  <a:lnTo>
                    <a:pt x="324856" y="76437"/>
                  </a:lnTo>
                  <a:lnTo>
                    <a:pt x="325812" y="75959"/>
                  </a:lnTo>
                  <a:lnTo>
                    <a:pt x="326289" y="75481"/>
                  </a:lnTo>
                  <a:lnTo>
                    <a:pt x="327244" y="76914"/>
                  </a:lnTo>
                  <a:lnTo>
                    <a:pt x="332022" y="79781"/>
                  </a:lnTo>
                  <a:lnTo>
                    <a:pt x="332500" y="8121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0" name="Freeform 1529">
              <a:extLst>
                <a:ext uri="{FF2B5EF4-FFF2-40B4-BE49-F238E27FC236}">
                  <a16:creationId xmlns:a16="http://schemas.microsoft.com/office/drawing/2014/main" id="{8117ECD7-5049-9B32-7C15-2907621C269E}"/>
                </a:ext>
              </a:extLst>
            </p:cNvPr>
            <p:cNvSpPr/>
            <p:nvPr/>
          </p:nvSpPr>
          <p:spPr>
            <a:xfrm>
              <a:off x="6644910" y="4404785"/>
              <a:ext cx="2866" cy="3821"/>
            </a:xfrm>
            <a:custGeom>
              <a:avLst/>
              <a:gdLst>
                <a:gd name="csX0" fmla="*/ 2866 w 2866"/>
                <a:gd name="csY0" fmla="*/ 0 h 3821"/>
                <a:gd name="csX1" fmla="*/ 955 w 2866"/>
                <a:gd name="csY1" fmla="*/ 2389 h 3821"/>
                <a:gd name="csX2" fmla="*/ 478 w 2866"/>
                <a:gd name="csY2" fmla="*/ 3344 h 3821"/>
                <a:gd name="csX3" fmla="*/ 0 w 2866"/>
                <a:gd name="csY3" fmla="*/ 3822 h 3821"/>
                <a:gd name="csX4" fmla="*/ 478 w 2866"/>
                <a:gd name="csY4" fmla="*/ 3344 h 3821"/>
                <a:gd name="csX5" fmla="*/ 955 w 2866"/>
                <a:gd name="csY5" fmla="*/ 2389 h 3821"/>
                <a:gd name="csX6" fmla="*/ 2866 w 2866"/>
                <a:gd name="csY6" fmla="*/ 0 h 3821"/>
                <a:gd name="csX7" fmla="*/ 2866 w 2866"/>
                <a:gd name="csY7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821">
                  <a:moveTo>
                    <a:pt x="2866" y="0"/>
                  </a:moveTo>
                  <a:lnTo>
                    <a:pt x="955" y="2389"/>
                  </a:lnTo>
                  <a:lnTo>
                    <a:pt x="478" y="3344"/>
                  </a:lnTo>
                  <a:lnTo>
                    <a:pt x="0" y="3822"/>
                  </a:lnTo>
                  <a:lnTo>
                    <a:pt x="478" y="3344"/>
                  </a:lnTo>
                  <a:lnTo>
                    <a:pt x="955" y="2389"/>
                  </a:lnTo>
                  <a:lnTo>
                    <a:pt x="2866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1" name="Freeform 1530">
              <a:extLst>
                <a:ext uri="{FF2B5EF4-FFF2-40B4-BE49-F238E27FC236}">
                  <a16:creationId xmlns:a16="http://schemas.microsoft.com/office/drawing/2014/main" id="{7A66191F-F926-6970-FB86-F70F3E23EAF9}"/>
                </a:ext>
              </a:extLst>
            </p:cNvPr>
            <p:cNvSpPr/>
            <p:nvPr/>
          </p:nvSpPr>
          <p:spPr>
            <a:xfrm>
              <a:off x="6643477" y="4940320"/>
              <a:ext cx="3822" cy="1911"/>
            </a:xfrm>
            <a:custGeom>
              <a:avLst/>
              <a:gdLst>
                <a:gd name="csX0" fmla="*/ 3822 w 3822"/>
                <a:gd name="csY0" fmla="*/ 1911 h 1911"/>
                <a:gd name="csX1" fmla="*/ 3822 w 3822"/>
                <a:gd name="csY1" fmla="*/ 1911 h 1911"/>
                <a:gd name="csX2" fmla="*/ 0 w 3822"/>
                <a:gd name="csY2" fmla="*/ 0 h 1911"/>
                <a:gd name="csX3" fmla="*/ 3822 w 3822"/>
                <a:gd name="csY3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2" h="1911">
                  <a:moveTo>
                    <a:pt x="3822" y="1911"/>
                  </a:moveTo>
                  <a:lnTo>
                    <a:pt x="3822" y="1911"/>
                  </a:lnTo>
                  <a:lnTo>
                    <a:pt x="0" y="0"/>
                  </a:lnTo>
                  <a:lnTo>
                    <a:pt x="3822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2" name="Freeform 1531">
              <a:extLst>
                <a:ext uri="{FF2B5EF4-FFF2-40B4-BE49-F238E27FC236}">
                  <a16:creationId xmlns:a16="http://schemas.microsoft.com/office/drawing/2014/main" id="{3A0FE119-F009-2A98-41E9-47A2512D80DD}"/>
                </a:ext>
              </a:extLst>
            </p:cNvPr>
            <p:cNvSpPr/>
            <p:nvPr/>
          </p:nvSpPr>
          <p:spPr>
            <a:xfrm>
              <a:off x="6641566" y="4466890"/>
              <a:ext cx="3344" cy="3343"/>
            </a:xfrm>
            <a:custGeom>
              <a:avLst/>
              <a:gdLst>
                <a:gd name="csX0" fmla="*/ 0 w 3344"/>
                <a:gd name="csY0" fmla="*/ 0 h 3343"/>
                <a:gd name="csX1" fmla="*/ 3344 w 3344"/>
                <a:gd name="csY1" fmla="*/ 3344 h 3343"/>
                <a:gd name="csX2" fmla="*/ 0 w 3344"/>
                <a:gd name="csY2" fmla="*/ 0 h 3343"/>
                <a:gd name="csX3" fmla="*/ 0 w 3344"/>
                <a:gd name="csY3" fmla="*/ 0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3343">
                  <a:moveTo>
                    <a:pt x="0" y="0"/>
                  </a:moveTo>
                  <a:lnTo>
                    <a:pt x="3344" y="334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3" name="Freeform 1532">
              <a:extLst>
                <a:ext uri="{FF2B5EF4-FFF2-40B4-BE49-F238E27FC236}">
                  <a16:creationId xmlns:a16="http://schemas.microsoft.com/office/drawing/2014/main" id="{FD4E4B56-5632-BB5A-44D6-2833023318FA}"/>
                </a:ext>
              </a:extLst>
            </p:cNvPr>
            <p:cNvSpPr/>
            <p:nvPr/>
          </p:nvSpPr>
          <p:spPr>
            <a:xfrm>
              <a:off x="6643954" y="4409084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478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4" name="Freeform 1533">
              <a:extLst>
                <a:ext uri="{FF2B5EF4-FFF2-40B4-BE49-F238E27FC236}">
                  <a16:creationId xmlns:a16="http://schemas.microsoft.com/office/drawing/2014/main" id="{561DCCF5-0792-A37B-9C06-A54FE9D94A54}"/>
                </a:ext>
              </a:extLst>
            </p:cNvPr>
            <p:cNvSpPr/>
            <p:nvPr/>
          </p:nvSpPr>
          <p:spPr>
            <a:xfrm>
              <a:off x="6635833" y="4939842"/>
              <a:ext cx="7643" cy="477"/>
            </a:xfrm>
            <a:custGeom>
              <a:avLst/>
              <a:gdLst>
                <a:gd name="csX0" fmla="*/ 7644 w 7643"/>
                <a:gd name="csY0" fmla="*/ 478 h 477"/>
                <a:gd name="csX1" fmla="*/ 4777 w 7643"/>
                <a:gd name="csY1" fmla="*/ 0 h 477"/>
                <a:gd name="csX2" fmla="*/ 1911 w 7643"/>
                <a:gd name="csY2" fmla="*/ 0 h 477"/>
                <a:gd name="csX3" fmla="*/ 0 w 7643"/>
                <a:gd name="csY3" fmla="*/ 0 h 477"/>
                <a:gd name="csX4" fmla="*/ 1911 w 7643"/>
                <a:gd name="csY4" fmla="*/ 0 h 477"/>
                <a:gd name="csX5" fmla="*/ 4777 w 7643"/>
                <a:gd name="csY5" fmla="*/ 0 h 477"/>
                <a:gd name="csX6" fmla="*/ 7644 w 7643"/>
                <a:gd name="csY6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43" h="477">
                  <a:moveTo>
                    <a:pt x="7644" y="478"/>
                  </a:moveTo>
                  <a:lnTo>
                    <a:pt x="4777" y="0"/>
                  </a:lnTo>
                  <a:lnTo>
                    <a:pt x="1911" y="0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4777" y="0"/>
                  </a:lnTo>
                  <a:lnTo>
                    <a:pt x="76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5" name="Freeform 1534">
              <a:extLst>
                <a:ext uri="{FF2B5EF4-FFF2-40B4-BE49-F238E27FC236}">
                  <a16:creationId xmlns:a16="http://schemas.microsoft.com/office/drawing/2014/main" id="{FCDBEDDC-7A14-3ED3-A073-18D3ACC8F2B8}"/>
                </a:ext>
              </a:extLst>
            </p:cNvPr>
            <p:cNvSpPr/>
            <p:nvPr/>
          </p:nvSpPr>
          <p:spPr>
            <a:xfrm>
              <a:off x="6641088" y="4410995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1433 w 1433"/>
                <a:gd name="csY1" fmla="*/ 478 h 955"/>
                <a:gd name="csX2" fmla="*/ 478 w 1433"/>
                <a:gd name="csY2" fmla="*/ 956 h 955"/>
                <a:gd name="csX3" fmla="*/ 0 w 1433"/>
                <a:gd name="csY3" fmla="*/ 956 h 955"/>
                <a:gd name="csX4" fmla="*/ 478 w 1433"/>
                <a:gd name="csY4" fmla="*/ 956 h 955"/>
                <a:gd name="csX5" fmla="*/ 1433 w 1433"/>
                <a:gd name="csY5" fmla="*/ 478 h 955"/>
                <a:gd name="csX6" fmla="*/ 1433 w 1433"/>
                <a:gd name="csY6" fmla="*/ 0 h 955"/>
                <a:gd name="csX7" fmla="*/ 1433 w 1433"/>
                <a:gd name="csY7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1433" y="478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478" y="956"/>
                  </a:lnTo>
                  <a:lnTo>
                    <a:pt x="1433" y="478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6" name="Freeform 1535">
              <a:extLst>
                <a:ext uri="{FF2B5EF4-FFF2-40B4-BE49-F238E27FC236}">
                  <a16:creationId xmlns:a16="http://schemas.microsoft.com/office/drawing/2014/main" id="{90E507B8-2F33-73F8-5E0B-360B8FBC17D6}"/>
                </a:ext>
              </a:extLst>
            </p:cNvPr>
            <p:cNvSpPr/>
            <p:nvPr/>
          </p:nvSpPr>
          <p:spPr>
            <a:xfrm>
              <a:off x="6631534" y="3683413"/>
              <a:ext cx="9076" cy="5255"/>
            </a:xfrm>
            <a:custGeom>
              <a:avLst/>
              <a:gdLst>
                <a:gd name="csX0" fmla="*/ 9077 w 9076"/>
                <a:gd name="csY0" fmla="*/ 4300 h 5255"/>
                <a:gd name="csX1" fmla="*/ 9077 w 9076"/>
                <a:gd name="csY1" fmla="*/ 4300 h 5255"/>
                <a:gd name="csX2" fmla="*/ 8599 w 9076"/>
                <a:gd name="csY2" fmla="*/ 4777 h 5255"/>
                <a:gd name="csX3" fmla="*/ 8122 w 9076"/>
                <a:gd name="csY3" fmla="*/ 5255 h 5255"/>
                <a:gd name="csX4" fmla="*/ 6688 w 9076"/>
                <a:gd name="csY4" fmla="*/ 5255 h 5255"/>
                <a:gd name="csX5" fmla="*/ 4777 w 9076"/>
                <a:gd name="csY5" fmla="*/ 4300 h 5255"/>
                <a:gd name="csX6" fmla="*/ 0 w 9076"/>
                <a:gd name="csY6" fmla="*/ 0 h 5255"/>
                <a:gd name="csX7" fmla="*/ 4777 w 9076"/>
                <a:gd name="csY7" fmla="*/ 3822 h 5255"/>
                <a:gd name="csX8" fmla="*/ 6688 w 9076"/>
                <a:gd name="csY8" fmla="*/ 5255 h 5255"/>
                <a:gd name="csX9" fmla="*/ 8122 w 9076"/>
                <a:gd name="csY9" fmla="*/ 4777 h 5255"/>
                <a:gd name="csX10" fmla="*/ 8599 w 9076"/>
                <a:gd name="csY10" fmla="*/ 4777 h 5255"/>
                <a:gd name="csX11" fmla="*/ 9077 w 9076"/>
                <a:gd name="csY11" fmla="*/ 430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076" h="5255">
                  <a:moveTo>
                    <a:pt x="9077" y="4300"/>
                  </a:moveTo>
                  <a:lnTo>
                    <a:pt x="9077" y="4300"/>
                  </a:lnTo>
                  <a:lnTo>
                    <a:pt x="8599" y="4777"/>
                  </a:lnTo>
                  <a:lnTo>
                    <a:pt x="8122" y="5255"/>
                  </a:lnTo>
                  <a:lnTo>
                    <a:pt x="6688" y="5255"/>
                  </a:lnTo>
                  <a:lnTo>
                    <a:pt x="4777" y="4300"/>
                  </a:lnTo>
                  <a:lnTo>
                    <a:pt x="0" y="0"/>
                  </a:lnTo>
                  <a:lnTo>
                    <a:pt x="4777" y="3822"/>
                  </a:lnTo>
                  <a:lnTo>
                    <a:pt x="6688" y="5255"/>
                  </a:lnTo>
                  <a:lnTo>
                    <a:pt x="8122" y="4777"/>
                  </a:lnTo>
                  <a:lnTo>
                    <a:pt x="8599" y="4777"/>
                  </a:lnTo>
                  <a:lnTo>
                    <a:pt x="9077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" name="Freeform 1536">
              <a:extLst>
                <a:ext uri="{FF2B5EF4-FFF2-40B4-BE49-F238E27FC236}">
                  <a16:creationId xmlns:a16="http://schemas.microsoft.com/office/drawing/2014/main" id="{BABB7D9F-9076-D2A1-FE17-DF5F973ACE0D}"/>
                </a:ext>
              </a:extLst>
            </p:cNvPr>
            <p:cNvSpPr/>
            <p:nvPr/>
          </p:nvSpPr>
          <p:spPr>
            <a:xfrm>
              <a:off x="6636311" y="4464023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6 w 955"/>
                <a:gd name="csY1" fmla="*/ 1433 h 1433"/>
                <a:gd name="csX2" fmla="*/ 956 w 955"/>
                <a:gd name="csY2" fmla="*/ 1433 h 1433"/>
                <a:gd name="csX3" fmla="*/ 0 w 955"/>
                <a:gd name="csY3" fmla="*/ 0 h 1433"/>
                <a:gd name="csX4" fmla="*/ 0 w 955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6" y="1433"/>
                  </a:lnTo>
                  <a:lnTo>
                    <a:pt x="956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" name="Freeform 1537">
              <a:extLst>
                <a:ext uri="{FF2B5EF4-FFF2-40B4-BE49-F238E27FC236}">
                  <a16:creationId xmlns:a16="http://schemas.microsoft.com/office/drawing/2014/main" id="{3DD27BFD-BA0F-8567-6E80-2AA180DE3A21}"/>
                </a:ext>
              </a:extLst>
            </p:cNvPr>
            <p:cNvSpPr/>
            <p:nvPr/>
          </p:nvSpPr>
          <p:spPr>
            <a:xfrm>
              <a:off x="6630578" y="4148244"/>
              <a:ext cx="6210" cy="6688"/>
            </a:xfrm>
            <a:custGeom>
              <a:avLst/>
              <a:gdLst>
                <a:gd name="csX0" fmla="*/ 2866 w 6210"/>
                <a:gd name="csY0" fmla="*/ 3344 h 6688"/>
                <a:gd name="csX1" fmla="*/ 6210 w 6210"/>
                <a:gd name="csY1" fmla="*/ 6688 h 6688"/>
                <a:gd name="csX2" fmla="*/ 2866 w 6210"/>
                <a:gd name="csY2" fmla="*/ 3344 h 6688"/>
                <a:gd name="csX3" fmla="*/ 0 w 6210"/>
                <a:gd name="csY3" fmla="*/ 0 h 6688"/>
                <a:gd name="csX4" fmla="*/ 2866 w 6210"/>
                <a:gd name="csY4" fmla="*/ 3344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6688">
                  <a:moveTo>
                    <a:pt x="2866" y="3344"/>
                  </a:moveTo>
                  <a:lnTo>
                    <a:pt x="6210" y="6688"/>
                  </a:lnTo>
                  <a:lnTo>
                    <a:pt x="2866" y="3344"/>
                  </a:lnTo>
                  <a:lnTo>
                    <a:pt x="0" y="0"/>
                  </a:lnTo>
                  <a:lnTo>
                    <a:pt x="28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" name="Freeform 1538">
              <a:extLst>
                <a:ext uri="{FF2B5EF4-FFF2-40B4-BE49-F238E27FC236}">
                  <a16:creationId xmlns:a16="http://schemas.microsoft.com/office/drawing/2014/main" id="{C526A988-9EE6-1B44-357E-F4C96344B257}"/>
                </a:ext>
              </a:extLst>
            </p:cNvPr>
            <p:cNvSpPr/>
            <p:nvPr/>
          </p:nvSpPr>
          <p:spPr>
            <a:xfrm>
              <a:off x="6628190" y="4943664"/>
              <a:ext cx="5732" cy="3344"/>
            </a:xfrm>
            <a:custGeom>
              <a:avLst/>
              <a:gdLst>
                <a:gd name="csX0" fmla="*/ 5733 w 5732"/>
                <a:gd name="csY0" fmla="*/ 0 h 3344"/>
                <a:gd name="csX1" fmla="*/ 3821 w 5732"/>
                <a:gd name="csY1" fmla="*/ 1433 h 3344"/>
                <a:gd name="csX2" fmla="*/ 0 w 5732"/>
                <a:gd name="csY2" fmla="*/ 3344 h 3344"/>
                <a:gd name="csX3" fmla="*/ 3821 w 5732"/>
                <a:gd name="csY3" fmla="*/ 1433 h 3344"/>
                <a:gd name="csX4" fmla="*/ 5733 w 5732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3344">
                  <a:moveTo>
                    <a:pt x="5733" y="0"/>
                  </a:moveTo>
                  <a:lnTo>
                    <a:pt x="3821" y="1433"/>
                  </a:lnTo>
                  <a:lnTo>
                    <a:pt x="0" y="3344"/>
                  </a:lnTo>
                  <a:lnTo>
                    <a:pt x="3821" y="1433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" name="Freeform 1539">
              <a:extLst>
                <a:ext uri="{FF2B5EF4-FFF2-40B4-BE49-F238E27FC236}">
                  <a16:creationId xmlns:a16="http://schemas.microsoft.com/office/drawing/2014/main" id="{4A9BF551-ED1C-1F1D-4D1B-773F075EC2E8}"/>
                </a:ext>
              </a:extLst>
            </p:cNvPr>
            <p:cNvSpPr/>
            <p:nvPr/>
          </p:nvSpPr>
          <p:spPr>
            <a:xfrm>
              <a:off x="6627712" y="4018779"/>
              <a:ext cx="6210" cy="1911"/>
            </a:xfrm>
            <a:custGeom>
              <a:avLst/>
              <a:gdLst>
                <a:gd name="csX0" fmla="*/ 6210 w 6210"/>
                <a:gd name="csY0" fmla="*/ 0 h 1911"/>
                <a:gd name="csX1" fmla="*/ 4299 w 6210"/>
                <a:gd name="csY1" fmla="*/ 478 h 1911"/>
                <a:gd name="csX2" fmla="*/ 0 w 6210"/>
                <a:gd name="csY2" fmla="*/ 1911 h 1911"/>
                <a:gd name="csX3" fmla="*/ 4299 w 6210"/>
                <a:gd name="csY3" fmla="*/ 478 h 1911"/>
                <a:gd name="csX4" fmla="*/ 6210 w 6210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1911">
                  <a:moveTo>
                    <a:pt x="6210" y="0"/>
                  </a:moveTo>
                  <a:lnTo>
                    <a:pt x="4299" y="478"/>
                  </a:lnTo>
                  <a:lnTo>
                    <a:pt x="0" y="1911"/>
                  </a:lnTo>
                  <a:lnTo>
                    <a:pt x="4299" y="478"/>
                  </a:lnTo>
                  <a:lnTo>
                    <a:pt x="62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" name="Freeform 1540">
              <a:extLst>
                <a:ext uri="{FF2B5EF4-FFF2-40B4-BE49-F238E27FC236}">
                  <a16:creationId xmlns:a16="http://schemas.microsoft.com/office/drawing/2014/main" id="{5CFFA599-095B-CE35-64A4-1DABF2D4D3AC}"/>
                </a:ext>
              </a:extLst>
            </p:cNvPr>
            <p:cNvSpPr/>
            <p:nvPr/>
          </p:nvSpPr>
          <p:spPr>
            <a:xfrm>
              <a:off x="6632011" y="4798912"/>
              <a:ext cx="478" cy="1433"/>
            </a:xfrm>
            <a:custGeom>
              <a:avLst/>
              <a:gdLst>
                <a:gd name="csX0" fmla="*/ 0 w 478"/>
                <a:gd name="csY0" fmla="*/ 0 h 1433"/>
                <a:gd name="csX1" fmla="*/ 478 w 478"/>
                <a:gd name="csY1" fmla="*/ 1433 h 1433"/>
                <a:gd name="csX2" fmla="*/ 478 w 478"/>
                <a:gd name="csY2" fmla="*/ 1433 h 1433"/>
                <a:gd name="csX3" fmla="*/ 0 w 478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1433">
                  <a:moveTo>
                    <a:pt x="0" y="0"/>
                  </a:moveTo>
                  <a:lnTo>
                    <a:pt x="478" y="1433"/>
                  </a:lnTo>
                  <a:lnTo>
                    <a:pt x="478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" name="Freeform 1541">
              <a:extLst>
                <a:ext uri="{FF2B5EF4-FFF2-40B4-BE49-F238E27FC236}">
                  <a16:creationId xmlns:a16="http://schemas.microsoft.com/office/drawing/2014/main" id="{1D9706B1-10A3-CE4A-FAAF-4B637E584118}"/>
                </a:ext>
              </a:extLst>
            </p:cNvPr>
            <p:cNvSpPr/>
            <p:nvPr/>
          </p:nvSpPr>
          <p:spPr>
            <a:xfrm>
              <a:off x="6629145" y="4414817"/>
              <a:ext cx="2866" cy="1433"/>
            </a:xfrm>
            <a:custGeom>
              <a:avLst/>
              <a:gdLst>
                <a:gd name="csX0" fmla="*/ 2866 w 2866"/>
                <a:gd name="csY0" fmla="*/ 0 h 1433"/>
                <a:gd name="csX1" fmla="*/ 1433 w 2866"/>
                <a:gd name="csY1" fmla="*/ 956 h 1433"/>
                <a:gd name="csX2" fmla="*/ 0 w 2866"/>
                <a:gd name="csY2" fmla="*/ 1433 h 1433"/>
                <a:gd name="csX3" fmla="*/ 1433 w 2866"/>
                <a:gd name="csY3" fmla="*/ 956 h 1433"/>
                <a:gd name="csX4" fmla="*/ 2866 w 2866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433">
                  <a:moveTo>
                    <a:pt x="2866" y="0"/>
                  </a:moveTo>
                  <a:lnTo>
                    <a:pt x="1433" y="956"/>
                  </a:lnTo>
                  <a:lnTo>
                    <a:pt x="0" y="1433"/>
                  </a:lnTo>
                  <a:lnTo>
                    <a:pt x="1433" y="956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3" name="Freeform 1542">
              <a:extLst>
                <a:ext uri="{FF2B5EF4-FFF2-40B4-BE49-F238E27FC236}">
                  <a16:creationId xmlns:a16="http://schemas.microsoft.com/office/drawing/2014/main" id="{ACE76222-C929-189B-50B8-15468E2C7DC5}"/>
                </a:ext>
              </a:extLst>
            </p:cNvPr>
            <p:cNvSpPr/>
            <p:nvPr/>
          </p:nvSpPr>
          <p:spPr>
            <a:xfrm>
              <a:off x="6631534" y="4798434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4" name="Freeform 1543">
              <a:extLst>
                <a:ext uri="{FF2B5EF4-FFF2-40B4-BE49-F238E27FC236}">
                  <a16:creationId xmlns:a16="http://schemas.microsoft.com/office/drawing/2014/main" id="{B10E8285-5570-47DA-64BC-B2696A018A03}"/>
                </a:ext>
              </a:extLst>
            </p:cNvPr>
            <p:cNvSpPr/>
            <p:nvPr/>
          </p:nvSpPr>
          <p:spPr>
            <a:xfrm>
              <a:off x="6629623" y="4789835"/>
              <a:ext cx="1433" cy="8121"/>
            </a:xfrm>
            <a:custGeom>
              <a:avLst/>
              <a:gdLst>
                <a:gd name="csX0" fmla="*/ 1433 w 1433"/>
                <a:gd name="csY0" fmla="*/ 2389 h 8121"/>
                <a:gd name="csX1" fmla="*/ 1433 w 1433"/>
                <a:gd name="csY1" fmla="*/ 3344 h 8121"/>
                <a:gd name="csX2" fmla="*/ 1433 w 1433"/>
                <a:gd name="csY2" fmla="*/ 4300 h 8121"/>
                <a:gd name="csX3" fmla="*/ 478 w 1433"/>
                <a:gd name="csY3" fmla="*/ 6210 h 8121"/>
                <a:gd name="csX4" fmla="*/ 0 w 1433"/>
                <a:gd name="csY4" fmla="*/ 7166 h 8121"/>
                <a:gd name="csX5" fmla="*/ 0 w 1433"/>
                <a:gd name="csY5" fmla="*/ 8121 h 8121"/>
                <a:gd name="csX6" fmla="*/ 0 w 1433"/>
                <a:gd name="csY6" fmla="*/ 8121 h 8121"/>
                <a:gd name="csX7" fmla="*/ 0 w 1433"/>
                <a:gd name="csY7" fmla="*/ 8121 h 8121"/>
                <a:gd name="csX8" fmla="*/ 0 w 1433"/>
                <a:gd name="csY8" fmla="*/ 7166 h 8121"/>
                <a:gd name="csX9" fmla="*/ 478 w 1433"/>
                <a:gd name="csY9" fmla="*/ 6210 h 8121"/>
                <a:gd name="csX10" fmla="*/ 1433 w 1433"/>
                <a:gd name="csY10" fmla="*/ 4300 h 8121"/>
                <a:gd name="csX11" fmla="*/ 1433 w 1433"/>
                <a:gd name="csY11" fmla="*/ 3344 h 8121"/>
                <a:gd name="csX12" fmla="*/ 1433 w 1433"/>
                <a:gd name="csY12" fmla="*/ 2389 h 8121"/>
                <a:gd name="csX13" fmla="*/ 956 w 1433"/>
                <a:gd name="csY13" fmla="*/ 0 h 8121"/>
                <a:gd name="csX14" fmla="*/ 956 w 1433"/>
                <a:gd name="csY14" fmla="*/ 478 h 8121"/>
                <a:gd name="csX15" fmla="*/ 1433 w 1433"/>
                <a:gd name="csY15" fmla="*/ 2389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433" h="8121">
                  <a:moveTo>
                    <a:pt x="1433" y="2389"/>
                  </a:moveTo>
                  <a:lnTo>
                    <a:pt x="1433" y="3344"/>
                  </a:lnTo>
                  <a:lnTo>
                    <a:pt x="1433" y="4300"/>
                  </a:lnTo>
                  <a:lnTo>
                    <a:pt x="478" y="6210"/>
                  </a:lnTo>
                  <a:lnTo>
                    <a:pt x="0" y="7166"/>
                  </a:lnTo>
                  <a:lnTo>
                    <a:pt x="0" y="8121"/>
                  </a:lnTo>
                  <a:lnTo>
                    <a:pt x="0" y="8121"/>
                  </a:lnTo>
                  <a:lnTo>
                    <a:pt x="0" y="8121"/>
                  </a:lnTo>
                  <a:lnTo>
                    <a:pt x="0" y="7166"/>
                  </a:lnTo>
                  <a:lnTo>
                    <a:pt x="478" y="6210"/>
                  </a:lnTo>
                  <a:lnTo>
                    <a:pt x="1433" y="4300"/>
                  </a:lnTo>
                  <a:lnTo>
                    <a:pt x="1433" y="3344"/>
                  </a:lnTo>
                  <a:lnTo>
                    <a:pt x="1433" y="2389"/>
                  </a:lnTo>
                  <a:lnTo>
                    <a:pt x="956" y="0"/>
                  </a:lnTo>
                  <a:lnTo>
                    <a:pt x="956" y="478"/>
                  </a:lnTo>
                  <a:lnTo>
                    <a:pt x="14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5" name="Freeform 1544">
              <a:extLst>
                <a:ext uri="{FF2B5EF4-FFF2-40B4-BE49-F238E27FC236}">
                  <a16:creationId xmlns:a16="http://schemas.microsoft.com/office/drawing/2014/main" id="{D1ECB4D7-3E1F-937B-CC10-E0CD6E153244}"/>
                </a:ext>
              </a:extLst>
            </p:cNvPr>
            <p:cNvSpPr/>
            <p:nvPr/>
          </p:nvSpPr>
          <p:spPr>
            <a:xfrm>
              <a:off x="6626756" y="4144422"/>
              <a:ext cx="3822" cy="3821"/>
            </a:xfrm>
            <a:custGeom>
              <a:avLst/>
              <a:gdLst>
                <a:gd name="csX0" fmla="*/ 478 w 3822"/>
                <a:gd name="csY0" fmla="*/ 0 h 3821"/>
                <a:gd name="csX1" fmla="*/ 3822 w 3822"/>
                <a:gd name="csY1" fmla="*/ 3822 h 3821"/>
                <a:gd name="csX2" fmla="*/ 0 w 3822"/>
                <a:gd name="csY2" fmla="*/ 0 h 3821"/>
                <a:gd name="csX3" fmla="*/ 478 w 3822"/>
                <a:gd name="csY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2" h="3821">
                  <a:moveTo>
                    <a:pt x="478" y="0"/>
                  </a:moveTo>
                  <a:lnTo>
                    <a:pt x="3822" y="3822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6" name="Freeform 1545">
              <a:extLst>
                <a:ext uri="{FF2B5EF4-FFF2-40B4-BE49-F238E27FC236}">
                  <a16:creationId xmlns:a16="http://schemas.microsoft.com/office/drawing/2014/main" id="{6C80358F-8FAC-C93E-7A17-739B6388F4EF}"/>
                </a:ext>
              </a:extLst>
            </p:cNvPr>
            <p:cNvSpPr/>
            <p:nvPr/>
          </p:nvSpPr>
          <p:spPr>
            <a:xfrm>
              <a:off x="6627234" y="3676725"/>
              <a:ext cx="1911" cy="1433"/>
            </a:xfrm>
            <a:custGeom>
              <a:avLst/>
              <a:gdLst>
                <a:gd name="csX0" fmla="*/ 1911 w 1911"/>
                <a:gd name="csY0" fmla="*/ 1433 h 1433"/>
                <a:gd name="csX1" fmla="*/ 1911 w 1911"/>
                <a:gd name="csY1" fmla="*/ 1433 h 1433"/>
                <a:gd name="csX2" fmla="*/ 0 w 1911"/>
                <a:gd name="csY2" fmla="*/ 0 h 1433"/>
                <a:gd name="csX3" fmla="*/ 1911 w 1911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433">
                  <a:moveTo>
                    <a:pt x="1911" y="1433"/>
                  </a:moveTo>
                  <a:lnTo>
                    <a:pt x="1911" y="1433"/>
                  </a:lnTo>
                  <a:lnTo>
                    <a:pt x="0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7" name="Freeform 1546">
              <a:extLst>
                <a:ext uri="{FF2B5EF4-FFF2-40B4-BE49-F238E27FC236}">
                  <a16:creationId xmlns:a16="http://schemas.microsoft.com/office/drawing/2014/main" id="{D723DADE-23F3-9A10-D69D-CC8B70219DC5}"/>
                </a:ext>
              </a:extLst>
            </p:cNvPr>
            <p:cNvSpPr/>
            <p:nvPr/>
          </p:nvSpPr>
          <p:spPr>
            <a:xfrm>
              <a:off x="6625801" y="4416728"/>
              <a:ext cx="2388" cy="4777"/>
            </a:xfrm>
            <a:custGeom>
              <a:avLst/>
              <a:gdLst>
                <a:gd name="csX0" fmla="*/ 2389 w 2388"/>
                <a:gd name="csY0" fmla="*/ 0 h 4777"/>
                <a:gd name="csX1" fmla="*/ 1911 w 2388"/>
                <a:gd name="csY1" fmla="*/ 478 h 4777"/>
                <a:gd name="csX2" fmla="*/ 478 w 2388"/>
                <a:gd name="csY2" fmla="*/ 3822 h 4777"/>
                <a:gd name="csX3" fmla="*/ 0 w 2388"/>
                <a:gd name="csY3" fmla="*/ 4777 h 4777"/>
                <a:gd name="csX4" fmla="*/ 0 w 2388"/>
                <a:gd name="csY4" fmla="*/ 4777 h 4777"/>
                <a:gd name="csX5" fmla="*/ 478 w 2388"/>
                <a:gd name="csY5" fmla="*/ 3822 h 4777"/>
                <a:gd name="csX6" fmla="*/ 1911 w 2388"/>
                <a:gd name="csY6" fmla="*/ 478 h 4777"/>
                <a:gd name="csX7" fmla="*/ 2389 w 2388"/>
                <a:gd name="csY7" fmla="*/ 0 h 4777"/>
                <a:gd name="csX8" fmla="*/ 2389 w 2388"/>
                <a:gd name="csY8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4777">
                  <a:moveTo>
                    <a:pt x="2389" y="0"/>
                  </a:moveTo>
                  <a:lnTo>
                    <a:pt x="1911" y="478"/>
                  </a:lnTo>
                  <a:lnTo>
                    <a:pt x="478" y="3822"/>
                  </a:lnTo>
                  <a:lnTo>
                    <a:pt x="0" y="4777"/>
                  </a:lnTo>
                  <a:lnTo>
                    <a:pt x="0" y="4777"/>
                  </a:lnTo>
                  <a:lnTo>
                    <a:pt x="478" y="3822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8" name="Freeform 1547">
              <a:extLst>
                <a:ext uri="{FF2B5EF4-FFF2-40B4-BE49-F238E27FC236}">
                  <a16:creationId xmlns:a16="http://schemas.microsoft.com/office/drawing/2014/main" id="{4A6ACEAE-41C5-8564-0C9F-84970BB3B020}"/>
                </a:ext>
              </a:extLst>
            </p:cNvPr>
            <p:cNvSpPr/>
            <p:nvPr/>
          </p:nvSpPr>
          <p:spPr>
            <a:xfrm>
              <a:off x="6624845" y="4947008"/>
              <a:ext cx="3344" cy="477"/>
            </a:xfrm>
            <a:custGeom>
              <a:avLst/>
              <a:gdLst>
                <a:gd name="csX0" fmla="*/ 3344 w 3344"/>
                <a:gd name="csY0" fmla="*/ 0 h 477"/>
                <a:gd name="csX1" fmla="*/ 3344 w 3344"/>
                <a:gd name="csY1" fmla="*/ 0 h 477"/>
                <a:gd name="csX2" fmla="*/ 0 w 3344"/>
                <a:gd name="csY2" fmla="*/ 478 h 477"/>
                <a:gd name="csX3" fmla="*/ 3344 w 3344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477">
                  <a:moveTo>
                    <a:pt x="3344" y="0"/>
                  </a:moveTo>
                  <a:lnTo>
                    <a:pt x="3344" y="0"/>
                  </a:lnTo>
                  <a:lnTo>
                    <a:pt x="0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9" name="Freeform 1548">
              <a:extLst>
                <a:ext uri="{FF2B5EF4-FFF2-40B4-BE49-F238E27FC236}">
                  <a16:creationId xmlns:a16="http://schemas.microsoft.com/office/drawing/2014/main" id="{1A04DCE5-848D-927A-91C4-B2860F446A79}"/>
                </a:ext>
              </a:extLst>
            </p:cNvPr>
            <p:cNvSpPr/>
            <p:nvPr/>
          </p:nvSpPr>
          <p:spPr>
            <a:xfrm>
              <a:off x="6624368" y="4472145"/>
              <a:ext cx="3344" cy="3821"/>
            </a:xfrm>
            <a:custGeom>
              <a:avLst/>
              <a:gdLst>
                <a:gd name="csX0" fmla="*/ 0 w 3344"/>
                <a:gd name="csY0" fmla="*/ 0 h 3821"/>
                <a:gd name="csX1" fmla="*/ 3344 w 3344"/>
                <a:gd name="csY1" fmla="*/ 3822 h 3821"/>
                <a:gd name="csX2" fmla="*/ 0 w 3344"/>
                <a:gd name="csY2" fmla="*/ 0 h 3821"/>
                <a:gd name="csX3" fmla="*/ 0 w 3344"/>
                <a:gd name="csY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3821">
                  <a:moveTo>
                    <a:pt x="0" y="0"/>
                  </a:moveTo>
                  <a:lnTo>
                    <a:pt x="3344" y="382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0" name="Freeform 1549">
              <a:extLst>
                <a:ext uri="{FF2B5EF4-FFF2-40B4-BE49-F238E27FC236}">
                  <a16:creationId xmlns:a16="http://schemas.microsoft.com/office/drawing/2014/main" id="{1C50C7FC-0171-AEE8-CAB1-D1E4FBC9A996}"/>
                </a:ext>
              </a:extLst>
            </p:cNvPr>
            <p:cNvSpPr/>
            <p:nvPr/>
          </p:nvSpPr>
          <p:spPr>
            <a:xfrm>
              <a:off x="6608603" y="3674337"/>
              <a:ext cx="18630" cy="6210"/>
            </a:xfrm>
            <a:custGeom>
              <a:avLst/>
              <a:gdLst>
                <a:gd name="csX0" fmla="*/ 17198 w 18630"/>
                <a:gd name="csY0" fmla="*/ 478 h 6210"/>
                <a:gd name="csX1" fmla="*/ 18631 w 18630"/>
                <a:gd name="csY1" fmla="*/ 2389 h 6210"/>
                <a:gd name="csX2" fmla="*/ 17198 w 18630"/>
                <a:gd name="csY2" fmla="*/ 478 h 6210"/>
                <a:gd name="csX3" fmla="*/ 15765 w 18630"/>
                <a:gd name="csY3" fmla="*/ 478 h 6210"/>
                <a:gd name="csX4" fmla="*/ 13854 w 18630"/>
                <a:gd name="csY4" fmla="*/ 956 h 6210"/>
                <a:gd name="csX5" fmla="*/ 12421 w 18630"/>
                <a:gd name="csY5" fmla="*/ 1911 h 6210"/>
                <a:gd name="csX6" fmla="*/ 11465 w 18630"/>
                <a:gd name="csY6" fmla="*/ 2389 h 6210"/>
                <a:gd name="csX7" fmla="*/ 8599 w 18630"/>
                <a:gd name="csY7" fmla="*/ 2389 h 6210"/>
                <a:gd name="csX8" fmla="*/ 4299 w 18630"/>
                <a:gd name="csY8" fmla="*/ 3822 h 6210"/>
                <a:gd name="csX9" fmla="*/ 2866 w 18630"/>
                <a:gd name="csY9" fmla="*/ 5255 h 6210"/>
                <a:gd name="csX10" fmla="*/ 1433 w 18630"/>
                <a:gd name="csY10" fmla="*/ 6210 h 6210"/>
                <a:gd name="csX11" fmla="*/ 0 w 18630"/>
                <a:gd name="csY11" fmla="*/ 5733 h 6210"/>
                <a:gd name="csX12" fmla="*/ 0 w 18630"/>
                <a:gd name="csY12" fmla="*/ 5255 h 6210"/>
                <a:gd name="csX13" fmla="*/ 1433 w 18630"/>
                <a:gd name="csY13" fmla="*/ 6210 h 6210"/>
                <a:gd name="csX14" fmla="*/ 2866 w 18630"/>
                <a:gd name="csY14" fmla="*/ 5255 h 6210"/>
                <a:gd name="csX15" fmla="*/ 4299 w 18630"/>
                <a:gd name="csY15" fmla="*/ 3822 h 6210"/>
                <a:gd name="csX16" fmla="*/ 8599 w 18630"/>
                <a:gd name="csY16" fmla="*/ 2389 h 6210"/>
                <a:gd name="csX17" fmla="*/ 11465 w 18630"/>
                <a:gd name="csY17" fmla="*/ 1911 h 6210"/>
                <a:gd name="csX18" fmla="*/ 12421 w 18630"/>
                <a:gd name="csY18" fmla="*/ 1911 h 6210"/>
                <a:gd name="csX19" fmla="*/ 13854 w 18630"/>
                <a:gd name="csY19" fmla="*/ 956 h 6210"/>
                <a:gd name="csX20" fmla="*/ 15765 w 18630"/>
                <a:gd name="csY20" fmla="*/ 0 h 6210"/>
                <a:gd name="csX21" fmla="*/ 17198 w 18630"/>
                <a:gd name="csY21" fmla="*/ 478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8630" h="6210">
                  <a:moveTo>
                    <a:pt x="17198" y="478"/>
                  </a:moveTo>
                  <a:lnTo>
                    <a:pt x="18631" y="2389"/>
                  </a:lnTo>
                  <a:lnTo>
                    <a:pt x="17198" y="478"/>
                  </a:lnTo>
                  <a:lnTo>
                    <a:pt x="15765" y="478"/>
                  </a:lnTo>
                  <a:lnTo>
                    <a:pt x="13854" y="956"/>
                  </a:lnTo>
                  <a:lnTo>
                    <a:pt x="12421" y="1911"/>
                  </a:lnTo>
                  <a:lnTo>
                    <a:pt x="11465" y="2389"/>
                  </a:lnTo>
                  <a:lnTo>
                    <a:pt x="8599" y="2389"/>
                  </a:lnTo>
                  <a:lnTo>
                    <a:pt x="4299" y="3822"/>
                  </a:lnTo>
                  <a:lnTo>
                    <a:pt x="2866" y="5255"/>
                  </a:lnTo>
                  <a:lnTo>
                    <a:pt x="1433" y="6210"/>
                  </a:lnTo>
                  <a:lnTo>
                    <a:pt x="0" y="5733"/>
                  </a:lnTo>
                  <a:lnTo>
                    <a:pt x="0" y="5255"/>
                  </a:lnTo>
                  <a:lnTo>
                    <a:pt x="1433" y="6210"/>
                  </a:lnTo>
                  <a:lnTo>
                    <a:pt x="2866" y="5255"/>
                  </a:lnTo>
                  <a:lnTo>
                    <a:pt x="4299" y="3822"/>
                  </a:lnTo>
                  <a:lnTo>
                    <a:pt x="8599" y="2389"/>
                  </a:lnTo>
                  <a:lnTo>
                    <a:pt x="11465" y="1911"/>
                  </a:lnTo>
                  <a:lnTo>
                    <a:pt x="12421" y="1911"/>
                  </a:lnTo>
                  <a:lnTo>
                    <a:pt x="13854" y="956"/>
                  </a:lnTo>
                  <a:lnTo>
                    <a:pt x="15765" y="0"/>
                  </a:lnTo>
                  <a:lnTo>
                    <a:pt x="1719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1" name="Freeform 1550">
              <a:extLst>
                <a:ext uri="{FF2B5EF4-FFF2-40B4-BE49-F238E27FC236}">
                  <a16:creationId xmlns:a16="http://schemas.microsoft.com/office/drawing/2014/main" id="{78821C05-7C34-1C05-ABEB-CF3C8C9616BD}"/>
                </a:ext>
              </a:extLst>
            </p:cNvPr>
            <p:cNvSpPr/>
            <p:nvPr/>
          </p:nvSpPr>
          <p:spPr>
            <a:xfrm>
              <a:off x="6617202" y="4945097"/>
              <a:ext cx="7643" cy="2388"/>
            </a:xfrm>
            <a:custGeom>
              <a:avLst/>
              <a:gdLst>
                <a:gd name="csX0" fmla="*/ 7644 w 7643"/>
                <a:gd name="csY0" fmla="*/ 2389 h 2388"/>
                <a:gd name="csX1" fmla="*/ 4777 w 7643"/>
                <a:gd name="csY1" fmla="*/ 2389 h 2388"/>
                <a:gd name="csX2" fmla="*/ 2389 w 7643"/>
                <a:gd name="csY2" fmla="*/ 1433 h 2388"/>
                <a:gd name="csX3" fmla="*/ 1433 w 7643"/>
                <a:gd name="csY3" fmla="*/ 478 h 2388"/>
                <a:gd name="csX4" fmla="*/ 0 w 7643"/>
                <a:gd name="csY4" fmla="*/ 0 h 2388"/>
                <a:gd name="csX5" fmla="*/ 1433 w 7643"/>
                <a:gd name="csY5" fmla="*/ 478 h 2388"/>
                <a:gd name="csX6" fmla="*/ 2389 w 7643"/>
                <a:gd name="csY6" fmla="*/ 1433 h 2388"/>
                <a:gd name="csX7" fmla="*/ 4777 w 7643"/>
                <a:gd name="csY7" fmla="*/ 1911 h 2388"/>
                <a:gd name="csX8" fmla="*/ 7644 w 7643"/>
                <a:gd name="csY8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43" h="2388">
                  <a:moveTo>
                    <a:pt x="7644" y="2389"/>
                  </a:moveTo>
                  <a:lnTo>
                    <a:pt x="4777" y="2389"/>
                  </a:lnTo>
                  <a:lnTo>
                    <a:pt x="2389" y="1433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389" y="1433"/>
                  </a:lnTo>
                  <a:lnTo>
                    <a:pt x="4777" y="1911"/>
                  </a:lnTo>
                  <a:lnTo>
                    <a:pt x="76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2" name="Freeform 1551">
              <a:extLst>
                <a:ext uri="{FF2B5EF4-FFF2-40B4-BE49-F238E27FC236}">
                  <a16:creationId xmlns:a16="http://schemas.microsoft.com/office/drawing/2014/main" id="{9E390B7D-3661-1A06-E824-27DC407387B1}"/>
                </a:ext>
              </a:extLst>
            </p:cNvPr>
            <p:cNvSpPr/>
            <p:nvPr/>
          </p:nvSpPr>
          <p:spPr>
            <a:xfrm>
              <a:off x="6619590" y="4136779"/>
              <a:ext cx="4299" cy="4777"/>
            </a:xfrm>
            <a:custGeom>
              <a:avLst/>
              <a:gdLst>
                <a:gd name="csX0" fmla="*/ 4300 w 4299"/>
                <a:gd name="csY0" fmla="*/ 4777 h 4777"/>
                <a:gd name="csX1" fmla="*/ 4300 w 4299"/>
                <a:gd name="csY1" fmla="*/ 4777 h 4777"/>
                <a:gd name="csX2" fmla="*/ 0 w 4299"/>
                <a:gd name="csY2" fmla="*/ 0 h 4777"/>
                <a:gd name="csX3" fmla="*/ 4300 w 4299"/>
                <a:gd name="csY3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4777">
                  <a:moveTo>
                    <a:pt x="4300" y="4777"/>
                  </a:moveTo>
                  <a:lnTo>
                    <a:pt x="4300" y="4777"/>
                  </a:lnTo>
                  <a:lnTo>
                    <a:pt x="0" y="0"/>
                  </a:lnTo>
                  <a:lnTo>
                    <a:pt x="4300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3" name="Freeform 1552">
              <a:extLst>
                <a:ext uri="{FF2B5EF4-FFF2-40B4-BE49-F238E27FC236}">
                  <a16:creationId xmlns:a16="http://schemas.microsoft.com/office/drawing/2014/main" id="{D8114888-6D4E-5951-256C-5CD0D63209AB}"/>
                </a:ext>
              </a:extLst>
            </p:cNvPr>
            <p:cNvSpPr/>
            <p:nvPr/>
          </p:nvSpPr>
          <p:spPr>
            <a:xfrm>
              <a:off x="6619113" y="4421506"/>
              <a:ext cx="3343" cy="477"/>
            </a:xfrm>
            <a:custGeom>
              <a:avLst/>
              <a:gdLst>
                <a:gd name="csX0" fmla="*/ 3344 w 3343"/>
                <a:gd name="csY0" fmla="*/ 0 h 477"/>
                <a:gd name="csX1" fmla="*/ 1911 w 3343"/>
                <a:gd name="csY1" fmla="*/ 478 h 477"/>
                <a:gd name="csX2" fmla="*/ 0 w 3343"/>
                <a:gd name="csY2" fmla="*/ 0 h 477"/>
                <a:gd name="csX3" fmla="*/ 1911 w 3343"/>
                <a:gd name="csY3" fmla="*/ 478 h 477"/>
                <a:gd name="csX4" fmla="*/ 3344 w 3343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3" h="477">
                  <a:moveTo>
                    <a:pt x="3344" y="0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4" name="Freeform 1553">
              <a:extLst>
                <a:ext uri="{FF2B5EF4-FFF2-40B4-BE49-F238E27FC236}">
                  <a16:creationId xmlns:a16="http://schemas.microsoft.com/office/drawing/2014/main" id="{CCAD8B28-B19C-EE55-7232-110A60CE9087}"/>
                </a:ext>
              </a:extLst>
            </p:cNvPr>
            <p:cNvSpPr/>
            <p:nvPr/>
          </p:nvSpPr>
          <p:spPr>
            <a:xfrm>
              <a:off x="6607647" y="4253822"/>
              <a:ext cx="9076" cy="6210"/>
            </a:xfrm>
            <a:custGeom>
              <a:avLst/>
              <a:gdLst>
                <a:gd name="csX0" fmla="*/ 9077 w 9076"/>
                <a:gd name="csY0" fmla="*/ 5255 h 6210"/>
                <a:gd name="csX1" fmla="*/ 8122 w 9076"/>
                <a:gd name="csY1" fmla="*/ 6210 h 6210"/>
                <a:gd name="csX2" fmla="*/ 7166 w 9076"/>
                <a:gd name="csY2" fmla="*/ 6210 h 6210"/>
                <a:gd name="csX3" fmla="*/ 6211 w 9076"/>
                <a:gd name="csY3" fmla="*/ 4777 h 6210"/>
                <a:gd name="csX4" fmla="*/ 5255 w 9076"/>
                <a:gd name="csY4" fmla="*/ 3822 h 6210"/>
                <a:gd name="csX5" fmla="*/ 4300 w 9076"/>
                <a:gd name="csY5" fmla="*/ 2867 h 6210"/>
                <a:gd name="csX6" fmla="*/ 478 w 9076"/>
                <a:gd name="csY6" fmla="*/ 1911 h 6210"/>
                <a:gd name="csX7" fmla="*/ 0 w 9076"/>
                <a:gd name="csY7" fmla="*/ 956 h 6210"/>
                <a:gd name="csX8" fmla="*/ 478 w 9076"/>
                <a:gd name="csY8" fmla="*/ 0 h 6210"/>
                <a:gd name="csX9" fmla="*/ 956 w 9076"/>
                <a:gd name="csY9" fmla="*/ 956 h 6210"/>
                <a:gd name="csX10" fmla="*/ 1911 w 9076"/>
                <a:gd name="csY10" fmla="*/ 1433 h 6210"/>
                <a:gd name="csX11" fmla="*/ 4777 w 9076"/>
                <a:gd name="csY11" fmla="*/ 2389 h 6210"/>
                <a:gd name="csX12" fmla="*/ 8122 w 9076"/>
                <a:gd name="csY12" fmla="*/ 5255 h 6210"/>
                <a:gd name="csX13" fmla="*/ 9077 w 9076"/>
                <a:gd name="csY13" fmla="*/ 5255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076" h="6210">
                  <a:moveTo>
                    <a:pt x="9077" y="5255"/>
                  </a:moveTo>
                  <a:lnTo>
                    <a:pt x="8122" y="6210"/>
                  </a:lnTo>
                  <a:lnTo>
                    <a:pt x="7166" y="6210"/>
                  </a:lnTo>
                  <a:lnTo>
                    <a:pt x="6211" y="4777"/>
                  </a:lnTo>
                  <a:lnTo>
                    <a:pt x="5255" y="3822"/>
                  </a:lnTo>
                  <a:lnTo>
                    <a:pt x="4300" y="2867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956" y="956"/>
                  </a:lnTo>
                  <a:lnTo>
                    <a:pt x="1911" y="1433"/>
                  </a:lnTo>
                  <a:lnTo>
                    <a:pt x="4777" y="2389"/>
                  </a:lnTo>
                  <a:lnTo>
                    <a:pt x="8122" y="5255"/>
                  </a:lnTo>
                  <a:lnTo>
                    <a:pt x="9077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5" name="Freeform 1554">
              <a:extLst>
                <a:ext uri="{FF2B5EF4-FFF2-40B4-BE49-F238E27FC236}">
                  <a16:creationId xmlns:a16="http://schemas.microsoft.com/office/drawing/2014/main" id="{11D6E5F1-EC86-593F-8659-11F5734A127F}"/>
                </a:ext>
              </a:extLst>
            </p:cNvPr>
            <p:cNvSpPr/>
            <p:nvPr/>
          </p:nvSpPr>
          <p:spPr>
            <a:xfrm>
              <a:off x="6615291" y="4430105"/>
              <a:ext cx="478" cy="5732"/>
            </a:xfrm>
            <a:custGeom>
              <a:avLst/>
              <a:gdLst>
                <a:gd name="csX0" fmla="*/ 478 w 478"/>
                <a:gd name="csY0" fmla="*/ 5733 h 5732"/>
                <a:gd name="csX1" fmla="*/ 478 w 478"/>
                <a:gd name="csY1" fmla="*/ 2866 h 5732"/>
                <a:gd name="csX2" fmla="*/ 0 w 478"/>
                <a:gd name="csY2" fmla="*/ 0 h 5732"/>
                <a:gd name="csX3" fmla="*/ 478 w 478"/>
                <a:gd name="csY3" fmla="*/ 2866 h 5732"/>
                <a:gd name="csX4" fmla="*/ 478 w 478"/>
                <a:gd name="csY4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8" h="5732">
                  <a:moveTo>
                    <a:pt x="478" y="5733"/>
                  </a:moveTo>
                  <a:lnTo>
                    <a:pt x="478" y="2866"/>
                  </a:lnTo>
                  <a:lnTo>
                    <a:pt x="0" y="0"/>
                  </a:lnTo>
                  <a:lnTo>
                    <a:pt x="478" y="2866"/>
                  </a:lnTo>
                  <a:lnTo>
                    <a:pt x="478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6" name="Freeform 1555">
              <a:extLst>
                <a:ext uri="{FF2B5EF4-FFF2-40B4-BE49-F238E27FC236}">
                  <a16:creationId xmlns:a16="http://schemas.microsoft.com/office/drawing/2014/main" id="{E5E3C050-3E01-6BAB-A124-DB9018D466DF}"/>
                </a:ext>
              </a:extLst>
            </p:cNvPr>
            <p:cNvSpPr/>
            <p:nvPr/>
          </p:nvSpPr>
          <p:spPr>
            <a:xfrm>
              <a:off x="6613858" y="4435837"/>
              <a:ext cx="1911" cy="5732"/>
            </a:xfrm>
            <a:custGeom>
              <a:avLst/>
              <a:gdLst>
                <a:gd name="csX0" fmla="*/ 1911 w 1911"/>
                <a:gd name="csY0" fmla="*/ 0 h 5732"/>
                <a:gd name="csX1" fmla="*/ 0 w 1911"/>
                <a:gd name="csY1" fmla="*/ 4777 h 5732"/>
                <a:gd name="csX2" fmla="*/ 0 w 1911"/>
                <a:gd name="csY2" fmla="*/ 5733 h 5732"/>
                <a:gd name="csX3" fmla="*/ 0 w 1911"/>
                <a:gd name="csY3" fmla="*/ 4777 h 5732"/>
                <a:gd name="csX4" fmla="*/ 1911 w 1911"/>
                <a:gd name="csY4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5732">
                  <a:moveTo>
                    <a:pt x="1911" y="0"/>
                  </a:moveTo>
                  <a:lnTo>
                    <a:pt x="0" y="4777"/>
                  </a:lnTo>
                  <a:lnTo>
                    <a:pt x="0" y="5733"/>
                  </a:lnTo>
                  <a:lnTo>
                    <a:pt x="0" y="4777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7" name="Freeform 1556">
              <a:extLst>
                <a:ext uri="{FF2B5EF4-FFF2-40B4-BE49-F238E27FC236}">
                  <a16:creationId xmlns:a16="http://schemas.microsoft.com/office/drawing/2014/main" id="{7271C44D-C672-A46D-ED4F-200EF85C692A}"/>
                </a:ext>
              </a:extLst>
            </p:cNvPr>
            <p:cNvSpPr/>
            <p:nvPr/>
          </p:nvSpPr>
          <p:spPr>
            <a:xfrm>
              <a:off x="6598093" y="4653682"/>
              <a:ext cx="17676" cy="955"/>
            </a:xfrm>
            <a:custGeom>
              <a:avLst/>
              <a:gdLst>
                <a:gd name="csX0" fmla="*/ 17676 w 17676"/>
                <a:gd name="csY0" fmla="*/ 956 h 955"/>
                <a:gd name="csX1" fmla="*/ 17676 w 17676"/>
                <a:gd name="csY1" fmla="*/ 956 h 955"/>
                <a:gd name="csX2" fmla="*/ 16243 w 17676"/>
                <a:gd name="csY2" fmla="*/ 956 h 955"/>
                <a:gd name="csX3" fmla="*/ 15765 w 17676"/>
                <a:gd name="csY3" fmla="*/ 956 h 955"/>
                <a:gd name="csX4" fmla="*/ 10510 w 17676"/>
                <a:gd name="csY4" fmla="*/ 478 h 955"/>
                <a:gd name="csX5" fmla="*/ 4777 w 17676"/>
                <a:gd name="csY5" fmla="*/ 478 h 955"/>
                <a:gd name="csX6" fmla="*/ 956 w 17676"/>
                <a:gd name="csY6" fmla="*/ 478 h 955"/>
                <a:gd name="csX7" fmla="*/ 0 w 17676"/>
                <a:gd name="csY7" fmla="*/ 0 h 955"/>
                <a:gd name="csX8" fmla="*/ 0 w 17676"/>
                <a:gd name="csY8" fmla="*/ 0 h 955"/>
                <a:gd name="csX9" fmla="*/ 956 w 17676"/>
                <a:gd name="csY9" fmla="*/ 478 h 955"/>
                <a:gd name="csX10" fmla="*/ 4777 w 17676"/>
                <a:gd name="csY10" fmla="*/ 478 h 955"/>
                <a:gd name="csX11" fmla="*/ 10510 w 17676"/>
                <a:gd name="csY11" fmla="*/ 478 h 955"/>
                <a:gd name="csX12" fmla="*/ 15765 w 17676"/>
                <a:gd name="csY12" fmla="*/ 478 h 955"/>
                <a:gd name="csX13" fmla="*/ 16243 w 17676"/>
                <a:gd name="csY13" fmla="*/ 956 h 955"/>
                <a:gd name="csX14" fmla="*/ 17676 w 17676"/>
                <a:gd name="csY1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676" h="955">
                  <a:moveTo>
                    <a:pt x="17676" y="956"/>
                  </a:moveTo>
                  <a:lnTo>
                    <a:pt x="17676" y="956"/>
                  </a:lnTo>
                  <a:lnTo>
                    <a:pt x="16243" y="956"/>
                  </a:lnTo>
                  <a:lnTo>
                    <a:pt x="15765" y="956"/>
                  </a:lnTo>
                  <a:lnTo>
                    <a:pt x="10510" y="478"/>
                  </a:lnTo>
                  <a:lnTo>
                    <a:pt x="4777" y="478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4777" y="478"/>
                  </a:lnTo>
                  <a:lnTo>
                    <a:pt x="10510" y="478"/>
                  </a:lnTo>
                  <a:lnTo>
                    <a:pt x="15765" y="478"/>
                  </a:lnTo>
                  <a:lnTo>
                    <a:pt x="16243" y="956"/>
                  </a:lnTo>
                  <a:lnTo>
                    <a:pt x="1767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8" name="Freeform 1557">
              <a:extLst>
                <a:ext uri="{FF2B5EF4-FFF2-40B4-BE49-F238E27FC236}">
                  <a16:creationId xmlns:a16="http://schemas.microsoft.com/office/drawing/2014/main" id="{ABB575A7-F258-C2C9-92B2-C4E72DAC8A17}"/>
                </a:ext>
              </a:extLst>
            </p:cNvPr>
            <p:cNvSpPr/>
            <p:nvPr/>
          </p:nvSpPr>
          <p:spPr>
            <a:xfrm>
              <a:off x="6373560" y="4130568"/>
              <a:ext cx="241253" cy="196346"/>
            </a:xfrm>
            <a:custGeom>
              <a:avLst/>
              <a:gdLst>
                <a:gd name="csX0" fmla="*/ 241253 w 241253"/>
                <a:gd name="csY0" fmla="*/ 195869 h 196346"/>
                <a:gd name="csX1" fmla="*/ 241253 w 241253"/>
                <a:gd name="csY1" fmla="*/ 196347 h 196346"/>
                <a:gd name="csX2" fmla="*/ 235043 w 241253"/>
                <a:gd name="csY2" fmla="*/ 196347 h 196346"/>
                <a:gd name="csX3" fmla="*/ 228355 w 241253"/>
                <a:gd name="csY3" fmla="*/ 196347 h 196346"/>
                <a:gd name="csX4" fmla="*/ 221667 w 241253"/>
                <a:gd name="csY4" fmla="*/ 196347 h 196346"/>
                <a:gd name="csX5" fmla="*/ 215456 w 241253"/>
                <a:gd name="csY5" fmla="*/ 196347 h 196346"/>
                <a:gd name="csX6" fmla="*/ 208768 w 241253"/>
                <a:gd name="csY6" fmla="*/ 196347 h 196346"/>
                <a:gd name="csX7" fmla="*/ 202557 w 241253"/>
                <a:gd name="csY7" fmla="*/ 196347 h 196346"/>
                <a:gd name="csX8" fmla="*/ 195869 w 241253"/>
                <a:gd name="csY8" fmla="*/ 196347 h 196346"/>
                <a:gd name="csX9" fmla="*/ 189181 w 241253"/>
                <a:gd name="csY9" fmla="*/ 196347 h 196346"/>
                <a:gd name="csX10" fmla="*/ 182971 w 241253"/>
                <a:gd name="csY10" fmla="*/ 196347 h 196346"/>
                <a:gd name="csX11" fmla="*/ 176282 w 241253"/>
                <a:gd name="csY11" fmla="*/ 196347 h 196346"/>
                <a:gd name="csX12" fmla="*/ 169594 w 241253"/>
                <a:gd name="csY12" fmla="*/ 196347 h 196346"/>
                <a:gd name="csX13" fmla="*/ 163384 w 241253"/>
                <a:gd name="csY13" fmla="*/ 196347 h 196346"/>
                <a:gd name="csX14" fmla="*/ 156695 w 241253"/>
                <a:gd name="csY14" fmla="*/ 196347 h 196346"/>
                <a:gd name="csX15" fmla="*/ 150485 w 241253"/>
                <a:gd name="csY15" fmla="*/ 196347 h 196346"/>
                <a:gd name="csX16" fmla="*/ 143796 w 241253"/>
                <a:gd name="csY16" fmla="*/ 196347 h 196346"/>
                <a:gd name="csX17" fmla="*/ 137109 w 241253"/>
                <a:gd name="csY17" fmla="*/ 196347 h 196346"/>
                <a:gd name="csX18" fmla="*/ 133764 w 241253"/>
                <a:gd name="csY18" fmla="*/ 196347 h 196346"/>
                <a:gd name="csX19" fmla="*/ 134242 w 241253"/>
                <a:gd name="csY19" fmla="*/ 194436 h 196346"/>
                <a:gd name="csX20" fmla="*/ 134720 w 241253"/>
                <a:gd name="csY20" fmla="*/ 193480 h 196346"/>
                <a:gd name="csX21" fmla="*/ 134242 w 241253"/>
                <a:gd name="csY21" fmla="*/ 192525 h 196346"/>
                <a:gd name="csX22" fmla="*/ 132809 w 241253"/>
                <a:gd name="csY22" fmla="*/ 192047 h 196346"/>
                <a:gd name="csX23" fmla="*/ 131853 w 241253"/>
                <a:gd name="csY23" fmla="*/ 192525 h 196346"/>
                <a:gd name="csX24" fmla="*/ 129943 w 241253"/>
                <a:gd name="csY24" fmla="*/ 196347 h 196346"/>
                <a:gd name="csX25" fmla="*/ 128987 w 241253"/>
                <a:gd name="csY25" fmla="*/ 196347 h 196346"/>
                <a:gd name="csX26" fmla="*/ 126598 w 241253"/>
                <a:gd name="csY26" fmla="*/ 196347 h 196346"/>
                <a:gd name="csX27" fmla="*/ 119432 w 241253"/>
                <a:gd name="csY27" fmla="*/ 196347 h 196346"/>
                <a:gd name="csX28" fmla="*/ 111789 w 241253"/>
                <a:gd name="csY28" fmla="*/ 196347 h 196346"/>
                <a:gd name="csX29" fmla="*/ 104145 w 241253"/>
                <a:gd name="csY29" fmla="*/ 196347 h 196346"/>
                <a:gd name="csX30" fmla="*/ 96502 w 241253"/>
                <a:gd name="csY30" fmla="*/ 196347 h 196346"/>
                <a:gd name="csX31" fmla="*/ 88858 w 241253"/>
                <a:gd name="csY31" fmla="*/ 196347 h 196346"/>
                <a:gd name="csX32" fmla="*/ 81214 w 241253"/>
                <a:gd name="csY32" fmla="*/ 196347 h 196346"/>
                <a:gd name="csX33" fmla="*/ 73570 w 241253"/>
                <a:gd name="csY33" fmla="*/ 196347 h 196346"/>
                <a:gd name="csX34" fmla="*/ 66405 w 241253"/>
                <a:gd name="csY34" fmla="*/ 196347 h 196346"/>
                <a:gd name="csX35" fmla="*/ 58761 w 241253"/>
                <a:gd name="csY35" fmla="*/ 196347 h 196346"/>
                <a:gd name="csX36" fmla="*/ 51117 w 241253"/>
                <a:gd name="csY36" fmla="*/ 196347 h 196346"/>
                <a:gd name="csX37" fmla="*/ 43473 w 241253"/>
                <a:gd name="csY37" fmla="*/ 196347 h 196346"/>
                <a:gd name="csX38" fmla="*/ 35830 w 241253"/>
                <a:gd name="csY38" fmla="*/ 196347 h 196346"/>
                <a:gd name="csX39" fmla="*/ 28186 w 241253"/>
                <a:gd name="csY39" fmla="*/ 196347 h 196346"/>
                <a:gd name="csX40" fmla="*/ 20543 w 241253"/>
                <a:gd name="csY40" fmla="*/ 196347 h 196346"/>
                <a:gd name="csX41" fmla="*/ 12899 w 241253"/>
                <a:gd name="csY41" fmla="*/ 196347 h 196346"/>
                <a:gd name="csX42" fmla="*/ 5733 w 241253"/>
                <a:gd name="csY42" fmla="*/ 196347 h 196346"/>
                <a:gd name="csX43" fmla="*/ 5733 w 241253"/>
                <a:gd name="csY43" fmla="*/ 192047 h 196346"/>
                <a:gd name="csX44" fmla="*/ 5733 w 241253"/>
                <a:gd name="csY44" fmla="*/ 187270 h 196346"/>
                <a:gd name="csX45" fmla="*/ 5733 w 241253"/>
                <a:gd name="csY45" fmla="*/ 182970 h 196346"/>
                <a:gd name="csX46" fmla="*/ 5733 w 241253"/>
                <a:gd name="csY46" fmla="*/ 178671 h 196346"/>
                <a:gd name="csX47" fmla="*/ 5733 w 241253"/>
                <a:gd name="csY47" fmla="*/ 174371 h 196346"/>
                <a:gd name="csX48" fmla="*/ 5733 w 241253"/>
                <a:gd name="csY48" fmla="*/ 170072 h 196346"/>
                <a:gd name="csX49" fmla="*/ 5733 w 241253"/>
                <a:gd name="csY49" fmla="*/ 165294 h 196346"/>
                <a:gd name="csX50" fmla="*/ 5733 w 241253"/>
                <a:gd name="csY50" fmla="*/ 160995 h 196346"/>
                <a:gd name="csX51" fmla="*/ 5733 w 241253"/>
                <a:gd name="csY51" fmla="*/ 156695 h 196346"/>
                <a:gd name="csX52" fmla="*/ 5733 w 241253"/>
                <a:gd name="csY52" fmla="*/ 151918 h 196346"/>
                <a:gd name="csX53" fmla="*/ 5733 w 241253"/>
                <a:gd name="csY53" fmla="*/ 147619 h 196346"/>
                <a:gd name="csX54" fmla="*/ 5733 w 241253"/>
                <a:gd name="csY54" fmla="*/ 143319 h 196346"/>
                <a:gd name="csX55" fmla="*/ 5733 w 241253"/>
                <a:gd name="csY55" fmla="*/ 138542 h 196346"/>
                <a:gd name="csX56" fmla="*/ 5733 w 241253"/>
                <a:gd name="csY56" fmla="*/ 134242 h 196346"/>
                <a:gd name="csX57" fmla="*/ 5733 w 241253"/>
                <a:gd name="csY57" fmla="*/ 129465 h 196346"/>
                <a:gd name="csX58" fmla="*/ 5733 w 241253"/>
                <a:gd name="csY58" fmla="*/ 125165 h 196346"/>
                <a:gd name="csX59" fmla="*/ 5733 w 241253"/>
                <a:gd name="csY59" fmla="*/ 120865 h 196346"/>
                <a:gd name="csX60" fmla="*/ 5733 w 241253"/>
                <a:gd name="csY60" fmla="*/ 116088 h 196346"/>
                <a:gd name="csX61" fmla="*/ 5733 w 241253"/>
                <a:gd name="csY61" fmla="*/ 111789 h 196346"/>
                <a:gd name="csX62" fmla="*/ 5733 w 241253"/>
                <a:gd name="csY62" fmla="*/ 107012 h 196346"/>
                <a:gd name="csX63" fmla="*/ 5733 w 241253"/>
                <a:gd name="csY63" fmla="*/ 102712 h 196346"/>
                <a:gd name="csX64" fmla="*/ 5733 w 241253"/>
                <a:gd name="csY64" fmla="*/ 97935 h 196346"/>
                <a:gd name="csX65" fmla="*/ 5733 w 241253"/>
                <a:gd name="csY65" fmla="*/ 93635 h 196346"/>
                <a:gd name="csX66" fmla="*/ 5733 w 241253"/>
                <a:gd name="csY66" fmla="*/ 88858 h 196346"/>
                <a:gd name="csX67" fmla="*/ 5733 w 241253"/>
                <a:gd name="csY67" fmla="*/ 84080 h 196346"/>
                <a:gd name="csX68" fmla="*/ 5733 w 241253"/>
                <a:gd name="csY68" fmla="*/ 79781 h 196346"/>
                <a:gd name="csX69" fmla="*/ 5733 w 241253"/>
                <a:gd name="csY69" fmla="*/ 75004 h 196346"/>
                <a:gd name="csX70" fmla="*/ 5733 w 241253"/>
                <a:gd name="csY70" fmla="*/ 70704 h 196346"/>
                <a:gd name="csX71" fmla="*/ 5733 w 241253"/>
                <a:gd name="csY71" fmla="*/ 65927 h 196346"/>
                <a:gd name="csX72" fmla="*/ 5733 w 241253"/>
                <a:gd name="csY72" fmla="*/ 61149 h 196346"/>
                <a:gd name="csX73" fmla="*/ 5733 w 241253"/>
                <a:gd name="csY73" fmla="*/ 56850 h 196346"/>
                <a:gd name="csX74" fmla="*/ 5733 w 241253"/>
                <a:gd name="csY74" fmla="*/ 52073 h 196346"/>
                <a:gd name="csX75" fmla="*/ 5255 w 241253"/>
                <a:gd name="csY75" fmla="*/ 51117 h 196346"/>
                <a:gd name="csX76" fmla="*/ 4300 w 241253"/>
                <a:gd name="csY76" fmla="*/ 47773 h 196346"/>
                <a:gd name="csX77" fmla="*/ 3344 w 241253"/>
                <a:gd name="csY77" fmla="*/ 43951 h 196346"/>
                <a:gd name="csX78" fmla="*/ 2389 w 241253"/>
                <a:gd name="csY78" fmla="*/ 38696 h 196346"/>
                <a:gd name="csX79" fmla="*/ 1911 w 241253"/>
                <a:gd name="csY79" fmla="*/ 37263 h 196346"/>
                <a:gd name="csX80" fmla="*/ 478 w 241253"/>
                <a:gd name="csY80" fmla="*/ 32008 h 196346"/>
                <a:gd name="csX81" fmla="*/ 0 w 241253"/>
                <a:gd name="csY81" fmla="*/ 30575 h 196346"/>
                <a:gd name="csX82" fmla="*/ 478 w 241253"/>
                <a:gd name="csY82" fmla="*/ 29619 h 196346"/>
                <a:gd name="csX83" fmla="*/ 3344 w 241253"/>
                <a:gd name="csY83" fmla="*/ 25320 h 196346"/>
                <a:gd name="csX84" fmla="*/ 4300 w 241253"/>
                <a:gd name="csY84" fmla="*/ 23409 h 196346"/>
                <a:gd name="csX85" fmla="*/ 5255 w 241253"/>
                <a:gd name="csY85" fmla="*/ 20542 h 196346"/>
                <a:gd name="csX86" fmla="*/ 5255 w 241253"/>
                <a:gd name="csY86" fmla="*/ 18632 h 196346"/>
                <a:gd name="csX87" fmla="*/ 4777 w 241253"/>
                <a:gd name="csY87" fmla="*/ 15287 h 196346"/>
                <a:gd name="csX88" fmla="*/ 3344 w 241253"/>
                <a:gd name="csY88" fmla="*/ 12421 h 196346"/>
                <a:gd name="csX89" fmla="*/ 3344 w 241253"/>
                <a:gd name="csY89" fmla="*/ 9555 h 196346"/>
                <a:gd name="csX90" fmla="*/ 2867 w 241253"/>
                <a:gd name="csY90" fmla="*/ 6688 h 196346"/>
                <a:gd name="csX91" fmla="*/ 4777 w 241253"/>
                <a:gd name="csY91" fmla="*/ 4777 h 196346"/>
                <a:gd name="csX92" fmla="*/ 6211 w 241253"/>
                <a:gd name="csY92" fmla="*/ 2866 h 196346"/>
                <a:gd name="csX93" fmla="*/ 7166 w 241253"/>
                <a:gd name="csY93" fmla="*/ 1911 h 196346"/>
                <a:gd name="csX94" fmla="*/ 8121 w 241253"/>
                <a:gd name="csY94" fmla="*/ 478 h 196346"/>
                <a:gd name="csX95" fmla="*/ 9077 w 241253"/>
                <a:gd name="csY95" fmla="*/ 0 h 196346"/>
                <a:gd name="csX96" fmla="*/ 10510 w 241253"/>
                <a:gd name="csY96" fmla="*/ 2866 h 196346"/>
                <a:gd name="csX97" fmla="*/ 13377 w 241253"/>
                <a:gd name="csY97" fmla="*/ 2866 h 196346"/>
                <a:gd name="csX98" fmla="*/ 23886 w 241253"/>
                <a:gd name="csY98" fmla="*/ 956 h 196346"/>
                <a:gd name="csX99" fmla="*/ 34874 w 241253"/>
                <a:gd name="csY99" fmla="*/ 2866 h 196346"/>
                <a:gd name="csX100" fmla="*/ 41085 w 241253"/>
                <a:gd name="csY100" fmla="*/ 3822 h 196346"/>
                <a:gd name="csX101" fmla="*/ 50639 w 241253"/>
                <a:gd name="csY101" fmla="*/ 5733 h 196346"/>
                <a:gd name="csX102" fmla="*/ 56372 w 241253"/>
                <a:gd name="csY102" fmla="*/ 9555 h 196346"/>
                <a:gd name="csX103" fmla="*/ 57805 w 241253"/>
                <a:gd name="csY103" fmla="*/ 10032 h 196346"/>
                <a:gd name="csX104" fmla="*/ 62105 w 241253"/>
                <a:gd name="csY104" fmla="*/ 9555 h 196346"/>
                <a:gd name="csX105" fmla="*/ 64971 w 241253"/>
                <a:gd name="csY105" fmla="*/ 11943 h 196346"/>
                <a:gd name="csX106" fmla="*/ 75481 w 241253"/>
                <a:gd name="csY106" fmla="*/ 12899 h 196346"/>
                <a:gd name="csX107" fmla="*/ 81692 w 241253"/>
                <a:gd name="csY107" fmla="*/ 15287 h 196346"/>
                <a:gd name="csX108" fmla="*/ 84558 w 241253"/>
                <a:gd name="csY108" fmla="*/ 16721 h 196346"/>
                <a:gd name="csX109" fmla="*/ 86469 w 241253"/>
                <a:gd name="csY109" fmla="*/ 17676 h 196346"/>
                <a:gd name="csX110" fmla="*/ 88380 w 241253"/>
                <a:gd name="csY110" fmla="*/ 17198 h 196346"/>
                <a:gd name="csX111" fmla="*/ 90769 w 241253"/>
                <a:gd name="csY111" fmla="*/ 16721 h 196346"/>
                <a:gd name="csX112" fmla="*/ 93635 w 241253"/>
                <a:gd name="csY112" fmla="*/ 15287 h 196346"/>
                <a:gd name="csX113" fmla="*/ 96979 w 241253"/>
                <a:gd name="csY113" fmla="*/ 13854 h 196346"/>
                <a:gd name="csX114" fmla="*/ 103668 w 241253"/>
                <a:gd name="csY114" fmla="*/ 9077 h 196346"/>
                <a:gd name="csX115" fmla="*/ 106056 w 241253"/>
                <a:gd name="csY115" fmla="*/ 8121 h 196346"/>
                <a:gd name="csX116" fmla="*/ 107489 w 241253"/>
                <a:gd name="csY116" fmla="*/ 8599 h 196346"/>
                <a:gd name="csX117" fmla="*/ 109400 w 241253"/>
                <a:gd name="csY117" fmla="*/ 8599 h 196346"/>
                <a:gd name="csX118" fmla="*/ 110355 w 241253"/>
                <a:gd name="csY118" fmla="*/ 7166 h 196346"/>
                <a:gd name="csX119" fmla="*/ 111311 w 241253"/>
                <a:gd name="csY119" fmla="*/ 6210 h 196346"/>
                <a:gd name="csX120" fmla="*/ 111789 w 241253"/>
                <a:gd name="csY120" fmla="*/ 5255 h 196346"/>
                <a:gd name="csX121" fmla="*/ 112744 w 241253"/>
                <a:gd name="csY121" fmla="*/ 4300 h 196346"/>
                <a:gd name="csX122" fmla="*/ 116566 w 241253"/>
                <a:gd name="csY122" fmla="*/ 3822 h 196346"/>
                <a:gd name="csX123" fmla="*/ 123254 w 241253"/>
                <a:gd name="csY123" fmla="*/ 1911 h 196346"/>
                <a:gd name="csX124" fmla="*/ 122777 w 241253"/>
                <a:gd name="csY124" fmla="*/ 2866 h 196346"/>
                <a:gd name="csX125" fmla="*/ 116088 w 241253"/>
                <a:gd name="csY125" fmla="*/ 5255 h 196346"/>
                <a:gd name="csX126" fmla="*/ 118955 w 241253"/>
                <a:gd name="csY126" fmla="*/ 5255 h 196346"/>
                <a:gd name="csX127" fmla="*/ 121821 w 241253"/>
                <a:gd name="csY127" fmla="*/ 4777 h 196346"/>
                <a:gd name="csX128" fmla="*/ 125165 w 241253"/>
                <a:gd name="csY128" fmla="*/ 4300 h 196346"/>
                <a:gd name="csX129" fmla="*/ 125643 w 241253"/>
                <a:gd name="csY129" fmla="*/ 3344 h 196346"/>
                <a:gd name="csX130" fmla="*/ 126121 w 241253"/>
                <a:gd name="csY130" fmla="*/ 1433 h 196346"/>
                <a:gd name="csX131" fmla="*/ 126598 w 241253"/>
                <a:gd name="csY131" fmla="*/ 956 h 196346"/>
                <a:gd name="csX132" fmla="*/ 128987 w 241253"/>
                <a:gd name="csY132" fmla="*/ 1433 h 196346"/>
                <a:gd name="csX133" fmla="*/ 135198 w 241253"/>
                <a:gd name="csY133" fmla="*/ 4300 h 196346"/>
                <a:gd name="csX134" fmla="*/ 137109 w 241253"/>
                <a:gd name="csY134" fmla="*/ 4300 h 196346"/>
                <a:gd name="csX135" fmla="*/ 141408 w 241253"/>
                <a:gd name="csY135" fmla="*/ 2866 h 196346"/>
                <a:gd name="csX136" fmla="*/ 142364 w 241253"/>
                <a:gd name="csY136" fmla="*/ 2389 h 196346"/>
                <a:gd name="csX137" fmla="*/ 144275 w 241253"/>
                <a:gd name="csY137" fmla="*/ 3344 h 196346"/>
                <a:gd name="csX138" fmla="*/ 147619 w 241253"/>
                <a:gd name="csY138" fmla="*/ 6688 h 196346"/>
                <a:gd name="csX139" fmla="*/ 146185 w 241253"/>
                <a:gd name="csY139" fmla="*/ 6688 h 196346"/>
                <a:gd name="csX140" fmla="*/ 142841 w 241253"/>
                <a:gd name="csY140" fmla="*/ 3822 h 196346"/>
                <a:gd name="csX141" fmla="*/ 142364 w 241253"/>
                <a:gd name="csY141" fmla="*/ 5255 h 196346"/>
                <a:gd name="csX142" fmla="*/ 140453 w 241253"/>
                <a:gd name="csY142" fmla="*/ 7644 h 196346"/>
                <a:gd name="csX143" fmla="*/ 142841 w 241253"/>
                <a:gd name="csY143" fmla="*/ 8599 h 196346"/>
                <a:gd name="csX144" fmla="*/ 144752 w 241253"/>
                <a:gd name="csY144" fmla="*/ 9077 h 196346"/>
                <a:gd name="csX145" fmla="*/ 146185 w 241253"/>
                <a:gd name="csY145" fmla="*/ 10510 h 196346"/>
                <a:gd name="csX146" fmla="*/ 146663 w 241253"/>
                <a:gd name="csY146" fmla="*/ 11943 h 196346"/>
                <a:gd name="csX147" fmla="*/ 149052 w 241253"/>
                <a:gd name="csY147" fmla="*/ 11466 h 196346"/>
                <a:gd name="csX148" fmla="*/ 150485 w 241253"/>
                <a:gd name="csY148" fmla="*/ 9555 h 196346"/>
                <a:gd name="csX149" fmla="*/ 149530 w 241253"/>
                <a:gd name="csY149" fmla="*/ 8599 h 196346"/>
                <a:gd name="csX150" fmla="*/ 149052 w 241253"/>
                <a:gd name="csY150" fmla="*/ 7644 h 196346"/>
                <a:gd name="csX151" fmla="*/ 149530 w 241253"/>
                <a:gd name="csY151" fmla="*/ 7644 h 196346"/>
                <a:gd name="csX152" fmla="*/ 151441 w 241253"/>
                <a:gd name="csY152" fmla="*/ 8599 h 196346"/>
                <a:gd name="csX153" fmla="*/ 155262 w 241253"/>
                <a:gd name="csY153" fmla="*/ 11943 h 196346"/>
                <a:gd name="csX154" fmla="*/ 156695 w 241253"/>
                <a:gd name="csY154" fmla="*/ 12421 h 196346"/>
                <a:gd name="csX155" fmla="*/ 158128 w 241253"/>
                <a:gd name="csY155" fmla="*/ 12421 h 196346"/>
                <a:gd name="csX156" fmla="*/ 161950 w 241253"/>
                <a:gd name="csY156" fmla="*/ 11466 h 196346"/>
                <a:gd name="csX157" fmla="*/ 162906 w 241253"/>
                <a:gd name="csY157" fmla="*/ 11466 h 196346"/>
                <a:gd name="csX158" fmla="*/ 167205 w 241253"/>
                <a:gd name="csY158" fmla="*/ 10510 h 196346"/>
                <a:gd name="csX159" fmla="*/ 167683 w 241253"/>
                <a:gd name="csY159" fmla="*/ 11466 h 196346"/>
                <a:gd name="csX160" fmla="*/ 168639 w 241253"/>
                <a:gd name="csY160" fmla="*/ 11943 h 196346"/>
                <a:gd name="csX161" fmla="*/ 171983 w 241253"/>
                <a:gd name="csY161" fmla="*/ 10988 h 196346"/>
                <a:gd name="csX162" fmla="*/ 177716 w 241253"/>
                <a:gd name="csY162" fmla="*/ 10988 h 196346"/>
                <a:gd name="csX163" fmla="*/ 182493 w 241253"/>
                <a:gd name="csY163" fmla="*/ 10032 h 196346"/>
                <a:gd name="csX164" fmla="*/ 187748 w 241253"/>
                <a:gd name="csY164" fmla="*/ 7644 h 196346"/>
                <a:gd name="csX165" fmla="*/ 188226 w 241253"/>
                <a:gd name="csY165" fmla="*/ 7166 h 196346"/>
                <a:gd name="csX166" fmla="*/ 188703 w 241253"/>
                <a:gd name="csY166" fmla="*/ 7644 h 196346"/>
                <a:gd name="csX167" fmla="*/ 189181 w 241253"/>
                <a:gd name="csY167" fmla="*/ 9555 h 196346"/>
                <a:gd name="csX168" fmla="*/ 191092 w 241253"/>
                <a:gd name="csY168" fmla="*/ 13854 h 196346"/>
                <a:gd name="csX169" fmla="*/ 192525 w 241253"/>
                <a:gd name="csY169" fmla="*/ 17676 h 196346"/>
                <a:gd name="csX170" fmla="*/ 193958 w 241253"/>
                <a:gd name="csY170" fmla="*/ 22453 h 196346"/>
                <a:gd name="csX171" fmla="*/ 194914 w 241253"/>
                <a:gd name="csY171" fmla="*/ 24364 h 196346"/>
                <a:gd name="csX172" fmla="*/ 194914 w 241253"/>
                <a:gd name="csY172" fmla="*/ 25798 h 196346"/>
                <a:gd name="csX173" fmla="*/ 197302 w 241253"/>
                <a:gd name="csY173" fmla="*/ 31052 h 196346"/>
                <a:gd name="csX174" fmla="*/ 199214 w 241253"/>
                <a:gd name="csY174" fmla="*/ 35352 h 196346"/>
                <a:gd name="csX175" fmla="*/ 200169 w 241253"/>
                <a:gd name="csY175" fmla="*/ 38696 h 196346"/>
                <a:gd name="csX176" fmla="*/ 201602 w 241253"/>
                <a:gd name="csY176" fmla="*/ 43951 h 196346"/>
                <a:gd name="csX177" fmla="*/ 202557 w 241253"/>
                <a:gd name="csY177" fmla="*/ 45862 h 196346"/>
                <a:gd name="csX178" fmla="*/ 201124 w 241253"/>
                <a:gd name="csY178" fmla="*/ 46817 h 196346"/>
                <a:gd name="csX179" fmla="*/ 199214 w 241253"/>
                <a:gd name="csY179" fmla="*/ 50162 h 196346"/>
                <a:gd name="csX180" fmla="*/ 196825 w 241253"/>
                <a:gd name="csY180" fmla="*/ 60672 h 196346"/>
                <a:gd name="csX181" fmla="*/ 193480 w 241253"/>
                <a:gd name="csY181" fmla="*/ 68793 h 196346"/>
                <a:gd name="csX182" fmla="*/ 193003 w 241253"/>
                <a:gd name="csY182" fmla="*/ 74048 h 196346"/>
                <a:gd name="csX183" fmla="*/ 192525 w 241253"/>
                <a:gd name="csY183" fmla="*/ 75959 h 196346"/>
                <a:gd name="csX184" fmla="*/ 190614 w 241253"/>
                <a:gd name="csY184" fmla="*/ 78825 h 196346"/>
                <a:gd name="csX185" fmla="*/ 188703 w 241253"/>
                <a:gd name="csY185" fmla="*/ 81214 h 196346"/>
                <a:gd name="csX186" fmla="*/ 185359 w 241253"/>
                <a:gd name="csY186" fmla="*/ 79781 h 196346"/>
                <a:gd name="csX187" fmla="*/ 179626 w 241253"/>
                <a:gd name="csY187" fmla="*/ 75481 h 196346"/>
                <a:gd name="csX188" fmla="*/ 176282 w 241253"/>
                <a:gd name="csY188" fmla="*/ 71182 h 196346"/>
                <a:gd name="csX189" fmla="*/ 172938 w 241253"/>
                <a:gd name="csY189" fmla="*/ 68315 h 196346"/>
                <a:gd name="csX190" fmla="*/ 169594 w 241253"/>
                <a:gd name="csY190" fmla="*/ 64493 h 196346"/>
                <a:gd name="csX191" fmla="*/ 168639 w 241253"/>
                <a:gd name="csY191" fmla="*/ 62105 h 196346"/>
                <a:gd name="csX192" fmla="*/ 168639 w 241253"/>
                <a:gd name="csY192" fmla="*/ 60194 h 196346"/>
                <a:gd name="csX193" fmla="*/ 167205 w 241253"/>
                <a:gd name="csY193" fmla="*/ 56372 h 196346"/>
                <a:gd name="csX194" fmla="*/ 166250 w 241253"/>
                <a:gd name="csY194" fmla="*/ 53983 h 196346"/>
                <a:gd name="csX195" fmla="*/ 161950 w 241253"/>
                <a:gd name="csY195" fmla="*/ 49684 h 196346"/>
                <a:gd name="csX196" fmla="*/ 160995 w 241253"/>
                <a:gd name="csY196" fmla="*/ 47295 h 196346"/>
                <a:gd name="csX197" fmla="*/ 160039 w 241253"/>
                <a:gd name="csY197" fmla="*/ 46340 h 196346"/>
                <a:gd name="csX198" fmla="*/ 159084 w 241253"/>
                <a:gd name="csY198" fmla="*/ 44907 h 196346"/>
                <a:gd name="csX199" fmla="*/ 157651 w 241253"/>
                <a:gd name="csY199" fmla="*/ 39174 h 196346"/>
                <a:gd name="csX200" fmla="*/ 156218 w 241253"/>
                <a:gd name="csY200" fmla="*/ 35352 h 196346"/>
                <a:gd name="csX201" fmla="*/ 154307 w 241253"/>
                <a:gd name="csY201" fmla="*/ 36307 h 196346"/>
                <a:gd name="csX202" fmla="*/ 154307 w 241253"/>
                <a:gd name="csY202" fmla="*/ 38218 h 196346"/>
                <a:gd name="csX203" fmla="*/ 152873 w 241253"/>
                <a:gd name="csY203" fmla="*/ 40129 h 196346"/>
                <a:gd name="csX204" fmla="*/ 151918 w 241253"/>
                <a:gd name="csY204" fmla="*/ 42518 h 196346"/>
                <a:gd name="csX205" fmla="*/ 152873 w 241253"/>
                <a:gd name="csY205" fmla="*/ 44429 h 196346"/>
                <a:gd name="csX206" fmla="*/ 156218 w 241253"/>
                <a:gd name="csY206" fmla="*/ 47773 h 196346"/>
                <a:gd name="csX207" fmla="*/ 156695 w 241253"/>
                <a:gd name="csY207" fmla="*/ 49206 h 196346"/>
                <a:gd name="csX208" fmla="*/ 157651 w 241253"/>
                <a:gd name="csY208" fmla="*/ 52073 h 196346"/>
                <a:gd name="csX209" fmla="*/ 157173 w 241253"/>
                <a:gd name="csY209" fmla="*/ 55894 h 196346"/>
                <a:gd name="csX210" fmla="*/ 157651 w 241253"/>
                <a:gd name="csY210" fmla="*/ 57328 h 196346"/>
                <a:gd name="csX211" fmla="*/ 160517 w 241253"/>
                <a:gd name="csY211" fmla="*/ 60194 h 196346"/>
                <a:gd name="csX212" fmla="*/ 160995 w 241253"/>
                <a:gd name="csY212" fmla="*/ 61627 h 196346"/>
                <a:gd name="csX213" fmla="*/ 161950 w 241253"/>
                <a:gd name="csY213" fmla="*/ 63538 h 196346"/>
                <a:gd name="csX214" fmla="*/ 162428 w 241253"/>
                <a:gd name="csY214" fmla="*/ 64493 h 196346"/>
                <a:gd name="csX215" fmla="*/ 164817 w 241253"/>
                <a:gd name="csY215" fmla="*/ 67360 h 196346"/>
                <a:gd name="csX216" fmla="*/ 168639 w 241253"/>
                <a:gd name="csY216" fmla="*/ 72137 h 196346"/>
                <a:gd name="csX217" fmla="*/ 171983 w 241253"/>
                <a:gd name="csY217" fmla="*/ 75481 h 196346"/>
                <a:gd name="csX218" fmla="*/ 174371 w 241253"/>
                <a:gd name="csY218" fmla="*/ 76914 h 196346"/>
                <a:gd name="csX219" fmla="*/ 175327 w 241253"/>
                <a:gd name="csY219" fmla="*/ 78348 h 196346"/>
                <a:gd name="csX220" fmla="*/ 175805 w 241253"/>
                <a:gd name="csY220" fmla="*/ 82647 h 196346"/>
                <a:gd name="csX221" fmla="*/ 175327 w 241253"/>
                <a:gd name="csY221" fmla="*/ 84558 h 196346"/>
                <a:gd name="csX222" fmla="*/ 177716 w 241253"/>
                <a:gd name="csY222" fmla="*/ 87902 h 196346"/>
                <a:gd name="csX223" fmla="*/ 178193 w 241253"/>
                <a:gd name="csY223" fmla="*/ 89813 h 196346"/>
                <a:gd name="csX224" fmla="*/ 180582 w 241253"/>
                <a:gd name="csY224" fmla="*/ 91246 h 196346"/>
                <a:gd name="csX225" fmla="*/ 181537 w 241253"/>
                <a:gd name="csY225" fmla="*/ 93157 h 196346"/>
                <a:gd name="csX226" fmla="*/ 182493 w 241253"/>
                <a:gd name="csY226" fmla="*/ 95546 h 196346"/>
                <a:gd name="csX227" fmla="*/ 183448 w 241253"/>
                <a:gd name="csY227" fmla="*/ 103667 h 196346"/>
                <a:gd name="csX228" fmla="*/ 185359 w 241253"/>
                <a:gd name="csY228" fmla="*/ 106056 h 196346"/>
                <a:gd name="csX229" fmla="*/ 191092 w 241253"/>
                <a:gd name="csY229" fmla="*/ 116566 h 196346"/>
                <a:gd name="csX230" fmla="*/ 195869 w 241253"/>
                <a:gd name="csY230" fmla="*/ 123254 h 196346"/>
                <a:gd name="csX231" fmla="*/ 197780 w 241253"/>
                <a:gd name="csY231" fmla="*/ 128031 h 196346"/>
                <a:gd name="csX232" fmla="*/ 201602 w 241253"/>
                <a:gd name="csY232" fmla="*/ 134242 h 196346"/>
                <a:gd name="csX233" fmla="*/ 208290 w 241253"/>
                <a:gd name="csY233" fmla="*/ 147619 h 196346"/>
                <a:gd name="csX234" fmla="*/ 212112 w 241253"/>
                <a:gd name="csY234" fmla="*/ 151440 h 196346"/>
                <a:gd name="csX235" fmla="*/ 213545 w 241253"/>
                <a:gd name="csY235" fmla="*/ 153829 h 196346"/>
                <a:gd name="csX236" fmla="*/ 216889 w 241253"/>
                <a:gd name="csY236" fmla="*/ 155740 h 196346"/>
                <a:gd name="csX237" fmla="*/ 219756 w 241253"/>
                <a:gd name="csY237" fmla="*/ 158128 h 196346"/>
                <a:gd name="csX238" fmla="*/ 216889 w 241253"/>
                <a:gd name="csY238" fmla="*/ 157651 h 196346"/>
                <a:gd name="csX239" fmla="*/ 215934 w 241253"/>
                <a:gd name="csY239" fmla="*/ 158128 h 196346"/>
                <a:gd name="csX240" fmla="*/ 214978 w 241253"/>
                <a:gd name="csY240" fmla="*/ 158606 h 196346"/>
                <a:gd name="csX241" fmla="*/ 214501 w 241253"/>
                <a:gd name="csY241" fmla="*/ 160039 h 196346"/>
                <a:gd name="csX242" fmla="*/ 214023 w 241253"/>
                <a:gd name="csY242" fmla="*/ 161473 h 196346"/>
                <a:gd name="csX243" fmla="*/ 214501 w 241253"/>
                <a:gd name="csY243" fmla="*/ 167683 h 196346"/>
                <a:gd name="csX244" fmla="*/ 215456 w 241253"/>
                <a:gd name="csY244" fmla="*/ 171027 h 196346"/>
                <a:gd name="csX245" fmla="*/ 218323 w 241253"/>
                <a:gd name="csY245" fmla="*/ 177715 h 196346"/>
                <a:gd name="csX246" fmla="*/ 220233 w 241253"/>
                <a:gd name="csY246" fmla="*/ 179626 h 196346"/>
                <a:gd name="csX247" fmla="*/ 221189 w 241253"/>
                <a:gd name="csY247" fmla="*/ 180582 h 196346"/>
                <a:gd name="csX248" fmla="*/ 222622 w 241253"/>
                <a:gd name="csY248" fmla="*/ 181537 h 196346"/>
                <a:gd name="csX249" fmla="*/ 228833 w 241253"/>
                <a:gd name="csY249" fmla="*/ 183926 h 196346"/>
                <a:gd name="csX250" fmla="*/ 232176 w 241253"/>
                <a:gd name="csY250" fmla="*/ 188226 h 196346"/>
                <a:gd name="csX251" fmla="*/ 240776 w 241253"/>
                <a:gd name="csY251" fmla="*/ 194436 h 196346"/>
                <a:gd name="csX252" fmla="*/ 241253 w 241253"/>
                <a:gd name="csY252" fmla="*/ 195869 h 196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</a:cxnLst>
              <a:rect l="l" t="t" r="r" b="b"/>
              <a:pathLst>
                <a:path w="241253" h="196346">
                  <a:moveTo>
                    <a:pt x="241253" y="195869"/>
                  </a:moveTo>
                  <a:lnTo>
                    <a:pt x="241253" y="196347"/>
                  </a:lnTo>
                  <a:lnTo>
                    <a:pt x="235043" y="196347"/>
                  </a:lnTo>
                  <a:lnTo>
                    <a:pt x="228355" y="196347"/>
                  </a:lnTo>
                  <a:lnTo>
                    <a:pt x="221667" y="196347"/>
                  </a:lnTo>
                  <a:lnTo>
                    <a:pt x="215456" y="196347"/>
                  </a:lnTo>
                  <a:lnTo>
                    <a:pt x="208768" y="196347"/>
                  </a:lnTo>
                  <a:lnTo>
                    <a:pt x="202557" y="196347"/>
                  </a:lnTo>
                  <a:lnTo>
                    <a:pt x="195869" y="196347"/>
                  </a:lnTo>
                  <a:lnTo>
                    <a:pt x="189181" y="196347"/>
                  </a:lnTo>
                  <a:lnTo>
                    <a:pt x="182971" y="196347"/>
                  </a:lnTo>
                  <a:lnTo>
                    <a:pt x="176282" y="196347"/>
                  </a:lnTo>
                  <a:lnTo>
                    <a:pt x="169594" y="196347"/>
                  </a:lnTo>
                  <a:lnTo>
                    <a:pt x="163384" y="196347"/>
                  </a:lnTo>
                  <a:lnTo>
                    <a:pt x="156695" y="196347"/>
                  </a:lnTo>
                  <a:lnTo>
                    <a:pt x="150485" y="196347"/>
                  </a:lnTo>
                  <a:lnTo>
                    <a:pt x="143796" y="196347"/>
                  </a:lnTo>
                  <a:lnTo>
                    <a:pt x="137109" y="196347"/>
                  </a:lnTo>
                  <a:lnTo>
                    <a:pt x="133764" y="196347"/>
                  </a:lnTo>
                  <a:lnTo>
                    <a:pt x="134242" y="194436"/>
                  </a:lnTo>
                  <a:lnTo>
                    <a:pt x="134720" y="193480"/>
                  </a:lnTo>
                  <a:lnTo>
                    <a:pt x="134242" y="192525"/>
                  </a:lnTo>
                  <a:lnTo>
                    <a:pt x="132809" y="192047"/>
                  </a:lnTo>
                  <a:lnTo>
                    <a:pt x="131853" y="192525"/>
                  </a:lnTo>
                  <a:lnTo>
                    <a:pt x="129943" y="196347"/>
                  </a:lnTo>
                  <a:lnTo>
                    <a:pt x="128987" y="196347"/>
                  </a:lnTo>
                  <a:lnTo>
                    <a:pt x="126598" y="196347"/>
                  </a:lnTo>
                  <a:lnTo>
                    <a:pt x="119432" y="196347"/>
                  </a:lnTo>
                  <a:lnTo>
                    <a:pt x="111789" y="196347"/>
                  </a:lnTo>
                  <a:lnTo>
                    <a:pt x="104145" y="196347"/>
                  </a:lnTo>
                  <a:lnTo>
                    <a:pt x="96502" y="196347"/>
                  </a:lnTo>
                  <a:lnTo>
                    <a:pt x="88858" y="196347"/>
                  </a:lnTo>
                  <a:lnTo>
                    <a:pt x="81214" y="196347"/>
                  </a:lnTo>
                  <a:lnTo>
                    <a:pt x="73570" y="196347"/>
                  </a:lnTo>
                  <a:lnTo>
                    <a:pt x="66405" y="196347"/>
                  </a:lnTo>
                  <a:lnTo>
                    <a:pt x="58761" y="196347"/>
                  </a:lnTo>
                  <a:lnTo>
                    <a:pt x="51117" y="196347"/>
                  </a:lnTo>
                  <a:lnTo>
                    <a:pt x="43473" y="196347"/>
                  </a:lnTo>
                  <a:lnTo>
                    <a:pt x="35830" y="196347"/>
                  </a:lnTo>
                  <a:lnTo>
                    <a:pt x="28186" y="196347"/>
                  </a:lnTo>
                  <a:lnTo>
                    <a:pt x="20543" y="196347"/>
                  </a:lnTo>
                  <a:lnTo>
                    <a:pt x="12899" y="196347"/>
                  </a:lnTo>
                  <a:lnTo>
                    <a:pt x="5733" y="196347"/>
                  </a:lnTo>
                  <a:lnTo>
                    <a:pt x="5733" y="192047"/>
                  </a:lnTo>
                  <a:lnTo>
                    <a:pt x="5733" y="187270"/>
                  </a:lnTo>
                  <a:lnTo>
                    <a:pt x="5733" y="182970"/>
                  </a:lnTo>
                  <a:lnTo>
                    <a:pt x="5733" y="178671"/>
                  </a:lnTo>
                  <a:lnTo>
                    <a:pt x="5733" y="174371"/>
                  </a:lnTo>
                  <a:lnTo>
                    <a:pt x="5733" y="170072"/>
                  </a:lnTo>
                  <a:lnTo>
                    <a:pt x="5733" y="165294"/>
                  </a:lnTo>
                  <a:lnTo>
                    <a:pt x="5733" y="160995"/>
                  </a:lnTo>
                  <a:lnTo>
                    <a:pt x="5733" y="156695"/>
                  </a:lnTo>
                  <a:lnTo>
                    <a:pt x="5733" y="151918"/>
                  </a:lnTo>
                  <a:lnTo>
                    <a:pt x="5733" y="147619"/>
                  </a:lnTo>
                  <a:lnTo>
                    <a:pt x="5733" y="143319"/>
                  </a:lnTo>
                  <a:lnTo>
                    <a:pt x="5733" y="138542"/>
                  </a:lnTo>
                  <a:lnTo>
                    <a:pt x="5733" y="134242"/>
                  </a:lnTo>
                  <a:lnTo>
                    <a:pt x="5733" y="129465"/>
                  </a:lnTo>
                  <a:lnTo>
                    <a:pt x="5733" y="125165"/>
                  </a:lnTo>
                  <a:lnTo>
                    <a:pt x="5733" y="120865"/>
                  </a:lnTo>
                  <a:lnTo>
                    <a:pt x="5733" y="116088"/>
                  </a:lnTo>
                  <a:lnTo>
                    <a:pt x="5733" y="111789"/>
                  </a:lnTo>
                  <a:lnTo>
                    <a:pt x="5733" y="107012"/>
                  </a:lnTo>
                  <a:lnTo>
                    <a:pt x="5733" y="102712"/>
                  </a:lnTo>
                  <a:lnTo>
                    <a:pt x="5733" y="97935"/>
                  </a:lnTo>
                  <a:lnTo>
                    <a:pt x="5733" y="93635"/>
                  </a:lnTo>
                  <a:lnTo>
                    <a:pt x="5733" y="88858"/>
                  </a:lnTo>
                  <a:lnTo>
                    <a:pt x="5733" y="84080"/>
                  </a:lnTo>
                  <a:lnTo>
                    <a:pt x="5733" y="79781"/>
                  </a:lnTo>
                  <a:lnTo>
                    <a:pt x="5733" y="75004"/>
                  </a:lnTo>
                  <a:lnTo>
                    <a:pt x="5733" y="70704"/>
                  </a:lnTo>
                  <a:lnTo>
                    <a:pt x="5733" y="65927"/>
                  </a:lnTo>
                  <a:lnTo>
                    <a:pt x="5733" y="61149"/>
                  </a:lnTo>
                  <a:lnTo>
                    <a:pt x="5733" y="56850"/>
                  </a:lnTo>
                  <a:lnTo>
                    <a:pt x="5733" y="52073"/>
                  </a:lnTo>
                  <a:lnTo>
                    <a:pt x="5255" y="51117"/>
                  </a:lnTo>
                  <a:lnTo>
                    <a:pt x="4300" y="47773"/>
                  </a:lnTo>
                  <a:lnTo>
                    <a:pt x="3344" y="43951"/>
                  </a:lnTo>
                  <a:lnTo>
                    <a:pt x="2389" y="38696"/>
                  </a:lnTo>
                  <a:lnTo>
                    <a:pt x="1911" y="37263"/>
                  </a:lnTo>
                  <a:lnTo>
                    <a:pt x="478" y="32008"/>
                  </a:lnTo>
                  <a:lnTo>
                    <a:pt x="0" y="30575"/>
                  </a:lnTo>
                  <a:lnTo>
                    <a:pt x="478" y="29619"/>
                  </a:lnTo>
                  <a:lnTo>
                    <a:pt x="3344" y="25320"/>
                  </a:lnTo>
                  <a:lnTo>
                    <a:pt x="4300" y="23409"/>
                  </a:lnTo>
                  <a:lnTo>
                    <a:pt x="5255" y="20542"/>
                  </a:lnTo>
                  <a:lnTo>
                    <a:pt x="5255" y="18632"/>
                  </a:lnTo>
                  <a:lnTo>
                    <a:pt x="4777" y="15287"/>
                  </a:lnTo>
                  <a:lnTo>
                    <a:pt x="3344" y="12421"/>
                  </a:lnTo>
                  <a:lnTo>
                    <a:pt x="3344" y="9555"/>
                  </a:lnTo>
                  <a:lnTo>
                    <a:pt x="2867" y="6688"/>
                  </a:lnTo>
                  <a:lnTo>
                    <a:pt x="4777" y="4777"/>
                  </a:lnTo>
                  <a:lnTo>
                    <a:pt x="6211" y="2866"/>
                  </a:lnTo>
                  <a:lnTo>
                    <a:pt x="7166" y="1911"/>
                  </a:lnTo>
                  <a:lnTo>
                    <a:pt x="8121" y="478"/>
                  </a:lnTo>
                  <a:lnTo>
                    <a:pt x="9077" y="0"/>
                  </a:lnTo>
                  <a:lnTo>
                    <a:pt x="10510" y="2866"/>
                  </a:lnTo>
                  <a:lnTo>
                    <a:pt x="13377" y="2866"/>
                  </a:lnTo>
                  <a:lnTo>
                    <a:pt x="23886" y="956"/>
                  </a:lnTo>
                  <a:lnTo>
                    <a:pt x="34874" y="2866"/>
                  </a:lnTo>
                  <a:lnTo>
                    <a:pt x="41085" y="3822"/>
                  </a:lnTo>
                  <a:lnTo>
                    <a:pt x="50639" y="5733"/>
                  </a:lnTo>
                  <a:lnTo>
                    <a:pt x="56372" y="9555"/>
                  </a:lnTo>
                  <a:lnTo>
                    <a:pt x="57805" y="10032"/>
                  </a:lnTo>
                  <a:lnTo>
                    <a:pt x="62105" y="9555"/>
                  </a:lnTo>
                  <a:lnTo>
                    <a:pt x="64971" y="11943"/>
                  </a:lnTo>
                  <a:lnTo>
                    <a:pt x="75481" y="12899"/>
                  </a:lnTo>
                  <a:lnTo>
                    <a:pt x="81692" y="15287"/>
                  </a:lnTo>
                  <a:lnTo>
                    <a:pt x="84558" y="16721"/>
                  </a:lnTo>
                  <a:lnTo>
                    <a:pt x="86469" y="17676"/>
                  </a:lnTo>
                  <a:lnTo>
                    <a:pt x="88380" y="17198"/>
                  </a:lnTo>
                  <a:lnTo>
                    <a:pt x="90769" y="16721"/>
                  </a:lnTo>
                  <a:lnTo>
                    <a:pt x="93635" y="15287"/>
                  </a:lnTo>
                  <a:lnTo>
                    <a:pt x="96979" y="13854"/>
                  </a:lnTo>
                  <a:lnTo>
                    <a:pt x="103668" y="9077"/>
                  </a:lnTo>
                  <a:lnTo>
                    <a:pt x="106056" y="8121"/>
                  </a:lnTo>
                  <a:lnTo>
                    <a:pt x="107489" y="8599"/>
                  </a:lnTo>
                  <a:lnTo>
                    <a:pt x="109400" y="8599"/>
                  </a:lnTo>
                  <a:lnTo>
                    <a:pt x="110355" y="7166"/>
                  </a:lnTo>
                  <a:lnTo>
                    <a:pt x="111311" y="6210"/>
                  </a:lnTo>
                  <a:lnTo>
                    <a:pt x="111789" y="5255"/>
                  </a:lnTo>
                  <a:lnTo>
                    <a:pt x="112744" y="4300"/>
                  </a:lnTo>
                  <a:lnTo>
                    <a:pt x="116566" y="3822"/>
                  </a:lnTo>
                  <a:lnTo>
                    <a:pt x="123254" y="1911"/>
                  </a:lnTo>
                  <a:lnTo>
                    <a:pt x="122777" y="2866"/>
                  </a:lnTo>
                  <a:lnTo>
                    <a:pt x="116088" y="5255"/>
                  </a:lnTo>
                  <a:lnTo>
                    <a:pt x="118955" y="5255"/>
                  </a:lnTo>
                  <a:lnTo>
                    <a:pt x="121821" y="4777"/>
                  </a:lnTo>
                  <a:lnTo>
                    <a:pt x="125165" y="4300"/>
                  </a:lnTo>
                  <a:lnTo>
                    <a:pt x="125643" y="3344"/>
                  </a:lnTo>
                  <a:lnTo>
                    <a:pt x="126121" y="1433"/>
                  </a:lnTo>
                  <a:lnTo>
                    <a:pt x="126598" y="956"/>
                  </a:lnTo>
                  <a:lnTo>
                    <a:pt x="128987" y="1433"/>
                  </a:lnTo>
                  <a:lnTo>
                    <a:pt x="135198" y="4300"/>
                  </a:lnTo>
                  <a:lnTo>
                    <a:pt x="137109" y="4300"/>
                  </a:lnTo>
                  <a:lnTo>
                    <a:pt x="141408" y="2866"/>
                  </a:lnTo>
                  <a:lnTo>
                    <a:pt x="142364" y="2389"/>
                  </a:lnTo>
                  <a:lnTo>
                    <a:pt x="144275" y="3344"/>
                  </a:lnTo>
                  <a:lnTo>
                    <a:pt x="147619" y="6688"/>
                  </a:lnTo>
                  <a:lnTo>
                    <a:pt x="146185" y="6688"/>
                  </a:lnTo>
                  <a:lnTo>
                    <a:pt x="142841" y="3822"/>
                  </a:lnTo>
                  <a:lnTo>
                    <a:pt x="142364" y="5255"/>
                  </a:lnTo>
                  <a:lnTo>
                    <a:pt x="140453" y="7644"/>
                  </a:lnTo>
                  <a:lnTo>
                    <a:pt x="142841" y="8599"/>
                  </a:lnTo>
                  <a:lnTo>
                    <a:pt x="144752" y="9077"/>
                  </a:lnTo>
                  <a:lnTo>
                    <a:pt x="146185" y="10510"/>
                  </a:lnTo>
                  <a:lnTo>
                    <a:pt x="146663" y="11943"/>
                  </a:lnTo>
                  <a:lnTo>
                    <a:pt x="149052" y="11466"/>
                  </a:lnTo>
                  <a:lnTo>
                    <a:pt x="150485" y="9555"/>
                  </a:lnTo>
                  <a:lnTo>
                    <a:pt x="149530" y="8599"/>
                  </a:lnTo>
                  <a:lnTo>
                    <a:pt x="149052" y="7644"/>
                  </a:lnTo>
                  <a:lnTo>
                    <a:pt x="149530" y="7644"/>
                  </a:lnTo>
                  <a:lnTo>
                    <a:pt x="151441" y="8599"/>
                  </a:lnTo>
                  <a:lnTo>
                    <a:pt x="155262" y="11943"/>
                  </a:lnTo>
                  <a:lnTo>
                    <a:pt x="156695" y="12421"/>
                  </a:lnTo>
                  <a:lnTo>
                    <a:pt x="158128" y="12421"/>
                  </a:lnTo>
                  <a:lnTo>
                    <a:pt x="161950" y="11466"/>
                  </a:lnTo>
                  <a:lnTo>
                    <a:pt x="162906" y="11466"/>
                  </a:lnTo>
                  <a:lnTo>
                    <a:pt x="167205" y="10510"/>
                  </a:lnTo>
                  <a:lnTo>
                    <a:pt x="167683" y="11466"/>
                  </a:lnTo>
                  <a:lnTo>
                    <a:pt x="168639" y="11943"/>
                  </a:lnTo>
                  <a:lnTo>
                    <a:pt x="171983" y="10988"/>
                  </a:lnTo>
                  <a:lnTo>
                    <a:pt x="177716" y="10988"/>
                  </a:lnTo>
                  <a:lnTo>
                    <a:pt x="182493" y="10032"/>
                  </a:lnTo>
                  <a:lnTo>
                    <a:pt x="187748" y="7644"/>
                  </a:lnTo>
                  <a:lnTo>
                    <a:pt x="188226" y="7166"/>
                  </a:lnTo>
                  <a:lnTo>
                    <a:pt x="188703" y="7644"/>
                  </a:lnTo>
                  <a:lnTo>
                    <a:pt x="189181" y="9555"/>
                  </a:lnTo>
                  <a:lnTo>
                    <a:pt x="191092" y="13854"/>
                  </a:lnTo>
                  <a:lnTo>
                    <a:pt x="192525" y="17676"/>
                  </a:lnTo>
                  <a:lnTo>
                    <a:pt x="193958" y="22453"/>
                  </a:lnTo>
                  <a:lnTo>
                    <a:pt x="194914" y="24364"/>
                  </a:lnTo>
                  <a:lnTo>
                    <a:pt x="194914" y="25798"/>
                  </a:lnTo>
                  <a:lnTo>
                    <a:pt x="197302" y="31052"/>
                  </a:lnTo>
                  <a:lnTo>
                    <a:pt x="199214" y="35352"/>
                  </a:lnTo>
                  <a:lnTo>
                    <a:pt x="200169" y="38696"/>
                  </a:lnTo>
                  <a:lnTo>
                    <a:pt x="201602" y="43951"/>
                  </a:lnTo>
                  <a:lnTo>
                    <a:pt x="202557" y="45862"/>
                  </a:lnTo>
                  <a:lnTo>
                    <a:pt x="201124" y="46817"/>
                  </a:lnTo>
                  <a:lnTo>
                    <a:pt x="199214" y="50162"/>
                  </a:lnTo>
                  <a:lnTo>
                    <a:pt x="196825" y="60672"/>
                  </a:lnTo>
                  <a:lnTo>
                    <a:pt x="193480" y="68793"/>
                  </a:lnTo>
                  <a:lnTo>
                    <a:pt x="193003" y="74048"/>
                  </a:lnTo>
                  <a:lnTo>
                    <a:pt x="192525" y="75959"/>
                  </a:lnTo>
                  <a:lnTo>
                    <a:pt x="190614" y="78825"/>
                  </a:lnTo>
                  <a:lnTo>
                    <a:pt x="188703" y="81214"/>
                  </a:lnTo>
                  <a:lnTo>
                    <a:pt x="185359" y="79781"/>
                  </a:lnTo>
                  <a:lnTo>
                    <a:pt x="179626" y="75481"/>
                  </a:lnTo>
                  <a:lnTo>
                    <a:pt x="176282" y="71182"/>
                  </a:lnTo>
                  <a:lnTo>
                    <a:pt x="172938" y="68315"/>
                  </a:lnTo>
                  <a:lnTo>
                    <a:pt x="169594" y="64493"/>
                  </a:lnTo>
                  <a:lnTo>
                    <a:pt x="168639" y="62105"/>
                  </a:lnTo>
                  <a:lnTo>
                    <a:pt x="168639" y="60194"/>
                  </a:lnTo>
                  <a:lnTo>
                    <a:pt x="167205" y="56372"/>
                  </a:lnTo>
                  <a:lnTo>
                    <a:pt x="166250" y="53983"/>
                  </a:lnTo>
                  <a:lnTo>
                    <a:pt x="161950" y="49684"/>
                  </a:lnTo>
                  <a:lnTo>
                    <a:pt x="160995" y="47295"/>
                  </a:lnTo>
                  <a:lnTo>
                    <a:pt x="160039" y="46340"/>
                  </a:lnTo>
                  <a:lnTo>
                    <a:pt x="159084" y="44907"/>
                  </a:lnTo>
                  <a:lnTo>
                    <a:pt x="157651" y="39174"/>
                  </a:lnTo>
                  <a:lnTo>
                    <a:pt x="156218" y="35352"/>
                  </a:lnTo>
                  <a:lnTo>
                    <a:pt x="154307" y="36307"/>
                  </a:lnTo>
                  <a:lnTo>
                    <a:pt x="154307" y="38218"/>
                  </a:lnTo>
                  <a:lnTo>
                    <a:pt x="152873" y="40129"/>
                  </a:lnTo>
                  <a:lnTo>
                    <a:pt x="151918" y="42518"/>
                  </a:lnTo>
                  <a:lnTo>
                    <a:pt x="152873" y="44429"/>
                  </a:lnTo>
                  <a:lnTo>
                    <a:pt x="156218" y="47773"/>
                  </a:lnTo>
                  <a:lnTo>
                    <a:pt x="156695" y="49206"/>
                  </a:lnTo>
                  <a:lnTo>
                    <a:pt x="157651" y="52073"/>
                  </a:lnTo>
                  <a:lnTo>
                    <a:pt x="157173" y="55894"/>
                  </a:lnTo>
                  <a:lnTo>
                    <a:pt x="157651" y="57328"/>
                  </a:lnTo>
                  <a:lnTo>
                    <a:pt x="160517" y="60194"/>
                  </a:lnTo>
                  <a:lnTo>
                    <a:pt x="160995" y="61627"/>
                  </a:lnTo>
                  <a:lnTo>
                    <a:pt x="161950" y="63538"/>
                  </a:lnTo>
                  <a:lnTo>
                    <a:pt x="162428" y="64493"/>
                  </a:lnTo>
                  <a:lnTo>
                    <a:pt x="164817" y="67360"/>
                  </a:lnTo>
                  <a:lnTo>
                    <a:pt x="168639" y="72137"/>
                  </a:lnTo>
                  <a:lnTo>
                    <a:pt x="171983" y="75481"/>
                  </a:lnTo>
                  <a:lnTo>
                    <a:pt x="174371" y="76914"/>
                  </a:lnTo>
                  <a:lnTo>
                    <a:pt x="175327" y="78348"/>
                  </a:lnTo>
                  <a:lnTo>
                    <a:pt x="175805" y="82647"/>
                  </a:lnTo>
                  <a:lnTo>
                    <a:pt x="175327" y="84558"/>
                  </a:lnTo>
                  <a:lnTo>
                    <a:pt x="177716" y="87902"/>
                  </a:lnTo>
                  <a:lnTo>
                    <a:pt x="178193" y="89813"/>
                  </a:lnTo>
                  <a:lnTo>
                    <a:pt x="180582" y="91246"/>
                  </a:lnTo>
                  <a:lnTo>
                    <a:pt x="181537" y="93157"/>
                  </a:lnTo>
                  <a:lnTo>
                    <a:pt x="182493" y="95546"/>
                  </a:lnTo>
                  <a:lnTo>
                    <a:pt x="183448" y="103667"/>
                  </a:lnTo>
                  <a:lnTo>
                    <a:pt x="185359" y="106056"/>
                  </a:lnTo>
                  <a:lnTo>
                    <a:pt x="191092" y="116566"/>
                  </a:lnTo>
                  <a:lnTo>
                    <a:pt x="195869" y="123254"/>
                  </a:lnTo>
                  <a:lnTo>
                    <a:pt x="197780" y="128031"/>
                  </a:lnTo>
                  <a:lnTo>
                    <a:pt x="201602" y="134242"/>
                  </a:lnTo>
                  <a:lnTo>
                    <a:pt x="208290" y="147619"/>
                  </a:lnTo>
                  <a:lnTo>
                    <a:pt x="212112" y="151440"/>
                  </a:lnTo>
                  <a:lnTo>
                    <a:pt x="213545" y="153829"/>
                  </a:lnTo>
                  <a:lnTo>
                    <a:pt x="216889" y="155740"/>
                  </a:lnTo>
                  <a:lnTo>
                    <a:pt x="219756" y="158128"/>
                  </a:lnTo>
                  <a:lnTo>
                    <a:pt x="216889" y="157651"/>
                  </a:lnTo>
                  <a:lnTo>
                    <a:pt x="215934" y="158128"/>
                  </a:lnTo>
                  <a:lnTo>
                    <a:pt x="214978" y="158606"/>
                  </a:lnTo>
                  <a:lnTo>
                    <a:pt x="214501" y="160039"/>
                  </a:lnTo>
                  <a:lnTo>
                    <a:pt x="214023" y="161473"/>
                  </a:lnTo>
                  <a:lnTo>
                    <a:pt x="214501" y="167683"/>
                  </a:lnTo>
                  <a:lnTo>
                    <a:pt x="215456" y="171027"/>
                  </a:lnTo>
                  <a:lnTo>
                    <a:pt x="218323" y="177715"/>
                  </a:lnTo>
                  <a:lnTo>
                    <a:pt x="220233" y="179626"/>
                  </a:lnTo>
                  <a:lnTo>
                    <a:pt x="221189" y="180582"/>
                  </a:lnTo>
                  <a:lnTo>
                    <a:pt x="222622" y="181537"/>
                  </a:lnTo>
                  <a:lnTo>
                    <a:pt x="228833" y="183926"/>
                  </a:lnTo>
                  <a:lnTo>
                    <a:pt x="232176" y="188226"/>
                  </a:lnTo>
                  <a:lnTo>
                    <a:pt x="240776" y="194436"/>
                  </a:lnTo>
                  <a:lnTo>
                    <a:pt x="241253" y="19586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9" name="Freeform 1558">
              <a:extLst>
                <a:ext uri="{FF2B5EF4-FFF2-40B4-BE49-F238E27FC236}">
                  <a16:creationId xmlns:a16="http://schemas.microsoft.com/office/drawing/2014/main" id="{9536E990-B341-61F5-6102-171F584FA6C4}"/>
                </a:ext>
              </a:extLst>
            </p:cNvPr>
            <p:cNvSpPr/>
            <p:nvPr/>
          </p:nvSpPr>
          <p:spPr>
            <a:xfrm>
              <a:off x="6608125" y="4441570"/>
              <a:ext cx="5733" cy="13854"/>
            </a:xfrm>
            <a:custGeom>
              <a:avLst/>
              <a:gdLst>
                <a:gd name="csX0" fmla="*/ 5733 w 5733"/>
                <a:gd name="csY0" fmla="*/ 0 h 13854"/>
                <a:gd name="csX1" fmla="*/ 3822 w 5733"/>
                <a:gd name="csY1" fmla="*/ 3822 h 13854"/>
                <a:gd name="csX2" fmla="*/ 2867 w 5733"/>
                <a:gd name="csY2" fmla="*/ 5255 h 13854"/>
                <a:gd name="csX3" fmla="*/ 956 w 5733"/>
                <a:gd name="csY3" fmla="*/ 11943 h 13854"/>
                <a:gd name="csX4" fmla="*/ 0 w 5733"/>
                <a:gd name="csY4" fmla="*/ 13854 h 13854"/>
                <a:gd name="csX5" fmla="*/ 478 w 5733"/>
                <a:gd name="csY5" fmla="*/ 11943 h 13854"/>
                <a:gd name="csX6" fmla="*/ 2867 w 5733"/>
                <a:gd name="csY6" fmla="*/ 5255 h 13854"/>
                <a:gd name="csX7" fmla="*/ 3822 w 5733"/>
                <a:gd name="csY7" fmla="*/ 3822 h 13854"/>
                <a:gd name="csX8" fmla="*/ 5733 w 5733"/>
                <a:gd name="csY8" fmla="*/ 0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3" h="13854">
                  <a:moveTo>
                    <a:pt x="5733" y="0"/>
                  </a:moveTo>
                  <a:lnTo>
                    <a:pt x="3822" y="3822"/>
                  </a:lnTo>
                  <a:lnTo>
                    <a:pt x="2867" y="5255"/>
                  </a:lnTo>
                  <a:lnTo>
                    <a:pt x="956" y="11943"/>
                  </a:lnTo>
                  <a:lnTo>
                    <a:pt x="0" y="13854"/>
                  </a:lnTo>
                  <a:lnTo>
                    <a:pt x="478" y="11943"/>
                  </a:lnTo>
                  <a:lnTo>
                    <a:pt x="2867" y="5255"/>
                  </a:lnTo>
                  <a:lnTo>
                    <a:pt x="3822" y="3822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0" name="Freeform 1559">
              <a:extLst>
                <a:ext uri="{FF2B5EF4-FFF2-40B4-BE49-F238E27FC236}">
                  <a16:creationId xmlns:a16="http://schemas.microsoft.com/office/drawing/2014/main" id="{D6ED327A-C2E7-8C42-C89B-2386551D13A8}"/>
                </a:ext>
              </a:extLst>
            </p:cNvPr>
            <p:cNvSpPr/>
            <p:nvPr/>
          </p:nvSpPr>
          <p:spPr>
            <a:xfrm>
              <a:off x="6608603" y="4946052"/>
              <a:ext cx="4299" cy="1433"/>
            </a:xfrm>
            <a:custGeom>
              <a:avLst/>
              <a:gdLst>
                <a:gd name="csX0" fmla="*/ 4299 w 4299"/>
                <a:gd name="csY0" fmla="*/ 0 h 1433"/>
                <a:gd name="csX1" fmla="*/ 2389 w 4299"/>
                <a:gd name="csY1" fmla="*/ 956 h 1433"/>
                <a:gd name="csX2" fmla="*/ 0 w 4299"/>
                <a:gd name="csY2" fmla="*/ 1433 h 1433"/>
                <a:gd name="csX3" fmla="*/ 2389 w 4299"/>
                <a:gd name="csY3" fmla="*/ 956 h 1433"/>
                <a:gd name="csX4" fmla="*/ 4299 w 4299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433">
                  <a:moveTo>
                    <a:pt x="4299" y="0"/>
                  </a:moveTo>
                  <a:lnTo>
                    <a:pt x="2389" y="956"/>
                  </a:lnTo>
                  <a:lnTo>
                    <a:pt x="0" y="1433"/>
                  </a:lnTo>
                  <a:lnTo>
                    <a:pt x="2389" y="956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1" name="Freeform 1560">
              <a:extLst>
                <a:ext uri="{FF2B5EF4-FFF2-40B4-BE49-F238E27FC236}">
                  <a16:creationId xmlns:a16="http://schemas.microsoft.com/office/drawing/2014/main" id="{F9B4A0C0-F476-2B77-5179-203961252636}"/>
                </a:ext>
              </a:extLst>
            </p:cNvPr>
            <p:cNvSpPr/>
            <p:nvPr/>
          </p:nvSpPr>
          <p:spPr>
            <a:xfrm>
              <a:off x="6608603" y="4250478"/>
              <a:ext cx="955" cy="2866"/>
            </a:xfrm>
            <a:custGeom>
              <a:avLst/>
              <a:gdLst>
                <a:gd name="csX0" fmla="*/ 955 w 955"/>
                <a:gd name="csY0" fmla="*/ 2389 h 2866"/>
                <a:gd name="csX1" fmla="*/ 955 w 955"/>
                <a:gd name="csY1" fmla="*/ 2867 h 2866"/>
                <a:gd name="csX2" fmla="*/ 478 w 955"/>
                <a:gd name="csY2" fmla="*/ 2867 h 2866"/>
                <a:gd name="csX3" fmla="*/ 0 w 955"/>
                <a:gd name="csY3" fmla="*/ 2389 h 2866"/>
                <a:gd name="csX4" fmla="*/ 0 w 955"/>
                <a:gd name="csY4" fmla="*/ 956 h 2866"/>
                <a:gd name="csX5" fmla="*/ 478 w 955"/>
                <a:gd name="csY5" fmla="*/ 0 h 2866"/>
                <a:gd name="csX6" fmla="*/ 478 w 955"/>
                <a:gd name="csY6" fmla="*/ 956 h 2866"/>
                <a:gd name="csX7" fmla="*/ 955 w 955"/>
                <a:gd name="csY7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2866">
                  <a:moveTo>
                    <a:pt x="955" y="2389"/>
                  </a:moveTo>
                  <a:lnTo>
                    <a:pt x="955" y="2867"/>
                  </a:lnTo>
                  <a:lnTo>
                    <a:pt x="478" y="2867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478" y="956"/>
                  </a:lnTo>
                  <a:lnTo>
                    <a:pt x="95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2" name="Freeform 1561">
              <a:extLst>
                <a:ext uri="{FF2B5EF4-FFF2-40B4-BE49-F238E27FC236}">
                  <a16:creationId xmlns:a16="http://schemas.microsoft.com/office/drawing/2014/main" id="{9F3942A6-EBF6-78DC-23E8-49BF6CF48F3D}"/>
                </a:ext>
              </a:extLst>
            </p:cNvPr>
            <p:cNvSpPr/>
            <p:nvPr/>
          </p:nvSpPr>
          <p:spPr>
            <a:xfrm>
              <a:off x="6607647" y="4070852"/>
              <a:ext cx="1433" cy="6210"/>
            </a:xfrm>
            <a:custGeom>
              <a:avLst/>
              <a:gdLst>
                <a:gd name="csX0" fmla="*/ 0 w 1433"/>
                <a:gd name="csY0" fmla="*/ 0 h 6210"/>
                <a:gd name="csX1" fmla="*/ 1433 w 1433"/>
                <a:gd name="csY1" fmla="*/ 4300 h 6210"/>
                <a:gd name="csX2" fmla="*/ 478 w 1433"/>
                <a:gd name="csY2" fmla="*/ 6210 h 6210"/>
                <a:gd name="csX3" fmla="*/ 1433 w 1433"/>
                <a:gd name="csY3" fmla="*/ 4300 h 6210"/>
                <a:gd name="csX4" fmla="*/ 0 w 1433"/>
                <a:gd name="csY4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6210">
                  <a:moveTo>
                    <a:pt x="0" y="0"/>
                  </a:moveTo>
                  <a:lnTo>
                    <a:pt x="1433" y="4300"/>
                  </a:lnTo>
                  <a:lnTo>
                    <a:pt x="478" y="6210"/>
                  </a:lnTo>
                  <a:lnTo>
                    <a:pt x="1433" y="430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3" name="Freeform 1562">
              <a:extLst>
                <a:ext uri="{FF2B5EF4-FFF2-40B4-BE49-F238E27FC236}">
                  <a16:creationId xmlns:a16="http://schemas.microsoft.com/office/drawing/2014/main" id="{9774A318-41D5-124B-6D66-B463645D8EA6}"/>
                </a:ext>
              </a:extLst>
            </p:cNvPr>
            <p:cNvSpPr/>
            <p:nvPr/>
          </p:nvSpPr>
          <p:spPr>
            <a:xfrm>
              <a:off x="6579939" y="4065119"/>
              <a:ext cx="29141" cy="34874"/>
            </a:xfrm>
            <a:custGeom>
              <a:avLst/>
              <a:gdLst>
                <a:gd name="csX0" fmla="*/ 27708 w 29141"/>
                <a:gd name="csY0" fmla="*/ 5733 h 34874"/>
                <a:gd name="csX1" fmla="*/ 29141 w 29141"/>
                <a:gd name="csY1" fmla="*/ 10032 h 34874"/>
                <a:gd name="csX2" fmla="*/ 28186 w 29141"/>
                <a:gd name="csY2" fmla="*/ 11943 h 34874"/>
                <a:gd name="csX3" fmla="*/ 26753 w 29141"/>
                <a:gd name="csY3" fmla="*/ 13854 h 34874"/>
                <a:gd name="csX4" fmla="*/ 26275 w 29141"/>
                <a:gd name="csY4" fmla="*/ 13854 h 34874"/>
                <a:gd name="csX5" fmla="*/ 24842 w 29141"/>
                <a:gd name="csY5" fmla="*/ 14810 h 34874"/>
                <a:gd name="csX6" fmla="*/ 23408 w 29141"/>
                <a:gd name="csY6" fmla="*/ 15765 h 34874"/>
                <a:gd name="csX7" fmla="*/ 23408 w 29141"/>
                <a:gd name="csY7" fmla="*/ 16721 h 34874"/>
                <a:gd name="csX8" fmla="*/ 23408 w 29141"/>
                <a:gd name="csY8" fmla="*/ 17198 h 34874"/>
                <a:gd name="csX9" fmla="*/ 24842 w 29141"/>
                <a:gd name="csY9" fmla="*/ 18154 h 34874"/>
                <a:gd name="csX10" fmla="*/ 24842 w 29141"/>
                <a:gd name="csY10" fmla="*/ 18632 h 34874"/>
                <a:gd name="csX11" fmla="*/ 24842 w 29141"/>
                <a:gd name="csY11" fmla="*/ 18632 h 34874"/>
                <a:gd name="csX12" fmla="*/ 23408 w 29141"/>
                <a:gd name="csY12" fmla="*/ 18632 h 34874"/>
                <a:gd name="csX13" fmla="*/ 21498 w 29141"/>
                <a:gd name="csY13" fmla="*/ 18632 h 34874"/>
                <a:gd name="csX14" fmla="*/ 20542 w 29141"/>
                <a:gd name="csY14" fmla="*/ 18632 h 34874"/>
                <a:gd name="csX15" fmla="*/ 19587 w 29141"/>
                <a:gd name="csY15" fmla="*/ 18632 h 34874"/>
                <a:gd name="csX16" fmla="*/ 18153 w 29141"/>
                <a:gd name="csY16" fmla="*/ 19587 h 34874"/>
                <a:gd name="csX17" fmla="*/ 17198 w 29141"/>
                <a:gd name="csY17" fmla="*/ 20542 h 34874"/>
                <a:gd name="csX18" fmla="*/ 17198 w 29141"/>
                <a:gd name="csY18" fmla="*/ 21020 h 34874"/>
                <a:gd name="csX19" fmla="*/ 16721 w 29141"/>
                <a:gd name="csY19" fmla="*/ 21976 h 34874"/>
                <a:gd name="csX20" fmla="*/ 17198 w 29141"/>
                <a:gd name="csY20" fmla="*/ 22931 h 34874"/>
                <a:gd name="csX21" fmla="*/ 18153 w 29141"/>
                <a:gd name="csY21" fmla="*/ 23886 h 34874"/>
                <a:gd name="csX22" fmla="*/ 18153 w 29141"/>
                <a:gd name="csY22" fmla="*/ 23886 h 34874"/>
                <a:gd name="csX23" fmla="*/ 18153 w 29141"/>
                <a:gd name="csY23" fmla="*/ 24364 h 34874"/>
                <a:gd name="csX24" fmla="*/ 17198 w 29141"/>
                <a:gd name="csY24" fmla="*/ 25320 h 34874"/>
                <a:gd name="csX25" fmla="*/ 16242 w 29141"/>
                <a:gd name="csY25" fmla="*/ 25798 h 34874"/>
                <a:gd name="csX26" fmla="*/ 16242 w 29141"/>
                <a:gd name="csY26" fmla="*/ 26753 h 34874"/>
                <a:gd name="csX27" fmla="*/ 15287 w 29141"/>
                <a:gd name="csY27" fmla="*/ 27231 h 34874"/>
                <a:gd name="csX28" fmla="*/ 14332 w 29141"/>
                <a:gd name="csY28" fmla="*/ 27708 h 34874"/>
                <a:gd name="csX29" fmla="*/ 13376 w 29141"/>
                <a:gd name="csY29" fmla="*/ 28664 h 34874"/>
                <a:gd name="csX30" fmla="*/ 12421 w 29141"/>
                <a:gd name="csY30" fmla="*/ 29619 h 34874"/>
                <a:gd name="csX31" fmla="*/ 10510 w 29141"/>
                <a:gd name="csY31" fmla="*/ 30575 h 34874"/>
                <a:gd name="csX32" fmla="*/ 10032 w 29141"/>
                <a:gd name="csY32" fmla="*/ 31530 h 34874"/>
                <a:gd name="csX33" fmla="*/ 9555 w 29141"/>
                <a:gd name="csY33" fmla="*/ 30575 h 34874"/>
                <a:gd name="csX34" fmla="*/ 8599 w 29141"/>
                <a:gd name="csY34" fmla="*/ 31052 h 34874"/>
                <a:gd name="csX35" fmla="*/ 7644 w 29141"/>
                <a:gd name="csY35" fmla="*/ 33919 h 34874"/>
                <a:gd name="csX36" fmla="*/ 6210 w 29141"/>
                <a:gd name="csY36" fmla="*/ 34874 h 34874"/>
                <a:gd name="csX37" fmla="*/ 3821 w 29141"/>
                <a:gd name="csY37" fmla="*/ 34874 h 34874"/>
                <a:gd name="csX38" fmla="*/ 2389 w 29141"/>
                <a:gd name="csY38" fmla="*/ 34874 h 34874"/>
                <a:gd name="csX39" fmla="*/ 0 w 29141"/>
                <a:gd name="csY39" fmla="*/ 34874 h 34874"/>
                <a:gd name="csX40" fmla="*/ 955 w 29141"/>
                <a:gd name="csY40" fmla="*/ 33441 h 34874"/>
                <a:gd name="csX41" fmla="*/ 1910 w 29141"/>
                <a:gd name="csY41" fmla="*/ 31052 h 34874"/>
                <a:gd name="csX42" fmla="*/ 2866 w 29141"/>
                <a:gd name="csY42" fmla="*/ 28186 h 34874"/>
                <a:gd name="csX43" fmla="*/ 4777 w 29141"/>
                <a:gd name="csY43" fmla="*/ 25798 h 34874"/>
                <a:gd name="csX44" fmla="*/ 8121 w 29141"/>
                <a:gd name="csY44" fmla="*/ 17676 h 34874"/>
                <a:gd name="csX45" fmla="*/ 10032 w 29141"/>
                <a:gd name="csY45" fmla="*/ 14332 h 34874"/>
                <a:gd name="csX46" fmla="*/ 10510 w 29141"/>
                <a:gd name="csY46" fmla="*/ 9555 h 34874"/>
                <a:gd name="csX47" fmla="*/ 13854 w 29141"/>
                <a:gd name="csY47" fmla="*/ 5255 h 34874"/>
                <a:gd name="csX48" fmla="*/ 16242 w 29141"/>
                <a:gd name="csY48" fmla="*/ 4300 h 34874"/>
                <a:gd name="csX49" fmla="*/ 17198 w 29141"/>
                <a:gd name="csY49" fmla="*/ 2867 h 34874"/>
                <a:gd name="csX50" fmla="*/ 17198 w 29141"/>
                <a:gd name="csY50" fmla="*/ 956 h 34874"/>
                <a:gd name="csX51" fmla="*/ 20542 w 29141"/>
                <a:gd name="csY51" fmla="*/ 956 h 34874"/>
                <a:gd name="csX52" fmla="*/ 22931 w 29141"/>
                <a:gd name="csY52" fmla="*/ 956 h 34874"/>
                <a:gd name="csX53" fmla="*/ 23408 w 29141"/>
                <a:gd name="csY53" fmla="*/ 0 h 34874"/>
                <a:gd name="csX54" fmla="*/ 25319 w 29141"/>
                <a:gd name="csY54" fmla="*/ 478 h 34874"/>
                <a:gd name="csX55" fmla="*/ 26275 w 29141"/>
                <a:gd name="csY55" fmla="*/ 1433 h 34874"/>
                <a:gd name="csX56" fmla="*/ 25319 w 29141"/>
                <a:gd name="csY56" fmla="*/ 2389 h 34874"/>
                <a:gd name="csX57" fmla="*/ 24364 w 29141"/>
                <a:gd name="csY57" fmla="*/ 3822 h 34874"/>
                <a:gd name="csX58" fmla="*/ 24364 w 29141"/>
                <a:gd name="csY58" fmla="*/ 3822 h 34874"/>
                <a:gd name="csX59" fmla="*/ 25319 w 29141"/>
                <a:gd name="csY59" fmla="*/ 4300 h 34874"/>
                <a:gd name="csX60" fmla="*/ 26753 w 29141"/>
                <a:gd name="csY60" fmla="*/ 4777 h 34874"/>
                <a:gd name="csX61" fmla="*/ 27708 w 29141"/>
                <a:gd name="csY61" fmla="*/ 5733 h 34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29141" h="34874">
                  <a:moveTo>
                    <a:pt x="27708" y="5733"/>
                  </a:moveTo>
                  <a:lnTo>
                    <a:pt x="29141" y="10032"/>
                  </a:lnTo>
                  <a:lnTo>
                    <a:pt x="28186" y="11943"/>
                  </a:lnTo>
                  <a:lnTo>
                    <a:pt x="26753" y="13854"/>
                  </a:lnTo>
                  <a:lnTo>
                    <a:pt x="26275" y="13854"/>
                  </a:lnTo>
                  <a:lnTo>
                    <a:pt x="24842" y="14810"/>
                  </a:lnTo>
                  <a:lnTo>
                    <a:pt x="23408" y="15765"/>
                  </a:lnTo>
                  <a:lnTo>
                    <a:pt x="23408" y="16721"/>
                  </a:lnTo>
                  <a:lnTo>
                    <a:pt x="23408" y="17198"/>
                  </a:lnTo>
                  <a:lnTo>
                    <a:pt x="24842" y="18154"/>
                  </a:lnTo>
                  <a:lnTo>
                    <a:pt x="24842" y="18632"/>
                  </a:lnTo>
                  <a:lnTo>
                    <a:pt x="24842" y="18632"/>
                  </a:lnTo>
                  <a:lnTo>
                    <a:pt x="23408" y="18632"/>
                  </a:lnTo>
                  <a:lnTo>
                    <a:pt x="21498" y="18632"/>
                  </a:lnTo>
                  <a:lnTo>
                    <a:pt x="20542" y="18632"/>
                  </a:lnTo>
                  <a:lnTo>
                    <a:pt x="19587" y="18632"/>
                  </a:lnTo>
                  <a:lnTo>
                    <a:pt x="18153" y="19587"/>
                  </a:lnTo>
                  <a:lnTo>
                    <a:pt x="17198" y="20542"/>
                  </a:lnTo>
                  <a:lnTo>
                    <a:pt x="17198" y="21020"/>
                  </a:lnTo>
                  <a:lnTo>
                    <a:pt x="16721" y="21976"/>
                  </a:lnTo>
                  <a:lnTo>
                    <a:pt x="17198" y="22931"/>
                  </a:lnTo>
                  <a:lnTo>
                    <a:pt x="18153" y="23886"/>
                  </a:lnTo>
                  <a:lnTo>
                    <a:pt x="18153" y="23886"/>
                  </a:lnTo>
                  <a:lnTo>
                    <a:pt x="18153" y="24364"/>
                  </a:lnTo>
                  <a:lnTo>
                    <a:pt x="17198" y="25320"/>
                  </a:lnTo>
                  <a:lnTo>
                    <a:pt x="16242" y="25798"/>
                  </a:lnTo>
                  <a:lnTo>
                    <a:pt x="16242" y="26753"/>
                  </a:lnTo>
                  <a:lnTo>
                    <a:pt x="15287" y="27231"/>
                  </a:lnTo>
                  <a:lnTo>
                    <a:pt x="14332" y="27708"/>
                  </a:lnTo>
                  <a:lnTo>
                    <a:pt x="13376" y="28664"/>
                  </a:lnTo>
                  <a:lnTo>
                    <a:pt x="12421" y="29619"/>
                  </a:lnTo>
                  <a:lnTo>
                    <a:pt x="10510" y="30575"/>
                  </a:lnTo>
                  <a:lnTo>
                    <a:pt x="10032" y="31530"/>
                  </a:lnTo>
                  <a:lnTo>
                    <a:pt x="9555" y="30575"/>
                  </a:lnTo>
                  <a:lnTo>
                    <a:pt x="8599" y="31052"/>
                  </a:lnTo>
                  <a:lnTo>
                    <a:pt x="7644" y="33919"/>
                  </a:lnTo>
                  <a:lnTo>
                    <a:pt x="6210" y="34874"/>
                  </a:lnTo>
                  <a:lnTo>
                    <a:pt x="3821" y="34874"/>
                  </a:lnTo>
                  <a:lnTo>
                    <a:pt x="2389" y="34874"/>
                  </a:lnTo>
                  <a:lnTo>
                    <a:pt x="0" y="34874"/>
                  </a:lnTo>
                  <a:lnTo>
                    <a:pt x="955" y="33441"/>
                  </a:lnTo>
                  <a:lnTo>
                    <a:pt x="1910" y="31052"/>
                  </a:lnTo>
                  <a:lnTo>
                    <a:pt x="2866" y="28186"/>
                  </a:lnTo>
                  <a:lnTo>
                    <a:pt x="4777" y="25798"/>
                  </a:lnTo>
                  <a:lnTo>
                    <a:pt x="8121" y="17676"/>
                  </a:lnTo>
                  <a:lnTo>
                    <a:pt x="10032" y="14332"/>
                  </a:lnTo>
                  <a:lnTo>
                    <a:pt x="10510" y="9555"/>
                  </a:lnTo>
                  <a:lnTo>
                    <a:pt x="13854" y="5255"/>
                  </a:lnTo>
                  <a:lnTo>
                    <a:pt x="16242" y="4300"/>
                  </a:lnTo>
                  <a:lnTo>
                    <a:pt x="17198" y="2867"/>
                  </a:lnTo>
                  <a:lnTo>
                    <a:pt x="17198" y="956"/>
                  </a:lnTo>
                  <a:lnTo>
                    <a:pt x="20542" y="956"/>
                  </a:lnTo>
                  <a:lnTo>
                    <a:pt x="22931" y="956"/>
                  </a:lnTo>
                  <a:lnTo>
                    <a:pt x="23408" y="0"/>
                  </a:lnTo>
                  <a:lnTo>
                    <a:pt x="25319" y="478"/>
                  </a:lnTo>
                  <a:lnTo>
                    <a:pt x="26275" y="1433"/>
                  </a:lnTo>
                  <a:lnTo>
                    <a:pt x="25319" y="2389"/>
                  </a:lnTo>
                  <a:lnTo>
                    <a:pt x="24364" y="3822"/>
                  </a:lnTo>
                  <a:lnTo>
                    <a:pt x="24364" y="3822"/>
                  </a:lnTo>
                  <a:lnTo>
                    <a:pt x="25319" y="4300"/>
                  </a:lnTo>
                  <a:lnTo>
                    <a:pt x="26753" y="4777"/>
                  </a:lnTo>
                  <a:lnTo>
                    <a:pt x="27708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4" name="Freeform 1563">
              <a:extLst>
                <a:ext uri="{FF2B5EF4-FFF2-40B4-BE49-F238E27FC236}">
                  <a16:creationId xmlns:a16="http://schemas.microsoft.com/office/drawing/2014/main" id="{1285FF62-2A87-FEE6-A1F6-55676A0742AD}"/>
                </a:ext>
              </a:extLst>
            </p:cNvPr>
            <p:cNvSpPr/>
            <p:nvPr/>
          </p:nvSpPr>
          <p:spPr>
            <a:xfrm>
              <a:off x="6607169" y="4465456"/>
              <a:ext cx="955" cy="8599"/>
            </a:xfrm>
            <a:custGeom>
              <a:avLst/>
              <a:gdLst>
                <a:gd name="csX0" fmla="*/ 478 w 955"/>
                <a:gd name="csY0" fmla="*/ 3344 h 8599"/>
                <a:gd name="csX1" fmla="*/ 955 w 955"/>
                <a:gd name="csY1" fmla="*/ 8599 h 8599"/>
                <a:gd name="csX2" fmla="*/ 0 w 955"/>
                <a:gd name="csY2" fmla="*/ 3344 h 8599"/>
                <a:gd name="csX3" fmla="*/ 0 w 955"/>
                <a:gd name="csY3" fmla="*/ 0 h 8599"/>
                <a:gd name="csX4" fmla="*/ 478 w 955"/>
                <a:gd name="csY4" fmla="*/ 3344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8599">
                  <a:moveTo>
                    <a:pt x="478" y="3344"/>
                  </a:moveTo>
                  <a:lnTo>
                    <a:pt x="955" y="8599"/>
                  </a:lnTo>
                  <a:lnTo>
                    <a:pt x="0" y="3344"/>
                  </a:lnTo>
                  <a:lnTo>
                    <a:pt x="0" y="0"/>
                  </a:lnTo>
                  <a:lnTo>
                    <a:pt x="478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5" name="Freeform 1564">
              <a:extLst>
                <a:ext uri="{FF2B5EF4-FFF2-40B4-BE49-F238E27FC236}">
                  <a16:creationId xmlns:a16="http://schemas.microsoft.com/office/drawing/2014/main" id="{8B56DB49-6FF4-80D3-55A0-183486030AA9}"/>
                </a:ext>
              </a:extLst>
            </p:cNvPr>
            <p:cNvSpPr/>
            <p:nvPr/>
          </p:nvSpPr>
          <p:spPr>
            <a:xfrm>
              <a:off x="6606214" y="4455424"/>
              <a:ext cx="1910" cy="6210"/>
            </a:xfrm>
            <a:custGeom>
              <a:avLst/>
              <a:gdLst>
                <a:gd name="csX0" fmla="*/ 1910 w 1910"/>
                <a:gd name="csY0" fmla="*/ 0 h 6210"/>
                <a:gd name="csX1" fmla="*/ 0 w 1910"/>
                <a:gd name="csY1" fmla="*/ 2389 h 6210"/>
                <a:gd name="csX2" fmla="*/ 478 w 1910"/>
                <a:gd name="csY2" fmla="*/ 6210 h 6210"/>
                <a:gd name="csX3" fmla="*/ 0 w 1910"/>
                <a:gd name="csY3" fmla="*/ 2389 h 6210"/>
                <a:gd name="csX4" fmla="*/ 1910 w 1910"/>
                <a:gd name="csY4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6210">
                  <a:moveTo>
                    <a:pt x="1910" y="0"/>
                  </a:moveTo>
                  <a:lnTo>
                    <a:pt x="0" y="2389"/>
                  </a:lnTo>
                  <a:lnTo>
                    <a:pt x="478" y="6210"/>
                  </a:lnTo>
                  <a:lnTo>
                    <a:pt x="0" y="2389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6" name="Freeform 1565">
              <a:extLst>
                <a:ext uri="{FF2B5EF4-FFF2-40B4-BE49-F238E27FC236}">
                  <a16:creationId xmlns:a16="http://schemas.microsoft.com/office/drawing/2014/main" id="{F81450CE-E1D4-F424-BE7D-2246C5CED885}"/>
                </a:ext>
              </a:extLst>
            </p:cNvPr>
            <p:cNvSpPr/>
            <p:nvPr/>
          </p:nvSpPr>
          <p:spPr>
            <a:xfrm>
              <a:off x="6602392" y="3677681"/>
              <a:ext cx="5254" cy="955"/>
            </a:xfrm>
            <a:custGeom>
              <a:avLst/>
              <a:gdLst>
                <a:gd name="csX0" fmla="*/ 5255 w 5254"/>
                <a:gd name="csY0" fmla="*/ 955 h 955"/>
                <a:gd name="csX1" fmla="*/ 5255 w 5254"/>
                <a:gd name="csY1" fmla="*/ 955 h 955"/>
                <a:gd name="csX2" fmla="*/ 2389 w 5254"/>
                <a:gd name="csY2" fmla="*/ 478 h 955"/>
                <a:gd name="csX3" fmla="*/ 1433 w 5254"/>
                <a:gd name="csY3" fmla="*/ 955 h 955"/>
                <a:gd name="csX4" fmla="*/ 0 w 5254"/>
                <a:gd name="csY4" fmla="*/ 0 h 955"/>
                <a:gd name="csX5" fmla="*/ 1433 w 5254"/>
                <a:gd name="csY5" fmla="*/ 955 h 955"/>
                <a:gd name="csX6" fmla="*/ 2389 w 5254"/>
                <a:gd name="csY6" fmla="*/ 478 h 955"/>
                <a:gd name="csX7" fmla="*/ 5255 w 5254"/>
                <a:gd name="csY7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955">
                  <a:moveTo>
                    <a:pt x="5255" y="955"/>
                  </a:moveTo>
                  <a:lnTo>
                    <a:pt x="5255" y="955"/>
                  </a:lnTo>
                  <a:lnTo>
                    <a:pt x="2389" y="478"/>
                  </a:lnTo>
                  <a:lnTo>
                    <a:pt x="1433" y="955"/>
                  </a:lnTo>
                  <a:lnTo>
                    <a:pt x="0" y="0"/>
                  </a:lnTo>
                  <a:lnTo>
                    <a:pt x="1433" y="955"/>
                  </a:lnTo>
                  <a:lnTo>
                    <a:pt x="2389" y="478"/>
                  </a:lnTo>
                  <a:lnTo>
                    <a:pt x="5255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" name="Freeform 1566">
              <a:extLst>
                <a:ext uri="{FF2B5EF4-FFF2-40B4-BE49-F238E27FC236}">
                  <a16:creationId xmlns:a16="http://schemas.microsoft.com/office/drawing/2014/main" id="{A647C5C0-D1B8-CE64-F93E-D217656CED51}"/>
                </a:ext>
              </a:extLst>
            </p:cNvPr>
            <p:cNvSpPr/>
            <p:nvPr/>
          </p:nvSpPr>
          <p:spPr>
            <a:xfrm>
              <a:off x="6600481" y="4037411"/>
              <a:ext cx="1433" cy="2388"/>
            </a:xfrm>
            <a:custGeom>
              <a:avLst/>
              <a:gdLst>
                <a:gd name="csX0" fmla="*/ 1433 w 1433"/>
                <a:gd name="csY0" fmla="*/ 0 h 2388"/>
                <a:gd name="csX1" fmla="*/ 478 w 1433"/>
                <a:gd name="csY1" fmla="*/ 2389 h 2388"/>
                <a:gd name="csX2" fmla="*/ 0 w 1433"/>
                <a:gd name="csY2" fmla="*/ 2389 h 2388"/>
                <a:gd name="csX3" fmla="*/ 956 w 1433"/>
                <a:gd name="csY3" fmla="*/ 0 h 2388"/>
                <a:gd name="csX4" fmla="*/ 1433 w 1433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388">
                  <a:moveTo>
                    <a:pt x="1433" y="0"/>
                  </a:moveTo>
                  <a:lnTo>
                    <a:pt x="478" y="2389"/>
                  </a:lnTo>
                  <a:lnTo>
                    <a:pt x="0" y="2389"/>
                  </a:lnTo>
                  <a:lnTo>
                    <a:pt x="956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8" name="Freeform 1567">
              <a:extLst>
                <a:ext uri="{FF2B5EF4-FFF2-40B4-BE49-F238E27FC236}">
                  <a16:creationId xmlns:a16="http://schemas.microsoft.com/office/drawing/2014/main" id="{B6B5DE22-9FBF-C07F-8E95-900EE70D5186}"/>
                </a:ext>
              </a:extLst>
            </p:cNvPr>
            <p:cNvSpPr/>
            <p:nvPr/>
          </p:nvSpPr>
          <p:spPr>
            <a:xfrm>
              <a:off x="6600004" y="3674814"/>
              <a:ext cx="1433" cy="1433"/>
            </a:xfrm>
            <a:custGeom>
              <a:avLst/>
              <a:gdLst>
                <a:gd name="csX0" fmla="*/ 1433 w 1433"/>
                <a:gd name="csY0" fmla="*/ 955 h 1433"/>
                <a:gd name="csX1" fmla="*/ 1433 w 1433"/>
                <a:gd name="csY1" fmla="*/ 1433 h 1433"/>
                <a:gd name="csX2" fmla="*/ 0 w 1433"/>
                <a:gd name="csY2" fmla="*/ 0 h 1433"/>
                <a:gd name="csX3" fmla="*/ 1433 w 1433"/>
                <a:gd name="csY3" fmla="*/ 955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955"/>
                  </a:moveTo>
                  <a:lnTo>
                    <a:pt x="1433" y="1433"/>
                  </a:lnTo>
                  <a:lnTo>
                    <a:pt x="0" y="0"/>
                  </a:lnTo>
                  <a:lnTo>
                    <a:pt x="1433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9" name="Freeform 1568">
              <a:extLst>
                <a:ext uri="{FF2B5EF4-FFF2-40B4-BE49-F238E27FC236}">
                  <a16:creationId xmlns:a16="http://schemas.microsoft.com/office/drawing/2014/main" id="{44A5DC05-0BE0-A279-8C02-7D73D13423E7}"/>
                </a:ext>
              </a:extLst>
            </p:cNvPr>
            <p:cNvSpPr/>
            <p:nvPr/>
          </p:nvSpPr>
          <p:spPr>
            <a:xfrm>
              <a:off x="6600959" y="4946052"/>
              <a:ext cx="478" cy="955"/>
            </a:xfrm>
            <a:custGeom>
              <a:avLst/>
              <a:gdLst>
                <a:gd name="csX0" fmla="*/ 0 w 478"/>
                <a:gd name="csY0" fmla="*/ 0 h 955"/>
                <a:gd name="csX1" fmla="*/ 478 w 478"/>
                <a:gd name="csY1" fmla="*/ 956 h 955"/>
                <a:gd name="csX2" fmla="*/ 0 w 478"/>
                <a:gd name="csY2" fmla="*/ 0 h 955"/>
                <a:gd name="csX3" fmla="*/ 0 w 47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955">
                  <a:moveTo>
                    <a:pt x="0" y="0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0" name="Freeform 1569">
              <a:extLst>
                <a:ext uri="{FF2B5EF4-FFF2-40B4-BE49-F238E27FC236}">
                  <a16:creationId xmlns:a16="http://schemas.microsoft.com/office/drawing/2014/main" id="{E9FF771D-FEE0-946F-EDB7-DB64A0181429}"/>
                </a:ext>
              </a:extLst>
            </p:cNvPr>
            <p:cNvSpPr/>
            <p:nvPr/>
          </p:nvSpPr>
          <p:spPr>
            <a:xfrm>
              <a:off x="6596181" y="4942708"/>
              <a:ext cx="4777" cy="3344"/>
            </a:xfrm>
            <a:custGeom>
              <a:avLst/>
              <a:gdLst>
                <a:gd name="csX0" fmla="*/ 3344 w 4777"/>
                <a:gd name="csY0" fmla="*/ 1911 h 3344"/>
                <a:gd name="csX1" fmla="*/ 4777 w 4777"/>
                <a:gd name="csY1" fmla="*/ 3344 h 3344"/>
                <a:gd name="csX2" fmla="*/ 2867 w 4777"/>
                <a:gd name="csY2" fmla="*/ 1911 h 3344"/>
                <a:gd name="csX3" fmla="*/ 0 w 4777"/>
                <a:gd name="csY3" fmla="*/ 0 h 3344"/>
                <a:gd name="csX4" fmla="*/ 3344 w 4777"/>
                <a:gd name="csY4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3344">
                  <a:moveTo>
                    <a:pt x="3344" y="1911"/>
                  </a:moveTo>
                  <a:lnTo>
                    <a:pt x="4777" y="3344"/>
                  </a:lnTo>
                  <a:lnTo>
                    <a:pt x="2867" y="1911"/>
                  </a:lnTo>
                  <a:lnTo>
                    <a:pt x="0" y="0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1" name="Freeform 1570">
              <a:extLst>
                <a:ext uri="{FF2B5EF4-FFF2-40B4-BE49-F238E27FC236}">
                  <a16:creationId xmlns:a16="http://schemas.microsoft.com/office/drawing/2014/main" id="{A46E61E8-7C3A-8A44-630E-3683E5741772}"/>
                </a:ext>
              </a:extLst>
            </p:cNvPr>
            <p:cNvSpPr/>
            <p:nvPr/>
          </p:nvSpPr>
          <p:spPr>
            <a:xfrm>
              <a:off x="6589494" y="3673859"/>
              <a:ext cx="10509" cy="2866"/>
            </a:xfrm>
            <a:custGeom>
              <a:avLst/>
              <a:gdLst>
                <a:gd name="csX0" fmla="*/ 10510 w 10509"/>
                <a:gd name="csY0" fmla="*/ 956 h 2866"/>
                <a:gd name="csX1" fmla="*/ 10510 w 10509"/>
                <a:gd name="csY1" fmla="*/ 956 h 2866"/>
                <a:gd name="csX2" fmla="*/ 8121 w 10509"/>
                <a:gd name="csY2" fmla="*/ 478 h 2866"/>
                <a:gd name="csX3" fmla="*/ 6210 w 10509"/>
                <a:gd name="csY3" fmla="*/ 478 h 2866"/>
                <a:gd name="csX4" fmla="*/ 4299 w 10509"/>
                <a:gd name="csY4" fmla="*/ 956 h 2866"/>
                <a:gd name="csX5" fmla="*/ 1910 w 10509"/>
                <a:gd name="csY5" fmla="*/ 2866 h 2866"/>
                <a:gd name="csX6" fmla="*/ 0 w 10509"/>
                <a:gd name="csY6" fmla="*/ 2389 h 2866"/>
                <a:gd name="csX7" fmla="*/ 0 w 10509"/>
                <a:gd name="csY7" fmla="*/ 1911 h 2866"/>
                <a:gd name="csX8" fmla="*/ 1910 w 10509"/>
                <a:gd name="csY8" fmla="*/ 2866 h 2866"/>
                <a:gd name="csX9" fmla="*/ 4299 w 10509"/>
                <a:gd name="csY9" fmla="*/ 956 h 2866"/>
                <a:gd name="csX10" fmla="*/ 6210 w 10509"/>
                <a:gd name="csY10" fmla="*/ 0 h 2866"/>
                <a:gd name="csX11" fmla="*/ 8121 w 10509"/>
                <a:gd name="csY11" fmla="*/ 478 h 2866"/>
                <a:gd name="csX12" fmla="*/ 10510 w 10509"/>
                <a:gd name="csY12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0509" h="2866">
                  <a:moveTo>
                    <a:pt x="10510" y="956"/>
                  </a:moveTo>
                  <a:lnTo>
                    <a:pt x="10510" y="956"/>
                  </a:lnTo>
                  <a:lnTo>
                    <a:pt x="8121" y="478"/>
                  </a:lnTo>
                  <a:lnTo>
                    <a:pt x="6210" y="478"/>
                  </a:lnTo>
                  <a:lnTo>
                    <a:pt x="4299" y="956"/>
                  </a:lnTo>
                  <a:lnTo>
                    <a:pt x="1910" y="2866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1910" y="2866"/>
                  </a:lnTo>
                  <a:lnTo>
                    <a:pt x="4299" y="956"/>
                  </a:lnTo>
                  <a:lnTo>
                    <a:pt x="6210" y="0"/>
                  </a:lnTo>
                  <a:lnTo>
                    <a:pt x="8121" y="478"/>
                  </a:lnTo>
                  <a:lnTo>
                    <a:pt x="1051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2" name="Freeform 1571">
              <a:extLst>
                <a:ext uri="{FF2B5EF4-FFF2-40B4-BE49-F238E27FC236}">
                  <a16:creationId xmlns:a16="http://schemas.microsoft.com/office/drawing/2014/main" id="{39F2E170-6C09-B2DF-6D40-29CFE06AD662}"/>
                </a:ext>
              </a:extLst>
            </p:cNvPr>
            <p:cNvSpPr/>
            <p:nvPr/>
          </p:nvSpPr>
          <p:spPr>
            <a:xfrm>
              <a:off x="6562740" y="4092350"/>
              <a:ext cx="33441" cy="84080"/>
            </a:xfrm>
            <a:custGeom>
              <a:avLst/>
              <a:gdLst>
                <a:gd name="csX0" fmla="*/ 32486 w 33441"/>
                <a:gd name="csY0" fmla="*/ 9555 h 84080"/>
                <a:gd name="csX1" fmla="*/ 33441 w 33441"/>
                <a:gd name="csY1" fmla="*/ 10510 h 84080"/>
                <a:gd name="csX2" fmla="*/ 32008 w 33441"/>
                <a:gd name="csY2" fmla="*/ 12421 h 84080"/>
                <a:gd name="csX3" fmla="*/ 31052 w 33441"/>
                <a:gd name="csY3" fmla="*/ 14332 h 84080"/>
                <a:gd name="csX4" fmla="*/ 30575 w 33441"/>
                <a:gd name="csY4" fmla="*/ 15287 h 84080"/>
                <a:gd name="csX5" fmla="*/ 29620 w 33441"/>
                <a:gd name="csY5" fmla="*/ 15287 h 84080"/>
                <a:gd name="csX6" fmla="*/ 27231 w 33441"/>
                <a:gd name="csY6" fmla="*/ 16243 h 84080"/>
                <a:gd name="csX7" fmla="*/ 26753 w 33441"/>
                <a:gd name="csY7" fmla="*/ 16721 h 84080"/>
                <a:gd name="csX8" fmla="*/ 26275 w 33441"/>
                <a:gd name="csY8" fmla="*/ 17198 h 84080"/>
                <a:gd name="csX9" fmla="*/ 26275 w 33441"/>
                <a:gd name="csY9" fmla="*/ 17676 h 84080"/>
                <a:gd name="csX10" fmla="*/ 25798 w 33441"/>
                <a:gd name="csY10" fmla="*/ 22453 h 84080"/>
                <a:gd name="csX11" fmla="*/ 24842 w 33441"/>
                <a:gd name="csY11" fmla="*/ 22453 h 84080"/>
                <a:gd name="csX12" fmla="*/ 22931 w 33441"/>
                <a:gd name="csY12" fmla="*/ 21498 h 84080"/>
                <a:gd name="csX13" fmla="*/ 22931 w 33441"/>
                <a:gd name="csY13" fmla="*/ 20542 h 84080"/>
                <a:gd name="csX14" fmla="*/ 22931 w 33441"/>
                <a:gd name="csY14" fmla="*/ 20542 h 84080"/>
                <a:gd name="csX15" fmla="*/ 22454 w 33441"/>
                <a:gd name="csY15" fmla="*/ 20065 h 84080"/>
                <a:gd name="csX16" fmla="*/ 21020 w 33441"/>
                <a:gd name="csY16" fmla="*/ 20065 h 84080"/>
                <a:gd name="csX17" fmla="*/ 19109 w 33441"/>
                <a:gd name="csY17" fmla="*/ 19587 h 84080"/>
                <a:gd name="csX18" fmla="*/ 16243 w 33441"/>
                <a:gd name="csY18" fmla="*/ 21020 h 84080"/>
                <a:gd name="csX19" fmla="*/ 16243 w 33441"/>
                <a:gd name="csY19" fmla="*/ 21020 h 84080"/>
                <a:gd name="csX20" fmla="*/ 15765 w 33441"/>
                <a:gd name="csY20" fmla="*/ 22931 h 84080"/>
                <a:gd name="csX21" fmla="*/ 15288 w 33441"/>
                <a:gd name="csY21" fmla="*/ 23886 h 84080"/>
                <a:gd name="csX22" fmla="*/ 15288 w 33441"/>
                <a:gd name="csY22" fmla="*/ 24842 h 84080"/>
                <a:gd name="csX23" fmla="*/ 14332 w 33441"/>
                <a:gd name="csY23" fmla="*/ 27708 h 84080"/>
                <a:gd name="csX24" fmla="*/ 14332 w 33441"/>
                <a:gd name="csY24" fmla="*/ 29141 h 84080"/>
                <a:gd name="csX25" fmla="*/ 14810 w 33441"/>
                <a:gd name="csY25" fmla="*/ 31052 h 84080"/>
                <a:gd name="csX26" fmla="*/ 14810 w 33441"/>
                <a:gd name="csY26" fmla="*/ 31052 h 84080"/>
                <a:gd name="csX27" fmla="*/ 14810 w 33441"/>
                <a:gd name="csY27" fmla="*/ 32963 h 84080"/>
                <a:gd name="csX28" fmla="*/ 14810 w 33441"/>
                <a:gd name="csY28" fmla="*/ 33919 h 84080"/>
                <a:gd name="csX29" fmla="*/ 14332 w 33441"/>
                <a:gd name="csY29" fmla="*/ 34397 h 84080"/>
                <a:gd name="csX30" fmla="*/ 14332 w 33441"/>
                <a:gd name="csY30" fmla="*/ 34874 h 84080"/>
                <a:gd name="csX31" fmla="*/ 14810 w 33441"/>
                <a:gd name="csY31" fmla="*/ 34874 h 84080"/>
                <a:gd name="csX32" fmla="*/ 16243 w 33441"/>
                <a:gd name="csY32" fmla="*/ 34397 h 84080"/>
                <a:gd name="csX33" fmla="*/ 17676 w 33441"/>
                <a:gd name="csY33" fmla="*/ 34874 h 84080"/>
                <a:gd name="csX34" fmla="*/ 19109 w 33441"/>
                <a:gd name="csY34" fmla="*/ 35830 h 84080"/>
                <a:gd name="csX35" fmla="*/ 19109 w 33441"/>
                <a:gd name="csY35" fmla="*/ 36307 h 84080"/>
                <a:gd name="csX36" fmla="*/ 18154 w 33441"/>
                <a:gd name="csY36" fmla="*/ 36785 h 84080"/>
                <a:gd name="csX37" fmla="*/ 15765 w 33441"/>
                <a:gd name="csY37" fmla="*/ 37741 h 84080"/>
                <a:gd name="csX38" fmla="*/ 14332 w 33441"/>
                <a:gd name="csY38" fmla="*/ 39174 h 84080"/>
                <a:gd name="csX39" fmla="*/ 13854 w 33441"/>
                <a:gd name="csY39" fmla="*/ 40607 h 84080"/>
                <a:gd name="csX40" fmla="*/ 12421 w 33441"/>
                <a:gd name="csY40" fmla="*/ 43951 h 84080"/>
                <a:gd name="csX41" fmla="*/ 12899 w 33441"/>
                <a:gd name="csY41" fmla="*/ 44429 h 84080"/>
                <a:gd name="csX42" fmla="*/ 13377 w 33441"/>
                <a:gd name="csY42" fmla="*/ 44907 h 84080"/>
                <a:gd name="csX43" fmla="*/ 17199 w 33441"/>
                <a:gd name="csY43" fmla="*/ 44429 h 84080"/>
                <a:gd name="csX44" fmla="*/ 20543 w 33441"/>
                <a:gd name="csY44" fmla="*/ 42996 h 84080"/>
                <a:gd name="csX45" fmla="*/ 23409 w 33441"/>
                <a:gd name="csY45" fmla="*/ 42040 h 84080"/>
                <a:gd name="csX46" fmla="*/ 23886 w 33441"/>
                <a:gd name="csY46" fmla="*/ 42040 h 84080"/>
                <a:gd name="csX47" fmla="*/ 23409 w 33441"/>
                <a:gd name="csY47" fmla="*/ 45384 h 84080"/>
                <a:gd name="csX48" fmla="*/ 23409 w 33441"/>
                <a:gd name="csY48" fmla="*/ 45384 h 84080"/>
                <a:gd name="csX49" fmla="*/ 22931 w 33441"/>
                <a:gd name="csY49" fmla="*/ 47295 h 84080"/>
                <a:gd name="csX50" fmla="*/ 23409 w 33441"/>
                <a:gd name="csY50" fmla="*/ 47773 h 84080"/>
                <a:gd name="csX51" fmla="*/ 23886 w 33441"/>
                <a:gd name="csY51" fmla="*/ 49206 h 84080"/>
                <a:gd name="csX52" fmla="*/ 22931 w 33441"/>
                <a:gd name="csY52" fmla="*/ 52550 h 84080"/>
                <a:gd name="csX53" fmla="*/ 21498 w 33441"/>
                <a:gd name="csY53" fmla="*/ 54939 h 84080"/>
                <a:gd name="csX54" fmla="*/ 21020 w 33441"/>
                <a:gd name="csY54" fmla="*/ 56372 h 84080"/>
                <a:gd name="csX55" fmla="*/ 19587 w 33441"/>
                <a:gd name="csY55" fmla="*/ 59239 h 84080"/>
                <a:gd name="csX56" fmla="*/ 18632 w 33441"/>
                <a:gd name="csY56" fmla="*/ 62105 h 84080"/>
                <a:gd name="csX57" fmla="*/ 17676 w 33441"/>
                <a:gd name="csY57" fmla="*/ 64493 h 84080"/>
                <a:gd name="csX58" fmla="*/ 18154 w 33441"/>
                <a:gd name="csY58" fmla="*/ 64971 h 84080"/>
                <a:gd name="csX59" fmla="*/ 17676 w 33441"/>
                <a:gd name="csY59" fmla="*/ 69271 h 84080"/>
                <a:gd name="csX60" fmla="*/ 18154 w 33441"/>
                <a:gd name="csY60" fmla="*/ 70226 h 84080"/>
                <a:gd name="csX61" fmla="*/ 16243 w 33441"/>
                <a:gd name="csY61" fmla="*/ 73570 h 84080"/>
                <a:gd name="csX62" fmla="*/ 16243 w 33441"/>
                <a:gd name="csY62" fmla="*/ 75481 h 84080"/>
                <a:gd name="csX63" fmla="*/ 15765 w 33441"/>
                <a:gd name="csY63" fmla="*/ 77392 h 84080"/>
                <a:gd name="csX64" fmla="*/ 14332 w 33441"/>
                <a:gd name="csY64" fmla="*/ 82647 h 84080"/>
                <a:gd name="csX65" fmla="*/ 13377 w 33441"/>
                <a:gd name="csY65" fmla="*/ 84080 h 84080"/>
                <a:gd name="csX66" fmla="*/ 12421 w 33441"/>
                <a:gd name="csY66" fmla="*/ 82170 h 84080"/>
                <a:gd name="csX67" fmla="*/ 10988 w 33441"/>
                <a:gd name="csY67" fmla="*/ 76914 h 84080"/>
                <a:gd name="csX68" fmla="*/ 10033 w 33441"/>
                <a:gd name="csY68" fmla="*/ 73570 h 84080"/>
                <a:gd name="csX69" fmla="*/ 8122 w 33441"/>
                <a:gd name="csY69" fmla="*/ 69271 h 84080"/>
                <a:gd name="csX70" fmla="*/ 5733 w 33441"/>
                <a:gd name="csY70" fmla="*/ 64016 h 84080"/>
                <a:gd name="csX71" fmla="*/ 5733 w 33441"/>
                <a:gd name="csY71" fmla="*/ 62582 h 84080"/>
                <a:gd name="csX72" fmla="*/ 4777 w 33441"/>
                <a:gd name="csY72" fmla="*/ 60672 h 84080"/>
                <a:gd name="csX73" fmla="*/ 3344 w 33441"/>
                <a:gd name="csY73" fmla="*/ 55894 h 84080"/>
                <a:gd name="csX74" fmla="*/ 1911 w 33441"/>
                <a:gd name="csY74" fmla="*/ 52073 h 84080"/>
                <a:gd name="csX75" fmla="*/ 0 w 33441"/>
                <a:gd name="csY75" fmla="*/ 47773 h 84080"/>
                <a:gd name="csX76" fmla="*/ 2389 w 33441"/>
                <a:gd name="csY76" fmla="*/ 45862 h 84080"/>
                <a:gd name="csX77" fmla="*/ 2389 w 33441"/>
                <a:gd name="csY77" fmla="*/ 45862 h 84080"/>
                <a:gd name="csX78" fmla="*/ 2389 w 33441"/>
                <a:gd name="csY78" fmla="*/ 44429 h 84080"/>
                <a:gd name="csX79" fmla="*/ 5733 w 33441"/>
                <a:gd name="csY79" fmla="*/ 41085 h 84080"/>
                <a:gd name="csX80" fmla="*/ 5733 w 33441"/>
                <a:gd name="csY80" fmla="*/ 40607 h 84080"/>
                <a:gd name="csX81" fmla="*/ 4777 w 33441"/>
                <a:gd name="csY81" fmla="*/ 39651 h 84080"/>
                <a:gd name="csX82" fmla="*/ 4777 w 33441"/>
                <a:gd name="csY82" fmla="*/ 39651 h 84080"/>
                <a:gd name="csX83" fmla="*/ 8599 w 33441"/>
                <a:gd name="csY83" fmla="*/ 32963 h 84080"/>
                <a:gd name="csX84" fmla="*/ 10988 w 33441"/>
                <a:gd name="csY84" fmla="*/ 26753 h 84080"/>
                <a:gd name="csX85" fmla="*/ 13377 w 33441"/>
                <a:gd name="csY85" fmla="*/ 17676 h 84080"/>
                <a:gd name="csX86" fmla="*/ 15288 w 33441"/>
                <a:gd name="csY86" fmla="*/ 13376 h 84080"/>
                <a:gd name="csX87" fmla="*/ 16721 w 33441"/>
                <a:gd name="csY87" fmla="*/ 10032 h 84080"/>
                <a:gd name="csX88" fmla="*/ 17199 w 33441"/>
                <a:gd name="csY88" fmla="*/ 7644 h 84080"/>
                <a:gd name="csX89" fmla="*/ 19587 w 33441"/>
                <a:gd name="csY89" fmla="*/ 7644 h 84080"/>
                <a:gd name="csX90" fmla="*/ 21020 w 33441"/>
                <a:gd name="csY90" fmla="*/ 7644 h 84080"/>
                <a:gd name="csX91" fmla="*/ 23409 w 33441"/>
                <a:gd name="csY91" fmla="*/ 7644 h 84080"/>
                <a:gd name="csX92" fmla="*/ 24842 w 33441"/>
                <a:gd name="csY92" fmla="*/ 6688 h 84080"/>
                <a:gd name="csX93" fmla="*/ 24842 w 33441"/>
                <a:gd name="csY93" fmla="*/ 6688 h 84080"/>
                <a:gd name="csX94" fmla="*/ 25798 w 33441"/>
                <a:gd name="csY94" fmla="*/ 3822 h 84080"/>
                <a:gd name="csX95" fmla="*/ 26753 w 33441"/>
                <a:gd name="csY95" fmla="*/ 3344 h 84080"/>
                <a:gd name="csX96" fmla="*/ 27231 w 33441"/>
                <a:gd name="csY96" fmla="*/ 4300 h 84080"/>
                <a:gd name="csX97" fmla="*/ 27709 w 33441"/>
                <a:gd name="csY97" fmla="*/ 3344 h 84080"/>
                <a:gd name="csX98" fmla="*/ 29620 w 33441"/>
                <a:gd name="csY98" fmla="*/ 2389 h 84080"/>
                <a:gd name="csX99" fmla="*/ 30575 w 33441"/>
                <a:gd name="csY99" fmla="*/ 1433 h 84080"/>
                <a:gd name="csX100" fmla="*/ 31531 w 33441"/>
                <a:gd name="csY100" fmla="*/ 478 h 84080"/>
                <a:gd name="csX101" fmla="*/ 32486 w 33441"/>
                <a:gd name="csY101" fmla="*/ 0 h 84080"/>
                <a:gd name="csX102" fmla="*/ 32008 w 33441"/>
                <a:gd name="csY102" fmla="*/ 1433 h 84080"/>
                <a:gd name="csX103" fmla="*/ 31531 w 33441"/>
                <a:gd name="csY103" fmla="*/ 2389 h 84080"/>
                <a:gd name="csX104" fmla="*/ 31531 w 33441"/>
                <a:gd name="csY104" fmla="*/ 3344 h 84080"/>
                <a:gd name="csX105" fmla="*/ 32008 w 33441"/>
                <a:gd name="csY105" fmla="*/ 3822 h 84080"/>
                <a:gd name="csX106" fmla="*/ 32486 w 33441"/>
                <a:gd name="csY106" fmla="*/ 5255 h 84080"/>
                <a:gd name="csX107" fmla="*/ 32963 w 33441"/>
                <a:gd name="csY107" fmla="*/ 6688 h 84080"/>
                <a:gd name="csX108" fmla="*/ 32486 w 33441"/>
                <a:gd name="csY108" fmla="*/ 7644 h 84080"/>
                <a:gd name="csX109" fmla="*/ 32486 w 33441"/>
                <a:gd name="csY109" fmla="*/ 8599 h 84080"/>
                <a:gd name="csX110" fmla="*/ 32486 w 33441"/>
                <a:gd name="csY110" fmla="*/ 9555 h 84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</a:cxnLst>
              <a:rect l="l" t="t" r="r" b="b"/>
              <a:pathLst>
                <a:path w="33441" h="84080">
                  <a:moveTo>
                    <a:pt x="32486" y="9555"/>
                  </a:moveTo>
                  <a:lnTo>
                    <a:pt x="33441" y="10510"/>
                  </a:lnTo>
                  <a:lnTo>
                    <a:pt x="32008" y="12421"/>
                  </a:lnTo>
                  <a:lnTo>
                    <a:pt x="31052" y="14332"/>
                  </a:lnTo>
                  <a:lnTo>
                    <a:pt x="30575" y="15287"/>
                  </a:lnTo>
                  <a:lnTo>
                    <a:pt x="29620" y="15287"/>
                  </a:lnTo>
                  <a:lnTo>
                    <a:pt x="27231" y="16243"/>
                  </a:lnTo>
                  <a:lnTo>
                    <a:pt x="26753" y="16721"/>
                  </a:lnTo>
                  <a:lnTo>
                    <a:pt x="26275" y="17198"/>
                  </a:lnTo>
                  <a:lnTo>
                    <a:pt x="26275" y="17676"/>
                  </a:lnTo>
                  <a:lnTo>
                    <a:pt x="25798" y="22453"/>
                  </a:lnTo>
                  <a:lnTo>
                    <a:pt x="24842" y="22453"/>
                  </a:lnTo>
                  <a:lnTo>
                    <a:pt x="22931" y="21498"/>
                  </a:lnTo>
                  <a:lnTo>
                    <a:pt x="22931" y="20542"/>
                  </a:lnTo>
                  <a:lnTo>
                    <a:pt x="22931" y="20542"/>
                  </a:lnTo>
                  <a:lnTo>
                    <a:pt x="22454" y="20065"/>
                  </a:lnTo>
                  <a:lnTo>
                    <a:pt x="21020" y="20065"/>
                  </a:lnTo>
                  <a:lnTo>
                    <a:pt x="19109" y="19587"/>
                  </a:lnTo>
                  <a:lnTo>
                    <a:pt x="16243" y="21020"/>
                  </a:lnTo>
                  <a:lnTo>
                    <a:pt x="16243" y="21020"/>
                  </a:lnTo>
                  <a:lnTo>
                    <a:pt x="15765" y="22931"/>
                  </a:lnTo>
                  <a:lnTo>
                    <a:pt x="15288" y="23886"/>
                  </a:lnTo>
                  <a:lnTo>
                    <a:pt x="15288" y="24842"/>
                  </a:lnTo>
                  <a:lnTo>
                    <a:pt x="14332" y="27708"/>
                  </a:lnTo>
                  <a:lnTo>
                    <a:pt x="14332" y="29141"/>
                  </a:lnTo>
                  <a:lnTo>
                    <a:pt x="14810" y="31052"/>
                  </a:lnTo>
                  <a:lnTo>
                    <a:pt x="14810" y="31052"/>
                  </a:lnTo>
                  <a:lnTo>
                    <a:pt x="14810" y="32963"/>
                  </a:lnTo>
                  <a:lnTo>
                    <a:pt x="14810" y="33919"/>
                  </a:lnTo>
                  <a:lnTo>
                    <a:pt x="14332" y="34397"/>
                  </a:lnTo>
                  <a:lnTo>
                    <a:pt x="14332" y="34874"/>
                  </a:lnTo>
                  <a:lnTo>
                    <a:pt x="14810" y="34874"/>
                  </a:lnTo>
                  <a:lnTo>
                    <a:pt x="16243" y="34397"/>
                  </a:lnTo>
                  <a:lnTo>
                    <a:pt x="17676" y="34874"/>
                  </a:lnTo>
                  <a:lnTo>
                    <a:pt x="19109" y="35830"/>
                  </a:lnTo>
                  <a:lnTo>
                    <a:pt x="19109" y="36307"/>
                  </a:lnTo>
                  <a:lnTo>
                    <a:pt x="18154" y="36785"/>
                  </a:lnTo>
                  <a:lnTo>
                    <a:pt x="15765" y="37741"/>
                  </a:lnTo>
                  <a:lnTo>
                    <a:pt x="14332" y="39174"/>
                  </a:lnTo>
                  <a:lnTo>
                    <a:pt x="13854" y="40607"/>
                  </a:lnTo>
                  <a:lnTo>
                    <a:pt x="12421" y="43951"/>
                  </a:lnTo>
                  <a:lnTo>
                    <a:pt x="12899" y="44429"/>
                  </a:lnTo>
                  <a:lnTo>
                    <a:pt x="13377" y="44907"/>
                  </a:lnTo>
                  <a:lnTo>
                    <a:pt x="17199" y="44429"/>
                  </a:lnTo>
                  <a:lnTo>
                    <a:pt x="20543" y="42996"/>
                  </a:lnTo>
                  <a:lnTo>
                    <a:pt x="23409" y="42040"/>
                  </a:lnTo>
                  <a:lnTo>
                    <a:pt x="23886" y="42040"/>
                  </a:lnTo>
                  <a:lnTo>
                    <a:pt x="23409" y="45384"/>
                  </a:lnTo>
                  <a:lnTo>
                    <a:pt x="23409" y="45384"/>
                  </a:lnTo>
                  <a:lnTo>
                    <a:pt x="22931" y="47295"/>
                  </a:lnTo>
                  <a:lnTo>
                    <a:pt x="23409" y="47773"/>
                  </a:lnTo>
                  <a:lnTo>
                    <a:pt x="23886" y="49206"/>
                  </a:lnTo>
                  <a:lnTo>
                    <a:pt x="22931" y="52550"/>
                  </a:lnTo>
                  <a:lnTo>
                    <a:pt x="21498" y="54939"/>
                  </a:lnTo>
                  <a:lnTo>
                    <a:pt x="21020" y="56372"/>
                  </a:lnTo>
                  <a:lnTo>
                    <a:pt x="19587" y="59239"/>
                  </a:lnTo>
                  <a:lnTo>
                    <a:pt x="18632" y="62105"/>
                  </a:lnTo>
                  <a:lnTo>
                    <a:pt x="17676" y="64493"/>
                  </a:lnTo>
                  <a:lnTo>
                    <a:pt x="18154" y="64971"/>
                  </a:lnTo>
                  <a:lnTo>
                    <a:pt x="17676" y="69271"/>
                  </a:lnTo>
                  <a:lnTo>
                    <a:pt x="18154" y="70226"/>
                  </a:lnTo>
                  <a:lnTo>
                    <a:pt x="16243" y="73570"/>
                  </a:lnTo>
                  <a:lnTo>
                    <a:pt x="16243" y="75481"/>
                  </a:lnTo>
                  <a:lnTo>
                    <a:pt x="15765" y="77392"/>
                  </a:lnTo>
                  <a:lnTo>
                    <a:pt x="14332" y="82647"/>
                  </a:lnTo>
                  <a:lnTo>
                    <a:pt x="13377" y="84080"/>
                  </a:lnTo>
                  <a:lnTo>
                    <a:pt x="12421" y="82170"/>
                  </a:lnTo>
                  <a:lnTo>
                    <a:pt x="10988" y="76914"/>
                  </a:lnTo>
                  <a:lnTo>
                    <a:pt x="10033" y="73570"/>
                  </a:lnTo>
                  <a:lnTo>
                    <a:pt x="8122" y="69271"/>
                  </a:lnTo>
                  <a:lnTo>
                    <a:pt x="5733" y="64016"/>
                  </a:lnTo>
                  <a:lnTo>
                    <a:pt x="5733" y="62582"/>
                  </a:lnTo>
                  <a:lnTo>
                    <a:pt x="4777" y="60672"/>
                  </a:lnTo>
                  <a:lnTo>
                    <a:pt x="3344" y="55894"/>
                  </a:lnTo>
                  <a:lnTo>
                    <a:pt x="1911" y="52073"/>
                  </a:lnTo>
                  <a:lnTo>
                    <a:pt x="0" y="47773"/>
                  </a:lnTo>
                  <a:lnTo>
                    <a:pt x="2389" y="45862"/>
                  </a:lnTo>
                  <a:lnTo>
                    <a:pt x="2389" y="45862"/>
                  </a:lnTo>
                  <a:lnTo>
                    <a:pt x="2389" y="44429"/>
                  </a:lnTo>
                  <a:lnTo>
                    <a:pt x="5733" y="41085"/>
                  </a:lnTo>
                  <a:lnTo>
                    <a:pt x="5733" y="40607"/>
                  </a:lnTo>
                  <a:lnTo>
                    <a:pt x="4777" y="39651"/>
                  </a:lnTo>
                  <a:lnTo>
                    <a:pt x="4777" y="39651"/>
                  </a:lnTo>
                  <a:lnTo>
                    <a:pt x="8599" y="32963"/>
                  </a:lnTo>
                  <a:lnTo>
                    <a:pt x="10988" y="26753"/>
                  </a:lnTo>
                  <a:lnTo>
                    <a:pt x="13377" y="17676"/>
                  </a:lnTo>
                  <a:lnTo>
                    <a:pt x="15288" y="13376"/>
                  </a:lnTo>
                  <a:lnTo>
                    <a:pt x="16721" y="10032"/>
                  </a:lnTo>
                  <a:lnTo>
                    <a:pt x="17199" y="7644"/>
                  </a:lnTo>
                  <a:lnTo>
                    <a:pt x="19587" y="7644"/>
                  </a:lnTo>
                  <a:lnTo>
                    <a:pt x="21020" y="7644"/>
                  </a:lnTo>
                  <a:lnTo>
                    <a:pt x="23409" y="7644"/>
                  </a:lnTo>
                  <a:lnTo>
                    <a:pt x="24842" y="6688"/>
                  </a:lnTo>
                  <a:lnTo>
                    <a:pt x="24842" y="6688"/>
                  </a:lnTo>
                  <a:lnTo>
                    <a:pt x="25798" y="3822"/>
                  </a:lnTo>
                  <a:lnTo>
                    <a:pt x="26753" y="3344"/>
                  </a:lnTo>
                  <a:lnTo>
                    <a:pt x="27231" y="4300"/>
                  </a:lnTo>
                  <a:lnTo>
                    <a:pt x="27709" y="3344"/>
                  </a:lnTo>
                  <a:lnTo>
                    <a:pt x="29620" y="2389"/>
                  </a:lnTo>
                  <a:lnTo>
                    <a:pt x="30575" y="1433"/>
                  </a:lnTo>
                  <a:lnTo>
                    <a:pt x="31531" y="478"/>
                  </a:lnTo>
                  <a:lnTo>
                    <a:pt x="32486" y="0"/>
                  </a:lnTo>
                  <a:lnTo>
                    <a:pt x="32008" y="1433"/>
                  </a:lnTo>
                  <a:lnTo>
                    <a:pt x="31531" y="2389"/>
                  </a:lnTo>
                  <a:lnTo>
                    <a:pt x="31531" y="3344"/>
                  </a:lnTo>
                  <a:lnTo>
                    <a:pt x="32008" y="3822"/>
                  </a:lnTo>
                  <a:lnTo>
                    <a:pt x="32486" y="5255"/>
                  </a:lnTo>
                  <a:lnTo>
                    <a:pt x="32963" y="6688"/>
                  </a:lnTo>
                  <a:lnTo>
                    <a:pt x="32486" y="7644"/>
                  </a:lnTo>
                  <a:lnTo>
                    <a:pt x="32486" y="8599"/>
                  </a:lnTo>
                  <a:lnTo>
                    <a:pt x="32486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3" name="Freeform 1572">
              <a:extLst>
                <a:ext uri="{FF2B5EF4-FFF2-40B4-BE49-F238E27FC236}">
                  <a16:creationId xmlns:a16="http://schemas.microsoft.com/office/drawing/2014/main" id="{CCFCED54-A4EE-AF44-F703-7093B2FBE847}"/>
                </a:ext>
              </a:extLst>
            </p:cNvPr>
            <p:cNvSpPr/>
            <p:nvPr/>
          </p:nvSpPr>
          <p:spPr>
            <a:xfrm>
              <a:off x="6531688" y="4904968"/>
              <a:ext cx="64015" cy="143796"/>
            </a:xfrm>
            <a:custGeom>
              <a:avLst/>
              <a:gdLst>
                <a:gd name="csX0" fmla="*/ 64016 w 64015"/>
                <a:gd name="csY0" fmla="*/ 101757 h 143796"/>
                <a:gd name="csX1" fmla="*/ 62583 w 64015"/>
                <a:gd name="csY1" fmla="*/ 104623 h 143796"/>
                <a:gd name="csX2" fmla="*/ 62105 w 64015"/>
                <a:gd name="csY2" fmla="*/ 108923 h 143796"/>
                <a:gd name="csX3" fmla="*/ 62583 w 64015"/>
                <a:gd name="csY3" fmla="*/ 111789 h 143796"/>
                <a:gd name="csX4" fmla="*/ 62583 w 64015"/>
                <a:gd name="csY4" fmla="*/ 116566 h 143796"/>
                <a:gd name="csX5" fmla="*/ 61627 w 64015"/>
                <a:gd name="csY5" fmla="*/ 121821 h 143796"/>
                <a:gd name="csX6" fmla="*/ 61150 w 64015"/>
                <a:gd name="csY6" fmla="*/ 123732 h 143796"/>
                <a:gd name="csX7" fmla="*/ 60194 w 64015"/>
                <a:gd name="csY7" fmla="*/ 124210 h 143796"/>
                <a:gd name="csX8" fmla="*/ 58283 w 64015"/>
                <a:gd name="csY8" fmla="*/ 125165 h 143796"/>
                <a:gd name="csX9" fmla="*/ 53506 w 64015"/>
                <a:gd name="csY9" fmla="*/ 125643 h 143796"/>
                <a:gd name="csX10" fmla="*/ 52550 w 64015"/>
                <a:gd name="csY10" fmla="*/ 126121 h 143796"/>
                <a:gd name="csX11" fmla="*/ 52550 w 64015"/>
                <a:gd name="csY11" fmla="*/ 126121 h 143796"/>
                <a:gd name="csX12" fmla="*/ 52073 w 64015"/>
                <a:gd name="csY12" fmla="*/ 127076 h 143796"/>
                <a:gd name="csX13" fmla="*/ 51117 w 64015"/>
                <a:gd name="csY13" fmla="*/ 129465 h 143796"/>
                <a:gd name="csX14" fmla="*/ 49684 w 64015"/>
                <a:gd name="csY14" fmla="*/ 132331 h 143796"/>
                <a:gd name="csX15" fmla="*/ 49206 w 64015"/>
                <a:gd name="csY15" fmla="*/ 133287 h 143796"/>
                <a:gd name="csX16" fmla="*/ 49684 w 64015"/>
                <a:gd name="csY16" fmla="*/ 133287 h 143796"/>
                <a:gd name="csX17" fmla="*/ 50640 w 64015"/>
                <a:gd name="csY17" fmla="*/ 134720 h 143796"/>
                <a:gd name="csX18" fmla="*/ 51595 w 64015"/>
                <a:gd name="csY18" fmla="*/ 137586 h 143796"/>
                <a:gd name="csX19" fmla="*/ 52073 w 64015"/>
                <a:gd name="csY19" fmla="*/ 143319 h 143796"/>
                <a:gd name="csX20" fmla="*/ 51595 w 64015"/>
                <a:gd name="csY20" fmla="*/ 143797 h 143796"/>
                <a:gd name="csX21" fmla="*/ 50162 w 64015"/>
                <a:gd name="csY21" fmla="*/ 143797 h 143796"/>
                <a:gd name="csX22" fmla="*/ 48729 w 64015"/>
                <a:gd name="csY22" fmla="*/ 143797 h 143796"/>
                <a:gd name="csX23" fmla="*/ 48251 w 64015"/>
                <a:gd name="csY23" fmla="*/ 143319 h 143796"/>
                <a:gd name="csX24" fmla="*/ 47773 w 64015"/>
                <a:gd name="csY24" fmla="*/ 143319 h 143796"/>
                <a:gd name="csX25" fmla="*/ 47295 w 64015"/>
                <a:gd name="csY25" fmla="*/ 142841 h 143796"/>
                <a:gd name="csX26" fmla="*/ 47295 w 64015"/>
                <a:gd name="csY26" fmla="*/ 141886 h 143796"/>
                <a:gd name="csX27" fmla="*/ 48251 w 64015"/>
                <a:gd name="csY27" fmla="*/ 140930 h 143796"/>
                <a:gd name="csX28" fmla="*/ 48251 w 64015"/>
                <a:gd name="csY28" fmla="*/ 139497 h 143796"/>
                <a:gd name="csX29" fmla="*/ 47773 w 64015"/>
                <a:gd name="csY29" fmla="*/ 138542 h 143796"/>
                <a:gd name="csX30" fmla="*/ 46340 w 64015"/>
                <a:gd name="csY30" fmla="*/ 138064 h 143796"/>
                <a:gd name="csX31" fmla="*/ 44907 w 64015"/>
                <a:gd name="csY31" fmla="*/ 137108 h 143796"/>
                <a:gd name="csX32" fmla="*/ 41563 w 64015"/>
                <a:gd name="csY32" fmla="*/ 133287 h 143796"/>
                <a:gd name="csX33" fmla="*/ 41563 w 64015"/>
                <a:gd name="csY33" fmla="*/ 133287 h 143796"/>
                <a:gd name="csX34" fmla="*/ 38697 w 64015"/>
                <a:gd name="csY34" fmla="*/ 130898 h 143796"/>
                <a:gd name="csX35" fmla="*/ 36786 w 64015"/>
                <a:gd name="csY35" fmla="*/ 128509 h 143796"/>
                <a:gd name="csX36" fmla="*/ 36786 w 64015"/>
                <a:gd name="csY36" fmla="*/ 128509 h 143796"/>
                <a:gd name="csX37" fmla="*/ 34874 w 64015"/>
                <a:gd name="csY37" fmla="*/ 127554 h 143796"/>
                <a:gd name="csX38" fmla="*/ 34397 w 64015"/>
                <a:gd name="csY38" fmla="*/ 127076 h 143796"/>
                <a:gd name="csX39" fmla="*/ 34397 w 64015"/>
                <a:gd name="csY39" fmla="*/ 126121 h 143796"/>
                <a:gd name="csX40" fmla="*/ 34397 w 64015"/>
                <a:gd name="csY40" fmla="*/ 125165 h 143796"/>
                <a:gd name="csX41" fmla="*/ 34397 w 64015"/>
                <a:gd name="csY41" fmla="*/ 124210 h 143796"/>
                <a:gd name="csX42" fmla="*/ 33919 w 64015"/>
                <a:gd name="csY42" fmla="*/ 123254 h 143796"/>
                <a:gd name="csX43" fmla="*/ 33919 w 64015"/>
                <a:gd name="csY43" fmla="*/ 123254 h 143796"/>
                <a:gd name="csX44" fmla="*/ 32008 w 64015"/>
                <a:gd name="csY44" fmla="*/ 121343 h 143796"/>
                <a:gd name="csX45" fmla="*/ 31052 w 64015"/>
                <a:gd name="csY45" fmla="*/ 120388 h 143796"/>
                <a:gd name="csX46" fmla="*/ 31052 w 64015"/>
                <a:gd name="csY46" fmla="*/ 119432 h 143796"/>
                <a:gd name="csX47" fmla="*/ 32008 w 64015"/>
                <a:gd name="csY47" fmla="*/ 118477 h 143796"/>
                <a:gd name="csX48" fmla="*/ 33441 w 64015"/>
                <a:gd name="csY48" fmla="*/ 117044 h 143796"/>
                <a:gd name="csX49" fmla="*/ 33441 w 64015"/>
                <a:gd name="csY49" fmla="*/ 117044 h 143796"/>
                <a:gd name="csX50" fmla="*/ 34397 w 64015"/>
                <a:gd name="csY50" fmla="*/ 114655 h 143796"/>
                <a:gd name="csX51" fmla="*/ 34874 w 64015"/>
                <a:gd name="csY51" fmla="*/ 112744 h 143796"/>
                <a:gd name="csX52" fmla="*/ 37263 w 64015"/>
                <a:gd name="csY52" fmla="*/ 109400 h 143796"/>
                <a:gd name="csX53" fmla="*/ 37263 w 64015"/>
                <a:gd name="csY53" fmla="*/ 106534 h 143796"/>
                <a:gd name="csX54" fmla="*/ 37263 w 64015"/>
                <a:gd name="csY54" fmla="*/ 104145 h 143796"/>
                <a:gd name="csX55" fmla="*/ 37263 w 64015"/>
                <a:gd name="csY55" fmla="*/ 102234 h 143796"/>
                <a:gd name="csX56" fmla="*/ 36786 w 64015"/>
                <a:gd name="csY56" fmla="*/ 98890 h 143796"/>
                <a:gd name="csX57" fmla="*/ 36786 w 64015"/>
                <a:gd name="csY57" fmla="*/ 98890 h 143796"/>
                <a:gd name="csX58" fmla="*/ 36308 w 64015"/>
                <a:gd name="csY58" fmla="*/ 96501 h 143796"/>
                <a:gd name="csX59" fmla="*/ 33919 w 64015"/>
                <a:gd name="csY59" fmla="*/ 93157 h 143796"/>
                <a:gd name="csX60" fmla="*/ 33919 w 64015"/>
                <a:gd name="csY60" fmla="*/ 93157 h 143796"/>
                <a:gd name="csX61" fmla="*/ 32963 w 64015"/>
                <a:gd name="csY61" fmla="*/ 92680 h 143796"/>
                <a:gd name="csX62" fmla="*/ 32486 w 64015"/>
                <a:gd name="csY62" fmla="*/ 92680 h 143796"/>
                <a:gd name="csX63" fmla="*/ 30575 w 64015"/>
                <a:gd name="csY63" fmla="*/ 93157 h 143796"/>
                <a:gd name="csX64" fmla="*/ 28186 w 64015"/>
                <a:gd name="csY64" fmla="*/ 93635 h 143796"/>
                <a:gd name="csX65" fmla="*/ 27231 w 64015"/>
                <a:gd name="csY65" fmla="*/ 94113 h 143796"/>
                <a:gd name="csX66" fmla="*/ 25798 w 64015"/>
                <a:gd name="csY66" fmla="*/ 94113 h 143796"/>
                <a:gd name="csX67" fmla="*/ 25320 w 64015"/>
                <a:gd name="csY67" fmla="*/ 94113 h 143796"/>
                <a:gd name="csX68" fmla="*/ 21498 w 64015"/>
                <a:gd name="csY68" fmla="*/ 94591 h 143796"/>
                <a:gd name="csX69" fmla="*/ 20065 w 64015"/>
                <a:gd name="csY69" fmla="*/ 95068 h 143796"/>
                <a:gd name="csX70" fmla="*/ 19587 w 64015"/>
                <a:gd name="csY70" fmla="*/ 95546 h 143796"/>
                <a:gd name="csX71" fmla="*/ 19109 w 64015"/>
                <a:gd name="csY71" fmla="*/ 95546 h 143796"/>
                <a:gd name="csX72" fmla="*/ 16721 w 64015"/>
                <a:gd name="csY72" fmla="*/ 93157 h 143796"/>
                <a:gd name="csX73" fmla="*/ 14332 w 64015"/>
                <a:gd name="csY73" fmla="*/ 90769 h 143796"/>
                <a:gd name="csX74" fmla="*/ 11466 w 64015"/>
                <a:gd name="csY74" fmla="*/ 85991 h 143796"/>
                <a:gd name="csX75" fmla="*/ 11466 w 64015"/>
                <a:gd name="csY75" fmla="*/ 85991 h 143796"/>
                <a:gd name="csX76" fmla="*/ 10510 w 64015"/>
                <a:gd name="csY76" fmla="*/ 85514 h 143796"/>
                <a:gd name="csX77" fmla="*/ 10510 w 64015"/>
                <a:gd name="csY77" fmla="*/ 85514 h 143796"/>
                <a:gd name="csX78" fmla="*/ 9555 w 64015"/>
                <a:gd name="csY78" fmla="*/ 84081 h 143796"/>
                <a:gd name="csX79" fmla="*/ 9555 w 64015"/>
                <a:gd name="csY79" fmla="*/ 84081 h 143796"/>
                <a:gd name="csX80" fmla="*/ 8599 w 64015"/>
                <a:gd name="csY80" fmla="*/ 84558 h 143796"/>
                <a:gd name="csX81" fmla="*/ 7166 w 64015"/>
                <a:gd name="csY81" fmla="*/ 85514 h 143796"/>
                <a:gd name="csX82" fmla="*/ 6688 w 64015"/>
                <a:gd name="csY82" fmla="*/ 85514 h 143796"/>
                <a:gd name="csX83" fmla="*/ 6211 w 64015"/>
                <a:gd name="csY83" fmla="*/ 85514 h 143796"/>
                <a:gd name="csX84" fmla="*/ 6211 w 64015"/>
                <a:gd name="csY84" fmla="*/ 85514 h 143796"/>
                <a:gd name="csX85" fmla="*/ 5733 w 64015"/>
                <a:gd name="csY85" fmla="*/ 84558 h 143796"/>
                <a:gd name="csX86" fmla="*/ 4777 w 64015"/>
                <a:gd name="csY86" fmla="*/ 83125 h 143796"/>
                <a:gd name="csX87" fmla="*/ 3822 w 64015"/>
                <a:gd name="csY87" fmla="*/ 81692 h 143796"/>
                <a:gd name="csX88" fmla="*/ 3822 w 64015"/>
                <a:gd name="csY88" fmla="*/ 81692 h 143796"/>
                <a:gd name="csX89" fmla="*/ 2867 w 64015"/>
                <a:gd name="csY89" fmla="*/ 81214 h 143796"/>
                <a:gd name="csX90" fmla="*/ 1911 w 64015"/>
                <a:gd name="csY90" fmla="*/ 80736 h 143796"/>
                <a:gd name="csX91" fmla="*/ 2389 w 64015"/>
                <a:gd name="csY91" fmla="*/ 80259 h 143796"/>
                <a:gd name="csX92" fmla="*/ 2867 w 64015"/>
                <a:gd name="csY92" fmla="*/ 79781 h 143796"/>
                <a:gd name="csX93" fmla="*/ 2389 w 64015"/>
                <a:gd name="csY93" fmla="*/ 79303 h 143796"/>
                <a:gd name="csX94" fmla="*/ 1911 w 64015"/>
                <a:gd name="csY94" fmla="*/ 78825 h 143796"/>
                <a:gd name="csX95" fmla="*/ 0 w 64015"/>
                <a:gd name="csY95" fmla="*/ 77870 h 143796"/>
                <a:gd name="csX96" fmla="*/ 0 w 64015"/>
                <a:gd name="csY96" fmla="*/ 77392 h 143796"/>
                <a:gd name="csX97" fmla="*/ 1911 w 64015"/>
                <a:gd name="csY97" fmla="*/ 76915 h 143796"/>
                <a:gd name="csX98" fmla="*/ 2867 w 64015"/>
                <a:gd name="csY98" fmla="*/ 75959 h 143796"/>
                <a:gd name="csX99" fmla="*/ 2867 w 64015"/>
                <a:gd name="csY99" fmla="*/ 75959 h 143796"/>
                <a:gd name="csX100" fmla="*/ 3344 w 64015"/>
                <a:gd name="csY100" fmla="*/ 75004 h 143796"/>
                <a:gd name="csX101" fmla="*/ 4300 w 64015"/>
                <a:gd name="csY101" fmla="*/ 73093 h 143796"/>
                <a:gd name="csX102" fmla="*/ 5255 w 64015"/>
                <a:gd name="csY102" fmla="*/ 71182 h 143796"/>
                <a:gd name="csX103" fmla="*/ 5733 w 64015"/>
                <a:gd name="csY103" fmla="*/ 70704 h 143796"/>
                <a:gd name="csX104" fmla="*/ 6211 w 64015"/>
                <a:gd name="csY104" fmla="*/ 69749 h 143796"/>
                <a:gd name="csX105" fmla="*/ 5733 w 64015"/>
                <a:gd name="csY105" fmla="*/ 68316 h 143796"/>
                <a:gd name="csX106" fmla="*/ 6211 w 64015"/>
                <a:gd name="csY106" fmla="*/ 66405 h 143796"/>
                <a:gd name="csX107" fmla="*/ 6688 w 64015"/>
                <a:gd name="csY107" fmla="*/ 64493 h 143796"/>
                <a:gd name="csX108" fmla="*/ 5733 w 64015"/>
                <a:gd name="csY108" fmla="*/ 64016 h 143796"/>
                <a:gd name="csX109" fmla="*/ 5255 w 64015"/>
                <a:gd name="csY109" fmla="*/ 63060 h 143796"/>
                <a:gd name="csX110" fmla="*/ 6211 w 64015"/>
                <a:gd name="csY110" fmla="*/ 61150 h 143796"/>
                <a:gd name="csX111" fmla="*/ 6688 w 64015"/>
                <a:gd name="csY111" fmla="*/ 59716 h 143796"/>
                <a:gd name="csX112" fmla="*/ 11466 w 64015"/>
                <a:gd name="csY112" fmla="*/ 58283 h 143796"/>
                <a:gd name="csX113" fmla="*/ 14332 w 64015"/>
                <a:gd name="csY113" fmla="*/ 57328 h 143796"/>
                <a:gd name="csX114" fmla="*/ 14810 w 64015"/>
                <a:gd name="csY114" fmla="*/ 56372 h 143796"/>
                <a:gd name="csX115" fmla="*/ 16243 w 64015"/>
                <a:gd name="csY115" fmla="*/ 55417 h 143796"/>
                <a:gd name="csX116" fmla="*/ 16721 w 64015"/>
                <a:gd name="csY116" fmla="*/ 54461 h 143796"/>
                <a:gd name="csX117" fmla="*/ 16721 w 64015"/>
                <a:gd name="csY117" fmla="*/ 54461 h 143796"/>
                <a:gd name="csX118" fmla="*/ 16243 w 64015"/>
                <a:gd name="csY118" fmla="*/ 54461 h 143796"/>
                <a:gd name="csX119" fmla="*/ 16243 w 64015"/>
                <a:gd name="csY119" fmla="*/ 53984 h 143796"/>
                <a:gd name="csX120" fmla="*/ 13854 w 64015"/>
                <a:gd name="csY120" fmla="*/ 53984 h 143796"/>
                <a:gd name="csX121" fmla="*/ 13377 w 64015"/>
                <a:gd name="csY121" fmla="*/ 53506 h 143796"/>
                <a:gd name="csX122" fmla="*/ 11466 w 64015"/>
                <a:gd name="csY122" fmla="*/ 50162 h 143796"/>
                <a:gd name="csX123" fmla="*/ 12421 w 64015"/>
                <a:gd name="csY123" fmla="*/ 45862 h 143796"/>
                <a:gd name="csX124" fmla="*/ 12421 w 64015"/>
                <a:gd name="csY124" fmla="*/ 44429 h 143796"/>
                <a:gd name="csX125" fmla="*/ 12421 w 64015"/>
                <a:gd name="csY125" fmla="*/ 44429 h 143796"/>
                <a:gd name="csX126" fmla="*/ 12421 w 64015"/>
                <a:gd name="csY126" fmla="*/ 42518 h 143796"/>
                <a:gd name="csX127" fmla="*/ 12421 w 64015"/>
                <a:gd name="csY127" fmla="*/ 41085 h 143796"/>
                <a:gd name="csX128" fmla="*/ 12421 w 64015"/>
                <a:gd name="csY128" fmla="*/ 41085 h 143796"/>
                <a:gd name="csX129" fmla="*/ 12421 w 64015"/>
                <a:gd name="csY129" fmla="*/ 41085 h 143796"/>
                <a:gd name="csX130" fmla="*/ 11466 w 64015"/>
                <a:gd name="csY130" fmla="*/ 40129 h 143796"/>
                <a:gd name="csX131" fmla="*/ 10988 w 64015"/>
                <a:gd name="csY131" fmla="*/ 39652 h 143796"/>
                <a:gd name="csX132" fmla="*/ 10988 w 64015"/>
                <a:gd name="csY132" fmla="*/ 37263 h 143796"/>
                <a:gd name="csX133" fmla="*/ 11943 w 64015"/>
                <a:gd name="csY133" fmla="*/ 37263 h 143796"/>
                <a:gd name="csX134" fmla="*/ 11943 w 64015"/>
                <a:gd name="csY134" fmla="*/ 36785 h 143796"/>
                <a:gd name="csX135" fmla="*/ 13377 w 64015"/>
                <a:gd name="csY135" fmla="*/ 34397 h 143796"/>
                <a:gd name="csX136" fmla="*/ 13854 w 64015"/>
                <a:gd name="csY136" fmla="*/ 32486 h 143796"/>
                <a:gd name="csX137" fmla="*/ 13377 w 64015"/>
                <a:gd name="csY137" fmla="*/ 31052 h 143796"/>
                <a:gd name="csX138" fmla="*/ 12421 w 64015"/>
                <a:gd name="csY138" fmla="*/ 29142 h 143796"/>
                <a:gd name="csX139" fmla="*/ 11943 w 64015"/>
                <a:gd name="csY139" fmla="*/ 28186 h 143796"/>
                <a:gd name="csX140" fmla="*/ 11943 w 64015"/>
                <a:gd name="csY140" fmla="*/ 28186 h 143796"/>
                <a:gd name="csX141" fmla="*/ 11466 w 64015"/>
                <a:gd name="csY141" fmla="*/ 27709 h 143796"/>
                <a:gd name="csX142" fmla="*/ 12421 w 64015"/>
                <a:gd name="csY142" fmla="*/ 26753 h 143796"/>
                <a:gd name="csX143" fmla="*/ 13377 w 64015"/>
                <a:gd name="csY143" fmla="*/ 26275 h 143796"/>
                <a:gd name="csX144" fmla="*/ 14332 w 64015"/>
                <a:gd name="csY144" fmla="*/ 25798 h 143796"/>
                <a:gd name="csX145" fmla="*/ 15765 w 64015"/>
                <a:gd name="csY145" fmla="*/ 25798 h 143796"/>
                <a:gd name="csX146" fmla="*/ 19587 w 64015"/>
                <a:gd name="csY146" fmla="*/ 21976 h 143796"/>
                <a:gd name="csX147" fmla="*/ 19587 w 64015"/>
                <a:gd name="csY147" fmla="*/ 21498 h 143796"/>
                <a:gd name="csX148" fmla="*/ 19109 w 64015"/>
                <a:gd name="csY148" fmla="*/ 20065 h 143796"/>
                <a:gd name="csX149" fmla="*/ 17676 w 64015"/>
                <a:gd name="csY149" fmla="*/ 18632 h 143796"/>
                <a:gd name="csX150" fmla="*/ 17199 w 64015"/>
                <a:gd name="csY150" fmla="*/ 17676 h 143796"/>
                <a:gd name="csX151" fmla="*/ 17199 w 64015"/>
                <a:gd name="csY151" fmla="*/ 15765 h 143796"/>
                <a:gd name="csX152" fmla="*/ 16243 w 64015"/>
                <a:gd name="csY152" fmla="*/ 14810 h 143796"/>
                <a:gd name="csX153" fmla="*/ 16243 w 64015"/>
                <a:gd name="csY153" fmla="*/ 14810 h 143796"/>
                <a:gd name="csX154" fmla="*/ 14332 w 64015"/>
                <a:gd name="csY154" fmla="*/ 13377 h 143796"/>
                <a:gd name="csX155" fmla="*/ 12421 w 64015"/>
                <a:gd name="csY155" fmla="*/ 11943 h 143796"/>
                <a:gd name="csX156" fmla="*/ 13377 w 64015"/>
                <a:gd name="csY156" fmla="*/ 10510 h 143796"/>
                <a:gd name="csX157" fmla="*/ 13377 w 64015"/>
                <a:gd name="csY157" fmla="*/ 8599 h 143796"/>
                <a:gd name="csX158" fmla="*/ 12421 w 64015"/>
                <a:gd name="csY158" fmla="*/ 7644 h 143796"/>
                <a:gd name="csX159" fmla="*/ 11466 w 64015"/>
                <a:gd name="csY159" fmla="*/ 6688 h 143796"/>
                <a:gd name="csX160" fmla="*/ 10510 w 64015"/>
                <a:gd name="csY160" fmla="*/ 5255 h 143796"/>
                <a:gd name="csX161" fmla="*/ 10510 w 64015"/>
                <a:gd name="csY161" fmla="*/ 4300 h 143796"/>
                <a:gd name="csX162" fmla="*/ 10510 w 64015"/>
                <a:gd name="csY162" fmla="*/ 4300 h 143796"/>
                <a:gd name="csX163" fmla="*/ 9555 w 64015"/>
                <a:gd name="csY163" fmla="*/ 3822 h 143796"/>
                <a:gd name="csX164" fmla="*/ 8599 w 64015"/>
                <a:gd name="csY164" fmla="*/ 3822 h 143796"/>
                <a:gd name="csX165" fmla="*/ 8122 w 64015"/>
                <a:gd name="csY165" fmla="*/ 4777 h 143796"/>
                <a:gd name="csX166" fmla="*/ 7166 w 64015"/>
                <a:gd name="csY166" fmla="*/ 4300 h 143796"/>
                <a:gd name="csX167" fmla="*/ 6211 w 64015"/>
                <a:gd name="csY167" fmla="*/ 4300 h 143796"/>
                <a:gd name="csX168" fmla="*/ 6211 w 64015"/>
                <a:gd name="csY168" fmla="*/ 3344 h 143796"/>
                <a:gd name="csX169" fmla="*/ 6211 w 64015"/>
                <a:gd name="csY169" fmla="*/ 2389 h 143796"/>
                <a:gd name="csX170" fmla="*/ 5733 w 64015"/>
                <a:gd name="csY170" fmla="*/ 1911 h 143796"/>
                <a:gd name="csX171" fmla="*/ 4777 w 64015"/>
                <a:gd name="csY171" fmla="*/ 956 h 143796"/>
                <a:gd name="csX172" fmla="*/ 4777 w 64015"/>
                <a:gd name="csY172" fmla="*/ 478 h 143796"/>
                <a:gd name="csX173" fmla="*/ 4777 w 64015"/>
                <a:gd name="csY173" fmla="*/ 478 h 143796"/>
                <a:gd name="csX174" fmla="*/ 5255 w 64015"/>
                <a:gd name="csY174" fmla="*/ 478 h 143796"/>
                <a:gd name="csX175" fmla="*/ 5733 w 64015"/>
                <a:gd name="csY175" fmla="*/ 0 h 143796"/>
                <a:gd name="csX176" fmla="*/ 6211 w 64015"/>
                <a:gd name="csY176" fmla="*/ 0 h 143796"/>
                <a:gd name="csX177" fmla="*/ 9077 w 64015"/>
                <a:gd name="csY177" fmla="*/ 1911 h 143796"/>
                <a:gd name="csX178" fmla="*/ 9077 w 64015"/>
                <a:gd name="csY178" fmla="*/ 1911 h 143796"/>
                <a:gd name="csX179" fmla="*/ 10988 w 64015"/>
                <a:gd name="csY179" fmla="*/ 1911 h 143796"/>
                <a:gd name="csX180" fmla="*/ 12899 w 64015"/>
                <a:gd name="csY180" fmla="*/ 2389 h 143796"/>
                <a:gd name="csX181" fmla="*/ 14810 w 64015"/>
                <a:gd name="csY181" fmla="*/ 3822 h 143796"/>
                <a:gd name="csX182" fmla="*/ 14810 w 64015"/>
                <a:gd name="csY182" fmla="*/ 4300 h 143796"/>
                <a:gd name="csX183" fmla="*/ 15765 w 64015"/>
                <a:gd name="csY183" fmla="*/ 4300 h 143796"/>
                <a:gd name="csX184" fmla="*/ 17199 w 64015"/>
                <a:gd name="csY184" fmla="*/ 4300 h 143796"/>
                <a:gd name="csX185" fmla="*/ 20543 w 64015"/>
                <a:gd name="csY185" fmla="*/ 3822 h 143796"/>
                <a:gd name="csX186" fmla="*/ 21498 w 64015"/>
                <a:gd name="csY186" fmla="*/ 4300 h 143796"/>
                <a:gd name="csX187" fmla="*/ 23409 w 64015"/>
                <a:gd name="csY187" fmla="*/ 5255 h 143796"/>
                <a:gd name="csX188" fmla="*/ 23409 w 64015"/>
                <a:gd name="csY188" fmla="*/ 5255 h 143796"/>
                <a:gd name="csX189" fmla="*/ 23886 w 64015"/>
                <a:gd name="csY189" fmla="*/ 5255 h 143796"/>
                <a:gd name="csX190" fmla="*/ 25320 w 64015"/>
                <a:gd name="csY190" fmla="*/ 5255 h 143796"/>
                <a:gd name="csX191" fmla="*/ 25320 w 64015"/>
                <a:gd name="csY191" fmla="*/ 4777 h 143796"/>
                <a:gd name="csX192" fmla="*/ 25320 w 64015"/>
                <a:gd name="csY192" fmla="*/ 4300 h 143796"/>
                <a:gd name="csX193" fmla="*/ 25320 w 64015"/>
                <a:gd name="csY193" fmla="*/ 3344 h 143796"/>
                <a:gd name="csX194" fmla="*/ 25798 w 64015"/>
                <a:gd name="csY194" fmla="*/ 2867 h 143796"/>
                <a:gd name="csX195" fmla="*/ 26275 w 64015"/>
                <a:gd name="csY195" fmla="*/ 1911 h 143796"/>
                <a:gd name="csX196" fmla="*/ 28186 w 64015"/>
                <a:gd name="csY196" fmla="*/ 2867 h 143796"/>
                <a:gd name="csX197" fmla="*/ 32486 w 64015"/>
                <a:gd name="csY197" fmla="*/ 6211 h 143796"/>
                <a:gd name="csX198" fmla="*/ 32963 w 64015"/>
                <a:gd name="csY198" fmla="*/ 6688 h 143796"/>
                <a:gd name="csX199" fmla="*/ 35830 w 64015"/>
                <a:gd name="csY199" fmla="*/ 10032 h 143796"/>
                <a:gd name="csX200" fmla="*/ 35830 w 64015"/>
                <a:gd name="csY200" fmla="*/ 10510 h 143796"/>
                <a:gd name="csX201" fmla="*/ 36786 w 64015"/>
                <a:gd name="csY201" fmla="*/ 11943 h 143796"/>
                <a:gd name="csX202" fmla="*/ 36786 w 64015"/>
                <a:gd name="csY202" fmla="*/ 12421 h 143796"/>
                <a:gd name="csX203" fmla="*/ 37741 w 64015"/>
                <a:gd name="csY203" fmla="*/ 15765 h 143796"/>
                <a:gd name="csX204" fmla="*/ 37741 w 64015"/>
                <a:gd name="csY204" fmla="*/ 17198 h 143796"/>
                <a:gd name="csX205" fmla="*/ 37741 w 64015"/>
                <a:gd name="csY205" fmla="*/ 18154 h 143796"/>
                <a:gd name="csX206" fmla="*/ 37741 w 64015"/>
                <a:gd name="csY206" fmla="*/ 19109 h 143796"/>
                <a:gd name="csX207" fmla="*/ 37741 w 64015"/>
                <a:gd name="csY207" fmla="*/ 20543 h 143796"/>
                <a:gd name="csX208" fmla="*/ 37741 w 64015"/>
                <a:gd name="csY208" fmla="*/ 21020 h 143796"/>
                <a:gd name="csX209" fmla="*/ 38697 w 64015"/>
                <a:gd name="csY209" fmla="*/ 22453 h 143796"/>
                <a:gd name="csX210" fmla="*/ 39652 w 64015"/>
                <a:gd name="csY210" fmla="*/ 24364 h 143796"/>
                <a:gd name="csX211" fmla="*/ 39652 w 64015"/>
                <a:gd name="csY211" fmla="*/ 25798 h 143796"/>
                <a:gd name="csX212" fmla="*/ 39174 w 64015"/>
                <a:gd name="csY212" fmla="*/ 27231 h 143796"/>
                <a:gd name="csX213" fmla="*/ 38218 w 64015"/>
                <a:gd name="csY213" fmla="*/ 29619 h 143796"/>
                <a:gd name="csX214" fmla="*/ 38218 w 64015"/>
                <a:gd name="csY214" fmla="*/ 30097 h 143796"/>
                <a:gd name="csX215" fmla="*/ 38218 w 64015"/>
                <a:gd name="csY215" fmla="*/ 31052 h 143796"/>
                <a:gd name="csX216" fmla="*/ 38218 w 64015"/>
                <a:gd name="csY216" fmla="*/ 31052 h 143796"/>
                <a:gd name="csX217" fmla="*/ 38697 w 64015"/>
                <a:gd name="csY217" fmla="*/ 32008 h 143796"/>
                <a:gd name="csX218" fmla="*/ 39174 w 64015"/>
                <a:gd name="csY218" fmla="*/ 32008 h 143796"/>
                <a:gd name="csX219" fmla="*/ 40129 w 64015"/>
                <a:gd name="csY219" fmla="*/ 32963 h 143796"/>
                <a:gd name="csX220" fmla="*/ 40607 w 64015"/>
                <a:gd name="csY220" fmla="*/ 33919 h 143796"/>
                <a:gd name="csX221" fmla="*/ 41085 w 64015"/>
                <a:gd name="csY221" fmla="*/ 35352 h 143796"/>
                <a:gd name="csX222" fmla="*/ 41085 w 64015"/>
                <a:gd name="csY222" fmla="*/ 35352 h 143796"/>
                <a:gd name="csX223" fmla="*/ 41563 w 64015"/>
                <a:gd name="csY223" fmla="*/ 35830 h 143796"/>
                <a:gd name="csX224" fmla="*/ 41563 w 64015"/>
                <a:gd name="csY224" fmla="*/ 35830 h 143796"/>
                <a:gd name="csX225" fmla="*/ 42040 w 64015"/>
                <a:gd name="csY225" fmla="*/ 35830 h 143796"/>
                <a:gd name="csX226" fmla="*/ 42518 w 64015"/>
                <a:gd name="csY226" fmla="*/ 35830 h 143796"/>
                <a:gd name="csX227" fmla="*/ 42996 w 64015"/>
                <a:gd name="csY227" fmla="*/ 36308 h 143796"/>
                <a:gd name="csX228" fmla="*/ 43951 w 64015"/>
                <a:gd name="csY228" fmla="*/ 36785 h 143796"/>
                <a:gd name="csX229" fmla="*/ 44907 w 64015"/>
                <a:gd name="csY229" fmla="*/ 38218 h 143796"/>
                <a:gd name="csX230" fmla="*/ 45384 w 64015"/>
                <a:gd name="csY230" fmla="*/ 39652 h 143796"/>
                <a:gd name="csX231" fmla="*/ 45384 w 64015"/>
                <a:gd name="csY231" fmla="*/ 40129 h 143796"/>
                <a:gd name="csX232" fmla="*/ 42518 w 64015"/>
                <a:gd name="csY232" fmla="*/ 40129 h 143796"/>
                <a:gd name="csX233" fmla="*/ 39652 w 64015"/>
                <a:gd name="csY233" fmla="*/ 40607 h 143796"/>
                <a:gd name="csX234" fmla="*/ 38697 w 64015"/>
                <a:gd name="csY234" fmla="*/ 41085 h 143796"/>
                <a:gd name="csX235" fmla="*/ 38697 w 64015"/>
                <a:gd name="csY235" fmla="*/ 41085 h 143796"/>
                <a:gd name="csX236" fmla="*/ 38218 w 64015"/>
                <a:gd name="csY236" fmla="*/ 42518 h 143796"/>
                <a:gd name="csX237" fmla="*/ 37263 w 64015"/>
                <a:gd name="csY237" fmla="*/ 44907 h 143796"/>
                <a:gd name="csX238" fmla="*/ 36786 w 64015"/>
                <a:gd name="csY238" fmla="*/ 45862 h 143796"/>
                <a:gd name="csX239" fmla="*/ 35352 w 64015"/>
                <a:gd name="csY239" fmla="*/ 47773 h 143796"/>
                <a:gd name="csX240" fmla="*/ 33919 w 64015"/>
                <a:gd name="csY240" fmla="*/ 50162 h 143796"/>
                <a:gd name="csX241" fmla="*/ 33441 w 64015"/>
                <a:gd name="csY241" fmla="*/ 51117 h 143796"/>
                <a:gd name="csX242" fmla="*/ 33441 w 64015"/>
                <a:gd name="csY242" fmla="*/ 52073 h 143796"/>
                <a:gd name="csX243" fmla="*/ 34397 w 64015"/>
                <a:gd name="csY243" fmla="*/ 55417 h 143796"/>
                <a:gd name="csX244" fmla="*/ 35352 w 64015"/>
                <a:gd name="csY244" fmla="*/ 59239 h 143796"/>
                <a:gd name="csX245" fmla="*/ 35830 w 64015"/>
                <a:gd name="csY245" fmla="*/ 60194 h 143796"/>
                <a:gd name="csX246" fmla="*/ 36786 w 64015"/>
                <a:gd name="csY246" fmla="*/ 64971 h 143796"/>
                <a:gd name="csX247" fmla="*/ 37263 w 64015"/>
                <a:gd name="csY247" fmla="*/ 68793 h 143796"/>
                <a:gd name="csX248" fmla="*/ 37263 w 64015"/>
                <a:gd name="csY248" fmla="*/ 70704 h 143796"/>
                <a:gd name="csX249" fmla="*/ 37741 w 64015"/>
                <a:gd name="csY249" fmla="*/ 73093 h 143796"/>
                <a:gd name="csX250" fmla="*/ 38697 w 64015"/>
                <a:gd name="csY250" fmla="*/ 74526 h 143796"/>
                <a:gd name="csX251" fmla="*/ 39652 w 64015"/>
                <a:gd name="csY251" fmla="*/ 75481 h 143796"/>
                <a:gd name="csX252" fmla="*/ 43474 w 64015"/>
                <a:gd name="csY252" fmla="*/ 75959 h 143796"/>
                <a:gd name="csX253" fmla="*/ 44429 w 64015"/>
                <a:gd name="csY253" fmla="*/ 76915 h 143796"/>
                <a:gd name="csX254" fmla="*/ 46340 w 64015"/>
                <a:gd name="csY254" fmla="*/ 78348 h 143796"/>
                <a:gd name="csX255" fmla="*/ 51117 w 64015"/>
                <a:gd name="csY255" fmla="*/ 83125 h 143796"/>
                <a:gd name="csX256" fmla="*/ 53506 w 64015"/>
                <a:gd name="csY256" fmla="*/ 86469 h 143796"/>
                <a:gd name="csX257" fmla="*/ 55895 w 64015"/>
                <a:gd name="csY257" fmla="*/ 88858 h 143796"/>
                <a:gd name="csX258" fmla="*/ 59716 w 64015"/>
                <a:gd name="csY258" fmla="*/ 93635 h 143796"/>
                <a:gd name="csX259" fmla="*/ 63061 w 64015"/>
                <a:gd name="csY259" fmla="*/ 97935 h 143796"/>
                <a:gd name="csX260" fmla="*/ 63538 w 64015"/>
                <a:gd name="csY260" fmla="*/ 101279 h 143796"/>
                <a:gd name="csX261" fmla="*/ 64016 w 64015"/>
                <a:gd name="csY261" fmla="*/ 101757 h 14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</a:cxnLst>
              <a:rect l="l" t="t" r="r" b="b"/>
              <a:pathLst>
                <a:path w="64015" h="143796">
                  <a:moveTo>
                    <a:pt x="64016" y="101757"/>
                  </a:moveTo>
                  <a:lnTo>
                    <a:pt x="62583" y="104623"/>
                  </a:lnTo>
                  <a:lnTo>
                    <a:pt x="62105" y="108923"/>
                  </a:lnTo>
                  <a:lnTo>
                    <a:pt x="62583" y="111789"/>
                  </a:lnTo>
                  <a:lnTo>
                    <a:pt x="62583" y="116566"/>
                  </a:lnTo>
                  <a:lnTo>
                    <a:pt x="61627" y="121821"/>
                  </a:lnTo>
                  <a:lnTo>
                    <a:pt x="61150" y="123732"/>
                  </a:lnTo>
                  <a:lnTo>
                    <a:pt x="60194" y="124210"/>
                  </a:lnTo>
                  <a:lnTo>
                    <a:pt x="58283" y="125165"/>
                  </a:lnTo>
                  <a:lnTo>
                    <a:pt x="53506" y="125643"/>
                  </a:lnTo>
                  <a:lnTo>
                    <a:pt x="52550" y="126121"/>
                  </a:lnTo>
                  <a:lnTo>
                    <a:pt x="52550" y="126121"/>
                  </a:lnTo>
                  <a:lnTo>
                    <a:pt x="52073" y="127076"/>
                  </a:lnTo>
                  <a:lnTo>
                    <a:pt x="51117" y="129465"/>
                  </a:lnTo>
                  <a:lnTo>
                    <a:pt x="49684" y="132331"/>
                  </a:lnTo>
                  <a:lnTo>
                    <a:pt x="49206" y="133287"/>
                  </a:lnTo>
                  <a:lnTo>
                    <a:pt x="49684" y="133287"/>
                  </a:lnTo>
                  <a:lnTo>
                    <a:pt x="50640" y="134720"/>
                  </a:lnTo>
                  <a:lnTo>
                    <a:pt x="51595" y="137586"/>
                  </a:lnTo>
                  <a:lnTo>
                    <a:pt x="52073" y="143319"/>
                  </a:lnTo>
                  <a:lnTo>
                    <a:pt x="51595" y="143797"/>
                  </a:lnTo>
                  <a:lnTo>
                    <a:pt x="50162" y="143797"/>
                  </a:lnTo>
                  <a:lnTo>
                    <a:pt x="48729" y="143797"/>
                  </a:lnTo>
                  <a:lnTo>
                    <a:pt x="48251" y="143319"/>
                  </a:lnTo>
                  <a:lnTo>
                    <a:pt x="47773" y="143319"/>
                  </a:lnTo>
                  <a:lnTo>
                    <a:pt x="47295" y="142841"/>
                  </a:lnTo>
                  <a:lnTo>
                    <a:pt x="47295" y="141886"/>
                  </a:lnTo>
                  <a:lnTo>
                    <a:pt x="48251" y="140930"/>
                  </a:lnTo>
                  <a:lnTo>
                    <a:pt x="48251" y="139497"/>
                  </a:lnTo>
                  <a:lnTo>
                    <a:pt x="47773" y="138542"/>
                  </a:lnTo>
                  <a:lnTo>
                    <a:pt x="46340" y="138064"/>
                  </a:lnTo>
                  <a:lnTo>
                    <a:pt x="44907" y="137108"/>
                  </a:lnTo>
                  <a:lnTo>
                    <a:pt x="41563" y="133287"/>
                  </a:lnTo>
                  <a:lnTo>
                    <a:pt x="41563" y="133287"/>
                  </a:lnTo>
                  <a:lnTo>
                    <a:pt x="38697" y="130898"/>
                  </a:lnTo>
                  <a:lnTo>
                    <a:pt x="36786" y="128509"/>
                  </a:lnTo>
                  <a:lnTo>
                    <a:pt x="36786" y="128509"/>
                  </a:lnTo>
                  <a:lnTo>
                    <a:pt x="34874" y="127554"/>
                  </a:lnTo>
                  <a:lnTo>
                    <a:pt x="34397" y="127076"/>
                  </a:lnTo>
                  <a:lnTo>
                    <a:pt x="34397" y="126121"/>
                  </a:lnTo>
                  <a:lnTo>
                    <a:pt x="34397" y="125165"/>
                  </a:lnTo>
                  <a:lnTo>
                    <a:pt x="34397" y="124210"/>
                  </a:lnTo>
                  <a:lnTo>
                    <a:pt x="33919" y="123254"/>
                  </a:lnTo>
                  <a:lnTo>
                    <a:pt x="33919" y="123254"/>
                  </a:lnTo>
                  <a:lnTo>
                    <a:pt x="32008" y="121343"/>
                  </a:lnTo>
                  <a:lnTo>
                    <a:pt x="31052" y="120388"/>
                  </a:lnTo>
                  <a:lnTo>
                    <a:pt x="31052" y="119432"/>
                  </a:lnTo>
                  <a:lnTo>
                    <a:pt x="32008" y="118477"/>
                  </a:lnTo>
                  <a:lnTo>
                    <a:pt x="33441" y="117044"/>
                  </a:lnTo>
                  <a:lnTo>
                    <a:pt x="33441" y="117044"/>
                  </a:lnTo>
                  <a:lnTo>
                    <a:pt x="34397" y="114655"/>
                  </a:lnTo>
                  <a:lnTo>
                    <a:pt x="34874" y="112744"/>
                  </a:lnTo>
                  <a:lnTo>
                    <a:pt x="37263" y="109400"/>
                  </a:lnTo>
                  <a:lnTo>
                    <a:pt x="37263" y="106534"/>
                  </a:lnTo>
                  <a:lnTo>
                    <a:pt x="37263" y="104145"/>
                  </a:lnTo>
                  <a:lnTo>
                    <a:pt x="37263" y="102234"/>
                  </a:lnTo>
                  <a:lnTo>
                    <a:pt x="36786" y="98890"/>
                  </a:lnTo>
                  <a:lnTo>
                    <a:pt x="36786" y="98890"/>
                  </a:lnTo>
                  <a:lnTo>
                    <a:pt x="36308" y="96501"/>
                  </a:lnTo>
                  <a:lnTo>
                    <a:pt x="33919" y="93157"/>
                  </a:lnTo>
                  <a:lnTo>
                    <a:pt x="33919" y="93157"/>
                  </a:lnTo>
                  <a:lnTo>
                    <a:pt x="32963" y="92680"/>
                  </a:lnTo>
                  <a:lnTo>
                    <a:pt x="32486" y="92680"/>
                  </a:lnTo>
                  <a:lnTo>
                    <a:pt x="30575" y="93157"/>
                  </a:lnTo>
                  <a:lnTo>
                    <a:pt x="28186" y="93635"/>
                  </a:lnTo>
                  <a:lnTo>
                    <a:pt x="27231" y="94113"/>
                  </a:lnTo>
                  <a:lnTo>
                    <a:pt x="25798" y="94113"/>
                  </a:lnTo>
                  <a:lnTo>
                    <a:pt x="25320" y="94113"/>
                  </a:lnTo>
                  <a:lnTo>
                    <a:pt x="21498" y="94591"/>
                  </a:lnTo>
                  <a:lnTo>
                    <a:pt x="20065" y="95068"/>
                  </a:lnTo>
                  <a:lnTo>
                    <a:pt x="19587" y="95546"/>
                  </a:lnTo>
                  <a:lnTo>
                    <a:pt x="19109" y="95546"/>
                  </a:lnTo>
                  <a:lnTo>
                    <a:pt x="16721" y="93157"/>
                  </a:lnTo>
                  <a:lnTo>
                    <a:pt x="14332" y="90769"/>
                  </a:lnTo>
                  <a:lnTo>
                    <a:pt x="11466" y="85991"/>
                  </a:lnTo>
                  <a:lnTo>
                    <a:pt x="11466" y="85991"/>
                  </a:lnTo>
                  <a:lnTo>
                    <a:pt x="10510" y="85514"/>
                  </a:lnTo>
                  <a:lnTo>
                    <a:pt x="10510" y="85514"/>
                  </a:lnTo>
                  <a:lnTo>
                    <a:pt x="9555" y="84081"/>
                  </a:lnTo>
                  <a:lnTo>
                    <a:pt x="9555" y="84081"/>
                  </a:lnTo>
                  <a:lnTo>
                    <a:pt x="8599" y="84558"/>
                  </a:lnTo>
                  <a:lnTo>
                    <a:pt x="7166" y="85514"/>
                  </a:lnTo>
                  <a:lnTo>
                    <a:pt x="6688" y="85514"/>
                  </a:lnTo>
                  <a:lnTo>
                    <a:pt x="6211" y="85514"/>
                  </a:lnTo>
                  <a:lnTo>
                    <a:pt x="6211" y="85514"/>
                  </a:lnTo>
                  <a:lnTo>
                    <a:pt x="5733" y="84558"/>
                  </a:lnTo>
                  <a:lnTo>
                    <a:pt x="4777" y="83125"/>
                  </a:lnTo>
                  <a:lnTo>
                    <a:pt x="3822" y="81692"/>
                  </a:lnTo>
                  <a:lnTo>
                    <a:pt x="3822" y="81692"/>
                  </a:lnTo>
                  <a:lnTo>
                    <a:pt x="2867" y="81214"/>
                  </a:lnTo>
                  <a:lnTo>
                    <a:pt x="1911" y="80736"/>
                  </a:lnTo>
                  <a:lnTo>
                    <a:pt x="2389" y="80259"/>
                  </a:lnTo>
                  <a:lnTo>
                    <a:pt x="2867" y="79781"/>
                  </a:lnTo>
                  <a:lnTo>
                    <a:pt x="2389" y="79303"/>
                  </a:lnTo>
                  <a:lnTo>
                    <a:pt x="1911" y="78825"/>
                  </a:lnTo>
                  <a:lnTo>
                    <a:pt x="0" y="77870"/>
                  </a:lnTo>
                  <a:lnTo>
                    <a:pt x="0" y="77392"/>
                  </a:lnTo>
                  <a:lnTo>
                    <a:pt x="1911" y="76915"/>
                  </a:lnTo>
                  <a:lnTo>
                    <a:pt x="2867" y="75959"/>
                  </a:lnTo>
                  <a:lnTo>
                    <a:pt x="2867" y="75959"/>
                  </a:lnTo>
                  <a:lnTo>
                    <a:pt x="3344" y="75004"/>
                  </a:lnTo>
                  <a:lnTo>
                    <a:pt x="4300" y="73093"/>
                  </a:lnTo>
                  <a:lnTo>
                    <a:pt x="5255" y="71182"/>
                  </a:lnTo>
                  <a:lnTo>
                    <a:pt x="5733" y="70704"/>
                  </a:lnTo>
                  <a:lnTo>
                    <a:pt x="6211" y="69749"/>
                  </a:lnTo>
                  <a:lnTo>
                    <a:pt x="5733" y="68316"/>
                  </a:lnTo>
                  <a:lnTo>
                    <a:pt x="6211" y="66405"/>
                  </a:lnTo>
                  <a:lnTo>
                    <a:pt x="6688" y="64493"/>
                  </a:lnTo>
                  <a:lnTo>
                    <a:pt x="5733" y="64016"/>
                  </a:lnTo>
                  <a:lnTo>
                    <a:pt x="5255" y="63060"/>
                  </a:lnTo>
                  <a:lnTo>
                    <a:pt x="6211" y="61150"/>
                  </a:lnTo>
                  <a:lnTo>
                    <a:pt x="6688" y="59716"/>
                  </a:lnTo>
                  <a:lnTo>
                    <a:pt x="11466" y="58283"/>
                  </a:lnTo>
                  <a:lnTo>
                    <a:pt x="14332" y="57328"/>
                  </a:lnTo>
                  <a:lnTo>
                    <a:pt x="14810" y="56372"/>
                  </a:lnTo>
                  <a:lnTo>
                    <a:pt x="16243" y="55417"/>
                  </a:lnTo>
                  <a:lnTo>
                    <a:pt x="16721" y="54461"/>
                  </a:lnTo>
                  <a:lnTo>
                    <a:pt x="16721" y="54461"/>
                  </a:lnTo>
                  <a:lnTo>
                    <a:pt x="16243" y="54461"/>
                  </a:lnTo>
                  <a:lnTo>
                    <a:pt x="16243" y="53984"/>
                  </a:lnTo>
                  <a:lnTo>
                    <a:pt x="13854" y="53984"/>
                  </a:lnTo>
                  <a:lnTo>
                    <a:pt x="13377" y="53506"/>
                  </a:lnTo>
                  <a:lnTo>
                    <a:pt x="11466" y="50162"/>
                  </a:lnTo>
                  <a:lnTo>
                    <a:pt x="12421" y="45862"/>
                  </a:lnTo>
                  <a:lnTo>
                    <a:pt x="12421" y="44429"/>
                  </a:lnTo>
                  <a:lnTo>
                    <a:pt x="12421" y="44429"/>
                  </a:lnTo>
                  <a:lnTo>
                    <a:pt x="12421" y="42518"/>
                  </a:lnTo>
                  <a:lnTo>
                    <a:pt x="12421" y="41085"/>
                  </a:lnTo>
                  <a:lnTo>
                    <a:pt x="12421" y="41085"/>
                  </a:lnTo>
                  <a:lnTo>
                    <a:pt x="12421" y="41085"/>
                  </a:lnTo>
                  <a:lnTo>
                    <a:pt x="11466" y="40129"/>
                  </a:lnTo>
                  <a:lnTo>
                    <a:pt x="10988" y="39652"/>
                  </a:lnTo>
                  <a:lnTo>
                    <a:pt x="10988" y="37263"/>
                  </a:lnTo>
                  <a:lnTo>
                    <a:pt x="11943" y="37263"/>
                  </a:lnTo>
                  <a:lnTo>
                    <a:pt x="11943" y="36785"/>
                  </a:lnTo>
                  <a:lnTo>
                    <a:pt x="13377" y="34397"/>
                  </a:lnTo>
                  <a:lnTo>
                    <a:pt x="13854" y="32486"/>
                  </a:lnTo>
                  <a:lnTo>
                    <a:pt x="13377" y="31052"/>
                  </a:lnTo>
                  <a:lnTo>
                    <a:pt x="12421" y="29142"/>
                  </a:lnTo>
                  <a:lnTo>
                    <a:pt x="11943" y="28186"/>
                  </a:lnTo>
                  <a:lnTo>
                    <a:pt x="11943" y="28186"/>
                  </a:lnTo>
                  <a:lnTo>
                    <a:pt x="11466" y="27709"/>
                  </a:lnTo>
                  <a:lnTo>
                    <a:pt x="12421" y="26753"/>
                  </a:lnTo>
                  <a:lnTo>
                    <a:pt x="13377" y="26275"/>
                  </a:lnTo>
                  <a:lnTo>
                    <a:pt x="14332" y="25798"/>
                  </a:lnTo>
                  <a:lnTo>
                    <a:pt x="15765" y="25798"/>
                  </a:lnTo>
                  <a:lnTo>
                    <a:pt x="19587" y="21976"/>
                  </a:lnTo>
                  <a:lnTo>
                    <a:pt x="19587" y="21498"/>
                  </a:lnTo>
                  <a:lnTo>
                    <a:pt x="19109" y="20065"/>
                  </a:lnTo>
                  <a:lnTo>
                    <a:pt x="17676" y="18632"/>
                  </a:lnTo>
                  <a:lnTo>
                    <a:pt x="17199" y="17676"/>
                  </a:lnTo>
                  <a:lnTo>
                    <a:pt x="17199" y="15765"/>
                  </a:lnTo>
                  <a:lnTo>
                    <a:pt x="16243" y="14810"/>
                  </a:lnTo>
                  <a:lnTo>
                    <a:pt x="16243" y="14810"/>
                  </a:lnTo>
                  <a:lnTo>
                    <a:pt x="14332" y="13377"/>
                  </a:lnTo>
                  <a:lnTo>
                    <a:pt x="12421" y="11943"/>
                  </a:lnTo>
                  <a:lnTo>
                    <a:pt x="13377" y="10510"/>
                  </a:lnTo>
                  <a:lnTo>
                    <a:pt x="13377" y="8599"/>
                  </a:lnTo>
                  <a:lnTo>
                    <a:pt x="12421" y="7644"/>
                  </a:lnTo>
                  <a:lnTo>
                    <a:pt x="11466" y="6688"/>
                  </a:lnTo>
                  <a:lnTo>
                    <a:pt x="10510" y="5255"/>
                  </a:lnTo>
                  <a:lnTo>
                    <a:pt x="10510" y="4300"/>
                  </a:lnTo>
                  <a:lnTo>
                    <a:pt x="10510" y="4300"/>
                  </a:lnTo>
                  <a:lnTo>
                    <a:pt x="9555" y="3822"/>
                  </a:lnTo>
                  <a:lnTo>
                    <a:pt x="8599" y="3822"/>
                  </a:lnTo>
                  <a:lnTo>
                    <a:pt x="8122" y="4777"/>
                  </a:lnTo>
                  <a:lnTo>
                    <a:pt x="7166" y="4300"/>
                  </a:lnTo>
                  <a:lnTo>
                    <a:pt x="6211" y="4300"/>
                  </a:lnTo>
                  <a:lnTo>
                    <a:pt x="6211" y="3344"/>
                  </a:lnTo>
                  <a:lnTo>
                    <a:pt x="6211" y="2389"/>
                  </a:lnTo>
                  <a:lnTo>
                    <a:pt x="5733" y="1911"/>
                  </a:lnTo>
                  <a:lnTo>
                    <a:pt x="4777" y="956"/>
                  </a:lnTo>
                  <a:lnTo>
                    <a:pt x="4777" y="478"/>
                  </a:lnTo>
                  <a:lnTo>
                    <a:pt x="4777" y="478"/>
                  </a:lnTo>
                  <a:lnTo>
                    <a:pt x="5255" y="478"/>
                  </a:lnTo>
                  <a:lnTo>
                    <a:pt x="5733" y="0"/>
                  </a:lnTo>
                  <a:lnTo>
                    <a:pt x="6211" y="0"/>
                  </a:lnTo>
                  <a:lnTo>
                    <a:pt x="9077" y="1911"/>
                  </a:lnTo>
                  <a:lnTo>
                    <a:pt x="9077" y="1911"/>
                  </a:lnTo>
                  <a:lnTo>
                    <a:pt x="10988" y="1911"/>
                  </a:lnTo>
                  <a:lnTo>
                    <a:pt x="12899" y="2389"/>
                  </a:lnTo>
                  <a:lnTo>
                    <a:pt x="14810" y="3822"/>
                  </a:lnTo>
                  <a:lnTo>
                    <a:pt x="14810" y="4300"/>
                  </a:lnTo>
                  <a:lnTo>
                    <a:pt x="15765" y="4300"/>
                  </a:lnTo>
                  <a:lnTo>
                    <a:pt x="17199" y="4300"/>
                  </a:lnTo>
                  <a:lnTo>
                    <a:pt x="20543" y="3822"/>
                  </a:lnTo>
                  <a:lnTo>
                    <a:pt x="21498" y="4300"/>
                  </a:lnTo>
                  <a:lnTo>
                    <a:pt x="23409" y="5255"/>
                  </a:lnTo>
                  <a:lnTo>
                    <a:pt x="23409" y="5255"/>
                  </a:lnTo>
                  <a:lnTo>
                    <a:pt x="23886" y="5255"/>
                  </a:lnTo>
                  <a:lnTo>
                    <a:pt x="25320" y="5255"/>
                  </a:lnTo>
                  <a:lnTo>
                    <a:pt x="25320" y="4777"/>
                  </a:lnTo>
                  <a:lnTo>
                    <a:pt x="25320" y="4300"/>
                  </a:lnTo>
                  <a:lnTo>
                    <a:pt x="25320" y="3344"/>
                  </a:lnTo>
                  <a:lnTo>
                    <a:pt x="25798" y="2867"/>
                  </a:lnTo>
                  <a:lnTo>
                    <a:pt x="26275" y="1911"/>
                  </a:lnTo>
                  <a:lnTo>
                    <a:pt x="28186" y="2867"/>
                  </a:lnTo>
                  <a:lnTo>
                    <a:pt x="32486" y="6211"/>
                  </a:lnTo>
                  <a:lnTo>
                    <a:pt x="32963" y="6688"/>
                  </a:lnTo>
                  <a:lnTo>
                    <a:pt x="35830" y="10032"/>
                  </a:lnTo>
                  <a:lnTo>
                    <a:pt x="35830" y="10510"/>
                  </a:lnTo>
                  <a:lnTo>
                    <a:pt x="36786" y="11943"/>
                  </a:lnTo>
                  <a:lnTo>
                    <a:pt x="36786" y="12421"/>
                  </a:lnTo>
                  <a:lnTo>
                    <a:pt x="37741" y="15765"/>
                  </a:lnTo>
                  <a:lnTo>
                    <a:pt x="37741" y="17198"/>
                  </a:lnTo>
                  <a:lnTo>
                    <a:pt x="37741" y="18154"/>
                  </a:lnTo>
                  <a:lnTo>
                    <a:pt x="37741" y="19109"/>
                  </a:lnTo>
                  <a:lnTo>
                    <a:pt x="37741" y="20543"/>
                  </a:lnTo>
                  <a:lnTo>
                    <a:pt x="37741" y="21020"/>
                  </a:lnTo>
                  <a:lnTo>
                    <a:pt x="38697" y="22453"/>
                  </a:lnTo>
                  <a:lnTo>
                    <a:pt x="39652" y="24364"/>
                  </a:lnTo>
                  <a:lnTo>
                    <a:pt x="39652" y="25798"/>
                  </a:lnTo>
                  <a:lnTo>
                    <a:pt x="39174" y="27231"/>
                  </a:lnTo>
                  <a:lnTo>
                    <a:pt x="38218" y="29619"/>
                  </a:lnTo>
                  <a:lnTo>
                    <a:pt x="38218" y="30097"/>
                  </a:lnTo>
                  <a:lnTo>
                    <a:pt x="38218" y="31052"/>
                  </a:lnTo>
                  <a:lnTo>
                    <a:pt x="38218" y="31052"/>
                  </a:lnTo>
                  <a:lnTo>
                    <a:pt x="38697" y="32008"/>
                  </a:lnTo>
                  <a:lnTo>
                    <a:pt x="39174" y="32008"/>
                  </a:lnTo>
                  <a:lnTo>
                    <a:pt x="40129" y="32963"/>
                  </a:lnTo>
                  <a:lnTo>
                    <a:pt x="40607" y="33919"/>
                  </a:lnTo>
                  <a:lnTo>
                    <a:pt x="41085" y="35352"/>
                  </a:lnTo>
                  <a:lnTo>
                    <a:pt x="41085" y="35352"/>
                  </a:lnTo>
                  <a:lnTo>
                    <a:pt x="41563" y="35830"/>
                  </a:lnTo>
                  <a:lnTo>
                    <a:pt x="41563" y="35830"/>
                  </a:lnTo>
                  <a:lnTo>
                    <a:pt x="42040" y="35830"/>
                  </a:lnTo>
                  <a:lnTo>
                    <a:pt x="42518" y="35830"/>
                  </a:lnTo>
                  <a:lnTo>
                    <a:pt x="42996" y="36308"/>
                  </a:lnTo>
                  <a:lnTo>
                    <a:pt x="43951" y="36785"/>
                  </a:lnTo>
                  <a:lnTo>
                    <a:pt x="44907" y="38218"/>
                  </a:lnTo>
                  <a:lnTo>
                    <a:pt x="45384" y="39652"/>
                  </a:lnTo>
                  <a:lnTo>
                    <a:pt x="45384" y="40129"/>
                  </a:lnTo>
                  <a:lnTo>
                    <a:pt x="42518" y="40129"/>
                  </a:lnTo>
                  <a:lnTo>
                    <a:pt x="39652" y="40607"/>
                  </a:lnTo>
                  <a:lnTo>
                    <a:pt x="38697" y="41085"/>
                  </a:lnTo>
                  <a:lnTo>
                    <a:pt x="38697" y="41085"/>
                  </a:lnTo>
                  <a:lnTo>
                    <a:pt x="38218" y="42518"/>
                  </a:lnTo>
                  <a:lnTo>
                    <a:pt x="37263" y="44907"/>
                  </a:lnTo>
                  <a:lnTo>
                    <a:pt x="36786" y="45862"/>
                  </a:lnTo>
                  <a:lnTo>
                    <a:pt x="35352" y="47773"/>
                  </a:lnTo>
                  <a:lnTo>
                    <a:pt x="33919" y="50162"/>
                  </a:lnTo>
                  <a:lnTo>
                    <a:pt x="33441" y="51117"/>
                  </a:lnTo>
                  <a:lnTo>
                    <a:pt x="33441" y="52073"/>
                  </a:lnTo>
                  <a:lnTo>
                    <a:pt x="34397" y="55417"/>
                  </a:lnTo>
                  <a:lnTo>
                    <a:pt x="35352" y="59239"/>
                  </a:lnTo>
                  <a:lnTo>
                    <a:pt x="35830" y="60194"/>
                  </a:lnTo>
                  <a:lnTo>
                    <a:pt x="36786" y="64971"/>
                  </a:lnTo>
                  <a:lnTo>
                    <a:pt x="37263" y="68793"/>
                  </a:lnTo>
                  <a:lnTo>
                    <a:pt x="37263" y="70704"/>
                  </a:lnTo>
                  <a:lnTo>
                    <a:pt x="37741" y="73093"/>
                  </a:lnTo>
                  <a:lnTo>
                    <a:pt x="38697" y="74526"/>
                  </a:lnTo>
                  <a:lnTo>
                    <a:pt x="39652" y="75481"/>
                  </a:lnTo>
                  <a:lnTo>
                    <a:pt x="43474" y="75959"/>
                  </a:lnTo>
                  <a:lnTo>
                    <a:pt x="44429" y="76915"/>
                  </a:lnTo>
                  <a:lnTo>
                    <a:pt x="46340" y="78348"/>
                  </a:lnTo>
                  <a:lnTo>
                    <a:pt x="51117" y="83125"/>
                  </a:lnTo>
                  <a:lnTo>
                    <a:pt x="53506" y="86469"/>
                  </a:lnTo>
                  <a:lnTo>
                    <a:pt x="55895" y="88858"/>
                  </a:lnTo>
                  <a:lnTo>
                    <a:pt x="59716" y="93635"/>
                  </a:lnTo>
                  <a:lnTo>
                    <a:pt x="63061" y="97935"/>
                  </a:lnTo>
                  <a:lnTo>
                    <a:pt x="63538" y="101279"/>
                  </a:lnTo>
                  <a:lnTo>
                    <a:pt x="64016" y="10175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4" name="Freeform 1573">
              <a:extLst>
                <a:ext uri="{FF2B5EF4-FFF2-40B4-BE49-F238E27FC236}">
                  <a16:creationId xmlns:a16="http://schemas.microsoft.com/office/drawing/2014/main" id="{675B10C3-949A-C563-5C91-1E820891A45F}"/>
                </a:ext>
              </a:extLst>
            </p:cNvPr>
            <p:cNvSpPr/>
            <p:nvPr/>
          </p:nvSpPr>
          <p:spPr>
            <a:xfrm>
              <a:off x="6584238" y="4636484"/>
              <a:ext cx="8121" cy="1433"/>
            </a:xfrm>
            <a:custGeom>
              <a:avLst/>
              <a:gdLst>
                <a:gd name="csX0" fmla="*/ 8122 w 8121"/>
                <a:gd name="csY0" fmla="*/ 1433 h 1433"/>
                <a:gd name="csX1" fmla="*/ 2867 w 8121"/>
                <a:gd name="csY1" fmla="*/ 0 h 1433"/>
                <a:gd name="csX2" fmla="*/ 1911 w 8121"/>
                <a:gd name="csY2" fmla="*/ 0 h 1433"/>
                <a:gd name="csX3" fmla="*/ 956 w 8121"/>
                <a:gd name="csY3" fmla="*/ 478 h 1433"/>
                <a:gd name="csX4" fmla="*/ 0 w 8121"/>
                <a:gd name="csY4" fmla="*/ 955 h 1433"/>
                <a:gd name="csX5" fmla="*/ 956 w 8121"/>
                <a:gd name="csY5" fmla="*/ 478 h 1433"/>
                <a:gd name="csX6" fmla="*/ 1911 w 8121"/>
                <a:gd name="csY6" fmla="*/ 0 h 1433"/>
                <a:gd name="csX7" fmla="*/ 2867 w 8121"/>
                <a:gd name="csY7" fmla="*/ 0 h 1433"/>
                <a:gd name="csX8" fmla="*/ 8122 w 8121"/>
                <a:gd name="csY8" fmla="*/ 1433 h 1433"/>
                <a:gd name="csX9" fmla="*/ 8122 w 8121"/>
                <a:gd name="csY9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121" h="1433">
                  <a:moveTo>
                    <a:pt x="8122" y="1433"/>
                  </a:moveTo>
                  <a:lnTo>
                    <a:pt x="2867" y="0"/>
                  </a:lnTo>
                  <a:lnTo>
                    <a:pt x="1911" y="0"/>
                  </a:lnTo>
                  <a:lnTo>
                    <a:pt x="956" y="478"/>
                  </a:lnTo>
                  <a:lnTo>
                    <a:pt x="0" y="955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867" y="0"/>
                  </a:lnTo>
                  <a:lnTo>
                    <a:pt x="8122" y="1433"/>
                  </a:lnTo>
                  <a:lnTo>
                    <a:pt x="81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5" name="Freeform 1574">
              <a:extLst>
                <a:ext uri="{FF2B5EF4-FFF2-40B4-BE49-F238E27FC236}">
                  <a16:creationId xmlns:a16="http://schemas.microsoft.com/office/drawing/2014/main" id="{5BEFC0FF-0D86-298B-68F9-AF5EBC59789F}"/>
                </a:ext>
              </a:extLst>
            </p:cNvPr>
            <p:cNvSpPr/>
            <p:nvPr/>
          </p:nvSpPr>
          <p:spPr>
            <a:xfrm>
              <a:off x="6575162" y="4111937"/>
              <a:ext cx="13853" cy="25319"/>
            </a:xfrm>
            <a:custGeom>
              <a:avLst/>
              <a:gdLst>
                <a:gd name="csX0" fmla="*/ 13376 w 13853"/>
                <a:gd name="csY0" fmla="*/ 2867 h 25319"/>
                <a:gd name="csX1" fmla="*/ 13854 w 13853"/>
                <a:gd name="csY1" fmla="*/ 6211 h 25319"/>
                <a:gd name="csX2" fmla="*/ 13376 w 13853"/>
                <a:gd name="csY2" fmla="*/ 9077 h 25319"/>
                <a:gd name="csX3" fmla="*/ 13376 w 13853"/>
                <a:gd name="csY3" fmla="*/ 11466 h 25319"/>
                <a:gd name="csX4" fmla="*/ 13854 w 13853"/>
                <a:gd name="csY4" fmla="*/ 16243 h 25319"/>
                <a:gd name="csX5" fmla="*/ 12421 w 13853"/>
                <a:gd name="csY5" fmla="*/ 18154 h 25319"/>
                <a:gd name="csX6" fmla="*/ 11943 w 13853"/>
                <a:gd name="csY6" fmla="*/ 20543 h 25319"/>
                <a:gd name="csX7" fmla="*/ 11465 w 13853"/>
                <a:gd name="csY7" fmla="*/ 22453 h 25319"/>
                <a:gd name="csX8" fmla="*/ 10987 w 13853"/>
                <a:gd name="csY8" fmla="*/ 22453 h 25319"/>
                <a:gd name="csX9" fmla="*/ 8121 w 13853"/>
                <a:gd name="csY9" fmla="*/ 23409 h 25319"/>
                <a:gd name="csX10" fmla="*/ 4777 w 13853"/>
                <a:gd name="csY10" fmla="*/ 24842 h 25319"/>
                <a:gd name="csX11" fmla="*/ 955 w 13853"/>
                <a:gd name="csY11" fmla="*/ 25320 h 25319"/>
                <a:gd name="csX12" fmla="*/ 478 w 13853"/>
                <a:gd name="csY12" fmla="*/ 24842 h 25319"/>
                <a:gd name="csX13" fmla="*/ 0 w 13853"/>
                <a:gd name="csY13" fmla="*/ 24364 h 25319"/>
                <a:gd name="csX14" fmla="*/ 1433 w 13853"/>
                <a:gd name="csY14" fmla="*/ 21020 h 25319"/>
                <a:gd name="csX15" fmla="*/ 1910 w 13853"/>
                <a:gd name="csY15" fmla="*/ 19587 h 25319"/>
                <a:gd name="csX16" fmla="*/ 3344 w 13853"/>
                <a:gd name="csY16" fmla="*/ 18154 h 25319"/>
                <a:gd name="csX17" fmla="*/ 5733 w 13853"/>
                <a:gd name="csY17" fmla="*/ 17198 h 25319"/>
                <a:gd name="csX18" fmla="*/ 6688 w 13853"/>
                <a:gd name="csY18" fmla="*/ 16721 h 25319"/>
                <a:gd name="csX19" fmla="*/ 6688 w 13853"/>
                <a:gd name="csY19" fmla="*/ 16243 h 25319"/>
                <a:gd name="csX20" fmla="*/ 5255 w 13853"/>
                <a:gd name="csY20" fmla="*/ 15287 h 25319"/>
                <a:gd name="csX21" fmla="*/ 3821 w 13853"/>
                <a:gd name="csY21" fmla="*/ 14810 h 25319"/>
                <a:gd name="csX22" fmla="*/ 2389 w 13853"/>
                <a:gd name="csY22" fmla="*/ 15287 h 25319"/>
                <a:gd name="csX23" fmla="*/ 1910 w 13853"/>
                <a:gd name="csY23" fmla="*/ 15287 h 25319"/>
                <a:gd name="csX24" fmla="*/ 1910 w 13853"/>
                <a:gd name="csY24" fmla="*/ 14810 h 25319"/>
                <a:gd name="csX25" fmla="*/ 2389 w 13853"/>
                <a:gd name="csY25" fmla="*/ 14332 h 25319"/>
                <a:gd name="csX26" fmla="*/ 2389 w 13853"/>
                <a:gd name="csY26" fmla="*/ 13377 h 25319"/>
                <a:gd name="csX27" fmla="*/ 2389 w 13853"/>
                <a:gd name="csY27" fmla="*/ 11466 h 25319"/>
                <a:gd name="csX28" fmla="*/ 2389 w 13853"/>
                <a:gd name="csY28" fmla="*/ 11466 h 25319"/>
                <a:gd name="csX29" fmla="*/ 1910 w 13853"/>
                <a:gd name="csY29" fmla="*/ 9555 h 25319"/>
                <a:gd name="csX30" fmla="*/ 1910 w 13853"/>
                <a:gd name="csY30" fmla="*/ 8121 h 25319"/>
                <a:gd name="csX31" fmla="*/ 2866 w 13853"/>
                <a:gd name="csY31" fmla="*/ 5255 h 25319"/>
                <a:gd name="csX32" fmla="*/ 2866 w 13853"/>
                <a:gd name="csY32" fmla="*/ 4300 h 25319"/>
                <a:gd name="csX33" fmla="*/ 3344 w 13853"/>
                <a:gd name="csY33" fmla="*/ 3344 h 25319"/>
                <a:gd name="csX34" fmla="*/ 3821 w 13853"/>
                <a:gd name="csY34" fmla="*/ 1433 h 25319"/>
                <a:gd name="csX35" fmla="*/ 6688 w 13853"/>
                <a:gd name="csY35" fmla="*/ 0 h 25319"/>
                <a:gd name="csX36" fmla="*/ 8599 w 13853"/>
                <a:gd name="csY36" fmla="*/ 478 h 25319"/>
                <a:gd name="csX37" fmla="*/ 10032 w 13853"/>
                <a:gd name="csY37" fmla="*/ 478 h 25319"/>
                <a:gd name="csX38" fmla="*/ 10510 w 13853"/>
                <a:gd name="csY38" fmla="*/ 956 h 25319"/>
                <a:gd name="csX39" fmla="*/ 10510 w 13853"/>
                <a:gd name="csY39" fmla="*/ 1911 h 25319"/>
                <a:gd name="csX40" fmla="*/ 12421 w 13853"/>
                <a:gd name="csY40" fmla="*/ 2867 h 25319"/>
                <a:gd name="csX41" fmla="*/ 13376 w 13853"/>
                <a:gd name="csY41" fmla="*/ 2867 h 25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3853" h="25319">
                  <a:moveTo>
                    <a:pt x="13376" y="2867"/>
                  </a:moveTo>
                  <a:lnTo>
                    <a:pt x="13854" y="6211"/>
                  </a:lnTo>
                  <a:lnTo>
                    <a:pt x="13376" y="9077"/>
                  </a:lnTo>
                  <a:lnTo>
                    <a:pt x="13376" y="11466"/>
                  </a:lnTo>
                  <a:lnTo>
                    <a:pt x="13854" y="16243"/>
                  </a:lnTo>
                  <a:lnTo>
                    <a:pt x="12421" y="18154"/>
                  </a:lnTo>
                  <a:lnTo>
                    <a:pt x="11943" y="20543"/>
                  </a:lnTo>
                  <a:lnTo>
                    <a:pt x="11465" y="22453"/>
                  </a:lnTo>
                  <a:lnTo>
                    <a:pt x="10987" y="22453"/>
                  </a:lnTo>
                  <a:lnTo>
                    <a:pt x="8121" y="23409"/>
                  </a:lnTo>
                  <a:lnTo>
                    <a:pt x="4777" y="24842"/>
                  </a:lnTo>
                  <a:lnTo>
                    <a:pt x="955" y="25320"/>
                  </a:lnTo>
                  <a:lnTo>
                    <a:pt x="478" y="24842"/>
                  </a:lnTo>
                  <a:lnTo>
                    <a:pt x="0" y="24364"/>
                  </a:lnTo>
                  <a:lnTo>
                    <a:pt x="1433" y="21020"/>
                  </a:lnTo>
                  <a:lnTo>
                    <a:pt x="1910" y="19587"/>
                  </a:lnTo>
                  <a:lnTo>
                    <a:pt x="3344" y="18154"/>
                  </a:lnTo>
                  <a:lnTo>
                    <a:pt x="5733" y="17198"/>
                  </a:lnTo>
                  <a:lnTo>
                    <a:pt x="6688" y="16721"/>
                  </a:lnTo>
                  <a:lnTo>
                    <a:pt x="6688" y="16243"/>
                  </a:lnTo>
                  <a:lnTo>
                    <a:pt x="5255" y="15287"/>
                  </a:lnTo>
                  <a:lnTo>
                    <a:pt x="3821" y="14810"/>
                  </a:lnTo>
                  <a:lnTo>
                    <a:pt x="2389" y="15287"/>
                  </a:lnTo>
                  <a:lnTo>
                    <a:pt x="1910" y="15287"/>
                  </a:lnTo>
                  <a:lnTo>
                    <a:pt x="1910" y="14810"/>
                  </a:lnTo>
                  <a:lnTo>
                    <a:pt x="2389" y="14332"/>
                  </a:lnTo>
                  <a:lnTo>
                    <a:pt x="2389" y="13377"/>
                  </a:lnTo>
                  <a:lnTo>
                    <a:pt x="2389" y="11466"/>
                  </a:lnTo>
                  <a:lnTo>
                    <a:pt x="2389" y="11466"/>
                  </a:lnTo>
                  <a:lnTo>
                    <a:pt x="1910" y="9555"/>
                  </a:lnTo>
                  <a:lnTo>
                    <a:pt x="1910" y="8121"/>
                  </a:lnTo>
                  <a:lnTo>
                    <a:pt x="2866" y="5255"/>
                  </a:lnTo>
                  <a:lnTo>
                    <a:pt x="2866" y="4300"/>
                  </a:lnTo>
                  <a:lnTo>
                    <a:pt x="3344" y="3344"/>
                  </a:lnTo>
                  <a:lnTo>
                    <a:pt x="3821" y="1433"/>
                  </a:lnTo>
                  <a:lnTo>
                    <a:pt x="6688" y="0"/>
                  </a:lnTo>
                  <a:lnTo>
                    <a:pt x="8599" y="478"/>
                  </a:lnTo>
                  <a:lnTo>
                    <a:pt x="10032" y="478"/>
                  </a:lnTo>
                  <a:lnTo>
                    <a:pt x="10510" y="956"/>
                  </a:lnTo>
                  <a:lnTo>
                    <a:pt x="10510" y="1911"/>
                  </a:lnTo>
                  <a:lnTo>
                    <a:pt x="12421" y="2867"/>
                  </a:lnTo>
                  <a:lnTo>
                    <a:pt x="13376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6" name="Freeform 1575">
              <a:extLst>
                <a:ext uri="{FF2B5EF4-FFF2-40B4-BE49-F238E27FC236}">
                  <a16:creationId xmlns:a16="http://schemas.microsoft.com/office/drawing/2014/main" id="{54DC6C3A-1D92-78C1-8DDD-7D587A0246DF}"/>
                </a:ext>
              </a:extLst>
            </p:cNvPr>
            <p:cNvSpPr/>
            <p:nvPr/>
          </p:nvSpPr>
          <p:spPr>
            <a:xfrm>
              <a:off x="6581372" y="4945097"/>
              <a:ext cx="7643" cy="477"/>
            </a:xfrm>
            <a:custGeom>
              <a:avLst/>
              <a:gdLst>
                <a:gd name="csX0" fmla="*/ 7644 w 7643"/>
                <a:gd name="csY0" fmla="*/ 478 h 477"/>
                <a:gd name="csX1" fmla="*/ 6688 w 7643"/>
                <a:gd name="csY1" fmla="*/ 478 h 477"/>
                <a:gd name="csX2" fmla="*/ 5255 w 7643"/>
                <a:gd name="csY2" fmla="*/ 478 h 477"/>
                <a:gd name="csX3" fmla="*/ 4777 w 7643"/>
                <a:gd name="csY3" fmla="*/ 478 h 477"/>
                <a:gd name="csX4" fmla="*/ 0 w 7643"/>
                <a:gd name="csY4" fmla="*/ 0 h 477"/>
                <a:gd name="csX5" fmla="*/ 4777 w 7643"/>
                <a:gd name="csY5" fmla="*/ 0 h 477"/>
                <a:gd name="csX6" fmla="*/ 5255 w 7643"/>
                <a:gd name="csY6" fmla="*/ 478 h 477"/>
                <a:gd name="csX7" fmla="*/ 6688 w 7643"/>
                <a:gd name="csY7" fmla="*/ 478 h 477"/>
                <a:gd name="csX8" fmla="*/ 7644 w 7643"/>
                <a:gd name="csY8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43" h="477">
                  <a:moveTo>
                    <a:pt x="7644" y="478"/>
                  </a:moveTo>
                  <a:lnTo>
                    <a:pt x="6688" y="478"/>
                  </a:lnTo>
                  <a:lnTo>
                    <a:pt x="5255" y="478"/>
                  </a:lnTo>
                  <a:lnTo>
                    <a:pt x="4777" y="478"/>
                  </a:lnTo>
                  <a:lnTo>
                    <a:pt x="0" y="0"/>
                  </a:lnTo>
                  <a:lnTo>
                    <a:pt x="4777" y="0"/>
                  </a:lnTo>
                  <a:lnTo>
                    <a:pt x="5255" y="478"/>
                  </a:lnTo>
                  <a:lnTo>
                    <a:pt x="6688" y="478"/>
                  </a:lnTo>
                  <a:lnTo>
                    <a:pt x="76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" name="Freeform 1576">
              <a:extLst>
                <a:ext uri="{FF2B5EF4-FFF2-40B4-BE49-F238E27FC236}">
                  <a16:creationId xmlns:a16="http://schemas.microsoft.com/office/drawing/2014/main" id="{A336BA49-E5E8-9D1D-1963-8659FD6D6128}"/>
                </a:ext>
              </a:extLst>
            </p:cNvPr>
            <p:cNvSpPr/>
            <p:nvPr/>
          </p:nvSpPr>
          <p:spPr>
            <a:xfrm>
              <a:off x="6587583" y="3673381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955 w 955"/>
                <a:gd name="csY1" fmla="*/ 478 h 477"/>
                <a:gd name="csX2" fmla="*/ 0 w 955"/>
                <a:gd name="csY2" fmla="*/ 0 h 477"/>
                <a:gd name="csX3" fmla="*/ 0 w 955"/>
                <a:gd name="csY3" fmla="*/ 0 h 477"/>
                <a:gd name="csX4" fmla="*/ 955 w 955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8" name="Freeform 1577">
              <a:extLst>
                <a:ext uri="{FF2B5EF4-FFF2-40B4-BE49-F238E27FC236}">
                  <a16:creationId xmlns:a16="http://schemas.microsoft.com/office/drawing/2014/main" id="{E02AAA3C-81C4-7ACF-A082-5FBAFDE5599D}"/>
                </a:ext>
              </a:extLst>
            </p:cNvPr>
            <p:cNvSpPr/>
            <p:nvPr/>
          </p:nvSpPr>
          <p:spPr>
            <a:xfrm>
              <a:off x="6586149" y="4099038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1433 w 1433"/>
                <a:gd name="csY1" fmla="*/ 0 h 955"/>
                <a:gd name="csX2" fmla="*/ 0 w 1433"/>
                <a:gd name="csY2" fmla="*/ 955 h 955"/>
                <a:gd name="csX3" fmla="*/ 1433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1433" y="0"/>
                  </a:lnTo>
                  <a:lnTo>
                    <a:pt x="0" y="955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9" name="Freeform 1578">
              <a:extLst>
                <a:ext uri="{FF2B5EF4-FFF2-40B4-BE49-F238E27FC236}">
                  <a16:creationId xmlns:a16="http://schemas.microsoft.com/office/drawing/2014/main" id="{4A1D7155-C97D-9198-0A39-18F0CA6A4A83}"/>
                </a:ext>
              </a:extLst>
            </p:cNvPr>
            <p:cNvSpPr/>
            <p:nvPr/>
          </p:nvSpPr>
          <p:spPr>
            <a:xfrm>
              <a:off x="6586149" y="3670992"/>
              <a:ext cx="1433" cy="2388"/>
            </a:xfrm>
            <a:custGeom>
              <a:avLst/>
              <a:gdLst>
                <a:gd name="csX0" fmla="*/ 0 w 1433"/>
                <a:gd name="csY0" fmla="*/ 0 h 2388"/>
                <a:gd name="csX1" fmla="*/ 1433 w 1433"/>
                <a:gd name="csY1" fmla="*/ 2389 h 2388"/>
                <a:gd name="csX2" fmla="*/ 0 w 1433"/>
                <a:gd name="csY2" fmla="*/ 0 h 2388"/>
                <a:gd name="csX3" fmla="*/ 0 w 1433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2388">
                  <a:moveTo>
                    <a:pt x="0" y="0"/>
                  </a:moveTo>
                  <a:lnTo>
                    <a:pt x="1433" y="238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0" name="Freeform 1579">
              <a:extLst>
                <a:ext uri="{FF2B5EF4-FFF2-40B4-BE49-F238E27FC236}">
                  <a16:creationId xmlns:a16="http://schemas.microsoft.com/office/drawing/2014/main" id="{9FE0887E-C3A9-CB3B-3722-612D04D06B66}"/>
                </a:ext>
              </a:extLst>
            </p:cNvPr>
            <p:cNvSpPr/>
            <p:nvPr/>
          </p:nvSpPr>
          <p:spPr>
            <a:xfrm>
              <a:off x="6585672" y="3663826"/>
              <a:ext cx="955" cy="1911"/>
            </a:xfrm>
            <a:custGeom>
              <a:avLst/>
              <a:gdLst>
                <a:gd name="csX0" fmla="*/ 955 w 955"/>
                <a:gd name="csY0" fmla="*/ 1911 h 1911"/>
                <a:gd name="csX1" fmla="*/ 955 w 955"/>
                <a:gd name="csY1" fmla="*/ 1911 h 1911"/>
                <a:gd name="csX2" fmla="*/ 478 w 955"/>
                <a:gd name="csY2" fmla="*/ 956 h 1911"/>
                <a:gd name="csX3" fmla="*/ 0 w 955"/>
                <a:gd name="csY3" fmla="*/ 0 h 1911"/>
                <a:gd name="csX4" fmla="*/ 0 w 955"/>
                <a:gd name="csY4" fmla="*/ 0 h 1911"/>
                <a:gd name="csX5" fmla="*/ 478 w 955"/>
                <a:gd name="csY5" fmla="*/ 956 h 1911"/>
                <a:gd name="csX6" fmla="*/ 955 w 955"/>
                <a:gd name="csY6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1911">
                  <a:moveTo>
                    <a:pt x="955" y="1911"/>
                  </a:moveTo>
                  <a:lnTo>
                    <a:pt x="955" y="1911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956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1" name="Freeform 1580">
              <a:extLst>
                <a:ext uri="{FF2B5EF4-FFF2-40B4-BE49-F238E27FC236}">
                  <a16:creationId xmlns:a16="http://schemas.microsoft.com/office/drawing/2014/main" id="{A90677C9-C484-9756-2D90-E607A1E6297C}"/>
                </a:ext>
              </a:extLst>
            </p:cNvPr>
            <p:cNvSpPr/>
            <p:nvPr/>
          </p:nvSpPr>
          <p:spPr>
            <a:xfrm>
              <a:off x="6584238" y="3659527"/>
              <a:ext cx="478" cy="1433"/>
            </a:xfrm>
            <a:custGeom>
              <a:avLst/>
              <a:gdLst>
                <a:gd name="csX0" fmla="*/ 478 w 478"/>
                <a:gd name="csY0" fmla="*/ 956 h 1433"/>
                <a:gd name="csX1" fmla="*/ 478 w 478"/>
                <a:gd name="csY1" fmla="*/ 1433 h 1433"/>
                <a:gd name="csX2" fmla="*/ 0 w 478"/>
                <a:gd name="csY2" fmla="*/ 0 h 1433"/>
                <a:gd name="csX3" fmla="*/ 478 w 478"/>
                <a:gd name="csY3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1433">
                  <a:moveTo>
                    <a:pt x="478" y="956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2" name="Freeform 1581">
              <a:extLst>
                <a:ext uri="{FF2B5EF4-FFF2-40B4-BE49-F238E27FC236}">
                  <a16:creationId xmlns:a16="http://schemas.microsoft.com/office/drawing/2014/main" id="{238BFA5C-A777-0334-1254-094BDB4FD49B}"/>
                </a:ext>
              </a:extLst>
            </p:cNvPr>
            <p:cNvSpPr/>
            <p:nvPr/>
          </p:nvSpPr>
          <p:spPr>
            <a:xfrm>
              <a:off x="6362572" y="4511796"/>
              <a:ext cx="220711" cy="159561"/>
            </a:xfrm>
            <a:custGeom>
              <a:avLst/>
              <a:gdLst>
                <a:gd name="csX0" fmla="*/ 220233 w 220711"/>
                <a:gd name="csY0" fmla="*/ 122777 h 159561"/>
                <a:gd name="csX1" fmla="*/ 220711 w 220711"/>
                <a:gd name="csY1" fmla="*/ 123254 h 159561"/>
                <a:gd name="csX2" fmla="*/ 220711 w 220711"/>
                <a:gd name="csY2" fmla="*/ 123254 h 159561"/>
                <a:gd name="csX3" fmla="*/ 216889 w 220711"/>
                <a:gd name="csY3" fmla="*/ 126598 h 159561"/>
                <a:gd name="csX4" fmla="*/ 212590 w 220711"/>
                <a:gd name="csY4" fmla="*/ 130420 h 159561"/>
                <a:gd name="csX5" fmla="*/ 208290 w 220711"/>
                <a:gd name="csY5" fmla="*/ 134720 h 159561"/>
                <a:gd name="csX6" fmla="*/ 203035 w 220711"/>
                <a:gd name="csY6" fmla="*/ 139019 h 159561"/>
                <a:gd name="csX7" fmla="*/ 198736 w 220711"/>
                <a:gd name="csY7" fmla="*/ 142841 h 159561"/>
                <a:gd name="csX8" fmla="*/ 198736 w 220711"/>
                <a:gd name="csY8" fmla="*/ 142841 h 159561"/>
                <a:gd name="csX9" fmla="*/ 194914 w 220711"/>
                <a:gd name="csY9" fmla="*/ 146185 h 159561"/>
                <a:gd name="csX10" fmla="*/ 194914 w 220711"/>
                <a:gd name="csY10" fmla="*/ 146663 h 159561"/>
                <a:gd name="csX11" fmla="*/ 190136 w 220711"/>
                <a:gd name="csY11" fmla="*/ 150485 h 159561"/>
                <a:gd name="csX12" fmla="*/ 186792 w 220711"/>
                <a:gd name="csY12" fmla="*/ 153829 h 159561"/>
                <a:gd name="csX13" fmla="*/ 186315 w 220711"/>
                <a:gd name="csY13" fmla="*/ 154307 h 159561"/>
                <a:gd name="csX14" fmla="*/ 185359 w 220711"/>
                <a:gd name="csY14" fmla="*/ 154784 h 159561"/>
                <a:gd name="csX15" fmla="*/ 182015 w 220711"/>
                <a:gd name="csY15" fmla="*/ 154784 h 159561"/>
                <a:gd name="csX16" fmla="*/ 178671 w 220711"/>
                <a:gd name="csY16" fmla="*/ 154307 h 159561"/>
                <a:gd name="csX17" fmla="*/ 175327 w 220711"/>
                <a:gd name="csY17" fmla="*/ 152396 h 159561"/>
                <a:gd name="csX18" fmla="*/ 172461 w 220711"/>
                <a:gd name="csY18" fmla="*/ 153829 h 159561"/>
                <a:gd name="csX19" fmla="*/ 170549 w 220711"/>
                <a:gd name="csY19" fmla="*/ 154784 h 159561"/>
                <a:gd name="csX20" fmla="*/ 169116 w 220711"/>
                <a:gd name="csY20" fmla="*/ 154784 h 159561"/>
                <a:gd name="csX21" fmla="*/ 166250 w 220711"/>
                <a:gd name="csY21" fmla="*/ 154784 h 159561"/>
                <a:gd name="csX22" fmla="*/ 162428 w 220711"/>
                <a:gd name="csY22" fmla="*/ 155740 h 159561"/>
                <a:gd name="csX23" fmla="*/ 160517 w 220711"/>
                <a:gd name="csY23" fmla="*/ 156695 h 159561"/>
                <a:gd name="csX24" fmla="*/ 159561 w 220711"/>
                <a:gd name="csY24" fmla="*/ 157651 h 159561"/>
                <a:gd name="csX25" fmla="*/ 159084 w 220711"/>
                <a:gd name="csY25" fmla="*/ 159084 h 159561"/>
                <a:gd name="csX26" fmla="*/ 158606 w 220711"/>
                <a:gd name="csY26" fmla="*/ 159084 h 159561"/>
                <a:gd name="csX27" fmla="*/ 157651 w 220711"/>
                <a:gd name="csY27" fmla="*/ 159084 h 159561"/>
                <a:gd name="csX28" fmla="*/ 156695 w 220711"/>
                <a:gd name="csY28" fmla="*/ 158606 h 159561"/>
                <a:gd name="csX29" fmla="*/ 154784 w 220711"/>
                <a:gd name="csY29" fmla="*/ 157651 h 159561"/>
                <a:gd name="csX30" fmla="*/ 153351 w 220711"/>
                <a:gd name="csY30" fmla="*/ 155740 h 159561"/>
                <a:gd name="csX31" fmla="*/ 152396 w 220711"/>
                <a:gd name="csY31" fmla="*/ 154784 h 159561"/>
                <a:gd name="csX32" fmla="*/ 151918 w 220711"/>
                <a:gd name="csY32" fmla="*/ 153829 h 159561"/>
                <a:gd name="csX33" fmla="*/ 148574 w 220711"/>
                <a:gd name="csY33" fmla="*/ 155740 h 159561"/>
                <a:gd name="csX34" fmla="*/ 146663 w 220711"/>
                <a:gd name="csY34" fmla="*/ 156218 h 159561"/>
                <a:gd name="csX35" fmla="*/ 145230 w 220711"/>
                <a:gd name="csY35" fmla="*/ 156218 h 159561"/>
                <a:gd name="csX36" fmla="*/ 142841 w 220711"/>
                <a:gd name="csY36" fmla="*/ 155262 h 159561"/>
                <a:gd name="csX37" fmla="*/ 140452 w 220711"/>
                <a:gd name="csY37" fmla="*/ 154307 h 159561"/>
                <a:gd name="csX38" fmla="*/ 139019 w 220711"/>
                <a:gd name="csY38" fmla="*/ 154307 h 159561"/>
                <a:gd name="csX39" fmla="*/ 137108 w 220711"/>
                <a:gd name="csY39" fmla="*/ 155262 h 159561"/>
                <a:gd name="csX40" fmla="*/ 134720 w 220711"/>
                <a:gd name="csY40" fmla="*/ 157173 h 159561"/>
                <a:gd name="csX41" fmla="*/ 133286 w 220711"/>
                <a:gd name="csY41" fmla="*/ 158606 h 159561"/>
                <a:gd name="csX42" fmla="*/ 132809 w 220711"/>
                <a:gd name="csY42" fmla="*/ 159562 h 159561"/>
                <a:gd name="csX43" fmla="*/ 132331 w 220711"/>
                <a:gd name="csY43" fmla="*/ 159084 h 159561"/>
                <a:gd name="csX44" fmla="*/ 131854 w 220711"/>
                <a:gd name="csY44" fmla="*/ 158129 h 159561"/>
                <a:gd name="csX45" fmla="*/ 131376 w 220711"/>
                <a:gd name="csY45" fmla="*/ 157173 h 159561"/>
                <a:gd name="csX46" fmla="*/ 130898 w 220711"/>
                <a:gd name="csY46" fmla="*/ 157173 h 159561"/>
                <a:gd name="csX47" fmla="*/ 129942 w 220711"/>
                <a:gd name="csY47" fmla="*/ 156695 h 159561"/>
                <a:gd name="csX48" fmla="*/ 128987 w 220711"/>
                <a:gd name="csY48" fmla="*/ 157173 h 159561"/>
                <a:gd name="csX49" fmla="*/ 127554 w 220711"/>
                <a:gd name="csY49" fmla="*/ 157173 h 159561"/>
                <a:gd name="csX50" fmla="*/ 127076 w 220711"/>
                <a:gd name="csY50" fmla="*/ 156695 h 159561"/>
                <a:gd name="csX51" fmla="*/ 127076 w 220711"/>
                <a:gd name="csY51" fmla="*/ 155262 h 159561"/>
                <a:gd name="csX52" fmla="*/ 126599 w 220711"/>
                <a:gd name="csY52" fmla="*/ 154307 h 159561"/>
                <a:gd name="csX53" fmla="*/ 126120 w 220711"/>
                <a:gd name="csY53" fmla="*/ 153351 h 159561"/>
                <a:gd name="csX54" fmla="*/ 124688 w 220711"/>
                <a:gd name="csY54" fmla="*/ 152396 h 159561"/>
                <a:gd name="csX55" fmla="*/ 119910 w 220711"/>
                <a:gd name="csY55" fmla="*/ 150963 h 159561"/>
                <a:gd name="csX56" fmla="*/ 116566 w 220711"/>
                <a:gd name="csY56" fmla="*/ 147141 h 159561"/>
                <a:gd name="csX57" fmla="*/ 114655 w 220711"/>
                <a:gd name="csY57" fmla="*/ 145707 h 159561"/>
                <a:gd name="csX58" fmla="*/ 113700 w 220711"/>
                <a:gd name="csY58" fmla="*/ 144274 h 159561"/>
                <a:gd name="csX59" fmla="*/ 111789 w 220711"/>
                <a:gd name="csY59" fmla="*/ 141886 h 159561"/>
                <a:gd name="csX60" fmla="*/ 109878 w 220711"/>
                <a:gd name="csY60" fmla="*/ 139975 h 159561"/>
                <a:gd name="csX61" fmla="*/ 107011 w 220711"/>
                <a:gd name="csY61" fmla="*/ 139019 h 159561"/>
                <a:gd name="csX62" fmla="*/ 105578 w 220711"/>
                <a:gd name="csY62" fmla="*/ 139497 h 159561"/>
                <a:gd name="csX63" fmla="*/ 104145 w 220711"/>
                <a:gd name="csY63" fmla="*/ 141408 h 159561"/>
                <a:gd name="csX64" fmla="*/ 100801 w 220711"/>
                <a:gd name="csY64" fmla="*/ 143319 h 159561"/>
                <a:gd name="csX65" fmla="*/ 99368 w 220711"/>
                <a:gd name="csY65" fmla="*/ 143319 h 159561"/>
                <a:gd name="csX66" fmla="*/ 97457 w 220711"/>
                <a:gd name="csY66" fmla="*/ 142363 h 159561"/>
                <a:gd name="csX67" fmla="*/ 95068 w 220711"/>
                <a:gd name="csY67" fmla="*/ 141408 h 159561"/>
                <a:gd name="csX68" fmla="*/ 90769 w 220711"/>
                <a:gd name="csY68" fmla="*/ 141408 h 159561"/>
                <a:gd name="csX69" fmla="*/ 89335 w 220711"/>
                <a:gd name="csY69" fmla="*/ 142363 h 159561"/>
                <a:gd name="csX70" fmla="*/ 86947 w 220711"/>
                <a:gd name="csY70" fmla="*/ 143797 h 159561"/>
                <a:gd name="csX71" fmla="*/ 85036 w 220711"/>
                <a:gd name="csY71" fmla="*/ 144752 h 159561"/>
                <a:gd name="csX72" fmla="*/ 83603 w 220711"/>
                <a:gd name="csY72" fmla="*/ 144752 h 159561"/>
                <a:gd name="csX73" fmla="*/ 82647 w 220711"/>
                <a:gd name="csY73" fmla="*/ 144274 h 159561"/>
                <a:gd name="csX74" fmla="*/ 81214 w 220711"/>
                <a:gd name="csY74" fmla="*/ 144274 h 159561"/>
                <a:gd name="csX75" fmla="*/ 80258 w 220711"/>
                <a:gd name="csY75" fmla="*/ 144274 h 159561"/>
                <a:gd name="csX76" fmla="*/ 77870 w 220711"/>
                <a:gd name="csY76" fmla="*/ 142841 h 159561"/>
                <a:gd name="csX77" fmla="*/ 76915 w 220711"/>
                <a:gd name="csY77" fmla="*/ 141886 h 159561"/>
                <a:gd name="csX78" fmla="*/ 75959 w 220711"/>
                <a:gd name="csY78" fmla="*/ 140930 h 159561"/>
                <a:gd name="csX79" fmla="*/ 75004 w 220711"/>
                <a:gd name="csY79" fmla="*/ 139975 h 159561"/>
                <a:gd name="csX80" fmla="*/ 73093 w 220711"/>
                <a:gd name="csY80" fmla="*/ 139497 h 159561"/>
                <a:gd name="csX81" fmla="*/ 72137 w 220711"/>
                <a:gd name="csY81" fmla="*/ 138542 h 159561"/>
                <a:gd name="csX82" fmla="*/ 71660 w 220711"/>
                <a:gd name="csY82" fmla="*/ 137586 h 159561"/>
                <a:gd name="csX83" fmla="*/ 70704 w 220711"/>
                <a:gd name="csY83" fmla="*/ 136153 h 159561"/>
                <a:gd name="csX84" fmla="*/ 69749 w 220711"/>
                <a:gd name="csY84" fmla="*/ 135197 h 159561"/>
                <a:gd name="csX85" fmla="*/ 66404 w 220711"/>
                <a:gd name="csY85" fmla="*/ 132809 h 159561"/>
                <a:gd name="csX86" fmla="*/ 65449 w 220711"/>
                <a:gd name="csY86" fmla="*/ 131376 h 159561"/>
                <a:gd name="csX87" fmla="*/ 64494 w 220711"/>
                <a:gd name="csY87" fmla="*/ 130420 h 159561"/>
                <a:gd name="csX88" fmla="*/ 63060 w 220711"/>
                <a:gd name="csY88" fmla="*/ 128987 h 159561"/>
                <a:gd name="csX89" fmla="*/ 61627 w 220711"/>
                <a:gd name="csY89" fmla="*/ 127076 h 159561"/>
                <a:gd name="csX90" fmla="*/ 61149 w 220711"/>
                <a:gd name="csY90" fmla="*/ 124210 h 159561"/>
                <a:gd name="csX91" fmla="*/ 61149 w 220711"/>
                <a:gd name="csY91" fmla="*/ 122299 h 159561"/>
                <a:gd name="csX92" fmla="*/ 60672 w 220711"/>
                <a:gd name="csY92" fmla="*/ 120865 h 159561"/>
                <a:gd name="csX93" fmla="*/ 60194 w 220711"/>
                <a:gd name="csY93" fmla="*/ 119910 h 159561"/>
                <a:gd name="csX94" fmla="*/ 59238 w 220711"/>
                <a:gd name="csY94" fmla="*/ 118955 h 159561"/>
                <a:gd name="csX95" fmla="*/ 58283 w 220711"/>
                <a:gd name="csY95" fmla="*/ 117999 h 159561"/>
                <a:gd name="csX96" fmla="*/ 55417 w 220711"/>
                <a:gd name="csY96" fmla="*/ 116566 h 159561"/>
                <a:gd name="csX97" fmla="*/ 52551 w 220711"/>
                <a:gd name="csY97" fmla="*/ 115133 h 159561"/>
                <a:gd name="csX98" fmla="*/ 51117 w 220711"/>
                <a:gd name="csY98" fmla="*/ 114177 h 159561"/>
                <a:gd name="csX99" fmla="*/ 48728 w 220711"/>
                <a:gd name="csY99" fmla="*/ 113700 h 159561"/>
                <a:gd name="csX100" fmla="*/ 46817 w 220711"/>
                <a:gd name="csY100" fmla="*/ 112744 h 159561"/>
                <a:gd name="csX101" fmla="*/ 45862 w 220711"/>
                <a:gd name="csY101" fmla="*/ 110833 h 159561"/>
                <a:gd name="csX102" fmla="*/ 44906 w 220711"/>
                <a:gd name="csY102" fmla="*/ 109400 h 159561"/>
                <a:gd name="csX103" fmla="*/ 43951 w 220711"/>
                <a:gd name="csY103" fmla="*/ 107967 h 159561"/>
                <a:gd name="csX104" fmla="*/ 42996 w 220711"/>
                <a:gd name="csY104" fmla="*/ 107012 h 159561"/>
                <a:gd name="csX105" fmla="*/ 42996 w 220711"/>
                <a:gd name="csY105" fmla="*/ 106056 h 159561"/>
                <a:gd name="csX106" fmla="*/ 43951 w 220711"/>
                <a:gd name="csY106" fmla="*/ 102712 h 159561"/>
                <a:gd name="csX107" fmla="*/ 42518 w 220711"/>
                <a:gd name="csY107" fmla="*/ 101279 h 159561"/>
                <a:gd name="csX108" fmla="*/ 40129 w 220711"/>
                <a:gd name="csY108" fmla="*/ 99846 h 159561"/>
                <a:gd name="csX109" fmla="*/ 38696 w 220711"/>
                <a:gd name="csY109" fmla="*/ 98412 h 159561"/>
                <a:gd name="csX110" fmla="*/ 37741 w 220711"/>
                <a:gd name="csY110" fmla="*/ 96979 h 159561"/>
                <a:gd name="csX111" fmla="*/ 34397 w 220711"/>
                <a:gd name="csY111" fmla="*/ 94590 h 159561"/>
                <a:gd name="csX112" fmla="*/ 28186 w 220711"/>
                <a:gd name="csY112" fmla="*/ 91724 h 159561"/>
                <a:gd name="csX113" fmla="*/ 24364 w 220711"/>
                <a:gd name="csY113" fmla="*/ 89813 h 159561"/>
                <a:gd name="csX114" fmla="*/ 22453 w 220711"/>
                <a:gd name="csY114" fmla="*/ 88380 h 159561"/>
                <a:gd name="csX115" fmla="*/ 20542 w 220711"/>
                <a:gd name="csY115" fmla="*/ 86469 h 159561"/>
                <a:gd name="csX116" fmla="*/ 20542 w 220711"/>
                <a:gd name="csY116" fmla="*/ 85991 h 159561"/>
                <a:gd name="csX117" fmla="*/ 21498 w 220711"/>
                <a:gd name="csY117" fmla="*/ 84081 h 159561"/>
                <a:gd name="csX118" fmla="*/ 21976 w 220711"/>
                <a:gd name="csY118" fmla="*/ 82647 h 159561"/>
                <a:gd name="csX119" fmla="*/ 21020 w 220711"/>
                <a:gd name="csY119" fmla="*/ 81214 h 159561"/>
                <a:gd name="csX120" fmla="*/ 17198 w 220711"/>
                <a:gd name="csY120" fmla="*/ 78348 h 159561"/>
                <a:gd name="csX121" fmla="*/ 13854 w 220711"/>
                <a:gd name="csY121" fmla="*/ 75004 h 159561"/>
                <a:gd name="csX122" fmla="*/ 11943 w 220711"/>
                <a:gd name="csY122" fmla="*/ 74048 h 159561"/>
                <a:gd name="csX123" fmla="*/ 6210 w 220711"/>
                <a:gd name="csY123" fmla="*/ 73570 h 159561"/>
                <a:gd name="csX124" fmla="*/ 4777 w 220711"/>
                <a:gd name="csY124" fmla="*/ 73093 h 159561"/>
                <a:gd name="csX125" fmla="*/ 2867 w 220711"/>
                <a:gd name="csY125" fmla="*/ 72615 h 159561"/>
                <a:gd name="csX126" fmla="*/ 1433 w 220711"/>
                <a:gd name="csY126" fmla="*/ 71182 h 159561"/>
                <a:gd name="csX127" fmla="*/ 478 w 220711"/>
                <a:gd name="csY127" fmla="*/ 69271 h 159561"/>
                <a:gd name="csX128" fmla="*/ 1433 w 220711"/>
                <a:gd name="csY128" fmla="*/ 66405 h 159561"/>
                <a:gd name="csX129" fmla="*/ 956 w 220711"/>
                <a:gd name="csY129" fmla="*/ 65927 h 159561"/>
                <a:gd name="csX130" fmla="*/ 956 w 220711"/>
                <a:gd name="csY130" fmla="*/ 65927 h 159561"/>
                <a:gd name="csX131" fmla="*/ 0 w 220711"/>
                <a:gd name="csY131" fmla="*/ 65449 h 159561"/>
                <a:gd name="csX132" fmla="*/ 478 w 220711"/>
                <a:gd name="csY132" fmla="*/ 64971 h 159561"/>
                <a:gd name="csX133" fmla="*/ 1433 w 220711"/>
                <a:gd name="csY133" fmla="*/ 63538 h 159561"/>
                <a:gd name="csX134" fmla="*/ 2867 w 220711"/>
                <a:gd name="csY134" fmla="*/ 63060 h 159561"/>
                <a:gd name="csX135" fmla="*/ 7644 w 220711"/>
                <a:gd name="csY135" fmla="*/ 61627 h 159561"/>
                <a:gd name="csX136" fmla="*/ 8121 w 220711"/>
                <a:gd name="csY136" fmla="*/ 61149 h 159561"/>
                <a:gd name="csX137" fmla="*/ 8121 w 220711"/>
                <a:gd name="csY137" fmla="*/ 59239 h 159561"/>
                <a:gd name="csX138" fmla="*/ 8599 w 220711"/>
                <a:gd name="csY138" fmla="*/ 58283 h 159561"/>
                <a:gd name="csX139" fmla="*/ 10032 w 220711"/>
                <a:gd name="csY139" fmla="*/ 56372 h 159561"/>
                <a:gd name="csX140" fmla="*/ 10032 w 220711"/>
                <a:gd name="csY140" fmla="*/ 55417 h 159561"/>
                <a:gd name="csX141" fmla="*/ 10510 w 220711"/>
                <a:gd name="csY141" fmla="*/ 53506 h 159561"/>
                <a:gd name="csX142" fmla="*/ 10510 w 220711"/>
                <a:gd name="csY142" fmla="*/ 52550 h 159561"/>
                <a:gd name="csX143" fmla="*/ 10988 w 220711"/>
                <a:gd name="csY143" fmla="*/ 51595 h 159561"/>
                <a:gd name="csX144" fmla="*/ 12421 w 220711"/>
                <a:gd name="csY144" fmla="*/ 50639 h 159561"/>
                <a:gd name="csX145" fmla="*/ 12421 w 220711"/>
                <a:gd name="csY145" fmla="*/ 49684 h 159561"/>
                <a:gd name="csX146" fmla="*/ 12899 w 220711"/>
                <a:gd name="csY146" fmla="*/ 48251 h 159561"/>
                <a:gd name="csX147" fmla="*/ 12899 w 220711"/>
                <a:gd name="csY147" fmla="*/ 45384 h 159561"/>
                <a:gd name="csX148" fmla="*/ 13376 w 220711"/>
                <a:gd name="csY148" fmla="*/ 43951 h 159561"/>
                <a:gd name="csX149" fmla="*/ 16243 w 220711"/>
                <a:gd name="csY149" fmla="*/ 41563 h 159561"/>
                <a:gd name="csX150" fmla="*/ 17198 w 220711"/>
                <a:gd name="csY150" fmla="*/ 40129 h 159561"/>
                <a:gd name="csX151" fmla="*/ 17198 w 220711"/>
                <a:gd name="csY151" fmla="*/ 39174 h 159561"/>
                <a:gd name="csX152" fmla="*/ 17198 w 220711"/>
                <a:gd name="csY152" fmla="*/ 37741 h 159561"/>
                <a:gd name="csX153" fmla="*/ 17198 w 220711"/>
                <a:gd name="csY153" fmla="*/ 36785 h 159561"/>
                <a:gd name="csX154" fmla="*/ 18154 w 220711"/>
                <a:gd name="csY154" fmla="*/ 35830 h 159561"/>
                <a:gd name="csX155" fmla="*/ 19109 w 220711"/>
                <a:gd name="csY155" fmla="*/ 35352 h 159561"/>
                <a:gd name="csX156" fmla="*/ 21020 w 220711"/>
                <a:gd name="csY156" fmla="*/ 34874 h 159561"/>
                <a:gd name="csX157" fmla="*/ 22453 w 220711"/>
                <a:gd name="csY157" fmla="*/ 35352 h 159561"/>
                <a:gd name="csX158" fmla="*/ 32963 w 220711"/>
                <a:gd name="csY158" fmla="*/ 33441 h 159561"/>
                <a:gd name="csX159" fmla="*/ 33919 w 220711"/>
                <a:gd name="csY159" fmla="*/ 33441 h 159561"/>
                <a:gd name="csX160" fmla="*/ 34397 w 220711"/>
                <a:gd name="csY160" fmla="*/ 34874 h 159561"/>
                <a:gd name="csX161" fmla="*/ 34397 w 220711"/>
                <a:gd name="csY161" fmla="*/ 36785 h 159561"/>
                <a:gd name="csX162" fmla="*/ 34874 w 220711"/>
                <a:gd name="csY162" fmla="*/ 37263 h 159561"/>
                <a:gd name="csX163" fmla="*/ 35352 w 220711"/>
                <a:gd name="csY163" fmla="*/ 38218 h 159561"/>
                <a:gd name="csX164" fmla="*/ 36785 w 220711"/>
                <a:gd name="csY164" fmla="*/ 38696 h 159561"/>
                <a:gd name="csX165" fmla="*/ 37741 w 220711"/>
                <a:gd name="csY165" fmla="*/ 40129 h 159561"/>
                <a:gd name="csX166" fmla="*/ 38696 w 220711"/>
                <a:gd name="csY166" fmla="*/ 40607 h 159561"/>
                <a:gd name="csX167" fmla="*/ 40129 w 220711"/>
                <a:gd name="csY167" fmla="*/ 41563 h 159561"/>
                <a:gd name="csX168" fmla="*/ 47773 w 220711"/>
                <a:gd name="csY168" fmla="*/ 49684 h 159561"/>
                <a:gd name="csX169" fmla="*/ 49684 w 220711"/>
                <a:gd name="csY169" fmla="*/ 50639 h 159561"/>
                <a:gd name="csX170" fmla="*/ 52072 w 220711"/>
                <a:gd name="csY170" fmla="*/ 50162 h 159561"/>
                <a:gd name="csX171" fmla="*/ 55894 w 220711"/>
                <a:gd name="csY171" fmla="*/ 48728 h 159561"/>
                <a:gd name="csX172" fmla="*/ 58283 w 220711"/>
                <a:gd name="csY172" fmla="*/ 48251 h 159561"/>
                <a:gd name="csX173" fmla="*/ 72615 w 220711"/>
                <a:gd name="csY173" fmla="*/ 48728 h 159561"/>
                <a:gd name="csX174" fmla="*/ 74048 w 220711"/>
                <a:gd name="csY174" fmla="*/ 48251 h 159561"/>
                <a:gd name="csX175" fmla="*/ 74048 w 220711"/>
                <a:gd name="csY175" fmla="*/ 48728 h 159561"/>
                <a:gd name="csX176" fmla="*/ 76437 w 220711"/>
                <a:gd name="csY176" fmla="*/ 52550 h 159561"/>
                <a:gd name="csX177" fmla="*/ 77392 w 220711"/>
                <a:gd name="csY177" fmla="*/ 53506 h 159561"/>
                <a:gd name="csX178" fmla="*/ 93158 w 220711"/>
                <a:gd name="csY178" fmla="*/ 53506 h 159561"/>
                <a:gd name="csX179" fmla="*/ 92679 w 220711"/>
                <a:gd name="csY179" fmla="*/ 52550 h 159561"/>
                <a:gd name="csX180" fmla="*/ 93158 w 220711"/>
                <a:gd name="csY180" fmla="*/ 51117 h 159561"/>
                <a:gd name="csX181" fmla="*/ 95068 w 220711"/>
                <a:gd name="csY181" fmla="*/ 49206 h 159561"/>
                <a:gd name="csX182" fmla="*/ 96024 w 220711"/>
                <a:gd name="csY182" fmla="*/ 48728 h 159561"/>
                <a:gd name="csX183" fmla="*/ 96501 w 220711"/>
                <a:gd name="csY183" fmla="*/ 48251 h 159561"/>
                <a:gd name="csX184" fmla="*/ 98890 w 220711"/>
                <a:gd name="csY184" fmla="*/ 47295 h 159561"/>
                <a:gd name="csX185" fmla="*/ 101279 w 220711"/>
                <a:gd name="csY185" fmla="*/ 46340 h 159561"/>
                <a:gd name="csX186" fmla="*/ 105578 w 220711"/>
                <a:gd name="csY186" fmla="*/ 45384 h 159561"/>
                <a:gd name="csX187" fmla="*/ 107489 w 220711"/>
                <a:gd name="csY187" fmla="*/ 43951 h 159561"/>
                <a:gd name="csX188" fmla="*/ 108445 w 220711"/>
                <a:gd name="csY188" fmla="*/ 42518 h 159561"/>
                <a:gd name="csX189" fmla="*/ 108445 w 220711"/>
                <a:gd name="csY189" fmla="*/ 40129 h 159561"/>
                <a:gd name="csX190" fmla="*/ 108922 w 220711"/>
                <a:gd name="csY190" fmla="*/ 39651 h 159561"/>
                <a:gd name="csX191" fmla="*/ 109878 w 220711"/>
                <a:gd name="csY191" fmla="*/ 38696 h 159561"/>
                <a:gd name="csX192" fmla="*/ 115133 w 220711"/>
                <a:gd name="csY192" fmla="*/ 36308 h 159561"/>
                <a:gd name="csX193" fmla="*/ 116088 w 220711"/>
                <a:gd name="csY193" fmla="*/ 35830 h 159561"/>
                <a:gd name="csX194" fmla="*/ 125643 w 220711"/>
                <a:gd name="csY194" fmla="*/ 41563 h 159561"/>
                <a:gd name="csX195" fmla="*/ 130898 w 220711"/>
                <a:gd name="csY195" fmla="*/ 45862 h 159561"/>
                <a:gd name="csX196" fmla="*/ 130898 w 220711"/>
                <a:gd name="csY196" fmla="*/ 45862 h 159561"/>
                <a:gd name="csX197" fmla="*/ 131376 w 220711"/>
                <a:gd name="csY197" fmla="*/ 46340 h 159561"/>
                <a:gd name="csX198" fmla="*/ 131854 w 220711"/>
                <a:gd name="csY198" fmla="*/ 45862 h 159561"/>
                <a:gd name="csX199" fmla="*/ 131854 w 220711"/>
                <a:gd name="csY199" fmla="*/ 45862 h 159561"/>
                <a:gd name="csX200" fmla="*/ 132331 w 220711"/>
                <a:gd name="csY200" fmla="*/ 45862 h 159561"/>
                <a:gd name="csX201" fmla="*/ 132331 w 220711"/>
                <a:gd name="csY201" fmla="*/ 45862 h 159561"/>
                <a:gd name="csX202" fmla="*/ 134720 w 220711"/>
                <a:gd name="csY202" fmla="*/ 45384 h 159561"/>
                <a:gd name="csX203" fmla="*/ 139019 w 220711"/>
                <a:gd name="csY203" fmla="*/ 45384 h 159561"/>
                <a:gd name="csX204" fmla="*/ 140452 w 220711"/>
                <a:gd name="csY204" fmla="*/ 44907 h 159561"/>
                <a:gd name="csX205" fmla="*/ 149052 w 220711"/>
                <a:gd name="csY205" fmla="*/ 37263 h 159561"/>
                <a:gd name="csX206" fmla="*/ 150963 w 220711"/>
                <a:gd name="csY206" fmla="*/ 34397 h 159561"/>
                <a:gd name="csX207" fmla="*/ 151440 w 220711"/>
                <a:gd name="csY207" fmla="*/ 33919 h 159561"/>
                <a:gd name="csX208" fmla="*/ 152874 w 220711"/>
                <a:gd name="csY208" fmla="*/ 32486 h 159561"/>
                <a:gd name="csX209" fmla="*/ 154307 w 220711"/>
                <a:gd name="csY209" fmla="*/ 29142 h 159561"/>
                <a:gd name="csX210" fmla="*/ 154307 w 220711"/>
                <a:gd name="csY210" fmla="*/ 29142 h 159561"/>
                <a:gd name="csX211" fmla="*/ 163861 w 220711"/>
                <a:gd name="csY211" fmla="*/ 21498 h 159561"/>
                <a:gd name="csX212" fmla="*/ 164339 w 220711"/>
                <a:gd name="csY212" fmla="*/ 21020 h 159561"/>
                <a:gd name="csX213" fmla="*/ 164339 w 220711"/>
                <a:gd name="csY213" fmla="*/ 20542 h 159561"/>
                <a:gd name="csX214" fmla="*/ 162906 w 220711"/>
                <a:gd name="csY214" fmla="*/ 18154 h 159561"/>
                <a:gd name="csX215" fmla="*/ 162428 w 220711"/>
                <a:gd name="csY215" fmla="*/ 16721 h 159561"/>
                <a:gd name="csX216" fmla="*/ 162428 w 220711"/>
                <a:gd name="csY216" fmla="*/ 14810 h 159561"/>
                <a:gd name="csX217" fmla="*/ 162906 w 220711"/>
                <a:gd name="csY217" fmla="*/ 11943 h 159561"/>
                <a:gd name="csX218" fmla="*/ 162428 w 220711"/>
                <a:gd name="csY218" fmla="*/ 10032 h 159561"/>
                <a:gd name="csX219" fmla="*/ 162428 w 220711"/>
                <a:gd name="csY219" fmla="*/ 10032 h 159561"/>
                <a:gd name="csX220" fmla="*/ 162428 w 220711"/>
                <a:gd name="csY220" fmla="*/ 9555 h 159561"/>
                <a:gd name="csX221" fmla="*/ 162428 w 220711"/>
                <a:gd name="csY221" fmla="*/ 9555 h 159561"/>
                <a:gd name="csX222" fmla="*/ 157173 w 220711"/>
                <a:gd name="csY222" fmla="*/ 4300 h 159561"/>
                <a:gd name="csX223" fmla="*/ 170549 w 220711"/>
                <a:gd name="csY223" fmla="*/ 4300 h 159561"/>
                <a:gd name="csX224" fmla="*/ 170549 w 220711"/>
                <a:gd name="csY224" fmla="*/ 3822 h 159561"/>
                <a:gd name="csX225" fmla="*/ 170549 w 220711"/>
                <a:gd name="csY225" fmla="*/ 3344 h 159561"/>
                <a:gd name="csX226" fmla="*/ 170549 w 220711"/>
                <a:gd name="csY226" fmla="*/ 3344 h 159561"/>
                <a:gd name="csX227" fmla="*/ 170072 w 220711"/>
                <a:gd name="csY227" fmla="*/ 2389 h 159561"/>
                <a:gd name="csX228" fmla="*/ 170072 w 220711"/>
                <a:gd name="csY228" fmla="*/ 1911 h 159561"/>
                <a:gd name="csX229" fmla="*/ 170072 w 220711"/>
                <a:gd name="csY229" fmla="*/ 1433 h 159561"/>
                <a:gd name="csX230" fmla="*/ 170072 w 220711"/>
                <a:gd name="csY230" fmla="*/ 1433 h 159561"/>
                <a:gd name="csX231" fmla="*/ 170072 w 220711"/>
                <a:gd name="csY231" fmla="*/ 956 h 159561"/>
                <a:gd name="csX232" fmla="*/ 170072 w 220711"/>
                <a:gd name="csY232" fmla="*/ 478 h 159561"/>
                <a:gd name="csX233" fmla="*/ 170072 w 220711"/>
                <a:gd name="csY233" fmla="*/ 478 h 159561"/>
                <a:gd name="csX234" fmla="*/ 170072 w 220711"/>
                <a:gd name="csY234" fmla="*/ 478 h 159561"/>
                <a:gd name="csX235" fmla="*/ 170072 w 220711"/>
                <a:gd name="csY235" fmla="*/ 478 h 159561"/>
                <a:gd name="csX236" fmla="*/ 170072 w 220711"/>
                <a:gd name="csY236" fmla="*/ 0 h 159561"/>
                <a:gd name="csX237" fmla="*/ 179626 w 220711"/>
                <a:gd name="csY237" fmla="*/ 478 h 159561"/>
                <a:gd name="csX238" fmla="*/ 179626 w 220711"/>
                <a:gd name="csY238" fmla="*/ 1911 h 159561"/>
                <a:gd name="csX239" fmla="*/ 178193 w 220711"/>
                <a:gd name="csY239" fmla="*/ 5255 h 159561"/>
                <a:gd name="csX240" fmla="*/ 178193 w 220711"/>
                <a:gd name="csY240" fmla="*/ 7644 h 159561"/>
                <a:gd name="csX241" fmla="*/ 178193 w 220711"/>
                <a:gd name="csY241" fmla="*/ 10032 h 159561"/>
                <a:gd name="csX242" fmla="*/ 177715 w 220711"/>
                <a:gd name="csY242" fmla="*/ 10032 h 159561"/>
                <a:gd name="csX243" fmla="*/ 177715 w 220711"/>
                <a:gd name="csY243" fmla="*/ 10510 h 159561"/>
                <a:gd name="csX244" fmla="*/ 177715 w 220711"/>
                <a:gd name="csY244" fmla="*/ 10988 h 159561"/>
                <a:gd name="csX245" fmla="*/ 177238 w 220711"/>
                <a:gd name="csY245" fmla="*/ 11466 h 159561"/>
                <a:gd name="csX246" fmla="*/ 177238 w 220711"/>
                <a:gd name="csY246" fmla="*/ 11466 h 159561"/>
                <a:gd name="csX247" fmla="*/ 177238 w 220711"/>
                <a:gd name="csY247" fmla="*/ 11466 h 159561"/>
                <a:gd name="csX248" fmla="*/ 177238 w 220711"/>
                <a:gd name="csY248" fmla="*/ 11943 h 159561"/>
                <a:gd name="csX249" fmla="*/ 179149 w 220711"/>
                <a:gd name="csY249" fmla="*/ 25320 h 159561"/>
                <a:gd name="csX250" fmla="*/ 179149 w 220711"/>
                <a:gd name="csY250" fmla="*/ 25798 h 159561"/>
                <a:gd name="csX251" fmla="*/ 178671 w 220711"/>
                <a:gd name="csY251" fmla="*/ 26275 h 159561"/>
                <a:gd name="csX252" fmla="*/ 178193 w 220711"/>
                <a:gd name="csY252" fmla="*/ 26753 h 159561"/>
                <a:gd name="csX253" fmla="*/ 178193 w 220711"/>
                <a:gd name="csY253" fmla="*/ 27231 h 159561"/>
                <a:gd name="csX254" fmla="*/ 178193 w 220711"/>
                <a:gd name="csY254" fmla="*/ 27231 h 159561"/>
                <a:gd name="csX255" fmla="*/ 178193 w 220711"/>
                <a:gd name="csY255" fmla="*/ 27708 h 159561"/>
                <a:gd name="csX256" fmla="*/ 182970 w 220711"/>
                <a:gd name="csY256" fmla="*/ 29142 h 159561"/>
                <a:gd name="csX257" fmla="*/ 182970 w 220711"/>
                <a:gd name="csY257" fmla="*/ 29142 h 159561"/>
                <a:gd name="csX258" fmla="*/ 182970 w 220711"/>
                <a:gd name="csY258" fmla="*/ 29142 h 159561"/>
                <a:gd name="csX259" fmla="*/ 184881 w 220711"/>
                <a:gd name="csY259" fmla="*/ 31052 h 159561"/>
                <a:gd name="csX260" fmla="*/ 193481 w 220711"/>
                <a:gd name="csY260" fmla="*/ 37263 h 159561"/>
                <a:gd name="csX261" fmla="*/ 193481 w 220711"/>
                <a:gd name="csY261" fmla="*/ 37741 h 159561"/>
                <a:gd name="csX262" fmla="*/ 194436 w 220711"/>
                <a:gd name="csY262" fmla="*/ 39651 h 159561"/>
                <a:gd name="csX263" fmla="*/ 194436 w 220711"/>
                <a:gd name="csY263" fmla="*/ 40129 h 159561"/>
                <a:gd name="csX264" fmla="*/ 194436 w 220711"/>
                <a:gd name="csY264" fmla="*/ 40607 h 159561"/>
                <a:gd name="csX265" fmla="*/ 194436 w 220711"/>
                <a:gd name="csY265" fmla="*/ 41085 h 159561"/>
                <a:gd name="csX266" fmla="*/ 194436 w 220711"/>
                <a:gd name="csY266" fmla="*/ 42040 h 159561"/>
                <a:gd name="csX267" fmla="*/ 194436 w 220711"/>
                <a:gd name="csY267" fmla="*/ 42996 h 159561"/>
                <a:gd name="csX268" fmla="*/ 194436 w 220711"/>
                <a:gd name="csY268" fmla="*/ 42996 h 159561"/>
                <a:gd name="csX269" fmla="*/ 194914 w 220711"/>
                <a:gd name="csY269" fmla="*/ 43474 h 159561"/>
                <a:gd name="csX270" fmla="*/ 194914 w 220711"/>
                <a:gd name="csY270" fmla="*/ 43474 h 159561"/>
                <a:gd name="csX271" fmla="*/ 194914 w 220711"/>
                <a:gd name="csY271" fmla="*/ 43951 h 159561"/>
                <a:gd name="csX272" fmla="*/ 194436 w 220711"/>
                <a:gd name="csY272" fmla="*/ 43951 h 159561"/>
                <a:gd name="csX273" fmla="*/ 193481 w 220711"/>
                <a:gd name="csY273" fmla="*/ 46340 h 159561"/>
                <a:gd name="csX274" fmla="*/ 193003 w 220711"/>
                <a:gd name="csY274" fmla="*/ 47773 h 159561"/>
                <a:gd name="csX275" fmla="*/ 193003 w 220711"/>
                <a:gd name="csY275" fmla="*/ 49206 h 159561"/>
                <a:gd name="csX276" fmla="*/ 193003 w 220711"/>
                <a:gd name="csY276" fmla="*/ 50162 h 159561"/>
                <a:gd name="csX277" fmla="*/ 193003 w 220711"/>
                <a:gd name="csY277" fmla="*/ 50639 h 159561"/>
                <a:gd name="csX278" fmla="*/ 193003 w 220711"/>
                <a:gd name="csY278" fmla="*/ 50639 h 159561"/>
                <a:gd name="csX279" fmla="*/ 193003 w 220711"/>
                <a:gd name="csY279" fmla="*/ 51117 h 159561"/>
                <a:gd name="csX280" fmla="*/ 193003 w 220711"/>
                <a:gd name="csY280" fmla="*/ 51117 h 159561"/>
                <a:gd name="csX281" fmla="*/ 193481 w 220711"/>
                <a:gd name="csY281" fmla="*/ 51117 h 159561"/>
                <a:gd name="csX282" fmla="*/ 196825 w 220711"/>
                <a:gd name="csY282" fmla="*/ 51117 h 159561"/>
                <a:gd name="csX283" fmla="*/ 196825 w 220711"/>
                <a:gd name="csY283" fmla="*/ 51595 h 159561"/>
                <a:gd name="csX284" fmla="*/ 197302 w 220711"/>
                <a:gd name="csY284" fmla="*/ 55417 h 159561"/>
                <a:gd name="csX285" fmla="*/ 197302 w 220711"/>
                <a:gd name="csY285" fmla="*/ 58761 h 159561"/>
                <a:gd name="csX286" fmla="*/ 197302 w 220711"/>
                <a:gd name="csY286" fmla="*/ 64016 h 159561"/>
                <a:gd name="csX287" fmla="*/ 197302 w 220711"/>
                <a:gd name="csY287" fmla="*/ 65449 h 159561"/>
                <a:gd name="csX288" fmla="*/ 197302 w 220711"/>
                <a:gd name="csY288" fmla="*/ 66882 h 159561"/>
                <a:gd name="csX289" fmla="*/ 196825 w 220711"/>
                <a:gd name="csY289" fmla="*/ 67838 h 159561"/>
                <a:gd name="csX290" fmla="*/ 195869 w 220711"/>
                <a:gd name="csY290" fmla="*/ 68793 h 159561"/>
                <a:gd name="csX291" fmla="*/ 194436 w 220711"/>
                <a:gd name="csY291" fmla="*/ 69749 h 159561"/>
                <a:gd name="csX292" fmla="*/ 191092 w 220711"/>
                <a:gd name="csY292" fmla="*/ 69749 h 159561"/>
                <a:gd name="csX293" fmla="*/ 188225 w 220711"/>
                <a:gd name="csY293" fmla="*/ 69749 h 159561"/>
                <a:gd name="csX294" fmla="*/ 186315 w 220711"/>
                <a:gd name="csY294" fmla="*/ 69749 h 159561"/>
                <a:gd name="csX295" fmla="*/ 183926 w 220711"/>
                <a:gd name="csY295" fmla="*/ 69749 h 159561"/>
                <a:gd name="csX296" fmla="*/ 181059 w 220711"/>
                <a:gd name="csY296" fmla="*/ 69749 h 159561"/>
                <a:gd name="csX297" fmla="*/ 180104 w 220711"/>
                <a:gd name="csY297" fmla="*/ 70704 h 159561"/>
                <a:gd name="csX298" fmla="*/ 178671 w 220711"/>
                <a:gd name="csY298" fmla="*/ 73093 h 159561"/>
                <a:gd name="csX299" fmla="*/ 176760 w 220711"/>
                <a:gd name="csY299" fmla="*/ 76915 h 159561"/>
                <a:gd name="csX300" fmla="*/ 175804 w 220711"/>
                <a:gd name="csY300" fmla="*/ 78825 h 159561"/>
                <a:gd name="csX301" fmla="*/ 175804 w 220711"/>
                <a:gd name="csY301" fmla="*/ 79303 h 159561"/>
                <a:gd name="csX302" fmla="*/ 175804 w 220711"/>
                <a:gd name="csY302" fmla="*/ 80258 h 159561"/>
                <a:gd name="csX303" fmla="*/ 177238 w 220711"/>
                <a:gd name="csY303" fmla="*/ 80736 h 159561"/>
                <a:gd name="csX304" fmla="*/ 180104 w 220711"/>
                <a:gd name="csY304" fmla="*/ 82170 h 159561"/>
                <a:gd name="csX305" fmla="*/ 183448 w 220711"/>
                <a:gd name="csY305" fmla="*/ 82647 h 159561"/>
                <a:gd name="csX306" fmla="*/ 185837 w 220711"/>
                <a:gd name="csY306" fmla="*/ 83125 h 159561"/>
                <a:gd name="csX307" fmla="*/ 187270 w 220711"/>
                <a:gd name="csY307" fmla="*/ 83603 h 159561"/>
                <a:gd name="csX308" fmla="*/ 188703 w 220711"/>
                <a:gd name="csY308" fmla="*/ 83603 h 159561"/>
                <a:gd name="csX309" fmla="*/ 193481 w 220711"/>
                <a:gd name="csY309" fmla="*/ 86469 h 159561"/>
                <a:gd name="csX310" fmla="*/ 194914 w 220711"/>
                <a:gd name="csY310" fmla="*/ 87902 h 159561"/>
                <a:gd name="csX311" fmla="*/ 195869 w 220711"/>
                <a:gd name="csY311" fmla="*/ 89335 h 159561"/>
                <a:gd name="csX312" fmla="*/ 195869 w 220711"/>
                <a:gd name="csY312" fmla="*/ 90769 h 159561"/>
                <a:gd name="csX313" fmla="*/ 196825 w 220711"/>
                <a:gd name="csY313" fmla="*/ 91724 h 159561"/>
                <a:gd name="csX314" fmla="*/ 199213 w 220711"/>
                <a:gd name="csY314" fmla="*/ 94590 h 159561"/>
                <a:gd name="csX315" fmla="*/ 201124 w 220711"/>
                <a:gd name="csY315" fmla="*/ 96024 h 159561"/>
                <a:gd name="csX316" fmla="*/ 204946 w 220711"/>
                <a:gd name="csY316" fmla="*/ 97935 h 159561"/>
                <a:gd name="csX317" fmla="*/ 206379 w 220711"/>
                <a:gd name="csY317" fmla="*/ 99846 h 159561"/>
                <a:gd name="csX318" fmla="*/ 208290 w 220711"/>
                <a:gd name="csY318" fmla="*/ 100801 h 159561"/>
                <a:gd name="csX319" fmla="*/ 209723 w 220711"/>
                <a:gd name="csY319" fmla="*/ 102234 h 159561"/>
                <a:gd name="csX320" fmla="*/ 210201 w 220711"/>
                <a:gd name="csY320" fmla="*/ 103667 h 159561"/>
                <a:gd name="csX321" fmla="*/ 212112 w 220711"/>
                <a:gd name="csY321" fmla="*/ 108445 h 159561"/>
                <a:gd name="csX322" fmla="*/ 213068 w 220711"/>
                <a:gd name="csY322" fmla="*/ 111311 h 159561"/>
                <a:gd name="csX323" fmla="*/ 214500 w 220711"/>
                <a:gd name="csY323" fmla="*/ 113222 h 159561"/>
                <a:gd name="csX324" fmla="*/ 214979 w 220711"/>
                <a:gd name="csY324" fmla="*/ 116566 h 159561"/>
                <a:gd name="csX325" fmla="*/ 215934 w 220711"/>
                <a:gd name="csY325" fmla="*/ 117999 h 159561"/>
                <a:gd name="csX326" fmla="*/ 216889 w 220711"/>
                <a:gd name="csY326" fmla="*/ 119910 h 159561"/>
                <a:gd name="csX327" fmla="*/ 218322 w 220711"/>
                <a:gd name="csY327" fmla="*/ 121821 h 159561"/>
                <a:gd name="csX328" fmla="*/ 220233 w 220711"/>
                <a:gd name="csY328" fmla="*/ 122777 h 15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</a:cxnLst>
              <a:rect l="l" t="t" r="r" b="b"/>
              <a:pathLst>
                <a:path w="220711" h="159561">
                  <a:moveTo>
                    <a:pt x="220233" y="122777"/>
                  </a:moveTo>
                  <a:lnTo>
                    <a:pt x="220711" y="123254"/>
                  </a:lnTo>
                  <a:lnTo>
                    <a:pt x="220711" y="123254"/>
                  </a:lnTo>
                  <a:lnTo>
                    <a:pt x="216889" y="126598"/>
                  </a:lnTo>
                  <a:lnTo>
                    <a:pt x="212590" y="130420"/>
                  </a:lnTo>
                  <a:lnTo>
                    <a:pt x="208290" y="134720"/>
                  </a:lnTo>
                  <a:lnTo>
                    <a:pt x="203035" y="139019"/>
                  </a:lnTo>
                  <a:lnTo>
                    <a:pt x="198736" y="142841"/>
                  </a:lnTo>
                  <a:lnTo>
                    <a:pt x="198736" y="142841"/>
                  </a:lnTo>
                  <a:lnTo>
                    <a:pt x="194914" y="146185"/>
                  </a:lnTo>
                  <a:lnTo>
                    <a:pt x="194914" y="146663"/>
                  </a:lnTo>
                  <a:lnTo>
                    <a:pt x="190136" y="150485"/>
                  </a:lnTo>
                  <a:lnTo>
                    <a:pt x="186792" y="153829"/>
                  </a:lnTo>
                  <a:lnTo>
                    <a:pt x="186315" y="154307"/>
                  </a:lnTo>
                  <a:lnTo>
                    <a:pt x="185359" y="154784"/>
                  </a:lnTo>
                  <a:lnTo>
                    <a:pt x="182015" y="154784"/>
                  </a:lnTo>
                  <a:lnTo>
                    <a:pt x="178671" y="154307"/>
                  </a:lnTo>
                  <a:lnTo>
                    <a:pt x="175327" y="152396"/>
                  </a:lnTo>
                  <a:lnTo>
                    <a:pt x="172461" y="153829"/>
                  </a:lnTo>
                  <a:lnTo>
                    <a:pt x="170549" y="154784"/>
                  </a:lnTo>
                  <a:lnTo>
                    <a:pt x="169116" y="154784"/>
                  </a:lnTo>
                  <a:lnTo>
                    <a:pt x="166250" y="154784"/>
                  </a:lnTo>
                  <a:lnTo>
                    <a:pt x="162428" y="155740"/>
                  </a:lnTo>
                  <a:lnTo>
                    <a:pt x="160517" y="156695"/>
                  </a:lnTo>
                  <a:lnTo>
                    <a:pt x="159561" y="157651"/>
                  </a:lnTo>
                  <a:lnTo>
                    <a:pt x="159084" y="159084"/>
                  </a:lnTo>
                  <a:lnTo>
                    <a:pt x="158606" y="159084"/>
                  </a:lnTo>
                  <a:lnTo>
                    <a:pt x="157651" y="159084"/>
                  </a:lnTo>
                  <a:lnTo>
                    <a:pt x="156695" y="158606"/>
                  </a:lnTo>
                  <a:lnTo>
                    <a:pt x="154784" y="157651"/>
                  </a:lnTo>
                  <a:lnTo>
                    <a:pt x="153351" y="155740"/>
                  </a:lnTo>
                  <a:lnTo>
                    <a:pt x="152396" y="154784"/>
                  </a:lnTo>
                  <a:lnTo>
                    <a:pt x="151918" y="153829"/>
                  </a:lnTo>
                  <a:lnTo>
                    <a:pt x="148574" y="155740"/>
                  </a:lnTo>
                  <a:lnTo>
                    <a:pt x="146663" y="156218"/>
                  </a:lnTo>
                  <a:lnTo>
                    <a:pt x="145230" y="156218"/>
                  </a:lnTo>
                  <a:lnTo>
                    <a:pt x="142841" y="155262"/>
                  </a:lnTo>
                  <a:lnTo>
                    <a:pt x="140452" y="154307"/>
                  </a:lnTo>
                  <a:lnTo>
                    <a:pt x="139019" y="154307"/>
                  </a:lnTo>
                  <a:lnTo>
                    <a:pt x="137108" y="155262"/>
                  </a:lnTo>
                  <a:lnTo>
                    <a:pt x="134720" y="157173"/>
                  </a:lnTo>
                  <a:lnTo>
                    <a:pt x="133286" y="158606"/>
                  </a:lnTo>
                  <a:lnTo>
                    <a:pt x="132809" y="159562"/>
                  </a:lnTo>
                  <a:lnTo>
                    <a:pt x="132331" y="159084"/>
                  </a:lnTo>
                  <a:lnTo>
                    <a:pt x="131854" y="158129"/>
                  </a:lnTo>
                  <a:lnTo>
                    <a:pt x="131376" y="157173"/>
                  </a:lnTo>
                  <a:lnTo>
                    <a:pt x="130898" y="157173"/>
                  </a:lnTo>
                  <a:lnTo>
                    <a:pt x="129942" y="156695"/>
                  </a:lnTo>
                  <a:lnTo>
                    <a:pt x="128987" y="157173"/>
                  </a:lnTo>
                  <a:lnTo>
                    <a:pt x="127554" y="157173"/>
                  </a:lnTo>
                  <a:lnTo>
                    <a:pt x="127076" y="156695"/>
                  </a:lnTo>
                  <a:lnTo>
                    <a:pt x="127076" y="155262"/>
                  </a:lnTo>
                  <a:lnTo>
                    <a:pt x="126599" y="154307"/>
                  </a:lnTo>
                  <a:lnTo>
                    <a:pt x="126120" y="153351"/>
                  </a:lnTo>
                  <a:lnTo>
                    <a:pt x="124688" y="152396"/>
                  </a:lnTo>
                  <a:lnTo>
                    <a:pt x="119910" y="150963"/>
                  </a:lnTo>
                  <a:lnTo>
                    <a:pt x="116566" y="147141"/>
                  </a:lnTo>
                  <a:lnTo>
                    <a:pt x="114655" y="145707"/>
                  </a:lnTo>
                  <a:lnTo>
                    <a:pt x="113700" y="144274"/>
                  </a:lnTo>
                  <a:lnTo>
                    <a:pt x="111789" y="141886"/>
                  </a:lnTo>
                  <a:lnTo>
                    <a:pt x="109878" y="139975"/>
                  </a:lnTo>
                  <a:lnTo>
                    <a:pt x="107011" y="139019"/>
                  </a:lnTo>
                  <a:lnTo>
                    <a:pt x="105578" y="139497"/>
                  </a:lnTo>
                  <a:lnTo>
                    <a:pt x="104145" y="141408"/>
                  </a:lnTo>
                  <a:lnTo>
                    <a:pt x="100801" y="143319"/>
                  </a:lnTo>
                  <a:lnTo>
                    <a:pt x="99368" y="143319"/>
                  </a:lnTo>
                  <a:lnTo>
                    <a:pt x="97457" y="142363"/>
                  </a:lnTo>
                  <a:lnTo>
                    <a:pt x="95068" y="141408"/>
                  </a:lnTo>
                  <a:lnTo>
                    <a:pt x="90769" y="141408"/>
                  </a:lnTo>
                  <a:lnTo>
                    <a:pt x="89335" y="142363"/>
                  </a:lnTo>
                  <a:lnTo>
                    <a:pt x="86947" y="143797"/>
                  </a:lnTo>
                  <a:lnTo>
                    <a:pt x="85036" y="144752"/>
                  </a:lnTo>
                  <a:lnTo>
                    <a:pt x="83603" y="144752"/>
                  </a:lnTo>
                  <a:lnTo>
                    <a:pt x="82647" y="144274"/>
                  </a:lnTo>
                  <a:lnTo>
                    <a:pt x="81214" y="144274"/>
                  </a:lnTo>
                  <a:lnTo>
                    <a:pt x="80258" y="144274"/>
                  </a:lnTo>
                  <a:lnTo>
                    <a:pt x="77870" y="142841"/>
                  </a:lnTo>
                  <a:lnTo>
                    <a:pt x="76915" y="141886"/>
                  </a:lnTo>
                  <a:lnTo>
                    <a:pt x="75959" y="140930"/>
                  </a:lnTo>
                  <a:lnTo>
                    <a:pt x="75004" y="139975"/>
                  </a:lnTo>
                  <a:lnTo>
                    <a:pt x="73093" y="139497"/>
                  </a:lnTo>
                  <a:lnTo>
                    <a:pt x="72137" y="138542"/>
                  </a:lnTo>
                  <a:lnTo>
                    <a:pt x="71660" y="137586"/>
                  </a:lnTo>
                  <a:lnTo>
                    <a:pt x="70704" y="136153"/>
                  </a:lnTo>
                  <a:lnTo>
                    <a:pt x="69749" y="135197"/>
                  </a:lnTo>
                  <a:lnTo>
                    <a:pt x="66404" y="132809"/>
                  </a:lnTo>
                  <a:lnTo>
                    <a:pt x="65449" y="131376"/>
                  </a:lnTo>
                  <a:lnTo>
                    <a:pt x="64494" y="130420"/>
                  </a:lnTo>
                  <a:lnTo>
                    <a:pt x="63060" y="128987"/>
                  </a:lnTo>
                  <a:lnTo>
                    <a:pt x="61627" y="127076"/>
                  </a:lnTo>
                  <a:lnTo>
                    <a:pt x="61149" y="124210"/>
                  </a:lnTo>
                  <a:lnTo>
                    <a:pt x="61149" y="122299"/>
                  </a:lnTo>
                  <a:lnTo>
                    <a:pt x="60672" y="120865"/>
                  </a:lnTo>
                  <a:lnTo>
                    <a:pt x="60194" y="119910"/>
                  </a:lnTo>
                  <a:lnTo>
                    <a:pt x="59238" y="118955"/>
                  </a:lnTo>
                  <a:lnTo>
                    <a:pt x="58283" y="117999"/>
                  </a:lnTo>
                  <a:lnTo>
                    <a:pt x="55417" y="116566"/>
                  </a:lnTo>
                  <a:lnTo>
                    <a:pt x="52551" y="115133"/>
                  </a:lnTo>
                  <a:lnTo>
                    <a:pt x="51117" y="114177"/>
                  </a:lnTo>
                  <a:lnTo>
                    <a:pt x="48728" y="113700"/>
                  </a:lnTo>
                  <a:lnTo>
                    <a:pt x="46817" y="112744"/>
                  </a:lnTo>
                  <a:lnTo>
                    <a:pt x="45862" y="110833"/>
                  </a:lnTo>
                  <a:lnTo>
                    <a:pt x="44906" y="109400"/>
                  </a:lnTo>
                  <a:lnTo>
                    <a:pt x="43951" y="107967"/>
                  </a:lnTo>
                  <a:lnTo>
                    <a:pt x="42996" y="107012"/>
                  </a:lnTo>
                  <a:lnTo>
                    <a:pt x="42996" y="106056"/>
                  </a:lnTo>
                  <a:lnTo>
                    <a:pt x="43951" y="102712"/>
                  </a:lnTo>
                  <a:lnTo>
                    <a:pt x="42518" y="101279"/>
                  </a:lnTo>
                  <a:lnTo>
                    <a:pt x="40129" y="99846"/>
                  </a:lnTo>
                  <a:lnTo>
                    <a:pt x="38696" y="98412"/>
                  </a:lnTo>
                  <a:lnTo>
                    <a:pt x="37741" y="96979"/>
                  </a:lnTo>
                  <a:lnTo>
                    <a:pt x="34397" y="94590"/>
                  </a:lnTo>
                  <a:lnTo>
                    <a:pt x="28186" y="91724"/>
                  </a:lnTo>
                  <a:lnTo>
                    <a:pt x="24364" y="89813"/>
                  </a:lnTo>
                  <a:lnTo>
                    <a:pt x="22453" y="88380"/>
                  </a:lnTo>
                  <a:lnTo>
                    <a:pt x="20542" y="86469"/>
                  </a:lnTo>
                  <a:lnTo>
                    <a:pt x="20542" y="85991"/>
                  </a:lnTo>
                  <a:lnTo>
                    <a:pt x="21498" y="84081"/>
                  </a:lnTo>
                  <a:lnTo>
                    <a:pt x="21976" y="82647"/>
                  </a:lnTo>
                  <a:lnTo>
                    <a:pt x="21020" y="81214"/>
                  </a:lnTo>
                  <a:lnTo>
                    <a:pt x="17198" y="78348"/>
                  </a:lnTo>
                  <a:lnTo>
                    <a:pt x="13854" y="75004"/>
                  </a:lnTo>
                  <a:lnTo>
                    <a:pt x="11943" y="74048"/>
                  </a:lnTo>
                  <a:lnTo>
                    <a:pt x="6210" y="73570"/>
                  </a:lnTo>
                  <a:lnTo>
                    <a:pt x="4777" y="73093"/>
                  </a:lnTo>
                  <a:lnTo>
                    <a:pt x="2867" y="72615"/>
                  </a:lnTo>
                  <a:lnTo>
                    <a:pt x="1433" y="71182"/>
                  </a:lnTo>
                  <a:lnTo>
                    <a:pt x="478" y="69271"/>
                  </a:lnTo>
                  <a:lnTo>
                    <a:pt x="1433" y="66405"/>
                  </a:lnTo>
                  <a:lnTo>
                    <a:pt x="956" y="65927"/>
                  </a:lnTo>
                  <a:lnTo>
                    <a:pt x="956" y="65927"/>
                  </a:lnTo>
                  <a:lnTo>
                    <a:pt x="0" y="65449"/>
                  </a:lnTo>
                  <a:lnTo>
                    <a:pt x="478" y="64971"/>
                  </a:lnTo>
                  <a:lnTo>
                    <a:pt x="1433" y="63538"/>
                  </a:lnTo>
                  <a:lnTo>
                    <a:pt x="2867" y="63060"/>
                  </a:lnTo>
                  <a:lnTo>
                    <a:pt x="7644" y="61627"/>
                  </a:lnTo>
                  <a:lnTo>
                    <a:pt x="8121" y="61149"/>
                  </a:lnTo>
                  <a:lnTo>
                    <a:pt x="8121" y="59239"/>
                  </a:lnTo>
                  <a:lnTo>
                    <a:pt x="8599" y="58283"/>
                  </a:lnTo>
                  <a:lnTo>
                    <a:pt x="10032" y="56372"/>
                  </a:lnTo>
                  <a:lnTo>
                    <a:pt x="10032" y="55417"/>
                  </a:lnTo>
                  <a:lnTo>
                    <a:pt x="10510" y="53506"/>
                  </a:lnTo>
                  <a:lnTo>
                    <a:pt x="10510" y="52550"/>
                  </a:lnTo>
                  <a:lnTo>
                    <a:pt x="10988" y="51595"/>
                  </a:lnTo>
                  <a:lnTo>
                    <a:pt x="12421" y="50639"/>
                  </a:lnTo>
                  <a:lnTo>
                    <a:pt x="12421" y="49684"/>
                  </a:lnTo>
                  <a:lnTo>
                    <a:pt x="12899" y="48251"/>
                  </a:lnTo>
                  <a:lnTo>
                    <a:pt x="12899" y="45384"/>
                  </a:lnTo>
                  <a:lnTo>
                    <a:pt x="13376" y="43951"/>
                  </a:lnTo>
                  <a:lnTo>
                    <a:pt x="16243" y="41563"/>
                  </a:lnTo>
                  <a:lnTo>
                    <a:pt x="17198" y="40129"/>
                  </a:lnTo>
                  <a:lnTo>
                    <a:pt x="17198" y="39174"/>
                  </a:lnTo>
                  <a:lnTo>
                    <a:pt x="17198" y="37741"/>
                  </a:lnTo>
                  <a:lnTo>
                    <a:pt x="17198" y="36785"/>
                  </a:lnTo>
                  <a:lnTo>
                    <a:pt x="18154" y="35830"/>
                  </a:lnTo>
                  <a:lnTo>
                    <a:pt x="19109" y="35352"/>
                  </a:lnTo>
                  <a:lnTo>
                    <a:pt x="21020" y="34874"/>
                  </a:lnTo>
                  <a:lnTo>
                    <a:pt x="22453" y="35352"/>
                  </a:lnTo>
                  <a:lnTo>
                    <a:pt x="32963" y="33441"/>
                  </a:lnTo>
                  <a:lnTo>
                    <a:pt x="33919" y="33441"/>
                  </a:lnTo>
                  <a:lnTo>
                    <a:pt x="34397" y="34874"/>
                  </a:lnTo>
                  <a:lnTo>
                    <a:pt x="34397" y="36785"/>
                  </a:lnTo>
                  <a:lnTo>
                    <a:pt x="34874" y="37263"/>
                  </a:lnTo>
                  <a:lnTo>
                    <a:pt x="35352" y="38218"/>
                  </a:lnTo>
                  <a:lnTo>
                    <a:pt x="36785" y="38696"/>
                  </a:lnTo>
                  <a:lnTo>
                    <a:pt x="37741" y="40129"/>
                  </a:lnTo>
                  <a:lnTo>
                    <a:pt x="38696" y="40607"/>
                  </a:lnTo>
                  <a:lnTo>
                    <a:pt x="40129" y="41563"/>
                  </a:lnTo>
                  <a:lnTo>
                    <a:pt x="47773" y="49684"/>
                  </a:lnTo>
                  <a:lnTo>
                    <a:pt x="49684" y="50639"/>
                  </a:lnTo>
                  <a:lnTo>
                    <a:pt x="52072" y="50162"/>
                  </a:lnTo>
                  <a:lnTo>
                    <a:pt x="55894" y="48728"/>
                  </a:lnTo>
                  <a:lnTo>
                    <a:pt x="58283" y="48251"/>
                  </a:lnTo>
                  <a:lnTo>
                    <a:pt x="72615" y="48728"/>
                  </a:lnTo>
                  <a:lnTo>
                    <a:pt x="74048" y="48251"/>
                  </a:lnTo>
                  <a:lnTo>
                    <a:pt x="74048" y="48728"/>
                  </a:lnTo>
                  <a:lnTo>
                    <a:pt x="76437" y="52550"/>
                  </a:lnTo>
                  <a:lnTo>
                    <a:pt x="77392" y="53506"/>
                  </a:lnTo>
                  <a:lnTo>
                    <a:pt x="93158" y="53506"/>
                  </a:lnTo>
                  <a:lnTo>
                    <a:pt x="92679" y="52550"/>
                  </a:lnTo>
                  <a:lnTo>
                    <a:pt x="93158" y="51117"/>
                  </a:lnTo>
                  <a:lnTo>
                    <a:pt x="95068" y="49206"/>
                  </a:lnTo>
                  <a:lnTo>
                    <a:pt x="96024" y="48728"/>
                  </a:lnTo>
                  <a:lnTo>
                    <a:pt x="96501" y="48251"/>
                  </a:lnTo>
                  <a:lnTo>
                    <a:pt x="98890" y="47295"/>
                  </a:lnTo>
                  <a:lnTo>
                    <a:pt x="101279" y="46340"/>
                  </a:lnTo>
                  <a:lnTo>
                    <a:pt x="105578" y="45384"/>
                  </a:lnTo>
                  <a:lnTo>
                    <a:pt x="107489" y="43951"/>
                  </a:lnTo>
                  <a:lnTo>
                    <a:pt x="108445" y="42518"/>
                  </a:lnTo>
                  <a:lnTo>
                    <a:pt x="108445" y="40129"/>
                  </a:lnTo>
                  <a:lnTo>
                    <a:pt x="108922" y="39651"/>
                  </a:lnTo>
                  <a:lnTo>
                    <a:pt x="109878" y="38696"/>
                  </a:lnTo>
                  <a:lnTo>
                    <a:pt x="115133" y="36308"/>
                  </a:lnTo>
                  <a:lnTo>
                    <a:pt x="116088" y="35830"/>
                  </a:lnTo>
                  <a:lnTo>
                    <a:pt x="125643" y="41563"/>
                  </a:lnTo>
                  <a:lnTo>
                    <a:pt x="130898" y="45862"/>
                  </a:lnTo>
                  <a:lnTo>
                    <a:pt x="130898" y="45862"/>
                  </a:lnTo>
                  <a:lnTo>
                    <a:pt x="131376" y="46340"/>
                  </a:lnTo>
                  <a:lnTo>
                    <a:pt x="131854" y="45862"/>
                  </a:lnTo>
                  <a:lnTo>
                    <a:pt x="131854" y="45862"/>
                  </a:lnTo>
                  <a:lnTo>
                    <a:pt x="132331" y="45862"/>
                  </a:lnTo>
                  <a:lnTo>
                    <a:pt x="132331" y="45862"/>
                  </a:lnTo>
                  <a:lnTo>
                    <a:pt x="134720" y="45384"/>
                  </a:lnTo>
                  <a:lnTo>
                    <a:pt x="139019" y="45384"/>
                  </a:lnTo>
                  <a:lnTo>
                    <a:pt x="140452" y="44907"/>
                  </a:lnTo>
                  <a:lnTo>
                    <a:pt x="149052" y="37263"/>
                  </a:lnTo>
                  <a:lnTo>
                    <a:pt x="150963" y="34397"/>
                  </a:lnTo>
                  <a:lnTo>
                    <a:pt x="151440" y="33919"/>
                  </a:lnTo>
                  <a:lnTo>
                    <a:pt x="152874" y="32486"/>
                  </a:lnTo>
                  <a:lnTo>
                    <a:pt x="154307" y="29142"/>
                  </a:lnTo>
                  <a:lnTo>
                    <a:pt x="154307" y="29142"/>
                  </a:lnTo>
                  <a:lnTo>
                    <a:pt x="163861" y="21498"/>
                  </a:lnTo>
                  <a:lnTo>
                    <a:pt x="164339" y="21020"/>
                  </a:lnTo>
                  <a:lnTo>
                    <a:pt x="164339" y="20542"/>
                  </a:lnTo>
                  <a:lnTo>
                    <a:pt x="162906" y="18154"/>
                  </a:lnTo>
                  <a:lnTo>
                    <a:pt x="162428" y="16721"/>
                  </a:lnTo>
                  <a:lnTo>
                    <a:pt x="162428" y="14810"/>
                  </a:lnTo>
                  <a:lnTo>
                    <a:pt x="162906" y="11943"/>
                  </a:lnTo>
                  <a:lnTo>
                    <a:pt x="162428" y="10032"/>
                  </a:lnTo>
                  <a:lnTo>
                    <a:pt x="162428" y="10032"/>
                  </a:lnTo>
                  <a:lnTo>
                    <a:pt x="162428" y="9555"/>
                  </a:lnTo>
                  <a:lnTo>
                    <a:pt x="162428" y="9555"/>
                  </a:lnTo>
                  <a:lnTo>
                    <a:pt x="157173" y="4300"/>
                  </a:lnTo>
                  <a:lnTo>
                    <a:pt x="170549" y="4300"/>
                  </a:lnTo>
                  <a:lnTo>
                    <a:pt x="170549" y="3822"/>
                  </a:lnTo>
                  <a:lnTo>
                    <a:pt x="170549" y="3344"/>
                  </a:lnTo>
                  <a:lnTo>
                    <a:pt x="170549" y="3344"/>
                  </a:lnTo>
                  <a:lnTo>
                    <a:pt x="170072" y="2389"/>
                  </a:lnTo>
                  <a:lnTo>
                    <a:pt x="170072" y="1911"/>
                  </a:lnTo>
                  <a:lnTo>
                    <a:pt x="170072" y="1433"/>
                  </a:lnTo>
                  <a:lnTo>
                    <a:pt x="170072" y="1433"/>
                  </a:lnTo>
                  <a:lnTo>
                    <a:pt x="170072" y="956"/>
                  </a:lnTo>
                  <a:lnTo>
                    <a:pt x="170072" y="478"/>
                  </a:lnTo>
                  <a:lnTo>
                    <a:pt x="170072" y="478"/>
                  </a:lnTo>
                  <a:lnTo>
                    <a:pt x="170072" y="478"/>
                  </a:lnTo>
                  <a:lnTo>
                    <a:pt x="170072" y="478"/>
                  </a:lnTo>
                  <a:lnTo>
                    <a:pt x="170072" y="0"/>
                  </a:lnTo>
                  <a:lnTo>
                    <a:pt x="179626" y="478"/>
                  </a:lnTo>
                  <a:lnTo>
                    <a:pt x="179626" y="1911"/>
                  </a:lnTo>
                  <a:lnTo>
                    <a:pt x="178193" y="5255"/>
                  </a:lnTo>
                  <a:lnTo>
                    <a:pt x="178193" y="7644"/>
                  </a:lnTo>
                  <a:lnTo>
                    <a:pt x="178193" y="10032"/>
                  </a:lnTo>
                  <a:lnTo>
                    <a:pt x="177715" y="10032"/>
                  </a:lnTo>
                  <a:lnTo>
                    <a:pt x="177715" y="10510"/>
                  </a:lnTo>
                  <a:lnTo>
                    <a:pt x="177715" y="10988"/>
                  </a:lnTo>
                  <a:lnTo>
                    <a:pt x="177238" y="11466"/>
                  </a:lnTo>
                  <a:lnTo>
                    <a:pt x="177238" y="11466"/>
                  </a:lnTo>
                  <a:lnTo>
                    <a:pt x="177238" y="11466"/>
                  </a:lnTo>
                  <a:lnTo>
                    <a:pt x="177238" y="11943"/>
                  </a:lnTo>
                  <a:lnTo>
                    <a:pt x="179149" y="25320"/>
                  </a:lnTo>
                  <a:lnTo>
                    <a:pt x="179149" y="25798"/>
                  </a:lnTo>
                  <a:lnTo>
                    <a:pt x="178671" y="26275"/>
                  </a:lnTo>
                  <a:lnTo>
                    <a:pt x="178193" y="26753"/>
                  </a:lnTo>
                  <a:lnTo>
                    <a:pt x="178193" y="27231"/>
                  </a:lnTo>
                  <a:lnTo>
                    <a:pt x="178193" y="27231"/>
                  </a:lnTo>
                  <a:lnTo>
                    <a:pt x="178193" y="27708"/>
                  </a:lnTo>
                  <a:lnTo>
                    <a:pt x="182970" y="29142"/>
                  </a:lnTo>
                  <a:lnTo>
                    <a:pt x="182970" y="29142"/>
                  </a:lnTo>
                  <a:lnTo>
                    <a:pt x="182970" y="29142"/>
                  </a:lnTo>
                  <a:lnTo>
                    <a:pt x="184881" y="31052"/>
                  </a:lnTo>
                  <a:lnTo>
                    <a:pt x="193481" y="37263"/>
                  </a:lnTo>
                  <a:lnTo>
                    <a:pt x="193481" y="37741"/>
                  </a:lnTo>
                  <a:lnTo>
                    <a:pt x="194436" y="39651"/>
                  </a:lnTo>
                  <a:lnTo>
                    <a:pt x="194436" y="40129"/>
                  </a:lnTo>
                  <a:lnTo>
                    <a:pt x="194436" y="40607"/>
                  </a:lnTo>
                  <a:lnTo>
                    <a:pt x="194436" y="41085"/>
                  </a:lnTo>
                  <a:lnTo>
                    <a:pt x="194436" y="42040"/>
                  </a:lnTo>
                  <a:lnTo>
                    <a:pt x="194436" y="42996"/>
                  </a:lnTo>
                  <a:lnTo>
                    <a:pt x="194436" y="42996"/>
                  </a:lnTo>
                  <a:lnTo>
                    <a:pt x="194914" y="43474"/>
                  </a:lnTo>
                  <a:lnTo>
                    <a:pt x="194914" y="43474"/>
                  </a:lnTo>
                  <a:lnTo>
                    <a:pt x="194914" y="43951"/>
                  </a:lnTo>
                  <a:lnTo>
                    <a:pt x="194436" y="43951"/>
                  </a:lnTo>
                  <a:lnTo>
                    <a:pt x="193481" y="46340"/>
                  </a:lnTo>
                  <a:lnTo>
                    <a:pt x="193003" y="47773"/>
                  </a:lnTo>
                  <a:lnTo>
                    <a:pt x="193003" y="49206"/>
                  </a:lnTo>
                  <a:lnTo>
                    <a:pt x="193003" y="50162"/>
                  </a:lnTo>
                  <a:lnTo>
                    <a:pt x="193003" y="50639"/>
                  </a:lnTo>
                  <a:lnTo>
                    <a:pt x="193003" y="50639"/>
                  </a:lnTo>
                  <a:lnTo>
                    <a:pt x="193003" y="51117"/>
                  </a:lnTo>
                  <a:lnTo>
                    <a:pt x="193003" y="51117"/>
                  </a:lnTo>
                  <a:lnTo>
                    <a:pt x="193481" y="51117"/>
                  </a:lnTo>
                  <a:lnTo>
                    <a:pt x="196825" y="51117"/>
                  </a:lnTo>
                  <a:lnTo>
                    <a:pt x="196825" y="51595"/>
                  </a:lnTo>
                  <a:lnTo>
                    <a:pt x="197302" y="55417"/>
                  </a:lnTo>
                  <a:lnTo>
                    <a:pt x="197302" y="58761"/>
                  </a:lnTo>
                  <a:lnTo>
                    <a:pt x="197302" y="64016"/>
                  </a:lnTo>
                  <a:lnTo>
                    <a:pt x="197302" y="65449"/>
                  </a:lnTo>
                  <a:lnTo>
                    <a:pt x="197302" y="66882"/>
                  </a:lnTo>
                  <a:lnTo>
                    <a:pt x="196825" y="67838"/>
                  </a:lnTo>
                  <a:lnTo>
                    <a:pt x="195869" y="68793"/>
                  </a:lnTo>
                  <a:lnTo>
                    <a:pt x="194436" y="69749"/>
                  </a:lnTo>
                  <a:lnTo>
                    <a:pt x="191092" y="69749"/>
                  </a:lnTo>
                  <a:lnTo>
                    <a:pt x="188225" y="69749"/>
                  </a:lnTo>
                  <a:lnTo>
                    <a:pt x="186315" y="69749"/>
                  </a:lnTo>
                  <a:lnTo>
                    <a:pt x="183926" y="69749"/>
                  </a:lnTo>
                  <a:lnTo>
                    <a:pt x="181059" y="69749"/>
                  </a:lnTo>
                  <a:lnTo>
                    <a:pt x="180104" y="70704"/>
                  </a:lnTo>
                  <a:lnTo>
                    <a:pt x="178671" y="73093"/>
                  </a:lnTo>
                  <a:lnTo>
                    <a:pt x="176760" y="76915"/>
                  </a:lnTo>
                  <a:lnTo>
                    <a:pt x="175804" y="78825"/>
                  </a:lnTo>
                  <a:lnTo>
                    <a:pt x="175804" y="79303"/>
                  </a:lnTo>
                  <a:lnTo>
                    <a:pt x="175804" y="80258"/>
                  </a:lnTo>
                  <a:lnTo>
                    <a:pt x="177238" y="80736"/>
                  </a:lnTo>
                  <a:lnTo>
                    <a:pt x="180104" y="82170"/>
                  </a:lnTo>
                  <a:lnTo>
                    <a:pt x="183448" y="82647"/>
                  </a:lnTo>
                  <a:lnTo>
                    <a:pt x="185837" y="83125"/>
                  </a:lnTo>
                  <a:lnTo>
                    <a:pt x="187270" y="83603"/>
                  </a:lnTo>
                  <a:lnTo>
                    <a:pt x="188703" y="83603"/>
                  </a:lnTo>
                  <a:lnTo>
                    <a:pt x="193481" y="86469"/>
                  </a:lnTo>
                  <a:lnTo>
                    <a:pt x="194914" y="87902"/>
                  </a:lnTo>
                  <a:lnTo>
                    <a:pt x="195869" y="89335"/>
                  </a:lnTo>
                  <a:lnTo>
                    <a:pt x="195869" y="90769"/>
                  </a:lnTo>
                  <a:lnTo>
                    <a:pt x="196825" y="91724"/>
                  </a:lnTo>
                  <a:lnTo>
                    <a:pt x="199213" y="94590"/>
                  </a:lnTo>
                  <a:lnTo>
                    <a:pt x="201124" y="96024"/>
                  </a:lnTo>
                  <a:lnTo>
                    <a:pt x="204946" y="97935"/>
                  </a:lnTo>
                  <a:lnTo>
                    <a:pt x="206379" y="99846"/>
                  </a:lnTo>
                  <a:lnTo>
                    <a:pt x="208290" y="100801"/>
                  </a:lnTo>
                  <a:lnTo>
                    <a:pt x="209723" y="102234"/>
                  </a:lnTo>
                  <a:lnTo>
                    <a:pt x="210201" y="103667"/>
                  </a:lnTo>
                  <a:lnTo>
                    <a:pt x="212112" y="108445"/>
                  </a:lnTo>
                  <a:lnTo>
                    <a:pt x="213068" y="111311"/>
                  </a:lnTo>
                  <a:lnTo>
                    <a:pt x="214500" y="113222"/>
                  </a:lnTo>
                  <a:lnTo>
                    <a:pt x="214979" y="116566"/>
                  </a:lnTo>
                  <a:lnTo>
                    <a:pt x="215934" y="117999"/>
                  </a:lnTo>
                  <a:lnTo>
                    <a:pt x="216889" y="119910"/>
                  </a:lnTo>
                  <a:lnTo>
                    <a:pt x="218322" y="121821"/>
                  </a:lnTo>
                  <a:lnTo>
                    <a:pt x="220233" y="122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3" name="Freeform 1582">
              <a:extLst>
                <a:ext uri="{FF2B5EF4-FFF2-40B4-BE49-F238E27FC236}">
                  <a16:creationId xmlns:a16="http://schemas.microsoft.com/office/drawing/2014/main" id="{1619D50B-F6FE-0828-F645-31400BBAEF5E}"/>
                </a:ext>
              </a:extLst>
            </p:cNvPr>
            <p:cNvSpPr/>
            <p:nvPr/>
          </p:nvSpPr>
          <p:spPr>
            <a:xfrm>
              <a:off x="6570862" y="4635050"/>
              <a:ext cx="12420" cy="11465"/>
            </a:xfrm>
            <a:custGeom>
              <a:avLst/>
              <a:gdLst>
                <a:gd name="csX0" fmla="*/ 12421 w 12420"/>
                <a:gd name="csY0" fmla="*/ 0 h 11465"/>
                <a:gd name="csX1" fmla="*/ 12421 w 12420"/>
                <a:gd name="csY1" fmla="*/ 0 h 11465"/>
                <a:gd name="csX2" fmla="*/ 8599 w 12420"/>
                <a:gd name="csY2" fmla="*/ 3344 h 11465"/>
                <a:gd name="csX3" fmla="*/ 4777 w 12420"/>
                <a:gd name="csY3" fmla="*/ 7166 h 11465"/>
                <a:gd name="csX4" fmla="*/ 0 w 12420"/>
                <a:gd name="csY4" fmla="*/ 11466 h 11465"/>
                <a:gd name="csX5" fmla="*/ 4300 w 12420"/>
                <a:gd name="csY5" fmla="*/ 7166 h 11465"/>
                <a:gd name="csX6" fmla="*/ 8599 w 12420"/>
                <a:gd name="csY6" fmla="*/ 3344 h 11465"/>
                <a:gd name="csX7" fmla="*/ 12421 w 12420"/>
                <a:gd name="csY7" fmla="*/ 0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2420" h="11465">
                  <a:moveTo>
                    <a:pt x="12421" y="0"/>
                  </a:moveTo>
                  <a:lnTo>
                    <a:pt x="12421" y="0"/>
                  </a:lnTo>
                  <a:lnTo>
                    <a:pt x="8599" y="3344"/>
                  </a:lnTo>
                  <a:lnTo>
                    <a:pt x="4777" y="7166"/>
                  </a:lnTo>
                  <a:lnTo>
                    <a:pt x="0" y="11466"/>
                  </a:lnTo>
                  <a:lnTo>
                    <a:pt x="4300" y="7166"/>
                  </a:lnTo>
                  <a:lnTo>
                    <a:pt x="8599" y="3344"/>
                  </a:lnTo>
                  <a:lnTo>
                    <a:pt x="124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4" name="Freeform 1583">
              <a:extLst>
                <a:ext uri="{FF2B5EF4-FFF2-40B4-BE49-F238E27FC236}">
                  <a16:creationId xmlns:a16="http://schemas.microsoft.com/office/drawing/2014/main" id="{1C5FA152-7FBC-AE8A-B8B4-DF29AF0E69F1}"/>
                </a:ext>
              </a:extLst>
            </p:cNvPr>
            <p:cNvSpPr/>
            <p:nvPr/>
          </p:nvSpPr>
          <p:spPr>
            <a:xfrm>
              <a:off x="6580894" y="3656183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0 w 955"/>
                <a:gd name="csY1" fmla="*/ 0 h 477"/>
                <a:gd name="csX2" fmla="*/ 0 w 955"/>
                <a:gd name="csY2" fmla="*/ 0 h 477"/>
                <a:gd name="csX3" fmla="*/ 955 w 955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5" name="Freeform 1584">
              <a:extLst>
                <a:ext uri="{FF2B5EF4-FFF2-40B4-BE49-F238E27FC236}">
                  <a16:creationId xmlns:a16="http://schemas.microsoft.com/office/drawing/2014/main" id="{36F367CD-5DCC-E93C-B3B0-AFB61C837831}"/>
                </a:ext>
              </a:extLst>
            </p:cNvPr>
            <p:cNvSpPr/>
            <p:nvPr/>
          </p:nvSpPr>
          <p:spPr>
            <a:xfrm>
              <a:off x="6579461" y="5043509"/>
              <a:ext cx="478" cy="2388"/>
            </a:xfrm>
            <a:custGeom>
              <a:avLst/>
              <a:gdLst>
                <a:gd name="csX0" fmla="*/ 0 w 478"/>
                <a:gd name="csY0" fmla="*/ 0 h 2388"/>
                <a:gd name="csX1" fmla="*/ 478 w 478"/>
                <a:gd name="csY1" fmla="*/ 956 h 2388"/>
                <a:gd name="csX2" fmla="*/ 478 w 478"/>
                <a:gd name="csY2" fmla="*/ 2389 h 2388"/>
                <a:gd name="csX3" fmla="*/ 478 w 478"/>
                <a:gd name="csY3" fmla="*/ 956 h 2388"/>
                <a:gd name="csX4" fmla="*/ 0 w 478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8" h="2388">
                  <a:moveTo>
                    <a:pt x="0" y="0"/>
                  </a:moveTo>
                  <a:lnTo>
                    <a:pt x="478" y="956"/>
                  </a:lnTo>
                  <a:lnTo>
                    <a:pt x="478" y="2389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6" name="Freeform 1585">
              <a:extLst>
                <a:ext uri="{FF2B5EF4-FFF2-40B4-BE49-F238E27FC236}">
                  <a16:creationId xmlns:a16="http://schemas.microsoft.com/office/drawing/2014/main" id="{E1ED94BD-C82C-A953-41CA-3AFC3D195AD2}"/>
                </a:ext>
              </a:extLst>
            </p:cNvPr>
            <p:cNvSpPr/>
            <p:nvPr/>
          </p:nvSpPr>
          <p:spPr>
            <a:xfrm>
              <a:off x="6575639" y="4136779"/>
              <a:ext cx="4299" cy="477"/>
            </a:xfrm>
            <a:custGeom>
              <a:avLst/>
              <a:gdLst>
                <a:gd name="csX0" fmla="*/ 4300 w 4299"/>
                <a:gd name="csY0" fmla="*/ 0 h 477"/>
                <a:gd name="csX1" fmla="*/ 478 w 4299"/>
                <a:gd name="csY1" fmla="*/ 478 h 477"/>
                <a:gd name="csX2" fmla="*/ 0 w 4299"/>
                <a:gd name="csY2" fmla="*/ 0 h 477"/>
                <a:gd name="csX3" fmla="*/ 478 w 4299"/>
                <a:gd name="csY3" fmla="*/ 478 h 477"/>
                <a:gd name="csX4" fmla="*/ 4300 w 4299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477">
                  <a:moveTo>
                    <a:pt x="4300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7" name="Freeform 1586">
              <a:extLst>
                <a:ext uri="{FF2B5EF4-FFF2-40B4-BE49-F238E27FC236}">
                  <a16:creationId xmlns:a16="http://schemas.microsoft.com/office/drawing/2014/main" id="{01232B3E-E502-FA90-51B7-5E729862794B}"/>
                </a:ext>
              </a:extLst>
            </p:cNvPr>
            <p:cNvSpPr/>
            <p:nvPr/>
          </p:nvSpPr>
          <p:spPr>
            <a:xfrm>
              <a:off x="6578506" y="5046853"/>
              <a:ext cx="955" cy="1433"/>
            </a:xfrm>
            <a:custGeom>
              <a:avLst/>
              <a:gdLst>
                <a:gd name="csX0" fmla="*/ 478 w 955"/>
                <a:gd name="csY0" fmla="*/ 956 h 1433"/>
                <a:gd name="csX1" fmla="*/ 955 w 955"/>
                <a:gd name="csY1" fmla="*/ 1433 h 1433"/>
                <a:gd name="csX2" fmla="*/ 478 w 955"/>
                <a:gd name="csY2" fmla="*/ 956 h 1433"/>
                <a:gd name="csX3" fmla="*/ 0 w 955"/>
                <a:gd name="csY3" fmla="*/ 0 h 1433"/>
                <a:gd name="csX4" fmla="*/ 478 w 955"/>
                <a:gd name="csY4" fmla="*/ 0 h 1433"/>
                <a:gd name="csX5" fmla="*/ 478 w 955"/>
                <a:gd name="csY5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1433">
                  <a:moveTo>
                    <a:pt x="478" y="956"/>
                  </a:moveTo>
                  <a:lnTo>
                    <a:pt x="955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8" name="Freeform 1587">
              <a:extLst>
                <a:ext uri="{FF2B5EF4-FFF2-40B4-BE49-F238E27FC236}">
                  <a16:creationId xmlns:a16="http://schemas.microsoft.com/office/drawing/2014/main" id="{5F67AB19-5CFC-735E-4BC6-3ED7AE212EEC}"/>
                </a:ext>
              </a:extLst>
            </p:cNvPr>
            <p:cNvSpPr/>
            <p:nvPr/>
          </p:nvSpPr>
          <p:spPr>
            <a:xfrm>
              <a:off x="6576595" y="5042076"/>
              <a:ext cx="2866" cy="1433"/>
            </a:xfrm>
            <a:custGeom>
              <a:avLst/>
              <a:gdLst>
                <a:gd name="csX0" fmla="*/ 2866 w 2866"/>
                <a:gd name="csY0" fmla="*/ 1433 h 1433"/>
                <a:gd name="csX1" fmla="*/ 1433 w 2866"/>
                <a:gd name="csY1" fmla="*/ 956 h 1433"/>
                <a:gd name="csX2" fmla="*/ 0 w 2866"/>
                <a:gd name="csY2" fmla="*/ 0 h 1433"/>
                <a:gd name="csX3" fmla="*/ 1433 w 2866"/>
                <a:gd name="csY3" fmla="*/ 956 h 1433"/>
                <a:gd name="csX4" fmla="*/ 2866 w 2866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433">
                  <a:moveTo>
                    <a:pt x="2866" y="1433"/>
                  </a:moveTo>
                  <a:lnTo>
                    <a:pt x="1433" y="956"/>
                  </a:lnTo>
                  <a:lnTo>
                    <a:pt x="0" y="0"/>
                  </a:lnTo>
                  <a:lnTo>
                    <a:pt x="1433" y="956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9" name="Freeform 1588">
              <a:extLst>
                <a:ext uri="{FF2B5EF4-FFF2-40B4-BE49-F238E27FC236}">
                  <a16:creationId xmlns:a16="http://schemas.microsoft.com/office/drawing/2014/main" id="{53B8D7F1-5BD0-F1FF-ADD3-FF829AEF4257}"/>
                </a:ext>
              </a:extLst>
            </p:cNvPr>
            <p:cNvSpPr/>
            <p:nvPr/>
          </p:nvSpPr>
          <p:spPr>
            <a:xfrm>
              <a:off x="6578506" y="4113370"/>
              <a:ext cx="477" cy="1910"/>
            </a:xfrm>
            <a:custGeom>
              <a:avLst/>
              <a:gdLst>
                <a:gd name="csX0" fmla="*/ 478 w 477"/>
                <a:gd name="csY0" fmla="*/ 0 h 1910"/>
                <a:gd name="csX1" fmla="*/ 0 w 477"/>
                <a:gd name="csY1" fmla="*/ 1911 h 1910"/>
                <a:gd name="csX2" fmla="*/ 478 w 477"/>
                <a:gd name="csY2" fmla="*/ 0 h 1910"/>
                <a:gd name="csX3" fmla="*/ 478 w 477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0">
                  <a:moveTo>
                    <a:pt x="478" y="0"/>
                  </a:moveTo>
                  <a:lnTo>
                    <a:pt x="0" y="1911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0" name="Freeform 1589">
              <a:extLst>
                <a:ext uri="{FF2B5EF4-FFF2-40B4-BE49-F238E27FC236}">
                  <a16:creationId xmlns:a16="http://schemas.microsoft.com/office/drawing/2014/main" id="{8E5616C6-F51D-F187-A87C-04F0C6D6C892}"/>
                </a:ext>
              </a:extLst>
            </p:cNvPr>
            <p:cNvSpPr/>
            <p:nvPr/>
          </p:nvSpPr>
          <p:spPr>
            <a:xfrm>
              <a:off x="6562263" y="3650450"/>
              <a:ext cx="16720" cy="2866"/>
            </a:xfrm>
            <a:custGeom>
              <a:avLst/>
              <a:gdLst>
                <a:gd name="csX0" fmla="*/ 16721 w 16720"/>
                <a:gd name="csY0" fmla="*/ 1433 h 2866"/>
                <a:gd name="csX1" fmla="*/ 15288 w 16720"/>
                <a:gd name="csY1" fmla="*/ 1911 h 2866"/>
                <a:gd name="csX2" fmla="*/ 12899 w 16720"/>
                <a:gd name="csY2" fmla="*/ 1911 h 2866"/>
                <a:gd name="csX3" fmla="*/ 10988 w 16720"/>
                <a:gd name="csY3" fmla="*/ 2866 h 2866"/>
                <a:gd name="csX4" fmla="*/ 10032 w 16720"/>
                <a:gd name="csY4" fmla="*/ 2389 h 2866"/>
                <a:gd name="csX5" fmla="*/ 8122 w 16720"/>
                <a:gd name="csY5" fmla="*/ 1911 h 2866"/>
                <a:gd name="csX6" fmla="*/ 5255 w 16720"/>
                <a:gd name="csY6" fmla="*/ 478 h 2866"/>
                <a:gd name="csX7" fmla="*/ 478 w 16720"/>
                <a:gd name="csY7" fmla="*/ 478 h 2866"/>
                <a:gd name="csX8" fmla="*/ 0 w 16720"/>
                <a:gd name="csY8" fmla="*/ 0 h 2866"/>
                <a:gd name="csX9" fmla="*/ 0 w 16720"/>
                <a:gd name="csY9" fmla="*/ 0 h 2866"/>
                <a:gd name="csX10" fmla="*/ 478 w 16720"/>
                <a:gd name="csY10" fmla="*/ 478 h 2866"/>
                <a:gd name="csX11" fmla="*/ 5255 w 16720"/>
                <a:gd name="csY11" fmla="*/ 478 h 2866"/>
                <a:gd name="csX12" fmla="*/ 8122 w 16720"/>
                <a:gd name="csY12" fmla="*/ 1433 h 2866"/>
                <a:gd name="csX13" fmla="*/ 10032 w 16720"/>
                <a:gd name="csY13" fmla="*/ 2389 h 2866"/>
                <a:gd name="csX14" fmla="*/ 10988 w 16720"/>
                <a:gd name="csY14" fmla="*/ 2389 h 2866"/>
                <a:gd name="csX15" fmla="*/ 12899 w 16720"/>
                <a:gd name="csY15" fmla="*/ 1911 h 2866"/>
                <a:gd name="csX16" fmla="*/ 15288 w 16720"/>
                <a:gd name="csY16" fmla="*/ 1433 h 2866"/>
                <a:gd name="csX17" fmla="*/ 16721 w 16720"/>
                <a:gd name="csY17" fmla="*/ 1433 h 2866"/>
                <a:gd name="csX18" fmla="*/ 16721 w 16720"/>
                <a:gd name="csY18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6720" h="2866">
                  <a:moveTo>
                    <a:pt x="16721" y="1433"/>
                  </a:moveTo>
                  <a:lnTo>
                    <a:pt x="15288" y="1911"/>
                  </a:lnTo>
                  <a:lnTo>
                    <a:pt x="12899" y="1911"/>
                  </a:lnTo>
                  <a:lnTo>
                    <a:pt x="10988" y="2866"/>
                  </a:lnTo>
                  <a:lnTo>
                    <a:pt x="10032" y="2389"/>
                  </a:lnTo>
                  <a:lnTo>
                    <a:pt x="8122" y="1911"/>
                  </a:lnTo>
                  <a:lnTo>
                    <a:pt x="5255" y="478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5255" y="478"/>
                  </a:lnTo>
                  <a:lnTo>
                    <a:pt x="8122" y="1433"/>
                  </a:lnTo>
                  <a:lnTo>
                    <a:pt x="10032" y="2389"/>
                  </a:lnTo>
                  <a:lnTo>
                    <a:pt x="10988" y="2389"/>
                  </a:lnTo>
                  <a:lnTo>
                    <a:pt x="12899" y="1911"/>
                  </a:lnTo>
                  <a:lnTo>
                    <a:pt x="15288" y="1433"/>
                  </a:lnTo>
                  <a:lnTo>
                    <a:pt x="16721" y="1433"/>
                  </a:lnTo>
                  <a:lnTo>
                    <a:pt x="1672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1" name="Freeform 1590">
              <a:extLst>
                <a:ext uri="{FF2B5EF4-FFF2-40B4-BE49-F238E27FC236}">
                  <a16:creationId xmlns:a16="http://schemas.microsoft.com/office/drawing/2014/main" id="{F4626C0B-A5AD-E139-249F-C5E9AF65C048}"/>
                </a:ext>
              </a:extLst>
            </p:cNvPr>
            <p:cNvSpPr/>
            <p:nvPr/>
          </p:nvSpPr>
          <p:spPr>
            <a:xfrm>
              <a:off x="6577072" y="4697155"/>
              <a:ext cx="478" cy="7643"/>
            </a:xfrm>
            <a:custGeom>
              <a:avLst/>
              <a:gdLst>
                <a:gd name="csX0" fmla="*/ 478 w 478"/>
                <a:gd name="csY0" fmla="*/ 3822 h 7643"/>
                <a:gd name="csX1" fmla="*/ 478 w 478"/>
                <a:gd name="csY1" fmla="*/ 5255 h 7643"/>
                <a:gd name="csX2" fmla="*/ 478 w 478"/>
                <a:gd name="csY2" fmla="*/ 6211 h 7643"/>
                <a:gd name="csX3" fmla="*/ 0 w 478"/>
                <a:gd name="csY3" fmla="*/ 7644 h 7643"/>
                <a:gd name="csX4" fmla="*/ 0 w 478"/>
                <a:gd name="csY4" fmla="*/ 6211 h 7643"/>
                <a:gd name="csX5" fmla="*/ 478 w 478"/>
                <a:gd name="csY5" fmla="*/ 5255 h 7643"/>
                <a:gd name="csX6" fmla="*/ 478 w 478"/>
                <a:gd name="csY6" fmla="*/ 3822 h 7643"/>
                <a:gd name="csX7" fmla="*/ 0 w 478"/>
                <a:gd name="csY7" fmla="*/ 0 h 7643"/>
                <a:gd name="csX8" fmla="*/ 0 w 478"/>
                <a:gd name="csY8" fmla="*/ 0 h 7643"/>
                <a:gd name="csX9" fmla="*/ 478 w 478"/>
                <a:gd name="csY9" fmla="*/ 3822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8" h="7643">
                  <a:moveTo>
                    <a:pt x="478" y="3822"/>
                  </a:moveTo>
                  <a:lnTo>
                    <a:pt x="478" y="5255"/>
                  </a:lnTo>
                  <a:lnTo>
                    <a:pt x="478" y="6211"/>
                  </a:lnTo>
                  <a:lnTo>
                    <a:pt x="0" y="7644"/>
                  </a:lnTo>
                  <a:lnTo>
                    <a:pt x="0" y="6211"/>
                  </a:lnTo>
                  <a:lnTo>
                    <a:pt x="478" y="5255"/>
                  </a:lnTo>
                  <a:lnTo>
                    <a:pt x="478" y="3822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2" name="Freeform 1591">
              <a:extLst>
                <a:ext uri="{FF2B5EF4-FFF2-40B4-BE49-F238E27FC236}">
                  <a16:creationId xmlns:a16="http://schemas.microsoft.com/office/drawing/2014/main" id="{8D47BA91-B0BE-DD5F-374A-883D84470AC6}"/>
                </a:ext>
              </a:extLst>
            </p:cNvPr>
            <p:cNvSpPr/>
            <p:nvPr/>
          </p:nvSpPr>
          <p:spPr>
            <a:xfrm>
              <a:off x="6577072" y="4120058"/>
              <a:ext cx="478" cy="3344"/>
            </a:xfrm>
            <a:custGeom>
              <a:avLst/>
              <a:gdLst>
                <a:gd name="csX0" fmla="*/ 0 w 478"/>
                <a:gd name="csY0" fmla="*/ 1433 h 3344"/>
                <a:gd name="csX1" fmla="*/ 478 w 478"/>
                <a:gd name="csY1" fmla="*/ 3344 h 3344"/>
                <a:gd name="csX2" fmla="*/ 0 w 478"/>
                <a:gd name="csY2" fmla="*/ 1433 h 3344"/>
                <a:gd name="csX3" fmla="*/ 0 w 478"/>
                <a:gd name="csY3" fmla="*/ 0 h 3344"/>
                <a:gd name="csX4" fmla="*/ 0 w 478"/>
                <a:gd name="csY4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8" h="3344">
                  <a:moveTo>
                    <a:pt x="0" y="1433"/>
                  </a:moveTo>
                  <a:lnTo>
                    <a:pt x="478" y="3344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3" name="Freeform 1592">
              <a:extLst>
                <a:ext uri="{FF2B5EF4-FFF2-40B4-BE49-F238E27FC236}">
                  <a16:creationId xmlns:a16="http://schemas.microsoft.com/office/drawing/2014/main" id="{89E9D8E3-A243-3786-7710-6E24CCF594E3}"/>
                </a:ext>
              </a:extLst>
            </p:cNvPr>
            <p:cNvSpPr/>
            <p:nvPr/>
          </p:nvSpPr>
          <p:spPr>
            <a:xfrm>
              <a:off x="6470061" y="4658459"/>
              <a:ext cx="107489" cy="102711"/>
            </a:xfrm>
            <a:custGeom>
              <a:avLst/>
              <a:gdLst>
                <a:gd name="csX0" fmla="*/ 107489 w 107489"/>
                <a:gd name="csY0" fmla="*/ 42518 h 102711"/>
                <a:gd name="csX1" fmla="*/ 107489 w 107489"/>
                <a:gd name="csY1" fmla="*/ 43951 h 102711"/>
                <a:gd name="csX2" fmla="*/ 107011 w 107489"/>
                <a:gd name="csY2" fmla="*/ 44907 h 102711"/>
                <a:gd name="csX3" fmla="*/ 107011 w 107489"/>
                <a:gd name="csY3" fmla="*/ 46340 h 102711"/>
                <a:gd name="csX4" fmla="*/ 107011 w 107489"/>
                <a:gd name="csY4" fmla="*/ 46340 h 102711"/>
                <a:gd name="csX5" fmla="*/ 106533 w 107489"/>
                <a:gd name="csY5" fmla="*/ 47295 h 102711"/>
                <a:gd name="csX6" fmla="*/ 105578 w 107489"/>
                <a:gd name="csY6" fmla="*/ 47773 h 102711"/>
                <a:gd name="csX7" fmla="*/ 104622 w 107489"/>
                <a:gd name="csY7" fmla="*/ 49206 h 102711"/>
                <a:gd name="csX8" fmla="*/ 104145 w 107489"/>
                <a:gd name="csY8" fmla="*/ 50639 h 102711"/>
                <a:gd name="csX9" fmla="*/ 104145 w 107489"/>
                <a:gd name="csY9" fmla="*/ 50639 h 102711"/>
                <a:gd name="csX10" fmla="*/ 103667 w 107489"/>
                <a:gd name="csY10" fmla="*/ 51117 h 102711"/>
                <a:gd name="csX11" fmla="*/ 103667 w 107489"/>
                <a:gd name="csY11" fmla="*/ 53028 h 102711"/>
                <a:gd name="csX12" fmla="*/ 103667 w 107489"/>
                <a:gd name="csY12" fmla="*/ 53506 h 102711"/>
                <a:gd name="csX13" fmla="*/ 103667 w 107489"/>
                <a:gd name="csY13" fmla="*/ 53983 h 102711"/>
                <a:gd name="csX14" fmla="*/ 102234 w 107489"/>
                <a:gd name="csY14" fmla="*/ 53983 h 102711"/>
                <a:gd name="csX15" fmla="*/ 100801 w 107489"/>
                <a:gd name="csY15" fmla="*/ 54461 h 102711"/>
                <a:gd name="csX16" fmla="*/ 99845 w 107489"/>
                <a:gd name="csY16" fmla="*/ 55417 h 102711"/>
                <a:gd name="csX17" fmla="*/ 98412 w 107489"/>
                <a:gd name="csY17" fmla="*/ 56372 h 102711"/>
                <a:gd name="csX18" fmla="*/ 97456 w 107489"/>
                <a:gd name="csY18" fmla="*/ 57328 h 102711"/>
                <a:gd name="csX19" fmla="*/ 96024 w 107489"/>
                <a:gd name="csY19" fmla="*/ 60194 h 102711"/>
                <a:gd name="csX20" fmla="*/ 93635 w 107489"/>
                <a:gd name="csY20" fmla="*/ 63060 h 102711"/>
                <a:gd name="csX21" fmla="*/ 93157 w 107489"/>
                <a:gd name="csY21" fmla="*/ 63538 h 102711"/>
                <a:gd name="csX22" fmla="*/ 91246 w 107489"/>
                <a:gd name="csY22" fmla="*/ 64971 h 102711"/>
                <a:gd name="csX23" fmla="*/ 91246 w 107489"/>
                <a:gd name="csY23" fmla="*/ 64971 h 102711"/>
                <a:gd name="csX24" fmla="*/ 90290 w 107489"/>
                <a:gd name="csY24" fmla="*/ 66882 h 102711"/>
                <a:gd name="csX25" fmla="*/ 89335 w 107489"/>
                <a:gd name="csY25" fmla="*/ 69271 h 102711"/>
                <a:gd name="csX26" fmla="*/ 88380 w 107489"/>
                <a:gd name="csY26" fmla="*/ 70704 h 102711"/>
                <a:gd name="csX27" fmla="*/ 86947 w 107489"/>
                <a:gd name="csY27" fmla="*/ 73093 h 102711"/>
                <a:gd name="csX28" fmla="*/ 86469 w 107489"/>
                <a:gd name="csY28" fmla="*/ 76437 h 102711"/>
                <a:gd name="csX29" fmla="*/ 86469 w 107489"/>
                <a:gd name="csY29" fmla="*/ 83125 h 102711"/>
                <a:gd name="csX30" fmla="*/ 85991 w 107489"/>
                <a:gd name="csY30" fmla="*/ 91246 h 102711"/>
                <a:gd name="csX31" fmla="*/ 85991 w 107489"/>
                <a:gd name="csY31" fmla="*/ 94113 h 102711"/>
                <a:gd name="csX32" fmla="*/ 85991 w 107489"/>
                <a:gd name="csY32" fmla="*/ 94113 h 102711"/>
                <a:gd name="csX33" fmla="*/ 85991 w 107489"/>
                <a:gd name="csY33" fmla="*/ 94113 h 102711"/>
                <a:gd name="csX34" fmla="*/ 83603 w 107489"/>
                <a:gd name="csY34" fmla="*/ 94113 h 102711"/>
                <a:gd name="csX35" fmla="*/ 80258 w 107489"/>
                <a:gd name="csY35" fmla="*/ 94113 h 102711"/>
                <a:gd name="csX36" fmla="*/ 76914 w 107489"/>
                <a:gd name="csY36" fmla="*/ 94113 h 102711"/>
                <a:gd name="csX37" fmla="*/ 73092 w 107489"/>
                <a:gd name="csY37" fmla="*/ 94113 h 102711"/>
                <a:gd name="csX38" fmla="*/ 69748 w 107489"/>
                <a:gd name="csY38" fmla="*/ 94113 h 102711"/>
                <a:gd name="csX39" fmla="*/ 66404 w 107489"/>
                <a:gd name="csY39" fmla="*/ 94113 h 102711"/>
                <a:gd name="csX40" fmla="*/ 62582 w 107489"/>
                <a:gd name="csY40" fmla="*/ 94113 h 102711"/>
                <a:gd name="csX41" fmla="*/ 59238 w 107489"/>
                <a:gd name="csY41" fmla="*/ 94113 h 102711"/>
                <a:gd name="csX42" fmla="*/ 55894 w 107489"/>
                <a:gd name="csY42" fmla="*/ 94113 h 102711"/>
                <a:gd name="csX43" fmla="*/ 52072 w 107489"/>
                <a:gd name="csY43" fmla="*/ 94113 h 102711"/>
                <a:gd name="csX44" fmla="*/ 48728 w 107489"/>
                <a:gd name="csY44" fmla="*/ 94113 h 102711"/>
                <a:gd name="csX45" fmla="*/ 44906 w 107489"/>
                <a:gd name="csY45" fmla="*/ 94113 h 102711"/>
                <a:gd name="csX46" fmla="*/ 41562 w 107489"/>
                <a:gd name="csY46" fmla="*/ 94113 h 102711"/>
                <a:gd name="csX47" fmla="*/ 38218 w 107489"/>
                <a:gd name="csY47" fmla="*/ 94113 h 102711"/>
                <a:gd name="csX48" fmla="*/ 34396 w 107489"/>
                <a:gd name="csY48" fmla="*/ 94113 h 102711"/>
                <a:gd name="csX49" fmla="*/ 31052 w 107489"/>
                <a:gd name="csY49" fmla="*/ 94113 h 102711"/>
                <a:gd name="csX50" fmla="*/ 27230 w 107489"/>
                <a:gd name="csY50" fmla="*/ 94113 h 102711"/>
                <a:gd name="csX51" fmla="*/ 25319 w 107489"/>
                <a:gd name="csY51" fmla="*/ 94113 h 102711"/>
                <a:gd name="csX52" fmla="*/ 24842 w 107489"/>
                <a:gd name="csY52" fmla="*/ 94113 h 102711"/>
                <a:gd name="csX53" fmla="*/ 24842 w 107489"/>
                <a:gd name="csY53" fmla="*/ 94113 h 102711"/>
                <a:gd name="csX54" fmla="*/ 23408 w 107489"/>
                <a:gd name="csY54" fmla="*/ 94113 h 102711"/>
                <a:gd name="csX55" fmla="*/ 21975 w 107489"/>
                <a:gd name="csY55" fmla="*/ 95068 h 102711"/>
                <a:gd name="csX56" fmla="*/ 20542 w 107489"/>
                <a:gd name="csY56" fmla="*/ 95546 h 102711"/>
                <a:gd name="csX57" fmla="*/ 19109 w 107489"/>
                <a:gd name="csY57" fmla="*/ 95068 h 102711"/>
                <a:gd name="csX58" fmla="*/ 18631 w 107489"/>
                <a:gd name="csY58" fmla="*/ 95546 h 102711"/>
                <a:gd name="csX59" fmla="*/ 18631 w 107489"/>
                <a:gd name="csY59" fmla="*/ 95546 h 102711"/>
                <a:gd name="csX60" fmla="*/ 18153 w 107489"/>
                <a:gd name="csY60" fmla="*/ 95546 h 102711"/>
                <a:gd name="csX61" fmla="*/ 16721 w 107489"/>
                <a:gd name="csY61" fmla="*/ 95068 h 102711"/>
                <a:gd name="csX62" fmla="*/ 15765 w 107489"/>
                <a:gd name="csY62" fmla="*/ 95546 h 102711"/>
                <a:gd name="csX63" fmla="*/ 14809 w 107489"/>
                <a:gd name="csY63" fmla="*/ 96024 h 102711"/>
                <a:gd name="csX64" fmla="*/ 14332 w 107489"/>
                <a:gd name="csY64" fmla="*/ 97457 h 102711"/>
                <a:gd name="csX65" fmla="*/ 12898 w 107489"/>
                <a:gd name="csY65" fmla="*/ 98890 h 102711"/>
                <a:gd name="csX66" fmla="*/ 12898 w 107489"/>
                <a:gd name="csY66" fmla="*/ 98890 h 102711"/>
                <a:gd name="csX67" fmla="*/ 11465 w 107489"/>
                <a:gd name="csY67" fmla="*/ 99846 h 102711"/>
                <a:gd name="csX68" fmla="*/ 10510 w 107489"/>
                <a:gd name="csY68" fmla="*/ 100801 h 102711"/>
                <a:gd name="csX69" fmla="*/ 8599 w 107489"/>
                <a:gd name="csY69" fmla="*/ 102234 h 102711"/>
                <a:gd name="csX70" fmla="*/ 7166 w 107489"/>
                <a:gd name="csY70" fmla="*/ 102712 h 102711"/>
                <a:gd name="csX71" fmla="*/ 6688 w 107489"/>
                <a:gd name="csY71" fmla="*/ 102712 h 102711"/>
                <a:gd name="csX72" fmla="*/ 6210 w 107489"/>
                <a:gd name="csY72" fmla="*/ 102234 h 102711"/>
                <a:gd name="csX73" fmla="*/ 5733 w 107489"/>
                <a:gd name="csY73" fmla="*/ 100323 h 102711"/>
                <a:gd name="csX74" fmla="*/ 5733 w 107489"/>
                <a:gd name="csY74" fmla="*/ 100323 h 102711"/>
                <a:gd name="csX75" fmla="*/ 5255 w 107489"/>
                <a:gd name="csY75" fmla="*/ 100323 h 102711"/>
                <a:gd name="csX76" fmla="*/ 955 w 107489"/>
                <a:gd name="csY76" fmla="*/ 101279 h 102711"/>
                <a:gd name="csX77" fmla="*/ 0 w 107489"/>
                <a:gd name="csY77" fmla="*/ 101279 h 102711"/>
                <a:gd name="csX78" fmla="*/ 478 w 107489"/>
                <a:gd name="csY78" fmla="*/ 100801 h 102711"/>
                <a:gd name="csX79" fmla="*/ 0 w 107489"/>
                <a:gd name="csY79" fmla="*/ 96501 h 102711"/>
                <a:gd name="csX80" fmla="*/ 0 w 107489"/>
                <a:gd name="csY80" fmla="*/ 93635 h 102711"/>
                <a:gd name="csX81" fmla="*/ 478 w 107489"/>
                <a:gd name="csY81" fmla="*/ 92202 h 102711"/>
                <a:gd name="csX82" fmla="*/ 955 w 107489"/>
                <a:gd name="csY82" fmla="*/ 90291 h 102711"/>
                <a:gd name="csX83" fmla="*/ 955 w 107489"/>
                <a:gd name="csY83" fmla="*/ 88380 h 102711"/>
                <a:gd name="csX84" fmla="*/ 1433 w 107489"/>
                <a:gd name="csY84" fmla="*/ 85991 h 102711"/>
                <a:gd name="csX85" fmla="*/ 1433 w 107489"/>
                <a:gd name="csY85" fmla="*/ 84080 h 102711"/>
                <a:gd name="csX86" fmla="*/ 2389 w 107489"/>
                <a:gd name="csY86" fmla="*/ 78348 h 102711"/>
                <a:gd name="csX87" fmla="*/ 2389 w 107489"/>
                <a:gd name="csY87" fmla="*/ 77392 h 102711"/>
                <a:gd name="csX88" fmla="*/ 2866 w 107489"/>
                <a:gd name="csY88" fmla="*/ 74526 h 102711"/>
                <a:gd name="csX89" fmla="*/ 3821 w 107489"/>
                <a:gd name="csY89" fmla="*/ 73570 h 102711"/>
                <a:gd name="csX90" fmla="*/ 4299 w 107489"/>
                <a:gd name="csY90" fmla="*/ 73093 h 102711"/>
                <a:gd name="csX91" fmla="*/ 4777 w 107489"/>
                <a:gd name="csY91" fmla="*/ 71182 h 102711"/>
                <a:gd name="csX92" fmla="*/ 6210 w 107489"/>
                <a:gd name="csY92" fmla="*/ 68315 h 102711"/>
                <a:gd name="csX93" fmla="*/ 7166 w 107489"/>
                <a:gd name="csY93" fmla="*/ 66882 h 102711"/>
                <a:gd name="csX94" fmla="*/ 7166 w 107489"/>
                <a:gd name="csY94" fmla="*/ 64016 h 102711"/>
                <a:gd name="csX95" fmla="*/ 7166 w 107489"/>
                <a:gd name="csY95" fmla="*/ 61627 h 102711"/>
                <a:gd name="csX96" fmla="*/ 7644 w 107489"/>
                <a:gd name="csY96" fmla="*/ 61149 h 102711"/>
                <a:gd name="csX97" fmla="*/ 9555 w 107489"/>
                <a:gd name="csY97" fmla="*/ 60672 h 102711"/>
                <a:gd name="csX98" fmla="*/ 12421 w 107489"/>
                <a:gd name="csY98" fmla="*/ 58283 h 102711"/>
                <a:gd name="csX99" fmla="*/ 13376 w 107489"/>
                <a:gd name="csY99" fmla="*/ 56372 h 102711"/>
                <a:gd name="csX100" fmla="*/ 14809 w 107489"/>
                <a:gd name="csY100" fmla="*/ 54461 h 102711"/>
                <a:gd name="csX101" fmla="*/ 18153 w 107489"/>
                <a:gd name="csY101" fmla="*/ 53506 h 102711"/>
                <a:gd name="csX102" fmla="*/ 27230 w 107489"/>
                <a:gd name="csY102" fmla="*/ 45862 h 102711"/>
                <a:gd name="csX103" fmla="*/ 31530 w 107489"/>
                <a:gd name="csY103" fmla="*/ 41563 h 102711"/>
                <a:gd name="csX104" fmla="*/ 33441 w 107489"/>
                <a:gd name="csY104" fmla="*/ 39174 h 102711"/>
                <a:gd name="csX105" fmla="*/ 33441 w 107489"/>
                <a:gd name="csY105" fmla="*/ 38218 h 102711"/>
                <a:gd name="csX106" fmla="*/ 33919 w 107489"/>
                <a:gd name="csY106" fmla="*/ 37263 h 102711"/>
                <a:gd name="csX107" fmla="*/ 32963 w 107489"/>
                <a:gd name="csY107" fmla="*/ 36307 h 102711"/>
                <a:gd name="csX108" fmla="*/ 32485 w 107489"/>
                <a:gd name="csY108" fmla="*/ 35830 h 102711"/>
                <a:gd name="csX109" fmla="*/ 32008 w 107489"/>
                <a:gd name="csY109" fmla="*/ 34874 h 102711"/>
                <a:gd name="csX110" fmla="*/ 31052 w 107489"/>
                <a:gd name="csY110" fmla="*/ 34874 h 102711"/>
                <a:gd name="csX111" fmla="*/ 30097 w 107489"/>
                <a:gd name="csY111" fmla="*/ 34874 h 102711"/>
                <a:gd name="csX112" fmla="*/ 29141 w 107489"/>
                <a:gd name="csY112" fmla="*/ 34397 h 102711"/>
                <a:gd name="csX113" fmla="*/ 28664 w 107489"/>
                <a:gd name="csY113" fmla="*/ 33441 h 102711"/>
                <a:gd name="csX114" fmla="*/ 27708 w 107489"/>
                <a:gd name="csY114" fmla="*/ 32486 h 102711"/>
                <a:gd name="csX115" fmla="*/ 24842 w 107489"/>
                <a:gd name="csY115" fmla="*/ 32486 h 102711"/>
                <a:gd name="csX116" fmla="*/ 22931 w 107489"/>
                <a:gd name="csY116" fmla="*/ 31530 h 102711"/>
                <a:gd name="csX117" fmla="*/ 22931 w 107489"/>
                <a:gd name="csY117" fmla="*/ 30575 h 102711"/>
                <a:gd name="csX118" fmla="*/ 23886 w 107489"/>
                <a:gd name="csY118" fmla="*/ 27708 h 102711"/>
                <a:gd name="csX119" fmla="*/ 25319 w 107489"/>
                <a:gd name="csY119" fmla="*/ 24842 h 102711"/>
                <a:gd name="csX120" fmla="*/ 25319 w 107489"/>
                <a:gd name="csY120" fmla="*/ 23886 h 102711"/>
                <a:gd name="csX121" fmla="*/ 25319 w 107489"/>
                <a:gd name="csY121" fmla="*/ 22931 h 102711"/>
                <a:gd name="csX122" fmla="*/ 24842 w 107489"/>
                <a:gd name="csY122" fmla="*/ 22453 h 102711"/>
                <a:gd name="csX123" fmla="*/ 24364 w 107489"/>
                <a:gd name="csY123" fmla="*/ 21975 h 102711"/>
                <a:gd name="csX124" fmla="*/ 23408 w 107489"/>
                <a:gd name="csY124" fmla="*/ 21020 h 102711"/>
                <a:gd name="csX125" fmla="*/ 23886 w 107489"/>
                <a:gd name="csY125" fmla="*/ 19109 h 102711"/>
                <a:gd name="csX126" fmla="*/ 24842 w 107489"/>
                <a:gd name="csY126" fmla="*/ 16721 h 102711"/>
                <a:gd name="csX127" fmla="*/ 25797 w 107489"/>
                <a:gd name="csY127" fmla="*/ 15765 h 102711"/>
                <a:gd name="csX128" fmla="*/ 26753 w 107489"/>
                <a:gd name="csY128" fmla="*/ 14332 h 102711"/>
                <a:gd name="csX129" fmla="*/ 26275 w 107489"/>
                <a:gd name="csY129" fmla="*/ 13376 h 102711"/>
                <a:gd name="csX130" fmla="*/ 25319 w 107489"/>
                <a:gd name="csY130" fmla="*/ 12899 h 102711"/>
                <a:gd name="csX131" fmla="*/ 25797 w 107489"/>
                <a:gd name="csY131" fmla="*/ 11943 h 102711"/>
                <a:gd name="csX132" fmla="*/ 27230 w 107489"/>
                <a:gd name="csY132" fmla="*/ 10510 h 102711"/>
                <a:gd name="csX133" fmla="*/ 29619 w 107489"/>
                <a:gd name="csY133" fmla="*/ 8599 h 102711"/>
                <a:gd name="csX134" fmla="*/ 31530 w 107489"/>
                <a:gd name="csY134" fmla="*/ 7644 h 102711"/>
                <a:gd name="csX135" fmla="*/ 32963 w 107489"/>
                <a:gd name="csY135" fmla="*/ 7644 h 102711"/>
                <a:gd name="csX136" fmla="*/ 35352 w 107489"/>
                <a:gd name="csY136" fmla="*/ 8599 h 102711"/>
                <a:gd name="csX137" fmla="*/ 37740 w 107489"/>
                <a:gd name="csY137" fmla="*/ 9555 h 102711"/>
                <a:gd name="csX138" fmla="*/ 39174 w 107489"/>
                <a:gd name="csY138" fmla="*/ 9555 h 102711"/>
                <a:gd name="csX139" fmla="*/ 41085 w 107489"/>
                <a:gd name="csY139" fmla="*/ 9077 h 102711"/>
                <a:gd name="csX140" fmla="*/ 44428 w 107489"/>
                <a:gd name="csY140" fmla="*/ 7166 h 102711"/>
                <a:gd name="csX141" fmla="*/ 44906 w 107489"/>
                <a:gd name="csY141" fmla="*/ 8121 h 102711"/>
                <a:gd name="csX142" fmla="*/ 45862 w 107489"/>
                <a:gd name="csY142" fmla="*/ 9077 h 102711"/>
                <a:gd name="csX143" fmla="*/ 47295 w 107489"/>
                <a:gd name="csY143" fmla="*/ 10988 h 102711"/>
                <a:gd name="csX144" fmla="*/ 49206 w 107489"/>
                <a:gd name="csY144" fmla="*/ 11943 h 102711"/>
                <a:gd name="csX145" fmla="*/ 50162 w 107489"/>
                <a:gd name="csY145" fmla="*/ 12421 h 102711"/>
                <a:gd name="csX146" fmla="*/ 51117 w 107489"/>
                <a:gd name="csY146" fmla="*/ 12421 h 102711"/>
                <a:gd name="csX147" fmla="*/ 51594 w 107489"/>
                <a:gd name="csY147" fmla="*/ 12421 h 102711"/>
                <a:gd name="csX148" fmla="*/ 52072 w 107489"/>
                <a:gd name="csY148" fmla="*/ 10988 h 102711"/>
                <a:gd name="csX149" fmla="*/ 53028 w 107489"/>
                <a:gd name="csY149" fmla="*/ 10032 h 102711"/>
                <a:gd name="csX150" fmla="*/ 54939 w 107489"/>
                <a:gd name="csY150" fmla="*/ 9077 h 102711"/>
                <a:gd name="csX151" fmla="*/ 58760 w 107489"/>
                <a:gd name="csY151" fmla="*/ 8121 h 102711"/>
                <a:gd name="csX152" fmla="*/ 61627 w 107489"/>
                <a:gd name="csY152" fmla="*/ 8121 h 102711"/>
                <a:gd name="csX153" fmla="*/ 63060 w 107489"/>
                <a:gd name="csY153" fmla="*/ 8121 h 102711"/>
                <a:gd name="csX154" fmla="*/ 64971 w 107489"/>
                <a:gd name="csY154" fmla="*/ 7166 h 102711"/>
                <a:gd name="csX155" fmla="*/ 67837 w 107489"/>
                <a:gd name="csY155" fmla="*/ 5733 h 102711"/>
                <a:gd name="csX156" fmla="*/ 71181 w 107489"/>
                <a:gd name="csY156" fmla="*/ 7644 h 102711"/>
                <a:gd name="csX157" fmla="*/ 74526 w 107489"/>
                <a:gd name="csY157" fmla="*/ 8121 h 102711"/>
                <a:gd name="csX158" fmla="*/ 77870 w 107489"/>
                <a:gd name="csY158" fmla="*/ 8121 h 102711"/>
                <a:gd name="csX159" fmla="*/ 78825 w 107489"/>
                <a:gd name="csY159" fmla="*/ 7644 h 102711"/>
                <a:gd name="csX160" fmla="*/ 79303 w 107489"/>
                <a:gd name="csY160" fmla="*/ 7166 h 102711"/>
                <a:gd name="csX161" fmla="*/ 82647 w 107489"/>
                <a:gd name="csY161" fmla="*/ 3822 h 102711"/>
                <a:gd name="csX162" fmla="*/ 87424 w 107489"/>
                <a:gd name="csY162" fmla="*/ 0 h 102711"/>
                <a:gd name="csX163" fmla="*/ 90769 w 107489"/>
                <a:gd name="csY163" fmla="*/ 5733 h 102711"/>
                <a:gd name="csX164" fmla="*/ 91724 w 107489"/>
                <a:gd name="csY164" fmla="*/ 6210 h 102711"/>
                <a:gd name="csX165" fmla="*/ 91246 w 107489"/>
                <a:gd name="csY165" fmla="*/ 6688 h 102711"/>
                <a:gd name="csX166" fmla="*/ 91246 w 107489"/>
                <a:gd name="csY166" fmla="*/ 7166 h 102711"/>
                <a:gd name="csX167" fmla="*/ 91246 w 107489"/>
                <a:gd name="csY167" fmla="*/ 7166 h 102711"/>
                <a:gd name="csX168" fmla="*/ 93157 w 107489"/>
                <a:gd name="csY168" fmla="*/ 8599 h 102711"/>
                <a:gd name="csX169" fmla="*/ 94112 w 107489"/>
                <a:gd name="csY169" fmla="*/ 8599 h 102711"/>
                <a:gd name="csX170" fmla="*/ 95546 w 107489"/>
                <a:gd name="csY170" fmla="*/ 9555 h 102711"/>
                <a:gd name="csX171" fmla="*/ 96501 w 107489"/>
                <a:gd name="csY171" fmla="*/ 10032 h 102711"/>
                <a:gd name="csX172" fmla="*/ 96501 w 107489"/>
                <a:gd name="csY172" fmla="*/ 10988 h 102711"/>
                <a:gd name="csX173" fmla="*/ 96024 w 107489"/>
                <a:gd name="csY173" fmla="*/ 14332 h 102711"/>
                <a:gd name="csX174" fmla="*/ 96024 w 107489"/>
                <a:gd name="csY174" fmla="*/ 15287 h 102711"/>
                <a:gd name="csX175" fmla="*/ 96979 w 107489"/>
                <a:gd name="csY175" fmla="*/ 18632 h 102711"/>
                <a:gd name="csX176" fmla="*/ 96979 w 107489"/>
                <a:gd name="csY176" fmla="*/ 18632 h 102711"/>
                <a:gd name="csX177" fmla="*/ 96979 w 107489"/>
                <a:gd name="csY177" fmla="*/ 19109 h 102711"/>
                <a:gd name="csX178" fmla="*/ 98412 w 107489"/>
                <a:gd name="csY178" fmla="*/ 19587 h 102711"/>
                <a:gd name="csX179" fmla="*/ 99845 w 107489"/>
                <a:gd name="csY179" fmla="*/ 23409 h 102711"/>
                <a:gd name="csX180" fmla="*/ 102234 w 107489"/>
                <a:gd name="csY180" fmla="*/ 24842 h 102711"/>
                <a:gd name="csX181" fmla="*/ 102712 w 107489"/>
                <a:gd name="csY181" fmla="*/ 25320 h 102711"/>
                <a:gd name="csX182" fmla="*/ 102712 w 107489"/>
                <a:gd name="csY182" fmla="*/ 25320 h 102711"/>
                <a:gd name="csX183" fmla="*/ 103189 w 107489"/>
                <a:gd name="csY183" fmla="*/ 26753 h 102711"/>
                <a:gd name="csX184" fmla="*/ 104145 w 107489"/>
                <a:gd name="csY184" fmla="*/ 28664 h 102711"/>
                <a:gd name="csX185" fmla="*/ 104145 w 107489"/>
                <a:gd name="csY185" fmla="*/ 28664 h 102711"/>
                <a:gd name="csX186" fmla="*/ 104622 w 107489"/>
                <a:gd name="csY186" fmla="*/ 29141 h 102711"/>
                <a:gd name="csX187" fmla="*/ 105100 w 107489"/>
                <a:gd name="csY187" fmla="*/ 29141 h 102711"/>
                <a:gd name="csX188" fmla="*/ 106056 w 107489"/>
                <a:gd name="csY188" fmla="*/ 31530 h 102711"/>
                <a:gd name="csX189" fmla="*/ 105578 w 107489"/>
                <a:gd name="csY189" fmla="*/ 32486 h 102711"/>
                <a:gd name="csX190" fmla="*/ 105578 w 107489"/>
                <a:gd name="csY190" fmla="*/ 32963 h 102711"/>
                <a:gd name="csX191" fmla="*/ 106056 w 107489"/>
                <a:gd name="csY191" fmla="*/ 35830 h 102711"/>
                <a:gd name="csX192" fmla="*/ 107011 w 107489"/>
                <a:gd name="csY192" fmla="*/ 38696 h 102711"/>
                <a:gd name="csX193" fmla="*/ 107489 w 107489"/>
                <a:gd name="csY193" fmla="*/ 42518 h 1027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</a:cxnLst>
              <a:rect l="l" t="t" r="r" b="b"/>
              <a:pathLst>
                <a:path w="107489" h="102711">
                  <a:moveTo>
                    <a:pt x="107489" y="42518"/>
                  </a:moveTo>
                  <a:lnTo>
                    <a:pt x="107489" y="43951"/>
                  </a:lnTo>
                  <a:lnTo>
                    <a:pt x="107011" y="44907"/>
                  </a:lnTo>
                  <a:lnTo>
                    <a:pt x="107011" y="46340"/>
                  </a:lnTo>
                  <a:lnTo>
                    <a:pt x="107011" y="46340"/>
                  </a:lnTo>
                  <a:lnTo>
                    <a:pt x="106533" y="47295"/>
                  </a:lnTo>
                  <a:lnTo>
                    <a:pt x="105578" y="47773"/>
                  </a:lnTo>
                  <a:lnTo>
                    <a:pt x="104622" y="49206"/>
                  </a:lnTo>
                  <a:lnTo>
                    <a:pt x="104145" y="50639"/>
                  </a:lnTo>
                  <a:lnTo>
                    <a:pt x="104145" y="50639"/>
                  </a:lnTo>
                  <a:lnTo>
                    <a:pt x="103667" y="51117"/>
                  </a:lnTo>
                  <a:lnTo>
                    <a:pt x="103667" y="53028"/>
                  </a:lnTo>
                  <a:lnTo>
                    <a:pt x="103667" y="53506"/>
                  </a:lnTo>
                  <a:lnTo>
                    <a:pt x="103667" y="53983"/>
                  </a:lnTo>
                  <a:lnTo>
                    <a:pt x="102234" y="53983"/>
                  </a:lnTo>
                  <a:lnTo>
                    <a:pt x="100801" y="54461"/>
                  </a:lnTo>
                  <a:lnTo>
                    <a:pt x="99845" y="55417"/>
                  </a:lnTo>
                  <a:lnTo>
                    <a:pt x="98412" y="56372"/>
                  </a:lnTo>
                  <a:lnTo>
                    <a:pt x="97456" y="57328"/>
                  </a:lnTo>
                  <a:lnTo>
                    <a:pt x="96024" y="60194"/>
                  </a:lnTo>
                  <a:lnTo>
                    <a:pt x="93635" y="63060"/>
                  </a:lnTo>
                  <a:lnTo>
                    <a:pt x="93157" y="63538"/>
                  </a:lnTo>
                  <a:lnTo>
                    <a:pt x="91246" y="64971"/>
                  </a:lnTo>
                  <a:lnTo>
                    <a:pt x="91246" y="64971"/>
                  </a:lnTo>
                  <a:lnTo>
                    <a:pt x="90290" y="66882"/>
                  </a:lnTo>
                  <a:lnTo>
                    <a:pt x="89335" y="69271"/>
                  </a:lnTo>
                  <a:lnTo>
                    <a:pt x="88380" y="70704"/>
                  </a:lnTo>
                  <a:lnTo>
                    <a:pt x="86947" y="73093"/>
                  </a:lnTo>
                  <a:lnTo>
                    <a:pt x="86469" y="76437"/>
                  </a:lnTo>
                  <a:lnTo>
                    <a:pt x="86469" y="83125"/>
                  </a:lnTo>
                  <a:lnTo>
                    <a:pt x="85991" y="91246"/>
                  </a:lnTo>
                  <a:lnTo>
                    <a:pt x="85991" y="94113"/>
                  </a:lnTo>
                  <a:lnTo>
                    <a:pt x="85991" y="94113"/>
                  </a:lnTo>
                  <a:lnTo>
                    <a:pt x="85991" y="94113"/>
                  </a:lnTo>
                  <a:lnTo>
                    <a:pt x="83603" y="94113"/>
                  </a:lnTo>
                  <a:lnTo>
                    <a:pt x="80258" y="94113"/>
                  </a:lnTo>
                  <a:lnTo>
                    <a:pt x="76914" y="94113"/>
                  </a:lnTo>
                  <a:lnTo>
                    <a:pt x="73092" y="94113"/>
                  </a:lnTo>
                  <a:lnTo>
                    <a:pt x="69748" y="94113"/>
                  </a:lnTo>
                  <a:lnTo>
                    <a:pt x="66404" y="94113"/>
                  </a:lnTo>
                  <a:lnTo>
                    <a:pt x="62582" y="94113"/>
                  </a:lnTo>
                  <a:lnTo>
                    <a:pt x="59238" y="94113"/>
                  </a:lnTo>
                  <a:lnTo>
                    <a:pt x="55894" y="94113"/>
                  </a:lnTo>
                  <a:lnTo>
                    <a:pt x="52072" y="94113"/>
                  </a:lnTo>
                  <a:lnTo>
                    <a:pt x="48728" y="94113"/>
                  </a:lnTo>
                  <a:lnTo>
                    <a:pt x="44906" y="94113"/>
                  </a:lnTo>
                  <a:lnTo>
                    <a:pt x="41562" y="94113"/>
                  </a:lnTo>
                  <a:lnTo>
                    <a:pt x="38218" y="94113"/>
                  </a:lnTo>
                  <a:lnTo>
                    <a:pt x="34396" y="94113"/>
                  </a:lnTo>
                  <a:lnTo>
                    <a:pt x="31052" y="94113"/>
                  </a:lnTo>
                  <a:lnTo>
                    <a:pt x="27230" y="94113"/>
                  </a:lnTo>
                  <a:lnTo>
                    <a:pt x="25319" y="94113"/>
                  </a:lnTo>
                  <a:lnTo>
                    <a:pt x="24842" y="94113"/>
                  </a:lnTo>
                  <a:lnTo>
                    <a:pt x="24842" y="94113"/>
                  </a:lnTo>
                  <a:lnTo>
                    <a:pt x="23408" y="94113"/>
                  </a:lnTo>
                  <a:lnTo>
                    <a:pt x="21975" y="95068"/>
                  </a:lnTo>
                  <a:lnTo>
                    <a:pt x="20542" y="95546"/>
                  </a:lnTo>
                  <a:lnTo>
                    <a:pt x="19109" y="95068"/>
                  </a:lnTo>
                  <a:lnTo>
                    <a:pt x="18631" y="95546"/>
                  </a:lnTo>
                  <a:lnTo>
                    <a:pt x="18631" y="95546"/>
                  </a:lnTo>
                  <a:lnTo>
                    <a:pt x="18153" y="95546"/>
                  </a:lnTo>
                  <a:lnTo>
                    <a:pt x="16721" y="95068"/>
                  </a:lnTo>
                  <a:lnTo>
                    <a:pt x="15765" y="95546"/>
                  </a:lnTo>
                  <a:lnTo>
                    <a:pt x="14809" y="96024"/>
                  </a:lnTo>
                  <a:lnTo>
                    <a:pt x="14332" y="97457"/>
                  </a:lnTo>
                  <a:lnTo>
                    <a:pt x="12898" y="98890"/>
                  </a:lnTo>
                  <a:lnTo>
                    <a:pt x="12898" y="98890"/>
                  </a:lnTo>
                  <a:lnTo>
                    <a:pt x="11465" y="99846"/>
                  </a:lnTo>
                  <a:lnTo>
                    <a:pt x="10510" y="100801"/>
                  </a:lnTo>
                  <a:lnTo>
                    <a:pt x="8599" y="102234"/>
                  </a:lnTo>
                  <a:lnTo>
                    <a:pt x="7166" y="102712"/>
                  </a:lnTo>
                  <a:lnTo>
                    <a:pt x="6688" y="102712"/>
                  </a:lnTo>
                  <a:lnTo>
                    <a:pt x="6210" y="102234"/>
                  </a:lnTo>
                  <a:lnTo>
                    <a:pt x="5733" y="100323"/>
                  </a:lnTo>
                  <a:lnTo>
                    <a:pt x="5733" y="100323"/>
                  </a:lnTo>
                  <a:lnTo>
                    <a:pt x="5255" y="100323"/>
                  </a:lnTo>
                  <a:lnTo>
                    <a:pt x="955" y="101279"/>
                  </a:lnTo>
                  <a:lnTo>
                    <a:pt x="0" y="101279"/>
                  </a:lnTo>
                  <a:lnTo>
                    <a:pt x="478" y="100801"/>
                  </a:lnTo>
                  <a:lnTo>
                    <a:pt x="0" y="96501"/>
                  </a:lnTo>
                  <a:lnTo>
                    <a:pt x="0" y="93635"/>
                  </a:lnTo>
                  <a:lnTo>
                    <a:pt x="478" y="92202"/>
                  </a:lnTo>
                  <a:lnTo>
                    <a:pt x="955" y="90291"/>
                  </a:lnTo>
                  <a:lnTo>
                    <a:pt x="955" y="88380"/>
                  </a:lnTo>
                  <a:lnTo>
                    <a:pt x="1433" y="85991"/>
                  </a:lnTo>
                  <a:lnTo>
                    <a:pt x="1433" y="84080"/>
                  </a:lnTo>
                  <a:lnTo>
                    <a:pt x="2389" y="78348"/>
                  </a:lnTo>
                  <a:lnTo>
                    <a:pt x="2389" y="77392"/>
                  </a:lnTo>
                  <a:lnTo>
                    <a:pt x="2866" y="74526"/>
                  </a:lnTo>
                  <a:lnTo>
                    <a:pt x="3821" y="73570"/>
                  </a:lnTo>
                  <a:lnTo>
                    <a:pt x="4299" y="73093"/>
                  </a:lnTo>
                  <a:lnTo>
                    <a:pt x="4777" y="71182"/>
                  </a:lnTo>
                  <a:lnTo>
                    <a:pt x="6210" y="68315"/>
                  </a:lnTo>
                  <a:lnTo>
                    <a:pt x="7166" y="66882"/>
                  </a:lnTo>
                  <a:lnTo>
                    <a:pt x="7166" y="64016"/>
                  </a:lnTo>
                  <a:lnTo>
                    <a:pt x="7166" y="61627"/>
                  </a:lnTo>
                  <a:lnTo>
                    <a:pt x="7644" y="61149"/>
                  </a:lnTo>
                  <a:lnTo>
                    <a:pt x="9555" y="60672"/>
                  </a:lnTo>
                  <a:lnTo>
                    <a:pt x="12421" y="58283"/>
                  </a:lnTo>
                  <a:lnTo>
                    <a:pt x="13376" y="56372"/>
                  </a:lnTo>
                  <a:lnTo>
                    <a:pt x="14809" y="54461"/>
                  </a:lnTo>
                  <a:lnTo>
                    <a:pt x="18153" y="53506"/>
                  </a:lnTo>
                  <a:lnTo>
                    <a:pt x="27230" y="45862"/>
                  </a:lnTo>
                  <a:lnTo>
                    <a:pt x="31530" y="41563"/>
                  </a:lnTo>
                  <a:lnTo>
                    <a:pt x="33441" y="39174"/>
                  </a:lnTo>
                  <a:lnTo>
                    <a:pt x="33441" y="38218"/>
                  </a:lnTo>
                  <a:lnTo>
                    <a:pt x="33919" y="37263"/>
                  </a:lnTo>
                  <a:lnTo>
                    <a:pt x="32963" y="36307"/>
                  </a:lnTo>
                  <a:lnTo>
                    <a:pt x="32485" y="35830"/>
                  </a:lnTo>
                  <a:lnTo>
                    <a:pt x="32008" y="34874"/>
                  </a:lnTo>
                  <a:lnTo>
                    <a:pt x="31052" y="34874"/>
                  </a:lnTo>
                  <a:lnTo>
                    <a:pt x="30097" y="34874"/>
                  </a:lnTo>
                  <a:lnTo>
                    <a:pt x="29141" y="34397"/>
                  </a:lnTo>
                  <a:lnTo>
                    <a:pt x="28664" y="33441"/>
                  </a:lnTo>
                  <a:lnTo>
                    <a:pt x="27708" y="32486"/>
                  </a:lnTo>
                  <a:lnTo>
                    <a:pt x="24842" y="32486"/>
                  </a:lnTo>
                  <a:lnTo>
                    <a:pt x="22931" y="31530"/>
                  </a:lnTo>
                  <a:lnTo>
                    <a:pt x="22931" y="30575"/>
                  </a:lnTo>
                  <a:lnTo>
                    <a:pt x="23886" y="27708"/>
                  </a:lnTo>
                  <a:lnTo>
                    <a:pt x="25319" y="24842"/>
                  </a:lnTo>
                  <a:lnTo>
                    <a:pt x="25319" y="23886"/>
                  </a:lnTo>
                  <a:lnTo>
                    <a:pt x="25319" y="22931"/>
                  </a:lnTo>
                  <a:lnTo>
                    <a:pt x="24842" y="22453"/>
                  </a:lnTo>
                  <a:lnTo>
                    <a:pt x="24364" y="21975"/>
                  </a:lnTo>
                  <a:lnTo>
                    <a:pt x="23408" y="21020"/>
                  </a:lnTo>
                  <a:lnTo>
                    <a:pt x="23886" y="19109"/>
                  </a:lnTo>
                  <a:lnTo>
                    <a:pt x="24842" y="16721"/>
                  </a:lnTo>
                  <a:lnTo>
                    <a:pt x="25797" y="15765"/>
                  </a:lnTo>
                  <a:lnTo>
                    <a:pt x="26753" y="14332"/>
                  </a:lnTo>
                  <a:lnTo>
                    <a:pt x="26275" y="13376"/>
                  </a:lnTo>
                  <a:lnTo>
                    <a:pt x="25319" y="12899"/>
                  </a:lnTo>
                  <a:lnTo>
                    <a:pt x="25797" y="11943"/>
                  </a:lnTo>
                  <a:lnTo>
                    <a:pt x="27230" y="10510"/>
                  </a:lnTo>
                  <a:lnTo>
                    <a:pt x="29619" y="8599"/>
                  </a:lnTo>
                  <a:lnTo>
                    <a:pt x="31530" y="7644"/>
                  </a:lnTo>
                  <a:lnTo>
                    <a:pt x="32963" y="7644"/>
                  </a:lnTo>
                  <a:lnTo>
                    <a:pt x="35352" y="8599"/>
                  </a:lnTo>
                  <a:lnTo>
                    <a:pt x="37740" y="9555"/>
                  </a:lnTo>
                  <a:lnTo>
                    <a:pt x="39174" y="9555"/>
                  </a:lnTo>
                  <a:lnTo>
                    <a:pt x="41085" y="9077"/>
                  </a:lnTo>
                  <a:lnTo>
                    <a:pt x="44428" y="7166"/>
                  </a:lnTo>
                  <a:lnTo>
                    <a:pt x="44906" y="8121"/>
                  </a:lnTo>
                  <a:lnTo>
                    <a:pt x="45862" y="9077"/>
                  </a:lnTo>
                  <a:lnTo>
                    <a:pt x="47295" y="10988"/>
                  </a:lnTo>
                  <a:lnTo>
                    <a:pt x="49206" y="11943"/>
                  </a:lnTo>
                  <a:lnTo>
                    <a:pt x="50162" y="12421"/>
                  </a:lnTo>
                  <a:lnTo>
                    <a:pt x="51117" y="12421"/>
                  </a:lnTo>
                  <a:lnTo>
                    <a:pt x="51594" y="12421"/>
                  </a:lnTo>
                  <a:lnTo>
                    <a:pt x="52072" y="10988"/>
                  </a:lnTo>
                  <a:lnTo>
                    <a:pt x="53028" y="10032"/>
                  </a:lnTo>
                  <a:lnTo>
                    <a:pt x="54939" y="9077"/>
                  </a:lnTo>
                  <a:lnTo>
                    <a:pt x="58760" y="8121"/>
                  </a:lnTo>
                  <a:lnTo>
                    <a:pt x="61627" y="8121"/>
                  </a:lnTo>
                  <a:lnTo>
                    <a:pt x="63060" y="8121"/>
                  </a:lnTo>
                  <a:lnTo>
                    <a:pt x="64971" y="7166"/>
                  </a:lnTo>
                  <a:lnTo>
                    <a:pt x="67837" y="5733"/>
                  </a:lnTo>
                  <a:lnTo>
                    <a:pt x="71181" y="7644"/>
                  </a:lnTo>
                  <a:lnTo>
                    <a:pt x="74526" y="8121"/>
                  </a:lnTo>
                  <a:lnTo>
                    <a:pt x="77870" y="8121"/>
                  </a:lnTo>
                  <a:lnTo>
                    <a:pt x="78825" y="7644"/>
                  </a:lnTo>
                  <a:lnTo>
                    <a:pt x="79303" y="7166"/>
                  </a:lnTo>
                  <a:lnTo>
                    <a:pt x="82647" y="3822"/>
                  </a:lnTo>
                  <a:lnTo>
                    <a:pt x="87424" y="0"/>
                  </a:lnTo>
                  <a:lnTo>
                    <a:pt x="90769" y="5733"/>
                  </a:lnTo>
                  <a:lnTo>
                    <a:pt x="91724" y="6210"/>
                  </a:lnTo>
                  <a:lnTo>
                    <a:pt x="91246" y="6688"/>
                  </a:lnTo>
                  <a:lnTo>
                    <a:pt x="91246" y="7166"/>
                  </a:lnTo>
                  <a:lnTo>
                    <a:pt x="91246" y="7166"/>
                  </a:lnTo>
                  <a:lnTo>
                    <a:pt x="93157" y="8599"/>
                  </a:lnTo>
                  <a:lnTo>
                    <a:pt x="94112" y="8599"/>
                  </a:lnTo>
                  <a:lnTo>
                    <a:pt x="95546" y="9555"/>
                  </a:lnTo>
                  <a:lnTo>
                    <a:pt x="96501" y="10032"/>
                  </a:lnTo>
                  <a:lnTo>
                    <a:pt x="96501" y="10988"/>
                  </a:lnTo>
                  <a:lnTo>
                    <a:pt x="96024" y="14332"/>
                  </a:lnTo>
                  <a:lnTo>
                    <a:pt x="96024" y="15287"/>
                  </a:lnTo>
                  <a:lnTo>
                    <a:pt x="96979" y="18632"/>
                  </a:lnTo>
                  <a:lnTo>
                    <a:pt x="96979" y="18632"/>
                  </a:lnTo>
                  <a:lnTo>
                    <a:pt x="96979" y="19109"/>
                  </a:lnTo>
                  <a:lnTo>
                    <a:pt x="98412" y="19587"/>
                  </a:lnTo>
                  <a:lnTo>
                    <a:pt x="99845" y="23409"/>
                  </a:lnTo>
                  <a:lnTo>
                    <a:pt x="102234" y="24842"/>
                  </a:lnTo>
                  <a:lnTo>
                    <a:pt x="102712" y="25320"/>
                  </a:lnTo>
                  <a:lnTo>
                    <a:pt x="102712" y="25320"/>
                  </a:lnTo>
                  <a:lnTo>
                    <a:pt x="103189" y="26753"/>
                  </a:lnTo>
                  <a:lnTo>
                    <a:pt x="104145" y="28664"/>
                  </a:lnTo>
                  <a:lnTo>
                    <a:pt x="104145" y="28664"/>
                  </a:lnTo>
                  <a:lnTo>
                    <a:pt x="104622" y="29141"/>
                  </a:lnTo>
                  <a:lnTo>
                    <a:pt x="105100" y="29141"/>
                  </a:lnTo>
                  <a:lnTo>
                    <a:pt x="106056" y="31530"/>
                  </a:lnTo>
                  <a:lnTo>
                    <a:pt x="105578" y="32486"/>
                  </a:lnTo>
                  <a:lnTo>
                    <a:pt x="105578" y="32963"/>
                  </a:lnTo>
                  <a:lnTo>
                    <a:pt x="106056" y="35830"/>
                  </a:lnTo>
                  <a:lnTo>
                    <a:pt x="107011" y="38696"/>
                  </a:lnTo>
                  <a:lnTo>
                    <a:pt x="107489" y="4251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4" name="Freeform 1593">
              <a:extLst>
                <a:ext uri="{FF2B5EF4-FFF2-40B4-BE49-F238E27FC236}">
                  <a16:creationId xmlns:a16="http://schemas.microsoft.com/office/drawing/2014/main" id="{02BE3A87-7899-8DB0-385F-1DAD3B9F657F}"/>
                </a:ext>
              </a:extLst>
            </p:cNvPr>
            <p:cNvSpPr/>
            <p:nvPr/>
          </p:nvSpPr>
          <p:spPr>
            <a:xfrm>
              <a:off x="6574206" y="4704799"/>
              <a:ext cx="2866" cy="4299"/>
            </a:xfrm>
            <a:custGeom>
              <a:avLst/>
              <a:gdLst>
                <a:gd name="csX0" fmla="*/ 2866 w 2866"/>
                <a:gd name="csY0" fmla="*/ 0 h 4299"/>
                <a:gd name="csX1" fmla="*/ 2389 w 2866"/>
                <a:gd name="csY1" fmla="*/ 956 h 4299"/>
                <a:gd name="csX2" fmla="*/ 1433 w 2866"/>
                <a:gd name="csY2" fmla="*/ 1433 h 4299"/>
                <a:gd name="csX3" fmla="*/ 478 w 2866"/>
                <a:gd name="csY3" fmla="*/ 2866 h 4299"/>
                <a:gd name="csX4" fmla="*/ 0 w 2866"/>
                <a:gd name="csY4" fmla="*/ 4299 h 4299"/>
                <a:gd name="csX5" fmla="*/ 478 w 2866"/>
                <a:gd name="csY5" fmla="*/ 2866 h 4299"/>
                <a:gd name="csX6" fmla="*/ 1433 w 2866"/>
                <a:gd name="csY6" fmla="*/ 1433 h 4299"/>
                <a:gd name="csX7" fmla="*/ 2389 w 2866"/>
                <a:gd name="csY7" fmla="*/ 956 h 4299"/>
                <a:gd name="csX8" fmla="*/ 2866 w 2866"/>
                <a:gd name="csY8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4299">
                  <a:moveTo>
                    <a:pt x="2866" y="0"/>
                  </a:moveTo>
                  <a:lnTo>
                    <a:pt x="2389" y="956"/>
                  </a:lnTo>
                  <a:lnTo>
                    <a:pt x="1433" y="1433"/>
                  </a:lnTo>
                  <a:lnTo>
                    <a:pt x="478" y="2866"/>
                  </a:lnTo>
                  <a:lnTo>
                    <a:pt x="0" y="4299"/>
                  </a:lnTo>
                  <a:lnTo>
                    <a:pt x="478" y="2866"/>
                  </a:lnTo>
                  <a:lnTo>
                    <a:pt x="1433" y="1433"/>
                  </a:lnTo>
                  <a:lnTo>
                    <a:pt x="2389" y="956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5" name="Freeform 1594">
              <a:extLst>
                <a:ext uri="{FF2B5EF4-FFF2-40B4-BE49-F238E27FC236}">
                  <a16:creationId xmlns:a16="http://schemas.microsoft.com/office/drawing/2014/main" id="{472EB34C-2A88-484B-44E9-444D3F3E5E76}"/>
                </a:ext>
              </a:extLst>
            </p:cNvPr>
            <p:cNvSpPr/>
            <p:nvPr/>
          </p:nvSpPr>
          <p:spPr>
            <a:xfrm>
              <a:off x="6575639" y="4691423"/>
              <a:ext cx="1432" cy="5732"/>
            </a:xfrm>
            <a:custGeom>
              <a:avLst/>
              <a:gdLst>
                <a:gd name="csX0" fmla="*/ 478 w 1432"/>
                <a:gd name="csY0" fmla="*/ 2866 h 5732"/>
                <a:gd name="csX1" fmla="*/ 1433 w 1432"/>
                <a:gd name="csY1" fmla="*/ 5733 h 5732"/>
                <a:gd name="csX2" fmla="*/ 478 w 1432"/>
                <a:gd name="csY2" fmla="*/ 2866 h 5732"/>
                <a:gd name="csX3" fmla="*/ 0 w 1432"/>
                <a:gd name="csY3" fmla="*/ 0 h 5732"/>
                <a:gd name="csX4" fmla="*/ 478 w 1432"/>
                <a:gd name="csY4" fmla="*/ 2866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5732">
                  <a:moveTo>
                    <a:pt x="478" y="2866"/>
                  </a:moveTo>
                  <a:lnTo>
                    <a:pt x="1433" y="5733"/>
                  </a:lnTo>
                  <a:lnTo>
                    <a:pt x="478" y="2866"/>
                  </a:lnTo>
                  <a:lnTo>
                    <a:pt x="0" y="0"/>
                  </a:lnTo>
                  <a:lnTo>
                    <a:pt x="478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6" name="Freeform 1595">
              <a:extLst>
                <a:ext uri="{FF2B5EF4-FFF2-40B4-BE49-F238E27FC236}">
                  <a16:creationId xmlns:a16="http://schemas.microsoft.com/office/drawing/2014/main" id="{9105EA81-0D82-7E24-C62B-AD31D942718A}"/>
                </a:ext>
              </a:extLst>
            </p:cNvPr>
            <p:cNvSpPr/>
            <p:nvPr/>
          </p:nvSpPr>
          <p:spPr>
            <a:xfrm>
              <a:off x="6573251" y="5038254"/>
              <a:ext cx="3343" cy="3821"/>
            </a:xfrm>
            <a:custGeom>
              <a:avLst/>
              <a:gdLst>
                <a:gd name="csX0" fmla="*/ 0 w 3343"/>
                <a:gd name="csY0" fmla="*/ 0 h 3821"/>
                <a:gd name="csX1" fmla="*/ 3344 w 3343"/>
                <a:gd name="csY1" fmla="*/ 3822 h 3821"/>
                <a:gd name="csX2" fmla="*/ 3344 w 3343"/>
                <a:gd name="csY2" fmla="*/ 3822 h 3821"/>
                <a:gd name="csX3" fmla="*/ 0 w 3343"/>
                <a:gd name="csY3" fmla="*/ 0 h 3821"/>
                <a:gd name="csX4" fmla="*/ 0 w 3343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3" h="3821">
                  <a:moveTo>
                    <a:pt x="0" y="0"/>
                  </a:moveTo>
                  <a:lnTo>
                    <a:pt x="3344" y="3822"/>
                  </a:lnTo>
                  <a:lnTo>
                    <a:pt x="3344" y="382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7" name="Freeform 1596">
              <a:extLst>
                <a:ext uri="{FF2B5EF4-FFF2-40B4-BE49-F238E27FC236}">
                  <a16:creationId xmlns:a16="http://schemas.microsoft.com/office/drawing/2014/main" id="{299DFFC2-6F4A-C223-9E01-EA5EDDD4467C}"/>
                </a:ext>
              </a:extLst>
            </p:cNvPr>
            <p:cNvSpPr/>
            <p:nvPr/>
          </p:nvSpPr>
          <p:spPr>
            <a:xfrm>
              <a:off x="6574206" y="4940797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  <a:gd name="csX2" fmla="*/ 478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  <a:lnTo>
                    <a:pt x="478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8" name="Freeform 1597">
              <a:extLst>
                <a:ext uri="{FF2B5EF4-FFF2-40B4-BE49-F238E27FC236}">
                  <a16:creationId xmlns:a16="http://schemas.microsoft.com/office/drawing/2014/main" id="{B4524015-7770-CCBC-6EE4-E6599FD8B879}"/>
                </a:ext>
              </a:extLst>
            </p:cNvPr>
            <p:cNvSpPr/>
            <p:nvPr/>
          </p:nvSpPr>
          <p:spPr>
            <a:xfrm>
              <a:off x="6572773" y="4683779"/>
              <a:ext cx="1432" cy="3344"/>
            </a:xfrm>
            <a:custGeom>
              <a:avLst/>
              <a:gdLst>
                <a:gd name="csX0" fmla="*/ 478 w 1432"/>
                <a:gd name="csY0" fmla="*/ 1433 h 3344"/>
                <a:gd name="csX1" fmla="*/ 1433 w 1432"/>
                <a:gd name="csY1" fmla="*/ 3344 h 3344"/>
                <a:gd name="csX2" fmla="*/ 478 w 1432"/>
                <a:gd name="csY2" fmla="*/ 1433 h 3344"/>
                <a:gd name="csX3" fmla="*/ 0 w 1432"/>
                <a:gd name="csY3" fmla="*/ 0 h 3344"/>
                <a:gd name="csX4" fmla="*/ 478 w 1432"/>
                <a:gd name="csY4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3344">
                  <a:moveTo>
                    <a:pt x="478" y="1433"/>
                  </a:moveTo>
                  <a:lnTo>
                    <a:pt x="1433" y="3344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47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9" name="Freeform 1598">
              <a:extLst>
                <a:ext uri="{FF2B5EF4-FFF2-40B4-BE49-F238E27FC236}">
                  <a16:creationId xmlns:a16="http://schemas.microsoft.com/office/drawing/2014/main" id="{0828C06F-85A3-3DAF-D80F-C82B71BC52E6}"/>
                </a:ext>
              </a:extLst>
            </p:cNvPr>
            <p:cNvSpPr/>
            <p:nvPr/>
          </p:nvSpPr>
          <p:spPr>
            <a:xfrm>
              <a:off x="6569906" y="4712443"/>
              <a:ext cx="3822" cy="1433"/>
            </a:xfrm>
            <a:custGeom>
              <a:avLst/>
              <a:gdLst>
                <a:gd name="csX0" fmla="*/ 3822 w 3822"/>
                <a:gd name="csY0" fmla="*/ 0 h 1433"/>
                <a:gd name="csX1" fmla="*/ 2389 w 3822"/>
                <a:gd name="csY1" fmla="*/ 0 h 1433"/>
                <a:gd name="csX2" fmla="*/ 956 w 3822"/>
                <a:gd name="csY2" fmla="*/ 478 h 1433"/>
                <a:gd name="csX3" fmla="*/ 0 w 3822"/>
                <a:gd name="csY3" fmla="*/ 1433 h 1433"/>
                <a:gd name="csX4" fmla="*/ 956 w 3822"/>
                <a:gd name="csY4" fmla="*/ 478 h 1433"/>
                <a:gd name="csX5" fmla="*/ 2389 w 3822"/>
                <a:gd name="csY5" fmla="*/ 0 h 1433"/>
                <a:gd name="csX6" fmla="*/ 3822 w 3822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2" h="1433">
                  <a:moveTo>
                    <a:pt x="3822" y="0"/>
                  </a:moveTo>
                  <a:lnTo>
                    <a:pt x="2389" y="0"/>
                  </a:lnTo>
                  <a:lnTo>
                    <a:pt x="956" y="478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0" name="Freeform 1599">
              <a:extLst>
                <a:ext uri="{FF2B5EF4-FFF2-40B4-BE49-F238E27FC236}">
                  <a16:creationId xmlns:a16="http://schemas.microsoft.com/office/drawing/2014/main" id="{98E9AB5A-BBDE-6FC7-3BBF-BA9D0267918A}"/>
                </a:ext>
              </a:extLst>
            </p:cNvPr>
            <p:cNvSpPr/>
            <p:nvPr/>
          </p:nvSpPr>
          <p:spPr>
            <a:xfrm>
              <a:off x="6571340" y="4953218"/>
              <a:ext cx="1911" cy="1910"/>
            </a:xfrm>
            <a:custGeom>
              <a:avLst/>
              <a:gdLst>
                <a:gd name="csX0" fmla="*/ 1433 w 1911"/>
                <a:gd name="csY0" fmla="*/ 478 h 1910"/>
                <a:gd name="csX1" fmla="*/ 1911 w 1911"/>
                <a:gd name="csY1" fmla="*/ 956 h 1910"/>
                <a:gd name="csX2" fmla="*/ 1433 w 1911"/>
                <a:gd name="csY2" fmla="*/ 1433 h 1910"/>
                <a:gd name="csX3" fmla="*/ 955 w 1911"/>
                <a:gd name="csY3" fmla="*/ 1911 h 1910"/>
                <a:gd name="csX4" fmla="*/ 0 w 1911"/>
                <a:gd name="csY4" fmla="*/ 1911 h 1910"/>
                <a:gd name="csX5" fmla="*/ 0 w 1911"/>
                <a:gd name="csY5" fmla="*/ 1911 h 1910"/>
                <a:gd name="csX6" fmla="*/ 0 w 1911"/>
                <a:gd name="csY6" fmla="*/ 1433 h 1910"/>
                <a:gd name="csX7" fmla="*/ 0 w 1911"/>
                <a:gd name="csY7" fmla="*/ 1433 h 1910"/>
                <a:gd name="csX8" fmla="*/ 0 w 1911"/>
                <a:gd name="csY8" fmla="*/ 478 h 1910"/>
                <a:gd name="csX9" fmla="*/ 0 w 1911"/>
                <a:gd name="csY9" fmla="*/ 0 h 1910"/>
                <a:gd name="csX10" fmla="*/ 955 w 1911"/>
                <a:gd name="csY10" fmla="*/ 0 h 1910"/>
                <a:gd name="csX11" fmla="*/ 1433 w 1911"/>
                <a:gd name="csY11" fmla="*/ 0 h 1910"/>
                <a:gd name="csX12" fmla="*/ 1433 w 1911"/>
                <a:gd name="csY12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911" h="1910">
                  <a:moveTo>
                    <a:pt x="1433" y="478"/>
                  </a:moveTo>
                  <a:lnTo>
                    <a:pt x="1911" y="956"/>
                  </a:lnTo>
                  <a:lnTo>
                    <a:pt x="1433" y="1433"/>
                  </a:lnTo>
                  <a:lnTo>
                    <a:pt x="955" y="1911"/>
                  </a:lnTo>
                  <a:lnTo>
                    <a:pt x="0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1" name="Freeform 1600">
              <a:extLst>
                <a:ext uri="{FF2B5EF4-FFF2-40B4-BE49-F238E27FC236}">
                  <a16:creationId xmlns:a16="http://schemas.microsoft.com/office/drawing/2014/main" id="{81795D38-593B-7C0B-561A-5FEBE2AEA453}"/>
                </a:ext>
              </a:extLst>
            </p:cNvPr>
            <p:cNvSpPr/>
            <p:nvPr/>
          </p:nvSpPr>
          <p:spPr>
            <a:xfrm>
              <a:off x="6572295" y="4683301"/>
              <a:ext cx="478" cy="477"/>
            </a:xfrm>
            <a:custGeom>
              <a:avLst/>
              <a:gdLst>
                <a:gd name="csX0" fmla="*/ 0 w 478"/>
                <a:gd name="csY0" fmla="*/ 0 h 477"/>
                <a:gd name="csX1" fmla="*/ 478 w 478"/>
                <a:gd name="csY1" fmla="*/ 478 h 477"/>
                <a:gd name="csX2" fmla="*/ 0 w 478"/>
                <a:gd name="csY2" fmla="*/ 0 h 477"/>
                <a:gd name="csX3" fmla="*/ 0 w 47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477">
                  <a:moveTo>
                    <a:pt x="0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2" name="Freeform 1601">
              <a:extLst>
                <a:ext uri="{FF2B5EF4-FFF2-40B4-BE49-F238E27FC236}">
                  <a16:creationId xmlns:a16="http://schemas.microsoft.com/office/drawing/2014/main" id="{1D34D3D4-BF25-DD78-080F-FB63D11D802B}"/>
                </a:ext>
              </a:extLst>
            </p:cNvPr>
            <p:cNvSpPr/>
            <p:nvPr/>
          </p:nvSpPr>
          <p:spPr>
            <a:xfrm>
              <a:off x="6568951" y="4952740"/>
              <a:ext cx="1911" cy="1433"/>
            </a:xfrm>
            <a:custGeom>
              <a:avLst/>
              <a:gdLst>
                <a:gd name="csX0" fmla="*/ 1433 w 1911"/>
                <a:gd name="csY0" fmla="*/ 0 h 1433"/>
                <a:gd name="csX1" fmla="*/ 1911 w 1911"/>
                <a:gd name="csY1" fmla="*/ 478 h 1433"/>
                <a:gd name="csX2" fmla="*/ 1433 w 1911"/>
                <a:gd name="csY2" fmla="*/ 1433 h 1433"/>
                <a:gd name="csX3" fmla="*/ 478 w 1911"/>
                <a:gd name="csY3" fmla="*/ 1433 h 1433"/>
                <a:gd name="csX4" fmla="*/ 0 w 1911"/>
                <a:gd name="csY4" fmla="*/ 478 h 1433"/>
                <a:gd name="csX5" fmla="*/ 0 w 1911"/>
                <a:gd name="csY5" fmla="*/ 0 h 1433"/>
                <a:gd name="csX6" fmla="*/ 955 w 1911"/>
                <a:gd name="csY6" fmla="*/ 0 h 1433"/>
                <a:gd name="csX7" fmla="*/ 1433 w 1911"/>
                <a:gd name="csY7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433">
                  <a:moveTo>
                    <a:pt x="1433" y="0"/>
                  </a:moveTo>
                  <a:lnTo>
                    <a:pt x="1911" y="478"/>
                  </a:lnTo>
                  <a:lnTo>
                    <a:pt x="1433" y="1433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3" name="Freeform 1602">
              <a:extLst>
                <a:ext uri="{FF2B5EF4-FFF2-40B4-BE49-F238E27FC236}">
                  <a16:creationId xmlns:a16="http://schemas.microsoft.com/office/drawing/2014/main" id="{10CBD2AF-F449-C8AC-EFDC-8C3C8C833845}"/>
                </a:ext>
              </a:extLst>
            </p:cNvPr>
            <p:cNvSpPr/>
            <p:nvPr/>
          </p:nvSpPr>
          <p:spPr>
            <a:xfrm>
              <a:off x="6568474" y="5033477"/>
              <a:ext cx="1911" cy="2388"/>
            </a:xfrm>
            <a:custGeom>
              <a:avLst/>
              <a:gdLst>
                <a:gd name="csX0" fmla="*/ 0 w 1911"/>
                <a:gd name="csY0" fmla="*/ 0 h 2388"/>
                <a:gd name="csX1" fmla="*/ 1911 w 1911"/>
                <a:gd name="csY1" fmla="*/ 2389 h 2388"/>
                <a:gd name="csX2" fmla="*/ 1911 w 1911"/>
                <a:gd name="csY2" fmla="*/ 2389 h 2388"/>
                <a:gd name="csX3" fmla="*/ 0 w 1911"/>
                <a:gd name="csY3" fmla="*/ 0 h 2388"/>
                <a:gd name="csX4" fmla="*/ 0 w 1911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2388">
                  <a:moveTo>
                    <a:pt x="0" y="0"/>
                  </a:moveTo>
                  <a:lnTo>
                    <a:pt x="1911" y="2389"/>
                  </a:lnTo>
                  <a:lnTo>
                    <a:pt x="1911" y="238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4" name="Freeform 1603">
              <a:extLst>
                <a:ext uri="{FF2B5EF4-FFF2-40B4-BE49-F238E27FC236}">
                  <a16:creationId xmlns:a16="http://schemas.microsoft.com/office/drawing/2014/main" id="{43A91975-B3EB-E085-BABE-A734B34D253C}"/>
                </a:ext>
              </a:extLst>
            </p:cNvPr>
            <p:cNvSpPr/>
            <p:nvPr/>
          </p:nvSpPr>
          <p:spPr>
            <a:xfrm>
              <a:off x="6563219" y="4713876"/>
              <a:ext cx="6687" cy="8121"/>
            </a:xfrm>
            <a:custGeom>
              <a:avLst/>
              <a:gdLst>
                <a:gd name="csX0" fmla="*/ 6688 w 6687"/>
                <a:gd name="csY0" fmla="*/ 0 h 8121"/>
                <a:gd name="csX1" fmla="*/ 5255 w 6687"/>
                <a:gd name="csY1" fmla="*/ 956 h 8121"/>
                <a:gd name="csX2" fmla="*/ 4299 w 6687"/>
                <a:gd name="csY2" fmla="*/ 1911 h 8121"/>
                <a:gd name="csX3" fmla="*/ 2866 w 6687"/>
                <a:gd name="csY3" fmla="*/ 4777 h 8121"/>
                <a:gd name="csX4" fmla="*/ 478 w 6687"/>
                <a:gd name="csY4" fmla="*/ 7644 h 8121"/>
                <a:gd name="csX5" fmla="*/ 0 w 6687"/>
                <a:gd name="csY5" fmla="*/ 8121 h 8121"/>
                <a:gd name="csX6" fmla="*/ 0 w 6687"/>
                <a:gd name="csY6" fmla="*/ 8121 h 8121"/>
                <a:gd name="csX7" fmla="*/ 478 w 6687"/>
                <a:gd name="csY7" fmla="*/ 7644 h 8121"/>
                <a:gd name="csX8" fmla="*/ 2866 w 6687"/>
                <a:gd name="csY8" fmla="*/ 4777 h 8121"/>
                <a:gd name="csX9" fmla="*/ 4299 w 6687"/>
                <a:gd name="csY9" fmla="*/ 1911 h 8121"/>
                <a:gd name="csX10" fmla="*/ 5255 w 6687"/>
                <a:gd name="csY10" fmla="*/ 956 h 8121"/>
                <a:gd name="csX11" fmla="*/ 6688 w 6687"/>
                <a:gd name="csY11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7" h="8121">
                  <a:moveTo>
                    <a:pt x="6688" y="0"/>
                  </a:moveTo>
                  <a:lnTo>
                    <a:pt x="5255" y="956"/>
                  </a:lnTo>
                  <a:lnTo>
                    <a:pt x="4299" y="1911"/>
                  </a:lnTo>
                  <a:lnTo>
                    <a:pt x="2866" y="4777"/>
                  </a:lnTo>
                  <a:lnTo>
                    <a:pt x="478" y="7644"/>
                  </a:lnTo>
                  <a:lnTo>
                    <a:pt x="0" y="8121"/>
                  </a:lnTo>
                  <a:lnTo>
                    <a:pt x="0" y="8121"/>
                  </a:lnTo>
                  <a:lnTo>
                    <a:pt x="478" y="7644"/>
                  </a:lnTo>
                  <a:lnTo>
                    <a:pt x="2866" y="4777"/>
                  </a:lnTo>
                  <a:lnTo>
                    <a:pt x="4299" y="1911"/>
                  </a:lnTo>
                  <a:lnTo>
                    <a:pt x="5255" y="956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5" name="Freeform 1604">
              <a:extLst>
                <a:ext uri="{FF2B5EF4-FFF2-40B4-BE49-F238E27FC236}">
                  <a16:creationId xmlns:a16="http://schemas.microsoft.com/office/drawing/2014/main" id="{85270373-8AD9-D4AD-535F-0EDE8F86EF7F}"/>
                </a:ext>
              </a:extLst>
            </p:cNvPr>
            <p:cNvSpPr/>
            <p:nvPr/>
          </p:nvSpPr>
          <p:spPr>
            <a:xfrm>
              <a:off x="6568474" y="5003858"/>
              <a:ext cx="477" cy="5255"/>
            </a:xfrm>
            <a:custGeom>
              <a:avLst/>
              <a:gdLst>
                <a:gd name="csX0" fmla="*/ 478 w 477"/>
                <a:gd name="csY0" fmla="*/ 3344 h 5255"/>
                <a:gd name="csX1" fmla="*/ 478 w 477"/>
                <a:gd name="csY1" fmla="*/ 5255 h 5255"/>
                <a:gd name="csX2" fmla="*/ 478 w 477"/>
                <a:gd name="csY2" fmla="*/ 3344 h 5255"/>
                <a:gd name="csX3" fmla="*/ 0 w 477"/>
                <a:gd name="csY3" fmla="*/ 0 h 5255"/>
                <a:gd name="csX4" fmla="*/ 478 w 477"/>
                <a:gd name="csY4" fmla="*/ 3344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5255">
                  <a:moveTo>
                    <a:pt x="478" y="3344"/>
                  </a:moveTo>
                  <a:lnTo>
                    <a:pt x="478" y="5255"/>
                  </a:lnTo>
                  <a:lnTo>
                    <a:pt x="478" y="3344"/>
                  </a:lnTo>
                  <a:lnTo>
                    <a:pt x="0" y="0"/>
                  </a:lnTo>
                  <a:lnTo>
                    <a:pt x="478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6" name="Freeform 1605">
              <a:extLst>
                <a:ext uri="{FF2B5EF4-FFF2-40B4-BE49-F238E27FC236}">
                  <a16:creationId xmlns:a16="http://schemas.microsoft.com/office/drawing/2014/main" id="{4F314B36-07CC-491F-DE71-34186FC59A55}"/>
                </a:ext>
              </a:extLst>
            </p:cNvPr>
            <p:cNvSpPr/>
            <p:nvPr/>
          </p:nvSpPr>
          <p:spPr>
            <a:xfrm>
              <a:off x="6524522" y="4043621"/>
              <a:ext cx="44429" cy="23886"/>
            </a:xfrm>
            <a:custGeom>
              <a:avLst/>
              <a:gdLst>
                <a:gd name="csX0" fmla="*/ 44429 w 44429"/>
                <a:gd name="csY0" fmla="*/ 0 h 23886"/>
                <a:gd name="csX1" fmla="*/ 42518 w 44429"/>
                <a:gd name="csY1" fmla="*/ 1433 h 23886"/>
                <a:gd name="csX2" fmla="*/ 32486 w 44429"/>
                <a:gd name="csY2" fmla="*/ 8121 h 23886"/>
                <a:gd name="csX3" fmla="*/ 31531 w 44429"/>
                <a:gd name="csY3" fmla="*/ 10032 h 23886"/>
                <a:gd name="csX4" fmla="*/ 32008 w 44429"/>
                <a:gd name="csY4" fmla="*/ 11466 h 23886"/>
                <a:gd name="csX5" fmla="*/ 33441 w 44429"/>
                <a:gd name="csY5" fmla="*/ 12899 h 23886"/>
                <a:gd name="csX6" fmla="*/ 33919 w 44429"/>
                <a:gd name="csY6" fmla="*/ 13376 h 23886"/>
                <a:gd name="csX7" fmla="*/ 34397 w 44429"/>
                <a:gd name="csY7" fmla="*/ 14810 h 23886"/>
                <a:gd name="csX8" fmla="*/ 32008 w 44429"/>
                <a:gd name="csY8" fmla="*/ 15287 h 23886"/>
                <a:gd name="csX9" fmla="*/ 30097 w 44429"/>
                <a:gd name="csY9" fmla="*/ 15287 h 23886"/>
                <a:gd name="csX10" fmla="*/ 28664 w 44429"/>
                <a:gd name="csY10" fmla="*/ 15287 h 23886"/>
                <a:gd name="csX11" fmla="*/ 27709 w 44429"/>
                <a:gd name="csY11" fmla="*/ 15287 h 23886"/>
                <a:gd name="csX12" fmla="*/ 23886 w 44429"/>
                <a:gd name="csY12" fmla="*/ 18632 h 23886"/>
                <a:gd name="csX13" fmla="*/ 21976 w 44429"/>
                <a:gd name="csY13" fmla="*/ 20065 h 23886"/>
                <a:gd name="csX14" fmla="*/ 19587 w 44429"/>
                <a:gd name="csY14" fmla="*/ 20542 h 23886"/>
                <a:gd name="csX15" fmla="*/ 17199 w 44429"/>
                <a:gd name="csY15" fmla="*/ 21020 h 23886"/>
                <a:gd name="csX16" fmla="*/ 15765 w 44429"/>
                <a:gd name="csY16" fmla="*/ 21020 h 23886"/>
                <a:gd name="csX17" fmla="*/ 14810 w 44429"/>
                <a:gd name="csY17" fmla="*/ 21498 h 23886"/>
                <a:gd name="csX18" fmla="*/ 14332 w 44429"/>
                <a:gd name="csY18" fmla="*/ 22453 h 23886"/>
                <a:gd name="csX19" fmla="*/ 14332 w 44429"/>
                <a:gd name="csY19" fmla="*/ 23409 h 23886"/>
                <a:gd name="csX20" fmla="*/ 13854 w 44429"/>
                <a:gd name="csY20" fmla="*/ 23886 h 23886"/>
                <a:gd name="csX21" fmla="*/ 12421 w 44429"/>
                <a:gd name="csY21" fmla="*/ 23886 h 23886"/>
                <a:gd name="csX22" fmla="*/ 11943 w 44429"/>
                <a:gd name="csY22" fmla="*/ 22453 h 23886"/>
                <a:gd name="csX23" fmla="*/ 10988 w 44429"/>
                <a:gd name="csY23" fmla="*/ 21976 h 23886"/>
                <a:gd name="csX24" fmla="*/ 8599 w 44429"/>
                <a:gd name="csY24" fmla="*/ 22453 h 23886"/>
                <a:gd name="csX25" fmla="*/ 7644 w 44429"/>
                <a:gd name="csY25" fmla="*/ 21976 h 23886"/>
                <a:gd name="csX26" fmla="*/ 3822 w 44429"/>
                <a:gd name="csY26" fmla="*/ 21020 h 23886"/>
                <a:gd name="csX27" fmla="*/ 2867 w 44429"/>
                <a:gd name="csY27" fmla="*/ 20542 h 23886"/>
                <a:gd name="csX28" fmla="*/ 1911 w 44429"/>
                <a:gd name="csY28" fmla="*/ 19587 h 23886"/>
                <a:gd name="csX29" fmla="*/ 0 w 44429"/>
                <a:gd name="csY29" fmla="*/ 15287 h 23886"/>
                <a:gd name="csX30" fmla="*/ 0 w 44429"/>
                <a:gd name="csY30" fmla="*/ 12421 h 23886"/>
                <a:gd name="csX31" fmla="*/ 1433 w 44429"/>
                <a:gd name="csY31" fmla="*/ 13376 h 23886"/>
                <a:gd name="csX32" fmla="*/ 3344 w 44429"/>
                <a:gd name="csY32" fmla="*/ 12421 h 23886"/>
                <a:gd name="csX33" fmla="*/ 4777 w 44429"/>
                <a:gd name="csY33" fmla="*/ 10988 h 23886"/>
                <a:gd name="csX34" fmla="*/ 6688 w 44429"/>
                <a:gd name="csY34" fmla="*/ 10510 h 23886"/>
                <a:gd name="csX35" fmla="*/ 8122 w 44429"/>
                <a:gd name="csY35" fmla="*/ 10510 h 23886"/>
                <a:gd name="csX36" fmla="*/ 9077 w 44429"/>
                <a:gd name="csY36" fmla="*/ 10988 h 23886"/>
                <a:gd name="csX37" fmla="*/ 11466 w 44429"/>
                <a:gd name="csY37" fmla="*/ 10510 h 23886"/>
                <a:gd name="csX38" fmla="*/ 11943 w 44429"/>
                <a:gd name="csY38" fmla="*/ 8121 h 23886"/>
                <a:gd name="csX39" fmla="*/ 12421 w 44429"/>
                <a:gd name="csY39" fmla="*/ 5733 h 23886"/>
                <a:gd name="csX40" fmla="*/ 16243 w 44429"/>
                <a:gd name="csY40" fmla="*/ 6688 h 23886"/>
                <a:gd name="csX41" fmla="*/ 19587 w 44429"/>
                <a:gd name="csY41" fmla="*/ 6688 h 23886"/>
                <a:gd name="csX42" fmla="*/ 22931 w 44429"/>
                <a:gd name="csY42" fmla="*/ 7166 h 23886"/>
                <a:gd name="csX43" fmla="*/ 25798 w 44429"/>
                <a:gd name="csY43" fmla="*/ 6688 h 23886"/>
                <a:gd name="csX44" fmla="*/ 34874 w 44429"/>
                <a:gd name="csY44" fmla="*/ 3822 h 23886"/>
                <a:gd name="csX45" fmla="*/ 37263 w 44429"/>
                <a:gd name="csY45" fmla="*/ 2389 h 23886"/>
                <a:gd name="csX46" fmla="*/ 38697 w 44429"/>
                <a:gd name="csY46" fmla="*/ 1911 h 23886"/>
                <a:gd name="csX47" fmla="*/ 41563 w 44429"/>
                <a:gd name="csY47" fmla="*/ 478 h 23886"/>
                <a:gd name="csX48" fmla="*/ 44429 w 44429"/>
                <a:gd name="csY48" fmla="*/ 0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44429" h="23886">
                  <a:moveTo>
                    <a:pt x="44429" y="0"/>
                  </a:moveTo>
                  <a:lnTo>
                    <a:pt x="42518" y="1433"/>
                  </a:lnTo>
                  <a:lnTo>
                    <a:pt x="32486" y="8121"/>
                  </a:lnTo>
                  <a:lnTo>
                    <a:pt x="31531" y="10032"/>
                  </a:lnTo>
                  <a:lnTo>
                    <a:pt x="32008" y="11466"/>
                  </a:lnTo>
                  <a:lnTo>
                    <a:pt x="33441" y="12899"/>
                  </a:lnTo>
                  <a:lnTo>
                    <a:pt x="33919" y="13376"/>
                  </a:lnTo>
                  <a:lnTo>
                    <a:pt x="34397" y="14810"/>
                  </a:lnTo>
                  <a:lnTo>
                    <a:pt x="32008" y="15287"/>
                  </a:lnTo>
                  <a:lnTo>
                    <a:pt x="30097" y="15287"/>
                  </a:lnTo>
                  <a:lnTo>
                    <a:pt x="28664" y="15287"/>
                  </a:lnTo>
                  <a:lnTo>
                    <a:pt x="27709" y="15287"/>
                  </a:lnTo>
                  <a:lnTo>
                    <a:pt x="23886" y="18632"/>
                  </a:lnTo>
                  <a:lnTo>
                    <a:pt x="21976" y="20065"/>
                  </a:lnTo>
                  <a:lnTo>
                    <a:pt x="19587" y="20542"/>
                  </a:lnTo>
                  <a:lnTo>
                    <a:pt x="17199" y="21020"/>
                  </a:lnTo>
                  <a:lnTo>
                    <a:pt x="15765" y="21020"/>
                  </a:lnTo>
                  <a:lnTo>
                    <a:pt x="14810" y="21498"/>
                  </a:lnTo>
                  <a:lnTo>
                    <a:pt x="14332" y="22453"/>
                  </a:lnTo>
                  <a:lnTo>
                    <a:pt x="14332" y="23409"/>
                  </a:lnTo>
                  <a:lnTo>
                    <a:pt x="13854" y="23886"/>
                  </a:lnTo>
                  <a:lnTo>
                    <a:pt x="12421" y="23886"/>
                  </a:lnTo>
                  <a:lnTo>
                    <a:pt x="11943" y="22453"/>
                  </a:lnTo>
                  <a:lnTo>
                    <a:pt x="10988" y="21976"/>
                  </a:lnTo>
                  <a:lnTo>
                    <a:pt x="8599" y="22453"/>
                  </a:lnTo>
                  <a:lnTo>
                    <a:pt x="7644" y="21976"/>
                  </a:lnTo>
                  <a:lnTo>
                    <a:pt x="3822" y="21020"/>
                  </a:lnTo>
                  <a:lnTo>
                    <a:pt x="2867" y="20542"/>
                  </a:lnTo>
                  <a:lnTo>
                    <a:pt x="1911" y="19587"/>
                  </a:lnTo>
                  <a:lnTo>
                    <a:pt x="0" y="15287"/>
                  </a:lnTo>
                  <a:lnTo>
                    <a:pt x="0" y="12421"/>
                  </a:lnTo>
                  <a:lnTo>
                    <a:pt x="1433" y="13376"/>
                  </a:lnTo>
                  <a:lnTo>
                    <a:pt x="3344" y="12421"/>
                  </a:lnTo>
                  <a:lnTo>
                    <a:pt x="4777" y="10988"/>
                  </a:lnTo>
                  <a:lnTo>
                    <a:pt x="6688" y="10510"/>
                  </a:lnTo>
                  <a:lnTo>
                    <a:pt x="8122" y="10510"/>
                  </a:lnTo>
                  <a:lnTo>
                    <a:pt x="9077" y="10988"/>
                  </a:lnTo>
                  <a:lnTo>
                    <a:pt x="11466" y="10510"/>
                  </a:lnTo>
                  <a:lnTo>
                    <a:pt x="11943" y="8121"/>
                  </a:lnTo>
                  <a:lnTo>
                    <a:pt x="12421" y="5733"/>
                  </a:lnTo>
                  <a:lnTo>
                    <a:pt x="16243" y="6688"/>
                  </a:lnTo>
                  <a:lnTo>
                    <a:pt x="19587" y="6688"/>
                  </a:lnTo>
                  <a:lnTo>
                    <a:pt x="22931" y="7166"/>
                  </a:lnTo>
                  <a:lnTo>
                    <a:pt x="25798" y="6688"/>
                  </a:lnTo>
                  <a:lnTo>
                    <a:pt x="34874" y="3822"/>
                  </a:lnTo>
                  <a:lnTo>
                    <a:pt x="37263" y="2389"/>
                  </a:lnTo>
                  <a:lnTo>
                    <a:pt x="38697" y="1911"/>
                  </a:lnTo>
                  <a:lnTo>
                    <a:pt x="41563" y="478"/>
                  </a:lnTo>
                  <a:lnTo>
                    <a:pt x="4442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7" name="Freeform 1606">
              <a:extLst>
                <a:ext uri="{FF2B5EF4-FFF2-40B4-BE49-F238E27FC236}">
                  <a16:creationId xmlns:a16="http://schemas.microsoft.com/office/drawing/2014/main" id="{887C8379-0157-3EA0-295C-B9FC8C8B229F}"/>
                </a:ext>
              </a:extLst>
            </p:cNvPr>
            <p:cNvSpPr/>
            <p:nvPr/>
          </p:nvSpPr>
          <p:spPr>
            <a:xfrm>
              <a:off x="6565129" y="5014368"/>
              <a:ext cx="3822" cy="7643"/>
            </a:xfrm>
            <a:custGeom>
              <a:avLst/>
              <a:gdLst>
                <a:gd name="csX0" fmla="*/ 3822 w 3822"/>
                <a:gd name="csY0" fmla="*/ 0 h 7643"/>
                <a:gd name="csX1" fmla="*/ 1433 w 3822"/>
                <a:gd name="csY1" fmla="*/ 3344 h 7643"/>
                <a:gd name="csX2" fmla="*/ 956 w 3822"/>
                <a:gd name="csY2" fmla="*/ 5255 h 7643"/>
                <a:gd name="csX3" fmla="*/ 0 w 3822"/>
                <a:gd name="csY3" fmla="*/ 7644 h 7643"/>
                <a:gd name="csX4" fmla="*/ 0 w 3822"/>
                <a:gd name="csY4" fmla="*/ 7644 h 7643"/>
                <a:gd name="csX5" fmla="*/ 956 w 3822"/>
                <a:gd name="csY5" fmla="*/ 5255 h 7643"/>
                <a:gd name="csX6" fmla="*/ 1433 w 3822"/>
                <a:gd name="csY6" fmla="*/ 3344 h 7643"/>
                <a:gd name="csX7" fmla="*/ 3822 w 3822"/>
                <a:gd name="csY7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2" h="7643">
                  <a:moveTo>
                    <a:pt x="3822" y="0"/>
                  </a:moveTo>
                  <a:lnTo>
                    <a:pt x="1433" y="3344"/>
                  </a:lnTo>
                  <a:lnTo>
                    <a:pt x="956" y="5255"/>
                  </a:lnTo>
                  <a:lnTo>
                    <a:pt x="0" y="7644"/>
                  </a:lnTo>
                  <a:lnTo>
                    <a:pt x="0" y="7644"/>
                  </a:lnTo>
                  <a:lnTo>
                    <a:pt x="956" y="5255"/>
                  </a:lnTo>
                  <a:lnTo>
                    <a:pt x="1433" y="3344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8" name="Freeform 1607">
              <a:extLst>
                <a:ext uri="{FF2B5EF4-FFF2-40B4-BE49-F238E27FC236}">
                  <a16:creationId xmlns:a16="http://schemas.microsoft.com/office/drawing/2014/main" id="{E4BB0AA1-47A8-A25A-505E-CAE95E8037A5}"/>
                </a:ext>
              </a:extLst>
            </p:cNvPr>
            <p:cNvSpPr/>
            <p:nvPr/>
          </p:nvSpPr>
          <p:spPr>
            <a:xfrm>
              <a:off x="6561785" y="4132001"/>
              <a:ext cx="6688" cy="8121"/>
            </a:xfrm>
            <a:custGeom>
              <a:avLst/>
              <a:gdLst>
                <a:gd name="csX0" fmla="*/ 6688 w 6688"/>
                <a:gd name="csY0" fmla="*/ 956 h 8121"/>
                <a:gd name="csX1" fmla="*/ 6688 w 6688"/>
                <a:gd name="csY1" fmla="*/ 1433 h 8121"/>
                <a:gd name="csX2" fmla="*/ 3344 w 6688"/>
                <a:gd name="csY2" fmla="*/ 4777 h 8121"/>
                <a:gd name="csX3" fmla="*/ 3344 w 6688"/>
                <a:gd name="csY3" fmla="*/ 6210 h 8121"/>
                <a:gd name="csX4" fmla="*/ 955 w 6688"/>
                <a:gd name="csY4" fmla="*/ 8121 h 8121"/>
                <a:gd name="csX5" fmla="*/ 478 w 6688"/>
                <a:gd name="csY5" fmla="*/ 6210 h 8121"/>
                <a:gd name="csX6" fmla="*/ 0 w 6688"/>
                <a:gd name="csY6" fmla="*/ 5733 h 8121"/>
                <a:gd name="csX7" fmla="*/ 3822 w 6688"/>
                <a:gd name="csY7" fmla="*/ 2389 h 8121"/>
                <a:gd name="csX8" fmla="*/ 5733 w 6688"/>
                <a:gd name="csY8" fmla="*/ 0 h 8121"/>
                <a:gd name="csX9" fmla="*/ 6688 w 6688"/>
                <a:gd name="csY9" fmla="*/ 95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688" h="8121">
                  <a:moveTo>
                    <a:pt x="6688" y="956"/>
                  </a:moveTo>
                  <a:lnTo>
                    <a:pt x="6688" y="1433"/>
                  </a:lnTo>
                  <a:lnTo>
                    <a:pt x="3344" y="4777"/>
                  </a:lnTo>
                  <a:lnTo>
                    <a:pt x="3344" y="6210"/>
                  </a:lnTo>
                  <a:lnTo>
                    <a:pt x="955" y="8121"/>
                  </a:lnTo>
                  <a:lnTo>
                    <a:pt x="478" y="6210"/>
                  </a:lnTo>
                  <a:lnTo>
                    <a:pt x="0" y="5733"/>
                  </a:lnTo>
                  <a:lnTo>
                    <a:pt x="3822" y="2389"/>
                  </a:lnTo>
                  <a:lnTo>
                    <a:pt x="5733" y="0"/>
                  </a:lnTo>
                  <a:lnTo>
                    <a:pt x="668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9" name="Freeform 1608">
              <a:extLst>
                <a:ext uri="{FF2B5EF4-FFF2-40B4-BE49-F238E27FC236}">
                  <a16:creationId xmlns:a16="http://schemas.microsoft.com/office/drawing/2014/main" id="{BC39A992-B87E-77D9-3A8E-ED699175B859}"/>
                </a:ext>
              </a:extLst>
            </p:cNvPr>
            <p:cNvSpPr/>
            <p:nvPr/>
          </p:nvSpPr>
          <p:spPr>
            <a:xfrm>
              <a:off x="6565607" y="4998125"/>
              <a:ext cx="2866" cy="5732"/>
            </a:xfrm>
            <a:custGeom>
              <a:avLst/>
              <a:gdLst>
                <a:gd name="csX0" fmla="*/ 2389 w 2866"/>
                <a:gd name="csY0" fmla="*/ 3344 h 5732"/>
                <a:gd name="csX1" fmla="*/ 2866 w 2866"/>
                <a:gd name="csY1" fmla="*/ 5733 h 5732"/>
                <a:gd name="csX2" fmla="*/ 2389 w 2866"/>
                <a:gd name="csY2" fmla="*/ 3344 h 5732"/>
                <a:gd name="csX3" fmla="*/ 0 w 2866"/>
                <a:gd name="csY3" fmla="*/ 0 h 5732"/>
                <a:gd name="csX4" fmla="*/ 0 w 2866"/>
                <a:gd name="csY4" fmla="*/ 0 h 5732"/>
                <a:gd name="csX5" fmla="*/ 2389 w 2866"/>
                <a:gd name="csY5" fmla="*/ 3344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5732">
                  <a:moveTo>
                    <a:pt x="2389" y="3344"/>
                  </a:moveTo>
                  <a:lnTo>
                    <a:pt x="2866" y="5733"/>
                  </a:lnTo>
                  <a:lnTo>
                    <a:pt x="2389" y="33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0" name="Freeform 1609">
              <a:extLst>
                <a:ext uri="{FF2B5EF4-FFF2-40B4-BE49-F238E27FC236}">
                  <a16:creationId xmlns:a16="http://schemas.microsoft.com/office/drawing/2014/main" id="{55226011-9995-C29B-15E3-93684A7E0297}"/>
                </a:ext>
              </a:extLst>
            </p:cNvPr>
            <p:cNvSpPr/>
            <p:nvPr/>
          </p:nvSpPr>
          <p:spPr>
            <a:xfrm>
              <a:off x="6566085" y="4668491"/>
              <a:ext cx="955" cy="8599"/>
            </a:xfrm>
            <a:custGeom>
              <a:avLst/>
              <a:gdLst>
                <a:gd name="csX0" fmla="*/ 0 w 955"/>
                <a:gd name="csY0" fmla="*/ 5255 h 8599"/>
                <a:gd name="csX1" fmla="*/ 955 w 955"/>
                <a:gd name="csY1" fmla="*/ 8599 h 8599"/>
                <a:gd name="csX2" fmla="*/ 955 w 955"/>
                <a:gd name="csY2" fmla="*/ 8599 h 8599"/>
                <a:gd name="csX3" fmla="*/ 0 w 955"/>
                <a:gd name="csY3" fmla="*/ 5255 h 8599"/>
                <a:gd name="csX4" fmla="*/ 0 w 955"/>
                <a:gd name="csY4" fmla="*/ 4300 h 8599"/>
                <a:gd name="csX5" fmla="*/ 478 w 955"/>
                <a:gd name="csY5" fmla="*/ 956 h 8599"/>
                <a:gd name="csX6" fmla="*/ 478 w 955"/>
                <a:gd name="csY6" fmla="*/ 0 h 8599"/>
                <a:gd name="csX7" fmla="*/ 478 w 955"/>
                <a:gd name="csY7" fmla="*/ 0 h 8599"/>
                <a:gd name="csX8" fmla="*/ 478 w 955"/>
                <a:gd name="csY8" fmla="*/ 956 h 8599"/>
                <a:gd name="csX9" fmla="*/ 0 w 955"/>
                <a:gd name="csY9" fmla="*/ 4300 h 8599"/>
                <a:gd name="csX10" fmla="*/ 0 w 955"/>
                <a:gd name="csY10" fmla="*/ 5255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55" h="8599">
                  <a:moveTo>
                    <a:pt x="0" y="5255"/>
                  </a:moveTo>
                  <a:lnTo>
                    <a:pt x="955" y="8599"/>
                  </a:lnTo>
                  <a:lnTo>
                    <a:pt x="955" y="8599"/>
                  </a:lnTo>
                  <a:lnTo>
                    <a:pt x="0" y="5255"/>
                  </a:lnTo>
                  <a:lnTo>
                    <a:pt x="0" y="4300"/>
                  </a:lnTo>
                  <a:lnTo>
                    <a:pt x="478" y="956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478" y="956"/>
                  </a:lnTo>
                  <a:lnTo>
                    <a:pt x="0" y="4300"/>
                  </a:lnTo>
                  <a:lnTo>
                    <a:pt x="0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1" name="Freeform 1610">
              <a:extLst>
                <a:ext uri="{FF2B5EF4-FFF2-40B4-BE49-F238E27FC236}">
                  <a16:creationId xmlns:a16="http://schemas.microsoft.com/office/drawing/2014/main" id="{1765F63B-DE2D-D8C2-9475-90164B2EC16F}"/>
                </a:ext>
              </a:extLst>
            </p:cNvPr>
            <p:cNvSpPr/>
            <p:nvPr/>
          </p:nvSpPr>
          <p:spPr>
            <a:xfrm>
              <a:off x="6565607" y="5028222"/>
              <a:ext cx="477" cy="3821"/>
            </a:xfrm>
            <a:custGeom>
              <a:avLst/>
              <a:gdLst>
                <a:gd name="csX0" fmla="*/ 478 w 477"/>
                <a:gd name="csY0" fmla="*/ 2866 h 3821"/>
                <a:gd name="csX1" fmla="*/ 478 w 477"/>
                <a:gd name="csY1" fmla="*/ 3822 h 3821"/>
                <a:gd name="csX2" fmla="*/ 0 w 477"/>
                <a:gd name="csY2" fmla="*/ 2866 h 3821"/>
                <a:gd name="csX3" fmla="*/ 0 w 477"/>
                <a:gd name="csY3" fmla="*/ 1911 h 3821"/>
                <a:gd name="csX4" fmla="*/ 478 w 477"/>
                <a:gd name="csY4" fmla="*/ 955 h 3821"/>
                <a:gd name="csX5" fmla="*/ 0 w 477"/>
                <a:gd name="csY5" fmla="*/ 0 h 3821"/>
                <a:gd name="csX6" fmla="*/ 0 w 477"/>
                <a:gd name="csY6" fmla="*/ 0 h 3821"/>
                <a:gd name="csX7" fmla="*/ 478 w 477"/>
                <a:gd name="csY7" fmla="*/ 955 h 3821"/>
                <a:gd name="csX8" fmla="*/ 478 w 477"/>
                <a:gd name="csY8" fmla="*/ 1911 h 3821"/>
                <a:gd name="csX9" fmla="*/ 478 w 477"/>
                <a:gd name="csY9" fmla="*/ 286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" h="3821">
                  <a:moveTo>
                    <a:pt x="478" y="2866"/>
                  </a:moveTo>
                  <a:lnTo>
                    <a:pt x="478" y="3822"/>
                  </a:lnTo>
                  <a:lnTo>
                    <a:pt x="0" y="2866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955"/>
                  </a:lnTo>
                  <a:lnTo>
                    <a:pt x="478" y="1911"/>
                  </a:lnTo>
                  <a:lnTo>
                    <a:pt x="478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2" name="Freeform 1611">
              <a:extLst>
                <a:ext uri="{FF2B5EF4-FFF2-40B4-BE49-F238E27FC236}">
                  <a16:creationId xmlns:a16="http://schemas.microsoft.com/office/drawing/2014/main" id="{7337CBAC-1258-6A39-34F0-9A674A657055}"/>
                </a:ext>
              </a:extLst>
            </p:cNvPr>
            <p:cNvSpPr/>
            <p:nvPr/>
          </p:nvSpPr>
          <p:spPr>
            <a:xfrm>
              <a:off x="6562740" y="4138212"/>
              <a:ext cx="2388" cy="1911"/>
            </a:xfrm>
            <a:custGeom>
              <a:avLst/>
              <a:gdLst>
                <a:gd name="csX0" fmla="*/ 2389 w 2388"/>
                <a:gd name="csY0" fmla="*/ 0 h 1911"/>
                <a:gd name="csX1" fmla="*/ 2389 w 2388"/>
                <a:gd name="csY1" fmla="*/ 0 h 1911"/>
                <a:gd name="csX2" fmla="*/ 0 w 2388"/>
                <a:gd name="csY2" fmla="*/ 1911 h 1911"/>
                <a:gd name="csX3" fmla="*/ 2389 w 2388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911">
                  <a:moveTo>
                    <a:pt x="2389" y="0"/>
                  </a:moveTo>
                  <a:lnTo>
                    <a:pt x="2389" y="0"/>
                  </a:lnTo>
                  <a:lnTo>
                    <a:pt x="0" y="1911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3" name="Freeform 1612">
              <a:extLst>
                <a:ext uri="{FF2B5EF4-FFF2-40B4-BE49-F238E27FC236}">
                  <a16:creationId xmlns:a16="http://schemas.microsoft.com/office/drawing/2014/main" id="{2641101E-B29D-68B7-E745-9EB88E7C5013}"/>
                </a:ext>
              </a:extLst>
            </p:cNvPr>
            <p:cNvSpPr/>
            <p:nvPr/>
          </p:nvSpPr>
          <p:spPr>
            <a:xfrm>
              <a:off x="6559874" y="4997647"/>
              <a:ext cx="4299" cy="955"/>
            </a:xfrm>
            <a:custGeom>
              <a:avLst/>
              <a:gdLst>
                <a:gd name="csX0" fmla="*/ 4300 w 4299"/>
                <a:gd name="csY0" fmla="*/ 0 h 955"/>
                <a:gd name="csX1" fmla="*/ 2389 w 4299"/>
                <a:gd name="csY1" fmla="*/ 478 h 955"/>
                <a:gd name="csX2" fmla="*/ 0 w 4299"/>
                <a:gd name="csY2" fmla="*/ 956 h 955"/>
                <a:gd name="csX3" fmla="*/ 2389 w 4299"/>
                <a:gd name="csY3" fmla="*/ 478 h 955"/>
                <a:gd name="csX4" fmla="*/ 4300 w 4299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955">
                  <a:moveTo>
                    <a:pt x="4300" y="0"/>
                  </a:moveTo>
                  <a:lnTo>
                    <a:pt x="2389" y="478"/>
                  </a:lnTo>
                  <a:lnTo>
                    <a:pt x="0" y="956"/>
                  </a:lnTo>
                  <a:lnTo>
                    <a:pt x="2389" y="478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4" name="Freeform 1613">
              <a:extLst>
                <a:ext uri="{FF2B5EF4-FFF2-40B4-BE49-F238E27FC236}">
                  <a16:creationId xmlns:a16="http://schemas.microsoft.com/office/drawing/2014/main" id="{58BC164C-863F-2FDD-E92E-6602839796F9}"/>
                </a:ext>
              </a:extLst>
            </p:cNvPr>
            <p:cNvSpPr/>
            <p:nvPr/>
          </p:nvSpPr>
          <p:spPr>
            <a:xfrm>
              <a:off x="6562740" y="5024400"/>
              <a:ext cx="955" cy="1911"/>
            </a:xfrm>
            <a:custGeom>
              <a:avLst/>
              <a:gdLst>
                <a:gd name="csX0" fmla="*/ 0 w 955"/>
                <a:gd name="csY0" fmla="*/ 956 h 1911"/>
                <a:gd name="csX1" fmla="*/ 956 w 955"/>
                <a:gd name="csY1" fmla="*/ 1911 h 1911"/>
                <a:gd name="csX2" fmla="*/ 0 w 955"/>
                <a:gd name="csY2" fmla="*/ 956 h 1911"/>
                <a:gd name="csX3" fmla="*/ 0 w 955"/>
                <a:gd name="csY3" fmla="*/ 0 h 1911"/>
                <a:gd name="csX4" fmla="*/ 0 w 955"/>
                <a:gd name="csY4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911">
                  <a:moveTo>
                    <a:pt x="0" y="956"/>
                  </a:moveTo>
                  <a:lnTo>
                    <a:pt x="956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5" name="Freeform 1614">
              <a:extLst>
                <a:ext uri="{FF2B5EF4-FFF2-40B4-BE49-F238E27FC236}">
                  <a16:creationId xmlns:a16="http://schemas.microsoft.com/office/drawing/2014/main" id="{E099DEF3-7581-3411-79F9-11B4C0319BB1}"/>
                </a:ext>
              </a:extLst>
            </p:cNvPr>
            <p:cNvSpPr/>
            <p:nvPr/>
          </p:nvSpPr>
          <p:spPr>
            <a:xfrm>
              <a:off x="6562740" y="3647584"/>
              <a:ext cx="478" cy="477"/>
            </a:xfrm>
            <a:custGeom>
              <a:avLst/>
              <a:gdLst>
                <a:gd name="csX0" fmla="*/ 478 w 478"/>
                <a:gd name="csY0" fmla="*/ 478 h 477"/>
                <a:gd name="csX1" fmla="*/ 478 w 478"/>
                <a:gd name="csY1" fmla="*/ 478 h 477"/>
                <a:gd name="csX2" fmla="*/ 0 w 478"/>
                <a:gd name="csY2" fmla="*/ 0 h 477"/>
                <a:gd name="csX3" fmla="*/ 0 w 478"/>
                <a:gd name="csY3" fmla="*/ 0 h 477"/>
                <a:gd name="csX4" fmla="*/ 478 w 478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8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6" name="Freeform 1615">
              <a:extLst>
                <a:ext uri="{FF2B5EF4-FFF2-40B4-BE49-F238E27FC236}">
                  <a16:creationId xmlns:a16="http://schemas.microsoft.com/office/drawing/2014/main" id="{8FE43021-56EE-6C39-555B-D3F356079524}"/>
                </a:ext>
              </a:extLst>
            </p:cNvPr>
            <p:cNvSpPr/>
            <p:nvPr/>
          </p:nvSpPr>
          <p:spPr>
            <a:xfrm>
              <a:off x="6561308" y="4664670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478 h 955"/>
                <a:gd name="csX2" fmla="*/ 0 w 477"/>
                <a:gd name="csY2" fmla="*/ 956 h 955"/>
                <a:gd name="csX3" fmla="*/ 0 w 477"/>
                <a:gd name="csY3" fmla="*/ 956 h 955"/>
                <a:gd name="csX4" fmla="*/ 0 w 477"/>
                <a:gd name="csY4" fmla="*/ 478 h 955"/>
                <a:gd name="csX5" fmla="*/ 478 w 477"/>
                <a:gd name="csY5" fmla="*/ 0 h 955"/>
                <a:gd name="csX6" fmla="*/ 478 w 477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7" name="Freeform 1616">
              <a:extLst>
                <a:ext uri="{FF2B5EF4-FFF2-40B4-BE49-F238E27FC236}">
                  <a16:creationId xmlns:a16="http://schemas.microsoft.com/office/drawing/2014/main" id="{A131343B-1A73-2A89-EB9B-23A5F73BA103}"/>
                </a:ext>
              </a:extLst>
            </p:cNvPr>
            <p:cNvSpPr/>
            <p:nvPr/>
          </p:nvSpPr>
          <p:spPr>
            <a:xfrm>
              <a:off x="6557486" y="4654637"/>
              <a:ext cx="3822" cy="3821"/>
            </a:xfrm>
            <a:custGeom>
              <a:avLst/>
              <a:gdLst>
                <a:gd name="csX0" fmla="*/ 3822 w 3822"/>
                <a:gd name="csY0" fmla="*/ 0 h 3821"/>
                <a:gd name="csX1" fmla="*/ 0 w 3822"/>
                <a:gd name="csY1" fmla="*/ 3822 h 3821"/>
                <a:gd name="csX2" fmla="*/ 0 w 3822"/>
                <a:gd name="csY2" fmla="*/ 3344 h 3821"/>
                <a:gd name="csX3" fmla="*/ 3822 w 3822"/>
                <a:gd name="csY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2" h="3821">
                  <a:moveTo>
                    <a:pt x="3822" y="0"/>
                  </a:moveTo>
                  <a:lnTo>
                    <a:pt x="0" y="3822"/>
                  </a:lnTo>
                  <a:lnTo>
                    <a:pt x="0" y="3344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8" name="Freeform 1617">
              <a:extLst>
                <a:ext uri="{FF2B5EF4-FFF2-40B4-BE49-F238E27FC236}">
                  <a16:creationId xmlns:a16="http://schemas.microsoft.com/office/drawing/2014/main" id="{AFEA6E2D-EC89-9710-AB62-7AC148EB15B4}"/>
                </a:ext>
              </a:extLst>
            </p:cNvPr>
            <p:cNvSpPr/>
            <p:nvPr/>
          </p:nvSpPr>
          <p:spPr>
            <a:xfrm>
              <a:off x="6560352" y="4723430"/>
              <a:ext cx="955" cy="1911"/>
            </a:xfrm>
            <a:custGeom>
              <a:avLst/>
              <a:gdLst>
                <a:gd name="csX0" fmla="*/ 956 w 955"/>
                <a:gd name="csY0" fmla="*/ 0 h 1911"/>
                <a:gd name="csX1" fmla="*/ 0 w 955"/>
                <a:gd name="csY1" fmla="*/ 1911 h 1911"/>
                <a:gd name="csX2" fmla="*/ 956 w 955"/>
                <a:gd name="csY2" fmla="*/ 0 h 1911"/>
                <a:gd name="csX3" fmla="*/ 956 w 955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1">
                  <a:moveTo>
                    <a:pt x="956" y="0"/>
                  </a:moveTo>
                  <a:lnTo>
                    <a:pt x="0" y="1911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9" name="Freeform 1618">
              <a:extLst>
                <a:ext uri="{FF2B5EF4-FFF2-40B4-BE49-F238E27FC236}">
                  <a16:creationId xmlns:a16="http://schemas.microsoft.com/office/drawing/2014/main" id="{71700261-D6D5-DD0E-C56A-A9A21F1295FA}"/>
                </a:ext>
              </a:extLst>
            </p:cNvPr>
            <p:cNvSpPr/>
            <p:nvPr/>
          </p:nvSpPr>
          <p:spPr>
            <a:xfrm>
              <a:off x="6556530" y="4727730"/>
              <a:ext cx="2866" cy="7165"/>
            </a:xfrm>
            <a:custGeom>
              <a:avLst/>
              <a:gdLst>
                <a:gd name="csX0" fmla="*/ 2866 w 2866"/>
                <a:gd name="csY0" fmla="*/ 0 h 7165"/>
                <a:gd name="csX1" fmla="*/ 2389 w 2866"/>
                <a:gd name="csY1" fmla="*/ 1433 h 7165"/>
                <a:gd name="csX2" fmla="*/ 478 w 2866"/>
                <a:gd name="csY2" fmla="*/ 3822 h 7165"/>
                <a:gd name="csX3" fmla="*/ 0 w 2866"/>
                <a:gd name="csY3" fmla="*/ 7166 h 7165"/>
                <a:gd name="csX4" fmla="*/ 478 w 2866"/>
                <a:gd name="csY4" fmla="*/ 3822 h 7165"/>
                <a:gd name="csX5" fmla="*/ 1911 w 2866"/>
                <a:gd name="csY5" fmla="*/ 1433 h 7165"/>
                <a:gd name="csX6" fmla="*/ 2866 w 2866"/>
                <a:gd name="csY6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7165">
                  <a:moveTo>
                    <a:pt x="2866" y="0"/>
                  </a:moveTo>
                  <a:lnTo>
                    <a:pt x="2389" y="1433"/>
                  </a:lnTo>
                  <a:lnTo>
                    <a:pt x="478" y="3822"/>
                  </a:lnTo>
                  <a:lnTo>
                    <a:pt x="0" y="7166"/>
                  </a:lnTo>
                  <a:lnTo>
                    <a:pt x="478" y="3822"/>
                  </a:lnTo>
                  <a:lnTo>
                    <a:pt x="1911" y="1433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0" name="Freeform 1619">
              <a:extLst>
                <a:ext uri="{FF2B5EF4-FFF2-40B4-BE49-F238E27FC236}">
                  <a16:creationId xmlns:a16="http://schemas.microsoft.com/office/drawing/2014/main" id="{E9F93228-1F32-6035-DA19-9524E77A15E9}"/>
                </a:ext>
              </a:extLst>
            </p:cNvPr>
            <p:cNvSpPr/>
            <p:nvPr/>
          </p:nvSpPr>
          <p:spPr>
            <a:xfrm>
              <a:off x="6555097" y="4906879"/>
              <a:ext cx="2866" cy="3344"/>
            </a:xfrm>
            <a:custGeom>
              <a:avLst/>
              <a:gdLst>
                <a:gd name="csX0" fmla="*/ 2866 w 2866"/>
                <a:gd name="csY0" fmla="*/ 0 h 3344"/>
                <a:gd name="csX1" fmla="*/ 2866 w 2866"/>
                <a:gd name="csY1" fmla="*/ 0 h 3344"/>
                <a:gd name="csX2" fmla="*/ 2389 w 2866"/>
                <a:gd name="csY2" fmla="*/ 956 h 3344"/>
                <a:gd name="csX3" fmla="*/ 1911 w 2866"/>
                <a:gd name="csY3" fmla="*/ 1433 h 3344"/>
                <a:gd name="csX4" fmla="*/ 1911 w 2866"/>
                <a:gd name="csY4" fmla="*/ 2389 h 3344"/>
                <a:gd name="csX5" fmla="*/ 1911 w 2866"/>
                <a:gd name="csY5" fmla="*/ 2866 h 3344"/>
                <a:gd name="csX6" fmla="*/ 1911 w 2866"/>
                <a:gd name="csY6" fmla="*/ 3344 h 3344"/>
                <a:gd name="csX7" fmla="*/ 478 w 2866"/>
                <a:gd name="csY7" fmla="*/ 3344 h 3344"/>
                <a:gd name="csX8" fmla="*/ 0 w 2866"/>
                <a:gd name="csY8" fmla="*/ 3344 h 3344"/>
                <a:gd name="csX9" fmla="*/ 0 w 2866"/>
                <a:gd name="csY9" fmla="*/ 3344 h 3344"/>
                <a:gd name="csX10" fmla="*/ 478 w 2866"/>
                <a:gd name="csY10" fmla="*/ 3344 h 3344"/>
                <a:gd name="csX11" fmla="*/ 1911 w 2866"/>
                <a:gd name="csY11" fmla="*/ 3344 h 3344"/>
                <a:gd name="csX12" fmla="*/ 1911 w 2866"/>
                <a:gd name="csY12" fmla="*/ 2866 h 3344"/>
                <a:gd name="csX13" fmla="*/ 1911 w 2866"/>
                <a:gd name="csY13" fmla="*/ 2389 h 3344"/>
                <a:gd name="csX14" fmla="*/ 1911 w 2866"/>
                <a:gd name="csY14" fmla="*/ 1433 h 3344"/>
                <a:gd name="csX15" fmla="*/ 1911 w 2866"/>
                <a:gd name="csY15" fmla="*/ 478 h 3344"/>
                <a:gd name="csX16" fmla="*/ 2866 w 2866"/>
                <a:gd name="csY1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866" h="3344">
                  <a:moveTo>
                    <a:pt x="2866" y="0"/>
                  </a:moveTo>
                  <a:lnTo>
                    <a:pt x="2866" y="0"/>
                  </a:lnTo>
                  <a:lnTo>
                    <a:pt x="2389" y="956"/>
                  </a:lnTo>
                  <a:lnTo>
                    <a:pt x="1911" y="1433"/>
                  </a:lnTo>
                  <a:lnTo>
                    <a:pt x="1911" y="2389"/>
                  </a:lnTo>
                  <a:lnTo>
                    <a:pt x="1911" y="2866"/>
                  </a:lnTo>
                  <a:lnTo>
                    <a:pt x="1911" y="3344"/>
                  </a:lnTo>
                  <a:lnTo>
                    <a:pt x="478" y="3344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478" y="3344"/>
                  </a:lnTo>
                  <a:lnTo>
                    <a:pt x="1911" y="3344"/>
                  </a:lnTo>
                  <a:lnTo>
                    <a:pt x="1911" y="2866"/>
                  </a:lnTo>
                  <a:lnTo>
                    <a:pt x="1911" y="2389"/>
                  </a:lnTo>
                  <a:lnTo>
                    <a:pt x="1911" y="1433"/>
                  </a:lnTo>
                  <a:lnTo>
                    <a:pt x="1911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1" name="Freeform 1620">
              <a:extLst>
                <a:ext uri="{FF2B5EF4-FFF2-40B4-BE49-F238E27FC236}">
                  <a16:creationId xmlns:a16="http://schemas.microsoft.com/office/drawing/2014/main" id="{A4BABA63-790B-906A-9BD3-A488F4EBA75A}"/>
                </a:ext>
              </a:extLst>
            </p:cNvPr>
            <p:cNvSpPr/>
            <p:nvPr/>
          </p:nvSpPr>
          <p:spPr>
            <a:xfrm>
              <a:off x="6551753" y="4999080"/>
              <a:ext cx="5254" cy="955"/>
            </a:xfrm>
            <a:custGeom>
              <a:avLst/>
              <a:gdLst>
                <a:gd name="csX0" fmla="*/ 5255 w 5254"/>
                <a:gd name="csY0" fmla="*/ 0 h 955"/>
                <a:gd name="csX1" fmla="*/ 1433 w 5254"/>
                <a:gd name="csY1" fmla="*/ 956 h 955"/>
                <a:gd name="csX2" fmla="*/ 0 w 5254"/>
                <a:gd name="csY2" fmla="*/ 956 h 955"/>
                <a:gd name="csX3" fmla="*/ 1433 w 5254"/>
                <a:gd name="csY3" fmla="*/ 478 h 955"/>
                <a:gd name="csX4" fmla="*/ 5255 w 5254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955">
                  <a:moveTo>
                    <a:pt x="5255" y="0"/>
                  </a:moveTo>
                  <a:lnTo>
                    <a:pt x="1433" y="956"/>
                  </a:lnTo>
                  <a:lnTo>
                    <a:pt x="0" y="956"/>
                  </a:lnTo>
                  <a:lnTo>
                    <a:pt x="1433" y="478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2" name="Freeform 1621">
              <a:extLst>
                <a:ext uri="{FF2B5EF4-FFF2-40B4-BE49-F238E27FC236}">
                  <a16:creationId xmlns:a16="http://schemas.microsoft.com/office/drawing/2014/main" id="{0AB5DCE1-88E7-9582-45E4-B0336A9F2188}"/>
                </a:ext>
              </a:extLst>
            </p:cNvPr>
            <p:cNvSpPr/>
            <p:nvPr/>
          </p:nvSpPr>
          <p:spPr>
            <a:xfrm>
              <a:off x="6552708" y="3618442"/>
              <a:ext cx="3822" cy="2866"/>
            </a:xfrm>
            <a:custGeom>
              <a:avLst/>
              <a:gdLst>
                <a:gd name="csX0" fmla="*/ 3822 w 3822"/>
                <a:gd name="csY0" fmla="*/ 2866 h 2866"/>
                <a:gd name="csX1" fmla="*/ 3822 w 3822"/>
                <a:gd name="csY1" fmla="*/ 2866 h 2866"/>
                <a:gd name="csX2" fmla="*/ 1911 w 3822"/>
                <a:gd name="csY2" fmla="*/ 956 h 2866"/>
                <a:gd name="csX3" fmla="*/ 0 w 3822"/>
                <a:gd name="csY3" fmla="*/ 0 h 2866"/>
                <a:gd name="csX4" fmla="*/ 1911 w 3822"/>
                <a:gd name="csY4" fmla="*/ 956 h 2866"/>
                <a:gd name="csX5" fmla="*/ 3822 w 3822"/>
                <a:gd name="csY5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2866">
                  <a:moveTo>
                    <a:pt x="3822" y="2866"/>
                  </a:moveTo>
                  <a:lnTo>
                    <a:pt x="3822" y="2866"/>
                  </a:lnTo>
                  <a:lnTo>
                    <a:pt x="1911" y="956"/>
                  </a:lnTo>
                  <a:lnTo>
                    <a:pt x="0" y="0"/>
                  </a:lnTo>
                  <a:lnTo>
                    <a:pt x="1911" y="956"/>
                  </a:lnTo>
                  <a:lnTo>
                    <a:pt x="3822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3" name="Freeform 1622">
              <a:extLst>
                <a:ext uri="{FF2B5EF4-FFF2-40B4-BE49-F238E27FC236}">
                  <a16:creationId xmlns:a16="http://schemas.microsoft.com/office/drawing/2014/main" id="{EEAF104F-4BBB-20F2-F4A5-6573DDE8400B}"/>
                </a:ext>
              </a:extLst>
            </p:cNvPr>
            <p:cNvSpPr/>
            <p:nvPr/>
          </p:nvSpPr>
          <p:spPr>
            <a:xfrm>
              <a:off x="6556053" y="4741584"/>
              <a:ext cx="477" cy="10987"/>
            </a:xfrm>
            <a:custGeom>
              <a:avLst/>
              <a:gdLst>
                <a:gd name="csX0" fmla="*/ 478 w 477"/>
                <a:gd name="csY0" fmla="*/ 0 h 10987"/>
                <a:gd name="csX1" fmla="*/ 0 w 477"/>
                <a:gd name="csY1" fmla="*/ 8121 h 10987"/>
                <a:gd name="csX2" fmla="*/ 0 w 477"/>
                <a:gd name="csY2" fmla="*/ 10988 h 10987"/>
                <a:gd name="csX3" fmla="*/ 0 w 477"/>
                <a:gd name="csY3" fmla="*/ 10988 h 10987"/>
                <a:gd name="csX4" fmla="*/ 0 w 477"/>
                <a:gd name="csY4" fmla="*/ 8121 h 10987"/>
                <a:gd name="csX5" fmla="*/ 478 w 477"/>
                <a:gd name="csY5" fmla="*/ 0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10987">
                  <a:moveTo>
                    <a:pt x="478" y="0"/>
                  </a:moveTo>
                  <a:lnTo>
                    <a:pt x="0" y="8121"/>
                  </a:lnTo>
                  <a:lnTo>
                    <a:pt x="0" y="10988"/>
                  </a:lnTo>
                  <a:lnTo>
                    <a:pt x="0" y="10988"/>
                  </a:lnTo>
                  <a:lnTo>
                    <a:pt x="0" y="8121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4" name="Freeform 1623">
              <a:extLst>
                <a:ext uri="{FF2B5EF4-FFF2-40B4-BE49-F238E27FC236}">
                  <a16:creationId xmlns:a16="http://schemas.microsoft.com/office/drawing/2014/main" id="{AE3191E2-452A-0E18-05A6-366E4B646AAE}"/>
                </a:ext>
              </a:extLst>
            </p:cNvPr>
            <p:cNvSpPr/>
            <p:nvPr/>
          </p:nvSpPr>
          <p:spPr>
            <a:xfrm>
              <a:off x="6546498" y="4908790"/>
              <a:ext cx="6687" cy="477"/>
            </a:xfrm>
            <a:custGeom>
              <a:avLst/>
              <a:gdLst>
                <a:gd name="csX0" fmla="*/ 6688 w 6687"/>
                <a:gd name="csY0" fmla="*/ 478 h 477"/>
                <a:gd name="csX1" fmla="*/ 6688 w 6687"/>
                <a:gd name="csY1" fmla="*/ 478 h 477"/>
                <a:gd name="csX2" fmla="*/ 5733 w 6687"/>
                <a:gd name="csY2" fmla="*/ 0 h 477"/>
                <a:gd name="csX3" fmla="*/ 2389 w 6687"/>
                <a:gd name="csY3" fmla="*/ 478 h 477"/>
                <a:gd name="csX4" fmla="*/ 955 w 6687"/>
                <a:gd name="csY4" fmla="*/ 478 h 477"/>
                <a:gd name="csX5" fmla="*/ 0 w 6687"/>
                <a:gd name="csY5" fmla="*/ 478 h 477"/>
                <a:gd name="csX6" fmla="*/ 0 w 6687"/>
                <a:gd name="csY6" fmla="*/ 0 h 477"/>
                <a:gd name="csX7" fmla="*/ 955 w 6687"/>
                <a:gd name="csY7" fmla="*/ 478 h 477"/>
                <a:gd name="csX8" fmla="*/ 1910 w 6687"/>
                <a:gd name="csY8" fmla="*/ 0 h 477"/>
                <a:gd name="csX9" fmla="*/ 5255 w 6687"/>
                <a:gd name="csY9" fmla="*/ 0 h 477"/>
                <a:gd name="csX10" fmla="*/ 6688 w 6687"/>
                <a:gd name="csY10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7" h="477">
                  <a:moveTo>
                    <a:pt x="6688" y="478"/>
                  </a:moveTo>
                  <a:lnTo>
                    <a:pt x="6688" y="478"/>
                  </a:lnTo>
                  <a:lnTo>
                    <a:pt x="5733" y="0"/>
                  </a:lnTo>
                  <a:lnTo>
                    <a:pt x="2389" y="478"/>
                  </a:lnTo>
                  <a:lnTo>
                    <a:pt x="955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1910" y="0"/>
                  </a:lnTo>
                  <a:lnTo>
                    <a:pt x="5255" y="0"/>
                  </a:lnTo>
                  <a:lnTo>
                    <a:pt x="668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5" name="Freeform 1624">
              <a:extLst>
                <a:ext uri="{FF2B5EF4-FFF2-40B4-BE49-F238E27FC236}">
                  <a16:creationId xmlns:a16="http://schemas.microsoft.com/office/drawing/2014/main" id="{388FF7C9-B06D-7C52-7EEB-D3A3ABE03C5E}"/>
                </a:ext>
              </a:extLst>
            </p:cNvPr>
            <p:cNvSpPr/>
            <p:nvPr/>
          </p:nvSpPr>
          <p:spPr>
            <a:xfrm>
              <a:off x="6513535" y="3618442"/>
              <a:ext cx="39173" cy="9076"/>
            </a:xfrm>
            <a:custGeom>
              <a:avLst/>
              <a:gdLst>
                <a:gd name="csX0" fmla="*/ 39174 w 39173"/>
                <a:gd name="csY0" fmla="*/ 0 h 9076"/>
                <a:gd name="csX1" fmla="*/ 39174 w 39173"/>
                <a:gd name="csY1" fmla="*/ 0 h 9076"/>
                <a:gd name="csX2" fmla="*/ 36785 w 39173"/>
                <a:gd name="csY2" fmla="*/ 478 h 9076"/>
                <a:gd name="csX3" fmla="*/ 33441 w 39173"/>
                <a:gd name="csY3" fmla="*/ 478 h 9076"/>
                <a:gd name="csX4" fmla="*/ 30575 w 39173"/>
                <a:gd name="csY4" fmla="*/ 0 h 9076"/>
                <a:gd name="csX5" fmla="*/ 27708 w 39173"/>
                <a:gd name="csY5" fmla="*/ 478 h 9076"/>
                <a:gd name="csX6" fmla="*/ 22453 w 39173"/>
                <a:gd name="csY6" fmla="*/ 2866 h 9076"/>
                <a:gd name="csX7" fmla="*/ 21020 w 39173"/>
                <a:gd name="csY7" fmla="*/ 2866 h 9076"/>
                <a:gd name="csX8" fmla="*/ 17676 w 39173"/>
                <a:gd name="csY8" fmla="*/ 1911 h 9076"/>
                <a:gd name="csX9" fmla="*/ 14809 w 39173"/>
                <a:gd name="csY9" fmla="*/ 1433 h 9076"/>
                <a:gd name="csX10" fmla="*/ 13376 w 39173"/>
                <a:gd name="csY10" fmla="*/ 1433 h 9076"/>
                <a:gd name="csX11" fmla="*/ 12421 w 39173"/>
                <a:gd name="csY11" fmla="*/ 1911 h 9076"/>
                <a:gd name="csX12" fmla="*/ 11943 w 39173"/>
                <a:gd name="csY12" fmla="*/ 2389 h 9076"/>
                <a:gd name="csX13" fmla="*/ 10510 w 39173"/>
                <a:gd name="csY13" fmla="*/ 7166 h 9076"/>
                <a:gd name="csX14" fmla="*/ 9077 w 39173"/>
                <a:gd name="csY14" fmla="*/ 8121 h 9076"/>
                <a:gd name="csX15" fmla="*/ 7166 w 39173"/>
                <a:gd name="csY15" fmla="*/ 9077 h 9076"/>
                <a:gd name="csX16" fmla="*/ 5733 w 39173"/>
                <a:gd name="csY16" fmla="*/ 9077 h 9076"/>
                <a:gd name="csX17" fmla="*/ 4300 w 39173"/>
                <a:gd name="csY17" fmla="*/ 9077 h 9076"/>
                <a:gd name="csX18" fmla="*/ 2389 w 39173"/>
                <a:gd name="csY18" fmla="*/ 8121 h 9076"/>
                <a:gd name="csX19" fmla="*/ 478 w 39173"/>
                <a:gd name="csY19" fmla="*/ 7644 h 9076"/>
                <a:gd name="csX20" fmla="*/ 0 w 39173"/>
                <a:gd name="csY20" fmla="*/ 7644 h 9076"/>
                <a:gd name="csX21" fmla="*/ 0 w 39173"/>
                <a:gd name="csY21" fmla="*/ 7166 h 9076"/>
                <a:gd name="csX22" fmla="*/ 0 w 39173"/>
                <a:gd name="csY22" fmla="*/ 7166 h 9076"/>
                <a:gd name="csX23" fmla="*/ 478 w 39173"/>
                <a:gd name="csY23" fmla="*/ 7166 h 9076"/>
                <a:gd name="csX24" fmla="*/ 2389 w 39173"/>
                <a:gd name="csY24" fmla="*/ 8121 h 9076"/>
                <a:gd name="csX25" fmla="*/ 4300 w 39173"/>
                <a:gd name="csY25" fmla="*/ 9077 h 9076"/>
                <a:gd name="csX26" fmla="*/ 5733 w 39173"/>
                <a:gd name="csY26" fmla="*/ 9077 h 9076"/>
                <a:gd name="csX27" fmla="*/ 7166 w 39173"/>
                <a:gd name="csY27" fmla="*/ 8599 h 9076"/>
                <a:gd name="csX28" fmla="*/ 9077 w 39173"/>
                <a:gd name="csY28" fmla="*/ 7644 h 9076"/>
                <a:gd name="csX29" fmla="*/ 10510 w 39173"/>
                <a:gd name="csY29" fmla="*/ 7166 h 9076"/>
                <a:gd name="csX30" fmla="*/ 11943 w 39173"/>
                <a:gd name="csY30" fmla="*/ 2389 h 9076"/>
                <a:gd name="csX31" fmla="*/ 12421 w 39173"/>
                <a:gd name="csY31" fmla="*/ 1433 h 9076"/>
                <a:gd name="csX32" fmla="*/ 13376 w 39173"/>
                <a:gd name="csY32" fmla="*/ 1433 h 9076"/>
                <a:gd name="csX33" fmla="*/ 14809 w 39173"/>
                <a:gd name="csY33" fmla="*/ 956 h 9076"/>
                <a:gd name="csX34" fmla="*/ 17676 w 39173"/>
                <a:gd name="csY34" fmla="*/ 1911 h 9076"/>
                <a:gd name="csX35" fmla="*/ 21020 w 39173"/>
                <a:gd name="csY35" fmla="*/ 2866 h 9076"/>
                <a:gd name="csX36" fmla="*/ 22453 w 39173"/>
                <a:gd name="csY36" fmla="*/ 2866 h 9076"/>
                <a:gd name="csX37" fmla="*/ 27708 w 39173"/>
                <a:gd name="csY37" fmla="*/ 0 h 9076"/>
                <a:gd name="csX38" fmla="*/ 30097 w 39173"/>
                <a:gd name="csY38" fmla="*/ 0 h 9076"/>
                <a:gd name="csX39" fmla="*/ 33441 w 39173"/>
                <a:gd name="csY39" fmla="*/ 478 h 9076"/>
                <a:gd name="csX40" fmla="*/ 36785 w 39173"/>
                <a:gd name="csY40" fmla="*/ 478 h 9076"/>
                <a:gd name="csX41" fmla="*/ 39174 w 39173"/>
                <a:gd name="csY41" fmla="*/ 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39173" h="9076">
                  <a:moveTo>
                    <a:pt x="39174" y="0"/>
                  </a:moveTo>
                  <a:lnTo>
                    <a:pt x="39174" y="0"/>
                  </a:lnTo>
                  <a:lnTo>
                    <a:pt x="36785" y="478"/>
                  </a:lnTo>
                  <a:lnTo>
                    <a:pt x="33441" y="478"/>
                  </a:lnTo>
                  <a:lnTo>
                    <a:pt x="30575" y="0"/>
                  </a:lnTo>
                  <a:lnTo>
                    <a:pt x="27708" y="478"/>
                  </a:lnTo>
                  <a:lnTo>
                    <a:pt x="22453" y="2866"/>
                  </a:lnTo>
                  <a:lnTo>
                    <a:pt x="21020" y="2866"/>
                  </a:lnTo>
                  <a:lnTo>
                    <a:pt x="17676" y="1911"/>
                  </a:lnTo>
                  <a:lnTo>
                    <a:pt x="14809" y="1433"/>
                  </a:lnTo>
                  <a:lnTo>
                    <a:pt x="13376" y="1433"/>
                  </a:lnTo>
                  <a:lnTo>
                    <a:pt x="12421" y="1911"/>
                  </a:lnTo>
                  <a:lnTo>
                    <a:pt x="11943" y="2389"/>
                  </a:lnTo>
                  <a:lnTo>
                    <a:pt x="10510" y="7166"/>
                  </a:lnTo>
                  <a:lnTo>
                    <a:pt x="9077" y="8121"/>
                  </a:lnTo>
                  <a:lnTo>
                    <a:pt x="7166" y="9077"/>
                  </a:lnTo>
                  <a:lnTo>
                    <a:pt x="5733" y="9077"/>
                  </a:lnTo>
                  <a:lnTo>
                    <a:pt x="4300" y="9077"/>
                  </a:lnTo>
                  <a:lnTo>
                    <a:pt x="2389" y="8121"/>
                  </a:lnTo>
                  <a:lnTo>
                    <a:pt x="478" y="7644"/>
                  </a:lnTo>
                  <a:lnTo>
                    <a:pt x="0" y="7644"/>
                  </a:lnTo>
                  <a:lnTo>
                    <a:pt x="0" y="7166"/>
                  </a:lnTo>
                  <a:lnTo>
                    <a:pt x="0" y="7166"/>
                  </a:lnTo>
                  <a:lnTo>
                    <a:pt x="478" y="7166"/>
                  </a:lnTo>
                  <a:lnTo>
                    <a:pt x="2389" y="8121"/>
                  </a:lnTo>
                  <a:lnTo>
                    <a:pt x="4300" y="9077"/>
                  </a:lnTo>
                  <a:lnTo>
                    <a:pt x="5733" y="9077"/>
                  </a:lnTo>
                  <a:lnTo>
                    <a:pt x="7166" y="8599"/>
                  </a:lnTo>
                  <a:lnTo>
                    <a:pt x="9077" y="7644"/>
                  </a:lnTo>
                  <a:lnTo>
                    <a:pt x="10510" y="7166"/>
                  </a:lnTo>
                  <a:lnTo>
                    <a:pt x="11943" y="2389"/>
                  </a:lnTo>
                  <a:lnTo>
                    <a:pt x="12421" y="1433"/>
                  </a:lnTo>
                  <a:lnTo>
                    <a:pt x="13376" y="1433"/>
                  </a:lnTo>
                  <a:lnTo>
                    <a:pt x="14809" y="956"/>
                  </a:lnTo>
                  <a:lnTo>
                    <a:pt x="17676" y="1911"/>
                  </a:lnTo>
                  <a:lnTo>
                    <a:pt x="21020" y="2866"/>
                  </a:lnTo>
                  <a:lnTo>
                    <a:pt x="22453" y="2866"/>
                  </a:lnTo>
                  <a:lnTo>
                    <a:pt x="27708" y="0"/>
                  </a:lnTo>
                  <a:lnTo>
                    <a:pt x="30097" y="0"/>
                  </a:lnTo>
                  <a:lnTo>
                    <a:pt x="33441" y="478"/>
                  </a:lnTo>
                  <a:lnTo>
                    <a:pt x="36785" y="478"/>
                  </a:lnTo>
                  <a:lnTo>
                    <a:pt x="3917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6" name="Freeform 1625">
              <a:extLst>
                <a:ext uri="{FF2B5EF4-FFF2-40B4-BE49-F238E27FC236}">
                  <a16:creationId xmlns:a16="http://schemas.microsoft.com/office/drawing/2014/main" id="{FDB41D03-5524-2999-E666-7569E68FA4CC}"/>
                </a:ext>
              </a:extLst>
            </p:cNvPr>
            <p:cNvSpPr/>
            <p:nvPr/>
          </p:nvSpPr>
          <p:spPr>
            <a:xfrm>
              <a:off x="6550797" y="4925032"/>
              <a:ext cx="478" cy="1911"/>
            </a:xfrm>
            <a:custGeom>
              <a:avLst/>
              <a:gdLst>
                <a:gd name="csX0" fmla="*/ 0 w 478"/>
                <a:gd name="csY0" fmla="*/ 0 h 1911"/>
                <a:gd name="csX1" fmla="*/ 478 w 478"/>
                <a:gd name="csY1" fmla="*/ 1433 h 1911"/>
                <a:gd name="csX2" fmla="*/ 478 w 478"/>
                <a:gd name="csY2" fmla="*/ 1911 h 1911"/>
                <a:gd name="csX3" fmla="*/ 478 w 478"/>
                <a:gd name="csY3" fmla="*/ 1433 h 1911"/>
                <a:gd name="csX4" fmla="*/ 0 w 478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8" h="1911">
                  <a:moveTo>
                    <a:pt x="0" y="0"/>
                  </a:moveTo>
                  <a:lnTo>
                    <a:pt x="478" y="1433"/>
                  </a:lnTo>
                  <a:lnTo>
                    <a:pt x="478" y="1911"/>
                  </a:lnTo>
                  <a:lnTo>
                    <a:pt x="478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7" name="Freeform 1626">
              <a:extLst>
                <a:ext uri="{FF2B5EF4-FFF2-40B4-BE49-F238E27FC236}">
                  <a16:creationId xmlns:a16="http://schemas.microsoft.com/office/drawing/2014/main" id="{4F46C1E7-BB3F-B335-6C6F-E3637B240335}"/>
                </a:ext>
              </a:extLst>
            </p:cNvPr>
            <p:cNvSpPr/>
            <p:nvPr/>
          </p:nvSpPr>
          <p:spPr>
            <a:xfrm>
              <a:off x="6319576" y="4882992"/>
              <a:ext cx="231699" cy="182970"/>
            </a:xfrm>
            <a:custGeom>
              <a:avLst/>
              <a:gdLst>
                <a:gd name="csX0" fmla="*/ 231699 w 231699"/>
                <a:gd name="csY0" fmla="*/ 43473 h 182970"/>
                <a:gd name="csX1" fmla="*/ 231699 w 231699"/>
                <a:gd name="csY1" fmla="*/ 43951 h 182970"/>
                <a:gd name="csX2" fmla="*/ 227877 w 231699"/>
                <a:gd name="csY2" fmla="*/ 47773 h 182970"/>
                <a:gd name="csX3" fmla="*/ 226444 w 231699"/>
                <a:gd name="csY3" fmla="*/ 47773 h 182970"/>
                <a:gd name="csX4" fmla="*/ 225488 w 231699"/>
                <a:gd name="csY4" fmla="*/ 48251 h 182970"/>
                <a:gd name="csX5" fmla="*/ 224533 w 231699"/>
                <a:gd name="csY5" fmla="*/ 48728 h 182970"/>
                <a:gd name="csX6" fmla="*/ 224533 w 231699"/>
                <a:gd name="csY6" fmla="*/ 48728 h 182970"/>
                <a:gd name="csX7" fmla="*/ 223577 w 231699"/>
                <a:gd name="csY7" fmla="*/ 49684 h 182970"/>
                <a:gd name="csX8" fmla="*/ 224055 w 231699"/>
                <a:gd name="csY8" fmla="*/ 50162 h 182970"/>
                <a:gd name="csX9" fmla="*/ 224055 w 231699"/>
                <a:gd name="csY9" fmla="*/ 50162 h 182970"/>
                <a:gd name="csX10" fmla="*/ 224533 w 231699"/>
                <a:gd name="csY10" fmla="*/ 51117 h 182970"/>
                <a:gd name="csX11" fmla="*/ 225488 w 231699"/>
                <a:gd name="csY11" fmla="*/ 53028 h 182970"/>
                <a:gd name="csX12" fmla="*/ 225966 w 231699"/>
                <a:gd name="csY12" fmla="*/ 54461 h 182970"/>
                <a:gd name="csX13" fmla="*/ 225488 w 231699"/>
                <a:gd name="csY13" fmla="*/ 56372 h 182970"/>
                <a:gd name="csX14" fmla="*/ 224055 w 231699"/>
                <a:gd name="csY14" fmla="*/ 58761 h 182970"/>
                <a:gd name="csX15" fmla="*/ 223100 w 231699"/>
                <a:gd name="csY15" fmla="*/ 59239 h 182970"/>
                <a:gd name="csX16" fmla="*/ 223100 w 231699"/>
                <a:gd name="csY16" fmla="*/ 61627 h 182970"/>
                <a:gd name="csX17" fmla="*/ 223577 w 231699"/>
                <a:gd name="csY17" fmla="*/ 62105 h 182970"/>
                <a:gd name="csX18" fmla="*/ 224533 w 231699"/>
                <a:gd name="csY18" fmla="*/ 63060 h 182970"/>
                <a:gd name="csX19" fmla="*/ 224533 w 231699"/>
                <a:gd name="csY19" fmla="*/ 63060 h 182970"/>
                <a:gd name="csX20" fmla="*/ 224533 w 231699"/>
                <a:gd name="csY20" fmla="*/ 64493 h 182970"/>
                <a:gd name="csX21" fmla="*/ 224533 w 231699"/>
                <a:gd name="csY21" fmla="*/ 66405 h 182970"/>
                <a:gd name="csX22" fmla="*/ 224533 w 231699"/>
                <a:gd name="csY22" fmla="*/ 66405 h 182970"/>
                <a:gd name="csX23" fmla="*/ 224533 w 231699"/>
                <a:gd name="csY23" fmla="*/ 67838 h 182970"/>
                <a:gd name="csX24" fmla="*/ 223577 w 231699"/>
                <a:gd name="csY24" fmla="*/ 72137 h 182970"/>
                <a:gd name="csX25" fmla="*/ 225488 w 231699"/>
                <a:gd name="csY25" fmla="*/ 75481 h 182970"/>
                <a:gd name="csX26" fmla="*/ 225488 w 231699"/>
                <a:gd name="csY26" fmla="*/ 75959 h 182970"/>
                <a:gd name="csX27" fmla="*/ 225966 w 231699"/>
                <a:gd name="csY27" fmla="*/ 75959 h 182970"/>
                <a:gd name="csX28" fmla="*/ 228355 w 231699"/>
                <a:gd name="csY28" fmla="*/ 75959 h 182970"/>
                <a:gd name="csX29" fmla="*/ 228355 w 231699"/>
                <a:gd name="csY29" fmla="*/ 76437 h 182970"/>
                <a:gd name="csX30" fmla="*/ 228832 w 231699"/>
                <a:gd name="csY30" fmla="*/ 76437 h 182970"/>
                <a:gd name="csX31" fmla="*/ 228355 w 231699"/>
                <a:gd name="csY31" fmla="*/ 77392 h 182970"/>
                <a:gd name="csX32" fmla="*/ 226922 w 231699"/>
                <a:gd name="csY32" fmla="*/ 78348 h 182970"/>
                <a:gd name="csX33" fmla="*/ 226444 w 231699"/>
                <a:gd name="csY33" fmla="*/ 79303 h 182970"/>
                <a:gd name="csX34" fmla="*/ 223577 w 231699"/>
                <a:gd name="csY34" fmla="*/ 80258 h 182970"/>
                <a:gd name="csX35" fmla="*/ 218800 w 231699"/>
                <a:gd name="csY35" fmla="*/ 81692 h 182970"/>
                <a:gd name="csX36" fmla="*/ 218800 w 231699"/>
                <a:gd name="csY36" fmla="*/ 81692 h 182970"/>
                <a:gd name="csX37" fmla="*/ 217845 w 231699"/>
                <a:gd name="csY37" fmla="*/ 83125 h 182970"/>
                <a:gd name="csX38" fmla="*/ 217367 w 231699"/>
                <a:gd name="csY38" fmla="*/ 85036 h 182970"/>
                <a:gd name="csX39" fmla="*/ 217845 w 231699"/>
                <a:gd name="csY39" fmla="*/ 85991 h 182970"/>
                <a:gd name="csX40" fmla="*/ 218800 w 231699"/>
                <a:gd name="csY40" fmla="*/ 86469 h 182970"/>
                <a:gd name="csX41" fmla="*/ 218322 w 231699"/>
                <a:gd name="csY41" fmla="*/ 88380 h 182970"/>
                <a:gd name="csX42" fmla="*/ 217845 w 231699"/>
                <a:gd name="csY42" fmla="*/ 90291 h 182970"/>
                <a:gd name="csX43" fmla="*/ 218322 w 231699"/>
                <a:gd name="csY43" fmla="*/ 91724 h 182970"/>
                <a:gd name="csX44" fmla="*/ 217845 w 231699"/>
                <a:gd name="csY44" fmla="*/ 92680 h 182970"/>
                <a:gd name="csX45" fmla="*/ 217367 w 231699"/>
                <a:gd name="csY45" fmla="*/ 93157 h 182970"/>
                <a:gd name="csX46" fmla="*/ 216411 w 231699"/>
                <a:gd name="csY46" fmla="*/ 95068 h 182970"/>
                <a:gd name="csX47" fmla="*/ 215456 w 231699"/>
                <a:gd name="csY47" fmla="*/ 96979 h 182970"/>
                <a:gd name="csX48" fmla="*/ 214979 w 231699"/>
                <a:gd name="csY48" fmla="*/ 97935 h 182970"/>
                <a:gd name="csX49" fmla="*/ 214023 w 231699"/>
                <a:gd name="csY49" fmla="*/ 98890 h 182970"/>
                <a:gd name="csX50" fmla="*/ 212112 w 231699"/>
                <a:gd name="csY50" fmla="*/ 99368 h 182970"/>
                <a:gd name="csX51" fmla="*/ 212112 w 231699"/>
                <a:gd name="csY51" fmla="*/ 99846 h 182970"/>
                <a:gd name="csX52" fmla="*/ 214023 w 231699"/>
                <a:gd name="csY52" fmla="*/ 100801 h 182970"/>
                <a:gd name="csX53" fmla="*/ 214500 w 231699"/>
                <a:gd name="csY53" fmla="*/ 101279 h 182970"/>
                <a:gd name="csX54" fmla="*/ 214979 w 231699"/>
                <a:gd name="csY54" fmla="*/ 101756 h 182970"/>
                <a:gd name="csX55" fmla="*/ 214500 w 231699"/>
                <a:gd name="csY55" fmla="*/ 102234 h 182970"/>
                <a:gd name="csX56" fmla="*/ 214023 w 231699"/>
                <a:gd name="csY56" fmla="*/ 102712 h 182970"/>
                <a:gd name="csX57" fmla="*/ 214979 w 231699"/>
                <a:gd name="csY57" fmla="*/ 103189 h 182970"/>
                <a:gd name="csX58" fmla="*/ 215934 w 231699"/>
                <a:gd name="csY58" fmla="*/ 103667 h 182970"/>
                <a:gd name="csX59" fmla="*/ 216889 w 231699"/>
                <a:gd name="csY59" fmla="*/ 105100 h 182970"/>
                <a:gd name="csX60" fmla="*/ 217845 w 231699"/>
                <a:gd name="csY60" fmla="*/ 106534 h 182970"/>
                <a:gd name="csX61" fmla="*/ 218322 w 231699"/>
                <a:gd name="csY61" fmla="*/ 107489 h 182970"/>
                <a:gd name="csX62" fmla="*/ 218322 w 231699"/>
                <a:gd name="csY62" fmla="*/ 107489 h 182970"/>
                <a:gd name="csX63" fmla="*/ 218322 w 231699"/>
                <a:gd name="csY63" fmla="*/ 107489 h 182970"/>
                <a:gd name="csX64" fmla="*/ 218800 w 231699"/>
                <a:gd name="csY64" fmla="*/ 107489 h 182970"/>
                <a:gd name="csX65" fmla="*/ 219278 w 231699"/>
                <a:gd name="csY65" fmla="*/ 107489 h 182970"/>
                <a:gd name="csX66" fmla="*/ 220711 w 231699"/>
                <a:gd name="csY66" fmla="*/ 106534 h 182970"/>
                <a:gd name="csX67" fmla="*/ 221666 w 231699"/>
                <a:gd name="csY67" fmla="*/ 106056 h 182970"/>
                <a:gd name="csX68" fmla="*/ 222622 w 231699"/>
                <a:gd name="csY68" fmla="*/ 107489 h 182970"/>
                <a:gd name="csX69" fmla="*/ 219278 w 231699"/>
                <a:gd name="csY69" fmla="*/ 108445 h 182970"/>
                <a:gd name="csX70" fmla="*/ 218322 w 231699"/>
                <a:gd name="csY70" fmla="*/ 108922 h 182970"/>
                <a:gd name="csX71" fmla="*/ 215934 w 231699"/>
                <a:gd name="csY71" fmla="*/ 109400 h 182970"/>
                <a:gd name="csX72" fmla="*/ 209723 w 231699"/>
                <a:gd name="csY72" fmla="*/ 111311 h 182970"/>
                <a:gd name="csX73" fmla="*/ 203991 w 231699"/>
                <a:gd name="csY73" fmla="*/ 113222 h 182970"/>
                <a:gd name="csX74" fmla="*/ 202557 w 231699"/>
                <a:gd name="csY74" fmla="*/ 113700 h 182970"/>
                <a:gd name="csX75" fmla="*/ 199691 w 231699"/>
                <a:gd name="csY75" fmla="*/ 114177 h 182970"/>
                <a:gd name="csX76" fmla="*/ 198258 w 231699"/>
                <a:gd name="csY76" fmla="*/ 114655 h 182970"/>
                <a:gd name="csX77" fmla="*/ 193481 w 231699"/>
                <a:gd name="csY77" fmla="*/ 116566 h 182970"/>
                <a:gd name="csX78" fmla="*/ 193481 w 231699"/>
                <a:gd name="csY78" fmla="*/ 116566 h 182970"/>
                <a:gd name="csX79" fmla="*/ 191092 w 231699"/>
                <a:gd name="csY79" fmla="*/ 117044 h 182970"/>
                <a:gd name="csX80" fmla="*/ 189659 w 231699"/>
                <a:gd name="csY80" fmla="*/ 117999 h 182970"/>
                <a:gd name="csX81" fmla="*/ 185359 w 231699"/>
                <a:gd name="csY81" fmla="*/ 118955 h 182970"/>
                <a:gd name="csX82" fmla="*/ 181537 w 231699"/>
                <a:gd name="csY82" fmla="*/ 119910 h 182970"/>
                <a:gd name="csX83" fmla="*/ 178193 w 231699"/>
                <a:gd name="csY83" fmla="*/ 120865 h 182970"/>
                <a:gd name="csX84" fmla="*/ 177238 w 231699"/>
                <a:gd name="csY84" fmla="*/ 121343 h 182970"/>
                <a:gd name="csX85" fmla="*/ 172461 w 231699"/>
                <a:gd name="csY85" fmla="*/ 122299 h 182970"/>
                <a:gd name="csX86" fmla="*/ 169594 w 231699"/>
                <a:gd name="csY86" fmla="*/ 123254 h 182970"/>
                <a:gd name="csX87" fmla="*/ 169594 w 231699"/>
                <a:gd name="csY87" fmla="*/ 123254 h 182970"/>
                <a:gd name="csX88" fmla="*/ 168161 w 231699"/>
                <a:gd name="csY88" fmla="*/ 124210 h 182970"/>
                <a:gd name="csX89" fmla="*/ 163861 w 231699"/>
                <a:gd name="csY89" fmla="*/ 125643 h 182970"/>
                <a:gd name="csX90" fmla="*/ 163861 w 231699"/>
                <a:gd name="csY90" fmla="*/ 125643 h 182970"/>
                <a:gd name="csX91" fmla="*/ 163384 w 231699"/>
                <a:gd name="csY91" fmla="*/ 125643 h 182970"/>
                <a:gd name="csX92" fmla="*/ 163384 w 231699"/>
                <a:gd name="csY92" fmla="*/ 126121 h 182970"/>
                <a:gd name="csX93" fmla="*/ 163384 w 231699"/>
                <a:gd name="csY93" fmla="*/ 127076 h 182970"/>
                <a:gd name="csX94" fmla="*/ 163861 w 231699"/>
                <a:gd name="csY94" fmla="*/ 129465 h 182970"/>
                <a:gd name="csX95" fmla="*/ 165295 w 231699"/>
                <a:gd name="csY95" fmla="*/ 131376 h 182970"/>
                <a:gd name="csX96" fmla="*/ 166250 w 231699"/>
                <a:gd name="csY96" fmla="*/ 132331 h 182970"/>
                <a:gd name="csX97" fmla="*/ 166727 w 231699"/>
                <a:gd name="csY97" fmla="*/ 135197 h 182970"/>
                <a:gd name="csX98" fmla="*/ 166727 w 231699"/>
                <a:gd name="csY98" fmla="*/ 138064 h 182970"/>
                <a:gd name="csX99" fmla="*/ 163861 w 231699"/>
                <a:gd name="csY99" fmla="*/ 138064 h 182970"/>
                <a:gd name="csX100" fmla="*/ 159084 w 231699"/>
                <a:gd name="csY100" fmla="*/ 138064 h 182970"/>
                <a:gd name="csX101" fmla="*/ 153829 w 231699"/>
                <a:gd name="csY101" fmla="*/ 138064 h 182970"/>
                <a:gd name="csX102" fmla="*/ 149052 w 231699"/>
                <a:gd name="csY102" fmla="*/ 139019 h 182970"/>
                <a:gd name="csX103" fmla="*/ 144752 w 231699"/>
                <a:gd name="csY103" fmla="*/ 140453 h 182970"/>
                <a:gd name="csX104" fmla="*/ 140452 w 231699"/>
                <a:gd name="csY104" fmla="*/ 142841 h 182970"/>
                <a:gd name="csX105" fmla="*/ 138542 w 231699"/>
                <a:gd name="csY105" fmla="*/ 143796 h 182970"/>
                <a:gd name="csX106" fmla="*/ 137586 w 231699"/>
                <a:gd name="csY106" fmla="*/ 144274 h 182970"/>
                <a:gd name="csX107" fmla="*/ 136631 w 231699"/>
                <a:gd name="csY107" fmla="*/ 145230 h 182970"/>
                <a:gd name="csX108" fmla="*/ 136631 w 231699"/>
                <a:gd name="csY108" fmla="*/ 147141 h 182970"/>
                <a:gd name="csX109" fmla="*/ 136631 w 231699"/>
                <a:gd name="csY109" fmla="*/ 150485 h 182970"/>
                <a:gd name="csX110" fmla="*/ 136153 w 231699"/>
                <a:gd name="csY110" fmla="*/ 152396 h 182970"/>
                <a:gd name="csX111" fmla="*/ 134720 w 231699"/>
                <a:gd name="csY111" fmla="*/ 154784 h 182970"/>
                <a:gd name="csX112" fmla="*/ 127554 w 231699"/>
                <a:gd name="csY112" fmla="*/ 157173 h 182970"/>
                <a:gd name="csX113" fmla="*/ 122777 w 231699"/>
                <a:gd name="csY113" fmla="*/ 159084 h 182970"/>
                <a:gd name="csX114" fmla="*/ 117999 w 231699"/>
                <a:gd name="csY114" fmla="*/ 161473 h 182970"/>
                <a:gd name="csX115" fmla="*/ 114655 w 231699"/>
                <a:gd name="csY115" fmla="*/ 164339 h 182970"/>
                <a:gd name="csX116" fmla="*/ 112267 w 231699"/>
                <a:gd name="csY116" fmla="*/ 168161 h 182970"/>
                <a:gd name="csX117" fmla="*/ 108445 w 231699"/>
                <a:gd name="csY117" fmla="*/ 172938 h 182970"/>
                <a:gd name="csX118" fmla="*/ 104145 w 231699"/>
                <a:gd name="csY118" fmla="*/ 177238 h 182970"/>
                <a:gd name="csX119" fmla="*/ 99845 w 231699"/>
                <a:gd name="csY119" fmla="*/ 181537 h 182970"/>
                <a:gd name="csX120" fmla="*/ 95068 w 231699"/>
                <a:gd name="csY120" fmla="*/ 182970 h 182970"/>
                <a:gd name="csX121" fmla="*/ 91246 w 231699"/>
                <a:gd name="csY121" fmla="*/ 182970 h 182970"/>
                <a:gd name="csX122" fmla="*/ 86469 w 231699"/>
                <a:gd name="csY122" fmla="*/ 181060 h 182970"/>
                <a:gd name="csX123" fmla="*/ 82647 w 231699"/>
                <a:gd name="csY123" fmla="*/ 180582 h 182970"/>
                <a:gd name="csX124" fmla="*/ 79781 w 231699"/>
                <a:gd name="csY124" fmla="*/ 182015 h 182970"/>
                <a:gd name="csX125" fmla="*/ 76915 w 231699"/>
                <a:gd name="csY125" fmla="*/ 181537 h 182970"/>
                <a:gd name="csX126" fmla="*/ 74526 w 231699"/>
                <a:gd name="csY126" fmla="*/ 179626 h 182970"/>
                <a:gd name="csX127" fmla="*/ 72615 w 231699"/>
                <a:gd name="csY127" fmla="*/ 179149 h 182970"/>
                <a:gd name="csX128" fmla="*/ 71182 w 231699"/>
                <a:gd name="csY128" fmla="*/ 179626 h 182970"/>
                <a:gd name="csX129" fmla="*/ 68793 w 231699"/>
                <a:gd name="csY129" fmla="*/ 179626 h 182970"/>
                <a:gd name="csX130" fmla="*/ 64971 w 231699"/>
                <a:gd name="csY130" fmla="*/ 178671 h 182970"/>
                <a:gd name="csX131" fmla="*/ 61627 w 231699"/>
                <a:gd name="csY131" fmla="*/ 175327 h 182970"/>
                <a:gd name="csX132" fmla="*/ 60194 w 231699"/>
                <a:gd name="csY132" fmla="*/ 174371 h 182970"/>
                <a:gd name="csX133" fmla="*/ 58761 w 231699"/>
                <a:gd name="csY133" fmla="*/ 173894 h 182970"/>
                <a:gd name="csX134" fmla="*/ 54461 w 231699"/>
                <a:gd name="csY134" fmla="*/ 173416 h 182970"/>
                <a:gd name="csX135" fmla="*/ 45384 w 231699"/>
                <a:gd name="csY135" fmla="*/ 172460 h 182970"/>
                <a:gd name="csX136" fmla="*/ 44429 w 231699"/>
                <a:gd name="csY136" fmla="*/ 172938 h 182970"/>
                <a:gd name="csX137" fmla="*/ 41085 w 231699"/>
                <a:gd name="csY137" fmla="*/ 173416 h 182970"/>
                <a:gd name="csX138" fmla="*/ 36308 w 231699"/>
                <a:gd name="csY138" fmla="*/ 173894 h 182970"/>
                <a:gd name="csX139" fmla="*/ 32008 w 231699"/>
                <a:gd name="csY139" fmla="*/ 174849 h 182970"/>
                <a:gd name="csX140" fmla="*/ 27708 w 231699"/>
                <a:gd name="csY140" fmla="*/ 175804 h 182970"/>
                <a:gd name="csX141" fmla="*/ 23886 w 231699"/>
                <a:gd name="csY141" fmla="*/ 172460 h 182970"/>
                <a:gd name="csX142" fmla="*/ 19587 w 231699"/>
                <a:gd name="csY142" fmla="*/ 168638 h 182970"/>
                <a:gd name="csX143" fmla="*/ 14810 w 231699"/>
                <a:gd name="csY143" fmla="*/ 164817 h 182970"/>
                <a:gd name="csX144" fmla="*/ 11466 w 231699"/>
                <a:gd name="csY144" fmla="*/ 161950 h 182970"/>
                <a:gd name="csX145" fmla="*/ 9555 w 231699"/>
                <a:gd name="csY145" fmla="*/ 160039 h 182970"/>
                <a:gd name="csX146" fmla="*/ 6688 w 231699"/>
                <a:gd name="csY146" fmla="*/ 157651 h 182970"/>
                <a:gd name="csX147" fmla="*/ 4300 w 231699"/>
                <a:gd name="csY147" fmla="*/ 156218 h 182970"/>
                <a:gd name="csX148" fmla="*/ 3344 w 231699"/>
                <a:gd name="csY148" fmla="*/ 155740 h 182970"/>
                <a:gd name="csX149" fmla="*/ 1433 w 231699"/>
                <a:gd name="csY149" fmla="*/ 149529 h 182970"/>
                <a:gd name="csX150" fmla="*/ 0 w 231699"/>
                <a:gd name="csY150" fmla="*/ 143796 h 182970"/>
                <a:gd name="csX151" fmla="*/ 0 w 231699"/>
                <a:gd name="csY151" fmla="*/ 139497 h 182970"/>
                <a:gd name="csX152" fmla="*/ 0 w 231699"/>
                <a:gd name="csY152" fmla="*/ 133287 h 182970"/>
                <a:gd name="csX153" fmla="*/ 0 w 231699"/>
                <a:gd name="csY153" fmla="*/ 127554 h 182970"/>
                <a:gd name="csX154" fmla="*/ 0 w 231699"/>
                <a:gd name="csY154" fmla="*/ 121343 h 182970"/>
                <a:gd name="csX155" fmla="*/ 0 w 231699"/>
                <a:gd name="csY155" fmla="*/ 115133 h 182970"/>
                <a:gd name="csX156" fmla="*/ 0 w 231699"/>
                <a:gd name="csY156" fmla="*/ 109400 h 182970"/>
                <a:gd name="csX157" fmla="*/ 0 w 231699"/>
                <a:gd name="csY157" fmla="*/ 103189 h 182970"/>
                <a:gd name="csX158" fmla="*/ 0 w 231699"/>
                <a:gd name="csY158" fmla="*/ 97457 h 182970"/>
                <a:gd name="csX159" fmla="*/ 0 w 231699"/>
                <a:gd name="csY159" fmla="*/ 91246 h 182970"/>
                <a:gd name="csX160" fmla="*/ 0 w 231699"/>
                <a:gd name="csY160" fmla="*/ 88380 h 182970"/>
                <a:gd name="csX161" fmla="*/ 4777 w 231699"/>
                <a:gd name="csY161" fmla="*/ 88380 h 182970"/>
                <a:gd name="csX162" fmla="*/ 10032 w 231699"/>
                <a:gd name="csY162" fmla="*/ 88380 h 182970"/>
                <a:gd name="csX163" fmla="*/ 15287 w 231699"/>
                <a:gd name="csY163" fmla="*/ 88380 h 182970"/>
                <a:gd name="csX164" fmla="*/ 21020 w 231699"/>
                <a:gd name="csY164" fmla="*/ 88380 h 182970"/>
                <a:gd name="csX165" fmla="*/ 27231 w 231699"/>
                <a:gd name="csY165" fmla="*/ 88380 h 182970"/>
                <a:gd name="csX166" fmla="*/ 32963 w 231699"/>
                <a:gd name="csY166" fmla="*/ 88380 h 182970"/>
                <a:gd name="csX167" fmla="*/ 36785 w 231699"/>
                <a:gd name="csY167" fmla="*/ 88380 h 182970"/>
                <a:gd name="csX168" fmla="*/ 38218 w 231699"/>
                <a:gd name="csY168" fmla="*/ 88380 h 182970"/>
                <a:gd name="csX169" fmla="*/ 39174 w 231699"/>
                <a:gd name="csY169" fmla="*/ 88380 h 182970"/>
                <a:gd name="csX170" fmla="*/ 39651 w 231699"/>
                <a:gd name="csY170" fmla="*/ 87902 h 182970"/>
                <a:gd name="csX171" fmla="*/ 37741 w 231699"/>
                <a:gd name="csY171" fmla="*/ 85036 h 182970"/>
                <a:gd name="csX172" fmla="*/ 37741 w 231699"/>
                <a:gd name="csY172" fmla="*/ 83603 h 182970"/>
                <a:gd name="csX173" fmla="*/ 38218 w 231699"/>
                <a:gd name="csY173" fmla="*/ 81692 h 182970"/>
                <a:gd name="csX174" fmla="*/ 39174 w 231699"/>
                <a:gd name="csY174" fmla="*/ 80258 h 182970"/>
                <a:gd name="csX175" fmla="*/ 40129 w 231699"/>
                <a:gd name="csY175" fmla="*/ 77870 h 182970"/>
                <a:gd name="csX176" fmla="*/ 40129 w 231699"/>
                <a:gd name="csY176" fmla="*/ 76437 h 182970"/>
                <a:gd name="csX177" fmla="*/ 39174 w 231699"/>
                <a:gd name="csY177" fmla="*/ 72137 h 182970"/>
                <a:gd name="csX178" fmla="*/ 39174 w 231699"/>
                <a:gd name="csY178" fmla="*/ 69748 h 182970"/>
                <a:gd name="csX179" fmla="*/ 39651 w 231699"/>
                <a:gd name="csY179" fmla="*/ 67360 h 182970"/>
                <a:gd name="csX180" fmla="*/ 39651 w 231699"/>
                <a:gd name="csY180" fmla="*/ 64971 h 182970"/>
                <a:gd name="csX181" fmla="*/ 39651 w 231699"/>
                <a:gd name="csY181" fmla="*/ 63538 h 182970"/>
                <a:gd name="csX182" fmla="*/ 39651 w 231699"/>
                <a:gd name="csY182" fmla="*/ 62582 h 182970"/>
                <a:gd name="csX183" fmla="*/ 40607 w 231699"/>
                <a:gd name="csY183" fmla="*/ 61149 h 182970"/>
                <a:gd name="csX184" fmla="*/ 40607 w 231699"/>
                <a:gd name="csY184" fmla="*/ 59716 h 182970"/>
                <a:gd name="csX185" fmla="*/ 41085 w 231699"/>
                <a:gd name="csY185" fmla="*/ 59239 h 182970"/>
                <a:gd name="csX186" fmla="*/ 41085 w 231699"/>
                <a:gd name="csY186" fmla="*/ 58283 h 182970"/>
                <a:gd name="csX187" fmla="*/ 40607 w 231699"/>
                <a:gd name="csY187" fmla="*/ 57328 h 182970"/>
                <a:gd name="csX188" fmla="*/ 40129 w 231699"/>
                <a:gd name="csY188" fmla="*/ 54939 h 182970"/>
                <a:gd name="csX189" fmla="*/ 40129 w 231699"/>
                <a:gd name="csY189" fmla="*/ 51595 h 182970"/>
                <a:gd name="csX190" fmla="*/ 39651 w 231699"/>
                <a:gd name="csY190" fmla="*/ 49206 h 182970"/>
                <a:gd name="csX191" fmla="*/ 40129 w 231699"/>
                <a:gd name="csY191" fmla="*/ 49206 h 182970"/>
                <a:gd name="csX192" fmla="*/ 41563 w 231699"/>
                <a:gd name="csY192" fmla="*/ 49684 h 182970"/>
                <a:gd name="csX193" fmla="*/ 42518 w 231699"/>
                <a:gd name="csY193" fmla="*/ 50639 h 182970"/>
                <a:gd name="csX194" fmla="*/ 42996 w 231699"/>
                <a:gd name="csY194" fmla="*/ 52073 h 182970"/>
                <a:gd name="csX195" fmla="*/ 43951 w 231699"/>
                <a:gd name="csY195" fmla="*/ 52073 h 182970"/>
                <a:gd name="csX196" fmla="*/ 46340 w 231699"/>
                <a:gd name="csY196" fmla="*/ 53028 h 182970"/>
                <a:gd name="csX197" fmla="*/ 47295 w 231699"/>
                <a:gd name="csY197" fmla="*/ 53983 h 182970"/>
                <a:gd name="csX198" fmla="*/ 47773 w 231699"/>
                <a:gd name="csY198" fmla="*/ 56372 h 182970"/>
                <a:gd name="csX199" fmla="*/ 47773 w 231699"/>
                <a:gd name="csY199" fmla="*/ 57328 h 182970"/>
                <a:gd name="csX200" fmla="*/ 46817 w 231699"/>
                <a:gd name="csY200" fmla="*/ 58283 h 182970"/>
                <a:gd name="csX201" fmla="*/ 47773 w 231699"/>
                <a:gd name="csY201" fmla="*/ 59239 h 182970"/>
                <a:gd name="csX202" fmla="*/ 49206 w 231699"/>
                <a:gd name="csY202" fmla="*/ 59716 h 182970"/>
                <a:gd name="csX203" fmla="*/ 50639 w 231699"/>
                <a:gd name="csY203" fmla="*/ 59716 h 182970"/>
                <a:gd name="csX204" fmla="*/ 53506 w 231699"/>
                <a:gd name="csY204" fmla="*/ 58283 h 182970"/>
                <a:gd name="csX205" fmla="*/ 54461 w 231699"/>
                <a:gd name="csY205" fmla="*/ 57805 h 182970"/>
                <a:gd name="csX206" fmla="*/ 55894 w 231699"/>
                <a:gd name="csY206" fmla="*/ 57328 h 182970"/>
                <a:gd name="csX207" fmla="*/ 57328 w 231699"/>
                <a:gd name="csY207" fmla="*/ 56850 h 182970"/>
                <a:gd name="csX208" fmla="*/ 61627 w 231699"/>
                <a:gd name="csY208" fmla="*/ 56372 h 182970"/>
                <a:gd name="csX209" fmla="*/ 63538 w 231699"/>
                <a:gd name="csY209" fmla="*/ 55894 h 182970"/>
                <a:gd name="csX210" fmla="*/ 64971 w 231699"/>
                <a:gd name="csY210" fmla="*/ 55417 h 182970"/>
                <a:gd name="csX211" fmla="*/ 65449 w 231699"/>
                <a:gd name="csY211" fmla="*/ 55417 h 182970"/>
                <a:gd name="csX212" fmla="*/ 66405 w 231699"/>
                <a:gd name="csY212" fmla="*/ 55894 h 182970"/>
                <a:gd name="csX213" fmla="*/ 65927 w 231699"/>
                <a:gd name="csY213" fmla="*/ 57805 h 182970"/>
                <a:gd name="csX214" fmla="*/ 65449 w 231699"/>
                <a:gd name="csY214" fmla="*/ 59239 h 182970"/>
                <a:gd name="csX215" fmla="*/ 66405 w 231699"/>
                <a:gd name="csY215" fmla="*/ 61627 h 182970"/>
                <a:gd name="csX216" fmla="*/ 66882 w 231699"/>
                <a:gd name="csY216" fmla="*/ 63060 h 182970"/>
                <a:gd name="csX217" fmla="*/ 68315 w 231699"/>
                <a:gd name="csY217" fmla="*/ 64016 h 182970"/>
                <a:gd name="csX218" fmla="*/ 69271 w 231699"/>
                <a:gd name="csY218" fmla="*/ 64493 h 182970"/>
                <a:gd name="csX219" fmla="*/ 70226 w 231699"/>
                <a:gd name="csY219" fmla="*/ 65449 h 182970"/>
                <a:gd name="csX220" fmla="*/ 72137 w 231699"/>
                <a:gd name="csY220" fmla="*/ 65449 h 182970"/>
                <a:gd name="csX221" fmla="*/ 76915 w 231699"/>
                <a:gd name="csY221" fmla="*/ 66882 h 182970"/>
                <a:gd name="csX222" fmla="*/ 78348 w 231699"/>
                <a:gd name="csY222" fmla="*/ 67360 h 182970"/>
                <a:gd name="csX223" fmla="*/ 80258 w 231699"/>
                <a:gd name="csY223" fmla="*/ 67838 h 182970"/>
                <a:gd name="csX224" fmla="*/ 81692 w 231699"/>
                <a:gd name="csY224" fmla="*/ 68315 h 182970"/>
                <a:gd name="csX225" fmla="*/ 86469 w 231699"/>
                <a:gd name="csY225" fmla="*/ 68793 h 182970"/>
                <a:gd name="csX226" fmla="*/ 88380 w 231699"/>
                <a:gd name="csY226" fmla="*/ 69271 h 182970"/>
                <a:gd name="csX227" fmla="*/ 91724 w 231699"/>
                <a:gd name="csY227" fmla="*/ 69748 h 182970"/>
                <a:gd name="csX228" fmla="*/ 94113 w 231699"/>
                <a:gd name="csY228" fmla="*/ 69748 h 182970"/>
                <a:gd name="csX229" fmla="*/ 96024 w 231699"/>
                <a:gd name="csY229" fmla="*/ 69271 h 182970"/>
                <a:gd name="csX230" fmla="*/ 97457 w 231699"/>
                <a:gd name="csY230" fmla="*/ 68793 h 182970"/>
                <a:gd name="csX231" fmla="*/ 98412 w 231699"/>
                <a:gd name="csY231" fmla="*/ 68793 h 182970"/>
                <a:gd name="csX232" fmla="*/ 98412 w 231699"/>
                <a:gd name="csY232" fmla="*/ 68315 h 182970"/>
                <a:gd name="csX233" fmla="*/ 99368 w 231699"/>
                <a:gd name="csY233" fmla="*/ 66882 h 182970"/>
                <a:gd name="csX234" fmla="*/ 100323 w 231699"/>
                <a:gd name="csY234" fmla="*/ 64016 h 182970"/>
                <a:gd name="csX235" fmla="*/ 100323 w 231699"/>
                <a:gd name="csY235" fmla="*/ 63060 h 182970"/>
                <a:gd name="csX236" fmla="*/ 101279 w 231699"/>
                <a:gd name="csY236" fmla="*/ 62582 h 182970"/>
                <a:gd name="csX237" fmla="*/ 102712 w 231699"/>
                <a:gd name="csY237" fmla="*/ 62105 h 182970"/>
                <a:gd name="csX238" fmla="*/ 103667 w 231699"/>
                <a:gd name="csY238" fmla="*/ 62582 h 182970"/>
                <a:gd name="csX239" fmla="*/ 104145 w 231699"/>
                <a:gd name="csY239" fmla="*/ 65927 h 182970"/>
                <a:gd name="csX240" fmla="*/ 107967 w 231699"/>
                <a:gd name="csY240" fmla="*/ 68793 h 182970"/>
                <a:gd name="csX241" fmla="*/ 109400 w 231699"/>
                <a:gd name="csY241" fmla="*/ 71659 h 182970"/>
                <a:gd name="csX242" fmla="*/ 110356 w 231699"/>
                <a:gd name="csY242" fmla="*/ 73570 h 182970"/>
                <a:gd name="csX243" fmla="*/ 110833 w 231699"/>
                <a:gd name="csY243" fmla="*/ 74048 h 182970"/>
                <a:gd name="csX244" fmla="*/ 112267 w 231699"/>
                <a:gd name="csY244" fmla="*/ 75004 h 182970"/>
                <a:gd name="csX245" fmla="*/ 114655 w 231699"/>
                <a:gd name="csY245" fmla="*/ 75481 h 182970"/>
                <a:gd name="csX246" fmla="*/ 116566 w 231699"/>
                <a:gd name="csY246" fmla="*/ 75481 h 182970"/>
                <a:gd name="csX247" fmla="*/ 120865 w 231699"/>
                <a:gd name="csY247" fmla="*/ 76914 h 182970"/>
                <a:gd name="csX248" fmla="*/ 124210 w 231699"/>
                <a:gd name="csY248" fmla="*/ 77870 h 182970"/>
                <a:gd name="csX249" fmla="*/ 126599 w 231699"/>
                <a:gd name="csY249" fmla="*/ 78825 h 182970"/>
                <a:gd name="csX250" fmla="*/ 127554 w 231699"/>
                <a:gd name="csY250" fmla="*/ 79781 h 182970"/>
                <a:gd name="csX251" fmla="*/ 128509 w 231699"/>
                <a:gd name="csY251" fmla="*/ 80736 h 182970"/>
                <a:gd name="csX252" fmla="*/ 128987 w 231699"/>
                <a:gd name="csY252" fmla="*/ 81692 h 182970"/>
                <a:gd name="csX253" fmla="*/ 129465 w 231699"/>
                <a:gd name="csY253" fmla="*/ 83125 h 182970"/>
                <a:gd name="csX254" fmla="*/ 129465 w 231699"/>
                <a:gd name="csY254" fmla="*/ 83603 h 182970"/>
                <a:gd name="csX255" fmla="*/ 130420 w 231699"/>
                <a:gd name="csY255" fmla="*/ 85514 h 182970"/>
                <a:gd name="csX256" fmla="*/ 130420 w 231699"/>
                <a:gd name="csY256" fmla="*/ 85514 h 182970"/>
                <a:gd name="csX257" fmla="*/ 131854 w 231699"/>
                <a:gd name="csY257" fmla="*/ 85991 h 182970"/>
                <a:gd name="csX258" fmla="*/ 132809 w 231699"/>
                <a:gd name="csY258" fmla="*/ 85991 h 182970"/>
                <a:gd name="csX259" fmla="*/ 133765 w 231699"/>
                <a:gd name="csY259" fmla="*/ 86947 h 182970"/>
                <a:gd name="csX260" fmla="*/ 134720 w 231699"/>
                <a:gd name="csY260" fmla="*/ 88380 h 182970"/>
                <a:gd name="csX261" fmla="*/ 136631 w 231699"/>
                <a:gd name="csY261" fmla="*/ 90769 h 182970"/>
                <a:gd name="csX262" fmla="*/ 137586 w 231699"/>
                <a:gd name="csY262" fmla="*/ 92680 h 182970"/>
                <a:gd name="csX263" fmla="*/ 138064 w 231699"/>
                <a:gd name="csY263" fmla="*/ 94113 h 182970"/>
                <a:gd name="csX264" fmla="*/ 139497 w 231699"/>
                <a:gd name="csY264" fmla="*/ 95546 h 182970"/>
                <a:gd name="csX265" fmla="*/ 141408 w 231699"/>
                <a:gd name="csY265" fmla="*/ 96024 h 182970"/>
                <a:gd name="csX266" fmla="*/ 143319 w 231699"/>
                <a:gd name="csY266" fmla="*/ 96024 h 182970"/>
                <a:gd name="csX267" fmla="*/ 144274 w 231699"/>
                <a:gd name="csY267" fmla="*/ 95546 h 182970"/>
                <a:gd name="csX268" fmla="*/ 146663 w 231699"/>
                <a:gd name="csY268" fmla="*/ 94590 h 182970"/>
                <a:gd name="csX269" fmla="*/ 149052 w 231699"/>
                <a:gd name="csY269" fmla="*/ 93635 h 182970"/>
                <a:gd name="csX270" fmla="*/ 150007 w 231699"/>
                <a:gd name="csY270" fmla="*/ 93157 h 182970"/>
                <a:gd name="csX271" fmla="*/ 150963 w 231699"/>
                <a:gd name="csY271" fmla="*/ 93635 h 182970"/>
                <a:gd name="csX272" fmla="*/ 151918 w 231699"/>
                <a:gd name="csY272" fmla="*/ 94113 h 182970"/>
                <a:gd name="csX273" fmla="*/ 151918 w 231699"/>
                <a:gd name="csY273" fmla="*/ 95546 h 182970"/>
                <a:gd name="csX274" fmla="*/ 152396 w 231699"/>
                <a:gd name="csY274" fmla="*/ 96024 h 182970"/>
                <a:gd name="csX275" fmla="*/ 153829 w 231699"/>
                <a:gd name="csY275" fmla="*/ 96979 h 182970"/>
                <a:gd name="csX276" fmla="*/ 154784 w 231699"/>
                <a:gd name="csY276" fmla="*/ 96501 h 182970"/>
                <a:gd name="csX277" fmla="*/ 154784 w 231699"/>
                <a:gd name="csY277" fmla="*/ 96024 h 182970"/>
                <a:gd name="csX278" fmla="*/ 155262 w 231699"/>
                <a:gd name="csY278" fmla="*/ 95546 h 182970"/>
                <a:gd name="csX279" fmla="*/ 155262 w 231699"/>
                <a:gd name="csY279" fmla="*/ 91724 h 182970"/>
                <a:gd name="csX280" fmla="*/ 155262 w 231699"/>
                <a:gd name="csY280" fmla="*/ 88380 h 182970"/>
                <a:gd name="csX281" fmla="*/ 155262 w 231699"/>
                <a:gd name="csY281" fmla="*/ 85514 h 182970"/>
                <a:gd name="csX282" fmla="*/ 155262 w 231699"/>
                <a:gd name="csY282" fmla="*/ 81692 h 182970"/>
                <a:gd name="csX283" fmla="*/ 154784 w 231699"/>
                <a:gd name="csY283" fmla="*/ 78348 h 182970"/>
                <a:gd name="csX284" fmla="*/ 154784 w 231699"/>
                <a:gd name="csY284" fmla="*/ 75481 h 182970"/>
                <a:gd name="csX285" fmla="*/ 154784 w 231699"/>
                <a:gd name="csY285" fmla="*/ 73093 h 182970"/>
                <a:gd name="csX286" fmla="*/ 154307 w 231699"/>
                <a:gd name="csY286" fmla="*/ 73093 h 182970"/>
                <a:gd name="csX287" fmla="*/ 152874 w 231699"/>
                <a:gd name="csY287" fmla="*/ 73570 h 182970"/>
                <a:gd name="csX288" fmla="*/ 150485 w 231699"/>
                <a:gd name="csY288" fmla="*/ 73570 h 182970"/>
                <a:gd name="csX289" fmla="*/ 149529 w 231699"/>
                <a:gd name="csY289" fmla="*/ 74048 h 182970"/>
                <a:gd name="csX290" fmla="*/ 149052 w 231699"/>
                <a:gd name="csY290" fmla="*/ 75004 h 182970"/>
                <a:gd name="csX291" fmla="*/ 149052 w 231699"/>
                <a:gd name="csY291" fmla="*/ 75959 h 182970"/>
                <a:gd name="csX292" fmla="*/ 149052 w 231699"/>
                <a:gd name="csY292" fmla="*/ 77392 h 182970"/>
                <a:gd name="csX293" fmla="*/ 149052 w 231699"/>
                <a:gd name="csY293" fmla="*/ 77870 h 182970"/>
                <a:gd name="csX294" fmla="*/ 147618 w 231699"/>
                <a:gd name="csY294" fmla="*/ 77870 h 182970"/>
                <a:gd name="csX295" fmla="*/ 146185 w 231699"/>
                <a:gd name="csY295" fmla="*/ 77392 h 182970"/>
                <a:gd name="csX296" fmla="*/ 142841 w 231699"/>
                <a:gd name="csY296" fmla="*/ 76914 h 182970"/>
                <a:gd name="csX297" fmla="*/ 140452 w 231699"/>
                <a:gd name="csY297" fmla="*/ 76437 h 182970"/>
                <a:gd name="csX298" fmla="*/ 138542 w 231699"/>
                <a:gd name="csY298" fmla="*/ 75004 h 182970"/>
                <a:gd name="csX299" fmla="*/ 136153 w 231699"/>
                <a:gd name="csY299" fmla="*/ 72137 h 182970"/>
                <a:gd name="csX300" fmla="*/ 134720 w 231699"/>
                <a:gd name="csY300" fmla="*/ 71182 h 182970"/>
                <a:gd name="csX301" fmla="*/ 130898 w 231699"/>
                <a:gd name="csY301" fmla="*/ 68315 h 182970"/>
                <a:gd name="csX302" fmla="*/ 129942 w 231699"/>
                <a:gd name="csY302" fmla="*/ 67838 h 182970"/>
                <a:gd name="csX303" fmla="*/ 128987 w 231699"/>
                <a:gd name="csY303" fmla="*/ 66405 h 182970"/>
                <a:gd name="csX304" fmla="*/ 128031 w 231699"/>
                <a:gd name="csY304" fmla="*/ 64493 h 182970"/>
                <a:gd name="csX305" fmla="*/ 127554 w 231699"/>
                <a:gd name="csY305" fmla="*/ 63060 h 182970"/>
                <a:gd name="csX306" fmla="*/ 127076 w 231699"/>
                <a:gd name="csY306" fmla="*/ 62105 h 182970"/>
                <a:gd name="csX307" fmla="*/ 126599 w 231699"/>
                <a:gd name="csY307" fmla="*/ 60672 h 182970"/>
                <a:gd name="csX308" fmla="*/ 127554 w 231699"/>
                <a:gd name="csY308" fmla="*/ 58283 h 182970"/>
                <a:gd name="csX309" fmla="*/ 128987 w 231699"/>
                <a:gd name="csY309" fmla="*/ 53506 h 182970"/>
                <a:gd name="csX310" fmla="*/ 129942 w 231699"/>
                <a:gd name="csY310" fmla="*/ 50162 h 182970"/>
                <a:gd name="csX311" fmla="*/ 130420 w 231699"/>
                <a:gd name="csY311" fmla="*/ 47773 h 182970"/>
                <a:gd name="csX312" fmla="*/ 132331 w 231699"/>
                <a:gd name="csY312" fmla="*/ 45384 h 182970"/>
                <a:gd name="csX313" fmla="*/ 132331 w 231699"/>
                <a:gd name="csY313" fmla="*/ 43473 h 182970"/>
                <a:gd name="csX314" fmla="*/ 131376 w 231699"/>
                <a:gd name="csY314" fmla="*/ 40607 h 182970"/>
                <a:gd name="csX315" fmla="*/ 131854 w 231699"/>
                <a:gd name="csY315" fmla="*/ 39174 h 182970"/>
                <a:gd name="csX316" fmla="*/ 131854 w 231699"/>
                <a:gd name="csY316" fmla="*/ 34874 h 182970"/>
                <a:gd name="csX317" fmla="*/ 131854 w 231699"/>
                <a:gd name="csY317" fmla="*/ 31530 h 182970"/>
                <a:gd name="csX318" fmla="*/ 131854 w 231699"/>
                <a:gd name="csY318" fmla="*/ 30097 h 182970"/>
                <a:gd name="csX319" fmla="*/ 131376 w 231699"/>
                <a:gd name="csY319" fmla="*/ 27231 h 182970"/>
                <a:gd name="csX320" fmla="*/ 129942 w 231699"/>
                <a:gd name="csY320" fmla="*/ 24364 h 182970"/>
                <a:gd name="csX321" fmla="*/ 127554 w 231699"/>
                <a:gd name="csY321" fmla="*/ 20065 h 182970"/>
                <a:gd name="csX322" fmla="*/ 127554 w 231699"/>
                <a:gd name="csY322" fmla="*/ 19109 h 182970"/>
                <a:gd name="csX323" fmla="*/ 128987 w 231699"/>
                <a:gd name="csY323" fmla="*/ 18154 h 182970"/>
                <a:gd name="csX324" fmla="*/ 131854 w 231699"/>
                <a:gd name="csY324" fmla="*/ 16243 h 182970"/>
                <a:gd name="csX325" fmla="*/ 132809 w 231699"/>
                <a:gd name="csY325" fmla="*/ 15287 h 182970"/>
                <a:gd name="csX326" fmla="*/ 134720 w 231699"/>
                <a:gd name="csY326" fmla="*/ 13854 h 182970"/>
                <a:gd name="csX327" fmla="*/ 135197 w 231699"/>
                <a:gd name="csY327" fmla="*/ 12899 h 182970"/>
                <a:gd name="csX328" fmla="*/ 136631 w 231699"/>
                <a:gd name="csY328" fmla="*/ 10988 h 182970"/>
                <a:gd name="csX329" fmla="*/ 137586 w 231699"/>
                <a:gd name="csY329" fmla="*/ 9555 h 182970"/>
                <a:gd name="csX330" fmla="*/ 138064 w 231699"/>
                <a:gd name="csY330" fmla="*/ 7166 h 182970"/>
                <a:gd name="csX331" fmla="*/ 137108 w 231699"/>
                <a:gd name="csY331" fmla="*/ 5255 h 182970"/>
                <a:gd name="csX332" fmla="*/ 138542 w 231699"/>
                <a:gd name="csY332" fmla="*/ 5255 h 182970"/>
                <a:gd name="csX333" fmla="*/ 143319 w 231699"/>
                <a:gd name="csY333" fmla="*/ 4300 h 182970"/>
                <a:gd name="csX334" fmla="*/ 149052 w 231699"/>
                <a:gd name="csY334" fmla="*/ 3822 h 182970"/>
                <a:gd name="csX335" fmla="*/ 154307 w 231699"/>
                <a:gd name="csY335" fmla="*/ 2866 h 182970"/>
                <a:gd name="csX336" fmla="*/ 160040 w 231699"/>
                <a:gd name="csY336" fmla="*/ 1911 h 182970"/>
                <a:gd name="csX337" fmla="*/ 165772 w 231699"/>
                <a:gd name="csY337" fmla="*/ 1433 h 182970"/>
                <a:gd name="csX338" fmla="*/ 170549 w 231699"/>
                <a:gd name="csY338" fmla="*/ 478 h 182970"/>
                <a:gd name="csX339" fmla="*/ 173893 w 231699"/>
                <a:gd name="csY339" fmla="*/ 0 h 182970"/>
                <a:gd name="csX340" fmla="*/ 174372 w 231699"/>
                <a:gd name="csY340" fmla="*/ 1433 h 182970"/>
                <a:gd name="csX341" fmla="*/ 175804 w 231699"/>
                <a:gd name="csY341" fmla="*/ 3822 h 182970"/>
                <a:gd name="csX342" fmla="*/ 176760 w 231699"/>
                <a:gd name="csY342" fmla="*/ 5255 h 182970"/>
                <a:gd name="csX343" fmla="*/ 176760 w 231699"/>
                <a:gd name="csY343" fmla="*/ 5255 h 182970"/>
                <a:gd name="csX344" fmla="*/ 178193 w 231699"/>
                <a:gd name="csY344" fmla="*/ 6688 h 182970"/>
                <a:gd name="csX345" fmla="*/ 179626 w 231699"/>
                <a:gd name="csY345" fmla="*/ 7644 h 182970"/>
                <a:gd name="csX346" fmla="*/ 180104 w 231699"/>
                <a:gd name="csY346" fmla="*/ 7644 h 182970"/>
                <a:gd name="csX347" fmla="*/ 180582 w 231699"/>
                <a:gd name="csY347" fmla="*/ 7644 h 182970"/>
                <a:gd name="csX348" fmla="*/ 185837 w 231699"/>
                <a:gd name="csY348" fmla="*/ 7644 h 182970"/>
                <a:gd name="csX349" fmla="*/ 187748 w 231699"/>
                <a:gd name="csY349" fmla="*/ 8599 h 182970"/>
                <a:gd name="csX350" fmla="*/ 189659 w 231699"/>
                <a:gd name="csY350" fmla="*/ 9555 h 182970"/>
                <a:gd name="csX351" fmla="*/ 189659 w 231699"/>
                <a:gd name="csY351" fmla="*/ 10032 h 182970"/>
                <a:gd name="csX352" fmla="*/ 190136 w 231699"/>
                <a:gd name="csY352" fmla="*/ 11466 h 182970"/>
                <a:gd name="csX353" fmla="*/ 190136 w 231699"/>
                <a:gd name="csY353" fmla="*/ 11466 h 182970"/>
                <a:gd name="csX354" fmla="*/ 191092 w 231699"/>
                <a:gd name="csY354" fmla="*/ 12421 h 182970"/>
                <a:gd name="csX355" fmla="*/ 192525 w 231699"/>
                <a:gd name="csY355" fmla="*/ 13376 h 182970"/>
                <a:gd name="csX356" fmla="*/ 193003 w 231699"/>
                <a:gd name="csY356" fmla="*/ 13376 h 182970"/>
                <a:gd name="csX357" fmla="*/ 193481 w 231699"/>
                <a:gd name="csY357" fmla="*/ 12899 h 182970"/>
                <a:gd name="csX358" fmla="*/ 195391 w 231699"/>
                <a:gd name="csY358" fmla="*/ 12899 h 182970"/>
                <a:gd name="csX359" fmla="*/ 196347 w 231699"/>
                <a:gd name="csY359" fmla="*/ 13376 h 182970"/>
                <a:gd name="csX360" fmla="*/ 197302 w 231699"/>
                <a:gd name="csY360" fmla="*/ 13854 h 182970"/>
                <a:gd name="csX361" fmla="*/ 197302 w 231699"/>
                <a:gd name="csY361" fmla="*/ 15287 h 182970"/>
                <a:gd name="csX362" fmla="*/ 197780 w 231699"/>
                <a:gd name="csY362" fmla="*/ 15765 h 182970"/>
                <a:gd name="csX363" fmla="*/ 199213 w 231699"/>
                <a:gd name="csY363" fmla="*/ 16243 h 182970"/>
                <a:gd name="csX364" fmla="*/ 201124 w 231699"/>
                <a:gd name="csY364" fmla="*/ 16243 h 182970"/>
                <a:gd name="csX365" fmla="*/ 203035 w 231699"/>
                <a:gd name="csY365" fmla="*/ 17198 h 182970"/>
                <a:gd name="csX366" fmla="*/ 204946 w 231699"/>
                <a:gd name="csY366" fmla="*/ 17198 h 182970"/>
                <a:gd name="csX367" fmla="*/ 207334 w 231699"/>
                <a:gd name="csY367" fmla="*/ 17676 h 182970"/>
                <a:gd name="csX368" fmla="*/ 208290 w 231699"/>
                <a:gd name="csY368" fmla="*/ 18632 h 182970"/>
                <a:gd name="csX369" fmla="*/ 210679 w 231699"/>
                <a:gd name="csY369" fmla="*/ 20065 h 182970"/>
                <a:gd name="csX370" fmla="*/ 214023 w 231699"/>
                <a:gd name="csY370" fmla="*/ 21020 h 182970"/>
                <a:gd name="csX371" fmla="*/ 215934 w 231699"/>
                <a:gd name="csY371" fmla="*/ 21975 h 182970"/>
                <a:gd name="csX372" fmla="*/ 216889 w 231699"/>
                <a:gd name="csY372" fmla="*/ 22453 h 182970"/>
                <a:gd name="csX373" fmla="*/ 216889 w 231699"/>
                <a:gd name="csY373" fmla="*/ 22931 h 182970"/>
                <a:gd name="csX374" fmla="*/ 217845 w 231699"/>
                <a:gd name="csY374" fmla="*/ 23886 h 182970"/>
                <a:gd name="csX375" fmla="*/ 218322 w 231699"/>
                <a:gd name="csY375" fmla="*/ 24364 h 182970"/>
                <a:gd name="csX376" fmla="*/ 218322 w 231699"/>
                <a:gd name="csY376" fmla="*/ 25320 h 182970"/>
                <a:gd name="csX377" fmla="*/ 218322 w 231699"/>
                <a:gd name="csY377" fmla="*/ 26275 h 182970"/>
                <a:gd name="csX378" fmla="*/ 219278 w 231699"/>
                <a:gd name="csY378" fmla="*/ 26275 h 182970"/>
                <a:gd name="csX379" fmla="*/ 220233 w 231699"/>
                <a:gd name="csY379" fmla="*/ 26753 h 182970"/>
                <a:gd name="csX380" fmla="*/ 220711 w 231699"/>
                <a:gd name="csY380" fmla="*/ 25798 h 182970"/>
                <a:gd name="csX381" fmla="*/ 221666 w 231699"/>
                <a:gd name="csY381" fmla="*/ 25798 h 182970"/>
                <a:gd name="csX382" fmla="*/ 222622 w 231699"/>
                <a:gd name="csY382" fmla="*/ 26275 h 182970"/>
                <a:gd name="csX383" fmla="*/ 222622 w 231699"/>
                <a:gd name="csY383" fmla="*/ 27231 h 182970"/>
                <a:gd name="csX384" fmla="*/ 223577 w 231699"/>
                <a:gd name="csY384" fmla="*/ 28664 h 182970"/>
                <a:gd name="csX385" fmla="*/ 223577 w 231699"/>
                <a:gd name="csY385" fmla="*/ 28664 h 182970"/>
                <a:gd name="csX386" fmla="*/ 224533 w 231699"/>
                <a:gd name="csY386" fmla="*/ 29619 h 182970"/>
                <a:gd name="csX387" fmla="*/ 225488 w 231699"/>
                <a:gd name="csY387" fmla="*/ 30575 h 182970"/>
                <a:gd name="csX388" fmla="*/ 225488 w 231699"/>
                <a:gd name="csY388" fmla="*/ 32486 h 182970"/>
                <a:gd name="csX389" fmla="*/ 224533 w 231699"/>
                <a:gd name="csY389" fmla="*/ 33919 h 182970"/>
                <a:gd name="csX390" fmla="*/ 226444 w 231699"/>
                <a:gd name="csY390" fmla="*/ 35352 h 182970"/>
                <a:gd name="csX391" fmla="*/ 228355 w 231699"/>
                <a:gd name="csY391" fmla="*/ 36785 h 182970"/>
                <a:gd name="csX392" fmla="*/ 229310 w 231699"/>
                <a:gd name="csY392" fmla="*/ 37741 h 182970"/>
                <a:gd name="csX393" fmla="*/ 229310 w 231699"/>
                <a:gd name="csY393" fmla="*/ 39651 h 182970"/>
                <a:gd name="csX394" fmla="*/ 229310 w 231699"/>
                <a:gd name="csY394" fmla="*/ 40607 h 182970"/>
                <a:gd name="csX395" fmla="*/ 231221 w 231699"/>
                <a:gd name="csY395" fmla="*/ 42040 h 182970"/>
                <a:gd name="csX396" fmla="*/ 231699 w 231699"/>
                <a:gd name="csY396" fmla="*/ 43473 h 182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</a:cxnLst>
              <a:rect l="l" t="t" r="r" b="b"/>
              <a:pathLst>
                <a:path w="231699" h="182970">
                  <a:moveTo>
                    <a:pt x="231699" y="43473"/>
                  </a:moveTo>
                  <a:lnTo>
                    <a:pt x="231699" y="43951"/>
                  </a:lnTo>
                  <a:lnTo>
                    <a:pt x="227877" y="47773"/>
                  </a:lnTo>
                  <a:lnTo>
                    <a:pt x="226444" y="47773"/>
                  </a:lnTo>
                  <a:lnTo>
                    <a:pt x="225488" y="48251"/>
                  </a:lnTo>
                  <a:lnTo>
                    <a:pt x="224533" y="48728"/>
                  </a:lnTo>
                  <a:lnTo>
                    <a:pt x="224533" y="48728"/>
                  </a:lnTo>
                  <a:lnTo>
                    <a:pt x="223577" y="49684"/>
                  </a:lnTo>
                  <a:lnTo>
                    <a:pt x="224055" y="50162"/>
                  </a:lnTo>
                  <a:lnTo>
                    <a:pt x="224055" y="50162"/>
                  </a:lnTo>
                  <a:lnTo>
                    <a:pt x="224533" y="51117"/>
                  </a:lnTo>
                  <a:lnTo>
                    <a:pt x="225488" y="53028"/>
                  </a:lnTo>
                  <a:lnTo>
                    <a:pt x="225966" y="54461"/>
                  </a:lnTo>
                  <a:lnTo>
                    <a:pt x="225488" y="56372"/>
                  </a:lnTo>
                  <a:lnTo>
                    <a:pt x="224055" y="58761"/>
                  </a:lnTo>
                  <a:lnTo>
                    <a:pt x="223100" y="59239"/>
                  </a:lnTo>
                  <a:lnTo>
                    <a:pt x="223100" y="61627"/>
                  </a:lnTo>
                  <a:lnTo>
                    <a:pt x="223577" y="62105"/>
                  </a:lnTo>
                  <a:lnTo>
                    <a:pt x="224533" y="63060"/>
                  </a:lnTo>
                  <a:lnTo>
                    <a:pt x="224533" y="63060"/>
                  </a:lnTo>
                  <a:lnTo>
                    <a:pt x="224533" y="64493"/>
                  </a:lnTo>
                  <a:lnTo>
                    <a:pt x="224533" y="66405"/>
                  </a:lnTo>
                  <a:lnTo>
                    <a:pt x="224533" y="66405"/>
                  </a:lnTo>
                  <a:lnTo>
                    <a:pt x="224533" y="67838"/>
                  </a:lnTo>
                  <a:lnTo>
                    <a:pt x="223577" y="72137"/>
                  </a:lnTo>
                  <a:lnTo>
                    <a:pt x="225488" y="75481"/>
                  </a:lnTo>
                  <a:lnTo>
                    <a:pt x="225488" y="75959"/>
                  </a:lnTo>
                  <a:lnTo>
                    <a:pt x="225966" y="75959"/>
                  </a:lnTo>
                  <a:lnTo>
                    <a:pt x="228355" y="75959"/>
                  </a:lnTo>
                  <a:lnTo>
                    <a:pt x="228355" y="76437"/>
                  </a:lnTo>
                  <a:lnTo>
                    <a:pt x="228832" y="76437"/>
                  </a:lnTo>
                  <a:lnTo>
                    <a:pt x="228355" y="77392"/>
                  </a:lnTo>
                  <a:lnTo>
                    <a:pt x="226922" y="78348"/>
                  </a:lnTo>
                  <a:lnTo>
                    <a:pt x="226444" y="79303"/>
                  </a:lnTo>
                  <a:lnTo>
                    <a:pt x="223577" y="80258"/>
                  </a:lnTo>
                  <a:lnTo>
                    <a:pt x="218800" y="81692"/>
                  </a:lnTo>
                  <a:lnTo>
                    <a:pt x="218800" y="81692"/>
                  </a:lnTo>
                  <a:lnTo>
                    <a:pt x="217845" y="83125"/>
                  </a:lnTo>
                  <a:lnTo>
                    <a:pt x="217367" y="85036"/>
                  </a:lnTo>
                  <a:lnTo>
                    <a:pt x="217845" y="85991"/>
                  </a:lnTo>
                  <a:lnTo>
                    <a:pt x="218800" y="86469"/>
                  </a:lnTo>
                  <a:lnTo>
                    <a:pt x="218322" y="88380"/>
                  </a:lnTo>
                  <a:lnTo>
                    <a:pt x="217845" y="90291"/>
                  </a:lnTo>
                  <a:lnTo>
                    <a:pt x="218322" y="91724"/>
                  </a:lnTo>
                  <a:lnTo>
                    <a:pt x="217845" y="92680"/>
                  </a:lnTo>
                  <a:lnTo>
                    <a:pt x="217367" y="93157"/>
                  </a:lnTo>
                  <a:lnTo>
                    <a:pt x="216411" y="95068"/>
                  </a:lnTo>
                  <a:lnTo>
                    <a:pt x="215456" y="96979"/>
                  </a:lnTo>
                  <a:lnTo>
                    <a:pt x="214979" y="97935"/>
                  </a:lnTo>
                  <a:lnTo>
                    <a:pt x="214023" y="98890"/>
                  </a:lnTo>
                  <a:lnTo>
                    <a:pt x="212112" y="99368"/>
                  </a:lnTo>
                  <a:lnTo>
                    <a:pt x="212112" y="99846"/>
                  </a:lnTo>
                  <a:lnTo>
                    <a:pt x="214023" y="100801"/>
                  </a:lnTo>
                  <a:lnTo>
                    <a:pt x="214500" y="101279"/>
                  </a:lnTo>
                  <a:lnTo>
                    <a:pt x="214979" y="101756"/>
                  </a:lnTo>
                  <a:lnTo>
                    <a:pt x="214500" y="102234"/>
                  </a:lnTo>
                  <a:lnTo>
                    <a:pt x="214023" y="102712"/>
                  </a:lnTo>
                  <a:lnTo>
                    <a:pt x="214979" y="103189"/>
                  </a:lnTo>
                  <a:lnTo>
                    <a:pt x="215934" y="103667"/>
                  </a:lnTo>
                  <a:lnTo>
                    <a:pt x="216889" y="105100"/>
                  </a:lnTo>
                  <a:lnTo>
                    <a:pt x="217845" y="106534"/>
                  </a:lnTo>
                  <a:lnTo>
                    <a:pt x="218322" y="107489"/>
                  </a:lnTo>
                  <a:lnTo>
                    <a:pt x="218322" y="107489"/>
                  </a:lnTo>
                  <a:lnTo>
                    <a:pt x="218322" y="107489"/>
                  </a:lnTo>
                  <a:lnTo>
                    <a:pt x="218800" y="107489"/>
                  </a:lnTo>
                  <a:lnTo>
                    <a:pt x="219278" y="107489"/>
                  </a:lnTo>
                  <a:lnTo>
                    <a:pt x="220711" y="106534"/>
                  </a:lnTo>
                  <a:lnTo>
                    <a:pt x="221666" y="106056"/>
                  </a:lnTo>
                  <a:lnTo>
                    <a:pt x="222622" y="107489"/>
                  </a:lnTo>
                  <a:lnTo>
                    <a:pt x="219278" y="108445"/>
                  </a:lnTo>
                  <a:lnTo>
                    <a:pt x="218322" y="108922"/>
                  </a:lnTo>
                  <a:lnTo>
                    <a:pt x="215934" y="109400"/>
                  </a:lnTo>
                  <a:lnTo>
                    <a:pt x="209723" y="111311"/>
                  </a:lnTo>
                  <a:lnTo>
                    <a:pt x="203991" y="113222"/>
                  </a:lnTo>
                  <a:lnTo>
                    <a:pt x="202557" y="113700"/>
                  </a:lnTo>
                  <a:lnTo>
                    <a:pt x="199691" y="114177"/>
                  </a:lnTo>
                  <a:lnTo>
                    <a:pt x="198258" y="114655"/>
                  </a:lnTo>
                  <a:lnTo>
                    <a:pt x="193481" y="116566"/>
                  </a:lnTo>
                  <a:lnTo>
                    <a:pt x="193481" y="116566"/>
                  </a:lnTo>
                  <a:lnTo>
                    <a:pt x="191092" y="117044"/>
                  </a:lnTo>
                  <a:lnTo>
                    <a:pt x="189659" y="117999"/>
                  </a:lnTo>
                  <a:lnTo>
                    <a:pt x="185359" y="118955"/>
                  </a:lnTo>
                  <a:lnTo>
                    <a:pt x="181537" y="119910"/>
                  </a:lnTo>
                  <a:lnTo>
                    <a:pt x="178193" y="120865"/>
                  </a:lnTo>
                  <a:lnTo>
                    <a:pt x="177238" y="121343"/>
                  </a:lnTo>
                  <a:lnTo>
                    <a:pt x="172461" y="122299"/>
                  </a:lnTo>
                  <a:lnTo>
                    <a:pt x="169594" y="123254"/>
                  </a:lnTo>
                  <a:lnTo>
                    <a:pt x="169594" y="123254"/>
                  </a:lnTo>
                  <a:lnTo>
                    <a:pt x="168161" y="124210"/>
                  </a:lnTo>
                  <a:lnTo>
                    <a:pt x="163861" y="125643"/>
                  </a:lnTo>
                  <a:lnTo>
                    <a:pt x="163861" y="125643"/>
                  </a:lnTo>
                  <a:lnTo>
                    <a:pt x="163384" y="125643"/>
                  </a:lnTo>
                  <a:lnTo>
                    <a:pt x="163384" y="126121"/>
                  </a:lnTo>
                  <a:lnTo>
                    <a:pt x="163384" y="127076"/>
                  </a:lnTo>
                  <a:lnTo>
                    <a:pt x="163861" y="129465"/>
                  </a:lnTo>
                  <a:lnTo>
                    <a:pt x="165295" y="131376"/>
                  </a:lnTo>
                  <a:lnTo>
                    <a:pt x="166250" y="132331"/>
                  </a:lnTo>
                  <a:lnTo>
                    <a:pt x="166727" y="135197"/>
                  </a:lnTo>
                  <a:lnTo>
                    <a:pt x="166727" y="138064"/>
                  </a:lnTo>
                  <a:lnTo>
                    <a:pt x="163861" y="138064"/>
                  </a:lnTo>
                  <a:lnTo>
                    <a:pt x="159084" y="138064"/>
                  </a:lnTo>
                  <a:lnTo>
                    <a:pt x="153829" y="138064"/>
                  </a:lnTo>
                  <a:lnTo>
                    <a:pt x="149052" y="139019"/>
                  </a:lnTo>
                  <a:lnTo>
                    <a:pt x="144752" y="140453"/>
                  </a:lnTo>
                  <a:lnTo>
                    <a:pt x="140452" y="142841"/>
                  </a:lnTo>
                  <a:lnTo>
                    <a:pt x="138542" y="143796"/>
                  </a:lnTo>
                  <a:lnTo>
                    <a:pt x="137586" y="144274"/>
                  </a:lnTo>
                  <a:lnTo>
                    <a:pt x="136631" y="145230"/>
                  </a:lnTo>
                  <a:lnTo>
                    <a:pt x="136631" y="147141"/>
                  </a:lnTo>
                  <a:lnTo>
                    <a:pt x="136631" y="150485"/>
                  </a:lnTo>
                  <a:lnTo>
                    <a:pt x="136153" y="152396"/>
                  </a:lnTo>
                  <a:lnTo>
                    <a:pt x="134720" y="154784"/>
                  </a:lnTo>
                  <a:lnTo>
                    <a:pt x="127554" y="157173"/>
                  </a:lnTo>
                  <a:lnTo>
                    <a:pt x="122777" y="159084"/>
                  </a:lnTo>
                  <a:lnTo>
                    <a:pt x="117999" y="161473"/>
                  </a:lnTo>
                  <a:lnTo>
                    <a:pt x="114655" y="164339"/>
                  </a:lnTo>
                  <a:lnTo>
                    <a:pt x="112267" y="168161"/>
                  </a:lnTo>
                  <a:lnTo>
                    <a:pt x="108445" y="172938"/>
                  </a:lnTo>
                  <a:lnTo>
                    <a:pt x="104145" y="177238"/>
                  </a:lnTo>
                  <a:lnTo>
                    <a:pt x="99845" y="181537"/>
                  </a:lnTo>
                  <a:lnTo>
                    <a:pt x="95068" y="182970"/>
                  </a:lnTo>
                  <a:lnTo>
                    <a:pt x="91246" y="182970"/>
                  </a:lnTo>
                  <a:lnTo>
                    <a:pt x="86469" y="181060"/>
                  </a:lnTo>
                  <a:lnTo>
                    <a:pt x="82647" y="180582"/>
                  </a:lnTo>
                  <a:lnTo>
                    <a:pt x="79781" y="182015"/>
                  </a:lnTo>
                  <a:lnTo>
                    <a:pt x="76915" y="181537"/>
                  </a:lnTo>
                  <a:lnTo>
                    <a:pt x="74526" y="179626"/>
                  </a:lnTo>
                  <a:lnTo>
                    <a:pt x="72615" y="179149"/>
                  </a:lnTo>
                  <a:lnTo>
                    <a:pt x="71182" y="179626"/>
                  </a:lnTo>
                  <a:lnTo>
                    <a:pt x="68793" y="179626"/>
                  </a:lnTo>
                  <a:lnTo>
                    <a:pt x="64971" y="178671"/>
                  </a:lnTo>
                  <a:lnTo>
                    <a:pt x="61627" y="175327"/>
                  </a:lnTo>
                  <a:lnTo>
                    <a:pt x="60194" y="174371"/>
                  </a:lnTo>
                  <a:lnTo>
                    <a:pt x="58761" y="173894"/>
                  </a:lnTo>
                  <a:lnTo>
                    <a:pt x="54461" y="173416"/>
                  </a:lnTo>
                  <a:lnTo>
                    <a:pt x="45384" y="172460"/>
                  </a:lnTo>
                  <a:lnTo>
                    <a:pt x="44429" y="172938"/>
                  </a:lnTo>
                  <a:lnTo>
                    <a:pt x="41085" y="173416"/>
                  </a:lnTo>
                  <a:lnTo>
                    <a:pt x="36308" y="173894"/>
                  </a:lnTo>
                  <a:lnTo>
                    <a:pt x="32008" y="174849"/>
                  </a:lnTo>
                  <a:lnTo>
                    <a:pt x="27708" y="175804"/>
                  </a:lnTo>
                  <a:lnTo>
                    <a:pt x="23886" y="172460"/>
                  </a:lnTo>
                  <a:lnTo>
                    <a:pt x="19587" y="168638"/>
                  </a:lnTo>
                  <a:lnTo>
                    <a:pt x="14810" y="164817"/>
                  </a:lnTo>
                  <a:lnTo>
                    <a:pt x="11466" y="161950"/>
                  </a:lnTo>
                  <a:lnTo>
                    <a:pt x="9555" y="160039"/>
                  </a:lnTo>
                  <a:lnTo>
                    <a:pt x="6688" y="157651"/>
                  </a:lnTo>
                  <a:lnTo>
                    <a:pt x="4300" y="156218"/>
                  </a:lnTo>
                  <a:lnTo>
                    <a:pt x="3344" y="155740"/>
                  </a:lnTo>
                  <a:lnTo>
                    <a:pt x="1433" y="149529"/>
                  </a:lnTo>
                  <a:lnTo>
                    <a:pt x="0" y="143796"/>
                  </a:lnTo>
                  <a:lnTo>
                    <a:pt x="0" y="139497"/>
                  </a:lnTo>
                  <a:lnTo>
                    <a:pt x="0" y="133287"/>
                  </a:lnTo>
                  <a:lnTo>
                    <a:pt x="0" y="127554"/>
                  </a:lnTo>
                  <a:lnTo>
                    <a:pt x="0" y="121343"/>
                  </a:lnTo>
                  <a:lnTo>
                    <a:pt x="0" y="115133"/>
                  </a:lnTo>
                  <a:lnTo>
                    <a:pt x="0" y="109400"/>
                  </a:lnTo>
                  <a:lnTo>
                    <a:pt x="0" y="103189"/>
                  </a:lnTo>
                  <a:lnTo>
                    <a:pt x="0" y="97457"/>
                  </a:lnTo>
                  <a:lnTo>
                    <a:pt x="0" y="91246"/>
                  </a:lnTo>
                  <a:lnTo>
                    <a:pt x="0" y="88380"/>
                  </a:lnTo>
                  <a:lnTo>
                    <a:pt x="4777" y="88380"/>
                  </a:lnTo>
                  <a:lnTo>
                    <a:pt x="10032" y="88380"/>
                  </a:lnTo>
                  <a:lnTo>
                    <a:pt x="15287" y="88380"/>
                  </a:lnTo>
                  <a:lnTo>
                    <a:pt x="21020" y="88380"/>
                  </a:lnTo>
                  <a:lnTo>
                    <a:pt x="27231" y="88380"/>
                  </a:lnTo>
                  <a:lnTo>
                    <a:pt x="32963" y="88380"/>
                  </a:lnTo>
                  <a:lnTo>
                    <a:pt x="36785" y="88380"/>
                  </a:lnTo>
                  <a:lnTo>
                    <a:pt x="38218" y="88380"/>
                  </a:lnTo>
                  <a:lnTo>
                    <a:pt x="39174" y="88380"/>
                  </a:lnTo>
                  <a:lnTo>
                    <a:pt x="39651" y="87902"/>
                  </a:lnTo>
                  <a:lnTo>
                    <a:pt x="37741" y="85036"/>
                  </a:lnTo>
                  <a:lnTo>
                    <a:pt x="37741" y="83603"/>
                  </a:lnTo>
                  <a:lnTo>
                    <a:pt x="38218" y="81692"/>
                  </a:lnTo>
                  <a:lnTo>
                    <a:pt x="39174" y="80258"/>
                  </a:lnTo>
                  <a:lnTo>
                    <a:pt x="40129" y="77870"/>
                  </a:lnTo>
                  <a:lnTo>
                    <a:pt x="40129" y="76437"/>
                  </a:lnTo>
                  <a:lnTo>
                    <a:pt x="39174" y="72137"/>
                  </a:lnTo>
                  <a:lnTo>
                    <a:pt x="39174" y="69748"/>
                  </a:lnTo>
                  <a:lnTo>
                    <a:pt x="39651" y="67360"/>
                  </a:lnTo>
                  <a:lnTo>
                    <a:pt x="39651" y="64971"/>
                  </a:lnTo>
                  <a:lnTo>
                    <a:pt x="39651" y="63538"/>
                  </a:lnTo>
                  <a:lnTo>
                    <a:pt x="39651" y="62582"/>
                  </a:lnTo>
                  <a:lnTo>
                    <a:pt x="40607" y="61149"/>
                  </a:lnTo>
                  <a:lnTo>
                    <a:pt x="40607" y="59716"/>
                  </a:lnTo>
                  <a:lnTo>
                    <a:pt x="41085" y="59239"/>
                  </a:lnTo>
                  <a:lnTo>
                    <a:pt x="41085" y="58283"/>
                  </a:lnTo>
                  <a:lnTo>
                    <a:pt x="40607" y="57328"/>
                  </a:lnTo>
                  <a:lnTo>
                    <a:pt x="40129" y="54939"/>
                  </a:lnTo>
                  <a:lnTo>
                    <a:pt x="40129" y="51595"/>
                  </a:lnTo>
                  <a:lnTo>
                    <a:pt x="39651" y="49206"/>
                  </a:lnTo>
                  <a:lnTo>
                    <a:pt x="40129" y="49206"/>
                  </a:lnTo>
                  <a:lnTo>
                    <a:pt x="41563" y="49684"/>
                  </a:lnTo>
                  <a:lnTo>
                    <a:pt x="42518" y="50639"/>
                  </a:lnTo>
                  <a:lnTo>
                    <a:pt x="42996" y="52073"/>
                  </a:lnTo>
                  <a:lnTo>
                    <a:pt x="43951" y="52073"/>
                  </a:lnTo>
                  <a:lnTo>
                    <a:pt x="46340" y="53028"/>
                  </a:lnTo>
                  <a:lnTo>
                    <a:pt x="47295" y="53983"/>
                  </a:lnTo>
                  <a:lnTo>
                    <a:pt x="47773" y="56372"/>
                  </a:lnTo>
                  <a:lnTo>
                    <a:pt x="47773" y="57328"/>
                  </a:lnTo>
                  <a:lnTo>
                    <a:pt x="46817" y="58283"/>
                  </a:lnTo>
                  <a:lnTo>
                    <a:pt x="47773" y="59239"/>
                  </a:lnTo>
                  <a:lnTo>
                    <a:pt x="49206" y="59716"/>
                  </a:lnTo>
                  <a:lnTo>
                    <a:pt x="50639" y="59716"/>
                  </a:lnTo>
                  <a:lnTo>
                    <a:pt x="53506" y="58283"/>
                  </a:lnTo>
                  <a:lnTo>
                    <a:pt x="54461" y="57805"/>
                  </a:lnTo>
                  <a:lnTo>
                    <a:pt x="55894" y="57328"/>
                  </a:lnTo>
                  <a:lnTo>
                    <a:pt x="57328" y="56850"/>
                  </a:lnTo>
                  <a:lnTo>
                    <a:pt x="61627" y="56372"/>
                  </a:lnTo>
                  <a:lnTo>
                    <a:pt x="63538" y="55894"/>
                  </a:lnTo>
                  <a:lnTo>
                    <a:pt x="64971" y="55417"/>
                  </a:lnTo>
                  <a:lnTo>
                    <a:pt x="65449" y="55417"/>
                  </a:lnTo>
                  <a:lnTo>
                    <a:pt x="66405" y="55894"/>
                  </a:lnTo>
                  <a:lnTo>
                    <a:pt x="65927" y="57805"/>
                  </a:lnTo>
                  <a:lnTo>
                    <a:pt x="65449" y="59239"/>
                  </a:lnTo>
                  <a:lnTo>
                    <a:pt x="66405" y="61627"/>
                  </a:lnTo>
                  <a:lnTo>
                    <a:pt x="66882" y="63060"/>
                  </a:lnTo>
                  <a:lnTo>
                    <a:pt x="68315" y="64016"/>
                  </a:lnTo>
                  <a:lnTo>
                    <a:pt x="69271" y="64493"/>
                  </a:lnTo>
                  <a:lnTo>
                    <a:pt x="70226" y="65449"/>
                  </a:lnTo>
                  <a:lnTo>
                    <a:pt x="72137" y="65449"/>
                  </a:lnTo>
                  <a:lnTo>
                    <a:pt x="76915" y="66882"/>
                  </a:lnTo>
                  <a:lnTo>
                    <a:pt x="78348" y="67360"/>
                  </a:lnTo>
                  <a:lnTo>
                    <a:pt x="80258" y="67838"/>
                  </a:lnTo>
                  <a:lnTo>
                    <a:pt x="81692" y="68315"/>
                  </a:lnTo>
                  <a:lnTo>
                    <a:pt x="86469" y="68793"/>
                  </a:lnTo>
                  <a:lnTo>
                    <a:pt x="88380" y="69271"/>
                  </a:lnTo>
                  <a:lnTo>
                    <a:pt x="91724" y="69748"/>
                  </a:lnTo>
                  <a:lnTo>
                    <a:pt x="94113" y="69748"/>
                  </a:lnTo>
                  <a:lnTo>
                    <a:pt x="96024" y="69271"/>
                  </a:lnTo>
                  <a:lnTo>
                    <a:pt x="97457" y="68793"/>
                  </a:lnTo>
                  <a:lnTo>
                    <a:pt x="98412" y="68793"/>
                  </a:lnTo>
                  <a:lnTo>
                    <a:pt x="98412" y="68315"/>
                  </a:lnTo>
                  <a:lnTo>
                    <a:pt x="99368" y="66882"/>
                  </a:lnTo>
                  <a:lnTo>
                    <a:pt x="100323" y="64016"/>
                  </a:lnTo>
                  <a:lnTo>
                    <a:pt x="100323" y="63060"/>
                  </a:lnTo>
                  <a:lnTo>
                    <a:pt x="101279" y="62582"/>
                  </a:lnTo>
                  <a:lnTo>
                    <a:pt x="102712" y="62105"/>
                  </a:lnTo>
                  <a:lnTo>
                    <a:pt x="103667" y="62582"/>
                  </a:lnTo>
                  <a:lnTo>
                    <a:pt x="104145" y="65927"/>
                  </a:lnTo>
                  <a:lnTo>
                    <a:pt x="107967" y="68793"/>
                  </a:lnTo>
                  <a:lnTo>
                    <a:pt x="109400" y="71659"/>
                  </a:lnTo>
                  <a:lnTo>
                    <a:pt x="110356" y="73570"/>
                  </a:lnTo>
                  <a:lnTo>
                    <a:pt x="110833" y="74048"/>
                  </a:lnTo>
                  <a:lnTo>
                    <a:pt x="112267" y="75004"/>
                  </a:lnTo>
                  <a:lnTo>
                    <a:pt x="114655" y="75481"/>
                  </a:lnTo>
                  <a:lnTo>
                    <a:pt x="116566" y="75481"/>
                  </a:lnTo>
                  <a:lnTo>
                    <a:pt x="120865" y="76914"/>
                  </a:lnTo>
                  <a:lnTo>
                    <a:pt x="124210" y="77870"/>
                  </a:lnTo>
                  <a:lnTo>
                    <a:pt x="126599" y="78825"/>
                  </a:lnTo>
                  <a:lnTo>
                    <a:pt x="127554" y="79781"/>
                  </a:lnTo>
                  <a:lnTo>
                    <a:pt x="128509" y="80736"/>
                  </a:lnTo>
                  <a:lnTo>
                    <a:pt x="128987" y="81692"/>
                  </a:lnTo>
                  <a:lnTo>
                    <a:pt x="129465" y="83125"/>
                  </a:lnTo>
                  <a:lnTo>
                    <a:pt x="129465" y="83603"/>
                  </a:lnTo>
                  <a:lnTo>
                    <a:pt x="130420" y="85514"/>
                  </a:lnTo>
                  <a:lnTo>
                    <a:pt x="130420" y="85514"/>
                  </a:lnTo>
                  <a:lnTo>
                    <a:pt x="131854" y="85991"/>
                  </a:lnTo>
                  <a:lnTo>
                    <a:pt x="132809" y="85991"/>
                  </a:lnTo>
                  <a:lnTo>
                    <a:pt x="133765" y="86947"/>
                  </a:lnTo>
                  <a:lnTo>
                    <a:pt x="134720" y="88380"/>
                  </a:lnTo>
                  <a:lnTo>
                    <a:pt x="136631" y="90769"/>
                  </a:lnTo>
                  <a:lnTo>
                    <a:pt x="137586" y="92680"/>
                  </a:lnTo>
                  <a:lnTo>
                    <a:pt x="138064" y="94113"/>
                  </a:lnTo>
                  <a:lnTo>
                    <a:pt x="139497" y="95546"/>
                  </a:lnTo>
                  <a:lnTo>
                    <a:pt x="141408" y="96024"/>
                  </a:lnTo>
                  <a:lnTo>
                    <a:pt x="143319" y="96024"/>
                  </a:lnTo>
                  <a:lnTo>
                    <a:pt x="144274" y="95546"/>
                  </a:lnTo>
                  <a:lnTo>
                    <a:pt x="146663" y="94590"/>
                  </a:lnTo>
                  <a:lnTo>
                    <a:pt x="149052" y="93635"/>
                  </a:lnTo>
                  <a:lnTo>
                    <a:pt x="150007" y="93157"/>
                  </a:lnTo>
                  <a:lnTo>
                    <a:pt x="150963" y="93635"/>
                  </a:lnTo>
                  <a:lnTo>
                    <a:pt x="151918" y="94113"/>
                  </a:lnTo>
                  <a:lnTo>
                    <a:pt x="151918" y="95546"/>
                  </a:lnTo>
                  <a:lnTo>
                    <a:pt x="152396" y="96024"/>
                  </a:lnTo>
                  <a:lnTo>
                    <a:pt x="153829" y="96979"/>
                  </a:lnTo>
                  <a:lnTo>
                    <a:pt x="154784" y="96501"/>
                  </a:lnTo>
                  <a:lnTo>
                    <a:pt x="154784" y="96024"/>
                  </a:lnTo>
                  <a:lnTo>
                    <a:pt x="155262" y="95546"/>
                  </a:lnTo>
                  <a:lnTo>
                    <a:pt x="155262" y="91724"/>
                  </a:lnTo>
                  <a:lnTo>
                    <a:pt x="155262" y="88380"/>
                  </a:lnTo>
                  <a:lnTo>
                    <a:pt x="155262" y="85514"/>
                  </a:lnTo>
                  <a:lnTo>
                    <a:pt x="155262" y="81692"/>
                  </a:lnTo>
                  <a:lnTo>
                    <a:pt x="154784" y="78348"/>
                  </a:lnTo>
                  <a:lnTo>
                    <a:pt x="154784" y="75481"/>
                  </a:lnTo>
                  <a:lnTo>
                    <a:pt x="154784" y="73093"/>
                  </a:lnTo>
                  <a:lnTo>
                    <a:pt x="154307" y="73093"/>
                  </a:lnTo>
                  <a:lnTo>
                    <a:pt x="152874" y="73570"/>
                  </a:lnTo>
                  <a:lnTo>
                    <a:pt x="150485" y="73570"/>
                  </a:lnTo>
                  <a:lnTo>
                    <a:pt x="149529" y="74048"/>
                  </a:lnTo>
                  <a:lnTo>
                    <a:pt x="149052" y="75004"/>
                  </a:lnTo>
                  <a:lnTo>
                    <a:pt x="149052" y="75959"/>
                  </a:lnTo>
                  <a:lnTo>
                    <a:pt x="149052" y="77392"/>
                  </a:lnTo>
                  <a:lnTo>
                    <a:pt x="149052" y="77870"/>
                  </a:lnTo>
                  <a:lnTo>
                    <a:pt x="147618" y="77870"/>
                  </a:lnTo>
                  <a:lnTo>
                    <a:pt x="146185" y="77392"/>
                  </a:lnTo>
                  <a:lnTo>
                    <a:pt x="142841" y="76914"/>
                  </a:lnTo>
                  <a:lnTo>
                    <a:pt x="140452" y="76437"/>
                  </a:lnTo>
                  <a:lnTo>
                    <a:pt x="138542" y="75004"/>
                  </a:lnTo>
                  <a:lnTo>
                    <a:pt x="136153" y="72137"/>
                  </a:lnTo>
                  <a:lnTo>
                    <a:pt x="134720" y="71182"/>
                  </a:lnTo>
                  <a:lnTo>
                    <a:pt x="130898" y="68315"/>
                  </a:lnTo>
                  <a:lnTo>
                    <a:pt x="129942" y="67838"/>
                  </a:lnTo>
                  <a:lnTo>
                    <a:pt x="128987" y="66405"/>
                  </a:lnTo>
                  <a:lnTo>
                    <a:pt x="128031" y="64493"/>
                  </a:lnTo>
                  <a:lnTo>
                    <a:pt x="127554" y="63060"/>
                  </a:lnTo>
                  <a:lnTo>
                    <a:pt x="127076" y="62105"/>
                  </a:lnTo>
                  <a:lnTo>
                    <a:pt x="126599" y="60672"/>
                  </a:lnTo>
                  <a:lnTo>
                    <a:pt x="127554" y="58283"/>
                  </a:lnTo>
                  <a:lnTo>
                    <a:pt x="128987" y="53506"/>
                  </a:lnTo>
                  <a:lnTo>
                    <a:pt x="129942" y="50162"/>
                  </a:lnTo>
                  <a:lnTo>
                    <a:pt x="130420" y="47773"/>
                  </a:lnTo>
                  <a:lnTo>
                    <a:pt x="132331" y="45384"/>
                  </a:lnTo>
                  <a:lnTo>
                    <a:pt x="132331" y="43473"/>
                  </a:lnTo>
                  <a:lnTo>
                    <a:pt x="131376" y="40607"/>
                  </a:lnTo>
                  <a:lnTo>
                    <a:pt x="131854" y="39174"/>
                  </a:lnTo>
                  <a:lnTo>
                    <a:pt x="131854" y="34874"/>
                  </a:lnTo>
                  <a:lnTo>
                    <a:pt x="131854" y="31530"/>
                  </a:lnTo>
                  <a:lnTo>
                    <a:pt x="131854" y="30097"/>
                  </a:lnTo>
                  <a:lnTo>
                    <a:pt x="131376" y="27231"/>
                  </a:lnTo>
                  <a:lnTo>
                    <a:pt x="129942" y="24364"/>
                  </a:lnTo>
                  <a:lnTo>
                    <a:pt x="127554" y="20065"/>
                  </a:lnTo>
                  <a:lnTo>
                    <a:pt x="127554" y="19109"/>
                  </a:lnTo>
                  <a:lnTo>
                    <a:pt x="128987" y="18154"/>
                  </a:lnTo>
                  <a:lnTo>
                    <a:pt x="131854" y="16243"/>
                  </a:lnTo>
                  <a:lnTo>
                    <a:pt x="132809" y="15287"/>
                  </a:lnTo>
                  <a:lnTo>
                    <a:pt x="134720" y="13854"/>
                  </a:lnTo>
                  <a:lnTo>
                    <a:pt x="135197" y="12899"/>
                  </a:lnTo>
                  <a:lnTo>
                    <a:pt x="136631" y="10988"/>
                  </a:lnTo>
                  <a:lnTo>
                    <a:pt x="137586" y="9555"/>
                  </a:lnTo>
                  <a:lnTo>
                    <a:pt x="138064" y="7166"/>
                  </a:lnTo>
                  <a:lnTo>
                    <a:pt x="137108" y="5255"/>
                  </a:lnTo>
                  <a:lnTo>
                    <a:pt x="138542" y="5255"/>
                  </a:lnTo>
                  <a:lnTo>
                    <a:pt x="143319" y="4300"/>
                  </a:lnTo>
                  <a:lnTo>
                    <a:pt x="149052" y="3822"/>
                  </a:lnTo>
                  <a:lnTo>
                    <a:pt x="154307" y="2866"/>
                  </a:lnTo>
                  <a:lnTo>
                    <a:pt x="160040" y="1911"/>
                  </a:lnTo>
                  <a:lnTo>
                    <a:pt x="165772" y="1433"/>
                  </a:lnTo>
                  <a:lnTo>
                    <a:pt x="170549" y="478"/>
                  </a:lnTo>
                  <a:lnTo>
                    <a:pt x="173893" y="0"/>
                  </a:lnTo>
                  <a:lnTo>
                    <a:pt x="174372" y="1433"/>
                  </a:lnTo>
                  <a:lnTo>
                    <a:pt x="175804" y="3822"/>
                  </a:lnTo>
                  <a:lnTo>
                    <a:pt x="176760" y="5255"/>
                  </a:lnTo>
                  <a:lnTo>
                    <a:pt x="176760" y="5255"/>
                  </a:lnTo>
                  <a:lnTo>
                    <a:pt x="178193" y="6688"/>
                  </a:lnTo>
                  <a:lnTo>
                    <a:pt x="179626" y="7644"/>
                  </a:lnTo>
                  <a:lnTo>
                    <a:pt x="180104" y="7644"/>
                  </a:lnTo>
                  <a:lnTo>
                    <a:pt x="180582" y="7644"/>
                  </a:lnTo>
                  <a:lnTo>
                    <a:pt x="185837" y="7644"/>
                  </a:lnTo>
                  <a:lnTo>
                    <a:pt x="187748" y="8599"/>
                  </a:lnTo>
                  <a:lnTo>
                    <a:pt x="189659" y="9555"/>
                  </a:lnTo>
                  <a:lnTo>
                    <a:pt x="189659" y="10032"/>
                  </a:lnTo>
                  <a:lnTo>
                    <a:pt x="190136" y="11466"/>
                  </a:lnTo>
                  <a:lnTo>
                    <a:pt x="190136" y="11466"/>
                  </a:lnTo>
                  <a:lnTo>
                    <a:pt x="191092" y="12421"/>
                  </a:lnTo>
                  <a:lnTo>
                    <a:pt x="192525" y="13376"/>
                  </a:lnTo>
                  <a:lnTo>
                    <a:pt x="193003" y="13376"/>
                  </a:lnTo>
                  <a:lnTo>
                    <a:pt x="193481" y="12899"/>
                  </a:lnTo>
                  <a:lnTo>
                    <a:pt x="195391" y="12899"/>
                  </a:lnTo>
                  <a:lnTo>
                    <a:pt x="196347" y="13376"/>
                  </a:lnTo>
                  <a:lnTo>
                    <a:pt x="197302" y="13854"/>
                  </a:lnTo>
                  <a:lnTo>
                    <a:pt x="197302" y="15287"/>
                  </a:lnTo>
                  <a:lnTo>
                    <a:pt x="197780" y="15765"/>
                  </a:lnTo>
                  <a:lnTo>
                    <a:pt x="199213" y="16243"/>
                  </a:lnTo>
                  <a:lnTo>
                    <a:pt x="201124" y="16243"/>
                  </a:lnTo>
                  <a:lnTo>
                    <a:pt x="203035" y="17198"/>
                  </a:lnTo>
                  <a:lnTo>
                    <a:pt x="204946" y="17198"/>
                  </a:lnTo>
                  <a:lnTo>
                    <a:pt x="207334" y="17676"/>
                  </a:lnTo>
                  <a:lnTo>
                    <a:pt x="208290" y="18632"/>
                  </a:lnTo>
                  <a:lnTo>
                    <a:pt x="210679" y="20065"/>
                  </a:lnTo>
                  <a:lnTo>
                    <a:pt x="214023" y="21020"/>
                  </a:lnTo>
                  <a:lnTo>
                    <a:pt x="215934" y="21975"/>
                  </a:lnTo>
                  <a:lnTo>
                    <a:pt x="216889" y="22453"/>
                  </a:lnTo>
                  <a:lnTo>
                    <a:pt x="216889" y="22931"/>
                  </a:lnTo>
                  <a:lnTo>
                    <a:pt x="217845" y="23886"/>
                  </a:lnTo>
                  <a:lnTo>
                    <a:pt x="218322" y="24364"/>
                  </a:lnTo>
                  <a:lnTo>
                    <a:pt x="218322" y="25320"/>
                  </a:lnTo>
                  <a:lnTo>
                    <a:pt x="218322" y="26275"/>
                  </a:lnTo>
                  <a:lnTo>
                    <a:pt x="219278" y="26275"/>
                  </a:lnTo>
                  <a:lnTo>
                    <a:pt x="220233" y="26753"/>
                  </a:lnTo>
                  <a:lnTo>
                    <a:pt x="220711" y="25798"/>
                  </a:lnTo>
                  <a:lnTo>
                    <a:pt x="221666" y="25798"/>
                  </a:lnTo>
                  <a:lnTo>
                    <a:pt x="222622" y="26275"/>
                  </a:lnTo>
                  <a:lnTo>
                    <a:pt x="222622" y="27231"/>
                  </a:lnTo>
                  <a:lnTo>
                    <a:pt x="223577" y="28664"/>
                  </a:lnTo>
                  <a:lnTo>
                    <a:pt x="223577" y="28664"/>
                  </a:lnTo>
                  <a:lnTo>
                    <a:pt x="224533" y="29619"/>
                  </a:lnTo>
                  <a:lnTo>
                    <a:pt x="225488" y="30575"/>
                  </a:lnTo>
                  <a:lnTo>
                    <a:pt x="225488" y="32486"/>
                  </a:lnTo>
                  <a:lnTo>
                    <a:pt x="224533" y="33919"/>
                  </a:lnTo>
                  <a:lnTo>
                    <a:pt x="226444" y="35352"/>
                  </a:lnTo>
                  <a:lnTo>
                    <a:pt x="228355" y="36785"/>
                  </a:lnTo>
                  <a:lnTo>
                    <a:pt x="229310" y="37741"/>
                  </a:lnTo>
                  <a:lnTo>
                    <a:pt x="229310" y="39651"/>
                  </a:lnTo>
                  <a:lnTo>
                    <a:pt x="229310" y="40607"/>
                  </a:lnTo>
                  <a:lnTo>
                    <a:pt x="231221" y="42040"/>
                  </a:lnTo>
                  <a:lnTo>
                    <a:pt x="231699" y="4347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" name="Freeform 1627">
              <a:extLst>
                <a:ext uri="{FF2B5EF4-FFF2-40B4-BE49-F238E27FC236}">
                  <a16:creationId xmlns:a16="http://schemas.microsoft.com/office/drawing/2014/main" id="{668833E7-28D8-9419-917C-DAA5680DE3F7}"/>
                </a:ext>
              </a:extLst>
            </p:cNvPr>
            <p:cNvSpPr/>
            <p:nvPr/>
          </p:nvSpPr>
          <p:spPr>
            <a:xfrm>
              <a:off x="6508280" y="2176177"/>
              <a:ext cx="42517" cy="17198"/>
            </a:xfrm>
            <a:custGeom>
              <a:avLst/>
              <a:gdLst>
                <a:gd name="csX0" fmla="*/ 42517 w 42517"/>
                <a:gd name="csY0" fmla="*/ 2866 h 17198"/>
                <a:gd name="csX1" fmla="*/ 41085 w 42517"/>
                <a:gd name="csY1" fmla="*/ 4777 h 17198"/>
                <a:gd name="csX2" fmla="*/ 20542 w 42517"/>
                <a:gd name="csY2" fmla="*/ 13376 h 17198"/>
                <a:gd name="csX3" fmla="*/ 1910 w 42517"/>
                <a:gd name="csY3" fmla="*/ 17198 h 17198"/>
                <a:gd name="csX4" fmla="*/ 0 w 42517"/>
                <a:gd name="csY4" fmla="*/ 14810 h 17198"/>
                <a:gd name="csX5" fmla="*/ 30097 w 42517"/>
                <a:gd name="csY5" fmla="*/ 2866 h 17198"/>
                <a:gd name="csX6" fmla="*/ 32008 w 42517"/>
                <a:gd name="csY6" fmla="*/ 1911 h 17198"/>
                <a:gd name="csX7" fmla="*/ 37740 w 42517"/>
                <a:gd name="csY7" fmla="*/ 0 h 17198"/>
                <a:gd name="csX8" fmla="*/ 42517 w 42517"/>
                <a:gd name="csY8" fmla="*/ 2866 h 17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517" h="17198">
                  <a:moveTo>
                    <a:pt x="42517" y="2866"/>
                  </a:moveTo>
                  <a:lnTo>
                    <a:pt x="41085" y="4777"/>
                  </a:lnTo>
                  <a:lnTo>
                    <a:pt x="20542" y="13376"/>
                  </a:lnTo>
                  <a:lnTo>
                    <a:pt x="1910" y="17198"/>
                  </a:lnTo>
                  <a:lnTo>
                    <a:pt x="0" y="14810"/>
                  </a:lnTo>
                  <a:lnTo>
                    <a:pt x="30097" y="2866"/>
                  </a:lnTo>
                  <a:lnTo>
                    <a:pt x="32008" y="1911"/>
                  </a:lnTo>
                  <a:lnTo>
                    <a:pt x="37740" y="0"/>
                  </a:lnTo>
                  <a:lnTo>
                    <a:pt x="42517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" name="Freeform 1628">
              <a:extLst>
                <a:ext uri="{FF2B5EF4-FFF2-40B4-BE49-F238E27FC236}">
                  <a16:creationId xmlns:a16="http://schemas.microsoft.com/office/drawing/2014/main" id="{987A84DB-B907-447F-1C89-DE6CF6EB6D1E}"/>
                </a:ext>
              </a:extLst>
            </p:cNvPr>
            <p:cNvSpPr/>
            <p:nvPr/>
          </p:nvSpPr>
          <p:spPr>
            <a:xfrm>
              <a:off x="6548887" y="4922644"/>
              <a:ext cx="1910" cy="2388"/>
            </a:xfrm>
            <a:custGeom>
              <a:avLst/>
              <a:gdLst>
                <a:gd name="csX0" fmla="*/ 478 w 1910"/>
                <a:gd name="csY0" fmla="*/ 956 h 2388"/>
                <a:gd name="csX1" fmla="*/ 1910 w 1910"/>
                <a:gd name="csY1" fmla="*/ 2389 h 2388"/>
                <a:gd name="csX2" fmla="*/ 0 w 1910"/>
                <a:gd name="csY2" fmla="*/ 956 h 2388"/>
                <a:gd name="csX3" fmla="*/ 0 w 1910"/>
                <a:gd name="csY3" fmla="*/ 0 h 2388"/>
                <a:gd name="csX4" fmla="*/ 478 w 1910"/>
                <a:gd name="csY4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2388">
                  <a:moveTo>
                    <a:pt x="478" y="956"/>
                  </a:moveTo>
                  <a:lnTo>
                    <a:pt x="1910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0" name="Freeform 1629">
              <a:extLst>
                <a:ext uri="{FF2B5EF4-FFF2-40B4-BE49-F238E27FC236}">
                  <a16:creationId xmlns:a16="http://schemas.microsoft.com/office/drawing/2014/main" id="{3B915BFA-E8EF-28C9-C6FE-B893313E224B}"/>
                </a:ext>
              </a:extLst>
            </p:cNvPr>
            <p:cNvSpPr/>
            <p:nvPr/>
          </p:nvSpPr>
          <p:spPr>
            <a:xfrm>
              <a:off x="6546020" y="4995736"/>
              <a:ext cx="2388" cy="2388"/>
            </a:xfrm>
            <a:custGeom>
              <a:avLst/>
              <a:gdLst>
                <a:gd name="csX0" fmla="*/ 0 w 2388"/>
                <a:gd name="csY0" fmla="*/ 0 h 2388"/>
                <a:gd name="csX1" fmla="*/ 2389 w 2388"/>
                <a:gd name="csY1" fmla="*/ 2389 h 2388"/>
                <a:gd name="csX2" fmla="*/ 1911 w 2388"/>
                <a:gd name="csY2" fmla="*/ 2389 h 2388"/>
                <a:gd name="csX3" fmla="*/ 0 w 2388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2388">
                  <a:moveTo>
                    <a:pt x="0" y="0"/>
                  </a:moveTo>
                  <a:lnTo>
                    <a:pt x="2389" y="2389"/>
                  </a:lnTo>
                  <a:lnTo>
                    <a:pt x="1911" y="23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1" name="Freeform 1630">
              <a:extLst>
                <a:ext uri="{FF2B5EF4-FFF2-40B4-BE49-F238E27FC236}">
                  <a16:creationId xmlns:a16="http://schemas.microsoft.com/office/drawing/2014/main" id="{5B716467-1C0A-87EF-012E-52313522C356}"/>
                </a:ext>
              </a:extLst>
            </p:cNvPr>
            <p:cNvSpPr/>
            <p:nvPr/>
          </p:nvSpPr>
          <p:spPr>
            <a:xfrm>
              <a:off x="6546020" y="4960384"/>
              <a:ext cx="1911" cy="1910"/>
            </a:xfrm>
            <a:custGeom>
              <a:avLst/>
              <a:gdLst>
                <a:gd name="csX0" fmla="*/ 1911 w 1911"/>
                <a:gd name="csY0" fmla="*/ 0 h 1910"/>
                <a:gd name="csX1" fmla="*/ 478 w 1911"/>
                <a:gd name="csY1" fmla="*/ 956 h 1910"/>
                <a:gd name="csX2" fmla="*/ 0 w 1911"/>
                <a:gd name="csY2" fmla="*/ 1911 h 1910"/>
                <a:gd name="csX3" fmla="*/ 478 w 1911"/>
                <a:gd name="csY3" fmla="*/ 956 h 1910"/>
                <a:gd name="csX4" fmla="*/ 1911 w 1911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1910">
                  <a:moveTo>
                    <a:pt x="1911" y="0"/>
                  </a:moveTo>
                  <a:lnTo>
                    <a:pt x="478" y="956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2" name="Freeform 1631">
              <a:extLst>
                <a:ext uri="{FF2B5EF4-FFF2-40B4-BE49-F238E27FC236}">
                  <a16:creationId xmlns:a16="http://schemas.microsoft.com/office/drawing/2014/main" id="{12EE30A2-EDC9-662C-14DE-4BD45835D1F7}"/>
                </a:ext>
              </a:extLst>
            </p:cNvPr>
            <p:cNvSpPr/>
            <p:nvPr/>
          </p:nvSpPr>
          <p:spPr>
            <a:xfrm>
              <a:off x="6543154" y="4990959"/>
              <a:ext cx="2866" cy="4777"/>
            </a:xfrm>
            <a:custGeom>
              <a:avLst/>
              <a:gdLst>
                <a:gd name="csX0" fmla="*/ 0 w 2866"/>
                <a:gd name="csY0" fmla="*/ 0 h 4777"/>
                <a:gd name="csX1" fmla="*/ 2866 w 2866"/>
                <a:gd name="csY1" fmla="*/ 4777 h 4777"/>
                <a:gd name="csX2" fmla="*/ 0 w 2866"/>
                <a:gd name="csY2" fmla="*/ 0 h 4777"/>
                <a:gd name="csX3" fmla="*/ 0 w 2866"/>
                <a:gd name="csY3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4777">
                  <a:moveTo>
                    <a:pt x="0" y="0"/>
                  </a:moveTo>
                  <a:lnTo>
                    <a:pt x="2866" y="477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3" name="Freeform 1632">
              <a:extLst>
                <a:ext uri="{FF2B5EF4-FFF2-40B4-BE49-F238E27FC236}">
                  <a16:creationId xmlns:a16="http://schemas.microsoft.com/office/drawing/2014/main" id="{E70BFDB5-551D-1EF1-F5DB-CB4311E55B2F}"/>
                </a:ext>
              </a:extLst>
            </p:cNvPr>
            <p:cNvSpPr/>
            <p:nvPr/>
          </p:nvSpPr>
          <p:spPr>
            <a:xfrm>
              <a:off x="6540765" y="4906879"/>
              <a:ext cx="3822" cy="477"/>
            </a:xfrm>
            <a:custGeom>
              <a:avLst/>
              <a:gdLst>
                <a:gd name="csX0" fmla="*/ 3822 w 3822"/>
                <a:gd name="csY0" fmla="*/ 478 h 477"/>
                <a:gd name="csX1" fmla="*/ 3822 w 3822"/>
                <a:gd name="csY1" fmla="*/ 478 h 477"/>
                <a:gd name="csX2" fmla="*/ 1911 w 3822"/>
                <a:gd name="csY2" fmla="*/ 0 h 477"/>
                <a:gd name="csX3" fmla="*/ 0 w 3822"/>
                <a:gd name="csY3" fmla="*/ 0 h 477"/>
                <a:gd name="csX4" fmla="*/ 1911 w 3822"/>
                <a:gd name="csY4" fmla="*/ 0 h 477"/>
                <a:gd name="csX5" fmla="*/ 3822 w 3822"/>
                <a:gd name="csY5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477">
                  <a:moveTo>
                    <a:pt x="3822" y="478"/>
                  </a:moveTo>
                  <a:lnTo>
                    <a:pt x="3822" y="478"/>
                  </a:lnTo>
                  <a:lnTo>
                    <a:pt x="1911" y="0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4" name="Freeform 1633">
              <a:extLst>
                <a:ext uri="{FF2B5EF4-FFF2-40B4-BE49-F238E27FC236}">
                  <a16:creationId xmlns:a16="http://schemas.microsoft.com/office/drawing/2014/main" id="{3A2C980C-64DA-A84B-B9A5-F720E2D73DB0}"/>
                </a:ext>
              </a:extLst>
            </p:cNvPr>
            <p:cNvSpPr/>
            <p:nvPr/>
          </p:nvSpPr>
          <p:spPr>
            <a:xfrm>
              <a:off x="6543154" y="4931721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0 w 955"/>
                <a:gd name="csY1" fmla="*/ 956 h 1433"/>
                <a:gd name="csX2" fmla="*/ 478 w 955"/>
                <a:gd name="csY2" fmla="*/ 1433 h 1433"/>
                <a:gd name="csX3" fmla="*/ 0 w 955"/>
                <a:gd name="csY3" fmla="*/ 956 h 1433"/>
                <a:gd name="csX4" fmla="*/ 956 w 955"/>
                <a:gd name="csY4" fmla="*/ 0 h 1433"/>
                <a:gd name="csX5" fmla="*/ 956 w 955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0" y="956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5" name="Freeform 1634">
              <a:extLst>
                <a:ext uri="{FF2B5EF4-FFF2-40B4-BE49-F238E27FC236}">
                  <a16:creationId xmlns:a16="http://schemas.microsoft.com/office/drawing/2014/main" id="{5E21D6E6-8E5A-77E9-F4B4-95963E41AACB}"/>
                </a:ext>
              </a:extLst>
            </p:cNvPr>
            <p:cNvSpPr/>
            <p:nvPr/>
          </p:nvSpPr>
          <p:spPr>
            <a:xfrm>
              <a:off x="6542676" y="4941753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955 w 955"/>
                <a:gd name="csY1" fmla="*/ 478 h 477"/>
                <a:gd name="csX2" fmla="*/ 0 w 955"/>
                <a:gd name="csY2" fmla="*/ 478 h 477"/>
                <a:gd name="csX3" fmla="*/ 955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955" y="478"/>
                  </a:lnTo>
                  <a:lnTo>
                    <a:pt x="0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6" name="Freeform 1635">
              <a:extLst>
                <a:ext uri="{FF2B5EF4-FFF2-40B4-BE49-F238E27FC236}">
                  <a16:creationId xmlns:a16="http://schemas.microsoft.com/office/drawing/2014/main" id="{ED540BF7-D871-0F78-5C05-F5EF7F77159F}"/>
                </a:ext>
              </a:extLst>
            </p:cNvPr>
            <p:cNvSpPr/>
            <p:nvPr/>
          </p:nvSpPr>
          <p:spPr>
            <a:xfrm>
              <a:off x="6542198" y="4910223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5 w 955"/>
                <a:gd name="csY1" fmla="*/ 1433 h 1433"/>
                <a:gd name="csX2" fmla="*/ 955 w 955"/>
                <a:gd name="csY2" fmla="*/ 1433 h 1433"/>
                <a:gd name="csX3" fmla="*/ 0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5" y="1433"/>
                  </a:lnTo>
                  <a:lnTo>
                    <a:pt x="955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7" name="Freeform 1636">
              <a:extLst>
                <a:ext uri="{FF2B5EF4-FFF2-40B4-BE49-F238E27FC236}">
                  <a16:creationId xmlns:a16="http://schemas.microsoft.com/office/drawing/2014/main" id="{7FE4B134-57C1-B832-D685-F9EDC29D7ACA}"/>
                </a:ext>
              </a:extLst>
            </p:cNvPr>
            <p:cNvSpPr/>
            <p:nvPr/>
          </p:nvSpPr>
          <p:spPr>
            <a:xfrm>
              <a:off x="6542198" y="4990481"/>
              <a:ext cx="955" cy="477"/>
            </a:xfrm>
            <a:custGeom>
              <a:avLst/>
              <a:gdLst>
                <a:gd name="csX0" fmla="*/ 0 w 955"/>
                <a:gd name="csY0" fmla="*/ 0 h 477"/>
                <a:gd name="csX1" fmla="*/ 955 w 955"/>
                <a:gd name="csY1" fmla="*/ 478 h 477"/>
                <a:gd name="csX2" fmla="*/ 0 w 955"/>
                <a:gd name="csY2" fmla="*/ 0 h 477"/>
                <a:gd name="csX3" fmla="*/ 0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0" y="0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" name="Freeform 1637">
              <a:extLst>
                <a:ext uri="{FF2B5EF4-FFF2-40B4-BE49-F238E27FC236}">
                  <a16:creationId xmlns:a16="http://schemas.microsoft.com/office/drawing/2014/main" id="{A765F62A-BA7D-F909-ECC6-515E6FF5CBED}"/>
                </a:ext>
              </a:extLst>
            </p:cNvPr>
            <p:cNvSpPr/>
            <p:nvPr/>
          </p:nvSpPr>
          <p:spPr>
            <a:xfrm>
              <a:off x="6538376" y="4963251"/>
              <a:ext cx="4777" cy="1433"/>
            </a:xfrm>
            <a:custGeom>
              <a:avLst/>
              <a:gdLst>
                <a:gd name="csX0" fmla="*/ 4777 w 4777"/>
                <a:gd name="csY0" fmla="*/ 0 h 1433"/>
                <a:gd name="csX1" fmla="*/ 0 w 4777"/>
                <a:gd name="csY1" fmla="*/ 1433 h 1433"/>
                <a:gd name="csX2" fmla="*/ 0 w 4777"/>
                <a:gd name="csY2" fmla="*/ 1433 h 1433"/>
                <a:gd name="csX3" fmla="*/ 4777 w 47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1433">
                  <a:moveTo>
                    <a:pt x="4777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" name="Freeform 1638">
              <a:extLst>
                <a:ext uri="{FF2B5EF4-FFF2-40B4-BE49-F238E27FC236}">
                  <a16:creationId xmlns:a16="http://schemas.microsoft.com/office/drawing/2014/main" id="{C0682986-3922-ECE2-4F99-112B9EDDD3FC}"/>
                </a:ext>
              </a:extLst>
            </p:cNvPr>
            <p:cNvSpPr/>
            <p:nvPr/>
          </p:nvSpPr>
          <p:spPr>
            <a:xfrm>
              <a:off x="6538854" y="4990481"/>
              <a:ext cx="3344" cy="955"/>
            </a:xfrm>
            <a:custGeom>
              <a:avLst/>
              <a:gdLst>
                <a:gd name="csX0" fmla="*/ 3344 w 3344"/>
                <a:gd name="csY0" fmla="*/ 0 h 955"/>
                <a:gd name="csX1" fmla="*/ 3344 w 3344"/>
                <a:gd name="csY1" fmla="*/ 0 h 955"/>
                <a:gd name="csX2" fmla="*/ 0 w 3344"/>
                <a:gd name="csY2" fmla="*/ 956 h 955"/>
                <a:gd name="csX3" fmla="*/ 3344 w 3344"/>
                <a:gd name="csY3" fmla="*/ 0 h 955"/>
                <a:gd name="csX4" fmla="*/ 3344 w 3344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955">
                  <a:moveTo>
                    <a:pt x="3344" y="0"/>
                  </a:moveTo>
                  <a:lnTo>
                    <a:pt x="3344" y="0"/>
                  </a:lnTo>
                  <a:lnTo>
                    <a:pt x="0" y="956"/>
                  </a:lnTo>
                  <a:lnTo>
                    <a:pt x="3344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0" name="Freeform 1639">
              <a:extLst>
                <a:ext uri="{FF2B5EF4-FFF2-40B4-BE49-F238E27FC236}">
                  <a16:creationId xmlns:a16="http://schemas.microsoft.com/office/drawing/2014/main" id="{F629C921-A0BC-249E-A8F0-707EA494F071}"/>
                </a:ext>
              </a:extLst>
            </p:cNvPr>
            <p:cNvSpPr/>
            <p:nvPr/>
          </p:nvSpPr>
          <p:spPr>
            <a:xfrm>
              <a:off x="6536943" y="4964684"/>
              <a:ext cx="1432" cy="3344"/>
            </a:xfrm>
            <a:custGeom>
              <a:avLst/>
              <a:gdLst>
                <a:gd name="csX0" fmla="*/ 1433 w 1432"/>
                <a:gd name="csY0" fmla="*/ 0 h 3344"/>
                <a:gd name="csX1" fmla="*/ 955 w 1432"/>
                <a:gd name="csY1" fmla="*/ 1433 h 3344"/>
                <a:gd name="csX2" fmla="*/ 0 w 1432"/>
                <a:gd name="csY2" fmla="*/ 3344 h 3344"/>
                <a:gd name="csX3" fmla="*/ 478 w 1432"/>
                <a:gd name="csY3" fmla="*/ 1433 h 3344"/>
                <a:gd name="csX4" fmla="*/ 1433 w 1432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3344">
                  <a:moveTo>
                    <a:pt x="1433" y="0"/>
                  </a:moveTo>
                  <a:lnTo>
                    <a:pt x="955" y="1433"/>
                  </a:lnTo>
                  <a:lnTo>
                    <a:pt x="0" y="3344"/>
                  </a:lnTo>
                  <a:lnTo>
                    <a:pt x="478" y="1433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1" name="Freeform 1640">
              <a:extLst>
                <a:ext uri="{FF2B5EF4-FFF2-40B4-BE49-F238E27FC236}">
                  <a16:creationId xmlns:a16="http://schemas.microsoft.com/office/drawing/2014/main" id="{A7A29D3C-563C-EDFA-4412-9C9A754C810A}"/>
                </a:ext>
              </a:extLst>
            </p:cNvPr>
            <p:cNvSpPr/>
            <p:nvPr/>
          </p:nvSpPr>
          <p:spPr>
            <a:xfrm>
              <a:off x="6384070" y="5021056"/>
              <a:ext cx="154306" cy="128986"/>
            </a:xfrm>
            <a:custGeom>
              <a:avLst/>
              <a:gdLst>
                <a:gd name="csX0" fmla="*/ 153351 w 154306"/>
                <a:gd name="csY0" fmla="*/ 78825 h 128986"/>
                <a:gd name="csX1" fmla="*/ 154307 w 154306"/>
                <a:gd name="csY1" fmla="*/ 80258 h 128986"/>
                <a:gd name="csX2" fmla="*/ 154307 w 154306"/>
                <a:gd name="csY2" fmla="*/ 81214 h 128986"/>
                <a:gd name="csX3" fmla="*/ 153829 w 154306"/>
                <a:gd name="csY3" fmla="*/ 82169 h 128986"/>
                <a:gd name="csX4" fmla="*/ 151440 w 154306"/>
                <a:gd name="csY4" fmla="*/ 86947 h 128986"/>
                <a:gd name="csX5" fmla="*/ 149529 w 154306"/>
                <a:gd name="csY5" fmla="*/ 89335 h 128986"/>
                <a:gd name="csX6" fmla="*/ 147618 w 154306"/>
                <a:gd name="csY6" fmla="*/ 92679 h 128986"/>
                <a:gd name="csX7" fmla="*/ 144752 w 154306"/>
                <a:gd name="csY7" fmla="*/ 94590 h 128986"/>
                <a:gd name="csX8" fmla="*/ 143797 w 154306"/>
                <a:gd name="csY8" fmla="*/ 95546 h 128986"/>
                <a:gd name="csX9" fmla="*/ 143797 w 154306"/>
                <a:gd name="csY9" fmla="*/ 96501 h 128986"/>
                <a:gd name="csX10" fmla="*/ 143797 w 154306"/>
                <a:gd name="csY10" fmla="*/ 98412 h 128986"/>
                <a:gd name="csX11" fmla="*/ 143797 w 154306"/>
                <a:gd name="csY11" fmla="*/ 100801 h 128986"/>
                <a:gd name="csX12" fmla="*/ 141408 w 154306"/>
                <a:gd name="csY12" fmla="*/ 104623 h 128986"/>
                <a:gd name="csX13" fmla="*/ 142841 w 154306"/>
                <a:gd name="csY13" fmla="*/ 107489 h 128986"/>
                <a:gd name="csX14" fmla="*/ 142363 w 154306"/>
                <a:gd name="csY14" fmla="*/ 107967 h 128986"/>
                <a:gd name="csX15" fmla="*/ 141886 w 154306"/>
                <a:gd name="csY15" fmla="*/ 108444 h 128986"/>
                <a:gd name="csX16" fmla="*/ 138064 w 154306"/>
                <a:gd name="csY16" fmla="*/ 111789 h 128986"/>
                <a:gd name="csX17" fmla="*/ 134720 w 154306"/>
                <a:gd name="csY17" fmla="*/ 115610 h 128986"/>
                <a:gd name="csX18" fmla="*/ 134720 w 154306"/>
                <a:gd name="csY18" fmla="*/ 115610 h 128986"/>
                <a:gd name="csX19" fmla="*/ 131854 w 154306"/>
                <a:gd name="csY19" fmla="*/ 117999 h 128986"/>
                <a:gd name="csX20" fmla="*/ 128987 w 154306"/>
                <a:gd name="csY20" fmla="*/ 120865 h 128986"/>
                <a:gd name="csX21" fmla="*/ 125643 w 154306"/>
                <a:gd name="csY21" fmla="*/ 124210 h 128986"/>
                <a:gd name="csX22" fmla="*/ 122777 w 154306"/>
                <a:gd name="csY22" fmla="*/ 127076 h 128986"/>
                <a:gd name="csX23" fmla="*/ 120388 w 154306"/>
                <a:gd name="csY23" fmla="*/ 128987 h 128986"/>
                <a:gd name="csX24" fmla="*/ 119910 w 154306"/>
                <a:gd name="csY24" fmla="*/ 128987 h 128986"/>
                <a:gd name="csX25" fmla="*/ 118477 w 154306"/>
                <a:gd name="csY25" fmla="*/ 128031 h 128986"/>
                <a:gd name="csX26" fmla="*/ 116088 w 154306"/>
                <a:gd name="csY26" fmla="*/ 127554 h 128986"/>
                <a:gd name="csX27" fmla="*/ 112744 w 154306"/>
                <a:gd name="csY27" fmla="*/ 127076 h 128986"/>
                <a:gd name="csX28" fmla="*/ 108922 w 154306"/>
                <a:gd name="csY28" fmla="*/ 127076 h 128986"/>
                <a:gd name="csX29" fmla="*/ 103667 w 154306"/>
                <a:gd name="csY29" fmla="*/ 127554 h 128986"/>
                <a:gd name="csX30" fmla="*/ 98412 w 154306"/>
                <a:gd name="csY30" fmla="*/ 127076 h 128986"/>
                <a:gd name="csX31" fmla="*/ 92679 w 154306"/>
                <a:gd name="csY31" fmla="*/ 124687 h 128986"/>
                <a:gd name="csX32" fmla="*/ 87902 w 154306"/>
                <a:gd name="csY32" fmla="*/ 124210 h 128986"/>
                <a:gd name="csX33" fmla="*/ 82170 w 154306"/>
                <a:gd name="csY33" fmla="*/ 125165 h 128986"/>
                <a:gd name="csX34" fmla="*/ 82170 w 154306"/>
                <a:gd name="csY34" fmla="*/ 125165 h 128986"/>
                <a:gd name="csX35" fmla="*/ 81692 w 154306"/>
                <a:gd name="csY35" fmla="*/ 125165 h 128986"/>
                <a:gd name="csX36" fmla="*/ 81214 w 154306"/>
                <a:gd name="csY36" fmla="*/ 124210 h 128986"/>
                <a:gd name="csX37" fmla="*/ 79303 w 154306"/>
                <a:gd name="csY37" fmla="*/ 122776 h 128986"/>
                <a:gd name="csX38" fmla="*/ 76915 w 154306"/>
                <a:gd name="csY38" fmla="*/ 122776 h 128986"/>
                <a:gd name="csX39" fmla="*/ 75959 w 154306"/>
                <a:gd name="csY39" fmla="*/ 122299 h 128986"/>
                <a:gd name="csX40" fmla="*/ 75481 w 154306"/>
                <a:gd name="csY40" fmla="*/ 121821 h 128986"/>
                <a:gd name="csX41" fmla="*/ 75004 w 154306"/>
                <a:gd name="csY41" fmla="*/ 120865 h 128986"/>
                <a:gd name="csX42" fmla="*/ 75004 w 154306"/>
                <a:gd name="csY42" fmla="*/ 119910 h 128986"/>
                <a:gd name="csX43" fmla="*/ 75481 w 154306"/>
                <a:gd name="csY43" fmla="*/ 117521 h 128986"/>
                <a:gd name="csX44" fmla="*/ 75481 w 154306"/>
                <a:gd name="csY44" fmla="*/ 117521 h 128986"/>
                <a:gd name="csX45" fmla="*/ 74526 w 154306"/>
                <a:gd name="csY45" fmla="*/ 117044 h 128986"/>
                <a:gd name="csX46" fmla="*/ 73093 w 154306"/>
                <a:gd name="csY46" fmla="*/ 116566 h 128986"/>
                <a:gd name="csX47" fmla="*/ 69749 w 154306"/>
                <a:gd name="csY47" fmla="*/ 115610 h 128986"/>
                <a:gd name="csX48" fmla="*/ 65449 w 154306"/>
                <a:gd name="csY48" fmla="*/ 114655 h 128986"/>
                <a:gd name="csX49" fmla="*/ 58761 w 154306"/>
                <a:gd name="csY49" fmla="*/ 113222 h 128986"/>
                <a:gd name="csX50" fmla="*/ 55894 w 154306"/>
                <a:gd name="csY50" fmla="*/ 113222 h 128986"/>
                <a:gd name="csX51" fmla="*/ 55417 w 154306"/>
                <a:gd name="csY51" fmla="*/ 112744 h 128986"/>
                <a:gd name="csX52" fmla="*/ 54461 w 154306"/>
                <a:gd name="csY52" fmla="*/ 111789 h 128986"/>
                <a:gd name="csX53" fmla="*/ 53028 w 154306"/>
                <a:gd name="csY53" fmla="*/ 108922 h 128986"/>
                <a:gd name="csX54" fmla="*/ 52072 w 154306"/>
                <a:gd name="csY54" fmla="*/ 107011 h 128986"/>
                <a:gd name="csX55" fmla="*/ 48728 w 154306"/>
                <a:gd name="csY55" fmla="*/ 104145 h 128986"/>
                <a:gd name="csX56" fmla="*/ 48251 w 154306"/>
                <a:gd name="csY56" fmla="*/ 103189 h 128986"/>
                <a:gd name="csX57" fmla="*/ 48728 w 154306"/>
                <a:gd name="csY57" fmla="*/ 100801 h 128986"/>
                <a:gd name="csX58" fmla="*/ 48728 w 154306"/>
                <a:gd name="csY58" fmla="*/ 98890 h 128986"/>
                <a:gd name="csX59" fmla="*/ 49206 w 154306"/>
                <a:gd name="csY59" fmla="*/ 97457 h 128986"/>
                <a:gd name="csX60" fmla="*/ 48728 w 154306"/>
                <a:gd name="csY60" fmla="*/ 96024 h 128986"/>
                <a:gd name="csX61" fmla="*/ 48728 w 154306"/>
                <a:gd name="csY61" fmla="*/ 94112 h 128986"/>
                <a:gd name="csX62" fmla="*/ 48728 w 154306"/>
                <a:gd name="csY62" fmla="*/ 92679 h 128986"/>
                <a:gd name="csX63" fmla="*/ 48728 w 154306"/>
                <a:gd name="csY63" fmla="*/ 92202 h 128986"/>
                <a:gd name="csX64" fmla="*/ 47295 w 154306"/>
                <a:gd name="csY64" fmla="*/ 91724 h 128986"/>
                <a:gd name="csX65" fmla="*/ 44429 w 154306"/>
                <a:gd name="csY65" fmla="*/ 91724 h 128986"/>
                <a:gd name="csX66" fmla="*/ 40607 w 154306"/>
                <a:gd name="csY66" fmla="*/ 91724 h 128986"/>
                <a:gd name="csX67" fmla="*/ 40607 w 154306"/>
                <a:gd name="csY67" fmla="*/ 89813 h 128986"/>
                <a:gd name="csX68" fmla="*/ 40129 w 154306"/>
                <a:gd name="csY68" fmla="*/ 86947 h 128986"/>
                <a:gd name="csX69" fmla="*/ 39651 w 154306"/>
                <a:gd name="csY69" fmla="*/ 85513 h 128986"/>
                <a:gd name="csX70" fmla="*/ 38696 w 154306"/>
                <a:gd name="csY70" fmla="*/ 84558 h 128986"/>
                <a:gd name="csX71" fmla="*/ 36785 w 154306"/>
                <a:gd name="csY71" fmla="*/ 83603 h 128986"/>
                <a:gd name="csX72" fmla="*/ 33441 w 154306"/>
                <a:gd name="csY72" fmla="*/ 82169 h 128986"/>
                <a:gd name="csX73" fmla="*/ 28664 w 154306"/>
                <a:gd name="csY73" fmla="*/ 80736 h 128986"/>
                <a:gd name="csX74" fmla="*/ 24842 w 154306"/>
                <a:gd name="csY74" fmla="*/ 77870 h 128986"/>
                <a:gd name="csX75" fmla="*/ 20065 w 154306"/>
                <a:gd name="csY75" fmla="*/ 74526 h 128986"/>
                <a:gd name="csX76" fmla="*/ 18631 w 154306"/>
                <a:gd name="csY76" fmla="*/ 73570 h 128986"/>
                <a:gd name="csX77" fmla="*/ 16721 w 154306"/>
                <a:gd name="csY77" fmla="*/ 70704 h 128986"/>
                <a:gd name="csX78" fmla="*/ 14332 w 154306"/>
                <a:gd name="csY78" fmla="*/ 64971 h 128986"/>
                <a:gd name="csX79" fmla="*/ 14332 w 154306"/>
                <a:gd name="csY79" fmla="*/ 63060 h 128986"/>
                <a:gd name="csX80" fmla="*/ 14332 w 154306"/>
                <a:gd name="csY80" fmla="*/ 62105 h 128986"/>
                <a:gd name="csX81" fmla="*/ 11466 w 154306"/>
                <a:gd name="csY81" fmla="*/ 59716 h 128986"/>
                <a:gd name="csX82" fmla="*/ 10988 w 154306"/>
                <a:gd name="csY82" fmla="*/ 58283 h 128986"/>
                <a:gd name="csX83" fmla="*/ 10510 w 154306"/>
                <a:gd name="csY83" fmla="*/ 56850 h 128986"/>
                <a:gd name="csX84" fmla="*/ 6688 w 154306"/>
                <a:gd name="csY84" fmla="*/ 52550 h 128986"/>
                <a:gd name="csX85" fmla="*/ 5255 w 154306"/>
                <a:gd name="csY85" fmla="*/ 51117 h 128986"/>
                <a:gd name="csX86" fmla="*/ 4300 w 154306"/>
                <a:gd name="csY86" fmla="*/ 48728 h 128986"/>
                <a:gd name="csX87" fmla="*/ 2867 w 154306"/>
                <a:gd name="csY87" fmla="*/ 46817 h 128986"/>
                <a:gd name="csX88" fmla="*/ 2389 w 154306"/>
                <a:gd name="csY88" fmla="*/ 46340 h 128986"/>
                <a:gd name="csX89" fmla="*/ 956 w 154306"/>
                <a:gd name="csY89" fmla="*/ 44906 h 128986"/>
                <a:gd name="csX90" fmla="*/ 478 w 154306"/>
                <a:gd name="csY90" fmla="*/ 43951 h 128986"/>
                <a:gd name="csX91" fmla="*/ 0 w 154306"/>
                <a:gd name="csY91" fmla="*/ 42518 h 128986"/>
                <a:gd name="csX92" fmla="*/ 0 w 154306"/>
                <a:gd name="csY92" fmla="*/ 41562 h 128986"/>
                <a:gd name="csX93" fmla="*/ 478 w 154306"/>
                <a:gd name="csY93" fmla="*/ 40607 h 128986"/>
                <a:gd name="csX94" fmla="*/ 4300 w 154306"/>
                <a:gd name="csY94" fmla="*/ 41562 h 128986"/>
                <a:gd name="csX95" fmla="*/ 6688 w 154306"/>
                <a:gd name="csY95" fmla="*/ 41562 h 128986"/>
                <a:gd name="csX96" fmla="*/ 8121 w 154306"/>
                <a:gd name="csY96" fmla="*/ 41085 h 128986"/>
                <a:gd name="csX97" fmla="*/ 10032 w 154306"/>
                <a:gd name="csY97" fmla="*/ 41562 h 128986"/>
                <a:gd name="csX98" fmla="*/ 12421 w 154306"/>
                <a:gd name="csY98" fmla="*/ 43473 h 128986"/>
                <a:gd name="csX99" fmla="*/ 15287 w 154306"/>
                <a:gd name="csY99" fmla="*/ 43951 h 128986"/>
                <a:gd name="csX100" fmla="*/ 18154 w 154306"/>
                <a:gd name="csY100" fmla="*/ 42518 h 128986"/>
                <a:gd name="csX101" fmla="*/ 21976 w 154306"/>
                <a:gd name="csY101" fmla="*/ 42996 h 128986"/>
                <a:gd name="csX102" fmla="*/ 26753 w 154306"/>
                <a:gd name="csY102" fmla="*/ 44906 h 128986"/>
                <a:gd name="csX103" fmla="*/ 30575 w 154306"/>
                <a:gd name="csY103" fmla="*/ 44906 h 128986"/>
                <a:gd name="csX104" fmla="*/ 35352 w 154306"/>
                <a:gd name="csY104" fmla="*/ 43473 h 128986"/>
                <a:gd name="csX105" fmla="*/ 39651 w 154306"/>
                <a:gd name="csY105" fmla="*/ 39174 h 128986"/>
                <a:gd name="csX106" fmla="*/ 43951 w 154306"/>
                <a:gd name="csY106" fmla="*/ 34874 h 128986"/>
                <a:gd name="csX107" fmla="*/ 47773 w 154306"/>
                <a:gd name="csY107" fmla="*/ 30097 h 128986"/>
                <a:gd name="csX108" fmla="*/ 50162 w 154306"/>
                <a:gd name="csY108" fmla="*/ 26275 h 128986"/>
                <a:gd name="csX109" fmla="*/ 53506 w 154306"/>
                <a:gd name="csY109" fmla="*/ 23409 h 128986"/>
                <a:gd name="csX110" fmla="*/ 58283 w 154306"/>
                <a:gd name="csY110" fmla="*/ 21020 h 128986"/>
                <a:gd name="csX111" fmla="*/ 63060 w 154306"/>
                <a:gd name="csY111" fmla="*/ 19109 h 128986"/>
                <a:gd name="csX112" fmla="*/ 70226 w 154306"/>
                <a:gd name="csY112" fmla="*/ 16721 h 128986"/>
                <a:gd name="csX113" fmla="*/ 70226 w 154306"/>
                <a:gd name="csY113" fmla="*/ 16721 h 128986"/>
                <a:gd name="csX114" fmla="*/ 71660 w 154306"/>
                <a:gd name="csY114" fmla="*/ 14332 h 128986"/>
                <a:gd name="csX115" fmla="*/ 72137 w 154306"/>
                <a:gd name="csY115" fmla="*/ 12421 h 128986"/>
                <a:gd name="csX116" fmla="*/ 72137 w 154306"/>
                <a:gd name="csY116" fmla="*/ 9077 h 128986"/>
                <a:gd name="csX117" fmla="*/ 72137 w 154306"/>
                <a:gd name="csY117" fmla="*/ 7166 h 128986"/>
                <a:gd name="csX118" fmla="*/ 73093 w 154306"/>
                <a:gd name="csY118" fmla="*/ 6210 h 128986"/>
                <a:gd name="csX119" fmla="*/ 74048 w 154306"/>
                <a:gd name="csY119" fmla="*/ 5733 h 128986"/>
                <a:gd name="csX120" fmla="*/ 75959 w 154306"/>
                <a:gd name="csY120" fmla="*/ 4777 h 128986"/>
                <a:gd name="csX121" fmla="*/ 80258 w 154306"/>
                <a:gd name="csY121" fmla="*/ 2389 h 128986"/>
                <a:gd name="csX122" fmla="*/ 84558 w 154306"/>
                <a:gd name="csY122" fmla="*/ 955 h 128986"/>
                <a:gd name="csX123" fmla="*/ 89335 w 154306"/>
                <a:gd name="csY123" fmla="*/ 0 h 128986"/>
                <a:gd name="csX124" fmla="*/ 94590 w 154306"/>
                <a:gd name="csY124" fmla="*/ 0 h 128986"/>
                <a:gd name="csX125" fmla="*/ 99368 w 154306"/>
                <a:gd name="csY125" fmla="*/ 0 h 128986"/>
                <a:gd name="csX126" fmla="*/ 102234 w 154306"/>
                <a:gd name="csY126" fmla="*/ 0 h 128986"/>
                <a:gd name="csX127" fmla="*/ 102712 w 154306"/>
                <a:gd name="csY127" fmla="*/ 2866 h 128986"/>
                <a:gd name="csX128" fmla="*/ 102712 w 154306"/>
                <a:gd name="csY128" fmla="*/ 6210 h 128986"/>
                <a:gd name="csX129" fmla="*/ 103190 w 154306"/>
                <a:gd name="csY129" fmla="*/ 6210 h 128986"/>
                <a:gd name="csX130" fmla="*/ 107011 w 154306"/>
                <a:gd name="csY130" fmla="*/ 6688 h 128986"/>
                <a:gd name="csX131" fmla="*/ 113222 w 154306"/>
                <a:gd name="csY131" fmla="*/ 6688 h 128986"/>
                <a:gd name="csX132" fmla="*/ 118954 w 154306"/>
                <a:gd name="csY132" fmla="*/ 7166 h 128986"/>
                <a:gd name="csX133" fmla="*/ 122777 w 154306"/>
                <a:gd name="csY133" fmla="*/ 9555 h 128986"/>
                <a:gd name="csX134" fmla="*/ 124210 w 154306"/>
                <a:gd name="csY134" fmla="*/ 10032 h 128986"/>
                <a:gd name="csX135" fmla="*/ 128031 w 154306"/>
                <a:gd name="csY135" fmla="*/ 10510 h 128986"/>
                <a:gd name="csX136" fmla="*/ 133286 w 154306"/>
                <a:gd name="csY136" fmla="*/ 14809 h 128986"/>
                <a:gd name="csX137" fmla="*/ 139019 w 154306"/>
                <a:gd name="csY137" fmla="*/ 14809 h 128986"/>
                <a:gd name="csX138" fmla="*/ 143319 w 154306"/>
                <a:gd name="csY138" fmla="*/ 16243 h 128986"/>
                <a:gd name="csX139" fmla="*/ 146663 w 154306"/>
                <a:gd name="csY139" fmla="*/ 17676 h 128986"/>
                <a:gd name="csX140" fmla="*/ 149052 w 154306"/>
                <a:gd name="csY140" fmla="*/ 19109 h 128986"/>
                <a:gd name="csX141" fmla="*/ 150485 w 154306"/>
                <a:gd name="csY141" fmla="*/ 19587 h 128986"/>
                <a:gd name="csX142" fmla="*/ 152396 w 154306"/>
                <a:gd name="csY142" fmla="*/ 19587 h 128986"/>
                <a:gd name="csX143" fmla="*/ 152874 w 154306"/>
                <a:gd name="csY143" fmla="*/ 20064 h 128986"/>
                <a:gd name="csX144" fmla="*/ 152874 w 154306"/>
                <a:gd name="csY144" fmla="*/ 21020 h 128986"/>
                <a:gd name="csX145" fmla="*/ 151440 w 154306"/>
                <a:gd name="csY145" fmla="*/ 23409 h 128986"/>
                <a:gd name="csX146" fmla="*/ 151918 w 154306"/>
                <a:gd name="csY146" fmla="*/ 26275 h 128986"/>
                <a:gd name="csX147" fmla="*/ 153351 w 154306"/>
                <a:gd name="csY147" fmla="*/ 30097 h 128986"/>
                <a:gd name="csX148" fmla="*/ 153829 w 154306"/>
                <a:gd name="csY148" fmla="*/ 33441 h 128986"/>
                <a:gd name="csX149" fmla="*/ 153351 w 154306"/>
                <a:gd name="csY149" fmla="*/ 39651 h 128986"/>
                <a:gd name="csX150" fmla="*/ 153351 w 154306"/>
                <a:gd name="csY150" fmla="*/ 45862 h 128986"/>
                <a:gd name="csX151" fmla="*/ 153351 w 154306"/>
                <a:gd name="csY151" fmla="*/ 48251 h 128986"/>
                <a:gd name="csX152" fmla="*/ 153829 w 154306"/>
                <a:gd name="csY152" fmla="*/ 49684 h 128986"/>
                <a:gd name="csX153" fmla="*/ 153829 w 154306"/>
                <a:gd name="csY153" fmla="*/ 50162 h 128986"/>
                <a:gd name="csX154" fmla="*/ 153829 w 154306"/>
                <a:gd name="csY154" fmla="*/ 51117 h 128986"/>
                <a:gd name="csX155" fmla="*/ 152874 w 154306"/>
                <a:gd name="csY155" fmla="*/ 53505 h 128986"/>
                <a:gd name="csX156" fmla="*/ 152396 w 154306"/>
                <a:gd name="csY156" fmla="*/ 56372 h 128986"/>
                <a:gd name="csX157" fmla="*/ 151918 w 154306"/>
                <a:gd name="csY157" fmla="*/ 57328 h 128986"/>
                <a:gd name="csX158" fmla="*/ 151918 w 154306"/>
                <a:gd name="csY158" fmla="*/ 58283 h 128986"/>
                <a:gd name="csX159" fmla="*/ 151440 w 154306"/>
                <a:gd name="csY159" fmla="*/ 58761 h 128986"/>
                <a:gd name="csX160" fmla="*/ 148574 w 154306"/>
                <a:gd name="csY160" fmla="*/ 60194 h 128986"/>
                <a:gd name="csX161" fmla="*/ 148574 w 154306"/>
                <a:gd name="csY161" fmla="*/ 60194 h 128986"/>
                <a:gd name="csX162" fmla="*/ 148096 w 154306"/>
                <a:gd name="csY162" fmla="*/ 60671 h 128986"/>
                <a:gd name="csX163" fmla="*/ 148096 w 154306"/>
                <a:gd name="csY163" fmla="*/ 62105 h 128986"/>
                <a:gd name="csX164" fmla="*/ 148574 w 154306"/>
                <a:gd name="csY164" fmla="*/ 63538 h 128986"/>
                <a:gd name="csX165" fmla="*/ 148574 w 154306"/>
                <a:gd name="csY165" fmla="*/ 63538 h 128986"/>
                <a:gd name="csX166" fmla="*/ 149529 w 154306"/>
                <a:gd name="csY166" fmla="*/ 64016 h 128986"/>
                <a:gd name="csX167" fmla="*/ 150485 w 154306"/>
                <a:gd name="csY167" fmla="*/ 64493 h 128986"/>
                <a:gd name="csX168" fmla="*/ 150963 w 154306"/>
                <a:gd name="csY168" fmla="*/ 65449 h 128986"/>
                <a:gd name="csX169" fmla="*/ 150963 w 154306"/>
                <a:gd name="csY169" fmla="*/ 66404 h 128986"/>
                <a:gd name="csX170" fmla="*/ 150963 w 154306"/>
                <a:gd name="csY170" fmla="*/ 67837 h 128986"/>
                <a:gd name="csX171" fmla="*/ 149529 w 154306"/>
                <a:gd name="csY171" fmla="*/ 70704 h 128986"/>
                <a:gd name="csX172" fmla="*/ 150963 w 154306"/>
                <a:gd name="csY172" fmla="*/ 74048 h 128986"/>
                <a:gd name="csX173" fmla="*/ 151918 w 154306"/>
                <a:gd name="csY173" fmla="*/ 76437 h 128986"/>
                <a:gd name="csX174" fmla="*/ 153351 w 154306"/>
                <a:gd name="csY174" fmla="*/ 78825 h 128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</a:cxnLst>
              <a:rect l="l" t="t" r="r" b="b"/>
              <a:pathLst>
                <a:path w="154306" h="128986">
                  <a:moveTo>
                    <a:pt x="153351" y="78825"/>
                  </a:moveTo>
                  <a:lnTo>
                    <a:pt x="154307" y="80258"/>
                  </a:lnTo>
                  <a:lnTo>
                    <a:pt x="154307" y="81214"/>
                  </a:lnTo>
                  <a:lnTo>
                    <a:pt x="153829" y="82169"/>
                  </a:lnTo>
                  <a:lnTo>
                    <a:pt x="151440" y="86947"/>
                  </a:lnTo>
                  <a:lnTo>
                    <a:pt x="149529" y="89335"/>
                  </a:lnTo>
                  <a:lnTo>
                    <a:pt x="147618" y="92679"/>
                  </a:lnTo>
                  <a:lnTo>
                    <a:pt x="144752" y="94590"/>
                  </a:lnTo>
                  <a:lnTo>
                    <a:pt x="143797" y="95546"/>
                  </a:lnTo>
                  <a:lnTo>
                    <a:pt x="143797" y="96501"/>
                  </a:lnTo>
                  <a:lnTo>
                    <a:pt x="143797" y="98412"/>
                  </a:lnTo>
                  <a:lnTo>
                    <a:pt x="143797" y="100801"/>
                  </a:lnTo>
                  <a:lnTo>
                    <a:pt x="141408" y="104623"/>
                  </a:lnTo>
                  <a:lnTo>
                    <a:pt x="142841" y="107489"/>
                  </a:lnTo>
                  <a:lnTo>
                    <a:pt x="142363" y="107967"/>
                  </a:lnTo>
                  <a:lnTo>
                    <a:pt x="141886" y="108444"/>
                  </a:lnTo>
                  <a:lnTo>
                    <a:pt x="138064" y="111789"/>
                  </a:lnTo>
                  <a:lnTo>
                    <a:pt x="134720" y="115610"/>
                  </a:lnTo>
                  <a:lnTo>
                    <a:pt x="134720" y="115610"/>
                  </a:lnTo>
                  <a:lnTo>
                    <a:pt x="131854" y="117999"/>
                  </a:lnTo>
                  <a:lnTo>
                    <a:pt x="128987" y="120865"/>
                  </a:lnTo>
                  <a:lnTo>
                    <a:pt x="125643" y="124210"/>
                  </a:lnTo>
                  <a:lnTo>
                    <a:pt x="122777" y="127076"/>
                  </a:lnTo>
                  <a:lnTo>
                    <a:pt x="120388" y="128987"/>
                  </a:lnTo>
                  <a:lnTo>
                    <a:pt x="119910" y="128987"/>
                  </a:lnTo>
                  <a:lnTo>
                    <a:pt x="118477" y="128031"/>
                  </a:lnTo>
                  <a:lnTo>
                    <a:pt x="116088" y="127554"/>
                  </a:lnTo>
                  <a:lnTo>
                    <a:pt x="112744" y="127076"/>
                  </a:lnTo>
                  <a:lnTo>
                    <a:pt x="108922" y="127076"/>
                  </a:lnTo>
                  <a:lnTo>
                    <a:pt x="103667" y="127554"/>
                  </a:lnTo>
                  <a:lnTo>
                    <a:pt x="98412" y="127076"/>
                  </a:lnTo>
                  <a:lnTo>
                    <a:pt x="92679" y="124687"/>
                  </a:lnTo>
                  <a:lnTo>
                    <a:pt x="87902" y="124210"/>
                  </a:lnTo>
                  <a:lnTo>
                    <a:pt x="82170" y="125165"/>
                  </a:lnTo>
                  <a:lnTo>
                    <a:pt x="82170" y="125165"/>
                  </a:lnTo>
                  <a:lnTo>
                    <a:pt x="81692" y="125165"/>
                  </a:lnTo>
                  <a:lnTo>
                    <a:pt x="81214" y="124210"/>
                  </a:lnTo>
                  <a:lnTo>
                    <a:pt x="79303" y="122776"/>
                  </a:lnTo>
                  <a:lnTo>
                    <a:pt x="76915" y="122776"/>
                  </a:lnTo>
                  <a:lnTo>
                    <a:pt x="75959" y="122299"/>
                  </a:lnTo>
                  <a:lnTo>
                    <a:pt x="75481" y="121821"/>
                  </a:lnTo>
                  <a:lnTo>
                    <a:pt x="75004" y="120865"/>
                  </a:lnTo>
                  <a:lnTo>
                    <a:pt x="75004" y="119910"/>
                  </a:lnTo>
                  <a:lnTo>
                    <a:pt x="75481" y="117521"/>
                  </a:lnTo>
                  <a:lnTo>
                    <a:pt x="75481" y="117521"/>
                  </a:lnTo>
                  <a:lnTo>
                    <a:pt x="74526" y="117044"/>
                  </a:lnTo>
                  <a:lnTo>
                    <a:pt x="73093" y="116566"/>
                  </a:lnTo>
                  <a:lnTo>
                    <a:pt x="69749" y="115610"/>
                  </a:lnTo>
                  <a:lnTo>
                    <a:pt x="65449" y="114655"/>
                  </a:lnTo>
                  <a:lnTo>
                    <a:pt x="58761" y="113222"/>
                  </a:lnTo>
                  <a:lnTo>
                    <a:pt x="55894" y="113222"/>
                  </a:lnTo>
                  <a:lnTo>
                    <a:pt x="55417" y="112744"/>
                  </a:lnTo>
                  <a:lnTo>
                    <a:pt x="54461" y="111789"/>
                  </a:lnTo>
                  <a:lnTo>
                    <a:pt x="53028" y="108922"/>
                  </a:lnTo>
                  <a:lnTo>
                    <a:pt x="52072" y="107011"/>
                  </a:lnTo>
                  <a:lnTo>
                    <a:pt x="48728" y="104145"/>
                  </a:lnTo>
                  <a:lnTo>
                    <a:pt x="48251" y="103189"/>
                  </a:lnTo>
                  <a:lnTo>
                    <a:pt x="48728" y="100801"/>
                  </a:lnTo>
                  <a:lnTo>
                    <a:pt x="48728" y="98890"/>
                  </a:lnTo>
                  <a:lnTo>
                    <a:pt x="49206" y="97457"/>
                  </a:lnTo>
                  <a:lnTo>
                    <a:pt x="48728" y="96024"/>
                  </a:lnTo>
                  <a:lnTo>
                    <a:pt x="48728" y="94112"/>
                  </a:lnTo>
                  <a:lnTo>
                    <a:pt x="48728" y="92679"/>
                  </a:lnTo>
                  <a:lnTo>
                    <a:pt x="48728" y="92202"/>
                  </a:lnTo>
                  <a:lnTo>
                    <a:pt x="47295" y="91724"/>
                  </a:lnTo>
                  <a:lnTo>
                    <a:pt x="44429" y="91724"/>
                  </a:lnTo>
                  <a:lnTo>
                    <a:pt x="40607" y="91724"/>
                  </a:lnTo>
                  <a:lnTo>
                    <a:pt x="40607" y="89813"/>
                  </a:lnTo>
                  <a:lnTo>
                    <a:pt x="40129" y="86947"/>
                  </a:lnTo>
                  <a:lnTo>
                    <a:pt x="39651" y="85513"/>
                  </a:lnTo>
                  <a:lnTo>
                    <a:pt x="38696" y="84558"/>
                  </a:lnTo>
                  <a:lnTo>
                    <a:pt x="36785" y="83603"/>
                  </a:lnTo>
                  <a:lnTo>
                    <a:pt x="33441" y="82169"/>
                  </a:lnTo>
                  <a:lnTo>
                    <a:pt x="28664" y="80736"/>
                  </a:lnTo>
                  <a:lnTo>
                    <a:pt x="24842" y="77870"/>
                  </a:lnTo>
                  <a:lnTo>
                    <a:pt x="20065" y="74526"/>
                  </a:lnTo>
                  <a:lnTo>
                    <a:pt x="18631" y="73570"/>
                  </a:lnTo>
                  <a:lnTo>
                    <a:pt x="16721" y="70704"/>
                  </a:lnTo>
                  <a:lnTo>
                    <a:pt x="14332" y="64971"/>
                  </a:lnTo>
                  <a:lnTo>
                    <a:pt x="14332" y="63060"/>
                  </a:lnTo>
                  <a:lnTo>
                    <a:pt x="14332" y="62105"/>
                  </a:lnTo>
                  <a:lnTo>
                    <a:pt x="11466" y="59716"/>
                  </a:lnTo>
                  <a:lnTo>
                    <a:pt x="10988" y="58283"/>
                  </a:lnTo>
                  <a:lnTo>
                    <a:pt x="10510" y="56850"/>
                  </a:lnTo>
                  <a:lnTo>
                    <a:pt x="6688" y="52550"/>
                  </a:lnTo>
                  <a:lnTo>
                    <a:pt x="5255" y="51117"/>
                  </a:lnTo>
                  <a:lnTo>
                    <a:pt x="4300" y="48728"/>
                  </a:lnTo>
                  <a:lnTo>
                    <a:pt x="2867" y="46817"/>
                  </a:lnTo>
                  <a:lnTo>
                    <a:pt x="2389" y="46340"/>
                  </a:lnTo>
                  <a:lnTo>
                    <a:pt x="956" y="44906"/>
                  </a:lnTo>
                  <a:lnTo>
                    <a:pt x="478" y="43951"/>
                  </a:lnTo>
                  <a:lnTo>
                    <a:pt x="0" y="42518"/>
                  </a:lnTo>
                  <a:lnTo>
                    <a:pt x="0" y="41562"/>
                  </a:lnTo>
                  <a:lnTo>
                    <a:pt x="478" y="40607"/>
                  </a:lnTo>
                  <a:lnTo>
                    <a:pt x="4300" y="41562"/>
                  </a:lnTo>
                  <a:lnTo>
                    <a:pt x="6688" y="41562"/>
                  </a:lnTo>
                  <a:lnTo>
                    <a:pt x="8121" y="41085"/>
                  </a:lnTo>
                  <a:lnTo>
                    <a:pt x="10032" y="41562"/>
                  </a:lnTo>
                  <a:lnTo>
                    <a:pt x="12421" y="43473"/>
                  </a:lnTo>
                  <a:lnTo>
                    <a:pt x="15287" y="43951"/>
                  </a:lnTo>
                  <a:lnTo>
                    <a:pt x="18154" y="42518"/>
                  </a:lnTo>
                  <a:lnTo>
                    <a:pt x="21976" y="42996"/>
                  </a:lnTo>
                  <a:lnTo>
                    <a:pt x="26753" y="44906"/>
                  </a:lnTo>
                  <a:lnTo>
                    <a:pt x="30575" y="44906"/>
                  </a:lnTo>
                  <a:lnTo>
                    <a:pt x="35352" y="43473"/>
                  </a:lnTo>
                  <a:lnTo>
                    <a:pt x="39651" y="39174"/>
                  </a:lnTo>
                  <a:lnTo>
                    <a:pt x="43951" y="34874"/>
                  </a:lnTo>
                  <a:lnTo>
                    <a:pt x="47773" y="30097"/>
                  </a:lnTo>
                  <a:lnTo>
                    <a:pt x="50162" y="26275"/>
                  </a:lnTo>
                  <a:lnTo>
                    <a:pt x="53506" y="23409"/>
                  </a:lnTo>
                  <a:lnTo>
                    <a:pt x="58283" y="21020"/>
                  </a:lnTo>
                  <a:lnTo>
                    <a:pt x="63060" y="19109"/>
                  </a:lnTo>
                  <a:lnTo>
                    <a:pt x="70226" y="16721"/>
                  </a:lnTo>
                  <a:lnTo>
                    <a:pt x="70226" y="16721"/>
                  </a:lnTo>
                  <a:lnTo>
                    <a:pt x="71660" y="14332"/>
                  </a:lnTo>
                  <a:lnTo>
                    <a:pt x="72137" y="12421"/>
                  </a:lnTo>
                  <a:lnTo>
                    <a:pt x="72137" y="9077"/>
                  </a:lnTo>
                  <a:lnTo>
                    <a:pt x="72137" y="7166"/>
                  </a:lnTo>
                  <a:lnTo>
                    <a:pt x="73093" y="6210"/>
                  </a:lnTo>
                  <a:lnTo>
                    <a:pt x="74048" y="5733"/>
                  </a:lnTo>
                  <a:lnTo>
                    <a:pt x="75959" y="4777"/>
                  </a:lnTo>
                  <a:lnTo>
                    <a:pt x="80258" y="2389"/>
                  </a:lnTo>
                  <a:lnTo>
                    <a:pt x="84558" y="955"/>
                  </a:lnTo>
                  <a:lnTo>
                    <a:pt x="89335" y="0"/>
                  </a:lnTo>
                  <a:lnTo>
                    <a:pt x="94590" y="0"/>
                  </a:lnTo>
                  <a:lnTo>
                    <a:pt x="99368" y="0"/>
                  </a:lnTo>
                  <a:lnTo>
                    <a:pt x="102234" y="0"/>
                  </a:lnTo>
                  <a:lnTo>
                    <a:pt x="102712" y="2866"/>
                  </a:lnTo>
                  <a:lnTo>
                    <a:pt x="102712" y="6210"/>
                  </a:lnTo>
                  <a:lnTo>
                    <a:pt x="103190" y="6210"/>
                  </a:lnTo>
                  <a:lnTo>
                    <a:pt x="107011" y="6688"/>
                  </a:lnTo>
                  <a:lnTo>
                    <a:pt x="113222" y="6688"/>
                  </a:lnTo>
                  <a:lnTo>
                    <a:pt x="118954" y="7166"/>
                  </a:lnTo>
                  <a:lnTo>
                    <a:pt x="122777" y="9555"/>
                  </a:lnTo>
                  <a:lnTo>
                    <a:pt x="124210" y="10032"/>
                  </a:lnTo>
                  <a:lnTo>
                    <a:pt x="128031" y="10510"/>
                  </a:lnTo>
                  <a:lnTo>
                    <a:pt x="133286" y="14809"/>
                  </a:lnTo>
                  <a:lnTo>
                    <a:pt x="139019" y="14809"/>
                  </a:lnTo>
                  <a:lnTo>
                    <a:pt x="143319" y="16243"/>
                  </a:lnTo>
                  <a:lnTo>
                    <a:pt x="146663" y="17676"/>
                  </a:lnTo>
                  <a:lnTo>
                    <a:pt x="149052" y="19109"/>
                  </a:lnTo>
                  <a:lnTo>
                    <a:pt x="150485" y="19587"/>
                  </a:lnTo>
                  <a:lnTo>
                    <a:pt x="152396" y="19587"/>
                  </a:lnTo>
                  <a:lnTo>
                    <a:pt x="152874" y="20064"/>
                  </a:lnTo>
                  <a:lnTo>
                    <a:pt x="152874" y="21020"/>
                  </a:lnTo>
                  <a:lnTo>
                    <a:pt x="151440" y="23409"/>
                  </a:lnTo>
                  <a:lnTo>
                    <a:pt x="151918" y="26275"/>
                  </a:lnTo>
                  <a:lnTo>
                    <a:pt x="153351" y="30097"/>
                  </a:lnTo>
                  <a:lnTo>
                    <a:pt x="153829" y="33441"/>
                  </a:lnTo>
                  <a:lnTo>
                    <a:pt x="153351" y="39651"/>
                  </a:lnTo>
                  <a:lnTo>
                    <a:pt x="153351" y="45862"/>
                  </a:lnTo>
                  <a:lnTo>
                    <a:pt x="153351" y="48251"/>
                  </a:lnTo>
                  <a:lnTo>
                    <a:pt x="153829" y="49684"/>
                  </a:lnTo>
                  <a:lnTo>
                    <a:pt x="153829" y="50162"/>
                  </a:lnTo>
                  <a:lnTo>
                    <a:pt x="153829" y="51117"/>
                  </a:lnTo>
                  <a:lnTo>
                    <a:pt x="152874" y="53505"/>
                  </a:lnTo>
                  <a:lnTo>
                    <a:pt x="152396" y="56372"/>
                  </a:lnTo>
                  <a:lnTo>
                    <a:pt x="151918" y="57328"/>
                  </a:lnTo>
                  <a:lnTo>
                    <a:pt x="151918" y="58283"/>
                  </a:lnTo>
                  <a:lnTo>
                    <a:pt x="151440" y="58761"/>
                  </a:lnTo>
                  <a:lnTo>
                    <a:pt x="148574" y="60194"/>
                  </a:lnTo>
                  <a:lnTo>
                    <a:pt x="148574" y="60194"/>
                  </a:lnTo>
                  <a:lnTo>
                    <a:pt x="148096" y="60671"/>
                  </a:lnTo>
                  <a:lnTo>
                    <a:pt x="148096" y="62105"/>
                  </a:lnTo>
                  <a:lnTo>
                    <a:pt x="148574" y="63538"/>
                  </a:lnTo>
                  <a:lnTo>
                    <a:pt x="148574" y="63538"/>
                  </a:lnTo>
                  <a:lnTo>
                    <a:pt x="149529" y="64016"/>
                  </a:lnTo>
                  <a:lnTo>
                    <a:pt x="150485" y="64493"/>
                  </a:lnTo>
                  <a:lnTo>
                    <a:pt x="150963" y="65449"/>
                  </a:lnTo>
                  <a:lnTo>
                    <a:pt x="150963" y="66404"/>
                  </a:lnTo>
                  <a:lnTo>
                    <a:pt x="150963" y="67837"/>
                  </a:lnTo>
                  <a:lnTo>
                    <a:pt x="149529" y="70704"/>
                  </a:lnTo>
                  <a:lnTo>
                    <a:pt x="150963" y="74048"/>
                  </a:lnTo>
                  <a:lnTo>
                    <a:pt x="151918" y="76437"/>
                  </a:lnTo>
                  <a:lnTo>
                    <a:pt x="153351" y="7882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" name="Freeform 1641">
              <a:extLst>
                <a:ext uri="{FF2B5EF4-FFF2-40B4-BE49-F238E27FC236}">
                  <a16:creationId xmlns:a16="http://schemas.microsoft.com/office/drawing/2014/main" id="{FAE6DC61-91F8-20BC-1ED6-17EC9C4A7CBD}"/>
                </a:ext>
              </a:extLst>
            </p:cNvPr>
            <p:cNvSpPr/>
            <p:nvPr/>
          </p:nvSpPr>
          <p:spPr>
            <a:xfrm>
              <a:off x="6536465" y="4904968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478 w 955"/>
                <a:gd name="csY1" fmla="*/ 478 h 477"/>
                <a:gd name="csX2" fmla="*/ 0 w 955"/>
                <a:gd name="csY2" fmla="*/ 478 h 477"/>
                <a:gd name="csX3" fmla="*/ 478 w 955"/>
                <a:gd name="csY3" fmla="*/ 0 h 477"/>
                <a:gd name="csX4" fmla="*/ 956 w 955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" name="Freeform 1642">
              <a:extLst>
                <a:ext uri="{FF2B5EF4-FFF2-40B4-BE49-F238E27FC236}">
                  <a16:creationId xmlns:a16="http://schemas.microsoft.com/office/drawing/2014/main" id="{3E829413-B5C2-590B-6113-E88C712BC788}"/>
                </a:ext>
              </a:extLst>
            </p:cNvPr>
            <p:cNvSpPr/>
            <p:nvPr/>
          </p:nvSpPr>
          <p:spPr>
            <a:xfrm>
              <a:off x="6535510" y="4986659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5 w 955"/>
                <a:gd name="csY1" fmla="*/ 1433 h 1433"/>
                <a:gd name="csX2" fmla="*/ 0 w 955"/>
                <a:gd name="csY2" fmla="*/ 0 h 1433"/>
                <a:gd name="csX3" fmla="*/ 0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5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" name="Freeform 1643">
              <a:extLst>
                <a:ext uri="{FF2B5EF4-FFF2-40B4-BE49-F238E27FC236}">
                  <a16:creationId xmlns:a16="http://schemas.microsoft.com/office/drawing/2014/main" id="{F41529E8-EECD-113E-AF4E-40C9C003E9B0}"/>
                </a:ext>
              </a:extLst>
            </p:cNvPr>
            <p:cNvSpPr/>
            <p:nvPr/>
          </p:nvSpPr>
          <p:spPr>
            <a:xfrm>
              <a:off x="6211132" y="5144788"/>
              <a:ext cx="324856" cy="260362"/>
            </a:xfrm>
            <a:custGeom>
              <a:avLst/>
              <a:gdLst>
                <a:gd name="csX0" fmla="*/ 324856 w 324856"/>
                <a:gd name="csY0" fmla="*/ 94113 h 260362"/>
                <a:gd name="csX1" fmla="*/ 323901 w 324856"/>
                <a:gd name="csY1" fmla="*/ 98890 h 260362"/>
                <a:gd name="csX2" fmla="*/ 321035 w 324856"/>
                <a:gd name="csY2" fmla="*/ 106056 h 260362"/>
                <a:gd name="csX3" fmla="*/ 320079 w 324856"/>
                <a:gd name="csY3" fmla="*/ 109400 h 260362"/>
                <a:gd name="csX4" fmla="*/ 317690 w 324856"/>
                <a:gd name="csY4" fmla="*/ 121343 h 260362"/>
                <a:gd name="csX5" fmla="*/ 314346 w 324856"/>
                <a:gd name="csY5" fmla="*/ 127554 h 260362"/>
                <a:gd name="csX6" fmla="*/ 312435 w 324856"/>
                <a:gd name="csY6" fmla="*/ 129942 h 260362"/>
                <a:gd name="csX7" fmla="*/ 307180 w 324856"/>
                <a:gd name="csY7" fmla="*/ 134242 h 260362"/>
                <a:gd name="csX8" fmla="*/ 305747 w 324856"/>
                <a:gd name="csY8" fmla="*/ 135197 h 260362"/>
                <a:gd name="csX9" fmla="*/ 304314 w 324856"/>
                <a:gd name="csY9" fmla="*/ 135197 h 260362"/>
                <a:gd name="csX10" fmla="*/ 301925 w 324856"/>
                <a:gd name="csY10" fmla="*/ 136153 h 260362"/>
                <a:gd name="csX11" fmla="*/ 293326 w 324856"/>
                <a:gd name="csY11" fmla="*/ 145230 h 260362"/>
                <a:gd name="csX12" fmla="*/ 289982 w 324856"/>
                <a:gd name="csY12" fmla="*/ 149529 h 260362"/>
                <a:gd name="csX13" fmla="*/ 287115 w 324856"/>
                <a:gd name="csY13" fmla="*/ 156218 h 260362"/>
                <a:gd name="csX14" fmla="*/ 284249 w 324856"/>
                <a:gd name="csY14" fmla="*/ 160039 h 260362"/>
                <a:gd name="csX15" fmla="*/ 279949 w 324856"/>
                <a:gd name="csY15" fmla="*/ 167683 h 260362"/>
                <a:gd name="csX16" fmla="*/ 276128 w 324856"/>
                <a:gd name="csY16" fmla="*/ 173416 h 260362"/>
                <a:gd name="csX17" fmla="*/ 272306 w 324856"/>
                <a:gd name="csY17" fmla="*/ 178671 h 260362"/>
                <a:gd name="csX18" fmla="*/ 266096 w 324856"/>
                <a:gd name="csY18" fmla="*/ 186314 h 260362"/>
                <a:gd name="csX19" fmla="*/ 263229 w 324856"/>
                <a:gd name="csY19" fmla="*/ 188226 h 260362"/>
                <a:gd name="csX20" fmla="*/ 261318 w 324856"/>
                <a:gd name="csY20" fmla="*/ 189181 h 260362"/>
                <a:gd name="csX21" fmla="*/ 256541 w 324856"/>
                <a:gd name="csY21" fmla="*/ 193480 h 260362"/>
                <a:gd name="csX22" fmla="*/ 249375 w 324856"/>
                <a:gd name="csY22" fmla="*/ 200646 h 260362"/>
                <a:gd name="csX23" fmla="*/ 244120 w 324856"/>
                <a:gd name="csY23" fmla="*/ 206857 h 260362"/>
                <a:gd name="csX24" fmla="*/ 235998 w 324856"/>
                <a:gd name="csY24" fmla="*/ 214023 h 260362"/>
                <a:gd name="csX25" fmla="*/ 231221 w 324856"/>
                <a:gd name="csY25" fmla="*/ 216889 h 260362"/>
                <a:gd name="csX26" fmla="*/ 224055 w 324856"/>
                <a:gd name="csY26" fmla="*/ 223100 h 260362"/>
                <a:gd name="csX27" fmla="*/ 222144 w 324856"/>
                <a:gd name="csY27" fmla="*/ 224055 h 260362"/>
                <a:gd name="csX28" fmla="*/ 214501 w 324856"/>
                <a:gd name="csY28" fmla="*/ 229788 h 260362"/>
                <a:gd name="csX29" fmla="*/ 208768 w 324856"/>
                <a:gd name="csY29" fmla="*/ 233132 h 260362"/>
                <a:gd name="csX30" fmla="*/ 199691 w 324856"/>
                <a:gd name="csY30" fmla="*/ 237432 h 260362"/>
                <a:gd name="csX31" fmla="*/ 195869 w 324856"/>
                <a:gd name="csY31" fmla="*/ 238387 h 260362"/>
                <a:gd name="csX32" fmla="*/ 187270 w 324856"/>
                <a:gd name="csY32" fmla="*/ 237432 h 260362"/>
                <a:gd name="csX33" fmla="*/ 183448 w 324856"/>
                <a:gd name="csY33" fmla="*/ 237432 h 260362"/>
                <a:gd name="csX34" fmla="*/ 180582 w 324856"/>
                <a:gd name="csY34" fmla="*/ 240298 h 260362"/>
                <a:gd name="csX35" fmla="*/ 180582 w 324856"/>
                <a:gd name="csY35" fmla="*/ 243642 h 260362"/>
                <a:gd name="csX36" fmla="*/ 177238 w 324856"/>
                <a:gd name="csY36" fmla="*/ 243642 h 260362"/>
                <a:gd name="csX37" fmla="*/ 171027 w 324856"/>
                <a:gd name="csY37" fmla="*/ 242209 h 260362"/>
                <a:gd name="csX38" fmla="*/ 167683 w 324856"/>
                <a:gd name="csY38" fmla="*/ 242209 h 260362"/>
                <a:gd name="csX39" fmla="*/ 165772 w 324856"/>
                <a:gd name="csY39" fmla="*/ 244120 h 260362"/>
                <a:gd name="csX40" fmla="*/ 164339 w 324856"/>
                <a:gd name="csY40" fmla="*/ 246509 h 260362"/>
                <a:gd name="csX41" fmla="*/ 159562 w 324856"/>
                <a:gd name="csY41" fmla="*/ 246509 h 260362"/>
                <a:gd name="csX42" fmla="*/ 151440 w 324856"/>
                <a:gd name="csY42" fmla="*/ 244120 h 260362"/>
                <a:gd name="csX43" fmla="*/ 141886 w 324856"/>
                <a:gd name="csY43" fmla="*/ 242687 h 260362"/>
                <a:gd name="csX44" fmla="*/ 139497 w 324856"/>
                <a:gd name="csY44" fmla="*/ 242687 h 260362"/>
                <a:gd name="csX45" fmla="*/ 134720 w 324856"/>
                <a:gd name="csY45" fmla="*/ 244598 h 260362"/>
                <a:gd name="csX46" fmla="*/ 126598 w 324856"/>
                <a:gd name="csY46" fmla="*/ 244598 h 260362"/>
                <a:gd name="csX47" fmla="*/ 122777 w 324856"/>
                <a:gd name="csY47" fmla="*/ 243642 h 260362"/>
                <a:gd name="csX48" fmla="*/ 118955 w 324856"/>
                <a:gd name="csY48" fmla="*/ 243642 h 260362"/>
                <a:gd name="csX49" fmla="*/ 116088 w 324856"/>
                <a:gd name="csY49" fmla="*/ 244598 h 260362"/>
                <a:gd name="csX50" fmla="*/ 112744 w 324856"/>
                <a:gd name="csY50" fmla="*/ 244598 h 260362"/>
                <a:gd name="csX51" fmla="*/ 103667 w 324856"/>
                <a:gd name="csY51" fmla="*/ 251763 h 260362"/>
                <a:gd name="csX52" fmla="*/ 98890 w 324856"/>
                <a:gd name="csY52" fmla="*/ 251763 h 260362"/>
                <a:gd name="csX53" fmla="*/ 95068 w 324856"/>
                <a:gd name="csY53" fmla="*/ 252719 h 260362"/>
                <a:gd name="csX54" fmla="*/ 93157 w 324856"/>
                <a:gd name="csY54" fmla="*/ 252719 h 260362"/>
                <a:gd name="csX55" fmla="*/ 89335 w 324856"/>
                <a:gd name="csY55" fmla="*/ 251763 h 260362"/>
                <a:gd name="csX56" fmla="*/ 85991 w 324856"/>
                <a:gd name="csY56" fmla="*/ 251763 h 260362"/>
                <a:gd name="csX57" fmla="*/ 84081 w 324856"/>
                <a:gd name="csY57" fmla="*/ 252719 h 260362"/>
                <a:gd name="csX58" fmla="*/ 79303 w 324856"/>
                <a:gd name="csY58" fmla="*/ 252719 h 260362"/>
                <a:gd name="csX59" fmla="*/ 77392 w 324856"/>
                <a:gd name="csY59" fmla="*/ 254152 h 260362"/>
                <a:gd name="csX60" fmla="*/ 69271 w 324856"/>
                <a:gd name="csY60" fmla="*/ 260363 h 260362"/>
                <a:gd name="csX61" fmla="*/ 61627 w 324856"/>
                <a:gd name="csY61" fmla="*/ 260363 h 260362"/>
                <a:gd name="csX62" fmla="*/ 56850 w 324856"/>
                <a:gd name="csY62" fmla="*/ 257018 h 260362"/>
                <a:gd name="csX63" fmla="*/ 54939 w 324856"/>
                <a:gd name="csY63" fmla="*/ 257018 h 260362"/>
                <a:gd name="csX64" fmla="*/ 54939 w 324856"/>
                <a:gd name="csY64" fmla="*/ 254152 h 260362"/>
                <a:gd name="csX65" fmla="*/ 53984 w 324856"/>
                <a:gd name="csY65" fmla="*/ 252719 h 260362"/>
                <a:gd name="csX66" fmla="*/ 52073 w 324856"/>
                <a:gd name="csY66" fmla="*/ 252719 h 260362"/>
                <a:gd name="csX67" fmla="*/ 51117 w 324856"/>
                <a:gd name="csY67" fmla="*/ 251286 h 260362"/>
                <a:gd name="csX68" fmla="*/ 45862 w 324856"/>
                <a:gd name="csY68" fmla="*/ 251286 h 260362"/>
                <a:gd name="csX69" fmla="*/ 45862 w 324856"/>
                <a:gd name="csY69" fmla="*/ 245553 h 260362"/>
                <a:gd name="csX70" fmla="*/ 39652 w 324856"/>
                <a:gd name="csY70" fmla="*/ 245553 h 260362"/>
                <a:gd name="csX71" fmla="*/ 38696 w 324856"/>
                <a:gd name="csY71" fmla="*/ 247464 h 260362"/>
                <a:gd name="csX72" fmla="*/ 38696 w 324856"/>
                <a:gd name="csY72" fmla="*/ 251286 h 260362"/>
                <a:gd name="csX73" fmla="*/ 37741 w 324856"/>
                <a:gd name="csY73" fmla="*/ 250330 h 260362"/>
                <a:gd name="csX74" fmla="*/ 36785 w 324856"/>
                <a:gd name="csY74" fmla="*/ 247942 h 260362"/>
                <a:gd name="csX75" fmla="*/ 36785 w 324856"/>
                <a:gd name="csY75" fmla="*/ 242687 h 260362"/>
                <a:gd name="csX76" fmla="*/ 39174 w 324856"/>
                <a:gd name="csY76" fmla="*/ 241731 h 260362"/>
                <a:gd name="csX77" fmla="*/ 39174 w 324856"/>
                <a:gd name="csY77" fmla="*/ 237909 h 260362"/>
                <a:gd name="csX78" fmla="*/ 36308 w 324856"/>
                <a:gd name="csY78" fmla="*/ 233610 h 260362"/>
                <a:gd name="csX79" fmla="*/ 35352 w 324856"/>
                <a:gd name="csY79" fmla="*/ 231699 h 260362"/>
                <a:gd name="csX80" fmla="*/ 33441 w 324856"/>
                <a:gd name="csY80" fmla="*/ 230266 h 260362"/>
                <a:gd name="csX81" fmla="*/ 32008 w 324856"/>
                <a:gd name="csY81" fmla="*/ 226921 h 260362"/>
                <a:gd name="csX82" fmla="*/ 30575 w 324856"/>
                <a:gd name="csY82" fmla="*/ 225966 h 260362"/>
                <a:gd name="csX83" fmla="*/ 30575 w 324856"/>
                <a:gd name="csY83" fmla="*/ 223577 h 260362"/>
                <a:gd name="csX84" fmla="*/ 28186 w 324856"/>
                <a:gd name="csY84" fmla="*/ 221667 h 260362"/>
                <a:gd name="csX85" fmla="*/ 28186 w 324856"/>
                <a:gd name="csY85" fmla="*/ 217367 h 260362"/>
                <a:gd name="csX86" fmla="*/ 29619 w 324856"/>
                <a:gd name="csY86" fmla="*/ 216411 h 260362"/>
                <a:gd name="csX87" fmla="*/ 31052 w 324856"/>
                <a:gd name="csY87" fmla="*/ 217845 h 260362"/>
                <a:gd name="csX88" fmla="*/ 32963 w 324856"/>
                <a:gd name="csY88" fmla="*/ 217845 h 260362"/>
                <a:gd name="csX89" fmla="*/ 35352 w 324856"/>
                <a:gd name="csY89" fmla="*/ 214978 h 260362"/>
                <a:gd name="csX90" fmla="*/ 36785 w 324856"/>
                <a:gd name="csY90" fmla="*/ 211634 h 260362"/>
                <a:gd name="csX91" fmla="*/ 36785 w 324856"/>
                <a:gd name="csY91" fmla="*/ 203035 h 260362"/>
                <a:gd name="csX92" fmla="*/ 34874 w 324856"/>
                <a:gd name="csY92" fmla="*/ 194914 h 260362"/>
                <a:gd name="csX93" fmla="*/ 33919 w 324856"/>
                <a:gd name="csY93" fmla="*/ 193003 h 260362"/>
                <a:gd name="csX94" fmla="*/ 29619 w 324856"/>
                <a:gd name="csY94" fmla="*/ 187270 h 260362"/>
                <a:gd name="csX95" fmla="*/ 24364 w 324856"/>
                <a:gd name="csY95" fmla="*/ 179626 h 260362"/>
                <a:gd name="csX96" fmla="*/ 17676 w 324856"/>
                <a:gd name="csY96" fmla="*/ 167683 h 260362"/>
                <a:gd name="csX97" fmla="*/ 14332 w 324856"/>
                <a:gd name="csY97" fmla="*/ 160517 h 260362"/>
                <a:gd name="csX98" fmla="*/ 9555 w 324856"/>
                <a:gd name="csY98" fmla="*/ 146185 h 260362"/>
                <a:gd name="csX99" fmla="*/ 5255 w 324856"/>
                <a:gd name="csY99" fmla="*/ 138064 h 260362"/>
                <a:gd name="csX100" fmla="*/ 0 w 324856"/>
                <a:gd name="csY100" fmla="*/ 130420 h 260362"/>
                <a:gd name="csX101" fmla="*/ 0 w 324856"/>
                <a:gd name="csY101" fmla="*/ 130420 h 260362"/>
                <a:gd name="csX102" fmla="*/ 956 w 324856"/>
                <a:gd name="csY102" fmla="*/ 128987 h 260362"/>
                <a:gd name="csX103" fmla="*/ 3822 w 324856"/>
                <a:gd name="csY103" fmla="*/ 127076 h 260362"/>
                <a:gd name="csX104" fmla="*/ 5255 w 324856"/>
                <a:gd name="csY104" fmla="*/ 127076 h 260362"/>
                <a:gd name="csX105" fmla="*/ 5255 w 324856"/>
                <a:gd name="csY105" fmla="*/ 125643 h 260362"/>
                <a:gd name="csX106" fmla="*/ 6211 w 324856"/>
                <a:gd name="csY106" fmla="*/ 124688 h 260362"/>
                <a:gd name="csX107" fmla="*/ 6211 w 324856"/>
                <a:gd name="csY107" fmla="*/ 123254 h 260362"/>
                <a:gd name="csX108" fmla="*/ 7166 w 324856"/>
                <a:gd name="csY108" fmla="*/ 122299 h 260362"/>
                <a:gd name="csX109" fmla="*/ 7166 w 324856"/>
                <a:gd name="csY109" fmla="*/ 120388 h 260362"/>
                <a:gd name="csX110" fmla="*/ 9077 w 324856"/>
                <a:gd name="csY110" fmla="*/ 119432 h 260362"/>
                <a:gd name="csX111" fmla="*/ 11466 w 324856"/>
                <a:gd name="csY111" fmla="*/ 118477 h 260362"/>
                <a:gd name="csX112" fmla="*/ 13377 w 324856"/>
                <a:gd name="csY112" fmla="*/ 119432 h 260362"/>
                <a:gd name="csX113" fmla="*/ 14332 w 324856"/>
                <a:gd name="csY113" fmla="*/ 120388 h 260362"/>
                <a:gd name="csX114" fmla="*/ 14332 w 324856"/>
                <a:gd name="csY114" fmla="*/ 121821 h 260362"/>
                <a:gd name="csX115" fmla="*/ 16721 w 324856"/>
                <a:gd name="csY115" fmla="*/ 121821 h 260362"/>
                <a:gd name="csX116" fmla="*/ 17676 w 324856"/>
                <a:gd name="csY116" fmla="*/ 122777 h 260362"/>
                <a:gd name="csX117" fmla="*/ 17676 w 324856"/>
                <a:gd name="csY117" fmla="*/ 126121 h 260362"/>
                <a:gd name="csX118" fmla="*/ 16721 w 324856"/>
                <a:gd name="csY118" fmla="*/ 127076 h 260362"/>
                <a:gd name="csX119" fmla="*/ 16721 w 324856"/>
                <a:gd name="csY119" fmla="*/ 127076 h 260362"/>
                <a:gd name="csX120" fmla="*/ 16721 w 324856"/>
                <a:gd name="csY120" fmla="*/ 128031 h 260362"/>
                <a:gd name="csX121" fmla="*/ 17676 w 324856"/>
                <a:gd name="csY121" fmla="*/ 129465 h 260362"/>
                <a:gd name="csX122" fmla="*/ 17676 w 324856"/>
                <a:gd name="csY122" fmla="*/ 130420 h 260362"/>
                <a:gd name="csX123" fmla="*/ 18632 w 324856"/>
                <a:gd name="csY123" fmla="*/ 131854 h 260362"/>
                <a:gd name="csX124" fmla="*/ 18632 w 324856"/>
                <a:gd name="csY124" fmla="*/ 131854 h 260362"/>
                <a:gd name="csX125" fmla="*/ 21976 w 324856"/>
                <a:gd name="csY125" fmla="*/ 132809 h 260362"/>
                <a:gd name="csX126" fmla="*/ 23886 w 324856"/>
                <a:gd name="csY126" fmla="*/ 132809 h 260362"/>
                <a:gd name="csX127" fmla="*/ 26753 w 324856"/>
                <a:gd name="csY127" fmla="*/ 133764 h 260362"/>
                <a:gd name="csX128" fmla="*/ 29619 w 324856"/>
                <a:gd name="csY128" fmla="*/ 133764 h 260362"/>
                <a:gd name="csX129" fmla="*/ 32008 w 324856"/>
                <a:gd name="csY129" fmla="*/ 135675 h 260362"/>
                <a:gd name="csX130" fmla="*/ 46818 w 324856"/>
                <a:gd name="csY130" fmla="*/ 135675 h 260362"/>
                <a:gd name="csX131" fmla="*/ 50639 w 324856"/>
                <a:gd name="csY131" fmla="*/ 137108 h 260362"/>
                <a:gd name="csX132" fmla="*/ 54939 w 324856"/>
                <a:gd name="csY132" fmla="*/ 137108 h 260362"/>
                <a:gd name="csX133" fmla="*/ 54939 w 324856"/>
                <a:gd name="csY133" fmla="*/ 135675 h 260362"/>
                <a:gd name="csX134" fmla="*/ 55894 w 324856"/>
                <a:gd name="csY134" fmla="*/ 135675 h 260362"/>
                <a:gd name="csX135" fmla="*/ 55894 w 324856"/>
                <a:gd name="csY135" fmla="*/ 134242 h 260362"/>
                <a:gd name="csX136" fmla="*/ 55894 w 324856"/>
                <a:gd name="csY136" fmla="*/ 134242 h 260362"/>
                <a:gd name="csX137" fmla="*/ 57805 w 324856"/>
                <a:gd name="csY137" fmla="*/ 132809 h 260362"/>
                <a:gd name="csX138" fmla="*/ 57805 w 324856"/>
                <a:gd name="csY138" fmla="*/ 132809 h 260362"/>
                <a:gd name="csX139" fmla="*/ 59239 w 324856"/>
                <a:gd name="csY139" fmla="*/ 131854 h 260362"/>
                <a:gd name="csX140" fmla="*/ 60194 w 324856"/>
                <a:gd name="csY140" fmla="*/ 129942 h 260362"/>
                <a:gd name="csX141" fmla="*/ 63060 w 324856"/>
                <a:gd name="csY141" fmla="*/ 128509 h 260362"/>
                <a:gd name="csX142" fmla="*/ 67360 w 324856"/>
                <a:gd name="csY142" fmla="*/ 127554 h 260362"/>
                <a:gd name="csX143" fmla="*/ 69271 w 324856"/>
                <a:gd name="csY143" fmla="*/ 127554 h 260362"/>
                <a:gd name="csX144" fmla="*/ 69271 w 324856"/>
                <a:gd name="csY144" fmla="*/ 53028 h 260362"/>
                <a:gd name="csX145" fmla="*/ 70226 w 324856"/>
                <a:gd name="csY145" fmla="*/ 53028 h 260362"/>
                <a:gd name="csX146" fmla="*/ 76437 w 324856"/>
                <a:gd name="csY146" fmla="*/ 57805 h 260362"/>
                <a:gd name="csX147" fmla="*/ 78348 w 324856"/>
                <a:gd name="csY147" fmla="*/ 60194 h 260362"/>
                <a:gd name="csX148" fmla="*/ 79303 w 324856"/>
                <a:gd name="csY148" fmla="*/ 61627 h 260362"/>
                <a:gd name="csX149" fmla="*/ 82170 w 324856"/>
                <a:gd name="csY149" fmla="*/ 66882 h 260362"/>
                <a:gd name="csX150" fmla="*/ 84081 w 324856"/>
                <a:gd name="csY150" fmla="*/ 71659 h 260362"/>
                <a:gd name="csX151" fmla="*/ 85514 w 324856"/>
                <a:gd name="csY151" fmla="*/ 75481 h 260362"/>
                <a:gd name="csX152" fmla="*/ 85514 w 324856"/>
                <a:gd name="csY152" fmla="*/ 80736 h 260362"/>
                <a:gd name="csX153" fmla="*/ 84558 w 324856"/>
                <a:gd name="csY153" fmla="*/ 82647 h 260362"/>
                <a:gd name="csX154" fmla="*/ 83603 w 324856"/>
                <a:gd name="csY154" fmla="*/ 84081 h 260362"/>
                <a:gd name="csX155" fmla="*/ 82170 w 324856"/>
                <a:gd name="csY155" fmla="*/ 85991 h 260362"/>
                <a:gd name="csX156" fmla="*/ 82170 w 324856"/>
                <a:gd name="csY156" fmla="*/ 92202 h 260362"/>
                <a:gd name="csX157" fmla="*/ 83125 w 324856"/>
                <a:gd name="csY157" fmla="*/ 93635 h 260362"/>
                <a:gd name="csX158" fmla="*/ 103667 w 324856"/>
                <a:gd name="csY158" fmla="*/ 93635 h 260362"/>
                <a:gd name="csX159" fmla="*/ 104623 w 324856"/>
                <a:gd name="csY159" fmla="*/ 92680 h 260362"/>
                <a:gd name="csX160" fmla="*/ 104623 w 324856"/>
                <a:gd name="csY160" fmla="*/ 92680 h 260362"/>
                <a:gd name="csX161" fmla="*/ 105578 w 324856"/>
                <a:gd name="csY161" fmla="*/ 90769 h 260362"/>
                <a:gd name="csX162" fmla="*/ 107012 w 324856"/>
                <a:gd name="csY162" fmla="*/ 90769 h 260362"/>
                <a:gd name="csX163" fmla="*/ 108923 w 324856"/>
                <a:gd name="csY163" fmla="*/ 89813 h 260362"/>
                <a:gd name="csX164" fmla="*/ 110356 w 324856"/>
                <a:gd name="csY164" fmla="*/ 88858 h 260362"/>
                <a:gd name="csX165" fmla="*/ 112744 w 324856"/>
                <a:gd name="csY165" fmla="*/ 85036 h 260362"/>
                <a:gd name="csX166" fmla="*/ 117522 w 324856"/>
                <a:gd name="csY166" fmla="*/ 81692 h 260362"/>
                <a:gd name="csX167" fmla="*/ 118955 w 324856"/>
                <a:gd name="csY167" fmla="*/ 80736 h 260362"/>
                <a:gd name="csX168" fmla="*/ 119910 w 324856"/>
                <a:gd name="csY168" fmla="*/ 79781 h 260362"/>
                <a:gd name="csX169" fmla="*/ 120866 w 324856"/>
                <a:gd name="csY169" fmla="*/ 78348 h 260362"/>
                <a:gd name="csX170" fmla="*/ 122777 w 324856"/>
                <a:gd name="csY170" fmla="*/ 74048 h 260362"/>
                <a:gd name="csX171" fmla="*/ 124210 w 324856"/>
                <a:gd name="csY171" fmla="*/ 70226 h 260362"/>
                <a:gd name="csX172" fmla="*/ 124210 w 324856"/>
                <a:gd name="csY172" fmla="*/ 68315 h 260362"/>
                <a:gd name="csX173" fmla="*/ 125643 w 324856"/>
                <a:gd name="csY173" fmla="*/ 65449 h 260362"/>
                <a:gd name="csX174" fmla="*/ 127076 w 324856"/>
                <a:gd name="csY174" fmla="*/ 63538 h 260362"/>
                <a:gd name="csX175" fmla="*/ 128509 w 324856"/>
                <a:gd name="csY175" fmla="*/ 62583 h 260362"/>
                <a:gd name="csX176" fmla="*/ 128509 w 324856"/>
                <a:gd name="csY176" fmla="*/ 62583 h 260362"/>
                <a:gd name="csX177" fmla="*/ 130420 w 324856"/>
                <a:gd name="csY177" fmla="*/ 61627 h 260362"/>
                <a:gd name="csX178" fmla="*/ 135198 w 324856"/>
                <a:gd name="csY178" fmla="*/ 61627 h 260362"/>
                <a:gd name="csX179" fmla="*/ 138064 w 324856"/>
                <a:gd name="csY179" fmla="*/ 62583 h 260362"/>
                <a:gd name="csX180" fmla="*/ 140930 w 324856"/>
                <a:gd name="csY180" fmla="*/ 64493 h 260362"/>
                <a:gd name="csX181" fmla="*/ 143797 w 324856"/>
                <a:gd name="csY181" fmla="*/ 66882 h 260362"/>
                <a:gd name="csX182" fmla="*/ 145230 w 324856"/>
                <a:gd name="csY182" fmla="*/ 67838 h 260362"/>
                <a:gd name="csX183" fmla="*/ 151440 w 324856"/>
                <a:gd name="csY183" fmla="*/ 67838 h 260362"/>
                <a:gd name="csX184" fmla="*/ 154307 w 324856"/>
                <a:gd name="csY184" fmla="*/ 70226 h 260362"/>
                <a:gd name="csX185" fmla="*/ 155740 w 324856"/>
                <a:gd name="csY185" fmla="*/ 70226 h 260362"/>
                <a:gd name="csX186" fmla="*/ 158606 w 324856"/>
                <a:gd name="csY186" fmla="*/ 71182 h 260362"/>
                <a:gd name="csX187" fmla="*/ 158606 w 324856"/>
                <a:gd name="csY187" fmla="*/ 71182 h 260362"/>
                <a:gd name="csX188" fmla="*/ 162428 w 324856"/>
                <a:gd name="csY188" fmla="*/ 72137 h 260362"/>
                <a:gd name="csX189" fmla="*/ 164817 w 324856"/>
                <a:gd name="csY189" fmla="*/ 72137 h 260362"/>
                <a:gd name="csX190" fmla="*/ 167205 w 324856"/>
                <a:gd name="csY190" fmla="*/ 71182 h 260362"/>
                <a:gd name="csX191" fmla="*/ 174371 w 324856"/>
                <a:gd name="csY191" fmla="*/ 71182 h 260362"/>
                <a:gd name="csX192" fmla="*/ 176282 w 324856"/>
                <a:gd name="csY192" fmla="*/ 70226 h 260362"/>
                <a:gd name="csX193" fmla="*/ 177715 w 324856"/>
                <a:gd name="csY193" fmla="*/ 69271 h 260362"/>
                <a:gd name="csX194" fmla="*/ 179149 w 324856"/>
                <a:gd name="csY194" fmla="*/ 68315 h 260362"/>
                <a:gd name="csX195" fmla="*/ 179149 w 324856"/>
                <a:gd name="csY195" fmla="*/ 68315 h 260362"/>
                <a:gd name="csX196" fmla="*/ 180582 w 324856"/>
                <a:gd name="csY196" fmla="*/ 64971 h 260362"/>
                <a:gd name="csX197" fmla="*/ 181537 w 324856"/>
                <a:gd name="csY197" fmla="*/ 62105 h 260362"/>
                <a:gd name="csX198" fmla="*/ 182493 w 324856"/>
                <a:gd name="csY198" fmla="*/ 59716 h 260362"/>
                <a:gd name="csX199" fmla="*/ 182493 w 324856"/>
                <a:gd name="csY199" fmla="*/ 58761 h 260362"/>
                <a:gd name="csX200" fmla="*/ 184404 w 324856"/>
                <a:gd name="csY200" fmla="*/ 54461 h 260362"/>
                <a:gd name="csX201" fmla="*/ 184404 w 324856"/>
                <a:gd name="csY201" fmla="*/ 54461 h 260362"/>
                <a:gd name="csX202" fmla="*/ 184404 w 324856"/>
                <a:gd name="csY202" fmla="*/ 50639 h 260362"/>
                <a:gd name="csX203" fmla="*/ 187270 w 324856"/>
                <a:gd name="csY203" fmla="*/ 49684 h 260362"/>
                <a:gd name="csX204" fmla="*/ 189181 w 324856"/>
                <a:gd name="csY204" fmla="*/ 49684 h 260362"/>
                <a:gd name="csX205" fmla="*/ 194436 w 324856"/>
                <a:gd name="csY205" fmla="*/ 47773 h 260362"/>
                <a:gd name="csX206" fmla="*/ 195391 w 324856"/>
                <a:gd name="csY206" fmla="*/ 47773 h 260362"/>
                <a:gd name="csX207" fmla="*/ 196347 w 324856"/>
                <a:gd name="csY207" fmla="*/ 45862 h 260362"/>
                <a:gd name="csX208" fmla="*/ 198735 w 324856"/>
                <a:gd name="csY208" fmla="*/ 43474 h 260362"/>
                <a:gd name="csX209" fmla="*/ 200646 w 324856"/>
                <a:gd name="csY209" fmla="*/ 42518 h 260362"/>
                <a:gd name="csX210" fmla="*/ 201602 w 324856"/>
                <a:gd name="csY210" fmla="*/ 41563 h 260362"/>
                <a:gd name="csX211" fmla="*/ 203035 w 324856"/>
                <a:gd name="csY211" fmla="*/ 40607 h 260362"/>
                <a:gd name="csX212" fmla="*/ 205901 w 324856"/>
                <a:gd name="csY212" fmla="*/ 31052 h 260362"/>
                <a:gd name="csX213" fmla="*/ 205901 w 324856"/>
                <a:gd name="csY213" fmla="*/ 30097 h 260362"/>
                <a:gd name="csX214" fmla="*/ 208290 w 324856"/>
                <a:gd name="csY214" fmla="*/ 27708 h 260362"/>
                <a:gd name="csX215" fmla="*/ 209246 w 324856"/>
                <a:gd name="csY215" fmla="*/ 26753 h 260362"/>
                <a:gd name="csX216" fmla="*/ 211157 w 324856"/>
                <a:gd name="csY216" fmla="*/ 26753 h 260362"/>
                <a:gd name="csX217" fmla="*/ 212590 w 324856"/>
                <a:gd name="csY217" fmla="*/ 24842 h 260362"/>
                <a:gd name="csX218" fmla="*/ 214501 w 324856"/>
                <a:gd name="csY218" fmla="*/ 23886 h 260362"/>
                <a:gd name="csX219" fmla="*/ 216412 w 324856"/>
                <a:gd name="csY219" fmla="*/ 23886 h 260362"/>
                <a:gd name="csX220" fmla="*/ 217845 w 324856"/>
                <a:gd name="csY220" fmla="*/ 22931 h 260362"/>
                <a:gd name="csX221" fmla="*/ 217845 w 324856"/>
                <a:gd name="csY221" fmla="*/ 21498 h 260362"/>
                <a:gd name="csX222" fmla="*/ 219278 w 324856"/>
                <a:gd name="csY222" fmla="*/ 20542 h 260362"/>
                <a:gd name="csX223" fmla="*/ 221667 w 324856"/>
                <a:gd name="csY223" fmla="*/ 20542 h 260362"/>
                <a:gd name="csX224" fmla="*/ 221667 w 324856"/>
                <a:gd name="csY224" fmla="*/ 19587 h 260362"/>
                <a:gd name="csX225" fmla="*/ 222622 w 324856"/>
                <a:gd name="csY225" fmla="*/ 18632 h 260362"/>
                <a:gd name="csX226" fmla="*/ 224055 w 324856"/>
                <a:gd name="csY226" fmla="*/ 18632 h 260362"/>
                <a:gd name="csX227" fmla="*/ 225010 w 324856"/>
                <a:gd name="csY227" fmla="*/ 17198 h 260362"/>
                <a:gd name="csX228" fmla="*/ 225010 w 324856"/>
                <a:gd name="csY228" fmla="*/ 16243 h 260362"/>
                <a:gd name="csX229" fmla="*/ 226921 w 324856"/>
                <a:gd name="csY229" fmla="*/ 13854 h 260362"/>
                <a:gd name="csX230" fmla="*/ 230744 w 324856"/>
                <a:gd name="csY230" fmla="*/ 10510 h 260362"/>
                <a:gd name="csX231" fmla="*/ 234087 w 324856"/>
                <a:gd name="csY231" fmla="*/ 8599 h 260362"/>
                <a:gd name="csX232" fmla="*/ 237432 w 324856"/>
                <a:gd name="csY232" fmla="*/ 8599 h 260362"/>
                <a:gd name="csX233" fmla="*/ 240298 w 324856"/>
                <a:gd name="csY233" fmla="*/ 7644 h 260362"/>
                <a:gd name="csX234" fmla="*/ 243164 w 324856"/>
                <a:gd name="csY234" fmla="*/ 6688 h 260362"/>
                <a:gd name="csX235" fmla="*/ 245075 w 324856"/>
                <a:gd name="csY235" fmla="*/ 4777 h 260362"/>
                <a:gd name="csX236" fmla="*/ 246508 w 324856"/>
                <a:gd name="csY236" fmla="*/ 2389 h 260362"/>
                <a:gd name="csX237" fmla="*/ 248897 w 324856"/>
                <a:gd name="csY237" fmla="*/ 956 h 260362"/>
                <a:gd name="csX238" fmla="*/ 253674 w 324856"/>
                <a:gd name="csY238" fmla="*/ 956 h 260362"/>
                <a:gd name="csX239" fmla="*/ 259407 w 324856"/>
                <a:gd name="csY239" fmla="*/ 0 h 260362"/>
                <a:gd name="csX240" fmla="*/ 264185 w 324856"/>
                <a:gd name="csY240" fmla="*/ 956 h 260362"/>
                <a:gd name="csX241" fmla="*/ 269917 w 324856"/>
                <a:gd name="csY241" fmla="*/ 2867 h 260362"/>
                <a:gd name="csX242" fmla="*/ 275172 w 324856"/>
                <a:gd name="csY242" fmla="*/ 3822 h 260362"/>
                <a:gd name="csX243" fmla="*/ 279949 w 324856"/>
                <a:gd name="csY243" fmla="*/ 3822 h 260362"/>
                <a:gd name="csX244" fmla="*/ 283771 w 324856"/>
                <a:gd name="csY244" fmla="*/ 2867 h 260362"/>
                <a:gd name="csX245" fmla="*/ 286638 w 324856"/>
                <a:gd name="csY245" fmla="*/ 2867 h 260362"/>
                <a:gd name="csX246" fmla="*/ 289026 w 324856"/>
                <a:gd name="csY246" fmla="*/ 3822 h 260362"/>
                <a:gd name="csX247" fmla="*/ 290937 w 324856"/>
                <a:gd name="csY247" fmla="*/ 4777 h 260362"/>
                <a:gd name="csX248" fmla="*/ 290937 w 324856"/>
                <a:gd name="csY248" fmla="*/ 5733 h 260362"/>
                <a:gd name="csX249" fmla="*/ 290937 w 324856"/>
                <a:gd name="csY249" fmla="*/ 5733 h 260362"/>
                <a:gd name="csX250" fmla="*/ 291893 w 324856"/>
                <a:gd name="csY250" fmla="*/ 9077 h 260362"/>
                <a:gd name="csX251" fmla="*/ 293326 w 324856"/>
                <a:gd name="csY251" fmla="*/ 12899 h 260362"/>
                <a:gd name="csX252" fmla="*/ 294281 w 324856"/>
                <a:gd name="csY252" fmla="*/ 16721 h 260362"/>
                <a:gd name="csX253" fmla="*/ 295715 w 324856"/>
                <a:gd name="csY253" fmla="*/ 21976 h 260362"/>
                <a:gd name="csX254" fmla="*/ 295715 w 324856"/>
                <a:gd name="csY254" fmla="*/ 25798 h 260362"/>
                <a:gd name="csX255" fmla="*/ 297148 w 324856"/>
                <a:gd name="csY255" fmla="*/ 27231 h 260362"/>
                <a:gd name="csX256" fmla="*/ 298581 w 324856"/>
                <a:gd name="csY256" fmla="*/ 29619 h 260362"/>
                <a:gd name="csX257" fmla="*/ 298581 w 324856"/>
                <a:gd name="csY257" fmla="*/ 31052 h 260362"/>
                <a:gd name="csX258" fmla="*/ 299537 w 324856"/>
                <a:gd name="csY258" fmla="*/ 32008 h 260362"/>
                <a:gd name="csX259" fmla="*/ 300970 w 324856"/>
                <a:gd name="csY259" fmla="*/ 33919 h 260362"/>
                <a:gd name="csX260" fmla="*/ 301925 w 324856"/>
                <a:gd name="csY260" fmla="*/ 36785 h 260362"/>
                <a:gd name="csX261" fmla="*/ 302881 w 324856"/>
                <a:gd name="csY261" fmla="*/ 40607 h 260362"/>
                <a:gd name="csX262" fmla="*/ 303836 w 324856"/>
                <a:gd name="csY262" fmla="*/ 42518 h 260362"/>
                <a:gd name="csX263" fmla="*/ 303836 w 324856"/>
                <a:gd name="csY263" fmla="*/ 43474 h 260362"/>
                <a:gd name="csX264" fmla="*/ 304792 w 324856"/>
                <a:gd name="csY264" fmla="*/ 44907 h 260362"/>
                <a:gd name="csX265" fmla="*/ 304792 w 324856"/>
                <a:gd name="csY265" fmla="*/ 68315 h 260362"/>
                <a:gd name="csX266" fmla="*/ 303358 w 324856"/>
                <a:gd name="csY266" fmla="*/ 71182 h 260362"/>
                <a:gd name="csX267" fmla="*/ 303358 w 324856"/>
                <a:gd name="csY267" fmla="*/ 75004 h 260362"/>
                <a:gd name="csX268" fmla="*/ 302403 w 324856"/>
                <a:gd name="csY268" fmla="*/ 75004 h 260362"/>
                <a:gd name="csX269" fmla="*/ 297626 w 324856"/>
                <a:gd name="csY269" fmla="*/ 72615 h 260362"/>
                <a:gd name="csX270" fmla="*/ 293326 w 324856"/>
                <a:gd name="csY270" fmla="*/ 70226 h 260362"/>
                <a:gd name="csX271" fmla="*/ 291893 w 324856"/>
                <a:gd name="csY271" fmla="*/ 70226 h 260362"/>
                <a:gd name="csX272" fmla="*/ 289504 w 324856"/>
                <a:gd name="csY272" fmla="*/ 72137 h 260362"/>
                <a:gd name="csX273" fmla="*/ 289504 w 324856"/>
                <a:gd name="csY273" fmla="*/ 72137 h 260362"/>
                <a:gd name="csX274" fmla="*/ 287115 w 324856"/>
                <a:gd name="csY274" fmla="*/ 75004 h 260362"/>
                <a:gd name="csX275" fmla="*/ 286160 w 324856"/>
                <a:gd name="csY275" fmla="*/ 77392 h 260362"/>
                <a:gd name="csX276" fmla="*/ 284249 w 324856"/>
                <a:gd name="csY276" fmla="*/ 79781 h 260362"/>
                <a:gd name="csX277" fmla="*/ 281383 w 324856"/>
                <a:gd name="csY277" fmla="*/ 83603 h 260362"/>
                <a:gd name="csX278" fmla="*/ 281383 w 324856"/>
                <a:gd name="csY278" fmla="*/ 90769 h 260362"/>
                <a:gd name="csX279" fmla="*/ 282816 w 324856"/>
                <a:gd name="csY279" fmla="*/ 90769 h 260362"/>
                <a:gd name="csX280" fmla="*/ 283771 w 324856"/>
                <a:gd name="csY280" fmla="*/ 93635 h 260362"/>
                <a:gd name="csX281" fmla="*/ 286160 w 324856"/>
                <a:gd name="csY281" fmla="*/ 97457 h 260362"/>
                <a:gd name="csX282" fmla="*/ 286160 w 324856"/>
                <a:gd name="csY282" fmla="*/ 97457 h 260362"/>
                <a:gd name="csX283" fmla="*/ 290460 w 324856"/>
                <a:gd name="csY283" fmla="*/ 99846 h 260362"/>
                <a:gd name="csX284" fmla="*/ 294281 w 324856"/>
                <a:gd name="csY284" fmla="*/ 100801 h 260362"/>
                <a:gd name="csX285" fmla="*/ 303836 w 324856"/>
                <a:gd name="csY285" fmla="*/ 100801 h 260362"/>
                <a:gd name="csX286" fmla="*/ 303836 w 324856"/>
                <a:gd name="csY286" fmla="*/ 90769 h 260362"/>
                <a:gd name="csX287" fmla="*/ 321512 w 324856"/>
                <a:gd name="csY287" fmla="*/ 90769 h 260362"/>
                <a:gd name="csX288" fmla="*/ 322945 w 324856"/>
                <a:gd name="csY288" fmla="*/ 93157 h 260362"/>
                <a:gd name="csX289" fmla="*/ 324856 w 324856"/>
                <a:gd name="csY289" fmla="*/ 94113 h 260362"/>
                <a:gd name="csX290" fmla="*/ 255585 w 324856"/>
                <a:gd name="csY290" fmla="*/ 143797 h 260362"/>
                <a:gd name="csX291" fmla="*/ 255585 w 324856"/>
                <a:gd name="csY291" fmla="*/ 142841 h 260362"/>
                <a:gd name="csX292" fmla="*/ 254630 w 324856"/>
                <a:gd name="csY292" fmla="*/ 141886 h 260362"/>
                <a:gd name="csX293" fmla="*/ 254630 w 324856"/>
                <a:gd name="csY293" fmla="*/ 140453 h 260362"/>
                <a:gd name="csX294" fmla="*/ 253197 w 324856"/>
                <a:gd name="csY294" fmla="*/ 140453 h 260362"/>
                <a:gd name="csX295" fmla="*/ 251764 w 324856"/>
                <a:gd name="csY295" fmla="*/ 139497 h 260362"/>
                <a:gd name="csX296" fmla="*/ 249375 w 324856"/>
                <a:gd name="csY296" fmla="*/ 137586 h 260362"/>
                <a:gd name="csX297" fmla="*/ 247464 w 324856"/>
                <a:gd name="csY297" fmla="*/ 136153 h 260362"/>
                <a:gd name="csX298" fmla="*/ 245553 w 324856"/>
                <a:gd name="csY298" fmla="*/ 133764 h 260362"/>
                <a:gd name="csX299" fmla="*/ 244598 w 324856"/>
                <a:gd name="csY299" fmla="*/ 133764 h 260362"/>
                <a:gd name="csX300" fmla="*/ 242687 w 324856"/>
                <a:gd name="csY300" fmla="*/ 131854 h 260362"/>
                <a:gd name="csX301" fmla="*/ 241731 w 324856"/>
                <a:gd name="csY301" fmla="*/ 130898 h 260362"/>
                <a:gd name="csX302" fmla="*/ 241731 w 324856"/>
                <a:gd name="csY302" fmla="*/ 129942 h 260362"/>
                <a:gd name="csX303" fmla="*/ 237432 w 324856"/>
                <a:gd name="csY303" fmla="*/ 129942 h 260362"/>
                <a:gd name="csX304" fmla="*/ 232655 w 324856"/>
                <a:gd name="csY304" fmla="*/ 132331 h 260362"/>
                <a:gd name="csX305" fmla="*/ 229788 w 324856"/>
                <a:gd name="csY305" fmla="*/ 133764 h 260362"/>
                <a:gd name="csX306" fmla="*/ 227399 w 324856"/>
                <a:gd name="csY306" fmla="*/ 135675 h 260362"/>
                <a:gd name="csX307" fmla="*/ 225010 w 324856"/>
                <a:gd name="csY307" fmla="*/ 136631 h 260362"/>
                <a:gd name="csX308" fmla="*/ 223100 w 324856"/>
                <a:gd name="csY308" fmla="*/ 136631 h 260362"/>
                <a:gd name="csX309" fmla="*/ 221667 w 324856"/>
                <a:gd name="csY309" fmla="*/ 139497 h 260362"/>
                <a:gd name="csX310" fmla="*/ 220233 w 324856"/>
                <a:gd name="csY310" fmla="*/ 141408 h 260362"/>
                <a:gd name="csX311" fmla="*/ 218800 w 324856"/>
                <a:gd name="csY311" fmla="*/ 143319 h 260362"/>
                <a:gd name="csX312" fmla="*/ 217845 w 324856"/>
                <a:gd name="csY312" fmla="*/ 144274 h 260362"/>
                <a:gd name="csX313" fmla="*/ 217845 w 324856"/>
                <a:gd name="csY313" fmla="*/ 144274 h 260362"/>
                <a:gd name="csX314" fmla="*/ 217845 w 324856"/>
                <a:gd name="csY314" fmla="*/ 146185 h 260362"/>
                <a:gd name="csX315" fmla="*/ 216412 w 324856"/>
                <a:gd name="csY315" fmla="*/ 148096 h 260362"/>
                <a:gd name="csX316" fmla="*/ 214978 w 324856"/>
                <a:gd name="csY316" fmla="*/ 149529 h 260362"/>
                <a:gd name="csX317" fmla="*/ 213067 w 324856"/>
                <a:gd name="csY317" fmla="*/ 150485 h 260362"/>
                <a:gd name="csX318" fmla="*/ 210679 w 324856"/>
                <a:gd name="csY318" fmla="*/ 151440 h 260362"/>
                <a:gd name="csX319" fmla="*/ 209723 w 324856"/>
                <a:gd name="csY319" fmla="*/ 151440 h 260362"/>
                <a:gd name="csX320" fmla="*/ 209723 w 324856"/>
                <a:gd name="csY320" fmla="*/ 152873 h 260362"/>
                <a:gd name="csX321" fmla="*/ 210679 w 324856"/>
                <a:gd name="csY321" fmla="*/ 154784 h 260362"/>
                <a:gd name="csX322" fmla="*/ 211634 w 324856"/>
                <a:gd name="csY322" fmla="*/ 156695 h 260362"/>
                <a:gd name="csX323" fmla="*/ 213067 w 324856"/>
                <a:gd name="csY323" fmla="*/ 158606 h 260362"/>
                <a:gd name="csX324" fmla="*/ 214023 w 324856"/>
                <a:gd name="csY324" fmla="*/ 160039 h 260362"/>
                <a:gd name="csX325" fmla="*/ 215456 w 324856"/>
                <a:gd name="csY325" fmla="*/ 161950 h 260362"/>
                <a:gd name="csX326" fmla="*/ 216412 w 324856"/>
                <a:gd name="csY326" fmla="*/ 162906 h 260362"/>
                <a:gd name="csX327" fmla="*/ 216412 w 324856"/>
                <a:gd name="csY327" fmla="*/ 164817 h 260362"/>
                <a:gd name="csX328" fmla="*/ 216412 w 324856"/>
                <a:gd name="csY328" fmla="*/ 164817 h 260362"/>
                <a:gd name="csX329" fmla="*/ 216412 w 324856"/>
                <a:gd name="csY329" fmla="*/ 166250 h 260362"/>
                <a:gd name="csX330" fmla="*/ 217367 w 324856"/>
                <a:gd name="csY330" fmla="*/ 166250 h 260362"/>
                <a:gd name="csX331" fmla="*/ 218323 w 324856"/>
                <a:gd name="csY331" fmla="*/ 167205 h 260362"/>
                <a:gd name="csX332" fmla="*/ 218323 w 324856"/>
                <a:gd name="csY332" fmla="*/ 167205 h 260362"/>
                <a:gd name="csX333" fmla="*/ 219278 w 324856"/>
                <a:gd name="csY333" fmla="*/ 168161 h 260362"/>
                <a:gd name="csX334" fmla="*/ 220233 w 324856"/>
                <a:gd name="csY334" fmla="*/ 169116 h 260362"/>
                <a:gd name="csX335" fmla="*/ 221667 w 324856"/>
                <a:gd name="csY335" fmla="*/ 170549 h 260362"/>
                <a:gd name="csX336" fmla="*/ 221667 w 324856"/>
                <a:gd name="csY336" fmla="*/ 170549 h 260362"/>
                <a:gd name="csX337" fmla="*/ 223578 w 324856"/>
                <a:gd name="csY337" fmla="*/ 171983 h 260362"/>
                <a:gd name="csX338" fmla="*/ 226444 w 324856"/>
                <a:gd name="csY338" fmla="*/ 171983 h 260362"/>
                <a:gd name="csX339" fmla="*/ 228833 w 324856"/>
                <a:gd name="csY339" fmla="*/ 172938 h 260362"/>
                <a:gd name="csX340" fmla="*/ 229788 w 324856"/>
                <a:gd name="csY340" fmla="*/ 172938 h 260362"/>
                <a:gd name="csX341" fmla="*/ 230744 w 324856"/>
                <a:gd name="csY341" fmla="*/ 171505 h 260362"/>
                <a:gd name="csX342" fmla="*/ 230744 w 324856"/>
                <a:gd name="csY342" fmla="*/ 170072 h 260362"/>
                <a:gd name="csX343" fmla="*/ 231699 w 324856"/>
                <a:gd name="csY343" fmla="*/ 168638 h 260362"/>
                <a:gd name="csX344" fmla="*/ 232655 w 324856"/>
                <a:gd name="csY344" fmla="*/ 167683 h 260362"/>
                <a:gd name="csX345" fmla="*/ 235521 w 324856"/>
                <a:gd name="csY345" fmla="*/ 163861 h 260362"/>
                <a:gd name="csX346" fmla="*/ 236954 w 324856"/>
                <a:gd name="csY346" fmla="*/ 162428 h 260362"/>
                <a:gd name="csX347" fmla="*/ 243164 w 324856"/>
                <a:gd name="csY347" fmla="*/ 162428 h 260362"/>
                <a:gd name="csX348" fmla="*/ 246508 w 324856"/>
                <a:gd name="csY348" fmla="*/ 160517 h 260362"/>
                <a:gd name="csX349" fmla="*/ 247942 w 324856"/>
                <a:gd name="csY349" fmla="*/ 159562 h 260362"/>
                <a:gd name="csX350" fmla="*/ 248897 w 324856"/>
                <a:gd name="csY350" fmla="*/ 159562 h 260362"/>
                <a:gd name="csX351" fmla="*/ 250330 w 324856"/>
                <a:gd name="csY351" fmla="*/ 157651 h 260362"/>
                <a:gd name="csX352" fmla="*/ 250330 w 324856"/>
                <a:gd name="csY352" fmla="*/ 155262 h 260362"/>
                <a:gd name="csX353" fmla="*/ 251286 w 324856"/>
                <a:gd name="csY353" fmla="*/ 153351 h 260362"/>
                <a:gd name="csX354" fmla="*/ 252241 w 324856"/>
                <a:gd name="csY354" fmla="*/ 152396 h 260362"/>
                <a:gd name="csX355" fmla="*/ 253197 w 324856"/>
                <a:gd name="csY355" fmla="*/ 152396 h 260362"/>
                <a:gd name="csX356" fmla="*/ 254152 w 324856"/>
                <a:gd name="csY356" fmla="*/ 150485 h 260362"/>
                <a:gd name="csX357" fmla="*/ 255108 w 324856"/>
                <a:gd name="csY357" fmla="*/ 148096 h 260362"/>
                <a:gd name="csX358" fmla="*/ 256063 w 324856"/>
                <a:gd name="csY358" fmla="*/ 145707 h 260362"/>
                <a:gd name="csX359" fmla="*/ 256063 w 324856"/>
                <a:gd name="csY359" fmla="*/ 143797 h 260362"/>
                <a:gd name="csX360" fmla="*/ 255585 w 324856"/>
                <a:gd name="csY360" fmla="*/ 143797 h 2603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</a:cxnLst>
              <a:rect l="l" t="t" r="r" b="b"/>
              <a:pathLst>
                <a:path w="324856" h="260362">
                  <a:moveTo>
                    <a:pt x="324856" y="94113"/>
                  </a:moveTo>
                  <a:lnTo>
                    <a:pt x="323901" y="98890"/>
                  </a:lnTo>
                  <a:lnTo>
                    <a:pt x="321035" y="106056"/>
                  </a:lnTo>
                  <a:lnTo>
                    <a:pt x="320079" y="109400"/>
                  </a:lnTo>
                  <a:lnTo>
                    <a:pt x="317690" y="121343"/>
                  </a:lnTo>
                  <a:lnTo>
                    <a:pt x="314346" y="127554"/>
                  </a:lnTo>
                  <a:lnTo>
                    <a:pt x="312435" y="129942"/>
                  </a:lnTo>
                  <a:lnTo>
                    <a:pt x="307180" y="134242"/>
                  </a:lnTo>
                  <a:lnTo>
                    <a:pt x="305747" y="135197"/>
                  </a:lnTo>
                  <a:lnTo>
                    <a:pt x="304314" y="135197"/>
                  </a:lnTo>
                  <a:lnTo>
                    <a:pt x="301925" y="136153"/>
                  </a:lnTo>
                  <a:lnTo>
                    <a:pt x="293326" y="145230"/>
                  </a:lnTo>
                  <a:lnTo>
                    <a:pt x="289982" y="149529"/>
                  </a:lnTo>
                  <a:lnTo>
                    <a:pt x="287115" y="156218"/>
                  </a:lnTo>
                  <a:lnTo>
                    <a:pt x="284249" y="160039"/>
                  </a:lnTo>
                  <a:lnTo>
                    <a:pt x="279949" y="167683"/>
                  </a:lnTo>
                  <a:lnTo>
                    <a:pt x="276128" y="173416"/>
                  </a:lnTo>
                  <a:lnTo>
                    <a:pt x="272306" y="178671"/>
                  </a:lnTo>
                  <a:lnTo>
                    <a:pt x="266096" y="186314"/>
                  </a:lnTo>
                  <a:lnTo>
                    <a:pt x="263229" y="188226"/>
                  </a:lnTo>
                  <a:lnTo>
                    <a:pt x="261318" y="189181"/>
                  </a:lnTo>
                  <a:lnTo>
                    <a:pt x="256541" y="193480"/>
                  </a:lnTo>
                  <a:lnTo>
                    <a:pt x="249375" y="200646"/>
                  </a:lnTo>
                  <a:lnTo>
                    <a:pt x="244120" y="206857"/>
                  </a:lnTo>
                  <a:lnTo>
                    <a:pt x="235998" y="214023"/>
                  </a:lnTo>
                  <a:lnTo>
                    <a:pt x="231221" y="216889"/>
                  </a:lnTo>
                  <a:lnTo>
                    <a:pt x="224055" y="223100"/>
                  </a:lnTo>
                  <a:lnTo>
                    <a:pt x="222144" y="224055"/>
                  </a:lnTo>
                  <a:lnTo>
                    <a:pt x="214501" y="229788"/>
                  </a:lnTo>
                  <a:lnTo>
                    <a:pt x="208768" y="233132"/>
                  </a:lnTo>
                  <a:lnTo>
                    <a:pt x="199691" y="237432"/>
                  </a:lnTo>
                  <a:lnTo>
                    <a:pt x="195869" y="238387"/>
                  </a:lnTo>
                  <a:lnTo>
                    <a:pt x="187270" y="237432"/>
                  </a:lnTo>
                  <a:lnTo>
                    <a:pt x="183448" y="237432"/>
                  </a:lnTo>
                  <a:lnTo>
                    <a:pt x="180582" y="240298"/>
                  </a:lnTo>
                  <a:lnTo>
                    <a:pt x="180582" y="243642"/>
                  </a:lnTo>
                  <a:lnTo>
                    <a:pt x="177238" y="243642"/>
                  </a:lnTo>
                  <a:lnTo>
                    <a:pt x="171027" y="242209"/>
                  </a:lnTo>
                  <a:lnTo>
                    <a:pt x="167683" y="242209"/>
                  </a:lnTo>
                  <a:lnTo>
                    <a:pt x="165772" y="244120"/>
                  </a:lnTo>
                  <a:lnTo>
                    <a:pt x="164339" y="246509"/>
                  </a:lnTo>
                  <a:lnTo>
                    <a:pt x="159562" y="246509"/>
                  </a:lnTo>
                  <a:lnTo>
                    <a:pt x="151440" y="244120"/>
                  </a:lnTo>
                  <a:lnTo>
                    <a:pt x="141886" y="242687"/>
                  </a:lnTo>
                  <a:lnTo>
                    <a:pt x="139497" y="242687"/>
                  </a:lnTo>
                  <a:lnTo>
                    <a:pt x="134720" y="244598"/>
                  </a:lnTo>
                  <a:lnTo>
                    <a:pt x="126598" y="244598"/>
                  </a:lnTo>
                  <a:lnTo>
                    <a:pt x="122777" y="243642"/>
                  </a:lnTo>
                  <a:lnTo>
                    <a:pt x="118955" y="243642"/>
                  </a:lnTo>
                  <a:lnTo>
                    <a:pt x="116088" y="244598"/>
                  </a:lnTo>
                  <a:lnTo>
                    <a:pt x="112744" y="244598"/>
                  </a:lnTo>
                  <a:lnTo>
                    <a:pt x="103667" y="251763"/>
                  </a:lnTo>
                  <a:lnTo>
                    <a:pt x="98890" y="251763"/>
                  </a:lnTo>
                  <a:lnTo>
                    <a:pt x="95068" y="252719"/>
                  </a:lnTo>
                  <a:lnTo>
                    <a:pt x="93157" y="252719"/>
                  </a:lnTo>
                  <a:lnTo>
                    <a:pt x="89335" y="251763"/>
                  </a:lnTo>
                  <a:lnTo>
                    <a:pt x="85991" y="251763"/>
                  </a:lnTo>
                  <a:lnTo>
                    <a:pt x="84081" y="252719"/>
                  </a:lnTo>
                  <a:lnTo>
                    <a:pt x="79303" y="252719"/>
                  </a:lnTo>
                  <a:lnTo>
                    <a:pt x="77392" y="254152"/>
                  </a:lnTo>
                  <a:lnTo>
                    <a:pt x="69271" y="260363"/>
                  </a:lnTo>
                  <a:lnTo>
                    <a:pt x="61627" y="260363"/>
                  </a:lnTo>
                  <a:lnTo>
                    <a:pt x="56850" y="257018"/>
                  </a:lnTo>
                  <a:lnTo>
                    <a:pt x="54939" y="257018"/>
                  </a:lnTo>
                  <a:lnTo>
                    <a:pt x="54939" y="254152"/>
                  </a:lnTo>
                  <a:lnTo>
                    <a:pt x="53984" y="252719"/>
                  </a:lnTo>
                  <a:lnTo>
                    <a:pt x="52073" y="252719"/>
                  </a:lnTo>
                  <a:lnTo>
                    <a:pt x="51117" y="251286"/>
                  </a:lnTo>
                  <a:lnTo>
                    <a:pt x="45862" y="251286"/>
                  </a:lnTo>
                  <a:lnTo>
                    <a:pt x="45862" y="245553"/>
                  </a:lnTo>
                  <a:lnTo>
                    <a:pt x="39652" y="245553"/>
                  </a:lnTo>
                  <a:lnTo>
                    <a:pt x="38696" y="247464"/>
                  </a:lnTo>
                  <a:lnTo>
                    <a:pt x="38696" y="251286"/>
                  </a:lnTo>
                  <a:lnTo>
                    <a:pt x="37741" y="250330"/>
                  </a:lnTo>
                  <a:lnTo>
                    <a:pt x="36785" y="247942"/>
                  </a:lnTo>
                  <a:lnTo>
                    <a:pt x="36785" y="242687"/>
                  </a:lnTo>
                  <a:lnTo>
                    <a:pt x="39174" y="241731"/>
                  </a:lnTo>
                  <a:lnTo>
                    <a:pt x="39174" y="237909"/>
                  </a:lnTo>
                  <a:lnTo>
                    <a:pt x="36308" y="233610"/>
                  </a:lnTo>
                  <a:lnTo>
                    <a:pt x="35352" y="231699"/>
                  </a:lnTo>
                  <a:lnTo>
                    <a:pt x="33441" y="230266"/>
                  </a:lnTo>
                  <a:lnTo>
                    <a:pt x="32008" y="226921"/>
                  </a:lnTo>
                  <a:lnTo>
                    <a:pt x="30575" y="225966"/>
                  </a:lnTo>
                  <a:lnTo>
                    <a:pt x="30575" y="223577"/>
                  </a:lnTo>
                  <a:lnTo>
                    <a:pt x="28186" y="221667"/>
                  </a:lnTo>
                  <a:lnTo>
                    <a:pt x="28186" y="217367"/>
                  </a:lnTo>
                  <a:lnTo>
                    <a:pt x="29619" y="216411"/>
                  </a:lnTo>
                  <a:lnTo>
                    <a:pt x="31052" y="217845"/>
                  </a:lnTo>
                  <a:lnTo>
                    <a:pt x="32963" y="217845"/>
                  </a:lnTo>
                  <a:lnTo>
                    <a:pt x="35352" y="214978"/>
                  </a:lnTo>
                  <a:lnTo>
                    <a:pt x="36785" y="211634"/>
                  </a:lnTo>
                  <a:lnTo>
                    <a:pt x="36785" y="203035"/>
                  </a:lnTo>
                  <a:lnTo>
                    <a:pt x="34874" y="194914"/>
                  </a:lnTo>
                  <a:lnTo>
                    <a:pt x="33919" y="193003"/>
                  </a:lnTo>
                  <a:lnTo>
                    <a:pt x="29619" y="187270"/>
                  </a:lnTo>
                  <a:lnTo>
                    <a:pt x="24364" y="179626"/>
                  </a:lnTo>
                  <a:lnTo>
                    <a:pt x="17676" y="167683"/>
                  </a:lnTo>
                  <a:lnTo>
                    <a:pt x="14332" y="160517"/>
                  </a:lnTo>
                  <a:lnTo>
                    <a:pt x="9555" y="146185"/>
                  </a:lnTo>
                  <a:lnTo>
                    <a:pt x="5255" y="138064"/>
                  </a:lnTo>
                  <a:lnTo>
                    <a:pt x="0" y="130420"/>
                  </a:lnTo>
                  <a:lnTo>
                    <a:pt x="0" y="130420"/>
                  </a:lnTo>
                  <a:lnTo>
                    <a:pt x="956" y="128987"/>
                  </a:lnTo>
                  <a:lnTo>
                    <a:pt x="3822" y="127076"/>
                  </a:lnTo>
                  <a:lnTo>
                    <a:pt x="5255" y="127076"/>
                  </a:lnTo>
                  <a:lnTo>
                    <a:pt x="5255" y="125643"/>
                  </a:lnTo>
                  <a:lnTo>
                    <a:pt x="6211" y="124688"/>
                  </a:lnTo>
                  <a:lnTo>
                    <a:pt x="6211" y="123254"/>
                  </a:lnTo>
                  <a:lnTo>
                    <a:pt x="7166" y="122299"/>
                  </a:lnTo>
                  <a:lnTo>
                    <a:pt x="7166" y="120388"/>
                  </a:lnTo>
                  <a:lnTo>
                    <a:pt x="9077" y="119432"/>
                  </a:lnTo>
                  <a:lnTo>
                    <a:pt x="11466" y="118477"/>
                  </a:lnTo>
                  <a:lnTo>
                    <a:pt x="13377" y="119432"/>
                  </a:lnTo>
                  <a:lnTo>
                    <a:pt x="14332" y="120388"/>
                  </a:lnTo>
                  <a:lnTo>
                    <a:pt x="14332" y="121821"/>
                  </a:lnTo>
                  <a:lnTo>
                    <a:pt x="16721" y="121821"/>
                  </a:lnTo>
                  <a:lnTo>
                    <a:pt x="17676" y="122777"/>
                  </a:lnTo>
                  <a:lnTo>
                    <a:pt x="17676" y="126121"/>
                  </a:lnTo>
                  <a:lnTo>
                    <a:pt x="16721" y="127076"/>
                  </a:lnTo>
                  <a:lnTo>
                    <a:pt x="16721" y="127076"/>
                  </a:lnTo>
                  <a:lnTo>
                    <a:pt x="16721" y="128031"/>
                  </a:lnTo>
                  <a:lnTo>
                    <a:pt x="17676" y="129465"/>
                  </a:lnTo>
                  <a:lnTo>
                    <a:pt x="17676" y="130420"/>
                  </a:lnTo>
                  <a:lnTo>
                    <a:pt x="18632" y="131854"/>
                  </a:lnTo>
                  <a:lnTo>
                    <a:pt x="18632" y="131854"/>
                  </a:lnTo>
                  <a:lnTo>
                    <a:pt x="21976" y="132809"/>
                  </a:lnTo>
                  <a:lnTo>
                    <a:pt x="23886" y="132809"/>
                  </a:lnTo>
                  <a:lnTo>
                    <a:pt x="26753" y="133764"/>
                  </a:lnTo>
                  <a:lnTo>
                    <a:pt x="29619" y="133764"/>
                  </a:lnTo>
                  <a:lnTo>
                    <a:pt x="32008" y="135675"/>
                  </a:lnTo>
                  <a:lnTo>
                    <a:pt x="46818" y="135675"/>
                  </a:lnTo>
                  <a:lnTo>
                    <a:pt x="50639" y="137108"/>
                  </a:lnTo>
                  <a:lnTo>
                    <a:pt x="54939" y="137108"/>
                  </a:lnTo>
                  <a:lnTo>
                    <a:pt x="54939" y="135675"/>
                  </a:lnTo>
                  <a:lnTo>
                    <a:pt x="55894" y="135675"/>
                  </a:lnTo>
                  <a:lnTo>
                    <a:pt x="55894" y="134242"/>
                  </a:lnTo>
                  <a:lnTo>
                    <a:pt x="55894" y="134242"/>
                  </a:lnTo>
                  <a:lnTo>
                    <a:pt x="57805" y="132809"/>
                  </a:lnTo>
                  <a:lnTo>
                    <a:pt x="57805" y="132809"/>
                  </a:lnTo>
                  <a:lnTo>
                    <a:pt x="59239" y="131854"/>
                  </a:lnTo>
                  <a:lnTo>
                    <a:pt x="60194" y="129942"/>
                  </a:lnTo>
                  <a:lnTo>
                    <a:pt x="63060" y="128509"/>
                  </a:lnTo>
                  <a:lnTo>
                    <a:pt x="67360" y="127554"/>
                  </a:lnTo>
                  <a:lnTo>
                    <a:pt x="69271" y="127554"/>
                  </a:lnTo>
                  <a:lnTo>
                    <a:pt x="69271" y="53028"/>
                  </a:lnTo>
                  <a:lnTo>
                    <a:pt x="70226" y="53028"/>
                  </a:lnTo>
                  <a:lnTo>
                    <a:pt x="76437" y="57805"/>
                  </a:lnTo>
                  <a:lnTo>
                    <a:pt x="78348" y="60194"/>
                  </a:lnTo>
                  <a:lnTo>
                    <a:pt x="79303" y="61627"/>
                  </a:lnTo>
                  <a:lnTo>
                    <a:pt x="82170" y="66882"/>
                  </a:lnTo>
                  <a:lnTo>
                    <a:pt x="84081" y="71659"/>
                  </a:lnTo>
                  <a:lnTo>
                    <a:pt x="85514" y="75481"/>
                  </a:lnTo>
                  <a:lnTo>
                    <a:pt x="85514" y="80736"/>
                  </a:lnTo>
                  <a:lnTo>
                    <a:pt x="84558" y="82647"/>
                  </a:lnTo>
                  <a:lnTo>
                    <a:pt x="83603" y="84081"/>
                  </a:lnTo>
                  <a:lnTo>
                    <a:pt x="82170" y="85991"/>
                  </a:lnTo>
                  <a:lnTo>
                    <a:pt x="82170" y="92202"/>
                  </a:lnTo>
                  <a:lnTo>
                    <a:pt x="83125" y="93635"/>
                  </a:lnTo>
                  <a:lnTo>
                    <a:pt x="103667" y="93635"/>
                  </a:lnTo>
                  <a:lnTo>
                    <a:pt x="104623" y="92680"/>
                  </a:lnTo>
                  <a:lnTo>
                    <a:pt x="104623" y="92680"/>
                  </a:lnTo>
                  <a:lnTo>
                    <a:pt x="105578" y="90769"/>
                  </a:lnTo>
                  <a:lnTo>
                    <a:pt x="107012" y="90769"/>
                  </a:lnTo>
                  <a:lnTo>
                    <a:pt x="108923" y="89813"/>
                  </a:lnTo>
                  <a:lnTo>
                    <a:pt x="110356" y="88858"/>
                  </a:lnTo>
                  <a:lnTo>
                    <a:pt x="112744" y="85036"/>
                  </a:lnTo>
                  <a:lnTo>
                    <a:pt x="117522" y="81692"/>
                  </a:lnTo>
                  <a:lnTo>
                    <a:pt x="118955" y="80736"/>
                  </a:lnTo>
                  <a:lnTo>
                    <a:pt x="119910" y="79781"/>
                  </a:lnTo>
                  <a:lnTo>
                    <a:pt x="120866" y="78348"/>
                  </a:lnTo>
                  <a:lnTo>
                    <a:pt x="122777" y="74048"/>
                  </a:lnTo>
                  <a:lnTo>
                    <a:pt x="124210" y="70226"/>
                  </a:lnTo>
                  <a:lnTo>
                    <a:pt x="124210" y="68315"/>
                  </a:lnTo>
                  <a:lnTo>
                    <a:pt x="125643" y="65449"/>
                  </a:lnTo>
                  <a:lnTo>
                    <a:pt x="127076" y="63538"/>
                  </a:lnTo>
                  <a:lnTo>
                    <a:pt x="128509" y="62583"/>
                  </a:lnTo>
                  <a:lnTo>
                    <a:pt x="128509" y="62583"/>
                  </a:lnTo>
                  <a:lnTo>
                    <a:pt x="130420" y="61627"/>
                  </a:lnTo>
                  <a:lnTo>
                    <a:pt x="135198" y="61627"/>
                  </a:lnTo>
                  <a:lnTo>
                    <a:pt x="138064" y="62583"/>
                  </a:lnTo>
                  <a:lnTo>
                    <a:pt x="140930" y="64493"/>
                  </a:lnTo>
                  <a:lnTo>
                    <a:pt x="143797" y="66882"/>
                  </a:lnTo>
                  <a:lnTo>
                    <a:pt x="145230" y="67838"/>
                  </a:lnTo>
                  <a:lnTo>
                    <a:pt x="151440" y="67838"/>
                  </a:lnTo>
                  <a:lnTo>
                    <a:pt x="154307" y="70226"/>
                  </a:lnTo>
                  <a:lnTo>
                    <a:pt x="155740" y="70226"/>
                  </a:lnTo>
                  <a:lnTo>
                    <a:pt x="158606" y="71182"/>
                  </a:lnTo>
                  <a:lnTo>
                    <a:pt x="158606" y="71182"/>
                  </a:lnTo>
                  <a:lnTo>
                    <a:pt x="162428" y="72137"/>
                  </a:lnTo>
                  <a:lnTo>
                    <a:pt x="164817" y="72137"/>
                  </a:lnTo>
                  <a:lnTo>
                    <a:pt x="167205" y="71182"/>
                  </a:lnTo>
                  <a:lnTo>
                    <a:pt x="174371" y="71182"/>
                  </a:lnTo>
                  <a:lnTo>
                    <a:pt x="176282" y="70226"/>
                  </a:lnTo>
                  <a:lnTo>
                    <a:pt x="177715" y="69271"/>
                  </a:lnTo>
                  <a:lnTo>
                    <a:pt x="179149" y="68315"/>
                  </a:lnTo>
                  <a:lnTo>
                    <a:pt x="179149" y="68315"/>
                  </a:lnTo>
                  <a:lnTo>
                    <a:pt x="180582" y="64971"/>
                  </a:lnTo>
                  <a:lnTo>
                    <a:pt x="181537" y="62105"/>
                  </a:lnTo>
                  <a:lnTo>
                    <a:pt x="182493" y="59716"/>
                  </a:lnTo>
                  <a:lnTo>
                    <a:pt x="182493" y="58761"/>
                  </a:lnTo>
                  <a:lnTo>
                    <a:pt x="184404" y="54461"/>
                  </a:lnTo>
                  <a:lnTo>
                    <a:pt x="184404" y="54461"/>
                  </a:lnTo>
                  <a:lnTo>
                    <a:pt x="184404" y="50639"/>
                  </a:lnTo>
                  <a:lnTo>
                    <a:pt x="187270" y="49684"/>
                  </a:lnTo>
                  <a:lnTo>
                    <a:pt x="189181" y="49684"/>
                  </a:lnTo>
                  <a:lnTo>
                    <a:pt x="194436" y="47773"/>
                  </a:lnTo>
                  <a:lnTo>
                    <a:pt x="195391" y="47773"/>
                  </a:lnTo>
                  <a:lnTo>
                    <a:pt x="196347" y="45862"/>
                  </a:lnTo>
                  <a:lnTo>
                    <a:pt x="198735" y="43474"/>
                  </a:lnTo>
                  <a:lnTo>
                    <a:pt x="200646" y="42518"/>
                  </a:lnTo>
                  <a:lnTo>
                    <a:pt x="201602" y="41563"/>
                  </a:lnTo>
                  <a:lnTo>
                    <a:pt x="203035" y="40607"/>
                  </a:lnTo>
                  <a:lnTo>
                    <a:pt x="205901" y="31052"/>
                  </a:lnTo>
                  <a:lnTo>
                    <a:pt x="205901" y="30097"/>
                  </a:lnTo>
                  <a:lnTo>
                    <a:pt x="208290" y="27708"/>
                  </a:lnTo>
                  <a:lnTo>
                    <a:pt x="209246" y="26753"/>
                  </a:lnTo>
                  <a:lnTo>
                    <a:pt x="211157" y="26753"/>
                  </a:lnTo>
                  <a:lnTo>
                    <a:pt x="212590" y="24842"/>
                  </a:lnTo>
                  <a:lnTo>
                    <a:pt x="214501" y="23886"/>
                  </a:lnTo>
                  <a:lnTo>
                    <a:pt x="216412" y="23886"/>
                  </a:lnTo>
                  <a:lnTo>
                    <a:pt x="217845" y="22931"/>
                  </a:lnTo>
                  <a:lnTo>
                    <a:pt x="217845" y="21498"/>
                  </a:lnTo>
                  <a:lnTo>
                    <a:pt x="219278" y="20542"/>
                  </a:lnTo>
                  <a:lnTo>
                    <a:pt x="221667" y="20542"/>
                  </a:lnTo>
                  <a:lnTo>
                    <a:pt x="221667" y="19587"/>
                  </a:lnTo>
                  <a:lnTo>
                    <a:pt x="222622" y="18632"/>
                  </a:lnTo>
                  <a:lnTo>
                    <a:pt x="224055" y="18632"/>
                  </a:lnTo>
                  <a:lnTo>
                    <a:pt x="225010" y="17198"/>
                  </a:lnTo>
                  <a:lnTo>
                    <a:pt x="225010" y="16243"/>
                  </a:lnTo>
                  <a:lnTo>
                    <a:pt x="226921" y="13854"/>
                  </a:lnTo>
                  <a:lnTo>
                    <a:pt x="230744" y="10510"/>
                  </a:lnTo>
                  <a:lnTo>
                    <a:pt x="234087" y="8599"/>
                  </a:lnTo>
                  <a:lnTo>
                    <a:pt x="237432" y="8599"/>
                  </a:lnTo>
                  <a:lnTo>
                    <a:pt x="240298" y="7644"/>
                  </a:lnTo>
                  <a:lnTo>
                    <a:pt x="243164" y="6688"/>
                  </a:lnTo>
                  <a:lnTo>
                    <a:pt x="245075" y="4777"/>
                  </a:lnTo>
                  <a:lnTo>
                    <a:pt x="246508" y="2389"/>
                  </a:lnTo>
                  <a:lnTo>
                    <a:pt x="248897" y="956"/>
                  </a:lnTo>
                  <a:lnTo>
                    <a:pt x="253674" y="956"/>
                  </a:lnTo>
                  <a:lnTo>
                    <a:pt x="259407" y="0"/>
                  </a:lnTo>
                  <a:lnTo>
                    <a:pt x="264185" y="956"/>
                  </a:lnTo>
                  <a:lnTo>
                    <a:pt x="269917" y="2867"/>
                  </a:lnTo>
                  <a:lnTo>
                    <a:pt x="275172" y="3822"/>
                  </a:lnTo>
                  <a:lnTo>
                    <a:pt x="279949" y="3822"/>
                  </a:lnTo>
                  <a:lnTo>
                    <a:pt x="283771" y="2867"/>
                  </a:lnTo>
                  <a:lnTo>
                    <a:pt x="286638" y="2867"/>
                  </a:lnTo>
                  <a:lnTo>
                    <a:pt x="289026" y="3822"/>
                  </a:lnTo>
                  <a:lnTo>
                    <a:pt x="290937" y="4777"/>
                  </a:lnTo>
                  <a:lnTo>
                    <a:pt x="290937" y="5733"/>
                  </a:lnTo>
                  <a:lnTo>
                    <a:pt x="290937" y="5733"/>
                  </a:lnTo>
                  <a:lnTo>
                    <a:pt x="291893" y="9077"/>
                  </a:lnTo>
                  <a:lnTo>
                    <a:pt x="293326" y="12899"/>
                  </a:lnTo>
                  <a:lnTo>
                    <a:pt x="294281" y="16721"/>
                  </a:lnTo>
                  <a:lnTo>
                    <a:pt x="295715" y="21976"/>
                  </a:lnTo>
                  <a:lnTo>
                    <a:pt x="295715" y="25798"/>
                  </a:lnTo>
                  <a:lnTo>
                    <a:pt x="297148" y="27231"/>
                  </a:lnTo>
                  <a:lnTo>
                    <a:pt x="298581" y="29619"/>
                  </a:lnTo>
                  <a:lnTo>
                    <a:pt x="298581" y="31052"/>
                  </a:lnTo>
                  <a:lnTo>
                    <a:pt x="299537" y="32008"/>
                  </a:lnTo>
                  <a:lnTo>
                    <a:pt x="300970" y="33919"/>
                  </a:lnTo>
                  <a:lnTo>
                    <a:pt x="301925" y="36785"/>
                  </a:lnTo>
                  <a:lnTo>
                    <a:pt x="302881" y="40607"/>
                  </a:lnTo>
                  <a:lnTo>
                    <a:pt x="303836" y="42518"/>
                  </a:lnTo>
                  <a:lnTo>
                    <a:pt x="303836" y="43474"/>
                  </a:lnTo>
                  <a:lnTo>
                    <a:pt x="304792" y="44907"/>
                  </a:lnTo>
                  <a:lnTo>
                    <a:pt x="304792" y="68315"/>
                  </a:lnTo>
                  <a:lnTo>
                    <a:pt x="303358" y="71182"/>
                  </a:lnTo>
                  <a:lnTo>
                    <a:pt x="303358" y="75004"/>
                  </a:lnTo>
                  <a:lnTo>
                    <a:pt x="302403" y="75004"/>
                  </a:lnTo>
                  <a:lnTo>
                    <a:pt x="297626" y="72615"/>
                  </a:lnTo>
                  <a:lnTo>
                    <a:pt x="293326" y="70226"/>
                  </a:lnTo>
                  <a:lnTo>
                    <a:pt x="291893" y="70226"/>
                  </a:lnTo>
                  <a:lnTo>
                    <a:pt x="289504" y="72137"/>
                  </a:lnTo>
                  <a:lnTo>
                    <a:pt x="289504" y="72137"/>
                  </a:lnTo>
                  <a:lnTo>
                    <a:pt x="287115" y="75004"/>
                  </a:lnTo>
                  <a:lnTo>
                    <a:pt x="286160" y="77392"/>
                  </a:lnTo>
                  <a:lnTo>
                    <a:pt x="284249" y="79781"/>
                  </a:lnTo>
                  <a:lnTo>
                    <a:pt x="281383" y="83603"/>
                  </a:lnTo>
                  <a:lnTo>
                    <a:pt x="281383" y="90769"/>
                  </a:lnTo>
                  <a:lnTo>
                    <a:pt x="282816" y="90769"/>
                  </a:lnTo>
                  <a:lnTo>
                    <a:pt x="283771" y="93635"/>
                  </a:lnTo>
                  <a:lnTo>
                    <a:pt x="286160" y="97457"/>
                  </a:lnTo>
                  <a:lnTo>
                    <a:pt x="286160" y="97457"/>
                  </a:lnTo>
                  <a:lnTo>
                    <a:pt x="290460" y="99846"/>
                  </a:lnTo>
                  <a:lnTo>
                    <a:pt x="294281" y="100801"/>
                  </a:lnTo>
                  <a:lnTo>
                    <a:pt x="303836" y="100801"/>
                  </a:lnTo>
                  <a:lnTo>
                    <a:pt x="303836" y="90769"/>
                  </a:lnTo>
                  <a:lnTo>
                    <a:pt x="321512" y="90769"/>
                  </a:lnTo>
                  <a:lnTo>
                    <a:pt x="322945" y="93157"/>
                  </a:lnTo>
                  <a:lnTo>
                    <a:pt x="324856" y="94113"/>
                  </a:lnTo>
                  <a:close/>
                  <a:moveTo>
                    <a:pt x="255585" y="143797"/>
                  </a:moveTo>
                  <a:lnTo>
                    <a:pt x="255585" y="142841"/>
                  </a:lnTo>
                  <a:lnTo>
                    <a:pt x="254630" y="141886"/>
                  </a:lnTo>
                  <a:lnTo>
                    <a:pt x="254630" y="140453"/>
                  </a:lnTo>
                  <a:lnTo>
                    <a:pt x="253197" y="140453"/>
                  </a:lnTo>
                  <a:lnTo>
                    <a:pt x="251764" y="139497"/>
                  </a:lnTo>
                  <a:lnTo>
                    <a:pt x="249375" y="137586"/>
                  </a:lnTo>
                  <a:lnTo>
                    <a:pt x="247464" y="136153"/>
                  </a:lnTo>
                  <a:lnTo>
                    <a:pt x="245553" y="133764"/>
                  </a:lnTo>
                  <a:lnTo>
                    <a:pt x="244598" y="133764"/>
                  </a:lnTo>
                  <a:lnTo>
                    <a:pt x="242687" y="131854"/>
                  </a:lnTo>
                  <a:lnTo>
                    <a:pt x="241731" y="130898"/>
                  </a:lnTo>
                  <a:lnTo>
                    <a:pt x="241731" y="129942"/>
                  </a:lnTo>
                  <a:lnTo>
                    <a:pt x="237432" y="129942"/>
                  </a:lnTo>
                  <a:lnTo>
                    <a:pt x="232655" y="132331"/>
                  </a:lnTo>
                  <a:lnTo>
                    <a:pt x="229788" y="133764"/>
                  </a:lnTo>
                  <a:lnTo>
                    <a:pt x="227399" y="135675"/>
                  </a:lnTo>
                  <a:lnTo>
                    <a:pt x="225010" y="136631"/>
                  </a:lnTo>
                  <a:lnTo>
                    <a:pt x="223100" y="136631"/>
                  </a:lnTo>
                  <a:lnTo>
                    <a:pt x="221667" y="139497"/>
                  </a:lnTo>
                  <a:lnTo>
                    <a:pt x="220233" y="141408"/>
                  </a:lnTo>
                  <a:lnTo>
                    <a:pt x="218800" y="143319"/>
                  </a:lnTo>
                  <a:lnTo>
                    <a:pt x="217845" y="144274"/>
                  </a:lnTo>
                  <a:lnTo>
                    <a:pt x="217845" y="144274"/>
                  </a:lnTo>
                  <a:lnTo>
                    <a:pt x="217845" y="146185"/>
                  </a:lnTo>
                  <a:lnTo>
                    <a:pt x="216412" y="148096"/>
                  </a:lnTo>
                  <a:lnTo>
                    <a:pt x="214978" y="149529"/>
                  </a:lnTo>
                  <a:lnTo>
                    <a:pt x="213067" y="150485"/>
                  </a:lnTo>
                  <a:lnTo>
                    <a:pt x="210679" y="151440"/>
                  </a:lnTo>
                  <a:lnTo>
                    <a:pt x="209723" y="151440"/>
                  </a:lnTo>
                  <a:lnTo>
                    <a:pt x="209723" y="152873"/>
                  </a:lnTo>
                  <a:lnTo>
                    <a:pt x="210679" y="154784"/>
                  </a:lnTo>
                  <a:lnTo>
                    <a:pt x="211634" y="156695"/>
                  </a:lnTo>
                  <a:lnTo>
                    <a:pt x="213067" y="158606"/>
                  </a:lnTo>
                  <a:lnTo>
                    <a:pt x="214023" y="160039"/>
                  </a:lnTo>
                  <a:lnTo>
                    <a:pt x="215456" y="161950"/>
                  </a:lnTo>
                  <a:lnTo>
                    <a:pt x="216412" y="162906"/>
                  </a:lnTo>
                  <a:lnTo>
                    <a:pt x="216412" y="164817"/>
                  </a:lnTo>
                  <a:lnTo>
                    <a:pt x="216412" y="164817"/>
                  </a:lnTo>
                  <a:lnTo>
                    <a:pt x="216412" y="166250"/>
                  </a:lnTo>
                  <a:lnTo>
                    <a:pt x="217367" y="166250"/>
                  </a:lnTo>
                  <a:lnTo>
                    <a:pt x="218323" y="167205"/>
                  </a:lnTo>
                  <a:lnTo>
                    <a:pt x="218323" y="167205"/>
                  </a:lnTo>
                  <a:lnTo>
                    <a:pt x="219278" y="168161"/>
                  </a:lnTo>
                  <a:lnTo>
                    <a:pt x="220233" y="169116"/>
                  </a:lnTo>
                  <a:lnTo>
                    <a:pt x="221667" y="170549"/>
                  </a:lnTo>
                  <a:lnTo>
                    <a:pt x="221667" y="170549"/>
                  </a:lnTo>
                  <a:lnTo>
                    <a:pt x="223578" y="171983"/>
                  </a:lnTo>
                  <a:lnTo>
                    <a:pt x="226444" y="171983"/>
                  </a:lnTo>
                  <a:lnTo>
                    <a:pt x="228833" y="172938"/>
                  </a:lnTo>
                  <a:lnTo>
                    <a:pt x="229788" y="172938"/>
                  </a:lnTo>
                  <a:lnTo>
                    <a:pt x="230744" y="171505"/>
                  </a:lnTo>
                  <a:lnTo>
                    <a:pt x="230744" y="170072"/>
                  </a:lnTo>
                  <a:lnTo>
                    <a:pt x="231699" y="168638"/>
                  </a:lnTo>
                  <a:lnTo>
                    <a:pt x="232655" y="167683"/>
                  </a:lnTo>
                  <a:lnTo>
                    <a:pt x="235521" y="163861"/>
                  </a:lnTo>
                  <a:lnTo>
                    <a:pt x="236954" y="162428"/>
                  </a:lnTo>
                  <a:lnTo>
                    <a:pt x="243164" y="162428"/>
                  </a:lnTo>
                  <a:lnTo>
                    <a:pt x="246508" y="160517"/>
                  </a:lnTo>
                  <a:lnTo>
                    <a:pt x="247942" y="159562"/>
                  </a:lnTo>
                  <a:lnTo>
                    <a:pt x="248897" y="159562"/>
                  </a:lnTo>
                  <a:lnTo>
                    <a:pt x="250330" y="157651"/>
                  </a:lnTo>
                  <a:lnTo>
                    <a:pt x="250330" y="155262"/>
                  </a:lnTo>
                  <a:lnTo>
                    <a:pt x="251286" y="153351"/>
                  </a:lnTo>
                  <a:lnTo>
                    <a:pt x="252241" y="152396"/>
                  </a:lnTo>
                  <a:lnTo>
                    <a:pt x="253197" y="152396"/>
                  </a:lnTo>
                  <a:lnTo>
                    <a:pt x="254152" y="150485"/>
                  </a:lnTo>
                  <a:lnTo>
                    <a:pt x="255108" y="148096"/>
                  </a:lnTo>
                  <a:lnTo>
                    <a:pt x="256063" y="145707"/>
                  </a:lnTo>
                  <a:lnTo>
                    <a:pt x="256063" y="143797"/>
                  </a:lnTo>
                  <a:lnTo>
                    <a:pt x="255585" y="14379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5" name="Freeform 1644">
              <a:extLst>
                <a:ext uri="{FF2B5EF4-FFF2-40B4-BE49-F238E27FC236}">
                  <a16:creationId xmlns:a16="http://schemas.microsoft.com/office/drawing/2014/main" id="{E97DCDDB-92E2-29D4-859E-95C076ABB3CF}"/>
                </a:ext>
              </a:extLst>
            </p:cNvPr>
            <p:cNvSpPr/>
            <p:nvPr/>
          </p:nvSpPr>
          <p:spPr>
            <a:xfrm>
              <a:off x="6533599" y="4980927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956 w 955"/>
                <a:gd name="csY1" fmla="*/ 0 h 955"/>
                <a:gd name="csX2" fmla="*/ 0 w 955"/>
                <a:gd name="csY2" fmla="*/ 956 h 955"/>
                <a:gd name="csX3" fmla="*/ 956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956" y="0"/>
                  </a:lnTo>
                  <a:lnTo>
                    <a:pt x="0" y="956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6" name="Freeform 1645">
              <a:extLst>
                <a:ext uri="{FF2B5EF4-FFF2-40B4-BE49-F238E27FC236}">
                  <a16:creationId xmlns:a16="http://schemas.microsoft.com/office/drawing/2014/main" id="{3D5AF0C2-911C-668F-F004-F9C7C57CFE2E}"/>
                </a:ext>
              </a:extLst>
            </p:cNvPr>
            <p:cNvSpPr/>
            <p:nvPr/>
          </p:nvSpPr>
          <p:spPr>
            <a:xfrm>
              <a:off x="6522133" y="5238423"/>
              <a:ext cx="11465" cy="477"/>
            </a:xfrm>
            <a:custGeom>
              <a:avLst/>
              <a:gdLst>
                <a:gd name="csX0" fmla="*/ 11466 w 11465"/>
                <a:gd name="csY0" fmla="*/ 478 h 477"/>
                <a:gd name="csX1" fmla="*/ 7644 w 11465"/>
                <a:gd name="csY1" fmla="*/ 478 h 477"/>
                <a:gd name="csX2" fmla="*/ 5733 w 11465"/>
                <a:gd name="csY2" fmla="*/ 478 h 477"/>
                <a:gd name="csX3" fmla="*/ 3344 w 11465"/>
                <a:gd name="csY3" fmla="*/ 478 h 477"/>
                <a:gd name="csX4" fmla="*/ 0 w 11465"/>
                <a:gd name="csY4" fmla="*/ 0 h 477"/>
                <a:gd name="csX5" fmla="*/ 3344 w 11465"/>
                <a:gd name="csY5" fmla="*/ 478 h 477"/>
                <a:gd name="csX6" fmla="*/ 5733 w 11465"/>
                <a:gd name="csY6" fmla="*/ 478 h 477"/>
                <a:gd name="csX7" fmla="*/ 8122 w 11465"/>
                <a:gd name="csY7" fmla="*/ 478 h 477"/>
                <a:gd name="csX8" fmla="*/ 11466 w 11465"/>
                <a:gd name="csY8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1465" h="477">
                  <a:moveTo>
                    <a:pt x="11466" y="478"/>
                  </a:moveTo>
                  <a:lnTo>
                    <a:pt x="7644" y="478"/>
                  </a:lnTo>
                  <a:lnTo>
                    <a:pt x="5733" y="478"/>
                  </a:lnTo>
                  <a:lnTo>
                    <a:pt x="3344" y="478"/>
                  </a:lnTo>
                  <a:lnTo>
                    <a:pt x="0" y="0"/>
                  </a:lnTo>
                  <a:lnTo>
                    <a:pt x="3344" y="478"/>
                  </a:lnTo>
                  <a:lnTo>
                    <a:pt x="5733" y="478"/>
                  </a:lnTo>
                  <a:lnTo>
                    <a:pt x="8122" y="478"/>
                  </a:lnTo>
                  <a:lnTo>
                    <a:pt x="114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7" name="Freeform 1646">
              <a:extLst>
                <a:ext uri="{FF2B5EF4-FFF2-40B4-BE49-F238E27FC236}">
                  <a16:creationId xmlns:a16="http://schemas.microsoft.com/office/drawing/2014/main" id="{F4DF6A1C-6179-ADB6-A0F4-5F79EE1ADA10}"/>
                </a:ext>
              </a:extLst>
            </p:cNvPr>
            <p:cNvSpPr/>
            <p:nvPr/>
          </p:nvSpPr>
          <p:spPr>
            <a:xfrm>
              <a:off x="6343463" y="3500443"/>
              <a:ext cx="189181" cy="150007"/>
            </a:xfrm>
            <a:custGeom>
              <a:avLst/>
              <a:gdLst>
                <a:gd name="csX0" fmla="*/ 188703 w 189181"/>
                <a:gd name="csY0" fmla="*/ 85991 h 150007"/>
                <a:gd name="csX1" fmla="*/ 189181 w 189181"/>
                <a:gd name="csY1" fmla="*/ 87424 h 150007"/>
                <a:gd name="csX2" fmla="*/ 188703 w 189181"/>
                <a:gd name="csY2" fmla="*/ 88380 h 150007"/>
                <a:gd name="csX3" fmla="*/ 187748 w 189181"/>
                <a:gd name="csY3" fmla="*/ 88380 h 150007"/>
                <a:gd name="csX4" fmla="*/ 186315 w 189181"/>
                <a:gd name="csY4" fmla="*/ 89335 h 150007"/>
                <a:gd name="csX5" fmla="*/ 184404 w 189181"/>
                <a:gd name="csY5" fmla="*/ 90291 h 150007"/>
                <a:gd name="csX6" fmla="*/ 183448 w 189181"/>
                <a:gd name="csY6" fmla="*/ 92202 h 150007"/>
                <a:gd name="csX7" fmla="*/ 179626 w 189181"/>
                <a:gd name="csY7" fmla="*/ 94590 h 150007"/>
                <a:gd name="csX8" fmla="*/ 177715 w 189181"/>
                <a:gd name="csY8" fmla="*/ 96024 h 150007"/>
                <a:gd name="csX9" fmla="*/ 175804 w 189181"/>
                <a:gd name="csY9" fmla="*/ 96024 h 150007"/>
                <a:gd name="csX10" fmla="*/ 171983 w 189181"/>
                <a:gd name="csY10" fmla="*/ 95546 h 150007"/>
                <a:gd name="csX11" fmla="*/ 170549 w 189181"/>
                <a:gd name="csY11" fmla="*/ 94113 h 150007"/>
                <a:gd name="csX12" fmla="*/ 170072 w 189181"/>
                <a:gd name="csY12" fmla="*/ 93157 h 150007"/>
                <a:gd name="csX13" fmla="*/ 170072 w 189181"/>
                <a:gd name="csY13" fmla="*/ 93157 h 150007"/>
                <a:gd name="csX14" fmla="*/ 168161 w 189181"/>
                <a:gd name="csY14" fmla="*/ 92679 h 150007"/>
                <a:gd name="csX15" fmla="*/ 166250 w 189181"/>
                <a:gd name="csY15" fmla="*/ 92202 h 150007"/>
                <a:gd name="csX16" fmla="*/ 163384 w 189181"/>
                <a:gd name="csY16" fmla="*/ 92679 h 150007"/>
                <a:gd name="csX17" fmla="*/ 162906 w 189181"/>
                <a:gd name="csY17" fmla="*/ 93157 h 150007"/>
                <a:gd name="csX18" fmla="*/ 162906 w 189181"/>
                <a:gd name="csY18" fmla="*/ 93157 h 150007"/>
                <a:gd name="csX19" fmla="*/ 162428 w 189181"/>
                <a:gd name="csY19" fmla="*/ 94590 h 150007"/>
                <a:gd name="csX20" fmla="*/ 160995 w 189181"/>
                <a:gd name="csY20" fmla="*/ 96979 h 150007"/>
                <a:gd name="csX21" fmla="*/ 160040 w 189181"/>
                <a:gd name="csY21" fmla="*/ 97935 h 150007"/>
                <a:gd name="csX22" fmla="*/ 160995 w 189181"/>
                <a:gd name="csY22" fmla="*/ 98890 h 150007"/>
                <a:gd name="csX23" fmla="*/ 161950 w 189181"/>
                <a:gd name="csY23" fmla="*/ 100801 h 150007"/>
                <a:gd name="csX24" fmla="*/ 163861 w 189181"/>
                <a:gd name="csY24" fmla="*/ 102712 h 150007"/>
                <a:gd name="csX25" fmla="*/ 165772 w 189181"/>
                <a:gd name="csY25" fmla="*/ 104623 h 150007"/>
                <a:gd name="csX26" fmla="*/ 166250 w 189181"/>
                <a:gd name="csY26" fmla="*/ 106056 h 150007"/>
                <a:gd name="csX27" fmla="*/ 166250 w 189181"/>
                <a:gd name="csY27" fmla="*/ 106534 h 150007"/>
                <a:gd name="csX28" fmla="*/ 165295 w 189181"/>
                <a:gd name="csY28" fmla="*/ 107489 h 150007"/>
                <a:gd name="csX29" fmla="*/ 165295 w 189181"/>
                <a:gd name="csY29" fmla="*/ 107489 h 150007"/>
                <a:gd name="csX30" fmla="*/ 165295 w 189181"/>
                <a:gd name="csY30" fmla="*/ 109400 h 150007"/>
                <a:gd name="csX31" fmla="*/ 167206 w 189181"/>
                <a:gd name="csY31" fmla="*/ 112266 h 150007"/>
                <a:gd name="csX32" fmla="*/ 166727 w 189181"/>
                <a:gd name="csY32" fmla="*/ 112744 h 150007"/>
                <a:gd name="csX33" fmla="*/ 166727 w 189181"/>
                <a:gd name="csY33" fmla="*/ 112744 h 150007"/>
                <a:gd name="csX34" fmla="*/ 166250 w 189181"/>
                <a:gd name="csY34" fmla="*/ 115610 h 150007"/>
                <a:gd name="csX35" fmla="*/ 166727 w 189181"/>
                <a:gd name="csY35" fmla="*/ 118955 h 150007"/>
                <a:gd name="csX36" fmla="*/ 166727 w 189181"/>
                <a:gd name="csY36" fmla="*/ 118955 h 150007"/>
                <a:gd name="csX37" fmla="*/ 166727 w 189181"/>
                <a:gd name="csY37" fmla="*/ 119910 h 150007"/>
                <a:gd name="csX38" fmla="*/ 166727 w 189181"/>
                <a:gd name="csY38" fmla="*/ 119910 h 150007"/>
                <a:gd name="csX39" fmla="*/ 167683 w 189181"/>
                <a:gd name="csY39" fmla="*/ 120865 h 150007"/>
                <a:gd name="csX40" fmla="*/ 168638 w 189181"/>
                <a:gd name="csY40" fmla="*/ 121821 h 150007"/>
                <a:gd name="csX41" fmla="*/ 170072 w 189181"/>
                <a:gd name="csY41" fmla="*/ 124687 h 150007"/>
                <a:gd name="csX42" fmla="*/ 170072 w 189181"/>
                <a:gd name="csY42" fmla="*/ 125165 h 150007"/>
                <a:gd name="csX43" fmla="*/ 166250 w 189181"/>
                <a:gd name="csY43" fmla="*/ 125165 h 150007"/>
                <a:gd name="csX44" fmla="*/ 161950 w 189181"/>
                <a:gd name="csY44" fmla="*/ 125165 h 150007"/>
                <a:gd name="csX45" fmla="*/ 159561 w 189181"/>
                <a:gd name="csY45" fmla="*/ 126598 h 150007"/>
                <a:gd name="csX46" fmla="*/ 158129 w 189181"/>
                <a:gd name="csY46" fmla="*/ 126598 h 150007"/>
                <a:gd name="csX47" fmla="*/ 156695 w 189181"/>
                <a:gd name="csY47" fmla="*/ 126121 h 150007"/>
                <a:gd name="csX48" fmla="*/ 154784 w 189181"/>
                <a:gd name="csY48" fmla="*/ 127076 h 150007"/>
                <a:gd name="csX49" fmla="*/ 154784 w 189181"/>
                <a:gd name="csY49" fmla="*/ 127076 h 150007"/>
                <a:gd name="csX50" fmla="*/ 151918 w 189181"/>
                <a:gd name="csY50" fmla="*/ 129465 h 150007"/>
                <a:gd name="csX51" fmla="*/ 150007 w 189181"/>
                <a:gd name="csY51" fmla="*/ 131376 h 150007"/>
                <a:gd name="csX52" fmla="*/ 150007 w 189181"/>
                <a:gd name="csY52" fmla="*/ 131376 h 150007"/>
                <a:gd name="csX53" fmla="*/ 148574 w 189181"/>
                <a:gd name="csY53" fmla="*/ 133764 h 150007"/>
                <a:gd name="csX54" fmla="*/ 148096 w 189181"/>
                <a:gd name="csY54" fmla="*/ 135197 h 150007"/>
                <a:gd name="csX55" fmla="*/ 146663 w 189181"/>
                <a:gd name="csY55" fmla="*/ 137586 h 150007"/>
                <a:gd name="csX56" fmla="*/ 145708 w 189181"/>
                <a:gd name="csY56" fmla="*/ 139975 h 150007"/>
                <a:gd name="csX57" fmla="*/ 146185 w 189181"/>
                <a:gd name="csY57" fmla="*/ 141886 h 150007"/>
                <a:gd name="csX58" fmla="*/ 147141 w 189181"/>
                <a:gd name="csY58" fmla="*/ 143797 h 150007"/>
                <a:gd name="csX59" fmla="*/ 147141 w 189181"/>
                <a:gd name="csY59" fmla="*/ 145707 h 150007"/>
                <a:gd name="csX60" fmla="*/ 147618 w 189181"/>
                <a:gd name="csY60" fmla="*/ 147141 h 150007"/>
                <a:gd name="csX61" fmla="*/ 146663 w 189181"/>
                <a:gd name="csY61" fmla="*/ 148096 h 150007"/>
                <a:gd name="csX62" fmla="*/ 146185 w 189181"/>
                <a:gd name="csY62" fmla="*/ 150007 h 150007"/>
                <a:gd name="csX63" fmla="*/ 144274 w 189181"/>
                <a:gd name="csY63" fmla="*/ 149529 h 150007"/>
                <a:gd name="csX64" fmla="*/ 141886 w 189181"/>
                <a:gd name="csY64" fmla="*/ 148096 h 150007"/>
                <a:gd name="csX65" fmla="*/ 141408 w 189181"/>
                <a:gd name="csY65" fmla="*/ 145707 h 150007"/>
                <a:gd name="csX66" fmla="*/ 139497 w 189181"/>
                <a:gd name="csY66" fmla="*/ 144274 h 150007"/>
                <a:gd name="csX67" fmla="*/ 138542 w 189181"/>
                <a:gd name="csY67" fmla="*/ 143797 h 150007"/>
                <a:gd name="csX68" fmla="*/ 136631 w 189181"/>
                <a:gd name="csY68" fmla="*/ 143319 h 150007"/>
                <a:gd name="csX69" fmla="*/ 133286 w 189181"/>
                <a:gd name="csY69" fmla="*/ 144274 h 150007"/>
                <a:gd name="csX70" fmla="*/ 129465 w 189181"/>
                <a:gd name="csY70" fmla="*/ 144752 h 150007"/>
                <a:gd name="csX71" fmla="*/ 126120 w 189181"/>
                <a:gd name="csY71" fmla="*/ 144752 h 150007"/>
                <a:gd name="csX72" fmla="*/ 124688 w 189181"/>
                <a:gd name="csY72" fmla="*/ 145707 h 150007"/>
                <a:gd name="csX73" fmla="*/ 122299 w 189181"/>
                <a:gd name="csY73" fmla="*/ 146185 h 150007"/>
                <a:gd name="csX74" fmla="*/ 121343 w 189181"/>
                <a:gd name="csY74" fmla="*/ 145707 h 150007"/>
                <a:gd name="csX75" fmla="*/ 119910 w 189181"/>
                <a:gd name="csY75" fmla="*/ 143319 h 150007"/>
                <a:gd name="csX76" fmla="*/ 118954 w 189181"/>
                <a:gd name="csY76" fmla="*/ 140452 h 150007"/>
                <a:gd name="csX77" fmla="*/ 117999 w 189181"/>
                <a:gd name="csY77" fmla="*/ 139497 h 150007"/>
                <a:gd name="csX78" fmla="*/ 117999 w 189181"/>
                <a:gd name="csY78" fmla="*/ 139497 h 150007"/>
                <a:gd name="csX79" fmla="*/ 117522 w 189181"/>
                <a:gd name="csY79" fmla="*/ 139497 h 150007"/>
                <a:gd name="csX80" fmla="*/ 116566 w 189181"/>
                <a:gd name="csY80" fmla="*/ 139497 h 150007"/>
                <a:gd name="csX81" fmla="*/ 115611 w 189181"/>
                <a:gd name="csY81" fmla="*/ 139975 h 150007"/>
                <a:gd name="csX82" fmla="*/ 115611 w 189181"/>
                <a:gd name="csY82" fmla="*/ 139975 h 150007"/>
                <a:gd name="csX83" fmla="*/ 115133 w 189181"/>
                <a:gd name="csY83" fmla="*/ 140930 h 150007"/>
                <a:gd name="csX84" fmla="*/ 113700 w 189181"/>
                <a:gd name="csY84" fmla="*/ 141408 h 150007"/>
                <a:gd name="csX85" fmla="*/ 112267 w 189181"/>
                <a:gd name="csY85" fmla="*/ 141886 h 150007"/>
                <a:gd name="csX86" fmla="*/ 111311 w 189181"/>
                <a:gd name="csY86" fmla="*/ 142841 h 150007"/>
                <a:gd name="csX87" fmla="*/ 109878 w 189181"/>
                <a:gd name="csY87" fmla="*/ 144752 h 150007"/>
                <a:gd name="csX88" fmla="*/ 109400 w 189181"/>
                <a:gd name="csY88" fmla="*/ 144752 h 150007"/>
                <a:gd name="csX89" fmla="*/ 108445 w 189181"/>
                <a:gd name="csY89" fmla="*/ 144274 h 150007"/>
                <a:gd name="csX90" fmla="*/ 107489 w 189181"/>
                <a:gd name="csY90" fmla="*/ 141886 h 150007"/>
                <a:gd name="csX91" fmla="*/ 106056 w 189181"/>
                <a:gd name="csY91" fmla="*/ 141408 h 150007"/>
                <a:gd name="csX92" fmla="*/ 104145 w 189181"/>
                <a:gd name="csY92" fmla="*/ 140930 h 150007"/>
                <a:gd name="csX93" fmla="*/ 101279 w 189181"/>
                <a:gd name="csY93" fmla="*/ 140452 h 150007"/>
                <a:gd name="csX94" fmla="*/ 99368 w 189181"/>
                <a:gd name="csY94" fmla="*/ 139975 h 150007"/>
                <a:gd name="csX95" fmla="*/ 98412 w 189181"/>
                <a:gd name="csY95" fmla="*/ 139975 h 150007"/>
                <a:gd name="csX96" fmla="*/ 96979 w 189181"/>
                <a:gd name="csY96" fmla="*/ 140930 h 150007"/>
                <a:gd name="csX97" fmla="*/ 95546 w 189181"/>
                <a:gd name="csY97" fmla="*/ 141408 h 150007"/>
                <a:gd name="csX98" fmla="*/ 92679 w 189181"/>
                <a:gd name="csY98" fmla="*/ 140452 h 150007"/>
                <a:gd name="csX99" fmla="*/ 92202 w 189181"/>
                <a:gd name="csY99" fmla="*/ 140930 h 150007"/>
                <a:gd name="csX100" fmla="*/ 91246 w 189181"/>
                <a:gd name="csY100" fmla="*/ 142363 h 150007"/>
                <a:gd name="csX101" fmla="*/ 90291 w 189181"/>
                <a:gd name="csY101" fmla="*/ 143319 h 150007"/>
                <a:gd name="csX102" fmla="*/ 89335 w 189181"/>
                <a:gd name="csY102" fmla="*/ 143797 h 150007"/>
                <a:gd name="csX103" fmla="*/ 89335 w 189181"/>
                <a:gd name="csY103" fmla="*/ 143319 h 150007"/>
                <a:gd name="csX104" fmla="*/ 89335 w 189181"/>
                <a:gd name="csY104" fmla="*/ 140930 h 150007"/>
                <a:gd name="csX105" fmla="*/ 87424 w 189181"/>
                <a:gd name="csY105" fmla="*/ 139975 h 150007"/>
                <a:gd name="csX106" fmla="*/ 84558 w 189181"/>
                <a:gd name="csY106" fmla="*/ 139975 h 150007"/>
                <a:gd name="csX107" fmla="*/ 82647 w 189181"/>
                <a:gd name="csY107" fmla="*/ 140452 h 150007"/>
                <a:gd name="csX108" fmla="*/ 81692 w 189181"/>
                <a:gd name="csY108" fmla="*/ 139975 h 150007"/>
                <a:gd name="csX109" fmla="*/ 81214 w 189181"/>
                <a:gd name="csY109" fmla="*/ 139497 h 150007"/>
                <a:gd name="csX110" fmla="*/ 78347 w 189181"/>
                <a:gd name="csY110" fmla="*/ 135675 h 150007"/>
                <a:gd name="csX111" fmla="*/ 78347 w 189181"/>
                <a:gd name="csY111" fmla="*/ 135675 h 150007"/>
                <a:gd name="csX112" fmla="*/ 77392 w 189181"/>
                <a:gd name="csY112" fmla="*/ 135197 h 150007"/>
                <a:gd name="csX113" fmla="*/ 75004 w 189181"/>
                <a:gd name="csY113" fmla="*/ 135675 h 150007"/>
                <a:gd name="csX114" fmla="*/ 71182 w 189181"/>
                <a:gd name="csY114" fmla="*/ 135197 h 150007"/>
                <a:gd name="csX115" fmla="*/ 67360 w 189181"/>
                <a:gd name="csY115" fmla="*/ 134242 h 150007"/>
                <a:gd name="csX116" fmla="*/ 64971 w 189181"/>
                <a:gd name="csY116" fmla="*/ 133764 h 150007"/>
                <a:gd name="csX117" fmla="*/ 63538 w 189181"/>
                <a:gd name="csY117" fmla="*/ 132809 h 150007"/>
                <a:gd name="csX118" fmla="*/ 61149 w 189181"/>
                <a:gd name="csY118" fmla="*/ 132809 h 150007"/>
                <a:gd name="csX119" fmla="*/ 54461 w 189181"/>
                <a:gd name="csY119" fmla="*/ 130898 h 150007"/>
                <a:gd name="csX120" fmla="*/ 51595 w 189181"/>
                <a:gd name="csY120" fmla="*/ 130420 h 150007"/>
                <a:gd name="csX121" fmla="*/ 47773 w 189181"/>
                <a:gd name="csY121" fmla="*/ 130420 h 150007"/>
                <a:gd name="csX122" fmla="*/ 41085 w 189181"/>
                <a:gd name="csY122" fmla="*/ 129942 h 150007"/>
                <a:gd name="csX123" fmla="*/ 37263 w 189181"/>
                <a:gd name="csY123" fmla="*/ 130420 h 150007"/>
                <a:gd name="csX124" fmla="*/ 35352 w 189181"/>
                <a:gd name="csY124" fmla="*/ 130898 h 150007"/>
                <a:gd name="csX125" fmla="*/ 33441 w 189181"/>
                <a:gd name="csY125" fmla="*/ 131376 h 150007"/>
                <a:gd name="csX126" fmla="*/ 29619 w 189181"/>
                <a:gd name="csY126" fmla="*/ 131853 h 150007"/>
                <a:gd name="csX127" fmla="*/ 28186 w 189181"/>
                <a:gd name="csY127" fmla="*/ 131853 h 150007"/>
                <a:gd name="csX128" fmla="*/ 25798 w 189181"/>
                <a:gd name="csY128" fmla="*/ 131853 h 150007"/>
                <a:gd name="csX129" fmla="*/ 23409 w 189181"/>
                <a:gd name="csY129" fmla="*/ 132331 h 150007"/>
                <a:gd name="csX130" fmla="*/ 22453 w 189181"/>
                <a:gd name="csY130" fmla="*/ 133286 h 150007"/>
                <a:gd name="csX131" fmla="*/ 21976 w 189181"/>
                <a:gd name="csY131" fmla="*/ 135197 h 150007"/>
                <a:gd name="csX132" fmla="*/ 18632 w 189181"/>
                <a:gd name="csY132" fmla="*/ 138064 h 150007"/>
                <a:gd name="csX133" fmla="*/ 15765 w 189181"/>
                <a:gd name="csY133" fmla="*/ 140452 h 150007"/>
                <a:gd name="csX134" fmla="*/ 15287 w 189181"/>
                <a:gd name="csY134" fmla="*/ 140452 h 150007"/>
                <a:gd name="csX135" fmla="*/ 13376 w 189181"/>
                <a:gd name="csY135" fmla="*/ 139497 h 150007"/>
                <a:gd name="csX136" fmla="*/ 11943 w 189181"/>
                <a:gd name="csY136" fmla="*/ 139019 h 150007"/>
                <a:gd name="csX137" fmla="*/ 10510 w 189181"/>
                <a:gd name="csY137" fmla="*/ 139019 h 150007"/>
                <a:gd name="csX138" fmla="*/ 9077 w 189181"/>
                <a:gd name="csY138" fmla="*/ 139019 h 150007"/>
                <a:gd name="csX139" fmla="*/ 8599 w 189181"/>
                <a:gd name="csY139" fmla="*/ 139975 h 150007"/>
                <a:gd name="csX140" fmla="*/ 8599 w 189181"/>
                <a:gd name="csY140" fmla="*/ 139975 h 150007"/>
                <a:gd name="csX141" fmla="*/ 8599 w 189181"/>
                <a:gd name="csY141" fmla="*/ 142363 h 150007"/>
                <a:gd name="csX142" fmla="*/ 8599 w 189181"/>
                <a:gd name="csY142" fmla="*/ 142363 h 150007"/>
                <a:gd name="csX143" fmla="*/ 7166 w 189181"/>
                <a:gd name="csY143" fmla="*/ 139497 h 150007"/>
                <a:gd name="csX144" fmla="*/ 7166 w 189181"/>
                <a:gd name="csY144" fmla="*/ 136631 h 150007"/>
                <a:gd name="csX145" fmla="*/ 8121 w 189181"/>
                <a:gd name="csY145" fmla="*/ 135197 h 150007"/>
                <a:gd name="csX146" fmla="*/ 8599 w 189181"/>
                <a:gd name="csY146" fmla="*/ 133764 h 150007"/>
                <a:gd name="csX147" fmla="*/ 8599 w 189181"/>
                <a:gd name="csY147" fmla="*/ 131853 h 150007"/>
                <a:gd name="csX148" fmla="*/ 9555 w 189181"/>
                <a:gd name="csY148" fmla="*/ 128987 h 150007"/>
                <a:gd name="csX149" fmla="*/ 9555 w 189181"/>
                <a:gd name="csY149" fmla="*/ 127076 h 150007"/>
                <a:gd name="csX150" fmla="*/ 9077 w 189181"/>
                <a:gd name="csY150" fmla="*/ 126121 h 150007"/>
                <a:gd name="csX151" fmla="*/ 8121 w 189181"/>
                <a:gd name="csY151" fmla="*/ 125165 h 150007"/>
                <a:gd name="csX152" fmla="*/ 6210 w 189181"/>
                <a:gd name="csY152" fmla="*/ 124210 h 150007"/>
                <a:gd name="csX153" fmla="*/ 5733 w 189181"/>
                <a:gd name="csY153" fmla="*/ 123254 h 150007"/>
                <a:gd name="csX154" fmla="*/ 2867 w 189181"/>
                <a:gd name="csY154" fmla="*/ 122299 h 150007"/>
                <a:gd name="csX155" fmla="*/ 478 w 189181"/>
                <a:gd name="csY155" fmla="*/ 120865 h 150007"/>
                <a:gd name="csX156" fmla="*/ 0 w 189181"/>
                <a:gd name="csY156" fmla="*/ 119910 h 150007"/>
                <a:gd name="csX157" fmla="*/ 0 w 189181"/>
                <a:gd name="csY157" fmla="*/ 119432 h 150007"/>
                <a:gd name="csX158" fmla="*/ 478 w 189181"/>
                <a:gd name="csY158" fmla="*/ 118477 h 150007"/>
                <a:gd name="csX159" fmla="*/ 2389 w 189181"/>
                <a:gd name="csY159" fmla="*/ 115610 h 150007"/>
                <a:gd name="csX160" fmla="*/ 4777 w 189181"/>
                <a:gd name="csY160" fmla="*/ 113222 h 150007"/>
                <a:gd name="csX161" fmla="*/ 5733 w 189181"/>
                <a:gd name="csY161" fmla="*/ 111789 h 150007"/>
                <a:gd name="csX162" fmla="*/ 13376 w 189181"/>
                <a:gd name="csY162" fmla="*/ 108445 h 150007"/>
                <a:gd name="csX163" fmla="*/ 14332 w 189181"/>
                <a:gd name="csY163" fmla="*/ 107489 h 150007"/>
                <a:gd name="csX164" fmla="*/ 14332 w 189181"/>
                <a:gd name="csY164" fmla="*/ 105578 h 150007"/>
                <a:gd name="csX165" fmla="*/ 14332 w 189181"/>
                <a:gd name="csY165" fmla="*/ 104145 h 150007"/>
                <a:gd name="csX166" fmla="*/ 14332 w 189181"/>
                <a:gd name="csY166" fmla="*/ 101279 h 150007"/>
                <a:gd name="csX167" fmla="*/ 13854 w 189181"/>
                <a:gd name="csY167" fmla="*/ 97935 h 150007"/>
                <a:gd name="csX168" fmla="*/ 13376 w 189181"/>
                <a:gd name="csY168" fmla="*/ 95068 h 150007"/>
                <a:gd name="csX169" fmla="*/ 11943 w 189181"/>
                <a:gd name="csY169" fmla="*/ 90291 h 150007"/>
                <a:gd name="csX170" fmla="*/ 8121 w 189181"/>
                <a:gd name="csY170" fmla="*/ 80258 h 150007"/>
                <a:gd name="csX171" fmla="*/ 6210 w 189181"/>
                <a:gd name="csY171" fmla="*/ 69749 h 150007"/>
                <a:gd name="csX172" fmla="*/ 7644 w 189181"/>
                <a:gd name="csY172" fmla="*/ 70704 h 150007"/>
                <a:gd name="csX173" fmla="*/ 10988 w 189181"/>
                <a:gd name="csY173" fmla="*/ 70704 h 150007"/>
                <a:gd name="csX174" fmla="*/ 13854 w 189181"/>
                <a:gd name="csY174" fmla="*/ 70226 h 150007"/>
                <a:gd name="csX175" fmla="*/ 15287 w 189181"/>
                <a:gd name="csY175" fmla="*/ 69749 h 150007"/>
                <a:gd name="csX176" fmla="*/ 16243 w 189181"/>
                <a:gd name="csY176" fmla="*/ 70226 h 150007"/>
                <a:gd name="csX177" fmla="*/ 18154 w 189181"/>
                <a:gd name="csY177" fmla="*/ 69749 h 150007"/>
                <a:gd name="csX178" fmla="*/ 20065 w 189181"/>
                <a:gd name="csY178" fmla="*/ 69749 h 150007"/>
                <a:gd name="csX179" fmla="*/ 21020 w 189181"/>
                <a:gd name="csY179" fmla="*/ 70704 h 150007"/>
                <a:gd name="csX180" fmla="*/ 22453 w 189181"/>
                <a:gd name="csY180" fmla="*/ 71182 h 150007"/>
                <a:gd name="csX181" fmla="*/ 25798 w 189181"/>
                <a:gd name="csY181" fmla="*/ 70226 h 150007"/>
                <a:gd name="csX182" fmla="*/ 28664 w 189181"/>
                <a:gd name="csY182" fmla="*/ 68793 h 150007"/>
                <a:gd name="csX183" fmla="*/ 31530 w 189181"/>
                <a:gd name="csY183" fmla="*/ 68793 h 150007"/>
                <a:gd name="csX184" fmla="*/ 32008 w 189181"/>
                <a:gd name="csY184" fmla="*/ 67837 h 150007"/>
                <a:gd name="csX185" fmla="*/ 32486 w 189181"/>
                <a:gd name="csY185" fmla="*/ 64493 h 150007"/>
                <a:gd name="csX186" fmla="*/ 33441 w 189181"/>
                <a:gd name="csY186" fmla="*/ 63538 h 150007"/>
                <a:gd name="csX187" fmla="*/ 36785 w 189181"/>
                <a:gd name="csY187" fmla="*/ 64016 h 150007"/>
                <a:gd name="csX188" fmla="*/ 38218 w 189181"/>
                <a:gd name="csY188" fmla="*/ 63060 h 150007"/>
                <a:gd name="csX189" fmla="*/ 39651 w 189181"/>
                <a:gd name="csY189" fmla="*/ 61149 h 150007"/>
                <a:gd name="csX190" fmla="*/ 41563 w 189181"/>
                <a:gd name="csY190" fmla="*/ 60194 h 150007"/>
                <a:gd name="csX191" fmla="*/ 43474 w 189181"/>
                <a:gd name="csY191" fmla="*/ 60194 h 150007"/>
                <a:gd name="csX192" fmla="*/ 45384 w 189181"/>
                <a:gd name="csY192" fmla="*/ 58761 h 150007"/>
                <a:gd name="csX193" fmla="*/ 45862 w 189181"/>
                <a:gd name="csY193" fmla="*/ 59716 h 150007"/>
                <a:gd name="csX194" fmla="*/ 46340 w 189181"/>
                <a:gd name="csY194" fmla="*/ 61149 h 150007"/>
                <a:gd name="csX195" fmla="*/ 45862 w 189181"/>
                <a:gd name="csY195" fmla="*/ 62583 h 150007"/>
                <a:gd name="csX196" fmla="*/ 46340 w 189181"/>
                <a:gd name="csY196" fmla="*/ 63060 h 150007"/>
                <a:gd name="csX197" fmla="*/ 47295 w 189181"/>
                <a:gd name="csY197" fmla="*/ 63538 h 150007"/>
                <a:gd name="csX198" fmla="*/ 49684 w 189181"/>
                <a:gd name="csY198" fmla="*/ 63538 h 150007"/>
                <a:gd name="csX199" fmla="*/ 51117 w 189181"/>
                <a:gd name="csY199" fmla="*/ 63060 h 150007"/>
                <a:gd name="csX200" fmla="*/ 51117 w 189181"/>
                <a:gd name="csY200" fmla="*/ 62583 h 150007"/>
                <a:gd name="csX201" fmla="*/ 51117 w 189181"/>
                <a:gd name="csY201" fmla="*/ 61149 h 150007"/>
                <a:gd name="csX202" fmla="*/ 51117 w 189181"/>
                <a:gd name="csY202" fmla="*/ 60194 h 150007"/>
                <a:gd name="csX203" fmla="*/ 50162 w 189181"/>
                <a:gd name="csY203" fmla="*/ 58761 h 150007"/>
                <a:gd name="csX204" fmla="*/ 48251 w 189181"/>
                <a:gd name="csY204" fmla="*/ 58283 h 150007"/>
                <a:gd name="csX205" fmla="*/ 47295 w 189181"/>
                <a:gd name="csY205" fmla="*/ 58283 h 150007"/>
                <a:gd name="csX206" fmla="*/ 46817 w 189181"/>
                <a:gd name="csY206" fmla="*/ 57805 h 150007"/>
                <a:gd name="csX207" fmla="*/ 47295 w 189181"/>
                <a:gd name="csY207" fmla="*/ 56372 h 150007"/>
                <a:gd name="csX208" fmla="*/ 48251 w 189181"/>
                <a:gd name="csY208" fmla="*/ 53506 h 150007"/>
                <a:gd name="csX209" fmla="*/ 49684 w 189181"/>
                <a:gd name="csY209" fmla="*/ 51595 h 150007"/>
                <a:gd name="csX210" fmla="*/ 50639 w 189181"/>
                <a:gd name="csY210" fmla="*/ 50639 h 150007"/>
                <a:gd name="csX211" fmla="*/ 50639 w 189181"/>
                <a:gd name="csY211" fmla="*/ 49684 h 150007"/>
                <a:gd name="csX212" fmla="*/ 50639 w 189181"/>
                <a:gd name="csY212" fmla="*/ 48251 h 150007"/>
                <a:gd name="csX213" fmla="*/ 50162 w 189181"/>
                <a:gd name="csY213" fmla="*/ 45862 h 150007"/>
                <a:gd name="csX214" fmla="*/ 51595 w 189181"/>
                <a:gd name="csY214" fmla="*/ 42040 h 150007"/>
                <a:gd name="csX215" fmla="*/ 53028 w 189181"/>
                <a:gd name="csY215" fmla="*/ 39174 h 150007"/>
                <a:gd name="csX216" fmla="*/ 55417 w 189181"/>
                <a:gd name="csY216" fmla="*/ 38218 h 150007"/>
                <a:gd name="csX217" fmla="*/ 57805 w 189181"/>
                <a:gd name="csY217" fmla="*/ 37741 h 150007"/>
                <a:gd name="csX218" fmla="*/ 59238 w 189181"/>
                <a:gd name="csY218" fmla="*/ 36785 h 150007"/>
                <a:gd name="csX219" fmla="*/ 60194 w 189181"/>
                <a:gd name="csY219" fmla="*/ 35352 h 150007"/>
                <a:gd name="csX220" fmla="*/ 60672 w 189181"/>
                <a:gd name="csY220" fmla="*/ 33919 h 150007"/>
                <a:gd name="csX221" fmla="*/ 60672 w 189181"/>
                <a:gd name="csY221" fmla="*/ 32963 h 150007"/>
                <a:gd name="csX222" fmla="*/ 61627 w 189181"/>
                <a:gd name="csY222" fmla="*/ 32486 h 150007"/>
                <a:gd name="csX223" fmla="*/ 67838 w 189181"/>
                <a:gd name="csY223" fmla="*/ 32486 h 150007"/>
                <a:gd name="csX224" fmla="*/ 68793 w 189181"/>
                <a:gd name="csY224" fmla="*/ 30097 h 150007"/>
                <a:gd name="csX225" fmla="*/ 69271 w 189181"/>
                <a:gd name="csY225" fmla="*/ 29619 h 150007"/>
                <a:gd name="csX226" fmla="*/ 70226 w 189181"/>
                <a:gd name="csY226" fmla="*/ 29142 h 150007"/>
                <a:gd name="csX227" fmla="*/ 71182 w 189181"/>
                <a:gd name="csY227" fmla="*/ 28186 h 150007"/>
                <a:gd name="csX228" fmla="*/ 71182 w 189181"/>
                <a:gd name="csY228" fmla="*/ 27230 h 150007"/>
                <a:gd name="csX229" fmla="*/ 69271 w 189181"/>
                <a:gd name="csY229" fmla="*/ 27230 h 150007"/>
                <a:gd name="csX230" fmla="*/ 65927 w 189181"/>
                <a:gd name="csY230" fmla="*/ 26753 h 150007"/>
                <a:gd name="csX231" fmla="*/ 64971 w 189181"/>
                <a:gd name="csY231" fmla="*/ 25797 h 150007"/>
                <a:gd name="csX232" fmla="*/ 65449 w 189181"/>
                <a:gd name="csY232" fmla="*/ 24842 h 150007"/>
                <a:gd name="csX233" fmla="*/ 66404 w 189181"/>
                <a:gd name="csY233" fmla="*/ 22453 h 150007"/>
                <a:gd name="csX234" fmla="*/ 67360 w 189181"/>
                <a:gd name="csY234" fmla="*/ 19587 h 150007"/>
                <a:gd name="csX235" fmla="*/ 67838 w 189181"/>
                <a:gd name="csY235" fmla="*/ 16721 h 150007"/>
                <a:gd name="csX236" fmla="*/ 67838 w 189181"/>
                <a:gd name="csY236" fmla="*/ 15287 h 150007"/>
                <a:gd name="csX237" fmla="*/ 68315 w 189181"/>
                <a:gd name="csY237" fmla="*/ 15287 h 150007"/>
                <a:gd name="csX238" fmla="*/ 71182 w 189181"/>
                <a:gd name="csY238" fmla="*/ 14810 h 150007"/>
                <a:gd name="csX239" fmla="*/ 72137 w 189181"/>
                <a:gd name="csY239" fmla="*/ 14332 h 150007"/>
                <a:gd name="csX240" fmla="*/ 75004 w 189181"/>
                <a:gd name="csY240" fmla="*/ 10988 h 150007"/>
                <a:gd name="csX241" fmla="*/ 76915 w 189181"/>
                <a:gd name="csY241" fmla="*/ 10032 h 150007"/>
                <a:gd name="csX242" fmla="*/ 81692 w 189181"/>
                <a:gd name="csY242" fmla="*/ 10988 h 150007"/>
                <a:gd name="csX243" fmla="*/ 84081 w 189181"/>
                <a:gd name="csY243" fmla="*/ 10988 h 150007"/>
                <a:gd name="csX244" fmla="*/ 85036 w 189181"/>
                <a:gd name="csY244" fmla="*/ 10988 h 150007"/>
                <a:gd name="csX245" fmla="*/ 86947 w 189181"/>
                <a:gd name="csY245" fmla="*/ 10988 h 150007"/>
                <a:gd name="csX246" fmla="*/ 87424 w 189181"/>
                <a:gd name="csY246" fmla="*/ 10988 h 150007"/>
                <a:gd name="csX247" fmla="*/ 88380 w 189181"/>
                <a:gd name="csY247" fmla="*/ 7644 h 150007"/>
                <a:gd name="csX248" fmla="*/ 89335 w 189181"/>
                <a:gd name="csY248" fmla="*/ 6688 h 150007"/>
                <a:gd name="csX249" fmla="*/ 89335 w 189181"/>
                <a:gd name="csY249" fmla="*/ 6688 h 150007"/>
                <a:gd name="csX250" fmla="*/ 93635 w 189181"/>
                <a:gd name="csY250" fmla="*/ 2389 h 150007"/>
                <a:gd name="csX251" fmla="*/ 96024 w 189181"/>
                <a:gd name="csY251" fmla="*/ 478 h 150007"/>
                <a:gd name="csX252" fmla="*/ 97935 w 189181"/>
                <a:gd name="csY252" fmla="*/ 0 h 150007"/>
                <a:gd name="csX253" fmla="*/ 98412 w 189181"/>
                <a:gd name="csY253" fmla="*/ 0 h 150007"/>
                <a:gd name="csX254" fmla="*/ 98412 w 189181"/>
                <a:gd name="csY254" fmla="*/ 0 h 150007"/>
                <a:gd name="csX255" fmla="*/ 101279 w 189181"/>
                <a:gd name="csY255" fmla="*/ 2866 h 150007"/>
                <a:gd name="csX256" fmla="*/ 101279 w 189181"/>
                <a:gd name="csY256" fmla="*/ 2866 h 150007"/>
                <a:gd name="csX257" fmla="*/ 101756 w 189181"/>
                <a:gd name="csY257" fmla="*/ 2866 h 150007"/>
                <a:gd name="csX258" fmla="*/ 103190 w 189181"/>
                <a:gd name="csY258" fmla="*/ 1911 h 150007"/>
                <a:gd name="csX259" fmla="*/ 103667 w 189181"/>
                <a:gd name="csY259" fmla="*/ 1911 h 150007"/>
                <a:gd name="csX260" fmla="*/ 107011 w 189181"/>
                <a:gd name="csY260" fmla="*/ 1911 h 150007"/>
                <a:gd name="csX261" fmla="*/ 107967 w 189181"/>
                <a:gd name="csY261" fmla="*/ 2866 h 150007"/>
                <a:gd name="csX262" fmla="*/ 109400 w 189181"/>
                <a:gd name="csY262" fmla="*/ 4777 h 150007"/>
                <a:gd name="csX263" fmla="*/ 110356 w 189181"/>
                <a:gd name="csY263" fmla="*/ 6210 h 150007"/>
                <a:gd name="csX264" fmla="*/ 111311 w 189181"/>
                <a:gd name="csY264" fmla="*/ 6688 h 150007"/>
                <a:gd name="csX265" fmla="*/ 114177 w 189181"/>
                <a:gd name="csY265" fmla="*/ 4777 h 150007"/>
                <a:gd name="csX266" fmla="*/ 116088 w 189181"/>
                <a:gd name="csY266" fmla="*/ 4300 h 150007"/>
                <a:gd name="csX267" fmla="*/ 117044 w 189181"/>
                <a:gd name="csY267" fmla="*/ 4300 h 150007"/>
                <a:gd name="csX268" fmla="*/ 120865 w 189181"/>
                <a:gd name="csY268" fmla="*/ 5733 h 150007"/>
                <a:gd name="csX269" fmla="*/ 122777 w 189181"/>
                <a:gd name="csY269" fmla="*/ 6688 h 150007"/>
                <a:gd name="csX270" fmla="*/ 122777 w 189181"/>
                <a:gd name="csY270" fmla="*/ 6688 h 150007"/>
                <a:gd name="csX271" fmla="*/ 123254 w 189181"/>
                <a:gd name="csY271" fmla="*/ 7644 h 150007"/>
                <a:gd name="csX272" fmla="*/ 123254 w 189181"/>
                <a:gd name="csY272" fmla="*/ 8599 h 150007"/>
                <a:gd name="csX273" fmla="*/ 122777 w 189181"/>
                <a:gd name="csY273" fmla="*/ 10032 h 150007"/>
                <a:gd name="csX274" fmla="*/ 122299 w 189181"/>
                <a:gd name="csY274" fmla="*/ 11943 h 150007"/>
                <a:gd name="csX275" fmla="*/ 122299 w 189181"/>
                <a:gd name="csY275" fmla="*/ 11943 h 150007"/>
                <a:gd name="csX276" fmla="*/ 123732 w 189181"/>
                <a:gd name="csY276" fmla="*/ 13854 h 150007"/>
                <a:gd name="csX277" fmla="*/ 123732 w 189181"/>
                <a:gd name="csY277" fmla="*/ 13854 h 150007"/>
                <a:gd name="csX278" fmla="*/ 125165 w 189181"/>
                <a:gd name="csY278" fmla="*/ 14810 h 150007"/>
                <a:gd name="csX279" fmla="*/ 128031 w 189181"/>
                <a:gd name="csY279" fmla="*/ 12899 h 150007"/>
                <a:gd name="csX280" fmla="*/ 128987 w 189181"/>
                <a:gd name="csY280" fmla="*/ 12421 h 150007"/>
                <a:gd name="csX281" fmla="*/ 129942 w 189181"/>
                <a:gd name="csY281" fmla="*/ 12421 h 150007"/>
                <a:gd name="csX282" fmla="*/ 131854 w 189181"/>
                <a:gd name="csY282" fmla="*/ 11465 h 150007"/>
                <a:gd name="csX283" fmla="*/ 132809 w 189181"/>
                <a:gd name="csY283" fmla="*/ 10032 h 150007"/>
                <a:gd name="csX284" fmla="*/ 133765 w 189181"/>
                <a:gd name="csY284" fmla="*/ 10032 h 150007"/>
                <a:gd name="csX285" fmla="*/ 136153 w 189181"/>
                <a:gd name="csY285" fmla="*/ 10032 h 150007"/>
                <a:gd name="csX286" fmla="*/ 139975 w 189181"/>
                <a:gd name="csY286" fmla="*/ 10032 h 150007"/>
                <a:gd name="csX287" fmla="*/ 144274 w 189181"/>
                <a:gd name="csY287" fmla="*/ 11465 h 150007"/>
                <a:gd name="csX288" fmla="*/ 144274 w 189181"/>
                <a:gd name="csY288" fmla="*/ 11465 h 150007"/>
                <a:gd name="csX289" fmla="*/ 144752 w 189181"/>
                <a:gd name="csY289" fmla="*/ 12421 h 150007"/>
                <a:gd name="csX290" fmla="*/ 146663 w 189181"/>
                <a:gd name="csY290" fmla="*/ 14332 h 150007"/>
                <a:gd name="csX291" fmla="*/ 147618 w 189181"/>
                <a:gd name="csY291" fmla="*/ 15287 h 150007"/>
                <a:gd name="csX292" fmla="*/ 147618 w 189181"/>
                <a:gd name="csY292" fmla="*/ 15765 h 150007"/>
                <a:gd name="csX293" fmla="*/ 148574 w 189181"/>
                <a:gd name="csY293" fmla="*/ 15765 h 150007"/>
                <a:gd name="csX294" fmla="*/ 149529 w 189181"/>
                <a:gd name="csY294" fmla="*/ 17198 h 150007"/>
                <a:gd name="csX295" fmla="*/ 150963 w 189181"/>
                <a:gd name="csY295" fmla="*/ 17676 h 150007"/>
                <a:gd name="csX296" fmla="*/ 152396 w 189181"/>
                <a:gd name="csY296" fmla="*/ 17676 h 150007"/>
                <a:gd name="csX297" fmla="*/ 152874 w 189181"/>
                <a:gd name="csY297" fmla="*/ 17676 h 150007"/>
                <a:gd name="csX298" fmla="*/ 153351 w 189181"/>
                <a:gd name="csY298" fmla="*/ 18631 h 150007"/>
                <a:gd name="csX299" fmla="*/ 153351 w 189181"/>
                <a:gd name="csY299" fmla="*/ 20065 h 150007"/>
                <a:gd name="csX300" fmla="*/ 153351 w 189181"/>
                <a:gd name="csY300" fmla="*/ 20065 h 150007"/>
                <a:gd name="csX301" fmla="*/ 152874 w 189181"/>
                <a:gd name="csY301" fmla="*/ 24364 h 150007"/>
                <a:gd name="csX302" fmla="*/ 152396 w 189181"/>
                <a:gd name="csY302" fmla="*/ 25320 h 150007"/>
                <a:gd name="csX303" fmla="*/ 151440 w 189181"/>
                <a:gd name="csY303" fmla="*/ 26275 h 150007"/>
                <a:gd name="csX304" fmla="*/ 151440 w 189181"/>
                <a:gd name="csY304" fmla="*/ 26275 h 150007"/>
                <a:gd name="csX305" fmla="*/ 151440 w 189181"/>
                <a:gd name="csY305" fmla="*/ 27230 h 150007"/>
                <a:gd name="csX306" fmla="*/ 151440 w 189181"/>
                <a:gd name="csY306" fmla="*/ 27708 h 150007"/>
                <a:gd name="csX307" fmla="*/ 151440 w 189181"/>
                <a:gd name="csY307" fmla="*/ 28186 h 150007"/>
                <a:gd name="csX308" fmla="*/ 152396 w 189181"/>
                <a:gd name="csY308" fmla="*/ 29619 h 150007"/>
                <a:gd name="csX309" fmla="*/ 154307 w 189181"/>
                <a:gd name="csY309" fmla="*/ 32486 h 150007"/>
                <a:gd name="csX310" fmla="*/ 154307 w 189181"/>
                <a:gd name="csY310" fmla="*/ 32963 h 150007"/>
                <a:gd name="csX311" fmla="*/ 154784 w 189181"/>
                <a:gd name="csY311" fmla="*/ 33919 h 150007"/>
                <a:gd name="csX312" fmla="*/ 154784 w 189181"/>
                <a:gd name="csY312" fmla="*/ 35352 h 150007"/>
                <a:gd name="csX313" fmla="*/ 152396 w 189181"/>
                <a:gd name="csY313" fmla="*/ 38696 h 150007"/>
                <a:gd name="csX314" fmla="*/ 151440 w 189181"/>
                <a:gd name="csY314" fmla="*/ 39651 h 150007"/>
                <a:gd name="csX315" fmla="*/ 150963 w 189181"/>
                <a:gd name="csY315" fmla="*/ 41085 h 150007"/>
                <a:gd name="csX316" fmla="*/ 150963 w 189181"/>
                <a:gd name="csY316" fmla="*/ 41085 h 150007"/>
                <a:gd name="csX317" fmla="*/ 150963 w 189181"/>
                <a:gd name="csY317" fmla="*/ 42996 h 150007"/>
                <a:gd name="csX318" fmla="*/ 150963 w 189181"/>
                <a:gd name="csY318" fmla="*/ 43473 h 150007"/>
                <a:gd name="csX319" fmla="*/ 150963 w 189181"/>
                <a:gd name="csY319" fmla="*/ 43473 h 150007"/>
                <a:gd name="csX320" fmla="*/ 150963 w 189181"/>
                <a:gd name="csY320" fmla="*/ 43473 h 150007"/>
                <a:gd name="csX321" fmla="*/ 154784 w 189181"/>
                <a:gd name="csY321" fmla="*/ 46340 h 150007"/>
                <a:gd name="csX322" fmla="*/ 157651 w 189181"/>
                <a:gd name="csY322" fmla="*/ 47773 h 150007"/>
                <a:gd name="csX323" fmla="*/ 158129 w 189181"/>
                <a:gd name="csY323" fmla="*/ 48728 h 150007"/>
                <a:gd name="csX324" fmla="*/ 158129 w 189181"/>
                <a:gd name="csY324" fmla="*/ 49206 h 150007"/>
                <a:gd name="csX325" fmla="*/ 156695 w 189181"/>
                <a:gd name="csY325" fmla="*/ 52072 h 150007"/>
                <a:gd name="csX326" fmla="*/ 156695 w 189181"/>
                <a:gd name="csY326" fmla="*/ 52550 h 150007"/>
                <a:gd name="csX327" fmla="*/ 156695 w 189181"/>
                <a:gd name="csY327" fmla="*/ 53028 h 150007"/>
                <a:gd name="csX328" fmla="*/ 158606 w 189181"/>
                <a:gd name="csY328" fmla="*/ 53983 h 150007"/>
                <a:gd name="csX329" fmla="*/ 158606 w 189181"/>
                <a:gd name="csY329" fmla="*/ 53983 h 150007"/>
                <a:gd name="csX330" fmla="*/ 160040 w 189181"/>
                <a:gd name="csY330" fmla="*/ 55894 h 150007"/>
                <a:gd name="csX331" fmla="*/ 160995 w 189181"/>
                <a:gd name="csY331" fmla="*/ 59238 h 150007"/>
                <a:gd name="csX332" fmla="*/ 162906 w 189181"/>
                <a:gd name="csY332" fmla="*/ 61627 h 150007"/>
                <a:gd name="csX333" fmla="*/ 162906 w 189181"/>
                <a:gd name="csY333" fmla="*/ 62105 h 150007"/>
                <a:gd name="csX334" fmla="*/ 167683 w 189181"/>
                <a:gd name="csY334" fmla="*/ 64493 h 150007"/>
                <a:gd name="csX335" fmla="*/ 170549 w 189181"/>
                <a:gd name="csY335" fmla="*/ 66404 h 150007"/>
                <a:gd name="csX336" fmla="*/ 171505 w 189181"/>
                <a:gd name="csY336" fmla="*/ 66882 h 150007"/>
                <a:gd name="csX337" fmla="*/ 171505 w 189181"/>
                <a:gd name="csY337" fmla="*/ 67837 h 150007"/>
                <a:gd name="csX338" fmla="*/ 171505 w 189181"/>
                <a:gd name="csY338" fmla="*/ 70226 h 150007"/>
                <a:gd name="csX339" fmla="*/ 170549 w 189181"/>
                <a:gd name="csY339" fmla="*/ 72615 h 150007"/>
                <a:gd name="csX340" fmla="*/ 170072 w 189181"/>
                <a:gd name="csY340" fmla="*/ 74048 h 150007"/>
                <a:gd name="csX341" fmla="*/ 170072 w 189181"/>
                <a:gd name="csY341" fmla="*/ 74048 h 150007"/>
                <a:gd name="csX342" fmla="*/ 171505 w 189181"/>
                <a:gd name="csY342" fmla="*/ 74526 h 150007"/>
                <a:gd name="csX343" fmla="*/ 174849 w 189181"/>
                <a:gd name="csY343" fmla="*/ 74526 h 150007"/>
                <a:gd name="csX344" fmla="*/ 178671 w 189181"/>
                <a:gd name="csY344" fmla="*/ 75003 h 150007"/>
                <a:gd name="csX345" fmla="*/ 183926 w 189181"/>
                <a:gd name="csY345" fmla="*/ 77392 h 150007"/>
                <a:gd name="csX346" fmla="*/ 183926 w 189181"/>
                <a:gd name="csY346" fmla="*/ 78825 h 150007"/>
                <a:gd name="csX347" fmla="*/ 183448 w 189181"/>
                <a:gd name="csY347" fmla="*/ 79781 h 150007"/>
                <a:gd name="csX348" fmla="*/ 183448 w 189181"/>
                <a:gd name="csY348" fmla="*/ 79781 h 150007"/>
                <a:gd name="csX349" fmla="*/ 183448 w 189181"/>
                <a:gd name="csY349" fmla="*/ 79781 h 150007"/>
                <a:gd name="csX350" fmla="*/ 183448 w 189181"/>
                <a:gd name="csY350" fmla="*/ 81214 h 150007"/>
                <a:gd name="csX351" fmla="*/ 184404 w 189181"/>
                <a:gd name="csY351" fmla="*/ 82169 h 150007"/>
                <a:gd name="csX352" fmla="*/ 184404 w 189181"/>
                <a:gd name="csY352" fmla="*/ 82169 h 150007"/>
                <a:gd name="csX353" fmla="*/ 188703 w 189181"/>
                <a:gd name="csY353" fmla="*/ 85036 h 150007"/>
                <a:gd name="csX354" fmla="*/ 188703 w 189181"/>
                <a:gd name="csY354" fmla="*/ 85991 h 150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</a:cxnLst>
              <a:rect l="l" t="t" r="r" b="b"/>
              <a:pathLst>
                <a:path w="189181" h="150007">
                  <a:moveTo>
                    <a:pt x="188703" y="85991"/>
                  </a:moveTo>
                  <a:lnTo>
                    <a:pt x="189181" y="87424"/>
                  </a:lnTo>
                  <a:lnTo>
                    <a:pt x="188703" y="88380"/>
                  </a:lnTo>
                  <a:lnTo>
                    <a:pt x="187748" y="88380"/>
                  </a:lnTo>
                  <a:lnTo>
                    <a:pt x="186315" y="89335"/>
                  </a:lnTo>
                  <a:lnTo>
                    <a:pt x="184404" y="90291"/>
                  </a:lnTo>
                  <a:lnTo>
                    <a:pt x="183448" y="92202"/>
                  </a:lnTo>
                  <a:lnTo>
                    <a:pt x="179626" y="94590"/>
                  </a:lnTo>
                  <a:lnTo>
                    <a:pt x="177715" y="96024"/>
                  </a:lnTo>
                  <a:lnTo>
                    <a:pt x="175804" y="96024"/>
                  </a:lnTo>
                  <a:lnTo>
                    <a:pt x="171983" y="95546"/>
                  </a:lnTo>
                  <a:lnTo>
                    <a:pt x="170549" y="94113"/>
                  </a:lnTo>
                  <a:lnTo>
                    <a:pt x="170072" y="93157"/>
                  </a:lnTo>
                  <a:lnTo>
                    <a:pt x="170072" y="93157"/>
                  </a:lnTo>
                  <a:lnTo>
                    <a:pt x="168161" y="92679"/>
                  </a:lnTo>
                  <a:lnTo>
                    <a:pt x="166250" y="92202"/>
                  </a:lnTo>
                  <a:lnTo>
                    <a:pt x="163384" y="92679"/>
                  </a:lnTo>
                  <a:lnTo>
                    <a:pt x="162906" y="93157"/>
                  </a:lnTo>
                  <a:lnTo>
                    <a:pt x="162906" y="93157"/>
                  </a:lnTo>
                  <a:lnTo>
                    <a:pt x="162428" y="94590"/>
                  </a:lnTo>
                  <a:lnTo>
                    <a:pt x="160995" y="96979"/>
                  </a:lnTo>
                  <a:lnTo>
                    <a:pt x="160040" y="97935"/>
                  </a:lnTo>
                  <a:lnTo>
                    <a:pt x="160995" y="98890"/>
                  </a:lnTo>
                  <a:lnTo>
                    <a:pt x="161950" y="100801"/>
                  </a:lnTo>
                  <a:lnTo>
                    <a:pt x="163861" y="102712"/>
                  </a:lnTo>
                  <a:lnTo>
                    <a:pt x="165772" y="104623"/>
                  </a:lnTo>
                  <a:lnTo>
                    <a:pt x="166250" y="106056"/>
                  </a:lnTo>
                  <a:lnTo>
                    <a:pt x="166250" y="106534"/>
                  </a:lnTo>
                  <a:lnTo>
                    <a:pt x="165295" y="107489"/>
                  </a:lnTo>
                  <a:lnTo>
                    <a:pt x="165295" y="107489"/>
                  </a:lnTo>
                  <a:lnTo>
                    <a:pt x="165295" y="109400"/>
                  </a:lnTo>
                  <a:lnTo>
                    <a:pt x="167206" y="112266"/>
                  </a:lnTo>
                  <a:lnTo>
                    <a:pt x="166727" y="112744"/>
                  </a:lnTo>
                  <a:lnTo>
                    <a:pt x="166727" y="112744"/>
                  </a:lnTo>
                  <a:lnTo>
                    <a:pt x="166250" y="115610"/>
                  </a:lnTo>
                  <a:lnTo>
                    <a:pt x="166727" y="118955"/>
                  </a:lnTo>
                  <a:lnTo>
                    <a:pt x="166727" y="118955"/>
                  </a:lnTo>
                  <a:lnTo>
                    <a:pt x="166727" y="119910"/>
                  </a:lnTo>
                  <a:lnTo>
                    <a:pt x="166727" y="119910"/>
                  </a:lnTo>
                  <a:lnTo>
                    <a:pt x="167683" y="120865"/>
                  </a:lnTo>
                  <a:lnTo>
                    <a:pt x="168638" y="121821"/>
                  </a:lnTo>
                  <a:lnTo>
                    <a:pt x="170072" y="124687"/>
                  </a:lnTo>
                  <a:lnTo>
                    <a:pt x="170072" y="125165"/>
                  </a:lnTo>
                  <a:lnTo>
                    <a:pt x="166250" y="125165"/>
                  </a:lnTo>
                  <a:lnTo>
                    <a:pt x="161950" y="125165"/>
                  </a:lnTo>
                  <a:lnTo>
                    <a:pt x="159561" y="126598"/>
                  </a:lnTo>
                  <a:lnTo>
                    <a:pt x="158129" y="126598"/>
                  </a:lnTo>
                  <a:lnTo>
                    <a:pt x="156695" y="126121"/>
                  </a:lnTo>
                  <a:lnTo>
                    <a:pt x="154784" y="127076"/>
                  </a:lnTo>
                  <a:lnTo>
                    <a:pt x="154784" y="127076"/>
                  </a:lnTo>
                  <a:lnTo>
                    <a:pt x="151918" y="129465"/>
                  </a:lnTo>
                  <a:lnTo>
                    <a:pt x="150007" y="131376"/>
                  </a:lnTo>
                  <a:lnTo>
                    <a:pt x="150007" y="131376"/>
                  </a:lnTo>
                  <a:lnTo>
                    <a:pt x="148574" y="133764"/>
                  </a:lnTo>
                  <a:lnTo>
                    <a:pt x="148096" y="135197"/>
                  </a:lnTo>
                  <a:lnTo>
                    <a:pt x="146663" y="137586"/>
                  </a:lnTo>
                  <a:lnTo>
                    <a:pt x="145708" y="139975"/>
                  </a:lnTo>
                  <a:lnTo>
                    <a:pt x="146185" y="141886"/>
                  </a:lnTo>
                  <a:lnTo>
                    <a:pt x="147141" y="143797"/>
                  </a:lnTo>
                  <a:lnTo>
                    <a:pt x="147141" y="145707"/>
                  </a:lnTo>
                  <a:lnTo>
                    <a:pt x="147618" y="147141"/>
                  </a:lnTo>
                  <a:lnTo>
                    <a:pt x="146663" y="148096"/>
                  </a:lnTo>
                  <a:lnTo>
                    <a:pt x="146185" y="150007"/>
                  </a:lnTo>
                  <a:lnTo>
                    <a:pt x="144274" y="149529"/>
                  </a:lnTo>
                  <a:lnTo>
                    <a:pt x="141886" y="148096"/>
                  </a:lnTo>
                  <a:lnTo>
                    <a:pt x="141408" y="145707"/>
                  </a:lnTo>
                  <a:lnTo>
                    <a:pt x="139497" y="144274"/>
                  </a:lnTo>
                  <a:lnTo>
                    <a:pt x="138542" y="143797"/>
                  </a:lnTo>
                  <a:lnTo>
                    <a:pt x="136631" y="143319"/>
                  </a:lnTo>
                  <a:lnTo>
                    <a:pt x="133286" y="144274"/>
                  </a:lnTo>
                  <a:lnTo>
                    <a:pt x="129465" y="144752"/>
                  </a:lnTo>
                  <a:lnTo>
                    <a:pt x="126120" y="144752"/>
                  </a:lnTo>
                  <a:lnTo>
                    <a:pt x="124688" y="145707"/>
                  </a:lnTo>
                  <a:lnTo>
                    <a:pt x="122299" y="146185"/>
                  </a:lnTo>
                  <a:lnTo>
                    <a:pt x="121343" y="145707"/>
                  </a:lnTo>
                  <a:lnTo>
                    <a:pt x="119910" y="143319"/>
                  </a:lnTo>
                  <a:lnTo>
                    <a:pt x="118954" y="140452"/>
                  </a:lnTo>
                  <a:lnTo>
                    <a:pt x="117999" y="139497"/>
                  </a:lnTo>
                  <a:lnTo>
                    <a:pt x="117999" y="139497"/>
                  </a:lnTo>
                  <a:lnTo>
                    <a:pt x="117522" y="139497"/>
                  </a:lnTo>
                  <a:lnTo>
                    <a:pt x="116566" y="139497"/>
                  </a:lnTo>
                  <a:lnTo>
                    <a:pt x="115611" y="139975"/>
                  </a:lnTo>
                  <a:lnTo>
                    <a:pt x="115611" y="139975"/>
                  </a:lnTo>
                  <a:lnTo>
                    <a:pt x="115133" y="140930"/>
                  </a:lnTo>
                  <a:lnTo>
                    <a:pt x="113700" y="141408"/>
                  </a:lnTo>
                  <a:lnTo>
                    <a:pt x="112267" y="141886"/>
                  </a:lnTo>
                  <a:lnTo>
                    <a:pt x="111311" y="142841"/>
                  </a:lnTo>
                  <a:lnTo>
                    <a:pt x="109878" y="144752"/>
                  </a:lnTo>
                  <a:lnTo>
                    <a:pt x="109400" y="144752"/>
                  </a:lnTo>
                  <a:lnTo>
                    <a:pt x="108445" y="144274"/>
                  </a:lnTo>
                  <a:lnTo>
                    <a:pt x="107489" y="141886"/>
                  </a:lnTo>
                  <a:lnTo>
                    <a:pt x="106056" y="141408"/>
                  </a:lnTo>
                  <a:lnTo>
                    <a:pt x="104145" y="140930"/>
                  </a:lnTo>
                  <a:lnTo>
                    <a:pt x="101279" y="140452"/>
                  </a:lnTo>
                  <a:lnTo>
                    <a:pt x="99368" y="139975"/>
                  </a:lnTo>
                  <a:lnTo>
                    <a:pt x="98412" y="139975"/>
                  </a:lnTo>
                  <a:lnTo>
                    <a:pt x="96979" y="140930"/>
                  </a:lnTo>
                  <a:lnTo>
                    <a:pt x="95546" y="141408"/>
                  </a:lnTo>
                  <a:lnTo>
                    <a:pt x="92679" y="140452"/>
                  </a:lnTo>
                  <a:lnTo>
                    <a:pt x="92202" y="140930"/>
                  </a:lnTo>
                  <a:lnTo>
                    <a:pt x="91246" y="142363"/>
                  </a:lnTo>
                  <a:lnTo>
                    <a:pt x="90291" y="143319"/>
                  </a:lnTo>
                  <a:lnTo>
                    <a:pt x="89335" y="143797"/>
                  </a:lnTo>
                  <a:lnTo>
                    <a:pt x="89335" y="143319"/>
                  </a:lnTo>
                  <a:lnTo>
                    <a:pt x="89335" y="140930"/>
                  </a:lnTo>
                  <a:lnTo>
                    <a:pt x="87424" y="139975"/>
                  </a:lnTo>
                  <a:lnTo>
                    <a:pt x="84558" y="139975"/>
                  </a:lnTo>
                  <a:lnTo>
                    <a:pt x="82647" y="140452"/>
                  </a:lnTo>
                  <a:lnTo>
                    <a:pt x="81692" y="139975"/>
                  </a:lnTo>
                  <a:lnTo>
                    <a:pt x="81214" y="139497"/>
                  </a:lnTo>
                  <a:lnTo>
                    <a:pt x="78347" y="135675"/>
                  </a:lnTo>
                  <a:lnTo>
                    <a:pt x="78347" y="135675"/>
                  </a:lnTo>
                  <a:lnTo>
                    <a:pt x="77392" y="135197"/>
                  </a:lnTo>
                  <a:lnTo>
                    <a:pt x="75004" y="135675"/>
                  </a:lnTo>
                  <a:lnTo>
                    <a:pt x="71182" y="135197"/>
                  </a:lnTo>
                  <a:lnTo>
                    <a:pt x="67360" y="134242"/>
                  </a:lnTo>
                  <a:lnTo>
                    <a:pt x="64971" y="133764"/>
                  </a:lnTo>
                  <a:lnTo>
                    <a:pt x="63538" y="132809"/>
                  </a:lnTo>
                  <a:lnTo>
                    <a:pt x="61149" y="132809"/>
                  </a:lnTo>
                  <a:lnTo>
                    <a:pt x="54461" y="130898"/>
                  </a:lnTo>
                  <a:lnTo>
                    <a:pt x="51595" y="130420"/>
                  </a:lnTo>
                  <a:lnTo>
                    <a:pt x="47773" y="130420"/>
                  </a:lnTo>
                  <a:lnTo>
                    <a:pt x="41085" y="129942"/>
                  </a:lnTo>
                  <a:lnTo>
                    <a:pt x="37263" y="130420"/>
                  </a:lnTo>
                  <a:lnTo>
                    <a:pt x="35352" y="130898"/>
                  </a:lnTo>
                  <a:lnTo>
                    <a:pt x="33441" y="131376"/>
                  </a:lnTo>
                  <a:lnTo>
                    <a:pt x="29619" y="131853"/>
                  </a:lnTo>
                  <a:lnTo>
                    <a:pt x="28186" y="131853"/>
                  </a:lnTo>
                  <a:lnTo>
                    <a:pt x="25798" y="131853"/>
                  </a:lnTo>
                  <a:lnTo>
                    <a:pt x="23409" y="132331"/>
                  </a:lnTo>
                  <a:lnTo>
                    <a:pt x="22453" y="133286"/>
                  </a:lnTo>
                  <a:lnTo>
                    <a:pt x="21976" y="135197"/>
                  </a:lnTo>
                  <a:lnTo>
                    <a:pt x="18632" y="138064"/>
                  </a:lnTo>
                  <a:lnTo>
                    <a:pt x="15765" y="140452"/>
                  </a:lnTo>
                  <a:lnTo>
                    <a:pt x="15287" y="140452"/>
                  </a:lnTo>
                  <a:lnTo>
                    <a:pt x="13376" y="139497"/>
                  </a:lnTo>
                  <a:lnTo>
                    <a:pt x="11943" y="139019"/>
                  </a:lnTo>
                  <a:lnTo>
                    <a:pt x="10510" y="139019"/>
                  </a:lnTo>
                  <a:lnTo>
                    <a:pt x="9077" y="139019"/>
                  </a:lnTo>
                  <a:lnTo>
                    <a:pt x="8599" y="139975"/>
                  </a:lnTo>
                  <a:lnTo>
                    <a:pt x="8599" y="139975"/>
                  </a:lnTo>
                  <a:lnTo>
                    <a:pt x="8599" y="142363"/>
                  </a:lnTo>
                  <a:lnTo>
                    <a:pt x="8599" y="142363"/>
                  </a:lnTo>
                  <a:lnTo>
                    <a:pt x="7166" y="139497"/>
                  </a:lnTo>
                  <a:lnTo>
                    <a:pt x="7166" y="136631"/>
                  </a:lnTo>
                  <a:lnTo>
                    <a:pt x="8121" y="135197"/>
                  </a:lnTo>
                  <a:lnTo>
                    <a:pt x="8599" y="133764"/>
                  </a:lnTo>
                  <a:lnTo>
                    <a:pt x="8599" y="131853"/>
                  </a:lnTo>
                  <a:lnTo>
                    <a:pt x="9555" y="128987"/>
                  </a:lnTo>
                  <a:lnTo>
                    <a:pt x="9555" y="127076"/>
                  </a:lnTo>
                  <a:lnTo>
                    <a:pt x="9077" y="126121"/>
                  </a:lnTo>
                  <a:lnTo>
                    <a:pt x="8121" y="125165"/>
                  </a:lnTo>
                  <a:lnTo>
                    <a:pt x="6210" y="124210"/>
                  </a:lnTo>
                  <a:lnTo>
                    <a:pt x="5733" y="123254"/>
                  </a:lnTo>
                  <a:lnTo>
                    <a:pt x="2867" y="122299"/>
                  </a:lnTo>
                  <a:lnTo>
                    <a:pt x="478" y="120865"/>
                  </a:lnTo>
                  <a:lnTo>
                    <a:pt x="0" y="119910"/>
                  </a:lnTo>
                  <a:lnTo>
                    <a:pt x="0" y="119432"/>
                  </a:lnTo>
                  <a:lnTo>
                    <a:pt x="478" y="118477"/>
                  </a:lnTo>
                  <a:lnTo>
                    <a:pt x="2389" y="115610"/>
                  </a:lnTo>
                  <a:lnTo>
                    <a:pt x="4777" y="113222"/>
                  </a:lnTo>
                  <a:lnTo>
                    <a:pt x="5733" y="111789"/>
                  </a:lnTo>
                  <a:lnTo>
                    <a:pt x="13376" y="108445"/>
                  </a:lnTo>
                  <a:lnTo>
                    <a:pt x="14332" y="107489"/>
                  </a:lnTo>
                  <a:lnTo>
                    <a:pt x="14332" y="105578"/>
                  </a:lnTo>
                  <a:lnTo>
                    <a:pt x="14332" y="104145"/>
                  </a:lnTo>
                  <a:lnTo>
                    <a:pt x="14332" y="101279"/>
                  </a:lnTo>
                  <a:lnTo>
                    <a:pt x="13854" y="97935"/>
                  </a:lnTo>
                  <a:lnTo>
                    <a:pt x="13376" y="95068"/>
                  </a:lnTo>
                  <a:lnTo>
                    <a:pt x="11943" y="90291"/>
                  </a:lnTo>
                  <a:lnTo>
                    <a:pt x="8121" y="80258"/>
                  </a:lnTo>
                  <a:lnTo>
                    <a:pt x="6210" y="69749"/>
                  </a:lnTo>
                  <a:lnTo>
                    <a:pt x="7644" y="70704"/>
                  </a:lnTo>
                  <a:lnTo>
                    <a:pt x="10988" y="70704"/>
                  </a:lnTo>
                  <a:lnTo>
                    <a:pt x="13854" y="70226"/>
                  </a:lnTo>
                  <a:lnTo>
                    <a:pt x="15287" y="69749"/>
                  </a:lnTo>
                  <a:lnTo>
                    <a:pt x="16243" y="70226"/>
                  </a:lnTo>
                  <a:lnTo>
                    <a:pt x="18154" y="69749"/>
                  </a:lnTo>
                  <a:lnTo>
                    <a:pt x="20065" y="69749"/>
                  </a:lnTo>
                  <a:lnTo>
                    <a:pt x="21020" y="70704"/>
                  </a:lnTo>
                  <a:lnTo>
                    <a:pt x="22453" y="71182"/>
                  </a:lnTo>
                  <a:lnTo>
                    <a:pt x="25798" y="70226"/>
                  </a:lnTo>
                  <a:lnTo>
                    <a:pt x="28664" y="68793"/>
                  </a:lnTo>
                  <a:lnTo>
                    <a:pt x="31530" y="68793"/>
                  </a:lnTo>
                  <a:lnTo>
                    <a:pt x="32008" y="67837"/>
                  </a:lnTo>
                  <a:lnTo>
                    <a:pt x="32486" y="64493"/>
                  </a:lnTo>
                  <a:lnTo>
                    <a:pt x="33441" y="63538"/>
                  </a:lnTo>
                  <a:lnTo>
                    <a:pt x="36785" y="64016"/>
                  </a:lnTo>
                  <a:lnTo>
                    <a:pt x="38218" y="63060"/>
                  </a:lnTo>
                  <a:lnTo>
                    <a:pt x="39651" y="61149"/>
                  </a:lnTo>
                  <a:lnTo>
                    <a:pt x="41563" y="60194"/>
                  </a:lnTo>
                  <a:lnTo>
                    <a:pt x="43474" y="60194"/>
                  </a:lnTo>
                  <a:lnTo>
                    <a:pt x="45384" y="58761"/>
                  </a:lnTo>
                  <a:lnTo>
                    <a:pt x="45862" y="59716"/>
                  </a:lnTo>
                  <a:lnTo>
                    <a:pt x="46340" y="61149"/>
                  </a:lnTo>
                  <a:lnTo>
                    <a:pt x="45862" y="62583"/>
                  </a:lnTo>
                  <a:lnTo>
                    <a:pt x="46340" y="63060"/>
                  </a:lnTo>
                  <a:lnTo>
                    <a:pt x="47295" y="63538"/>
                  </a:lnTo>
                  <a:lnTo>
                    <a:pt x="49684" y="63538"/>
                  </a:lnTo>
                  <a:lnTo>
                    <a:pt x="51117" y="63060"/>
                  </a:lnTo>
                  <a:lnTo>
                    <a:pt x="51117" y="62583"/>
                  </a:lnTo>
                  <a:lnTo>
                    <a:pt x="51117" y="61149"/>
                  </a:lnTo>
                  <a:lnTo>
                    <a:pt x="51117" y="60194"/>
                  </a:lnTo>
                  <a:lnTo>
                    <a:pt x="50162" y="58761"/>
                  </a:lnTo>
                  <a:lnTo>
                    <a:pt x="48251" y="58283"/>
                  </a:lnTo>
                  <a:lnTo>
                    <a:pt x="47295" y="58283"/>
                  </a:lnTo>
                  <a:lnTo>
                    <a:pt x="46817" y="57805"/>
                  </a:lnTo>
                  <a:lnTo>
                    <a:pt x="47295" y="56372"/>
                  </a:lnTo>
                  <a:lnTo>
                    <a:pt x="48251" y="53506"/>
                  </a:lnTo>
                  <a:lnTo>
                    <a:pt x="49684" y="51595"/>
                  </a:lnTo>
                  <a:lnTo>
                    <a:pt x="50639" y="50639"/>
                  </a:lnTo>
                  <a:lnTo>
                    <a:pt x="50639" y="49684"/>
                  </a:lnTo>
                  <a:lnTo>
                    <a:pt x="50639" y="48251"/>
                  </a:lnTo>
                  <a:lnTo>
                    <a:pt x="50162" y="45862"/>
                  </a:lnTo>
                  <a:lnTo>
                    <a:pt x="51595" y="42040"/>
                  </a:lnTo>
                  <a:lnTo>
                    <a:pt x="53028" y="39174"/>
                  </a:lnTo>
                  <a:lnTo>
                    <a:pt x="55417" y="38218"/>
                  </a:lnTo>
                  <a:lnTo>
                    <a:pt x="57805" y="37741"/>
                  </a:lnTo>
                  <a:lnTo>
                    <a:pt x="59238" y="36785"/>
                  </a:lnTo>
                  <a:lnTo>
                    <a:pt x="60194" y="35352"/>
                  </a:lnTo>
                  <a:lnTo>
                    <a:pt x="60672" y="33919"/>
                  </a:lnTo>
                  <a:lnTo>
                    <a:pt x="60672" y="32963"/>
                  </a:lnTo>
                  <a:lnTo>
                    <a:pt x="61627" y="32486"/>
                  </a:lnTo>
                  <a:lnTo>
                    <a:pt x="67838" y="32486"/>
                  </a:lnTo>
                  <a:lnTo>
                    <a:pt x="68793" y="30097"/>
                  </a:lnTo>
                  <a:lnTo>
                    <a:pt x="69271" y="29619"/>
                  </a:lnTo>
                  <a:lnTo>
                    <a:pt x="70226" y="29142"/>
                  </a:lnTo>
                  <a:lnTo>
                    <a:pt x="71182" y="28186"/>
                  </a:lnTo>
                  <a:lnTo>
                    <a:pt x="71182" y="27230"/>
                  </a:lnTo>
                  <a:lnTo>
                    <a:pt x="69271" y="27230"/>
                  </a:lnTo>
                  <a:lnTo>
                    <a:pt x="65927" y="26753"/>
                  </a:lnTo>
                  <a:lnTo>
                    <a:pt x="64971" y="25797"/>
                  </a:lnTo>
                  <a:lnTo>
                    <a:pt x="65449" y="24842"/>
                  </a:lnTo>
                  <a:lnTo>
                    <a:pt x="66404" y="22453"/>
                  </a:lnTo>
                  <a:lnTo>
                    <a:pt x="67360" y="19587"/>
                  </a:lnTo>
                  <a:lnTo>
                    <a:pt x="67838" y="16721"/>
                  </a:lnTo>
                  <a:lnTo>
                    <a:pt x="67838" y="15287"/>
                  </a:lnTo>
                  <a:lnTo>
                    <a:pt x="68315" y="15287"/>
                  </a:lnTo>
                  <a:lnTo>
                    <a:pt x="71182" y="14810"/>
                  </a:lnTo>
                  <a:lnTo>
                    <a:pt x="72137" y="14332"/>
                  </a:lnTo>
                  <a:lnTo>
                    <a:pt x="75004" y="10988"/>
                  </a:lnTo>
                  <a:lnTo>
                    <a:pt x="76915" y="10032"/>
                  </a:lnTo>
                  <a:lnTo>
                    <a:pt x="81692" y="10988"/>
                  </a:lnTo>
                  <a:lnTo>
                    <a:pt x="84081" y="10988"/>
                  </a:lnTo>
                  <a:lnTo>
                    <a:pt x="85036" y="10988"/>
                  </a:lnTo>
                  <a:lnTo>
                    <a:pt x="86947" y="10988"/>
                  </a:lnTo>
                  <a:lnTo>
                    <a:pt x="87424" y="10988"/>
                  </a:lnTo>
                  <a:lnTo>
                    <a:pt x="88380" y="7644"/>
                  </a:lnTo>
                  <a:lnTo>
                    <a:pt x="89335" y="6688"/>
                  </a:lnTo>
                  <a:lnTo>
                    <a:pt x="89335" y="6688"/>
                  </a:lnTo>
                  <a:lnTo>
                    <a:pt x="93635" y="2389"/>
                  </a:lnTo>
                  <a:lnTo>
                    <a:pt x="96024" y="478"/>
                  </a:lnTo>
                  <a:lnTo>
                    <a:pt x="97935" y="0"/>
                  </a:lnTo>
                  <a:lnTo>
                    <a:pt x="98412" y="0"/>
                  </a:lnTo>
                  <a:lnTo>
                    <a:pt x="98412" y="0"/>
                  </a:lnTo>
                  <a:lnTo>
                    <a:pt x="101279" y="2866"/>
                  </a:lnTo>
                  <a:lnTo>
                    <a:pt x="101279" y="2866"/>
                  </a:lnTo>
                  <a:lnTo>
                    <a:pt x="101756" y="2866"/>
                  </a:lnTo>
                  <a:lnTo>
                    <a:pt x="103190" y="1911"/>
                  </a:lnTo>
                  <a:lnTo>
                    <a:pt x="103667" y="1911"/>
                  </a:lnTo>
                  <a:lnTo>
                    <a:pt x="107011" y="1911"/>
                  </a:lnTo>
                  <a:lnTo>
                    <a:pt x="107967" y="2866"/>
                  </a:lnTo>
                  <a:lnTo>
                    <a:pt x="109400" y="4777"/>
                  </a:lnTo>
                  <a:lnTo>
                    <a:pt x="110356" y="6210"/>
                  </a:lnTo>
                  <a:lnTo>
                    <a:pt x="111311" y="6688"/>
                  </a:lnTo>
                  <a:lnTo>
                    <a:pt x="114177" y="4777"/>
                  </a:lnTo>
                  <a:lnTo>
                    <a:pt x="116088" y="4300"/>
                  </a:lnTo>
                  <a:lnTo>
                    <a:pt x="117044" y="4300"/>
                  </a:lnTo>
                  <a:lnTo>
                    <a:pt x="120865" y="5733"/>
                  </a:lnTo>
                  <a:lnTo>
                    <a:pt x="122777" y="6688"/>
                  </a:lnTo>
                  <a:lnTo>
                    <a:pt x="122777" y="6688"/>
                  </a:lnTo>
                  <a:lnTo>
                    <a:pt x="123254" y="7644"/>
                  </a:lnTo>
                  <a:lnTo>
                    <a:pt x="123254" y="8599"/>
                  </a:lnTo>
                  <a:lnTo>
                    <a:pt x="122777" y="10032"/>
                  </a:lnTo>
                  <a:lnTo>
                    <a:pt x="122299" y="11943"/>
                  </a:lnTo>
                  <a:lnTo>
                    <a:pt x="122299" y="11943"/>
                  </a:lnTo>
                  <a:lnTo>
                    <a:pt x="123732" y="13854"/>
                  </a:lnTo>
                  <a:lnTo>
                    <a:pt x="123732" y="13854"/>
                  </a:lnTo>
                  <a:lnTo>
                    <a:pt x="125165" y="14810"/>
                  </a:lnTo>
                  <a:lnTo>
                    <a:pt x="128031" y="12899"/>
                  </a:lnTo>
                  <a:lnTo>
                    <a:pt x="128987" y="12421"/>
                  </a:lnTo>
                  <a:lnTo>
                    <a:pt x="129942" y="12421"/>
                  </a:lnTo>
                  <a:lnTo>
                    <a:pt x="131854" y="11465"/>
                  </a:lnTo>
                  <a:lnTo>
                    <a:pt x="132809" y="10032"/>
                  </a:lnTo>
                  <a:lnTo>
                    <a:pt x="133765" y="10032"/>
                  </a:lnTo>
                  <a:lnTo>
                    <a:pt x="136153" y="10032"/>
                  </a:lnTo>
                  <a:lnTo>
                    <a:pt x="139975" y="10032"/>
                  </a:lnTo>
                  <a:lnTo>
                    <a:pt x="144274" y="11465"/>
                  </a:lnTo>
                  <a:lnTo>
                    <a:pt x="144274" y="11465"/>
                  </a:lnTo>
                  <a:lnTo>
                    <a:pt x="144752" y="12421"/>
                  </a:lnTo>
                  <a:lnTo>
                    <a:pt x="146663" y="14332"/>
                  </a:lnTo>
                  <a:lnTo>
                    <a:pt x="147618" y="15287"/>
                  </a:lnTo>
                  <a:lnTo>
                    <a:pt x="147618" y="15765"/>
                  </a:lnTo>
                  <a:lnTo>
                    <a:pt x="148574" y="15765"/>
                  </a:lnTo>
                  <a:lnTo>
                    <a:pt x="149529" y="17198"/>
                  </a:lnTo>
                  <a:lnTo>
                    <a:pt x="150963" y="17676"/>
                  </a:lnTo>
                  <a:lnTo>
                    <a:pt x="152396" y="17676"/>
                  </a:lnTo>
                  <a:lnTo>
                    <a:pt x="152874" y="17676"/>
                  </a:lnTo>
                  <a:lnTo>
                    <a:pt x="153351" y="18631"/>
                  </a:lnTo>
                  <a:lnTo>
                    <a:pt x="153351" y="20065"/>
                  </a:lnTo>
                  <a:lnTo>
                    <a:pt x="153351" y="20065"/>
                  </a:lnTo>
                  <a:lnTo>
                    <a:pt x="152874" y="24364"/>
                  </a:lnTo>
                  <a:lnTo>
                    <a:pt x="152396" y="25320"/>
                  </a:lnTo>
                  <a:lnTo>
                    <a:pt x="151440" y="26275"/>
                  </a:lnTo>
                  <a:lnTo>
                    <a:pt x="151440" y="26275"/>
                  </a:lnTo>
                  <a:lnTo>
                    <a:pt x="151440" y="27230"/>
                  </a:lnTo>
                  <a:lnTo>
                    <a:pt x="151440" y="27708"/>
                  </a:lnTo>
                  <a:lnTo>
                    <a:pt x="151440" y="28186"/>
                  </a:lnTo>
                  <a:lnTo>
                    <a:pt x="152396" y="29619"/>
                  </a:lnTo>
                  <a:lnTo>
                    <a:pt x="154307" y="32486"/>
                  </a:lnTo>
                  <a:lnTo>
                    <a:pt x="154307" y="32963"/>
                  </a:lnTo>
                  <a:lnTo>
                    <a:pt x="154784" y="33919"/>
                  </a:lnTo>
                  <a:lnTo>
                    <a:pt x="154784" y="35352"/>
                  </a:lnTo>
                  <a:lnTo>
                    <a:pt x="152396" y="38696"/>
                  </a:lnTo>
                  <a:lnTo>
                    <a:pt x="151440" y="39651"/>
                  </a:lnTo>
                  <a:lnTo>
                    <a:pt x="150963" y="41085"/>
                  </a:lnTo>
                  <a:lnTo>
                    <a:pt x="150963" y="41085"/>
                  </a:lnTo>
                  <a:lnTo>
                    <a:pt x="150963" y="42996"/>
                  </a:lnTo>
                  <a:lnTo>
                    <a:pt x="150963" y="43473"/>
                  </a:lnTo>
                  <a:lnTo>
                    <a:pt x="150963" y="43473"/>
                  </a:lnTo>
                  <a:lnTo>
                    <a:pt x="150963" y="43473"/>
                  </a:lnTo>
                  <a:lnTo>
                    <a:pt x="154784" y="46340"/>
                  </a:lnTo>
                  <a:lnTo>
                    <a:pt x="157651" y="47773"/>
                  </a:lnTo>
                  <a:lnTo>
                    <a:pt x="158129" y="48728"/>
                  </a:lnTo>
                  <a:lnTo>
                    <a:pt x="158129" y="49206"/>
                  </a:lnTo>
                  <a:lnTo>
                    <a:pt x="156695" y="52072"/>
                  </a:lnTo>
                  <a:lnTo>
                    <a:pt x="156695" y="52550"/>
                  </a:lnTo>
                  <a:lnTo>
                    <a:pt x="156695" y="53028"/>
                  </a:lnTo>
                  <a:lnTo>
                    <a:pt x="158606" y="53983"/>
                  </a:lnTo>
                  <a:lnTo>
                    <a:pt x="158606" y="53983"/>
                  </a:lnTo>
                  <a:lnTo>
                    <a:pt x="160040" y="55894"/>
                  </a:lnTo>
                  <a:lnTo>
                    <a:pt x="160995" y="59238"/>
                  </a:lnTo>
                  <a:lnTo>
                    <a:pt x="162906" y="61627"/>
                  </a:lnTo>
                  <a:lnTo>
                    <a:pt x="162906" y="62105"/>
                  </a:lnTo>
                  <a:lnTo>
                    <a:pt x="167683" y="64493"/>
                  </a:lnTo>
                  <a:lnTo>
                    <a:pt x="170549" y="66404"/>
                  </a:lnTo>
                  <a:lnTo>
                    <a:pt x="171505" y="66882"/>
                  </a:lnTo>
                  <a:lnTo>
                    <a:pt x="171505" y="67837"/>
                  </a:lnTo>
                  <a:lnTo>
                    <a:pt x="171505" y="70226"/>
                  </a:lnTo>
                  <a:lnTo>
                    <a:pt x="170549" y="72615"/>
                  </a:lnTo>
                  <a:lnTo>
                    <a:pt x="170072" y="74048"/>
                  </a:lnTo>
                  <a:lnTo>
                    <a:pt x="170072" y="74048"/>
                  </a:lnTo>
                  <a:lnTo>
                    <a:pt x="171505" y="74526"/>
                  </a:lnTo>
                  <a:lnTo>
                    <a:pt x="174849" y="74526"/>
                  </a:lnTo>
                  <a:lnTo>
                    <a:pt x="178671" y="75003"/>
                  </a:lnTo>
                  <a:lnTo>
                    <a:pt x="183926" y="77392"/>
                  </a:lnTo>
                  <a:lnTo>
                    <a:pt x="183926" y="78825"/>
                  </a:lnTo>
                  <a:lnTo>
                    <a:pt x="183448" y="79781"/>
                  </a:lnTo>
                  <a:lnTo>
                    <a:pt x="183448" y="79781"/>
                  </a:lnTo>
                  <a:lnTo>
                    <a:pt x="183448" y="79781"/>
                  </a:lnTo>
                  <a:lnTo>
                    <a:pt x="183448" y="81214"/>
                  </a:lnTo>
                  <a:lnTo>
                    <a:pt x="184404" y="82169"/>
                  </a:lnTo>
                  <a:lnTo>
                    <a:pt x="184404" y="82169"/>
                  </a:lnTo>
                  <a:lnTo>
                    <a:pt x="188703" y="85036"/>
                  </a:lnTo>
                  <a:lnTo>
                    <a:pt x="188703" y="8599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" name="Freeform 1647">
              <a:extLst>
                <a:ext uri="{FF2B5EF4-FFF2-40B4-BE49-F238E27FC236}">
                  <a16:creationId xmlns:a16="http://schemas.microsoft.com/office/drawing/2014/main" id="{21C6AD0F-E2F5-A8F2-BB5B-A31471C97DF1}"/>
                </a:ext>
              </a:extLst>
            </p:cNvPr>
            <p:cNvSpPr/>
            <p:nvPr/>
          </p:nvSpPr>
          <p:spPr>
            <a:xfrm>
              <a:off x="6527867" y="3582612"/>
              <a:ext cx="4299" cy="2866"/>
            </a:xfrm>
            <a:custGeom>
              <a:avLst/>
              <a:gdLst>
                <a:gd name="csX0" fmla="*/ 4300 w 4299"/>
                <a:gd name="csY0" fmla="*/ 2866 h 2866"/>
                <a:gd name="csX1" fmla="*/ 4300 w 4299"/>
                <a:gd name="csY1" fmla="*/ 2866 h 2866"/>
                <a:gd name="csX2" fmla="*/ 0 w 4299"/>
                <a:gd name="csY2" fmla="*/ 0 h 2866"/>
                <a:gd name="csX3" fmla="*/ 0 w 4299"/>
                <a:gd name="csY3" fmla="*/ 0 h 2866"/>
                <a:gd name="csX4" fmla="*/ 4300 w 4299"/>
                <a:gd name="csY4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2866">
                  <a:moveTo>
                    <a:pt x="4300" y="2866"/>
                  </a:moveTo>
                  <a:lnTo>
                    <a:pt x="4300" y="286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300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" name="Freeform 1648">
              <a:extLst>
                <a:ext uri="{FF2B5EF4-FFF2-40B4-BE49-F238E27FC236}">
                  <a16:creationId xmlns:a16="http://schemas.microsoft.com/office/drawing/2014/main" id="{957DBE57-562C-9642-79C4-8DFBBAEB3CB3}"/>
                </a:ext>
              </a:extLst>
            </p:cNvPr>
            <p:cNvSpPr/>
            <p:nvPr/>
          </p:nvSpPr>
          <p:spPr>
            <a:xfrm>
              <a:off x="6525478" y="5121857"/>
              <a:ext cx="2388" cy="6688"/>
            </a:xfrm>
            <a:custGeom>
              <a:avLst/>
              <a:gdLst>
                <a:gd name="csX0" fmla="*/ 2389 w 2388"/>
                <a:gd name="csY0" fmla="*/ 0 h 6688"/>
                <a:gd name="csX1" fmla="*/ 0 w 2388"/>
                <a:gd name="csY1" fmla="*/ 3822 h 6688"/>
                <a:gd name="csX2" fmla="*/ 1433 w 2388"/>
                <a:gd name="csY2" fmla="*/ 6688 h 6688"/>
                <a:gd name="csX3" fmla="*/ 0 w 2388"/>
                <a:gd name="csY3" fmla="*/ 3822 h 6688"/>
                <a:gd name="csX4" fmla="*/ 2389 w 2388"/>
                <a:gd name="csY4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6688">
                  <a:moveTo>
                    <a:pt x="2389" y="0"/>
                  </a:moveTo>
                  <a:lnTo>
                    <a:pt x="0" y="3822"/>
                  </a:lnTo>
                  <a:lnTo>
                    <a:pt x="1433" y="6688"/>
                  </a:lnTo>
                  <a:lnTo>
                    <a:pt x="0" y="3822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" name="Freeform 1649">
              <a:extLst>
                <a:ext uri="{FF2B5EF4-FFF2-40B4-BE49-F238E27FC236}">
                  <a16:creationId xmlns:a16="http://schemas.microsoft.com/office/drawing/2014/main" id="{9C9CA9B4-520E-1418-E274-FBCC5D5C3AED}"/>
                </a:ext>
              </a:extLst>
            </p:cNvPr>
            <p:cNvSpPr/>
            <p:nvPr/>
          </p:nvSpPr>
          <p:spPr>
            <a:xfrm>
              <a:off x="6513535" y="3574491"/>
              <a:ext cx="13854" cy="3344"/>
            </a:xfrm>
            <a:custGeom>
              <a:avLst/>
              <a:gdLst>
                <a:gd name="csX0" fmla="*/ 13854 w 13854"/>
                <a:gd name="csY0" fmla="*/ 3344 h 3344"/>
                <a:gd name="csX1" fmla="*/ 13854 w 13854"/>
                <a:gd name="csY1" fmla="*/ 3344 h 3344"/>
                <a:gd name="csX2" fmla="*/ 8599 w 13854"/>
                <a:gd name="csY2" fmla="*/ 955 h 3344"/>
                <a:gd name="csX3" fmla="*/ 4777 w 13854"/>
                <a:gd name="csY3" fmla="*/ 478 h 3344"/>
                <a:gd name="csX4" fmla="*/ 1433 w 13854"/>
                <a:gd name="csY4" fmla="*/ 478 h 3344"/>
                <a:gd name="csX5" fmla="*/ 0 w 13854"/>
                <a:gd name="csY5" fmla="*/ 0 h 3344"/>
                <a:gd name="csX6" fmla="*/ 0 w 13854"/>
                <a:gd name="csY6" fmla="*/ 0 h 3344"/>
                <a:gd name="csX7" fmla="*/ 1433 w 13854"/>
                <a:gd name="csY7" fmla="*/ 478 h 3344"/>
                <a:gd name="csX8" fmla="*/ 4777 w 13854"/>
                <a:gd name="csY8" fmla="*/ 0 h 3344"/>
                <a:gd name="csX9" fmla="*/ 8599 w 13854"/>
                <a:gd name="csY9" fmla="*/ 478 h 3344"/>
                <a:gd name="csX10" fmla="*/ 13854 w 13854"/>
                <a:gd name="csY10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3854" h="3344">
                  <a:moveTo>
                    <a:pt x="13854" y="3344"/>
                  </a:moveTo>
                  <a:lnTo>
                    <a:pt x="13854" y="3344"/>
                  </a:lnTo>
                  <a:lnTo>
                    <a:pt x="8599" y="955"/>
                  </a:lnTo>
                  <a:lnTo>
                    <a:pt x="4777" y="478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4777" y="0"/>
                  </a:lnTo>
                  <a:lnTo>
                    <a:pt x="8599" y="478"/>
                  </a:lnTo>
                  <a:lnTo>
                    <a:pt x="13854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" name="Freeform 1650">
              <a:extLst>
                <a:ext uri="{FF2B5EF4-FFF2-40B4-BE49-F238E27FC236}">
                  <a16:creationId xmlns:a16="http://schemas.microsoft.com/office/drawing/2014/main" id="{1D50FB25-F657-F94C-DFE6-766224F132BA}"/>
                </a:ext>
              </a:extLst>
            </p:cNvPr>
            <p:cNvSpPr/>
            <p:nvPr/>
          </p:nvSpPr>
          <p:spPr>
            <a:xfrm>
              <a:off x="6508757" y="3785170"/>
              <a:ext cx="12420" cy="5732"/>
            </a:xfrm>
            <a:custGeom>
              <a:avLst/>
              <a:gdLst>
                <a:gd name="csX0" fmla="*/ 12421 w 12420"/>
                <a:gd name="csY0" fmla="*/ 5733 h 5732"/>
                <a:gd name="csX1" fmla="*/ 9555 w 12420"/>
                <a:gd name="csY1" fmla="*/ 5255 h 5732"/>
                <a:gd name="csX2" fmla="*/ 3821 w 12420"/>
                <a:gd name="csY2" fmla="*/ 4299 h 5732"/>
                <a:gd name="csX3" fmla="*/ 955 w 12420"/>
                <a:gd name="csY3" fmla="*/ 2866 h 5732"/>
                <a:gd name="csX4" fmla="*/ 478 w 12420"/>
                <a:gd name="csY4" fmla="*/ 1911 h 5732"/>
                <a:gd name="csX5" fmla="*/ 0 w 12420"/>
                <a:gd name="csY5" fmla="*/ 0 h 5732"/>
                <a:gd name="csX6" fmla="*/ 1433 w 12420"/>
                <a:gd name="csY6" fmla="*/ 1911 h 5732"/>
                <a:gd name="csX7" fmla="*/ 2389 w 12420"/>
                <a:gd name="csY7" fmla="*/ 2866 h 5732"/>
                <a:gd name="csX8" fmla="*/ 10032 w 12420"/>
                <a:gd name="csY8" fmla="*/ 4299 h 5732"/>
                <a:gd name="csX9" fmla="*/ 12421 w 12420"/>
                <a:gd name="csY9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420" h="5732">
                  <a:moveTo>
                    <a:pt x="12421" y="5733"/>
                  </a:moveTo>
                  <a:lnTo>
                    <a:pt x="9555" y="5255"/>
                  </a:lnTo>
                  <a:lnTo>
                    <a:pt x="3821" y="4299"/>
                  </a:lnTo>
                  <a:lnTo>
                    <a:pt x="955" y="2866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1433" y="1911"/>
                  </a:lnTo>
                  <a:lnTo>
                    <a:pt x="2389" y="2866"/>
                  </a:lnTo>
                  <a:lnTo>
                    <a:pt x="10032" y="4299"/>
                  </a:lnTo>
                  <a:lnTo>
                    <a:pt x="12421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2" name="Freeform 1651">
              <a:extLst>
                <a:ext uri="{FF2B5EF4-FFF2-40B4-BE49-F238E27FC236}">
                  <a16:creationId xmlns:a16="http://schemas.microsoft.com/office/drawing/2014/main" id="{EDEBC58C-41F8-E810-22DF-8F0DDB15A6C3}"/>
                </a:ext>
              </a:extLst>
            </p:cNvPr>
            <p:cNvSpPr/>
            <p:nvPr/>
          </p:nvSpPr>
          <p:spPr>
            <a:xfrm>
              <a:off x="6520223" y="5232212"/>
              <a:ext cx="477" cy="6210"/>
            </a:xfrm>
            <a:custGeom>
              <a:avLst/>
              <a:gdLst>
                <a:gd name="csX0" fmla="*/ 0 w 477"/>
                <a:gd name="csY0" fmla="*/ 0 h 6210"/>
                <a:gd name="csX1" fmla="*/ 478 w 477"/>
                <a:gd name="csY1" fmla="*/ 6211 h 6210"/>
                <a:gd name="csX2" fmla="*/ 478 w 477"/>
                <a:gd name="csY2" fmla="*/ 6211 h 6210"/>
                <a:gd name="csX3" fmla="*/ 0 w 477"/>
                <a:gd name="csY3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6210">
                  <a:moveTo>
                    <a:pt x="0" y="0"/>
                  </a:moveTo>
                  <a:lnTo>
                    <a:pt x="478" y="6211"/>
                  </a:lnTo>
                  <a:lnTo>
                    <a:pt x="478" y="62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3" name="Freeform 1652">
              <a:extLst>
                <a:ext uri="{FF2B5EF4-FFF2-40B4-BE49-F238E27FC236}">
                  <a16:creationId xmlns:a16="http://schemas.microsoft.com/office/drawing/2014/main" id="{65DA3287-B38F-85B6-9803-3E13141921E1}"/>
                </a:ext>
              </a:extLst>
            </p:cNvPr>
            <p:cNvSpPr/>
            <p:nvPr/>
          </p:nvSpPr>
          <p:spPr>
            <a:xfrm>
              <a:off x="6494425" y="5216447"/>
              <a:ext cx="26275" cy="31530"/>
            </a:xfrm>
            <a:custGeom>
              <a:avLst/>
              <a:gdLst>
                <a:gd name="csX0" fmla="*/ 25798 w 26275"/>
                <a:gd name="csY0" fmla="*/ 15765 h 31530"/>
                <a:gd name="csX1" fmla="*/ 26275 w 26275"/>
                <a:gd name="csY1" fmla="*/ 21976 h 31530"/>
                <a:gd name="csX2" fmla="*/ 25319 w 26275"/>
                <a:gd name="csY2" fmla="*/ 21976 h 31530"/>
                <a:gd name="csX3" fmla="*/ 24364 w 26275"/>
                <a:gd name="csY3" fmla="*/ 21498 h 31530"/>
                <a:gd name="csX4" fmla="*/ 23886 w 26275"/>
                <a:gd name="csY4" fmla="*/ 21498 h 31530"/>
                <a:gd name="csX5" fmla="*/ 23409 w 26275"/>
                <a:gd name="csY5" fmla="*/ 24364 h 31530"/>
                <a:gd name="csX6" fmla="*/ 22931 w 26275"/>
                <a:gd name="csY6" fmla="*/ 28664 h 31530"/>
                <a:gd name="csX7" fmla="*/ 22931 w 26275"/>
                <a:gd name="csY7" fmla="*/ 31530 h 31530"/>
                <a:gd name="csX8" fmla="*/ 18632 w 26275"/>
                <a:gd name="csY8" fmla="*/ 31530 h 31530"/>
                <a:gd name="csX9" fmla="*/ 13376 w 26275"/>
                <a:gd name="csY9" fmla="*/ 31530 h 31530"/>
                <a:gd name="csX10" fmla="*/ 9555 w 26275"/>
                <a:gd name="csY10" fmla="*/ 30097 h 31530"/>
                <a:gd name="csX11" fmla="*/ 5255 w 26275"/>
                <a:gd name="csY11" fmla="*/ 27708 h 31530"/>
                <a:gd name="csX12" fmla="*/ 2866 w 26275"/>
                <a:gd name="csY12" fmla="*/ 23886 h 31530"/>
                <a:gd name="csX13" fmla="*/ 1911 w 26275"/>
                <a:gd name="csY13" fmla="*/ 21020 h 31530"/>
                <a:gd name="csX14" fmla="*/ 1911 w 26275"/>
                <a:gd name="csY14" fmla="*/ 21020 h 31530"/>
                <a:gd name="csX15" fmla="*/ 478 w 26275"/>
                <a:gd name="csY15" fmla="*/ 21020 h 31530"/>
                <a:gd name="csX16" fmla="*/ 0 w 26275"/>
                <a:gd name="csY16" fmla="*/ 20542 h 31530"/>
                <a:gd name="csX17" fmla="*/ 0 w 26275"/>
                <a:gd name="csY17" fmla="*/ 17676 h 31530"/>
                <a:gd name="csX18" fmla="*/ 0 w 26275"/>
                <a:gd name="csY18" fmla="*/ 14332 h 31530"/>
                <a:gd name="csX19" fmla="*/ 0 w 26275"/>
                <a:gd name="csY19" fmla="*/ 13376 h 31530"/>
                <a:gd name="csX20" fmla="*/ 2866 w 26275"/>
                <a:gd name="csY20" fmla="*/ 9555 h 31530"/>
                <a:gd name="csX21" fmla="*/ 4777 w 26275"/>
                <a:gd name="csY21" fmla="*/ 7166 h 31530"/>
                <a:gd name="csX22" fmla="*/ 5733 w 26275"/>
                <a:gd name="csY22" fmla="*/ 4777 h 31530"/>
                <a:gd name="csX23" fmla="*/ 8121 w 26275"/>
                <a:gd name="csY23" fmla="*/ 1911 h 31530"/>
                <a:gd name="csX24" fmla="*/ 10510 w 26275"/>
                <a:gd name="csY24" fmla="*/ 478 h 31530"/>
                <a:gd name="csX25" fmla="*/ 11466 w 26275"/>
                <a:gd name="csY25" fmla="*/ 0 h 31530"/>
                <a:gd name="csX26" fmla="*/ 12421 w 26275"/>
                <a:gd name="csY26" fmla="*/ 0 h 31530"/>
                <a:gd name="csX27" fmla="*/ 16721 w 26275"/>
                <a:gd name="csY27" fmla="*/ 2389 h 31530"/>
                <a:gd name="csX28" fmla="*/ 21498 w 26275"/>
                <a:gd name="csY28" fmla="*/ 4777 h 31530"/>
                <a:gd name="csX29" fmla="*/ 21498 w 26275"/>
                <a:gd name="csY29" fmla="*/ 4777 h 31530"/>
                <a:gd name="csX30" fmla="*/ 22453 w 26275"/>
                <a:gd name="csY30" fmla="*/ 4777 h 31530"/>
                <a:gd name="csX31" fmla="*/ 22931 w 26275"/>
                <a:gd name="csY31" fmla="*/ 4300 h 31530"/>
                <a:gd name="csX32" fmla="*/ 22931 w 26275"/>
                <a:gd name="csY32" fmla="*/ 4300 h 31530"/>
                <a:gd name="csX33" fmla="*/ 23409 w 26275"/>
                <a:gd name="csY33" fmla="*/ 4777 h 31530"/>
                <a:gd name="csX34" fmla="*/ 23886 w 26275"/>
                <a:gd name="csY34" fmla="*/ 4777 h 31530"/>
                <a:gd name="csX35" fmla="*/ 25319 w 26275"/>
                <a:gd name="csY35" fmla="*/ 5733 h 31530"/>
                <a:gd name="csX36" fmla="*/ 25319 w 26275"/>
                <a:gd name="csY36" fmla="*/ 7644 h 31530"/>
                <a:gd name="csX37" fmla="*/ 25319 w 26275"/>
                <a:gd name="csY37" fmla="*/ 9555 h 31530"/>
                <a:gd name="csX38" fmla="*/ 24842 w 26275"/>
                <a:gd name="csY38" fmla="*/ 10988 h 31530"/>
                <a:gd name="csX39" fmla="*/ 24842 w 26275"/>
                <a:gd name="csY39" fmla="*/ 11943 h 31530"/>
                <a:gd name="csX40" fmla="*/ 25319 w 26275"/>
                <a:gd name="csY40" fmla="*/ 14332 h 31530"/>
                <a:gd name="csX41" fmla="*/ 25798 w 26275"/>
                <a:gd name="csY41" fmla="*/ 15765 h 31530"/>
                <a:gd name="csX42" fmla="*/ 25798 w 26275"/>
                <a:gd name="csY42" fmla="*/ 15765 h 31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26275" h="31530">
                  <a:moveTo>
                    <a:pt x="25798" y="15765"/>
                  </a:moveTo>
                  <a:lnTo>
                    <a:pt x="26275" y="21976"/>
                  </a:lnTo>
                  <a:lnTo>
                    <a:pt x="25319" y="21976"/>
                  </a:lnTo>
                  <a:lnTo>
                    <a:pt x="24364" y="21498"/>
                  </a:lnTo>
                  <a:lnTo>
                    <a:pt x="23886" y="21498"/>
                  </a:lnTo>
                  <a:lnTo>
                    <a:pt x="23409" y="24364"/>
                  </a:lnTo>
                  <a:lnTo>
                    <a:pt x="22931" y="28664"/>
                  </a:lnTo>
                  <a:lnTo>
                    <a:pt x="22931" y="31530"/>
                  </a:lnTo>
                  <a:lnTo>
                    <a:pt x="18632" y="31530"/>
                  </a:lnTo>
                  <a:lnTo>
                    <a:pt x="13376" y="31530"/>
                  </a:lnTo>
                  <a:lnTo>
                    <a:pt x="9555" y="30097"/>
                  </a:lnTo>
                  <a:lnTo>
                    <a:pt x="5255" y="27708"/>
                  </a:lnTo>
                  <a:lnTo>
                    <a:pt x="2866" y="23886"/>
                  </a:lnTo>
                  <a:lnTo>
                    <a:pt x="1911" y="21020"/>
                  </a:lnTo>
                  <a:lnTo>
                    <a:pt x="1911" y="21020"/>
                  </a:lnTo>
                  <a:lnTo>
                    <a:pt x="478" y="21020"/>
                  </a:lnTo>
                  <a:lnTo>
                    <a:pt x="0" y="20542"/>
                  </a:lnTo>
                  <a:lnTo>
                    <a:pt x="0" y="17676"/>
                  </a:lnTo>
                  <a:lnTo>
                    <a:pt x="0" y="14332"/>
                  </a:lnTo>
                  <a:lnTo>
                    <a:pt x="0" y="13376"/>
                  </a:lnTo>
                  <a:lnTo>
                    <a:pt x="2866" y="9555"/>
                  </a:lnTo>
                  <a:lnTo>
                    <a:pt x="4777" y="7166"/>
                  </a:lnTo>
                  <a:lnTo>
                    <a:pt x="5733" y="4777"/>
                  </a:lnTo>
                  <a:lnTo>
                    <a:pt x="8121" y="1911"/>
                  </a:lnTo>
                  <a:lnTo>
                    <a:pt x="10510" y="478"/>
                  </a:lnTo>
                  <a:lnTo>
                    <a:pt x="11466" y="0"/>
                  </a:lnTo>
                  <a:lnTo>
                    <a:pt x="12421" y="0"/>
                  </a:lnTo>
                  <a:lnTo>
                    <a:pt x="16721" y="2389"/>
                  </a:lnTo>
                  <a:lnTo>
                    <a:pt x="21498" y="4777"/>
                  </a:lnTo>
                  <a:lnTo>
                    <a:pt x="21498" y="4777"/>
                  </a:lnTo>
                  <a:lnTo>
                    <a:pt x="22453" y="4777"/>
                  </a:lnTo>
                  <a:lnTo>
                    <a:pt x="22931" y="4300"/>
                  </a:lnTo>
                  <a:lnTo>
                    <a:pt x="22931" y="4300"/>
                  </a:lnTo>
                  <a:lnTo>
                    <a:pt x="23409" y="4777"/>
                  </a:lnTo>
                  <a:lnTo>
                    <a:pt x="23886" y="4777"/>
                  </a:lnTo>
                  <a:lnTo>
                    <a:pt x="25319" y="5733"/>
                  </a:lnTo>
                  <a:lnTo>
                    <a:pt x="25319" y="7644"/>
                  </a:lnTo>
                  <a:lnTo>
                    <a:pt x="25319" y="9555"/>
                  </a:lnTo>
                  <a:lnTo>
                    <a:pt x="24842" y="10988"/>
                  </a:lnTo>
                  <a:lnTo>
                    <a:pt x="24842" y="11943"/>
                  </a:lnTo>
                  <a:lnTo>
                    <a:pt x="25319" y="14332"/>
                  </a:lnTo>
                  <a:lnTo>
                    <a:pt x="25798" y="15765"/>
                  </a:lnTo>
                  <a:lnTo>
                    <a:pt x="25798" y="157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4" name="Freeform 1653">
              <a:extLst>
                <a:ext uri="{FF2B5EF4-FFF2-40B4-BE49-F238E27FC236}">
                  <a16:creationId xmlns:a16="http://schemas.microsoft.com/office/drawing/2014/main" id="{AD737E47-6D5C-FDAA-CD0F-C955E6032D9C}"/>
                </a:ext>
              </a:extLst>
            </p:cNvPr>
            <p:cNvSpPr/>
            <p:nvPr/>
          </p:nvSpPr>
          <p:spPr>
            <a:xfrm>
              <a:off x="6515923" y="5136666"/>
              <a:ext cx="2866" cy="2388"/>
            </a:xfrm>
            <a:custGeom>
              <a:avLst/>
              <a:gdLst>
                <a:gd name="csX0" fmla="*/ 2866 w 2866"/>
                <a:gd name="csY0" fmla="*/ 0 h 2388"/>
                <a:gd name="csX1" fmla="*/ 0 w 2866"/>
                <a:gd name="csY1" fmla="*/ 2389 h 2388"/>
                <a:gd name="csX2" fmla="*/ 2866 w 2866"/>
                <a:gd name="csY2" fmla="*/ 0 h 2388"/>
                <a:gd name="csX3" fmla="*/ 2866 w 2866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2388">
                  <a:moveTo>
                    <a:pt x="2866" y="0"/>
                  </a:moveTo>
                  <a:lnTo>
                    <a:pt x="0" y="2389"/>
                  </a:lnTo>
                  <a:lnTo>
                    <a:pt x="2866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5" name="Freeform 1654">
              <a:extLst>
                <a:ext uri="{FF2B5EF4-FFF2-40B4-BE49-F238E27FC236}">
                  <a16:creationId xmlns:a16="http://schemas.microsoft.com/office/drawing/2014/main" id="{A3848330-92CC-DFF4-4792-33936DEE1086}"/>
                </a:ext>
              </a:extLst>
            </p:cNvPr>
            <p:cNvSpPr/>
            <p:nvPr/>
          </p:nvSpPr>
          <p:spPr>
            <a:xfrm>
              <a:off x="6513057" y="4997647"/>
              <a:ext cx="4777" cy="1911"/>
            </a:xfrm>
            <a:custGeom>
              <a:avLst/>
              <a:gdLst>
                <a:gd name="csX0" fmla="*/ 4777 w 4777"/>
                <a:gd name="csY0" fmla="*/ 0 h 1911"/>
                <a:gd name="csX1" fmla="*/ 4777 w 4777"/>
                <a:gd name="csY1" fmla="*/ 478 h 1911"/>
                <a:gd name="csX2" fmla="*/ 0 w 4777"/>
                <a:gd name="csY2" fmla="*/ 1911 h 1911"/>
                <a:gd name="csX3" fmla="*/ 0 w 4777"/>
                <a:gd name="csY3" fmla="*/ 1911 h 1911"/>
                <a:gd name="csX4" fmla="*/ 4777 w 4777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1911">
                  <a:moveTo>
                    <a:pt x="4777" y="0"/>
                  </a:moveTo>
                  <a:lnTo>
                    <a:pt x="4777" y="478"/>
                  </a:lnTo>
                  <a:lnTo>
                    <a:pt x="0" y="1911"/>
                  </a:lnTo>
                  <a:lnTo>
                    <a:pt x="0" y="1911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6" name="Freeform 1655">
              <a:extLst>
                <a:ext uri="{FF2B5EF4-FFF2-40B4-BE49-F238E27FC236}">
                  <a16:creationId xmlns:a16="http://schemas.microsoft.com/office/drawing/2014/main" id="{2B724802-839D-28F6-9092-C32451BFD64E}"/>
                </a:ext>
              </a:extLst>
            </p:cNvPr>
            <p:cNvSpPr/>
            <p:nvPr/>
          </p:nvSpPr>
          <p:spPr>
            <a:xfrm>
              <a:off x="6516879" y="5214059"/>
              <a:ext cx="955" cy="5255"/>
            </a:xfrm>
            <a:custGeom>
              <a:avLst/>
              <a:gdLst>
                <a:gd name="csX0" fmla="*/ 956 w 955"/>
                <a:gd name="csY0" fmla="*/ 0 h 5255"/>
                <a:gd name="csX1" fmla="*/ 0 w 955"/>
                <a:gd name="csY1" fmla="*/ 2867 h 5255"/>
                <a:gd name="csX2" fmla="*/ 0 w 955"/>
                <a:gd name="csY2" fmla="*/ 5255 h 5255"/>
                <a:gd name="csX3" fmla="*/ 0 w 955"/>
                <a:gd name="csY3" fmla="*/ 2867 h 5255"/>
                <a:gd name="csX4" fmla="*/ 956 w 955"/>
                <a:gd name="csY4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5255">
                  <a:moveTo>
                    <a:pt x="956" y="0"/>
                  </a:moveTo>
                  <a:lnTo>
                    <a:pt x="0" y="2867"/>
                  </a:lnTo>
                  <a:lnTo>
                    <a:pt x="0" y="5255"/>
                  </a:lnTo>
                  <a:lnTo>
                    <a:pt x="0" y="2867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7" name="Freeform 1656">
              <a:extLst>
                <a:ext uri="{FF2B5EF4-FFF2-40B4-BE49-F238E27FC236}">
                  <a16:creationId xmlns:a16="http://schemas.microsoft.com/office/drawing/2014/main" id="{C6D8B9D9-2A55-7CAE-393D-43D7758B3407}"/>
                </a:ext>
              </a:extLst>
            </p:cNvPr>
            <p:cNvSpPr/>
            <p:nvPr/>
          </p:nvSpPr>
          <p:spPr>
            <a:xfrm>
              <a:off x="6516879" y="5219314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478 w 477"/>
                <a:gd name="csY2" fmla="*/ 1433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478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8" name="Freeform 1657">
              <a:extLst>
                <a:ext uri="{FF2B5EF4-FFF2-40B4-BE49-F238E27FC236}">
                  <a16:creationId xmlns:a16="http://schemas.microsoft.com/office/drawing/2014/main" id="{1BFDFFF7-9B9B-1188-8082-8A37F76CD4D1}"/>
                </a:ext>
              </a:extLst>
            </p:cNvPr>
            <p:cNvSpPr/>
            <p:nvPr/>
          </p:nvSpPr>
          <p:spPr>
            <a:xfrm>
              <a:off x="6506369" y="3562548"/>
              <a:ext cx="7643" cy="4299"/>
            </a:xfrm>
            <a:custGeom>
              <a:avLst/>
              <a:gdLst>
                <a:gd name="csX0" fmla="*/ 7644 w 7643"/>
                <a:gd name="csY0" fmla="*/ 4300 h 4299"/>
                <a:gd name="csX1" fmla="*/ 7644 w 7643"/>
                <a:gd name="csY1" fmla="*/ 4300 h 4299"/>
                <a:gd name="csX2" fmla="*/ 4777 w 7643"/>
                <a:gd name="csY2" fmla="*/ 2389 h 4299"/>
                <a:gd name="csX3" fmla="*/ 0 w 7643"/>
                <a:gd name="csY3" fmla="*/ 0 h 4299"/>
                <a:gd name="csX4" fmla="*/ 4777 w 7643"/>
                <a:gd name="csY4" fmla="*/ 2389 h 4299"/>
                <a:gd name="csX5" fmla="*/ 7644 w 7643"/>
                <a:gd name="csY5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43" h="4299">
                  <a:moveTo>
                    <a:pt x="7644" y="4300"/>
                  </a:moveTo>
                  <a:lnTo>
                    <a:pt x="7644" y="4300"/>
                  </a:lnTo>
                  <a:lnTo>
                    <a:pt x="4777" y="2389"/>
                  </a:lnTo>
                  <a:lnTo>
                    <a:pt x="0" y="0"/>
                  </a:lnTo>
                  <a:lnTo>
                    <a:pt x="4777" y="2389"/>
                  </a:lnTo>
                  <a:lnTo>
                    <a:pt x="7644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" name="Freeform 1658">
              <a:extLst>
                <a:ext uri="{FF2B5EF4-FFF2-40B4-BE49-F238E27FC236}">
                  <a16:creationId xmlns:a16="http://schemas.microsoft.com/office/drawing/2014/main" id="{6C4F4FD5-94CF-6250-7A73-EF234D5EF2C7}"/>
                </a:ext>
              </a:extLst>
            </p:cNvPr>
            <p:cNvSpPr/>
            <p:nvPr/>
          </p:nvSpPr>
          <p:spPr>
            <a:xfrm>
              <a:off x="6510190" y="3620353"/>
              <a:ext cx="955" cy="955"/>
            </a:xfrm>
            <a:custGeom>
              <a:avLst/>
              <a:gdLst>
                <a:gd name="csX0" fmla="*/ 956 w 955"/>
                <a:gd name="csY0" fmla="*/ 478 h 955"/>
                <a:gd name="csX1" fmla="*/ 956 w 955"/>
                <a:gd name="csY1" fmla="*/ 955 h 955"/>
                <a:gd name="csX2" fmla="*/ 0 w 955"/>
                <a:gd name="csY2" fmla="*/ 0 h 955"/>
                <a:gd name="csX3" fmla="*/ 0 w 955"/>
                <a:gd name="csY3" fmla="*/ 0 h 955"/>
                <a:gd name="csX4" fmla="*/ 956 w 955"/>
                <a:gd name="csY4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955">
                  <a:moveTo>
                    <a:pt x="956" y="478"/>
                  </a:moveTo>
                  <a:lnTo>
                    <a:pt x="956" y="955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0" name="Freeform 1659">
              <a:extLst>
                <a:ext uri="{FF2B5EF4-FFF2-40B4-BE49-F238E27FC236}">
                  <a16:creationId xmlns:a16="http://schemas.microsoft.com/office/drawing/2014/main" id="{C58D435C-ADAA-D913-192D-F234C3B20AF4}"/>
                </a:ext>
              </a:extLst>
            </p:cNvPr>
            <p:cNvSpPr/>
            <p:nvPr/>
          </p:nvSpPr>
          <p:spPr>
            <a:xfrm>
              <a:off x="6497769" y="5000036"/>
              <a:ext cx="12899" cy="3821"/>
            </a:xfrm>
            <a:custGeom>
              <a:avLst/>
              <a:gdLst>
                <a:gd name="csX0" fmla="*/ 12899 w 12899"/>
                <a:gd name="csY0" fmla="*/ 0 h 3821"/>
                <a:gd name="csX1" fmla="*/ 11466 w 12899"/>
                <a:gd name="csY1" fmla="*/ 956 h 3821"/>
                <a:gd name="csX2" fmla="*/ 7166 w 12899"/>
                <a:gd name="csY2" fmla="*/ 1911 h 3821"/>
                <a:gd name="csX3" fmla="*/ 3344 w 12899"/>
                <a:gd name="csY3" fmla="*/ 2866 h 3821"/>
                <a:gd name="csX4" fmla="*/ 0 w 12899"/>
                <a:gd name="csY4" fmla="*/ 3822 h 3821"/>
                <a:gd name="csX5" fmla="*/ 3344 w 12899"/>
                <a:gd name="csY5" fmla="*/ 2866 h 3821"/>
                <a:gd name="csX6" fmla="*/ 7166 w 12899"/>
                <a:gd name="csY6" fmla="*/ 1911 h 3821"/>
                <a:gd name="csX7" fmla="*/ 11466 w 12899"/>
                <a:gd name="csY7" fmla="*/ 956 h 3821"/>
                <a:gd name="csX8" fmla="*/ 12899 w 12899"/>
                <a:gd name="csY8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2899" h="3821">
                  <a:moveTo>
                    <a:pt x="12899" y="0"/>
                  </a:moveTo>
                  <a:lnTo>
                    <a:pt x="11466" y="956"/>
                  </a:lnTo>
                  <a:lnTo>
                    <a:pt x="7166" y="1911"/>
                  </a:lnTo>
                  <a:lnTo>
                    <a:pt x="3344" y="2866"/>
                  </a:lnTo>
                  <a:lnTo>
                    <a:pt x="0" y="3822"/>
                  </a:lnTo>
                  <a:lnTo>
                    <a:pt x="3344" y="2866"/>
                  </a:lnTo>
                  <a:lnTo>
                    <a:pt x="7166" y="1911"/>
                  </a:lnTo>
                  <a:lnTo>
                    <a:pt x="11466" y="956"/>
                  </a:lnTo>
                  <a:lnTo>
                    <a:pt x="128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1" name="Freeform 1660">
              <a:extLst>
                <a:ext uri="{FF2B5EF4-FFF2-40B4-BE49-F238E27FC236}">
                  <a16:creationId xmlns:a16="http://schemas.microsoft.com/office/drawing/2014/main" id="{4ECDF3D6-4D9E-DD46-8459-C56856C520C7}"/>
                </a:ext>
              </a:extLst>
            </p:cNvPr>
            <p:cNvSpPr/>
            <p:nvPr/>
          </p:nvSpPr>
          <p:spPr>
            <a:xfrm>
              <a:off x="6509235" y="5170107"/>
              <a:ext cx="1433" cy="2866"/>
            </a:xfrm>
            <a:custGeom>
              <a:avLst/>
              <a:gdLst>
                <a:gd name="csX0" fmla="*/ 0 w 1433"/>
                <a:gd name="csY0" fmla="*/ 1433 h 2866"/>
                <a:gd name="csX1" fmla="*/ 1433 w 1433"/>
                <a:gd name="csY1" fmla="*/ 2867 h 2866"/>
                <a:gd name="csX2" fmla="*/ 0 w 1433"/>
                <a:gd name="csY2" fmla="*/ 1433 h 2866"/>
                <a:gd name="csX3" fmla="*/ 0 w 1433"/>
                <a:gd name="csY3" fmla="*/ 0 h 2866"/>
                <a:gd name="csX4" fmla="*/ 0 w 1433"/>
                <a:gd name="csY4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866">
                  <a:moveTo>
                    <a:pt x="0" y="1433"/>
                  </a:moveTo>
                  <a:lnTo>
                    <a:pt x="1433" y="2867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2" name="Freeform 1661">
              <a:extLst>
                <a:ext uri="{FF2B5EF4-FFF2-40B4-BE49-F238E27FC236}">
                  <a16:creationId xmlns:a16="http://schemas.microsoft.com/office/drawing/2014/main" id="{2883BA03-34AA-0970-B4CB-6B83CE5434FB}"/>
                </a:ext>
              </a:extLst>
            </p:cNvPr>
            <p:cNvSpPr/>
            <p:nvPr/>
          </p:nvSpPr>
          <p:spPr>
            <a:xfrm>
              <a:off x="6498247" y="3625608"/>
              <a:ext cx="11465" cy="1911"/>
            </a:xfrm>
            <a:custGeom>
              <a:avLst/>
              <a:gdLst>
                <a:gd name="csX0" fmla="*/ 11466 w 11465"/>
                <a:gd name="csY0" fmla="*/ 0 h 1911"/>
                <a:gd name="csX1" fmla="*/ 7166 w 11465"/>
                <a:gd name="csY1" fmla="*/ 0 h 1911"/>
                <a:gd name="csX2" fmla="*/ 4777 w 11465"/>
                <a:gd name="csY2" fmla="*/ 1911 h 1911"/>
                <a:gd name="csX3" fmla="*/ 3344 w 11465"/>
                <a:gd name="csY3" fmla="*/ 1433 h 1911"/>
                <a:gd name="csX4" fmla="*/ 1911 w 11465"/>
                <a:gd name="csY4" fmla="*/ 956 h 1911"/>
                <a:gd name="csX5" fmla="*/ 0 w 11465"/>
                <a:gd name="csY5" fmla="*/ 1911 h 1911"/>
                <a:gd name="csX6" fmla="*/ 0 w 11465"/>
                <a:gd name="csY6" fmla="*/ 1911 h 1911"/>
                <a:gd name="csX7" fmla="*/ 1911 w 11465"/>
                <a:gd name="csY7" fmla="*/ 956 h 1911"/>
                <a:gd name="csX8" fmla="*/ 3344 w 11465"/>
                <a:gd name="csY8" fmla="*/ 1433 h 1911"/>
                <a:gd name="csX9" fmla="*/ 4777 w 11465"/>
                <a:gd name="csY9" fmla="*/ 1433 h 1911"/>
                <a:gd name="csX10" fmla="*/ 7166 w 11465"/>
                <a:gd name="csY10" fmla="*/ 0 h 1911"/>
                <a:gd name="csX11" fmla="*/ 11466 w 11465"/>
                <a:gd name="csY11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1465" h="1911">
                  <a:moveTo>
                    <a:pt x="11466" y="0"/>
                  </a:moveTo>
                  <a:lnTo>
                    <a:pt x="7166" y="0"/>
                  </a:lnTo>
                  <a:lnTo>
                    <a:pt x="4777" y="1911"/>
                  </a:lnTo>
                  <a:lnTo>
                    <a:pt x="3344" y="1433"/>
                  </a:lnTo>
                  <a:lnTo>
                    <a:pt x="1911" y="956"/>
                  </a:lnTo>
                  <a:lnTo>
                    <a:pt x="0" y="1911"/>
                  </a:lnTo>
                  <a:lnTo>
                    <a:pt x="0" y="1911"/>
                  </a:lnTo>
                  <a:lnTo>
                    <a:pt x="1911" y="956"/>
                  </a:lnTo>
                  <a:lnTo>
                    <a:pt x="3344" y="1433"/>
                  </a:lnTo>
                  <a:lnTo>
                    <a:pt x="4777" y="1433"/>
                  </a:lnTo>
                  <a:lnTo>
                    <a:pt x="7166" y="0"/>
                  </a:lnTo>
                  <a:lnTo>
                    <a:pt x="114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3" name="Freeform 1662">
              <a:extLst>
                <a:ext uri="{FF2B5EF4-FFF2-40B4-BE49-F238E27FC236}">
                  <a16:creationId xmlns:a16="http://schemas.microsoft.com/office/drawing/2014/main" id="{D729F669-A5BB-FC82-B9DF-59A757E48D2A}"/>
                </a:ext>
              </a:extLst>
            </p:cNvPr>
            <p:cNvSpPr/>
            <p:nvPr/>
          </p:nvSpPr>
          <p:spPr>
            <a:xfrm>
              <a:off x="6507324" y="4891591"/>
              <a:ext cx="1911" cy="955"/>
            </a:xfrm>
            <a:custGeom>
              <a:avLst/>
              <a:gdLst>
                <a:gd name="csX0" fmla="*/ 1911 w 1911"/>
                <a:gd name="csY0" fmla="*/ 956 h 955"/>
                <a:gd name="csX1" fmla="*/ 1911 w 1911"/>
                <a:gd name="csY1" fmla="*/ 956 h 955"/>
                <a:gd name="csX2" fmla="*/ 0 w 1911"/>
                <a:gd name="csY2" fmla="*/ 0 h 955"/>
                <a:gd name="csX3" fmla="*/ 1911 w 1911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955">
                  <a:moveTo>
                    <a:pt x="1911" y="956"/>
                  </a:moveTo>
                  <a:lnTo>
                    <a:pt x="1911" y="956"/>
                  </a:lnTo>
                  <a:lnTo>
                    <a:pt x="0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4" name="Freeform 1663">
              <a:extLst>
                <a:ext uri="{FF2B5EF4-FFF2-40B4-BE49-F238E27FC236}">
                  <a16:creationId xmlns:a16="http://schemas.microsoft.com/office/drawing/2014/main" id="{0EA26C19-9761-A590-4CA6-25721B0DD30F}"/>
                </a:ext>
              </a:extLst>
            </p:cNvPr>
            <p:cNvSpPr/>
            <p:nvPr/>
          </p:nvSpPr>
          <p:spPr>
            <a:xfrm>
              <a:off x="6292824" y="2929079"/>
              <a:ext cx="216411" cy="445721"/>
            </a:xfrm>
            <a:custGeom>
              <a:avLst/>
              <a:gdLst>
                <a:gd name="csX0" fmla="*/ 215934 w 216411"/>
                <a:gd name="csY0" fmla="*/ 326289 h 445721"/>
                <a:gd name="csX1" fmla="*/ 216411 w 216411"/>
                <a:gd name="csY1" fmla="*/ 327722 h 445721"/>
                <a:gd name="csX2" fmla="*/ 216411 w 216411"/>
                <a:gd name="csY2" fmla="*/ 329156 h 445721"/>
                <a:gd name="csX3" fmla="*/ 214500 w 216411"/>
                <a:gd name="csY3" fmla="*/ 333455 h 445721"/>
                <a:gd name="csX4" fmla="*/ 213068 w 216411"/>
                <a:gd name="csY4" fmla="*/ 336799 h 445721"/>
                <a:gd name="csX5" fmla="*/ 211156 w 216411"/>
                <a:gd name="csY5" fmla="*/ 341577 h 445721"/>
                <a:gd name="csX6" fmla="*/ 209245 w 216411"/>
                <a:gd name="csY6" fmla="*/ 344921 h 445721"/>
                <a:gd name="csX7" fmla="*/ 204468 w 216411"/>
                <a:gd name="csY7" fmla="*/ 351131 h 445721"/>
                <a:gd name="csX8" fmla="*/ 197302 w 216411"/>
                <a:gd name="csY8" fmla="*/ 358775 h 445721"/>
                <a:gd name="csX9" fmla="*/ 195391 w 216411"/>
                <a:gd name="csY9" fmla="*/ 361164 h 445721"/>
                <a:gd name="csX10" fmla="*/ 195391 w 216411"/>
                <a:gd name="csY10" fmla="*/ 361164 h 445721"/>
                <a:gd name="csX11" fmla="*/ 192047 w 216411"/>
                <a:gd name="csY11" fmla="*/ 365463 h 445721"/>
                <a:gd name="csX12" fmla="*/ 185837 w 216411"/>
                <a:gd name="csY12" fmla="*/ 373107 h 445721"/>
                <a:gd name="csX13" fmla="*/ 184404 w 216411"/>
                <a:gd name="csY13" fmla="*/ 375018 h 445721"/>
                <a:gd name="csX14" fmla="*/ 179626 w 216411"/>
                <a:gd name="csY14" fmla="*/ 381228 h 445721"/>
                <a:gd name="csX15" fmla="*/ 177715 w 216411"/>
                <a:gd name="csY15" fmla="*/ 383139 h 445721"/>
                <a:gd name="csX16" fmla="*/ 177715 w 216411"/>
                <a:gd name="csY16" fmla="*/ 383139 h 445721"/>
                <a:gd name="csX17" fmla="*/ 175804 w 216411"/>
                <a:gd name="csY17" fmla="*/ 385050 h 445721"/>
                <a:gd name="csX18" fmla="*/ 171027 w 216411"/>
                <a:gd name="csY18" fmla="*/ 391260 h 445721"/>
                <a:gd name="csX19" fmla="*/ 165772 w 216411"/>
                <a:gd name="csY19" fmla="*/ 395560 h 445721"/>
                <a:gd name="csX20" fmla="*/ 160995 w 216411"/>
                <a:gd name="csY20" fmla="*/ 399860 h 445721"/>
                <a:gd name="csX21" fmla="*/ 160995 w 216411"/>
                <a:gd name="csY21" fmla="*/ 399860 h 445721"/>
                <a:gd name="csX22" fmla="*/ 159561 w 216411"/>
                <a:gd name="csY22" fmla="*/ 401771 h 445721"/>
                <a:gd name="csX23" fmla="*/ 157650 w 216411"/>
                <a:gd name="csY23" fmla="*/ 403681 h 445721"/>
                <a:gd name="csX24" fmla="*/ 155262 w 216411"/>
                <a:gd name="csY24" fmla="*/ 405115 h 445721"/>
                <a:gd name="csX25" fmla="*/ 154307 w 216411"/>
                <a:gd name="csY25" fmla="*/ 405592 h 445721"/>
                <a:gd name="csX26" fmla="*/ 149052 w 216411"/>
                <a:gd name="csY26" fmla="*/ 411325 h 445721"/>
                <a:gd name="csX27" fmla="*/ 142363 w 216411"/>
                <a:gd name="csY27" fmla="*/ 419446 h 445721"/>
                <a:gd name="csX28" fmla="*/ 141408 w 216411"/>
                <a:gd name="csY28" fmla="*/ 419446 h 445721"/>
                <a:gd name="csX29" fmla="*/ 139497 w 216411"/>
                <a:gd name="csY29" fmla="*/ 420402 h 445721"/>
                <a:gd name="csX30" fmla="*/ 136631 w 216411"/>
                <a:gd name="csY30" fmla="*/ 420880 h 445721"/>
                <a:gd name="csX31" fmla="*/ 135675 w 216411"/>
                <a:gd name="csY31" fmla="*/ 421835 h 445721"/>
                <a:gd name="csX32" fmla="*/ 131375 w 216411"/>
                <a:gd name="csY32" fmla="*/ 418969 h 445721"/>
                <a:gd name="csX33" fmla="*/ 130420 w 216411"/>
                <a:gd name="csY33" fmla="*/ 418969 h 445721"/>
                <a:gd name="csX34" fmla="*/ 128031 w 216411"/>
                <a:gd name="csY34" fmla="*/ 419446 h 445721"/>
                <a:gd name="csX35" fmla="*/ 125165 w 216411"/>
                <a:gd name="csY35" fmla="*/ 421835 h 445721"/>
                <a:gd name="csX36" fmla="*/ 120865 w 216411"/>
                <a:gd name="csY36" fmla="*/ 422313 h 445721"/>
                <a:gd name="csX37" fmla="*/ 118477 w 216411"/>
                <a:gd name="csY37" fmla="*/ 422791 h 445721"/>
                <a:gd name="csX38" fmla="*/ 117043 w 216411"/>
                <a:gd name="csY38" fmla="*/ 423746 h 445721"/>
                <a:gd name="csX39" fmla="*/ 117043 w 216411"/>
                <a:gd name="csY39" fmla="*/ 421835 h 445721"/>
                <a:gd name="csX40" fmla="*/ 117522 w 216411"/>
                <a:gd name="csY40" fmla="*/ 418969 h 445721"/>
                <a:gd name="csX41" fmla="*/ 118477 w 216411"/>
                <a:gd name="csY41" fmla="*/ 417058 h 445721"/>
                <a:gd name="csX42" fmla="*/ 118477 w 216411"/>
                <a:gd name="csY42" fmla="*/ 416102 h 445721"/>
                <a:gd name="csX43" fmla="*/ 117999 w 216411"/>
                <a:gd name="csY43" fmla="*/ 416102 h 445721"/>
                <a:gd name="csX44" fmla="*/ 116566 w 216411"/>
                <a:gd name="csY44" fmla="*/ 418491 h 445721"/>
                <a:gd name="csX45" fmla="*/ 115611 w 216411"/>
                <a:gd name="csY45" fmla="*/ 421835 h 445721"/>
                <a:gd name="csX46" fmla="*/ 114177 w 216411"/>
                <a:gd name="csY46" fmla="*/ 423268 h 445721"/>
                <a:gd name="csX47" fmla="*/ 110356 w 216411"/>
                <a:gd name="csY47" fmla="*/ 424224 h 445721"/>
                <a:gd name="csX48" fmla="*/ 107011 w 216411"/>
                <a:gd name="csY48" fmla="*/ 421357 h 445721"/>
                <a:gd name="csX49" fmla="*/ 105578 w 216411"/>
                <a:gd name="csY49" fmla="*/ 421357 h 445721"/>
                <a:gd name="csX50" fmla="*/ 106534 w 216411"/>
                <a:gd name="csY50" fmla="*/ 423268 h 445721"/>
                <a:gd name="csX51" fmla="*/ 107489 w 216411"/>
                <a:gd name="csY51" fmla="*/ 425179 h 445721"/>
                <a:gd name="csX52" fmla="*/ 107011 w 216411"/>
                <a:gd name="csY52" fmla="*/ 426612 h 445721"/>
                <a:gd name="csX53" fmla="*/ 105578 w 216411"/>
                <a:gd name="csY53" fmla="*/ 426135 h 445721"/>
                <a:gd name="csX54" fmla="*/ 103667 w 216411"/>
                <a:gd name="csY54" fmla="*/ 427568 h 445721"/>
                <a:gd name="csX55" fmla="*/ 101756 w 216411"/>
                <a:gd name="csY55" fmla="*/ 429001 h 445721"/>
                <a:gd name="csX56" fmla="*/ 100801 w 216411"/>
                <a:gd name="csY56" fmla="*/ 429001 h 445721"/>
                <a:gd name="csX57" fmla="*/ 99845 w 216411"/>
                <a:gd name="csY57" fmla="*/ 426612 h 445721"/>
                <a:gd name="csX58" fmla="*/ 97457 w 216411"/>
                <a:gd name="csY58" fmla="*/ 428046 h 445721"/>
                <a:gd name="csX59" fmla="*/ 95546 w 216411"/>
                <a:gd name="csY59" fmla="*/ 429479 h 445721"/>
                <a:gd name="csX60" fmla="*/ 91724 w 216411"/>
                <a:gd name="csY60" fmla="*/ 429957 h 445721"/>
                <a:gd name="csX61" fmla="*/ 89813 w 216411"/>
                <a:gd name="csY61" fmla="*/ 431867 h 445721"/>
                <a:gd name="csX62" fmla="*/ 85991 w 216411"/>
                <a:gd name="csY62" fmla="*/ 433301 h 445721"/>
                <a:gd name="csX63" fmla="*/ 83603 w 216411"/>
                <a:gd name="csY63" fmla="*/ 433301 h 445721"/>
                <a:gd name="csX64" fmla="*/ 78825 w 216411"/>
                <a:gd name="csY64" fmla="*/ 434734 h 445721"/>
                <a:gd name="csX65" fmla="*/ 76914 w 216411"/>
                <a:gd name="csY65" fmla="*/ 437122 h 445721"/>
                <a:gd name="csX66" fmla="*/ 75481 w 216411"/>
                <a:gd name="csY66" fmla="*/ 438078 h 445721"/>
                <a:gd name="csX67" fmla="*/ 73570 w 216411"/>
                <a:gd name="csY67" fmla="*/ 437122 h 445721"/>
                <a:gd name="csX68" fmla="*/ 67360 w 216411"/>
                <a:gd name="csY68" fmla="*/ 438556 h 445721"/>
                <a:gd name="csX69" fmla="*/ 61149 w 216411"/>
                <a:gd name="csY69" fmla="*/ 439989 h 445721"/>
                <a:gd name="csX70" fmla="*/ 58761 w 216411"/>
                <a:gd name="csY70" fmla="*/ 439989 h 445721"/>
                <a:gd name="csX71" fmla="*/ 56372 w 216411"/>
                <a:gd name="csY71" fmla="*/ 439511 h 445721"/>
                <a:gd name="csX72" fmla="*/ 53506 w 216411"/>
                <a:gd name="csY72" fmla="*/ 441422 h 445721"/>
                <a:gd name="csX73" fmla="*/ 50639 w 216411"/>
                <a:gd name="csY73" fmla="*/ 444288 h 445721"/>
                <a:gd name="csX74" fmla="*/ 47295 w 216411"/>
                <a:gd name="csY74" fmla="*/ 445722 h 445721"/>
                <a:gd name="csX75" fmla="*/ 46340 w 216411"/>
                <a:gd name="csY75" fmla="*/ 445244 h 445721"/>
                <a:gd name="csX76" fmla="*/ 47295 w 216411"/>
                <a:gd name="csY76" fmla="*/ 443811 h 445721"/>
                <a:gd name="csX77" fmla="*/ 49206 w 216411"/>
                <a:gd name="csY77" fmla="*/ 441900 h 445721"/>
                <a:gd name="csX78" fmla="*/ 50639 w 216411"/>
                <a:gd name="csY78" fmla="*/ 439989 h 445721"/>
                <a:gd name="csX79" fmla="*/ 51117 w 216411"/>
                <a:gd name="csY79" fmla="*/ 438078 h 445721"/>
                <a:gd name="csX80" fmla="*/ 50162 w 216411"/>
                <a:gd name="csY80" fmla="*/ 437122 h 445721"/>
                <a:gd name="csX81" fmla="*/ 48728 w 216411"/>
                <a:gd name="csY81" fmla="*/ 437122 h 445721"/>
                <a:gd name="csX82" fmla="*/ 46817 w 216411"/>
                <a:gd name="csY82" fmla="*/ 435212 h 445721"/>
                <a:gd name="csX83" fmla="*/ 45384 w 216411"/>
                <a:gd name="csY83" fmla="*/ 431390 h 445721"/>
                <a:gd name="csX84" fmla="*/ 44429 w 216411"/>
                <a:gd name="csY84" fmla="*/ 430912 h 445721"/>
                <a:gd name="csX85" fmla="*/ 43951 w 216411"/>
                <a:gd name="csY85" fmla="*/ 431867 h 445721"/>
                <a:gd name="csX86" fmla="*/ 43473 w 216411"/>
                <a:gd name="csY86" fmla="*/ 435212 h 445721"/>
                <a:gd name="csX87" fmla="*/ 42996 w 216411"/>
                <a:gd name="csY87" fmla="*/ 436167 h 445721"/>
                <a:gd name="csX88" fmla="*/ 42040 w 216411"/>
                <a:gd name="csY88" fmla="*/ 436645 h 445721"/>
                <a:gd name="csX89" fmla="*/ 41085 w 216411"/>
                <a:gd name="csY89" fmla="*/ 437600 h 445721"/>
                <a:gd name="csX90" fmla="*/ 40129 w 216411"/>
                <a:gd name="csY90" fmla="*/ 438078 h 445721"/>
                <a:gd name="csX91" fmla="*/ 36307 w 216411"/>
                <a:gd name="csY91" fmla="*/ 437600 h 445721"/>
                <a:gd name="csX92" fmla="*/ 35830 w 216411"/>
                <a:gd name="csY92" fmla="*/ 436167 h 445721"/>
                <a:gd name="csX93" fmla="*/ 35830 w 216411"/>
                <a:gd name="csY93" fmla="*/ 435689 h 445721"/>
                <a:gd name="csX94" fmla="*/ 36785 w 216411"/>
                <a:gd name="csY94" fmla="*/ 433301 h 445721"/>
                <a:gd name="csX95" fmla="*/ 35830 w 216411"/>
                <a:gd name="csY95" fmla="*/ 433301 h 445721"/>
                <a:gd name="csX96" fmla="*/ 36307 w 216411"/>
                <a:gd name="csY96" fmla="*/ 431390 h 445721"/>
                <a:gd name="csX97" fmla="*/ 37263 w 216411"/>
                <a:gd name="csY97" fmla="*/ 431390 h 445721"/>
                <a:gd name="csX98" fmla="*/ 38218 w 216411"/>
                <a:gd name="csY98" fmla="*/ 431390 h 445721"/>
                <a:gd name="csX99" fmla="*/ 38696 w 216411"/>
                <a:gd name="csY99" fmla="*/ 430434 h 445721"/>
                <a:gd name="csX100" fmla="*/ 38696 w 216411"/>
                <a:gd name="csY100" fmla="*/ 429479 h 445721"/>
                <a:gd name="csX101" fmla="*/ 37263 w 216411"/>
                <a:gd name="csY101" fmla="*/ 429479 h 445721"/>
                <a:gd name="csX102" fmla="*/ 37263 w 216411"/>
                <a:gd name="csY102" fmla="*/ 428523 h 445721"/>
                <a:gd name="csX103" fmla="*/ 38696 w 216411"/>
                <a:gd name="csY103" fmla="*/ 425657 h 445721"/>
                <a:gd name="csX104" fmla="*/ 38696 w 216411"/>
                <a:gd name="csY104" fmla="*/ 424701 h 445721"/>
                <a:gd name="csX105" fmla="*/ 38218 w 216411"/>
                <a:gd name="csY105" fmla="*/ 424701 h 445721"/>
                <a:gd name="csX106" fmla="*/ 37740 w 216411"/>
                <a:gd name="csY106" fmla="*/ 425179 h 445721"/>
                <a:gd name="csX107" fmla="*/ 32486 w 216411"/>
                <a:gd name="csY107" fmla="*/ 424224 h 445721"/>
                <a:gd name="csX108" fmla="*/ 25797 w 216411"/>
                <a:gd name="csY108" fmla="*/ 420402 h 445721"/>
                <a:gd name="csX109" fmla="*/ 24364 w 216411"/>
                <a:gd name="csY109" fmla="*/ 420402 h 445721"/>
                <a:gd name="csX110" fmla="*/ 23409 w 216411"/>
                <a:gd name="csY110" fmla="*/ 417058 h 445721"/>
                <a:gd name="csX111" fmla="*/ 21975 w 216411"/>
                <a:gd name="csY111" fmla="*/ 417536 h 445721"/>
                <a:gd name="csX112" fmla="*/ 19587 w 216411"/>
                <a:gd name="csY112" fmla="*/ 419446 h 445721"/>
                <a:gd name="csX113" fmla="*/ 17676 w 216411"/>
                <a:gd name="csY113" fmla="*/ 418013 h 445721"/>
                <a:gd name="csX114" fmla="*/ 16243 w 216411"/>
                <a:gd name="csY114" fmla="*/ 417058 h 445721"/>
                <a:gd name="csX115" fmla="*/ 15765 w 216411"/>
                <a:gd name="csY115" fmla="*/ 415625 h 445721"/>
                <a:gd name="csX116" fmla="*/ 15765 w 216411"/>
                <a:gd name="csY116" fmla="*/ 413236 h 445721"/>
                <a:gd name="csX117" fmla="*/ 15287 w 216411"/>
                <a:gd name="csY117" fmla="*/ 410847 h 445721"/>
                <a:gd name="csX118" fmla="*/ 14809 w 216411"/>
                <a:gd name="csY118" fmla="*/ 407503 h 445721"/>
                <a:gd name="csX119" fmla="*/ 14332 w 216411"/>
                <a:gd name="csY119" fmla="*/ 403204 h 445721"/>
                <a:gd name="csX120" fmla="*/ 14809 w 216411"/>
                <a:gd name="csY120" fmla="*/ 399860 h 445721"/>
                <a:gd name="csX121" fmla="*/ 16243 w 216411"/>
                <a:gd name="csY121" fmla="*/ 396993 h 445721"/>
                <a:gd name="csX122" fmla="*/ 16721 w 216411"/>
                <a:gd name="csY122" fmla="*/ 395560 h 445721"/>
                <a:gd name="csX123" fmla="*/ 17676 w 216411"/>
                <a:gd name="csY123" fmla="*/ 391260 h 445721"/>
                <a:gd name="csX124" fmla="*/ 17676 w 216411"/>
                <a:gd name="csY124" fmla="*/ 386483 h 445721"/>
                <a:gd name="csX125" fmla="*/ 17198 w 216411"/>
                <a:gd name="csY125" fmla="*/ 385050 h 445721"/>
                <a:gd name="csX126" fmla="*/ 17676 w 216411"/>
                <a:gd name="csY126" fmla="*/ 383617 h 445721"/>
                <a:gd name="csX127" fmla="*/ 18631 w 216411"/>
                <a:gd name="csY127" fmla="*/ 383617 h 445721"/>
                <a:gd name="csX128" fmla="*/ 18154 w 216411"/>
                <a:gd name="csY128" fmla="*/ 382661 h 445721"/>
                <a:gd name="csX129" fmla="*/ 17676 w 216411"/>
                <a:gd name="csY129" fmla="*/ 382184 h 445721"/>
                <a:gd name="csX130" fmla="*/ 17198 w 216411"/>
                <a:gd name="csY130" fmla="*/ 381228 h 445721"/>
                <a:gd name="csX131" fmla="*/ 17676 w 216411"/>
                <a:gd name="csY131" fmla="*/ 380750 h 445721"/>
                <a:gd name="csX132" fmla="*/ 19109 w 216411"/>
                <a:gd name="csY132" fmla="*/ 380273 h 445721"/>
                <a:gd name="csX133" fmla="*/ 19109 w 216411"/>
                <a:gd name="csY133" fmla="*/ 380273 h 445721"/>
                <a:gd name="csX134" fmla="*/ 19587 w 216411"/>
                <a:gd name="csY134" fmla="*/ 379795 h 445721"/>
                <a:gd name="csX135" fmla="*/ 18154 w 216411"/>
                <a:gd name="csY135" fmla="*/ 376929 h 445721"/>
                <a:gd name="csX136" fmla="*/ 18154 w 216411"/>
                <a:gd name="csY136" fmla="*/ 375495 h 445721"/>
                <a:gd name="csX137" fmla="*/ 16721 w 216411"/>
                <a:gd name="csY137" fmla="*/ 371196 h 445721"/>
                <a:gd name="csX138" fmla="*/ 14809 w 216411"/>
                <a:gd name="csY138" fmla="*/ 367374 h 445721"/>
                <a:gd name="csX139" fmla="*/ 12421 w 216411"/>
                <a:gd name="csY139" fmla="*/ 364508 h 445721"/>
                <a:gd name="csX140" fmla="*/ 13376 w 216411"/>
                <a:gd name="csY140" fmla="*/ 359730 h 445721"/>
                <a:gd name="csX141" fmla="*/ 14332 w 216411"/>
                <a:gd name="csY141" fmla="*/ 355431 h 445721"/>
                <a:gd name="csX142" fmla="*/ 14332 w 216411"/>
                <a:gd name="csY142" fmla="*/ 353042 h 445721"/>
                <a:gd name="csX143" fmla="*/ 13854 w 216411"/>
                <a:gd name="csY143" fmla="*/ 350653 h 445721"/>
                <a:gd name="csX144" fmla="*/ 10510 w 216411"/>
                <a:gd name="csY144" fmla="*/ 347787 h 445721"/>
                <a:gd name="csX145" fmla="*/ 10032 w 216411"/>
                <a:gd name="csY145" fmla="*/ 343965 h 445721"/>
                <a:gd name="csX146" fmla="*/ 9555 w 216411"/>
                <a:gd name="csY146" fmla="*/ 339666 h 445721"/>
                <a:gd name="csX147" fmla="*/ 9555 w 216411"/>
                <a:gd name="csY147" fmla="*/ 336799 h 445721"/>
                <a:gd name="csX148" fmla="*/ 10032 w 216411"/>
                <a:gd name="csY148" fmla="*/ 334888 h 445721"/>
                <a:gd name="csX149" fmla="*/ 11465 w 216411"/>
                <a:gd name="csY149" fmla="*/ 332977 h 445721"/>
                <a:gd name="csX150" fmla="*/ 16721 w 216411"/>
                <a:gd name="csY150" fmla="*/ 326767 h 445721"/>
                <a:gd name="csX151" fmla="*/ 16721 w 216411"/>
                <a:gd name="csY151" fmla="*/ 323423 h 445721"/>
                <a:gd name="csX152" fmla="*/ 20542 w 216411"/>
                <a:gd name="csY152" fmla="*/ 322945 h 445721"/>
                <a:gd name="csX153" fmla="*/ 18631 w 216411"/>
                <a:gd name="csY153" fmla="*/ 320079 h 445721"/>
                <a:gd name="csX154" fmla="*/ 18154 w 216411"/>
                <a:gd name="csY154" fmla="*/ 318168 h 445721"/>
                <a:gd name="csX155" fmla="*/ 18154 w 216411"/>
                <a:gd name="csY155" fmla="*/ 316257 h 445721"/>
                <a:gd name="csX156" fmla="*/ 23409 w 216411"/>
                <a:gd name="csY156" fmla="*/ 314824 h 445721"/>
                <a:gd name="csX157" fmla="*/ 25320 w 216411"/>
                <a:gd name="csY157" fmla="*/ 316257 h 445721"/>
                <a:gd name="csX158" fmla="*/ 29619 w 216411"/>
                <a:gd name="csY158" fmla="*/ 314824 h 445721"/>
                <a:gd name="csX159" fmla="*/ 33441 w 216411"/>
                <a:gd name="csY159" fmla="*/ 311957 h 445721"/>
                <a:gd name="csX160" fmla="*/ 33441 w 216411"/>
                <a:gd name="csY160" fmla="*/ 310524 h 445721"/>
                <a:gd name="csX161" fmla="*/ 32963 w 216411"/>
                <a:gd name="csY161" fmla="*/ 309569 h 445721"/>
                <a:gd name="csX162" fmla="*/ 32008 w 216411"/>
                <a:gd name="csY162" fmla="*/ 306702 h 445721"/>
                <a:gd name="csX163" fmla="*/ 32486 w 216411"/>
                <a:gd name="csY163" fmla="*/ 306225 h 445721"/>
                <a:gd name="csX164" fmla="*/ 33919 w 216411"/>
                <a:gd name="csY164" fmla="*/ 306702 h 445721"/>
                <a:gd name="csX165" fmla="*/ 33441 w 216411"/>
                <a:gd name="csY165" fmla="*/ 305747 h 445721"/>
                <a:gd name="csX166" fmla="*/ 33441 w 216411"/>
                <a:gd name="csY166" fmla="*/ 304314 h 445721"/>
                <a:gd name="csX167" fmla="*/ 34874 w 216411"/>
                <a:gd name="csY167" fmla="*/ 304791 h 445721"/>
                <a:gd name="csX168" fmla="*/ 37740 w 216411"/>
                <a:gd name="csY168" fmla="*/ 300970 h 445721"/>
                <a:gd name="csX169" fmla="*/ 37740 w 216411"/>
                <a:gd name="csY169" fmla="*/ 298581 h 445721"/>
                <a:gd name="csX170" fmla="*/ 42040 w 216411"/>
                <a:gd name="csY170" fmla="*/ 297148 h 445721"/>
                <a:gd name="csX171" fmla="*/ 47295 w 216411"/>
                <a:gd name="csY171" fmla="*/ 291415 h 445721"/>
                <a:gd name="csX172" fmla="*/ 49684 w 216411"/>
                <a:gd name="csY172" fmla="*/ 289504 h 445721"/>
                <a:gd name="csX173" fmla="*/ 52072 w 216411"/>
                <a:gd name="csY173" fmla="*/ 288071 h 445721"/>
                <a:gd name="csX174" fmla="*/ 56850 w 216411"/>
                <a:gd name="csY174" fmla="*/ 282338 h 445721"/>
                <a:gd name="csX175" fmla="*/ 58761 w 216411"/>
                <a:gd name="csY175" fmla="*/ 282338 h 445721"/>
                <a:gd name="csX176" fmla="*/ 60194 w 216411"/>
                <a:gd name="csY176" fmla="*/ 278516 h 445721"/>
                <a:gd name="csX177" fmla="*/ 64016 w 216411"/>
                <a:gd name="csY177" fmla="*/ 273261 h 445721"/>
                <a:gd name="csX178" fmla="*/ 65449 w 216411"/>
                <a:gd name="csY178" fmla="*/ 272306 h 445721"/>
                <a:gd name="csX179" fmla="*/ 67360 w 216411"/>
                <a:gd name="csY179" fmla="*/ 267529 h 445721"/>
                <a:gd name="csX180" fmla="*/ 72615 w 216411"/>
                <a:gd name="csY180" fmla="*/ 262273 h 445721"/>
                <a:gd name="csX181" fmla="*/ 75481 w 216411"/>
                <a:gd name="csY181" fmla="*/ 255108 h 445721"/>
                <a:gd name="csX182" fmla="*/ 77392 w 216411"/>
                <a:gd name="csY182" fmla="*/ 252719 h 445721"/>
                <a:gd name="csX183" fmla="*/ 77870 w 216411"/>
                <a:gd name="csY183" fmla="*/ 250330 h 445721"/>
                <a:gd name="csX184" fmla="*/ 79781 w 216411"/>
                <a:gd name="csY184" fmla="*/ 249852 h 445721"/>
                <a:gd name="csX185" fmla="*/ 81692 w 216411"/>
                <a:gd name="csY185" fmla="*/ 247942 h 445721"/>
                <a:gd name="csX186" fmla="*/ 85513 w 216411"/>
                <a:gd name="csY186" fmla="*/ 246508 h 445721"/>
                <a:gd name="csX187" fmla="*/ 89335 w 216411"/>
                <a:gd name="csY187" fmla="*/ 246986 h 445721"/>
                <a:gd name="csX188" fmla="*/ 90769 w 216411"/>
                <a:gd name="csY188" fmla="*/ 247942 h 445721"/>
                <a:gd name="csX189" fmla="*/ 92202 w 216411"/>
                <a:gd name="csY189" fmla="*/ 247464 h 445721"/>
                <a:gd name="csX190" fmla="*/ 92202 w 216411"/>
                <a:gd name="csY190" fmla="*/ 245075 h 445721"/>
                <a:gd name="csX191" fmla="*/ 91246 w 216411"/>
                <a:gd name="csY191" fmla="*/ 243642 h 445721"/>
                <a:gd name="csX192" fmla="*/ 92202 w 216411"/>
                <a:gd name="csY192" fmla="*/ 242209 h 445721"/>
                <a:gd name="csX193" fmla="*/ 94113 w 216411"/>
                <a:gd name="csY193" fmla="*/ 241253 h 445721"/>
                <a:gd name="csX194" fmla="*/ 93635 w 216411"/>
                <a:gd name="csY194" fmla="*/ 238865 h 445721"/>
                <a:gd name="csX195" fmla="*/ 93635 w 216411"/>
                <a:gd name="csY195" fmla="*/ 237432 h 445721"/>
                <a:gd name="csX196" fmla="*/ 91724 w 216411"/>
                <a:gd name="csY196" fmla="*/ 235521 h 445721"/>
                <a:gd name="csX197" fmla="*/ 92679 w 216411"/>
                <a:gd name="csY197" fmla="*/ 231221 h 445721"/>
                <a:gd name="csX198" fmla="*/ 92679 w 216411"/>
                <a:gd name="csY198" fmla="*/ 226444 h 445721"/>
                <a:gd name="csX199" fmla="*/ 93635 w 216411"/>
                <a:gd name="csY199" fmla="*/ 220711 h 445721"/>
                <a:gd name="csX200" fmla="*/ 91724 w 216411"/>
                <a:gd name="csY200" fmla="*/ 217845 h 445721"/>
                <a:gd name="csX201" fmla="*/ 83603 w 216411"/>
                <a:gd name="csY201" fmla="*/ 213067 h 445721"/>
                <a:gd name="csX202" fmla="*/ 82170 w 216411"/>
                <a:gd name="csY202" fmla="*/ 213067 h 445721"/>
                <a:gd name="csX203" fmla="*/ 80258 w 216411"/>
                <a:gd name="csY203" fmla="*/ 212590 h 445721"/>
                <a:gd name="csX204" fmla="*/ 78347 w 216411"/>
                <a:gd name="csY204" fmla="*/ 208768 h 445721"/>
                <a:gd name="csX205" fmla="*/ 79303 w 216411"/>
                <a:gd name="csY205" fmla="*/ 205424 h 445721"/>
                <a:gd name="csX206" fmla="*/ 79303 w 216411"/>
                <a:gd name="csY206" fmla="*/ 203991 h 445721"/>
                <a:gd name="csX207" fmla="*/ 78347 w 216411"/>
                <a:gd name="csY207" fmla="*/ 203991 h 445721"/>
                <a:gd name="csX208" fmla="*/ 77392 w 216411"/>
                <a:gd name="csY208" fmla="*/ 205901 h 445721"/>
                <a:gd name="csX209" fmla="*/ 75004 w 216411"/>
                <a:gd name="csY209" fmla="*/ 207812 h 445721"/>
                <a:gd name="csX210" fmla="*/ 71659 w 216411"/>
                <a:gd name="csY210" fmla="*/ 206379 h 445721"/>
                <a:gd name="csX211" fmla="*/ 69748 w 216411"/>
                <a:gd name="csY211" fmla="*/ 206379 h 445721"/>
                <a:gd name="csX212" fmla="*/ 69748 w 216411"/>
                <a:gd name="csY212" fmla="*/ 206379 h 445721"/>
                <a:gd name="csX213" fmla="*/ 69748 w 216411"/>
                <a:gd name="csY213" fmla="*/ 204946 h 445721"/>
                <a:gd name="csX214" fmla="*/ 67838 w 216411"/>
                <a:gd name="csY214" fmla="*/ 198258 h 445721"/>
                <a:gd name="csX215" fmla="*/ 66882 w 216411"/>
                <a:gd name="csY215" fmla="*/ 194914 h 445721"/>
                <a:gd name="csX216" fmla="*/ 64971 w 216411"/>
                <a:gd name="csY216" fmla="*/ 191092 h 445721"/>
                <a:gd name="csX217" fmla="*/ 64971 w 216411"/>
                <a:gd name="csY217" fmla="*/ 191092 h 445721"/>
                <a:gd name="csX218" fmla="*/ 62105 w 216411"/>
                <a:gd name="csY218" fmla="*/ 189181 h 445721"/>
                <a:gd name="csX219" fmla="*/ 61149 w 216411"/>
                <a:gd name="csY219" fmla="*/ 188225 h 445721"/>
                <a:gd name="csX220" fmla="*/ 61149 w 216411"/>
                <a:gd name="csY220" fmla="*/ 186314 h 445721"/>
                <a:gd name="csX221" fmla="*/ 60672 w 216411"/>
                <a:gd name="csY221" fmla="*/ 184404 h 445721"/>
                <a:gd name="csX222" fmla="*/ 60194 w 216411"/>
                <a:gd name="csY222" fmla="*/ 180582 h 445721"/>
                <a:gd name="csX223" fmla="*/ 60672 w 216411"/>
                <a:gd name="csY223" fmla="*/ 177715 h 445721"/>
                <a:gd name="csX224" fmla="*/ 61149 w 216411"/>
                <a:gd name="csY224" fmla="*/ 176282 h 445721"/>
                <a:gd name="csX225" fmla="*/ 62105 w 216411"/>
                <a:gd name="csY225" fmla="*/ 174849 h 445721"/>
                <a:gd name="csX226" fmla="*/ 62105 w 216411"/>
                <a:gd name="csY226" fmla="*/ 174849 h 445721"/>
                <a:gd name="csX227" fmla="*/ 64016 w 216411"/>
                <a:gd name="csY227" fmla="*/ 171983 h 445721"/>
                <a:gd name="csX228" fmla="*/ 64493 w 216411"/>
                <a:gd name="csY228" fmla="*/ 169594 h 445721"/>
                <a:gd name="csX229" fmla="*/ 64971 w 216411"/>
                <a:gd name="csY229" fmla="*/ 165772 h 445721"/>
                <a:gd name="csX230" fmla="*/ 65449 w 216411"/>
                <a:gd name="csY230" fmla="*/ 162428 h 445721"/>
                <a:gd name="csX231" fmla="*/ 66404 w 216411"/>
                <a:gd name="csY231" fmla="*/ 160995 h 445721"/>
                <a:gd name="csX232" fmla="*/ 66404 w 216411"/>
                <a:gd name="csY232" fmla="*/ 159562 h 445721"/>
                <a:gd name="csX233" fmla="*/ 66404 w 216411"/>
                <a:gd name="csY233" fmla="*/ 159562 h 445721"/>
                <a:gd name="csX234" fmla="*/ 65927 w 216411"/>
                <a:gd name="csY234" fmla="*/ 158128 h 445721"/>
                <a:gd name="csX235" fmla="*/ 64016 w 216411"/>
                <a:gd name="csY235" fmla="*/ 155262 h 445721"/>
                <a:gd name="csX236" fmla="*/ 62105 w 216411"/>
                <a:gd name="csY236" fmla="*/ 151918 h 445721"/>
                <a:gd name="csX237" fmla="*/ 60672 w 216411"/>
                <a:gd name="csY237" fmla="*/ 149052 h 445721"/>
                <a:gd name="csX238" fmla="*/ 59716 w 216411"/>
                <a:gd name="csY238" fmla="*/ 146185 h 445721"/>
                <a:gd name="csX239" fmla="*/ 59238 w 216411"/>
                <a:gd name="csY239" fmla="*/ 143797 h 445721"/>
                <a:gd name="csX240" fmla="*/ 59238 w 216411"/>
                <a:gd name="csY240" fmla="*/ 141408 h 445721"/>
                <a:gd name="csX241" fmla="*/ 60194 w 216411"/>
                <a:gd name="csY241" fmla="*/ 139975 h 445721"/>
                <a:gd name="csX242" fmla="*/ 62105 w 216411"/>
                <a:gd name="csY242" fmla="*/ 137586 h 445721"/>
                <a:gd name="csX243" fmla="*/ 62105 w 216411"/>
                <a:gd name="csY243" fmla="*/ 137586 h 445721"/>
                <a:gd name="csX244" fmla="*/ 62582 w 216411"/>
                <a:gd name="csY244" fmla="*/ 137108 h 445721"/>
                <a:gd name="csX245" fmla="*/ 61627 w 216411"/>
                <a:gd name="csY245" fmla="*/ 132331 h 445721"/>
                <a:gd name="csX246" fmla="*/ 61627 w 216411"/>
                <a:gd name="csY246" fmla="*/ 132331 h 445721"/>
                <a:gd name="csX247" fmla="*/ 61149 w 216411"/>
                <a:gd name="csY247" fmla="*/ 132331 h 445721"/>
                <a:gd name="csX248" fmla="*/ 60194 w 216411"/>
                <a:gd name="csY248" fmla="*/ 131376 h 445721"/>
                <a:gd name="csX249" fmla="*/ 60194 w 216411"/>
                <a:gd name="csY249" fmla="*/ 131376 h 445721"/>
                <a:gd name="csX250" fmla="*/ 57805 w 216411"/>
                <a:gd name="csY250" fmla="*/ 130898 h 445721"/>
                <a:gd name="csX251" fmla="*/ 56372 w 216411"/>
                <a:gd name="csY251" fmla="*/ 130898 h 445721"/>
                <a:gd name="csX252" fmla="*/ 55894 w 216411"/>
                <a:gd name="csY252" fmla="*/ 130420 h 445721"/>
                <a:gd name="csX253" fmla="*/ 55894 w 216411"/>
                <a:gd name="csY253" fmla="*/ 129942 h 445721"/>
                <a:gd name="csX254" fmla="*/ 56372 w 216411"/>
                <a:gd name="csY254" fmla="*/ 128031 h 445721"/>
                <a:gd name="csX255" fmla="*/ 56850 w 216411"/>
                <a:gd name="csY255" fmla="*/ 125643 h 445721"/>
                <a:gd name="csX256" fmla="*/ 57805 w 216411"/>
                <a:gd name="csY256" fmla="*/ 124210 h 445721"/>
                <a:gd name="csX257" fmla="*/ 57805 w 216411"/>
                <a:gd name="csY257" fmla="*/ 123254 h 445721"/>
                <a:gd name="csX258" fmla="*/ 56850 w 216411"/>
                <a:gd name="csY258" fmla="*/ 119432 h 445721"/>
                <a:gd name="csX259" fmla="*/ 56850 w 216411"/>
                <a:gd name="csY259" fmla="*/ 114655 h 445721"/>
                <a:gd name="csX260" fmla="*/ 56850 w 216411"/>
                <a:gd name="csY260" fmla="*/ 110833 h 445721"/>
                <a:gd name="csX261" fmla="*/ 59716 w 216411"/>
                <a:gd name="csY261" fmla="*/ 107967 h 445721"/>
                <a:gd name="csX262" fmla="*/ 59716 w 216411"/>
                <a:gd name="csY262" fmla="*/ 107011 h 445721"/>
                <a:gd name="csX263" fmla="*/ 59716 w 216411"/>
                <a:gd name="csY263" fmla="*/ 107011 h 445721"/>
                <a:gd name="csX264" fmla="*/ 56372 w 216411"/>
                <a:gd name="csY264" fmla="*/ 104145 h 445721"/>
                <a:gd name="csX265" fmla="*/ 53983 w 216411"/>
                <a:gd name="csY265" fmla="*/ 100323 h 445721"/>
                <a:gd name="csX266" fmla="*/ 53506 w 216411"/>
                <a:gd name="csY266" fmla="*/ 98412 h 445721"/>
                <a:gd name="csX267" fmla="*/ 53028 w 216411"/>
                <a:gd name="csY267" fmla="*/ 98412 h 445721"/>
                <a:gd name="csX268" fmla="*/ 53028 w 216411"/>
                <a:gd name="csY268" fmla="*/ 98412 h 445721"/>
                <a:gd name="csX269" fmla="*/ 50639 w 216411"/>
                <a:gd name="csY269" fmla="*/ 97935 h 445721"/>
                <a:gd name="csX270" fmla="*/ 48728 w 216411"/>
                <a:gd name="csY270" fmla="*/ 92202 h 445721"/>
                <a:gd name="csX271" fmla="*/ 46340 w 216411"/>
                <a:gd name="csY271" fmla="*/ 89335 h 445721"/>
                <a:gd name="csX272" fmla="*/ 43951 w 216411"/>
                <a:gd name="csY272" fmla="*/ 86947 h 445721"/>
                <a:gd name="csX273" fmla="*/ 43951 w 216411"/>
                <a:gd name="csY273" fmla="*/ 86947 h 445721"/>
                <a:gd name="csX274" fmla="*/ 42518 w 216411"/>
                <a:gd name="csY274" fmla="*/ 85514 h 445721"/>
                <a:gd name="csX275" fmla="*/ 39174 w 216411"/>
                <a:gd name="csY275" fmla="*/ 84080 h 445721"/>
                <a:gd name="csX276" fmla="*/ 34397 w 216411"/>
                <a:gd name="csY276" fmla="*/ 82170 h 445721"/>
                <a:gd name="csX277" fmla="*/ 34397 w 216411"/>
                <a:gd name="csY277" fmla="*/ 82170 h 445721"/>
                <a:gd name="csX278" fmla="*/ 31052 w 216411"/>
                <a:gd name="csY278" fmla="*/ 81214 h 445721"/>
                <a:gd name="csX279" fmla="*/ 27231 w 216411"/>
                <a:gd name="csY279" fmla="*/ 79303 h 445721"/>
                <a:gd name="csX280" fmla="*/ 24364 w 216411"/>
                <a:gd name="csY280" fmla="*/ 76437 h 445721"/>
                <a:gd name="csX281" fmla="*/ 21498 w 216411"/>
                <a:gd name="csY281" fmla="*/ 75004 h 445721"/>
                <a:gd name="csX282" fmla="*/ 19587 w 216411"/>
                <a:gd name="csY282" fmla="*/ 72615 h 445721"/>
                <a:gd name="csX283" fmla="*/ 16721 w 216411"/>
                <a:gd name="csY283" fmla="*/ 70704 h 445721"/>
                <a:gd name="csX284" fmla="*/ 15765 w 216411"/>
                <a:gd name="csY284" fmla="*/ 69271 h 445721"/>
                <a:gd name="csX285" fmla="*/ 15765 w 216411"/>
                <a:gd name="csY285" fmla="*/ 68793 h 445721"/>
                <a:gd name="csX286" fmla="*/ 12421 w 216411"/>
                <a:gd name="csY286" fmla="*/ 65927 h 445721"/>
                <a:gd name="csX287" fmla="*/ 10988 w 216411"/>
                <a:gd name="csY287" fmla="*/ 63538 h 445721"/>
                <a:gd name="csX288" fmla="*/ 5733 w 216411"/>
                <a:gd name="csY288" fmla="*/ 59716 h 445721"/>
                <a:gd name="csX289" fmla="*/ 5733 w 216411"/>
                <a:gd name="csY289" fmla="*/ 58283 h 445721"/>
                <a:gd name="csX290" fmla="*/ 5733 w 216411"/>
                <a:gd name="csY290" fmla="*/ 56850 h 445721"/>
                <a:gd name="csX291" fmla="*/ 5255 w 216411"/>
                <a:gd name="csY291" fmla="*/ 56372 h 445721"/>
                <a:gd name="csX292" fmla="*/ 5255 w 216411"/>
                <a:gd name="csY292" fmla="*/ 56372 h 445721"/>
                <a:gd name="csX293" fmla="*/ 0 w 216411"/>
                <a:gd name="csY293" fmla="*/ 53506 h 445721"/>
                <a:gd name="csX294" fmla="*/ 0 w 216411"/>
                <a:gd name="csY294" fmla="*/ 53028 h 445721"/>
                <a:gd name="csX295" fmla="*/ 956 w 216411"/>
                <a:gd name="csY295" fmla="*/ 51595 h 445721"/>
                <a:gd name="csX296" fmla="*/ 5255 w 216411"/>
                <a:gd name="csY296" fmla="*/ 51595 h 445721"/>
                <a:gd name="csX297" fmla="*/ 8599 w 216411"/>
                <a:gd name="csY297" fmla="*/ 53028 h 445721"/>
                <a:gd name="csX298" fmla="*/ 9555 w 216411"/>
                <a:gd name="csY298" fmla="*/ 52550 h 445721"/>
                <a:gd name="csX299" fmla="*/ 9555 w 216411"/>
                <a:gd name="csY299" fmla="*/ 52550 h 445721"/>
                <a:gd name="csX300" fmla="*/ 10032 w 216411"/>
                <a:gd name="csY300" fmla="*/ 51117 h 445721"/>
                <a:gd name="csX301" fmla="*/ 8599 w 216411"/>
                <a:gd name="csY301" fmla="*/ 45862 h 445721"/>
                <a:gd name="csX302" fmla="*/ 8599 w 216411"/>
                <a:gd name="csY302" fmla="*/ 45384 h 445721"/>
                <a:gd name="csX303" fmla="*/ 8599 w 216411"/>
                <a:gd name="csY303" fmla="*/ 43951 h 445721"/>
                <a:gd name="csX304" fmla="*/ 10032 w 216411"/>
                <a:gd name="csY304" fmla="*/ 42518 h 445721"/>
                <a:gd name="csX305" fmla="*/ 12899 w 216411"/>
                <a:gd name="csY305" fmla="*/ 41085 h 445721"/>
                <a:gd name="csX306" fmla="*/ 16721 w 216411"/>
                <a:gd name="csY306" fmla="*/ 41085 h 445721"/>
                <a:gd name="csX307" fmla="*/ 19109 w 216411"/>
                <a:gd name="csY307" fmla="*/ 41085 h 445721"/>
                <a:gd name="csX308" fmla="*/ 19587 w 216411"/>
                <a:gd name="csY308" fmla="*/ 41085 h 445721"/>
                <a:gd name="csX309" fmla="*/ 23409 w 216411"/>
                <a:gd name="csY309" fmla="*/ 47295 h 445721"/>
                <a:gd name="csX310" fmla="*/ 26753 w 216411"/>
                <a:gd name="csY310" fmla="*/ 53028 h 445721"/>
                <a:gd name="csX311" fmla="*/ 28664 w 216411"/>
                <a:gd name="csY311" fmla="*/ 55417 h 445721"/>
                <a:gd name="csX312" fmla="*/ 32963 w 216411"/>
                <a:gd name="csY312" fmla="*/ 62583 h 445721"/>
                <a:gd name="csX313" fmla="*/ 32963 w 216411"/>
                <a:gd name="csY313" fmla="*/ 62583 h 445721"/>
                <a:gd name="csX314" fmla="*/ 34874 w 216411"/>
                <a:gd name="csY314" fmla="*/ 66404 h 445721"/>
                <a:gd name="csX315" fmla="*/ 35352 w 216411"/>
                <a:gd name="csY315" fmla="*/ 69271 h 445721"/>
                <a:gd name="csX316" fmla="*/ 37263 w 216411"/>
                <a:gd name="csY316" fmla="*/ 69271 h 445721"/>
                <a:gd name="csX317" fmla="*/ 43473 w 216411"/>
                <a:gd name="csY317" fmla="*/ 70704 h 445721"/>
                <a:gd name="csX318" fmla="*/ 48251 w 216411"/>
                <a:gd name="csY318" fmla="*/ 71659 h 445721"/>
                <a:gd name="csX319" fmla="*/ 49684 w 216411"/>
                <a:gd name="csY319" fmla="*/ 73093 h 445721"/>
                <a:gd name="csX320" fmla="*/ 49684 w 216411"/>
                <a:gd name="csY320" fmla="*/ 73093 h 445721"/>
                <a:gd name="csX321" fmla="*/ 53506 w 216411"/>
                <a:gd name="csY321" fmla="*/ 72615 h 445721"/>
                <a:gd name="csX322" fmla="*/ 53506 w 216411"/>
                <a:gd name="csY322" fmla="*/ 72615 h 445721"/>
                <a:gd name="csX323" fmla="*/ 56372 w 216411"/>
                <a:gd name="csY323" fmla="*/ 71182 h 445721"/>
                <a:gd name="csX324" fmla="*/ 61149 w 216411"/>
                <a:gd name="csY324" fmla="*/ 69749 h 445721"/>
                <a:gd name="csX325" fmla="*/ 61149 w 216411"/>
                <a:gd name="csY325" fmla="*/ 69749 h 445721"/>
                <a:gd name="csX326" fmla="*/ 62582 w 216411"/>
                <a:gd name="csY326" fmla="*/ 67360 h 445721"/>
                <a:gd name="csX327" fmla="*/ 64016 w 216411"/>
                <a:gd name="csY327" fmla="*/ 64971 h 445721"/>
                <a:gd name="csX328" fmla="*/ 66882 w 216411"/>
                <a:gd name="csY328" fmla="*/ 65449 h 445721"/>
                <a:gd name="csX329" fmla="*/ 69748 w 216411"/>
                <a:gd name="csY329" fmla="*/ 67360 h 445721"/>
                <a:gd name="csX330" fmla="*/ 73570 w 216411"/>
                <a:gd name="csY330" fmla="*/ 69749 h 445721"/>
                <a:gd name="csX331" fmla="*/ 76437 w 216411"/>
                <a:gd name="csY331" fmla="*/ 70704 h 445721"/>
                <a:gd name="csX332" fmla="*/ 80736 w 216411"/>
                <a:gd name="csY332" fmla="*/ 72615 h 445721"/>
                <a:gd name="csX333" fmla="*/ 82647 w 216411"/>
                <a:gd name="csY333" fmla="*/ 75004 h 445721"/>
                <a:gd name="csX334" fmla="*/ 85513 w 216411"/>
                <a:gd name="csY334" fmla="*/ 75481 h 445721"/>
                <a:gd name="csX335" fmla="*/ 85513 w 216411"/>
                <a:gd name="csY335" fmla="*/ 75481 h 445721"/>
                <a:gd name="csX336" fmla="*/ 88380 w 216411"/>
                <a:gd name="csY336" fmla="*/ 73093 h 445721"/>
                <a:gd name="csX337" fmla="*/ 88380 w 216411"/>
                <a:gd name="csY337" fmla="*/ 73093 h 445721"/>
                <a:gd name="csX338" fmla="*/ 90291 w 216411"/>
                <a:gd name="csY338" fmla="*/ 66882 h 445721"/>
                <a:gd name="csX339" fmla="*/ 91724 w 216411"/>
                <a:gd name="csY339" fmla="*/ 64016 h 445721"/>
                <a:gd name="csX340" fmla="*/ 93635 w 216411"/>
                <a:gd name="csY340" fmla="*/ 62105 h 445721"/>
                <a:gd name="csX341" fmla="*/ 96024 w 216411"/>
                <a:gd name="csY341" fmla="*/ 61149 h 445721"/>
                <a:gd name="csX342" fmla="*/ 97935 w 216411"/>
                <a:gd name="csY342" fmla="*/ 60672 h 445721"/>
                <a:gd name="csX343" fmla="*/ 97935 w 216411"/>
                <a:gd name="csY343" fmla="*/ 60672 h 445721"/>
                <a:gd name="csX344" fmla="*/ 99368 w 216411"/>
                <a:gd name="csY344" fmla="*/ 59238 h 445721"/>
                <a:gd name="csX345" fmla="*/ 101756 w 216411"/>
                <a:gd name="csY345" fmla="*/ 55417 h 445721"/>
                <a:gd name="csX346" fmla="*/ 101756 w 216411"/>
                <a:gd name="csY346" fmla="*/ 51117 h 445721"/>
                <a:gd name="csX347" fmla="*/ 101756 w 216411"/>
                <a:gd name="csY347" fmla="*/ 43473 h 445721"/>
                <a:gd name="csX348" fmla="*/ 101756 w 216411"/>
                <a:gd name="csY348" fmla="*/ 42996 h 445721"/>
                <a:gd name="csX349" fmla="*/ 101756 w 216411"/>
                <a:gd name="csY349" fmla="*/ 40607 h 445721"/>
                <a:gd name="csX350" fmla="*/ 103667 w 216411"/>
                <a:gd name="csY350" fmla="*/ 36307 h 445721"/>
                <a:gd name="csX351" fmla="*/ 104145 w 216411"/>
                <a:gd name="csY351" fmla="*/ 34397 h 445721"/>
                <a:gd name="csX352" fmla="*/ 105578 w 216411"/>
                <a:gd name="csY352" fmla="*/ 24842 h 445721"/>
                <a:gd name="csX353" fmla="*/ 106534 w 216411"/>
                <a:gd name="csY353" fmla="*/ 22453 h 445721"/>
                <a:gd name="csX354" fmla="*/ 106534 w 216411"/>
                <a:gd name="csY354" fmla="*/ 21498 h 445721"/>
                <a:gd name="csX355" fmla="*/ 107967 w 216411"/>
                <a:gd name="csY355" fmla="*/ 19587 h 445721"/>
                <a:gd name="csX356" fmla="*/ 109400 w 216411"/>
                <a:gd name="csY356" fmla="*/ 18154 h 445721"/>
                <a:gd name="csX357" fmla="*/ 109400 w 216411"/>
                <a:gd name="csY357" fmla="*/ 18154 h 445721"/>
                <a:gd name="csX358" fmla="*/ 112744 w 216411"/>
                <a:gd name="csY358" fmla="*/ 14810 h 445721"/>
                <a:gd name="csX359" fmla="*/ 117043 w 216411"/>
                <a:gd name="csY359" fmla="*/ 7644 h 445721"/>
                <a:gd name="csX360" fmla="*/ 117999 w 216411"/>
                <a:gd name="csY360" fmla="*/ 7166 h 445721"/>
                <a:gd name="csX361" fmla="*/ 121343 w 216411"/>
                <a:gd name="csY361" fmla="*/ 6688 h 445721"/>
                <a:gd name="csX362" fmla="*/ 125165 w 216411"/>
                <a:gd name="csY362" fmla="*/ 7166 h 445721"/>
                <a:gd name="csX363" fmla="*/ 128509 w 216411"/>
                <a:gd name="csY363" fmla="*/ 8121 h 445721"/>
                <a:gd name="csX364" fmla="*/ 128987 w 216411"/>
                <a:gd name="csY364" fmla="*/ 8121 h 445721"/>
                <a:gd name="csX365" fmla="*/ 128987 w 216411"/>
                <a:gd name="csY365" fmla="*/ 8121 h 445721"/>
                <a:gd name="csX366" fmla="*/ 130420 w 216411"/>
                <a:gd name="csY366" fmla="*/ 7644 h 445721"/>
                <a:gd name="csX367" fmla="*/ 133286 w 216411"/>
                <a:gd name="csY367" fmla="*/ 5255 h 445721"/>
                <a:gd name="csX368" fmla="*/ 133286 w 216411"/>
                <a:gd name="csY368" fmla="*/ 5255 h 445721"/>
                <a:gd name="csX369" fmla="*/ 138064 w 216411"/>
                <a:gd name="csY369" fmla="*/ 956 h 445721"/>
                <a:gd name="csX370" fmla="*/ 140930 w 216411"/>
                <a:gd name="csY370" fmla="*/ 0 h 445721"/>
                <a:gd name="csX371" fmla="*/ 143797 w 216411"/>
                <a:gd name="csY371" fmla="*/ 0 h 445721"/>
                <a:gd name="csX372" fmla="*/ 147141 w 216411"/>
                <a:gd name="csY372" fmla="*/ 4777 h 445721"/>
                <a:gd name="csX373" fmla="*/ 151440 w 216411"/>
                <a:gd name="csY373" fmla="*/ 10032 h 445721"/>
                <a:gd name="csX374" fmla="*/ 151440 w 216411"/>
                <a:gd name="csY374" fmla="*/ 10032 h 445721"/>
                <a:gd name="csX375" fmla="*/ 154307 w 216411"/>
                <a:gd name="csY375" fmla="*/ 12421 h 445721"/>
                <a:gd name="csX376" fmla="*/ 161950 w 216411"/>
                <a:gd name="csY376" fmla="*/ 17198 h 445721"/>
                <a:gd name="csX377" fmla="*/ 168638 w 216411"/>
                <a:gd name="csY377" fmla="*/ 20542 h 445721"/>
                <a:gd name="csX378" fmla="*/ 172461 w 216411"/>
                <a:gd name="csY378" fmla="*/ 31052 h 445721"/>
                <a:gd name="csX379" fmla="*/ 170549 w 216411"/>
                <a:gd name="csY379" fmla="*/ 34874 h 445721"/>
                <a:gd name="csX380" fmla="*/ 170549 w 216411"/>
                <a:gd name="csY380" fmla="*/ 35352 h 445721"/>
                <a:gd name="csX381" fmla="*/ 169594 w 216411"/>
                <a:gd name="csY381" fmla="*/ 36307 h 445721"/>
                <a:gd name="csX382" fmla="*/ 166250 w 216411"/>
                <a:gd name="csY382" fmla="*/ 40607 h 445721"/>
                <a:gd name="csX383" fmla="*/ 162906 w 216411"/>
                <a:gd name="csY383" fmla="*/ 45862 h 445721"/>
                <a:gd name="csX384" fmla="*/ 162906 w 216411"/>
                <a:gd name="csY384" fmla="*/ 46340 h 445721"/>
                <a:gd name="csX385" fmla="*/ 162428 w 216411"/>
                <a:gd name="csY385" fmla="*/ 49206 h 445721"/>
                <a:gd name="csX386" fmla="*/ 163861 w 216411"/>
                <a:gd name="csY386" fmla="*/ 52072 h 445721"/>
                <a:gd name="csX387" fmla="*/ 165295 w 216411"/>
                <a:gd name="csY387" fmla="*/ 53983 h 445721"/>
                <a:gd name="csX388" fmla="*/ 163861 w 216411"/>
                <a:gd name="csY388" fmla="*/ 54461 h 445721"/>
                <a:gd name="csX389" fmla="*/ 163861 w 216411"/>
                <a:gd name="csY389" fmla="*/ 54461 h 445721"/>
                <a:gd name="csX390" fmla="*/ 160039 w 216411"/>
                <a:gd name="csY390" fmla="*/ 56850 h 445721"/>
                <a:gd name="csX391" fmla="*/ 157650 w 216411"/>
                <a:gd name="csY391" fmla="*/ 58761 h 445721"/>
                <a:gd name="csX392" fmla="*/ 154307 w 216411"/>
                <a:gd name="csY392" fmla="*/ 60194 h 445721"/>
                <a:gd name="csX393" fmla="*/ 154307 w 216411"/>
                <a:gd name="csY393" fmla="*/ 60194 h 445721"/>
                <a:gd name="csX394" fmla="*/ 155262 w 216411"/>
                <a:gd name="csY394" fmla="*/ 61627 h 445721"/>
                <a:gd name="csX395" fmla="*/ 155262 w 216411"/>
                <a:gd name="csY395" fmla="*/ 61627 h 445721"/>
                <a:gd name="csX396" fmla="*/ 155262 w 216411"/>
                <a:gd name="csY396" fmla="*/ 61627 h 445721"/>
                <a:gd name="csX397" fmla="*/ 160039 w 216411"/>
                <a:gd name="csY397" fmla="*/ 62105 h 445721"/>
                <a:gd name="csX398" fmla="*/ 160995 w 216411"/>
                <a:gd name="csY398" fmla="*/ 62583 h 445721"/>
                <a:gd name="csX399" fmla="*/ 161472 w 216411"/>
                <a:gd name="csY399" fmla="*/ 63060 h 445721"/>
                <a:gd name="csX400" fmla="*/ 161472 w 216411"/>
                <a:gd name="csY400" fmla="*/ 64493 h 445721"/>
                <a:gd name="csX401" fmla="*/ 160995 w 216411"/>
                <a:gd name="csY401" fmla="*/ 66404 h 445721"/>
                <a:gd name="csX402" fmla="*/ 160995 w 216411"/>
                <a:gd name="csY402" fmla="*/ 66882 h 445721"/>
                <a:gd name="csX403" fmla="*/ 155740 w 216411"/>
                <a:gd name="csY403" fmla="*/ 78348 h 445721"/>
                <a:gd name="csX404" fmla="*/ 155740 w 216411"/>
                <a:gd name="csY404" fmla="*/ 80736 h 445721"/>
                <a:gd name="csX405" fmla="*/ 157173 w 216411"/>
                <a:gd name="csY405" fmla="*/ 87424 h 445721"/>
                <a:gd name="csX406" fmla="*/ 159561 w 216411"/>
                <a:gd name="csY406" fmla="*/ 95546 h 445721"/>
                <a:gd name="csX407" fmla="*/ 160039 w 216411"/>
                <a:gd name="csY407" fmla="*/ 95546 h 445721"/>
                <a:gd name="csX408" fmla="*/ 160039 w 216411"/>
                <a:gd name="csY408" fmla="*/ 95546 h 445721"/>
                <a:gd name="csX409" fmla="*/ 167205 w 216411"/>
                <a:gd name="csY409" fmla="*/ 98890 h 445721"/>
                <a:gd name="csX410" fmla="*/ 172938 w 216411"/>
                <a:gd name="csY410" fmla="*/ 101756 h 445721"/>
                <a:gd name="csX411" fmla="*/ 175327 w 216411"/>
                <a:gd name="csY411" fmla="*/ 106056 h 445721"/>
                <a:gd name="csX412" fmla="*/ 176282 w 216411"/>
                <a:gd name="csY412" fmla="*/ 107967 h 445721"/>
                <a:gd name="csX413" fmla="*/ 182493 w 216411"/>
                <a:gd name="csY413" fmla="*/ 116566 h 445721"/>
                <a:gd name="csX414" fmla="*/ 185359 w 216411"/>
                <a:gd name="csY414" fmla="*/ 119910 h 445721"/>
                <a:gd name="csX415" fmla="*/ 185359 w 216411"/>
                <a:gd name="csY415" fmla="*/ 120865 h 445721"/>
                <a:gd name="csX416" fmla="*/ 184881 w 216411"/>
                <a:gd name="csY416" fmla="*/ 126598 h 445721"/>
                <a:gd name="csX417" fmla="*/ 181059 w 216411"/>
                <a:gd name="csY417" fmla="*/ 132331 h 445721"/>
                <a:gd name="csX418" fmla="*/ 181059 w 216411"/>
                <a:gd name="csY418" fmla="*/ 132331 h 445721"/>
                <a:gd name="csX419" fmla="*/ 177238 w 216411"/>
                <a:gd name="csY419" fmla="*/ 137108 h 445721"/>
                <a:gd name="csX420" fmla="*/ 173893 w 216411"/>
                <a:gd name="csY420" fmla="*/ 142841 h 445721"/>
                <a:gd name="csX421" fmla="*/ 171027 w 216411"/>
                <a:gd name="csY421" fmla="*/ 147618 h 445721"/>
                <a:gd name="csX422" fmla="*/ 167683 w 216411"/>
                <a:gd name="csY422" fmla="*/ 153351 h 445721"/>
                <a:gd name="csX423" fmla="*/ 167683 w 216411"/>
                <a:gd name="csY423" fmla="*/ 153829 h 445721"/>
                <a:gd name="csX424" fmla="*/ 167205 w 216411"/>
                <a:gd name="csY424" fmla="*/ 155262 h 445721"/>
                <a:gd name="csX425" fmla="*/ 167205 w 216411"/>
                <a:gd name="csY425" fmla="*/ 157173 h 445721"/>
                <a:gd name="csX426" fmla="*/ 167683 w 216411"/>
                <a:gd name="csY426" fmla="*/ 158606 h 445721"/>
                <a:gd name="csX427" fmla="*/ 167683 w 216411"/>
                <a:gd name="csY427" fmla="*/ 159084 h 445721"/>
                <a:gd name="csX428" fmla="*/ 171982 w 216411"/>
                <a:gd name="csY428" fmla="*/ 166250 h 445721"/>
                <a:gd name="csX429" fmla="*/ 173416 w 216411"/>
                <a:gd name="csY429" fmla="*/ 170072 h 445721"/>
                <a:gd name="csX430" fmla="*/ 175327 w 216411"/>
                <a:gd name="csY430" fmla="*/ 173893 h 445721"/>
                <a:gd name="csX431" fmla="*/ 176760 w 216411"/>
                <a:gd name="csY431" fmla="*/ 178193 h 445721"/>
                <a:gd name="csX432" fmla="*/ 177715 w 216411"/>
                <a:gd name="csY432" fmla="*/ 181537 h 445721"/>
                <a:gd name="csX433" fmla="*/ 177715 w 216411"/>
                <a:gd name="csY433" fmla="*/ 182015 h 445721"/>
                <a:gd name="csX434" fmla="*/ 179148 w 216411"/>
                <a:gd name="csY434" fmla="*/ 185359 h 445721"/>
                <a:gd name="csX435" fmla="*/ 180582 w 216411"/>
                <a:gd name="csY435" fmla="*/ 187270 h 445721"/>
                <a:gd name="csX436" fmla="*/ 182015 w 216411"/>
                <a:gd name="csY436" fmla="*/ 190136 h 445721"/>
                <a:gd name="csX437" fmla="*/ 183926 w 216411"/>
                <a:gd name="csY437" fmla="*/ 193958 h 445721"/>
                <a:gd name="csX438" fmla="*/ 184404 w 216411"/>
                <a:gd name="csY438" fmla="*/ 196825 h 445721"/>
                <a:gd name="csX439" fmla="*/ 187748 w 216411"/>
                <a:gd name="csY439" fmla="*/ 207335 h 445721"/>
                <a:gd name="csX440" fmla="*/ 187748 w 216411"/>
                <a:gd name="csY440" fmla="*/ 210201 h 445721"/>
                <a:gd name="csX441" fmla="*/ 187748 w 216411"/>
                <a:gd name="csY441" fmla="*/ 212112 h 445721"/>
                <a:gd name="csX442" fmla="*/ 186314 w 216411"/>
                <a:gd name="csY442" fmla="*/ 212590 h 445721"/>
                <a:gd name="csX443" fmla="*/ 183448 w 216411"/>
                <a:gd name="csY443" fmla="*/ 212590 h 445721"/>
                <a:gd name="csX444" fmla="*/ 180582 w 216411"/>
                <a:gd name="csY444" fmla="*/ 214023 h 445721"/>
                <a:gd name="csX445" fmla="*/ 180582 w 216411"/>
                <a:gd name="csY445" fmla="*/ 214023 h 445721"/>
                <a:gd name="csX446" fmla="*/ 180104 w 216411"/>
                <a:gd name="csY446" fmla="*/ 214500 h 445721"/>
                <a:gd name="csX447" fmla="*/ 180104 w 216411"/>
                <a:gd name="csY447" fmla="*/ 214500 h 445721"/>
                <a:gd name="csX448" fmla="*/ 182493 w 216411"/>
                <a:gd name="csY448" fmla="*/ 216889 h 445721"/>
                <a:gd name="csX449" fmla="*/ 180582 w 216411"/>
                <a:gd name="csY449" fmla="*/ 221189 h 445721"/>
                <a:gd name="csX450" fmla="*/ 180582 w 216411"/>
                <a:gd name="csY450" fmla="*/ 221189 h 445721"/>
                <a:gd name="csX451" fmla="*/ 180104 w 216411"/>
                <a:gd name="csY451" fmla="*/ 226921 h 445721"/>
                <a:gd name="csX452" fmla="*/ 178193 w 216411"/>
                <a:gd name="csY452" fmla="*/ 230266 h 445721"/>
                <a:gd name="csX453" fmla="*/ 178193 w 216411"/>
                <a:gd name="csY453" fmla="*/ 230743 h 445721"/>
                <a:gd name="csX454" fmla="*/ 178193 w 216411"/>
                <a:gd name="csY454" fmla="*/ 231221 h 445721"/>
                <a:gd name="csX455" fmla="*/ 178193 w 216411"/>
                <a:gd name="csY455" fmla="*/ 231699 h 445721"/>
                <a:gd name="csX456" fmla="*/ 178193 w 216411"/>
                <a:gd name="csY456" fmla="*/ 231699 h 445721"/>
                <a:gd name="csX457" fmla="*/ 178671 w 216411"/>
                <a:gd name="csY457" fmla="*/ 232177 h 445721"/>
                <a:gd name="csX458" fmla="*/ 178671 w 216411"/>
                <a:gd name="csY458" fmla="*/ 232177 h 445721"/>
                <a:gd name="csX459" fmla="*/ 179148 w 216411"/>
                <a:gd name="csY459" fmla="*/ 232177 h 445721"/>
                <a:gd name="csX460" fmla="*/ 182015 w 216411"/>
                <a:gd name="csY460" fmla="*/ 232654 h 445721"/>
                <a:gd name="csX461" fmla="*/ 182493 w 216411"/>
                <a:gd name="csY461" fmla="*/ 233610 h 445721"/>
                <a:gd name="csX462" fmla="*/ 182493 w 216411"/>
                <a:gd name="csY462" fmla="*/ 235521 h 445721"/>
                <a:gd name="csX463" fmla="*/ 182015 w 216411"/>
                <a:gd name="csY463" fmla="*/ 236954 h 445721"/>
                <a:gd name="csX464" fmla="*/ 180104 w 216411"/>
                <a:gd name="csY464" fmla="*/ 238387 h 445721"/>
                <a:gd name="csX465" fmla="*/ 178193 w 216411"/>
                <a:gd name="csY465" fmla="*/ 239820 h 445721"/>
                <a:gd name="csX466" fmla="*/ 177715 w 216411"/>
                <a:gd name="csY466" fmla="*/ 241731 h 445721"/>
                <a:gd name="csX467" fmla="*/ 177715 w 216411"/>
                <a:gd name="csY467" fmla="*/ 241731 h 445721"/>
                <a:gd name="csX468" fmla="*/ 177715 w 216411"/>
                <a:gd name="csY468" fmla="*/ 241731 h 445721"/>
                <a:gd name="csX469" fmla="*/ 178193 w 216411"/>
                <a:gd name="csY469" fmla="*/ 243164 h 445721"/>
                <a:gd name="csX470" fmla="*/ 178671 w 216411"/>
                <a:gd name="csY470" fmla="*/ 245075 h 445721"/>
                <a:gd name="csX471" fmla="*/ 178671 w 216411"/>
                <a:gd name="csY471" fmla="*/ 245553 h 445721"/>
                <a:gd name="csX472" fmla="*/ 180104 w 216411"/>
                <a:gd name="csY472" fmla="*/ 248419 h 445721"/>
                <a:gd name="csX473" fmla="*/ 181537 w 216411"/>
                <a:gd name="csY473" fmla="*/ 249852 h 445721"/>
                <a:gd name="csX474" fmla="*/ 181537 w 216411"/>
                <a:gd name="csY474" fmla="*/ 249852 h 445721"/>
                <a:gd name="csX475" fmla="*/ 187270 w 216411"/>
                <a:gd name="csY475" fmla="*/ 251763 h 445721"/>
                <a:gd name="csX476" fmla="*/ 188225 w 216411"/>
                <a:gd name="csY476" fmla="*/ 253197 h 445721"/>
                <a:gd name="csX477" fmla="*/ 188225 w 216411"/>
                <a:gd name="csY477" fmla="*/ 255108 h 445721"/>
                <a:gd name="csX478" fmla="*/ 188225 w 216411"/>
                <a:gd name="csY478" fmla="*/ 257018 h 445721"/>
                <a:gd name="csX479" fmla="*/ 185359 w 216411"/>
                <a:gd name="csY479" fmla="*/ 260363 h 445721"/>
                <a:gd name="csX480" fmla="*/ 185359 w 216411"/>
                <a:gd name="csY480" fmla="*/ 261796 h 445721"/>
                <a:gd name="csX481" fmla="*/ 185359 w 216411"/>
                <a:gd name="csY481" fmla="*/ 261796 h 445721"/>
                <a:gd name="csX482" fmla="*/ 185837 w 216411"/>
                <a:gd name="csY482" fmla="*/ 262751 h 445721"/>
                <a:gd name="csX483" fmla="*/ 186792 w 216411"/>
                <a:gd name="csY483" fmla="*/ 265140 h 445721"/>
                <a:gd name="csX484" fmla="*/ 187748 w 216411"/>
                <a:gd name="csY484" fmla="*/ 268484 h 445721"/>
                <a:gd name="csX485" fmla="*/ 188225 w 216411"/>
                <a:gd name="csY485" fmla="*/ 268484 h 445721"/>
                <a:gd name="csX486" fmla="*/ 193480 w 216411"/>
                <a:gd name="csY486" fmla="*/ 272306 h 445721"/>
                <a:gd name="csX487" fmla="*/ 195391 w 216411"/>
                <a:gd name="csY487" fmla="*/ 274217 h 445721"/>
                <a:gd name="csX488" fmla="*/ 195869 w 216411"/>
                <a:gd name="csY488" fmla="*/ 275650 h 445721"/>
                <a:gd name="csX489" fmla="*/ 196347 w 216411"/>
                <a:gd name="csY489" fmla="*/ 278039 h 445721"/>
                <a:gd name="csX490" fmla="*/ 196347 w 216411"/>
                <a:gd name="csY490" fmla="*/ 280427 h 445721"/>
                <a:gd name="csX491" fmla="*/ 195869 w 216411"/>
                <a:gd name="csY491" fmla="*/ 282816 h 445721"/>
                <a:gd name="csX492" fmla="*/ 193958 w 216411"/>
                <a:gd name="csY492" fmla="*/ 286160 h 445721"/>
                <a:gd name="csX493" fmla="*/ 190136 w 216411"/>
                <a:gd name="csY493" fmla="*/ 291893 h 445721"/>
                <a:gd name="csX494" fmla="*/ 185837 w 216411"/>
                <a:gd name="csY494" fmla="*/ 294281 h 445721"/>
                <a:gd name="csX495" fmla="*/ 185837 w 216411"/>
                <a:gd name="csY495" fmla="*/ 294281 h 445721"/>
                <a:gd name="csX496" fmla="*/ 185837 w 216411"/>
                <a:gd name="csY496" fmla="*/ 294759 h 445721"/>
                <a:gd name="csX497" fmla="*/ 185837 w 216411"/>
                <a:gd name="csY497" fmla="*/ 294759 h 445721"/>
                <a:gd name="csX498" fmla="*/ 186792 w 216411"/>
                <a:gd name="csY498" fmla="*/ 296670 h 445721"/>
                <a:gd name="csX499" fmla="*/ 194436 w 216411"/>
                <a:gd name="csY499" fmla="*/ 304314 h 445721"/>
                <a:gd name="csX500" fmla="*/ 198736 w 216411"/>
                <a:gd name="csY500" fmla="*/ 307658 h 445721"/>
                <a:gd name="csX501" fmla="*/ 205423 w 216411"/>
                <a:gd name="csY501" fmla="*/ 312435 h 445721"/>
                <a:gd name="csX502" fmla="*/ 209245 w 216411"/>
                <a:gd name="csY502" fmla="*/ 316257 h 445721"/>
                <a:gd name="csX503" fmla="*/ 210679 w 216411"/>
                <a:gd name="csY503" fmla="*/ 319123 h 445721"/>
                <a:gd name="csX504" fmla="*/ 212589 w 216411"/>
                <a:gd name="csY504" fmla="*/ 321990 h 445721"/>
                <a:gd name="csX505" fmla="*/ 214500 w 216411"/>
                <a:gd name="csY505" fmla="*/ 324378 h 445721"/>
                <a:gd name="csX506" fmla="*/ 215934 w 216411"/>
                <a:gd name="csY506" fmla="*/ 326289 h 445721"/>
                <a:gd name="csX507" fmla="*/ 215934 w 216411"/>
                <a:gd name="csY507" fmla="*/ 326289 h 445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</a:cxnLst>
              <a:rect l="l" t="t" r="r" b="b"/>
              <a:pathLst>
                <a:path w="216411" h="445721">
                  <a:moveTo>
                    <a:pt x="215934" y="326289"/>
                  </a:moveTo>
                  <a:lnTo>
                    <a:pt x="216411" y="327722"/>
                  </a:lnTo>
                  <a:lnTo>
                    <a:pt x="216411" y="329156"/>
                  </a:lnTo>
                  <a:lnTo>
                    <a:pt x="214500" y="333455"/>
                  </a:lnTo>
                  <a:lnTo>
                    <a:pt x="213068" y="336799"/>
                  </a:lnTo>
                  <a:lnTo>
                    <a:pt x="211156" y="341577"/>
                  </a:lnTo>
                  <a:lnTo>
                    <a:pt x="209245" y="344921"/>
                  </a:lnTo>
                  <a:lnTo>
                    <a:pt x="204468" y="351131"/>
                  </a:lnTo>
                  <a:lnTo>
                    <a:pt x="197302" y="358775"/>
                  </a:lnTo>
                  <a:lnTo>
                    <a:pt x="195391" y="361164"/>
                  </a:lnTo>
                  <a:lnTo>
                    <a:pt x="195391" y="361164"/>
                  </a:lnTo>
                  <a:lnTo>
                    <a:pt x="192047" y="365463"/>
                  </a:lnTo>
                  <a:lnTo>
                    <a:pt x="185837" y="373107"/>
                  </a:lnTo>
                  <a:lnTo>
                    <a:pt x="184404" y="375018"/>
                  </a:lnTo>
                  <a:lnTo>
                    <a:pt x="179626" y="381228"/>
                  </a:lnTo>
                  <a:lnTo>
                    <a:pt x="177715" y="383139"/>
                  </a:lnTo>
                  <a:lnTo>
                    <a:pt x="177715" y="383139"/>
                  </a:lnTo>
                  <a:lnTo>
                    <a:pt x="175804" y="385050"/>
                  </a:lnTo>
                  <a:lnTo>
                    <a:pt x="171027" y="391260"/>
                  </a:lnTo>
                  <a:lnTo>
                    <a:pt x="165772" y="395560"/>
                  </a:lnTo>
                  <a:lnTo>
                    <a:pt x="160995" y="399860"/>
                  </a:lnTo>
                  <a:lnTo>
                    <a:pt x="160995" y="399860"/>
                  </a:lnTo>
                  <a:lnTo>
                    <a:pt x="159561" y="401771"/>
                  </a:lnTo>
                  <a:lnTo>
                    <a:pt x="157650" y="403681"/>
                  </a:lnTo>
                  <a:lnTo>
                    <a:pt x="155262" y="405115"/>
                  </a:lnTo>
                  <a:lnTo>
                    <a:pt x="154307" y="405592"/>
                  </a:lnTo>
                  <a:lnTo>
                    <a:pt x="149052" y="411325"/>
                  </a:lnTo>
                  <a:lnTo>
                    <a:pt x="142363" y="419446"/>
                  </a:lnTo>
                  <a:lnTo>
                    <a:pt x="141408" y="419446"/>
                  </a:lnTo>
                  <a:lnTo>
                    <a:pt x="139497" y="420402"/>
                  </a:lnTo>
                  <a:lnTo>
                    <a:pt x="136631" y="420880"/>
                  </a:lnTo>
                  <a:lnTo>
                    <a:pt x="135675" y="421835"/>
                  </a:lnTo>
                  <a:lnTo>
                    <a:pt x="131375" y="418969"/>
                  </a:lnTo>
                  <a:lnTo>
                    <a:pt x="130420" y="418969"/>
                  </a:lnTo>
                  <a:lnTo>
                    <a:pt x="128031" y="419446"/>
                  </a:lnTo>
                  <a:lnTo>
                    <a:pt x="125165" y="421835"/>
                  </a:lnTo>
                  <a:lnTo>
                    <a:pt x="120865" y="422313"/>
                  </a:lnTo>
                  <a:lnTo>
                    <a:pt x="118477" y="422791"/>
                  </a:lnTo>
                  <a:lnTo>
                    <a:pt x="117043" y="423746"/>
                  </a:lnTo>
                  <a:lnTo>
                    <a:pt x="117043" y="421835"/>
                  </a:lnTo>
                  <a:lnTo>
                    <a:pt x="117522" y="418969"/>
                  </a:lnTo>
                  <a:lnTo>
                    <a:pt x="118477" y="417058"/>
                  </a:lnTo>
                  <a:lnTo>
                    <a:pt x="118477" y="416102"/>
                  </a:lnTo>
                  <a:lnTo>
                    <a:pt x="117999" y="416102"/>
                  </a:lnTo>
                  <a:lnTo>
                    <a:pt x="116566" y="418491"/>
                  </a:lnTo>
                  <a:lnTo>
                    <a:pt x="115611" y="421835"/>
                  </a:lnTo>
                  <a:lnTo>
                    <a:pt x="114177" y="423268"/>
                  </a:lnTo>
                  <a:lnTo>
                    <a:pt x="110356" y="424224"/>
                  </a:lnTo>
                  <a:lnTo>
                    <a:pt x="107011" y="421357"/>
                  </a:lnTo>
                  <a:lnTo>
                    <a:pt x="105578" y="421357"/>
                  </a:lnTo>
                  <a:lnTo>
                    <a:pt x="106534" y="423268"/>
                  </a:lnTo>
                  <a:lnTo>
                    <a:pt x="107489" y="425179"/>
                  </a:lnTo>
                  <a:lnTo>
                    <a:pt x="107011" y="426612"/>
                  </a:lnTo>
                  <a:lnTo>
                    <a:pt x="105578" y="426135"/>
                  </a:lnTo>
                  <a:lnTo>
                    <a:pt x="103667" y="427568"/>
                  </a:lnTo>
                  <a:lnTo>
                    <a:pt x="101756" y="429001"/>
                  </a:lnTo>
                  <a:lnTo>
                    <a:pt x="100801" y="429001"/>
                  </a:lnTo>
                  <a:lnTo>
                    <a:pt x="99845" y="426612"/>
                  </a:lnTo>
                  <a:lnTo>
                    <a:pt x="97457" y="428046"/>
                  </a:lnTo>
                  <a:lnTo>
                    <a:pt x="95546" y="429479"/>
                  </a:lnTo>
                  <a:lnTo>
                    <a:pt x="91724" y="429957"/>
                  </a:lnTo>
                  <a:lnTo>
                    <a:pt x="89813" y="431867"/>
                  </a:lnTo>
                  <a:lnTo>
                    <a:pt x="85991" y="433301"/>
                  </a:lnTo>
                  <a:lnTo>
                    <a:pt x="83603" y="433301"/>
                  </a:lnTo>
                  <a:lnTo>
                    <a:pt x="78825" y="434734"/>
                  </a:lnTo>
                  <a:lnTo>
                    <a:pt x="76914" y="437122"/>
                  </a:lnTo>
                  <a:lnTo>
                    <a:pt x="75481" y="438078"/>
                  </a:lnTo>
                  <a:lnTo>
                    <a:pt x="73570" y="437122"/>
                  </a:lnTo>
                  <a:lnTo>
                    <a:pt x="67360" y="438556"/>
                  </a:lnTo>
                  <a:lnTo>
                    <a:pt x="61149" y="439989"/>
                  </a:lnTo>
                  <a:lnTo>
                    <a:pt x="58761" y="439989"/>
                  </a:lnTo>
                  <a:lnTo>
                    <a:pt x="56372" y="439511"/>
                  </a:lnTo>
                  <a:lnTo>
                    <a:pt x="53506" y="441422"/>
                  </a:lnTo>
                  <a:lnTo>
                    <a:pt x="50639" y="444288"/>
                  </a:lnTo>
                  <a:lnTo>
                    <a:pt x="47295" y="445722"/>
                  </a:lnTo>
                  <a:lnTo>
                    <a:pt x="46340" y="445244"/>
                  </a:lnTo>
                  <a:lnTo>
                    <a:pt x="47295" y="443811"/>
                  </a:lnTo>
                  <a:lnTo>
                    <a:pt x="49206" y="441900"/>
                  </a:lnTo>
                  <a:lnTo>
                    <a:pt x="50639" y="439989"/>
                  </a:lnTo>
                  <a:lnTo>
                    <a:pt x="51117" y="438078"/>
                  </a:lnTo>
                  <a:lnTo>
                    <a:pt x="50162" y="437122"/>
                  </a:lnTo>
                  <a:lnTo>
                    <a:pt x="48728" y="437122"/>
                  </a:lnTo>
                  <a:lnTo>
                    <a:pt x="46817" y="435212"/>
                  </a:lnTo>
                  <a:lnTo>
                    <a:pt x="45384" y="431390"/>
                  </a:lnTo>
                  <a:lnTo>
                    <a:pt x="44429" y="430912"/>
                  </a:lnTo>
                  <a:lnTo>
                    <a:pt x="43951" y="431867"/>
                  </a:lnTo>
                  <a:lnTo>
                    <a:pt x="43473" y="435212"/>
                  </a:lnTo>
                  <a:lnTo>
                    <a:pt x="42996" y="436167"/>
                  </a:lnTo>
                  <a:lnTo>
                    <a:pt x="42040" y="436645"/>
                  </a:lnTo>
                  <a:lnTo>
                    <a:pt x="41085" y="437600"/>
                  </a:lnTo>
                  <a:lnTo>
                    <a:pt x="40129" y="438078"/>
                  </a:lnTo>
                  <a:lnTo>
                    <a:pt x="36307" y="437600"/>
                  </a:lnTo>
                  <a:lnTo>
                    <a:pt x="35830" y="436167"/>
                  </a:lnTo>
                  <a:lnTo>
                    <a:pt x="35830" y="435689"/>
                  </a:lnTo>
                  <a:lnTo>
                    <a:pt x="36785" y="433301"/>
                  </a:lnTo>
                  <a:lnTo>
                    <a:pt x="35830" y="433301"/>
                  </a:lnTo>
                  <a:lnTo>
                    <a:pt x="36307" y="431390"/>
                  </a:lnTo>
                  <a:lnTo>
                    <a:pt x="37263" y="431390"/>
                  </a:lnTo>
                  <a:lnTo>
                    <a:pt x="38218" y="431390"/>
                  </a:lnTo>
                  <a:lnTo>
                    <a:pt x="38696" y="430434"/>
                  </a:lnTo>
                  <a:lnTo>
                    <a:pt x="38696" y="429479"/>
                  </a:lnTo>
                  <a:lnTo>
                    <a:pt x="37263" y="429479"/>
                  </a:lnTo>
                  <a:lnTo>
                    <a:pt x="37263" y="428523"/>
                  </a:lnTo>
                  <a:lnTo>
                    <a:pt x="38696" y="425657"/>
                  </a:lnTo>
                  <a:lnTo>
                    <a:pt x="38696" y="424701"/>
                  </a:lnTo>
                  <a:lnTo>
                    <a:pt x="38218" y="424701"/>
                  </a:lnTo>
                  <a:lnTo>
                    <a:pt x="37740" y="425179"/>
                  </a:lnTo>
                  <a:lnTo>
                    <a:pt x="32486" y="424224"/>
                  </a:lnTo>
                  <a:lnTo>
                    <a:pt x="25797" y="420402"/>
                  </a:lnTo>
                  <a:lnTo>
                    <a:pt x="24364" y="420402"/>
                  </a:lnTo>
                  <a:lnTo>
                    <a:pt x="23409" y="417058"/>
                  </a:lnTo>
                  <a:lnTo>
                    <a:pt x="21975" y="417536"/>
                  </a:lnTo>
                  <a:lnTo>
                    <a:pt x="19587" y="419446"/>
                  </a:lnTo>
                  <a:lnTo>
                    <a:pt x="17676" y="418013"/>
                  </a:lnTo>
                  <a:lnTo>
                    <a:pt x="16243" y="417058"/>
                  </a:lnTo>
                  <a:lnTo>
                    <a:pt x="15765" y="415625"/>
                  </a:lnTo>
                  <a:lnTo>
                    <a:pt x="15765" y="413236"/>
                  </a:lnTo>
                  <a:lnTo>
                    <a:pt x="15287" y="410847"/>
                  </a:lnTo>
                  <a:lnTo>
                    <a:pt x="14809" y="407503"/>
                  </a:lnTo>
                  <a:lnTo>
                    <a:pt x="14332" y="403204"/>
                  </a:lnTo>
                  <a:lnTo>
                    <a:pt x="14809" y="399860"/>
                  </a:lnTo>
                  <a:lnTo>
                    <a:pt x="16243" y="396993"/>
                  </a:lnTo>
                  <a:lnTo>
                    <a:pt x="16721" y="395560"/>
                  </a:lnTo>
                  <a:lnTo>
                    <a:pt x="17676" y="391260"/>
                  </a:lnTo>
                  <a:lnTo>
                    <a:pt x="17676" y="386483"/>
                  </a:lnTo>
                  <a:lnTo>
                    <a:pt x="17198" y="385050"/>
                  </a:lnTo>
                  <a:lnTo>
                    <a:pt x="17676" y="383617"/>
                  </a:lnTo>
                  <a:lnTo>
                    <a:pt x="18631" y="383617"/>
                  </a:lnTo>
                  <a:lnTo>
                    <a:pt x="18154" y="382661"/>
                  </a:lnTo>
                  <a:lnTo>
                    <a:pt x="17676" y="382184"/>
                  </a:lnTo>
                  <a:lnTo>
                    <a:pt x="17198" y="381228"/>
                  </a:lnTo>
                  <a:lnTo>
                    <a:pt x="17676" y="380750"/>
                  </a:lnTo>
                  <a:lnTo>
                    <a:pt x="19109" y="380273"/>
                  </a:lnTo>
                  <a:lnTo>
                    <a:pt x="19109" y="380273"/>
                  </a:lnTo>
                  <a:lnTo>
                    <a:pt x="19587" y="379795"/>
                  </a:lnTo>
                  <a:lnTo>
                    <a:pt x="18154" y="376929"/>
                  </a:lnTo>
                  <a:lnTo>
                    <a:pt x="18154" y="375495"/>
                  </a:lnTo>
                  <a:lnTo>
                    <a:pt x="16721" y="371196"/>
                  </a:lnTo>
                  <a:lnTo>
                    <a:pt x="14809" y="367374"/>
                  </a:lnTo>
                  <a:lnTo>
                    <a:pt x="12421" y="364508"/>
                  </a:lnTo>
                  <a:lnTo>
                    <a:pt x="13376" y="359730"/>
                  </a:lnTo>
                  <a:lnTo>
                    <a:pt x="14332" y="355431"/>
                  </a:lnTo>
                  <a:lnTo>
                    <a:pt x="14332" y="353042"/>
                  </a:lnTo>
                  <a:lnTo>
                    <a:pt x="13854" y="350653"/>
                  </a:lnTo>
                  <a:lnTo>
                    <a:pt x="10510" y="347787"/>
                  </a:lnTo>
                  <a:lnTo>
                    <a:pt x="10032" y="343965"/>
                  </a:lnTo>
                  <a:lnTo>
                    <a:pt x="9555" y="339666"/>
                  </a:lnTo>
                  <a:lnTo>
                    <a:pt x="9555" y="336799"/>
                  </a:lnTo>
                  <a:lnTo>
                    <a:pt x="10032" y="334888"/>
                  </a:lnTo>
                  <a:lnTo>
                    <a:pt x="11465" y="332977"/>
                  </a:lnTo>
                  <a:lnTo>
                    <a:pt x="16721" y="326767"/>
                  </a:lnTo>
                  <a:lnTo>
                    <a:pt x="16721" y="323423"/>
                  </a:lnTo>
                  <a:lnTo>
                    <a:pt x="20542" y="322945"/>
                  </a:lnTo>
                  <a:lnTo>
                    <a:pt x="18631" y="320079"/>
                  </a:lnTo>
                  <a:lnTo>
                    <a:pt x="18154" y="318168"/>
                  </a:lnTo>
                  <a:lnTo>
                    <a:pt x="18154" y="316257"/>
                  </a:lnTo>
                  <a:lnTo>
                    <a:pt x="23409" y="314824"/>
                  </a:lnTo>
                  <a:lnTo>
                    <a:pt x="25320" y="316257"/>
                  </a:lnTo>
                  <a:lnTo>
                    <a:pt x="29619" y="314824"/>
                  </a:lnTo>
                  <a:lnTo>
                    <a:pt x="33441" y="311957"/>
                  </a:lnTo>
                  <a:lnTo>
                    <a:pt x="33441" y="310524"/>
                  </a:lnTo>
                  <a:lnTo>
                    <a:pt x="32963" y="309569"/>
                  </a:lnTo>
                  <a:lnTo>
                    <a:pt x="32008" y="306702"/>
                  </a:lnTo>
                  <a:lnTo>
                    <a:pt x="32486" y="306225"/>
                  </a:lnTo>
                  <a:lnTo>
                    <a:pt x="33919" y="306702"/>
                  </a:lnTo>
                  <a:lnTo>
                    <a:pt x="33441" y="305747"/>
                  </a:lnTo>
                  <a:lnTo>
                    <a:pt x="33441" y="304314"/>
                  </a:lnTo>
                  <a:lnTo>
                    <a:pt x="34874" y="304791"/>
                  </a:lnTo>
                  <a:lnTo>
                    <a:pt x="37740" y="300970"/>
                  </a:lnTo>
                  <a:lnTo>
                    <a:pt x="37740" y="298581"/>
                  </a:lnTo>
                  <a:lnTo>
                    <a:pt x="42040" y="297148"/>
                  </a:lnTo>
                  <a:lnTo>
                    <a:pt x="47295" y="291415"/>
                  </a:lnTo>
                  <a:lnTo>
                    <a:pt x="49684" y="289504"/>
                  </a:lnTo>
                  <a:lnTo>
                    <a:pt x="52072" y="288071"/>
                  </a:lnTo>
                  <a:lnTo>
                    <a:pt x="56850" y="282338"/>
                  </a:lnTo>
                  <a:lnTo>
                    <a:pt x="58761" y="282338"/>
                  </a:lnTo>
                  <a:lnTo>
                    <a:pt x="60194" y="278516"/>
                  </a:lnTo>
                  <a:lnTo>
                    <a:pt x="64016" y="273261"/>
                  </a:lnTo>
                  <a:lnTo>
                    <a:pt x="65449" y="272306"/>
                  </a:lnTo>
                  <a:lnTo>
                    <a:pt x="67360" y="267529"/>
                  </a:lnTo>
                  <a:lnTo>
                    <a:pt x="72615" y="262273"/>
                  </a:lnTo>
                  <a:lnTo>
                    <a:pt x="75481" y="255108"/>
                  </a:lnTo>
                  <a:lnTo>
                    <a:pt x="77392" y="252719"/>
                  </a:lnTo>
                  <a:lnTo>
                    <a:pt x="77870" y="250330"/>
                  </a:lnTo>
                  <a:lnTo>
                    <a:pt x="79781" y="249852"/>
                  </a:lnTo>
                  <a:lnTo>
                    <a:pt x="81692" y="247942"/>
                  </a:lnTo>
                  <a:lnTo>
                    <a:pt x="85513" y="246508"/>
                  </a:lnTo>
                  <a:lnTo>
                    <a:pt x="89335" y="246986"/>
                  </a:lnTo>
                  <a:lnTo>
                    <a:pt x="90769" y="247942"/>
                  </a:lnTo>
                  <a:lnTo>
                    <a:pt x="92202" y="247464"/>
                  </a:lnTo>
                  <a:lnTo>
                    <a:pt x="92202" y="245075"/>
                  </a:lnTo>
                  <a:lnTo>
                    <a:pt x="91246" y="243642"/>
                  </a:lnTo>
                  <a:lnTo>
                    <a:pt x="92202" y="242209"/>
                  </a:lnTo>
                  <a:lnTo>
                    <a:pt x="94113" y="241253"/>
                  </a:lnTo>
                  <a:lnTo>
                    <a:pt x="93635" y="238865"/>
                  </a:lnTo>
                  <a:lnTo>
                    <a:pt x="93635" y="237432"/>
                  </a:lnTo>
                  <a:lnTo>
                    <a:pt x="91724" y="235521"/>
                  </a:lnTo>
                  <a:lnTo>
                    <a:pt x="92679" y="231221"/>
                  </a:lnTo>
                  <a:lnTo>
                    <a:pt x="92679" y="226444"/>
                  </a:lnTo>
                  <a:lnTo>
                    <a:pt x="93635" y="220711"/>
                  </a:lnTo>
                  <a:lnTo>
                    <a:pt x="91724" y="217845"/>
                  </a:lnTo>
                  <a:lnTo>
                    <a:pt x="83603" y="213067"/>
                  </a:lnTo>
                  <a:lnTo>
                    <a:pt x="82170" y="213067"/>
                  </a:lnTo>
                  <a:lnTo>
                    <a:pt x="80258" y="212590"/>
                  </a:lnTo>
                  <a:lnTo>
                    <a:pt x="78347" y="208768"/>
                  </a:lnTo>
                  <a:lnTo>
                    <a:pt x="79303" y="205424"/>
                  </a:lnTo>
                  <a:lnTo>
                    <a:pt x="79303" y="203991"/>
                  </a:lnTo>
                  <a:lnTo>
                    <a:pt x="78347" y="203991"/>
                  </a:lnTo>
                  <a:lnTo>
                    <a:pt x="77392" y="205901"/>
                  </a:lnTo>
                  <a:lnTo>
                    <a:pt x="75004" y="207812"/>
                  </a:lnTo>
                  <a:lnTo>
                    <a:pt x="71659" y="206379"/>
                  </a:lnTo>
                  <a:lnTo>
                    <a:pt x="69748" y="206379"/>
                  </a:lnTo>
                  <a:lnTo>
                    <a:pt x="69748" y="206379"/>
                  </a:lnTo>
                  <a:lnTo>
                    <a:pt x="69748" y="204946"/>
                  </a:lnTo>
                  <a:lnTo>
                    <a:pt x="67838" y="198258"/>
                  </a:lnTo>
                  <a:lnTo>
                    <a:pt x="66882" y="194914"/>
                  </a:lnTo>
                  <a:lnTo>
                    <a:pt x="64971" y="191092"/>
                  </a:lnTo>
                  <a:lnTo>
                    <a:pt x="64971" y="191092"/>
                  </a:lnTo>
                  <a:lnTo>
                    <a:pt x="62105" y="189181"/>
                  </a:lnTo>
                  <a:lnTo>
                    <a:pt x="61149" y="188225"/>
                  </a:lnTo>
                  <a:lnTo>
                    <a:pt x="61149" y="186314"/>
                  </a:lnTo>
                  <a:lnTo>
                    <a:pt x="60672" y="184404"/>
                  </a:lnTo>
                  <a:lnTo>
                    <a:pt x="60194" y="180582"/>
                  </a:lnTo>
                  <a:lnTo>
                    <a:pt x="60672" y="177715"/>
                  </a:lnTo>
                  <a:lnTo>
                    <a:pt x="61149" y="176282"/>
                  </a:lnTo>
                  <a:lnTo>
                    <a:pt x="62105" y="174849"/>
                  </a:lnTo>
                  <a:lnTo>
                    <a:pt x="62105" y="174849"/>
                  </a:lnTo>
                  <a:lnTo>
                    <a:pt x="64016" y="171983"/>
                  </a:lnTo>
                  <a:lnTo>
                    <a:pt x="64493" y="169594"/>
                  </a:lnTo>
                  <a:lnTo>
                    <a:pt x="64971" y="165772"/>
                  </a:lnTo>
                  <a:lnTo>
                    <a:pt x="65449" y="162428"/>
                  </a:lnTo>
                  <a:lnTo>
                    <a:pt x="66404" y="160995"/>
                  </a:lnTo>
                  <a:lnTo>
                    <a:pt x="66404" y="159562"/>
                  </a:lnTo>
                  <a:lnTo>
                    <a:pt x="66404" y="159562"/>
                  </a:lnTo>
                  <a:lnTo>
                    <a:pt x="65927" y="158128"/>
                  </a:lnTo>
                  <a:lnTo>
                    <a:pt x="64016" y="155262"/>
                  </a:lnTo>
                  <a:lnTo>
                    <a:pt x="62105" y="151918"/>
                  </a:lnTo>
                  <a:lnTo>
                    <a:pt x="60672" y="149052"/>
                  </a:lnTo>
                  <a:lnTo>
                    <a:pt x="59716" y="146185"/>
                  </a:lnTo>
                  <a:lnTo>
                    <a:pt x="59238" y="143797"/>
                  </a:lnTo>
                  <a:lnTo>
                    <a:pt x="59238" y="141408"/>
                  </a:lnTo>
                  <a:lnTo>
                    <a:pt x="60194" y="139975"/>
                  </a:lnTo>
                  <a:lnTo>
                    <a:pt x="62105" y="137586"/>
                  </a:lnTo>
                  <a:lnTo>
                    <a:pt x="62105" y="137586"/>
                  </a:lnTo>
                  <a:lnTo>
                    <a:pt x="62582" y="137108"/>
                  </a:lnTo>
                  <a:lnTo>
                    <a:pt x="61627" y="132331"/>
                  </a:lnTo>
                  <a:lnTo>
                    <a:pt x="61627" y="132331"/>
                  </a:lnTo>
                  <a:lnTo>
                    <a:pt x="61149" y="132331"/>
                  </a:lnTo>
                  <a:lnTo>
                    <a:pt x="60194" y="131376"/>
                  </a:lnTo>
                  <a:lnTo>
                    <a:pt x="60194" y="131376"/>
                  </a:lnTo>
                  <a:lnTo>
                    <a:pt x="57805" y="130898"/>
                  </a:lnTo>
                  <a:lnTo>
                    <a:pt x="56372" y="130898"/>
                  </a:lnTo>
                  <a:lnTo>
                    <a:pt x="55894" y="130420"/>
                  </a:lnTo>
                  <a:lnTo>
                    <a:pt x="55894" y="129942"/>
                  </a:lnTo>
                  <a:lnTo>
                    <a:pt x="56372" y="128031"/>
                  </a:lnTo>
                  <a:lnTo>
                    <a:pt x="56850" y="125643"/>
                  </a:lnTo>
                  <a:lnTo>
                    <a:pt x="57805" y="124210"/>
                  </a:lnTo>
                  <a:lnTo>
                    <a:pt x="57805" y="123254"/>
                  </a:lnTo>
                  <a:lnTo>
                    <a:pt x="56850" y="119432"/>
                  </a:lnTo>
                  <a:lnTo>
                    <a:pt x="56850" y="114655"/>
                  </a:lnTo>
                  <a:lnTo>
                    <a:pt x="56850" y="110833"/>
                  </a:lnTo>
                  <a:lnTo>
                    <a:pt x="59716" y="107967"/>
                  </a:lnTo>
                  <a:lnTo>
                    <a:pt x="59716" y="107011"/>
                  </a:lnTo>
                  <a:lnTo>
                    <a:pt x="59716" y="107011"/>
                  </a:lnTo>
                  <a:lnTo>
                    <a:pt x="56372" y="104145"/>
                  </a:lnTo>
                  <a:lnTo>
                    <a:pt x="53983" y="100323"/>
                  </a:lnTo>
                  <a:lnTo>
                    <a:pt x="53506" y="98412"/>
                  </a:lnTo>
                  <a:lnTo>
                    <a:pt x="53028" y="98412"/>
                  </a:lnTo>
                  <a:lnTo>
                    <a:pt x="53028" y="98412"/>
                  </a:lnTo>
                  <a:lnTo>
                    <a:pt x="50639" y="97935"/>
                  </a:lnTo>
                  <a:lnTo>
                    <a:pt x="48728" y="92202"/>
                  </a:lnTo>
                  <a:lnTo>
                    <a:pt x="46340" y="89335"/>
                  </a:lnTo>
                  <a:lnTo>
                    <a:pt x="43951" y="86947"/>
                  </a:lnTo>
                  <a:lnTo>
                    <a:pt x="43951" y="86947"/>
                  </a:lnTo>
                  <a:lnTo>
                    <a:pt x="42518" y="85514"/>
                  </a:lnTo>
                  <a:lnTo>
                    <a:pt x="39174" y="84080"/>
                  </a:lnTo>
                  <a:lnTo>
                    <a:pt x="34397" y="82170"/>
                  </a:lnTo>
                  <a:lnTo>
                    <a:pt x="34397" y="82170"/>
                  </a:lnTo>
                  <a:lnTo>
                    <a:pt x="31052" y="81214"/>
                  </a:lnTo>
                  <a:lnTo>
                    <a:pt x="27231" y="79303"/>
                  </a:lnTo>
                  <a:lnTo>
                    <a:pt x="24364" y="76437"/>
                  </a:lnTo>
                  <a:lnTo>
                    <a:pt x="21498" y="75004"/>
                  </a:lnTo>
                  <a:lnTo>
                    <a:pt x="19587" y="72615"/>
                  </a:lnTo>
                  <a:lnTo>
                    <a:pt x="16721" y="70704"/>
                  </a:lnTo>
                  <a:lnTo>
                    <a:pt x="15765" y="69271"/>
                  </a:lnTo>
                  <a:lnTo>
                    <a:pt x="15765" y="68793"/>
                  </a:lnTo>
                  <a:lnTo>
                    <a:pt x="12421" y="65927"/>
                  </a:lnTo>
                  <a:lnTo>
                    <a:pt x="10988" y="63538"/>
                  </a:lnTo>
                  <a:lnTo>
                    <a:pt x="5733" y="59716"/>
                  </a:lnTo>
                  <a:lnTo>
                    <a:pt x="5733" y="58283"/>
                  </a:lnTo>
                  <a:lnTo>
                    <a:pt x="5733" y="56850"/>
                  </a:lnTo>
                  <a:lnTo>
                    <a:pt x="5255" y="56372"/>
                  </a:lnTo>
                  <a:lnTo>
                    <a:pt x="5255" y="56372"/>
                  </a:lnTo>
                  <a:lnTo>
                    <a:pt x="0" y="53506"/>
                  </a:lnTo>
                  <a:lnTo>
                    <a:pt x="0" y="53028"/>
                  </a:lnTo>
                  <a:lnTo>
                    <a:pt x="956" y="51595"/>
                  </a:lnTo>
                  <a:lnTo>
                    <a:pt x="5255" y="51595"/>
                  </a:lnTo>
                  <a:lnTo>
                    <a:pt x="8599" y="53028"/>
                  </a:lnTo>
                  <a:lnTo>
                    <a:pt x="9555" y="52550"/>
                  </a:lnTo>
                  <a:lnTo>
                    <a:pt x="9555" y="52550"/>
                  </a:lnTo>
                  <a:lnTo>
                    <a:pt x="10032" y="51117"/>
                  </a:lnTo>
                  <a:lnTo>
                    <a:pt x="8599" y="45862"/>
                  </a:lnTo>
                  <a:lnTo>
                    <a:pt x="8599" y="45384"/>
                  </a:lnTo>
                  <a:lnTo>
                    <a:pt x="8599" y="43951"/>
                  </a:lnTo>
                  <a:lnTo>
                    <a:pt x="10032" y="42518"/>
                  </a:lnTo>
                  <a:lnTo>
                    <a:pt x="12899" y="41085"/>
                  </a:lnTo>
                  <a:lnTo>
                    <a:pt x="16721" y="41085"/>
                  </a:lnTo>
                  <a:lnTo>
                    <a:pt x="19109" y="41085"/>
                  </a:lnTo>
                  <a:lnTo>
                    <a:pt x="19587" y="41085"/>
                  </a:lnTo>
                  <a:lnTo>
                    <a:pt x="23409" y="47295"/>
                  </a:lnTo>
                  <a:lnTo>
                    <a:pt x="26753" y="53028"/>
                  </a:lnTo>
                  <a:lnTo>
                    <a:pt x="28664" y="55417"/>
                  </a:lnTo>
                  <a:lnTo>
                    <a:pt x="32963" y="62583"/>
                  </a:lnTo>
                  <a:lnTo>
                    <a:pt x="32963" y="62583"/>
                  </a:lnTo>
                  <a:lnTo>
                    <a:pt x="34874" y="66404"/>
                  </a:lnTo>
                  <a:lnTo>
                    <a:pt x="35352" y="69271"/>
                  </a:lnTo>
                  <a:lnTo>
                    <a:pt x="37263" y="69271"/>
                  </a:lnTo>
                  <a:lnTo>
                    <a:pt x="43473" y="70704"/>
                  </a:lnTo>
                  <a:lnTo>
                    <a:pt x="48251" y="71659"/>
                  </a:lnTo>
                  <a:lnTo>
                    <a:pt x="49684" y="73093"/>
                  </a:lnTo>
                  <a:lnTo>
                    <a:pt x="49684" y="73093"/>
                  </a:lnTo>
                  <a:lnTo>
                    <a:pt x="53506" y="72615"/>
                  </a:lnTo>
                  <a:lnTo>
                    <a:pt x="53506" y="72615"/>
                  </a:lnTo>
                  <a:lnTo>
                    <a:pt x="56372" y="71182"/>
                  </a:lnTo>
                  <a:lnTo>
                    <a:pt x="61149" y="69749"/>
                  </a:lnTo>
                  <a:lnTo>
                    <a:pt x="61149" y="69749"/>
                  </a:lnTo>
                  <a:lnTo>
                    <a:pt x="62582" y="67360"/>
                  </a:lnTo>
                  <a:lnTo>
                    <a:pt x="64016" y="64971"/>
                  </a:lnTo>
                  <a:lnTo>
                    <a:pt x="66882" y="65449"/>
                  </a:lnTo>
                  <a:lnTo>
                    <a:pt x="69748" y="67360"/>
                  </a:lnTo>
                  <a:lnTo>
                    <a:pt x="73570" y="69749"/>
                  </a:lnTo>
                  <a:lnTo>
                    <a:pt x="76437" y="70704"/>
                  </a:lnTo>
                  <a:lnTo>
                    <a:pt x="80736" y="72615"/>
                  </a:lnTo>
                  <a:lnTo>
                    <a:pt x="82647" y="75004"/>
                  </a:lnTo>
                  <a:lnTo>
                    <a:pt x="85513" y="75481"/>
                  </a:lnTo>
                  <a:lnTo>
                    <a:pt x="85513" y="75481"/>
                  </a:lnTo>
                  <a:lnTo>
                    <a:pt x="88380" y="73093"/>
                  </a:lnTo>
                  <a:lnTo>
                    <a:pt x="88380" y="73093"/>
                  </a:lnTo>
                  <a:lnTo>
                    <a:pt x="90291" y="66882"/>
                  </a:lnTo>
                  <a:lnTo>
                    <a:pt x="91724" y="64016"/>
                  </a:lnTo>
                  <a:lnTo>
                    <a:pt x="93635" y="62105"/>
                  </a:lnTo>
                  <a:lnTo>
                    <a:pt x="96024" y="61149"/>
                  </a:lnTo>
                  <a:lnTo>
                    <a:pt x="97935" y="60672"/>
                  </a:lnTo>
                  <a:lnTo>
                    <a:pt x="97935" y="60672"/>
                  </a:lnTo>
                  <a:lnTo>
                    <a:pt x="99368" y="59238"/>
                  </a:lnTo>
                  <a:lnTo>
                    <a:pt x="101756" y="55417"/>
                  </a:lnTo>
                  <a:lnTo>
                    <a:pt x="101756" y="51117"/>
                  </a:lnTo>
                  <a:lnTo>
                    <a:pt x="101756" y="43473"/>
                  </a:lnTo>
                  <a:lnTo>
                    <a:pt x="101756" y="42996"/>
                  </a:lnTo>
                  <a:lnTo>
                    <a:pt x="101756" y="40607"/>
                  </a:lnTo>
                  <a:lnTo>
                    <a:pt x="103667" y="36307"/>
                  </a:lnTo>
                  <a:lnTo>
                    <a:pt x="104145" y="34397"/>
                  </a:lnTo>
                  <a:lnTo>
                    <a:pt x="105578" y="24842"/>
                  </a:lnTo>
                  <a:lnTo>
                    <a:pt x="106534" y="22453"/>
                  </a:lnTo>
                  <a:lnTo>
                    <a:pt x="106534" y="21498"/>
                  </a:lnTo>
                  <a:lnTo>
                    <a:pt x="107967" y="19587"/>
                  </a:lnTo>
                  <a:lnTo>
                    <a:pt x="109400" y="18154"/>
                  </a:lnTo>
                  <a:lnTo>
                    <a:pt x="109400" y="18154"/>
                  </a:lnTo>
                  <a:lnTo>
                    <a:pt x="112744" y="14810"/>
                  </a:lnTo>
                  <a:lnTo>
                    <a:pt x="117043" y="7644"/>
                  </a:lnTo>
                  <a:lnTo>
                    <a:pt x="117999" y="7166"/>
                  </a:lnTo>
                  <a:lnTo>
                    <a:pt x="121343" y="6688"/>
                  </a:lnTo>
                  <a:lnTo>
                    <a:pt x="125165" y="7166"/>
                  </a:lnTo>
                  <a:lnTo>
                    <a:pt x="128509" y="8121"/>
                  </a:lnTo>
                  <a:lnTo>
                    <a:pt x="128987" y="8121"/>
                  </a:lnTo>
                  <a:lnTo>
                    <a:pt x="128987" y="8121"/>
                  </a:lnTo>
                  <a:lnTo>
                    <a:pt x="130420" y="7644"/>
                  </a:lnTo>
                  <a:lnTo>
                    <a:pt x="133286" y="5255"/>
                  </a:lnTo>
                  <a:lnTo>
                    <a:pt x="133286" y="5255"/>
                  </a:lnTo>
                  <a:lnTo>
                    <a:pt x="138064" y="956"/>
                  </a:lnTo>
                  <a:lnTo>
                    <a:pt x="140930" y="0"/>
                  </a:lnTo>
                  <a:lnTo>
                    <a:pt x="143797" y="0"/>
                  </a:lnTo>
                  <a:lnTo>
                    <a:pt x="147141" y="4777"/>
                  </a:lnTo>
                  <a:lnTo>
                    <a:pt x="151440" y="10032"/>
                  </a:lnTo>
                  <a:lnTo>
                    <a:pt x="151440" y="10032"/>
                  </a:lnTo>
                  <a:lnTo>
                    <a:pt x="154307" y="12421"/>
                  </a:lnTo>
                  <a:lnTo>
                    <a:pt x="161950" y="17198"/>
                  </a:lnTo>
                  <a:lnTo>
                    <a:pt x="168638" y="20542"/>
                  </a:lnTo>
                  <a:lnTo>
                    <a:pt x="172461" y="31052"/>
                  </a:lnTo>
                  <a:lnTo>
                    <a:pt x="170549" y="34874"/>
                  </a:lnTo>
                  <a:lnTo>
                    <a:pt x="170549" y="35352"/>
                  </a:lnTo>
                  <a:lnTo>
                    <a:pt x="169594" y="36307"/>
                  </a:lnTo>
                  <a:lnTo>
                    <a:pt x="166250" y="40607"/>
                  </a:lnTo>
                  <a:lnTo>
                    <a:pt x="162906" y="45862"/>
                  </a:lnTo>
                  <a:lnTo>
                    <a:pt x="162906" y="46340"/>
                  </a:lnTo>
                  <a:lnTo>
                    <a:pt x="162428" y="49206"/>
                  </a:lnTo>
                  <a:lnTo>
                    <a:pt x="163861" y="52072"/>
                  </a:lnTo>
                  <a:lnTo>
                    <a:pt x="165295" y="53983"/>
                  </a:lnTo>
                  <a:lnTo>
                    <a:pt x="163861" y="54461"/>
                  </a:lnTo>
                  <a:lnTo>
                    <a:pt x="163861" y="54461"/>
                  </a:lnTo>
                  <a:lnTo>
                    <a:pt x="160039" y="56850"/>
                  </a:lnTo>
                  <a:lnTo>
                    <a:pt x="157650" y="58761"/>
                  </a:lnTo>
                  <a:lnTo>
                    <a:pt x="154307" y="60194"/>
                  </a:lnTo>
                  <a:lnTo>
                    <a:pt x="154307" y="60194"/>
                  </a:lnTo>
                  <a:lnTo>
                    <a:pt x="155262" y="61627"/>
                  </a:lnTo>
                  <a:lnTo>
                    <a:pt x="155262" y="61627"/>
                  </a:lnTo>
                  <a:lnTo>
                    <a:pt x="155262" y="61627"/>
                  </a:lnTo>
                  <a:lnTo>
                    <a:pt x="160039" y="62105"/>
                  </a:lnTo>
                  <a:lnTo>
                    <a:pt x="160995" y="62583"/>
                  </a:lnTo>
                  <a:lnTo>
                    <a:pt x="161472" y="63060"/>
                  </a:lnTo>
                  <a:lnTo>
                    <a:pt x="161472" y="64493"/>
                  </a:lnTo>
                  <a:lnTo>
                    <a:pt x="160995" y="66404"/>
                  </a:lnTo>
                  <a:lnTo>
                    <a:pt x="160995" y="66882"/>
                  </a:lnTo>
                  <a:lnTo>
                    <a:pt x="155740" y="78348"/>
                  </a:lnTo>
                  <a:lnTo>
                    <a:pt x="155740" y="80736"/>
                  </a:lnTo>
                  <a:lnTo>
                    <a:pt x="157173" y="87424"/>
                  </a:lnTo>
                  <a:lnTo>
                    <a:pt x="159561" y="95546"/>
                  </a:lnTo>
                  <a:lnTo>
                    <a:pt x="160039" y="95546"/>
                  </a:lnTo>
                  <a:lnTo>
                    <a:pt x="160039" y="95546"/>
                  </a:lnTo>
                  <a:lnTo>
                    <a:pt x="167205" y="98890"/>
                  </a:lnTo>
                  <a:lnTo>
                    <a:pt x="172938" y="101756"/>
                  </a:lnTo>
                  <a:lnTo>
                    <a:pt x="175327" y="106056"/>
                  </a:lnTo>
                  <a:lnTo>
                    <a:pt x="176282" y="107967"/>
                  </a:lnTo>
                  <a:lnTo>
                    <a:pt x="182493" y="116566"/>
                  </a:lnTo>
                  <a:lnTo>
                    <a:pt x="185359" y="119910"/>
                  </a:lnTo>
                  <a:lnTo>
                    <a:pt x="185359" y="120865"/>
                  </a:lnTo>
                  <a:lnTo>
                    <a:pt x="184881" y="126598"/>
                  </a:lnTo>
                  <a:lnTo>
                    <a:pt x="181059" y="132331"/>
                  </a:lnTo>
                  <a:lnTo>
                    <a:pt x="181059" y="132331"/>
                  </a:lnTo>
                  <a:lnTo>
                    <a:pt x="177238" y="137108"/>
                  </a:lnTo>
                  <a:lnTo>
                    <a:pt x="173893" y="142841"/>
                  </a:lnTo>
                  <a:lnTo>
                    <a:pt x="171027" y="147618"/>
                  </a:lnTo>
                  <a:lnTo>
                    <a:pt x="167683" y="153351"/>
                  </a:lnTo>
                  <a:lnTo>
                    <a:pt x="167683" y="153829"/>
                  </a:lnTo>
                  <a:lnTo>
                    <a:pt x="167205" y="155262"/>
                  </a:lnTo>
                  <a:lnTo>
                    <a:pt x="167205" y="157173"/>
                  </a:lnTo>
                  <a:lnTo>
                    <a:pt x="167683" y="158606"/>
                  </a:lnTo>
                  <a:lnTo>
                    <a:pt x="167683" y="159084"/>
                  </a:lnTo>
                  <a:lnTo>
                    <a:pt x="171982" y="166250"/>
                  </a:lnTo>
                  <a:lnTo>
                    <a:pt x="173416" y="170072"/>
                  </a:lnTo>
                  <a:lnTo>
                    <a:pt x="175327" y="173893"/>
                  </a:lnTo>
                  <a:lnTo>
                    <a:pt x="176760" y="178193"/>
                  </a:lnTo>
                  <a:lnTo>
                    <a:pt x="177715" y="181537"/>
                  </a:lnTo>
                  <a:lnTo>
                    <a:pt x="177715" y="182015"/>
                  </a:lnTo>
                  <a:lnTo>
                    <a:pt x="179148" y="185359"/>
                  </a:lnTo>
                  <a:lnTo>
                    <a:pt x="180582" y="187270"/>
                  </a:lnTo>
                  <a:lnTo>
                    <a:pt x="182015" y="190136"/>
                  </a:lnTo>
                  <a:lnTo>
                    <a:pt x="183926" y="193958"/>
                  </a:lnTo>
                  <a:lnTo>
                    <a:pt x="184404" y="196825"/>
                  </a:lnTo>
                  <a:lnTo>
                    <a:pt x="187748" y="207335"/>
                  </a:lnTo>
                  <a:lnTo>
                    <a:pt x="187748" y="210201"/>
                  </a:lnTo>
                  <a:lnTo>
                    <a:pt x="187748" y="212112"/>
                  </a:lnTo>
                  <a:lnTo>
                    <a:pt x="186314" y="212590"/>
                  </a:lnTo>
                  <a:lnTo>
                    <a:pt x="183448" y="212590"/>
                  </a:lnTo>
                  <a:lnTo>
                    <a:pt x="180582" y="214023"/>
                  </a:lnTo>
                  <a:lnTo>
                    <a:pt x="180582" y="214023"/>
                  </a:lnTo>
                  <a:lnTo>
                    <a:pt x="180104" y="214500"/>
                  </a:lnTo>
                  <a:lnTo>
                    <a:pt x="180104" y="214500"/>
                  </a:lnTo>
                  <a:lnTo>
                    <a:pt x="182493" y="216889"/>
                  </a:lnTo>
                  <a:lnTo>
                    <a:pt x="180582" y="221189"/>
                  </a:lnTo>
                  <a:lnTo>
                    <a:pt x="180582" y="221189"/>
                  </a:lnTo>
                  <a:lnTo>
                    <a:pt x="180104" y="226921"/>
                  </a:lnTo>
                  <a:lnTo>
                    <a:pt x="178193" y="230266"/>
                  </a:lnTo>
                  <a:lnTo>
                    <a:pt x="178193" y="230743"/>
                  </a:lnTo>
                  <a:lnTo>
                    <a:pt x="178193" y="231221"/>
                  </a:lnTo>
                  <a:lnTo>
                    <a:pt x="178193" y="231699"/>
                  </a:lnTo>
                  <a:lnTo>
                    <a:pt x="178193" y="231699"/>
                  </a:lnTo>
                  <a:lnTo>
                    <a:pt x="178671" y="232177"/>
                  </a:lnTo>
                  <a:lnTo>
                    <a:pt x="178671" y="232177"/>
                  </a:lnTo>
                  <a:lnTo>
                    <a:pt x="179148" y="232177"/>
                  </a:lnTo>
                  <a:lnTo>
                    <a:pt x="182015" y="232654"/>
                  </a:lnTo>
                  <a:lnTo>
                    <a:pt x="182493" y="233610"/>
                  </a:lnTo>
                  <a:lnTo>
                    <a:pt x="182493" y="235521"/>
                  </a:lnTo>
                  <a:lnTo>
                    <a:pt x="182015" y="236954"/>
                  </a:lnTo>
                  <a:lnTo>
                    <a:pt x="180104" y="238387"/>
                  </a:lnTo>
                  <a:lnTo>
                    <a:pt x="178193" y="239820"/>
                  </a:lnTo>
                  <a:lnTo>
                    <a:pt x="177715" y="241731"/>
                  </a:lnTo>
                  <a:lnTo>
                    <a:pt x="177715" y="241731"/>
                  </a:lnTo>
                  <a:lnTo>
                    <a:pt x="177715" y="241731"/>
                  </a:lnTo>
                  <a:lnTo>
                    <a:pt x="178193" y="243164"/>
                  </a:lnTo>
                  <a:lnTo>
                    <a:pt x="178671" y="245075"/>
                  </a:lnTo>
                  <a:lnTo>
                    <a:pt x="178671" y="245553"/>
                  </a:lnTo>
                  <a:lnTo>
                    <a:pt x="180104" y="248419"/>
                  </a:lnTo>
                  <a:lnTo>
                    <a:pt x="181537" y="249852"/>
                  </a:lnTo>
                  <a:lnTo>
                    <a:pt x="181537" y="249852"/>
                  </a:lnTo>
                  <a:lnTo>
                    <a:pt x="187270" y="251763"/>
                  </a:lnTo>
                  <a:lnTo>
                    <a:pt x="188225" y="253197"/>
                  </a:lnTo>
                  <a:lnTo>
                    <a:pt x="188225" y="255108"/>
                  </a:lnTo>
                  <a:lnTo>
                    <a:pt x="188225" y="257018"/>
                  </a:lnTo>
                  <a:lnTo>
                    <a:pt x="185359" y="260363"/>
                  </a:lnTo>
                  <a:lnTo>
                    <a:pt x="185359" y="261796"/>
                  </a:lnTo>
                  <a:lnTo>
                    <a:pt x="185359" y="261796"/>
                  </a:lnTo>
                  <a:lnTo>
                    <a:pt x="185837" y="262751"/>
                  </a:lnTo>
                  <a:lnTo>
                    <a:pt x="186792" y="265140"/>
                  </a:lnTo>
                  <a:lnTo>
                    <a:pt x="187748" y="268484"/>
                  </a:lnTo>
                  <a:lnTo>
                    <a:pt x="188225" y="268484"/>
                  </a:lnTo>
                  <a:lnTo>
                    <a:pt x="193480" y="272306"/>
                  </a:lnTo>
                  <a:lnTo>
                    <a:pt x="195391" y="274217"/>
                  </a:lnTo>
                  <a:lnTo>
                    <a:pt x="195869" y="275650"/>
                  </a:lnTo>
                  <a:lnTo>
                    <a:pt x="196347" y="278039"/>
                  </a:lnTo>
                  <a:lnTo>
                    <a:pt x="196347" y="280427"/>
                  </a:lnTo>
                  <a:lnTo>
                    <a:pt x="195869" y="282816"/>
                  </a:lnTo>
                  <a:lnTo>
                    <a:pt x="193958" y="286160"/>
                  </a:lnTo>
                  <a:lnTo>
                    <a:pt x="190136" y="291893"/>
                  </a:lnTo>
                  <a:lnTo>
                    <a:pt x="185837" y="294281"/>
                  </a:lnTo>
                  <a:lnTo>
                    <a:pt x="185837" y="294281"/>
                  </a:lnTo>
                  <a:lnTo>
                    <a:pt x="185837" y="294759"/>
                  </a:lnTo>
                  <a:lnTo>
                    <a:pt x="185837" y="294759"/>
                  </a:lnTo>
                  <a:lnTo>
                    <a:pt x="186792" y="296670"/>
                  </a:lnTo>
                  <a:lnTo>
                    <a:pt x="194436" y="304314"/>
                  </a:lnTo>
                  <a:lnTo>
                    <a:pt x="198736" y="307658"/>
                  </a:lnTo>
                  <a:lnTo>
                    <a:pt x="205423" y="312435"/>
                  </a:lnTo>
                  <a:lnTo>
                    <a:pt x="209245" y="316257"/>
                  </a:lnTo>
                  <a:lnTo>
                    <a:pt x="210679" y="319123"/>
                  </a:lnTo>
                  <a:lnTo>
                    <a:pt x="212589" y="321990"/>
                  </a:lnTo>
                  <a:lnTo>
                    <a:pt x="214500" y="324378"/>
                  </a:lnTo>
                  <a:lnTo>
                    <a:pt x="215934" y="326289"/>
                  </a:lnTo>
                  <a:lnTo>
                    <a:pt x="215934" y="3262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5" name="Freeform 1664">
              <a:extLst>
                <a:ext uri="{FF2B5EF4-FFF2-40B4-BE49-F238E27FC236}">
                  <a16:creationId xmlns:a16="http://schemas.microsoft.com/office/drawing/2014/main" id="{D73B03A5-FE64-9D7D-7BC4-63C9103295D7}"/>
                </a:ext>
              </a:extLst>
            </p:cNvPr>
            <p:cNvSpPr/>
            <p:nvPr/>
          </p:nvSpPr>
          <p:spPr>
            <a:xfrm>
              <a:off x="6506846" y="5158642"/>
              <a:ext cx="2388" cy="11465"/>
            </a:xfrm>
            <a:custGeom>
              <a:avLst/>
              <a:gdLst>
                <a:gd name="csX0" fmla="*/ 955 w 2388"/>
                <a:gd name="csY0" fmla="*/ 3822 h 11465"/>
                <a:gd name="csX1" fmla="*/ 2389 w 2388"/>
                <a:gd name="csY1" fmla="*/ 8599 h 11465"/>
                <a:gd name="csX2" fmla="*/ 2389 w 2388"/>
                <a:gd name="csY2" fmla="*/ 11465 h 11465"/>
                <a:gd name="csX3" fmla="*/ 2389 w 2388"/>
                <a:gd name="csY3" fmla="*/ 8599 h 11465"/>
                <a:gd name="csX4" fmla="*/ 955 w 2388"/>
                <a:gd name="csY4" fmla="*/ 3822 h 11465"/>
                <a:gd name="csX5" fmla="*/ 0 w 2388"/>
                <a:gd name="csY5" fmla="*/ 0 h 11465"/>
                <a:gd name="csX6" fmla="*/ 955 w 2388"/>
                <a:gd name="csY6" fmla="*/ 3822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1465">
                  <a:moveTo>
                    <a:pt x="955" y="3822"/>
                  </a:moveTo>
                  <a:lnTo>
                    <a:pt x="2389" y="8599"/>
                  </a:lnTo>
                  <a:lnTo>
                    <a:pt x="2389" y="11465"/>
                  </a:lnTo>
                  <a:lnTo>
                    <a:pt x="2389" y="8599"/>
                  </a:lnTo>
                  <a:lnTo>
                    <a:pt x="955" y="3822"/>
                  </a:lnTo>
                  <a:lnTo>
                    <a:pt x="0" y="0"/>
                  </a:lnTo>
                  <a:lnTo>
                    <a:pt x="95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6" name="Freeform 1665">
              <a:extLst>
                <a:ext uri="{FF2B5EF4-FFF2-40B4-BE49-F238E27FC236}">
                  <a16:creationId xmlns:a16="http://schemas.microsoft.com/office/drawing/2014/main" id="{DCB19DDB-C8DE-B7F0-D13A-AC8DBEE86EE1}"/>
                </a:ext>
              </a:extLst>
            </p:cNvPr>
            <p:cNvSpPr/>
            <p:nvPr/>
          </p:nvSpPr>
          <p:spPr>
            <a:xfrm>
              <a:off x="6503502" y="3556337"/>
              <a:ext cx="2866" cy="5732"/>
            </a:xfrm>
            <a:custGeom>
              <a:avLst/>
              <a:gdLst>
                <a:gd name="csX0" fmla="*/ 2866 w 2866"/>
                <a:gd name="csY0" fmla="*/ 5733 h 5732"/>
                <a:gd name="csX1" fmla="*/ 955 w 2866"/>
                <a:gd name="csY1" fmla="*/ 3344 h 5732"/>
                <a:gd name="csX2" fmla="*/ 0 w 2866"/>
                <a:gd name="csY2" fmla="*/ 0 h 5732"/>
                <a:gd name="csX3" fmla="*/ 955 w 2866"/>
                <a:gd name="csY3" fmla="*/ 2866 h 5732"/>
                <a:gd name="csX4" fmla="*/ 2866 w 2866"/>
                <a:gd name="csY4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5732">
                  <a:moveTo>
                    <a:pt x="2866" y="5733"/>
                  </a:moveTo>
                  <a:lnTo>
                    <a:pt x="955" y="3344"/>
                  </a:lnTo>
                  <a:lnTo>
                    <a:pt x="0" y="0"/>
                  </a:lnTo>
                  <a:lnTo>
                    <a:pt x="955" y="2866"/>
                  </a:lnTo>
                  <a:lnTo>
                    <a:pt x="2866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7" name="Freeform 1666">
              <a:extLst>
                <a:ext uri="{FF2B5EF4-FFF2-40B4-BE49-F238E27FC236}">
                  <a16:creationId xmlns:a16="http://schemas.microsoft.com/office/drawing/2014/main" id="{D8D65F52-1AC4-0AA8-B7DF-A036B9F73892}"/>
                </a:ext>
              </a:extLst>
            </p:cNvPr>
            <p:cNvSpPr/>
            <p:nvPr/>
          </p:nvSpPr>
          <p:spPr>
            <a:xfrm>
              <a:off x="6503980" y="5150043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1433 h 1433"/>
                <a:gd name="csX2" fmla="*/ 0 w 477"/>
                <a:gd name="csY2" fmla="*/ 0 h 1433"/>
                <a:gd name="csX3" fmla="*/ 478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8" name="Freeform 1667">
              <a:extLst>
                <a:ext uri="{FF2B5EF4-FFF2-40B4-BE49-F238E27FC236}">
                  <a16:creationId xmlns:a16="http://schemas.microsoft.com/office/drawing/2014/main" id="{A7FD8757-4C57-EE60-941D-B1E52376332C}"/>
                </a:ext>
              </a:extLst>
            </p:cNvPr>
            <p:cNvSpPr/>
            <p:nvPr/>
          </p:nvSpPr>
          <p:spPr>
            <a:xfrm>
              <a:off x="6126096" y="4638395"/>
              <a:ext cx="377884" cy="341576"/>
            </a:xfrm>
            <a:custGeom>
              <a:avLst/>
              <a:gdLst>
                <a:gd name="csX0" fmla="*/ 376928 w 377884"/>
                <a:gd name="csY0" fmla="*/ 56372 h 341576"/>
                <a:gd name="csX1" fmla="*/ 377884 w 377884"/>
                <a:gd name="csY1" fmla="*/ 57328 h 341576"/>
                <a:gd name="csX2" fmla="*/ 377407 w 377884"/>
                <a:gd name="csY2" fmla="*/ 58283 h 341576"/>
                <a:gd name="csX3" fmla="*/ 377407 w 377884"/>
                <a:gd name="csY3" fmla="*/ 59239 h 341576"/>
                <a:gd name="csX4" fmla="*/ 375496 w 377884"/>
                <a:gd name="csY4" fmla="*/ 61627 h 341576"/>
                <a:gd name="csX5" fmla="*/ 371196 w 377884"/>
                <a:gd name="csY5" fmla="*/ 65927 h 341576"/>
                <a:gd name="csX6" fmla="*/ 362119 w 377884"/>
                <a:gd name="csY6" fmla="*/ 73570 h 341576"/>
                <a:gd name="csX7" fmla="*/ 358775 w 377884"/>
                <a:gd name="csY7" fmla="*/ 74526 h 341576"/>
                <a:gd name="csX8" fmla="*/ 357342 w 377884"/>
                <a:gd name="csY8" fmla="*/ 76437 h 341576"/>
                <a:gd name="csX9" fmla="*/ 356386 w 377884"/>
                <a:gd name="csY9" fmla="*/ 78348 h 341576"/>
                <a:gd name="csX10" fmla="*/ 353520 w 377884"/>
                <a:gd name="csY10" fmla="*/ 80736 h 341576"/>
                <a:gd name="csX11" fmla="*/ 351609 w 377884"/>
                <a:gd name="csY11" fmla="*/ 81214 h 341576"/>
                <a:gd name="csX12" fmla="*/ 351131 w 377884"/>
                <a:gd name="csY12" fmla="*/ 81692 h 341576"/>
                <a:gd name="csX13" fmla="*/ 351131 w 377884"/>
                <a:gd name="csY13" fmla="*/ 84081 h 341576"/>
                <a:gd name="csX14" fmla="*/ 351131 w 377884"/>
                <a:gd name="csY14" fmla="*/ 86947 h 341576"/>
                <a:gd name="csX15" fmla="*/ 350176 w 377884"/>
                <a:gd name="csY15" fmla="*/ 88380 h 341576"/>
                <a:gd name="csX16" fmla="*/ 348743 w 377884"/>
                <a:gd name="csY16" fmla="*/ 91247 h 341576"/>
                <a:gd name="csX17" fmla="*/ 348265 w 377884"/>
                <a:gd name="csY17" fmla="*/ 93157 h 341576"/>
                <a:gd name="csX18" fmla="*/ 347787 w 377884"/>
                <a:gd name="csY18" fmla="*/ 93635 h 341576"/>
                <a:gd name="csX19" fmla="*/ 346832 w 377884"/>
                <a:gd name="csY19" fmla="*/ 94590 h 341576"/>
                <a:gd name="csX20" fmla="*/ 346354 w 377884"/>
                <a:gd name="csY20" fmla="*/ 97457 h 341576"/>
                <a:gd name="csX21" fmla="*/ 346354 w 377884"/>
                <a:gd name="csY21" fmla="*/ 98412 h 341576"/>
                <a:gd name="csX22" fmla="*/ 345398 w 377884"/>
                <a:gd name="csY22" fmla="*/ 104145 h 341576"/>
                <a:gd name="csX23" fmla="*/ 345398 w 377884"/>
                <a:gd name="csY23" fmla="*/ 106056 h 341576"/>
                <a:gd name="csX24" fmla="*/ 344921 w 377884"/>
                <a:gd name="csY24" fmla="*/ 108445 h 341576"/>
                <a:gd name="csX25" fmla="*/ 344921 w 377884"/>
                <a:gd name="csY25" fmla="*/ 110356 h 341576"/>
                <a:gd name="csX26" fmla="*/ 344443 w 377884"/>
                <a:gd name="csY26" fmla="*/ 112266 h 341576"/>
                <a:gd name="csX27" fmla="*/ 343965 w 377884"/>
                <a:gd name="csY27" fmla="*/ 113700 h 341576"/>
                <a:gd name="csX28" fmla="*/ 343965 w 377884"/>
                <a:gd name="csY28" fmla="*/ 116566 h 341576"/>
                <a:gd name="csX29" fmla="*/ 344443 w 377884"/>
                <a:gd name="csY29" fmla="*/ 120865 h 341576"/>
                <a:gd name="csX30" fmla="*/ 343965 w 377884"/>
                <a:gd name="csY30" fmla="*/ 121343 h 341576"/>
                <a:gd name="csX31" fmla="*/ 343487 w 377884"/>
                <a:gd name="csY31" fmla="*/ 121821 h 341576"/>
                <a:gd name="csX32" fmla="*/ 342054 w 377884"/>
                <a:gd name="csY32" fmla="*/ 122777 h 341576"/>
                <a:gd name="csX33" fmla="*/ 340621 w 377884"/>
                <a:gd name="csY33" fmla="*/ 123254 h 341576"/>
                <a:gd name="csX34" fmla="*/ 339666 w 377884"/>
                <a:gd name="csY34" fmla="*/ 123732 h 341576"/>
                <a:gd name="csX35" fmla="*/ 338232 w 377884"/>
                <a:gd name="csY35" fmla="*/ 125643 h 341576"/>
                <a:gd name="csX36" fmla="*/ 336800 w 377884"/>
                <a:gd name="csY36" fmla="*/ 127076 h 341576"/>
                <a:gd name="csX37" fmla="*/ 335366 w 377884"/>
                <a:gd name="csY37" fmla="*/ 128987 h 341576"/>
                <a:gd name="csX38" fmla="*/ 335366 w 377884"/>
                <a:gd name="csY38" fmla="*/ 129942 h 341576"/>
                <a:gd name="csX39" fmla="*/ 335366 w 377884"/>
                <a:gd name="csY39" fmla="*/ 131854 h 341576"/>
                <a:gd name="csX40" fmla="*/ 335844 w 377884"/>
                <a:gd name="csY40" fmla="*/ 134720 h 341576"/>
                <a:gd name="csX41" fmla="*/ 335366 w 377884"/>
                <a:gd name="csY41" fmla="*/ 135675 h 341576"/>
                <a:gd name="csX42" fmla="*/ 334889 w 377884"/>
                <a:gd name="csY42" fmla="*/ 136631 h 341576"/>
                <a:gd name="csX43" fmla="*/ 332500 w 377884"/>
                <a:gd name="csY43" fmla="*/ 138064 h 341576"/>
                <a:gd name="csX44" fmla="*/ 331066 w 377884"/>
                <a:gd name="csY44" fmla="*/ 139019 h 341576"/>
                <a:gd name="csX45" fmla="*/ 330111 w 377884"/>
                <a:gd name="csY45" fmla="*/ 139497 h 341576"/>
                <a:gd name="csX46" fmla="*/ 330111 w 377884"/>
                <a:gd name="csY46" fmla="*/ 140453 h 341576"/>
                <a:gd name="csX47" fmla="*/ 330589 w 377884"/>
                <a:gd name="csY47" fmla="*/ 142363 h 341576"/>
                <a:gd name="csX48" fmla="*/ 330589 w 377884"/>
                <a:gd name="csY48" fmla="*/ 143797 h 341576"/>
                <a:gd name="csX49" fmla="*/ 331066 w 377884"/>
                <a:gd name="csY49" fmla="*/ 144752 h 341576"/>
                <a:gd name="csX50" fmla="*/ 332977 w 377884"/>
                <a:gd name="csY50" fmla="*/ 145230 h 341576"/>
                <a:gd name="csX51" fmla="*/ 332977 w 377884"/>
                <a:gd name="csY51" fmla="*/ 146185 h 341576"/>
                <a:gd name="csX52" fmla="*/ 332977 w 377884"/>
                <a:gd name="csY52" fmla="*/ 146663 h 341576"/>
                <a:gd name="csX53" fmla="*/ 333933 w 377884"/>
                <a:gd name="csY53" fmla="*/ 147619 h 341576"/>
                <a:gd name="csX54" fmla="*/ 335844 w 377884"/>
                <a:gd name="csY54" fmla="*/ 149529 h 341576"/>
                <a:gd name="csX55" fmla="*/ 337277 w 377884"/>
                <a:gd name="csY55" fmla="*/ 151440 h 341576"/>
                <a:gd name="csX56" fmla="*/ 337277 w 377884"/>
                <a:gd name="csY56" fmla="*/ 152873 h 341576"/>
                <a:gd name="csX57" fmla="*/ 336800 w 377884"/>
                <a:gd name="csY57" fmla="*/ 155740 h 341576"/>
                <a:gd name="csX58" fmla="*/ 336800 w 377884"/>
                <a:gd name="csY58" fmla="*/ 157173 h 341576"/>
                <a:gd name="csX59" fmla="*/ 336800 w 377884"/>
                <a:gd name="csY59" fmla="*/ 159084 h 341576"/>
                <a:gd name="csX60" fmla="*/ 336800 w 377884"/>
                <a:gd name="csY60" fmla="*/ 162906 h 341576"/>
                <a:gd name="csX61" fmla="*/ 336800 w 377884"/>
                <a:gd name="csY61" fmla="*/ 165295 h 341576"/>
                <a:gd name="csX62" fmla="*/ 337277 w 377884"/>
                <a:gd name="csY62" fmla="*/ 166728 h 341576"/>
                <a:gd name="csX63" fmla="*/ 339188 w 377884"/>
                <a:gd name="csY63" fmla="*/ 170072 h 341576"/>
                <a:gd name="csX64" fmla="*/ 340143 w 377884"/>
                <a:gd name="csY64" fmla="*/ 173894 h 341576"/>
                <a:gd name="csX65" fmla="*/ 340621 w 377884"/>
                <a:gd name="csY65" fmla="*/ 176760 h 341576"/>
                <a:gd name="csX66" fmla="*/ 340621 w 377884"/>
                <a:gd name="csY66" fmla="*/ 177715 h 341576"/>
                <a:gd name="csX67" fmla="*/ 340143 w 377884"/>
                <a:gd name="csY67" fmla="*/ 180582 h 341576"/>
                <a:gd name="csX68" fmla="*/ 339188 w 377884"/>
                <a:gd name="csY68" fmla="*/ 183448 h 341576"/>
                <a:gd name="csX69" fmla="*/ 339188 w 377884"/>
                <a:gd name="csY69" fmla="*/ 184881 h 341576"/>
                <a:gd name="csX70" fmla="*/ 339666 w 377884"/>
                <a:gd name="csY70" fmla="*/ 186314 h 341576"/>
                <a:gd name="csX71" fmla="*/ 341099 w 377884"/>
                <a:gd name="csY71" fmla="*/ 189659 h 341576"/>
                <a:gd name="csX72" fmla="*/ 341099 w 377884"/>
                <a:gd name="csY72" fmla="*/ 189659 h 341576"/>
                <a:gd name="csX73" fmla="*/ 342054 w 377884"/>
                <a:gd name="csY73" fmla="*/ 192525 h 341576"/>
                <a:gd name="csX74" fmla="*/ 342532 w 377884"/>
                <a:gd name="csY74" fmla="*/ 193958 h 341576"/>
                <a:gd name="csX75" fmla="*/ 343487 w 377884"/>
                <a:gd name="csY75" fmla="*/ 195869 h 341576"/>
                <a:gd name="csX76" fmla="*/ 344443 w 377884"/>
                <a:gd name="csY76" fmla="*/ 198258 h 341576"/>
                <a:gd name="csX77" fmla="*/ 344921 w 377884"/>
                <a:gd name="csY77" fmla="*/ 199691 h 341576"/>
                <a:gd name="csX78" fmla="*/ 344443 w 377884"/>
                <a:gd name="csY78" fmla="*/ 200646 h 341576"/>
                <a:gd name="csX79" fmla="*/ 342532 w 377884"/>
                <a:gd name="csY79" fmla="*/ 203991 h 341576"/>
                <a:gd name="csX80" fmla="*/ 342054 w 377884"/>
                <a:gd name="csY80" fmla="*/ 205424 h 341576"/>
                <a:gd name="csX81" fmla="*/ 342532 w 377884"/>
                <a:gd name="csY81" fmla="*/ 207812 h 341576"/>
                <a:gd name="csX82" fmla="*/ 343487 w 377884"/>
                <a:gd name="csY82" fmla="*/ 210679 h 341576"/>
                <a:gd name="csX83" fmla="*/ 344443 w 377884"/>
                <a:gd name="csY83" fmla="*/ 212112 h 341576"/>
                <a:gd name="csX84" fmla="*/ 346832 w 377884"/>
                <a:gd name="csY84" fmla="*/ 215934 h 341576"/>
                <a:gd name="csX85" fmla="*/ 346832 w 377884"/>
                <a:gd name="csY85" fmla="*/ 215934 h 341576"/>
                <a:gd name="csX86" fmla="*/ 348743 w 377884"/>
                <a:gd name="csY86" fmla="*/ 217367 h 341576"/>
                <a:gd name="csX87" fmla="*/ 352087 w 377884"/>
                <a:gd name="csY87" fmla="*/ 219278 h 341576"/>
                <a:gd name="csX88" fmla="*/ 354953 w 377884"/>
                <a:gd name="csY88" fmla="*/ 221667 h 341576"/>
                <a:gd name="csX89" fmla="*/ 355909 w 377884"/>
                <a:gd name="csY89" fmla="*/ 222622 h 341576"/>
                <a:gd name="csX90" fmla="*/ 356864 w 377884"/>
                <a:gd name="csY90" fmla="*/ 223577 h 341576"/>
                <a:gd name="csX91" fmla="*/ 358775 w 377884"/>
                <a:gd name="csY91" fmla="*/ 226921 h 341576"/>
                <a:gd name="csX92" fmla="*/ 360208 w 377884"/>
                <a:gd name="csY92" fmla="*/ 229310 h 341576"/>
                <a:gd name="csX93" fmla="*/ 360686 w 377884"/>
                <a:gd name="csY93" fmla="*/ 231221 h 341576"/>
                <a:gd name="csX94" fmla="*/ 362119 w 377884"/>
                <a:gd name="csY94" fmla="*/ 234565 h 341576"/>
                <a:gd name="csX95" fmla="*/ 363552 w 377884"/>
                <a:gd name="csY95" fmla="*/ 237432 h 341576"/>
                <a:gd name="csX96" fmla="*/ 365463 w 377884"/>
                <a:gd name="csY96" fmla="*/ 240776 h 341576"/>
                <a:gd name="csX97" fmla="*/ 366896 w 377884"/>
                <a:gd name="csY97" fmla="*/ 243164 h 341576"/>
                <a:gd name="csX98" fmla="*/ 367374 w 377884"/>
                <a:gd name="csY98" fmla="*/ 244598 h 341576"/>
                <a:gd name="csX99" fmla="*/ 364030 w 377884"/>
                <a:gd name="csY99" fmla="*/ 245075 h 341576"/>
                <a:gd name="csX100" fmla="*/ 359253 w 377884"/>
                <a:gd name="csY100" fmla="*/ 246031 h 341576"/>
                <a:gd name="csX101" fmla="*/ 353520 w 377884"/>
                <a:gd name="csY101" fmla="*/ 246509 h 341576"/>
                <a:gd name="csX102" fmla="*/ 347787 w 377884"/>
                <a:gd name="csY102" fmla="*/ 247464 h 341576"/>
                <a:gd name="csX103" fmla="*/ 342532 w 377884"/>
                <a:gd name="csY103" fmla="*/ 248419 h 341576"/>
                <a:gd name="csX104" fmla="*/ 336800 w 377884"/>
                <a:gd name="csY104" fmla="*/ 248897 h 341576"/>
                <a:gd name="csX105" fmla="*/ 332022 w 377884"/>
                <a:gd name="csY105" fmla="*/ 249852 h 341576"/>
                <a:gd name="csX106" fmla="*/ 330589 w 377884"/>
                <a:gd name="csY106" fmla="*/ 249852 h 341576"/>
                <a:gd name="csX107" fmla="*/ 331544 w 377884"/>
                <a:gd name="csY107" fmla="*/ 251763 h 341576"/>
                <a:gd name="csX108" fmla="*/ 331066 w 377884"/>
                <a:gd name="csY108" fmla="*/ 254152 h 341576"/>
                <a:gd name="csX109" fmla="*/ 330111 w 377884"/>
                <a:gd name="csY109" fmla="*/ 255585 h 341576"/>
                <a:gd name="csX110" fmla="*/ 328678 w 377884"/>
                <a:gd name="csY110" fmla="*/ 257496 h 341576"/>
                <a:gd name="csX111" fmla="*/ 328200 w 377884"/>
                <a:gd name="csY111" fmla="*/ 258452 h 341576"/>
                <a:gd name="csX112" fmla="*/ 326289 w 377884"/>
                <a:gd name="csY112" fmla="*/ 259885 h 341576"/>
                <a:gd name="csX113" fmla="*/ 325334 w 377884"/>
                <a:gd name="csY113" fmla="*/ 260840 h 341576"/>
                <a:gd name="csX114" fmla="*/ 322468 w 377884"/>
                <a:gd name="csY114" fmla="*/ 262751 h 341576"/>
                <a:gd name="csX115" fmla="*/ 321034 w 377884"/>
                <a:gd name="csY115" fmla="*/ 263707 h 341576"/>
                <a:gd name="csX116" fmla="*/ 321034 w 377884"/>
                <a:gd name="csY116" fmla="*/ 264662 h 341576"/>
                <a:gd name="csX117" fmla="*/ 323423 w 377884"/>
                <a:gd name="csY117" fmla="*/ 268962 h 341576"/>
                <a:gd name="csX118" fmla="*/ 324856 w 377884"/>
                <a:gd name="csY118" fmla="*/ 271828 h 341576"/>
                <a:gd name="csX119" fmla="*/ 325334 w 377884"/>
                <a:gd name="csY119" fmla="*/ 274694 h 341576"/>
                <a:gd name="csX120" fmla="*/ 325334 w 377884"/>
                <a:gd name="csY120" fmla="*/ 276128 h 341576"/>
                <a:gd name="csX121" fmla="*/ 325334 w 377884"/>
                <a:gd name="csY121" fmla="*/ 279472 h 341576"/>
                <a:gd name="csX122" fmla="*/ 325334 w 377884"/>
                <a:gd name="csY122" fmla="*/ 283771 h 341576"/>
                <a:gd name="csX123" fmla="*/ 324856 w 377884"/>
                <a:gd name="csY123" fmla="*/ 285205 h 341576"/>
                <a:gd name="csX124" fmla="*/ 325812 w 377884"/>
                <a:gd name="csY124" fmla="*/ 288071 h 341576"/>
                <a:gd name="csX125" fmla="*/ 325812 w 377884"/>
                <a:gd name="csY125" fmla="*/ 289982 h 341576"/>
                <a:gd name="csX126" fmla="*/ 323901 w 377884"/>
                <a:gd name="csY126" fmla="*/ 292370 h 341576"/>
                <a:gd name="csX127" fmla="*/ 323423 w 377884"/>
                <a:gd name="csY127" fmla="*/ 294759 h 341576"/>
                <a:gd name="csX128" fmla="*/ 322468 w 377884"/>
                <a:gd name="csY128" fmla="*/ 298103 h 341576"/>
                <a:gd name="csX129" fmla="*/ 321034 w 377884"/>
                <a:gd name="csY129" fmla="*/ 302881 h 341576"/>
                <a:gd name="csX130" fmla="*/ 320079 w 377884"/>
                <a:gd name="csY130" fmla="*/ 305269 h 341576"/>
                <a:gd name="csX131" fmla="*/ 320557 w 377884"/>
                <a:gd name="csY131" fmla="*/ 306702 h 341576"/>
                <a:gd name="csX132" fmla="*/ 321034 w 377884"/>
                <a:gd name="csY132" fmla="*/ 307658 h 341576"/>
                <a:gd name="csX133" fmla="*/ 321512 w 377884"/>
                <a:gd name="csY133" fmla="*/ 309091 h 341576"/>
                <a:gd name="csX134" fmla="*/ 322468 w 377884"/>
                <a:gd name="csY134" fmla="*/ 311002 h 341576"/>
                <a:gd name="csX135" fmla="*/ 323423 w 377884"/>
                <a:gd name="csY135" fmla="*/ 312435 h 341576"/>
                <a:gd name="csX136" fmla="*/ 324378 w 377884"/>
                <a:gd name="csY136" fmla="*/ 312913 h 341576"/>
                <a:gd name="csX137" fmla="*/ 328200 w 377884"/>
                <a:gd name="csY137" fmla="*/ 315779 h 341576"/>
                <a:gd name="csX138" fmla="*/ 329634 w 377884"/>
                <a:gd name="csY138" fmla="*/ 316735 h 341576"/>
                <a:gd name="csX139" fmla="*/ 332022 w 377884"/>
                <a:gd name="csY139" fmla="*/ 319601 h 341576"/>
                <a:gd name="csX140" fmla="*/ 332022 w 377884"/>
                <a:gd name="csY140" fmla="*/ 319601 h 341576"/>
                <a:gd name="csX141" fmla="*/ 333933 w 377884"/>
                <a:gd name="csY141" fmla="*/ 321034 h 341576"/>
                <a:gd name="csX142" fmla="*/ 336321 w 377884"/>
                <a:gd name="csY142" fmla="*/ 321512 h 341576"/>
                <a:gd name="csX143" fmla="*/ 339666 w 377884"/>
                <a:gd name="csY143" fmla="*/ 321990 h 341576"/>
                <a:gd name="csX144" fmla="*/ 341099 w 377884"/>
                <a:gd name="csY144" fmla="*/ 322467 h 341576"/>
                <a:gd name="csX145" fmla="*/ 342532 w 377884"/>
                <a:gd name="csY145" fmla="*/ 322467 h 341576"/>
                <a:gd name="csX146" fmla="*/ 342532 w 377884"/>
                <a:gd name="csY146" fmla="*/ 321990 h 341576"/>
                <a:gd name="csX147" fmla="*/ 342532 w 377884"/>
                <a:gd name="csY147" fmla="*/ 320557 h 341576"/>
                <a:gd name="csX148" fmla="*/ 342532 w 377884"/>
                <a:gd name="csY148" fmla="*/ 319601 h 341576"/>
                <a:gd name="csX149" fmla="*/ 343010 w 377884"/>
                <a:gd name="csY149" fmla="*/ 318646 h 341576"/>
                <a:gd name="csX150" fmla="*/ 343965 w 377884"/>
                <a:gd name="csY150" fmla="*/ 318168 h 341576"/>
                <a:gd name="csX151" fmla="*/ 346354 w 377884"/>
                <a:gd name="csY151" fmla="*/ 318168 h 341576"/>
                <a:gd name="csX152" fmla="*/ 347787 w 377884"/>
                <a:gd name="csY152" fmla="*/ 317690 h 341576"/>
                <a:gd name="csX153" fmla="*/ 348265 w 377884"/>
                <a:gd name="csY153" fmla="*/ 317690 h 341576"/>
                <a:gd name="csX154" fmla="*/ 348265 w 377884"/>
                <a:gd name="csY154" fmla="*/ 320079 h 341576"/>
                <a:gd name="csX155" fmla="*/ 348265 w 377884"/>
                <a:gd name="csY155" fmla="*/ 322945 h 341576"/>
                <a:gd name="csX156" fmla="*/ 348265 w 377884"/>
                <a:gd name="csY156" fmla="*/ 326289 h 341576"/>
                <a:gd name="csX157" fmla="*/ 348265 w 377884"/>
                <a:gd name="csY157" fmla="*/ 330111 h 341576"/>
                <a:gd name="csX158" fmla="*/ 348743 w 377884"/>
                <a:gd name="csY158" fmla="*/ 332977 h 341576"/>
                <a:gd name="csX159" fmla="*/ 348743 w 377884"/>
                <a:gd name="csY159" fmla="*/ 336322 h 341576"/>
                <a:gd name="csX160" fmla="*/ 348743 w 377884"/>
                <a:gd name="csY160" fmla="*/ 340143 h 341576"/>
                <a:gd name="csX161" fmla="*/ 348265 w 377884"/>
                <a:gd name="csY161" fmla="*/ 340621 h 341576"/>
                <a:gd name="csX162" fmla="*/ 348265 w 377884"/>
                <a:gd name="csY162" fmla="*/ 341099 h 341576"/>
                <a:gd name="csX163" fmla="*/ 347309 w 377884"/>
                <a:gd name="csY163" fmla="*/ 341577 h 341576"/>
                <a:gd name="csX164" fmla="*/ 345876 w 377884"/>
                <a:gd name="csY164" fmla="*/ 340621 h 341576"/>
                <a:gd name="csX165" fmla="*/ 345398 w 377884"/>
                <a:gd name="csY165" fmla="*/ 340143 h 341576"/>
                <a:gd name="csX166" fmla="*/ 345398 w 377884"/>
                <a:gd name="csY166" fmla="*/ 338710 h 341576"/>
                <a:gd name="csX167" fmla="*/ 344443 w 377884"/>
                <a:gd name="csY167" fmla="*/ 338232 h 341576"/>
                <a:gd name="csX168" fmla="*/ 344443 w 377884"/>
                <a:gd name="csY168" fmla="*/ 338232 h 341576"/>
                <a:gd name="csX169" fmla="*/ 343487 w 377884"/>
                <a:gd name="csY169" fmla="*/ 337755 h 341576"/>
                <a:gd name="csX170" fmla="*/ 342532 w 377884"/>
                <a:gd name="csY170" fmla="*/ 338232 h 341576"/>
                <a:gd name="csX171" fmla="*/ 340143 w 377884"/>
                <a:gd name="csY171" fmla="*/ 339188 h 341576"/>
                <a:gd name="csX172" fmla="*/ 337755 w 377884"/>
                <a:gd name="csY172" fmla="*/ 340143 h 341576"/>
                <a:gd name="csX173" fmla="*/ 336800 w 377884"/>
                <a:gd name="csY173" fmla="*/ 340621 h 341576"/>
                <a:gd name="csX174" fmla="*/ 334889 w 377884"/>
                <a:gd name="csY174" fmla="*/ 340621 h 341576"/>
                <a:gd name="csX175" fmla="*/ 332977 w 377884"/>
                <a:gd name="csY175" fmla="*/ 340143 h 341576"/>
                <a:gd name="csX176" fmla="*/ 331544 w 377884"/>
                <a:gd name="csY176" fmla="*/ 338710 h 341576"/>
                <a:gd name="csX177" fmla="*/ 331066 w 377884"/>
                <a:gd name="csY177" fmla="*/ 337277 h 341576"/>
                <a:gd name="csX178" fmla="*/ 330111 w 377884"/>
                <a:gd name="csY178" fmla="*/ 335366 h 341576"/>
                <a:gd name="csX179" fmla="*/ 328200 w 377884"/>
                <a:gd name="csY179" fmla="*/ 332977 h 341576"/>
                <a:gd name="csX180" fmla="*/ 327245 w 377884"/>
                <a:gd name="csY180" fmla="*/ 331544 h 341576"/>
                <a:gd name="csX181" fmla="*/ 326289 w 377884"/>
                <a:gd name="csY181" fmla="*/ 330589 h 341576"/>
                <a:gd name="csX182" fmla="*/ 325334 w 377884"/>
                <a:gd name="csY182" fmla="*/ 330589 h 341576"/>
                <a:gd name="csX183" fmla="*/ 323901 w 377884"/>
                <a:gd name="csY183" fmla="*/ 330111 h 341576"/>
                <a:gd name="csX184" fmla="*/ 322945 w 377884"/>
                <a:gd name="csY184" fmla="*/ 328200 h 341576"/>
                <a:gd name="csX185" fmla="*/ 322945 w 377884"/>
                <a:gd name="csY185" fmla="*/ 327723 h 341576"/>
                <a:gd name="csX186" fmla="*/ 322468 w 377884"/>
                <a:gd name="csY186" fmla="*/ 326289 h 341576"/>
                <a:gd name="csX187" fmla="*/ 321989 w 377884"/>
                <a:gd name="csY187" fmla="*/ 325334 h 341576"/>
                <a:gd name="csX188" fmla="*/ 321034 w 377884"/>
                <a:gd name="csY188" fmla="*/ 324378 h 341576"/>
                <a:gd name="csX189" fmla="*/ 320079 w 377884"/>
                <a:gd name="csY189" fmla="*/ 323423 h 341576"/>
                <a:gd name="csX190" fmla="*/ 317690 w 377884"/>
                <a:gd name="csY190" fmla="*/ 322467 h 341576"/>
                <a:gd name="csX191" fmla="*/ 314346 w 377884"/>
                <a:gd name="csY191" fmla="*/ 321512 h 341576"/>
                <a:gd name="csX192" fmla="*/ 310046 w 377884"/>
                <a:gd name="csY192" fmla="*/ 320079 h 341576"/>
                <a:gd name="csX193" fmla="*/ 308136 w 377884"/>
                <a:gd name="csY193" fmla="*/ 320079 h 341576"/>
                <a:gd name="csX194" fmla="*/ 305747 w 377884"/>
                <a:gd name="csY194" fmla="*/ 319601 h 341576"/>
                <a:gd name="csX195" fmla="*/ 304314 w 377884"/>
                <a:gd name="csY195" fmla="*/ 318646 h 341576"/>
                <a:gd name="csX196" fmla="*/ 303836 w 377884"/>
                <a:gd name="csY196" fmla="*/ 318168 h 341576"/>
                <a:gd name="csX197" fmla="*/ 302880 w 377884"/>
                <a:gd name="csY197" fmla="*/ 316257 h 341576"/>
                <a:gd name="csX198" fmla="*/ 301447 w 377884"/>
                <a:gd name="csY198" fmla="*/ 313391 h 341576"/>
                <a:gd name="csX199" fmla="*/ 297625 w 377884"/>
                <a:gd name="csY199" fmla="*/ 310524 h 341576"/>
                <a:gd name="csX200" fmla="*/ 297148 w 377884"/>
                <a:gd name="csY200" fmla="*/ 307180 h 341576"/>
                <a:gd name="csX201" fmla="*/ 296193 w 377884"/>
                <a:gd name="csY201" fmla="*/ 306702 h 341576"/>
                <a:gd name="csX202" fmla="*/ 294759 w 377884"/>
                <a:gd name="csY202" fmla="*/ 307180 h 341576"/>
                <a:gd name="csX203" fmla="*/ 293804 w 377884"/>
                <a:gd name="csY203" fmla="*/ 307658 h 341576"/>
                <a:gd name="csX204" fmla="*/ 293804 w 377884"/>
                <a:gd name="csY204" fmla="*/ 308613 h 341576"/>
                <a:gd name="csX205" fmla="*/ 292848 w 377884"/>
                <a:gd name="csY205" fmla="*/ 311480 h 341576"/>
                <a:gd name="csX206" fmla="*/ 291893 w 377884"/>
                <a:gd name="csY206" fmla="*/ 312913 h 341576"/>
                <a:gd name="csX207" fmla="*/ 291893 w 377884"/>
                <a:gd name="csY207" fmla="*/ 313391 h 341576"/>
                <a:gd name="csX208" fmla="*/ 290937 w 377884"/>
                <a:gd name="csY208" fmla="*/ 313391 h 341576"/>
                <a:gd name="csX209" fmla="*/ 289504 w 377884"/>
                <a:gd name="csY209" fmla="*/ 313868 h 341576"/>
                <a:gd name="csX210" fmla="*/ 287593 w 377884"/>
                <a:gd name="csY210" fmla="*/ 314346 h 341576"/>
                <a:gd name="csX211" fmla="*/ 285205 w 377884"/>
                <a:gd name="csY211" fmla="*/ 314346 h 341576"/>
                <a:gd name="csX212" fmla="*/ 281861 w 377884"/>
                <a:gd name="csY212" fmla="*/ 313868 h 341576"/>
                <a:gd name="csX213" fmla="*/ 279950 w 377884"/>
                <a:gd name="csY213" fmla="*/ 313391 h 341576"/>
                <a:gd name="csX214" fmla="*/ 275172 w 377884"/>
                <a:gd name="csY214" fmla="*/ 312913 h 341576"/>
                <a:gd name="csX215" fmla="*/ 273739 w 377884"/>
                <a:gd name="csY215" fmla="*/ 312435 h 341576"/>
                <a:gd name="csX216" fmla="*/ 271828 w 377884"/>
                <a:gd name="csY216" fmla="*/ 311957 h 341576"/>
                <a:gd name="csX217" fmla="*/ 270395 w 377884"/>
                <a:gd name="csY217" fmla="*/ 311480 h 341576"/>
                <a:gd name="csX218" fmla="*/ 265618 w 377884"/>
                <a:gd name="csY218" fmla="*/ 310047 h 341576"/>
                <a:gd name="csX219" fmla="*/ 263707 w 377884"/>
                <a:gd name="csY219" fmla="*/ 310047 h 341576"/>
                <a:gd name="csX220" fmla="*/ 262751 w 377884"/>
                <a:gd name="csY220" fmla="*/ 309091 h 341576"/>
                <a:gd name="csX221" fmla="*/ 261796 w 377884"/>
                <a:gd name="csY221" fmla="*/ 308613 h 341576"/>
                <a:gd name="csX222" fmla="*/ 260363 w 377884"/>
                <a:gd name="csY222" fmla="*/ 307658 h 341576"/>
                <a:gd name="csX223" fmla="*/ 259885 w 377884"/>
                <a:gd name="csY223" fmla="*/ 306225 h 341576"/>
                <a:gd name="csX224" fmla="*/ 258929 w 377884"/>
                <a:gd name="csY224" fmla="*/ 303836 h 341576"/>
                <a:gd name="csX225" fmla="*/ 259407 w 377884"/>
                <a:gd name="csY225" fmla="*/ 302403 h 341576"/>
                <a:gd name="csX226" fmla="*/ 259885 w 377884"/>
                <a:gd name="csY226" fmla="*/ 300492 h 341576"/>
                <a:gd name="csX227" fmla="*/ 258929 w 377884"/>
                <a:gd name="csY227" fmla="*/ 300014 h 341576"/>
                <a:gd name="csX228" fmla="*/ 258452 w 377884"/>
                <a:gd name="csY228" fmla="*/ 300014 h 341576"/>
                <a:gd name="csX229" fmla="*/ 257018 w 377884"/>
                <a:gd name="csY229" fmla="*/ 300492 h 341576"/>
                <a:gd name="csX230" fmla="*/ 255108 w 377884"/>
                <a:gd name="csY230" fmla="*/ 300970 h 341576"/>
                <a:gd name="csX231" fmla="*/ 250808 w 377884"/>
                <a:gd name="csY231" fmla="*/ 301447 h 341576"/>
                <a:gd name="csX232" fmla="*/ 249375 w 377884"/>
                <a:gd name="csY232" fmla="*/ 301925 h 341576"/>
                <a:gd name="csX233" fmla="*/ 247942 w 377884"/>
                <a:gd name="csY233" fmla="*/ 302403 h 341576"/>
                <a:gd name="csX234" fmla="*/ 246986 w 377884"/>
                <a:gd name="csY234" fmla="*/ 302881 h 341576"/>
                <a:gd name="csX235" fmla="*/ 244120 w 377884"/>
                <a:gd name="csY235" fmla="*/ 304314 h 341576"/>
                <a:gd name="csX236" fmla="*/ 242686 w 377884"/>
                <a:gd name="csY236" fmla="*/ 304314 h 341576"/>
                <a:gd name="csX237" fmla="*/ 241253 w 377884"/>
                <a:gd name="csY237" fmla="*/ 303836 h 341576"/>
                <a:gd name="csX238" fmla="*/ 240298 w 377884"/>
                <a:gd name="csY238" fmla="*/ 302881 h 341576"/>
                <a:gd name="csX239" fmla="*/ 241253 w 377884"/>
                <a:gd name="csY239" fmla="*/ 301925 h 341576"/>
                <a:gd name="csX240" fmla="*/ 241253 w 377884"/>
                <a:gd name="csY240" fmla="*/ 300970 h 341576"/>
                <a:gd name="csX241" fmla="*/ 240776 w 377884"/>
                <a:gd name="csY241" fmla="*/ 298581 h 341576"/>
                <a:gd name="csX242" fmla="*/ 239820 w 377884"/>
                <a:gd name="csY242" fmla="*/ 297625 h 341576"/>
                <a:gd name="csX243" fmla="*/ 237432 w 377884"/>
                <a:gd name="csY243" fmla="*/ 296670 h 341576"/>
                <a:gd name="csX244" fmla="*/ 236476 w 377884"/>
                <a:gd name="csY244" fmla="*/ 296670 h 341576"/>
                <a:gd name="csX245" fmla="*/ 235998 w 377884"/>
                <a:gd name="csY245" fmla="*/ 295237 h 341576"/>
                <a:gd name="csX246" fmla="*/ 235043 w 377884"/>
                <a:gd name="csY246" fmla="*/ 294282 h 341576"/>
                <a:gd name="csX247" fmla="*/ 233610 w 377884"/>
                <a:gd name="csY247" fmla="*/ 293804 h 341576"/>
                <a:gd name="csX248" fmla="*/ 233132 w 377884"/>
                <a:gd name="csY248" fmla="*/ 293804 h 341576"/>
                <a:gd name="csX249" fmla="*/ 232177 w 377884"/>
                <a:gd name="csY249" fmla="*/ 294282 h 341576"/>
                <a:gd name="csX250" fmla="*/ 231699 w 377884"/>
                <a:gd name="csY250" fmla="*/ 295237 h 341576"/>
                <a:gd name="csX251" fmla="*/ 231699 w 377884"/>
                <a:gd name="csY251" fmla="*/ 295715 h 341576"/>
                <a:gd name="csX252" fmla="*/ 230266 w 377884"/>
                <a:gd name="csY252" fmla="*/ 296670 h 341576"/>
                <a:gd name="csX253" fmla="*/ 227399 w 377884"/>
                <a:gd name="csY253" fmla="*/ 296192 h 341576"/>
                <a:gd name="csX254" fmla="*/ 225011 w 377884"/>
                <a:gd name="csY254" fmla="*/ 295715 h 341576"/>
                <a:gd name="csX255" fmla="*/ 223100 w 377884"/>
                <a:gd name="csY255" fmla="*/ 295715 h 341576"/>
                <a:gd name="csX256" fmla="*/ 221667 w 377884"/>
                <a:gd name="csY256" fmla="*/ 295715 h 341576"/>
                <a:gd name="csX257" fmla="*/ 216889 w 377884"/>
                <a:gd name="csY257" fmla="*/ 297625 h 341576"/>
                <a:gd name="csX258" fmla="*/ 215456 w 377884"/>
                <a:gd name="csY258" fmla="*/ 297625 h 341576"/>
                <a:gd name="csX259" fmla="*/ 210201 w 377884"/>
                <a:gd name="csY259" fmla="*/ 297625 h 341576"/>
                <a:gd name="csX260" fmla="*/ 207335 w 377884"/>
                <a:gd name="csY260" fmla="*/ 297148 h 341576"/>
                <a:gd name="csX261" fmla="*/ 204946 w 377884"/>
                <a:gd name="csY261" fmla="*/ 297148 h 341576"/>
                <a:gd name="csX262" fmla="*/ 204946 w 377884"/>
                <a:gd name="csY262" fmla="*/ 297148 h 341576"/>
                <a:gd name="csX263" fmla="*/ 203513 w 377884"/>
                <a:gd name="csY263" fmla="*/ 297625 h 341576"/>
                <a:gd name="csX264" fmla="*/ 201602 w 377884"/>
                <a:gd name="csY264" fmla="*/ 299059 h 341576"/>
                <a:gd name="csX265" fmla="*/ 200169 w 377884"/>
                <a:gd name="csY265" fmla="*/ 300014 h 341576"/>
                <a:gd name="csX266" fmla="*/ 199691 w 377884"/>
                <a:gd name="csY266" fmla="*/ 299536 h 341576"/>
                <a:gd name="csX267" fmla="*/ 199213 w 377884"/>
                <a:gd name="csY267" fmla="*/ 299059 h 341576"/>
                <a:gd name="csX268" fmla="*/ 198258 w 377884"/>
                <a:gd name="csY268" fmla="*/ 298581 h 341576"/>
                <a:gd name="csX269" fmla="*/ 198258 w 377884"/>
                <a:gd name="csY269" fmla="*/ 296192 h 341576"/>
                <a:gd name="csX270" fmla="*/ 197302 w 377884"/>
                <a:gd name="csY270" fmla="*/ 294282 h 341576"/>
                <a:gd name="csX271" fmla="*/ 197780 w 377884"/>
                <a:gd name="csY271" fmla="*/ 292848 h 341576"/>
                <a:gd name="csX272" fmla="*/ 199691 w 377884"/>
                <a:gd name="csY272" fmla="*/ 292370 h 341576"/>
                <a:gd name="csX273" fmla="*/ 199691 w 377884"/>
                <a:gd name="csY273" fmla="*/ 292370 h 341576"/>
                <a:gd name="csX274" fmla="*/ 199691 w 377884"/>
                <a:gd name="csY274" fmla="*/ 292370 h 341576"/>
                <a:gd name="csX275" fmla="*/ 200169 w 377884"/>
                <a:gd name="csY275" fmla="*/ 290459 h 341576"/>
                <a:gd name="csX276" fmla="*/ 199691 w 377884"/>
                <a:gd name="csY276" fmla="*/ 288071 h 341576"/>
                <a:gd name="csX277" fmla="*/ 199691 w 377884"/>
                <a:gd name="csY277" fmla="*/ 286160 h 341576"/>
                <a:gd name="csX278" fmla="*/ 199691 w 377884"/>
                <a:gd name="csY278" fmla="*/ 285205 h 341576"/>
                <a:gd name="csX279" fmla="*/ 199213 w 377884"/>
                <a:gd name="csY279" fmla="*/ 282338 h 341576"/>
                <a:gd name="csX280" fmla="*/ 197780 w 377884"/>
                <a:gd name="csY280" fmla="*/ 278516 h 341576"/>
                <a:gd name="csX281" fmla="*/ 195869 w 377884"/>
                <a:gd name="csY281" fmla="*/ 275172 h 341576"/>
                <a:gd name="csX282" fmla="*/ 193003 w 377884"/>
                <a:gd name="csY282" fmla="*/ 272784 h 341576"/>
                <a:gd name="csX283" fmla="*/ 191092 w 377884"/>
                <a:gd name="csY283" fmla="*/ 270395 h 341576"/>
                <a:gd name="csX284" fmla="*/ 190136 w 377884"/>
                <a:gd name="csY284" fmla="*/ 268006 h 341576"/>
                <a:gd name="csX285" fmla="*/ 190614 w 377884"/>
                <a:gd name="csY285" fmla="*/ 262751 h 341576"/>
                <a:gd name="csX286" fmla="*/ 191570 w 377884"/>
                <a:gd name="csY286" fmla="*/ 257496 h 341576"/>
                <a:gd name="csX287" fmla="*/ 192047 w 377884"/>
                <a:gd name="csY287" fmla="*/ 253675 h 341576"/>
                <a:gd name="csX288" fmla="*/ 192047 w 377884"/>
                <a:gd name="csY288" fmla="*/ 247464 h 341576"/>
                <a:gd name="csX289" fmla="*/ 190136 w 377884"/>
                <a:gd name="csY289" fmla="*/ 243164 h 341576"/>
                <a:gd name="csX290" fmla="*/ 189659 w 377884"/>
                <a:gd name="csY290" fmla="*/ 238865 h 341576"/>
                <a:gd name="csX291" fmla="*/ 190614 w 377884"/>
                <a:gd name="csY291" fmla="*/ 234087 h 341576"/>
                <a:gd name="csX292" fmla="*/ 190614 w 377884"/>
                <a:gd name="csY292" fmla="*/ 230743 h 341576"/>
                <a:gd name="csX293" fmla="*/ 190136 w 377884"/>
                <a:gd name="csY293" fmla="*/ 228833 h 341576"/>
                <a:gd name="csX294" fmla="*/ 189659 w 377884"/>
                <a:gd name="csY294" fmla="*/ 228833 h 341576"/>
                <a:gd name="csX295" fmla="*/ 189181 w 377884"/>
                <a:gd name="csY295" fmla="*/ 228355 h 341576"/>
                <a:gd name="csX296" fmla="*/ 184404 w 377884"/>
                <a:gd name="csY296" fmla="*/ 228355 h 341576"/>
                <a:gd name="csX297" fmla="*/ 177715 w 377884"/>
                <a:gd name="csY297" fmla="*/ 228355 h 341576"/>
                <a:gd name="csX298" fmla="*/ 172461 w 377884"/>
                <a:gd name="csY298" fmla="*/ 227877 h 341576"/>
                <a:gd name="csX299" fmla="*/ 166250 w 377884"/>
                <a:gd name="csY299" fmla="*/ 227877 h 341576"/>
                <a:gd name="csX300" fmla="*/ 165295 w 377884"/>
                <a:gd name="csY300" fmla="*/ 227399 h 341576"/>
                <a:gd name="csX301" fmla="*/ 164817 w 377884"/>
                <a:gd name="csY301" fmla="*/ 226444 h 341576"/>
                <a:gd name="csX302" fmla="*/ 164817 w 377884"/>
                <a:gd name="csY302" fmla="*/ 225011 h 341576"/>
                <a:gd name="csX303" fmla="*/ 166250 w 377884"/>
                <a:gd name="csY303" fmla="*/ 221667 h 341576"/>
                <a:gd name="csX304" fmla="*/ 166250 w 377884"/>
                <a:gd name="csY304" fmla="*/ 221667 h 341576"/>
                <a:gd name="csX305" fmla="*/ 165772 w 377884"/>
                <a:gd name="csY305" fmla="*/ 221667 h 341576"/>
                <a:gd name="csX306" fmla="*/ 163861 w 377884"/>
                <a:gd name="csY306" fmla="*/ 221667 h 341576"/>
                <a:gd name="csX307" fmla="*/ 163861 w 377884"/>
                <a:gd name="csY307" fmla="*/ 221667 h 341576"/>
                <a:gd name="csX308" fmla="*/ 158129 w 377884"/>
                <a:gd name="csY308" fmla="*/ 222144 h 341576"/>
                <a:gd name="csX309" fmla="*/ 154307 w 377884"/>
                <a:gd name="csY309" fmla="*/ 222622 h 341576"/>
                <a:gd name="csX310" fmla="*/ 151918 w 377884"/>
                <a:gd name="csY310" fmla="*/ 222622 h 341576"/>
                <a:gd name="csX311" fmla="*/ 150963 w 377884"/>
                <a:gd name="csY311" fmla="*/ 223100 h 341576"/>
                <a:gd name="csX312" fmla="*/ 147619 w 377884"/>
                <a:gd name="csY312" fmla="*/ 223577 h 341576"/>
                <a:gd name="csX313" fmla="*/ 144752 w 377884"/>
                <a:gd name="csY313" fmla="*/ 225488 h 341576"/>
                <a:gd name="csX314" fmla="*/ 143797 w 377884"/>
                <a:gd name="csY314" fmla="*/ 227877 h 341576"/>
                <a:gd name="csX315" fmla="*/ 144274 w 377884"/>
                <a:gd name="csY315" fmla="*/ 230266 h 341576"/>
                <a:gd name="csX316" fmla="*/ 143797 w 377884"/>
                <a:gd name="csY316" fmla="*/ 231699 h 341576"/>
                <a:gd name="csX317" fmla="*/ 142841 w 377884"/>
                <a:gd name="csY317" fmla="*/ 233132 h 341576"/>
                <a:gd name="csX318" fmla="*/ 141886 w 377884"/>
                <a:gd name="csY318" fmla="*/ 235043 h 341576"/>
                <a:gd name="csX319" fmla="*/ 141886 w 377884"/>
                <a:gd name="csY319" fmla="*/ 235998 h 341576"/>
                <a:gd name="csX320" fmla="*/ 141408 w 377884"/>
                <a:gd name="csY320" fmla="*/ 240776 h 341576"/>
                <a:gd name="csX321" fmla="*/ 137108 w 377884"/>
                <a:gd name="csY321" fmla="*/ 241253 h 341576"/>
                <a:gd name="csX322" fmla="*/ 133287 w 377884"/>
                <a:gd name="csY322" fmla="*/ 241253 h 341576"/>
                <a:gd name="csX323" fmla="*/ 132331 w 377884"/>
                <a:gd name="csY323" fmla="*/ 241253 h 341576"/>
                <a:gd name="csX324" fmla="*/ 127554 w 377884"/>
                <a:gd name="csY324" fmla="*/ 239820 h 341576"/>
                <a:gd name="csX325" fmla="*/ 125643 w 377884"/>
                <a:gd name="csY325" fmla="*/ 239820 h 341576"/>
                <a:gd name="csX326" fmla="*/ 124210 w 377884"/>
                <a:gd name="csY326" fmla="*/ 240776 h 341576"/>
                <a:gd name="csX327" fmla="*/ 121343 w 377884"/>
                <a:gd name="csY327" fmla="*/ 241253 h 341576"/>
                <a:gd name="csX328" fmla="*/ 118477 w 377884"/>
                <a:gd name="csY328" fmla="*/ 241731 h 341576"/>
                <a:gd name="csX329" fmla="*/ 115611 w 377884"/>
                <a:gd name="csY329" fmla="*/ 243164 h 341576"/>
                <a:gd name="csX330" fmla="*/ 114655 w 377884"/>
                <a:gd name="csY330" fmla="*/ 243164 h 341576"/>
                <a:gd name="csX331" fmla="*/ 112744 w 377884"/>
                <a:gd name="csY331" fmla="*/ 242687 h 341576"/>
                <a:gd name="csX332" fmla="*/ 110356 w 377884"/>
                <a:gd name="csY332" fmla="*/ 242687 h 341576"/>
                <a:gd name="csX333" fmla="*/ 107489 w 377884"/>
                <a:gd name="csY333" fmla="*/ 242687 h 341576"/>
                <a:gd name="csX334" fmla="*/ 106056 w 377884"/>
                <a:gd name="csY334" fmla="*/ 243164 h 341576"/>
                <a:gd name="csX335" fmla="*/ 105578 w 377884"/>
                <a:gd name="csY335" fmla="*/ 242687 h 341576"/>
                <a:gd name="csX336" fmla="*/ 103190 w 377884"/>
                <a:gd name="csY336" fmla="*/ 238865 h 341576"/>
                <a:gd name="csX337" fmla="*/ 99846 w 377884"/>
                <a:gd name="csY337" fmla="*/ 234565 h 341576"/>
                <a:gd name="csX338" fmla="*/ 97935 w 377884"/>
                <a:gd name="csY338" fmla="*/ 231221 h 341576"/>
                <a:gd name="csX339" fmla="*/ 96979 w 377884"/>
                <a:gd name="csY339" fmla="*/ 230743 h 341576"/>
                <a:gd name="csX340" fmla="*/ 96024 w 377884"/>
                <a:gd name="csY340" fmla="*/ 229788 h 341576"/>
                <a:gd name="csX341" fmla="*/ 94590 w 377884"/>
                <a:gd name="csY341" fmla="*/ 227877 h 341576"/>
                <a:gd name="csX342" fmla="*/ 93635 w 377884"/>
                <a:gd name="csY342" fmla="*/ 225966 h 341576"/>
                <a:gd name="csX343" fmla="*/ 94113 w 377884"/>
                <a:gd name="csY343" fmla="*/ 224055 h 341576"/>
                <a:gd name="csX344" fmla="*/ 93157 w 377884"/>
                <a:gd name="csY344" fmla="*/ 221667 h 341576"/>
                <a:gd name="csX345" fmla="*/ 91246 w 377884"/>
                <a:gd name="csY345" fmla="*/ 218800 h 341576"/>
                <a:gd name="csX346" fmla="*/ 89813 w 377884"/>
                <a:gd name="csY346" fmla="*/ 215934 h 341576"/>
                <a:gd name="csX347" fmla="*/ 88858 w 377884"/>
                <a:gd name="csY347" fmla="*/ 213545 h 341576"/>
                <a:gd name="csX348" fmla="*/ 88858 w 377884"/>
                <a:gd name="csY348" fmla="*/ 211156 h 341576"/>
                <a:gd name="csX349" fmla="*/ 89335 w 377884"/>
                <a:gd name="csY349" fmla="*/ 209245 h 341576"/>
                <a:gd name="csX350" fmla="*/ 88858 w 377884"/>
                <a:gd name="csY350" fmla="*/ 207812 h 341576"/>
                <a:gd name="csX351" fmla="*/ 87424 w 377884"/>
                <a:gd name="csY351" fmla="*/ 206857 h 341576"/>
                <a:gd name="csX352" fmla="*/ 86947 w 377884"/>
                <a:gd name="csY352" fmla="*/ 205902 h 341576"/>
                <a:gd name="csX353" fmla="*/ 86469 w 377884"/>
                <a:gd name="csY353" fmla="*/ 205424 h 341576"/>
                <a:gd name="csX354" fmla="*/ 85514 w 377884"/>
                <a:gd name="csY354" fmla="*/ 203991 h 341576"/>
                <a:gd name="csX355" fmla="*/ 85514 w 377884"/>
                <a:gd name="csY355" fmla="*/ 203991 h 341576"/>
                <a:gd name="csX356" fmla="*/ 83603 w 377884"/>
                <a:gd name="csY356" fmla="*/ 203035 h 341576"/>
                <a:gd name="csX357" fmla="*/ 81214 w 377884"/>
                <a:gd name="csY357" fmla="*/ 202557 h 341576"/>
                <a:gd name="csX358" fmla="*/ 75959 w 377884"/>
                <a:gd name="csY358" fmla="*/ 202080 h 341576"/>
                <a:gd name="csX359" fmla="*/ 69749 w 377884"/>
                <a:gd name="csY359" fmla="*/ 202080 h 341576"/>
                <a:gd name="csX360" fmla="*/ 63538 w 377884"/>
                <a:gd name="csY360" fmla="*/ 202557 h 341576"/>
                <a:gd name="csX361" fmla="*/ 56850 w 377884"/>
                <a:gd name="csY361" fmla="*/ 202557 h 341576"/>
                <a:gd name="csX362" fmla="*/ 50162 w 377884"/>
                <a:gd name="csY362" fmla="*/ 202557 h 341576"/>
                <a:gd name="csX363" fmla="*/ 48251 w 377884"/>
                <a:gd name="csY363" fmla="*/ 202557 h 341576"/>
                <a:gd name="csX364" fmla="*/ 42996 w 377884"/>
                <a:gd name="csY364" fmla="*/ 203035 h 341576"/>
                <a:gd name="csX365" fmla="*/ 39174 w 377884"/>
                <a:gd name="csY365" fmla="*/ 202557 h 341576"/>
                <a:gd name="csX366" fmla="*/ 37741 w 377884"/>
                <a:gd name="csY366" fmla="*/ 202557 h 341576"/>
                <a:gd name="csX367" fmla="*/ 34874 w 377884"/>
                <a:gd name="csY367" fmla="*/ 202080 h 341576"/>
                <a:gd name="csX368" fmla="*/ 30575 w 377884"/>
                <a:gd name="csY368" fmla="*/ 202080 h 341576"/>
                <a:gd name="csX369" fmla="*/ 28186 w 377884"/>
                <a:gd name="csY369" fmla="*/ 202080 h 341576"/>
                <a:gd name="csX370" fmla="*/ 22931 w 377884"/>
                <a:gd name="csY370" fmla="*/ 202080 h 341576"/>
                <a:gd name="csX371" fmla="*/ 22453 w 377884"/>
                <a:gd name="csY371" fmla="*/ 202080 h 341576"/>
                <a:gd name="csX372" fmla="*/ 21498 w 377884"/>
                <a:gd name="csY372" fmla="*/ 202557 h 341576"/>
                <a:gd name="csX373" fmla="*/ 19109 w 377884"/>
                <a:gd name="csY373" fmla="*/ 202080 h 341576"/>
                <a:gd name="csX374" fmla="*/ 16721 w 377884"/>
                <a:gd name="csY374" fmla="*/ 202080 h 341576"/>
                <a:gd name="csX375" fmla="*/ 16721 w 377884"/>
                <a:gd name="csY375" fmla="*/ 202557 h 341576"/>
                <a:gd name="csX376" fmla="*/ 15287 w 377884"/>
                <a:gd name="csY376" fmla="*/ 201602 h 341576"/>
                <a:gd name="csX377" fmla="*/ 12899 w 377884"/>
                <a:gd name="csY377" fmla="*/ 202080 h 341576"/>
                <a:gd name="csX378" fmla="*/ 11466 w 377884"/>
                <a:gd name="csY378" fmla="*/ 202557 h 341576"/>
                <a:gd name="csX379" fmla="*/ 9077 w 377884"/>
                <a:gd name="csY379" fmla="*/ 203991 h 341576"/>
                <a:gd name="csX380" fmla="*/ 5733 w 377884"/>
                <a:gd name="csY380" fmla="*/ 204946 h 341576"/>
                <a:gd name="csX381" fmla="*/ 4777 w 377884"/>
                <a:gd name="csY381" fmla="*/ 204946 h 341576"/>
                <a:gd name="csX382" fmla="*/ 3822 w 377884"/>
                <a:gd name="csY382" fmla="*/ 204468 h 341576"/>
                <a:gd name="csX383" fmla="*/ 1911 w 377884"/>
                <a:gd name="csY383" fmla="*/ 203035 h 341576"/>
                <a:gd name="csX384" fmla="*/ 478 w 377884"/>
                <a:gd name="csY384" fmla="*/ 201124 h 341576"/>
                <a:gd name="csX385" fmla="*/ 0 w 377884"/>
                <a:gd name="csY385" fmla="*/ 200169 h 341576"/>
                <a:gd name="csX386" fmla="*/ 478 w 377884"/>
                <a:gd name="csY386" fmla="*/ 200169 h 341576"/>
                <a:gd name="csX387" fmla="*/ 3344 w 377884"/>
                <a:gd name="csY387" fmla="*/ 199691 h 341576"/>
                <a:gd name="csX388" fmla="*/ 5255 w 377884"/>
                <a:gd name="csY388" fmla="*/ 199691 h 341576"/>
                <a:gd name="csX389" fmla="*/ 5733 w 377884"/>
                <a:gd name="csY389" fmla="*/ 199213 h 341576"/>
                <a:gd name="csX390" fmla="*/ 5733 w 377884"/>
                <a:gd name="csY390" fmla="*/ 194436 h 341576"/>
                <a:gd name="csX391" fmla="*/ 6210 w 377884"/>
                <a:gd name="csY391" fmla="*/ 189181 h 341576"/>
                <a:gd name="csX392" fmla="*/ 5733 w 377884"/>
                <a:gd name="csY392" fmla="*/ 189181 h 341576"/>
                <a:gd name="csX393" fmla="*/ 5255 w 377884"/>
                <a:gd name="csY393" fmla="*/ 188703 h 341576"/>
                <a:gd name="csX394" fmla="*/ 4777 w 377884"/>
                <a:gd name="csY394" fmla="*/ 188226 h 341576"/>
                <a:gd name="csX395" fmla="*/ 4777 w 377884"/>
                <a:gd name="csY395" fmla="*/ 187748 h 341576"/>
                <a:gd name="csX396" fmla="*/ 5733 w 377884"/>
                <a:gd name="csY396" fmla="*/ 187270 h 341576"/>
                <a:gd name="csX397" fmla="*/ 7166 w 377884"/>
                <a:gd name="csY397" fmla="*/ 186792 h 341576"/>
                <a:gd name="csX398" fmla="*/ 7644 w 377884"/>
                <a:gd name="csY398" fmla="*/ 186314 h 341576"/>
                <a:gd name="csX399" fmla="*/ 9077 w 377884"/>
                <a:gd name="csY399" fmla="*/ 184881 h 341576"/>
                <a:gd name="csX400" fmla="*/ 11943 w 377884"/>
                <a:gd name="csY400" fmla="*/ 182015 h 341576"/>
                <a:gd name="csX401" fmla="*/ 14332 w 377884"/>
                <a:gd name="csY401" fmla="*/ 181060 h 341576"/>
                <a:gd name="csX402" fmla="*/ 16721 w 377884"/>
                <a:gd name="csY402" fmla="*/ 180104 h 341576"/>
                <a:gd name="csX403" fmla="*/ 16721 w 377884"/>
                <a:gd name="csY403" fmla="*/ 180104 h 341576"/>
                <a:gd name="csX404" fmla="*/ 17198 w 377884"/>
                <a:gd name="csY404" fmla="*/ 179626 h 341576"/>
                <a:gd name="csX405" fmla="*/ 18154 w 377884"/>
                <a:gd name="csY405" fmla="*/ 179626 h 341576"/>
                <a:gd name="csX406" fmla="*/ 18632 w 377884"/>
                <a:gd name="csY406" fmla="*/ 179626 h 341576"/>
                <a:gd name="csX407" fmla="*/ 19109 w 377884"/>
                <a:gd name="csY407" fmla="*/ 180582 h 341576"/>
                <a:gd name="csX408" fmla="*/ 19587 w 377884"/>
                <a:gd name="csY408" fmla="*/ 181060 h 341576"/>
                <a:gd name="csX409" fmla="*/ 19587 w 377884"/>
                <a:gd name="csY409" fmla="*/ 181537 h 341576"/>
                <a:gd name="csX410" fmla="*/ 21498 w 377884"/>
                <a:gd name="csY410" fmla="*/ 182493 h 341576"/>
                <a:gd name="csX411" fmla="*/ 22931 w 377884"/>
                <a:gd name="csY411" fmla="*/ 183448 h 341576"/>
                <a:gd name="csX412" fmla="*/ 23886 w 377884"/>
                <a:gd name="csY412" fmla="*/ 183926 h 341576"/>
                <a:gd name="csX413" fmla="*/ 24842 w 377884"/>
                <a:gd name="csY413" fmla="*/ 182970 h 341576"/>
                <a:gd name="csX414" fmla="*/ 26275 w 377884"/>
                <a:gd name="csY414" fmla="*/ 182015 h 341576"/>
                <a:gd name="csX415" fmla="*/ 28664 w 377884"/>
                <a:gd name="csY415" fmla="*/ 181537 h 341576"/>
                <a:gd name="csX416" fmla="*/ 29142 w 377884"/>
                <a:gd name="csY416" fmla="*/ 181060 h 341576"/>
                <a:gd name="csX417" fmla="*/ 29142 w 377884"/>
                <a:gd name="csY417" fmla="*/ 179626 h 341576"/>
                <a:gd name="csX418" fmla="*/ 29619 w 377884"/>
                <a:gd name="csY418" fmla="*/ 178193 h 341576"/>
                <a:gd name="csX419" fmla="*/ 29619 w 377884"/>
                <a:gd name="csY419" fmla="*/ 176760 h 341576"/>
                <a:gd name="csX420" fmla="*/ 30097 w 377884"/>
                <a:gd name="csY420" fmla="*/ 176760 h 341576"/>
                <a:gd name="csX421" fmla="*/ 31052 w 377884"/>
                <a:gd name="csY421" fmla="*/ 176282 h 341576"/>
                <a:gd name="csX422" fmla="*/ 32486 w 377884"/>
                <a:gd name="csY422" fmla="*/ 176760 h 341576"/>
                <a:gd name="csX423" fmla="*/ 32963 w 377884"/>
                <a:gd name="csY423" fmla="*/ 177238 h 341576"/>
                <a:gd name="csX424" fmla="*/ 33919 w 377884"/>
                <a:gd name="csY424" fmla="*/ 177238 h 341576"/>
                <a:gd name="csX425" fmla="*/ 34874 w 377884"/>
                <a:gd name="csY425" fmla="*/ 176760 h 341576"/>
                <a:gd name="csX426" fmla="*/ 36308 w 377884"/>
                <a:gd name="csY426" fmla="*/ 176282 h 341576"/>
                <a:gd name="csX427" fmla="*/ 37741 w 377884"/>
                <a:gd name="csY427" fmla="*/ 175804 h 341576"/>
                <a:gd name="csX428" fmla="*/ 39651 w 377884"/>
                <a:gd name="csY428" fmla="*/ 174849 h 341576"/>
                <a:gd name="csX429" fmla="*/ 41563 w 377884"/>
                <a:gd name="csY429" fmla="*/ 173894 h 341576"/>
                <a:gd name="csX430" fmla="*/ 42518 w 377884"/>
                <a:gd name="csY430" fmla="*/ 173894 h 341576"/>
                <a:gd name="csX431" fmla="*/ 43474 w 377884"/>
                <a:gd name="csY431" fmla="*/ 175327 h 341576"/>
                <a:gd name="csX432" fmla="*/ 43951 w 377884"/>
                <a:gd name="csY432" fmla="*/ 176282 h 341576"/>
                <a:gd name="csX433" fmla="*/ 43951 w 377884"/>
                <a:gd name="csY433" fmla="*/ 176760 h 341576"/>
                <a:gd name="csX434" fmla="*/ 43474 w 377884"/>
                <a:gd name="csY434" fmla="*/ 177715 h 341576"/>
                <a:gd name="csX435" fmla="*/ 42518 w 377884"/>
                <a:gd name="csY435" fmla="*/ 179149 h 341576"/>
                <a:gd name="csX436" fmla="*/ 43474 w 377884"/>
                <a:gd name="csY436" fmla="*/ 181060 h 341576"/>
                <a:gd name="csX437" fmla="*/ 43474 w 377884"/>
                <a:gd name="csY437" fmla="*/ 182493 h 341576"/>
                <a:gd name="csX438" fmla="*/ 43474 w 377884"/>
                <a:gd name="csY438" fmla="*/ 183448 h 341576"/>
                <a:gd name="csX439" fmla="*/ 43951 w 377884"/>
                <a:gd name="csY439" fmla="*/ 183926 h 341576"/>
                <a:gd name="csX440" fmla="*/ 44429 w 377884"/>
                <a:gd name="csY440" fmla="*/ 184404 h 341576"/>
                <a:gd name="csX441" fmla="*/ 44907 w 377884"/>
                <a:gd name="csY441" fmla="*/ 183926 h 341576"/>
                <a:gd name="csX442" fmla="*/ 46340 w 377884"/>
                <a:gd name="csY442" fmla="*/ 183926 h 341576"/>
                <a:gd name="csX443" fmla="*/ 47773 w 377884"/>
                <a:gd name="csY443" fmla="*/ 184404 h 341576"/>
                <a:gd name="csX444" fmla="*/ 49206 w 377884"/>
                <a:gd name="csY444" fmla="*/ 184404 h 341576"/>
                <a:gd name="csX445" fmla="*/ 50639 w 377884"/>
                <a:gd name="csY445" fmla="*/ 183926 h 341576"/>
                <a:gd name="csX446" fmla="*/ 53506 w 377884"/>
                <a:gd name="csY446" fmla="*/ 181060 h 341576"/>
                <a:gd name="csX447" fmla="*/ 57328 w 377884"/>
                <a:gd name="csY447" fmla="*/ 176760 h 341576"/>
                <a:gd name="csX448" fmla="*/ 60672 w 377884"/>
                <a:gd name="csY448" fmla="*/ 173894 h 341576"/>
                <a:gd name="csX449" fmla="*/ 63060 w 377884"/>
                <a:gd name="csY449" fmla="*/ 172938 h 341576"/>
                <a:gd name="csX450" fmla="*/ 64493 w 377884"/>
                <a:gd name="csY450" fmla="*/ 171505 h 341576"/>
                <a:gd name="csX451" fmla="*/ 65449 w 377884"/>
                <a:gd name="csY451" fmla="*/ 170072 h 341576"/>
                <a:gd name="csX452" fmla="*/ 66882 w 377884"/>
                <a:gd name="csY452" fmla="*/ 169116 h 341576"/>
                <a:gd name="csX453" fmla="*/ 70226 w 377884"/>
                <a:gd name="csY453" fmla="*/ 168161 h 341576"/>
                <a:gd name="csX454" fmla="*/ 72615 w 377884"/>
                <a:gd name="csY454" fmla="*/ 167205 h 341576"/>
                <a:gd name="csX455" fmla="*/ 74526 w 377884"/>
                <a:gd name="csY455" fmla="*/ 164339 h 341576"/>
                <a:gd name="csX456" fmla="*/ 77870 w 377884"/>
                <a:gd name="csY456" fmla="*/ 158606 h 341576"/>
                <a:gd name="csX457" fmla="*/ 78825 w 377884"/>
                <a:gd name="csY457" fmla="*/ 153829 h 341576"/>
                <a:gd name="csX458" fmla="*/ 79303 w 377884"/>
                <a:gd name="csY458" fmla="*/ 150963 h 341576"/>
                <a:gd name="csX459" fmla="*/ 78825 w 377884"/>
                <a:gd name="csY459" fmla="*/ 140930 h 341576"/>
                <a:gd name="csX460" fmla="*/ 78825 w 377884"/>
                <a:gd name="csY460" fmla="*/ 137586 h 341576"/>
                <a:gd name="csX461" fmla="*/ 79303 w 377884"/>
                <a:gd name="csY461" fmla="*/ 135675 h 341576"/>
                <a:gd name="csX462" fmla="*/ 80258 w 377884"/>
                <a:gd name="csY462" fmla="*/ 134242 h 341576"/>
                <a:gd name="csX463" fmla="*/ 83603 w 377884"/>
                <a:gd name="csY463" fmla="*/ 131854 h 341576"/>
                <a:gd name="csX464" fmla="*/ 85514 w 377884"/>
                <a:gd name="csY464" fmla="*/ 129465 h 341576"/>
                <a:gd name="csX465" fmla="*/ 87424 w 377884"/>
                <a:gd name="csY465" fmla="*/ 127076 h 341576"/>
                <a:gd name="csX466" fmla="*/ 90291 w 377884"/>
                <a:gd name="csY466" fmla="*/ 120865 h 341576"/>
                <a:gd name="csX467" fmla="*/ 91724 w 377884"/>
                <a:gd name="csY467" fmla="*/ 118955 h 341576"/>
                <a:gd name="csX468" fmla="*/ 92202 w 377884"/>
                <a:gd name="csY468" fmla="*/ 118477 h 341576"/>
                <a:gd name="csX469" fmla="*/ 94113 w 377884"/>
                <a:gd name="csY469" fmla="*/ 116566 h 341576"/>
                <a:gd name="csX470" fmla="*/ 96979 w 377884"/>
                <a:gd name="csY470" fmla="*/ 115611 h 341576"/>
                <a:gd name="csX471" fmla="*/ 100323 w 377884"/>
                <a:gd name="csY471" fmla="*/ 114177 h 341576"/>
                <a:gd name="csX472" fmla="*/ 105578 w 377884"/>
                <a:gd name="csY472" fmla="*/ 110356 h 341576"/>
                <a:gd name="csX473" fmla="*/ 109878 w 377884"/>
                <a:gd name="csY473" fmla="*/ 106056 h 341576"/>
                <a:gd name="csX474" fmla="*/ 108922 w 377884"/>
                <a:gd name="csY474" fmla="*/ 101279 h 341576"/>
                <a:gd name="csX475" fmla="*/ 109878 w 377884"/>
                <a:gd name="csY475" fmla="*/ 96979 h 341576"/>
                <a:gd name="csX476" fmla="*/ 112266 w 377884"/>
                <a:gd name="csY476" fmla="*/ 92202 h 341576"/>
                <a:gd name="csX477" fmla="*/ 113222 w 377884"/>
                <a:gd name="csY477" fmla="*/ 86469 h 341576"/>
                <a:gd name="csX478" fmla="*/ 112266 w 377884"/>
                <a:gd name="csY478" fmla="*/ 80736 h 341576"/>
                <a:gd name="csX479" fmla="*/ 112744 w 377884"/>
                <a:gd name="csY479" fmla="*/ 75959 h 341576"/>
                <a:gd name="csX480" fmla="*/ 114655 w 377884"/>
                <a:gd name="csY480" fmla="*/ 70704 h 341576"/>
                <a:gd name="csX481" fmla="*/ 115611 w 377884"/>
                <a:gd name="csY481" fmla="*/ 68315 h 341576"/>
                <a:gd name="csX482" fmla="*/ 116088 w 377884"/>
                <a:gd name="csY482" fmla="*/ 64971 h 341576"/>
                <a:gd name="csX483" fmla="*/ 116088 w 377884"/>
                <a:gd name="csY483" fmla="*/ 59716 h 341576"/>
                <a:gd name="csX484" fmla="*/ 118955 w 377884"/>
                <a:gd name="csY484" fmla="*/ 52550 h 341576"/>
                <a:gd name="csX485" fmla="*/ 121343 w 377884"/>
                <a:gd name="csY485" fmla="*/ 48251 h 341576"/>
                <a:gd name="csX486" fmla="*/ 124210 w 377884"/>
                <a:gd name="csY486" fmla="*/ 43474 h 341576"/>
                <a:gd name="csX487" fmla="*/ 125643 w 377884"/>
                <a:gd name="csY487" fmla="*/ 40129 h 341576"/>
                <a:gd name="csX488" fmla="*/ 127076 w 377884"/>
                <a:gd name="csY488" fmla="*/ 36308 h 341576"/>
                <a:gd name="csX489" fmla="*/ 126598 w 377884"/>
                <a:gd name="csY489" fmla="*/ 33441 h 341576"/>
                <a:gd name="csX490" fmla="*/ 126598 w 377884"/>
                <a:gd name="csY490" fmla="*/ 29619 h 341576"/>
                <a:gd name="csX491" fmla="*/ 127076 w 377884"/>
                <a:gd name="csY491" fmla="*/ 24842 h 341576"/>
                <a:gd name="csX492" fmla="*/ 127076 w 377884"/>
                <a:gd name="csY492" fmla="*/ 21498 h 341576"/>
                <a:gd name="csX493" fmla="*/ 125643 w 377884"/>
                <a:gd name="csY493" fmla="*/ 19109 h 341576"/>
                <a:gd name="csX494" fmla="*/ 126598 w 377884"/>
                <a:gd name="csY494" fmla="*/ 17676 h 341576"/>
                <a:gd name="csX495" fmla="*/ 128509 w 377884"/>
                <a:gd name="csY495" fmla="*/ 16721 h 341576"/>
                <a:gd name="csX496" fmla="*/ 130898 w 377884"/>
                <a:gd name="csY496" fmla="*/ 14332 h 341576"/>
                <a:gd name="csX497" fmla="*/ 135675 w 377884"/>
                <a:gd name="csY497" fmla="*/ 7644 h 341576"/>
                <a:gd name="csX498" fmla="*/ 140930 w 377884"/>
                <a:gd name="csY498" fmla="*/ 4300 h 341576"/>
                <a:gd name="csX499" fmla="*/ 144274 w 377884"/>
                <a:gd name="csY499" fmla="*/ 3344 h 341576"/>
                <a:gd name="csX500" fmla="*/ 148096 w 377884"/>
                <a:gd name="csY500" fmla="*/ 3344 h 341576"/>
                <a:gd name="csX501" fmla="*/ 150485 w 377884"/>
                <a:gd name="csY501" fmla="*/ 4300 h 341576"/>
                <a:gd name="csX502" fmla="*/ 151440 w 377884"/>
                <a:gd name="csY502" fmla="*/ 5255 h 341576"/>
                <a:gd name="csX503" fmla="*/ 154307 w 377884"/>
                <a:gd name="csY503" fmla="*/ 6688 h 341576"/>
                <a:gd name="csX504" fmla="*/ 158606 w 377884"/>
                <a:gd name="csY504" fmla="*/ 8599 h 341576"/>
                <a:gd name="csX505" fmla="*/ 161950 w 377884"/>
                <a:gd name="csY505" fmla="*/ 11466 h 341576"/>
                <a:gd name="csX506" fmla="*/ 163861 w 377884"/>
                <a:gd name="csY506" fmla="*/ 13854 h 341576"/>
                <a:gd name="csX507" fmla="*/ 165295 w 377884"/>
                <a:gd name="csY507" fmla="*/ 15287 h 341576"/>
                <a:gd name="csX508" fmla="*/ 167205 w 377884"/>
                <a:gd name="csY508" fmla="*/ 15765 h 341576"/>
                <a:gd name="csX509" fmla="*/ 170072 w 377884"/>
                <a:gd name="csY509" fmla="*/ 15765 h 341576"/>
                <a:gd name="csX510" fmla="*/ 173416 w 377884"/>
                <a:gd name="csY510" fmla="*/ 16243 h 341576"/>
                <a:gd name="csX511" fmla="*/ 176760 w 377884"/>
                <a:gd name="csY511" fmla="*/ 17676 h 341576"/>
                <a:gd name="csX512" fmla="*/ 178671 w 377884"/>
                <a:gd name="csY512" fmla="*/ 18154 h 341576"/>
                <a:gd name="csX513" fmla="*/ 179626 w 377884"/>
                <a:gd name="csY513" fmla="*/ 18154 h 341576"/>
                <a:gd name="csX514" fmla="*/ 181060 w 377884"/>
                <a:gd name="csY514" fmla="*/ 18154 h 341576"/>
                <a:gd name="csX515" fmla="*/ 184881 w 377884"/>
                <a:gd name="csY515" fmla="*/ 19587 h 341576"/>
                <a:gd name="csX516" fmla="*/ 187748 w 377884"/>
                <a:gd name="csY516" fmla="*/ 18632 h 341576"/>
                <a:gd name="csX517" fmla="*/ 192047 w 377884"/>
                <a:gd name="csY517" fmla="*/ 19109 h 341576"/>
                <a:gd name="csX518" fmla="*/ 202079 w 377884"/>
                <a:gd name="csY518" fmla="*/ 21498 h 341576"/>
                <a:gd name="csX519" fmla="*/ 203035 w 377884"/>
                <a:gd name="csY519" fmla="*/ 21020 h 341576"/>
                <a:gd name="csX520" fmla="*/ 203035 w 377884"/>
                <a:gd name="csY520" fmla="*/ 21020 h 341576"/>
                <a:gd name="csX521" fmla="*/ 203991 w 377884"/>
                <a:gd name="csY521" fmla="*/ 20065 h 341576"/>
                <a:gd name="csX522" fmla="*/ 206379 w 377884"/>
                <a:gd name="csY522" fmla="*/ 15765 h 341576"/>
                <a:gd name="csX523" fmla="*/ 207812 w 377884"/>
                <a:gd name="csY523" fmla="*/ 12899 h 341576"/>
                <a:gd name="csX524" fmla="*/ 208768 w 377884"/>
                <a:gd name="csY524" fmla="*/ 11943 h 341576"/>
                <a:gd name="csX525" fmla="*/ 211156 w 377884"/>
                <a:gd name="csY525" fmla="*/ 10510 h 341576"/>
                <a:gd name="csX526" fmla="*/ 213545 w 377884"/>
                <a:gd name="csY526" fmla="*/ 10510 h 341576"/>
                <a:gd name="csX527" fmla="*/ 215934 w 377884"/>
                <a:gd name="csY527" fmla="*/ 10510 h 341576"/>
                <a:gd name="csX528" fmla="*/ 217845 w 377884"/>
                <a:gd name="csY528" fmla="*/ 10988 h 341576"/>
                <a:gd name="csX529" fmla="*/ 219756 w 377884"/>
                <a:gd name="csY529" fmla="*/ 11943 h 341576"/>
                <a:gd name="csX530" fmla="*/ 222144 w 377884"/>
                <a:gd name="csY530" fmla="*/ 11943 h 341576"/>
                <a:gd name="csX531" fmla="*/ 224055 w 377884"/>
                <a:gd name="csY531" fmla="*/ 10988 h 341576"/>
                <a:gd name="csX532" fmla="*/ 227399 w 377884"/>
                <a:gd name="csY532" fmla="*/ 10032 h 341576"/>
                <a:gd name="csX533" fmla="*/ 230743 w 377884"/>
                <a:gd name="csY533" fmla="*/ 9077 h 341576"/>
                <a:gd name="csX534" fmla="*/ 233610 w 377884"/>
                <a:gd name="csY534" fmla="*/ 8121 h 341576"/>
                <a:gd name="csX535" fmla="*/ 237909 w 377884"/>
                <a:gd name="csY535" fmla="*/ 6688 h 341576"/>
                <a:gd name="csX536" fmla="*/ 239820 w 377884"/>
                <a:gd name="csY536" fmla="*/ 5733 h 341576"/>
                <a:gd name="csX537" fmla="*/ 242209 w 377884"/>
                <a:gd name="csY537" fmla="*/ 5733 h 341576"/>
                <a:gd name="csX538" fmla="*/ 248897 w 377884"/>
                <a:gd name="csY538" fmla="*/ 7166 h 341576"/>
                <a:gd name="csX539" fmla="*/ 253197 w 377884"/>
                <a:gd name="csY539" fmla="*/ 6210 h 341576"/>
                <a:gd name="csX540" fmla="*/ 254630 w 377884"/>
                <a:gd name="csY540" fmla="*/ 6210 h 341576"/>
                <a:gd name="csX541" fmla="*/ 258452 w 377884"/>
                <a:gd name="csY541" fmla="*/ 5255 h 341576"/>
                <a:gd name="csX542" fmla="*/ 258929 w 377884"/>
                <a:gd name="csY542" fmla="*/ 4777 h 341576"/>
                <a:gd name="csX543" fmla="*/ 261318 w 377884"/>
                <a:gd name="csY543" fmla="*/ 956 h 341576"/>
                <a:gd name="csX544" fmla="*/ 263707 w 377884"/>
                <a:gd name="csY544" fmla="*/ 0 h 341576"/>
                <a:gd name="csX545" fmla="*/ 267528 w 377884"/>
                <a:gd name="csY545" fmla="*/ 478 h 341576"/>
                <a:gd name="csX546" fmla="*/ 269917 w 377884"/>
                <a:gd name="csY546" fmla="*/ 956 h 341576"/>
                <a:gd name="csX547" fmla="*/ 276605 w 377884"/>
                <a:gd name="csY547" fmla="*/ 2389 h 341576"/>
                <a:gd name="csX548" fmla="*/ 285682 w 377884"/>
                <a:gd name="csY548" fmla="*/ 4300 h 341576"/>
                <a:gd name="csX549" fmla="*/ 288548 w 377884"/>
                <a:gd name="csY549" fmla="*/ 4300 h 341576"/>
                <a:gd name="csX550" fmla="*/ 289504 w 377884"/>
                <a:gd name="csY550" fmla="*/ 4777 h 341576"/>
                <a:gd name="csX551" fmla="*/ 290459 w 377884"/>
                <a:gd name="csY551" fmla="*/ 4300 h 341576"/>
                <a:gd name="csX552" fmla="*/ 293326 w 377884"/>
                <a:gd name="csY552" fmla="*/ 2389 h 341576"/>
                <a:gd name="csX553" fmla="*/ 294282 w 377884"/>
                <a:gd name="csY553" fmla="*/ 1911 h 341576"/>
                <a:gd name="csX554" fmla="*/ 295237 w 377884"/>
                <a:gd name="csY554" fmla="*/ 1911 h 341576"/>
                <a:gd name="csX555" fmla="*/ 300970 w 377884"/>
                <a:gd name="csY555" fmla="*/ 3822 h 341576"/>
                <a:gd name="csX556" fmla="*/ 301925 w 377884"/>
                <a:gd name="csY556" fmla="*/ 4777 h 341576"/>
                <a:gd name="csX557" fmla="*/ 302880 w 377884"/>
                <a:gd name="csY557" fmla="*/ 6210 h 341576"/>
                <a:gd name="csX558" fmla="*/ 306225 w 377884"/>
                <a:gd name="csY558" fmla="*/ 8599 h 341576"/>
                <a:gd name="csX559" fmla="*/ 307180 w 377884"/>
                <a:gd name="csY559" fmla="*/ 9555 h 341576"/>
                <a:gd name="csX560" fmla="*/ 308136 w 377884"/>
                <a:gd name="csY560" fmla="*/ 10988 h 341576"/>
                <a:gd name="csX561" fmla="*/ 308613 w 377884"/>
                <a:gd name="csY561" fmla="*/ 11943 h 341576"/>
                <a:gd name="csX562" fmla="*/ 309569 w 377884"/>
                <a:gd name="csY562" fmla="*/ 12899 h 341576"/>
                <a:gd name="csX563" fmla="*/ 311480 w 377884"/>
                <a:gd name="csY563" fmla="*/ 13376 h 341576"/>
                <a:gd name="csX564" fmla="*/ 312435 w 377884"/>
                <a:gd name="csY564" fmla="*/ 14332 h 341576"/>
                <a:gd name="csX565" fmla="*/ 313391 w 377884"/>
                <a:gd name="csY565" fmla="*/ 15287 h 341576"/>
                <a:gd name="csX566" fmla="*/ 314346 w 377884"/>
                <a:gd name="csY566" fmla="*/ 16243 h 341576"/>
                <a:gd name="csX567" fmla="*/ 316735 w 377884"/>
                <a:gd name="csY567" fmla="*/ 17676 h 341576"/>
                <a:gd name="csX568" fmla="*/ 317690 w 377884"/>
                <a:gd name="csY568" fmla="*/ 17676 h 341576"/>
                <a:gd name="csX569" fmla="*/ 319123 w 377884"/>
                <a:gd name="csY569" fmla="*/ 17676 h 341576"/>
                <a:gd name="csX570" fmla="*/ 320079 w 377884"/>
                <a:gd name="csY570" fmla="*/ 18154 h 341576"/>
                <a:gd name="csX571" fmla="*/ 321512 w 377884"/>
                <a:gd name="csY571" fmla="*/ 18154 h 341576"/>
                <a:gd name="csX572" fmla="*/ 323423 w 377884"/>
                <a:gd name="csY572" fmla="*/ 17198 h 341576"/>
                <a:gd name="csX573" fmla="*/ 325812 w 377884"/>
                <a:gd name="csY573" fmla="*/ 15765 h 341576"/>
                <a:gd name="csX574" fmla="*/ 327245 w 377884"/>
                <a:gd name="csY574" fmla="*/ 14810 h 341576"/>
                <a:gd name="csX575" fmla="*/ 331544 w 377884"/>
                <a:gd name="csY575" fmla="*/ 14810 h 341576"/>
                <a:gd name="csX576" fmla="*/ 333933 w 377884"/>
                <a:gd name="csY576" fmla="*/ 15765 h 341576"/>
                <a:gd name="csX577" fmla="*/ 335844 w 377884"/>
                <a:gd name="csY577" fmla="*/ 16721 h 341576"/>
                <a:gd name="csX578" fmla="*/ 337277 w 377884"/>
                <a:gd name="csY578" fmla="*/ 16721 h 341576"/>
                <a:gd name="csX579" fmla="*/ 340621 w 377884"/>
                <a:gd name="csY579" fmla="*/ 14810 h 341576"/>
                <a:gd name="csX580" fmla="*/ 342054 w 377884"/>
                <a:gd name="csY580" fmla="*/ 12899 h 341576"/>
                <a:gd name="csX581" fmla="*/ 343487 w 377884"/>
                <a:gd name="csY581" fmla="*/ 12421 h 341576"/>
                <a:gd name="csX582" fmla="*/ 346354 w 377884"/>
                <a:gd name="csY582" fmla="*/ 13376 h 341576"/>
                <a:gd name="csX583" fmla="*/ 348265 w 377884"/>
                <a:gd name="csY583" fmla="*/ 15287 h 341576"/>
                <a:gd name="csX584" fmla="*/ 350176 w 377884"/>
                <a:gd name="csY584" fmla="*/ 17676 h 341576"/>
                <a:gd name="csX585" fmla="*/ 351131 w 377884"/>
                <a:gd name="csY585" fmla="*/ 19109 h 341576"/>
                <a:gd name="csX586" fmla="*/ 353042 w 377884"/>
                <a:gd name="csY586" fmla="*/ 20542 h 341576"/>
                <a:gd name="csX587" fmla="*/ 356386 w 377884"/>
                <a:gd name="csY587" fmla="*/ 24364 h 341576"/>
                <a:gd name="csX588" fmla="*/ 361164 w 377884"/>
                <a:gd name="csY588" fmla="*/ 25798 h 341576"/>
                <a:gd name="csX589" fmla="*/ 362596 w 377884"/>
                <a:gd name="csY589" fmla="*/ 26753 h 341576"/>
                <a:gd name="csX590" fmla="*/ 363075 w 377884"/>
                <a:gd name="csY590" fmla="*/ 27708 h 341576"/>
                <a:gd name="csX591" fmla="*/ 363552 w 377884"/>
                <a:gd name="csY591" fmla="*/ 28664 h 341576"/>
                <a:gd name="csX592" fmla="*/ 363552 w 377884"/>
                <a:gd name="csY592" fmla="*/ 30097 h 341576"/>
                <a:gd name="csX593" fmla="*/ 364030 w 377884"/>
                <a:gd name="csY593" fmla="*/ 30575 h 341576"/>
                <a:gd name="csX594" fmla="*/ 365463 w 377884"/>
                <a:gd name="csY594" fmla="*/ 30575 h 341576"/>
                <a:gd name="csX595" fmla="*/ 366419 w 377884"/>
                <a:gd name="csY595" fmla="*/ 30097 h 341576"/>
                <a:gd name="csX596" fmla="*/ 367374 w 377884"/>
                <a:gd name="csY596" fmla="*/ 30575 h 341576"/>
                <a:gd name="csX597" fmla="*/ 368330 w 377884"/>
                <a:gd name="csY597" fmla="*/ 31530 h 341576"/>
                <a:gd name="csX598" fmla="*/ 368807 w 377884"/>
                <a:gd name="csY598" fmla="*/ 32486 h 341576"/>
                <a:gd name="csX599" fmla="*/ 369285 w 377884"/>
                <a:gd name="csY599" fmla="*/ 32963 h 341576"/>
                <a:gd name="csX600" fmla="*/ 370241 w 377884"/>
                <a:gd name="csY600" fmla="*/ 33441 h 341576"/>
                <a:gd name="csX601" fmla="*/ 370718 w 377884"/>
                <a:gd name="csY601" fmla="*/ 34397 h 341576"/>
                <a:gd name="csX602" fmla="*/ 369762 w 377884"/>
                <a:gd name="csY602" fmla="*/ 35830 h 341576"/>
                <a:gd name="csX603" fmla="*/ 368807 w 377884"/>
                <a:gd name="csY603" fmla="*/ 36785 h 341576"/>
                <a:gd name="csX604" fmla="*/ 367852 w 377884"/>
                <a:gd name="csY604" fmla="*/ 39174 h 341576"/>
                <a:gd name="csX605" fmla="*/ 367374 w 377884"/>
                <a:gd name="csY605" fmla="*/ 41085 h 341576"/>
                <a:gd name="csX606" fmla="*/ 368330 w 377884"/>
                <a:gd name="csY606" fmla="*/ 42040 h 341576"/>
                <a:gd name="csX607" fmla="*/ 368807 w 377884"/>
                <a:gd name="csY607" fmla="*/ 42518 h 341576"/>
                <a:gd name="csX608" fmla="*/ 369285 w 377884"/>
                <a:gd name="csY608" fmla="*/ 42996 h 341576"/>
                <a:gd name="csX609" fmla="*/ 369285 w 377884"/>
                <a:gd name="csY609" fmla="*/ 43951 h 341576"/>
                <a:gd name="csX610" fmla="*/ 369285 w 377884"/>
                <a:gd name="csY610" fmla="*/ 44907 h 341576"/>
                <a:gd name="csX611" fmla="*/ 367852 w 377884"/>
                <a:gd name="csY611" fmla="*/ 47773 h 341576"/>
                <a:gd name="csX612" fmla="*/ 366896 w 377884"/>
                <a:gd name="csY612" fmla="*/ 50639 h 341576"/>
                <a:gd name="csX613" fmla="*/ 366896 w 377884"/>
                <a:gd name="csY613" fmla="*/ 51595 h 341576"/>
                <a:gd name="csX614" fmla="*/ 368807 w 377884"/>
                <a:gd name="csY614" fmla="*/ 52550 h 341576"/>
                <a:gd name="csX615" fmla="*/ 371673 w 377884"/>
                <a:gd name="csY615" fmla="*/ 52550 h 341576"/>
                <a:gd name="csX616" fmla="*/ 372629 w 377884"/>
                <a:gd name="csY616" fmla="*/ 53506 h 341576"/>
                <a:gd name="csX617" fmla="*/ 373107 w 377884"/>
                <a:gd name="csY617" fmla="*/ 54461 h 341576"/>
                <a:gd name="csX618" fmla="*/ 374062 w 377884"/>
                <a:gd name="csY618" fmla="*/ 54939 h 341576"/>
                <a:gd name="csX619" fmla="*/ 375018 w 377884"/>
                <a:gd name="csY619" fmla="*/ 54939 h 341576"/>
                <a:gd name="csX620" fmla="*/ 375973 w 377884"/>
                <a:gd name="csY620" fmla="*/ 54939 h 341576"/>
                <a:gd name="csX621" fmla="*/ 376451 w 377884"/>
                <a:gd name="csY621" fmla="*/ 55894 h 341576"/>
                <a:gd name="csX622" fmla="*/ 376928 w 377884"/>
                <a:gd name="csY622" fmla="*/ 56372 h 3415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</a:cxnLst>
              <a:rect l="l" t="t" r="r" b="b"/>
              <a:pathLst>
                <a:path w="377884" h="341576">
                  <a:moveTo>
                    <a:pt x="376928" y="56372"/>
                  </a:moveTo>
                  <a:lnTo>
                    <a:pt x="377884" y="57328"/>
                  </a:lnTo>
                  <a:lnTo>
                    <a:pt x="377407" y="58283"/>
                  </a:lnTo>
                  <a:lnTo>
                    <a:pt x="377407" y="59239"/>
                  </a:lnTo>
                  <a:lnTo>
                    <a:pt x="375496" y="61627"/>
                  </a:lnTo>
                  <a:lnTo>
                    <a:pt x="371196" y="65927"/>
                  </a:lnTo>
                  <a:lnTo>
                    <a:pt x="362119" y="73570"/>
                  </a:lnTo>
                  <a:lnTo>
                    <a:pt x="358775" y="74526"/>
                  </a:lnTo>
                  <a:lnTo>
                    <a:pt x="357342" y="76437"/>
                  </a:lnTo>
                  <a:lnTo>
                    <a:pt x="356386" y="78348"/>
                  </a:lnTo>
                  <a:lnTo>
                    <a:pt x="353520" y="80736"/>
                  </a:lnTo>
                  <a:lnTo>
                    <a:pt x="351609" y="81214"/>
                  </a:lnTo>
                  <a:lnTo>
                    <a:pt x="351131" y="81692"/>
                  </a:lnTo>
                  <a:lnTo>
                    <a:pt x="351131" y="84081"/>
                  </a:lnTo>
                  <a:lnTo>
                    <a:pt x="351131" y="86947"/>
                  </a:lnTo>
                  <a:lnTo>
                    <a:pt x="350176" y="88380"/>
                  </a:lnTo>
                  <a:lnTo>
                    <a:pt x="348743" y="91247"/>
                  </a:lnTo>
                  <a:lnTo>
                    <a:pt x="348265" y="93157"/>
                  </a:lnTo>
                  <a:lnTo>
                    <a:pt x="347787" y="93635"/>
                  </a:lnTo>
                  <a:lnTo>
                    <a:pt x="346832" y="94590"/>
                  </a:lnTo>
                  <a:lnTo>
                    <a:pt x="346354" y="97457"/>
                  </a:lnTo>
                  <a:lnTo>
                    <a:pt x="346354" y="98412"/>
                  </a:lnTo>
                  <a:lnTo>
                    <a:pt x="345398" y="104145"/>
                  </a:lnTo>
                  <a:lnTo>
                    <a:pt x="345398" y="106056"/>
                  </a:lnTo>
                  <a:lnTo>
                    <a:pt x="344921" y="108445"/>
                  </a:lnTo>
                  <a:lnTo>
                    <a:pt x="344921" y="110356"/>
                  </a:lnTo>
                  <a:lnTo>
                    <a:pt x="344443" y="112266"/>
                  </a:lnTo>
                  <a:lnTo>
                    <a:pt x="343965" y="113700"/>
                  </a:lnTo>
                  <a:lnTo>
                    <a:pt x="343965" y="116566"/>
                  </a:lnTo>
                  <a:lnTo>
                    <a:pt x="344443" y="120865"/>
                  </a:lnTo>
                  <a:lnTo>
                    <a:pt x="343965" y="121343"/>
                  </a:lnTo>
                  <a:lnTo>
                    <a:pt x="343487" y="121821"/>
                  </a:lnTo>
                  <a:lnTo>
                    <a:pt x="342054" y="122777"/>
                  </a:lnTo>
                  <a:lnTo>
                    <a:pt x="340621" y="123254"/>
                  </a:lnTo>
                  <a:lnTo>
                    <a:pt x="339666" y="123732"/>
                  </a:lnTo>
                  <a:lnTo>
                    <a:pt x="338232" y="125643"/>
                  </a:lnTo>
                  <a:lnTo>
                    <a:pt x="336800" y="127076"/>
                  </a:lnTo>
                  <a:lnTo>
                    <a:pt x="335366" y="128987"/>
                  </a:lnTo>
                  <a:lnTo>
                    <a:pt x="335366" y="129942"/>
                  </a:lnTo>
                  <a:lnTo>
                    <a:pt x="335366" y="131854"/>
                  </a:lnTo>
                  <a:lnTo>
                    <a:pt x="335844" y="134720"/>
                  </a:lnTo>
                  <a:lnTo>
                    <a:pt x="335366" y="135675"/>
                  </a:lnTo>
                  <a:lnTo>
                    <a:pt x="334889" y="136631"/>
                  </a:lnTo>
                  <a:lnTo>
                    <a:pt x="332500" y="138064"/>
                  </a:lnTo>
                  <a:lnTo>
                    <a:pt x="331066" y="139019"/>
                  </a:lnTo>
                  <a:lnTo>
                    <a:pt x="330111" y="139497"/>
                  </a:lnTo>
                  <a:lnTo>
                    <a:pt x="330111" y="140453"/>
                  </a:lnTo>
                  <a:lnTo>
                    <a:pt x="330589" y="142363"/>
                  </a:lnTo>
                  <a:lnTo>
                    <a:pt x="330589" y="143797"/>
                  </a:lnTo>
                  <a:lnTo>
                    <a:pt x="331066" y="144752"/>
                  </a:lnTo>
                  <a:lnTo>
                    <a:pt x="332977" y="145230"/>
                  </a:lnTo>
                  <a:lnTo>
                    <a:pt x="332977" y="146185"/>
                  </a:lnTo>
                  <a:lnTo>
                    <a:pt x="332977" y="146663"/>
                  </a:lnTo>
                  <a:lnTo>
                    <a:pt x="333933" y="147619"/>
                  </a:lnTo>
                  <a:lnTo>
                    <a:pt x="335844" y="149529"/>
                  </a:lnTo>
                  <a:lnTo>
                    <a:pt x="337277" y="151440"/>
                  </a:lnTo>
                  <a:lnTo>
                    <a:pt x="337277" y="152873"/>
                  </a:lnTo>
                  <a:lnTo>
                    <a:pt x="336800" y="155740"/>
                  </a:lnTo>
                  <a:lnTo>
                    <a:pt x="336800" y="157173"/>
                  </a:lnTo>
                  <a:lnTo>
                    <a:pt x="336800" y="159084"/>
                  </a:lnTo>
                  <a:lnTo>
                    <a:pt x="336800" y="162906"/>
                  </a:lnTo>
                  <a:lnTo>
                    <a:pt x="336800" y="165295"/>
                  </a:lnTo>
                  <a:lnTo>
                    <a:pt x="337277" y="166728"/>
                  </a:lnTo>
                  <a:lnTo>
                    <a:pt x="339188" y="170072"/>
                  </a:lnTo>
                  <a:lnTo>
                    <a:pt x="340143" y="173894"/>
                  </a:lnTo>
                  <a:lnTo>
                    <a:pt x="340621" y="176760"/>
                  </a:lnTo>
                  <a:lnTo>
                    <a:pt x="340621" y="177715"/>
                  </a:lnTo>
                  <a:lnTo>
                    <a:pt x="340143" y="180582"/>
                  </a:lnTo>
                  <a:lnTo>
                    <a:pt x="339188" y="183448"/>
                  </a:lnTo>
                  <a:lnTo>
                    <a:pt x="339188" y="184881"/>
                  </a:lnTo>
                  <a:lnTo>
                    <a:pt x="339666" y="186314"/>
                  </a:lnTo>
                  <a:lnTo>
                    <a:pt x="341099" y="189659"/>
                  </a:lnTo>
                  <a:lnTo>
                    <a:pt x="341099" y="189659"/>
                  </a:lnTo>
                  <a:lnTo>
                    <a:pt x="342054" y="192525"/>
                  </a:lnTo>
                  <a:lnTo>
                    <a:pt x="342532" y="193958"/>
                  </a:lnTo>
                  <a:lnTo>
                    <a:pt x="343487" y="195869"/>
                  </a:lnTo>
                  <a:lnTo>
                    <a:pt x="344443" y="198258"/>
                  </a:lnTo>
                  <a:lnTo>
                    <a:pt x="344921" y="199691"/>
                  </a:lnTo>
                  <a:lnTo>
                    <a:pt x="344443" y="200646"/>
                  </a:lnTo>
                  <a:lnTo>
                    <a:pt x="342532" y="203991"/>
                  </a:lnTo>
                  <a:lnTo>
                    <a:pt x="342054" y="205424"/>
                  </a:lnTo>
                  <a:lnTo>
                    <a:pt x="342532" y="207812"/>
                  </a:lnTo>
                  <a:lnTo>
                    <a:pt x="343487" y="210679"/>
                  </a:lnTo>
                  <a:lnTo>
                    <a:pt x="344443" y="212112"/>
                  </a:lnTo>
                  <a:lnTo>
                    <a:pt x="346832" y="215934"/>
                  </a:lnTo>
                  <a:lnTo>
                    <a:pt x="346832" y="215934"/>
                  </a:lnTo>
                  <a:lnTo>
                    <a:pt x="348743" y="217367"/>
                  </a:lnTo>
                  <a:lnTo>
                    <a:pt x="352087" y="219278"/>
                  </a:lnTo>
                  <a:lnTo>
                    <a:pt x="354953" y="221667"/>
                  </a:lnTo>
                  <a:lnTo>
                    <a:pt x="355909" y="222622"/>
                  </a:lnTo>
                  <a:lnTo>
                    <a:pt x="356864" y="223577"/>
                  </a:lnTo>
                  <a:lnTo>
                    <a:pt x="358775" y="226921"/>
                  </a:lnTo>
                  <a:lnTo>
                    <a:pt x="360208" y="229310"/>
                  </a:lnTo>
                  <a:lnTo>
                    <a:pt x="360686" y="231221"/>
                  </a:lnTo>
                  <a:lnTo>
                    <a:pt x="362119" y="234565"/>
                  </a:lnTo>
                  <a:lnTo>
                    <a:pt x="363552" y="237432"/>
                  </a:lnTo>
                  <a:lnTo>
                    <a:pt x="365463" y="240776"/>
                  </a:lnTo>
                  <a:lnTo>
                    <a:pt x="366896" y="243164"/>
                  </a:lnTo>
                  <a:lnTo>
                    <a:pt x="367374" y="244598"/>
                  </a:lnTo>
                  <a:lnTo>
                    <a:pt x="364030" y="245075"/>
                  </a:lnTo>
                  <a:lnTo>
                    <a:pt x="359253" y="246031"/>
                  </a:lnTo>
                  <a:lnTo>
                    <a:pt x="353520" y="246509"/>
                  </a:lnTo>
                  <a:lnTo>
                    <a:pt x="347787" y="247464"/>
                  </a:lnTo>
                  <a:lnTo>
                    <a:pt x="342532" y="248419"/>
                  </a:lnTo>
                  <a:lnTo>
                    <a:pt x="336800" y="248897"/>
                  </a:lnTo>
                  <a:lnTo>
                    <a:pt x="332022" y="249852"/>
                  </a:lnTo>
                  <a:lnTo>
                    <a:pt x="330589" y="249852"/>
                  </a:lnTo>
                  <a:lnTo>
                    <a:pt x="331544" y="251763"/>
                  </a:lnTo>
                  <a:lnTo>
                    <a:pt x="331066" y="254152"/>
                  </a:lnTo>
                  <a:lnTo>
                    <a:pt x="330111" y="255585"/>
                  </a:lnTo>
                  <a:lnTo>
                    <a:pt x="328678" y="257496"/>
                  </a:lnTo>
                  <a:lnTo>
                    <a:pt x="328200" y="258452"/>
                  </a:lnTo>
                  <a:lnTo>
                    <a:pt x="326289" y="259885"/>
                  </a:lnTo>
                  <a:lnTo>
                    <a:pt x="325334" y="260840"/>
                  </a:lnTo>
                  <a:lnTo>
                    <a:pt x="322468" y="262751"/>
                  </a:lnTo>
                  <a:lnTo>
                    <a:pt x="321034" y="263707"/>
                  </a:lnTo>
                  <a:lnTo>
                    <a:pt x="321034" y="264662"/>
                  </a:lnTo>
                  <a:lnTo>
                    <a:pt x="323423" y="268962"/>
                  </a:lnTo>
                  <a:lnTo>
                    <a:pt x="324856" y="271828"/>
                  </a:lnTo>
                  <a:lnTo>
                    <a:pt x="325334" y="274694"/>
                  </a:lnTo>
                  <a:lnTo>
                    <a:pt x="325334" y="276128"/>
                  </a:lnTo>
                  <a:lnTo>
                    <a:pt x="325334" y="279472"/>
                  </a:lnTo>
                  <a:lnTo>
                    <a:pt x="325334" y="283771"/>
                  </a:lnTo>
                  <a:lnTo>
                    <a:pt x="324856" y="285205"/>
                  </a:lnTo>
                  <a:lnTo>
                    <a:pt x="325812" y="288071"/>
                  </a:lnTo>
                  <a:lnTo>
                    <a:pt x="325812" y="289982"/>
                  </a:lnTo>
                  <a:lnTo>
                    <a:pt x="323901" y="292370"/>
                  </a:lnTo>
                  <a:lnTo>
                    <a:pt x="323423" y="294759"/>
                  </a:lnTo>
                  <a:lnTo>
                    <a:pt x="322468" y="298103"/>
                  </a:lnTo>
                  <a:lnTo>
                    <a:pt x="321034" y="302881"/>
                  </a:lnTo>
                  <a:lnTo>
                    <a:pt x="320079" y="305269"/>
                  </a:lnTo>
                  <a:lnTo>
                    <a:pt x="320557" y="306702"/>
                  </a:lnTo>
                  <a:lnTo>
                    <a:pt x="321034" y="307658"/>
                  </a:lnTo>
                  <a:lnTo>
                    <a:pt x="321512" y="309091"/>
                  </a:lnTo>
                  <a:lnTo>
                    <a:pt x="322468" y="311002"/>
                  </a:lnTo>
                  <a:lnTo>
                    <a:pt x="323423" y="312435"/>
                  </a:lnTo>
                  <a:lnTo>
                    <a:pt x="324378" y="312913"/>
                  </a:lnTo>
                  <a:lnTo>
                    <a:pt x="328200" y="315779"/>
                  </a:lnTo>
                  <a:lnTo>
                    <a:pt x="329634" y="316735"/>
                  </a:lnTo>
                  <a:lnTo>
                    <a:pt x="332022" y="319601"/>
                  </a:lnTo>
                  <a:lnTo>
                    <a:pt x="332022" y="319601"/>
                  </a:lnTo>
                  <a:lnTo>
                    <a:pt x="333933" y="321034"/>
                  </a:lnTo>
                  <a:lnTo>
                    <a:pt x="336321" y="321512"/>
                  </a:lnTo>
                  <a:lnTo>
                    <a:pt x="339666" y="321990"/>
                  </a:lnTo>
                  <a:lnTo>
                    <a:pt x="341099" y="322467"/>
                  </a:lnTo>
                  <a:lnTo>
                    <a:pt x="342532" y="322467"/>
                  </a:lnTo>
                  <a:lnTo>
                    <a:pt x="342532" y="321990"/>
                  </a:lnTo>
                  <a:lnTo>
                    <a:pt x="342532" y="320557"/>
                  </a:lnTo>
                  <a:lnTo>
                    <a:pt x="342532" y="319601"/>
                  </a:lnTo>
                  <a:lnTo>
                    <a:pt x="343010" y="318646"/>
                  </a:lnTo>
                  <a:lnTo>
                    <a:pt x="343965" y="318168"/>
                  </a:lnTo>
                  <a:lnTo>
                    <a:pt x="346354" y="318168"/>
                  </a:lnTo>
                  <a:lnTo>
                    <a:pt x="347787" y="317690"/>
                  </a:lnTo>
                  <a:lnTo>
                    <a:pt x="348265" y="317690"/>
                  </a:lnTo>
                  <a:lnTo>
                    <a:pt x="348265" y="320079"/>
                  </a:lnTo>
                  <a:lnTo>
                    <a:pt x="348265" y="322945"/>
                  </a:lnTo>
                  <a:lnTo>
                    <a:pt x="348265" y="326289"/>
                  </a:lnTo>
                  <a:lnTo>
                    <a:pt x="348265" y="330111"/>
                  </a:lnTo>
                  <a:lnTo>
                    <a:pt x="348743" y="332977"/>
                  </a:lnTo>
                  <a:lnTo>
                    <a:pt x="348743" y="336322"/>
                  </a:lnTo>
                  <a:lnTo>
                    <a:pt x="348743" y="340143"/>
                  </a:lnTo>
                  <a:lnTo>
                    <a:pt x="348265" y="340621"/>
                  </a:lnTo>
                  <a:lnTo>
                    <a:pt x="348265" y="341099"/>
                  </a:lnTo>
                  <a:lnTo>
                    <a:pt x="347309" y="341577"/>
                  </a:lnTo>
                  <a:lnTo>
                    <a:pt x="345876" y="340621"/>
                  </a:lnTo>
                  <a:lnTo>
                    <a:pt x="345398" y="340143"/>
                  </a:lnTo>
                  <a:lnTo>
                    <a:pt x="345398" y="338710"/>
                  </a:lnTo>
                  <a:lnTo>
                    <a:pt x="344443" y="338232"/>
                  </a:lnTo>
                  <a:lnTo>
                    <a:pt x="344443" y="338232"/>
                  </a:lnTo>
                  <a:lnTo>
                    <a:pt x="343487" y="337755"/>
                  </a:lnTo>
                  <a:lnTo>
                    <a:pt x="342532" y="338232"/>
                  </a:lnTo>
                  <a:lnTo>
                    <a:pt x="340143" y="339188"/>
                  </a:lnTo>
                  <a:lnTo>
                    <a:pt x="337755" y="340143"/>
                  </a:lnTo>
                  <a:lnTo>
                    <a:pt x="336800" y="340621"/>
                  </a:lnTo>
                  <a:lnTo>
                    <a:pt x="334889" y="340621"/>
                  </a:lnTo>
                  <a:lnTo>
                    <a:pt x="332977" y="340143"/>
                  </a:lnTo>
                  <a:lnTo>
                    <a:pt x="331544" y="338710"/>
                  </a:lnTo>
                  <a:lnTo>
                    <a:pt x="331066" y="337277"/>
                  </a:lnTo>
                  <a:lnTo>
                    <a:pt x="330111" y="335366"/>
                  </a:lnTo>
                  <a:lnTo>
                    <a:pt x="328200" y="332977"/>
                  </a:lnTo>
                  <a:lnTo>
                    <a:pt x="327245" y="331544"/>
                  </a:lnTo>
                  <a:lnTo>
                    <a:pt x="326289" y="330589"/>
                  </a:lnTo>
                  <a:lnTo>
                    <a:pt x="325334" y="330589"/>
                  </a:lnTo>
                  <a:lnTo>
                    <a:pt x="323901" y="330111"/>
                  </a:lnTo>
                  <a:lnTo>
                    <a:pt x="322945" y="328200"/>
                  </a:lnTo>
                  <a:lnTo>
                    <a:pt x="322945" y="327723"/>
                  </a:lnTo>
                  <a:lnTo>
                    <a:pt x="322468" y="326289"/>
                  </a:lnTo>
                  <a:lnTo>
                    <a:pt x="321989" y="325334"/>
                  </a:lnTo>
                  <a:lnTo>
                    <a:pt x="321034" y="324378"/>
                  </a:lnTo>
                  <a:lnTo>
                    <a:pt x="320079" y="323423"/>
                  </a:lnTo>
                  <a:lnTo>
                    <a:pt x="317690" y="322467"/>
                  </a:lnTo>
                  <a:lnTo>
                    <a:pt x="314346" y="321512"/>
                  </a:lnTo>
                  <a:lnTo>
                    <a:pt x="310046" y="320079"/>
                  </a:lnTo>
                  <a:lnTo>
                    <a:pt x="308136" y="320079"/>
                  </a:lnTo>
                  <a:lnTo>
                    <a:pt x="305747" y="319601"/>
                  </a:lnTo>
                  <a:lnTo>
                    <a:pt x="304314" y="318646"/>
                  </a:lnTo>
                  <a:lnTo>
                    <a:pt x="303836" y="318168"/>
                  </a:lnTo>
                  <a:lnTo>
                    <a:pt x="302880" y="316257"/>
                  </a:lnTo>
                  <a:lnTo>
                    <a:pt x="301447" y="313391"/>
                  </a:lnTo>
                  <a:lnTo>
                    <a:pt x="297625" y="310524"/>
                  </a:lnTo>
                  <a:lnTo>
                    <a:pt x="297148" y="307180"/>
                  </a:lnTo>
                  <a:lnTo>
                    <a:pt x="296193" y="306702"/>
                  </a:lnTo>
                  <a:lnTo>
                    <a:pt x="294759" y="307180"/>
                  </a:lnTo>
                  <a:lnTo>
                    <a:pt x="293804" y="307658"/>
                  </a:lnTo>
                  <a:lnTo>
                    <a:pt x="293804" y="308613"/>
                  </a:lnTo>
                  <a:lnTo>
                    <a:pt x="292848" y="311480"/>
                  </a:lnTo>
                  <a:lnTo>
                    <a:pt x="291893" y="312913"/>
                  </a:lnTo>
                  <a:lnTo>
                    <a:pt x="291893" y="313391"/>
                  </a:lnTo>
                  <a:lnTo>
                    <a:pt x="290937" y="313391"/>
                  </a:lnTo>
                  <a:lnTo>
                    <a:pt x="289504" y="313868"/>
                  </a:lnTo>
                  <a:lnTo>
                    <a:pt x="287593" y="314346"/>
                  </a:lnTo>
                  <a:lnTo>
                    <a:pt x="285205" y="314346"/>
                  </a:lnTo>
                  <a:lnTo>
                    <a:pt x="281861" y="313868"/>
                  </a:lnTo>
                  <a:lnTo>
                    <a:pt x="279950" y="313391"/>
                  </a:lnTo>
                  <a:lnTo>
                    <a:pt x="275172" y="312913"/>
                  </a:lnTo>
                  <a:lnTo>
                    <a:pt x="273739" y="312435"/>
                  </a:lnTo>
                  <a:lnTo>
                    <a:pt x="271828" y="311957"/>
                  </a:lnTo>
                  <a:lnTo>
                    <a:pt x="270395" y="311480"/>
                  </a:lnTo>
                  <a:lnTo>
                    <a:pt x="265618" y="310047"/>
                  </a:lnTo>
                  <a:lnTo>
                    <a:pt x="263707" y="310047"/>
                  </a:lnTo>
                  <a:lnTo>
                    <a:pt x="262751" y="309091"/>
                  </a:lnTo>
                  <a:lnTo>
                    <a:pt x="261796" y="308613"/>
                  </a:lnTo>
                  <a:lnTo>
                    <a:pt x="260363" y="307658"/>
                  </a:lnTo>
                  <a:lnTo>
                    <a:pt x="259885" y="306225"/>
                  </a:lnTo>
                  <a:lnTo>
                    <a:pt x="258929" y="303836"/>
                  </a:lnTo>
                  <a:lnTo>
                    <a:pt x="259407" y="302403"/>
                  </a:lnTo>
                  <a:lnTo>
                    <a:pt x="259885" y="300492"/>
                  </a:lnTo>
                  <a:lnTo>
                    <a:pt x="258929" y="300014"/>
                  </a:lnTo>
                  <a:lnTo>
                    <a:pt x="258452" y="300014"/>
                  </a:lnTo>
                  <a:lnTo>
                    <a:pt x="257018" y="300492"/>
                  </a:lnTo>
                  <a:lnTo>
                    <a:pt x="255108" y="300970"/>
                  </a:lnTo>
                  <a:lnTo>
                    <a:pt x="250808" y="301447"/>
                  </a:lnTo>
                  <a:lnTo>
                    <a:pt x="249375" y="301925"/>
                  </a:lnTo>
                  <a:lnTo>
                    <a:pt x="247942" y="302403"/>
                  </a:lnTo>
                  <a:lnTo>
                    <a:pt x="246986" y="302881"/>
                  </a:lnTo>
                  <a:lnTo>
                    <a:pt x="244120" y="304314"/>
                  </a:lnTo>
                  <a:lnTo>
                    <a:pt x="242686" y="304314"/>
                  </a:lnTo>
                  <a:lnTo>
                    <a:pt x="241253" y="303836"/>
                  </a:lnTo>
                  <a:lnTo>
                    <a:pt x="240298" y="302881"/>
                  </a:lnTo>
                  <a:lnTo>
                    <a:pt x="241253" y="301925"/>
                  </a:lnTo>
                  <a:lnTo>
                    <a:pt x="241253" y="300970"/>
                  </a:lnTo>
                  <a:lnTo>
                    <a:pt x="240776" y="298581"/>
                  </a:lnTo>
                  <a:lnTo>
                    <a:pt x="239820" y="297625"/>
                  </a:lnTo>
                  <a:lnTo>
                    <a:pt x="237432" y="296670"/>
                  </a:lnTo>
                  <a:lnTo>
                    <a:pt x="236476" y="296670"/>
                  </a:lnTo>
                  <a:lnTo>
                    <a:pt x="235998" y="295237"/>
                  </a:lnTo>
                  <a:lnTo>
                    <a:pt x="235043" y="294282"/>
                  </a:lnTo>
                  <a:lnTo>
                    <a:pt x="233610" y="293804"/>
                  </a:lnTo>
                  <a:lnTo>
                    <a:pt x="233132" y="293804"/>
                  </a:lnTo>
                  <a:lnTo>
                    <a:pt x="232177" y="294282"/>
                  </a:lnTo>
                  <a:lnTo>
                    <a:pt x="231699" y="295237"/>
                  </a:lnTo>
                  <a:lnTo>
                    <a:pt x="231699" y="295715"/>
                  </a:lnTo>
                  <a:lnTo>
                    <a:pt x="230266" y="296670"/>
                  </a:lnTo>
                  <a:lnTo>
                    <a:pt x="227399" y="296192"/>
                  </a:lnTo>
                  <a:lnTo>
                    <a:pt x="225011" y="295715"/>
                  </a:lnTo>
                  <a:lnTo>
                    <a:pt x="223100" y="295715"/>
                  </a:lnTo>
                  <a:lnTo>
                    <a:pt x="221667" y="295715"/>
                  </a:lnTo>
                  <a:lnTo>
                    <a:pt x="216889" y="297625"/>
                  </a:lnTo>
                  <a:lnTo>
                    <a:pt x="215456" y="297625"/>
                  </a:lnTo>
                  <a:lnTo>
                    <a:pt x="210201" y="297625"/>
                  </a:lnTo>
                  <a:lnTo>
                    <a:pt x="207335" y="297148"/>
                  </a:lnTo>
                  <a:lnTo>
                    <a:pt x="204946" y="297148"/>
                  </a:lnTo>
                  <a:lnTo>
                    <a:pt x="204946" y="297148"/>
                  </a:lnTo>
                  <a:lnTo>
                    <a:pt x="203513" y="297625"/>
                  </a:lnTo>
                  <a:lnTo>
                    <a:pt x="201602" y="299059"/>
                  </a:lnTo>
                  <a:lnTo>
                    <a:pt x="200169" y="300014"/>
                  </a:lnTo>
                  <a:lnTo>
                    <a:pt x="199691" y="299536"/>
                  </a:lnTo>
                  <a:lnTo>
                    <a:pt x="199213" y="299059"/>
                  </a:lnTo>
                  <a:lnTo>
                    <a:pt x="198258" y="298581"/>
                  </a:lnTo>
                  <a:lnTo>
                    <a:pt x="198258" y="296192"/>
                  </a:lnTo>
                  <a:lnTo>
                    <a:pt x="197302" y="294282"/>
                  </a:lnTo>
                  <a:lnTo>
                    <a:pt x="197780" y="292848"/>
                  </a:lnTo>
                  <a:lnTo>
                    <a:pt x="199691" y="292370"/>
                  </a:lnTo>
                  <a:lnTo>
                    <a:pt x="199691" y="292370"/>
                  </a:lnTo>
                  <a:lnTo>
                    <a:pt x="199691" y="292370"/>
                  </a:lnTo>
                  <a:lnTo>
                    <a:pt x="200169" y="290459"/>
                  </a:lnTo>
                  <a:lnTo>
                    <a:pt x="199691" y="288071"/>
                  </a:lnTo>
                  <a:lnTo>
                    <a:pt x="199691" y="286160"/>
                  </a:lnTo>
                  <a:lnTo>
                    <a:pt x="199691" y="285205"/>
                  </a:lnTo>
                  <a:lnTo>
                    <a:pt x="199213" y="282338"/>
                  </a:lnTo>
                  <a:lnTo>
                    <a:pt x="197780" y="278516"/>
                  </a:lnTo>
                  <a:lnTo>
                    <a:pt x="195869" y="275172"/>
                  </a:lnTo>
                  <a:lnTo>
                    <a:pt x="193003" y="272784"/>
                  </a:lnTo>
                  <a:lnTo>
                    <a:pt x="191092" y="270395"/>
                  </a:lnTo>
                  <a:lnTo>
                    <a:pt x="190136" y="268006"/>
                  </a:lnTo>
                  <a:lnTo>
                    <a:pt x="190614" y="262751"/>
                  </a:lnTo>
                  <a:lnTo>
                    <a:pt x="191570" y="257496"/>
                  </a:lnTo>
                  <a:lnTo>
                    <a:pt x="192047" y="253675"/>
                  </a:lnTo>
                  <a:lnTo>
                    <a:pt x="192047" y="247464"/>
                  </a:lnTo>
                  <a:lnTo>
                    <a:pt x="190136" y="243164"/>
                  </a:lnTo>
                  <a:lnTo>
                    <a:pt x="189659" y="238865"/>
                  </a:lnTo>
                  <a:lnTo>
                    <a:pt x="190614" y="234087"/>
                  </a:lnTo>
                  <a:lnTo>
                    <a:pt x="190614" y="230743"/>
                  </a:lnTo>
                  <a:lnTo>
                    <a:pt x="190136" y="228833"/>
                  </a:lnTo>
                  <a:lnTo>
                    <a:pt x="189659" y="228833"/>
                  </a:lnTo>
                  <a:lnTo>
                    <a:pt x="189181" y="228355"/>
                  </a:lnTo>
                  <a:lnTo>
                    <a:pt x="184404" y="228355"/>
                  </a:lnTo>
                  <a:lnTo>
                    <a:pt x="177715" y="228355"/>
                  </a:lnTo>
                  <a:lnTo>
                    <a:pt x="172461" y="227877"/>
                  </a:lnTo>
                  <a:lnTo>
                    <a:pt x="166250" y="227877"/>
                  </a:lnTo>
                  <a:lnTo>
                    <a:pt x="165295" y="227399"/>
                  </a:lnTo>
                  <a:lnTo>
                    <a:pt x="164817" y="226444"/>
                  </a:lnTo>
                  <a:lnTo>
                    <a:pt x="164817" y="225011"/>
                  </a:lnTo>
                  <a:lnTo>
                    <a:pt x="166250" y="221667"/>
                  </a:lnTo>
                  <a:lnTo>
                    <a:pt x="166250" y="221667"/>
                  </a:lnTo>
                  <a:lnTo>
                    <a:pt x="165772" y="221667"/>
                  </a:lnTo>
                  <a:lnTo>
                    <a:pt x="163861" y="221667"/>
                  </a:lnTo>
                  <a:lnTo>
                    <a:pt x="163861" y="221667"/>
                  </a:lnTo>
                  <a:lnTo>
                    <a:pt x="158129" y="222144"/>
                  </a:lnTo>
                  <a:lnTo>
                    <a:pt x="154307" y="222622"/>
                  </a:lnTo>
                  <a:lnTo>
                    <a:pt x="151918" y="222622"/>
                  </a:lnTo>
                  <a:lnTo>
                    <a:pt x="150963" y="223100"/>
                  </a:lnTo>
                  <a:lnTo>
                    <a:pt x="147619" y="223577"/>
                  </a:lnTo>
                  <a:lnTo>
                    <a:pt x="144752" y="225488"/>
                  </a:lnTo>
                  <a:lnTo>
                    <a:pt x="143797" y="227877"/>
                  </a:lnTo>
                  <a:lnTo>
                    <a:pt x="144274" y="230266"/>
                  </a:lnTo>
                  <a:lnTo>
                    <a:pt x="143797" y="231699"/>
                  </a:lnTo>
                  <a:lnTo>
                    <a:pt x="142841" y="233132"/>
                  </a:lnTo>
                  <a:lnTo>
                    <a:pt x="141886" y="235043"/>
                  </a:lnTo>
                  <a:lnTo>
                    <a:pt x="141886" y="235998"/>
                  </a:lnTo>
                  <a:lnTo>
                    <a:pt x="141408" y="240776"/>
                  </a:lnTo>
                  <a:lnTo>
                    <a:pt x="137108" y="241253"/>
                  </a:lnTo>
                  <a:lnTo>
                    <a:pt x="133287" y="241253"/>
                  </a:lnTo>
                  <a:lnTo>
                    <a:pt x="132331" y="241253"/>
                  </a:lnTo>
                  <a:lnTo>
                    <a:pt x="127554" y="239820"/>
                  </a:lnTo>
                  <a:lnTo>
                    <a:pt x="125643" y="239820"/>
                  </a:lnTo>
                  <a:lnTo>
                    <a:pt x="124210" y="240776"/>
                  </a:lnTo>
                  <a:lnTo>
                    <a:pt x="121343" y="241253"/>
                  </a:lnTo>
                  <a:lnTo>
                    <a:pt x="118477" y="241731"/>
                  </a:lnTo>
                  <a:lnTo>
                    <a:pt x="115611" y="243164"/>
                  </a:lnTo>
                  <a:lnTo>
                    <a:pt x="114655" y="243164"/>
                  </a:lnTo>
                  <a:lnTo>
                    <a:pt x="112744" y="242687"/>
                  </a:lnTo>
                  <a:lnTo>
                    <a:pt x="110356" y="242687"/>
                  </a:lnTo>
                  <a:lnTo>
                    <a:pt x="107489" y="242687"/>
                  </a:lnTo>
                  <a:lnTo>
                    <a:pt x="106056" y="243164"/>
                  </a:lnTo>
                  <a:lnTo>
                    <a:pt x="105578" y="242687"/>
                  </a:lnTo>
                  <a:lnTo>
                    <a:pt x="103190" y="238865"/>
                  </a:lnTo>
                  <a:lnTo>
                    <a:pt x="99846" y="234565"/>
                  </a:lnTo>
                  <a:lnTo>
                    <a:pt x="97935" y="231221"/>
                  </a:lnTo>
                  <a:lnTo>
                    <a:pt x="96979" y="230743"/>
                  </a:lnTo>
                  <a:lnTo>
                    <a:pt x="96024" y="229788"/>
                  </a:lnTo>
                  <a:lnTo>
                    <a:pt x="94590" y="227877"/>
                  </a:lnTo>
                  <a:lnTo>
                    <a:pt x="93635" y="225966"/>
                  </a:lnTo>
                  <a:lnTo>
                    <a:pt x="94113" y="224055"/>
                  </a:lnTo>
                  <a:lnTo>
                    <a:pt x="93157" y="221667"/>
                  </a:lnTo>
                  <a:lnTo>
                    <a:pt x="91246" y="218800"/>
                  </a:lnTo>
                  <a:lnTo>
                    <a:pt x="89813" y="215934"/>
                  </a:lnTo>
                  <a:lnTo>
                    <a:pt x="88858" y="213545"/>
                  </a:lnTo>
                  <a:lnTo>
                    <a:pt x="88858" y="211156"/>
                  </a:lnTo>
                  <a:lnTo>
                    <a:pt x="89335" y="209245"/>
                  </a:lnTo>
                  <a:lnTo>
                    <a:pt x="88858" y="207812"/>
                  </a:lnTo>
                  <a:lnTo>
                    <a:pt x="87424" y="206857"/>
                  </a:lnTo>
                  <a:lnTo>
                    <a:pt x="86947" y="205902"/>
                  </a:lnTo>
                  <a:lnTo>
                    <a:pt x="86469" y="205424"/>
                  </a:lnTo>
                  <a:lnTo>
                    <a:pt x="85514" y="203991"/>
                  </a:lnTo>
                  <a:lnTo>
                    <a:pt x="85514" y="203991"/>
                  </a:lnTo>
                  <a:lnTo>
                    <a:pt x="83603" y="203035"/>
                  </a:lnTo>
                  <a:lnTo>
                    <a:pt x="81214" y="202557"/>
                  </a:lnTo>
                  <a:lnTo>
                    <a:pt x="75959" y="202080"/>
                  </a:lnTo>
                  <a:lnTo>
                    <a:pt x="69749" y="202080"/>
                  </a:lnTo>
                  <a:lnTo>
                    <a:pt x="63538" y="202557"/>
                  </a:lnTo>
                  <a:lnTo>
                    <a:pt x="56850" y="202557"/>
                  </a:lnTo>
                  <a:lnTo>
                    <a:pt x="50162" y="202557"/>
                  </a:lnTo>
                  <a:lnTo>
                    <a:pt x="48251" y="202557"/>
                  </a:lnTo>
                  <a:lnTo>
                    <a:pt x="42996" y="203035"/>
                  </a:lnTo>
                  <a:lnTo>
                    <a:pt x="39174" y="202557"/>
                  </a:lnTo>
                  <a:lnTo>
                    <a:pt x="37741" y="202557"/>
                  </a:lnTo>
                  <a:lnTo>
                    <a:pt x="34874" y="202080"/>
                  </a:lnTo>
                  <a:lnTo>
                    <a:pt x="30575" y="202080"/>
                  </a:lnTo>
                  <a:lnTo>
                    <a:pt x="28186" y="202080"/>
                  </a:lnTo>
                  <a:lnTo>
                    <a:pt x="22931" y="202080"/>
                  </a:lnTo>
                  <a:lnTo>
                    <a:pt x="22453" y="202080"/>
                  </a:lnTo>
                  <a:lnTo>
                    <a:pt x="21498" y="202557"/>
                  </a:lnTo>
                  <a:lnTo>
                    <a:pt x="19109" y="202080"/>
                  </a:lnTo>
                  <a:lnTo>
                    <a:pt x="16721" y="202080"/>
                  </a:lnTo>
                  <a:lnTo>
                    <a:pt x="16721" y="202557"/>
                  </a:lnTo>
                  <a:lnTo>
                    <a:pt x="15287" y="201602"/>
                  </a:lnTo>
                  <a:lnTo>
                    <a:pt x="12899" y="202080"/>
                  </a:lnTo>
                  <a:lnTo>
                    <a:pt x="11466" y="202557"/>
                  </a:lnTo>
                  <a:lnTo>
                    <a:pt x="9077" y="203991"/>
                  </a:lnTo>
                  <a:lnTo>
                    <a:pt x="5733" y="204946"/>
                  </a:lnTo>
                  <a:lnTo>
                    <a:pt x="4777" y="204946"/>
                  </a:lnTo>
                  <a:lnTo>
                    <a:pt x="3822" y="204468"/>
                  </a:lnTo>
                  <a:lnTo>
                    <a:pt x="1911" y="203035"/>
                  </a:lnTo>
                  <a:lnTo>
                    <a:pt x="478" y="201124"/>
                  </a:lnTo>
                  <a:lnTo>
                    <a:pt x="0" y="200169"/>
                  </a:lnTo>
                  <a:lnTo>
                    <a:pt x="478" y="200169"/>
                  </a:lnTo>
                  <a:lnTo>
                    <a:pt x="3344" y="199691"/>
                  </a:lnTo>
                  <a:lnTo>
                    <a:pt x="5255" y="199691"/>
                  </a:lnTo>
                  <a:lnTo>
                    <a:pt x="5733" y="199213"/>
                  </a:lnTo>
                  <a:lnTo>
                    <a:pt x="5733" y="194436"/>
                  </a:lnTo>
                  <a:lnTo>
                    <a:pt x="6210" y="189181"/>
                  </a:lnTo>
                  <a:lnTo>
                    <a:pt x="5733" y="189181"/>
                  </a:lnTo>
                  <a:lnTo>
                    <a:pt x="5255" y="188703"/>
                  </a:lnTo>
                  <a:lnTo>
                    <a:pt x="4777" y="188226"/>
                  </a:lnTo>
                  <a:lnTo>
                    <a:pt x="4777" y="187748"/>
                  </a:lnTo>
                  <a:lnTo>
                    <a:pt x="5733" y="187270"/>
                  </a:lnTo>
                  <a:lnTo>
                    <a:pt x="7166" y="186792"/>
                  </a:lnTo>
                  <a:lnTo>
                    <a:pt x="7644" y="186314"/>
                  </a:lnTo>
                  <a:lnTo>
                    <a:pt x="9077" y="184881"/>
                  </a:lnTo>
                  <a:lnTo>
                    <a:pt x="11943" y="182015"/>
                  </a:lnTo>
                  <a:lnTo>
                    <a:pt x="14332" y="181060"/>
                  </a:lnTo>
                  <a:lnTo>
                    <a:pt x="16721" y="180104"/>
                  </a:lnTo>
                  <a:lnTo>
                    <a:pt x="16721" y="180104"/>
                  </a:lnTo>
                  <a:lnTo>
                    <a:pt x="17198" y="179626"/>
                  </a:lnTo>
                  <a:lnTo>
                    <a:pt x="18154" y="179626"/>
                  </a:lnTo>
                  <a:lnTo>
                    <a:pt x="18632" y="179626"/>
                  </a:lnTo>
                  <a:lnTo>
                    <a:pt x="19109" y="180582"/>
                  </a:lnTo>
                  <a:lnTo>
                    <a:pt x="19587" y="181060"/>
                  </a:lnTo>
                  <a:lnTo>
                    <a:pt x="19587" y="181537"/>
                  </a:lnTo>
                  <a:lnTo>
                    <a:pt x="21498" y="182493"/>
                  </a:lnTo>
                  <a:lnTo>
                    <a:pt x="22931" y="183448"/>
                  </a:lnTo>
                  <a:lnTo>
                    <a:pt x="23886" y="183926"/>
                  </a:lnTo>
                  <a:lnTo>
                    <a:pt x="24842" y="182970"/>
                  </a:lnTo>
                  <a:lnTo>
                    <a:pt x="26275" y="182015"/>
                  </a:lnTo>
                  <a:lnTo>
                    <a:pt x="28664" y="181537"/>
                  </a:lnTo>
                  <a:lnTo>
                    <a:pt x="29142" y="181060"/>
                  </a:lnTo>
                  <a:lnTo>
                    <a:pt x="29142" y="179626"/>
                  </a:lnTo>
                  <a:lnTo>
                    <a:pt x="29619" y="178193"/>
                  </a:lnTo>
                  <a:lnTo>
                    <a:pt x="29619" y="176760"/>
                  </a:lnTo>
                  <a:lnTo>
                    <a:pt x="30097" y="176760"/>
                  </a:lnTo>
                  <a:lnTo>
                    <a:pt x="31052" y="176282"/>
                  </a:lnTo>
                  <a:lnTo>
                    <a:pt x="32486" y="176760"/>
                  </a:lnTo>
                  <a:lnTo>
                    <a:pt x="32963" y="177238"/>
                  </a:lnTo>
                  <a:lnTo>
                    <a:pt x="33919" y="177238"/>
                  </a:lnTo>
                  <a:lnTo>
                    <a:pt x="34874" y="176760"/>
                  </a:lnTo>
                  <a:lnTo>
                    <a:pt x="36308" y="176282"/>
                  </a:lnTo>
                  <a:lnTo>
                    <a:pt x="37741" y="175804"/>
                  </a:lnTo>
                  <a:lnTo>
                    <a:pt x="39651" y="174849"/>
                  </a:lnTo>
                  <a:lnTo>
                    <a:pt x="41563" y="173894"/>
                  </a:lnTo>
                  <a:lnTo>
                    <a:pt x="42518" y="173894"/>
                  </a:lnTo>
                  <a:lnTo>
                    <a:pt x="43474" y="175327"/>
                  </a:lnTo>
                  <a:lnTo>
                    <a:pt x="43951" y="176282"/>
                  </a:lnTo>
                  <a:lnTo>
                    <a:pt x="43951" y="176760"/>
                  </a:lnTo>
                  <a:lnTo>
                    <a:pt x="43474" y="177715"/>
                  </a:lnTo>
                  <a:lnTo>
                    <a:pt x="42518" y="179149"/>
                  </a:lnTo>
                  <a:lnTo>
                    <a:pt x="43474" y="181060"/>
                  </a:lnTo>
                  <a:lnTo>
                    <a:pt x="43474" y="182493"/>
                  </a:lnTo>
                  <a:lnTo>
                    <a:pt x="43474" y="183448"/>
                  </a:lnTo>
                  <a:lnTo>
                    <a:pt x="43951" y="183926"/>
                  </a:lnTo>
                  <a:lnTo>
                    <a:pt x="44429" y="184404"/>
                  </a:lnTo>
                  <a:lnTo>
                    <a:pt x="44907" y="183926"/>
                  </a:lnTo>
                  <a:lnTo>
                    <a:pt x="46340" y="183926"/>
                  </a:lnTo>
                  <a:lnTo>
                    <a:pt x="47773" y="184404"/>
                  </a:lnTo>
                  <a:lnTo>
                    <a:pt x="49206" y="184404"/>
                  </a:lnTo>
                  <a:lnTo>
                    <a:pt x="50639" y="183926"/>
                  </a:lnTo>
                  <a:lnTo>
                    <a:pt x="53506" y="181060"/>
                  </a:lnTo>
                  <a:lnTo>
                    <a:pt x="57328" y="176760"/>
                  </a:lnTo>
                  <a:lnTo>
                    <a:pt x="60672" y="173894"/>
                  </a:lnTo>
                  <a:lnTo>
                    <a:pt x="63060" y="172938"/>
                  </a:lnTo>
                  <a:lnTo>
                    <a:pt x="64493" y="171505"/>
                  </a:lnTo>
                  <a:lnTo>
                    <a:pt x="65449" y="170072"/>
                  </a:lnTo>
                  <a:lnTo>
                    <a:pt x="66882" y="169116"/>
                  </a:lnTo>
                  <a:lnTo>
                    <a:pt x="70226" y="168161"/>
                  </a:lnTo>
                  <a:lnTo>
                    <a:pt x="72615" y="167205"/>
                  </a:lnTo>
                  <a:lnTo>
                    <a:pt x="74526" y="164339"/>
                  </a:lnTo>
                  <a:lnTo>
                    <a:pt x="77870" y="158606"/>
                  </a:lnTo>
                  <a:lnTo>
                    <a:pt x="78825" y="153829"/>
                  </a:lnTo>
                  <a:lnTo>
                    <a:pt x="79303" y="150963"/>
                  </a:lnTo>
                  <a:lnTo>
                    <a:pt x="78825" y="140930"/>
                  </a:lnTo>
                  <a:lnTo>
                    <a:pt x="78825" y="137586"/>
                  </a:lnTo>
                  <a:lnTo>
                    <a:pt x="79303" y="135675"/>
                  </a:lnTo>
                  <a:lnTo>
                    <a:pt x="80258" y="134242"/>
                  </a:lnTo>
                  <a:lnTo>
                    <a:pt x="83603" y="131854"/>
                  </a:lnTo>
                  <a:lnTo>
                    <a:pt x="85514" y="129465"/>
                  </a:lnTo>
                  <a:lnTo>
                    <a:pt x="87424" y="127076"/>
                  </a:lnTo>
                  <a:lnTo>
                    <a:pt x="90291" y="120865"/>
                  </a:lnTo>
                  <a:lnTo>
                    <a:pt x="91724" y="118955"/>
                  </a:lnTo>
                  <a:lnTo>
                    <a:pt x="92202" y="118477"/>
                  </a:lnTo>
                  <a:lnTo>
                    <a:pt x="94113" y="116566"/>
                  </a:lnTo>
                  <a:lnTo>
                    <a:pt x="96979" y="115611"/>
                  </a:lnTo>
                  <a:lnTo>
                    <a:pt x="100323" y="114177"/>
                  </a:lnTo>
                  <a:lnTo>
                    <a:pt x="105578" y="110356"/>
                  </a:lnTo>
                  <a:lnTo>
                    <a:pt x="109878" y="106056"/>
                  </a:lnTo>
                  <a:lnTo>
                    <a:pt x="108922" y="101279"/>
                  </a:lnTo>
                  <a:lnTo>
                    <a:pt x="109878" y="96979"/>
                  </a:lnTo>
                  <a:lnTo>
                    <a:pt x="112266" y="92202"/>
                  </a:lnTo>
                  <a:lnTo>
                    <a:pt x="113222" y="86469"/>
                  </a:lnTo>
                  <a:lnTo>
                    <a:pt x="112266" y="80736"/>
                  </a:lnTo>
                  <a:lnTo>
                    <a:pt x="112744" y="75959"/>
                  </a:lnTo>
                  <a:lnTo>
                    <a:pt x="114655" y="70704"/>
                  </a:lnTo>
                  <a:lnTo>
                    <a:pt x="115611" y="68315"/>
                  </a:lnTo>
                  <a:lnTo>
                    <a:pt x="116088" y="64971"/>
                  </a:lnTo>
                  <a:lnTo>
                    <a:pt x="116088" y="59716"/>
                  </a:lnTo>
                  <a:lnTo>
                    <a:pt x="118955" y="52550"/>
                  </a:lnTo>
                  <a:lnTo>
                    <a:pt x="121343" y="48251"/>
                  </a:lnTo>
                  <a:lnTo>
                    <a:pt x="124210" y="43474"/>
                  </a:lnTo>
                  <a:lnTo>
                    <a:pt x="125643" y="40129"/>
                  </a:lnTo>
                  <a:lnTo>
                    <a:pt x="127076" y="36308"/>
                  </a:lnTo>
                  <a:lnTo>
                    <a:pt x="126598" y="33441"/>
                  </a:lnTo>
                  <a:lnTo>
                    <a:pt x="126598" y="29619"/>
                  </a:lnTo>
                  <a:lnTo>
                    <a:pt x="127076" y="24842"/>
                  </a:lnTo>
                  <a:lnTo>
                    <a:pt x="127076" y="21498"/>
                  </a:lnTo>
                  <a:lnTo>
                    <a:pt x="125643" y="19109"/>
                  </a:lnTo>
                  <a:lnTo>
                    <a:pt x="126598" y="17676"/>
                  </a:lnTo>
                  <a:lnTo>
                    <a:pt x="128509" y="16721"/>
                  </a:lnTo>
                  <a:lnTo>
                    <a:pt x="130898" y="14332"/>
                  </a:lnTo>
                  <a:lnTo>
                    <a:pt x="135675" y="7644"/>
                  </a:lnTo>
                  <a:lnTo>
                    <a:pt x="140930" y="4300"/>
                  </a:lnTo>
                  <a:lnTo>
                    <a:pt x="144274" y="3344"/>
                  </a:lnTo>
                  <a:lnTo>
                    <a:pt x="148096" y="3344"/>
                  </a:lnTo>
                  <a:lnTo>
                    <a:pt x="150485" y="4300"/>
                  </a:lnTo>
                  <a:lnTo>
                    <a:pt x="151440" y="5255"/>
                  </a:lnTo>
                  <a:lnTo>
                    <a:pt x="154307" y="6688"/>
                  </a:lnTo>
                  <a:lnTo>
                    <a:pt x="158606" y="8599"/>
                  </a:lnTo>
                  <a:lnTo>
                    <a:pt x="161950" y="11466"/>
                  </a:lnTo>
                  <a:lnTo>
                    <a:pt x="163861" y="13854"/>
                  </a:lnTo>
                  <a:lnTo>
                    <a:pt x="165295" y="15287"/>
                  </a:lnTo>
                  <a:lnTo>
                    <a:pt x="167205" y="15765"/>
                  </a:lnTo>
                  <a:lnTo>
                    <a:pt x="170072" y="15765"/>
                  </a:lnTo>
                  <a:lnTo>
                    <a:pt x="173416" y="16243"/>
                  </a:lnTo>
                  <a:lnTo>
                    <a:pt x="176760" y="17676"/>
                  </a:lnTo>
                  <a:lnTo>
                    <a:pt x="178671" y="18154"/>
                  </a:lnTo>
                  <a:lnTo>
                    <a:pt x="179626" y="18154"/>
                  </a:lnTo>
                  <a:lnTo>
                    <a:pt x="181060" y="18154"/>
                  </a:lnTo>
                  <a:lnTo>
                    <a:pt x="184881" y="19587"/>
                  </a:lnTo>
                  <a:lnTo>
                    <a:pt x="187748" y="18632"/>
                  </a:lnTo>
                  <a:lnTo>
                    <a:pt x="192047" y="19109"/>
                  </a:lnTo>
                  <a:lnTo>
                    <a:pt x="202079" y="21498"/>
                  </a:lnTo>
                  <a:lnTo>
                    <a:pt x="203035" y="21020"/>
                  </a:lnTo>
                  <a:lnTo>
                    <a:pt x="203035" y="21020"/>
                  </a:lnTo>
                  <a:lnTo>
                    <a:pt x="203991" y="20065"/>
                  </a:lnTo>
                  <a:lnTo>
                    <a:pt x="206379" y="15765"/>
                  </a:lnTo>
                  <a:lnTo>
                    <a:pt x="207812" y="12899"/>
                  </a:lnTo>
                  <a:lnTo>
                    <a:pt x="208768" y="11943"/>
                  </a:lnTo>
                  <a:lnTo>
                    <a:pt x="211156" y="10510"/>
                  </a:lnTo>
                  <a:lnTo>
                    <a:pt x="213545" y="10510"/>
                  </a:lnTo>
                  <a:lnTo>
                    <a:pt x="215934" y="10510"/>
                  </a:lnTo>
                  <a:lnTo>
                    <a:pt x="217845" y="10988"/>
                  </a:lnTo>
                  <a:lnTo>
                    <a:pt x="219756" y="11943"/>
                  </a:lnTo>
                  <a:lnTo>
                    <a:pt x="222144" y="11943"/>
                  </a:lnTo>
                  <a:lnTo>
                    <a:pt x="224055" y="10988"/>
                  </a:lnTo>
                  <a:lnTo>
                    <a:pt x="227399" y="10032"/>
                  </a:lnTo>
                  <a:lnTo>
                    <a:pt x="230743" y="9077"/>
                  </a:lnTo>
                  <a:lnTo>
                    <a:pt x="233610" y="8121"/>
                  </a:lnTo>
                  <a:lnTo>
                    <a:pt x="237909" y="6688"/>
                  </a:lnTo>
                  <a:lnTo>
                    <a:pt x="239820" y="5733"/>
                  </a:lnTo>
                  <a:lnTo>
                    <a:pt x="242209" y="5733"/>
                  </a:lnTo>
                  <a:lnTo>
                    <a:pt x="248897" y="7166"/>
                  </a:lnTo>
                  <a:lnTo>
                    <a:pt x="253197" y="6210"/>
                  </a:lnTo>
                  <a:lnTo>
                    <a:pt x="254630" y="6210"/>
                  </a:lnTo>
                  <a:lnTo>
                    <a:pt x="258452" y="5255"/>
                  </a:lnTo>
                  <a:lnTo>
                    <a:pt x="258929" y="4777"/>
                  </a:lnTo>
                  <a:lnTo>
                    <a:pt x="261318" y="956"/>
                  </a:lnTo>
                  <a:lnTo>
                    <a:pt x="263707" y="0"/>
                  </a:lnTo>
                  <a:lnTo>
                    <a:pt x="267528" y="478"/>
                  </a:lnTo>
                  <a:lnTo>
                    <a:pt x="269917" y="956"/>
                  </a:lnTo>
                  <a:lnTo>
                    <a:pt x="276605" y="2389"/>
                  </a:lnTo>
                  <a:lnTo>
                    <a:pt x="285682" y="4300"/>
                  </a:lnTo>
                  <a:lnTo>
                    <a:pt x="288548" y="4300"/>
                  </a:lnTo>
                  <a:lnTo>
                    <a:pt x="289504" y="4777"/>
                  </a:lnTo>
                  <a:lnTo>
                    <a:pt x="290459" y="4300"/>
                  </a:lnTo>
                  <a:lnTo>
                    <a:pt x="293326" y="2389"/>
                  </a:lnTo>
                  <a:lnTo>
                    <a:pt x="294282" y="1911"/>
                  </a:lnTo>
                  <a:lnTo>
                    <a:pt x="295237" y="1911"/>
                  </a:lnTo>
                  <a:lnTo>
                    <a:pt x="300970" y="3822"/>
                  </a:lnTo>
                  <a:lnTo>
                    <a:pt x="301925" y="4777"/>
                  </a:lnTo>
                  <a:lnTo>
                    <a:pt x="302880" y="6210"/>
                  </a:lnTo>
                  <a:lnTo>
                    <a:pt x="306225" y="8599"/>
                  </a:lnTo>
                  <a:lnTo>
                    <a:pt x="307180" y="9555"/>
                  </a:lnTo>
                  <a:lnTo>
                    <a:pt x="308136" y="10988"/>
                  </a:lnTo>
                  <a:lnTo>
                    <a:pt x="308613" y="11943"/>
                  </a:lnTo>
                  <a:lnTo>
                    <a:pt x="309569" y="12899"/>
                  </a:lnTo>
                  <a:lnTo>
                    <a:pt x="311480" y="13376"/>
                  </a:lnTo>
                  <a:lnTo>
                    <a:pt x="312435" y="14332"/>
                  </a:lnTo>
                  <a:lnTo>
                    <a:pt x="313391" y="15287"/>
                  </a:lnTo>
                  <a:lnTo>
                    <a:pt x="314346" y="16243"/>
                  </a:lnTo>
                  <a:lnTo>
                    <a:pt x="316735" y="17676"/>
                  </a:lnTo>
                  <a:lnTo>
                    <a:pt x="317690" y="17676"/>
                  </a:lnTo>
                  <a:lnTo>
                    <a:pt x="319123" y="17676"/>
                  </a:lnTo>
                  <a:lnTo>
                    <a:pt x="320079" y="18154"/>
                  </a:lnTo>
                  <a:lnTo>
                    <a:pt x="321512" y="18154"/>
                  </a:lnTo>
                  <a:lnTo>
                    <a:pt x="323423" y="17198"/>
                  </a:lnTo>
                  <a:lnTo>
                    <a:pt x="325812" y="15765"/>
                  </a:lnTo>
                  <a:lnTo>
                    <a:pt x="327245" y="14810"/>
                  </a:lnTo>
                  <a:lnTo>
                    <a:pt x="331544" y="14810"/>
                  </a:lnTo>
                  <a:lnTo>
                    <a:pt x="333933" y="15765"/>
                  </a:lnTo>
                  <a:lnTo>
                    <a:pt x="335844" y="16721"/>
                  </a:lnTo>
                  <a:lnTo>
                    <a:pt x="337277" y="16721"/>
                  </a:lnTo>
                  <a:lnTo>
                    <a:pt x="340621" y="14810"/>
                  </a:lnTo>
                  <a:lnTo>
                    <a:pt x="342054" y="12899"/>
                  </a:lnTo>
                  <a:lnTo>
                    <a:pt x="343487" y="12421"/>
                  </a:lnTo>
                  <a:lnTo>
                    <a:pt x="346354" y="13376"/>
                  </a:lnTo>
                  <a:lnTo>
                    <a:pt x="348265" y="15287"/>
                  </a:lnTo>
                  <a:lnTo>
                    <a:pt x="350176" y="17676"/>
                  </a:lnTo>
                  <a:lnTo>
                    <a:pt x="351131" y="19109"/>
                  </a:lnTo>
                  <a:lnTo>
                    <a:pt x="353042" y="20542"/>
                  </a:lnTo>
                  <a:lnTo>
                    <a:pt x="356386" y="24364"/>
                  </a:lnTo>
                  <a:lnTo>
                    <a:pt x="361164" y="25798"/>
                  </a:lnTo>
                  <a:lnTo>
                    <a:pt x="362596" y="26753"/>
                  </a:lnTo>
                  <a:lnTo>
                    <a:pt x="363075" y="27708"/>
                  </a:lnTo>
                  <a:lnTo>
                    <a:pt x="363552" y="28664"/>
                  </a:lnTo>
                  <a:lnTo>
                    <a:pt x="363552" y="30097"/>
                  </a:lnTo>
                  <a:lnTo>
                    <a:pt x="364030" y="30575"/>
                  </a:lnTo>
                  <a:lnTo>
                    <a:pt x="365463" y="30575"/>
                  </a:lnTo>
                  <a:lnTo>
                    <a:pt x="366419" y="30097"/>
                  </a:lnTo>
                  <a:lnTo>
                    <a:pt x="367374" y="30575"/>
                  </a:lnTo>
                  <a:lnTo>
                    <a:pt x="368330" y="31530"/>
                  </a:lnTo>
                  <a:lnTo>
                    <a:pt x="368807" y="32486"/>
                  </a:lnTo>
                  <a:lnTo>
                    <a:pt x="369285" y="32963"/>
                  </a:lnTo>
                  <a:lnTo>
                    <a:pt x="370241" y="33441"/>
                  </a:lnTo>
                  <a:lnTo>
                    <a:pt x="370718" y="34397"/>
                  </a:lnTo>
                  <a:lnTo>
                    <a:pt x="369762" y="35830"/>
                  </a:lnTo>
                  <a:lnTo>
                    <a:pt x="368807" y="36785"/>
                  </a:lnTo>
                  <a:lnTo>
                    <a:pt x="367852" y="39174"/>
                  </a:lnTo>
                  <a:lnTo>
                    <a:pt x="367374" y="41085"/>
                  </a:lnTo>
                  <a:lnTo>
                    <a:pt x="368330" y="42040"/>
                  </a:lnTo>
                  <a:lnTo>
                    <a:pt x="368807" y="42518"/>
                  </a:lnTo>
                  <a:lnTo>
                    <a:pt x="369285" y="42996"/>
                  </a:lnTo>
                  <a:lnTo>
                    <a:pt x="369285" y="43951"/>
                  </a:lnTo>
                  <a:lnTo>
                    <a:pt x="369285" y="44907"/>
                  </a:lnTo>
                  <a:lnTo>
                    <a:pt x="367852" y="47773"/>
                  </a:lnTo>
                  <a:lnTo>
                    <a:pt x="366896" y="50639"/>
                  </a:lnTo>
                  <a:lnTo>
                    <a:pt x="366896" y="51595"/>
                  </a:lnTo>
                  <a:lnTo>
                    <a:pt x="368807" y="52550"/>
                  </a:lnTo>
                  <a:lnTo>
                    <a:pt x="371673" y="52550"/>
                  </a:lnTo>
                  <a:lnTo>
                    <a:pt x="372629" y="53506"/>
                  </a:lnTo>
                  <a:lnTo>
                    <a:pt x="373107" y="54461"/>
                  </a:lnTo>
                  <a:lnTo>
                    <a:pt x="374062" y="54939"/>
                  </a:lnTo>
                  <a:lnTo>
                    <a:pt x="375018" y="54939"/>
                  </a:lnTo>
                  <a:lnTo>
                    <a:pt x="375973" y="54939"/>
                  </a:lnTo>
                  <a:lnTo>
                    <a:pt x="376451" y="55894"/>
                  </a:lnTo>
                  <a:lnTo>
                    <a:pt x="376928" y="5637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9" name="Freeform 1668">
              <a:extLst>
                <a:ext uri="{FF2B5EF4-FFF2-40B4-BE49-F238E27FC236}">
                  <a16:creationId xmlns:a16="http://schemas.microsoft.com/office/drawing/2014/main" id="{C8547E5E-B004-0758-791B-70AB28BBDB62}"/>
                </a:ext>
              </a:extLst>
            </p:cNvPr>
            <p:cNvSpPr/>
            <p:nvPr/>
          </p:nvSpPr>
          <p:spPr>
            <a:xfrm>
              <a:off x="6500158" y="5218358"/>
              <a:ext cx="2388" cy="2866"/>
            </a:xfrm>
            <a:custGeom>
              <a:avLst/>
              <a:gdLst>
                <a:gd name="csX0" fmla="*/ 2389 w 2388"/>
                <a:gd name="csY0" fmla="*/ 0 h 2866"/>
                <a:gd name="csX1" fmla="*/ 0 w 2388"/>
                <a:gd name="csY1" fmla="*/ 2866 h 2866"/>
                <a:gd name="csX2" fmla="*/ 2389 w 2388"/>
                <a:gd name="csY2" fmla="*/ 0 h 2866"/>
                <a:gd name="csX3" fmla="*/ 2389 w 2388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2866">
                  <a:moveTo>
                    <a:pt x="2389" y="0"/>
                  </a:moveTo>
                  <a:lnTo>
                    <a:pt x="0" y="2866"/>
                  </a:lnTo>
                  <a:lnTo>
                    <a:pt x="2389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0" name="Freeform 1669">
              <a:extLst>
                <a:ext uri="{FF2B5EF4-FFF2-40B4-BE49-F238E27FC236}">
                  <a16:creationId xmlns:a16="http://schemas.microsoft.com/office/drawing/2014/main" id="{0B6B3A80-83DE-DF38-5ED5-C4B8FC9CFB6D}"/>
                </a:ext>
              </a:extLst>
            </p:cNvPr>
            <p:cNvSpPr/>
            <p:nvPr/>
          </p:nvSpPr>
          <p:spPr>
            <a:xfrm>
              <a:off x="6500158" y="3552993"/>
              <a:ext cx="1911" cy="1433"/>
            </a:xfrm>
            <a:custGeom>
              <a:avLst/>
              <a:gdLst>
                <a:gd name="csX0" fmla="*/ 1911 w 1911"/>
                <a:gd name="csY0" fmla="*/ 1433 h 1433"/>
                <a:gd name="csX1" fmla="*/ 0 w 1911"/>
                <a:gd name="csY1" fmla="*/ 478 h 1433"/>
                <a:gd name="csX2" fmla="*/ 0 w 1911"/>
                <a:gd name="csY2" fmla="*/ 0 h 1433"/>
                <a:gd name="csX3" fmla="*/ 1911 w 1911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433">
                  <a:moveTo>
                    <a:pt x="1911" y="1433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1" name="Freeform 1670">
              <a:extLst>
                <a:ext uri="{FF2B5EF4-FFF2-40B4-BE49-F238E27FC236}">
                  <a16:creationId xmlns:a16="http://schemas.microsoft.com/office/drawing/2014/main" id="{24AD56C4-03E9-321B-C418-D10C5D7F770F}"/>
                </a:ext>
              </a:extLst>
            </p:cNvPr>
            <p:cNvSpPr/>
            <p:nvPr/>
          </p:nvSpPr>
          <p:spPr>
            <a:xfrm>
              <a:off x="6498247" y="3241514"/>
              <a:ext cx="3822" cy="3821"/>
            </a:xfrm>
            <a:custGeom>
              <a:avLst/>
              <a:gdLst>
                <a:gd name="csX0" fmla="*/ 3822 w 3822"/>
                <a:gd name="csY0" fmla="*/ 3822 h 3821"/>
                <a:gd name="csX1" fmla="*/ 3822 w 3822"/>
                <a:gd name="csY1" fmla="*/ 3822 h 3821"/>
                <a:gd name="csX2" fmla="*/ 0 w 3822"/>
                <a:gd name="csY2" fmla="*/ 0 h 3821"/>
                <a:gd name="csX3" fmla="*/ 3822 w 3822"/>
                <a:gd name="csY3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2" h="3821">
                  <a:moveTo>
                    <a:pt x="3822" y="3822"/>
                  </a:moveTo>
                  <a:lnTo>
                    <a:pt x="3822" y="3822"/>
                  </a:lnTo>
                  <a:lnTo>
                    <a:pt x="0" y="0"/>
                  </a:lnTo>
                  <a:lnTo>
                    <a:pt x="3822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2" name="Freeform 1671">
              <a:extLst>
                <a:ext uri="{FF2B5EF4-FFF2-40B4-BE49-F238E27FC236}">
                  <a16:creationId xmlns:a16="http://schemas.microsoft.com/office/drawing/2014/main" id="{60D67C9E-4836-D84B-4FC4-6E5A9BE0F0C8}"/>
                </a:ext>
              </a:extLst>
            </p:cNvPr>
            <p:cNvSpPr/>
            <p:nvPr/>
          </p:nvSpPr>
          <p:spPr>
            <a:xfrm>
              <a:off x="6494425" y="3543917"/>
              <a:ext cx="6688" cy="4299"/>
            </a:xfrm>
            <a:custGeom>
              <a:avLst/>
              <a:gdLst>
                <a:gd name="csX0" fmla="*/ 6688 w 6688"/>
                <a:gd name="csY0" fmla="*/ 4300 h 4299"/>
                <a:gd name="csX1" fmla="*/ 6688 w 6688"/>
                <a:gd name="csY1" fmla="*/ 4300 h 4299"/>
                <a:gd name="csX2" fmla="*/ 3821 w 6688"/>
                <a:gd name="csY2" fmla="*/ 2866 h 4299"/>
                <a:gd name="csX3" fmla="*/ 0 w 6688"/>
                <a:gd name="csY3" fmla="*/ 0 h 4299"/>
                <a:gd name="csX4" fmla="*/ 0 w 6688"/>
                <a:gd name="csY4" fmla="*/ 0 h 4299"/>
                <a:gd name="csX5" fmla="*/ 3821 w 6688"/>
                <a:gd name="csY5" fmla="*/ 2866 h 4299"/>
                <a:gd name="csX6" fmla="*/ 6688 w 6688"/>
                <a:gd name="csY6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8" h="4299">
                  <a:moveTo>
                    <a:pt x="6688" y="4300"/>
                  </a:moveTo>
                  <a:lnTo>
                    <a:pt x="6688" y="4300"/>
                  </a:lnTo>
                  <a:lnTo>
                    <a:pt x="3821" y="2866"/>
                  </a:lnTo>
                  <a:lnTo>
                    <a:pt x="0" y="0"/>
                  </a:lnTo>
                  <a:lnTo>
                    <a:pt x="0" y="0"/>
                  </a:lnTo>
                  <a:lnTo>
                    <a:pt x="3821" y="2866"/>
                  </a:lnTo>
                  <a:lnTo>
                    <a:pt x="6688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3" name="Freeform 1672">
              <a:extLst>
                <a:ext uri="{FF2B5EF4-FFF2-40B4-BE49-F238E27FC236}">
                  <a16:creationId xmlns:a16="http://schemas.microsoft.com/office/drawing/2014/main" id="{91B6E50E-FEDC-25BB-2E62-B038BB72D278}"/>
                </a:ext>
              </a:extLst>
            </p:cNvPr>
            <p:cNvSpPr/>
            <p:nvPr/>
          </p:nvSpPr>
          <p:spPr>
            <a:xfrm>
              <a:off x="6496336" y="5237467"/>
              <a:ext cx="3343" cy="6688"/>
            </a:xfrm>
            <a:custGeom>
              <a:avLst/>
              <a:gdLst>
                <a:gd name="csX0" fmla="*/ 955 w 3343"/>
                <a:gd name="csY0" fmla="*/ 2866 h 6688"/>
                <a:gd name="csX1" fmla="*/ 3344 w 3343"/>
                <a:gd name="csY1" fmla="*/ 6688 h 6688"/>
                <a:gd name="csX2" fmla="*/ 3344 w 3343"/>
                <a:gd name="csY2" fmla="*/ 6688 h 6688"/>
                <a:gd name="csX3" fmla="*/ 955 w 3343"/>
                <a:gd name="csY3" fmla="*/ 2866 h 6688"/>
                <a:gd name="csX4" fmla="*/ 0 w 3343"/>
                <a:gd name="csY4" fmla="*/ 0 h 6688"/>
                <a:gd name="csX5" fmla="*/ 955 w 3343"/>
                <a:gd name="csY5" fmla="*/ 2866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3" h="6688">
                  <a:moveTo>
                    <a:pt x="955" y="2866"/>
                  </a:moveTo>
                  <a:lnTo>
                    <a:pt x="3344" y="6688"/>
                  </a:lnTo>
                  <a:lnTo>
                    <a:pt x="3344" y="6688"/>
                  </a:lnTo>
                  <a:lnTo>
                    <a:pt x="955" y="2866"/>
                  </a:lnTo>
                  <a:lnTo>
                    <a:pt x="0" y="0"/>
                  </a:lnTo>
                  <a:lnTo>
                    <a:pt x="9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4" name="Freeform 1673">
              <a:extLst>
                <a:ext uri="{FF2B5EF4-FFF2-40B4-BE49-F238E27FC236}">
                  <a16:creationId xmlns:a16="http://schemas.microsoft.com/office/drawing/2014/main" id="{8EAC3D01-BA2B-6F76-75F1-79459040D945}"/>
                </a:ext>
              </a:extLst>
            </p:cNvPr>
            <p:cNvSpPr/>
            <p:nvPr/>
          </p:nvSpPr>
          <p:spPr>
            <a:xfrm>
              <a:off x="6495381" y="3627519"/>
              <a:ext cx="2866" cy="2388"/>
            </a:xfrm>
            <a:custGeom>
              <a:avLst/>
              <a:gdLst>
                <a:gd name="csX0" fmla="*/ 2866 w 2866"/>
                <a:gd name="csY0" fmla="*/ 0 h 2388"/>
                <a:gd name="csX1" fmla="*/ 0 w 2866"/>
                <a:gd name="csY1" fmla="*/ 2389 h 2388"/>
                <a:gd name="csX2" fmla="*/ 0 w 2866"/>
                <a:gd name="csY2" fmla="*/ 2389 h 2388"/>
                <a:gd name="csX3" fmla="*/ 2866 w 2866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2388">
                  <a:moveTo>
                    <a:pt x="2866" y="0"/>
                  </a:moveTo>
                  <a:lnTo>
                    <a:pt x="0" y="2389"/>
                  </a:lnTo>
                  <a:lnTo>
                    <a:pt x="0" y="2389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5" name="Freeform 1674">
              <a:extLst>
                <a:ext uri="{FF2B5EF4-FFF2-40B4-BE49-F238E27FC236}">
                  <a16:creationId xmlns:a16="http://schemas.microsoft.com/office/drawing/2014/main" id="{229C5AB8-D43B-547F-3451-0F21A23DCD75}"/>
                </a:ext>
              </a:extLst>
            </p:cNvPr>
            <p:cNvSpPr/>
            <p:nvPr/>
          </p:nvSpPr>
          <p:spPr>
            <a:xfrm>
              <a:off x="5981344" y="2872707"/>
              <a:ext cx="516425" cy="565153"/>
            </a:xfrm>
            <a:custGeom>
              <a:avLst/>
              <a:gdLst>
                <a:gd name="csX0" fmla="*/ 298581 w 516425"/>
                <a:gd name="csY0" fmla="*/ 134242 h 565153"/>
                <a:gd name="csX1" fmla="*/ 303836 w 516425"/>
                <a:gd name="csY1" fmla="*/ 137586 h 565153"/>
                <a:gd name="csX2" fmla="*/ 300014 w 516425"/>
                <a:gd name="csY2" fmla="*/ 141886 h 565153"/>
                <a:gd name="csX3" fmla="*/ 298581 w 516425"/>
                <a:gd name="csY3" fmla="*/ 143796 h 565153"/>
                <a:gd name="csX4" fmla="*/ 298581 w 516425"/>
                <a:gd name="csY4" fmla="*/ 143796 h 565153"/>
                <a:gd name="csX5" fmla="*/ 296192 w 516425"/>
                <a:gd name="csY5" fmla="*/ 143319 h 565153"/>
                <a:gd name="csX6" fmla="*/ 292848 w 516425"/>
                <a:gd name="csY6" fmla="*/ 141886 h 565153"/>
                <a:gd name="csX7" fmla="*/ 284249 w 516425"/>
                <a:gd name="csY7" fmla="*/ 138064 h 565153"/>
                <a:gd name="csX8" fmla="*/ 284249 w 516425"/>
                <a:gd name="csY8" fmla="*/ 138064 h 565153"/>
                <a:gd name="csX9" fmla="*/ 279949 w 516425"/>
                <a:gd name="csY9" fmla="*/ 137108 h 565153"/>
                <a:gd name="csX10" fmla="*/ 276605 w 516425"/>
                <a:gd name="csY10" fmla="*/ 136631 h 565153"/>
                <a:gd name="csX11" fmla="*/ 274694 w 516425"/>
                <a:gd name="csY11" fmla="*/ 136631 h 565153"/>
                <a:gd name="csX12" fmla="*/ 267051 w 516425"/>
                <a:gd name="csY12" fmla="*/ 133286 h 565153"/>
                <a:gd name="csX13" fmla="*/ 266573 w 516425"/>
                <a:gd name="csY13" fmla="*/ 133286 h 565153"/>
                <a:gd name="csX14" fmla="*/ 265140 w 516425"/>
                <a:gd name="csY14" fmla="*/ 133764 h 565153"/>
                <a:gd name="csX15" fmla="*/ 262751 w 516425"/>
                <a:gd name="csY15" fmla="*/ 135197 h 565153"/>
                <a:gd name="csX16" fmla="*/ 262274 w 516425"/>
                <a:gd name="csY16" fmla="*/ 135197 h 565153"/>
                <a:gd name="csX17" fmla="*/ 262274 w 516425"/>
                <a:gd name="csY17" fmla="*/ 138064 h 565153"/>
                <a:gd name="csX18" fmla="*/ 262274 w 516425"/>
                <a:gd name="csY18" fmla="*/ 145707 h 565153"/>
                <a:gd name="csX19" fmla="*/ 262751 w 516425"/>
                <a:gd name="csY19" fmla="*/ 151440 h 565153"/>
                <a:gd name="csX20" fmla="*/ 261796 w 516425"/>
                <a:gd name="csY20" fmla="*/ 154784 h 565153"/>
                <a:gd name="csX21" fmla="*/ 260840 w 516425"/>
                <a:gd name="csY21" fmla="*/ 156695 h 565153"/>
                <a:gd name="csX22" fmla="*/ 257496 w 516425"/>
                <a:gd name="csY22" fmla="*/ 162906 h 565153"/>
                <a:gd name="csX23" fmla="*/ 250808 w 516425"/>
                <a:gd name="csY23" fmla="*/ 158606 h 565153"/>
                <a:gd name="csX24" fmla="*/ 246031 w 516425"/>
                <a:gd name="csY24" fmla="*/ 156217 h 565153"/>
                <a:gd name="csX25" fmla="*/ 246031 w 516425"/>
                <a:gd name="csY25" fmla="*/ 156217 h 565153"/>
                <a:gd name="csX26" fmla="*/ 246031 w 516425"/>
                <a:gd name="csY26" fmla="*/ 156217 h 565153"/>
                <a:gd name="csX27" fmla="*/ 242686 w 516425"/>
                <a:gd name="csY27" fmla="*/ 159562 h 565153"/>
                <a:gd name="csX28" fmla="*/ 235043 w 516425"/>
                <a:gd name="csY28" fmla="*/ 166250 h 565153"/>
                <a:gd name="csX29" fmla="*/ 235043 w 516425"/>
                <a:gd name="csY29" fmla="*/ 166250 h 565153"/>
                <a:gd name="csX30" fmla="*/ 231221 w 516425"/>
                <a:gd name="csY30" fmla="*/ 179149 h 565153"/>
                <a:gd name="csX31" fmla="*/ 231221 w 516425"/>
                <a:gd name="csY31" fmla="*/ 179626 h 565153"/>
                <a:gd name="csX32" fmla="*/ 228833 w 516425"/>
                <a:gd name="csY32" fmla="*/ 182493 h 565153"/>
                <a:gd name="csX33" fmla="*/ 225488 w 516425"/>
                <a:gd name="csY33" fmla="*/ 183926 h 565153"/>
                <a:gd name="csX34" fmla="*/ 223577 w 516425"/>
                <a:gd name="csY34" fmla="*/ 184881 h 565153"/>
                <a:gd name="csX35" fmla="*/ 223577 w 516425"/>
                <a:gd name="csY35" fmla="*/ 184881 h 565153"/>
                <a:gd name="csX36" fmla="*/ 222144 w 516425"/>
                <a:gd name="csY36" fmla="*/ 188703 h 565153"/>
                <a:gd name="csX37" fmla="*/ 225010 w 516425"/>
                <a:gd name="csY37" fmla="*/ 193958 h 565153"/>
                <a:gd name="csX38" fmla="*/ 226921 w 516425"/>
                <a:gd name="csY38" fmla="*/ 196824 h 565153"/>
                <a:gd name="csX39" fmla="*/ 228355 w 516425"/>
                <a:gd name="csY39" fmla="*/ 201602 h 565153"/>
                <a:gd name="csX40" fmla="*/ 227877 w 516425"/>
                <a:gd name="csY40" fmla="*/ 204468 h 565153"/>
                <a:gd name="csX41" fmla="*/ 227399 w 516425"/>
                <a:gd name="csY41" fmla="*/ 205901 h 565153"/>
                <a:gd name="csX42" fmla="*/ 224533 w 516425"/>
                <a:gd name="csY42" fmla="*/ 209723 h 565153"/>
                <a:gd name="csX43" fmla="*/ 217367 w 516425"/>
                <a:gd name="csY43" fmla="*/ 219278 h 565153"/>
                <a:gd name="csX44" fmla="*/ 210679 w 516425"/>
                <a:gd name="csY44" fmla="*/ 229310 h 565153"/>
                <a:gd name="csX45" fmla="*/ 208290 w 516425"/>
                <a:gd name="csY45" fmla="*/ 232176 h 565153"/>
                <a:gd name="csX46" fmla="*/ 209245 w 516425"/>
                <a:gd name="csY46" fmla="*/ 240298 h 565153"/>
                <a:gd name="csX47" fmla="*/ 207335 w 516425"/>
                <a:gd name="csY47" fmla="*/ 242687 h 565153"/>
                <a:gd name="csX48" fmla="*/ 203035 w 516425"/>
                <a:gd name="csY48" fmla="*/ 245553 h 565153"/>
                <a:gd name="csX49" fmla="*/ 200646 w 516425"/>
                <a:gd name="csY49" fmla="*/ 246508 h 565153"/>
                <a:gd name="csX50" fmla="*/ 198258 w 516425"/>
                <a:gd name="csY50" fmla="*/ 247464 h 565153"/>
                <a:gd name="csX51" fmla="*/ 197302 w 516425"/>
                <a:gd name="csY51" fmla="*/ 247464 h 565153"/>
                <a:gd name="csX52" fmla="*/ 190614 w 516425"/>
                <a:gd name="csY52" fmla="*/ 248419 h 565153"/>
                <a:gd name="csX53" fmla="*/ 190614 w 516425"/>
                <a:gd name="csY53" fmla="*/ 248419 h 565153"/>
                <a:gd name="csX54" fmla="*/ 190614 w 516425"/>
                <a:gd name="csY54" fmla="*/ 248419 h 565153"/>
                <a:gd name="csX55" fmla="*/ 192047 w 516425"/>
                <a:gd name="csY55" fmla="*/ 257018 h 565153"/>
                <a:gd name="csX56" fmla="*/ 192525 w 516425"/>
                <a:gd name="csY56" fmla="*/ 261318 h 565153"/>
                <a:gd name="csX57" fmla="*/ 192525 w 516425"/>
                <a:gd name="csY57" fmla="*/ 263229 h 565153"/>
                <a:gd name="csX58" fmla="*/ 191569 w 516425"/>
                <a:gd name="csY58" fmla="*/ 265617 h 565153"/>
                <a:gd name="csX59" fmla="*/ 190614 w 516425"/>
                <a:gd name="csY59" fmla="*/ 269917 h 565153"/>
                <a:gd name="csX60" fmla="*/ 189659 w 516425"/>
                <a:gd name="csY60" fmla="*/ 285204 h 565153"/>
                <a:gd name="csX61" fmla="*/ 188226 w 516425"/>
                <a:gd name="csY61" fmla="*/ 286638 h 565153"/>
                <a:gd name="csX62" fmla="*/ 186792 w 516425"/>
                <a:gd name="csY62" fmla="*/ 290459 h 565153"/>
                <a:gd name="csX63" fmla="*/ 182015 w 516425"/>
                <a:gd name="csY63" fmla="*/ 300492 h 565153"/>
                <a:gd name="csX64" fmla="*/ 178671 w 516425"/>
                <a:gd name="csY64" fmla="*/ 306702 h 565153"/>
                <a:gd name="csX65" fmla="*/ 178671 w 516425"/>
                <a:gd name="csY65" fmla="*/ 306702 h 565153"/>
                <a:gd name="csX66" fmla="*/ 172938 w 516425"/>
                <a:gd name="csY66" fmla="*/ 315779 h 565153"/>
                <a:gd name="csX67" fmla="*/ 172938 w 516425"/>
                <a:gd name="csY67" fmla="*/ 315779 h 565153"/>
                <a:gd name="csX68" fmla="*/ 177238 w 516425"/>
                <a:gd name="csY68" fmla="*/ 318645 h 565153"/>
                <a:gd name="csX69" fmla="*/ 181537 w 516425"/>
                <a:gd name="csY69" fmla="*/ 321034 h 565153"/>
                <a:gd name="csX70" fmla="*/ 182493 w 516425"/>
                <a:gd name="csY70" fmla="*/ 323901 h 565153"/>
                <a:gd name="csX71" fmla="*/ 182970 w 516425"/>
                <a:gd name="csY71" fmla="*/ 329633 h 565153"/>
                <a:gd name="csX72" fmla="*/ 182970 w 516425"/>
                <a:gd name="csY72" fmla="*/ 332977 h 565153"/>
                <a:gd name="csX73" fmla="*/ 181060 w 516425"/>
                <a:gd name="csY73" fmla="*/ 336322 h 565153"/>
                <a:gd name="csX74" fmla="*/ 180104 w 516425"/>
                <a:gd name="csY74" fmla="*/ 338710 h 565153"/>
                <a:gd name="csX75" fmla="*/ 179149 w 516425"/>
                <a:gd name="csY75" fmla="*/ 339666 h 565153"/>
                <a:gd name="csX76" fmla="*/ 173416 w 516425"/>
                <a:gd name="csY76" fmla="*/ 338710 h 565153"/>
                <a:gd name="csX77" fmla="*/ 166250 w 516425"/>
                <a:gd name="csY77" fmla="*/ 337277 h 565153"/>
                <a:gd name="csX78" fmla="*/ 166250 w 516425"/>
                <a:gd name="csY78" fmla="*/ 337277 h 565153"/>
                <a:gd name="csX79" fmla="*/ 164339 w 516425"/>
                <a:gd name="csY79" fmla="*/ 337277 h 565153"/>
                <a:gd name="csX80" fmla="*/ 160039 w 516425"/>
                <a:gd name="csY80" fmla="*/ 338232 h 565153"/>
                <a:gd name="csX81" fmla="*/ 160039 w 516425"/>
                <a:gd name="csY81" fmla="*/ 338232 h 565153"/>
                <a:gd name="csX82" fmla="*/ 156218 w 516425"/>
                <a:gd name="csY82" fmla="*/ 340143 h 565153"/>
                <a:gd name="csX83" fmla="*/ 156218 w 516425"/>
                <a:gd name="csY83" fmla="*/ 340143 h 565153"/>
                <a:gd name="csX84" fmla="*/ 154307 w 516425"/>
                <a:gd name="csY84" fmla="*/ 342054 h 565153"/>
                <a:gd name="csX85" fmla="*/ 153829 w 516425"/>
                <a:gd name="csY85" fmla="*/ 342054 h 565153"/>
                <a:gd name="csX86" fmla="*/ 153351 w 516425"/>
                <a:gd name="csY86" fmla="*/ 342532 h 565153"/>
                <a:gd name="csX87" fmla="*/ 150962 w 516425"/>
                <a:gd name="csY87" fmla="*/ 346831 h 565153"/>
                <a:gd name="csX88" fmla="*/ 150962 w 516425"/>
                <a:gd name="csY88" fmla="*/ 346831 h 565153"/>
                <a:gd name="csX89" fmla="*/ 146185 w 516425"/>
                <a:gd name="csY89" fmla="*/ 353520 h 565153"/>
                <a:gd name="csX90" fmla="*/ 143796 w 516425"/>
                <a:gd name="csY90" fmla="*/ 356864 h 565153"/>
                <a:gd name="csX91" fmla="*/ 144274 w 516425"/>
                <a:gd name="csY91" fmla="*/ 361163 h 565153"/>
                <a:gd name="csX92" fmla="*/ 140453 w 516425"/>
                <a:gd name="csY92" fmla="*/ 369285 h 565153"/>
                <a:gd name="csX93" fmla="*/ 142841 w 516425"/>
                <a:gd name="csY93" fmla="*/ 377406 h 565153"/>
                <a:gd name="csX94" fmla="*/ 143319 w 516425"/>
                <a:gd name="csY94" fmla="*/ 377884 h 565153"/>
                <a:gd name="csX95" fmla="*/ 144752 w 516425"/>
                <a:gd name="csY95" fmla="*/ 380750 h 565153"/>
                <a:gd name="csX96" fmla="*/ 143319 w 516425"/>
                <a:gd name="csY96" fmla="*/ 383139 h 565153"/>
                <a:gd name="csX97" fmla="*/ 143319 w 516425"/>
                <a:gd name="csY97" fmla="*/ 383139 h 565153"/>
                <a:gd name="csX98" fmla="*/ 142363 w 516425"/>
                <a:gd name="csY98" fmla="*/ 384094 h 565153"/>
                <a:gd name="csX99" fmla="*/ 142841 w 516425"/>
                <a:gd name="csY99" fmla="*/ 387916 h 565153"/>
                <a:gd name="csX100" fmla="*/ 142841 w 516425"/>
                <a:gd name="csY100" fmla="*/ 392216 h 565153"/>
                <a:gd name="csX101" fmla="*/ 142841 w 516425"/>
                <a:gd name="csY101" fmla="*/ 394604 h 565153"/>
                <a:gd name="csX102" fmla="*/ 142363 w 516425"/>
                <a:gd name="csY102" fmla="*/ 396993 h 565153"/>
                <a:gd name="csX103" fmla="*/ 146185 w 516425"/>
                <a:gd name="csY103" fmla="*/ 409414 h 565153"/>
                <a:gd name="csX104" fmla="*/ 146185 w 516425"/>
                <a:gd name="csY104" fmla="*/ 411803 h 565153"/>
                <a:gd name="csX105" fmla="*/ 146185 w 516425"/>
                <a:gd name="csY105" fmla="*/ 413714 h 565153"/>
                <a:gd name="csX106" fmla="*/ 144752 w 516425"/>
                <a:gd name="csY106" fmla="*/ 421357 h 565153"/>
                <a:gd name="csX107" fmla="*/ 143319 w 516425"/>
                <a:gd name="csY107" fmla="*/ 430912 h 565153"/>
                <a:gd name="csX108" fmla="*/ 146185 w 516425"/>
                <a:gd name="csY108" fmla="*/ 433778 h 565153"/>
                <a:gd name="csX109" fmla="*/ 150007 w 516425"/>
                <a:gd name="csY109" fmla="*/ 436645 h 565153"/>
                <a:gd name="csX110" fmla="*/ 150007 w 516425"/>
                <a:gd name="csY110" fmla="*/ 436645 h 565153"/>
                <a:gd name="csX111" fmla="*/ 151918 w 516425"/>
                <a:gd name="csY111" fmla="*/ 438078 h 565153"/>
                <a:gd name="csX112" fmla="*/ 155262 w 516425"/>
                <a:gd name="csY112" fmla="*/ 441422 h 565153"/>
                <a:gd name="csX113" fmla="*/ 157651 w 516425"/>
                <a:gd name="csY113" fmla="*/ 445244 h 565153"/>
                <a:gd name="csX114" fmla="*/ 157651 w 516425"/>
                <a:gd name="csY114" fmla="*/ 447632 h 565153"/>
                <a:gd name="csX115" fmla="*/ 156695 w 516425"/>
                <a:gd name="csY115" fmla="*/ 450021 h 565153"/>
                <a:gd name="csX116" fmla="*/ 155740 w 516425"/>
                <a:gd name="csY116" fmla="*/ 451932 h 565153"/>
                <a:gd name="csX117" fmla="*/ 154784 w 516425"/>
                <a:gd name="csY117" fmla="*/ 454321 h 565153"/>
                <a:gd name="csX118" fmla="*/ 154307 w 516425"/>
                <a:gd name="csY118" fmla="*/ 456232 h 565153"/>
                <a:gd name="csX119" fmla="*/ 153829 w 516425"/>
                <a:gd name="csY119" fmla="*/ 456709 h 565153"/>
                <a:gd name="csX120" fmla="*/ 153351 w 516425"/>
                <a:gd name="csY120" fmla="*/ 456709 h 565153"/>
                <a:gd name="csX121" fmla="*/ 149529 w 516425"/>
                <a:gd name="csY121" fmla="*/ 456709 h 565153"/>
                <a:gd name="csX122" fmla="*/ 149529 w 516425"/>
                <a:gd name="csY122" fmla="*/ 456709 h 565153"/>
                <a:gd name="csX123" fmla="*/ 147141 w 516425"/>
                <a:gd name="csY123" fmla="*/ 457665 h 565153"/>
                <a:gd name="csX124" fmla="*/ 147141 w 516425"/>
                <a:gd name="csY124" fmla="*/ 457665 h 565153"/>
                <a:gd name="csX125" fmla="*/ 146185 w 516425"/>
                <a:gd name="csY125" fmla="*/ 458143 h 565153"/>
                <a:gd name="csX126" fmla="*/ 146185 w 516425"/>
                <a:gd name="csY126" fmla="*/ 458143 h 565153"/>
                <a:gd name="csX127" fmla="*/ 146663 w 516425"/>
                <a:gd name="csY127" fmla="*/ 462442 h 565153"/>
                <a:gd name="csX128" fmla="*/ 149052 w 516425"/>
                <a:gd name="csY128" fmla="*/ 470086 h 565153"/>
                <a:gd name="csX129" fmla="*/ 151440 w 516425"/>
                <a:gd name="csY129" fmla="*/ 475341 h 565153"/>
                <a:gd name="csX130" fmla="*/ 151918 w 516425"/>
                <a:gd name="csY130" fmla="*/ 478685 h 565153"/>
                <a:gd name="csX131" fmla="*/ 151440 w 516425"/>
                <a:gd name="csY131" fmla="*/ 482507 h 565153"/>
                <a:gd name="csX132" fmla="*/ 150485 w 516425"/>
                <a:gd name="csY132" fmla="*/ 483940 h 565153"/>
                <a:gd name="csX133" fmla="*/ 150485 w 516425"/>
                <a:gd name="csY133" fmla="*/ 486806 h 565153"/>
                <a:gd name="csX134" fmla="*/ 150007 w 516425"/>
                <a:gd name="csY134" fmla="*/ 491584 h 565153"/>
                <a:gd name="csX135" fmla="*/ 148096 w 516425"/>
                <a:gd name="csY135" fmla="*/ 493972 h 565153"/>
                <a:gd name="csX136" fmla="*/ 146185 w 516425"/>
                <a:gd name="csY136" fmla="*/ 496361 h 565153"/>
                <a:gd name="csX137" fmla="*/ 143796 w 516425"/>
                <a:gd name="csY137" fmla="*/ 498272 h 565153"/>
                <a:gd name="csX138" fmla="*/ 141886 w 516425"/>
                <a:gd name="csY138" fmla="*/ 498750 h 565153"/>
                <a:gd name="csX139" fmla="*/ 139975 w 516425"/>
                <a:gd name="csY139" fmla="*/ 499227 h 565153"/>
                <a:gd name="csX140" fmla="*/ 139975 w 516425"/>
                <a:gd name="csY140" fmla="*/ 499227 h 565153"/>
                <a:gd name="csX141" fmla="*/ 139019 w 516425"/>
                <a:gd name="csY141" fmla="*/ 500183 h 565153"/>
                <a:gd name="csX142" fmla="*/ 138064 w 516425"/>
                <a:gd name="csY142" fmla="*/ 503049 h 565153"/>
                <a:gd name="csX143" fmla="*/ 137108 w 516425"/>
                <a:gd name="csY143" fmla="*/ 506393 h 565153"/>
                <a:gd name="csX144" fmla="*/ 133764 w 516425"/>
                <a:gd name="csY144" fmla="*/ 510215 h 565153"/>
                <a:gd name="csX145" fmla="*/ 134242 w 516425"/>
                <a:gd name="csY145" fmla="*/ 511171 h 565153"/>
                <a:gd name="csX146" fmla="*/ 135197 w 516425"/>
                <a:gd name="csY146" fmla="*/ 515948 h 565153"/>
                <a:gd name="csX147" fmla="*/ 136153 w 516425"/>
                <a:gd name="csY147" fmla="*/ 520725 h 565153"/>
                <a:gd name="csX148" fmla="*/ 135197 w 516425"/>
                <a:gd name="csY148" fmla="*/ 525502 h 565153"/>
                <a:gd name="csX149" fmla="*/ 134720 w 516425"/>
                <a:gd name="csY149" fmla="*/ 530280 h 565153"/>
                <a:gd name="csX150" fmla="*/ 133287 w 516425"/>
                <a:gd name="csY150" fmla="*/ 533624 h 565153"/>
                <a:gd name="csX151" fmla="*/ 131376 w 516425"/>
                <a:gd name="csY151" fmla="*/ 534579 h 565153"/>
                <a:gd name="csX152" fmla="*/ 129942 w 516425"/>
                <a:gd name="csY152" fmla="*/ 534101 h 565153"/>
                <a:gd name="csX153" fmla="*/ 128031 w 516425"/>
                <a:gd name="csY153" fmla="*/ 529802 h 565153"/>
                <a:gd name="csX154" fmla="*/ 128031 w 516425"/>
                <a:gd name="csY154" fmla="*/ 528846 h 565153"/>
                <a:gd name="csX155" fmla="*/ 128031 w 516425"/>
                <a:gd name="csY155" fmla="*/ 527413 h 565153"/>
                <a:gd name="csX156" fmla="*/ 123254 w 516425"/>
                <a:gd name="csY156" fmla="*/ 525980 h 565153"/>
                <a:gd name="csX157" fmla="*/ 122299 w 516425"/>
                <a:gd name="csY157" fmla="*/ 525980 h 565153"/>
                <a:gd name="csX158" fmla="*/ 120388 w 516425"/>
                <a:gd name="csY158" fmla="*/ 525025 h 565153"/>
                <a:gd name="csX159" fmla="*/ 119432 w 516425"/>
                <a:gd name="csY159" fmla="*/ 525025 h 565153"/>
                <a:gd name="csX160" fmla="*/ 117044 w 516425"/>
                <a:gd name="csY160" fmla="*/ 524547 h 565153"/>
                <a:gd name="csX161" fmla="*/ 115611 w 516425"/>
                <a:gd name="csY161" fmla="*/ 520725 h 565153"/>
                <a:gd name="csX162" fmla="*/ 113700 w 516425"/>
                <a:gd name="csY162" fmla="*/ 517381 h 565153"/>
                <a:gd name="csX163" fmla="*/ 113222 w 516425"/>
                <a:gd name="csY163" fmla="*/ 515948 h 565153"/>
                <a:gd name="csX164" fmla="*/ 113222 w 516425"/>
                <a:gd name="csY164" fmla="*/ 509737 h 565153"/>
                <a:gd name="csX165" fmla="*/ 112744 w 516425"/>
                <a:gd name="csY165" fmla="*/ 506871 h 565153"/>
                <a:gd name="csX166" fmla="*/ 112744 w 516425"/>
                <a:gd name="csY166" fmla="*/ 503527 h 565153"/>
                <a:gd name="csX167" fmla="*/ 111311 w 516425"/>
                <a:gd name="csY167" fmla="*/ 506393 h 565153"/>
                <a:gd name="csX168" fmla="*/ 111789 w 516425"/>
                <a:gd name="csY168" fmla="*/ 510215 h 565153"/>
                <a:gd name="csX169" fmla="*/ 110355 w 516425"/>
                <a:gd name="csY169" fmla="*/ 511648 h 565153"/>
                <a:gd name="csX170" fmla="*/ 108445 w 516425"/>
                <a:gd name="csY170" fmla="*/ 512604 h 565153"/>
                <a:gd name="csX171" fmla="*/ 108922 w 516425"/>
                <a:gd name="csY171" fmla="*/ 514992 h 565153"/>
                <a:gd name="csX172" fmla="*/ 109400 w 516425"/>
                <a:gd name="csY172" fmla="*/ 515470 h 565153"/>
                <a:gd name="csX173" fmla="*/ 109878 w 516425"/>
                <a:gd name="csY173" fmla="*/ 517859 h 565153"/>
                <a:gd name="csX174" fmla="*/ 109400 w 516425"/>
                <a:gd name="csY174" fmla="*/ 521203 h 565153"/>
                <a:gd name="csX175" fmla="*/ 105578 w 516425"/>
                <a:gd name="csY175" fmla="*/ 528846 h 565153"/>
                <a:gd name="csX176" fmla="*/ 104623 w 516425"/>
                <a:gd name="csY176" fmla="*/ 529802 h 565153"/>
                <a:gd name="csX177" fmla="*/ 104145 w 516425"/>
                <a:gd name="csY177" fmla="*/ 530757 h 565153"/>
                <a:gd name="csX178" fmla="*/ 102234 w 516425"/>
                <a:gd name="csY178" fmla="*/ 529802 h 565153"/>
                <a:gd name="csX179" fmla="*/ 99846 w 516425"/>
                <a:gd name="csY179" fmla="*/ 532191 h 565153"/>
                <a:gd name="csX180" fmla="*/ 97457 w 516425"/>
                <a:gd name="csY180" fmla="*/ 532668 h 565153"/>
                <a:gd name="csX181" fmla="*/ 96979 w 516425"/>
                <a:gd name="csY181" fmla="*/ 530280 h 565153"/>
                <a:gd name="csX182" fmla="*/ 93635 w 516425"/>
                <a:gd name="csY182" fmla="*/ 526936 h 565153"/>
                <a:gd name="csX183" fmla="*/ 91724 w 516425"/>
                <a:gd name="csY183" fmla="*/ 526936 h 565153"/>
                <a:gd name="csX184" fmla="*/ 93157 w 516425"/>
                <a:gd name="csY184" fmla="*/ 528369 h 565153"/>
                <a:gd name="csX185" fmla="*/ 94590 w 516425"/>
                <a:gd name="csY185" fmla="*/ 530757 h 565153"/>
                <a:gd name="csX186" fmla="*/ 94113 w 516425"/>
                <a:gd name="csY186" fmla="*/ 532191 h 565153"/>
                <a:gd name="csX187" fmla="*/ 93157 w 516425"/>
                <a:gd name="csY187" fmla="*/ 532668 h 565153"/>
                <a:gd name="csX188" fmla="*/ 91724 w 516425"/>
                <a:gd name="csY188" fmla="*/ 533146 h 565153"/>
                <a:gd name="csX189" fmla="*/ 86947 w 516425"/>
                <a:gd name="csY189" fmla="*/ 536012 h 565153"/>
                <a:gd name="csX190" fmla="*/ 88858 w 516425"/>
                <a:gd name="csY190" fmla="*/ 537923 h 565153"/>
                <a:gd name="csX191" fmla="*/ 87424 w 516425"/>
                <a:gd name="csY191" fmla="*/ 539834 h 565153"/>
                <a:gd name="csX192" fmla="*/ 85514 w 516425"/>
                <a:gd name="csY192" fmla="*/ 540312 h 565153"/>
                <a:gd name="csX193" fmla="*/ 84558 w 516425"/>
                <a:gd name="csY193" fmla="*/ 541267 h 565153"/>
                <a:gd name="csX194" fmla="*/ 84558 w 516425"/>
                <a:gd name="csY194" fmla="*/ 542223 h 565153"/>
                <a:gd name="csX195" fmla="*/ 79303 w 516425"/>
                <a:gd name="csY195" fmla="*/ 546045 h 565153"/>
                <a:gd name="csX196" fmla="*/ 71182 w 516425"/>
                <a:gd name="csY196" fmla="*/ 555599 h 565153"/>
                <a:gd name="csX197" fmla="*/ 67360 w 516425"/>
                <a:gd name="csY197" fmla="*/ 557988 h 565153"/>
                <a:gd name="csX198" fmla="*/ 64493 w 516425"/>
                <a:gd name="csY198" fmla="*/ 560854 h 565153"/>
                <a:gd name="csX199" fmla="*/ 61627 w 516425"/>
                <a:gd name="csY199" fmla="*/ 560854 h 565153"/>
                <a:gd name="csX200" fmla="*/ 58761 w 516425"/>
                <a:gd name="csY200" fmla="*/ 563243 h 565153"/>
                <a:gd name="csX201" fmla="*/ 50639 w 516425"/>
                <a:gd name="csY201" fmla="*/ 565154 h 565153"/>
                <a:gd name="csX202" fmla="*/ 44907 w 516425"/>
                <a:gd name="csY202" fmla="*/ 564198 h 565153"/>
                <a:gd name="csX203" fmla="*/ 41085 w 516425"/>
                <a:gd name="csY203" fmla="*/ 565154 h 565153"/>
                <a:gd name="csX204" fmla="*/ 39174 w 516425"/>
                <a:gd name="csY204" fmla="*/ 563243 h 565153"/>
                <a:gd name="csX205" fmla="*/ 39174 w 516425"/>
                <a:gd name="csY205" fmla="*/ 562287 h 565153"/>
                <a:gd name="csX206" fmla="*/ 39174 w 516425"/>
                <a:gd name="csY206" fmla="*/ 561810 h 565153"/>
                <a:gd name="csX207" fmla="*/ 39651 w 516425"/>
                <a:gd name="csY207" fmla="*/ 560854 h 565153"/>
                <a:gd name="csX208" fmla="*/ 38696 w 516425"/>
                <a:gd name="csY208" fmla="*/ 560377 h 565153"/>
                <a:gd name="csX209" fmla="*/ 37263 w 516425"/>
                <a:gd name="csY209" fmla="*/ 560377 h 565153"/>
                <a:gd name="csX210" fmla="*/ 36785 w 516425"/>
                <a:gd name="csY210" fmla="*/ 561332 h 565153"/>
                <a:gd name="csX211" fmla="*/ 36785 w 516425"/>
                <a:gd name="csY211" fmla="*/ 562765 h 565153"/>
                <a:gd name="csX212" fmla="*/ 35830 w 516425"/>
                <a:gd name="csY212" fmla="*/ 563243 h 565153"/>
                <a:gd name="csX213" fmla="*/ 32963 w 516425"/>
                <a:gd name="csY213" fmla="*/ 562287 h 565153"/>
                <a:gd name="csX214" fmla="*/ 32486 w 516425"/>
                <a:gd name="csY214" fmla="*/ 561332 h 565153"/>
                <a:gd name="csX215" fmla="*/ 33441 w 516425"/>
                <a:gd name="csY215" fmla="*/ 559899 h 565153"/>
                <a:gd name="csX216" fmla="*/ 35352 w 516425"/>
                <a:gd name="csY216" fmla="*/ 557988 h 565153"/>
                <a:gd name="csX217" fmla="*/ 34874 w 516425"/>
                <a:gd name="csY217" fmla="*/ 557510 h 565153"/>
                <a:gd name="csX218" fmla="*/ 34397 w 516425"/>
                <a:gd name="csY218" fmla="*/ 556555 h 565153"/>
                <a:gd name="csX219" fmla="*/ 33441 w 516425"/>
                <a:gd name="csY219" fmla="*/ 556555 h 565153"/>
                <a:gd name="csX220" fmla="*/ 31052 w 516425"/>
                <a:gd name="csY220" fmla="*/ 557032 h 565153"/>
                <a:gd name="csX221" fmla="*/ 29141 w 516425"/>
                <a:gd name="csY221" fmla="*/ 556555 h 565153"/>
                <a:gd name="csX222" fmla="*/ 22453 w 516425"/>
                <a:gd name="csY222" fmla="*/ 552733 h 565153"/>
                <a:gd name="csX223" fmla="*/ 21020 w 516425"/>
                <a:gd name="csY223" fmla="*/ 550822 h 565153"/>
                <a:gd name="csX224" fmla="*/ 15765 w 516425"/>
                <a:gd name="csY224" fmla="*/ 547478 h 565153"/>
                <a:gd name="csX225" fmla="*/ 13376 w 516425"/>
                <a:gd name="csY225" fmla="*/ 544134 h 565153"/>
                <a:gd name="csX226" fmla="*/ 11943 w 516425"/>
                <a:gd name="csY226" fmla="*/ 540790 h 565153"/>
                <a:gd name="csX227" fmla="*/ 11943 w 516425"/>
                <a:gd name="csY227" fmla="*/ 537446 h 565153"/>
                <a:gd name="csX228" fmla="*/ 12421 w 516425"/>
                <a:gd name="csY228" fmla="*/ 531713 h 565153"/>
                <a:gd name="csX229" fmla="*/ 13854 w 516425"/>
                <a:gd name="csY229" fmla="*/ 530757 h 565153"/>
                <a:gd name="csX230" fmla="*/ 18632 w 516425"/>
                <a:gd name="csY230" fmla="*/ 532191 h 565153"/>
                <a:gd name="csX231" fmla="*/ 23409 w 516425"/>
                <a:gd name="csY231" fmla="*/ 535535 h 565153"/>
                <a:gd name="csX232" fmla="*/ 23886 w 516425"/>
                <a:gd name="csY232" fmla="*/ 535535 h 565153"/>
                <a:gd name="csX233" fmla="*/ 25798 w 516425"/>
                <a:gd name="csY233" fmla="*/ 533146 h 565153"/>
                <a:gd name="csX234" fmla="*/ 28664 w 516425"/>
                <a:gd name="csY234" fmla="*/ 530757 h 565153"/>
                <a:gd name="csX235" fmla="*/ 27708 w 516425"/>
                <a:gd name="csY235" fmla="*/ 530280 h 565153"/>
                <a:gd name="csX236" fmla="*/ 23409 w 516425"/>
                <a:gd name="csY236" fmla="*/ 532668 h 565153"/>
                <a:gd name="csX237" fmla="*/ 21975 w 516425"/>
                <a:gd name="csY237" fmla="*/ 531235 h 565153"/>
                <a:gd name="csX238" fmla="*/ 19109 w 516425"/>
                <a:gd name="csY238" fmla="*/ 528846 h 565153"/>
                <a:gd name="csX239" fmla="*/ 19109 w 516425"/>
                <a:gd name="csY239" fmla="*/ 527413 h 565153"/>
                <a:gd name="csX240" fmla="*/ 20542 w 516425"/>
                <a:gd name="csY240" fmla="*/ 526458 h 565153"/>
                <a:gd name="csX241" fmla="*/ 21020 w 516425"/>
                <a:gd name="csY241" fmla="*/ 524547 h 565153"/>
                <a:gd name="csX242" fmla="*/ 20065 w 516425"/>
                <a:gd name="csY242" fmla="*/ 522636 h 565153"/>
                <a:gd name="csX243" fmla="*/ 20542 w 516425"/>
                <a:gd name="csY243" fmla="*/ 520247 h 565153"/>
                <a:gd name="csX244" fmla="*/ 22453 w 516425"/>
                <a:gd name="csY244" fmla="*/ 517859 h 565153"/>
                <a:gd name="csX245" fmla="*/ 25320 w 516425"/>
                <a:gd name="csY245" fmla="*/ 515470 h 565153"/>
                <a:gd name="csX246" fmla="*/ 27708 w 516425"/>
                <a:gd name="csY246" fmla="*/ 513081 h 565153"/>
                <a:gd name="csX247" fmla="*/ 29619 w 516425"/>
                <a:gd name="csY247" fmla="*/ 511648 h 565153"/>
                <a:gd name="csX248" fmla="*/ 29619 w 516425"/>
                <a:gd name="csY248" fmla="*/ 511171 h 565153"/>
                <a:gd name="csX249" fmla="*/ 26753 w 516425"/>
                <a:gd name="csY249" fmla="*/ 512126 h 565153"/>
                <a:gd name="csX250" fmla="*/ 24364 w 516425"/>
                <a:gd name="csY250" fmla="*/ 513559 h 565153"/>
                <a:gd name="csX251" fmla="*/ 21975 w 516425"/>
                <a:gd name="csY251" fmla="*/ 516425 h 565153"/>
                <a:gd name="csX252" fmla="*/ 18154 w 516425"/>
                <a:gd name="csY252" fmla="*/ 518336 h 565153"/>
                <a:gd name="csX253" fmla="*/ 15765 w 516425"/>
                <a:gd name="csY253" fmla="*/ 519292 h 565153"/>
                <a:gd name="csX254" fmla="*/ 14809 w 516425"/>
                <a:gd name="csY254" fmla="*/ 519770 h 565153"/>
                <a:gd name="csX255" fmla="*/ 12899 w 516425"/>
                <a:gd name="csY255" fmla="*/ 520725 h 565153"/>
                <a:gd name="csX256" fmla="*/ 10988 w 516425"/>
                <a:gd name="csY256" fmla="*/ 523591 h 565153"/>
                <a:gd name="csX257" fmla="*/ 8599 w 516425"/>
                <a:gd name="csY257" fmla="*/ 525025 h 565153"/>
                <a:gd name="csX258" fmla="*/ 4777 w 516425"/>
                <a:gd name="csY258" fmla="*/ 525502 h 565153"/>
                <a:gd name="csX259" fmla="*/ 4300 w 516425"/>
                <a:gd name="csY259" fmla="*/ 523114 h 565153"/>
                <a:gd name="csX260" fmla="*/ 5255 w 516425"/>
                <a:gd name="csY260" fmla="*/ 514992 h 565153"/>
                <a:gd name="csX261" fmla="*/ 6210 w 516425"/>
                <a:gd name="csY261" fmla="*/ 511171 h 565153"/>
                <a:gd name="csX262" fmla="*/ 7644 w 516425"/>
                <a:gd name="csY262" fmla="*/ 508304 h 565153"/>
                <a:gd name="csX263" fmla="*/ 9555 w 516425"/>
                <a:gd name="csY263" fmla="*/ 507826 h 565153"/>
                <a:gd name="csX264" fmla="*/ 10988 w 516425"/>
                <a:gd name="csY264" fmla="*/ 505438 h 565153"/>
                <a:gd name="csX265" fmla="*/ 11943 w 516425"/>
                <a:gd name="csY265" fmla="*/ 505438 h 565153"/>
                <a:gd name="csX266" fmla="*/ 12899 w 516425"/>
                <a:gd name="csY266" fmla="*/ 506393 h 565153"/>
                <a:gd name="csX267" fmla="*/ 16721 w 516425"/>
                <a:gd name="csY267" fmla="*/ 507349 h 565153"/>
                <a:gd name="csX268" fmla="*/ 18632 w 516425"/>
                <a:gd name="csY268" fmla="*/ 504960 h 565153"/>
                <a:gd name="csX269" fmla="*/ 21020 w 516425"/>
                <a:gd name="csY269" fmla="*/ 504482 h 565153"/>
                <a:gd name="csX270" fmla="*/ 25798 w 516425"/>
                <a:gd name="csY270" fmla="*/ 501616 h 565153"/>
                <a:gd name="csX271" fmla="*/ 25798 w 516425"/>
                <a:gd name="csY271" fmla="*/ 501138 h 565153"/>
                <a:gd name="csX272" fmla="*/ 22453 w 516425"/>
                <a:gd name="csY272" fmla="*/ 502094 h 565153"/>
                <a:gd name="csX273" fmla="*/ 20542 w 516425"/>
                <a:gd name="csY273" fmla="*/ 502094 h 565153"/>
                <a:gd name="csX274" fmla="*/ 18154 w 516425"/>
                <a:gd name="csY274" fmla="*/ 502571 h 565153"/>
                <a:gd name="csX275" fmla="*/ 16721 w 516425"/>
                <a:gd name="csY275" fmla="*/ 502094 h 565153"/>
                <a:gd name="csX276" fmla="*/ 16243 w 516425"/>
                <a:gd name="csY276" fmla="*/ 500183 h 565153"/>
                <a:gd name="csX277" fmla="*/ 17198 w 516425"/>
                <a:gd name="csY277" fmla="*/ 498272 h 565153"/>
                <a:gd name="csX278" fmla="*/ 21498 w 516425"/>
                <a:gd name="csY278" fmla="*/ 493972 h 565153"/>
                <a:gd name="csX279" fmla="*/ 22931 w 516425"/>
                <a:gd name="csY279" fmla="*/ 492061 h 565153"/>
                <a:gd name="csX280" fmla="*/ 23409 w 516425"/>
                <a:gd name="csY280" fmla="*/ 490628 h 565153"/>
                <a:gd name="csX281" fmla="*/ 23409 w 516425"/>
                <a:gd name="csY281" fmla="*/ 489195 h 565153"/>
                <a:gd name="csX282" fmla="*/ 24364 w 516425"/>
                <a:gd name="csY282" fmla="*/ 486806 h 565153"/>
                <a:gd name="csX283" fmla="*/ 28186 w 516425"/>
                <a:gd name="csY283" fmla="*/ 482507 h 565153"/>
                <a:gd name="csX284" fmla="*/ 31530 w 516425"/>
                <a:gd name="csY284" fmla="*/ 480118 h 565153"/>
                <a:gd name="csX285" fmla="*/ 32963 w 516425"/>
                <a:gd name="csY285" fmla="*/ 482029 h 565153"/>
                <a:gd name="csX286" fmla="*/ 32008 w 516425"/>
                <a:gd name="csY286" fmla="*/ 487284 h 565153"/>
                <a:gd name="csX287" fmla="*/ 32008 w 516425"/>
                <a:gd name="csY287" fmla="*/ 489673 h 565153"/>
                <a:gd name="csX288" fmla="*/ 34397 w 516425"/>
                <a:gd name="csY288" fmla="*/ 482029 h 565153"/>
                <a:gd name="csX289" fmla="*/ 35830 w 516425"/>
                <a:gd name="csY289" fmla="*/ 480118 h 565153"/>
                <a:gd name="csX290" fmla="*/ 36785 w 516425"/>
                <a:gd name="csY290" fmla="*/ 478685 h 565153"/>
                <a:gd name="csX291" fmla="*/ 40129 w 516425"/>
                <a:gd name="csY291" fmla="*/ 477729 h 565153"/>
                <a:gd name="csX292" fmla="*/ 41085 w 516425"/>
                <a:gd name="csY292" fmla="*/ 476296 h 565153"/>
                <a:gd name="csX293" fmla="*/ 37263 w 516425"/>
                <a:gd name="csY293" fmla="*/ 476774 h 565153"/>
                <a:gd name="csX294" fmla="*/ 28186 w 516425"/>
                <a:gd name="csY294" fmla="*/ 480118 h 565153"/>
                <a:gd name="csX295" fmla="*/ 24364 w 516425"/>
                <a:gd name="csY295" fmla="*/ 482507 h 565153"/>
                <a:gd name="csX296" fmla="*/ 23409 w 516425"/>
                <a:gd name="csY296" fmla="*/ 484418 h 565153"/>
                <a:gd name="csX297" fmla="*/ 20542 w 516425"/>
                <a:gd name="csY297" fmla="*/ 487762 h 565153"/>
                <a:gd name="csX298" fmla="*/ 19587 w 516425"/>
                <a:gd name="csY298" fmla="*/ 489673 h 565153"/>
                <a:gd name="csX299" fmla="*/ 19109 w 516425"/>
                <a:gd name="csY299" fmla="*/ 492539 h 565153"/>
                <a:gd name="csX300" fmla="*/ 17676 w 516425"/>
                <a:gd name="csY300" fmla="*/ 494450 h 565153"/>
                <a:gd name="csX301" fmla="*/ 15287 w 516425"/>
                <a:gd name="csY301" fmla="*/ 494928 h 565153"/>
                <a:gd name="csX302" fmla="*/ 12421 w 516425"/>
                <a:gd name="csY302" fmla="*/ 498750 h 565153"/>
                <a:gd name="csX303" fmla="*/ 11466 w 516425"/>
                <a:gd name="csY303" fmla="*/ 501616 h 565153"/>
                <a:gd name="csX304" fmla="*/ 8599 w 516425"/>
                <a:gd name="csY304" fmla="*/ 504005 h 565153"/>
                <a:gd name="csX305" fmla="*/ 6688 w 516425"/>
                <a:gd name="csY305" fmla="*/ 505915 h 565153"/>
                <a:gd name="csX306" fmla="*/ 6210 w 516425"/>
                <a:gd name="csY306" fmla="*/ 506393 h 565153"/>
                <a:gd name="csX307" fmla="*/ 5255 w 516425"/>
                <a:gd name="csY307" fmla="*/ 508304 h 565153"/>
                <a:gd name="csX308" fmla="*/ 4300 w 516425"/>
                <a:gd name="csY308" fmla="*/ 508304 h 565153"/>
                <a:gd name="csX309" fmla="*/ 3822 w 516425"/>
                <a:gd name="csY309" fmla="*/ 507349 h 565153"/>
                <a:gd name="csX310" fmla="*/ 3822 w 516425"/>
                <a:gd name="csY310" fmla="*/ 504960 h 565153"/>
                <a:gd name="csX311" fmla="*/ 3822 w 516425"/>
                <a:gd name="csY311" fmla="*/ 501138 h 565153"/>
                <a:gd name="csX312" fmla="*/ 5255 w 516425"/>
                <a:gd name="csY312" fmla="*/ 498750 h 565153"/>
                <a:gd name="csX313" fmla="*/ 5733 w 516425"/>
                <a:gd name="csY313" fmla="*/ 495883 h 565153"/>
                <a:gd name="csX314" fmla="*/ 5255 w 516425"/>
                <a:gd name="csY314" fmla="*/ 493494 h 565153"/>
                <a:gd name="csX315" fmla="*/ 5733 w 516425"/>
                <a:gd name="csY315" fmla="*/ 492061 h 565153"/>
                <a:gd name="csX316" fmla="*/ 6688 w 516425"/>
                <a:gd name="csY316" fmla="*/ 492061 h 565153"/>
                <a:gd name="csX317" fmla="*/ 9077 w 516425"/>
                <a:gd name="csY317" fmla="*/ 492539 h 565153"/>
                <a:gd name="csX318" fmla="*/ 11466 w 516425"/>
                <a:gd name="csY318" fmla="*/ 492539 h 565153"/>
                <a:gd name="csX319" fmla="*/ 15287 w 516425"/>
                <a:gd name="csY319" fmla="*/ 490628 h 565153"/>
                <a:gd name="csX320" fmla="*/ 14809 w 516425"/>
                <a:gd name="csY320" fmla="*/ 489673 h 565153"/>
                <a:gd name="csX321" fmla="*/ 12899 w 516425"/>
                <a:gd name="csY321" fmla="*/ 489673 h 565153"/>
                <a:gd name="csX322" fmla="*/ 10032 w 516425"/>
                <a:gd name="csY322" fmla="*/ 489673 h 565153"/>
                <a:gd name="csX323" fmla="*/ 7166 w 516425"/>
                <a:gd name="csY323" fmla="*/ 487762 h 565153"/>
                <a:gd name="csX324" fmla="*/ 5255 w 516425"/>
                <a:gd name="csY324" fmla="*/ 483940 h 565153"/>
                <a:gd name="csX325" fmla="*/ 4300 w 516425"/>
                <a:gd name="csY325" fmla="*/ 479163 h 565153"/>
                <a:gd name="csX326" fmla="*/ 4777 w 516425"/>
                <a:gd name="csY326" fmla="*/ 477252 h 565153"/>
                <a:gd name="csX327" fmla="*/ 12421 w 516425"/>
                <a:gd name="csY327" fmla="*/ 472474 h 565153"/>
                <a:gd name="csX328" fmla="*/ 14332 w 516425"/>
                <a:gd name="csY328" fmla="*/ 470086 h 565153"/>
                <a:gd name="csX329" fmla="*/ 13376 w 516425"/>
                <a:gd name="csY329" fmla="*/ 469608 h 565153"/>
                <a:gd name="csX330" fmla="*/ 10510 w 516425"/>
                <a:gd name="csY330" fmla="*/ 472474 h 565153"/>
                <a:gd name="csX331" fmla="*/ 6210 w 516425"/>
                <a:gd name="csY331" fmla="*/ 474385 h 565153"/>
                <a:gd name="csX332" fmla="*/ 3822 w 516425"/>
                <a:gd name="csY332" fmla="*/ 471997 h 565153"/>
                <a:gd name="csX333" fmla="*/ 2389 w 516425"/>
                <a:gd name="csY333" fmla="*/ 469130 h 565153"/>
                <a:gd name="csX334" fmla="*/ 1911 w 516425"/>
                <a:gd name="csY334" fmla="*/ 463398 h 565153"/>
                <a:gd name="csX335" fmla="*/ 1911 w 516425"/>
                <a:gd name="csY335" fmla="*/ 460531 h 565153"/>
                <a:gd name="csX336" fmla="*/ 1911 w 516425"/>
                <a:gd name="csY336" fmla="*/ 456709 h 565153"/>
                <a:gd name="csX337" fmla="*/ 3344 w 516425"/>
                <a:gd name="csY337" fmla="*/ 455754 h 565153"/>
                <a:gd name="csX338" fmla="*/ 5255 w 516425"/>
                <a:gd name="csY338" fmla="*/ 456232 h 565153"/>
                <a:gd name="csX339" fmla="*/ 7166 w 516425"/>
                <a:gd name="csY339" fmla="*/ 456709 h 565153"/>
                <a:gd name="csX340" fmla="*/ 11466 w 516425"/>
                <a:gd name="csY340" fmla="*/ 456232 h 565153"/>
                <a:gd name="csX341" fmla="*/ 21020 w 516425"/>
                <a:gd name="csY341" fmla="*/ 453843 h 565153"/>
                <a:gd name="csX342" fmla="*/ 27231 w 516425"/>
                <a:gd name="csY342" fmla="*/ 455276 h 565153"/>
                <a:gd name="csX343" fmla="*/ 29619 w 516425"/>
                <a:gd name="csY343" fmla="*/ 455276 h 565153"/>
                <a:gd name="csX344" fmla="*/ 33441 w 516425"/>
                <a:gd name="csY344" fmla="*/ 453365 h 565153"/>
                <a:gd name="csX345" fmla="*/ 36785 w 516425"/>
                <a:gd name="csY345" fmla="*/ 452887 h 565153"/>
                <a:gd name="csX346" fmla="*/ 39174 w 516425"/>
                <a:gd name="csY346" fmla="*/ 454321 h 565153"/>
                <a:gd name="csX347" fmla="*/ 40607 w 516425"/>
                <a:gd name="csY347" fmla="*/ 456232 h 565153"/>
                <a:gd name="csX348" fmla="*/ 41085 w 516425"/>
                <a:gd name="csY348" fmla="*/ 458620 h 565153"/>
                <a:gd name="csX349" fmla="*/ 42040 w 516425"/>
                <a:gd name="csY349" fmla="*/ 460053 h 565153"/>
                <a:gd name="csX350" fmla="*/ 42996 w 516425"/>
                <a:gd name="csY350" fmla="*/ 459576 h 565153"/>
                <a:gd name="csX351" fmla="*/ 42040 w 516425"/>
                <a:gd name="csY351" fmla="*/ 457665 h 565153"/>
                <a:gd name="csX352" fmla="*/ 42040 w 516425"/>
                <a:gd name="csY352" fmla="*/ 454798 h 565153"/>
                <a:gd name="csX353" fmla="*/ 52073 w 516425"/>
                <a:gd name="csY353" fmla="*/ 451454 h 565153"/>
                <a:gd name="csX354" fmla="*/ 53028 w 516425"/>
                <a:gd name="csY354" fmla="*/ 450499 h 565153"/>
                <a:gd name="csX355" fmla="*/ 49206 w 516425"/>
                <a:gd name="csY355" fmla="*/ 450021 h 565153"/>
                <a:gd name="csX356" fmla="*/ 48251 w 516425"/>
                <a:gd name="csY356" fmla="*/ 447155 h 565153"/>
                <a:gd name="csX357" fmla="*/ 50162 w 516425"/>
                <a:gd name="csY357" fmla="*/ 442377 h 565153"/>
                <a:gd name="csX358" fmla="*/ 50162 w 516425"/>
                <a:gd name="csY358" fmla="*/ 441900 h 565153"/>
                <a:gd name="csX359" fmla="*/ 47773 w 516425"/>
                <a:gd name="csY359" fmla="*/ 444288 h 565153"/>
                <a:gd name="csX360" fmla="*/ 46817 w 516425"/>
                <a:gd name="csY360" fmla="*/ 447632 h 565153"/>
                <a:gd name="csX361" fmla="*/ 47295 w 516425"/>
                <a:gd name="csY361" fmla="*/ 450499 h 565153"/>
                <a:gd name="csX362" fmla="*/ 46817 w 516425"/>
                <a:gd name="csY362" fmla="*/ 451454 h 565153"/>
                <a:gd name="csX363" fmla="*/ 44907 w 516425"/>
                <a:gd name="csY363" fmla="*/ 451932 h 565153"/>
                <a:gd name="csX364" fmla="*/ 40129 w 516425"/>
                <a:gd name="csY364" fmla="*/ 452410 h 565153"/>
                <a:gd name="csX365" fmla="*/ 37263 w 516425"/>
                <a:gd name="csY365" fmla="*/ 450977 h 565153"/>
                <a:gd name="csX366" fmla="*/ 34397 w 516425"/>
                <a:gd name="csY366" fmla="*/ 450499 h 565153"/>
                <a:gd name="csX367" fmla="*/ 33441 w 516425"/>
                <a:gd name="csY367" fmla="*/ 449543 h 565153"/>
                <a:gd name="csX368" fmla="*/ 33919 w 516425"/>
                <a:gd name="csY368" fmla="*/ 447632 h 565153"/>
                <a:gd name="csX369" fmla="*/ 33441 w 516425"/>
                <a:gd name="csY369" fmla="*/ 447155 h 565153"/>
                <a:gd name="csX370" fmla="*/ 32008 w 516425"/>
                <a:gd name="csY370" fmla="*/ 449066 h 565153"/>
                <a:gd name="csX371" fmla="*/ 31052 w 516425"/>
                <a:gd name="csY371" fmla="*/ 452410 h 565153"/>
                <a:gd name="csX372" fmla="*/ 29141 w 516425"/>
                <a:gd name="csY372" fmla="*/ 453365 h 565153"/>
                <a:gd name="csX373" fmla="*/ 22931 w 516425"/>
                <a:gd name="csY373" fmla="*/ 451932 h 565153"/>
                <a:gd name="csX374" fmla="*/ 14332 w 516425"/>
                <a:gd name="csY374" fmla="*/ 452887 h 565153"/>
                <a:gd name="csX375" fmla="*/ 10510 w 516425"/>
                <a:gd name="csY375" fmla="*/ 454321 h 565153"/>
                <a:gd name="csX376" fmla="*/ 8121 w 516425"/>
                <a:gd name="csY376" fmla="*/ 454321 h 565153"/>
                <a:gd name="csX377" fmla="*/ 3822 w 516425"/>
                <a:gd name="csY377" fmla="*/ 451454 h 565153"/>
                <a:gd name="csX378" fmla="*/ 1911 w 516425"/>
                <a:gd name="csY378" fmla="*/ 449066 h 565153"/>
                <a:gd name="csX379" fmla="*/ 1433 w 516425"/>
                <a:gd name="csY379" fmla="*/ 444288 h 565153"/>
                <a:gd name="csX380" fmla="*/ 1433 w 516425"/>
                <a:gd name="csY380" fmla="*/ 441900 h 565153"/>
                <a:gd name="csX381" fmla="*/ 4777 w 516425"/>
                <a:gd name="csY381" fmla="*/ 440944 h 565153"/>
                <a:gd name="csX382" fmla="*/ 6688 w 516425"/>
                <a:gd name="csY382" fmla="*/ 440944 h 565153"/>
                <a:gd name="csX383" fmla="*/ 8121 w 516425"/>
                <a:gd name="csY383" fmla="*/ 439989 h 565153"/>
                <a:gd name="csX384" fmla="*/ 6688 w 516425"/>
                <a:gd name="csY384" fmla="*/ 439033 h 565153"/>
                <a:gd name="csX385" fmla="*/ 4777 w 516425"/>
                <a:gd name="csY385" fmla="*/ 437600 h 565153"/>
                <a:gd name="csX386" fmla="*/ 3344 w 516425"/>
                <a:gd name="csY386" fmla="*/ 434734 h 565153"/>
                <a:gd name="csX387" fmla="*/ 1433 w 516425"/>
                <a:gd name="csY387" fmla="*/ 433778 h 565153"/>
                <a:gd name="csX388" fmla="*/ 0 w 516425"/>
                <a:gd name="csY388" fmla="*/ 431390 h 565153"/>
                <a:gd name="csX389" fmla="*/ 0 w 516425"/>
                <a:gd name="csY389" fmla="*/ 427568 h 565153"/>
                <a:gd name="csX390" fmla="*/ 0 w 516425"/>
                <a:gd name="csY390" fmla="*/ 425179 h 565153"/>
                <a:gd name="csX391" fmla="*/ 1433 w 516425"/>
                <a:gd name="csY391" fmla="*/ 424224 h 565153"/>
                <a:gd name="csX392" fmla="*/ 3822 w 516425"/>
                <a:gd name="csY392" fmla="*/ 424701 h 565153"/>
                <a:gd name="csX393" fmla="*/ 10988 w 516425"/>
                <a:gd name="csY393" fmla="*/ 424224 h 565153"/>
                <a:gd name="csX394" fmla="*/ 17198 w 516425"/>
                <a:gd name="csY394" fmla="*/ 427090 h 565153"/>
                <a:gd name="csX395" fmla="*/ 21498 w 516425"/>
                <a:gd name="csY395" fmla="*/ 428523 h 565153"/>
                <a:gd name="csX396" fmla="*/ 30575 w 516425"/>
                <a:gd name="csY396" fmla="*/ 427568 h 565153"/>
                <a:gd name="csX397" fmla="*/ 35830 w 516425"/>
                <a:gd name="csY397" fmla="*/ 425179 h 565153"/>
                <a:gd name="csX398" fmla="*/ 34874 w 516425"/>
                <a:gd name="csY398" fmla="*/ 424701 h 565153"/>
                <a:gd name="csX399" fmla="*/ 29141 w 516425"/>
                <a:gd name="csY399" fmla="*/ 426135 h 565153"/>
                <a:gd name="csX400" fmla="*/ 23886 w 516425"/>
                <a:gd name="csY400" fmla="*/ 426135 h 565153"/>
                <a:gd name="csX401" fmla="*/ 14809 w 516425"/>
                <a:gd name="csY401" fmla="*/ 423268 h 565153"/>
                <a:gd name="csX402" fmla="*/ 10988 w 516425"/>
                <a:gd name="csY402" fmla="*/ 422313 h 565153"/>
                <a:gd name="csX403" fmla="*/ 6688 w 516425"/>
                <a:gd name="csY403" fmla="*/ 422791 h 565153"/>
                <a:gd name="csX404" fmla="*/ 4777 w 516425"/>
                <a:gd name="csY404" fmla="*/ 421835 h 565153"/>
                <a:gd name="csX405" fmla="*/ 3344 w 516425"/>
                <a:gd name="csY405" fmla="*/ 419446 h 565153"/>
                <a:gd name="csX406" fmla="*/ 4300 w 516425"/>
                <a:gd name="csY406" fmla="*/ 414191 h 565153"/>
                <a:gd name="csX407" fmla="*/ 6210 w 516425"/>
                <a:gd name="csY407" fmla="*/ 412758 h 565153"/>
                <a:gd name="csX408" fmla="*/ 7166 w 516425"/>
                <a:gd name="csY408" fmla="*/ 414191 h 565153"/>
                <a:gd name="csX409" fmla="*/ 8599 w 516425"/>
                <a:gd name="csY409" fmla="*/ 414191 h 565153"/>
                <a:gd name="csX410" fmla="*/ 10032 w 516425"/>
                <a:gd name="csY410" fmla="*/ 412280 h 565153"/>
                <a:gd name="csX411" fmla="*/ 10988 w 516425"/>
                <a:gd name="csY411" fmla="*/ 410847 h 565153"/>
                <a:gd name="csX412" fmla="*/ 11943 w 516425"/>
                <a:gd name="csY412" fmla="*/ 407981 h 565153"/>
                <a:gd name="csX413" fmla="*/ 15765 w 516425"/>
                <a:gd name="csY413" fmla="*/ 405592 h 565153"/>
                <a:gd name="csX414" fmla="*/ 17198 w 516425"/>
                <a:gd name="csY414" fmla="*/ 405115 h 565153"/>
                <a:gd name="csX415" fmla="*/ 19587 w 516425"/>
                <a:gd name="csY415" fmla="*/ 404159 h 565153"/>
                <a:gd name="csX416" fmla="*/ 21020 w 516425"/>
                <a:gd name="csY416" fmla="*/ 404159 h 565153"/>
                <a:gd name="csX417" fmla="*/ 21975 w 516425"/>
                <a:gd name="csY417" fmla="*/ 405592 h 565153"/>
                <a:gd name="csX418" fmla="*/ 22931 w 516425"/>
                <a:gd name="csY418" fmla="*/ 406548 h 565153"/>
                <a:gd name="csX419" fmla="*/ 25320 w 516425"/>
                <a:gd name="csY419" fmla="*/ 406548 h 565153"/>
                <a:gd name="csX420" fmla="*/ 32963 w 516425"/>
                <a:gd name="csY420" fmla="*/ 404159 h 565153"/>
                <a:gd name="csX421" fmla="*/ 33441 w 516425"/>
                <a:gd name="csY421" fmla="*/ 403681 h 565153"/>
                <a:gd name="csX422" fmla="*/ 35352 w 516425"/>
                <a:gd name="csY422" fmla="*/ 401770 h 565153"/>
                <a:gd name="csX423" fmla="*/ 30575 w 516425"/>
                <a:gd name="csY423" fmla="*/ 402726 h 565153"/>
                <a:gd name="csX424" fmla="*/ 26753 w 516425"/>
                <a:gd name="csY424" fmla="*/ 404159 h 565153"/>
                <a:gd name="csX425" fmla="*/ 23886 w 516425"/>
                <a:gd name="csY425" fmla="*/ 404159 h 565153"/>
                <a:gd name="csX426" fmla="*/ 23886 w 516425"/>
                <a:gd name="csY426" fmla="*/ 402726 h 565153"/>
                <a:gd name="csX427" fmla="*/ 24842 w 516425"/>
                <a:gd name="csY427" fmla="*/ 401293 h 565153"/>
                <a:gd name="csX428" fmla="*/ 26275 w 516425"/>
                <a:gd name="csY428" fmla="*/ 399859 h 565153"/>
                <a:gd name="csX429" fmla="*/ 26753 w 516425"/>
                <a:gd name="csY429" fmla="*/ 397471 h 565153"/>
                <a:gd name="csX430" fmla="*/ 28186 w 516425"/>
                <a:gd name="csY430" fmla="*/ 396515 h 565153"/>
                <a:gd name="csX431" fmla="*/ 30097 w 516425"/>
                <a:gd name="csY431" fmla="*/ 396515 h 565153"/>
                <a:gd name="csX432" fmla="*/ 33441 w 516425"/>
                <a:gd name="csY432" fmla="*/ 396038 h 565153"/>
                <a:gd name="csX433" fmla="*/ 36307 w 516425"/>
                <a:gd name="csY433" fmla="*/ 395082 h 565153"/>
                <a:gd name="csX434" fmla="*/ 40607 w 516425"/>
                <a:gd name="csY434" fmla="*/ 395560 h 565153"/>
                <a:gd name="csX435" fmla="*/ 46817 w 516425"/>
                <a:gd name="csY435" fmla="*/ 396515 h 565153"/>
                <a:gd name="csX436" fmla="*/ 51117 w 516425"/>
                <a:gd name="csY436" fmla="*/ 398904 h 565153"/>
                <a:gd name="csX437" fmla="*/ 52550 w 516425"/>
                <a:gd name="csY437" fmla="*/ 398904 h 565153"/>
                <a:gd name="csX438" fmla="*/ 53983 w 516425"/>
                <a:gd name="csY438" fmla="*/ 397949 h 565153"/>
                <a:gd name="csX439" fmla="*/ 54939 w 516425"/>
                <a:gd name="csY439" fmla="*/ 397471 h 565153"/>
                <a:gd name="csX440" fmla="*/ 51595 w 516425"/>
                <a:gd name="csY440" fmla="*/ 396515 h 565153"/>
                <a:gd name="csX441" fmla="*/ 51595 w 516425"/>
                <a:gd name="csY441" fmla="*/ 395082 h 565153"/>
                <a:gd name="csX442" fmla="*/ 52073 w 516425"/>
                <a:gd name="csY442" fmla="*/ 394127 h 565153"/>
                <a:gd name="csX443" fmla="*/ 57328 w 516425"/>
                <a:gd name="csY443" fmla="*/ 392216 h 565153"/>
                <a:gd name="csX444" fmla="*/ 63060 w 516425"/>
                <a:gd name="csY444" fmla="*/ 391738 h 565153"/>
                <a:gd name="csX445" fmla="*/ 62105 w 516425"/>
                <a:gd name="csY445" fmla="*/ 389827 h 565153"/>
                <a:gd name="csX446" fmla="*/ 49206 w 516425"/>
                <a:gd name="csY446" fmla="*/ 392216 h 565153"/>
                <a:gd name="csX447" fmla="*/ 45862 w 516425"/>
                <a:gd name="csY447" fmla="*/ 390783 h 565153"/>
                <a:gd name="csX448" fmla="*/ 43473 w 516425"/>
                <a:gd name="csY448" fmla="*/ 390783 h 565153"/>
                <a:gd name="csX449" fmla="*/ 41563 w 516425"/>
                <a:gd name="csY449" fmla="*/ 391738 h 565153"/>
                <a:gd name="csX450" fmla="*/ 36785 w 516425"/>
                <a:gd name="csY450" fmla="*/ 392694 h 565153"/>
                <a:gd name="csX451" fmla="*/ 35830 w 516425"/>
                <a:gd name="csY451" fmla="*/ 392216 h 565153"/>
                <a:gd name="csX452" fmla="*/ 36785 w 516425"/>
                <a:gd name="csY452" fmla="*/ 389350 h 565153"/>
                <a:gd name="csX453" fmla="*/ 39651 w 516425"/>
                <a:gd name="csY453" fmla="*/ 384572 h 565153"/>
                <a:gd name="csX454" fmla="*/ 40129 w 516425"/>
                <a:gd name="csY454" fmla="*/ 383617 h 565153"/>
                <a:gd name="csX455" fmla="*/ 41563 w 516425"/>
                <a:gd name="csY455" fmla="*/ 382661 h 565153"/>
                <a:gd name="csX456" fmla="*/ 48728 w 516425"/>
                <a:gd name="csY456" fmla="*/ 379795 h 565153"/>
                <a:gd name="csX457" fmla="*/ 52550 w 516425"/>
                <a:gd name="csY457" fmla="*/ 376929 h 565153"/>
                <a:gd name="csX458" fmla="*/ 53983 w 516425"/>
                <a:gd name="csY458" fmla="*/ 376451 h 565153"/>
                <a:gd name="csX459" fmla="*/ 55894 w 516425"/>
                <a:gd name="csY459" fmla="*/ 376929 h 565153"/>
                <a:gd name="csX460" fmla="*/ 58283 w 516425"/>
                <a:gd name="csY460" fmla="*/ 376451 h 565153"/>
                <a:gd name="csX461" fmla="*/ 63060 w 516425"/>
                <a:gd name="csY461" fmla="*/ 377406 h 565153"/>
                <a:gd name="csX462" fmla="*/ 65449 w 516425"/>
                <a:gd name="csY462" fmla="*/ 381228 h 565153"/>
                <a:gd name="csX463" fmla="*/ 67360 w 516425"/>
                <a:gd name="csY463" fmla="*/ 382184 h 565153"/>
                <a:gd name="csX464" fmla="*/ 73570 w 516425"/>
                <a:gd name="csY464" fmla="*/ 386961 h 565153"/>
                <a:gd name="csX465" fmla="*/ 73093 w 516425"/>
                <a:gd name="csY465" fmla="*/ 385528 h 565153"/>
                <a:gd name="csX466" fmla="*/ 67838 w 516425"/>
                <a:gd name="csY466" fmla="*/ 379317 h 565153"/>
                <a:gd name="csX467" fmla="*/ 65927 w 516425"/>
                <a:gd name="csY467" fmla="*/ 377406 h 565153"/>
                <a:gd name="csX468" fmla="*/ 64016 w 516425"/>
                <a:gd name="csY468" fmla="*/ 374540 h 565153"/>
                <a:gd name="csX469" fmla="*/ 64493 w 516425"/>
                <a:gd name="csY469" fmla="*/ 371196 h 565153"/>
                <a:gd name="csX470" fmla="*/ 66405 w 516425"/>
                <a:gd name="csY470" fmla="*/ 369285 h 565153"/>
                <a:gd name="csX471" fmla="*/ 72615 w 516425"/>
                <a:gd name="csY471" fmla="*/ 368329 h 565153"/>
                <a:gd name="csX472" fmla="*/ 73570 w 516425"/>
                <a:gd name="csY472" fmla="*/ 366896 h 565153"/>
                <a:gd name="csX473" fmla="*/ 73570 w 516425"/>
                <a:gd name="csY473" fmla="*/ 364985 h 565153"/>
                <a:gd name="csX474" fmla="*/ 72615 w 516425"/>
                <a:gd name="csY474" fmla="*/ 363552 h 565153"/>
                <a:gd name="csX475" fmla="*/ 70704 w 516425"/>
                <a:gd name="csY475" fmla="*/ 363552 h 565153"/>
                <a:gd name="csX476" fmla="*/ 68793 w 516425"/>
                <a:gd name="csY476" fmla="*/ 363074 h 565153"/>
                <a:gd name="csX477" fmla="*/ 68315 w 516425"/>
                <a:gd name="csY477" fmla="*/ 360686 h 565153"/>
                <a:gd name="csX478" fmla="*/ 68793 w 516425"/>
                <a:gd name="csY478" fmla="*/ 359252 h 565153"/>
                <a:gd name="csX479" fmla="*/ 72615 w 516425"/>
                <a:gd name="csY479" fmla="*/ 356386 h 565153"/>
                <a:gd name="csX480" fmla="*/ 74526 w 516425"/>
                <a:gd name="csY480" fmla="*/ 355908 h 565153"/>
                <a:gd name="csX481" fmla="*/ 77870 w 516425"/>
                <a:gd name="csY481" fmla="*/ 354953 h 565153"/>
                <a:gd name="csX482" fmla="*/ 83603 w 516425"/>
                <a:gd name="csY482" fmla="*/ 356864 h 565153"/>
                <a:gd name="csX483" fmla="*/ 84080 w 516425"/>
                <a:gd name="csY483" fmla="*/ 357819 h 565153"/>
                <a:gd name="csX484" fmla="*/ 82170 w 516425"/>
                <a:gd name="csY484" fmla="*/ 360686 h 565153"/>
                <a:gd name="csX485" fmla="*/ 82647 w 516425"/>
                <a:gd name="csY485" fmla="*/ 362119 h 565153"/>
                <a:gd name="csX486" fmla="*/ 84080 w 516425"/>
                <a:gd name="csY486" fmla="*/ 362119 h 565153"/>
                <a:gd name="csX487" fmla="*/ 87424 w 516425"/>
                <a:gd name="csY487" fmla="*/ 357819 h 565153"/>
                <a:gd name="csX488" fmla="*/ 91246 w 516425"/>
                <a:gd name="csY488" fmla="*/ 357342 h 565153"/>
                <a:gd name="csX489" fmla="*/ 92680 w 516425"/>
                <a:gd name="csY489" fmla="*/ 356386 h 565153"/>
                <a:gd name="csX490" fmla="*/ 94590 w 516425"/>
                <a:gd name="csY490" fmla="*/ 355431 h 565153"/>
                <a:gd name="csX491" fmla="*/ 97457 w 516425"/>
                <a:gd name="csY491" fmla="*/ 359730 h 565153"/>
                <a:gd name="csX492" fmla="*/ 98412 w 516425"/>
                <a:gd name="csY492" fmla="*/ 361163 h 565153"/>
                <a:gd name="csX493" fmla="*/ 99368 w 516425"/>
                <a:gd name="csY493" fmla="*/ 361641 h 565153"/>
                <a:gd name="csX494" fmla="*/ 100323 w 516425"/>
                <a:gd name="csY494" fmla="*/ 364985 h 565153"/>
                <a:gd name="csX495" fmla="*/ 101279 w 516425"/>
                <a:gd name="csY495" fmla="*/ 364985 h 565153"/>
                <a:gd name="csX496" fmla="*/ 102234 w 516425"/>
                <a:gd name="csY496" fmla="*/ 363552 h 565153"/>
                <a:gd name="csX497" fmla="*/ 104623 w 516425"/>
                <a:gd name="csY497" fmla="*/ 362597 h 565153"/>
                <a:gd name="csX498" fmla="*/ 107489 w 516425"/>
                <a:gd name="csY498" fmla="*/ 362119 h 565153"/>
                <a:gd name="csX499" fmla="*/ 112266 w 516425"/>
                <a:gd name="csY499" fmla="*/ 363074 h 565153"/>
                <a:gd name="csX500" fmla="*/ 114655 w 516425"/>
                <a:gd name="csY500" fmla="*/ 362119 h 565153"/>
                <a:gd name="csX501" fmla="*/ 115611 w 516425"/>
                <a:gd name="csY501" fmla="*/ 362119 h 565153"/>
                <a:gd name="csX502" fmla="*/ 114655 w 516425"/>
                <a:gd name="csY502" fmla="*/ 359252 h 565153"/>
                <a:gd name="csX503" fmla="*/ 114177 w 516425"/>
                <a:gd name="csY503" fmla="*/ 358297 h 565153"/>
                <a:gd name="csX504" fmla="*/ 115133 w 516425"/>
                <a:gd name="csY504" fmla="*/ 355431 h 565153"/>
                <a:gd name="csX505" fmla="*/ 116088 w 516425"/>
                <a:gd name="csY505" fmla="*/ 354475 h 565153"/>
                <a:gd name="csX506" fmla="*/ 119432 w 516425"/>
                <a:gd name="csY506" fmla="*/ 352564 h 565153"/>
                <a:gd name="csX507" fmla="*/ 122777 w 516425"/>
                <a:gd name="csY507" fmla="*/ 351609 h 565153"/>
                <a:gd name="csX508" fmla="*/ 125165 w 516425"/>
                <a:gd name="csY508" fmla="*/ 349698 h 565153"/>
                <a:gd name="csX509" fmla="*/ 128031 w 516425"/>
                <a:gd name="csY509" fmla="*/ 348265 h 565153"/>
                <a:gd name="csX510" fmla="*/ 127554 w 516425"/>
                <a:gd name="csY510" fmla="*/ 346831 h 565153"/>
                <a:gd name="csX511" fmla="*/ 126598 w 516425"/>
                <a:gd name="csY511" fmla="*/ 345398 h 565153"/>
                <a:gd name="csX512" fmla="*/ 124687 w 516425"/>
                <a:gd name="csY512" fmla="*/ 345398 h 565153"/>
                <a:gd name="csX513" fmla="*/ 124210 w 516425"/>
                <a:gd name="csY513" fmla="*/ 344443 h 565153"/>
                <a:gd name="csX514" fmla="*/ 126121 w 516425"/>
                <a:gd name="csY514" fmla="*/ 342532 h 565153"/>
                <a:gd name="csX515" fmla="*/ 129465 w 516425"/>
                <a:gd name="csY515" fmla="*/ 340143 h 565153"/>
                <a:gd name="csX516" fmla="*/ 128987 w 516425"/>
                <a:gd name="csY516" fmla="*/ 339188 h 565153"/>
                <a:gd name="csX517" fmla="*/ 126598 w 516425"/>
                <a:gd name="csY517" fmla="*/ 338232 h 565153"/>
                <a:gd name="csX518" fmla="*/ 124687 w 516425"/>
                <a:gd name="csY518" fmla="*/ 338710 h 565153"/>
                <a:gd name="csX519" fmla="*/ 121821 w 516425"/>
                <a:gd name="csY519" fmla="*/ 340621 h 565153"/>
                <a:gd name="csX520" fmla="*/ 118955 w 516425"/>
                <a:gd name="csY520" fmla="*/ 343487 h 565153"/>
                <a:gd name="csX521" fmla="*/ 119910 w 516425"/>
                <a:gd name="csY521" fmla="*/ 344443 h 565153"/>
                <a:gd name="csX522" fmla="*/ 121343 w 516425"/>
                <a:gd name="csY522" fmla="*/ 346354 h 565153"/>
                <a:gd name="csX523" fmla="*/ 119432 w 516425"/>
                <a:gd name="csY523" fmla="*/ 349698 h 565153"/>
                <a:gd name="csX524" fmla="*/ 107489 w 516425"/>
                <a:gd name="csY524" fmla="*/ 357819 h 565153"/>
                <a:gd name="csX525" fmla="*/ 101756 w 516425"/>
                <a:gd name="csY525" fmla="*/ 360208 h 565153"/>
                <a:gd name="csX526" fmla="*/ 99368 w 516425"/>
                <a:gd name="csY526" fmla="*/ 359730 h 565153"/>
                <a:gd name="csX527" fmla="*/ 98412 w 516425"/>
                <a:gd name="csY527" fmla="*/ 357342 h 565153"/>
                <a:gd name="csX528" fmla="*/ 97457 w 516425"/>
                <a:gd name="csY528" fmla="*/ 355908 h 565153"/>
                <a:gd name="csX529" fmla="*/ 96024 w 516425"/>
                <a:gd name="csY529" fmla="*/ 352564 h 565153"/>
                <a:gd name="csX530" fmla="*/ 94113 w 516425"/>
                <a:gd name="csY530" fmla="*/ 352564 h 565153"/>
                <a:gd name="csX531" fmla="*/ 92680 w 516425"/>
                <a:gd name="csY531" fmla="*/ 353520 h 565153"/>
                <a:gd name="csX532" fmla="*/ 92202 w 516425"/>
                <a:gd name="csY532" fmla="*/ 352087 h 565153"/>
                <a:gd name="csX533" fmla="*/ 93157 w 516425"/>
                <a:gd name="csY533" fmla="*/ 348743 h 565153"/>
                <a:gd name="csX534" fmla="*/ 95068 w 516425"/>
                <a:gd name="csY534" fmla="*/ 345876 h 565153"/>
                <a:gd name="csX535" fmla="*/ 97935 w 516425"/>
                <a:gd name="csY535" fmla="*/ 343487 h 565153"/>
                <a:gd name="csX536" fmla="*/ 99368 w 516425"/>
                <a:gd name="csY536" fmla="*/ 341099 h 565153"/>
                <a:gd name="csX537" fmla="*/ 100801 w 516425"/>
                <a:gd name="csY537" fmla="*/ 336799 h 565153"/>
                <a:gd name="csX538" fmla="*/ 105578 w 516425"/>
                <a:gd name="csY538" fmla="*/ 332500 h 565153"/>
                <a:gd name="csX539" fmla="*/ 111789 w 516425"/>
                <a:gd name="csY539" fmla="*/ 322945 h 565153"/>
                <a:gd name="csX540" fmla="*/ 117044 w 516425"/>
                <a:gd name="csY540" fmla="*/ 319601 h 565153"/>
                <a:gd name="csX541" fmla="*/ 119432 w 516425"/>
                <a:gd name="csY541" fmla="*/ 315779 h 565153"/>
                <a:gd name="csX542" fmla="*/ 122299 w 516425"/>
                <a:gd name="csY542" fmla="*/ 314346 h 565153"/>
                <a:gd name="csX543" fmla="*/ 125165 w 516425"/>
                <a:gd name="csY543" fmla="*/ 311480 h 565153"/>
                <a:gd name="csX544" fmla="*/ 127076 w 516425"/>
                <a:gd name="csY544" fmla="*/ 311480 h 565153"/>
                <a:gd name="csX545" fmla="*/ 130898 w 516425"/>
                <a:gd name="csY545" fmla="*/ 309091 h 565153"/>
                <a:gd name="csX546" fmla="*/ 133287 w 516425"/>
                <a:gd name="csY546" fmla="*/ 305747 h 565153"/>
                <a:gd name="csX547" fmla="*/ 131853 w 516425"/>
                <a:gd name="csY547" fmla="*/ 305747 h 565153"/>
                <a:gd name="csX548" fmla="*/ 128509 w 516425"/>
                <a:gd name="csY548" fmla="*/ 307658 h 565153"/>
                <a:gd name="csX549" fmla="*/ 126598 w 516425"/>
                <a:gd name="csY549" fmla="*/ 308613 h 565153"/>
                <a:gd name="csX550" fmla="*/ 126598 w 516425"/>
                <a:gd name="csY550" fmla="*/ 305269 h 565153"/>
                <a:gd name="csX551" fmla="*/ 127554 w 516425"/>
                <a:gd name="csY551" fmla="*/ 301925 h 565153"/>
                <a:gd name="csX552" fmla="*/ 130420 w 516425"/>
                <a:gd name="csY552" fmla="*/ 299059 h 565153"/>
                <a:gd name="csX553" fmla="*/ 143319 w 516425"/>
                <a:gd name="csY553" fmla="*/ 290459 h 565153"/>
                <a:gd name="csX554" fmla="*/ 144752 w 516425"/>
                <a:gd name="csY554" fmla="*/ 291893 h 565153"/>
                <a:gd name="csX555" fmla="*/ 146185 w 516425"/>
                <a:gd name="csY555" fmla="*/ 294281 h 565153"/>
                <a:gd name="csX556" fmla="*/ 150485 w 516425"/>
                <a:gd name="csY556" fmla="*/ 293804 h 565153"/>
                <a:gd name="csX557" fmla="*/ 154784 w 516425"/>
                <a:gd name="csY557" fmla="*/ 288549 h 565153"/>
                <a:gd name="csX558" fmla="*/ 158606 w 516425"/>
                <a:gd name="csY558" fmla="*/ 283294 h 565153"/>
                <a:gd name="csX559" fmla="*/ 156695 w 516425"/>
                <a:gd name="csY559" fmla="*/ 284249 h 565153"/>
                <a:gd name="csX560" fmla="*/ 154307 w 516425"/>
                <a:gd name="csY560" fmla="*/ 286638 h 565153"/>
                <a:gd name="csX561" fmla="*/ 150485 w 516425"/>
                <a:gd name="csY561" fmla="*/ 289504 h 565153"/>
                <a:gd name="csX562" fmla="*/ 148574 w 516425"/>
                <a:gd name="csY562" fmla="*/ 289982 h 565153"/>
                <a:gd name="csX563" fmla="*/ 147619 w 516425"/>
                <a:gd name="csY563" fmla="*/ 289504 h 565153"/>
                <a:gd name="csX564" fmla="*/ 147141 w 516425"/>
                <a:gd name="csY564" fmla="*/ 287593 h 565153"/>
                <a:gd name="csX565" fmla="*/ 145707 w 516425"/>
                <a:gd name="csY565" fmla="*/ 287115 h 565153"/>
                <a:gd name="csX566" fmla="*/ 144274 w 516425"/>
                <a:gd name="csY566" fmla="*/ 287593 h 565153"/>
                <a:gd name="csX567" fmla="*/ 142841 w 516425"/>
                <a:gd name="csY567" fmla="*/ 285682 h 565153"/>
                <a:gd name="csX568" fmla="*/ 142841 w 516425"/>
                <a:gd name="csY568" fmla="*/ 282338 h 565153"/>
                <a:gd name="csX569" fmla="*/ 144274 w 516425"/>
                <a:gd name="csY569" fmla="*/ 277083 h 565153"/>
                <a:gd name="csX570" fmla="*/ 145707 w 516425"/>
                <a:gd name="csY570" fmla="*/ 273261 h 565153"/>
                <a:gd name="csX571" fmla="*/ 147141 w 516425"/>
                <a:gd name="csY571" fmla="*/ 270395 h 565153"/>
                <a:gd name="csX572" fmla="*/ 152873 w 516425"/>
                <a:gd name="csY572" fmla="*/ 262751 h 565153"/>
                <a:gd name="csX573" fmla="*/ 153829 w 516425"/>
                <a:gd name="csY573" fmla="*/ 258452 h 565153"/>
                <a:gd name="csX574" fmla="*/ 156695 w 516425"/>
                <a:gd name="csY574" fmla="*/ 256063 h 565153"/>
                <a:gd name="csX575" fmla="*/ 160039 w 516425"/>
                <a:gd name="csY575" fmla="*/ 256541 h 565153"/>
                <a:gd name="csX576" fmla="*/ 160995 w 516425"/>
                <a:gd name="csY576" fmla="*/ 256063 h 565153"/>
                <a:gd name="csX577" fmla="*/ 159562 w 516425"/>
                <a:gd name="csY577" fmla="*/ 253197 h 565153"/>
                <a:gd name="csX578" fmla="*/ 156218 w 516425"/>
                <a:gd name="csY578" fmla="*/ 251286 h 565153"/>
                <a:gd name="csX579" fmla="*/ 155740 w 516425"/>
                <a:gd name="csY579" fmla="*/ 249852 h 565153"/>
                <a:gd name="csX580" fmla="*/ 167683 w 516425"/>
                <a:gd name="csY580" fmla="*/ 246031 h 565153"/>
                <a:gd name="csX581" fmla="*/ 173416 w 516425"/>
                <a:gd name="csY581" fmla="*/ 246031 h 565153"/>
                <a:gd name="csX582" fmla="*/ 175327 w 516425"/>
                <a:gd name="csY582" fmla="*/ 244120 h 565153"/>
                <a:gd name="csX583" fmla="*/ 178193 w 516425"/>
                <a:gd name="csY583" fmla="*/ 243164 h 565153"/>
                <a:gd name="csX584" fmla="*/ 180582 w 516425"/>
                <a:gd name="csY584" fmla="*/ 240776 h 565153"/>
                <a:gd name="csX585" fmla="*/ 179626 w 516425"/>
                <a:gd name="csY585" fmla="*/ 239820 h 565153"/>
                <a:gd name="csX586" fmla="*/ 173894 w 516425"/>
                <a:gd name="csY586" fmla="*/ 241731 h 565153"/>
                <a:gd name="csX587" fmla="*/ 170072 w 516425"/>
                <a:gd name="csY587" fmla="*/ 242687 h 565153"/>
                <a:gd name="csX588" fmla="*/ 168638 w 516425"/>
                <a:gd name="csY588" fmla="*/ 242687 h 565153"/>
                <a:gd name="csX589" fmla="*/ 167205 w 516425"/>
                <a:gd name="csY589" fmla="*/ 243642 h 565153"/>
                <a:gd name="csX590" fmla="*/ 162428 w 516425"/>
                <a:gd name="csY590" fmla="*/ 243642 h 565153"/>
                <a:gd name="csX591" fmla="*/ 161472 w 516425"/>
                <a:gd name="csY591" fmla="*/ 234565 h 565153"/>
                <a:gd name="csX592" fmla="*/ 162428 w 516425"/>
                <a:gd name="csY592" fmla="*/ 229788 h 565153"/>
                <a:gd name="csX593" fmla="*/ 163861 w 516425"/>
                <a:gd name="csY593" fmla="*/ 229788 h 565153"/>
                <a:gd name="csX594" fmla="*/ 164339 w 516425"/>
                <a:gd name="csY594" fmla="*/ 225010 h 565153"/>
                <a:gd name="csX595" fmla="*/ 166250 w 516425"/>
                <a:gd name="csY595" fmla="*/ 222144 h 565153"/>
                <a:gd name="csX596" fmla="*/ 169116 w 516425"/>
                <a:gd name="csY596" fmla="*/ 221666 h 565153"/>
                <a:gd name="csX597" fmla="*/ 170549 w 516425"/>
                <a:gd name="csY597" fmla="*/ 220711 h 565153"/>
                <a:gd name="csX598" fmla="*/ 172460 w 516425"/>
                <a:gd name="csY598" fmla="*/ 217845 h 565153"/>
                <a:gd name="csX599" fmla="*/ 175804 w 516425"/>
                <a:gd name="csY599" fmla="*/ 218800 h 565153"/>
                <a:gd name="csX600" fmla="*/ 179149 w 516425"/>
                <a:gd name="csY600" fmla="*/ 217845 h 565153"/>
                <a:gd name="csX601" fmla="*/ 178193 w 516425"/>
                <a:gd name="csY601" fmla="*/ 216889 h 565153"/>
                <a:gd name="csX602" fmla="*/ 174371 w 516425"/>
                <a:gd name="csY602" fmla="*/ 215456 h 565153"/>
                <a:gd name="csX603" fmla="*/ 172938 w 516425"/>
                <a:gd name="csY603" fmla="*/ 212590 h 565153"/>
                <a:gd name="csX604" fmla="*/ 174371 w 516425"/>
                <a:gd name="csY604" fmla="*/ 211634 h 565153"/>
                <a:gd name="csX605" fmla="*/ 176282 w 516425"/>
                <a:gd name="csY605" fmla="*/ 210201 h 565153"/>
                <a:gd name="csX606" fmla="*/ 177715 w 516425"/>
                <a:gd name="csY606" fmla="*/ 210201 h 565153"/>
                <a:gd name="csX607" fmla="*/ 180582 w 516425"/>
                <a:gd name="csY607" fmla="*/ 204946 h 565153"/>
                <a:gd name="csX608" fmla="*/ 182015 w 516425"/>
                <a:gd name="csY608" fmla="*/ 203035 h 565153"/>
                <a:gd name="csX609" fmla="*/ 183926 w 516425"/>
                <a:gd name="csY609" fmla="*/ 203513 h 565153"/>
                <a:gd name="csX610" fmla="*/ 186792 w 516425"/>
                <a:gd name="csY610" fmla="*/ 201124 h 565153"/>
                <a:gd name="csX611" fmla="*/ 189181 w 516425"/>
                <a:gd name="csY611" fmla="*/ 202080 h 565153"/>
                <a:gd name="csX612" fmla="*/ 192047 w 516425"/>
                <a:gd name="csY612" fmla="*/ 200169 h 565153"/>
                <a:gd name="csX613" fmla="*/ 195391 w 516425"/>
                <a:gd name="csY613" fmla="*/ 199213 h 565153"/>
                <a:gd name="csX614" fmla="*/ 208290 w 516425"/>
                <a:gd name="csY614" fmla="*/ 199213 h 565153"/>
                <a:gd name="csX615" fmla="*/ 208290 w 516425"/>
                <a:gd name="csY615" fmla="*/ 196824 h 565153"/>
                <a:gd name="csX616" fmla="*/ 205901 w 516425"/>
                <a:gd name="csY616" fmla="*/ 196347 h 565153"/>
                <a:gd name="csX617" fmla="*/ 196347 w 516425"/>
                <a:gd name="csY617" fmla="*/ 195869 h 565153"/>
                <a:gd name="csX618" fmla="*/ 191569 w 516425"/>
                <a:gd name="csY618" fmla="*/ 195869 h 565153"/>
                <a:gd name="csX619" fmla="*/ 189659 w 516425"/>
                <a:gd name="csY619" fmla="*/ 196347 h 565153"/>
                <a:gd name="csX620" fmla="*/ 188703 w 516425"/>
                <a:gd name="csY620" fmla="*/ 195869 h 565153"/>
                <a:gd name="csX621" fmla="*/ 188703 w 516425"/>
                <a:gd name="csY621" fmla="*/ 194436 h 565153"/>
                <a:gd name="csX622" fmla="*/ 190614 w 516425"/>
                <a:gd name="csY622" fmla="*/ 192525 h 565153"/>
                <a:gd name="csX623" fmla="*/ 191569 w 516425"/>
                <a:gd name="csY623" fmla="*/ 190614 h 565153"/>
                <a:gd name="csX624" fmla="*/ 194914 w 516425"/>
                <a:gd name="csY624" fmla="*/ 184881 h 565153"/>
                <a:gd name="csX625" fmla="*/ 199213 w 516425"/>
                <a:gd name="csY625" fmla="*/ 181537 h 565153"/>
                <a:gd name="csX626" fmla="*/ 202079 w 516425"/>
                <a:gd name="csY626" fmla="*/ 182493 h 565153"/>
                <a:gd name="csX627" fmla="*/ 205424 w 516425"/>
                <a:gd name="csY627" fmla="*/ 185837 h 565153"/>
                <a:gd name="csX628" fmla="*/ 207812 w 516425"/>
                <a:gd name="csY628" fmla="*/ 186314 h 565153"/>
                <a:gd name="csX629" fmla="*/ 209245 w 516425"/>
                <a:gd name="csY629" fmla="*/ 187270 h 565153"/>
                <a:gd name="csX630" fmla="*/ 210679 w 516425"/>
                <a:gd name="csY630" fmla="*/ 192047 h 565153"/>
                <a:gd name="csX631" fmla="*/ 211634 w 516425"/>
                <a:gd name="csY631" fmla="*/ 192047 h 565153"/>
                <a:gd name="csX632" fmla="*/ 211156 w 516425"/>
                <a:gd name="csY632" fmla="*/ 187748 h 565153"/>
                <a:gd name="csX633" fmla="*/ 213545 w 516425"/>
                <a:gd name="csY633" fmla="*/ 183926 h 565153"/>
                <a:gd name="csX634" fmla="*/ 213067 w 516425"/>
                <a:gd name="csY634" fmla="*/ 182970 h 565153"/>
                <a:gd name="csX635" fmla="*/ 209723 w 516425"/>
                <a:gd name="csY635" fmla="*/ 184403 h 565153"/>
                <a:gd name="csX636" fmla="*/ 206857 w 516425"/>
                <a:gd name="csY636" fmla="*/ 182970 h 565153"/>
                <a:gd name="csX637" fmla="*/ 204946 w 516425"/>
                <a:gd name="csY637" fmla="*/ 180104 h 565153"/>
                <a:gd name="csX638" fmla="*/ 203991 w 516425"/>
                <a:gd name="csY638" fmla="*/ 177715 h 565153"/>
                <a:gd name="csX639" fmla="*/ 205424 w 516425"/>
                <a:gd name="csY639" fmla="*/ 175327 h 565153"/>
                <a:gd name="csX640" fmla="*/ 206857 w 516425"/>
                <a:gd name="csY640" fmla="*/ 173893 h 565153"/>
                <a:gd name="csX641" fmla="*/ 205901 w 516425"/>
                <a:gd name="csY641" fmla="*/ 172460 h 565153"/>
                <a:gd name="csX642" fmla="*/ 200646 w 516425"/>
                <a:gd name="csY642" fmla="*/ 176282 h 565153"/>
                <a:gd name="csX643" fmla="*/ 196825 w 516425"/>
                <a:gd name="csY643" fmla="*/ 177238 h 565153"/>
                <a:gd name="csX644" fmla="*/ 195391 w 516425"/>
                <a:gd name="csY644" fmla="*/ 176760 h 565153"/>
                <a:gd name="csX645" fmla="*/ 196347 w 516425"/>
                <a:gd name="csY645" fmla="*/ 172938 h 565153"/>
                <a:gd name="csX646" fmla="*/ 195869 w 516425"/>
                <a:gd name="csY646" fmla="*/ 170072 h 565153"/>
                <a:gd name="csX647" fmla="*/ 200646 w 516425"/>
                <a:gd name="csY647" fmla="*/ 163383 h 565153"/>
                <a:gd name="csX648" fmla="*/ 202557 w 516425"/>
                <a:gd name="csY648" fmla="*/ 162428 h 565153"/>
                <a:gd name="csX649" fmla="*/ 205424 w 516425"/>
                <a:gd name="csY649" fmla="*/ 162906 h 565153"/>
                <a:gd name="csX650" fmla="*/ 207812 w 516425"/>
                <a:gd name="csY650" fmla="*/ 164817 h 565153"/>
                <a:gd name="csX651" fmla="*/ 209723 w 516425"/>
                <a:gd name="csY651" fmla="*/ 164817 h 565153"/>
                <a:gd name="csX652" fmla="*/ 212112 w 516425"/>
                <a:gd name="csY652" fmla="*/ 163383 h 565153"/>
                <a:gd name="csX653" fmla="*/ 212112 w 516425"/>
                <a:gd name="csY653" fmla="*/ 161473 h 565153"/>
                <a:gd name="csX654" fmla="*/ 206857 w 516425"/>
                <a:gd name="csY654" fmla="*/ 160995 h 565153"/>
                <a:gd name="csX655" fmla="*/ 205424 w 516425"/>
                <a:gd name="csY655" fmla="*/ 159084 h 565153"/>
                <a:gd name="csX656" fmla="*/ 206379 w 516425"/>
                <a:gd name="csY656" fmla="*/ 157651 h 565153"/>
                <a:gd name="csX657" fmla="*/ 209723 w 516425"/>
                <a:gd name="csY657" fmla="*/ 156217 h 565153"/>
                <a:gd name="csX658" fmla="*/ 213067 w 516425"/>
                <a:gd name="csY658" fmla="*/ 152873 h 565153"/>
                <a:gd name="csX659" fmla="*/ 216889 w 516425"/>
                <a:gd name="csY659" fmla="*/ 151918 h 565153"/>
                <a:gd name="csX660" fmla="*/ 219756 w 516425"/>
                <a:gd name="csY660" fmla="*/ 150007 h 565153"/>
                <a:gd name="csX661" fmla="*/ 220233 w 516425"/>
                <a:gd name="csY661" fmla="*/ 150485 h 565153"/>
                <a:gd name="csX662" fmla="*/ 220711 w 516425"/>
                <a:gd name="csY662" fmla="*/ 151440 h 565153"/>
                <a:gd name="csX663" fmla="*/ 222144 w 516425"/>
                <a:gd name="csY663" fmla="*/ 159562 h 565153"/>
                <a:gd name="csX664" fmla="*/ 225010 w 516425"/>
                <a:gd name="csY664" fmla="*/ 166728 h 565153"/>
                <a:gd name="csX665" fmla="*/ 225966 w 516425"/>
                <a:gd name="csY665" fmla="*/ 166728 h 565153"/>
                <a:gd name="csX666" fmla="*/ 225010 w 516425"/>
                <a:gd name="csY666" fmla="*/ 160995 h 565153"/>
                <a:gd name="csX667" fmla="*/ 225966 w 516425"/>
                <a:gd name="csY667" fmla="*/ 159084 h 565153"/>
                <a:gd name="csX668" fmla="*/ 226921 w 516425"/>
                <a:gd name="csY668" fmla="*/ 158128 h 565153"/>
                <a:gd name="csX669" fmla="*/ 227399 w 516425"/>
                <a:gd name="csY669" fmla="*/ 156695 h 565153"/>
                <a:gd name="csX670" fmla="*/ 225966 w 516425"/>
                <a:gd name="csY670" fmla="*/ 156217 h 565153"/>
                <a:gd name="csX671" fmla="*/ 225010 w 516425"/>
                <a:gd name="csY671" fmla="*/ 153829 h 565153"/>
                <a:gd name="csX672" fmla="*/ 223100 w 516425"/>
                <a:gd name="csY672" fmla="*/ 147141 h 565153"/>
                <a:gd name="csX673" fmla="*/ 223577 w 516425"/>
                <a:gd name="csY673" fmla="*/ 145707 h 565153"/>
                <a:gd name="csX674" fmla="*/ 227399 w 516425"/>
                <a:gd name="csY674" fmla="*/ 141886 h 565153"/>
                <a:gd name="csX675" fmla="*/ 232176 w 516425"/>
                <a:gd name="csY675" fmla="*/ 140930 h 565153"/>
                <a:gd name="csX676" fmla="*/ 236954 w 516425"/>
                <a:gd name="csY676" fmla="*/ 143796 h 565153"/>
                <a:gd name="csX677" fmla="*/ 238387 w 516425"/>
                <a:gd name="csY677" fmla="*/ 143796 h 565153"/>
                <a:gd name="csX678" fmla="*/ 241253 w 516425"/>
                <a:gd name="csY678" fmla="*/ 142841 h 565153"/>
                <a:gd name="csX679" fmla="*/ 246031 w 516425"/>
                <a:gd name="csY679" fmla="*/ 140930 h 565153"/>
                <a:gd name="csX680" fmla="*/ 248897 w 516425"/>
                <a:gd name="csY680" fmla="*/ 139975 h 565153"/>
                <a:gd name="csX681" fmla="*/ 250330 w 516425"/>
                <a:gd name="csY681" fmla="*/ 139975 h 565153"/>
                <a:gd name="csX682" fmla="*/ 250808 w 516425"/>
                <a:gd name="csY682" fmla="*/ 139019 h 565153"/>
                <a:gd name="csX683" fmla="*/ 249375 w 516425"/>
                <a:gd name="csY683" fmla="*/ 138542 h 565153"/>
                <a:gd name="csX684" fmla="*/ 248897 w 516425"/>
                <a:gd name="csY684" fmla="*/ 137586 h 565153"/>
                <a:gd name="csX685" fmla="*/ 247942 w 516425"/>
                <a:gd name="csY685" fmla="*/ 137586 h 565153"/>
                <a:gd name="csX686" fmla="*/ 243642 w 516425"/>
                <a:gd name="csY686" fmla="*/ 138542 h 565153"/>
                <a:gd name="csX687" fmla="*/ 231221 w 516425"/>
                <a:gd name="csY687" fmla="*/ 138064 h 565153"/>
                <a:gd name="csX688" fmla="*/ 230266 w 516425"/>
                <a:gd name="csY688" fmla="*/ 137108 h 565153"/>
                <a:gd name="csX689" fmla="*/ 229788 w 516425"/>
                <a:gd name="csY689" fmla="*/ 134720 h 565153"/>
                <a:gd name="csX690" fmla="*/ 231221 w 516425"/>
                <a:gd name="csY690" fmla="*/ 131853 h 565153"/>
                <a:gd name="csX691" fmla="*/ 232654 w 516425"/>
                <a:gd name="csY691" fmla="*/ 130420 h 565153"/>
                <a:gd name="csX692" fmla="*/ 237432 w 516425"/>
                <a:gd name="csY692" fmla="*/ 127076 h 565153"/>
                <a:gd name="csX693" fmla="*/ 242209 w 516425"/>
                <a:gd name="csY693" fmla="*/ 127076 h 565153"/>
                <a:gd name="csX694" fmla="*/ 247464 w 516425"/>
                <a:gd name="csY694" fmla="*/ 121343 h 565153"/>
                <a:gd name="csX695" fmla="*/ 249375 w 516425"/>
                <a:gd name="csY695" fmla="*/ 117521 h 565153"/>
                <a:gd name="csX696" fmla="*/ 250330 w 516425"/>
                <a:gd name="csY696" fmla="*/ 111311 h 565153"/>
                <a:gd name="csX697" fmla="*/ 253674 w 516425"/>
                <a:gd name="csY697" fmla="*/ 106534 h 565153"/>
                <a:gd name="csX698" fmla="*/ 261318 w 516425"/>
                <a:gd name="csY698" fmla="*/ 103667 h 565153"/>
                <a:gd name="csX699" fmla="*/ 261796 w 516425"/>
                <a:gd name="csY699" fmla="*/ 102234 h 565153"/>
                <a:gd name="csX700" fmla="*/ 260840 w 516425"/>
                <a:gd name="csY700" fmla="*/ 99368 h 565153"/>
                <a:gd name="csX701" fmla="*/ 260840 w 516425"/>
                <a:gd name="csY701" fmla="*/ 94590 h 565153"/>
                <a:gd name="csX702" fmla="*/ 263229 w 516425"/>
                <a:gd name="csY702" fmla="*/ 89335 h 565153"/>
                <a:gd name="csX703" fmla="*/ 264662 w 516425"/>
                <a:gd name="csY703" fmla="*/ 87424 h 565153"/>
                <a:gd name="csX704" fmla="*/ 265140 w 516425"/>
                <a:gd name="csY704" fmla="*/ 86947 h 565153"/>
                <a:gd name="csX705" fmla="*/ 267051 w 516425"/>
                <a:gd name="csY705" fmla="*/ 88858 h 565153"/>
                <a:gd name="csX706" fmla="*/ 268962 w 516425"/>
                <a:gd name="csY706" fmla="*/ 92679 h 565153"/>
                <a:gd name="csX707" fmla="*/ 272306 w 516425"/>
                <a:gd name="csY707" fmla="*/ 95068 h 565153"/>
                <a:gd name="csX708" fmla="*/ 276605 w 516425"/>
                <a:gd name="csY708" fmla="*/ 95546 h 565153"/>
                <a:gd name="csX709" fmla="*/ 277561 w 516425"/>
                <a:gd name="csY709" fmla="*/ 94113 h 565153"/>
                <a:gd name="csX710" fmla="*/ 274217 w 516425"/>
                <a:gd name="csY710" fmla="*/ 92202 h 565153"/>
                <a:gd name="csX711" fmla="*/ 271828 w 516425"/>
                <a:gd name="csY711" fmla="*/ 89335 h 565153"/>
                <a:gd name="csX712" fmla="*/ 271350 w 516425"/>
                <a:gd name="csY712" fmla="*/ 86469 h 565153"/>
                <a:gd name="csX713" fmla="*/ 272783 w 516425"/>
                <a:gd name="csY713" fmla="*/ 84558 h 565153"/>
                <a:gd name="csX714" fmla="*/ 274694 w 516425"/>
                <a:gd name="csY714" fmla="*/ 85036 h 565153"/>
                <a:gd name="csX715" fmla="*/ 276605 w 516425"/>
                <a:gd name="csY715" fmla="*/ 84558 h 565153"/>
                <a:gd name="csX716" fmla="*/ 278994 w 516425"/>
                <a:gd name="csY716" fmla="*/ 82647 h 565153"/>
                <a:gd name="csX717" fmla="*/ 279472 w 516425"/>
                <a:gd name="csY717" fmla="*/ 81214 h 565153"/>
                <a:gd name="csX718" fmla="*/ 279472 w 516425"/>
                <a:gd name="csY718" fmla="*/ 79303 h 565153"/>
                <a:gd name="csX719" fmla="*/ 279949 w 516425"/>
                <a:gd name="csY719" fmla="*/ 77392 h 565153"/>
                <a:gd name="csX720" fmla="*/ 283294 w 516425"/>
                <a:gd name="csY720" fmla="*/ 72615 h 565153"/>
                <a:gd name="csX721" fmla="*/ 292848 w 516425"/>
                <a:gd name="csY721" fmla="*/ 69748 h 565153"/>
                <a:gd name="csX722" fmla="*/ 293326 w 516425"/>
                <a:gd name="csY722" fmla="*/ 71182 h 565153"/>
                <a:gd name="csX723" fmla="*/ 292848 w 516425"/>
                <a:gd name="csY723" fmla="*/ 79781 h 565153"/>
                <a:gd name="csX724" fmla="*/ 291893 w 516425"/>
                <a:gd name="csY724" fmla="*/ 85514 h 565153"/>
                <a:gd name="csX725" fmla="*/ 291893 w 516425"/>
                <a:gd name="csY725" fmla="*/ 89813 h 565153"/>
                <a:gd name="csX726" fmla="*/ 293804 w 516425"/>
                <a:gd name="csY726" fmla="*/ 85514 h 565153"/>
                <a:gd name="csX727" fmla="*/ 296192 w 516425"/>
                <a:gd name="csY727" fmla="*/ 74048 h 565153"/>
                <a:gd name="csX728" fmla="*/ 298103 w 516425"/>
                <a:gd name="csY728" fmla="*/ 68793 h 565153"/>
                <a:gd name="csX729" fmla="*/ 300492 w 516425"/>
                <a:gd name="csY729" fmla="*/ 65927 h 565153"/>
                <a:gd name="csX730" fmla="*/ 301925 w 516425"/>
                <a:gd name="csY730" fmla="*/ 64971 h 565153"/>
                <a:gd name="csX731" fmla="*/ 303358 w 516425"/>
                <a:gd name="csY731" fmla="*/ 63538 h 565153"/>
                <a:gd name="csX732" fmla="*/ 305269 w 516425"/>
                <a:gd name="csY732" fmla="*/ 62582 h 565153"/>
                <a:gd name="csX733" fmla="*/ 306224 w 516425"/>
                <a:gd name="csY733" fmla="*/ 63538 h 565153"/>
                <a:gd name="csX734" fmla="*/ 306702 w 516425"/>
                <a:gd name="csY734" fmla="*/ 66404 h 565153"/>
                <a:gd name="csX735" fmla="*/ 305747 w 516425"/>
                <a:gd name="csY735" fmla="*/ 76437 h 565153"/>
                <a:gd name="csX736" fmla="*/ 305747 w 516425"/>
                <a:gd name="csY736" fmla="*/ 79781 h 565153"/>
                <a:gd name="csX737" fmla="*/ 304314 w 516425"/>
                <a:gd name="csY737" fmla="*/ 84080 h 565153"/>
                <a:gd name="csX738" fmla="*/ 300014 w 516425"/>
                <a:gd name="csY738" fmla="*/ 93157 h 565153"/>
                <a:gd name="csX739" fmla="*/ 300014 w 516425"/>
                <a:gd name="csY739" fmla="*/ 94590 h 565153"/>
                <a:gd name="csX740" fmla="*/ 300970 w 516425"/>
                <a:gd name="csY740" fmla="*/ 94113 h 565153"/>
                <a:gd name="csX741" fmla="*/ 302881 w 516425"/>
                <a:gd name="csY741" fmla="*/ 92679 h 565153"/>
                <a:gd name="csX742" fmla="*/ 308613 w 516425"/>
                <a:gd name="csY742" fmla="*/ 83603 h 565153"/>
                <a:gd name="csX743" fmla="*/ 313868 w 516425"/>
                <a:gd name="csY743" fmla="*/ 84558 h 565153"/>
                <a:gd name="csX744" fmla="*/ 313868 w 516425"/>
                <a:gd name="csY744" fmla="*/ 84080 h 565153"/>
                <a:gd name="csX745" fmla="*/ 311957 w 516425"/>
                <a:gd name="csY745" fmla="*/ 81214 h 565153"/>
                <a:gd name="csX746" fmla="*/ 310047 w 516425"/>
                <a:gd name="csY746" fmla="*/ 78825 h 565153"/>
                <a:gd name="csX747" fmla="*/ 309569 w 516425"/>
                <a:gd name="csY747" fmla="*/ 75959 h 565153"/>
                <a:gd name="csX748" fmla="*/ 310047 w 516425"/>
                <a:gd name="csY748" fmla="*/ 67360 h 565153"/>
                <a:gd name="csX749" fmla="*/ 311480 w 516425"/>
                <a:gd name="csY749" fmla="*/ 64016 h 565153"/>
                <a:gd name="csX750" fmla="*/ 315779 w 516425"/>
                <a:gd name="csY750" fmla="*/ 64493 h 565153"/>
                <a:gd name="csX751" fmla="*/ 318168 w 516425"/>
                <a:gd name="csY751" fmla="*/ 64016 h 565153"/>
                <a:gd name="csX752" fmla="*/ 319601 w 516425"/>
                <a:gd name="csY752" fmla="*/ 65449 h 565153"/>
                <a:gd name="csX753" fmla="*/ 321990 w 516425"/>
                <a:gd name="csY753" fmla="*/ 65449 h 565153"/>
                <a:gd name="csX754" fmla="*/ 323901 w 516425"/>
                <a:gd name="csY754" fmla="*/ 59238 h 565153"/>
                <a:gd name="csX755" fmla="*/ 327245 w 516425"/>
                <a:gd name="csY755" fmla="*/ 58761 h 565153"/>
                <a:gd name="csX756" fmla="*/ 330589 w 516425"/>
                <a:gd name="csY756" fmla="*/ 63060 h 565153"/>
                <a:gd name="csX757" fmla="*/ 334411 w 516425"/>
                <a:gd name="csY757" fmla="*/ 65449 h 565153"/>
                <a:gd name="csX758" fmla="*/ 337277 w 516425"/>
                <a:gd name="csY758" fmla="*/ 69271 h 565153"/>
                <a:gd name="csX759" fmla="*/ 338232 w 516425"/>
                <a:gd name="csY759" fmla="*/ 68315 h 565153"/>
                <a:gd name="csX760" fmla="*/ 336799 w 516425"/>
                <a:gd name="csY760" fmla="*/ 59238 h 565153"/>
                <a:gd name="csX761" fmla="*/ 334888 w 516425"/>
                <a:gd name="csY761" fmla="*/ 55894 h 565153"/>
                <a:gd name="csX762" fmla="*/ 331066 w 516425"/>
                <a:gd name="csY762" fmla="*/ 54461 h 565153"/>
                <a:gd name="csX763" fmla="*/ 326767 w 516425"/>
                <a:gd name="csY763" fmla="*/ 50162 h 565153"/>
                <a:gd name="csX764" fmla="*/ 325812 w 516425"/>
                <a:gd name="csY764" fmla="*/ 48251 h 565153"/>
                <a:gd name="csX765" fmla="*/ 325812 w 516425"/>
                <a:gd name="csY765" fmla="*/ 46817 h 565153"/>
                <a:gd name="csX766" fmla="*/ 329633 w 516425"/>
                <a:gd name="csY766" fmla="*/ 45862 h 565153"/>
                <a:gd name="csX767" fmla="*/ 334411 w 516425"/>
                <a:gd name="csY767" fmla="*/ 47295 h 565153"/>
                <a:gd name="csX768" fmla="*/ 338710 w 516425"/>
                <a:gd name="csY768" fmla="*/ 43951 h 565153"/>
                <a:gd name="csX769" fmla="*/ 339666 w 516425"/>
                <a:gd name="csY769" fmla="*/ 44907 h 565153"/>
                <a:gd name="csX770" fmla="*/ 343010 w 516425"/>
                <a:gd name="csY770" fmla="*/ 42996 h 565153"/>
                <a:gd name="csX771" fmla="*/ 344921 w 516425"/>
                <a:gd name="csY771" fmla="*/ 45384 h 565153"/>
                <a:gd name="csX772" fmla="*/ 346354 w 516425"/>
                <a:gd name="csY772" fmla="*/ 44429 h 565153"/>
                <a:gd name="csX773" fmla="*/ 346831 w 516425"/>
                <a:gd name="csY773" fmla="*/ 41562 h 565153"/>
                <a:gd name="csX774" fmla="*/ 352087 w 516425"/>
                <a:gd name="csY774" fmla="*/ 39651 h 565153"/>
                <a:gd name="csX775" fmla="*/ 355431 w 516425"/>
                <a:gd name="csY775" fmla="*/ 41085 h 565153"/>
                <a:gd name="csX776" fmla="*/ 357342 w 516425"/>
                <a:gd name="csY776" fmla="*/ 42996 h 565153"/>
                <a:gd name="csX777" fmla="*/ 358297 w 516425"/>
                <a:gd name="csY777" fmla="*/ 46817 h 565153"/>
                <a:gd name="csX778" fmla="*/ 359253 w 516425"/>
                <a:gd name="csY778" fmla="*/ 53983 h 565153"/>
                <a:gd name="csX779" fmla="*/ 362119 w 516425"/>
                <a:gd name="csY779" fmla="*/ 57805 h 565153"/>
                <a:gd name="csX780" fmla="*/ 363552 w 516425"/>
                <a:gd name="csY780" fmla="*/ 59716 h 565153"/>
                <a:gd name="csX781" fmla="*/ 365463 w 516425"/>
                <a:gd name="csY781" fmla="*/ 60194 h 565153"/>
                <a:gd name="csX782" fmla="*/ 366419 w 516425"/>
                <a:gd name="csY782" fmla="*/ 58283 h 565153"/>
                <a:gd name="csX783" fmla="*/ 364508 w 516425"/>
                <a:gd name="csY783" fmla="*/ 55894 h 565153"/>
                <a:gd name="csX784" fmla="*/ 364030 w 516425"/>
                <a:gd name="csY784" fmla="*/ 53983 h 565153"/>
                <a:gd name="csX785" fmla="*/ 364985 w 516425"/>
                <a:gd name="csY785" fmla="*/ 48251 h 565153"/>
                <a:gd name="csX786" fmla="*/ 365941 w 516425"/>
                <a:gd name="csY786" fmla="*/ 46340 h 565153"/>
                <a:gd name="csX787" fmla="*/ 371673 w 516425"/>
                <a:gd name="csY787" fmla="*/ 38218 h 565153"/>
                <a:gd name="csX788" fmla="*/ 376451 w 516425"/>
                <a:gd name="csY788" fmla="*/ 33919 h 565153"/>
                <a:gd name="csX789" fmla="*/ 379317 w 516425"/>
                <a:gd name="csY789" fmla="*/ 33441 h 565153"/>
                <a:gd name="csX790" fmla="*/ 384095 w 516425"/>
                <a:gd name="csY790" fmla="*/ 23886 h 565153"/>
                <a:gd name="csX791" fmla="*/ 385528 w 516425"/>
                <a:gd name="csY791" fmla="*/ 21975 h 565153"/>
                <a:gd name="csX792" fmla="*/ 386483 w 516425"/>
                <a:gd name="csY792" fmla="*/ 21498 h 565153"/>
                <a:gd name="csX793" fmla="*/ 386483 w 516425"/>
                <a:gd name="csY793" fmla="*/ 19109 h 565153"/>
                <a:gd name="csX794" fmla="*/ 383617 w 516425"/>
                <a:gd name="csY794" fmla="*/ 17676 h 565153"/>
                <a:gd name="csX795" fmla="*/ 383617 w 516425"/>
                <a:gd name="csY795" fmla="*/ 14809 h 565153"/>
                <a:gd name="csX796" fmla="*/ 386961 w 516425"/>
                <a:gd name="csY796" fmla="*/ 10988 h 565153"/>
                <a:gd name="csX797" fmla="*/ 391261 w 516425"/>
                <a:gd name="csY797" fmla="*/ 4777 h 565153"/>
                <a:gd name="csX798" fmla="*/ 393649 w 516425"/>
                <a:gd name="csY798" fmla="*/ 4777 h 565153"/>
                <a:gd name="csX799" fmla="*/ 394604 w 516425"/>
                <a:gd name="csY799" fmla="*/ 6210 h 565153"/>
                <a:gd name="csX800" fmla="*/ 398904 w 516425"/>
                <a:gd name="csY800" fmla="*/ 9077 h 565153"/>
                <a:gd name="csX801" fmla="*/ 401770 w 516425"/>
                <a:gd name="csY801" fmla="*/ 11943 h 565153"/>
                <a:gd name="csX802" fmla="*/ 403204 w 516425"/>
                <a:gd name="csY802" fmla="*/ 13854 h 565153"/>
                <a:gd name="csX803" fmla="*/ 404637 w 516425"/>
                <a:gd name="csY803" fmla="*/ 13376 h 565153"/>
                <a:gd name="csX804" fmla="*/ 405592 w 516425"/>
                <a:gd name="csY804" fmla="*/ 10988 h 565153"/>
                <a:gd name="csX805" fmla="*/ 407026 w 516425"/>
                <a:gd name="csY805" fmla="*/ 10032 h 565153"/>
                <a:gd name="csX806" fmla="*/ 409414 w 516425"/>
                <a:gd name="csY806" fmla="*/ 10510 h 565153"/>
                <a:gd name="csX807" fmla="*/ 411325 w 516425"/>
                <a:gd name="csY807" fmla="*/ 11943 h 565153"/>
                <a:gd name="csX808" fmla="*/ 412280 w 516425"/>
                <a:gd name="csY808" fmla="*/ 12421 h 565153"/>
                <a:gd name="csX809" fmla="*/ 413236 w 516425"/>
                <a:gd name="csY809" fmla="*/ 13376 h 565153"/>
                <a:gd name="csX810" fmla="*/ 413714 w 516425"/>
                <a:gd name="csY810" fmla="*/ 15287 h 565153"/>
                <a:gd name="csX811" fmla="*/ 411325 w 516425"/>
                <a:gd name="csY811" fmla="*/ 17676 h 565153"/>
                <a:gd name="csX812" fmla="*/ 407503 w 516425"/>
                <a:gd name="csY812" fmla="*/ 23409 h 565153"/>
                <a:gd name="csX813" fmla="*/ 403681 w 516425"/>
                <a:gd name="csY813" fmla="*/ 29619 h 565153"/>
                <a:gd name="csX814" fmla="*/ 402248 w 516425"/>
                <a:gd name="csY814" fmla="*/ 32963 h 565153"/>
                <a:gd name="csX815" fmla="*/ 401293 w 516425"/>
                <a:gd name="csY815" fmla="*/ 42040 h 565153"/>
                <a:gd name="csX816" fmla="*/ 397949 w 516425"/>
                <a:gd name="csY816" fmla="*/ 47773 h 565153"/>
                <a:gd name="csX817" fmla="*/ 397949 w 516425"/>
                <a:gd name="csY817" fmla="*/ 52072 h 565153"/>
                <a:gd name="csX818" fmla="*/ 398904 w 516425"/>
                <a:gd name="csY818" fmla="*/ 53506 h 565153"/>
                <a:gd name="csX819" fmla="*/ 402248 w 516425"/>
                <a:gd name="csY819" fmla="*/ 52072 h 565153"/>
                <a:gd name="csX820" fmla="*/ 406548 w 516425"/>
                <a:gd name="csY820" fmla="*/ 46817 h 565153"/>
                <a:gd name="csX821" fmla="*/ 407503 w 516425"/>
                <a:gd name="csY821" fmla="*/ 41085 h 565153"/>
                <a:gd name="csX822" fmla="*/ 418013 w 516425"/>
                <a:gd name="csY822" fmla="*/ 25797 h 565153"/>
                <a:gd name="csX823" fmla="*/ 422791 w 516425"/>
                <a:gd name="csY823" fmla="*/ 17198 h 565153"/>
                <a:gd name="csX824" fmla="*/ 428045 w 516425"/>
                <a:gd name="csY824" fmla="*/ 10032 h 565153"/>
                <a:gd name="csX825" fmla="*/ 431390 w 516425"/>
                <a:gd name="csY825" fmla="*/ 8599 h 565153"/>
                <a:gd name="csX826" fmla="*/ 432345 w 516425"/>
                <a:gd name="csY826" fmla="*/ 13376 h 565153"/>
                <a:gd name="csX827" fmla="*/ 431390 w 516425"/>
                <a:gd name="csY827" fmla="*/ 19587 h 565153"/>
                <a:gd name="csX828" fmla="*/ 429001 w 516425"/>
                <a:gd name="csY828" fmla="*/ 23409 h 565153"/>
                <a:gd name="csX829" fmla="*/ 430912 w 516425"/>
                <a:gd name="csY829" fmla="*/ 25320 h 565153"/>
                <a:gd name="csX830" fmla="*/ 430434 w 516425"/>
                <a:gd name="csY830" fmla="*/ 30097 h 565153"/>
                <a:gd name="csX831" fmla="*/ 429957 w 516425"/>
                <a:gd name="csY831" fmla="*/ 32486 h 565153"/>
                <a:gd name="csX832" fmla="*/ 429479 w 516425"/>
                <a:gd name="csY832" fmla="*/ 35352 h 565153"/>
                <a:gd name="csX833" fmla="*/ 429479 w 516425"/>
                <a:gd name="csY833" fmla="*/ 37741 h 565153"/>
                <a:gd name="csX834" fmla="*/ 431390 w 516425"/>
                <a:gd name="csY834" fmla="*/ 36785 h 565153"/>
                <a:gd name="csX835" fmla="*/ 437600 w 516425"/>
                <a:gd name="csY835" fmla="*/ 32008 h 565153"/>
                <a:gd name="csX836" fmla="*/ 439033 w 516425"/>
                <a:gd name="csY836" fmla="*/ 26753 h 565153"/>
                <a:gd name="csX837" fmla="*/ 440945 w 516425"/>
                <a:gd name="csY837" fmla="*/ 22931 h 565153"/>
                <a:gd name="csX838" fmla="*/ 441422 w 516425"/>
                <a:gd name="csY838" fmla="*/ 19109 h 565153"/>
                <a:gd name="csX839" fmla="*/ 443811 w 516425"/>
                <a:gd name="csY839" fmla="*/ 15765 h 565153"/>
                <a:gd name="csX840" fmla="*/ 448588 w 516425"/>
                <a:gd name="csY840" fmla="*/ 15765 h 565153"/>
                <a:gd name="csX841" fmla="*/ 449066 w 516425"/>
                <a:gd name="csY841" fmla="*/ 14809 h 565153"/>
                <a:gd name="csX842" fmla="*/ 443333 w 516425"/>
                <a:gd name="csY842" fmla="*/ 10032 h 565153"/>
                <a:gd name="csX843" fmla="*/ 442377 w 516425"/>
                <a:gd name="csY843" fmla="*/ 8121 h 565153"/>
                <a:gd name="csX844" fmla="*/ 444288 w 516425"/>
                <a:gd name="csY844" fmla="*/ 5255 h 565153"/>
                <a:gd name="csX845" fmla="*/ 449543 w 516425"/>
                <a:gd name="csY845" fmla="*/ 0 h 565153"/>
                <a:gd name="csX846" fmla="*/ 452410 w 516425"/>
                <a:gd name="csY846" fmla="*/ 478 h 565153"/>
                <a:gd name="csX847" fmla="*/ 453843 w 516425"/>
                <a:gd name="csY847" fmla="*/ 1911 h 565153"/>
                <a:gd name="csX848" fmla="*/ 460531 w 516425"/>
                <a:gd name="csY848" fmla="*/ 2866 h 565153"/>
                <a:gd name="csX849" fmla="*/ 465309 w 516425"/>
                <a:gd name="csY849" fmla="*/ 6688 h 565153"/>
                <a:gd name="csX850" fmla="*/ 465309 w 516425"/>
                <a:gd name="csY850" fmla="*/ 12421 h 565153"/>
                <a:gd name="csX851" fmla="*/ 464353 w 516425"/>
                <a:gd name="csY851" fmla="*/ 14809 h 565153"/>
                <a:gd name="csX852" fmla="*/ 462920 w 516425"/>
                <a:gd name="csY852" fmla="*/ 16243 h 565153"/>
                <a:gd name="csX853" fmla="*/ 456709 w 516425"/>
                <a:gd name="csY853" fmla="*/ 20542 h 565153"/>
                <a:gd name="csX854" fmla="*/ 455754 w 516425"/>
                <a:gd name="csY854" fmla="*/ 22931 h 565153"/>
                <a:gd name="csX855" fmla="*/ 457665 w 516425"/>
                <a:gd name="csY855" fmla="*/ 23886 h 565153"/>
                <a:gd name="csX856" fmla="*/ 461964 w 516425"/>
                <a:gd name="csY856" fmla="*/ 21498 h 565153"/>
                <a:gd name="csX857" fmla="*/ 462920 w 516425"/>
                <a:gd name="csY857" fmla="*/ 23409 h 565153"/>
                <a:gd name="csX858" fmla="*/ 461487 w 516425"/>
                <a:gd name="csY858" fmla="*/ 28664 h 565153"/>
                <a:gd name="csX859" fmla="*/ 461487 w 516425"/>
                <a:gd name="csY859" fmla="*/ 35830 h 565153"/>
                <a:gd name="csX860" fmla="*/ 461009 w 516425"/>
                <a:gd name="csY860" fmla="*/ 40129 h 565153"/>
                <a:gd name="csX861" fmla="*/ 461009 w 516425"/>
                <a:gd name="csY861" fmla="*/ 44429 h 565153"/>
                <a:gd name="csX862" fmla="*/ 461487 w 516425"/>
                <a:gd name="csY862" fmla="*/ 46340 h 565153"/>
                <a:gd name="csX863" fmla="*/ 463398 w 516425"/>
                <a:gd name="csY863" fmla="*/ 37741 h 565153"/>
                <a:gd name="csX864" fmla="*/ 463875 w 516425"/>
                <a:gd name="csY864" fmla="*/ 35830 h 565153"/>
                <a:gd name="csX865" fmla="*/ 466264 w 516425"/>
                <a:gd name="csY865" fmla="*/ 32486 h 565153"/>
                <a:gd name="csX866" fmla="*/ 467220 w 516425"/>
                <a:gd name="csY866" fmla="*/ 26275 h 565153"/>
                <a:gd name="csX867" fmla="*/ 469608 w 516425"/>
                <a:gd name="csY867" fmla="*/ 18631 h 565153"/>
                <a:gd name="csX868" fmla="*/ 472475 w 516425"/>
                <a:gd name="csY868" fmla="*/ 13854 h 565153"/>
                <a:gd name="csX869" fmla="*/ 474386 w 516425"/>
                <a:gd name="csY869" fmla="*/ 12899 h 565153"/>
                <a:gd name="csX870" fmla="*/ 479640 w 516425"/>
                <a:gd name="csY870" fmla="*/ 12899 h 565153"/>
                <a:gd name="csX871" fmla="*/ 482029 w 516425"/>
                <a:gd name="csY871" fmla="*/ 14332 h 565153"/>
                <a:gd name="csX872" fmla="*/ 483940 w 516425"/>
                <a:gd name="csY872" fmla="*/ 18154 h 565153"/>
                <a:gd name="csX873" fmla="*/ 485373 w 516425"/>
                <a:gd name="csY873" fmla="*/ 20065 h 565153"/>
                <a:gd name="csX874" fmla="*/ 490150 w 516425"/>
                <a:gd name="csY874" fmla="*/ 21498 h 565153"/>
                <a:gd name="csX875" fmla="*/ 492061 w 516425"/>
                <a:gd name="csY875" fmla="*/ 23409 h 565153"/>
                <a:gd name="csX876" fmla="*/ 492061 w 516425"/>
                <a:gd name="csY876" fmla="*/ 24842 h 565153"/>
                <a:gd name="csX877" fmla="*/ 493495 w 516425"/>
                <a:gd name="csY877" fmla="*/ 24842 h 565153"/>
                <a:gd name="csX878" fmla="*/ 496361 w 516425"/>
                <a:gd name="csY878" fmla="*/ 21975 h 565153"/>
                <a:gd name="csX879" fmla="*/ 498750 w 516425"/>
                <a:gd name="csY879" fmla="*/ 21498 h 565153"/>
                <a:gd name="csX880" fmla="*/ 502094 w 516425"/>
                <a:gd name="csY880" fmla="*/ 25797 h 565153"/>
                <a:gd name="csX881" fmla="*/ 501616 w 516425"/>
                <a:gd name="csY881" fmla="*/ 29141 h 565153"/>
                <a:gd name="csX882" fmla="*/ 501616 w 516425"/>
                <a:gd name="csY882" fmla="*/ 30097 h 565153"/>
                <a:gd name="csX883" fmla="*/ 505916 w 516425"/>
                <a:gd name="csY883" fmla="*/ 30097 h 565153"/>
                <a:gd name="csX884" fmla="*/ 509259 w 516425"/>
                <a:gd name="csY884" fmla="*/ 31530 h 565153"/>
                <a:gd name="csX885" fmla="*/ 515948 w 516425"/>
                <a:gd name="csY885" fmla="*/ 38218 h 565153"/>
                <a:gd name="csX886" fmla="*/ 516425 w 516425"/>
                <a:gd name="csY886" fmla="*/ 41085 h 565153"/>
                <a:gd name="csX887" fmla="*/ 515948 w 516425"/>
                <a:gd name="csY887" fmla="*/ 44907 h 565153"/>
                <a:gd name="csX888" fmla="*/ 506871 w 516425"/>
                <a:gd name="csY888" fmla="*/ 49206 h 565153"/>
                <a:gd name="csX889" fmla="*/ 502571 w 516425"/>
                <a:gd name="csY889" fmla="*/ 53028 h 565153"/>
                <a:gd name="csX890" fmla="*/ 495883 w 516425"/>
                <a:gd name="csY890" fmla="*/ 54461 h 565153"/>
                <a:gd name="csX891" fmla="*/ 472952 w 516425"/>
                <a:gd name="csY891" fmla="*/ 51595 h 565153"/>
                <a:gd name="csX892" fmla="*/ 473430 w 516425"/>
                <a:gd name="csY892" fmla="*/ 54461 h 565153"/>
                <a:gd name="csX893" fmla="*/ 489195 w 516425"/>
                <a:gd name="csY893" fmla="*/ 60672 h 565153"/>
                <a:gd name="csX894" fmla="*/ 490150 w 516425"/>
                <a:gd name="csY894" fmla="*/ 62582 h 565153"/>
                <a:gd name="csX895" fmla="*/ 489673 w 516425"/>
                <a:gd name="csY895" fmla="*/ 66404 h 565153"/>
                <a:gd name="csX896" fmla="*/ 489673 w 516425"/>
                <a:gd name="csY896" fmla="*/ 69271 h 565153"/>
                <a:gd name="csX897" fmla="*/ 490150 w 516425"/>
                <a:gd name="csY897" fmla="*/ 71182 h 565153"/>
                <a:gd name="csX898" fmla="*/ 491106 w 516425"/>
                <a:gd name="csY898" fmla="*/ 73093 h 565153"/>
                <a:gd name="csX899" fmla="*/ 493017 w 516425"/>
                <a:gd name="csY899" fmla="*/ 74048 h 565153"/>
                <a:gd name="csX900" fmla="*/ 497316 w 516425"/>
                <a:gd name="csY900" fmla="*/ 73570 h 565153"/>
                <a:gd name="csX901" fmla="*/ 499227 w 516425"/>
                <a:gd name="csY901" fmla="*/ 74526 h 565153"/>
                <a:gd name="csX902" fmla="*/ 500182 w 516425"/>
                <a:gd name="csY902" fmla="*/ 73093 h 565153"/>
                <a:gd name="csX903" fmla="*/ 501138 w 516425"/>
                <a:gd name="csY903" fmla="*/ 67837 h 565153"/>
                <a:gd name="csX904" fmla="*/ 502094 w 516425"/>
                <a:gd name="csY904" fmla="*/ 66882 h 565153"/>
                <a:gd name="csX905" fmla="*/ 504482 w 516425"/>
                <a:gd name="csY905" fmla="*/ 68315 h 565153"/>
                <a:gd name="csX906" fmla="*/ 505438 w 516425"/>
                <a:gd name="csY906" fmla="*/ 73570 h 565153"/>
                <a:gd name="csX907" fmla="*/ 505916 w 516425"/>
                <a:gd name="csY907" fmla="*/ 74048 h 565153"/>
                <a:gd name="csX908" fmla="*/ 506871 w 516425"/>
                <a:gd name="csY908" fmla="*/ 70226 h 565153"/>
                <a:gd name="csX909" fmla="*/ 509259 w 516425"/>
                <a:gd name="csY909" fmla="*/ 70704 h 565153"/>
                <a:gd name="csX910" fmla="*/ 511648 w 516425"/>
                <a:gd name="csY910" fmla="*/ 70226 h 565153"/>
                <a:gd name="csX911" fmla="*/ 514514 w 516425"/>
                <a:gd name="csY911" fmla="*/ 71182 h 565153"/>
                <a:gd name="csX912" fmla="*/ 515470 w 516425"/>
                <a:gd name="csY912" fmla="*/ 77870 h 565153"/>
                <a:gd name="csX913" fmla="*/ 515470 w 516425"/>
                <a:gd name="csY913" fmla="*/ 80258 h 565153"/>
                <a:gd name="csX914" fmla="*/ 514993 w 516425"/>
                <a:gd name="csY914" fmla="*/ 82647 h 565153"/>
                <a:gd name="csX915" fmla="*/ 514514 w 516425"/>
                <a:gd name="csY915" fmla="*/ 83603 h 565153"/>
                <a:gd name="csX916" fmla="*/ 513082 w 516425"/>
                <a:gd name="csY916" fmla="*/ 84558 h 565153"/>
                <a:gd name="csX917" fmla="*/ 509737 w 516425"/>
                <a:gd name="csY917" fmla="*/ 84080 h 565153"/>
                <a:gd name="csX918" fmla="*/ 504960 w 516425"/>
                <a:gd name="csY918" fmla="*/ 81214 h 565153"/>
                <a:gd name="csX919" fmla="*/ 502094 w 516425"/>
                <a:gd name="csY919" fmla="*/ 78825 h 565153"/>
                <a:gd name="csX920" fmla="*/ 502094 w 516425"/>
                <a:gd name="csY920" fmla="*/ 78825 h 565153"/>
                <a:gd name="csX921" fmla="*/ 501138 w 516425"/>
                <a:gd name="csY921" fmla="*/ 78825 h 565153"/>
                <a:gd name="csX922" fmla="*/ 500661 w 516425"/>
                <a:gd name="csY922" fmla="*/ 79303 h 565153"/>
                <a:gd name="csX923" fmla="*/ 501138 w 516425"/>
                <a:gd name="csY923" fmla="*/ 81692 h 565153"/>
                <a:gd name="csX924" fmla="*/ 501138 w 516425"/>
                <a:gd name="csY924" fmla="*/ 83603 h 565153"/>
                <a:gd name="csX925" fmla="*/ 500661 w 516425"/>
                <a:gd name="csY925" fmla="*/ 85514 h 565153"/>
                <a:gd name="csX926" fmla="*/ 500182 w 516425"/>
                <a:gd name="csY926" fmla="*/ 87902 h 565153"/>
                <a:gd name="csX927" fmla="*/ 499227 w 516425"/>
                <a:gd name="csY927" fmla="*/ 89335 h 565153"/>
                <a:gd name="csX928" fmla="*/ 497316 w 516425"/>
                <a:gd name="csY928" fmla="*/ 91246 h 565153"/>
                <a:gd name="csX929" fmla="*/ 493972 w 516425"/>
                <a:gd name="csY929" fmla="*/ 93157 h 565153"/>
                <a:gd name="csX930" fmla="*/ 485373 w 516425"/>
                <a:gd name="csY930" fmla="*/ 96024 h 565153"/>
                <a:gd name="csX931" fmla="*/ 484418 w 516425"/>
                <a:gd name="csY931" fmla="*/ 97457 h 565153"/>
                <a:gd name="csX932" fmla="*/ 481552 w 516425"/>
                <a:gd name="csY932" fmla="*/ 106534 h 565153"/>
                <a:gd name="csX933" fmla="*/ 481073 w 516425"/>
                <a:gd name="csY933" fmla="*/ 107967 h 565153"/>
                <a:gd name="csX934" fmla="*/ 479640 w 516425"/>
                <a:gd name="csY934" fmla="*/ 108922 h 565153"/>
                <a:gd name="csX935" fmla="*/ 476774 w 516425"/>
                <a:gd name="csY935" fmla="*/ 110355 h 565153"/>
                <a:gd name="csX936" fmla="*/ 475341 w 516425"/>
                <a:gd name="csY936" fmla="*/ 108445 h 565153"/>
                <a:gd name="csX937" fmla="*/ 474386 w 516425"/>
                <a:gd name="csY937" fmla="*/ 105578 h 565153"/>
                <a:gd name="csX938" fmla="*/ 474386 w 516425"/>
                <a:gd name="csY938" fmla="*/ 102234 h 565153"/>
                <a:gd name="csX939" fmla="*/ 478207 w 516425"/>
                <a:gd name="csY939" fmla="*/ 96979 h 565153"/>
                <a:gd name="csX940" fmla="*/ 481552 w 516425"/>
                <a:gd name="csY940" fmla="*/ 92679 h 565153"/>
                <a:gd name="csX941" fmla="*/ 482029 w 516425"/>
                <a:gd name="csY941" fmla="*/ 91724 h 565153"/>
                <a:gd name="csX942" fmla="*/ 482029 w 516425"/>
                <a:gd name="csY942" fmla="*/ 91246 h 565153"/>
                <a:gd name="csX943" fmla="*/ 483940 w 516425"/>
                <a:gd name="csY943" fmla="*/ 87424 h 565153"/>
                <a:gd name="csX944" fmla="*/ 483940 w 516425"/>
                <a:gd name="csY944" fmla="*/ 87424 h 565153"/>
                <a:gd name="csX945" fmla="*/ 480118 w 516425"/>
                <a:gd name="csY945" fmla="*/ 76914 h 565153"/>
                <a:gd name="csX946" fmla="*/ 473430 w 516425"/>
                <a:gd name="csY946" fmla="*/ 73570 h 565153"/>
                <a:gd name="csX947" fmla="*/ 465786 w 516425"/>
                <a:gd name="csY947" fmla="*/ 68793 h 565153"/>
                <a:gd name="csX948" fmla="*/ 462920 w 516425"/>
                <a:gd name="csY948" fmla="*/ 66404 h 565153"/>
                <a:gd name="csX949" fmla="*/ 458620 w 516425"/>
                <a:gd name="csY949" fmla="*/ 61149 h 565153"/>
                <a:gd name="csX950" fmla="*/ 455754 w 516425"/>
                <a:gd name="csY950" fmla="*/ 56372 h 565153"/>
                <a:gd name="csX951" fmla="*/ 452888 w 516425"/>
                <a:gd name="csY951" fmla="*/ 55894 h 565153"/>
                <a:gd name="csX952" fmla="*/ 452410 w 516425"/>
                <a:gd name="csY952" fmla="*/ 56372 h 565153"/>
                <a:gd name="csX953" fmla="*/ 449543 w 516425"/>
                <a:gd name="csY953" fmla="*/ 57328 h 565153"/>
                <a:gd name="csX954" fmla="*/ 444766 w 516425"/>
                <a:gd name="csY954" fmla="*/ 61627 h 565153"/>
                <a:gd name="csX955" fmla="*/ 444766 w 516425"/>
                <a:gd name="csY955" fmla="*/ 61627 h 565153"/>
                <a:gd name="csX956" fmla="*/ 441900 w 516425"/>
                <a:gd name="csY956" fmla="*/ 64016 h 565153"/>
                <a:gd name="csX957" fmla="*/ 440466 w 516425"/>
                <a:gd name="csY957" fmla="*/ 64493 h 565153"/>
                <a:gd name="csX958" fmla="*/ 439989 w 516425"/>
                <a:gd name="csY958" fmla="*/ 64493 h 565153"/>
                <a:gd name="csX959" fmla="*/ 436645 w 516425"/>
                <a:gd name="csY959" fmla="*/ 63538 h 565153"/>
                <a:gd name="csX960" fmla="*/ 432823 w 516425"/>
                <a:gd name="csY960" fmla="*/ 63060 h 565153"/>
                <a:gd name="csX961" fmla="*/ 429479 w 516425"/>
                <a:gd name="csY961" fmla="*/ 63538 h 565153"/>
                <a:gd name="csX962" fmla="*/ 428523 w 516425"/>
                <a:gd name="csY962" fmla="*/ 64016 h 565153"/>
                <a:gd name="csX963" fmla="*/ 428523 w 516425"/>
                <a:gd name="csY963" fmla="*/ 64016 h 565153"/>
                <a:gd name="csX964" fmla="*/ 424224 w 516425"/>
                <a:gd name="csY964" fmla="*/ 71182 h 565153"/>
                <a:gd name="csX965" fmla="*/ 420880 w 516425"/>
                <a:gd name="csY965" fmla="*/ 74526 h 565153"/>
                <a:gd name="csX966" fmla="*/ 419446 w 516425"/>
                <a:gd name="csY966" fmla="*/ 75959 h 565153"/>
                <a:gd name="csX967" fmla="*/ 418013 w 516425"/>
                <a:gd name="csY967" fmla="*/ 77870 h 565153"/>
                <a:gd name="csX968" fmla="*/ 418013 w 516425"/>
                <a:gd name="csY968" fmla="*/ 78825 h 565153"/>
                <a:gd name="csX969" fmla="*/ 417058 w 516425"/>
                <a:gd name="csY969" fmla="*/ 81214 h 565153"/>
                <a:gd name="csX970" fmla="*/ 415625 w 516425"/>
                <a:gd name="csY970" fmla="*/ 90769 h 565153"/>
                <a:gd name="csX971" fmla="*/ 415147 w 516425"/>
                <a:gd name="csY971" fmla="*/ 92679 h 565153"/>
                <a:gd name="csX972" fmla="*/ 413236 w 516425"/>
                <a:gd name="csY972" fmla="*/ 96979 h 565153"/>
                <a:gd name="csX973" fmla="*/ 413236 w 516425"/>
                <a:gd name="csY973" fmla="*/ 96979 h 565153"/>
                <a:gd name="csX974" fmla="*/ 413236 w 516425"/>
                <a:gd name="csY974" fmla="*/ 99368 h 565153"/>
                <a:gd name="csX975" fmla="*/ 413236 w 516425"/>
                <a:gd name="csY975" fmla="*/ 99845 h 565153"/>
                <a:gd name="csX976" fmla="*/ 413236 w 516425"/>
                <a:gd name="csY976" fmla="*/ 107489 h 565153"/>
                <a:gd name="csX977" fmla="*/ 413236 w 516425"/>
                <a:gd name="csY977" fmla="*/ 111789 h 565153"/>
                <a:gd name="csX978" fmla="*/ 410847 w 516425"/>
                <a:gd name="csY978" fmla="*/ 115610 h 565153"/>
                <a:gd name="csX979" fmla="*/ 409414 w 516425"/>
                <a:gd name="csY979" fmla="*/ 117044 h 565153"/>
                <a:gd name="csX980" fmla="*/ 407503 w 516425"/>
                <a:gd name="csY980" fmla="*/ 117521 h 565153"/>
                <a:gd name="csX981" fmla="*/ 407503 w 516425"/>
                <a:gd name="csY981" fmla="*/ 117521 h 565153"/>
                <a:gd name="csX982" fmla="*/ 405115 w 516425"/>
                <a:gd name="csY982" fmla="*/ 118477 h 565153"/>
                <a:gd name="csX983" fmla="*/ 403204 w 516425"/>
                <a:gd name="csY983" fmla="*/ 120388 h 565153"/>
                <a:gd name="csX984" fmla="*/ 403204 w 516425"/>
                <a:gd name="csY984" fmla="*/ 120388 h 565153"/>
                <a:gd name="csX985" fmla="*/ 401770 w 516425"/>
                <a:gd name="csY985" fmla="*/ 123254 h 565153"/>
                <a:gd name="csX986" fmla="*/ 399860 w 516425"/>
                <a:gd name="csY986" fmla="*/ 129465 h 565153"/>
                <a:gd name="csX987" fmla="*/ 396993 w 516425"/>
                <a:gd name="csY987" fmla="*/ 131853 h 565153"/>
                <a:gd name="csX988" fmla="*/ 394127 w 516425"/>
                <a:gd name="csY988" fmla="*/ 131376 h 565153"/>
                <a:gd name="csX989" fmla="*/ 392216 w 516425"/>
                <a:gd name="csY989" fmla="*/ 128987 h 565153"/>
                <a:gd name="csX990" fmla="*/ 387916 w 516425"/>
                <a:gd name="csY990" fmla="*/ 127076 h 565153"/>
                <a:gd name="csX991" fmla="*/ 385050 w 516425"/>
                <a:gd name="csY991" fmla="*/ 126121 h 565153"/>
                <a:gd name="csX992" fmla="*/ 381228 w 516425"/>
                <a:gd name="csY992" fmla="*/ 123732 h 565153"/>
                <a:gd name="csX993" fmla="*/ 378362 w 516425"/>
                <a:gd name="csY993" fmla="*/ 121821 h 565153"/>
                <a:gd name="csX994" fmla="*/ 375495 w 516425"/>
                <a:gd name="csY994" fmla="*/ 121343 h 565153"/>
                <a:gd name="csX995" fmla="*/ 375495 w 516425"/>
                <a:gd name="csY995" fmla="*/ 121343 h 565153"/>
                <a:gd name="csX996" fmla="*/ 374062 w 516425"/>
                <a:gd name="csY996" fmla="*/ 123732 h 565153"/>
                <a:gd name="csX997" fmla="*/ 372629 w 516425"/>
                <a:gd name="csY997" fmla="*/ 126121 h 565153"/>
                <a:gd name="csX998" fmla="*/ 372629 w 516425"/>
                <a:gd name="csY998" fmla="*/ 126121 h 565153"/>
                <a:gd name="csX999" fmla="*/ 367852 w 516425"/>
                <a:gd name="csY999" fmla="*/ 127554 h 565153"/>
                <a:gd name="csX1000" fmla="*/ 364985 w 516425"/>
                <a:gd name="csY1000" fmla="*/ 128987 h 565153"/>
                <a:gd name="csX1001" fmla="*/ 361163 w 516425"/>
                <a:gd name="csY1001" fmla="*/ 129465 h 565153"/>
                <a:gd name="csX1002" fmla="*/ 359730 w 516425"/>
                <a:gd name="csY1002" fmla="*/ 128031 h 565153"/>
                <a:gd name="csX1003" fmla="*/ 354953 w 516425"/>
                <a:gd name="csY1003" fmla="*/ 126598 h 565153"/>
                <a:gd name="csX1004" fmla="*/ 348742 w 516425"/>
                <a:gd name="csY1004" fmla="*/ 125643 h 565153"/>
                <a:gd name="csX1005" fmla="*/ 346831 w 516425"/>
                <a:gd name="csY1005" fmla="*/ 125643 h 565153"/>
                <a:gd name="csX1006" fmla="*/ 346354 w 516425"/>
                <a:gd name="csY1006" fmla="*/ 122776 h 565153"/>
                <a:gd name="csX1007" fmla="*/ 344443 w 516425"/>
                <a:gd name="csY1007" fmla="*/ 118955 h 565153"/>
                <a:gd name="csX1008" fmla="*/ 344443 w 516425"/>
                <a:gd name="csY1008" fmla="*/ 118955 h 565153"/>
                <a:gd name="csX1009" fmla="*/ 340143 w 516425"/>
                <a:gd name="csY1009" fmla="*/ 111789 h 565153"/>
                <a:gd name="csX1010" fmla="*/ 338710 w 516425"/>
                <a:gd name="csY1010" fmla="*/ 109400 h 565153"/>
                <a:gd name="csX1011" fmla="*/ 334888 w 516425"/>
                <a:gd name="csY1011" fmla="*/ 103667 h 565153"/>
                <a:gd name="csX1012" fmla="*/ 331066 w 516425"/>
                <a:gd name="csY1012" fmla="*/ 97457 h 565153"/>
                <a:gd name="csX1013" fmla="*/ 330589 w 516425"/>
                <a:gd name="csY1013" fmla="*/ 97457 h 565153"/>
                <a:gd name="csX1014" fmla="*/ 328200 w 516425"/>
                <a:gd name="csY1014" fmla="*/ 97457 h 565153"/>
                <a:gd name="csX1015" fmla="*/ 324378 w 516425"/>
                <a:gd name="csY1015" fmla="*/ 97457 h 565153"/>
                <a:gd name="csX1016" fmla="*/ 321512 w 516425"/>
                <a:gd name="csY1016" fmla="*/ 98890 h 565153"/>
                <a:gd name="csX1017" fmla="*/ 320079 w 516425"/>
                <a:gd name="csY1017" fmla="*/ 100323 h 565153"/>
                <a:gd name="csX1018" fmla="*/ 320079 w 516425"/>
                <a:gd name="csY1018" fmla="*/ 101756 h 565153"/>
                <a:gd name="csX1019" fmla="*/ 320079 w 516425"/>
                <a:gd name="csY1019" fmla="*/ 102234 h 565153"/>
                <a:gd name="csX1020" fmla="*/ 321512 w 516425"/>
                <a:gd name="csY1020" fmla="*/ 107489 h 565153"/>
                <a:gd name="csX1021" fmla="*/ 321034 w 516425"/>
                <a:gd name="csY1021" fmla="*/ 108922 h 565153"/>
                <a:gd name="csX1022" fmla="*/ 321034 w 516425"/>
                <a:gd name="csY1022" fmla="*/ 108922 h 565153"/>
                <a:gd name="csX1023" fmla="*/ 320079 w 516425"/>
                <a:gd name="csY1023" fmla="*/ 109400 h 565153"/>
                <a:gd name="csX1024" fmla="*/ 316735 w 516425"/>
                <a:gd name="csY1024" fmla="*/ 107967 h 565153"/>
                <a:gd name="csX1025" fmla="*/ 312435 w 516425"/>
                <a:gd name="csY1025" fmla="*/ 107967 h 565153"/>
                <a:gd name="csX1026" fmla="*/ 312435 w 516425"/>
                <a:gd name="csY1026" fmla="*/ 107967 h 565153"/>
                <a:gd name="csX1027" fmla="*/ 311480 w 516425"/>
                <a:gd name="csY1027" fmla="*/ 109400 h 565153"/>
                <a:gd name="csX1028" fmla="*/ 311480 w 516425"/>
                <a:gd name="csY1028" fmla="*/ 109400 h 565153"/>
                <a:gd name="csX1029" fmla="*/ 311002 w 516425"/>
                <a:gd name="csY1029" fmla="*/ 109878 h 565153"/>
                <a:gd name="csX1030" fmla="*/ 308613 w 516425"/>
                <a:gd name="csY1030" fmla="*/ 109878 h 565153"/>
                <a:gd name="csX1031" fmla="*/ 301447 w 516425"/>
                <a:gd name="csY1031" fmla="*/ 110355 h 565153"/>
                <a:gd name="csX1032" fmla="*/ 301447 w 516425"/>
                <a:gd name="csY1032" fmla="*/ 110355 h 565153"/>
                <a:gd name="csX1033" fmla="*/ 301447 w 516425"/>
                <a:gd name="csY1033" fmla="*/ 110355 h 565153"/>
                <a:gd name="csX1034" fmla="*/ 304314 w 516425"/>
                <a:gd name="csY1034" fmla="*/ 114655 h 565153"/>
                <a:gd name="csX1035" fmla="*/ 305747 w 516425"/>
                <a:gd name="csY1035" fmla="*/ 116566 h 565153"/>
                <a:gd name="csX1036" fmla="*/ 305747 w 516425"/>
                <a:gd name="csY1036" fmla="*/ 118955 h 565153"/>
                <a:gd name="csX1037" fmla="*/ 305269 w 516425"/>
                <a:gd name="csY1037" fmla="*/ 123732 h 565153"/>
                <a:gd name="csX1038" fmla="*/ 303836 w 516425"/>
                <a:gd name="csY1038" fmla="*/ 128031 h 565153"/>
                <a:gd name="csX1039" fmla="*/ 301925 w 516425"/>
                <a:gd name="csY1039" fmla="*/ 131376 h 565153"/>
                <a:gd name="csX1040" fmla="*/ 301925 w 516425"/>
                <a:gd name="csY1040" fmla="*/ 131376 h 565153"/>
                <a:gd name="csX1041" fmla="*/ 298581 w 516425"/>
                <a:gd name="csY1041" fmla="*/ 134242 h 565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</a:cxnLst>
              <a:rect l="l" t="t" r="r" b="b"/>
              <a:pathLst>
                <a:path w="516425" h="565153">
                  <a:moveTo>
                    <a:pt x="298581" y="134242"/>
                  </a:moveTo>
                  <a:lnTo>
                    <a:pt x="303836" y="137586"/>
                  </a:lnTo>
                  <a:lnTo>
                    <a:pt x="300014" y="141886"/>
                  </a:lnTo>
                  <a:lnTo>
                    <a:pt x="298581" y="143796"/>
                  </a:lnTo>
                  <a:lnTo>
                    <a:pt x="298581" y="143796"/>
                  </a:lnTo>
                  <a:lnTo>
                    <a:pt x="296192" y="143319"/>
                  </a:lnTo>
                  <a:lnTo>
                    <a:pt x="292848" y="141886"/>
                  </a:lnTo>
                  <a:lnTo>
                    <a:pt x="284249" y="138064"/>
                  </a:lnTo>
                  <a:lnTo>
                    <a:pt x="284249" y="138064"/>
                  </a:lnTo>
                  <a:lnTo>
                    <a:pt x="279949" y="137108"/>
                  </a:lnTo>
                  <a:lnTo>
                    <a:pt x="276605" y="136631"/>
                  </a:lnTo>
                  <a:lnTo>
                    <a:pt x="274694" y="136631"/>
                  </a:lnTo>
                  <a:lnTo>
                    <a:pt x="267051" y="133286"/>
                  </a:lnTo>
                  <a:lnTo>
                    <a:pt x="266573" y="133286"/>
                  </a:lnTo>
                  <a:lnTo>
                    <a:pt x="265140" y="133764"/>
                  </a:lnTo>
                  <a:lnTo>
                    <a:pt x="262751" y="135197"/>
                  </a:lnTo>
                  <a:lnTo>
                    <a:pt x="262274" y="135197"/>
                  </a:lnTo>
                  <a:lnTo>
                    <a:pt x="262274" y="138064"/>
                  </a:lnTo>
                  <a:lnTo>
                    <a:pt x="262274" y="145707"/>
                  </a:lnTo>
                  <a:lnTo>
                    <a:pt x="262751" y="151440"/>
                  </a:lnTo>
                  <a:lnTo>
                    <a:pt x="261796" y="154784"/>
                  </a:lnTo>
                  <a:lnTo>
                    <a:pt x="260840" y="156695"/>
                  </a:lnTo>
                  <a:lnTo>
                    <a:pt x="257496" y="162906"/>
                  </a:lnTo>
                  <a:lnTo>
                    <a:pt x="250808" y="158606"/>
                  </a:lnTo>
                  <a:lnTo>
                    <a:pt x="246031" y="156217"/>
                  </a:lnTo>
                  <a:lnTo>
                    <a:pt x="246031" y="156217"/>
                  </a:lnTo>
                  <a:lnTo>
                    <a:pt x="246031" y="156217"/>
                  </a:lnTo>
                  <a:lnTo>
                    <a:pt x="242686" y="159562"/>
                  </a:lnTo>
                  <a:lnTo>
                    <a:pt x="235043" y="166250"/>
                  </a:lnTo>
                  <a:lnTo>
                    <a:pt x="235043" y="166250"/>
                  </a:lnTo>
                  <a:lnTo>
                    <a:pt x="231221" y="179149"/>
                  </a:lnTo>
                  <a:lnTo>
                    <a:pt x="231221" y="179626"/>
                  </a:lnTo>
                  <a:lnTo>
                    <a:pt x="228833" y="182493"/>
                  </a:lnTo>
                  <a:lnTo>
                    <a:pt x="225488" y="183926"/>
                  </a:lnTo>
                  <a:lnTo>
                    <a:pt x="223577" y="184881"/>
                  </a:lnTo>
                  <a:lnTo>
                    <a:pt x="223577" y="184881"/>
                  </a:lnTo>
                  <a:lnTo>
                    <a:pt x="222144" y="188703"/>
                  </a:lnTo>
                  <a:lnTo>
                    <a:pt x="225010" y="193958"/>
                  </a:lnTo>
                  <a:lnTo>
                    <a:pt x="226921" y="196824"/>
                  </a:lnTo>
                  <a:lnTo>
                    <a:pt x="228355" y="201602"/>
                  </a:lnTo>
                  <a:lnTo>
                    <a:pt x="227877" y="204468"/>
                  </a:lnTo>
                  <a:lnTo>
                    <a:pt x="227399" y="205901"/>
                  </a:lnTo>
                  <a:lnTo>
                    <a:pt x="224533" y="209723"/>
                  </a:lnTo>
                  <a:lnTo>
                    <a:pt x="217367" y="219278"/>
                  </a:lnTo>
                  <a:lnTo>
                    <a:pt x="210679" y="229310"/>
                  </a:lnTo>
                  <a:lnTo>
                    <a:pt x="208290" y="232176"/>
                  </a:lnTo>
                  <a:lnTo>
                    <a:pt x="209245" y="240298"/>
                  </a:lnTo>
                  <a:lnTo>
                    <a:pt x="207335" y="242687"/>
                  </a:lnTo>
                  <a:lnTo>
                    <a:pt x="203035" y="245553"/>
                  </a:lnTo>
                  <a:lnTo>
                    <a:pt x="200646" y="246508"/>
                  </a:lnTo>
                  <a:lnTo>
                    <a:pt x="198258" y="247464"/>
                  </a:lnTo>
                  <a:lnTo>
                    <a:pt x="197302" y="247464"/>
                  </a:lnTo>
                  <a:lnTo>
                    <a:pt x="190614" y="248419"/>
                  </a:lnTo>
                  <a:lnTo>
                    <a:pt x="190614" y="248419"/>
                  </a:lnTo>
                  <a:lnTo>
                    <a:pt x="190614" y="248419"/>
                  </a:lnTo>
                  <a:lnTo>
                    <a:pt x="192047" y="257018"/>
                  </a:lnTo>
                  <a:lnTo>
                    <a:pt x="192525" y="261318"/>
                  </a:lnTo>
                  <a:lnTo>
                    <a:pt x="192525" y="263229"/>
                  </a:lnTo>
                  <a:lnTo>
                    <a:pt x="191569" y="265617"/>
                  </a:lnTo>
                  <a:lnTo>
                    <a:pt x="190614" y="269917"/>
                  </a:lnTo>
                  <a:lnTo>
                    <a:pt x="189659" y="285204"/>
                  </a:lnTo>
                  <a:lnTo>
                    <a:pt x="188226" y="286638"/>
                  </a:lnTo>
                  <a:lnTo>
                    <a:pt x="186792" y="290459"/>
                  </a:lnTo>
                  <a:lnTo>
                    <a:pt x="182015" y="300492"/>
                  </a:lnTo>
                  <a:lnTo>
                    <a:pt x="178671" y="306702"/>
                  </a:lnTo>
                  <a:lnTo>
                    <a:pt x="178671" y="306702"/>
                  </a:lnTo>
                  <a:lnTo>
                    <a:pt x="172938" y="315779"/>
                  </a:lnTo>
                  <a:lnTo>
                    <a:pt x="172938" y="315779"/>
                  </a:lnTo>
                  <a:lnTo>
                    <a:pt x="177238" y="318645"/>
                  </a:lnTo>
                  <a:lnTo>
                    <a:pt x="181537" y="321034"/>
                  </a:lnTo>
                  <a:lnTo>
                    <a:pt x="182493" y="323901"/>
                  </a:lnTo>
                  <a:lnTo>
                    <a:pt x="182970" y="329633"/>
                  </a:lnTo>
                  <a:lnTo>
                    <a:pt x="182970" y="332977"/>
                  </a:lnTo>
                  <a:lnTo>
                    <a:pt x="181060" y="336322"/>
                  </a:lnTo>
                  <a:lnTo>
                    <a:pt x="180104" y="338710"/>
                  </a:lnTo>
                  <a:lnTo>
                    <a:pt x="179149" y="339666"/>
                  </a:lnTo>
                  <a:lnTo>
                    <a:pt x="173416" y="338710"/>
                  </a:lnTo>
                  <a:lnTo>
                    <a:pt x="166250" y="337277"/>
                  </a:lnTo>
                  <a:lnTo>
                    <a:pt x="166250" y="337277"/>
                  </a:lnTo>
                  <a:lnTo>
                    <a:pt x="164339" y="337277"/>
                  </a:lnTo>
                  <a:lnTo>
                    <a:pt x="160039" y="338232"/>
                  </a:lnTo>
                  <a:lnTo>
                    <a:pt x="160039" y="338232"/>
                  </a:lnTo>
                  <a:lnTo>
                    <a:pt x="156218" y="340143"/>
                  </a:lnTo>
                  <a:lnTo>
                    <a:pt x="156218" y="340143"/>
                  </a:lnTo>
                  <a:lnTo>
                    <a:pt x="154307" y="342054"/>
                  </a:lnTo>
                  <a:lnTo>
                    <a:pt x="153829" y="342054"/>
                  </a:lnTo>
                  <a:lnTo>
                    <a:pt x="153351" y="342532"/>
                  </a:lnTo>
                  <a:lnTo>
                    <a:pt x="150962" y="346831"/>
                  </a:lnTo>
                  <a:lnTo>
                    <a:pt x="150962" y="346831"/>
                  </a:lnTo>
                  <a:lnTo>
                    <a:pt x="146185" y="353520"/>
                  </a:lnTo>
                  <a:lnTo>
                    <a:pt x="143796" y="356864"/>
                  </a:lnTo>
                  <a:lnTo>
                    <a:pt x="144274" y="361163"/>
                  </a:lnTo>
                  <a:lnTo>
                    <a:pt x="140453" y="369285"/>
                  </a:lnTo>
                  <a:lnTo>
                    <a:pt x="142841" y="377406"/>
                  </a:lnTo>
                  <a:lnTo>
                    <a:pt x="143319" y="377884"/>
                  </a:lnTo>
                  <a:lnTo>
                    <a:pt x="144752" y="380750"/>
                  </a:lnTo>
                  <a:lnTo>
                    <a:pt x="143319" y="383139"/>
                  </a:lnTo>
                  <a:lnTo>
                    <a:pt x="143319" y="383139"/>
                  </a:lnTo>
                  <a:lnTo>
                    <a:pt x="142363" y="384094"/>
                  </a:lnTo>
                  <a:lnTo>
                    <a:pt x="142841" y="387916"/>
                  </a:lnTo>
                  <a:lnTo>
                    <a:pt x="142841" y="392216"/>
                  </a:lnTo>
                  <a:lnTo>
                    <a:pt x="142841" y="394604"/>
                  </a:lnTo>
                  <a:lnTo>
                    <a:pt x="142363" y="396993"/>
                  </a:lnTo>
                  <a:lnTo>
                    <a:pt x="146185" y="409414"/>
                  </a:lnTo>
                  <a:lnTo>
                    <a:pt x="146185" y="411803"/>
                  </a:lnTo>
                  <a:lnTo>
                    <a:pt x="146185" y="413714"/>
                  </a:lnTo>
                  <a:lnTo>
                    <a:pt x="144752" y="421357"/>
                  </a:lnTo>
                  <a:lnTo>
                    <a:pt x="143319" y="430912"/>
                  </a:lnTo>
                  <a:lnTo>
                    <a:pt x="146185" y="433778"/>
                  </a:lnTo>
                  <a:lnTo>
                    <a:pt x="150007" y="436645"/>
                  </a:lnTo>
                  <a:lnTo>
                    <a:pt x="150007" y="436645"/>
                  </a:lnTo>
                  <a:lnTo>
                    <a:pt x="151918" y="438078"/>
                  </a:lnTo>
                  <a:lnTo>
                    <a:pt x="155262" y="441422"/>
                  </a:lnTo>
                  <a:lnTo>
                    <a:pt x="157651" y="445244"/>
                  </a:lnTo>
                  <a:lnTo>
                    <a:pt x="157651" y="447632"/>
                  </a:lnTo>
                  <a:lnTo>
                    <a:pt x="156695" y="450021"/>
                  </a:lnTo>
                  <a:lnTo>
                    <a:pt x="155740" y="451932"/>
                  </a:lnTo>
                  <a:lnTo>
                    <a:pt x="154784" y="454321"/>
                  </a:lnTo>
                  <a:lnTo>
                    <a:pt x="154307" y="456232"/>
                  </a:lnTo>
                  <a:lnTo>
                    <a:pt x="153829" y="456709"/>
                  </a:lnTo>
                  <a:lnTo>
                    <a:pt x="153351" y="456709"/>
                  </a:lnTo>
                  <a:lnTo>
                    <a:pt x="149529" y="456709"/>
                  </a:lnTo>
                  <a:lnTo>
                    <a:pt x="149529" y="456709"/>
                  </a:lnTo>
                  <a:lnTo>
                    <a:pt x="147141" y="457665"/>
                  </a:lnTo>
                  <a:lnTo>
                    <a:pt x="147141" y="457665"/>
                  </a:lnTo>
                  <a:lnTo>
                    <a:pt x="146185" y="458143"/>
                  </a:lnTo>
                  <a:lnTo>
                    <a:pt x="146185" y="458143"/>
                  </a:lnTo>
                  <a:lnTo>
                    <a:pt x="146663" y="462442"/>
                  </a:lnTo>
                  <a:lnTo>
                    <a:pt x="149052" y="470086"/>
                  </a:lnTo>
                  <a:lnTo>
                    <a:pt x="151440" y="475341"/>
                  </a:lnTo>
                  <a:lnTo>
                    <a:pt x="151918" y="478685"/>
                  </a:lnTo>
                  <a:lnTo>
                    <a:pt x="151440" y="482507"/>
                  </a:lnTo>
                  <a:lnTo>
                    <a:pt x="150485" y="483940"/>
                  </a:lnTo>
                  <a:lnTo>
                    <a:pt x="150485" y="486806"/>
                  </a:lnTo>
                  <a:lnTo>
                    <a:pt x="150007" y="491584"/>
                  </a:lnTo>
                  <a:lnTo>
                    <a:pt x="148096" y="493972"/>
                  </a:lnTo>
                  <a:lnTo>
                    <a:pt x="146185" y="496361"/>
                  </a:lnTo>
                  <a:lnTo>
                    <a:pt x="143796" y="498272"/>
                  </a:lnTo>
                  <a:lnTo>
                    <a:pt x="141886" y="498750"/>
                  </a:lnTo>
                  <a:lnTo>
                    <a:pt x="139975" y="499227"/>
                  </a:lnTo>
                  <a:lnTo>
                    <a:pt x="139975" y="499227"/>
                  </a:lnTo>
                  <a:lnTo>
                    <a:pt x="139019" y="500183"/>
                  </a:lnTo>
                  <a:lnTo>
                    <a:pt x="138064" y="503049"/>
                  </a:lnTo>
                  <a:lnTo>
                    <a:pt x="137108" y="506393"/>
                  </a:lnTo>
                  <a:lnTo>
                    <a:pt x="133764" y="510215"/>
                  </a:lnTo>
                  <a:lnTo>
                    <a:pt x="134242" y="511171"/>
                  </a:lnTo>
                  <a:lnTo>
                    <a:pt x="135197" y="515948"/>
                  </a:lnTo>
                  <a:lnTo>
                    <a:pt x="136153" y="520725"/>
                  </a:lnTo>
                  <a:lnTo>
                    <a:pt x="135197" y="525502"/>
                  </a:lnTo>
                  <a:lnTo>
                    <a:pt x="134720" y="530280"/>
                  </a:lnTo>
                  <a:lnTo>
                    <a:pt x="133287" y="533624"/>
                  </a:lnTo>
                  <a:lnTo>
                    <a:pt x="131376" y="534579"/>
                  </a:lnTo>
                  <a:lnTo>
                    <a:pt x="129942" y="534101"/>
                  </a:lnTo>
                  <a:lnTo>
                    <a:pt x="128031" y="529802"/>
                  </a:lnTo>
                  <a:lnTo>
                    <a:pt x="128031" y="528846"/>
                  </a:lnTo>
                  <a:lnTo>
                    <a:pt x="128031" y="527413"/>
                  </a:lnTo>
                  <a:lnTo>
                    <a:pt x="123254" y="525980"/>
                  </a:lnTo>
                  <a:lnTo>
                    <a:pt x="122299" y="525980"/>
                  </a:lnTo>
                  <a:lnTo>
                    <a:pt x="120388" y="525025"/>
                  </a:lnTo>
                  <a:lnTo>
                    <a:pt x="119432" y="525025"/>
                  </a:lnTo>
                  <a:lnTo>
                    <a:pt x="117044" y="524547"/>
                  </a:lnTo>
                  <a:lnTo>
                    <a:pt x="115611" y="520725"/>
                  </a:lnTo>
                  <a:lnTo>
                    <a:pt x="113700" y="517381"/>
                  </a:lnTo>
                  <a:lnTo>
                    <a:pt x="113222" y="515948"/>
                  </a:lnTo>
                  <a:lnTo>
                    <a:pt x="113222" y="509737"/>
                  </a:lnTo>
                  <a:lnTo>
                    <a:pt x="112744" y="506871"/>
                  </a:lnTo>
                  <a:lnTo>
                    <a:pt x="112744" y="503527"/>
                  </a:lnTo>
                  <a:lnTo>
                    <a:pt x="111311" y="506393"/>
                  </a:lnTo>
                  <a:lnTo>
                    <a:pt x="111789" y="510215"/>
                  </a:lnTo>
                  <a:lnTo>
                    <a:pt x="110355" y="511648"/>
                  </a:lnTo>
                  <a:lnTo>
                    <a:pt x="108445" y="512604"/>
                  </a:lnTo>
                  <a:lnTo>
                    <a:pt x="108922" y="514992"/>
                  </a:lnTo>
                  <a:lnTo>
                    <a:pt x="109400" y="515470"/>
                  </a:lnTo>
                  <a:lnTo>
                    <a:pt x="109878" y="517859"/>
                  </a:lnTo>
                  <a:lnTo>
                    <a:pt x="109400" y="521203"/>
                  </a:lnTo>
                  <a:lnTo>
                    <a:pt x="105578" y="528846"/>
                  </a:lnTo>
                  <a:lnTo>
                    <a:pt x="104623" y="529802"/>
                  </a:lnTo>
                  <a:lnTo>
                    <a:pt x="104145" y="530757"/>
                  </a:lnTo>
                  <a:lnTo>
                    <a:pt x="102234" y="529802"/>
                  </a:lnTo>
                  <a:lnTo>
                    <a:pt x="99846" y="532191"/>
                  </a:lnTo>
                  <a:lnTo>
                    <a:pt x="97457" y="532668"/>
                  </a:lnTo>
                  <a:lnTo>
                    <a:pt x="96979" y="530280"/>
                  </a:lnTo>
                  <a:lnTo>
                    <a:pt x="93635" y="526936"/>
                  </a:lnTo>
                  <a:lnTo>
                    <a:pt x="91724" y="526936"/>
                  </a:lnTo>
                  <a:lnTo>
                    <a:pt x="93157" y="528369"/>
                  </a:lnTo>
                  <a:lnTo>
                    <a:pt x="94590" y="530757"/>
                  </a:lnTo>
                  <a:lnTo>
                    <a:pt x="94113" y="532191"/>
                  </a:lnTo>
                  <a:lnTo>
                    <a:pt x="93157" y="532668"/>
                  </a:lnTo>
                  <a:lnTo>
                    <a:pt x="91724" y="533146"/>
                  </a:lnTo>
                  <a:lnTo>
                    <a:pt x="86947" y="536012"/>
                  </a:lnTo>
                  <a:lnTo>
                    <a:pt x="88858" y="537923"/>
                  </a:lnTo>
                  <a:lnTo>
                    <a:pt x="87424" y="539834"/>
                  </a:lnTo>
                  <a:lnTo>
                    <a:pt x="85514" y="540312"/>
                  </a:lnTo>
                  <a:lnTo>
                    <a:pt x="84558" y="541267"/>
                  </a:lnTo>
                  <a:lnTo>
                    <a:pt x="84558" y="542223"/>
                  </a:lnTo>
                  <a:lnTo>
                    <a:pt x="79303" y="546045"/>
                  </a:lnTo>
                  <a:lnTo>
                    <a:pt x="71182" y="555599"/>
                  </a:lnTo>
                  <a:lnTo>
                    <a:pt x="67360" y="557988"/>
                  </a:lnTo>
                  <a:lnTo>
                    <a:pt x="64493" y="560854"/>
                  </a:lnTo>
                  <a:lnTo>
                    <a:pt x="61627" y="560854"/>
                  </a:lnTo>
                  <a:lnTo>
                    <a:pt x="58761" y="563243"/>
                  </a:lnTo>
                  <a:lnTo>
                    <a:pt x="50639" y="565154"/>
                  </a:lnTo>
                  <a:lnTo>
                    <a:pt x="44907" y="564198"/>
                  </a:lnTo>
                  <a:lnTo>
                    <a:pt x="41085" y="565154"/>
                  </a:lnTo>
                  <a:lnTo>
                    <a:pt x="39174" y="563243"/>
                  </a:lnTo>
                  <a:lnTo>
                    <a:pt x="39174" y="562287"/>
                  </a:lnTo>
                  <a:lnTo>
                    <a:pt x="39174" y="561810"/>
                  </a:lnTo>
                  <a:lnTo>
                    <a:pt x="39651" y="560854"/>
                  </a:lnTo>
                  <a:lnTo>
                    <a:pt x="38696" y="560377"/>
                  </a:lnTo>
                  <a:lnTo>
                    <a:pt x="37263" y="560377"/>
                  </a:lnTo>
                  <a:lnTo>
                    <a:pt x="36785" y="561332"/>
                  </a:lnTo>
                  <a:lnTo>
                    <a:pt x="36785" y="562765"/>
                  </a:lnTo>
                  <a:lnTo>
                    <a:pt x="35830" y="563243"/>
                  </a:lnTo>
                  <a:lnTo>
                    <a:pt x="32963" y="562287"/>
                  </a:lnTo>
                  <a:lnTo>
                    <a:pt x="32486" y="561332"/>
                  </a:lnTo>
                  <a:lnTo>
                    <a:pt x="33441" y="559899"/>
                  </a:lnTo>
                  <a:lnTo>
                    <a:pt x="35352" y="557988"/>
                  </a:lnTo>
                  <a:lnTo>
                    <a:pt x="34874" y="557510"/>
                  </a:lnTo>
                  <a:lnTo>
                    <a:pt x="34397" y="556555"/>
                  </a:lnTo>
                  <a:lnTo>
                    <a:pt x="33441" y="556555"/>
                  </a:lnTo>
                  <a:lnTo>
                    <a:pt x="31052" y="557032"/>
                  </a:lnTo>
                  <a:lnTo>
                    <a:pt x="29141" y="556555"/>
                  </a:lnTo>
                  <a:lnTo>
                    <a:pt x="22453" y="552733"/>
                  </a:lnTo>
                  <a:lnTo>
                    <a:pt x="21020" y="550822"/>
                  </a:lnTo>
                  <a:lnTo>
                    <a:pt x="15765" y="547478"/>
                  </a:lnTo>
                  <a:lnTo>
                    <a:pt x="13376" y="544134"/>
                  </a:lnTo>
                  <a:lnTo>
                    <a:pt x="11943" y="540790"/>
                  </a:lnTo>
                  <a:lnTo>
                    <a:pt x="11943" y="537446"/>
                  </a:lnTo>
                  <a:lnTo>
                    <a:pt x="12421" y="531713"/>
                  </a:lnTo>
                  <a:lnTo>
                    <a:pt x="13854" y="530757"/>
                  </a:lnTo>
                  <a:lnTo>
                    <a:pt x="18632" y="532191"/>
                  </a:lnTo>
                  <a:lnTo>
                    <a:pt x="23409" y="535535"/>
                  </a:lnTo>
                  <a:lnTo>
                    <a:pt x="23886" y="535535"/>
                  </a:lnTo>
                  <a:lnTo>
                    <a:pt x="25798" y="533146"/>
                  </a:lnTo>
                  <a:lnTo>
                    <a:pt x="28664" y="530757"/>
                  </a:lnTo>
                  <a:lnTo>
                    <a:pt x="27708" y="530280"/>
                  </a:lnTo>
                  <a:lnTo>
                    <a:pt x="23409" y="532668"/>
                  </a:lnTo>
                  <a:lnTo>
                    <a:pt x="21975" y="531235"/>
                  </a:lnTo>
                  <a:lnTo>
                    <a:pt x="19109" y="528846"/>
                  </a:lnTo>
                  <a:lnTo>
                    <a:pt x="19109" y="527413"/>
                  </a:lnTo>
                  <a:lnTo>
                    <a:pt x="20542" y="526458"/>
                  </a:lnTo>
                  <a:lnTo>
                    <a:pt x="21020" y="524547"/>
                  </a:lnTo>
                  <a:lnTo>
                    <a:pt x="20065" y="522636"/>
                  </a:lnTo>
                  <a:lnTo>
                    <a:pt x="20542" y="520247"/>
                  </a:lnTo>
                  <a:lnTo>
                    <a:pt x="22453" y="517859"/>
                  </a:lnTo>
                  <a:lnTo>
                    <a:pt x="25320" y="515470"/>
                  </a:lnTo>
                  <a:lnTo>
                    <a:pt x="27708" y="513081"/>
                  </a:lnTo>
                  <a:lnTo>
                    <a:pt x="29619" y="511648"/>
                  </a:lnTo>
                  <a:lnTo>
                    <a:pt x="29619" y="511171"/>
                  </a:lnTo>
                  <a:lnTo>
                    <a:pt x="26753" y="512126"/>
                  </a:lnTo>
                  <a:lnTo>
                    <a:pt x="24364" y="513559"/>
                  </a:lnTo>
                  <a:lnTo>
                    <a:pt x="21975" y="516425"/>
                  </a:lnTo>
                  <a:lnTo>
                    <a:pt x="18154" y="518336"/>
                  </a:lnTo>
                  <a:lnTo>
                    <a:pt x="15765" y="519292"/>
                  </a:lnTo>
                  <a:lnTo>
                    <a:pt x="14809" y="519770"/>
                  </a:lnTo>
                  <a:lnTo>
                    <a:pt x="12899" y="520725"/>
                  </a:lnTo>
                  <a:lnTo>
                    <a:pt x="10988" y="523591"/>
                  </a:lnTo>
                  <a:lnTo>
                    <a:pt x="8599" y="525025"/>
                  </a:lnTo>
                  <a:lnTo>
                    <a:pt x="4777" y="525502"/>
                  </a:lnTo>
                  <a:lnTo>
                    <a:pt x="4300" y="523114"/>
                  </a:lnTo>
                  <a:lnTo>
                    <a:pt x="5255" y="514992"/>
                  </a:lnTo>
                  <a:lnTo>
                    <a:pt x="6210" y="511171"/>
                  </a:lnTo>
                  <a:lnTo>
                    <a:pt x="7644" y="508304"/>
                  </a:lnTo>
                  <a:lnTo>
                    <a:pt x="9555" y="507826"/>
                  </a:lnTo>
                  <a:lnTo>
                    <a:pt x="10988" y="505438"/>
                  </a:lnTo>
                  <a:lnTo>
                    <a:pt x="11943" y="505438"/>
                  </a:lnTo>
                  <a:lnTo>
                    <a:pt x="12899" y="506393"/>
                  </a:lnTo>
                  <a:lnTo>
                    <a:pt x="16721" y="507349"/>
                  </a:lnTo>
                  <a:lnTo>
                    <a:pt x="18632" y="504960"/>
                  </a:lnTo>
                  <a:lnTo>
                    <a:pt x="21020" y="504482"/>
                  </a:lnTo>
                  <a:lnTo>
                    <a:pt x="25798" y="501616"/>
                  </a:lnTo>
                  <a:lnTo>
                    <a:pt x="25798" y="501138"/>
                  </a:lnTo>
                  <a:lnTo>
                    <a:pt x="22453" y="502094"/>
                  </a:lnTo>
                  <a:lnTo>
                    <a:pt x="20542" y="502094"/>
                  </a:lnTo>
                  <a:lnTo>
                    <a:pt x="18154" y="502571"/>
                  </a:lnTo>
                  <a:lnTo>
                    <a:pt x="16721" y="502094"/>
                  </a:lnTo>
                  <a:lnTo>
                    <a:pt x="16243" y="500183"/>
                  </a:lnTo>
                  <a:lnTo>
                    <a:pt x="17198" y="498272"/>
                  </a:lnTo>
                  <a:lnTo>
                    <a:pt x="21498" y="493972"/>
                  </a:lnTo>
                  <a:lnTo>
                    <a:pt x="22931" y="492061"/>
                  </a:lnTo>
                  <a:lnTo>
                    <a:pt x="23409" y="490628"/>
                  </a:lnTo>
                  <a:lnTo>
                    <a:pt x="23409" y="489195"/>
                  </a:lnTo>
                  <a:lnTo>
                    <a:pt x="24364" y="486806"/>
                  </a:lnTo>
                  <a:lnTo>
                    <a:pt x="28186" y="482507"/>
                  </a:lnTo>
                  <a:lnTo>
                    <a:pt x="31530" y="480118"/>
                  </a:lnTo>
                  <a:lnTo>
                    <a:pt x="32963" y="482029"/>
                  </a:lnTo>
                  <a:lnTo>
                    <a:pt x="32008" y="487284"/>
                  </a:lnTo>
                  <a:lnTo>
                    <a:pt x="32008" y="489673"/>
                  </a:lnTo>
                  <a:lnTo>
                    <a:pt x="34397" y="482029"/>
                  </a:lnTo>
                  <a:lnTo>
                    <a:pt x="35830" y="480118"/>
                  </a:lnTo>
                  <a:lnTo>
                    <a:pt x="36785" y="478685"/>
                  </a:lnTo>
                  <a:lnTo>
                    <a:pt x="40129" y="477729"/>
                  </a:lnTo>
                  <a:lnTo>
                    <a:pt x="41085" y="476296"/>
                  </a:lnTo>
                  <a:lnTo>
                    <a:pt x="37263" y="476774"/>
                  </a:lnTo>
                  <a:lnTo>
                    <a:pt x="28186" y="480118"/>
                  </a:lnTo>
                  <a:lnTo>
                    <a:pt x="24364" y="482507"/>
                  </a:lnTo>
                  <a:lnTo>
                    <a:pt x="23409" y="484418"/>
                  </a:lnTo>
                  <a:lnTo>
                    <a:pt x="20542" y="487762"/>
                  </a:lnTo>
                  <a:lnTo>
                    <a:pt x="19587" y="489673"/>
                  </a:lnTo>
                  <a:lnTo>
                    <a:pt x="19109" y="492539"/>
                  </a:lnTo>
                  <a:lnTo>
                    <a:pt x="17676" y="494450"/>
                  </a:lnTo>
                  <a:lnTo>
                    <a:pt x="15287" y="494928"/>
                  </a:lnTo>
                  <a:lnTo>
                    <a:pt x="12421" y="498750"/>
                  </a:lnTo>
                  <a:lnTo>
                    <a:pt x="11466" y="501616"/>
                  </a:lnTo>
                  <a:lnTo>
                    <a:pt x="8599" y="504005"/>
                  </a:lnTo>
                  <a:lnTo>
                    <a:pt x="6688" y="505915"/>
                  </a:lnTo>
                  <a:lnTo>
                    <a:pt x="6210" y="506393"/>
                  </a:lnTo>
                  <a:lnTo>
                    <a:pt x="5255" y="508304"/>
                  </a:lnTo>
                  <a:lnTo>
                    <a:pt x="4300" y="508304"/>
                  </a:lnTo>
                  <a:lnTo>
                    <a:pt x="3822" y="507349"/>
                  </a:lnTo>
                  <a:lnTo>
                    <a:pt x="3822" y="504960"/>
                  </a:lnTo>
                  <a:lnTo>
                    <a:pt x="3822" y="501138"/>
                  </a:lnTo>
                  <a:lnTo>
                    <a:pt x="5255" y="498750"/>
                  </a:lnTo>
                  <a:lnTo>
                    <a:pt x="5733" y="495883"/>
                  </a:lnTo>
                  <a:lnTo>
                    <a:pt x="5255" y="493494"/>
                  </a:lnTo>
                  <a:lnTo>
                    <a:pt x="5733" y="492061"/>
                  </a:lnTo>
                  <a:lnTo>
                    <a:pt x="6688" y="492061"/>
                  </a:lnTo>
                  <a:lnTo>
                    <a:pt x="9077" y="492539"/>
                  </a:lnTo>
                  <a:lnTo>
                    <a:pt x="11466" y="492539"/>
                  </a:lnTo>
                  <a:lnTo>
                    <a:pt x="15287" y="490628"/>
                  </a:lnTo>
                  <a:lnTo>
                    <a:pt x="14809" y="489673"/>
                  </a:lnTo>
                  <a:lnTo>
                    <a:pt x="12899" y="489673"/>
                  </a:lnTo>
                  <a:lnTo>
                    <a:pt x="10032" y="489673"/>
                  </a:lnTo>
                  <a:lnTo>
                    <a:pt x="7166" y="487762"/>
                  </a:lnTo>
                  <a:lnTo>
                    <a:pt x="5255" y="483940"/>
                  </a:lnTo>
                  <a:lnTo>
                    <a:pt x="4300" y="479163"/>
                  </a:lnTo>
                  <a:lnTo>
                    <a:pt x="4777" y="477252"/>
                  </a:lnTo>
                  <a:lnTo>
                    <a:pt x="12421" y="472474"/>
                  </a:lnTo>
                  <a:lnTo>
                    <a:pt x="14332" y="470086"/>
                  </a:lnTo>
                  <a:lnTo>
                    <a:pt x="13376" y="469608"/>
                  </a:lnTo>
                  <a:lnTo>
                    <a:pt x="10510" y="472474"/>
                  </a:lnTo>
                  <a:lnTo>
                    <a:pt x="6210" y="474385"/>
                  </a:lnTo>
                  <a:lnTo>
                    <a:pt x="3822" y="471997"/>
                  </a:lnTo>
                  <a:lnTo>
                    <a:pt x="2389" y="469130"/>
                  </a:lnTo>
                  <a:lnTo>
                    <a:pt x="1911" y="463398"/>
                  </a:lnTo>
                  <a:lnTo>
                    <a:pt x="1911" y="460531"/>
                  </a:lnTo>
                  <a:lnTo>
                    <a:pt x="1911" y="456709"/>
                  </a:lnTo>
                  <a:lnTo>
                    <a:pt x="3344" y="455754"/>
                  </a:lnTo>
                  <a:lnTo>
                    <a:pt x="5255" y="456232"/>
                  </a:lnTo>
                  <a:lnTo>
                    <a:pt x="7166" y="456709"/>
                  </a:lnTo>
                  <a:lnTo>
                    <a:pt x="11466" y="456232"/>
                  </a:lnTo>
                  <a:lnTo>
                    <a:pt x="21020" y="453843"/>
                  </a:lnTo>
                  <a:lnTo>
                    <a:pt x="27231" y="455276"/>
                  </a:lnTo>
                  <a:lnTo>
                    <a:pt x="29619" y="455276"/>
                  </a:lnTo>
                  <a:lnTo>
                    <a:pt x="33441" y="453365"/>
                  </a:lnTo>
                  <a:lnTo>
                    <a:pt x="36785" y="452887"/>
                  </a:lnTo>
                  <a:lnTo>
                    <a:pt x="39174" y="454321"/>
                  </a:lnTo>
                  <a:lnTo>
                    <a:pt x="40607" y="456232"/>
                  </a:lnTo>
                  <a:lnTo>
                    <a:pt x="41085" y="458620"/>
                  </a:lnTo>
                  <a:lnTo>
                    <a:pt x="42040" y="460053"/>
                  </a:lnTo>
                  <a:lnTo>
                    <a:pt x="42996" y="459576"/>
                  </a:lnTo>
                  <a:lnTo>
                    <a:pt x="42040" y="457665"/>
                  </a:lnTo>
                  <a:lnTo>
                    <a:pt x="42040" y="454798"/>
                  </a:lnTo>
                  <a:lnTo>
                    <a:pt x="52073" y="451454"/>
                  </a:lnTo>
                  <a:lnTo>
                    <a:pt x="53028" y="450499"/>
                  </a:lnTo>
                  <a:lnTo>
                    <a:pt x="49206" y="450021"/>
                  </a:lnTo>
                  <a:lnTo>
                    <a:pt x="48251" y="447155"/>
                  </a:lnTo>
                  <a:lnTo>
                    <a:pt x="50162" y="442377"/>
                  </a:lnTo>
                  <a:lnTo>
                    <a:pt x="50162" y="441900"/>
                  </a:lnTo>
                  <a:lnTo>
                    <a:pt x="47773" y="444288"/>
                  </a:lnTo>
                  <a:lnTo>
                    <a:pt x="46817" y="447632"/>
                  </a:lnTo>
                  <a:lnTo>
                    <a:pt x="47295" y="450499"/>
                  </a:lnTo>
                  <a:lnTo>
                    <a:pt x="46817" y="451454"/>
                  </a:lnTo>
                  <a:lnTo>
                    <a:pt x="44907" y="451932"/>
                  </a:lnTo>
                  <a:lnTo>
                    <a:pt x="40129" y="452410"/>
                  </a:lnTo>
                  <a:lnTo>
                    <a:pt x="37263" y="450977"/>
                  </a:lnTo>
                  <a:lnTo>
                    <a:pt x="34397" y="450499"/>
                  </a:lnTo>
                  <a:lnTo>
                    <a:pt x="33441" y="449543"/>
                  </a:lnTo>
                  <a:lnTo>
                    <a:pt x="33919" y="447632"/>
                  </a:lnTo>
                  <a:lnTo>
                    <a:pt x="33441" y="447155"/>
                  </a:lnTo>
                  <a:lnTo>
                    <a:pt x="32008" y="449066"/>
                  </a:lnTo>
                  <a:lnTo>
                    <a:pt x="31052" y="452410"/>
                  </a:lnTo>
                  <a:lnTo>
                    <a:pt x="29141" y="453365"/>
                  </a:lnTo>
                  <a:lnTo>
                    <a:pt x="22931" y="451932"/>
                  </a:lnTo>
                  <a:lnTo>
                    <a:pt x="14332" y="452887"/>
                  </a:lnTo>
                  <a:lnTo>
                    <a:pt x="10510" y="454321"/>
                  </a:lnTo>
                  <a:lnTo>
                    <a:pt x="8121" y="454321"/>
                  </a:lnTo>
                  <a:lnTo>
                    <a:pt x="3822" y="451454"/>
                  </a:lnTo>
                  <a:lnTo>
                    <a:pt x="1911" y="449066"/>
                  </a:lnTo>
                  <a:lnTo>
                    <a:pt x="1433" y="444288"/>
                  </a:lnTo>
                  <a:lnTo>
                    <a:pt x="1433" y="441900"/>
                  </a:lnTo>
                  <a:lnTo>
                    <a:pt x="4777" y="440944"/>
                  </a:lnTo>
                  <a:lnTo>
                    <a:pt x="6688" y="440944"/>
                  </a:lnTo>
                  <a:lnTo>
                    <a:pt x="8121" y="439989"/>
                  </a:lnTo>
                  <a:lnTo>
                    <a:pt x="6688" y="439033"/>
                  </a:lnTo>
                  <a:lnTo>
                    <a:pt x="4777" y="437600"/>
                  </a:lnTo>
                  <a:lnTo>
                    <a:pt x="3344" y="434734"/>
                  </a:lnTo>
                  <a:lnTo>
                    <a:pt x="1433" y="433778"/>
                  </a:lnTo>
                  <a:lnTo>
                    <a:pt x="0" y="431390"/>
                  </a:lnTo>
                  <a:lnTo>
                    <a:pt x="0" y="427568"/>
                  </a:lnTo>
                  <a:lnTo>
                    <a:pt x="0" y="425179"/>
                  </a:lnTo>
                  <a:lnTo>
                    <a:pt x="1433" y="424224"/>
                  </a:lnTo>
                  <a:lnTo>
                    <a:pt x="3822" y="424701"/>
                  </a:lnTo>
                  <a:lnTo>
                    <a:pt x="10988" y="424224"/>
                  </a:lnTo>
                  <a:lnTo>
                    <a:pt x="17198" y="427090"/>
                  </a:lnTo>
                  <a:lnTo>
                    <a:pt x="21498" y="428523"/>
                  </a:lnTo>
                  <a:lnTo>
                    <a:pt x="30575" y="427568"/>
                  </a:lnTo>
                  <a:lnTo>
                    <a:pt x="35830" y="425179"/>
                  </a:lnTo>
                  <a:lnTo>
                    <a:pt x="34874" y="424701"/>
                  </a:lnTo>
                  <a:lnTo>
                    <a:pt x="29141" y="426135"/>
                  </a:lnTo>
                  <a:lnTo>
                    <a:pt x="23886" y="426135"/>
                  </a:lnTo>
                  <a:lnTo>
                    <a:pt x="14809" y="423268"/>
                  </a:lnTo>
                  <a:lnTo>
                    <a:pt x="10988" y="422313"/>
                  </a:lnTo>
                  <a:lnTo>
                    <a:pt x="6688" y="422791"/>
                  </a:lnTo>
                  <a:lnTo>
                    <a:pt x="4777" y="421835"/>
                  </a:lnTo>
                  <a:lnTo>
                    <a:pt x="3344" y="419446"/>
                  </a:lnTo>
                  <a:lnTo>
                    <a:pt x="4300" y="414191"/>
                  </a:lnTo>
                  <a:lnTo>
                    <a:pt x="6210" y="412758"/>
                  </a:lnTo>
                  <a:lnTo>
                    <a:pt x="7166" y="414191"/>
                  </a:lnTo>
                  <a:lnTo>
                    <a:pt x="8599" y="414191"/>
                  </a:lnTo>
                  <a:lnTo>
                    <a:pt x="10032" y="412280"/>
                  </a:lnTo>
                  <a:lnTo>
                    <a:pt x="10988" y="410847"/>
                  </a:lnTo>
                  <a:lnTo>
                    <a:pt x="11943" y="407981"/>
                  </a:lnTo>
                  <a:lnTo>
                    <a:pt x="15765" y="405592"/>
                  </a:lnTo>
                  <a:lnTo>
                    <a:pt x="17198" y="405115"/>
                  </a:lnTo>
                  <a:lnTo>
                    <a:pt x="19587" y="404159"/>
                  </a:lnTo>
                  <a:lnTo>
                    <a:pt x="21020" y="404159"/>
                  </a:lnTo>
                  <a:lnTo>
                    <a:pt x="21975" y="405592"/>
                  </a:lnTo>
                  <a:lnTo>
                    <a:pt x="22931" y="406548"/>
                  </a:lnTo>
                  <a:lnTo>
                    <a:pt x="25320" y="406548"/>
                  </a:lnTo>
                  <a:lnTo>
                    <a:pt x="32963" y="404159"/>
                  </a:lnTo>
                  <a:lnTo>
                    <a:pt x="33441" y="403681"/>
                  </a:lnTo>
                  <a:lnTo>
                    <a:pt x="35352" y="401770"/>
                  </a:lnTo>
                  <a:lnTo>
                    <a:pt x="30575" y="402726"/>
                  </a:lnTo>
                  <a:lnTo>
                    <a:pt x="26753" y="404159"/>
                  </a:lnTo>
                  <a:lnTo>
                    <a:pt x="23886" y="404159"/>
                  </a:lnTo>
                  <a:lnTo>
                    <a:pt x="23886" y="402726"/>
                  </a:lnTo>
                  <a:lnTo>
                    <a:pt x="24842" y="401293"/>
                  </a:lnTo>
                  <a:lnTo>
                    <a:pt x="26275" y="399859"/>
                  </a:lnTo>
                  <a:lnTo>
                    <a:pt x="26753" y="397471"/>
                  </a:lnTo>
                  <a:lnTo>
                    <a:pt x="28186" y="396515"/>
                  </a:lnTo>
                  <a:lnTo>
                    <a:pt x="30097" y="396515"/>
                  </a:lnTo>
                  <a:lnTo>
                    <a:pt x="33441" y="396038"/>
                  </a:lnTo>
                  <a:lnTo>
                    <a:pt x="36307" y="395082"/>
                  </a:lnTo>
                  <a:lnTo>
                    <a:pt x="40607" y="395560"/>
                  </a:lnTo>
                  <a:lnTo>
                    <a:pt x="46817" y="396515"/>
                  </a:lnTo>
                  <a:lnTo>
                    <a:pt x="51117" y="398904"/>
                  </a:lnTo>
                  <a:lnTo>
                    <a:pt x="52550" y="398904"/>
                  </a:lnTo>
                  <a:lnTo>
                    <a:pt x="53983" y="397949"/>
                  </a:lnTo>
                  <a:lnTo>
                    <a:pt x="54939" y="397471"/>
                  </a:lnTo>
                  <a:lnTo>
                    <a:pt x="51595" y="396515"/>
                  </a:lnTo>
                  <a:lnTo>
                    <a:pt x="51595" y="395082"/>
                  </a:lnTo>
                  <a:lnTo>
                    <a:pt x="52073" y="394127"/>
                  </a:lnTo>
                  <a:lnTo>
                    <a:pt x="57328" y="392216"/>
                  </a:lnTo>
                  <a:lnTo>
                    <a:pt x="63060" y="391738"/>
                  </a:lnTo>
                  <a:lnTo>
                    <a:pt x="62105" y="389827"/>
                  </a:lnTo>
                  <a:lnTo>
                    <a:pt x="49206" y="392216"/>
                  </a:lnTo>
                  <a:lnTo>
                    <a:pt x="45862" y="390783"/>
                  </a:lnTo>
                  <a:lnTo>
                    <a:pt x="43473" y="390783"/>
                  </a:lnTo>
                  <a:lnTo>
                    <a:pt x="41563" y="391738"/>
                  </a:lnTo>
                  <a:lnTo>
                    <a:pt x="36785" y="392694"/>
                  </a:lnTo>
                  <a:lnTo>
                    <a:pt x="35830" y="392216"/>
                  </a:lnTo>
                  <a:lnTo>
                    <a:pt x="36785" y="389350"/>
                  </a:lnTo>
                  <a:lnTo>
                    <a:pt x="39651" y="384572"/>
                  </a:lnTo>
                  <a:lnTo>
                    <a:pt x="40129" y="383617"/>
                  </a:lnTo>
                  <a:lnTo>
                    <a:pt x="41563" y="382661"/>
                  </a:lnTo>
                  <a:lnTo>
                    <a:pt x="48728" y="379795"/>
                  </a:lnTo>
                  <a:lnTo>
                    <a:pt x="52550" y="376929"/>
                  </a:lnTo>
                  <a:lnTo>
                    <a:pt x="53983" y="376451"/>
                  </a:lnTo>
                  <a:lnTo>
                    <a:pt x="55894" y="376929"/>
                  </a:lnTo>
                  <a:lnTo>
                    <a:pt x="58283" y="376451"/>
                  </a:lnTo>
                  <a:lnTo>
                    <a:pt x="63060" y="377406"/>
                  </a:lnTo>
                  <a:lnTo>
                    <a:pt x="65449" y="381228"/>
                  </a:lnTo>
                  <a:lnTo>
                    <a:pt x="67360" y="382184"/>
                  </a:lnTo>
                  <a:lnTo>
                    <a:pt x="73570" y="386961"/>
                  </a:lnTo>
                  <a:lnTo>
                    <a:pt x="73093" y="385528"/>
                  </a:lnTo>
                  <a:lnTo>
                    <a:pt x="67838" y="379317"/>
                  </a:lnTo>
                  <a:lnTo>
                    <a:pt x="65927" y="377406"/>
                  </a:lnTo>
                  <a:lnTo>
                    <a:pt x="64016" y="374540"/>
                  </a:lnTo>
                  <a:lnTo>
                    <a:pt x="64493" y="371196"/>
                  </a:lnTo>
                  <a:lnTo>
                    <a:pt x="66405" y="369285"/>
                  </a:lnTo>
                  <a:lnTo>
                    <a:pt x="72615" y="368329"/>
                  </a:lnTo>
                  <a:lnTo>
                    <a:pt x="73570" y="366896"/>
                  </a:lnTo>
                  <a:lnTo>
                    <a:pt x="73570" y="364985"/>
                  </a:lnTo>
                  <a:lnTo>
                    <a:pt x="72615" y="363552"/>
                  </a:lnTo>
                  <a:lnTo>
                    <a:pt x="70704" y="363552"/>
                  </a:lnTo>
                  <a:lnTo>
                    <a:pt x="68793" y="363074"/>
                  </a:lnTo>
                  <a:lnTo>
                    <a:pt x="68315" y="360686"/>
                  </a:lnTo>
                  <a:lnTo>
                    <a:pt x="68793" y="359252"/>
                  </a:lnTo>
                  <a:lnTo>
                    <a:pt x="72615" y="356386"/>
                  </a:lnTo>
                  <a:lnTo>
                    <a:pt x="74526" y="355908"/>
                  </a:lnTo>
                  <a:lnTo>
                    <a:pt x="77870" y="354953"/>
                  </a:lnTo>
                  <a:lnTo>
                    <a:pt x="83603" y="356864"/>
                  </a:lnTo>
                  <a:lnTo>
                    <a:pt x="84080" y="357819"/>
                  </a:lnTo>
                  <a:lnTo>
                    <a:pt x="82170" y="360686"/>
                  </a:lnTo>
                  <a:lnTo>
                    <a:pt x="82647" y="362119"/>
                  </a:lnTo>
                  <a:lnTo>
                    <a:pt x="84080" y="362119"/>
                  </a:lnTo>
                  <a:lnTo>
                    <a:pt x="87424" y="357819"/>
                  </a:lnTo>
                  <a:lnTo>
                    <a:pt x="91246" y="357342"/>
                  </a:lnTo>
                  <a:lnTo>
                    <a:pt x="92680" y="356386"/>
                  </a:lnTo>
                  <a:lnTo>
                    <a:pt x="94590" y="355431"/>
                  </a:lnTo>
                  <a:lnTo>
                    <a:pt x="97457" y="359730"/>
                  </a:lnTo>
                  <a:lnTo>
                    <a:pt x="98412" y="361163"/>
                  </a:lnTo>
                  <a:lnTo>
                    <a:pt x="99368" y="361641"/>
                  </a:lnTo>
                  <a:lnTo>
                    <a:pt x="100323" y="364985"/>
                  </a:lnTo>
                  <a:lnTo>
                    <a:pt x="101279" y="364985"/>
                  </a:lnTo>
                  <a:lnTo>
                    <a:pt x="102234" y="363552"/>
                  </a:lnTo>
                  <a:lnTo>
                    <a:pt x="104623" y="362597"/>
                  </a:lnTo>
                  <a:lnTo>
                    <a:pt x="107489" y="362119"/>
                  </a:lnTo>
                  <a:lnTo>
                    <a:pt x="112266" y="363074"/>
                  </a:lnTo>
                  <a:lnTo>
                    <a:pt x="114655" y="362119"/>
                  </a:lnTo>
                  <a:lnTo>
                    <a:pt x="115611" y="362119"/>
                  </a:lnTo>
                  <a:lnTo>
                    <a:pt x="114655" y="359252"/>
                  </a:lnTo>
                  <a:lnTo>
                    <a:pt x="114177" y="358297"/>
                  </a:lnTo>
                  <a:lnTo>
                    <a:pt x="115133" y="355431"/>
                  </a:lnTo>
                  <a:lnTo>
                    <a:pt x="116088" y="354475"/>
                  </a:lnTo>
                  <a:lnTo>
                    <a:pt x="119432" y="352564"/>
                  </a:lnTo>
                  <a:lnTo>
                    <a:pt x="122777" y="351609"/>
                  </a:lnTo>
                  <a:lnTo>
                    <a:pt x="125165" y="349698"/>
                  </a:lnTo>
                  <a:lnTo>
                    <a:pt x="128031" y="348265"/>
                  </a:lnTo>
                  <a:lnTo>
                    <a:pt x="127554" y="346831"/>
                  </a:lnTo>
                  <a:lnTo>
                    <a:pt x="126598" y="345398"/>
                  </a:lnTo>
                  <a:lnTo>
                    <a:pt x="124687" y="345398"/>
                  </a:lnTo>
                  <a:lnTo>
                    <a:pt x="124210" y="344443"/>
                  </a:lnTo>
                  <a:lnTo>
                    <a:pt x="126121" y="342532"/>
                  </a:lnTo>
                  <a:lnTo>
                    <a:pt x="129465" y="340143"/>
                  </a:lnTo>
                  <a:lnTo>
                    <a:pt x="128987" y="339188"/>
                  </a:lnTo>
                  <a:lnTo>
                    <a:pt x="126598" y="338232"/>
                  </a:lnTo>
                  <a:lnTo>
                    <a:pt x="124687" y="338710"/>
                  </a:lnTo>
                  <a:lnTo>
                    <a:pt x="121821" y="340621"/>
                  </a:lnTo>
                  <a:lnTo>
                    <a:pt x="118955" y="343487"/>
                  </a:lnTo>
                  <a:lnTo>
                    <a:pt x="119910" y="344443"/>
                  </a:lnTo>
                  <a:lnTo>
                    <a:pt x="121343" y="346354"/>
                  </a:lnTo>
                  <a:lnTo>
                    <a:pt x="119432" y="349698"/>
                  </a:lnTo>
                  <a:lnTo>
                    <a:pt x="107489" y="357819"/>
                  </a:lnTo>
                  <a:lnTo>
                    <a:pt x="101756" y="360208"/>
                  </a:lnTo>
                  <a:lnTo>
                    <a:pt x="99368" y="359730"/>
                  </a:lnTo>
                  <a:lnTo>
                    <a:pt x="98412" y="357342"/>
                  </a:lnTo>
                  <a:lnTo>
                    <a:pt x="97457" y="355908"/>
                  </a:lnTo>
                  <a:lnTo>
                    <a:pt x="96024" y="352564"/>
                  </a:lnTo>
                  <a:lnTo>
                    <a:pt x="94113" y="352564"/>
                  </a:lnTo>
                  <a:lnTo>
                    <a:pt x="92680" y="353520"/>
                  </a:lnTo>
                  <a:lnTo>
                    <a:pt x="92202" y="352087"/>
                  </a:lnTo>
                  <a:lnTo>
                    <a:pt x="93157" y="348743"/>
                  </a:lnTo>
                  <a:lnTo>
                    <a:pt x="95068" y="345876"/>
                  </a:lnTo>
                  <a:lnTo>
                    <a:pt x="97935" y="343487"/>
                  </a:lnTo>
                  <a:lnTo>
                    <a:pt x="99368" y="341099"/>
                  </a:lnTo>
                  <a:lnTo>
                    <a:pt x="100801" y="336799"/>
                  </a:lnTo>
                  <a:lnTo>
                    <a:pt x="105578" y="332500"/>
                  </a:lnTo>
                  <a:lnTo>
                    <a:pt x="111789" y="322945"/>
                  </a:lnTo>
                  <a:lnTo>
                    <a:pt x="117044" y="319601"/>
                  </a:lnTo>
                  <a:lnTo>
                    <a:pt x="119432" y="315779"/>
                  </a:lnTo>
                  <a:lnTo>
                    <a:pt x="122299" y="314346"/>
                  </a:lnTo>
                  <a:lnTo>
                    <a:pt x="125165" y="311480"/>
                  </a:lnTo>
                  <a:lnTo>
                    <a:pt x="127076" y="311480"/>
                  </a:lnTo>
                  <a:lnTo>
                    <a:pt x="130898" y="309091"/>
                  </a:lnTo>
                  <a:lnTo>
                    <a:pt x="133287" y="305747"/>
                  </a:lnTo>
                  <a:lnTo>
                    <a:pt x="131853" y="305747"/>
                  </a:lnTo>
                  <a:lnTo>
                    <a:pt x="128509" y="307658"/>
                  </a:lnTo>
                  <a:lnTo>
                    <a:pt x="126598" y="308613"/>
                  </a:lnTo>
                  <a:lnTo>
                    <a:pt x="126598" y="305269"/>
                  </a:lnTo>
                  <a:lnTo>
                    <a:pt x="127554" y="301925"/>
                  </a:lnTo>
                  <a:lnTo>
                    <a:pt x="130420" y="299059"/>
                  </a:lnTo>
                  <a:lnTo>
                    <a:pt x="143319" y="290459"/>
                  </a:lnTo>
                  <a:lnTo>
                    <a:pt x="144752" y="291893"/>
                  </a:lnTo>
                  <a:lnTo>
                    <a:pt x="146185" y="294281"/>
                  </a:lnTo>
                  <a:lnTo>
                    <a:pt x="150485" y="293804"/>
                  </a:lnTo>
                  <a:lnTo>
                    <a:pt x="154784" y="288549"/>
                  </a:lnTo>
                  <a:lnTo>
                    <a:pt x="158606" y="283294"/>
                  </a:lnTo>
                  <a:lnTo>
                    <a:pt x="156695" y="284249"/>
                  </a:lnTo>
                  <a:lnTo>
                    <a:pt x="154307" y="286638"/>
                  </a:lnTo>
                  <a:lnTo>
                    <a:pt x="150485" y="289504"/>
                  </a:lnTo>
                  <a:lnTo>
                    <a:pt x="148574" y="289982"/>
                  </a:lnTo>
                  <a:lnTo>
                    <a:pt x="147619" y="289504"/>
                  </a:lnTo>
                  <a:lnTo>
                    <a:pt x="147141" y="287593"/>
                  </a:lnTo>
                  <a:lnTo>
                    <a:pt x="145707" y="287115"/>
                  </a:lnTo>
                  <a:lnTo>
                    <a:pt x="144274" y="287593"/>
                  </a:lnTo>
                  <a:lnTo>
                    <a:pt x="142841" y="285682"/>
                  </a:lnTo>
                  <a:lnTo>
                    <a:pt x="142841" y="282338"/>
                  </a:lnTo>
                  <a:lnTo>
                    <a:pt x="144274" y="277083"/>
                  </a:lnTo>
                  <a:lnTo>
                    <a:pt x="145707" y="273261"/>
                  </a:lnTo>
                  <a:lnTo>
                    <a:pt x="147141" y="270395"/>
                  </a:lnTo>
                  <a:lnTo>
                    <a:pt x="152873" y="262751"/>
                  </a:lnTo>
                  <a:lnTo>
                    <a:pt x="153829" y="258452"/>
                  </a:lnTo>
                  <a:lnTo>
                    <a:pt x="156695" y="256063"/>
                  </a:lnTo>
                  <a:lnTo>
                    <a:pt x="160039" y="256541"/>
                  </a:lnTo>
                  <a:lnTo>
                    <a:pt x="160995" y="256063"/>
                  </a:lnTo>
                  <a:lnTo>
                    <a:pt x="159562" y="253197"/>
                  </a:lnTo>
                  <a:lnTo>
                    <a:pt x="156218" y="251286"/>
                  </a:lnTo>
                  <a:lnTo>
                    <a:pt x="155740" y="249852"/>
                  </a:lnTo>
                  <a:lnTo>
                    <a:pt x="167683" y="246031"/>
                  </a:lnTo>
                  <a:lnTo>
                    <a:pt x="173416" y="246031"/>
                  </a:lnTo>
                  <a:lnTo>
                    <a:pt x="175327" y="244120"/>
                  </a:lnTo>
                  <a:lnTo>
                    <a:pt x="178193" y="243164"/>
                  </a:lnTo>
                  <a:lnTo>
                    <a:pt x="180582" y="240776"/>
                  </a:lnTo>
                  <a:lnTo>
                    <a:pt x="179626" y="239820"/>
                  </a:lnTo>
                  <a:lnTo>
                    <a:pt x="173894" y="241731"/>
                  </a:lnTo>
                  <a:lnTo>
                    <a:pt x="170072" y="242687"/>
                  </a:lnTo>
                  <a:lnTo>
                    <a:pt x="168638" y="242687"/>
                  </a:lnTo>
                  <a:lnTo>
                    <a:pt x="167205" y="243642"/>
                  </a:lnTo>
                  <a:lnTo>
                    <a:pt x="162428" y="243642"/>
                  </a:lnTo>
                  <a:lnTo>
                    <a:pt x="161472" y="234565"/>
                  </a:lnTo>
                  <a:lnTo>
                    <a:pt x="162428" y="229788"/>
                  </a:lnTo>
                  <a:lnTo>
                    <a:pt x="163861" y="229788"/>
                  </a:lnTo>
                  <a:lnTo>
                    <a:pt x="164339" y="225010"/>
                  </a:lnTo>
                  <a:lnTo>
                    <a:pt x="166250" y="222144"/>
                  </a:lnTo>
                  <a:lnTo>
                    <a:pt x="169116" y="221666"/>
                  </a:lnTo>
                  <a:lnTo>
                    <a:pt x="170549" y="220711"/>
                  </a:lnTo>
                  <a:lnTo>
                    <a:pt x="172460" y="217845"/>
                  </a:lnTo>
                  <a:lnTo>
                    <a:pt x="175804" y="218800"/>
                  </a:lnTo>
                  <a:lnTo>
                    <a:pt x="179149" y="217845"/>
                  </a:lnTo>
                  <a:lnTo>
                    <a:pt x="178193" y="216889"/>
                  </a:lnTo>
                  <a:lnTo>
                    <a:pt x="174371" y="215456"/>
                  </a:lnTo>
                  <a:lnTo>
                    <a:pt x="172938" y="212590"/>
                  </a:lnTo>
                  <a:lnTo>
                    <a:pt x="174371" y="211634"/>
                  </a:lnTo>
                  <a:lnTo>
                    <a:pt x="176282" y="210201"/>
                  </a:lnTo>
                  <a:lnTo>
                    <a:pt x="177715" y="210201"/>
                  </a:lnTo>
                  <a:lnTo>
                    <a:pt x="180582" y="204946"/>
                  </a:lnTo>
                  <a:lnTo>
                    <a:pt x="182015" y="203035"/>
                  </a:lnTo>
                  <a:lnTo>
                    <a:pt x="183926" y="203513"/>
                  </a:lnTo>
                  <a:lnTo>
                    <a:pt x="186792" y="201124"/>
                  </a:lnTo>
                  <a:lnTo>
                    <a:pt x="189181" y="202080"/>
                  </a:lnTo>
                  <a:lnTo>
                    <a:pt x="192047" y="200169"/>
                  </a:lnTo>
                  <a:lnTo>
                    <a:pt x="195391" y="199213"/>
                  </a:lnTo>
                  <a:lnTo>
                    <a:pt x="208290" y="199213"/>
                  </a:lnTo>
                  <a:lnTo>
                    <a:pt x="208290" y="196824"/>
                  </a:lnTo>
                  <a:lnTo>
                    <a:pt x="205901" y="196347"/>
                  </a:lnTo>
                  <a:lnTo>
                    <a:pt x="196347" y="195869"/>
                  </a:lnTo>
                  <a:lnTo>
                    <a:pt x="191569" y="195869"/>
                  </a:lnTo>
                  <a:lnTo>
                    <a:pt x="189659" y="196347"/>
                  </a:lnTo>
                  <a:lnTo>
                    <a:pt x="188703" y="195869"/>
                  </a:lnTo>
                  <a:lnTo>
                    <a:pt x="188703" y="194436"/>
                  </a:lnTo>
                  <a:lnTo>
                    <a:pt x="190614" y="192525"/>
                  </a:lnTo>
                  <a:lnTo>
                    <a:pt x="191569" y="190614"/>
                  </a:lnTo>
                  <a:lnTo>
                    <a:pt x="194914" y="184881"/>
                  </a:lnTo>
                  <a:lnTo>
                    <a:pt x="199213" y="181537"/>
                  </a:lnTo>
                  <a:lnTo>
                    <a:pt x="202079" y="182493"/>
                  </a:lnTo>
                  <a:lnTo>
                    <a:pt x="205424" y="185837"/>
                  </a:lnTo>
                  <a:lnTo>
                    <a:pt x="207812" y="186314"/>
                  </a:lnTo>
                  <a:lnTo>
                    <a:pt x="209245" y="187270"/>
                  </a:lnTo>
                  <a:lnTo>
                    <a:pt x="210679" y="192047"/>
                  </a:lnTo>
                  <a:lnTo>
                    <a:pt x="211634" y="192047"/>
                  </a:lnTo>
                  <a:lnTo>
                    <a:pt x="211156" y="187748"/>
                  </a:lnTo>
                  <a:lnTo>
                    <a:pt x="213545" y="183926"/>
                  </a:lnTo>
                  <a:lnTo>
                    <a:pt x="213067" y="182970"/>
                  </a:lnTo>
                  <a:lnTo>
                    <a:pt x="209723" y="184403"/>
                  </a:lnTo>
                  <a:lnTo>
                    <a:pt x="206857" y="182970"/>
                  </a:lnTo>
                  <a:lnTo>
                    <a:pt x="204946" y="180104"/>
                  </a:lnTo>
                  <a:lnTo>
                    <a:pt x="203991" y="177715"/>
                  </a:lnTo>
                  <a:lnTo>
                    <a:pt x="205424" y="175327"/>
                  </a:lnTo>
                  <a:lnTo>
                    <a:pt x="206857" y="173893"/>
                  </a:lnTo>
                  <a:lnTo>
                    <a:pt x="205901" y="172460"/>
                  </a:lnTo>
                  <a:lnTo>
                    <a:pt x="200646" y="176282"/>
                  </a:lnTo>
                  <a:lnTo>
                    <a:pt x="196825" y="177238"/>
                  </a:lnTo>
                  <a:lnTo>
                    <a:pt x="195391" y="176760"/>
                  </a:lnTo>
                  <a:lnTo>
                    <a:pt x="196347" y="172938"/>
                  </a:lnTo>
                  <a:lnTo>
                    <a:pt x="195869" y="170072"/>
                  </a:lnTo>
                  <a:lnTo>
                    <a:pt x="200646" y="163383"/>
                  </a:lnTo>
                  <a:lnTo>
                    <a:pt x="202557" y="162428"/>
                  </a:lnTo>
                  <a:lnTo>
                    <a:pt x="205424" y="162906"/>
                  </a:lnTo>
                  <a:lnTo>
                    <a:pt x="207812" y="164817"/>
                  </a:lnTo>
                  <a:lnTo>
                    <a:pt x="209723" y="164817"/>
                  </a:lnTo>
                  <a:lnTo>
                    <a:pt x="212112" y="163383"/>
                  </a:lnTo>
                  <a:lnTo>
                    <a:pt x="212112" y="161473"/>
                  </a:lnTo>
                  <a:lnTo>
                    <a:pt x="206857" y="160995"/>
                  </a:lnTo>
                  <a:lnTo>
                    <a:pt x="205424" y="159084"/>
                  </a:lnTo>
                  <a:lnTo>
                    <a:pt x="206379" y="157651"/>
                  </a:lnTo>
                  <a:lnTo>
                    <a:pt x="209723" y="156217"/>
                  </a:lnTo>
                  <a:lnTo>
                    <a:pt x="213067" y="152873"/>
                  </a:lnTo>
                  <a:lnTo>
                    <a:pt x="216889" y="151918"/>
                  </a:lnTo>
                  <a:lnTo>
                    <a:pt x="219756" y="150007"/>
                  </a:lnTo>
                  <a:lnTo>
                    <a:pt x="220233" y="150485"/>
                  </a:lnTo>
                  <a:lnTo>
                    <a:pt x="220711" y="151440"/>
                  </a:lnTo>
                  <a:lnTo>
                    <a:pt x="222144" y="159562"/>
                  </a:lnTo>
                  <a:lnTo>
                    <a:pt x="225010" y="166728"/>
                  </a:lnTo>
                  <a:lnTo>
                    <a:pt x="225966" y="166728"/>
                  </a:lnTo>
                  <a:lnTo>
                    <a:pt x="225010" y="160995"/>
                  </a:lnTo>
                  <a:lnTo>
                    <a:pt x="225966" y="159084"/>
                  </a:lnTo>
                  <a:lnTo>
                    <a:pt x="226921" y="158128"/>
                  </a:lnTo>
                  <a:lnTo>
                    <a:pt x="227399" y="156695"/>
                  </a:lnTo>
                  <a:lnTo>
                    <a:pt x="225966" y="156217"/>
                  </a:lnTo>
                  <a:lnTo>
                    <a:pt x="225010" y="153829"/>
                  </a:lnTo>
                  <a:lnTo>
                    <a:pt x="223100" y="147141"/>
                  </a:lnTo>
                  <a:lnTo>
                    <a:pt x="223577" y="145707"/>
                  </a:lnTo>
                  <a:lnTo>
                    <a:pt x="227399" y="141886"/>
                  </a:lnTo>
                  <a:lnTo>
                    <a:pt x="232176" y="140930"/>
                  </a:lnTo>
                  <a:lnTo>
                    <a:pt x="236954" y="143796"/>
                  </a:lnTo>
                  <a:lnTo>
                    <a:pt x="238387" y="143796"/>
                  </a:lnTo>
                  <a:lnTo>
                    <a:pt x="241253" y="142841"/>
                  </a:lnTo>
                  <a:lnTo>
                    <a:pt x="246031" y="140930"/>
                  </a:lnTo>
                  <a:lnTo>
                    <a:pt x="248897" y="139975"/>
                  </a:lnTo>
                  <a:lnTo>
                    <a:pt x="250330" y="139975"/>
                  </a:lnTo>
                  <a:lnTo>
                    <a:pt x="250808" y="139019"/>
                  </a:lnTo>
                  <a:lnTo>
                    <a:pt x="249375" y="138542"/>
                  </a:lnTo>
                  <a:lnTo>
                    <a:pt x="248897" y="137586"/>
                  </a:lnTo>
                  <a:lnTo>
                    <a:pt x="247942" y="137586"/>
                  </a:lnTo>
                  <a:lnTo>
                    <a:pt x="243642" y="138542"/>
                  </a:lnTo>
                  <a:lnTo>
                    <a:pt x="231221" y="138064"/>
                  </a:lnTo>
                  <a:lnTo>
                    <a:pt x="230266" y="137108"/>
                  </a:lnTo>
                  <a:lnTo>
                    <a:pt x="229788" y="134720"/>
                  </a:lnTo>
                  <a:lnTo>
                    <a:pt x="231221" y="131853"/>
                  </a:lnTo>
                  <a:lnTo>
                    <a:pt x="232654" y="130420"/>
                  </a:lnTo>
                  <a:lnTo>
                    <a:pt x="237432" y="127076"/>
                  </a:lnTo>
                  <a:lnTo>
                    <a:pt x="242209" y="127076"/>
                  </a:lnTo>
                  <a:lnTo>
                    <a:pt x="247464" y="121343"/>
                  </a:lnTo>
                  <a:lnTo>
                    <a:pt x="249375" y="117521"/>
                  </a:lnTo>
                  <a:lnTo>
                    <a:pt x="250330" y="111311"/>
                  </a:lnTo>
                  <a:lnTo>
                    <a:pt x="253674" y="106534"/>
                  </a:lnTo>
                  <a:lnTo>
                    <a:pt x="261318" y="103667"/>
                  </a:lnTo>
                  <a:lnTo>
                    <a:pt x="261796" y="102234"/>
                  </a:lnTo>
                  <a:lnTo>
                    <a:pt x="260840" y="99368"/>
                  </a:lnTo>
                  <a:lnTo>
                    <a:pt x="260840" y="94590"/>
                  </a:lnTo>
                  <a:lnTo>
                    <a:pt x="263229" y="89335"/>
                  </a:lnTo>
                  <a:lnTo>
                    <a:pt x="264662" y="87424"/>
                  </a:lnTo>
                  <a:lnTo>
                    <a:pt x="265140" y="86947"/>
                  </a:lnTo>
                  <a:lnTo>
                    <a:pt x="267051" y="88858"/>
                  </a:lnTo>
                  <a:lnTo>
                    <a:pt x="268962" y="92679"/>
                  </a:lnTo>
                  <a:lnTo>
                    <a:pt x="272306" y="95068"/>
                  </a:lnTo>
                  <a:lnTo>
                    <a:pt x="276605" y="95546"/>
                  </a:lnTo>
                  <a:lnTo>
                    <a:pt x="277561" y="94113"/>
                  </a:lnTo>
                  <a:lnTo>
                    <a:pt x="274217" y="92202"/>
                  </a:lnTo>
                  <a:lnTo>
                    <a:pt x="271828" y="89335"/>
                  </a:lnTo>
                  <a:lnTo>
                    <a:pt x="271350" y="86469"/>
                  </a:lnTo>
                  <a:lnTo>
                    <a:pt x="272783" y="84558"/>
                  </a:lnTo>
                  <a:lnTo>
                    <a:pt x="274694" y="85036"/>
                  </a:lnTo>
                  <a:lnTo>
                    <a:pt x="276605" y="84558"/>
                  </a:lnTo>
                  <a:lnTo>
                    <a:pt x="278994" y="82647"/>
                  </a:lnTo>
                  <a:lnTo>
                    <a:pt x="279472" y="81214"/>
                  </a:lnTo>
                  <a:lnTo>
                    <a:pt x="279472" y="79303"/>
                  </a:lnTo>
                  <a:lnTo>
                    <a:pt x="279949" y="77392"/>
                  </a:lnTo>
                  <a:lnTo>
                    <a:pt x="283294" y="72615"/>
                  </a:lnTo>
                  <a:lnTo>
                    <a:pt x="292848" y="69748"/>
                  </a:lnTo>
                  <a:lnTo>
                    <a:pt x="293326" y="71182"/>
                  </a:lnTo>
                  <a:lnTo>
                    <a:pt x="292848" y="79781"/>
                  </a:lnTo>
                  <a:lnTo>
                    <a:pt x="291893" y="85514"/>
                  </a:lnTo>
                  <a:lnTo>
                    <a:pt x="291893" y="89813"/>
                  </a:lnTo>
                  <a:lnTo>
                    <a:pt x="293804" y="85514"/>
                  </a:lnTo>
                  <a:lnTo>
                    <a:pt x="296192" y="74048"/>
                  </a:lnTo>
                  <a:lnTo>
                    <a:pt x="298103" y="68793"/>
                  </a:lnTo>
                  <a:lnTo>
                    <a:pt x="300492" y="65927"/>
                  </a:lnTo>
                  <a:lnTo>
                    <a:pt x="301925" y="64971"/>
                  </a:lnTo>
                  <a:lnTo>
                    <a:pt x="303358" y="63538"/>
                  </a:lnTo>
                  <a:lnTo>
                    <a:pt x="305269" y="62582"/>
                  </a:lnTo>
                  <a:lnTo>
                    <a:pt x="306224" y="63538"/>
                  </a:lnTo>
                  <a:lnTo>
                    <a:pt x="306702" y="66404"/>
                  </a:lnTo>
                  <a:lnTo>
                    <a:pt x="305747" y="76437"/>
                  </a:lnTo>
                  <a:lnTo>
                    <a:pt x="305747" y="79781"/>
                  </a:lnTo>
                  <a:lnTo>
                    <a:pt x="304314" y="84080"/>
                  </a:lnTo>
                  <a:lnTo>
                    <a:pt x="300014" y="93157"/>
                  </a:lnTo>
                  <a:lnTo>
                    <a:pt x="300014" y="94590"/>
                  </a:lnTo>
                  <a:lnTo>
                    <a:pt x="300970" y="94113"/>
                  </a:lnTo>
                  <a:lnTo>
                    <a:pt x="302881" y="92679"/>
                  </a:lnTo>
                  <a:lnTo>
                    <a:pt x="308613" y="83603"/>
                  </a:lnTo>
                  <a:lnTo>
                    <a:pt x="313868" y="84558"/>
                  </a:lnTo>
                  <a:lnTo>
                    <a:pt x="313868" y="84080"/>
                  </a:lnTo>
                  <a:lnTo>
                    <a:pt x="311957" y="81214"/>
                  </a:lnTo>
                  <a:lnTo>
                    <a:pt x="310047" y="78825"/>
                  </a:lnTo>
                  <a:lnTo>
                    <a:pt x="309569" y="75959"/>
                  </a:lnTo>
                  <a:lnTo>
                    <a:pt x="310047" y="67360"/>
                  </a:lnTo>
                  <a:lnTo>
                    <a:pt x="311480" y="64016"/>
                  </a:lnTo>
                  <a:lnTo>
                    <a:pt x="315779" y="64493"/>
                  </a:lnTo>
                  <a:lnTo>
                    <a:pt x="318168" y="64016"/>
                  </a:lnTo>
                  <a:lnTo>
                    <a:pt x="319601" y="65449"/>
                  </a:lnTo>
                  <a:lnTo>
                    <a:pt x="321990" y="65449"/>
                  </a:lnTo>
                  <a:lnTo>
                    <a:pt x="323901" y="59238"/>
                  </a:lnTo>
                  <a:lnTo>
                    <a:pt x="327245" y="58761"/>
                  </a:lnTo>
                  <a:lnTo>
                    <a:pt x="330589" y="63060"/>
                  </a:lnTo>
                  <a:lnTo>
                    <a:pt x="334411" y="65449"/>
                  </a:lnTo>
                  <a:lnTo>
                    <a:pt x="337277" y="69271"/>
                  </a:lnTo>
                  <a:lnTo>
                    <a:pt x="338232" y="68315"/>
                  </a:lnTo>
                  <a:lnTo>
                    <a:pt x="336799" y="59238"/>
                  </a:lnTo>
                  <a:lnTo>
                    <a:pt x="334888" y="55894"/>
                  </a:lnTo>
                  <a:lnTo>
                    <a:pt x="331066" y="54461"/>
                  </a:lnTo>
                  <a:lnTo>
                    <a:pt x="326767" y="50162"/>
                  </a:lnTo>
                  <a:lnTo>
                    <a:pt x="325812" y="48251"/>
                  </a:lnTo>
                  <a:lnTo>
                    <a:pt x="325812" y="46817"/>
                  </a:lnTo>
                  <a:lnTo>
                    <a:pt x="329633" y="45862"/>
                  </a:lnTo>
                  <a:lnTo>
                    <a:pt x="334411" y="47295"/>
                  </a:lnTo>
                  <a:lnTo>
                    <a:pt x="338710" y="43951"/>
                  </a:lnTo>
                  <a:lnTo>
                    <a:pt x="339666" y="44907"/>
                  </a:lnTo>
                  <a:lnTo>
                    <a:pt x="343010" y="42996"/>
                  </a:lnTo>
                  <a:lnTo>
                    <a:pt x="344921" y="45384"/>
                  </a:lnTo>
                  <a:lnTo>
                    <a:pt x="346354" y="44429"/>
                  </a:lnTo>
                  <a:lnTo>
                    <a:pt x="346831" y="41562"/>
                  </a:lnTo>
                  <a:lnTo>
                    <a:pt x="352087" y="39651"/>
                  </a:lnTo>
                  <a:lnTo>
                    <a:pt x="355431" y="41085"/>
                  </a:lnTo>
                  <a:lnTo>
                    <a:pt x="357342" y="42996"/>
                  </a:lnTo>
                  <a:lnTo>
                    <a:pt x="358297" y="46817"/>
                  </a:lnTo>
                  <a:lnTo>
                    <a:pt x="359253" y="53983"/>
                  </a:lnTo>
                  <a:lnTo>
                    <a:pt x="362119" y="57805"/>
                  </a:lnTo>
                  <a:lnTo>
                    <a:pt x="363552" y="59716"/>
                  </a:lnTo>
                  <a:lnTo>
                    <a:pt x="365463" y="60194"/>
                  </a:lnTo>
                  <a:lnTo>
                    <a:pt x="366419" y="58283"/>
                  </a:lnTo>
                  <a:lnTo>
                    <a:pt x="364508" y="55894"/>
                  </a:lnTo>
                  <a:lnTo>
                    <a:pt x="364030" y="53983"/>
                  </a:lnTo>
                  <a:lnTo>
                    <a:pt x="364985" y="48251"/>
                  </a:lnTo>
                  <a:lnTo>
                    <a:pt x="365941" y="46340"/>
                  </a:lnTo>
                  <a:lnTo>
                    <a:pt x="371673" y="38218"/>
                  </a:lnTo>
                  <a:lnTo>
                    <a:pt x="376451" y="33919"/>
                  </a:lnTo>
                  <a:lnTo>
                    <a:pt x="379317" y="33441"/>
                  </a:lnTo>
                  <a:lnTo>
                    <a:pt x="384095" y="23886"/>
                  </a:lnTo>
                  <a:lnTo>
                    <a:pt x="385528" y="21975"/>
                  </a:lnTo>
                  <a:lnTo>
                    <a:pt x="386483" y="21498"/>
                  </a:lnTo>
                  <a:lnTo>
                    <a:pt x="386483" y="19109"/>
                  </a:lnTo>
                  <a:lnTo>
                    <a:pt x="383617" y="17676"/>
                  </a:lnTo>
                  <a:lnTo>
                    <a:pt x="383617" y="14809"/>
                  </a:lnTo>
                  <a:lnTo>
                    <a:pt x="386961" y="10988"/>
                  </a:lnTo>
                  <a:lnTo>
                    <a:pt x="391261" y="4777"/>
                  </a:lnTo>
                  <a:lnTo>
                    <a:pt x="393649" y="4777"/>
                  </a:lnTo>
                  <a:lnTo>
                    <a:pt x="394604" y="6210"/>
                  </a:lnTo>
                  <a:lnTo>
                    <a:pt x="398904" y="9077"/>
                  </a:lnTo>
                  <a:lnTo>
                    <a:pt x="401770" y="11943"/>
                  </a:lnTo>
                  <a:lnTo>
                    <a:pt x="403204" y="13854"/>
                  </a:lnTo>
                  <a:lnTo>
                    <a:pt x="404637" y="13376"/>
                  </a:lnTo>
                  <a:lnTo>
                    <a:pt x="405592" y="10988"/>
                  </a:lnTo>
                  <a:lnTo>
                    <a:pt x="407026" y="10032"/>
                  </a:lnTo>
                  <a:lnTo>
                    <a:pt x="409414" y="10510"/>
                  </a:lnTo>
                  <a:lnTo>
                    <a:pt x="411325" y="11943"/>
                  </a:lnTo>
                  <a:lnTo>
                    <a:pt x="412280" y="12421"/>
                  </a:lnTo>
                  <a:lnTo>
                    <a:pt x="413236" y="13376"/>
                  </a:lnTo>
                  <a:lnTo>
                    <a:pt x="413714" y="15287"/>
                  </a:lnTo>
                  <a:lnTo>
                    <a:pt x="411325" y="17676"/>
                  </a:lnTo>
                  <a:lnTo>
                    <a:pt x="407503" y="23409"/>
                  </a:lnTo>
                  <a:lnTo>
                    <a:pt x="403681" y="29619"/>
                  </a:lnTo>
                  <a:lnTo>
                    <a:pt x="402248" y="32963"/>
                  </a:lnTo>
                  <a:lnTo>
                    <a:pt x="401293" y="42040"/>
                  </a:lnTo>
                  <a:lnTo>
                    <a:pt x="397949" y="47773"/>
                  </a:lnTo>
                  <a:lnTo>
                    <a:pt x="397949" y="52072"/>
                  </a:lnTo>
                  <a:lnTo>
                    <a:pt x="398904" y="53506"/>
                  </a:lnTo>
                  <a:lnTo>
                    <a:pt x="402248" y="52072"/>
                  </a:lnTo>
                  <a:lnTo>
                    <a:pt x="406548" y="46817"/>
                  </a:lnTo>
                  <a:lnTo>
                    <a:pt x="407503" y="41085"/>
                  </a:lnTo>
                  <a:lnTo>
                    <a:pt x="418013" y="25797"/>
                  </a:lnTo>
                  <a:lnTo>
                    <a:pt x="422791" y="17198"/>
                  </a:lnTo>
                  <a:lnTo>
                    <a:pt x="428045" y="10032"/>
                  </a:lnTo>
                  <a:lnTo>
                    <a:pt x="431390" y="8599"/>
                  </a:lnTo>
                  <a:lnTo>
                    <a:pt x="432345" y="13376"/>
                  </a:lnTo>
                  <a:lnTo>
                    <a:pt x="431390" y="19587"/>
                  </a:lnTo>
                  <a:lnTo>
                    <a:pt x="429001" y="23409"/>
                  </a:lnTo>
                  <a:lnTo>
                    <a:pt x="430912" y="25320"/>
                  </a:lnTo>
                  <a:lnTo>
                    <a:pt x="430434" y="30097"/>
                  </a:lnTo>
                  <a:lnTo>
                    <a:pt x="429957" y="32486"/>
                  </a:lnTo>
                  <a:lnTo>
                    <a:pt x="429479" y="35352"/>
                  </a:lnTo>
                  <a:lnTo>
                    <a:pt x="429479" y="37741"/>
                  </a:lnTo>
                  <a:lnTo>
                    <a:pt x="431390" y="36785"/>
                  </a:lnTo>
                  <a:lnTo>
                    <a:pt x="437600" y="32008"/>
                  </a:lnTo>
                  <a:lnTo>
                    <a:pt x="439033" y="26753"/>
                  </a:lnTo>
                  <a:lnTo>
                    <a:pt x="440945" y="22931"/>
                  </a:lnTo>
                  <a:lnTo>
                    <a:pt x="441422" y="19109"/>
                  </a:lnTo>
                  <a:lnTo>
                    <a:pt x="443811" y="15765"/>
                  </a:lnTo>
                  <a:lnTo>
                    <a:pt x="448588" y="15765"/>
                  </a:lnTo>
                  <a:lnTo>
                    <a:pt x="449066" y="14809"/>
                  </a:lnTo>
                  <a:lnTo>
                    <a:pt x="443333" y="10032"/>
                  </a:lnTo>
                  <a:lnTo>
                    <a:pt x="442377" y="8121"/>
                  </a:lnTo>
                  <a:lnTo>
                    <a:pt x="444288" y="5255"/>
                  </a:lnTo>
                  <a:lnTo>
                    <a:pt x="449543" y="0"/>
                  </a:lnTo>
                  <a:lnTo>
                    <a:pt x="452410" y="478"/>
                  </a:lnTo>
                  <a:lnTo>
                    <a:pt x="453843" y="1911"/>
                  </a:lnTo>
                  <a:lnTo>
                    <a:pt x="460531" y="2866"/>
                  </a:lnTo>
                  <a:lnTo>
                    <a:pt x="465309" y="6688"/>
                  </a:lnTo>
                  <a:lnTo>
                    <a:pt x="465309" y="12421"/>
                  </a:lnTo>
                  <a:lnTo>
                    <a:pt x="464353" y="14809"/>
                  </a:lnTo>
                  <a:lnTo>
                    <a:pt x="462920" y="16243"/>
                  </a:lnTo>
                  <a:lnTo>
                    <a:pt x="456709" y="20542"/>
                  </a:lnTo>
                  <a:lnTo>
                    <a:pt x="455754" y="22931"/>
                  </a:lnTo>
                  <a:lnTo>
                    <a:pt x="457665" y="23886"/>
                  </a:lnTo>
                  <a:lnTo>
                    <a:pt x="461964" y="21498"/>
                  </a:lnTo>
                  <a:lnTo>
                    <a:pt x="462920" y="23409"/>
                  </a:lnTo>
                  <a:lnTo>
                    <a:pt x="461487" y="28664"/>
                  </a:lnTo>
                  <a:lnTo>
                    <a:pt x="461487" y="35830"/>
                  </a:lnTo>
                  <a:lnTo>
                    <a:pt x="461009" y="40129"/>
                  </a:lnTo>
                  <a:lnTo>
                    <a:pt x="461009" y="44429"/>
                  </a:lnTo>
                  <a:lnTo>
                    <a:pt x="461487" y="46340"/>
                  </a:lnTo>
                  <a:lnTo>
                    <a:pt x="463398" y="37741"/>
                  </a:lnTo>
                  <a:lnTo>
                    <a:pt x="463875" y="35830"/>
                  </a:lnTo>
                  <a:lnTo>
                    <a:pt x="466264" y="32486"/>
                  </a:lnTo>
                  <a:lnTo>
                    <a:pt x="467220" y="26275"/>
                  </a:lnTo>
                  <a:lnTo>
                    <a:pt x="469608" y="18631"/>
                  </a:lnTo>
                  <a:lnTo>
                    <a:pt x="472475" y="13854"/>
                  </a:lnTo>
                  <a:lnTo>
                    <a:pt x="474386" y="12899"/>
                  </a:lnTo>
                  <a:lnTo>
                    <a:pt x="479640" y="12899"/>
                  </a:lnTo>
                  <a:lnTo>
                    <a:pt x="482029" y="14332"/>
                  </a:lnTo>
                  <a:lnTo>
                    <a:pt x="483940" y="18154"/>
                  </a:lnTo>
                  <a:lnTo>
                    <a:pt x="485373" y="20065"/>
                  </a:lnTo>
                  <a:lnTo>
                    <a:pt x="490150" y="21498"/>
                  </a:lnTo>
                  <a:lnTo>
                    <a:pt x="492061" y="23409"/>
                  </a:lnTo>
                  <a:lnTo>
                    <a:pt x="492061" y="24842"/>
                  </a:lnTo>
                  <a:lnTo>
                    <a:pt x="493495" y="24842"/>
                  </a:lnTo>
                  <a:lnTo>
                    <a:pt x="496361" y="21975"/>
                  </a:lnTo>
                  <a:lnTo>
                    <a:pt x="498750" y="21498"/>
                  </a:lnTo>
                  <a:lnTo>
                    <a:pt x="502094" y="25797"/>
                  </a:lnTo>
                  <a:lnTo>
                    <a:pt x="501616" y="29141"/>
                  </a:lnTo>
                  <a:lnTo>
                    <a:pt x="501616" y="30097"/>
                  </a:lnTo>
                  <a:lnTo>
                    <a:pt x="505916" y="30097"/>
                  </a:lnTo>
                  <a:lnTo>
                    <a:pt x="509259" y="31530"/>
                  </a:lnTo>
                  <a:lnTo>
                    <a:pt x="515948" y="38218"/>
                  </a:lnTo>
                  <a:lnTo>
                    <a:pt x="516425" y="41085"/>
                  </a:lnTo>
                  <a:lnTo>
                    <a:pt x="515948" y="44907"/>
                  </a:lnTo>
                  <a:lnTo>
                    <a:pt x="506871" y="49206"/>
                  </a:lnTo>
                  <a:lnTo>
                    <a:pt x="502571" y="53028"/>
                  </a:lnTo>
                  <a:lnTo>
                    <a:pt x="495883" y="54461"/>
                  </a:lnTo>
                  <a:lnTo>
                    <a:pt x="472952" y="51595"/>
                  </a:lnTo>
                  <a:lnTo>
                    <a:pt x="473430" y="54461"/>
                  </a:lnTo>
                  <a:lnTo>
                    <a:pt x="489195" y="60672"/>
                  </a:lnTo>
                  <a:lnTo>
                    <a:pt x="490150" y="62582"/>
                  </a:lnTo>
                  <a:lnTo>
                    <a:pt x="489673" y="66404"/>
                  </a:lnTo>
                  <a:lnTo>
                    <a:pt x="489673" y="69271"/>
                  </a:lnTo>
                  <a:lnTo>
                    <a:pt x="490150" y="71182"/>
                  </a:lnTo>
                  <a:lnTo>
                    <a:pt x="491106" y="73093"/>
                  </a:lnTo>
                  <a:lnTo>
                    <a:pt x="493017" y="74048"/>
                  </a:lnTo>
                  <a:lnTo>
                    <a:pt x="497316" y="73570"/>
                  </a:lnTo>
                  <a:lnTo>
                    <a:pt x="499227" y="74526"/>
                  </a:lnTo>
                  <a:lnTo>
                    <a:pt x="500182" y="73093"/>
                  </a:lnTo>
                  <a:lnTo>
                    <a:pt x="501138" y="67837"/>
                  </a:lnTo>
                  <a:lnTo>
                    <a:pt x="502094" y="66882"/>
                  </a:lnTo>
                  <a:lnTo>
                    <a:pt x="504482" y="68315"/>
                  </a:lnTo>
                  <a:lnTo>
                    <a:pt x="505438" y="73570"/>
                  </a:lnTo>
                  <a:lnTo>
                    <a:pt x="505916" y="74048"/>
                  </a:lnTo>
                  <a:lnTo>
                    <a:pt x="506871" y="70226"/>
                  </a:lnTo>
                  <a:lnTo>
                    <a:pt x="509259" y="70704"/>
                  </a:lnTo>
                  <a:lnTo>
                    <a:pt x="511648" y="70226"/>
                  </a:lnTo>
                  <a:lnTo>
                    <a:pt x="514514" y="71182"/>
                  </a:lnTo>
                  <a:lnTo>
                    <a:pt x="515470" y="77870"/>
                  </a:lnTo>
                  <a:lnTo>
                    <a:pt x="515470" y="80258"/>
                  </a:lnTo>
                  <a:lnTo>
                    <a:pt x="514993" y="82647"/>
                  </a:lnTo>
                  <a:lnTo>
                    <a:pt x="514514" y="83603"/>
                  </a:lnTo>
                  <a:lnTo>
                    <a:pt x="513082" y="84558"/>
                  </a:lnTo>
                  <a:lnTo>
                    <a:pt x="509737" y="84080"/>
                  </a:lnTo>
                  <a:lnTo>
                    <a:pt x="504960" y="81214"/>
                  </a:lnTo>
                  <a:lnTo>
                    <a:pt x="502094" y="78825"/>
                  </a:lnTo>
                  <a:lnTo>
                    <a:pt x="502094" y="78825"/>
                  </a:lnTo>
                  <a:lnTo>
                    <a:pt x="501138" y="78825"/>
                  </a:lnTo>
                  <a:lnTo>
                    <a:pt x="500661" y="79303"/>
                  </a:lnTo>
                  <a:lnTo>
                    <a:pt x="501138" y="81692"/>
                  </a:lnTo>
                  <a:lnTo>
                    <a:pt x="501138" y="83603"/>
                  </a:lnTo>
                  <a:lnTo>
                    <a:pt x="500661" y="85514"/>
                  </a:lnTo>
                  <a:lnTo>
                    <a:pt x="500182" y="87902"/>
                  </a:lnTo>
                  <a:lnTo>
                    <a:pt x="499227" y="89335"/>
                  </a:lnTo>
                  <a:lnTo>
                    <a:pt x="497316" y="91246"/>
                  </a:lnTo>
                  <a:lnTo>
                    <a:pt x="493972" y="93157"/>
                  </a:lnTo>
                  <a:lnTo>
                    <a:pt x="485373" y="96024"/>
                  </a:lnTo>
                  <a:lnTo>
                    <a:pt x="484418" y="97457"/>
                  </a:lnTo>
                  <a:lnTo>
                    <a:pt x="481552" y="106534"/>
                  </a:lnTo>
                  <a:lnTo>
                    <a:pt x="481073" y="107967"/>
                  </a:lnTo>
                  <a:lnTo>
                    <a:pt x="479640" y="108922"/>
                  </a:lnTo>
                  <a:lnTo>
                    <a:pt x="476774" y="110355"/>
                  </a:lnTo>
                  <a:lnTo>
                    <a:pt x="475341" y="108445"/>
                  </a:lnTo>
                  <a:lnTo>
                    <a:pt x="474386" y="105578"/>
                  </a:lnTo>
                  <a:lnTo>
                    <a:pt x="474386" y="102234"/>
                  </a:lnTo>
                  <a:lnTo>
                    <a:pt x="478207" y="96979"/>
                  </a:lnTo>
                  <a:lnTo>
                    <a:pt x="481552" y="92679"/>
                  </a:lnTo>
                  <a:lnTo>
                    <a:pt x="482029" y="91724"/>
                  </a:lnTo>
                  <a:lnTo>
                    <a:pt x="482029" y="91246"/>
                  </a:lnTo>
                  <a:lnTo>
                    <a:pt x="483940" y="87424"/>
                  </a:lnTo>
                  <a:lnTo>
                    <a:pt x="483940" y="87424"/>
                  </a:lnTo>
                  <a:lnTo>
                    <a:pt x="480118" y="76914"/>
                  </a:lnTo>
                  <a:lnTo>
                    <a:pt x="473430" y="73570"/>
                  </a:lnTo>
                  <a:lnTo>
                    <a:pt x="465786" y="68793"/>
                  </a:lnTo>
                  <a:lnTo>
                    <a:pt x="462920" y="66404"/>
                  </a:lnTo>
                  <a:lnTo>
                    <a:pt x="458620" y="61149"/>
                  </a:lnTo>
                  <a:lnTo>
                    <a:pt x="455754" y="56372"/>
                  </a:lnTo>
                  <a:lnTo>
                    <a:pt x="452888" y="55894"/>
                  </a:lnTo>
                  <a:lnTo>
                    <a:pt x="452410" y="56372"/>
                  </a:lnTo>
                  <a:lnTo>
                    <a:pt x="449543" y="57328"/>
                  </a:lnTo>
                  <a:lnTo>
                    <a:pt x="444766" y="61627"/>
                  </a:lnTo>
                  <a:lnTo>
                    <a:pt x="444766" y="61627"/>
                  </a:lnTo>
                  <a:lnTo>
                    <a:pt x="441900" y="64016"/>
                  </a:lnTo>
                  <a:lnTo>
                    <a:pt x="440466" y="64493"/>
                  </a:lnTo>
                  <a:lnTo>
                    <a:pt x="439989" y="64493"/>
                  </a:lnTo>
                  <a:lnTo>
                    <a:pt x="436645" y="63538"/>
                  </a:lnTo>
                  <a:lnTo>
                    <a:pt x="432823" y="63060"/>
                  </a:lnTo>
                  <a:lnTo>
                    <a:pt x="429479" y="63538"/>
                  </a:lnTo>
                  <a:lnTo>
                    <a:pt x="428523" y="64016"/>
                  </a:lnTo>
                  <a:lnTo>
                    <a:pt x="428523" y="64016"/>
                  </a:lnTo>
                  <a:lnTo>
                    <a:pt x="424224" y="71182"/>
                  </a:lnTo>
                  <a:lnTo>
                    <a:pt x="420880" y="74526"/>
                  </a:lnTo>
                  <a:lnTo>
                    <a:pt x="419446" y="75959"/>
                  </a:lnTo>
                  <a:lnTo>
                    <a:pt x="418013" y="77870"/>
                  </a:lnTo>
                  <a:lnTo>
                    <a:pt x="418013" y="78825"/>
                  </a:lnTo>
                  <a:lnTo>
                    <a:pt x="417058" y="81214"/>
                  </a:lnTo>
                  <a:lnTo>
                    <a:pt x="415625" y="90769"/>
                  </a:lnTo>
                  <a:lnTo>
                    <a:pt x="415147" y="92679"/>
                  </a:lnTo>
                  <a:lnTo>
                    <a:pt x="413236" y="96979"/>
                  </a:lnTo>
                  <a:lnTo>
                    <a:pt x="413236" y="96979"/>
                  </a:lnTo>
                  <a:lnTo>
                    <a:pt x="413236" y="99368"/>
                  </a:lnTo>
                  <a:lnTo>
                    <a:pt x="413236" y="99845"/>
                  </a:lnTo>
                  <a:lnTo>
                    <a:pt x="413236" y="107489"/>
                  </a:lnTo>
                  <a:lnTo>
                    <a:pt x="413236" y="111789"/>
                  </a:lnTo>
                  <a:lnTo>
                    <a:pt x="410847" y="115610"/>
                  </a:lnTo>
                  <a:lnTo>
                    <a:pt x="409414" y="117044"/>
                  </a:lnTo>
                  <a:lnTo>
                    <a:pt x="407503" y="117521"/>
                  </a:lnTo>
                  <a:lnTo>
                    <a:pt x="407503" y="117521"/>
                  </a:lnTo>
                  <a:lnTo>
                    <a:pt x="405115" y="118477"/>
                  </a:lnTo>
                  <a:lnTo>
                    <a:pt x="403204" y="120388"/>
                  </a:lnTo>
                  <a:lnTo>
                    <a:pt x="403204" y="120388"/>
                  </a:lnTo>
                  <a:lnTo>
                    <a:pt x="401770" y="123254"/>
                  </a:lnTo>
                  <a:lnTo>
                    <a:pt x="399860" y="129465"/>
                  </a:lnTo>
                  <a:lnTo>
                    <a:pt x="396993" y="131853"/>
                  </a:lnTo>
                  <a:lnTo>
                    <a:pt x="394127" y="131376"/>
                  </a:lnTo>
                  <a:lnTo>
                    <a:pt x="392216" y="128987"/>
                  </a:lnTo>
                  <a:lnTo>
                    <a:pt x="387916" y="127076"/>
                  </a:lnTo>
                  <a:lnTo>
                    <a:pt x="385050" y="126121"/>
                  </a:lnTo>
                  <a:lnTo>
                    <a:pt x="381228" y="123732"/>
                  </a:lnTo>
                  <a:lnTo>
                    <a:pt x="378362" y="121821"/>
                  </a:lnTo>
                  <a:lnTo>
                    <a:pt x="375495" y="121343"/>
                  </a:lnTo>
                  <a:lnTo>
                    <a:pt x="375495" y="121343"/>
                  </a:lnTo>
                  <a:lnTo>
                    <a:pt x="374062" y="123732"/>
                  </a:lnTo>
                  <a:lnTo>
                    <a:pt x="372629" y="126121"/>
                  </a:lnTo>
                  <a:lnTo>
                    <a:pt x="372629" y="126121"/>
                  </a:lnTo>
                  <a:lnTo>
                    <a:pt x="367852" y="127554"/>
                  </a:lnTo>
                  <a:lnTo>
                    <a:pt x="364985" y="128987"/>
                  </a:lnTo>
                  <a:lnTo>
                    <a:pt x="361163" y="129465"/>
                  </a:lnTo>
                  <a:lnTo>
                    <a:pt x="359730" y="128031"/>
                  </a:lnTo>
                  <a:lnTo>
                    <a:pt x="354953" y="126598"/>
                  </a:lnTo>
                  <a:lnTo>
                    <a:pt x="348742" y="125643"/>
                  </a:lnTo>
                  <a:lnTo>
                    <a:pt x="346831" y="125643"/>
                  </a:lnTo>
                  <a:lnTo>
                    <a:pt x="346354" y="122776"/>
                  </a:lnTo>
                  <a:lnTo>
                    <a:pt x="344443" y="118955"/>
                  </a:lnTo>
                  <a:lnTo>
                    <a:pt x="344443" y="118955"/>
                  </a:lnTo>
                  <a:lnTo>
                    <a:pt x="340143" y="111789"/>
                  </a:lnTo>
                  <a:lnTo>
                    <a:pt x="338710" y="109400"/>
                  </a:lnTo>
                  <a:lnTo>
                    <a:pt x="334888" y="103667"/>
                  </a:lnTo>
                  <a:lnTo>
                    <a:pt x="331066" y="97457"/>
                  </a:lnTo>
                  <a:lnTo>
                    <a:pt x="330589" y="97457"/>
                  </a:lnTo>
                  <a:lnTo>
                    <a:pt x="328200" y="97457"/>
                  </a:lnTo>
                  <a:lnTo>
                    <a:pt x="324378" y="97457"/>
                  </a:lnTo>
                  <a:lnTo>
                    <a:pt x="321512" y="98890"/>
                  </a:lnTo>
                  <a:lnTo>
                    <a:pt x="320079" y="100323"/>
                  </a:lnTo>
                  <a:lnTo>
                    <a:pt x="320079" y="101756"/>
                  </a:lnTo>
                  <a:lnTo>
                    <a:pt x="320079" y="102234"/>
                  </a:lnTo>
                  <a:lnTo>
                    <a:pt x="321512" y="107489"/>
                  </a:lnTo>
                  <a:lnTo>
                    <a:pt x="321034" y="108922"/>
                  </a:lnTo>
                  <a:lnTo>
                    <a:pt x="321034" y="108922"/>
                  </a:lnTo>
                  <a:lnTo>
                    <a:pt x="320079" y="109400"/>
                  </a:lnTo>
                  <a:lnTo>
                    <a:pt x="316735" y="107967"/>
                  </a:lnTo>
                  <a:lnTo>
                    <a:pt x="312435" y="107967"/>
                  </a:lnTo>
                  <a:lnTo>
                    <a:pt x="312435" y="107967"/>
                  </a:lnTo>
                  <a:lnTo>
                    <a:pt x="311480" y="109400"/>
                  </a:lnTo>
                  <a:lnTo>
                    <a:pt x="311480" y="109400"/>
                  </a:lnTo>
                  <a:lnTo>
                    <a:pt x="311002" y="109878"/>
                  </a:lnTo>
                  <a:lnTo>
                    <a:pt x="308613" y="109878"/>
                  </a:lnTo>
                  <a:lnTo>
                    <a:pt x="301447" y="110355"/>
                  </a:lnTo>
                  <a:lnTo>
                    <a:pt x="301447" y="110355"/>
                  </a:lnTo>
                  <a:lnTo>
                    <a:pt x="301447" y="110355"/>
                  </a:lnTo>
                  <a:lnTo>
                    <a:pt x="304314" y="114655"/>
                  </a:lnTo>
                  <a:lnTo>
                    <a:pt x="305747" y="116566"/>
                  </a:lnTo>
                  <a:lnTo>
                    <a:pt x="305747" y="118955"/>
                  </a:lnTo>
                  <a:lnTo>
                    <a:pt x="305269" y="123732"/>
                  </a:lnTo>
                  <a:lnTo>
                    <a:pt x="303836" y="128031"/>
                  </a:lnTo>
                  <a:lnTo>
                    <a:pt x="301925" y="131376"/>
                  </a:lnTo>
                  <a:lnTo>
                    <a:pt x="301925" y="131376"/>
                  </a:lnTo>
                  <a:lnTo>
                    <a:pt x="298581" y="1342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6" name="Freeform 1675">
              <a:extLst>
                <a:ext uri="{FF2B5EF4-FFF2-40B4-BE49-F238E27FC236}">
                  <a16:creationId xmlns:a16="http://schemas.microsoft.com/office/drawing/2014/main" id="{02ECE704-E8AE-65FA-CA0F-959183449909}"/>
                </a:ext>
              </a:extLst>
            </p:cNvPr>
            <p:cNvSpPr/>
            <p:nvPr/>
          </p:nvSpPr>
          <p:spPr>
            <a:xfrm>
              <a:off x="6482482" y="5148132"/>
              <a:ext cx="14331" cy="477"/>
            </a:xfrm>
            <a:custGeom>
              <a:avLst/>
              <a:gdLst>
                <a:gd name="csX0" fmla="*/ 14332 w 14331"/>
                <a:gd name="csY0" fmla="*/ 0 h 477"/>
                <a:gd name="csX1" fmla="*/ 10510 w 14331"/>
                <a:gd name="csY1" fmla="*/ 0 h 477"/>
                <a:gd name="csX2" fmla="*/ 5255 w 14331"/>
                <a:gd name="csY2" fmla="*/ 478 h 477"/>
                <a:gd name="csX3" fmla="*/ 0 w 14331"/>
                <a:gd name="csY3" fmla="*/ 0 h 477"/>
                <a:gd name="csX4" fmla="*/ 5255 w 14331"/>
                <a:gd name="csY4" fmla="*/ 478 h 477"/>
                <a:gd name="csX5" fmla="*/ 10510 w 14331"/>
                <a:gd name="csY5" fmla="*/ 0 h 477"/>
                <a:gd name="csX6" fmla="*/ 14332 w 14331"/>
                <a:gd name="csY6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1" h="477">
                  <a:moveTo>
                    <a:pt x="14332" y="0"/>
                  </a:moveTo>
                  <a:lnTo>
                    <a:pt x="10510" y="0"/>
                  </a:lnTo>
                  <a:lnTo>
                    <a:pt x="5255" y="478"/>
                  </a:lnTo>
                  <a:lnTo>
                    <a:pt x="0" y="0"/>
                  </a:lnTo>
                  <a:lnTo>
                    <a:pt x="5255" y="478"/>
                  </a:lnTo>
                  <a:lnTo>
                    <a:pt x="10510" y="0"/>
                  </a:lnTo>
                  <a:lnTo>
                    <a:pt x="1433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7" name="Freeform 1676">
              <a:extLst>
                <a:ext uri="{FF2B5EF4-FFF2-40B4-BE49-F238E27FC236}">
                  <a16:creationId xmlns:a16="http://schemas.microsoft.com/office/drawing/2014/main" id="{70D994D3-2301-93EC-0A1D-6A2060ECA483}"/>
                </a:ext>
              </a:extLst>
            </p:cNvPr>
            <p:cNvSpPr/>
            <p:nvPr/>
          </p:nvSpPr>
          <p:spPr>
            <a:xfrm>
              <a:off x="6456207" y="4753528"/>
              <a:ext cx="39651" cy="32007"/>
            </a:xfrm>
            <a:custGeom>
              <a:avLst/>
              <a:gdLst>
                <a:gd name="csX0" fmla="*/ 39651 w 39651"/>
                <a:gd name="csY0" fmla="*/ 18154 h 32007"/>
                <a:gd name="csX1" fmla="*/ 39651 w 39651"/>
                <a:gd name="csY1" fmla="*/ 19587 h 32007"/>
                <a:gd name="csX2" fmla="*/ 39651 w 39651"/>
                <a:gd name="csY2" fmla="*/ 21975 h 32007"/>
                <a:gd name="csX3" fmla="*/ 38696 w 39651"/>
                <a:gd name="csY3" fmla="*/ 23409 h 32007"/>
                <a:gd name="csX4" fmla="*/ 38218 w 39651"/>
                <a:gd name="csY4" fmla="*/ 23886 h 32007"/>
                <a:gd name="csX5" fmla="*/ 37741 w 39651"/>
                <a:gd name="csY5" fmla="*/ 23886 h 32007"/>
                <a:gd name="csX6" fmla="*/ 37263 w 39651"/>
                <a:gd name="csY6" fmla="*/ 23886 h 32007"/>
                <a:gd name="csX7" fmla="*/ 36785 w 39651"/>
                <a:gd name="csY7" fmla="*/ 23886 h 32007"/>
                <a:gd name="csX8" fmla="*/ 35352 w 39651"/>
                <a:gd name="csY8" fmla="*/ 23886 h 32007"/>
                <a:gd name="csX9" fmla="*/ 35352 w 39651"/>
                <a:gd name="csY9" fmla="*/ 23886 h 32007"/>
                <a:gd name="csX10" fmla="*/ 34396 w 39651"/>
                <a:gd name="csY10" fmla="*/ 24364 h 32007"/>
                <a:gd name="csX11" fmla="*/ 33441 w 39651"/>
                <a:gd name="csY11" fmla="*/ 24364 h 32007"/>
                <a:gd name="csX12" fmla="*/ 32963 w 39651"/>
                <a:gd name="csY12" fmla="*/ 24364 h 32007"/>
                <a:gd name="csX13" fmla="*/ 32008 w 39651"/>
                <a:gd name="csY13" fmla="*/ 23886 h 32007"/>
                <a:gd name="csX14" fmla="*/ 30575 w 39651"/>
                <a:gd name="csY14" fmla="*/ 22931 h 32007"/>
                <a:gd name="csX15" fmla="*/ 27708 w 39651"/>
                <a:gd name="csY15" fmla="*/ 23409 h 32007"/>
                <a:gd name="csX16" fmla="*/ 27230 w 39651"/>
                <a:gd name="csY16" fmla="*/ 23409 h 32007"/>
                <a:gd name="csX17" fmla="*/ 26275 w 39651"/>
                <a:gd name="csY17" fmla="*/ 23886 h 32007"/>
                <a:gd name="csX18" fmla="*/ 25319 w 39651"/>
                <a:gd name="csY18" fmla="*/ 24842 h 32007"/>
                <a:gd name="csX19" fmla="*/ 24842 w 39651"/>
                <a:gd name="csY19" fmla="*/ 24842 h 32007"/>
                <a:gd name="csX20" fmla="*/ 24364 w 39651"/>
                <a:gd name="csY20" fmla="*/ 24842 h 32007"/>
                <a:gd name="csX21" fmla="*/ 21975 w 39651"/>
                <a:gd name="csY21" fmla="*/ 23409 h 32007"/>
                <a:gd name="csX22" fmla="*/ 21020 w 39651"/>
                <a:gd name="csY22" fmla="*/ 23409 h 32007"/>
                <a:gd name="csX23" fmla="*/ 20542 w 39651"/>
                <a:gd name="csY23" fmla="*/ 27230 h 32007"/>
                <a:gd name="csX24" fmla="*/ 20542 w 39651"/>
                <a:gd name="csY24" fmla="*/ 29141 h 32007"/>
                <a:gd name="csX25" fmla="*/ 20064 w 39651"/>
                <a:gd name="csY25" fmla="*/ 30097 h 32007"/>
                <a:gd name="csX26" fmla="*/ 18153 w 39651"/>
                <a:gd name="csY26" fmla="*/ 31052 h 32007"/>
                <a:gd name="csX27" fmla="*/ 16243 w 39651"/>
                <a:gd name="csY27" fmla="*/ 31530 h 32007"/>
                <a:gd name="csX28" fmla="*/ 15765 w 39651"/>
                <a:gd name="csY28" fmla="*/ 31530 h 32007"/>
                <a:gd name="csX29" fmla="*/ 11943 w 39651"/>
                <a:gd name="csY29" fmla="*/ 32008 h 32007"/>
                <a:gd name="csX30" fmla="*/ 10510 w 39651"/>
                <a:gd name="csY30" fmla="*/ 32008 h 32007"/>
                <a:gd name="csX31" fmla="*/ 9555 w 39651"/>
                <a:gd name="csY31" fmla="*/ 31530 h 32007"/>
                <a:gd name="csX32" fmla="*/ 8599 w 39651"/>
                <a:gd name="csY32" fmla="*/ 29141 h 32007"/>
                <a:gd name="csX33" fmla="*/ 6688 w 39651"/>
                <a:gd name="csY33" fmla="*/ 28186 h 32007"/>
                <a:gd name="csX34" fmla="*/ 4777 w 39651"/>
                <a:gd name="csY34" fmla="*/ 28186 h 32007"/>
                <a:gd name="csX35" fmla="*/ 3821 w 39651"/>
                <a:gd name="csY35" fmla="*/ 28186 h 32007"/>
                <a:gd name="csX36" fmla="*/ 3344 w 39651"/>
                <a:gd name="csY36" fmla="*/ 29141 h 32007"/>
                <a:gd name="csX37" fmla="*/ 2866 w 39651"/>
                <a:gd name="csY37" fmla="*/ 30097 h 32007"/>
                <a:gd name="csX38" fmla="*/ 955 w 39651"/>
                <a:gd name="csY38" fmla="*/ 29619 h 32007"/>
                <a:gd name="csX39" fmla="*/ 478 w 39651"/>
                <a:gd name="csY39" fmla="*/ 28664 h 32007"/>
                <a:gd name="csX40" fmla="*/ 478 w 39651"/>
                <a:gd name="csY40" fmla="*/ 27230 h 32007"/>
                <a:gd name="csX41" fmla="*/ 0 w 39651"/>
                <a:gd name="csY41" fmla="*/ 25320 h 32007"/>
                <a:gd name="csX42" fmla="*/ 0 w 39651"/>
                <a:gd name="csY42" fmla="*/ 24364 h 32007"/>
                <a:gd name="csX43" fmla="*/ 955 w 39651"/>
                <a:gd name="csY43" fmla="*/ 23886 h 32007"/>
                <a:gd name="csX44" fmla="*/ 2389 w 39651"/>
                <a:gd name="csY44" fmla="*/ 22931 h 32007"/>
                <a:gd name="csX45" fmla="*/ 4777 w 39651"/>
                <a:gd name="csY45" fmla="*/ 21498 h 32007"/>
                <a:gd name="csX46" fmla="*/ 5255 w 39651"/>
                <a:gd name="csY46" fmla="*/ 20542 h 32007"/>
                <a:gd name="csX47" fmla="*/ 5733 w 39651"/>
                <a:gd name="csY47" fmla="*/ 19587 h 32007"/>
                <a:gd name="csX48" fmla="*/ 5255 w 39651"/>
                <a:gd name="csY48" fmla="*/ 16721 h 32007"/>
                <a:gd name="csX49" fmla="*/ 5255 w 39651"/>
                <a:gd name="csY49" fmla="*/ 14809 h 32007"/>
                <a:gd name="csX50" fmla="*/ 5255 w 39651"/>
                <a:gd name="csY50" fmla="*/ 13854 h 32007"/>
                <a:gd name="csX51" fmla="*/ 6688 w 39651"/>
                <a:gd name="csY51" fmla="*/ 11943 h 32007"/>
                <a:gd name="csX52" fmla="*/ 8121 w 39651"/>
                <a:gd name="csY52" fmla="*/ 10510 h 32007"/>
                <a:gd name="csX53" fmla="*/ 9555 w 39651"/>
                <a:gd name="csY53" fmla="*/ 8599 h 32007"/>
                <a:gd name="csX54" fmla="*/ 10510 w 39651"/>
                <a:gd name="csY54" fmla="*/ 8121 h 32007"/>
                <a:gd name="csX55" fmla="*/ 11943 w 39651"/>
                <a:gd name="csY55" fmla="*/ 7644 h 32007"/>
                <a:gd name="csX56" fmla="*/ 13376 w 39651"/>
                <a:gd name="csY56" fmla="*/ 6688 h 32007"/>
                <a:gd name="csX57" fmla="*/ 13854 w 39651"/>
                <a:gd name="csY57" fmla="*/ 6210 h 32007"/>
                <a:gd name="csX58" fmla="*/ 14809 w 39651"/>
                <a:gd name="csY58" fmla="*/ 6210 h 32007"/>
                <a:gd name="csX59" fmla="*/ 19109 w 39651"/>
                <a:gd name="csY59" fmla="*/ 5255 h 32007"/>
                <a:gd name="csX60" fmla="*/ 19587 w 39651"/>
                <a:gd name="csY60" fmla="*/ 5255 h 32007"/>
                <a:gd name="csX61" fmla="*/ 20064 w 39651"/>
                <a:gd name="csY61" fmla="*/ 7166 h 32007"/>
                <a:gd name="csX62" fmla="*/ 20542 w 39651"/>
                <a:gd name="csY62" fmla="*/ 7644 h 32007"/>
                <a:gd name="csX63" fmla="*/ 21020 w 39651"/>
                <a:gd name="csY63" fmla="*/ 7644 h 32007"/>
                <a:gd name="csX64" fmla="*/ 22453 w 39651"/>
                <a:gd name="csY64" fmla="*/ 7166 h 32007"/>
                <a:gd name="csX65" fmla="*/ 24364 w 39651"/>
                <a:gd name="csY65" fmla="*/ 5733 h 32007"/>
                <a:gd name="csX66" fmla="*/ 25319 w 39651"/>
                <a:gd name="csY66" fmla="*/ 4777 h 32007"/>
                <a:gd name="csX67" fmla="*/ 26753 w 39651"/>
                <a:gd name="csY67" fmla="*/ 3822 h 32007"/>
                <a:gd name="csX68" fmla="*/ 28186 w 39651"/>
                <a:gd name="csY68" fmla="*/ 2389 h 32007"/>
                <a:gd name="csX69" fmla="*/ 28664 w 39651"/>
                <a:gd name="csY69" fmla="*/ 955 h 32007"/>
                <a:gd name="csX70" fmla="*/ 29619 w 39651"/>
                <a:gd name="csY70" fmla="*/ 478 h 32007"/>
                <a:gd name="csX71" fmla="*/ 30575 w 39651"/>
                <a:gd name="csY71" fmla="*/ 0 h 32007"/>
                <a:gd name="csX72" fmla="*/ 32008 w 39651"/>
                <a:gd name="csY72" fmla="*/ 478 h 32007"/>
                <a:gd name="csX73" fmla="*/ 32485 w 39651"/>
                <a:gd name="csY73" fmla="*/ 478 h 32007"/>
                <a:gd name="csX74" fmla="*/ 32008 w 39651"/>
                <a:gd name="csY74" fmla="*/ 478 h 32007"/>
                <a:gd name="csX75" fmla="*/ 32008 w 39651"/>
                <a:gd name="csY75" fmla="*/ 1433 h 32007"/>
                <a:gd name="csX76" fmla="*/ 32008 w 39651"/>
                <a:gd name="csY76" fmla="*/ 1433 h 32007"/>
                <a:gd name="csX77" fmla="*/ 32485 w 39651"/>
                <a:gd name="csY77" fmla="*/ 2866 h 32007"/>
                <a:gd name="csX78" fmla="*/ 34874 w 39651"/>
                <a:gd name="csY78" fmla="*/ 5733 h 32007"/>
                <a:gd name="csX79" fmla="*/ 36785 w 39651"/>
                <a:gd name="csY79" fmla="*/ 6210 h 32007"/>
                <a:gd name="csX80" fmla="*/ 37741 w 39651"/>
                <a:gd name="csY80" fmla="*/ 7166 h 32007"/>
                <a:gd name="csX81" fmla="*/ 37741 w 39651"/>
                <a:gd name="csY81" fmla="*/ 7644 h 32007"/>
                <a:gd name="csX82" fmla="*/ 38696 w 39651"/>
                <a:gd name="csY82" fmla="*/ 9077 h 32007"/>
                <a:gd name="csX83" fmla="*/ 38696 w 39651"/>
                <a:gd name="csY83" fmla="*/ 11465 h 32007"/>
                <a:gd name="csX84" fmla="*/ 38696 w 39651"/>
                <a:gd name="csY84" fmla="*/ 14332 h 32007"/>
                <a:gd name="csX85" fmla="*/ 38696 w 39651"/>
                <a:gd name="csY85" fmla="*/ 16721 h 32007"/>
                <a:gd name="csX86" fmla="*/ 38696 w 39651"/>
                <a:gd name="csY86" fmla="*/ 16721 h 32007"/>
                <a:gd name="csX87" fmla="*/ 39651 w 39651"/>
                <a:gd name="csY87" fmla="*/ 18154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</a:cxnLst>
              <a:rect l="l" t="t" r="r" b="b"/>
              <a:pathLst>
                <a:path w="39651" h="32007">
                  <a:moveTo>
                    <a:pt x="39651" y="18154"/>
                  </a:moveTo>
                  <a:lnTo>
                    <a:pt x="39651" y="19587"/>
                  </a:lnTo>
                  <a:lnTo>
                    <a:pt x="39651" y="21975"/>
                  </a:lnTo>
                  <a:lnTo>
                    <a:pt x="38696" y="23409"/>
                  </a:lnTo>
                  <a:lnTo>
                    <a:pt x="38218" y="23886"/>
                  </a:lnTo>
                  <a:lnTo>
                    <a:pt x="37741" y="23886"/>
                  </a:lnTo>
                  <a:lnTo>
                    <a:pt x="37263" y="23886"/>
                  </a:lnTo>
                  <a:lnTo>
                    <a:pt x="36785" y="23886"/>
                  </a:lnTo>
                  <a:lnTo>
                    <a:pt x="35352" y="23886"/>
                  </a:lnTo>
                  <a:lnTo>
                    <a:pt x="35352" y="23886"/>
                  </a:lnTo>
                  <a:lnTo>
                    <a:pt x="34396" y="24364"/>
                  </a:lnTo>
                  <a:lnTo>
                    <a:pt x="33441" y="24364"/>
                  </a:lnTo>
                  <a:lnTo>
                    <a:pt x="32963" y="24364"/>
                  </a:lnTo>
                  <a:lnTo>
                    <a:pt x="32008" y="23886"/>
                  </a:lnTo>
                  <a:lnTo>
                    <a:pt x="30575" y="22931"/>
                  </a:lnTo>
                  <a:lnTo>
                    <a:pt x="27708" y="23409"/>
                  </a:lnTo>
                  <a:lnTo>
                    <a:pt x="27230" y="23409"/>
                  </a:lnTo>
                  <a:lnTo>
                    <a:pt x="26275" y="23886"/>
                  </a:lnTo>
                  <a:lnTo>
                    <a:pt x="25319" y="24842"/>
                  </a:lnTo>
                  <a:lnTo>
                    <a:pt x="24842" y="24842"/>
                  </a:lnTo>
                  <a:lnTo>
                    <a:pt x="24364" y="24842"/>
                  </a:lnTo>
                  <a:lnTo>
                    <a:pt x="21975" y="23409"/>
                  </a:lnTo>
                  <a:lnTo>
                    <a:pt x="21020" y="23409"/>
                  </a:lnTo>
                  <a:lnTo>
                    <a:pt x="20542" y="27230"/>
                  </a:lnTo>
                  <a:lnTo>
                    <a:pt x="20542" y="29141"/>
                  </a:lnTo>
                  <a:lnTo>
                    <a:pt x="20064" y="30097"/>
                  </a:lnTo>
                  <a:lnTo>
                    <a:pt x="18153" y="31052"/>
                  </a:lnTo>
                  <a:lnTo>
                    <a:pt x="16243" y="31530"/>
                  </a:lnTo>
                  <a:lnTo>
                    <a:pt x="15765" y="31530"/>
                  </a:lnTo>
                  <a:lnTo>
                    <a:pt x="11943" y="32008"/>
                  </a:lnTo>
                  <a:lnTo>
                    <a:pt x="10510" y="32008"/>
                  </a:lnTo>
                  <a:lnTo>
                    <a:pt x="9555" y="31530"/>
                  </a:lnTo>
                  <a:lnTo>
                    <a:pt x="8599" y="29141"/>
                  </a:lnTo>
                  <a:lnTo>
                    <a:pt x="6688" y="28186"/>
                  </a:lnTo>
                  <a:lnTo>
                    <a:pt x="4777" y="28186"/>
                  </a:lnTo>
                  <a:lnTo>
                    <a:pt x="3821" y="28186"/>
                  </a:lnTo>
                  <a:lnTo>
                    <a:pt x="3344" y="29141"/>
                  </a:lnTo>
                  <a:lnTo>
                    <a:pt x="2866" y="30097"/>
                  </a:lnTo>
                  <a:lnTo>
                    <a:pt x="955" y="29619"/>
                  </a:lnTo>
                  <a:lnTo>
                    <a:pt x="478" y="28664"/>
                  </a:lnTo>
                  <a:lnTo>
                    <a:pt x="478" y="27230"/>
                  </a:lnTo>
                  <a:lnTo>
                    <a:pt x="0" y="25320"/>
                  </a:lnTo>
                  <a:lnTo>
                    <a:pt x="0" y="24364"/>
                  </a:lnTo>
                  <a:lnTo>
                    <a:pt x="955" y="23886"/>
                  </a:lnTo>
                  <a:lnTo>
                    <a:pt x="2389" y="22931"/>
                  </a:lnTo>
                  <a:lnTo>
                    <a:pt x="4777" y="21498"/>
                  </a:lnTo>
                  <a:lnTo>
                    <a:pt x="5255" y="20542"/>
                  </a:lnTo>
                  <a:lnTo>
                    <a:pt x="5733" y="19587"/>
                  </a:lnTo>
                  <a:lnTo>
                    <a:pt x="5255" y="16721"/>
                  </a:lnTo>
                  <a:lnTo>
                    <a:pt x="5255" y="14809"/>
                  </a:lnTo>
                  <a:lnTo>
                    <a:pt x="5255" y="13854"/>
                  </a:lnTo>
                  <a:lnTo>
                    <a:pt x="6688" y="11943"/>
                  </a:lnTo>
                  <a:lnTo>
                    <a:pt x="8121" y="10510"/>
                  </a:lnTo>
                  <a:lnTo>
                    <a:pt x="9555" y="8599"/>
                  </a:lnTo>
                  <a:lnTo>
                    <a:pt x="10510" y="8121"/>
                  </a:lnTo>
                  <a:lnTo>
                    <a:pt x="11943" y="7644"/>
                  </a:lnTo>
                  <a:lnTo>
                    <a:pt x="13376" y="6688"/>
                  </a:lnTo>
                  <a:lnTo>
                    <a:pt x="13854" y="6210"/>
                  </a:lnTo>
                  <a:lnTo>
                    <a:pt x="14809" y="6210"/>
                  </a:lnTo>
                  <a:lnTo>
                    <a:pt x="19109" y="5255"/>
                  </a:lnTo>
                  <a:lnTo>
                    <a:pt x="19587" y="5255"/>
                  </a:lnTo>
                  <a:lnTo>
                    <a:pt x="20064" y="7166"/>
                  </a:lnTo>
                  <a:lnTo>
                    <a:pt x="20542" y="7644"/>
                  </a:lnTo>
                  <a:lnTo>
                    <a:pt x="21020" y="7644"/>
                  </a:lnTo>
                  <a:lnTo>
                    <a:pt x="22453" y="7166"/>
                  </a:lnTo>
                  <a:lnTo>
                    <a:pt x="24364" y="5733"/>
                  </a:lnTo>
                  <a:lnTo>
                    <a:pt x="25319" y="4777"/>
                  </a:lnTo>
                  <a:lnTo>
                    <a:pt x="26753" y="3822"/>
                  </a:lnTo>
                  <a:lnTo>
                    <a:pt x="28186" y="2389"/>
                  </a:lnTo>
                  <a:lnTo>
                    <a:pt x="28664" y="955"/>
                  </a:lnTo>
                  <a:lnTo>
                    <a:pt x="29619" y="478"/>
                  </a:lnTo>
                  <a:lnTo>
                    <a:pt x="30575" y="0"/>
                  </a:lnTo>
                  <a:lnTo>
                    <a:pt x="32008" y="478"/>
                  </a:lnTo>
                  <a:lnTo>
                    <a:pt x="32485" y="478"/>
                  </a:lnTo>
                  <a:lnTo>
                    <a:pt x="32008" y="478"/>
                  </a:lnTo>
                  <a:lnTo>
                    <a:pt x="32008" y="1433"/>
                  </a:lnTo>
                  <a:lnTo>
                    <a:pt x="32008" y="1433"/>
                  </a:lnTo>
                  <a:lnTo>
                    <a:pt x="32485" y="2866"/>
                  </a:lnTo>
                  <a:lnTo>
                    <a:pt x="34874" y="5733"/>
                  </a:lnTo>
                  <a:lnTo>
                    <a:pt x="36785" y="6210"/>
                  </a:lnTo>
                  <a:lnTo>
                    <a:pt x="37741" y="7166"/>
                  </a:lnTo>
                  <a:lnTo>
                    <a:pt x="37741" y="7644"/>
                  </a:lnTo>
                  <a:lnTo>
                    <a:pt x="38696" y="9077"/>
                  </a:lnTo>
                  <a:lnTo>
                    <a:pt x="38696" y="11465"/>
                  </a:lnTo>
                  <a:lnTo>
                    <a:pt x="38696" y="14332"/>
                  </a:lnTo>
                  <a:lnTo>
                    <a:pt x="38696" y="16721"/>
                  </a:lnTo>
                  <a:lnTo>
                    <a:pt x="38696" y="16721"/>
                  </a:lnTo>
                  <a:lnTo>
                    <a:pt x="39651" y="181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8" name="Freeform 1677">
              <a:extLst>
                <a:ext uri="{FF2B5EF4-FFF2-40B4-BE49-F238E27FC236}">
                  <a16:creationId xmlns:a16="http://schemas.microsoft.com/office/drawing/2014/main" id="{8D94D963-BAA9-36C3-AC5F-6809E85124DB}"/>
                </a:ext>
              </a:extLst>
            </p:cNvPr>
            <p:cNvSpPr/>
            <p:nvPr/>
          </p:nvSpPr>
          <p:spPr>
            <a:xfrm>
              <a:off x="6491081" y="3515730"/>
              <a:ext cx="4777" cy="2388"/>
            </a:xfrm>
            <a:custGeom>
              <a:avLst/>
              <a:gdLst>
                <a:gd name="csX0" fmla="*/ 4777 w 4777"/>
                <a:gd name="csY0" fmla="*/ 1911 h 2388"/>
                <a:gd name="csX1" fmla="*/ 4777 w 4777"/>
                <a:gd name="csY1" fmla="*/ 2389 h 2388"/>
                <a:gd name="csX2" fmla="*/ 3344 w 4777"/>
                <a:gd name="csY2" fmla="*/ 2389 h 2388"/>
                <a:gd name="csX3" fmla="*/ 1911 w 4777"/>
                <a:gd name="csY3" fmla="*/ 1911 h 2388"/>
                <a:gd name="csX4" fmla="*/ 956 w 4777"/>
                <a:gd name="csY4" fmla="*/ 478 h 2388"/>
                <a:gd name="csX5" fmla="*/ 0 w 4777"/>
                <a:gd name="csY5" fmla="*/ 478 h 2388"/>
                <a:gd name="csX6" fmla="*/ 0 w 4777"/>
                <a:gd name="csY6" fmla="*/ 0 h 2388"/>
                <a:gd name="csX7" fmla="*/ 956 w 4777"/>
                <a:gd name="csY7" fmla="*/ 478 h 2388"/>
                <a:gd name="csX8" fmla="*/ 1911 w 4777"/>
                <a:gd name="csY8" fmla="*/ 1433 h 2388"/>
                <a:gd name="csX9" fmla="*/ 3344 w 4777"/>
                <a:gd name="csY9" fmla="*/ 2389 h 2388"/>
                <a:gd name="csX10" fmla="*/ 4777 w 4777"/>
                <a:gd name="csY10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2388">
                  <a:moveTo>
                    <a:pt x="4777" y="1911"/>
                  </a:moveTo>
                  <a:lnTo>
                    <a:pt x="4777" y="2389"/>
                  </a:lnTo>
                  <a:lnTo>
                    <a:pt x="3344" y="2389"/>
                  </a:lnTo>
                  <a:lnTo>
                    <a:pt x="1911" y="1911"/>
                  </a:lnTo>
                  <a:lnTo>
                    <a:pt x="956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911" y="1433"/>
                  </a:lnTo>
                  <a:lnTo>
                    <a:pt x="3344" y="2389"/>
                  </a:lnTo>
                  <a:lnTo>
                    <a:pt x="477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9" name="Freeform 1678">
              <a:extLst>
                <a:ext uri="{FF2B5EF4-FFF2-40B4-BE49-F238E27FC236}">
                  <a16:creationId xmlns:a16="http://schemas.microsoft.com/office/drawing/2014/main" id="{533DF637-3E13-1620-2DB3-65D8EDE022BC}"/>
                </a:ext>
              </a:extLst>
            </p:cNvPr>
            <p:cNvSpPr/>
            <p:nvPr/>
          </p:nvSpPr>
          <p:spPr>
            <a:xfrm>
              <a:off x="6493470" y="3629908"/>
              <a:ext cx="1911" cy="1910"/>
            </a:xfrm>
            <a:custGeom>
              <a:avLst/>
              <a:gdLst>
                <a:gd name="csX0" fmla="*/ 1911 w 1911"/>
                <a:gd name="csY0" fmla="*/ 0 h 1910"/>
                <a:gd name="csX1" fmla="*/ 0 w 1911"/>
                <a:gd name="csY1" fmla="*/ 1911 h 1910"/>
                <a:gd name="csX2" fmla="*/ 0 w 1911"/>
                <a:gd name="csY2" fmla="*/ 1911 h 1910"/>
                <a:gd name="csX3" fmla="*/ 1911 w 1911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910">
                  <a:moveTo>
                    <a:pt x="1911" y="0"/>
                  </a:moveTo>
                  <a:lnTo>
                    <a:pt x="0" y="1911"/>
                  </a:lnTo>
                  <a:lnTo>
                    <a:pt x="0" y="1911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" name="Freeform 1679">
              <a:extLst>
                <a:ext uri="{FF2B5EF4-FFF2-40B4-BE49-F238E27FC236}">
                  <a16:creationId xmlns:a16="http://schemas.microsoft.com/office/drawing/2014/main" id="{BDEF08EE-8F98-EFE7-5466-8E5139C6AB70}"/>
                </a:ext>
              </a:extLst>
            </p:cNvPr>
            <p:cNvSpPr/>
            <p:nvPr/>
          </p:nvSpPr>
          <p:spPr>
            <a:xfrm>
              <a:off x="6459073" y="4776458"/>
              <a:ext cx="35829" cy="38695"/>
            </a:xfrm>
            <a:custGeom>
              <a:avLst/>
              <a:gdLst>
                <a:gd name="csX0" fmla="*/ 35830 w 35829"/>
                <a:gd name="csY0" fmla="*/ 14332 h 38695"/>
                <a:gd name="csX1" fmla="*/ 35830 w 35829"/>
                <a:gd name="csY1" fmla="*/ 15765 h 38695"/>
                <a:gd name="csX2" fmla="*/ 35352 w 35829"/>
                <a:gd name="csY2" fmla="*/ 17198 h 38695"/>
                <a:gd name="csX3" fmla="*/ 32963 w 35829"/>
                <a:gd name="csY3" fmla="*/ 18154 h 38695"/>
                <a:gd name="csX4" fmla="*/ 32008 w 35829"/>
                <a:gd name="csY4" fmla="*/ 18631 h 38695"/>
                <a:gd name="csX5" fmla="*/ 32008 w 35829"/>
                <a:gd name="csY5" fmla="*/ 18631 h 38695"/>
                <a:gd name="csX6" fmla="*/ 31530 w 35829"/>
                <a:gd name="csY6" fmla="*/ 19109 h 38695"/>
                <a:gd name="csX7" fmla="*/ 32008 w 35829"/>
                <a:gd name="csY7" fmla="*/ 19109 h 38695"/>
                <a:gd name="csX8" fmla="*/ 32008 w 35829"/>
                <a:gd name="csY8" fmla="*/ 19587 h 38695"/>
                <a:gd name="csX9" fmla="*/ 32008 w 35829"/>
                <a:gd name="csY9" fmla="*/ 19587 h 38695"/>
                <a:gd name="csX10" fmla="*/ 32008 w 35829"/>
                <a:gd name="csY10" fmla="*/ 20065 h 38695"/>
                <a:gd name="csX11" fmla="*/ 30097 w 35829"/>
                <a:gd name="csY11" fmla="*/ 21498 h 38695"/>
                <a:gd name="csX12" fmla="*/ 28186 w 35829"/>
                <a:gd name="csY12" fmla="*/ 22931 h 38695"/>
                <a:gd name="csX13" fmla="*/ 28186 w 35829"/>
                <a:gd name="csY13" fmla="*/ 22931 h 38695"/>
                <a:gd name="csX14" fmla="*/ 27709 w 35829"/>
                <a:gd name="csY14" fmla="*/ 24364 h 38695"/>
                <a:gd name="csX15" fmla="*/ 27230 w 35829"/>
                <a:gd name="csY15" fmla="*/ 25320 h 38695"/>
                <a:gd name="csX16" fmla="*/ 26275 w 35829"/>
                <a:gd name="csY16" fmla="*/ 26275 h 38695"/>
                <a:gd name="csX17" fmla="*/ 24842 w 35829"/>
                <a:gd name="csY17" fmla="*/ 27708 h 38695"/>
                <a:gd name="csX18" fmla="*/ 24842 w 35829"/>
                <a:gd name="csY18" fmla="*/ 27708 h 38695"/>
                <a:gd name="csX19" fmla="*/ 23409 w 35829"/>
                <a:gd name="csY19" fmla="*/ 30097 h 38695"/>
                <a:gd name="csX20" fmla="*/ 22453 w 35829"/>
                <a:gd name="csY20" fmla="*/ 32008 h 38695"/>
                <a:gd name="csX21" fmla="*/ 18632 w 35829"/>
                <a:gd name="csY21" fmla="*/ 35830 h 38695"/>
                <a:gd name="csX22" fmla="*/ 15287 w 35829"/>
                <a:gd name="csY22" fmla="*/ 38218 h 38695"/>
                <a:gd name="csX23" fmla="*/ 13854 w 35829"/>
                <a:gd name="csY23" fmla="*/ 38696 h 38695"/>
                <a:gd name="csX24" fmla="*/ 7644 w 35829"/>
                <a:gd name="csY24" fmla="*/ 38696 h 38695"/>
                <a:gd name="csX25" fmla="*/ 7644 w 35829"/>
                <a:gd name="csY25" fmla="*/ 38696 h 38695"/>
                <a:gd name="csX26" fmla="*/ 7166 w 35829"/>
                <a:gd name="csY26" fmla="*/ 35830 h 38695"/>
                <a:gd name="csX27" fmla="*/ 6211 w 35829"/>
                <a:gd name="csY27" fmla="*/ 32008 h 38695"/>
                <a:gd name="csX28" fmla="*/ 4300 w 35829"/>
                <a:gd name="csY28" fmla="*/ 28664 h 38695"/>
                <a:gd name="csX29" fmla="*/ 3822 w 35829"/>
                <a:gd name="csY29" fmla="*/ 27231 h 38695"/>
                <a:gd name="csX30" fmla="*/ 3822 w 35829"/>
                <a:gd name="csY30" fmla="*/ 24842 h 38695"/>
                <a:gd name="csX31" fmla="*/ 3822 w 35829"/>
                <a:gd name="csY31" fmla="*/ 21020 h 38695"/>
                <a:gd name="csX32" fmla="*/ 3822 w 35829"/>
                <a:gd name="csY32" fmla="*/ 19109 h 38695"/>
                <a:gd name="csX33" fmla="*/ 3822 w 35829"/>
                <a:gd name="csY33" fmla="*/ 17676 h 38695"/>
                <a:gd name="csX34" fmla="*/ 4300 w 35829"/>
                <a:gd name="csY34" fmla="*/ 14809 h 38695"/>
                <a:gd name="csX35" fmla="*/ 4300 w 35829"/>
                <a:gd name="csY35" fmla="*/ 13376 h 38695"/>
                <a:gd name="csX36" fmla="*/ 2866 w 35829"/>
                <a:gd name="csY36" fmla="*/ 11465 h 38695"/>
                <a:gd name="csX37" fmla="*/ 955 w 35829"/>
                <a:gd name="csY37" fmla="*/ 9555 h 38695"/>
                <a:gd name="csX38" fmla="*/ 0 w 35829"/>
                <a:gd name="csY38" fmla="*/ 8599 h 38695"/>
                <a:gd name="csX39" fmla="*/ 0 w 35829"/>
                <a:gd name="csY39" fmla="*/ 8121 h 38695"/>
                <a:gd name="csX40" fmla="*/ 0 w 35829"/>
                <a:gd name="csY40" fmla="*/ 7166 h 38695"/>
                <a:gd name="csX41" fmla="*/ 478 w 35829"/>
                <a:gd name="csY41" fmla="*/ 6210 h 38695"/>
                <a:gd name="csX42" fmla="*/ 955 w 35829"/>
                <a:gd name="csY42" fmla="*/ 5255 h 38695"/>
                <a:gd name="csX43" fmla="*/ 1911 w 35829"/>
                <a:gd name="csY43" fmla="*/ 5255 h 38695"/>
                <a:gd name="csX44" fmla="*/ 3822 w 35829"/>
                <a:gd name="csY44" fmla="*/ 5255 h 38695"/>
                <a:gd name="csX45" fmla="*/ 5733 w 35829"/>
                <a:gd name="csY45" fmla="*/ 6210 h 38695"/>
                <a:gd name="csX46" fmla="*/ 6688 w 35829"/>
                <a:gd name="csY46" fmla="*/ 8599 h 38695"/>
                <a:gd name="csX47" fmla="*/ 7644 w 35829"/>
                <a:gd name="csY47" fmla="*/ 9077 h 38695"/>
                <a:gd name="csX48" fmla="*/ 9077 w 35829"/>
                <a:gd name="csY48" fmla="*/ 9077 h 38695"/>
                <a:gd name="csX49" fmla="*/ 12898 w 35829"/>
                <a:gd name="csY49" fmla="*/ 8599 h 38695"/>
                <a:gd name="csX50" fmla="*/ 13377 w 35829"/>
                <a:gd name="csY50" fmla="*/ 8599 h 38695"/>
                <a:gd name="csX51" fmla="*/ 15287 w 35829"/>
                <a:gd name="csY51" fmla="*/ 8121 h 38695"/>
                <a:gd name="csX52" fmla="*/ 17198 w 35829"/>
                <a:gd name="csY52" fmla="*/ 7166 h 38695"/>
                <a:gd name="csX53" fmla="*/ 17676 w 35829"/>
                <a:gd name="csY53" fmla="*/ 6210 h 38695"/>
                <a:gd name="csX54" fmla="*/ 17676 w 35829"/>
                <a:gd name="csY54" fmla="*/ 4299 h 38695"/>
                <a:gd name="csX55" fmla="*/ 18154 w 35829"/>
                <a:gd name="csY55" fmla="*/ 478 h 38695"/>
                <a:gd name="csX56" fmla="*/ 19109 w 35829"/>
                <a:gd name="csY56" fmla="*/ 478 h 38695"/>
                <a:gd name="csX57" fmla="*/ 21498 w 35829"/>
                <a:gd name="csY57" fmla="*/ 1911 h 38695"/>
                <a:gd name="csX58" fmla="*/ 21975 w 35829"/>
                <a:gd name="csY58" fmla="*/ 1911 h 38695"/>
                <a:gd name="csX59" fmla="*/ 22453 w 35829"/>
                <a:gd name="csY59" fmla="*/ 1911 h 38695"/>
                <a:gd name="csX60" fmla="*/ 23409 w 35829"/>
                <a:gd name="csY60" fmla="*/ 956 h 38695"/>
                <a:gd name="csX61" fmla="*/ 24364 w 35829"/>
                <a:gd name="csY61" fmla="*/ 478 h 38695"/>
                <a:gd name="csX62" fmla="*/ 24842 w 35829"/>
                <a:gd name="csY62" fmla="*/ 478 h 38695"/>
                <a:gd name="csX63" fmla="*/ 27709 w 35829"/>
                <a:gd name="csY63" fmla="*/ 0 h 38695"/>
                <a:gd name="csX64" fmla="*/ 29141 w 35829"/>
                <a:gd name="csY64" fmla="*/ 956 h 38695"/>
                <a:gd name="csX65" fmla="*/ 30097 w 35829"/>
                <a:gd name="csY65" fmla="*/ 1433 h 38695"/>
                <a:gd name="csX66" fmla="*/ 30575 w 35829"/>
                <a:gd name="csY66" fmla="*/ 1433 h 38695"/>
                <a:gd name="csX67" fmla="*/ 30575 w 35829"/>
                <a:gd name="csY67" fmla="*/ 1433 h 38695"/>
                <a:gd name="csX68" fmla="*/ 30097 w 35829"/>
                <a:gd name="csY68" fmla="*/ 1911 h 38695"/>
                <a:gd name="csX69" fmla="*/ 28186 w 35829"/>
                <a:gd name="csY69" fmla="*/ 5255 h 38695"/>
                <a:gd name="csX70" fmla="*/ 28186 w 35829"/>
                <a:gd name="csY70" fmla="*/ 5733 h 38695"/>
                <a:gd name="csX71" fmla="*/ 28186 w 35829"/>
                <a:gd name="csY71" fmla="*/ 6210 h 38695"/>
                <a:gd name="csX72" fmla="*/ 28186 w 35829"/>
                <a:gd name="csY72" fmla="*/ 6210 h 38695"/>
                <a:gd name="csX73" fmla="*/ 28186 w 35829"/>
                <a:gd name="csY73" fmla="*/ 6210 h 38695"/>
                <a:gd name="csX74" fmla="*/ 28664 w 35829"/>
                <a:gd name="csY74" fmla="*/ 6688 h 38695"/>
                <a:gd name="csX75" fmla="*/ 29141 w 35829"/>
                <a:gd name="csY75" fmla="*/ 6688 h 38695"/>
                <a:gd name="csX76" fmla="*/ 28664 w 35829"/>
                <a:gd name="csY76" fmla="*/ 8121 h 38695"/>
                <a:gd name="csX77" fmla="*/ 28186 w 35829"/>
                <a:gd name="csY77" fmla="*/ 8121 h 38695"/>
                <a:gd name="csX78" fmla="*/ 28186 w 35829"/>
                <a:gd name="csY78" fmla="*/ 9077 h 38695"/>
                <a:gd name="csX79" fmla="*/ 28186 w 35829"/>
                <a:gd name="csY79" fmla="*/ 10032 h 38695"/>
                <a:gd name="csX80" fmla="*/ 28186 w 35829"/>
                <a:gd name="csY80" fmla="*/ 10032 h 38695"/>
                <a:gd name="csX81" fmla="*/ 28664 w 35829"/>
                <a:gd name="csY81" fmla="*/ 10510 h 38695"/>
                <a:gd name="csX82" fmla="*/ 30097 w 35829"/>
                <a:gd name="csY82" fmla="*/ 10988 h 38695"/>
                <a:gd name="csX83" fmla="*/ 30097 w 35829"/>
                <a:gd name="csY83" fmla="*/ 10988 h 38695"/>
                <a:gd name="csX84" fmla="*/ 31530 w 35829"/>
                <a:gd name="csY84" fmla="*/ 10988 h 38695"/>
                <a:gd name="csX85" fmla="*/ 33919 w 35829"/>
                <a:gd name="csY85" fmla="*/ 11943 h 38695"/>
                <a:gd name="csX86" fmla="*/ 34874 w 35829"/>
                <a:gd name="csY86" fmla="*/ 11943 h 38695"/>
                <a:gd name="csX87" fmla="*/ 35352 w 35829"/>
                <a:gd name="csY87" fmla="*/ 12421 h 38695"/>
                <a:gd name="csX88" fmla="*/ 35352 w 35829"/>
                <a:gd name="csY88" fmla="*/ 13376 h 38695"/>
                <a:gd name="csX89" fmla="*/ 35352 w 35829"/>
                <a:gd name="csY89" fmla="*/ 13854 h 38695"/>
                <a:gd name="csX90" fmla="*/ 35830 w 35829"/>
                <a:gd name="csY90" fmla="*/ 14332 h 38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35829" h="38695">
                  <a:moveTo>
                    <a:pt x="35830" y="14332"/>
                  </a:moveTo>
                  <a:lnTo>
                    <a:pt x="35830" y="15765"/>
                  </a:lnTo>
                  <a:lnTo>
                    <a:pt x="35352" y="17198"/>
                  </a:lnTo>
                  <a:lnTo>
                    <a:pt x="32963" y="18154"/>
                  </a:lnTo>
                  <a:lnTo>
                    <a:pt x="32008" y="18631"/>
                  </a:lnTo>
                  <a:lnTo>
                    <a:pt x="32008" y="18631"/>
                  </a:lnTo>
                  <a:lnTo>
                    <a:pt x="31530" y="19109"/>
                  </a:lnTo>
                  <a:lnTo>
                    <a:pt x="32008" y="19109"/>
                  </a:lnTo>
                  <a:lnTo>
                    <a:pt x="32008" y="19587"/>
                  </a:lnTo>
                  <a:lnTo>
                    <a:pt x="32008" y="19587"/>
                  </a:lnTo>
                  <a:lnTo>
                    <a:pt x="32008" y="20065"/>
                  </a:lnTo>
                  <a:lnTo>
                    <a:pt x="30097" y="21498"/>
                  </a:lnTo>
                  <a:lnTo>
                    <a:pt x="28186" y="22931"/>
                  </a:lnTo>
                  <a:lnTo>
                    <a:pt x="28186" y="22931"/>
                  </a:lnTo>
                  <a:lnTo>
                    <a:pt x="27709" y="24364"/>
                  </a:lnTo>
                  <a:lnTo>
                    <a:pt x="27230" y="25320"/>
                  </a:lnTo>
                  <a:lnTo>
                    <a:pt x="26275" y="26275"/>
                  </a:lnTo>
                  <a:lnTo>
                    <a:pt x="24842" y="27708"/>
                  </a:lnTo>
                  <a:lnTo>
                    <a:pt x="24842" y="27708"/>
                  </a:lnTo>
                  <a:lnTo>
                    <a:pt x="23409" y="30097"/>
                  </a:lnTo>
                  <a:lnTo>
                    <a:pt x="22453" y="32008"/>
                  </a:lnTo>
                  <a:lnTo>
                    <a:pt x="18632" y="35830"/>
                  </a:lnTo>
                  <a:lnTo>
                    <a:pt x="15287" y="38218"/>
                  </a:lnTo>
                  <a:lnTo>
                    <a:pt x="13854" y="38696"/>
                  </a:lnTo>
                  <a:lnTo>
                    <a:pt x="7644" y="38696"/>
                  </a:lnTo>
                  <a:lnTo>
                    <a:pt x="7644" y="38696"/>
                  </a:lnTo>
                  <a:lnTo>
                    <a:pt x="7166" y="35830"/>
                  </a:lnTo>
                  <a:lnTo>
                    <a:pt x="6211" y="32008"/>
                  </a:lnTo>
                  <a:lnTo>
                    <a:pt x="4300" y="28664"/>
                  </a:lnTo>
                  <a:lnTo>
                    <a:pt x="3822" y="27231"/>
                  </a:lnTo>
                  <a:lnTo>
                    <a:pt x="3822" y="24842"/>
                  </a:lnTo>
                  <a:lnTo>
                    <a:pt x="3822" y="21020"/>
                  </a:lnTo>
                  <a:lnTo>
                    <a:pt x="3822" y="19109"/>
                  </a:lnTo>
                  <a:lnTo>
                    <a:pt x="3822" y="17676"/>
                  </a:lnTo>
                  <a:lnTo>
                    <a:pt x="4300" y="14809"/>
                  </a:lnTo>
                  <a:lnTo>
                    <a:pt x="4300" y="13376"/>
                  </a:lnTo>
                  <a:lnTo>
                    <a:pt x="2866" y="11465"/>
                  </a:lnTo>
                  <a:lnTo>
                    <a:pt x="955" y="9555"/>
                  </a:lnTo>
                  <a:lnTo>
                    <a:pt x="0" y="8599"/>
                  </a:lnTo>
                  <a:lnTo>
                    <a:pt x="0" y="8121"/>
                  </a:lnTo>
                  <a:lnTo>
                    <a:pt x="0" y="7166"/>
                  </a:lnTo>
                  <a:lnTo>
                    <a:pt x="478" y="6210"/>
                  </a:lnTo>
                  <a:lnTo>
                    <a:pt x="955" y="5255"/>
                  </a:lnTo>
                  <a:lnTo>
                    <a:pt x="1911" y="5255"/>
                  </a:lnTo>
                  <a:lnTo>
                    <a:pt x="3822" y="5255"/>
                  </a:lnTo>
                  <a:lnTo>
                    <a:pt x="5733" y="6210"/>
                  </a:lnTo>
                  <a:lnTo>
                    <a:pt x="6688" y="8599"/>
                  </a:lnTo>
                  <a:lnTo>
                    <a:pt x="7644" y="9077"/>
                  </a:lnTo>
                  <a:lnTo>
                    <a:pt x="9077" y="9077"/>
                  </a:lnTo>
                  <a:lnTo>
                    <a:pt x="12898" y="8599"/>
                  </a:lnTo>
                  <a:lnTo>
                    <a:pt x="13377" y="8599"/>
                  </a:lnTo>
                  <a:lnTo>
                    <a:pt x="15287" y="8121"/>
                  </a:lnTo>
                  <a:lnTo>
                    <a:pt x="17198" y="7166"/>
                  </a:lnTo>
                  <a:lnTo>
                    <a:pt x="17676" y="6210"/>
                  </a:lnTo>
                  <a:lnTo>
                    <a:pt x="17676" y="4299"/>
                  </a:lnTo>
                  <a:lnTo>
                    <a:pt x="18154" y="478"/>
                  </a:lnTo>
                  <a:lnTo>
                    <a:pt x="19109" y="478"/>
                  </a:lnTo>
                  <a:lnTo>
                    <a:pt x="21498" y="1911"/>
                  </a:lnTo>
                  <a:lnTo>
                    <a:pt x="21975" y="1911"/>
                  </a:lnTo>
                  <a:lnTo>
                    <a:pt x="22453" y="1911"/>
                  </a:lnTo>
                  <a:lnTo>
                    <a:pt x="23409" y="956"/>
                  </a:lnTo>
                  <a:lnTo>
                    <a:pt x="24364" y="478"/>
                  </a:lnTo>
                  <a:lnTo>
                    <a:pt x="24842" y="478"/>
                  </a:lnTo>
                  <a:lnTo>
                    <a:pt x="27709" y="0"/>
                  </a:lnTo>
                  <a:lnTo>
                    <a:pt x="29141" y="956"/>
                  </a:lnTo>
                  <a:lnTo>
                    <a:pt x="30097" y="1433"/>
                  </a:lnTo>
                  <a:lnTo>
                    <a:pt x="30575" y="1433"/>
                  </a:lnTo>
                  <a:lnTo>
                    <a:pt x="30575" y="1433"/>
                  </a:lnTo>
                  <a:lnTo>
                    <a:pt x="30097" y="1911"/>
                  </a:lnTo>
                  <a:lnTo>
                    <a:pt x="28186" y="5255"/>
                  </a:lnTo>
                  <a:lnTo>
                    <a:pt x="28186" y="5733"/>
                  </a:lnTo>
                  <a:lnTo>
                    <a:pt x="28186" y="6210"/>
                  </a:lnTo>
                  <a:lnTo>
                    <a:pt x="28186" y="6210"/>
                  </a:lnTo>
                  <a:lnTo>
                    <a:pt x="28186" y="6210"/>
                  </a:lnTo>
                  <a:lnTo>
                    <a:pt x="28664" y="6688"/>
                  </a:lnTo>
                  <a:lnTo>
                    <a:pt x="29141" y="6688"/>
                  </a:lnTo>
                  <a:lnTo>
                    <a:pt x="28664" y="8121"/>
                  </a:lnTo>
                  <a:lnTo>
                    <a:pt x="28186" y="8121"/>
                  </a:lnTo>
                  <a:lnTo>
                    <a:pt x="28186" y="9077"/>
                  </a:lnTo>
                  <a:lnTo>
                    <a:pt x="28186" y="10032"/>
                  </a:lnTo>
                  <a:lnTo>
                    <a:pt x="28186" y="10032"/>
                  </a:lnTo>
                  <a:lnTo>
                    <a:pt x="28664" y="10510"/>
                  </a:lnTo>
                  <a:lnTo>
                    <a:pt x="30097" y="10988"/>
                  </a:lnTo>
                  <a:lnTo>
                    <a:pt x="30097" y="10988"/>
                  </a:lnTo>
                  <a:lnTo>
                    <a:pt x="31530" y="10988"/>
                  </a:lnTo>
                  <a:lnTo>
                    <a:pt x="33919" y="11943"/>
                  </a:lnTo>
                  <a:lnTo>
                    <a:pt x="34874" y="11943"/>
                  </a:lnTo>
                  <a:lnTo>
                    <a:pt x="35352" y="12421"/>
                  </a:lnTo>
                  <a:lnTo>
                    <a:pt x="35352" y="13376"/>
                  </a:lnTo>
                  <a:lnTo>
                    <a:pt x="35352" y="13854"/>
                  </a:lnTo>
                  <a:lnTo>
                    <a:pt x="35830" y="143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1" name="Freeform 1680">
              <a:extLst>
                <a:ext uri="{FF2B5EF4-FFF2-40B4-BE49-F238E27FC236}">
                  <a16:creationId xmlns:a16="http://schemas.microsoft.com/office/drawing/2014/main" id="{7DC55842-ED6B-7CE1-E1C5-27282C09840D}"/>
                </a:ext>
              </a:extLst>
            </p:cNvPr>
            <p:cNvSpPr/>
            <p:nvPr/>
          </p:nvSpPr>
          <p:spPr>
            <a:xfrm>
              <a:off x="6493470" y="4668969"/>
              <a:ext cx="955" cy="955"/>
            </a:xfrm>
            <a:custGeom>
              <a:avLst/>
              <a:gdLst>
                <a:gd name="csX0" fmla="*/ 478 w 955"/>
                <a:gd name="csY0" fmla="*/ 0 h 955"/>
                <a:gd name="csX1" fmla="*/ 956 w 955"/>
                <a:gd name="csY1" fmla="*/ 956 h 955"/>
                <a:gd name="csX2" fmla="*/ 0 w 955"/>
                <a:gd name="csY2" fmla="*/ 0 h 955"/>
                <a:gd name="csX3" fmla="*/ 478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478" y="0"/>
                  </a:moveTo>
                  <a:lnTo>
                    <a:pt x="956" y="956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2" name="Freeform 1681">
              <a:extLst>
                <a:ext uri="{FF2B5EF4-FFF2-40B4-BE49-F238E27FC236}">
                  <a16:creationId xmlns:a16="http://schemas.microsoft.com/office/drawing/2014/main" id="{55B8EEA3-E194-EF6C-701C-B1DAF945BFA0}"/>
                </a:ext>
              </a:extLst>
            </p:cNvPr>
            <p:cNvSpPr/>
            <p:nvPr/>
          </p:nvSpPr>
          <p:spPr>
            <a:xfrm>
              <a:off x="6489171" y="4787446"/>
              <a:ext cx="3821" cy="955"/>
            </a:xfrm>
            <a:custGeom>
              <a:avLst/>
              <a:gdLst>
                <a:gd name="csX0" fmla="*/ 3821 w 3821"/>
                <a:gd name="csY0" fmla="*/ 956 h 955"/>
                <a:gd name="csX1" fmla="*/ 1433 w 3821"/>
                <a:gd name="csY1" fmla="*/ 0 h 955"/>
                <a:gd name="csX2" fmla="*/ 0 w 3821"/>
                <a:gd name="csY2" fmla="*/ 0 h 955"/>
                <a:gd name="csX3" fmla="*/ 1433 w 3821"/>
                <a:gd name="csY3" fmla="*/ 0 h 955"/>
                <a:gd name="csX4" fmla="*/ 3821 w 3821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955">
                  <a:moveTo>
                    <a:pt x="3821" y="956"/>
                  </a:moveTo>
                  <a:lnTo>
                    <a:pt x="1433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38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3" name="Freeform 1682">
              <a:extLst>
                <a:ext uri="{FF2B5EF4-FFF2-40B4-BE49-F238E27FC236}">
                  <a16:creationId xmlns:a16="http://schemas.microsoft.com/office/drawing/2014/main" id="{EB996EB0-5B09-E195-4C3E-E46FCF81C6B6}"/>
                </a:ext>
              </a:extLst>
            </p:cNvPr>
            <p:cNvSpPr/>
            <p:nvPr/>
          </p:nvSpPr>
          <p:spPr>
            <a:xfrm>
              <a:off x="6489171" y="5005291"/>
              <a:ext cx="2866" cy="955"/>
            </a:xfrm>
            <a:custGeom>
              <a:avLst/>
              <a:gdLst>
                <a:gd name="csX0" fmla="*/ 2866 w 2866"/>
                <a:gd name="csY0" fmla="*/ 0 h 955"/>
                <a:gd name="csX1" fmla="*/ 0 w 2866"/>
                <a:gd name="csY1" fmla="*/ 956 h 955"/>
                <a:gd name="csX2" fmla="*/ 0 w 2866"/>
                <a:gd name="csY2" fmla="*/ 956 h 955"/>
                <a:gd name="csX3" fmla="*/ 2866 w 2866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955">
                  <a:moveTo>
                    <a:pt x="2866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4" name="Freeform 1683">
              <a:extLst>
                <a:ext uri="{FF2B5EF4-FFF2-40B4-BE49-F238E27FC236}">
                  <a16:creationId xmlns:a16="http://schemas.microsoft.com/office/drawing/2014/main" id="{779524BD-6C97-0353-C31F-851A7CCF27E3}"/>
                </a:ext>
              </a:extLst>
            </p:cNvPr>
            <p:cNvSpPr/>
            <p:nvPr/>
          </p:nvSpPr>
          <p:spPr>
            <a:xfrm>
              <a:off x="6490603" y="3646151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478 w 477"/>
                <a:gd name="csY2" fmla="*/ 1433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478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5" name="Freeform 1684">
              <a:extLst>
                <a:ext uri="{FF2B5EF4-FFF2-40B4-BE49-F238E27FC236}">
                  <a16:creationId xmlns:a16="http://schemas.microsoft.com/office/drawing/2014/main" id="{B7073C61-345C-F7B9-EEB5-B749AD2093F8}"/>
                </a:ext>
              </a:extLst>
            </p:cNvPr>
            <p:cNvSpPr/>
            <p:nvPr/>
          </p:nvSpPr>
          <p:spPr>
            <a:xfrm>
              <a:off x="6487737" y="3649972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1911 w 1911"/>
                <a:gd name="csY1" fmla="*/ 478 h 477"/>
                <a:gd name="csX2" fmla="*/ 0 w 1911"/>
                <a:gd name="csY2" fmla="*/ 0 h 477"/>
                <a:gd name="csX3" fmla="*/ 1911 w 1911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6" name="Freeform 1685">
              <a:extLst>
                <a:ext uri="{FF2B5EF4-FFF2-40B4-BE49-F238E27FC236}">
                  <a16:creationId xmlns:a16="http://schemas.microsoft.com/office/drawing/2014/main" id="{EBD2C714-B296-3564-C4CB-2480675F09A3}"/>
                </a:ext>
              </a:extLst>
            </p:cNvPr>
            <p:cNvSpPr/>
            <p:nvPr/>
          </p:nvSpPr>
          <p:spPr>
            <a:xfrm>
              <a:off x="6487260" y="4782669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7" name="Freeform 1686">
              <a:extLst>
                <a:ext uri="{FF2B5EF4-FFF2-40B4-BE49-F238E27FC236}">
                  <a16:creationId xmlns:a16="http://schemas.microsoft.com/office/drawing/2014/main" id="{4B1B374B-2268-2FD5-EAAF-0CD95FD7164A}"/>
                </a:ext>
              </a:extLst>
            </p:cNvPr>
            <p:cNvSpPr/>
            <p:nvPr/>
          </p:nvSpPr>
          <p:spPr>
            <a:xfrm>
              <a:off x="6476272" y="3509998"/>
              <a:ext cx="11465" cy="1910"/>
            </a:xfrm>
            <a:custGeom>
              <a:avLst/>
              <a:gdLst>
                <a:gd name="csX0" fmla="*/ 11466 w 11465"/>
                <a:gd name="csY0" fmla="*/ 1911 h 1910"/>
                <a:gd name="csX1" fmla="*/ 7166 w 11465"/>
                <a:gd name="csY1" fmla="*/ 478 h 1910"/>
                <a:gd name="csX2" fmla="*/ 3344 w 11465"/>
                <a:gd name="csY2" fmla="*/ 478 h 1910"/>
                <a:gd name="csX3" fmla="*/ 956 w 11465"/>
                <a:gd name="csY3" fmla="*/ 478 h 1910"/>
                <a:gd name="csX4" fmla="*/ 0 w 11465"/>
                <a:gd name="csY4" fmla="*/ 478 h 1910"/>
                <a:gd name="csX5" fmla="*/ 0 w 11465"/>
                <a:gd name="csY5" fmla="*/ 478 h 1910"/>
                <a:gd name="csX6" fmla="*/ 956 w 11465"/>
                <a:gd name="csY6" fmla="*/ 0 h 1910"/>
                <a:gd name="csX7" fmla="*/ 3344 w 11465"/>
                <a:gd name="csY7" fmla="*/ 478 h 1910"/>
                <a:gd name="csX8" fmla="*/ 7166 w 11465"/>
                <a:gd name="csY8" fmla="*/ 0 h 1910"/>
                <a:gd name="csX9" fmla="*/ 11466 w 11465"/>
                <a:gd name="csY9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465" h="1910">
                  <a:moveTo>
                    <a:pt x="11466" y="1911"/>
                  </a:moveTo>
                  <a:lnTo>
                    <a:pt x="7166" y="478"/>
                  </a:lnTo>
                  <a:lnTo>
                    <a:pt x="3344" y="478"/>
                  </a:lnTo>
                  <a:lnTo>
                    <a:pt x="956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3344" y="478"/>
                  </a:lnTo>
                  <a:lnTo>
                    <a:pt x="7166" y="0"/>
                  </a:lnTo>
                  <a:lnTo>
                    <a:pt x="114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8" name="Freeform 1687">
              <a:extLst>
                <a:ext uri="{FF2B5EF4-FFF2-40B4-BE49-F238E27FC236}">
                  <a16:creationId xmlns:a16="http://schemas.microsoft.com/office/drawing/2014/main" id="{DC3F8A05-6096-DAD7-D192-EE2ECCBBB399}"/>
                </a:ext>
              </a:extLst>
            </p:cNvPr>
            <p:cNvSpPr/>
            <p:nvPr/>
          </p:nvSpPr>
          <p:spPr>
            <a:xfrm>
              <a:off x="6485348" y="3648539"/>
              <a:ext cx="2388" cy="1433"/>
            </a:xfrm>
            <a:custGeom>
              <a:avLst/>
              <a:gdLst>
                <a:gd name="csX0" fmla="*/ 2389 w 2388"/>
                <a:gd name="csY0" fmla="*/ 1433 h 1433"/>
                <a:gd name="csX1" fmla="*/ 0 w 2388"/>
                <a:gd name="csY1" fmla="*/ 0 h 1433"/>
                <a:gd name="csX2" fmla="*/ 0 w 2388"/>
                <a:gd name="csY2" fmla="*/ 0 h 1433"/>
                <a:gd name="csX3" fmla="*/ 2389 w 2388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433">
                  <a:moveTo>
                    <a:pt x="2389" y="14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9" name="Freeform 1688">
              <a:extLst>
                <a:ext uri="{FF2B5EF4-FFF2-40B4-BE49-F238E27FC236}">
                  <a16:creationId xmlns:a16="http://schemas.microsoft.com/office/drawing/2014/main" id="{3137DECC-3640-C845-1BF6-8A9FDB2511D0}"/>
                </a:ext>
              </a:extLst>
            </p:cNvPr>
            <p:cNvSpPr/>
            <p:nvPr/>
          </p:nvSpPr>
          <p:spPr>
            <a:xfrm>
              <a:off x="6482005" y="3644240"/>
              <a:ext cx="2866" cy="1910"/>
            </a:xfrm>
            <a:custGeom>
              <a:avLst/>
              <a:gdLst>
                <a:gd name="csX0" fmla="*/ 2866 w 2866"/>
                <a:gd name="csY0" fmla="*/ 1911 h 1910"/>
                <a:gd name="csX1" fmla="*/ 955 w 2866"/>
                <a:gd name="csY1" fmla="*/ 478 h 1910"/>
                <a:gd name="csX2" fmla="*/ 0 w 2866"/>
                <a:gd name="csY2" fmla="*/ 0 h 1910"/>
                <a:gd name="csX3" fmla="*/ 955 w 2866"/>
                <a:gd name="csY3" fmla="*/ 478 h 1910"/>
                <a:gd name="csX4" fmla="*/ 2866 w 2866"/>
                <a:gd name="csY4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910">
                  <a:moveTo>
                    <a:pt x="2866" y="1911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0" name="Freeform 1689">
              <a:extLst>
                <a:ext uri="{FF2B5EF4-FFF2-40B4-BE49-F238E27FC236}">
                  <a16:creationId xmlns:a16="http://schemas.microsoft.com/office/drawing/2014/main" id="{22E974D1-DB09-3894-3459-8D5DBD4D2D4A}"/>
                </a:ext>
              </a:extLst>
            </p:cNvPr>
            <p:cNvSpPr/>
            <p:nvPr/>
          </p:nvSpPr>
          <p:spPr>
            <a:xfrm>
              <a:off x="6476749" y="3643762"/>
              <a:ext cx="5255" cy="955"/>
            </a:xfrm>
            <a:custGeom>
              <a:avLst/>
              <a:gdLst>
                <a:gd name="csX0" fmla="*/ 5255 w 5255"/>
                <a:gd name="csY0" fmla="*/ 478 h 955"/>
                <a:gd name="csX1" fmla="*/ 3344 w 5255"/>
                <a:gd name="csY1" fmla="*/ 0 h 955"/>
                <a:gd name="csX2" fmla="*/ 0 w 5255"/>
                <a:gd name="csY2" fmla="*/ 955 h 955"/>
                <a:gd name="csX3" fmla="*/ 3344 w 5255"/>
                <a:gd name="csY3" fmla="*/ 0 h 955"/>
                <a:gd name="csX4" fmla="*/ 5255 w 5255"/>
                <a:gd name="csY4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5" h="955">
                  <a:moveTo>
                    <a:pt x="5255" y="478"/>
                  </a:moveTo>
                  <a:lnTo>
                    <a:pt x="3344" y="0"/>
                  </a:lnTo>
                  <a:lnTo>
                    <a:pt x="0" y="955"/>
                  </a:lnTo>
                  <a:lnTo>
                    <a:pt x="3344" y="0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1" name="Freeform 1690">
              <a:extLst>
                <a:ext uri="{FF2B5EF4-FFF2-40B4-BE49-F238E27FC236}">
                  <a16:creationId xmlns:a16="http://schemas.microsoft.com/office/drawing/2014/main" id="{10F86B73-4AF2-DBF4-52B0-5C606686A284}"/>
                </a:ext>
              </a:extLst>
            </p:cNvPr>
            <p:cNvSpPr/>
            <p:nvPr/>
          </p:nvSpPr>
          <p:spPr>
            <a:xfrm>
              <a:off x="6477227" y="3776093"/>
              <a:ext cx="4299" cy="7643"/>
            </a:xfrm>
            <a:custGeom>
              <a:avLst/>
              <a:gdLst>
                <a:gd name="csX0" fmla="*/ 4299 w 4299"/>
                <a:gd name="csY0" fmla="*/ 7644 h 7643"/>
                <a:gd name="csX1" fmla="*/ 3821 w 4299"/>
                <a:gd name="csY1" fmla="*/ 7644 h 7643"/>
                <a:gd name="csX2" fmla="*/ 0 w 4299"/>
                <a:gd name="csY2" fmla="*/ 4777 h 7643"/>
                <a:gd name="csX3" fmla="*/ 0 w 4299"/>
                <a:gd name="csY3" fmla="*/ 2389 h 7643"/>
                <a:gd name="csX4" fmla="*/ 478 w 4299"/>
                <a:gd name="csY4" fmla="*/ 0 h 7643"/>
                <a:gd name="csX5" fmla="*/ 0 w 4299"/>
                <a:gd name="csY5" fmla="*/ 2389 h 7643"/>
                <a:gd name="csX6" fmla="*/ 0 w 4299"/>
                <a:gd name="csY6" fmla="*/ 4777 h 7643"/>
                <a:gd name="csX7" fmla="*/ 4299 w 4299"/>
                <a:gd name="csY7" fmla="*/ 764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7643">
                  <a:moveTo>
                    <a:pt x="4299" y="7644"/>
                  </a:moveTo>
                  <a:lnTo>
                    <a:pt x="3821" y="7644"/>
                  </a:lnTo>
                  <a:lnTo>
                    <a:pt x="0" y="4777"/>
                  </a:lnTo>
                  <a:lnTo>
                    <a:pt x="0" y="2389"/>
                  </a:lnTo>
                  <a:lnTo>
                    <a:pt x="478" y="0"/>
                  </a:lnTo>
                  <a:lnTo>
                    <a:pt x="0" y="2389"/>
                  </a:lnTo>
                  <a:lnTo>
                    <a:pt x="0" y="4777"/>
                  </a:lnTo>
                  <a:lnTo>
                    <a:pt x="4299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2" name="Freeform 1691">
              <a:extLst>
                <a:ext uri="{FF2B5EF4-FFF2-40B4-BE49-F238E27FC236}">
                  <a16:creationId xmlns:a16="http://schemas.microsoft.com/office/drawing/2014/main" id="{7B6DF1B9-5A1A-1A44-12BC-BDA4F362B463}"/>
                </a:ext>
              </a:extLst>
            </p:cNvPr>
            <p:cNvSpPr/>
            <p:nvPr/>
          </p:nvSpPr>
          <p:spPr>
            <a:xfrm>
              <a:off x="6411778" y="3728798"/>
              <a:ext cx="69270" cy="80258"/>
            </a:xfrm>
            <a:custGeom>
              <a:avLst/>
              <a:gdLst>
                <a:gd name="csX0" fmla="*/ 69271 w 69270"/>
                <a:gd name="csY0" fmla="*/ 54939 h 80258"/>
                <a:gd name="csX1" fmla="*/ 68793 w 69270"/>
                <a:gd name="csY1" fmla="*/ 55894 h 80258"/>
                <a:gd name="csX2" fmla="*/ 68316 w 69270"/>
                <a:gd name="csY2" fmla="*/ 56372 h 80258"/>
                <a:gd name="csX3" fmla="*/ 64493 w 69270"/>
                <a:gd name="csY3" fmla="*/ 56850 h 80258"/>
                <a:gd name="csX4" fmla="*/ 64493 w 69270"/>
                <a:gd name="csY4" fmla="*/ 56850 h 80258"/>
                <a:gd name="csX5" fmla="*/ 63538 w 69270"/>
                <a:gd name="csY5" fmla="*/ 56850 h 80258"/>
                <a:gd name="csX6" fmla="*/ 62105 w 69270"/>
                <a:gd name="csY6" fmla="*/ 54939 h 80258"/>
                <a:gd name="csX7" fmla="*/ 62105 w 69270"/>
                <a:gd name="csY7" fmla="*/ 54939 h 80258"/>
                <a:gd name="csX8" fmla="*/ 61150 w 69270"/>
                <a:gd name="csY8" fmla="*/ 54461 h 80258"/>
                <a:gd name="csX9" fmla="*/ 61150 w 69270"/>
                <a:gd name="csY9" fmla="*/ 54461 h 80258"/>
                <a:gd name="csX10" fmla="*/ 60194 w 69270"/>
                <a:gd name="csY10" fmla="*/ 55417 h 80258"/>
                <a:gd name="csX11" fmla="*/ 59716 w 69270"/>
                <a:gd name="csY11" fmla="*/ 55417 h 80258"/>
                <a:gd name="csX12" fmla="*/ 59239 w 69270"/>
                <a:gd name="csY12" fmla="*/ 55894 h 80258"/>
                <a:gd name="csX13" fmla="*/ 57805 w 69270"/>
                <a:gd name="csY13" fmla="*/ 55417 h 80258"/>
                <a:gd name="csX14" fmla="*/ 56850 w 69270"/>
                <a:gd name="csY14" fmla="*/ 54939 h 80258"/>
                <a:gd name="csX15" fmla="*/ 56372 w 69270"/>
                <a:gd name="csY15" fmla="*/ 54461 h 80258"/>
                <a:gd name="csX16" fmla="*/ 55895 w 69270"/>
                <a:gd name="csY16" fmla="*/ 53984 h 80258"/>
                <a:gd name="csX17" fmla="*/ 55416 w 69270"/>
                <a:gd name="csY17" fmla="*/ 54461 h 80258"/>
                <a:gd name="csX18" fmla="*/ 54939 w 69270"/>
                <a:gd name="csY18" fmla="*/ 54939 h 80258"/>
                <a:gd name="csX19" fmla="*/ 53984 w 69270"/>
                <a:gd name="csY19" fmla="*/ 54461 h 80258"/>
                <a:gd name="csX20" fmla="*/ 53028 w 69270"/>
                <a:gd name="csY20" fmla="*/ 53984 h 80258"/>
                <a:gd name="csX21" fmla="*/ 53028 w 69270"/>
                <a:gd name="csY21" fmla="*/ 53984 h 80258"/>
                <a:gd name="csX22" fmla="*/ 52550 w 69270"/>
                <a:gd name="csY22" fmla="*/ 54461 h 80258"/>
                <a:gd name="csX23" fmla="*/ 52073 w 69270"/>
                <a:gd name="csY23" fmla="*/ 55894 h 80258"/>
                <a:gd name="csX24" fmla="*/ 51595 w 69270"/>
                <a:gd name="csY24" fmla="*/ 56372 h 80258"/>
                <a:gd name="csX25" fmla="*/ 51117 w 69270"/>
                <a:gd name="csY25" fmla="*/ 56372 h 80258"/>
                <a:gd name="csX26" fmla="*/ 51117 w 69270"/>
                <a:gd name="csY26" fmla="*/ 53028 h 80258"/>
                <a:gd name="csX27" fmla="*/ 50639 w 69270"/>
                <a:gd name="csY27" fmla="*/ 52550 h 80258"/>
                <a:gd name="csX28" fmla="*/ 50162 w 69270"/>
                <a:gd name="csY28" fmla="*/ 52550 h 80258"/>
                <a:gd name="csX29" fmla="*/ 48251 w 69270"/>
                <a:gd name="csY29" fmla="*/ 53028 h 80258"/>
                <a:gd name="csX30" fmla="*/ 47295 w 69270"/>
                <a:gd name="csY30" fmla="*/ 53506 h 80258"/>
                <a:gd name="csX31" fmla="*/ 46340 w 69270"/>
                <a:gd name="csY31" fmla="*/ 53984 h 80258"/>
                <a:gd name="csX32" fmla="*/ 46340 w 69270"/>
                <a:gd name="csY32" fmla="*/ 53984 h 80258"/>
                <a:gd name="csX33" fmla="*/ 45384 w 69270"/>
                <a:gd name="csY33" fmla="*/ 54939 h 80258"/>
                <a:gd name="csX34" fmla="*/ 45862 w 69270"/>
                <a:gd name="csY34" fmla="*/ 56850 h 80258"/>
                <a:gd name="csX35" fmla="*/ 45862 w 69270"/>
                <a:gd name="csY35" fmla="*/ 58761 h 80258"/>
                <a:gd name="csX36" fmla="*/ 47295 w 69270"/>
                <a:gd name="csY36" fmla="*/ 61627 h 80258"/>
                <a:gd name="csX37" fmla="*/ 46340 w 69270"/>
                <a:gd name="csY37" fmla="*/ 63060 h 80258"/>
                <a:gd name="csX38" fmla="*/ 45862 w 69270"/>
                <a:gd name="csY38" fmla="*/ 64971 h 80258"/>
                <a:gd name="csX39" fmla="*/ 43951 w 69270"/>
                <a:gd name="csY39" fmla="*/ 66882 h 80258"/>
                <a:gd name="csX40" fmla="*/ 42040 w 69270"/>
                <a:gd name="csY40" fmla="*/ 67837 h 80258"/>
                <a:gd name="csX41" fmla="*/ 42040 w 69270"/>
                <a:gd name="csY41" fmla="*/ 67837 h 80258"/>
                <a:gd name="csX42" fmla="*/ 41563 w 69270"/>
                <a:gd name="csY42" fmla="*/ 69749 h 80258"/>
                <a:gd name="csX43" fmla="*/ 41563 w 69270"/>
                <a:gd name="csY43" fmla="*/ 70226 h 80258"/>
                <a:gd name="csX44" fmla="*/ 40607 w 69270"/>
                <a:gd name="csY44" fmla="*/ 71660 h 80258"/>
                <a:gd name="csX45" fmla="*/ 38218 w 69270"/>
                <a:gd name="csY45" fmla="*/ 73093 h 80258"/>
                <a:gd name="csX46" fmla="*/ 38218 w 69270"/>
                <a:gd name="csY46" fmla="*/ 73093 h 80258"/>
                <a:gd name="csX47" fmla="*/ 36786 w 69270"/>
                <a:gd name="csY47" fmla="*/ 75003 h 80258"/>
                <a:gd name="csX48" fmla="*/ 36786 w 69270"/>
                <a:gd name="csY48" fmla="*/ 75003 h 80258"/>
                <a:gd name="csX49" fmla="*/ 37263 w 69270"/>
                <a:gd name="csY49" fmla="*/ 75959 h 80258"/>
                <a:gd name="csX50" fmla="*/ 37263 w 69270"/>
                <a:gd name="csY50" fmla="*/ 75959 h 80258"/>
                <a:gd name="csX51" fmla="*/ 37263 w 69270"/>
                <a:gd name="csY51" fmla="*/ 77392 h 80258"/>
                <a:gd name="csX52" fmla="*/ 37263 w 69270"/>
                <a:gd name="csY52" fmla="*/ 78348 h 80258"/>
                <a:gd name="csX53" fmla="*/ 37263 w 69270"/>
                <a:gd name="csY53" fmla="*/ 78826 h 80258"/>
                <a:gd name="csX54" fmla="*/ 36786 w 69270"/>
                <a:gd name="csY54" fmla="*/ 78826 h 80258"/>
                <a:gd name="csX55" fmla="*/ 33441 w 69270"/>
                <a:gd name="csY55" fmla="*/ 79303 h 80258"/>
                <a:gd name="csX56" fmla="*/ 33441 w 69270"/>
                <a:gd name="csY56" fmla="*/ 79303 h 80258"/>
                <a:gd name="csX57" fmla="*/ 32486 w 69270"/>
                <a:gd name="csY57" fmla="*/ 79781 h 80258"/>
                <a:gd name="csX58" fmla="*/ 32008 w 69270"/>
                <a:gd name="csY58" fmla="*/ 79781 h 80258"/>
                <a:gd name="csX59" fmla="*/ 31530 w 69270"/>
                <a:gd name="csY59" fmla="*/ 80259 h 80258"/>
                <a:gd name="csX60" fmla="*/ 30575 w 69270"/>
                <a:gd name="csY60" fmla="*/ 78826 h 80258"/>
                <a:gd name="csX61" fmla="*/ 29620 w 69270"/>
                <a:gd name="csY61" fmla="*/ 77392 h 80258"/>
                <a:gd name="csX62" fmla="*/ 28664 w 69270"/>
                <a:gd name="csY62" fmla="*/ 76437 h 80258"/>
                <a:gd name="csX63" fmla="*/ 29141 w 69270"/>
                <a:gd name="csY63" fmla="*/ 76437 h 80258"/>
                <a:gd name="csX64" fmla="*/ 29620 w 69270"/>
                <a:gd name="csY64" fmla="*/ 75959 h 80258"/>
                <a:gd name="csX65" fmla="*/ 30575 w 69270"/>
                <a:gd name="csY65" fmla="*/ 75481 h 80258"/>
                <a:gd name="csX66" fmla="*/ 30097 w 69270"/>
                <a:gd name="csY66" fmla="*/ 73570 h 80258"/>
                <a:gd name="csX67" fmla="*/ 30097 w 69270"/>
                <a:gd name="csY67" fmla="*/ 71660 h 80258"/>
                <a:gd name="csX68" fmla="*/ 29620 w 69270"/>
                <a:gd name="csY68" fmla="*/ 70704 h 80258"/>
                <a:gd name="csX69" fmla="*/ 29620 w 69270"/>
                <a:gd name="csY69" fmla="*/ 69271 h 80258"/>
                <a:gd name="csX70" fmla="*/ 29141 w 69270"/>
                <a:gd name="csY70" fmla="*/ 66882 h 80258"/>
                <a:gd name="csX71" fmla="*/ 29620 w 69270"/>
                <a:gd name="csY71" fmla="*/ 62583 h 80258"/>
                <a:gd name="csX72" fmla="*/ 31052 w 69270"/>
                <a:gd name="csY72" fmla="*/ 56850 h 80258"/>
                <a:gd name="csX73" fmla="*/ 32008 w 69270"/>
                <a:gd name="csY73" fmla="*/ 54461 h 80258"/>
                <a:gd name="csX74" fmla="*/ 31530 w 69270"/>
                <a:gd name="csY74" fmla="*/ 53028 h 80258"/>
                <a:gd name="csX75" fmla="*/ 32008 w 69270"/>
                <a:gd name="csY75" fmla="*/ 49206 h 80258"/>
                <a:gd name="csX76" fmla="*/ 31052 w 69270"/>
                <a:gd name="csY76" fmla="*/ 47773 h 80258"/>
                <a:gd name="csX77" fmla="*/ 30097 w 69270"/>
                <a:gd name="csY77" fmla="*/ 45384 h 80258"/>
                <a:gd name="csX78" fmla="*/ 28664 w 69270"/>
                <a:gd name="csY78" fmla="*/ 40607 h 80258"/>
                <a:gd name="csX79" fmla="*/ 26753 w 69270"/>
                <a:gd name="csY79" fmla="*/ 38696 h 80258"/>
                <a:gd name="csX80" fmla="*/ 24364 w 69270"/>
                <a:gd name="csY80" fmla="*/ 36785 h 80258"/>
                <a:gd name="csX81" fmla="*/ 23409 w 69270"/>
                <a:gd name="csY81" fmla="*/ 35352 h 80258"/>
                <a:gd name="csX82" fmla="*/ 22454 w 69270"/>
                <a:gd name="csY82" fmla="*/ 33919 h 80258"/>
                <a:gd name="csX83" fmla="*/ 21020 w 69270"/>
                <a:gd name="csY83" fmla="*/ 32008 h 80258"/>
                <a:gd name="csX84" fmla="*/ 19587 w 69270"/>
                <a:gd name="csY84" fmla="*/ 30575 h 80258"/>
                <a:gd name="csX85" fmla="*/ 17676 w 69270"/>
                <a:gd name="csY85" fmla="*/ 27231 h 80258"/>
                <a:gd name="csX86" fmla="*/ 16721 w 69270"/>
                <a:gd name="csY86" fmla="*/ 25320 h 80258"/>
                <a:gd name="csX87" fmla="*/ 16243 w 69270"/>
                <a:gd name="csY87" fmla="*/ 24842 h 80258"/>
                <a:gd name="csX88" fmla="*/ 13854 w 69270"/>
                <a:gd name="csY88" fmla="*/ 22931 h 80258"/>
                <a:gd name="csX89" fmla="*/ 12899 w 69270"/>
                <a:gd name="csY89" fmla="*/ 20542 h 80258"/>
                <a:gd name="csX90" fmla="*/ 12421 w 69270"/>
                <a:gd name="csY90" fmla="*/ 18631 h 80258"/>
                <a:gd name="csX91" fmla="*/ 11943 w 69270"/>
                <a:gd name="csY91" fmla="*/ 17198 h 80258"/>
                <a:gd name="csX92" fmla="*/ 10510 w 69270"/>
                <a:gd name="csY92" fmla="*/ 13854 h 80258"/>
                <a:gd name="csX93" fmla="*/ 9077 w 69270"/>
                <a:gd name="csY93" fmla="*/ 11465 h 80258"/>
                <a:gd name="csX94" fmla="*/ 7644 w 69270"/>
                <a:gd name="csY94" fmla="*/ 10032 h 80258"/>
                <a:gd name="csX95" fmla="*/ 7166 w 69270"/>
                <a:gd name="csY95" fmla="*/ 8599 h 80258"/>
                <a:gd name="csX96" fmla="*/ 5255 w 69270"/>
                <a:gd name="csY96" fmla="*/ 7166 h 80258"/>
                <a:gd name="csX97" fmla="*/ 3344 w 69270"/>
                <a:gd name="csY97" fmla="*/ 6211 h 80258"/>
                <a:gd name="csX98" fmla="*/ 1911 w 69270"/>
                <a:gd name="csY98" fmla="*/ 5733 h 80258"/>
                <a:gd name="csX99" fmla="*/ 0 w 69270"/>
                <a:gd name="csY99" fmla="*/ 5733 h 80258"/>
                <a:gd name="csX100" fmla="*/ 478 w 69270"/>
                <a:gd name="csY100" fmla="*/ 4777 h 80258"/>
                <a:gd name="csX101" fmla="*/ 4300 w 69270"/>
                <a:gd name="csY101" fmla="*/ 2389 h 80258"/>
                <a:gd name="csX102" fmla="*/ 5255 w 69270"/>
                <a:gd name="csY102" fmla="*/ 2866 h 80258"/>
                <a:gd name="csX103" fmla="*/ 7644 w 69270"/>
                <a:gd name="csY103" fmla="*/ 2866 h 80258"/>
                <a:gd name="csX104" fmla="*/ 11943 w 69270"/>
                <a:gd name="csY104" fmla="*/ 2866 h 80258"/>
                <a:gd name="csX105" fmla="*/ 13854 w 69270"/>
                <a:gd name="csY105" fmla="*/ 1433 h 80258"/>
                <a:gd name="csX106" fmla="*/ 15288 w 69270"/>
                <a:gd name="csY106" fmla="*/ 1911 h 80258"/>
                <a:gd name="csX107" fmla="*/ 15765 w 69270"/>
                <a:gd name="csY107" fmla="*/ 1433 h 80258"/>
                <a:gd name="csX108" fmla="*/ 16243 w 69270"/>
                <a:gd name="csY108" fmla="*/ 956 h 80258"/>
                <a:gd name="csX109" fmla="*/ 18154 w 69270"/>
                <a:gd name="csY109" fmla="*/ 0 h 80258"/>
                <a:gd name="csX110" fmla="*/ 18632 w 69270"/>
                <a:gd name="csY110" fmla="*/ 0 h 80258"/>
                <a:gd name="csX111" fmla="*/ 18632 w 69270"/>
                <a:gd name="csY111" fmla="*/ 478 h 80258"/>
                <a:gd name="csX112" fmla="*/ 18632 w 69270"/>
                <a:gd name="csY112" fmla="*/ 478 h 80258"/>
                <a:gd name="csX113" fmla="*/ 21498 w 69270"/>
                <a:gd name="csY113" fmla="*/ 956 h 80258"/>
                <a:gd name="csX114" fmla="*/ 23409 w 69270"/>
                <a:gd name="csY114" fmla="*/ 1911 h 80258"/>
                <a:gd name="csX115" fmla="*/ 24842 w 69270"/>
                <a:gd name="csY115" fmla="*/ 2866 h 80258"/>
                <a:gd name="csX116" fmla="*/ 25320 w 69270"/>
                <a:gd name="csY116" fmla="*/ 2866 h 80258"/>
                <a:gd name="csX117" fmla="*/ 26275 w 69270"/>
                <a:gd name="csY117" fmla="*/ 3822 h 80258"/>
                <a:gd name="csX118" fmla="*/ 28186 w 69270"/>
                <a:gd name="csY118" fmla="*/ 4300 h 80258"/>
                <a:gd name="csX119" fmla="*/ 28664 w 69270"/>
                <a:gd name="csY119" fmla="*/ 4777 h 80258"/>
                <a:gd name="csX120" fmla="*/ 29141 w 69270"/>
                <a:gd name="csY120" fmla="*/ 6211 h 80258"/>
                <a:gd name="csX121" fmla="*/ 30575 w 69270"/>
                <a:gd name="csY121" fmla="*/ 6688 h 80258"/>
                <a:gd name="csX122" fmla="*/ 32963 w 69270"/>
                <a:gd name="csY122" fmla="*/ 6688 h 80258"/>
                <a:gd name="csX123" fmla="*/ 33919 w 69270"/>
                <a:gd name="csY123" fmla="*/ 7166 h 80258"/>
                <a:gd name="csX124" fmla="*/ 33919 w 69270"/>
                <a:gd name="csY124" fmla="*/ 8599 h 80258"/>
                <a:gd name="csX125" fmla="*/ 33919 w 69270"/>
                <a:gd name="csY125" fmla="*/ 9077 h 80258"/>
                <a:gd name="csX126" fmla="*/ 34874 w 69270"/>
                <a:gd name="csY126" fmla="*/ 8599 h 80258"/>
                <a:gd name="csX127" fmla="*/ 35830 w 69270"/>
                <a:gd name="csY127" fmla="*/ 9077 h 80258"/>
                <a:gd name="csX128" fmla="*/ 35830 w 69270"/>
                <a:gd name="csY128" fmla="*/ 10032 h 80258"/>
                <a:gd name="csX129" fmla="*/ 36307 w 69270"/>
                <a:gd name="csY129" fmla="*/ 10510 h 80258"/>
                <a:gd name="csX130" fmla="*/ 36307 w 69270"/>
                <a:gd name="csY130" fmla="*/ 10510 h 80258"/>
                <a:gd name="csX131" fmla="*/ 36307 w 69270"/>
                <a:gd name="csY131" fmla="*/ 10510 h 80258"/>
                <a:gd name="csX132" fmla="*/ 37263 w 69270"/>
                <a:gd name="csY132" fmla="*/ 9555 h 80258"/>
                <a:gd name="csX133" fmla="*/ 37741 w 69270"/>
                <a:gd name="csY133" fmla="*/ 9077 h 80258"/>
                <a:gd name="csX134" fmla="*/ 39174 w 69270"/>
                <a:gd name="csY134" fmla="*/ 9077 h 80258"/>
                <a:gd name="csX135" fmla="*/ 42518 w 69270"/>
                <a:gd name="csY135" fmla="*/ 9555 h 80258"/>
                <a:gd name="csX136" fmla="*/ 44429 w 69270"/>
                <a:gd name="csY136" fmla="*/ 12899 h 80258"/>
                <a:gd name="csX137" fmla="*/ 45384 w 69270"/>
                <a:gd name="csY137" fmla="*/ 14332 h 80258"/>
                <a:gd name="csX138" fmla="*/ 46340 w 69270"/>
                <a:gd name="csY138" fmla="*/ 14810 h 80258"/>
                <a:gd name="csX139" fmla="*/ 47773 w 69270"/>
                <a:gd name="csY139" fmla="*/ 14332 h 80258"/>
                <a:gd name="csX140" fmla="*/ 48729 w 69270"/>
                <a:gd name="csY140" fmla="*/ 13854 h 80258"/>
                <a:gd name="csX141" fmla="*/ 49684 w 69270"/>
                <a:gd name="csY141" fmla="*/ 13854 h 80258"/>
                <a:gd name="csX142" fmla="*/ 51117 w 69270"/>
                <a:gd name="csY142" fmla="*/ 16243 h 80258"/>
                <a:gd name="csX143" fmla="*/ 51117 w 69270"/>
                <a:gd name="csY143" fmla="*/ 19109 h 80258"/>
                <a:gd name="csX144" fmla="*/ 51117 w 69270"/>
                <a:gd name="csY144" fmla="*/ 20065 h 80258"/>
                <a:gd name="csX145" fmla="*/ 50639 w 69270"/>
                <a:gd name="csY145" fmla="*/ 21976 h 80258"/>
                <a:gd name="csX146" fmla="*/ 50162 w 69270"/>
                <a:gd name="csY146" fmla="*/ 24364 h 80258"/>
                <a:gd name="csX147" fmla="*/ 49206 w 69270"/>
                <a:gd name="csY147" fmla="*/ 25797 h 80258"/>
                <a:gd name="csX148" fmla="*/ 49684 w 69270"/>
                <a:gd name="csY148" fmla="*/ 26753 h 80258"/>
                <a:gd name="csX149" fmla="*/ 50162 w 69270"/>
                <a:gd name="csY149" fmla="*/ 27708 h 80258"/>
                <a:gd name="csX150" fmla="*/ 51117 w 69270"/>
                <a:gd name="csY150" fmla="*/ 27708 h 80258"/>
                <a:gd name="csX151" fmla="*/ 53506 w 69270"/>
                <a:gd name="csY151" fmla="*/ 29619 h 80258"/>
                <a:gd name="csX152" fmla="*/ 54461 w 69270"/>
                <a:gd name="csY152" fmla="*/ 31053 h 80258"/>
                <a:gd name="csX153" fmla="*/ 54461 w 69270"/>
                <a:gd name="csY153" fmla="*/ 31053 h 80258"/>
                <a:gd name="csX154" fmla="*/ 55895 w 69270"/>
                <a:gd name="csY154" fmla="*/ 32008 h 80258"/>
                <a:gd name="csX155" fmla="*/ 57328 w 69270"/>
                <a:gd name="csY155" fmla="*/ 32008 h 80258"/>
                <a:gd name="csX156" fmla="*/ 57805 w 69270"/>
                <a:gd name="csY156" fmla="*/ 32486 h 80258"/>
                <a:gd name="csX157" fmla="*/ 57805 w 69270"/>
                <a:gd name="csY157" fmla="*/ 33441 h 80258"/>
                <a:gd name="csX158" fmla="*/ 57805 w 69270"/>
                <a:gd name="csY158" fmla="*/ 34874 h 80258"/>
                <a:gd name="csX159" fmla="*/ 57328 w 69270"/>
                <a:gd name="csY159" fmla="*/ 36307 h 80258"/>
                <a:gd name="csX160" fmla="*/ 57328 w 69270"/>
                <a:gd name="csY160" fmla="*/ 36307 h 80258"/>
                <a:gd name="csX161" fmla="*/ 57328 w 69270"/>
                <a:gd name="csY161" fmla="*/ 37263 h 80258"/>
                <a:gd name="csX162" fmla="*/ 58283 w 69270"/>
                <a:gd name="csY162" fmla="*/ 38696 h 80258"/>
                <a:gd name="csX163" fmla="*/ 58283 w 69270"/>
                <a:gd name="csY163" fmla="*/ 40129 h 80258"/>
                <a:gd name="csX164" fmla="*/ 58283 w 69270"/>
                <a:gd name="csY164" fmla="*/ 40607 h 80258"/>
                <a:gd name="csX165" fmla="*/ 58761 w 69270"/>
                <a:gd name="csY165" fmla="*/ 41562 h 80258"/>
                <a:gd name="csX166" fmla="*/ 58761 w 69270"/>
                <a:gd name="csY166" fmla="*/ 41562 h 80258"/>
                <a:gd name="csX167" fmla="*/ 61150 w 69270"/>
                <a:gd name="csY167" fmla="*/ 42996 h 80258"/>
                <a:gd name="csX168" fmla="*/ 64493 w 69270"/>
                <a:gd name="csY168" fmla="*/ 44429 h 80258"/>
                <a:gd name="csX169" fmla="*/ 65449 w 69270"/>
                <a:gd name="csY169" fmla="*/ 45384 h 80258"/>
                <a:gd name="csX170" fmla="*/ 65927 w 69270"/>
                <a:gd name="csY170" fmla="*/ 47295 h 80258"/>
                <a:gd name="csX171" fmla="*/ 65927 w 69270"/>
                <a:gd name="csY171" fmla="*/ 47295 h 80258"/>
                <a:gd name="csX172" fmla="*/ 65927 w 69270"/>
                <a:gd name="csY172" fmla="*/ 47295 h 80258"/>
                <a:gd name="csX173" fmla="*/ 65449 w 69270"/>
                <a:gd name="csY173" fmla="*/ 49684 h 80258"/>
                <a:gd name="csX174" fmla="*/ 65449 w 69270"/>
                <a:gd name="csY174" fmla="*/ 52072 h 80258"/>
                <a:gd name="csX175" fmla="*/ 69271 w 69270"/>
                <a:gd name="csY175" fmla="*/ 54939 h 80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</a:cxnLst>
              <a:rect l="l" t="t" r="r" b="b"/>
              <a:pathLst>
                <a:path w="69270" h="80258">
                  <a:moveTo>
                    <a:pt x="69271" y="54939"/>
                  </a:moveTo>
                  <a:lnTo>
                    <a:pt x="68793" y="55894"/>
                  </a:lnTo>
                  <a:lnTo>
                    <a:pt x="68316" y="56372"/>
                  </a:lnTo>
                  <a:lnTo>
                    <a:pt x="64493" y="56850"/>
                  </a:lnTo>
                  <a:lnTo>
                    <a:pt x="64493" y="56850"/>
                  </a:lnTo>
                  <a:lnTo>
                    <a:pt x="63538" y="56850"/>
                  </a:lnTo>
                  <a:lnTo>
                    <a:pt x="62105" y="54939"/>
                  </a:lnTo>
                  <a:lnTo>
                    <a:pt x="62105" y="54939"/>
                  </a:lnTo>
                  <a:lnTo>
                    <a:pt x="61150" y="54461"/>
                  </a:lnTo>
                  <a:lnTo>
                    <a:pt x="61150" y="54461"/>
                  </a:lnTo>
                  <a:lnTo>
                    <a:pt x="60194" y="55417"/>
                  </a:lnTo>
                  <a:lnTo>
                    <a:pt x="59716" y="55417"/>
                  </a:lnTo>
                  <a:lnTo>
                    <a:pt x="59239" y="55894"/>
                  </a:lnTo>
                  <a:lnTo>
                    <a:pt x="57805" y="55417"/>
                  </a:lnTo>
                  <a:lnTo>
                    <a:pt x="56850" y="54939"/>
                  </a:lnTo>
                  <a:lnTo>
                    <a:pt x="56372" y="54461"/>
                  </a:lnTo>
                  <a:lnTo>
                    <a:pt x="55895" y="53984"/>
                  </a:lnTo>
                  <a:lnTo>
                    <a:pt x="55416" y="54461"/>
                  </a:lnTo>
                  <a:lnTo>
                    <a:pt x="54939" y="54939"/>
                  </a:lnTo>
                  <a:lnTo>
                    <a:pt x="53984" y="54461"/>
                  </a:lnTo>
                  <a:lnTo>
                    <a:pt x="53028" y="53984"/>
                  </a:lnTo>
                  <a:lnTo>
                    <a:pt x="53028" y="53984"/>
                  </a:lnTo>
                  <a:lnTo>
                    <a:pt x="52550" y="54461"/>
                  </a:lnTo>
                  <a:lnTo>
                    <a:pt x="52073" y="55894"/>
                  </a:lnTo>
                  <a:lnTo>
                    <a:pt x="51595" y="56372"/>
                  </a:lnTo>
                  <a:lnTo>
                    <a:pt x="51117" y="56372"/>
                  </a:lnTo>
                  <a:lnTo>
                    <a:pt x="51117" y="53028"/>
                  </a:lnTo>
                  <a:lnTo>
                    <a:pt x="50639" y="52550"/>
                  </a:lnTo>
                  <a:lnTo>
                    <a:pt x="50162" y="52550"/>
                  </a:lnTo>
                  <a:lnTo>
                    <a:pt x="48251" y="53028"/>
                  </a:lnTo>
                  <a:lnTo>
                    <a:pt x="47295" y="53506"/>
                  </a:lnTo>
                  <a:lnTo>
                    <a:pt x="46340" y="53984"/>
                  </a:lnTo>
                  <a:lnTo>
                    <a:pt x="46340" y="53984"/>
                  </a:lnTo>
                  <a:lnTo>
                    <a:pt x="45384" y="54939"/>
                  </a:lnTo>
                  <a:lnTo>
                    <a:pt x="45862" y="56850"/>
                  </a:lnTo>
                  <a:lnTo>
                    <a:pt x="45862" y="58761"/>
                  </a:lnTo>
                  <a:lnTo>
                    <a:pt x="47295" y="61627"/>
                  </a:lnTo>
                  <a:lnTo>
                    <a:pt x="46340" y="63060"/>
                  </a:lnTo>
                  <a:lnTo>
                    <a:pt x="45862" y="64971"/>
                  </a:lnTo>
                  <a:lnTo>
                    <a:pt x="43951" y="66882"/>
                  </a:lnTo>
                  <a:lnTo>
                    <a:pt x="42040" y="67837"/>
                  </a:lnTo>
                  <a:lnTo>
                    <a:pt x="42040" y="67837"/>
                  </a:lnTo>
                  <a:lnTo>
                    <a:pt x="41563" y="69749"/>
                  </a:lnTo>
                  <a:lnTo>
                    <a:pt x="41563" y="70226"/>
                  </a:lnTo>
                  <a:lnTo>
                    <a:pt x="40607" y="71660"/>
                  </a:lnTo>
                  <a:lnTo>
                    <a:pt x="38218" y="73093"/>
                  </a:lnTo>
                  <a:lnTo>
                    <a:pt x="38218" y="73093"/>
                  </a:lnTo>
                  <a:lnTo>
                    <a:pt x="36786" y="75003"/>
                  </a:lnTo>
                  <a:lnTo>
                    <a:pt x="36786" y="75003"/>
                  </a:lnTo>
                  <a:lnTo>
                    <a:pt x="37263" y="75959"/>
                  </a:lnTo>
                  <a:lnTo>
                    <a:pt x="37263" y="75959"/>
                  </a:lnTo>
                  <a:lnTo>
                    <a:pt x="37263" y="77392"/>
                  </a:lnTo>
                  <a:lnTo>
                    <a:pt x="37263" y="78348"/>
                  </a:lnTo>
                  <a:lnTo>
                    <a:pt x="37263" y="78826"/>
                  </a:lnTo>
                  <a:lnTo>
                    <a:pt x="36786" y="78826"/>
                  </a:lnTo>
                  <a:lnTo>
                    <a:pt x="33441" y="79303"/>
                  </a:lnTo>
                  <a:lnTo>
                    <a:pt x="33441" y="79303"/>
                  </a:lnTo>
                  <a:lnTo>
                    <a:pt x="32486" y="79781"/>
                  </a:lnTo>
                  <a:lnTo>
                    <a:pt x="32008" y="79781"/>
                  </a:lnTo>
                  <a:lnTo>
                    <a:pt x="31530" y="80259"/>
                  </a:lnTo>
                  <a:lnTo>
                    <a:pt x="30575" y="78826"/>
                  </a:lnTo>
                  <a:lnTo>
                    <a:pt x="29620" y="77392"/>
                  </a:lnTo>
                  <a:lnTo>
                    <a:pt x="28664" y="76437"/>
                  </a:lnTo>
                  <a:lnTo>
                    <a:pt x="29141" y="76437"/>
                  </a:lnTo>
                  <a:lnTo>
                    <a:pt x="29620" y="75959"/>
                  </a:lnTo>
                  <a:lnTo>
                    <a:pt x="30575" y="75481"/>
                  </a:lnTo>
                  <a:lnTo>
                    <a:pt x="30097" y="73570"/>
                  </a:lnTo>
                  <a:lnTo>
                    <a:pt x="30097" y="71660"/>
                  </a:lnTo>
                  <a:lnTo>
                    <a:pt x="29620" y="70704"/>
                  </a:lnTo>
                  <a:lnTo>
                    <a:pt x="29620" y="69271"/>
                  </a:lnTo>
                  <a:lnTo>
                    <a:pt x="29141" y="66882"/>
                  </a:lnTo>
                  <a:lnTo>
                    <a:pt x="29620" y="62583"/>
                  </a:lnTo>
                  <a:lnTo>
                    <a:pt x="31052" y="56850"/>
                  </a:lnTo>
                  <a:lnTo>
                    <a:pt x="32008" y="54461"/>
                  </a:lnTo>
                  <a:lnTo>
                    <a:pt x="31530" y="53028"/>
                  </a:lnTo>
                  <a:lnTo>
                    <a:pt x="32008" y="49206"/>
                  </a:lnTo>
                  <a:lnTo>
                    <a:pt x="31052" y="47773"/>
                  </a:lnTo>
                  <a:lnTo>
                    <a:pt x="30097" y="45384"/>
                  </a:lnTo>
                  <a:lnTo>
                    <a:pt x="28664" y="40607"/>
                  </a:lnTo>
                  <a:lnTo>
                    <a:pt x="26753" y="38696"/>
                  </a:lnTo>
                  <a:lnTo>
                    <a:pt x="24364" y="36785"/>
                  </a:lnTo>
                  <a:lnTo>
                    <a:pt x="23409" y="35352"/>
                  </a:lnTo>
                  <a:lnTo>
                    <a:pt x="22454" y="33919"/>
                  </a:lnTo>
                  <a:lnTo>
                    <a:pt x="21020" y="32008"/>
                  </a:lnTo>
                  <a:lnTo>
                    <a:pt x="19587" y="30575"/>
                  </a:lnTo>
                  <a:lnTo>
                    <a:pt x="17676" y="27231"/>
                  </a:lnTo>
                  <a:lnTo>
                    <a:pt x="16721" y="25320"/>
                  </a:lnTo>
                  <a:lnTo>
                    <a:pt x="16243" y="24842"/>
                  </a:lnTo>
                  <a:lnTo>
                    <a:pt x="13854" y="22931"/>
                  </a:lnTo>
                  <a:lnTo>
                    <a:pt x="12899" y="20542"/>
                  </a:lnTo>
                  <a:lnTo>
                    <a:pt x="12421" y="18631"/>
                  </a:lnTo>
                  <a:lnTo>
                    <a:pt x="11943" y="17198"/>
                  </a:lnTo>
                  <a:lnTo>
                    <a:pt x="10510" y="13854"/>
                  </a:lnTo>
                  <a:lnTo>
                    <a:pt x="9077" y="11465"/>
                  </a:lnTo>
                  <a:lnTo>
                    <a:pt x="7644" y="10032"/>
                  </a:lnTo>
                  <a:lnTo>
                    <a:pt x="7166" y="8599"/>
                  </a:lnTo>
                  <a:lnTo>
                    <a:pt x="5255" y="7166"/>
                  </a:lnTo>
                  <a:lnTo>
                    <a:pt x="3344" y="6211"/>
                  </a:lnTo>
                  <a:lnTo>
                    <a:pt x="1911" y="5733"/>
                  </a:lnTo>
                  <a:lnTo>
                    <a:pt x="0" y="5733"/>
                  </a:lnTo>
                  <a:lnTo>
                    <a:pt x="478" y="4777"/>
                  </a:lnTo>
                  <a:lnTo>
                    <a:pt x="4300" y="2389"/>
                  </a:lnTo>
                  <a:lnTo>
                    <a:pt x="5255" y="2866"/>
                  </a:lnTo>
                  <a:lnTo>
                    <a:pt x="7644" y="2866"/>
                  </a:lnTo>
                  <a:lnTo>
                    <a:pt x="11943" y="2866"/>
                  </a:lnTo>
                  <a:lnTo>
                    <a:pt x="13854" y="1433"/>
                  </a:lnTo>
                  <a:lnTo>
                    <a:pt x="15288" y="1911"/>
                  </a:lnTo>
                  <a:lnTo>
                    <a:pt x="15765" y="1433"/>
                  </a:lnTo>
                  <a:lnTo>
                    <a:pt x="16243" y="956"/>
                  </a:lnTo>
                  <a:lnTo>
                    <a:pt x="18154" y="0"/>
                  </a:lnTo>
                  <a:lnTo>
                    <a:pt x="18632" y="0"/>
                  </a:lnTo>
                  <a:lnTo>
                    <a:pt x="18632" y="478"/>
                  </a:lnTo>
                  <a:lnTo>
                    <a:pt x="18632" y="478"/>
                  </a:lnTo>
                  <a:lnTo>
                    <a:pt x="21498" y="956"/>
                  </a:lnTo>
                  <a:lnTo>
                    <a:pt x="23409" y="1911"/>
                  </a:lnTo>
                  <a:lnTo>
                    <a:pt x="24842" y="2866"/>
                  </a:lnTo>
                  <a:lnTo>
                    <a:pt x="25320" y="2866"/>
                  </a:lnTo>
                  <a:lnTo>
                    <a:pt x="26275" y="3822"/>
                  </a:lnTo>
                  <a:lnTo>
                    <a:pt x="28186" y="4300"/>
                  </a:lnTo>
                  <a:lnTo>
                    <a:pt x="28664" y="4777"/>
                  </a:lnTo>
                  <a:lnTo>
                    <a:pt x="29141" y="6211"/>
                  </a:lnTo>
                  <a:lnTo>
                    <a:pt x="30575" y="6688"/>
                  </a:lnTo>
                  <a:lnTo>
                    <a:pt x="32963" y="6688"/>
                  </a:lnTo>
                  <a:lnTo>
                    <a:pt x="33919" y="7166"/>
                  </a:lnTo>
                  <a:lnTo>
                    <a:pt x="33919" y="8599"/>
                  </a:lnTo>
                  <a:lnTo>
                    <a:pt x="33919" y="9077"/>
                  </a:lnTo>
                  <a:lnTo>
                    <a:pt x="34874" y="8599"/>
                  </a:lnTo>
                  <a:lnTo>
                    <a:pt x="35830" y="9077"/>
                  </a:lnTo>
                  <a:lnTo>
                    <a:pt x="35830" y="10032"/>
                  </a:lnTo>
                  <a:lnTo>
                    <a:pt x="36307" y="10510"/>
                  </a:lnTo>
                  <a:lnTo>
                    <a:pt x="36307" y="10510"/>
                  </a:lnTo>
                  <a:lnTo>
                    <a:pt x="36307" y="10510"/>
                  </a:lnTo>
                  <a:lnTo>
                    <a:pt x="37263" y="9555"/>
                  </a:lnTo>
                  <a:lnTo>
                    <a:pt x="37741" y="9077"/>
                  </a:lnTo>
                  <a:lnTo>
                    <a:pt x="39174" y="9077"/>
                  </a:lnTo>
                  <a:lnTo>
                    <a:pt x="42518" y="9555"/>
                  </a:lnTo>
                  <a:lnTo>
                    <a:pt x="44429" y="12899"/>
                  </a:lnTo>
                  <a:lnTo>
                    <a:pt x="45384" y="14332"/>
                  </a:lnTo>
                  <a:lnTo>
                    <a:pt x="46340" y="14810"/>
                  </a:lnTo>
                  <a:lnTo>
                    <a:pt x="47773" y="14332"/>
                  </a:lnTo>
                  <a:lnTo>
                    <a:pt x="48729" y="13854"/>
                  </a:lnTo>
                  <a:lnTo>
                    <a:pt x="49684" y="13854"/>
                  </a:lnTo>
                  <a:lnTo>
                    <a:pt x="51117" y="16243"/>
                  </a:lnTo>
                  <a:lnTo>
                    <a:pt x="51117" y="19109"/>
                  </a:lnTo>
                  <a:lnTo>
                    <a:pt x="51117" y="20065"/>
                  </a:lnTo>
                  <a:lnTo>
                    <a:pt x="50639" y="21976"/>
                  </a:lnTo>
                  <a:lnTo>
                    <a:pt x="50162" y="24364"/>
                  </a:lnTo>
                  <a:lnTo>
                    <a:pt x="49206" y="25797"/>
                  </a:lnTo>
                  <a:lnTo>
                    <a:pt x="49684" y="26753"/>
                  </a:lnTo>
                  <a:lnTo>
                    <a:pt x="50162" y="27708"/>
                  </a:lnTo>
                  <a:lnTo>
                    <a:pt x="51117" y="27708"/>
                  </a:lnTo>
                  <a:lnTo>
                    <a:pt x="53506" y="29619"/>
                  </a:lnTo>
                  <a:lnTo>
                    <a:pt x="54461" y="31053"/>
                  </a:lnTo>
                  <a:lnTo>
                    <a:pt x="54461" y="31053"/>
                  </a:lnTo>
                  <a:lnTo>
                    <a:pt x="55895" y="32008"/>
                  </a:lnTo>
                  <a:lnTo>
                    <a:pt x="57328" y="32008"/>
                  </a:lnTo>
                  <a:lnTo>
                    <a:pt x="57805" y="32486"/>
                  </a:lnTo>
                  <a:lnTo>
                    <a:pt x="57805" y="33441"/>
                  </a:lnTo>
                  <a:lnTo>
                    <a:pt x="57805" y="34874"/>
                  </a:lnTo>
                  <a:lnTo>
                    <a:pt x="57328" y="36307"/>
                  </a:lnTo>
                  <a:lnTo>
                    <a:pt x="57328" y="36307"/>
                  </a:lnTo>
                  <a:lnTo>
                    <a:pt x="57328" y="37263"/>
                  </a:lnTo>
                  <a:lnTo>
                    <a:pt x="58283" y="38696"/>
                  </a:lnTo>
                  <a:lnTo>
                    <a:pt x="58283" y="40129"/>
                  </a:lnTo>
                  <a:lnTo>
                    <a:pt x="58283" y="40607"/>
                  </a:lnTo>
                  <a:lnTo>
                    <a:pt x="58761" y="41562"/>
                  </a:lnTo>
                  <a:lnTo>
                    <a:pt x="58761" y="41562"/>
                  </a:lnTo>
                  <a:lnTo>
                    <a:pt x="61150" y="42996"/>
                  </a:lnTo>
                  <a:lnTo>
                    <a:pt x="64493" y="44429"/>
                  </a:lnTo>
                  <a:lnTo>
                    <a:pt x="65449" y="45384"/>
                  </a:lnTo>
                  <a:lnTo>
                    <a:pt x="65927" y="47295"/>
                  </a:lnTo>
                  <a:lnTo>
                    <a:pt x="65927" y="47295"/>
                  </a:lnTo>
                  <a:lnTo>
                    <a:pt x="65927" y="47295"/>
                  </a:lnTo>
                  <a:lnTo>
                    <a:pt x="65449" y="49684"/>
                  </a:lnTo>
                  <a:lnTo>
                    <a:pt x="65449" y="52072"/>
                  </a:lnTo>
                  <a:lnTo>
                    <a:pt x="69271" y="5493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3" name="Freeform 1692">
              <a:extLst>
                <a:ext uri="{FF2B5EF4-FFF2-40B4-BE49-F238E27FC236}">
                  <a16:creationId xmlns:a16="http://schemas.microsoft.com/office/drawing/2014/main" id="{B9F7E431-37C9-AF9A-5955-00E0DAD9EE2B}"/>
                </a:ext>
              </a:extLst>
            </p:cNvPr>
            <p:cNvSpPr/>
            <p:nvPr/>
          </p:nvSpPr>
          <p:spPr>
            <a:xfrm>
              <a:off x="6473405" y="2937200"/>
              <a:ext cx="6210" cy="7165"/>
            </a:xfrm>
            <a:custGeom>
              <a:avLst/>
              <a:gdLst>
                <a:gd name="csX0" fmla="*/ 5255 w 6210"/>
                <a:gd name="csY0" fmla="*/ 1911 h 7165"/>
                <a:gd name="csX1" fmla="*/ 6211 w 6210"/>
                <a:gd name="csY1" fmla="*/ 3822 h 7165"/>
                <a:gd name="csX2" fmla="*/ 4300 w 6210"/>
                <a:gd name="csY2" fmla="*/ 5733 h 7165"/>
                <a:gd name="csX3" fmla="*/ 478 w 6210"/>
                <a:gd name="csY3" fmla="*/ 7166 h 7165"/>
                <a:gd name="csX4" fmla="*/ 0 w 6210"/>
                <a:gd name="csY4" fmla="*/ 6210 h 7165"/>
                <a:gd name="csX5" fmla="*/ 955 w 6210"/>
                <a:gd name="csY5" fmla="*/ 4300 h 7165"/>
                <a:gd name="csX6" fmla="*/ 1911 w 6210"/>
                <a:gd name="csY6" fmla="*/ 0 h 7165"/>
                <a:gd name="csX7" fmla="*/ 3344 w 6210"/>
                <a:gd name="csY7" fmla="*/ 478 h 7165"/>
                <a:gd name="csX8" fmla="*/ 5255 w 6210"/>
                <a:gd name="csY8" fmla="*/ 1911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210" h="7165">
                  <a:moveTo>
                    <a:pt x="5255" y="1911"/>
                  </a:moveTo>
                  <a:lnTo>
                    <a:pt x="6211" y="3822"/>
                  </a:lnTo>
                  <a:lnTo>
                    <a:pt x="4300" y="5733"/>
                  </a:lnTo>
                  <a:lnTo>
                    <a:pt x="478" y="7166"/>
                  </a:lnTo>
                  <a:lnTo>
                    <a:pt x="0" y="6210"/>
                  </a:lnTo>
                  <a:lnTo>
                    <a:pt x="955" y="4300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52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4" name="Freeform 1693">
              <a:extLst>
                <a:ext uri="{FF2B5EF4-FFF2-40B4-BE49-F238E27FC236}">
                  <a16:creationId xmlns:a16="http://schemas.microsoft.com/office/drawing/2014/main" id="{F73AA6BA-0AA5-D219-20C6-92EF43FAE3B4}"/>
                </a:ext>
              </a:extLst>
            </p:cNvPr>
            <p:cNvSpPr/>
            <p:nvPr/>
          </p:nvSpPr>
          <p:spPr>
            <a:xfrm>
              <a:off x="6476272" y="3773227"/>
              <a:ext cx="1433" cy="2866"/>
            </a:xfrm>
            <a:custGeom>
              <a:avLst/>
              <a:gdLst>
                <a:gd name="csX0" fmla="*/ 956 w 1433"/>
                <a:gd name="csY0" fmla="*/ 956 h 2866"/>
                <a:gd name="csX1" fmla="*/ 1433 w 1433"/>
                <a:gd name="csY1" fmla="*/ 2866 h 2866"/>
                <a:gd name="csX2" fmla="*/ 956 w 1433"/>
                <a:gd name="csY2" fmla="*/ 956 h 2866"/>
                <a:gd name="csX3" fmla="*/ 0 w 1433"/>
                <a:gd name="csY3" fmla="*/ 0 h 2866"/>
                <a:gd name="csX4" fmla="*/ 956 w 1433"/>
                <a:gd name="csY4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866">
                  <a:moveTo>
                    <a:pt x="956" y="956"/>
                  </a:moveTo>
                  <a:lnTo>
                    <a:pt x="1433" y="2866"/>
                  </a:lnTo>
                  <a:lnTo>
                    <a:pt x="956" y="956"/>
                  </a:lnTo>
                  <a:lnTo>
                    <a:pt x="0" y="0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5" name="Freeform 1694">
              <a:extLst>
                <a:ext uri="{FF2B5EF4-FFF2-40B4-BE49-F238E27FC236}">
                  <a16:creationId xmlns:a16="http://schemas.microsoft.com/office/drawing/2014/main" id="{C0DA7FE9-20C2-5248-72C5-E3EB79A1D4F5}"/>
                </a:ext>
              </a:extLst>
            </p:cNvPr>
            <p:cNvSpPr/>
            <p:nvPr/>
          </p:nvSpPr>
          <p:spPr>
            <a:xfrm>
              <a:off x="6477227" y="4719609"/>
              <a:ext cx="477" cy="2866"/>
            </a:xfrm>
            <a:custGeom>
              <a:avLst/>
              <a:gdLst>
                <a:gd name="csX0" fmla="*/ 478 w 477"/>
                <a:gd name="csY0" fmla="*/ 0 h 2866"/>
                <a:gd name="csX1" fmla="*/ 0 w 477"/>
                <a:gd name="csY1" fmla="*/ 478 h 2866"/>
                <a:gd name="csX2" fmla="*/ 0 w 477"/>
                <a:gd name="csY2" fmla="*/ 2867 h 2866"/>
                <a:gd name="csX3" fmla="*/ 0 w 477"/>
                <a:gd name="csY3" fmla="*/ 478 h 2866"/>
                <a:gd name="csX4" fmla="*/ 478 w 477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866">
                  <a:moveTo>
                    <a:pt x="478" y="0"/>
                  </a:moveTo>
                  <a:lnTo>
                    <a:pt x="0" y="478"/>
                  </a:lnTo>
                  <a:lnTo>
                    <a:pt x="0" y="2867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6" name="Freeform 1695">
              <a:extLst>
                <a:ext uri="{FF2B5EF4-FFF2-40B4-BE49-F238E27FC236}">
                  <a16:creationId xmlns:a16="http://schemas.microsoft.com/office/drawing/2014/main" id="{C96A80E7-B52A-A159-514F-F558F15C82C9}"/>
                </a:ext>
              </a:extLst>
            </p:cNvPr>
            <p:cNvSpPr/>
            <p:nvPr/>
          </p:nvSpPr>
          <p:spPr>
            <a:xfrm>
              <a:off x="6469583" y="3644717"/>
              <a:ext cx="7165" cy="477"/>
            </a:xfrm>
            <a:custGeom>
              <a:avLst/>
              <a:gdLst>
                <a:gd name="csX0" fmla="*/ 7166 w 7165"/>
                <a:gd name="csY0" fmla="*/ 0 h 477"/>
                <a:gd name="csX1" fmla="*/ 3344 w 7165"/>
                <a:gd name="csY1" fmla="*/ 478 h 477"/>
                <a:gd name="csX2" fmla="*/ 0 w 7165"/>
                <a:gd name="csY2" fmla="*/ 478 h 477"/>
                <a:gd name="csX3" fmla="*/ 3344 w 7165"/>
                <a:gd name="csY3" fmla="*/ 478 h 477"/>
                <a:gd name="csX4" fmla="*/ 7166 w 7165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65" h="477">
                  <a:moveTo>
                    <a:pt x="7166" y="0"/>
                  </a:moveTo>
                  <a:lnTo>
                    <a:pt x="3344" y="478"/>
                  </a:lnTo>
                  <a:lnTo>
                    <a:pt x="0" y="478"/>
                  </a:lnTo>
                  <a:lnTo>
                    <a:pt x="3344" y="478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7" name="Freeform 1696">
              <a:extLst>
                <a:ext uri="{FF2B5EF4-FFF2-40B4-BE49-F238E27FC236}">
                  <a16:creationId xmlns:a16="http://schemas.microsoft.com/office/drawing/2014/main" id="{748A2BD7-F0EB-25D0-143B-8252DB6AE406}"/>
                </a:ext>
              </a:extLst>
            </p:cNvPr>
            <p:cNvSpPr/>
            <p:nvPr/>
          </p:nvSpPr>
          <p:spPr>
            <a:xfrm>
              <a:off x="6467195" y="3510475"/>
              <a:ext cx="9076" cy="4777"/>
            </a:xfrm>
            <a:custGeom>
              <a:avLst/>
              <a:gdLst>
                <a:gd name="csX0" fmla="*/ 9077 w 9076"/>
                <a:gd name="csY0" fmla="*/ 0 h 4777"/>
                <a:gd name="csX1" fmla="*/ 8122 w 9076"/>
                <a:gd name="csY1" fmla="*/ 1433 h 4777"/>
                <a:gd name="csX2" fmla="*/ 6211 w 9076"/>
                <a:gd name="csY2" fmla="*/ 2389 h 4777"/>
                <a:gd name="csX3" fmla="*/ 5255 w 9076"/>
                <a:gd name="csY3" fmla="*/ 2389 h 4777"/>
                <a:gd name="csX4" fmla="*/ 4300 w 9076"/>
                <a:gd name="csY4" fmla="*/ 2866 h 4777"/>
                <a:gd name="csX5" fmla="*/ 1433 w 9076"/>
                <a:gd name="csY5" fmla="*/ 4777 h 4777"/>
                <a:gd name="csX6" fmla="*/ 0 w 9076"/>
                <a:gd name="csY6" fmla="*/ 3822 h 4777"/>
                <a:gd name="csX7" fmla="*/ 0 w 9076"/>
                <a:gd name="csY7" fmla="*/ 3822 h 4777"/>
                <a:gd name="csX8" fmla="*/ 1433 w 9076"/>
                <a:gd name="csY8" fmla="*/ 4777 h 4777"/>
                <a:gd name="csX9" fmla="*/ 4300 w 9076"/>
                <a:gd name="csY9" fmla="*/ 2866 h 4777"/>
                <a:gd name="csX10" fmla="*/ 5255 w 9076"/>
                <a:gd name="csY10" fmla="*/ 1911 h 4777"/>
                <a:gd name="csX11" fmla="*/ 6211 w 9076"/>
                <a:gd name="csY11" fmla="*/ 1911 h 4777"/>
                <a:gd name="csX12" fmla="*/ 8122 w 9076"/>
                <a:gd name="csY12" fmla="*/ 1433 h 4777"/>
                <a:gd name="csX13" fmla="*/ 9077 w 9076"/>
                <a:gd name="csY13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076" h="4777">
                  <a:moveTo>
                    <a:pt x="9077" y="0"/>
                  </a:moveTo>
                  <a:lnTo>
                    <a:pt x="8122" y="1433"/>
                  </a:lnTo>
                  <a:lnTo>
                    <a:pt x="6211" y="2389"/>
                  </a:lnTo>
                  <a:lnTo>
                    <a:pt x="5255" y="2389"/>
                  </a:lnTo>
                  <a:lnTo>
                    <a:pt x="4300" y="2866"/>
                  </a:lnTo>
                  <a:lnTo>
                    <a:pt x="1433" y="4777"/>
                  </a:lnTo>
                  <a:lnTo>
                    <a:pt x="0" y="3822"/>
                  </a:lnTo>
                  <a:lnTo>
                    <a:pt x="0" y="3822"/>
                  </a:lnTo>
                  <a:lnTo>
                    <a:pt x="1433" y="4777"/>
                  </a:lnTo>
                  <a:lnTo>
                    <a:pt x="4300" y="2866"/>
                  </a:lnTo>
                  <a:lnTo>
                    <a:pt x="5255" y="1911"/>
                  </a:lnTo>
                  <a:lnTo>
                    <a:pt x="6211" y="1911"/>
                  </a:lnTo>
                  <a:lnTo>
                    <a:pt x="8122" y="1433"/>
                  </a:lnTo>
                  <a:lnTo>
                    <a:pt x="90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8" name="Freeform 1697">
              <a:extLst>
                <a:ext uri="{FF2B5EF4-FFF2-40B4-BE49-F238E27FC236}">
                  <a16:creationId xmlns:a16="http://schemas.microsoft.com/office/drawing/2014/main" id="{0950D3D8-23C6-4475-632B-40632301EFBA}"/>
                </a:ext>
              </a:extLst>
            </p:cNvPr>
            <p:cNvSpPr/>
            <p:nvPr/>
          </p:nvSpPr>
          <p:spPr>
            <a:xfrm>
              <a:off x="6475794" y="4758782"/>
              <a:ext cx="477" cy="1911"/>
            </a:xfrm>
            <a:custGeom>
              <a:avLst/>
              <a:gdLst>
                <a:gd name="csX0" fmla="*/ 0 w 477"/>
                <a:gd name="csY0" fmla="*/ 0 h 1911"/>
                <a:gd name="csX1" fmla="*/ 478 w 477"/>
                <a:gd name="csY1" fmla="*/ 1911 h 1911"/>
                <a:gd name="csX2" fmla="*/ 0 w 477"/>
                <a:gd name="csY2" fmla="*/ 0 h 1911"/>
                <a:gd name="csX3" fmla="*/ 0 w 477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1">
                  <a:moveTo>
                    <a:pt x="0" y="0"/>
                  </a:moveTo>
                  <a:lnTo>
                    <a:pt x="478" y="19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9" name="Freeform 1698">
              <a:extLst>
                <a:ext uri="{FF2B5EF4-FFF2-40B4-BE49-F238E27FC236}">
                  <a16:creationId xmlns:a16="http://schemas.microsoft.com/office/drawing/2014/main" id="{75ADE3DE-3020-10E6-DE87-0D196B453147}"/>
                </a:ext>
              </a:extLst>
            </p:cNvPr>
            <p:cNvSpPr/>
            <p:nvPr/>
          </p:nvSpPr>
          <p:spPr>
            <a:xfrm>
              <a:off x="6470539" y="3770360"/>
              <a:ext cx="5732" cy="2866"/>
            </a:xfrm>
            <a:custGeom>
              <a:avLst/>
              <a:gdLst>
                <a:gd name="csX0" fmla="*/ 5733 w 5732"/>
                <a:gd name="csY0" fmla="*/ 2867 h 2866"/>
                <a:gd name="csX1" fmla="*/ 2389 w 5732"/>
                <a:gd name="csY1" fmla="*/ 1433 h 2866"/>
                <a:gd name="csX2" fmla="*/ 0 w 5732"/>
                <a:gd name="csY2" fmla="*/ 0 h 2866"/>
                <a:gd name="csX3" fmla="*/ 2389 w 5732"/>
                <a:gd name="csY3" fmla="*/ 1433 h 2866"/>
                <a:gd name="csX4" fmla="*/ 5733 w 5732"/>
                <a:gd name="csY4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2866">
                  <a:moveTo>
                    <a:pt x="5733" y="2867"/>
                  </a:moveTo>
                  <a:lnTo>
                    <a:pt x="2389" y="1433"/>
                  </a:lnTo>
                  <a:lnTo>
                    <a:pt x="0" y="0"/>
                  </a:lnTo>
                  <a:lnTo>
                    <a:pt x="2389" y="1433"/>
                  </a:lnTo>
                  <a:lnTo>
                    <a:pt x="5733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0" name="Freeform 1699">
              <a:extLst>
                <a:ext uri="{FF2B5EF4-FFF2-40B4-BE49-F238E27FC236}">
                  <a16:creationId xmlns:a16="http://schemas.microsoft.com/office/drawing/2014/main" id="{B9308ADA-92E5-23CD-5884-40EB33A1E303}"/>
                </a:ext>
              </a:extLst>
            </p:cNvPr>
            <p:cNvSpPr/>
            <p:nvPr/>
          </p:nvSpPr>
          <p:spPr>
            <a:xfrm>
              <a:off x="6471972" y="3161255"/>
              <a:ext cx="2866" cy="477"/>
            </a:xfrm>
            <a:custGeom>
              <a:avLst/>
              <a:gdLst>
                <a:gd name="csX0" fmla="*/ 2867 w 2866"/>
                <a:gd name="csY0" fmla="*/ 478 h 477"/>
                <a:gd name="csX1" fmla="*/ 2867 w 2866"/>
                <a:gd name="csY1" fmla="*/ 478 h 477"/>
                <a:gd name="csX2" fmla="*/ 0 w 2866"/>
                <a:gd name="csY2" fmla="*/ 0 h 477"/>
                <a:gd name="csX3" fmla="*/ 2867 w 2866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477">
                  <a:moveTo>
                    <a:pt x="2867" y="478"/>
                  </a:moveTo>
                  <a:lnTo>
                    <a:pt x="2867" y="478"/>
                  </a:lnTo>
                  <a:lnTo>
                    <a:pt x="0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1" name="Freeform 1700">
              <a:extLst>
                <a:ext uri="{FF2B5EF4-FFF2-40B4-BE49-F238E27FC236}">
                  <a16:creationId xmlns:a16="http://schemas.microsoft.com/office/drawing/2014/main" id="{3D0CB7EC-6DC7-2827-D5EB-37557A7B477C}"/>
                </a:ext>
              </a:extLst>
            </p:cNvPr>
            <p:cNvSpPr/>
            <p:nvPr/>
          </p:nvSpPr>
          <p:spPr>
            <a:xfrm>
              <a:off x="6470061" y="4956085"/>
              <a:ext cx="3821" cy="477"/>
            </a:xfrm>
            <a:custGeom>
              <a:avLst/>
              <a:gdLst>
                <a:gd name="csX0" fmla="*/ 3821 w 3821"/>
                <a:gd name="csY0" fmla="*/ 0 h 477"/>
                <a:gd name="csX1" fmla="*/ 2389 w 3821"/>
                <a:gd name="csY1" fmla="*/ 478 h 477"/>
                <a:gd name="csX2" fmla="*/ 0 w 3821"/>
                <a:gd name="csY2" fmla="*/ 478 h 477"/>
                <a:gd name="csX3" fmla="*/ 2389 w 3821"/>
                <a:gd name="csY3" fmla="*/ 478 h 477"/>
                <a:gd name="csX4" fmla="*/ 3821 w 3821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477">
                  <a:moveTo>
                    <a:pt x="3821" y="0"/>
                  </a:moveTo>
                  <a:lnTo>
                    <a:pt x="2389" y="478"/>
                  </a:lnTo>
                  <a:lnTo>
                    <a:pt x="0" y="478"/>
                  </a:lnTo>
                  <a:lnTo>
                    <a:pt x="2389" y="478"/>
                  </a:lnTo>
                  <a:lnTo>
                    <a:pt x="38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2" name="Freeform 1701">
              <a:extLst>
                <a:ext uri="{FF2B5EF4-FFF2-40B4-BE49-F238E27FC236}">
                  <a16:creationId xmlns:a16="http://schemas.microsoft.com/office/drawing/2014/main" id="{57E6C0AE-A79F-E972-11A6-0C338E82C311}"/>
                </a:ext>
              </a:extLst>
            </p:cNvPr>
            <p:cNvSpPr/>
            <p:nvPr/>
          </p:nvSpPr>
          <p:spPr>
            <a:xfrm>
              <a:off x="6285180" y="3734531"/>
              <a:ext cx="187747" cy="119910"/>
            </a:xfrm>
            <a:custGeom>
              <a:avLst/>
              <a:gdLst>
                <a:gd name="csX0" fmla="*/ 187748 w 187747"/>
                <a:gd name="csY0" fmla="*/ 79781 h 119910"/>
                <a:gd name="csX1" fmla="*/ 187748 w 187747"/>
                <a:gd name="csY1" fmla="*/ 79781 h 119910"/>
                <a:gd name="csX2" fmla="*/ 187270 w 187747"/>
                <a:gd name="csY2" fmla="*/ 81214 h 119910"/>
                <a:gd name="csX3" fmla="*/ 187270 w 187747"/>
                <a:gd name="csY3" fmla="*/ 82169 h 119910"/>
                <a:gd name="csX4" fmla="*/ 186314 w 187747"/>
                <a:gd name="csY4" fmla="*/ 86947 h 119910"/>
                <a:gd name="csX5" fmla="*/ 185837 w 187747"/>
                <a:gd name="csY5" fmla="*/ 88380 h 119910"/>
                <a:gd name="csX6" fmla="*/ 184882 w 187747"/>
                <a:gd name="csY6" fmla="*/ 90291 h 119910"/>
                <a:gd name="csX7" fmla="*/ 174849 w 187747"/>
                <a:gd name="csY7" fmla="*/ 92679 h 119910"/>
                <a:gd name="csX8" fmla="*/ 175327 w 187747"/>
                <a:gd name="csY8" fmla="*/ 91246 h 119910"/>
                <a:gd name="csX9" fmla="*/ 174849 w 187747"/>
                <a:gd name="csY9" fmla="*/ 89813 h 119910"/>
                <a:gd name="csX10" fmla="*/ 174849 w 187747"/>
                <a:gd name="csY10" fmla="*/ 88380 h 119910"/>
                <a:gd name="csX11" fmla="*/ 175805 w 187747"/>
                <a:gd name="csY11" fmla="*/ 86947 h 119910"/>
                <a:gd name="csX12" fmla="*/ 173416 w 187747"/>
                <a:gd name="csY12" fmla="*/ 86469 h 119910"/>
                <a:gd name="csX13" fmla="*/ 172460 w 187747"/>
                <a:gd name="csY13" fmla="*/ 86947 h 119910"/>
                <a:gd name="csX14" fmla="*/ 171505 w 187747"/>
                <a:gd name="csY14" fmla="*/ 88380 h 119910"/>
                <a:gd name="csX15" fmla="*/ 171983 w 187747"/>
                <a:gd name="csY15" fmla="*/ 91246 h 119910"/>
                <a:gd name="csX16" fmla="*/ 171027 w 187747"/>
                <a:gd name="csY16" fmla="*/ 92679 h 119910"/>
                <a:gd name="csX17" fmla="*/ 170550 w 187747"/>
                <a:gd name="csY17" fmla="*/ 93635 h 119910"/>
                <a:gd name="csX18" fmla="*/ 170550 w 187747"/>
                <a:gd name="csY18" fmla="*/ 95546 h 119910"/>
                <a:gd name="csX19" fmla="*/ 170072 w 187747"/>
                <a:gd name="csY19" fmla="*/ 96501 h 119910"/>
                <a:gd name="csX20" fmla="*/ 170072 w 187747"/>
                <a:gd name="csY20" fmla="*/ 97457 h 119910"/>
                <a:gd name="csX21" fmla="*/ 171505 w 187747"/>
                <a:gd name="csY21" fmla="*/ 96979 h 119910"/>
                <a:gd name="csX22" fmla="*/ 170550 w 187747"/>
                <a:gd name="csY22" fmla="*/ 98890 h 119910"/>
                <a:gd name="csX23" fmla="*/ 167683 w 187747"/>
                <a:gd name="csY23" fmla="*/ 102234 h 119910"/>
                <a:gd name="csX24" fmla="*/ 166728 w 187747"/>
                <a:gd name="csY24" fmla="*/ 104145 h 119910"/>
                <a:gd name="csX25" fmla="*/ 166728 w 187747"/>
                <a:gd name="csY25" fmla="*/ 112266 h 119910"/>
                <a:gd name="csX26" fmla="*/ 165772 w 187747"/>
                <a:gd name="csY26" fmla="*/ 117044 h 119910"/>
                <a:gd name="csX27" fmla="*/ 165294 w 187747"/>
                <a:gd name="csY27" fmla="*/ 117999 h 119910"/>
                <a:gd name="csX28" fmla="*/ 162428 w 187747"/>
                <a:gd name="csY28" fmla="*/ 118477 h 119910"/>
                <a:gd name="csX29" fmla="*/ 161473 w 187747"/>
                <a:gd name="csY29" fmla="*/ 117999 h 119910"/>
                <a:gd name="csX30" fmla="*/ 158128 w 187747"/>
                <a:gd name="csY30" fmla="*/ 117521 h 119910"/>
                <a:gd name="csX31" fmla="*/ 154784 w 187747"/>
                <a:gd name="csY31" fmla="*/ 116088 h 119910"/>
                <a:gd name="csX32" fmla="*/ 152873 w 187747"/>
                <a:gd name="csY32" fmla="*/ 113700 h 119910"/>
                <a:gd name="csX33" fmla="*/ 151441 w 187747"/>
                <a:gd name="csY33" fmla="*/ 111789 h 119910"/>
                <a:gd name="csX34" fmla="*/ 148574 w 187747"/>
                <a:gd name="csY34" fmla="*/ 112744 h 119910"/>
                <a:gd name="csX35" fmla="*/ 148096 w 187747"/>
                <a:gd name="csY35" fmla="*/ 112744 h 119910"/>
                <a:gd name="csX36" fmla="*/ 147141 w 187747"/>
                <a:gd name="csY36" fmla="*/ 111789 h 119910"/>
                <a:gd name="csX37" fmla="*/ 145230 w 187747"/>
                <a:gd name="csY37" fmla="*/ 111311 h 119910"/>
                <a:gd name="csX38" fmla="*/ 142364 w 187747"/>
                <a:gd name="csY38" fmla="*/ 111311 h 119910"/>
                <a:gd name="csX39" fmla="*/ 136153 w 187747"/>
                <a:gd name="csY39" fmla="*/ 107967 h 119910"/>
                <a:gd name="csX40" fmla="*/ 135675 w 187747"/>
                <a:gd name="csY40" fmla="*/ 107489 h 119910"/>
                <a:gd name="csX41" fmla="*/ 130898 w 187747"/>
                <a:gd name="csY41" fmla="*/ 107967 h 119910"/>
                <a:gd name="csX42" fmla="*/ 123732 w 187747"/>
                <a:gd name="csY42" fmla="*/ 109400 h 119910"/>
                <a:gd name="csX43" fmla="*/ 118477 w 187747"/>
                <a:gd name="csY43" fmla="*/ 111311 h 119910"/>
                <a:gd name="csX44" fmla="*/ 112744 w 187747"/>
                <a:gd name="csY44" fmla="*/ 115133 h 119910"/>
                <a:gd name="csX45" fmla="*/ 110356 w 187747"/>
                <a:gd name="csY45" fmla="*/ 117521 h 119910"/>
                <a:gd name="csX46" fmla="*/ 107967 w 187747"/>
                <a:gd name="csY46" fmla="*/ 118955 h 119910"/>
                <a:gd name="csX47" fmla="*/ 104145 w 187747"/>
                <a:gd name="csY47" fmla="*/ 119910 h 119910"/>
                <a:gd name="csX48" fmla="*/ 97457 w 187747"/>
                <a:gd name="csY48" fmla="*/ 119432 h 119910"/>
                <a:gd name="csX49" fmla="*/ 90769 w 187747"/>
                <a:gd name="csY49" fmla="*/ 118477 h 119910"/>
                <a:gd name="csX50" fmla="*/ 83125 w 187747"/>
                <a:gd name="csY50" fmla="*/ 117044 h 119910"/>
                <a:gd name="csX51" fmla="*/ 78825 w 187747"/>
                <a:gd name="csY51" fmla="*/ 117521 h 119910"/>
                <a:gd name="csX52" fmla="*/ 73570 w 187747"/>
                <a:gd name="csY52" fmla="*/ 117044 h 119910"/>
                <a:gd name="csX53" fmla="*/ 65449 w 187747"/>
                <a:gd name="csY53" fmla="*/ 115610 h 119910"/>
                <a:gd name="csX54" fmla="*/ 59239 w 187747"/>
                <a:gd name="csY54" fmla="*/ 114655 h 119910"/>
                <a:gd name="csX55" fmla="*/ 53028 w 187747"/>
                <a:gd name="csY55" fmla="*/ 116088 h 119910"/>
                <a:gd name="csX56" fmla="*/ 52073 w 187747"/>
                <a:gd name="csY56" fmla="*/ 115133 h 119910"/>
                <a:gd name="csX57" fmla="*/ 52073 w 187747"/>
                <a:gd name="csY57" fmla="*/ 114177 h 119910"/>
                <a:gd name="csX58" fmla="*/ 52073 w 187747"/>
                <a:gd name="csY58" fmla="*/ 113222 h 119910"/>
                <a:gd name="csX59" fmla="*/ 53028 w 187747"/>
                <a:gd name="csY59" fmla="*/ 111789 h 119910"/>
                <a:gd name="csX60" fmla="*/ 54461 w 187747"/>
                <a:gd name="csY60" fmla="*/ 111311 h 119910"/>
                <a:gd name="csX61" fmla="*/ 54939 w 187747"/>
                <a:gd name="csY61" fmla="*/ 110356 h 119910"/>
                <a:gd name="csX62" fmla="*/ 55417 w 187747"/>
                <a:gd name="csY62" fmla="*/ 109878 h 119910"/>
                <a:gd name="csX63" fmla="*/ 53506 w 187747"/>
                <a:gd name="csY63" fmla="*/ 108445 h 119910"/>
                <a:gd name="csX64" fmla="*/ 50162 w 187747"/>
                <a:gd name="csY64" fmla="*/ 107011 h 119910"/>
                <a:gd name="csX65" fmla="*/ 48728 w 187747"/>
                <a:gd name="csY65" fmla="*/ 105578 h 119910"/>
                <a:gd name="csX66" fmla="*/ 48251 w 187747"/>
                <a:gd name="csY66" fmla="*/ 105578 h 119910"/>
                <a:gd name="csX67" fmla="*/ 48251 w 187747"/>
                <a:gd name="csY67" fmla="*/ 104623 h 119910"/>
                <a:gd name="csX68" fmla="*/ 47773 w 187747"/>
                <a:gd name="csY68" fmla="*/ 103667 h 119910"/>
                <a:gd name="csX69" fmla="*/ 46340 w 187747"/>
                <a:gd name="csY69" fmla="*/ 103190 h 119910"/>
                <a:gd name="csX70" fmla="*/ 45384 w 187747"/>
                <a:gd name="csY70" fmla="*/ 102234 h 119910"/>
                <a:gd name="csX71" fmla="*/ 44429 w 187747"/>
                <a:gd name="csY71" fmla="*/ 100801 h 119910"/>
                <a:gd name="csX72" fmla="*/ 44907 w 187747"/>
                <a:gd name="csY72" fmla="*/ 99368 h 119910"/>
                <a:gd name="csX73" fmla="*/ 45862 w 187747"/>
                <a:gd name="csY73" fmla="*/ 97934 h 119910"/>
                <a:gd name="csX74" fmla="*/ 47295 w 187747"/>
                <a:gd name="csY74" fmla="*/ 97457 h 119910"/>
                <a:gd name="csX75" fmla="*/ 48728 w 187747"/>
                <a:gd name="csY75" fmla="*/ 97457 h 119910"/>
                <a:gd name="csX76" fmla="*/ 49206 w 187747"/>
                <a:gd name="csY76" fmla="*/ 97457 h 119910"/>
                <a:gd name="csX77" fmla="*/ 49206 w 187747"/>
                <a:gd name="csY77" fmla="*/ 96501 h 119910"/>
                <a:gd name="csX78" fmla="*/ 47773 w 187747"/>
                <a:gd name="csY78" fmla="*/ 95068 h 119910"/>
                <a:gd name="csX79" fmla="*/ 44907 w 187747"/>
                <a:gd name="csY79" fmla="*/ 93635 h 119910"/>
                <a:gd name="csX80" fmla="*/ 41563 w 187747"/>
                <a:gd name="csY80" fmla="*/ 94591 h 119910"/>
                <a:gd name="csX81" fmla="*/ 38696 w 187747"/>
                <a:gd name="csY81" fmla="*/ 97457 h 119910"/>
                <a:gd name="csX82" fmla="*/ 36785 w 187747"/>
                <a:gd name="csY82" fmla="*/ 97934 h 119910"/>
                <a:gd name="csX83" fmla="*/ 35352 w 187747"/>
                <a:gd name="csY83" fmla="*/ 96024 h 119910"/>
                <a:gd name="csX84" fmla="*/ 32963 w 187747"/>
                <a:gd name="csY84" fmla="*/ 94591 h 119910"/>
                <a:gd name="csX85" fmla="*/ 29619 w 187747"/>
                <a:gd name="csY85" fmla="*/ 94591 h 119910"/>
                <a:gd name="csX86" fmla="*/ 27709 w 187747"/>
                <a:gd name="csY86" fmla="*/ 93635 h 119910"/>
                <a:gd name="csX87" fmla="*/ 26753 w 187747"/>
                <a:gd name="csY87" fmla="*/ 92679 h 119910"/>
                <a:gd name="csX88" fmla="*/ 25320 w 187747"/>
                <a:gd name="csY88" fmla="*/ 91724 h 119910"/>
                <a:gd name="csX89" fmla="*/ 21976 w 187747"/>
                <a:gd name="csY89" fmla="*/ 90768 h 119910"/>
                <a:gd name="csX90" fmla="*/ 21976 w 187747"/>
                <a:gd name="csY90" fmla="*/ 89813 h 119910"/>
                <a:gd name="csX91" fmla="*/ 22453 w 187747"/>
                <a:gd name="csY91" fmla="*/ 89813 h 119910"/>
                <a:gd name="csX92" fmla="*/ 23886 w 187747"/>
                <a:gd name="csY92" fmla="*/ 89335 h 119910"/>
                <a:gd name="csX93" fmla="*/ 25320 w 187747"/>
                <a:gd name="csY93" fmla="*/ 89335 h 119910"/>
                <a:gd name="csX94" fmla="*/ 25798 w 187747"/>
                <a:gd name="csY94" fmla="*/ 88858 h 119910"/>
                <a:gd name="csX95" fmla="*/ 25798 w 187747"/>
                <a:gd name="csY95" fmla="*/ 88380 h 119910"/>
                <a:gd name="csX96" fmla="*/ 25798 w 187747"/>
                <a:gd name="csY96" fmla="*/ 88380 h 119910"/>
                <a:gd name="csX97" fmla="*/ 24364 w 187747"/>
                <a:gd name="csY97" fmla="*/ 87902 h 119910"/>
                <a:gd name="csX98" fmla="*/ 23409 w 187747"/>
                <a:gd name="csY98" fmla="*/ 87425 h 119910"/>
                <a:gd name="csX99" fmla="*/ 22453 w 187747"/>
                <a:gd name="csY99" fmla="*/ 86947 h 119910"/>
                <a:gd name="csX100" fmla="*/ 21976 w 187747"/>
                <a:gd name="csY100" fmla="*/ 86469 h 119910"/>
                <a:gd name="csX101" fmla="*/ 21976 w 187747"/>
                <a:gd name="csY101" fmla="*/ 85991 h 119910"/>
                <a:gd name="csX102" fmla="*/ 22453 w 187747"/>
                <a:gd name="csY102" fmla="*/ 85991 h 119910"/>
                <a:gd name="csX103" fmla="*/ 22931 w 187747"/>
                <a:gd name="csY103" fmla="*/ 85514 h 119910"/>
                <a:gd name="csX104" fmla="*/ 23409 w 187747"/>
                <a:gd name="csY104" fmla="*/ 85514 h 119910"/>
                <a:gd name="csX105" fmla="*/ 23409 w 187747"/>
                <a:gd name="csY105" fmla="*/ 84558 h 119910"/>
                <a:gd name="csX106" fmla="*/ 24364 w 187747"/>
                <a:gd name="csY106" fmla="*/ 83603 h 119910"/>
                <a:gd name="csX107" fmla="*/ 24842 w 187747"/>
                <a:gd name="csY107" fmla="*/ 83125 h 119910"/>
                <a:gd name="csX108" fmla="*/ 24842 w 187747"/>
                <a:gd name="csY108" fmla="*/ 82647 h 119910"/>
                <a:gd name="csX109" fmla="*/ 24364 w 187747"/>
                <a:gd name="csY109" fmla="*/ 81692 h 119910"/>
                <a:gd name="csX110" fmla="*/ 23409 w 187747"/>
                <a:gd name="csY110" fmla="*/ 81214 h 119910"/>
                <a:gd name="csX111" fmla="*/ 22453 w 187747"/>
                <a:gd name="csY111" fmla="*/ 81214 h 119910"/>
                <a:gd name="csX112" fmla="*/ 19587 w 187747"/>
                <a:gd name="csY112" fmla="*/ 80259 h 119910"/>
                <a:gd name="csX113" fmla="*/ 18154 w 187747"/>
                <a:gd name="csY113" fmla="*/ 78825 h 119910"/>
                <a:gd name="csX114" fmla="*/ 17198 w 187747"/>
                <a:gd name="csY114" fmla="*/ 78825 h 119910"/>
                <a:gd name="csX115" fmla="*/ 15287 w 187747"/>
                <a:gd name="csY115" fmla="*/ 77870 h 119910"/>
                <a:gd name="csX116" fmla="*/ 13854 w 187747"/>
                <a:gd name="csY116" fmla="*/ 76914 h 119910"/>
                <a:gd name="csX117" fmla="*/ 12421 w 187747"/>
                <a:gd name="csY117" fmla="*/ 75481 h 119910"/>
                <a:gd name="csX118" fmla="*/ 10988 w 187747"/>
                <a:gd name="csY118" fmla="*/ 74048 h 119910"/>
                <a:gd name="csX119" fmla="*/ 10510 w 187747"/>
                <a:gd name="csY119" fmla="*/ 74048 h 119910"/>
                <a:gd name="csX120" fmla="*/ 10510 w 187747"/>
                <a:gd name="csY120" fmla="*/ 73570 h 119910"/>
                <a:gd name="csX121" fmla="*/ 10988 w 187747"/>
                <a:gd name="csY121" fmla="*/ 73093 h 119910"/>
                <a:gd name="csX122" fmla="*/ 10510 w 187747"/>
                <a:gd name="csY122" fmla="*/ 72615 h 119910"/>
                <a:gd name="csX123" fmla="*/ 10510 w 187747"/>
                <a:gd name="csY123" fmla="*/ 70704 h 119910"/>
                <a:gd name="csX124" fmla="*/ 10510 w 187747"/>
                <a:gd name="csY124" fmla="*/ 69271 h 119910"/>
                <a:gd name="csX125" fmla="*/ 10510 w 187747"/>
                <a:gd name="csY125" fmla="*/ 67837 h 119910"/>
                <a:gd name="csX126" fmla="*/ 10510 w 187747"/>
                <a:gd name="csY126" fmla="*/ 66882 h 119910"/>
                <a:gd name="csX127" fmla="*/ 10032 w 187747"/>
                <a:gd name="csY127" fmla="*/ 66882 h 119910"/>
                <a:gd name="csX128" fmla="*/ 10032 w 187747"/>
                <a:gd name="csY128" fmla="*/ 66882 h 119910"/>
                <a:gd name="csX129" fmla="*/ 9555 w 187747"/>
                <a:gd name="csY129" fmla="*/ 67360 h 119910"/>
                <a:gd name="csX130" fmla="*/ 9077 w 187747"/>
                <a:gd name="csY130" fmla="*/ 67360 h 119910"/>
                <a:gd name="csX131" fmla="*/ 8121 w 187747"/>
                <a:gd name="csY131" fmla="*/ 66404 h 119910"/>
                <a:gd name="csX132" fmla="*/ 6688 w 187747"/>
                <a:gd name="csY132" fmla="*/ 64016 h 119910"/>
                <a:gd name="csX133" fmla="*/ 5733 w 187747"/>
                <a:gd name="csY133" fmla="*/ 63060 h 119910"/>
                <a:gd name="csX134" fmla="*/ 3822 w 187747"/>
                <a:gd name="csY134" fmla="*/ 62105 h 119910"/>
                <a:gd name="csX135" fmla="*/ 2389 w 187747"/>
                <a:gd name="csY135" fmla="*/ 61149 h 119910"/>
                <a:gd name="csX136" fmla="*/ 956 w 187747"/>
                <a:gd name="csY136" fmla="*/ 59238 h 119910"/>
                <a:gd name="csX137" fmla="*/ 0 w 187747"/>
                <a:gd name="csY137" fmla="*/ 57805 h 119910"/>
                <a:gd name="csX138" fmla="*/ 956 w 187747"/>
                <a:gd name="csY138" fmla="*/ 56850 h 119910"/>
                <a:gd name="csX139" fmla="*/ 5255 w 187747"/>
                <a:gd name="csY139" fmla="*/ 55894 h 119910"/>
                <a:gd name="csX140" fmla="*/ 7166 w 187747"/>
                <a:gd name="csY140" fmla="*/ 56850 h 119910"/>
                <a:gd name="csX141" fmla="*/ 8121 w 187747"/>
                <a:gd name="csY141" fmla="*/ 56850 h 119910"/>
                <a:gd name="csX142" fmla="*/ 9077 w 187747"/>
                <a:gd name="csY142" fmla="*/ 55894 h 119910"/>
                <a:gd name="csX143" fmla="*/ 9555 w 187747"/>
                <a:gd name="csY143" fmla="*/ 55417 h 119910"/>
                <a:gd name="csX144" fmla="*/ 9555 w 187747"/>
                <a:gd name="csY144" fmla="*/ 54939 h 119910"/>
                <a:gd name="csX145" fmla="*/ 10032 w 187747"/>
                <a:gd name="csY145" fmla="*/ 53984 h 119910"/>
                <a:gd name="csX146" fmla="*/ 11943 w 187747"/>
                <a:gd name="csY146" fmla="*/ 53506 h 119910"/>
                <a:gd name="csX147" fmla="*/ 15765 w 187747"/>
                <a:gd name="csY147" fmla="*/ 53984 h 119910"/>
                <a:gd name="csX148" fmla="*/ 17198 w 187747"/>
                <a:gd name="csY148" fmla="*/ 53028 h 119910"/>
                <a:gd name="csX149" fmla="*/ 18154 w 187747"/>
                <a:gd name="csY149" fmla="*/ 52550 h 119910"/>
                <a:gd name="csX150" fmla="*/ 18154 w 187747"/>
                <a:gd name="csY150" fmla="*/ 51117 h 119910"/>
                <a:gd name="csX151" fmla="*/ 18632 w 187747"/>
                <a:gd name="csY151" fmla="*/ 50161 h 119910"/>
                <a:gd name="csX152" fmla="*/ 20065 w 187747"/>
                <a:gd name="csY152" fmla="*/ 49684 h 119910"/>
                <a:gd name="csX153" fmla="*/ 20065 w 187747"/>
                <a:gd name="csY153" fmla="*/ 48728 h 119910"/>
                <a:gd name="csX154" fmla="*/ 20065 w 187747"/>
                <a:gd name="csY154" fmla="*/ 47773 h 119910"/>
                <a:gd name="csX155" fmla="*/ 21020 w 187747"/>
                <a:gd name="csY155" fmla="*/ 45384 h 119910"/>
                <a:gd name="csX156" fmla="*/ 21498 w 187747"/>
                <a:gd name="csY156" fmla="*/ 44429 h 119910"/>
                <a:gd name="csX157" fmla="*/ 21976 w 187747"/>
                <a:gd name="csY157" fmla="*/ 43951 h 119910"/>
                <a:gd name="csX158" fmla="*/ 23409 w 187747"/>
                <a:gd name="csY158" fmla="*/ 43473 h 119910"/>
                <a:gd name="csX159" fmla="*/ 24842 w 187747"/>
                <a:gd name="csY159" fmla="*/ 42040 h 119910"/>
                <a:gd name="csX160" fmla="*/ 24364 w 187747"/>
                <a:gd name="csY160" fmla="*/ 40607 h 119910"/>
                <a:gd name="csX161" fmla="*/ 24842 w 187747"/>
                <a:gd name="csY161" fmla="*/ 39652 h 119910"/>
                <a:gd name="csX162" fmla="*/ 26753 w 187747"/>
                <a:gd name="csY162" fmla="*/ 37263 h 119910"/>
                <a:gd name="csX163" fmla="*/ 28186 w 187747"/>
                <a:gd name="csY163" fmla="*/ 34874 h 119910"/>
                <a:gd name="csX164" fmla="*/ 28186 w 187747"/>
                <a:gd name="csY164" fmla="*/ 33919 h 119910"/>
                <a:gd name="csX165" fmla="*/ 28186 w 187747"/>
                <a:gd name="csY165" fmla="*/ 32963 h 119910"/>
                <a:gd name="csX166" fmla="*/ 29142 w 187747"/>
                <a:gd name="csY166" fmla="*/ 32008 h 119910"/>
                <a:gd name="csX167" fmla="*/ 30575 w 187747"/>
                <a:gd name="csY167" fmla="*/ 30575 h 119910"/>
                <a:gd name="csX168" fmla="*/ 32008 w 187747"/>
                <a:gd name="csY168" fmla="*/ 25797 h 119910"/>
                <a:gd name="csX169" fmla="*/ 32963 w 187747"/>
                <a:gd name="csY169" fmla="*/ 25320 h 119910"/>
                <a:gd name="csX170" fmla="*/ 33919 w 187747"/>
                <a:gd name="csY170" fmla="*/ 24364 h 119910"/>
                <a:gd name="csX171" fmla="*/ 34874 w 187747"/>
                <a:gd name="csY171" fmla="*/ 23409 h 119910"/>
                <a:gd name="csX172" fmla="*/ 34874 w 187747"/>
                <a:gd name="csY172" fmla="*/ 20542 h 119910"/>
                <a:gd name="csX173" fmla="*/ 35830 w 187747"/>
                <a:gd name="csY173" fmla="*/ 19587 h 119910"/>
                <a:gd name="csX174" fmla="*/ 37263 w 187747"/>
                <a:gd name="csY174" fmla="*/ 18631 h 119910"/>
                <a:gd name="csX175" fmla="*/ 38696 w 187747"/>
                <a:gd name="csY175" fmla="*/ 17198 h 119910"/>
                <a:gd name="csX176" fmla="*/ 39652 w 187747"/>
                <a:gd name="csY176" fmla="*/ 15287 h 119910"/>
                <a:gd name="csX177" fmla="*/ 40607 w 187747"/>
                <a:gd name="csY177" fmla="*/ 14810 h 119910"/>
                <a:gd name="csX178" fmla="*/ 42040 w 187747"/>
                <a:gd name="csY178" fmla="*/ 14332 h 119910"/>
                <a:gd name="csX179" fmla="*/ 42996 w 187747"/>
                <a:gd name="csY179" fmla="*/ 13854 h 119910"/>
                <a:gd name="csX180" fmla="*/ 44429 w 187747"/>
                <a:gd name="csY180" fmla="*/ 13376 h 119910"/>
                <a:gd name="csX181" fmla="*/ 45862 w 187747"/>
                <a:gd name="csY181" fmla="*/ 13854 h 119910"/>
                <a:gd name="csX182" fmla="*/ 46818 w 187747"/>
                <a:gd name="csY182" fmla="*/ 13376 h 119910"/>
                <a:gd name="csX183" fmla="*/ 48251 w 187747"/>
                <a:gd name="csY183" fmla="*/ 12421 h 119910"/>
                <a:gd name="csX184" fmla="*/ 51595 w 187747"/>
                <a:gd name="csY184" fmla="*/ 9555 h 119910"/>
                <a:gd name="csX185" fmla="*/ 52073 w 187747"/>
                <a:gd name="csY185" fmla="*/ 8599 h 119910"/>
                <a:gd name="csX186" fmla="*/ 53028 w 187747"/>
                <a:gd name="csY186" fmla="*/ 8121 h 119910"/>
                <a:gd name="csX187" fmla="*/ 55894 w 187747"/>
                <a:gd name="csY187" fmla="*/ 7166 h 119910"/>
                <a:gd name="csX188" fmla="*/ 55894 w 187747"/>
                <a:gd name="csY188" fmla="*/ 7166 h 119910"/>
                <a:gd name="csX189" fmla="*/ 56372 w 187747"/>
                <a:gd name="csY189" fmla="*/ 5733 h 119910"/>
                <a:gd name="csX190" fmla="*/ 57328 w 187747"/>
                <a:gd name="csY190" fmla="*/ 4777 h 119910"/>
                <a:gd name="csX191" fmla="*/ 58761 w 187747"/>
                <a:gd name="csY191" fmla="*/ 4777 h 119910"/>
                <a:gd name="csX192" fmla="*/ 62583 w 187747"/>
                <a:gd name="csY192" fmla="*/ 7644 h 119910"/>
                <a:gd name="csX193" fmla="*/ 66882 w 187747"/>
                <a:gd name="csY193" fmla="*/ 7166 h 119910"/>
                <a:gd name="csX194" fmla="*/ 67360 w 187747"/>
                <a:gd name="csY194" fmla="*/ 7166 h 119910"/>
                <a:gd name="csX195" fmla="*/ 67838 w 187747"/>
                <a:gd name="csY195" fmla="*/ 7644 h 119910"/>
                <a:gd name="csX196" fmla="*/ 68316 w 187747"/>
                <a:gd name="csY196" fmla="*/ 7644 h 119910"/>
                <a:gd name="csX197" fmla="*/ 68793 w 187747"/>
                <a:gd name="csY197" fmla="*/ 7644 h 119910"/>
                <a:gd name="csX198" fmla="*/ 74526 w 187747"/>
                <a:gd name="csY198" fmla="*/ 9077 h 119910"/>
                <a:gd name="csX199" fmla="*/ 75481 w 187747"/>
                <a:gd name="csY199" fmla="*/ 8599 h 119910"/>
                <a:gd name="csX200" fmla="*/ 75481 w 187747"/>
                <a:gd name="csY200" fmla="*/ 8599 h 119910"/>
                <a:gd name="csX201" fmla="*/ 77870 w 187747"/>
                <a:gd name="csY201" fmla="*/ 9555 h 119910"/>
                <a:gd name="csX202" fmla="*/ 80259 w 187747"/>
                <a:gd name="csY202" fmla="*/ 9555 h 119910"/>
                <a:gd name="csX203" fmla="*/ 82170 w 187747"/>
                <a:gd name="csY203" fmla="*/ 9077 h 119910"/>
                <a:gd name="csX204" fmla="*/ 84081 w 187747"/>
                <a:gd name="csY204" fmla="*/ 8599 h 119910"/>
                <a:gd name="csX205" fmla="*/ 85991 w 187747"/>
                <a:gd name="csY205" fmla="*/ 9077 h 119910"/>
                <a:gd name="csX206" fmla="*/ 87425 w 187747"/>
                <a:gd name="csY206" fmla="*/ 10510 h 119910"/>
                <a:gd name="csX207" fmla="*/ 87425 w 187747"/>
                <a:gd name="csY207" fmla="*/ 10510 h 119910"/>
                <a:gd name="csX208" fmla="*/ 91246 w 187747"/>
                <a:gd name="csY208" fmla="*/ 13854 h 119910"/>
                <a:gd name="csX209" fmla="*/ 92202 w 187747"/>
                <a:gd name="csY209" fmla="*/ 14810 h 119910"/>
                <a:gd name="csX210" fmla="*/ 93635 w 187747"/>
                <a:gd name="csY210" fmla="*/ 14810 h 119910"/>
                <a:gd name="csX211" fmla="*/ 95068 w 187747"/>
                <a:gd name="csY211" fmla="*/ 14332 h 119910"/>
                <a:gd name="csX212" fmla="*/ 95546 w 187747"/>
                <a:gd name="csY212" fmla="*/ 14332 h 119910"/>
                <a:gd name="csX213" fmla="*/ 96024 w 187747"/>
                <a:gd name="csY213" fmla="*/ 14332 h 119910"/>
                <a:gd name="csX214" fmla="*/ 97457 w 187747"/>
                <a:gd name="csY214" fmla="*/ 11943 h 119910"/>
                <a:gd name="csX215" fmla="*/ 103667 w 187747"/>
                <a:gd name="csY215" fmla="*/ 9555 h 119910"/>
                <a:gd name="csX216" fmla="*/ 107967 w 187747"/>
                <a:gd name="csY216" fmla="*/ 9077 h 119910"/>
                <a:gd name="csX217" fmla="*/ 112266 w 187747"/>
                <a:gd name="csY217" fmla="*/ 8121 h 119910"/>
                <a:gd name="csX218" fmla="*/ 117521 w 187747"/>
                <a:gd name="csY218" fmla="*/ 7644 h 119910"/>
                <a:gd name="csX219" fmla="*/ 117521 w 187747"/>
                <a:gd name="csY219" fmla="*/ 7644 h 119910"/>
                <a:gd name="csX220" fmla="*/ 118000 w 187747"/>
                <a:gd name="csY220" fmla="*/ 6688 h 119910"/>
                <a:gd name="csX221" fmla="*/ 118955 w 187747"/>
                <a:gd name="csY221" fmla="*/ 5733 h 119910"/>
                <a:gd name="csX222" fmla="*/ 119910 w 187747"/>
                <a:gd name="csY222" fmla="*/ 4300 h 119910"/>
                <a:gd name="csX223" fmla="*/ 120388 w 187747"/>
                <a:gd name="csY223" fmla="*/ 1911 h 119910"/>
                <a:gd name="csX224" fmla="*/ 122299 w 187747"/>
                <a:gd name="csY224" fmla="*/ 955 h 119910"/>
                <a:gd name="csX225" fmla="*/ 122777 w 187747"/>
                <a:gd name="csY225" fmla="*/ 955 h 119910"/>
                <a:gd name="csX226" fmla="*/ 125643 w 187747"/>
                <a:gd name="csY226" fmla="*/ 478 h 119910"/>
                <a:gd name="csX227" fmla="*/ 126598 w 187747"/>
                <a:gd name="csY227" fmla="*/ 0 h 119910"/>
                <a:gd name="csX228" fmla="*/ 126598 w 187747"/>
                <a:gd name="csY228" fmla="*/ 0 h 119910"/>
                <a:gd name="csX229" fmla="*/ 128509 w 187747"/>
                <a:gd name="csY229" fmla="*/ 0 h 119910"/>
                <a:gd name="csX230" fmla="*/ 129943 w 187747"/>
                <a:gd name="csY230" fmla="*/ 478 h 119910"/>
                <a:gd name="csX231" fmla="*/ 131853 w 187747"/>
                <a:gd name="csY231" fmla="*/ 1433 h 119910"/>
                <a:gd name="csX232" fmla="*/ 133764 w 187747"/>
                <a:gd name="csY232" fmla="*/ 2866 h 119910"/>
                <a:gd name="csX233" fmla="*/ 134242 w 187747"/>
                <a:gd name="csY233" fmla="*/ 4300 h 119910"/>
                <a:gd name="csX234" fmla="*/ 135675 w 187747"/>
                <a:gd name="csY234" fmla="*/ 5733 h 119910"/>
                <a:gd name="csX235" fmla="*/ 137109 w 187747"/>
                <a:gd name="csY235" fmla="*/ 8121 h 119910"/>
                <a:gd name="csX236" fmla="*/ 138542 w 187747"/>
                <a:gd name="csY236" fmla="*/ 11465 h 119910"/>
                <a:gd name="csX237" fmla="*/ 139019 w 187747"/>
                <a:gd name="csY237" fmla="*/ 12899 h 119910"/>
                <a:gd name="csX238" fmla="*/ 139497 w 187747"/>
                <a:gd name="csY238" fmla="*/ 14810 h 119910"/>
                <a:gd name="csX239" fmla="*/ 140453 w 187747"/>
                <a:gd name="csY239" fmla="*/ 17198 h 119910"/>
                <a:gd name="csX240" fmla="*/ 142841 w 187747"/>
                <a:gd name="csY240" fmla="*/ 19109 h 119910"/>
                <a:gd name="csX241" fmla="*/ 143319 w 187747"/>
                <a:gd name="csY241" fmla="*/ 19587 h 119910"/>
                <a:gd name="csX242" fmla="*/ 144275 w 187747"/>
                <a:gd name="csY242" fmla="*/ 21498 h 119910"/>
                <a:gd name="csX243" fmla="*/ 146185 w 187747"/>
                <a:gd name="csY243" fmla="*/ 24842 h 119910"/>
                <a:gd name="csX244" fmla="*/ 147619 w 187747"/>
                <a:gd name="csY244" fmla="*/ 26275 h 119910"/>
                <a:gd name="csX245" fmla="*/ 149052 w 187747"/>
                <a:gd name="csY245" fmla="*/ 28186 h 119910"/>
                <a:gd name="csX246" fmla="*/ 150007 w 187747"/>
                <a:gd name="csY246" fmla="*/ 29619 h 119910"/>
                <a:gd name="csX247" fmla="*/ 150962 w 187747"/>
                <a:gd name="csY247" fmla="*/ 31052 h 119910"/>
                <a:gd name="csX248" fmla="*/ 153351 w 187747"/>
                <a:gd name="csY248" fmla="*/ 32963 h 119910"/>
                <a:gd name="csX249" fmla="*/ 155262 w 187747"/>
                <a:gd name="csY249" fmla="*/ 34874 h 119910"/>
                <a:gd name="csX250" fmla="*/ 156695 w 187747"/>
                <a:gd name="csY250" fmla="*/ 39652 h 119910"/>
                <a:gd name="csX251" fmla="*/ 157651 w 187747"/>
                <a:gd name="csY251" fmla="*/ 42040 h 119910"/>
                <a:gd name="csX252" fmla="*/ 158607 w 187747"/>
                <a:gd name="csY252" fmla="*/ 43473 h 119910"/>
                <a:gd name="csX253" fmla="*/ 158128 w 187747"/>
                <a:gd name="csY253" fmla="*/ 47295 h 119910"/>
                <a:gd name="csX254" fmla="*/ 158607 w 187747"/>
                <a:gd name="csY254" fmla="*/ 48728 h 119910"/>
                <a:gd name="csX255" fmla="*/ 157651 w 187747"/>
                <a:gd name="csY255" fmla="*/ 51117 h 119910"/>
                <a:gd name="csX256" fmla="*/ 156218 w 187747"/>
                <a:gd name="csY256" fmla="*/ 56850 h 119910"/>
                <a:gd name="csX257" fmla="*/ 155740 w 187747"/>
                <a:gd name="csY257" fmla="*/ 61149 h 119910"/>
                <a:gd name="csX258" fmla="*/ 156218 w 187747"/>
                <a:gd name="csY258" fmla="*/ 63538 h 119910"/>
                <a:gd name="csX259" fmla="*/ 156218 w 187747"/>
                <a:gd name="csY259" fmla="*/ 64971 h 119910"/>
                <a:gd name="csX260" fmla="*/ 156695 w 187747"/>
                <a:gd name="csY260" fmla="*/ 65927 h 119910"/>
                <a:gd name="csX261" fmla="*/ 156695 w 187747"/>
                <a:gd name="csY261" fmla="*/ 67837 h 119910"/>
                <a:gd name="csX262" fmla="*/ 157173 w 187747"/>
                <a:gd name="csY262" fmla="*/ 69749 h 119910"/>
                <a:gd name="csX263" fmla="*/ 156218 w 187747"/>
                <a:gd name="csY263" fmla="*/ 70226 h 119910"/>
                <a:gd name="csX264" fmla="*/ 155740 w 187747"/>
                <a:gd name="csY264" fmla="*/ 70704 h 119910"/>
                <a:gd name="csX265" fmla="*/ 155262 w 187747"/>
                <a:gd name="csY265" fmla="*/ 70704 h 119910"/>
                <a:gd name="csX266" fmla="*/ 156218 w 187747"/>
                <a:gd name="csY266" fmla="*/ 71659 h 119910"/>
                <a:gd name="csX267" fmla="*/ 157173 w 187747"/>
                <a:gd name="csY267" fmla="*/ 73093 h 119910"/>
                <a:gd name="csX268" fmla="*/ 158128 w 187747"/>
                <a:gd name="csY268" fmla="*/ 74526 h 119910"/>
                <a:gd name="csX269" fmla="*/ 158128 w 187747"/>
                <a:gd name="csY269" fmla="*/ 74526 h 119910"/>
                <a:gd name="csX270" fmla="*/ 160039 w 187747"/>
                <a:gd name="csY270" fmla="*/ 77392 h 119910"/>
                <a:gd name="csX271" fmla="*/ 162906 w 187747"/>
                <a:gd name="csY271" fmla="*/ 78825 h 119910"/>
                <a:gd name="csX272" fmla="*/ 169116 w 187747"/>
                <a:gd name="csY272" fmla="*/ 80259 h 119910"/>
                <a:gd name="csX273" fmla="*/ 169116 w 187747"/>
                <a:gd name="csY273" fmla="*/ 80259 h 119910"/>
                <a:gd name="csX274" fmla="*/ 169594 w 187747"/>
                <a:gd name="csY274" fmla="*/ 80259 h 119910"/>
                <a:gd name="csX275" fmla="*/ 169594 w 187747"/>
                <a:gd name="csY275" fmla="*/ 80259 h 119910"/>
                <a:gd name="csX276" fmla="*/ 169594 w 187747"/>
                <a:gd name="csY276" fmla="*/ 79781 h 119910"/>
                <a:gd name="csX277" fmla="*/ 169594 w 187747"/>
                <a:gd name="csY277" fmla="*/ 79781 h 119910"/>
                <a:gd name="csX278" fmla="*/ 169116 w 187747"/>
                <a:gd name="csY278" fmla="*/ 79303 h 119910"/>
                <a:gd name="csX279" fmla="*/ 169116 w 187747"/>
                <a:gd name="csY279" fmla="*/ 78825 h 119910"/>
                <a:gd name="csX280" fmla="*/ 169116 w 187747"/>
                <a:gd name="csY280" fmla="*/ 78348 h 119910"/>
                <a:gd name="csX281" fmla="*/ 169594 w 187747"/>
                <a:gd name="csY281" fmla="*/ 78348 h 119910"/>
                <a:gd name="csX282" fmla="*/ 170072 w 187747"/>
                <a:gd name="csY282" fmla="*/ 78348 h 119910"/>
                <a:gd name="csX283" fmla="*/ 171505 w 187747"/>
                <a:gd name="csY283" fmla="*/ 78825 h 119910"/>
                <a:gd name="csX284" fmla="*/ 174371 w 187747"/>
                <a:gd name="csY284" fmla="*/ 77870 h 119910"/>
                <a:gd name="csX285" fmla="*/ 178193 w 187747"/>
                <a:gd name="csY285" fmla="*/ 75959 h 119910"/>
                <a:gd name="csX286" fmla="*/ 181537 w 187747"/>
                <a:gd name="csY286" fmla="*/ 75481 h 119910"/>
                <a:gd name="csX287" fmla="*/ 184882 w 187747"/>
                <a:gd name="csY287" fmla="*/ 76914 h 119910"/>
                <a:gd name="csX288" fmla="*/ 186314 w 187747"/>
                <a:gd name="csY288" fmla="*/ 78348 h 119910"/>
                <a:gd name="csX289" fmla="*/ 187748 w 187747"/>
                <a:gd name="csY289" fmla="*/ 79781 h 119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</a:cxnLst>
              <a:rect l="l" t="t" r="r" b="b"/>
              <a:pathLst>
                <a:path w="187747" h="119910">
                  <a:moveTo>
                    <a:pt x="187748" y="79781"/>
                  </a:moveTo>
                  <a:lnTo>
                    <a:pt x="187748" y="79781"/>
                  </a:lnTo>
                  <a:lnTo>
                    <a:pt x="187270" y="81214"/>
                  </a:lnTo>
                  <a:lnTo>
                    <a:pt x="187270" y="82169"/>
                  </a:lnTo>
                  <a:lnTo>
                    <a:pt x="186314" y="86947"/>
                  </a:lnTo>
                  <a:lnTo>
                    <a:pt x="185837" y="88380"/>
                  </a:lnTo>
                  <a:lnTo>
                    <a:pt x="184882" y="90291"/>
                  </a:lnTo>
                  <a:lnTo>
                    <a:pt x="174849" y="92679"/>
                  </a:lnTo>
                  <a:lnTo>
                    <a:pt x="175327" y="91246"/>
                  </a:lnTo>
                  <a:lnTo>
                    <a:pt x="174849" y="89813"/>
                  </a:lnTo>
                  <a:lnTo>
                    <a:pt x="174849" y="88380"/>
                  </a:lnTo>
                  <a:lnTo>
                    <a:pt x="175805" y="86947"/>
                  </a:lnTo>
                  <a:lnTo>
                    <a:pt x="173416" y="86469"/>
                  </a:lnTo>
                  <a:lnTo>
                    <a:pt x="172460" y="86947"/>
                  </a:lnTo>
                  <a:lnTo>
                    <a:pt x="171505" y="88380"/>
                  </a:lnTo>
                  <a:lnTo>
                    <a:pt x="171983" y="91246"/>
                  </a:lnTo>
                  <a:lnTo>
                    <a:pt x="171027" y="92679"/>
                  </a:lnTo>
                  <a:lnTo>
                    <a:pt x="170550" y="93635"/>
                  </a:lnTo>
                  <a:lnTo>
                    <a:pt x="170550" y="95546"/>
                  </a:lnTo>
                  <a:lnTo>
                    <a:pt x="170072" y="96501"/>
                  </a:lnTo>
                  <a:lnTo>
                    <a:pt x="170072" y="97457"/>
                  </a:lnTo>
                  <a:lnTo>
                    <a:pt x="171505" y="96979"/>
                  </a:lnTo>
                  <a:lnTo>
                    <a:pt x="170550" y="98890"/>
                  </a:lnTo>
                  <a:lnTo>
                    <a:pt x="167683" y="102234"/>
                  </a:lnTo>
                  <a:lnTo>
                    <a:pt x="166728" y="104145"/>
                  </a:lnTo>
                  <a:lnTo>
                    <a:pt x="166728" y="112266"/>
                  </a:lnTo>
                  <a:lnTo>
                    <a:pt x="165772" y="117044"/>
                  </a:lnTo>
                  <a:lnTo>
                    <a:pt x="165294" y="117999"/>
                  </a:lnTo>
                  <a:lnTo>
                    <a:pt x="162428" y="118477"/>
                  </a:lnTo>
                  <a:lnTo>
                    <a:pt x="161473" y="117999"/>
                  </a:lnTo>
                  <a:lnTo>
                    <a:pt x="158128" y="117521"/>
                  </a:lnTo>
                  <a:lnTo>
                    <a:pt x="154784" y="116088"/>
                  </a:lnTo>
                  <a:lnTo>
                    <a:pt x="152873" y="113700"/>
                  </a:lnTo>
                  <a:lnTo>
                    <a:pt x="151441" y="111789"/>
                  </a:lnTo>
                  <a:lnTo>
                    <a:pt x="148574" y="112744"/>
                  </a:lnTo>
                  <a:lnTo>
                    <a:pt x="148096" y="112744"/>
                  </a:lnTo>
                  <a:lnTo>
                    <a:pt x="147141" y="111789"/>
                  </a:lnTo>
                  <a:lnTo>
                    <a:pt x="145230" y="111311"/>
                  </a:lnTo>
                  <a:lnTo>
                    <a:pt x="142364" y="111311"/>
                  </a:lnTo>
                  <a:lnTo>
                    <a:pt x="136153" y="107967"/>
                  </a:lnTo>
                  <a:lnTo>
                    <a:pt x="135675" y="107489"/>
                  </a:lnTo>
                  <a:lnTo>
                    <a:pt x="130898" y="107967"/>
                  </a:lnTo>
                  <a:lnTo>
                    <a:pt x="123732" y="109400"/>
                  </a:lnTo>
                  <a:lnTo>
                    <a:pt x="118477" y="111311"/>
                  </a:lnTo>
                  <a:lnTo>
                    <a:pt x="112744" y="115133"/>
                  </a:lnTo>
                  <a:lnTo>
                    <a:pt x="110356" y="117521"/>
                  </a:lnTo>
                  <a:lnTo>
                    <a:pt x="107967" y="118955"/>
                  </a:lnTo>
                  <a:lnTo>
                    <a:pt x="104145" y="119910"/>
                  </a:lnTo>
                  <a:lnTo>
                    <a:pt x="97457" y="119432"/>
                  </a:lnTo>
                  <a:lnTo>
                    <a:pt x="90769" y="118477"/>
                  </a:lnTo>
                  <a:lnTo>
                    <a:pt x="83125" y="117044"/>
                  </a:lnTo>
                  <a:lnTo>
                    <a:pt x="78825" y="117521"/>
                  </a:lnTo>
                  <a:lnTo>
                    <a:pt x="73570" y="117044"/>
                  </a:lnTo>
                  <a:lnTo>
                    <a:pt x="65449" y="115610"/>
                  </a:lnTo>
                  <a:lnTo>
                    <a:pt x="59239" y="114655"/>
                  </a:lnTo>
                  <a:lnTo>
                    <a:pt x="53028" y="116088"/>
                  </a:lnTo>
                  <a:lnTo>
                    <a:pt x="52073" y="115133"/>
                  </a:lnTo>
                  <a:lnTo>
                    <a:pt x="52073" y="114177"/>
                  </a:lnTo>
                  <a:lnTo>
                    <a:pt x="52073" y="113222"/>
                  </a:lnTo>
                  <a:lnTo>
                    <a:pt x="53028" y="111789"/>
                  </a:lnTo>
                  <a:lnTo>
                    <a:pt x="54461" y="111311"/>
                  </a:lnTo>
                  <a:lnTo>
                    <a:pt x="54939" y="110356"/>
                  </a:lnTo>
                  <a:lnTo>
                    <a:pt x="55417" y="109878"/>
                  </a:lnTo>
                  <a:lnTo>
                    <a:pt x="53506" y="108445"/>
                  </a:lnTo>
                  <a:lnTo>
                    <a:pt x="50162" y="107011"/>
                  </a:lnTo>
                  <a:lnTo>
                    <a:pt x="48728" y="105578"/>
                  </a:lnTo>
                  <a:lnTo>
                    <a:pt x="48251" y="105578"/>
                  </a:lnTo>
                  <a:lnTo>
                    <a:pt x="48251" y="104623"/>
                  </a:lnTo>
                  <a:lnTo>
                    <a:pt x="47773" y="103667"/>
                  </a:lnTo>
                  <a:lnTo>
                    <a:pt x="46340" y="103190"/>
                  </a:lnTo>
                  <a:lnTo>
                    <a:pt x="45384" y="102234"/>
                  </a:lnTo>
                  <a:lnTo>
                    <a:pt x="44429" y="100801"/>
                  </a:lnTo>
                  <a:lnTo>
                    <a:pt x="44907" y="99368"/>
                  </a:lnTo>
                  <a:lnTo>
                    <a:pt x="45862" y="97934"/>
                  </a:lnTo>
                  <a:lnTo>
                    <a:pt x="47295" y="97457"/>
                  </a:lnTo>
                  <a:lnTo>
                    <a:pt x="48728" y="97457"/>
                  </a:lnTo>
                  <a:lnTo>
                    <a:pt x="49206" y="97457"/>
                  </a:lnTo>
                  <a:lnTo>
                    <a:pt x="49206" y="96501"/>
                  </a:lnTo>
                  <a:lnTo>
                    <a:pt x="47773" y="95068"/>
                  </a:lnTo>
                  <a:lnTo>
                    <a:pt x="44907" y="93635"/>
                  </a:lnTo>
                  <a:lnTo>
                    <a:pt x="41563" y="94591"/>
                  </a:lnTo>
                  <a:lnTo>
                    <a:pt x="38696" y="97457"/>
                  </a:lnTo>
                  <a:lnTo>
                    <a:pt x="36785" y="97934"/>
                  </a:lnTo>
                  <a:lnTo>
                    <a:pt x="35352" y="96024"/>
                  </a:lnTo>
                  <a:lnTo>
                    <a:pt x="32963" y="94591"/>
                  </a:lnTo>
                  <a:lnTo>
                    <a:pt x="29619" y="94591"/>
                  </a:lnTo>
                  <a:lnTo>
                    <a:pt x="27709" y="93635"/>
                  </a:lnTo>
                  <a:lnTo>
                    <a:pt x="26753" y="92679"/>
                  </a:lnTo>
                  <a:lnTo>
                    <a:pt x="25320" y="91724"/>
                  </a:lnTo>
                  <a:lnTo>
                    <a:pt x="21976" y="90768"/>
                  </a:lnTo>
                  <a:lnTo>
                    <a:pt x="21976" y="89813"/>
                  </a:lnTo>
                  <a:lnTo>
                    <a:pt x="22453" y="89813"/>
                  </a:lnTo>
                  <a:lnTo>
                    <a:pt x="23886" y="89335"/>
                  </a:lnTo>
                  <a:lnTo>
                    <a:pt x="25320" y="89335"/>
                  </a:lnTo>
                  <a:lnTo>
                    <a:pt x="25798" y="88858"/>
                  </a:lnTo>
                  <a:lnTo>
                    <a:pt x="25798" y="88380"/>
                  </a:lnTo>
                  <a:lnTo>
                    <a:pt x="25798" y="88380"/>
                  </a:lnTo>
                  <a:lnTo>
                    <a:pt x="24364" y="87902"/>
                  </a:lnTo>
                  <a:lnTo>
                    <a:pt x="23409" y="87425"/>
                  </a:lnTo>
                  <a:lnTo>
                    <a:pt x="22453" y="86947"/>
                  </a:lnTo>
                  <a:lnTo>
                    <a:pt x="21976" y="86469"/>
                  </a:lnTo>
                  <a:lnTo>
                    <a:pt x="21976" y="85991"/>
                  </a:lnTo>
                  <a:lnTo>
                    <a:pt x="22453" y="85991"/>
                  </a:lnTo>
                  <a:lnTo>
                    <a:pt x="22931" y="85514"/>
                  </a:lnTo>
                  <a:lnTo>
                    <a:pt x="23409" y="85514"/>
                  </a:lnTo>
                  <a:lnTo>
                    <a:pt x="23409" y="84558"/>
                  </a:lnTo>
                  <a:lnTo>
                    <a:pt x="24364" y="83603"/>
                  </a:lnTo>
                  <a:lnTo>
                    <a:pt x="24842" y="83125"/>
                  </a:lnTo>
                  <a:lnTo>
                    <a:pt x="24842" y="82647"/>
                  </a:lnTo>
                  <a:lnTo>
                    <a:pt x="24364" y="81692"/>
                  </a:lnTo>
                  <a:lnTo>
                    <a:pt x="23409" y="81214"/>
                  </a:lnTo>
                  <a:lnTo>
                    <a:pt x="22453" y="81214"/>
                  </a:lnTo>
                  <a:lnTo>
                    <a:pt x="19587" y="80259"/>
                  </a:lnTo>
                  <a:lnTo>
                    <a:pt x="18154" y="78825"/>
                  </a:lnTo>
                  <a:lnTo>
                    <a:pt x="17198" y="78825"/>
                  </a:lnTo>
                  <a:lnTo>
                    <a:pt x="15287" y="77870"/>
                  </a:lnTo>
                  <a:lnTo>
                    <a:pt x="13854" y="76914"/>
                  </a:lnTo>
                  <a:lnTo>
                    <a:pt x="12421" y="75481"/>
                  </a:lnTo>
                  <a:lnTo>
                    <a:pt x="10988" y="74048"/>
                  </a:lnTo>
                  <a:lnTo>
                    <a:pt x="10510" y="74048"/>
                  </a:lnTo>
                  <a:lnTo>
                    <a:pt x="10510" y="73570"/>
                  </a:lnTo>
                  <a:lnTo>
                    <a:pt x="10988" y="73093"/>
                  </a:lnTo>
                  <a:lnTo>
                    <a:pt x="10510" y="72615"/>
                  </a:lnTo>
                  <a:lnTo>
                    <a:pt x="10510" y="70704"/>
                  </a:lnTo>
                  <a:lnTo>
                    <a:pt x="10510" y="69271"/>
                  </a:lnTo>
                  <a:lnTo>
                    <a:pt x="10510" y="67837"/>
                  </a:lnTo>
                  <a:lnTo>
                    <a:pt x="10510" y="66882"/>
                  </a:lnTo>
                  <a:lnTo>
                    <a:pt x="10032" y="66882"/>
                  </a:lnTo>
                  <a:lnTo>
                    <a:pt x="10032" y="66882"/>
                  </a:lnTo>
                  <a:lnTo>
                    <a:pt x="9555" y="67360"/>
                  </a:lnTo>
                  <a:lnTo>
                    <a:pt x="9077" y="67360"/>
                  </a:lnTo>
                  <a:lnTo>
                    <a:pt x="8121" y="66404"/>
                  </a:lnTo>
                  <a:lnTo>
                    <a:pt x="6688" y="64016"/>
                  </a:lnTo>
                  <a:lnTo>
                    <a:pt x="5733" y="63060"/>
                  </a:lnTo>
                  <a:lnTo>
                    <a:pt x="3822" y="62105"/>
                  </a:lnTo>
                  <a:lnTo>
                    <a:pt x="2389" y="61149"/>
                  </a:lnTo>
                  <a:lnTo>
                    <a:pt x="956" y="59238"/>
                  </a:lnTo>
                  <a:lnTo>
                    <a:pt x="0" y="57805"/>
                  </a:lnTo>
                  <a:lnTo>
                    <a:pt x="956" y="56850"/>
                  </a:lnTo>
                  <a:lnTo>
                    <a:pt x="5255" y="55894"/>
                  </a:lnTo>
                  <a:lnTo>
                    <a:pt x="7166" y="56850"/>
                  </a:lnTo>
                  <a:lnTo>
                    <a:pt x="8121" y="56850"/>
                  </a:lnTo>
                  <a:lnTo>
                    <a:pt x="9077" y="55894"/>
                  </a:lnTo>
                  <a:lnTo>
                    <a:pt x="9555" y="55417"/>
                  </a:lnTo>
                  <a:lnTo>
                    <a:pt x="9555" y="54939"/>
                  </a:lnTo>
                  <a:lnTo>
                    <a:pt x="10032" y="53984"/>
                  </a:lnTo>
                  <a:lnTo>
                    <a:pt x="11943" y="53506"/>
                  </a:lnTo>
                  <a:lnTo>
                    <a:pt x="15765" y="53984"/>
                  </a:lnTo>
                  <a:lnTo>
                    <a:pt x="17198" y="53028"/>
                  </a:lnTo>
                  <a:lnTo>
                    <a:pt x="18154" y="52550"/>
                  </a:lnTo>
                  <a:lnTo>
                    <a:pt x="18154" y="51117"/>
                  </a:lnTo>
                  <a:lnTo>
                    <a:pt x="18632" y="50161"/>
                  </a:lnTo>
                  <a:lnTo>
                    <a:pt x="20065" y="49684"/>
                  </a:lnTo>
                  <a:lnTo>
                    <a:pt x="20065" y="48728"/>
                  </a:lnTo>
                  <a:lnTo>
                    <a:pt x="20065" y="47773"/>
                  </a:lnTo>
                  <a:lnTo>
                    <a:pt x="21020" y="45384"/>
                  </a:lnTo>
                  <a:lnTo>
                    <a:pt x="21498" y="44429"/>
                  </a:lnTo>
                  <a:lnTo>
                    <a:pt x="21976" y="43951"/>
                  </a:lnTo>
                  <a:lnTo>
                    <a:pt x="23409" y="43473"/>
                  </a:lnTo>
                  <a:lnTo>
                    <a:pt x="24842" y="42040"/>
                  </a:lnTo>
                  <a:lnTo>
                    <a:pt x="24364" y="40607"/>
                  </a:lnTo>
                  <a:lnTo>
                    <a:pt x="24842" y="39652"/>
                  </a:lnTo>
                  <a:lnTo>
                    <a:pt x="26753" y="37263"/>
                  </a:lnTo>
                  <a:lnTo>
                    <a:pt x="28186" y="34874"/>
                  </a:lnTo>
                  <a:lnTo>
                    <a:pt x="28186" y="33919"/>
                  </a:lnTo>
                  <a:lnTo>
                    <a:pt x="28186" y="32963"/>
                  </a:lnTo>
                  <a:lnTo>
                    <a:pt x="29142" y="32008"/>
                  </a:lnTo>
                  <a:lnTo>
                    <a:pt x="30575" y="30575"/>
                  </a:lnTo>
                  <a:lnTo>
                    <a:pt x="32008" y="25797"/>
                  </a:lnTo>
                  <a:lnTo>
                    <a:pt x="32963" y="25320"/>
                  </a:lnTo>
                  <a:lnTo>
                    <a:pt x="33919" y="24364"/>
                  </a:lnTo>
                  <a:lnTo>
                    <a:pt x="34874" y="23409"/>
                  </a:lnTo>
                  <a:lnTo>
                    <a:pt x="34874" y="20542"/>
                  </a:lnTo>
                  <a:lnTo>
                    <a:pt x="35830" y="19587"/>
                  </a:lnTo>
                  <a:lnTo>
                    <a:pt x="37263" y="18631"/>
                  </a:lnTo>
                  <a:lnTo>
                    <a:pt x="38696" y="17198"/>
                  </a:lnTo>
                  <a:lnTo>
                    <a:pt x="39652" y="15287"/>
                  </a:lnTo>
                  <a:lnTo>
                    <a:pt x="40607" y="14810"/>
                  </a:lnTo>
                  <a:lnTo>
                    <a:pt x="42040" y="14332"/>
                  </a:lnTo>
                  <a:lnTo>
                    <a:pt x="42996" y="13854"/>
                  </a:lnTo>
                  <a:lnTo>
                    <a:pt x="44429" y="13376"/>
                  </a:lnTo>
                  <a:lnTo>
                    <a:pt x="45862" y="13854"/>
                  </a:lnTo>
                  <a:lnTo>
                    <a:pt x="46818" y="13376"/>
                  </a:lnTo>
                  <a:lnTo>
                    <a:pt x="48251" y="12421"/>
                  </a:lnTo>
                  <a:lnTo>
                    <a:pt x="51595" y="9555"/>
                  </a:lnTo>
                  <a:lnTo>
                    <a:pt x="52073" y="8599"/>
                  </a:lnTo>
                  <a:lnTo>
                    <a:pt x="53028" y="8121"/>
                  </a:lnTo>
                  <a:lnTo>
                    <a:pt x="55894" y="7166"/>
                  </a:lnTo>
                  <a:lnTo>
                    <a:pt x="55894" y="7166"/>
                  </a:lnTo>
                  <a:lnTo>
                    <a:pt x="56372" y="5733"/>
                  </a:lnTo>
                  <a:lnTo>
                    <a:pt x="57328" y="4777"/>
                  </a:lnTo>
                  <a:lnTo>
                    <a:pt x="58761" y="4777"/>
                  </a:lnTo>
                  <a:lnTo>
                    <a:pt x="62583" y="7644"/>
                  </a:lnTo>
                  <a:lnTo>
                    <a:pt x="66882" y="7166"/>
                  </a:lnTo>
                  <a:lnTo>
                    <a:pt x="67360" y="7166"/>
                  </a:lnTo>
                  <a:lnTo>
                    <a:pt x="67838" y="7644"/>
                  </a:lnTo>
                  <a:lnTo>
                    <a:pt x="68316" y="7644"/>
                  </a:lnTo>
                  <a:lnTo>
                    <a:pt x="68793" y="7644"/>
                  </a:lnTo>
                  <a:lnTo>
                    <a:pt x="74526" y="9077"/>
                  </a:lnTo>
                  <a:lnTo>
                    <a:pt x="75481" y="8599"/>
                  </a:lnTo>
                  <a:lnTo>
                    <a:pt x="75481" y="8599"/>
                  </a:lnTo>
                  <a:lnTo>
                    <a:pt x="77870" y="9555"/>
                  </a:lnTo>
                  <a:lnTo>
                    <a:pt x="80259" y="9555"/>
                  </a:lnTo>
                  <a:lnTo>
                    <a:pt x="82170" y="9077"/>
                  </a:lnTo>
                  <a:lnTo>
                    <a:pt x="84081" y="8599"/>
                  </a:lnTo>
                  <a:lnTo>
                    <a:pt x="85991" y="9077"/>
                  </a:lnTo>
                  <a:lnTo>
                    <a:pt x="87425" y="10510"/>
                  </a:lnTo>
                  <a:lnTo>
                    <a:pt x="87425" y="10510"/>
                  </a:lnTo>
                  <a:lnTo>
                    <a:pt x="91246" y="13854"/>
                  </a:lnTo>
                  <a:lnTo>
                    <a:pt x="92202" y="14810"/>
                  </a:lnTo>
                  <a:lnTo>
                    <a:pt x="93635" y="14810"/>
                  </a:lnTo>
                  <a:lnTo>
                    <a:pt x="95068" y="14332"/>
                  </a:lnTo>
                  <a:lnTo>
                    <a:pt x="95546" y="14332"/>
                  </a:lnTo>
                  <a:lnTo>
                    <a:pt x="96024" y="14332"/>
                  </a:lnTo>
                  <a:lnTo>
                    <a:pt x="97457" y="11943"/>
                  </a:lnTo>
                  <a:lnTo>
                    <a:pt x="103667" y="9555"/>
                  </a:lnTo>
                  <a:lnTo>
                    <a:pt x="107967" y="9077"/>
                  </a:lnTo>
                  <a:lnTo>
                    <a:pt x="112266" y="8121"/>
                  </a:lnTo>
                  <a:lnTo>
                    <a:pt x="117521" y="7644"/>
                  </a:lnTo>
                  <a:lnTo>
                    <a:pt x="117521" y="7644"/>
                  </a:lnTo>
                  <a:lnTo>
                    <a:pt x="118000" y="6688"/>
                  </a:lnTo>
                  <a:lnTo>
                    <a:pt x="118955" y="5733"/>
                  </a:lnTo>
                  <a:lnTo>
                    <a:pt x="119910" y="4300"/>
                  </a:lnTo>
                  <a:lnTo>
                    <a:pt x="120388" y="1911"/>
                  </a:lnTo>
                  <a:lnTo>
                    <a:pt x="122299" y="955"/>
                  </a:lnTo>
                  <a:lnTo>
                    <a:pt x="122777" y="955"/>
                  </a:lnTo>
                  <a:lnTo>
                    <a:pt x="125643" y="478"/>
                  </a:lnTo>
                  <a:lnTo>
                    <a:pt x="126598" y="0"/>
                  </a:lnTo>
                  <a:lnTo>
                    <a:pt x="126598" y="0"/>
                  </a:lnTo>
                  <a:lnTo>
                    <a:pt x="128509" y="0"/>
                  </a:lnTo>
                  <a:lnTo>
                    <a:pt x="129943" y="478"/>
                  </a:lnTo>
                  <a:lnTo>
                    <a:pt x="131853" y="1433"/>
                  </a:lnTo>
                  <a:lnTo>
                    <a:pt x="133764" y="2866"/>
                  </a:lnTo>
                  <a:lnTo>
                    <a:pt x="134242" y="4300"/>
                  </a:lnTo>
                  <a:lnTo>
                    <a:pt x="135675" y="5733"/>
                  </a:lnTo>
                  <a:lnTo>
                    <a:pt x="137109" y="8121"/>
                  </a:lnTo>
                  <a:lnTo>
                    <a:pt x="138542" y="11465"/>
                  </a:lnTo>
                  <a:lnTo>
                    <a:pt x="139019" y="12899"/>
                  </a:lnTo>
                  <a:lnTo>
                    <a:pt x="139497" y="14810"/>
                  </a:lnTo>
                  <a:lnTo>
                    <a:pt x="140453" y="17198"/>
                  </a:lnTo>
                  <a:lnTo>
                    <a:pt x="142841" y="19109"/>
                  </a:lnTo>
                  <a:lnTo>
                    <a:pt x="143319" y="19587"/>
                  </a:lnTo>
                  <a:lnTo>
                    <a:pt x="144275" y="21498"/>
                  </a:lnTo>
                  <a:lnTo>
                    <a:pt x="146185" y="24842"/>
                  </a:lnTo>
                  <a:lnTo>
                    <a:pt x="147619" y="26275"/>
                  </a:lnTo>
                  <a:lnTo>
                    <a:pt x="149052" y="28186"/>
                  </a:lnTo>
                  <a:lnTo>
                    <a:pt x="150007" y="29619"/>
                  </a:lnTo>
                  <a:lnTo>
                    <a:pt x="150962" y="31052"/>
                  </a:lnTo>
                  <a:lnTo>
                    <a:pt x="153351" y="32963"/>
                  </a:lnTo>
                  <a:lnTo>
                    <a:pt x="155262" y="34874"/>
                  </a:lnTo>
                  <a:lnTo>
                    <a:pt x="156695" y="39652"/>
                  </a:lnTo>
                  <a:lnTo>
                    <a:pt x="157651" y="42040"/>
                  </a:lnTo>
                  <a:lnTo>
                    <a:pt x="158607" y="43473"/>
                  </a:lnTo>
                  <a:lnTo>
                    <a:pt x="158128" y="47295"/>
                  </a:lnTo>
                  <a:lnTo>
                    <a:pt x="158607" y="48728"/>
                  </a:lnTo>
                  <a:lnTo>
                    <a:pt x="157651" y="51117"/>
                  </a:lnTo>
                  <a:lnTo>
                    <a:pt x="156218" y="56850"/>
                  </a:lnTo>
                  <a:lnTo>
                    <a:pt x="155740" y="61149"/>
                  </a:lnTo>
                  <a:lnTo>
                    <a:pt x="156218" y="63538"/>
                  </a:lnTo>
                  <a:lnTo>
                    <a:pt x="156218" y="64971"/>
                  </a:lnTo>
                  <a:lnTo>
                    <a:pt x="156695" y="65927"/>
                  </a:lnTo>
                  <a:lnTo>
                    <a:pt x="156695" y="67837"/>
                  </a:lnTo>
                  <a:lnTo>
                    <a:pt x="157173" y="69749"/>
                  </a:lnTo>
                  <a:lnTo>
                    <a:pt x="156218" y="70226"/>
                  </a:lnTo>
                  <a:lnTo>
                    <a:pt x="155740" y="70704"/>
                  </a:lnTo>
                  <a:lnTo>
                    <a:pt x="155262" y="70704"/>
                  </a:lnTo>
                  <a:lnTo>
                    <a:pt x="156218" y="71659"/>
                  </a:lnTo>
                  <a:lnTo>
                    <a:pt x="157173" y="73093"/>
                  </a:lnTo>
                  <a:lnTo>
                    <a:pt x="158128" y="74526"/>
                  </a:lnTo>
                  <a:lnTo>
                    <a:pt x="158128" y="74526"/>
                  </a:lnTo>
                  <a:lnTo>
                    <a:pt x="160039" y="77392"/>
                  </a:lnTo>
                  <a:lnTo>
                    <a:pt x="162906" y="78825"/>
                  </a:lnTo>
                  <a:lnTo>
                    <a:pt x="169116" y="80259"/>
                  </a:lnTo>
                  <a:lnTo>
                    <a:pt x="169116" y="80259"/>
                  </a:lnTo>
                  <a:lnTo>
                    <a:pt x="169594" y="80259"/>
                  </a:lnTo>
                  <a:lnTo>
                    <a:pt x="169594" y="80259"/>
                  </a:lnTo>
                  <a:lnTo>
                    <a:pt x="169594" y="79781"/>
                  </a:lnTo>
                  <a:lnTo>
                    <a:pt x="169594" y="79781"/>
                  </a:lnTo>
                  <a:lnTo>
                    <a:pt x="169116" y="79303"/>
                  </a:lnTo>
                  <a:lnTo>
                    <a:pt x="169116" y="78825"/>
                  </a:lnTo>
                  <a:lnTo>
                    <a:pt x="169116" y="78348"/>
                  </a:lnTo>
                  <a:lnTo>
                    <a:pt x="169594" y="78348"/>
                  </a:lnTo>
                  <a:lnTo>
                    <a:pt x="170072" y="78348"/>
                  </a:lnTo>
                  <a:lnTo>
                    <a:pt x="171505" y="78825"/>
                  </a:lnTo>
                  <a:lnTo>
                    <a:pt x="174371" y="77870"/>
                  </a:lnTo>
                  <a:lnTo>
                    <a:pt x="178193" y="75959"/>
                  </a:lnTo>
                  <a:lnTo>
                    <a:pt x="181537" y="75481"/>
                  </a:lnTo>
                  <a:lnTo>
                    <a:pt x="184882" y="76914"/>
                  </a:lnTo>
                  <a:lnTo>
                    <a:pt x="186314" y="78348"/>
                  </a:lnTo>
                  <a:lnTo>
                    <a:pt x="187748" y="7978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3" name="Freeform 1702">
              <a:extLst>
                <a:ext uri="{FF2B5EF4-FFF2-40B4-BE49-F238E27FC236}">
                  <a16:creationId xmlns:a16="http://schemas.microsoft.com/office/drawing/2014/main" id="{FE35E105-0930-5F21-0EFD-53E0737BE227}"/>
                </a:ext>
              </a:extLst>
            </p:cNvPr>
            <p:cNvSpPr/>
            <p:nvPr/>
          </p:nvSpPr>
          <p:spPr>
            <a:xfrm>
              <a:off x="6471494" y="3812878"/>
              <a:ext cx="1433" cy="1433"/>
            </a:xfrm>
            <a:custGeom>
              <a:avLst/>
              <a:gdLst>
                <a:gd name="csX0" fmla="*/ 478 w 1433"/>
                <a:gd name="csY0" fmla="*/ 0 h 1433"/>
                <a:gd name="csX1" fmla="*/ 1433 w 1433"/>
                <a:gd name="csY1" fmla="*/ 1433 h 1433"/>
                <a:gd name="csX2" fmla="*/ 0 w 1433"/>
                <a:gd name="csY2" fmla="*/ 0 h 1433"/>
                <a:gd name="csX3" fmla="*/ 478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478" y="0"/>
                  </a:moveTo>
                  <a:lnTo>
                    <a:pt x="1433" y="1433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4" name="Freeform 1703">
              <a:extLst>
                <a:ext uri="{FF2B5EF4-FFF2-40B4-BE49-F238E27FC236}">
                  <a16:creationId xmlns:a16="http://schemas.microsoft.com/office/drawing/2014/main" id="{D23EEDD4-7677-8617-733D-F374B00CE7C7}"/>
                </a:ext>
              </a:extLst>
            </p:cNvPr>
            <p:cNvSpPr/>
            <p:nvPr/>
          </p:nvSpPr>
          <p:spPr>
            <a:xfrm>
              <a:off x="6436620" y="2304686"/>
              <a:ext cx="35829" cy="13376"/>
            </a:xfrm>
            <a:custGeom>
              <a:avLst/>
              <a:gdLst>
                <a:gd name="csX0" fmla="*/ 34874 w 35829"/>
                <a:gd name="csY0" fmla="*/ 4777 h 13376"/>
                <a:gd name="csX1" fmla="*/ 35830 w 35829"/>
                <a:gd name="csY1" fmla="*/ 6210 h 13376"/>
                <a:gd name="csX2" fmla="*/ 28186 w 35829"/>
                <a:gd name="csY2" fmla="*/ 11465 h 13376"/>
                <a:gd name="csX3" fmla="*/ 20064 w 35829"/>
                <a:gd name="csY3" fmla="*/ 8599 h 13376"/>
                <a:gd name="csX4" fmla="*/ 12421 w 35829"/>
                <a:gd name="csY4" fmla="*/ 8121 h 13376"/>
                <a:gd name="csX5" fmla="*/ 3344 w 35829"/>
                <a:gd name="csY5" fmla="*/ 13376 h 13376"/>
                <a:gd name="csX6" fmla="*/ 0 w 35829"/>
                <a:gd name="csY6" fmla="*/ 11465 h 13376"/>
                <a:gd name="csX7" fmla="*/ 4777 w 35829"/>
                <a:gd name="csY7" fmla="*/ 5733 h 13376"/>
                <a:gd name="csX8" fmla="*/ 10032 w 35829"/>
                <a:gd name="csY8" fmla="*/ 4300 h 13376"/>
                <a:gd name="csX9" fmla="*/ 10510 w 35829"/>
                <a:gd name="csY9" fmla="*/ 955 h 13376"/>
                <a:gd name="csX10" fmla="*/ 12421 w 35829"/>
                <a:gd name="csY10" fmla="*/ 478 h 13376"/>
                <a:gd name="csX11" fmla="*/ 19109 w 35829"/>
                <a:gd name="csY11" fmla="*/ 0 h 13376"/>
                <a:gd name="csX12" fmla="*/ 23408 w 35829"/>
                <a:gd name="csY12" fmla="*/ 5733 h 13376"/>
                <a:gd name="csX13" fmla="*/ 29141 w 35829"/>
                <a:gd name="csY13" fmla="*/ 6210 h 13376"/>
                <a:gd name="csX14" fmla="*/ 34874 w 35829"/>
                <a:gd name="csY14" fmla="*/ 4777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5829" h="13376">
                  <a:moveTo>
                    <a:pt x="34874" y="4777"/>
                  </a:moveTo>
                  <a:lnTo>
                    <a:pt x="35830" y="6210"/>
                  </a:lnTo>
                  <a:lnTo>
                    <a:pt x="28186" y="11465"/>
                  </a:lnTo>
                  <a:lnTo>
                    <a:pt x="20064" y="8599"/>
                  </a:lnTo>
                  <a:lnTo>
                    <a:pt x="12421" y="8121"/>
                  </a:lnTo>
                  <a:lnTo>
                    <a:pt x="3344" y="13376"/>
                  </a:lnTo>
                  <a:lnTo>
                    <a:pt x="0" y="11465"/>
                  </a:lnTo>
                  <a:lnTo>
                    <a:pt x="4777" y="5733"/>
                  </a:lnTo>
                  <a:lnTo>
                    <a:pt x="10032" y="4300"/>
                  </a:lnTo>
                  <a:lnTo>
                    <a:pt x="10510" y="955"/>
                  </a:lnTo>
                  <a:lnTo>
                    <a:pt x="12421" y="478"/>
                  </a:lnTo>
                  <a:lnTo>
                    <a:pt x="19109" y="0"/>
                  </a:lnTo>
                  <a:lnTo>
                    <a:pt x="23408" y="5733"/>
                  </a:lnTo>
                  <a:lnTo>
                    <a:pt x="29141" y="6210"/>
                  </a:lnTo>
                  <a:lnTo>
                    <a:pt x="34874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5" name="Freeform 1704">
              <a:extLst>
                <a:ext uri="{FF2B5EF4-FFF2-40B4-BE49-F238E27FC236}">
                  <a16:creationId xmlns:a16="http://schemas.microsoft.com/office/drawing/2014/main" id="{7A6822B2-DD69-83CF-5F26-81434834D9A8}"/>
                </a:ext>
              </a:extLst>
            </p:cNvPr>
            <p:cNvSpPr/>
            <p:nvPr/>
          </p:nvSpPr>
          <p:spPr>
            <a:xfrm>
              <a:off x="6468150" y="4650816"/>
              <a:ext cx="4299" cy="955"/>
            </a:xfrm>
            <a:custGeom>
              <a:avLst/>
              <a:gdLst>
                <a:gd name="csX0" fmla="*/ 4300 w 4299"/>
                <a:gd name="csY0" fmla="*/ 955 h 955"/>
                <a:gd name="csX1" fmla="*/ 1433 w 4299"/>
                <a:gd name="csY1" fmla="*/ 0 h 955"/>
                <a:gd name="csX2" fmla="*/ 0 w 4299"/>
                <a:gd name="csY2" fmla="*/ 478 h 955"/>
                <a:gd name="csX3" fmla="*/ 1433 w 4299"/>
                <a:gd name="csY3" fmla="*/ 0 h 955"/>
                <a:gd name="csX4" fmla="*/ 4300 w 4299"/>
                <a:gd name="csY4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955">
                  <a:moveTo>
                    <a:pt x="4300" y="955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430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6" name="Freeform 1705">
              <a:extLst>
                <a:ext uri="{FF2B5EF4-FFF2-40B4-BE49-F238E27FC236}">
                  <a16:creationId xmlns:a16="http://schemas.microsoft.com/office/drawing/2014/main" id="{EF86E33B-685D-9E5C-F445-38A771611C46}"/>
                </a:ext>
              </a:extLst>
            </p:cNvPr>
            <p:cNvSpPr/>
            <p:nvPr/>
          </p:nvSpPr>
          <p:spPr>
            <a:xfrm>
              <a:off x="6470539" y="4976627"/>
              <a:ext cx="955" cy="477"/>
            </a:xfrm>
            <a:custGeom>
              <a:avLst/>
              <a:gdLst>
                <a:gd name="csX0" fmla="*/ 0 w 955"/>
                <a:gd name="csY0" fmla="*/ 0 h 477"/>
                <a:gd name="csX1" fmla="*/ 955 w 955"/>
                <a:gd name="csY1" fmla="*/ 478 h 477"/>
                <a:gd name="csX2" fmla="*/ 0 w 955"/>
                <a:gd name="csY2" fmla="*/ 0 h 477"/>
                <a:gd name="csX3" fmla="*/ 0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0" y="0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7" name="Freeform 1706">
              <a:extLst>
                <a:ext uri="{FF2B5EF4-FFF2-40B4-BE49-F238E27FC236}">
                  <a16:creationId xmlns:a16="http://schemas.microsoft.com/office/drawing/2014/main" id="{F7D8C06F-E0F9-24E0-25C4-3CA77FF300EF}"/>
                </a:ext>
              </a:extLst>
            </p:cNvPr>
            <p:cNvSpPr/>
            <p:nvPr/>
          </p:nvSpPr>
          <p:spPr>
            <a:xfrm>
              <a:off x="6469106" y="3765105"/>
              <a:ext cx="1433" cy="5254"/>
            </a:xfrm>
            <a:custGeom>
              <a:avLst/>
              <a:gdLst>
                <a:gd name="csX0" fmla="*/ 956 w 1433"/>
                <a:gd name="csY0" fmla="*/ 4300 h 5254"/>
                <a:gd name="csX1" fmla="*/ 1433 w 1433"/>
                <a:gd name="csY1" fmla="*/ 5255 h 5254"/>
                <a:gd name="csX2" fmla="*/ 1433 w 1433"/>
                <a:gd name="csY2" fmla="*/ 5255 h 5254"/>
                <a:gd name="csX3" fmla="*/ 956 w 1433"/>
                <a:gd name="csY3" fmla="*/ 4300 h 5254"/>
                <a:gd name="csX4" fmla="*/ 956 w 1433"/>
                <a:gd name="csY4" fmla="*/ 3822 h 5254"/>
                <a:gd name="csX5" fmla="*/ 956 w 1433"/>
                <a:gd name="csY5" fmla="*/ 2389 h 5254"/>
                <a:gd name="csX6" fmla="*/ 0 w 1433"/>
                <a:gd name="csY6" fmla="*/ 956 h 5254"/>
                <a:gd name="csX7" fmla="*/ 0 w 1433"/>
                <a:gd name="csY7" fmla="*/ 0 h 5254"/>
                <a:gd name="csX8" fmla="*/ 0 w 1433"/>
                <a:gd name="csY8" fmla="*/ 0 h 5254"/>
                <a:gd name="csX9" fmla="*/ 0 w 1433"/>
                <a:gd name="csY9" fmla="*/ 956 h 5254"/>
                <a:gd name="csX10" fmla="*/ 956 w 1433"/>
                <a:gd name="csY10" fmla="*/ 2389 h 5254"/>
                <a:gd name="csX11" fmla="*/ 956 w 1433"/>
                <a:gd name="csY11" fmla="*/ 3822 h 5254"/>
                <a:gd name="csX12" fmla="*/ 956 w 1433"/>
                <a:gd name="csY12" fmla="*/ 430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433" h="5254">
                  <a:moveTo>
                    <a:pt x="956" y="4300"/>
                  </a:moveTo>
                  <a:lnTo>
                    <a:pt x="1433" y="5255"/>
                  </a:lnTo>
                  <a:lnTo>
                    <a:pt x="1433" y="5255"/>
                  </a:lnTo>
                  <a:lnTo>
                    <a:pt x="956" y="4300"/>
                  </a:lnTo>
                  <a:lnTo>
                    <a:pt x="956" y="3822"/>
                  </a:lnTo>
                  <a:lnTo>
                    <a:pt x="956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6"/>
                  </a:lnTo>
                  <a:lnTo>
                    <a:pt x="956" y="2389"/>
                  </a:lnTo>
                  <a:lnTo>
                    <a:pt x="956" y="3822"/>
                  </a:lnTo>
                  <a:lnTo>
                    <a:pt x="956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8" name="Freeform 1707">
              <a:extLst>
                <a:ext uri="{FF2B5EF4-FFF2-40B4-BE49-F238E27FC236}">
                  <a16:creationId xmlns:a16="http://schemas.microsoft.com/office/drawing/2014/main" id="{0786CB97-BBBA-1521-4BA6-A1CE1715187A}"/>
                </a:ext>
              </a:extLst>
            </p:cNvPr>
            <p:cNvSpPr/>
            <p:nvPr/>
          </p:nvSpPr>
          <p:spPr>
            <a:xfrm>
              <a:off x="6465762" y="3645195"/>
              <a:ext cx="3821" cy="1433"/>
            </a:xfrm>
            <a:custGeom>
              <a:avLst/>
              <a:gdLst>
                <a:gd name="csX0" fmla="*/ 3821 w 3821"/>
                <a:gd name="csY0" fmla="*/ 0 h 1433"/>
                <a:gd name="csX1" fmla="*/ 2389 w 3821"/>
                <a:gd name="csY1" fmla="*/ 956 h 1433"/>
                <a:gd name="csX2" fmla="*/ 0 w 3821"/>
                <a:gd name="csY2" fmla="*/ 1433 h 1433"/>
                <a:gd name="csX3" fmla="*/ 2389 w 3821"/>
                <a:gd name="csY3" fmla="*/ 956 h 1433"/>
                <a:gd name="csX4" fmla="*/ 3821 w 3821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1433">
                  <a:moveTo>
                    <a:pt x="3821" y="0"/>
                  </a:moveTo>
                  <a:lnTo>
                    <a:pt x="2389" y="956"/>
                  </a:lnTo>
                  <a:lnTo>
                    <a:pt x="0" y="1433"/>
                  </a:lnTo>
                  <a:lnTo>
                    <a:pt x="2389" y="956"/>
                  </a:lnTo>
                  <a:lnTo>
                    <a:pt x="38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9" name="Freeform 1708">
              <a:extLst>
                <a:ext uri="{FF2B5EF4-FFF2-40B4-BE49-F238E27FC236}">
                  <a16:creationId xmlns:a16="http://schemas.microsoft.com/office/drawing/2014/main" id="{2A32C6C8-6F0B-7AC7-D6CE-CCEF41189E4F}"/>
                </a:ext>
              </a:extLst>
            </p:cNvPr>
            <p:cNvSpPr/>
            <p:nvPr/>
          </p:nvSpPr>
          <p:spPr>
            <a:xfrm>
              <a:off x="6466239" y="3759850"/>
              <a:ext cx="3343" cy="1433"/>
            </a:xfrm>
            <a:custGeom>
              <a:avLst/>
              <a:gdLst>
                <a:gd name="csX0" fmla="*/ 2866 w 3343"/>
                <a:gd name="csY0" fmla="*/ 955 h 1433"/>
                <a:gd name="csX1" fmla="*/ 3344 w 3343"/>
                <a:gd name="csY1" fmla="*/ 1433 h 1433"/>
                <a:gd name="csX2" fmla="*/ 2866 w 3343"/>
                <a:gd name="csY2" fmla="*/ 955 h 1433"/>
                <a:gd name="csX3" fmla="*/ 1433 w 3343"/>
                <a:gd name="csY3" fmla="*/ 955 h 1433"/>
                <a:gd name="csX4" fmla="*/ 0 w 3343"/>
                <a:gd name="csY4" fmla="*/ 0 h 1433"/>
                <a:gd name="csX5" fmla="*/ 1433 w 3343"/>
                <a:gd name="csY5" fmla="*/ 955 h 1433"/>
                <a:gd name="csX6" fmla="*/ 2866 w 3343"/>
                <a:gd name="csY6" fmla="*/ 955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1433">
                  <a:moveTo>
                    <a:pt x="2866" y="955"/>
                  </a:moveTo>
                  <a:lnTo>
                    <a:pt x="3344" y="1433"/>
                  </a:lnTo>
                  <a:lnTo>
                    <a:pt x="2866" y="955"/>
                  </a:lnTo>
                  <a:lnTo>
                    <a:pt x="1433" y="955"/>
                  </a:lnTo>
                  <a:lnTo>
                    <a:pt x="0" y="0"/>
                  </a:lnTo>
                  <a:lnTo>
                    <a:pt x="1433" y="955"/>
                  </a:lnTo>
                  <a:lnTo>
                    <a:pt x="286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0" name="Freeform 1709">
              <a:extLst>
                <a:ext uri="{FF2B5EF4-FFF2-40B4-BE49-F238E27FC236}">
                  <a16:creationId xmlns:a16="http://schemas.microsoft.com/office/drawing/2014/main" id="{2E3947FA-C7A5-7375-49BC-019D434D6302}"/>
                </a:ext>
              </a:extLst>
            </p:cNvPr>
            <p:cNvSpPr/>
            <p:nvPr/>
          </p:nvSpPr>
          <p:spPr>
            <a:xfrm>
              <a:off x="6463373" y="3810012"/>
              <a:ext cx="3343" cy="477"/>
            </a:xfrm>
            <a:custGeom>
              <a:avLst/>
              <a:gdLst>
                <a:gd name="csX0" fmla="*/ 3344 w 3343"/>
                <a:gd name="csY0" fmla="*/ 0 h 477"/>
                <a:gd name="csX1" fmla="*/ 0 w 3343"/>
                <a:gd name="csY1" fmla="*/ 478 h 477"/>
                <a:gd name="csX2" fmla="*/ 0 w 3343"/>
                <a:gd name="csY2" fmla="*/ 478 h 477"/>
                <a:gd name="csX3" fmla="*/ 3344 w 334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3" h="477">
                  <a:moveTo>
                    <a:pt x="3344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1" name="Freeform 1710">
              <a:extLst>
                <a:ext uri="{FF2B5EF4-FFF2-40B4-BE49-F238E27FC236}">
                  <a16:creationId xmlns:a16="http://schemas.microsoft.com/office/drawing/2014/main" id="{41A16794-2CD1-5C95-F75D-7CEEA1AEB8DC}"/>
                </a:ext>
              </a:extLst>
            </p:cNvPr>
            <p:cNvSpPr/>
            <p:nvPr/>
          </p:nvSpPr>
          <p:spPr>
            <a:xfrm>
              <a:off x="6420377" y="5274253"/>
              <a:ext cx="46339" cy="42995"/>
            </a:xfrm>
            <a:custGeom>
              <a:avLst/>
              <a:gdLst>
                <a:gd name="csX0" fmla="*/ 45862 w 46339"/>
                <a:gd name="csY0" fmla="*/ 12898 h 42995"/>
                <a:gd name="csX1" fmla="*/ 46340 w 46339"/>
                <a:gd name="csY1" fmla="*/ 14332 h 42995"/>
                <a:gd name="csX2" fmla="*/ 46340 w 46339"/>
                <a:gd name="csY2" fmla="*/ 15287 h 42995"/>
                <a:gd name="csX3" fmla="*/ 45384 w 46339"/>
                <a:gd name="csY3" fmla="*/ 17676 h 42995"/>
                <a:gd name="csX4" fmla="*/ 44428 w 46339"/>
                <a:gd name="csY4" fmla="*/ 20542 h 42995"/>
                <a:gd name="csX5" fmla="*/ 43473 w 46339"/>
                <a:gd name="csY5" fmla="*/ 21498 h 42995"/>
                <a:gd name="csX6" fmla="*/ 42518 w 46339"/>
                <a:gd name="csY6" fmla="*/ 21975 h 42995"/>
                <a:gd name="csX7" fmla="*/ 41085 w 46339"/>
                <a:gd name="csY7" fmla="*/ 22931 h 42995"/>
                <a:gd name="csX8" fmla="*/ 41085 w 46339"/>
                <a:gd name="csY8" fmla="*/ 25320 h 42995"/>
                <a:gd name="csX9" fmla="*/ 40607 w 46339"/>
                <a:gd name="csY9" fmla="*/ 27708 h 42995"/>
                <a:gd name="csX10" fmla="*/ 39174 w 46339"/>
                <a:gd name="csY10" fmla="*/ 28664 h 42995"/>
                <a:gd name="csX11" fmla="*/ 37741 w 46339"/>
                <a:gd name="csY11" fmla="*/ 29141 h 42995"/>
                <a:gd name="csX12" fmla="*/ 36307 w 46339"/>
                <a:gd name="csY12" fmla="*/ 30097 h 42995"/>
                <a:gd name="csX13" fmla="*/ 33441 w 46339"/>
                <a:gd name="csY13" fmla="*/ 31530 h 42995"/>
                <a:gd name="csX14" fmla="*/ 31530 w 46339"/>
                <a:gd name="csY14" fmla="*/ 32008 h 42995"/>
                <a:gd name="csX15" fmla="*/ 31052 w 46339"/>
                <a:gd name="csY15" fmla="*/ 32008 h 42995"/>
                <a:gd name="csX16" fmla="*/ 30097 w 46339"/>
                <a:gd name="csY16" fmla="*/ 32008 h 42995"/>
                <a:gd name="csX17" fmla="*/ 28664 w 46339"/>
                <a:gd name="csY17" fmla="*/ 32008 h 42995"/>
                <a:gd name="csX18" fmla="*/ 27230 w 46339"/>
                <a:gd name="csY18" fmla="*/ 32486 h 42995"/>
                <a:gd name="csX19" fmla="*/ 26275 w 46339"/>
                <a:gd name="csY19" fmla="*/ 32486 h 42995"/>
                <a:gd name="csX20" fmla="*/ 26275 w 46339"/>
                <a:gd name="csY20" fmla="*/ 32486 h 42995"/>
                <a:gd name="csX21" fmla="*/ 26275 w 46339"/>
                <a:gd name="csY21" fmla="*/ 32486 h 42995"/>
                <a:gd name="csX22" fmla="*/ 24842 w 46339"/>
                <a:gd name="csY22" fmla="*/ 33919 h 42995"/>
                <a:gd name="csX23" fmla="*/ 24842 w 46339"/>
                <a:gd name="csY23" fmla="*/ 33919 h 42995"/>
                <a:gd name="csX24" fmla="*/ 21975 w 46339"/>
                <a:gd name="csY24" fmla="*/ 37740 h 42995"/>
                <a:gd name="csX25" fmla="*/ 21498 w 46339"/>
                <a:gd name="csY25" fmla="*/ 38696 h 42995"/>
                <a:gd name="csX26" fmla="*/ 21020 w 46339"/>
                <a:gd name="csY26" fmla="*/ 40607 h 42995"/>
                <a:gd name="csX27" fmla="*/ 20542 w 46339"/>
                <a:gd name="csY27" fmla="*/ 41562 h 42995"/>
                <a:gd name="csX28" fmla="*/ 19587 w 46339"/>
                <a:gd name="csY28" fmla="*/ 42518 h 42995"/>
                <a:gd name="csX29" fmla="*/ 19109 w 46339"/>
                <a:gd name="csY29" fmla="*/ 42996 h 42995"/>
                <a:gd name="csX30" fmla="*/ 16721 w 46339"/>
                <a:gd name="csY30" fmla="*/ 42518 h 42995"/>
                <a:gd name="csX31" fmla="*/ 13854 w 46339"/>
                <a:gd name="csY31" fmla="*/ 42040 h 42995"/>
                <a:gd name="csX32" fmla="*/ 11943 w 46339"/>
                <a:gd name="csY32" fmla="*/ 40607 h 42995"/>
                <a:gd name="csX33" fmla="*/ 10510 w 46339"/>
                <a:gd name="csY33" fmla="*/ 39174 h 42995"/>
                <a:gd name="csX34" fmla="*/ 9555 w 46339"/>
                <a:gd name="csY34" fmla="*/ 38218 h 42995"/>
                <a:gd name="csX35" fmla="*/ 9555 w 46339"/>
                <a:gd name="csY35" fmla="*/ 37740 h 42995"/>
                <a:gd name="csX36" fmla="*/ 8599 w 46339"/>
                <a:gd name="csY36" fmla="*/ 37263 h 42995"/>
                <a:gd name="csX37" fmla="*/ 8599 w 46339"/>
                <a:gd name="csY37" fmla="*/ 36785 h 42995"/>
                <a:gd name="csX38" fmla="*/ 7166 w 46339"/>
                <a:gd name="csY38" fmla="*/ 36307 h 42995"/>
                <a:gd name="csX39" fmla="*/ 6688 w 46339"/>
                <a:gd name="csY39" fmla="*/ 36307 h 42995"/>
                <a:gd name="csX40" fmla="*/ 6688 w 46339"/>
                <a:gd name="csY40" fmla="*/ 35830 h 42995"/>
                <a:gd name="csX41" fmla="*/ 6210 w 46339"/>
                <a:gd name="csY41" fmla="*/ 35352 h 42995"/>
                <a:gd name="csX42" fmla="*/ 5733 w 46339"/>
                <a:gd name="csY42" fmla="*/ 34396 h 42995"/>
                <a:gd name="csX43" fmla="*/ 5733 w 46339"/>
                <a:gd name="csY43" fmla="*/ 32486 h 42995"/>
                <a:gd name="csX44" fmla="*/ 4777 w 46339"/>
                <a:gd name="csY44" fmla="*/ 31530 h 42995"/>
                <a:gd name="csX45" fmla="*/ 3344 w 46339"/>
                <a:gd name="csY45" fmla="*/ 29619 h 42995"/>
                <a:gd name="csX46" fmla="*/ 2866 w 46339"/>
                <a:gd name="csY46" fmla="*/ 28186 h 42995"/>
                <a:gd name="csX47" fmla="*/ 1433 w 46339"/>
                <a:gd name="csY47" fmla="*/ 26275 h 42995"/>
                <a:gd name="csX48" fmla="*/ 478 w 46339"/>
                <a:gd name="csY48" fmla="*/ 24364 h 42995"/>
                <a:gd name="csX49" fmla="*/ 0 w 46339"/>
                <a:gd name="csY49" fmla="*/ 22453 h 42995"/>
                <a:gd name="csX50" fmla="*/ 0 w 46339"/>
                <a:gd name="csY50" fmla="*/ 21498 h 42995"/>
                <a:gd name="csX51" fmla="*/ 478 w 46339"/>
                <a:gd name="csY51" fmla="*/ 21020 h 42995"/>
                <a:gd name="csX52" fmla="*/ 2866 w 46339"/>
                <a:gd name="csY52" fmla="*/ 20064 h 42995"/>
                <a:gd name="csX53" fmla="*/ 4777 w 46339"/>
                <a:gd name="csY53" fmla="*/ 19587 h 42995"/>
                <a:gd name="csX54" fmla="*/ 4777 w 46339"/>
                <a:gd name="csY54" fmla="*/ 19587 h 42995"/>
                <a:gd name="csX55" fmla="*/ 5733 w 46339"/>
                <a:gd name="csY55" fmla="*/ 18154 h 42995"/>
                <a:gd name="csX56" fmla="*/ 7166 w 46339"/>
                <a:gd name="csY56" fmla="*/ 16243 h 42995"/>
                <a:gd name="csX57" fmla="*/ 7644 w 46339"/>
                <a:gd name="csY57" fmla="*/ 14809 h 42995"/>
                <a:gd name="csX58" fmla="*/ 8599 w 46339"/>
                <a:gd name="csY58" fmla="*/ 14332 h 42995"/>
                <a:gd name="csX59" fmla="*/ 9077 w 46339"/>
                <a:gd name="csY59" fmla="*/ 13376 h 42995"/>
                <a:gd name="csX60" fmla="*/ 10510 w 46339"/>
                <a:gd name="csY60" fmla="*/ 11465 h 42995"/>
                <a:gd name="csX61" fmla="*/ 11943 w 46339"/>
                <a:gd name="csY61" fmla="*/ 9555 h 42995"/>
                <a:gd name="csX62" fmla="*/ 13376 w 46339"/>
                <a:gd name="csY62" fmla="*/ 7166 h 42995"/>
                <a:gd name="csX63" fmla="*/ 15287 w 46339"/>
                <a:gd name="csY63" fmla="*/ 6688 h 42995"/>
                <a:gd name="csX64" fmla="*/ 17676 w 46339"/>
                <a:gd name="csY64" fmla="*/ 5733 h 42995"/>
                <a:gd name="csX65" fmla="*/ 20542 w 46339"/>
                <a:gd name="csY65" fmla="*/ 3822 h 42995"/>
                <a:gd name="csX66" fmla="*/ 23409 w 46339"/>
                <a:gd name="csY66" fmla="*/ 2389 h 42995"/>
                <a:gd name="csX67" fmla="*/ 28186 w 46339"/>
                <a:gd name="csY67" fmla="*/ 478 h 42995"/>
                <a:gd name="csX68" fmla="*/ 30097 w 46339"/>
                <a:gd name="csY68" fmla="*/ 0 h 42995"/>
                <a:gd name="csX69" fmla="*/ 31052 w 46339"/>
                <a:gd name="csY69" fmla="*/ 0 h 42995"/>
                <a:gd name="csX70" fmla="*/ 31530 w 46339"/>
                <a:gd name="csY70" fmla="*/ 478 h 42995"/>
                <a:gd name="csX71" fmla="*/ 32008 w 46339"/>
                <a:gd name="csY71" fmla="*/ 1433 h 42995"/>
                <a:gd name="csX72" fmla="*/ 32963 w 46339"/>
                <a:gd name="csY72" fmla="*/ 1911 h 42995"/>
                <a:gd name="csX73" fmla="*/ 34874 w 46339"/>
                <a:gd name="csY73" fmla="*/ 3822 h 42995"/>
                <a:gd name="csX74" fmla="*/ 35830 w 46339"/>
                <a:gd name="csY74" fmla="*/ 3822 h 42995"/>
                <a:gd name="csX75" fmla="*/ 37741 w 46339"/>
                <a:gd name="csY75" fmla="*/ 6210 h 42995"/>
                <a:gd name="csX76" fmla="*/ 39651 w 46339"/>
                <a:gd name="csY76" fmla="*/ 7644 h 42995"/>
                <a:gd name="csX77" fmla="*/ 42040 w 46339"/>
                <a:gd name="csY77" fmla="*/ 9555 h 42995"/>
                <a:gd name="csX78" fmla="*/ 43473 w 46339"/>
                <a:gd name="csY78" fmla="*/ 10032 h 42995"/>
                <a:gd name="csX79" fmla="*/ 44428 w 46339"/>
                <a:gd name="csY79" fmla="*/ 10510 h 42995"/>
                <a:gd name="csX80" fmla="*/ 44907 w 46339"/>
                <a:gd name="csY80" fmla="*/ 11943 h 42995"/>
                <a:gd name="csX81" fmla="*/ 45862 w 46339"/>
                <a:gd name="csY81" fmla="*/ 12898 h 42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6339" h="42995">
                  <a:moveTo>
                    <a:pt x="45862" y="12898"/>
                  </a:moveTo>
                  <a:lnTo>
                    <a:pt x="46340" y="14332"/>
                  </a:lnTo>
                  <a:lnTo>
                    <a:pt x="46340" y="15287"/>
                  </a:lnTo>
                  <a:lnTo>
                    <a:pt x="45384" y="17676"/>
                  </a:lnTo>
                  <a:lnTo>
                    <a:pt x="44428" y="20542"/>
                  </a:lnTo>
                  <a:lnTo>
                    <a:pt x="43473" y="21498"/>
                  </a:lnTo>
                  <a:lnTo>
                    <a:pt x="42518" y="21975"/>
                  </a:lnTo>
                  <a:lnTo>
                    <a:pt x="41085" y="22931"/>
                  </a:lnTo>
                  <a:lnTo>
                    <a:pt x="41085" y="25320"/>
                  </a:lnTo>
                  <a:lnTo>
                    <a:pt x="40607" y="27708"/>
                  </a:lnTo>
                  <a:lnTo>
                    <a:pt x="39174" y="28664"/>
                  </a:lnTo>
                  <a:lnTo>
                    <a:pt x="37741" y="29141"/>
                  </a:lnTo>
                  <a:lnTo>
                    <a:pt x="36307" y="30097"/>
                  </a:lnTo>
                  <a:lnTo>
                    <a:pt x="33441" y="31530"/>
                  </a:lnTo>
                  <a:lnTo>
                    <a:pt x="31530" y="32008"/>
                  </a:lnTo>
                  <a:lnTo>
                    <a:pt x="31052" y="32008"/>
                  </a:lnTo>
                  <a:lnTo>
                    <a:pt x="30097" y="32008"/>
                  </a:lnTo>
                  <a:lnTo>
                    <a:pt x="28664" y="32008"/>
                  </a:lnTo>
                  <a:lnTo>
                    <a:pt x="27230" y="32486"/>
                  </a:lnTo>
                  <a:lnTo>
                    <a:pt x="26275" y="32486"/>
                  </a:lnTo>
                  <a:lnTo>
                    <a:pt x="26275" y="32486"/>
                  </a:lnTo>
                  <a:lnTo>
                    <a:pt x="26275" y="32486"/>
                  </a:lnTo>
                  <a:lnTo>
                    <a:pt x="24842" y="33919"/>
                  </a:lnTo>
                  <a:lnTo>
                    <a:pt x="24842" y="33919"/>
                  </a:lnTo>
                  <a:lnTo>
                    <a:pt x="21975" y="37740"/>
                  </a:lnTo>
                  <a:lnTo>
                    <a:pt x="21498" y="38696"/>
                  </a:lnTo>
                  <a:lnTo>
                    <a:pt x="21020" y="40607"/>
                  </a:lnTo>
                  <a:lnTo>
                    <a:pt x="20542" y="41562"/>
                  </a:lnTo>
                  <a:lnTo>
                    <a:pt x="19587" y="42518"/>
                  </a:lnTo>
                  <a:lnTo>
                    <a:pt x="19109" y="42996"/>
                  </a:lnTo>
                  <a:lnTo>
                    <a:pt x="16721" y="42518"/>
                  </a:lnTo>
                  <a:lnTo>
                    <a:pt x="13854" y="42040"/>
                  </a:lnTo>
                  <a:lnTo>
                    <a:pt x="11943" y="40607"/>
                  </a:lnTo>
                  <a:lnTo>
                    <a:pt x="10510" y="39174"/>
                  </a:lnTo>
                  <a:lnTo>
                    <a:pt x="9555" y="38218"/>
                  </a:lnTo>
                  <a:lnTo>
                    <a:pt x="9555" y="37740"/>
                  </a:lnTo>
                  <a:lnTo>
                    <a:pt x="8599" y="37263"/>
                  </a:lnTo>
                  <a:lnTo>
                    <a:pt x="8599" y="36785"/>
                  </a:lnTo>
                  <a:lnTo>
                    <a:pt x="7166" y="36307"/>
                  </a:lnTo>
                  <a:lnTo>
                    <a:pt x="6688" y="36307"/>
                  </a:lnTo>
                  <a:lnTo>
                    <a:pt x="6688" y="35830"/>
                  </a:lnTo>
                  <a:lnTo>
                    <a:pt x="6210" y="35352"/>
                  </a:lnTo>
                  <a:lnTo>
                    <a:pt x="5733" y="34396"/>
                  </a:lnTo>
                  <a:lnTo>
                    <a:pt x="5733" y="32486"/>
                  </a:lnTo>
                  <a:lnTo>
                    <a:pt x="4777" y="31530"/>
                  </a:lnTo>
                  <a:lnTo>
                    <a:pt x="3344" y="29619"/>
                  </a:lnTo>
                  <a:lnTo>
                    <a:pt x="2866" y="28186"/>
                  </a:lnTo>
                  <a:lnTo>
                    <a:pt x="1433" y="26275"/>
                  </a:lnTo>
                  <a:lnTo>
                    <a:pt x="478" y="24364"/>
                  </a:lnTo>
                  <a:lnTo>
                    <a:pt x="0" y="22453"/>
                  </a:lnTo>
                  <a:lnTo>
                    <a:pt x="0" y="21498"/>
                  </a:lnTo>
                  <a:lnTo>
                    <a:pt x="478" y="21020"/>
                  </a:lnTo>
                  <a:lnTo>
                    <a:pt x="2866" y="20064"/>
                  </a:lnTo>
                  <a:lnTo>
                    <a:pt x="4777" y="19587"/>
                  </a:lnTo>
                  <a:lnTo>
                    <a:pt x="4777" y="19587"/>
                  </a:lnTo>
                  <a:lnTo>
                    <a:pt x="5733" y="18154"/>
                  </a:lnTo>
                  <a:lnTo>
                    <a:pt x="7166" y="16243"/>
                  </a:lnTo>
                  <a:lnTo>
                    <a:pt x="7644" y="14809"/>
                  </a:lnTo>
                  <a:lnTo>
                    <a:pt x="8599" y="14332"/>
                  </a:lnTo>
                  <a:lnTo>
                    <a:pt x="9077" y="13376"/>
                  </a:lnTo>
                  <a:lnTo>
                    <a:pt x="10510" y="11465"/>
                  </a:lnTo>
                  <a:lnTo>
                    <a:pt x="11943" y="9555"/>
                  </a:lnTo>
                  <a:lnTo>
                    <a:pt x="13376" y="7166"/>
                  </a:lnTo>
                  <a:lnTo>
                    <a:pt x="15287" y="6688"/>
                  </a:lnTo>
                  <a:lnTo>
                    <a:pt x="17676" y="5733"/>
                  </a:lnTo>
                  <a:lnTo>
                    <a:pt x="20542" y="3822"/>
                  </a:lnTo>
                  <a:lnTo>
                    <a:pt x="23409" y="2389"/>
                  </a:lnTo>
                  <a:lnTo>
                    <a:pt x="28186" y="478"/>
                  </a:lnTo>
                  <a:lnTo>
                    <a:pt x="30097" y="0"/>
                  </a:lnTo>
                  <a:lnTo>
                    <a:pt x="31052" y="0"/>
                  </a:lnTo>
                  <a:lnTo>
                    <a:pt x="31530" y="478"/>
                  </a:lnTo>
                  <a:lnTo>
                    <a:pt x="32008" y="1433"/>
                  </a:lnTo>
                  <a:lnTo>
                    <a:pt x="32963" y="1911"/>
                  </a:lnTo>
                  <a:lnTo>
                    <a:pt x="34874" y="3822"/>
                  </a:lnTo>
                  <a:lnTo>
                    <a:pt x="35830" y="3822"/>
                  </a:lnTo>
                  <a:lnTo>
                    <a:pt x="37741" y="6210"/>
                  </a:lnTo>
                  <a:lnTo>
                    <a:pt x="39651" y="7644"/>
                  </a:lnTo>
                  <a:lnTo>
                    <a:pt x="42040" y="9555"/>
                  </a:lnTo>
                  <a:lnTo>
                    <a:pt x="43473" y="10032"/>
                  </a:lnTo>
                  <a:lnTo>
                    <a:pt x="44428" y="10510"/>
                  </a:lnTo>
                  <a:lnTo>
                    <a:pt x="44907" y="11943"/>
                  </a:lnTo>
                  <a:lnTo>
                    <a:pt x="45862" y="128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2" name="Freeform 1711">
              <a:extLst>
                <a:ext uri="{FF2B5EF4-FFF2-40B4-BE49-F238E27FC236}">
                  <a16:creationId xmlns:a16="http://schemas.microsoft.com/office/drawing/2014/main" id="{C6EAC132-1E19-4892-7BA9-48B7A9E98109}"/>
                </a:ext>
              </a:extLst>
            </p:cNvPr>
            <p:cNvSpPr/>
            <p:nvPr/>
          </p:nvSpPr>
          <p:spPr>
            <a:xfrm>
              <a:off x="6465284" y="3758417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5 w 955"/>
                <a:gd name="csY1" fmla="*/ 1433 h 1433"/>
                <a:gd name="csX2" fmla="*/ 955 w 955"/>
                <a:gd name="csY2" fmla="*/ 1433 h 1433"/>
                <a:gd name="csX3" fmla="*/ 0 w 955"/>
                <a:gd name="csY3" fmla="*/ 0 h 1433"/>
                <a:gd name="csX4" fmla="*/ 0 w 955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5" y="1433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3" name="Freeform 1712">
              <a:extLst>
                <a:ext uri="{FF2B5EF4-FFF2-40B4-BE49-F238E27FC236}">
                  <a16:creationId xmlns:a16="http://schemas.microsoft.com/office/drawing/2014/main" id="{56C08526-B3CD-A307-1B42-1955A164C580}"/>
                </a:ext>
              </a:extLst>
            </p:cNvPr>
            <p:cNvSpPr/>
            <p:nvPr/>
          </p:nvSpPr>
          <p:spPr>
            <a:xfrm>
              <a:off x="6453818" y="3504265"/>
              <a:ext cx="12420" cy="2866"/>
            </a:xfrm>
            <a:custGeom>
              <a:avLst/>
              <a:gdLst>
                <a:gd name="csX0" fmla="*/ 12421 w 12420"/>
                <a:gd name="csY0" fmla="*/ 2866 h 2866"/>
                <a:gd name="csX1" fmla="*/ 10510 w 12420"/>
                <a:gd name="csY1" fmla="*/ 1911 h 2866"/>
                <a:gd name="csX2" fmla="*/ 6688 w 12420"/>
                <a:gd name="csY2" fmla="*/ 478 h 2866"/>
                <a:gd name="csX3" fmla="*/ 5733 w 12420"/>
                <a:gd name="csY3" fmla="*/ 478 h 2866"/>
                <a:gd name="csX4" fmla="*/ 3821 w 12420"/>
                <a:gd name="csY4" fmla="*/ 956 h 2866"/>
                <a:gd name="csX5" fmla="*/ 955 w 12420"/>
                <a:gd name="csY5" fmla="*/ 2866 h 2866"/>
                <a:gd name="csX6" fmla="*/ 0 w 12420"/>
                <a:gd name="csY6" fmla="*/ 2389 h 2866"/>
                <a:gd name="csX7" fmla="*/ 955 w 12420"/>
                <a:gd name="csY7" fmla="*/ 2866 h 2866"/>
                <a:gd name="csX8" fmla="*/ 3821 w 12420"/>
                <a:gd name="csY8" fmla="*/ 956 h 2866"/>
                <a:gd name="csX9" fmla="*/ 5733 w 12420"/>
                <a:gd name="csY9" fmla="*/ 0 h 2866"/>
                <a:gd name="csX10" fmla="*/ 6688 w 12420"/>
                <a:gd name="csY10" fmla="*/ 0 h 2866"/>
                <a:gd name="csX11" fmla="*/ 10510 w 12420"/>
                <a:gd name="csY11" fmla="*/ 1911 h 2866"/>
                <a:gd name="csX12" fmla="*/ 12421 w 12420"/>
                <a:gd name="csY12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2420" h="2866">
                  <a:moveTo>
                    <a:pt x="12421" y="2866"/>
                  </a:moveTo>
                  <a:lnTo>
                    <a:pt x="10510" y="1911"/>
                  </a:lnTo>
                  <a:lnTo>
                    <a:pt x="6688" y="478"/>
                  </a:lnTo>
                  <a:lnTo>
                    <a:pt x="5733" y="478"/>
                  </a:lnTo>
                  <a:lnTo>
                    <a:pt x="3821" y="956"/>
                  </a:lnTo>
                  <a:lnTo>
                    <a:pt x="955" y="2866"/>
                  </a:lnTo>
                  <a:lnTo>
                    <a:pt x="0" y="2389"/>
                  </a:lnTo>
                  <a:lnTo>
                    <a:pt x="955" y="2866"/>
                  </a:lnTo>
                  <a:lnTo>
                    <a:pt x="3821" y="956"/>
                  </a:lnTo>
                  <a:lnTo>
                    <a:pt x="5733" y="0"/>
                  </a:lnTo>
                  <a:lnTo>
                    <a:pt x="6688" y="0"/>
                  </a:lnTo>
                  <a:lnTo>
                    <a:pt x="10510" y="1911"/>
                  </a:lnTo>
                  <a:lnTo>
                    <a:pt x="1242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4" name="Freeform 1713">
              <a:extLst>
                <a:ext uri="{FF2B5EF4-FFF2-40B4-BE49-F238E27FC236}">
                  <a16:creationId xmlns:a16="http://schemas.microsoft.com/office/drawing/2014/main" id="{AA197511-12AD-8BC6-68AC-DB4411A78349}"/>
                </a:ext>
              </a:extLst>
            </p:cNvPr>
            <p:cNvSpPr/>
            <p:nvPr/>
          </p:nvSpPr>
          <p:spPr>
            <a:xfrm>
              <a:off x="6279925" y="5061185"/>
              <a:ext cx="185836" cy="177715"/>
            </a:xfrm>
            <a:custGeom>
              <a:avLst/>
              <a:gdLst>
                <a:gd name="csX0" fmla="*/ 185359 w 185836"/>
                <a:gd name="csY0" fmla="*/ 84081 h 177715"/>
                <a:gd name="csX1" fmla="*/ 185837 w 185836"/>
                <a:gd name="csY1" fmla="*/ 85036 h 177715"/>
                <a:gd name="csX2" fmla="*/ 181537 w 185836"/>
                <a:gd name="csY2" fmla="*/ 85514 h 177715"/>
                <a:gd name="csX3" fmla="*/ 179149 w 185836"/>
                <a:gd name="csY3" fmla="*/ 86469 h 177715"/>
                <a:gd name="csX4" fmla="*/ 177715 w 185836"/>
                <a:gd name="csY4" fmla="*/ 88858 h 177715"/>
                <a:gd name="csX5" fmla="*/ 175805 w 185836"/>
                <a:gd name="csY5" fmla="*/ 90769 h 177715"/>
                <a:gd name="csX6" fmla="*/ 172938 w 185836"/>
                <a:gd name="csY6" fmla="*/ 91724 h 177715"/>
                <a:gd name="csX7" fmla="*/ 170072 w 185836"/>
                <a:gd name="csY7" fmla="*/ 92202 h 177715"/>
                <a:gd name="csX8" fmla="*/ 166728 w 185836"/>
                <a:gd name="csY8" fmla="*/ 92680 h 177715"/>
                <a:gd name="csX9" fmla="*/ 163383 w 185836"/>
                <a:gd name="csY9" fmla="*/ 94590 h 177715"/>
                <a:gd name="csX10" fmla="*/ 159562 w 185836"/>
                <a:gd name="csY10" fmla="*/ 98412 h 177715"/>
                <a:gd name="csX11" fmla="*/ 159562 w 185836"/>
                <a:gd name="csY11" fmla="*/ 98412 h 177715"/>
                <a:gd name="csX12" fmla="*/ 157651 w 185836"/>
                <a:gd name="csY12" fmla="*/ 100323 h 177715"/>
                <a:gd name="csX13" fmla="*/ 157651 w 185836"/>
                <a:gd name="csY13" fmla="*/ 101279 h 177715"/>
                <a:gd name="csX14" fmla="*/ 157173 w 185836"/>
                <a:gd name="csY14" fmla="*/ 102234 h 177715"/>
                <a:gd name="csX15" fmla="*/ 155262 w 185836"/>
                <a:gd name="csY15" fmla="*/ 102712 h 177715"/>
                <a:gd name="csX16" fmla="*/ 154307 w 185836"/>
                <a:gd name="csY16" fmla="*/ 103667 h 177715"/>
                <a:gd name="csX17" fmla="*/ 154307 w 185836"/>
                <a:gd name="csY17" fmla="*/ 104623 h 177715"/>
                <a:gd name="csX18" fmla="*/ 153351 w 185836"/>
                <a:gd name="csY18" fmla="*/ 105100 h 177715"/>
                <a:gd name="csX19" fmla="*/ 151918 w 185836"/>
                <a:gd name="csY19" fmla="*/ 105100 h 177715"/>
                <a:gd name="csX20" fmla="*/ 150962 w 185836"/>
                <a:gd name="csY20" fmla="*/ 105578 h 177715"/>
                <a:gd name="csX21" fmla="*/ 150962 w 185836"/>
                <a:gd name="csY21" fmla="*/ 105578 h 177715"/>
                <a:gd name="csX22" fmla="*/ 150485 w 185836"/>
                <a:gd name="csY22" fmla="*/ 107012 h 177715"/>
                <a:gd name="csX23" fmla="*/ 149051 w 185836"/>
                <a:gd name="csY23" fmla="*/ 107967 h 177715"/>
                <a:gd name="csX24" fmla="*/ 147141 w 185836"/>
                <a:gd name="csY24" fmla="*/ 108445 h 177715"/>
                <a:gd name="csX25" fmla="*/ 147141 w 185836"/>
                <a:gd name="csY25" fmla="*/ 108445 h 177715"/>
                <a:gd name="csX26" fmla="*/ 145230 w 185836"/>
                <a:gd name="csY26" fmla="*/ 108922 h 177715"/>
                <a:gd name="csX27" fmla="*/ 144274 w 185836"/>
                <a:gd name="csY27" fmla="*/ 110356 h 177715"/>
                <a:gd name="csX28" fmla="*/ 142841 w 185836"/>
                <a:gd name="csY28" fmla="*/ 110833 h 177715"/>
                <a:gd name="csX29" fmla="*/ 142364 w 185836"/>
                <a:gd name="csY29" fmla="*/ 111311 h 177715"/>
                <a:gd name="csX30" fmla="*/ 140930 w 185836"/>
                <a:gd name="csY30" fmla="*/ 112266 h 177715"/>
                <a:gd name="csX31" fmla="*/ 140930 w 185836"/>
                <a:gd name="csY31" fmla="*/ 112266 h 177715"/>
                <a:gd name="csX32" fmla="*/ 139019 w 185836"/>
                <a:gd name="csY32" fmla="*/ 114655 h 177715"/>
                <a:gd name="csX33" fmla="*/ 138542 w 185836"/>
                <a:gd name="csY33" fmla="*/ 115611 h 177715"/>
                <a:gd name="csX34" fmla="*/ 136153 w 185836"/>
                <a:gd name="csY34" fmla="*/ 125165 h 177715"/>
                <a:gd name="csX35" fmla="*/ 134719 w 185836"/>
                <a:gd name="csY35" fmla="*/ 126598 h 177715"/>
                <a:gd name="csX36" fmla="*/ 133287 w 185836"/>
                <a:gd name="csY36" fmla="*/ 127076 h 177715"/>
                <a:gd name="csX37" fmla="*/ 131853 w 185836"/>
                <a:gd name="csY37" fmla="*/ 128509 h 177715"/>
                <a:gd name="csX38" fmla="*/ 131853 w 185836"/>
                <a:gd name="csY38" fmla="*/ 128509 h 177715"/>
                <a:gd name="csX39" fmla="*/ 129465 w 185836"/>
                <a:gd name="csY39" fmla="*/ 130898 h 177715"/>
                <a:gd name="csX40" fmla="*/ 128509 w 185836"/>
                <a:gd name="csY40" fmla="*/ 131854 h 177715"/>
                <a:gd name="csX41" fmla="*/ 128509 w 185836"/>
                <a:gd name="csY41" fmla="*/ 131854 h 177715"/>
                <a:gd name="csX42" fmla="*/ 127076 w 185836"/>
                <a:gd name="csY42" fmla="*/ 132809 h 177715"/>
                <a:gd name="csX43" fmla="*/ 121821 w 185836"/>
                <a:gd name="csY43" fmla="*/ 133764 h 177715"/>
                <a:gd name="csX44" fmla="*/ 119910 w 185836"/>
                <a:gd name="csY44" fmla="*/ 134242 h 177715"/>
                <a:gd name="csX45" fmla="*/ 117521 w 185836"/>
                <a:gd name="csY45" fmla="*/ 135197 h 177715"/>
                <a:gd name="csX46" fmla="*/ 117044 w 185836"/>
                <a:gd name="csY46" fmla="*/ 136153 h 177715"/>
                <a:gd name="csX47" fmla="*/ 116566 w 185836"/>
                <a:gd name="csY47" fmla="*/ 138542 h 177715"/>
                <a:gd name="csX48" fmla="*/ 116566 w 185836"/>
                <a:gd name="csY48" fmla="*/ 139019 h 177715"/>
                <a:gd name="csX49" fmla="*/ 114655 w 185836"/>
                <a:gd name="csY49" fmla="*/ 143319 h 177715"/>
                <a:gd name="csX50" fmla="*/ 114655 w 185836"/>
                <a:gd name="csY50" fmla="*/ 144274 h 177715"/>
                <a:gd name="csX51" fmla="*/ 113700 w 185836"/>
                <a:gd name="csY51" fmla="*/ 146663 h 177715"/>
                <a:gd name="csX52" fmla="*/ 112744 w 185836"/>
                <a:gd name="csY52" fmla="*/ 149052 h 177715"/>
                <a:gd name="csX53" fmla="*/ 111311 w 185836"/>
                <a:gd name="csY53" fmla="*/ 152396 h 177715"/>
                <a:gd name="csX54" fmla="*/ 109878 w 185836"/>
                <a:gd name="csY54" fmla="*/ 153829 h 177715"/>
                <a:gd name="csX55" fmla="*/ 108445 w 185836"/>
                <a:gd name="csY55" fmla="*/ 154784 h 177715"/>
                <a:gd name="csX56" fmla="*/ 106534 w 185836"/>
                <a:gd name="csY56" fmla="*/ 155262 h 177715"/>
                <a:gd name="csX57" fmla="*/ 103667 w 185836"/>
                <a:gd name="csY57" fmla="*/ 155740 h 177715"/>
                <a:gd name="csX58" fmla="*/ 101279 w 185836"/>
                <a:gd name="csY58" fmla="*/ 155262 h 177715"/>
                <a:gd name="csX59" fmla="*/ 99846 w 185836"/>
                <a:gd name="csY59" fmla="*/ 155262 h 177715"/>
                <a:gd name="csX60" fmla="*/ 96979 w 185836"/>
                <a:gd name="csY60" fmla="*/ 156695 h 177715"/>
                <a:gd name="csX61" fmla="*/ 96979 w 185836"/>
                <a:gd name="csY61" fmla="*/ 156695 h 177715"/>
                <a:gd name="csX62" fmla="*/ 94590 w 185836"/>
                <a:gd name="csY62" fmla="*/ 156695 h 177715"/>
                <a:gd name="csX63" fmla="*/ 90769 w 185836"/>
                <a:gd name="csY63" fmla="*/ 156218 h 177715"/>
                <a:gd name="csX64" fmla="*/ 90769 w 185836"/>
                <a:gd name="csY64" fmla="*/ 156218 h 177715"/>
                <a:gd name="csX65" fmla="*/ 87902 w 185836"/>
                <a:gd name="csY65" fmla="*/ 155262 h 177715"/>
                <a:gd name="csX66" fmla="*/ 86469 w 185836"/>
                <a:gd name="csY66" fmla="*/ 155262 h 177715"/>
                <a:gd name="csX67" fmla="*/ 83603 w 185836"/>
                <a:gd name="csY67" fmla="*/ 152873 h 177715"/>
                <a:gd name="csX68" fmla="*/ 81692 w 185836"/>
                <a:gd name="csY68" fmla="*/ 152873 h 177715"/>
                <a:gd name="csX69" fmla="*/ 79303 w 185836"/>
                <a:gd name="csY69" fmla="*/ 152873 h 177715"/>
                <a:gd name="csX70" fmla="*/ 77870 w 185836"/>
                <a:gd name="csY70" fmla="*/ 152396 h 177715"/>
                <a:gd name="csX71" fmla="*/ 76437 w 185836"/>
                <a:gd name="csY71" fmla="*/ 151440 h 177715"/>
                <a:gd name="csX72" fmla="*/ 73093 w 185836"/>
                <a:gd name="csY72" fmla="*/ 149052 h 177715"/>
                <a:gd name="csX73" fmla="*/ 70226 w 185836"/>
                <a:gd name="csY73" fmla="*/ 147141 h 177715"/>
                <a:gd name="csX74" fmla="*/ 67838 w 185836"/>
                <a:gd name="csY74" fmla="*/ 146185 h 177715"/>
                <a:gd name="csX75" fmla="*/ 65449 w 185836"/>
                <a:gd name="csY75" fmla="*/ 145707 h 177715"/>
                <a:gd name="csX76" fmla="*/ 63060 w 185836"/>
                <a:gd name="csY76" fmla="*/ 146185 h 177715"/>
                <a:gd name="csX77" fmla="*/ 61149 w 185836"/>
                <a:gd name="csY77" fmla="*/ 146663 h 177715"/>
                <a:gd name="csX78" fmla="*/ 60194 w 185836"/>
                <a:gd name="csY78" fmla="*/ 146663 h 177715"/>
                <a:gd name="csX79" fmla="*/ 59239 w 185836"/>
                <a:gd name="csY79" fmla="*/ 147619 h 177715"/>
                <a:gd name="csX80" fmla="*/ 58761 w 185836"/>
                <a:gd name="csY80" fmla="*/ 147619 h 177715"/>
                <a:gd name="csX81" fmla="*/ 57328 w 185836"/>
                <a:gd name="csY81" fmla="*/ 149529 h 177715"/>
                <a:gd name="csX82" fmla="*/ 56372 w 185836"/>
                <a:gd name="csY82" fmla="*/ 152396 h 177715"/>
                <a:gd name="csX83" fmla="*/ 55894 w 185836"/>
                <a:gd name="csY83" fmla="*/ 153829 h 177715"/>
                <a:gd name="csX84" fmla="*/ 54461 w 185836"/>
                <a:gd name="csY84" fmla="*/ 157651 h 177715"/>
                <a:gd name="csX85" fmla="*/ 53028 w 185836"/>
                <a:gd name="csY85" fmla="*/ 161950 h 177715"/>
                <a:gd name="csX86" fmla="*/ 52073 w 185836"/>
                <a:gd name="csY86" fmla="*/ 162906 h 177715"/>
                <a:gd name="csX87" fmla="*/ 51117 w 185836"/>
                <a:gd name="csY87" fmla="*/ 163861 h 177715"/>
                <a:gd name="csX88" fmla="*/ 49684 w 185836"/>
                <a:gd name="csY88" fmla="*/ 164817 h 177715"/>
                <a:gd name="csX89" fmla="*/ 44429 w 185836"/>
                <a:gd name="csY89" fmla="*/ 168161 h 177715"/>
                <a:gd name="csX90" fmla="*/ 44429 w 185836"/>
                <a:gd name="csY90" fmla="*/ 168161 h 177715"/>
                <a:gd name="csX91" fmla="*/ 42040 w 185836"/>
                <a:gd name="csY91" fmla="*/ 171983 h 177715"/>
                <a:gd name="csX92" fmla="*/ 40129 w 185836"/>
                <a:gd name="csY92" fmla="*/ 173416 h 177715"/>
                <a:gd name="csX93" fmla="*/ 38218 w 185836"/>
                <a:gd name="csY93" fmla="*/ 173894 h 177715"/>
                <a:gd name="csX94" fmla="*/ 36785 w 185836"/>
                <a:gd name="csY94" fmla="*/ 173894 h 177715"/>
                <a:gd name="csX95" fmla="*/ 36307 w 185836"/>
                <a:gd name="csY95" fmla="*/ 174371 h 177715"/>
                <a:gd name="csX96" fmla="*/ 35830 w 185836"/>
                <a:gd name="csY96" fmla="*/ 174849 h 177715"/>
                <a:gd name="csX97" fmla="*/ 35830 w 185836"/>
                <a:gd name="csY97" fmla="*/ 174849 h 177715"/>
                <a:gd name="csX98" fmla="*/ 34874 w 185836"/>
                <a:gd name="csY98" fmla="*/ 176760 h 177715"/>
                <a:gd name="csX99" fmla="*/ 33919 w 185836"/>
                <a:gd name="csY99" fmla="*/ 177238 h 177715"/>
                <a:gd name="csX100" fmla="*/ 32963 w 185836"/>
                <a:gd name="csY100" fmla="*/ 177715 h 177715"/>
                <a:gd name="csX101" fmla="*/ 30097 w 185836"/>
                <a:gd name="csY101" fmla="*/ 177238 h 177715"/>
                <a:gd name="csX102" fmla="*/ 29141 w 185836"/>
                <a:gd name="csY102" fmla="*/ 177238 h 177715"/>
                <a:gd name="csX103" fmla="*/ 21498 w 185836"/>
                <a:gd name="csY103" fmla="*/ 177715 h 177715"/>
                <a:gd name="csX104" fmla="*/ 19587 w 185836"/>
                <a:gd name="csY104" fmla="*/ 177238 h 177715"/>
                <a:gd name="csX105" fmla="*/ 17676 w 185836"/>
                <a:gd name="csY105" fmla="*/ 176760 h 177715"/>
                <a:gd name="csX106" fmla="*/ 15765 w 185836"/>
                <a:gd name="csY106" fmla="*/ 177238 h 177715"/>
                <a:gd name="csX107" fmla="*/ 15287 w 185836"/>
                <a:gd name="csY107" fmla="*/ 177715 h 177715"/>
                <a:gd name="csX108" fmla="*/ 13854 w 185836"/>
                <a:gd name="csY108" fmla="*/ 177238 h 177715"/>
                <a:gd name="csX109" fmla="*/ 13376 w 185836"/>
                <a:gd name="csY109" fmla="*/ 175327 h 177715"/>
                <a:gd name="csX110" fmla="*/ 12899 w 185836"/>
                <a:gd name="csY110" fmla="*/ 171983 h 177715"/>
                <a:gd name="csX111" fmla="*/ 12899 w 185836"/>
                <a:gd name="csY111" fmla="*/ 169594 h 177715"/>
                <a:gd name="csX112" fmla="*/ 14332 w 185836"/>
                <a:gd name="csY112" fmla="*/ 167205 h 177715"/>
                <a:gd name="csX113" fmla="*/ 15287 w 185836"/>
                <a:gd name="csY113" fmla="*/ 165772 h 177715"/>
                <a:gd name="csX114" fmla="*/ 16721 w 185836"/>
                <a:gd name="csY114" fmla="*/ 163861 h 177715"/>
                <a:gd name="csX115" fmla="*/ 16721 w 185836"/>
                <a:gd name="csY115" fmla="*/ 162906 h 177715"/>
                <a:gd name="csX116" fmla="*/ 16721 w 185836"/>
                <a:gd name="csY116" fmla="*/ 161950 h 177715"/>
                <a:gd name="csX117" fmla="*/ 16243 w 185836"/>
                <a:gd name="csY117" fmla="*/ 160517 h 177715"/>
                <a:gd name="csX118" fmla="*/ 16243 w 185836"/>
                <a:gd name="csY118" fmla="*/ 158606 h 177715"/>
                <a:gd name="csX119" fmla="*/ 14332 w 185836"/>
                <a:gd name="csY119" fmla="*/ 155262 h 177715"/>
                <a:gd name="csX120" fmla="*/ 12421 w 185836"/>
                <a:gd name="csY120" fmla="*/ 150007 h 177715"/>
                <a:gd name="csX121" fmla="*/ 10032 w 185836"/>
                <a:gd name="csY121" fmla="*/ 144752 h 177715"/>
                <a:gd name="csX122" fmla="*/ 9077 w 185836"/>
                <a:gd name="csY122" fmla="*/ 143319 h 177715"/>
                <a:gd name="csX123" fmla="*/ 7166 w 185836"/>
                <a:gd name="csY123" fmla="*/ 140930 h 177715"/>
                <a:gd name="csX124" fmla="*/ 956 w 185836"/>
                <a:gd name="csY124" fmla="*/ 136631 h 177715"/>
                <a:gd name="csX125" fmla="*/ 956 w 185836"/>
                <a:gd name="csY125" fmla="*/ 136631 h 177715"/>
                <a:gd name="csX126" fmla="*/ 0 w 185836"/>
                <a:gd name="csY126" fmla="*/ 135675 h 177715"/>
                <a:gd name="csX127" fmla="*/ 0 w 185836"/>
                <a:gd name="csY127" fmla="*/ 135675 h 177715"/>
                <a:gd name="csX128" fmla="*/ 0 w 185836"/>
                <a:gd name="csY128" fmla="*/ 135675 h 177715"/>
                <a:gd name="csX129" fmla="*/ 0 w 185836"/>
                <a:gd name="csY129" fmla="*/ 130898 h 177715"/>
                <a:gd name="csX130" fmla="*/ 0 w 185836"/>
                <a:gd name="csY130" fmla="*/ 125643 h 177715"/>
                <a:gd name="csX131" fmla="*/ 0 w 185836"/>
                <a:gd name="csY131" fmla="*/ 119910 h 177715"/>
                <a:gd name="csX132" fmla="*/ 0 w 185836"/>
                <a:gd name="csY132" fmla="*/ 114177 h 177715"/>
                <a:gd name="csX133" fmla="*/ 0 w 185836"/>
                <a:gd name="csY133" fmla="*/ 108445 h 177715"/>
                <a:gd name="csX134" fmla="*/ 0 w 185836"/>
                <a:gd name="csY134" fmla="*/ 102712 h 177715"/>
                <a:gd name="csX135" fmla="*/ 0 w 185836"/>
                <a:gd name="csY135" fmla="*/ 96979 h 177715"/>
                <a:gd name="csX136" fmla="*/ 0 w 185836"/>
                <a:gd name="csY136" fmla="*/ 91724 h 177715"/>
                <a:gd name="csX137" fmla="*/ 0 w 185836"/>
                <a:gd name="csY137" fmla="*/ 85991 h 177715"/>
                <a:gd name="csX138" fmla="*/ 0 w 185836"/>
                <a:gd name="csY138" fmla="*/ 81214 h 177715"/>
                <a:gd name="csX139" fmla="*/ 4300 w 185836"/>
                <a:gd name="csY139" fmla="*/ 81214 h 177715"/>
                <a:gd name="csX140" fmla="*/ 10032 w 185836"/>
                <a:gd name="csY140" fmla="*/ 81214 h 177715"/>
                <a:gd name="csX141" fmla="*/ 16721 w 185836"/>
                <a:gd name="csY141" fmla="*/ 81214 h 177715"/>
                <a:gd name="csX142" fmla="*/ 19587 w 185836"/>
                <a:gd name="csY142" fmla="*/ 81214 h 177715"/>
                <a:gd name="csX143" fmla="*/ 20065 w 185836"/>
                <a:gd name="csY143" fmla="*/ 80258 h 177715"/>
                <a:gd name="csX144" fmla="*/ 20065 w 185836"/>
                <a:gd name="csY144" fmla="*/ 76915 h 177715"/>
                <a:gd name="csX145" fmla="*/ 19587 w 185836"/>
                <a:gd name="csY145" fmla="*/ 69271 h 177715"/>
                <a:gd name="csX146" fmla="*/ 19587 w 185836"/>
                <a:gd name="csY146" fmla="*/ 61149 h 177715"/>
                <a:gd name="csX147" fmla="*/ 19587 w 185836"/>
                <a:gd name="csY147" fmla="*/ 53028 h 177715"/>
                <a:gd name="csX148" fmla="*/ 19587 w 185836"/>
                <a:gd name="csY148" fmla="*/ 45384 h 177715"/>
                <a:gd name="csX149" fmla="*/ 19587 w 185836"/>
                <a:gd name="csY149" fmla="*/ 37741 h 177715"/>
                <a:gd name="csX150" fmla="*/ 19587 w 185836"/>
                <a:gd name="csY150" fmla="*/ 29619 h 177715"/>
                <a:gd name="csX151" fmla="*/ 19587 w 185836"/>
                <a:gd name="csY151" fmla="*/ 21976 h 177715"/>
                <a:gd name="csX152" fmla="*/ 19587 w 185836"/>
                <a:gd name="csY152" fmla="*/ 14332 h 177715"/>
                <a:gd name="csX153" fmla="*/ 19587 w 185836"/>
                <a:gd name="csY153" fmla="*/ 10032 h 177715"/>
                <a:gd name="csX154" fmla="*/ 24842 w 185836"/>
                <a:gd name="csY154" fmla="*/ 10032 h 177715"/>
                <a:gd name="csX155" fmla="*/ 30575 w 185836"/>
                <a:gd name="csY155" fmla="*/ 9077 h 177715"/>
                <a:gd name="csX156" fmla="*/ 40129 w 185836"/>
                <a:gd name="csY156" fmla="*/ 8121 h 177715"/>
                <a:gd name="csX157" fmla="*/ 49206 w 185836"/>
                <a:gd name="csY157" fmla="*/ 6210 h 177715"/>
                <a:gd name="csX158" fmla="*/ 54939 w 185836"/>
                <a:gd name="csY158" fmla="*/ 5255 h 177715"/>
                <a:gd name="csX159" fmla="*/ 62105 w 185836"/>
                <a:gd name="csY159" fmla="*/ 4300 h 177715"/>
                <a:gd name="csX160" fmla="*/ 64016 w 185836"/>
                <a:gd name="csY160" fmla="*/ 4300 h 177715"/>
                <a:gd name="csX161" fmla="*/ 64971 w 185836"/>
                <a:gd name="csY161" fmla="*/ 4300 h 177715"/>
                <a:gd name="csX162" fmla="*/ 65927 w 185836"/>
                <a:gd name="csY162" fmla="*/ 4777 h 177715"/>
                <a:gd name="csX163" fmla="*/ 69271 w 185836"/>
                <a:gd name="csY163" fmla="*/ 8599 h 177715"/>
                <a:gd name="csX164" fmla="*/ 71182 w 185836"/>
                <a:gd name="csY164" fmla="*/ 11466 h 177715"/>
                <a:gd name="csX165" fmla="*/ 71659 w 185836"/>
                <a:gd name="csY165" fmla="*/ 12899 h 177715"/>
                <a:gd name="csX166" fmla="*/ 71659 w 185836"/>
                <a:gd name="csY166" fmla="*/ 12899 h 177715"/>
                <a:gd name="csX167" fmla="*/ 72615 w 185836"/>
                <a:gd name="csY167" fmla="*/ 12899 h 177715"/>
                <a:gd name="csX168" fmla="*/ 74048 w 185836"/>
                <a:gd name="csY168" fmla="*/ 12421 h 177715"/>
                <a:gd name="csX169" fmla="*/ 76914 w 185836"/>
                <a:gd name="csY169" fmla="*/ 9077 h 177715"/>
                <a:gd name="csX170" fmla="*/ 77870 w 185836"/>
                <a:gd name="csY170" fmla="*/ 8599 h 177715"/>
                <a:gd name="csX171" fmla="*/ 79781 w 185836"/>
                <a:gd name="csY171" fmla="*/ 7166 h 177715"/>
                <a:gd name="csX172" fmla="*/ 82170 w 185836"/>
                <a:gd name="csY172" fmla="*/ 5733 h 177715"/>
                <a:gd name="csX173" fmla="*/ 84558 w 185836"/>
                <a:gd name="csY173" fmla="*/ 4777 h 177715"/>
                <a:gd name="csX174" fmla="*/ 86947 w 185836"/>
                <a:gd name="csY174" fmla="*/ 3822 h 177715"/>
                <a:gd name="csX175" fmla="*/ 87902 w 185836"/>
                <a:gd name="csY175" fmla="*/ 3822 h 177715"/>
                <a:gd name="csX176" fmla="*/ 89335 w 185836"/>
                <a:gd name="csY176" fmla="*/ 4777 h 177715"/>
                <a:gd name="csX177" fmla="*/ 90291 w 185836"/>
                <a:gd name="csY177" fmla="*/ 5255 h 177715"/>
                <a:gd name="csX178" fmla="*/ 95546 w 185836"/>
                <a:gd name="csY178" fmla="*/ 1433 h 177715"/>
                <a:gd name="csX179" fmla="*/ 97935 w 185836"/>
                <a:gd name="csY179" fmla="*/ 956 h 177715"/>
                <a:gd name="csX180" fmla="*/ 103667 w 185836"/>
                <a:gd name="csY180" fmla="*/ 0 h 177715"/>
                <a:gd name="csX181" fmla="*/ 104623 w 185836"/>
                <a:gd name="csY181" fmla="*/ 478 h 177715"/>
                <a:gd name="csX182" fmla="*/ 104145 w 185836"/>
                <a:gd name="csY182" fmla="*/ 1433 h 177715"/>
                <a:gd name="csX183" fmla="*/ 104145 w 185836"/>
                <a:gd name="csY183" fmla="*/ 2389 h 177715"/>
                <a:gd name="csX184" fmla="*/ 104623 w 185836"/>
                <a:gd name="csY184" fmla="*/ 3822 h 177715"/>
                <a:gd name="csX185" fmla="*/ 105100 w 185836"/>
                <a:gd name="csY185" fmla="*/ 4777 h 177715"/>
                <a:gd name="csX186" fmla="*/ 106534 w 185836"/>
                <a:gd name="csY186" fmla="*/ 6210 h 177715"/>
                <a:gd name="csX187" fmla="*/ 107012 w 185836"/>
                <a:gd name="csY187" fmla="*/ 6688 h 177715"/>
                <a:gd name="csX188" fmla="*/ 108445 w 185836"/>
                <a:gd name="csY188" fmla="*/ 8599 h 177715"/>
                <a:gd name="csX189" fmla="*/ 109400 w 185836"/>
                <a:gd name="csY189" fmla="*/ 10988 h 177715"/>
                <a:gd name="csX190" fmla="*/ 110833 w 185836"/>
                <a:gd name="csY190" fmla="*/ 12421 h 177715"/>
                <a:gd name="csX191" fmla="*/ 114655 w 185836"/>
                <a:gd name="csY191" fmla="*/ 16721 h 177715"/>
                <a:gd name="csX192" fmla="*/ 115133 w 185836"/>
                <a:gd name="csY192" fmla="*/ 18154 h 177715"/>
                <a:gd name="csX193" fmla="*/ 115611 w 185836"/>
                <a:gd name="csY193" fmla="*/ 19587 h 177715"/>
                <a:gd name="csX194" fmla="*/ 118477 w 185836"/>
                <a:gd name="csY194" fmla="*/ 21976 h 177715"/>
                <a:gd name="csX195" fmla="*/ 118477 w 185836"/>
                <a:gd name="csY195" fmla="*/ 22931 h 177715"/>
                <a:gd name="csX196" fmla="*/ 118477 w 185836"/>
                <a:gd name="csY196" fmla="*/ 24842 h 177715"/>
                <a:gd name="csX197" fmla="*/ 120865 w 185836"/>
                <a:gd name="csY197" fmla="*/ 30575 h 177715"/>
                <a:gd name="csX198" fmla="*/ 122776 w 185836"/>
                <a:gd name="csY198" fmla="*/ 33441 h 177715"/>
                <a:gd name="csX199" fmla="*/ 122776 w 185836"/>
                <a:gd name="csY199" fmla="*/ 33441 h 177715"/>
                <a:gd name="csX200" fmla="*/ 124210 w 185836"/>
                <a:gd name="csY200" fmla="*/ 34397 h 177715"/>
                <a:gd name="csX201" fmla="*/ 128987 w 185836"/>
                <a:gd name="csY201" fmla="*/ 37741 h 177715"/>
                <a:gd name="csX202" fmla="*/ 132809 w 185836"/>
                <a:gd name="csY202" fmla="*/ 40607 h 177715"/>
                <a:gd name="csX203" fmla="*/ 137586 w 185836"/>
                <a:gd name="csY203" fmla="*/ 42040 h 177715"/>
                <a:gd name="csX204" fmla="*/ 140930 w 185836"/>
                <a:gd name="csY204" fmla="*/ 43474 h 177715"/>
                <a:gd name="csX205" fmla="*/ 142841 w 185836"/>
                <a:gd name="csY205" fmla="*/ 44429 h 177715"/>
                <a:gd name="csX206" fmla="*/ 143796 w 185836"/>
                <a:gd name="csY206" fmla="*/ 45384 h 177715"/>
                <a:gd name="csX207" fmla="*/ 144274 w 185836"/>
                <a:gd name="csY207" fmla="*/ 46817 h 177715"/>
                <a:gd name="csX208" fmla="*/ 144752 w 185836"/>
                <a:gd name="csY208" fmla="*/ 49684 h 177715"/>
                <a:gd name="csX209" fmla="*/ 144752 w 185836"/>
                <a:gd name="csY209" fmla="*/ 51595 h 177715"/>
                <a:gd name="csX210" fmla="*/ 148574 w 185836"/>
                <a:gd name="csY210" fmla="*/ 51595 h 177715"/>
                <a:gd name="csX211" fmla="*/ 151440 w 185836"/>
                <a:gd name="csY211" fmla="*/ 51595 h 177715"/>
                <a:gd name="csX212" fmla="*/ 152873 w 185836"/>
                <a:gd name="csY212" fmla="*/ 52073 h 177715"/>
                <a:gd name="csX213" fmla="*/ 152873 w 185836"/>
                <a:gd name="csY213" fmla="*/ 52550 h 177715"/>
                <a:gd name="csX214" fmla="*/ 152873 w 185836"/>
                <a:gd name="csY214" fmla="*/ 53983 h 177715"/>
                <a:gd name="csX215" fmla="*/ 152873 w 185836"/>
                <a:gd name="csY215" fmla="*/ 55894 h 177715"/>
                <a:gd name="csX216" fmla="*/ 153351 w 185836"/>
                <a:gd name="csY216" fmla="*/ 57328 h 177715"/>
                <a:gd name="csX217" fmla="*/ 152873 w 185836"/>
                <a:gd name="csY217" fmla="*/ 58761 h 177715"/>
                <a:gd name="csX218" fmla="*/ 152873 w 185836"/>
                <a:gd name="csY218" fmla="*/ 60672 h 177715"/>
                <a:gd name="csX219" fmla="*/ 152396 w 185836"/>
                <a:gd name="csY219" fmla="*/ 63060 h 177715"/>
                <a:gd name="csX220" fmla="*/ 152873 w 185836"/>
                <a:gd name="csY220" fmla="*/ 64016 h 177715"/>
                <a:gd name="csX221" fmla="*/ 156217 w 185836"/>
                <a:gd name="csY221" fmla="*/ 66882 h 177715"/>
                <a:gd name="csX222" fmla="*/ 157173 w 185836"/>
                <a:gd name="csY222" fmla="*/ 68793 h 177715"/>
                <a:gd name="csX223" fmla="*/ 158606 w 185836"/>
                <a:gd name="csY223" fmla="*/ 71659 h 177715"/>
                <a:gd name="csX224" fmla="*/ 159562 w 185836"/>
                <a:gd name="csY224" fmla="*/ 72615 h 177715"/>
                <a:gd name="csX225" fmla="*/ 160039 w 185836"/>
                <a:gd name="csY225" fmla="*/ 73093 h 177715"/>
                <a:gd name="csX226" fmla="*/ 162906 w 185836"/>
                <a:gd name="csY226" fmla="*/ 73093 h 177715"/>
                <a:gd name="csX227" fmla="*/ 169594 w 185836"/>
                <a:gd name="csY227" fmla="*/ 74526 h 177715"/>
                <a:gd name="csX228" fmla="*/ 173894 w 185836"/>
                <a:gd name="csY228" fmla="*/ 75481 h 177715"/>
                <a:gd name="csX229" fmla="*/ 177238 w 185836"/>
                <a:gd name="csY229" fmla="*/ 76437 h 177715"/>
                <a:gd name="csX230" fmla="*/ 178671 w 185836"/>
                <a:gd name="csY230" fmla="*/ 76915 h 177715"/>
                <a:gd name="csX231" fmla="*/ 179626 w 185836"/>
                <a:gd name="csY231" fmla="*/ 77392 h 177715"/>
                <a:gd name="csX232" fmla="*/ 179626 w 185836"/>
                <a:gd name="csY232" fmla="*/ 77392 h 177715"/>
                <a:gd name="csX233" fmla="*/ 179149 w 185836"/>
                <a:gd name="csY233" fmla="*/ 79781 h 177715"/>
                <a:gd name="csX234" fmla="*/ 179149 w 185836"/>
                <a:gd name="csY234" fmla="*/ 80736 h 177715"/>
                <a:gd name="csX235" fmla="*/ 179626 w 185836"/>
                <a:gd name="csY235" fmla="*/ 81692 h 177715"/>
                <a:gd name="csX236" fmla="*/ 180104 w 185836"/>
                <a:gd name="csY236" fmla="*/ 82170 h 177715"/>
                <a:gd name="csX237" fmla="*/ 181060 w 185836"/>
                <a:gd name="csY237" fmla="*/ 82647 h 177715"/>
                <a:gd name="csX238" fmla="*/ 183448 w 185836"/>
                <a:gd name="csY238" fmla="*/ 82647 h 177715"/>
                <a:gd name="csX239" fmla="*/ 185359 w 185836"/>
                <a:gd name="csY239" fmla="*/ 84081 h 177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</a:cxnLst>
              <a:rect l="l" t="t" r="r" b="b"/>
              <a:pathLst>
                <a:path w="185836" h="177715">
                  <a:moveTo>
                    <a:pt x="185359" y="84081"/>
                  </a:moveTo>
                  <a:lnTo>
                    <a:pt x="185837" y="85036"/>
                  </a:lnTo>
                  <a:lnTo>
                    <a:pt x="181537" y="85514"/>
                  </a:lnTo>
                  <a:lnTo>
                    <a:pt x="179149" y="86469"/>
                  </a:lnTo>
                  <a:lnTo>
                    <a:pt x="177715" y="88858"/>
                  </a:lnTo>
                  <a:lnTo>
                    <a:pt x="175805" y="90769"/>
                  </a:lnTo>
                  <a:lnTo>
                    <a:pt x="172938" y="91724"/>
                  </a:lnTo>
                  <a:lnTo>
                    <a:pt x="170072" y="92202"/>
                  </a:lnTo>
                  <a:lnTo>
                    <a:pt x="166728" y="92680"/>
                  </a:lnTo>
                  <a:lnTo>
                    <a:pt x="163383" y="94590"/>
                  </a:lnTo>
                  <a:lnTo>
                    <a:pt x="159562" y="98412"/>
                  </a:lnTo>
                  <a:lnTo>
                    <a:pt x="159562" y="98412"/>
                  </a:lnTo>
                  <a:lnTo>
                    <a:pt x="157651" y="100323"/>
                  </a:lnTo>
                  <a:lnTo>
                    <a:pt x="157651" y="101279"/>
                  </a:lnTo>
                  <a:lnTo>
                    <a:pt x="157173" y="102234"/>
                  </a:lnTo>
                  <a:lnTo>
                    <a:pt x="155262" y="102712"/>
                  </a:lnTo>
                  <a:lnTo>
                    <a:pt x="154307" y="103667"/>
                  </a:lnTo>
                  <a:lnTo>
                    <a:pt x="154307" y="104623"/>
                  </a:lnTo>
                  <a:lnTo>
                    <a:pt x="153351" y="105100"/>
                  </a:lnTo>
                  <a:lnTo>
                    <a:pt x="151918" y="105100"/>
                  </a:lnTo>
                  <a:lnTo>
                    <a:pt x="150962" y="105578"/>
                  </a:lnTo>
                  <a:lnTo>
                    <a:pt x="150962" y="105578"/>
                  </a:lnTo>
                  <a:lnTo>
                    <a:pt x="150485" y="107012"/>
                  </a:lnTo>
                  <a:lnTo>
                    <a:pt x="149051" y="107967"/>
                  </a:lnTo>
                  <a:lnTo>
                    <a:pt x="147141" y="108445"/>
                  </a:lnTo>
                  <a:lnTo>
                    <a:pt x="147141" y="108445"/>
                  </a:lnTo>
                  <a:lnTo>
                    <a:pt x="145230" y="108922"/>
                  </a:lnTo>
                  <a:lnTo>
                    <a:pt x="144274" y="110356"/>
                  </a:lnTo>
                  <a:lnTo>
                    <a:pt x="142841" y="110833"/>
                  </a:lnTo>
                  <a:lnTo>
                    <a:pt x="142364" y="111311"/>
                  </a:lnTo>
                  <a:lnTo>
                    <a:pt x="140930" y="112266"/>
                  </a:lnTo>
                  <a:lnTo>
                    <a:pt x="140930" y="112266"/>
                  </a:lnTo>
                  <a:lnTo>
                    <a:pt x="139019" y="114655"/>
                  </a:lnTo>
                  <a:lnTo>
                    <a:pt x="138542" y="115611"/>
                  </a:lnTo>
                  <a:lnTo>
                    <a:pt x="136153" y="125165"/>
                  </a:lnTo>
                  <a:lnTo>
                    <a:pt x="134719" y="126598"/>
                  </a:lnTo>
                  <a:lnTo>
                    <a:pt x="133287" y="127076"/>
                  </a:lnTo>
                  <a:lnTo>
                    <a:pt x="131853" y="128509"/>
                  </a:lnTo>
                  <a:lnTo>
                    <a:pt x="131853" y="128509"/>
                  </a:lnTo>
                  <a:lnTo>
                    <a:pt x="129465" y="130898"/>
                  </a:lnTo>
                  <a:lnTo>
                    <a:pt x="128509" y="131854"/>
                  </a:lnTo>
                  <a:lnTo>
                    <a:pt x="128509" y="131854"/>
                  </a:lnTo>
                  <a:lnTo>
                    <a:pt x="127076" y="132809"/>
                  </a:lnTo>
                  <a:lnTo>
                    <a:pt x="121821" y="133764"/>
                  </a:lnTo>
                  <a:lnTo>
                    <a:pt x="119910" y="134242"/>
                  </a:lnTo>
                  <a:lnTo>
                    <a:pt x="117521" y="135197"/>
                  </a:lnTo>
                  <a:lnTo>
                    <a:pt x="117044" y="136153"/>
                  </a:lnTo>
                  <a:lnTo>
                    <a:pt x="116566" y="138542"/>
                  </a:lnTo>
                  <a:lnTo>
                    <a:pt x="116566" y="139019"/>
                  </a:lnTo>
                  <a:lnTo>
                    <a:pt x="114655" y="143319"/>
                  </a:lnTo>
                  <a:lnTo>
                    <a:pt x="114655" y="144274"/>
                  </a:lnTo>
                  <a:lnTo>
                    <a:pt x="113700" y="146663"/>
                  </a:lnTo>
                  <a:lnTo>
                    <a:pt x="112744" y="149052"/>
                  </a:lnTo>
                  <a:lnTo>
                    <a:pt x="111311" y="152396"/>
                  </a:lnTo>
                  <a:lnTo>
                    <a:pt x="109878" y="153829"/>
                  </a:lnTo>
                  <a:lnTo>
                    <a:pt x="108445" y="154784"/>
                  </a:lnTo>
                  <a:lnTo>
                    <a:pt x="106534" y="155262"/>
                  </a:lnTo>
                  <a:lnTo>
                    <a:pt x="103667" y="155740"/>
                  </a:lnTo>
                  <a:lnTo>
                    <a:pt x="101279" y="155262"/>
                  </a:lnTo>
                  <a:lnTo>
                    <a:pt x="99846" y="155262"/>
                  </a:lnTo>
                  <a:lnTo>
                    <a:pt x="96979" y="156695"/>
                  </a:lnTo>
                  <a:lnTo>
                    <a:pt x="96979" y="156695"/>
                  </a:lnTo>
                  <a:lnTo>
                    <a:pt x="94590" y="156695"/>
                  </a:lnTo>
                  <a:lnTo>
                    <a:pt x="90769" y="156218"/>
                  </a:lnTo>
                  <a:lnTo>
                    <a:pt x="90769" y="156218"/>
                  </a:lnTo>
                  <a:lnTo>
                    <a:pt x="87902" y="155262"/>
                  </a:lnTo>
                  <a:lnTo>
                    <a:pt x="86469" y="155262"/>
                  </a:lnTo>
                  <a:lnTo>
                    <a:pt x="83603" y="152873"/>
                  </a:lnTo>
                  <a:lnTo>
                    <a:pt x="81692" y="152873"/>
                  </a:lnTo>
                  <a:lnTo>
                    <a:pt x="79303" y="152873"/>
                  </a:lnTo>
                  <a:lnTo>
                    <a:pt x="77870" y="152396"/>
                  </a:lnTo>
                  <a:lnTo>
                    <a:pt x="76437" y="151440"/>
                  </a:lnTo>
                  <a:lnTo>
                    <a:pt x="73093" y="149052"/>
                  </a:lnTo>
                  <a:lnTo>
                    <a:pt x="70226" y="147141"/>
                  </a:lnTo>
                  <a:lnTo>
                    <a:pt x="67838" y="146185"/>
                  </a:lnTo>
                  <a:lnTo>
                    <a:pt x="65449" y="145707"/>
                  </a:lnTo>
                  <a:lnTo>
                    <a:pt x="63060" y="146185"/>
                  </a:lnTo>
                  <a:lnTo>
                    <a:pt x="61149" y="146663"/>
                  </a:lnTo>
                  <a:lnTo>
                    <a:pt x="60194" y="146663"/>
                  </a:lnTo>
                  <a:lnTo>
                    <a:pt x="59239" y="147619"/>
                  </a:lnTo>
                  <a:lnTo>
                    <a:pt x="58761" y="147619"/>
                  </a:lnTo>
                  <a:lnTo>
                    <a:pt x="57328" y="149529"/>
                  </a:lnTo>
                  <a:lnTo>
                    <a:pt x="56372" y="152396"/>
                  </a:lnTo>
                  <a:lnTo>
                    <a:pt x="55894" y="153829"/>
                  </a:lnTo>
                  <a:lnTo>
                    <a:pt x="54461" y="157651"/>
                  </a:lnTo>
                  <a:lnTo>
                    <a:pt x="53028" y="161950"/>
                  </a:lnTo>
                  <a:lnTo>
                    <a:pt x="52073" y="162906"/>
                  </a:lnTo>
                  <a:lnTo>
                    <a:pt x="51117" y="163861"/>
                  </a:lnTo>
                  <a:lnTo>
                    <a:pt x="49684" y="164817"/>
                  </a:lnTo>
                  <a:lnTo>
                    <a:pt x="44429" y="168161"/>
                  </a:lnTo>
                  <a:lnTo>
                    <a:pt x="44429" y="168161"/>
                  </a:lnTo>
                  <a:lnTo>
                    <a:pt x="42040" y="171983"/>
                  </a:lnTo>
                  <a:lnTo>
                    <a:pt x="40129" y="173416"/>
                  </a:lnTo>
                  <a:lnTo>
                    <a:pt x="38218" y="173894"/>
                  </a:lnTo>
                  <a:lnTo>
                    <a:pt x="36785" y="173894"/>
                  </a:lnTo>
                  <a:lnTo>
                    <a:pt x="36307" y="174371"/>
                  </a:lnTo>
                  <a:lnTo>
                    <a:pt x="35830" y="174849"/>
                  </a:lnTo>
                  <a:lnTo>
                    <a:pt x="35830" y="174849"/>
                  </a:lnTo>
                  <a:lnTo>
                    <a:pt x="34874" y="176760"/>
                  </a:lnTo>
                  <a:lnTo>
                    <a:pt x="33919" y="177238"/>
                  </a:lnTo>
                  <a:lnTo>
                    <a:pt x="32963" y="177715"/>
                  </a:lnTo>
                  <a:lnTo>
                    <a:pt x="30097" y="177238"/>
                  </a:lnTo>
                  <a:lnTo>
                    <a:pt x="29141" y="177238"/>
                  </a:lnTo>
                  <a:lnTo>
                    <a:pt x="21498" y="177715"/>
                  </a:lnTo>
                  <a:lnTo>
                    <a:pt x="19587" y="177238"/>
                  </a:lnTo>
                  <a:lnTo>
                    <a:pt x="17676" y="176760"/>
                  </a:lnTo>
                  <a:lnTo>
                    <a:pt x="15765" y="177238"/>
                  </a:lnTo>
                  <a:lnTo>
                    <a:pt x="15287" y="177715"/>
                  </a:lnTo>
                  <a:lnTo>
                    <a:pt x="13854" y="177238"/>
                  </a:lnTo>
                  <a:lnTo>
                    <a:pt x="13376" y="175327"/>
                  </a:lnTo>
                  <a:lnTo>
                    <a:pt x="12899" y="171983"/>
                  </a:lnTo>
                  <a:lnTo>
                    <a:pt x="12899" y="169594"/>
                  </a:lnTo>
                  <a:lnTo>
                    <a:pt x="14332" y="167205"/>
                  </a:lnTo>
                  <a:lnTo>
                    <a:pt x="15287" y="165772"/>
                  </a:lnTo>
                  <a:lnTo>
                    <a:pt x="16721" y="163861"/>
                  </a:lnTo>
                  <a:lnTo>
                    <a:pt x="16721" y="162906"/>
                  </a:lnTo>
                  <a:lnTo>
                    <a:pt x="16721" y="161950"/>
                  </a:lnTo>
                  <a:lnTo>
                    <a:pt x="16243" y="160517"/>
                  </a:lnTo>
                  <a:lnTo>
                    <a:pt x="16243" y="158606"/>
                  </a:lnTo>
                  <a:lnTo>
                    <a:pt x="14332" y="155262"/>
                  </a:lnTo>
                  <a:lnTo>
                    <a:pt x="12421" y="150007"/>
                  </a:lnTo>
                  <a:lnTo>
                    <a:pt x="10032" y="144752"/>
                  </a:lnTo>
                  <a:lnTo>
                    <a:pt x="9077" y="143319"/>
                  </a:lnTo>
                  <a:lnTo>
                    <a:pt x="7166" y="140930"/>
                  </a:lnTo>
                  <a:lnTo>
                    <a:pt x="956" y="136631"/>
                  </a:lnTo>
                  <a:lnTo>
                    <a:pt x="956" y="136631"/>
                  </a:lnTo>
                  <a:lnTo>
                    <a:pt x="0" y="135675"/>
                  </a:lnTo>
                  <a:lnTo>
                    <a:pt x="0" y="135675"/>
                  </a:lnTo>
                  <a:lnTo>
                    <a:pt x="0" y="135675"/>
                  </a:lnTo>
                  <a:lnTo>
                    <a:pt x="0" y="130898"/>
                  </a:lnTo>
                  <a:lnTo>
                    <a:pt x="0" y="125643"/>
                  </a:lnTo>
                  <a:lnTo>
                    <a:pt x="0" y="119910"/>
                  </a:lnTo>
                  <a:lnTo>
                    <a:pt x="0" y="114177"/>
                  </a:lnTo>
                  <a:lnTo>
                    <a:pt x="0" y="108445"/>
                  </a:lnTo>
                  <a:lnTo>
                    <a:pt x="0" y="102712"/>
                  </a:lnTo>
                  <a:lnTo>
                    <a:pt x="0" y="96979"/>
                  </a:lnTo>
                  <a:lnTo>
                    <a:pt x="0" y="91724"/>
                  </a:lnTo>
                  <a:lnTo>
                    <a:pt x="0" y="85991"/>
                  </a:lnTo>
                  <a:lnTo>
                    <a:pt x="0" y="81214"/>
                  </a:lnTo>
                  <a:lnTo>
                    <a:pt x="4300" y="81214"/>
                  </a:lnTo>
                  <a:lnTo>
                    <a:pt x="10032" y="81214"/>
                  </a:lnTo>
                  <a:lnTo>
                    <a:pt x="16721" y="81214"/>
                  </a:lnTo>
                  <a:lnTo>
                    <a:pt x="19587" y="81214"/>
                  </a:lnTo>
                  <a:lnTo>
                    <a:pt x="20065" y="80258"/>
                  </a:lnTo>
                  <a:lnTo>
                    <a:pt x="20065" y="76915"/>
                  </a:lnTo>
                  <a:lnTo>
                    <a:pt x="19587" y="69271"/>
                  </a:lnTo>
                  <a:lnTo>
                    <a:pt x="19587" y="61149"/>
                  </a:lnTo>
                  <a:lnTo>
                    <a:pt x="19587" y="53028"/>
                  </a:lnTo>
                  <a:lnTo>
                    <a:pt x="19587" y="45384"/>
                  </a:lnTo>
                  <a:lnTo>
                    <a:pt x="19587" y="37741"/>
                  </a:lnTo>
                  <a:lnTo>
                    <a:pt x="19587" y="29619"/>
                  </a:lnTo>
                  <a:lnTo>
                    <a:pt x="19587" y="21976"/>
                  </a:lnTo>
                  <a:lnTo>
                    <a:pt x="19587" y="14332"/>
                  </a:lnTo>
                  <a:lnTo>
                    <a:pt x="19587" y="10032"/>
                  </a:lnTo>
                  <a:lnTo>
                    <a:pt x="24842" y="10032"/>
                  </a:lnTo>
                  <a:lnTo>
                    <a:pt x="30575" y="9077"/>
                  </a:lnTo>
                  <a:lnTo>
                    <a:pt x="40129" y="8121"/>
                  </a:lnTo>
                  <a:lnTo>
                    <a:pt x="49206" y="6210"/>
                  </a:lnTo>
                  <a:lnTo>
                    <a:pt x="54939" y="5255"/>
                  </a:lnTo>
                  <a:lnTo>
                    <a:pt x="62105" y="4300"/>
                  </a:lnTo>
                  <a:lnTo>
                    <a:pt x="64016" y="4300"/>
                  </a:lnTo>
                  <a:lnTo>
                    <a:pt x="64971" y="4300"/>
                  </a:lnTo>
                  <a:lnTo>
                    <a:pt x="65927" y="4777"/>
                  </a:lnTo>
                  <a:lnTo>
                    <a:pt x="69271" y="8599"/>
                  </a:lnTo>
                  <a:lnTo>
                    <a:pt x="71182" y="11466"/>
                  </a:lnTo>
                  <a:lnTo>
                    <a:pt x="71659" y="12899"/>
                  </a:lnTo>
                  <a:lnTo>
                    <a:pt x="71659" y="12899"/>
                  </a:lnTo>
                  <a:lnTo>
                    <a:pt x="72615" y="12899"/>
                  </a:lnTo>
                  <a:lnTo>
                    <a:pt x="74048" y="12421"/>
                  </a:lnTo>
                  <a:lnTo>
                    <a:pt x="76914" y="9077"/>
                  </a:lnTo>
                  <a:lnTo>
                    <a:pt x="77870" y="8599"/>
                  </a:lnTo>
                  <a:lnTo>
                    <a:pt x="79781" y="7166"/>
                  </a:lnTo>
                  <a:lnTo>
                    <a:pt x="82170" y="5733"/>
                  </a:lnTo>
                  <a:lnTo>
                    <a:pt x="84558" y="4777"/>
                  </a:lnTo>
                  <a:lnTo>
                    <a:pt x="86947" y="3822"/>
                  </a:lnTo>
                  <a:lnTo>
                    <a:pt x="87902" y="3822"/>
                  </a:lnTo>
                  <a:lnTo>
                    <a:pt x="89335" y="4777"/>
                  </a:lnTo>
                  <a:lnTo>
                    <a:pt x="90291" y="5255"/>
                  </a:lnTo>
                  <a:lnTo>
                    <a:pt x="95546" y="1433"/>
                  </a:lnTo>
                  <a:lnTo>
                    <a:pt x="97935" y="956"/>
                  </a:lnTo>
                  <a:lnTo>
                    <a:pt x="103667" y="0"/>
                  </a:lnTo>
                  <a:lnTo>
                    <a:pt x="104623" y="478"/>
                  </a:lnTo>
                  <a:lnTo>
                    <a:pt x="104145" y="1433"/>
                  </a:lnTo>
                  <a:lnTo>
                    <a:pt x="104145" y="2389"/>
                  </a:lnTo>
                  <a:lnTo>
                    <a:pt x="104623" y="3822"/>
                  </a:lnTo>
                  <a:lnTo>
                    <a:pt x="105100" y="4777"/>
                  </a:lnTo>
                  <a:lnTo>
                    <a:pt x="106534" y="6210"/>
                  </a:lnTo>
                  <a:lnTo>
                    <a:pt x="107012" y="6688"/>
                  </a:lnTo>
                  <a:lnTo>
                    <a:pt x="108445" y="8599"/>
                  </a:lnTo>
                  <a:lnTo>
                    <a:pt x="109400" y="10988"/>
                  </a:lnTo>
                  <a:lnTo>
                    <a:pt x="110833" y="12421"/>
                  </a:lnTo>
                  <a:lnTo>
                    <a:pt x="114655" y="16721"/>
                  </a:lnTo>
                  <a:lnTo>
                    <a:pt x="115133" y="18154"/>
                  </a:lnTo>
                  <a:lnTo>
                    <a:pt x="115611" y="19587"/>
                  </a:lnTo>
                  <a:lnTo>
                    <a:pt x="118477" y="21976"/>
                  </a:lnTo>
                  <a:lnTo>
                    <a:pt x="118477" y="22931"/>
                  </a:lnTo>
                  <a:lnTo>
                    <a:pt x="118477" y="24842"/>
                  </a:lnTo>
                  <a:lnTo>
                    <a:pt x="120865" y="30575"/>
                  </a:lnTo>
                  <a:lnTo>
                    <a:pt x="122776" y="33441"/>
                  </a:lnTo>
                  <a:lnTo>
                    <a:pt x="122776" y="33441"/>
                  </a:lnTo>
                  <a:lnTo>
                    <a:pt x="124210" y="34397"/>
                  </a:lnTo>
                  <a:lnTo>
                    <a:pt x="128987" y="37741"/>
                  </a:lnTo>
                  <a:lnTo>
                    <a:pt x="132809" y="40607"/>
                  </a:lnTo>
                  <a:lnTo>
                    <a:pt x="137586" y="42040"/>
                  </a:lnTo>
                  <a:lnTo>
                    <a:pt x="140930" y="43474"/>
                  </a:lnTo>
                  <a:lnTo>
                    <a:pt x="142841" y="44429"/>
                  </a:lnTo>
                  <a:lnTo>
                    <a:pt x="143796" y="45384"/>
                  </a:lnTo>
                  <a:lnTo>
                    <a:pt x="144274" y="46817"/>
                  </a:lnTo>
                  <a:lnTo>
                    <a:pt x="144752" y="49684"/>
                  </a:lnTo>
                  <a:lnTo>
                    <a:pt x="144752" y="51595"/>
                  </a:lnTo>
                  <a:lnTo>
                    <a:pt x="148574" y="51595"/>
                  </a:lnTo>
                  <a:lnTo>
                    <a:pt x="151440" y="51595"/>
                  </a:lnTo>
                  <a:lnTo>
                    <a:pt x="152873" y="52073"/>
                  </a:lnTo>
                  <a:lnTo>
                    <a:pt x="152873" y="52550"/>
                  </a:lnTo>
                  <a:lnTo>
                    <a:pt x="152873" y="53983"/>
                  </a:lnTo>
                  <a:lnTo>
                    <a:pt x="152873" y="55894"/>
                  </a:lnTo>
                  <a:lnTo>
                    <a:pt x="153351" y="57328"/>
                  </a:lnTo>
                  <a:lnTo>
                    <a:pt x="152873" y="58761"/>
                  </a:lnTo>
                  <a:lnTo>
                    <a:pt x="152873" y="60672"/>
                  </a:lnTo>
                  <a:lnTo>
                    <a:pt x="152396" y="63060"/>
                  </a:lnTo>
                  <a:lnTo>
                    <a:pt x="152873" y="64016"/>
                  </a:lnTo>
                  <a:lnTo>
                    <a:pt x="156217" y="66882"/>
                  </a:lnTo>
                  <a:lnTo>
                    <a:pt x="157173" y="68793"/>
                  </a:lnTo>
                  <a:lnTo>
                    <a:pt x="158606" y="71659"/>
                  </a:lnTo>
                  <a:lnTo>
                    <a:pt x="159562" y="72615"/>
                  </a:lnTo>
                  <a:lnTo>
                    <a:pt x="160039" y="73093"/>
                  </a:lnTo>
                  <a:lnTo>
                    <a:pt x="162906" y="73093"/>
                  </a:lnTo>
                  <a:lnTo>
                    <a:pt x="169594" y="74526"/>
                  </a:lnTo>
                  <a:lnTo>
                    <a:pt x="173894" y="75481"/>
                  </a:lnTo>
                  <a:lnTo>
                    <a:pt x="177238" y="76437"/>
                  </a:lnTo>
                  <a:lnTo>
                    <a:pt x="178671" y="76915"/>
                  </a:lnTo>
                  <a:lnTo>
                    <a:pt x="179626" y="77392"/>
                  </a:lnTo>
                  <a:lnTo>
                    <a:pt x="179626" y="77392"/>
                  </a:lnTo>
                  <a:lnTo>
                    <a:pt x="179149" y="79781"/>
                  </a:lnTo>
                  <a:lnTo>
                    <a:pt x="179149" y="80736"/>
                  </a:lnTo>
                  <a:lnTo>
                    <a:pt x="179626" y="81692"/>
                  </a:lnTo>
                  <a:lnTo>
                    <a:pt x="180104" y="82170"/>
                  </a:lnTo>
                  <a:lnTo>
                    <a:pt x="181060" y="82647"/>
                  </a:lnTo>
                  <a:lnTo>
                    <a:pt x="183448" y="82647"/>
                  </a:lnTo>
                  <a:lnTo>
                    <a:pt x="185359" y="8408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5" name="Freeform 1714">
              <a:extLst>
                <a:ext uri="{FF2B5EF4-FFF2-40B4-BE49-F238E27FC236}">
                  <a16:creationId xmlns:a16="http://schemas.microsoft.com/office/drawing/2014/main" id="{2AE82988-2422-2AB3-89ED-1B1C533557B0}"/>
                </a:ext>
              </a:extLst>
            </p:cNvPr>
            <p:cNvSpPr/>
            <p:nvPr/>
          </p:nvSpPr>
          <p:spPr>
            <a:xfrm>
              <a:off x="6463851" y="3783259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0 w 477"/>
                <a:gd name="csY1" fmla="*/ 1433 h 1433"/>
                <a:gd name="csX2" fmla="*/ 0 w 477"/>
                <a:gd name="csY2" fmla="*/ 1433 h 1433"/>
                <a:gd name="csX3" fmla="*/ 478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6" name="Freeform 1715">
              <a:extLst>
                <a:ext uri="{FF2B5EF4-FFF2-40B4-BE49-F238E27FC236}">
                  <a16:creationId xmlns:a16="http://schemas.microsoft.com/office/drawing/2014/main" id="{8628C044-49C9-2EF7-966A-2214EF211627}"/>
                </a:ext>
              </a:extLst>
            </p:cNvPr>
            <p:cNvSpPr/>
            <p:nvPr/>
          </p:nvSpPr>
          <p:spPr>
            <a:xfrm>
              <a:off x="6460984" y="3747907"/>
              <a:ext cx="1911" cy="7643"/>
            </a:xfrm>
            <a:custGeom>
              <a:avLst/>
              <a:gdLst>
                <a:gd name="csX0" fmla="*/ 1911 w 1911"/>
                <a:gd name="csY0" fmla="*/ 0 h 7643"/>
                <a:gd name="csX1" fmla="*/ 1911 w 1911"/>
                <a:gd name="csY1" fmla="*/ 956 h 7643"/>
                <a:gd name="csX2" fmla="*/ 1433 w 1911"/>
                <a:gd name="csY2" fmla="*/ 2866 h 7643"/>
                <a:gd name="csX3" fmla="*/ 955 w 1911"/>
                <a:gd name="csY3" fmla="*/ 5255 h 7643"/>
                <a:gd name="csX4" fmla="*/ 478 w 1911"/>
                <a:gd name="csY4" fmla="*/ 6688 h 7643"/>
                <a:gd name="csX5" fmla="*/ 478 w 1911"/>
                <a:gd name="csY5" fmla="*/ 7644 h 7643"/>
                <a:gd name="csX6" fmla="*/ 0 w 1911"/>
                <a:gd name="csY6" fmla="*/ 6688 h 7643"/>
                <a:gd name="csX7" fmla="*/ 955 w 1911"/>
                <a:gd name="csY7" fmla="*/ 5255 h 7643"/>
                <a:gd name="csX8" fmla="*/ 1433 w 1911"/>
                <a:gd name="csY8" fmla="*/ 2866 h 7643"/>
                <a:gd name="csX9" fmla="*/ 1911 w 1911"/>
                <a:gd name="csY9" fmla="*/ 956 h 7643"/>
                <a:gd name="csX10" fmla="*/ 1911 w 1911"/>
                <a:gd name="csY10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911" h="7643">
                  <a:moveTo>
                    <a:pt x="1911" y="0"/>
                  </a:moveTo>
                  <a:lnTo>
                    <a:pt x="1911" y="956"/>
                  </a:lnTo>
                  <a:lnTo>
                    <a:pt x="1433" y="2866"/>
                  </a:lnTo>
                  <a:lnTo>
                    <a:pt x="955" y="5255"/>
                  </a:lnTo>
                  <a:lnTo>
                    <a:pt x="478" y="6688"/>
                  </a:lnTo>
                  <a:lnTo>
                    <a:pt x="478" y="7644"/>
                  </a:lnTo>
                  <a:lnTo>
                    <a:pt x="0" y="6688"/>
                  </a:lnTo>
                  <a:lnTo>
                    <a:pt x="955" y="5255"/>
                  </a:lnTo>
                  <a:lnTo>
                    <a:pt x="1433" y="2866"/>
                  </a:lnTo>
                  <a:lnTo>
                    <a:pt x="1911" y="956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7" name="Freeform 1716">
              <a:extLst>
                <a:ext uri="{FF2B5EF4-FFF2-40B4-BE49-F238E27FC236}">
                  <a16:creationId xmlns:a16="http://schemas.microsoft.com/office/drawing/2014/main" id="{EB7CDD07-6C3D-0BE3-BBC4-7AFD46F55BFE}"/>
                </a:ext>
              </a:extLst>
            </p:cNvPr>
            <p:cNvSpPr/>
            <p:nvPr/>
          </p:nvSpPr>
          <p:spPr>
            <a:xfrm>
              <a:off x="6461462" y="3742652"/>
              <a:ext cx="1433" cy="5255"/>
            </a:xfrm>
            <a:custGeom>
              <a:avLst/>
              <a:gdLst>
                <a:gd name="csX0" fmla="*/ 1433 w 1433"/>
                <a:gd name="csY0" fmla="*/ 2389 h 5255"/>
                <a:gd name="csX1" fmla="*/ 1433 w 1433"/>
                <a:gd name="csY1" fmla="*/ 5255 h 5255"/>
                <a:gd name="csX2" fmla="*/ 1433 w 1433"/>
                <a:gd name="csY2" fmla="*/ 2389 h 5255"/>
                <a:gd name="csX3" fmla="*/ 0 w 1433"/>
                <a:gd name="csY3" fmla="*/ 0 h 5255"/>
                <a:gd name="csX4" fmla="*/ 0 w 1433"/>
                <a:gd name="csY4" fmla="*/ 0 h 5255"/>
                <a:gd name="csX5" fmla="*/ 1433 w 1433"/>
                <a:gd name="csY5" fmla="*/ 2389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5255">
                  <a:moveTo>
                    <a:pt x="1433" y="2389"/>
                  </a:moveTo>
                  <a:lnTo>
                    <a:pt x="1433" y="5255"/>
                  </a:lnTo>
                  <a:lnTo>
                    <a:pt x="1433" y="2389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8" name="Freeform 1717">
              <a:extLst>
                <a:ext uri="{FF2B5EF4-FFF2-40B4-BE49-F238E27FC236}">
                  <a16:creationId xmlns:a16="http://schemas.microsoft.com/office/drawing/2014/main" id="{2E04A4AA-8B2A-36C3-D749-093664F3074E}"/>
                </a:ext>
              </a:extLst>
            </p:cNvPr>
            <p:cNvSpPr/>
            <p:nvPr/>
          </p:nvSpPr>
          <p:spPr>
            <a:xfrm>
              <a:off x="6458118" y="5280463"/>
              <a:ext cx="4299" cy="3344"/>
            </a:xfrm>
            <a:custGeom>
              <a:avLst/>
              <a:gdLst>
                <a:gd name="csX0" fmla="*/ 4299 w 4299"/>
                <a:gd name="csY0" fmla="*/ 3344 h 3344"/>
                <a:gd name="csX1" fmla="*/ 1910 w 4299"/>
                <a:gd name="csY1" fmla="*/ 1433 h 3344"/>
                <a:gd name="csX2" fmla="*/ 0 w 4299"/>
                <a:gd name="csY2" fmla="*/ 0 h 3344"/>
                <a:gd name="csX3" fmla="*/ 1910 w 4299"/>
                <a:gd name="csY3" fmla="*/ 1433 h 3344"/>
                <a:gd name="csX4" fmla="*/ 4299 w 4299"/>
                <a:gd name="csY4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3344">
                  <a:moveTo>
                    <a:pt x="4299" y="3344"/>
                  </a:moveTo>
                  <a:lnTo>
                    <a:pt x="1910" y="1433"/>
                  </a:lnTo>
                  <a:lnTo>
                    <a:pt x="0" y="0"/>
                  </a:lnTo>
                  <a:lnTo>
                    <a:pt x="1910" y="1433"/>
                  </a:lnTo>
                  <a:lnTo>
                    <a:pt x="429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9" name="Freeform 1718">
              <a:extLst>
                <a:ext uri="{FF2B5EF4-FFF2-40B4-BE49-F238E27FC236}">
                  <a16:creationId xmlns:a16="http://schemas.microsoft.com/office/drawing/2014/main" id="{8DD2E810-5B14-98B3-9EAC-7B8FAAF8C3F8}"/>
                </a:ext>
              </a:extLst>
            </p:cNvPr>
            <p:cNvSpPr/>
            <p:nvPr/>
          </p:nvSpPr>
          <p:spPr>
            <a:xfrm>
              <a:off x="6400313" y="3893615"/>
              <a:ext cx="59715" cy="48250"/>
            </a:xfrm>
            <a:custGeom>
              <a:avLst/>
              <a:gdLst>
                <a:gd name="csX0" fmla="*/ 59716 w 59715"/>
                <a:gd name="csY0" fmla="*/ 21020 h 48250"/>
                <a:gd name="csX1" fmla="*/ 59238 w 59715"/>
                <a:gd name="csY1" fmla="*/ 21975 h 48250"/>
                <a:gd name="csX2" fmla="*/ 59238 w 59715"/>
                <a:gd name="csY2" fmla="*/ 22931 h 48250"/>
                <a:gd name="csX3" fmla="*/ 58283 w 59715"/>
                <a:gd name="csY3" fmla="*/ 24842 h 48250"/>
                <a:gd name="csX4" fmla="*/ 57805 w 59715"/>
                <a:gd name="csY4" fmla="*/ 26275 h 48250"/>
                <a:gd name="csX5" fmla="*/ 53983 w 59715"/>
                <a:gd name="csY5" fmla="*/ 27230 h 48250"/>
                <a:gd name="csX6" fmla="*/ 44429 w 59715"/>
                <a:gd name="csY6" fmla="*/ 24842 h 48250"/>
                <a:gd name="csX7" fmla="*/ 42040 w 59715"/>
                <a:gd name="csY7" fmla="*/ 24364 h 48250"/>
                <a:gd name="csX8" fmla="*/ 40607 w 59715"/>
                <a:gd name="csY8" fmla="*/ 24842 h 48250"/>
                <a:gd name="csX9" fmla="*/ 37263 w 59715"/>
                <a:gd name="csY9" fmla="*/ 26753 h 48250"/>
                <a:gd name="csX10" fmla="*/ 33441 w 59715"/>
                <a:gd name="csY10" fmla="*/ 26275 h 48250"/>
                <a:gd name="csX11" fmla="*/ 28663 w 59715"/>
                <a:gd name="csY11" fmla="*/ 27230 h 48250"/>
                <a:gd name="csX12" fmla="*/ 27231 w 59715"/>
                <a:gd name="csY12" fmla="*/ 30097 h 48250"/>
                <a:gd name="csX13" fmla="*/ 23886 w 59715"/>
                <a:gd name="csY13" fmla="*/ 33919 h 48250"/>
                <a:gd name="csX14" fmla="*/ 18154 w 59715"/>
                <a:gd name="csY14" fmla="*/ 36785 h 48250"/>
                <a:gd name="csX15" fmla="*/ 14332 w 59715"/>
                <a:gd name="csY15" fmla="*/ 38218 h 48250"/>
                <a:gd name="csX16" fmla="*/ 8121 w 59715"/>
                <a:gd name="csY16" fmla="*/ 43951 h 48250"/>
                <a:gd name="csX17" fmla="*/ 5733 w 59715"/>
                <a:gd name="csY17" fmla="*/ 47295 h 48250"/>
                <a:gd name="csX18" fmla="*/ 4299 w 59715"/>
                <a:gd name="csY18" fmla="*/ 47773 h 48250"/>
                <a:gd name="csX19" fmla="*/ 2867 w 59715"/>
                <a:gd name="csY19" fmla="*/ 48251 h 48250"/>
                <a:gd name="csX20" fmla="*/ 3344 w 59715"/>
                <a:gd name="csY20" fmla="*/ 46817 h 48250"/>
                <a:gd name="csX21" fmla="*/ 4299 w 59715"/>
                <a:gd name="csY21" fmla="*/ 45384 h 48250"/>
                <a:gd name="csX22" fmla="*/ 3822 w 59715"/>
                <a:gd name="csY22" fmla="*/ 44429 h 48250"/>
                <a:gd name="csX23" fmla="*/ 4299 w 59715"/>
                <a:gd name="csY23" fmla="*/ 42518 h 48250"/>
                <a:gd name="csX24" fmla="*/ 6210 w 59715"/>
                <a:gd name="csY24" fmla="*/ 41085 h 48250"/>
                <a:gd name="csX25" fmla="*/ 8121 w 59715"/>
                <a:gd name="csY25" fmla="*/ 39651 h 48250"/>
                <a:gd name="csX26" fmla="*/ 13376 w 59715"/>
                <a:gd name="csY26" fmla="*/ 37263 h 48250"/>
                <a:gd name="csX27" fmla="*/ 14810 w 59715"/>
                <a:gd name="csY27" fmla="*/ 35352 h 48250"/>
                <a:gd name="csX28" fmla="*/ 10510 w 59715"/>
                <a:gd name="csY28" fmla="*/ 35352 h 48250"/>
                <a:gd name="csX29" fmla="*/ 6210 w 59715"/>
                <a:gd name="csY29" fmla="*/ 35830 h 48250"/>
                <a:gd name="csX30" fmla="*/ 3344 w 59715"/>
                <a:gd name="csY30" fmla="*/ 35352 h 48250"/>
                <a:gd name="csX31" fmla="*/ 956 w 59715"/>
                <a:gd name="csY31" fmla="*/ 35830 h 48250"/>
                <a:gd name="csX32" fmla="*/ 478 w 59715"/>
                <a:gd name="csY32" fmla="*/ 33919 h 48250"/>
                <a:gd name="csX33" fmla="*/ 0 w 59715"/>
                <a:gd name="csY33" fmla="*/ 32963 h 48250"/>
                <a:gd name="csX34" fmla="*/ 478 w 59715"/>
                <a:gd name="csY34" fmla="*/ 32486 h 48250"/>
                <a:gd name="csX35" fmla="*/ 1433 w 59715"/>
                <a:gd name="csY35" fmla="*/ 32486 h 48250"/>
                <a:gd name="csX36" fmla="*/ 2388 w 59715"/>
                <a:gd name="csY36" fmla="*/ 30575 h 48250"/>
                <a:gd name="csX37" fmla="*/ 3822 w 59715"/>
                <a:gd name="csY37" fmla="*/ 29141 h 48250"/>
                <a:gd name="csX38" fmla="*/ 5733 w 59715"/>
                <a:gd name="csY38" fmla="*/ 27708 h 48250"/>
                <a:gd name="csX39" fmla="*/ 5733 w 59715"/>
                <a:gd name="csY39" fmla="*/ 27230 h 48250"/>
                <a:gd name="csX40" fmla="*/ 6210 w 59715"/>
                <a:gd name="csY40" fmla="*/ 26275 h 48250"/>
                <a:gd name="csX41" fmla="*/ 6210 w 59715"/>
                <a:gd name="csY41" fmla="*/ 25320 h 48250"/>
                <a:gd name="csX42" fmla="*/ 5733 w 59715"/>
                <a:gd name="csY42" fmla="*/ 24842 h 48250"/>
                <a:gd name="csX43" fmla="*/ 5733 w 59715"/>
                <a:gd name="csY43" fmla="*/ 23886 h 48250"/>
                <a:gd name="csX44" fmla="*/ 5733 w 59715"/>
                <a:gd name="csY44" fmla="*/ 22931 h 48250"/>
                <a:gd name="csX45" fmla="*/ 5733 w 59715"/>
                <a:gd name="csY45" fmla="*/ 20542 h 48250"/>
                <a:gd name="csX46" fmla="*/ 9554 w 59715"/>
                <a:gd name="csY46" fmla="*/ 18154 h 48250"/>
                <a:gd name="csX47" fmla="*/ 10988 w 59715"/>
                <a:gd name="csY47" fmla="*/ 17676 h 48250"/>
                <a:gd name="csX48" fmla="*/ 10988 w 59715"/>
                <a:gd name="csY48" fmla="*/ 17676 h 48250"/>
                <a:gd name="csX49" fmla="*/ 10988 w 59715"/>
                <a:gd name="csY49" fmla="*/ 17676 h 48250"/>
                <a:gd name="csX50" fmla="*/ 11465 w 59715"/>
                <a:gd name="csY50" fmla="*/ 16721 h 48250"/>
                <a:gd name="csX51" fmla="*/ 10988 w 59715"/>
                <a:gd name="csY51" fmla="*/ 13854 h 48250"/>
                <a:gd name="csX52" fmla="*/ 10510 w 59715"/>
                <a:gd name="csY52" fmla="*/ 11943 h 48250"/>
                <a:gd name="csX53" fmla="*/ 10032 w 59715"/>
                <a:gd name="csY53" fmla="*/ 11943 h 48250"/>
                <a:gd name="csX54" fmla="*/ 9077 w 59715"/>
                <a:gd name="csY54" fmla="*/ 10988 h 48250"/>
                <a:gd name="csX55" fmla="*/ 8121 w 59715"/>
                <a:gd name="csY55" fmla="*/ 10510 h 48250"/>
                <a:gd name="csX56" fmla="*/ 8121 w 59715"/>
                <a:gd name="csY56" fmla="*/ 10510 h 48250"/>
                <a:gd name="csX57" fmla="*/ 7166 w 59715"/>
                <a:gd name="csY57" fmla="*/ 9555 h 48250"/>
                <a:gd name="csX58" fmla="*/ 5255 w 59715"/>
                <a:gd name="csY58" fmla="*/ 9077 h 48250"/>
                <a:gd name="csX59" fmla="*/ 5255 w 59715"/>
                <a:gd name="csY59" fmla="*/ 8599 h 48250"/>
                <a:gd name="csX60" fmla="*/ 5255 w 59715"/>
                <a:gd name="csY60" fmla="*/ 8121 h 48250"/>
                <a:gd name="csX61" fmla="*/ 5733 w 59715"/>
                <a:gd name="csY61" fmla="*/ 7644 h 48250"/>
                <a:gd name="csX62" fmla="*/ 6210 w 59715"/>
                <a:gd name="csY62" fmla="*/ 7166 h 48250"/>
                <a:gd name="csX63" fmla="*/ 9077 w 59715"/>
                <a:gd name="csY63" fmla="*/ 6210 h 48250"/>
                <a:gd name="csX64" fmla="*/ 9554 w 59715"/>
                <a:gd name="csY64" fmla="*/ 5733 h 48250"/>
                <a:gd name="csX65" fmla="*/ 10032 w 59715"/>
                <a:gd name="csY65" fmla="*/ 4777 h 48250"/>
                <a:gd name="csX66" fmla="*/ 10510 w 59715"/>
                <a:gd name="csY66" fmla="*/ 3344 h 48250"/>
                <a:gd name="csX67" fmla="*/ 11465 w 59715"/>
                <a:gd name="csY67" fmla="*/ 2866 h 48250"/>
                <a:gd name="csX68" fmla="*/ 12421 w 59715"/>
                <a:gd name="csY68" fmla="*/ 3344 h 48250"/>
                <a:gd name="csX69" fmla="*/ 14810 w 59715"/>
                <a:gd name="csY69" fmla="*/ 2866 h 48250"/>
                <a:gd name="csX70" fmla="*/ 16720 w 59715"/>
                <a:gd name="csY70" fmla="*/ 2389 h 48250"/>
                <a:gd name="csX71" fmla="*/ 18154 w 59715"/>
                <a:gd name="csY71" fmla="*/ 1433 h 48250"/>
                <a:gd name="csX72" fmla="*/ 19109 w 59715"/>
                <a:gd name="csY72" fmla="*/ 955 h 48250"/>
                <a:gd name="csX73" fmla="*/ 22931 w 59715"/>
                <a:gd name="csY73" fmla="*/ 478 h 48250"/>
                <a:gd name="csX74" fmla="*/ 23886 w 59715"/>
                <a:gd name="csY74" fmla="*/ 0 h 48250"/>
                <a:gd name="csX75" fmla="*/ 24842 w 59715"/>
                <a:gd name="csY75" fmla="*/ 478 h 48250"/>
                <a:gd name="csX76" fmla="*/ 26275 w 59715"/>
                <a:gd name="csY76" fmla="*/ 1433 h 48250"/>
                <a:gd name="csX77" fmla="*/ 28186 w 59715"/>
                <a:gd name="csY77" fmla="*/ 3344 h 48250"/>
                <a:gd name="csX78" fmla="*/ 29619 w 59715"/>
                <a:gd name="csY78" fmla="*/ 4299 h 48250"/>
                <a:gd name="csX79" fmla="*/ 30575 w 59715"/>
                <a:gd name="csY79" fmla="*/ 3822 h 48250"/>
                <a:gd name="csX80" fmla="*/ 32008 w 59715"/>
                <a:gd name="csY80" fmla="*/ 3344 h 48250"/>
                <a:gd name="csX81" fmla="*/ 33441 w 59715"/>
                <a:gd name="csY81" fmla="*/ 3344 h 48250"/>
                <a:gd name="csX82" fmla="*/ 34874 w 59715"/>
                <a:gd name="csY82" fmla="*/ 3344 h 48250"/>
                <a:gd name="csX83" fmla="*/ 35352 w 59715"/>
                <a:gd name="csY83" fmla="*/ 2866 h 48250"/>
                <a:gd name="csX84" fmla="*/ 36308 w 59715"/>
                <a:gd name="csY84" fmla="*/ 2389 h 48250"/>
                <a:gd name="csX85" fmla="*/ 39174 w 59715"/>
                <a:gd name="csY85" fmla="*/ 2866 h 48250"/>
                <a:gd name="csX86" fmla="*/ 38696 w 59715"/>
                <a:gd name="csY86" fmla="*/ 5733 h 48250"/>
                <a:gd name="csX87" fmla="*/ 39651 w 59715"/>
                <a:gd name="csY87" fmla="*/ 8599 h 48250"/>
                <a:gd name="csX88" fmla="*/ 42518 w 59715"/>
                <a:gd name="csY88" fmla="*/ 12898 h 48250"/>
                <a:gd name="csX89" fmla="*/ 45384 w 59715"/>
                <a:gd name="csY89" fmla="*/ 15287 h 48250"/>
                <a:gd name="csX90" fmla="*/ 57327 w 59715"/>
                <a:gd name="csY90" fmla="*/ 20542 h 48250"/>
                <a:gd name="csX91" fmla="*/ 59716 w 59715"/>
                <a:gd name="csY91" fmla="*/ 21020 h 48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59715" h="48250">
                  <a:moveTo>
                    <a:pt x="59716" y="21020"/>
                  </a:moveTo>
                  <a:lnTo>
                    <a:pt x="59238" y="21975"/>
                  </a:lnTo>
                  <a:lnTo>
                    <a:pt x="59238" y="22931"/>
                  </a:lnTo>
                  <a:lnTo>
                    <a:pt x="58283" y="24842"/>
                  </a:lnTo>
                  <a:lnTo>
                    <a:pt x="57805" y="26275"/>
                  </a:lnTo>
                  <a:lnTo>
                    <a:pt x="53983" y="27230"/>
                  </a:lnTo>
                  <a:lnTo>
                    <a:pt x="44429" y="24842"/>
                  </a:lnTo>
                  <a:lnTo>
                    <a:pt x="42040" y="24364"/>
                  </a:lnTo>
                  <a:lnTo>
                    <a:pt x="40607" y="24842"/>
                  </a:lnTo>
                  <a:lnTo>
                    <a:pt x="37263" y="26753"/>
                  </a:lnTo>
                  <a:lnTo>
                    <a:pt x="33441" y="26275"/>
                  </a:lnTo>
                  <a:lnTo>
                    <a:pt x="28663" y="27230"/>
                  </a:lnTo>
                  <a:lnTo>
                    <a:pt x="27231" y="30097"/>
                  </a:lnTo>
                  <a:lnTo>
                    <a:pt x="23886" y="33919"/>
                  </a:lnTo>
                  <a:lnTo>
                    <a:pt x="18154" y="36785"/>
                  </a:lnTo>
                  <a:lnTo>
                    <a:pt x="14332" y="38218"/>
                  </a:lnTo>
                  <a:lnTo>
                    <a:pt x="8121" y="43951"/>
                  </a:lnTo>
                  <a:lnTo>
                    <a:pt x="5733" y="47295"/>
                  </a:lnTo>
                  <a:lnTo>
                    <a:pt x="4299" y="47773"/>
                  </a:lnTo>
                  <a:lnTo>
                    <a:pt x="2867" y="48251"/>
                  </a:lnTo>
                  <a:lnTo>
                    <a:pt x="3344" y="46817"/>
                  </a:lnTo>
                  <a:lnTo>
                    <a:pt x="4299" y="45384"/>
                  </a:lnTo>
                  <a:lnTo>
                    <a:pt x="3822" y="44429"/>
                  </a:lnTo>
                  <a:lnTo>
                    <a:pt x="4299" y="42518"/>
                  </a:lnTo>
                  <a:lnTo>
                    <a:pt x="6210" y="41085"/>
                  </a:lnTo>
                  <a:lnTo>
                    <a:pt x="8121" y="39651"/>
                  </a:lnTo>
                  <a:lnTo>
                    <a:pt x="13376" y="37263"/>
                  </a:lnTo>
                  <a:lnTo>
                    <a:pt x="14810" y="35352"/>
                  </a:lnTo>
                  <a:lnTo>
                    <a:pt x="10510" y="35352"/>
                  </a:lnTo>
                  <a:lnTo>
                    <a:pt x="6210" y="35830"/>
                  </a:lnTo>
                  <a:lnTo>
                    <a:pt x="3344" y="35352"/>
                  </a:lnTo>
                  <a:lnTo>
                    <a:pt x="956" y="35830"/>
                  </a:lnTo>
                  <a:lnTo>
                    <a:pt x="478" y="33919"/>
                  </a:lnTo>
                  <a:lnTo>
                    <a:pt x="0" y="32963"/>
                  </a:lnTo>
                  <a:lnTo>
                    <a:pt x="478" y="32486"/>
                  </a:lnTo>
                  <a:lnTo>
                    <a:pt x="1433" y="32486"/>
                  </a:lnTo>
                  <a:lnTo>
                    <a:pt x="2388" y="30575"/>
                  </a:lnTo>
                  <a:lnTo>
                    <a:pt x="3822" y="29141"/>
                  </a:lnTo>
                  <a:lnTo>
                    <a:pt x="5733" y="27708"/>
                  </a:lnTo>
                  <a:lnTo>
                    <a:pt x="5733" y="27230"/>
                  </a:lnTo>
                  <a:lnTo>
                    <a:pt x="6210" y="26275"/>
                  </a:lnTo>
                  <a:lnTo>
                    <a:pt x="6210" y="25320"/>
                  </a:lnTo>
                  <a:lnTo>
                    <a:pt x="5733" y="24842"/>
                  </a:lnTo>
                  <a:lnTo>
                    <a:pt x="5733" y="23886"/>
                  </a:lnTo>
                  <a:lnTo>
                    <a:pt x="5733" y="22931"/>
                  </a:lnTo>
                  <a:lnTo>
                    <a:pt x="5733" y="20542"/>
                  </a:lnTo>
                  <a:lnTo>
                    <a:pt x="9554" y="18154"/>
                  </a:lnTo>
                  <a:lnTo>
                    <a:pt x="10988" y="17676"/>
                  </a:lnTo>
                  <a:lnTo>
                    <a:pt x="10988" y="17676"/>
                  </a:lnTo>
                  <a:lnTo>
                    <a:pt x="10988" y="17676"/>
                  </a:lnTo>
                  <a:lnTo>
                    <a:pt x="11465" y="16721"/>
                  </a:lnTo>
                  <a:lnTo>
                    <a:pt x="10988" y="13854"/>
                  </a:lnTo>
                  <a:lnTo>
                    <a:pt x="10510" y="11943"/>
                  </a:lnTo>
                  <a:lnTo>
                    <a:pt x="10032" y="11943"/>
                  </a:lnTo>
                  <a:lnTo>
                    <a:pt x="9077" y="10988"/>
                  </a:lnTo>
                  <a:lnTo>
                    <a:pt x="8121" y="10510"/>
                  </a:lnTo>
                  <a:lnTo>
                    <a:pt x="8121" y="10510"/>
                  </a:lnTo>
                  <a:lnTo>
                    <a:pt x="7166" y="9555"/>
                  </a:lnTo>
                  <a:lnTo>
                    <a:pt x="5255" y="9077"/>
                  </a:lnTo>
                  <a:lnTo>
                    <a:pt x="5255" y="8599"/>
                  </a:lnTo>
                  <a:lnTo>
                    <a:pt x="5255" y="8121"/>
                  </a:lnTo>
                  <a:lnTo>
                    <a:pt x="5733" y="7644"/>
                  </a:lnTo>
                  <a:lnTo>
                    <a:pt x="6210" y="7166"/>
                  </a:lnTo>
                  <a:lnTo>
                    <a:pt x="9077" y="6210"/>
                  </a:lnTo>
                  <a:lnTo>
                    <a:pt x="9554" y="5733"/>
                  </a:lnTo>
                  <a:lnTo>
                    <a:pt x="10032" y="4777"/>
                  </a:lnTo>
                  <a:lnTo>
                    <a:pt x="10510" y="3344"/>
                  </a:lnTo>
                  <a:lnTo>
                    <a:pt x="11465" y="2866"/>
                  </a:lnTo>
                  <a:lnTo>
                    <a:pt x="12421" y="3344"/>
                  </a:lnTo>
                  <a:lnTo>
                    <a:pt x="14810" y="2866"/>
                  </a:lnTo>
                  <a:lnTo>
                    <a:pt x="16720" y="2389"/>
                  </a:lnTo>
                  <a:lnTo>
                    <a:pt x="18154" y="1433"/>
                  </a:lnTo>
                  <a:lnTo>
                    <a:pt x="19109" y="955"/>
                  </a:lnTo>
                  <a:lnTo>
                    <a:pt x="22931" y="478"/>
                  </a:lnTo>
                  <a:lnTo>
                    <a:pt x="23886" y="0"/>
                  </a:lnTo>
                  <a:lnTo>
                    <a:pt x="24842" y="478"/>
                  </a:lnTo>
                  <a:lnTo>
                    <a:pt x="26275" y="1433"/>
                  </a:lnTo>
                  <a:lnTo>
                    <a:pt x="28186" y="3344"/>
                  </a:lnTo>
                  <a:lnTo>
                    <a:pt x="29619" y="4299"/>
                  </a:lnTo>
                  <a:lnTo>
                    <a:pt x="30575" y="3822"/>
                  </a:lnTo>
                  <a:lnTo>
                    <a:pt x="32008" y="3344"/>
                  </a:lnTo>
                  <a:lnTo>
                    <a:pt x="33441" y="3344"/>
                  </a:lnTo>
                  <a:lnTo>
                    <a:pt x="34874" y="3344"/>
                  </a:lnTo>
                  <a:lnTo>
                    <a:pt x="35352" y="2866"/>
                  </a:lnTo>
                  <a:lnTo>
                    <a:pt x="36308" y="2389"/>
                  </a:lnTo>
                  <a:lnTo>
                    <a:pt x="39174" y="2866"/>
                  </a:lnTo>
                  <a:lnTo>
                    <a:pt x="38696" y="5733"/>
                  </a:lnTo>
                  <a:lnTo>
                    <a:pt x="39651" y="8599"/>
                  </a:lnTo>
                  <a:lnTo>
                    <a:pt x="42518" y="12898"/>
                  </a:lnTo>
                  <a:lnTo>
                    <a:pt x="45384" y="15287"/>
                  </a:lnTo>
                  <a:lnTo>
                    <a:pt x="57327" y="20542"/>
                  </a:lnTo>
                  <a:lnTo>
                    <a:pt x="59716" y="2102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0" name="Freeform 1719">
              <a:extLst>
                <a:ext uri="{FF2B5EF4-FFF2-40B4-BE49-F238E27FC236}">
                  <a16:creationId xmlns:a16="http://schemas.microsoft.com/office/drawing/2014/main" id="{951FEFDD-E311-C86C-6171-E84E8E443116}"/>
                </a:ext>
              </a:extLst>
            </p:cNvPr>
            <p:cNvSpPr/>
            <p:nvPr/>
          </p:nvSpPr>
          <p:spPr>
            <a:xfrm>
              <a:off x="6458596" y="3640418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478 w 477"/>
                <a:gd name="csY2" fmla="*/ 0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1" name="Freeform 1720">
              <a:extLst>
                <a:ext uri="{FF2B5EF4-FFF2-40B4-BE49-F238E27FC236}">
                  <a16:creationId xmlns:a16="http://schemas.microsoft.com/office/drawing/2014/main" id="{00D00EF3-2D80-EE56-90A0-F113F12E1F1A}"/>
                </a:ext>
              </a:extLst>
            </p:cNvPr>
            <p:cNvSpPr/>
            <p:nvPr/>
          </p:nvSpPr>
          <p:spPr>
            <a:xfrm>
              <a:off x="6454296" y="3738352"/>
              <a:ext cx="3822" cy="5255"/>
            </a:xfrm>
            <a:custGeom>
              <a:avLst/>
              <a:gdLst>
                <a:gd name="csX0" fmla="*/ 2866 w 3822"/>
                <a:gd name="csY0" fmla="*/ 4777 h 5255"/>
                <a:gd name="csX1" fmla="*/ 3822 w 3822"/>
                <a:gd name="csY1" fmla="*/ 5255 h 5255"/>
                <a:gd name="csX2" fmla="*/ 2866 w 3822"/>
                <a:gd name="csY2" fmla="*/ 4777 h 5255"/>
                <a:gd name="csX3" fmla="*/ 1911 w 3822"/>
                <a:gd name="csY3" fmla="*/ 3344 h 5255"/>
                <a:gd name="csX4" fmla="*/ 0 w 3822"/>
                <a:gd name="csY4" fmla="*/ 0 h 5255"/>
                <a:gd name="csX5" fmla="*/ 0 w 3822"/>
                <a:gd name="csY5" fmla="*/ 0 h 5255"/>
                <a:gd name="csX6" fmla="*/ 1911 w 3822"/>
                <a:gd name="csY6" fmla="*/ 3344 h 5255"/>
                <a:gd name="csX7" fmla="*/ 2866 w 3822"/>
                <a:gd name="csY7" fmla="*/ 4777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2" h="5255">
                  <a:moveTo>
                    <a:pt x="2866" y="4777"/>
                  </a:moveTo>
                  <a:lnTo>
                    <a:pt x="3822" y="5255"/>
                  </a:lnTo>
                  <a:lnTo>
                    <a:pt x="2866" y="4777"/>
                  </a:lnTo>
                  <a:lnTo>
                    <a:pt x="1911" y="33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3344"/>
                  </a:lnTo>
                  <a:lnTo>
                    <a:pt x="286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2" name="Freeform 1721">
              <a:extLst>
                <a:ext uri="{FF2B5EF4-FFF2-40B4-BE49-F238E27FC236}">
                  <a16:creationId xmlns:a16="http://schemas.microsoft.com/office/drawing/2014/main" id="{D82090FD-1327-A1E0-DB4B-046BF0CAFD0A}"/>
                </a:ext>
              </a:extLst>
            </p:cNvPr>
            <p:cNvSpPr/>
            <p:nvPr/>
          </p:nvSpPr>
          <p:spPr>
            <a:xfrm>
              <a:off x="6454774" y="3641851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956 w 2388"/>
                <a:gd name="csY1" fmla="*/ 478 h 1433"/>
                <a:gd name="csX2" fmla="*/ 0 w 2388"/>
                <a:gd name="csY2" fmla="*/ 1433 h 1433"/>
                <a:gd name="csX3" fmla="*/ 956 w 2388"/>
                <a:gd name="csY3" fmla="*/ 478 h 1433"/>
                <a:gd name="csX4" fmla="*/ 2389 w 2388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956" y="478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3" name="Freeform 1722">
              <a:extLst>
                <a:ext uri="{FF2B5EF4-FFF2-40B4-BE49-F238E27FC236}">
                  <a16:creationId xmlns:a16="http://schemas.microsoft.com/office/drawing/2014/main" id="{558EEE06-BBE7-88C8-EFBA-7D3BE02DE3B7}"/>
                </a:ext>
              </a:extLst>
            </p:cNvPr>
            <p:cNvSpPr/>
            <p:nvPr/>
          </p:nvSpPr>
          <p:spPr>
            <a:xfrm>
              <a:off x="6454774" y="3812878"/>
              <a:ext cx="1911" cy="477"/>
            </a:xfrm>
            <a:custGeom>
              <a:avLst/>
              <a:gdLst>
                <a:gd name="csX0" fmla="*/ 478 w 1911"/>
                <a:gd name="csY0" fmla="*/ 0 h 477"/>
                <a:gd name="csX1" fmla="*/ 1911 w 1911"/>
                <a:gd name="csY1" fmla="*/ 478 h 477"/>
                <a:gd name="csX2" fmla="*/ 478 w 1911"/>
                <a:gd name="csY2" fmla="*/ 0 h 477"/>
                <a:gd name="csX3" fmla="*/ 0 w 1911"/>
                <a:gd name="csY3" fmla="*/ 0 h 477"/>
                <a:gd name="csX4" fmla="*/ 478 w 1911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477">
                  <a:moveTo>
                    <a:pt x="478" y="0"/>
                  </a:moveTo>
                  <a:lnTo>
                    <a:pt x="1911" y="478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4" name="Freeform 1723">
              <a:extLst>
                <a:ext uri="{FF2B5EF4-FFF2-40B4-BE49-F238E27FC236}">
                  <a16:creationId xmlns:a16="http://schemas.microsoft.com/office/drawing/2014/main" id="{8432CFB3-C847-784F-A305-3B43CFECCFFE}"/>
                </a:ext>
              </a:extLst>
            </p:cNvPr>
            <p:cNvSpPr/>
            <p:nvPr/>
          </p:nvSpPr>
          <p:spPr>
            <a:xfrm>
              <a:off x="6453341" y="3796635"/>
              <a:ext cx="477" cy="1911"/>
            </a:xfrm>
            <a:custGeom>
              <a:avLst/>
              <a:gdLst>
                <a:gd name="csX0" fmla="*/ 478 w 477"/>
                <a:gd name="csY0" fmla="*/ 0 h 1911"/>
                <a:gd name="csX1" fmla="*/ 0 w 477"/>
                <a:gd name="csY1" fmla="*/ 1911 h 1911"/>
                <a:gd name="csX2" fmla="*/ 478 w 477"/>
                <a:gd name="csY2" fmla="*/ 0 h 1911"/>
                <a:gd name="csX3" fmla="*/ 478 w 477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1">
                  <a:moveTo>
                    <a:pt x="478" y="0"/>
                  </a:moveTo>
                  <a:lnTo>
                    <a:pt x="0" y="1911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5" name="Freeform 1724">
              <a:extLst>
                <a:ext uri="{FF2B5EF4-FFF2-40B4-BE49-F238E27FC236}">
                  <a16:creationId xmlns:a16="http://schemas.microsoft.com/office/drawing/2014/main" id="{3C7B3C2A-2628-11F9-8D2B-22A1A1B5F299}"/>
                </a:ext>
              </a:extLst>
            </p:cNvPr>
            <p:cNvSpPr/>
            <p:nvPr/>
          </p:nvSpPr>
          <p:spPr>
            <a:xfrm>
              <a:off x="6448085" y="2990706"/>
              <a:ext cx="4777" cy="477"/>
            </a:xfrm>
            <a:custGeom>
              <a:avLst/>
              <a:gdLst>
                <a:gd name="csX0" fmla="*/ 4777 w 4777"/>
                <a:gd name="csY0" fmla="*/ 478 h 477"/>
                <a:gd name="csX1" fmla="*/ 4777 w 4777"/>
                <a:gd name="csY1" fmla="*/ 478 h 477"/>
                <a:gd name="csX2" fmla="*/ 0 w 4777"/>
                <a:gd name="csY2" fmla="*/ 0 h 477"/>
                <a:gd name="csX3" fmla="*/ 0 w 4777"/>
                <a:gd name="csY3" fmla="*/ 0 h 477"/>
                <a:gd name="csX4" fmla="*/ 4777 w 4777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477">
                  <a:moveTo>
                    <a:pt x="4777" y="478"/>
                  </a:moveTo>
                  <a:lnTo>
                    <a:pt x="4777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6" name="Freeform 1725">
              <a:extLst>
                <a:ext uri="{FF2B5EF4-FFF2-40B4-BE49-F238E27FC236}">
                  <a16:creationId xmlns:a16="http://schemas.microsoft.com/office/drawing/2014/main" id="{16864332-97F0-53B7-49D3-4CC221D46D5A}"/>
                </a:ext>
              </a:extLst>
            </p:cNvPr>
            <p:cNvSpPr/>
            <p:nvPr/>
          </p:nvSpPr>
          <p:spPr>
            <a:xfrm>
              <a:off x="6444741" y="3502354"/>
              <a:ext cx="6688" cy="955"/>
            </a:xfrm>
            <a:custGeom>
              <a:avLst/>
              <a:gdLst>
                <a:gd name="csX0" fmla="*/ 6688 w 6688"/>
                <a:gd name="csY0" fmla="*/ 956 h 955"/>
                <a:gd name="csX1" fmla="*/ 6688 w 6688"/>
                <a:gd name="csY1" fmla="*/ 956 h 955"/>
                <a:gd name="csX2" fmla="*/ 5733 w 6688"/>
                <a:gd name="csY2" fmla="*/ 0 h 955"/>
                <a:gd name="csX3" fmla="*/ 2389 w 6688"/>
                <a:gd name="csY3" fmla="*/ 0 h 955"/>
                <a:gd name="csX4" fmla="*/ 1911 w 6688"/>
                <a:gd name="csY4" fmla="*/ 0 h 955"/>
                <a:gd name="csX5" fmla="*/ 478 w 6688"/>
                <a:gd name="csY5" fmla="*/ 956 h 955"/>
                <a:gd name="csX6" fmla="*/ 0 w 6688"/>
                <a:gd name="csY6" fmla="*/ 956 h 955"/>
                <a:gd name="csX7" fmla="*/ 0 w 6688"/>
                <a:gd name="csY7" fmla="*/ 956 h 955"/>
                <a:gd name="csX8" fmla="*/ 478 w 6688"/>
                <a:gd name="csY8" fmla="*/ 956 h 955"/>
                <a:gd name="csX9" fmla="*/ 1911 w 6688"/>
                <a:gd name="csY9" fmla="*/ 0 h 955"/>
                <a:gd name="csX10" fmla="*/ 2389 w 6688"/>
                <a:gd name="csY10" fmla="*/ 0 h 955"/>
                <a:gd name="csX11" fmla="*/ 5255 w 6688"/>
                <a:gd name="csY11" fmla="*/ 0 h 955"/>
                <a:gd name="csX12" fmla="*/ 6688 w 6688"/>
                <a:gd name="csY1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688" h="955">
                  <a:moveTo>
                    <a:pt x="6688" y="956"/>
                  </a:moveTo>
                  <a:lnTo>
                    <a:pt x="6688" y="956"/>
                  </a:lnTo>
                  <a:lnTo>
                    <a:pt x="5733" y="0"/>
                  </a:lnTo>
                  <a:lnTo>
                    <a:pt x="2389" y="0"/>
                  </a:lnTo>
                  <a:lnTo>
                    <a:pt x="1911" y="0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478" y="956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5255" y="0"/>
                  </a:lnTo>
                  <a:lnTo>
                    <a:pt x="668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7" name="Freeform 1726">
              <a:extLst>
                <a:ext uri="{FF2B5EF4-FFF2-40B4-BE49-F238E27FC236}">
                  <a16:creationId xmlns:a16="http://schemas.microsoft.com/office/drawing/2014/main" id="{84400E8C-F3CB-1A92-8F01-7064DE2A74D5}"/>
                </a:ext>
              </a:extLst>
            </p:cNvPr>
            <p:cNvSpPr/>
            <p:nvPr/>
          </p:nvSpPr>
          <p:spPr>
            <a:xfrm>
              <a:off x="6443786" y="5274253"/>
              <a:ext cx="7643" cy="2388"/>
            </a:xfrm>
            <a:custGeom>
              <a:avLst/>
              <a:gdLst>
                <a:gd name="csX0" fmla="*/ 7644 w 7643"/>
                <a:gd name="csY0" fmla="*/ 0 h 2388"/>
                <a:gd name="csX1" fmla="*/ 6688 w 7643"/>
                <a:gd name="csY1" fmla="*/ 0 h 2388"/>
                <a:gd name="csX2" fmla="*/ 4777 w 7643"/>
                <a:gd name="csY2" fmla="*/ 478 h 2388"/>
                <a:gd name="csX3" fmla="*/ 0 w 7643"/>
                <a:gd name="csY3" fmla="*/ 2389 h 2388"/>
                <a:gd name="csX4" fmla="*/ 4777 w 7643"/>
                <a:gd name="csY4" fmla="*/ 478 h 2388"/>
                <a:gd name="csX5" fmla="*/ 6688 w 7643"/>
                <a:gd name="csY5" fmla="*/ 0 h 2388"/>
                <a:gd name="csX6" fmla="*/ 7644 w 7643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43" h="2388">
                  <a:moveTo>
                    <a:pt x="7644" y="0"/>
                  </a:moveTo>
                  <a:lnTo>
                    <a:pt x="6688" y="0"/>
                  </a:lnTo>
                  <a:lnTo>
                    <a:pt x="4777" y="478"/>
                  </a:lnTo>
                  <a:lnTo>
                    <a:pt x="0" y="2389"/>
                  </a:lnTo>
                  <a:lnTo>
                    <a:pt x="4777" y="478"/>
                  </a:lnTo>
                  <a:lnTo>
                    <a:pt x="6688" y="0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8" name="Freeform 1727">
              <a:extLst>
                <a:ext uri="{FF2B5EF4-FFF2-40B4-BE49-F238E27FC236}">
                  <a16:creationId xmlns:a16="http://schemas.microsoft.com/office/drawing/2014/main" id="{E9B5A62D-B264-E2FA-0079-E1FC8D4F0978}"/>
                </a:ext>
              </a:extLst>
            </p:cNvPr>
            <p:cNvSpPr/>
            <p:nvPr/>
          </p:nvSpPr>
          <p:spPr>
            <a:xfrm>
              <a:off x="6326742" y="3840109"/>
              <a:ext cx="123731" cy="74048"/>
            </a:xfrm>
            <a:custGeom>
              <a:avLst/>
              <a:gdLst>
                <a:gd name="csX0" fmla="*/ 123732 w 123731"/>
                <a:gd name="csY0" fmla="*/ 12421 h 74048"/>
                <a:gd name="csX1" fmla="*/ 123254 w 123731"/>
                <a:gd name="csY1" fmla="*/ 18631 h 74048"/>
                <a:gd name="csX2" fmla="*/ 121343 w 123731"/>
                <a:gd name="csY2" fmla="*/ 21498 h 74048"/>
                <a:gd name="csX3" fmla="*/ 118477 w 123731"/>
                <a:gd name="csY3" fmla="*/ 20542 h 74048"/>
                <a:gd name="csX4" fmla="*/ 115133 w 123731"/>
                <a:gd name="csY4" fmla="*/ 21498 h 74048"/>
                <a:gd name="csX5" fmla="*/ 113222 w 123731"/>
                <a:gd name="csY5" fmla="*/ 24364 h 74048"/>
                <a:gd name="csX6" fmla="*/ 111789 w 123731"/>
                <a:gd name="csY6" fmla="*/ 25320 h 74048"/>
                <a:gd name="csX7" fmla="*/ 110833 w 123731"/>
                <a:gd name="csY7" fmla="*/ 26753 h 74048"/>
                <a:gd name="csX8" fmla="*/ 110356 w 123731"/>
                <a:gd name="csY8" fmla="*/ 30575 h 74048"/>
                <a:gd name="csX9" fmla="*/ 109878 w 123731"/>
                <a:gd name="csY9" fmla="*/ 37263 h 74048"/>
                <a:gd name="csX10" fmla="*/ 108445 w 123731"/>
                <a:gd name="csY10" fmla="*/ 38218 h 74048"/>
                <a:gd name="csX11" fmla="*/ 107489 w 123731"/>
                <a:gd name="csY11" fmla="*/ 38218 h 74048"/>
                <a:gd name="csX12" fmla="*/ 102234 w 123731"/>
                <a:gd name="csY12" fmla="*/ 44429 h 74048"/>
                <a:gd name="csX13" fmla="*/ 105101 w 123731"/>
                <a:gd name="csY13" fmla="*/ 45862 h 74048"/>
                <a:gd name="csX14" fmla="*/ 106534 w 123731"/>
                <a:gd name="csY14" fmla="*/ 47295 h 74048"/>
                <a:gd name="csX15" fmla="*/ 108922 w 123731"/>
                <a:gd name="csY15" fmla="*/ 50639 h 74048"/>
                <a:gd name="csX16" fmla="*/ 111789 w 123731"/>
                <a:gd name="csY16" fmla="*/ 54461 h 74048"/>
                <a:gd name="csX17" fmla="*/ 112744 w 123731"/>
                <a:gd name="csY17" fmla="*/ 56372 h 74048"/>
                <a:gd name="csX18" fmla="*/ 109878 w 123731"/>
                <a:gd name="csY18" fmla="*/ 55894 h 74048"/>
                <a:gd name="csX19" fmla="*/ 108922 w 123731"/>
                <a:gd name="csY19" fmla="*/ 56372 h 74048"/>
                <a:gd name="csX20" fmla="*/ 108445 w 123731"/>
                <a:gd name="csY20" fmla="*/ 56850 h 74048"/>
                <a:gd name="csX21" fmla="*/ 107011 w 123731"/>
                <a:gd name="csY21" fmla="*/ 56850 h 74048"/>
                <a:gd name="csX22" fmla="*/ 105578 w 123731"/>
                <a:gd name="csY22" fmla="*/ 56850 h 74048"/>
                <a:gd name="csX23" fmla="*/ 104145 w 123731"/>
                <a:gd name="csY23" fmla="*/ 57328 h 74048"/>
                <a:gd name="csX24" fmla="*/ 103190 w 123731"/>
                <a:gd name="csY24" fmla="*/ 57805 h 74048"/>
                <a:gd name="csX25" fmla="*/ 101756 w 123731"/>
                <a:gd name="csY25" fmla="*/ 56850 h 74048"/>
                <a:gd name="csX26" fmla="*/ 99845 w 123731"/>
                <a:gd name="csY26" fmla="*/ 54939 h 74048"/>
                <a:gd name="csX27" fmla="*/ 98412 w 123731"/>
                <a:gd name="csY27" fmla="*/ 53983 h 74048"/>
                <a:gd name="csX28" fmla="*/ 98412 w 123731"/>
                <a:gd name="csY28" fmla="*/ 53506 h 74048"/>
                <a:gd name="csX29" fmla="*/ 97457 w 123731"/>
                <a:gd name="csY29" fmla="*/ 53506 h 74048"/>
                <a:gd name="csX30" fmla="*/ 96501 w 123731"/>
                <a:gd name="csY30" fmla="*/ 53983 h 74048"/>
                <a:gd name="csX31" fmla="*/ 92679 w 123731"/>
                <a:gd name="csY31" fmla="*/ 54461 h 74048"/>
                <a:gd name="csX32" fmla="*/ 91724 w 123731"/>
                <a:gd name="csY32" fmla="*/ 54939 h 74048"/>
                <a:gd name="csX33" fmla="*/ 90291 w 123731"/>
                <a:gd name="csY33" fmla="*/ 55894 h 74048"/>
                <a:gd name="csX34" fmla="*/ 88380 w 123731"/>
                <a:gd name="csY34" fmla="*/ 56372 h 74048"/>
                <a:gd name="csX35" fmla="*/ 85992 w 123731"/>
                <a:gd name="csY35" fmla="*/ 56850 h 74048"/>
                <a:gd name="csX36" fmla="*/ 85036 w 123731"/>
                <a:gd name="csY36" fmla="*/ 56372 h 74048"/>
                <a:gd name="csX37" fmla="*/ 84081 w 123731"/>
                <a:gd name="csY37" fmla="*/ 56850 h 74048"/>
                <a:gd name="csX38" fmla="*/ 84081 w 123731"/>
                <a:gd name="csY38" fmla="*/ 56850 h 74048"/>
                <a:gd name="csX39" fmla="*/ 83603 w 123731"/>
                <a:gd name="csY39" fmla="*/ 58283 h 74048"/>
                <a:gd name="csX40" fmla="*/ 83125 w 123731"/>
                <a:gd name="csY40" fmla="*/ 59238 h 74048"/>
                <a:gd name="csX41" fmla="*/ 82647 w 123731"/>
                <a:gd name="csY41" fmla="*/ 59716 h 74048"/>
                <a:gd name="csX42" fmla="*/ 79781 w 123731"/>
                <a:gd name="csY42" fmla="*/ 60672 h 74048"/>
                <a:gd name="csX43" fmla="*/ 79303 w 123731"/>
                <a:gd name="csY43" fmla="*/ 61149 h 74048"/>
                <a:gd name="csX44" fmla="*/ 79303 w 123731"/>
                <a:gd name="csY44" fmla="*/ 61149 h 74048"/>
                <a:gd name="csX45" fmla="*/ 78826 w 123731"/>
                <a:gd name="csY45" fmla="*/ 61627 h 74048"/>
                <a:gd name="csX46" fmla="*/ 78826 w 123731"/>
                <a:gd name="csY46" fmla="*/ 62105 h 74048"/>
                <a:gd name="csX47" fmla="*/ 78826 w 123731"/>
                <a:gd name="csY47" fmla="*/ 62582 h 74048"/>
                <a:gd name="csX48" fmla="*/ 78826 w 123731"/>
                <a:gd name="csY48" fmla="*/ 62582 h 74048"/>
                <a:gd name="csX49" fmla="*/ 78826 w 123731"/>
                <a:gd name="csY49" fmla="*/ 62582 h 74048"/>
                <a:gd name="csX50" fmla="*/ 76437 w 123731"/>
                <a:gd name="csY50" fmla="*/ 62105 h 74048"/>
                <a:gd name="csX51" fmla="*/ 75004 w 123731"/>
                <a:gd name="csY51" fmla="*/ 62105 h 74048"/>
                <a:gd name="csX52" fmla="*/ 74526 w 123731"/>
                <a:gd name="csY52" fmla="*/ 62582 h 74048"/>
                <a:gd name="csX53" fmla="*/ 74526 w 123731"/>
                <a:gd name="csY53" fmla="*/ 63060 h 74048"/>
                <a:gd name="csX54" fmla="*/ 74526 w 123731"/>
                <a:gd name="csY54" fmla="*/ 63060 h 74048"/>
                <a:gd name="csX55" fmla="*/ 74048 w 123731"/>
                <a:gd name="csY55" fmla="*/ 63538 h 74048"/>
                <a:gd name="csX56" fmla="*/ 74048 w 123731"/>
                <a:gd name="csY56" fmla="*/ 64493 h 74048"/>
                <a:gd name="csX57" fmla="*/ 75004 w 123731"/>
                <a:gd name="csY57" fmla="*/ 65449 h 74048"/>
                <a:gd name="csX58" fmla="*/ 75481 w 123731"/>
                <a:gd name="csY58" fmla="*/ 67360 h 74048"/>
                <a:gd name="csX59" fmla="*/ 75481 w 123731"/>
                <a:gd name="csY59" fmla="*/ 69271 h 74048"/>
                <a:gd name="csX60" fmla="*/ 75481 w 123731"/>
                <a:gd name="csY60" fmla="*/ 70704 h 74048"/>
                <a:gd name="csX61" fmla="*/ 74048 w 123731"/>
                <a:gd name="csY61" fmla="*/ 71182 h 74048"/>
                <a:gd name="csX62" fmla="*/ 71182 w 123731"/>
                <a:gd name="csY62" fmla="*/ 72137 h 74048"/>
                <a:gd name="csX63" fmla="*/ 68315 w 123731"/>
                <a:gd name="csY63" fmla="*/ 72137 h 74048"/>
                <a:gd name="csX64" fmla="*/ 67360 w 123731"/>
                <a:gd name="csY64" fmla="*/ 72137 h 74048"/>
                <a:gd name="csX65" fmla="*/ 64971 w 123731"/>
                <a:gd name="csY65" fmla="*/ 72137 h 74048"/>
                <a:gd name="csX66" fmla="*/ 63060 w 123731"/>
                <a:gd name="csY66" fmla="*/ 72615 h 74048"/>
                <a:gd name="csX67" fmla="*/ 60194 w 123731"/>
                <a:gd name="csY67" fmla="*/ 73570 h 74048"/>
                <a:gd name="csX68" fmla="*/ 57805 w 123731"/>
                <a:gd name="csY68" fmla="*/ 74048 h 74048"/>
                <a:gd name="csX69" fmla="*/ 55417 w 123731"/>
                <a:gd name="csY69" fmla="*/ 72137 h 74048"/>
                <a:gd name="csX70" fmla="*/ 52550 w 123731"/>
                <a:gd name="csY70" fmla="*/ 71182 h 74048"/>
                <a:gd name="csX71" fmla="*/ 49684 w 123731"/>
                <a:gd name="csY71" fmla="*/ 70226 h 74048"/>
                <a:gd name="csX72" fmla="*/ 48728 w 123731"/>
                <a:gd name="csY72" fmla="*/ 70704 h 74048"/>
                <a:gd name="csX73" fmla="*/ 48728 w 123731"/>
                <a:gd name="csY73" fmla="*/ 71182 h 74048"/>
                <a:gd name="csX74" fmla="*/ 48251 w 123731"/>
                <a:gd name="csY74" fmla="*/ 71182 h 74048"/>
                <a:gd name="csX75" fmla="*/ 45862 w 123731"/>
                <a:gd name="csY75" fmla="*/ 69748 h 74048"/>
                <a:gd name="csX76" fmla="*/ 44907 w 123731"/>
                <a:gd name="csY76" fmla="*/ 69271 h 74048"/>
                <a:gd name="csX77" fmla="*/ 44429 w 123731"/>
                <a:gd name="csY77" fmla="*/ 68793 h 74048"/>
                <a:gd name="csX78" fmla="*/ 43474 w 123731"/>
                <a:gd name="csY78" fmla="*/ 66404 h 74048"/>
                <a:gd name="csX79" fmla="*/ 42518 w 123731"/>
                <a:gd name="csY79" fmla="*/ 66404 h 74048"/>
                <a:gd name="csX80" fmla="*/ 42518 w 123731"/>
                <a:gd name="csY80" fmla="*/ 66404 h 74048"/>
                <a:gd name="csX81" fmla="*/ 40607 w 123731"/>
                <a:gd name="csY81" fmla="*/ 67360 h 74048"/>
                <a:gd name="csX82" fmla="*/ 38696 w 123731"/>
                <a:gd name="csY82" fmla="*/ 67360 h 74048"/>
                <a:gd name="csX83" fmla="*/ 37741 w 123731"/>
                <a:gd name="csY83" fmla="*/ 66882 h 74048"/>
                <a:gd name="csX84" fmla="*/ 33919 w 123731"/>
                <a:gd name="csY84" fmla="*/ 67360 h 74048"/>
                <a:gd name="csX85" fmla="*/ 33919 w 123731"/>
                <a:gd name="csY85" fmla="*/ 67360 h 74048"/>
                <a:gd name="csX86" fmla="*/ 33919 w 123731"/>
                <a:gd name="csY86" fmla="*/ 67360 h 74048"/>
                <a:gd name="csX87" fmla="*/ 33441 w 123731"/>
                <a:gd name="csY87" fmla="*/ 68793 h 74048"/>
                <a:gd name="csX88" fmla="*/ 33441 w 123731"/>
                <a:gd name="csY88" fmla="*/ 68793 h 74048"/>
                <a:gd name="csX89" fmla="*/ 32486 w 123731"/>
                <a:gd name="csY89" fmla="*/ 68793 h 74048"/>
                <a:gd name="csX90" fmla="*/ 30575 w 123731"/>
                <a:gd name="csY90" fmla="*/ 68793 h 74048"/>
                <a:gd name="csX91" fmla="*/ 30575 w 123731"/>
                <a:gd name="csY91" fmla="*/ 68793 h 74048"/>
                <a:gd name="csX92" fmla="*/ 28186 w 123731"/>
                <a:gd name="csY92" fmla="*/ 69748 h 74048"/>
                <a:gd name="csX93" fmla="*/ 27708 w 123731"/>
                <a:gd name="csY93" fmla="*/ 70226 h 74048"/>
                <a:gd name="csX94" fmla="*/ 25798 w 123731"/>
                <a:gd name="csY94" fmla="*/ 70704 h 74048"/>
                <a:gd name="csX95" fmla="*/ 23886 w 123731"/>
                <a:gd name="csY95" fmla="*/ 70704 h 74048"/>
                <a:gd name="csX96" fmla="*/ 21976 w 123731"/>
                <a:gd name="csY96" fmla="*/ 70226 h 74048"/>
                <a:gd name="csX97" fmla="*/ 21020 w 123731"/>
                <a:gd name="csY97" fmla="*/ 70226 h 74048"/>
                <a:gd name="csX98" fmla="*/ 20542 w 123731"/>
                <a:gd name="csY98" fmla="*/ 70704 h 74048"/>
                <a:gd name="csX99" fmla="*/ 18154 w 123731"/>
                <a:gd name="csY99" fmla="*/ 70704 h 74048"/>
                <a:gd name="csX100" fmla="*/ 17676 w 123731"/>
                <a:gd name="csY100" fmla="*/ 70704 h 74048"/>
                <a:gd name="csX101" fmla="*/ 16243 w 123731"/>
                <a:gd name="csY101" fmla="*/ 72137 h 74048"/>
                <a:gd name="csX102" fmla="*/ 13854 w 123731"/>
                <a:gd name="csY102" fmla="*/ 72137 h 74048"/>
                <a:gd name="csX103" fmla="*/ 11466 w 123731"/>
                <a:gd name="csY103" fmla="*/ 71659 h 74048"/>
                <a:gd name="csX104" fmla="*/ 11466 w 123731"/>
                <a:gd name="csY104" fmla="*/ 71182 h 74048"/>
                <a:gd name="csX105" fmla="*/ 11943 w 123731"/>
                <a:gd name="csY105" fmla="*/ 65449 h 74048"/>
                <a:gd name="csX106" fmla="*/ 13376 w 123731"/>
                <a:gd name="csY106" fmla="*/ 62582 h 74048"/>
                <a:gd name="csX107" fmla="*/ 13376 w 123731"/>
                <a:gd name="csY107" fmla="*/ 62105 h 74048"/>
                <a:gd name="csX108" fmla="*/ 12899 w 123731"/>
                <a:gd name="csY108" fmla="*/ 61627 h 74048"/>
                <a:gd name="csX109" fmla="*/ 11943 w 123731"/>
                <a:gd name="csY109" fmla="*/ 61149 h 74048"/>
                <a:gd name="csX110" fmla="*/ 11466 w 123731"/>
                <a:gd name="csY110" fmla="*/ 59716 h 74048"/>
                <a:gd name="csX111" fmla="*/ 10032 w 123731"/>
                <a:gd name="csY111" fmla="*/ 55894 h 74048"/>
                <a:gd name="csX112" fmla="*/ 9077 w 123731"/>
                <a:gd name="csY112" fmla="*/ 54939 h 74048"/>
                <a:gd name="csX113" fmla="*/ 6688 w 123731"/>
                <a:gd name="csY113" fmla="*/ 54461 h 74048"/>
                <a:gd name="csX114" fmla="*/ 4777 w 123731"/>
                <a:gd name="csY114" fmla="*/ 53028 h 74048"/>
                <a:gd name="csX115" fmla="*/ 3344 w 123731"/>
                <a:gd name="csY115" fmla="*/ 51595 h 74048"/>
                <a:gd name="csX116" fmla="*/ 0 w 123731"/>
                <a:gd name="csY116" fmla="*/ 48251 h 74048"/>
                <a:gd name="csX117" fmla="*/ 1433 w 123731"/>
                <a:gd name="csY117" fmla="*/ 47773 h 74048"/>
                <a:gd name="csX118" fmla="*/ 1911 w 123731"/>
                <a:gd name="csY118" fmla="*/ 46817 h 74048"/>
                <a:gd name="csX119" fmla="*/ 3822 w 123731"/>
                <a:gd name="csY119" fmla="*/ 44906 h 74048"/>
                <a:gd name="csX120" fmla="*/ 3822 w 123731"/>
                <a:gd name="csY120" fmla="*/ 43951 h 74048"/>
                <a:gd name="csX121" fmla="*/ 3822 w 123731"/>
                <a:gd name="csY121" fmla="*/ 43473 h 74048"/>
                <a:gd name="csX122" fmla="*/ 3822 w 123731"/>
                <a:gd name="csY122" fmla="*/ 43473 h 74048"/>
                <a:gd name="csX123" fmla="*/ 2867 w 123731"/>
                <a:gd name="csY123" fmla="*/ 42518 h 74048"/>
                <a:gd name="csX124" fmla="*/ 1911 w 123731"/>
                <a:gd name="csY124" fmla="*/ 40129 h 74048"/>
                <a:gd name="csX125" fmla="*/ 2389 w 123731"/>
                <a:gd name="csY125" fmla="*/ 38218 h 74048"/>
                <a:gd name="csX126" fmla="*/ 2389 w 123731"/>
                <a:gd name="csY126" fmla="*/ 37263 h 74048"/>
                <a:gd name="csX127" fmla="*/ 1911 w 123731"/>
                <a:gd name="csY127" fmla="*/ 36307 h 74048"/>
                <a:gd name="csX128" fmla="*/ 2389 w 123731"/>
                <a:gd name="csY128" fmla="*/ 34874 h 74048"/>
                <a:gd name="csX129" fmla="*/ 3822 w 123731"/>
                <a:gd name="csY129" fmla="*/ 34397 h 74048"/>
                <a:gd name="csX130" fmla="*/ 4300 w 123731"/>
                <a:gd name="csY130" fmla="*/ 33919 h 74048"/>
                <a:gd name="csX131" fmla="*/ 7166 w 123731"/>
                <a:gd name="csY131" fmla="*/ 33919 h 74048"/>
                <a:gd name="csX132" fmla="*/ 9077 w 123731"/>
                <a:gd name="csY132" fmla="*/ 31530 h 74048"/>
                <a:gd name="csX133" fmla="*/ 10510 w 123731"/>
                <a:gd name="csY133" fmla="*/ 30575 h 74048"/>
                <a:gd name="csX134" fmla="*/ 11466 w 123731"/>
                <a:gd name="csY134" fmla="*/ 29141 h 74048"/>
                <a:gd name="csX135" fmla="*/ 11943 w 123731"/>
                <a:gd name="csY135" fmla="*/ 28664 h 74048"/>
                <a:gd name="csX136" fmla="*/ 12421 w 123731"/>
                <a:gd name="csY136" fmla="*/ 27708 h 74048"/>
                <a:gd name="csX137" fmla="*/ 12421 w 123731"/>
                <a:gd name="csY137" fmla="*/ 26275 h 74048"/>
                <a:gd name="csX138" fmla="*/ 10510 w 123731"/>
                <a:gd name="csY138" fmla="*/ 24842 h 74048"/>
                <a:gd name="csX139" fmla="*/ 9555 w 123731"/>
                <a:gd name="csY139" fmla="*/ 23886 h 74048"/>
                <a:gd name="csX140" fmla="*/ 8599 w 123731"/>
                <a:gd name="csY140" fmla="*/ 22453 h 74048"/>
                <a:gd name="csX141" fmla="*/ 7166 w 123731"/>
                <a:gd name="csY141" fmla="*/ 21498 h 74048"/>
                <a:gd name="csX142" fmla="*/ 4300 w 123731"/>
                <a:gd name="csY142" fmla="*/ 20065 h 74048"/>
                <a:gd name="csX143" fmla="*/ 3344 w 123731"/>
                <a:gd name="csY143" fmla="*/ 18154 h 74048"/>
                <a:gd name="csX144" fmla="*/ 2867 w 123731"/>
                <a:gd name="csY144" fmla="*/ 16243 h 74048"/>
                <a:gd name="csX145" fmla="*/ 1911 w 123731"/>
                <a:gd name="csY145" fmla="*/ 14332 h 74048"/>
                <a:gd name="csX146" fmla="*/ 956 w 123731"/>
                <a:gd name="csY146" fmla="*/ 13376 h 74048"/>
                <a:gd name="csX147" fmla="*/ 956 w 123731"/>
                <a:gd name="csY147" fmla="*/ 12899 h 74048"/>
                <a:gd name="csX148" fmla="*/ 478 w 123731"/>
                <a:gd name="csY148" fmla="*/ 11465 h 74048"/>
                <a:gd name="csX149" fmla="*/ 478 w 123731"/>
                <a:gd name="csY149" fmla="*/ 9555 h 74048"/>
                <a:gd name="csX150" fmla="*/ 956 w 123731"/>
                <a:gd name="csY150" fmla="*/ 6688 h 74048"/>
                <a:gd name="csX151" fmla="*/ 1433 w 123731"/>
                <a:gd name="csY151" fmla="*/ 5733 h 74048"/>
                <a:gd name="csX152" fmla="*/ 2389 w 123731"/>
                <a:gd name="csY152" fmla="*/ 5733 h 74048"/>
                <a:gd name="csX153" fmla="*/ 5255 w 123731"/>
                <a:gd name="csY153" fmla="*/ 4299 h 74048"/>
                <a:gd name="csX154" fmla="*/ 5255 w 123731"/>
                <a:gd name="csY154" fmla="*/ 2389 h 74048"/>
                <a:gd name="csX155" fmla="*/ 5733 w 123731"/>
                <a:gd name="csY155" fmla="*/ 1433 h 74048"/>
                <a:gd name="csX156" fmla="*/ 6688 w 123731"/>
                <a:gd name="csY156" fmla="*/ 478 h 74048"/>
                <a:gd name="csX157" fmla="*/ 7166 w 123731"/>
                <a:gd name="csY157" fmla="*/ 0 h 74048"/>
                <a:gd name="csX158" fmla="*/ 8599 w 123731"/>
                <a:gd name="csY158" fmla="*/ 1433 h 74048"/>
                <a:gd name="csX159" fmla="*/ 11943 w 123731"/>
                <a:gd name="csY159" fmla="*/ 2866 h 74048"/>
                <a:gd name="csX160" fmla="*/ 13854 w 123731"/>
                <a:gd name="csY160" fmla="*/ 4299 h 74048"/>
                <a:gd name="csX161" fmla="*/ 13376 w 123731"/>
                <a:gd name="csY161" fmla="*/ 4777 h 74048"/>
                <a:gd name="csX162" fmla="*/ 12899 w 123731"/>
                <a:gd name="csY162" fmla="*/ 5733 h 74048"/>
                <a:gd name="csX163" fmla="*/ 11466 w 123731"/>
                <a:gd name="csY163" fmla="*/ 6210 h 74048"/>
                <a:gd name="csX164" fmla="*/ 10510 w 123731"/>
                <a:gd name="csY164" fmla="*/ 7644 h 74048"/>
                <a:gd name="csX165" fmla="*/ 10510 w 123731"/>
                <a:gd name="csY165" fmla="*/ 8599 h 74048"/>
                <a:gd name="csX166" fmla="*/ 10510 w 123731"/>
                <a:gd name="csY166" fmla="*/ 9555 h 74048"/>
                <a:gd name="csX167" fmla="*/ 11466 w 123731"/>
                <a:gd name="csY167" fmla="*/ 10510 h 74048"/>
                <a:gd name="csX168" fmla="*/ 17676 w 123731"/>
                <a:gd name="csY168" fmla="*/ 9077 h 74048"/>
                <a:gd name="csX169" fmla="*/ 23886 w 123731"/>
                <a:gd name="csY169" fmla="*/ 10032 h 74048"/>
                <a:gd name="csX170" fmla="*/ 32008 w 123731"/>
                <a:gd name="csY170" fmla="*/ 11465 h 74048"/>
                <a:gd name="csX171" fmla="*/ 37263 w 123731"/>
                <a:gd name="csY171" fmla="*/ 11943 h 74048"/>
                <a:gd name="csX172" fmla="*/ 41563 w 123731"/>
                <a:gd name="csY172" fmla="*/ 11465 h 74048"/>
                <a:gd name="csX173" fmla="*/ 49206 w 123731"/>
                <a:gd name="csY173" fmla="*/ 12899 h 74048"/>
                <a:gd name="csX174" fmla="*/ 55894 w 123731"/>
                <a:gd name="csY174" fmla="*/ 13854 h 74048"/>
                <a:gd name="csX175" fmla="*/ 62583 w 123731"/>
                <a:gd name="csY175" fmla="*/ 14332 h 74048"/>
                <a:gd name="csX176" fmla="*/ 66405 w 123731"/>
                <a:gd name="csY176" fmla="*/ 13376 h 74048"/>
                <a:gd name="csX177" fmla="*/ 68793 w 123731"/>
                <a:gd name="csY177" fmla="*/ 11943 h 74048"/>
                <a:gd name="csX178" fmla="*/ 71182 w 123731"/>
                <a:gd name="csY178" fmla="*/ 9555 h 74048"/>
                <a:gd name="csX179" fmla="*/ 76915 w 123731"/>
                <a:gd name="csY179" fmla="*/ 5733 h 74048"/>
                <a:gd name="csX180" fmla="*/ 82170 w 123731"/>
                <a:gd name="csY180" fmla="*/ 3822 h 74048"/>
                <a:gd name="csX181" fmla="*/ 89335 w 123731"/>
                <a:gd name="csY181" fmla="*/ 2389 h 74048"/>
                <a:gd name="csX182" fmla="*/ 94113 w 123731"/>
                <a:gd name="csY182" fmla="*/ 1911 h 74048"/>
                <a:gd name="csX183" fmla="*/ 94590 w 123731"/>
                <a:gd name="csY183" fmla="*/ 2389 h 74048"/>
                <a:gd name="csX184" fmla="*/ 100801 w 123731"/>
                <a:gd name="csY184" fmla="*/ 5733 h 74048"/>
                <a:gd name="csX185" fmla="*/ 103667 w 123731"/>
                <a:gd name="csY185" fmla="*/ 5733 h 74048"/>
                <a:gd name="csX186" fmla="*/ 105578 w 123731"/>
                <a:gd name="csY186" fmla="*/ 6210 h 74048"/>
                <a:gd name="csX187" fmla="*/ 106534 w 123731"/>
                <a:gd name="csY187" fmla="*/ 7166 h 74048"/>
                <a:gd name="csX188" fmla="*/ 107011 w 123731"/>
                <a:gd name="csY188" fmla="*/ 7166 h 74048"/>
                <a:gd name="csX189" fmla="*/ 109878 w 123731"/>
                <a:gd name="csY189" fmla="*/ 6210 h 74048"/>
                <a:gd name="csX190" fmla="*/ 111311 w 123731"/>
                <a:gd name="csY190" fmla="*/ 8121 h 74048"/>
                <a:gd name="csX191" fmla="*/ 113222 w 123731"/>
                <a:gd name="csY191" fmla="*/ 10510 h 74048"/>
                <a:gd name="csX192" fmla="*/ 116566 w 123731"/>
                <a:gd name="csY192" fmla="*/ 11943 h 74048"/>
                <a:gd name="csX193" fmla="*/ 119910 w 123731"/>
                <a:gd name="csY193" fmla="*/ 12421 h 74048"/>
                <a:gd name="csX194" fmla="*/ 120865 w 123731"/>
                <a:gd name="csY194" fmla="*/ 12899 h 74048"/>
                <a:gd name="csX195" fmla="*/ 123732 w 123731"/>
                <a:gd name="csY195" fmla="*/ 12421 h 740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</a:cxnLst>
              <a:rect l="l" t="t" r="r" b="b"/>
              <a:pathLst>
                <a:path w="123731" h="74048">
                  <a:moveTo>
                    <a:pt x="123732" y="12421"/>
                  </a:moveTo>
                  <a:lnTo>
                    <a:pt x="123254" y="18631"/>
                  </a:lnTo>
                  <a:lnTo>
                    <a:pt x="121343" y="21498"/>
                  </a:lnTo>
                  <a:lnTo>
                    <a:pt x="118477" y="20542"/>
                  </a:lnTo>
                  <a:lnTo>
                    <a:pt x="115133" y="21498"/>
                  </a:lnTo>
                  <a:lnTo>
                    <a:pt x="113222" y="24364"/>
                  </a:lnTo>
                  <a:lnTo>
                    <a:pt x="111789" y="25320"/>
                  </a:lnTo>
                  <a:lnTo>
                    <a:pt x="110833" y="26753"/>
                  </a:lnTo>
                  <a:lnTo>
                    <a:pt x="110356" y="30575"/>
                  </a:lnTo>
                  <a:lnTo>
                    <a:pt x="109878" y="37263"/>
                  </a:lnTo>
                  <a:lnTo>
                    <a:pt x="108445" y="38218"/>
                  </a:lnTo>
                  <a:lnTo>
                    <a:pt x="107489" y="38218"/>
                  </a:lnTo>
                  <a:lnTo>
                    <a:pt x="102234" y="44429"/>
                  </a:lnTo>
                  <a:lnTo>
                    <a:pt x="105101" y="45862"/>
                  </a:lnTo>
                  <a:lnTo>
                    <a:pt x="106534" y="47295"/>
                  </a:lnTo>
                  <a:lnTo>
                    <a:pt x="108922" y="50639"/>
                  </a:lnTo>
                  <a:lnTo>
                    <a:pt x="111789" y="54461"/>
                  </a:lnTo>
                  <a:lnTo>
                    <a:pt x="112744" y="56372"/>
                  </a:lnTo>
                  <a:lnTo>
                    <a:pt x="109878" y="55894"/>
                  </a:lnTo>
                  <a:lnTo>
                    <a:pt x="108922" y="56372"/>
                  </a:lnTo>
                  <a:lnTo>
                    <a:pt x="108445" y="56850"/>
                  </a:lnTo>
                  <a:lnTo>
                    <a:pt x="107011" y="56850"/>
                  </a:lnTo>
                  <a:lnTo>
                    <a:pt x="105578" y="56850"/>
                  </a:lnTo>
                  <a:lnTo>
                    <a:pt x="104145" y="57328"/>
                  </a:lnTo>
                  <a:lnTo>
                    <a:pt x="103190" y="57805"/>
                  </a:lnTo>
                  <a:lnTo>
                    <a:pt x="101756" y="56850"/>
                  </a:lnTo>
                  <a:lnTo>
                    <a:pt x="99845" y="54939"/>
                  </a:lnTo>
                  <a:lnTo>
                    <a:pt x="98412" y="53983"/>
                  </a:lnTo>
                  <a:lnTo>
                    <a:pt x="98412" y="53506"/>
                  </a:lnTo>
                  <a:lnTo>
                    <a:pt x="97457" y="53506"/>
                  </a:lnTo>
                  <a:lnTo>
                    <a:pt x="96501" y="53983"/>
                  </a:lnTo>
                  <a:lnTo>
                    <a:pt x="92679" y="54461"/>
                  </a:lnTo>
                  <a:lnTo>
                    <a:pt x="91724" y="54939"/>
                  </a:lnTo>
                  <a:lnTo>
                    <a:pt x="90291" y="55894"/>
                  </a:lnTo>
                  <a:lnTo>
                    <a:pt x="88380" y="56372"/>
                  </a:lnTo>
                  <a:lnTo>
                    <a:pt x="85992" y="56850"/>
                  </a:lnTo>
                  <a:lnTo>
                    <a:pt x="85036" y="56372"/>
                  </a:lnTo>
                  <a:lnTo>
                    <a:pt x="84081" y="56850"/>
                  </a:lnTo>
                  <a:lnTo>
                    <a:pt x="84081" y="56850"/>
                  </a:lnTo>
                  <a:lnTo>
                    <a:pt x="83603" y="58283"/>
                  </a:lnTo>
                  <a:lnTo>
                    <a:pt x="83125" y="59238"/>
                  </a:lnTo>
                  <a:lnTo>
                    <a:pt x="82647" y="59716"/>
                  </a:lnTo>
                  <a:lnTo>
                    <a:pt x="79781" y="60672"/>
                  </a:lnTo>
                  <a:lnTo>
                    <a:pt x="79303" y="61149"/>
                  </a:lnTo>
                  <a:lnTo>
                    <a:pt x="79303" y="61149"/>
                  </a:lnTo>
                  <a:lnTo>
                    <a:pt x="78826" y="61627"/>
                  </a:lnTo>
                  <a:lnTo>
                    <a:pt x="78826" y="62105"/>
                  </a:lnTo>
                  <a:lnTo>
                    <a:pt x="78826" y="62582"/>
                  </a:lnTo>
                  <a:lnTo>
                    <a:pt x="78826" y="62582"/>
                  </a:lnTo>
                  <a:lnTo>
                    <a:pt x="78826" y="62582"/>
                  </a:lnTo>
                  <a:lnTo>
                    <a:pt x="76437" y="62105"/>
                  </a:lnTo>
                  <a:lnTo>
                    <a:pt x="75004" y="62105"/>
                  </a:lnTo>
                  <a:lnTo>
                    <a:pt x="74526" y="62582"/>
                  </a:lnTo>
                  <a:lnTo>
                    <a:pt x="74526" y="63060"/>
                  </a:lnTo>
                  <a:lnTo>
                    <a:pt x="74526" y="63060"/>
                  </a:lnTo>
                  <a:lnTo>
                    <a:pt x="74048" y="63538"/>
                  </a:lnTo>
                  <a:lnTo>
                    <a:pt x="74048" y="64493"/>
                  </a:lnTo>
                  <a:lnTo>
                    <a:pt x="75004" y="65449"/>
                  </a:lnTo>
                  <a:lnTo>
                    <a:pt x="75481" y="67360"/>
                  </a:lnTo>
                  <a:lnTo>
                    <a:pt x="75481" y="69271"/>
                  </a:lnTo>
                  <a:lnTo>
                    <a:pt x="75481" y="70704"/>
                  </a:lnTo>
                  <a:lnTo>
                    <a:pt x="74048" y="71182"/>
                  </a:lnTo>
                  <a:lnTo>
                    <a:pt x="71182" y="72137"/>
                  </a:lnTo>
                  <a:lnTo>
                    <a:pt x="68315" y="72137"/>
                  </a:lnTo>
                  <a:lnTo>
                    <a:pt x="67360" y="72137"/>
                  </a:lnTo>
                  <a:lnTo>
                    <a:pt x="64971" y="72137"/>
                  </a:lnTo>
                  <a:lnTo>
                    <a:pt x="63060" y="72615"/>
                  </a:lnTo>
                  <a:lnTo>
                    <a:pt x="60194" y="73570"/>
                  </a:lnTo>
                  <a:lnTo>
                    <a:pt x="57805" y="74048"/>
                  </a:lnTo>
                  <a:lnTo>
                    <a:pt x="55417" y="72137"/>
                  </a:lnTo>
                  <a:lnTo>
                    <a:pt x="52550" y="71182"/>
                  </a:lnTo>
                  <a:lnTo>
                    <a:pt x="49684" y="70226"/>
                  </a:lnTo>
                  <a:lnTo>
                    <a:pt x="48728" y="70704"/>
                  </a:lnTo>
                  <a:lnTo>
                    <a:pt x="48728" y="71182"/>
                  </a:lnTo>
                  <a:lnTo>
                    <a:pt x="48251" y="71182"/>
                  </a:lnTo>
                  <a:lnTo>
                    <a:pt x="45862" y="69748"/>
                  </a:lnTo>
                  <a:lnTo>
                    <a:pt x="44907" y="69271"/>
                  </a:lnTo>
                  <a:lnTo>
                    <a:pt x="44429" y="68793"/>
                  </a:lnTo>
                  <a:lnTo>
                    <a:pt x="43474" y="66404"/>
                  </a:lnTo>
                  <a:lnTo>
                    <a:pt x="42518" y="66404"/>
                  </a:lnTo>
                  <a:lnTo>
                    <a:pt x="42518" y="66404"/>
                  </a:lnTo>
                  <a:lnTo>
                    <a:pt x="40607" y="67360"/>
                  </a:lnTo>
                  <a:lnTo>
                    <a:pt x="38696" y="67360"/>
                  </a:lnTo>
                  <a:lnTo>
                    <a:pt x="37741" y="66882"/>
                  </a:lnTo>
                  <a:lnTo>
                    <a:pt x="33919" y="67360"/>
                  </a:lnTo>
                  <a:lnTo>
                    <a:pt x="33919" y="67360"/>
                  </a:lnTo>
                  <a:lnTo>
                    <a:pt x="33919" y="67360"/>
                  </a:lnTo>
                  <a:lnTo>
                    <a:pt x="33441" y="68793"/>
                  </a:lnTo>
                  <a:lnTo>
                    <a:pt x="33441" y="68793"/>
                  </a:lnTo>
                  <a:lnTo>
                    <a:pt x="32486" y="68793"/>
                  </a:lnTo>
                  <a:lnTo>
                    <a:pt x="30575" y="68793"/>
                  </a:lnTo>
                  <a:lnTo>
                    <a:pt x="30575" y="68793"/>
                  </a:lnTo>
                  <a:lnTo>
                    <a:pt x="28186" y="69748"/>
                  </a:lnTo>
                  <a:lnTo>
                    <a:pt x="27708" y="70226"/>
                  </a:lnTo>
                  <a:lnTo>
                    <a:pt x="25798" y="70704"/>
                  </a:lnTo>
                  <a:lnTo>
                    <a:pt x="23886" y="70704"/>
                  </a:lnTo>
                  <a:lnTo>
                    <a:pt x="21976" y="70226"/>
                  </a:lnTo>
                  <a:lnTo>
                    <a:pt x="21020" y="70226"/>
                  </a:lnTo>
                  <a:lnTo>
                    <a:pt x="20542" y="70704"/>
                  </a:lnTo>
                  <a:lnTo>
                    <a:pt x="18154" y="70704"/>
                  </a:lnTo>
                  <a:lnTo>
                    <a:pt x="17676" y="70704"/>
                  </a:lnTo>
                  <a:lnTo>
                    <a:pt x="16243" y="72137"/>
                  </a:lnTo>
                  <a:lnTo>
                    <a:pt x="13854" y="72137"/>
                  </a:lnTo>
                  <a:lnTo>
                    <a:pt x="11466" y="71659"/>
                  </a:lnTo>
                  <a:lnTo>
                    <a:pt x="11466" y="71182"/>
                  </a:lnTo>
                  <a:lnTo>
                    <a:pt x="11943" y="65449"/>
                  </a:lnTo>
                  <a:lnTo>
                    <a:pt x="13376" y="62582"/>
                  </a:lnTo>
                  <a:lnTo>
                    <a:pt x="13376" y="62105"/>
                  </a:lnTo>
                  <a:lnTo>
                    <a:pt x="12899" y="61627"/>
                  </a:lnTo>
                  <a:lnTo>
                    <a:pt x="11943" y="61149"/>
                  </a:lnTo>
                  <a:lnTo>
                    <a:pt x="11466" y="59716"/>
                  </a:lnTo>
                  <a:lnTo>
                    <a:pt x="10032" y="55894"/>
                  </a:lnTo>
                  <a:lnTo>
                    <a:pt x="9077" y="54939"/>
                  </a:lnTo>
                  <a:lnTo>
                    <a:pt x="6688" y="54461"/>
                  </a:lnTo>
                  <a:lnTo>
                    <a:pt x="4777" y="53028"/>
                  </a:lnTo>
                  <a:lnTo>
                    <a:pt x="3344" y="51595"/>
                  </a:lnTo>
                  <a:lnTo>
                    <a:pt x="0" y="48251"/>
                  </a:lnTo>
                  <a:lnTo>
                    <a:pt x="1433" y="47773"/>
                  </a:lnTo>
                  <a:lnTo>
                    <a:pt x="1911" y="46817"/>
                  </a:lnTo>
                  <a:lnTo>
                    <a:pt x="3822" y="44906"/>
                  </a:lnTo>
                  <a:lnTo>
                    <a:pt x="3822" y="43951"/>
                  </a:lnTo>
                  <a:lnTo>
                    <a:pt x="3822" y="43473"/>
                  </a:lnTo>
                  <a:lnTo>
                    <a:pt x="3822" y="43473"/>
                  </a:lnTo>
                  <a:lnTo>
                    <a:pt x="2867" y="42518"/>
                  </a:lnTo>
                  <a:lnTo>
                    <a:pt x="1911" y="40129"/>
                  </a:lnTo>
                  <a:lnTo>
                    <a:pt x="2389" y="38218"/>
                  </a:lnTo>
                  <a:lnTo>
                    <a:pt x="2389" y="37263"/>
                  </a:lnTo>
                  <a:lnTo>
                    <a:pt x="1911" y="36307"/>
                  </a:lnTo>
                  <a:lnTo>
                    <a:pt x="2389" y="34874"/>
                  </a:lnTo>
                  <a:lnTo>
                    <a:pt x="3822" y="34397"/>
                  </a:lnTo>
                  <a:lnTo>
                    <a:pt x="4300" y="33919"/>
                  </a:lnTo>
                  <a:lnTo>
                    <a:pt x="7166" y="33919"/>
                  </a:lnTo>
                  <a:lnTo>
                    <a:pt x="9077" y="31530"/>
                  </a:lnTo>
                  <a:lnTo>
                    <a:pt x="10510" y="30575"/>
                  </a:lnTo>
                  <a:lnTo>
                    <a:pt x="11466" y="29141"/>
                  </a:lnTo>
                  <a:lnTo>
                    <a:pt x="11943" y="28664"/>
                  </a:lnTo>
                  <a:lnTo>
                    <a:pt x="12421" y="27708"/>
                  </a:lnTo>
                  <a:lnTo>
                    <a:pt x="12421" y="26275"/>
                  </a:lnTo>
                  <a:lnTo>
                    <a:pt x="10510" y="24842"/>
                  </a:lnTo>
                  <a:lnTo>
                    <a:pt x="9555" y="23886"/>
                  </a:lnTo>
                  <a:lnTo>
                    <a:pt x="8599" y="22453"/>
                  </a:lnTo>
                  <a:lnTo>
                    <a:pt x="7166" y="21498"/>
                  </a:lnTo>
                  <a:lnTo>
                    <a:pt x="4300" y="20065"/>
                  </a:lnTo>
                  <a:lnTo>
                    <a:pt x="3344" y="18154"/>
                  </a:lnTo>
                  <a:lnTo>
                    <a:pt x="2867" y="16243"/>
                  </a:lnTo>
                  <a:lnTo>
                    <a:pt x="1911" y="14332"/>
                  </a:lnTo>
                  <a:lnTo>
                    <a:pt x="956" y="13376"/>
                  </a:lnTo>
                  <a:lnTo>
                    <a:pt x="956" y="12899"/>
                  </a:lnTo>
                  <a:lnTo>
                    <a:pt x="478" y="11465"/>
                  </a:lnTo>
                  <a:lnTo>
                    <a:pt x="478" y="9555"/>
                  </a:lnTo>
                  <a:lnTo>
                    <a:pt x="956" y="6688"/>
                  </a:lnTo>
                  <a:lnTo>
                    <a:pt x="1433" y="5733"/>
                  </a:lnTo>
                  <a:lnTo>
                    <a:pt x="2389" y="5733"/>
                  </a:lnTo>
                  <a:lnTo>
                    <a:pt x="5255" y="4299"/>
                  </a:lnTo>
                  <a:lnTo>
                    <a:pt x="5255" y="2389"/>
                  </a:lnTo>
                  <a:lnTo>
                    <a:pt x="5733" y="1433"/>
                  </a:lnTo>
                  <a:lnTo>
                    <a:pt x="6688" y="478"/>
                  </a:lnTo>
                  <a:lnTo>
                    <a:pt x="7166" y="0"/>
                  </a:lnTo>
                  <a:lnTo>
                    <a:pt x="8599" y="1433"/>
                  </a:lnTo>
                  <a:lnTo>
                    <a:pt x="11943" y="2866"/>
                  </a:lnTo>
                  <a:lnTo>
                    <a:pt x="13854" y="4299"/>
                  </a:lnTo>
                  <a:lnTo>
                    <a:pt x="13376" y="4777"/>
                  </a:lnTo>
                  <a:lnTo>
                    <a:pt x="12899" y="5733"/>
                  </a:lnTo>
                  <a:lnTo>
                    <a:pt x="11466" y="6210"/>
                  </a:lnTo>
                  <a:lnTo>
                    <a:pt x="10510" y="7644"/>
                  </a:lnTo>
                  <a:lnTo>
                    <a:pt x="10510" y="8599"/>
                  </a:lnTo>
                  <a:lnTo>
                    <a:pt x="10510" y="9555"/>
                  </a:lnTo>
                  <a:lnTo>
                    <a:pt x="11466" y="10510"/>
                  </a:lnTo>
                  <a:lnTo>
                    <a:pt x="17676" y="9077"/>
                  </a:lnTo>
                  <a:lnTo>
                    <a:pt x="23886" y="10032"/>
                  </a:lnTo>
                  <a:lnTo>
                    <a:pt x="32008" y="11465"/>
                  </a:lnTo>
                  <a:lnTo>
                    <a:pt x="37263" y="11943"/>
                  </a:lnTo>
                  <a:lnTo>
                    <a:pt x="41563" y="11465"/>
                  </a:lnTo>
                  <a:lnTo>
                    <a:pt x="49206" y="12899"/>
                  </a:lnTo>
                  <a:lnTo>
                    <a:pt x="55894" y="13854"/>
                  </a:lnTo>
                  <a:lnTo>
                    <a:pt x="62583" y="14332"/>
                  </a:lnTo>
                  <a:lnTo>
                    <a:pt x="66405" y="13376"/>
                  </a:lnTo>
                  <a:lnTo>
                    <a:pt x="68793" y="11943"/>
                  </a:lnTo>
                  <a:lnTo>
                    <a:pt x="71182" y="9555"/>
                  </a:lnTo>
                  <a:lnTo>
                    <a:pt x="76915" y="5733"/>
                  </a:lnTo>
                  <a:lnTo>
                    <a:pt x="82170" y="3822"/>
                  </a:lnTo>
                  <a:lnTo>
                    <a:pt x="89335" y="2389"/>
                  </a:lnTo>
                  <a:lnTo>
                    <a:pt x="94113" y="1911"/>
                  </a:lnTo>
                  <a:lnTo>
                    <a:pt x="94590" y="2389"/>
                  </a:lnTo>
                  <a:lnTo>
                    <a:pt x="100801" y="5733"/>
                  </a:lnTo>
                  <a:lnTo>
                    <a:pt x="103667" y="5733"/>
                  </a:lnTo>
                  <a:lnTo>
                    <a:pt x="105578" y="6210"/>
                  </a:lnTo>
                  <a:lnTo>
                    <a:pt x="106534" y="7166"/>
                  </a:lnTo>
                  <a:lnTo>
                    <a:pt x="107011" y="7166"/>
                  </a:lnTo>
                  <a:lnTo>
                    <a:pt x="109878" y="6210"/>
                  </a:lnTo>
                  <a:lnTo>
                    <a:pt x="111311" y="8121"/>
                  </a:lnTo>
                  <a:lnTo>
                    <a:pt x="113222" y="10510"/>
                  </a:lnTo>
                  <a:lnTo>
                    <a:pt x="116566" y="11943"/>
                  </a:lnTo>
                  <a:lnTo>
                    <a:pt x="119910" y="12421"/>
                  </a:lnTo>
                  <a:lnTo>
                    <a:pt x="120865" y="12899"/>
                  </a:lnTo>
                  <a:lnTo>
                    <a:pt x="123732" y="124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9" name="Freeform 1728">
              <a:extLst>
                <a:ext uri="{FF2B5EF4-FFF2-40B4-BE49-F238E27FC236}">
                  <a16:creationId xmlns:a16="http://schemas.microsoft.com/office/drawing/2014/main" id="{5091AACB-1C47-E86B-DF18-2E0E04DC2A56}"/>
                </a:ext>
              </a:extLst>
            </p:cNvPr>
            <p:cNvSpPr/>
            <p:nvPr/>
          </p:nvSpPr>
          <p:spPr>
            <a:xfrm>
              <a:off x="6448564" y="3801890"/>
              <a:ext cx="1432" cy="1910"/>
            </a:xfrm>
            <a:custGeom>
              <a:avLst/>
              <a:gdLst>
                <a:gd name="csX0" fmla="*/ 1433 w 1432"/>
                <a:gd name="csY0" fmla="*/ 0 h 1910"/>
                <a:gd name="csX1" fmla="*/ 0 w 1432"/>
                <a:gd name="csY1" fmla="*/ 1911 h 1910"/>
                <a:gd name="csX2" fmla="*/ 1433 w 1432"/>
                <a:gd name="csY2" fmla="*/ 0 h 1910"/>
                <a:gd name="csX3" fmla="*/ 1433 w 1432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1910">
                  <a:moveTo>
                    <a:pt x="1433" y="0"/>
                  </a:moveTo>
                  <a:lnTo>
                    <a:pt x="0" y="1911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0" name="Freeform 1729">
              <a:extLst>
                <a:ext uri="{FF2B5EF4-FFF2-40B4-BE49-F238E27FC236}">
                  <a16:creationId xmlns:a16="http://schemas.microsoft.com/office/drawing/2014/main" id="{3611B1F7-E959-DF77-33CE-A3886948D6E5}"/>
                </a:ext>
              </a:extLst>
            </p:cNvPr>
            <p:cNvSpPr/>
            <p:nvPr/>
          </p:nvSpPr>
          <p:spPr>
            <a:xfrm>
              <a:off x="6448564" y="3803801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0 w 477"/>
                <a:gd name="csY2" fmla="*/ 0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" name="Freeform 1730">
              <a:extLst>
                <a:ext uri="{FF2B5EF4-FFF2-40B4-BE49-F238E27FC236}">
                  <a16:creationId xmlns:a16="http://schemas.microsoft.com/office/drawing/2014/main" id="{05C00C0F-57AA-17D1-B16C-790536749613}"/>
                </a:ext>
              </a:extLst>
            </p:cNvPr>
            <p:cNvSpPr/>
            <p:nvPr/>
          </p:nvSpPr>
          <p:spPr>
            <a:xfrm>
              <a:off x="6448085" y="4963728"/>
              <a:ext cx="955" cy="2388"/>
            </a:xfrm>
            <a:custGeom>
              <a:avLst/>
              <a:gdLst>
                <a:gd name="csX0" fmla="*/ 956 w 955"/>
                <a:gd name="csY0" fmla="*/ 2389 h 2388"/>
                <a:gd name="csX1" fmla="*/ 478 w 955"/>
                <a:gd name="csY1" fmla="*/ 955 h 2388"/>
                <a:gd name="csX2" fmla="*/ 0 w 955"/>
                <a:gd name="csY2" fmla="*/ 0 h 2388"/>
                <a:gd name="csX3" fmla="*/ 478 w 955"/>
                <a:gd name="csY3" fmla="*/ 955 h 2388"/>
                <a:gd name="csX4" fmla="*/ 956 w 955"/>
                <a:gd name="csY4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2388">
                  <a:moveTo>
                    <a:pt x="956" y="2389"/>
                  </a:moveTo>
                  <a:lnTo>
                    <a:pt x="478" y="955"/>
                  </a:lnTo>
                  <a:lnTo>
                    <a:pt x="0" y="0"/>
                  </a:lnTo>
                  <a:lnTo>
                    <a:pt x="478" y="955"/>
                  </a:lnTo>
                  <a:lnTo>
                    <a:pt x="95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2" name="Freeform 1731">
              <a:extLst>
                <a:ext uri="{FF2B5EF4-FFF2-40B4-BE49-F238E27FC236}">
                  <a16:creationId xmlns:a16="http://schemas.microsoft.com/office/drawing/2014/main" id="{C35C4A3A-0004-9B73-92AE-9AFF951E6EC0}"/>
                </a:ext>
              </a:extLst>
            </p:cNvPr>
            <p:cNvSpPr/>
            <p:nvPr/>
          </p:nvSpPr>
          <p:spPr>
            <a:xfrm>
              <a:off x="6447608" y="3737875"/>
              <a:ext cx="477" cy="1433"/>
            </a:xfrm>
            <a:custGeom>
              <a:avLst/>
              <a:gdLst>
                <a:gd name="csX0" fmla="*/ 478 w 477"/>
                <a:gd name="csY0" fmla="*/ 1433 h 1433"/>
                <a:gd name="csX1" fmla="*/ 478 w 477"/>
                <a:gd name="csY1" fmla="*/ 1433 h 1433"/>
                <a:gd name="csX2" fmla="*/ 0 w 477"/>
                <a:gd name="csY2" fmla="*/ 956 h 1433"/>
                <a:gd name="csX3" fmla="*/ 0 w 477"/>
                <a:gd name="csY3" fmla="*/ 0 h 1433"/>
                <a:gd name="csX4" fmla="*/ 0 w 477"/>
                <a:gd name="csY4" fmla="*/ 0 h 1433"/>
                <a:gd name="csX5" fmla="*/ 0 w 477"/>
                <a:gd name="csY5" fmla="*/ 956 h 1433"/>
                <a:gd name="csX6" fmla="*/ 478 w 477"/>
                <a:gd name="csY6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1433">
                  <a:moveTo>
                    <a:pt x="478" y="1433"/>
                  </a:moveTo>
                  <a:lnTo>
                    <a:pt x="478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6"/>
                  </a:lnTo>
                  <a:lnTo>
                    <a:pt x="47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3" name="Freeform 1732">
              <a:extLst>
                <a:ext uri="{FF2B5EF4-FFF2-40B4-BE49-F238E27FC236}">
                  <a16:creationId xmlns:a16="http://schemas.microsoft.com/office/drawing/2014/main" id="{C45D2494-56EA-E131-7FC5-4DAC7CDBEA30}"/>
                </a:ext>
              </a:extLst>
            </p:cNvPr>
            <p:cNvSpPr/>
            <p:nvPr/>
          </p:nvSpPr>
          <p:spPr>
            <a:xfrm>
              <a:off x="6445219" y="5306738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0 w 1433"/>
                <a:gd name="csY1" fmla="*/ 1433 h 1433"/>
                <a:gd name="csX2" fmla="*/ 1433 w 1433"/>
                <a:gd name="csY2" fmla="*/ 0 h 1433"/>
                <a:gd name="csX3" fmla="*/ 1433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0" y="1433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4" name="Freeform 1733">
              <a:extLst>
                <a:ext uri="{FF2B5EF4-FFF2-40B4-BE49-F238E27FC236}">
                  <a16:creationId xmlns:a16="http://schemas.microsoft.com/office/drawing/2014/main" id="{65C96950-2C09-A1F9-16C4-A093CCB29417}"/>
                </a:ext>
              </a:extLst>
            </p:cNvPr>
            <p:cNvSpPr/>
            <p:nvPr/>
          </p:nvSpPr>
          <p:spPr>
            <a:xfrm>
              <a:off x="6443786" y="4656071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1433 w 2388"/>
                <a:gd name="csY1" fmla="*/ 0 h 477"/>
                <a:gd name="csX2" fmla="*/ 0 w 2388"/>
                <a:gd name="csY2" fmla="*/ 0 h 477"/>
                <a:gd name="csX3" fmla="*/ 1433 w 2388"/>
                <a:gd name="csY3" fmla="*/ 0 h 477"/>
                <a:gd name="csX4" fmla="*/ 2389 w 2388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1433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5" name="Freeform 1734">
              <a:extLst>
                <a:ext uri="{FF2B5EF4-FFF2-40B4-BE49-F238E27FC236}">
                  <a16:creationId xmlns:a16="http://schemas.microsoft.com/office/drawing/2014/main" id="{3F1143BF-246F-0380-144C-A134349B9332}"/>
                </a:ext>
              </a:extLst>
            </p:cNvPr>
            <p:cNvSpPr/>
            <p:nvPr/>
          </p:nvSpPr>
          <p:spPr>
            <a:xfrm>
              <a:off x="6442353" y="5308171"/>
              <a:ext cx="2866" cy="3821"/>
            </a:xfrm>
            <a:custGeom>
              <a:avLst/>
              <a:gdLst>
                <a:gd name="csX0" fmla="*/ 2866 w 2866"/>
                <a:gd name="csY0" fmla="*/ 0 h 3821"/>
                <a:gd name="csX1" fmla="*/ 0 w 2866"/>
                <a:gd name="csY1" fmla="*/ 3822 h 3821"/>
                <a:gd name="csX2" fmla="*/ 2866 w 2866"/>
                <a:gd name="csY2" fmla="*/ 0 h 3821"/>
                <a:gd name="csX3" fmla="*/ 2866 w 2866"/>
                <a:gd name="csY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3821">
                  <a:moveTo>
                    <a:pt x="2866" y="0"/>
                  </a:moveTo>
                  <a:lnTo>
                    <a:pt x="0" y="3822"/>
                  </a:lnTo>
                  <a:lnTo>
                    <a:pt x="2866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6" name="Freeform 1735">
              <a:extLst>
                <a:ext uri="{FF2B5EF4-FFF2-40B4-BE49-F238E27FC236}">
                  <a16:creationId xmlns:a16="http://schemas.microsoft.com/office/drawing/2014/main" id="{19130698-EE6F-A59E-3E6C-D81488236E6D}"/>
                </a:ext>
              </a:extLst>
            </p:cNvPr>
            <p:cNvSpPr/>
            <p:nvPr/>
          </p:nvSpPr>
          <p:spPr>
            <a:xfrm>
              <a:off x="6433276" y="4025945"/>
              <a:ext cx="10510" cy="11943"/>
            </a:xfrm>
            <a:custGeom>
              <a:avLst/>
              <a:gdLst>
                <a:gd name="csX0" fmla="*/ 10510 w 10510"/>
                <a:gd name="csY0" fmla="*/ 0 h 11943"/>
                <a:gd name="csX1" fmla="*/ 10510 w 10510"/>
                <a:gd name="csY1" fmla="*/ 1433 h 11943"/>
                <a:gd name="csX2" fmla="*/ 8599 w 10510"/>
                <a:gd name="csY2" fmla="*/ 5255 h 11943"/>
                <a:gd name="csX3" fmla="*/ 7166 w 10510"/>
                <a:gd name="csY3" fmla="*/ 7166 h 11943"/>
                <a:gd name="csX4" fmla="*/ 7644 w 10510"/>
                <a:gd name="csY4" fmla="*/ 8599 h 11943"/>
                <a:gd name="csX5" fmla="*/ 5255 w 10510"/>
                <a:gd name="csY5" fmla="*/ 9077 h 11943"/>
                <a:gd name="csX6" fmla="*/ 2866 w 10510"/>
                <a:gd name="csY6" fmla="*/ 11466 h 11943"/>
                <a:gd name="csX7" fmla="*/ 956 w 10510"/>
                <a:gd name="csY7" fmla="*/ 11943 h 11943"/>
                <a:gd name="csX8" fmla="*/ 478 w 10510"/>
                <a:gd name="csY8" fmla="*/ 11943 h 11943"/>
                <a:gd name="csX9" fmla="*/ 0 w 10510"/>
                <a:gd name="csY9" fmla="*/ 10988 h 11943"/>
                <a:gd name="csX10" fmla="*/ 956 w 10510"/>
                <a:gd name="csY10" fmla="*/ 8599 h 11943"/>
                <a:gd name="csX11" fmla="*/ 0 w 10510"/>
                <a:gd name="csY11" fmla="*/ 6688 h 11943"/>
                <a:gd name="csX12" fmla="*/ 0 w 10510"/>
                <a:gd name="csY12" fmla="*/ 6211 h 11943"/>
                <a:gd name="csX13" fmla="*/ 1433 w 10510"/>
                <a:gd name="csY13" fmla="*/ 5255 h 11943"/>
                <a:gd name="csX14" fmla="*/ 1911 w 10510"/>
                <a:gd name="csY14" fmla="*/ 3822 h 11943"/>
                <a:gd name="csX15" fmla="*/ 3822 w 10510"/>
                <a:gd name="csY15" fmla="*/ 2389 h 11943"/>
                <a:gd name="csX16" fmla="*/ 9077 w 10510"/>
                <a:gd name="csY16" fmla="*/ 478 h 11943"/>
                <a:gd name="csX17" fmla="*/ 10510 w 10510"/>
                <a:gd name="csY17" fmla="*/ 0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510" h="11943">
                  <a:moveTo>
                    <a:pt x="10510" y="0"/>
                  </a:moveTo>
                  <a:lnTo>
                    <a:pt x="10510" y="1433"/>
                  </a:lnTo>
                  <a:lnTo>
                    <a:pt x="8599" y="5255"/>
                  </a:lnTo>
                  <a:lnTo>
                    <a:pt x="7166" y="7166"/>
                  </a:lnTo>
                  <a:lnTo>
                    <a:pt x="7644" y="8599"/>
                  </a:lnTo>
                  <a:lnTo>
                    <a:pt x="5255" y="9077"/>
                  </a:lnTo>
                  <a:lnTo>
                    <a:pt x="2866" y="11466"/>
                  </a:lnTo>
                  <a:lnTo>
                    <a:pt x="956" y="11943"/>
                  </a:lnTo>
                  <a:lnTo>
                    <a:pt x="478" y="11943"/>
                  </a:lnTo>
                  <a:lnTo>
                    <a:pt x="0" y="10988"/>
                  </a:lnTo>
                  <a:lnTo>
                    <a:pt x="956" y="8599"/>
                  </a:lnTo>
                  <a:lnTo>
                    <a:pt x="0" y="6688"/>
                  </a:lnTo>
                  <a:lnTo>
                    <a:pt x="0" y="6211"/>
                  </a:lnTo>
                  <a:lnTo>
                    <a:pt x="1433" y="5255"/>
                  </a:lnTo>
                  <a:lnTo>
                    <a:pt x="1911" y="3822"/>
                  </a:lnTo>
                  <a:lnTo>
                    <a:pt x="3822" y="2389"/>
                  </a:lnTo>
                  <a:lnTo>
                    <a:pt x="9077" y="478"/>
                  </a:lnTo>
                  <a:lnTo>
                    <a:pt x="105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7" name="Freeform 1736">
              <a:extLst>
                <a:ext uri="{FF2B5EF4-FFF2-40B4-BE49-F238E27FC236}">
                  <a16:creationId xmlns:a16="http://schemas.microsoft.com/office/drawing/2014/main" id="{09391FF1-14DB-88F0-22EF-4192A0FE324E}"/>
                </a:ext>
              </a:extLst>
            </p:cNvPr>
            <p:cNvSpPr/>
            <p:nvPr/>
          </p:nvSpPr>
          <p:spPr>
            <a:xfrm>
              <a:off x="6300467" y="3436427"/>
              <a:ext cx="142363" cy="79302"/>
            </a:xfrm>
            <a:custGeom>
              <a:avLst/>
              <a:gdLst>
                <a:gd name="csX0" fmla="*/ 142363 w 142363"/>
                <a:gd name="csY0" fmla="*/ 58283 h 79302"/>
                <a:gd name="csX1" fmla="*/ 142363 w 142363"/>
                <a:gd name="csY1" fmla="*/ 60194 h 79302"/>
                <a:gd name="csX2" fmla="*/ 141886 w 142363"/>
                <a:gd name="csY2" fmla="*/ 62582 h 79302"/>
                <a:gd name="csX3" fmla="*/ 141408 w 142363"/>
                <a:gd name="csY3" fmla="*/ 64016 h 79302"/>
                <a:gd name="csX4" fmla="*/ 140930 w 142363"/>
                <a:gd name="csY4" fmla="*/ 64016 h 79302"/>
                <a:gd name="csX5" fmla="*/ 139019 w 142363"/>
                <a:gd name="csY5" fmla="*/ 64493 h 79302"/>
                <a:gd name="csX6" fmla="*/ 136631 w 142363"/>
                <a:gd name="csY6" fmla="*/ 66404 h 79302"/>
                <a:gd name="csX7" fmla="*/ 132331 w 142363"/>
                <a:gd name="csY7" fmla="*/ 70704 h 79302"/>
                <a:gd name="csX8" fmla="*/ 131376 w 142363"/>
                <a:gd name="csY8" fmla="*/ 71659 h 79302"/>
                <a:gd name="csX9" fmla="*/ 130420 w 142363"/>
                <a:gd name="csY9" fmla="*/ 75003 h 79302"/>
                <a:gd name="csX10" fmla="*/ 129942 w 142363"/>
                <a:gd name="csY10" fmla="*/ 75003 h 79302"/>
                <a:gd name="csX11" fmla="*/ 128031 w 142363"/>
                <a:gd name="csY11" fmla="*/ 75003 h 79302"/>
                <a:gd name="csX12" fmla="*/ 127076 w 142363"/>
                <a:gd name="csY12" fmla="*/ 75003 h 79302"/>
                <a:gd name="csX13" fmla="*/ 124688 w 142363"/>
                <a:gd name="csY13" fmla="*/ 75003 h 79302"/>
                <a:gd name="csX14" fmla="*/ 119910 w 142363"/>
                <a:gd name="csY14" fmla="*/ 74048 h 79302"/>
                <a:gd name="csX15" fmla="*/ 117999 w 142363"/>
                <a:gd name="csY15" fmla="*/ 75003 h 79302"/>
                <a:gd name="csX16" fmla="*/ 115133 w 142363"/>
                <a:gd name="csY16" fmla="*/ 78348 h 79302"/>
                <a:gd name="csX17" fmla="*/ 114177 w 142363"/>
                <a:gd name="csY17" fmla="*/ 78825 h 79302"/>
                <a:gd name="csX18" fmla="*/ 111311 w 142363"/>
                <a:gd name="csY18" fmla="*/ 79303 h 79302"/>
                <a:gd name="csX19" fmla="*/ 110833 w 142363"/>
                <a:gd name="csY19" fmla="*/ 79303 h 79302"/>
                <a:gd name="csX20" fmla="*/ 109400 w 142363"/>
                <a:gd name="csY20" fmla="*/ 79303 h 79302"/>
                <a:gd name="csX21" fmla="*/ 107011 w 142363"/>
                <a:gd name="csY21" fmla="*/ 78348 h 79302"/>
                <a:gd name="csX22" fmla="*/ 104623 w 142363"/>
                <a:gd name="csY22" fmla="*/ 76914 h 79302"/>
                <a:gd name="csX23" fmla="*/ 103190 w 142363"/>
                <a:gd name="csY23" fmla="*/ 75003 h 79302"/>
                <a:gd name="csX24" fmla="*/ 100801 w 142363"/>
                <a:gd name="csY24" fmla="*/ 72137 h 79302"/>
                <a:gd name="csX25" fmla="*/ 100323 w 142363"/>
                <a:gd name="csY25" fmla="*/ 72137 h 79302"/>
                <a:gd name="csX26" fmla="*/ 98890 w 142363"/>
                <a:gd name="csY26" fmla="*/ 70704 h 79302"/>
                <a:gd name="csX27" fmla="*/ 96501 w 142363"/>
                <a:gd name="csY27" fmla="*/ 68793 h 79302"/>
                <a:gd name="csX28" fmla="*/ 92202 w 142363"/>
                <a:gd name="csY28" fmla="*/ 65449 h 79302"/>
                <a:gd name="csX29" fmla="*/ 90769 w 142363"/>
                <a:gd name="csY29" fmla="*/ 64493 h 79302"/>
                <a:gd name="csX30" fmla="*/ 83125 w 142363"/>
                <a:gd name="csY30" fmla="*/ 63060 h 79302"/>
                <a:gd name="csX31" fmla="*/ 80258 w 142363"/>
                <a:gd name="csY31" fmla="*/ 62105 h 79302"/>
                <a:gd name="csX32" fmla="*/ 77870 w 142363"/>
                <a:gd name="csY32" fmla="*/ 58283 h 79302"/>
                <a:gd name="csX33" fmla="*/ 76915 w 142363"/>
                <a:gd name="csY33" fmla="*/ 55894 h 79302"/>
                <a:gd name="csX34" fmla="*/ 76915 w 142363"/>
                <a:gd name="csY34" fmla="*/ 55894 h 79302"/>
                <a:gd name="csX35" fmla="*/ 75959 w 142363"/>
                <a:gd name="csY35" fmla="*/ 55417 h 79302"/>
                <a:gd name="csX36" fmla="*/ 74526 w 142363"/>
                <a:gd name="csY36" fmla="*/ 55894 h 79302"/>
                <a:gd name="csX37" fmla="*/ 73093 w 142363"/>
                <a:gd name="csY37" fmla="*/ 56372 h 79302"/>
                <a:gd name="csX38" fmla="*/ 69749 w 142363"/>
                <a:gd name="csY38" fmla="*/ 59238 h 79302"/>
                <a:gd name="csX39" fmla="*/ 68793 w 142363"/>
                <a:gd name="csY39" fmla="*/ 59238 h 79302"/>
                <a:gd name="csX40" fmla="*/ 68793 w 142363"/>
                <a:gd name="csY40" fmla="*/ 59238 h 79302"/>
                <a:gd name="csX41" fmla="*/ 66405 w 142363"/>
                <a:gd name="csY41" fmla="*/ 59238 h 79302"/>
                <a:gd name="csX42" fmla="*/ 61627 w 142363"/>
                <a:gd name="csY42" fmla="*/ 60194 h 79302"/>
                <a:gd name="csX43" fmla="*/ 59239 w 142363"/>
                <a:gd name="csY43" fmla="*/ 59238 h 79302"/>
                <a:gd name="csX44" fmla="*/ 55417 w 142363"/>
                <a:gd name="csY44" fmla="*/ 57805 h 79302"/>
                <a:gd name="csX45" fmla="*/ 53506 w 142363"/>
                <a:gd name="csY45" fmla="*/ 57805 h 79302"/>
                <a:gd name="csX46" fmla="*/ 51595 w 142363"/>
                <a:gd name="csY46" fmla="*/ 57805 h 79302"/>
                <a:gd name="csX47" fmla="*/ 43474 w 142363"/>
                <a:gd name="csY47" fmla="*/ 56850 h 79302"/>
                <a:gd name="csX48" fmla="*/ 41563 w 142363"/>
                <a:gd name="csY48" fmla="*/ 57805 h 79302"/>
                <a:gd name="csX49" fmla="*/ 40129 w 142363"/>
                <a:gd name="csY49" fmla="*/ 58283 h 79302"/>
                <a:gd name="csX50" fmla="*/ 38696 w 142363"/>
                <a:gd name="csY50" fmla="*/ 56372 h 79302"/>
                <a:gd name="csX51" fmla="*/ 38696 w 142363"/>
                <a:gd name="csY51" fmla="*/ 56372 h 79302"/>
                <a:gd name="csX52" fmla="*/ 36785 w 142363"/>
                <a:gd name="csY52" fmla="*/ 55894 h 79302"/>
                <a:gd name="csX53" fmla="*/ 34874 w 142363"/>
                <a:gd name="csY53" fmla="*/ 56372 h 79302"/>
                <a:gd name="csX54" fmla="*/ 31052 w 142363"/>
                <a:gd name="csY54" fmla="*/ 56372 h 79302"/>
                <a:gd name="csX55" fmla="*/ 26753 w 142363"/>
                <a:gd name="csY55" fmla="*/ 55894 h 79302"/>
                <a:gd name="csX56" fmla="*/ 26753 w 142363"/>
                <a:gd name="csY56" fmla="*/ 55894 h 79302"/>
                <a:gd name="csX57" fmla="*/ 21020 w 142363"/>
                <a:gd name="csY57" fmla="*/ 55417 h 79302"/>
                <a:gd name="csX58" fmla="*/ 20542 w 142363"/>
                <a:gd name="csY58" fmla="*/ 55417 h 79302"/>
                <a:gd name="csX59" fmla="*/ 20542 w 142363"/>
                <a:gd name="csY59" fmla="*/ 55417 h 79302"/>
                <a:gd name="csX60" fmla="*/ 14332 w 142363"/>
                <a:gd name="csY60" fmla="*/ 58283 h 79302"/>
                <a:gd name="csX61" fmla="*/ 13854 w 142363"/>
                <a:gd name="csY61" fmla="*/ 58283 h 79302"/>
                <a:gd name="csX62" fmla="*/ 12899 w 142363"/>
                <a:gd name="csY62" fmla="*/ 58283 h 79302"/>
                <a:gd name="csX63" fmla="*/ 8599 w 142363"/>
                <a:gd name="csY63" fmla="*/ 61149 h 79302"/>
                <a:gd name="csX64" fmla="*/ 6210 w 142363"/>
                <a:gd name="csY64" fmla="*/ 62582 h 79302"/>
                <a:gd name="csX65" fmla="*/ 478 w 142363"/>
                <a:gd name="csY65" fmla="*/ 66404 h 79302"/>
                <a:gd name="csX66" fmla="*/ 0 w 142363"/>
                <a:gd name="csY66" fmla="*/ 60194 h 79302"/>
                <a:gd name="csX67" fmla="*/ 478 w 142363"/>
                <a:gd name="csY67" fmla="*/ 47773 h 79302"/>
                <a:gd name="csX68" fmla="*/ 956 w 142363"/>
                <a:gd name="csY68" fmla="*/ 41562 h 79302"/>
                <a:gd name="csX69" fmla="*/ 4777 w 142363"/>
                <a:gd name="csY69" fmla="*/ 38218 h 79302"/>
                <a:gd name="csX70" fmla="*/ 6688 w 142363"/>
                <a:gd name="csY70" fmla="*/ 35352 h 79302"/>
                <a:gd name="csX71" fmla="*/ 7644 w 142363"/>
                <a:gd name="csY71" fmla="*/ 31530 h 79302"/>
                <a:gd name="csX72" fmla="*/ 8121 w 142363"/>
                <a:gd name="csY72" fmla="*/ 27708 h 79302"/>
                <a:gd name="csX73" fmla="*/ 9077 w 142363"/>
                <a:gd name="csY73" fmla="*/ 24842 h 79302"/>
                <a:gd name="csX74" fmla="*/ 14332 w 142363"/>
                <a:gd name="csY74" fmla="*/ 16721 h 79302"/>
                <a:gd name="csX75" fmla="*/ 18632 w 142363"/>
                <a:gd name="csY75" fmla="*/ 15765 h 79302"/>
                <a:gd name="csX76" fmla="*/ 24364 w 142363"/>
                <a:gd name="csY76" fmla="*/ 13376 h 79302"/>
                <a:gd name="csX77" fmla="*/ 30575 w 142363"/>
                <a:gd name="csY77" fmla="*/ 11465 h 79302"/>
                <a:gd name="csX78" fmla="*/ 32008 w 142363"/>
                <a:gd name="csY78" fmla="*/ 13854 h 79302"/>
                <a:gd name="csX79" fmla="*/ 32486 w 142363"/>
                <a:gd name="csY79" fmla="*/ 15765 h 79302"/>
                <a:gd name="csX80" fmla="*/ 40129 w 142363"/>
                <a:gd name="csY80" fmla="*/ 22931 h 79302"/>
                <a:gd name="csX81" fmla="*/ 42040 w 142363"/>
                <a:gd name="csY81" fmla="*/ 24842 h 79302"/>
                <a:gd name="csX82" fmla="*/ 44907 w 142363"/>
                <a:gd name="csY82" fmla="*/ 32963 h 79302"/>
                <a:gd name="csX83" fmla="*/ 52073 w 142363"/>
                <a:gd name="csY83" fmla="*/ 36785 h 79302"/>
                <a:gd name="csX84" fmla="*/ 57805 w 142363"/>
                <a:gd name="csY84" fmla="*/ 35352 h 79302"/>
                <a:gd name="csX85" fmla="*/ 60194 w 142363"/>
                <a:gd name="csY85" fmla="*/ 33441 h 79302"/>
                <a:gd name="csX86" fmla="*/ 64971 w 142363"/>
                <a:gd name="csY86" fmla="*/ 30097 h 79302"/>
                <a:gd name="csX87" fmla="*/ 66882 w 142363"/>
                <a:gd name="csY87" fmla="*/ 27708 h 79302"/>
                <a:gd name="csX88" fmla="*/ 67360 w 142363"/>
                <a:gd name="csY88" fmla="*/ 24842 h 79302"/>
                <a:gd name="csX89" fmla="*/ 66405 w 142363"/>
                <a:gd name="csY89" fmla="*/ 14332 h 79302"/>
                <a:gd name="csX90" fmla="*/ 64971 w 142363"/>
                <a:gd name="csY90" fmla="*/ 9555 h 79302"/>
                <a:gd name="csX91" fmla="*/ 65449 w 142363"/>
                <a:gd name="csY91" fmla="*/ 6210 h 79302"/>
                <a:gd name="csX92" fmla="*/ 66405 w 142363"/>
                <a:gd name="csY92" fmla="*/ 6688 h 79302"/>
                <a:gd name="csX93" fmla="*/ 68315 w 142363"/>
                <a:gd name="csY93" fmla="*/ 5255 h 79302"/>
                <a:gd name="csX94" fmla="*/ 74526 w 142363"/>
                <a:gd name="csY94" fmla="*/ 2389 h 79302"/>
                <a:gd name="csX95" fmla="*/ 75959 w 142363"/>
                <a:gd name="csY95" fmla="*/ 2389 h 79302"/>
                <a:gd name="csX96" fmla="*/ 77392 w 142363"/>
                <a:gd name="csY96" fmla="*/ 1911 h 79302"/>
                <a:gd name="csX97" fmla="*/ 81214 w 142363"/>
                <a:gd name="csY97" fmla="*/ 0 h 79302"/>
                <a:gd name="csX98" fmla="*/ 82647 w 142363"/>
                <a:gd name="csY98" fmla="*/ 955 h 79302"/>
                <a:gd name="csX99" fmla="*/ 83603 w 142363"/>
                <a:gd name="csY99" fmla="*/ 2389 h 79302"/>
                <a:gd name="csX100" fmla="*/ 84081 w 142363"/>
                <a:gd name="csY100" fmla="*/ 2389 h 79302"/>
                <a:gd name="csX101" fmla="*/ 84558 w 142363"/>
                <a:gd name="csY101" fmla="*/ 1911 h 79302"/>
                <a:gd name="csX102" fmla="*/ 84558 w 142363"/>
                <a:gd name="csY102" fmla="*/ 955 h 79302"/>
                <a:gd name="csX103" fmla="*/ 84558 w 142363"/>
                <a:gd name="csY103" fmla="*/ 478 h 79302"/>
                <a:gd name="csX104" fmla="*/ 85991 w 142363"/>
                <a:gd name="csY104" fmla="*/ 478 h 79302"/>
                <a:gd name="csX105" fmla="*/ 90291 w 142363"/>
                <a:gd name="csY105" fmla="*/ 3822 h 79302"/>
                <a:gd name="csX106" fmla="*/ 92202 w 142363"/>
                <a:gd name="csY106" fmla="*/ 4777 h 79302"/>
                <a:gd name="csX107" fmla="*/ 93157 w 142363"/>
                <a:gd name="csY107" fmla="*/ 4777 h 79302"/>
                <a:gd name="csX108" fmla="*/ 94590 w 142363"/>
                <a:gd name="csY108" fmla="*/ 6688 h 79302"/>
                <a:gd name="csX109" fmla="*/ 98890 w 142363"/>
                <a:gd name="csY109" fmla="*/ 7644 h 79302"/>
                <a:gd name="csX110" fmla="*/ 99368 w 142363"/>
                <a:gd name="csY110" fmla="*/ 8121 h 79302"/>
                <a:gd name="csX111" fmla="*/ 99368 w 142363"/>
                <a:gd name="csY111" fmla="*/ 9555 h 79302"/>
                <a:gd name="csX112" fmla="*/ 103190 w 142363"/>
                <a:gd name="csY112" fmla="*/ 13376 h 79302"/>
                <a:gd name="csX113" fmla="*/ 104623 w 142363"/>
                <a:gd name="csY113" fmla="*/ 15765 h 79302"/>
                <a:gd name="csX114" fmla="*/ 107967 w 142363"/>
                <a:gd name="csY114" fmla="*/ 17676 h 79302"/>
                <a:gd name="csX115" fmla="*/ 109400 w 142363"/>
                <a:gd name="csY115" fmla="*/ 18154 h 79302"/>
                <a:gd name="csX116" fmla="*/ 115133 w 142363"/>
                <a:gd name="csY116" fmla="*/ 16243 h 79302"/>
                <a:gd name="csX117" fmla="*/ 116566 w 142363"/>
                <a:gd name="csY117" fmla="*/ 15287 h 79302"/>
                <a:gd name="csX118" fmla="*/ 117999 w 142363"/>
                <a:gd name="csY118" fmla="*/ 15287 h 79302"/>
                <a:gd name="csX119" fmla="*/ 119433 w 142363"/>
                <a:gd name="csY119" fmla="*/ 16243 h 79302"/>
                <a:gd name="csX120" fmla="*/ 122299 w 142363"/>
                <a:gd name="csY120" fmla="*/ 17676 h 79302"/>
                <a:gd name="csX121" fmla="*/ 125165 w 142363"/>
                <a:gd name="csY121" fmla="*/ 18154 h 79302"/>
                <a:gd name="csX122" fmla="*/ 125643 w 142363"/>
                <a:gd name="csY122" fmla="*/ 18154 h 79302"/>
                <a:gd name="csX123" fmla="*/ 125643 w 142363"/>
                <a:gd name="csY123" fmla="*/ 18154 h 79302"/>
                <a:gd name="csX124" fmla="*/ 128031 w 142363"/>
                <a:gd name="csY124" fmla="*/ 18154 h 79302"/>
                <a:gd name="csX125" fmla="*/ 128987 w 142363"/>
                <a:gd name="csY125" fmla="*/ 18631 h 79302"/>
                <a:gd name="csX126" fmla="*/ 128987 w 142363"/>
                <a:gd name="csY126" fmla="*/ 18631 h 79302"/>
                <a:gd name="csX127" fmla="*/ 129465 w 142363"/>
                <a:gd name="csY127" fmla="*/ 21498 h 79302"/>
                <a:gd name="csX128" fmla="*/ 129465 w 142363"/>
                <a:gd name="csY128" fmla="*/ 21498 h 79302"/>
                <a:gd name="csX129" fmla="*/ 132331 w 142363"/>
                <a:gd name="csY129" fmla="*/ 23409 h 79302"/>
                <a:gd name="csX130" fmla="*/ 134720 w 142363"/>
                <a:gd name="csY130" fmla="*/ 25320 h 79302"/>
                <a:gd name="csX131" fmla="*/ 135197 w 142363"/>
                <a:gd name="csY131" fmla="*/ 26275 h 79302"/>
                <a:gd name="csX132" fmla="*/ 135197 w 142363"/>
                <a:gd name="csY132" fmla="*/ 27708 h 79302"/>
                <a:gd name="csX133" fmla="*/ 135197 w 142363"/>
                <a:gd name="csY133" fmla="*/ 29141 h 79302"/>
                <a:gd name="csX134" fmla="*/ 134720 w 142363"/>
                <a:gd name="csY134" fmla="*/ 30097 h 79302"/>
                <a:gd name="csX135" fmla="*/ 133765 w 142363"/>
                <a:gd name="csY135" fmla="*/ 31530 h 79302"/>
                <a:gd name="csX136" fmla="*/ 133765 w 142363"/>
                <a:gd name="csY136" fmla="*/ 31530 h 79302"/>
                <a:gd name="csX137" fmla="*/ 132809 w 142363"/>
                <a:gd name="csY137" fmla="*/ 33919 h 79302"/>
                <a:gd name="csX138" fmla="*/ 132809 w 142363"/>
                <a:gd name="csY138" fmla="*/ 33919 h 79302"/>
                <a:gd name="csX139" fmla="*/ 132809 w 142363"/>
                <a:gd name="csY139" fmla="*/ 36785 h 79302"/>
                <a:gd name="csX140" fmla="*/ 131376 w 142363"/>
                <a:gd name="csY140" fmla="*/ 41085 h 79302"/>
                <a:gd name="csX141" fmla="*/ 131376 w 142363"/>
                <a:gd name="csY141" fmla="*/ 41085 h 79302"/>
                <a:gd name="csX142" fmla="*/ 131376 w 142363"/>
                <a:gd name="csY142" fmla="*/ 41085 h 79302"/>
                <a:gd name="csX143" fmla="*/ 131854 w 142363"/>
                <a:gd name="csY143" fmla="*/ 41085 h 79302"/>
                <a:gd name="csX144" fmla="*/ 134720 w 142363"/>
                <a:gd name="csY144" fmla="*/ 40129 h 79302"/>
                <a:gd name="csX145" fmla="*/ 135675 w 142363"/>
                <a:gd name="csY145" fmla="*/ 40607 h 79302"/>
                <a:gd name="csX146" fmla="*/ 136153 w 142363"/>
                <a:gd name="csY146" fmla="*/ 41562 h 79302"/>
                <a:gd name="csX147" fmla="*/ 136153 w 142363"/>
                <a:gd name="csY147" fmla="*/ 42040 h 79302"/>
                <a:gd name="csX148" fmla="*/ 136631 w 142363"/>
                <a:gd name="csY148" fmla="*/ 44429 h 79302"/>
                <a:gd name="csX149" fmla="*/ 136631 w 142363"/>
                <a:gd name="csY149" fmla="*/ 44429 h 79302"/>
                <a:gd name="csX150" fmla="*/ 137586 w 142363"/>
                <a:gd name="csY150" fmla="*/ 45862 h 79302"/>
                <a:gd name="csX151" fmla="*/ 138542 w 142363"/>
                <a:gd name="csY151" fmla="*/ 47773 h 79302"/>
                <a:gd name="csX152" fmla="*/ 138542 w 142363"/>
                <a:gd name="csY152" fmla="*/ 49206 h 79302"/>
                <a:gd name="csX153" fmla="*/ 138542 w 142363"/>
                <a:gd name="csY153" fmla="*/ 49206 h 79302"/>
                <a:gd name="csX154" fmla="*/ 140452 w 142363"/>
                <a:gd name="csY154" fmla="*/ 51117 h 79302"/>
                <a:gd name="csX155" fmla="*/ 140452 w 142363"/>
                <a:gd name="csY155" fmla="*/ 51117 h 79302"/>
                <a:gd name="csX156" fmla="*/ 140930 w 142363"/>
                <a:gd name="csY156" fmla="*/ 52072 h 79302"/>
                <a:gd name="csX157" fmla="*/ 141886 w 142363"/>
                <a:gd name="csY157" fmla="*/ 55894 h 79302"/>
                <a:gd name="csX158" fmla="*/ 142363 w 142363"/>
                <a:gd name="csY158" fmla="*/ 58283 h 79302"/>
                <a:gd name="csX159" fmla="*/ 142363 w 142363"/>
                <a:gd name="csY159" fmla="*/ 58283 h 79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</a:cxnLst>
              <a:rect l="l" t="t" r="r" b="b"/>
              <a:pathLst>
                <a:path w="142363" h="79302">
                  <a:moveTo>
                    <a:pt x="142363" y="58283"/>
                  </a:moveTo>
                  <a:lnTo>
                    <a:pt x="142363" y="60194"/>
                  </a:lnTo>
                  <a:lnTo>
                    <a:pt x="141886" y="62582"/>
                  </a:lnTo>
                  <a:lnTo>
                    <a:pt x="141408" y="64016"/>
                  </a:lnTo>
                  <a:lnTo>
                    <a:pt x="140930" y="64016"/>
                  </a:lnTo>
                  <a:lnTo>
                    <a:pt x="139019" y="64493"/>
                  </a:lnTo>
                  <a:lnTo>
                    <a:pt x="136631" y="66404"/>
                  </a:lnTo>
                  <a:lnTo>
                    <a:pt x="132331" y="70704"/>
                  </a:lnTo>
                  <a:lnTo>
                    <a:pt x="131376" y="71659"/>
                  </a:lnTo>
                  <a:lnTo>
                    <a:pt x="130420" y="75003"/>
                  </a:lnTo>
                  <a:lnTo>
                    <a:pt x="129942" y="75003"/>
                  </a:lnTo>
                  <a:lnTo>
                    <a:pt x="128031" y="75003"/>
                  </a:lnTo>
                  <a:lnTo>
                    <a:pt x="127076" y="75003"/>
                  </a:lnTo>
                  <a:lnTo>
                    <a:pt x="124688" y="75003"/>
                  </a:lnTo>
                  <a:lnTo>
                    <a:pt x="119910" y="74048"/>
                  </a:lnTo>
                  <a:lnTo>
                    <a:pt x="117999" y="75003"/>
                  </a:lnTo>
                  <a:lnTo>
                    <a:pt x="115133" y="78348"/>
                  </a:lnTo>
                  <a:lnTo>
                    <a:pt x="114177" y="78825"/>
                  </a:lnTo>
                  <a:lnTo>
                    <a:pt x="111311" y="79303"/>
                  </a:lnTo>
                  <a:lnTo>
                    <a:pt x="110833" y="79303"/>
                  </a:lnTo>
                  <a:lnTo>
                    <a:pt x="109400" y="79303"/>
                  </a:lnTo>
                  <a:lnTo>
                    <a:pt x="107011" y="78348"/>
                  </a:lnTo>
                  <a:lnTo>
                    <a:pt x="104623" y="76914"/>
                  </a:lnTo>
                  <a:lnTo>
                    <a:pt x="103190" y="75003"/>
                  </a:lnTo>
                  <a:lnTo>
                    <a:pt x="100801" y="72137"/>
                  </a:lnTo>
                  <a:lnTo>
                    <a:pt x="100323" y="72137"/>
                  </a:lnTo>
                  <a:lnTo>
                    <a:pt x="98890" y="70704"/>
                  </a:lnTo>
                  <a:lnTo>
                    <a:pt x="96501" y="68793"/>
                  </a:lnTo>
                  <a:lnTo>
                    <a:pt x="92202" y="65449"/>
                  </a:lnTo>
                  <a:lnTo>
                    <a:pt x="90769" y="64493"/>
                  </a:lnTo>
                  <a:lnTo>
                    <a:pt x="83125" y="63060"/>
                  </a:lnTo>
                  <a:lnTo>
                    <a:pt x="80258" y="62105"/>
                  </a:lnTo>
                  <a:lnTo>
                    <a:pt x="77870" y="58283"/>
                  </a:lnTo>
                  <a:lnTo>
                    <a:pt x="76915" y="55894"/>
                  </a:lnTo>
                  <a:lnTo>
                    <a:pt x="76915" y="55894"/>
                  </a:lnTo>
                  <a:lnTo>
                    <a:pt x="75959" y="55417"/>
                  </a:lnTo>
                  <a:lnTo>
                    <a:pt x="74526" y="55894"/>
                  </a:lnTo>
                  <a:lnTo>
                    <a:pt x="73093" y="56372"/>
                  </a:lnTo>
                  <a:lnTo>
                    <a:pt x="69749" y="59238"/>
                  </a:lnTo>
                  <a:lnTo>
                    <a:pt x="68793" y="59238"/>
                  </a:lnTo>
                  <a:lnTo>
                    <a:pt x="68793" y="59238"/>
                  </a:lnTo>
                  <a:lnTo>
                    <a:pt x="66405" y="59238"/>
                  </a:lnTo>
                  <a:lnTo>
                    <a:pt x="61627" y="60194"/>
                  </a:lnTo>
                  <a:lnTo>
                    <a:pt x="59239" y="59238"/>
                  </a:lnTo>
                  <a:lnTo>
                    <a:pt x="55417" y="57805"/>
                  </a:lnTo>
                  <a:lnTo>
                    <a:pt x="53506" y="57805"/>
                  </a:lnTo>
                  <a:lnTo>
                    <a:pt x="51595" y="57805"/>
                  </a:lnTo>
                  <a:lnTo>
                    <a:pt x="43474" y="56850"/>
                  </a:lnTo>
                  <a:lnTo>
                    <a:pt x="41563" y="57805"/>
                  </a:lnTo>
                  <a:lnTo>
                    <a:pt x="40129" y="58283"/>
                  </a:lnTo>
                  <a:lnTo>
                    <a:pt x="38696" y="56372"/>
                  </a:lnTo>
                  <a:lnTo>
                    <a:pt x="38696" y="56372"/>
                  </a:lnTo>
                  <a:lnTo>
                    <a:pt x="36785" y="55894"/>
                  </a:lnTo>
                  <a:lnTo>
                    <a:pt x="34874" y="56372"/>
                  </a:lnTo>
                  <a:lnTo>
                    <a:pt x="31052" y="56372"/>
                  </a:lnTo>
                  <a:lnTo>
                    <a:pt x="26753" y="55894"/>
                  </a:lnTo>
                  <a:lnTo>
                    <a:pt x="26753" y="55894"/>
                  </a:lnTo>
                  <a:lnTo>
                    <a:pt x="21020" y="55417"/>
                  </a:lnTo>
                  <a:lnTo>
                    <a:pt x="20542" y="55417"/>
                  </a:lnTo>
                  <a:lnTo>
                    <a:pt x="20542" y="55417"/>
                  </a:lnTo>
                  <a:lnTo>
                    <a:pt x="14332" y="58283"/>
                  </a:lnTo>
                  <a:lnTo>
                    <a:pt x="13854" y="58283"/>
                  </a:lnTo>
                  <a:lnTo>
                    <a:pt x="12899" y="58283"/>
                  </a:lnTo>
                  <a:lnTo>
                    <a:pt x="8599" y="61149"/>
                  </a:lnTo>
                  <a:lnTo>
                    <a:pt x="6210" y="62582"/>
                  </a:lnTo>
                  <a:lnTo>
                    <a:pt x="478" y="66404"/>
                  </a:lnTo>
                  <a:lnTo>
                    <a:pt x="0" y="60194"/>
                  </a:lnTo>
                  <a:lnTo>
                    <a:pt x="478" y="47773"/>
                  </a:lnTo>
                  <a:lnTo>
                    <a:pt x="956" y="41562"/>
                  </a:lnTo>
                  <a:lnTo>
                    <a:pt x="4777" y="38218"/>
                  </a:lnTo>
                  <a:lnTo>
                    <a:pt x="6688" y="35352"/>
                  </a:lnTo>
                  <a:lnTo>
                    <a:pt x="7644" y="31530"/>
                  </a:lnTo>
                  <a:lnTo>
                    <a:pt x="8121" y="27708"/>
                  </a:lnTo>
                  <a:lnTo>
                    <a:pt x="9077" y="24842"/>
                  </a:lnTo>
                  <a:lnTo>
                    <a:pt x="14332" y="16721"/>
                  </a:lnTo>
                  <a:lnTo>
                    <a:pt x="18632" y="15765"/>
                  </a:lnTo>
                  <a:lnTo>
                    <a:pt x="24364" y="13376"/>
                  </a:lnTo>
                  <a:lnTo>
                    <a:pt x="30575" y="11465"/>
                  </a:lnTo>
                  <a:lnTo>
                    <a:pt x="32008" y="13854"/>
                  </a:lnTo>
                  <a:lnTo>
                    <a:pt x="32486" y="15765"/>
                  </a:lnTo>
                  <a:lnTo>
                    <a:pt x="40129" y="22931"/>
                  </a:lnTo>
                  <a:lnTo>
                    <a:pt x="42040" y="24842"/>
                  </a:lnTo>
                  <a:lnTo>
                    <a:pt x="44907" y="32963"/>
                  </a:lnTo>
                  <a:lnTo>
                    <a:pt x="52073" y="36785"/>
                  </a:lnTo>
                  <a:lnTo>
                    <a:pt x="57805" y="35352"/>
                  </a:lnTo>
                  <a:lnTo>
                    <a:pt x="60194" y="33441"/>
                  </a:lnTo>
                  <a:lnTo>
                    <a:pt x="64971" y="30097"/>
                  </a:lnTo>
                  <a:lnTo>
                    <a:pt x="66882" y="27708"/>
                  </a:lnTo>
                  <a:lnTo>
                    <a:pt x="67360" y="24842"/>
                  </a:lnTo>
                  <a:lnTo>
                    <a:pt x="66405" y="14332"/>
                  </a:lnTo>
                  <a:lnTo>
                    <a:pt x="64971" y="9555"/>
                  </a:lnTo>
                  <a:lnTo>
                    <a:pt x="65449" y="6210"/>
                  </a:lnTo>
                  <a:lnTo>
                    <a:pt x="66405" y="6688"/>
                  </a:lnTo>
                  <a:lnTo>
                    <a:pt x="68315" y="5255"/>
                  </a:lnTo>
                  <a:lnTo>
                    <a:pt x="74526" y="2389"/>
                  </a:lnTo>
                  <a:lnTo>
                    <a:pt x="75959" y="2389"/>
                  </a:lnTo>
                  <a:lnTo>
                    <a:pt x="77392" y="1911"/>
                  </a:lnTo>
                  <a:lnTo>
                    <a:pt x="81214" y="0"/>
                  </a:lnTo>
                  <a:lnTo>
                    <a:pt x="82647" y="955"/>
                  </a:lnTo>
                  <a:lnTo>
                    <a:pt x="83603" y="2389"/>
                  </a:lnTo>
                  <a:lnTo>
                    <a:pt x="84081" y="2389"/>
                  </a:lnTo>
                  <a:lnTo>
                    <a:pt x="84558" y="1911"/>
                  </a:lnTo>
                  <a:lnTo>
                    <a:pt x="84558" y="955"/>
                  </a:lnTo>
                  <a:lnTo>
                    <a:pt x="84558" y="478"/>
                  </a:lnTo>
                  <a:lnTo>
                    <a:pt x="85991" y="478"/>
                  </a:lnTo>
                  <a:lnTo>
                    <a:pt x="90291" y="3822"/>
                  </a:lnTo>
                  <a:lnTo>
                    <a:pt x="92202" y="4777"/>
                  </a:lnTo>
                  <a:lnTo>
                    <a:pt x="93157" y="4777"/>
                  </a:lnTo>
                  <a:lnTo>
                    <a:pt x="94590" y="6688"/>
                  </a:lnTo>
                  <a:lnTo>
                    <a:pt x="98890" y="7644"/>
                  </a:lnTo>
                  <a:lnTo>
                    <a:pt x="99368" y="8121"/>
                  </a:lnTo>
                  <a:lnTo>
                    <a:pt x="99368" y="9555"/>
                  </a:lnTo>
                  <a:lnTo>
                    <a:pt x="103190" y="13376"/>
                  </a:lnTo>
                  <a:lnTo>
                    <a:pt x="104623" y="15765"/>
                  </a:lnTo>
                  <a:lnTo>
                    <a:pt x="107967" y="17676"/>
                  </a:lnTo>
                  <a:lnTo>
                    <a:pt x="109400" y="18154"/>
                  </a:lnTo>
                  <a:lnTo>
                    <a:pt x="115133" y="16243"/>
                  </a:lnTo>
                  <a:lnTo>
                    <a:pt x="116566" y="15287"/>
                  </a:lnTo>
                  <a:lnTo>
                    <a:pt x="117999" y="15287"/>
                  </a:lnTo>
                  <a:lnTo>
                    <a:pt x="119433" y="16243"/>
                  </a:lnTo>
                  <a:lnTo>
                    <a:pt x="122299" y="17676"/>
                  </a:lnTo>
                  <a:lnTo>
                    <a:pt x="125165" y="18154"/>
                  </a:lnTo>
                  <a:lnTo>
                    <a:pt x="125643" y="18154"/>
                  </a:lnTo>
                  <a:lnTo>
                    <a:pt x="125643" y="18154"/>
                  </a:lnTo>
                  <a:lnTo>
                    <a:pt x="128031" y="18154"/>
                  </a:lnTo>
                  <a:lnTo>
                    <a:pt x="128987" y="18631"/>
                  </a:lnTo>
                  <a:lnTo>
                    <a:pt x="128987" y="18631"/>
                  </a:lnTo>
                  <a:lnTo>
                    <a:pt x="129465" y="21498"/>
                  </a:lnTo>
                  <a:lnTo>
                    <a:pt x="129465" y="21498"/>
                  </a:lnTo>
                  <a:lnTo>
                    <a:pt x="132331" y="23409"/>
                  </a:lnTo>
                  <a:lnTo>
                    <a:pt x="134720" y="25320"/>
                  </a:lnTo>
                  <a:lnTo>
                    <a:pt x="135197" y="26275"/>
                  </a:lnTo>
                  <a:lnTo>
                    <a:pt x="135197" y="27708"/>
                  </a:lnTo>
                  <a:lnTo>
                    <a:pt x="135197" y="29141"/>
                  </a:lnTo>
                  <a:lnTo>
                    <a:pt x="134720" y="30097"/>
                  </a:lnTo>
                  <a:lnTo>
                    <a:pt x="133765" y="31530"/>
                  </a:lnTo>
                  <a:lnTo>
                    <a:pt x="133765" y="31530"/>
                  </a:lnTo>
                  <a:lnTo>
                    <a:pt x="132809" y="33919"/>
                  </a:lnTo>
                  <a:lnTo>
                    <a:pt x="132809" y="33919"/>
                  </a:lnTo>
                  <a:lnTo>
                    <a:pt x="132809" y="36785"/>
                  </a:lnTo>
                  <a:lnTo>
                    <a:pt x="131376" y="41085"/>
                  </a:lnTo>
                  <a:lnTo>
                    <a:pt x="131376" y="41085"/>
                  </a:lnTo>
                  <a:lnTo>
                    <a:pt x="131376" y="41085"/>
                  </a:lnTo>
                  <a:lnTo>
                    <a:pt x="131854" y="41085"/>
                  </a:lnTo>
                  <a:lnTo>
                    <a:pt x="134720" y="40129"/>
                  </a:lnTo>
                  <a:lnTo>
                    <a:pt x="135675" y="40607"/>
                  </a:lnTo>
                  <a:lnTo>
                    <a:pt x="136153" y="41562"/>
                  </a:lnTo>
                  <a:lnTo>
                    <a:pt x="136153" y="42040"/>
                  </a:lnTo>
                  <a:lnTo>
                    <a:pt x="136631" y="44429"/>
                  </a:lnTo>
                  <a:lnTo>
                    <a:pt x="136631" y="44429"/>
                  </a:lnTo>
                  <a:lnTo>
                    <a:pt x="137586" y="45862"/>
                  </a:lnTo>
                  <a:lnTo>
                    <a:pt x="138542" y="47773"/>
                  </a:lnTo>
                  <a:lnTo>
                    <a:pt x="138542" y="49206"/>
                  </a:lnTo>
                  <a:lnTo>
                    <a:pt x="138542" y="49206"/>
                  </a:lnTo>
                  <a:lnTo>
                    <a:pt x="140452" y="51117"/>
                  </a:lnTo>
                  <a:lnTo>
                    <a:pt x="140452" y="51117"/>
                  </a:lnTo>
                  <a:lnTo>
                    <a:pt x="140930" y="52072"/>
                  </a:lnTo>
                  <a:lnTo>
                    <a:pt x="141886" y="55894"/>
                  </a:lnTo>
                  <a:lnTo>
                    <a:pt x="142363" y="58283"/>
                  </a:lnTo>
                  <a:lnTo>
                    <a:pt x="142363" y="5828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8" name="Freeform 1737">
              <a:extLst>
                <a:ext uri="{FF2B5EF4-FFF2-40B4-BE49-F238E27FC236}">
                  <a16:creationId xmlns:a16="http://schemas.microsoft.com/office/drawing/2014/main" id="{D789C40B-5A4D-6245-A8C1-BFA264544BAA}"/>
                </a:ext>
              </a:extLst>
            </p:cNvPr>
            <p:cNvSpPr/>
            <p:nvPr/>
          </p:nvSpPr>
          <p:spPr>
            <a:xfrm>
              <a:off x="6348240" y="3381011"/>
              <a:ext cx="93635" cy="73570"/>
            </a:xfrm>
            <a:custGeom>
              <a:avLst/>
              <a:gdLst>
                <a:gd name="csX0" fmla="*/ 93635 w 93635"/>
                <a:gd name="csY0" fmla="*/ 8599 h 73570"/>
                <a:gd name="csX1" fmla="*/ 93635 w 93635"/>
                <a:gd name="csY1" fmla="*/ 9555 h 73570"/>
                <a:gd name="csX2" fmla="*/ 93158 w 93635"/>
                <a:gd name="csY2" fmla="*/ 10032 h 73570"/>
                <a:gd name="csX3" fmla="*/ 92202 w 93635"/>
                <a:gd name="csY3" fmla="*/ 10510 h 73570"/>
                <a:gd name="csX4" fmla="*/ 91724 w 93635"/>
                <a:gd name="csY4" fmla="*/ 10988 h 73570"/>
                <a:gd name="csX5" fmla="*/ 91246 w 93635"/>
                <a:gd name="csY5" fmla="*/ 11943 h 73570"/>
                <a:gd name="csX6" fmla="*/ 89335 w 93635"/>
                <a:gd name="csY6" fmla="*/ 12421 h 73570"/>
                <a:gd name="csX7" fmla="*/ 88858 w 93635"/>
                <a:gd name="csY7" fmla="*/ 12899 h 73570"/>
                <a:gd name="csX8" fmla="*/ 87902 w 93635"/>
                <a:gd name="csY8" fmla="*/ 15765 h 73570"/>
                <a:gd name="csX9" fmla="*/ 85992 w 93635"/>
                <a:gd name="csY9" fmla="*/ 21020 h 73570"/>
                <a:gd name="csX10" fmla="*/ 85992 w 93635"/>
                <a:gd name="csY10" fmla="*/ 21020 h 73570"/>
                <a:gd name="csX11" fmla="*/ 83125 w 93635"/>
                <a:gd name="csY11" fmla="*/ 24842 h 73570"/>
                <a:gd name="csX12" fmla="*/ 81214 w 93635"/>
                <a:gd name="csY12" fmla="*/ 26753 h 73570"/>
                <a:gd name="csX13" fmla="*/ 81214 w 93635"/>
                <a:gd name="csY13" fmla="*/ 26753 h 73570"/>
                <a:gd name="csX14" fmla="*/ 80258 w 93635"/>
                <a:gd name="csY14" fmla="*/ 28186 h 73570"/>
                <a:gd name="csX15" fmla="*/ 79781 w 93635"/>
                <a:gd name="csY15" fmla="*/ 30097 h 73570"/>
                <a:gd name="csX16" fmla="*/ 79781 w 93635"/>
                <a:gd name="csY16" fmla="*/ 30097 h 73570"/>
                <a:gd name="csX17" fmla="*/ 79303 w 93635"/>
                <a:gd name="csY17" fmla="*/ 32008 h 73570"/>
                <a:gd name="csX18" fmla="*/ 81692 w 93635"/>
                <a:gd name="csY18" fmla="*/ 42518 h 73570"/>
                <a:gd name="csX19" fmla="*/ 81692 w 93635"/>
                <a:gd name="csY19" fmla="*/ 44429 h 73570"/>
                <a:gd name="csX20" fmla="*/ 81692 w 93635"/>
                <a:gd name="csY20" fmla="*/ 44429 h 73570"/>
                <a:gd name="csX21" fmla="*/ 80736 w 93635"/>
                <a:gd name="csY21" fmla="*/ 46340 h 73570"/>
                <a:gd name="csX22" fmla="*/ 80736 w 93635"/>
                <a:gd name="csY22" fmla="*/ 48251 h 73570"/>
                <a:gd name="csX23" fmla="*/ 80736 w 93635"/>
                <a:gd name="csY23" fmla="*/ 49684 h 73570"/>
                <a:gd name="csX24" fmla="*/ 80736 w 93635"/>
                <a:gd name="csY24" fmla="*/ 50162 h 73570"/>
                <a:gd name="csX25" fmla="*/ 82170 w 93635"/>
                <a:gd name="csY25" fmla="*/ 52550 h 73570"/>
                <a:gd name="csX26" fmla="*/ 82170 w 93635"/>
                <a:gd name="csY26" fmla="*/ 53028 h 73570"/>
                <a:gd name="csX27" fmla="*/ 83603 w 93635"/>
                <a:gd name="csY27" fmla="*/ 56850 h 73570"/>
                <a:gd name="csX28" fmla="*/ 84558 w 93635"/>
                <a:gd name="csY28" fmla="*/ 59716 h 73570"/>
                <a:gd name="csX29" fmla="*/ 85513 w 93635"/>
                <a:gd name="csY29" fmla="*/ 60672 h 73570"/>
                <a:gd name="csX30" fmla="*/ 85992 w 93635"/>
                <a:gd name="csY30" fmla="*/ 61627 h 73570"/>
                <a:gd name="csX31" fmla="*/ 86469 w 93635"/>
                <a:gd name="csY31" fmla="*/ 61627 h 73570"/>
                <a:gd name="csX32" fmla="*/ 86469 w 93635"/>
                <a:gd name="csY32" fmla="*/ 62583 h 73570"/>
                <a:gd name="csX33" fmla="*/ 86469 w 93635"/>
                <a:gd name="csY33" fmla="*/ 62583 h 73570"/>
                <a:gd name="csX34" fmla="*/ 85992 w 93635"/>
                <a:gd name="csY34" fmla="*/ 63060 h 73570"/>
                <a:gd name="csX35" fmla="*/ 81692 w 93635"/>
                <a:gd name="csY35" fmla="*/ 64493 h 73570"/>
                <a:gd name="csX36" fmla="*/ 81214 w 93635"/>
                <a:gd name="csY36" fmla="*/ 65449 h 73570"/>
                <a:gd name="csX37" fmla="*/ 80736 w 93635"/>
                <a:gd name="csY37" fmla="*/ 66882 h 73570"/>
                <a:gd name="csX38" fmla="*/ 78826 w 93635"/>
                <a:gd name="csY38" fmla="*/ 68793 h 73570"/>
                <a:gd name="csX39" fmla="*/ 78826 w 93635"/>
                <a:gd name="csY39" fmla="*/ 68793 h 73570"/>
                <a:gd name="csX40" fmla="*/ 78347 w 93635"/>
                <a:gd name="csY40" fmla="*/ 70704 h 73570"/>
                <a:gd name="csX41" fmla="*/ 77870 w 93635"/>
                <a:gd name="csY41" fmla="*/ 72615 h 73570"/>
                <a:gd name="csX42" fmla="*/ 77870 w 93635"/>
                <a:gd name="csY42" fmla="*/ 73570 h 73570"/>
                <a:gd name="csX43" fmla="*/ 77392 w 93635"/>
                <a:gd name="csY43" fmla="*/ 73570 h 73570"/>
                <a:gd name="csX44" fmla="*/ 74526 w 93635"/>
                <a:gd name="csY44" fmla="*/ 73093 h 73570"/>
                <a:gd name="csX45" fmla="*/ 71660 w 93635"/>
                <a:gd name="csY45" fmla="*/ 71659 h 73570"/>
                <a:gd name="csX46" fmla="*/ 70226 w 93635"/>
                <a:gd name="csY46" fmla="*/ 70704 h 73570"/>
                <a:gd name="csX47" fmla="*/ 68793 w 93635"/>
                <a:gd name="csY47" fmla="*/ 70704 h 73570"/>
                <a:gd name="csX48" fmla="*/ 67360 w 93635"/>
                <a:gd name="csY48" fmla="*/ 71659 h 73570"/>
                <a:gd name="csX49" fmla="*/ 61627 w 93635"/>
                <a:gd name="csY49" fmla="*/ 73570 h 73570"/>
                <a:gd name="csX50" fmla="*/ 60194 w 93635"/>
                <a:gd name="csY50" fmla="*/ 73093 h 73570"/>
                <a:gd name="csX51" fmla="*/ 56850 w 93635"/>
                <a:gd name="csY51" fmla="*/ 71182 h 73570"/>
                <a:gd name="csX52" fmla="*/ 55417 w 93635"/>
                <a:gd name="csY52" fmla="*/ 68793 h 73570"/>
                <a:gd name="csX53" fmla="*/ 51595 w 93635"/>
                <a:gd name="csY53" fmla="*/ 64971 h 73570"/>
                <a:gd name="csX54" fmla="*/ 51595 w 93635"/>
                <a:gd name="csY54" fmla="*/ 63538 h 73570"/>
                <a:gd name="csX55" fmla="*/ 51117 w 93635"/>
                <a:gd name="csY55" fmla="*/ 63060 h 73570"/>
                <a:gd name="csX56" fmla="*/ 46817 w 93635"/>
                <a:gd name="csY56" fmla="*/ 62105 h 73570"/>
                <a:gd name="csX57" fmla="*/ 45384 w 93635"/>
                <a:gd name="csY57" fmla="*/ 60194 h 73570"/>
                <a:gd name="csX58" fmla="*/ 45384 w 93635"/>
                <a:gd name="csY58" fmla="*/ 60194 h 73570"/>
                <a:gd name="csX59" fmla="*/ 44429 w 93635"/>
                <a:gd name="csY59" fmla="*/ 60194 h 73570"/>
                <a:gd name="csX60" fmla="*/ 42518 w 93635"/>
                <a:gd name="csY60" fmla="*/ 59238 h 73570"/>
                <a:gd name="csX61" fmla="*/ 38218 w 93635"/>
                <a:gd name="csY61" fmla="*/ 55894 h 73570"/>
                <a:gd name="csX62" fmla="*/ 36785 w 93635"/>
                <a:gd name="csY62" fmla="*/ 55894 h 73570"/>
                <a:gd name="csX63" fmla="*/ 36785 w 93635"/>
                <a:gd name="csY63" fmla="*/ 56372 h 73570"/>
                <a:gd name="csX64" fmla="*/ 36785 w 93635"/>
                <a:gd name="csY64" fmla="*/ 57328 h 73570"/>
                <a:gd name="csX65" fmla="*/ 36308 w 93635"/>
                <a:gd name="csY65" fmla="*/ 57805 h 73570"/>
                <a:gd name="csX66" fmla="*/ 35830 w 93635"/>
                <a:gd name="csY66" fmla="*/ 57805 h 73570"/>
                <a:gd name="csX67" fmla="*/ 34874 w 93635"/>
                <a:gd name="csY67" fmla="*/ 56372 h 73570"/>
                <a:gd name="csX68" fmla="*/ 33441 w 93635"/>
                <a:gd name="csY68" fmla="*/ 55417 h 73570"/>
                <a:gd name="csX69" fmla="*/ 29619 w 93635"/>
                <a:gd name="csY69" fmla="*/ 57328 h 73570"/>
                <a:gd name="csX70" fmla="*/ 28186 w 93635"/>
                <a:gd name="csY70" fmla="*/ 57805 h 73570"/>
                <a:gd name="csX71" fmla="*/ 26753 w 93635"/>
                <a:gd name="csY71" fmla="*/ 57805 h 73570"/>
                <a:gd name="csX72" fmla="*/ 20542 w 93635"/>
                <a:gd name="csY72" fmla="*/ 60672 h 73570"/>
                <a:gd name="csX73" fmla="*/ 18632 w 93635"/>
                <a:gd name="csY73" fmla="*/ 62105 h 73570"/>
                <a:gd name="csX74" fmla="*/ 17676 w 93635"/>
                <a:gd name="csY74" fmla="*/ 61627 h 73570"/>
                <a:gd name="csX75" fmla="*/ 18154 w 93635"/>
                <a:gd name="csY75" fmla="*/ 60672 h 73570"/>
                <a:gd name="csX76" fmla="*/ 20542 w 93635"/>
                <a:gd name="csY76" fmla="*/ 53983 h 73570"/>
                <a:gd name="csX77" fmla="*/ 21020 w 93635"/>
                <a:gd name="csY77" fmla="*/ 48251 h 73570"/>
                <a:gd name="csX78" fmla="*/ 21976 w 93635"/>
                <a:gd name="csY78" fmla="*/ 47773 h 73570"/>
                <a:gd name="csX79" fmla="*/ 22453 w 93635"/>
                <a:gd name="csY79" fmla="*/ 46817 h 73570"/>
                <a:gd name="csX80" fmla="*/ 21976 w 93635"/>
                <a:gd name="csY80" fmla="*/ 45384 h 73570"/>
                <a:gd name="csX81" fmla="*/ 19109 w 93635"/>
                <a:gd name="csY81" fmla="*/ 43951 h 73570"/>
                <a:gd name="csX82" fmla="*/ 18154 w 93635"/>
                <a:gd name="csY82" fmla="*/ 44429 h 73570"/>
                <a:gd name="csX83" fmla="*/ 17198 w 93635"/>
                <a:gd name="csY83" fmla="*/ 46340 h 73570"/>
                <a:gd name="csX84" fmla="*/ 16243 w 93635"/>
                <a:gd name="csY84" fmla="*/ 47295 h 73570"/>
                <a:gd name="csX85" fmla="*/ 13854 w 93635"/>
                <a:gd name="csY85" fmla="*/ 48251 h 73570"/>
                <a:gd name="csX86" fmla="*/ 11466 w 93635"/>
                <a:gd name="csY86" fmla="*/ 46817 h 73570"/>
                <a:gd name="csX87" fmla="*/ 6688 w 93635"/>
                <a:gd name="csY87" fmla="*/ 44907 h 73570"/>
                <a:gd name="csX88" fmla="*/ 5733 w 93635"/>
                <a:gd name="csY88" fmla="*/ 42518 h 73570"/>
                <a:gd name="csX89" fmla="*/ 5255 w 93635"/>
                <a:gd name="csY89" fmla="*/ 40129 h 73570"/>
                <a:gd name="csX90" fmla="*/ 2867 w 93635"/>
                <a:gd name="csY90" fmla="*/ 37741 h 73570"/>
                <a:gd name="csX91" fmla="*/ 1911 w 93635"/>
                <a:gd name="csY91" fmla="*/ 34874 h 73570"/>
                <a:gd name="csX92" fmla="*/ 1911 w 93635"/>
                <a:gd name="csY92" fmla="*/ 32486 h 73570"/>
                <a:gd name="csX93" fmla="*/ 4300 w 93635"/>
                <a:gd name="csY93" fmla="*/ 31530 h 73570"/>
                <a:gd name="csX94" fmla="*/ 5255 w 93635"/>
                <a:gd name="csY94" fmla="*/ 30097 h 73570"/>
                <a:gd name="csX95" fmla="*/ 2389 w 93635"/>
                <a:gd name="csY95" fmla="*/ 30575 h 73570"/>
                <a:gd name="csX96" fmla="*/ 1433 w 93635"/>
                <a:gd name="csY96" fmla="*/ 30097 h 73570"/>
                <a:gd name="csX97" fmla="*/ 1433 w 93635"/>
                <a:gd name="csY97" fmla="*/ 29142 h 73570"/>
                <a:gd name="csX98" fmla="*/ 0 w 93635"/>
                <a:gd name="csY98" fmla="*/ 25320 h 73570"/>
                <a:gd name="csX99" fmla="*/ 1433 w 93635"/>
                <a:gd name="csY99" fmla="*/ 23886 h 73570"/>
                <a:gd name="csX100" fmla="*/ 1911 w 93635"/>
                <a:gd name="csY100" fmla="*/ 22931 h 73570"/>
                <a:gd name="csX101" fmla="*/ 956 w 93635"/>
                <a:gd name="csY101" fmla="*/ 21498 h 73570"/>
                <a:gd name="csX102" fmla="*/ 956 w 93635"/>
                <a:gd name="csY102" fmla="*/ 20065 h 73570"/>
                <a:gd name="csX103" fmla="*/ 1911 w 93635"/>
                <a:gd name="csY103" fmla="*/ 19109 h 73570"/>
                <a:gd name="csX104" fmla="*/ 1433 w 93635"/>
                <a:gd name="csY104" fmla="*/ 15765 h 73570"/>
                <a:gd name="csX105" fmla="*/ 4300 w 93635"/>
                <a:gd name="csY105" fmla="*/ 14332 h 73570"/>
                <a:gd name="csX106" fmla="*/ 7166 w 93635"/>
                <a:gd name="csY106" fmla="*/ 12899 h 73570"/>
                <a:gd name="csX107" fmla="*/ 12899 w 93635"/>
                <a:gd name="csY107" fmla="*/ 12421 h 73570"/>
                <a:gd name="csX108" fmla="*/ 12421 w 93635"/>
                <a:gd name="csY108" fmla="*/ 9555 h 73570"/>
                <a:gd name="csX109" fmla="*/ 14810 w 93635"/>
                <a:gd name="csY109" fmla="*/ 9555 h 73570"/>
                <a:gd name="csX110" fmla="*/ 19109 w 93635"/>
                <a:gd name="csY110" fmla="*/ 5733 h 73570"/>
                <a:gd name="csX111" fmla="*/ 22931 w 93635"/>
                <a:gd name="csY111" fmla="*/ 6688 h 73570"/>
                <a:gd name="csX112" fmla="*/ 28664 w 93635"/>
                <a:gd name="csY112" fmla="*/ 4300 h 73570"/>
                <a:gd name="csX113" fmla="*/ 40129 w 93635"/>
                <a:gd name="csY113" fmla="*/ 4300 h 73570"/>
                <a:gd name="csX114" fmla="*/ 41563 w 93635"/>
                <a:gd name="csY114" fmla="*/ 2866 h 73570"/>
                <a:gd name="csX115" fmla="*/ 41085 w 93635"/>
                <a:gd name="csY115" fmla="*/ 1433 h 73570"/>
                <a:gd name="csX116" fmla="*/ 41085 w 93635"/>
                <a:gd name="csY116" fmla="*/ 0 h 73570"/>
                <a:gd name="csX117" fmla="*/ 43474 w 93635"/>
                <a:gd name="csY117" fmla="*/ 478 h 73570"/>
                <a:gd name="csX118" fmla="*/ 46817 w 93635"/>
                <a:gd name="csY118" fmla="*/ 0 h 73570"/>
                <a:gd name="csX119" fmla="*/ 60194 w 93635"/>
                <a:gd name="csY119" fmla="*/ 2866 h 73570"/>
                <a:gd name="csX120" fmla="*/ 63538 w 93635"/>
                <a:gd name="csY120" fmla="*/ 2866 h 73570"/>
                <a:gd name="csX121" fmla="*/ 67838 w 93635"/>
                <a:gd name="csY121" fmla="*/ 5733 h 73570"/>
                <a:gd name="csX122" fmla="*/ 70226 w 93635"/>
                <a:gd name="csY122" fmla="*/ 6688 h 73570"/>
                <a:gd name="csX123" fmla="*/ 77392 w 93635"/>
                <a:gd name="csY123" fmla="*/ 6688 h 73570"/>
                <a:gd name="csX124" fmla="*/ 88858 w 93635"/>
                <a:gd name="csY124" fmla="*/ 8121 h 73570"/>
                <a:gd name="csX125" fmla="*/ 90769 w 93635"/>
                <a:gd name="csY125" fmla="*/ 6210 h 73570"/>
                <a:gd name="csX126" fmla="*/ 91246 w 93635"/>
                <a:gd name="csY126" fmla="*/ 5733 h 73570"/>
                <a:gd name="csX127" fmla="*/ 92202 w 93635"/>
                <a:gd name="csY127" fmla="*/ 6688 h 73570"/>
                <a:gd name="csX128" fmla="*/ 93635 w 93635"/>
                <a:gd name="csY128" fmla="*/ 8599 h 73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93635" h="73570">
                  <a:moveTo>
                    <a:pt x="93635" y="8599"/>
                  </a:moveTo>
                  <a:lnTo>
                    <a:pt x="93635" y="9555"/>
                  </a:lnTo>
                  <a:lnTo>
                    <a:pt x="93158" y="10032"/>
                  </a:lnTo>
                  <a:lnTo>
                    <a:pt x="92202" y="10510"/>
                  </a:lnTo>
                  <a:lnTo>
                    <a:pt x="91724" y="10988"/>
                  </a:lnTo>
                  <a:lnTo>
                    <a:pt x="91246" y="11943"/>
                  </a:lnTo>
                  <a:lnTo>
                    <a:pt x="89335" y="12421"/>
                  </a:lnTo>
                  <a:lnTo>
                    <a:pt x="88858" y="12899"/>
                  </a:lnTo>
                  <a:lnTo>
                    <a:pt x="87902" y="15765"/>
                  </a:lnTo>
                  <a:lnTo>
                    <a:pt x="85992" y="21020"/>
                  </a:lnTo>
                  <a:lnTo>
                    <a:pt x="85992" y="21020"/>
                  </a:lnTo>
                  <a:lnTo>
                    <a:pt x="83125" y="24842"/>
                  </a:lnTo>
                  <a:lnTo>
                    <a:pt x="81214" y="26753"/>
                  </a:lnTo>
                  <a:lnTo>
                    <a:pt x="81214" y="26753"/>
                  </a:lnTo>
                  <a:lnTo>
                    <a:pt x="80258" y="28186"/>
                  </a:lnTo>
                  <a:lnTo>
                    <a:pt x="79781" y="30097"/>
                  </a:lnTo>
                  <a:lnTo>
                    <a:pt x="79781" y="30097"/>
                  </a:lnTo>
                  <a:lnTo>
                    <a:pt x="79303" y="32008"/>
                  </a:lnTo>
                  <a:lnTo>
                    <a:pt x="81692" y="42518"/>
                  </a:lnTo>
                  <a:lnTo>
                    <a:pt x="81692" y="44429"/>
                  </a:lnTo>
                  <a:lnTo>
                    <a:pt x="81692" y="44429"/>
                  </a:lnTo>
                  <a:lnTo>
                    <a:pt x="80736" y="46340"/>
                  </a:lnTo>
                  <a:lnTo>
                    <a:pt x="80736" y="48251"/>
                  </a:lnTo>
                  <a:lnTo>
                    <a:pt x="80736" y="49684"/>
                  </a:lnTo>
                  <a:lnTo>
                    <a:pt x="80736" y="50162"/>
                  </a:lnTo>
                  <a:lnTo>
                    <a:pt x="82170" y="52550"/>
                  </a:lnTo>
                  <a:lnTo>
                    <a:pt x="82170" y="53028"/>
                  </a:lnTo>
                  <a:lnTo>
                    <a:pt x="83603" y="56850"/>
                  </a:lnTo>
                  <a:lnTo>
                    <a:pt x="84558" y="59716"/>
                  </a:lnTo>
                  <a:lnTo>
                    <a:pt x="85513" y="60672"/>
                  </a:lnTo>
                  <a:lnTo>
                    <a:pt x="85992" y="61627"/>
                  </a:lnTo>
                  <a:lnTo>
                    <a:pt x="86469" y="61627"/>
                  </a:lnTo>
                  <a:lnTo>
                    <a:pt x="86469" y="62583"/>
                  </a:lnTo>
                  <a:lnTo>
                    <a:pt x="86469" y="62583"/>
                  </a:lnTo>
                  <a:lnTo>
                    <a:pt x="85992" y="63060"/>
                  </a:lnTo>
                  <a:lnTo>
                    <a:pt x="81692" y="64493"/>
                  </a:lnTo>
                  <a:lnTo>
                    <a:pt x="81214" y="65449"/>
                  </a:lnTo>
                  <a:lnTo>
                    <a:pt x="80736" y="66882"/>
                  </a:lnTo>
                  <a:lnTo>
                    <a:pt x="78826" y="68793"/>
                  </a:lnTo>
                  <a:lnTo>
                    <a:pt x="78826" y="68793"/>
                  </a:lnTo>
                  <a:lnTo>
                    <a:pt x="78347" y="70704"/>
                  </a:lnTo>
                  <a:lnTo>
                    <a:pt x="77870" y="72615"/>
                  </a:lnTo>
                  <a:lnTo>
                    <a:pt x="77870" y="73570"/>
                  </a:lnTo>
                  <a:lnTo>
                    <a:pt x="77392" y="73570"/>
                  </a:lnTo>
                  <a:lnTo>
                    <a:pt x="74526" y="73093"/>
                  </a:lnTo>
                  <a:lnTo>
                    <a:pt x="71660" y="71659"/>
                  </a:lnTo>
                  <a:lnTo>
                    <a:pt x="70226" y="70704"/>
                  </a:lnTo>
                  <a:lnTo>
                    <a:pt x="68793" y="70704"/>
                  </a:lnTo>
                  <a:lnTo>
                    <a:pt x="67360" y="71659"/>
                  </a:lnTo>
                  <a:lnTo>
                    <a:pt x="61627" y="73570"/>
                  </a:lnTo>
                  <a:lnTo>
                    <a:pt x="60194" y="73093"/>
                  </a:lnTo>
                  <a:lnTo>
                    <a:pt x="56850" y="71182"/>
                  </a:lnTo>
                  <a:lnTo>
                    <a:pt x="55417" y="68793"/>
                  </a:lnTo>
                  <a:lnTo>
                    <a:pt x="51595" y="64971"/>
                  </a:lnTo>
                  <a:lnTo>
                    <a:pt x="51595" y="63538"/>
                  </a:lnTo>
                  <a:lnTo>
                    <a:pt x="51117" y="63060"/>
                  </a:lnTo>
                  <a:lnTo>
                    <a:pt x="46817" y="62105"/>
                  </a:lnTo>
                  <a:lnTo>
                    <a:pt x="45384" y="60194"/>
                  </a:lnTo>
                  <a:lnTo>
                    <a:pt x="45384" y="60194"/>
                  </a:lnTo>
                  <a:lnTo>
                    <a:pt x="44429" y="60194"/>
                  </a:lnTo>
                  <a:lnTo>
                    <a:pt x="42518" y="59238"/>
                  </a:lnTo>
                  <a:lnTo>
                    <a:pt x="38218" y="55894"/>
                  </a:lnTo>
                  <a:lnTo>
                    <a:pt x="36785" y="55894"/>
                  </a:lnTo>
                  <a:lnTo>
                    <a:pt x="36785" y="56372"/>
                  </a:lnTo>
                  <a:lnTo>
                    <a:pt x="36785" y="57328"/>
                  </a:lnTo>
                  <a:lnTo>
                    <a:pt x="36308" y="57805"/>
                  </a:lnTo>
                  <a:lnTo>
                    <a:pt x="35830" y="57805"/>
                  </a:lnTo>
                  <a:lnTo>
                    <a:pt x="34874" y="56372"/>
                  </a:lnTo>
                  <a:lnTo>
                    <a:pt x="33441" y="55417"/>
                  </a:lnTo>
                  <a:lnTo>
                    <a:pt x="29619" y="57328"/>
                  </a:lnTo>
                  <a:lnTo>
                    <a:pt x="28186" y="57805"/>
                  </a:lnTo>
                  <a:lnTo>
                    <a:pt x="26753" y="57805"/>
                  </a:lnTo>
                  <a:lnTo>
                    <a:pt x="20542" y="60672"/>
                  </a:lnTo>
                  <a:lnTo>
                    <a:pt x="18632" y="62105"/>
                  </a:lnTo>
                  <a:lnTo>
                    <a:pt x="17676" y="61627"/>
                  </a:lnTo>
                  <a:lnTo>
                    <a:pt x="18154" y="60672"/>
                  </a:lnTo>
                  <a:lnTo>
                    <a:pt x="20542" y="53983"/>
                  </a:lnTo>
                  <a:lnTo>
                    <a:pt x="21020" y="48251"/>
                  </a:lnTo>
                  <a:lnTo>
                    <a:pt x="21976" y="47773"/>
                  </a:lnTo>
                  <a:lnTo>
                    <a:pt x="22453" y="46817"/>
                  </a:lnTo>
                  <a:lnTo>
                    <a:pt x="21976" y="45384"/>
                  </a:lnTo>
                  <a:lnTo>
                    <a:pt x="19109" y="43951"/>
                  </a:lnTo>
                  <a:lnTo>
                    <a:pt x="18154" y="44429"/>
                  </a:lnTo>
                  <a:lnTo>
                    <a:pt x="17198" y="46340"/>
                  </a:lnTo>
                  <a:lnTo>
                    <a:pt x="16243" y="47295"/>
                  </a:lnTo>
                  <a:lnTo>
                    <a:pt x="13854" y="48251"/>
                  </a:lnTo>
                  <a:lnTo>
                    <a:pt x="11466" y="46817"/>
                  </a:lnTo>
                  <a:lnTo>
                    <a:pt x="6688" y="44907"/>
                  </a:lnTo>
                  <a:lnTo>
                    <a:pt x="5733" y="42518"/>
                  </a:lnTo>
                  <a:lnTo>
                    <a:pt x="5255" y="40129"/>
                  </a:lnTo>
                  <a:lnTo>
                    <a:pt x="2867" y="37741"/>
                  </a:lnTo>
                  <a:lnTo>
                    <a:pt x="1911" y="34874"/>
                  </a:lnTo>
                  <a:lnTo>
                    <a:pt x="1911" y="32486"/>
                  </a:lnTo>
                  <a:lnTo>
                    <a:pt x="4300" y="31530"/>
                  </a:lnTo>
                  <a:lnTo>
                    <a:pt x="5255" y="30097"/>
                  </a:lnTo>
                  <a:lnTo>
                    <a:pt x="2389" y="30575"/>
                  </a:lnTo>
                  <a:lnTo>
                    <a:pt x="1433" y="30097"/>
                  </a:lnTo>
                  <a:lnTo>
                    <a:pt x="1433" y="29142"/>
                  </a:lnTo>
                  <a:lnTo>
                    <a:pt x="0" y="25320"/>
                  </a:lnTo>
                  <a:lnTo>
                    <a:pt x="1433" y="23886"/>
                  </a:lnTo>
                  <a:lnTo>
                    <a:pt x="1911" y="22931"/>
                  </a:lnTo>
                  <a:lnTo>
                    <a:pt x="956" y="21498"/>
                  </a:lnTo>
                  <a:lnTo>
                    <a:pt x="956" y="20065"/>
                  </a:lnTo>
                  <a:lnTo>
                    <a:pt x="1911" y="19109"/>
                  </a:lnTo>
                  <a:lnTo>
                    <a:pt x="1433" y="15765"/>
                  </a:lnTo>
                  <a:lnTo>
                    <a:pt x="4300" y="14332"/>
                  </a:lnTo>
                  <a:lnTo>
                    <a:pt x="7166" y="12899"/>
                  </a:lnTo>
                  <a:lnTo>
                    <a:pt x="12899" y="12421"/>
                  </a:lnTo>
                  <a:lnTo>
                    <a:pt x="12421" y="9555"/>
                  </a:lnTo>
                  <a:lnTo>
                    <a:pt x="14810" y="9555"/>
                  </a:lnTo>
                  <a:lnTo>
                    <a:pt x="19109" y="5733"/>
                  </a:lnTo>
                  <a:lnTo>
                    <a:pt x="22931" y="6688"/>
                  </a:lnTo>
                  <a:lnTo>
                    <a:pt x="28664" y="4300"/>
                  </a:lnTo>
                  <a:lnTo>
                    <a:pt x="40129" y="4300"/>
                  </a:lnTo>
                  <a:lnTo>
                    <a:pt x="41563" y="2866"/>
                  </a:lnTo>
                  <a:lnTo>
                    <a:pt x="41085" y="1433"/>
                  </a:lnTo>
                  <a:lnTo>
                    <a:pt x="41085" y="0"/>
                  </a:lnTo>
                  <a:lnTo>
                    <a:pt x="43474" y="478"/>
                  </a:lnTo>
                  <a:lnTo>
                    <a:pt x="46817" y="0"/>
                  </a:lnTo>
                  <a:lnTo>
                    <a:pt x="60194" y="2866"/>
                  </a:lnTo>
                  <a:lnTo>
                    <a:pt x="63538" y="2866"/>
                  </a:lnTo>
                  <a:lnTo>
                    <a:pt x="67838" y="5733"/>
                  </a:lnTo>
                  <a:lnTo>
                    <a:pt x="70226" y="6688"/>
                  </a:lnTo>
                  <a:lnTo>
                    <a:pt x="77392" y="6688"/>
                  </a:lnTo>
                  <a:lnTo>
                    <a:pt x="88858" y="8121"/>
                  </a:lnTo>
                  <a:lnTo>
                    <a:pt x="90769" y="6210"/>
                  </a:lnTo>
                  <a:lnTo>
                    <a:pt x="91246" y="5733"/>
                  </a:lnTo>
                  <a:lnTo>
                    <a:pt x="92202" y="6688"/>
                  </a:lnTo>
                  <a:lnTo>
                    <a:pt x="93635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9" name="Freeform 1738">
              <a:extLst>
                <a:ext uri="{FF2B5EF4-FFF2-40B4-BE49-F238E27FC236}">
                  <a16:creationId xmlns:a16="http://schemas.microsoft.com/office/drawing/2014/main" id="{629488D5-9A10-4051-048D-0E7693890014}"/>
                </a:ext>
              </a:extLst>
            </p:cNvPr>
            <p:cNvSpPr/>
            <p:nvPr/>
          </p:nvSpPr>
          <p:spPr>
            <a:xfrm>
              <a:off x="6439009" y="3485633"/>
              <a:ext cx="1910" cy="1910"/>
            </a:xfrm>
            <a:custGeom>
              <a:avLst/>
              <a:gdLst>
                <a:gd name="csX0" fmla="*/ 1910 w 1910"/>
                <a:gd name="csY0" fmla="*/ 1433 h 1910"/>
                <a:gd name="csX1" fmla="*/ 1910 w 1910"/>
                <a:gd name="csY1" fmla="*/ 1911 h 1910"/>
                <a:gd name="csX2" fmla="*/ 0 w 1910"/>
                <a:gd name="csY2" fmla="*/ 0 h 1910"/>
                <a:gd name="csX3" fmla="*/ 1910 w 1910"/>
                <a:gd name="csY3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1910">
                  <a:moveTo>
                    <a:pt x="1910" y="1433"/>
                  </a:moveTo>
                  <a:lnTo>
                    <a:pt x="1910" y="1911"/>
                  </a:lnTo>
                  <a:lnTo>
                    <a:pt x="0" y="0"/>
                  </a:lnTo>
                  <a:lnTo>
                    <a:pt x="19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0" name="Freeform 1739">
              <a:extLst>
                <a:ext uri="{FF2B5EF4-FFF2-40B4-BE49-F238E27FC236}">
                  <a16:creationId xmlns:a16="http://schemas.microsoft.com/office/drawing/2014/main" id="{2ACB0019-B8E5-E697-093B-CC526FEC6808}"/>
                </a:ext>
              </a:extLst>
            </p:cNvPr>
            <p:cNvSpPr/>
            <p:nvPr/>
          </p:nvSpPr>
          <p:spPr>
            <a:xfrm>
              <a:off x="6440442" y="3733575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0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" name="Freeform 1740">
              <a:extLst>
                <a:ext uri="{FF2B5EF4-FFF2-40B4-BE49-F238E27FC236}">
                  <a16:creationId xmlns:a16="http://schemas.microsoft.com/office/drawing/2014/main" id="{3F0DE844-EB1F-147D-25FF-A413C623680C}"/>
                </a:ext>
              </a:extLst>
            </p:cNvPr>
            <p:cNvSpPr/>
            <p:nvPr/>
          </p:nvSpPr>
          <p:spPr>
            <a:xfrm>
              <a:off x="6437098" y="3731664"/>
              <a:ext cx="3343" cy="1910"/>
            </a:xfrm>
            <a:custGeom>
              <a:avLst/>
              <a:gdLst>
                <a:gd name="csX0" fmla="*/ 2866 w 3343"/>
                <a:gd name="csY0" fmla="*/ 1433 h 1910"/>
                <a:gd name="csX1" fmla="*/ 3344 w 3343"/>
                <a:gd name="csY1" fmla="*/ 1911 h 1910"/>
                <a:gd name="csX2" fmla="*/ 2866 w 3343"/>
                <a:gd name="csY2" fmla="*/ 1433 h 1910"/>
                <a:gd name="csX3" fmla="*/ 955 w 3343"/>
                <a:gd name="csY3" fmla="*/ 956 h 1910"/>
                <a:gd name="csX4" fmla="*/ 0 w 3343"/>
                <a:gd name="csY4" fmla="*/ 0 h 1910"/>
                <a:gd name="csX5" fmla="*/ 955 w 3343"/>
                <a:gd name="csY5" fmla="*/ 956 h 1910"/>
                <a:gd name="csX6" fmla="*/ 2866 w 3343"/>
                <a:gd name="csY6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1910">
                  <a:moveTo>
                    <a:pt x="2866" y="1433"/>
                  </a:moveTo>
                  <a:lnTo>
                    <a:pt x="3344" y="1911"/>
                  </a:lnTo>
                  <a:lnTo>
                    <a:pt x="2866" y="1433"/>
                  </a:lnTo>
                  <a:lnTo>
                    <a:pt x="955" y="956"/>
                  </a:lnTo>
                  <a:lnTo>
                    <a:pt x="0" y="0"/>
                  </a:lnTo>
                  <a:lnTo>
                    <a:pt x="955" y="956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2" name="Freeform 1741">
              <a:extLst>
                <a:ext uri="{FF2B5EF4-FFF2-40B4-BE49-F238E27FC236}">
                  <a16:creationId xmlns:a16="http://schemas.microsoft.com/office/drawing/2014/main" id="{534D458F-C979-775A-28B4-FA61225C1582}"/>
                </a:ext>
              </a:extLst>
            </p:cNvPr>
            <p:cNvSpPr/>
            <p:nvPr/>
          </p:nvSpPr>
          <p:spPr>
            <a:xfrm>
              <a:off x="6435665" y="3640896"/>
              <a:ext cx="3344" cy="955"/>
            </a:xfrm>
            <a:custGeom>
              <a:avLst/>
              <a:gdLst>
                <a:gd name="csX0" fmla="*/ 3344 w 3344"/>
                <a:gd name="csY0" fmla="*/ 956 h 955"/>
                <a:gd name="csX1" fmla="*/ 478 w 3344"/>
                <a:gd name="csY1" fmla="*/ 0 h 955"/>
                <a:gd name="csX2" fmla="*/ 0 w 3344"/>
                <a:gd name="csY2" fmla="*/ 478 h 955"/>
                <a:gd name="csX3" fmla="*/ 478 w 3344"/>
                <a:gd name="csY3" fmla="*/ 0 h 955"/>
                <a:gd name="csX4" fmla="*/ 3344 w 3344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955">
                  <a:moveTo>
                    <a:pt x="3344" y="956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33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3" name="Freeform 1742">
              <a:extLst>
                <a:ext uri="{FF2B5EF4-FFF2-40B4-BE49-F238E27FC236}">
                  <a16:creationId xmlns:a16="http://schemas.microsoft.com/office/drawing/2014/main" id="{5C23B62D-B6A3-9652-ACDF-C3B6602395D2}"/>
                </a:ext>
              </a:extLst>
            </p:cNvPr>
            <p:cNvSpPr/>
            <p:nvPr/>
          </p:nvSpPr>
          <p:spPr>
            <a:xfrm>
              <a:off x="6435665" y="4651293"/>
              <a:ext cx="2866" cy="1433"/>
            </a:xfrm>
            <a:custGeom>
              <a:avLst/>
              <a:gdLst>
                <a:gd name="csX0" fmla="*/ 2866 w 2866"/>
                <a:gd name="csY0" fmla="*/ 1433 h 1433"/>
                <a:gd name="csX1" fmla="*/ 1911 w 2866"/>
                <a:gd name="csY1" fmla="*/ 478 h 1433"/>
                <a:gd name="csX2" fmla="*/ 0 w 2866"/>
                <a:gd name="csY2" fmla="*/ 0 h 1433"/>
                <a:gd name="csX3" fmla="*/ 1911 w 2866"/>
                <a:gd name="csY3" fmla="*/ 478 h 1433"/>
                <a:gd name="csX4" fmla="*/ 2866 w 2866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433">
                  <a:moveTo>
                    <a:pt x="2866" y="1433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4" name="Freeform 1743">
              <a:extLst>
                <a:ext uri="{FF2B5EF4-FFF2-40B4-BE49-F238E27FC236}">
                  <a16:creationId xmlns:a16="http://schemas.microsoft.com/office/drawing/2014/main" id="{942B711D-5FE8-9632-9963-5B0481A26103}"/>
                </a:ext>
              </a:extLst>
            </p:cNvPr>
            <p:cNvSpPr/>
            <p:nvPr/>
          </p:nvSpPr>
          <p:spPr>
            <a:xfrm>
              <a:off x="6430410" y="3729275"/>
              <a:ext cx="6210" cy="2388"/>
            </a:xfrm>
            <a:custGeom>
              <a:avLst/>
              <a:gdLst>
                <a:gd name="csX0" fmla="*/ 5255 w 6210"/>
                <a:gd name="csY0" fmla="*/ 956 h 2388"/>
                <a:gd name="csX1" fmla="*/ 6211 w 6210"/>
                <a:gd name="csY1" fmla="*/ 2389 h 2388"/>
                <a:gd name="csX2" fmla="*/ 4777 w 6210"/>
                <a:gd name="csY2" fmla="*/ 1433 h 2388"/>
                <a:gd name="csX3" fmla="*/ 2866 w 6210"/>
                <a:gd name="csY3" fmla="*/ 478 h 2388"/>
                <a:gd name="csX4" fmla="*/ 0 w 6210"/>
                <a:gd name="csY4" fmla="*/ 0 h 2388"/>
                <a:gd name="csX5" fmla="*/ 2866 w 6210"/>
                <a:gd name="csY5" fmla="*/ 478 h 2388"/>
                <a:gd name="csX6" fmla="*/ 5255 w 6210"/>
                <a:gd name="csY6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2388">
                  <a:moveTo>
                    <a:pt x="5255" y="956"/>
                  </a:moveTo>
                  <a:lnTo>
                    <a:pt x="6211" y="2389"/>
                  </a:lnTo>
                  <a:lnTo>
                    <a:pt x="4777" y="1433"/>
                  </a:lnTo>
                  <a:lnTo>
                    <a:pt x="2866" y="478"/>
                  </a:lnTo>
                  <a:lnTo>
                    <a:pt x="0" y="0"/>
                  </a:lnTo>
                  <a:lnTo>
                    <a:pt x="2866" y="478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" name="Freeform 1744">
              <a:extLst>
                <a:ext uri="{FF2B5EF4-FFF2-40B4-BE49-F238E27FC236}">
                  <a16:creationId xmlns:a16="http://schemas.microsoft.com/office/drawing/2014/main" id="{8D67E16A-DDA8-C7C2-875B-1C8C48315F64}"/>
                </a:ext>
              </a:extLst>
            </p:cNvPr>
            <p:cNvSpPr/>
            <p:nvPr/>
          </p:nvSpPr>
          <p:spPr>
            <a:xfrm>
              <a:off x="6434709" y="4021646"/>
              <a:ext cx="1911" cy="1910"/>
            </a:xfrm>
            <a:custGeom>
              <a:avLst/>
              <a:gdLst>
                <a:gd name="csX0" fmla="*/ 1433 w 1911"/>
                <a:gd name="csY0" fmla="*/ 0 h 1910"/>
                <a:gd name="csX1" fmla="*/ 1911 w 1911"/>
                <a:gd name="csY1" fmla="*/ 0 h 1910"/>
                <a:gd name="csX2" fmla="*/ 1911 w 1911"/>
                <a:gd name="csY2" fmla="*/ 956 h 1910"/>
                <a:gd name="csX3" fmla="*/ 1433 w 1911"/>
                <a:gd name="csY3" fmla="*/ 1911 h 1910"/>
                <a:gd name="csX4" fmla="*/ 955 w 1911"/>
                <a:gd name="csY4" fmla="*/ 1911 h 1910"/>
                <a:gd name="csX5" fmla="*/ 0 w 1911"/>
                <a:gd name="csY5" fmla="*/ 956 h 1910"/>
                <a:gd name="csX6" fmla="*/ 0 w 1911"/>
                <a:gd name="csY6" fmla="*/ 478 h 1910"/>
                <a:gd name="csX7" fmla="*/ 955 w 1911"/>
                <a:gd name="csY7" fmla="*/ 0 h 1910"/>
                <a:gd name="csX8" fmla="*/ 1433 w 1911"/>
                <a:gd name="csY8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1910">
                  <a:moveTo>
                    <a:pt x="1433" y="0"/>
                  </a:moveTo>
                  <a:lnTo>
                    <a:pt x="1911" y="0"/>
                  </a:lnTo>
                  <a:lnTo>
                    <a:pt x="1911" y="956"/>
                  </a:lnTo>
                  <a:lnTo>
                    <a:pt x="1433" y="1911"/>
                  </a:lnTo>
                  <a:lnTo>
                    <a:pt x="955" y="1911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6" name="Freeform 1745">
              <a:extLst>
                <a:ext uri="{FF2B5EF4-FFF2-40B4-BE49-F238E27FC236}">
                  <a16:creationId xmlns:a16="http://schemas.microsoft.com/office/drawing/2014/main" id="{5CC15379-3BE3-6F98-2F17-DAE161EF50E3}"/>
                </a:ext>
              </a:extLst>
            </p:cNvPr>
            <p:cNvSpPr/>
            <p:nvPr/>
          </p:nvSpPr>
          <p:spPr>
            <a:xfrm>
              <a:off x="6431843" y="3476557"/>
              <a:ext cx="4299" cy="955"/>
            </a:xfrm>
            <a:custGeom>
              <a:avLst/>
              <a:gdLst>
                <a:gd name="csX0" fmla="*/ 4299 w 4299"/>
                <a:gd name="csY0" fmla="*/ 478 h 955"/>
                <a:gd name="csX1" fmla="*/ 4299 w 4299"/>
                <a:gd name="csY1" fmla="*/ 478 h 955"/>
                <a:gd name="csX2" fmla="*/ 3344 w 4299"/>
                <a:gd name="csY2" fmla="*/ 0 h 955"/>
                <a:gd name="csX3" fmla="*/ 478 w 4299"/>
                <a:gd name="csY3" fmla="*/ 955 h 955"/>
                <a:gd name="csX4" fmla="*/ 0 w 4299"/>
                <a:gd name="csY4" fmla="*/ 955 h 955"/>
                <a:gd name="csX5" fmla="*/ 0 w 4299"/>
                <a:gd name="csY5" fmla="*/ 955 h 955"/>
                <a:gd name="csX6" fmla="*/ 478 w 4299"/>
                <a:gd name="csY6" fmla="*/ 955 h 955"/>
                <a:gd name="csX7" fmla="*/ 3344 w 4299"/>
                <a:gd name="csY7" fmla="*/ 0 h 955"/>
                <a:gd name="csX8" fmla="*/ 4299 w 4299"/>
                <a:gd name="csY8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955">
                  <a:moveTo>
                    <a:pt x="4299" y="478"/>
                  </a:moveTo>
                  <a:lnTo>
                    <a:pt x="4299" y="478"/>
                  </a:lnTo>
                  <a:lnTo>
                    <a:pt x="3344" y="0"/>
                  </a:lnTo>
                  <a:lnTo>
                    <a:pt x="478" y="955"/>
                  </a:lnTo>
                  <a:lnTo>
                    <a:pt x="0" y="955"/>
                  </a:lnTo>
                  <a:lnTo>
                    <a:pt x="0" y="955"/>
                  </a:lnTo>
                  <a:lnTo>
                    <a:pt x="478" y="955"/>
                  </a:lnTo>
                  <a:lnTo>
                    <a:pt x="3344" y="0"/>
                  </a:lnTo>
                  <a:lnTo>
                    <a:pt x="429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7" name="Freeform 1746">
              <a:extLst>
                <a:ext uri="{FF2B5EF4-FFF2-40B4-BE49-F238E27FC236}">
                  <a16:creationId xmlns:a16="http://schemas.microsoft.com/office/drawing/2014/main" id="{127C775F-B7EA-26C7-CBD9-DA6E6F36281C}"/>
                </a:ext>
              </a:extLst>
            </p:cNvPr>
            <p:cNvSpPr/>
            <p:nvPr/>
          </p:nvSpPr>
          <p:spPr>
            <a:xfrm>
              <a:off x="6433753" y="5280941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0 w 1911"/>
                <a:gd name="csY1" fmla="*/ 478 h 477"/>
                <a:gd name="csX2" fmla="*/ 0 w 1911"/>
                <a:gd name="csY2" fmla="*/ 478 h 477"/>
                <a:gd name="csX3" fmla="*/ 1911 w 1911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8" name="Freeform 1747">
              <a:extLst>
                <a:ext uri="{FF2B5EF4-FFF2-40B4-BE49-F238E27FC236}">
                  <a16:creationId xmlns:a16="http://schemas.microsoft.com/office/drawing/2014/main" id="{B27892A2-2B29-A709-8748-6C3C4A157ABF}"/>
                </a:ext>
              </a:extLst>
            </p:cNvPr>
            <p:cNvSpPr/>
            <p:nvPr/>
          </p:nvSpPr>
          <p:spPr>
            <a:xfrm>
              <a:off x="6429932" y="3457925"/>
              <a:ext cx="5254" cy="3821"/>
            </a:xfrm>
            <a:custGeom>
              <a:avLst/>
              <a:gdLst>
                <a:gd name="csX0" fmla="*/ 5255 w 5254"/>
                <a:gd name="csY0" fmla="*/ 3822 h 3821"/>
                <a:gd name="csX1" fmla="*/ 5255 w 5254"/>
                <a:gd name="csY1" fmla="*/ 3822 h 3821"/>
                <a:gd name="csX2" fmla="*/ 2866 w 5254"/>
                <a:gd name="csY2" fmla="*/ 1911 h 3821"/>
                <a:gd name="csX3" fmla="*/ 0 w 5254"/>
                <a:gd name="csY3" fmla="*/ 0 h 3821"/>
                <a:gd name="csX4" fmla="*/ 0 w 5254"/>
                <a:gd name="csY4" fmla="*/ 0 h 3821"/>
                <a:gd name="csX5" fmla="*/ 2389 w 5254"/>
                <a:gd name="csY5" fmla="*/ 1911 h 3821"/>
                <a:gd name="csX6" fmla="*/ 5255 w 5254"/>
                <a:gd name="csY6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4" h="3821">
                  <a:moveTo>
                    <a:pt x="5255" y="3822"/>
                  </a:moveTo>
                  <a:lnTo>
                    <a:pt x="5255" y="3822"/>
                  </a:lnTo>
                  <a:lnTo>
                    <a:pt x="2866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9" y="1911"/>
                  </a:lnTo>
                  <a:lnTo>
                    <a:pt x="525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9" name="Freeform 1748">
              <a:extLst>
                <a:ext uri="{FF2B5EF4-FFF2-40B4-BE49-F238E27FC236}">
                  <a16:creationId xmlns:a16="http://schemas.microsoft.com/office/drawing/2014/main" id="{9B6223CF-0E3B-DED5-56B4-8EB17440DB92}"/>
                </a:ext>
              </a:extLst>
            </p:cNvPr>
            <p:cNvSpPr/>
            <p:nvPr/>
          </p:nvSpPr>
          <p:spPr>
            <a:xfrm>
              <a:off x="6433753" y="3441682"/>
              <a:ext cx="478" cy="955"/>
            </a:xfrm>
            <a:custGeom>
              <a:avLst/>
              <a:gdLst>
                <a:gd name="csX0" fmla="*/ 478 w 478"/>
                <a:gd name="csY0" fmla="*/ 956 h 955"/>
                <a:gd name="csX1" fmla="*/ 478 w 478"/>
                <a:gd name="csY1" fmla="*/ 956 h 955"/>
                <a:gd name="csX2" fmla="*/ 0 w 478"/>
                <a:gd name="csY2" fmla="*/ 0 h 955"/>
                <a:gd name="csX3" fmla="*/ 478 w 478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955">
                  <a:moveTo>
                    <a:pt x="478" y="956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0" name="Freeform 1749">
              <a:extLst>
                <a:ext uri="{FF2B5EF4-FFF2-40B4-BE49-F238E27FC236}">
                  <a16:creationId xmlns:a16="http://schemas.microsoft.com/office/drawing/2014/main" id="{62B06AF5-BB94-3CC6-D959-37AB1809DCE3}"/>
                </a:ext>
              </a:extLst>
            </p:cNvPr>
            <p:cNvSpPr/>
            <p:nvPr/>
          </p:nvSpPr>
          <p:spPr>
            <a:xfrm>
              <a:off x="6430887" y="5166286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" name="Freeform 1750">
              <a:extLst>
                <a:ext uri="{FF2B5EF4-FFF2-40B4-BE49-F238E27FC236}">
                  <a16:creationId xmlns:a16="http://schemas.microsoft.com/office/drawing/2014/main" id="{857375C8-DC01-9C82-5718-127EB6D49848}"/>
                </a:ext>
              </a:extLst>
            </p:cNvPr>
            <p:cNvSpPr/>
            <p:nvPr/>
          </p:nvSpPr>
          <p:spPr>
            <a:xfrm>
              <a:off x="6428976" y="3430695"/>
              <a:ext cx="1433" cy="2866"/>
            </a:xfrm>
            <a:custGeom>
              <a:avLst/>
              <a:gdLst>
                <a:gd name="csX0" fmla="*/ 1433 w 1433"/>
                <a:gd name="csY0" fmla="*/ 2866 h 2866"/>
                <a:gd name="csX1" fmla="*/ 0 w 1433"/>
                <a:gd name="csY1" fmla="*/ 478 h 2866"/>
                <a:gd name="csX2" fmla="*/ 0 w 1433"/>
                <a:gd name="csY2" fmla="*/ 0 h 2866"/>
                <a:gd name="csX3" fmla="*/ 1433 w 1433"/>
                <a:gd name="csY3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2866">
                  <a:moveTo>
                    <a:pt x="1433" y="2866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14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2" name="Freeform 1751">
              <a:extLst>
                <a:ext uri="{FF2B5EF4-FFF2-40B4-BE49-F238E27FC236}">
                  <a16:creationId xmlns:a16="http://schemas.microsoft.com/office/drawing/2014/main" id="{F3208258-E5A3-4C7F-714D-08346BAE0667}"/>
                </a:ext>
              </a:extLst>
            </p:cNvPr>
            <p:cNvSpPr/>
            <p:nvPr/>
          </p:nvSpPr>
          <p:spPr>
            <a:xfrm>
              <a:off x="6427543" y="3728798"/>
              <a:ext cx="2866" cy="1433"/>
            </a:xfrm>
            <a:custGeom>
              <a:avLst/>
              <a:gdLst>
                <a:gd name="csX0" fmla="*/ 2389 w 2866"/>
                <a:gd name="csY0" fmla="*/ 0 h 1433"/>
                <a:gd name="csX1" fmla="*/ 2866 w 2866"/>
                <a:gd name="csY1" fmla="*/ 0 h 1433"/>
                <a:gd name="csX2" fmla="*/ 2389 w 2866"/>
                <a:gd name="csY2" fmla="*/ 0 h 1433"/>
                <a:gd name="csX3" fmla="*/ 478 w 2866"/>
                <a:gd name="csY3" fmla="*/ 956 h 1433"/>
                <a:gd name="csX4" fmla="*/ 0 w 2866"/>
                <a:gd name="csY4" fmla="*/ 1433 h 1433"/>
                <a:gd name="csX5" fmla="*/ 478 w 2866"/>
                <a:gd name="csY5" fmla="*/ 956 h 1433"/>
                <a:gd name="csX6" fmla="*/ 2389 w 2866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1433">
                  <a:moveTo>
                    <a:pt x="2389" y="0"/>
                  </a:moveTo>
                  <a:lnTo>
                    <a:pt x="2866" y="0"/>
                  </a:lnTo>
                  <a:lnTo>
                    <a:pt x="2389" y="0"/>
                  </a:lnTo>
                  <a:lnTo>
                    <a:pt x="478" y="956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3" name="Freeform 1752">
              <a:extLst>
                <a:ext uri="{FF2B5EF4-FFF2-40B4-BE49-F238E27FC236}">
                  <a16:creationId xmlns:a16="http://schemas.microsoft.com/office/drawing/2014/main" id="{232D344B-5FA0-8226-D058-19B6980E12FB}"/>
                </a:ext>
              </a:extLst>
            </p:cNvPr>
            <p:cNvSpPr/>
            <p:nvPr/>
          </p:nvSpPr>
          <p:spPr>
            <a:xfrm>
              <a:off x="6428499" y="3454581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0 w 955"/>
                <a:gd name="csY1" fmla="*/ 0 h 477"/>
                <a:gd name="csX2" fmla="*/ 956 w 955"/>
                <a:gd name="csY2" fmla="*/ 478 h 477"/>
                <a:gd name="csX3" fmla="*/ 956 w 955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0" y="0"/>
                  </a:lnTo>
                  <a:lnTo>
                    <a:pt x="956" y="478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4" name="Freeform 1753">
              <a:extLst>
                <a:ext uri="{FF2B5EF4-FFF2-40B4-BE49-F238E27FC236}">
                  <a16:creationId xmlns:a16="http://schemas.microsoft.com/office/drawing/2014/main" id="{C84FCAF6-CCC0-CC9A-8FF4-89A7686C3718}"/>
                </a:ext>
              </a:extLst>
            </p:cNvPr>
            <p:cNvSpPr/>
            <p:nvPr/>
          </p:nvSpPr>
          <p:spPr>
            <a:xfrm>
              <a:off x="6427066" y="5169152"/>
              <a:ext cx="1910" cy="477"/>
            </a:xfrm>
            <a:custGeom>
              <a:avLst/>
              <a:gdLst>
                <a:gd name="csX0" fmla="*/ 1910 w 1910"/>
                <a:gd name="csY0" fmla="*/ 0 h 477"/>
                <a:gd name="csX1" fmla="*/ 0 w 1910"/>
                <a:gd name="csY1" fmla="*/ 478 h 477"/>
                <a:gd name="csX2" fmla="*/ 0 w 1910"/>
                <a:gd name="csY2" fmla="*/ 478 h 477"/>
                <a:gd name="csX3" fmla="*/ 1910 w 1910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477">
                  <a:moveTo>
                    <a:pt x="1910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5" name="Freeform 1754">
              <a:extLst>
                <a:ext uri="{FF2B5EF4-FFF2-40B4-BE49-F238E27FC236}">
                  <a16:creationId xmlns:a16="http://schemas.microsoft.com/office/drawing/2014/main" id="{D417D299-9065-7669-E035-1EFFF3268D61}"/>
                </a:ext>
              </a:extLst>
            </p:cNvPr>
            <p:cNvSpPr/>
            <p:nvPr/>
          </p:nvSpPr>
          <p:spPr>
            <a:xfrm>
              <a:off x="6425155" y="3640418"/>
              <a:ext cx="2866" cy="477"/>
            </a:xfrm>
            <a:custGeom>
              <a:avLst/>
              <a:gdLst>
                <a:gd name="csX0" fmla="*/ 2866 w 2866"/>
                <a:gd name="csY0" fmla="*/ 0 h 477"/>
                <a:gd name="csX1" fmla="*/ 955 w 2866"/>
                <a:gd name="csY1" fmla="*/ 478 h 477"/>
                <a:gd name="csX2" fmla="*/ 0 w 2866"/>
                <a:gd name="csY2" fmla="*/ 0 h 477"/>
                <a:gd name="csX3" fmla="*/ 955 w 2866"/>
                <a:gd name="csY3" fmla="*/ 478 h 477"/>
                <a:gd name="csX4" fmla="*/ 2866 w 2866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">
                  <a:moveTo>
                    <a:pt x="2866" y="0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6" name="Freeform 1755">
              <a:extLst>
                <a:ext uri="{FF2B5EF4-FFF2-40B4-BE49-F238E27FC236}">
                  <a16:creationId xmlns:a16="http://schemas.microsoft.com/office/drawing/2014/main" id="{12E6729C-2320-E03F-EDC4-12EECA2D69DF}"/>
                </a:ext>
              </a:extLst>
            </p:cNvPr>
            <p:cNvSpPr/>
            <p:nvPr/>
          </p:nvSpPr>
          <p:spPr>
            <a:xfrm>
              <a:off x="6170047" y="4534727"/>
              <a:ext cx="257018" cy="158606"/>
            </a:xfrm>
            <a:custGeom>
              <a:avLst/>
              <a:gdLst>
                <a:gd name="csX0" fmla="*/ 257019 w 257018"/>
                <a:gd name="csY0" fmla="*/ 107489 h 158606"/>
                <a:gd name="csX1" fmla="*/ 251286 w 257018"/>
                <a:gd name="csY1" fmla="*/ 105578 h 158606"/>
                <a:gd name="csX2" fmla="*/ 250330 w 257018"/>
                <a:gd name="csY2" fmla="*/ 105578 h 158606"/>
                <a:gd name="csX3" fmla="*/ 249375 w 257018"/>
                <a:gd name="csY3" fmla="*/ 106056 h 158606"/>
                <a:gd name="csX4" fmla="*/ 246508 w 257018"/>
                <a:gd name="csY4" fmla="*/ 107967 h 158606"/>
                <a:gd name="csX5" fmla="*/ 245553 w 257018"/>
                <a:gd name="csY5" fmla="*/ 108445 h 158606"/>
                <a:gd name="csX6" fmla="*/ 244597 w 257018"/>
                <a:gd name="csY6" fmla="*/ 107967 h 158606"/>
                <a:gd name="csX7" fmla="*/ 241731 w 257018"/>
                <a:gd name="csY7" fmla="*/ 107967 h 158606"/>
                <a:gd name="csX8" fmla="*/ 232654 w 257018"/>
                <a:gd name="csY8" fmla="*/ 106056 h 158606"/>
                <a:gd name="csX9" fmla="*/ 225966 w 257018"/>
                <a:gd name="csY9" fmla="*/ 104623 h 158606"/>
                <a:gd name="csX10" fmla="*/ 223577 w 257018"/>
                <a:gd name="csY10" fmla="*/ 104145 h 158606"/>
                <a:gd name="csX11" fmla="*/ 219756 w 257018"/>
                <a:gd name="csY11" fmla="*/ 103667 h 158606"/>
                <a:gd name="csX12" fmla="*/ 217367 w 257018"/>
                <a:gd name="csY12" fmla="*/ 104623 h 158606"/>
                <a:gd name="csX13" fmla="*/ 217367 w 257018"/>
                <a:gd name="csY13" fmla="*/ 104623 h 158606"/>
                <a:gd name="csX14" fmla="*/ 214978 w 257018"/>
                <a:gd name="csY14" fmla="*/ 108445 h 158606"/>
                <a:gd name="csX15" fmla="*/ 214501 w 257018"/>
                <a:gd name="csY15" fmla="*/ 108923 h 158606"/>
                <a:gd name="csX16" fmla="*/ 210679 w 257018"/>
                <a:gd name="csY16" fmla="*/ 109878 h 158606"/>
                <a:gd name="csX17" fmla="*/ 209245 w 257018"/>
                <a:gd name="csY17" fmla="*/ 109878 h 158606"/>
                <a:gd name="csX18" fmla="*/ 204946 w 257018"/>
                <a:gd name="csY18" fmla="*/ 110833 h 158606"/>
                <a:gd name="csX19" fmla="*/ 198258 w 257018"/>
                <a:gd name="csY19" fmla="*/ 109400 h 158606"/>
                <a:gd name="csX20" fmla="*/ 195869 w 257018"/>
                <a:gd name="csY20" fmla="*/ 109400 h 158606"/>
                <a:gd name="csX21" fmla="*/ 193958 w 257018"/>
                <a:gd name="csY21" fmla="*/ 110356 h 158606"/>
                <a:gd name="csX22" fmla="*/ 189659 w 257018"/>
                <a:gd name="csY22" fmla="*/ 111789 h 158606"/>
                <a:gd name="csX23" fmla="*/ 186792 w 257018"/>
                <a:gd name="csY23" fmla="*/ 112744 h 158606"/>
                <a:gd name="csX24" fmla="*/ 183448 w 257018"/>
                <a:gd name="csY24" fmla="*/ 113700 h 158606"/>
                <a:gd name="csX25" fmla="*/ 180104 w 257018"/>
                <a:gd name="csY25" fmla="*/ 114655 h 158606"/>
                <a:gd name="csX26" fmla="*/ 178193 w 257018"/>
                <a:gd name="csY26" fmla="*/ 115611 h 158606"/>
                <a:gd name="csX27" fmla="*/ 175804 w 257018"/>
                <a:gd name="csY27" fmla="*/ 115611 h 158606"/>
                <a:gd name="csX28" fmla="*/ 173894 w 257018"/>
                <a:gd name="csY28" fmla="*/ 114655 h 158606"/>
                <a:gd name="csX29" fmla="*/ 171983 w 257018"/>
                <a:gd name="csY29" fmla="*/ 114177 h 158606"/>
                <a:gd name="csX30" fmla="*/ 169594 w 257018"/>
                <a:gd name="csY30" fmla="*/ 114177 h 158606"/>
                <a:gd name="csX31" fmla="*/ 167205 w 257018"/>
                <a:gd name="csY31" fmla="*/ 114177 h 158606"/>
                <a:gd name="csX32" fmla="*/ 164817 w 257018"/>
                <a:gd name="csY32" fmla="*/ 115611 h 158606"/>
                <a:gd name="csX33" fmla="*/ 163861 w 257018"/>
                <a:gd name="csY33" fmla="*/ 116566 h 158606"/>
                <a:gd name="csX34" fmla="*/ 162428 w 257018"/>
                <a:gd name="csY34" fmla="*/ 119432 h 158606"/>
                <a:gd name="csX35" fmla="*/ 160039 w 257018"/>
                <a:gd name="csY35" fmla="*/ 123732 h 158606"/>
                <a:gd name="csX36" fmla="*/ 159084 w 257018"/>
                <a:gd name="csY36" fmla="*/ 124688 h 158606"/>
                <a:gd name="csX37" fmla="*/ 159084 w 257018"/>
                <a:gd name="csY37" fmla="*/ 124688 h 158606"/>
                <a:gd name="csX38" fmla="*/ 158128 w 257018"/>
                <a:gd name="csY38" fmla="*/ 125165 h 158606"/>
                <a:gd name="csX39" fmla="*/ 148096 w 257018"/>
                <a:gd name="csY39" fmla="*/ 122777 h 158606"/>
                <a:gd name="csX40" fmla="*/ 143796 w 257018"/>
                <a:gd name="csY40" fmla="*/ 122299 h 158606"/>
                <a:gd name="csX41" fmla="*/ 140930 w 257018"/>
                <a:gd name="csY41" fmla="*/ 123254 h 158606"/>
                <a:gd name="csX42" fmla="*/ 137108 w 257018"/>
                <a:gd name="csY42" fmla="*/ 121821 h 158606"/>
                <a:gd name="csX43" fmla="*/ 135675 w 257018"/>
                <a:gd name="csY43" fmla="*/ 121821 h 158606"/>
                <a:gd name="csX44" fmla="*/ 134720 w 257018"/>
                <a:gd name="csY44" fmla="*/ 121821 h 158606"/>
                <a:gd name="csX45" fmla="*/ 132809 w 257018"/>
                <a:gd name="csY45" fmla="*/ 121343 h 158606"/>
                <a:gd name="csX46" fmla="*/ 129465 w 257018"/>
                <a:gd name="csY46" fmla="*/ 119910 h 158606"/>
                <a:gd name="csX47" fmla="*/ 126121 w 257018"/>
                <a:gd name="csY47" fmla="*/ 119432 h 158606"/>
                <a:gd name="csX48" fmla="*/ 123254 w 257018"/>
                <a:gd name="csY48" fmla="*/ 119432 h 158606"/>
                <a:gd name="csX49" fmla="*/ 121343 w 257018"/>
                <a:gd name="csY49" fmla="*/ 118955 h 158606"/>
                <a:gd name="csX50" fmla="*/ 119910 w 257018"/>
                <a:gd name="csY50" fmla="*/ 117522 h 158606"/>
                <a:gd name="csX51" fmla="*/ 117999 w 257018"/>
                <a:gd name="csY51" fmla="*/ 115133 h 158606"/>
                <a:gd name="csX52" fmla="*/ 114655 w 257018"/>
                <a:gd name="csY52" fmla="*/ 112266 h 158606"/>
                <a:gd name="csX53" fmla="*/ 110355 w 257018"/>
                <a:gd name="csY53" fmla="*/ 110356 h 158606"/>
                <a:gd name="csX54" fmla="*/ 107489 w 257018"/>
                <a:gd name="csY54" fmla="*/ 108923 h 158606"/>
                <a:gd name="csX55" fmla="*/ 106534 w 257018"/>
                <a:gd name="csY55" fmla="*/ 107967 h 158606"/>
                <a:gd name="csX56" fmla="*/ 104145 w 257018"/>
                <a:gd name="csY56" fmla="*/ 107012 h 158606"/>
                <a:gd name="csX57" fmla="*/ 100323 w 257018"/>
                <a:gd name="csY57" fmla="*/ 107012 h 158606"/>
                <a:gd name="csX58" fmla="*/ 96979 w 257018"/>
                <a:gd name="csY58" fmla="*/ 107967 h 158606"/>
                <a:gd name="csX59" fmla="*/ 91724 w 257018"/>
                <a:gd name="csY59" fmla="*/ 111311 h 158606"/>
                <a:gd name="csX60" fmla="*/ 86947 w 257018"/>
                <a:gd name="csY60" fmla="*/ 117999 h 158606"/>
                <a:gd name="csX61" fmla="*/ 84558 w 257018"/>
                <a:gd name="csY61" fmla="*/ 120388 h 158606"/>
                <a:gd name="csX62" fmla="*/ 82647 w 257018"/>
                <a:gd name="csY62" fmla="*/ 121343 h 158606"/>
                <a:gd name="csX63" fmla="*/ 81692 w 257018"/>
                <a:gd name="csY63" fmla="*/ 122777 h 158606"/>
                <a:gd name="csX64" fmla="*/ 83125 w 257018"/>
                <a:gd name="csY64" fmla="*/ 125165 h 158606"/>
                <a:gd name="csX65" fmla="*/ 83125 w 257018"/>
                <a:gd name="csY65" fmla="*/ 128509 h 158606"/>
                <a:gd name="csX66" fmla="*/ 82647 w 257018"/>
                <a:gd name="csY66" fmla="*/ 133287 h 158606"/>
                <a:gd name="csX67" fmla="*/ 82647 w 257018"/>
                <a:gd name="csY67" fmla="*/ 137108 h 158606"/>
                <a:gd name="csX68" fmla="*/ 81692 w 257018"/>
                <a:gd name="csY68" fmla="*/ 136153 h 158606"/>
                <a:gd name="csX69" fmla="*/ 80736 w 257018"/>
                <a:gd name="csY69" fmla="*/ 134720 h 158606"/>
                <a:gd name="csX70" fmla="*/ 80258 w 257018"/>
                <a:gd name="csY70" fmla="*/ 134242 h 158606"/>
                <a:gd name="csX71" fmla="*/ 76914 w 257018"/>
                <a:gd name="csY71" fmla="*/ 135198 h 158606"/>
                <a:gd name="csX72" fmla="*/ 75481 w 257018"/>
                <a:gd name="csY72" fmla="*/ 135675 h 158606"/>
                <a:gd name="csX73" fmla="*/ 74526 w 257018"/>
                <a:gd name="csY73" fmla="*/ 136631 h 158606"/>
                <a:gd name="csX74" fmla="*/ 74048 w 257018"/>
                <a:gd name="csY74" fmla="*/ 136631 h 158606"/>
                <a:gd name="csX75" fmla="*/ 72615 w 257018"/>
                <a:gd name="csY75" fmla="*/ 135675 h 158606"/>
                <a:gd name="csX76" fmla="*/ 72137 w 257018"/>
                <a:gd name="csY76" fmla="*/ 135675 h 158606"/>
                <a:gd name="csX77" fmla="*/ 70704 w 257018"/>
                <a:gd name="csY77" fmla="*/ 135675 h 158606"/>
                <a:gd name="csX78" fmla="*/ 69748 w 257018"/>
                <a:gd name="csY78" fmla="*/ 135675 h 158606"/>
                <a:gd name="csX79" fmla="*/ 68793 w 257018"/>
                <a:gd name="csY79" fmla="*/ 135675 h 158606"/>
                <a:gd name="csX80" fmla="*/ 68315 w 257018"/>
                <a:gd name="csY80" fmla="*/ 135675 h 158606"/>
                <a:gd name="csX81" fmla="*/ 66882 w 257018"/>
                <a:gd name="csY81" fmla="*/ 135198 h 158606"/>
                <a:gd name="csX82" fmla="*/ 61627 w 257018"/>
                <a:gd name="csY82" fmla="*/ 133764 h 158606"/>
                <a:gd name="csX83" fmla="*/ 60672 w 257018"/>
                <a:gd name="csY83" fmla="*/ 133287 h 158606"/>
                <a:gd name="csX84" fmla="*/ 59716 w 257018"/>
                <a:gd name="csY84" fmla="*/ 133287 h 158606"/>
                <a:gd name="csX85" fmla="*/ 56850 w 257018"/>
                <a:gd name="csY85" fmla="*/ 134242 h 158606"/>
                <a:gd name="csX86" fmla="*/ 55416 w 257018"/>
                <a:gd name="csY86" fmla="*/ 134720 h 158606"/>
                <a:gd name="csX87" fmla="*/ 50639 w 257018"/>
                <a:gd name="csY87" fmla="*/ 135675 h 158606"/>
                <a:gd name="csX88" fmla="*/ 46340 w 257018"/>
                <a:gd name="csY88" fmla="*/ 135675 h 158606"/>
                <a:gd name="csX89" fmla="*/ 44429 w 257018"/>
                <a:gd name="csY89" fmla="*/ 135675 h 158606"/>
                <a:gd name="csX90" fmla="*/ 42996 w 257018"/>
                <a:gd name="csY90" fmla="*/ 136631 h 158606"/>
                <a:gd name="csX91" fmla="*/ 42518 w 257018"/>
                <a:gd name="csY91" fmla="*/ 137108 h 158606"/>
                <a:gd name="csX92" fmla="*/ 41563 w 257018"/>
                <a:gd name="csY92" fmla="*/ 139019 h 158606"/>
                <a:gd name="csX93" fmla="*/ 40607 w 257018"/>
                <a:gd name="csY93" fmla="*/ 141886 h 158606"/>
                <a:gd name="csX94" fmla="*/ 40607 w 257018"/>
                <a:gd name="csY94" fmla="*/ 142364 h 158606"/>
                <a:gd name="csX95" fmla="*/ 40607 w 257018"/>
                <a:gd name="csY95" fmla="*/ 143797 h 158606"/>
                <a:gd name="csX96" fmla="*/ 40129 w 257018"/>
                <a:gd name="csY96" fmla="*/ 145707 h 158606"/>
                <a:gd name="csX97" fmla="*/ 40129 w 257018"/>
                <a:gd name="csY97" fmla="*/ 147619 h 158606"/>
                <a:gd name="csX98" fmla="*/ 40129 w 257018"/>
                <a:gd name="csY98" fmla="*/ 148574 h 158606"/>
                <a:gd name="csX99" fmla="*/ 38696 w 257018"/>
                <a:gd name="csY99" fmla="*/ 150963 h 158606"/>
                <a:gd name="csX100" fmla="*/ 37263 w 257018"/>
                <a:gd name="csY100" fmla="*/ 153829 h 158606"/>
                <a:gd name="csX101" fmla="*/ 35830 w 257018"/>
                <a:gd name="csY101" fmla="*/ 156218 h 158606"/>
                <a:gd name="csX102" fmla="*/ 34874 w 257018"/>
                <a:gd name="csY102" fmla="*/ 158606 h 158606"/>
                <a:gd name="csX103" fmla="*/ 33919 w 257018"/>
                <a:gd name="csY103" fmla="*/ 157173 h 158606"/>
                <a:gd name="csX104" fmla="*/ 32963 w 257018"/>
                <a:gd name="csY104" fmla="*/ 155262 h 158606"/>
                <a:gd name="csX105" fmla="*/ 32963 w 257018"/>
                <a:gd name="csY105" fmla="*/ 152873 h 158606"/>
                <a:gd name="csX106" fmla="*/ 32963 w 257018"/>
                <a:gd name="csY106" fmla="*/ 152396 h 158606"/>
                <a:gd name="csX107" fmla="*/ 32486 w 257018"/>
                <a:gd name="csY107" fmla="*/ 151440 h 158606"/>
                <a:gd name="csX108" fmla="*/ 32486 w 257018"/>
                <a:gd name="csY108" fmla="*/ 151440 h 158606"/>
                <a:gd name="csX109" fmla="*/ 32008 w 257018"/>
                <a:gd name="csY109" fmla="*/ 149530 h 158606"/>
                <a:gd name="csX110" fmla="*/ 32486 w 257018"/>
                <a:gd name="csY110" fmla="*/ 148574 h 158606"/>
                <a:gd name="csX111" fmla="*/ 32008 w 257018"/>
                <a:gd name="csY111" fmla="*/ 147141 h 158606"/>
                <a:gd name="csX112" fmla="*/ 31052 w 257018"/>
                <a:gd name="csY112" fmla="*/ 146185 h 158606"/>
                <a:gd name="csX113" fmla="*/ 30097 w 257018"/>
                <a:gd name="csY113" fmla="*/ 145230 h 158606"/>
                <a:gd name="csX114" fmla="*/ 29619 w 257018"/>
                <a:gd name="csY114" fmla="*/ 144274 h 158606"/>
                <a:gd name="csX115" fmla="*/ 29141 w 257018"/>
                <a:gd name="csY115" fmla="*/ 143797 h 158606"/>
                <a:gd name="csX116" fmla="*/ 28186 w 257018"/>
                <a:gd name="csY116" fmla="*/ 143797 h 158606"/>
                <a:gd name="csX117" fmla="*/ 26753 w 257018"/>
                <a:gd name="csY117" fmla="*/ 143319 h 158606"/>
                <a:gd name="csX118" fmla="*/ 24364 w 257018"/>
                <a:gd name="csY118" fmla="*/ 141408 h 158606"/>
                <a:gd name="csX119" fmla="*/ 22453 w 257018"/>
                <a:gd name="csY119" fmla="*/ 139497 h 158606"/>
                <a:gd name="csX120" fmla="*/ 20065 w 257018"/>
                <a:gd name="csY120" fmla="*/ 137108 h 158606"/>
                <a:gd name="csX121" fmla="*/ 18154 w 257018"/>
                <a:gd name="csY121" fmla="*/ 135198 h 158606"/>
                <a:gd name="csX122" fmla="*/ 15765 w 257018"/>
                <a:gd name="csY122" fmla="*/ 132809 h 158606"/>
                <a:gd name="csX123" fmla="*/ 13854 w 257018"/>
                <a:gd name="csY123" fmla="*/ 130420 h 158606"/>
                <a:gd name="csX124" fmla="*/ 12421 w 257018"/>
                <a:gd name="csY124" fmla="*/ 128509 h 158606"/>
                <a:gd name="csX125" fmla="*/ 11943 w 257018"/>
                <a:gd name="csY125" fmla="*/ 127076 h 158606"/>
                <a:gd name="csX126" fmla="*/ 12421 w 257018"/>
                <a:gd name="csY126" fmla="*/ 127076 h 158606"/>
                <a:gd name="csX127" fmla="*/ 13376 w 257018"/>
                <a:gd name="csY127" fmla="*/ 127076 h 158606"/>
                <a:gd name="csX128" fmla="*/ 13854 w 257018"/>
                <a:gd name="csY128" fmla="*/ 127076 h 158606"/>
                <a:gd name="csX129" fmla="*/ 13854 w 257018"/>
                <a:gd name="csY129" fmla="*/ 126121 h 158606"/>
                <a:gd name="csX130" fmla="*/ 12899 w 257018"/>
                <a:gd name="csY130" fmla="*/ 124688 h 158606"/>
                <a:gd name="csX131" fmla="*/ 12421 w 257018"/>
                <a:gd name="csY131" fmla="*/ 122299 h 158606"/>
                <a:gd name="csX132" fmla="*/ 11466 w 257018"/>
                <a:gd name="csY132" fmla="*/ 120866 h 158606"/>
                <a:gd name="csX133" fmla="*/ 9077 w 257018"/>
                <a:gd name="csY133" fmla="*/ 118955 h 158606"/>
                <a:gd name="csX134" fmla="*/ 6688 w 257018"/>
                <a:gd name="csY134" fmla="*/ 117522 h 158606"/>
                <a:gd name="csX135" fmla="*/ 5733 w 257018"/>
                <a:gd name="csY135" fmla="*/ 116566 h 158606"/>
                <a:gd name="csX136" fmla="*/ 5255 w 257018"/>
                <a:gd name="csY136" fmla="*/ 115611 h 158606"/>
                <a:gd name="csX137" fmla="*/ 4300 w 257018"/>
                <a:gd name="csY137" fmla="*/ 107967 h 158606"/>
                <a:gd name="csX138" fmla="*/ 4300 w 257018"/>
                <a:gd name="csY138" fmla="*/ 106056 h 158606"/>
                <a:gd name="csX139" fmla="*/ 3344 w 257018"/>
                <a:gd name="csY139" fmla="*/ 105100 h 158606"/>
                <a:gd name="csX140" fmla="*/ 2866 w 257018"/>
                <a:gd name="csY140" fmla="*/ 104623 h 158606"/>
                <a:gd name="csX141" fmla="*/ 2389 w 257018"/>
                <a:gd name="csY141" fmla="*/ 104145 h 158606"/>
                <a:gd name="csX142" fmla="*/ 2389 w 257018"/>
                <a:gd name="csY142" fmla="*/ 103190 h 158606"/>
                <a:gd name="csX143" fmla="*/ 2866 w 257018"/>
                <a:gd name="csY143" fmla="*/ 101757 h 158606"/>
                <a:gd name="csX144" fmla="*/ 2866 w 257018"/>
                <a:gd name="csY144" fmla="*/ 101279 h 158606"/>
                <a:gd name="csX145" fmla="*/ 3344 w 257018"/>
                <a:gd name="csY145" fmla="*/ 100323 h 158606"/>
                <a:gd name="csX146" fmla="*/ 3344 w 257018"/>
                <a:gd name="csY146" fmla="*/ 93635 h 158606"/>
                <a:gd name="csX147" fmla="*/ 3344 w 257018"/>
                <a:gd name="csY147" fmla="*/ 93157 h 158606"/>
                <a:gd name="csX148" fmla="*/ 2866 w 257018"/>
                <a:gd name="csY148" fmla="*/ 92680 h 158606"/>
                <a:gd name="csX149" fmla="*/ 1911 w 257018"/>
                <a:gd name="csY149" fmla="*/ 92680 h 158606"/>
                <a:gd name="csX150" fmla="*/ 1433 w 257018"/>
                <a:gd name="csY150" fmla="*/ 92680 h 158606"/>
                <a:gd name="csX151" fmla="*/ 478 w 257018"/>
                <a:gd name="csY151" fmla="*/ 91724 h 158606"/>
                <a:gd name="csX152" fmla="*/ 0 w 257018"/>
                <a:gd name="csY152" fmla="*/ 90291 h 158606"/>
                <a:gd name="csX153" fmla="*/ 0 w 257018"/>
                <a:gd name="csY153" fmla="*/ 89813 h 158606"/>
                <a:gd name="csX154" fmla="*/ 956 w 257018"/>
                <a:gd name="csY154" fmla="*/ 88858 h 158606"/>
                <a:gd name="csX155" fmla="*/ 1433 w 257018"/>
                <a:gd name="csY155" fmla="*/ 88380 h 158606"/>
                <a:gd name="csX156" fmla="*/ 2389 w 257018"/>
                <a:gd name="csY156" fmla="*/ 87902 h 158606"/>
                <a:gd name="csX157" fmla="*/ 5255 w 257018"/>
                <a:gd name="csY157" fmla="*/ 86469 h 158606"/>
                <a:gd name="csX158" fmla="*/ 6210 w 257018"/>
                <a:gd name="csY158" fmla="*/ 85991 h 158606"/>
                <a:gd name="csX159" fmla="*/ 6688 w 257018"/>
                <a:gd name="csY159" fmla="*/ 85514 h 158606"/>
                <a:gd name="csX160" fmla="*/ 6688 w 257018"/>
                <a:gd name="csY160" fmla="*/ 84558 h 158606"/>
                <a:gd name="csX161" fmla="*/ 8599 w 257018"/>
                <a:gd name="csY161" fmla="*/ 81214 h 158606"/>
                <a:gd name="csX162" fmla="*/ 10988 w 257018"/>
                <a:gd name="csY162" fmla="*/ 77870 h 158606"/>
                <a:gd name="csX163" fmla="*/ 11943 w 257018"/>
                <a:gd name="csY163" fmla="*/ 76915 h 158606"/>
                <a:gd name="csX164" fmla="*/ 12899 w 257018"/>
                <a:gd name="csY164" fmla="*/ 74526 h 158606"/>
                <a:gd name="csX165" fmla="*/ 14332 w 257018"/>
                <a:gd name="csY165" fmla="*/ 71659 h 158606"/>
                <a:gd name="csX166" fmla="*/ 14809 w 257018"/>
                <a:gd name="csY166" fmla="*/ 70704 h 158606"/>
                <a:gd name="csX167" fmla="*/ 15287 w 257018"/>
                <a:gd name="csY167" fmla="*/ 69271 h 158606"/>
                <a:gd name="csX168" fmla="*/ 16243 w 257018"/>
                <a:gd name="csY168" fmla="*/ 68316 h 158606"/>
                <a:gd name="csX169" fmla="*/ 18632 w 257018"/>
                <a:gd name="csY169" fmla="*/ 66405 h 158606"/>
                <a:gd name="csX170" fmla="*/ 20542 w 257018"/>
                <a:gd name="csY170" fmla="*/ 63538 h 158606"/>
                <a:gd name="csX171" fmla="*/ 22931 w 257018"/>
                <a:gd name="csY171" fmla="*/ 63538 h 158606"/>
                <a:gd name="csX172" fmla="*/ 24842 w 257018"/>
                <a:gd name="csY172" fmla="*/ 64016 h 158606"/>
                <a:gd name="csX173" fmla="*/ 27708 w 257018"/>
                <a:gd name="csY173" fmla="*/ 64493 h 158606"/>
                <a:gd name="csX174" fmla="*/ 30097 w 257018"/>
                <a:gd name="csY174" fmla="*/ 64016 h 158606"/>
                <a:gd name="csX175" fmla="*/ 31530 w 257018"/>
                <a:gd name="csY175" fmla="*/ 62583 h 158606"/>
                <a:gd name="csX176" fmla="*/ 34874 w 257018"/>
                <a:gd name="csY176" fmla="*/ 61627 h 158606"/>
                <a:gd name="csX177" fmla="*/ 38696 w 257018"/>
                <a:gd name="csY177" fmla="*/ 60672 h 158606"/>
                <a:gd name="csX178" fmla="*/ 38696 w 257018"/>
                <a:gd name="csY178" fmla="*/ 60672 h 158606"/>
                <a:gd name="csX179" fmla="*/ 39174 w 257018"/>
                <a:gd name="csY179" fmla="*/ 58761 h 158606"/>
                <a:gd name="csX180" fmla="*/ 40129 w 257018"/>
                <a:gd name="csY180" fmla="*/ 58283 h 158606"/>
                <a:gd name="csX181" fmla="*/ 41563 w 257018"/>
                <a:gd name="csY181" fmla="*/ 57328 h 158606"/>
                <a:gd name="csX182" fmla="*/ 41563 w 257018"/>
                <a:gd name="csY182" fmla="*/ 57328 h 158606"/>
                <a:gd name="csX183" fmla="*/ 42040 w 257018"/>
                <a:gd name="csY183" fmla="*/ 57805 h 158606"/>
                <a:gd name="csX184" fmla="*/ 42518 w 257018"/>
                <a:gd name="csY184" fmla="*/ 59716 h 158606"/>
                <a:gd name="csX185" fmla="*/ 44429 w 257018"/>
                <a:gd name="csY185" fmla="*/ 61150 h 158606"/>
                <a:gd name="csX186" fmla="*/ 44429 w 257018"/>
                <a:gd name="csY186" fmla="*/ 61150 h 158606"/>
                <a:gd name="csX187" fmla="*/ 46340 w 257018"/>
                <a:gd name="csY187" fmla="*/ 63060 h 158606"/>
                <a:gd name="csX188" fmla="*/ 47295 w 257018"/>
                <a:gd name="csY188" fmla="*/ 63060 h 158606"/>
                <a:gd name="csX189" fmla="*/ 48728 w 257018"/>
                <a:gd name="csY189" fmla="*/ 61627 h 158606"/>
                <a:gd name="csX190" fmla="*/ 52073 w 257018"/>
                <a:gd name="csY190" fmla="*/ 60672 h 158606"/>
                <a:gd name="csX191" fmla="*/ 53028 w 257018"/>
                <a:gd name="csY191" fmla="*/ 60194 h 158606"/>
                <a:gd name="csX192" fmla="*/ 55894 w 257018"/>
                <a:gd name="csY192" fmla="*/ 58283 h 158606"/>
                <a:gd name="csX193" fmla="*/ 58761 w 257018"/>
                <a:gd name="csY193" fmla="*/ 56850 h 158606"/>
                <a:gd name="csX194" fmla="*/ 59239 w 257018"/>
                <a:gd name="csY194" fmla="*/ 56850 h 158606"/>
                <a:gd name="csX195" fmla="*/ 60672 w 257018"/>
                <a:gd name="csY195" fmla="*/ 56372 h 158606"/>
                <a:gd name="csX196" fmla="*/ 63538 w 257018"/>
                <a:gd name="csY196" fmla="*/ 54939 h 158606"/>
                <a:gd name="csX197" fmla="*/ 65927 w 257018"/>
                <a:gd name="csY197" fmla="*/ 55417 h 158606"/>
                <a:gd name="csX198" fmla="*/ 69271 w 257018"/>
                <a:gd name="csY198" fmla="*/ 54939 h 158606"/>
                <a:gd name="csX199" fmla="*/ 75481 w 257018"/>
                <a:gd name="csY199" fmla="*/ 54461 h 158606"/>
                <a:gd name="csX200" fmla="*/ 79781 w 257018"/>
                <a:gd name="csY200" fmla="*/ 53984 h 158606"/>
                <a:gd name="csX201" fmla="*/ 81692 w 257018"/>
                <a:gd name="csY201" fmla="*/ 53984 h 158606"/>
                <a:gd name="csX202" fmla="*/ 82170 w 257018"/>
                <a:gd name="csY202" fmla="*/ 53506 h 158606"/>
                <a:gd name="csX203" fmla="*/ 83125 w 257018"/>
                <a:gd name="csY203" fmla="*/ 51595 h 158606"/>
                <a:gd name="csX204" fmla="*/ 84080 w 257018"/>
                <a:gd name="csY204" fmla="*/ 51117 h 158606"/>
                <a:gd name="csX205" fmla="*/ 85514 w 257018"/>
                <a:gd name="csY205" fmla="*/ 50162 h 158606"/>
                <a:gd name="csX206" fmla="*/ 88858 w 257018"/>
                <a:gd name="csY206" fmla="*/ 47295 h 158606"/>
                <a:gd name="csX207" fmla="*/ 90769 w 257018"/>
                <a:gd name="csY207" fmla="*/ 44907 h 158606"/>
                <a:gd name="csX208" fmla="*/ 91246 w 257018"/>
                <a:gd name="csY208" fmla="*/ 43951 h 158606"/>
                <a:gd name="csX209" fmla="*/ 91246 w 257018"/>
                <a:gd name="csY209" fmla="*/ 43951 h 158606"/>
                <a:gd name="csX210" fmla="*/ 91724 w 257018"/>
                <a:gd name="csY210" fmla="*/ 43951 h 158606"/>
                <a:gd name="csX211" fmla="*/ 92680 w 257018"/>
                <a:gd name="csY211" fmla="*/ 42996 h 158606"/>
                <a:gd name="csX212" fmla="*/ 91724 w 257018"/>
                <a:gd name="csY212" fmla="*/ 41563 h 158606"/>
                <a:gd name="csX213" fmla="*/ 88380 w 257018"/>
                <a:gd name="csY213" fmla="*/ 39652 h 158606"/>
                <a:gd name="csX214" fmla="*/ 88380 w 257018"/>
                <a:gd name="csY214" fmla="*/ 39174 h 158606"/>
                <a:gd name="csX215" fmla="*/ 87902 w 257018"/>
                <a:gd name="csY215" fmla="*/ 38696 h 158606"/>
                <a:gd name="csX216" fmla="*/ 88380 w 257018"/>
                <a:gd name="csY216" fmla="*/ 38696 h 158606"/>
                <a:gd name="csX217" fmla="*/ 89813 w 257018"/>
                <a:gd name="csY217" fmla="*/ 37741 h 158606"/>
                <a:gd name="csX218" fmla="*/ 91246 w 257018"/>
                <a:gd name="csY218" fmla="*/ 36785 h 158606"/>
                <a:gd name="csX219" fmla="*/ 93157 w 257018"/>
                <a:gd name="csY219" fmla="*/ 36308 h 158606"/>
                <a:gd name="csX220" fmla="*/ 98412 w 257018"/>
                <a:gd name="csY220" fmla="*/ 36308 h 158606"/>
                <a:gd name="csX221" fmla="*/ 102712 w 257018"/>
                <a:gd name="csY221" fmla="*/ 36308 h 158606"/>
                <a:gd name="csX222" fmla="*/ 103667 w 257018"/>
                <a:gd name="csY222" fmla="*/ 36308 h 158606"/>
                <a:gd name="csX223" fmla="*/ 107012 w 257018"/>
                <a:gd name="csY223" fmla="*/ 35830 h 158606"/>
                <a:gd name="csX224" fmla="*/ 109400 w 257018"/>
                <a:gd name="csY224" fmla="*/ 35352 h 158606"/>
                <a:gd name="csX225" fmla="*/ 111789 w 257018"/>
                <a:gd name="csY225" fmla="*/ 33919 h 158606"/>
                <a:gd name="csX226" fmla="*/ 117044 w 257018"/>
                <a:gd name="csY226" fmla="*/ 34397 h 158606"/>
                <a:gd name="csX227" fmla="*/ 121343 w 257018"/>
                <a:gd name="csY227" fmla="*/ 31530 h 158606"/>
                <a:gd name="csX228" fmla="*/ 122777 w 257018"/>
                <a:gd name="csY228" fmla="*/ 31052 h 158606"/>
                <a:gd name="csX229" fmla="*/ 123254 w 257018"/>
                <a:gd name="csY229" fmla="*/ 30575 h 158606"/>
                <a:gd name="csX230" fmla="*/ 123732 w 257018"/>
                <a:gd name="csY230" fmla="*/ 30097 h 158606"/>
                <a:gd name="csX231" fmla="*/ 125643 w 257018"/>
                <a:gd name="csY231" fmla="*/ 29142 h 158606"/>
                <a:gd name="csX232" fmla="*/ 128031 w 257018"/>
                <a:gd name="csY232" fmla="*/ 26753 h 158606"/>
                <a:gd name="csX233" fmla="*/ 128031 w 257018"/>
                <a:gd name="csY233" fmla="*/ 26753 h 158606"/>
                <a:gd name="csX234" fmla="*/ 129942 w 257018"/>
                <a:gd name="csY234" fmla="*/ 24842 h 158606"/>
                <a:gd name="csX235" fmla="*/ 130420 w 257018"/>
                <a:gd name="csY235" fmla="*/ 23409 h 158606"/>
                <a:gd name="csX236" fmla="*/ 135197 w 257018"/>
                <a:gd name="csY236" fmla="*/ 18632 h 158606"/>
                <a:gd name="csX237" fmla="*/ 137108 w 257018"/>
                <a:gd name="csY237" fmla="*/ 18632 h 158606"/>
                <a:gd name="csX238" fmla="*/ 138064 w 257018"/>
                <a:gd name="csY238" fmla="*/ 18154 h 158606"/>
                <a:gd name="csX239" fmla="*/ 139975 w 257018"/>
                <a:gd name="csY239" fmla="*/ 14810 h 158606"/>
                <a:gd name="csX240" fmla="*/ 140453 w 257018"/>
                <a:gd name="csY240" fmla="*/ 14332 h 158606"/>
                <a:gd name="csX241" fmla="*/ 141408 w 257018"/>
                <a:gd name="csY241" fmla="*/ 14332 h 158606"/>
                <a:gd name="csX242" fmla="*/ 142841 w 257018"/>
                <a:gd name="csY242" fmla="*/ 13854 h 158606"/>
                <a:gd name="csX243" fmla="*/ 143796 w 257018"/>
                <a:gd name="csY243" fmla="*/ 12899 h 158606"/>
                <a:gd name="csX244" fmla="*/ 144752 w 257018"/>
                <a:gd name="csY244" fmla="*/ 11466 h 158606"/>
                <a:gd name="csX245" fmla="*/ 144752 w 257018"/>
                <a:gd name="csY245" fmla="*/ 9555 h 158606"/>
                <a:gd name="csX246" fmla="*/ 144274 w 257018"/>
                <a:gd name="csY246" fmla="*/ 8121 h 158606"/>
                <a:gd name="csX247" fmla="*/ 144274 w 257018"/>
                <a:gd name="csY247" fmla="*/ 7644 h 158606"/>
                <a:gd name="csX248" fmla="*/ 144752 w 257018"/>
                <a:gd name="csY248" fmla="*/ 7166 h 158606"/>
                <a:gd name="csX249" fmla="*/ 145230 w 257018"/>
                <a:gd name="csY249" fmla="*/ 6211 h 158606"/>
                <a:gd name="csX250" fmla="*/ 149052 w 257018"/>
                <a:gd name="csY250" fmla="*/ 4777 h 158606"/>
                <a:gd name="csX251" fmla="*/ 150007 w 257018"/>
                <a:gd name="csY251" fmla="*/ 3822 h 158606"/>
                <a:gd name="csX252" fmla="*/ 150962 w 257018"/>
                <a:gd name="csY252" fmla="*/ 2867 h 158606"/>
                <a:gd name="csX253" fmla="*/ 151918 w 257018"/>
                <a:gd name="csY253" fmla="*/ 2867 h 158606"/>
                <a:gd name="csX254" fmla="*/ 152873 w 257018"/>
                <a:gd name="csY254" fmla="*/ 2867 h 158606"/>
                <a:gd name="csX255" fmla="*/ 153829 w 257018"/>
                <a:gd name="csY255" fmla="*/ 2389 h 158606"/>
                <a:gd name="csX256" fmla="*/ 154784 w 257018"/>
                <a:gd name="csY256" fmla="*/ 1911 h 158606"/>
                <a:gd name="csX257" fmla="*/ 157173 w 257018"/>
                <a:gd name="csY257" fmla="*/ 478 h 158606"/>
                <a:gd name="csX258" fmla="*/ 159562 w 257018"/>
                <a:gd name="csY258" fmla="*/ 0 h 158606"/>
                <a:gd name="csX259" fmla="*/ 162428 w 257018"/>
                <a:gd name="csY259" fmla="*/ 478 h 158606"/>
                <a:gd name="csX260" fmla="*/ 164339 w 257018"/>
                <a:gd name="csY260" fmla="*/ 478 h 158606"/>
                <a:gd name="csX261" fmla="*/ 166250 w 257018"/>
                <a:gd name="csY261" fmla="*/ 956 h 158606"/>
                <a:gd name="csX262" fmla="*/ 167205 w 257018"/>
                <a:gd name="csY262" fmla="*/ 1433 h 158606"/>
                <a:gd name="csX263" fmla="*/ 168638 w 257018"/>
                <a:gd name="csY263" fmla="*/ 3344 h 158606"/>
                <a:gd name="csX264" fmla="*/ 169116 w 257018"/>
                <a:gd name="csY264" fmla="*/ 4300 h 158606"/>
                <a:gd name="csX265" fmla="*/ 174849 w 257018"/>
                <a:gd name="csY265" fmla="*/ 10032 h 158606"/>
                <a:gd name="csX266" fmla="*/ 175804 w 257018"/>
                <a:gd name="csY266" fmla="*/ 10988 h 158606"/>
                <a:gd name="csX267" fmla="*/ 178671 w 257018"/>
                <a:gd name="csY267" fmla="*/ 14810 h 158606"/>
                <a:gd name="csX268" fmla="*/ 180582 w 257018"/>
                <a:gd name="csY268" fmla="*/ 17676 h 158606"/>
                <a:gd name="csX269" fmla="*/ 182493 w 257018"/>
                <a:gd name="csY269" fmla="*/ 21498 h 158606"/>
                <a:gd name="csX270" fmla="*/ 182970 w 257018"/>
                <a:gd name="csY270" fmla="*/ 23409 h 158606"/>
                <a:gd name="csX271" fmla="*/ 182493 w 257018"/>
                <a:gd name="csY271" fmla="*/ 25320 h 158606"/>
                <a:gd name="csX272" fmla="*/ 182015 w 257018"/>
                <a:gd name="csY272" fmla="*/ 30097 h 158606"/>
                <a:gd name="csX273" fmla="*/ 181537 w 257018"/>
                <a:gd name="csY273" fmla="*/ 31530 h 158606"/>
                <a:gd name="csX274" fmla="*/ 179149 w 257018"/>
                <a:gd name="csY274" fmla="*/ 34397 h 158606"/>
                <a:gd name="csX275" fmla="*/ 179149 w 257018"/>
                <a:gd name="csY275" fmla="*/ 35830 h 158606"/>
                <a:gd name="csX276" fmla="*/ 179626 w 257018"/>
                <a:gd name="csY276" fmla="*/ 36785 h 158606"/>
                <a:gd name="csX277" fmla="*/ 180104 w 257018"/>
                <a:gd name="csY277" fmla="*/ 37263 h 158606"/>
                <a:gd name="csX278" fmla="*/ 180582 w 257018"/>
                <a:gd name="csY278" fmla="*/ 37741 h 158606"/>
                <a:gd name="csX279" fmla="*/ 180582 w 257018"/>
                <a:gd name="csY279" fmla="*/ 40129 h 158606"/>
                <a:gd name="csX280" fmla="*/ 181537 w 257018"/>
                <a:gd name="csY280" fmla="*/ 40607 h 158606"/>
                <a:gd name="csX281" fmla="*/ 183448 w 257018"/>
                <a:gd name="csY281" fmla="*/ 41563 h 158606"/>
                <a:gd name="csX282" fmla="*/ 188226 w 257018"/>
                <a:gd name="csY282" fmla="*/ 42040 h 158606"/>
                <a:gd name="csX283" fmla="*/ 190614 w 257018"/>
                <a:gd name="csY283" fmla="*/ 42040 h 158606"/>
                <a:gd name="csX284" fmla="*/ 192525 w 257018"/>
                <a:gd name="csY284" fmla="*/ 42518 h 158606"/>
                <a:gd name="csX285" fmla="*/ 193480 w 257018"/>
                <a:gd name="csY285" fmla="*/ 42996 h 158606"/>
                <a:gd name="csX286" fmla="*/ 193958 w 257018"/>
                <a:gd name="csY286" fmla="*/ 43474 h 158606"/>
                <a:gd name="csX287" fmla="*/ 193003 w 257018"/>
                <a:gd name="csY287" fmla="*/ 46340 h 158606"/>
                <a:gd name="csX288" fmla="*/ 193958 w 257018"/>
                <a:gd name="csY288" fmla="*/ 48251 h 158606"/>
                <a:gd name="csX289" fmla="*/ 195391 w 257018"/>
                <a:gd name="csY289" fmla="*/ 49684 h 158606"/>
                <a:gd name="csX290" fmla="*/ 197302 w 257018"/>
                <a:gd name="csY290" fmla="*/ 50162 h 158606"/>
                <a:gd name="csX291" fmla="*/ 198735 w 257018"/>
                <a:gd name="csY291" fmla="*/ 50639 h 158606"/>
                <a:gd name="csX292" fmla="*/ 204468 w 257018"/>
                <a:gd name="csY292" fmla="*/ 51117 h 158606"/>
                <a:gd name="csX293" fmla="*/ 206379 w 257018"/>
                <a:gd name="csY293" fmla="*/ 52073 h 158606"/>
                <a:gd name="csX294" fmla="*/ 209723 w 257018"/>
                <a:gd name="csY294" fmla="*/ 55417 h 158606"/>
                <a:gd name="csX295" fmla="*/ 213545 w 257018"/>
                <a:gd name="csY295" fmla="*/ 58283 h 158606"/>
                <a:gd name="csX296" fmla="*/ 214501 w 257018"/>
                <a:gd name="csY296" fmla="*/ 59716 h 158606"/>
                <a:gd name="csX297" fmla="*/ 214023 w 257018"/>
                <a:gd name="csY297" fmla="*/ 61150 h 158606"/>
                <a:gd name="csX298" fmla="*/ 213067 w 257018"/>
                <a:gd name="csY298" fmla="*/ 63060 h 158606"/>
                <a:gd name="csX299" fmla="*/ 213067 w 257018"/>
                <a:gd name="csY299" fmla="*/ 63538 h 158606"/>
                <a:gd name="csX300" fmla="*/ 214978 w 257018"/>
                <a:gd name="csY300" fmla="*/ 65449 h 158606"/>
                <a:gd name="csX301" fmla="*/ 216889 w 257018"/>
                <a:gd name="csY301" fmla="*/ 66882 h 158606"/>
                <a:gd name="csX302" fmla="*/ 220711 w 257018"/>
                <a:gd name="csY302" fmla="*/ 68793 h 158606"/>
                <a:gd name="csX303" fmla="*/ 226921 w 257018"/>
                <a:gd name="csY303" fmla="*/ 71659 h 158606"/>
                <a:gd name="csX304" fmla="*/ 230266 w 257018"/>
                <a:gd name="csY304" fmla="*/ 74048 h 158606"/>
                <a:gd name="csX305" fmla="*/ 231221 w 257018"/>
                <a:gd name="csY305" fmla="*/ 75481 h 158606"/>
                <a:gd name="csX306" fmla="*/ 232654 w 257018"/>
                <a:gd name="csY306" fmla="*/ 76915 h 158606"/>
                <a:gd name="csX307" fmla="*/ 235043 w 257018"/>
                <a:gd name="csY307" fmla="*/ 78348 h 158606"/>
                <a:gd name="csX308" fmla="*/ 236476 w 257018"/>
                <a:gd name="csY308" fmla="*/ 79781 h 158606"/>
                <a:gd name="csX309" fmla="*/ 235521 w 257018"/>
                <a:gd name="csY309" fmla="*/ 83125 h 158606"/>
                <a:gd name="csX310" fmla="*/ 235521 w 257018"/>
                <a:gd name="csY310" fmla="*/ 84081 h 158606"/>
                <a:gd name="csX311" fmla="*/ 236476 w 257018"/>
                <a:gd name="csY311" fmla="*/ 85036 h 158606"/>
                <a:gd name="csX312" fmla="*/ 237431 w 257018"/>
                <a:gd name="csY312" fmla="*/ 86469 h 158606"/>
                <a:gd name="csX313" fmla="*/ 238387 w 257018"/>
                <a:gd name="csY313" fmla="*/ 87902 h 158606"/>
                <a:gd name="csX314" fmla="*/ 239342 w 257018"/>
                <a:gd name="csY314" fmla="*/ 89813 h 158606"/>
                <a:gd name="csX315" fmla="*/ 241253 w 257018"/>
                <a:gd name="csY315" fmla="*/ 90769 h 158606"/>
                <a:gd name="csX316" fmla="*/ 243642 w 257018"/>
                <a:gd name="csY316" fmla="*/ 91247 h 158606"/>
                <a:gd name="csX317" fmla="*/ 245075 w 257018"/>
                <a:gd name="csY317" fmla="*/ 92202 h 158606"/>
                <a:gd name="csX318" fmla="*/ 247942 w 257018"/>
                <a:gd name="csY318" fmla="*/ 93635 h 158606"/>
                <a:gd name="csX319" fmla="*/ 250808 w 257018"/>
                <a:gd name="csY319" fmla="*/ 95068 h 158606"/>
                <a:gd name="csX320" fmla="*/ 251763 w 257018"/>
                <a:gd name="csY320" fmla="*/ 96024 h 158606"/>
                <a:gd name="csX321" fmla="*/ 252719 w 257018"/>
                <a:gd name="csY321" fmla="*/ 96979 h 158606"/>
                <a:gd name="csX322" fmla="*/ 253197 w 257018"/>
                <a:gd name="csY322" fmla="*/ 97935 h 158606"/>
                <a:gd name="csX323" fmla="*/ 253674 w 257018"/>
                <a:gd name="csY323" fmla="*/ 99368 h 158606"/>
                <a:gd name="csX324" fmla="*/ 253674 w 257018"/>
                <a:gd name="csY324" fmla="*/ 101279 h 158606"/>
                <a:gd name="csX325" fmla="*/ 254152 w 257018"/>
                <a:gd name="csY325" fmla="*/ 104145 h 158606"/>
                <a:gd name="csX326" fmla="*/ 255585 w 257018"/>
                <a:gd name="csY326" fmla="*/ 106056 h 158606"/>
                <a:gd name="csX327" fmla="*/ 257019 w 257018"/>
                <a:gd name="csY327" fmla="*/ 107489 h 158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</a:cxnLst>
              <a:rect l="l" t="t" r="r" b="b"/>
              <a:pathLst>
                <a:path w="257018" h="158606">
                  <a:moveTo>
                    <a:pt x="257019" y="107489"/>
                  </a:moveTo>
                  <a:lnTo>
                    <a:pt x="251286" y="105578"/>
                  </a:lnTo>
                  <a:lnTo>
                    <a:pt x="250330" y="105578"/>
                  </a:lnTo>
                  <a:lnTo>
                    <a:pt x="249375" y="106056"/>
                  </a:lnTo>
                  <a:lnTo>
                    <a:pt x="246508" y="107967"/>
                  </a:lnTo>
                  <a:lnTo>
                    <a:pt x="245553" y="108445"/>
                  </a:lnTo>
                  <a:lnTo>
                    <a:pt x="244597" y="107967"/>
                  </a:lnTo>
                  <a:lnTo>
                    <a:pt x="241731" y="107967"/>
                  </a:lnTo>
                  <a:lnTo>
                    <a:pt x="232654" y="106056"/>
                  </a:lnTo>
                  <a:lnTo>
                    <a:pt x="225966" y="104623"/>
                  </a:lnTo>
                  <a:lnTo>
                    <a:pt x="223577" y="104145"/>
                  </a:lnTo>
                  <a:lnTo>
                    <a:pt x="219756" y="103667"/>
                  </a:lnTo>
                  <a:lnTo>
                    <a:pt x="217367" y="104623"/>
                  </a:lnTo>
                  <a:lnTo>
                    <a:pt x="217367" y="104623"/>
                  </a:lnTo>
                  <a:lnTo>
                    <a:pt x="214978" y="108445"/>
                  </a:lnTo>
                  <a:lnTo>
                    <a:pt x="214501" y="108923"/>
                  </a:lnTo>
                  <a:lnTo>
                    <a:pt x="210679" y="109878"/>
                  </a:lnTo>
                  <a:lnTo>
                    <a:pt x="209245" y="109878"/>
                  </a:lnTo>
                  <a:lnTo>
                    <a:pt x="204946" y="110833"/>
                  </a:lnTo>
                  <a:lnTo>
                    <a:pt x="198258" y="109400"/>
                  </a:lnTo>
                  <a:lnTo>
                    <a:pt x="195869" y="109400"/>
                  </a:lnTo>
                  <a:lnTo>
                    <a:pt x="193958" y="110356"/>
                  </a:lnTo>
                  <a:lnTo>
                    <a:pt x="189659" y="111789"/>
                  </a:lnTo>
                  <a:lnTo>
                    <a:pt x="186792" y="112744"/>
                  </a:lnTo>
                  <a:lnTo>
                    <a:pt x="183448" y="113700"/>
                  </a:lnTo>
                  <a:lnTo>
                    <a:pt x="180104" y="114655"/>
                  </a:lnTo>
                  <a:lnTo>
                    <a:pt x="178193" y="115611"/>
                  </a:lnTo>
                  <a:lnTo>
                    <a:pt x="175804" y="115611"/>
                  </a:lnTo>
                  <a:lnTo>
                    <a:pt x="173894" y="114655"/>
                  </a:lnTo>
                  <a:lnTo>
                    <a:pt x="171983" y="114177"/>
                  </a:lnTo>
                  <a:lnTo>
                    <a:pt x="169594" y="114177"/>
                  </a:lnTo>
                  <a:lnTo>
                    <a:pt x="167205" y="114177"/>
                  </a:lnTo>
                  <a:lnTo>
                    <a:pt x="164817" y="115611"/>
                  </a:lnTo>
                  <a:lnTo>
                    <a:pt x="163861" y="116566"/>
                  </a:lnTo>
                  <a:lnTo>
                    <a:pt x="162428" y="119432"/>
                  </a:lnTo>
                  <a:lnTo>
                    <a:pt x="160039" y="123732"/>
                  </a:lnTo>
                  <a:lnTo>
                    <a:pt x="159084" y="124688"/>
                  </a:lnTo>
                  <a:lnTo>
                    <a:pt x="159084" y="124688"/>
                  </a:lnTo>
                  <a:lnTo>
                    <a:pt x="158128" y="125165"/>
                  </a:lnTo>
                  <a:lnTo>
                    <a:pt x="148096" y="122777"/>
                  </a:lnTo>
                  <a:lnTo>
                    <a:pt x="143796" y="122299"/>
                  </a:lnTo>
                  <a:lnTo>
                    <a:pt x="140930" y="123254"/>
                  </a:lnTo>
                  <a:lnTo>
                    <a:pt x="137108" y="121821"/>
                  </a:lnTo>
                  <a:lnTo>
                    <a:pt x="135675" y="121821"/>
                  </a:lnTo>
                  <a:lnTo>
                    <a:pt x="134720" y="121821"/>
                  </a:lnTo>
                  <a:lnTo>
                    <a:pt x="132809" y="121343"/>
                  </a:lnTo>
                  <a:lnTo>
                    <a:pt x="129465" y="119910"/>
                  </a:lnTo>
                  <a:lnTo>
                    <a:pt x="126121" y="119432"/>
                  </a:lnTo>
                  <a:lnTo>
                    <a:pt x="123254" y="119432"/>
                  </a:lnTo>
                  <a:lnTo>
                    <a:pt x="121343" y="118955"/>
                  </a:lnTo>
                  <a:lnTo>
                    <a:pt x="119910" y="117522"/>
                  </a:lnTo>
                  <a:lnTo>
                    <a:pt x="117999" y="115133"/>
                  </a:lnTo>
                  <a:lnTo>
                    <a:pt x="114655" y="112266"/>
                  </a:lnTo>
                  <a:lnTo>
                    <a:pt x="110355" y="110356"/>
                  </a:lnTo>
                  <a:lnTo>
                    <a:pt x="107489" y="108923"/>
                  </a:lnTo>
                  <a:lnTo>
                    <a:pt x="106534" y="107967"/>
                  </a:lnTo>
                  <a:lnTo>
                    <a:pt x="104145" y="107012"/>
                  </a:lnTo>
                  <a:lnTo>
                    <a:pt x="100323" y="107012"/>
                  </a:lnTo>
                  <a:lnTo>
                    <a:pt x="96979" y="107967"/>
                  </a:lnTo>
                  <a:lnTo>
                    <a:pt x="91724" y="111311"/>
                  </a:lnTo>
                  <a:lnTo>
                    <a:pt x="86947" y="117999"/>
                  </a:lnTo>
                  <a:lnTo>
                    <a:pt x="84558" y="120388"/>
                  </a:lnTo>
                  <a:lnTo>
                    <a:pt x="82647" y="121343"/>
                  </a:lnTo>
                  <a:lnTo>
                    <a:pt x="81692" y="122777"/>
                  </a:lnTo>
                  <a:lnTo>
                    <a:pt x="83125" y="125165"/>
                  </a:lnTo>
                  <a:lnTo>
                    <a:pt x="83125" y="128509"/>
                  </a:lnTo>
                  <a:lnTo>
                    <a:pt x="82647" y="133287"/>
                  </a:lnTo>
                  <a:lnTo>
                    <a:pt x="82647" y="137108"/>
                  </a:lnTo>
                  <a:lnTo>
                    <a:pt x="81692" y="136153"/>
                  </a:lnTo>
                  <a:lnTo>
                    <a:pt x="80736" y="134720"/>
                  </a:lnTo>
                  <a:lnTo>
                    <a:pt x="80258" y="134242"/>
                  </a:lnTo>
                  <a:lnTo>
                    <a:pt x="76914" y="135198"/>
                  </a:lnTo>
                  <a:lnTo>
                    <a:pt x="75481" y="135675"/>
                  </a:lnTo>
                  <a:lnTo>
                    <a:pt x="74526" y="136631"/>
                  </a:lnTo>
                  <a:lnTo>
                    <a:pt x="74048" y="136631"/>
                  </a:lnTo>
                  <a:lnTo>
                    <a:pt x="72615" y="135675"/>
                  </a:lnTo>
                  <a:lnTo>
                    <a:pt x="72137" y="135675"/>
                  </a:lnTo>
                  <a:lnTo>
                    <a:pt x="70704" y="135675"/>
                  </a:lnTo>
                  <a:lnTo>
                    <a:pt x="69748" y="135675"/>
                  </a:lnTo>
                  <a:lnTo>
                    <a:pt x="68793" y="135675"/>
                  </a:lnTo>
                  <a:lnTo>
                    <a:pt x="68315" y="135675"/>
                  </a:lnTo>
                  <a:lnTo>
                    <a:pt x="66882" y="135198"/>
                  </a:lnTo>
                  <a:lnTo>
                    <a:pt x="61627" y="133764"/>
                  </a:lnTo>
                  <a:lnTo>
                    <a:pt x="60672" y="133287"/>
                  </a:lnTo>
                  <a:lnTo>
                    <a:pt x="59716" y="133287"/>
                  </a:lnTo>
                  <a:lnTo>
                    <a:pt x="56850" y="134242"/>
                  </a:lnTo>
                  <a:lnTo>
                    <a:pt x="55416" y="134720"/>
                  </a:lnTo>
                  <a:lnTo>
                    <a:pt x="50639" y="135675"/>
                  </a:lnTo>
                  <a:lnTo>
                    <a:pt x="46340" y="135675"/>
                  </a:lnTo>
                  <a:lnTo>
                    <a:pt x="44429" y="135675"/>
                  </a:lnTo>
                  <a:lnTo>
                    <a:pt x="42996" y="136631"/>
                  </a:lnTo>
                  <a:lnTo>
                    <a:pt x="42518" y="137108"/>
                  </a:lnTo>
                  <a:lnTo>
                    <a:pt x="41563" y="139019"/>
                  </a:lnTo>
                  <a:lnTo>
                    <a:pt x="40607" y="141886"/>
                  </a:lnTo>
                  <a:lnTo>
                    <a:pt x="40607" y="142364"/>
                  </a:lnTo>
                  <a:lnTo>
                    <a:pt x="40607" y="143797"/>
                  </a:lnTo>
                  <a:lnTo>
                    <a:pt x="40129" y="145707"/>
                  </a:lnTo>
                  <a:lnTo>
                    <a:pt x="40129" y="147619"/>
                  </a:lnTo>
                  <a:lnTo>
                    <a:pt x="40129" y="148574"/>
                  </a:lnTo>
                  <a:lnTo>
                    <a:pt x="38696" y="150963"/>
                  </a:lnTo>
                  <a:lnTo>
                    <a:pt x="37263" y="153829"/>
                  </a:lnTo>
                  <a:lnTo>
                    <a:pt x="35830" y="156218"/>
                  </a:lnTo>
                  <a:lnTo>
                    <a:pt x="34874" y="158606"/>
                  </a:lnTo>
                  <a:lnTo>
                    <a:pt x="33919" y="157173"/>
                  </a:lnTo>
                  <a:lnTo>
                    <a:pt x="32963" y="155262"/>
                  </a:lnTo>
                  <a:lnTo>
                    <a:pt x="32963" y="152873"/>
                  </a:lnTo>
                  <a:lnTo>
                    <a:pt x="32963" y="152396"/>
                  </a:lnTo>
                  <a:lnTo>
                    <a:pt x="32486" y="151440"/>
                  </a:lnTo>
                  <a:lnTo>
                    <a:pt x="32486" y="151440"/>
                  </a:lnTo>
                  <a:lnTo>
                    <a:pt x="32008" y="149530"/>
                  </a:lnTo>
                  <a:lnTo>
                    <a:pt x="32486" y="148574"/>
                  </a:lnTo>
                  <a:lnTo>
                    <a:pt x="32008" y="147141"/>
                  </a:lnTo>
                  <a:lnTo>
                    <a:pt x="31052" y="146185"/>
                  </a:lnTo>
                  <a:lnTo>
                    <a:pt x="30097" y="145230"/>
                  </a:lnTo>
                  <a:lnTo>
                    <a:pt x="29619" y="144274"/>
                  </a:lnTo>
                  <a:lnTo>
                    <a:pt x="29141" y="143797"/>
                  </a:lnTo>
                  <a:lnTo>
                    <a:pt x="28186" y="143797"/>
                  </a:lnTo>
                  <a:lnTo>
                    <a:pt x="26753" y="143319"/>
                  </a:lnTo>
                  <a:lnTo>
                    <a:pt x="24364" y="141408"/>
                  </a:lnTo>
                  <a:lnTo>
                    <a:pt x="22453" y="139497"/>
                  </a:lnTo>
                  <a:lnTo>
                    <a:pt x="20065" y="137108"/>
                  </a:lnTo>
                  <a:lnTo>
                    <a:pt x="18154" y="135198"/>
                  </a:lnTo>
                  <a:lnTo>
                    <a:pt x="15765" y="132809"/>
                  </a:lnTo>
                  <a:lnTo>
                    <a:pt x="13854" y="130420"/>
                  </a:lnTo>
                  <a:lnTo>
                    <a:pt x="12421" y="128509"/>
                  </a:lnTo>
                  <a:lnTo>
                    <a:pt x="11943" y="127076"/>
                  </a:lnTo>
                  <a:lnTo>
                    <a:pt x="12421" y="127076"/>
                  </a:lnTo>
                  <a:lnTo>
                    <a:pt x="13376" y="127076"/>
                  </a:lnTo>
                  <a:lnTo>
                    <a:pt x="13854" y="127076"/>
                  </a:lnTo>
                  <a:lnTo>
                    <a:pt x="13854" y="126121"/>
                  </a:lnTo>
                  <a:lnTo>
                    <a:pt x="12899" y="124688"/>
                  </a:lnTo>
                  <a:lnTo>
                    <a:pt x="12421" y="122299"/>
                  </a:lnTo>
                  <a:lnTo>
                    <a:pt x="11466" y="120866"/>
                  </a:lnTo>
                  <a:lnTo>
                    <a:pt x="9077" y="118955"/>
                  </a:lnTo>
                  <a:lnTo>
                    <a:pt x="6688" y="117522"/>
                  </a:lnTo>
                  <a:lnTo>
                    <a:pt x="5733" y="116566"/>
                  </a:lnTo>
                  <a:lnTo>
                    <a:pt x="5255" y="115611"/>
                  </a:lnTo>
                  <a:lnTo>
                    <a:pt x="4300" y="107967"/>
                  </a:lnTo>
                  <a:lnTo>
                    <a:pt x="4300" y="106056"/>
                  </a:lnTo>
                  <a:lnTo>
                    <a:pt x="3344" y="105100"/>
                  </a:lnTo>
                  <a:lnTo>
                    <a:pt x="2866" y="104623"/>
                  </a:lnTo>
                  <a:lnTo>
                    <a:pt x="2389" y="104145"/>
                  </a:lnTo>
                  <a:lnTo>
                    <a:pt x="2389" y="103190"/>
                  </a:lnTo>
                  <a:lnTo>
                    <a:pt x="2866" y="101757"/>
                  </a:lnTo>
                  <a:lnTo>
                    <a:pt x="2866" y="101279"/>
                  </a:lnTo>
                  <a:lnTo>
                    <a:pt x="3344" y="100323"/>
                  </a:lnTo>
                  <a:lnTo>
                    <a:pt x="3344" y="93635"/>
                  </a:lnTo>
                  <a:lnTo>
                    <a:pt x="3344" y="93157"/>
                  </a:lnTo>
                  <a:lnTo>
                    <a:pt x="2866" y="92680"/>
                  </a:lnTo>
                  <a:lnTo>
                    <a:pt x="1911" y="92680"/>
                  </a:lnTo>
                  <a:lnTo>
                    <a:pt x="1433" y="92680"/>
                  </a:lnTo>
                  <a:lnTo>
                    <a:pt x="478" y="91724"/>
                  </a:lnTo>
                  <a:lnTo>
                    <a:pt x="0" y="90291"/>
                  </a:lnTo>
                  <a:lnTo>
                    <a:pt x="0" y="89813"/>
                  </a:lnTo>
                  <a:lnTo>
                    <a:pt x="956" y="88858"/>
                  </a:lnTo>
                  <a:lnTo>
                    <a:pt x="1433" y="88380"/>
                  </a:lnTo>
                  <a:lnTo>
                    <a:pt x="2389" y="87902"/>
                  </a:lnTo>
                  <a:lnTo>
                    <a:pt x="5255" y="86469"/>
                  </a:lnTo>
                  <a:lnTo>
                    <a:pt x="6210" y="85991"/>
                  </a:lnTo>
                  <a:lnTo>
                    <a:pt x="6688" y="85514"/>
                  </a:lnTo>
                  <a:lnTo>
                    <a:pt x="6688" y="84558"/>
                  </a:lnTo>
                  <a:lnTo>
                    <a:pt x="8599" y="81214"/>
                  </a:lnTo>
                  <a:lnTo>
                    <a:pt x="10988" y="77870"/>
                  </a:lnTo>
                  <a:lnTo>
                    <a:pt x="11943" y="76915"/>
                  </a:lnTo>
                  <a:lnTo>
                    <a:pt x="12899" y="74526"/>
                  </a:lnTo>
                  <a:lnTo>
                    <a:pt x="14332" y="71659"/>
                  </a:lnTo>
                  <a:lnTo>
                    <a:pt x="14809" y="70704"/>
                  </a:lnTo>
                  <a:lnTo>
                    <a:pt x="15287" y="69271"/>
                  </a:lnTo>
                  <a:lnTo>
                    <a:pt x="16243" y="68316"/>
                  </a:lnTo>
                  <a:lnTo>
                    <a:pt x="18632" y="66405"/>
                  </a:lnTo>
                  <a:lnTo>
                    <a:pt x="20542" y="63538"/>
                  </a:lnTo>
                  <a:lnTo>
                    <a:pt x="22931" y="63538"/>
                  </a:lnTo>
                  <a:lnTo>
                    <a:pt x="24842" y="64016"/>
                  </a:lnTo>
                  <a:lnTo>
                    <a:pt x="27708" y="64493"/>
                  </a:lnTo>
                  <a:lnTo>
                    <a:pt x="30097" y="64016"/>
                  </a:lnTo>
                  <a:lnTo>
                    <a:pt x="31530" y="62583"/>
                  </a:lnTo>
                  <a:lnTo>
                    <a:pt x="34874" y="61627"/>
                  </a:lnTo>
                  <a:lnTo>
                    <a:pt x="38696" y="60672"/>
                  </a:lnTo>
                  <a:lnTo>
                    <a:pt x="38696" y="60672"/>
                  </a:lnTo>
                  <a:lnTo>
                    <a:pt x="39174" y="58761"/>
                  </a:lnTo>
                  <a:lnTo>
                    <a:pt x="40129" y="58283"/>
                  </a:lnTo>
                  <a:lnTo>
                    <a:pt x="41563" y="57328"/>
                  </a:lnTo>
                  <a:lnTo>
                    <a:pt x="41563" y="57328"/>
                  </a:lnTo>
                  <a:lnTo>
                    <a:pt x="42040" y="57805"/>
                  </a:lnTo>
                  <a:lnTo>
                    <a:pt x="42518" y="59716"/>
                  </a:lnTo>
                  <a:lnTo>
                    <a:pt x="44429" y="61150"/>
                  </a:lnTo>
                  <a:lnTo>
                    <a:pt x="44429" y="61150"/>
                  </a:lnTo>
                  <a:lnTo>
                    <a:pt x="46340" y="63060"/>
                  </a:lnTo>
                  <a:lnTo>
                    <a:pt x="47295" y="63060"/>
                  </a:lnTo>
                  <a:lnTo>
                    <a:pt x="48728" y="61627"/>
                  </a:lnTo>
                  <a:lnTo>
                    <a:pt x="52073" y="60672"/>
                  </a:lnTo>
                  <a:lnTo>
                    <a:pt x="53028" y="60194"/>
                  </a:lnTo>
                  <a:lnTo>
                    <a:pt x="55894" y="58283"/>
                  </a:lnTo>
                  <a:lnTo>
                    <a:pt x="58761" y="56850"/>
                  </a:lnTo>
                  <a:lnTo>
                    <a:pt x="59239" y="56850"/>
                  </a:lnTo>
                  <a:lnTo>
                    <a:pt x="60672" y="56372"/>
                  </a:lnTo>
                  <a:lnTo>
                    <a:pt x="63538" y="54939"/>
                  </a:lnTo>
                  <a:lnTo>
                    <a:pt x="65927" y="55417"/>
                  </a:lnTo>
                  <a:lnTo>
                    <a:pt x="69271" y="54939"/>
                  </a:lnTo>
                  <a:lnTo>
                    <a:pt x="75481" y="54461"/>
                  </a:lnTo>
                  <a:lnTo>
                    <a:pt x="79781" y="53984"/>
                  </a:lnTo>
                  <a:lnTo>
                    <a:pt x="81692" y="53984"/>
                  </a:lnTo>
                  <a:lnTo>
                    <a:pt x="82170" y="53506"/>
                  </a:lnTo>
                  <a:lnTo>
                    <a:pt x="83125" y="51595"/>
                  </a:lnTo>
                  <a:lnTo>
                    <a:pt x="84080" y="51117"/>
                  </a:lnTo>
                  <a:lnTo>
                    <a:pt x="85514" y="50162"/>
                  </a:lnTo>
                  <a:lnTo>
                    <a:pt x="88858" y="47295"/>
                  </a:lnTo>
                  <a:lnTo>
                    <a:pt x="90769" y="44907"/>
                  </a:lnTo>
                  <a:lnTo>
                    <a:pt x="91246" y="43951"/>
                  </a:lnTo>
                  <a:lnTo>
                    <a:pt x="91246" y="43951"/>
                  </a:lnTo>
                  <a:lnTo>
                    <a:pt x="91724" y="43951"/>
                  </a:lnTo>
                  <a:lnTo>
                    <a:pt x="92680" y="42996"/>
                  </a:lnTo>
                  <a:lnTo>
                    <a:pt x="91724" y="41563"/>
                  </a:lnTo>
                  <a:lnTo>
                    <a:pt x="88380" y="39652"/>
                  </a:lnTo>
                  <a:lnTo>
                    <a:pt x="88380" y="39174"/>
                  </a:lnTo>
                  <a:lnTo>
                    <a:pt x="87902" y="38696"/>
                  </a:lnTo>
                  <a:lnTo>
                    <a:pt x="88380" y="38696"/>
                  </a:lnTo>
                  <a:lnTo>
                    <a:pt x="89813" y="37741"/>
                  </a:lnTo>
                  <a:lnTo>
                    <a:pt x="91246" y="36785"/>
                  </a:lnTo>
                  <a:lnTo>
                    <a:pt x="93157" y="36308"/>
                  </a:lnTo>
                  <a:lnTo>
                    <a:pt x="98412" y="36308"/>
                  </a:lnTo>
                  <a:lnTo>
                    <a:pt x="102712" y="36308"/>
                  </a:lnTo>
                  <a:lnTo>
                    <a:pt x="103667" y="36308"/>
                  </a:lnTo>
                  <a:lnTo>
                    <a:pt x="107012" y="35830"/>
                  </a:lnTo>
                  <a:lnTo>
                    <a:pt x="109400" y="35352"/>
                  </a:lnTo>
                  <a:lnTo>
                    <a:pt x="111789" y="33919"/>
                  </a:lnTo>
                  <a:lnTo>
                    <a:pt x="117044" y="34397"/>
                  </a:lnTo>
                  <a:lnTo>
                    <a:pt x="121343" y="31530"/>
                  </a:lnTo>
                  <a:lnTo>
                    <a:pt x="122777" y="31052"/>
                  </a:lnTo>
                  <a:lnTo>
                    <a:pt x="123254" y="30575"/>
                  </a:lnTo>
                  <a:lnTo>
                    <a:pt x="123732" y="30097"/>
                  </a:lnTo>
                  <a:lnTo>
                    <a:pt x="125643" y="29142"/>
                  </a:lnTo>
                  <a:lnTo>
                    <a:pt x="128031" y="26753"/>
                  </a:lnTo>
                  <a:lnTo>
                    <a:pt x="128031" y="26753"/>
                  </a:lnTo>
                  <a:lnTo>
                    <a:pt x="129942" y="24842"/>
                  </a:lnTo>
                  <a:lnTo>
                    <a:pt x="130420" y="23409"/>
                  </a:lnTo>
                  <a:lnTo>
                    <a:pt x="135197" y="18632"/>
                  </a:lnTo>
                  <a:lnTo>
                    <a:pt x="137108" y="18632"/>
                  </a:lnTo>
                  <a:lnTo>
                    <a:pt x="138064" y="18154"/>
                  </a:lnTo>
                  <a:lnTo>
                    <a:pt x="139975" y="14810"/>
                  </a:lnTo>
                  <a:lnTo>
                    <a:pt x="140453" y="14332"/>
                  </a:lnTo>
                  <a:lnTo>
                    <a:pt x="141408" y="14332"/>
                  </a:lnTo>
                  <a:lnTo>
                    <a:pt x="142841" y="13854"/>
                  </a:lnTo>
                  <a:lnTo>
                    <a:pt x="143796" y="12899"/>
                  </a:lnTo>
                  <a:lnTo>
                    <a:pt x="144752" y="11466"/>
                  </a:lnTo>
                  <a:lnTo>
                    <a:pt x="144752" y="9555"/>
                  </a:lnTo>
                  <a:lnTo>
                    <a:pt x="144274" y="8121"/>
                  </a:lnTo>
                  <a:lnTo>
                    <a:pt x="144274" y="7644"/>
                  </a:lnTo>
                  <a:lnTo>
                    <a:pt x="144752" y="7166"/>
                  </a:lnTo>
                  <a:lnTo>
                    <a:pt x="145230" y="6211"/>
                  </a:lnTo>
                  <a:lnTo>
                    <a:pt x="149052" y="4777"/>
                  </a:lnTo>
                  <a:lnTo>
                    <a:pt x="150007" y="3822"/>
                  </a:lnTo>
                  <a:lnTo>
                    <a:pt x="150962" y="2867"/>
                  </a:lnTo>
                  <a:lnTo>
                    <a:pt x="151918" y="2867"/>
                  </a:lnTo>
                  <a:lnTo>
                    <a:pt x="152873" y="2867"/>
                  </a:lnTo>
                  <a:lnTo>
                    <a:pt x="153829" y="2389"/>
                  </a:lnTo>
                  <a:lnTo>
                    <a:pt x="154784" y="1911"/>
                  </a:lnTo>
                  <a:lnTo>
                    <a:pt x="157173" y="478"/>
                  </a:lnTo>
                  <a:lnTo>
                    <a:pt x="159562" y="0"/>
                  </a:lnTo>
                  <a:lnTo>
                    <a:pt x="162428" y="478"/>
                  </a:lnTo>
                  <a:lnTo>
                    <a:pt x="164339" y="478"/>
                  </a:lnTo>
                  <a:lnTo>
                    <a:pt x="166250" y="956"/>
                  </a:lnTo>
                  <a:lnTo>
                    <a:pt x="167205" y="1433"/>
                  </a:lnTo>
                  <a:lnTo>
                    <a:pt x="168638" y="3344"/>
                  </a:lnTo>
                  <a:lnTo>
                    <a:pt x="169116" y="4300"/>
                  </a:lnTo>
                  <a:lnTo>
                    <a:pt x="174849" y="10032"/>
                  </a:lnTo>
                  <a:lnTo>
                    <a:pt x="175804" y="10988"/>
                  </a:lnTo>
                  <a:lnTo>
                    <a:pt x="178671" y="14810"/>
                  </a:lnTo>
                  <a:lnTo>
                    <a:pt x="180582" y="17676"/>
                  </a:lnTo>
                  <a:lnTo>
                    <a:pt x="182493" y="21498"/>
                  </a:lnTo>
                  <a:lnTo>
                    <a:pt x="182970" y="23409"/>
                  </a:lnTo>
                  <a:lnTo>
                    <a:pt x="182493" y="25320"/>
                  </a:lnTo>
                  <a:lnTo>
                    <a:pt x="182015" y="30097"/>
                  </a:lnTo>
                  <a:lnTo>
                    <a:pt x="181537" y="31530"/>
                  </a:lnTo>
                  <a:lnTo>
                    <a:pt x="179149" y="34397"/>
                  </a:lnTo>
                  <a:lnTo>
                    <a:pt x="179149" y="35830"/>
                  </a:lnTo>
                  <a:lnTo>
                    <a:pt x="179626" y="36785"/>
                  </a:lnTo>
                  <a:lnTo>
                    <a:pt x="180104" y="37263"/>
                  </a:lnTo>
                  <a:lnTo>
                    <a:pt x="180582" y="37741"/>
                  </a:lnTo>
                  <a:lnTo>
                    <a:pt x="180582" y="40129"/>
                  </a:lnTo>
                  <a:lnTo>
                    <a:pt x="181537" y="40607"/>
                  </a:lnTo>
                  <a:lnTo>
                    <a:pt x="183448" y="41563"/>
                  </a:lnTo>
                  <a:lnTo>
                    <a:pt x="188226" y="42040"/>
                  </a:lnTo>
                  <a:lnTo>
                    <a:pt x="190614" y="42040"/>
                  </a:lnTo>
                  <a:lnTo>
                    <a:pt x="192525" y="42518"/>
                  </a:lnTo>
                  <a:lnTo>
                    <a:pt x="193480" y="42996"/>
                  </a:lnTo>
                  <a:lnTo>
                    <a:pt x="193958" y="43474"/>
                  </a:lnTo>
                  <a:lnTo>
                    <a:pt x="193003" y="46340"/>
                  </a:lnTo>
                  <a:lnTo>
                    <a:pt x="193958" y="48251"/>
                  </a:lnTo>
                  <a:lnTo>
                    <a:pt x="195391" y="49684"/>
                  </a:lnTo>
                  <a:lnTo>
                    <a:pt x="197302" y="50162"/>
                  </a:lnTo>
                  <a:lnTo>
                    <a:pt x="198735" y="50639"/>
                  </a:lnTo>
                  <a:lnTo>
                    <a:pt x="204468" y="51117"/>
                  </a:lnTo>
                  <a:lnTo>
                    <a:pt x="206379" y="52073"/>
                  </a:lnTo>
                  <a:lnTo>
                    <a:pt x="209723" y="55417"/>
                  </a:lnTo>
                  <a:lnTo>
                    <a:pt x="213545" y="58283"/>
                  </a:lnTo>
                  <a:lnTo>
                    <a:pt x="214501" y="59716"/>
                  </a:lnTo>
                  <a:lnTo>
                    <a:pt x="214023" y="61150"/>
                  </a:lnTo>
                  <a:lnTo>
                    <a:pt x="213067" y="63060"/>
                  </a:lnTo>
                  <a:lnTo>
                    <a:pt x="213067" y="63538"/>
                  </a:lnTo>
                  <a:lnTo>
                    <a:pt x="214978" y="65449"/>
                  </a:lnTo>
                  <a:lnTo>
                    <a:pt x="216889" y="66882"/>
                  </a:lnTo>
                  <a:lnTo>
                    <a:pt x="220711" y="68793"/>
                  </a:lnTo>
                  <a:lnTo>
                    <a:pt x="226921" y="71659"/>
                  </a:lnTo>
                  <a:lnTo>
                    <a:pt x="230266" y="74048"/>
                  </a:lnTo>
                  <a:lnTo>
                    <a:pt x="231221" y="75481"/>
                  </a:lnTo>
                  <a:lnTo>
                    <a:pt x="232654" y="76915"/>
                  </a:lnTo>
                  <a:lnTo>
                    <a:pt x="235043" y="78348"/>
                  </a:lnTo>
                  <a:lnTo>
                    <a:pt x="236476" y="79781"/>
                  </a:lnTo>
                  <a:lnTo>
                    <a:pt x="235521" y="83125"/>
                  </a:lnTo>
                  <a:lnTo>
                    <a:pt x="235521" y="84081"/>
                  </a:lnTo>
                  <a:lnTo>
                    <a:pt x="236476" y="85036"/>
                  </a:lnTo>
                  <a:lnTo>
                    <a:pt x="237431" y="86469"/>
                  </a:lnTo>
                  <a:lnTo>
                    <a:pt x="238387" y="87902"/>
                  </a:lnTo>
                  <a:lnTo>
                    <a:pt x="239342" y="89813"/>
                  </a:lnTo>
                  <a:lnTo>
                    <a:pt x="241253" y="90769"/>
                  </a:lnTo>
                  <a:lnTo>
                    <a:pt x="243642" y="91247"/>
                  </a:lnTo>
                  <a:lnTo>
                    <a:pt x="245075" y="92202"/>
                  </a:lnTo>
                  <a:lnTo>
                    <a:pt x="247942" y="93635"/>
                  </a:lnTo>
                  <a:lnTo>
                    <a:pt x="250808" y="95068"/>
                  </a:lnTo>
                  <a:lnTo>
                    <a:pt x="251763" y="96024"/>
                  </a:lnTo>
                  <a:lnTo>
                    <a:pt x="252719" y="96979"/>
                  </a:lnTo>
                  <a:lnTo>
                    <a:pt x="253197" y="97935"/>
                  </a:lnTo>
                  <a:lnTo>
                    <a:pt x="253674" y="99368"/>
                  </a:lnTo>
                  <a:lnTo>
                    <a:pt x="253674" y="101279"/>
                  </a:lnTo>
                  <a:lnTo>
                    <a:pt x="254152" y="104145"/>
                  </a:lnTo>
                  <a:lnTo>
                    <a:pt x="255585" y="106056"/>
                  </a:lnTo>
                  <a:lnTo>
                    <a:pt x="257019" y="1074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7" name="Freeform 1756">
              <a:extLst>
                <a:ext uri="{FF2B5EF4-FFF2-40B4-BE49-F238E27FC236}">
                  <a16:creationId xmlns:a16="http://schemas.microsoft.com/office/drawing/2014/main" id="{DA74B5FF-884D-7A6B-0526-B384B6C0A349}"/>
                </a:ext>
              </a:extLst>
            </p:cNvPr>
            <p:cNvSpPr/>
            <p:nvPr/>
          </p:nvSpPr>
          <p:spPr>
            <a:xfrm>
              <a:off x="6423721" y="3729753"/>
              <a:ext cx="3344" cy="1910"/>
            </a:xfrm>
            <a:custGeom>
              <a:avLst/>
              <a:gdLst>
                <a:gd name="csX0" fmla="*/ 1911 w 3344"/>
                <a:gd name="csY0" fmla="*/ 0 h 1910"/>
                <a:gd name="csX1" fmla="*/ 3344 w 3344"/>
                <a:gd name="csY1" fmla="*/ 955 h 1910"/>
                <a:gd name="csX2" fmla="*/ 1911 w 3344"/>
                <a:gd name="csY2" fmla="*/ 478 h 1910"/>
                <a:gd name="csX3" fmla="*/ 0 w 3344"/>
                <a:gd name="csY3" fmla="*/ 1911 h 1910"/>
                <a:gd name="csX4" fmla="*/ 1911 w 3344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1910">
                  <a:moveTo>
                    <a:pt x="1911" y="0"/>
                  </a:moveTo>
                  <a:lnTo>
                    <a:pt x="3344" y="955"/>
                  </a:lnTo>
                  <a:lnTo>
                    <a:pt x="1911" y="478"/>
                  </a:lnTo>
                  <a:lnTo>
                    <a:pt x="0" y="1911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8" name="Freeform 1757">
              <a:extLst>
                <a:ext uri="{FF2B5EF4-FFF2-40B4-BE49-F238E27FC236}">
                  <a16:creationId xmlns:a16="http://schemas.microsoft.com/office/drawing/2014/main" id="{A37C5A8C-483A-4B65-6194-AB8ED0A13906}"/>
                </a:ext>
              </a:extLst>
            </p:cNvPr>
            <p:cNvSpPr/>
            <p:nvPr/>
          </p:nvSpPr>
          <p:spPr>
            <a:xfrm>
              <a:off x="6425155" y="5292406"/>
              <a:ext cx="955" cy="1433"/>
            </a:xfrm>
            <a:custGeom>
              <a:avLst/>
              <a:gdLst>
                <a:gd name="csX0" fmla="*/ 955 w 955"/>
                <a:gd name="csY0" fmla="*/ 0 h 1433"/>
                <a:gd name="csX1" fmla="*/ 0 w 955"/>
                <a:gd name="csY1" fmla="*/ 1433 h 1433"/>
                <a:gd name="csX2" fmla="*/ 0 w 955"/>
                <a:gd name="csY2" fmla="*/ 1433 h 1433"/>
                <a:gd name="csX3" fmla="*/ 955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955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9" name="Freeform 1758">
              <a:extLst>
                <a:ext uri="{FF2B5EF4-FFF2-40B4-BE49-F238E27FC236}">
                  <a16:creationId xmlns:a16="http://schemas.microsoft.com/office/drawing/2014/main" id="{FBD44E08-B6AB-5215-7AC4-F2FE98BCF3F0}"/>
                </a:ext>
              </a:extLst>
            </p:cNvPr>
            <p:cNvSpPr/>
            <p:nvPr/>
          </p:nvSpPr>
          <p:spPr>
            <a:xfrm>
              <a:off x="6417511" y="4015436"/>
              <a:ext cx="8598" cy="4299"/>
            </a:xfrm>
            <a:custGeom>
              <a:avLst/>
              <a:gdLst>
                <a:gd name="csX0" fmla="*/ 8599 w 8598"/>
                <a:gd name="csY0" fmla="*/ 955 h 4299"/>
                <a:gd name="csX1" fmla="*/ 5733 w 8598"/>
                <a:gd name="csY1" fmla="*/ 2389 h 4299"/>
                <a:gd name="csX2" fmla="*/ 4777 w 8598"/>
                <a:gd name="csY2" fmla="*/ 2866 h 4299"/>
                <a:gd name="csX3" fmla="*/ 2389 w 8598"/>
                <a:gd name="csY3" fmla="*/ 2866 h 4299"/>
                <a:gd name="csX4" fmla="*/ 478 w 8598"/>
                <a:gd name="csY4" fmla="*/ 3822 h 4299"/>
                <a:gd name="csX5" fmla="*/ 0 w 8598"/>
                <a:gd name="csY5" fmla="*/ 4299 h 4299"/>
                <a:gd name="csX6" fmla="*/ 955 w 8598"/>
                <a:gd name="csY6" fmla="*/ 2866 h 4299"/>
                <a:gd name="csX7" fmla="*/ 2866 w 8598"/>
                <a:gd name="csY7" fmla="*/ 1433 h 4299"/>
                <a:gd name="csX8" fmla="*/ 5733 w 8598"/>
                <a:gd name="csY8" fmla="*/ 0 h 4299"/>
                <a:gd name="csX9" fmla="*/ 6688 w 8598"/>
                <a:gd name="csY9" fmla="*/ 0 h 4299"/>
                <a:gd name="csX10" fmla="*/ 8599 w 8598"/>
                <a:gd name="csY10" fmla="*/ 955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8598" h="4299">
                  <a:moveTo>
                    <a:pt x="8599" y="955"/>
                  </a:moveTo>
                  <a:lnTo>
                    <a:pt x="5733" y="2389"/>
                  </a:lnTo>
                  <a:lnTo>
                    <a:pt x="4777" y="2866"/>
                  </a:lnTo>
                  <a:lnTo>
                    <a:pt x="2389" y="2866"/>
                  </a:lnTo>
                  <a:lnTo>
                    <a:pt x="478" y="3822"/>
                  </a:lnTo>
                  <a:lnTo>
                    <a:pt x="0" y="4299"/>
                  </a:lnTo>
                  <a:lnTo>
                    <a:pt x="955" y="2866"/>
                  </a:lnTo>
                  <a:lnTo>
                    <a:pt x="2866" y="1433"/>
                  </a:lnTo>
                  <a:lnTo>
                    <a:pt x="5733" y="0"/>
                  </a:lnTo>
                  <a:lnTo>
                    <a:pt x="6688" y="0"/>
                  </a:lnTo>
                  <a:lnTo>
                    <a:pt x="8599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0" name="Freeform 1759">
              <a:extLst>
                <a:ext uri="{FF2B5EF4-FFF2-40B4-BE49-F238E27FC236}">
                  <a16:creationId xmlns:a16="http://schemas.microsoft.com/office/drawing/2014/main" id="{6E98FE0E-2608-1DCD-BC9F-D7467520CEFA}"/>
                </a:ext>
              </a:extLst>
            </p:cNvPr>
            <p:cNvSpPr/>
            <p:nvPr/>
          </p:nvSpPr>
          <p:spPr>
            <a:xfrm>
              <a:off x="6418466" y="3893615"/>
              <a:ext cx="6688" cy="1433"/>
            </a:xfrm>
            <a:custGeom>
              <a:avLst/>
              <a:gdLst>
                <a:gd name="csX0" fmla="*/ 6688 w 6688"/>
                <a:gd name="csY0" fmla="*/ 0 h 1433"/>
                <a:gd name="csX1" fmla="*/ 6688 w 6688"/>
                <a:gd name="csY1" fmla="*/ 478 h 1433"/>
                <a:gd name="csX2" fmla="*/ 5733 w 6688"/>
                <a:gd name="csY2" fmla="*/ 0 h 1433"/>
                <a:gd name="csX3" fmla="*/ 4777 w 6688"/>
                <a:gd name="csY3" fmla="*/ 478 h 1433"/>
                <a:gd name="csX4" fmla="*/ 955 w 6688"/>
                <a:gd name="csY4" fmla="*/ 955 h 1433"/>
                <a:gd name="csX5" fmla="*/ 0 w 6688"/>
                <a:gd name="csY5" fmla="*/ 1433 h 1433"/>
                <a:gd name="csX6" fmla="*/ 955 w 6688"/>
                <a:gd name="csY6" fmla="*/ 955 h 1433"/>
                <a:gd name="csX7" fmla="*/ 4777 w 6688"/>
                <a:gd name="csY7" fmla="*/ 478 h 1433"/>
                <a:gd name="csX8" fmla="*/ 5733 w 6688"/>
                <a:gd name="csY8" fmla="*/ 0 h 1433"/>
                <a:gd name="csX9" fmla="*/ 6688 w 6688"/>
                <a:gd name="csY9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688" h="1433">
                  <a:moveTo>
                    <a:pt x="6688" y="0"/>
                  </a:moveTo>
                  <a:lnTo>
                    <a:pt x="6688" y="478"/>
                  </a:lnTo>
                  <a:lnTo>
                    <a:pt x="5733" y="0"/>
                  </a:lnTo>
                  <a:lnTo>
                    <a:pt x="4777" y="478"/>
                  </a:lnTo>
                  <a:lnTo>
                    <a:pt x="955" y="955"/>
                  </a:lnTo>
                  <a:lnTo>
                    <a:pt x="0" y="1433"/>
                  </a:lnTo>
                  <a:lnTo>
                    <a:pt x="955" y="955"/>
                  </a:lnTo>
                  <a:lnTo>
                    <a:pt x="4777" y="478"/>
                  </a:lnTo>
                  <a:lnTo>
                    <a:pt x="5733" y="0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" name="Freeform 1760">
              <a:extLst>
                <a:ext uri="{FF2B5EF4-FFF2-40B4-BE49-F238E27FC236}">
                  <a16:creationId xmlns:a16="http://schemas.microsoft.com/office/drawing/2014/main" id="{FBBF050E-18AF-EDEB-80F6-F2DE2B534AD9}"/>
                </a:ext>
              </a:extLst>
            </p:cNvPr>
            <p:cNvSpPr/>
            <p:nvPr/>
          </p:nvSpPr>
          <p:spPr>
            <a:xfrm>
              <a:off x="6422288" y="5171541"/>
              <a:ext cx="1910" cy="955"/>
            </a:xfrm>
            <a:custGeom>
              <a:avLst/>
              <a:gdLst>
                <a:gd name="csX0" fmla="*/ 1910 w 1910"/>
                <a:gd name="csY0" fmla="*/ 0 h 955"/>
                <a:gd name="csX1" fmla="*/ 478 w 1910"/>
                <a:gd name="csY1" fmla="*/ 955 h 955"/>
                <a:gd name="csX2" fmla="*/ 0 w 1910"/>
                <a:gd name="csY2" fmla="*/ 955 h 955"/>
                <a:gd name="csX3" fmla="*/ 478 w 1910"/>
                <a:gd name="csY3" fmla="*/ 478 h 955"/>
                <a:gd name="csX4" fmla="*/ 1910 w 1910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955">
                  <a:moveTo>
                    <a:pt x="1910" y="0"/>
                  </a:moveTo>
                  <a:lnTo>
                    <a:pt x="478" y="955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" name="Freeform 1761">
              <a:extLst>
                <a:ext uri="{FF2B5EF4-FFF2-40B4-BE49-F238E27FC236}">
                  <a16:creationId xmlns:a16="http://schemas.microsoft.com/office/drawing/2014/main" id="{51C0B850-82CC-23E5-0B0D-095E6D1FA9BA}"/>
                </a:ext>
              </a:extLst>
            </p:cNvPr>
            <p:cNvSpPr/>
            <p:nvPr/>
          </p:nvSpPr>
          <p:spPr>
            <a:xfrm>
              <a:off x="6420377" y="4039800"/>
              <a:ext cx="3343" cy="9076"/>
            </a:xfrm>
            <a:custGeom>
              <a:avLst/>
              <a:gdLst>
                <a:gd name="csX0" fmla="*/ 2866 w 3343"/>
                <a:gd name="csY0" fmla="*/ 5733 h 9076"/>
                <a:gd name="csX1" fmla="*/ 3344 w 3343"/>
                <a:gd name="csY1" fmla="*/ 7644 h 9076"/>
                <a:gd name="csX2" fmla="*/ 2389 w 3343"/>
                <a:gd name="csY2" fmla="*/ 8121 h 9076"/>
                <a:gd name="csX3" fmla="*/ 1433 w 3343"/>
                <a:gd name="csY3" fmla="*/ 9077 h 9076"/>
                <a:gd name="csX4" fmla="*/ 955 w 3343"/>
                <a:gd name="csY4" fmla="*/ 8121 h 9076"/>
                <a:gd name="csX5" fmla="*/ 955 w 3343"/>
                <a:gd name="csY5" fmla="*/ 7166 h 9076"/>
                <a:gd name="csX6" fmla="*/ 0 w 3343"/>
                <a:gd name="csY6" fmla="*/ 5255 h 9076"/>
                <a:gd name="csX7" fmla="*/ 1911 w 3343"/>
                <a:gd name="csY7" fmla="*/ 2389 h 9076"/>
                <a:gd name="csX8" fmla="*/ 1911 w 3343"/>
                <a:gd name="csY8" fmla="*/ 956 h 9076"/>
                <a:gd name="csX9" fmla="*/ 3344 w 3343"/>
                <a:gd name="csY9" fmla="*/ 0 h 9076"/>
                <a:gd name="csX10" fmla="*/ 2866 w 3343"/>
                <a:gd name="csY10" fmla="*/ 2389 h 9076"/>
                <a:gd name="csX11" fmla="*/ 1911 w 3343"/>
                <a:gd name="csY11" fmla="*/ 4300 h 9076"/>
                <a:gd name="csX12" fmla="*/ 2866 w 3343"/>
                <a:gd name="csY12" fmla="*/ 5733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343" h="9076">
                  <a:moveTo>
                    <a:pt x="2866" y="5733"/>
                  </a:moveTo>
                  <a:lnTo>
                    <a:pt x="3344" y="7644"/>
                  </a:lnTo>
                  <a:lnTo>
                    <a:pt x="2389" y="8121"/>
                  </a:lnTo>
                  <a:lnTo>
                    <a:pt x="1433" y="9077"/>
                  </a:lnTo>
                  <a:lnTo>
                    <a:pt x="955" y="8121"/>
                  </a:lnTo>
                  <a:lnTo>
                    <a:pt x="955" y="7166"/>
                  </a:lnTo>
                  <a:lnTo>
                    <a:pt x="0" y="5255"/>
                  </a:lnTo>
                  <a:lnTo>
                    <a:pt x="1911" y="2389"/>
                  </a:lnTo>
                  <a:lnTo>
                    <a:pt x="1911" y="956"/>
                  </a:lnTo>
                  <a:lnTo>
                    <a:pt x="3344" y="0"/>
                  </a:lnTo>
                  <a:lnTo>
                    <a:pt x="2866" y="2389"/>
                  </a:lnTo>
                  <a:lnTo>
                    <a:pt x="1911" y="4300"/>
                  </a:lnTo>
                  <a:lnTo>
                    <a:pt x="2866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3" name="Freeform 1762">
              <a:extLst>
                <a:ext uri="{FF2B5EF4-FFF2-40B4-BE49-F238E27FC236}">
                  <a16:creationId xmlns:a16="http://schemas.microsoft.com/office/drawing/2014/main" id="{93F5140D-9F04-AAF9-29D6-65EABE26FC5E}"/>
                </a:ext>
              </a:extLst>
            </p:cNvPr>
            <p:cNvSpPr/>
            <p:nvPr/>
          </p:nvSpPr>
          <p:spPr>
            <a:xfrm>
              <a:off x="6238840" y="2150857"/>
              <a:ext cx="184403" cy="132331"/>
            </a:xfrm>
            <a:custGeom>
              <a:avLst/>
              <a:gdLst>
                <a:gd name="csX0" fmla="*/ 183448 w 184403"/>
                <a:gd name="csY0" fmla="*/ 44907 h 132331"/>
                <a:gd name="csX1" fmla="*/ 184403 w 184403"/>
                <a:gd name="csY1" fmla="*/ 61149 h 132331"/>
                <a:gd name="csX2" fmla="*/ 182015 w 184403"/>
                <a:gd name="csY2" fmla="*/ 65449 h 132331"/>
                <a:gd name="csX3" fmla="*/ 164817 w 184403"/>
                <a:gd name="csY3" fmla="*/ 84558 h 132331"/>
                <a:gd name="csX4" fmla="*/ 160517 w 184403"/>
                <a:gd name="csY4" fmla="*/ 90769 h 132331"/>
                <a:gd name="csX5" fmla="*/ 158606 w 184403"/>
                <a:gd name="csY5" fmla="*/ 96024 h 132331"/>
                <a:gd name="csX6" fmla="*/ 155262 w 184403"/>
                <a:gd name="csY6" fmla="*/ 108445 h 132331"/>
                <a:gd name="csX7" fmla="*/ 153351 w 184403"/>
                <a:gd name="csY7" fmla="*/ 111789 h 132331"/>
                <a:gd name="csX8" fmla="*/ 145230 w 184403"/>
                <a:gd name="csY8" fmla="*/ 117521 h 132331"/>
                <a:gd name="csX9" fmla="*/ 143796 w 184403"/>
                <a:gd name="csY9" fmla="*/ 118477 h 132331"/>
                <a:gd name="csX10" fmla="*/ 137586 w 184403"/>
                <a:gd name="csY10" fmla="*/ 115611 h 132331"/>
                <a:gd name="csX11" fmla="*/ 135675 w 184403"/>
                <a:gd name="csY11" fmla="*/ 115611 h 132331"/>
                <a:gd name="csX12" fmla="*/ 128509 w 184403"/>
                <a:gd name="csY12" fmla="*/ 121821 h 132331"/>
                <a:gd name="csX13" fmla="*/ 126120 w 184403"/>
                <a:gd name="csY13" fmla="*/ 125643 h 132331"/>
                <a:gd name="csX14" fmla="*/ 123732 w 184403"/>
                <a:gd name="csY14" fmla="*/ 130420 h 132331"/>
                <a:gd name="csX15" fmla="*/ 119910 w 184403"/>
                <a:gd name="csY15" fmla="*/ 132331 h 132331"/>
                <a:gd name="csX16" fmla="*/ 116088 w 184403"/>
                <a:gd name="csY16" fmla="*/ 131376 h 132331"/>
                <a:gd name="csX17" fmla="*/ 98890 w 184403"/>
                <a:gd name="csY17" fmla="*/ 128987 h 132331"/>
                <a:gd name="csX18" fmla="*/ 96979 w 184403"/>
                <a:gd name="csY18" fmla="*/ 125643 h 132331"/>
                <a:gd name="csX19" fmla="*/ 95068 w 184403"/>
                <a:gd name="csY19" fmla="*/ 119432 h 132331"/>
                <a:gd name="csX20" fmla="*/ 98412 w 184403"/>
                <a:gd name="csY20" fmla="*/ 111311 h 132331"/>
                <a:gd name="csX21" fmla="*/ 79303 w 184403"/>
                <a:gd name="csY21" fmla="*/ 114177 h 132331"/>
                <a:gd name="csX22" fmla="*/ 58761 w 184403"/>
                <a:gd name="csY22" fmla="*/ 112266 h 132331"/>
                <a:gd name="csX23" fmla="*/ 57328 w 184403"/>
                <a:gd name="csY23" fmla="*/ 111311 h 132331"/>
                <a:gd name="csX24" fmla="*/ 56850 w 184403"/>
                <a:gd name="csY24" fmla="*/ 107967 h 132331"/>
                <a:gd name="csX25" fmla="*/ 49206 w 184403"/>
                <a:gd name="csY25" fmla="*/ 106056 h 132331"/>
                <a:gd name="csX26" fmla="*/ 43951 w 184403"/>
                <a:gd name="csY26" fmla="*/ 103190 h 132331"/>
                <a:gd name="csX27" fmla="*/ 39651 w 184403"/>
                <a:gd name="csY27" fmla="*/ 98890 h 132331"/>
                <a:gd name="csX28" fmla="*/ 34874 w 184403"/>
                <a:gd name="csY28" fmla="*/ 93157 h 132331"/>
                <a:gd name="csX29" fmla="*/ 36307 w 184403"/>
                <a:gd name="csY29" fmla="*/ 90291 h 132331"/>
                <a:gd name="csX30" fmla="*/ 37740 w 184403"/>
                <a:gd name="csY30" fmla="*/ 88858 h 132331"/>
                <a:gd name="csX31" fmla="*/ 41562 w 184403"/>
                <a:gd name="csY31" fmla="*/ 88380 h 132331"/>
                <a:gd name="csX32" fmla="*/ 45384 w 184403"/>
                <a:gd name="csY32" fmla="*/ 89335 h 132331"/>
                <a:gd name="csX33" fmla="*/ 51117 w 184403"/>
                <a:gd name="csY33" fmla="*/ 88858 h 132331"/>
                <a:gd name="csX34" fmla="*/ 52550 w 184403"/>
                <a:gd name="csY34" fmla="*/ 83125 h 132331"/>
                <a:gd name="csX35" fmla="*/ 54939 w 184403"/>
                <a:gd name="csY35" fmla="*/ 81692 h 132331"/>
                <a:gd name="csX36" fmla="*/ 56850 w 184403"/>
                <a:gd name="csY36" fmla="*/ 77392 h 132331"/>
                <a:gd name="csX37" fmla="*/ 50639 w 184403"/>
                <a:gd name="csY37" fmla="*/ 74526 h 132331"/>
                <a:gd name="csX38" fmla="*/ 43951 w 184403"/>
                <a:gd name="csY38" fmla="*/ 74048 h 132331"/>
                <a:gd name="csX39" fmla="*/ 39651 w 184403"/>
                <a:gd name="csY39" fmla="*/ 77870 h 132331"/>
                <a:gd name="csX40" fmla="*/ 34396 w 184403"/>
                <a:gd name="csY40" fmla="*/ 79303 h 132331"/>
                <a:gd name="csX41" fmla="*/ 29619 w 184403"/>
                <a:gd name="csY41" fmla="*/ 79303 h 132331"/>
                <a:gd name="csX42" fmla="*/ 20542 w 184403"/>
                <a:gd name="csY42" fmla="*/ 78348 h 132331"/>
                <a:gd name="csX43" fmla="*/ 16243 w 184403"/>
                <a:gd name="csY43" fmla="*/ 75959 h 132331"/>
                <a:gd name="csX44" fmla="*/ 10510 w 184403"/>
                <a:gd name="csY44" fmla="*/ 69271 h 132331"/>
                <a:gd name="csX45" fmla="*/ 8121 w 184403"/>
                <a:gd name="csY45" fmla="*/ 65927 h 132331"/>
                <a:gd name="csX46" fmla="*/ 7644 w 184403"/>
                <a:gd name="csY46" fmla="*/ 63060 h 132331"/>
                <a:gd name="csX47" fmla="*/ 6688 w 184403"/>
                <a:gd name="csY47" fmla="*/ 58761 h 132331"/>
                <a:gd name="csX48" fmla="*/ 13854 w 184403"/>
                <a:gd name="csY48" fmla="*/ 54939 h 132331"/>
                <a:gd name="csX49" fmla="*/ 16243 w 184403"/>
                <a:gd name="csY49" fmla="*/ 51595 h 132331"/>
                <a:gd name="csX50" fmla="*/ 18631 w 184403"/>
                <a:gd name="csY50" fmla="*/ 47295 h 132331"/>
                <a:gd name="csX51" fmla="*/ 8599 w 184403"/>
                <a:gd name="csY51" fmla="*/ 44907 h 132331"/>
                <a:gd name="csX52" fmla="*/ 4299 w 184403"/>
                <a:gd name="csY52" fmla="*/ 41562 h 132331"/>
                <a:gd name="csX53" fmla="*/ 0 w 184403"/>
                <a:gd name="csY53" fmla="*/ 36307 h 132331"/>
                <a:gd name="csX54" fmla="*/ 3822 w 184403"/>
                <a:gd name="csY54" fmla="*/ 32963 h 132331"/>
                <a:gd name="csX55" fmla="*/ 17198 w 184403"/>
                <a:gd name="csY55" fmla="*/ 30575 h 132331"/>
                <a:gd name="csX56" fmla="*/ 21020 w 184403"/>
                <a:gd name="csY56" fmla="*/ 32963 h 132331"/>
                <a:gd name="csX57" fmla="*/ 24364 w 184403"/>
                <a:gd name="csY57" fmla="*/ 36785 h 132331"/>
                <a:gd name="csX58" fmla="*/ 28664 w 184403"/>
                <a:gd name="csY58" fmla="*/ 39174 h 132331"/>
                <a:gd name="csX59" fmla="*/ 32486 w 184403"/>
                <a:gd name="csY59" fmla="*/ 33919 h 132331"/>
                <a:gd name="csX60" fmla="*/ 28664 w 184403"/>
                <a:gd name="csY60" fmla="*/ 31530 h 132331"/>
                <a:gd name="csX61" fmla="*/ 25320 w 184403"/>
                <a:gd name="csY61" fmla="*/ 23409 h 132331"/>
                <a:gd name="csX62" fmla="*/ 24842 w 184403"/>
                <a:gd name="csY62" fmla="*/ 19109 h 132331"/>
                <a:gd name="csX63" fmla="*/ 25320 w 184403"/>
                <a:gd name="csY63" fmla="*/ 15765 h 132331"/>
                <a:gd name="csX64" fmla="*/ 26753 w 184403"/>
                <a:gd name="csY64" fmla="*/ 15287 h 132331"/>
                <a:gd name="csX65" fmla="*/ 28186 w 184403"/>
                <a:gd name="csY65" fmla="*/ 16721 h 132331"/>
                <a:gd name="csX66" fmla="*/ 32963 w 184403"/>
                <a:gd name="csY66" fmla="*/ 24842 h 132331"/>
                <a:gd name="csX67" fmla="*/ 36785 w 184403"/>
                <a:gd name="csY67" fmla="*/ 27231 h 132331"/>
                <a:gd name="csX68" fmla="*/ 37740 w 184403"/>
                <a:gd name="csY68" fmla="*/ 20065 h 132331"/>
                <a:gd name="csX69" fmla="*/ 37740 w 184403"/>
                <a:gd name="csY69" fmla="*/ 16243 h 132331"/>
                <a:gd name="csX70" fmla="*/ 37263 w 184403"/>
                <a:gd name="csY70" fmla="*/ 13376 h 132331"/>
                <a:gd name="csX71" fmla="*/ 35352 w 184403"/>
                <a:gd name="csY71" fmla="*/ 8121 h 132331"/>
                <a:gd name="csX72" fmla="*/ 33919 w 184403"/>
                <a:gd name="csY72" fmla="*/ 1433 h 132331"/>
                <a:gd name="csX73" fmla="*/ 36307 w 184403"/>
                <a:gd name="csY73" fmla="*/ 0 h 132331"/>
                <a:gd name="csX74" fmla="*/ 38696 w 184403"/>
                <a:gd name="csY74" fmla="*/ 478 h 132331"/>
                <a:gd name="csX75" fmla="*/ 43473 w 184403"/>
                <a:gd name="csY75" fmla="*/ 5255 h 132331"/>
                <a:gd name="csX76" fmla="*/ 48728 w 184403"/>
                <a:gd name="csY76" fmla="*/ 8599 h 132331"/>
                <a:gd name="csX77" fmla="*/ 51117 w 184403"/>
                <a:gd name="csY77" fmla="*/ 11465 h 132331"/>
                <a:gd name="csX78" fmla="*/ 55416 w 184403"/>
                <a:gd name="csY78" fmla="*/ 19587 h 132331"/>
                <a:gd name="csX79" fmla="*/ 59238 w 184403"/>
                <a:gd name="csY79" fmla="*/ 24842 h 132331"/>
                <a:gd name="csX80" fmla="*/ 61149 w 184403"/>
                <a:gd name="csY80" fmla="*/ 25797 h 132331"/>
                <a:gd name="csX81" fmla="*/ 72137 w 184403"/>
                <a:gd name="csY81" fmla="*/ 25320 h 132331"/>
                <a:gd name="csX82" fmla="*/ 74526 w 184403"/>
                <a:gd name="csY82" fmla="*/ 28186 h 132331"/>
                <a:gd name="csX83" fmla="*/ 75003 w 184403"/>
                <a:gd name="csY83" fmla="*/ 34397 h 132331"/>
                <a:gd name="csX84" fmla="*/ 76914 w 184403"/>
                <a:gd name="csY84" fmla="*/ 36785 h 132331"/>
                <a:gd name="csX85" fmla="*/ 79303 w 184403"/>
                <a:gd name="csY85" fmla="*/ 37263 h 132331"/>
                <a:gd name="csX86" fmla="*/ 85036 w 184403"/>
                <a:gd name="csY86" fmla="*/ 44907 h 132331"/>
                <a:gd name="csX87" fmla="*/ 86947 w 184403"/>
                <a:gd name="csY87" fmla="*/ 45862 h 132331"/>
                <a:gd name="csX88" fmla="*/ 88858 w 184403"/>
                <a:gd name="csY88" fmla="*/ 42040 h 132331"/>
                <a:gd name="csX89" fmla="*/ 89813 w 184403"/>
                <a:gd name="csY89" fmla="*/ 31052 h 132331"/>
                <a:gd name="csX90" fmla="*/ 89813 w 184403"/>
                <a:gd name="csY90" fmla="*/ 18631 h 132331"/>
                <a:gd name="csX91" fmla="*/ 89335 w 184403"/>
                <a:gd name="csY91" fmla="*/ 12421 h 132331"/>
                <a:gd name="csX92" fmla="*/ 90291 w 184403"/>
                <a:gd name="csY92" fmla="*/ 8121 h 132331"/>
                <a:gd name="csX93" fmla="*/ 92202 w 184403"/>
                <a:gd name="csY93" fmla="*/ 6688 h 132331"/>
                <a:gd name="csX94" fmla="*/ 94590 w 184403"/>
                <a:gd name="csY94" fmla="*/ 7166 h 132331"/>
                <a:gd name="csX95" fmla="*/ 96979 w 184403"/>
                <a:gd name="csY95" fmla="*/ 4777 h 132331"/>
                <a:gd name="csX96" fmla="*/ 98890 w 184403"/>
                <a:gd name="csY96" fmla="*/ 955 h 132331"/>
                <a:gd name="csX97" fmla="*/ 101278 w 184403"/>
                <a:gd name="csY97" fmla="*/ 478 h 132331"/>
                <a:gd name="csX98" fmla="*/ 106056 w 184403"/>
                <a:gd name="csY98" fmla="*/ 3344 h 132331"/>
                <a:gd name="csX99" fmla="*/ 107011 w 184403"/>
                <a:gd name="csY99" fmla="*/ 5733 h 132331"/>
                <a:gd name="csX100" fmla="*/ 106056 w 184403"/>
                <a:gd name="csY100" fmla="*/ 10510 h 132331"/>
                <a:gd name="csX101" fmla="*/ 105578 w 184403"/>
                <a:gd name="csY101" fmla="*/ 17676 h 132331"/>
                <a:gd name="csX102" fmla="*/ 103189 w 184403"/>
                <a:gd name="csY102" fmla="*/ 31530 h 132331"/>
                <a:gd name="csX103" fmla="*/ 107967 w 184403"/>
                <a:gd name="csY103" fmla="*/ 32486 h 132331"/>
                <a:gd name="csX104" fmla="*/ 114655 w 184403"/>
                <a:gd name="csY104" fmla="*/ 29141 h 132331"/>
                <a:gd name="csX105" fmla="*/ 116566 w 184403"/>
                <a:gd name="csY105" fmla="*/ 25320 h 132331"/>
                <a:gd name="csX106" fmla="*/ 119910 w 184403"/>
                <a:gd name="csY106" fmla="*/ 18631 h 132331"/>
                <a:gd name="csX107" fmla="*/ 123732 w 184403"/>
                <a:gd name="csY107" fmla="*/ 20065 h 132331"/>
                <a:gd name="csX108" fmla="*/ 125643 w 184403"/>
                <a:gd name="csY108" fmla="*/ 19109 h 132331"/>
                <a:gd name="csX109" fmla="*/ 126598 w 184403"/>
                <a:gd name="csY109" fmla="*/ 16243 h 132331"/>
                <a:gd name="csX110" fmla="*/ 126598 w 184403"/>
                <a:gd name="csY110" fmla="*/ 12899 h 132331"/>
                <a:gd name="csX111" fmla="*/ 128987 w 184403"/>
                <a:gd name="csY111" fmla="*/ 13376 h 132331"/>
                <a:gd name="csX112" fmla="*/ 131853 w 184403"/>
                <a:gd name="csY112" fmla="*/ 20065 h 132331"/>
                <a:gd name="csX113" fmla="*/ 132809 w 184403"/>
                <a:gd name="csY113" fmla="*/ 21020 h 132331"/>
                <a:gd name="csX114" fmla="*/ 135197 w 184403"/>
                <a:gd name="csY114" fmla="*/ 19109 h 132331"/>
                <a:gd name="csX115" fmla="*/ 136631 w 184403"/>
                <a:gd name="csY115" fmla="*/ 19109 h 132331"/>
                <a:gd name="csX116" fmla="*/ 139019 w 184403"/>
                <a:gd name="csY116" fmla="*/ 21976 h 132331"/>
                <a:gd name="csX117" fmla="*/ 150007 w 184403"/>
                <a:gd name="csY117" fmla="*/ 26753 h 132331"/>
                <a:gd name="csX118" fmla="*/ 153829 w 184403"/>
                <a:gd name="csY118" fmla="*/ 29141 h 132331"/>
                <a:gd name="csX119" fmla="*/ 155740 w 184403"/>
                <a:gd name="csY119" fmla="*/ 31530 h 132331"/>
                <a:gd name="csX120" fmla="*/ 157173 w 184403"/>
                <a:gd name="csY120" fmla="*/ 32963 h 132331"/>
                <a:gd name="csX121" fmla="*/ 169116 w 184403"/>
                <a:gd name="csY121" fmla="*/ 32486 h 132331"/>
                <a:gd name="csX122" fmla="*/ 177715 w 184403"/>
                <a:gd name="csY122" fmla="*/ 34397 h 132331"/>
                <a:gd name="csX123" fmla="*/ 180581 w 184403"/>
                <a:gd name="csY123" fmla="*/ 38218 h 132331"/>
                <a:gd name="csX124" fmla="*/ 183448 w 184403"/>
                <a:gd name="csY124" fmla="*/ 44907 h 132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</a:cxnLst>
              <a:rect l="l" t="t" r="r" b="b"/>
              <a:pathLst>
                <a:path w="184403" h="132331">
                  <a:moveTo>
                    <a:pt x="183448" y="44907"/>
                  </a:moveTo>
                  <a:lnTo>
                    <a:pt x="184403" y="61149"/>
                  </a:lnTo>
                  <a:lnTo>
                    <a:pt x="182015" y="65449"/>
                  </a:lnTo>
                  <a:lnTo>
                    <a:pt x="164817" y="84558"/>
                  </a:lnTo>
                  <a:lnTo>
                    <a:pt x="160517" y="90769"/>
                  </a:lnTo>
                  <a:lnTo>
                    <a:pt x="158606" y="96024"/>
                  </a:lnTo>
                  <a:lnTo>
                    <a:pt x="155262" y="108445"/>
                  </a:lnTo>
                  <a:lnTo>
                    <a:pt x="153351" y="111789"/>
                  </a:lnTo>
                  <a:lnTo>
                    <a:pt x="145230" y="117521"/>
                  </a:lnTo>
                  <a:lnTo>
                    <a:pt x="143796" y="118477"/>
                  </a:lnTo>
                  <a:lnTo>
                    <a:pt x="137586" y="115611"/>
                  </a:lnTo>
                  <a:lnTo>
                    <a:pt x="135675" y="115611"/>
                  </a:lnTo>
                  <a:lnTo>
                    <a:pt x="128509" y="121821"/>
                  </a:lnTo>
                  <a:lnTo>
                    <a:pt x="126120" y="125643"/>
                  </a:lnTo>
                  <a:lnTo>
                    <a:pt x="123732" y="130420"/>
                  </a:lnTo>
                  <a:lnTo>
                    <a:pt x="119910" y="132331"/>
                  </a:lnTo>
                  <a:lnTo>
                    <a:pt x="116088" y="131376"/>
                  </a:lnTo>
                  <a:lnTo>
                    <a:pt x="98890" y="128987"/>
                  </a:lnTo>
                  <a:lnTo>
                    <a:pt x="96979" y="125643"/>
                  </a:lnTo>
                  <a:lnTo>
                    <a:pt x="95068" y="119432"/>
                  </a:lnTo>
                  <a:lnTo>
                    <a:pt x="98412" y="111311"/>
                  </a:lnTo>
                  <a:lnTo>
                    <a:pt x="79303" y="114177"/>
                  </a:lnTo>
                  <a:lnTo>
                    <a:pt x="58761" y="112266"/>
                  </a:lnTo>
                  <a:lnTo>
                    <a:pt x="57328" y="111311"/>
                  </a:lnTo>
                  <a:lnTo>
                    <a:pt x="56850" y="107967"/>
                  </a:lnTo>
                  <a:lnTo>
                    <a:pt x="49206" y="106056"/>
                  </a:lnTo>
                  <a:lnTo>
                    <a:pt x="43951" y="103190"/>
                  </a:lnTo>
                  <a:lnTo>
                    <a:pt x="39651" y="98890"/>
                  </a:lnTo>
                  <a:lnTo>
                    <a:pt x="34874" y="93157"/>
                  </a:lnTo>
                  <a:lnTo>
                    <a:pt x="36307" y="90291"/>
                  </a:lnTo>
                  <a:lnTo>
                    <a:pt x="37740" y="88858"/>
                  </a:lnTo>
                  <a:lnTo>
                    <a:pt x="41562" y="88380"/>
                  </a:lnTo>
                  <a:lnTo>
                    <a:pt x="45384" y="89335"/>
                  </a:lnTo>
                  <a:lnTo>
                    <a:pt x="51117" y="88858"/>
                  </a:lnTo>
                  <a:lnTo>
                    <a:pt x="52550" y="83125"/>
                  </a:lnTo>
                  <a:lnTo>
                    <a:pt x="54939" y="81692"/>
                  </a:lnTo>
                  <a:lnTo>
                    <a:pt x="56850" y="77392"/>
                  </a:lnTo>
                  <a:lnTo>
                    <a:pt x="50639" y="74526"/>
                  </a:lnTo>
                  <a:lnTo>
                    <a:pt x="43951" y="74048"/>
                  </a:lnTo>
                  <a:lnTo>
                    <a:pt x="39651" y="77870"/>
                  </a:lnTo>
                  <a:lnTo>
                    <a:pt x="34396" y="79303"/>
                  </a:lnTo>
                  <a:lnTo>
                    <a:pt x="29619" y="79303"/>
                  </a:lnTo>
                  <a:lnTo>
                    <a:pt x="20542" y="78348"/>
                  </a:lnTo>
                  <a:lnTo>
                    <a:pt x="16243" y="75959"/>
                  </a:lnTo>
                  <a:lnTo>
                    <a:pt x="10510" y="69271"/>
                  </a:lnTo>
                  <a:lnTo>
                    <a:pt x="8121" y="65927"/>
                  </a:lnTo>
                  <a:lnTo>
                    <a:pt x="7644" y="63060"/>
                  </a:lnTo>
                  <a:lnTo>
                    <a:pt x="6688" y="58761"/>
                  </a:lnTo>
                  <a:lnTo>
                    <a:pt x="13854" y="54939"/>
                  </a:lnTo>
                  <a:lnTo>
                    <a:pt x="16243" y="51595"/>
                  </a:lnTo>
                  <a:lnTo>
                    <a:pt x="18631" y="47295"/>
                  </a:lnTo>
                  <a:lnTo>
                    <a:pt x="8599" y="44907"/>
                  </a:lnTo>
                  <a:lnTo>
                    <a:pt x="4299" y="41562"/>
                  </a:lnTo>
                  <a:lnTo>
                    <a:pt x="0" y="36307"/>
                  </a:lnTo>
                  <a:lnTo>
                    <a:pt x="3822" y="32963"/>
                  </a:lnTo>
                  <a:lnTo>
                    <a:pt x="17198" y="30575"/>
                  </a:lnTo>
                  <a:lnTo>
                    <a:pt x="21020" y="32963"/>
                  </a:lnTo>
                  <a:lnTo>
                    <a:pt x="24364" y="36785"/>
                  </a:lnTo>
                  <a:lnTo>
                    <a:pt x="28664" y="39174"/>
                  </a:lnTo>
                  <a:lnTo>
                    <a:pt x="32486" y="33919"/>
                  </a:lnTo>
                  <a:lnTo>
                    <a:pt x="28664" y="31530"/>
                  </a:lnTo>
                  <a:lnTo>
                    <a:pt x="25320" y="23409"/>
                  </a:lnTo>
                  <a:lnTo>
                    <a:pt x="24842" y="19109"/>
                  </a:lnTo>
                  <a:lnTo>
                    <a:pt x="25320" y="15765"/>
                  </a:lnTo>
                  <a:lnTo>
                    <a:pt x="26753" y="15287"/>
                  </a:lnTo>
                  <a:lnTo>
                    <a:pt x="28186" y="16721"/>
                  </a:lnTo>
                  <a:lnTo>
                    <a:pt x="32963" y="24842"/>
                  </a:lnTo>
                  <a:lnTo>
                    <a:pt x="36785" y="27231"/>
                  </a:lnTo>
                  <a:lnTo>
                    <a:pt x="37740" y="20065"/>
                  </a:lnTo>
                  <a:lnTo>
                    <a:pt x="37740" y="16243"/>
                  </a:lnTo>
                  <a:lnTo>
                    <a:pt x="37263" y="13376"/>
                  </a:lnTo>
                  <a:lnTo>
                    <a:pt x="35352" y="8121"/>
                  </a:lnTo>
                  <a:lnTo>
                    <a:pt x="33919" y="1433"/>
                  </a:lnTo>
                  <a:lnTo>
                    <a:pt x="36307" y="0"/>
                  </a:lnTo>
                  <a:lnTo>
                    <a:pt x="38696" y="478"/>
                  </a:lnTo>
                  <a:lnTo>
                    <a:pt x="43473" y="5255"/>
                  </a:lnTo>
                  <a:lnTo>
                    <a:pt x="48728" y="8599"/>
                  </a:lnTo>
                  <a:lnTo>
                    <a:pt x="51117" y="11465"/>
                  </a:lnTo>
                  <a:lnTo>
                    <a:pt x="55416" y="19587"/>
                  </a:lnTo>
                  <a:lnTo>
                    <a:pt x="59238" y="24842"/>
                  </a:lnTo>
                  <a:lnTo>
                    <a:pt x="61149" y="25797"/>
                  </a:lnTo>
                  <a:lnTo>
                    <a:pt x="72137" y="25320"/>
                  </a:lnTo>
                  <a:lnTo>
                    <a:pt x="74526" y="28186"/>
                  </a:lnTo>
                  <a:lnTo>
                    <a:pt x="75003" y="34397"/>
                  </a:lnTo>
                  <a:lnTo>
                    <a:pt x="76914" y="36785"/>
                  </a:lnTo>
                  <a:lnTo>
                    <a:pt x="79303" y="37263"/>
                  </a:lnTo>
                  <a:lnTo>
                    <a:pt x="85036" y="44907"/>
                  </a:lnTo>
                  <a:lnTo>
                    <a:pt x="86947" y="45862"/>
                  </a:lnTo>
                  <a:lnTo>
                    <a:pt x="88858" y="42040"/>
                  </a:lnTo>
                  <a:lnTo>
                    <a:pt x="89813" y="31052"/>
                  </a:lnTo>
                  <a:lnTo>
                    <a:pt x="89813" y="18631"/>
                  </a:lnTo>
                  <a:lnTo>
                    <a:pt x="89335" y="12421"/>
                  </a:lnTo>
                  <a:lnTo>
                    <a:pt x="90291" y="8121"/>
                  </a:lnTo>
                  <a:lnTo>
                    <a:pt x="92202" y="6688"/>
                  </a:lnTo>
                  <a:lnTo>
                    <a:pt x="94590" y="7166"/>
                  </a:lnTo>
                  <a:lnTo>
                    <a:pt x="96979" y="4777"/>
                  </a:lnTo>
                  <a:lnTo>
                    <a:pt x="98890" y="955"/>
                  </a:lnTo>
                  <a:lnTo>
                    <a:pt x="101278" y="478"/>
                  </a:lnTo>
                  <a:lnTo>
                    <a:pt x="106056" y="3344"/>
                  </a:lnTo>
                  <a:lnTo>
                    <a:pt x="107011" y="5733"/>
                  </a:lnTo>
                  <a:lnTo>
                    <a:pt x="106056" y="10510"/>
                  </a:lnTo>
                  <a:lnTo>
                    <a:pt x="105578" y="17676"/>
                  </a:lnTo>
                  <a:lnTo>
                    <a:pt x="103189" y="31530"/>
                  </a:lnTo>
                  <a:lnTo>
                    <a:pt x="107967" y="32486"/>
                  </a:lnTo>
                  <a:lnTo>
                    <a:pt x="114655" y="29141"/>
                  </a:lnTo>
                  <a:lnTo>
                    <a:pt x="116566" y="25320"/>
                  </a:lnTo>
                  <a:lnTo>
                    <a:pt x="119910" y="18631"/>
                  </a:lnTo>
                  <a:lnTo>
                    <a:pt x="123732" y="20065"/>
                  </a:lnTo>
                  <a:lnTo>
                    <a:pt x="125643" y="19109"/>
                  </a:lnTo>
                  <a:lnTo>
                    <a:pt x="126598" y="16243"/>
                  </a:lnTo>
                  <a:lnTo>
                    <a:pt x="126598" y="12899"/>
                  </a:lnTo>
                  <a:lnTo>
                    <a:pt x="128987" y="13376"/>
                  </a:lnTo>
                  <a:lnTo>
                    <a:pt x="131853" y="20065"/>
                  </a:lnTo>
                  <a:lnTo>
                    <a:pt x="132809" y="21020"/>
                  </a:lnTo>
                  <a:lnTo>
                    <a:pt x="135197" y="19109"/>
                  </a:lnTo>
                  <a:lnTo>
                    <a:pt x="136631" y="19109"/>
                  </a:lnTo>
                  <a:lnTo>
                    <a:pt x="139019" y="21976"/>
                  </a:lnTo>
                  <a:lnTo>
                    <a:pt x="150007" y="26753"/>
                  </a:lnTo>
                  <a:lnTo>
                    <a:pt x="153829" y="29141"/>
                  </a:lnTo>
                  <a:lnTo>
                    <a:pt x="155740" y="31530"/>
                  </a:lnTo>
                  <a:lnTo>
                    <a:pt x="157173" y="32963"/>
                  </a:lnTo>
                  <a:lnTo>
                    <a:pt x="169116" y="32486"/>
                  </a:lnTo>
                  <a:lnTo>
                    <a:pt x="177715" y="34397"/>
                  </a:lnTo>
                  <a:lnTo>
                    <a:pt x="180581" y="38218"/>
                  </a:lnTo>
                  <a:lnTo>
                    <a:pt x="183448" y="4490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4" name="Freeform 1763">
              <a:extLst>
                <a:ext uri="{FF2B5EF4-FFF2-40B4-BE49-F238E27FC236}">
                  <a16:creationId xmlns:a16="http://schemas.microsoft.com/office/drawing/2014/main" id="{4EAFD790-2452-77AE-03F8-1278AD3C52A6}"/>
                </a:ext>
              </a:extLst>
            </p:cNvPr>
            <p:cNvSpPr/>
            <p:nvPr/>
          </p:nvSpPr>
          <p:spPr>
            <a:xfrm>
              <a:off x="6420855" y="5172496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0 w 1433"/>
                <a:gd name="csY1" fmla="*/ 956 h 955"/>
                <a:gd name="csX2" fmla="*/ 0 w 1433"/>
                <a:gd name="csY2" fmla="*/ 956 h 955"/>
                <a:gd name="csX3" fmla="*/ 1433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5" name="Freeform 1764">
              <a:extLst>
                <a:ext uri="{FF2B5EF4-FFF2-40B4-BE49-F238E27FC236}">
                  <a16:creationId xmlns:a16="http://schemas.microsoft.com/office/drawing/2014/main" id="{B0E7FDA6-0385-9C6B-6BE5-A60A0D288142}"/>
                </a:ext>
              </a:extLst>
            </p:cNvPr>
            <p:cNvSpPr/>
            <p:nvPr/>
          </p:nvSpPr>
          <p:spPr>
            <a:xfrm>
              <a:off x="6420855" y="3635640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0 w 955"/>
                <a:gd name="csY1" fmla="*/ 0 h 477"/>
                <a:gd name="csX2" fmla="*/ 955 w 955"/>
                <a:gd name="csY2" fmla="*/ 478 h 477"/>
                <a:gd name="csX3" fmla="*/ 955 w 955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0" y="0"/>
                  </a:lnTo>
                  <a:lnTo>
                    <a:pt x="955" y="478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6" name="Freeform 1765">
              <a:extLst>
                <a:ext uri="{FF2B5EF4-FFF2-40B4-BE49-F238E27FC236}">
                  <a16:creationId xmlns:a16="http://schemas.microsoft.com/office/drawing/2014/main" id="{893408F8-0A72-4B74-1296-175F1CD47E1B}"/>
                </a:ext>
              </a:extLst>
            </p:cNvPr>
            <p:cNvSpPr/>
            <p:nvPr/>
          </p:nvSpPr>
          <p:spPr>
            <a:xfrm>
              <a:off x="6416078" y="3842020"/>
              <a:ext cx="5254" cy="477"/>
            </a:xfrm>
            <a:custGeom>
              <a:avLst/>
              <a:gdLst>
                <a:gd name="csX0" fmla="*/ 5255 w 5254"/>
                <a:gd name="csY0" fmla="*/ 478 h 477"/>
                <a:gd name="csX1" fmla="*/ 4777 w 5254"/>
                <a:gd name="csY1" fmla="*/ 0 h 477"/>
                <a:gd name="csX2" fmla="*/ 0 w 5254"/>
                <a:gd name="csY2" fmla="*/ 478 h 477"/>
                <a:gd name="csX3" fmla="*/ 4777 w 5254"/>
                <a:gd name="csY3" fmla="*/ 0 h 477"/>
                <a:gd name="csX4" fmla="*/ 5255 w 5254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477">
                  <a:moveTo>
                    <a:pt x="5255" y="478"/>
                  </a:moveTo>
                  <a:lnTo>
                    <a:pt x="4777" y="0"/>
                  </a:lnTo>
                  <a:lnTo>
                    <a:pt x="0" y="478"/>
                  </a:lnTo>
                  <a:lnTo>
                    <a:pt x="4777" y="0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7" name="Freeform 1766">
              <a:extLst>
                <a:ext uri="{FF2B5EF4-FFF2-40B4-BE49-F238E27FC236}">
                  <a16:creationId xmlns:a16="http://schemas.microsoft.com/office/drawing/2014/main" id="{3926BC40-7C02-F5B2-F9A9-FDEE9D156369}"/>
                </a:ext>
              </a:extLst>
            </p:cNvPr>
            <p:cNvSpPr/>
            <p:nvPr/>
          </p:nvSpPr>
          <p:spPr>
            <a:xfrm>
              <a:off x="6410823" y="3994893"/>
              <a:ext cx="9554" cy="3822"/>
            </a:xfrm>
            <a:custGeom>
              <a:avLst/>
              <a:gdLst>
                <a:gd name="csX0" fmla="*/ 9077 w 9554"/>
                <a:gd name="csY0" fmla="*/ 956 h 3822"/>
                <a:gd name="csX1" fmla="*/ 9555 w 9554"/>
                <a:gd name="csY1" fmla="*/ 2389 h 3822"/>
                <a:gd name="csX2" fmla="*/ 8121 w 9554"/>
                <a:gd name="csY2" fmla="*/ 2389 h 3822"/>
                <a:gd name="csX3" fmla="*/ 5255 w 9554"/>
                <a:gd name="csY3" fmla="*/ 3822 h 3822"/>
                <a:gd name="csX4" fmla="*/ 4300 w 9554"/>
                <a:gd name="csY4" fmla="*/ 3344 h 3822"/>
                <a:gd name="csX5" fmla="*/ 2866 w 9554"/>
                <a:gd name="csY5" fmla="*/ 2389 h 3822"/>
                <a:gd name="csX6" fmla="*/ 478 w 9554"/>
                <a:gd name="csY6" fmla="*/ 2389 h 3822"/>
                <a:gd name="csX7" fmla="*/ 0 w 9554"/>
                <a:gd name="csY7" fmla="*/ 1911 h 3822"/>
                <a:gd name="csX8" fmla="*/ 955 w 9554"/>
                <a:gd name="csY8" fmla="*/ 478 h 3822"/>
                <a:gd name="csX9" fmla="*/ 3344 w 9554"/>
                <a:gd name="csY9" fmla="*/ 0 h 3822"/>
                <a:gd name="csX10" fmla="*/ 4777 w 9554"/>
                <a:gd name="csY10" fmla="*/ 0 h 3822"/>
                <a:gd name="csX11" fmla="*/ 7166 w 9554"/>
                <a:gd name="csY11" fmla="*/ 478 h 3822"/>
                <a:gd name="csX12" fmla="*/ 8121 w 9554"/>
                <a:gd name="csY12" fmla="*/ 478 h 3822"/>
                <a:gd name="csX13" fmla="*/ 9077 w 9554"/>
                <a:gd name="csY13" fmla="*/ 956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554" h="3822">
                  <a:moveTo>
                    <a:pt x="9077" y="956"/>
                  </a:moveTo>
                  <a:lnTo>
                    <a:pt x="9555" y="2389"/>
                  </a:lnTo>
                  <a:lnTo>
                    <a:pt x="8121" y="2389"/>
                  </a:lnTo>
                  <a:lnTo>
                    <a:pt x="5255" y="3822"/>
                  </a:lnTo>
                  <a:lnTo>
                    <a:pt x="4300" y="3344"/>
                  </a:lnTo>
                  <a:lnTo>
                    <a:pt x="2866" y="2389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955" y="478"/>
                  </a:lnTo>
                  <a:lnTo>
                    <a:pt x="3344" y="0"/>
                  </a:lnTo>
                  <a:lnTo>
                    <a:pt x="4777" y="0"/>
                  </a:lnTo>
                  <a:lnTo>
                    <a:pt x="7166" y="478"/>
                  </a:lnTo>
                  <a:lnTo>
                    <a:pt x="8121" y="478"/>
                  </a:lnTo>
                  <a:lnTo>
                    <a:pt x="907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8" name="Freeform 1767">
              <a:extLst>
                <a:ext uri="{FF2B5EF4-FFF2-40B4-BE49-F238E27FC236}">
                  <a16:creationId xmlns:a16="http://schemas.microsoft.com/office/drawing/2014/main" id="{BCEE1699-9B77-BD9D-6725-D59D0135D1BC}"/>
                </a:ext>
              </a:extLst>
            </p:cNvPr>
            <p:cNvSpPr/>
            <p:nvPr/>
          </p:nvSpPr>
          <p:spPr>
            <a:xfrm>
              <a:off x="6417033" y="4011136"/>
              <a:ext cx="2866" cy="3344"/>
            </a:xfrm>
            <a:custGeom>
              <a:avLst/>
              <a:gdLst>
                <a:gd name="csX0" fmla="*/ 2867 w 2866"/>
                <a:gd name="csY0" fmla="*/ 2389 h 3344"/>
                <a:gd name="csX1" fmla="*/ 2867 w 2866"/>
                <a:gd name="csY1" fmla="*/ 2866 h 3344"/>
                <a:gd name="csX2" fmla="*/ 2389 w 2866"/>
                <a:gd name="csY2" fmla="*/ 3344 h 3344"/>
                <a:gd name="csX3" fmla="*/ 478 w 2866"/>
                <a:gd name="csY3" fmla="*/ 3344 h 3344"/>
                <a:gd name="csX4" fmla="*/ 956 w 2866"/>
                <a:gd name="csY4" fmla="*/ 1433 h 3344"/>
                <a:gd name="csX5" fmla="*/ 0 w 2866"/>
                <a:gd name="csY5" fmla="*/ 0 h 3344"/>
                <a:gd name="csX6" fmla="*/ 1433 w 2866"/>
                <a:gd name="csY6" fmla="*/ 956 h 3344"/>
                <a:gd name="csX7" fmla="*/ 2389 w 2866"/>
                <a:gd name="csY7" fmla="*/ 1911 h 3344"/>
                <a:gd name="csX8" fmla="*/ 2867 w 2866"/>
                <a:gd name="csY8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3344">
                  <a:moveTo>
                    <a:pt x="2867" y="2389"/>
                  </a:moveTo>
                  <a:lnTo>
                    <a:pt x="2867" y="2866"/>
                  </a:lnTo>
                  <a:lnTo>
                    <a:pt x="2389" y="3344"/>
                  </a:lnTo>
                  <a:lnTo>
                    <a:pt x="478" y="3344"/>
                  </a:lnTo>
                  <a:lnTo>
                    <a:pt x="956" y="1433"/>
                  </a:lnTo>
                  <a:lnTo>
                    <a:pt x="0" y="0"/>
                  </a:lnTo>
                  <a:lnTo>
                    <a:pt x="1433" y="956"/>
                  </a:lnTo>
                  <a:lnTo>
                    <a:pt x="2389" y="1911"/>
                  </a:lnTo>
                  <a:lnTo>
                    <a:pt x="286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9" name="Freeform 1768">
              <a:extLst>
                <a:ext uri="{FF2B5EF4-FFF2-40B4-BE49-F238E27FC236}">
                  <a16:creationId xmlns:a16="http://schemas.microsoft.com/office/drawing/2014/main" id="{669DB831-0807-799A-E827-529E48592BDE}"/>
                </a:ext>
              </a:extLst>
            </p:cNvPr>
            <p:cNvSpPr/>
            <p:nvPr/>
          </p:nvSpPr>
          <p:spPr>
            <a:xfrm>
              <a:off x="6407478" y="2319974"/>
              <a:ext cx="11943" cy="15287"/>
            </a:xfrm>
            <a:custGeom>
              <a:avLst/>
              <a:gdLst>
                <a:gd name="csX0" fmla="*/ 11943 w 11943"/>
                <a:gd name="csY0" fmla="*/ 10510 h 15287"/>
                <a:gd name="csX1" fmla="*/ 9077 w 11943"/>
                <a:gd name="csY1" fmla="*/ 14810 h 15287"/>
                <a:gd name="csX2" fmla="*/ 6211 w 11943"/>
                <a:gd name="csY2" fmla="*/ 15287 h 15287"/>
                <a:gd name="csX3" fmla="*/ 956 w 11943"/>
                <a:gd name="csY3" fmla="*/ 8121 h 15287"/>
                <a:gd name="csX4" fmla="*/ 0 w 11943"/>
                <a:gd name="csY4" fmla="*/ 2389 h 15287"/>
                <a:gd name="csX5" fmla="*/ 956 w 11943"/>
                <a:gd name="csY5" fmla="*/ 0 h 15287"/>
                <a:gd name="csX6" fmla="*/ 3344 w 11943"/>
                <a:gd name="csY6" fmla="*/ 0 h 15287"/>
                <a:gd name="csX7" fmla="*/ 7644 w 11943"/>
                <a:gd name="csY7" fmla="*/ 8121 h 15287"/>
                <a:gd name="csX8" fmla="*/ 11943 w 11943"/>
                <a:gd name="csY8" fmla="*/ 10510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1943" h="15287">
                  <a:moveTo>
                    <a:pt x="11943" y="10510"/>
                  </a:moveTo>
                  <a:lnTo>
                    <a:pt x="9077" y="14810"/>
                  </a:lnTo>
                  <a:lnTo>
                    <a:pt x="6211" y="15287"/>
                  </a:lnTo>
                  <a:lnTo>
                    <a:pt x="956" y="8121"/>
                  </a:lnTo>
                  <a:lnTo>
                    <a:pt x="0" y="2389"/>
                  </a:lnTo>
                  <a:lnTo>
                    <a:pt x="956" y="0"/>
                  </a:lnTo>
                  <a:lnTo>
                    <a:pt x="3344" y="0"/>
                  </a:lnTo>
                  <a:lnTo>
                    <a:pt x="7644" y="8121"/>
                  </a:lnTo>
                  <a:lnTo>
                    <a:pt x="11943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0" name="Freeform 1769">
              <a:extLst>
                <a:ext uri="{FF2B5EF4-FFF2-40B4-BE49-F238E27FC236}">
                  <a16:creationId xmlns:a16="http://schemas.microsoft.com/office/drawing/2014/main" id="{F0912EF6-E883-6C92-FE6C-4F23F930C40E}"/>
                </a:ext>
              </a:extLst>
            </p:cNvPr>
            <p:cNvSpPr/>
            <p:nvPr/>
          </p:nvSpPr>
          <p:spPr>
            <a:xfrm>
              <a:off x="6415122" y="3895048"/>
              <a:ext cx="3343" cy="1433"/>
            </a:xfrm>
            <a:custGeom>
              <a:avLst/>
              <a:gdLst>
                <a:gd name="csX0" fmla="*/ 3344 w 3343"/>
                <a:gd name="csY0" fmla="*/ 0 h 1433"/>
                <a:gd name="csX1" fmla="*/ 1910 w 3343"/>
                <a:gd name="csY1" fmla="*/ 956 h 1433"/>
                <a:gd name="csX2" fmla="*/ 0 w 3343"/>
                <a:gd name="csY2" fmla="*/ 1433 h 1433"/>
                <a:gd name="csX3" fmla="*/ 1910 w 3343"/>
                <a:gd name="csY3" fmla="*/ 956 h 1433"/>
                <a:gd name="csX4" fmla="*/ 3344 w 3343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3" h="1433">
                  <a:moveTo>
                    <a:pt x="3344" y="0"/>
                  </a:moveTo>
                  <a:lnTo>
                    <a:pt x="1910" y="956"/>
                  </a:lnTo>
                  <a:lnTo>
                    <a:pt x="0" y="1433"/>
                  </a:lnTo>
                  <a:lnTo>
                    <a:pt x="1910" y="956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1" name="Freeform 1770">
              <a:extLst>
                <a:ext uri="{FF2B5EF4-FFF2-40B4-BE49-F238E27FC236}">
                  <a16:creationId xmlns:a16="http://schemas.microsoft.com/office/drawing/2014/main" id="{3E8FC0FB-E631-6CC5-777A-CD7F87AA3800}"/>
                </a:ext>
              </a:extLst>
            </p:cNvPr>
            <p:cNvSpPr/>
            <p:nvPr/>
          </p:nvSpPr>
          <p:spPr>
            <a:xfrm>
              <a:off x="6410823" y="3634685"/>
              <a:ext cx="7643" cy="1433"/>
            </a:xfrm>
            <a:custGeom>
              <a:avLst/>
              <a:gdLst>
                <a:gd name="csX0" fmla="*/ 7644 w 7643"/>
                <a:gd name="csY0" fmla="*/ 1433 h 1433"/>
                <a:gd name="csX1" fmla="*/ 3821 w 7643"/>
                <a:gd name="csY1" fmla="*/ 955 h 1433"/>
                <a:gd name="csX2" fmla="*/ 0 w 7643"/>
                <a:gd name="csY2" fmla="*/ 0 h 1433"/>
                <a:gd name="csX3" fmla="*/ 3821 w 7643"/>
                <a:gd name="csY3" fmla="*/ 955 h 1433"/>
                <a:gd name="csX4" fmla="*/ 7644 w 7643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1433">
                  <a:moveTo>
                    <a:pt x="7644" y="1433"/>
                  </a:moveTo>
                  <a:lnTo>
                    <a:pt x="3821" y="955"/>
                  </a:lnTo>
                  <a:lnTo>
                    <a:pt x="0" y="0"/>
                  </a:lnTo>
                  <a:lnTo>
                    <a:pt x="3821" y="955"/>
                  </a:lnTo>
                  <a:lnTo>
                    <a:pt x="764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" name="Freeform 1771">
              <a:extLst>
                <a:ext uri="{FF2B5EF4-FFF2-40B4-BE49-F238E27FC236}">
                  <a16:creationId xmlns:a16="http://schemas.microsoft.com/office/drawing/2014/main" id="{17A4F784-868A-BC61-FBB8-F7AC0C059316}"/>
                </a:ext>
              </a:extLst>
            </p:cNvPr>
            <p:cNvSpPr/>
            <p:nvPr/>
          </p:nvSpPr>
          <p:spPr>
            <a:xfrm>
              <a:off x="6300945" y="3491844"/>
              <a:ext cx="113699" cy="79780"/>
            </a:xfrm>
            <a:custGeom>
              <a:avLst/>
              <a:gdLst>
                <a:gd name="csX0" fmla="*/ 113699 w 113699"/>
                <a:gd name="csY0" fmla="*/ 35830 h 79780"/>
                <a:gd name="csX1" fmla="*/ 113699 w 113699"/>
                <a:gd name="csY1" fmla="*/ 36785 h 79780"/>
                <a:gd name="csX2" fmla="*/ 112744 w 113699"/>
                <a:gd name="csY2" fmla="*/ 37741 h 79780"/>
                <a:gd name="csX3" fmla="*/ 111789 w 113699"/>
                <a:gd name="csY3" fmla="*/ 38218 h 79780"/>
                <a:gd name="csX4" fmla="*/ 111789 w 113699"/>
                <a:gd name="csY4" fmla="*/ 38218 h 79780"/>
                <a:gd name="csX5" fmla="*/ 111311 w 113699"/>
                <a:gd name="csY5" fmla="*/ 38696 h 79780"/>
                <a:gd name="csX6" fmla="*/ 110355 w 113699"/>
                <a:gd name="csY6" fmla="*/ 41085 h 79780"/>
                <a:gd name="csX7" fmla="*/ 104145 w 113699"/>
                <a:gd name="csY7" fmla="*/ 41085 h 79780"/>
                <a:gd name="csX8" fmla="*/ 103189 w 113699"/>
                <a:gd name="csY8" fmla="*/ 41563 h 79780"/>
                <a:gd name="csX9" fmla="*/ 103189 w 113699"/>
                <a:gd name="csY9" fmla="*/ 41563 h 79780"/>
                <a:gd name="csX10" fmla="*/ 103189 w 113699"/>
                <a:gd name="csY10" fmla="*/ 42518 h 79780"/>
                <a:gd name="csX11" fmla="*/ 102712 w 113699"/>
                <a:gd name="csY11" fmla="*/ 43951 h 79780"/>
                <a:gd name="csX12" fmla="*/ 101756 w 113699"/>
                <a:gd name="csY12" fmla="*/ 45384 h 79780"/>
                <a:gd name="csX13" fmla="*/ 100323 w 113699"/>
                <a:gd name="csY13" fmla="*/ 46340 h 79780"/>
                <a:gd name="csX14" fmla="*/ 97935 w 113699"/>
                <a:gd name="csY14" fmla="*/ 46818 h 79780"/>
                <a:gd name="csX15" fmla="*/ 95546 w 113699"/>
                <a:gd name="csY15" fmla="*/ 47773 h 79780"/>
                <a:gd name="csX16" fmla="*/ 95546 w 113699"/>
                <a:gd name="csY16" fmla="*/ 47773 h 79780"/>
                <a:gd name="csX17" fmla="*/ 94112 w 113699"/>
                <a:gd name="csY17" fmla="*/ 50639 h 79780"/>
                <a:gd name="csX18" fmla="*/ 92679 w 113699"/>
                <a:gd name="csY18" fmla="*/ 54461 h 79780"/>
                <a:gd name="csX19" fmla="*/ 93157 w 113699"/>
                <a:gd name="csY19" fmla="*/ 56850 h 79780"/>
                <a:gd name="csX20" fmla="*/ 93157 w 113699"/>
                <a:gd name="csY20" fmla="*/ 58283 h 79780"/>
                <a:gd name="csX21" fmla="*/ 93157 w 113699"/>
                <a:gd name="csY21" fmla="*/ 59239 h 79780"/>
                <a:gd name="csX22" fmla="*/ 92202 w 113699"/>
                <a:gd name="csY22" fmla="*/ 60194 h 79780"/>
                <a:gd name="csX23" fmla="*/ 90769 w 113699"/>
                <a:gd name="csY23" fmla="*/ 62105 h 79780"/>
                <a:gd name="csX24" fmla="*/ 89813 w 113699"/>
                <a:gd name="csY24" fmla="*/ 64971 h 79780"/>
                <a:gd name="csX25" fmla="*/ 89335 w 113699"/>
                <a:gd name="csY25" fmla="*/ 66405 h 79780"/>
                <a:gd name="csX26" fmla="*/ 89813 w 113699"/>
                <a:gd name="csY26" fmla="*/ 66882 h 79780"/>
                <a:gd name="csX27" fmla="*/ 90769 w 113699"/>
                <a:gd name="csY27" fmla="*/ 66882 h 79780"/>
                <a:gd name="csX28" fmla="*/ 92679 w 113699"/>
                <a:gd name="csY28" fmla="*/ 67360 h 79780"/>
                <a:gd name="csX29" fmla="*/ 93635 w 113699"/>
                <a:gd name="csY29" fmla="*/ 68793 h 79780"/>
                <a:gd name="csX30" fmla="*/ 93635 w 113699"/>
                <a:gd name="csY30" fmla="*/ 69749 h 79780"/>
                <a:gd name="csX31" fmla="*/ 93635 w 113699"/>
                <a:gd name="csY31" fmla="*/ 71182 h 79780"/>
                <a:gd name="csX32" fmla="*/ 93635 w 113699"/>
                <a:gd name="csY32" fmla="*/ 71659 h 79780"/>
                <a:gd name="csX33" fmla="*/ 92202 w 113699"/>
                <a:gd name="csY33" fmla="*/ 72137 h 79780"/>
                <a:gd name="csX34" fmla="*/ 89813 w 113699"/>
                <a:gd name="csY34" fmla="*/ 72137 h 79780"/>
                <a:gd name="csX35" fmla="*/ 88858 w 113699"/>
                <a:gd name="csY35" fmla="*/ 71659 h 79780"/>
                <a:gd name="csX36" fmla="*/ 88380 w 113699"/>
                <a:gd name="csY36" fmla="*/ 71182 h 79780"/>
                <a:gd name="csX37" fmla="*/ 88858 w 113699"/>
                <a:gd name="csY37" fmla="*/ 69749 h 79780"/>
                <a:gd name="csX38" fmla="*/ 88380 w 113699"/>
                <a:gd name="csY38" fmla="*/ 68315 h 79780"/>
                <a:gd name="csX39" fmla="*/ 87902 w 113699"/>
                <a:gd name="csY39" fmla="*/ 67360 h 79780"/>
                <a:gd name="csX40" fmla="*/ 85991 w 113699"/>
                <a:gd name="csY40" fmla="*/ 68793 h 79780"/>
                <a:gd name="csX41" fmla="*/ 84080 w 113699"/>
                <a:gd name="csY41" fmla="*/ 68793 h 79780"/>
                <a:gd name="csX42" fmla="*/ 82169 w 113699"/>
                <a:gd name="csY42" fmla="*/ 69749 h 79780"/>
                <a:gd name="csX43" fmla="*/ 80736 w 113699"/>
                <a:gd name="csY43" fmla="*/ 71659 h 79780"/>
                <a:gd name="csX44" fmla="*/ 79303 w 113699"/>
                <a:gd name="csY44" fmla="*/ 72615 h 79780"/>
                <a:gd name="csX45" fmla="*/ 75959 w 113699"/>
                <a:gd name="csY45" fmla="*/ 72137 h 79780"/>
                <a:gd name="csX46" fmla="*/ 75003 w 113699"/>
                <a:gd name="csY46" fmla="*/ 73093 h 79780"/>
                <a:gd name="csX47" fmla="*/ 74526 w 113699"/>
                <a:gd name="csY47" fmla="*/ 76437 h 79780"/>
                <a:gd name="csX48" fmla="*/ 74048 w 113699"/>
                <a:gd name="csY48" fmla="*/ 77392 h 79780"/>
                <a:gd name="csX49" fmla="*/ 71182 w 113699"/>
                <a:gd name="csY49" fmla="*/ 77392 h 79780"/>
                <a:gd name="csX50" fmla="*/ 68315 w 113699"/>
                <a:gd name="csY50" fmla="*/ 78825 h 79780"/>
                <a:gd name="csX51" fmla="*/ 64971 w 113699"/>
                <a:gd name="csY51" fmla="*/ 79781 h 79780"/>
                <a:gd name="csX52" fmla="*/ 63538 w 113699"/>
                <a:gd name="csY52" fmla="*/ 79303 h 79780"/>
                <a:gd name="csX53" fmla="*/ 62582 w 113699"/>
                <a:gd name="csY53" fmla="*/ 78348 h 79780"/>
                <a:gd name="csX54" fmla="*/ 60671 w 113699"/>
                <a:gd name="csY54" fmla="*/ 78348 h 79780"/>
                <a:gd name="csX55" fmla="*/ 58761 w 113699"/>
                <a:gd name="csY55" fmla="*/ 78825 h 79780"/>
                <a:gd name="csX56" fmla="*/ 57805 w 113699"/>
                <a:gd name="csY56" fmla="*/ 78348 h 79780"/>
                <a:gd name="csX57" fmla="*/ 56372 w 113699"/>
                <a:gd name="csY57" fmla="*/ 78825 h 79780"/>
                <a:gd name="csX58" fmla="*/ 53505 w 113699"/>
                <a:gd name="csY58" fmla="*/ 79303 h 79780"/>
                <a:gd name="csX59" fmla="*/ 50162 w 113699"/>
                <a:gd name="csY59" fmla="*/ 79303 h 79780"/>
                <a:gd name="csX60" fmla="*/ 48728 w 113699"/>
                <a:gd name="csY60" fmla="*/ 78348 h 79780"/>
                <a:gd name="csX61" fmla="*/ 48251 w 113699"/>
                <a:gd name="csY61" fmla="*/ 77870 h 79780"/>
                <a:gd name="csX62" fmla="*/ 48251 w 113699"/>
                <a:gd name="csY62" fmla="*/ 76437 h 79780"/>
                <a:gd name="csX63" fmla="*/ 48251 w 113699"/>
                <a:gd name="csY63" fmla="*/ 74048 h 79780"/>
                <a:gd name="csX64" fmla="*/ 47773 w 113699"/>
                <a:gd name="csY64" fmla="*/ 72137 h 79780"/>
                <a:gd name="csX65" fmla="*/ 46340 w 113699"/>
                <a:gd name="csY65" fmla="*/ 70226 h 79780"/>
                <a:gd name="csX66" fmla="*/ 46340 w 113699"/>
                <a:gd name="csY66" fmla="*/ 70226 h 79780"/>
                <a:gd name="csX67" fmla="*/ 44429 w 113699"/>
                <a:gd name="csY67" fmla="*/ 69271 h 79780"/>
                <a:gd name="csX68" fmla="*/ 42040 w 113699"/>
                <a:gd name="csY68" fmla="*/ 67838 h 79780"/>
                <a:gd name="csX69" fmla="*/ 40607 w 113699"/>
                <a:gd name="csY69" fmla="*/ 67360 h 79780"/>
                <a:gd name="csX70" fmla="*/ 39651 w 113699"/>
                <a:gd name="csY70" fmla="*/ 67360 h 79780"/>
                <a:gd name="csX71" fmla="*/ 39651 w 113699"/>
                <a:gd name="csY71" fmla="*/ 66405 h 79780"/>
                <a:gd name="csX72" fmla="*/ 39174 w 113699"/>
                <a:gd name="csY72" fmla="*/ 65927 h 79780"/>
                <a:gd name="csX73" fmla="*/ 39174 w 113699"/>
                <a:gd name="csY73" fmla="*/ 65927 h 79780"/>
                <a:gd name="csX74" fmla="*/ 38218 w 113699"/>
                <a:gd name="csY74" fmla="*/ 65449 h 79780"/>
                <a:gd name="csX75" fmla="*/ 36785 w 113699"/>
                <a:gd name="csY75" fmla="*/ 64493 h 79780"/>
                <a:gd name="csX76" fmla="*/ 35352 w 113699"/>
                <a:gd name="csY76" fmla="*/ 64493 h 79780"/>
                <a:gd name="csX77" fmla="*/ 34396 w 113699"/>
                <a:gd name="csY77" fmla="*/ 65449 h 79780"/>
                <a:gd name="csX78" fmla="*/ 34396 w 113699"/>
                <a:gd name="csY78" fmla="*/ 65449 h 79780"/>
                <a:gd name="csX79" fmla="*/ 33441 w 113699"/>
                <a:gd name="csY79" fmla="*/ 64016 h 79780"/>
                <a:gd name="csX80" fmla="*/ 32486 w 113699"/>
                <a:gd name="csY80" fmla="*/ 61149 h 79780"/>
                <a:gd name="csX81" fmla="*/ 32486 w 113699"/>
                <a:gd name="csY81" fmla="*/ 59239 h 79780"/>
                <a:gd name="csX82" fmla="*/ 32963 w 113699"/>
                <a:gd name="csY82" fmla="*/ 57805 h 79780"/>
                <a:gd name="csX83" fmla="*/ 32963 w 113699"/>
                <a:gd name="csY83" fmla="*/ 56850 h 79780"/>
                <a:gd name="csX84" fmla="*/ 35352 w 113699"/>
                <a:gd name="csY84" fmla="*/ 50639 h 79780"/>
                <a:gd name="csX85" fmla="*/ 35352 w 113699"/>
                <a:gd name="csY85" fmla="*/ 49206 h 79780"/>
                <a:gd name="csX86" fmla="*/ 33441 w 113699"/>
                <a:gd name="csY86" fmla="*/ 47773 h 79780"/>
                <a:gd name="csX87" fmla="*/ 33441 w 113699"/>
                <a:gd name="csY87" fmla="*/ 47773 h 79780"/>
                <a:gd name="csX88" fmla="*/ 31530 w 113699"/>
                <a:gd name="csY88" fmla="*/ 46340 h 79780"/>
                <a:gd name="csX89" fmla="*/ 30575 w 113699"/>
                <a:gd name="csY89" fmla="*/ 43473 h 79780"/>
                <a:gd name="csX90" fmla="*/ 30097 w 113699"/>
                <a:gd name="csY90" fmla="*/ 43473 h 79780"/>
                <a:gd name="csX91" fmla="*/ 25797 w 113699"/>
                <a:gd name="csY91" fmla="*/ 43473 h 79780"/>
                <a:gd name="csX92" fmla="*/ 21975 w 113699"/>
                <a:gd name="csY92" fmla="*/ 43473 h 79780"/>
                <a:gd name="csX93" fmla="*/ 20542 w 113699"/>
                <a:gd name="csY93" fmla="*/ 43473 h 79780"/>
                <a:gd name="csX94" fmla="*/ 16721 w 113699"/>
                <a:gd name="csY94" fmla="*/ 42040 h 79780"/>
                <a:gd name="csX95" fmla="*/ 12898 w 113699"/>
                <a:gd name="csY95" fmla="*/ 40129 h 79780"/>
                <a:gd name="csX96" fmla="*/ 12898 w 113699"/>
                <a:gd name="csY96" fmla="*/ 40129 h 79780"/>
                <a:gd name="csX97" fmla="*/ 10032 w 113699"/>
                <a:gd name="csY97" fmla="*/ 39174 h 79780"/>
                <a:gd name="csX98" fmla="*/ 8121 w 113699"/>
                <a:gd name="csY98" fmla="*/ 37741 h 79780"/>
                <a:gd name="csX99" fmla="*/ 7166 w 113699"/>
                <a:gd name="csY99" fmla="*/ 36785 h 79780"/>
                <a:gd name="csX100" fmla="*/ 5255 w 113699"/>
                <a:gd name="csY100" fmla="*/ 36785 h 79780"/>
                <a:gd name="csX101" fmla="*/ 5255 w 113699"/>
                <a:gd name="csY101" fmla="*/ 36785 h 79780"/>
                <a:gd name="csX102" fmla="*/ 3822 w 113699"/>
                <a:gd name="csY102" fmla="*/ 36785 h 79780"/>
                <a:gd name="csX103" fmla="*/ 3822 w 113699"/>
                <a:gd name="csY103" fmla="*/ 36785 h 79780"/>
                <a:gd name="csX104" fmla="*/ 3344 w 113699"/>
                <a:gd name="csY104" fmla="*/ 34397 h 79780"/>
                <a:gd name="csX105" fmla="*/ 3822 w 113699"/>
                <a:gd name="csY105" fmla="*/ 31052 h 79780"/>
                <a:gd name="csX106" fmla="*/ 2389 w 113699"/>
                <a:gd name="csY106" fmla="*/ 25798 h 79780"/>
                <a:gd name="csX107" fmla="*/ 478 w 113699"/>
                <a:gd name="csY107" fmla="*/ 19587 h 79780"/>
                <a:gd name="csX108" fmla="*/ 478 w 113699"/>
                <a:gd name="csY108" fmla="*/ 12421 h 79780"/>
                <a:gd name="csX109" fmla="*/ 0 w 113699"/>
                <a:gd name="csY109" fmla="*/ 10988 h 79780"/>
                <a:gd name="csX110" fmla="*/ 5733 w 113699"/>
                <a:gd name="csY110" fmla="*/ 7166 h 79780"/>
                <a:gd name="csX111" fmla="*/ 8121 w 113699"/>
                <a:gd name="csY111" fmla="*/ 5733 h 79780"/>
                <a:gd name="csX112" fmla="*/ 12421 w 113699"/>
                <a:gd name="csY112" fmla="*/ 2866 h 79780"/>
                <a:gd name="csX113" fmla="*/ 13376 w 113699"/>
                <a:gd name="csY113" fmla="*/ 2866 h 79780"/>
                <a:gd name="csX114" fmla="*/ 13854 w 113699"/>
                <a:gd name="csY114" fmla="*/ 2866 h 79780"/>
                <a:gd name="csX115" fmla="*/ 20064 w 113699"/>
                <a:gd name="csY115" fmla="*/ 0 h 79780"/>
                <a:gd name="csX116" fmla="*/ 20064 w 113699"/>
                <a:gd name="csY116" fmla="*/ 0 h 79780"/>
                <a:gd name="csX117" fmla="*/ 20542 w 113699"/>
                <a:gd name="csY117" fmla="*/ 0 h 79780"/>
                <a:gd name="csX118" fmla="*/ 26275 w 113699"/>
                <a:gd name="csY118" fmla="*/ 478 h 79780"/>
                <a:gd name="csX119" fmla="*/ 26275 w 113699"/>
                <a:gd name="csY119" fmla="*/ 478 h 79780"/>
                <a:gd name="csX120" fmla="*/ 30575 w 113699"/>
                <a:gd name="csY120" fmla="*/ 956 h 79780"/>
                <a:gd name="csX121" fmla="*/ 34396 w 113699"/>
                <a:gd name="csY121" fmla="*/ 956 h 79780"/>
                <a:gd name="csX122" fmla="*/ 36307 w 113699"/>
                <a:gd name="csY122" fmla="*/ 478 h 79780"/>
                <a:gd name="csX123" fmla="*/ 38218 w 113699"/>
                <a:gd name="csY123" fmla="*/ 956 h 79780"/>
                <a:gd name="csX124" fmla="*/ 39651 w 113699"/>
                <a:gd name="csY124" fmla="*/ 2866 h 79780"/>
                <a:gd name="csX125" fmla="*/ 41085 w 113699"/>
                <a:gd name="csY125" fmla="*/ 2389 h 79780"/>
                <a:gd name="csX126" fmla="*/ 42996 w 113699"/>
                <a:gd name="csY126" fmla="*/ 1433 h 79780"/>
                <a:gd name="csX127" fmla="*/ 51117 w 113699"/>
                <a:gd name="csY127" fmla="*/ 2389 h 79780"/>
                <a:gd name="csX128" fmla="*/ 53028 w 113699"/>
                <a:gd name="csY128" fmla="*/ 2389 h 79780"/>
                <a:gd name="csX129" fmla="*/ 54939 w 113699"/>
                <a:gd name="csY129" fmla="*/ 2389 h 79780"/>
                <a:gd name="csX130" fmla="*/ 58761 w 113699"/>
                <a:gd name="csY130" fmla="*/ 3822 h 79780"/>
                <a:gd name="csX131" fmla="*/ 61149 w 113699"/>
                <a:gd name="csY131" fmla="*/ 4777 h 79780"/>
                <a:gd name="csX132" fmla="*/ 65927 w 113699"/>
                <a:gd name="csY132" fmla="*/ 4300 h 79780"/>
                <a:gd name="csX133" fmla="*/ 68315 w 113699"/>
                <a:gd name="csY133" fmla="*/ 3822 h 79780"/>
                <a:gd name="csX134" fmla="*/ 68315 w 113699"/>
                <a:gd name="csY134" fmla="*/ 3822 h 79780"/>
                <a:gd name="csX135" fmla="*/ 69271 w 113699"/>
                <a:gd name="csY135" fmla="*/ 3822 h 79780"/>
                <a:gd name="csX136" fmla="*/ 72615 w 113699"/>
                <a:gd name="csY136" fmla="*/ 956 h 79780"/>
                <a:gd name="csX137" fmla="*/ 74048 w 113699"/>
                <a:gd name="csY137" fmla="*/ 478 h 79780"/>
                <a:gd name="csX138" fmla="*/ 75481 w 113699"/>
                <a:gd name="csY138" fmla="*/ 0 h 79780"/>
                <a:gd name="csX139" fmla="*/ 76437 w 113699"/>
                <a:gd name="csY139" fmla="*/ 478 h 79780"/>
                <a:gd name="csX140" fmla="*/ 77392 w 113699"/>
                <a:gd name="csY140" fmla="*/ 2866 h 79780"/>
                <a:gd name="csX141" fmla="*/ 79781 w 113699"/>
                <a:gd name="csY141" fmla="*/ 6688 h 79780"/>
                <a:gd name="csX142" fmla="*/ 79781 w 113699"/>
                <a:gd name="csY142" fmla="*/ 6688 h 79780"/>
                <a:gd name="csX143" fmla="*/ 82647 w 113699"/>
                <a:gd name="csY143" fmla="*/ 7644 h 79780"/>
                <a:gd name="csX144" fmla="*/ 90291 w 113699"/>
                <a:gd name="csY144" fmla="*/ 9077 h 79780"/>
                <a:gd name="csX145" fmla="*/ 91724 w 113699"/>
                <a:gd name="csY145" fmla="*/ 10032 h 79780"/>
                <a:gd name="csX146" fmla="*/ 96024 w 113699"/>
                <a:gd name="csY146" fmla="*/ 13377 h 79780"/>
                <a:gd name="csX147" fmla="*/ 98412 w 113699"/>
                <a:gd name="csY147" fmla="*/ 15287 h 79780"/>
                <a:gd name="csX148" fmla="*/ 99845 w 113699"/>
                <a:gd name="csY148" fmla="*/ 16721 h 79780"/>
                <a:gd name="csX149" fmla="*/ 102712 w 113699"/>
                <a:gd name="csY149" fmla="*/ 19587 h 79780"/>
                <a:gd name="csX150" fmla="*/ 104145 w 113699"/>
                <a:gd name="csY150" fmla="*/ 21498 h 79780"/>
                <a:gd name="csX151" fmla="*/ 104145 w 113699"/>
                <a:gd name="csY151" fmla="*/ 21498 h 79780"/>
                <a:gd name="csX152" fmla="*/ 106533 w 113699"/>
                <a:gd name="csY152" fmla="*/ 22931 h 79780"/>
                <a:gd name="csX153" fmla="*/ 108922 w 113699"/>
                <a:gd name="csY153" fmla="*/ 23886 h 79780"/>
                <a:gd name="csX154" fmla="*/ 110355 w 113699"/>
                <a:gd name="csY154" fmla="*/ 23886 h 79780"/>
                <a:gd name="csX155" fmla="*/ 109878 w 113699"/>
                <a:gd name="csY155" fmla="*/ 25320 h 79780"/>
                <a:gd name="csX156" fmla="*/ 109878 w 113699"/>
                <a:gd name="csY156" fmla="*/ 28186 h 79780"/>
                <a:gd name="csX157" fmla="*/ 108922 w 113699"/>
                <a:gd name="csY157" fmla="*/ 31052 h 79780"/>
                <a:gd name="csX158" fmla="*/ 107967 w 113699"/>
                <a:gd name="csY158" fmla="*/ 33441 h 79780"/>
                <a:gd name="csX159" fmla="*/ 107489 w 113699"/>
                <a:gd name="csY159" fmla="*/ 34397 h 79780"/>
                <a:gd name="csX160" fmla="*/ 108444 w 113699"/>
                <a:gd name="csY160" fmla="*/ 35352 h 79780"/>
                <a:gd name="csX161" fmla="*/ 111789 w 113699"/>
                <a:gd name="csY161" fmla="*/ 35830 h 79780"/>
                <a:gd name="csX162" fmla="*/ 113699 w 113699"/>
                <a:gd name="csY162" fmla="*/ 35830 h 79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</a:cxnLst>
              <a:rect l="l" t="t" r="r" b="b"/>
              <a:pathLst>
                <a:path w="113699" h="79780">
                  <a:moveTo>
                    <a:pt x="113699" y="35830"/>
                  </a:moveTo>
                  <a:lnTo>
                    <a:pt x="113699" y="36785"/>
                  </a:lnTo>
                  <a:lnTo>
                    <a:pt x="112744" y="37741"/>
                  </a:lnTo>
                  <a:lnTo>
                    <a:pt x="111789" y="38218"/>
                  </a:lnTo>
                  <a:lnTo>
                    <a:pt x="111789" y="38218"/>
                  </a:lnTo>
                  <a:lnTo>
                    <a:pt x="111311" y="38696"/>
                  </a:lnTo>
                  <a:lnTo>
                    <a:pt x="110355" y="41085"/>
                  </a:lnTo>
                  <a:lnTo>
                    <a:pt x="104145" y="41085"/>
                  </a:lnTo>
                  <a:lnTo>
                    <a:pt x="103189" y="41563"/>
                  </a:lnTo>
                  <a:lnTo>
                    <a:pt x="103189" y="41563"/>
                  </a:lnTo>
                  <a:lnTo>
                    <a:pt x="103189" y="42518"/>
                  </a:lnTo>
                  <a:lnTo>
                    <a:pt x="102712" y="43951"/>
                  </a:lnTo>
                  <a:lnTo>
                    <a:pt x="101756" y="45384"/>
                  </a:lnTo>
                  <a:lnTo>
                    <a:pt x="100323" y="46340"/>
                  </a:lnTo>
                  <a:lnTo>
                    <a:pt x="97935" y="46818"/>
                  </a:lnTo>
                  <a:lnTo>
                    <a:pt x="95546" y="47773"/>
                  </a:lnTo>
                  <a:lnTo>
                    <a:pt x="95546" y="47773"/>
                  </a:lnTo>
                  <a:lnTo>
                    <a:pt x="94112" y="50639"/>
                  </a:lnTo>
                  <a:lnTo>
                    <a:pt x="92679" y="54461"/>
                  </a:lnTo>
                  <a:lnTo>
                    <a:pt x="93157" y="56850"/>
                  </a:lnTo>
                  <a:lnTo>
                    <a:pt x="93157" y="58283"/>
                  </a:lnTo>
                  <a:lnTo>
                    <a:pt x="93157" y="59239"/>
                  </a:lnTo>
                  <a:lnTo>
                    <a:pt x="92202" y="60194"/>
                  </a:lnTo>
                  <a:lnTo>
                    <a:pt x="90769" y="62105"/>
                  </a:lnTo>
                  <a:lnTo>
                    <a:pt x="89813" y="64971"/>
                  </a:lnTo>
                  <a:lnTo>
                    <a:pt x="89335" y="66405"/>
                  </a:lnTo>
                  <a:lnTo>
                    <a:pt x="89813" y="66882"/>
                  </a:lnTo>
                  <a:lnTo>
                    <a:pt x="90769" y="66882"/>
                  </a:lnTo>
                  <a:lnTo>
                    <a:pt x="92679" y="67360"/>
                  </a:lnTo>
                  <a:lnTo>
                    <a:pt x="93635" y="68793"/>
                  </a:lnTo>
                  <a:lnTo>
                    <a:pt x="93635" y="69749"/>
                  </a:lnTo>
                  <a:lnTo>
                    <a:pt x="93635" y="71182"/>
                  </a:lnTo>
                  <a:lnTo>
                    <a:pt x="93635" y="71659"/>
                  </a:lnTo>
                  <a:lnTo>
                    <a:pt x="92202" y="72137"/>
                  </a:lnTo>
                  <a:lnTo>
                    <a:pt x="89813" y="72137"/>
                  </a:lnTo>
                  <a:lnTo>
                    <a:pt x="88858" y="71659"/>
                  </a:lnTo>
                  <a:lnTo>
                    <a:pt x="88380" y="71182"/>
                  </a:lnTo>
                  <a:lnTo>
                    <a:pt x="88858" y="69749"/>
                  </a:lnTo>
                  <a:lnTo>
                    <a:pt x="88380" y="68315"/>
                  </a:lnTo>
                  <a:lnTo>
                    <a:pt x="87902" y="67360"/>
                  </a:lnTo>
                  <a:lnTo>
                    <a:pt x="85991" y="68793"/>
                  </a:lnTo>
                  <a:lnTo>
                    <a:pt x="84080" y="68793"/>
                  </a:lnTo>
                  <a:lnTo>
                    <a:pt x="82169" y="69749"/>
                  </a:lnTo>
                  <a:lnTo>
                    <a:pt x="80736" y="71659"/>
                  </a:lnTo>
                  <a:lnTo>
                    <a:pt x="79303" y="72615"/>
                  </a:lnTo>
                  <a:lnTo>
                    <a:pt x="75959" y="72137"/>
                  </a:lnTo>
                  <a:lnTo>
                    <a:pt x="75003" y="73093"/>
                  </a:lnTo>
                  <a:lnTo>
                    <a:pt x="74526" y="76437"/>
                  </a:lnTo>
                  <a:lnTo>
                    <a:pt x="74048" y="77392"/>
                  </a:lnTo>
                  <a:lnTo>
                    <a:pt x="71182" y="77392"/>
                  </a:lnTo>
                  <a:lnTo>
                    <a:pt x="68315" y="78825"/>
                  </a:lnTo>
                  <a:lnTo>
                    <a:pt x="64971" y="79781"/>
                  </a:lnTo>
                  <a:lnTo>
                    <a:pt x="63538" y="79303"/>
                  </a:lnTo>
                  <a:lnTo>
                    <a:pt x="62582" y="78348"/>
                  </a:lnTo>
                  <a:lnTo>
                    <a:pt x="60671" y="78348"/>
                  </a:lnTo>
                  <a:lnTo>
                    <a:pt x="58761" y="78825"/>
                  </a:lnTo>
                  <a:lnTo>
                    <a:pt x="57805" y="78348"/>
                  </a:lnTo>
                  <a:lnTo>
                    <a:pt x="56372" y="78825"/>
                  </a:lnTo>
                  <a:lnTo>
                    <a:pt x="53505" y="79303"/>
                  </a:lnTo>
                  <a:lnTo>
                    <a:pt x="50162" y="79303"/>
                  </a:lnTo>
                  <a:lnTo>
                    <a:pt x="48728" y="78348"/>
                  </a:lnTo>
                  <a:lnTo>
                    <a:pt x="48251" y="77870"/>
                  </a:lnTo>
                  <a:lnTo>
                    <a:pt x="48251" y="76437"/>
                  </a:lnTo>
                  <a:lnTo>
                    <a:pt x="48251" y="74048"/>
                  </a:lnTo>
                  <a:lnTo>
                    <a:pt x="47773" y="72137"/>
                  </a:lnTo>
                  <a:lnTo>
                    <a:pt x="46340" y="70226"/>
                  </a:lnTo>
                  <a:lnTo>
                    <a:pt x="46340" y="70226"/>
                  </a:lnTo>
                  <a:lnTo>
                    <a:pt x="44429" y="69271"/>
                  </a:lnTo>
                  <a:lnTo>
                    <a:pt x="42040" y="67838"/>
                  </a:lnTo>
                  <a:lnTo>
                    <a:pt x="40607" y="67360"/>
                  </a:lnTo>
                  <a:lnTo>
                    <a:pt x="39651" y="67360"/>
                  </a:lnTo>
                  <a:lnTo>
                    <a:pt x="39651" y="66405"/>
                  </a:lnTo>
                  <a:lnTo>
                    <a:pt x="39174" y="65927"/>
                  </a:lnTo>
                  <a:lnTo>
                    <a:pt x="39174" y="65927"/>
                  </a:lnTo>
                  <a:lnTo>
                    <a:pt x="38218" y="65449"/>
                  </a:lnTo>
                  <a:lnTo>
                    <a:pt x="36785" y="64493"/>
                  </a:lnTo>
                  <a:lnTo>
                    <a:pt x="35352" y="64493"/>
                  </a:lnTo>
                  <a:lnTo>
                    <a:pt x="34396" y="65449"/>
                  </a:lnTo>
                  <a:lnTo>
                    <a:pt x="34396" y="65449"/>
                  </a:lnTo>
                  <a:lnTo>
                    <a:pt x="33441" y="64016"/>
                  </a:lnTo>
                  <a:lnTo>
                    <a:pt x="32486" y="61149"/>
                  </a:lnTo>
                  <a:lnTo>
                    <a:pt x="32486" y="59239"/>
                  </a:lnTo>
                  <a:lnTo>
                    <a:pt x="32963" y="57805"/>
                  </a:lnTo>
                  <a:lnTo>
                    <a:pt x="32963" y="56850"/>
                  </a:lnTo>
                  <a:lnTo>
                    <a:pt x="35352" y="50639"/>
                  </a:lnTo>
                  <a:lnTo>
                    <a:pt x="35352" y="49206"/>
                  </a:lnTo>
                  <a:lnTo>
                    <a:pt x="33441" y="47773"/>
                  </a:lnTo>
                  <a:lnTo>
                    <a:pt x="33441" y="47773"/>
                  </a:lnTo>
                  <a:lnTo>
                    <a:pt x="31530" y="46340"/>
                  </a:lnTo>
                  <a:lnTo>
                    <a:pt x="30575" y="43473"/>
                  </a:lnTo>
                  <a:lnTo>
                    <a:pt x="30097" y="43473"/>
                  </a:lnTo>
                  <a:lnTo>
                    <a:pt x="25797" y="43473"/>
                  </a:lnTo>
                  <a:lnTo>
                    <a:pt x="21975" y="43473"/>
                  </a:lnTo>
                  <a:lnTo>
                    <a:pt x="20542" y="43473"/>
                  </a:lnTo>
                  <a:lnTo>
                    <a:pt x="16721" y="42040"/>
                  </a:lnTo>
                  <a:lnTo>
                    <a:pt x="12898" y="40129"/>
                  </a:lnTo>
                  <a:lnTo>
                    <a:pt x="12898" y="40129"/>
                  </a:lnTo>
                  <a:lnTo>
                    <a:pt x="10032" y="39174"/>
                  </a:lnTo>
                  <a:lnTo>
                    <a:pt x="8121" y="37741"/>
                  </a:lnTo>
                  <a:lnTo>
                    <a:pt x="7166" y="36785"/>
                  </a:lnTo>
                  <a:lnTo>
                    <a:pt x="5255" y="36785"/>
                  </a:lnTo>
                  <a:lnTo>
                    <a:pt x="5255" y="36785"/>
                  </a:lnTo>
                  <a:lnTo>
                    <a:pt x="3822" y="36785"/>
                  </a:lnTo>
                  <a:lnTo>
                    <a:pt x="3822" y="36785"/>
                  </a:lnTo>
                  <a:lnTo>
                    <a:pt x="3344" y="34397"/>
                  </a:lnTo>
                  <a:lnTo>
                    <a:pt x="3822" y="31052"/>
                  </a:lnTo>
                  <a:lnTo>
                    <a:pt x="2389" y="25798"/>
                  </a:lnTo>
                  <a:lnTo>
                    <a:pt x="478" y="19587"/>
                  </a:lnTo>
                  <a:lnTo>
                    <a:pt x="478" y="12421"/>
                  </a:lnTo>
                  <a:lnTo>
                    <a:pt x="0" y="10988"/>
                  </a:lnTo>
                  <a:lnTo>
                    <a:pt x="5733" y="7166"/>
                  </a:lnTo>
                  <a:lnTo>
                    <a:pt x="8121" y="5733"/>
                  </a:lnTo>
                  <a:lnTo>
                    <a:pt x="12421" y="2866"/>
                  </a:lnTo>
                  <a:lnTo>
                    <a:pt x="13376" y="2866"/>
                  </a:lnTo>
                  <a:lnTo>
                    <a:pt x="13854" y="2866"/>
                  </a:lnTo>
                  <a:lnTo>
                    <a:pt x="20064" y="0"/>
                  </a:lnTo>
                  <a:lnTo>
                    <a:pt x="20064" y="0"/>
                  </a:lnTo>
                  <a:lnTo>
                    <a:pt x="20542" y="0"/>
                  </a:lnTo>
                  <a:lnTo>
                    <a:pt x="26275" y="478"/>
                  </a:lnTo>
                  <a:lnTo>
                    <a:pt x="26275" y="478"/>
                  </a:lnTo>
                  <a:lnTo>
                    <a:pt x="30575" y="956"/>
                  </a:lnTo>
                  <a:lnTo>
                    <a:pt x="34396" y="956"/>
                  </a:lnTo>
                  <a:lnTo>
                    <a:pt x="36307" y="478"/>
                  </a:lnTo>
                  <a:lnTo>
                    <a:pt x="38218" y="956"/>
                  </a:lnTo>
                  <a:lnTo>
                    <a:pt x="39651" y="2866"/>
                  </a:lnTo>
                  <a:lnTo>
                    <a:pt x="41085" y="2389"/>
                  </a:lnTo>
                  <a:lnTo>
                    <a:pt x="42996" y="1433"/>
                  </a:lnTo>
                  <a:lnTo>
                    <a:pt x="51117" y="2389"/>
                  </a:lnTo>
                  <a:lnTo>
                    <a:pt x="53028" y="2389"/>
                  </a:lnTo>
                  <a:lnTo>
                    <a:pt x="54939" y="2389"/>
                  </a:lnTo>
                  <a:lnTo>
                    <a:pt x="58761" y="3822"/>
                  </a:lnTo>
                  <a:lnTo>
                    <a:pt x="61149" y="4777"/>
                  </a:lnTo>
                  <a:lnTo>
                    <a:pt x="65927" y="4300"/>
                  </a:lnTo>
                  <a:lnTo>
                    <a:pt x="68315" y="3822"/>
                  </a:lnTo>
                  <a:lnTo>
                    <a:pt x="68315" y="3822"/>
                  </a:lnTo>
                  <a:lnTo>
                    <a:pt x="69271" y="3822"/>
                  </a:lnTo>
                  <a:lnTo>
                    <a:pt x="72615" y="956"/>
                  </a:lnTo>
                  <a:lnTo>
                    <a:pt x="74048" y="478"/>
                  </a:lnTo>
                  <a:lnTo>
                    <a:pt x="75481" y="0"/>
                  </a:lnTo>
                  <a:lnTo>
                    <a:pt x="76437" y="478"/>
                  </a:lnTo>
                  <a:lnTo>
                    <a:pt x="77392" y="2866"/>
                  </a:lnTo>
                  <a:lnTo>
                    <a:pt x="79781" y="6688"/>
                  </a:lnTo>
                  <a:lnTo>
                    <a:pt x="79781" y="6688"/>
                  </a:lnTo>
                  <a:lnTo>
                    <a:pt x="82647" y="7644"/>
                  </a:lnTo>
                  <a:lnTo>
                    <a:pt x="90291" y="9077"/>
                  </a:lnTo>
                  <a:lnTo>
                    <a:pt x="91724" y="10032"/>
                  </a:lnTo>
                  <a:lnTo>
                    <a:pt x="96024" y="13377"/>
                  </a:lnTo>
                  <a:lnTo>
                    <a:pt x="98412" y="15287"/>
                  </a:lnTo>
                  <a:lnTo>
                    <a:pt x="99845" y="16721"/>
                  </a:lnTo>
                  <a:lnTo>
                    <a:pt x="102712" y="19587"/>
                  </a:lnTo>
                  <a:lnTo>
                    <a:pt x="104145" y="21498"/>
                  </a:lnTo>
                  <a:lnTo>
                    <a:pt x="104145" y="21498"/>
                  </a:lnTo>
                  <a:lnTo>
                    <a:pt x="106533" y="22931"/>
                  </a:lnTo>
                  <a:lnTo>
                    <a:pt x="108922" y="23886"/>
                  </a:lnTo>
                  <a:lnTo>
                    <a:pt x="110355" y="23886"/>
                  </a:lnTo>
                  <a:lnTo>
                    <a:pt x="109878" y="25320"/>
                  </a:lnTo>
                  <a:lnTo>
                    <a:pt x="109878" y="28186"/>
                  </a:lnTo>
                  <a:lnTo>
                    <a:pt x="108922" y="31052"/>
                  </a:lnTo>
                  <a:lnTo>
                    <a:pt x="107967" y="33441"/>
                  </a:lnTo>
                  <a:lnTo>
                    <a:pt x="107489" y="34397"/>
                  </a:lnTo>
                  <a:lnTo>
                    <a:pt x="108444" y="35352"/>
                  </a:lnTo>
                  <a:lnTo>
                    <a:pt x="111789" y="35830"/>
                  </a:lnTo>
                  <a:lnTo>
                    <a:pt x="113699" y="3583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3" name="Freeform 1772">
              <a:extLst>
                <a:ext uri="{FF2B5EF4-FFF2-40B4-BE49-F238E27FC236}">
                  <a16:creationId xmlns:a16="http://schemas.microsoft.com/office/drawing/2014/main" id="{0A29A7A5-8032-63EF-F757-0F4B9DC1FEC1}"/>
                </a:ext>
              </a:extLst>
            </p:cNvPr>
            <p:cNvSpPr/>
            <p:nvPr/>
          </p:nvSpPr>
          <p:spPr>
            <a:xfrm>
              <a:off x="6411778" y="5188261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0 w 1433"/>
                <a:gd name="csY1" fmla="*/ 1433 h 1433"/>
                <a:gd name="csX2" fmla="*/ 0 w 1433"/>
                <a:gd name="csY2" fmla="*/ 1433 h 1433"/>
                <a:gd name="csX3" fmla="*/ 1433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4" name="Freeform 1773">
              <a:extLst>
                <a:ext uri="{FF2B5EF4-FFF2-40B4-BE49-F238E27FC236}">
                  <a16:creationId xmlns:a16="http://schemas.microsoft.com/office/drawing/2014/main" id="{D443D087-18B8-F032-AF8F-123EC95F0506}"/>
                </a:ext>
              </a:extLst>
            </p:cNvPr>
            <p:cNvSpPr/>
            <p:nvPr/>
          </p:nvSpPr>
          <p:spPr>
            <a:xfrm>
              <a:off x="6280402" y="3902214"/>
              <a:ext cx="131375" cy="123731"/>
            </a:xfrm>
            <a:custGeom>
              <a:avLst/>
              <a:gdLst>
                <a:gd name="csX0" fmla="*/ 130898 w 131375"/>
                <a:gd name="csY0" fmla="*/ 5255 h 123731"/>
                <a:gd name="csX1" fmla="*/ 131376 w 131375"/>
                <a:gd name="csY1" fmla="*/ 8121 h 123731"/>
                <a:gd name="csX2" fmla="*/ 130898 w 131375"/>
                <a:gd name="csY2" fmla="*/ 9077 h 123731"/>
                <a:gd name="csX3" fmla="*/ 130898 w 131375"/>
                <a:gd name="csY3" fmla="*/ 9077 h 123731"/>
                <a:gd name="csX4" fmla="*/ 129465 w 131375"/>
                <a:gd name="csY4" fmla="*/ 9555 h 123731"/>
                <a:gd name="csX5" fmla="*/ 125643 w 131375"/>
                <a:gd name="csY5" fmla="*/ 11943 h 123731"/>
                <a:gd name="csX6" fmla="*/ 125643 w 131375"/>
                <a:gd name="csY6" fmla="*/ 14332 h 123731"/>
                <a:gd name="csX7" fmla="*/ 125643 w 131375"/>
                <a:gd name="csY7" fmla="*/ 15287 h 123731"/>
                <a:gd name="csX8" fmla="*/ 125643 w 131375"/>
                <a:gd name="csY8" fmla="*/ 16243 h 123731"/>
                <a:gd name="csX9" fmla="*/ 126121 w 131375"/>
                <a:gd name="csY9" fmla="*/ 16721 h 123731"/>
                <a:gd name="csX10" fmla="*/ 126121 w 131375"/>
                <a:gd name="csY10" fmla="*/ 17676 h 123731"/>
                <a:gd name="csX11" fmla="*/ 125643 w 131375"/>
                <a:gd name="csY11" fmla="*/ 18631 h 123731"/>
                <a:gd name="csX12" fmla="*/ 123732 w 131375"/>
                <a:gd name="csY12" fmla="*/ 20542 h 123731"/>
                <a:gd name="csX13" fmla="*/ 122299 w 131375"/>
                <a:gd name="csY13" fmla="*/ 21975 h 123731"/>
                <a:gd name="csX14" fmla="*/ 121343 w 131375"/>
                <a:gd name="csY14" fmla="*/ 23886 h 123731"/>
                <a:gd name="csX15" fmla="*/ 120388 w 131375"/>
                <a:gd name="csY15" fmla="*/ 23886 h 123731"/>
                <a:gd name="csX16" fmla="*/ 119910 w 131375"/>
                <a:gd name="csY16" fmla="*/ 24364 h 123731"/>
                <a:gd name="csX17" fmla="*/ 118955 w 131375"/>
                <a:gd name="csY17" fmla="*/ 23409 h 123731"/>
                <a:gd name="csX18" fmla="*/ 116088 w 131375"/>
                <a:gd name="csY18" fmla="*/ 21498 h 123731"/>
                <a:gd name="csX19" fmla="*/ 108923 w 131375"/>
                <a:gd name="csY19" fmla="*/ 20542 h 123731"/>
                <a:gd name="csX20" fmla="*/ 105578 w 131375"/>
                <a:gd name="csY20" fmla="*/ 19109 h 123731"/>
                <a:gd name="csX21" fmla="*/ 104145 w 131375"/>
                <a:gd name="csY21" fmla="*/ 19587 h 123731"/>
                <a:gd name="csX22" fmla="*/ 101279 w 131375"/>
                <a:gd name="csY22" fmla="*/ 18154 h 123731"/>
                <a:gd name="csX23" fmla="*/ 99368 w 131375"/>
                <a:gd name="csY23" fmla="*/ 18631 h 123731"/>
                <a:gd name="csX24" fmla="*/ 95068 w 131375"/>
                <a:gd name="csY24" fmla="*/ 21020 h 123731"/>
                <a:gd name="csX25" fmla="*/ 92680 w 131375"/>
                <a:gd name="csY25" fmla="*/ 21020 h 123731"/>
                <a:gd name="csX26" fmla="*/ 90291 w 131375"/>
                <a:gd name="csY26" fmla="*/ 19587 h 123731"/>
                <a:gd name="csX27" fmla="*/ 88858 w 131375"/>
                <a:gd name="csY27" fmla="*/ 19109 h 123731"/>
                <a:gd name="csX28" fmla="*/ 86947 w 131375"/>
                <a:gd name="csY28" fmla="*/ 20065 h 123731"/>
                <a:gd name="csX29" fmla="*/ 84081 w 131375"/>
                <a:gd name="csY29" fmla="*/ 22931 h 123731"/>
                <a:gd name="csX30" fmla="*/ 80736 w 131375"/>
                <a:gd name="csY30" fmla="*/ 24364 h 123731"/>
                <a:gd name="csX31" fmla="*/ 78348 w 131375"/>
                <a:gd name="csY31" fmla="*/ 23886 h 123731"/>
                <a:gd name="csX32" fmla="*/ 74526 w 131375"/>
                <a:gd name="csY32" fmla="*/ 23886 h 123731"/>
                <a:gd name="csX33" fmla="*/ 74048 w 131375"/>
                <a:gd name="csY33" fmla="*/ 25320 h 123731"/>
                <a:gd name="csX34" fmla="*/ 75004 w 131375"/>
                <a:gd name="csY34" fmla="*/ 26753 h 123731"/>
                <a:gd name="csX35" fmla="*/ 76915 w 131375"/>
                <a:gd name="csY35" fmla="*/ 28664 h 123731"/>
                <a:gd name="csX36" fmla="*/ 75959 w 131375"/>
                <a:gd name="csY36" fmla="*/ 30097 h 123731"/>
                <a:gd name="csX37" fmla="*/ 76437 w 131375"/>
                <a:gd name="csY37" fmla="*/ 31530 h 123731"/>
                <a:gd name="csX38" fmla="*/ 77870 w 131375"/>
                <a:gd name="csY38" fmla="*/ 32008 h 123731"/>
                <a:gd name="csX39" fmla="*/ 79781 w 131375"/>
                <a:gd name="csY39" fmla="*/ 32008 h 123731"/>
                <a:gd name="csX40" fmla="*/ 83603 w 131375"/>
                <a:gd name="csY40" fmla="*/ 33919 h 123731"/>
                <a:gd name="csX41" fmla="*/ 85036 w 131375"/>
                <a:gd name="csY41" fmla="*/ 35830 h 123731"/>
                <a:gd name="csX42" fmla="*/ 85991 w 131375"/>
                <a:gd name="csY42" fmla="*/ 38218 h 123731"/>
                <a:gd name="csX43" fmla="*/ 84081 w 131375"/>
                <a:gd name="csY43" fmla="*/ 36307 h 123731"/>
                <a:gd name="csX44" fmla="*/ 82647 w 131375"/>
                <a:gd name="csY44" fmla="*/ 34874 h 123731"/>
                <a:gd name="csX45" fmla="*/ 80259 w 131375"/>
                <a:gd name="csY45" fmla="*/ 34397 h 123731"/>
                <a:gd name="csX46" fmla="*/ 77392 w 131375"/>
                <a:gd name="csY46" fmla="*/ 32963 h 123731"/>
                <a:gd name="csX47" fmla="*/ 75959 w 131375"/>
                <a:gd name="csY47" fmla="*/ 32963 h 123731"/>
                <a:gd name="csX48" fmla="*/ 74048 w 131375"/>
                <a:gd name="csY48" fmla="*/ 33919 h 123731"/>
                <a:gd name="csX49" fmla="*/ 73570 w 131375"/>
                <a:gd name="csY49" fmla="*/ 34874 h 123731"/>
                <a:gd name="csX50" fmla="*/ 75959 w 131375"/>
                <a:gd name="csY50" fmla="*/ 36785 h 123731"/>
                <a:gd name="csX51" fmla="*/ 77870 w 131375"/>
                <a:gd name="csY51" fmla="*/ 38218 h 123731"/>
                <a:gd name="csX52" fmla="*/ 78825 w 131375"/>
                <a:gd name="csY52" fmla="*/ 39174 h 123731"/>
                <a:gd name="csX53" fmla="*/ 79303 w 131375"/>
                <a:gd name="csY53" fmla="*/ 41085 h 123731"/>
                <a:gd name="csX54" fmla="*/ 78825 w 131375"/>
                <a:gd name="csY54" fmla="*/ 41563 h 123731"/>
                <a:gd name="csX55" fmla="*/ 78348 w 131375"/>
                <a:gd name="csY55" fmla="*/ 42518 h 123731"/>
                <a:gd name="csX56" fmla="*/ 75959 w 131375"/>
                <a:gd name="csY56" fmla="*/ 41085 h 123731"/>
                <a:gd name="csX57" fmla="*/ 72615 w 131375"/>
                <a:gd name="csY57" fmla="*/ 36307 h 123731"/>
                <a:gd name="csX58" fmla="*/ 67838 w 131375"/>
                <a:gd name="csY58" fmla="*/ 35352 h 123731"/>
                <a:gd name="csX59" fmla="*/ 67360 w 131375"/>
                <a:gd name="csY59" fmla="*/ 36307 h 123731"/>
                <a:gd name="csX60" fmla="*/ 67838 w 131375"/>
                <a:gd name="csY60" fmla="*/ 38696 h 123731"/>
                <a:gd name="csX61" fmla="*/ 68793 w 131375"/>
                <a:gd name="csY61" fmla="*/ 40129 h 123731"/>
                <a:gd name="csX62" fmla="*/ 72615 w 131375"/>
                <a:gd name="csY62" fmla="*/ 42518 h 123731"/>
                <a:gd name="csX63" fmla="*/ 72615 w 131375"/>
                <a:gd name="csY63" fmla="*/ 42996 h 123731"/>
                <a:gd name="csX64" fmla="*/ 72137 w 131375"/>
                <a:gd name="csY64" fmla="*/ 43473 h 123731"/>
                <a:gd name="csX65" fmla="*/ 67360 w 131375"/>
                <a:gd name="csY65" fmla="*/ 42040 h 123731"/>
                <a:gd name="csX66" fmla="*/ 65927 w 131375"/>
                <a:gd name="csY66" fmla="*/ 39651 h 123731"/>
                <a:gd name="csX67" fmla="*/ 65449 w 131375"/>
                <a:gd name="csY67" fmla="*/ 36307 h 123731"/>
                <a:gd name="csX68" fmla="*/ 61627 w 131375"/>
                <a:gd name="csY68" fmla="*/ 34397 h 123731"/>
                <a:gd name="csX69" fmla="*/ 57328 w 131375"/>
                <a:gd name="csY69" fmla="*/ 32008 h 123731"/>
                <a:gd name="csX70" fmla="*/ 56372 w 131375"/>
                <a:gd name="csY70" fmla="*/ 30097 h 123731"/>
                <a:gd name="csX71" fmla="*/ 57328 w 131375"/>
                <a:gd name="csY71" fmla="*/ 29141 h 123731"/>
                <a:gd name="csX72" fmla="*/ 57805 w 131375"/>
                <a:gd name="csY72" fmla="*/ 27708 h 123731"/>
                <a:gd name="csX73" fmla="*/ 55894 w 131375"/>
                <a:gd name="csY73" fmla="*/ 27708 h 123731"/>
                <a:gd name="csX74" fmla="*/ 54461 w 131375"/>
                <a:gd name="csY74" fmla="*/ 28664 h 123731"/>
                <a:gd name="csX75" fmla="*/ 52073 w 131375"/>
                <a:gd name="csY75" fmla="*/ 30097 h 123731"/>
                <a:gd name="csX76" fmla="*/ 52073 w 131375"/>
                <a:gd name="csY76" fmla="*/ 31530 h 123731"/>
                <a:gd name="csX77" fmla="*/ 52550 w 131375"/>
                <a:gd name="csY77" fmla="*/ 32963 h 123731"/>
                <a:gd name="csX78" fmla="*/ 51595 w 131375"/>
                <a:gd name="csY78" fmla="*/ 34874 h 123731"/>
                <a:gd name="csX79" fmla="*/ 51117 w 131375"/>
                <a:gd name="csY79" fmla="*/ 38696 h 123731"/>
                <a:gd name="csX80" fmla="*/ 51595 w 131375"/>
                <a:gd name="csY80" fmla="*/ 40607 h 123731"/>
                <a:gd name="csX81" fmla="*/ 56372 w 131375"/>
                <a:gd name="csY81" fmla="*/ 46340 h 123731"/>
                <a:gd name="csX82" fmla="*/ 57805 w 131375"/>
                <a:gd name="csY82" fmla="*/ 50162 h 123731"/>
                <a:gd name="csX83" fmla="*/ 59239 w 131375"/>
                <a:gd name="csY83" fmla="*/ 52072 h 123731"/>
                <a:gd name="csX84" fmla="*/ 61627 w 131375"/>
                <a:gd name="csY84" fmla="*/ 53506 h 123731"/>
                <a:gd name="csX85" fmla="*/ 64016 w 131375"/>
                <a:gd name="csY85" fmla="*/ 56850 h 123731"/>
                <a:gd name="csX86" fmla="*/ 64971 w 131375"/>
                <a:gd name="csY86" fmla="*/ 58283 h 123731"/>
                <a:gd name="csX87" fmla="*/ 65927 w 131375"/>
                <a:gd name="csY87" fmla="*/ 61149 h 123731"/>
                <a:gd name="csX88" fmla="*/ 64016 w 131375"/>
                <a:gd name="csY88" fmla="*/ 62582 h 123731"/>
                <a:gd name="csX89" fmla="*/ 62583 w 131375"/>
                <a:gd name="csY89" fmla="*/ 62582 h 123731"/>
                <a:gd name="csX90" fmla="*/ 61627 w 131375"/>
                <a:gd name="csY90" fmla="*/ 62105 h 123731"/>
                <a:gd name="csX91" fmla="*/ 62583 w 131375"/>
                <a:gd name="csY91" fmla="*/ 60194 h 123731"/>
                <a:gd name="csX92" fmla="*/ 62583 w 131375"/>
                <a:gd name="csY92" fmla="*/ 59238 h 123731"/>
                <a:gd name="csX93" fmla="*/ 59239 w 131375"/>
                <a:gd name="csY93" fmla="*/ 57328 h 123731"/>
                <a:gd name="csX94" fmla="*/ 57805 w 131375"/>
                <a:gd name="csY94" fmla="*/ 57805 h 123731"/>
                <a:gd name="csX95" fmla="*/ 56372 w 131375"/>
                <a:gd name="csY95" fmla="*/ 59238 h 123731"/>
                <a:gd name="csX96" fmla="*/ 57328 w 131375"/>
                <a:gd name="csY96" fmla="*/ 61149 h 123731"/>
                <a:gd name="csX97" fmla="*/ 58283 w 131375"/>
                <a:gd name="csY97" fmla="*/ 62582 h 123731"/>
                <a:gd name="csX98" fmla="*/ 58761 w 131375"/>
                <a:gd name="csY98" fmla="*/ 64493 h 123731"/>
                <a:gd name="csX99" fmla="*/ 60672 w 131375"/>
                <a:gd name="csY99" fmla="*/ 64016 h 123731"/>
                <a:gd name="csX100" fmla="*/ 58283 w 131375"/>
                <a:gd name="csY100" fmla="*/ 66404 h 123731"/>
                <a:gd name="csX101" fmla="*/ 55417 w 131375"/>
                <a:gd name="csY101" fmla="*/ 67360 h 123731"/>
                <a:gd name="csX102" fmla="*/ 53028 w 131375"/>
                <a:gd name="csY102" fmla="*/ 67360 h 123731"/>
                <a:gd name="csX103" fmla="*/ 51595 w 131375"/>
                <a:gd name="csY103" fmla="*/ 67838 h 123731"/>
                <a:gd name="csX104" fmla="*/ 51117 w 131375"/>
                <a:gd name="csY104" fmla="*/ 68315 h 123731"/>
                <a:gd name="csX105" fmla="*/ 52073 w 131375"/>
                <a:gd name="csY105" fmla="*/ 68793 h 123731"/>
                <a:gd name="csX106" fmla="*/ 53506 w 131375"/>
                <a:gd name="csY106" fmla="*/ 68793 h 123731"/>
                <a:gd name="csX107" fmla="*/ 54939 w 131375"/>
                <a:gd name="csY107" fmla="*/ 69748 h 123731"/>
                <a:gd name="csX108" fmla="*/ 59716 w 131375"/>
                <a:gd name="csY108" fmla="*/ 71182 h 123731"/>
                <a:gd name="csX109" fmla="*/ 62105 w 131375"/>
                <a:gd name="csY109" fmla="*/ 72615 h 123731"/>
                <a:gd name="csX110" fmla="*/ 64493 w 131375"/>
                <a:gd name="csY110" fmla="*/ 73093 h 123731"/>
                <a:gd name="csX111" fmla="*/ 66882 w 131375"/>
                <a:gd name="csY111" fmla="*/ 75959 h 123731"/>
                <a:gd name="csX112" fmla="*/ 70704 w 131375"/>
                <a:gd name="csY112" fmla="*/ 76914 h 123731"/>
                <a:gd name="csX113" fmla="*/ 73093 w 131375"/>
                <a:gd name="csY113" fmla="*/ 80258 h 123731"/>
                <a:gd name="csX114" fmla="*/ 75959 w 131375"/>
                <a:gd name="csY114" fmla="*/ 80736 h 123731"/>
                <a:gd name="csX115" fmla="*/ 78825 w 131375"/>
                <a:gd name="csY115" fmla="*/ 81692 h 123731"/>
                <a:gd name="csX116" fmla="*/ 79303 w 131375"/>
                <a:gd name="csY116" fmla="*/ 83125 h 123731"/>
                <a:gd name="csX117" fmla="*/ 79781 w 131375"/>
                <a:gd name="csY117" fmla="*/ 85036 h 123731"/>
                <a:gd name="csX118" fmla="*/ 79781 w 131375"/>
                <a:gd name="csY118" fmla="*/ 89335 h 123731"/>
                <a:gd name="csX119" fmla="*/ 80736 w 131375"/>
                <a:gd name="csY119" fmla="*/ 92202 h 123731"/>
                <a:gd name="csX120" fmla="*/ 80736 w 131375"/>
                <a:gd name="csY120" fmla="*/ 93635 h 123731"/>
                <a:gd name="csX121" fmla="*/ 80259 w 131375"/>
                <a:gd name="csY121" fmla="*/ 95068 h 123731"/>
                <a:gd name="csX122" fmla="*/ 79781 w 131375"/>
                <a:gd name="csY122" fmla="*/ 95546 h 123731"/>
                <a:gd name="csX123" fmla="*/ 78825 w 131375"/>
                <a:gd name="csY123" fmla="*/ 95546 h 123731"/>
                <a:gd name="csX124" fmla="*/ 76915 w 131375"/>
                <a:gd name="csY124" fmla="*/ 93157 h 123731"/>
                <a:gd name="csX125" fmla="*/ 74048 w 131375"/>
                <a:gd name="csY125" fmla="*/ 90769 h 123731"/>
                <a:gd name="csX126" fmla="*/ 71182 w 131375"/>
                <a:gd name="csY126" fmla="*/ 87902 h 123731"/>
                <a:gd name="csX127" fmla="*/ 70226 w 131375"/>
                <a:gd name="csY127" fmla="*/ 87424 h 123731"/>
                <a:gd name="csX128" fmla="*/ 69271 w 131375"/>
                <a:gd name="csY128" fmla="*/ 87424 h 123731"/>
                <a:gd name="csX129" fmla="*/ 67838 w 131375"/>
                <a:gd name="csY129" fmla="*/ 88380 h 123731"/>
                <a:gd name="csX130" fmla="*/ 63538 w 131375"/>
                <a:gd name="csY130" fmla="*/ 89335 h 123731"/>
                <a:gd name="csX131" fmla="*/ 61150 w 131375"/>
                <a:gd name="csY131" fmla="*/ 90291 h 123731"/>
                <a:gd name="csX132" fmla="*/ 60194 w 131375"/>
                <a:gd name="csY132" fmla="*/ 90291 h 123731"/>
                <a:gd name="csX133" fmla="*/ 60194 w 131375"/>
                <a:gd name="csY133" fmla="*/ 91246 h 123731"/>
                <a:gd name="csX134" fmla="*/ 61150 w 131375"/>
                <a:gd name="csY134" fmla="*/ 91724 h 123731"/>
                <a:gd name="csX135" fmla="*/ 62583 w 131375"/>
                <a:gd name="csY135" fmla="*/ 93157 h 123731"/>
                <a:gd name="csX136" fmla="*/ 62583 w 131375"/>
                <a:gd name="csY136" fmla="*/ 94590 h 123731"/>
                <a:gd name="csX137" fmla="*/ 63538 w 131375"/>
                <a:gd name="csY137" fmla="*/ 96979 h 123731"/>
                <a:gd name="csX138" fmla="*/ 64493 w 131375"/>
                <a:gd name="csY138" fmla="*/ 97457 h 123731"/>
                <a:gd name="csX139" fmla="*/ 66405 w 131375"/>
                <a:gd name="csY139" fmla="*/ 97457 h 123731"/>
                <a:gd name="csX140" fmla="*/ 67360 w 131375"/>
                <a:gd name="csY140" fmla="*/ 97935 h 123731"/>
                <a:gd name="csX141" fmla="*/ 67838 w 131375"/>
                <a:gd name="csY141" fmla="*/ 98890 h 123731"/>
                <a:gd name="csX142" fmla="*/ 68793 w 131375"/>
                <a:gd name="csY142" fmla="*/ 99845 h 123731"/>
                <a:gd name="csX143" fmla="*/ 69271 w 131375"/>
                <a:gd name="csY143" fmla="*/ 100323 h 123731"/>
                <a:gd name="csX144" fmla="*/ 69271 w 131375"/>
                <a:gd name="csY144" fmla="*/ 101279 h 123731"/>
                <a:gd name="csX145" fmla="*/ 64493 w 131375"/>
                <a:gd name="csY145" fmla="*/ 102712 h 123731"/>
                <a:gd name="csX146" fmla="*/ 63538 w 131375"/>
                <a:gd name="csY146" fmla="*/ 103189 h 123731"/>
                <a:gd name="csX147" fmla="*/ 62583 w 131375"/>
                <a:gd name="csY147" fmla="*/ 103667 h 123731"/>
                <a:gd name="csX148" fmla="*/ 61627 w 131375"/>
                <a:gd name="csY148" fmla="*/ 102712 h 123731"/>
                <a:gd name="csX149" fmla="*/ 61627 w 131375"/>
                <a:gd name="csY149" fmla="*/ 101279 h 123731"/>
                <a:gd name="csX150" fmla="*/ 59716 w 131375"/>
                <a:gd name="csY150" fmla="*/ 100323 h 123731"/>
                <a:gd name="csX151" fmla="*/ 58283 w 131375"/>
                <a:gd name="csY151" fmla="*/ 99368 h 123731"/>
                <a:gd name="csX152" fmla="*/ 56372 w 131375"/>
                <a:gd name="csY152" fmla="*/ 98890 h 123731"/>
                <a:gd name="csX153" fmla="*/ 54939 w 131375"/>
                <a:gd name="csY153" fmla="*/ 97935 h 123731"/>
                <a:gd name="csX154" fmla="*/ 53984 w 131375"/>
                <a:gd name="csY154" fmla="*/ 98890 h 123731"/>
                <a:gd name="csX155" fmla="*/ 54939 w 131375"/>
                <a:gd name="csY155" fmla="*/ 102234 h 123731"/>
                <a:gd name="csX156" fmla="*/ 56372 w 131375"/>
                <a:gd name="csY156" fmla="*/ 104623 h 123731"/>
                <a:gd name="csX157" fmla="*/ 59239 w 131375"/>
                <a:gd name="csY157" fmla="*/ 110833 h 123731"/>
                <a:gd name="csX158" fmla="*/ 60672 w 131375"/>
                <a:gd name="csY158" fmla="*/ 114177 h 123731"/>
                <a:gd name="csX159" fmla="*/ 61150 w 131375"/>
                <a:gd name="csY159" fmla="*/ 116088 h 123731"/>
                <a:gd name="csX160" fmla="*/ 60194 w 131375"/>
                <a:gd name="csY160" fmla="*/ 118954 h 123731"/>
                <a:gd name="csX161" fmla="*/ 61627 w 131375"/>
                <a:gd name="csY161" fmla="*/ 121343 h 123731"/>
                <a:gd name="csX162" fmla="*/ 62583 w 131375"/>
                <a:gd name="csY162" fmla="*/ 123732 h 123731"/>
                <a:gd name="csX163" fmla="*/ 61627 w 131375"/>
                <a:gd name="csY163" fmla="*/ 123254 h 123731"/>
                <a:gd name="csX164" fmla="*/ 60672 w 131375"/>
                <a:gd name="csY164" fmla="*/ 122777 h 123731"/>
                <a:gd name="csX165" fmla="*/ 59239 w 131375"/>
                <a:gd name="csY165" fmla="*/ 121821 h 123731"/>
                <a:gd name="csX166" fmla="*/ 56372 w 131375"/>
                <a:gd name="csY166" fmla="*/ 117999 h 123731"/>
                <a:gd name="csX167" fmla="*/ 54939 w 131375"/>
                <a:gd name="csY167" fmla="*/ 116088 h 123731"/>
                <a:gd name="csX168" fmla="*/ 53984 w 131375"/>
                <a:gd name="csY168" fmla="*/ 115611 h 123731"/>
                <a:gd name="csX169" fmla="*/ 51595 w 131375"/>
                <a:gd name="csY169" fmla="*/ 116088 h 123731"/>
                <a:gd name="csX170" fmla="*/ 49206 w 131375"/>
                <a:gd name="csY170" fmla="*/ 120865 h 123731"/>
                <a:gd name="csX171" fmla="*/ 49206 w 131375"/>
                <a:gd name="csY171" fmla="*/ 123732 h 123731"/>
                <a:gd name="csX172" fmla="*/ 48251 w 131375"/>
                <a:gd name="csY172" fmla="*/ 122777 h 123731"/>
                <a:gd name="csX173" fmla="*/ 47295 w 131375"/>
                <a:gd name="csY173" fmla="*/ 121821 h 123731"/>
                <a:gd name="csX174" fmla="*/ 47295 w 131375"/>
                <a:gd name="csY174" fmla="*/ 118954 h 123731"/>
                <a:gd name="csX175" fmla="*/ 47295 w 131375"/>
                <a:gd name="csY175" fmla="*/ 117999 h 123731"/>
                <a:gd name="csX176" fmla="*/ 44429 w 131375"/>
                <a:gd name="csY176" fmla="*/ 113700 h 123731"/>
                <a:gd name="csX177" fmla="*/ 42996 w 131375"/>
                <a:gd name="csY177" fmla="*/ 113222 h 123731"/>
                <a:gd name="csX178" fmla="*/ 42518 w 131375"/>
                <a:gd name="csY178" fmla="*/ 111789 h 123731"/>
                <a:gd name="csX179" fmla="*/ 41085 w 131375"/>
                <a:gd name="csY179" fmla="*/ 110355 h 123731"/>
                <a:gd name="csX180" fmla="*/ 40129 w 131375"/>
                <a:gd name="csY180" fmla="*/ 110833 h 123731"/>
                <a:gd name="csX181" fmla="*/ 38696 w 131375"/>
                <a:gd name="csY181" fmla="*/ 111311 h 123731"/>
                <a:gd name="csX182" fmla="*/ 38696 w 131375"/>
                <a:gd name="csY182" fmla="*/ 113700 h 123731"/>
                <a:gd name="csX183" fmla="*/ 38218 w 131375"/>
                <a:gd name="csY183" fmla="*/ 115611 h 123731"/>
                <a:gd name="csX184" fmla="*/ 37741 w 131375"/>
                <a:gd name="csY184" fmla="*/ 117044 h 123731"/>
                <a:gd name="csX185" fmla="*/ 34397 w 131375"/>
                <a:gd name="csY185" fmla="*/ 114177 h 123731"/>
                <a:gd name="csX186" fmla="*/ 31530 w 131375"/>
                <a:gd name="csY186" fmla="*/ 109400 h 123731"/>
                <a:gd name="csX187" fmla="*/ 31530 w 131375"/>
                <a:gd name="csY187" fmla="*/ 106534 h 123731"/>
                <a:gd name="csX188" fmla="*/ 33441 w 131375"/>
                <a:gd name="csY188" fmla="*/ 104145 h 123731"/>
                <a:gd name="csX189" fmla="*/ 33441 w 131375"/>
                <a:gd name="csY189" fmla="*/ 102234 h 123731"/>
                <a:gd name="csX190" fmla="*/ 31052 w 131375"/>
                <a:gd name="csY190" fmla="*/ 98890 h 123731"/>
                <a:gd name="csX191" fmla="*/ 28186 w 131375"/>
                <a:gd name="csY191" fmla="*/ 96501 h 123731"/>
                <a:gd name="csX192" fmla="*/ 26275 w 131375"/>
                <a:gd name="csY192" fmla="*/ 96024 h 123731"/>
                <a:gd name="csX193" fmla="*/ 25320 w 131375"/>
                <a:gd name="csY193" fmla="*/ 93635 h 123731"/>
                <a:gd name="csX194" fmla="*/ 23886 w 131375"/>
                <a:gd name="csY194" fmla="*/ 92202 h 123731"/>
                <a:gd name="csX195" fmla="*/ 22453 w 131375"/>
                <a:gd name="csY195" fmla="*/ 91724 h 123731"/>
                <a:gd name="csX196" fmla="*/ 22453 w 131375"/>
                <a:gd name="csY196" fmla="*/ 90769 h 123731"/>
                <a:gd name="csX197" fmla="*/ 22931 w 131375"/>
                <a:gd name="csY197" fmla="*/ 90291 h 123731"/>
                <a:gd name="csX198" fmla="*/ 25798 w 131375"/>
                <a:gd name="csY198" fmla="*/ 87424 h 123731"/>
                <a:gd name="csX199" fmla="*/ 27709 w 131375"/>
                <a:gd name="csY199" fmla="*/ 83603 h 123731"/>
                <a:gd name="csX200" fmla="*/ 28664 w 131375"/>
                <a:gd name="csY200" fmla="*/ 83603 h 123731"/>
                <a:gd name="csX201" fmla="*/ 30575 w 131375"/>
                <a:gd name="csY201" fmla="*/ 84558 h 123731"/>
                <a:gd name="csX202" fmla="*/ 32963 w 131375"/>
                <a:gd name="csY202" fmla="*/ 84080 h 123731"/>
                <a:gd name="csX203" fmla="*/ 34874 w 131375"/>
                <a:gd name="csY203" fmla="*/ 81692 h 123731"/>
                <a:gd name="csX204" fmla="*/ 36308 w 131375"/>
                <a:gd name="csY204" fmla="*/ 80736 h 123731"/>
                <a:gd name="csX205" fmla="*/ 38696 w 131375"/>
                <a:gd name="csY205" fmla="*/ 80736 h 123731"/>
                <a:gd name="csX206" fmla="*/ 44429 w 131375"/>
                <a:gd name="csY206" fmla="*/ 84080 h 123731"/>
                <a:gd name="csX207" fmla="*/ 50639 w 131375"/>
                <a:gd name="csY207" fmla="*/ 85513 h 123731"/>
                <a:gd name="csX208" fmla="*/ 53984 w 131375"/>
                <a:gd name="csY208" fmla="*/ 86947 h 123731"/>
                <a:gd name="csX209" fmla="*/ 55417 w 131375"/>
                <a:gd name="csY209" fmla="*/ 88858 h 123731"/>
                <a:gd name="csX210" fmla="*/ 56372 w 131375"/>
                <a:gd name="csY210" fmla="*/ 88858 h 123731"/>
                <a:gd name="csX211" fmla="*/ 57805 w 131375"/>
                <a:gd name="csY211" fmla="*/ 89335 h 123731"/>
                <a:gd name="csX212" fmla="*/ 57805 w 131375"/>
                <a:gd name="csY212" fmla="*/ 87902 h 123731"/>
                <a:gd name="csX213" fmla="*/ 57328 w 131375"/>
                <a:gd name="csY213" fmla="*/ 86947 h 123731"/>
                <a:gd name="csX214" fmla="*/ 58761 w 131375"/>
                <a:gd name="csY214" fmla="*/ 86469 h 123731"/>
                <a:gd name="csX215" fmla="*/ 62105 w 131375"/>
                <a:gd name="csY215" fmla="*/ 86469 h 123731"/>
                <a:gd name="csX216" fmla="*/ 62583 w 131375"/>
                <a:gd name="csY216" fmla="*/ 85991 h 123731"/>
                <a:gd name="csX217" fmla="*/ 63060 w 131375"/>
                <a:gd name="csY217" fmla="*/ 85036 h 123731"/>
                <a:gd name="csX218" fmla="*/ 62583 w 131375"/>
                <a:gd name="csY218" fmla="*/ 84080 h 123731"/>
                <a:gd name="csX219" fmla="*/ 61150 w 131375"/>
                <a:gd name="csY219" fmla="*/ 83603 h 123731"/>
                <a:gd name="csX220" fmla="*/ 60194 w 131375"/>
                <a:gd name="csY220" fmla="*/ 83603 h 123731"/>
                <a:gd name="csX221" fmla="*/ 59239 w 131375"/>
                <a:gd name="csY221" fmla="*/ 83125 h 123731"/>
                <a:gd name="csX222" fmla="*/ 58283 w 131375"/>
                <a:gd name="csY222" fmla="*/ 83603 h 123731"/>
                <a:gd name="csX223" fmla="*/ 56372 w 131375"/>
                <a:gd name="csY223" fmla="*/ 82647 h 123731"/>
                <a:gd name="csX224" fmla="*/ 55417 w 131375"/>
                <a:gd name="csY224" fmla="*/ 82170 h 123731"/>
                <a:gd name="csX225" fmla="*/ 54461 w 131375"/>
                <a:gd name="csY225" fmla="*/ 81692 h 123731"/>
                <a:gd name="csX226" fmla="*/ 51117 w 131375"/>
                <a:gd name="csY226" fmla="*/ 80258 h 123731"/>
                <a:gd name="csX227" fmla="*/ 48251 w 131375"/>
                <a:gd name="csY227" fmla="*/ 78347 h 123731"/>
                <a:gd name="csX228" fmla="*/ 47295 w 131375"/>
                <a:gd name="csY228" fmla="*/ 79303 h 123731"/>
                <a:gd name="csX229" fmla="*/ 45862 w 131375"/>
                <a:gd name="csY229" fmla="*/ 79781 h 123731"/>
                <a:gd name="csX230" fmla="*/ 43951 w 131375"/>
                <a:gd name="csY230" fmla="*/ 80258 h 123731"/>
                <a:gd name="csX231" fmla="*/ 39174 w 131375"/>
                <a:gd name="csY231" fmla="*/ 78825 h 123731"/>
                <a:gd name="csX232" fmla="*/ 35830 w 131375"/>
                <a:gd name="csY232" fmla="*/ 79781 h 123731"/>
                <a:gd name="csX233" fmla="*/ 33919 w 131375"/>
                <a:gd name="csY233" fmla="*/ 80258 h 123731"/>
                <a:gd name="csX234" fmla="*/ 32963 w 131375"/>
                <a:gd name="csY234" fmla="*/ 80258 h 123731"/>
                <a:gd name="csX235" fmla="*/ 31052 w 131375"/>
                <a:gd name="csY235" fmla="*/ 80736 h 123731"/>
                <a:gd name="csX236" fmla="*/ 29142 w 131375"/>
                <a:gd name="csY236" fmla="*/ 80736 h 123731"/>
                <a:gd name="csX237" fmla="*/ 27709 w 131375"/>
                <a:gd name="csY237" fmla="*/ 78825 h 123731"/>
                <a:gd name="csX238" fmla="*/ 26753 w 131375"/>
                <a:gd name="csY238" fmla="*/ 77392 h 123731"/>
                <a:gd name="csX239" fmla="*/ 26275 w 131375"/>
                <a:gd name="csY239" fmla="*/ 76914 h 123731"/>
                <a:gd name="csX240" fmla="*/ 26275 w 131375"/>
                <a:gd name="csY240" fmla="*/ 78347 h 123731"/>
                <a:gd name="csX241" fmla="*/ 25798 w 131375"/>
                <a:gd name="csY241" fmla="*/ 79781 h 123731"/>
                <a:gd name="csX242" fmla="*/ 23409 w 131375"/>
                <a:gd name="csY242" fmla="*/ 80258 h 123731"/>
                <a:gd name="csX243" fmla="*/ 21976 w 131375"/>
                <a:gd name="csY243" fmla="*/ 79303 h 123731"/>
                <a:gd name="csX244" fmla="*/ 21020 w 131375"/>
                <a:gd name="csY244" fmla="*/ 76437 h 123731"/>
                <a:gd name="csX245" fmla="*/ 19587 w 131375"/>
                <a:gd name="csY245" fmla="*/ 73093 h 123731"/>
                <a:gd name="csX246" fmla="*/ 17198 w 131375"/>
                <a:gd name="csY246" fmla="*/ 70226 h 123731"/>
                <a:gd name="csX247" fmla="*/ 15287 w 131375"/>
                <a:gd name="csY247" fmla="*/ 69748 h 123731"/>
                <a:gd name="csX248" fmla="*/ 15287 w 131375"/>
                <a:gd name="csY248" fmla="*/ 67838 h 123731"/>
                <a:gd name="csX249" fmla="*/ 15287 w 131375"/>
                <a:gd name="csY249" fmla="*/ 66882 h 123731"/>
                <a:gd name="csX250" fmla="*/ 17676 w 131375"/>
                <a:gd name="csY250" fmla="*/ 66404 h 123731"/>
                <a:gd name="csX251" fmla="*/ 21498 w 131375"/>
                <a:gd name="csY251" fmla="*/ 67838 h 123731"/>
                <a:gd name="csX252" fmla="*/ 21976 w 131375"/>
                <a:gd name="csY252" fmla="*/ 67360 h 123731"/>
                <a:gd name="csX253" fmla="*/ 22931 w 131375"/>
                <a:gd name="csY253" fmla="*/ 66882 h 123731"/>
                <a:gd name="csX254" fmla="*/ 22931 w 131375"/>
                <a:gd name="csY254" fmla="*/ 65449 h 123731"/>
                <a:gd name="csX255" fmla="*/ 21976 w 131375"/>
                <a:gd name="csY255" fmla="*/ 64493 h 123731"/>
                <a:gd name="csX256" fmla="*/ 21020 w 131375"/>
                <a:gd name="csY256" fmla="*/ 64493 h 123731"/>
                <a:gd name="csX257" fmla="*/ 20543 w 131375"/>
                <a:gd name="csY257" fmla="*/ 64493 h 123731"/>
                <a:gd name="csX258" fmla="*/ 18154 w 131375"/>
                <a:gd name="csY258" fmla="*/ 64016 h 123731"/>
                <a:gd name="csX259" fmla="*/ 15287 w 131375"/>
                <a:gd name="csY259" fmla="*/ 64971 h 123731"/>
                <a:gd name="csX260" fmla="*/ 14332 w 131375"/>
                <a:gd name="csY260" fmla="*/ 64016 h 123731"/>
                <a:gd name="csX261" fmla="*/ 13854 w 131375"/>
                <a:gd name="csY261" fmla="*/ 63538 h 123731"/>
                <a:gd name="csX262" fmla="*/ 11466 w 131375"/>
                <a:gd name="csY262" fmla="*/ 61627 h 123731"/>
                <a:gd name="csX263" fmla="*/ 9077 w 131375"/>
                <a:gd name="csY263" fmla="*/ 59238 h 123731"/>
                <a:gd name="csX264" fmla="*/ 5733 w 131375"/>
                <a:gd name="csY264" fmla="*/ 57328 h 123731"/>
                <a:gd name="csX265" fmla="*/ 3822 w 131375"/>
                <a:gd name="csY265" fmla="*/ 52072 h 123731"/>
                <a:gd name="csX266" fmla="*/ 1911 w 131375"/>
                <a:gd name="csY266" fmla="*/ 50162 h 123731"/>
                <a:gd name="csX267" fmla="*/ 0 w 131375"/>
                <a:gd name="csY267" fmla="*/ 48728 h 123731"/>
                <a:gd name="csX268" fmla="*/ 478 w 131375"/>
                <a:gd name="csY268" fmla="*/ 48728 h 123731"/>
                <a:gd name="csX269" fmla="*/ 956 w 131375"/>
                <a:gd name="csY269" fmla="*/ 48728 h 123731"/>
                <a:gd name="csX270" fmla="*/ 2389 w 131375"/>
                <a:gd name="csY270" fmla="*/ 49684 h 123731"/>
                <a:gd name="csX271" fmla="*/ 3822 w 131375"/>
                <a:gd name="csY271" fmla="*/ 49684 h 123731"/>
                <a:gd name="csX272" fmla="*/ 4300 w 131375"/>
                <a:gd name="csY272" fmla="*/ 49684 h 123731"/>
                <a:gd name="csX273" fmla="*/ 4777 w 131375"/>
                <a:gd name="csY273" fmla="*/ 49206 h 123731"/>
                <a:gd name="csX274" fmla="*/ 5255 w 131375"/>
                <a:gd name="csY274" fmla="*/ 48728 h 123731"/>
                <a:gd name="csX275" fmla="*/ 5733 w 131375"/>
                <a:gd name="csY275" fmla="*/ 47773 h 123731"/>
                <a:gd name="csX276" fmla="*/ 5733 w 131375"/>
                <a:gd name="csY276" fmla="*/ 47773 h 123731"/>
                <a:gd name="csX277" fmla="*/ 5733 w 131375"/>
                <a:gd name="csY277" fmla="*/ 46817 h 123731"/>
                <a:gd name="csX278" fmla="*/ 6211 w 131375"/>
                <a:gd name="csY278" fmla="*/ 46340 h 123731"/>
                <a:gd name="csX279" fmla="*/ 7166 w 131375"/>
                <a:gd name="csY279" fmla="*/ 46817 h 123731"/>
                <a:gd name="csX280" fmla="*/ 7166 w 131375"/>
                <a:gd name="csY280" fmla="*/ 46340 h 123731"/>
                <a:gd name="csX281" fmla="*/ 7644 w 131375"/>
                <a:gd name="csY281" fmla="*/ 46340 h 123731"/>
                <a:gd name="csX282" fmla="*/ 7644 w 131375"/>
                <a:gd name="csY282" fmla="*/ 46340 h 123731"/>
                <a:gd name="csX283" fmla="*/ 7644 w 131375"/>
                <a:gd name="csY283" fmla="*/ 45384 h 123731"/>
                <a:gd name="csX284" fmla="*/ 6688 w 131375"/>
                <a:gd name="csY284" fmla="*/ 43951 h 123731"/>
                <a:gd name="csX285" fmla="*/ 6211 w 131375"/>
                <a:gd name="csY285" fmla="*/ 42996 h 123731"/>
                <a:gd name="csX286" fmla="*/ 6211 w 131375"/>
                <a:gd name="csY286" fmla="*/ 42040 h 123731"/>
                <a:gd name="csX287" fmla="*/ 6211 w 131375"/>
                <a:gd name="csY287" fmla="*/ 42040 h 123731"/>
                <a:gd name="csX288" fmla="*/ 6688 w 131375"/>
                <a:gd name="csY288" fmla="*/ 42040 h 123731"/>
                <a:gd name="csX289" fmla="*/ 7644 w 131375"/>
                <a:gd name="csY289" fmla="*/ 41085 h 123731"/>
                <a:gd name="csX290" fmla="*/ 8121 w 131375"/>
                <a:gd name="csY290" fmla="*/ 40607 h 123731"/>
                <a:gd name="csX291" fmla="*/ 9077 w 131375"/>
                <a:gd name="csY291" fmla="*/ 40129 h 123731"/>
                <a:gd name="csX292" fmla="*/ 10510 w 131375"/>
                <a:gd name="csY292" fmla="*/ 40129 h 123731"/>
                <a:gd name="csX293" fmla="*/ 11943 w 131375"/>
                <a:gd name="csY293" fmla="*/ 39651 h 123731"/>
                <a:gd name="csX294" fmla="*/ 11943 w 131375"/>
                <a:gd name="csY294" fmla="*/ 39651 h 123731"/>
                <a:gd name="csX295" fmla="*/ 12899 w 131375"/>
                <a:gd name="csY295" fmla="*/ 38696 h 123731"/>
                <a:gd name="csX296" fmla="*/ 12899 w 131375"/>
                <a:gd name="csY296" fmla="*/ 38696 h 123731"/>
                <a:gd name="csX297" fmla="*/ 13377 w 131375"/>
                <a:gd name="csY297" fmla="*/ 38218 h 123731"/>
                <a:gd name="csX298" fmla="*/ 13854 w 131375"/>
                <a:gd name="csY298" fmla="*/ 35830 h 123731"/>
                <a:gd name="csX299" fmla="*/ 14332 w 131375"/>
                <a:gd name="csY299" fmla="*/ 34874 h 123731"/>
                <a:gd name="csX300" fmla="*/ 14810 w 131375"/>
                <a:gd name="csY300" fmla="*/ 33441 h 123731"/>
                <a:gd name="csX301" fmla="*/ 15287 w 131375"/>
                <a:gd name="csY301" fmla="*/ 32486 h 123731"/>
                <a:gd name="csX302" fmla="*/ 16243 w 131375"/>
                <a:gd name="csY302" fmla="*/ 31052 h 123731"/>
                <a:gd name="csX303" fmla="*/ 17198 w 131375"/>
                <a:gd name="csY303" fmla="*/ 30575 h 123731"/>
                <a:gd name="csX304" fmla="*/ 18632 w 131375"/>
                <a:gd name="csY304" fmla="*/ 30097 h 123731"/>
                <a:gd name="csX305" fmla="*/ 19109 w 131375"/>
                <a:gd name="csY305" fmla="*/ 29619 h 123731"/>
                <a:gd name="csX306" fmla="*/ 20065 w 131375"/>
                <a:gd name="csY306" fmla="*/ 28186 h 123731"/>
                <a:gd name="csX307" fmla="*/ 20065 w 131375"/>
                <a:gd name="csY307" fmla="*/ 28186 h 123731"/>
                <a:gd name="csX308" fmla="*/ 20543 w 131375"/>
                <a:gd name="csY308" fmla="*/ 26753 h 123731"/>
                <a:gd name="csX309" fmla="*/ 20543 w 131375"/>
                <a:gd name="csY309" fmla="*/ 26753 h 123731"/>
                <a:gd name="csX310" fmla="*/ 20543 w 131375"/>
                <a:gd name="csY310" fmla="*/ 25797 h 123731"/>
                <a:gd name="csX311" fmla="*/ 19587 w 131375"/>
                <a:gd name="csY311" fmla="*/ 24364 h 123731"/>
                <a:gd name="csX312" fmla="*/ 19109 w 131375"/>
                <a:gd name="csY312" fmla="*/ 22931 h 123731"/>
                <a:gd name="csX313" fmla="*/ 19109 w 131375"/>
                <a:gd name="csY313" fmla="*/ 21498 h 123731"/>
                <a:gd name="csX314" fmla="*/ 21976 w 131375"/>
                <a:gd name="csY314" fmla="*/ 21498 h 123731"/>
                <a:gd name="csX315" fmla="*/ 22931 w 131375"/>
                <a:gd name="csY315" fmla="*/ 21020 h 123731"/>
                <a:gd name="csX316" fmla="*/ 26275 w 131375"/>
                <a:gd name="csY316" fmla="*/ 21020 h 123731"/>
                <a:gd name="csX317" fmla="*/ 26275 w 131375"/>
                <a:gd name="csY317" fmla="*/ 21020 h 123731"/>
                <a:gd name="csX318" fmla="*/ 27709 w 131375"/>
                <a:gd name="csY318" fmla="*/ 20065 h 123731"/>
                <a:gd name="csX319" fmla="*/ 29142 w 131375"/>
                <a:gd name="csY319" fmla="*/ 20065 h 123731"/>
                <a:gd name="csX320" fmla="*/ 31052 w 131375"/>
                <a:gd name="csY320" fmla="*/ 21020 h 123731"/>
                <a:gd name="csX321" fmla="*/ 31052 w 131375"/>
                <a:gd name="csY321" fmla="*/ 21020 h 123731"/>
                <a:gd name="csX322" fmla="*/ 32008 w 131375"/>
                <a:gd name="csY322" fmla="*/ 20542 h 123731"/>
                <a:gd name="csX323" fmla="*/ 35352 w 131375"/>
                <a:gd name="csY323" fmla="*/ 19109 h 123731"/>
                <a:gd name="csX324" fmla="*/ 35352 w 131375"/>
                <a:gd name="csY324" fmla="*/ 19109 h 123731"/>
                <a:gd name="csX325" fmla="*/ 38218 w 131375"/>
                <a:gd name="csY325" fmla="*/ 15287 h 123731"/>
                <a:gd name="csX326" fmla="*/ 39652 w 131375"/>
                <a:gd name="csY326" fmla="*/ 14809 h 123731"/>
                <a:gd name="csX327" fmla="*/ 42518 w 131375"/>
                <a:gd name="csY327" fmla="*/ 14332 h 123731"/>
                <a:gd name="csX328" fmla="*/ 42518 w 131375"/>
                <a:gd name="csY328" fmla="*/ 14332 h 123731"/>
                <a:gd name="csX329" fmla="*/ 43474 w 131375"/>
                <a:gd name="csY329" fmla="*/ 13854 h 123731"/>
                <a:gd name="csX330" fmla="*/ 44429 w 131375"/>
                <a:gd name="csY330" fmla="*/ 13854 h 123731"/>
                <a:gd name="csX331" fmla="*/ 47773 w 131375"/>
                <a:gd name="csY331" fmla="*/ 14809 h 123731"/>
                <a:gd name="csX332" fmla="*/ 49206 w 131375"/>
                <a:gd name="csY332" fmla="*/ 14809 h 123731"/>
                <a:gd name="csX333" fmla="*/ 51595 w 131375"/>
                <a:gd name="csY333" fmla="*/ 14332 h 123731"/>
                <a:gd name="csX334" fmla="*/ 53984 w 131375"/>
                <a:gd name="csY334" fmla="*/ 13376 h 123731"/>
                <a:gd name="csX335" fmla="*/ 53984 w 131375"/>
                <a:gd name="csY335" fmla="*/ 13376 h 123731"/>
                <a:gd name="csX336" fmla="*/ 53984 w 131375"/>
                <a:gd name="csY336" fmla="*/ 13376 h 123731"/>
                <a:gd name="csX337" fmla="*/ 54461 w 131375"/>
                <a:gd name="csY337" fmla="*/ 10032 h 123731"/>
                <a:gd name="csX338" fmla="*/ 54939 w 131375"/>
                <a:gd name="csY338" fmla="*/ 10032 h 123731"/>
                <a:gd name="csX339" fmla="*/ 56850 w 131375"/>
                <a:gd name="csY339" fmla="*/ 9555 h 123731"/>
                <a:gd name="csX340" fmla="*/ 57805 w 131375"/>
                <a:gd name="csY340" fmla="*/ 9555 h 123731"/>
                <a:gd name="csX341" fmla="*/ 59716 w 131375"/>
                <a:gd name="csY341" fmla="*/ 10032 h 123731"/>
                <a:gd name="csX342" fmla="*/ 62583 w 131375"/>
                <a:gd name="csY342" fmla="*/ 10032 h 123731"/>
                <a:gd name="csX343" fmla="*/ 62583 w 131375"/>
                <a:gd name="csY343" fmla="*/ 10032 h 123731"/>
                <a:gd name="csX344" fmla="*/ 64016 w 131375"/>
                <a:gd name="csY344" fmla="*/ 8599 h 123731"/>
                <a:gd name="csX345" fmla="*/ 64493 w 131375"/>
                <a:gd name="csY345" fmla="*/ 8599 h 123731"/>
                <a:gd name="csX346" fmla="*/ 66882 w 131375"/>
                <a:gd name="csY346" fmla="*/ 8599 h 123731"/>
                <a:gd name="csX347" fmla="*/ 67360 w 131375"/>
                <a:gd name="csY347" fmla="*/ 8121 h 123731"/>
                <a:gd name="csX348" fmla="*/ 67838 w 131375"/>
                <a:gd name="csY348" fmla="*/ 8121 h 123731"/>
                <a:gd name="csX349" fmla="*/ 70226 w 131375"/>
                <a:gd name="csY349" fmla="*/ 8599 h 123731"/>
                <a:gd name="csX350" fmla="*/ 72137 w 131375"/>
                <a:gd name="csY350" fmla="*/ 8599 h 123731"/>
                <a:gd name="csX351" fmla="*/ 74048 w 131375"/>
                <a:gd name="csY351" fmla="*/ 8121 h 123731"/>
                <a:gd name="csX352" fmla="*/ 74526 w 131375"/>
                <a:gd name="csY352" fmla="*/ 7644 h 123731"/>
                <a:gd name="csX353" fmla="*/ 76915 w 131375"/>
                <a:gd name="csY353" fmla="*/ 6688 h 123731"/>
                <a:gd name="csX354" fmla="*/ 78825 w 131375"/>
                <a:gd name="csY354" fmla="*/ 7166 h 123731"/>
                <a:gd name="csX355" fmla="*/ 79303 w 131375"/>
                <a:gd name="csY355" fmla="*/ 6688 h 123731"/>
                <a:gd name="csX356" fmla="*/ 79781 w 131375"/>
                <a:gd name="csY356" fmla="*/ 6688 h 123731"/>
                <a:gd name="csX357" fmla="*/ 79781 w 131375"/>
                <a:gd name="csY357" fmla="*/ 6688 h 123731"/>
                <a:gd name="csX358" fmla="*/ 80259 w 131375"/>
                <a:gd name="csY358" fmla="*/ 6210 h 123731"/>
                <a:gd name="csX359" fmla="*/ 80259 w 131375"/>
                <a:gd name="csY359" fmla="*/ 5255 h 123731"/>
                <a:gd name="csX360" fmla="*/ 84081 w 131375"/>
                <a:gd name="csY360" fmla="*/ 5255 h 123731"/>
                <a:gd name="csX361" fmla="*/ 85036 w 131375"/>
                <a:gd name="csY361" fmla="*/ 5255 h 123731"/>
                <a:gd name="csX362" fmla="*/ 86947 w 131375"/>
                <a:gd name="csY362" fmla="*/ 5255 h 123731"/>
                <a:gd name="csX363" fmla="*/ 86947 w 131375"/>
                <a:gd name="csY363" fmla="*/ 5255 h 123731"/>
                <a:gd name="csX364" fmla="*/ 88858 w 131375"/>
                <a:gd name="csY364" fmla="*/ 4299 h 123731"/>
                <a:gd name="csX365" fmla="*/ 89813 w 131375"/>
                <a:gd name="csY365" fmla="*/ 4299 h 123731"/>
                <a:gd name="csX366" fmla="*/ 90769 w 131375"/>
                <a:gd name="csY366" fmla="*/ 6688 h 123731"/>
                <a:gd name="csX367" fmla="*/ 91246 w 131375"/>
                <a:gd name="csY367" fmla="*/ 7166 h 123731"/>
                <a:gd name="csX368" fmla="*/ 92202 w 131375"/>
                <a:gd name="csY368" fmla="*/ 7644 h 123731"/>
                <a:gd name="csX369" fmla="*/ 94591 w 131375"/>
                <a:gd name="csY369" fmla="*/ 9077 h 123731"/>
                <a:gd name="csX370" fmla="*/ 94591 w 131375"/>
                <a:gd name="csY370" fmla="*/ 9077 h 123731"/>
                <a:gd name="csX371" fmla="*/ 95068 w 131375"/>
                <a:gd name="csY371" fmla="*/ 9077 h 123731"/>
                <a:gd name="csX372" fmla="*/ 96024 w 131375"/>
                <a:gd name="csY372" fmla="*/ 8121 h 123731"/>
                <a:gd name="csX373" fmla="*/ 98890 w 131375"/>
                <a:gd name="csY373" fmla="*/ 9077 h 123731"/>
                <a:gd name="csX374" fmla="*/ 101757 w 131375"/>
                <a:gd name="csY374" fmla="*/ 10032 h 123731"/>
                <a:gd name="csX375" fmla="*/ 104145 w 131375"/>
                <a:gd name="csY375" fmla="*/ 11943 h 123731"/>
                <a:gd name="csX376" fmla="*/ 106534 w 131375"/>
                <a:gd name="csY376" fmla="*/ 11465 h 123731"/>
                <a:gd name="csX377" fmla="*/ 109400 w 131375"/>
                <a:gd name="csY377" fmla="*/ 10510 h 123731"/>
                <a:gd name="csX378" fmla="*/ 111311 w 131375"/>
                <a:gd name="csY378" fmla="*/ 10510 h 123731"/>
                <a:gd name="csX379" fmla="*/ 113700 w 131375"/>
                <a:gd name="csY379" fmla="*/ 10032 h 123731"/>
                <a:gd name="csX380" fmla="*/ 114655 w 131375"/>
                <a:gd name="csY380" fmla="*/ 10032 h 123731"/>
                <a:gd name="csX381" fmla="*/ 117522 w 131375"/>
                <a:gd name="csY381" fmla="*/ 10510 h 123731"/>
                <a:gd name="csX382" fmla="*/ 117522 w 131375"/>
                <a:gd name="csY382" fmla="*/ 10032 h 123731"/>
                <a:gd name="csX383" fmla="*/ 120388 w 131375"/>
                <a:gd name="csY383" fmla="*/ 9077 h 123731"/>
                <a:gd name="csX384" fmla="*/ 121821 w 131375"/>
                <a:gd name="csY384" fmla="*/ 8599 h 123731"/>
                <a:gd name="csX385" fmla="*/ 122299 w 131375"/>
                <a:gd name="csY385" fmla="*/ 7166 h 123731"/>
                <a:gd name="csX386" fmla="*/ 121821 w 131375"/>
                <a:gd name="csY386" fmla="*/ 5255 h 123731"/>
                <a:gd name="csX387" fmla="*/ 121343 w 131375"/>
                <a:gd name="csY387" fmla="*/ 2866 h 123731"/>
                <a:gd name="csX388" fmla="*/ 120388 w 131375"/>
                <a:gd name="csY388" fmla="*/ 2389 h 123731"/>
                <a:gd name="csX389" fmla="*/ 120388 w 131375"/>
                <a:gd name="csY389" fmla="*/ 1433 h 123731"/>
                <a:gd name="csX390" fmla="*/ 120866 w 131375"/>
                <a:gd name="csY390" fmla="*/ 956 h 123731"/>
                <a:gd name="csX391" fmla="*/ 120866 w 131375"/>
                <a:gd name="csY391" fmla="*/ 956 h 123731"/>
                <a:gd name="csX392" fmla="*/ 120866 w 131375"/>
                <a:gd name="csY392" fmla="*/ 478 h 123731"/>
                <a:gd name="csX393" fmla="*/ 122777 w 131375"/>
                <a:gd name="csY393" fmla="*/ 0 h 123731"/>
                <a:gd name="csX394" fmla="*/ 125165 w 131375"/>
                <a:gd name="csY394" fmla="*/ 478 h 123731"/>
                <a:gd name="csX395" fmla="*/ 125165 w 131375"/>
                <a:gd name="csY395" fmla="*/ 478 h 123731"/>
                <a:gd name="csX396" fmla="*/ 127076 w 131375"/>
                <a:gd name="csY396" fmla="*/ 956 h 123731"/>
                <a:gd name="csX397" fmla="*/ 128032 w 131375"/>
                <a:gd name="csY397" fmla="*/ 1911 h 123731"/>
                <a:gd name="csX398" fmla="*/ 128987 w 131375"/>
                <a:gd name="csY398" fmla="*/ 2389 h 123731"/>
                <a:gd name="csX399" fmla="*/ 128987 w 131375"/>
                <a:gd name="csY399" fmla="*/ 2389 h 123731"/>
                <a:gd name="csX400" fmla="*/ 129943 w 131375"/>
                <a:gd name="csY400" fmla="*/ 3344 h 123731"/>
                <a:gd name="csX401" fmla="*/ 130420 w 131375"/>
                <a:gd name="csY401" fmla="*/ 3344 h 123731"/>
                <a:gd name="csX402" fmla="*/ 130898 w 131375"/>
                <a:gd name="csY402" fmla="*/ 5255 h 123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</a:cxnLst>
              <a:rect l="l" t="t" r="r" b="b"/>
              <a:pathLst>
                <a:path w="131375" h="123731">
                  <a:moveTo>
                    <a:pt x="130898" y="5255"/>
                  </a:moveTo>
                  <a:lnTo>
                    <a:pt x="131376" y="8121"/>
                  </a:lnTo>
                  <a:lnTo>
                    <a:pt x="130898" y="9077"/>
                  </a:lnTo>
                  <a:lnTo>
                    <a:pt x="130898" y="9077"/>
                  </a:lnTo>
                  <a:lnTo>
                    <a:pt x="129465" y="9555"/>
                  </a:lnTo>
                  <a:lnTo>
                    <a:pt x="125643" y="11943"/>
                  </a:lnTo>
                  <a:lnTo>
                    <a:pt x="125643" y="14332"/>
                  </a:lnTo>
                  <a:lnTo>
                    <a:pt x="125643" y="15287"/>
                  </a:lnTo>
                  <a:lnTo>
                    <a:pt x="125643" y="16243"/>
                  </a:lnTo>
                  <a:lnTo>
                    <a:pt x="126121" y="16721"/>
                  </a:lnTo>
                  <a:lnTo>
                    <a:pt x="126121" y="17676"/>
                  </a:lnTo>
                  <a:lnTo>
                    <a:pt x="125643" y="18631"/>
                  </a:lnTo>
                  <a:lnTo>
                    <a:pt x="123732" y="20542"/>
                  </a:lnTo>
                  <a:lnTo>
                    <a:pt x="122299" y="21975"/>
                  </a:lnTo>
                  <a:lnTo>
                    <a:pt x="121343" y="23886"/>
                  </a:lnTo>
                  <a:lnTo>
                    <a:pt x="120388" y="23886"/>
                  </a:lnTo>
                  <a:lnTo>
                    <a:pt x="119910" y="24364"/>
                  </a:lnTo>
                  <a:lnTo>
                    <a:pt x="118955" y="23409"/>
                  </a:lnTo>
                  <a:lnTo>
                    <a:pt x="116088" y="21498"/>
                  </a:lnTo>
                  <a:lnTo>
                    <a:pt x="108923" y="20542"/>
                  </a:lnTo>
                  <a:lnTo>
                    <a:pt x="105578" y="19109"/>
                  </a:lnTo>
                  <a:lnTo>
                    <a:pt x="104145" y="19587"/>
                  </a:lnTo>
                  <a:lnTo>
                    <a:pt x="101279" y="18154"/>
                  </a:lnTo>
                  <a:lnTo>
                    <a:pt x="99368" y="18631"/>
                  </a:lnTo>
                  <a:lnTo>
                    <a:pt x="95068" y="21020"/>
                  </a:lnTo>
                  <a:lnTo>
                    <a:pt x="92680" y="21020"/>
                  </a:lnTo>
                  <a:lnTo>
                    <a:pt x="90291" y="19587"/>
                  </a:lnTo>
                  <a:lnTo>
                    <a:pt x="88858" y="19109"/>
                  </a:lnTo>
                  <a:lnTo>
                    <a:pt x="86947" y="20065"/>
                  </a:lnTo>
                  <a:lnTo>
                    <a:pt x="84081" y="22931"/>
                  </a:lnTo>
                  <a:lnTo>
                    <a:pt x="80736" y="24364"/>
                  </a:lnTo>
                  <a:lnTo>
                    <a:pt x="78348" y="23886"/>
                  </a:lnTo>
                  <a:lnTo>
                    <a:pt x="74526" y="23886"/>
                  </a:lnTo>
                  <a:lnTo>
                    <a:pt x="74048" y="25320"/>
                  </a:lnTo>
                  <a:lnTo>
                    <a:pt x="75004" y="26753"/>
                  </a:lnTo>
                  <a:lnTo>
                    <a:pt x="76915" y="28664"/>
                  </a:lnTo>
                  <a:lnTo>
                    <a:pt x="75959" y="30097"/>
                  </a:lnTo>
                  <a:lnTo>
                    <a:pt x="76437" y="31530"/>
                  </a:lnTo>
                  <a:lnTo>
                    <a:pt x="77870" y="32008"/>
                  </a:lnTo>
                  <a:lnTo>
                    <a:pt x="79781" y="32008"/>
                  </a:lnTo>
                  <a:lnTo>
                    <a:pt x="83603" y="33919"/>
                  </a:lnTo>
                  <a:lnTo>
                    <a:pt x="85036" y="35830"/>
                  </a:lnTo>
                  <a:lnTo>
                    <a:pt x="85991" y="38218"/>
                  </a:lnTo>
                  <a:lnTo>
                    <a:pt x="84081" y="36307"/>
                  </a:lnTo>
                  <a:lnTo>
                    <a:pt x="82647" y="34874"/>
                  </a:lnTo>
                  <a:lnTo>
                    <a:pt x="80259" y="34397"/>
                  </a:lnTo>
                  <a:lnTo>
                    <a:pt x="77392" y="32963"/>
                  </a:lnTo>
                  <a:lnTo>
                    <a:pt x="75959" y="32963"/>
                  </a:lnTo>
                  <a:lnTo>
                    <a:pt x="74048" y="33919"/>
                  </a:lnTo>
                  <a:lnTo>
                    <a:pt x="73570" y="34874"/>
                  </a:lnTo>
                  <a:lnTo>
                    <a:pt x="75959" y="36785"/>
                  </a:lnTo>
                  <a:lnTo>
                    <a:pt x="77870" y="38218"/>
                  </a:lnTo>
                  <a:lnTo>
                    <a:pt x="78825" y="39174"/>
                  </a:lnTo>
                  <a:lnTo>
                    <a:pt x="79303" y="41085"/>
                  </a:lnTo>
                  <a:lnTo>
                    <a:pt x="78825" y="41563"/>
                  </a:lnTo>
                  <a:lnTo>
                    <a:pt x="78348" y="42518"/>
                  </a:lnTo>
                  <a:lnTo>
                    <a:pt x="75959" y="41085"/>
                  </a:lnTo>
                  <a:lnTo>
                    <a:pt x="72615" y="36307"/>
                  </a:lnTo>
                  <a:lnTo>
                    <a:pt x="67838" y="35352"/>
                  </a:lnTo>
                  <a:lnTo>
                    <a:pt x="67360" y="36307"/>
                  </a:lnTo>
                  <a:lnTo>
                    <a:pt x="67838" y="38696"/>
                  </a:lnTo>
                  <a:lnTo>
                    <a:pt x="68793" y="40129"/>
                  </a:lnTo>
                  <a:lnTo>
                    <a:pt x="72615" y="42518"/>
                  </a:lnTo>
                  <a:lnTo>
                    <a:pt x="72615" y="42996"/>
                  </a:lnTo>
                  <a:lnTo>
                    <a:pt x="72137" y="43473"/>
                  </a:lnTo>
                  <a:lnTo>
                    <a:pt x="67360" y="42040"/>
                  </a:lnTo>
                  <a:lnTo>
                    <a:pt x="65927" y="39651"/>
                  </a:lnTo>
                  <a:lnTo>
                    <a:pt x="65449" y="36307"/>
                  </a:lnTo>
                  <a:lnTo>
                    <a:pt x="61627" y="34397"/>
                  </a:lnTo>
                  <a:lnTo>
                    <a:pt x="57328" y="32008"/>
                  </a:lnTo>
                  <a:lnTo>
                    <a:pt x="56372" y="30097"/>
                  </a:lnTo>
                  <a:lnTo>
                    <a:pt x="57328" y="29141"/>
                  </a:lnTo>
                  <a:lnTo>
                    <a:pt x="57805" y="27708"/>
                  </a:lnTo>
                  <a:lnTo>
                    <a:pt x="55894" y="27708"/>
                  </a:lnTo>
                  <a:lnTo>
                    <a:pt x="54461" y="28664"/>
                  </a:lnTo>
                  <a:lnTo>
                    <a:pt x="52073" y="30097"/>
                  </a:lnTo>
                  <a:lnTo>
                    <a:pt x="52073" y="31530"/>
                  </a:lnTo>
                  <a:lnTo>
                    <a:pt x="52550" y="32963"/>
                  </a:lnTo>
                  <a:lnTo>
                    <a:pt x="51595" y="34874"/>
                  </a:lnTo>
                  <a:lnTo>
                    <a:pt x="51117" y="38696"/>
                  </a:lnTo>
                  <a:lnTo>
                    <a:pt x="51595" y="40607"/>
                  </a:lnTo>
                  <a:lnTo>
                    <a:pt x="56372" y="46340"/>
                  </a:lnTo>
                  <a:lnTo>
                    <a:pt x="57805" y="50162"/>
                  </a:lnTo>
                  <a:lnTo>
                    <a:pt x="59239" y="52072"/>
                  </a:lnTo>
                  <a:lnTo>
                    <a:pt x="61627" y="53506"/>
                  </a:lnTo>
                  <a:lnTo>
                    <a:pt x="64016" y="56850"/>
                  </a:lnTo>
                  <a:lnTo>
                    <a:pt x="64971" y="58283"/>
                  </a:lnTo>
                  <a:lnTo>
                    <a:pt x="65927" y="61149"/>
                  </a:lnTo>
                  <a:lnTo>
                    <a:pt x="64016" y="62582"/>
                  </a:lnTo>
                  <a:lnTo>
                    <a:pt x="62583" y="62582"/>
                  </a:lnTo>
                  <a:lnTo>
                    <a:pt x="61627" y="62105"/>
                  </a:lnTo>
                  <a:lnTo>
                    <a:pt x="62583" y="60194"/>
                  </a:lnTo>
                  <a:lnTo>
                    <a:pt x="62583" y="59238"/>
                  </a:lnTo>
                  <a:lnTo>
                    <a:pt x="59239" y="57328"/>
                  </a:lnTo>
                  <a:lnTo>
                    <a:pt x="57805" y="57805"/>
                  </a:lnTo>
                  <a:lnTo>
                    <a:pt x="56372" y="59238"/>
                  </a:lnTo>
                  <a:lnTo>
                    <a:pt x="57328" y="61149"/>
                  </a:lnTo>
                  <a:lnTo>
                    <a:pt x="58283" y="62582"/>
                  </a:lnTo>
                  <a:lnTo>
                    <a:pt x="58761" y="64493"/>
                  </a:lnTo>
                  <a:lnTo>
                    <a:pt x="60672" y="64016"/>
                  </a:lnTo>
                  <a:lnTo>
                    <a:pt x="58283" y="66404"/>
                  </a:lnTo>
                  <a:lnTo>
                    <a:pt x="55417" y="67360"/>
                  </a:lnTo>
                  <a:lnTo>
                    <a:pt x="53028" y="67360"/>
                  </a:lnTo>
                  <a:lnTo>
                    <a:pt x="51595" y="67838"/>
                  </a:lnTo>
                  <a:lnTo>
                    <a:pt x="51117" y="68315"/>
                  </a:lnTo>
                  <a:lnTo>
                    <a:pt x="52073" y="68793"/>
                  </a:lnTo>
                  <a:lnTo>
                    <a:pt x="53506" y="68793"/>
                  </a:lnTo>
                  <a:lnTo>
                    <a:pt x="54939" y="69748"/>
                  </a:lnTo>
                  <a:lnTo>
                    <a:pt x="59716" y="71182"/>
                  </a:lnTo>
                  <a:lnTo>
                    <a:pt x="62105" y="72615"/>
                  </a:lnTo>
                  <a:lnTo>
                    <a:pt x="64493" y="73093"/>
                  </a:lnTo>
                  <a:lnTo>
                    <a:pt x="66882" y="75959"/>
                  </a:lnTo>
                  <a:lnTo>
                    <a:pt x="70704" y="76914"/>
                  </a:lnTo>
                  <a:lnTo>
                    <a:pt x="73093" y="80258"/>
                  </a:lnTo>
                  <a:lnTo>
                    <a:pt x="75959" y="80736"/>
                  </a:lnTo>
                  <a:lnTo>
                    <a:pt x="78825" y="81692"/>
                  </a:lnTo>
                  <a:lnTo>
                    <a:pt x="79303" y="83125"/>
                  </a:lnTo>
                  <a:lnTo>
                    <a:pt x="79781" y="85036"/>
                  </a:lnTo>
                  <a:lnTo>
                    <a:pt x="79781" y="89335"/>
                  </a:lnTo>
                  <a:lnTo>
                    <a:pt x="80736" y="92202"/>
                  </a:lnTo>
                  <a:lnTo>
                    <a:pt x="80736" y="93635"/>
                  </a:lnTo>
                  <a:lnTo>
                    <a:pt x="80259" y="95068"/>
                  </a:lnTo>
                  <a:lnTo>
                    <a:pt x="79781" y="95546"/>
                  </a:lnTo>
                  <a:lnTo>
                    <a:pt x="78825" y="95546"/>
                  </a:lnTo>
                  <a:lnTo>
                    <a:pt x="76915" y="93157"/>
                  </a:lnTo>
                  <a:lnTo>
                    <a:pt x="74048" y="90769"/>
                  </a:lnTo>
                  <a:lnTo>
                    <a:pt x="71182" y="87902"/>
                  </a:lnTo>
                  <a:lnTo>
                    <a:pt x="70226" y="87424"/>
                  </a:lnTo>
                  <a:lnTo>
                    <a:pt x="69271" y="87424"/>
                  </a:lnTo>
                  <a:lnTo>
                    <a:pt x="67838" y="88380"/>
                  </a:lnTo>
                  <a:lnTo>
                    <a:pt x="63538" y="89335"/>
                  </a:lnTo>
                  <a:lnTo>
                    <a:pt x="61150" y="90291"/>
                  </a:lnTo>
                  <a:lnTo>
                    <a:pt x="60194" y="90291"/>
                  </a:lnTo>
                  <a:lnTo>
                    <a:pt x="60194" y="91246"/>
                  </a:lnTo>
                  <a:lnTo>
                    <a:pt x="61150" y="91724"/>
                  </a:lnTo>
                  <a:lnTo>
                    <a:pt x="62583" y="93157"/>
                  </a:lnTo>
                  <a:lnTo>
                    <a:pt x="62583" y="94590"/>
                  </a:lnTo>
                  <a:lnTo>
                    <a:pt x="63538" y="96979"/>
                  </a:lnTo>
                  <a:lnTo>
                    <a:pt x="64493" y="97457"/>
                  </a:lnTo>
                  <a:lnTo>
                    <a:pt x="66405" y="97457"/>
                  </a:lnTo>
                  <a:lnTo>
                    <a:pt x="67360" y="97935"/>
                  </a:lnTo>
                  <a:lnTo>
                    <a:pt x="67838" y="98890"/>
                  </a:lnTo>
                  <a:lnTo>
                    <a:pt x="68793" y="99845"/>
                  </a:lnTo>
                  <a:lnTo>
                    <a:pt x="69271" y="100323"/>
                  </a:lnTo>
                  <a:lnTo>
                    <a:pt x="69271" y="101279"/>
                  </a:lnTo>
                  <a:lnTo>
                    <a:pt x="64493" y="102712"/>
                  </a:lnTo>
                  <a:lnTo>
                    <a:pt x="63538" y="103189"/>
                  </a:lnTo>
                  <a:lnTo>
                    <a:pt x="62583" y="103667"/>
                  </a:lnTo>
                  <a:lnTo>
                    <a:pt x="61627" y="102712"/>
                  </a:lnTo>
                  <a:lnTo>
                    <a:pt x="61627" y="101279"/>
                  </a:lnTo>
                  <a:lnTo>
                    <a:pt x="59716" y="100323"/>
                  </a:lnTo>
                  <a:lnTo>
                    <a:pt x="58283" y="99368"/>
                  </a:lnTo>
                  <a:lnTo>
                    <a:pt x="56372" y="98890"/>
                  </a:lnTo>
                  <a:lnTo>
                    <a:pt x="54939" y="97935"/>
                  </a:lnTo>
                  <a:lnTo>
                    <a:pt x="53984" y="98890"/>
                  </a:lnTo>
                  <a:lnTo>
                    <a:pt x="54939" y="102234"/>
                  </a:lnTo>
                  <a:lnTo>
                    <a:pt x="56372" y="104623"/>
                  </a:lnTo>
                  <a:lnTo>
                    <a:pt x="59239" y="110833"/>
                  </a:lnTo>
                  <a:lnTo>
                    <a:pt x="60672" y="114177"/>
                  </a:lnTo>
                  <a:lnTo>
                    <a:pt x="61150" y="116088"/>
                  </a:lnTo>
                  <a:lnTo>
                    <a:pt x="60194" y="118954"/>
                  </a:lnTo>
                  <a:lnTo>
                    <a:pt x="61627" y="121343"/>
                  </a:lnTo>
                  <a:lnTo>
                    <a:pt x="62583" y="123732"/>
                  </a:lnTo>
                  <a:lnTo>
                    <a:pt x="61627" y="123254"/>
                  </a:lnTo>
                  <a:lnTo>
                    <a:pt x="60672" y="122777"/>
                  </a:lnTo>
                  <a:lnTo>
                    <a:pt x="59239" y="121821"/>
                  </a:lnTo>
                  <a:lnTo>
                    <a:pt x="56372" y="117999"/>
                  </a:lnTo>
                  <a:lnTo>
                    <a:pt x="54939" y="116088"/>
                  </a:lnTo>
                  <a:lnTo>
                    <a:pt x="53984" y="115611"/>
                  </a:lnTo>
                  <a:lnTo>
                    <a:pt x="51595" y="116088"/>
                  </a:lnTo>
                  <a:lnTo>
                    <a:pt x="49206" y="120865"/>
                  </a:lnTo>
                  <a:lnTo>
                    <a:pt x="49206" y="123732"/>
                  </a:lnTo>
                  <a:lnTo>
                    <a:pt x="48251" y="122777"/>
                  </a:lnTo>
                  <a:lnTo>
                    <a:pt x="47295" y="121821"/>
                  </a:lnTo>
                  <a:lnTo>
                    <a:pt x="47295" y="118954"/>
                  </a:lnTo>
                  <a:lnTo>
                    <a:pt x="47295" y="117999"/>
                  </a:lnTo>
                  <a:lnTo>
                    <a:pt x="44429" y="113700"/>
                  </a:lnTo>
                  <a:lnTo>
                    <a:pt x="42996" y="113222"/>
                  </a:lnTo>
                  <a:lnTo>
                    <a:pt x="42518" y="111789"/>
                  </a:lnTo>
                  <a:lnTo>
                    <a:pt x="41085" y="110355"/>
                  </a:lnTo>
                  <a:lnTo>
                    <a:pt x="40129" y="110833"/>
                  </a:lnTo>
                  <a:lnTo>
                    <a:pt x="38696" y="111311"/>
                  </a:lnTo>
                  <a:lnTo>
                    <a:pt x="38696" y="113700"/>
                  </a:lnTo>
                  <a:lnTo>
                    <a:pt x="38218" y="115611"/>
                  </a:lnTo>
                  <a:lnTo>
                    <a:pt x="37741" y="117044"/>
                  </a:lnTo>
                  <a:lnTo>
                    <a:pt x="34397" y="114177"/>
                  </a:lnTo>
                  <a:lnTo>
                    <a:pt x="31530" y="109400"/>
                  </a:lnTo>
                  <a:lnTo>
                    <a:pt x="31530" y="106534"/>
                  </a:lnTo>
                  <a:lnTo>
                    <a:pt x="33441" y="104145"/>
                  </a:lnTo>
                  <a:lnTo>
                    <a:pt x="33441" y="102234"/>
                  </a:lnTo>
                  <a:lnTo>
                    <a:pt x="31052" y="98890"/>
                  </a:lnTo>
                  <a:lnTo>
                    <a:pt x="28186" y="96501"/>
                  </a:lnTo>
                  <a:lnTo>
                    <a:pt x="26275" y="96024"/>
                  </a:lnTo>
                  <a:lnTo>
                    <a:pt x="25320" y="93635"/>
                  </a:lnTo>
                  <a:lnTo>
                    <a:pt x="23886" y="92202"/>
                  </a:lnTo>
                  <a:lnTo>
                    <a:pt x="22453" y="91724"/>
                  </a:lnTo>
                  <a:lnTo>
                    <a:pt x="22453" y="90769"/>
                  </a:lnTo>
                  <a:lnTo>
                    <a:pt x="22931" y="90291"/>
                  </a:lnTo>
                  <a:lnTo>
                    <a:pt x="25798" y="87424"/>
                  </a:lnTo>
                  <a:lnTo>
                    <a:pt x="27709" y="83603"/>
                  </a:lnTo>
                  <a:lnTo>
                    <a:pt x="28664" y="83603"/>
                  </a:lnTo>
                  <a:lnTo>
                    <a:pt x="30575" y="84558"/>
                  </a:lnTo>
                  <a:lnTo>
                    <a:pt x="32963" y="84080"/>
                  </a:lnTo>
                  <a:lnTo>
                    <a:pt x="34874" y="81692"/>
                  </a:lnTo>
                  <a:lnTo>
                    <a:pt x="36308" y="80736"/>
                  </a:lnTo>
                  <a:lnTo>
                    <a:pt x="38696" y="80736"/>
                  </a:lnTo>
                  <a:lnTo>
                    <a:pt x="44429" y="84080"/>
                  </a:lnTo>
                  <a:lnTo>
                    <a:pt x="50639" y="85513"/>
                  </a:lnTo>
                  <a:lnTo>
                    <a:pt x="53984" y="86947"/>
                  </a:lnTo>
                  <a:lnTo>
                    <a:pt x="55417" y="88858"/>
                  </a:lnTo>
                  <a:lnTo>
                    <a:pt x="56372" y="88858"/>
                  </a:lnTo>
                  <a:lnTo>
                    <a:pt x="57805" y="89335"/>
                  </a:lnTo>
                  <a:lnTo>
                    <a:pt x="57805" y="87902"/>
                  </a:lnTo>
                  <a:lnTo>
                    <a:pt x="57328" y="86947"/>
                  </a:lnTo>
                  <a:lnTo>
                    <a:pt x="58761" y="86469"/>
                  </a:lnTo>
                  <a:lnTo>
                    <a:pt x="62105" y="86469"/>
                  </a:lnTo>
                  <a:lnTo>
                    <a:pt x="62583" y="85991"/>
                  </a:lnTo>
                  <a:lnTo>
                    <a:pt x="63060" y="85036"/>
                  </a:lnTo>
                  <a:lnTo>
                    <a:pt x="62583" y="84080"/>
                  </a:lnTo>
                  <a:lnTo>
                    <a:pt x="61150" y="83603"/>
                  </a:lnTo>
                  <a:lnTo>
                    <a:pt x="60194" y="83603"/>
                  </a:lnTo>
                  <a:lnTo>
                    <a:pt x="59239" y="83125"/>
                  </a:lnTo>
                  <a:lnTo>
                    <a:pt x="58283" y="83603"/>
                  </a:lnTo>
                  <a:lnTo>
                    <a:pt x="56372" y="82647"/>
                  </a:lnTo>
                  <a:lnTo>
                    <a:pt x="55417" y="82170"/>
                  </a:lnTo>
                  <a:lnTo>
                    <a:pt x="54461" y="81692"/>
                  </a:lnTo>
                  <a:lnTo>
                    <a:pt x="51117" y="80258"/>
                  </a:lnTo>
                  <a:lnTo>
                    <a:pt x="48251" y="78347"/>
                  </a:lnTo>
                  <a:lnTo>
                    <a:pt x="47295" y="79303"/>
                  </a:lnTo>
                  <a:lnTo>
                    <a:pt x="45862" y="79781"/>
                  </a:lnTo>
                  <a:lnTo>
                    <a:pt x="43951" y="80258"/>
                  </a:lnTo>
                  <a:lnTo>
                    <a:pt x="39174" y="78825"/>
                  </a:lnTo>
                  <a:lnTo>
                    <a:pt x="35830" y="79781"/>
                  </a:lnTo>
                  <a:lnTo>
                    <a:pt x="33919" y="80258"/>
                  </a:lnTo>
                  <a:lnTo>
                    <a:pt x="32963" y="80258"/>
                  </a:lnTo>
                  <a:lnTo>
                    <a:pt x="31052" y="80736"/>
                  </a:lnTo>
                  <a:lnTo>
                    <a:pt x="29142" y="80736"/>
                  </a:lnTo>
                  <a:lnTo>
                    <a:pt x="27709" y="78825"/>
                  </a:lnTo>
                  <a:lnTo>
                    <a:pt x="26753" y="77392"/>
                  </a:lnTo>
                  <a:lnTo>
                    <a:pt x="26275" y="76914"/>
                  </a:lnTo>
                  <a:lnTo>
                    <a:pt x="26275" y="78347"/>
                  </a:lnTo>
                  <a:lnTo>
                    <a:pt x="25798" y="79781"/>
                  </a:lnTo>
                  <a:lnTo>
                    <a:pt x="23409" y="80258"/>
                  </a:lnTo>
                  <a:lnTo>
                    <a:pt x="21976" y="79303"/>
                  </a:lnTo>
                  <a:lnTo>
                    <a:pt x="21020" y="76437"/>
                  </a:lnTo>
                  <a:lnTo>
                    <a:pt x="19587" y="73093"/>
                  </a:lnTo>
                  <a:lnTo>
                    <a:pt x="17198" y="70226"/>
                  </a:lnTo>
                  <a:lnTo>
                    <a:pt x="15287" y="69748"/>
                  </a:lnTo>
                  <a:lnTo>
                    <a:pt x="15287" y="67838"/>
                  </a:lnTo>
                  <a:lnTo>
                    <a:pt x="15287" y="66882"/>
                  </a:lnTo>
                  <a:lnTo>
                    <a:pt x="17676" y="66404"/>
                  </a:lnTo>
                  <a:lnTo>
                    <a:pt x="21498" y="67838"/>
                  </a:lnTo>
                  <a:lnTo>
                    <a:pt x="21976" y="67360"/>
                  </a:lnTo>
                  <a:lnTo>
                    <a:pt x="22931" y="66882"/>
                  </a:lnTo>
                  <a:lnTo>
                    <a:pt x="22931" y="65449"/>
                  </a:lnTo>
                  <a:lnTo>
                    <a:pt x="21976" y="64493"/>
                  </a:lnTo>
                  <a:lnTo>
                    <a:pt x="21020" y="64493"/>
                  </a:lnTo>
                  <a:lnTo>
                    <a:pt x="20543" y="64493"/>
                  </a:lnTo>
                  <a:lnTo>
                    <a:pt x="18154" y="64016"/>
                  </a:lnTo>
                  <a:lnTo>
                    <a:pt x="15287" y="64971"/>
                  </a:lnTo>
                  <a:lnTo>
                    <a:pt x="14332" y="64016"/>
                  </a:lnTo>
                  <a:lnTo>
                    <a:pt x="13854" y="63538"/>
                  </a:lnTo>
                  <a:lnTo>
                    <a:pt x="11466" y="61627"/>
                  </a:lnTo>
                  <a:lnTo>
                    <a:pt x="9077" y="59238"/>
                  </a:lnTo>
                  <a:lnTo>
                    <a:pt x="5733" y="57328"/>
                  </a:lnTo>
                  <a:lnTo>
                    <a:pt x="3822" y="52072"/>
                  </a:lnTo>
                  <a:lnTo>
                    <a:pt x="1911" y="50162"/>
                  </a:lnTo>
                  <a:lnTo>
                    <a:pt x="0" y="48728"/>
                  </a:lnTo>
                  <a:lnTo>
                    <a:pt x="478" y="48728"/>
                  </a:lnTo>
                  <a:lnTo>
                    <a:pt x="956" y="48728"/>
                  </a:lnTo>
                  <a:lnTo>
                    <a:pt x="2389" y="49684"/>
                  </a:lnTo>
                  <a:lnTo>
                    <a:pt x="3822" y="49684"/>
                  </a:lnTo>
                  <a:lnTo>
                    <a:pt x="4300" y="49684"/>
                  </a:lnTo>
                  <a:lnTo>
                    <a:pt x="4777" y="49206"/>
                  </a:lnTo>
                  <a:lnTo>
                    <a:pt x="5255" y="48728"/>
                  </a:lnTo>
                  <a:lnTo>
                    <a:pt x="5733" y="47773"/>
                  </a:lnTo>
                  <a:lnTo>
                    <a:pt x="5733" y="47773"/>
                  </a:lnTo>
                  <a:lnTo>
                    <a:pt x="5733" y="46817"/>
                  </a:lnTo>
                  <a:lnTo>
                    <a:pt x="6211" y="46340"/>
                  </a:lnTo>
                  <a:lnTo>
                    <a:pt x="7166" y="46817"/>
                  </a:lnTo>
                  <a:lnTo>
                    <a:pt x="7166" y="46340"/>
                  </a:lnTo>
                  <a:lnTo>
                    <a:pt x="7644" y="46340"/>
                  </a:lnTo>
                  <a:lnTo>
                    <a:pt x="7644" y="46340"/>
                  </a:lnTo>
                  <a:lnTo>
                    <a:pt x="7644" y="45384"/>
                  </a:lnTo>
                  <a:lnTo>
                    <a:pt x="6688" y="43951"/>
                  </a:lnTo>
                  <a:lnTo>
                    <a:pt x="6211" y="42996"/>
                  </a:lnTo>
                  <a:lnTo>
                    <a:pt x="6211" y="42040"/>
                  </a:lnTo>
                  <a:lnTo>
                    <a:pt x="6211" y="42040"/>
                  </a:lnTo>
                  <a:lnTo>
                    <a:pt x="6688" y="42040"/>
                  </a:lnTo>
                  <a:lnTo>
                    <a:pt x="7644" y="41085"/>
                  </a:lnTo>
                  <a:lnTo>
                    <a:pt x="8121" y="40607"/>
                  </a:lnTo>
                  <a:lnTo>
                    <a:pt x="9077" y="40129"/>
                  </a:lnTo>
                  <a:lnTo>
                    <a:pt x="10510" y="40129"/>
                  </a:lnTo>
                  <a:lnTo>
                    <a:pt x="11943" y="39651"/>
                  </a:lnTo>
                  <a:lnTo>
                    <a:pt x="11943" y="39651"/>
                  </a:lnTo>
                  <a:lnTo>
                    <a:pt x="12899" y="38696"/>
                  </a:lnTo>
                  <a:lnTo>
                    <a:pt x="12899" y="38696"/>
                  </a:lnTo>
                  <a:lnTo>
                    <a:pt x="13377" y="38218"/>
                  </a:lnTo>
                  <a:lnTo>
                    <a:pt x="13854" y="35830"/>
                  </a:lnTo>
                  <a:lnTo>
                    <a:pt x="14332" y="34874"/>
                  </a:lnTo>
                  <a:lnTo>
                    <a:pt x="14810" y="33441"/>
                  </a:lnTo>
                  <a:lnTo>
                    <a:pt x="15287" y="32486"/>
                  </a:lnTo>
                  <a:lnTo>
                    <a:pt x="16243" y="31052"/>
                  </a:lnTo>
                  <a:lnTo>
                    <a:pt x="17198" y="30575"/>
                  </a:lnTo>
                  <a:lnTo>
                    <a:pt x="18632" y="30097"/>
                  </a:lnTo>
                  <a:lnTo>
                    <a:pt x="19109" y="29619"/>
                  </a:lnTo>
                  <a:lnTo>
                    <a:pt x="20065" y="28186"/>
                  </a:lnTo>
                  <a:lnTo>
                    <a:pt x="20065" y="28186"/>
                  </a:lnTo>
                  <a:lnTo>
                    <a:pt x="20543" y="26753"/>
                  </a:lnTo>
                  <a:lnTo>
                    <a:pt x="20543" y="26753"/>
                  </a:lnTo>
                  <a:lnTo>
                    <a:pt x="20543" y="25797"/>
                  </a:lnTo>
                  <a:lnTo>
                    <a:pt x="19587" y="24364"/>
                  </a:lnTo>
                  <a:lnTo>
                    <a:pt x="19109" y="22931"/>
                  </a:lnTo>
                  <a:lnTo>
                    <a:pt x="19109" y="21498"/>
                  </a:lnTo>
                  <a:lnTo>
                    <a:pt x="21976" y="21498"/>
                  </a:lnTo>
                  <a:lnTo>
                    <a:pt x="22931" y="21020"/>
                  </a:lnTo>
                  <a:lnTo>
                    <a:pt x="26275" y="21020"/>
                  </a:lnTo>
                  <a:lnTo>
                    <a:pt x="26275" y="21020"/>
                  </a:lnTo>
                  <a:lnTo>
                    <a:pt x="27709" y="20065"/>
                  </a:lnTo>
                  <a:lnTo>
                    <a:pt x="29142" y="20065"/>
                  </a:lnTo>
                  <a:lnTo>
                    <a:pt x="31052" y="21020"/>
                  </a:lnTo>
                  <a:lnTo>
                    <a:pt x="31052" y="21020"/>
                  </a:lnTo>
                  <a:lnTo>
                    <a:pt x="32008" y="20542"/>
                  </a:lnTo>
                  <a:lnTo>
                    <a:pt x="35352" y="19109"/>
                  </a:lnTo>
                  <a:lnTo>
                    <a:pt x="35352" y="19109"/>
                  </a:lnTo>
                  <a:lnTo>
                    <a:pt x="38218" y="15287"/>
                  </a:lnTo>
                  <a:lnTo>
                    <a:pt x="39652" y="14809"/>
                  </a:lnTo>
                  <a:lnTo>
                    <a:pt x="42518" y="14332"/>
                  </a:lnTo>
                  <a:lnTo>
                    <a:pt x="42518" y="14332"/>
                  </a:lnTo>
                  <a:lnTo>
                    <a:pt x="43474" y="13854"/>
                  </a:lnTo>
                  <a:lnTo>
                    <a:pt x="44429" y="13854"/>
                  </a:lnTo>
                  <a:lnTo>
                    <a:pt x="47773" y="14809"/>
                  </a:lnTo>
                  <a:lnTo>
                    <a:pt x="49206" y="14809"/>
                  </a:lnTo>
                  <a:lnTo>
                    <a:pt x="51595" y="14332"/>
                  </a:lnTo>
                  <a:lnTo>
                    <a:pt x="53984" y="13376"/>
                  </a:lnTo>
                  <a:lnTo>
                    <a:pt x="53984" y="13376"/>
                  </a:lnTo>
                  <a:lnTo>
                    <a:pt x="53984" y="13376"/>
                  </a:lnTo>
                  <a:lnTo>
                    <a:pt x="54461" y="10032"/>
                  </a:lnTo>
                  <a:lnTo>
                    <a:pt x="54939" y="10032"/>
                  </a:lnTo>
                  <a:lnTo>
                    <a:pt x="56850" y="9555"/>
                  </a:lnTo>
                  <a:lnTo>
                    <a:pt x="57805" y="9555"/>
                  </a:lnTo>
                  <a:lnTo>
                    <a:pt x="59716" y="10032"/>
                  </a:lnTo>
                  <a:lnTo>
                    <a:pt x="62583" y="10032"/>
                  </a:lnTo>
                  <a:lnTo>
                    <a:pt x="62583" y="10032"/>
                  </a:lnTo>
                  <a:lnTo>
                    <a:pt x="64016" y="8599"/>
                  </a:lnTo>
                  <a:lnTo>
                    <a:pt x="64493" y="8599"/>
                  </a:lnTo>
                  <a:lnTo>
                    <a:pt x="66882" y="8599"/>
                  </a:lnTo>
                  <a:lnTo>
                    <a:pt x="67360" y="8121"/>
                  </a:lnTo>
                  <a:lnTo>
                    <a:pt x="67838" y="8121"/>
                  </a:lnTo>
                  <a:lnTo>
                    <a:pt x="70226" y="8599"/>
                  </a:lnTo>
                  <a:lnTo>
                    <a:pt x="72137" y="8599"/>
                  </a:lnTo>
                  <a:lnTo>
                    <a:pt x="74048" y="8121"/>
                  </a:lnTo>
                  <a:lnTo>
                    <a:pt x="74526" y="7644"/>
                  </a:lnTo>
                  <a:lnTo>
                    <a:pt x="76915" y="6688"/>
                  </a:lnTo>
                  <a:lnTo>
                    <a:pt x="78825" y="7166"/>
                  </a:lnTo>
                  <a:lnTo>
                    <a:pt x="79303" y="6688"/>
                  </a:lnTo>
                  <a:lnTo>
                    <a:pt x="79781" y="6688"/>
                  </a:lnTo>
                  <a:lnTo>
                    <a:pt x="79781" y="6688"/>
                  </a:lnTo>
                  <a:lnTo>
                    <a:pt x="80259" y="6210"/>
                  </a:lnTo>
                  <a:lnTo>
                    <a:pt x="80259" y="5255"/>
                  </a:lnTo>
                  <a:lnTo>
                    <a:pt x="84081" y="5255"/>
                  </a:lnTo>
                  <a:lnTo>
                    <a:pt x="85036" y="5255"/>
                  </a:lnTo>
                  <a:lnTo>
                    <a:pt x="86947" y="5255"/>
                  </a:lnTo>
                  <a:lnTo>
                    <a:pt x="86947" y="5255"/>
                  </a:lnTo>
                  <a:lnTo>
                    <a:pt x="88858" y="4299"/>
                  </a:lnTo>
                  <a:lnTo>
                    <a:pt x="89813" y="4299"/>
                  </a:lnTo>
                  <a:lnTo>
                    <a:pt x="90769" y="6688"/>
                  </a:lnTo>
                  <a:lnTo>
                    <a:pt x="91246" y="7166"/>
                  </a:lnTo>
                  <a:lnTo>
                    <a:pt x="92202" y="7644"/>
                  </a:lnTo>
                  <a:lnTo>
                    <a:pt x="94591" y="9077"/>
                  </a:lnTo>
                  <a:lnTo>
                    <a:pt x="94591" y="9077"/>
                  </a:lnTo>
                  <a:lnTo>
                    <a:pt x="95068" y="9077"/>
                  </a:lnTo>
                  <a:lnTo>
                    <a:pt x="96024" y="8121"/>
                  </a:lnTo>
                  <a:lnTo>
                    <a:pt x="98890" y="9077"/>
                  </a:lnTo>
                  <a:lnTo>
                    <a:pt x="101757" y="10032"/>
                  </a:lnTo>
                  <a:lnTo>
                    <a:pt x="104145" y="11943"/>
                  </a:lnTo>
                  <a:lnTo>
                    <a:pt x="106534" y="11465"/>
                  </a:lnTo>
                  <a:lnTo>
                    <a:pt x="109400" y="10510"/>
                  </a:lnTo>
                  <a:lnTo>
                    <a:pt x="111311" y="10510"/>
                  </a:lnTo>
                  <a:lnTo>
                    <a:pt x="113700" y="10032"/>
                  </a:lnTo>
                  <a:lnTo>
                    <a:pt x="114655" y="10032"/>
                  </a:lnTo>
                  <a:lnTo>
                    <a:pt x="117522" y="10510"/>
                  </a:lnTo>
                  <a:lnTo>
                    <a:pt x="117522" y="10032"/>
                  </a:lnTo>
                  <a:lnTo>
                    <a:pt x="120388" y="9077"/>
                  </a:lnTo>
                  <a:lnTo>
                    <a:pt x="121821" y="8599"/>
                  </a:lnTo>
                  <a:lnTo>
                    <a:pt x="122299" y="7166"/>
                  </a:lnTo>
                  <a:lnTo>
                    <a:pt x="121821" y="5255"/>
                  </a:lnTo>
                  <a:lnTo>
                    <a:pt x="121343" y="2866"/>
                  </a:lnTo>
                  <a:lnTo>
                    <a:pt x="120388" y="2389"/>
                  </a:lnTo>
                  <a:lnTo>
                    <a:pt x="120388" y="1433"/>
                  </a:lnTo>
                  <a:lnTo>
                    <a:pt x="120866" y="956"/>
                  </a:lnTo>
                  <a:lnTo>
                    <a:pt x="120866" y="956"/>
                  </a:lnTo>
                  <a:lnTo>
                    <a:pt x="120866" y="478"/>
                  </a:lnTo>
                  <a:lnTo>
                    <a:pt x="122777" y="0"/>
                  </a:lnTo>
                  <a:lnTo>
                    <a:pt x="125165" y="478"/>
                  </a:lnTo>
                  <a:lnTo>
                    <a:pt x="125165" y="478"/>
                  </a:lnTo>
                  <a:lnTo>
                    <a:pt x="127076" y="956"/>
                  </a:lnTo>
                  <a:lnTo>
                    <a:pt x="128032" y="1911"/>
                  </a:lnTo>
                  <a:lnTo>
                    <a:pt x="128987" y="2389"/>
                  </a:lnTo>
                  <a:lnTo>
                    <a:pt x="128987" y="2389"/>
                  </a:lnTo>
                  <a:lnTo>
                    <a:pt x="129943" y="3344"/>
                  </a:lnTo>
                  <a:lnTo>
                    <a:pt x="130420" y="3344"/>
                  </a:lnTo>
                  <a:lnTo>
                    <a:pt x="130898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5" name="Freeform 1774">
              <a:extLst>
                <a:ext uri="{FF2B5EF4-FFF2-40B4-BE49-F238E27FC236}">
                  <a16:creationId xmlns:a16="http://schemas.microsoft.com/office/drawing/2014/main" id="{EDDE7A49-8534-E423-701E-B0B5500E98F3}"/>
                </a:ext>
              </a:extLst>
            </p:cNvPr>
            <p:cNvSpPr/>
            <p:nvPr/>
          </p:nvSpPr>
          <p:spPr>
            <a:xfrm>
              <a:off x="6410823" y="3896481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5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6" name="Freeform 1775">
              <a:extLst>
                <a:ext uri="{FF2B5EF4-FFF2-40B4-BE49-F238E27FC236}">
                  <a16:creationId xmlns:a16="http://schemas.microsoft.com/office/drawing/2014/main" id="{65312948-42BF-A1E1-E3F6-B183A81FDC42}"/>
                </a:ext>
              </a:extLst>
            </p:cNvPr>
            <p:cNvSpPr/>
            <p:nvPr/>
          </p:nvSpPr>
          <p:spPr>
            <a:xfrm>
              <a:off x="6409867" y="3911290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1433 w 1433"/>
                <a:gd name="csY1" fmla="*/ 0 h 477"/>
                <a:gd name="csX2" fmla="*/ 0 w 1433"/>
                <a:gd name="csY2" fmla="*/ 478 h 477"/>
                <a:gd name="csX3" fmla="*/ 1433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7" name="Freeform 1776">
              <a:extLst>
                <a:ext uri="{FF2B5EF4-FFF2-40B4-BE49-F238E27FC236}">
                  <a16:creationId xmlns:a16="http://schemas.microsoft.com/office/drawing/2014/main" id="{946C5B21-33D5-9B40-2AED-A6EB3DA714AD}"/>
                </a:ext>
              </a:extLst>
            </p:cNvPr>
            <p:cNvSpPr/>
            <p:nvPr/>
          </p:nvSpPr>
          <p:spPr>
            <a:xfrm>
              <a:off x="6396491" y="3958586"/>
              <a:ext cx="14809" cy="9554"/>
            </a:xfrm>
            <a:custGeom>
              <a:avLst/>
              <a:gdLst>
                <a:gd name="csX0" fmla="*/ 14332 w 14809"/>
                <a:gd name="csY0" fmla="*/ 6210 h 9554"/>
                <a:gd name="csX1" fmla="*/ 14809 w 14809"/>
                <a:gd name="csY1" fmla="*/ 7644 h 9554"/>
                <a:gd name="csX2" fmla="*/ 14332 w 14809"/>
                <a:gd name="csY2" fmla="*/ 8121 h 9554"/>
                <a:gd name="csX3" fmla="*/ 13376 w 14809"/>
                <a:gd name="csY3" fmla="*/ 7166 h 9554"/>
                <a:gd name="csX4" fmla="*/ 12421 w 14809"/>
                <a:gd name="csY4" fmla="*/ 7166 h 9554"/>
                <a:gd name="csX5" fmla="*/ 12898 w 14809"/>
                <a:gd name="csY5" fmla="*/ 8121 h 9554"/>
                <a:gd name="csX6" fmla="*/ 13854 w 14809"/>
                <a:gd name="csY6" fmla="*/ 9077 h 9554"/>
                <a:gd name="csX7" fmla="*/ 11943 w 14809"/>
                <a:gd name="csY7" fmla="*/ 9555 h 9554"/>
                <a:gd name="csX8" fmla="*/ 10510 w 14809"/>
                <a:gd name="csY8" fmla="*/ 9555 h 9554"/>
                <a:gd name="csX9" fmla="*/ 6210 w 14809"/>
                <a:gd name="csY9" fmla="*/ 8121 h 9554"/>
                <a:gd name="csX10" fmla="*/ 4777 w 14809"/>
                <a:gd name="csY10" fmla="*/ 6688 h 9554"/>
                <a:gd name="csX11" fmla="*/ 7644 w 14809"/>
                <a:gd name="csY11" fmla="*/ 4777 h 9554"/>
                <a:gd name="csX12" fmla="*/ 8121 w 14809"/>
                <a:gd name="csY12" fmla="*/ 4300 h 9554"/>
                <a:gd name="csX13" fmla="*/ 6210 w 14809"/>
                <a:gd name="csY13" fmla="*/ 4300 h 9554"/>
                <a:gd name="csX14" fmla="*/ 4299 w 14809"/>
                <a:gd name="csY14" fmla="*/ 6688 h 9554"/>
                <a:gd name="csX15" fmla="*/ 955 w 14809"/>
                <a:gd name="csY15" fmla="*/ 5733 h 9554"/>
                <a:gd name="csX16" fmla="*/ 0 w 14809"/>
                <a:gd name="csY16" fmla="*/ 4777 h 9554"/>
                <a:gd name="csX17" fmla="*/ 0 w 14809"/>
                <a:gd name="csY17" fmla="*/ 4300 h 9554"/>
                <a:gd name="csX18" fmla="*/ 955 w 14809"/>
                <a:gd name="csY18" fmla="*/ 1911 h 9554"/>
                <a:gd name="csX19" fmla="*/ 3344 w 14809"/>
                <a:gd name="csY19" fmla="*/ 1911 h 9554"/>
                <a:gd name="csX20" fmla="*/ 4777 w 14809"/>
                <a:gd name="csY20" fmla="*/ 1433 h 9554"/>
                <a:gd name="csX21" fmla="*/ 6210 w 14809"/>
                <a:gd name="csY21" fmla="*/ 956 h 9554"/>
                <a:gd name="csX22" fmla="*/ 6210 w 14809"/>
                <a:gd name="csY22" fmla="*/ 0 h 9554"/>
                <a:gd name="csX23" fmla="*/ 9555 w 14809"/>
                <a:gd name="csY23" fmla="*/ 0 h 9554"/>
                <a:gd name="csX24" fmla="*/ 10987 w 14809"/>
                <a:gd name="csY24" fmla="*/ 956 h 9554"/>
                <a:gd name="csX25" fmla="*/ 10510 w 14809"/>
                <a:gd name="csY25" fmla="*/ 2389 h 9554"/>
                <a:gd name="csX26" fmla="*/ 13376 w 14809"/>
                <a:gd name="csY26" fmla="*/ 4777 h 9554"/>
                <a:gd name="csX27" fmla="*/ 14332 w 14809"/>
                <a:gd name="csY27" fmla="*/ 621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4809" h="9554">
                  <a:moveTo>
                    <a:pt x="14332" y="6210"/>
                  </a:moveTo>
                  <a:lnTo>
                    <a:pt x="14809" y="7644"/>
                  </a:lnTo>
                  <a:lnTo>
                    <a:pt x="14332" y="8121"/>
                  </a:lnTo>
                  <a:lnTo>
                    <a:pt x="13376" y="7166"/>
                  </a:lnTo>
                  <a:lnTo>
                    <a:pt x="12421" y="7166"/>
                  </a:lnTo>
                  <a:lnTo>
                    <a:pt x="12898" y="8121"/>
                  </a:lnTo>
                  <a:lnTo>
                    <a:pt x="13854" y="9077"/>
                  </a:lnTo>
                  <a:lnTo>
                    <a:pt x="11943" y="9555"/>
                  </a:lnTo>
                  <a:lnTo>
                    <a:pt x="10510" y="9555"/>
                  </a:lnTo>
                  <a:lnTo>
                    <a:pt x="6210" y="8121"/>
                  </a:lnTo>
                  <a:lnTo>
                    <a:pt x="4777" y="6688"/>
                  </a:lnTo>
                  <a:lnTo>
                    <a:pt x="7644" y="4777"/>
                  </a:lnTo>
                  <a:lnTo>
                    <a:pt x="8121" y="4300"/>
                  </a:lnTo>
                  <a:lnTo>
                    <a:pt x="6210" y="4300"/>
                  </a:lnTo>
                  <a:lnTo>
                    <a:pt x="4299" y="6688"/>
                  </a:lnTo>
                  <a:lnTo>
                    <a:pt x="955" y="5733"/>
                  </a:lnTo>
                  <a:lnTo>
                    <a:pt x="0" y="4777"/>
                  </a:lnTo>
                  <a:lnTo>
                    <a:pt x="0" y="4300"/>
                  </a:lnTo>
                  <a:lnTo>
                    <a:pt x="955" y="1911"/>
                  </a:lnTo>
                  <a:lnTo>
                    <a:pt x="3344" y="1911"/>
                  </a:lnTo>
                  <a:lnTo>
                    <a:pt x="4777" y="1433"/>
                  </a:lnTo>
                  <a:lnTo>
                    <a:pt x="6210" y="956"/>
                  </a:lnTo>
                  <a:lnTo>
                    <a:pt x="6210" y="0"/>
                  </a:lnTo>
                  <a:lnTo>
                    <a:pt x="9555" y="0"/>
                  </a:lnTo>
                  <a:lnTo>
                    <a:pt x="10987" y="956"/>
                  </a:lnTo>
                  <a:lnTo>
                    <a:pt x="10510" y="2389"/>
                  </a:lnTo>
                  <a:lnTo>
                    <a:pt x="13376" y="4777"/>
                  </a:lnTo>
                  <a:lnTo>
                    <a:pt x="14332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8" name="Freeform 1777">
              <a:extLst>
                <a:ext uri="{FF2B5EF4-FFF2-40B4-BE49-F238E27FC236}">
                  <a16:creationId xmlns:a16="http://schemas.microsoft.com/office/drawing/2014/main" id="{AF417E35-C3A5-C18C-7142-100F05B280C8}"/>
                </a:ext>
              </a:extLst>
            </p:cNvPr>
            <p:cNvSpPr/>
            <p:nvPr/>
          </p:nvSpPr>
          <p:spPr>
            <a:xfrm>
              <a:off x="6404612" y="4021646"/>
              <a:ext cx="3822" cy="2866"/>
            </a:xfrm>
            <a:custGeom>
              <a:avLst/>
              <a:gdLst>
                <a:gd name="csX0" fmla="*/ 3344 w 3822"/>
                <a:gd name="csY0" fmla="*/ 0 h 2866"/>
                <a:gd name="csX1" fmla="*/ 3822 w 3822"/>
                <a:gd name="csY1" fmla="*/ 956 h 2866"/>
                <a:gd name="csX2" fmla="*/ 2389 w 3822"/>
                <a:gd name="csY2" fmla="*/ 1433 h 2866"/>
                <a:gd name="csX3" fmla="*/ 1433 w 3822"/>
                <a:gd name="csY3" fmla="*/ 2866 h 2866"/>
                <a:gd name="csX4" fmla="*/ 0 w 3822"/>
                <a:gd name="csY4" fmla="*/ 1911 h 2866"/>
                <a:gd name="csX5" fmla="*/ 0 w 3822"/>
                <a:gd name="csY5" fmla="*/ 956 h 2866"/>
                <a:gd name="csX6" fmla="*/ 1433 w 3822"/>
                <a:gd name="csY6" fmla="*/ 956 h 2866"/>
                <a:gd name="csX7" fmla="*/ 2389 w 3822"/>
                <a:gd name="csY7" fmla="*/ 478 h 2866"/>
                <a:gd name="csX8" fmla="*/ 1911 w 3822"/>
                <a:gd name="csY8" fmla="*/ 0 h 2866"/>
                <a:gd name="csX9" fmla="*/ 3344 w 3822"/>
                <a:gd name="csY9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2866">
                  <a:moveTo>
                    <a:pt x="3344" y="0"/>
                  </a:moveTo>
                  <a:lnTo>
                    <a:pt x="3822" y="956"/>
                  </a:lnTo>
                  <a:lnTo>
                    <a:pt x="2389" y="1433"/>
                  </a:lnTo>
                  <a:lnTo>
                    <a:pt x="1433" y="2866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1433" y="956"/>
                  </a:lnTo>
                  <a:lnTo>
                    <a:pt x="2389" y="478"/>
                  </a:lnTo>
                  <a:lnTo>
                    <a:pt x="1911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9" name="Freeform 1778">
              <a:extLst>
                <a:ext uri="{FF2B5EF4-FFF2-40B4-BE49-F238E27FC236}">
                  <a16:creationId xmlns:a16="http://schemas.microsoft.com/office/drawing/2014/main" id="{B4BB0082-2AD8-8C2B-D34D-B70590F67265}"/>
                </a:ext>
              </a:extLst>
            </p:cNvPr>
            <p:cNvSpPr/>
            <p:nvPr/>
          </p:nvSpPr>
          <p:spPr>
            <a:xfrm>
              <a:off x="6401746" y="5193039"/>
              <a:ext cx="6688" cy="1910"/>
            </a:xfrm>
            <a:custGeom>
              <a:avLst/>
              <a:gdLst>
                <a:gd name="csX0" fmla="*/ 6688 w 6688"/>
                <a:gd name="csY0" fmla="*/ 0 h 1910"/>
                <a:gd name="csX1" fmla="*/ 5255 w 6688"/>
                <a:gd name="csY1" fmla="*/ 955 h 1910"/>
                <a:gd name="csX2" fmla="*/ 0 w 6688"/>
                <a:gd name="csY2" fmla="*/ 1911 h 1910"/>
                <a:gd name="csX3" fmla="*/ 5255 w 6688"/>
                <a:gd name="csY3" fmla="*/ 955 h 1910"/>
                <a:gd name="csX4" fmla="*/ 6688 w 6688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1910">
                  <a:moveTo>
                    <a:pt x="6688" y="0"/>
                  </a:moveTo>
                  <a:lnTo>
                    <a:pt x="5255" y="955"/>
                  </a:lnTo>
                  <a:lnTo>
                    <a:pt x="0" y="1911"/>
                  </a:lnTo>
                  <a:lnTo>
                    <a:pt x="5255" y="955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0" name="Freeform 1779">
              <a:extLst>
                <a:ext uri="{FF2B5EF4-FFF2-40B4-BE49-F238E27FC236}">
                  <a16:creationId xmlns:a16="http://schemas.microsoft.com/office/drawing/2014/main" id="{D1D4BB22-81D4-8C62-A786-59A1F585BED6}"/>
                </a:ext>
              </a:extLst>
            </p:cNvPr>
            <p:cNvSpPr/>
            <p:nvPr/>
          </p:nvSpPr>
          <p:spPr>
            <a:xfrm>
              <a:off x="6405568" y="3735486"/>
              <a:ext cx="1910" cy="955"/>
            </a:xfrm>
            <a:custGeom>
              <a:avLst/>
              <a:gdLst>
                <a:gd name="csX0" fmla="*/ 1910 w 1910"/>
                <a:gd name="csY0" fmla="*/ 0 h 955"/>
                <a:gd name="csX1" fmla="*/ 0 w 1910"/>
                <a:gd name="csY1" fmla="*/ 956 h 955"/>
                <a:gd name="csX2" fmla="*/ 0 w 1910"/>
                <a:gd name="csY2" fmla="*/ 956 h 955"/>
                <a:gd name="csX3" fmla="*/ 1910 w 1910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955">
                  <a:moveTo>
                    <a:pt x="1910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19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1" name="Freeform 1780">
              <a:extLst>
                <a:ext uri="{FF2B5EF4-FFF2-40B4-BE49-F238E27FC236}">
                  <a16:creationId xmlns:a16="http://schemas.microsoft.com/office/drawing/2014/main" id="{6FFDCF5B-B455-0AA5-6CCB-482C1E3B4912}"/>
                </a:ext>
              </a:extLst>
            </p:cNvPr>
            <p:cNvSpPr/>
            <p:nvPr/>
          </p:nvSpPr>
          <p:spPr>
            <a:xfrm>
              <a:off x="6397924" y="3631341"/>
              <a:ext cx="9076" cy="1910"/>
            </a:xfrm>
            <a:custGeom>
              <a:avLst/>
              <a:gdLst>
                <a:gd name="csX0" fmla="*/ 9077 w 9076"/>
                <a:gd name="csY0" fmla="*/ 1911 h 1910"/>
                <a:gd name="csX1" fmla="*/ 6688 w 9076"/>
                <a:gd name="csY1" fmla="*/ 1911 h 1910"/>
                <a:gd name="csX2" fmla="*/ 0 w 9076"/>
                <a:gd name="csY2" fmla="*/ 0 h 1910"/>
                <a:gd name="csX3" fmla="*/ 6688 w 9076"/>
                <a:gd name="csY3" fmla="*/ 1911 h 1910"/>
                <a:gd name="csX4" fmla="*/ 9077 w 9076"/>
                <a:gd name="csY4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76" h="1910">
                  <a:moveTo>
                    <a:pt x="9077" y="1911"/>
                  </a:moveTo>
                  <a:lnTo>
                    <a:pt x="6688" y="1911"/>
                  </a:lnTo>
                  <a:lnTo>
                    <a:pt x="0" y="0"/>
                  </a:lnTo>
                  <a:lnTo>
                    <a:pt x="6688" y="1911"/>
                  </a:lnTo>
                  <a:lnTo>
                    <a:pt x="907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" name="Freeform 1781">
              <a:extLst>
                <a:ext uri="{FF2B5EF4-FFF2-40B4-BE49-F238E27FC236}">
                  <a16:creationId xmlns:a16="http://schemas.microsoft.com/office/drawing/2014/main" id="{107B8D27-B00B-EAA1-B8C9-4D76EDBB4D5E}"/>
                </a:ext>
              </a:extLst>
            </p:cNvPr>
            <p:cNvSpPr/>
            <p:nvPr/>
          </p:nvSpPr>
          <p:spPr>
            <a:xfrm>
              <a:off x="6398880" y="3997759"/>
              <a:ext cx="7643" cy="3821"/>
            </a:xfrm>
            <a:custGeom>
              <a:avLst/>
              <a:gdLst>
                <a:gd name="csX0" fmla="*/ 7644 w 7643"/>
                <a:gd name="csY0" fmla="*/ 0 h 3821"/>
                <a:gd name="csX1" fmla="*/ 6210 w 7643"/>
                <a:gd name="csY1" fmla="*/ 1433 h 3821"/>
                <a:gd name="csX2" fmla="*/ 4300 w 7643"/>
                <a:gd name="csY2" fmla="*/ 2389 h 3821"/>
                <a:gd name="csX3" fmla="*/ 955 w 7643"/>
                <a:gd name="csY3" fmla="*/ 3344 h 3821"/>
                <a:gd name="csX4" fmla="*/ 0 w 7643"/>
                <a:gd name="csY4" fmla="*/ 3822 h 3821"/>
                <a:gd name="csX5" fmla="*/ 478 w 7643"/>
                <a:gd name="csY5" fmla="*/ 2866 h 3821"/>
                <a:gd name="csX6" fmla="*/ 2389 w 7643"/>
                <a:gd name="csY6" fmla="*/ 956 h 3821"/>
                <a:gd name="csX7" fmla="*/ 4777 w 7643"/>
                <a:gd name="csY7" fmla="*/ 956 h 3821"/>
                <a:gd name="csX8" fmla="*/ 7166 w 7643"/>
                <a:gd name="csY8" fmla="*/ 478 h 3821"/>
                <a:gd name="csX9" fmla="*/ 7644 w 7643"/>
                <a:gd name="csY9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643" h="3821">
                  <a:moveTo>
                    <a:pt x="7644" y="0"/>
                  </a:moveTo>
                  <a:lnTo>
                    <a:pt x="6210" y="1433"/>
                  </a:lnTo>
                  <a:lnTo>
                    <a:pt x="4300" y="2389"/>
                  </a:lnTo>
                  <a:lnTo>
                    <a:pt x="955" y="3344"/>
                  </a:lnTo>
                  <a:lnTo>
                    <a:pt x="0" y="3822"/>
                  </a:lnTo>
                  <a:lnTo>
                    <a:pt x="478" y="2866"/>
                  </a:lnTo>
                  <a:lnTo>
                    <a:pt x="2389" y="956"/>
                  </a:lnTo>
                  <a:lnTo>
                    <a:pt x="4777" y="956"/>
                  </a:lnTo>
                  <a:lnTo>
                    <a:pt x="7166" y="478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3" name="Freeform 1782">
              <a:extLst>
                <a:ext uri="{FF2B5EF4-FFF2-40B4-BE49-F238E27FC236}">
                  <a16:creationId xmlns:a16="http://schemas.microsoft.com/office/drawing/2014/main" id="{85BFB961-A883-DF93-DE68-38E3841A2C69}"/>
                </a:ext>
              </a:extLst>
            </p:cNvPr>
            <p:cNvSpPr/>
            <p:nvPr/>
          </p:nvSpPr>
          <p:spPr>
            <a:xfrm>
              <a:off x="6404134" y="3920845"/>
              <a:ext cx="1911" cy="1911"/>
            </a:xfrm>
            <a:custGeom>
              <a:avLst/>
              <a:gdLst>
                <a:gd name="csX0" fmla="*/ 1911 w 1911"/>
                <a:gd name="csY0" fmla="*/ 0 h 1911"/>
                <a:gd name="csX1" fmla="*/ 1911 w 1911"/>
                <a:gd name="csY1" fmla="*/ 478 h 1911"/>
                <a:gd name="csX2" fmla="*/ 0 w 1911"/>
                <a:gd name="csY2" fmla="*/ 1911 h 1911"/>
                <a:gd name="csX3" fmla="*/ 1911 w 1911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911">
                  <a:moveTo>
                    <a:pt x="1911" y="0"/>
                  </a:moveTo>
                  <a:lnTo>
                    <a:pt x="1911" y="478"/>
                  </a:lnTo>
                  <a:lnTo>
                    <a:pt x="0" y="1911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4" name="Freeform 1783">
              <a:extLst>
                <a:ext uri="{FF2B5EF4-FFF2-40B4-BE49-F238E27FC236}">
                  <a16:creationId xmlns:a16="http://schemas.microsoft.com/office/drawing/2014/main" id="{CE337525-04F1-B7F4-3B54-821140E876D6}"/>
                </a:ext>
              </a:extLst>
            </p:cNvPr>
            <p:cNvSpPr/>
            <p:nvPr/>
          </p:nvSpPr>
          <p:spPr>
            <a:xfrm>
              <a:off x="6350629" y="4043621"/>
              <a:ext cx="54939" cy="15765"/>
            </a:xfrm>
            <a:custGeom>
              <a:avLst/>
              <a:gdLst>
                <a:gd name="csX0" fmla="*/ 54939 w 54939"/>
                <a:gd name="csY0" fmla="*/ 7644 h 15765"/>
                <a:gd name="csX1" fmla="*/ 54461 w 54939"/>
                <a:gd name="csY1" fmla="*/ 8599 h 15765"/>
                <a:gd name="csX2" fmla="*/ 54461 w 54939"/>
                <a:gd name="csY2" fmla="*/ 10988 h 15765"/>
                <a:gd name="csX3" fmla="*/ 53983 w 54939"/>
                <a:gd name="csY3" fmla="*/ 12421 h 15765"/>
                <a:gd name="csX4" fmla="*/ 53506 w 54939"/>
                <a:gd name="csY4" fmla="*/ 13376 h 15765"/>
                <a:gd name="csX5" fmla="*/ 52072 w 54939"/>
                <a:gd name="csY5" fmla="*/ 13854 h 15765"/>
                <a:gd name="csX6" fmla="*/ 49684 w 54939"/>
                <a:gd name="csY6" fmla="*/ 14332 h 15765"/>
                <a:gd name="csX7" fmla="*/ 45384 w 54939"/>
                <a:gd name="csY7" fmla="*/ 13854 h 15765"/>
                <a:gd name="csX8" fmla="*/ 41085 w 54939"/>
                <a:gd name="csY8" fmla="*/ 14332 h 15765"/>
                <a:gd name="csX9" fmla="*/ 32963 w 54939"/>
                <a:gd name="csY9" fmla="*/ 15287 h 15765"/>
                <a:gd name="csX10" fmla="*/ 24842 w 54939"/>
                <a:gd name="csY10" fmla="*/ 15765 h 15765"/>
                <a:gd name="csX11" fmla="*/ 23886 w 54939"/>
                <a:gd name="csY11" fmla="*/ 15765 h 15765"/>
                <a:gd name="csX12" fmla="*/ 23886 w 54939"/>
                <a:gd name="csY12" fmla="*/ 14332 h 15765"/>
                <a:gd name="csX13" fmla="*/ 23886 w 54939"/>
                <a:gd name="csY13" fmla="*/ 13376 h 15765"/>
                <a:gd name="csX14" fmla="*/ 22931 w 54939"/>
                <a:gd name="csY14" fmla="*/ 12421 h 15765"/>
                <a:gd name="csX15" fmla="*/ 20542 w 54939"/>
                <a:gd name="csY15" fmla="*/ 11943 h 15765"/>
                <a:gd name="csX16" fmla="*/ 18154 w 54939"/>
                <a:gd name="csY16" fmla="*/ 10988 h 15765"/>
                <a:gd name="csX17" fmla="*/ 9077 w 54939"/>
                <a:gd name="csY17" fmla="*/ 9555 h 15765"/>
                <a:gd name="csX18" fmla="*/ 6688 w 54939"/>
                <a:gd name="csY18" fmla="*/ 9077 h 15765"/>
                <a:gd name="csX19" fmla="*/ 3344 w 54939"/>
                <a:gd name="csY19" fmla="*/ 9555 h 15765"/>
                <a:gd name="csX20" fmla="*/ 1911 w 54939"/>
                <a:gd name="csY20" fmla="*/ 9077 h 15765"/>
                <a:gd name="csX21" fmla="*/ 956 w 54939"/>
                <a:gd name="csY21" fmla="*/ 8599 h 15765"/>
                <a:gd name="csX22" fmla="*/ 478 w 54939"/>
                <a:gd name="csY22" fmla="*/ 8121 h 15765"/>
                <a:gd name="csX23" fmla="*/ 0 w 54939"/>
                <a:gd name="csY23" fmla="*/ 5255 h 15765"/>
                <a:gd name="csX24" fmla="*/ 478 w 54939"/>
                <a:gd name="csY24" fmla="*/ 2867 h 15765"/>
                <a:gd name="csX25" fmla="*/ 1433 w 54939"/>
                <a:gd name="csY25" fmla="*/ 1911 h 15765"/>
                <a:gd name="csX26" fmla="*/ 1911 w 54939"/>
                <a:gd name="csY26" fmla="*/ 2867 h 15765"/>
                <a:gd name="csX27" fmla="*/ 2389 w 54939"/>
                <a:gd name="csY27" fmla="*/ 2867 h 15765"/>
                <a:gd name="csX28" fmla="*/ 3344 w 54939"/>
                <a:gd name="csY28" fmla="*/ 2389 h 15765"/>
                <a:gd name="csX29" fmla="*/ 3344 w 54939"/>
                <a:gd name="csY29" fmla="*/ 956 h 15765"/>
                <a:gd name="csX30" fmla="*/ 3822 w 54939"/>
                <a:gd name="csY30" fmla="*/ 0 h 15765"/>
                <a:gd name="csX31" fmla="*/ 4300 w 54939"/>
                <a:gd name="csY31" fmla="*/ 478 h 15765"/>
                <a:gd name="csX32" fmla="*/ 4777 w 54939"/>
                <a:gd name="csY32" fmla="*/ 1911 h 15765"/>
                <a:gd name="csX33" fmla="*/ 6210 w 54939"/>
                <a:gd name="csY33" fmla="*/ 2389 h 15765"/>
                <a:gd name="csX34" fmla="*/ 7644 w 54939"/>
                <a:gd name="csY34" fmla="*/ 2867 h 15765"/>
                <a:gd name="csX35" fmla="*/ 9555 w 54939"/>
                <a:gd name="csY35" fmla="*/ 2867 h 15765"/>
                <a:gd name="csX36" fmla="*/ 9555 w 54939"/>
                <a:gd name="csY36" fmla="*/ 2389 h 15765"/>
                <a:gd name="csX37" fmla="*/ 10988 w 54939"/>
                <a:gd name="csY37" fmla="*/ 1433 h 15765"/>
                <a:gd name="csX38" fmla="*/ 12421 w 54939"/>
                <a:gd name="csY38" fmla="*/ 1433 h 15765"/>
                <a:gd name="csX39" fmla="*/ 12899 w 54939"/>
                <a:gd name="csY39" fmla="*/ 2389 h 15765"/>
                <a:gd name="csX40" fmla="*/ 11466 w 54939"/>
                <a:gd name="csY40" fmla="*/ 3344 h 15765"/>
                <a:gd name="csX41" fmla="*/ 10988 w 54939"/>
                <a:gd name="csY41" fmla="*/ 3344 h 15765"/>
                <a:gd name="csX42" fmla="*/ 11466 w 54939"/>
                <a:gd name="csY42" fmla="*/ 3822 h 15765"/>
                <a:gd name="csX43" fmla="*/ 12421 w 54939"/>
                <a:gd name="csY43" fmla="*/ 4300 h 15765"/>
                <a:gd name="csX44" fmla="*/ 14332 w 54939"/>
                <a:gd name="csY44" fmla="*/ 4300 h 15765"/>
                <a:gd name="csX45" fmla="*/ 14332 w 54939"/>
                <a:gd name="csY45" fmla="*/ 5255 h 15765"/>
                <a:gd name="csX46" fmla="*/ 14332 w 54939"/>
                <a:gd name="csY46" fmla="*/ 5733 h 15765"/>
                <a:gd name="csX47" fmla="*/ 15287 w 54939"/>
                <a:gd name="csY47" fmla="*/ 6210 h 15765"/>
                <a:gd name="csX48" fmla="*/ 16243 w 54939"/>
                <a:gd name="csY48" fmla="*/ 6688 h 15765"/>
                <a:gd name="csX49" fmla="*/ 17676 w 54939"/>
                <a:gd name="csY49" fmla="*/ 6210 h 15765"/>
                <a:gd name="csX50" fmla="*/ 19587 w 54939"/>
                <a:gd name="csY50" fmla="*/ 6210 h 15765"/>
                <a:gd name="csX51" fmla="*/ 21498 w 54939"/>
                <a:gd name="csY51" fmla="*/ 5255 h 15765"/>
                <a:gd name="csX52" fmla="*/ 23409 w 54939"/>
                <a:gd name="csY52" fmla="*/ 5255 h 15765"/>
                <a:gd name="csX53" fmla="*/ 29142 w 54939"/>
                <a:gd name="csY53" fmla="*/ 5255 h 15765"/>
                <a:gd name="csX54" fmla="*/ 31052 w 54939"/>
                <a:gd name="csY54" fmla="*/ 6688 h 15765"/>
                <a:gd name="csX55" fmla="*/ 34874 w 54939"/>
                <a:gd name="csY55" fmla="*/ 7166 h 15765"/>
                <a:gd name="csX56" fmla="*/ 38218 w 54939"/>
                <a:gd name="csY56" fmla="*/ 7644 h 15765"/>
                <a:gd name="csX57" fmla="*/ 40129 w 54939"/>
                <a:gd name="csY57" fmla="*/ 7166 h 15765"/>
                <a:gd name="csX58" fmla="*/ 43474 w 54939"/>
                <a:gd name="csY58" fmla="*/ 6688 h 15765"/>
                <a:gd name="csX59" fmla="*/ 43951 w 54939"/>
                <a:gd name="csY59" fmla="*/ 7166 h 15765"/>
                <a:gd name="csX60" fmla="*/ 43474 w 54939"/>
                <a:gd name="csY60" fmla="*/ 10510 h 15765"/>
                <a:gd name="csX61" fmla="*/ 43474 w 54939"/>
                <a:gd name="csY61" fmla="*/ 11466 h 15765"/>
                <a:gd name="csX62" fmla="*/ 44429 w 54939"/>
                <a:gd name="csY62" fmla="*/ 11943 h 15765"/>
                <a:gd name="csX63" fmla="*/ 45384 w 54939"/>
                <a:gd name="csY63" fmla="*/ 11466 h 15765"/>
                <a:gd name="csX64" fmla="*/ 46817 w 54939"/>
                <a:gd name="csY64" fmla="*/ 10510 h 15765"/>
                <a:gd name="csX65" fmla="*/ 49206 w 54939"/>
                <a:gd name="csY65" fmla="*/ 9555 h 15765"/>
                <a:gd name="csX66" fmla="*/ 52072 w 54939"/>
                <a:gd name="csY66" fmla="*/ 9555 h 15765"/>
                <a:gd name="csX67" fmla="*/ 54461 w 54939"/>
                <a:gd name="csY67" fmla="*/ 7644 h 15765"/>
                <a:gd name="csX68" fmla="*/ 54939 w 54939"/>
                <a:gd name="csY68" fmla="*/ 7644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54939" h="15765">
                  <a:moveTo>
                    <a:pt x="54939" y="7644"/>
                  </a:moveTo>
                  <a:lnTo>
                    <a:pt x="54461" y="8599"/>
                  </a:lnTo>
                  <a:lnTo>
                    <a:pt x="54461" y="10988"/>
                  </a:lnTo>
                  <a:lnTo>
                    <a:pt x="53983" y="12421"/>
                  </a:lnTo>
                  <a:lnTo>
                    <a:pt x="53506" y="13376"/>
                  </a:lnTo>
                  <a:lnTo>
                    <a:pt x="52072" y="13854"/>
                  </a:lnTo>
                  <a:lnTo>
                    <a:pt x="49684" y="14332"/>
                  </a:lnTo>
                  <a:lnTo>
                    <a:pt x="45384" y="13854"/>
                  </a:lnTo>
                  <a:lnTo>
                    <a:pt x="41085" y="14332"/>
                  </a:lnTo>
                  <a:lnTo>
                    <a:pt x="32963" y="15287"/>
                  </a:lnTo>
                  <a:lnTo>
                    <a:pt x="24842" y="15765"/>
                  </a:lnTo>
                  <a:lnTo>
                    <a:pt x="23886" y="15765"/>
                  </a:lnTo>
                  <a:lnTo>
                    <a:pt x="23886" y="14332"/>
                  </a:lnTo>
                  <a:lnTo>
                    <a:pt x="23886" y="13376"/>
                  </a:lnTo>
                  <a:lnTo>
                    <a:pt x="22931" y="12421"/>
                  </a:lnTo>
                  <a:lnTo>
                    <a:pt x="20542" y="11943"/>
                  </a:lnTo>
                  <a:lnTo>
                    <a:pt x="18154" y="10988"/>
                  </a:lnTo>
                  <a:lnTo>
                    <a:pt x="9077" y="9555"/>
                  </a:lnTo>
                  <a:lnTo>
                    <a:pt x="6688" y="9077"/>
                  </a:lnTo>
                  <a:lnTo>
                    <a:pt x="3344" y="9555"/>
                  </a:lnTo>
                  <a:lnTo>
                    <a:pt x="1911" y="9077"/>
                  </a:lnTo>
                  <a:lnTo>
                    <a:pt x="956" y="8599"/>
                  </a:lnTo>
                  <a:lnTo>
                    <a:pt x="478" y="8121"/>
                  </a:lnTo>
                  <a:lnTo>
                    <a:pt x="0" y="5255"/>
                  </a:lnTo>
                  <a:lnTo>
                    <a:pt x="478" y="2867"/>
                  </a:lnTo>
                  <a:lnTo>
                    <a:pt x="1433" y="1911"/>
                  </a:lnTo>
                  <a:lnTo>
                    <a:pt x="1911" y="2867"/>
                  </a:lnTo>
                  <a:lnTo>
                    <a:pt x="2389" y="2867"/>
                  </a:lnTo>
                  <a:lnTo>
                    <a:pt x="3344" y="2389"/>
                  </a:lnTo>
                  <a:lnTo>
                    <a:pt x="3344" y="956"/>
                  </a:lnTo>
                  <a:lnTo>
                    <a:pt x="3822" y="0"/>
                  </a:lnTo>
                  <a:lnTo>
                    <a:pt x="4300" y="478"/>
                  </a:lnTo>
                  <a:lnTo>
                    <a:pt x="4777" y="1911"/>
                  </a:lnTo>
                  <a:lnTo>
                    <a:pt x="6210" y="2389"/>
                  </a:lnTo>
                  <a:lnTo>
                    <a:pt x="7644" y="2867"/>
                  </a:lnTo>
                  <a:lnTo>
                    <a:pt x="9555" y="2867"/>
                  </a:lnTo>
                  <a:lnTo>
                    <a:pt x="9555" y="2389"/>
                  </a:lnTo>
                  <a:lnTo>
                    <a:pt x="10988" y="1433"/>
                  </a:lnTo>
                  <a:lnTo>
                    <a:pt x="12421" y="1433"/>
                  </a:lnTo>
                  <a:lnTo>
                    <a:pt x="12899" y="2389"/>
                  </a:lnTo>
                  <a:lnTo>
                    <a:pt x="11466" y="3344"/>
                  </a:lnTo>
                  <a:lnTo>
                    <a:pt x="10988" y="3344"/>
                  </a:lnTo>
                  <a:lnTo>
                    <a:pt x="11466" y="3822"/>
                  </a:lnTo>
                  <a:lnTo>
                    <a:pt x="12421" y="4300"/>
                  </a:lnTo>
                  <a:lnTo>
                    <a:pt x="14332" y="4300"/>
                  </a:lnTo>
                  <a:lnTo>
                    <a:pt x="14332" y="5255"/>
                  </a:lnTo>
                  <a:lnTo>
                    <a:pt x="14332" y="5733"/>
                  </a:lnTo>
                  <a:lnTo>
                    <a:pt x="15287" y="6210"/>
                  </a:lnTo>
                  <a:lnTo>
                    <a:pt x="16243" y="6688"/>
                  </a:lnTo>
                  <a:lnTo>
                    <a:pt x="17676" y="6210"/>
                  </a:lnTo>
                  <a:lnTo>
                    <a:pt x="19587" y="6210"/>
                  </a:lnTo>
                  <a:lnTo>
                    <a:pt x="21498" y="5255"/>
                  </a:lnTo>
                  <a:lnTo>
                    <a:pt x="23409" y="5255"/>
                  </a:lnTo>
                  <a:lnTo>
                    <a:pt x="29142" y="5255"/>
                  </a:lnTo>
                  <a:lnTo>
                    <a:pt x="31052" y="6688"/>
                  </a:lnTo>
                  <a:lnTo>
                    <a:pt x="34874" y="7166"/>
                  </a:lnTo>
                  <a:lnTo>
                    <a:pt x="38218" y="7644"/>
                  </a:lnTo>
                  <a:lnTo>
                    <a:pt x="40129" y="7166"/>
                  </a:lnTo>
                  <a:lnTo>
                    <a:pt x="43474" y="6688"/>
                  </a:lnTo>
                  <a:lnTo>
                    <a:pt x="43951" y="7166"/>
                  </a:lnTo>
                  <a:lnTo>
                    <a:pt x="43474" y="10510"/>
                  </a:lnTo>
                  <a:lnTo>
                    <a:pt x="43474" y="11466"/>
                  </a:lnTo>
                  <a:lnTo>
                    <a:pt x="44429" y="11943"/>
                  </a:lnTo>
                  <a:lnTo>
                    <a:pt x="45384" y="11466"/>
                  </a:lnTo>
                  <a:lnTo>
                    <a:pt x="46817" y="10510"/>
                  </a:lnTo>
                  <a:lnTo>
                    <a:pt x="49206" y="9555"/>
                  </a:lnTo>
                  <a:lnTo>
                    <a:pt x="52072" y="9555"/>
                  </a:lnTo>
                  <a:lnTo>
                    <a:pt x="54461" y="7644"/>
                  </a:lnTo>
                  <a:lnTo>
                    <a:pt x="54939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5" name="Freeform 1784">
              <a:extLst>
                <a:ext uri="{FF2B5EF4-FFF2-40B4-BE49-F238E27FC236}">
                  <a16:creationId xmlns:a16="http://schemas.microsoft.com/office/drawing/2014/main" id="{207EF702-E369-5537-C676-56AD79551F09}"/>
                </a:ext>
              </a:extLst>
            </p:cNvPr>
            <p:cNvSpPr/>
            <p:nvPr/>
          </p:nvSpPr>
          <p:spPr>
            <a:xfrm>
              <a:off x="6401268" y="3902214"/>
              <a:ext cx="4299" cy="477"/>
            </a:xfrm>
            <a:custGeom>
              <a:avLst/>
              <a:gdLst>
                <a:gd name="csX0" fmla="*/ 4300 w 4299"/>
                <a:gd name="csY0" fmla="*/ 478 h 477"/>
                <a:gd name="csX1" fmla="*/ 1911 w 4299"/>
                <a:gd name="csY1" fmla="*/ 0 h 477"/>
                <a:gd name="csX2" fmla="*/ 0 w 4299"/>
                <a:gd name="csY2" fmla="*/ 478 h 477"/>
                <a:gd name="csX3" fmla="*/ 478 w 4299"/>
                <a:gd name="csY3" fmla="*/ 0 h 477"/>
                <a:gd name="csX4" fmla="*/ 1911 w 4299"/>
                <a:gd name="csY4" fmla="*/ 0 h 477"/>
                <a:gd name="csX5" fmla="*/ 4300 w 4299"/>
                <a:gd name="csY5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299" h="477">
                  <a:moveTo>
                    <a:pt x="4300" y="478"/>
                  </a:moveTo>
                  <a:lnTo>
                    <a:pt x="1911" y="0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6" name="Freeform 1785">
              <a:extLst>
                <a:ext uri="{FF2B5EF4-FFF2-40B4-BE49-F238E27FC236}">
                  <a16:creationId xmlns:a16="http://schemas.microsoft.com/office/drawing/2014/main" id="{5D0CD308-CEE5-B6C6-AB14-E7038629E76B}"/>
                </a:ext>
              </a:extLst>
            </p:cNvPr>
            <p:cNvSpPr/>
            <p:nvPr/>
          </p:nvSpPr>
          <p:spPr>
            <a:xfrm>
              <a:off x="6402701" y="5094626"/>
              <a:ext cx="1433" cy="955"/>
            </a:xfrm>
            <a:custGeom>
              <a:avLst/>
              <a:gdLst>
                <a:gd name="csX0" fmla="*/ 1433 w 1433"/>
                <a:gd name="csY0" fmla="*/ 956 h 955"/>
                <a:gd name="csX1" fmla="*/ 0 w 1433"/>
                <a:gd name="csY1" fmla="*/ 0 h 955"/>
                <a:gd name="csX2" fmla="*/ 0 w 1433"/>
                <a:gd name="csY2" fmla="*/ 0 h 955"/>
                <a:gd name="csX3" fmla="*/ 1433 w 1433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9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7" name="Freeform 1786">
              <a:extLst>
                <a:ext uri="{FF2B5EF4-FFF2-40B4-BE49-F238E27FC236}">
                  <a16:creationId xmlns:a16="http://schemas.microsoft.com/office/drawing/2014/main" id="{D542D54F-937C-CDD2-F44D-C93A216DD0A8}"/>
                </a:ext>
              </a:extLst>
            </p:cNvPr>
            <p:cNvSpPr/>
            <p:nvPr/>
          </p:nvSpPr>
          <p:spPr>
            <a:xfrm>
              <a:off x="6393147" y="3742174"/>
              <a:ext cx="9554" cy="1433"/>
            </a:xfrm>
            <a:custGeom>
              <a:avLst/>
              <a:gdLst>
                <a:gd name="csX0" fmla="*/ 9554 w 9554"/>
                <a:gd name="csY0" fmla="*/ 0 h 1433"/>
                <a:gd name="csX1" fmla="*/ 9554 w 9554"/>
                <a:gd name="csY1" fmla="*/ 0 h 1433"/>
                <a:gd name="csX2" fmla="*/ 4299 w 9554"/>
                <a:gd name="csY2" fmla="*/ 478 h 1433"/>
                <a:gd name="csX3" fmla="*/ 0 w 9554"/>
                <a:gd name="csY3" fmla="*/ 1433 h 1433"/>
                <a:gd name="csX4" fmla="*/ 4299 w 9554"/>
                <a:gd name="csY4" fmla="*/ 478 h 1433"/>
                <a:gd name="csX5" fmla="*/ 9554 w 9554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4" h="1433">
                  <a:moveTo>
                    <a:pt x="9554" y="0"/>
                  </a:moveTo>
                  <a:lnTo>
                    <a:pt x="9554" y="0"/>
                  </a:lnTo>
                  <a:lnTo>
                    <a:pt x="4299" y="478"/>
                  </a:lnTo>
                  <a:lnTo>
                    <a:pt x="0" y="1433"/>
                  </a:lnTo>
                  <a:lnTo>
                    <a:pt x="4299" y="478"/>
                  </a:lnTo>
                  <a:lnTo>
                    <a:pt x="955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8" name="Freeform 1787">
              <a:extLst>
                <a:ext uri="{FF2B5EF4-FFF2-40B4-BE49-F238E27FC236}">
                  <a16:creationId xmlns:a16="http://schemas.microsoft.com/office/drawing/2014/main" id="{44704B90-B32C-AF98-D660-E6778E6FCA1A}"/>
                </a:ext>
              </a:extLst>
            </p:cNvPr>
            <p:cNvSpPr/>
            <p:nvPr/>
          </p:nvSpPr>
          <p:spPr>
            <a:xfrm>
              <a:off x="6396491" y="3976739"/>
              <a:ext cx="6210" cy="10032"/>
            </a:xfrm>
            <a:custGeom>
              <a:avLst/>
              <a:gdLst>
                <a:gd name="csX0" fmla="*/ 6210 w 6210"/>
                <a:gd name="csY0" fmla="*/ 1433 h 10032"/>
                <a:gd name="csX1" fmla="*/ 5733 w 6210"/>
                <a:gd name="csY1" fmla="*/ 2389 h 10032"/>
                <a:gd name="csX2" fmla="*/ 5733 w 6210"/>
                <a:gd name="csY2" fmla="*/ 2867 h 10032"/>
                <a:gd name="csX3" fmla="*/ 6210 w 6210"/>
                <a:gd name="csY3" fmla="*/ 6688 h 10032"/>
                <a:gd name="csX4" fmla="*/ 5255 w 6210"/>
                <a:gd name="csY4" fmla="*/ 7166 h 10032"/>
                <a:gd name="csX5" fmla="*/ 4777 w 6210"/>
                <a:gd name="csY5" fmla="*/ 8121 h 10032"/>
                <a:gd name="csX6" fmla="*/ 4777 w 6210"/>
                <a:gd name="csY6" fmla="*/ 8599 h 10032"/>
                <a:gd name="csX7" fmla="*/ 2866 w 6210"/>
                <a:gd name="csY7" fmla="*/ 10032 h 10032"/>
                <a:gd name="csX8" fmla="*/ 955 w 6210"/>
                <a:gd name="csY8" fmla="*/ 8121 h 10032"/>
                <a:gd name="csX9" fmla="*/ 478 w 6210"/>
                <a:gd name="csY9" fmla="*/ 7644 h 10032"/>
                <a:gd name="csX10" fmla="*/ 1911 w 6210"/>
                <a:gd name="csY10" fmla="*/ 6688 h 10032"/>
                <a:gd name="csX11" fmla="*/ 2866 w 6210"/>
                <a:gd name="csY11" fmla="*/ 5733 h 10032"/>
                <a:gd name="csX12" fmla="*/ 1911 w 6210"/>
                <a:gd name="csY12" fmla="*/ 4300 h 10032"/>
                <a:gd name="csX13" fmla="*/ 0 w 6210"/>
                <a:gd name="csY13" fmla="*/ 1911 h 10032"/>
                <a:gd name="csX14" fmla="*/ 0 w 6210"/>
                <a:gd name="csY14" fmla="*/ 478 h 10032"/>
                <a:gd name="csX15" fmla="*/ 3344 w 6210"/>
                <a:gd name="csY15" fmla="*/ 0 h 10032"/>
                <a:gd name="csX16" fmla="*/ 5255 w 6210"/>
                <a:gd name="csY16" fmla="*/ 956 h 10032"/>
                <a:gd name="csX17" fmla="*/ 6210 w 6210"/>
                <a:gd name="csY17" fmla="*/ 1433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10" h="10032">
                  <a:moveTo>
                    <a:pt x="6210" y="1433"/>
                  </a:moveTo>
                  <a:lnTo>
                    <a:pt x="5733" y="2389"/>
                  </a:lnTo>
                  <a:lnTo>
                    <a:pt x="5733" y="2867"/>
                  </a:lnTo>
                  <a:lnTo>
                    <a:pt x="6210" y="6688"/>
                  </a:lnTo>
                  <a:lnTo>
                    <a:pt x="5255" y="7166"/>
                  </a:lnTo>
                  <a:lnTo>
                    <a:pt x="4777" y="8121"/>
                  </a:lnTo>
                  <a:lnTo>
                    <a:pt x="4777" y="8599"/>
                  </a:lnTo>
                  <a:lnTo>
                    <a:pt x="2866" y="10032"/>
                  </a:lnTo>
                  <a:lnTo>
                    <a:pt x="955" y="8121"/>
                  </a:lnTo>
                  <a:lnTo>
                    <a:pt x="478" y="7644"/>
                  </a:lnTo>
                  <a:lnTo>
                    <a:pt x="1911" y="6688"/>
                  </a:lnTo>
                  <a:lnTo>
                    <a:pt x="2866" y="5733"/>
                  </a:lnTo>
                  <a:lnTo>
                    <a:pt x="1911" y="4300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3344" y="0"/>
                  </a:lnTo>
                  <a:lnTo>
                    <a:pt x="5255" y="956"/>
                  </a:lnTo>
                  <a:lnTo>
                    <a:pt x="62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9" name="Freeform 1788">
              <a:extLst>
                <a:ext uri="{FF2B5EF4-FFF2-40B4-BE49-F238E27FC236}">
                  <a16:creationId xmlns:a16="http://schemas.microsoft.com/office/drawing/2014/main" id="{6567FDD4-3633-332B-DC09-B9B6AD62C2FC}"/>
                </a:ext>
              </a:extLst>
            </p:cNvPr>
            <p:cNvSpPr/>
            <p:nvPr/>
          </p:nvSpPr>
          <p:spPr>
            <a:xfrm>
              <a:off x="6385503" y="2869840"/>
              <a:ext cx="16720" cy="10509"/>
            </a:xfrm>
            <a:custGeom>
              <a:avLst/>
              <a:gdLst>
                <a:gd name="csX0" fmla="*/ 16721 w 16720"/>
                <a:gd name="csY0" fmla="*/ 5733 h 10509"/>
                <a:gd name="csX1" fmla="*/ 16721 w 16720"/>
                <a:gd name="csY1" fmla="*/ 8121 h 10509"/>
                <a:gd name="csX2" fmla="*/ 13854 w 16720"/>
                <a:gd name="csY2" fmla="*/ 9555 h 10509"/>
                <a:gd name="csX3" fmla="*/ 9555 w 16720"/>
                <a:gd name="csY3" fmla="*/ 10032 h 10509"/>
                <a:gd name="csX4" fmla="*/ 9077 w 16720"/>
                <a:gd name="csY4" fmla="*/ 10510 h 10509"/>
                <a:gd name="csX5" fmla="*/ 5733 w 16720"/>
                <a:gd name="csY5" fmla="*/ 10032 h 10509"/>
                <a:gd name="csX6" fmla="*/ 3344 w 16720"/>
                <a:gd name="csY6" fmla="*/ 6688 h 10509"/>
                <a:gd name="csX7" fmla="*/ 0 w 16720"/>
                <a:gd name="csY7" fmla="*/ 6210 h 10509"/>
                <a:gd name="csX8" fmla="*/ 478 w 16720"/>
                <a:gd name="csY8" fmla="*/ 4777 h 10509"/>
                <a:gd name="csX9" fmla="*/ 2389 w 16720"/>
                <a:gd name="csY9" fmla="*/ 2389 h 10509"/>
                <a:gd name="csX10" fmla="*/ 5733 w 16720"/>
                <a:gd name="csY10" fmla="*/ 0 h 10509"/>
                <a:gd name="csX11" fmla="*/ 10988 w 16720"/>
                <a:gd name="csY11" fmla="*/ 1911 h 10509"/>
                <a:gd name="csX12" fmla="*/ 12899 w 16720"/>
                <a:gd name="csY12" fmla="*/ 1911 h 10509"/>
                <a:gd name="csX13" fmla="*/ 15287 w 16720"/>
                <a:gd name="csY13" fmla="*/ 6210 h 10509"/>
                <a:gd name="csX14" fmla="*/ 16721 w 16720"/>
                <a:gd name="csY14" fmla="*/ 5733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6720" h="10509">
                  <a:moveTo>
                    <a:pt x="16721" y="5733"/>
                  </a:moveTo>
                  <a:lnTo>
                    <a:pt x="16721" y="8121"/>
                  </a:lnTo>
                  <a:lnTo>
                    <a:pt x="13854" y="9555"/>
                  </a:lnTo>
                  <a:lnTo>
                    <a:pt x="9555" y="10032"/>
                  </a:lnTo>
                  <a:lnTo>
                    <a:pt x="9077" y="10510"/>
                  </a:lnTo>
                  <a:lnTo>
                    <a:pt x="5733" y="10032"/>
                  </a:lnTo>
                  <a:lnTo>
                    <a:pt x="3344" y="6688"/>
                  </a:lnTo>
                  <a:lnTo>
                    <a:pt x="0" y="6210"/>
                  </a:lnTo>
                  <a:lnTo>
                    <a:pt x="478" y="4777"/>
                  </a:lnTo>
                  <a:lnTo>
                    <a:pt x="2389" y="2389"/>
                  </a:lnTo>
                  <a:lnTo>
                    <a:pt x="5733" y="0"/>
                  </a:lnTo>
                  <a:lnTo>
                    <a:pt x="10988" y="1911"/>
                  </a:lnTo>
                  <a:lnTo>
                    <a:pt x="12899" y="1911"/>
                  </a:lnTo>
                  <a:lnTo>
                    <a:pt x="15287" y="6210"/>
                  </a:lnTo>
                  <a:lnTo>
                    <a:pt x="16721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0" name="Freeform 1789">
              <a:extLst>
                <a:ext uri="{FF2B5EF4-FFF2-40B4-BE49-F238E27FC236}">
                  <a16:creationId xmlns:a16="http://schemas.microsoft.com/office/drawing/2014/main" id="{B59B82B1-1345-AE42-C6A6-F5BAB17F3106}"/>
                </a:ext>
              </a:extLst>
            </p:cNvPr>
            <p:cNvSpPr/>
            <p:nvPr/>
          </p:nvSpPr>
          <p:spPr>
            <a:xfrm>
              <a:off x="6400313" y="3926100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1" name="Freeform 1790">
              <a:extLst>
                <a:ext uri="{FF2B5EF4-FFF2-40B4-BE49-F238E27FC236}">
                  <a16:creationId xmlns:a16="http://schemas.microsoft.com/office/drawing/2014/main" id="{9FDFD966-1E53-EF36-561C-2C39FA6ABF38}"/>
                </a:ext>
              </a:extLst>
            </p:cNvPr>
            <p:cNvSpPr/>
            <p:nvPr/>
          </p:nvSpPr>
          <p:spPr>
            <a:xfrm>
              <a:off x="6394102" y="4014958"/>
              <a:ext cx="6688" cy="3344"/>
            </a:xfrm>
            <a:custGeom>
              <a:avLst/>
              <a:gdLst>
                <a:gd name="csX0" fmla="*/ 6688 w 6688"/>
                <a:gd name="csY0" fmla="*/ 478 h 3344"/>
                <a:gd name="csX1" fmla="*/ 4777 w 6688"/>
                <a:gd name="csY1" fmla="*/ 956 h 3344"/>
                <a:gd name="csX2" fmla="*/ 2389 w 6688"/>
                <a:gd name="csY2" fmla="*/ 3344 h 3344"/>
                <a:gd name="csX3" fmla="*/ 478 w 6688"/>
                <a:gd name="csY3" fmla="*/ 3344 h 3344"/>
                <a:gd name="csX4" fmla="*/ 0 w 6688"/>
                <a:gd name="csY4" fmla="*/ 3344 h 3344"/>
                <a:gd name="csX5" fmla="*/ 1433 w 6688"/>
                <a:gd name="csY5" fmla="*/ 2867 h 3344"/>
                <a:gd name="csX6" fmla="*/ 1911 w 6688"/>
                <a:gd name="csY6" fmla="*/ 2389 h 3344"/>
                <a:gd name="csX7" fmla="*/ 2389 w 6688"/>
                <a:gd name="csY7" fmla="*/ 1911 h 3344"/>
                <a:gd name="csX8" fmla="*/ 4299 w 6688"/>
                <a:gd name="csY8" fmla="*/ 956 h 3344"/>
                <a:gd name="csX9" fmla="*/ 5255 w 6688"/>
                <a:gd name="csY9" fmla="*/ 0 h 3344"/>
                <a:gd name="csX10" fmla="*/ 6688 w 6688"/>
                <a:gd name="csY10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8" h="3344">
                  <a:moveTo>
                    <a:pt x="6688" y="478"/>
                  </a:moveTo>
                  <a:lnTo>
                    <a:pt x="4777" y="956"/>
                  </a:lnTo>
                  <a:lnTo>
                    <a:pt x="2389" y="3344"/>
                  </a:lnTo>
                  <a:lnTo>
                    <a:pt x="478" y="3344"/>
                  </a:lnTo>
                  <a:lnTo>
                    <a:pt x="0" y="3344"/>
                  </a:lnTo>
                  <a:lnTo>
                    <a:pt x="1433" y="2867"/>
                  </a:lnTo>
                  <a:lnTo>
                    <a:pt x="1911" y="2389"/>
                  </a:lnTo>
                  <a:lnTo>
                    <a:pt x="2389" y="1911"/>
                  </a:lnTo>
                  <a:lnTo>
                    <a:pt x="4299" y="956"/>
                  </a:lnTo>
                  <a:lnTo>
                    <a:pt x="5255" y="0"/>
                  </a:lnTo>
                  <a:lnTo>
                    <a:pt x="668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2" name="Freeform 1791">
              <a:extLst>
                <a:ext uri="{FF2B5EF4-FFF2-40B4-BE49-F238E27FC236}">
                  <a16:creationId xmlns:a16="http://schemas.microsoft.com/office/drawing/2014/main" id="{B8C09AC2-AF48-1107-9E6D-C15ADC3A1755}"/>
                </a:ext>
              </a:extLst>
            </p:cNvPr>
            <p:cNvSpPr/>
            <p:nvPr/>
          </p:nvSpPr>
          <p:spPr>
            <a:xfrm>
              <a:off x="6396969" y="2951532"/>
              <a:ext cx="2388" cy="11943"/>
            </a:xfrm>
            <a:custGeom>
              <a:avLst/>
              <a:gdLst>
                <a:gd name="csX0" fmla="*/ 1433 w 2388"/>
                <a:gd name="csY0" fmla="*/ 2389 h 11943"/>
                <a:gd name="csX1" fmla="*/ 2389 w 2388"/>
                <a:gd name="csY1" fmla="*/ 0 h 11943"/>
                <a:gd name="csX2" fmla="*/ 1433 w 2388"/>
                <a:gd name="csY2" fmla="*/ 2389 h 11943"/>
                <a:gd name="csX3" fmla="*/ 0 w 2388"/>
                <a:gd name="csY3" fmla="*/ 11943 h 11943"/>
                <a:gd name="csX4" fmla="*/ 1433 w 2388"/>
                <a:gd name="csY4" fmla="*/ 2389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11943">
                  <a:moveTo>
                    <a:pt x="1433" y="2389"/>
                  </a:moveTo>
                  <a:lnTo>
                    <a:pt x="2389" y="0"/>
                  </a:lnTo>
                  <a:lnTo>
                    <a:pt x="1433" y="2389"/>
                  </a:lnTo>
                  <a:lnTo>
                    <a:pt x="0" y="11943"/>
                  </a:lnTo>
                  <a:lnTo>
                    <a:pt x="14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3" name="Freeform 1792">
              <a:extLst>
                <a:ext uri="{FF2B5EF4-FFF2-40B4-BE49-F238E27FC236}">
                  <a16:creationId xmlns:a16="http://schemas.microsoft.com/office/drawing/2014/main" id="{D2EAB061-0402-AA96-2C29-A5AC01F0CE87}"/>
                </a:ext>
              </a:extLst>
            </p:cNvPr>
            <p:cNvSpPr/>
            <p:nvPr/>
          </p:nvSpPr>
          <p:spPr>
            <a:xfrm>
              <a:off x="6392669" y="3938043"/>
              <a:ext cx="6210" cy="3344"/>
            </a:xfrm>
            <a:custGeom>
              <a:avLst/>
              <a:gdLst>
                <a:gd name="csX0" fmla="*/ 5255 w 6210"/>
                <a:gd name="csY0" fmla="*/ 0 h 3344"/>
                <a:gd name="csX1" fmla="*/ 6211 w 6210"/>
                <a:gd name="csY1" fmla="*/ 1433 h 3344"/>
                <a:gd name="csX2" fmla="*/ 6211 w 6210"/>
                <a:gd name="csY2" fmla="*/ 2389 h 3344"/>
                <a:gd name="csX3" fmla="*/ 1433 w 6210"/>
                <a:gd name="csY3" fmla="*/ 3344 h 3344"/>
                <a:gd name="csX4" fmla="*/ 0 w 6210"/>
                <a:gd name="csY4" fmla="*/ 2389 h 3344"/>
                <a:gd name="csX5" fmla="*/ 1433 w 6210"/>
                <a:gd name="csY5" fmla="*/ 956 h 3344"/>
                <a:gd name="csX6" fmla="*/ 4300 w 6210"/>
                <a:gd name="csY6" fmla="*/ 478 h 3344"/>
                <a:gd name="csX7" fmla="*/ 5255 w 6210"/>
                <a:gd name="csY7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3344">
                  <a:moveTo>
                    <a:pt x="5255" y="0"/>
                  </a:moveTo>
                  <a:lnTo>
                    <a:pt x="6211" y="1433"/>
                  </a:lnTo>
                  <a:lnTo>
                    <a:pt x="6211" y="2389"/>
                  </a:lnTo>
                  <a:lnTo>
                    <a:pt x="1433" y="3344"/>
                  </a:lnTo>
                  <a:lnTo>
                    <a:pt x="0" y="2389"/>
                  </a:lnTo>
                  <a:lnTo>
                    <a:pt x="1433" y="956"/>
                  </a:lnTo>
                  <a:lnTo>
                    <a:pt x="4300" y="478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4" name="Freeform 1793">
              <a:extLst>
                <a:ext uri="{FF2B5EF4-FFF2-40B4-BE49-F238E27FC236}">
                  <a16:creationId xmlns:a16="http://schemas.microsoft.com/office/drawing/2014/main" id="{851B6A97-5581-0A77-4597-AF9CC48AC12F}"/>
                </a:ext>
              </a:extLst>
            </p:cNvPr>
            <p:cNvSpPr/>
            <p:nvPr/>
          </p:nvSpPr>
          <p:spPr>
            <a:xfrm>
              <a:off x="6375471" y="3910335"/>
              <a:ext cx="22453" cy="3821"/>
            </a:xfrm>
            <a:custGeom>
              <a:avLst/>
              <a:gdLst>
                <a:gd name="csX0" fmla="*/ 22453 w 22453"/>
                <a:gd name="csY0" fmla="*/ 1911 h 3821"/>
                <a:gd name="csX1" fmla="*/ 22453 w 22453"/>
                <a:gd name="csY1" fmla="*/ 2389 h 3821"/>
                <a:gd name="csX2" fmla="*/ 19587 w 22453"/>
                <a:gd name="csY2" fmla="*/ 1911 h 3821"/>
                <a:gd name="csX3" fmla="*/ 18632 w 22453"/>
                <a:gd name="csY3" fmla="*/ 1911 h 3821"/>
                <a:gd name="csX4" fmla="*/ 16243 w 22453"/>
                <a:gd name="csY4" fmla="*/ 2389 h 3821"/>
                <a:gd name="csX5" fmla="*/ 14332 w 22453"/>
                <a:gd name="csY5" fmla="*/ 2389 h 3821"/>
                <a:gd name="csX6" fmla="*/ 11466 w 22453"/>
                <a:gd name="csY6" fmla="*/ 3344 h 3821"/>
                <a:gd name="csX7" fmla="*/ 9077 w 22453"/>
                <a:gd name="csY7" fmla="*/ 3822 h 3821"/>
                <a:gd name="csX8" fmla="*/ 6688 w 22453"/>
                <a:gd name="csY8" fmla="*/ 1911 h 3821"/>
                <a:gd name="csX9" fmla="*/ 3822 w 22453"/>
                <a:gd name="csY9" fmla="*/ 955 h 3821"/>
                <a:gd name="csX10" fmla="*/ 956 w 22453"/>
                <a:gd name="csY10" fmla="*/ 0 h 3821"/>
                <a:gd name="csX11" fmla="*/ 0 w 22453"/>
                <a:gd name="csY11" fmla="*/ 955 h 3821"/>
                <a:gd name="csX12" fmla="*/ 0 w 22453"/>
                <a:gd name="csY12" fmla="*/ 478 h 3821"/>
                <a:gd name="csX13" fmla="*/ 956 w 22453"/>
                <a:gd name="csY13" fmla="*/ 0 h 3821"/>
                <a:gd name="csX14" fmla="*/ 3822 w 22453"/>
                <a:gd name="csY14" fmla="*/ 955 h 3821"/>
                <a:gd name="csX15" fmla="*/ 6688 w 22453"/>
                <a:gd name="csY15" fmla="*/ 1911 h 3821"/>
                <a:gd name="csX16" fmla="*/ 9077 w 22453"/>
                <a:gd name="csY16" fmla="*/ 3822 h 3821"/>
                <a:gd name="csX17" fmla="*/ 11466 w 22453"/>
                <a:gd name="csY17" fmla="*/ 3344 h 3821"/>
                <a:gd name="csX18" fmla="*/ 14332 w 22453"/>
                <a:gd name="csY18" fmla="*/ 2389 h 3821"/>
                <a:gd name="csX19" fmla="*/ 16243 w 22453"/>
                <a:gd name="csY19" fmla="*/ 1911 h 3821"/>
                <a:gd name="csX20" fmla="*/ 18632 w 22453"/>
                <a:gd name="csY20" fmla="*/ 1911 h 3821"/>
                <a:gd name="csX21" fmla="*/ 19587 w 22453"/>
                <a:gd name="csY21" fmla="*/ 1911 h 3821"/>
                <a:gd name="csX22" fmla="*/ 22453 w 22453"/>
                <a:gd name="csY22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2453" h="3821">
                  <a:moveTo>
                    <a:pt x="22453" y="1911"/>
                  </a:moveTo>
                  <a:lnTo>
                    <a:pt x="22453" y="2389"/>
                  </a:lnTo>
                  <a:lnTo>
                    <a:pt x="19587" y="1911"/>
                  </a:lnTo>
                  <a:lnTo>
                    <a:pt x="18632" y="1911"/>
                  </a:lnTo>
                  <a:lnTo>
                    <a:pt x="16243" y="2389"/>
                  </a:lnTo>
                  <a:lnTo>
                    <a:pt x="14332" y="2389"/>
                  </a:lnTo>
                  <a:lnTo>
                    <a:pt x="11466" y="3344"/>
                  </a:lnTo>
                  <a:lnTo>
                    <a:pt x="9077" y="3822"/>
                  </a:lnTo>
                  <a:lnTo>
                    <a:pt x="6688" y="1911"/>
                  </a:lnTo>
                  <a:lnTo>
                    <a:pt x="3822" y="955"/>
                  </a:lnTo>
                  <a:lnTo>
                    <a:pt x="956" y="0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3822" y="955"/>
                  </a:lnTo>
                  <a:lnTo>
                    <a:pt x="6688" y="1911"/>
                  </a:lnTo>
                  <a:lnTo>
                    <a:pt x="9077" y="3822"/>
                  </a:lnTo>
                  <a:lnTo>
                    <a:pt x="11466" y="3344"/>
                  </a:lnTo>
                  <a:lnTo>
                    <a:pt x="14332" y="2389"/>
                  </a:lnTo>
                  <a:lnTo>
                    <a:pt x="16243" y="1911"/>
                  </a:lnTo>
                  <a:lnTo>
                    <a:pt x="18632" y="1911"/>
                  </a:lnTo>
                  <a:lnTo>
                    <a:pt x="19587" y="1911"/>
                  </a:lnTo>
                  <a:lnTo>
                    <a:pt x="2245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5" name="Freeform 1794">
              <a:extLst>
                <a:ext uri="{FF2B5EF4-FFF2-40B4-BE49-F238E27FC236}">
                  <a16:creationId xmlns:a16="http://schemas.microsoft.com/office/drawing/2014/main" id="{4A481F00-8687-4820-781F-8EE132613FD1}"/>
                </a:ext>
              </a:extLst>
            </p:cNvPr>
            <p:cNvSpPr/>
            <p:nvPr/>
          </p:nvSpPr>
          <p:spPr>
            <a:xfrm>
              <a:off x="6395058" y="3539617"/>
              <a:ext cx="1433" cy="2866"/>
            </a:xfrm>
            <a:custGeom>
              <a:avLst/>
              <a:gdLst>
                <a:gd name="csX0" fmla="*/ 1433 w 1433"/>
                <a:gd name="csY0" fmla="*/ 0 h 2866"/>
                <a:gd name="csX1" fmla="*/ 0 w 1433"/>
                <a:gd name="csY1" fmla="*/ 2866 h 2866"/>
                <a:gd name="csX2" fmla="*/ 1433 w 1433"/>
                <a:gd name="csY2" fmla="*/ 0 h 2866"/>
                <a:gd name="csX3" fmla="*/ 1433 w 1433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2866">
                  <a:moveTo>
                    <a:pt x="1433" y="0"/>
                  </a:moveTo>
                  <a:lnTo>
                    <a:pt x="0" y="2866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6" name="Freeform 1795">
              <a:extLst>
                <a:ext uri="{FF2B5EF4-FFF2-40B4-BE49-F238E27FC236}">
                  <a16:creationId xmlns:a16="http://schemas.microsoft.com/office/drawing/2014/main" id="{F846C0AE-5251-ECB5-E1FB-E27C0DEF2DC9}"/>
                </a:ext>
              </a:extLst>
            </p:cNvPr>
            <p:cNvSpPr/>
            <p:nvPr/>
          </p:nvSpPr>
          <p:spPr>
            <a:xfrm>
              <a:off x="6393624" y="3441205"/>
              <a:ext cx="1433" cy="1910"/>
            </a:xfrm>
            <a:custGeom>
              <a:avLst/>
              <a:gdLst>
                <a:gd name="csX0" fmla="*/ 0 w 1433"/>
                <a:gd name="csY0" fmla="*/ 0 h 1910"/>
                <a:gd name="csX1" fmla="*/ 1433 w 1433"/>
                <a:gd name="csY1" fmla="*/ 1911 h 1910"/>
                <a:gd name="csX2" fmla="*/ 0 w 1433"/>
                <a:gd name="csY2" fmla="*/ 0 h 1910"/>
                <a:gd name="csX3" fmla="*/ 0 w 1433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910">
                  <a:moveTo>
                    <a:pt x="0" y="0"/>
                  </a:moveTo>
                  <a:lnTo>
                    <a:pt x="1433" y="19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7" name="Freeform 1796">
              <a:extLst>
                <a:ext uri="{FF2B5EF4-FFF2-40B4-BE49-F238E27FC236}">
                  <a16:creationId xmlns:a16="http://schemas.microsoft.com/office/drawing/2014/main" id="{42915534-9D77-6B6D-0D2F-6F4325186108}"/>
                </a:ext>
              </a:extLst>
            </p:cNvPr>
            <p:cNvSpPr/>
            <p:nvPr/>
          </p:nvSpPr>
          <p:spPr>
            <a:xfrm>
              <a:off x="6388369" y="3931355"/>
              <a:ext cx="4777" cy="2866"/>
            </a:xfrm>
            <a:custGeom>
              <a:avLst/>
              <a:gdLst>
                <a:gd name="csX0" fmla="*/ 4299 w 4777"/>
                <a:gd name="csY0" fmla="*/ 1433 h 2866"/>
                <a:gd name="csX1" fmla="*/ 4777 w 4777"/>
                <a:gd name="csY1" fmla="*/ 2389 h 2866"/>
                <a:gd name="csX2" fmla="*/ 2389 w 4777"/>
                <a:gd name="csY2" fmla="*/ 2867 h 2866"/>
                <a:gd name="csX3" fmla="*/ 0 w 4777"/>
                <a:gd name="csY3" fmla="*/ 956 h 2866"/>
                <a:gd name="csX4" fmla="*/ 2389 w 4777"/>
                <a:gd name="csY4" fmla="*/ 0 h 2866"/>
                <a:gd name="csX5" fmla="*/ 3344 w 4777"/>
                <a:gd name="csY5" fmla="*/ 956 h 2866"/>
                <a:gd name="csX6" fmla="*/ 4299 w 4777"/>
                <a:gd name="csY6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7" h="2866">
                  <a:moveTo>
                    <a:pt x="4299" y="1433"/>
                  </a:moveTo>
                  <a:lnTo>
                    <a:pt x="4777" y="2389"/>
                  </a:lnTo>
                  <a:lnTo>
                    <a:pt x="2389" y="2867"/>
                  </a:lnTo>
                  <a:lnTo>
                    <a:pt x="0" y="956"/>
                  </a:lnTo>
                  <a:lnTo>
                    <a:pt x="2389" y="0"/>
                  </a:lnTo>
                  <a:lnTo>
                    <a:pt x="3344" y="956"/>
                  </a:lnTo>
                  <a:lnTo>
                    <a:pt x="429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8" name="Freeform 1797">
              <a:extLst>
                <a:ext uri="{FF2B5EF4-FFF2-40B4-BE49-F238E27FC236}">
                  <a16:creationId xmlns:a16="http://schemas.microsoft.com/office/drawing/2014/main" id="{7529305D-9094-643F-1A35-A0F8CB4EDA9D}"/>
                </a:ext>
              </a:extLst>
            </p:cNvPr>
            <p:cNvSpPr/>
            <p:nvPr/>
          </p:nvSpPr>
          <p:spPr>
            <a:xfrm>
              <a:off x="6386458" y="4008747"/>
              <a:ext cx="4777" cy="6210"/>
            </a:xfrm>
            <a:custGeom>
              <a:avLst/>
              <a:gdLst>
                <a:gd name="csX0" fmla="*/ 4300 w 4777"/>
                <a:gd name="csY0" fmla="*/ 478 h 6210"/>
                <a:gd name="csX1" fmla="*/ 4777 w 4777"/>
                <a:gd name="csY1" fmla="*/ 956 h 6210"/>
                <a:gd name="csX2" fmla="*/ 4777 w 4777"/>
                <a:gd name="csY2" fmla="*/ 3822 h 6210"/>
                <a:gd name="csX3" fmla="*/ 3822 w 4777"/>
                <a:gd name="csY3" fmla="*/ 5255 h 6210"/>
                <a:gd name="csX4" fmla="*/ 1911 w 4777"/>
                <a:gd name="csY4" fmla="*/ 6210 h 6210"/>
                <a:gd name="csX5" fmla="*/ 956 w 4777"/>
                <a:gd name="csY5" fmla="*/ 4777 h 6210"/>
                <a:gd name="csX6" fmla="*/ 0 w 4777"/>
                <a:gd name="csY6" fmla="*/ 2866 h 6210"/>
                <a:gd name="csX7" fmla="*/ 3344 w 4777"/>
                <a:gd name="csY7" fmla="*/ 0 h 6210"/>
                <a:gd name="csX8" fmla="*/ 4300 w 4777"/>
                <a:gd name="csY8" fmla="*/ 478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6210">
                  <a:moveTo>
                    <a:pt x="4300" y="478"/>
                  </a:moveTo>
                  <a:lnTo>
                    <a:pt x="4777" y="956"/>
                  </a:lnTo>
                  <a:lnTo>
                    <a:pt x="4777" y="3822"/>
                  </a:lnTo>
                  <a:lnTo>
                    <a:pt x="3822" y="5255"/>
                  </a:lnTo>
                  <a:lnTo>
                    <a:pt x="1911" y="6210"/>
                  </a:lnTo>
                  <a:lnTo>
                    <a:pt x="956" y="4777"/>
                  </a:lnTo>
                  <a:lnTo>
                    <a:pt x="0" y="2866"/>
                  </a:lnTo>
                  <a:lnTo>
                    <a:pt x="3344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9" name="Freeform 1798">
              <a:extLst>
                <a:ext uri="{FF2B5EF4-FFF2-40B4-BE49-F238E27FC236}">
                  <a16:creationId xmlns:a16="http://schemas.microsoft.com/office/drawing/2014/main" id="{339A71DF-E3C7-2B8C-E504-C0FE2ED45987}"/>
                </a:ext>
              </a:extLst>
            </p:cNvPr>
            <p:cNvSpPr/>
            <p:nvPr/>
          </p:nvSpPr>
          <p:spPr>
            <a:xfrm>
              <a:off x="6386936" y="4025468"/>
              <a:ext cx="2388" cy="2866"/>
            </a:xfrm>
            <a:custGeom>
              <a:avLst/>
              <a:gdLst>
                <a:gd name="csX0" fmla="*/ 1911 w 2388"/>
                <a:gd name="csY0" fmla="*/ 478 h 2866"/>
                <a:gd name="csX1" fmla="*/ 2389 w 2388"/>
                <a:gd name="csY1" fmla="*/ 1433 h 2866"/>
                <a:gd name="csX2" fmla="*/ 1433 w 2388"/>
                <a:gd name="csY2" fmla="*/ 2866 h 2866"/>
                <a:gd name="csX3" fmla="*/ 0 w 2388"/>
                <a:gd name="csY3" fmla="*/ 2389 h 2866"/>
                <a:gd name="csX4" fmla="*/ 478 w 2388"/>
                <a:gd name="csY4" fmla="*/ 1911 h 2866"/>
                <a:gd name="csX5" fmla="*/ 955 w 2388"/>
                <a:gd name="csY5" fmla="*/ 1433 h 2866"/>
                <a:gd name="csX6" fmla="*/ 955 w 2388"/>
                <a:gd name="csY6" fmla="*/ 478 h 2866"/>
                <a:gd name="csX7" fmla="*/ 478 w 2388"/>
                <a:gd name="csY7" fmla="*/ 0 h 2866"/>
                <a:gd name="csX8" fmla="*/ 478 w 2388"/>
                <a:gd name="csY8" fmla="*/ 0 h 2866"/>
                <a:gd name="csX9" fmla="*/ 1911 w 2388"/>
                <a:gd name="csY9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2866">
                  <a:moveTo>
                    <a:pt x="1911" y="478"/>
                  </a:moveTo>
                  <a:lnTo>
                    <a:pt x="2389" y="1433"/>
                  </a:lnTo>
                  <a:lnTo>
                    <a:pt x="1433" y="2866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955" y="1433"/>
                  </a:lnTo>
                  <a:lnTo>
                    <a:pt x="955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0" name="Freeform 1799">
              <a:extLst>
                <a:ext uri="{FF2B5EF4-FFF2-40B4-BE49-F238E27FC236}">
                  <a16:creationId xmlns:a16="http://schemas.microsoft.com/office/drawing/2014/main" id="{FF4DC55C-8A97-D5A2-EA6B-96467FFC67CC}"/>
                </a:ext>
              </a:extLst>
            </p:cNvPr>
            <p:cNvSpPr/>
            <p:nvPr/>
          </p:nvSpPr>
          <p:spPr>
            <a:xfrm>
              <a:off x="6385503" y="4001581"/>
              <a:ext cx="3344" cy="2388"/>
            </a:xfrm>
            <a:custGeom>
              <a:avLst/>
              <a:gdLst>
                <a:gd name="csX0" fmla="*/ 3344 w 3344"/>
                <a:gd name="csY0" fmla="*/ 956 h 2388"/>
                <a:gd name="csX1" fmla="*/ 2867 w 3344"/>
                <a:gd name="csY1" fmla="*/ 1433 h 2388"/>
                <a:gd name="csX2" fmla="*/ 1911 w 3344"/>
                <a:gd name="csY2" fmla="*/ 2389 h 2388"/>
                <a:gd name="csX3" fmla="*/ 0 w 3344"/>
                <a:gd name="csY3" fmla="*/ 2389 h 2388"/>
                <a:gd name="csX4" fmla="*/ 0 w 3344"/>
                <a:gd name="csY4" fmla="*/ 478 h 2388"/>
                <a:gd name="csX5" fmla="*/ 956 w 3344"/>
                <a:gd name="csY5" fmla="*/ 0 h 2388"/>
                <a:gd name="csX6" fmla="*/ 3344 w 3344"/>
                <a:gd name="csY6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2388">
                  <a:moveTo>
                    <a:pt x="3344" y="956"/>
                  </a:moveTo>
                  <a:lnTo>
                    <a:pt x="2867" y="1433"/>
                  </a:lnTo>
                  <a:lnTo>
                    <a:pt x="1911" y="2389"/>
                  </a:lnTo>
                  <a:lnTo>
                    <a:pt x="0" y="2389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33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1" name="Freeform 1800">
              <a:extLst>
                <a:ext uri="{FF2B5EF4-FFF2-40B4-BE49-F238E27FC236}">
                  <a16:creationId xmlns:a16="http://schemas.microsoft.com/office/drawing/2014/main" id="{50A28820-6FCB-52F3-542C-2F70C704B93D}"/>
                </a:ext>
              </a:extLst>
            </p:cNvPr>
            <p:cNvSpPr/>
            <p:nvPr/>
          </p:nvSpPr>
          <p:spPr>
            <a:xfrm>
              <a:off x="6380726" y="3942821"/>
              <a:ext cx="7643" cy="5732"/>
            </a:xfrm>
            <a:custGeom>
              <a:avLst/>
              <a:gdLst>
                <a:gd name="csX0" fmla="*/ 7644 w 7643"/>
                <a:gd name="csY0" fmla="*/ 0 h 5732"/>
                <a:gd name="csX1" fmla="*/ 7644 w 7643"/>
                <a:gd name="csY1" fmla="*/ 1433 h 5732"/>
                <a:gd name="csX2" fmla="*/ 6688 w 7643"/>
                <a:gd name="csY2" fmla="*/ 2389 h 5732"/>
                <a:gd name="csX3" fmla="*/ 6211 w 7643"/>
                <a:gd name="csY3" fmla="*/ 3822 h 5732"/>
                <a:gd name="csX4" fmla="*/ 5733 w 7643"/>
                <a:gd name="csY4" fmla="*/ 5733 h 5732"/>
                <a:gd name="csX5" fmla="*/ 4777 w 7643"/>
                <a:gd name="csY5" fmla="*/ 5733 h 5732"/>
                <a:gd name="csX6" fmla="*/ 3822 w 7643"/>
                <a:gd name="csY6" fmla="*/ 5255 h 5732"/>
                <a:gd name="csX7" fmla="*/ 3822 w 7643"/>
                <a:gd name="csY7" fmla="*/ 4299 h 5732"/>
                <a:gd name="csX8" fmla="*/ 3822 w 7643"/>
                <a:gd name="csY8" fmla="*/ 3344 h 5732"/>
                <a:gd name="csX9" fmla="*/ 3344 w 7643"/>
                <a:gd name="csY9" fmla="*/ 3344 h 5732"/>
                <a:gd name="csX10" fmla="*/ 2867 w 7643"/>
                <a:gd name="csY10" fmla="*/ 4777 h 5732"/>
                <a:gd name="csX11" fmla="*/ 2389 w 7643"/>
                <a:gd name="csY11" fmla="*/ 5255 h 5732"/>
                <a:gd name="csX12" fmla="*/ 1433 w 7643"/>
                <a:gd name="csY12" fmla="*/ 5255 h 5732"/>
                <a:gd name="csX13" fmla="*/ 0 w 7643"/>
                <a:gd name="csY13" fmla="*/ 4299 h 5732"/>
                <a:gd name="csX14" fmla="*/ 0 w 7643"/>
                <a:gd name="csY14" fmla="*/ 3344 h 5732"/>
                <a:gd name="csX15" fmla="*/ 0 w 7643"/>
                <a:gd name="csY15" fmla="*/ 1433 h 5732"/>
                <a:gd name="csX16" fmla="*/ 0 w 7643"/>
                <a:gd name="csY16" fmla="*/ 956 h 5732"/>
                <a:gd name="csX17" fmla="*/ 3344 w 7643"/>
                <a:gd name="csY17" fmla="*/ 956 h 5732"/>
                <a:gd name="csX18" fmla="*/ 4300 w 7643"/>
                <a:gd name="csY18" fmla="*/ 1911 h 5732"/>
                <a:gd name="csX19" fmla="*/ 5733 w 7643"/>
                <a:gd name="csY19" fmla="*/ 1433 h 5732"/>
                <a:gd name="csX20" fmla="*/ 6211 w 7643"/>
                <a:gd name="csY20" fmla="*/ 478 h 5732"/>
                <a:gd name="csX21" fmla="*/ 7644 w 7643"/>
                <a:gd name="csY21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7643" h="5732">
                  <a:moveTo>
                    <a:pt x="7644" y="0"/>
                  </a:moveTo>
                  <a:lnTo>
                    <a:pt x="7644" y="1433"/>
                  </a:lnTo>
                  <a:lnTo>
                    <a:pt x="6688" y="2389"/>
                  </a:lnTo>
                  <a:lnTo>
                    <a:pt x="6211" y="3822"/>
                  </a:lnTo>
                  <a:lnTo>
                    <a:pt x="5733" y="5733"/>
                  </a:lnTo>
                  <a:lnTo>
                    <a:pt x="4777" y="5733"/>
                  </a:lnTo>
                  <a:lnTo>
                    <a:pt x="3822" y="5255"/>
                  </a:lnTo>
                  <a:lnTo>
                    <a:pt x="3822" y="4299"/>
                  </a:lnTo>
                  <a:lnTo>
                    <a:pt x="3822" y="3344"/>
                  </a:lnTo>
                  <a:lnTo>
                    <a:pt x="3344" y="3344"/>
                  </a:lnTo>
                  <a:lnTo>
                    <a:pt x="2867" y="4777"/>
                  </a:lnTo>
                  <a:lnTo>
                    <a:pt x="2389" y="5255"/>
                  </a:lnTo>
                  <a:lnTo>
                    <a:pt x="1433" y="5255"/>
                  </a:lnTo>
                  <a:lnTo>
                    <a:pt x="0" y="4299"/>
                  </a:lnTo>
                  <a:lnTo>
                    <a:pt x="0" y="3344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3344" y="956"/>
                  </a:lnTo>
                  <a:lnTo>
                    <a:pt x="4300" y="1911"/>
                  </a:lnTo>
                  <a:lnTo>
                    <a:pt x="5733" y="1433"/>
                  </a:lnTo>
                  <a:lnTo>
                    <a:pt x="6211" y="478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2" name="Freeform 1801">
              <a:extLst>
                <a:ext uri="{FF2B5EF4-FFF2-40B4-BE49-F238E27FC236}">
                  <a16:creationId xmlns:a16="http://schemas.microsoft.com/office/drawing/2014/main" id="{7FCF8937-DB85-399B-E977-9146BCDDBA51}"/>
                </a:ext>
              </a:extLst>
            </p:cNvPr>
            <p:cNvSpPr/>
            <p:nvPr/>
          </p:nvSpPr>
          <p:spPr>
            <a:xfrm>
              <a:off x="6384548" y="4018302"/>
              <a:ext cx="2866" cy="2866"/>
            </a:xfrm>
            <a:custGeom>
              <a:avLst/>
              <a:gdLst>
                <a:gd name="csX0" fmla="*/ 2866 w 2866"/>
                <a:gd name="csY0" fmla="*/ 1433 h 2866"/>
                <a:gd name="csX1" fmla="*/ 2389 w 2866"/>
                <a:gd name="csY1" fmla="*/ 2389 h 2866"/>
                <a:gd name="csX2" fmla="*/ 2389 w 2866"/>
                <a:gd name="csY2" fmla="*/ 2866 h 2866"/>
                <a:gd name="csX3" fmla="*/ 478 w 2866"/>
                <a:gd name="csY3" fmla="*/ 1433 h 2866"/>
                <a:gd name="csX4" fmla="*/ 0 w 2866"/>
                <a:gd name="csY4" fmla="*/ 478 h 2866"/>
                <a:gd name="csX5" fmla="*/ 955 w 2866"/>
                <a:gd name="csY5" fmla="*/ 0 h 2866"/>
                <a:gd name="csX6" fmla="*/ 2866 w 2866"/>
                <a:gd name="csY6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2866">
                  <a:moveTo>
                    <a:pt x="2866" y="1433"/>
                  </a:moveTo>
                  <a:lnTo>
                    <a:pt x="2389" y="2389"/>
                  </a:lnTo>
                  <a:lnTo>
                    <a:pt x="2389" y="2866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3" name="Freeform 1802">
              <a:extLst>
                <a:ext uri="{FF2B5EF4-FFF2-40B4-BE49-F238E27FC236}">
                  <a16:creationId xmlns:a16="http://schemas.microsoft.com/office/drawing/2014/main" id="{E05DBD2C-DF0C-8F2B-FD47-5B4954E7EA69}"/>
                </a:ext>
              </a:extLst>
            </p:cNvPr>
            <p:cNvSpPr/>
            <p:nvPr/>
          </p:nvSpPr>
          <p:spPr>
            <a:xfrm>
              <a:off x="6385025" y="4639350"/>
              <a:ext cx="2388" cy="3821"/>
            </a:xfrm>
            <a:custGeom>
              <a:avLst/>
              <a:gdLst>
                <a:gd name="csX0" fmla="*/ 2389 w 2388"/>
                <a:gd name="csY0" fmla="*/ 0 h 3821"/>
                <a:gd name="csX1" fmla="*/ 0 w 2388"/>
                <a:gd name="csY1" fmla="*/ 3822 h 3821"/>
                <a:gd name="csX2" fmla="*/ 2389 w 2388"/>
                <a:gd name="csY2" fmla="*/ 0 h 3821"/>
                <a:gd name="csX3" fmla="*/ 2389 w 2388"/>
                <a:gd name="csY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3821">
                  <a:moveTo>
                    <a:pt x="2389" y="0"/>
                  </a:moveTo>
                  <a:lnTo>
                    <a:pt x="0" y="3822"/>
                  </a:lnTo>
                  <a:lnTo>
                    <a:pt x="2389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4" name="Freeform 1803">
              <a:extLst>
                <a:ext uri="{FF2B5EF4-FFF2-40B4-BE49-F238E27FC236}">
                  <a16:creationId xmlns:a16="http://schemas.microsoft.com/office/drawing/2014/main" id="{37B47E4E-A4D1-38F4-C64C-CFC54FFABEA8}"/>
                </a:ext>
              </a:extLst>
            </p:cNvPr>
            <p:cNvSpPr/>
            <p:nvPr/>
          </p:nvSpPr>
          <p:spPr>
            <a:xfrm>
              <a:off x="6381681" y="4009703"/>
              <a:ext cx="3344" cy="3821"/>
            </a:xfrm>
            <a:custGeom>
              <a:avLst/>
              <a:gdLst>
                <a:gd name="csX0" fmla="*/ 3344 w 3344"/>
                <a:gd name="csY0" fmla="*/ 1911 h 3821"/>
                <a:gd name="csX1" fmla="*/ 3344 w 3344"/>
                <a:gd name="csY1" fmla="*/ 1911 h 3821"/>
                <a:gd name="csX2" fmla="*/ 1911 w 3344"/>
                <a:gd name="csY2" fmla="*/ 3822 h 3821"/>
                <a:gd name="csX3" fmla="*/ 478 w 3344"/>
                <a:gd name="csY3" fmla="*/ 3822 h 3821"/>
                <a:gd name="csX4" fmla="*/ 0 w 3344"/>
                <a:gd name="csY4" fmla="*/ 2866 h 3821"/>
                <a:gd name="csX5" fmla="*/ 956 w 3344"/>
                <a:gd name="csY5" fmla="*/ 956 h 3821"/>
                <a:gd name="csX6" fmla="*/ 2389 w 3344"/>
                <a:gd name="csY6" fmla="*/ 0 h 3821"/>
                <a:gd name="csX7" fmla="*/ 3344 w 3344"/>
                <a:gd name="csY7" fmla="*/ 478 h 3821"/>
                <a:gd name="csX8" fmla="*/ 3344 w 3344"/>
                <a:gd name="csY8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3821">
                  <a:moveTo>
                    <a:pt x="3344" y="1911"/>
                  </a:moveTo>
                  <a:lnTo>
                    <a:pt x="3344" y="1911"/>
                  </a:lnTo>
                  <a:lnTo>
                    <a:pt x="1911" y="3822"/>
                  </a:lnTo>
                  <a:lnTo>
                    <a:pt x="478" y="3822"/>
                  </a:lnTo>
                  <a:lnTo>
                    <a:pt x="0" y="2866"/>
                  </a:lnTo>
                  <a:lnTo>
                    <a:pt x="956" y="956"/>
                  </a:lnTo>
                  <a:lnTo>
                    <a:pt x="2389" y="0"/>
                  </a:lnTo>
                  <a:lnTo>
                    <a:pt x="3344" y="478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5" name="Freeform 1804">
              <a:extLst>
                <a:ext uri="{FF2B5EF4-FFF2-40B4-BE49-F238E27FC236}">
                  <a16:creationId xmlns:a16="http://schemas.microsoft.com/office/drawing/2014/main" id="{DE0F7B17-DA04-CF80-A514-3CE28565A63F}"/>
                </a:ext>
              </a:extLst>
            </p:cNvPr>
            <p:cNvSpPr/>
            <p:nvPr/>
          </p:nvSpPr>
          <p:spPr>
            <a:xfrm>
              <a:off x="6116064" y="5045898"/>
              <a:ext cx="268483" cy="235520"/>
            </a:xfrm>
            <a:custGeom>
              <a:avLst/>
              <a:gdLst>
                <a:gd name="csX0" fmla="*/ 268484 w 268483"/>
                <a:gd name="csY0" fmla="*/ 15765 h 235520"/>
                <a:gd name="csX1" fmla="*/ 267528 w 268483"/>
                <a:gd name="csY1" fmla="*/ 15287 h 235520"/>
                <a:gd name="csX2" fmla="*/ 261796 w 268483"/>
                <a:gd name="csY2" fmla="*/ 16243 h 235520"/>
                <a:gd name="csX3" fmla="*/ 259407 w 268483"/>
                <a:gd name="csY3" fmla="*/ 16721 h 235520"/>
                <a:gd name="csX4" fmla="*/ 254152 w 268483"/>
                <a:gd name="csY4" fmla="*/ 20543 h 235520"/>
                <a:gd name="csX5" fmla="*/ 253197 w 268483"/>
                <a:gd name="csY5" fmla="*/ 20065 h 235520"/>
                <a:gd name="csX6" fmla="*/ 251763 w 268483"/>
                <a:gd name="csY6" fmla="*/ 19109 h 235520"/>
                <a:gd name="csX7" fmla="*/ 250808 w 268483"/>
                <a:gd name="csY7" fmla="*/ 19109 h 235520"/>
                <a:gd name="csX8" fmla="*/ 248419 w 268483"/>
                <a:gd name="csY8" fmla="*/ 20065 h 235520"/>
                <a:gd name="csX9" fmla="*/ 246031 w 268483"/>
                <a:gd name="csY9" fmla="*/ 21020 h 235520"/>
                <a:gd name="csX10" fmla="*/ 243642 w 268483"/>
                <a:gd name="csY10" fmla="*/ 22453 h 235520"/>
                <a:gd name="csX11" fmla="*/ 241731 w 268483"/>
                <a:gd name="csY11" fmla="*/ 23886 h 235520"/>
                <a:gd name="csX12" fmla="*/ 240775 w 268483"/>
                <a:gd name="csY12" fmla="*/ 24364 h 235520"/>
                <a:gd name="csX13" fmla="*/ 237909 w 268483"/>
                <a:gd name="csY13" fmla="*/ 27709 h 235520"/>
                <a:gd name="csX14" fmla="*/ 236476 w 268483"/>
                <a:gd name="csY14" fmla="*/ 28186 h 235520"/>
                <a:gd name="csX15" fmla="*/ 235521 w 268483"/>
                <a:gd name="csY15" fmla="*/ 28186 h 235520"/>
                <a:gd name="csX16" fmla="*/ 235521 w 268483"/>
                <a:gd name="csY16" fmla="*/ 28186 h 235520"/>
                <a:gd name="csX17" fmla="*/ 235043 w 268483"/>
                <a:gd name="csY17" fmla="*/ 26753 h 235520"/>
                <a:gd name="csX18" fmla="*/ 233132 w 268483"/>
                <a:gd name="csY18" fmla="*/ 23886 h 235520"/>
                <a:gd name="csX19" fmla="*/ 229788 w 268483"/>
                <a:gd name="csY19" fmla="*/ 20065 h 235520"/>
                <a:gd name="csX20" fmla="*/ 228832 w 268483"/>
                <a:gd name="csY20" fmla="*/ 19587 h 235520"/>
                <a:gd name="csX21" fmla="*/ 227877 w 268483"/>
                <a:gd name="csY21" fmla="*/ 19587 h 235520"/>
                <a:gd name="csX22" fmla="*/ 225966 w 268483"/>
                <a:gd name="csY22" fmla="*/ 19587 h 235520"/>
                <a:gd name="csX23" fmla="*/ 218800 w 268483"/>
                <a:gd name="csY23" fmla="*/ 20543 h 235520"/>
                <a:gd name="csX24" fmla="*/ 213067 w 268483"/>
                <a:gd name="csY24" fmla="*/ 21498 h 235520"/>
                <a:gd name="csX25" fmla="*/ 203991 w 268483"/>
                <a:gd name="csY25" fmla="*/ 23409 h 235520"/>
                <a:gd name="csX26" fmla="*/ 194436 w 268483"/>
                <a:gd name="csY26" fmla="*/ 24364 h 235520"/>
                <a:gd name="csX27" fmla="*/ 188703 w 268483"/>
                <a:gd name="csY27" fmla="*/ 25320 h 235520"/>
                <a:gd name="csX28" fmla="*/ 183448 w 268483"/>
                <a:gd name="csY28" fmla="*/ 25320 h 235520"/>
                <a:gd name="csX29" fmla="*/ 183448 w 268483"/>
                <a:gd name="csY29" fmla="*/ 29619 h 235520"/>
                <a:gd name="csX30" fmla="*/ 183448 w 268483"/>
                <a:gd name="csY30" fmla="*/ 37263 h 235520"/>
                <a:gd name="csX31" fmla="*/ 183448 w 268483"/>
                <a:gd name="csY31" fmla="*/ 44907 h 235520"/>
                <a:gd name="csX32" fmla="*/ 183448 w 268483"/>
                <a:gd name="csY32" fmla="*/ 53028 h 235520"/>
                <a:gd name="csX33" fmla="*/ 183448 w 268483"/>
                <a:gd name="csY33" fmla="*/ 60672 h 235520"/>
                <a:gd name="csX34" fmla="*/ 183448 w 268483"/>
                <a:gd name="csY34" fmla="*/ 68316 h 235520"/>
                <a:gd name="csX35" fmla="*/ 183448 w 268483"/>
                <a:gd name="csY35" fmla="*/ 76437 h 235520"/>
                <a:gd name="csX36" fmla="*/ 183448 w 268483"/>
                <a:gd name="csY36" fmla="*/ 84558 h 235520"/>
                <a:gd name="csX37" fmla="*/ 183926 w 268483"/>
                <a:gd name="csY37" fmla="*/ 92202 h 235520"/>
                <a:gd name="csX38" fmla="*/ 183926 w 268483"/>
                <a:gd name="csY38" fmla="*/ 95546 h 235520"/>
                <a:gd name="csX39" fmla="*/ 183448 w 268483"/>
                <a:gd name="csY39" fmla="*/ 96501 h 235520"/>
                <a:gd name="csX40" fmla="*/ 180582 w 268483"/>
                <a:gd name="csY40" fmla="*/ 96501 h 235520"/>
                <a:gd name="csX41" fmla="*/ 173893 w 268483"/>
                <a:gd name="csY41" fmla="*/ 96501 h 235520"/>
                <a:gd name="csX42" fmla="*/ 168161 w 268483"/>
                <a:gd name="csY42" fmla="*/ 96501 h 235520"/>
                <a:gd name="csX43" fmla="*/ 163861 w 268483"/>
                <a:gd name="csY43" fmla="*/ 96501 h 235520"/>
                <a:gd name="csX44" fmla="*/ 163861 w 268483"/>
                <a:gd name="csY44" fmla="*/ 101279 h 235520"/>
                <a:gd name="csX45" fmla="*/ 163861 w 268483"/>
                <a:gd name="csY45" fmla="*/ 107012 h 235520"/>
                <a:gd name="csX46" fmla="*/ 163861 w 268483"/>
                <a:gd name="csY46" fmla="*/ 112266 h 235520"/>
                <a:gd name="csX47" fmla="*/ 163861 w 268483"/>
                <a:gd name="csY47" fmla="*/ 117999 h 235520"/>
                <a:gd name="csX48" fmla="*/ 163861 w 268483"/>
                <a:gd name="csY48" fmla="*/ 123732 h 235520"/>
                <a:gd name="csX49" fmla="*/ 163861 w 268483"/>
                <a:gd name="csY49" fmla="*/ 129465 h 235520"/>
                <a:gd name="csX50" fmla="*/ 163861 w 268483"/>
                <a:gd name="csY50" fmla="*/ 135198 h 235520"/>
                <a:gd name="csX51" fmla="*/ 163861 w 268483"/>
                <a:gd name="csY51" fmla="*/ 140930 h 235520"/>
                <a:gd name="csX52" fmla="*/ 163861 w 268483"/>
                <a:gd name="csY52" fmla="*/ 146185 h 235520"/>
                <a:gd name="csX53" fmla="*/ 163861 w 268483"/>
                <a:gd name="csY53" fmla="*/ 150963 h 235520"/>
                <a:gd name="csX54" fmla="*/ 163861 w 268483"/>
                <a:gd name="csY54" fmla="*/ 150963 h 235520"/>
                <a:gd name="csX55" fmla="*/ 163861 w 268483"/>
                <a:gd name="csY55" fmla="*/ 159562 h 235520"/>
                <a:gd name="csX56" fmla="*/ 163861 w 268483"/>
                <a:gd name="csY56" fmla="*/ 168639 h 235520"/>
                <a:gd name="csX57" fmla="*/ 163861 w 268483"/>
                <a:gd name="csY57" fmla="*/ 177238 h 235520"/>
                <a:gd name="csX58" fmla="*/ 163861 w 268483"/>
                <a:gd name="csY58" fmla="*/ 186314 h 235520"/>
                <a:gd name="csX59" fmla="*/ 163861 w 268483"/>
                <a:gd name="csY59" fmla="*/ 195391 h 235520"/>
                <a:gd name="csX60" fmla="*/ 163861 w 268483"/>
                <a:gd name="csY60" fmla="*/ 204468 h 235520"/>
                <a:gd name="csX61" fmla="*/ 163861 w 268483"/>
                <a:gd name="csY61" fmla="*/ 213545 h 235520"/>
                <a:gd name="csX62" fmla="*/ 163861 w 268483"/>
                <a:gd name="csY62" fmla="*/ 222622 h 235520"/>
                <a:gd name="csX63" fmla="*/ 163861 w 268483"/>
                <a:gd name="csY63" fmla="*/ 225488 h 235520"/>
                <a:gd name="csX64" fmla="*/ 161950 w 268483"/>
                <a:gd name="csY64" fmla="*/ 225488 h 235520"/>
                <a:gd name="csX65" fmla="*/ 157651 w 268483"/>
                <a:gd name="csY65" fmla="*/ 226444 h 235520"/>
                <a:gd name="csX66" fmla="*/ 155262 w 268483"/>
                <a:gd name="csY66" fmla="*/ 228355 h 235520"/>
                <a:gd name="csX67" fmla="*/ 153829 w 268483"/>
                <a:gd name="csY67" fmla="*/ 229788 h 235520"/>
                <a:gd name="csX68" fmla="*/ 152396 w 268483"/>
                <a:gd name="csY68" fmla="*/ 231221 h 235520"/>
                <a:gd name="csX69" fmla="*/ 150485 w 268483"/>
                <a:gd name="csY69" fmla="*/ 231221 h 235520"/>
                <a:gd name="csX70" fmla="*/ 150485 w 268483"/>
                <a:gd name="csY70" fmla="*/ 231221 h 235520"/>
                <a:gd name="csX71" fmla="*/ 150485 w 268483"/>
                <a:gd name="csY71" fmla="*/ 231699 h 235520"/>
                <a:gd name="csX72" fmla="*/ 150007 w 268483"/>
                <a:gd name="csY72" fmla="*/ 232177 h 235520"/>
                <a:gd name="csX73" fmla="*/ 150007 w 268483"/>
                <a:gd name="csY73" fmla="*/ 233610 h 235520"/>
                <a:gd name="csX74" fmla="*/ 149529 w 268483"/>
                <a:gd name="csY74" fmla="*/ 235043 h 235520"/>
                <a:gd name="csX75" fmla="*/ 147618 w 268483"/>
                <a:gd name="csY75" fmla="*/ 235521 h 235520"/>
                <a:gd name="csX76" fmla="*/ 145230 w 268483"/>
                <a:gd name="csY76" fmla="*/ 235521 h 235520"/>
                <a:gd name="csX77" fmla="*/ 141408 w 268483"/>
                <a:gd name="csY77" fmla="*/ 234087 h 235520"/>
                <a:gd name="csX78" fmla="*/ 136631 w 268483"/>
                <a:gd name="csY78" fmla="*/ 234087 h 235520"/>
                <a:gd name="csX79" fmla="*/ 130898 w 268483"/>
                <a:gd name="csY79" fmla="*/ 234565 h 235520"/>
                <a:gd name="csX80" fmla="*/ 126598 w 268483"/>
                <a:gd name="csY80" fmla="*/ 234087 h 235520"/>
                <a:gd name="csX81" fmla="*/ 124210 w 268483"/>
                <a:gd name="csY81" fmla="*/ 233132 h 235520"/>
                <a:gd name="csX82" fmla="*/ 121343 w 268483"/>
                <a:gd name="csY82" fmla="*/ 232177 h 235520"/>
                <a:gd name="csX83" fmla="*/ 118954 w 268483"/>
                <a:gd name="csY83" fmla="*/ 232177 h 235520"/>
                <a:gd name="csX84" fmla="*/ 117044 w 268483"/>
                <a:gd name="csY84" fmla="*/ 231699 h 235520"/>
                <a:gd name="csX85" fmla="*/ 113700 w 268483"/>
                <a:gd name="csY85" fmla="*/ 230744 h 235520"/>
                <a:gd name="csX86" fmla="*/ 113222 w 268483"/>
                <a:gd name="csY86" fmla="*/ 229310 h 235520"/>
                <a:gd name="csX87" fmla="*/ 112744 w 268483"/>
                <a:gd name="csY87" fmla="*/ 227877 h 235520"/>
                <a:gd name="csX88" fmla="*/ 111789 w 268483"/>
                <a:gd name="csY88" fmla="*/ 226444 h 235520"/>
                <a:gd name="csX89" fmla="*/ 111789 w 268483"/>
                <a:gd name="csY89" fmla="*/ 225488 h 235520"/>
                <a:gd name="csX90" fmla="*/ 112266 w 268483"/>
                <a:gd name="csY90" fmla="*/ 225011 h 235520"/>
                <a:gd name="csX91" fmla="*/ 112266 w 268483"/>
                <a:gd name="csY91" fmla="*/ 223578 h 235520"/>
                <a:gd name="csX92" fmla="*/ 111789 w 268483"/>
                <a:gd name="csY92" fmla="*/ 221667 h 235520"/>
                <a:gd name="csX93" fmla="*/ 110833 w 268483"/>
                <a:gd name="csY93" fmla="*/ 221189 h 235520"/>
                <a:gd name="csX94" fmla="*/ 109878 w 268483"/>
                <a:gd name="csY94" fmla="*/ 221189 h 235520"/>
                <a:gd name="csX95" fmla="*/ 108922 w 268483"/>
                <a:gd name="csY95" fmla="*/ 220233 h 235520"/>
                <a:gd name="csX96" fmla="*/ 108445 w 268483"/>
                <a:gd name="csY96" fmla="*/ 219278 h 235520"/>
                <a:gd name="csX97" fmla="*/ 107967 w 268483"/>
                <a:gd name="csY97" fmla="*/ 217845 h 235520"/>
                <a:gd name="csX98" fmla="*/ 107967 w 268483"/>
                <a:gd name="csY98" fmla="*/ 217845 h 235520"/>
                <a:gd name="csX99" fmla="*/ 106056 w 268483"/>
                <a:gd name="csY99" fmla="*/ 216889 h 235520"/>
                <a:gd name="csX100" fmla="*/ 106056 w 268483"/>
                <a:gd name="csY100" fmla="*/ 216889 h 235520"/>
                <a:gd name="csX101" fmla="*/ 103667 w 268483"/>
                <a:gd name="csY101" fmla="*/ 217845 h 235520"/>
                <a:gd name="csX102" fmla="*/ 102234 w 268483"/>
                <a:gd name="csY102" fmla="*/ 218800 h 235520"/>
                <a:gd name="csX103" fmla="*/ 102234 w 268483"/>
                <a:gd name="csY103" fmla="*/ 218800 h 235520"/>
                <a:gd name="csX104" fmla="*/ 101756 w 268483"/>
                <a:gd name="csY104" fmla="*/ 220711 h 235520"/>
                <a:gd name="csX105" fmla="*/ 100801 w 268483"/>
                <a:gd name="csY105" fmla="*/ 221667 h 235520"/>
                <a:gd name="csX106" fmla="*/ 100801 w 268483"/>
                <a:gd name="csY106" fmla="*/ 223578 h 235520"/>
                <a:gd name="csX107" fmla="*/ 100323 w 268483"/>
                <a:gd name="csY107" fmla="*/ 224533 h 235520"/>
                <a:gd name="csX108" fmla="*/ 99845 w 268483"/>
                <a:gd name="csY108" fmla="*/ 225488 h 235520"/>
                <a:gd name="csX109" fmla="*/ 99368 w 268483"/>
                <a:gd name="csY109" fmla="*/ 225966 h 235520"/>
                <a:gd name="csX110" fmla="*/ 98412 w 268483"/>
                <a:gd name="csY110" fmla="*/ 225966 h 235520"/>
                <a:gd name="csX111" fmla="*/ 97457 w 268483"/>
                <a:gd name="csY111" fmla="*/ 226444 h 235520"/>
                <a:gd name="csX112" fmla="*/ 94590 w 268483"/>
                <a:gd name="csY112" fmla="*/ 228355 h 235520"/>
                <a:gd name="csX113" fmla="*/ 93635 w 268483"/>
                <a:gd name="csY113" fmla="*/ 228833 h 235520"/>
                <a:gd name="csX114" fmla="*/ 91724 w 268483"/>
                <a:gd name="csY114" fmla="*/ 227399 h 235520"/>
                <a:gd name="csX115" fmla="*/ 85036 w 268483"/>
                <a:gd name="csY115" fmla="*/ 221189 h 235520"/>
                <a:gd name="csX116" fmla="*/ 82647 w 268483"/>
                <a:gd name="csY116" fmla="*/ 219278 h 235520"/>
                <a:gd name="csX117" fmla="*/ 79303 w 268483"/>
                <a:gd name="csY117" fmla="*/ 215456 h 235520"/>
                <a:gd name="csX118" fmla="*/ 72137 w 268483"/>
                <a:gd name="csY118" fmla="*/ 203991 h 235520"/>
                <a:gd name="csX119" fmla="*/ 70704 w 268483"/>
                <a:gd name="csY119" fmla="*/ 201602 h 235520"/>
                <a:gd name="csX120" fmla="*/ 69271 w 268483"/>
                <a:gd name="csY120" fmla="*/ 195869 h 235520"/>
                <a:gd name="csX121" fmla="*/ 67838 w 268483"/>
                <a:gd name="csY121" fmla="*/ 191570 h 235520"/>
                <a:gd name="csX122" fmla="*/ 67838 w 268483"/>
                <a:gd name="csY122" fmla="*/ 189181 h 235520"/>
                <a:gd name="csX123" fmla="*/ 68315 w 268483"/>
                <a:gd name="csY123" fmla="*/ 187748 h 235520"/>
                <a:gd name="csX124" fmla="*/ 67838 w 268483"/>
                <a:gd name="csY124" fmla="*/ 185837 h 235520"/>
                <a:gd name="csX125" fmla="*/ 66882 w 268483"/>
                <a:gd name="csY125" fmla="*/ 184404 h 235520"/>
                <a:gd name="csX126" fmla="*/ 64493 w 268483"/>
                <a:gd name="csY126" fmla="*/ 182015 h 235520"/>
                <a:gd name="csX127" fmla="*/ 64016 w 268483"/>
                <a:gd name="csY127" fmla="*/ 174849 h 235520"/>
                <a:gd name="csX128" fmla="*/ 62105 w 268483"/>
                <a:gd name="csY128" fmla="*/ 170072 h 235520"/>
                <a:gd name="csX129" fmla="*/ 62582 w 268483"/>
                <a:gd name="csY129" fmla="*/ 166250 h 235520"/>
                <a:gd name="csX130" fmla="*/ 61627 w 268483"/>
                <a:gd name="csY130" fmla="*/ 162906 h 235520"/>
                <a:gd name="csX131" fmla="*/ 61627 w 268483"/>
                <a:gd name="csY131" fmla="*/ 160517 h 235520"/>
                <a:gd name="csX132" fmla="*/ 62105 w 268483"/>
                <a:gd name="csY132" fmla="*/ 156218 h 235520"/>
                <a:gd name="csX133" fmla="*/ 60672 w 268483"/>
                <a:gd name="csY133" fmla="*/ 151440 h 235520"/>
                <a:gd name="csX134" fmla="*/ 57805 w 268483"/>
                <a:gd name="csY134" fmla="*/ 146663 h 235520"/>
                <a:gd name="csX135" fmla="*/ 55416 w 268483"/>
                <a:gd name="csY135" fmla="*/ 139975 h 235520"/>
                <a:gd name="csX136" fmla="*/ 54939 w 268483"/>
                <a:gd name="csY136" fmla="*/ 136631 h 235520"/>
                <a:gd name="csX137" fmla="*/ 54939 w 268483"/>
                <a:gd name="csY137" fmla="*/ 128987 h 235520"/>
                <a:gd name="csX138" fmla="*/ 54461 w 268483"/>
                <a:gd name="csY138" fmla="*/ 125643 h 235520"/>
                <a:gd name="csX139" fmla="*/ 54939 w 268483"/>
                <a:gd name="csY139" fmla="*/ 121821 h 235520"/>
                <a:gd name="csX140" fmla="*/ 53506 w 268483"/>
                <a:gd name="csY140" fmla="*/ 117522 h 235520"/>
                <a:gd name="csX141" fmla="*/ 53506 w 268483"/>
                <a:gd name="csY141" fmla="*/ 115611 h 235520"/>
                <a:gd name="csX142" fmla="*/ 53983 w 268483"/>
                <a:gd name="csY142" fmla="*/ 113700 h 235520"/>
                <a:gd name="csX143" fmla="*/ 54461 w 268483"/>
                <a:gd name="csY143" fmla="*/ 114177 h 235520"/>
                <a:gd name="csX144" fmla="*/ 54939 w 268483"/>
                <a:gd name="csY144" fmla="*/ 114655 h 235520"/>
                <a:gd name="csX145" fmla="*/ 55416 w 268483"/>
                <a:gd name="csY145" fmla="*/ 112266 h 235520"/>
                <a:gd name="csX146" fmla="*/ 55894 w 268483"/>
                <a:gd name="csY146" fmla="*/ 110356 h 235520"/>
                <a:gd name="csX147" fmla="*/ 54461 w 268483"/>
                <a:gd name="csY147" fmla="*/ 105100 h 235520"/>
                <a:gd name="csX148" fmla="*/ 51595 w 268483"/>
                <a:gd name="csY148" fmla="*/ 100323 h 235520"/>
                <a:gd name="csX149" fmla="*/ 44906 w 268483"/>
                <a:gd name="csY149" fmla="*/ 92202 h 235520"/>
                <a:gd name="csX150" fmla="*/ 42996 w 268483"/>
                <a:gd name="csY150" fmla="*/ 88858 h 235520"/>
                <a:gd name="csX151" fmla="*/ 42040 w 268483"/>
                <a:gd name="csY151" fmla="*/ 86469 h 235520"/>
                <a:gd name="csX152" fmla="*/ 34397 w 268483"/>
                <a:gd name="csY152" fmla="*/ 75481 h 235520"/>
                <a:gd name="csX153" fmla="*/ 31052 w 268483"/>
                <a:gd name="csY153" fmla="*/ 67838 h 235520"/>
                <a:gd name="csX154" fmla="*/ 28664 w 268483"/>
                <a:gd name="csY154" fmla="*/ 61150 h 235520"/>
                <a:gd name="csX155" fmla="*/ 26275 w 268483"/>
                <a:gd name="csY155" fmla="*/ 58283 h 235520"/>
                <a:gd name="csX156" fmla="*/ 14809 w 268483"/>
                <a:gd name="csY156" fmla="*/ 37263 h 235520"/>
                <a:gd name="csX157" fmla="*/ 11943 w 268483"/>
                <a:gd name="csY157" fmla="*/ 33919 h 235520"/>
                <a:gd name="csX158" fmla="*/ 7644 w 268483"/>
                <a:gd name="csY158" fmla="*/ 29619 h 235520"/>
                <a:gd name="csX159" fmla="*/ 6688 w 268483"/>
                <a:gd name="csY159" fmla="*/ 28664 h 235520"/>
                <a:gd name="csX160" fmla="*/ 4777 w 268483"/>
                <a:gd name="csY160" fmla="*/ 24842 h 235520"/>
                <a:gd name="csX161" fmla="*/ 956 w 268483"/>
                <a:gd name="csY161" fmla="*/ 19587 h 235520"/>
                <a:gd name="csX162" fmla="*/ 478 w 268483"/>
                <a:gd name="csY162" fmla="*/ 14810 h 235520"/>
                <a:gd name="csX163" fmla="*/ 0 w 268483"/>
                <a:gd name="csY163" fmla="*/ 9555 h 235520"/>
                <a:gd name="csX164" fmla="*/ 478 w 268483"/>
                <a:gd name="csY164" fmla="*/ 5255 h 235520"/>
                <a:gd name="csX165" fmla="*/ 956 w 268483"/>
                <a:gd name="csY165" fmla="*/ 5255 h 235520"/>
                <a:gd name="csX166" fmla="*/ 3822 w 268483"/>
                <a:gd name="csY166" fmla="*/ 4777 h 235520"/>
                <a:gd name="csX167" fmla="*/ 3822 w 268483"/>
                <a:gd name="csY167" fmla="*/ 4777 h 235520"/>
                <a:gd name="csX168" fmla="*/ 5733 w 268483"/>
                <a:gd name="csY168" fmla="*/ 3822 h 235520"/>
                <a:gd name="csX169" fmla="*/ 5733 w 268483"/>
                <a:gd name="csY169" fmla="*/ 3822 h 235520"/>
                <a:gd name="csX170" fmla="*/ 7644 w 268483"/>
                <a:gd name="csY170" fmla="*/ 3822 h 235520"/>
                <a:gd name="csX171" fmla="*/ 10032 w 268483"/>
                <a:gd name="csY171" fmla="*/ 4300 h 235520"/>
                <a:gd name="csX172" fmla="*/ 10032 w 268483"/>
                <a:gd name="csY172" fmla="*/ 4300 h 235520"/>
                <a:gd name="csX173" fmla="*/ 11943 w 268483"/>
                <a:gd name="csY173" fmla="*/ 4777 h 235520"/>
                <a:gd name="csX174" fmla="*/ 11943 w 268483"/>
                <a:gd name="csY174" fmla="*/ 4777 h 235520"/>
                <a:gd name="csX175" fmla="*/ 12899 w 268483"/>
                <a:gd name="csY175" fmla="*/ 4300 h 235520"/>
                <a:gd name="csX176" fmla="*/ 16721 w 268483"/>
                <a:gd name="csY176" fmla="*/ 4777 h 235520"/>
                <a:gd name="csX177" fmla="*/ 16721 w 268483"/>
                <a:gd name="csY177" fmla="*/ 4300 h 235520"/>
                <a:gd name="csX178" fmla="*/ 18631 w 268483"/>
                <a:gd name="csY178" fmla="*/ 3344 h 235520"/>
                <a:gd name="csX179" fmla="*/ 21020 w 268483"/>
                <a:gd name="csY179" fmla="*/ 2389 h 235520"/>
                <a:gd name="csX180" fmla="*/ 22453 w 268483"/>
                <a:gd name="csY180" fmla="*/ 1911 h 235520"/>
                <a:gd name="csX181" fmla="*/ 24842 w 268483"/>
                <a:gd name="csY181" fmla="*/ 956 h 235520"/>
                <a:gd name="csX182" fmla="*/ 27231 w 268483"/>
                <a:gd name="csY182" fmla="*/ 0 h 235520"/>
                <a:gd name="csX183" fmla="*/ 29141 w 268483"/>
                <a:gd name="csY183" fmla="*/ 0 h 235520"/>
                <a:gd name="csX184" fmla="*/ 31052 w 268483"/>
                <a:gd name="csY184" fmla="*/ 478 h 235520"/>
                <a:gd name="csX185" fmla="*/ 33441 w 268483"/>
                <a:gd name="csY185" fmla="*/ 478 h 235520"/>
                <a:gd name="csX186" fmla="*/ 33441 w 268483"/>
                <a:gd name="csY186" fmla="*/ 478 h 235520"/>
                <a:gd name="csX187" fmla="*/ 34874 w 268483"/>
                <a:gd name="csY187" fmla="*/ 1433 h 235520"/>
                <a:gd name="csX188" fmla="*/ 36785 w 268483"/>
                <a:gd name="csY188" fmla="*/ 3344 h 235520"/>
                <a:gd name="csX189" fmla="*/ 36785 w 268483"/>
                <a:gd name="csY189" fmla="*/ 3344 h 235520"/>
                <a:gd name="csX190" fmla="*/ 39174 w 268483"/>
                <a:gd name="csY190" fmla="*/ 4777 h 235520"/>
                <a:gd name="csX191" fmla="*/ 41085 w 268483"/>
                <a:gd name="csY191" fmla="*/ 6211 h 235520"/>
                <a:gd name="csX192" fmla="*/ 43473 w 268483"/>
                <a:gd name="csY192" fmla="*/ 7166 h 235520"/>
                <a:gd name="csX193" fmla="*/ 43951 w 268483"/>
                <a:gd name="csY193" fmla="*/ 8121 h 235520"/>
                <a:gd name="csX194" fmla="*/ 43951 w 268483"/>
                <a:gd name="csY194" fmla="*/ 8121 h 235520"/>
                <a:gd name="csX195" fmla="*/ 44906 w 268483"/>
                <a:gd name="csY195" fmla="*/ 8121 h 235520"/>
                <a:gd name="csX196" fmla="*/ 45384 w 268483"/>
                <a:gd name="csY196" fmla="*/ 8121 h 235520"/>
                <a:gd name="csX197" fmla="*/ 45862 w 268483"/>
                <a:gd name="csY197" fmla="*/ 8121 h 235520"/>
                <a:gd name="csX198" fmla="*/ 49684 w 268483"/>
                <a:gd name="csY198" fmla="*/ 8121 h 235520"/>
                <a:gd name="csX199" fmla="*/ 53506 w 268483"/>
                <a:gd name="csY199" fmla="*/ 8121 h 235520"/>
                <a:gd name="csX200" fmla="*/ 57328 w 268483"/>
                <a:gd name="csY200" fmla="*/ 8121 h 235520"/>
                <a:gd name="csX201" fmla="*/ 57805 w 268483"/>
                <a:gd name="csY201" fmla="*/ 8121 h 235520"/>
                <a:gd name="csX202" fmla="*/ 64971 w 268483"/>
                <a:gd name="csY202" fmla="*/ 8121 h 235520"/>
                <a:gd name="csX203" fmla="*/ 72615 w 268483"/>
                <a:gd name="csY203" fmla="*/ 8121 h 235520"/>
                <a:gd name="csX204" fmla="*/ 80258 w 268483"/>
                <a:gd name="csY204" fmla="*/ 8121 h 235520"/>
                <a:gd name="csX205" fmla="*/ 87902 w 268483"/>
                <a:gd name="csY205" fmla="*/ 8121 h 235520"/>
                <a:gd name="csX206" fmla="*/ 95546 w 268483"/>
                <a:gd name="csY206" fmla="*/ 8121 h 235520"/>
                <a:gd name="csX207" fmla="*/ 95546 w 268483"/>
                <a:gd name="csY207" fmla="*/ 8121 h 235520"/>
                <a:gd name="csX208" fmla="*/ 103189 w 268483"/>
                <a:gd name="csY208" fmla="*/ 8121 h 235520"/>
                <a:gd name="csX209" fmla="*/ 110833 w 268483"/>
                <a:gd name="csY209" fmla="*/ 8121 h 235520"/>
                <a:gd name="csX210" fmla="*/ 118477 w 268483"/>
                <a:gd name="csY210" fmla="*/ 8121 h 235520"/>
                <a:gd name="csX211" fmla="*/ 121343 w 268483"/>
                <a:gd name="csY211" fmla="*/ 8121 h 235520"/>
                <a:gd name="csX212" fmla="*/ 126598 w 268483"/>
                <a:gd name="csY212" fmla="*/ 8121 h 235520"/>
                <a:gd name="csX213" fmla="*/ 132331 w 268483"/>
                <a:gd name="csY213" fmla="*/ 8121 h 235520"/>
                <a:gd name="csX214" fmla="*/ 133286 w 268483"/>
                <a:gd name="csY214" fmla="*/ 8121 h 235520"/>
                <a:gd name="csX215" fmla="*/ 133764 w 268483"/>
                <a:gd name="csY215" fmla="*/ 8599 h 235520"/>
                <a:gd name="csX216" fmla="*/ 134242 w 268483"/>
                <a:gd name="csY216" fmla="*/ 9077 h 235520"/>
                <a:gd name="csX217" fmla="*/ 136153 w 268483"/>
                <a:gd name="csY217" fmla="*/ 11466 h 235520"/>
                <a:gd name="csX218" fmla="*/ 139019 w 268483"/>
                <a:gd name="csY218" fmla="*/ 13854 h 235520"/>
                <a:gd name="csX219" fmla="*/ 140930 w 268483"/>
                <a:gd name="csY219" fmla="*/ 14810 h 235520"/>
                <a:gd name="csX220" fmla="*/ 143796 w 268483"/>
                <a:gd name="csY220" fmla="*/ 15765 h 235520"/>
                <a:gd name="csX221" fmla="*/ 146185 w 268483"/>
                <a:gd name="csY221" fmla="*/ 16243 h 235520"/>
                <a:gd name="csX222" fmla="*/ 148096 w 268483"/>
                <a:gd name="csY222" fmla="*/ 15765 h 235520"/>
                <a:gd name="csX223" fmla="*/ 151918 w 268483"/>
                <a:gd name="csY223" fmla="*/ 16243 h 235520"/>
                <a:gd name="csX224" fmla="*/ 151918 w 268483"/>
                <a:gd name="csY224" fmla="*/ 16243 h 235520"/>
                <a:gd name="csX225" fmla="*/ 157173 w 268483"/>
                <a:gd name="csY225" fmla="*/ 17198 h 235520"/>
                <a:gd name="csX226" fmla="*/ 162428 w 268483"/>
                <a:gd name="csY226" fmla="*/ 17198 h 235520"/>
                <a:gd name="csX227" fmla="*/ 168161 w 268483"/>
                <a:gd name="csY227" fmla="*/ 16721 h 235520"/>
                <a:gd name="csX228" fmla="*/ 171983 w 268483"/>
                <a:gd name="csY228" fmla="*/ 17198 h 235520"/>
                <a:gd name="csX229" fmla="*/ 174371 w 268483"/>
                <a:gd name="csY229" fmla="*/ 18632 h 235520"/>
                <a:gd name="csX230" fmla="*/ 176760 w 268483"/>
                <a:gd name="csY230" fmla="*/ 19587 h 235520"/>
                <a:gd name="csX231" fmla="*/ 179149 w 268483"/>
                <a:gd name="csY231" fmla="*/ 20065 h 235520"/>
                <a:gd name="csX232" fmla="*/ 182493 w 268483"/>
                <a:gd name="csY232" fmla="*/ 19587 h 235520"/>
                <a:gd name="csX233" fmla="*/ 186314 w 268483"/>
                <a:gd name="csY233" fmla="*/ 18632 h 235520"/>
                <a:gd name="csX234" fmla="*/ 189659 w 268483"/>
                <a:gd name="csY234" fmla="*/ 18632 h 235520"/>
                <a:gd name="csX235" fmla="*/ 191569 w 268483"/>
                <a:gd name="csY235" fmla="*/ 19587 h 235520"/>
                <a:gd name="csX236" fmla="*/ 192525 w 268483"/>
                <a:gd name="csY236" fmla="*/ 19587 h 235520"/>
                <a:gd name="csX237" fmla="*/ 193480 w 268483"/>
                <a:gd name="csY237" fmla="*/ 19587 h 235520"/>
                <a:gd name="csX238" fmla="*/ 198258 w 268483"/>
                <a:gd name="csY238" fmla="*/ 18632 h 235520"/>
                <a:gd name="csX239" fmla="*/ 202557 w 268483"/>
                <a:gd name="csY239" fmla="*/ 17676 h 235520"/>
                <a:gd name="csX240" fmla="*/ 203035 w 268483"/>
                <a:gd name="csY240" fmla="*/ 17676 h 235520"/>
                <a:gd name="csX241" fmla="*/ 210201 w 268483"/>
                <a:gd name="csY241" fmla="*/ 16243 h 235520"/>
                <a:gd name="csX242" fmla="*/ 216411 w 268483"/>
                <a:gd name="csY242" fmla="*/ 15287 h 235520"/>
                <a:gd name="csX243" fmla="*/ 225010 w 268483"/>
                <a:gd name="csY243" fmla="*/ 13854 h 235520"/>
                <a:gd name="csX244" fmla="*/ 231221 w 268483"/>
                <a:gd name="csY244" fmla="*/ 12899 h 235520"/>
                <a:gd name="csX245" fmla="*/ 235521 w 268483"/>
                <a:gd name="csY245" fmla="*/ 11943 h 235520"/>
                <a:gd name="csX246" fmla="*/ 239820 w 268483"/>
                <a:gd name="csY246" fmla="*/ 10988 h 235520"/>
                <a:gd name="csX247" fmla="*/ 244598 w 268483"/>
                <a:gd name="csY247" fmla="*/ 10510 h 235520"/>
                <a:gd name="csX248" fmla="*/ 247941 w 268483"/>
                <a:gd name="csY248" fmla="*/ 10032 h 235520"/>
                <a:gd name="csX249" fmla="*/ 248897 w 268483"/>
                <a:gd name="csY249" fmla="*/ 9555 h 235520"/>
                <a:gd name="csX250" fmla="*/ 257974 w 268483"/>
                <a:gd name="csY250" fmla="*/ 10510 h 235520"/>
                <a:gd name="csX251" fmla="*/ 262273 w 268483"/>
                <a:gd name="csY251" fmla="*/ 10988 h 235520"/>
                <a:gd name="csX252" fmla="*/ 263707 w 268483"/>
                <a:gd name="csY252" fmla="*/ 11466 h 235520"/>
                <a:gd name="csX253" fmla="*/ 265140 w 268483"/>
                <a:gd name="csY253" fmla="*/ 12421 h 235520"/>
                <a:gd name="csX254" fmla="*/ 268484 w 268483"/>
                <a:gd name="csY254" fmla="*/ 15765 h 235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</a:cxnLst>
              <a:rect l="l" t="t" r="r" b="b"/>
              <a:pathLst>
                <a:path w="268483" h="235520">
                  <a:moveTo>
                    <a:pt x="268484" y="15765"/>
                  </a:moveTo>
                  <a:lnTo>
                    <a:pt x="267528" y="15287"/>
                  </a:lnTo>
                  <a:lnTo>
                    <a:pt x="261796" y="16243"/>
                  </a:lnTo>
                  <a:lnTo>
                    <a:pt x="259407" y="16721"/>
                  </a:lnTo>
                  <a:lnTo>
                    <a:pt x="254152" y="20543"/>
                  </a:lnTo>
                  <a:lnTo>
                    <a:pt x="253197" y="20065"/>
                  </a:lnTo>
                  <a:lnTo>
                    <a:pt x="251763" y="19109"/>
                  </a:lnTo>
                  <a:lnTo>
                    <a:pt x="250808" y="19109"/>
                  </a:lnTo>
                  <a:lnTo>
                    <a:pt x="248419" y="20065"/>
                  </a:lnTo>
                  <a:lnTo>
                    <a:pt x="246031" y="21020"/>
                  </a:lnTo>
                  <a:lnTo>
                    <a:pt x="243642" y="22453"/>
                  </a:lnTo>
                  <a:lnTo>
                    <a:pt x="241731" y="23886"/>
                  </a:lnTo>
                  <a:lnTo>
                    <a:pt x="240775" y="24364"/>
                  </a:lnTo>
                  <a:lnTo>
                    <a:pt x="237909" y="27709"/>
                  </a:lnTo>
                  <a:lnTo>
                    <a:pt x="236476" y="28186"/>
                  </a:lnTo>
                  <a:lnTo>
                    <a:pt x="235521" y="28186"/>
                  </a:lnTo>
                  <a:lnTo>
                    <a:pt x="235521" y="28186"/>
                  </a:lnTo>
                  <a:lnTo>
                    <a:pt x="235043" y="26753"/>
                  </a:lnTo>
                  <a:lnTo>
                    <a:pt x="233132" y="23886"/>
                  </a:lnTo>
                  <a:lnTo>
                    <a:pt x="229788" y="20065"/>
                  </a:lnTo>
                  <a:lnTo>
                    <a:pt x="228832" y="19587"/>
                  </a:lnTo>
                  <a:lnTo>
                    <a:pt x="227877" y="19587"/>
                  </a:lnTo>
                  <a:lnTo>
                    <a:pt x="225966" y="19587"/>
                  </a:lnTo>
                  <a:lnTo>
                    <a:pt x="218800" y="20543"/>
                  </a:lnTo>
                  <a:lnTo>
                    <a:pt x="213067" y="21498"/>
                  </a:lnTo>
                  <a:lnTo>
                    <a:pt x="203991" y="23409"/>
                  </a:lnTo>
                  <a:lnTo>
                    <a:pt x="194436" y="24364"/>
                  </a:lnTo>
                  <a:lnTo>
                    <a:pt x="188703" y="25320"/>
                  </a:lnTo>
                  <a:lnTo>
                    <a:pt x="183448" y="25320"/>
                  </a:lnTo>
                  <a:lnTo>
                    <a:pt x="183448" y="29619"/>
                  </a:lnTo>
                  <a:lnTo>
                    <a:pt x="183448" y="37263"/>
                  </a:lnTo>
                  <a:lnTo>
                    <a:pt x="183448" y="44907"/>
                  </a:lnTo>
                  <a:lnTo>
                    <a:pt x="183448" y="53028"/>
                  </a:lnTo>
                  <a:lnTo>
                    <a:pt x="183448" y="60672"/>
                  </a:lnTo>
                  <a:lnTo>
                    <a:pt x="183448" y="68316"/>
                  </a:lnTo>
                  <a:lnTo>
                    <a:pt x="183448" y="76437"/>
                  </a:lnTo>
                  <a:lnTo>
                    <a:pt x="183448" y="84558"/>
                  </a:lnTo>
                  <a:lnTo>
                    <a:pt x="183926" y="92202"/>
                  </a:lnTo>
                  <a:lnTo>
                    <a:pt x="183926" y="95546"/>
                  </a:lnTo>
                  <a:lnTo>
                    <a:pt x="183448" y="96501"/>
                  </a:lnTo>
                  <a:lnTo>
                    <a:pt x="180582" y="96501"/>
                  </a:lnTo>
                  <a:lnTo>
                    <a:pt x="173893" y="96501"/>
                  </a:lnTo>
                  <a:lnTo>
                    <a:pt x="168161" y="96501"/>
                  </a:lnTo>
                  <a:lnTo>
                    <a:pt x="163861" y="96501"/>
                  </a:lnTo>
                  <a:lnTo>
                    <a:pt x="163861" y="101279"/>
                  </a:lnTo>
                  <a:lnTo>
                    <a:pt x="163861" y="107012"/>
                  </a:lnTo>
                  <a:lnTo>
                    <a:pt x="163861" y="112266"/>
                  </a:lnTo>
                  <a:lnTo>
                    <a:pt x="163861" y="117999"/>
                  </a:lnTo>
                  <a:lnTo>
                    <a:pt x="163861" y="123732"/>
                  </a:lnTo>
                  <a:lnTo>
                    <a:pt x="163861" y="129465"/>
                  </a:lnTo>
                  <a:lnTo>
                    <a:pt x="163861" y="135198"/>
                  </a:lnTo>
                  <a:lnTo>
                    <a:pt x="163861" y="140930"/>
                  </a:lnTo>
                  <a:lnTo>
                    <a:pt x="163861" y="146185"/>
                  </a:lnTo>
                  <a:lnTo>
                    <a:pt x="163861" y="150963"/>
                  </a:lnTo>
                  <a:lnTo>
                    <a:pt x="163861" y="150963"/>
                  </a:lnTo>
                  <a:lnTo>
                    <a:pt x="163861" y="159562"/>
                  </a:lnTo>
                  <a:lnTo>
                    <a:pt x="163861" y="168639"/>
                  </a:lnTo>
                  <a:lnTo>
                    <a:pt x="163861" y="177238"/>
                  </a:lnTo>
                  <a:lnTo>
                    <a:pt x="163861" y="186314"/>
                  </a:lnTo>
                  <a:lnTo>
                    <a:pt x="163861" y="195391"/>
                  </a:lnTo>
                  <a:lnTo>
                    <a:pt x="163861" y="204468"/>
                  </a:lnTo>
                  <a:lnTo>
                    <a:pt x="163861" y="213545"/>
                  </a:lnTo>
                  <a:lnTo>
                    <a:pt x="163861" y="222622"/>
                  </a:lnTo>
                  <a:lnTo>
                    <a:pt x="163861" y="225488"/>
                  </a:lnTo>
                  <a:lnTo>
                    <a:pt x="161950" y="225488"/>
                  </a:lnTo>
                  <a:lnTo>
                    <a:pt x="157651" y="226444"/>
                  </a:lnTo>
                  <a:lnTo>
                    <a:pt x="155262" y="228355"/>
                  </a:lnTo>
                  <a:lnTo>
                    <a:pt x="153829" y="229788"/>
                  </a:lnTo>
                  <a:lnTo>
                    <a:pt x="152396" y="231221"/>
                  </a:lnTo>
                  <a:lnTo>
                    <a:pt x="150485" y="231221"/>
                  </a:lnTo>
                  <a:lnTo>
                    <a:pt x="150485" y="231221"/>
                  </a:lnTo>
                  <a:lnTo>
                    <a:pt x="150485" y="231699"/>
                  </a:lnTo>
                  <a:lnTo>
                    <a:pt x="150007" y="232177"/>
                  </a:lnTo>
                  <a:lnTo>
                    <a:pt x="150007" y="233610"/>
                  </a:lnTo>
                  <a:lnTo>
                    <a:pt x="149529" y="235043"/>
                  </a:lnTo>
                  <a:lnTo>
                    <a:pt x="147618" y="235521"/>
                  </a:lnTo>
                  <a:lnTo>
                    <a:pt x="145230" y="235521"/>
                  </a:lnTo>
                  <a:lnTo>
                    <a:pt x="141408" y="234087"/>
                  </a:lnTo>
                  <a:lnTo>
                    <a:pt x="136631" y="234087"/>
                  </a:lnTo>
                  <a:lnTo>
                    <a:pt x="130898" y="234565"/>
                  </a:lnTo>
                  <a:lnTo>
                    <a:pt x="126598" y="234087"/>
                  </a:lnTo>
                  <a:lnTo>
                    <a:pt x="124210" y="233132"/>
                  </a:lnTo>
                  <a:lnTo>
                    <a:pt x="121343" y="232177"/>
                  </a:lnTo>
                  <a:lnTo>
                    <a:pt x="118954" y="232177"/>
                  </a:lnTo>
                  <a:lnTo>
                    <a:pt x="117044" y="231699"/>
                  </a:lnTo>
                  <a:lnTo>
                    <a:pt x="113700" y="230744"/>
                  </a:lnTo>
                  <a:lnTo>
                    <a:pt x="113222" y="229310"/>
                  </a:lnTo>
                  <a:lnTo>
                    <a:pt x="112744" y="227877"/>
                  </a:lnTo>
                  <a:lnTo>
                    <a:pt x="111789" y="226444"/>
                  </a:lnTo>
                  <a:lnTo>
                    <a:pt x="111789" y="225488"/>
                  </a:lnTo>
                  <a:lnTo>
                    <a:pt x="112266" y="225011"/>
                  </a:lnTo>
                  <a:lnTo>
                    <a:pt x="112266" y="223578"/>
                  </a:lnTo>
                  <a:lnTo>
                    <a:pt x="111789" y="221667"/>
                  </a:lnTo>
                  <a:lnTo>
                    <a:pt x="110833" y="221189"/>
                  </a:lnTo>
                  <a:lnTo>
                    <a:pt x="109878" y="221189"/>
                  </a:lnTo>
                  <a:lnTo>
                    <a:pt x="108922" y="220233"/>
                  </a:lnTo>
                  <a:lnTo>
                    <a:pt x="108445" y="219278"/>
                  </a:lnTo>
                  <a:lnTo>
                    <a:pt x="107967" y="217845"/>
                  </a:lnTo>
                  <a:lnTo>
                    <a:pt x="107967" y="217845"/>
                  </a:lnTo>
                  <a:lnTo>
                    <a:pt x="106056" y="216889"/>
                  </a:lnTo>
                  <a:lnTo>
                    <a:pt x="106056" y="216889"/>
                  </a:lnTo>
                  <a:lnTo>
                    <a:pt x="103667" y="217845"/>
                  </a:lnTo>
                  <a:lnTo>
                    <a:pt x="102234" y="218800"/>
                  </a:lnTo>
                  <a:lnTo>
                    <a:pt x="102234" y="218800"/>
                  </a:lnTo>
                  <a:lnTo>
                    <a:pt x="101756" y="220711"/>
                  </a:lnTo>
                  <a:lnTo>
                    <a:pt x="100801" y="221667"/>
                  </a:lnTo>
                  <a:lnTo>
                    <a:pt x="100801" y="223578"/>
                  </a:lnTo>
                  <a:lnTo>
                    <a:pt x="100323" y="224533"/>
                  </a:lnTo>
                  <a:lnTo>
                    <a:pt x="99845" y="225488"/>
                  </a:lnTo>
                  <a:lnTo>
                    <a:pt x="99368" y="225966"/>
                  </a:lnTo>
                  <a:lnTo>
                    <a:pt x="98412" y="225966"/>
                  </a:lnTo>
                  <a:lnTo>
                    <a:pt x="97457" y="226444"/>
                  </a:lnTo>
                  <a:lnTo>
                    <a:pt x="94590" y="228355"/>
                  </a:lnTo>
                  <a:lnTo>
                    <a:pt x="93635" y="228833"/>
                  </a:lnTo>
                  <a:lnTo>
                    <a:pt x="91724" y="227399"/>
                  </a:lnTo>
                  <a:lnTo>
                    <a:pt x="85036" y="221189"/>
                  </a:lnTo>
                  <a:lnTo>
                    <a:pt x="82647" y="219278"/>
                  </a:lnTo>
                  <a:lnTo>
                    <a:pt x="79303" y="215456"/>
                  </a:lnTo>
                  <a:lnTo>
                    <a:pt x="72137" y="203991"/>
                  </a:lnTo>
                  <a:lnTo>
                    <a:pt x="70704" y="201602"/>
                  </a:lnTo>
                  <a:lnTo>
                    <a:pt x="69271" y="195869"/>
                  </a:lnTo>
                  <a:lnTo>
                    <a:pt x="67838" y="191570"/>
                  </a:lnTo>
                  <a:lnTo>
                    <a:pt x="67838" y="189181"/>
                  </a:lnTo>
                  <a:lnTo>
                    <a:pt x="68315" y="187748"/>
                  </a:lnTo>
                  <a:lnTo>
                    <a:pt x="67838" y="185837"/>
                  </a:lnTo>
                  <a:lnTo>
                    <a:pt x="66882" y="184404"/>
                  </a:lnTo>
                  <a:lnTo>
                    <a:pt x="64493" y="182015"/>
                  </a:lnTo>
                  <a:lnTo>
                    <a:pt x="64016" y="174849"/>
                  </a:lnTo>
                  <a:lnTo>
                    <a:pt x="62105" y="170072"/>
                  </a:lnTo>
                  <a:lnTo>
                    <a:pt x="62582" y="166250"/>
                  </a:lnTo>
                  <a:lnTo>
                    <a:pt x="61627" y="162906"/>
                  </a:lnTo>
                  <a:lnTo>
                    <a:pt x="61627" y="160517"/>
                  </a:lnTo>
                  <a:lnTo>
                    <a:pt x="62105" y="156218"/>
                  </a:lnTo>
                  <a:lnTo>
                    <a:pt x="60672" y="151440"/>
                  </a:lnTo>
                  <a:lnTo>
                    <a:pt x="57805" y="146663"/>
                  </a:lnTo>
                  <a:lnTo>
                    <a:pt x="55416" y="139975"/>
                  </a:lnTo>
                  <a:lnTo>
                    <a:pt x="54939" y="136631"/>
                  </a:lnTo>
                  <a:lnTo>
                    <a:pt x="54939" y="128987"/>
                  </a:lnTo>
                  <a:lnTo>
                    <a:pt x="54461" y="125643"/>
                  </a:lnTo>
                  <a:lnTo>
                    <a:pt x="54939" y="121821"/>
                  </a:lnTo>
                  <a:lnTo>
                    <a:pt x="53506" y="117522"/>
                  </a:lnTo>
                  <a:lnTo>
                    <a:pt x="53506" y="115611"/>
                  </a:lnTo>
                  <a:lnTo>
                    <a:pt x="53983" y="113700"/>
                  </a:lnTo>
                  <a:lnTo>
                    <a:pt x="54461" y="114177"/>
                  </a:lnTo>
                  <a:lnTo>
                    <a:pt x="54939" y="114655"/>
                  </a:lnTo>
                  <a:lnTo>
                    <a:pt x="55416" y="112266"/>
                  </a:lnTo>
                  <a:lnTo>
                    <a:pt x="55894" y="110356"/>
                  </a:lnTo>
                  <a:lnTo>
                    <a:pt x="54461" y="105100"/>
                  </a:lnTo>
                  <a:lnTo>
                    <a:pt x="51595" y="100323"/>
                  </a:lnTo>
                  <a:lnTo>
                    <a:pt x="44906" y="92202"/>
                  </a:lnTo>
                  <a:lnTo>
                    <a:pt x="42996" y="88858"/>
                  </a:lnTo>
                  <a:lnTo>
                    <a:pt x="42040" y="86469"/>
                  </a:lnTo>
                  <a:lnTo>
                    <a:pt x="34397" y="75481"/>
                  </a:lnTo>
                  <a:lnTo>
                    <a:pt x="31052" y="67838"/>
                  </a:lnTo>
                  <a:lnTo>
                    <a:pt x="28664" y="61150"/>
                  </a:lnTo>
                  <a:lnTo>
                    <a:pt x="26275" y="58283"/>
                  </a:lnTo>
                  <a:lnTo>
                    <a:pt x="14809" y="37263"/>
                  </a:lnTo>
                  <a:lnTo>
                    <a:pt x="11943" y="33919"/>
                  </a:lnTo>
                  <a:lnTo>
                    <a:pt x="7644" y="29619"/>
                  </a:lnTo>
                  <a:lnTo>
                    <a:pt x="6688" y="28664"/>
                  </a:lnTo>
                  <a:lnTo>
                    <a:pt x="4777" y="24842"/>
                  </a:lnTo>
                  <a:lnTo>
                    <a:pt x="956" y="19587"/>
                  </a:lnTo>
                  <a:lnTo>
                    <a:pt x="478" y="14810"/>
                  </a:lnTo>
                  <a:lnTo>
                    <a:pt x="0" y="9555"/>
                  </a:lnTo>
                  <a:lnTo>
                    <a:pt x="478" y="5255"/>
                  </a:lnTo>
                  <a:lnTo>
                    <a:pt x="956" y="5255"/>
                  </a:lnTo>
                  <a:lnTo>
                    <a:pt x="3822" y="4777"/>
                  </a:lnTo>
                  <a:lnTo>
                    <a:pt x="3822" y="4777"/>
                  </a:lnTo>
                  <a:lnTo>
                    <a:pt x="5733" y="3822"/>
                  </a:lnTo>
                  <a:lnTo>
                    <a:pt x="5733" y="3822"/>
                  </a:lnTo>
                  <a:lnTo>
                    <a:pt x="7644" y="3822"/>
                  </a:lnTo>
                  <a:lnTo>
                    <a:pt x="10032" y="4300"/>
                  </a:lnTo>
                  <a:lnTo>
                    <a:pt x="10032" y="4300"/>
                  </a:lnTo>
                  <a:lnTo>
                    <a:pt x="11943" y="4777"/>
                  </a:lnTo>
                  <a:lnTo>
                    <a:pt x="11943" y="4777"/>
                  </a:lnTo>
                  <a:lnTo>
                    <a:pt x="12899" y="4300"/>
                  </a:lnTo>
                  <a:lnTo>
                    <a:pt x="16721" y="4777"/>
                  </a:lnTo>
                  <a:lnTo>
                    <a:pt x="16721" y="4300"/>
                  </a:lnTo>
                  <a:lnTo>
                    <a:pt x="18631" y="3344"/>
                  </a:lnTo>
                  <a:lnTo>
                    <a:pt x="21020" y="2389"/>
                  </a:lnTo>
                  <a:lnTo>
                    <a:pt x="22453" y="1911"/>
                  </a:lnTo>
                  <a:lnTo>
                    <a:pt x="24842" y="956"/>
                  </a:lnTo>
                  <a:lnTo>
                    <a:pt x="27231" y="0"/>
                  </a:lnTo>
                  <a:lnTo>
                    <a:pt x="29141" y="0"/>
                  </a:lnTo>
                  <a:lnTo>
                    <a:pt x="31052" y="478"/>
                  </a:lnTo>
                  <a:lnTo>
                    <a:pt x="33441" y="478"/>
                  </a:lnTo>
                  <a:lnTo>
                    <a:pt x="33441" y="478"/>
                  </a:lnTo>
                  <a:lnTo>
                    <a:pt x="34874" y="1433"/>
                  </a:lnTo>
                  <a:lnTo>
                    <a:pt x="36785" y="3344"/>
                  </a:lnTo>
                  <a:lnTo>
                    <a:pt x="36785" y="3344"/>
                  </a:lnTo>
                  <a:lnTo>
                    <a:pt x="39174" y="4777"/>
                  </a:lnTo>
                  <a:lnTo>
                    <a:pt x="41085" y="6211"/>
                  </a:lnTo>
                  <a:lnTo>
                    <a:pt x="43473" y="7166"/>
                  </a:lnTo>
                  <a:lnTo>
                    <a:pt x="43951" y="8121"/>
                  </a:lnTo>
                  <a:lnTo>
                    <a:pt x="43951" y="8121"/>
                  </a:lnTo>
                  <a:lnTo>
                    <a:pt x="44906" y="8121"/>
                  </a:lnTo>
                  <a:lnTo>
                    <a:pt x="45384" y="8121"/>
                  </a:lnTo>
                  <a:lnTo>
                    <a:pt x="45862" y="8121"/>
                  </a:lnTo>
                  <a:lnTo>
                    <a:pt x="49684" y="8121"/>
                  </a:lnTo>
                  <a:lnTo>
                    <a:pt x="53506" y="8121"/>
                  </a:lnTo>
                  <a:lnTo>
                    <a:pt x="57328" y="8121"/>
                  </a:lnTo>
                  <a:lnTo>
                    <a:pt x="57805" y="8121"/>
                  </a:lnTo>
                  <a:lnTo>
                    <a:pt x="64971" y="8121"/>
                  </a:lnTo>
                  <a:lnTo>
                    <a:pt x="72615" y="8121"/>
                  </a:lnTo>
                  <a:lnTo>
                    <a:pt x="80258" y="8121"/>
                  </a:lnTo>
                  <a:lnTo>
                    <a:pt x="87902" y="8121"/>
                  </a:lnTo>
                  <a:lnTo>
                    <a:pt x="95546" y="8121"/>
                  </a:lnTo>
                  <a:lnTo>
                    <a:pt x="95546" y="8121"/>
                  </a:lnTo>
                  <a:lnTo>
                    <a:pt x="103189" y="8121"/>
                  </a:lnTo>
                  <a:lnTo>
                    <a:pt x="110833" y="8121"/>
                  </a:lnTo>
                  <a:lnTo>
                    <a:pt x="118477" y="8121"/>
                  </a:lnTo>
                  <a:lnTo>
                    <a:pt x="121343" y="8121"/>
                  </a:lnTo>
                  <a:lnTo>
                    <a:pt x="126598" y="8121"/>
                  </a:lnTo>
                  <a:lnTo>
                    <a:pt x="132331" y="8121"/>
                  </a:lnTo>
                  <a:lnTo>
                    <a:pt x="133286" y="8121"/>
                  </a:lnTo>
                  <a:lnTo>
                    <a:pt x="133764" y="8599"/>
                  </a:lnTo>
                  <a:lnTo>
                    <a:pt x="134242" y="9077"/>
                  </a:lnTo>
                  <a:lnTo>
                    <a:pt x="136153" y="11466"/>
                  </a:lnTo>
                  <a:lnTo>
                    <a:pt x="139019" y="13854"/>
                  </a:lnTo>
                  <a:lnTo>
                    <a:pt x="140930" y="14810"/>
                  </a:lnTo>
                  <a:lnTo>
                    <a:pt x="143796" y="15765"/>
                  </a:lnTo>
                  <a:lnTo>
                    <a:pt x="146185" y="16243"/>
                  </a:lnTo>
                  <a:lnTo>
                    <a:pt x="148096" y="15765"/>
                  </a:lnTo>
                  <a:lnTo>
                    <a:pt x="151918" y="16243"/>
                  </a:lnTo>
                  <a:lnTo>
                    <a:pt x="151918" y="16243"/>
                  </a:lnTo>
                  <a:lnTo>
                    <a:pt x="157173" y="17198"/>
                  </a:lnTo>
                  <a:lnTo>
                    <a:pt x="162428" y="17198"/>
                  </a:lnTo>
                  <a:lnTo>
                    <a:pt x="168161" y="16721"/>
                  </a:lnTo>
                  <a:lnTo>
                    <a:pt x="171983" y="17198"/>
                  </a:lnTo>
                  <a:lnTo>
                    <a:pt x="174371" y="18632"/>
                  </a:lnTo>
                  <a:lnTo>
                    <a:pt x="176760" y="19587"/>
                  </a:lnTo>
                  <a:lnTo>
                    <a:pt x="179149" y="20065"/>
                  </a:lnTo>
                  <a:lnTo>
                    <a:pt x="182493" y="19587"/>
                  </a:lnTo>
                  <a:lnTo>
                    <a:pt x="186314" y="18632"/>
                  </a:lnTo>
                  <a:lnTo>
                    <a:pt x="189659" y="18632"/>
                  </a:lnTo>
                  <a:lnTo>
                    <a:pt x="191569" y="19587"/>
                  </a:lnTo>
                  <a:lnTo>
                    <a:pt x="192525" y="19587"/>
                  </a:lnTo>
                  <a:lnTo>
                    <a:pt x="193480" y="19587"/>
                  </a:lnTo>
                  <a:lnTo>
                    <a:pt x="198258" y="18632"/>
                  </a:lnTo>
                  <a:lnTo>
                    <a:pt x="202557" y="17676"/>
                  </a:lnTo>
                  <a:lnTo>
                    <a:pt x="203035" y="17676"/>
                  </a:lnTo>
                  <a:lnTo>
                    <a:pt x="210201" y="16243"/>
                  </a:lnTo>
                  <a:lnTo>
                    <a:pt x="216411" y="15287"/>
                  </a:lnTo>
                  <a:lnTo>
                    <a:pt x="225010" y="13854"/>
                  </a:lnTo>
                  <a:lnTo>
                    <a:pt x="231221" y="12899"/>
                  </a:lnTo>
                  <a:lnTo>
                    <a:pt x="235521" y="11943"/>
                  </a:lnTo>
                  <a:lnTo>
                    <a:pt x="239820" y="10988"/>
                  </a:lnTo>
                  <a:lnTo>
                    <a:pt x="244598" y="10510"/>
                  </a:lnTo>
                  <a:lnTo>
                    <a:pt x="247941" y="10032"/>
                  </a:lnTo>
                  <a:lnTo>
                    <a:pt x="248897" y="9555"/>
                  </a:lnTo>
                  <a:lnTo>
                    <a:pt x="257974" y="10510"/>
                  </a:lnTo>
                  <a:lnTo>
                    <a:pt x="262273" y="10988"/>
                  </a:lnTo>
                  <a:lnTo>
                    <a:pt x="263707" y="11466"/>
                  </a:lnTo>
                  <a:lnTo>
                    <a:pt x="265140" y="12421"/>
                  </a:lnTo>
                  <a:lnTo>
                    <a:pt x="268484" y="157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6" name="Freeform 1805">
              <a:extLst>
                <a:ext uri="{FF2B5EF4-FFF2-40B4-BE49-F238E27FC236}">
                  <a16:creationId xmlns:a16="http://schemas.microsoft.com/office/drawing/2014/main" id="{8B32D761-4D8C-0932-1497-8E75E44D0DBF}"/>
                </a:ext>
              </a:extLst>
            </p:cNvPr>
            <p:cNvSpPr/>
            <p:nvPr/>
          </p:nvSpPr>
          <p:spPr>
            <a:xfrm>
              <a:off x="6379292" y="3997759"/>
              <a:ext cx="5255" cy="3344"/>
            </a:xfrm>
            <a:custGeom>
              <a:avLst/>
              <a:gdLst>
                <a:gd name="csX0" fmla="*/ 4777 w 5255"/>
                <a:gd name="csY0" fmla="*/ 1433 h 3344"/>
                <a:gd name="csX1" fmla="*/ 5255 w 5255"/>
                <a:gd name="csY1" fmla="*/ 1911 h 3344"/>
                <a:gd name="csX2" fmla="*/ 4777 w 5255"/>
                <a:gd name="csY2" fmla="*/ 3344 h 3344"/>
                <a:gd name="csX3" fmla="*/ 3344 w 5255"/>
                <a:gd name="csY3" fmla="*/ 3344 h 3344"/>
                <a:gd name="csX4" fmla="*/ 1433 w 5255"/>
                <a:gd name="csY4" fmla="*/ 1433 h 3344"/>
                <a:gd name="csX5" fmla="*/ 478 w 5255"/>
                <a:gd name="csY5" fmla="*/ 956 h 3344"/>
                <a:gd name="csX6" fmla="*/ 0 w 5255"/>
                <a:gd name="csY6" fmla="*/ 0 h 3344"/>
                <a:gd name="csX7" fmla="*/ 956 w 5255"/>
                <a:gd name="csY7" fmla="*/ 0 h 3344"/>
                <a:gd name="csX8" fmla="*/ 1911 w 5255"/>
                <a:gd name="csY8" fmla="*/ 956 h 3344"/>
                <a:gd name="csX9" fmla="*/ 4777 w 5255"/>
                <a:gd name="csY9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255" h="3344">
                  <a:moveTo>
                    <a:pt x="4777" y="1433"/>
                  </a:moveTo>
                  <a:lnTo>
                    <a:pt x="5255" y="1911"/>
                  </a:lnTo>
                  <a:lnTo>
                    <a:pt x="4777" y="3344"/>
                  </a:lnTo>
                  <a:lnTo>
                    <a:pt x="3344" y="3344"/>
                  </a:lnTo>
                  <a:lnTo>
                    <a:pt x="1433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956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7" name="Freeform 1806">
              <a:extLst>
                <a:ext uri="{FF2B5EF4-FFF2-40B4-BE49-F238E27FC236}">
                  <a16:creationId xmlns:a16="http://schemas.microsoft.com/office/drawing/2014/main" id="{3BE900DD-DC52-5116-FDBC-9C66D3E6C83F}"/>
                </a:ext>
              </a:extLst>
            </p:cNvPr>
            <p:cNvSpPr/>
            <p:nvPr/>
          </p:nvSpPr>
          <p:spPr>
            <a:xfrm>
              <a:off x="6068291" y="4097605"/>
              <a:ext cx="314345" cy="277560"/>
            </a:xfrm>
            <a:custGeom>
              <a:avLst/>
              <a:gdLst>
                <a:gd name="csX0" fmla="*/ 313390 w 314345"/>
                <a:gd name="csY0" fmla="*/ 32008 h 277560"/>
                <a:gd name="csX1" fmla="*/ 314346 w 314345"/>
                <a:gd name="csY1" fmla="*/ 32963 h 277560"/>
                <a:gd name="csX2" fmla="*/ 313390 w 314345"/>
                <a:gd name="csY2" fmla="*/ 33441 h 277560"/>
                <a:gd name="csX3" fmla="*/ 312435 w 314345"/>
                <a:gd name="csY3" fmla="*/ 34874 h 277560"/>
                <a:gd name="csX4" fmla="*/ 311480 w 314345"/>
                <a:gd name="csY4" fmla="*/ 35830 h 277560"/>
                <a:gd name="csX5" fmla="*/ 310046 w 314345"/>
                <a:gd name="csY5" fmla="*/ 37741 h 277560"/>
                <a:gd name="csX6" fmla="*/ 308135 w 314345"/>
                <a:gd name="csY6" fmla="*/ 39652 h 277560"/>
                <a:gd name="csX7" fmla="*/ 308613 w 314345"/>
                <a:gd name="csY7" fmla="*/ 42518 h 277560"/>
                <a:gd name="csX8" fmla="*/ 308613 w 314345"/>
                <a:gd name="csY8" fmla="*/ 45384 h 277560"/>
                <a:gd name="csX9" fmla="*/ 309569 w 314345"/>
                <a:gd name="csY9" fmla="*/ 48251 h 277560"/>
                <a:gd name="csX10" fmla="*/ 310524 w 314345"/>
                <a:gd name="csY10" fmla="*/ 51595 h 277560"/>
                <a:gd name="csX11" fmla="*/ 310524 w 314345"/>
                <a:gd name="csY11" fmla="*/ 53506 h 277560"/>
                <a:gd name="csX12" fmla="*/ 309569 w 314345"/>
                <a:gd name="csY12" fmla="*/ 56372 h 277560"/>
                <a:gd name="csX13" fmla="*/ 308613 w 314345"/>
                <a:gd name="csY13" fmla="*/ 58283 h 277560"/>
                <a:gd name="csX14" fmla="*/ 305747 w 314345"/>
                <a:gd name="csY14" fmla="*/ 62583 h 277560"/>
                <a:gd name="csX15" fmla="*/ 305269 w 314345"/>
                <a:gd name="csY15" fmla="*/ 63538 h 277560"/>
                <a:gd name="csX16" fmla="*/ 305747 w 314345"/>
                <a:gd name="csY16" fmla="*/ 64971 h 277560"/>
                <a:gd name="csX17" fmla="*/ 307180 w 314345"/>
                <a:gd name="csY17" fmla="*/ 70226 h 277560"/>
                <a:gd name="csX18" fmla="*/ 307658 w 314345"/>
                <a:gd name="csY18" fmla="*/ 71659 h 277560"/>
                <a:gd name="csX19" fmla="*/ 308613 w 314345"/>
                <a:gd name="csY19" fmla="*/ 76915 h 277560"/>
                <a:gd name="csX20" fmla="*/ 309569 w 314345"/>
                <a:gd name="csY20" fmla="*/ 80736 h 277560"/>
                <a:gd name="csX21" fmla="*/ 310524 w 314345"/>
                <a:gd name="csY21" fmla="*/ 84081 h 277560"/>
                <a:gd name="csX22" fmla="*/ 311002 w 314345"/>
                <a:gd name="csY22" fmla="*/ 85036 h 277560"/>
                <a:gd name="csX23" fmla="*/ 311002 w 314345"/>
                <a:gd name="csY23" fmla="*/ 89813 h 277560"/>
                <a:gd name="csX24" fmla="*/ 311002 w 314345"/>
                <a:gd name="csY24" fmla="*/ 94113 h 277560"/>
                <a:gd name="csX25" fmla="*/ 311002 w 314345"/>
                <a:gd name="csY25" fmla="*/ 98890 h 277560"/>
                <a:gd name="csX26" fmla="*/ 311002 w 314345"/>
                <a:gd name="csY26" fmla="*/ 103667 h 277560"/>
                <a:gd name="csX27" fmla="*/ 311002 w 314345"/>
                <a:gd name="csY27" fmla="*/ 107967 h 277560"/>
                <a:gd name="csX28" fmla="*/ 311002 w 314345"/>
                <a:gd name="csY28" fmla="*/ 112744 h 277560"/>
                <a:gd name="csX29" fmla="*/ 311002 w 314345"/>
                <a:gd name="csY29" fmla="*/ 117044 h 277560"/>
                <a:gd name="csX30" fmla="*/ 311002 w 314345"/>
                <a:gd name="csY30" fmla="*/ 121821 h 277560"/>
                <a:gd name="csX31" fmla="*/ 311002 w 314345"/>
                <a:gd name="csY31" fmla="*/ 126598 h 277560"/>
                <a:gd name="csX32" fmla="*/ 311002 w 314345"/>
                <a:gd name="csY32" fmla="*/ 130898 h 277560"/>
                <a:gd name="csX33" fmla="*/ 311002 w 314345"/>
                <a:gd name="csY33" fmla="*/ 135675 h 277560"/>
                <a:gd name="csX34" fmla="*/ 311002 w 314345"/>
                <a:gd name="csY34" fmla="*/ 139975 h 277560"/>
                <a:gd name="csX35" fmla="*/ 311002 w 314345"/>
                <a:gd name="csY35" fmla="*/ 144752 h 277560"/>
                <a:gd name="csX36" fmla="*/ 311002 w 314345"/>
                <a:gd name="csY36" fmla="*/ 149052 h 277560"/>
                <a:gd name="csX37" fmla="*/ 311002 w 314345"/>
                <a:gd name="csY37" fmla="*/ 153829 h 277560"/>
                <a:gd name="csX38" fmla="*/ 311002 w 314345"/>
                <a:gd name="csY38" fmla="*/ 158129 h 277560"/>
                <a:gd name="csX39" fmla="*/ 311002 w 314345"/>
                <a:gd name="csY39" fmla="*/ 162428 h 277560"/>
                <a:gd name="csX40" fmla="*/ 311002 w 314345"/>
                <a:gd name="csY40" fmla="*/ 167205 h 277560"/>
                <a:gd name="csX41" fmla="*/ 311002 w 314345"/>
                <a:gd name="csY41" fmla="*/ 171505 h 277560"/>
                <a:gd name="csX42" fmla="*/ 311002 w 314345"/>
                <a:gd name="csY42" fmla="*/ 176282 h 277560"/>
                <a:gd name="csX43" fmla="*/ 311002 w 314345"/>
                <a:gd name="csY43" fmla="*/ 180582 h 277560"/>
                <a:gd name="csX44" fmla="*/ 311002 w 314345"/>
                <a:gd name="csY44" fmla="*/ 184881 h 277560"/>
                <a:gd name="csX45" fmla="*/ 311002 w 314345"/>
                <a:gd name="csY45" fmla="*/ 189659 h 277560"/>
                <a:gd name="csX46" fmla="*/ 311002 w 314345"/>
                <a:gd name="csY46" fmla="*/ 193958 h 277560"/>
                <a:gd name="csX47" fmla="*/ 311002 w 314345"/>
                <a:gd name="csY47" fmla="*/ 198258 h 277560"/>
                <a:gd name="csX48" fmla="*/ 311002 w 314345"/>
                <a:gd name="csY48" fmla="*/ 203035 h 277560"/>
                <a:gd name="csX49" fmla="*/ 311002 w 314345"/>
                <a:gd name="csY49" fmla="*/ 207335 h 277560"/>
                <a:gd name="csX50" fmla="*/ 311002 w 314345"/>
                <a:gd name="csY50" fmla="*/ 211634 h 277560"/>
                <a:gd name="csX51" fmla="*/ 311002 w 314345"/>
                <a:gd name="csY51" fmla="*/ 215934 h 277560"/>
                <a:gd name="csX52" fmla="*/ 311002 w 314345"/>
                <a:gd name="csY52" fmla="*/ 220233 h 277560"/>
                <a:gd name="csX53" fmla="*/ 311002 w 314345"/>
                <a:gd name="csY53" fmla="*/ 225011 h 277560"/>
                <a:gd name="csX54" fmla="*/ 311002 w 314345"/>
                <a:gd name="csY54" fmla="*/ 229310 h 277560"/>
                <a:gd name="csX55" fmla="*/ 311002 w 314345"/>
                <a:gd name="csY55" fmla="*/ 238865 h 277560"/>
                <a:gd name="csX56" fmla="*/ 311002 w 314345"/>
                <a:gd name="csY56" fmla="*/ 248419 h 277560"/>
                <a:gd name="csX57" fmla="*/ 311002 w 314345"/>
                <a:gd name="csY57" fmla="*/ 258452 h 277560"/>
                <a:gd name="csX58" fmla="*/ 311002 w 314345"/>
                <a:gd name="csY58" fmla="*/ 268006 h 277560"/>
                <a:gd name="csX59" fmla="*/ 310524 w 314345"/>
                <a:gd name="csY59" fmla="*/ 268006 h 277560"/>
                <a:gd name="csX60" fmla="*/ 310524 w 314345"/>
                <a:gd name="csY60" fmla="*/ 268006 h 277560"/>
                <a:gd name="csX61" fmla="*/ 310524 w 314345"/>
                <a:gd name="csY61" fmla="*/ 268006 h 277560"/>
                <a:gd name="csX62" fmla="*/ 310524 w 314345"/>
                <a:gd name="csY62" fmla="*/ 268006 h 277560"/>
                <a:gd name="csX63" fmla="*/ 305747 w 314345"/>
                <a:gd name="csY63" fmla="*/ 268006 h 277560"/>
                <a:gd name="csX64" fmla="*/ 300970 w 314345"/>
                <a:gd name="csY64" fmla="*/ 268006 h 277560"/>
                <a:gd name="csX65" fmla="*/ 295714 w 314345"/>
                <a:gd name="csY65" fmla="*/ 268006 h 277560"/>
                <a:gd name="csX66" fmla="*/ 290937 w 314345"/>
                <a:gd name="csY66" fmla="*/ 268006 h 277560"/>
                <a:gd name="csX67" fmla="*/ 290937 w 314345"/>
                <a:gd name="csY67" fmla="*/ 270395 h 277560"/>
                <a:gd name="csX68" fmla="*/ 290937 w 314345"/>
                <a:gd name="csY68" fmla="*/ 272784 h 277560"/>
                <a:gd name="csX69" fmla="*/ 290937 w 314345"/>
                <a:gd name="csY69" fmla="*/ 275172 h 277560"/>
                <a:gd name="csX70" fmla="*/ 290937 w 314345"/>
                <a:gd name="csY70" fmla="*/ 277561 h 277560"/>
                <a:gd name="csX71" fmla="*/ 281382 w 314345"/>
                <a:gd name="csY71" fmla="*/ 272784 h 277560"/>
                <a:gd name="csX72" fmla="*/ 271828 w 314345"/>
                <a:gd name="csY72" fmla="*/ 268484 h 277560"/>
                <a:gd name="csX73" fmla="*/ 262273 w 314345"/>
                <a:gd name="csY73" fmla="*/ 263707 h 277560"/>
                <a:gd name="csX74" fmla="*/ 253197 w 314345"/>
                <a:gd name="csY74" fmla="*/ 259407 h 277560"/>
                <a:gd name="csX75" fmla="*/ 243642 w 314345"/>
                <a:gd name="csY75" fmla="*/ 254630 h 277560"/>
                <a:gd name="csX76" fmla="*/ 234087 w 314345"/>
                <a:gd name="csY76" fmla="*/ 250330 h 277560"/>
                <a:gd name="csX77" fmla="*/ 224533 w 314345"/>
                <a:gd name="csY77" fmla="*/ 245553 h 277560"/>
                <a:gd name="csX78" fmla="*/ 214978 w 314345"/>
                <a:gd name="csY78" fmla="*/ 241253 h 277560"/>
                <a:gd name="csX79" fmla="*/ 205424 w 314345"/>
                <a:gd name="csY79" fmla="*/ 236476 h 277560"/>
                <a:gd name="csX80" fmla="*/ 195869 w 314345"/>
                <a:gd name="csY80" fmla="*/ 231699 h 277560"/>
                <a:gd name="csX81" fmla="*/ 186314 w 314345"/>
                <a:gd name="csY81" fmla="*/ 227399 h 277560"/>
                <a:gd name="csX82" fmla="*/ 177238 w 314345"/>
                <a:gd name="csY82" fmla="*/ 222622 h 277560"/>
                <a:gd name="csX83" fmla="*/ 167683 w 314345"/>
                <a:gd name="csY83" fmla="*/ 217845 h 277560"/>
                <a:gd name="csX84" fmla="*/ 158128 w 314345"/>
                <a:gd name="csY84" fmla="*/ 213545 h 277560"/>
                <a:gd name="csX85" fmla="*/ 148574 w 314345"/>
                <a:gd name="csY85" fmla="*/ 208768 h 277560"/>
                <a:gd name="csX86" fmla="*/ 139019 w 314345"/>
                <a:gd name="csY86" fmla="*/ 203991 h 277560"/>
                <a:gd name="csX87" fmla="*/ 132331 w 314345"/>
                <a:gd name="csY87" fmla="*/ 200646 h 277560"/>
                <a:gd name="csX88" fmla="*/ 125165 w 314345"/>
                <a:gd name="csY88" fmla="*/ 203991 h 277560"/>
                <a:gd name="csX89" fmla="*/ 119910 w 314345"/>
                <a:gd name="csY89" fmla="*/ 206379 h 277560"/>
                <a:gd name="csX90" fmla="*/ 112744 w 314345"/>
                <a:gd name="csY90" fmla="*/ 209723 h 277560"/>
                <a:gd name="csX91" fmla="*/ 112744 w 314345"/>
                <a:gd name="csY91" fmla="*/ 209723 h 277560"/>
                <a:gd name="csX92" fmla="*/ 104145 w 314345"/>
                <a:gd name="csY92" fmla="*/ 214023 h 277560"/>
                <a:gd name="csX93" fmla="*/ 97457 w 314345"/>
                <a:gd name="csY93" fmla="*/ 216889 h 277560"/>
                <a:gd name="csX94" fmla="*/ 97457 w 314345"/>
                <a:gd name="csY94" fmla="*/ 216889 h 277560"/>
                <a:gd name="csX95" fmla="*/ 96979 w 314345"/>
                <a:gd name="csY95" fmla="*/ 216889 h 277560"/>
                <a:gd name="csX96" fmla="*/ 90291 w 314345"/>
                <a:gd name="csY96" fmla="*/ 211634 h 277560"/>
                <a:gd name="csX97" fmla="*/ 85036 w 314345"/>
                <a:gd name="csY97" fmla="*/ 207335 h 277560"/>
                <a:gd name="csX98" fmla="*/ 82647 w 314345"/>
                <a:gd name="csY98" fmla="*/ 205902 h 277560"/>
                <a:gd name="csX99" fmla="*/ 73093 w 314345"/>
                <a:gd name="csY99" fmla="*/ 203991 h 277560"/>
                <a:gd name="csX100" fmla="*/ 63060 w 314345"/>
                <a:gd name="csY100" fmla="*/ 201602 h 277560"/>
                <a:gd name="csX101" fmla="*/ 52550 w 314345"/>
                <a:gd name="csY101" fmla="*/ 199213 h 277560"/>
                <a:gd name="csX102" fmla="*/ 51117 w 314345"/>
                <a:gd name="csY102" fmla="*/ 195869 h 277560"/>
                <a:gd name="csX103" fmla="*/ 48728 w 314345"/>
                <a:gd name="csY103" fmla="*/ 192047 h 277560"/>
                <a:gd name="csX104" fmla="*/ 45862 w 314345"/>
                <a:gd name="csY104" fmla="*/ 187270 h 277560"/>
                <a:gd name="csX105" fmla="*/ 44429 w 314345"/>
                <a:gd name="csY105" fmla="*/ 183926 h 277560"/>
                <a:gd name="csX106" fmla="*/ 43473 w 314345"/>
                <a:gd name="csY106" fmla="*/ 183448 h 277560"/>
                <a:gd name="csX107" fmla="*/ 35830 w 314345"/>
                <a:gd name="csY107" fmla="*/ 181060 h 277560"/>
                <a:gd name="csX108" fmla="*/ 27231 w 314345"/>
                <a:gd name="csY108" fmla="*/ 178671 h 277560"/>
                <a:gd name="csX109" fmla="*/ 22453 w 314345"/>
                <a:gd name="csY109" fmla="*/ 180104 h 277560"/>
                <a:gd name="csX110" fmla="*/ 21498 w 314345"/>
                <a:gd name="csY110" fmla="*/ 180104 h 277560"/>
                <a:gd name="csX111" fmla="*/ 20065 w 314345"/>
                <a:gd name="csY111" fmla="*/ 179149 h 277560"/>
                <a:gd name="csX112" fmla="*/ 18631 w 314345"/>
                <a:gd name="csY112" fmla="*/ 178193 h 277560"/>
                <a:gd name="csX113" fmla="*/ 18154 w 314345"/>
                <a:gd name="csY113" fmla="*/ 176282 h 277560"/>
                <a:gd name="csX114" fmla="*/ 16243 w 314345"/>
                <a:gd name="csY114" fmla="*/ 173894 h 277560"/>
                <a:gd name="csX115" fmla="*/ 14332 w 314345"/>
                <a:gd name="csY115" fmla="*/ 169116 h 277560"/>
                <a:gd name="csX116" fmla="*/ 14332 w 314345"/>
                <a:gd name="csY116" fmla="*/ 164817 h 277560"/>
                <a:gd name="csX117" fmla="*/ 13854 w 314345"/>
                <a:gd name="csY117" fmla="*/ 163384 h 277560"/>
                <a:gd name="csX118" fmla="*/ 9555 w 314345"/>
                <a:gd name="csY118" fmla="*/ 157651 h 277560"/>
                <a:gd name="csX119" fmla="*/ 5255 w 314345"/>
                <a:gd name="csY119" fmla="*/ 151918 h 277560"/>
                <a:gd name="csX120" fmla="*/ 2866 w 314345"/>
                <a:gd name="csY120" fmla="*/ 148574 h 277560"/>
                <a:gd name="csX121" fmla="*/ 2389 w 314345"/>
                <a:gd name="csY121" fmla="*/ 147141 h 277560"/>
                <a:gd name="csX122" fmla="*/ 2389 w 314345"/>
                <a:gd name="csY122" fmla="*/ 144752 h 277560"/>
                <a:gd name="csX123" fmla="*/ 3822 w 314345"/>
                <a:gd name="csY123" fmla="*/ 143319 h 277560"/>
                <a:gd name="csX124" fmla="*/ 7644 w 314345"/>
                <a:gd name="csY124" fmla="*/ 140930 h 277560"/>
                <a:gd name="csX125" fmla="*/ 10988 w 314345"/>
                <a:gd name="csY125" fmla="*/ 138542 h 277560"/>
                <a:gd name="csX126" fmla="*/ 11465 w 314345"/>
                <a:gd name="csY126" fmla="*/ 137108 h 277560"/>
                <a:gd name="csX127" fmla="*/ 11465 w 314345"/>
                <a:gd name="csY127" fmla="*/ 132809 h 277560"/>
                <a:gd name="csX128" fmla="*/ 10510 w 314345"/>
                <a:gd name="csY128" fmla="*/ 131376 h 277560"/>
                <a:gd name="csX129" fmla="*/ 9555 w 314345"/>
                <a:gd name="csY129" fmla="*/ 128987 h 277560"/>
                <a:gd name="csX130" fmla="*/ 9077 w 314345"/>
                <a:gd name="csY130" fmla="*/ 125165 h 277560"/>
                <a:gd name="csX131" fmla="*/ 8599 w 314345"/>
                <a:gd name="csY131" fmla="*/ 122777 h 277560"/>
                <a:gd name="csX132" fmla="*/ 10510 w 314345"/>
                <a:gd name="csY132" fmla="*/ 118477 h 277560"/>
                <a:gd name="csX133" fmla="*/ 11943 w 314345"/>
                <a:gd name="csY133" fmla="*/ 113700 h 277560"/>
                <a:gd name="csX134" fmla="*/ 10988 w 314345"/>
                <a:gd name="csY134" fmla="*/ 108445 h 277560"/>
                <a:gd name="csX135" fmla="*/ 10032 w 314345"/>
                <a:gd name="csY135" fmla="*/ 97935 h 277560"/>
                <a:gd name="csX136" fmla="*/ 10510 w 314345"/>
                <a:gd name="csY136" fmla="*/ 89335 h 277560"/>
                <a:gd name="csX137" fmla="*/ 10032 w 314345"/>
                <a:gd name="csY137" fmla="*/ 86469 h 277560"/>
                <a:gd name="csX138" fmla="*/ 10032 w 314345"/>
                <a:gd name="csY138" fmla="*/ 85036 h 277560"/>
                <a:gd name="csX139" fmla="*/ 8599 w 314345"/>
                <a:gd name="csY139" fmla="*/ 81214 h 277560"/>
                <a:gd name="csX140" fmla="*/ 7166 w 314345"/>
                <a:gd name="csY140" fmla="*/ 76915 h 277560"/>
                <a:gd name="csX141" fmla="*/ 6688 w 314345"/>
                <a:gd name="csY141" fmla="*/ 75481 h 277560"/>
                <a:gd name="csX142" fmla="*/ 4777 w 314345"/>
                <a:gd name="csY142" fmla="*/ 72137 h 277560"/>
                <a:gd name="csX143" fmla="*/ 1433 w 314345"/>
                <a:gd name="csY143" fmla="*/ 67838 h 277560"/>
                <a:gd name="csX144" fmla="*/ 0 w 314345"/>
                <a:gd name="csY144" fmla="*/ 65449 h 277560"/>
                <a:gd name="csX145" fmla="*/ 2389 w 314345"/>
                <a:gd name="csY145" fmla="*/ 64016 h 277560"/>
                <a:gd name="csX146" fmla="*/ 4299 w 314345"/>
                <a:gd name="csY146" fmla="*/ 63060 h 277560"/>
                <a:gd name="csX147" fmla="*/ 6688 w 314345"/>
                <a:gd name="csY147" fmla="*/ 62105 h 277560"/>
                <a:gd name="csX148" fmla="*/ 10032 w 314345"/>
                <a:gd name="csY148" fmla="*/ 60672 h 277560"/>
                <a:gd name="csX149" fmla="*/ 11465 w 314345"/>
                <a:gd name="csY149" fmla="*/ 59716 h 277560"/>
                <a:gd name="csX150" fmla="*/ 12421 w 314345"/>
                <a:gd name="csY150" fmla="*/ 59239 h 277560"/>
                <a:gd name="csX151" fmla="*/ 14809 w 314345"/>
                <a:gd name="csY151" fmla="*/ 55894 h 277560"/>
                <a:gd name="csX152" fmla="*/ 16243 w 314345"/>
                <a:gd name="csY152" fmla="*/ 53984 h 277560"/>
                <a:gd name="csX153" fmla="*/ 18154 w 314345"/>
                <a:gd name="csY153" fmla="*/ 51595 h 277560"/>
                <a:gd name="csX154" fmla="*/ 18631 w 314345"/>
                <a:gd name="csY154" fmla="*/ 49684 h 277560"/>
                <a:gd name="csX155" fmla="*/ 19109 w 314345"/>
                <a:gd name="csY155" fmla="*/ 48251 h 277560"/>
                <a:gd name="csX156" fmla="*/ 18631 w 314345"/>
                <a:gd name="csY156" fmla="*/ 46340 h 277560"/>
                <a:gd name="csX157" fmla="*/ 17198 w 314345"/>
                <a:gd name="csY157" fmla="*/ 41563 h 277560"/>
                <a:gd name="csX158" fmla="*/ 16243 w 314345"/>
                <a:gd name="csY158" fmla="*/ 37263 h 277560"/>
                <a:gd name="csX159" fmla="*/ 16721 w 314345"/>
                <a:gd name="csY159" fmla="*/ 35352 h 277560"/>
                <a:gd name="csX160" fmla="*/ 17676 w 314345"/>
                <a:gd name="csY160" fmla="*/ 34397 h 277560"/>
                <a:gd name="csX161" fmla="*/ 19109 w 314345"/>
                <a:gd name="csY161" fmla="*/ 32486 h 277560"/>
                <a:gd name="csX162" fmla="*/ 20065 w 314345"/>
                <a:gd name="csY162" fmla="*/ 32008 h 277560"/>
                <a:gd name="csX163" fmla="*/ 23409 w 314345"/>
                <a:gd name="csY163" fmla="*/ 31052 h 277560"/>
                <a:gd name="csX164" fmla="*/ 24364 w 314345"/>
                <a:gd name="csY164" fmla="*/ 30097 h 277560"/>
                <a:gd name="csX165" fmla="*/ 25320 w 314345"/>
                <a:gd name="csY165" fmla="*/ 28664 h 277560"/>
                <a:gd name="csX166" fmla="*/ 25797 w 314345"/>
                <a:gd name="csY166" fmla="*/ 28186 h 277560"/>
                <a:gd name="csX167" fmla="*/ 25797 w 314345"/>
                <a:gd name="csY167" fmla="*/ 27231 h 277560"/>
                <a:gd name="csX168" fmla="*/ 27231 w 314345"/>
                <a:gd name="csY168" fmla="*/ 26275 h 277560"/>
                <a:gd name="csX169" fmla="*/ 29141 w 314345"/>
                <a:gd name="csY169" fmla="*/ 25320 h 277560"/>
                <a:gd name="csX170" fmla="*/ 30097 w 314345"/>
                <a:gd name="csY170" fmla="*/ 23886 h 277560"/>
                <a:gd name="csX171" fmla="*/ 33441 w 314345"/>
                <a:gd name="csY171" fmla="*/ 21976 h 277560"/>
                <a:gd name="csX172" fmla="*/ 36785 w 314345"/>
                <a:gd name="csY172" fmla="*/ 20065 h 277560"/>
                <a:gd name="csX173" fmla="*/ 40607 w 314345"/>
                <a:gd name="csY173" fmla="*/ 18154 h 277560"/>
                <a:gd name="csX174" fmla="*/ 43473 w 314345"/>
                <a:gd name="csY174" fmla="*/ 16721 h 277560"/>
                <a:gd name="csX175" fmla="*/ 44429 w 314345"/>
                <a:gd name="csY175" fmla="*/ 15765 h 277560"/>
                <a:gd name="csX176" fmla="*/ 43951 w 314345"/>
                <a:gd name="csY176" fmla="*/ 14332 h 277560"/>
                <a:gd name="csX177" fmla="*/ 42518 w 314345"/>
                <a:gd name="csY177" fmla="*/ 11943 h 277560"/>
                <a:gd name="csX178" fmla="*/ 42518 w 314345"/>
                <a:gd name="csY178" fmla="*/ 9077 h 277560"/>
                <a:gd name="csX179" fmla="*/ 42518 w 314345"/>
                <a:gd name="csY179" fmla="*/ 6211 h 277560"/>
                <a:gd name="csX180" fmla="*/ 42996 w 314345"/>
                <a:gd name="csY180" fmla="*/ 4777 h 277560"/>
                <a:gd name="csX181" fmla="*/ 43473 w 314345"/>
                <a:gd name="csY181" fmla="*/ 956 h 277560"/>
                <a:gd name="csX182" fmla="*/ 43473 w 314345"/>
                <a:gd name="csY182" fmla="*/ 0 h 277560"/>
                <a:gd name="csX183" fmla="*/ 46817 w 314345"/>
                <a:gd name="csY183" fmla="*/ 1433 h 277560"/>
                <a:gd name="csX184" fmla="*/ 49684 w 314345"/>
                <a:gd name="csY184" fmla="*/ 1911 h 277560"/>
                <a:gd name="csX185" fmla="*/ 58761 w 314345"/>
                <a:gd name="csY185" fmla="*/ 7166 h 277560"/>
                <a:gd name="csX186" fmla="*/ 62105 w 314345"/>
                <a:gd name="csY186" fmla="*/ 7644 h 277560"/>
                <a:gd name="csX187" fmla="*/ 68315 w 314345"/>
                <a:gd name="csY187" fmla="*/ 8599 h 277560"/>
                <a:gd name="csX188" fmla="*/ 75959 w 314345"/>
                <a:gd name="csY188" fmla="*/ 6211 h 277560"/>
                <a:gd name="csX189" fmla="*/ 78825 w 314345"/>
                <a:gd name="csY189" fmla="*/ 6211 h 277560"/>
                <a:gd name="csX190" fmla="*/ 84080 w 314345"/>
                <a:gd name="csY190" fmla="*/ 8121 h 277560"/>
                <a:gd name="csX191" fmla="*/ 85991 w 314345"/>
                <a:gd name="csY191" fmla="*/ 8599 h 277560"/>
                <a:gd name="csX192" fmla="*/ 89813 w 314345"/>
                <a:gd name="csY192" fmla="*/ 8599 h 277560"/>
                <a:gd name="csX193" fmla="*/ 96024 w 314345"/>
                <a:gd name="csY193" fmla="*/ 10510 h 277560"/>
                <a:gd name="csX194" fmla="*/ 97935 w 314345"/>
                <a:gd name="csY194" fmla="*/ 10988 h 277560"/>
                <a:gd name="csX195" fmla="*/ 101279 w 314345"/>
                <a:gd name="csY195" fmla="*/ 13854 h 277560"/>
                <a:gd name="csX196" fmla="*/ 103189 w 314345"/>
                <a:gd name="csY196" fmla="*/ 14810 h 277560"/>
                <a:gd name="csX197" fmla="*/ 116566 w 314345"/>
                <a:gd name="csY197" fmla="*/ 17198 h 277560"/>
                <a:gd name="csX198" fmla="*/ 117999 w 314345"/>
                <a:gd name="csY198" fmla="*/ 19109 h 277560"/>
                <a:gd name="csX199" fmla="*/ 119910 w 314345"/>
                <a:gd name="csY199" fmla="*/ 22453 h 277560"/>
                <a:gd name="csX200" fmla="*/ 119910 w 314345"/>
                <a:gd name="csY200" fmla="*/ 26275 h 277560"/>
                <a:gd name="csX201" fmla="*/ 121343 w 314345"/>
                <a:gd name="csY201" fmla="*/ 29142 h 277560"/>
                <a:gd name="csX202" fmla="*/ 122777 w 314345"/>
                <a:gd name="csY202" fmla="*/ 32963 h 277560"/>
                <a:gd name="csX203" fmla="*/ 124687 w 314345"/>
                <a:gd name="csY203" fmla="*/ 35830 h 277560"/>
                <a:gd name="csX204" fmla="*/ 127076 w 314345"/>
                <a:gd name="csY204" fmla="*/ 37741 h 277560"/>
                <a:gd name="csX205" fmla="*/ 129465 w 314345"/>
                <a:gd name="csY205" fmla="*/ 39174 h 277560"/>
                <a:gd name="csX206" fmla="*/ 135197 w 314345"/>
                <a:gd name="csY206" fmla="*/ 41085 h 277560"/>
                <a:gd name="csX207" fmla="*/ 141886 w 314345"/>
                <a:gd name="csY207" fmla="*/ 42040 h 277560"/>
                <a:gd name="csX208" fmla="*/ 148096 w 314345"/>
                <a:gd name="csY208" fmla="*/ 42518 h 277560"/>
                <a:gd name="csX209" fmla="*/ 159561 w 314345"/>
                <a:gd name="csY209" fmla="*/ 45384 h 277560"/>
                <a:gd name="csX210" fmla="*/ 169116 w 314345"/>
                <a:gd name="csY210" fmla="*/ 48251 h 277560"/>
                <a:gd name="csX211" fmla="*/ 171505 w 314345"/>
                <a:gd name="csY211" fmla="*/ 50162 h 277560"/>
                <a:gd name="csX212" fmla="*/ 176282 w 314345"/>
                <a:gd name="csY212" fmla="*/ 51595 h 277560"/>
                <a:gd name="csX213" fmla="*/ 185837 w 314345"/>
                <a:gd name="csY213" fmla="*/ 59239 h 277560"/>
                <a:gd name="csX214" fmla="*/ 191092 w 314345"/>
                <a:gd name="csY214" fmla="*/ 61627 h 277560"/>
                <a:gd name="csX215" fmla="*/ 194914 w 314345"/>
                <a:gd name="csY215" fmla="*/ 62105 h 277560"/>
                <a:gd name="csX216" fmla="*/ 198258 w 314345"/>
                <a:gd name="csY216" fmla="*/ 62105 h 277560"/>
                <a:gd name="csX217" fmla="*/ 203991 w 314345"/>
                <a:gd name="csY217" fmla="*/ 59239 h 277560"/>
                <a:gd name="csX218" fmla="*/ 206379 w 314345"/>
                <a:gd name="csY218" fmla="*/ 57805 h 277560"/>
                <a:gd name="csX219" fmla="*/ 212112 w 314345"/>
                <a:gd name="csY219" fmla="*/ 51117 h 277560"/>
                <a:gd name="csX220" fmla="*/ 214500 w 314345"/>
                <a:gd name="csY220" fmla="*/ 47773 h 277560"/>
                <a:gd name="csX221" fmla="*/ 214978 w 314345"/>
                <a:gd name="csY221" fmla="*/ 45384 h 277560"/>
                <a:gd name="csX222" fmla="*/ 214978 w 314345"/>
                <a:gd name="csY222" fmla="*/ 42518 h 277560"/>
                <a:gd name="csX223" fmla="*/ 214023 w 314345"/>
                <a:gd name="csY223" fmla="*/ 40607 h 277560"/>
                <a:gd name="csX224" fmla="*/ 212590 w 314345"/>
                <a:gd name="csY224" fmla="*/ 38218 h 277560"/>
                <a:gd name="csX225" fmla="*/ 211156 w 314345"/>
                <a:gd name="csY225" fmla="*/ 34874 h 277560"/>
                <a:gd name="csX226" fmla="*/ 210679 w 314345"/>
                <a:gd name="csY226" fmla="*/ 29619 h 277560"/>
                <a:gd name="csX227" fmla="*/ 211634 w 314345"/>
                <a:gd name="csY227" fmla="*/ 25798 h 277560"/>
                <a:gd name="csX228" fmla="*/ 212590 w 314345"/>
                <a:gd name="csY228" fmla="*/ 23409 h 277560"/>
                <a:gd name="csX229" fmla="*/ 214500 w 314345"/>
                <a:gd name="csY229" fmla="*/ 21020 h 277560"/>
                <a:gd name="csX230" fmla="*/ 219278 w 314345"/>
                <a:gd name="csY230" fmla="*/ 16243 h 277560"/>
                <a:gd name="csX231" fmla="*/ 224533 w 314345"/>
                <a:gd name="csY231" fmla="*/ 13377 h 277560"/>
                <a:gd name="csX232" fmla="*/ 233132 w 314345"/>
                <a:gd name="csY232" fmla="*/ 9077 h 277560"/>
                <a:gd name="csX233" fmla="*/ 238387 w 314345"/>
                <a:gd name="csY233" fmla="*/ 9077 h 277560"/>
                <a:gd name="csX234" fmla="*/ 240298 w 314345"/>
                <a:gd name="csY234" fmla="*/ 8599 h 277560"/>
                <a:gd name="csX235" fmla="*/ 244598 w 314345"/>
                <a:gd name="csY235" fmla="*/ 5733 h 277560"/>
                <a:gd name="csX236" fmla="*/ 246031 w 314345"/>
                <a:gd name="csY236" fmla="*/ 5255 h 277560"/>
                <a:gd name="csX237" fmla="*/ 248419 w 314345"/>
                <a:gd name="csY237" fmla="*/ 6211 h 277560"/>
                <a:gd name="csX238" fmla="*/ 255585 w 314345"/>
                <a:gd name="csY238" fmla="*/ 5733 h 277560"/>
                <a:gd name="csX239" fmla="*/ 258452 w 314345"/>
                <a:gd name="csY239" fmla="*/ 6688 h 277560"/>
                <a:gd name="csX240" fmla="*/ 262273 w 314345"/>
                <a:gd name="csY240" fmla="*/ 8599 h 277560"/>
                <a:gd name="csX241" fmla="*/ 266573 w 314345"/>
                <a:gd name="csY241" fmla="*/ 9555 h 277560"/>
                <a:gd name="csX242" fmla="*/ 269917 w 314345"/>
                <a:gd name="csY242" fmla="*/ 10988 h 277560"/>
                <a:gd name="csX243" fmla="*/ 273261 w 314345"/>
                <a:gd name="csY243" fmla="*/ 12421 h 277560"/>
                <a:gd name="csX244" fmla="*/ 274217 w 314345"/>
                <a:gd name="csY244" fmla="*/ 16243 h 277560"/>
                <a:gd name="csX245" fmla="*/ 273739 w 314345"/>
                <a:gd name="csY245" fmla="*/ 17198 h 277560"/>
                <a:gd name="csX246" fmla="*/ 273739 w 314345"/>
                <a:gd name="csY246" fmla="*/ 18632 h 277560"/>
                <a:gd name="csX247" fmla="*/ 277083 w 314345"/>
                <a:gd name="csY247" fmla="*/ 21020 h 277560"/>
                <a:gd name="csX248" fmla="*/ 287593 w 314345"/>
                <a:gd name="csY248" fmla="*/ 22453 h 277560"/>
                <a:gd name="csX249" fmla="*/ 289504 w 314345"/>
                <a:gd name="csY249" fmla="*/ 22931 h 277560"/>
                <a:gd name="csX250" fmla="*/ 292370 w 314345"/>
                <a:gd name="csY250" fmla="*/ 24842 h 277560"/>
                <a:gd name="csX251" fmla="*/ 293804 w 314345"/>
                <a:gd name="csY251" fmla="*/ 25320 h 277560"/>
                <a:gd name="csX252" fmla="*/ 300970 w 314345"/>
                <a:gd name="csY252" fmla="*/ 25798 h 277560"/>
                <a:gd name="csX253" fmla="*/ 304791 w 314345"/>
                <a:gd name="csY253" fmla="*/ 25320 h 277560"/>
                <a:gd name="csX254" fmla="*/ 308613 w 314345"/>
                <a:gd name="csY254" fmla="*/ 25798 h 277560"/>
                <a:gd name="csX255" fmla="*/ 310046 w 314345"/>
                <a:gd name="csY255" fmla="*/ 26753 h 277560"/>
                <a:gd name="csX256" fmla="*/ 311480 w 314345"/>
                <a:gd name="csY256" fmla="*/ 28186 h 277560"/>
                <a:gd name="csX257" fmla="*/ 313390 w 314345"/>
                <a:gd name="csY257" fmla="*/ 32008 h 277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</a:cxnLst>
              <a:rect l="l" t="t" r="r" b="b"/>
              <a:pathLst>
                <a:path w="314345" h="277560">
                  <a:moveTo>
                    <a:pt x="313390" y="32008"/>
                  </a:moveTo>
                  <a:lnTo>
                    <a:pt x="314346" y="32963"/>
                  </a:lnTo>
                  <a:lnTo>
                    <a:pt x="313390" y="33441"/>
                  </a:lnTo>
                  <a:lnTo>
                    <a:pt x="312435" y="34874"/>
                  </a:lnTo>
                  <a:lnTo>
                    <a:pt x="311480" y="35830"/>
                  </a:lnTo>
                  <a:lnTo>
                    <a:pt x="310046" y="37741"/>
                  </a:lnTo>
                  <a:lnTo>
                    <a:pt x="308135" y="39652"/>
                  </a:lnTo>
                  <a:lnTo>
                    <a:pt x="308613" y="42518"/>
                  </a:lnTo>
                  <a:lnTo>
                    <a:pt x="308613" y="45384"/>
                  </a:lnTo>
                  <a:lnTo>
                    <a:pt x="309569" y="48251"/>
                  </a:lnTo>
                  <a:lnTo>
                    <a:pt x="310524" y="51595"/>
                  </a:lnTo>
                  <a:lnTo>
                    <a:pt x="310524" y="53506"/>
                  </a:lnTo>
                  <a:lnTo>
                    <a:pt x="309569" y="56372"/>
                  </a:lnTo>
                  <a:lnTo>
                    <a:pt x="308613" y="58283"/>
                  </a:lnTo>
                  <a:lnTo>
                    <a:pt x="305747" y="62583"/>
                  </a:lnTo>
                  <a:lnTo>
                    <a:pt x="305269" y="63538"/>
                  </a:lnTo>
                  <a:lnTo>
                    <a:pt x="305747" y="64971"/>
                  </a:lnTo>
                  <a:lnTo>
                    <a:pt x="307180" y="70226"/>
                  </a:lnTo>
                  <a:lnTo>
                    <a:pt x="307658" y="71659"/>
                  </a:lnTo>
                  <a:lnTo>
                    <a:pt x="308613" y="76915"/>
                  </a:lnTo>
                  <a:lnTo>
                    <a:pt x="309569" y="80736"/>
                  </a:lnTo>
                  <a:lnTo>
                    <a:pt x="310524" y="84081"/>
                  </a:lnTo>
                  <a:lnTo>
                    <a:pt x="311002" y="85036"/>
                  </a:lnTo>
                  <a:lnTo>
                    <a:pt x="311002" y="89813"/>
                  </a:lnTo>
                  <a:lnTo>
                    <a:pt x="311002" y="94113"/>
                  </a:lnTo>
                  <a:lnTo>
                    <a:pt x="311002" y="98890"/>
                  </a:lnTo>
                  <a:lnTo>
                    <a:pt x="311002" y="103667"/>
                  </a:lnTo>
                  <a:lnTo>
                    <a:pt x="311002" y="107967"/>
                  </a:lnTo>
                  <a:lnTo>
                    <a:pt x="311002" y="112744"/>
                  </a:lnTo>
                  <a:lnTo>
                    <a:pt x="311002" y="117044"/>
                  </a:lnTo>
                  <a:lnTo>
                    <a:pt x="311002" y="121821"/>
                  </a:lnTo>
                  <a:lnTo>
                    <a:pt x="311002" y="126598"/>
                  </a:lnTo>
                  <a:lnTo>
                    <a:pt x="311002" y="130898"/>
                  </a:lnTo>
                  <a:lnTo>
                    <a:pt x="311002" y="135675"/>
                  </a:lnTo>
                  <a:lnTo>
                    <a:pt x="311002" y="139975"/>
                  </a:lnTo>
                  <a:lnTo>
                    <a:pt x="311002" y="144752"/>
                  </a:lnTo>
                  <a:lnTo>
                    <a:pt x="311002" y="149052"/>
                  </a:lnTo>
                  <a:lnTo>
                    <a:pt x="311002" y="153829"/>
                  </a:lnTo>
                  <a:lnTo>
                    <a:pt x="311002" y="158129"/>
                  </a:lnTo>
                  <a:lnTo>
                    <a:pt x="311002" y="162428"/>
                  </a:lnTo>
                  <a:lnTo>
                    <a:pt x="311002" y="167205"/>
                  </a:lnTo>
                  <a:lnTo>
                    <a:pt x="311002" y="171505"/>
                  </a:lnTo>
                  <a:lnTo>
                    <a:pt x="311002" y="176282"/>
                  </a:lnTo>
                  <a:lnTo>
                    <a:pt x="311002" y="180582"/>
                  </a:lnTo>
                  <a:lnTo>
                    <a:pt x="311002" y="184881"/>
                  </a:lnTo>
                  <a:lnTo>
                    <a:pt x="311002" y="189659"/>
                  </a:lnTo>
                  <a:lnTo>
                    <a:pt x="311002" y="193958"/>
                  </a:lnTo>
                  <a:lnTo>
                    <a:pt x="311002" y="198258"/>
                  </a:lnTo>
                  <a:lnTo>
                    <a:pt x="311002" y="203035"/>
                  </a:lnTo>
                  <a:lnTo>
                    <a:pt x="311002" y="207335"/>
                  </a:lnTo>
                  <a:lnTo>
                    <a:pt x="311002" y="211634"/>
                  </a:lnTo>
                  <a:lnTo>
                    <a:pt x="311002" y="215934"/>
                  </a:lnTo>
                  <a:lnTo>
                    <a:pt x="311002" y="220233"/>
                  </a:lnTo>
                  <a:lnTo>
                    <a:pt x="311002" y="225011"/>
                  </a:lnTo>
                  <a:lnTo>
                    <a:pt x="311002" y="229310"/>
                  </a:lnTo>
                  <a:lnTo>
                    <a:pt x="311002" y="238865"/>
                  </a:lnTo>
                  <a:lnTo>
                    <a:pt x="311002" y="248419"/>
                  </a:lnTo>
                  <a:lnTo>
                    <a:pt x="311002" y="258452"/>
                  </a:lnTo>
                  <a:lnTo>
                    <a:pt x="311002" y="268006"/>
                  </a:lnTo>
                  <a:lnTo>
                    <a:pt x="310524" y="268006"/>
                  </a:lnTo>
                  <a:lnTo>
                    <a:pt x="310524" y="268006"/>
                  </a:lnTo>
                  <a:lnTo>
                    <a:pt x="310524" y="268006"/>
                  </a:lnTo>
                  <a:lnTo>
                    <a:pt x="310524" y="268006"/>
                  </a:lnTo>
                  <a:lnTo>
                    <a:pt x="305747" y="268006"/>
                  </a:lnTo>
                  <a:lnTo>
                    <a:pt x="300970" y="268006"/>
                  </a:lnTo>
                  <a:lnTo>
                    <a:pt x="295714" y="268006"/>
                  </a:lnTo>
                  <a:lnTo>
                    <a:pt x="290937" y="268006"/>
                  </a:lnTo>
                  <a:lnTo>
                    <a:pt x="290937" y="270395"/>
                  </a:lnTo>
                  <a:lnTo>
                    <a:pt x="290937" y="272784"/>
                  </a:lnTo>
                  <a:lnTo>
                    <a:pt x="290937" y="275172"/>
                  </a:lnTo>
                  <a:lnTo>
                    <a:pt x="290937" y="277561"/>
                  </a:lnTo>
                  <a:lnTo>
                    <a:pt x="281382" y="272784"/>
                  </a:lnTo>
                  <a:lnTo>
                    <a:pt x="271828" y="268484"/>
                  </a:lnTo>
                  <a:lnTo>
                    <a:pt x="262273" y="263707"/>
                  </a:lnTo>
                  <a:lnTo>
                    <a:pt x="253197" y="259407"/>
                  </a:lnTo>
                  <a:lnTo>
                    <a:pt x="243642" y="254630"/>
                  </a:lnTo>
                  <a:lnTo>
                    <a:pt x="234087" y="250330"/>
                  </a:lnTo>
                  <a:lnTo>
                    <a:pt x="224533" y="245553"/>
                  </a:lnTo>
                  <a:lnTo>
                    <a:pt x="214978" y="241253"/>
                  </a:lnTo>
                  <a:lnTo>
                    <a:pt x="205424" y="236476"/>
                  </a:lnTo>
                  <a:lnTo>
                    <a:pt x="195869" y="231699"/>
                  </a:lnTo>
                  <a:lnTo>
                    <a:pt x="186314" y="227399"/>
                  </a:lnTo>
                  <a:lnTo>
                    <a:pt x="177238" y="222622"/>
                  </a:lnTo>
                  <a:lnTo>
                    <a:pt x="167683" y="217845"/>
                  </a:lnTo>
                  <a:lnTo>
                    <a:pt x="158128" y="213545"/>
                  </a:lnTo>
                  <a:lnTo>
                    <a:pt x="148574" y="208768"/>
                  </a:lnTo>
                  <a:lnTo>
                    <a:pt x="139019" y="203991"/>
                  </a:lnTo>
                  <a:lnTo>
                    <a:pt x="132331" y="200646"/>
                  </a:lnTo>
                  <a:lnTo>
                    <a:pt x="125165" y="203991"/>
                  </a:lnTo>
                  <a:lnTo>
                    <a:pt x="119910" y="206379"/>
                  </a:lnTo>
                  <a:lnTo>
                    <a:pt x="112744" y="209723"/>
                  </a:lnTo>
                  <a:lnTo>
                    <a:pt x="112744" y="209723"/>
                  </a:lnTo>
                  <a:lnTo>
                    <a:pt x="104145" y="214023"/>
                  </a:lnTo>
                  <a:lnTo>
                    <a:pt x="97457" y="216889"/>
                  </a:lnTo>
                  <a:lnTo>
                    <a:pt x="97457" y="216889"/>
                  </a:lnTo>
                  <a:lnTo>
                    <a:pt x="96979" y="216889"/>
                  </a:lnTo>
                  <a:lnTo>
                    <a:pt x="90291" y="211634"/>
                  </a:lnTo>
                  <a:lnTo>
                    <a:pt x="85036" y="207335"/>
                  </a:lnTo>
                  <a:lnTo>
                    <a:pt x="82647" y="205902"/>
                  </a:lnTo>
                  <a:lnTo>
                    <a:pt x="73093" y="203991"/>
                  </a:lnTo>
                  <a:lnTo>
                    <a:pt x="63060" y="201602"/>
                  </a:lnTo>
                  <a:lnTo>
                    <a:pt x="52550" y="199213"/>
                  </a:lnTo>
                  <a:lnTo>
                    <a:pt x="51117" y="195869"/>
                  </a:lnTo>
                  <a:lnTo>
                    <a:pt x="48728" y="192047"/>
                  </a:lnTo>
                  <a:lnTo>
                    <a:pt x="45862" y="187270"/>
                  </a:lnTo>
                  <a:lnTo>
                    <a:pt x="44429" y="183926"/>
                  </a:lnTo>
                  <a:lnTo>
                    <a:pt x="43473" y="183448"/>
                  </a:lnTo>
                  <a:lnTo>
                    <a:pt x="35830" y="181060"/>
                  </a:lnTo>
                  <a:lnTo>
                    <a:pt x="27231" y="178671"/>
                  </a:lnTo>
                  <a:lnTo>
                    <a:pt x="22453" y="180104"/>
                  </a:lnTo>
                  <a:lnTo>
                    <a:pt x="21498" y="180104"/>
                  </a:lnTo>
                  <a:lnTo>
                    <a:pt x="20065" y="179149"/>
                  </a:lnTo>
                  <a:lnTo>
                    <a:pt x="18631" y="178193"/>
                  </a:lnTo>
                  <a:lnTo>
                    <a:pt x="18154" y="176282"/>
                  </a:lnTo>
                  <a:lnTo>
                    <a:pt x="16243" y="173894"/>
                  </a:lnTo>
                  <a:lnTo>
                    <a:pt x="14332" y="169116"/>
                  </a:lnTo>
                  <a:lnTo>
                    <a:pt x="14332" y="164817"/>
                  </a:lnTo>
                  <a:lnTo>
                    <a:pt x="13854" y="163384"/>
                  </a:lnTo>
                  <a:lnTo>
                    <a:pt x="9555" y="157651"/>
                  </a:lnTo>
                  <a:lnTo>
                    <a:pt x="5255" y="151918"/>
                  </a:lnTo>
                  <a:lnTo>
                    <a:pt x="2866" y="148574"/>
                  </a:lnTo>
                  <a:lnTo>
                    <a:pt x="2389" y="147141"/>
                  </a:lnTo>
                  <a:lnTo>
                    <a:pt x="2389" y="144752"/>
                  </a:lnTo>
                  <a:lnTo>
                    <a:pt x="3822" y="143319"/>
                  </a:lnTo>
                  <a:lnTo>
                    <a:pt x="7644" y="140930"/>
                  </a:lnTo>
                  <a:lnTo>
                    <a:pt x="10988" y="138542"/>
                  </a:lnTo>
                  <a:lnTo>
                    <a:pt x="11465" y="137108"/>
                  </a:lnTo>
                  <a:lnTo>
                    <a:pt x="11465" y="132809"/>
                  </a:lnTo>
                  <a:lnTo>
                    <a:pt x="10510" y="131376"/>
                  </a:lnTo>
                  <a:lnTo>
                    <a:pt x="9555" y="128987"/>
                  </a:lnTo>
                  <a:lnTo>
                    <a:pt x="9077" y="125165"/>
                  </a:lnTo>
                  <a:lnTo>
                    <a:pt x="8599" y="122777"/>
                  </a:lnTo>
                  <a:lnTo>
                    <a:pt x="10510" y="118477"/>
                  </a:lnTo>
                  <a:lnTo>
                    <a:pt x="11943" y="113700"/>
                  </a:lnTo>
                  <a:lnTo>
                    <a:pt x="10988" y="108445"/>
                  </a:lnTo>
                  <a:lnTo>
                    <a:pt x="10032" y="97935"/>
                  </a:lnTo>
                  <a:lnTo>
                    <a:pt x="10510" y="89335"/>
                  </a:lnTo>
                  <a:lnTo>
                    <a:pt x="10032" y="86469"/>
                  </a:lnTo>
                  <a:lnTo>
                    <a:pt x="10032" y="85036"/>
                  </a:lnTo>
                  <a:lnTo>
                    <a:pt x="8599" y="81214"/>
                  </a:lnTo>
                  <a:lnTo>
                    <a:pt x="7166" y="76915"/>
                  </a:lnTo>
                  <a:lnTo>
                    <a:pt x="6688" y="75481"/>
                  </a:lnTo>
                  <a:lnTo>
                    <a:pt x="4777" y="72137"/>
                  </a:lnTo>
                  <a:lnTo>
                    <a:pt x="1433" y="67838"/>
                  </a:lnTo>
                  <a:lnTo>
                    <a:pt x="0" y="65449"/>
                  </a:lnTo>
                  <a:lnTo>
                    <a:pt x="2389" y="64016"/>
                  </a:lnTo>
                  <a:lnTo>
                    <a:pt x="4299" y="63060"/>
                  </a:lnTo>
                  <a:lnTo>
                    <a:pt x="6688" y="62105"/>
                  </a:lnTo>
                  <a:lnTo>
                    <a:pt x="10032" y="60672"/>
                  </a:lnTo>
                  <a:lnTo>
                    <a:pt x="11465" y="59716"/>
                  </a:lnTo>
                  <a:lnTo>
                    <a:pt x="12421" y="59239"/>
                  </a:lnTo>
                  <a:lnTo>
                    <a:pt x="14809" y="55894"/>
                  </a:lnTo>
                  <a:lnTo>
                    <a:pt x="16243" y="53984"/>
                  </a:lnTo>
                  <a:lnTo>
                    <a:pt x="18154" y="51595"/>
                  </a:lnTo>
                  <a:lnTo>
                    <a:pt x="18631" y="49684"/>
                  </a:lnTo>
                  <a:lnTo>
                    <a:pt x="19109" y="48251"/>
                  </a:lnTo>
                  <a:lnTo>
                    <a:pt x="18631" y="46340"/>
                  </a:lnTo>
                  <a:lnTo>
                    <a:pt x="17198" y="41563"/>
                  </a:lnTo>
                  <a:lnTo>
                    <a:pt x="16243" y="37263"/>
                  </a:lnTo>
                  <a:lnTo>
                    <a:pt x="16721" y="35352"/>
                  </a:lnTo>
                  <a:lnTo>
                    <a:pt x="17676" y="34397"/>
                  </a:lnTo>
                  <a:lnTo>
                    <a:pt x="19109" y="32486"/>
                  </a:lnTo>
                  <a:lnTo>
                    <a:pt x="20065" y="32008"/>
                  </a:lnTo>
                  <a:lnTo>
                    <a:pt x="23409" y="31052"/>
                  </a:lnTo>
                  <a:lnTo>
                    <a:pt x="24364" y="30097"/>
                  </a:lnTo>
                  <a:lnTo>
                    <a:pt x="25320" y="28664"/>
                  </a:lnTo>
                  <a:lnTo>
                    <a:pt x="25797" y="28186"/>
                  </a:lnTo>
                  <a:lnTo>
                    <a:pt x="25797" y="27231"/>
                  </a:lnTo>
                  <a:lnTo>
                    <a:pt x="27231" y="26275"/>
                  </a:lnTo>
                  <a:lnTo>
                    <a:pt x="29141" y="25320"/>
                  </a:lnTo>
                  <a:lnTo>
                    <a:pt x="30097" y="23886"/>
                  </a:lnTo>
                  <a:lnTo>
                    <a:pt x="33441" y="21976"/>
                  </a:lnTo>
                  <a:lnTo>
                    <a:pt x="36785" y="20065"/>
                  </a:lnTo>
                  <a:lnTo>
                    <a:pt x="40607" y="18154"/>
                  </a:lnTo>
                  <a:lnTo>
                    <a:pt x="43473" y="16721"/>
                  </a:lnTo>
                  <a:lnTo>
                    <a:pt x="44429" y="15765"/>
                  </a:lnTo>
                  <a:lnTo>
                    <a:pt x="43951" y="14332"/>
                  </a:lnTo>
                  <a:lnTo>
                    <a:pt x="42518" y="11943"/>
                  </a:lnTo>
                  <a:lnTo>
                    <a:pt x="42518" y="9077"/>
                  </a:lnTo>
                  <a:lnTo>
                    <a:pt x="42518" y="6211"/>
                  </a:lnTo>
                  <a:lnTo>
                    <a:pt x="42996" y="4777"/>
                  </a:lnTo>
                  <a:lnTo>
                    <a:pt x="43473" y="956"/>
                  </a:lnTo>
                  <a:lnTo>
                    <a:pt x="43473" y="0"/>
                  </a:lnTo>
                  <a:lnTo>
                    <a:pt x="46817" y="1433"/>
                  </a:lnTo>
                  <a:lnTo>
                    <a:pt x="49684" y="1911"/>
                  </a:lnTo>
                  <a:lnTo>
                    <a:pt x="58761" y="7166"/>
                  </a:lnTo>
                  <a:lnTo>
                    <a:pt x="62105" y="7644"/>
                  </a:lnTo>
                  <a:lnTo>
                    <a:pt x="68315" y="8599"/>
                  </a:lnTo>
                  <a:lnTo>
                    <a:pt x="75959" y="6211"/>
                  </a:lnTo>
                  <a:lnTo>
                    <a:pt x="78825" y="6211"/>
                  </a:lnTo>
                  <a:lnTo>
                    <a:pt x="84080" y="8121"/>
                  </a:lnTo>
                  <a:lnTo>
                    <a:pt x="85991" y="8599"/>
                  </a:lnTo>
                  <a:lnTo>
                    <a:pt x="89813" y="8599"/>
                  </a:lnTo>
                  <a:lnTo>
                    <a:pt x="96024" y="10510"/>
                  </a:lnTo>
                  <a:lnTo>
                    <a:pt x="97935" y="10988"/>
                  </a:lnTo>
                  <a:lnTo>
                    <a:pt x="101279" y="13854"/>
                  </a:lnTo>
                  <a:lnTo>
                    <a:pt x="103189" y="14810"/>
                  </a:lnTo>
                  <a:lnTo>
                    <a:pt x="116566" y="17198"/>
                  </a:lnTo>
                  <a:lnTo>
                    <a:pt x="117999" y="19109"/>
                  </a:lnTo>
                  <a:lnTo>
                    <a:pt x="119910" y="22453"/>
                  </a:lnTo>
                  <a:lnTo>
                    <a:pt x="119910" y="26275"/>
                  </a:lnTo>
                  <a:lnTo>
                    <a:pt x="121343" y="29142"/>
                  </a:lnTo>
                  <a:lnTo>
                    <a:pt x="122777" y="32963"/>
                  </a:lnTo>
                  <a:lnTo>
                    <a:pt x="124687" y="35830"/>
                  </a:lnTo>
                  <a:lnTo>
                    <a:pt x="127076" y="37741"/>
                  </a:lnTo>
                  <a:lnTo>
                    <a:pt x="129465" y="39174"/>
                  </a:lnTo>
                  <a:lnTo>
                    <a:pt x="135197" y="41085"/>
                  </a:lnTo>
                  <a:lnTo>
                    <a:pt x="141886" y="42040"/>
                  </a:lnTo>
                  <a:lnTo>
                    <a:pt x="148096" y="42518"/>
                  </a:lnTo>
                  <a:lnTo>
                    <a:pt x="159561" y="45384"/>
                  </a:lnTo>
                  <a:lnTo>
                    <a:pt x="169116" y="48251"/>
                  </a:lnTo>
                  <a:lnTo>
                    <a:pt x="171505" y="50162"/>
                  </a:lnTo>
                  <a:lnTo>
                    <a:pt x="176282" y="51595"/>
                  </a:lnTo>
                  <a:lnTo>
                    <a:pt x="185837" y="59239"/>
                  </a:lnTo>
                  <a:lnTo>
                    <a:pt x="191092" y="61627"/>
                  </a:lnTo>
                  <a:lnTo>
                    <a:pt x="194914" y="62105"/>
                  </a:lnTo>
                  <a:lnTo>
                    <a:pt x="198258" y="62105"/>
                  </a:lnTo>
                  <a:lnTo>
                    <a:pt x="203991" y="59239"/>
                  </a:lnTo>
                  <a:lnTo>
                    <a:pt x="206379" y="57805"/>
                  </a:lnTo>
                  <a:lnTo>
                    <a:pt x="212112" y="51117"/>
                  </a:lnTo>
                  <a:lnTo>
                    <a:pt x="214500" y="47773"/>
                  </a:lnTo>
                  <a:lnTo>
                    <a:pt x="214978" y="45384"/>
                  </a:lnTo>
                  <a:lnTo>
                    <a:pt x="214978" y="42518"/>
                  </a:lnTo>
                  <a:lnTo>
                    <a:pt x="214023" y="40607"/>
                  </a:lnTo>
                  <a:lnTo>
                    <a:pt x="212590" y="38218"/>
                  </a:lnTo>
                  <a:lnTo>
                    <a:pt x="211156" y="34874"/>
                  </a:lnTo>
                  <a:lnTo>
                    <a:pt x="210679" y="29619"/>
                  </a:lnTo>
                  <a:lnTo>
                    <a:pt x="211634" y="25798"/>
                  </a:lnTo>
                  <a:lnTo>
                    <a:pt x="212590" y="23409"/>
                  </a:lnTo>
                  <a:lnTo>
                    <a:pt x="214500" y="21020"/>
                  </a:lnTo>
                  <a:lnTo>
                    <a:pt x="219278" y="16243"/>
                  </a:lnTo>
                  <a:lnTo>
                    <a:pt x="224533" y="13377"/>
                  </a:lnTo>
                  <a:lnTo>
                    <a:pt x="233132" y="9077"/>
                  </a:lnTo>
                  <a:lnTo>
                    <a:pt x="238387" y="9077"/>
                  </a:lnTo>
                  <a:lnTo>
                    <a:pt x="240298" y="8599"/>
                  </a:lnTo>
                  <a:lnTo>
                    <a:pt x="244598" y="5733"/>
                  </a:lnTo>
                  <a:lnTo>
                    <a:pt x="246031" y="5255"/>
                  </a:lnTo>
                  <a:lnTo>
                    <a:pt x="248419" y="6211"/>
                  </a:lnTo>
                  <a:lnTo>
                    <a:pt x="255585" y="5733"/>
                  </a:lnTo>
                  <a:lnTo>
                    <a:pt x="258452" y="6688"/>
                  </a:lnTo>
                  <a:lnTo>
                    <a:pt x="262273" y="8599"/>
                  </a:lnTo>
                  <a:lnTo>
                    <a:pt x="266573" y="9555"/>
                  </a:lnTo>
                  <a:lnTo>
                    <a:pt x="269917" y="10988"/>
                  </a:lnTo>
                  <a:lnTo>
                    <a:pt x="273261" y="12421"/>
                  </a:lnTo>
                  <a:lnTo>
                    <a:pt x="274217" y="16243"/>
                  </a:lnTo>
                  <a:lnTo>
                    <a:pt x="273739" y="17198"/>
                  </a:lnTo>
                  <a:lnTo>
                    <a:pt x="273739" y="18632"/>
                  </a:lnTo>
                  <a:lnTo>
                    <a:pt x="277083" y="21020"/>
                  </a:lnTo>
                  <a:lnTo>
                    <a:pt x="287593" y="22453"/>
                  </a:lnTo>
                  <a:lnTo>
                    <a:pt x="289504" y="22931"/>
                  </a:lnTo>
                  <a:lnTo>
                    <a:pt x="292370" y="24842"/>
                  </a:lnTo>
                  <a:lnTo>
                    <a:pt x="293804" y="25320"/>
                  </a:lnTo>
                  <a:lnTo>
                    <a:pt x="300970" y="25798"/>
                  </a:lnTo>
                  <a:lnTo>
                    <a:pt x="304791" y="25320"/>
                  </a:lnTo>
                  <a:lnTo>
                    <a:pt x="308613" y="25798"/>
                  </a:lnTo>
                  <a:lnTo>
                    <a:pt x="310046" y="26753"/>
                  </a:lnTo>
                  <a:lnTo>
                    <a:pt x="311480" y="28186"/>
                  </a:lnTo>
                  <a:lnTo>
                    <a:pt x="313390" y="320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8" name="Freeform 1807">
              <a:extLst>
                <a:ext uri="{FF2B5EF4-FFF2-40B4-BE49-F238E27FC236}">
                  <a16:creationId xmlns:a16="http://schemas.microsoft.com/office/drawing/2014/main" id="{B3EA76C1-7ACE-D628-9572-BEF7147C6D77}"/>
                </a:ext>
              </a:extLst>
            </p:cNvPr>
            <p:cNvSpPr/>
            <p:nvPr/>
          </p:nvSpPr>
          <p:spPr>
            <a:xfrm>
              <a:off x="6379770" y="4131046"/>
              <a:ext cx="1910" cy="2388"/>
            </a:xfrm>
            <a:custGeom>
              <a:avLst/>
              <a:gdLst>
                <a:gd name="csX0" fmla="*/ 1911 w 1910"/>
                <a:gd name="csY0" fmla="*/ 0 h 2388"/>
                <a:gd name="csX1" fmla="*/ 955 w 1910"/>
                <a:gd name="csY1" fmla="*/ 1433 h 2388"/>
                <a:gd name="csX2" fmla="*/ 0 w 1910"/>
                <a:gd name="csY2" fmla="*/ 2389 h 2388"/>
                <a:gd name="csX3" fmla="*/ 955 w 1910"/>
                <a:gd name="csY3" fmla="*/ 1433 h 2388"/>
                <a:gd name="csX4" fmla="*/ 1911 w 1910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2388">
                  <a:moveTo>
                    <a:pt x="1911" y="0"/>
                  </a:moveTo>
                  <a:lnTo>
                    <a:pt x="955" y="1433"/>
                  </a:lnTo>
                  <a:lnTo>
                    <a:pt x="0" y="2389"/>
                  </a:lnTo>
                  <a:lnTo>
                    <a:pt x="955" y="1433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9" name="Freeform 1808">
              <a:extLst>
                <a:ext uri="{FF2B5EF4-FFF2-40B4-BE49-F238E27FC236}">
                  <a16:creationId xmlns:a16="http://schemas.microsoft.com/office/drawing/2014/main" id="{7E9F34BF-828F-B987-E16C-9741D6C6E36F}"/>
                </a:ext>
              </a:extLst>
            </p:cNvPr>
            <p:cNvSpPr/>
            <p:nvPr/>
          </p:nvSpPr>
          <p:spPr>
            <a:xfrm>
              <a:off x="6376426" y="3748385"/>
              <a:ext cx="3821" cy="955"/>
            </a:xfrm>
            <a:custGeom>
              <a:avLst/>
              <a:gdLst>
                <a:gd name="csX0" fmla="*/ 3822 w 3821"/>
                <a:gd name="csY0" fmla="*/ 478 h 955"/>
                <a:gd name="csX1" fmla="*/ 2389 w 3821"/>
                <a:gd name="csY1" fmla="*/ 956 h 955"/>
                <a:gd name="csX2" fmla="*/ 956 w 3821"/>
                <a:gd name="csY2" fmla="*/ 956 h 955"/>
                <a:gd name="csX3" fmla="*/ 0 w 3821"/>
                <a:gd name="csY3" fmla="*/ 0 h 955"/>
                <a:gd name="csX4" fmla="*/ 0 w 3821"/>
                <a:gd name="csY4" fmla="*/ 0 h 955"/>
                <a:gd name="csX5" fmla="*/ 956 w 3821"/>
                <a:gd name="csY5" fmla="*/ 956 h 955"/>
                <a:gd name="csX6" fmla="*/ 2866 w 3821"/>
                <a:gd name="csY6" fmla="*/ 956 h 955"/>
                <a:gd name="csX7" fmla="*/ 3822 w 3821"/>
                <a:gd name="csY7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955">
                  <a:moveTo>
                    <a:pt x="3822" y="478"/>
                  </a:moveTo>
                  <a:lnTo>
                    <a:pt x="2389" y="956"/>
                  </a:lnTo>
                  <a:lnTo>
                    <a:pt x="956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956"/>
                  </a:lnTo>
                  <a:lnTo>
                    <a:pt x="2866" y="956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0" name="Freeform 1809">
              <a:extLst>
                <a:ext uri="{FF2B5EF4-FFF2-40B4-BE49-F238E27FC236}">
                  <a16:creationId xmlns:a16="http://schemas.microsoft.com/office/drawing/2014/main" id="{93890035-F4B1-BFE0-43F7-1D4735AD0B85}"/>
                </a:ext>
              </a:extLst>
            </p:cNvPr>
            <p:cNvSpPr/>
            <p:nvPr/>
          </p:nvSpPr>
          <p:spPr>
            <a:xfrm>
              <a:off x="6371171" y="3166988"/>
              <a:ext cx="8121" cy="5732"/>
            </a:xfrm>
            <a:custGeom>
              <a:avLst/>
              <a:gdLst>
                <a:gd name="csX0" fmla="*/ 7644 w 8121"/>
                <a:gd name="csY0" fmla="*/ 1433 h 5732"/>
                <a:gd name="csX1" fmla="*/ 8121 w 8121"/>
                <a:gd name="csY1" fmla="*/ 1911 h 5732"/>
                <a:gd name="csX2" fmla="*/ 6211 w 8121"/>
                <a:gd name="csY2" fmla="*/ 2389 h 5732"/>
                <a:gd name="csX3" fmla="*/ 5255 w 8121"/>
                <a:gd name="csY3" fmla="*/ 4300 h 5732"/>
                <a:gd name="csX4" fmla="*/ 2389 w 8121"/>
                <a:gd name="csY4" fmla="*/ 5733 h 5732"/>
                <a:gd name="csX5" fmla="*/ 0 w 8121"/>
                <a:gd name="csY5" fmla="*/ 4777 h 5732"/>
                <a:gd name="csX6" fmla="*/ 0 w 8121"/>
                <a:gd name="csY6" fmla="*/ 1911 h 5732"/>
                <a:gd name="csX7" fmla="*/ 1433 w 8121"/>
                <a:gd name="csY7" fmla="*/ 478 h 5732"/>
                <a:gd name="csX8" fmla="*/ 4300 w 8121"/>
                <a:gd name="csY8" fmla="*/ 0 h 5732"/>
                <a:gd name="csX9" fmla="*/ 7644 w 8121"/>
                <a:gd name="csY9" fmla="*/ 14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121" h="5732">
                  <a:moveTo>
                    <a:pt x="7644" y="1433"/>
                  </a:moveTo>
                  <a:lnTo>
                    <a:pt x="8121" y="1911"/>
                  </a:lnTo>
                  <a:lnTo>
                    <a:pt x="6211" y="2389"/>
                  </a:lnTo>
                  <a:lnTo>
                    <a:pt x="5255" y="4300"/>
                  </a:lnTo>
                  <a:lnTo>
                    <a:pt x="2389" y="5733"/>
                  </a:lnTo>
                  <a:lnTo>
                    <a:pt x="0" y="4777"/>
                  </a:lnTo>
                  <a:lnTo>
                    <a:pt x="0" y="1911"/>
                  </a:lnTo>
                  <a:lnTo>
                    <a:pt x="1433" y="478"/>
                  </a:lnTo>
                  <a:lnTo>
                    <a:pt x="4300" y="0"/>
                  </a:lnTo>
                  <a:lnTo>
                    <a:pt x="764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1" name="Freeform 1810">
              <a:extLst>
                <a:ext uri="{FF2B5EF4-FFF2-40B4-BE49-F238E27FC236}">
                  <a16:creationId xmlns:a16="http://schemas.microsoft.com/office/drawing/2014/main" id="{FE66CB57-A021-C6FB-2DBC-FEFE93E7C77D}"/>
                </a:ext>
              </a:extLst>
            </p:cNvPr>
            <p:cNvSpPr/>
            <p:nvPr/>
          </p:nvSpPr>
          <p:spPr>
            <a:xfrm>
              <a:off x="6373560" y="3990594"/>
              <a:ext cx="5732" cy="7165"/>
            </a:xfrm>
            <a:custGeom>
              <a:avLst/>
              <a:gdLst>
                <a:gd name="csX0" fmla="*/ 5733 w 5732"/>
                <a:gd name="csY0" fmla="*/ 4777 h 7165"/>
                <a:gd name="csX1" fmla="*/ 5733 w 5732"/>
                <a:gd name="csY1" fmla="*/ 5255 h 7165"/>
                <a:gd name="csX2" fmla="*/ 5255 w 5732"/>
                <a:gd name="csY2" fmla="*/ 7166 h 7165"/>
                <a:gd name="csX3" fmla="*/ 3822 w 5732"/>
                <a:gd name="csY3" fmla="*/ 5255 h 7165"/>
                <a:gd name="csX4" fmla="*/ 1911 w 5732"/>
                <a:gd name="csY4" fmla="*/ 3822 h 7165"/>
                <a:gd name="csX5" fmla="*/ 1433 w 5732"/>
                <a:gd name="csY5" fmla="*/ 2866 h 7165"/>
                <a:gd name="csX6" fmla="*/ 478 w 5732"/>
                <a:gd name="csY6" fmla="*/ 2389 h 7165"/>
                <a:gd name="csX7" fmla="*/ 0 w 5732"/>
                <a:gd name="csY7" fmla="*/ 956 h 7165"/>
                <a:gd name="csX8" fmla="*/ 1433 w 5732"/>
                <a:gd name="csY8" fmla="*/ 0 h 7165"/>
                <a:gd name="csX9" fmla="*/ 1911 w 5732"/>
                <a:gd name="csY9" fmla="*/ 0 h 7165"/>
                <a:gd name="csX10" fmla="*/ 2867 w 5732"/>
                <a:gd name="csY10" fmla="*/ 1911 h 7165"/>
                <a:gd name="csX11" fmla="*/ 5255 w 5732"/>
                <a:gd name="csY11" fmla="*/ 1911 h 7165"/>
                <a:gd name="csX12" fmla="*/ 4777 w 5732"/>
                <a:gd name="csY12" fmla="*/ 3344 h 7165"/>
                <a:gd name="csX13" fmla="*/ 5733 w 5732"/>
                <a:gd name="csY13" fmla="*/ 4777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2" h="7165">
                  <a:moveTo>
                    <a:pt x="5733" y="4777"/>
                  </a:moveTo>
                  <a:lnTo>
                    <a:pt x="5733" y="5255"/>
                  </a:lnTo>
                  <a:lnTo>
                    <a:pt x="5255" y="7166"/>
                  </a:lnTo>
                  <a:lnTo>
                    <a:pt x="3822" y="5255"/>
                  </a:lnTo>
                  <a:lnTo>
                    <a:pt x="1911" y="3822"/>
                  </a:lnTo>
                  <a:lnTo>
                    <a:pt x="1433" y="2866"/>
                  </a:lnTo>
                  <a:lnTo>
                    <a:pt x="478" y="2389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867" y="1911"/>
                  </a:lnTo>
                  <a:lnTo>
                    <a:pt x="5255" y="1911"/>
                  </a:lnTo>
                  <a:lnTo>
                    <a:pt x="4777" y="3344"/>
                  </a:lnTo>
                  <a:lnTo>
                    <a:pt x="5733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" name="Freeform 1811">
              <a:extLst>
                <a:ext uri="{FF2B5EF4-FFF2-40B4-BE49-F238E27FC236}">
                  <a16:creationId xmlns:a16="http://schemas.microsoft.com/office/drawing/2014/main" id="{90B2F74F-4679-2AB9-B801-90C60D321BC9}"/>
                </a:ext>
              </a:extLst>
            </p:cNvPr>
            <p:cNvSpPr/>
            <p:nvPr/>
          </p:nvSpPr>
          <p:spPr>
            <a:xfrm>
              <a:off x="6376904" y="4142989"/>
              <a:ext cx="1911" cy="6210"/>
            </a:xfrm>
            <a:custGeom>
              <a:avLst/>
              <a:gdLst>
                <a:gd name="csX0" fmla="*/ 1433 w 1911"/>
                <a:gd name="csY0" fmla="*/ 2867 h 6210"/>
                <a:gd name="csX1" fmla="*/ 1911 w 1911"/>
                <a:gd name="csY1" fmla="*/ 6211 h 6210"/>
                <a:gd name="csX2" fmla="*/ 956 w 1911"/>
                <a:gd name="csY2" fmla="*/ 2867 h 6210"/>
                <a:gd name="csX3" fmla="*/ 0 w 1911"/>
                <a:gd name="csY3" fmla="*/ 0 h 6210"/>
                <a:gd name="csX4" fmla="*/ 1433 w 1911"/>
                <a:gd name="csY4" fmla="*/ 2867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6210">
                  <a:moveTo>
                    <a:pt x="1433" y="2867"/>
                  </a:moveTo>
                  <a:lnTo>
                    <a:pt x="1911" y="6211"/>
                  </a:lnTo>
                  <a:lnTo>
                    <a:pt x="956" y="2867"/>
                  </a:lnTo>
                  <a:lnTo>
                    <a:pt x="0" y="0"/>
                  </a:lnTo>
                  <a:lnTo>
                    <a:pt x="1433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3" name="Freeform 1812">
              <a:extLst>
                <a:ext uri="{FF2B5EF4-FFF2-40B4-BE49-F238E27FC236}">
                  <a16:creationId xmlns:a16="http://schemas.microsoft.com/office/drawing/2014/main" id="{92F93A79-EDEC-37A7-E009-5FAEF5AE2325}"/>
                </a:ext>
              </a:extLst>
            </p:cNvPr>
            <p:cNvSpPr/>
            <p:nvPr/>
          </p:nvSpPr>
          <p:spPr>
            <a:xfrm>
              <a:off x="6377382" y="4001581"/>
              <a:ext cx="955" cy="2866"/>
            </a:xfrm>
            <a:custGeom>
              <a:avLst/>
              <a:gdLst>
                <a:gd name="csX0" fmla="*/ 955 w 955"/>
                <a:gd name="csY0" fmla="*/ 478 h 2866"/>
                <a:gd name="csX1" fmla="*/ 955 w 955"/>
                <a:gd name="csY1" fmla="*/ 2866 h 2866"/>
                <a:gd name="csX2" fmla="*/ 478 w 955"/>
                <a:gd name="csY2" fmla="*/ 2866 h 2866"/>
                <a:gd name="csX3" fmla="*/ 0 w 955"/>
                <a:gd name="csY3" fmla="*/ 2389 h 2866"/>
                <a:gd name="csX4" fmla="*/ 0 w 955"/>
                <a:gd name="csY4" fmla="*/ 1433 h 2866"/>
                <a:gd name="csX5" fmla="*/ 478 w 955"/>
                <a:gd name="csY5" fmla="*/ 0 h 2866"/>
                <a:gd name="csX6" fmla="*/ 955 w 955"/>
                <a:gd name="csY6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2866">
                  <a:moveTo>
                    <a:pt x="955" y="478"/>
                  </a:moveTo>
                  <a:lnTo>
                    <a:pt x="955" y="2866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4" name="Freeform 1813">
              <a:extLst>
                <a:ext uri="{FF2B5EF4-FFF2-40B4-BE49-F238E27FC236}">
                  <a16:creationId xmlns:a16="http://schemas.microsoft.com/office/drawing/2014/main" id="{3E398DFD-88AC-1B28-DA59-8EA81427CD10}"/>
                </a:ext>
              </a:extLst>
            </p:cNvPr>
            <p:cNvSpPr/>
            <p:nvPr/>
          </p:nvSpPr>
          <p:spPr>
            <a:xfrm>
              <a:off x="6284702" y="2339561"/>
              <a:ext cx="92679" cy="116088"/>
            </a:xfrm>
            <a:custGeom>
              <a:avLst/>
              <a:gdLst>
                <a:gd name="csX0" fmla="*/ 86469 w 92679"/>
                <a:gd name="csY0" fmla="*/ 68315 h 116088"/>
                <a:gd name="csX1" fmla="*/ 92680 w 92679"/>
                <a:gd name="csY1" fmla="*/ 75004 h 116088"/>
                <a:gd name="csX2" fmla="*/ 77392 w 92679"/>
                <a:gd name="csY2" fmla="*/ 83125 h 116088"/>
                <a:gd name="csX3" fmla="*/ 76437 w 92679"/>
                <a:gd name="csY3" fmla="*/ 85514 h 116088"/>
                <a:gd name="csX4" fmla="*/ 74048 w 92679"/>
                <a:gd name="csY4" fmla="*/ 91724 h 116088"/>
                <a:gd name="csX5" fmla="*/ 71659 w 92679"/>
                <a:gd name="csY5" fmla="*/ 96501 h 116088"/>
                <a:gd name="csX6" fmla="*/ 69748 w 92679"/>
                <a:gd name="csY6" fmla="*/ 99845 h 116088"/>
                <a:gd name="csX7" fmla="*/ 65449 w 92679"/>
                <a:gd name="csY7" fmla="*/ 104623 h 116088"/>
                <a:gd name="csX8" fmla="*/ 62582 w 92679"/>
                <a:gd name="csY8" fmla="*/ 106534 h 116088"/>
                <a:gd name="csX9" fmla="*/ 57328 w 92679"/>
                <a:gd name="csY9" fmla="*/ 106056 h 116088"/>
                <a:gd name="csX10" fmla="*/ 54939 w 92679"/>
                <a:gd name="csY10" fmla="*/ 107967 h 116088"/>
                <a:gd name="csX11" fmla="*/ 53028 w 92679"/>
                <a:gd name="csY11" fmla="*/ 112266 h 116088"/>
                <a:gd name="csX12" fmla="*/ 51117 w 92679"/>
                <a:gd name="csY12" fmla="*/ 115133 h 116088"/>
                <a:gd name="csX13" fmla="*/ 46340 w 92679"/>
                <a:gd name="csY13" fmla="*/ 116088 h 116088"/>
                <a:gd name="csX14" fmla="*/ 43951 w 92679"/>
                <a:gd name="csY14" fmla="*/ 111789 h 116088"/>
                <a:gd name="csX15" fmla="*/ 44429 w 92679"/>
                <a:gd name="csY15" fmla="*/ 110833 h 116088"/>
                <a:gd name="csX16" fmla="*/ 44907 w 92679"/>
                <a:gd name="csY16" fmla="*/ 108445 h 116088"/>
                <a:gd name="csX17" fmla="*/ 43951 w 92679"/>
                <a:gd name="csY17" fmla="*/ 102234 h 116088"/>
                <a:gd name="csX18" fmla="*/ 48728 w 92679"/>
                <a:gd name="csY18" fmla="*/ 96501 h 116088"/>
                <a:gd name="csX19" fmla="*/ 49684 w 92679"/>
                <a:gd name="csY19" fmla="*/ 93157 h 116088"/>
                <a:gd name="csX20" fmla="*/ 48728 w 92679"/>
                <a:gd name="csY20" fmla="*/ 92202 h 116088"/>
                <a:gd name="csX21" fmla="*/ 47773 w 92679"/>
                <a:gd name="csY21" fmla="*/ 92202 h 116088"/>
                <a:gd name="csX22" fmla="*/ 44429 w 92679"/>
                <a:gd name="csY22" fmla="*/ 90769 h 116088"/>
                <a:gd name="csX23" fmla="*/ 42996 w 92679"/>
                <a:gd name="csY23" fmla="*/ 90769 h 116088"/>
                <a:gd name="csX24" fmla="*/ 40607 w 92679"/>
                <a:gd name="csY24" fmla="*/ 94113 h 116088"/>
                <a:gd name="csX25" fmla="*/ 36307 w 92679"/>
                <a:gd name="csY25" fmla="*/ 96501 h 116088"/>
                <a:gd name="csX26" fmla="*/ 32486 w 92679"/>
                <a:gd name="csY26" fmla="*/ 96979 h 116088"/>
                <a:gd name="csX27" fmla="*/ 16721 w 92679"/>
                <a:gd name="csY27" fmla="*/ 101279 h 116088"/>
                <a:gd name="csX28" fmla="*/ 13854 w 92679"/>
                <a:gd name="csY28" fmla="*/ 99845 h 116088"/>
                <a:gd name="csX29" fmla="*/ 12899 w 92679"/>
                <a:gd name="csY29" fmla="*/ 91246 h 116088"/>
                <a:gd name="csX30" fmla="*/ 19587 w 92679"/>
                <a:gd name="csY30" fmla="*/ 86469 h 116088"/>
                <a:gd name="csX31" fmla="*/ 20542 w 92679"/>
                <a:gd name="csY31" fmla="*/ 78825 h 116088"/>
                <a:gd name="csX32" fmla="*/ 21975 w 92679"/>
                <a:gd name="csY32" fmla="*/ 73570 h 116088"/>
                <a:gd name="csX33" fmla="*/ 23886 w 92679"/>
                <a:gd name="csY33" fmla="*/ 70226 h 116088"/>
                <a:gd name="csX34" fmla="*/ 27708 w 92679"/>
                <a:gd name="csY34" fmla="*/ 61149 h 116088"/>
                <a:gd name="csX35" fmla="*/ 28664 w 92679"/>
                <a:gd name="csY35" fmla="*/ 60194 h 116088"/>
                <a:gd name="csX36" fmla="*/ 19587 w 92679"/>
                <a:gd name="csY36" fmla="*/ 53028 h 116088"/>
                <a:gd name="csX37" fmla="*/ 16243 w 92679"/>
                <a:gd name="csY37" fmla="*/ 48728 h 116088"/>
                <a:gd name="csX38" fmla="*/ 12421 w 92679"/>
                <a:gd name="csY38" fmla="*/ 39174 h 116088"/>
                <a:gd name="csX39" fmla="*/ 11466 w 92679"/>
                <a:gd name="csY39" fmla="*/ 31530 h 116088"/>
                <a:gd name="csX40" fmla="*/ 6210 w 92679"/>
                <a:gd name="csY40" fmla="*/ 24842 h 116088"/>
                <a:gd name="csX41" fmla="*/ 6688 w 92679"/>
                <a:gd name="csY41" fmla="*/ 16243 h 116088"/>
                <a:gd name="csX42" fmla="*/ 2866 w 92679"/>
                <a:gd name="csY42" fmla="*/ 17198 h 116088"/>
                <a:gd name="csX43" fmla="*/ 0 w 92679"/>
                <a:gd name="csY43" fmla="*/ 10988 h 116088"/>
                <a:gd name="csX44" fmla="*/ 2866 w 92679"/>
                <a:gd name="csY44" fmla="*/ 7644 h 116088"/>
                <a:gd name="csX45" fmla="*/ 16243 w 92679"/>
                <a:gd name="csY45" fmla="*/ 3822 h 116088"/>
                <a:gd name="csX46" fmla="*/ 24364 w 92679"/>
                <a:gd name="csY46" fmla="*/ 0 h 116088"/>
                <a:gd name="csX47" fmla="*/ 27708 w 92679"/>
                <a:gd name="csY47" fmla="*/ 478 h 116088"/>
                <a:gd name="csX48" fmla="*/ 30097 w 92679"/>
                <a:gd name="csY48" fmla="*/ 2389 h 116088"/>
                <a:gd name="csX49" fmla="*/ 36307 w 92679"/>
                <a:gd name="csY49" fmla="*/ 1911 h 116088"/>
                <a:gd name="csX50" fmla="*/ 39651 w 92679"/>
                <a:gd name="csY50" fmla="*/ 17198 h 116088"/>
                <a:gd name="csX51" fmla="*/ 41085 w 92679"/>
                <a:gd name="csY51" fmla="*/ 33441 h 116088"/>
                <a:gd name="csX52" fmla="*/ 44429 w 92679"/>
                <a:gd name="csY52" fmla="*/ 34874 h 116088"/>
                <a:gd name="csX53" fmla="*/ 49684 w 92679"/>
                <a:gd name="csY53" fmla="*/ 32486 h 116088"/>
                <a:gd name="csX54" fmla="*/ 54939 w 92679"/>
                <a:gd name="csY54" fmla="*/ 31530 h 116088"/>
                <a:gd name="csX55" fmla="*/ 57328 w 92679"/>
                <a:gd name="csY55" fmla="*/ 32486 h 116088"/>
                <a:gd name="csX56" fmla="*/ 62105 w 92679"/>
                <a:gd name="csY56" fmla="*/ 37263 h 116088"/>
                <a:gd name="csX57" fmla="*/ 64016 w 92679"/>
                <a:gd name="csY57" fmla="*/ 40607 h 116088"/>
                <a:gd name="csX58" fmla="*/ 62582 w 92679"/>
                <a:gd name="csY58" fmla="*/ 42996 h 116088"/>
                <a:gd name="csX59" fmla="*/ 58283 w 92679"/>
                <a:gd name="csY59" fmla="*/ 45862 h 116088"/>
                <a:gd name="csX60" fmla="*/ 57328 w 92679"/>
                <a:gd name="csY60" fmla="*/ 54461 h 116088"/>
                <a:gd name="csX61" fmla="*/ 61627 w 92679"/>
                <a:gd name="csY61" fmla="*/ 57328 h 116088"/>
                <a:gd name="csX62" fmla="*/ 68793 w 92679"/>
                <a:gd name="csY62" fmla="*/ 64493 h 116088"/>
                <a:gd name="csX63" fmla="*/ 72615 w 92679"/>
                <a:gd name="csY63" fmla="*/ 65449 h 116088"/>
                <a:gd name="csX64" fmla="*/ 79781 w 92679"/>
                <a:gd name="csY64" fmla="*/ 62583 h 116088"/>
                <a:gd name="csX65" fmla="*/ 86469 w 92679"/>
                <a:gd name="csY65" fmla="*/ 68315 h 116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92679" h="116088">
                  <a:moveTo>
                    <a:pt x="86469" y="68315"/>
                  </a:moveTo>
                  <a:lnTo>
                    <a:pt x="92680" y="75004"/>
                  </a:lnTo>
                  <a:lnTo>
                    <a:pt x="77392" y="83125"/>
                  </a:lnTo>
                  <a:lnTo>
                    <a:pt x="76437" y="85514"/>
                  </a:lnTo>
                  <a:lnTo>
                    <a:pt x="74048" y="91724"/>
                  </a:lnTo>
                  <a:lnTo>
                    <a:pt x="71659" y="96501"/>
                  </a:lnTo>
                  <a:lnTo>
                    <a:pt x="69748" y="99845"/>
                  </a:lnTo>
                  <a:lnTo>
                    <a:pt x="65449" y="104623"/>
                  </a:lnTo>
                  <a:lnTo>
                    <a:pt x="62582" y="106534"/>
                  </a:lnTo>
                  <a:lnTo>
                    <a:pt x="57328" y="106056"/>
                  </a:lnTo>
                  <a:lnTo>
                    <a:pt x="54939" y="107967"/>
                  </a:lnTo>
                  <a:lnTo>
                    <a:pt x="53028" y="112266"/>
                  </a:lnTo>
                  <a:lnTo>
                    <a:pt x="51117" y="115133"/>
                  </a:lnTo>
                  <a:lnTo>
                    <a:pt x="46340" y="116088"/>
                  </a:lnTo>
                  <a:lnTo>
                    <a:pt x="43951" y="111789"/>
                  </a:lnTo>
                  <a:lnTo>
                    <a:pt x="44429" y="110833"/>
                  </a:lnTo>
                  <a:lnTo>
                    <a:pt x="44907" y="108445"/>
                  </a:lnTo>
                  <a:lnTo>
                    <a:pt x="43951" y="102234"/>
                  </a:lnTo>
                  <a:lnTo>
                    <a:pt x="48728" y="96501"/>
                  </a:lnTo>
                  <a:lnTo>
                    <a:pt x="49684" y="93157"/>
                  </a:lnTo>
                  <a:lnTo>
                    <a:pt x="48728" y="92202"/>
                  </a:lnTo>
                  <a:lnTo>
                    <a:pt x="47773" y="92202"/>
                  </a:lnTo>
                  <a:lnTo>
                    <a:pt x="44429" y="90769"/>
                  </a:lnTo>
                  <a:lnTo>
                    <a:pt x="42996" y="90769"/>
                  </a:lnTo>
                  <a:lnTo>
                    <a:pt x="40607" y="94113"/>
                  </a:lnTo>
                  <a:lnTo>
                    <a:pt x="36307" y="96501"/>
                  </a:lnTo>
                  <a:lnTo>
                    <a:pt x="32486" y="96979"/>
                  </a:lnTo>
                  <a:lnTo>
                    <a:pt x="16721" y="101279"/>
                  </a:lnTo>
                  <a:lnTo>
                    <a:pt x="13854" y="99845"/>
                  </a:lnTo>
                  <a:lnTo>
                    <a:pt x="12899" y="91246"/>
                  </a:lnTo>
                  <a:lnTo>
                    <a:pt x="19587" y="86469"/>
                  </a:lnTo>
                  <a:lnTo>
                    <a:pt x="20542" y="78825"/>
                  </a:lnTo>
                  <a:lnTo>
                    <a:pt x="21975" y="73570"/>
                  </a:lnTo>
                  <a:lnTo>
                    <a:pt x="23886" y="70226"/>
                  </a:lnTo>
                  <a:lnTo>
                    <a:pt x="27708" y="61149"/>
                  </a:lnTo>
                  <a:lnTo>
                    <a:pt x="28664" y="60194"/>
                  </a:lnTo>
                  <a:lnTo>
                    <a:pt x="19587" y="53028"/>
                  </a:lnTo>
                  <a:lnTo>
                    <a:pt x="16243" y="48728"/>
                  </a:lnTo>
                  <a:lnTo>
                    <a:pt x="12421" y="39174"/>
                  </a:lnTo>
                  <a:lnTo>
                    <a:pt x="11466" y="31530"/>
                  </a:lnTo>
                  <a:lnTo>
                    <a:pt x="6210" y="24842"/>
                  </a:lnTo>
                  <a:lnTo>
                    <a:pt x="6688" y="16243"/>
                  </a:lnTo>
                  <a:lnTo>
                    <a:pt x="2866" y="17198"/>
                  </a:lnTo>
                  <a:lnTo>
                    <a:pt x="0" y="10988"/>
                  </a:lnTo>
                  <a:lnTo>
                    <a:pt x="2866" y="7644"/>
                  </a:lnTo>
                  <a:lnTo>
                    <a:pt x="16243" y="3822"/>
                  </a:lnTo>
                  <a:lnTo>
                    <a:pt x="24364" y="0"/>
                  </a:lnTo>
                  <a:lnTo>
                    <a:pt x="27708" y="478"/>
                  </a:lnTo>
                  <a:lnTo>
                    <a:pt x="30097" y="2389"/>
                  </a:lnTo>
                  <a:lnTo>
                    <a:pt x="36307" y="1911"/>
                  </a:lnTo>
                  <a:lnTo>
                    <a:pt x="39651" y="17198"/>
                  </a:lnTo>
                  <a:lnTo>
                    <a:pt x="41085" y="33441"/>
                  </a:lnTo>
                  <a:lnTo>
                    <a:pt x="44429" y="34874"/>
                  </a:lnTo>
                  <a:lnTo>
                    <a:pt x="49684" y="32486"/>
                  </a:lnTo>
                  <a:lnTo>
                    <a:pt x="54939" y="31530"/>
                  </a:lnTo>
                  <a:lnTo>
                    <a:pt x="57328" y="32486"/>
                  </a:lnTo>
                  <a:lnTo>
                    <a:pt x="62105" y="37263"/>
                  </a:lnTo>
                  <a:lnTo>
                    <a:pt x="64016" y="40607"/>
                  </a:lnTo>
                  <a:lnTo>
                    <a:pt x="62582" y="42996"/>
                  </a:lnTo>
                  <a:lnTo>
                    <a:pt x="58283" y="45862"/>
                  </a:lnTo>
                  <a:lnTo>
                    <a:pt x="57328" y="54461"/>
                  </a:lnTo>
                  <a:lnTo>
                    <a:pt x="61627" y="57328"/>
                  </a:lnTo>
                  <a:lnTo>
                    <a:pt x="68793" y="64493"/>
                  </a:lnTo>
                  <a:lnTo>
                    <a:pt x="72615" y="65449"/>
                  </a:lnTo>
                  <a:lnTo>
                    <a:pt x="79781" y="62583"/>
                  </a:lnTo>
                  <a:lnTo>
                    <a:pt x="86469" y="6831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5" name="Freeform 1814">
              <a:extLst>
                <a:ext uri="{FF2B5EF4-FFF2-40B4-BE49-F238E27FC236}">
                  <a16:creationId xmlns:a16="http://schemas.microsoft.com/office/drawing/2014/main" id="{BE38126B-4325-3CA8-918D-38EFBE8D9859}"/>
                </a:ext>
              </a:extLst>
            </p:cNvPr>
            <p:cNvSpPr/>
            <p:nvPr/>
          </p:nvSpPr>
          <p:spPr>
            <a:xfrm>
              <a:off x="6370693" y="5217403"/>
              <a:ext cx="6210" cy="477"/>
            </a:xfrm>
            <a:custGeom>
              <a:avLst/>
              <a:gdLst>
                <a:gd name="csX0" fmla="*/ 6210 w 6210"/>
                <a:gd name="csY0" fmla="*/ 478 h 477"/>
                <a:gd name="csX1" fmla="*/ 3822 w 6210"/>
                <a:gd name="csY1" fmla="*/ 478 h 477"/>
                <a:gd name="csX2" fmla="*/ 0 w 6210"/>
                <a:gd name="csY2" fmla="*/ 0 h 477"/>
                <a:gd name="csX3" fmla="*/ 3822 w 6210"/>
                <a:gd name="csY3" fmla="*/ 478 h 477"/>
                <a:gd name="csX4" fmla="*/ 6210 w 6210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477">
                  <a:moveTo>
                    <a:pt x="6210" y="478"/>
                  </a:moveTo>
                  <a:lnTo>
                    <a:pt x="3822" y="478"/>
                  </a:lnTo>
                  <a:lnTo>
                    <a:pt x="0" y="0"/>
                  </a:lnTo>
                  <a:lnTo>
                    <a:pt x="3822" y="478"/>
                  </a:lnTo>
                  <a:lnTo>
                    <a:pt x="621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6" name="Freeform 1815">
              <a:extLst>
                <a:ext uri="{FF2B5EF4-FFF2-40B4-BE49-F238E27FC236}">
                  <a16:creationId xmlns:a16="http://schemas.microsoft.com/office/drawing/2014/main" id="{FAE4C561-1326-D121-0944-35065112CC17}"/>
                </a:ext>
              </a:extLst>
            </p:cNvPr>
            <p:cNvSpPr/>
            <p:nvPr/>
          </p:nvSpPr>
          <p:spPr>
            <a:xfrm>
              <a:off x="6369738" y="3925145"/>
              <a:ext cx="5732" cy="4777"/>
            </a:xfrm>
            <a:custGeom>
              <a:avLst/>
              <a:gdLst>
                <a:gd name="csX0" fmla="*/ 5255 w 5732"/>
                <a:gd name="csY0" fmla="*/ 1433 h 4777"/>
                <a:gd name="csX1" fmla="*/ 5733 w 5732"/>
                <a:gd name="csY1" fmla="*/ 1911 h 4777"/>
                <a:gd name="csX2" fmla="*/ 5255 w 5732"/>
                <a:gd name="csY2" fmla="*/ 2866 h 4777"/>
                <a:gd name="csX3" fmla="*/ 5255 w 5732"/>
                <a:gd name="csY3" fmla="*/ 4300 h 4777"/>
                <a:gd name="csX4" fmla="*/ 2867 w 5732"/>
                <a:gd name="csY4" fmla="*/ 4777 h 4777"/>
                <a:gd name="csX5" fmla="*/ 0 w 5732"/>
                <a:gd name="csY5" fmla="*/ 3344 h 4777"/>
                <a:gd name="csX6" fmla="*/ 0 w 5732"/>
                <a:gd name="csY6" fmla="*/ 2389 h 4777"/>
                <a:gd name="csX7" fmla="*/ 1433 w 5732"/>
                <a:gd name="csY7" fmla="*/ 478 h 4777"/>
                <a:gd name="csX8" fmla="*/ 2389 w 5732"/>
                <a:gd name="csY8" fmla="*/ 0 h 4777"/>
                <a:gd name="csX9" fmla="*/ 4300 w 5732"/>
                <a:gd name="csY9" fmla="*/ 0 h 4777"/>
                <a:gd name="csX10" fmla="*/ 5255 w 5732"/>
                <a:gd name="csY10" fmla="*/ 1433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732" h="4777">
                  <a:moveTo>
                    <a:pt x="5255" y="1433"/>
                  </a:moveTo>
                  <a:lnTo>
                    <a:pt x="5733" y="1911"/>
                  </a:lnTo>
                  <a:lnTo>
                    <a:pt x="5255" y="2866"/>
                  </a:lnTo>
                  <a:lnTo>
                    <a:pt x="5255" y="4300"/>
                  </a:lnTo>
                  <a:lnTo>
                    <a:pt x="2867" y="4777"/>
                  </a:lnTo>
                  <a:lnTo>
                    <a:pt x="0" y="3344"/>
                  </a:lnTo>
                  <a:lnTo>
                    <a:pt x="0" y="2389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4300" y="0"/>
                  </a:lnTo>
                  <a:lnTo>
                    <a:pt x="52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7" name="Freeform 1816">
              <a:extLst>
                <a:ext uri="{FF2B5EF4-FFF2-40B4-BE49-F238E27FC236}">
                  <a16:creationId xmlns:a16="http://schemas.microsoft.com/office/drawing/2014/main" id="{771BA080-55C9-29F0-0B07-ABA7ED39B12C}"/>
                </a:ext>
              </a:extLst>
            </p:cNvPr>
            <p:cNvSpPr/>
            <p:nvPr/>
          </p:nvSpPr>
          <p:spPr>
            <a:xfrm>
              <a:off x="6369260" y="3906513"/>
              <a:ext cx="5732" cy="4777"/>
            </a:xfrm>
            <a:custGeom>
              <a:avLst/>
              <a:gdLst>
                <a:gd name="csX0" fmla="*/ 5733 w 5732"/>
                <a:gd name="csY0" fmla="*/ 4777 h 4777"/>
                <a:gd name="csX1" fmla="*/ 5733 w 5732"/>
                <a:gd name="csY1" fmla="*/ 4777 h 4777"/>
                <a:gd name="csX2" fmla="*/ 3344 w 5732"/>
                <a:gd name="csY2" fmla="*/ 3344 h 4777"/>
                <a:gd name="csX3" fmla="*/ 2389 w 5732"/>
                <a:gd name="csY3" fmla="*/ 2867 h 4777"/>
                <a:gd name="csX4" fmla="*/ 1911 w 5732"/>
                <a:gd name="csY4" fmla="*/ 2389 h 4777"/>
                <a:gd name="csX5" fmla="*/ 956 w 5732"/>
                <a:gd name="csY5" fmla="*/ 0 h 4777"/>
                <a:gd name="csX6" fmla="*/ 0 w 5732"/>
                <a:gd name="csY6" fmla="*/ 0 h 4777"/>
                <a:gd name="csX7" fmla="*/ 0 w 5732"/>
                <a:gd name="csY7" fmla="*/ 0 h 4777"/>
                <a:gd name="csX8" fmla="*/ 956 w 5732"/>
                <a:gd name="csY8" fmla="*/ 0 h 4777"/>
                <a:gd name="csX9" fmla="*/ 1911 w 5732"/>
                <a:gd name="csY9" fmla="*/ 2389 h 4777"/>
                <a:gd name="csX10" fmla="*/ 2389 w 5732"/>
                <a:gd name="csY10" fmla="*/ 2867 h 4777"/>
                <a:gd name="csX11" fmla="*/ 3344 w 5732"/>
                <a:gd name="csY11" fmla="*/ 3344 h 4777"/>
                <a:gd name="csX12" fmla="*/ 5733 w 5732"/>
                <a:gd name="csY12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732" h="4777">
                  <a:moveTo>
                    <a:pt x="5733" y="4777"/>
                  </a:moveTo>
                  <a:lnTo>
                    <a:pt x="5733" y="4777"/>
                  </a:lnTo>
                  <a:lnTo>
                    <a:pt x="3344" y="3344"/>
                  </a:lnTo>
                  <a:lnTo>
                    <a:pt x="2389" y="2867"/>
                  </a:lnTo>
                  <a:lnTo>
                    <a:pt x="1911" y="2389"/>
                  </a:lnTo>
                  <a:lnTo>
                    <a:pt x="95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2389"/>
                  </a:lnTo>
                  <a:lnTo>
                    <a:pt x="2389" y="2867"/>
                  </a:lnTo>
                  <a:lnTo>
                    <a:pt x="3344" y="3344"/>
                  </a:lnTo>
                  <a:lnTo>
                    <a:pt x="5733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8" name="Freeform 1817">
              <a:extLst>
                <a:ext uri="{FF2B5EF4-FFF2-40B4-BE49-F238E27FC236}">
                  <a16:creationId xmlns:a16="http://schemas.microsoft.com/office/drawing/2014/main" id="{6F940DE9-87EF-900F-7BED-7B7CE8C3CA0E}"/>
                </a:ext>
              </a:extLst>
            </p:cNvPr>
            <p:cNvSpPr/>
            <p:nvPr/>
          </p:nvSpPr>
          <p:spPr>
            <a:xfrm>
              <a:off x="6373082" y="4012569"/>
              <a:ext cx="1911" cy="2866"/>
            </a:xfrm>
            <a:custGeom>
              <a:avLst/>
              <a:gdLst>
                <a:gd name="csX0" fmla="*/ 956 w 1911"/>
                <a:gd name="csY0" fmla="*/ 0 h 2866"/>
                <a:gd name="csX1" fmla="*/ 1911 w 1911"/>
                <a:gd name="csY1" fmla="*/ 1911 h 2866"/>
                <a:gd name="csX2" fmla="*/ 956 w 1911"/>
                <a:gd name="csY2" fmla="*/ 2389 h 2866"/>
                <a:gd name="csX3" fmla="*/ 478 w 1911"/>
                <a:gd name="csY3" fmla="*/ 2867 h 2866"/>
                <a:gd name="csX4" fmla="*/ 0 w 1911"/>
                <a:gd name="csY4" fmla="*/ 1911 h 2866"/>
                <a:gd name="csX5" fmla="*/ 0 w 1911"/>
                <a:gd name="csY5" fmla="*/ 956 h 2866"/>
                <a:gd name="csX6" fmla="*/ 0 w 1911"/>
                <a:gd name="csY6" fmla="*/ 478 h 2866"/>
                <a:gd name="csX7" fmla="*/ 956 w 1911"/>
                <a:gd name="csY7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2866">
                  <a:moveTo>
                    <a:pt x="956" y="0"/>
                  </a:moveTo>
                  <a:lnTo>
                    <a:pt x="1911" y="1911"/>
                  </a:lnTo>
                  <a:lnTo>
                    <a:pt x="956" y="2389"/>
                  </a:lnTo>
                  <a:lnTo>
                    <a:pt x="478" y="2867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9" name="Freeform 1818">
              <a:extLst>
                <a:ext uri="{FF2B5EF4-FFF2-40B4-BE49-F238E27FC236}">
                  <a16:creationId xmlns:a16="http://schemas.microsoft.com/office/drawing/2014/main" id="{4711F86D-CF25-1195-2575-DF862FB47E61}"/>
                </a:ext>
              </a:extLst>
            </p:cNvPr>
            <p:cNvSpPr/>
            <p:nvPr/>
          </p:nvSpPr>
          <p:spPr>
            <a:xfrm>
              <a:off x="6368782" y="3967663"/>
              <a:ext cx="4299" cy="4777"/>
            </a:xfrm>
            <a:custGeom>
              <a:avLst/>
              <a:gdLst>
                <a:gd name="csX0" fmla="*/ 4300 w 4299"/>
                <a:gd name="csY0" fmla="*/ 4299 h 4777"/>
                <a:gd name="csX1" fmla="*/ 2389 w 4299"/>
                <a:gd name="csY1" fmla="*/ 4777 h 4777"/>
                <a:gd name="csX2" fmla="*/ 1433 w 4299"/>
                <a:gd name="csY2" fmla="*/ 4777 h 4777"/>
                <a:gd name="csX3" fmla="*/ 1911 w 4299"/>
                <a:gd name="csY3" fmla="*/ 3822 h 4777"/>
                <a:gd name="csX4" fmla="*/ 2389 w 4299"/>
                <a:gd name="csY4" fmla="*/ 3344 h 4777"/>
                <a:gd name="csX5" fmla="*/ 0 w 4299"/>
                <a:gd name="csY5" fmla="*/ 2389 h 4777"/>
                <a:gd name="csX6" fmla="*/ 478 w 4299"/>
                <a:gd name="csY6" fmla="*/ 478 h 4777"/>
                <a:gd name="csX7" fmla="*/ 478 w 4299"/>
                <a:gd name="csY7" fmla="*/ 0 h 4777"/>
                <a:gd name="csX8" fmla="*/ 1911 w 4299"/>
                <a:gd name="csY8" fmla="*/ 955 h 4777"/>
                <a:gd name="csX9" fmla="*/ 2389 w 4299"/>
                <a:gd name="csY9" fmla="*/ 2389 h 4777"/>
                <a:gd name="csX10" fmla="*/ 4300 w 4299"/>
                <a:gd name="csY10" fmla="*/ 429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4777">
                  <a:moveTo>
                    <a:pt x="4300" y="4299"/>
                  </a:moveTo>
                  <a:lnTo>
                    <a:pt x="2389" y="4777"/>
                  </a:lnTo>
                  <a:lnTo>
                    <a:pt x="1433" y="4777"/>
                  </a:lnTo>
                  <a:lnTo>
                    <a:pt x="1911" y="3822"/>
                  </a:lnTo>
                  <a:lnTo>
                    <a:pt x="2389" y="3344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911" y="955"/>
                  </a:lnTo>
                  <a:lnTo>
                    <a:pt x="2389" y="2389"/>
                  </a:lnTo>
                  <a:lnTo>
                    <a:pt x="4300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0" name="Freeform 1819">
              <a:extLst>
                <a:ext uri="{FF2B5EF4-FFF2-40B4-BE49-F238E27FC236}">
                  <a16:creationId xmlns:a16="http://schemas.microsoft.com/office/drawing/2014/main" id="{34EECFFD-3E59-F743-A3B3-7E4D5EBF0F31}"/>
                </a:ext>
              </a:extLst>
            </p:cNvPr>
            <p:cNvSpPr/>
            <p:nvPr/>
          </p:nvSpPr>
          <p:spPr>
            <a:xfrm>
              <a:off x="6371171" y="3743607"/>
              <a:ext cx="1433" cy="1433"/>
            </a:xfrm>
            <a:custGeom>
              <a:avLst/>
              <a:gdLst>
                <a:gd name="csX0" fmla="*/ 0 w 1433"/>
                <a:gd name="csY0" fmla="*/ 0 h 1433"/>
                <a:gd name="csX1" fmla="*/ 1433 w 1433"/>
                <a:gd name="csY1" fmla="*/ 1433 h 1433"/>
                <a:gd name="csX2" fmla="*/ 1433 w 1433"/>
                <a:gd name="csY2" fmla="*/ 1433 h 1433"/>
                <a:gd name="csX3" fmla="*/ 0 w 1433"/>
                <a:gd name="csY3" fmla="*/ 0 h 1433"/>
                <a:gd name="csX4" fmla="*/ 0 w 1433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1433">
                  <a:moveTo>
                    <a:pt x="0" y="0"/>
                  </a:moveTo>
                  <a:lnTo>
                    <a:pt x="1433" y="1433"/>
                  </a:lnTo>
                  <a:lnTo>
                    <a:pt x="1433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1" name="Freeform 1820">
              <a:extLst>
                <a:ext uri="{FF2B5EF4-FFF2-40B4-BE49-F238E27FC236}">
                  <a16:creationId xmlns:a16="http://schemas.microsoft.com/office/drawing/2014/main" id="{0A33AA8A-28E5-B739-7C3C-F3EBA4F9D5CF}"/>
                </a:ext>
              </a:extLst>
            </p:cNvPr>
            <p:cNvSpPr/>
            <p:nvPr/>
          </p:nvSpPr>
          <p:spPr>
            <a:xfrm>
              <a:off x="6337252" y="3966707"/>
              <a:ext cx="33918" cy="24364"/>
            </a:xfrm>
            <a:custGeom>
              <a:avLst/>
              <a:gdLst>
                <a:gd name="csX0" fmla="*/ 33919 w 33918"/>
                <a:gd name="csY0" fmla="*/ 21020 h 24364"/>
                <a:gd name="csX1" fmla="*/ 33919 w 33918"/>
                <a:gd name="csY1" fmla="*/ 23409 h 24364"/>
                <a:gd name="csX2" fmla="*/ 32963 w 33918"/>
                <a:gd name="csY2" fmla="*/ 24364 h 24364"/>
                <a:gd name="csX3" fmla="*/ 32486 w 33918"/>
                <a:gd name="csY3" fmla="*/ 24364 h 24364"/>
                <a:gd name="csX4" fmla="*/ 32008 w 33918"/>
                <a:gd name="csY4" fmla="*/ 24364 h 24364"/>
                <a:gd name="csX5" fmla="*/ 31052 w 33918"/>
                <a:gd name="csY5" fmla="*/ 23886 h 24364"/>
                <a:gd name="csX6" fmla="*/ 30575 w 33918"/>
                <a:gd name="csY6" fmla="*/ 23409 h 24364"/>
                <a:gd name="csX7" fmla="*/ 29619 w 33918"/>
                <a:gd name="csY7" fmla="*/ 23409 h 24364"/>
                <a:gd name="csX8" fmla="*/ 28664 w 33918"/>
                <a:gd name="csY8" fmla="*/ 22453 h 24364"/>
                <a:gd name="csX9" fmla="*/ 26753 w 33918"/>
                <a:gd name="csY9" fmla="*/ 21020 h 24364"/>
                <a:gd name="csX10" fmla="*/ 26275 w 33918"/>
                <a:gd name="csY10" fmla="*/ 20065 h 24364"/>
                <a:gd name="csX11" fmla="*/ 26275 w 33918"/>
                <a:gd name="csY11" fmla="*/ 19109 h 24364"/>
                <a:gd name="csX12" fmla="*/ 25320 w 33918"/>
                <a:gd name="csY12" fmla="*/ 18154 h 24364"/>
                <a:gd name="csX13" fmla="*/ 24364 w 33918"/>
                <a:gd name="csY13" fmla="*/ 16721 h 24364"/>
                <a:gd name="csX14" fmla="*/ 23886 w 33918"/>
                <a:gd name="csY14" fmla="*/ 16243 h 24364"/>
                <a:gd name="csX15" fmla="*/ 23409 w 33918"/>
                <a:gd name="csY15" fmla="*/ 15287 h 24364"/>
                <a:gd name="csX16" fmla="*/ 23409 w 33918"/>
                <a:gd name="csY16" fmla="*/ 14809 h 24364"/>
                <a:gd name="csX17" fmla="*/ 20065 w 33918"/>
                <a:gd name="csY17" fmla="*/ 14332 h 24364"/>
                <a:gd name="csX18" fmla="*/ 17676 w 33918"/>
                <a:gd name="csY18" fmla="*/ 14332 h 24364"/>
                <a:gd name="csX19" fmla="*/ 15765 w 33918"/>
                <a:gd name="csY19" fmla="*/ 13376 h 24364"/>
                <a:gd name="csX20" fmla="*/ 14809 w 33918"/>
                <a:gd name="csY20" fmla="*/ 10988 h 24364"/>
                <a:gd name="csX21" fmla="*/ 13376 w 33918"/>
                <a:gd name="csY21" fmla="*/ 10510 h 24364"/>
                <a:gd name="csX22" fmla="*/ 12421 w 33918"/>
                <a:gd name="csY22" fmla="*/ 9555 h 24364"/>
                <a:gd name="csX23" fmla="*/ 11943 w 33918"/>
                <a:gd name="csY23" fmla="*/ 8599 h 24364"/>
                <a:gd name="csX24" fmla="*/ 9555 w 33918"/>
                <a:gd name="csY24" fmla="*/ 6688 h 24364"/>
                <a:gd name="csX25" fmla="*/ 7644 w 33918"/>
                <a:gd name="csY25" fmla="*/ 5255 h 24364"/>
                <a:gd name="csX26" fmla="*/ 5255 w 33918"/>
                <a:gd name="csY26" fmla="*/ 4299 h 24364"/>
                <a:gd name="csX27" fmla="*/ 3344 w 33918"/>
                <a:gd name="csY27" fmla="*/ 3344 h 24364"/>
                <a:gd name="csX28" fmla="*/ 1433 w 33918"/>
                <a:gd name="csY28" fmla="*/ 4299 h 24364"/>
                <a:gd name="csX29" fmla="*/ 0 w 33918"/>
                <a:gd name="csY29" fmla="*/ 4299 h 24364"/>
                <a:gd name="csX30" fmla="*/ 0 w 33918"/>
                <a:gd name="csY30" fmla="*/ 3822 h 24364"/>
                <a:gd name="csX31" fmla="*/ 2389 w 33918"/>
                <a:gd name="csY31" fmla="*/ 2389 h 24364"/>
                <a:gd name="csX32" fmla="*/ 5255 w 33918"/>
                <a:gd name="csY32" fmla="*/ 478 h 24364"/>
                <a:gd name="csX33" fmla="*/ 7644 w 33918"/>
                <a:gd name="csY33" fmla="*/ 0 h 24364"/>
                <a:gd name="csX34" fmla="*/ 8599 w 33918"/>
                <a:gd name="csY34" fmla="*/ 0 h 24364"/>
                <a:gd name="csX35" fmla="*/ 10988 w 33918"/>
                <a:gd name="csY35" fmla="*/ 1433 h 24364"/>
                <a:gd name="csX36" fmla="*/ 11943 w 33918"/>
                <a:gd name="csY36" fmla="*/ 4299 h 24364"/>
                <a:gd name="csX37" fmla="*/ 12899 w 33918"/>
                <a:gd name="csY37" fmla="*/ 4777 h 24364"/>
                <a:gd name="csX38" fmla="*/ 15287 w 33918"/>
                <a:gd name="csY38" fmla="*/ 6210 h 24364"/>
                <a:gd name="csX39" fmla="*/ 16243 w 33918"/>
                <a:gd name="csY39" fmla="*/ 6210 h 24364"/>
                <a:gd name="csX40" fmla="*/ 20065 w 33918"/>
                <a:gd name="csY40" fmla="*/ 8121 h 24364"/>
                <a:gd name="csX41" fmla="*/ 24364 w 33918"/>
                <a:gd name="csY41" fmla="*/ 8121 h 24364"/>
                <a:gd name="csX42" fmla="*/ 24842 w 33918"/>
                <a:gd name="csY42" fmla="*/ 8599 h 24364"/>
                <a:gd name="csX43" fmla="*/ 25320 w 33918"/>
                <a:gd name="csY43" fmla="*/ 10032 h 24364"/>
                <a:gd name="csX44" fmla="*/ 26275 w 33918"/>
                <a:gd name="csY44" fmla="*/ 11465 h 24364"/>
                <a:gd name="csX45" fmla="*/ 26753 w 33918"/>
                <a:gd name="csY45" fmla="*/ 11943 h 24364"/>
                <a:gd name="csX46" fmla="*/ 26275 w 33918"/>
                <a:gd name="csY46" fmla="*/ 12899 h 24364"/>
                <a:gd name="csX47" fmla="*/ 26753 w 33918"/>
                <a:gd name="csY47" fmla="*/ 16243 h 24364"/>
                <a:gd name="csX48" fmla="*/ 27708 w 33918"/>
                <a:gd name="csY48" fmla="*/ 18631 h 24364"/>
                <a:gd name="csX49" fmla="*/ 29619 w 33918"/>
                <a:gd name="csY49" fmla="*/ 20065 h 24364"/>
                <a:gd name="csX50" fmla="*/ 31530 w 33918"/>
                <a:gd name="csY50" fmla="*/ 20542 h 24364"/>
                <a:gd name="csX51" fmla="*/ 33441 w 33918"/>
                <a:gd name="csY51" fmla="*/ 20542 h 24364"/>
                <a:gd name="csX52" fmla="*/ 33919 w 33918"/>
                <a:gd name="csY52" fmla="*/ 21020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33918" h="24364">
                  <a:moveTo>
                    <a:pt x="33919" y="21020"/>
                  </a:moveTo>
                  <a:lnTo>
                    <a:pt x="33919" y="23409"/>
                  </a:lnTo>
                  <a:lnTo>
                    <a:pt x="32963" y="24364"/>
                  </a:lnTo>
                  <a:lnTo>
                    <a:pt x="32486" y="24364"/>
                  </a:lnTo>
                  <a:lnTo>
                    <a:pt x="32008" y="24364"/>
                  </a:lnTo>
                  <a:lnTo>
                    <a:pt x="31052" y="23886"/>
                  </a:lnTo>
                  <a:lnTo>
                    <a:pt x="30575" y="23409"/>
                  </a:lnTo>
                  <a:lnTo>
                    <a:pt x="29619" y="23409"/>
                  </a:lnTo>
                  <a:lnTo>
                    <a:pt x="28664" y="22453"/>
                  </a:lnTo>
                  <a:lnTo>
                    <a:pt x="26753" y="21020"/>
                  </a:lnTo>
                  <a:lnTo>
                    <a:pt x="26275" y="20065"/>
                  </a:lnTo>
                  <a:lnTo>
                    <a:pt x="26275" y="19109"/>
                  </a:lnTo>
                  <a:lnTo>
                    <a:pt x="25320" y="18154"/>
                  </a:lnTo>
                  <a:lnTo>
                    <a:pt x="24364" y="16721"/>
                  </a:lnTo>
                  <a:lnTo>
                    <a:pt x="23886" y="16243"/>
                  </a:lnTo>
                  <a:lnTo>
                    <a:pt x="23409" y="15287"/>
                  </a:lnTo>
                  <a:lnTo>
                    <a:pt x="23409" y="14809"/>
                  </a:lnTo>
                  <a:lnTo>
                    <a:pt x="20065" y="14332"/>
                  </a:lnTo>
                  <a:lnTo>
                    <a:pt x="17676" y="14332"/>
                  </a:lnTo>
                  <a:lnTo>
                    <a:pt x="15765" y="13376"/>
                  </a:lnTo>
                  <a:lnTo>
                    <a:pt x="14809" y="10988"/>
                  </a:lnTo>
                  <a:lnTo>
                    <a:pt x="13376" y="10510"/>
                  </a:lnTo>
                  <a:lnTo>
                    <a:pt x="12421" y="9555"/>
                  </a:lnTo>
                  <a:lnTo>
                    <a:pt x="11943" y="8599"/>
                  </a:lnTo>
                  <a:lnTo>
                    <a:pt x="9555" y="6688"/>
                  </a:lnTo>
                  <a:lnTo>
                    <a:pt x="7644" y="5255"/>
                  </a:lnTo>
                  <a:lnTo>
                    <a:pt x="5255" y="4299"/>
                  </a:lnTo>
                  <a:lnTo>
                    <a:pt x="3344" y="3344"/>
                  </a:lnTo>
                  <a:lnTo>
                    <a:pt x="1433" y="4299"/>
                  </a:lnTo>
                  <a:lnTo>
                    <a:pt x="0" y="4299"/>
                  </a:lnTo>
                  <a:lnTo>
                    <a:pt x="0" y="3822"/>
                  </a:lnTo>
                  <a:lnTo>
                    <a:pt x="2389" y="2389"/>
                  </a:lnTo>
                  <a:lnTo>
                    <a:pt x="5255" y="478"/>
                  </a:lnTo>
                  <a:lnTo>
                    <a:pt x="7644" y="0"/>
                  </a:lnTo>
                  <a:lnTo>
                    <a:pt x="8599" y="0"/>
                  </a:lnTo>
                  <a:lnTo>
                    <a:pt x="10988" y="1433"/>
                  </a:lnTo>
                  <a:lnTo>
                    <a:pt x="11943" y="4299"/>
                  </a:lnTo>
                  <a:lnTo>
                    <a:pt x="12899" y="4777"/>
                  </a:lnTo>
                  <a:lnTo>
                    <a:pt x="15287" y="6210"/>
                  </a:lnTo>
                  <a:lnTo>
                    <a:pt x="16243" y="6210"/>
                  </a:lnTo>
                  <a:lnTo>
                    <a:pt x="20065" y="8121"/>
                  </a:lnTo>
                  <a:lnTo>
                    <a:pt x="24364" y="8121"/>
                  </a:lnTo>
                  <a:lnTo>
                    <a:pt x="24842" y="8599"/>
                  </a:lnTo>
                  <a:lnTo>
                    <a:pt x="25320" y="10032"/>
                  </a:lnTo>
                  <a:lnTo>
                    <a:pt x="26275" y="11465"/>
                  </a:lnTo>
                  <a:lnTo>
                    <a:pt x="26753" y="11943"/>
                  </a:lnTo>
                  <a:lnTo>
                    <a:pt x="26275" y="12899"/>
                  </a:lnTo>
                  <a:lnTo>
                    <a:pt x="26753" y="16243"/>
                  </a:lnTo>
                  <a:lnTo>
                    <a:pt x="27708" y="18631"/>
                  </a:lnTo>
                  <a:lnTo>
                    <a:pt x="29619" y="20065"/>
                  </a:lnTo>
                  <a:lnTo>
                    <a:pt x="31530" y="20542"/>
                  </a:lnTo>
                  <a:lnTo>
                    <a:pt x="33441" y="20542"/>
                  </a:lnTo>
                  <a:lnTo>
                    <a:pt x="33919" y="2102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2" name="Freeform 1821">
              <a:extLst>
                <a:ext uri="{FF2B5EF4-FFF2-40B4-BE49-F238E27FC236}">
                  <a16:creationId xmlns:a16="http://schemas.microsoft.com/office/drawing/2014/main" id="{629DA05D-6395-B9A9-6EE7-D6C5FC808EA5}"/>
                </a:ext>
              </a:extLst>
            </p:cNvPr>
            <p:cNvSpPr/>
            <p:nvPr/>
          </p:nvSpPr>
          <p:spPr>
            <a:xfrm>
              <a:off x="6366394" y="5216447"/>
              <a:ext cx="4299" cy="955"/>
            </a:xfrm>
            <a:custGeom>
              <a:avLst/>
              <a:gdLst>
                <a:gd name="csX0" fmla="*/ 4300 w 4299"/>
                <a:gd name="csY0" fmla="*/ 956 h 955"/>
                <a:gd name="csX1" fmla="*/ 1433 w 4299"/>
                <a:gd name="csY1" fmla="*/ 0 h 955"/>
                <a:gd name="csX2" fmla="*/ 0 w 4299"/>
                <a:gd name="csY2" fmla="*/ 0 h 955"/>
                <a:gd name="csX3" fmla="*/ 1433 w 4299"/>
                <a:gd name="csY3" fmla="*/ 0 h 955"/>
                <a:gd name="csX4" fmla="*/ 4300 w 4299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955">
                  <a:moveTo>
                    <a:pt x="4300" y="956"/>
                  </a:moveTo>
                  <a:lnTo>
                    <a:pt x="1433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430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3" name="Freeform 1822">
              <a:extLst>
                <a:ext uri="{FF2B5EF4-FFF2-40B4-BE49-F238E27FC236}">
                  <a16:creationId xmlns:a16="http://schemas.microsoft.com/office/drawing/2014/main" id="{2128F3FC-A437-E08A-D761-FBB9F071DD14}"/>
                </a:ext>
              </a:extLst>
            </p:cNvPr>
            <p:cNvSpPr/>
            <p:nvPr/>
          </p:nvSpPr>
          <p:spPr>
            <a:xfrm>
              <a:off x="6366394" y="4018779"/>
              <a:ext cx="3822" cy="2388"/>
            </a:xfrm>
            <a:custGeom>
              <a:avLst/>
              <a:gdLst>
                <a:gd name="csX0" fmla="*/ 3822 w 3822"/>
                <a:gd name="csY0" fmla="*/ 0 h 2388"/>
                <a:gd name="csX1" fmla="*/ 3822 w 3822"/>
                <a:gd name="csY1" fmla="*/ 1433 h 2388"/>
                <a:gd name="csX2" fmla="*/ 3822 w 3822"/>
                <a:gd name="csY2" fmla="*/ 1433 h 2388"/>
                <a:gd name="csX3" fmla="*/ 0 w 3822"/>
                <a:gd name="csY3" fmla="*/ 2389 h 2388"/>
                <a:gd name="csX4" fmla="*/ 0 w 3822"/>
                <a:gd name="csY4" fmla="*/ 956 h 2388"/>
                <a:gd name="csX5" fmla="*/ 478 w 3822"/>
                <a:gd name="csY5" fmla="*/ 478 h 2388"/>
                <a:gd name="csX6" fmla="*/ 1911 w 3822"/>
                <a:gd name="csY6" fmla="*/ 956 h 2388"/>
                <a:gd name="csX7" fmla="*/ 2389 w 3822"/>
                <a:gd name="csY7" fmla="*/ 478 h 2388"/>
                <a:gd name="csX8" fmla="*/ 2389 w 3822"/>
                <a:gd name="csY8" fmla="*/ 478 h 2388"/>
                <a:gd name="csX9" fmla="*/ 3822 w 3822"/>
                <a:gd name="csY9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2388">
                  <a:moveTo>
                    <a:pt x="3822" y="0"/>
                  </a:moveTo>
                  <a:lnTo>
                    <a:pt x="3822" y="1433"/>
                  </a:lnTo>
                  <a:lnTo>
                    <a:pt x="3822" y="1433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911" y="956"/>
                  </a:lnTo>
                  <a:lnTo>
                    <a:pt x="2389" y="478"/>
                  </a:lnTo>
                  <a:lnTo>
                    <a:pt x="2389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4" name="Freeform 1823">
              <a:extLst>
                <a:ext uri="{FF2B5EF4-FFF2-40B4-BE49-F238E27FC236}">
                  <a16:creationId xmlns:a16="http://schemas.microsoft.com/office/drawing/2014/main" id="{7F6C3E85-324A-4C2A-4DE4-7FF0F268647A}"/>
                </a:ext>
              </a:extLst>
            </p:cNvPr>
            <p:cNvSpPr/>
            <p:nvPr/>
          </p:nvSpPr>
          <p:spPr>
            <a:xfrm>
              <a:off x="6368305" y="4008747"/>
              <a:ext cx="1911" cy="1911"/>
            </a:xfrm>
            <a:custGeom>
              <a:avLst/>
              <a:gdLst>
                <a:gd name="csX0" fmla="*/ 1911 w 1911"/>
                <a:gd name="csY0" fmla="*/ 0 h 1911"/>
                <a:gd name="csX1" fmla="*/ 1911 w 1911"/>
                <a:gd name="csY1" fmla="*/ 956 h 1911"/>
                <a:gd name="csX2" fmla="*/ 1911 w 1911"/>
                <a:gd name="csY2" fmla="*/ 1911 h 1911"/>
                <a:gd name="csX3" fmla="*/ 956 w 1911"/>
                <a:gd name="csY3" fmla="*/ 1911 h 1911"/>
                <a:gd name="csX4" fmla="*/ 0 w 1911"/>
                <a:gd name="csY4" fmla="*/ 1433 h 1911"/>
                <a:gd name="csX5" fmla="*/ 0 w 1911"/>
                <a:gd name="csY5" fmla="*/ 478 h 1911"/>
                <a:gd name="csX6" fmla="*/ 956 w 1911"/>
                <a:gd name="csY6" fmla="*/ 0 h 1911"/>
                <a:gd name="csX7" fmla="*/ 1911 w 1911"/>
                <a:gd name="csY7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1">
                  <a:moveTo>
                    <a:pt x="1911" y="0"/>
                  </a:moveTo>
                  <a:lnTo>
                    <a:pt x="1911" y="956"/>
                  </a:lnTo>
                  <a:lnTo>
                    <a:pt x="1911" y="1911"/>
                  </a:lnTo>
                  <a:lnTo>
                    <a:pt x="956" y="1911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5" name="Freeform 1824">
              <a:extLst>
                <a:ext uri="{FF2B5EF4-FFF2-40B4-BE49-F238E27FC236}">
                  <a16:creationId xmlns:a16="http://schemas.microsoft.com/office/drawing/2014/main" id="{AD260957-BA4D-E44B-A24E-0088A057A84D}"/>
                </a:ext>
              </a:extLst>
            </p:cNvPr>
            <p:cNvSpPr/>
            <p:nvPr/>
          </p:nvSpPr>
          <p:spPr>
            <a:xfrm>
              <a:off x="6366872" y="4002537"/>
              <a:ext cx="2388" cy="3821"/>
            </a:xfrm>
            <a:custGeom>
              <a:avLst/>
              <a:gdLst>
                <a:gd name="csX0" fmla="*/ 1911 w 2388"/>
                <a:gd name="csY0" fmla="*/ 478 h 3821"/>
                <a:gd name="csX1" fmla="*/ 2389 w 2388"/>
                <a:gd name="csY1" fmla="*/ 1433 h 3821"/>
                <a:gd name="csX2" fmla="*/ 1433 w 2388"/>
                <a:gd name="csY2" fmla="*/ 2866 h 3821"/>
                <a:gd name="csX3" fmla="*/ 478 w 2388"/>
                <a:gd name="csY3" fmla="*/ 3822 h 3821"/>
                <a:gd name="csX4" fmla="*/ 478 w 2388"/>
                <a:gd name="csY4" fmla="*/ 1911 h 3821"/>
                <a:gd name="csX5" fmla="*/ 0 w 2388"/>
                <a:gd name="csY5" fmla="*/ 1433 h 3821"/>
                <a:gd name="csX6" fmla="*/ 478 w 2388"/>
                <a:gd name="csY6" fmla="*/ 478 h 3821"/>
                <a:gd name="csX7" fmla="*/ 1433 w 2388"/>
                <a:gd name="csY7" fmla="*/ 0 h 3821"/>
                <a:gd name="csX8" fmla="*/ 1911 w 2388"/>
                <a:gd name="csY8" fmla="*/ 478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3821">
                  <a:moveTo>
                    <a:pt x="1911" y="478"/>
                  </a:moveTo>
                  <a:lnTo>
                    <a:pt x="2389" y="1433"/>
                  </a:lnTo>
                  <a:lnTo>
                    <a:pt x="1433" y="2866"/>
                  </a:lnTo>
                  <a:lnTo>
                    <a:pt x="478" y="3822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6" name="Freeform 1825">
              <a:extLst>
                <a:ext uri="{FF2B5EF4-FFF2-40B4-BE49-F238E27FC236}">
                  <a16:creationId xmlns:a16="http://schemas.microsoft.com/office/drawing/2014/main" id="{1439213A-9E4C-9337-7033-0BC5166FF383}"/>
                </a:ext>
              </a:extLst>
            </p:cNvPr>
            <p:cNvSpPr/>
            <p:nvPr/>
          </p:nvSpPr>
          <p:spPr>
            <a:xfrm>
              <a:off x="6365439" y="3997759"/>
              <a:ext cx="2388" cy="3344"/>
            </a:xfrm>
            <a:custGeom>
              <a:avLst/>
              <a:gdLst>
                <a:gd name="csX0" fmla="*/ 1911 w 2388"/>
                <a:gd name="csY0" fmla="*/ 0 h 3344"/>
                <a:gd name="csX1" fmla="*/ 2389 w 2388"/>
                <a:gd name="csY1" fmla="*/ 956 h 3344"/>
                <a:gd name="csX2" fmla="*/ 1433 w 2388"/>
                <a:gd name="csY2" fmla="*/ 2389 h 3344"/>
                <a:gd name="csX3" fmla="*/ 0 w 2388"/>
                <a:gd name="csY3" fmla="*/ 3344 h 3344"/>
                <a:gd name="csX4" fmla="*/ 0 w 2388"/>
                <a:gd name="csY4" fmla="*/ 1911 h 3344"/>
                <a:gd name="csX5" fmla="*/ 478 w 2388"/>
                <a:gd name="csY5" fmla="*/ 0 h 3344"/>
                <a:gd name="csX6" fmla="*/ 1911 w 2388"/>
                <a:gd name="csY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3344">
                  <a:moveTo>
                    <a:pt x="1911" y="0"/>
                  </a:moveTo>
                  <a:lnTo>
                    <a:pt x="2389" y="956"/>
                  </a:lnTo>
                  <a:lnTo>
                    <a:pt x="1433" y="2389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7" name="Freeform 1826">
              <a:extLst>
                <a:ext uri="{FF2B5EF4-FFF2-40B4-BE49-F238E27FC236}">
                  <a16:creationId xmlns:a16="http://schemas.microsoft.com/office/drawing/2014/main" id="{E3F246B5-B109-A24B-6055-EFDC90B96844}"/>
                </a:ext>
              </a:extLst>
            </p:cNvPr>
            <p:cNvSpPr/>
            <p:nvPr/>
          </p:nvSpPr>
          <p:spPr>
            <a:xfrm>
              <a:off x="6366872" y="4936975"/>
              <a:ext cx="477" cy="3344"/>
            </a:xfrm>
            <a:custGeom>
              <a:avLst/>
              <a:gdLst>
                <a:gd name="csX0" fmla="*/ 0 w 477"/>
                <a:gd name="csY0" fmla="*/ 0 h 3344"/>
                <a:gd name="csX1" fmla="*/ 478 w 477"/>
                <a:gd name="csY1" fmla="*/ 2389 h 3344"/>
                <a:gd name="csX2" fmla="*/ 478 w 477"/>
                <a:gd name="csY2" fmla="*/ 3344 h 3344"/>
                <a:gd name="csX3" fmla="*/ 478 w 477"/>
                <a:gd name="csY3" fmla="*/ 2389 h 3344"/>
                <a:gd name="csX4" fmla="*/ 0 w 477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3344">
                  <a:moveTo>
                    <a:pt x="0" y="0"/>
                  </a:moveTo>
                  <a:lnTo>
                    <a:pt x="478" y="2389"/>
                  </a:lnTo>
                  <a:lnTo>
                    <a:pt x="478" y="3344"/>
                  </a:lnTo>
                  <a:lnTo>
                    <a:pt x="478" y="23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8" name="Freeform 1827">
              <a:extLst>
                <a:ext uri="{FF2B5EF4-FFF2-40B4-BE49-F238E27FC236}">
                  <a16:creationId xmlns:a16="http://schemas.microsoft.com/office/drawing/2014/main" id="{533442E3-9575-2262-29A3-139E732B6EC3}"/>
                </a:ext>
              </a:extLst>
            </p:cNvPr>
            <p:cNvSpPr/>
            <p:nvPr/>
          </p:nvSpPr>
          <p:spPr>
            <a:xfrm>
              <a:off x="6360661" y="3906991"/>
              <a:ext cx="6688" cy="477"/>
            </a:xfrm>
            <a:custGeom>
              <a:avLst/>
              <a:gdLst>
                <a:gd name="csX0" fmla="*/ 6688 w 6688"/>
                <a:gd name="csY0" fmla="*/ 478 h 477"/>
                <a:gd name="csX1" fmla="*/ 6688 w 6688"/>
                <a:gd name="csY1" fmla="*/ 478 h 477"/>
                <a:gd name="csX2" fmla="*/ 4777 w 6688"/>
                <a:gd name="csY2" fmla="*/ 478 h 477"/>
                <a:gd name="csX3" fmla="*/ 3822 w 6688"/>
                <a:gd name="csY3" fmla="*/ 478 h 477"/>
                <a:gd name="csX4" fmla="*/ 0 w 6688"/>
                <a:gd name="csY4" fmla="*/ 478 h 477"/>
                <a:gd name="csX5" fmla="*/ 0 w 6688"/>
                <a:gd name="csY5" fmla="*/ 478 h 477"/>
                <a:gd name="csX6" fmla="*/ 3822 w 6688"/>
                <a:gd name="csY6" fmla="*/ 0 h 477"/>
                <a:gd name="csX7" fmla="*/ 4777 w 6688"/>
                <a:gd name="csY7" fmla="*/ 478 h 477"/>
                <a:gd name="csX8" fmla="*/ 6688 w 6688"/>
                <a:gd name="csY8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688" h="477">
                  <a:moveTo>
                    <a:pt x="6688" y="478"/>
                  </a:moveTo>
                  <a:lnTo>
                    <a:pt x="6688" y="478"/>
                  </a:lnTo>
                  <a:lnTo>
                    <a:pt x="4777" y="478"/>
                  </a:lnTo>
                  <a:lnTo>
                    <a:pt x="3822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3822" y="0"/>
                  </a:lnTo>
                  <a:lnTo>
                    <a:pt x="4777" y="478"/>
                  </a:lnTo>
                  <a:lnTo>
                    <a:pt x="668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9" name="Freeform 1828">
              <a:extLst>
                <a:ext uri="{FF2B5EF4-FFF2-40B4-BE49-F238E27FC236}">
                  <a16:creationId xmlns:a16="http://schemas.microsoft.com/office/drawing/2014/main" id="{B93C5C06-1117-CF32-DB44-5DA5E13B43D6}"/>
                </a:ext>
              </a:extLst>
            </p:cNvPr>
            <p:cNvSpPr/>
            <p:nvPr/>
          </p:nvSpPr>
          <p:spPr>
            <a:xfrm>
              <a:off x="6362094" y="3633730"/>
              <a:ext cx="3821" cy="4777"/>
            </a:xfrm>
            <a:custGeom>
              <a:avLst/>
              <a:gdLst>
                <a:gd name="csX0" fmla="*/ 3822 w 3821"/>
                <a:gd name="csY0" fmla="*/ 0 h 4777"/>
                <a:gd name="csX1" fmla="*/ 3344 w 3821"/>
                <a:gd name="csY1" fmla="*/ 1911 h 4777"/>
                <a:gd name="csX2" fmla="*/ 0 w 3821"/>
                <a:gd name="csY2" fmla="*/ 4777 h 4777"/>
                <a:gd name="csX3" fmla="*/ 0 w 3821"/>
                <a:gd name="csY3" fmla="*/ 4777 h 4777"/>
                <a:gd name="csX4" fmla="*/ 3344 w 3821"/>
                <a:gd name="csY4" fmla="*/ 1911 h 4777"/>
                <a:gd name="csX5" fmla="*/ 3822 w 3821"/>
                <a:gd name="csY5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4777">
                  <a:moveTo>
                    <a:pt x="3822" y="0"/>
                  </a:moveTo>
                  <a:lnTo>
                    <a:pt x="3344" y="1911"/>
                  </a:lnTo>
                  <a:lnTo>
                    <a:pt x="0" y="4777"/>
                  </a:lnTo>
                  <a:lnTo>
                    <a:pt x="0" y="4777"/>
                  </a:lnTo>
                  <a:lnTo>
                    <a:pt x="3344" y="1911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0" name="Freeform 1829">
              <a:extLst>
                <a:ext uri="{FF2B5EF4-FFF2-40B4-BE49-F238E27FC236}">
                  <a16:creationId xmlns:a16="http://schemas.microsoft.com/office/drawing/2014/main" id="{5CDF020F-0497-EEBF-F4CF-0623D7CF0F26}"/>
                </a:ext>
              </a:extLst>
            </p:cNvPr>
            <p:cNvSpPr/>
            <p:nvPr/>
          </p:nvSpPr>
          <p:spPr>
            <a:xfrm>
              <a:off x="6363527" y="4577723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1" name="Freeform 1830">
              <a:extLst>
                <a:ext uri="{FF2B5EF4-FFF2-40B4-BE49-F238E27FC236}">
                  <a16:creationId xmlns:a16="http://schemas.microsoft.com/office/drawing/2014/main" id="{FE1A85DC-11F1-D73F-5CA6-82B709D59A31}"/>
                </a:ext>
              </a:extLst>
            </p:cNvPr>
            <p:cNvSpPr/>
            <p:nvPr/>
          </p:nvSpPr>
          <p:spPr>
            <a:xfrm>
              <a:off x="6104598" y="2982107"/>
              <a:ext cx="257973" cy="544133"/>
            </a:xfrm>
            <a:custGeom>
              <a:avLst/>
              <a:gdLst>
                <a:gd name="csX0" fmla="*/ 257974 w 257973"/>
                <a:gd name="csY0" fmla="*/ 151918 h 544133"/>
                <a:gd name="csX1" fmla="*/ 257974 w 257973"/>
                <a:gd name="csY1" fmla="*/ 153351 h 544133"/>
                <a:gd name="csX2" fmla="*/ 252719 w 257973"/>
                <a:gd name="csY2" fmla="*/ 154307 h 544133"/>
                <a:gd name="csX3" fmla="*/ 248897 w 257973"/>
                <a:gd name="csY3" fmla="*/ 152396 h 544133"/>
                <a:gd name="csX4" fmla="*/ 246986 w 257973"/>
                <a:gd name="csY4" fmla="*/ 153351 h 544133"/>
                <a:gd name="csX5" fmla="*/ 243642 w 257973"/>
                <a:gd name="csY5" fmla="*/ 153351 h 544133"/>
                <a:gd name="csX6" fmla="*/ 239820 w 257973"/>
                <a:gd name="csY6" fmla="*/ 154307 h 544133"/>
                <a:gd name="csX7" fmla="*/ 238387 w 257973"/>
                <a:gd name="csY7" fmla="*/ 155740 h 544133"/>
                <a:gd name="csX8" fmla="*/ 237432 w 257973"/>
                <a:gd name="csY8" fmla="*/ 156695 h 544133"/>
                <a:gd name="csX9" fmla="*/ 233610 w 257973"/>
                <a:gd name="csY9" fmla="*/ 154307 h 544133"/>
                <a:gd name="csX10" fmla="*/ 230266 w 257973"/>
                <a:gd name="csY10" fmla="*/ 150485 h 544133"/>
                <a:gd name="csX11" fmla="*/ 227877 w 257973"/>
                <a:gd name="csY11" fmla="*/ 153351 h 544133"/>
                <a:gd name="csX12" fmla="*/ 225966 w 257973"/>
                <a:gd name="csY12" fmla="*/ 153829 h 544133"/>
                <a:gd name="csX13" fmla="*/ 224533 w 257973"/>
                <a:gd name="csY13" fmla="*/ 151440 h 544133"/>
                <a:gd name="csX14" fmla="*/ 223577 w 257973"/>
                <a:gd name="csY14" fmla="*/ 150963 h 544133"/>
                <a:gd name="csX15" fmla="*/ 222622 w 257973"/>
                <a:gd name="csY15" fmla="*/ 151918 h 544133"/>
                <a:gd name="csX16" fmla="*/ 222144 w 257973"/>
                <a:gd name="csY16" fmla="*/ 153829 h 544133"/>
                <a:gd name="csX17" fmla="*/ 221189 w 257973"/>
                <a:gd name="csY17" fmla="*/ 155740 h 544133"/>
                <a:gd name="csX18" fmla="*/ 220711 w 257973"/>
                <a:gd name="csY18" fmla="*/ 157173 h 544133"/>
                <a:gd name="csX19" fmla="*/ 220711 w 257973"/>
                <a:gd name="csY19" fmla="*/ 161473 h 544133"/>
                <a:gd name="csX20" fmla="*/ 220233 w 257973"/>
                <a:gd name="csY20" fmla="*/ 162428 h 544133"/>
                <a:gd name="csX21" fmla="*/ 217367 w 257973"/>
                <a:gd name="csY21" fmla="*/ 161950 h 544133"/>
                <a:gd name="csX22" fmla="*/ 217367 w 257973"/>
                <a:gd name="csY22" fmla="*/ 163383 h 544133"/>
                <a:gd name="csX23" fmla="*/ 217845 w 257973"/>
                <a:gd name="csY23" fmla="*/ 163861 h 544133"/>
                <a:gd name="csX24" fmla="*/ 218322 w 257973"/>
                <a:gd name="csY24" fmla="*/ 164339 h 544133"/>
                <a:gd name="csX25" fmla="*/ 217367 w 257973"/>
                <a:gd name="csY25" fmla="*/ 165772 h 544133"/>
                <a:gd name="csX26" fmla="*/ 214023 w 257973"/>
                <a:gd name="csY26" fmla="*/ 165294 h 544133"/>
                <a:gd name="csX27" fmla="*/ 213545 w 257973"/>
                <a:gd name="csY27" fmla="*/ 166728 h 544133"/>
                <a:gd name="csX28" fmla="*/ 214501 w 257973"/>
                <a:gd name="csY28" fmla="*/ 168161 h 544133"/>
                <a:gd name="csX29" fmla="*/ 213545 w 257973"/>
                <a:gd name="csY29" fmla="*/ 169594 h 544133"/>
                <a:gd name="csX30" fmla="*/ 213068 w 257973"/>
                <a:gd name="csY30" fmla="*/ 170072 h 544133"/>
                <a:gd name="csX31" fmla="*/ 209245 w 257973"/>
                <a:gd name="csY31" fmla="*/ 171027 h 544133"/>
                <a:gd name="csX32" fmla="*/ 206857 w 257973"/>
                <a:gd name="csY32" fmla="*/ 171027 h 544133"/>
                <a:gd name="csX33" fmla="*/ 206379 w 257973"/>
                <a:gd name="csY33" fmla="*/ 171983 h 544133"/>
                <a:gd name="csX34" fmla="*/ 205902 w 257973"/>
                <a:gd name="csY34" fmla="*/ 172938 h 544133"/>
                <a:gd name="csX35" fmla="*/ 206379 w 257973"/>
                <a:gd name="csY35" fmla="*/ 174371 h 544133"/>
                <a:gd name="csX36" fmla="*/ 207335 w 257973"/>
                <a:gd name="csY36" fmla="*/ 174849 h 544133"/>
                <a:gd name="csX37" fmla="*/ 207812 w 257973"/>
                <a:gd name="csY37" fmla="*/ 175804 h 544133"/>
                <a:gd name="csX38" fmla="*/ 207812 w 257973"/>
                <a:gd name="csY38" fmla="*/ 177238 h 544133"/>
                <a:gd name="csX39" fmla="*/ 206857 w 257973"/>
                <a:gd name="csY39" fmla="*/ 177715 h 544133"/>
                <a:gd name="csX40" fmla="*/ 204468 w 257973"/>
                <a:gd name="csY40" fmla="*/ 174849 h 544133"/>
                <a:gd name="csX41" fmla="*/ 203991 w 257973"/>
                <a:gd name="csY41" fmla="*/ 174849 h 544133"/>
                <a:gd name="csX42" fmla="*/ 204468 w 257973"/>
                <a:gd name="csY42" fmla="*/ 176282 h 544133"/>
                <a:gd name="csX43" fmla="*/ 205424 w 257973"/>
                <a:gd name="csY43" fmla="*/ 178193 h 544133"/>
                <a:gd name="csX44" fmla="*/ 206379 w 257973"/>
                <a:gd name="csY44" fmla="*/ 179626 h 544133"/>
                <a:gd name="csX45" fmla="*/ 207335 w 257973"/>
                <a:gd name="csY45" fmla="*/ 181537 h 544133"/>
                <a:gd name="csX46" fmla="*/ 206857 w 257973"/>
                <a:gd name="csY46" fmla="*/ 182970 h 544133"/>
                <a:gd name="csX47" fmla="*/ 203991 w 257973"/>
                <a:gd name="csY47" fmla="*/ 188225 h 544133"/>
                <a:gd name="csX48" fmla="*/ 201602 w 257973"/>
                <a:gd name="csY48" fmla="*/ 191092 h 544133"/>
                <a:gd name="csX49" fmla="*/ 199691 w 257973"/>
                <a:gd name="csY49" fmla="*/ 193958 h 544133"/>
                <a:gd name="csX50" fmla="*/ 198258 w 257973"/>
                <a:gd name="csY50" fmla="*/ 196824 h 544133"/>
                <a:gd name="csX51" fmla="*/ 199691 w 257973"/>
                <a:gd name="csY51" fmla="*/ 198258 h 544133"/>
                <a:gd name="csX52" fmla="*/ 201124 w 257973"/>
                <a:gd name="csY52" fmla="*/ 200169 h 544133"/>
                <a:gd name="csX53" fmla="*/ 202079 w 257973"/>
                <a:gd name="csY53" fmla="*/ 204468 h 544133"/>
                <a:gd name="csX54" fmla="*/ 203513 w 257973"/>
                <a:gd name="csY54" fmla="*/ 207812 h 544133"/>
                <a:gd name="csX55" fmla="*/ 205902 w 257973"/>
                <a:gd name="csY55" fmla="*/ 211634 h 544133"/>
                <a:gd name="csX56" fmla="*/ 205424 w 257973"/>
                <a:gd name="csY56" fmla="*/ 213545 h 544133"/>
                <a:gd name="csX57" fmla="*/ 204946 w 257973"/>
                <a:gd name="csY57" fmla="*/ 214978 h 544133"/>
                <a:gd name="csX58" fmla="*/ 200646 w 257973"/>
                <a:gd name="csY58" fmla="*/ 218322 h 544133"/>
                <a:gd name="csX59" fmla="*/ 195869 w 257973"/>
                <a:gd name="csY59" fmla="*/ 223577 h 544133"/>
                <a:gd name="csX60" fmla="*/ 191092 w 257973"/>
                <a:gd name="csY60" fmla="*/ 236476 h 544133"/>
                <a:gd name="csX61" fmla="*/ 189181 w 257973"/>
                <a:gd name="csY61" fmla="*/ 237909 h 544133"/>
                <a:gd name="csX62" fmla="*/ 184881 w 257973"/>
                <a:gd name="csY62" fmla="*/ 240298 h 544133"/>
                <a:gd name="csX63" fmla="*/ 182970 w 257973"/>
                <a:gd name="csY63" fmla="*/ 242209 h 544133"/>
                <a:gd name="csX64" fmla="*/ 179626 w 257973"/>
                <a:gd name="csY64" fmla="*/ 244597 h 544133"/>
                <a:gd name="csX65" fmla="*/ 173894 w 257973"/>
                <a:gd name="csY65" fmla="*/ 246986 h 544133"/>
                <a:gd name="csX66" fmla="*/ 171505 w 257973"/>
                <a:gd name="csY66" fmla="*/ 249852 h 544133"/>
                <a:gd name="csX67" fmla="*/ 170072 w 257973"/>
                <a:gd name="csY67" fmla="*/ 252719 h 544133"/>
                <a:gd name="csX68" fmla="*/ 169116 w 257973"/>
                <a:gd name="csY68" fmla="*/ 253197 h 544133"/>
                <a:gd name="csX69" fmla="*/ 167683 w 257973"/>
                <a:gd name="csY69" fmla="*/ 251763 h 544133"/>
                <a:gd name="csX70" fmla="*/ 165772 w 257973"/>
                <a:gd name="csY70" fmla="*/ 250808 h 544133"/>
                <a:gd name="csX71" fmla="*/ 165772 w 257973"/>
                <a:gd name="csY71" fmla="*/ 252719 h 544133"/>
                <a:gd name="csX72" fmla="*/ 165772 w 257973"/>
                <a:gd name="csY72" fmla="*/ 254630 h 544133"/>
                <a:gd name="csX73" fmla="*/ 162906 w 257973"/>
                <a:gd name="csY73" fmla="*/ 252241 h 544133"/>
                <a:gd name="csX74" fmla="*/ 161472 w 257973"/>
                <a:gd name="csY74" fmla="*/ 254152 h 544133"/>
                <a:gd name="csX75" fmla="*/ 160517 w 257973"/>
                <a:gd name="csY75" fmla="*/ 257496 h 544133"/>
                <a:gd name="csX76" fmla="*/ 156695 w 257973"/>
                <a:gd name="csY76" fmla="*/ 261796 h 544133"/>
                <a:gd name="csX77" fmla="*/ 152396 w 257973"/>
                <a:gd name="csY77" fmla="*/ 261318 h 544133"/>
                <a:gd name="csX78" fmla="*/ 151918 w 257973"/>
                <a:gd name="csY78" fmla="*/ 261796 h 544133"/>
                <a:gd name="csX79" fmla="*/ 152873 w 257973"/>
                <a:gd name="csY79" fmla="*/ 262751 h 544133"/>
                <a:gd name="csX80" fmla="*/ 153351 w 257973"/>
                <a:gd name="csY80" fmla="*/ 263229 h 544133"/>
                <a:gd name="csX81" fmla="*/ 152396 w 257973"/>
                <a:gd name="csY81" fmla="*/ 263707 h 544133"/>
                <a:gd name="csX82" fmla="*/ 150963 w 257973"/>
                <a:gd name="csY82" fmla="*/ 263707 h 544133"/>
                <a:gd name="csX83" fmla="*/ 149529 w 257973"/>
                <a:gd name="csY83" fmla="*/ 264662 h 544133"/>
                <a:gd name="csX84" fmla="*/ 148096 w 257973"/>
                <a:gd name="csY84" fmla="*/ 264184 h 544133"/>
                <a:gd name="csX85" fmla="*/ 147619 w 257973"/>
                <a:gd name="csY85" fmla="*/ 266573 h 544133"/>
                <a:gd name="csX86" fmla="*/ 146663 w 257973"/>
                <a:gd name="csY86" fmla="*/ 268962 h 544133"/>
                <a:gd name="csX87" fmla="*/ 144274 w 257973"/>
                <a:gd name="csY87" fmla="*/ 269917 h 544133"/>
                <a:gd name="csX88" fmla="*/ 142841 w 257973"/>
                <a:gd name="csY88" fmla="*/ 270395 h 544133"/>
                <a:gd name="csX89" fmla="*/ 142363 w 257973"/>
                <a:gd name="csY89" fmla="*/ 271828 h 544133"/>
                <a:gd name="csX90" fmla="*/ 146185 w 257973"/>
                <a:gd name="csY90" fmla="*/ 271828 h 544133"/>
                <a:gd name="csX91" fmla="*/ 145707 w 257973"/>
                <a:gd name="csY91" fmla="*/ 273261 h 544133"/>
                <a:gd name="csX92" fmla="*/ 145707 w 257973"/>
                <a:gd name="csY92" fmla="*/ 274217 h 544133"/>
                <a:gd name="csX93" fmla="*/ 145230 w 257973"/>
                <a:gd name="csY93" fmla="*/ 275650 h 544133"/>
                <a:gd name="csX94" fmla="*/ 140930 w 257973"/>
                <a:gd name="csY94" fmla="*/ 277561 h 544133"/>
                <a:gd name="csX95" fmla="*/ 140453 w 257973"/>
                <a:gd name="csY95" fmla="*/ 278994 h 544133"/>
                <a:gd name="csX96" fmla="*/ 139497 w 257973"/>
                <a:gd name="csY96" fmla="*/ 279949 h 544133"/>
                <a:gd name="csX97" fmla="*/ 137586 w 257973"/>
                <a:gd name="csY97" fmla="*/ 279949 h 544133"/>
                <a:gd name="csX98" fmla="*/ 137586 w 257973"/>
                <a:gd name="csY98" fmla="*/ 278994 h 544133"/>
                <a:gd name="csX99" fmla="*/ 138064 w 257973"/>
                <a:gd name="csY99" fmla="*/ 278038 h 544133"/>
                <a:gd name="csX100" fmla="*/ 135197 w 257973"/>
                <a:gd name="csY100" fmla="*/ 278038 h 544133"/>
                <a:gd name="csX101" fmla="*/ 134242 w 257973"/>
                <a:gd name="csY101" fmla="*/ 276128 h 544133"/>
                <a:gd name="csX102" fmla="*/ 133764 w 257973"/>
                <a:gd name="csY102" fmla="*/ 276605 h 544133"/>
                <a:gd name="csX103" fmla="*/ 134242 w 257973"/>
                <a:gd name="csY103" fmla="*/ 278516 h 544133"/>
                <a:gd name="csX104" fmla="*/ 134720 w 257973"/>
                <a:gd name="csY104" fmla="*/ 279949 h 544133"/>
                <a:gd name="csX105" fmla="*/ 135675 w 257973"/>
                <a:gd name="csY105" fmla="*/ 282816 h 544133"/>
                <a:gd name="csX106" fmla="*/ 134720 w 257973"/>
                <a:gd name="csY106" fmla="*/ 284249 h 544133"/>
                <a:gd name="csX107" fmla="*/ 134242 w 257973"/>
                <a:gd name="csY107" fmla="*/ 285204 h 544133"/>
                <a:gd name="csX108" fmla="*/ 134720 w 257973"/>
                <a:gd name="csY108" fmla="*/ 285682 h 544133"/>
                <a:gd name="csX109" fmla="*/ 136153 w 257973"/>
                <a:gd name="csY109" fmla="*/ 286638 h 544133"/>
                <a:gd name="csX110" fmla="*/ 136631 w 257973"/>
                <a:gd name="csY110" fmla="*/ 287593 h 544133"/>
                <a:gd name="csX111" fmla="*/ 135197 w 257973"/>
                <a:gd name="csY111" fmla="*/ 288071 h 544133"/>
                <a:gd name="csX112" fmla="*/ 132809 w 257973"/>
                <a:gd name="csY112" fmla="*/ 291415 h 544133"/>
                <a:gd name="csX113" fmla="*/ 130420 w 257973"/>
                <a:gd name="csY113" fmla="*/ 291415 h 544133"/>
                <a:gd name="csX114" fmla="*/ 128987 w 257973"/>
                <a:gd name="csY114" fmla="*/ 293326 h 544133"/>
                <a:gd name="csX115" fmla="*/ 127554 w 257973"/>
                <a:gd name="csY115" fmla="*/ 293326 h 544133"/>
                <a:gd name="csX116" fmla="*/ 126598 w 257973"/>
                <a:gd name="csY116" fmla="*/ 291893 h 544133"/>
                <a:gd name="csX117" fmla="*/ 124210 w 257973"/>
                <a:gd name="csY117" fmla="*/ 290937 h 544133"/>
                <a:gd name="csX118" fmla="*/ 123732 w 257973"/>
                <a:gd name="csY118" fmla="*/ 292848 h 544133"/>
                <a:gd name="csX119" fmla="*/ 123732 w 257973"/>
                <a:gd name="csY119" fmla="*/ 294281 h 544133"/>
                <a:gd name="csX120" fmla="*/ 124688 w 257973"/>
                <a:gd name="csY120" fmla="*/ 297625 h 544133"/>
                <a:gd name="csX121" fmla="*/ 127076 w 257973"/>
                <a:gd name="csY121" fmla="*/ 300492 h 544133"/>
                <a:gd name="csX122" fmla="*/ 128987 w 257973"/>
                <a:gd name="csY122" fmla="*/ 301925 h 544133"/>
                <a:gd name="csX123" fmla="*/ 127554 w 257973"/>
                <a:gd name="csY123" fmla="*/ 302403 h 544133"/>
                <a:gd name="csX124" fmla="*/ 126598 w 257973"/>
                <a:gd name="csY124" fmla="*/ 304314 h 544133"/>
                <a:gd name="csX125" fmla="*/ 125165 w 257973"/>
                <a:gd name="csY125" fmla="*/ 310046 h 544133"/>
                <a:gd name="csX126" fmla="*/ 124688 w 257973"/>
                <a:gd name="csY126" fmla="*/ 311957 h 544133"/>
                <a:gd name="csX127" fmla="*/ 123732 w 257973"/>
                <a:gd name="csY127" fmla="*/ 316257 h 544133"/>
                <a:gd name="csX128" fmla="*/ 124210 w 257973"/>
                <a:gd name="csY128" fmla="*/ 319123 h 544133"/>
                <a:gd name="csX129" fmla="*/ 124688 w 257973"/>
                <a:gd name="csY129" fmla="*/ 321034 h 544133"/>
                <a:gd name="csX130" fmla="*/ 125643 w 257973"/>
                <a:gd name="csY130" fmla="*/ 322945 h 544133"/>
                <a:gd name="csX131" fmla="*/ 122777 w 257973"/>
                <a:gd name="csY131" fmla="*/ 322945 h 544133"/>
                <a:gd name="csX132" fmla="*/ 120388 w 257973"/>
                <a:gd name="csY132" fmla="*/ 321512 h 544133"/>
                <a:gd name="csX133" fmla="*/ 120388 w 257973"/>
                <a:gd name="csY133" fmla="*/ 323901 h 544133"/>
                <a:gd name="csX134" fmla="*/ 118955 w 257973"/>
                <a:gd name="csY134" fmla="*/ 327245 h 544133"/>
                <a:gd name="csX135" fmla="*/ 118955 w 257973"/>
                <a:gd name="csY135" fmla="*/ 330111 h 544133"/>
                <a:gd name="csX136" fmla="*/ 119432 w 257973"/>
                <a:gd name="csY136" fmla="*/ 331544 h 544133"/>
                <a:gd name="csX137" fmla="*/ 118955 w 257973"/>
                <a:gd name="csY137" fmla="*/ 334411 h 544133"/>
                <a:gd name="csX138" fmla="*/ 119910 w 257973"/>
                <a:gd name="csY138" fmla="*/ 335366 h 544133"/>
                <a:gd name="csX139" fmla="*/ 120388 w 257973"/>
                <a:gd name="csY139" fmla="*/ 337277 h 544133"/>
                <a:gd name="csX140" fmla="*/ 119432 w 257973"/>
                <a:gd name="csY140" fmla="*/ 338710 h 544133"/>
                <a:gd name="csX141" fmla="*/ 119910 w 257973"/>
                <a:gd name="csY141" fmla="*/ 339666 h 544133"/>
                <a:gd name="csX142" fmla="*/ 119910 w 257973"/>
                <a:gd name="csY142" fmla="*/ 343487 h 544133"/>
                <a:gd name="csX143" fmla="*/ 120388 w 257973"/>
                <a:gd name="csY143" fmla="*/ 349698 h 544133"/>
                <a:gd name="csX144" fmla="*/ 120388 w 257973"/>
                <a:gd name="csY144" fmla="*/ 350653 h 544133"/>
                <a:gd name="csX145" fmla="*/ 121821 w 257973"/>
                <a:gd name="csY145" fmla="*/ 355908 h 544133"/>
                <a:gd name="csX146" fmla="*/ 121343 w 257973"/>
                <a:gd name="csY146" fmla="*/ 357819 h 544133"/>
                <a:gd name="csX147" fmla="*/ 121343 w 257973"/>
                <a:gd name="csY147" fmla="*/ 360208 h 544133"/>
                <a:gd name="csX148" fmla="*/ 123254 w 257973"/>
                <a:gd name="csY148" fmla="*/ 362119 h 544133"/>
                <a:gd name="csX149" fmla="*/ 125165 w 257973"/>
                <a:gd name="csY149" fmla="*/ 362119 h 544133"/>
                <a:gd name="csX150" fmla="*/ 127076 w 257973"/>
                <a:gd name="csY150" fmla="*/ 362119 h 544133"/>
                <a:gd name="csX151" fmla="*/ 128031 w 257973"/>
                <a:gd name="csY151" fmla="*/ 363074 h 544133"/>
                <a:gd name="csX152" fmla="*/ 128987 w 257973"/>
                <a:gd name="csY152" fmla="*/ 364508 h 544133"/>
                <a:gd name="csX153" fmla="*/ 129465 w 257973"/>
                <a:gd name="csY153" fmla="*/ 366418 h 544133"/>
                <a:gd name="csX154" fmla="*/ 130898 w 257973"/>
                <a:gd name="csY154" fmla="*/ 365941 h 544133"/>
                <a:gd name="csX155" fmla="*/ 133287 w 257973"/>
                <a:gd name="csY155" fmla="*/ 364508 h 544133"/>
                <a:gd name="csX156" fmla="*/ 135197 w 257973"/>
                <a:gd name="csY156" fmla="*/ 364030 h 544133"/>
                <a:gd name="csX157" fmla="*/ 136153 w 257973"/>
                <a:gd name="csY157" fmla="*/ 366896 h 544133"/>
                <a:gd name="csX158" fmla="*/ 139497 w 257973"/>
                <a:gd name="csY158" fmla="*/ 370718 h 544133"/>
                <a:gd name="csX159" fmla="*/ 140930 w 257973"/>
                <a:gd name="csY159" fmla="*/ 372629 h 544133"/>
                <a:gd name="csX160" fmla="*/ 143797 w 257973"/>
                <a:gd name="csY160" fmla="*/ 373584 h 544133"/>
                <a:gd name="csX161" fmla="*/ 147141 w 257973"/>
                <a:gd name="csY161" fmla="*/ 376451 h 544133"/>
                <a:gd name="csX162" fmla="*/ 146663 w 257973"/>
                <a:gd name="csY162" fmla="*/ 380273 h 544133"/>
                <a:gd name="csX163" fmla="*/ 148096 w 257973"/>
                <a:gd name="csY163" fmla="*/ 381706 h 544133"/>
                <a:gd name="csX164" fmla="*/ 151440 w 257973"/>
                <a:gd name="csY164" fmla="*/ 383139 h 544133"/>
                <a:gd name="csX165" fmla="*/ 152873 w 257973"/>
                <a:gd name="csY165" fmla="*/ 385050 h 544133"/>
                <a:gd name="csX166" fmla="*/ 153351 w 257973"/>
                <a:gd name="csY166" fmla="*/ 386483 h 544133"/>
                <a:gd name="csX167" fmla="*/ 154784 w 257973"/>
                <a:gd name="csY167" fmla="*/ 387916 h 544133"/>
                <a:gd name="csX168" fmla="*/ 155740 w 257973"/>
                <a:gd name="csY168" fmla="*/ 392216 h 544133"/>
                <a:gd name="csX169" fmla="*/ 155262 w 257973"/>
                <a:gd name="csY169" fmla="*/ 394605 h 544133"/>
                <a:gd name="csX170" fmla="*/ 153829 w 257973"/>
                <a:gd name="csY170" fmla="*/ 395560 h 544133"/>
                <a:gd name="csX171" fmla="*/ 150485 w 257973"/>
                <a:gd name="csY171" fmla="*/ 398426 h 544133"/>
                <a:gd name="csX172" fmla="*/ 148574 w 257973"/>
                <a:gd name="csY172" fmla="*/ 400337 h 544133"/>
                <a:gd name="csX173" fmla="*/ 147619 w 257973"/>
                <a:gd name="csY173" fmla="*/ 401771 h 544133"/>
                <a:gd name="csX174" fmla="*/ 143797 w 257973"/>
                <a:gd name="csY174" fmla="*/ 404159 h 544133"/>
                <a:gd name="csX175" fmla="*/ 142841 w 257973"/>
                <a:gd name="csY175" fmla="*/ 404637 h 544133"/>
                <a:gd name="csX176" fmla="*/ 141408 w 257973"/>
                <a:gd name="csY176" fmla="*/ 406070 h 544133"/>
                <a:gd name="csX177" fmla="*/ 140453 w 257973"/>
                <a:gd name="csY177" fmla="*/ 406548 h 544133"/>
                <a:gd name="csX178" fmla="*/ 139497 w 257973"/>
                <a:gd name="csY178" fmla="*/ 406548 h 544133"/>
                <a:gd name="csX179" fmla="*/ 135197 w 257973"/>
                <a:gd name="csY179" fmla="*/ 408936 h 544133"/>
                <a:gd name="csX180" fmla="*/ 132809 w 257973"/>
                <a:gd name="csY180" fmla="*/ 407981 h 544133"/>
                <a:gd name="csX181" fmla="*/ 131376 w 257973"/>
                <a:gd name="csY181" fmla="*/ 407025 h 544133"/>
                <a:gd name="csX182" fmla="*/ 132331 w 257973"/>
                <a:gd name="csY182" fmla="*/ 401771 h 544133"/>
                <a:gd name="csX183" fmla="*/ 131854 w 257973"/>
                <a:gd name="csY183" fmla="*/ 400337 h 544133"/>
                <a:gd name="csX184" fmla="*/ 131376 w 257973"/>
                <a:gd name="csY184" fmla="*/ 399382 h 544133"/>
                <a:gd name="csX185" fmla="*/ 129465 w 257973"/>
                <a:gd name="csY185" fmla="*/ 400337 h 544133"/>
                <a:gd name="csX186" fmla="*/ 129942 w 257973"/>
                <a:gd name="csY186" fmla="*/ 402248 h 544133"/>
                <a:gd name="csX187" fmla="*/ 126598 w 257973"/>
                <a:gd name="csY187" fmla="*/ 402248 h 544133"/>
                <a:gd name="csX188" fmla="*/ 124210 w 257973"/>
                <a:gd name="csY188" fmla="*/ 400815 h 544133"/>
                <a:gd name="csX189" fmla="*/ 123732 w 257973"/>
                <a:gd name="csY189" fmla="*/ 404159 h 544133"/>
                <a:gd name="csX190" fmla="*/ 117522 w 257973"/>
                <a:gd name="csY190" fmla="*/ 401293 h 544133"/>
                <a:gd name="csX191" fmla="*/ 115611 w 257973"/>
                <a:gd name="csY191" fmla="*/ 402248 h 544133"/>
                <a:gd name="csX192" fmla="*/ 113222 w 257973"/>
                <a:gd name="csY192" fmla="*/ 400815 h 544133"/>
                <a:gd name="csX193" fmla="*/ 111311 w 257973"/>
                <a:gd name="csY193" fmla="*/ 402248 h 544133"/>
                <a:gd name="csX194" fmla="*/ 109400 w 257973"/>
                <a:gd name="csY194" fmla="*/ 401771 h 544133"/>
                <a:gd name="csX195" fmla="*/ 107967 w 257973"/>
                <a:gd name="csY195" fmla="*/ 399859 h 544133"/>
                <a:gd name="csX196" fmla="*/ 105578 w 257973"/>
                <a:gd name="csY196" fmla="*/ 403204 h 544133"/>
                <a:gd name="csX197" fmla="*/ 101279 w 257973"/>
                <a:gd name="csY197" fmla="*/ 404159 h 544133"/>
                <a:gd name="csX198" fmla="*/ 97457 w 257973"/>
                <a:gd name="csY198" fmla="*/ 404637 h 544133"/>
                <a:gd name="csX199" fmla="*/ 99368 w 257973"/>
                <a:gd name="csY199" fmla="*/ 405592 h 544133"/>
                <a:gd name="csX200" fmla="*/ 108445 w 257973"/>
                <a:gd name="csY200" fmla="*/ 405592 h 544133"/>
                <a:gd name="csX201" fmla="*/ 111311 w 257973"/>
                <a:gd name="csY201" fmla="*/ 406548 h 544133"/>
                <a:gd name="csX202" fmla="*/ 114655 w 257973"/>
                <a:gd name="csY202" fmla="*/ 405592 h 544133"/>
                <a:gd name="csX203" fmla="*/ 117522 w 257973"/>
                <a:gd name="csY203" fmla="*/ 408459 h 544133"/>
                <a:gd name="csX204" fmla="*/ 119910 w 257973"/>
                <a:gd name="csY204" fmla="*/ 408936 h 544133"/>
                <a:gd name="csX205" fmla="*/ 122299 w 257973"/>
                <a:gd name="csY205" fmla="*/ 411803 h 544133"/>
                <a:gd name="csX206" fmla="*/ 123732 w 257973"/>
                <a:gd name="csY206" fmla="*/ 411325 h 544133"/>
                <a:gd name="csX207" fmla="*/ 125643 w 257973"/>
                <a:gd name="csY207" fmla="*/ 411325 h 544133"/>
                <a:gd name="csX208" fmla="*/ 127554 w 257973"/>
                <a:gd name="csY208" fmla="*/ 412280 h 544133"/>
                <a:gd name="csX209" fmla="*/ 133764 w 257973"/>
                <a:gd name="csY209" fmla="*/ 412280 h 544133"/>
                <a:gd name="csX210" fmla="*/ 135675 w 257973"/>
                <a:gd name="csY210" fmla="*/ 409892 h 544133"/>
                <a:gd name="csX211" fmla="*/ 138542 w 257973"/>
                <a:gd name="csY211" fmla="*/ 410370 h 544133"/>
                <a:gd name="csX212" fmla="*/ 140453 w 257973"/>
                <a:gd name="csY212" fmla="*/ 409892 h 544133"/>
                <a:gd name="csX213" fmla="*/ 141408 w 257973"/>
                <a:gd name="csY213" fmla="*/ 408459 h 544133"/>
                <a:gd name="csX214" fmla="*/ 142841 w 257973"/>
                <a:gd name="csY214" fmla="*/ 408459 h 544133"/>
                <a:gd name="csX215" fmla="*/ 143797 w 257973"/>
                <a:gd name="csY215" fmla="*/ 408459 h 544133"/>
                <a:gd name="csX216" fmla="*/ 145230 w 257973"/>
                <a:gd name="csY216" fmla="*/ 407503 h 544133"/>
                <a:gd name="csX217" fmla="*/ 146185 w 257973"/>
                <a:gd name="csY217" fmla="*/ 407025 h 544133"/>
                <a:gd name="csX218" fmla="*/ 147141 w 257973"/>
                <a:gd name="csY218" fmla="*/ 407503 h 544133"/>
                <a:gd name="csX219" fmla="*/ 148096 w 257973"/>
                <a:gd name="csY219" fmla="*/ 409892 h 544133"/>
                <a:gd name="csX220" fmla="*/ 145707 w 257973"/>
                <a:gd name="csY220" fmla="*/ 411325 h 544133"/>
                <a:gd name="csX221" fmla="*/ 144274 w 257973"/>
                <a:gd name="csY221" fmla="*/ 411325 h 544133"/>
                <a:gd name="csX222" fmla="*/ 143319 w 257973"/>
                <a:gd name="csY222" fmla="*/ 415147 h 544133"/>
                <a:gd name="csX223" fmla="*/ 142363 w 257973"/>
                <a:gd name="csY223" fmla="*/ 417058 h 544133"/>
                <a:gd name="csX224" fmla="*/ 141886 w 257973"/>
                <a:gd name="csY224" fmla="*/ 418013 h 544133"/>
                <a:gd name="csX225" fmla="*/ 138064 w 257973"/>
                <a:gd name="csY225" fmla="*/ 419446 h 544133"/>
                <a:gd name="csX226" fmla="*/ 135675 w 257973"/>
                <a:gd name="csY226" fmla="*/ 421357 h 544133"/>
                <a:gd name="csX227" fmla="*/ 132809 w 257973"/>
                <a:gd name="csY227" fmla="*/ 423268 h 544133"/>
                <a:gd name="csX228" fmla="*/ 131376 w 257973"/>
                <a:gd name="csY228" fmla="*/ 422791 h 544133"/>
                <a:gd name="csX229" fmla="*/ 129465 w 257973"/>
                <a:gd name="csY229" fmla="*/ 424701 h 544133"/>
                <a:gd name="csX230" fmla="*/ 125165 w 257973"/>
                <a:gd name="csY230" fmla="*/ 426612 h 544133"/>
                <a:gd name="csX231" fmla="*/ 123254 w 257973"/>
                <a:gd name="csY231" fmla="*/ 429479 h 544133"/>
                <a:gd name="csX232" fmla="*/ 118477 w 257973"/>
                <a:gd name="csY232" fmla="*/ 431867 h 544133"/>
                <a:gd name="csX233" fmla="*/ 115611 w 257973"/>
                <a:gd name="csY233" fmla="*/ 433778 h 544133"/>
                <a:gd name="csX234" fmla="*/ 108922 w 257973"/>
                <a:gd name="csY234" fmla="*/ 433778 h 544133"/>
                <a:gd name="csX235" fmla="*/ 102712 w 257973"/>
                <a:gd name="csY235" fmla="*/ 433301 h 544133"/>
                <a:gd name="csX236" fmla="*/ 100801 w 257973"/>
                <a:gd name="csY236" fmla="*/ 434256 h 544133"/>
                <a:gd name="csX237" fmla="*/ 102712 w 257973"/>
                <a:gd name="csY237" fmla="*/ 434734 h 544133"/>
                <a:gd name="csX238" fmla="*/ 104145 w 257973"/>
                <a:gd name="csY238" fmla="*/ 435689 h 544133"/>
                <a:gd name="csX239" fmla="*/ 106056 w 257973"/>
                <a:gd name="csY239" fmla="*/ 435212 h 544133"/>
                <a:gd name="csX240" fmla="*/ 109878 w 257973"/>
                <a:gd name="csY240" fmla="*/ 435689 h 544133"/>
                <a:gd name="csX241" fmla="*/ 111789 w 257973"/>
                <a:gd name="csY241" fmla="*/ 436167 h 544133"/>
                <a:gd name="csX242" fmla="*/ 114655 w 257973"/>
                <a:gd name="csY242" fmla="*/ 439511 h 544133"/>
                <a:gd name="csX243" fmla="*/ 112744 w 257973"/>
                <a:gd name="csY243" fmla="*/ 440466 h 544133"/>
                <a:gd name="csX244" fmla="*/ 109400 w 257973"/>
                <a:gd name="csY244" fmla="*/ 441422 h 544133"/>
                <a:gd name="csX245" fmla="*/ 110833 w 257973"/>
                <a:gd name="csY245" fmla="*/ 446199 h 544133"/>
                <a:gd name="csX246" fmla="*/ 111789 w 257973"/>
                <a:gd name="csY246" fmla="*/ 449066 h 544133"/>
                <a:gd name="csX247" fmla="*/ 110356 w 257973"/>
                <a:gd name="csY247" fmla="*/ 450977 h 544133"/>
                <a:gd name="csX248" fmla="*/ 110356 w 257973"/>
                <a:gd name="csY248" fmla="*/ 459098 h 544133"/>
                <a:gd name="csX249" fmla="*/ 108445 w 257973"/>
                <a:gd name="csY249" fmla="*/ 459576 h 544133"/>
                <a:gd name="csX250" fmla="*/ 107489 w 257973"/>
                <a:gd name="csY250" fmla="*/ 462920 h 544133"/>
                <a:gd name="csX251" fmla="*/ 107967 w 257973"/>
                <a:gd name="csY251" fmla="*/ 464353 h 544133"/>
                <a:gd name="csX252" fmla="*/ 107967 w 257973"/>
                <a:gd name="csY252" fmla="*/ 468653 h 544133"/>
                <a:gd name="csX253" fmla="*/ 108445 w 257973"/>
                <a:gd name="csY253" fmla="*/ 471041 h 544133"/>
                <a:gd name="csX254" fmla="*/ 109400 w 257973"/>
                <a:gd name="csY254" fmla="*/ 473430 h 544133"/>
                <a:gd name="csX255" fmla="*/ 108922 w 257973"/>
                <a:gd name="csY255" fmla="*/ 475819 h 544133"/>
                <a:gd name="csX256" fmla="*/ 106056 w 257973"/>
                <a:gd name="csY256" fmla="*/ 481551 h 544133"/>
                <a:gd name="csX257" fmla="*/ 106056 w 257973"/>
                <a:gd name="csY257" fmla="*/ 483940 h 544133"/>
                <a:gd name="csX258" fmla="*/ 106534 w 257973"/>
                <a:gd name="csY258" fmla="*/ 485373 h 544133"/>
                <a:gd name="csX259" fmla="*/ 107012 w 257973"/>
                <a:gd name="csY259" fmla="*/ 487762 h 544133"/>
                <a:gd name="csX260" fmla="*/ 105578 w 257973"/>
                <a:gd name="csY260" fmla="*/ 492539 h 544133"/>
                <a:gd name="csX261" fmla="*/ 104623 w 257973"/>
                <a:gd name="csY261" fmla="*/ 496361 h 544133"/>
                <a:gd name="csX262" fmla="*/ 103190 w 257973"/>
                <a:gd name="csY262" fmla="*/ 499705 h 544133"/>
                <a:gd name="csX263" fmla="*/ 100801 w 257973"/>
                <a:gd name="csY263" fmla="*/ 504005 h 544133"/>
                <a:gd name="csX264" fmla="*/ 99368 w 257973"/>
                <a:gd name="csY264" fmla="*/ 506871 h 544133"/>
                <a:gd name="csX265" fmla="*/ 96501 w 257973"/>
                <a:gd name="csY265" fmla="*/ 515948 h 544133"/>
                <a:gd name="csX266" fmla="*/ 94590 w 257973"/>
                <a:gd name="csY266" fmla="*/ 517859 h 544133"/>
                <a:gd name="csX267" fmla="*/ 93157 w 257973"/>
                <a:gd name="csY267" fmla="*/ 518814 h 544133"/>
                <a:gd name="csX268" fmla="*/ 90769 w 257973"/>
                <a:gd name="csY268" fmla="*/ 517859 h 544133"/>
                <a:gd name="csX269" fmla="*/ 88858 w 257973"/>
                <a:gd name="csY269" fmla="*/ 516903 h 544133"/>
                <a:gd name="csX270" fmla="*/ 86469 w 257973"/>
                <a:gd name="csY270" fmla="*/ 517381 h 544133"/>
                <a:gd name="csX271" fmla="*/ 83125 w 257973"/>
                <a:gd name="csY271" fmla="*/ 518336 h 544133"/>
                <a:gd name="csX272" fmla="*/ 77392 w 257973"/>
                <a:gd name="csY272" fmla="*/ 517381 h 544133"/>
                <a:gd name="csX273" fmla="*/ 72137 w 257973"/>
                <a:gd name="csY273" fmla="*/ 517859 h 544133"/>
                <a:gd name="csX274" fmla="*/ 70704 w 257973"/>
                <a:gd name="csY274" fmla="*/ 518814 h 544133"/>
                <a:gd name="csX275" fmla="*/ 71659 w 257973"/>
                <a:gd name="csY275" fmla="*/ 522158 h 544133"/>
                <a:gd name="csX276" fmla="*/ 69749 w 257973"/>
                <a:gd name="csY276" fmla="*/ 522636 h 544133"/>
                <a:gd name="csX277" fmla="*/ 67838 w 257973"/>
                <a:gd name="csY277" fmla="*/ 521680 h 544133"/>
                <a:gd name="csX278" fmla="*/ 65927 w 257973"/>
                <a:gd name="csY278" fmla="*/ 522636 h 544133"/>
                <a:gd name="csX279" fmla="*/ 64493 w 257973"/>
                <a:gd name="csY279" fmla="*/ 524069 h 544133"/>
                <a:gd name="csX280" fmla="*/ 62105 w 257973"/>
                <a:gd name="csY280" fmla="*/ 526936 h 544133"/>
                <a:gd name="csX281" fmla="*/ 61149 w 257973"/>
                <a:gd name="csY281" fmla="*/ 528369 h 544133"/>
                <a:gd name="csX282" fmla="*/ 60672 w 257973"/>
                <a:gd name="csY282" fmla="*/ 531713 h 544133"/>
                <a:gd name="csX283" fmla="*/ 62105 w 257973"/>
                <a:gd name="csY283" fmla="*/ 535057 h 544133"/>
                <a:gd name="csX284" fmla="*/ 63538 w 257973"/>
                <a:gd name="csY284" fmla="*/ 538401 h 544133"/>
                <a:gd name="csX285" fmla="*/ 60194 w 257973"/>
                <a:gd name="csY285" fmla="*/ 542701 h 544133"/>
                <a:gd name="csX286" fmla="*/ 58283 w 257973"/>
                <a:gd name="csY286" fmla="*/ 542701 h 544133"/>
                <a:gd name="csX287" fmla="*/ 53028 w 257973"/>
                <a:gd name="csY287" fmla="*/ 541745 h 544133"/>
                <a:gd name="csX288" fmla="*/ 43474 w 257973"/>
                <a:gd name="csY288" fmla="*/ 544134 h 544133"/>
                <a:gd name="csX289" fmla="*/ 34874 w 257973"/>
                <a:gd name="csY289" fmla="*/ 542223 h 544133"/>
                <a:gd name="csX290" fmla="*/ 35830 w 257973"/>
                <a:gd name="csY290" fmla="*/ 539834 h 544133"/>
                <a:gd name="csX291" fmla="*/ 35830 w 257973"/>
                <a:gd name="csY291" fmla="*/ 537923 h 544133"/>
                <a:gd name="csX292" fmla="*/ 36308 w 257973"/>
                <a:gd name="csY292" fmla="*/ 535535 h 544133"/>
                <a:gd name="csX293" fmla="*/ 36308 w 257973"/>
                <a:gd name="csY293" fmla="*/ 533146 h 544133"/>
                <a:gd name="csX294" fmla="*/ 36308 w 257973"/>
                <a:gd name="csY294" fmla="*/ 531235 h 544133"/>
                <a:gd name="csX295" fmla="*/ 35830 w 257973"/>
                <a:gd name="csY295" fmla="*/ 529324 h 544133"/>
                <a:gd name="csX296" fmla="*/ 33441 w 257973"/>
                <a:gd name="csY296" fmla="*/ 526936 h 544133"/>
                <a:gd name="csX297" fmla="*/ 28664 w 257973"/>
                <a:gd name="csY297" fmla="*/ 518814 h 544133"/>
                <a:gd name="csX298" fmla="*/ 27231 w 257973"/>
                <a:gd name="csY298" fmla="*/ 514992 h 544133"/>
                <a:gd name="csX299" fmla="*/ 26275 w 257973"/>
                <a:gd name="csY299" fmla="*/ 513559 h 544133"/>
                <a:gd name="csX300" fmla="*/ 27231 w 257973"/>
                <a:gd name="csY300" fmla="*/ 513559 h 544133"/>
                <a:gd name="csX301" fmla="*/ 31052 w 257973"/>
                <a:gd name="csY301" fmla="*/ 515470 h 544133"/>
                <a:gd name="csX302" fmla="*/ 32008 w 257973"/>
                <a:gd name="csY302" fmla="*/ 514992 h 544133"/>
                <a:gd name="csX303" fmla="*/ 32963 w 257973"/>
                <a:gd name="csY303" fmla="*/ 514515 h 544133"/>
                <a:gd name="csX304" fmla="*/ 32008 w 257973"/>
                <a:gd name="csY304" fmla="*/ 511648 h 544133"/>
                <a:gd name="csX305" fmla="*/ 30575 w 257973"/>
                <a:gd name="csY305" fmla="*/ 510693 h 544133"/>
                <a:gd name="csX306" fmla="*/ 30097 w 257973"/>
                <a:gd name="csY306" fmla="*/ 508782 h 544133"/>
                <a:gd name="csX307" fmla="*/ 32486 w 257973"/>
                <a:gd name="csY307" fmla="*/ 508304 h 544133"/>
                <a:gd name="csX308" fmla="*/ 33919 w 257973"/>
                <a:gd name="csY308" fmla="*/ 508304 h 544133"/>
                <a:gd name="csX309" fmla="*/ 35352 w 257973"/>
                <a:gd name="csY309" fmla="*/ 506393 h 544133"/>
                <a:gd name="csX310" fmla="*/ 34397 w 257973"/>
                <a:gd name="csY310" fmla="*/ 503049 h 544133"/>
                <a:gd name="csX311" fmla="*/ 32963 w 257973"/>
                <a:gd name="csY311" fmla="*/ 502094 h 544133"/>
                <a:gd name="csX312" fmla="*/ 31530 w 257973"/>
                <a:gd name="csY312" fmla="*/ 501616 h 544133"/>
                <a:gd name="csX313" fmla="*/ 28186 w 257973"/>
                <a:gd name="csY313" fmla="*/ 495883 h 544133"/>
                <a:gd name="csX314" fmla="*/ 25320 w 257973"/>
                <a:gd name="csY314" fmla="*/ 493494 h 544133"/>
                <a:gd name="csX315" fmla="*/ 20065 w 257973"/>
                <a:gd name="csY315" fmla="*/ 482507 h 544133"/>
                <a:gd name="csX316" fmla="*/ 18154 w 257973"/>
                <a:gd name="csY316" fmla="*/ 475341 h 544133"/>
                <a:gd name="csX317" fmla="*/ 16243 w 257973"/>
                <a:gd name="csY317" fmla="*/ 475819 h 544133"/>
                <a:gd name="csX318" fmla="*/ 15287 w 257973"/>
                <a:gd name="csY318" fmla="*/ 472474 h 544133"/>
                <a:gd name="csX319" fmla="*/ 14810 w 257973"/>
                <a:gd name="csY319" fmla="*/ 469608 h 544133"/>
                <a:gd name="csX320" fmla="*/ 14810 w 257973"/>
                <a:gd name="csY320" fmla="*/ 467219 h 544133"/>
                <a:gd name="csX321" fmla="*/ 11943 w 257973"/>
                <a:gd name="csY321" fmla="*/ 466264 h 544133"/>
                <a:gd name="csX322" fmla="*/ 11466 w 257973"/>
                <a:gd name="csY322" fmla="*/ 464353 h 544133"/>
                <a:gd name="csX323" fmla="*/ 10988 w 257973"/>
                <a:gd name="csY323" fmla="*/ 457187 h 544133"/>
                <a:gd name="csX324" fmla="*/ 8121 w 257973"/>
                <a:gd name="csY324" fmla="*/ 456232 h 544133"/>
                <a:gd name="csX325" fmla="*/ 6210 w 257973"/>
                <a:gd name="csY325" fmla="*/ 452410 h 544133"/>
                <a:gd name="csX326" fmla="*/ 5733 w 257973"/>
                <a:gd name="csY326" fmla="*/ 444766 h 544133"/>
                <a:gd name="csX327" fmla="*/ 3822 w 257973"/>
                <a:gd name="csY327" fmla="*/ 443333 h 544133"/>
                <a:gd name="csX328" fmla="*/ 1911 w 257973"/>
                <a:gd name="csY328" fmla="*/ 443811 h 544133"/>
                <a:gd name="csX329" fmla="*/ 2389 w 257973"/>
                <a:gd name="csY329" fmla="*/ 441900 h 544133"/>
                <a:gd name="csX330" fmla="*/ 2867 w 257973"/>
                <a:gd name="csY330" fmla="*/ 439989 h 544133"/>
                <a:gd name="csX331" fmla="*/ 1911 w 257973"/>
                <a:gd name="csY331" fmla="*/ 432823 h 544133"/>
                <a:gd name="csX332" fmla="*/ 1433 w 257973"/>
                <a:gd name="csY332" fmla="*/ 426135 h 544133"/>
                <a:gd name="csX333" fmla="*/ 478 w 257973"/>
                <a:gd name="csY333" fmla="*/ 424224 h 544133"/>
                <a:gd name="csX334" fmla="*/ 0 w 257973"/>
                <a:gd name="csY334" fmla="*/ 421835 h 544133"/>
                <a:gd name="csX335" fmla="*/ 478 w 257973"/>
                <a:gd name="csY335" fmla="*/ 419924 h 544133"/>
                <a:gd name="csX336" fmla="*/ 956 w 257973"/>
                <a:gd name="csY336" fmla="*/ 418969 h 544133"/>
                <a:gd name="csX337" fmla="*/ 2867 w 257973"/>
                <a:gd name="csY337" fmla="*/ 418491 h 544133"/>
                <a:gd name="csX338" fmla="*/ 4777 w 257973"/>
                <a:gd name="csY338" fmla="*/ 420402 h 544133"/>
                <a:gd name="csX339" fmla="*/ 6688 w 257973"/>
                <a:gd name="csY339" fmla="*/ 424701 h 544133"/>
                <a:gd name="csX340" fmla="*/ 8121 w 257973"/>
                <a:gd name="csY340" fmla="*/ 425657 h 544133"/>
                <a:gd name="csX341" fmla="*/ 8121 w 257973"/>
                <a:gd name="csY341" fmla="*/ 425179 h 544133"/>
                <a:gd name="csX342" fmla="*/ 10032 w 257973"/>
                <a:gd name="csY342" fmla="*/ 424224 h 544133"/>
                <a:gd name="csX343" fmla="*/ 10032 w 257973"/>
                <a:gd name="csY343" fmla="*/ 424224 h 544133"/>
                <a:gd name="csX344" fmla="*/ 11466 w 257973"/>
                <a:gd name="csY344" fmla="*/ 420880 h 544133"/>
                <a:gd name="csX345" fmla="*/ 12421 w 257973"/>
                <a:gd name="csY345" fmla="*/ 416102 h 544133"/>
                <a:gd name="csX346" fmla="*/ 13376 w 257973"/>
                <a:gd name="csY346" fmla="*/ 411325 h 544133"/>
                <a:gd name="csX347" fmla="*/ 11943 w 257973"/>
                <a:gd name="csY347" fmla="*/ 406548 h 544133"/>
                <a:gd name="csX348" fmla="*/ 10988 w 257973"/>
                <a:gd name="csY348" fmla="*/ 401771 h 544133"/>
                <a:gd name="csX349" fmla="*/ 10988 w 257973"/>
                <a:gd name="csY349" fmla="*/ 400815 h 544133"/>
                <a:gd name="csX350" fmla="*/ 13854 w 257973"/>
                <a:gd name="csY350" fmla="*/ 396993 h 544133"/>
                <a:gd name="csX351" fmla="*/ 14810 w 257973"/>
                <a:gd name="csY351" fmla="*/ 393649 h 544133"/>
                <a:gd name="csX352" fmla="*/ 15765 w 257973"/>
                <a:gd name="csY352" fmla="*/ 390783 h 544133"/>
                <a:gd name="csX353" fmla="*/ 16721 w 257973"/>
                <a:gd name="csY353" fmla="*/ 389827 h 544133"/>
                <a:gd name="csX354" fmla="*/ 18632 w 257973"/>
                <a:gd name="csY354" fmla="*/ 389350 h 544133"/>
                <a:gd name="csX355" fmla="*/ 20542 w 257973"/>
                <a:gd name="csY355" fmla="*/ 388872 h 544133"/>
                <a:gd name="csX356" fmla="*/ 22931 w 257973"/>
                <a:gd name="csY356" fmla="*/ 386961 h 544133"/>
                <a:gd name="csX357" fmla="*/ 22931 w 257973"/>
                <a:gd name="csY357" fmla="*/ 386961 h 544133"/>
                <a:gd name="csX358" fmla="*/ 25320 w 257973"/>
                <a:gd name="csY358" fmla="*/ 384572 h 544133"/>
                <a:gd name="csX359" fmla="*/ 26753 w 257973"/>
                <a:gd name="csY359" fmla="*/ 382184 h 544133"/>
                <a:gd name="csX360" fmla="*/ 27231 w 257973"/>
                <a:gd name="csY360" fmla="*/ 376929 h 544133"/>
                <a:gd name="csX361" fmla="*/ 27231 w 257973"/>
                <a:gd name="csY361" fmla="*/ 374540 h 544133"/>
                <a:gd name="csX362" fmla="*/ 28186 w 257973"/>
                <a:gd name="csY362" fmla="*/ 373107 h 544133"/>
                <a:gd name="csX363" fmla="*/ 28664 w 257973"/>
                <a:gd name="csY363" fmla="*/ 369285 h 544133"/>
                <a:gd name="csX364" fmla="*/ 28186 w 257973"/>
                <a:gd name="csY364" fmla="*/ 365941 h 544133"/>
                <a:gd name="csX365" fmla="*/ 25798 w 257973"/>
                <a:gd name="csY365" fmla="*/ 360686 h 544133"/>
                <a:gd name="csX366" fmla="*/ 23409 w 257973"/>
                <a:gd name="csY366" fmla="*/ 353042 h 544133"/>
                <a:gd name="csX367" fmla="*/ 22931 w 257973"/>
                <a:gd name="csY367" fmla="*/ 348743 h 544133"/>
                <a:gd name="csX368" fmla="*/ 23886 w 257973"/>
                <a:gd name="csY368" fmla="*/ 348265 h 544133"/>
                <a:gd name="csX369" fmla="*/ 26275 w 257973"/>
                <a:gd name="csY369" fmla="*/ 347309 h 544133"/>
                <a:gd name="csX370" fmla="*/ 30097 w 257973"/>
                <a:gd name="csY370" fmla="*/ 347309 h 544133"/>
                <a:gd name="csX371" fmla="*/ 30575 w 257973"/>
                <a:gd name="csY371" fmla="*/ 347309 h 544133"/>
                <a:gd name="csX372" fmla="*/ 30575 w 257973"/>
                <a:gd name="csY372" fmla="*/ 347309 h 544133"/>
                <a:gd name="csX373" fmla="*/ 31052 w 257973"/>
                <a:gd name="csY373" fmla="*/ 346832 h 544133"/>
                <a:gd name="csX374" fmla="*/ 31530 w 257973"/>
                <a:gd name="csY374" fmla="*/ 344921 h 544133"/>
                <a:gd name="csX375" fmla="*/ 32486 w 257973"/>
                <a:gd name="csY375" fmla="*/ 342532 h 544133"/>
                <a:gd name="csX376" fmla="*/ 33441 w 257973"/>
                <a:gd name="csY376" fmla="*/ 340621 h 544133"/>
                <a:gd name="csX377" fmla="*/ 34397 w 257973"/>
                <a:gd name="csY377" fmla="*/ 338232 h 544133"/>
                <a:gd name="csX378" fmla="*/ 34397 w 257973"/>
                <a:gd name="csY378" fmla="*/ 335844 h 544133"/>
                <a:gd name="csX379" fmla="*/ 32008 w 257973"/>
                <a:gd name="csY379" fmla="*/ 332022 h 544133"/>
                <a:gd name="csX380" fmla="*/ 29142 w 257973"/>
                <a:gd name="csY380" fmla="*/ 328678 h 544133"/>
                <a:gd name="csX381" fmla="*/ 26753 w 257973"/>
                <a:gd name="csY381" fmla="*/ 327245 h 544133"/>
                <a:gd name="csX382" fmla="*/ 26753 w 257973"/>
                <a:gd name="csY382" fmla="*/ 327245 h 544133"/>
                <a:gd name="csX383" fmla="*/ 22931 w 257973"/>
                <a:gd name="csY383" fmla="*/ 324378 h 544133"/>
                <a:gd name="csX384" fmla="*/ 20065 w 257973"/>
                <a:gd name="csY384" fmla="*/ 321512 h 544133"/>
                <a:gd name="csX385" fmla="*/ 21976 w 257973"/>
                <a:gd name="csY385" fmla="*/ 311957 h 544133"/>
                <a:gd name="csX386" fmla="*/ 22931 w 257973"/>
                <a:gd name="csY386" fmla="*/ 304314 h 544133"/>
                <a:gd name="csX387" fmla="*/ 22931 w 257973"/>
                <a:gd name="csY387" fmla="*/ 302403 h 544133"/>
                <a:gd name="csX388" fmla="*/ 22931 w 257973"/>
                <a:gd name="csY388" fmla="*/ 300014 h 544133"/>
                <a:gd name="csX389" fmla="*/ 19587 w 257973"/>
                <a:gd name="csY389" fmla="*/ 287593 h 544133"/>
                <a:gd name="csX390" fmla="*/ 19587 w 257973"/>
                <a:gd name="csY390" fmla="*/ 285204 h 544133"/>
                <a:gd name="csX391" fmla="*/ 20065 w 257973"/>
                <a:gd name="csY391" fmla="*/ 282816 h 544133"/>
                <a:gd name="csX392" fmla="*/ 19587 w 257973"/>
                <a:gd name="csY392" fmla="*/ 278516 h 544133"/>
                <a:gd name="csX393" fmla="*/ 19109 w 257973"/>
                <a:gd name="csY393" fmla="*/ 274694 h 544133"/>
                <a:gd name="csX394" fmla="*/ 20065 w 257973"/>
                <a:gd name="csY394" fmla="*/ 273739 h 544133"/>
                <a:gd name="csX395" fmla="*/ 20065 w 257973"/>
                <a:gd name="csY395" fmla="*/ 273739 h 544133"/>
                <a:gd name="csX396" fmla="*/ 21498 w 257973"/>
                <a:gd name="csY396" fmla="*/ 271350 h 544133"/>
                <a:gd name="csX397" fmla="*/ 20065 w 257973"/>
                <a:gd name="csY397" fmla="*/ 268006 h 544133"/>
                <a:gd name="csX398" fmla="*/ 20065 w 257973"/>
                <a:gd name="csY398" fmla="*/ 268006 h 544133"/>
                <a:gd name="csX399" fmla="*/ 17198 w 257973"/>
                <a:gd name="csY399" fmla="*/ 259885 h 544133"/>
                <a:gd name="csX400" fmla="*/ 21498 w 257973"/>
                <a:gd name="csY400" fmla="*/ 251763 h 544133"/>
                <a:gd name="csX401" fmla="*/ 20542 w 257973"/>
                <a:gd name="csY401" fmla="*/ 247464 h 544133"/>
                <a:gd name="csX402" fmla="*/ 22931 w 257973"/>
                <a:gd name="csY402" fmla="*/ 244120 h 544133"/>
                <a:gd name="csX403" fmla="*/ 27708 w 257973"/>
                <a:gd name="csY403" fmla="*/ 237431 h 544133"/>
                <a:gd name="csX404" fmla="*/ 27708 w 257973"/>
                <a:gd name="csY404" fmla="*/ 237431 h 544133"/>
                <a:gd name="csX405" fmla="*/ 30097 w 257973"/>
                <a:gd name="csY405" fmla="*/ 233132 h 544133"/>
                <a:gd name="csX406" fmla="*/ 31052 w 257973"/>
                <a:gd name="csY406" fmla="*/ 232654 h 544133"/>
                <a:gd name="csX407" fmla="*/ 32963 w 257973"/>
                <a:gd name="csY407" fmla="*/ 230743 h 544133"/>
                <a:gd name="csX408" fmla="*/ 32963 w 257973"/>
                <a:gd name="csY408" fmla="*/ 230743 h 544133"/>
                <a:gd name="csX409" fmla="*/ 36785 w 257973"/>
                <a:gd name="csY409" fmla="*/ 228832 h 544133"/>
                <a:gd name="csX410" fmla="*/ 41085 w 257973"/>
                <a:gd name="csY410" fmla="*/ 227877 h 544133"/>
                <a:gd name="csX411" fmla="*/ 42996 w 257973"/>
                <a:gd name="csY411" fmla="*/ 227877 h 544133"/>
                <a:gd name="csX412" fmla="*/ 42996 w 257973"/>
                <a:gd name="csY412" fmla="*/ 227877 h 544133"/>
                <a:gd name="csX413" fmla="*/ 50162 w 257973"/>
                <a:gd name="csY413" fmla="*/ 229310 h 544133"/>
                <a:gd name="csX414" fmla="*/ 55894 w 257973"/>
                <a:gd name="csY414" fmla="*/ 230266 h 544133"/>
                <a:gd name="csX415" fmla="*/ 55894 w 257973"/>
                <a:gd name="csY415" fmla="*/ 230266 h 544133"/>
                <a:gd name="csX416" fmla="*/ 56850 w 257973"/>
                <a:gd name="csY416" fmla="*/ 229310 h 544133"/>
                <a:gd name="csX417" fmla="*/ 57805 w 257973"/>
                <a:gd name="csY417" fmla="*/ 226921 h 544133"/>
                <a:gd name="csX418" fmla="*/ 59716 w 257973"/>
                <a:gd name="csY418" fmla="*/ 223577 h 544133"/>
                <a:gd name="csX419" fmla="*/ 59716 w 257973"/>
                <a:gd name="csY419" fmla="*/ 219756 h 544133"/>
                <a:gd name="csX420" fmla="*/ 59239 w 257973"/>
                <a:gd name="csY420" fmla="*/ 214500 h 544133"/>
                <a:gd name="csX421" fmla="*/ 58283 w 257973"/>
                <a:gd name="csY421" fmla="*/ 211156 h 544133"/>
                <a:gd name="csX422" fmla="*/ 54461 w 257973"/>
                <a:gd name="csY422" fmla="*/ 209245 h 544133"/>
                <a:gd name="csX423" fmla="*/ 49684 w 257973"/>
                <a:gd name="csY423" fmla="*/ 206379 h 544133"/>
                <a:gd name="csX424" fmla="*/ 55417 w 257973"/>
                <a:gd name="csY424" fmla="*/ 197302 h 544133"/>
                <a:gd name="csX425" fmla="*/ 55417 w 257973"/>
                <a:gd name="csY425" fmla="*/ 197302 h 544133"/>
                <a:gd name="csX426" fmla="*/ 59239 w 257973"/>
                <a:gd name="csY426" fmla="*/ 191092 h 544133"/>
                <a:gd name="csX427" fmla="*/ 63538 w 257973"/>
                <a:gd name="csY427" fmla="*/ 181059 h 544133"/>
                <a:gd name="csX428" fmla="*/ 65449 w 257973"/>
                <a:gd name="csY428" fmla="*/ 177238 h 544133"/>
                <a:gd name="csX429" fmla="*/ 66405 w 257973"/>
                <a:gd name="csY429" fmla="*/ 175804 h 544133"/>
                <a:gd name="csX430" fmla="*/ 67838 w 257973"/>
                <a:gd name="csY430" fmla="*/ 160517 h 544133"/>
                <a:gd name="csX431" fmla="*/ 68793 w 257973"/>
                <a:gd name="csY431" fmla="*/ 156217 h 544133"/>
                <a:gd name="csX432" fmla="*/ 69271 w 257973"/>
                <a:gd name="csY432" fmla="*/ 153829 h 544133"/>
                <a:gd name="csX433" fmla="*/ 69271 w 257973"/>
                <a:gd name="csY433" fmla="*/ 151440 h 544133"/>
                <a:gd name="csX434" fmla="*/ 68793 w 257973"/>
                <a:gd name="csY434" fmla="*/ 147618 h 544133"/>
                <a:gd name="csX435" fmla="*/ 67360 w 257973"/>
                <a:gd name="csY435" fmla="*/ 139019 h 544133"/>
                <a:gd name="csX436" fmla="*/ 74048 w 257973"/>
                <a:gd name="csY436" fmla="*/ 138064 h 544133"/>
                <a:gd name="csX437" fmla="*/ 75004 w 257973"/>
                <a:gd name="csY437" fmla="*/ 138064 h 544133"/>
                <a:gd name="csX438" fmla="*/ 77392 w 257973"/>
                <a:gd name="csY438" fmla="*/ 137108 h 544133"/>
                <a:gd name="csX439" fmla="*/ 79781 w 257973"/>
                <a:gd name="csY439" fmla="*/ 136153 h 544133"/>
                <a:gd name="csX440" fmla="*/ 84081 w 257973"/>
                <a:gd name="csY440" fmla="*/ 133286 h 544133"/>
                <a:gd name="csX441" fmla="*/ 84081 w 257973"/>
                <a:gd name="csY441" fmla="*/ 133286 h 544133"/>
                <a:gd name="csX442" fmla="*/ 85991 w 257973"/>
                <a:gd name="csY442" fmla="*/ 130898 h 544133"/>
                <a:gd name="csX443" fmla="*/ 85036 w 257973"/>
                <a:gd name="csY443" fmla="*/ 122776 h 544133"/>
                <a:gd name="csX444" fmla="*/ 87902 w 257973"/>
                <a:gd name="csY444" fmla="*/ 119910 h 544133"/>
                <a:gd name="csX445" fmla="*/ 94113 w 257973"/>
                <a:gd name="csY445" fmla="*/ 109878 h 544133"/>
                <a:gd name="csX446" fmla="*/ 101279 w 257973"/>
                <a:gd name="csY446" fmla="*/ 100323 h 544133"/>
                <a:gd name="csX447" fmla="*/ 104623 w 257973"/>
                <a:gd name="csY447" fmla="*/ 96501 h 544133"/>
                <a:gd name="csX448" fmla="*/ 104623 w 257973"/>
                <a:gd name="csY448" fmla="*/ 95068 h 544133"/>
                <a:gd name="csX449" fmla="*/ 105100 w 257973"/>
                <a:gd name="csY449" fmla="*/ 91724 h 544133"/>
                <a:gd name="csX450" fmla="*/ 103667 w 257973"/>
                <a:gd name="csY450" fmla="*/ 87424 h 544133"/>
                <a:gd name="csX451" fmla="*/ 102234 w 257973"/>
                <a:gd name="csY451" fmla="*/ 84558 h 544133"/>
                <a:gd name="csX452" fmla="*/ 98890 w 257973"/>
                <a:gd name="csY452" fmla="*/ 79303 h 544133"/>
                <a:gd name="csX453" fmla="*/ 100323 w 257973"/>
                <a:gd name="csY453" fmla="*/ 75481 h 544133"/>
                <a:gd name="csX454" fmla="*/ 102234 w 257973"/>
                <a:gd name="csY454" fmla="*/ 74526 h 544133"/>
                <a:gd name="csX455" fmla="*/ 102712 w 257973"/>
                <a:gd name="csY455" fmla="*/ 74526 h 544133"/>
                <a:gd name="csX456" fmla="*/ 105578 w 257973"/>
                <a:gd name="csY456" fmla="*/ 73093 h 544133"/>
                <a:gd name="csX457" fmla="*/ 105578 w 257973"/>
                <a:gd name="csY457" fmla="*/ 73093 h 544133"/>
                <a:gd name="csX458" fmla="*/ 107967 w 257973"/>
                <a:gd name="csY458" fmla="*/ 70226 h 544133"/>
                <a:gd name="csX459" fmla="*/ 107967 w 257973"/>
                <a:gd name="csY459" fmla="*/ 69749 h 544133"/>
                <a:gd name="csX460" fmla="*/ 107967 w 257973"/>
                <a:gd name="csY460" fmla="*/ 69749 h 544133"/>
                <a:gd name="csX461" fmla="*/ 111789 w 257973"/>
                <a:gd name="csY461" fmla="*/ 56850 h 544133"/>
                <a:gd name="csX462" fmla="*/ 119432 w 257973"/>
                <a:gd name="csY462" fmla="*/ 50162 h 544133"/>
                <a:gd name="csX463" fmla="*/ 119910 w 257973"/>
                <a:gd name="csY463" fmla="*/ 50162 h 544133"/>
                <a:gd name="csX464" fmla="*/ 122777 w 257973"/>
                <a:gd name="csY464" fmla="*/ 46817 h 544133"/>
                <a:gd name="csX465" fmla="*/ 127554 w 257973"/>
                <a:gd name="csY465" fmla="*/ 49206 h 544133"/>
                <a:gd name="csX466" fmla="*/ 134242 w 257973"/>
                <a:gd name="csY466" fmla="*/ 53506 h 544133"/>
                <a:gd name="csX467" fmla="*/ 134242 w 257973"/>
                <a:gd name="csY467" fmla="*/ 53506 h 544133"/>
                <a:gd name="csX468" fmla="*/ 134242 w 257973"/>
                <a:gd name="csY468" fmla="*/ 53506 h 544133"/>
                <a:gd name="csX469" fmla="*/ 137586 w 257973"/>
                <a:gd name="csY469" fmla="*/ 47295 h 544133"/>
                <a:gd name="csX470" fmla="*/ 138542 w 257973"/>
                <a:gd name="csY470" fmla="*/ 45384 h 544133"/>
                <a:gd name="csX471" fmla="*/ 139497 w 257973"/>
                <a:gd name="csY471" fmla="*/ 42040 h 544133"/>
                <a:gd name="csX472" fmla="*/ 139019 w 257973"/>
                <a:gd name="csY472" fmla="*/ 36307 h 544133"/>
                <a:gd name="csX473" fmla="*/ 139019 w 257973"/>
                <a:gd name="csY473" fmla="*/ 28664 h 544133"/>
                <a:gd name="csX474" fmla="*/ 139497 w 257973"/>
                <a:gd name="csY474" fmla="*/ 25797 h 544133"/>
                <a:gd name="csX475" fmla="*/ 141886 w 257973"/>
                <a:gd name="csY475" fmla="*/ 24364 h 544133"/>
                <a:gd name="csX476" fmla="*/ 143319 w 257973"/>
                <a:gd name="csY476" fmla="*/ 23886 h 544133"/>
                <a:gd name="csX477" fmla="*/ 151440 w 257973"/>
                <a:gd name="csY477" fmla="*/ 27230 h 544133"/>
                <a:gd name="csX478" fmla="*/ 153351 w 257973"/>
                <a:gd name="csY478" fmla="*/ 27230 h 544133"/>
                <a:gd name="csX479" fmla="*/ 156695 w 257973"/>
                <a:gd name="csY479" fmla="*/ 27708 h 544133"/>
                <a:gd name="csX480" fmla="*/ 160995 w 257973"/>
                <a:gd name="csY480" fmla="*/ 28664 h 544133"/>
                <a:gd name="csX481" fmla="*/ 169594 w 257973"/>
                <a:gd name="csY481" fmla="*/ 32486 h 544133"/>
                <a:gd name="csX482" fmla="*/ 172938 w 257973"/>
                <a:gd name="csY482" fmla="*/ 33919 h 544133"/>
                <a:gd name="csX483" fmla="*/ 174849 w 257973"/>
                <a:gd name="csY483" fmla="*/ 34396 h 544133"/>
                <a:gd name="csX484" fmla="*/ 175327 w 257973"/>
                <a:gd name="csY484" fmla="*/ 34396 h 544133"/>
                <a:gd name="csX485" fmla="*/ 175327 w 257973"/>
                <a:gd name="csY485" fmla="*/ 34396 h 544133"/>
                <a:gd name="csX486" fmla="*/ 176760 w 257973"/>
                <a:gd name="csY486" fmla="*/ 32486 h 544133"/>
                <a:gd name="csX487" fmla="*/ 180582 w 257973"/>
                <a:gd name="csY487" fmla="*/ 28186 h 544133"/>
                <a:gd name="csX488" fmla="*/ 175327 w 257973"/>
                <a:gd name="csY488" fmla="*/ 24842 h 544133"/>
                <a:gd name="csX489" fmla="*/ 178671 w 257973"/>
                <a:gd name="csY489" fmla="*/ 21976 h 544133"/>
                <a:gd name="csX490" fmla="*/ 178671 w 257973"/>
                <a:gd name="csY490" fmla="*/ 21976 h 544133"/>
                <a:gd name="csX491" fmla="*/ 180582 w 257973"/>
                <a:gd name="csY491" fmla="*/ 18631 h 544133"/>
                <a:gd name="csX492" fmla="*/ 182015 w 257973"/>
                <a:gd name="csY492" fmla="*/ 14332 h 544133"/>
                <a:gd name="csX493" fmla="*/ 182493 w 257973"/>
                <a:gd name="csY493" fmla="*/ 9555 h 544133"/>
                <a:gd name="csX494" fmla="*/ 182493 w 257973"/>
                <a:gd name="csY494" fmla="*/ 7166 h 544133"/>
                <a:gd name="csX495" fmla="*/ 181537 w 257973"/>
                <a:gd name="csY495" fmla="*/ 5255 h 544133"/>
                <a:gd name="csX496" fmla="*/ 178193 w 257973"/>
                <a:gd name="csY496" fmla="*/ 955 h 544133"/>
                <a:gd name="csX497" fmla="*/ 185359 w 257973"/>
                <a:gd name="csY497" fmla="*/ 478 h 544133"/>
                <a:gd name="csX498" fmla="*/ 187748 w 257973"/>
                <a:gd name="csY498" fmla="*/ 478 h 544133"/>
                <a:gd name="csX499" fmla="*/ 188226 w 257973"/>
                <a:gd name="csY499" fmla="*/ 0 h 544133"/>
                <a:gd name="csX500" fmla="*/ 188226 w 257973"/>
                <a:gd name="csY500" fmla="*/ 478 h 544133"/>
                <a:gd name="csX501" fmla="*/ 193480 w 257973"/>
                <a:gd name="csY501" fmla="*/ 3344 h 544133"/>
                <a:gd name="csX502" fmla="*/ 193480 w 257973"/>
                <a:gd name="csY502" fmla="*/ 3822 h 544133"/>
                <a:gd name="csX503" fmla="*/ 193480 w 257973"/>
                <a:gd name="csY503" fmla="*/ 5255 h 544133"/>
                <a:gd name="csX504" fmla="*/ 193958 w 257973"/>
                <a:gd name="csY504" fmla="*/ 6688 h 544133"/>
                <a:gd name="csX505" fmla="*/ 193958 w 257973"/>
                <a:gd name="csY505" fmla="*/ 6688 h 544133"/>
                <a:gd name="csX506" fmla="*/ 199213 w 257973"/>
                <a:gd name="csY506" fmla="*/ 10510 h 544133"/>
                <a:gd name="csX507" fmla="*/ 200646 w 257973"/>
                <a:gd name="csY507" fmla="*/ 12899 h 544133"/>
                <a:gd name="csX508" fmla="*/ 203991 w 257973"/>
                <a:gd name="csY508" fmla="*/ 15765 h 544133"/>
                <a:gd name="csX509" fmla="*/ 203991 w 257973"/>
                <a:gd name="csY509" fmla="*/ 16243 h 544133"/>
                <a:gd name="csX510" fmla="*/ 204946 w 257973"/>
                <a:gd name="csY510" fmla="*/ 17676 h 544133"/>
                <a:gd name="csX511" fmla="*/ 207812 w 257973"/>
                <a:gd name="csY511" fmla="*/ 19587 h 544133"/>
                <a:gd name="csX512" fmla="*/ 209723 w 257973"/>
                <a:gd name="csY512" fmla="*/ 21976 h 544133"/>
                <a:gd name="csX513" fmla="*/ 212590 w 257973"/>
                <a:gd name="csY513" fmla="*/ 23409 h 544133"/>
                <a:gd name="csX514" fmla="*/ 215456 w 257973"/>
                <a:gd name="csY514" fmla="*/ 26275 h 544133"/>
                <a:gd name="csX515" fmla="*/ 219278 w 257973"/>
                <a:gd name="csY515" fmla="*/ 28186 h 544133"/>
                <a:gd name="csX516" fmla="*/ 222622 w 257973"/>
                <a:gd name="csY516" fmla="*/ 29142 h 544133"/>
                <a:gd name="csX517" fmla="*/ 227399 w 257973"/>
                <a:gd name="csY517" fmla="*/ 31052 h 544133"/>
                <a:gd name="csX518" fmla="*/ 230743 w 257973"/>
                <a:gd name="csY518" fmla="*/ 32486 h 544133"/>
                <a:gd name="csX519" fmla="*/ 232177 w 257973"/>
                <a:gd name="csY519" fmla="*/ 33919 h 544133"/>
                <a:gd name="csX520" fmla="*/ 234565 w 257973"/>
                <a:gd name="csY520" fmla="*/ 36307 h 544133"/>
                <a:gd name="csX521" fmla="*/ 236954 w 257973"/>
                <a:gd name="csY521" fmla="*/ 39174 h 544133"/>
                <a:gd name="csX522" fmla="*/ 238865 w 257973"/>
                <a:gd name="csY522" fmla="*/ 44907 h 544133"/>
                <a:gd name="csX523" fmla="*/ 238865 w 257973"/>
                <a:gd name="csY523" fmla="*/ 44907 h 544133"/>
                <a:gd name="csX524" fmla="*/ 238865 w 257973"/>
                <a:gd name="csY524" fmla="*/ 44907 h 544133"/>
                <a:gd name="csX525" fmla="*/ 241253 w 257973"/>
                <a:gd name="csY525" fmla="*/ 45384 h 544133"/>
                <a:gd name="csX526" fmla="*/ 241253 w 257973"/>
                <a:gd name="csY526" fmla="*/ 45384 h 544133"/>
                <a:gd name="csX527" fmla="*/ 242209 w 257973"/>
                <a:gd name="csY527" fmla="*/ 47295 h 544133"/>
                <a:gd name="csX528" fmla="*/ 244598 w 257973"/>
                <a:gd name="csY528" fmla="*/ 51117 h 544133"/>
                <a:gd name="csX529" fmla="*/ 244598 w 257973"/>
                <a:gd name="csY529" fmla="*/ 51117 h 544133"/>
                <a:gd name="csX530" fmla="*/ 247942 w 257973"/>
                <a:gd name="csY530" fmla="*/ 53983 h 544133"/>
                <a:gd name="csX531" fmla="*/ 247464 w 257973"/>
                <a:gd name="csY531" fmla="*/ 54939 h 544133"/>
                <a:gd name="csX532" fmla="*/ 245075 w 257973"/>
                <a:gd name="csY532" fmla="*/ 57805 h 544133"/>
                <a:gd name="csX533" fmla="*/ 244598 w 257973"/>
                <a:gd name="csY533" fmla="*/ 61627 h 544133"/>
                <a:gd name="csX534" fmla="*/ 245075 w 257973"/>
                <a:gd name="csY534" fmla="*/ 66404 h 544133"/>
                <a:gd name="csX535" fmla="*/ 246031 w 257973"/>
                <a:gd name="csY535" fmla="*/ 70226 h 544133"/>
                <a:gd name="csX536" fmla="*/ 246031 w 257973"/>
                <a:gd name="csY536" fmla="*/ 71182 h 544133"/>
                <a:gd name="csX537" fmla="*/ 245075 w 257973"/>
                <a:gd name="csY537" fmla="*/ 72615 h 544133"/>
                <a:gd name="csX538" fmla="*/ 244598 w 257973"/>
                <a:gd name="csY538" fmla="*/ 75003 h 544133"/>
                <a:gd name="csX539" fmla="*/ 244120 w 257973"/>
                <a:gd name="csY539" fmla="*/ 76914 h 544133"/>
                <a:gd name="csX540" fmla="*/ 244120 w 257973"/>
                <a:gd name="csY540" fmla="*/ 77392 h 544133"/>
                <a:gd name="csX541" fmla="*/ 244598 w 257973"/>
                <a:gd name="csY541" fmla="*/ 77870 h 544133"/>
                <a:gd name="csX542" fmla="*/ 244598 w 257973"/>
                <a:gd name="csY542" fmla="*/ 77870 h 544133"/>
                <a:gd name="csX543" fmla="*/ 244598 w 257973"/>
                <a:gd name="csY543" fmla="*/ 77870 h 544133"/>
                <a:gd name="csX544" fmla="*/ 246031 w 257973"/>
                <a:gd name="csY544" fmla="*/ 77870 h 544133"/>
                <a:gd name="csX545" fmla="*/ 248419 w 257973"/>
                <a:gd name="csY545" fmla="*/ 78348 h 544133"/>
                <a:gd name="csX546" fmla="*/ 249375 w 257973"/>
                <a:gd name="csY546" fmla="*/ 79303 h 544133"/>
                <a:gd name="csX547" fmla="*/ 249852 w 257973"/>
                <a:gd name="csY547" fmla="*/ 79303 h 544133"/>
                <a:gd name="csX548" fmla="*/ 250330 w 257973"/>
                <a:gd name="csY548" fmla="*/ 83603 h 544133"/>
                <a:gd name="csX549" fmla="*/ 250330 w 257973"/>
                <a:gd name="csY549" fmla="*/ 84558 h 544133"/>
                <a:gd name="csX550" fmla="*/ 248419 w 257973"/>
                <a:gd name="csY550" fmla="*/ 86469 h 544133"/>
                <a:gd name="csX551" fmla="*/ 247464 w 257973"/>
                <a:gd name="csY551" fmla="*/ 88380 h 544133"/>
                <a:gd name="csX552" fmla="*/ 247464 w 257973"/>
                <a:gd name="csY552" fmla="*/ 90769 h 544133"/>
                <a:gd name="csX553" fmla="*/ 247942 w 257973"/>
                <a:gd name="csY553" fmla="*/ 93157 h 544133"/>
                <a:gd name="csX554" fmla="*/ 248419 w 257973"/>
                <a:gd name="csY554" fmla="*/ 96024 h 544133"/>
                <a:gd name="csX555" fmla="*/ 250330 w 257973"/>
                <a:gd name="csY555" fmla="*/ 98890 h 544133"/>
                <a:gd name="csX556" fmla="*/ 252241 w 257973"/>
                <a:gd name="csY556" fmla="*/ 102234 h 544133"/>
                <a:gd name="csX557" fmla="*/ 253675 w 257973"/>
                <a:gd name="csY557" fmla="*/ 105100 h 544133"/>
                <a:gd name="csX558" fmla="*/ 254630 w 257973"/>
                <a:gd name="csY558" fmla="*/ 106534 h 544133"/>
                <a:gd name="csX559" fmla="*/ 254630 w 257973"/>
                <a:gd name="csY559" fmla="*/ 107967 h 544133"/>
                <a:gd name="csX560" fmla="*/ 253675 w 257973"/>
                <a:gd name="csY560" fmla="*/ 109400 h 544133"/>
                <a:gd name="csX561" fmla="*/ 252719 w 257973"/>
                <a:gd name="csY561" fmla="*/ 112744 h 544133"/>
                <a:gd name="csX562" fmla="*/ 252719 w 257973"/>
                <a:gd name="csY562" fmla="*/ 116566 h 544133"/>
                <a:gd name="csX563" fmla="*/ 252241 w 257973"/>
                <a:gd name="csY563" fmla="*/ 118477 h 544133"/>
                <a:gd name="csX564" fmla="*/ 250330 w 257973"/>
                <a:gd name="csY564" fmla="*/ 121821 h 544133"/>
                <a:gd name="csX565" fmla="*/ 248897 w 257973"/>
                <a:gd name="csY565" fmla="*/ 123254 h 544133"/>
                <a:gd name="csX566" fmla="*/ 248897 w 257973"/>
                <a:gd name="csY566" fmla="*/ 124687 h 544133"/>
                <a:gd name="csX567" fmla="*/ 248419 w 257973"/>
                <a:gd name="csY567" fmla="*/ 127554 h 544133"/>
                <a:gd name="csX568" fmla="*/ 248897 w 257973"/>
                <a:gd name="csY568" fmla="*/ 130898 h 544133"/>
                <a:gd name="csX569" fmla="*/ 248897 w 257973"/>
                <a:gd name="csY569" fmla="*/ 133286 h 544133"/>
                <a:gd name="csX570" fmla="*/ 249375 w 257973"/>
                <a:gd name="csY570" fmla="*/ 135197 h 544133"/>
                <a:gd name="csX571" fmla="*/ 250330 w 257973"/>
                <a:gd name="csY571" fmla="*/ 136153 h 544133"/>
                <a:gd name="csX572" fmla="*/ 253197 w 257973"/>
                <a:gd name="csY572" fmla="*/ 138064 h 544133"/>
                <a:gd name="csX573" fmla="*/ 253197 w 257973"/>
                <a:gd name="csY573" fmla="*/ 138064 h 544133"/>
                <a:gd name="csX574" fmla="*/ 255108 w 257973"/>
                <a:gd name="csY574" fmla="*/ 141886 h 544133"/>
                <a:gd name="csX575" fmla="*/ 256063 w 257973"/>
                <a:gd name="csY575" fmla="*/ 145230 h 544133"/>
                <a:gd name="csX576" fmla="*/ 257974 w 257973"/>
                <a:gd name="csY576" fmla="*/ 151918 h 544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</a:cxnLst>
              <a:rect l="l" t="t" r="r" b="b"/>
              <a:pathLst>
                <a:path w="257973" h="544133">
                  <a:moveTo>
                    <a:pt x="257974" y="151918"/>
                  </a:moveTo>
                  <a:lnTo>
                    <a:pt x="257974" y="153351"/>
                  </a:lnTo>
                  <a:lnTo>
                    <a:pt x="252719" y="154307"/>
                  </a:lnTo>
                  <a:lnTo>
                    <a:pt x="248897" y="152396"/>
                  </a:lnTo>
                  <a:lnTo>
                    <a:pt x="246986" y="153351"/>
                  </a:lnTo>
                  <a:lnTo>
                    <a:pt x="243642" y="153351"/>
                  </a:lnTo>
                  <a:lnTo>
                    <a:pt x="239820" y="154307"/>
                  </a:lnTo>
                  <a:lnTo>
                    <a:pt x="238387" y="155740"/>
                  </a:lnTo>
                  <a:lnTo>
                    <a:pt x="237432" y="156695"/>
                  </a:lnTo>
                  <a:lnTo>
                    <a:pt x="233610" y="154307"/>
                  </a:lnTo>
                  <a:lnTo>
                    <a:pt x="230266" y="150485"/>
                  </a:lnTo>
                  <a:lnTo>
                    <a:pt x="227877" y="153351"/>
                  </a:lnTo>
                  <a:lnTo>
                    <a:pt x="225966" y="153829"/>
                  </a:lnTo>
                  <a:lnTo>
                    <a:pt x="224533" y="151440"/>
                  </a:lnTo>
                  <a:lnTo>
                    <a:pt x="223577" y="150963"/>
                  </a:lnTo>
                  <a:lnTo>
                    <a:pt x="222622" y="151918"/>
                  </a:lnTo>
                  <a:lnTo>
                    <a:pt x="222144" y="153829"/>
                  </a:lnTo>
                  <a:lnTo>
                    <a:pt x="221189" y="155740"/>
                  </a:lnTo>
                  <a:lnTo>
                    <a:pt x="220711" y="157173"/>
                  </a:lnTo>
                  <a:lnTo>
                    <a:pt x="220711" y="161473"/>
                  </a:lnTo>
                  <a:lnTo>
                    <a:pt x="220233" y="162428"/>
                  </a:lnTo>
                  <a:lnTo>
                    <a:pt x="217367" y="161950"/>
                  </a:lnTo>
                  <a:lnTo>
                    <a:pt x="217367" y="163383"/>
                  </a:lnTo>
                  <a:lnTo>
                    <a:pt x="217845" y="163861"/>
                  </a:lnTo>
                  <a:lnTo>
                    <a:pt x="218322" y="164339"/>
                  </a:lnTo>
                  <a:lnTo>
                    <a:pt x="217367" y="165772"/>
                  </a:lnTo>
                  <a:lnTo>
                    <a:pt x="214023" y="165294"/>
                  </a:lnTo>
                  <a:lnTo>
                    <a:pt x="213545" y="166728"/>
                  </a:lnTo>
                  <a:lnTo>
                    <a:pt x="214501" y="168161"/>
                  </a:lnTo>
                  <a:lnTo>
                    <a:pt x="213545" y="169594"/>
                  </a:lnTo>
                  <a:lnTo>
                    <a:pt x="213068" y="170072"/>
                  </a:lnTo>
                  <a:lnTo>
                    <a:pt x="209245" y="171027"/>
                  </a:lnTo>
                  <a:lnTo>
                    <a:pt x="206857" y="171027"/>
                  </a:lnTo>
                  <a:lnTo>
                    <a:pt x="206379" y="171983"/>
                  </a:lnTo>
                  <a:lnTo>
                    <a:pt x="205902" y="172938"/>
                  </a:lnTo>
                  <a:lnTo>
                    <a:pt x="206379" y="174371"/>
                  </a:lnTo>
                  <a:lnTo>
                    <a:pt x="207335" y="174849"/>
                  </a:lnTo>
                  <a:lnTo>
                    <a:pt x="207812" y="175804"/>
                  </a:lnTo>
                  <a:lnTo>
                    <a:pt x="207812" y="177238"/>
                  </a:lnTo>
                  <a:lnTo>
                    <a:pt x="206857" y="177715"/>
                  </a:lnTo>
                  <a:lnTo>
                    <a:pt x="204468" y="174849"/>
                  </a:lnTo>
                  <a:lnTo>
                    <a:pt x="203991" y="174849"/>
                  </a:lnTo>
                  <a:lnTo>
                    <a:pt x="204468" y="176282"/>
                  </a:lnTo>
                  <a:lnTo>
                    <a:pt x="205424" y="178193"/>
                  </a:lnTo>
                  <a:lnTo>
                    <a:pt x="206379" y="179626"/>
                  </a:lnTo>
                  <a:lnTo>
                    <a:pt x="207335" y="181537"/>
                  </a:lnTo>
                  <a:lnTo>
                    <a:pt x="206857" y="182970"/>
                  </a:lnTo>
                  <a:lnTo>
                    <a:pt x="203991" y="188225"/>
                  </a:lnTo>
                  <a:lnTo>
                    <a:pt x="201602" y="191092"/>
                  </a:lnTo>
                  <a:lnTo>
                    <a:pt x="199691" y="193958"/>
                  </a:lnTo>
                  <a:lnTo>
                    <a:pt x="198258" y="196824"/>
                  </a:lnTo>
                  <a:lnTo>
                    <a:pt x="199691" y="198258"/>
                  </a:lnTo>
                  <a:lnTo>
                    <a:pt x="201124" y="200169"/>
                  </a:lnTo>
                  <a:lnTo>
                    <a:pt x="202079" y="204468"/>
                  </a:lnTo>
                  <a:lnTo>
                    <a:pt x="203513" y="207812"/>
                  </a:lnTo>
                  <a:lnTo>
                    <a:pt x="205902" y="211634"/>
                  </a:lnTo>
                  <a:lnTo>
                    <a:pt x="205424" y="213545"/>
                  </a:lnTo>
                  <a:lnTo>
                    <a:pt x="204946" y="214978"/>
                  </a:lnTo>
                  <a:lnTo>
                    <a:pt x="200646" y="218322"/>
                  </a:lnTo>
                  <a:lnTo>
                    <a:pt x="195869" y="223577"/>
                  </a:lnTo>
                  <a:lnTo>
                    <a:pt x="191092" y="236476"/>
                  </a:lnTo>
                  <a:lnTo>
                    <a:pt x="189181" y="237909"/>
                  </a:lnTo>
                  <a:lnTo>
                    <a:pt x="184881" y="240298"/>
                  </a:lnTo>
                  <a:lnTo>
                    <a:pt x="182970" y="242209"/>
                  </a:lnTo>
                  <a:lnTo>
                    <a:pt x="179626" y="244597"/>
                  </a:lnTo>
                  <a:lnTo>
                    <a:pt x="173894" y="246986"/>
                  </a:lnTo>
                  <a:lnTo>
                    <a:pt x="171505" y="249852"/>
                  </a:lnTo>
                  <a:lnTo>
                    <a:pt x="170072" y="252719"/>
                  </a:lnTo>
                  <a:lnTo>
                    <a:pt x="169116" y="253197"/>
                  </a:lnTo>
                  <a:lnTo>
                    <a:pt x="167683" y="251763"/>
                  </a:lnTo>
                  <a:lnTo>
                    <a:pt x="165772" y="250808"/>
                  </a:lnTo>
                  <a:lnTo>
                    <a:pt x="165772" y="252719"/>
                  </a:lnTo>
                  <a:lnTo>
                    <a:pt x="165772" y="254630"/>
                  </a:lnTo>
                  <a:lnTo>
                    <a:pt x="162906" y="252241"/>
                  </a:lnTo>
                  <a:lnTo>
                    <a:pt x="161472" y="254152"/>
                  </a:lnTo>
                  <a:lnTo>
                    <a:pt x="160517" y="257496"/>
                  </a:lnTo>
                  <a:lnTo>
                    <a:pt x="156695" y="261796"/>
                  </a:lnTo>
                  <a:lnTo>
                    <a:pt x="152396" y="261318"/>
                  </a:lnTo>
                  <a:lnTo>
                    <a:pt x="151918" y="261796"/>
                  </a:lnTo>
                  <a:lnTo>
                    <a:pt x="152873" y="262751"/>
                  </a:lnTo>
                  <a:lnTo>
                    <a:pt x="153351" y="263229"/>
                  </a:lnTo>
                  <a:lnTo>
                    <a:pt x="152396" y="263707"/>
                  </a:lnTo>
                  <a:lnTo>
                    <a:pt x="150963" y="263707"/>
                  </a:lnTo>
                  <a:lnTo>
                    <a:pt x="149529" y="264662"/>
                  </a:lnTo>
                  <a:lnTo>
                    <a:pt x="148096" y="264184"/>
                  </a:lnTo>
                  <a:lnTo>
                    <a:pt x="147619" y="266573"/>
                  </a:lnTo>
                  <a:lnTo>
                    <a:pt x="146663" y="268962"/>
                  </a:lnTo>
                  <a:lnTo>
                    <a:pt x="144274" y="269917"/>
                  </a:lnTo>
                  <a:lnTo>
                    <a:pt x="142841" y="270395"/>
                  </a:lnTo>
                  <a:lnTo>
                    <a:pt x="142363" y="271828"/>
                  </a:lnTo>
                  <a:lnTo>
                    <a:pt x="146185" y="271828"/>
                  </a:lnTo>
                  <a:lnTo>
                    <a:pt x="145707" y="273261"/>
                  </a:lnTo>
                  <a:lnTo>
                    <a:pt x="145707" y="274217"/>
                  </a:lnTo>
                  <a:lnTo>
                    <a:pt x="145230" y="275650"/>
                  </a:lnTo>
                  <a:lnTo>
                    <a:pt x="140930" y="277561"/>
                  </a:lnTo>
                  <a:lnTo>
                    <a:pt x="140453" y="278994"/>
                  </a:lnTo>
                  <a:lnTo>
                    <a:pt x="139497" y="279949"/>
                  </a:lnTo>
                  <a:lnTo>
                    <a:pt x="137586" y="279949"/>
                  </a:lnTo>
                  <a:lnTo>
                    <a:pt x="137586" y="278994"/>
                  </a:lnTo>
                  <a:lnTo>
                    <a:pt x="138064" y="278038"/>
                  </a:lnTo>
                  <a:lnTo>
                    <a:pt x="135197" y="278038"/>
                  </a:lnTo>
                  <a:lnTo>
                    <a:pt x="134242" y="276128"/>
                  </a:lnTo>
                  <a:lnTo>
                    <a:pt x="133764" y="276605"/>
                  </a:lnTo>
                  <a:lnTo>
                    <a:pt x="134242" y="278516"/>
                  </a:lnTo>
                  <a:lnTo>
                    <a:pt x="134720" y="279949"/>
                  </a:lnTo>
                  <a:lnTo>
                    <a:pt x="135675" y="282816"/>
                  </a:lnTo>
                  <a:lnTo>
                    <a:pt x="134720" y="284249"/>
                  </a:lnTo>
                  <a:lnTo>
                    <a:pt x="134242" y="285204"/>
                  </a:lnTo>
                  <a:lnTo>
                    <a:pt x="134720" y="285682"/>
                  </a:lnTo>
                  <a:lnTo>
                    <a:pt x="136153" y="286638"/>
                  </a:lnTo>
                  <a:lnTo>
                    <a:pt x="136631" y="287593"/>
                  </a:lnTo>
                  <a:lnTo>
                    <a:pt x="135197" y="288071"/>
                  </a:lnTo>
                  <a:lnTo>
                    <a:pt x="132809" y="291415"/>
                  </a:lnTo>
                  <a:lnTo>
                    <a:pt x="130420" y="291415"/>
                  </a:lnTo>
                  <a:lnTo>
                    <a:pt x="128987" y="293326"/>
                  </a:lnTo>
                  <a:lnTo>
                    <a:pt x="127554" y="293326"/>
                  </a:lnTo>
                  <a:lnTo>
                    <a:pt x="126598" y="291893"/>
                  </a:lnTo>
                  <a:lnTo>
                    <a:pt x="124210" y="290937"/>
                  </a:lnTo>
                  <a:lnTo>
                    <a:pt x="123732" y="292848"/>
                  </a:lnTo>
                  <a:lnTo>
                    <a:pt x="123732" y="294281"/>
                  </a:lnTo>
                  <a:lnTo>
                    <a:pt x="124688" y="297625"/>
                  </a:lnTo>
                  <a:lnTo>
                    <a:pt x="127076" y="300492"/>
                  </a:lnTo>
                  <a:lnTo>
                    <a:pt x="128987" y="301925"/>
                  </a:lnTo>
                  <a:lnTo>
                    <a:pt x="127554" y="302403"/>
                  </a:lnTo>
                  <a:lnTo>
                    <a:pt x="126598" y="304314"/>
                  </a:lnTo>
                  <a:lnTo>
                    <a:pt x="125165" y="310046"/>
                  </a:lnTo>
                  <a:lnTo>
                    <a:pt x="124688" y="311957"/>
                  </a:lnTo>
                  <a:lnTo>
                    <a:pt x="123732" y="316257"/>
                  </a:lnTo>
                  <a:lnTo>
                    <a:pt x="124210" y="319123"/>
                  </a:lnTo>
                  <a:lnTo>
                    <a:pt x="124688" y="321034"/>
                  </a:lnTo>
                  <a:lnTo>
                    <a:pt x="125643" y="322945"/>
                  </a:lnTo>
                  <a:lnTo>
                    <a:pt x="122777" y="322945"/>
                  </a:lnTo>
                  <a:lnTo>
                    <a:pt x="120388" y="321512"/>
                  </a:lnTo>
                  <a:lnTo>
                    <a:pt x="120388" y="323901"/>
                  </a:lnTo>
                  <a:lnTo>
                    <a:pt x="118955" y="327245"/>
                  </a:lnTo>
                  <a:lnTo>
                    <a:pt x="118955" y="330111"/>
                  </a:lnTo>
                  <a:lnTo>
                    <a:pt x="119432" y="331544"/>
                  </a:lnTo>
                  <a:lnTo>
                    <a:pt x="118955" y="334411"/>
                  </a:lnTo>
                  <a:lnTo>
                    <a:pt x="119910" y="335366"/>
                  </a:lnTo>
                  <a:lnTo>
                    <a:pt x="120388" y="337277"/>
                  </a:lnTo>
                  <a:lnTo>
                    <a:pt x="119432" y="338710"/>
                  </a:lnTo>
                  <a:lnTo>
                    <a:pt x="119910" y="339666"/>
                  </a:lnTo>
                  <a:lnTo>
                    <a:pt x="119910" y="343487"/>
                  </a:lnTo>
                  <a:lnTo>
                    <a:pt x="120388" y="349698"/>
                  </a:lnTo>
                  <a:lnTo>
                    <a:pt x="120388" y="350653"/>
                  </a:lnTo>
                  <a:lnTo>
                    <a:pt x="121821" y="355908"/>
                  </a:lnTo>
                  <a:lnTo>
                    <a:pt x="121343" y="357819"/>
                  </a:lnTo>
                  <a:lnTo>
                    <a:pt x="121343" y="360208"/>
                  </a:lnTo>
                  <a:lnTo>
                    <a:pt x="123254" y="362119"/>
                  </a:lnTo>
                  <a:lnTo>
                    <a:pt x="125165" y="362119"/>
                  </a:lnTo>
                  <a:lnTo>
                    <a:pt x="127076" y="362119"/>
                  </a:lnTo>
                  <a:lnTo>
                    <a:pt x="128031" y="363074"/>
                  </a:lnTo>
                  <a:lnTo>
                    <a:pt x="128987" y="364508"/>
                  </a:lnTo>
                  <a:lnTo>
                    <a:pt x="129465" y="366418"/>
                  </a:lnTo>
                  <a:lnTo>
                    <a:pt x="130898" y="365941"/>
                  </a:lnTo>
                  <a:lnTo>
                    <a:pt x="133287" y="364508"/>
                  </a:lnTo>
                  <a:lnTo>
                    <a:pt x="135197" y="364030"/>
                  </a:lnTo>
                  <a:lnTo>
                    <a:pt x="136153" y="366896"/>
                  </a:lnTo>
                  <a:lnTo>
                    <a:pt x="139497" y="370718"/>
                  </a:lnTo>
                  <a:lnTo>
                    <a:pt x="140930" y="372629"/>
                  </a:lnTo>
                  <a:lnTo>
                    <a:pt x="143797" y="373584"/>
                  </a:lnTo>
                  <a:lnTo>
                    <a:pt x="147141" y="376451"/>
                  </a:lnTo>
                  <a:lnTo>
                    <a:pt x="146663" y="380273"/>
                  </a:lnTo>
                  <a:lnTo>
                    <a:pt x="148096" y="381706"/>
                  </a:lnTo>
                  <a:lnTo>
                    <a:pt x="151440" y="383139"/>
                  </a:lnTo>
                  <a:lnTo>
                    <a:pt x="152873" y="385050"/>
                  </a:lnTo>
                  <a:lnTo>
                    <a:pt x="153351" y="386483"/>
                  </a:lnTo>
                  <a:lnTo>
                    <a:pt x="154784" y="387916"/>
                  </a:lnTo>
                  <a:lnTo>
                    <a:pt x="155740" y="392216"/>
                  </a:lnTo>
                  <a:lnTo>
                    <a:pt x="155262" y="394605"/>
                  </a:lnTo>
                  <a:lnTo>
                    <a:pt x="153829" y="395560"/>
                  </a:lnTo>
                  <a:lnTo>
                    <a:pt x="150485" y="398426"/>
                  </a:lnTo>
                  <a:lnTo>
                    <a:pt x="148574" y="400337"/>
                  </a:lnTo>
                  <a:lnTo>
                    <a:pt x="147619" y="401771"/>
                  </a:lnTo>
                  <a:lnTo>
                    <a:pt x="143797" y="404159"/>
                  </a:lnTo>
                  <a:lnTo>
                    <a:pt x="142841" y="404637"/>
                  </a:lnTo>
                  <a:lnTo>
                    <a:pt x="141408" y="406070"/>
                  </a:lnTo>
                  <a:lnTo>
                    <a:pt x="140453" y="406548"/>
                  </a:lnTo>
                  <a:lnTo>
                    <a:pt x="139497" y="406548"/>
                  </a:lnTo>
                  <a:lnTo>
                    <a:pt x="135197" y="408936"/>
                  </a:lnTo>
                  <a:lnTo>
                    <a:pt x="132809" y="407981"/>
                  </a:lnTo>
                  <a:lnTo>
                    <a:pt x="131376" y="407025"/>
                  </a:lnTo>
                  <a:lnTo>
                    <a:pt x="132331" y="401771"/>
                  </a:lnTo>
                  <a:lnTo>
                    <a:pt x="131854" y="400337"/>
                  </a:lnTo>
                  <a:lnTo>
                    <a:pt x="131376" y="399382"/>
                  </a:lnTo>
                  <a:lnTo>
                    <a:pt x="129465" y="400337"/>
                  </a:lnTo>
                  <a:lnTo>
                    <a:pt x="129942" y="402248"/>
                  </a:lnTo>
                  <a:lnTo>
                    <a:pt x="126598" y="402248"/>
                  </a:lnTo>
                  <a:lnTo>
                    <a:pt x="124210" y="400815"/>
                  </a:lnTo>
                  <a:lnTo>
                    <a:pt x="123732" y="404159"/>
                  </a:lnTo>
                  <a:lnTo>
                    <a:pt x="117522" y="401293"/>
                  </a:lnTo>
                  <a:lnTo>
                    <a:pt x="115611" y="402248"/>
                  </a:lnTo>
                  <a:lnTo>
                    <a:pt x="113222" y="400815"/>
                  </a:lnTo>
                  <a:lnTo>
                    <a:pt x="111311" y="402248"/>
                  </a:lnTo>
                  <a:lnTo>
                    <a:pt x="109400" y="401771"/>
                  </a:lnTo>
                  <a:lnTo>
                    <a:pt x="107967" y="399859"/>
                  </a:lnTo>
                  <a:lnTo>
                    <a:pt x="105578" y="403204"/>
                  </a:lnTo>
                  <a:lnTo>
                    <a:pt x="101279" y="404159"/>
                  </a:lnTo>
                  <a:lnTo>
                    <a:pt x="97457" y="404637"/>
                  </a:lnTo>
                  <a:lnTo>
                    <a:pt x="99368" y="405592"/>
                  </a:lnTo>
                  <a:lnTo>
                    <a:pt x="108445" y="405592"/>
                  </a:lnTo>
                  <a:lnTo>
                    <a:pt x="111311" y="406548"/>
                  </a:lnTo>
                  <a:lnTo>
                    <a:pt x="114655" y="405592"/>
                  </a:lnTo>
                  <a:lnTo>
                    <a:pt x="117522" y="408459"/>
                  </a:lnTo>
                  <a:lnTo>
                    <a:pt x="119910" y="408936"/>
                  </a:lnTo>
                  <a:lnTo>
                    <a:pt x="122299" y="411803"/>
                  </a:lnTo>
                  <a:lnTo>
                    <a:pt x="123732" y="411325"/>
                  </a:lnTo>
                  <a:lnTo>
                    <a:pt x="125643" y="411325"/>
                  </a:lnTo>
                  <a:lnTo>
                    <a:pt x="127554" y="412280"/>
                  </a:lnTo>
                  <a:lnTo>
                    <a:pt x="133764" y="412280"/>
                  </a:lnTo>
                  <a:lnTo>
                    <a:pt x="135675" y="409892"/>
                  </a:lnTo>
                  <a:lnTo>
                    <a:pt x="138542" y="410370"/>
                  </a:lnTo>
                  <a:lnTo>
                    <a:pt x="140453" y="409892"/>
                  </a:lnTo>
                  <a:lnTo>
                    <a:pt x="141408" y="408459"/>
                  </a:lnTo>
                  <a:lnTo>
                    <a:pt x="142841" y="408459"/>
                  </a:lnTo>
                  <a:lnTo>
                    <a:pt x="143797" y="408459"/>
                  </a:lnTo>
                  <a:lnTo>
                    <a:pt x="145230" y="407503"/>
                  </a:lnTo>
                  <a:lnTo>
                    <a:pt x="146185" y="407025"/>
                  </a:lnTo>
                  <a:lnTo>
                    <a:pt x="147141" y="407503"/>
                  </a:lnTo>
                  <a:lnTo>
                    <a:pt x="148096" y="409892"/>
                  </a:lnTo>
                  <a:lnTo>
                    <a:pt x="145707" y="411325"/>
                  </a:lnTo>
                  <a:lnTo>
                    <a:pt x="144274" y="411325"/>
                  </a:lnTo>
                  <a:lnTo>
                    <a:pt x="143319" y="415147"/>
                  </a:lnTo>
                  <a:lnTo>
                    <a:pt x="142363" y="417058"/>
                  </a:lnTo>
                  <a:lnTo>
                    <a:pt x="141886" y="418013"/>
                  </a:lnTo>
                  <a:lnTo>
                    <a:pt x="138064" y="419446"/>
                  </a:lnTo>
                  <a:lnTo>
                    <a:pt x="135675" y="421357"/>
                  </a:lnTo>
                  <a:lnTo>
                    <a:pt x="132809" y="423268"/>
                  </a:lnTo>
                  <a:lnTo>
                    <a:pt x="131376" y="422791"/>
                  </a:lnTo>
                  <a:lnTo>
                    <a:pt x="129465" y="424701"/>
                  </a:lnTo>
                  <a:lnTo>
                    <a:pt x="125165" y="426612"/>
                  </a:lnTo>
                  <a:lnTo>
                    <a:pt x="123254" y="429479"/>
                  </a:lnTo>
                  <a:lnTo>
                    <a:pt x="118477" y="431867"/>
                  </a:lnTo>
                  <a:lnTo>
                    <a:pt x="115611" y="433778"/>
                  </a:lnTo>
                  <a:lnTo>
                    <a:pt x="108922" y="433778"/>
                  </a:lnTo>
                  <a:lnTo>
                    <a:pt x="102712" y="433301"/>
                  </a:lnTo>
                  <a:lnTo>
                    <a:pt x="100801" y="434256"/>
                  </a:lnTo>
                  <a:lnTo>
                    <a:pt x="102712" y="434734"/>
                  </a:lnTo>
                  <a:lnTo>
                    <a:pt x="104145" y="435689"/>
                  </a:lnTo>
                  <a:lnTo>
                    <a:pt x="106056" y="435212"/>
                  </a:lnTo>
                  <a:lnTo>
                    <a:pt x="109878" y="435689"/>
                  </a:lnTo>
                  <a:lnTo>
                    <a:pt x="111789" y="436167"/>
                  </a:lnTo>
                  <a:lnTo>
                    <a:pt x="114655" y="439511"/>
                  </a:lnTo>
                  <a:lnTo>
                    <a:pt x="112744" y="440466"/>
                  </a:lnTo>
                  <a:lnTo>
                    <a:pt x="109400" y="441422"/>
                  </a:lnTo>
                  <a:lnTo>
                    <a:pt x="110833" y="446199"/>
                  </a:lnTo>
                  <a:lnTo>
                    <a:pt x="111789" y="449066"/>
                  </a:lnTo>
                  <a:lnTo>
                    <a:pt x="110356" y="450977"/>
                  </a:lnTo>
                  <a:lnTo>
                    <a:pt x="110356" y="459098"/>
                  </a:lnTo>
                  <a:lnTo>
                    <a:pt x="108445" y="459576"/>
                  </a:lnTo>
                  <a:lnTo>
                    <a:pt x="107489" y="462920"/>
                  </a:lnTo>
                  <a:lnTo>
                    <a:pt x="107967" y="464353"/>
                  </a:lnTo>
                  <a:lnTo>
                    <a:pt x="107967" y="468653"/>
                  </a:lnTo>
                  <a:lnTo>
                    <a:pt x="108445" y="471041"/>
                  </a:lnTo>
                  <a:lnTo>
                    <a:pt x="109400" y="473430"/>
                  </a:lnTo>
                  <a:lnTo>
                    <a:pt x="108922" y="475819"/>
                  </a:lnTo>
                  <a:lnTo>
                    <a:pt x="106056" y="481551"/>
                  </a:lnTo>
                  <a:lnTo>
                    <a:pt x="106056" y="483940"/>
                  </a:lnTo>
                  <a:lnTo>
                    <a:pt x="106534" y="485373"/>
                  </a:lnTo>
                  <a:lnTo>
                    <a:pt x="107012" y="487762"/>
                  </a:lnTo>
                  <a:lnTo>
                    <a:pt x="105578" y="492539"/>
                  </a:lnTo>
                  <a:lnTo>
                    <a:pt x="104623" y="496361"/>
                  </a:lnTo>
                  <a:lnTo>
                    <a:pt x="103190" y="499705"/>
                  </a:lnTo>
                  <a:lnTo>
                    <a:pt x="100801" y="504005"/>
                  </a:lnTo>
                  <a:lnTo>
                    <a:pt x="99368" y="506871"/>
                  </a:lnTo>
                  <a:lnTo>
                    <a:pt x="96501" y="515948"/>
                  </a:lnTo>
                  <a:lnTo>
                    <a:pt x="94590" y="517859"/>
                  </a:lnTo>
                  <a:lnTo>
                    <a:pt x="93157" y="518814"/>
                  </a:lnTo>
                  <a:lnTo>
                    <a:pt x="90769" y="517859"/>
                  </a:lnTo>
                  <a:lnTo>
                    <a:pt x="88858" y="516903"/>
                  </a:lnTo>
                  <a:lnTo>
                    <a:pt x="86469" y="517381"/>
                  </a:lnTo>
                  <a:lnTo>
                    <a:pt x="83125" y="518336"/>
                  </a:lnTo>
                  <a:lnTo>
                    <a:pt x="77392" y="517381"/>
                  </a:lnTo>
                  <a:lnTo>
                    <a:pt x="72137" y="517859"/>
                  </a:lnTo>
                  <a:lnTo>
                    <a:pt x="70704" y="518814"/>
                  </a:lnTo>
                  <a:lnTo>
                    <a:pt x="71659" y="522158"/>
                  </a:lnTo>
                  <a:lnTo>
                    <a:pt x="69749" y="522636"/>
                  </a:lnTo>
                  <a:lnTo>
                    <a:pt x="67838" y="521680"/>
                  </a:lnTo>
                  <a:lnTo>
                    <a:pt x="65927" y="522636"/>
                  </a:lnTo>
                  <a:lnTo>
                    <a:pt x="64493" y="524069"/>
                  </a:lnTo>
                  <a:lnTo>
                    <a:pt x="62105" y="526936"/>
                  </a:lnTo>
                  <a:lnTo>
                    <a:pt x="61149" y="528369"/>
                  </a:lnTo>
                  <a:lnTo>
                    <a:pt x="60672" y="531713"/>
                  </a:lnTo>
                  <a:lnTo>
                    <a:pt x="62105" y="535057"/>
                  </a:lnTo>
                  <a:lnTo>
                    <a:pt x="63538" y="538401"/>
                  </a:lnTo>
                  <a:lnTo>
                    <a:pt x="60194" y="542701"/>
                  </a:lnTo>
                  <a:lnTo>
                    <a:pt x="58283" y="542701"/>
                  </a:lnTo>
                  <a:lnTo>
                    <a:pt x="53028" y="541745"/>
                  </a:lnTo>
                  <a:lnTo>
                    <a:pt x="43474" y="544134"/>
                  </a:lnTo>
                  <a:lnTo>
                    <a:pt x="34874" y="542223"/>
                  </a:lnTo>
                  <a:lnTo>
                    <a:pt x="35830" y="539834"/>
                  </a:lnTo>
                  <a:lnTo>
                    <a:pt x="35830" y="537923"/>
                  </a:lnTo>
                  <a:lnTo>
                    <a:pt x="36308" y="535535"/>
                  </a:lnTo>
                  <a:lnTo>
                    <a:pt x="36308" y="533146"/>
                  </a:lnTo>
                  <a:lnTo>
                    <a:pt x="36308" y="531235"/>
                  </a:lnTo>
                  <a:lnTo>
                    <a:pt x="35830" y="529324"/>
                  </a:lnTo>
                  <a:lnTo>
                    <a:pt x="33441" y="526936"/>
                  </a:lnTo>
                  <a:lnTo>
                    <a:pt x="28664" y="518814"/>
                  </a:lnTo>
                  <a:lnTo>
                    <a:pt x="27231" y="514992"/>
                  </a:lnTo>
                  <a:lnTo>
                    <a:pt x="26275" y="513559"/>
                  </a:lnTo>
                  <a:lnTo>
                    <a:pt x="27231" y="513559"/>
                  </a:lnTo>
                  <a:lnTo>
                    <a:pt x="31052" y="515470"/>
                  </a:lnTo>
                  <a:lnTo>
                    <a:pt x="32008" y="514992"/>
                  </a:lnTo>
                  <a:lnTo>
                    <a:pt x="32963" y="514515"/>
                  </a:lnTo>
                  <a:lnTo>
                    <a:pt x="32008" y="511648"/>
                  </a:lnTo>
                  <a:lnTo>
                    <a:pt x="30575" y="510693"/>
                  </a:lnTo>
                  <a:lnTo>
                    <a:pt x="30097" y="508782"/>
                  </a:lnTo>
                  <a:lnTo>
                    <a:pt x="32486" y="508304"/>
                  </a:lnTo>
                  <a:lnTo>
                    <a:pt x="33919" y="508304"/>
                  </a:lnTo>
                  <a:lnTo>
                    <a:pt x="35352" y="506393"/>
                  </a:lnTo>
                  <a:lnTo>
                    <a:pt x="34397" y="503049"/>
                  </a:lnTo>
                  <a:lnTo>
                    <a:pt x="32963" y="502094"/>
                  </a:lnTo>
                  <a:lnTo>
                    <a:pt x="31530" y="501616"/>
                  </a:lnTo>
                  <a:lnTo>
                    <a:pt x="28186" y="495883"/>
                  </a:lnTo>
                  <a:lnTo>
                    <a:pt x="25320" y="493494"/>
                  </a:lnTo>
                  <a:lnTo>
                    <a:pt x="20065" y="482507"/>
                  </a:lnTo>
                  <a:lnTo>
                    <a:pt x="18154" y="475341"/>
                  </a:lnTo>
                  <a:lnTo>
                    <a:pt x="16243" y="475819"/>
                  </a:lnTo>
                  <a:lnTo>
                    <a:pt x="15287" y="472474"/>
                  </a:lnTo>
                  <a:lnTo>
                    <a:pt x="14810" y="469608"/>
                  </a:lnTo>
                  <a:lnTo>
                    <a:pt x="14810" y="467219"/>
                  </a:lnTo>
                  <a:lnTo>
                    <a:pt x="11943" y="466264"/>
                  </a:lnTo>
                  <a:lnTo>
                    <a:pt x="11466" y="464353"/>
                  </a:lnTo>
                  <a:lnTo>
                    <a:pt x="10988" y="457187"/>
                  </a:lnTo>
                  <a:lnTo>
                    <a:pt x="8121" y="456232"/>
                  </a:lnTo>
                  <a:lnTo>
                    <a:pt x="6210" y="452410"/>
                  </a:lnTo>
                  <a:lnTo>
                    <a:pt x="5733" y="444766"/>
                  </a:lnTo>
                  <a:lnTo>
                    <a:pt x="3822" y="443333"/>
                  </a:lnTo>
                  <a:lnTo>
                    <a:pt x="1911" y="443811"/>
                  </a:lnTo>
                  <a:lnTo>
                    <a:pt x="2389" y="441900"/>
                  </a:lnTo>
                  <a:lnTo>
                    <a:pt x="2867" y="439989"/>
                  </a:lnTo>
                  <a:lnTo>
                    <a:pt x="1911" y="432823"/>
                  </a:lnTo>
                  <a:lnTo>
                    <a:pt x="1433" y="426135"/>
                  </a:lnTo>
                  <a:lnTo>
                    <a:pt x="478" y="424224"/>
                  </a:lnTo>
                  <a:lnTo>
                    <a:pt x="0" y="421835"/>
                  </a:lnTo>
                  <a:lnTo>
                    <a:pt x="478" y="419924"/>
                  </a:lnTo>
                  <a:lnTo>
                    <a:pt x="956" y="418969"/>
                  </a:lnTo>
                  <a:lnTo>
                    <a:pt x="2867" y="418491"/>
                  </a:lnTo>
                  <a:lnTo>
                    <a:pt x="4777" y="420402"/>
                  </a:lnTo>
                  <a:lnTo>
                    <a:pt x="6688" y="424701"/>
                  </a:lnTo>
                  <a:lnTo>
                    <a:pt x="8121" y="425657"/>
                  </a:lnTo>
                  <a:lnTo>
                    <a:pt x="8121" y="425179"/>
                  </a:lnTo>
                  <a:lnTo>
                    <a:pt x="10032" y="424224"/>
                  </a:lnTo>
                  <a:lnTo>
                    <a:pt x="10032" y="424224"/>
                  </a:lnTo>
                  <a:lnTo>
                    <a:pt x="11466" y="420880"/>
                  </a:lnTo>
                  <a:lnTo>
                    <a:pt x="12421" y="416102"/>
                  </a:lnTo>
                  <a:lnTo>
                    <a:pt x="13376" y="411325"/>
                  </a:lnTo>
                  <a:lnTo>
                    <a:pt x="11943" y="406548"/>
                  </a:lnTo>
                  <a:lnTo>
                    <a:pt x="10988" y="401771"/>
                  </a:lnTo>
                  <a:lnTo>
                    <a:pt x="10988" y="400815"/>
                  </a:lnTo>
                  <a:lnTo>
                    <a:pt x="13854" y="396993"/>
                  </a:lnTo>
                  <a:lnTo>
                    <a:pt x="14810" y="393649"/>
                  </a:lnTo>
                  <a:lnTo>
                    <a:pt x="15765" y="390783"/>
                  </a:lnTo>
                  <a:lnTo>
                    <a:pt x="16721" y="389827"/>
                  </a:lnTo>
                  <a:lnTo>
                    <a:pt x="18632" y="389350"/>
                  </a:lnTo>
                  <a:lnTo>
                    <a:pt x="20542" y="388872"/>
                  </a:lnTo>
                  <a:lnTo>
                    <a:pt x="22931" y="386961"/>
                  </a:lnTo>
                  <a:lnTo>
                    <a:pt x="22931" y="386961"/>
                  </a:lnTo>
                  <a:lnTo>
                    <a:pt x="25320" y="384572"/>
                  </a:lnTo>
                  <a:lnTo>
                    <a:pt x="26753" y="382184"/>
                  </a:lnTo>
                  <a:lnTo>
                    <a:pt x="27231" y="376929"/>
                  </a:lnTo>
                  <a:lnTo>
                    <a:pt x="27231" y="374540"/>
                  </a:lnTo>
                  <a:lnTo>
                    <a:pt x="28186" y="373107"/>
                  </a:lnTo>
                  <a:lnTo>
                    <a:pt x="28664" y="369285"/>
                  </a:lnTo>
                  <a:lnTo>
                    <a:pt x="28186" y="365941"/>
                  </a:lnTo>
                  <a:lnTo>
                    <a:pt x="25798" y="360686"/>
                  </a:lnTo>
                  <a:lnTo>
                    <a:pt x="23409" y="353042"/>
                  </a:lnTo>
                  <a:lnTo>
                    <a:pt x="22931" y="348743"/>
                  </a:lnTo>
                  <a:lnTo>
                    <a:pt x="23886" y="348265"/>
                  </a:lnTo>
                  <a:lnTo>
                    <a:pt x="26275" y="347309"/>
                  </a:lnTo>
                  <a:lnTo>
                    <a:pt x="30097" y="347309"/>
                  </a:lnTo>
                  <a:lnTo>
                    <a:pt x="30575" y="347309"/>
                  </a:lnTo>
                  <a:lnTo>
                    <a:pt x="30575" y="347309"/>
                  </a:lnTo>
                  <a:lnTo>
                    <a:pt x="31052" y="346832"/>
                  </a:lnTo>
                  <a:lnTo>
                    <a:pt x="31530" y="344921"/>
                  </a:lnTo>
                  <a:lnTo>
                    <a:pt x="32486" y="342532"/>
                  </a:lnTo>
                  <a:lnTo>
                    <a:pt x="33441" y="340621"/>
                  </a:lnTo>
                  <a:lnTo>
                    <a:pt x="34397" y="338232"/>
                  </a:lnTo>
                  <a:lnTo>
                    <a:pt x="34397" y="335844"/>
                  </a:lnTo>
                  <a:lnTo>
                    <a:pt x="32008" y="332022"/>
                  </a:lnTo>
                  <a:lnTo>
                    <a:pt x="29142" y="328678"/>
                  </a:lnTo>
                  <a:lnTo>
                    <a:pt x="26753" y="327245"/>
                  </a:lnTo>
                  <a:lnTo>
                    <a:pt x="26753" y="327245"/>
                  </a:lnTo>
                  <a:lnTo>
                    <a:pt x="22931" y="324378"/>
                  </a:lnTo>
                  <a:lnTo>
                    <a:pt x="20065" y="321512"/>
                  </a:lnTo>
                  <a:lnTo>
                    <a:pt x="21976" y="311957"/>
                  </a:lnTo>
                  <a:lnTo>
                    <a:pt x="22931" y="304314"/>
                  </a:lnTo>
                  <a:lnTo>
                    <a:pt x="22931" y="302403"/>
                  </a:lnTo>
                  <a:lnTo>
                    <a:pt x="22931" y="300014"/>
                  </a:lnTo>
                  <a:lnTo>
                    <a:pt x="19587" y="287593"/>
                  </a:lnTo>
                  <a:lnTo>
                    <a:pt x="19587" y="285204"/>
                  </a:lnTo>
                  <a:lnTo>
                    <a:pt x="20065" y="282816"/>
                  </a:lnTo>
                  <a:lnTo>
                    <a:pt x="19587" y="278516"/>
                  </a:lnTo>
                  <a:lnTo>
                    <a:pt x="19109" y="274694"/>
                  </a:lnTo>
                  <a:lnTo>
                    <a:pt x="20065" y="273739"/>
                  </a:lnTo>
                  <a:lnTo>
                    <a:pt x="20065" y="273739"/>
                  </a:lnTo>
                  <a:lnTo>
                    <a:pt x="21498" y="271350"/>
                  </a:lnTo>
                  <a:lnTo>
                    <a:pt x="20065" y="268006"/>
                  </a:lnTo>
                  <a:lnTo>
                    <a:pt x="20065" y="268006"/>
                  </a:lnTo>
                  <a:lnTo>
                    <a:pt x="17198" y="259885"/>
                  </a:lnTo>
                  <a:lnTo>
                    <a:pt x="21498" y="251763"/>
                  </a:lnTo>
                  <a:lnTo>
                    <a:pt x="20542" y="247464"/>
                  </a:lnTo>
                  <a:lnTo>
                    <a:pt x="22931" y="244120"/>
                  </a:lnTo>
                  <a:lnTo>
                    <a:pt x="27708" y="237431"/>
                  </a:lnTo>
                  <a:lnTo>
                    <a:pt x="27708" y="237431"/>
                  </a:lnTo>
                  <a:lnTo>
                    <a:pt x="30097" y="233132"/>
                  </a:lnTo>
                  <a:lnTo>
                    <a:pt x="31052" y="232654"/>
                  </a:lnTo>
                  <a:lnTo>
                    <a:pt x="32963" y="230743"/>
                  </a:lnTo>
                  <a:lnTo>
                    <a:pt x="32963" y="230743"/>
                  </a:lnTo>
                  <a:lnTo>
                    <a:pt x="36785" y="228832"/>
                  </a:lnTo>
                  <a:lnTo>
                    <a:pt x="41085" y="227877"/>
                  </a:lnTo>
                  <a:lnTo>
                    <a:pt x="42996" y="227877"/>
                  </a:lnTo>
                  <a:lnTo>
                    <a:pt x="42996" y="227877"/>
                  </a:lnTo>
                  <a:lnTo>
                    <a:pt x="50162" y="229310"/>
                  </a:lnTo>
                  <a:lnTo>
                    <a:pt x="55894" y="230266"/>
                  </a:lnTo>
                  <a:lnTo>
                    <a:pt x="55894" y="230266"/>
                  </a:lnTo>
                  <a:lnTo>
                    <a:pt x="56850" y="229310"/>
                  </a:lnTo>
                  <a:lnTo>
                    <a:pt x="57805" y="226921"/>
                  </a:lnTo>
                  <a:lnTo>
                    <a:pt x="59716" y="223577"/>
                  </a:lnTo>
                  <a:lnTo>
                    <a:pt x="59716" y="219756"/>
                  </a:lnTo>
                  <a:lnTo>
                    <a:pt x="59239" y="214500"/>
                  </a:lnTo>
                  <a:lnTo>
                    <a:pt x="58283" y="211156"/>
                  </a:lnTo>
                  <a:lnTo>
                    <a:pt x="54461" y="209245"/>
                  </a:lnTo>
                  <a:lnTo>
                    <a:pt x="49684" y="206379"/>
                  </a:lnTo>
                  <a:lnTo>
                    <a:pt x="55417" y="197302"/>
                  </a:lnTo>
                  <a:lnTo>
                    <a:pt x="55417" y="197302"/>
                  </a:lnTo>
                  <a:lnTo>
                    <a:pt x="59239" y="191092"/>
                  </a:lnTo>
                  <a:lnTo>
                    <a:pt x="63538" y="181059"/>
                  </a:lnTo>
                  <a:lnTo>
                    <a:pt x="65449" y="177238"/>
                  </a:lnTo>
                  <a:lnTo>
                    <a:pt x="66405" y="175804"/>
                  </a:lnTo>
                  <a:lnTo>
                    <a:pt x="67838" y="160517"/>
                  </a:lnTo>
                  <a:lnTo>
                    <a:pt x="68793" y="156217"/>
                  </a:lnTo>
                  <a:lnTo>
                    <a:pt x="69271" y="153829"/>
                  </a:lnTo>
                  <a:lnTo>
                    <a:pt x="69271" y="151440"/>
                  </a:lnTo>
                  <a:lnTo>
                    <a:pt x="68793" y="147618"/>
                  </a:lnTo>
                  <a:lnTo>
                    <a:pt x="67360" y="139019"/>
                  </a:lnTo>
                  <a:lnTo>
                    <a:pt x="74048" y="138064"/>
                  </a:lnTo>
                  <a:lnTo>
                    <a:pt x="75004" y="138064"/>
                  </a:lnTo>
                  <a:lnTo>
                    <a:pt x="77392" y="137108"/>
                  </a:lnTo>
                  <a:lnTo>
                    <a:pt x="79781" y="136153"/>
                  </a:lnTo>
                  <a:lnTo>
                    <a:pt x="84081" y="133286"/>
                  </a:lnTo>
                  <a:lnTo>
                    <a:pt x="84081" y="133286"/>
                  </a:lnTo>
                  <a:lnTo>
                    <a:pt x="85991" y="130898"/>
                  </a:lnTo>
                  <a:lnTo>
                    <a:pt x="85036" y="122776"/>
                  </a:lnTo>
                  <a:lnTo>
                    <a:pt x="87902" y="119910"/>
                  </a:lnTo>
                  <a:lnTo>
                    <a:pt x="94113" y="109878"/>
                  </a:lnTo>
                  <a:lnTo>
                    <a:pt x="101279" y="100323"/>
                  </a:lnTo>
                  <a:lnTo>
                    <a:pt x="104623" y="96501"/>
                  </a:lnTo>
                  <a:lnTo>
                    <a:pt x="104623" y="95068"/>
                  </a:lnTo>
                  <a:lnTo>
                    <a:pt x="105100" y="91724"/>
                  </a:lnTo>
                  <a:lnTo>
                    <a:pt x="103667" y="87424"/>
                  </a:lnTo>
                  <a:lnTo>
                    <a:pt x="102234" y="84558"/>
                  </a:lnTo>
                  <a:lnTo>
                    <a:pt x="98890" y="79303"/>
                  </a:lnTo>
                  <a:lnTo>
                    <a:pt x="100323" y="75481"/>
                  </a:lnTo>
                  <a:lnTo>
                    <a:pt x="102234" y="74526"/>
                  </a:lnTo>
                  <a:lnTo>
                    <a:pt x="102712" y="74526"/>
                  </a:lnTo>
                  <a:lnTo>
                    <a:pt x="105578" y="73093"/>
                  </a:lnTo>
                  <a:lnTo>
                    <a:pt x="105578" y="73093"/>
                  </a:lnTo>
                  <a:lnTo>
                    <a:pt x="107967" y="70226"/>
                  </a:lnTo>
                  <a:lnTo>
                    <a:pt x="107967" y="69749"/>
                  </a:lnTo>
                  <a:lnTo>
                    <a:pt x="107967" y="69749"/>
                  </a:lnTo>
                  <a:lnTo>
                    <a:pt x="111789" y="56850"/>
                  </a:lnTo>
                  <a:lnTo>
                    <a:pt x="119432" y="50162"/>
                  </a:lnTo>
                  <a:lnTo>
                    <a:pt x="119910" y="50162"/>
                  </a:lnTo>
                  <a:lnTo>
                    <a:pt x="122777" y="46817"/>
                  </a:lnTo>
                  <a:lnTo>
                    <a:pt x="127554" y="49206"/>
                  </a:lnTo>
                  <a:lnTo>
                    <a:pt x="134242" y="53506"/>
                  </a:lnTo>
                  <a:lnTo>
                    <a:pt x="134242" y="53506"/>
                  </a:lnTo>
                  <a:lnTo>
                    <a:pt x="134242" y="53506"/>
                  </a:lnTo>
                  <a:lnTo>
                    <a:pt x="137586" y="47295"/>
                  </a:lnTo>
                  <a:lnTo>
                    <a:pt x="138542" y="45384"/>
                  </a:lnTo>
                  <a:lnTo>
                    <a:pt x="139497" y="42040"/>
                  </a:lnTo>
                  <a:lnTo>
                    <a:pt x="139019" y="36307"/>
                  </a:lnTo>
                  <a:lnTo>
                    <a:pt x="139019" y="28664"/>
                  </a:lnTo>
                  <a:lnTo>
                    <a:pt x="139497" y="25797"/>
                  </a:lnTo>
                  <a:lnTo>
                    <a:pt x="141886" y="24364"/>
                  </a:lnTo>
                  <a:lnTo>
                    <a:pt x="143319" y="23886"/>
                  </a:lnTo>
                  <a:lnTo>
                    <a:pt x="151440" y="27230"/>
                  </a:lnTo>
                  <a:lnTo>
                    <a:pt x="153351" y="27230"/>
                  </a:lnTo>
                  <a:lnTo>
                    <a:pt x="156695" y="27708"/>
                  </a:lnTo>
                  <a:lnTo>
                    <a:pt x="160995" y="28664"/>
                  </a:lnTo>
                  <a:lnTo>
                    <a:pt x="169594" y="32486"/>
                  </a:lnTo>
                  <a:lnTo>
                    <a:pt x="172938" y="33919"/>
                  </a:lnTo>
                  <a:lnTo>
                    <a:pt x="174849" y="34396"/>
                  </a:lnTo>
                  <a:lnTo>
                    <a:pt x="175327" y="34396"/>
                  </a:lnTo>
                  <a:lnTo>
                    <a:pt x="175327" y="34396"/>
                  </a:lnTo>
                  <a:lnTo>
                    <a:pt x="176760" y="32486"/>
                  </a:lnTo>
                  <a:lnTo>
                    <a:pt x="180582" y="28186"/>
                  </a:lnTo>
                  <a:lnTo>
                    <a:pt x="175327" y="24842"/>
                  </a:lnTo>
                  <a:lnTo>
                    <a:pt x="178671" y="21976"/>
                  </a:lnTo>
                  <a:lnTo>
                    <a:pt x="178671" y="21976"/>
                  </a:lnTo>
                  <a:lnTo>
                    <a:pt x="180582" y="18631"/>
                  </a:lnTo>
                  <a:lnTo>
                    <a:pt x="182015" y="14332"/>
                  </a:lnTo>
                  <a:lnTo>
                    <a:pt x="182493" y="9555"/>
                  </a:lnTo>
                  <a:lnTo>
                    <a:pt x="182493" y="7166"/>
                  </a:lnTo>
                  <a:lnTo>
                    <a:pt x="181537" y="5255"/>
                  </a:lnTo>
                  <a:lnTo>
                    <a:pt x="178193" y="955"/>
                  </a:lnTo>
                  <a:lnTo>
                    <a:pt x="185359" y="478"/>
                  </a:lnTo>
                  <a:lnTo>
                    <a:pt x="187748" y="478"/>
                  </a:lnTo>
                  <a:lnTo>
                    <a:pt x="188226" y="0"/>
                  </a:lnTo>
                  <a:lnTo>
                    <a:pt x="188226" y="478"/>
                  </a:lnTo>
                  <a:lnTo>
                    <a:pt x="193480" y="3344"/>
                  </a:lnTo>
                  <a:lnTo>
                    <a:pt x="193480" y="3822"/>
                  </a:lnTo>
                  <a:lnTo>
                    <a:pt x="193480" y="5255"/>
                  </a:lnTo>
                  <a:lnTo>
                    <a:pt x="193958" y="6688"/>
                  </a:lnTo>
                  <a:lnTo>
                    <a:pt x="193958" y="6688"/>
                  </a:lnTo>
                  <a:lnTo>
                    <a:pt x="199213" y="10510"/>
                  </a:lnTo>
                  <a:lnTo>
                    <a:pt x="200646" y="12899"/>
                  </a:lnTo>
                  <a:lnTo>
                    <a:pt x="203991" y="15765"/>
                  </a:lnTo>
                  <a:lnTo>
                    <a:pt x="203991" y="16243"/>
                  </a:lnTo>
                  <a:lnTo>
                    <a:pt x="204946" y="17676"/>
                  </a:lnTo>
                  <a:lnTo>
                    <a:pt x="207812" y="19587"/>
                  </a:lnTo>
                  <a:lnTo>
                    <a:pt x="209723" y="21976"/>
                  </a:lnTo>
                  <a:lnTo>
                    <a:pt x="212590" y="23409"/>
                  </a:lnTo>
                  <a:lnTo>
                    <a:pt x="215456" y="26275"/>
                  </a:lnTo>
                  <a:lnTo>
                    <a:pt x="219278" y="28186"/>
                  </a:lnTo>
                  <a:lnTo>
                    <a:pt x="222622" y="29142"/>
                  </a:lnTo>
                  <a:lnTo>
                    <a:pt x="227399" y="31052"/>
                  </a:lnTo>
                  <a:lnTo>
                    <a:pt x="230743" y="32486"/>
                  </a:lnTo>
                  <a:lnTo>
                    <a:pt x="232177" y="33919"/>
                  </a:lnTo>
                  <a:lnTo>
                    <a:pt x="234565" y="36307"/>
                  </a:lnTo>
                  <a:lnTo>
                    <a:pt x="236954" y="39174"/>
                  </a:lnTo>
                  <a:lnTo>
                    <a:pt x="238865" y="44907"/>
                  </a:lnTo>
                  <a:lnTo>
                    <a:pt x="238865" y="44907"/>
                  </a:lnTo>
                  <a:lnTo>
                    <a:pt x="238865" y="44907"/>
                  </a:lnTo>
                  <a:lnTo>
                    <a:pt x="241253" y="45384"/>
                  </a:lnTo>
                  <a:lnTo>
                    <a:pt x="241253" y="45384"/>
                  </a:lnTo>
                  <a:lnTo>
                    <a:pt x="242209" y="47295"/>
                  </a:lnTo>
                  <a:lnTo>
                    <a:pt x="244598" y="51117"/>
                  </a:lnTo>
                  <a:lnTo>
                    <a:pt x="244598" y="51117"/>
                  </a:lnTo>
                  <a:lnTo>
                    <a:pt x="247942" y="53983"/>
                  </a:lnTo>
                  <a:lnTo>
                    <a:pt x="247464" y="54939"/>
                  </a:lnTo>
                  <a:lnTo>
                    <a:pt x="245075" y="57805"/>
                  </a:lnTo>
                  <a:lnTo>
                    <a:pt x="244598" y="61627"/>
                  </a:lnTo>
                  <a:lnTo>
                    <a:pt x="245075" y="66404"/>
                  </a:lnTo>
                  <a:lnTo>
                    <a:pt x="246031" y="70226"/>
                  </a:lnTo>
                  <a:lnTo>
                    <a:pt x="246031" y="71182"/>
                  </a:lnTo>
                  <a:lnTo>
                    <a:pt x="245075" y="72615"/>
                  </a:lnTo>
                  <a:lnTo>
                    <a:pt x="244598" y="75003"/>
                  </a:lnTo>
                  <a:lnTo>
                    <a:pt x="244120" y="76914"/>
                  </a:lnTo>
                  <a:lnTo>
                    <a:pt x="244120" y="77392"/>
                  </a:lnTo>
                  <a:lnTo>
                    <a:pt x="244598" y="77870"/>
                  </a:lnTo>
                  <a:lnTo>
                    <a:pt x="244598" y="77870"/>
                  </a:lnTo>
                  <a:lnTo>
                    <a:pt x="244598" y="77870"/>
                  </a:lnTo>
                  <a:lnTo>
                    <a:pt x="246031" y="77870"/>
                  </a:lnTo>
                  <a:lnTo>
                    <a:pt x="248419" y="78348"/>
                  </a:lnTo>
                  <a:lnTo>
                    <a:pt x="249375" y="79303"/>
                  </a:lnTo>
                  <a:lnTo>
                    <a:pt x="249852" y="79303"/>
                  </a:lnTo>
                  <a:lnTo>
                    <a:pt x="250330" y="83603"/>
                  </a:lnTo>
                  <a:lnTo>
                    <a:pt x="250330" y="84558"/>
                  </a:lnTo>
                  <a:lnTo>
                    <a:pt x="248419" y="86469"/>
                  </a:lnTo>
                  <a:lnTo>
                    <a:pt x="247464" y="88380"/>
                  </a:lnTo>
                  <a:lnTo>
                    <a:pt x="247464" y="90769"/>
                  </a:lnTo>
                  <a:lnTo>
                    <a:pt x="247942" y="93157"/>
                  </a:lnTo>
                  <a:lnTo>
                    <a:pt x="248419" y="96024"/>
                  </a:lnTo>
                  <a:lnTo>
                    <a:pt x="250330" y="98890"/>
                  </a:lnTo>
                  <a:lnTo>
                    <a:pt x="252241" y="102234"/>
                  </a:lnTo>
                  <a:lnTo>
                    <a:pt x="253675" y="105100"/>
                  </a:lnTo>
                  <a:lnTo>
                    <a:pt x="254630" y="106534"/>
                  </a:lnTo>
                  <a:lnTo>
                    <a:pt x="254630" y="107967"/>
                  </a:lnTo>
                  <a:lnTo>
                    <a:pt x="253675" y="109400"/>
                  </a:lnTo>
                  <a:lnTo>
                    <a:pt x="252719" y="112744"/>
                  </a:lnTo>
                  <a:lnTo>
                    <a:pt x="252719" y="116566"/>
                  </a:lnTo>
                  <a:lnTo>
                    <a:pt x="252241" y="118477"/>
                  </a:lnTo>
                  <a:lnTo>
                    <a:pt x="250330" y="121821"/>
                  </a:lnTo>
                  <a:lnTo>
                    <a:pt x="248897" y="123254"/>
                  </a:lnTo>
                  <a:lnTo>
                    <a:pt x="248897" y="124687"/>
                  </a:lnTo>
                  <a:lnTo>
                    <a:pt x="248419" y="127554"/>
                  </a:lnTo>
                  <a:lnTo>
                    <a:pt x="248897" y="130898"/>
                  </a:lnTo>
                  <a:lnTo>
                    <a:pt x="248897" y="133286"/>
                  </a:lnTo>
                  <a:lnTo>
                    <a:pt x="249375" y="135197"/>
                  </a:lnTo>
                  <a:lnTo>
                    <a:pt x="250330" y="136153"/>
                  </a:lnTo>
                  <a:lnTo>
                    <a:pt x="253197" y="138064"/>
                  </a:lnTo>
                  <a:lnTo>
                    <a:pt x="253197" y="138064"/>
                  </a:lnTo>
                  <a:lnTo>
                    <a:pt x="255108" y="141886"/>
                  </a:lnTo>
                  <a:lnTo>
                    <a:pt x="256063" y="145230"/>
                  </a:lnTo>
                  <a:lnTo>
                    <a:pt x="257974" y="15191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2" name="Freeform 1831">
              <a:extLst>
                <a:ext uri="{FF2B5EF4-FFF2-40B4-BE49-F238E27FC236}">
                  <a16:creationId xmlns:a16="http://schemas.microsoft.com/office/drawing/2014/main" id="{B1E44BDC-C5D6-E767-4567-D706588D1A79}"/>
                </a:ext>
              </a:extLst>
            </p:cNvPr>
            <p:cNvSpPr/>
            <p:nvPr/>
          </p:nvSpPr>
          <p:spPr>
            <a:xfrm>
              <a:off x="6163837" y="3542483"/>
              <a:ext cx="197779" cy="171504"/>
            </a:xfrm>
            <a:custGeom>
              <a:avLst/>
              <a:gdLst>
                <a:gd name="csX0" fmla="*/ 197780 w 197779"/>
                <a:gd name="csY0" fmla="*/ 118955 h 171504"/>
                <a:gd name="csX1" fmla="*/ 197780 w 197779"/>
                <a:gd name="csY1" fmla="*/ 119910 h 171504"/>
                <a:gd name="csX2" fmla="*/ 196825 w 197779"/>
                <a:gd name="csY2" fmla="*/ 120388 h 171504"/>
                <a:gd name="csX3" fmla="*/ 196347 w 197779"/>
                <a:gd name="csY3" fmla="*/ 120866 h 171504"/>
                <a:gd name="csX4" fmla="*/ 195869 w 197779"/>
                <a:gd name="csY4" fmla="*/ 120866 h 171504"/>
                <a:gd name="csX5" fmla="*/ 195869 w 197779"/>
                <a:gd name="csY5" fmla="*/ 120866 h 171504"/>
                <a:gd name="csX6" fmla="*/ 195391 w 197779"/>
                <a:gd name="csY6" fmla="*/ 121821 h 171504"/>
                <a:gd name="csX7" fmla="*/ 195869 w 197779"/>
                <a:gd name="csY7" fmla="*/ 122299 h 171504"/>
                <a:gd name="csX8" fmla="*/ 196825 w 197779"/>
                <a:gd name="csY8" fmla="*/ 123254 h 171504"/>
                <a:gd name="csX9" fmla="*/ 197780 w 197779"/>
                <a:gd name="csY9" fmla="*/ 126598 h 171504"/>
                <a:gd name="csX10" fmla="*/ 197780 w 197779"/>
                <a:gd name="csY10" fmla="*/ 128987 h 171504"/>
                <a:gd name="csX11" fmla="*/ 196825 w 197779"/>
                <a:gd name="csY11" fmla="*/ 129465 h 171504"/>
                <a:gd name="csX12" fmla="*/ 195869 w 197779"/>
                <a:gd name="csY12" fmla="*/ 130898 h 171504"/>
                <a:gd name="csX13" fmla="*/ 195391 w 197779"/>
                <a:gd name="csY13" fmla="*/ 132331 h 171504"/>
                <a:gd name="csX14" fmla="*/ 190136 w 197779"/>
                <a:gd name="csY14" fmla="*/ 133286 h 171504"/>
                <a:gd name="csX15" fmla="*/ 188703 w 197779"/>
                <a:gd name="csY15" fmla="*/ 134720 h 171504"/>
                <a:gd name="csX16" fmla="*/ 185837 w 197779"/>
                <a:gd name="csY16" fmla="*/ 137586 h 171504"/>
                <a:gd name="csX17" fmla="*/ 183926 w 197779"/>
                <a:gd name="csY17" fmla="*/ 139019 h 171504"/>
                <a:gd name="csX18" fmla="*/ 181059 w 197779"/>
                <a:gd name="csY18" fmla="*/ 141886 h 171504"/>
                <a:gd name="csX19" fmla="*/ 176760 w 197779"/>
                <a:gd name="csY19" fmla="*/ 146663 h 171504"/>
                <a:gd name="csX20" fmla="*/ 174849 w 197779"/>
                <a:gd name="csY20" fmla="*/ 149052 h 171504"/>
                <a:gd name="csX21" fmla="*/ 173893 w 197779"/>
                <a:gd name="csY21" fmla="*/ 150485 h 171504"/>
                <a:gd name="csX22" fmla="*/ 170072 w 197779"/>
                <a:gd name="csY22" fmla="*/ 155262 h 171504"/>
                <a:gd name="csX23" fmla="*/ 169116 w 197779"/>
                <a:gd name="csY23" fmla="*/ 156695 h 171504"/>
                <a:gd name="csX24" fmla="*/ 169116 w 197779"/>
                <a:gd name="csY24" fmla="*/ 158606 h 171504"/>
                <a:gd name="csX25" fmla="*/ 170549 w 197779"/>
                <a:gd name="csY25" fmla="*/ 161950 h 171504"/>
                <a:gd name="csX26" fmla="*/ 170549 w 197779"/>
                <a:gd name="csY26" fmla="*/ 163861 h 171504"/>
                <a:gd name="csX27" fmla="*/ 170549 w 197779"/>
                <a:gd name="csY27" fmla="*/ 165294 h 171504"/>
                <a:gd name="csX28" fmla="*/ 170072 w 197779"/>
                <a:gd name="csY28" fmla="*/ 166728 h 171504"/>
                <a:gd name="csX29" fmla="*/ 170072 w 197779"/>
                <a:gd name="csY29" fmla="*/ 167205 h 171504"/>
                <a:gd name="csX30" fmla="*/ 170072 w 197779"/>
                <a:gd name="csY30" fmla="*/ 167205 h 171504"/>
                <a:gd name="csX31" fmla="*/ 170549 w 197779"/>
                <a:gd name="csY31" fmla="*/ 167683 h 171504"/>
                <a:gd name="csX32" fmla="*/ 171027 w 197779"/>
                <a:gd name="csY32" fmla="*/ 168161 h 171504"/>
                <a:gd name="csX33" fmla="*/ 172938 w 197779"/>
                <a:gd name="csY33" fmla="*/ 169594 h 171504"/>
                <a:gd name="csX34" fmla="*/ 172938 w 197779"/>
                <a:gd name="csY34" fmla="*/ 170072 h 171504"/>
                <a:gd name="csX35" fmla="*/ 172938 w 197779"/>
                <a:gd name="csY35" fmla="*/ 171027 h 171504"/>
                <a:gd name="csX36" fmla="*/ 172460 w 197779"/>
                <a:gd name="csY36" fmla="*/ 171505 h 171504"/>
                <a:gd name="csX37" fmla="*/ 170072 w 197779"/>
                <a:gd name="csY37" fmla="*/ 170549 h 171504"/>
                <a:gd name="csX38" fmla="*/ 167683 w 197779"/>
                <a:gd name="csY38" fmla="*/ 169594 h 171504"/>
                <a:gd name="csX39" fmla="*/ 166727 w 197779"/>
                <a:gd name="csY39" fmla="*/ 170072 h 171504"/>
                <a:gd name="csX40" fmla="*/ 166727 w 197779"/>
                <a:gd name="csY40" fmla="*/ 170072 h 171504"/>
                <a:gd name="csX41" fmla="*/ 165772 w 197779"/>
                <a:gd name="csY41" fmla="*/ 169594 h 171504"/>
                <a:gd name="csX42" fmla="*/ 160039 w 197779"/>
                <a:gd name="csY42" fmla="*/ 167683 h 171504"/>
                <a:gd name="csX43" fmla="*/ 156695 w 197779"/>
                <a:gd name="csY43" fmla="*/ 166250 h 171504"/>
                <a:gd name="csX44" fmla="*/ 156218 w 197779"/>
                <a:gd name="csY44" fmla="*/ 165294 h 171504"/>
                <a:gd name="csX45" fmla="*/ 155740 w 197779"/>
                <a:gd name="csY45" fmla="*/ 163861 h 171504"/>
                <a:gd name="csX46" fmla="*/ 153829 w 197779"/>
                <a:gd name="csY46" fmla="*/ 162428 h 171504"/>
                <a:gd name="csX47" fmla="*/ 150485 w 197779"/>
                <a:gd name="csY47" fmla="*/ 161473 h 171504"/>
                <a:gd name="csX48" fmla="*/ 149052 w 197779"/>
                <a:gd name="csY48" fmla="*/ 160517 h 171504"/>
                <a:gd name="csX49" fmla="*/ 143319 w 197779"/>
                <a:gd name="csY49" fmla="*/ 160039 h 171504"/>
                <a:gd name="csX50" fmla="*/ 140930 w 197779"/>
                <a:gd name="csY50" fmla="*/ 160039 h 171504"/>
                <a:gd name="csX51" fmla="*/ 139019 w 197779"/>
                <a:gd name="csY51" fmla="*/ 160517 h 171504"/>
                <a:gd name="csX52" fmla="*/ 138064 w 197779"/>
                <a:gd name="csY52" fmla="*/ 160517 h 171504"/>
                <a:gd name="csX53" fmla="*/ 136153 w 197779"/>
                <a:gd name="csY53" fmla="*/ 162428 h 171504"/>
                <a:gd name="csX54" fmla="*/ 135197 w 197779"/>
                <a:gd name="csY54" fmla="*/ 162906 h 171504"/>
                <a:gd name="csX55" fmla="*/ 133764 w 197779"/>
                <a:gd name="csY55" fmla="*/ 163384 h 171504"/>
                <a:gd name="csX56" fmla="*/ 132331 w 197779"/>
                <a:gd name="csY56" fmla="*/ 162906 h 171504"/>
                <a:gd name="csX57" fmla="*/ 130898 w 197779"/>
                <a:gd name="csY57" fmla="*/ 161473 h 171504"/>
                <a:gd name="csX58" fmla="*/ 128987 w 197779"/>
                <a:gd name="csY58" fmla="*/ 160995 h 171504"/>
                <a:gd name="csX59" fmla="*/ 127076 w 197779"/>
                <a:gd name="csY59" fmla="*/ 161473 h 171504"/>
                <a:gd name="csX60" fmla="*/ 126120 w 197779"/>
                <a:gd name="csY60" fmla="*/ 160995 h 171504"/>
                <a:gd name="csX61" fmla="*/ 124687 w 197779"/>
                <a:gd name="csY61" fmla="*/ 160995 h 171504"/>
                <a:gd name="csX62" fmla="*/ 124687 w 197779"/>
                <a:gd name="csY62" fmla="*/ 160995 h 171504"/>
                <a:gd name="csX63" fmla="*/ 123732 w 197779"/>
                <a:gd name="csY63" fmla="*/ 160995 h 171504"/>
                <a:gd name="csX64" fmla="*/ 122299 w 197779"/>
                <a:gd name="csY64" fmla="*/ 161950 h 171504"/>
                <a:gd name="csX65" fmla="*/ 121343 w 197779"/>
                <a:gd name="csY65" fmla="*/ 162428 h 171504"/>
                <a:gd name="csX66" fmla="*/ 119910 w 197779"/>
                <a:gd name="csY66" fmla="*/ 162906 h 171504"/>
                <a:gd name="csX67" fmla="*/ 118477 w 197779"/>
                <a:gd name="csY67" fmla="*/ 164339 h 171504"/>
                <a:gd name="csX68" fmla="*/ 117521 w 197779"/>
                <a:gd name="csY68" fmla="*/ 166728 h 171504"/>
                <a:gd name="csX69" fmla="*/ 114655 w 197779"/>
                <a:gd name="csY69" fmla="*/ 165772 h 171504"/>
                <a:gd name="csX70" fmla="*/ 113700 w 197779"/>
                <a:gd name="csY70" fmla="*/ 166250 h 171504"/>
                <a:gd name="csX71" fmla="*/ 112744 w 197779"/>
                <a:gd name="csY71" fmla="*/ 166728 h 171504"/>
                <a:gd name="csX72" fmla="*/ 111789 w 197779"/>
                <a:gd name="csY72" fmla="*/ 166250 h 171504"/>
                <a:gd name="csX73" fmla="*/ 111789 w 197779"/>
                <a:gd name="csY73" fmla="*/ 165294 h 171504"/>
                <a:gd name="csX74" fmla="*/ 112266 w 197779"/>
                <a:gd name="csY74" fmla="*/ 164339 h 171504"/>
                <a:gd name="csX75" fmla="*/ 112266 w 197779"/>
                <a:gd name="csY75" fmla="*/ 162906 h 171504"/>
                <a:gd name="csX76" fmla="*/ 112266 w 197779"/>
                <a:gd name="csY76" fmla="*/ 161473 h 171504"/>
                <a:gd name="csX77" fmla="*/ 111311 w 197779"/>
                <a:gd name="csY77" fmla="*/ 160995 h 171504"/>
                <a:gd name="csX78" fmla="*/ 109878 w 197779"/>
                <a:gd name="csY78" fmla="*/ 160995 h 171504"/>
                <a:gd name="csX79" fmla="*/ 109400 w 197779"/>
                <a:gd name="csY79" fmla="*/ 160517 h 171504"/>
                <a:gd name="csX80" fmla="*/ 108922 w 197779"/>
                <a:gd name="csY80" fmla="*/ 160039 h 171504"/>
                <a:gd name="csX81" fmla="*/ 108445 w 197779"/>
                <a:gd name="csY81" fmla="*/ 159562 h 171504"/>
                <a:gd name="csX82" fmla="*/ 107489 w 197779"/>
                <a:gd name="csY82" fmla="*/ 158128 h 171504"/>
                <a:gd name="csX83" fmla="*/ 106056 w 197779"/>
                <a:gd name="csY83" fmla="*/ 155740 h 171504"/>
                <a:gd name="csX84" fmla="*/ 105578 w 197779"/>
                <a:gd name="csY84" fmla="*/ 155262 h 171504"/>
                <a:gd name="csX85" fmla="*/ 104145 w 197779"/>
                <a:gd name="csY85" fmla="*/ 156218 h 171504"/>
                <a:gd name="csX86" fmla="*/ 102712 w 197779"/>
                <a:gd name="csY86" fmla="*/ 157173 h 171504"/>
                <a:gd name="csX87" fmla="*/ 101756 w 197779"/>
                <a:gd name="csY87" fmla="*/ 157651 h 171504"/>
                <a:gd name="csX88" fmla="*/ 99845 w 197779"/>
                <a:gd name="csY88" fmla="*/ 160995 h 171504"/>
                <a:gd name="csX89" fmla="*/ 96024 w 197779"/>
                <a:gd name="csY89" fmla="*/ 160995 h 171504"/>
                <a:gd name="csX90" fmla="*/ 96024 w 197779"/>
                <a:gd name="csY90" fmla="*/ 159562 h 171504"/>
                <a:gd name="csX91" fmla="*/ 95546 w 197779"/>
                <a:gd name="csY91" fmla="*/ 158128 h 171504"/>
                <a:gd name="csX92" fmla="*/ 93157 w 197779"/>
                <a:gd name="csY92" fmla="*/ 157651 h 171504"/>
                <a:gd name="csX93" fmla="*/ 93157 w 197779"/>
                <a:gd name="csY93" fmla="*/ 156695 h 171504"/>
                <a:gd name="csX94" fmla="*/ 92679 w 197779"/>
                <a:gd name="csY94" fmla="*/ 154784 h 171504"/>
                <a:gd name="csX95" fmla="*/ 88858 w 197779"/>
                <a:gd name="csY95" fmla="*/ 150963 h 171504"/>
                <a:gd name="csX96" fmla="*/ 88380 w 197779"/>
                <a:gd name="csY96" fmla="*/ 149052 h 171504"/>
                <a:gd name="csX97" fmla="*/ 88380 w 197779"/>
                <a:gd name="csY97" fmla="*/ 148574 h 171504"/>
                <a:gd name="csX98" fmla="*/ 87902 w 197779"/>
                <a:gd name="csY98" fmla="*/ 147618 h 171504"/>
                <a:gd name="csX99" fmla="*/ 86947 w 197779"/>
                <a:gd name="csY99" fmla="*/ 146663 h 171504"/>
                <a:gd name="csX100" fmla="*/ 83603 w 197779"/>
                <a:gd name="csY100" fmla="*/ 146185 h 171504"/>
                <a:gd name="csX101" fmla="*/ 83125 w 197779"/>
                <a:gd name="csY101" fmla="*/ 146185 h 171504"/>
                <a:gd name="csX102" fmla="*/ 82170 w 197779"/>
                <a:gd name="csY102" fmla="*/ 145707 h 171504"/>
                <a:gd name="csX103" fmla="*/ 80736 w 197779"/>
                <a:gd name="csY103" fmla="*/ 144752 h 171504"/>
                <a:gd name="csX104" fmla="*/ 78825 w 197779"/>
                <a:gd name="csY104" fmla="*/ 144274 h 171504"/>
                <a:gd name="csX105" fmla="*/ 78825 w 197779"/>
                <a:gd name="csY105" fmla="*/ 143797 h 171504"/>
                <a:gd name="csX106" fmla="*/ 77870 w 197779"/>
                <a:gd name="csY106" fmla="*/ 142841 h 171504"/>
                <a:gd name="csX107" fmla="*/ 77392 w 197779"/>
                <a:gd name="csY107" fmla="*/ 142841 h 171504"/>
                <a:gd name="csX108" fmla="*/ 76914 w 197779"/>
                <a:gd name="csY108" fmla="*/ 143319 h 171504"/>
                <a:gd name="csX109" fmla="*/ 76437 w 197779"/>
                <a:gd name="csY109" fmla="*/ 143797 h 171504"/>
                <a:gd name="csX110" fmla="*/ 74526 w 197779"/>
                <a:gd name="csY110" fmla="*/ 144752 h 171504"/>
                <a:gd name="csX111" fmla="*/ 73570 w 197779"/>
                <a:gd name="csY111" fmla="*/ 144274 h 171504"/>
                <a:gd name="csX112" fmla="*/ 72615 w 197779"/>
                <a:gd name="csY112" fmla="*/ 143797 h 171504"/>
                <a:gd name="csX113" fmla="*/ 71659 w 197779"/>
                <a:gd name="csY113" fmla="*/ 142363 h 171504"/>
                <a:gd name="csX114" fmla="*/ 70704 w 197779"/>
                <a:gd name="csY114" fmla="*/ 140930 h 171504"/>
                <a:gd name="csX115" fmla="*/ 69271 w 197779"/>
                <a:gd name="csY115" fmla="*/ 140930 h 171504"/>
                <a:gd name="csX116" fmla="*/ 68793 w 197779"/>
                <a:gd name="csY116" fmla="*/ 139975 h 171504"/>
                <a:gd name="csX117" fmla="*/ 68793 w 197779"/>
                <a:gd name="csY117" fmla="*/ 139497 h 171504"/>
                <a:gd name="csX118" fmla="*/ 71182 w 197779"/>
                <a:gd name="csY118" fmla="*/ 138542 h 171504"/>
                <a:gd name="csX119" fmla="*/ 71182 w 197779"/>
                <a:gd name="csY119" fmla="*/ 138542 h 171504"/>
                <a:gd name="csX120" fmla="*/ 71659 w 197779"/>
                <a:gd name="csY120" fmla="*/ 137586 h 171504"/>
                <a:gd name="csX121" fmla="*/ 71182 w 197779"/>
                <a:gd name="csY121" fmla="*/ 135675 h 171504"/>
                <a:gd name="csX122" fmla="*/ 71182 w 197779"/>
                <a:gd name="csY122" fmla="*/ 135198 h 171504"/>
                <a:gd name="csX123" fmla="*/ 70226 w 197779"/>
                <a:gd name="csY123" fmla="*/ 136153 h 171504"/>
                <a:gd name="csX124" fmla="*/ 67838 w 197779"/>
                <a:gd name="csY124" fmla="*/ 136631 h 171504"/>
                <a:gd name="csX125" fmla="*/ 66404 w 197779"/>
                <a:gd name="csY125" fmla="*/ 136631 h 171504"/>
                <a:gd name="csX126" fmla="*/ 65449 w 197779"/>
                <a:gd name="csY126" fmla="*/ 136631 h 171504"/>
                <a:gd name="csX127" fmla="*/ 60194 w 197779"/>
                <a:gd name="csY127" fmla="*/ 133286 h 171504"/>
                <a:gd name="csX128" fmla="*/ 56850 w 197779"/>
                <a:gd name="csY128" fmla="*/ 132331 h 171504"/>
                <a:gd name="csX129" fmla="*/ 54461 w 197779"/>
                <a:gd name="csY129" fmla="*/ 131853 h 171504"/>
                <a:gd name="csX130" fmla="*/ 54461 w 197779"/>
                <a:gd name="csY130" fmla="*/ 132331 h 171504"/>
                <a:gd name="csX131" fmla="*/ 55416 w 197779"/>
                <a:gd name="csY131" fmla="*/ 134242 h 171504"/>
                <a:gd name="csX132" fmla="*/ 56850 w 197779"/>
                <a:gd name="csY132" fmla="*/ 136631 h 171504"/>
                <a:gd name="csX133" fmla="*/ 56850 w 197779"/>
                <a:gd name="csY133" fmla="*/ 137108 h 171504"/>
                <a:gd name="csX134" fmla="*/ 54939 w 197779"/>
                <a:gd name="csY134" fmla="*/ 138064 h 171504"/>
                <a:gd name="csX135" fmla="*/ 53983 w 197779"/>
                <a:gd name="csY135" fmla="*/ 138542 h 171504"/>
                <a:gd name="csX136" fmla="*/ 52550 w 197779"/>
                <a:gd name="csY136" fmla="*/ 139497 h 171504"/>
                <a:gd name="csX137" fmla="*/ 51595 w 197779"/>
                <a:gd name="csY137" fmla="*/ 140930 h 171504"/>
                <a:gd name="csX138" fmla="*/ 50639 w 197779"/>
                <a:gd name="csY138" fmla="*/ 141408 h 171504"/>
                <a:gd name="csX139" fmla="*/ 49684 w 197779"/>
                <a:gd name="csY139" fmla="*/ 140930 h 171504"/>
                <a:gd name="csX140" fmla="*/ 49206 w 197779"/>
                <a:gd name="csY140" fmla="*/ 140452 h 171504"/>
                <a:gd name="csX141" fmla="*/ 46817 w 197779"/>
                <a:gd name="csY141" fmla="*/ 137108 h 171504"/>
                <a:gd name="csX142" fmla="*/ 43951 w 197779"/>
                <a:gd name="csY142" fmla="*/ 134242 h 171504"/>
                <a:gd name="csX143" fmla="*/ 43951 w 197779"/>
                <a:gd name="csY143" fmla="*/ 133764 h 171504"/>
                <a:gd name="csX144" fmla="*/ 42996 w 197779"/>
                <a:gd name="csY144" fmla="*/ 133286 h 171504"/>
                <a:gd name="csX145" fmla="*/ 41563 w 197779"/>
                <a:gd name="csY145" fmla="*/ 132809 h 171504"/>
                <a:gd name="csX146" fmla="*/ 41563 w 197779"/>
                <a:gd name="csY146" fmla="*/ 131853 h 171504"/>
                <a:gd name="csX147" fmla="*/ 42040 w 197779"/>
                <a:gd name="csY147" fmla="*/ 130898 h 171504"/>
                <a:gd name="csX148" fmla="*/ 42996 w 197779"/>
                <a:gd name="csY148" fmla="*/ 130420 h 171504"/>
                <a:gd name="csX149" fmla="*/ 44429 w 197779"/>
                <a:gd name="csY149" fmla="*/ 129942 h 171504"/>
                <a:gd name="csX150" fmla="*/ 44906 w 197779"/>
                <a:gd name="csY150" fmla="*/ 129465 h 171504"/>
                <a:gd name="csX151" fmla="*/ 44906 w 197779"/>
                <a:gd name="csY151" fmla="*/ 128509 h 171504"/>
                <a:gd name="csX152" fmla="*/ 45384 w 197779"/>
                <a:gd name="csY152" fmla="*/ 127554 h 171504"/>
                <a:gd name="csX153" fmla="*/ 45384 w 197779"/>
                <a:gd name="csY153" fmla="*/ 127554 h 171504"/>
                <a:gd name="csX154" fmla="*/ 44429 w 197779"/>
                <a:gd name="csY154" fmla="*/ 126121 h 171504"/>
                <a:gd name="csX155" fmla="*/ 42996 w 197779"/>
                <a:gd name="csY155" fmla="*/ 125165 h 171504"/>
                <a:gd name="csX156" fmla="*/ 38696 w 197779"/>
                <a:gd name="csY156" fmla="*/ 126121 h 171504"/>
                <a:gd name="csX157" fmla="*/ 37263 w 197779"/>
                <a:gd name="csY157" fmla="*/ 126598 h 171504"/>
                <a:gd name="csX158" fmla="*/ 36785 w 197779"/>
                <a:gd name="csY158" fmla="*/ 126121 h 171504"/>
                <a:gd name="csX159" fmla="*/ 36307 w 197779"/>
                <a:gd name="csY159" fmla="*/ 125165 h 171504"/>
                <a:gd name="csX160" fmla="*/ 34874 w 197779"/>
                <a:gd name="csY160" fmla="*/ 124687 h 171504"/>
                <a:gd name="csX161" fmla="*/ 33441 w 197779"/>
                <a:gd name="csY161" fmla="*/ 123732 h 171504"/>
                <a:gd name="csX162" fmla="*/ 32008 w 197779"/>
                <a:gd name="csY162" fmla="*/ 122777 h 171504"/>
                <a:gd name="csX163" fmla="*/ 30097 w 197779"/>
                <a:gd name="csY163" fmla="*/ 122777 h 171504"/>
                <a:gd name="csX164" fmla="*/ 26753 w 197779"/>
                <a:gd name="csY164" fmla="*/ 121343 h 171504"/>
                <a:gd name="csX165" fmla="*/ 25320 w 197779"/>
                <a:gd name="csY165" fmla="*/ 121343 h 171504"/>
                <a:gd name="csX166" fmla="*/ 24364 w 197779"/>
                <a:gd name="csY166" fmla="*/ 120866 h 171504"/>
                <a:gd name="csX167" fmla="*/ 23409 w 197779"/>
                <a:gd name="csY167" fmla="*/ 119910 h 171504"/>
                <a:gd name="csX168" fmla="*/ 22931 w 197779"/>
                <a:gd name="csY168" fmla="*/ 118955 h 171504"/>
                <a:gd name="csX169" fmla="*/ 22453 w 197779"/>
                <a:gd name="csY169" fmla="*/ 116566 h 171504"/>
                <a:gd name="csX170" fmla="*/ 20065 w 197779"/>
                <a:gd name="csY170" fmla="*/ 115611 h 171504"/>
                <a:gd name="csX171" fmla="*/ 17198 w 197779"/>
                <a:gd name="csY171" fmla="*/ 115133 h 171504"/>
                <a:gd name="csX172" fmla="*/ 17198 w 197779"/>
                <a:gd name="csY172" fmla="*/ 115133 h 171504"/>
                <a:gd name="csX173" fmla="*/ 17198 w 197779"/>
                <a:gd name="csY173" fmla="*/ 117521 h 171504"/>
                <a:gd name="csX174" fmla="*/ 17198 w 197779"/>
                <a:gd name="csY174" fmla="*/ 118477 h 171504"/>
                <a:gd name="csX175" fmla="*/ 15287 w 197779"/>
                <a:gd name="csY175" fmla="*/ 119432 h 171504"/>
                <a:gd name="csX176" fmla="*/ 13854 w 197779"/>
                <a:gd name="csY176" fmla="*/ 119432 h 171504"/>
                <a:gd name="csX177" fmla="*/ 13854 w 197779"/>
                <a:gd name="csY177" fmla="*/ 118955 h 171504"/>
                <a:gd name="csX178" fmla="*/ 15765 w 197779"/>
                <a:gd name="csY178" fmla="*/ 115133 h 171504"/>
                <a:gd name="csX179" fmla="*/ 16721 w 197779"/>
                <a:gd name="csY179" fmla="*/ 112744 h 171504"/>
                <a:gd name="csX180" fmla="*/ 17676 w 197779"/>
                <a:gd name="csY180" fmla="*/ 107967 h 171504"/>
                <a:gd name="csX181" fmla="*/ 16243 w 197779"/>
                <a:gd name="csY181" fmla="*/ 104623 h 171504"/>
                <a:gd name="csX182" fmla="*/ 16243 w 197779"/>
                <a:gd name="csY182" fmla="*/ 102712 h 171504"/>
                <a:gd name="csX183" fmla="*/ 15765 w 197779"/>
                <a:gd name="csY183" fmla="*/ 102234 h 171504"/>
                <a:gd name="csX184" fmla="*/ 15287 w 197779"/>
                <a:gd name="csY184" fmla="*/ 102234 h 171504"/>
                <a:gd name="csX185" fmla="*/ 11943 w 197779"/>
                <a:gd name="csY185" fmla="*/ 100323 h 171504"/>
                <a:gd name="csX186" fmla="*/ 11465 w 197779"/>
                <a:gd name="csY186" fmla="*/ 99845 h 171504"/>
                <a:gd name="csX187" fmla="*/ 12421 w 197779"/>
                <a:gd name="csY187" fmla="*/ 97457 h 171504"/>
                <a:gd name="csX188" fmla="*/ 11943 w 197779"/>
                <a:gd name="csY188" fmla="*/ 96501 h 171504"/>
                <a:gd name="csX189" fmla="*/ 10988 w 197779"/>
                <a:gd name="csY189" fmla="*/ 95068 h 171504"/>
                <a:gd name="csX190" fmla="*/ 10032 w 197779"/>
                <a:gd name="csY190" fmla="*/ 93157 h 171504"/>
                <a:gd name="csX191" fmla="*/ 9555 w 197779"/>
                <a:gd name="csY191" fmla="*/ 91246 h 171504"/>
                <a:gd name="csX192" fmla="*/ 10988 w 197779"/>
                <a:gd name="csY192" fmla="*/ 89335 h 171504"/>
                <a:gd name="csX193" fmla="*/ 11465 w 197779"/>
                <a:gd name="csY193" fmla="*/ 87425 h 171504"/>
                <a:gd name="csX194" fmla="*/ 11943 w 197779"/>
                <a:gd name="csY194" fmla="*/ 85514 h 171504"/>
                <a:gd name="csX195" fmla="*/ 12421 w 197779"/>
                <a:gd name="csY195" fmla="*/ 84080 h 171504"/>
                <a:gd name="csX196" fmla="*/ 12421 w 197779"/>
                <a:gd name="csY196" fmla="*/ 84080 h 171504"/>
                <a:gd name="csX197" fmla="*/ 11465 w 197779"/>
                <a:gd name="csY197" fmla="*/ 83125 h 171504"/>
                <a:gd name="csX198" fmla="*/ 11465 w 197779"/>
                <a:gd name="csY198" fmla="*/ 81692 h 171504"/>
                <a:gd name="csX199" fmla="*/ 11465 w 197779"/>
                <a:gd name="csY199" fmla="*/ 80259 h 171504"/>
                <a:gd name="csX200" fmla="*/ 10988 w 197779"/>
                <a:gd name="csY200" fmla="*/ 78825 h 171504"/>
                <a:gd name="csX201" fmla="*/ 10988 w 197779"/>
                <a:gd name="csY201" fmla="*/ 78825 h 171504"/>
                <a:gd name="csX202" fmla="*/ 9555 w 197779"/>
                <a:gd name="csY202" fmla="*/ 77870 h 171504"/>
                <a:gd name="csX203" fmla="*/ 9077 w 197779"/>
                <a:gd name="csY203" fmla="*/ 76914 h 171504"/>
                <a:gd name="csX204" fmla="*/ 8599 w 197779"/>
                <a:gd name="csY204" fmla="*/ 75481 h 171504"/>
                <a:gd name="csX205" fmla="*/ 9077 w 197779"/>
                <a:gd name="csY205" fmla="*/ 73570 h 171504"/>
                <a:gd name="csX206" fmla="*/ 10032 w 197779"/>
                <a:gd name="csY206" fmla="*/ 70704 h 171504"/>
                <a:gd name="csX207" fmla="*/ 7644 w 197779"/>
                <a:gd name="csY207" fmla="*/ 67360 h 171504"/>
                <a:gd name="csX208" fmla="*/ 2389 w 197779"/>
                <a:gd name="csY208" fmla="*/ 63060 h 171504"/>
                <a:gd name="csX209" fmla="*/ 0 w 197779"/>
                <a:gd name="csY209" fmla="*/ 60194 h 171504"/>
                <a:gd name="csX210" fmla="*/ 478 w 197779"/>
                <a:gd name="csY210" fmla="*/ 58761 h 171504"/>
                <a:gd name="csX211" fmla="*/ 1433 w 197779"/>
                <a:gd name="csY211" fmla="*/ 56850 h 171504"/>
                <a:gd name="csX212" fmla="*/ 3344 w 197779"/>
                <a:gd name="csY212" fmla="*/ 55894 h 171504"/>
                <a:gd name="csX213" fmla="*/ 3344 w 197779"/>
                <a:gd name="csY213" fmla="*/ 55894 h 171504"/>
                <a:gd name="csX214" fmla="*/ 4777 w 197779"/>
                <a:gd name="csY214" fmla="*/ 53506 h 171504"/>
                <a:gd name="csX215" fmla="*/ 5733 w 197779"/>
                <a:gd name="csY215" fmla="*/ 50639 h 171504"/>
                <a:gd name="csX216" fmla="*/ 5733 w 197779"/>
                <a:gd name="csY216" fmla="*/ 50162 h 171504"/>
                <a:gd name="csX217" fmla="*/ 5733 w 197779"/>
                <a:gd name="csY217" fmla="*/ 47773 h 171504"/>
                <a:gd name="csX218" fmla="*/ 3344 w 197779"/>
                <a:gd name="csY218" fmla="*/ 39652 h 171504"/>
                <a:gd name="csX219" fmla="*/ 2866 w 197779"/>
                <a:gd name="csY219" fmla="*/ 37263 h 171504"/>
                <a:gd name="csX220" fmla="*/ 2866 w 197779"/>
                <a:gd name="csY220" fmla="*/ 37263 h 171504"/>
                <a:gd name="csX221" fmla="*/ 2866 w 197779"/>
                <a:gd name="csY221" fmla="*/ 34874 h 171504"/>
                <a:gd name="csX222" fmla="*/ 2866 w 197779"/>
                <a:gd name="csY222" fmla="*/ 34397 h 171504"/>
                <a:gd name="csX223" fmla="*/ 7166 w 197779"/>
                <a:gd name="csY223" fmla="*/ 36307 h 171504"/>
                <a:gd name="csX224" fmla="*/ 9077 w 197779"/>
                <a:gd name="csY224" fmla="*/ 37263 h 171504"/>
                <a:gd name="csX225" fmla="*/ 9077 w 197779"/>
                <a:gd name="csY225" fmla="*/ 35830 h 171504"/>
                <a:gd name="csX226" fmla="*/ 8599 w 197779"/>
                <a:gd name="csY226" fmla="*/ 34874 h 171504"/>
                <a:gd name="csX227" fmla="*/ 8599 w 197779"/>
                <a:gd name="csY227" fmla="*/ 33441 h 171504"/>
                <a:gd name="csX228" fmla="*/ 8599 w 197779"/>
                <a:gd name="csY228" fmla="*/ 31530 h 171504"/>
                <a:gd name="csX229" fmla="*/ 4299 w 197779"/>
                <a:gd name="csY229" fmla="*/ 30575 h 171504"/>
                <a:gd name="csX230" fmla="*/ 1911 w 197779"/>
                <a:gd name="csY230" fmla="*/ 30097 h 171504"/>
                <a:gd name="csX231" fmla="*/ 1433 w 197779"/>
                <a:gd name="csY231" fmla="*/ 28664 h 171504"/>
                <a:gd name="csX232" fmla="*/ 1911 w 197779"/>
                <a:gd name="csY232" fmla="*/ 27708 h 171504"/>
                <a:gd name="csX233" fmla="*/ 2389 w 197779"/>
                <a:gd name="csY233" fmla="*/ 28186 h 171504"/>
                <a:gd name="csX234" fmla="*/ 5255 w 197779"/>
                <a:gd name="csY234" fmla="*/ 28186 h 171504"/>
                <a:gd name="csX235" fmla="*/ 11943 w 197779"/>
                <a:gd name="csY235" fmla="*/ 25320 h 171504"/>
                <a:gd name="csX236" fmla="*/ 22931 w 197779"/>
                <a:gd name="csY236" fmla="*/ 21498 h 171504"/>
                <a:gd name="csX237" fmla="*/ 35352 w 197779"/>
                <a:gd name="csY237" fmla="*/ 18154 h 171504"/>
                <a:gd name="csX238" fmla="*/ 38218 w 197779"/>
                <a:gd name="csY238" fmla="*/ 17676 h 171504"/>
                <a:gd name="csX239" fmla="*/ 41085 w 197779"/>
                <a:gd name="csY239" fmla="*/ 17198 h 171504"/>
                <a:gd name="csX240" fmla="*/ 42040 w 197779"/>
                <a:gd name="csY240" fmla="*/ 15765 h 171504"/>
                <a:gd name="csX241" fmla="*/ 42996 w 197779"/>
                <a:gd name="csY241" fmla="*/ 14810 h 171504"/>
                <a:gd name="csX242" fmla="*/ 44429 w 197779"/>
                <a:gd name="csY242" fmla="*/ 12421 h 171504"/>
                <a:gd name="csX243" fmla="*/ 48251 w 197779"/>
                <a:gd name="csY243" fmla="*/ 8599 h 171504"/>
                <a:gd name="csX244" fmla="*/ 54939 w 197779"/>
                <a:gd name="csY244" fmla="*/ 7644 h 171504"/>
                <a:gd name="csX245" fmla="*/ 57328 w 197779"/>
                <a:gd name="csY245" fmla="*/ 5733 h 171504"/>
                <a:gd name="csX246" fmla="*/ 62105 w 197779"/>
                <a:gd name="csY246" fmla="*/ 3344 h 171504"/>
                <a:gd name="csX247" fmla="*/ 73570 w 197779"/>
                <a:gd name="csY247" fmla="*/ 478 h 171504"/>
                <a:gd name="csX248" fmla="*/ 78347 w 197779"/>
                <a:gd name="csY248" fmla="*/ 0 h 171504"/>
                <a:gd name="csX249" fmla="*/ 83125 w 197779"/>
                <a:gd name="csY249" fmla="*/ 0 h 171504"/>
                <a:gd name="csX250" fmla="*/ 87424 w 197779"/>
                <a:gd name="csY250" fmla="*/ 1911 h 171504"/>
                <a:gd name="csX251" fmla="*/ 91724 w 197779"/>
                <a:gd name="csY251" fmla="*/ 4777 h 171504"/>
                <a:gd name="csX252" fmla="*/ 92679 w 197779"/>
                <a:gd name="csY252" fmla="*/ 6211 h 171504"/>
                <a:gd name="csX253" fmla="*/ 90291 w 197779"/>
                <a:gd name="csY253" fmla="*/ 5255 h 171504"/>
                <a:gd name="csX254" fmla="*/ 86947 w 197779"/>
                <a:gd name="csY254" fmla="*/ 2866 h 171504"/>
                <a:gd name="csX255" fmla="*/ 85513 w 197779"/>
                <a:gd name="csY255" fmla="*/ 2866 h 171504"/>
                <a:gd name="csX256" fmla="*/ 88380 w 197779"/>
                <a:gd name="csY256" fmla="*/ 10032 h 171504"/>
                <a:gd name="csX257" fmla="*/ 90291 w 197779"/>
                <a:gd name="csY257" fmla="*/ 12421 h 171504"/>
                <a:gd name="csX258" fmla="*/ 93635 w 197779"/>
                <a:gd name="csY258" fmla="*/ 14332 h 171504"/>
                <a:gd name="csX259" fmla="*/ 96024 w 197779"/>
                <a:gd name="csY259" fmla="*/ 15287 h 171504"/>
                <a:gd name="csX260" fmla="*/ 104623 w 197779"/>
                <a:gd name="csY260" fmla="*/ 13854 h 171504"/>
                <a:gd name="csX261" fmla="*/ 107967 w 197779"/>
                <a:gd name="csY261" fmla="*/ 12421 h 171504"/>
                <a:gd name="csX262" fmla="*/ 108445 w 197779"/>
                <a:gd name="csY262" fmla="*/ 11943 h 171504"/>
                <a:gd name="csX263" fmla="*/ 108922 w 197779"/>
                <a:gd name="csY263" fmla="*/ 11943 h 171504"/>
                <a:gd name="csX264" fmla="*/ 109400 w 197779"/>
                <a:gd name="csY264" fmla="*/ 11943 h 171504"/>
                <a:gd name="csX265" fmla="*/ 115133 w 197779"/>
                <a:gd name="csY265" fmla="*/ 12421 h 171504"/>
                <a:gd name="csX266" fmla="*/ 120388 w 197779"/>
                <a:gd name="csY266" fmla="*/ 12899 h 171504"/>
                <a:gd name="csX267" fmla="*/ 129465 w 197779"/>
                <a:gd name="csY267" fmla="*/ 13377 h 171504"/>
                <a:gd name="csX268" fmla="*/ 139019 w 197779"/>
                <a:gd name="csY268" fmla="*/ 13854 h 171504"/>
                <a:gd name="csX269" fmla="*/ 149052 w 197779"/>
                <a:gd name="csY269" fmla="*/ 14332 h 171504"/>
                <a:gd name="csX270" fmla="*/ 159561 w 197779"/>
                <a:gd name="csY270" fmla="*/ 14810 h 171504"/>
                <a:gd name="csX271" fmla="*/ 170549 w 197779"/>
                <a:gd name="csY271" fmla="*/ 15287 h 171504"/>
                <a:gd name="csX272" fmla="*/ 171505 w 197779"/>
                <a:gd name="csY272" fmla="*/ 14810 h 171504"/>
                <a:gd name="csX273" fmla="*/ 171505 w 197779"/>
                <a:gd name="csY273" fmla="*/ 14810 h 171504"/>
                <a:gd name="csX274" fmla="*/ 171505 w 197779"/>
                <a:gd name="csY274" fmla="*/ 14810 h 171504"/>
                <a:gd name="csX275" fmla="*/ 172460 w 197779"/>
                <a:gd name="csY275" fmla="*/ 13854 h 171504"/>
                <a:gd name="csX276" fmla="*/ 173893 w 197779"/>
                <a:gd name="csY276" fmla="*/ 13854 h 171504"/>
                <a:gd name="csX277" fmla="*/ 175327 w 197779"/>
                <a:gd name="csY277" fmla="*/ 14810 h 171504"/>
                <a:gd name="csX278" fmla="*/ 176282 w 197779"/>
                <a:gd name="csY278" fmla="*/ 15287 h 171504"/>
                <a:gd name="csX279" fmla="*/ 176760 w 197779"/>
                <a:gd name="csY279" fmla="*/ 15765 h 171504"/>
                <a:gd name="csX280" fmla="*/ 176760 w 197779"/>
                <a:gd name="csY280" fmla="*/ 16721 h 171504"/>
                <a:gd name="csX281" fmla="*/ 177715 w 197779"/>
                <a:gd name="csY281" fmla="*/ 16721 h 171504"/>
                <a:gd name="csX282" fmla="*/ 179149 w 197779"/>
                <a:gd name="csY282" fmla="*/ 17198 h 171504"/>
                <a:gd name="csX283" fmla="*/ 181537 w 197779"/>
                <a:gd name="csY283" fmla="*/ 18631 h 171504"/>
                <a:gd name="csX284" fmla="*/ 183448 w 197779"/>
                <a:gd name="csY284" fmla="*/ 19587 h 171504"/>
                <a:gd name="csX285" fmla="*/ 184881 w 197779"/>
                <a:gd name="csY285" fmla="*/ 21498 h 171504"/>
                <a:gd name="csX286" fmla="*/ 185359 w 197779"/>
                <a:gd name="csY286" fmla="*/ 23409 h 171504"/>
                <a:gd name="csX287" fmla="*/ 185359 w 197779"/>
                <a:gd name="csY287" fmla="*/ 25797 h 171504"/>
                <a:gd name="csX288" fmla="*/ 185359 w 197779"/>
                <a:gd name="csY288" fmla="*/ 27231 h 171504"/>
                <a:gd name="csX289" fmla="*/ 185837 w 197779"/>
                <a:gd name="csY289" fmla="*/ 27708 h 171504"/>
                <a:gd name="csX290" fmla="*/ 187748 w 197779"/>
                <a:gd name="csY290" fmla="*/ 38218 h 171504"/>
                <a:gd name="csX291" fmla="*/ 191569 w 197779"/>
                <a:gd name="csY291" fmla="*/ 48251 h 171504"/>
                <a:gd name="csX292" fmla="*/ 193003 w 197779"/>
                <a:gd name="csY292" fmla="*/ 53028 h 171504"/>
                <a:gd name="csX293" fmla="*/ 193480 w 197779"/>
                <a:gd name="csY293" fmla="*/ 55894 h 171504"/>
                <a:gd name="csX294" fmla="*/ 193958 w 197779"/>
                <a:gd name="csY294" fmla="*/ 59238 h 171504"/>
                <a:gd name="csX295" fmla="*/ 193958 w 197779"/>
                <a:gd name="csY295" fmla="*/ 62105 h 171504"/>
                <a:gd name="csX296" fmla="*/ 193958 w 197779"/>
                <a:gd name="csY296" fmla="*/ 63538 h 171504"/>
                <a:gd name="csX297" fmla="*/ 193958 w 197779"/>
                <a:gd name="csY297" fmla="*/ 65449 h 171504"/>
                <a:gd name="csX298" fmla="*/ 193003 w 197779"/>
                <a:gd name="csY298" fmla="*/ 66404 h 171504"/>
                <a:gd name="csX299" fmla="*/ 185359 w 197779"/>
                <a:gd name="csY299" fmla="*/ 69749 h 171504"/>
                <a:gd name="csX300" fmla="*/ 184403 w 197779"/>
                <a:gd name="csY300" fmla="*/ 71182 h 171504"/>
                <a:gd name="csX301" fmla="*/ 182015 w 197779"/>
                <a:gd name="csY301" fmla="*/ 73570 h 171504"/>
                <a:gd name="csX302" fmla="*/ 180104 w 197779"/>
                <a:gd name="csY302" fmla="*/ 76437 h 171504"/>
                <a:gd name="csX303" fmla="*/ 179626 w 197779"/>
                <a:gd name="csY303" fmla="*/ 77392 h 171504"/>
                <a:gd name="csX304" fmla="*/ 179626 w 197779"/>
                <a:gd name="csY304" fmla="*/ 77870 h 171504"/>
                <a:gd name="csX305" fmla="*/ 180104 w 197779"/>
                <a:gd name="csY305" fmla="*/ 78825 h 171504"/>
                <a:gd name="csX306" fmla="*/ 182493 w 197779"/>
                <a:gd name="csY306" fmla="*/ 80259 h 171504"/>
                <a:gd name="csX307" fmla="*/ 185359 w 197779"/>
                <a:gd name="csY307" fmla="*/ 81214 h 171504"/>
                <a:gd name="csX308" fmla="*/ 185837 w 197779"/>
                <a:gd name="csY308" fmla="*/ 82170 h 171504"/>
                <a:gd name="csX309" fmla="*/ 187748 w 197779"/>
                <a:gd name="csY309" fmla="*/ 83125 h 171504"/>
                <a:gd name="csX310" fmla="*/ 188703 w 197779"/>
                <a:gd name="csY310" fmla="*/ 84080 h 171504"/>
                <a:gd name="csX311" fmla="*/ 189181 w 197779"/>
                <a:gd name="csY311" fmla="*/ 85036 h 171504"/>
                <a:gd name="csX312" fmla="*/ 189181 w 197779"/>
                <a:gd name="csY312" fmla="*/ 86947 h 171504"/>
                <a:gd name="csX313" fmla="*/ 188225 w 197779"/>
                <a:gd name="csY313" fmla="*/ 89813 h 171504"/>
                <a:gd name="csX314" fmla="*/ 188225 w 197779"/>
                <a:gd name="csY314" fmla="*/ 91724 h 171504"/>
                <a:gd name="csX315" fmla="*/ 187748 w 197779"/>
                <a:gd name="csY315" fmla="*/ 93157 h 171504"/>
                <a:gd name="csX316" fmla="*/ 186792 w 197779"/>
                <a:gd name="csY316" fmla="*/ 94591 h 171504"/>
                <a:gd name="csX317" fmla="*/ 186792 w 197779"/>
                <a:gd name="csY317" fmla="*/ 97457 h 171504"/>
                <a:gd name="csX318" fmla="*/ 188225 w 197779"/>
                <a:gd name="csY318" fmla="*/ 100323 h 171504"/>
                <a:gd name="csX319" fmla="*/ 188225 w 197779"/>
                <a:gd name="csY319" fmla="*/ 100323 h 171504"/>
                <a:gd name="csX320" fmla="*/ 189181 w 197779"/>
                <a:gd name="csY320" fmla="*/ 102234 h 171504"/>
                <a:gd name="csX321" fmla="*/ 189659 w 197779"/>
                <a:gd name="csY321" fmla="*/ 104145 h 171504"/>
                <a:gd name="csX322" fmla="*/ 189181 w 197779"/>
                <a:gd name="csY322" fmla="*/ 105100 h 171504"/>
                <a:gd name="csX323" fmla="*/ 189181 w 197779"/>
                <a:gd name="csY323" fmla="*/ 106534 h 171504"/>
                <a:gd name="csX324" fmla="*/ 190136 w 197779"/>
                <a:gd name="csY324" fmla="*/ 107967 h 171504"/>
                <a:gd name="csX325" fmla="*/ 193003 w 197779"/>
                <a:gd name="csY325" fmla="*/ 111789 h 171504"/>
                <a:gd name="csX326" fmla="*/ 194436 w 197779"/>
                <a:gd name="csY326" fmla="*/ 115611 h 171504"/>
                <a:gd name="csX327" fmla="*/ 195391 w 197779"/>
                <a:gd name="csY327" fmla="*/ 117044 h 171504"/>
                <a:gd name="csX328" fmla="*/ 195391 w 197779"/>
                <a:gd name="csY328" fmla="*/ 117044 h 171504"/>
                <a:gd name="csX329" fmla="*/ 197780 w 197779"/>
                <a:gd name="csY329" fmla="*/ 118955 h 1715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</a:cxnLst>
              <a:rect l="l" t="t" r="r" b="b"/>
              <a:pathLst>
                <a:path w="197779" h="171504">
                  <a:moveTo>
                    <a:pt x="197780" y="118955"/>
                  </a:moveTo>
                  <a:lnTo>
                    <a:pt x="197780" y="119910"/>
                  </a:lnTo>
                  <a:lnTo>
                    <a:pt x="196825" y="120388"/>
                  </a:lnTo>
                  <a:lnTo>
                    <a:pt x="196347" y="120866"/>
                  </a:lnTo>
                  <a:lnTo>
                    <a:pt x="195869" y="120866"/>
                  </a:lnTo>
                  <a:lnTo>
                    <a:pt x="195869" y="120866"/>
                  </a:lnTo>
                  <a:lnTo>
                    <a:pt x="195391" y="121821"/>
                  </a:lnTo>
                  <a:lnTo>
                    <a:pt x="195869" y="122299"/>
                  </a:lnTo>
                  <a:lnTo>
                    <a:pt x="196825" y="123254"/>
                  </a:lnTo>
                  <a:lnTo>
                    <a:pt x="197780" y="126598"/>
                  </a:lnTo>
                  <a:lnTo>
                    <a:pt x="197780" y="128987"/>
                  </a:lnTo>
                  <a:lnTo>
                    <a:pt x="196825" y="129465"/>
                  </a:lnTo>
                  <a:lnTo>
                    <a:pt x="195869" y="130898"/>
                  </a:lnTo>
                  <a:lnTo>
                    <a:pt x="195391" y="132331"/>
                  </a:lnTo>
                  <a:lnTo>
                    <a:pt x="190136" y="133286"/>
                  </a:lnTo>
                  <a:lnTo>
                    <a:pt x="188703" y="134720"/>
                  </a:lnTo>
                  <a:lnTo>
                    <a:pt x="185837" y="137586"/>
                  </a:lnTo>
                  <a:lnTo>
                    <a:pt x="183926" y="139019"/>
                  </a:lnTo>
                  <a:lnTo>
                    <a:pt x="181059" y="141886"/>
                  </a:lnTo>
                  <a:lnTo>
                    <a:pt x="176760" y="146663"/>
                  </a:lnTo>
                  <a:lnTo>
                    <a:pt x="174849" y="149052"/>
                  </a:lnTo>
                  <a:lnTo>
                    <a:pt x="173893" y="150485"/>
                  </a:lnTo>
                  <a:lnTo>
                    <a:pt x="170072" y="155262"/>
                  </a:lnTo>
                  <a:lnTo>
                    <a:pt x="169116" y="156695"/>
                  </a:lnTo>
                  <a:lnTo>
                    <a:pt x="169116" y="158606"/>
                  </a:lnTo>
                  <a:lnTo>
                    <a:pt x="170549" y="161950"/>
                  </a:lnTo>
                  <a:lnTo>
                    <a:pt x="170549" y="163861"/>
                  </a:lnTo>
                  <a:lnTo>
                    <a:pt x="170549" y="165294"/>
                  </a:lnTo>
                  <a:lnTo>
                    <a:pt x="170072" y="166728"/>
                  </a:lnTo>
                  <a:lnTo>
                    <a:pt x="170072" y="167205"/>
                  </a:lnTo>
                  <a:lnTo>
                    <a:pt x="170072" y="167205"/>
                  </a:lnTo>
                  <a:lnTo>
                    <a:pt x="170549" y="167683"/>
                  </a:lnTo>
                  <a:lnTo>
                    <a:pt x="171027" y="168161"/>
                  </a:lnTo>
                  <a:lnTo>
                    <a:pt x="172938" y="169594"/>
                  </a:lnTo>
                  <a:lnTo>
                    <a:pt x="172938" y="170072"/>
                  </a:lnTo>
                  <a:lnTo>
                    <a:pt x="172938" y="171027"/>
                  </a:lnTo>
                  <a:lnTo>
                    <a:pt x="172460" y="171505"/>
                  </a:lnTo>
                  <a:lnTo>
                    <a:pt x="170072" y="170549"/>
                  </a:lnTo>
                  <a:lnTo>
                    <a:pt x="167683" y="169594"/>
                  </a:lnTo>
                  <a:lnTo>
                    <a:pt x="166727" y="170072"/>
                  </a:lnTo>
                  <a:lnTo>
                    <a:pt x="166727" y="170072"/>
                  </a:lnTo>
                  <a:lnTo>
                    <a:pt x="165772" y="169594"/>
                  </a:lnTo>
                  <a:lnTo>
                    <a:pt x="160039" y="167683"/>
                  </a:lnTo>
                  <a:lnTo>
                    <a:pt x="156695" y="166250"/>
                  </a:lnTo>
                  <a:lnTo>
                    <a:pt x="156218" y="165294"/>
                  </a:lnTo>
                  <a:lnTo>
                    <a:pt x="155740" y="163861"/>
                  </a:lnTo>
                  <a:lnTo>
                    <a:pt x="153829" y="162428"/>
                  </a:lnTo>
                  <a:lnTo>
                    <a:pt x="150485" y="161473"/>
                  </a:lnTo>
                  <a:lnTo>
                    <a:pt x="149052" y="160517"/>
                  </a:lnTo>
                  <a:lnTo>
                    <a:pt x="143319" y="160039"/>
                  </a:lnTo>
                  <a:lnTo>
                    <a:pt x="140930" y="160039"/>
                  </a:lnTo>
                  <a:lnTo>
                    <a:pt x="139019" y="160517"/>
                  </a:lnTo>
                  <a:lnTo>
                    <a:pt x="138064" y="160517"/>
                  </a:lnTo>
                  <a:lnTo>
                    <a:pt x="136153" y="162428"/>
                  </a:lnTo>
                  <a:lnTo>
                    <a:pt x="135197" y="162906"/>
                  </a:lnTo>
                  <a:lnTo>
                    <a:pt x="133764" y="163384"/>
                  </a:lnTo>
                  <a:lnTo>
                    <a:pt x="132331" y="162906"/>
                  </a:lnTo>
                  <a:lnTo>
                    <a:pt x="130898" y="161473"/>
                  </a:lnTo>
                  <a:lnTo>
                    <a:pt x="128987" y="160995"/>
                  </a:lnTo>
                  <a:lnTo>
                    <a:pt x="127076" y="161473"/>
                  </a:lnTo>
                  <a:lnTo>
                    <a:pt x="126120" y="160995"/>
                  </a:lnTo>
                  <a:lnTo>
                    <a:pt x="124687" y="160995"/>
                  </a:lnTo>
                  <a:lnTo>
                    <a:pt x="124687" y="160995"/>
                  </a:lnTo>
                  <a:lnTo>
                    <a:pt x="123732" y="160995"/>
                  </a:lnTo>
                  <a:lnTo>
                    <a:pt x="122299" y="161950"/>
                  </a:lnTo>
                  <a:lnTo>
                    <a:pt x="121343" y="162428"/>
                  </a:lnTo>
                  <a:lnTo>
                    <a:pt x="119910" y="162906"/>
                  </a:lnTo>
                  <a:lnTo>
                    <a:pt x="118477" y="164339"/>
                  </a:lnTo>
                  <a:lnTo>
                    <a:pt x="117521" y="166728"/>
                  </a:lnTo>
                  <a:lnTo>
                    <a:pt x="114655" y="165772"/>
                  </a:lnTo>
                  <a:lnTo>
                    <a:pt x="113700" y="166250"/>
                  </a:lnTo>
                  <a:lnTo>
                    <a:pt x="112744" y="166728"/>
                  </a:lnTo>
                  <a:lnTo>
                    <a:pt x="111789" y="166250"/>
                  </a:lnTo>
                  <a:lnTo>
                    <a:pt x="111789" y="165294"/>
                  </a:lnTo>
                  <a:lnTo>
                    <a:pt x="112266" y="164339"/>
                  </a:lnTo>
                  <a:lnTo>
                    <a:pt x="112266" y="162906"/>
                  </a:lnTo>
                  <a:lnTo>
                    <a:pt x="112266" y="161473"/>
                  </a:lnTo>
                  <a:lnTo>
                    <a:pt x="111311" y="160995"/>
                  </a:lnTo>
                  <a:lnTo>
                    <a:pt x="109878" y="160995"/>
                  </a:lnTo>
                  <a:lnTo>
                    <a:pt x="109400" y="160517"/>
                  </a:lnTo>
                  <a:lnTo>
                    <a:pt x="108922" y="160039"/>
                  </a:lnTo>
                  <a:lnTo>
                    <a:pt x="108445" y="159562"/>
                  </a:lnTo>
                  <a:lnTo>
                    <a:pt x="107489" y="158128"/>
                  </a:lnTo>
                  <a:lnTo>
                    <a:pt x="106056" y="155740"/>
                  </a:lnTo>
                  <a:lnTo>
                    <a:pt x="105578" y="155262"/>
                  </a:lnTo>
                  <a:lnTo>
                    <a:pt x="104145" y="156218"/>
                  </a:lnTo>
                  <a:lnTo>
                    <a:pt x="102712" y="157173"/>
                  </a:lnTo>
                  <a:lnTo>
                    <a:pt x="101756" y="157651"/>
                  </a:lnTo>
                  <a:lnTo>
                    <a:pt x="99845" y="160995"/>
                  </a:lnTo>
                  <a:lnTo>
                    <a:pt x="96024" y="160995"/>
                  </a:lnTo>
                  <a:lnTo>
                    <a:pt x="96024" y="159562"/>
                  </a:lnTo>
                  <a:lnTo>
                    <a:pt x="95546" y="158128"/>
                  </a:lnTo>
                  <a:lnTo>
                    <a:pt x="93157" y="157651"/>
                  </a:lnTo>
                  <a:lnTo>
                    <a:pt x="93157" y="156695"/>
                  </a:lnTo>
                  <a:lnTo>
                    <a:pt x="92679" y="154784"/>
                  </a:lnTo>
                  <a:lnTo>
                    <a:pt x="88858" y="150963"/>
                  </a:lnTo>
                  <a:lnTo>
                    <a:pt x="88380" y="149052"/>
                  </a:lnTo>
                  <a:lnTo>
                    <a:pt x="88380" y="148574"/>
                  </a:lnTo>
                  <a:lnTo>
                    <a:pt x="87902" y="147618"/>
                  </a:lnTo>
                  <a:lnTo>
                    <a:pt x="86947" y="146663"/>
                  </a:lnTo>
                  <a:lnTo>
                    <a:pt x="83603" y="146185"/>
                  </a:lnTo>
                  <a:lnTo>
                    <a:pt x="83125" y="146185"/>
                  </a:lnTo>
                  <a:lnTo>
                    <a:pt x="82170" y="145707"/>
                  </a:lnTo>
                  <a:lnTo>
                    <a:pt x="80736" y="144752"/>
                  </a:lnTo>
                  <a:lnTo>
                    <a:pt x="78825" y="144274"/>
                  </a:lnTo>
                  <a:lnTo>
                    <a:pt x="78825" y="143797"/>
                  </a:lnTo>
                  <a:lnTo>
                    <a:pt x="77870" y="142841"/>
                  </a:lnTo>
                  <a:lnTo>
                    <a:pt x="77392" y="142841"/>
                  </a:lnTo>
                  <a:lnTo>
                    <a:pt x="76914" y="143319"/>
                  </a:lnTo>
                  <a:lnTo>
                    <a:pt x="76437" y="143797"/>
                  </a:lnTo>
                  <a:lnTo>
                    <a:pt x="74526" y="144752"/>
                  </a:lnTo>
                  <a:lnTo>
                    <a:pt x="73570" y="144274"/>
                  </a:lnTo>
                  <a:lnTo>
                    <a:pt x="72615" y="143797"/>
                  </a:lnTo>
                  <a:lnTo>
                    <a:pt x="71659" y="142363"/>
                  </a:lnTo>
                  <a:lnTo>
                    <a:pt x="70704" y="140930"/>
                  </a:lnTo>
                  <a:lnTo>
                    <a:pt x="69271" y="140930"/>
                  </a:lnTo>
                  <a:lnTo>
                    <a:pt x="68793" y="139975"/>
                  </a:lnTo>
                  <a:lnTo>
                    <a:pt x="68793" y="139497"/>
                  </a:lnTo>
                  <a:lnTo>
                    <a:pt x="71182" y="138542"/>
                  </a:lnTo>
                  <a:lnTo>
                    <a:pt x="71182" y="138542"/>
                  </a:lnTo>
                  <a:lnTo>
                    <a:pt x="71659" y="137586"/>
                  </a:lnTo>
                  <a:lnTo>
                    <a:pt x="71182" y="135675"/>
                  </a:lnTo>
                  <a:lnTo>
                    <a:pt x="71182" y="135198"/>
                  </a:lnTo>
                  <a:lnTo>
                    <a:pt x="70226" y="136153"/>
                  </a:lnTo>
                  <a:lnTo>
                    <a:pt x="67838" y="136631"/>
                  </a:lnTo>
                  <a:lnTo>
                    <a:pt x="66404" y="136631"/>
                  </a:lnTo>
                  <a:lnTo>
                    <a:pt x="65449" y="136631"/>
                  </a:lnTo>
                  <a:lnTo>
                    <a:pt x="60194" y="133286"/>
                  </a:lnTo>
                  <a:lnTo>
                    <a:pt x="56850" y="132331"/>
                  </a:lnTo>
                  <a:lnTo>
                    <a:pt x="54461" y="131853"/>
                  </a:lnTo>
                  <a:lnTo>
                    <a:pt x="54461" y="132331"/>
                  </a:lnTo>
                  <a:lnTo>
                    <a:pt x="55416" y="134242"/>
                  </a:lnTo>
                  <a:lnTo>
                    <a:pt x="56850" y="136631"/>
                  </a:lnTo>
                  <a:lnTo>
                    <a:pt x="56850" y="137108"/>
                  </a:lnTo>
                  <a:lnTo>
                    <a:pt x="54939" y="138064"/>
                  </a:lnTo>
                  <a:lnTo>
                    <a:pt x="53983" y="138542"/>
                  </a:lnTo>
                  <a:lnTo>
                    <a:pt x="52550" y="139497"/>
                  </a:lnTo>
                  <a:lnTo>
                    <a:pt x="51595" y="140930"/>
                  </a:lnTo>
                  <a:lnTo>
                    <a:pt x="50639" y="141408"/>
                  </a:lnTo>
                  <a:lnTo>
                    <a:pt x="49684" y="140930"/>
                  </a:lnTo>
                  <a:lnTo>
                    <a:pt x="49206" y="140452"/>
                  </a:lnTo>
                  <a:lnTo>
                    <a:pt x="46817" y="137108"/>
                  </a:lnTo>
                  <a:lnTo>
                    <a:pt x="43951" y="134242"/>
                  </a:lnTo>
                  <a:lnTo>
                    <a:pt x="43951" y="133764"/>
                  </a:lnTo>
                  <a:lnTo>
                    <a:pt x="42996" y="133286"/>
                  </a:lnTo>
                  <a:lnTo>
                    <a:pt x="41563" y="132809"/>
                  </a:lnTo>
                  <a:lnTo>
                    <a:pt x="41563" y="131853"/>
                  </a:lnTo>
                  <a:lnTo>
                    <a:pt x="42040" y="130898"/>
                  </a:lnTo>
                  <a:lnTo>
                    <a:pt x="42996" y="130420"/>
                  </a:lnTo>
                  <a:lnTo>
                    <a:pt x="44429" y="129942"/>
                  </a:lnTo>
                  <a:lnTo>
                    <a:pt x="44906" y="129465"/>
                  </a:lnTo>
                  <a:lnTo>
                    <a:pt x="44906" y="128509"/>
                  </a:lnTo>
                  <a:lnTo>
                    <a:pt x="45384" y="127554"/>
                  </a:lnTo>
                  <a:lnTo>
                    <a:pt x="45384" y="127554"/>
                  </a:lnTo>
                  <a:lnTo>
                    <a:pt x="44429" y="126121"/>
                  </a:lnTo>
                  <a:lnTo>
                    <a:pt x="42996" y="125165"/>
                  </a:lnTo>
                  <a:lnTo>
                    <a:pt x="38696" y="126121"/>
                  </a:lnTo>
                  <a:lnTo>
                    <a:pt x="37263" y="126598"/>
                  </a:lnTo>
                  <a:lnTo>
                    <a:pt x="36785" y="126121"/>
                  </a:lnTo>
                  <a:lnTo>
                    <a:pt x="36307" y="125165"/>
                  </a:lnTo>
                  <a:lnTo>
                    <a:pt x="34874" y="124687"/>
                  </a:lnTo>
                  <a:lnTo>
                    <a:pt x="33441" y="123732"/>
                  </a:lnTo>
                  <a:lnTo>
                    <a:pt x="32008" y="122777"/>
                  </a:lnTo>
                  <a:lnTo>
                    <a:pt x="30097" y="122777"/>
                  </a:lnTo>
                  <a:lnTo>
                    <a:pt x="26753" y="121343"/>
                  </a:lnTo>
                  <a:lnTo>
                    <a:pt x="25320" y="121343"/>
                  </a:lnTo>
                  <a:lnTo>
                    <a:pt x="24364" y="120866"/>
                  </a:lnTo>
                  <a:lnTo>
                    <a:pt x="23409" y="119910"/>
                  </a:lnTo>
                  <a:lnTo>
                    <a:pt x="22931" y="118955"/>
                  </a:lnTo>
                  <a:lnTo>
                    <a:pt x="22453" y="116566"/>
                  </a:lnTo>
                  <a:lnTo>
                    <a:pt x="20065" y="115611"/>
                  </a:lnTo>
                  <a:lnTo>
                    <a:pt x="17198" y="115133"/>
                  </a:lnTo>
                  <a:lnTo>
                    <a:pt x="17198" y="115133"/>
                  </a:lnTo>
                  <a:lnTo>
                    <a:pt x="17198" y="117521"/>
                  </a:lnTo>
                  <a:lnTo>
                    <a:pt x="17198" y="118477"/>
                  </a:lnTo>
                  <a:lnTo>
                    <a:pt x="15287" y="119432"/>
                  </a:lnTo>
                  <a:lnTo>
                    <a:pt x="13854" y="119432"/>
                  </a:lnTo>
                  <a:lnTo>
                    <a:pt x="13854" y="118955"/>
                  </a:lnTo>
                  <a:lnTo>
                    <a:pt x="15765" y="115133"/>
                  </a:lnTo>
                  <a:lnTo>
                    <a:pt x="16721" y="112744"/>
                  </a:lnTo>
                  <a:lnTo>
                    <a:pt x="17676" y="107967"/>
                  </a:lnTo>
                  <a:lnTo>
                    <a:pt x="16243" y="104623"/>
                  </a:lnTo>
                  <a:lnTo>
                    <a:pt x="16243" y="102712"/>
                  </a:lnTo>
                  <a:lnTo>
                    <a:pt x="15765" y="102234"/>
                  </a:lnTo>
                  <a:lnTo>
                    <a:pt x="15287" y="102234"/>
                  </a:lnTo>
                  <a:lnTo>
                    <a:pt x="11943" y="100323"/>
                  </a:lnTo>
                  <a:lnTo>
                    <a:pt x="11465" y="99845"/>
                  </a:lnTo>
                  <a:lnTo>
                    <a:pt x="12421" y="97457"/>
                  </a:lnTo>
                  <a:lnTo>
                    <a:pt x="11943" y="96501"/>
                  </a:lnTo>
                  <a:lnTo>
                    <a:pt x="10988" y="95068"/>
                  </a:lnTo>
                  <a:lnTo>
                    <a:pt x="10032" y="93157"/>
                  </a:lnTo>
                  <a:lnTo>
                    <a:pt x="9555" y="91246"/>
                  </a:lnTo>
                  <a:lnTo>
                    <a:pt x="10988" y="89335"/>
                  </a:lnTo>
                  <a:lnTo>
                    <a:pt x="11465" y="87425"/>
                  </a:lnTo>
                  <a:lnTo>
                    <a:pt x="11943" y="85514"/>
                  </a:lnTo>
                  <a:lnTo>
                    <a:pt x="12421" y="84080"/>
                  </a:lnTo>
                  <a:lnTo>
                    <a:pt x="12421" y="84080"/>
                  </a:lnTo>
                  <a:lnTo>
                    <a:pt x="11465" y="83125"/>
                  </a:lnTo>
                  <a:lnTo>
                    <a:pt x="11465" y="81692"/>
                  </a:lnTo>
                  <a:lnTo>
                    <a:pt x="11465" y="80259"/>
                  </a:lnTo>
                  <a:lnTo>
                    <a:pt x="10988" y="78825"/>
                  </a:lnTo>
                  <a:lnTo>
                    <a:pt x="10988" y="78825"/>
                  </a:lnTo>
                  <a:lnTo>
                    <a:pt x="9555" y="77870"/>
                  </a:lnTo>
                  <a:lnTo>
                    <a:pt x="9077" y="76914"/>
                  </a:lnTo>
                  <a:lnTo>
                    <a:pt x="8599" y="75481"/>
                  </a:lnTo>
                  <a:lnTo>
                    <a:pt x="9077" y="73570"/>
                  </a:lnTo>
                  <a:lnTo>
                    <a:pt x="10032" y="70704"/>
                  </a:lnTo>
                  <a:lnTo>
                    <a:pt x="7644" y="67360"/>
                  </a:lnTo>
                  <a:lnTo>
                    <a:pt x="2389" y="63060"/>
                  </a:lnTo>
                  <a:lnTo>
                    <a:pt x="0" y="60194"/>
                  </a:lnTo>
                  <a:lnTo>
                    <a:pt x="478" y="58761"/>
                  </a:lnTo>
                  <a:lnTo>
                    <a:pt x="1433" y="56850"/>
                  </a:lnTo>
                  <a:lnTo>
                    <a:pt x="3344" y="55894"/>
                  </a:lnTo>
                  <a:lnTo>
                    <a:pt x="3344" y="55894"/>
                  </a:lnTo>
                  <a:lnTo>
                    <a:pt x="4777" y="53506"/>
                  </a:lnTo>
                  <a:lnTo>
                    <a:pt x="5733" y="50639"/>
                  </a:lnTo>
                  <a:lnTo>
                    <a:pt x="5733" y="50162"/>
                  </a:lnTo>
                  <a:lnTo>
                    <a:pt x="5733" y="47773"/>
                  </a:lnTo>
                  <a:lnTo>
                    <a:pt x="3344" y="39652"/>
                  </a:lnTo>
                  <a:lnTo>
                    <a:pt x="2866" y="37263"/>
                  </a:lnTo>
                  <a:lnTo>
                    <a:pt x="2866" y="37263"/>
                  </a:lnTo>
                  <a:lnTo>
                    <a:pt x="2866" y="34874"/>
                  </a:lnTo>
                  <a:lnTo>
                    <a:pt x="2866" y="34397"/>
                  </a:lnTo>
                  <a:lnTo>
                    <a:pt x="7166" y="36307"/>
                  </a:lnTo>
                  <a:lnTo>
                    <a:pt x="9077" y="37263"/>
                  </a:lnTo>
                  <a:lnTo>
                    <a:pt x="9077" y="35830"/>
                  </a:lnTo>
                  <a:lnTo>
                    <a:pt x="8599" y="34874"/>
                  </a:lnTo>
                  <a:lnTo>
                    <a:pt x="8599" y="33441"/>
                  </a:lnTo>
                  <a:lnTo>
                    <a:pt x="8599" y="31530"/>
                  </a:lnTo>
                  <a:lnTo>
                    <a:pt x="4299" y="30575"/>
                  </a:lnTo>
                  <a:lnTo>
                    <a:pt x="1911" y="30097"/>
                  </a:lnTo>
                  <a:lnTo>
                    <a:pt x="1433" y="28664"/>
                  </a:lnTo>
                  <a:lnTo>
                    <a:pt x="1911" y="27708"/>
                  </a:lnTo>
                  <a:lnTo>
                    <a:pt x="2389" y="28186"/>
                  </a:lnTo>
                  <a:lnTo>
                    <a:pt x="5255" y="28186"/>
                  </a:lnTo>
                  <a:lnTo>
                    <a:pt x="11943" y="25320"/>
                  </a:lnTo>
                  <a:lnTo>
                    <a:pt x="22931" y="21498"/>
                  </a:lnTo>
                  <a:lnTo>
                    <a:pt x="35352" y="18154"/>
                  </a:lnTo>
                  <a:lnTo>
                    <a:pt x="38218" y="17676"/>
                  </a:lnTo>
                  <a:lnTo>
                    <a:pt x="41085" y="17198"/>
                  </a:lnTo>
                  <a:lnTo>
                    <a:pt x="42040" y="15765"/>
                  </a:lnTo>
                  <a:lnTo>
                    <a:pt x="42996" y="14810"/>
                  </a:lnTo>
                  <a:lnTo>
                    <a:pt x="44429" y="12421"/>
                  </a:lnTo>
                  <a:lnTo>
                    <a:pt x="48251" y="8599"/>
                  </a:lnTo>
                  <a:lnTo>
                    <a:pt x="54939" y="7644"/>
                  </a:lnTo>
                  <a:lnTo>
                    <a:pt x="57328" y="5733"/>
                  </a:lnTo>
                  <a:lnTo>
                    <a:pt x="62105" y="3344"/>
                  </a:lnTo>
                  <a:lnTo>
                    <a:pt x="73570" y="478"/>
                  </a:lnTo>
                  <a:lnTo>
                    <a:pt x="78347" y="0"/>
                  </a:lnTo>
                  <a:lnTo>
                    <a:pt x="83125" y="0"/>
                  </a:lnTo>
                  <a:lnTo>
                    <a:pt x="87424" y="1911"/>
                  </a:lnTo>
                  <a:lnTo>
                    <a:pt x="91724" y="4777"/>
                  </a:lnTo>
                  <a:lnTo>
                    <a:pt x="92679" y="6211"/>
                  </a:lnTo>
                  <a:lnTo>
                    <a:pt x="90291" y="5255"/>
                  </a:lnTo>
                  <a:lnTo>
                    <a:pt x="86947" y="2866"/>
                  </a:lnTo>
                  <a:lnTo>
                    <a:pt x="85513" y="2866"/>
                  </a:lnTo>
                  <a:lnTo>
                    <a:pt x="88380" y="10032"/>
                  </a:lnTo>
                  <a:lnTo>
                    <a:pt x="90291" y="12421"/>
                  </a:lnTo>
                  <a:lnTo>
                    <a:pt x="93635" y="14332"/>
                  </a:lnTo>
                  <a:lnTo>
                    <a:pt x="96024" y="15287"/>
                  </a:lnTo>
                  <a:lnTo>
                    <a:pt x="104623" y="13854"/>
                  </a:lnTo>
                  <a:lnTo>
                    <a:pt x="107967" y="12421"/>
                  </a:lnTo>
                  <a:lnTo>
                    <a:pt x="108445" y="11943"/>
                  </a:lnTo>
                  <a:lnTo>
                    <a:pt x="108922" y="11943"/>
                  </a:lnTo>
                  <a:lnTo>
                    <a:pt x="109400" y="11943"/>
                  </a:lnTo>
                  <a:lnTo>
                    <a:pt x="115133" y="12421"/>
                  </a:lnTo>
                  <a:lnTo>
                    <a:pt x="120388" y="12899"/>
                  </a:lnTo>
                  <a:lnTo>
                    <a:pt x="129465" y="13377"/>
                  </a:lnTo>
                  <a:lnTo>
                    <a:pt x="139019" y="13854"/>
                  </a:lnTo>
                  <a:lnTo>
                    <a:pt x="149052" y="14332"/>
                  </a:lnTo>
                  <a:lnTo>
                    <a:pt x="159561" y="14810"/>
                  </a:lnTo>
                  <a:lnTo>
                    <a:pt x="170549" y="15287"/>
                  </a:lnTo>
                  <a:lnTo>
                    <a:pt x="171505" y="14810"/>
                  </a:lnTo>
                  <a:lnTo>
                    <a:pt x="171505" y="14810"/>
                  </a:lnTo>
                  <a:lnTo>
                    <a:pt x="171505" y="14810"/>
                  </a:lnTo>
                  <a:lnTo>
                    <a:pt x="172460" y="13854"/>
                  </a:lnTo>
                  <a:lnTo>
                    <a:pt x="173893" y="13854"/>
                  </a:lnTo>
                  <a:lnTo>
                    <a:pt x="175327" y="14810"/>
                  </a:lnTo>
                  <a:lnTo>
                    <a:pt x="176282" y="15287"/>
                  </a:lnTo>
                  <a:lnTo>
                    <a:pt x="176760" y="15765"/>
                  </a:lnTo>
                  <a:lnTo>
                    <a:pt x="176760" y="16721"/>
                  </a:lnTo>
                  <a:lnTo>
                    <a:pt x="177715" y="16721"/>
                  </a:lnTo>
                  <a:lnTo>
                    <a:pt x="179149" y="17198"/>
                  </a:lnTo>
                  <a:lnTo>
                    <a:pt x="181537" y="18631"/>
                  </a:lnTo>
                  <a:lnTo>
                    <a:pt x="183448" y="19587"/>
                  </a:lnTo>
                  <a:lnTo>
                    <a:pt x="184881" y="21498"/>
                  </a:lnTo>
                  <a:lnTo>
                    <a:pt x="185359" y="23409"/>
                  </a:lnTo>
                  <a:lnTo>
                    <a:pt x="185359" y="25797"/>
                  </a:lnTo>
                  <a:lnTo>
                    <a:pt x="185359" y="27231"/>
                  </a:lnTo>
                  <a:lnTo>
                    <a:pt x="185837" y="27708"/>
                  </a:lnTo>
                  <a:lnTo>
                    <a:pt x="187748" y="38218"/>
                  </a:lnTo>
                  <a:lnTo>
                    <a:pt x="191569" y="48251"/>
                  </a:lnTo>
                  <a:lnTo>
                    <a:pt x="193003" y="53028"/>
                  </a:lnTo>
                  <a:lnTo>
                    <a:pt x="193480" y="55894"/>
                  </a:lnTo>
                  <a:lnTo>
                    <a:pt x="193958" y="59238"/>
                  </a:lnTo>
                  <a:lnTo>
                    <a:pt x="193958" y="62105"/>
                  </a:lnTo>
                  <a:lnTo>
                    <a:pt x="193958" y="63538"/>
                  </a:lnTo>
                  <a:lnTo>
                    <a:pt x="193958" y="65449"/>
                  </a:lnTo>
                  <a:lnTo>
                    <a:pt x="193003" y="66404"/>
                  </a:lnTo>
                  <a:lnTo>
                    <a:pt x="185359" y="69749"/>
                  </a:lnTo>
                  <a:lnTo>
                    <a:pt x="184403" y="71182"/>
                  </a:lnTo>
                  <a:lnTo>
                    <a:pt x="182015" y="73570"/>
                  </a:lnTo>
                  <a:lnTo>
                    <a:pt x="180104" y="76437"/>
                  </a:lnTo>
                  <a:lnTo>
                    <a:pt x="179626" y="77392"/>
                  </a:lnTo>
                  <a:lnTo>
                    <a:pt x="179626" y="77870"/>
                  </a:lnTo>
                  <a:lnTo>
                    <a:pt x="180104" y="78825"/>
                  </a:lnTo>
                  <a:lnTo>
                    <a:pt x="182493" y="80259"/>
                  </a:lnTo>
                  <a:lnTo>
                    <a:pt x="185359" y="81214"/>
                  </a:lnTo>
                  <a:lnTo>
                    <a:pt x="185837" y="82170"/>
                  </a:lnTo>
                  <a:lnTo>
                    <a:pt x="187748" y="83125"/>
                  </a:lnTo>
                  <a:lnTo>
                    <a:pt x="188703" y="84080"/>
                  </a:lnTo>
                  <a:lnTo>
                    <a:pt x="189181" y="85036"/>
                  </a:lnTo>
                  <a:lnTo>
                    <a:pt x="189181" y="86947"/>
                  </a:lnTo>
                  <a:lnTo>
                    <a:pt x="188225" y="89813"/>
                  </a:lnTo>
                  <a:lnTo>
                    <a:pt x="188225" y="91724"/>
                  </a:lnTo>
                  <a:lnTo>
                    <a:pt x="187748" y="93157"/>
                  </a:lnTo>
                  <a:lnTo>
                    <a:pt x="186792" y="94591"/>
                  </a:lnTo>
                  <a:lnTo>
                    <a:pt x="186792" y="97457"/>
                  </a:lnTo>
                  <a:lnTo>
                    <a:pt x="188225" y="100323"/>
                  </a:lnTo>
                  <a:lnTo>
                    <a:pt x="188225" y="100323"/>
                  </a:lnTo>
                  <a:lnTo>
                    <a:pt x="189181" y="102234"/>
                  </a:lnTo>
                  <a:lnTo>
                    <a:pt x="189659" y="104145"/>
                  </a:lnTo>
                  <a:lnTo>
                    <a:pt x="189181" y="105100"/>
                  </a:lnTo>
                  <a:lnTo>
                    <a:pt x="189181" y="106534"/>
                  </a:lnTo>
                  <a:lnTo>
                    <a:pt x="190136" y="107967"/>
                  </a:lnTo>
                  <a:lnTo>
                    <a:pt x="193003" y="111789"/>
                  </a:lnTo>
                  <a:lnTo>
                    <a:pt x="194436" y="115611"/>
                  </a:lnTo>
                  <a:lnTo>
                    <a:pt x="195391" y="117044"/>
                  </a:lnTo>
                  <a:lnTo>
                    <a:pt x="195391" y="117044"/>
                  </a:lnTo>
                  <a:lnTo>
                    <a:pt x="197780" y="118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3" name="Freeform 1832">
              <a:extLst>
                <a:ext uri="{FF2B5EF4-FFF2-40B4-BE49-F238E27FC236}">
                  <a16:creationId xmlns:a16="http://schemas.microsoft.com/office/drawing/2014/main" id="{B66B6A81-B49D-32F3-6E9F-40F409B43FF5}"/>
                </a:ext>
              </a:extLst>
            </p:cNvPr>
            <p:cNvSpPr/>
            <p:nvPr/>
          </p:nvSpPr>
          <p:spPr>
            <a:xfrm>
              <a:off x="6360661" y="3669082"/>
              <a:ext cx="955" cy="2866"/>
            </a:xfrm>
            <a:custGeom>
              <a:avLst/>
              <a:gdLst>
                <a:gd name="csX0" fmla="*/ 955 w 955"/>
                <a:gd name="csY0" fmla="*/ 0 h 2866"/>
                <a:gd name="csX1" fmla="*/ 955 w 955"/>
                <a:gd name="csY1" fmla="*/ 2389 h 2866"/>
                <a:gd name="csX2" fmla="*/ 0 w 955"/>
                <a:gd name="csY2" fmla="*/ 2866 h 2866"/>
                <a:gd name="csX3" fmla="*/ 955 w 955"/>
                <a:gd name="csY3" fmla="*/ 2389 h 2866"/>
                <a:gd name="csX4" fmla="*/ 955 w 955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2866">
                  <a:moveTo>
                    <a:pt x="955" y="0"/>
                  </a:moveTo>
                  <a:lnTo>
                    <a:pt x="955" y="2389"/>
                  </a:lnTo>
                  <a:lnTo>
                    <a:pt x="0" y="2866"/>
                  </a:lnTo>
                  <a:lnTo>
                    <a:pt x="955" y="2389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4" name="Freeform 1833">
              <a:extLst>
                <a:ext uri="{FF2B5EF4-FFF2-40B4-BE49-F238E27FC236}">
                  <a16:creationId xmlns:a16="http://schemas.microsoft.com/office/drawing/2014/main" id="{F8CB596B-115D-541E-3D15-24DFEA4B986D}"/>
                </a:ext>
              </a:extLst>
            </p:cNvPr>
            <p:cNvSpPr/>
            <p:nvPr/>
          </p:nvSpPr>
          <p:spPr>
            <a:xfrm>
              <a:off x="6353017" y="2891816"/>
              <a:ext cx="8121" cy="11943"/>
            </a:xfrm>
            <a:custGeom>
              <a:avLst/>
              <a:gdLst>
                <a:gd name="csX0" fmla="*/ 5733 w 8121"/>
                <a:gd name="csY0" fmla="*/ 2866 h 11943"/>
                <a:gd name="csX1" fmla="*/ 8121 w 8121"/>
                <a:gd name="csY1" fmla="*/ 5255 h 11943"/>
                <a:gd name="csX2" fmla="*/ 7166 w 8121"/>
                <a:gd name="csY2" fmla="*/ 10032 h 11943"/>
                <a:gd name="csX3" fmla="*/ 3344 w 8121"/>
                <a:gd name="csY3" fmla="*/ 11943 h 11943"/>
                <a:gd name="csX4" fmla="*/ 956 w 8121"/>
                <a:gd name="csY4" fmla="*/ 10032 h 11943"/>
                <a:gd name="csX5" fmla="*/ 0 w 8121"/>
                <a:gd name="csY5" fmla="*/ 8121 h 11943"/>
                <a:gd name="csX6" fmla="*/ 0 w 8121"/>
                <a:gd name="csY6" fmla="*/ 3822 h 11943"/>
                <a:gd name="csX7" fmla="*/ 478 w 8121"/>
                <a:gd name="csY7" fmla="*/ 1433 h 11943"/>
                <a:gd name="csX8" fmla="*/ 2389 w 8121"/>
                <a:gd name="csY8" fmla="*/ 0 h 11943"/>
                <a:gd name="csX9" fmla="*/ 3344 w 8121"/>
                <a:gd name="csY9" fmla="*/ 955 h 11943"/>
                <a:gd name="csX10" fmla="*/ 3822 w 8121"/>
                <a:gd name="csY10" fmla="*/ 1911 h 11943"/>
                <a:gd name="csX11" fmla="*/ 5733 w 8121"/>
                <a:gd name="csY11" fmla="*/ 2866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121" h="11943">
                  <a:moveTo>
                    <a:pt x="5733" y="2866"/>
                  </a:moveTo>
                  <a:lnTo>
                    <a:pt x="8121" y="5255"/>
                  </a:lnTo>
                  <a:lnTo>
                    <a:pt x="7166" y="10032"/>
                  </a:lnTo>
                  <a:lnTo>
                    <a:pt x="3344" y="11943"/>
                  </a:lnTo>
                  <a:lnTo>
                    <a:pt x="956" y="10032"/>
                  </a:lnTo>
                  <a:lnTo>
                    <a:pt x="0" y="8121"/>
                  </a:lnTo>
                  <a:lnTo>
                    <a:pt x="0" y="3822"/>
                  </a:lnTo>
                  <a:lnTo>
                    <a:pt x="478" y="1433"/>
                  </a:lnTo>
                  <a:lnTo>
                    <a:pt x="2389" y="0"/>
                  </a:lnTo>
                  <a:lnTo>
                    <a:pt x="3344" y="955"/>
                  </a:lnTo>
                  <a:lnTo>
                    <a:pt x="3822" y="1911"/>
                  </a:lnTo>
                  <a:lnTo>
                    <a:pt x="57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5" name="Freeform 1834">
              <a:extLst>
                <a:ext uri="{FF2B5EF4-FFF2-40B4-BE49-F238E27FC236}">
                  <a16:creationId xmlns:a16="http://schemas.microsoft.com/office/drawing/2014/main" id="{453FAFD5-4C5D-6EF6-225D-160F80A88879}"/>
                </a:ext>
              </a:extLst>
            </p:cNvPr>
            <p:cNvSpPr/>
            <p:nvPr/>
          </p:nvSpPr>
          <p:spPr>
            <a:xfrm>
              <a:off x="6359228" y="3671948"/>
              <a:ext cx="1433" cy="2866"/>
            </a:xfrm>
            <a:custGeom>
              <a:avLst/>
              <a:gdLst>
                <a:gd name="csX0" fmla="*/ 1433 w 1433"/>
                <a:gd name="csY0" fmla="*/ 0 h 2866"/>
                <a:gd name="csX1" fmla="*/ 478 w 1433"/>
                <a:gd name="csY1" fmla="*/ 1433 h 2866"/>
                <a:gd name="csX2" fmla="*/ 0 w 1433"/>
                <a:gd name="csY2" fmla="*/ 2866 h 2866"/>
                <a:gd name="csX3" fmla="*/ 478 w 1433"/>
                <a:gd name="csY3" fmla="*/ 1433 h 2866"/>
                <a:gd name="csX4" fmla="*/ 1433 w 1433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866">
                  <a:moveTo>
                    <a:pt x="1433" y="0"/>
                  </a:moveTo>
                  <a:lnTo>
                    <a:pt x="478" y="1433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6" name="Freeform 1835">
              <a:extLst>
                <a:ext uri="{FF2B5EF4-FFF2-40B4-BE49-F238E27FC236}">
                  <a16:creationId xmlns:a16="http://schemas.microsoft.com/office/drawing/2014/main" id="{460AC4AE-5301-A631-E4B6-3D0606CEB2A8}"/>
                </a:ext>
              </a:extLst>
            </p:cNvPr>
            <p:cNvSpPr/>
            <p:nvPr/>
          </p:nvSpPr>
          <p:spPr>
            <a:xfrm>
              <a:off x="6116541" y="4840474"/>
              <a:ext cx="244119" cy="225488"/>
            </a:xfrm>
            <a:custGeom>
              <a:avLst/>
              <a:gdLst>
                <a:gd name="csX0" fmla="*/ 244120 w 244119"/>
                <a:gd name="csY0" fmla="*/ 100801 h 225488"/>
                <a:gd name="csX1" fmla="*/ 244120 w 244119"/>
                <a:gd name="csY1" fmla="*/ 101757 h 225488"/>
                <a:gd name="csX2" fmla="*/ 243642 w 244119"/>
                <a:gd name="csY2" fmla="*/ 102234 h 225488"/>
                <a:gd name="csX3" fmla="*/ 243642 w 244119"/>
                <a:gd name="csY3" fmla="*/ 103667 h 225488"/>
                <a:gd name="csX4" fmla="*/ 242686 w 244119"/>
                <a:gd name="csY4" fmla="*/ 105100 h 225488"/>
                <a:gd name="csX5" fmla="*/ 242686 w 244119"/>
                <a:gd name="csY5" fmla="*/ 106056 h 225488"/>
                <a:gd name="csX6" fmla="*/ 242686 w 244119"/>
                <a:gd name="csY6" fmla="*/ 107489 h 225488"/>
                <a:gd name="csX7" fmla="*/ 242686 w 244119"/>
                <a:gd name="csY7" fmla="*/ 109878 h 225488"/>
                <a:gd name="csX8" fmla="*/ 242209 w 244119"/>
                <a:gd name="csY8" fmla="*/ 112266 h 225488"/>
                <a:gd name="csX9" fmla="*/ 242209 w 244119"/>
                <a:gd name="csY9" fmla="*/ 114655 h 225488"/>
                <a:gd name="csX10" fmla="*/ 243164 w 244119"/>
                <a:gd name="csY10" fmla="*/ 118955 h 225488"/>
                <a:gd name="csX11" fmla="*/ 243164 w 244119"/>
                <a:gd name="csY11" fmla="*/ 120388 h 225488"/>
                <a:gd name="csX12" fmla="*/ 242209 w 244119"/>
                <a:gd name="csY12" fmla="*/ 122777 h 225488"/>
                <a:gd name="csX13" fmla="*/ 241253 w 244119"/>
                <a:gd name="csY13" fmla="*/ 124210 h 225488"/>
                <a:gd name="csX14" fmla="*/ 240776 w 244119"/>
                <a:gd name="csY14" fmla="*/ 126121 h 225488"/>
                <a:gd name="csX15" fmla="*/ 240776 w 244119"/>
                <a:gd name="csY15" fmla="*/ 127554 h 225488"/>
                <a:gd name="csX16" fmla="*/ 242686 w 244119"/>
                <a:gd name="csY16" fmla="*/ 130420 h 225488"/>
                <a:gd name="csX17" fmla="*/ 242209 w 244119"/>
                <a:gd name="csY17" fmla="*/ 130898 h 225488"/>
                <a:gd name="csX18" fmla="*/ 241253 w 244119"/>
                <a:gd name="csY18" fmla="*/ 130898 h 225488"/>
                <a:gd name="csX19" fmla="*/ 239820 w 244119"/>
                <a:gd name="csY19" fmla="*/ 130898 h 225488"/>
                <a:gd name="csX20" fmla="*/ 235998 w 244119"/>
                <a:gd name="csY20" fmla="*/ 130898 h 225488"/>
                <a:gd name="csX21" fmla="*/ 230266 w 244119"/>
                <a:gd name="csY21" fmla="*/ 130898 h 225488"/>
                <a:gd name="csX22" fmla="*/ 224055 w 244119"/>
                <a:gd name="csY22" fmla="*/ 130898 h 225488"/>
                <a:gd name="csX23" fmla="*/ 218322 w 244119"/>
                <a:gd name="csY23" fmla="*/ 130898 h 225488"/>
                <a:gd name="csX24" fmla="*/ 213068 w 244119"/>
                <a:gd name="csY24" fmla="*/ 130898 h 225488"/>
                <a:gd name="csX25" fmla="*/ 207812 w 244119"/>
                <a:gd name="csY25" fmla="*/ 130898 h 225488"/>
                <a:gd name="csX26" fmla="*/ 203035 w 244119"/>
                <a:gd name="csY26" fmla="*/ 130898 h 225488"/>
                <a:gd name="csX27" fmla="*/ 203035 w 244119"/>
                <a:gd name="csY27" fmla="*/ 133764 h 225488"/>
                <a:gd name="csX28" fmla="*/ 203035 w 244119"/>
                <a:gd name="csY28" fmla="*/ 139975 h 225488"/>
                <a:gd name="csX29" fmla="*/ 203035 w 244119"/>
                <a:gd name="csY29" fmla="*/ 145707 h 225488"/>
                <a:gd name="csX30" fmla="*/ 203035 w 244119"/>
                <a:gd name="csY30" fmla="*/ 151918 h 225488"/>
                <a:gd name="csX31" fmla="*/ 203035 w 244119"/>
                <a:gd name="csY31" fmla="*/ 157651 h 225488"/>
                <a:gd name="csX32" fmla="*/ 203035 w 244119"/>
                <a:gd name="csY32" fmla="*/ 163861 h 225488"/>
                <a:gd name="csX33" fmla="*/ 203035 w 244119"/>
                <a:gd name="csY33" fmla="*/ 170072 h 225488"/>
                <a:gd name="csX34" fmla="*/ 203035 w 244119"/>
                <a:gd name="csY34" fmla="*/ 175805 h 225488"/>
                <a:gd name="csX35" fmla="*/ 203035 w 244119"/>
                <a:gd name="csY35" fmla="*/ 182015 h 225488"/>
                <a:gd name="csX36" fmla="*/ 203035 w 244119"/>
                <a:gd name="csY36" fmla="*/ 186314 h 225488"/>
                <a:gd name="csX37" fmla="*/ 204468 w 244119"/>
                <a:gd name="csY37" fmla="*/ 192047 h 225488"/>
                <a:gd name="csX38" fmla="*/ 206379 w 244119"/>
                <a:gd name="csY38" fmla="*/ 198258 h 225488"/>
                <a:gd name="csX39" fmla="*/ 206379 w 244119"/>
                <a:gd name="csY39" fmla="*/ 198258 h 225488"/>
                <a:gd name="csX40" fmla="*/ 207335 w 244119"/>
                <a:gd name="csY40" fmla="*/ 198736 h 225488"/>
                <a:gd name="csX41" fmla="*/ 209723 w 244119"/>
                <a:gd name="csY41" fmla="*/ 200169 h 225488"/>
                <a:gd name="csX42" fmla="*/ 212590 w 244119"/>
                <a:gd name="csY42" fmla="*/ 202557 h 225488"/>
                <a:gd name="csX43" fmla="*/ 214501 w 244119"/>
                <a:gd name="csY43" fmla="*/ 204468 h 225488"/>
                <a:gd name="csX44" fmla="*/ 217845 w 244119"/>
                <a:gd name="csY44" fmla="*/ 207335 h 225488"/>
                <a:gd name="csX45" fmla="*/ 222622 w 244119"/>
                <a:gd name="csY45" fmla="*/ 211156 h 225488"/>
                <a:gd name="csX46" fmla="*/ 226921 w 244119"/>
                <a:gd name="csY46" fmla="*/ 214978 h 225488"/>
                <a:gd name="csX47" fmla="*/ 230743 w 244119"/>
                <a:gd name="csY47" fmla="*/ 218322 h 225488"/>
                <a:gd name="csX48" fmla="*/ 224533 w 244119"/>
                <a:gd name="csY48" fmla="*/ 219278 h 225488"/>
                <a:gd name="csX49" fmla="*/ 215934 w 244119"/>
                <a:gd name="csY49" fmla="*/ 220711 h 225488"/>
                <a:gd name="csX50" fmla="*/ 209723 w 244119"/>
                <a:gd name="csY50" fmla="*/ 221667 h 225488"/>
                <a:gd name="csX51" fmla="*/ 202557 w 244119"/>
                <a:gd name="csY51" fmla="*/ 223100 h 225488"/>
                <a:gd name="csX52" fmla="*/ 202079 w 244119"/>
                <a:gd name="csY52" fmla="*/ 223100 h 225488"/>
                <a:gd name="csX53" fmla="*/ 197780 w 244119"/>
                <a:gd name="csY53" fmla="*/ 224055 h 225488"/>
                <a:gd name="csX54" fmla="*/ 193003 w 244119"/>
                <a:gd name="csY54" fmla="*/ 225011 h 225488"/>
                <a:gd name="csX55" fmla="*/ 192047 w 244119"/>
                <a:gd name="csY55" fmla="*/ 225011 h 225488"/>
                <a:gd name="csX56" fmla="*/ 191092 w 244119"/>
                <a:gd name="csY56" fmla="*/ 225011 h 225488"/>
                <a:gd name="csX57" fmla="*/ 189181 w 244119"/>
                <a:gd name="csY57" fmla="*/ 224055 h 225488"/>
                <a:gd name="csX58" fmla="*/ 185837 w 244119"/>
                <a:gd name="csY58" fmla="*/ 224055 h 225488"/>
                <a:gd name="csX59" fmla="*/ 182015 w 244119"/>
                <a:gd name="csY59" fmla="*/ 225011 h 225488"/>
                <a:gd name="csX60" fmla="*/ 178671 w 244119"/>
                <a:gd name="csY60" fmla="*/ 225488 h 225488"/>
                <a:gd name="csX61" fmla="*/ 176282 w 244119"/>
                <a:gd name="csY61" fmla="*/ 225011 h 225488"/>
                <a:gd name="csX62" fmla="*/ 173894 w 244119"/>
                <a:gd name="csY62" fmla="*/ 224055 h 225488"/>
                <a:gd name="csX63" fmla="*/ 171505 w 244119"/>
                <a:gd name="csY63" fmla="*/ 222622 h 225488"/>
                <a:gd name="csX64" fmla="*/ 167683 w 244119"/>
                <a:gd name="csY64" fmla="*/ 222144 h 225488"/>
                <a:gd name="csX65" fmla="*/ 161950 w 244119"/>
                <a:gd name="csY65" fmla="*/ 222622 h 225488"/>
                <a:gd name="csX66" fmla="*/ 156695 w 244119"/>
                <a:gd name="csY66" fmla="*/ 222622 h 225488"/>
                <a:gd name="csX67" fmla="*/ 151440 w 244119"/>
                <a:gd name="csY67" fmla="*/ 221667 h 225488"/>
                <a:gd name="csX68" fmla="*/ 151440 w 244119"/>
                <a:gd name="csY68" fmla="*/ 221667 h 225488"/>
                <a:gd name="csX69" fmla="*/ 147619 w 244119"/>
                <a:gd name="csY69" fmla="*/ 221189 h 225488"/>
                <a:gd name="csX70" fmla="*/ 145707 w 244119"/>
                <a:gd name="csY70" fmla="*/ 221189 h 225488"/>
                <a:gd name="csX71" fmla="*/ 143319 w 244119"/>
                <a:gd name="csY71" fmla="*/ 221189 h 225488"/>
                <a:gd name="csX72" fmla="*/ 140453 w 244119"/>
                <a:gd name="csY72" fmla="*/ 220233 h 225488"/>
                <a:gd name="csX73" fmla="*/ 138542 w 244119"/>
                <a:gd name="csY73" fmla="*/ 219278 h 225488"/>
                <a:gd name="csX74" fmla="*/ 135675 w 244119"/>
                <a:gd name="csY74" fmla="*/ 216889 h 225488"/>
                <a:gd name="csX75" fmla="*/ 133764 w 244119"/>
                <a:gd name="csY75" fmla="*/ 214501 h 225488"/>
                <a:gd name="csX76" fmla="*/ 133764 w 244119"/>
                <a:gd name="csY76" fmla="*/ 214501 h 225488"/>
                <a:gd name="csX77" fmla="*/ 133287 w 244119"/>
                <a:gd name="csY77" fmla="*/ 214023 h 225488"/>
                <a:gd name="csX78" fmla="*/ 132809 w 244119"/>
                <a:gd name="csY78" fmla="*/ 213545 h 225488"/>
                <a:gd name="csX79" fmla="*/ 131854 w 244119"/>
                <a:gd name="csY79" fmla="*/ 213545 h 225488"/>
                <a:gd name="csX80" fmla="*/ 126121 w 244119"/>
                <a:gd name="csY80" fmla="*/ 213545 h 225488"/>
                <a:gd name="csX81" fmla="*/ 120865 w 244119"/>
                <a:gd name="csY81" fmla="*/ 213545 h 225488"/>
                <a:gd name="csX82" fmla="*/ 117999 w 244119"/>
                <a:gd name="csY82" fmla="*/ 213545 h 225488"/>
                <a:gd name="csX83" fmla="*/ 110356 w 244119"/>
                <a:gd name="csY83" fmla="*/ 213545 h 225488"/>
                <a:gd name="csX84" fmla="*/ 102712 w 244119"/>
                <a:gd name="csY84" fmla="*/ 213545 h 225488"/>
                <a:gd name="csX85" fmla="*/ 95068 w 244119"/>
                <a:gd name="csY85" fmla="*/ 213545 h 225488"/>
                <a:gd name="csX86" fmla="*/ 95068 w 244119"/>
                <a:gd name="csY86" fmla="*/ 213545 h 225488"/>
                <a:gd name="csX87" fmla="*/ 87424 w 244119"/>
                <a:gd name="csY87" fmla="*/ 213545 h 225488"/>
                <a:gd name="csX88" fmla="*/ 79781 w 244119"/>
                <a:gd name="csY88" fmla="*/ 213545 h 225488"/>
                <a:gd name="csX89" fmla="*/ 72137 w 244119"/>
                <a:gd name="csY89" fmla="*/ 213545 h 225488"/>
                <a:gd name="csX90" fmla="*/ 64493 w 244119"/>
                <a:gd name="csY90" fmla="*/ 213545 h 225488"/>
                <a:gd name="csX91" fmla="*/ 57328 w 244119"/>
                <a:gd name="csY91" fmla="*/ 213545 h 225488"/>
                <a:gd name="csX92" fmla="*/ 56850 w 244119"/>
                <a:gd name="csY92" fmla="*/ 213545 h 225488"/>
                <a:gd name="csX93" fmla="*/ 53028 w 244119"/>
                <a:gd name="csY93" fmla="*/ 213068 h 225488"/>
                <a:gd name="csX94" fmla="*/ 49206 w 244119"/>
                <a:gd name="csY94" fmla="*/ 213545 h 225488"/>
                <a:gd name="csX95" fmla="*/ 45384 w 244119"/>
                <a:gd name="csY95" fmla="*/ 213545 h 225488"/>
                <a:gd name="csX96" fmla="*/ 44907 w 244119"/>
                <a:gd name="csY96" fmla="*/ 213545 h 225488"/>
                <a:gd name="csX97" fmla="*/ 44429 w 244119"/>
                <a:gd name="csY97" fmla="*/ 213545 h 225488"/>
                <a:gd name="csX98" fmla="*/ 43474 w 244119"/>
                <a:gd name="csY98" fmla="*/ 213545 h 225488"/>
                <a:gd name="csX99" fmla="*/ 43474 w 244119"/>
                <a:gd name="csY99" fmla="*/ 213545 h 225488"/>
                <a:gd name="csX100" fmla="*/ 42996 w 244119"/>
                <a:gd name="csY100" fmla="*/ 212590 h 225488"/>
                <a:gd name="csX101" fmla="*/ 40607 w 244119"/>
                <a:gd name="csY101" fmla="*/ 211634 h 225488"/>
                <a:gd name="csX102" fmla="*/ 38696 w 244119"/>
                <a:gd name="csY102" fmla="*/ 210201 h 225488"/>
                <a:gd name="csX103" fmla="*/ 36308 w 244119"/>
                <a:gd name="csY103" fmla="*/ 208768 h 225488"/>
                <a:gd name="csX104" fmla="*/ 34397 w 244119"/>
                <a:gd name="csY104" fmla="*/ 206857 h 225488"/>
                <a:gd name="csX105" fmla="*/ 32963 w 244119"/>
                <a:gd name="csY105" fmla="*/ 205902 h 225488"/>
                <a:gd name="csX106" fmla="*/ 32963 w 244119"/>
                <a:gd name="csY106" fmla="*/ 205902 h 225488"/>
                <a:gd name="csX107" fmla="*/ 30575 w 244119"/>
                <a:gd name="csY107" fmla="*/ 205902 h 225488"/>
                <a:gd name="csX108" fmla="*/ 28664 w 244119"/>
                <a:gd name="csY108" fmla="*/ 205424 h 225488"/>
                <a:gd name="csX109" fmla="*/ 27231 w 244119"/>
                <a:gd name="csY109" fmla="*/ 205424 h 225488"/>
                <a:gd name="csX110" fmla="*/ 24364 w 244119"/>
                <a:gd name="csY110" fmla="*/ 206379 h 225488"/>
                <a:gd name="csX111" fmla="*/ 24364 w 244119"/>
                <a:gd name="csY111" fmla="*/ 206379 h 225488"/>
                <a:gd name="csX112" fmla="*/ 21976 w 244119"/>
                <a:gd name="csY112" fmla="*/ 207335 h 225488"/>
                <a:gd name="csX113" fmla="*/ 20542 w 244119"/>
                <a:gd name="csY113" fmla="*/ 207812 h 225488"/>
                <a:gd name="csX114" fmla="*/ 18154 w 244119"/>
                <a:gd name="csY114" fmla="*/ 208768 h 225488"/>
                <a:gd name="csX115" fmla="*/ 16243 w 244119"/>
                <a:gd name="csY115" fmla="*/ 209723 h 225488"/>
                <a:gd name="csX116" fmla="*/ 12421 w 244119"/>
                <a:gd name="csY116" fmla="*/ 209723 h 225488"/>
                <a:gd name="csX117" fmla="*/ 11466 w 244119"/>
                <a:gd name="csY117" fmla="*/ 210201 h 225488"/>
                <a:gd name="csX118" fmla="*/ 11466 w 244119"/>
                <a:gd name="csY118" fmla="*/ 210201 h 225488"/>
                <a:gd name="csX119" fmla="*/ 9555 w 244119"/>
                <a:gd name="csY119" fmla="*/ 209723 h 225488"/>
                <a:gd name="csX120" fmla="*/ 9555 w 244119"/>
                <a:gd name="csY120" fmla="*/ 209723 h 225488"/>
                <a:gd name="csX121" fmla="*/ 7644 w 244119"/>
                <a:gd name="csY121" fmla="*/ 209246 h 225488"/>
                <a:gd name="csX122" fmla="*/ 5255 w 244119"/>
                <a:gd name="csY122" fmla="*/ 209246 h 225488"/>
                <a:gd name="csX123" fmla="*/ 5255 w 244119"/>
                <a:gd name="csY123" fmla="*/ 209246 h 225488"/>
                <a:gd name="csX124" fmla="*/ 3344 w 244119"/>
                <a:gd name="csY124" fmla="*/ 210201 h 225488"/>
                <a:gd name="csX125" fmla="*/ 478 w 244119"/>
                <a:gd name="csY125" fmla="*/ 210679 h 225488"/>
                <a:gd name="csX126" fmla="*/ 0 w 244119"/>
                <a:gd name="csY126" fmla="*/ 210679 h 225488"/>
                <a:gd name="csX127" fmla="*/ 0 w 244119"/>
                <a:gd name="csY127" fmla="*/ 210679 h 225488"/>
                <a:gd name="csX128" fmla="*/ 956 w 244119"/>
                <a:gd name="csY128" fmla="*/ 203513 h 225488"/>
                <a:gd name="csX129" fmla="*/ 1433 w 244119"/>
                <a:gd name="csY129" fmla="*/ 200169 h 225488"/>
                <a:gd name="csX130" fmla="*/ 1433 w 244119"/>
                <a:gd name="csY130" fmla="*/ 196825 h 225488"/>
                <a:gd name="csX131" fmla="*/ 956 w 244119"/>
                <a:gd name="csY131" fmla="*/ 186792 h 225488"/>
                <a:gd name="csX132" fmla="*/ 478 w 244119"/>
                <a:gd name="csY132" fmla="*/ 185359 h 225488"/>
                <a:gd name="csX133" fmla="*/ 0 w 244119"/>
                <a:gd name="csY133" fmla="*/ 183926 h 225488"/>
                <a:gd name="csX134" fmla="*/ 1911 w 244119"/>
                <a:gd name="csY134" fmla="*/ 182971 h 225488"/>
                <a:gd name="csX135" fmla="*/ 3344 w 244119"/>
                <a:gd name="csY135" fmla="*/ 182015 h 225488"/>
                <a:gd name="csX136" fmla="*/ 4300 w 244119"/>
                <a:gd name="csY136" fmla="*/ 180104 h 225488"/>
                <a:gd name="csX137" fmla="*/ 5255 w 244119"/>
                <a:gd name="csY137" fmla="*/ 177715 h 225488"/>
                <a:gd name="csX138" fmla="*/ 6688 w 244119"/>
                <a:gd name="csY138" fmla="*/ 172938 h 225488"/>
                <a:gd name="csX139" fmla="*/ 10510 w 244119"/>
                <a:gd name="csY139" fmla="*/ 161473 h 225488"/>
                <a:gd name="csX140" fmla="*/ 12421 w 244119"/>
                <a:gd name="csY140" fmla="*/ 150485 h 225488"/>
                <a:gd name="csX141" fmla="*/ 15287 w 244119"/>
                <a:gd name="csY141" fmla="*/ 145230 h 225488"/>
                <a:gd name="csX142" fmla="*/ 16243 w 244119"/>
                <a:gd name="csY142" fmla="*/ 139019 h 225488"/>
                <a:gd name="csX143" fmla="*/ 22931 w 244119"/>
                <a:gd name="csY143" fmla="*/ 131376 h 225488"/>
                <a:gd name="csX144" fmla="*/ 24842 w 244119"/>
                <a:gd name="csY144" fmla="*/ 127076 h 225488"/>
                <a:gd name="csX145" fmla="*/ 28186 w 244119"/>
                <a:gd name="csY145" fmla="*/ 124688 h 225488"/>
                <a:gd name="csX146" fmla="*/ 33441 w 244119"/>
                <a:gd name="csY146" fmla="*/ 122299 h 225488"/>
                <a:gd name="csX147" fmla="*/ 36785 w 244119"/>
                <a:gd name="csY147" fmla="*/ 117999 h 225488"/>
                <a:gd name="csX148" fmla="*/ 38696 w 244119"/>
                <a:gd name="csY148" fmla="*/ 114655 h 225488"/>
                <a:gd name="csX149" fmla="*/ 40607 w 244119"/>
                <a:gd name="csY149" fmla="*/ 108923 h 225488"/>
                <a:gd name="csX150" fmla="*/ 40607 w 244119"/>
                <a:gd name="csY150" fmla="*/ 103190 h 225488"/>
                <a:gd name="csX151" fmla="*/ 41563 w 244119"/>
                <a:gd name="csY151" fmla="*/ 95068 h 225488"/>
                <a:gd name="csX152" fmla="*/ 41563 w 244119"/>
                <a:gd name="csY152" fmla="*/ 92680 h 225488"/>
                <a:gd name="csX153" fmla="*/ 39651 w 244119"/>
                <a:gd name="csY153" fmla="*/ 89813 h 225488"/>
                <a:gd name="csX154" fmla="*/ 39174 w 244119"/>
                <a:gd name="csY154" fmla="*/ 87425 h 225488"/>
                <a:gd name="csX155" fmla="*/ 37263 w 244119"/>
                <a:gd name="csY155" fmla="*/ 85036 h 225488"/>
                <a:gd name="csX156" fmla="*/ 35830 w 244119"/>
                <a:gd name="csY156" fmla="*/ 83603 h 225488"/>
                <a:gd name="csX157" fmla="*/ 34874 w 244119"/>
                <a:gd name="csY157" fmla="*/ 80259 h 225488"/>
                <a:gd name="csX158" fmla="*/ 31530 w 244119"/>
                <a:gd name="csY158" fmla="*/ 75481 h 225488"/>
                <a:gd name="csX159" fmla="*/ 30575 w 244119"/>
                <a:gd name="csY159" fmla="*/ 72615 h 225488"/>
                <a:gd name="csX160" fmla="*/ 29142 w 244119"/>
                <a:gd name="csY160" fmla="*/ 70226 h 225488"/>
                <a:gd name="csX161" fmla="*/ 28664 w 244119"/>
                <a:gd name="csY161" fmla="*/ 67360 h 225488"/>
                <a:gd name="csX162" fmla="*/ 28186 w 244119"/>
                <a:gd name="csY162" fmla="*/ 64493 h 225488"/>
                <a:gd name="csX163" fmla="*/ 26275 w 244119"/>
                <a:gd name="csY163" fmla="*/ 61627 h 225488"/>
                <a:gd name="csX164" fmla="*/ 24842 w 244119"/>
                <a:gd name="csY164" fmla="*/ 58283 h 225488"/>
                <a:gd name="csX165" fmla="*/ 24842 w 244119"/>
                <a:gd name="csY165" fmla="*/ 57328 h 225488"/>
                <a:gd name="csX166" fmla="*/ 25798 w 244119"/>
                <a:gd name="csY166" fmla="*/ 55894 h 225488"/>
                <a:gd name="csX167" fmla="*/ 26753 w 244119"/>
                <a:gd name="csY167" fmla="*/ 55417 h 225488"/>
                <a:gd name="csX168" fmla="*/ 26753 w 244119"/>
                <a:gd name="csY168" fmla="*/ 56372 h 225488"/>
                <a:gd name="csX169" fmla="*/ 25798 w 244119"/>
                <a:gd name="csY169" fmla="*/ 56850 h 225488"/>
                <a:gd name="csX170" fmla="*/ 26275 w 244119"/>
                <a:gd name="csY170" fmla="*/ 57328 h 225488"/>
                <a:gd name="csX171" fmla="*/ 32008 w 244119"/>
                <a:gd name="csY171" fmla="*/ 51595 h 225488"/>
                <a:gd name="csX172" fmla="*/ 32486 w 244119"/>
                <a:gd name="csY172" fmla="*/ 50639 h 225488"/>
                <a:gd name="csX173" fmla="*/ 32486 w 244119"/>
                <a:gd name="csY173" fmla="*/ 49206 h 225488"/>
                <a:gd name="csX174" fmla="*/ 32486 w 244119"/>
                <a:gd name="csY174" fmla="*/ 47773 h 225488"/>
                <a:gd name="csX175" fmla="*/ 32486 w 244119"/>
                <a:gd name="csY175" fmla="*/ 45862 h 225488"/>
                <a:gd name="csX176" fmla="*/ 26753 w 244119"/>
                <a:gd name="csY176" fmla="*/ 34874 h 225488"/>
                <a:gd name="csX177" fmla="*/ 22453 w 244119"/>
                <a:gd name="csY177" fmla="*/ 25320 h 225488"/>
                <a:gd name="csX178" fmla="*/ 21498 w 244119"/>
                <a:gd name="csY178" fmla="*/ 20065 h 225488"/>
                <a:gd name="csX179" fmla="*/ 15287 w 244119"/>
                <a:gd name="csY179" fmla="*/ 13377 h 225488"/>
                <a:gd name="csX180" fmla="*/ 13376 w 244119"/>
                <a:gd name="csY180" fmla="*/ 9077 h 225488"/>
                <a:gd name="csX181" fmla="*/ 11943 w 244119"/>
                <a:gd name="csY181" fmla="*/ 6211 h 225488"/>
                <a:gd name="csX182" fmla="*/ 10988 w 244119"/>
                <a:gd name="csY182" fmla="*/ 4777 h 225488"/>
                <a:gd name="csX183" fmla="*/ 10988 w 244119"/>
                <a:gd name="csY183" fmla="*/ 4300 h 225488"/>
                <a:gd name="csX184" fmla="*/ 12899 w 244119"/>
                <a:gd name="csY184" fmla="*/ 4300 h 225488"/>
                <a:gd name="csX185" fmla="*/ 16243 w 244119"/>
                <a:gd name="csY185" fmla="*/ 3344 h 225488"/>
                <a:gd name="csX186" fmla="*/ 21020 w 244119"/>
                <a:gd name="csY186" fmla="*/ 2867 h 225488"/>
                <a:gd name="csX187" fmla="*/ 25320 w 244119"/>
                <a:gd name="csY187" fmla="*/ 956 h 225488"/>
                <a:gd name="csX188" fmla="*/ 26275 w 244119"/>
                <a:gd name="csY188" fmla="*/ 478 h 225488"/>
                <a:gd name="csX189" fmla="*/ 26275 w 244119"/>
                <a:gd name="csY189" fmla="*/ 478 h 225488"/>
                <a:gd name="csX190" fmla="*/ 28664 w 244119"/>
                <a:gd name="csY190" fmla="*/ 0 h 225488"/>
                <a:gd name="csX191" fmla="*/ 31052 w 244119"/>
                <a:gd name="csY191" fmla="*/ 478 h 225488"/>
                <a:gd name="csX192" fmla="*/ 32008 w 244119"/>
                <a:gd name="csY192" fmla="*/ 0 h 225488"/>
                <a:gd name="csX193" fmla="*/ 32486 w 244119"/>
                <a:gd name="csY193" fmla="*/ 0 h 225488"/>
                <a:gd name="csX194" fmla="*/ 37741 w 244119"/>
                <a:gd name="csY194" fmla="*/ 0 h 225488"/>
                <a:gd name="csX195" fmla="*/ 40129 w 244119"/>
                <a:gd name="csY195" fmla="*/ 0 h 225488"/>
                <a:gd name="csX196" fmla="*/ 44429 w 244119"/>
                <a:gd name="csY196" fmla="*/ 0 h 225488"/>
                <a:gd name="csX197" fmla="*/ 47295 w 244119"/>
                <a:gd name="csY197" fmla="*/ 478 h 225488"/>
                <a:gd name="csX198" fmla="*/ 48728 w 244119"/>
                <a:gd name="csY198" fmla="*/ 478 h 225488"/>
                <a:gd name="csX199" fmla="*/ 52550 w 244119"/>
                <a:gd name="csY199" fmla="*/ 956 h 225488"/>
                <a:gd name="csX200" fmla="*/ 57805 w 244119"/>
                <a:gd name="csY200" fmla="*/ 478 h 225488"/>
                <a:gd name="csX201" fmla="*/ 59716 w 244119"/>
                <a:gd name="csY201" fmla="*/ 478 h 225488"/>
                <a:gd name="csX202" fmla="*/ 66405 w 244119"/>
                <a:gd name="csY202" fmla="*/ 478 h 225488"/>
                <a:gd name="csX203" fmla="*/ 73093 w 244119"/>
                <a:gd name="csY203" fmla="*/ 478 h 225488"/>
                <a:gd name="csX204" fmla="*/ 79303 w 244119"/>
                <a:gd name="csY204" fmla="*/ 0 h 225488"/>
                <a:gd name="csX205" fmla="*/ 85514 w 244119"/>
                <a:gd name="csY205" fmla="*/ 478 h 225488"/>
                <a:gd name="csX206" fmla="*/ 90769 w 244119"/>
                <a:gd name="csY206" fmla="*/ 478 h 225488"/>
                <a:gd name="csX207" fmla="*/ 93157 w 244119"/>
                <a:gd name="csY207" fmla="*/ 956 h 225488"/>
                <a:gd name="csX208" fmla="*/ 95068 w 244119"/>
                <a:gd name="csY208" fmla="*/ 1911 h 225488"/>
                <a:gd name="csX209" fmla="*/ 96024 w 244119"/>
                <a:gd name="csY209" fmla="*/ 3344 h 225488"/>
                <a:gd name="csX210" fmla="*/ 96501 w 244119"/>
                <a:gd name="csY210" fmla="*/ 3822 h 225488"/>
                <a:gd name="csX211" fmla="*/ 96979 w 244119"/>
                <a:gd name="csY211" fmla="*/ 4777 h 225488"/>
                <a:gd name="csX212" fmla="*/ 96979 w 244119"/>
                <a:gd name="csY212" fmla="*/ 4777 h 225488"/>
                <a:gd name="csX213" fmla="*/ 98412 w 244119"/>
                <a:gd name="csY213" fmla="*/ 5733 h 225488"/>
                <a:gd name="csX214" fmla="*/ 98890 w 244119"/>
                <a:gd name="csY214" fmla="*/ 7166 h 225488"/>
                <a:gd name="csX215" fmla="*/ 98412 w 244119"/>
                <a:gd name="csY215" fmla="*/ 9077 h 225488"/>
                <a:gd name="csX216" fmla="*/ 98412 w 244119"/>
                <a:gd name="csY216" fmla="*/ 11466 h 225488"/>
                <a:gd name="csX217" fmla="*/ 99368 w 244119"/>
                <a:gd name="csY217" fmla="*/ 13854 h 225488"/>
                <a:gd name="csX218" fmla="*/ 100801 w 244119"/>
                <a:gd name="csY218" fmla="*/ 16721 h 225488"/>
                <a:gd name="csX219" fmla="*/ 102712 w 244119"/>
                <a:gd name="csY219" fmla="*/ 19587 h 225488"/>
                <a:gd name="csX220" fmla="*/ 103667 w 244119"/>
                <a:gd name="csY220" fmla="*/ 21976 h 225488"/>
                <a:gd name="csX221" fmla="*/ 103190 w 244119"/>
                <a:gd name="csY221" fmla="*/ 23886 h 225488"/>
                <a:gd name="csX222" fmla="*/ 104145 w 244119"/>
                <a:gd name="csY222" fmla="*/ 25798 h 225488"/>
                <a:gd name="csX223" fmla="*/ 105578 w 244119"/>
                <a:gd name="csY223" fmla="*/ 27709 h 225488"/>
                <a:gd name="csX224" fmla="*/ 106534 w 244119"/>
                <a:gd name="csY224" fmla="*/ 28664 h 225488"/>
                <a:gd name="csX225" fmla="*/ 107489 w 244119"/>
                <a:gd name="csY225" fmla="*/ 29142 h 225488"/>
                <a:gd name="csX226" fmla="*/ 109400 w 244119"/>
                <a:gd name="csY226" fmla="*/ 32486 h 225488"/>
                <a:gd name="csX227" fmla="*/ 112266 w 244119"/>
                <a:gd name="csY227" fmla="*/ 36785 h 225488"/>
                <a:gd name="csX228" fmla="*/ 115133 w 244119"/>
                <a:gd name="csY228" fmla="*/ 40607 h 225488"/>
                <a:gd name="csX229" fmla="*/ 115133 w 244119"/>
                <a:gd name="csY229" fmla="*/ 40607 h 225488"/>
                <a:gd name="csX230" fmla="*/ 115611 w 244119"/>
                <a:gd name="csY230" fmla="*/ 41085 h 225488"/>
                <a:gd name="csX231" fmla="*/ 117044 w 244119"/>
                <a:gd name="csY231" fmla="*/ 40607 h 225488"/>
                <a:gd name="csX232" fmla="*/ 119910 w 244119"/>
                <a:gd name="csY232" fmla="*/ 40607 h 225488"/>
                <a:gd name="csX233" fmla="*/ 122299 w 244119"/>
                <a:gd name="csY233" fmla="*/ 40607 h 225488"/>
                <a:gd name="csX234" fmla="*/ 124210 w 244119"/>
                <a:gd name="csY234" fmla="*/ 41085 h 225488"/>
                <a:gd name="csX235" fmla="*/ 125165 w 244119"/>
                <a:gd name="csY235" fmla="*/ 41085 h 225488"/>
                <a:gd name="csX236" fmla="*/ 128031 w 244119"/>
                <a:gd name="csY236" fmla="*/ 39652 h 225488"/>
                <a:gd name="csX237" fmla="*/ 130898 w 244119"/>
                <a:gd name="csY237" fmla="*/ 39174 h 225488"/>
                <a:gd name="csX238" fmla="*/ 133764 w 244119"/>
                <a:gd name="csY238" fmla="*/ 38696 h 225488"/>
                <a:gd name="csX239" fmla="*/ 135197 w 244119"/>
                <a:gd name="csY239" fmla="*/ 37741 h 225488"/>
                <a:gd name="csX240" fmla="*/ 137108 w 244119"/>
                <a:gd name="csY240" fmla="*/ 37741 h 225488"/>
                <a:gd name="csX241" fmla="*/ 141886 w 244119"/>
                <a:gd name="csY241" fmla="*/ 39174 h 225488"/>
                <a:gd name="csX242" fmla="*/ 142841 w 244119"/>
                <a:gd name="csY242" fmla="*/ 39174 h 225488"/>
                <a:gd name="csX243" fmla="*/ 146663 w 244119"/>
                <a:gd name="csY243" fmla="*/ 39174 h 225488"/>
                <a:gd name="csX244" fmla="*/ 150963 w 244119"/>
                <a:gd name="csY244" fmla="*/ 38696 h 225488"/>
                <a:gd name="csX245" fmla="*/ 151440 w 244119"/>
                <a:gd name="csY245" fmla="*/ 33919 h 225488"/>
                <a:gd name="csX246" fmla="*/ 151440 w 244119"/>
                <a:gd name="csY246" fmla="*/ 32963 h 225488"/>
                <a:gd name="csX247" fmla="*/ 152396 w 244119"/>
                <a:gd name="csY247" fmla="*/ 31052 h 225488"/>
                <a:gd name="csX248" fmla="*/ 153351 w 244119"/>
                <a:gd name="csY248" fmla="*/ 29619 h 225488"/>
                <a:gd name="csX249" fmla="*/ 153829 w 244119"/>
                <a:gd name="csY249" fmla="*/ 28186 h 225488"/>
                <a:gd name="csX250" fmla="*/ 153351 w 244119"/>
                <a:gd name="csY250" fmla="*/ 25798 h 225488"/>
                <a:gd name="csX251" fmla="*/ 154307 w 244119"/>
                <a:gd name="csY251" fmla="*/ 23409 h 225488"/>
                <a:gd name="csX252" fmla="*/ 157173 w 244119"/>
                <a:gd name="csY252" fmla="*/ 21498 h 225488"/>
                <a:gd name="csX253" fmla="*/ 160517 w 244119"/>
                <a:gd name="csY253" fmla="*/ 21020 h 225488"/>
                <a:gd name="csX254" fmla="*/ 161472 w 244119"/>
                <a:gd name="csY254" fmla="*/ 20543 h 225488"/>
                <a:gd name="csX255" fmla="*/ 163861 w 244119"/>
                <a:gd name="csY255" fmla="*/ 20543 h 225488"/>
                <a:gd name="csX256" fmla="*/ 167683 w 244119"/>
                <a:gd name="csY256" fmla="*/ 20065 h 225488"/>
                <a:gd name="csX257" fmla="*/ 173416 w 244119"/>
                <a:gd name="csY257" fmla="*/ 19587 h 225488"/>
                <a:gd name="csX258" fmla="*/ 173416 w 244119"/>
                <a:gd name="csY258" fmla="*/ 19587 h 225488"/>
                <a:gd name="csX259" fmla="*/ 175327 w 244119"/>
                <a:gd name="csY259" fmla="*/ 19587 h 225488"/>
                <a:gd name="csX260" fmla="*/ 175804 w 244119"/>
                <a:gd name="csY260" fmla="*/ 19587 h 225488"/>
                <a:gd name="csX261" fmla="*/ 174371 w 244119"/>
                <a:gd name="csY261" fmla="*/ 22931 h 225488"/>
                <a:gd name="csX262" fmla="*/ 174371 w 244119"/>
                <a:gd name="csY262" fmla="*/ 24364 h 225488"/>
                <a:gd name="csX263" fmla="*/ 174849 w 244119"/>
                <a:gd name="csY263" fmla="*/ 25320 h 225488"/>
                <a:gd name="csX264" fmla="*/ 174849 w 244119"/>
                <a:gd name="csY264" fmla="*/ 25320 h 225488"/>
                <a:gd name="csX265" fmla="*/ 175804 w 244119"/>
                <a:gd name="csY265" fmla="*/ 25798 h 225488"/>
                <a:gd name="csX266" fmla="*/ 182015 w 244119"/>
                <a:gd name="csY266" fmla="*/ 26275 h 225488"/>
                <a:gd name="csX267" fmla="*/ 187270 w 244119"/>
                <a:gd name="csY267" fmla="*/ 26275 h 225488"/>
                <a:gd name="csX268" fmla="*/ 193958 w 244119"/>
                <a:gd name="csY268" fmla="*/ 26275 h 225488"/>
                <a:gd name="csX269" fmla="*/ 198736 w 244119"/>
                <a:gd name="csY269" fmla="*/ 26275 h 225488"/>
                <a:gd name="csX270" fmla="*/ 199213 w 244119"/>
                <a:gd name="csY270" fmla="*/ 26753 h 225488"/>
                <a:gd name="csX271" fmla="*/ 199691 w 244119"/>
                <a:gd name="csY271" fmla="*/ 26753 h 225488"/>
                <a:gd name="csX272" fmla="*/ 200169 w 244119"/>
                <a:gd name="csY272" fmla="*/ 28664 h 225488"/>
                <a:gd name="csX273" fmla="*/ 200169 w 244119"/>
                <a:gd name="csY273" fmla="*/ 32008 h 225488"/>
                <a:gd name="csX274" fmla="*/ 199213 w 244119"/>
                <a:gd name="csY274" fmla="*/ 36785 h 225488"/>
                <a:gd name="csX275" fmla="*/ 199691 w 244119"/>
                <a:gd name="csY275" fmla="*/ 41085 h 225488"/>
                <a:gd name="csX276" fmla="*/ 201602 w 244119"/>
                <a:gd name="csY276" fmla="*/ 45384 h 225488"/>
                <a:gd name="csX277" fmla="*/ 201602 w 244119"/>
                <a:gd name="csY277" fmla="*/ 51595 h 225488"/>
                <a:gd name="csX278" fmla="*/ 201124 w 244119"/>
                <a:gd name="csY278" fmla="*/ 55417 h 225488"/>
                <a:gd name="csX279" fmla="*/ 200169 w 244119"/>
                <a:gd name="csY279" fmla="*/ 60672 h 225488"/>
                <a:gd name="csX280" fmla="*/ 199691 w 244119"/>
                <a:gd name="csY280" fmla="*/ 65927 h 225488"/>
                <a:gd name="csX281" fmla="*/ 200646 w 244119"/>
                <a:gd name="csY281" fmla="*/ 68316 h 225488"/>
                <a:gd name="csX282" fmla="*/ 202557 w 244119"/>
                <a:gd name="csY282" fmla="*/ 70704 h 225488"/>
                <a:gd name="csX283" fmla="*/ 202557 w 244119"/>
                <a:gd name="csY283" fmla="*/ 70704 h 225488"/>
                <a:gd name="csX284" fmla="*/ 205424 w 244119"/>
                <a:gd name="csY284" fmla="*/ 73093 h 225488"/>
                <a:gd name="csX285" fmla="*/ 207335 w 244119"/>
                <a:gd name="csY285" fmla="*/ 76437 h 225488"/>
                <a:gd name="csX286" fmla="*/ 208768 w 244119"/>
                <a:gd name="csY286" fmla="*/ 80259 h 225488"/>
                <a:gd name="csX287" fmla="*/ 209245 w 244119"/>
                <a:gd name="csY287" fmla="*/ 83125 h 225488"/>
                <a:gd name="csX288" fmla="*/ 209245 w 244119"/>
                <a:gd name="csY288" fmla="*/ 84081 h 225488"/>
                <a:gd name="csX289" fmla="*/ 209245 w 244119"/>
                <a:gd name="csY289" fmla="*/ 85991 h 225488"/>
                <a:gd name="csX290" fmla="*/ 209723 w 244119"/>
                <a:gd name="csY290" fmla="*/ 88380 h 225488"/>
                <a:gd name="csX291" fmla="*/ 209245 w 244119"/>
                <a:gd name="csY291" fmla="*/ 90291 h 225488"/>
                <a:gd name="csX292" fmla="*/ 209245 w 244119"/>
                <a:gd name="csY292" fmla="*/ 90291 h 225488"/>
                <a:gd name="csX293" fmla="*/ 207335 w 244119"/>
                <a:gd name="csY293" fmla="*/ 90769 h 225488"/>
                <a:gd name="csX294" fmla="*/ 207335 w 244119"/>
                <a:gd name="csY294" fmla="*/ 90769 h 225488"/>
                <a:gd name="csX295" fmla="*/ 206857 w 244119"/>
                <a:gd name="csY295" fmla="*/ 92202 h 225488"/>
                <a:gd name="csX296" fmla="*/ 207812 w 244119"/>
                <a:gd name="csY296" fmla="*/ 94113 h 225488"/>
                <a:gd name="csX297" fmla="*/ 207812 w 244119"/>
                <a:gd name="csY297" fmla="*/ 96501 h 225488"/>
                <a:gd name="csX298" fmla="*/ 208768 w 244119"/>
                <a:gd name="csY298" fmla="*/ 96979 h 225488"/>
                <a:gd name="csX299" fmla="*/ 209245 w 244119"/>
                <a:gd name="csY299" fmla="*/ 97457 h 225488"/>
                <a:gd name="csX300" fmla="*/ 209723 w 244119"/>
                <a:gd name="csY300" fmla="*/ 97935 h 225488"/>
                <a:gd name="csX301" fmla="*/ 211156 w 244119"/>
                <a:gd name="csY301" fmla="*/ 96979 h 225488"/>
                <a:gd name="csX302" fmla="*/ 213068 w 244119"/>
                <a:gd name="csY302" fmla="*/ 95546 h 225488"/>
                <a:gd name="csX303" fmla="*/ 214501 w 244119"/>
                <a:gd name="csY303" fmla="*/ 95068 h 225488"/>
                <a:gd name="csX304" fmla="*/ 216889 w 244119"/>
                <a:gd name="csY304" fmla="*/ 95068 h 225488"/>
                <a:gd name="csX305" fmla="*/ 219756 w 244119"/>
                <a:gd name="csY305" fmla="*/ 95546 h 225488"/>
                <a:gd name="csX306" fmla="*/ 225011 w 244119"/>
                <a:gd name="csY306" fmla="*/ 95546 h 225488"/>
                <a:gd name="csX307" fmla="*/ 226444 w 244119"/>
                <a:gd name="csY307" fmla="*/ 95546 h 225488"/>
                <a:gd name="csX308" fmla="*/ 231221 w 244119"/>
                <a:gd name="csY308" fmla="*/ 93635 h 225488"/>
                <a:gd name="csX309" fmla="*/ 232654 w 244119"/>
                <a:gd name="csY309" fmla="*/ 93635 h 225488"/>
                <a:gd name="csX310" fmla="*/ 234565 w 244119"/>
                <a:gd name="csY310" fmla="*/ 93635 h 225488"/>
                <a:gd name="csX311" fmla="*/ 236954 w 244119"/>
                <a:gd name="csY311" fmla="*/ 94113 h 225488"/>
                <a:gd name="csX312" fmla="*/ 239820 w 244119"/>
                <a:gd name="csY312" fmla="*/ 94591 h 225488"/>
                <a:gd name="csX313" fmla="*/ 241253 w 244119"/>
                <a:gd name="csY313" fmla="*/ 93635 h 225488"/>
                <a:gd name="csX314" fmla="*/ 241253 w 244119"/>
                <a:gd name="csY314" fmla="*/ 93157 h 225488"/>
                <a:gd name="csX315" fmla="*/ 241731 w 244119"/>
                <a:gd name="csY315" fmla="*/ 92202 h 225488"/>
                <a:gd name="csX316" fmla="*/ 242686 w 244119"/>
                <a:gd name="csY316" fmla="*/ 91724 h 225488"/>
                <a:gd name="csX317" fmla="*/ 243164 w 244119"/>
                <a:gd name="csY317" fmla="*/ 94113 h 225488"/>
                <a:gd name="csX318" fmla="*/ 243164 w 244119"/>
                <a:gd name="csY318" fmla="*/ 97457 h 225488"/>
                <a:gd name="csX319" fmla="*/ 243642 w 244119"/>
                <a:gd name="csY319" fmla="*/ 99846 h 225488"/>
                <a:gd name="csX320" fmla="*/ 244120 w 244119"/>
                <a:gd name="csY320" fmla="*/ 100801 h 225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</a:cxnLst>
              <a:rect l="l" t="t" r="r" b="b"/>
              <a:pathLst>
                <a:path w="244119" h="225488">
                  <a:moveTo>
                    <a:pt x="244120" y="100801"/>
                  </a:moveTo>
                  <a:lnTo>
                    <a:pt x="244120" y="101757"/>
                  </a:lnTo>
                  <a:lnTo>
                    <a:pt x="243642" y="102234"/>
                  </a:lnTo>
                  <a:lnTo>
                    <a:pt x="243642" y="103667"/>
                  </a:lnTo>
                  <a:lnTo>
                    <a:pt x="242686" y="105100"/>
                  </a:lnTo>
                  <a:lnTo>
                    <a:pt x="242686" y="106056"/>
                  </a:lnTo>
                  <a:lnTo>
                    <a:pt x="242686" y="107489"/>
                  </a:lnTo>
                  <a:lnTo>
                    <a:pt x="242686" y="109878"/>
                  </a:lnTo>
                  <a:lnTo>
                    <a:pt x="242209" y="112266"/>
                  </a:lnTo>
                  <a:lnTo>
                    <a:pt x="242209" y="114655"/>
                  </a:lnTo>
                  <a:lnTo>
                    <a:pt x="243164" y="118955"/>
                  </a:lnTo>
                  <a:lnTo>
                    <a:pt x="243164" y="120388"/>
                  </a:lnTo>
                  <a:lnTo>
                    <a:pt x="242209" y="122777"/>
                  </a:lnTo>
                  <a:lnTo>
                    <a:pt x="241253" y="124210"/>
                  </a:lnTo>
                  <a:lnTo>
                    <a:pt x="240776" y="126121"/>
                  </a:lnTo>
                  <a:lnTo>
                    <a:pt x="240776" y="127554"/>
                  </a:lnTo>
                  <a:lnTo>
                    <a:pt x="242686" y="130420"/>
                  </a:lnTo>
                  <a:lnTo>
                    <a:pt x="242209" y="130898"/>
                  </a:lnTo>
                  <a:lnTo>
                    <a:pt x="241253" y="130898"/>
                  </a:lnTo>
                  <a:lnTo>
                    <a:pt x="239820" y="130898"/>
                  </a:lnTo>
                  <a:lnTo>
                    <a:pt x="235998" y="130898"/>
                  </a:lnTo>
                  <a:lnTo>
                    <a:pt x="230266" y="130898"/>
                  </a:lnTo>
                  <a:lnTo>
                    <a:pt x="224055" y="130898"/>
                  </a:lnTo>
                  <a:lnTo>
                    <a:pt x="218322" y="130898"/>
                  </a:lnTo>
                  <a:lnTo>
                    <a:pt x="213068" y="130898"/>
                  </a:lnTo>
                  <a:lnTo>
                    <a:pt x="207812" y="130898"/>
                  </a:lnTo>
                  <a:lnTo>
                    <a:pt x="203035" y="130898"/>
                  </a:lnTo>
                  <a:lnTo>
                    <a:pt x="203035" y="133764"/>
                  </a:lnTo>
                  <a:lnTo>
                    <a:pt x="203035" y="139975"/>
                  </a:lnTo>
                  <a:lnTo>
                    <a:pt x="203035" y="145707"/>
                  </a:lnTo>
                  <a:lnTo>
                    <a:pt x="203035" y="151918"/>
                  </a:lnTo>
                  <a:lnTo>
                    <a:pt x="203035" y="157651"/>
                  </a:lnTo>
                  <a:lnTo>
                    <a:pt x="203035" y="163861"/>
                  </a:lnTo>
                  <a:lnTo>
                    <a:pt x="203035" y="170072"/>
                  </a:lnTo>
                  <a:lnTo>
                    <a:pt x="203035" y="175805"/>
                  </a:lnTo>
                  <a:lnTo>
                    <a:pt x="203035" y="182015"/>
                  </a:lnTo>
                  <a:lnTo>
                    <a:pt x="203035" y="186314"/>
                  </a:lnTo>
                  <a:lnTo>
                    <a:pt x="204468" y="192047"/>
                  </a:lnTo>
                  <a:lnTo>
                    <a:pt x="206379" y="198258"/>
                  </a:lnTo>
                  <a:lnTo>
                    <a:pt x="206379" y="198258"/>
                  </a:lnTo>
                  <a:lnTo>
                    <a:pt x="207335" y="198736"/>
                  </a:lnTo>
                  <a:lnTo>
                    <a:pt x="209723" y="200169"/>
                  </a:lnTo>
                  <a:lnTo>
                    <a:pt x="212590" y="202557"/>
                  </a:lnTo>
                  <a:lnTo>
                    <a:pt x="214501" y="204468"/>
                  </a:lnTo>
                  <a:lnTo>
                    <a:pt x="217845" y="207335"/>
                  </a:lnTo>
                  <a:lnTo>
                    <a:pt x="222622" y="211156"/>
                  </a:lnTo>
                  <a:lnTo>
                    <a:pt x="226921" y="214978"/>
                  </a:lnTo>
                  <a:lnTo>
                    <a:pt x="230743" y="218322"/>
                  </a:lnTo>
                  <a:lnTo>
                    <a:pt x="224533" y="219278"/>
                  </a:lnTo>
                  <a:lnTo>
                    <a:pt x="215934" y="220711"/>
                  </a:lnTo>
                  <a:lnTo>
                    <a:pt x="209723" y="221667"/>
                  </a:lnTo>
                  <a:lnTo>
                    <a:pt x="202557" y="223100"/>
                  </a:lnTo>
                  <a:lnTo>
                    <a:pt x="202079" y="223100"/>
                  </a:lnTo>
                  <a:lnTo>
                    <a:pt x="197780" y="224055"/>
                  </a:lnTo>
                  <a:lnTo>
                    <a:pt x="193003" y="225011"/>
                  </a:lnTo>
                  <a:lnTo>
                    <a:pt x="192047" y="225011"/>
                  </a:lnTo>
                  <a:lnTo>
                    <a:pt x="191092" y="225011"/>
                  </a:lnTo>
                  <a:lnTo>
                    <a:pt x="189181" y="224055"/>
                  </a:lnTo>
                  <a:lnTo>
                    <a:pt x="185837" y="224055"/>
                  </a:lnTo>
                  <a:lnTo>
                    <a:pt x="182015" y="225011"/>
                  </a:lnTo>
                  <a:lnTo>
                    <a:pt x="178671" y="225488"/>
                  </a:lnTo>
                  <a:lnTo>
                    <a:pt x="176282" y="225011"/>
                  </a:lnTo>
                  <a:lnTo>
                    <a:pt x="173894" y="224055"/>
                  </a:lnTo>
                  <a:lnTo>
                    <a:pt x="171505" y="222622"/>
                  </a:lnTo>
                  <a:lnTo>
                    <a:pt x="167683" y="222144"/>
                  </a:lnTo>
                  <a:lnTo>
                    <a:pt x="161950" y="222622"/>
                  </a:lnTo>
                  <a:lnTo>
                    <a:pt x="156695" y="222622"/>
                  </a:lnTo>
                  <a:lnTo>
                    <a:pt x="151440" y="221667"/>
                  </a:lnTo>
                  <a:lnTo>
                    <a:pt x="151440" y="221667"/>
                  </a:lnTo>
                  <a:lnTo>
                    <a:pt x="147619" y="221189"/>
                  </a:lnTo>
                  <a:lnTo>
                    <a:pt x="145707" y="221189"/>
                  </a:lnTo>
                  <a:lnTo>
                    <a:pt x="143319" y="221189"/>
                  </a:lnTo>
                  <a:lnTo>
                    <a:pt x="140453" y="220233"/>
                  </a:lnTo>
                  <a:lnTo>
                    <a:pt x="138542" y="219278"/>
                  </a:lnTo>
                  <a:lnTo>
                    <a:pt x="135675" y="216889"/>
                  </a:lnTo>
                  <a:lnTo>
                    <a:pt x="133764" y="214501"/>
                  </a:lnTo>
                  <a:lnTo>
                    <a:pt x="133764" y="214501"/>
                  </a:lnTo>
                  <a:lnTo>
                    <a:pt x="133287" y="214023"/>
                  </a:lnTo>
                  <a:lnTo>
                    <a:pt x="132809" y="213545"/>
                  </a:lnTo>
                  <a:lnTo>
                    <a:pt x="131854" y="213545"/>
                  </a:lnTo>
                  <a:lnTo>
                    <a:pt x="126121" y="213545"/>
                  </a:lnTo>
                  <a:lnTo>
                    <a:pt x="120865" y="213545"/>
                  </a:lnTo>
                  <a:lnTo>
                    <a:pt x="117999" y="213545"/>
                  </a:lnTo>
                  <a:lnTo>
                    <a:pt x="110356" y="213545"/>
                  </a:lnTo>
                  <a:lnTo>
                    <a:pt x="102712" y="213545"/>
                  </a:lnTo>
                  <a:lnTo>
                    <a:pt x="95068" y="213545"/>
                  </a:lnTo>
                  <a:lnTo>
                    <a:pt x="95068" y="213545"/>
                  </a:lnTo>
                  <a:lnTo>
                    <a:pt x="87424" y="213545"/>
                  </a:lnTo>
                  <a:lnTo>
                    <a:pt x="79781" y="213545"/>
                  </a:lnTo>
                  <a:lnTo>
                    <a:pt x="72137" y="213545"/>
                  </a:lnTo>
                  <a:lnTo>
                    <a:pt x="64493" y="213545"/>
                  </a:lnTo>
                  <a:lnTo>
                    <a:pt x="57328" y="213545"/>
                  </a:lnTo>
                  <a:lnTo>
                    <a:pt x="56850" y="213545"/>
                  </a:lnTo>
                  <a:lnTo>
                    <a:pt x="53028" y="213068"/>
                  </a:lnTo>
                  <a:lnTo>
                    <a:pt x="49206" y="213545"/>
                  </a:lnTo>
                  <a:lnTo>
                    <a:pt x="45384" y="213545"/>
                  </a:lnTo>
                  <a:lnTo>
                    <a:pt x="44907" y="213545"/>
                  </a:lnTo>
                  <a:lnTo>
                    <a:pt x="44429" y="213545"/>
                  </a:lnTo>
                  <a:lnTo>
                    <a:pt x="43474" y="213545"/>
                  </a:lnTo>
                  <a:lnTo>
                    <a:pt x="43474" y="213545"/>
                  </a:lnTo>
                  <a:lnTo>
                    <a:pt x="42996" y="212590"/>
                  </a:lnTo>
                  <a:lnTo>
                    <a:pt x="40607" y="211634"/>
                  </a:lnTo>
                  <a:lnTo>
                    <a:pt x="38696" y="210201"/>
                  </a:lnTo>
                  <a:lnTo>
                    <a:pt x="36308" y="208768"/>
                  </a:lnTo>
                  <a:lnTo>
                    <a:pt x="34397" y="206857"/>
                  </a:lnTo>
                  <a:lnTo>
                    <a:pt x="32963" y="205902"/>
                  </a:lnTo>
                  <a:lnTo>
                    <a:pt x="32963" y="205902"/>
                  </a:lnTo>
                  <a:lnTo>
                    <a:pt x="30575" y="205902"/>
                  </a:lnTo>
                  <a:lnTo>
                    <a:pt x="28664" y="205424"/>
                  </a:lnTo>
                  <a:lnTo>
                    <a:pt x="27231" y="205424"/>
                  </a:lnTo>
                  <a:lnTo>
                    <a:pt x="24364" y="206379"/>
                  </a:lnTo>
                  <a:lnTo>
                    <a:pt x="24364" y="206379"/>
                  </a:lnTo>
                  <a:lnTo>
                    <a:pt x="21976" y="207335"/>
                  </a:lnTo>
                  <a:lnTo>
                    <a:pt x="20542" y="207812"/>
                  </a:lnTo>
                  <a:lnTo>
                    <a:pt x="18154" y="208768"/>
                  </a:lnTo>
                  <a:lnTo>
                    <a:pt x="16243" y="209723"/>
                  </a:lnTo>
                  <a:lnTo>
                    <a:pt x="12421" y="209723"/>
                  </a:lnTo>
                  <a:lnTo>
                    <a:pt x="11466" y="210201"/>
                  </a:lnTo>
                  <a:lnTo>
                    <a:pt x="11466" y="210201"/>
                  </a:lnTo>
                  <a:lnTo>
                    <a:pt x="9555" y="209723"/>
                  </a:lnTo>
                  <a:lnTo>
                    <a:pt x="9555" y="209723"/>
                  </a:lnTo>
                  <a:lnTo>
                    <a:pt x="7644" y="209246"/>
                  </a:lnTo>
                  <a:lnTo>
                    <a:pt x="5255" y="209246"/>
                  </a:lnTo>
                  <a:lnTo>
                    <a:pt x="5255" y="209246"/>
                  </a:lnTo>
                  <a:lnTo>
                    <a:pt x="3344" y="210201"/>
                  </a:lnTo>
                  <a:lnTo>
                    <a:pt x="478" y="210679"/>
                  </a:lnTo>
                  <a:lnTo>
                    <a:pt x="0" y="210679"/>
                  </a:lnTo>
                  <a:lnTo>
                    <a:pt x="0" y="210679"/>
                  </a:lnTo>
                  <a:lnTo>
                    <a:pt x="956" y="203513"/>
                  </a:lnTo>
                  <a:lnTo>
                    <a:pt x="1433" y="200169"/>
                  </a:lnTo>
                  <a:lnTo>
                    <a:pt x="1433" y="196825"/>
                  </a:lnTo>
                  <a:lnTo>
                    <a:pt x="956" y="186792"/>
                  </a:lnTo>
                  <a:lnTo>
                    <a:pt x="478" y="185359"/>
                  </a:lnTo>
                  <a:lnTo>
                    <a:pt x="0" y="183926"/>
                  </a:lnTo>
                  <a:lnTo>
                    <a:pt x="1911" y="182971"/>
                  </a:lnTo>
                  <a:lnTo>
                    <a:pt x="3344" y="182015"/>
                  </a:lnTo>
                  <a:lnTo>
                    <a:pt x="4300" y="180104"/>
                  </a:lnTo>
                  <a:lnTo>
                    <a:pt x="5255" y="177715"/>
                  </a:lnTo>
                  <a:lnTo>
                    <a:pt x="6688" y="172938"/>
                  </a:lnTo>
                  <a:lnTo>
                    <a:pt x="10510" y="161473"/>
                  </a:lnTo>
                  <a:lnTo>
                    <a:pt x="12421" y="150485"/>
                  </a:lnTo>
                  <a:lnTo>
                    <a:pt x="15287" y="145230"/>
                  </a:lnTo>
                  <a:lnTo>
                    <a:pt x="16243" y="139019"/>
                  </a:lnTo>
                  <a:lnTo>
                    <a:pt x="22931" y="131376"/>
                  </a:lnTo>
                  <a:lnTo>
                    <a:pt x="24842" y="127076"/>
                  </a:lnTo>
                  <a:lnTo>
                    <a:pt x="28186" y="124688"/>
                  </a:lnTo>
                  <a:lnTo>
                    <a:pt x="33441" y="122299"/>
                  </a:lnTo>
                  <a:lnTo>
                    <a:pt x="36785" y="117999"/>
                  </a:lnTo>
                  <a:lnTo>
                    <a:pt x="38696" y="114655"/>
                  </a:lnTo>
                  <a:lnTo>
                    <a:pt x="40607" y="108923"/>
                  </a:lnTo>
                  <a:lnTo>
                    <a:pt x="40607" y="103190"/>
                  </a:lnTo>
                  <a:lnTo>
                    <a:pt x="41563" y="95068"/>
                  </a:lnTo>
                  <a:lnTo>
                    <a:pt x="41563" y="92680"/>
                  </a:lnTo>
                  <a:lnTo>
                    <a:pt x="39651" y="89813"/>
                  </a:lnTo>
                  <a:lnTo>
                    <a:pt x="39174" y="87425"/>
                  </a:lnTo>
                  <a:lnTo>
                    <a:pt x="37263" y="85036"/>
                  </a:lnTo>
                  <a:lnTo>
                    <a:pt x="35830" y="83603"/>
                  </a:lnTo>
                  <a:lnTo>
                    <a:pt x="34874" y="80259"/>
                  </a:lnTo>
                  <a:lnTo>
                    <a:pt x="31530" y="75481"/>
                  </a:lnTo>
                  <a:lnTo>
                    <a:pt x="30575" y="72615"/>
                  </a:lnTo>
                  <a:lnTo>
                    <a:pt x="29142" y="70226"/>
                  </a:lnTo>
                  <a:lnTo>
                    <a:pt x="28664" y="67360"/>
                  </a:lnTo>
                  <a:lnTo>
                    <a:pt x="28186" y="64493"/>
                  </a:lnTo>
                  <a:lnTo>
                    <a:pt x="26275" y="61627"/>
                  </a:lnTo>
                  <a:lnTo>
                    <a:pt x="24842" y="58283"/>
                  </a:lnTo>
                  <a:lnTo>
                    <a:pt x="24842" y="57328"/>
                  </a:lnTo>
                  <a:lnTo>
                    <a:pt x="25798" y="55894"/>
                  </a:lnTo>
                  <a:lnTo>
                    <a:pt x="26753" y="55417"/>
                  </a:lnTo>
                  <a:lnTo>
                    <a:pt x="26753" y="56372"/>
                  </a:lnTo>
                  <a:lnTo>
                    <a:pt x="25798" y="56850"/>
                  </a:lnTo>
                  <a:lnTo>
                    <a:pt x="26275" y="57328"/>
                  </a:lnTo>
                  <a:lnTo>
                    <a:pt x="32008" y="51595"/>
                  </a:lnTo>
                  <a:lnTo>
                    <a:pt x="32486" y="50639"/>
                  </a:lnTo>
                  <a:lnTo>
                    <a:pt x="32486" y="49206"/>
                  </a:lnTo>
                  <a:lnTo>
                    <a:pt x="32486" y="47773"/>
                  </a:lnTo>
                  <a:lnTo>
                    <a:pt x="32486" y="45862"/>
                  </a:lnTo>
                  <a:lnTo>
                    <a:pt x="26753" y="34874"/>
                  </a:lnTo>
                  <a:lnTo>
                    <a:pt x="22453" y="25320"/>
                  </a:lnTo>
                  <a:lnTo>
                    <a:pt x="21498" y="20065"/>
                  </a:lnTo>
                  <a:lnTo>
                    <a:pt x="15287" y="13377"/>
                  </a:lnTo>
                  <a:lnTo>
                    <a:pt x="13376" y="9077"/>
                  </a:lnTo>
                  <a:lnTo>
                    <a:pt x="11943" y="6211"/>
                  </a:lnTo>
                  <a:lnTo>
                    <a:pt x="10988" y="4777"/>
                  </a:lnTo>
                  <a:lnTo>
                    <a:pt x="10988" y="4300"/>
                  </a:lnTo>
                  <a:lnTo>
                    <a:pt x="12899" y="4300"/>
                  </a:lnTo>
                  <a:lnTo>
                    <a:pt x="16243" y="3344"/>
                  </a:lnTo>
                  <a:lnTo>
                    <a:pt x="21020" y="2867"/>
                  </a:lnTo>
                  <a:lnTo>
                    <a:pt x="25320" y="956"/>
                  </a:lnTo>
                  <a:lnTo>
                    <a:pt x="26275" y="478"/>
                  </a:lnTo>
                  <a:lnTo>
                    <a:pt x="26275" y="478"/>
                  </a:lnTo>
                  <a:lnTo>
                    <a:pt x="28664" y="0"/>
                  </a:lnTo>
                  <a:lnTo>
                    <a:pt x="31052" y="478"/>
                  </a:lnTo>
                  <a:lnTo>
                    <a:pt x="32008" y="0"/>
                  </a:lnTo>
                  <a:lnTo>
                    <a:pt x="32486" y="0"/>
                  </a:lnTo>
                  <a:lnTo>
                    <a:pt x="37741" y="0"/>
                  </a:lnTo>
                  <a:lnTo>
                    <a:pt x="40129" y="0"/>
                  </a:lnTo>
                  <a:lnTo>
                    <a:pt x="44429" y="0"/>
                  </a:lnTo>
                  <a:lnTo>
                    <a:pt x="47295" y="478"/>
                  </a:lnTo>
                  <a:lnTo>
                    <a:pt x="48728" y="478"/>
                  </a:lnTo>
                  <a:lnTo>
                    <a:pt x="52550" y="956"/>
                  </a:lnTo>
                  <a:lnTo>
                    <a:pt x="57805" y="478"/>
                  </a:lnTo>
                  <a:lnTo>
                    <a:pt x="59716" y="478"/>
                  </a:lnTo>
                  <a:lnTo>
                    <a:pt x="66405" y="478"/>
                  </a:lnTo>
                  <a:lnTo>
                    <a:pt x="73093" y="478"/>
                  </a:lnTo>
                  <a:lnTo>
                    <a:pt x="79303" y="0"/>
                  </a:lnTo>
                  <a:lnTo>
                    <a:pt x="85514" y="478"/>
                  </a:lnTo>
                  <a:lnTo>
                    <a:pt x="90769" y="478"/>
                  </a:lnTo>
                  <a:lnTo>
                    <a:pt x="93157" y="956"/>
                  </a:lnTo>
                  <a:lnTo>
                    <a:pt x="95068" y="1911"/>
                  </a:lnTo>
                  <a:lnTo>
                    <a:pt x="96024" y="3344"/>
                  </a:lnTo>
                  <a:lnTo>
                    <a:pt x="96501" y="3822"/>
                  </a:lnTo>
                  <a:lnTo>
                    <a:pt x="96979" y="4777"/>
                  </a:lnTo>
                  <a:lnTo>
                    <a:pt x="96979" y="4777"/>
                  </a:lnTo>
                  <a:lnTo>
                    <a:pt x="98412" y="5733"/>
                  </a:lnTo>
                  <a:lnTo>
                    <a:pt x="98890" y="7166"/>
                  </a:lnTo>
                  <a:lnTo>
                    <a:pt x="98412" y="9077"/>
                  </a:lnTo>
                  <a:lnTo>
                    <a:pt x="98412" y="11466"/>
                  </a:lnTo>
                  <a:lnTo>
                    <a:pt x="99368" y="13854"/>
                  </a:lnTo>
                  <a:lnTo>
                    <a:pt x="100801" y="16721"/>
                  </a:lnTo>
                  <a:lnTo>
                    <a:pt x="102712" y="19587"/>
                  </a:lnTo>
                  <a:lnTo>
                    <a:pt x="103667" y="21976"/>
                  </a:lnTo>
                  <a:lnTo>
                    <a:pt x="103190" y="23886"/>
                  </a:lnTo>
                  <a:lnTo>
                    <a:pt x="104145" y="25798"/>
                  </a:lnTo>
                  <a:lnTo>
                    <a:pt x="105578" y="27709"/>
                  </a:lnTo>
                  <a:lnTo>
                    <a:pt x="106534" y="28664"/>
                  </a:lnTo>
                  <a:lnTo>
                    <a:pt x="107489" y="29142"/>
                  </a:lnTo>
                  <a:lnTo>
                    <a:pt x="109400" y="32486"/>
                  </a:lnTo>
                  <a:lnTo>
                    <a:pt x="112266" y="36785"/>
                  </a:lnTo>
                  <a:lnTo>
                    <a:pt x="115133" y="40607"/>
                  </a:lnTo>
                  <a:lnTo>
                    <a:pt x="115133" y="40607"/>
                  </a:lnTo>
                  <a:lnTo>
                    <a:pt x="115611" y="41085"/>
                  </a:lnTo>
                  <a:lnTo>
                    <a:pt x="117044" y="40607"/>
                  </a:lnTo>
                  <a:lnTo>
                    <a:pt x="119910" y="40607"/>
                  </a:lnTo>
                  <a:lnTo>
                    <a:pt x="122299" y="40607"/>
                  </a:lnTo>
                  <a:lnTo>
                    <a:pt x="124210" y="41085"/>
                  </a:lnTo>
                  <a:lnTo>
                    <a:pt x="125165" y="41085"/>
                  </a:lnTo>
                  <a:lnTo>
                    <a:pt x="128031" y="39652"/>
                  </a:lnTo>
                  <a:lnTo>
                    <a:pt x="130898" y="39174"/>
                  </a:lnTo>
                  <a:lnTo>
                    <a:pt x="133764" y="38696"/>
                  </a:lnTo>
                  <a:lnTo>
                    <a:pt x="135197" y="37741"/>
                  </a:lnTo>
                  <a:lnTo>
                    <a:pt x="137108" y="37741"/>
                  </a:lnTo>
                  <a:lnTo>
                    <a:pt x="141886" y="39174"/>
                  </a:lnTo>
                  <a:lnTo>
                    <a:pt x="142841" y="39174"/>
                  </a:lnTo>
                  <a:lnTo>
                    <a:pt x="146663" y="39174"/>
                  </a:lnTo>
                  <a:lnTo>
                    <a:pt x="150963" y="38696"/>
                  </a:lnTo>
                  <a:lnTo>
                    <a:pt x="151440" y="33919"/>
                  </a:lnTo>
                  <a:lnTo>
                    <a:pt x="151440" y="32963"/>
                  </a:lnTo>
                  <a:lnTo>
                    <a:pt x="152396" y="31052"/>
                  </a:lnTo>
                  <a:lnTo>
                    <a:pt x="153351" y="29619"/>
                  </a:lnTo>
                  <a:lnTo>
                    <a:pt x="153829" y="28186"/>
                  </a:lnTo>
                  <a:lnTo>
                    <a:pt x="153351" y="25798"/>
                  </a:lnTo>
                  <a:lnTo>
                    <a:pt x="154307" y="23409"/>
                  </a:lnTo>
                  <a:lnTo>
                    <a:pt x="157173" y="21498"/>
                  </a:lnTo>
                  <a:lnTo>
                    <a:pt x="160517" y="21020"/>
                  </a:lnTo>
                  <a:lnTo>
                    <a:pt x="161472" y="20543"/>
                  </a:lnTo>
                  <a:lnTo>
                    <a:pt x="163861" y="20543"/>
                  </a:lnTo>
                  <a:lnTo>
                    <a:pt x="167683" y="20065"/>
                  </a:lnTo>
                  <a:lnTo>
                    <a:pt x="173416" y="19587"/>
                  </a:lnTo>
                  <a:lnTo>
                    <a:pt x="173416" y="19587"/>
                  </a:lnTo>
                  <a:lnTo>
                    <a:pt x="175327" y="19587"/>
                  </a:lnTo>
                  <a:lnTo>
                    <a:pt x="175804" y="19587"/>
                  </a:lnTo>
                  <a:lnTo>
                    <a:pt x="174371" y="22931"/>
                  </a:lnTo>
                  <a:lnTo>
                    <a:pt x="174371" y="24364"/>
                  </a:lnTo>
                  <a:lnTo>
                    <a:pt x="174849" y="25320"/>
                  </a:lnTo>
                  <a:lnTo>
                    <a:pt x="174849" y="25320"/>
                  </a:lnTo>
                  <a:lnTo>
                    <a:pt x="175804" y="25798"/>
                  </a:lnTo>
                  <a:lnTo>
                    <a:pt x="182015" y="26275"/>
                  </a:lnTo>
                  <a:lnTo>
                    <a:pt x="187270" y="26275"/>
                  </a:lnTo>
                  <a:lnTo>
                    <a:pt x="193958" y="26275"/>
                  </a:lnTo>
                  <a:lnTo>
                    <a:pt x="198736" y="26275"/>
                  </a:lnTo>
                  <a:lnTo>
                    <a:pt x="199213" y="26753"/>
                  </a:lnTo>
                  <a:lnTo>
                    <a:pt x="199691" y="26753"/>
                  </a:lnTo>
                  <a:lnTo>
                    <a:pt x="200169" y="28664"/>
                  </a:lnTo>
                  <a:lnTo>
                    <a:pt x="200169" y="32008"/>
                  </a:lnTo>
                  <a:lnTo>
                    <a:pt x="199213" y="36785"/>
                  </a:lnTo>
                  <a:lnTo>
                    <a:pt x="199691" y="41085"/>
                  </a:lnTo>
                  <a:lnTo>
                    <a:pt x="201602" y="45384"/>
                  </a:lnTo>
                  <a:lnTo>
                    <a:pt x="201602" y="51595"/>
                  </a:lnTo>
                  <a:lnTo>
                    <a:pt x="201124" y="55417"/>
                  </a:lnTo>
                  <a:lnTo>
                    <a:pt x="200169" y="60672"/>
                  </a:lnTo>
                  <a:lnTo>
                    <a:pt x="199691" y="65927"/>
                  </a:lnTo>
                  <a:lnTo>
                    <a:pt x="200646" y="68316"/>
                  </a:lnTo>
                  <a:lnTo>
                    <a:pt x="202557" y="70704"/>
                  </a:lnTo>
                  <a:lnTo>
                    <a:pt x="202557" y="70704"/>
                  </a:lnTo>
                  <a:lnTo>
                    <a:pt x="205424" y="73093"/>
                  </a:lnTo>
                  <a:lnTo>
                    <a:pt x="207335" y="76437"/>
                  </a:lnTo>
                  <a:lnTo>
                    <a:pt x="208768" y="80259"/>
                  </a:lnTo>
                  <a:lnTo>
                    <a:pt x="209245" y="83125"/>
                  </a:lnTo>
                  <a:lnTo>
                    <a:pt x="209245" y="84081"/>
                  </a:lnTo>
                  <a:lnTo>
                    <a:pt x="209245" y="85991"/>
                  </a:lnTo>
                  <a:lnTo>
                    <a:pt x="209723" y="88380"/>
                  </a:lnTo>
                  <a:lnTo>
                    <a:pt x="209245" y="90291"/>
                  </a:lnTo>
                  <a:lnTo>
                    <a:pt x="209245" y="90291"/>
                  </a:lnTo>
                  <a:lnTo>
                    <a:pt x="207335" y="90769"/>
                  </a:lnTo>
                  <a:lnTo>
                    <a:pt x="207335" y="90769"/>
                  </a:lnTo>
                  <a:lnTo>
                    <a:pt x="206857" y="92202"/>
                  </a:lnTo>
                  <a:lnTo>
                    <a:pt x="207812" y="94113"/>
                  </a:lnTo>
                  <a:lnTo>
                    <a:pt x="207812" y="96501"/>
                  </a:lnTo>
                  <a:lnTo>
                    <a:pt x="208768" y="96979"/>
                  </a:lnTo>
                  <a:lnTo>
                    <a:pt x="209245" y="97457"/>
                  </a:lnTo>
                  <a:lnTo>
                    <a:pt x="209723" y="97935"/>
                  </a:lnTo>
                  <a:lnTo>
                    <a:pt x="211156" y="96979"/>
                  </a:lnTo>
                  <a:lnTo>
                    <a:pt x="213068" y="95546"/>
                  </a:lnTo>
                  <a:lnTo>
                    <a:pt x="214501" y="95068"/>
                  </a:lnTo>
                  <a:lnTo>
                    <a:pt x="216889" y="95068"/>
                  </a:lnTo>
                  <a:lnTo>
                    <a:pt x="219756" y="95546"/>
                  </a:lnTo>
                  <a:lnTo>
                    <a:pt x="225011" y="95546"/>
                  </a:lnTo>
                  <a:lnTo>
                    <a:pt x="226444" y="95546"/>
                  </a:lnTo>
                  <a:lnTo>
                    <a:pt x="231221" y="93635"/>
                  </a:lnTo>
                  <a:lnTo>
                    <a:pt x="232654" y="93635"/>
                  </a:lnTo>
                  <a:lnTo>
                    <a:pt x="234565" y="93635"/>
                  </a:lnTo>
                  <a:lnTo>
                    <a:pt x="236954" y="94113"/>
                  </a:lnTo>
                  <a:lnTo>
                    <a:pt x="239820" y="94591"/>
                  </a:lnTo>
                  <a:lnTo>
                    <a:pt x="241253" y="93635"/>
                  </a:lnTo>
                  <a:lnTo>
                    <a:pt x="241253" y="93157"/>
                  </a:lnTo>
                  <a:lnTo>
                    <a:pt x="241731" y="92202"/>
                  </a:lnTo>
                  <a:lnTo>
                    <a:pt x="242686" y="91724"/>
                  </a:lnTo>
                  <a:lnTo>
                    <a:pt x="243164" y="94113"/>
                  </a:lnTo>
                  <a:lnTo>
                    <a:pt x="243164" y="97457"/>
                  </a:lnTo>
                  <a:lnTo>
                    <a:pt x="243642" y="99846"/>
                  </a:lnTo>
                  <a:lnTo>
                    <a:pt x="244120" y="10080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7" name="Freeform 1836">
              <a:extLst>
                <a:ext uri="{FF2B5EF4-FFF2-40B4-BE49-F238E27FC236}">
                  <a16:creationId xmlns:a16="http://schemas.microsoft.com/office/drawing/2014/main" id="{823DA1F6-7C81-159A-1E09-11D2F99C8EB2}"/>
                </a:ext>
              </a:extLst>
            </p:cNvPr>
            <p:cNvSpPr/>
            <p:nvPr/>
          </p:nvSpPr>
          <p:spPr>
            <a:xfrm>
              <a:off x="6357317" y="3908902"/>
              <a:ext cx="2866" cy="477"/>
            </a:xfrm>
            <a:custGeom>
              <a:avLst/>
              <a:gdLst>
                <a:gd name="csX0" fmla="*/ 2866 w 2866"/>
                <a:gd name="csY0" fmla="*/ 0 h 477"/>
                <a:gd name="csX1" fmla="*/ 2389 w 2866"/>
                <a:gd name="csY1" fmla="*/ 0 h 477"/>
                <a:gd name="csX2" fmla="*/ 1911 w 2866"/>
                <a:gd name="csY2" fmla="*/ 478 h 477"/>
                <a:gd name="csX3" fmla="*/ 0 w 2866"/>
                <a:gd name="csY3" fmla="*/ 0 h 477"/>
                <a:gd name="csX4" fmla="*/ 0 w 2866"/>
                <a:gd name="csY4" fmla="*/ 0 h 477"/>
                <a:gd name="csX5" fmla="*/ 1911 w 2866"/>
                <a:gd name="csY5" fmla="*/ 0 h 477"/>
                <a:gd name="csX6" fmla="*/ 2866 w 2866"/>
                <a:gd name="csY6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477">
                  <a:moveTo>
                    <a:pt x="2866" y="0"/>
                  </a:moveTo>
                  <a:lnTo>
                    <a:pt x="2389" y="0"/>
                  </a:lnTo>
                  <a:lnTo>
                    <a:pt x="1911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8" name="Freeform 1837">
              <a:extLst>
                <a:ext uri="{FF2B5EF4-FFF2-40B4-BE49-F238E27FC236}">
                  <a16:creationId xmlns:a16="http://schemas.microsoft.com/office/drawing/2014/main" id="{B2F4BE1F-E93C-3C5A-E423-58A35AD9A410}"/>
                </a:ext>
              </a:extLst>
            </p:cNvPr>
            <p:cNvSpPr/>
            <p:nvPr/>
          </p:nvSpPr>
          <p:spPr>
            <a:xfrm>
              <a:off x="6359228" y="3663349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5 h 955"/>
                <a:gd name="csX2" fmla="*/ 478 w 477"/>
                <a:gd name="csY2" fmla="*/ 0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5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9" name="Freeform 1838">
              <a:extLst>
                <a:ext uri="{FF2B5EF4-FFF2-40B4-BE49-F238E27FC236}">
                  <a16:creationId xmlns:a16="http://schemas.microsoft.com/office/drawing/2014/main" id="{572BDBD6-6258-B3C3-70AF-0B45588BB8E6}"/>
                </a:ext>
              </a:extLst>
            </p:cNvPr>
            <p:cNvSpPr/>
            <p:nvPr/>
          </p:nvSpPr>
          <p:spPr>
            <a:xfrm>
              <a:off x="6358273" y="3658094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5 w 955"/>
                <a:gd name="csY1" fmla="*/ 1433 h 1433"/>
                <a:gd name="csX2" fmla="*/ 955 w 955"/>
                <a:gd name="csY2" fmla="*/ 1433 h 1433"/>
                <a:gd name="csX3" fmla="*/ 0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5" y="1433"/>
                  </a:lnTo>
                  <a:lnTo>
                    <a:pt x="955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0" name="Freeform 1839">
              <a:extLst>
                <a:ext uri="{FF2B5EF4-FFF2-40B4-BE49-F238E27FC236}">
                  <a16:creationId xmlns:a16="http://schemas.microsoft.com/office/drawing/2014/main" id="{8F7676CB-5E79-90E0-E2F0-FC9229671401}"/>
                </a:ext>
              </a:extLst>
            </p:cNvPr>
            <p:cNvSpPr/>
            <p:nvPr/>
          </p:nvSpPr>
          <p:spPr>
            <a:xfrm>
              <a:off x="6150460" y="4298251"/>
              <a:ext cx="208767" cy="300969"/>
            </a:xfrm>
            <a:custGeom>
              <a:avLst/>
              <a:gdLst>
                <a:gd name="csX0" fmla="*/ 43473 w 208767"/>
                <a:gd name="csY0" fmla="*/ 254630 h 300969"/>
                <a:gd name="csX1" fmla="*/ 41085 w 208767"/>
                <a:gd name="csY1" fmla="*/ 253197 h 300969"/>
                <a:gd name="csX2" fmla="*/ 38696 w 208767"/>
                <a:gd name="csY2" fmla="*/ 250808 h 300969"/>
                <a:gd name="csX3" fmla="*/ 36307 w 208767"/>
                <a:gd name="csY3" fmla="*/ 247942 h 300969"/>
                <a:gd name="csX4" fmla="*/ 34874 w 208767"/>
                <a:gd name="csY4" fmla="*/ 245553 h 300969"/>
                <a:gd name="csX5" fmla="*/ 33441 w 208767"/>
                <a:gd name="csY5" fmla="*/ 242687 h 300969"/>
                <a:gd name="csX6" fmla="*/ 32008 w 208767"/>
                <a:gd name="csY6" fmla="*/ 238865 h 300969"/>
                <a:gd name="csX7" fmla="*/ 31530 w 208767"/>
                <a:gd name="csY7" fmla="*/ 234087 h 300969"/>
                <a:gd name="csX8" fmla="*/ 31530 w 208767"/>
                <a:gd name="csY8" fmla="*/ 231221 h 300969"/>
                <a:gd name="csX9" fmla="*/ 32008 w 208767"/>
                <a:gd name="csY9" fmla="*/ 229310 h 300969"/>
                <a:gd name="csX10" fmla="*/ 32963 w 208767"/>
                <a:gd name="csY10" fmla="*/ 226444 h 300969"/>
                <a:gd name="csX11" fmla="*/ 32486 w 208767"/>
                <a:gd name="csY11" fmla="*/ 224533 h 300969"/>
                <a:gd name="csX12" fmla="*/ 32486 w 208767"/>
                <a:gd name="csY12" fmla="*/ 223100 h 300969"/>
                <a:gd name="csX13" fmla="*/ 32486 w 208767"/>
                <a:gd name="csY13" fmla="*/ 220711 h 300969"/>
                <a:gd name="csX14" fmla="*/ 32008 w 208767"/>
                <a:gd name="csY14" fmla="*/ 219756 h 300969"/>
                <a:gd name="csX15" fmla="*/ 30097 w 208767"/>
                <a:gd name="csY15" fmla="*/ 215934 h 300969"/>
                <a:gd name="csX16" fmla="*/ 30097 w 208767"/>
                <a:gd name="csY16" fmla="*/ 215456 h 300969"/>
                <a:gd name="csX17" fmla="*/ 28186 w 208767"/>
                <a:gd name="csY17" fmla="*/ 213068 h 300969"/>
                <a:gd name="csX18" fmla="*/ 27708 w 208767"/>
                <a:gd name="csY18" fmla="*/ 208768 h 300969"/>
                <a:gd name="csX19" fmla="*/ 25797 w 208767"/>
                <a:gd name="csY19" fmla="*/ 205902 h 300969"/>
                <a:gd name="csX20" fmla="*/ 25797 w 208767"/>
                <a:gd name="csY20" fmla="*/ 205902 h 300969"/>
                <a:gd name="csX21" fmla="*/ 23409 w 208767"/>
                <a:gd name="csY21" fmla="*/ 204468 h 300969"/>
                <a:gd name="csX22" fmla="*/ 21498 w 208767"/>
                <a:gd name="csY22" fmla="*/ 202557 h 300969"/>
                <a:gd name="csX23" fmla="*/ 21020 w 208767"/>
                <a:gd name="csY23" fmla="*/ 199691 h 300969"/>
                <a:gd name="csX24" fmla="*/ 20064 w 208767"/>
                <a:gd name="csY24" fmla="*/ 198736 h 300969"/>
                <a:gd name="csX25" fmla="*/ 15765 w 208767"/>
                <a:gd name="csY25" fmla="*/ 197780 h 300969"/>
                <a:gd name="csX26" fmla="*/ 11943 w 208767"/>
                <a:gd name="csY26" fmla="*/ 197780 h 300969"/>
                <a:gd name="csX27" fmla="*/ 9555 w 208767"/>
                <a:gd name="csY27" fmla="*/ 194436 h 300969"/>
                <a:gd name="csX28" fmla="*/ 6210 w 208767"/>
                <a:gd name="csY28" fmla="*/ 190137 h 300969"/>
                <a:gd name="csX29" fmla="*/ 3344 w 208767"/>
                <a:gd name="csY29" fmla="*/ 186314 h 300969"/>
                <a:gd name="csX30" fmla="*/ 955 w 208767"/>
                <a:gd name="csY30" fmla="*/ 178193 h 300969"/>
                <a:gd name="csX31" fmla="*/ 0 w 208767"/>
                <a:gd name="csY31" fmla="*/ 173416 h 300969"/>
                <a:gd name="csX32" fmla="*/ 1433 w 208767"/>
                <a:gd name="csY32" fmla="*/ 172461 h 300969"/>
                <a:gd name="csX33" fmla="*/ 3822 w 208767"/>
                <a:gd name="csY33" fmla="*/ 169116 h 300969"/>
                <a:gd name="csX34" fmla="*/ 7166 w 208767"/>
                <a:gd name="csY34" fmla="*/ 162906 h 300969"/>
                <a:gd name="csX35" fmla="*/ 14332 w 208767"/>
                <a:gd name="csY35" fmla="*/ 152873 h 300969"/>
                <a:gd name="csX36" fmla="*/ 18154 w 208767"/>
                <a:gd name="csY36" fmla="*/ 148096 h 300969"/>
                <a:gd name="csX37" fmla="*/ 25797 w 208767"/>
                <a:gd name="csY37" fmla="*/ 140453 h 300969"/>
                <a:gd name="csX38" fmla="*/ 34874 w 208767"/>
                <a:gd name="csY38" fmla="*/ 131376 h 300969"/>
                <a:gd name="csX39" fmla="*/ 40129 w 208767"/>
                <a:gd name="csY39" fmla="*/ 126121 h 300969"/>
                <a:gd name="csX40" fmla="*/ 40129 w 208767"/>
                <a:gd name="csY40" fmla="*/ 126121 h 300969"/>
                <a:gd name="csX41" fmla="*/ 41085 w 208767"/>
                <a:gd name="csY41" fmla="*/ 116566 h 300969"/>
                <a:gd name="csX42" fmla="*/ 42040 w 208767"/>
                <a:gd name="csY42" fmla="*/ 106534 h 300969"/>
                <a:gd name="csX43" fmla="*/ 42518 w 208767"/>
                <a:gd name="csY43" fmla="*/ 98890 h 300969"/>
                <a:gd name="csX44" fmla="*/ 43473 w 208767"/>
                <a:gd name="csY44" fmla="*/ 90291 h 300969"/>
                <a:gd name="csX45" fmla="*/ 43951 w 208767"/>
                <a:gd name="csY45" fmla="*/ 82647 h 300969"/>
                <a:gd name="csX46" fmla="*/ 44429 w 208767"/>
                <a:gd name="csY46" fmla="*/ 76915 h 300969"/>
                <a:gd name="csX47" fmla="*/ 45384 w 208767"/>
                <a:gd name="csY47" fmla="*/ 69271 h 300969"/>
                <a:gd name="csX48" fmla="*/ 45862 w 208767"/>
                <a:gd name="csY48" fmla="*/ 67360 h 300969"/>
                <a:gd name="csX49" fmla="*/ 49684 w 208767"/>
                <a:gd name="csY49" fmla="*/ 61150 h 300969"/>
                <a:gd name="csX50" fmla="*/ 49684 w 208767"/>
                <a:gd name="csY50" fmla="*/ 60672 h 300969"/>
                <a:gd name="csX51" fmla="*/ 49206 w 208767"/>
                <a:gd name="csY51" fmla="*/ 59716 h 300969"/>
                <a:gd name="csX52" fmla="*/ 43951 w 208767"/>
                <a:gd name="csY52" fmla="*/ 54461 h 300969"/>
                <a:gd name="csX53" fmla="*/ 42518 w 208767"/>
                <a:gd name="csY53" fmla="*/ 53028 h 300969"/>
                <a:gd name="csX54" fmla="*/ 41562 w 208767"/>
                <a:gd name="csY54" fmla="*/ 50162 h 300969"/>
                <a:gd name="csX55" fmla="*/ 42996 w 208767"/>
                <a:gd name="csY55" fmla="*/ 48728 h 300969"/>
                <a:gd name="csX56" fmla="*/ 36785 w 208767"/>
                <a:gd name="csY56" fmla="*/ 40129 h 300969"/>
                <a:gd name="csX57" fmla="*/ 34874 w 208767"/>
                <a:gd name="csY57" fmla="*/ 38696 h 300969"/>
                <a:gd name="csX58" fmla="*/ 34396 w 208767"/>
                <a:gd name="csY58" fmla="*/ 37741 h 300969"/>
                <a:gd name="csX59" fmla="*/ 34396 w 208767"/>
                <a:gd name="csY59" fmla="*/ 36308 h 300969"/>
                <a:gd name="csX60" fmla="*/ 34396 w 208767"/>
                <a:gd name="csY60" fmla="*/ 30097 h 300969"/>
                <a:gd name="csX61" fmla="*/ 32486 w 208767"/>
                <a:gd name="csY61" fmla="*/ 20543 h 300969"/>
                <a:gd name="csX62" fmla="*/ 30575 w 208767"/>
                <a:gd name="csY62" fmla="*/ 9077 h 300969"/>
                <a:gd name="csX63" fmla="*/ 37740 w 208767"/>
                <a:gd name="csY63" fmla="*/ 5733 h 300969"/>
                <a:gd name="csX64" fmla="*/ 42996 w 208767"/>
                <a:gd name="csY64" fmla="*/ 3344 h 300969"/>
                <a:gd name="csX65" fmla="*/ 50162 w 208767"/>
                <a:gd name="csY65" fmla="*/ 0 h 300969"/>
                <a:gd name="csX66" fmla="*/ 56850 w 208767"/>
                <a:gd name="csY66" fmla="*/ 3344 h 300969"/>
                <a:gd name="csX67" fmla="*/ 66404 w 208767"/>
                <a:gd name="csY67" fmla="*/ 8121 h 300969"/>
                <a:gd name="csX68" fmla="*/ 75959 w 208767"/>
                <a:gd name="csY68" fmla="*/ 12899 h 300969"/>
                <a:gd name="csX69" fmla="*/ 85513 w 208767"/>
                <a:gd name="csY69" fmla="*/ 17198 h 300969"/>
                <a:gd name="csX70" fmla="*/ 95068 w 208767"/>
                <a:gd name="csY70" fmla="*/ 21976 h 300969"/>
                <a:gd name="csX71" fmla="*/ 104145 w 208767"/>
                <a:gd name="csY71" fmla="*/ 26753 h 300969"/>
                <a:gd name="csX72" fmla="*/ 113700 w 208767"/>
                <a:gd name="csY72" fmla="*/ 31052 h 300969"/>
                <a:gd name="csX73" fmla="*/ 123254 w 208767"/>
                <a:gd name="csY73" fmla="*/ 35830 h 300969"/>
                <a:gd name="csX74" fmla="*/ 132809 w 208767"/>
                <a:gd name="csY74" fmla="*/ 40607 h 300969"/>
                <a:gd name="csX75" fmla="*/ 142363 w 208767"/>
                <a:gd name="csY75" fmla="*/ 44907 h 300969"/>
                <a:gd name="csX76" fmla="*/ 151918 w 208767"/>
                <a:gd name="csY76" fmla="*/ 49684 h 300969"/>
                <a:gd name="csX77" fmla="*/ 161472 w 208767"/>
                <a:gd name="csY77" fmla="*/ 53984 h 300969"/>
                <a:gd name="csX78" fmla="*/ 171027 w 208767"/>
                <a:gd name="csY78" fmla="*/ 58761 h 300969"/>
                <a:gd name="csX79" fmla="*/ 180104 w 208767"/>
                <a:gd name="csY79" fmla="*/ 63060 h 300969"/>
                <a:gd name="csX80" fmla="*/ 189658 w 208767"/>
                <a:gd name="csY80" fmla="*/ 67838 h 300969"/>
                <a:gd name="csX81" fmla="*/ 199213 w 208767"/>
                <a:gd name="csY81" fmla="*/ 72137 h 300969"/>
                <a:gd name="csX82" fmla="*/ 208768 w 208767"/>
                <a:gd name="csY82" fmla="*/ 76915 h 300969"/>
                <a:gd name="csX83" fmla="*/ 208768 w 208767"/>
                <a:gd name="csY83" fmla="*/ 85514 h 300969"/>
                <a:gd name="csX84" fmla="*/ 208768 w 208767"/>
                <a:gd name="csY84" fmla="*/ 94113 h 300969"/>
                <a:gd name="csX85" fmla="*/ 208768 w 208767"/>
                <a:gd name="csY85" fmla="*/ 102712 h 300969"/>
                <a:gd name="csX86" fmla="*/ 208768 w 208767"/>
                <a:gd name="csY86" fmla="*/ 110833 h 300969"/>
                <a:gd name="csX87" fmla="*/ 208768 w 208767"/>
                <a:gd name="csY87" fmla="*/ 119432 h 300969"/>
                <a:gd name="csX88" fmla="*/ 208768 w 208767"/>
                <a:gd name="csY88" fmla="*/ 128032 h 300969"/>
                <a:gd name="csX89" fmla="*/ 208768 w 208767"/>
                <a:gd name="csY89" fmla="*/ 136153 h 300969"/>
                <a:gd name="csX90" fmla="*/ 208768 w 208767"/>
                <a:gd name="csY90" fmla="*/ 144752 h 300969"/>
                <a:gd name="csX91" fmla="*/ 208768 w 208767"/>
                <a:gd name="csY91" fmla="*/ 147619 h 300969"/>
                <a:gd name="csX92" fmla="*/ 208768 w 208767"/>
                <a:gd name="csY92" fmla="*/ 148574 h 300969"/>
                <a:gd name="csX93" fmla="*/ 208768 w 208767"/>
                <a:gd name="csY93" fmla="*/ 148574 h 300969"/>
                <a:gd name="csX94" fmla="*/ 208290 w 208767"/>
                <a:gd name="csY94" fmla="*/ 149052 h 300969"/>
                <a:gd name="csX95" fmla="*/ 203513 w 208767"/>
                <a:gd name="csY95" fmla="*/ 148096 h 300969"/>
                <a:gd name="csX96" fmla="*/ 201602 w 208767"/>
                <a:gd name="csY96" fmla="*/ 148096 h 300969"/>
                <a:gd name="csX97" fmla="*/ 198735 w 208767"/>
                <a:gd name="csY97" fmla="*/ 148574 h 300969"/>
                <a:gd name="csX98" fmla="*/ 194436 w 208767"/>
                <a:gd name="csY98" fmla="*/ 149052 h 300969"/>
                <a:gd name="csX99" fmla="*/ 191569 w 208767"/>
                <a:gd name="csY99" fmla="*/ 149052 h 300969"/>
                <a:gd name="csX100" fmla="*/ 189658 w 208767"/>
                <a:gd name="csY100" fmla="*/ 150485 h 300969"/>
                <a:gd name="csX101" fmla="*/ 188225 w 208767"/>
                <a:gd name="csY101" fmla="*/ 151918 h 300969"/>
                <a:gd name="csX102" fmla="*/ 188703 w 208767"/>
                <a:gd name="csY102" fmla="*/ 156218 h 300969"/>
                <a:gd name="csX103" fmla="*/ 188703 w 208767"/>
                <a:gd name="csY103" fmla="*/ 157651 h 300969"/>
                <a:gd name="csX104" fmla="*/ 188225 w 208767"/>
                <a:gd name="csY104" fmla="*/ 159084 h 300969"/>
                <a:gd name="csX105" fmla="*/ 186792 w 208767"/>
                <a:gd name="csY105" fmla="*/ 160039 h 300969"/>
                <a:gd name="csX106" fmla="*/ 185359 w 208767"/>
                <a:gd name="csY106" fmla="*/ 161473 h 300969"/>
                <a:gd name="csX107" fmla="*/ 184881 w 208767"/>
                <a:gd name="csY107" fmla="*/ 161950 h 300969"/>
                <a:gd name="csX108" fmla="*/ 183926 w 208767"/>
                <a:gd name="csY108" fmla="*/ 163861 h 300969"/>
                <a:gd name="csX109" fmla="*/ 182970 w 208767"/>
                <a:gd name="csY109" fmla="*/ 164817 h 300969"/>
                <a:gd name="csX110" fmla="*/ 182970 w 208767"/>
                <a:gd name="csY110" fmla="*/ 166250 h 300969"/>
                <a:gd name="csX111" fmla="*/ 182970 w 208767"/>
                <a:gd name="csY111" fmla="*/ 167205 h 300969"/>
                <a:gd name="csX112" fmla="*/ 182015 w 208767"/>
                <a:gd name="csY112" fmla="*/ 167683 h 300969"/>
                <a:gd name="csX113" fmla="*/ 180104 w 208767"/>
                <a:gd name="csY113" fmla="*/ 168161 h 300969"/>
                <a:gd name="csX114" fmla="*/ 178671 w 208767"/>
                <a:gd name="csY114" fmla="*/ 169116 h 300969"/>
                <a:gd name="csX115" fmla="*/ 177715 w 208767"/>
                <a:gd name="csY115" fmla="*/ 169594 h 300969"/>
                <a:gd name="csX116" fmla="*/ 177238 w 208767"/>
                <a:gd name="csY116" fmla="*/ 170549 h 300969"/>
                <a:gd name="csX117" fmla="*/ 177238 w 208767"/>
                <a:gd name="csY117" fmla="*/ 171505 h 300969"/>
                <a:gd name="csX118" fmla="*/ 178193 w 208767"/>
                <a:gd name="csY118" fmla="*/ 172461 h 300969"/>
                <a:gd name="csX119" fmla="*/ 178193 w 208767"/>
                <a:gd name="csY119" fmla="*/ 174371 h 300969"/>
                <a:gd name="csX120" fmla="*/ 178671 w 208767"/>
                <a:gd name="csY120" fmla="*/ 175327 h 300969"/>
                <a:gd name="csX121" fmla="*/ 179626 w 208767"/>
                <a:gd name="csY121" fmla="*/ 176282 h 300969"/>
                <a:gd name="csX122" fmla="*/ 180104 w 208767"/>
                <a:gd name="csY122" fmla="*/ 176760 h 300969"/>
                <a:gd name="csX123" fmla="*/ 180104 w 208767"/>
                <a:gd name="csY123" fmla="*/ 177715 h 300969"/>
                <a:gd name="csX124" fmla="*/ 179626 w 208767"/>
                <a:gd name="csY124" fmla="*/ 178193 h 300969"/>
                <a:gd name="csX125" fmla="*/ 177238 w 208767"/>
                <a:gd name="csY125" fmla="*/ 179626 h 300969"/>
                <a:gd name="csX126" fmla="*/ 176282 w 208767"/>
                <a:gd name="csY126" fmla="*/ 180104 h 300969"/>
                <a:gd name="csX127" fmla="*/ 175326 w 208767"/>
                <a:gd name="csY127" fmla="*/ 181060 h 300969"/>
                <a:gd name="csX128" fmla="*/ 174849 w 208767"/>
                <a:gd name="csY128" fmla="*/ 181060 h 300969"/>
                <a:gd name="csX129" fmla="*/ 172938 w 208767"/>
                <a:gd name="csY129" fmla="*/ 182493 h 300969"/>
                <a:gd name="csX130" fmla="*/ 171983 w 208767"/>
                <a:gd name="csY130" fmla="*/ 183448 h 300969"/>
                <a:gd name="csX131" fmla="*/ 171505 w 208767"/>
                <a:gd name="csY131" fmla="*/ 184404 h 300969"/>
                <a:gd name="csX132" fmla="*/ 171505 w 208767"/>
                <a:gd name="csY132" fmla="*/ 185837 h 300969"/>
                <a:gd name="csX133" fmla="*/ 172460 w 208767"/>
                <a:gd name="csY133" fmla="*/ 187748 h 300969"/>
                <a:gd name="csX134" fmla="*/ 173416 w 208767"/>
                <a:gd name="csY134" fmla="*/ 189181 h 300969"/>
                <a:gd name="csX135" fmla="*/ 173893 w 208767"/>
                <a:gd name="csY135" fmla="*/ 190614 h 300969"/>
                <a:gd name="csX136" fmla="*/ 174371 w 208767"/>
                <a:gd name="csY136" fmla="*/ 192047 h 300969"/>
                <a:gd name="csX137" fmla="*/ 173893 w 208767"/>
                <a:gd name="csY137" fmla="*/ 193003 h 300969"/>
                <a:gd name="csX138" fmla="*/ 173416 w 208767"/>
                <a:gd name="csY138" fmla="*/ 194436 h 300969"/>
                <a:gd name="csX139" fmla="*/ 172460 w 208767"/>
                <a:gd name="csY139" fmla="*/ 195391 h 300969"/>
                <a:gd name="csX140" fmla="*/ 169594 w 208767"/>
                <a:gd name="csY140" fmla="*/ 197303 h 300969"/>
                <a:gd name="csX141" fmla="*/ 167683 w 208767"/>
                <a:gd name="csY141" fmla="*/ 199213 h 300969"/>
                <a:gd name="csX142" fmla="*/ 166250 w 208767"/>
                <a:gd name="csY142" fmla="*/ 202080 h 300969"/>
                <a:gd name="csX143" fmla="*/ 166250 w 208767"/>
                <a:gd name="csY143" fmla="*/ 203035 h 300969"/>
                <a:gd name="csX144" fmla="*/ 166250 w 208767"/>
                <a:gd name="csY144" fmla="*/ 203991 h 300969"/>
                <a:gd name="csX145" fmla="*/ 167205 w 208767"/>
                <a:gd name="csY145" fmla="*/ 204946 h 300969"/>
                <a:gd name="csX146" fmla="*/ 168161 w 208767"/>
                <a:gd name="csY146" fmla="*/ 205424 h 300969"/>
                <a:gd name="csX147" fmla="*/ 169594 w 208767"/>
                <a:gd name="csY147" fmla="*/ 205424 h 300969"/>
                <a:gd name="csX148" fmla="*/ 171983 w 208767"/>
                <a:gd name="csY148" fmla="*/ 204946 h 300969"/>
                <a:gd name="csX149" fmla="*/ 174371 w 208767"/>
                <a:gd name="csY149" fmla="*/ 204946 h 300969"/>
                <a:gd name="csX150" fmla="*/ 176760 w 208767"/>
                <a:gd name="csY150" fmla="*/ 205424 h 300969"/>
                <a:gd name="csX151" fmla="*/ 177715 w 208767"/>
                <a:gd name="csY151" fmla="*/ 207812 h 300969"/>
                <a:gd name="csX152" fmla="*/ 177238 w 208767"/>
                <a:gd name="csY152" fmla="*/ 209246 h 300969"/>
                <a:gd name="csX153" fmla="*/ 178193 w 208767"/>
                <a:gd name="csY153" fmla="*/ 212112 h 300969"/>
                <a:gd name="csX154" fmla="*/ 179149 w 208767"/>
                <a:gd name="csY154" fmla="*/ 215456 h 300969"/>
                <a:gd name="csX155" fmla="*/ 179149 w 208767"/>
                <a:gd name="csY155" fmla="*/ 216412 h 300969"/>
                <a:gd name="csX156" fmla="*/ 179149 w 208767"/>
                <a:gd name="csY156" fmla="*/ 216889 h 300969"/>
                <a:gd name="csX157" fmla="*/ 180582 w 208767"/>
                <a:gd name="csY157" fmla="*/ 217367 h 300969"/>
                <a:gd name="csX158" fmla="*/ 181059 w 208767"/>
                <a:gd name="csY158" fmla="*/ 217845 h 300969"/>
                <a:gd name="csX159" fmla="*/ 180582 w 208767"/>
                <a:gd name="csY159" fmla="*/ 224055 h 300969"/>
                <a:gd name="csX160" fmla="*/ 181059 w 208767"/>
                <a:gd name="csY160" fmla="*/ 225488 h 300969"/>
                <a:gd name="csX161" fmla="*/ 182492 w 208767"/>
                <a:gd name="csY161" fmla="*/ 226921 h 300969"/>
                <a:gd name="csX162" fmla="*/ 183448 w 208767"/>
                <a:gd name="csY162" fmla="*/ 227399 h 300969"/>
                <a:gd name="csX163" fmla="*/ 184403 w 208767"/>
                <a:gd name="csY163" fmla="*/ 228355 h 300969"/>
                <a:gd name="csX164" fmla="*/ 184881 w 208767"/>
                <a:gd name="csY164" fmla="*/ 228833 h 300969"/>
                <a:gd name="csX165" fmla="*/ 186314 w 208767"/>
                <a:gd name="csY165" fmla="*/ 228833 h 300969"/>
                <a:gd name="csX166" fmla="*/ 187748 w 208767"/>
                <a:gd name="csY166" fmla="*/ 229788 h 300969"/>
                <a:gd name="csX167" fmla="*/ 188225 w 208767"/>
                <a:gd name="csY167" fmla="*/ 231221 h 300969"/>
                <a:gd name="csX168" fmla="*/ 188225 w 208767"/>
                <a:gd name="csY168" fmla="*/ 232654 h 300969"/>
                <a:gd name="csX169" fmla="*/ 187270 w 208767"/>
                <a:gd name="csY169" fmla="*/ 235998 h 300969"/>
                <a:gd name="csX170" fmla="*/ 186792 w 208767"/>
                <a:gd name="csY170" fmla="*/ 237910 h 300969"/>
                <a:gd name="csX171" fmla="*/ 185837 w 208767"/>
                <a:gd name="csY171" fmla="*/ 237432 h 300969"/>
                <a:gd name="csX172" fmla="*/ 183926 w 208767"/>
                <a:gd name="csY172" fmla="*/ 236954 h 300969"/>
                <a:gd name="csX173" fmla="*/ 182015 w 208767"/>
                <a:gd name="csY173" fmla="*/ 236954 h 300969"/>
                <a:gd name="csX174" fmla="*/ 179149 w 208767"/>
                <a:gd name="csY174" fmla="*/ 236476 h 300969"/>
                <a:gd name="csX175" fmla="*/ 176760 w 208767"/>
                <a:gd name="csY175" fmla="*/ 236954 h 300969"/>
                <a:gd name="csX176" fmla="*/ 174371 w 208767"/>
                <a:gd name="csY176" fmla="*/ 238387 h 300969"/>
                <a:gd name="csX177" fmla="*/ 173416 w 208767"/>
                <a:gd name="csY177" fmla="*/ 238865 h 300969"/>
                <a:gd name="csX178" fmla="*/ 172460 w 208767"/>
                <a:gd name="csY178" fmla="*/ 239343 h 300969"/>
                <a:gd name="csX179" fmla="*/ 171505 w 208767"/>
                <a:gd name="csY179" fmla="*/ 239343 h 300969"/>
                <a:gd name="csX180" fmla="*/ 170549 w 208767"/>
                <a:gd name="csY180" fmla="*/ 239343 h 300969"/>
                <a:gd name="csX181" fmla="*/ 169594 w 208767"/>
                <a:gd name="csY181" fmla="*/ 240298 h 300969"/>
                <a:gd name="csX182" fmla="*/ 168638 w 208767"/>
                <a:gd name="csY182" fmla="*/ 241253 h 300969"/>
                <a:gd name="csX183" fmla="*/ 164817 w 208767"/>
                <a:gd name="csY183" fmla="*/ 242687 h 300969"/>
                <a:gd name="csX184" fmla="*/ 164339 w 208767"/>
                <a:gd name="csY184" fmla="*/ 243642 h 300969"/>
                <a:gd name="csX185" fmla="*/ 163861 w 208767"/>
                <a:gd name="csY185" fmla="*/ 244120 h 300969"/>
                <a:gd name="csX186" fmla="*/ 163861 w 208767"/>
                <a:gd name="csY186" fmla="*/ 244598 h 300969"/>
                <a:gd name="csX187" fmla="*/ 164339 w 208767"/>
                <a:gd name="csY187" fmla="*/ 246031 h 300969"/>
                <a:gd name="csX188" fmla="*/ 164339 w 208767"/>
                <a:gd name="csY188" fmla="*/ 247942 h 300969"/>
                <a:gd name="csX189" fmla="*/ 163383 w 208767"/>
                <a:gd name="csY189" fmla="*/ 249375 h 300969"/>
                <a:gd name="csX190" fmla="*/ 162428 w 208767"/>
                <a:gd name="csY190" fmla="*/ 250330 h 300969"/>
                <a:gd name="csX191" fmla="*/ 160995 w 208767"/>
                <a:gd name="csY191" fmla="*/ 250808 h 300969"/>
                <a:gd name="csX192" fmla="*/ 160039 w 208767"/>
                <a:gd name="csY192" fmla="*/ 250808 h 300969"/>
                <a:gd name="csX193" fmla="*/ 159561 w 208767"/>
                <a:gd name="csY193" fmla="*/ 251286 h 300969"/>
                <a:gd name="csX194" fmla="*/ 157651 w 208767"/>
                <a:gd name="csY194" fmla="*/ 254630 h 300969"/>
                <a:gd name="csX195" fmla="*/ 156695 w 208767"/>
                <a:gd name="csY195" fmla="*/ 255108 h 300969"/>
                <a:gd name="csX196" fmla="*/ 154784 w 208767"/>
                <a:gd name="csY196" fmla="*/ 255108 h 300969"/>
                <a:gd name="csX197" fmla="*/ 150007 w 208767"/>
                <a:gd name="csY197" fmla="*/ 259885 h 300969"/>
                <a:gd name="csX198" fmla="*/ 150007 w 208767"/>
                <a:gd name="csY198" fmla="*/ 259885 h 300969"/>
                <a:gd name="csX199" fmla="*/ 149529 w 208767"/>
                <a:gd name="csY199" fmla="*/ 261318 h 300969"/>
                <a:gd name="csX200" fmla="*/ 147618 w 208767"/>
                <a:gd name="csY200" fmla="*/ 263229 h 300969"/>
                <a:gd name="csX201" fmla="*/ 145230 w 208767"/>
                <a:gd name="csY201" fmla="*/ 265618 h 300969"/>
                <a:gd name="csX202" fmla="*/ 143319 w 208767"/>
                <a:gd name="csY202" fmla="*/ 266573 h 300969"/>
                <a:gd name="csX203" fmla="*/ 142841 w 208767"/>
                <a:gd name="csY203" fmla="*/ 267051 h 300969"/>
                <a:gd name="csX204" fmla="*/ 142363 w 208767"/>
                <a:gd name="csY204" fmla="*/ 267529 h 300969"/>
                <a:gd name="csX205" fmla="*/ 140930 w 208767"/>
                <a:gd name="csY205" fmla="*/ 268006 h 300969"/>
                <a:gd name="csX206" fmla="*/ 136631 w 208767"/>
                <a:gd name="csY206" fmla="*/ 270873 h 300969"/>
                <a:gd name="csX207" fmla="*/ 131376 w 208767"/>
                <a:gd name="csY207" fmla="*/ 270395 h 300969"/>
                <a:gd name="csX208" fmla="*/ 128987 w 208767"/>
                <a:gd name="csY208" fmla="*/ 271828 h 300969"/>
                <a:gd name="csX209" fmla="*/ 126598 w 208767"/>
                <a:gd name="csY209" fmla="*/ 272306 h 300969"/>
                <a:gd name="csX210" fmla="*/ 123254 w 208767"/>
                <a:gd name="csY210" fmla="*/ 272784 h 300969"/>
                <a:gd name="csX211" fmla="*/ 122299 w 208767"/>
                <a:gd name="csY211" fmla="*/ 272784 h 300969"/>
                <a:gd name="csX212" fmla="*/ 117999 w 208767"/>
                <a:gd name="csY212" fmla="*/ 272784 h 300969"/>
                <a:gd name="csX213" fmla="*/ 112744 w 208767"/>
                <a:gd name="csY213" fmla="*/ 272784 h 300969"/>
                <a:gd name="csX214" fmla="*/ 110833 w 208767"/>
                <a:gd name="csY214" fmla="*/ 273261 h 300969"/>
                <a:gd name="csX215" fmla="*/ 109400 w 208767"/>
                <a:gd name="csY215" fmla="*/ 274217 h 300969"/>
                <a:gd name="csX216" fmla="*/ 107967 w 208767"/>
                <a:gd name="csY216" fmla="*/ 275172 h 300969"/>
                <a:gd name="csX217" fmla="*/ 107489 w 208767"/>
                <a:gd name="csY217" fmla="*/ 275172 h 300969"/>
                <a:gd name="csX218" fmla="*/ 107967 w 208767"/>
                <a:gd name="csY218" fmla="*/ 275650 h 300969"/>
                <a:gd name="csX219" fmla="*/ 107967 w 208767"/>
                <a:gd name="csY219" fmla="*/ 276128 h 300969"/>
                <a:gd name="csX220" fmla="*/ 107967 w 208767"/>
                <a:gd name="csY220" fmla="*/ 276128 h 300969"/>
                <a:gd name="csX221" fmla="*/ 111311 w 208767"/>
                <a:gd name="csY221" fmla="*/ 278039 h 300969"/>
                <a:gd name="csX222" fmla="*/ 112266 w 208767"/>
                <a:gd name="csY222" fmla="*/ 279472 h 300969"/>
                <a:gd name="csX223" fmla="*/ 111311 w 208767"/>
                <a:gd name="csY223" fmla="*/ 280427 h 300969"/>
                <a:gd name="csX224" fmla="*/ 110833 w 208767"/>
                <a:gd name="csY224" fmla="*/ 280427 h 300969"/>
                <a:gd name="csX225" fmla="*/ 110833 w 208767"/>
                <a:gd name="csY225" fmla="*/ 280427 h 300969"/>
                <a:gd name="csX226" fmla="*/ 110355 w 208767"/>
                <a:gd name="csY226" fmla="*/ 281383 h 300969"/>
                <a:gd name="csX227" fmla="*/ 108444 w 208767"/>
                <a:gd name="csY227" fmla="*/ 283771 h 300969"/>
                <a:gd name="csX228" fmla="*/ 105100 w 208767"/>
                <a:gd name="csY228" fmla="*/ 286638 h 300969"/>
                <a:gd name="csX229" fmla="*/ 103667 w 208767"/>
                <a:gd name="csY229" fmla="*/ 287593 h 300969"/>
                <a:gd name="csX230" fmla="*/ 102712 w 208767"/>
                <a:gd name="csY230" fmla="*/ 288071 h 300969"/>
                <a:gd name="csX231" fmla="*/ 101756 w 208767"/>
                <a:gd name="csY231" fmla="*/ 289982 h 300969"/>
                <a:gd name="csX232" fmla="*/ 101278 w 208767"/>
                <a:gd name="csY232" fmla="*/ 290460 h 300969"/>
                <a:gd name="csX233" fmla="*/ 99368 w 208767"/>
                <a:gd name="csY233" fmla="*/ 290460 h 300969"/>
                <a:gd name="csX234" fmla="*/ 95068 w 208767"/>
                <a:gd name="csY234" fmla="*/ 290937 h 300969"/>
                <a:gd name="csX235" fmla="*/ 88858 w 208767"/>
                <a:gd name="csY235" fmla="*/ 291415 h 300969"/>
                <a:gd name="csX236" fmla="*/ 85513 w 208767"/>
                <a:gd name="csY236" fmla="*/ 291893 h 300969"/>
                <a:gd name="csX237" fmla="*/ 83125 w 208767"/>
                <a:gd name="csY237" fmla="*/ 291415 h 300969"/>
                <a:gd name="csX238" fmla="*/ 80258 w 208767"/>
                <a:gd name="csY238" fmla="*/ 292848 h 300969"/>
                <a:gd name="csX239" fmla="*/ 78825 w 208767"/>
                <a:gd name="csY239" fmla="*/ 293326 h 300969"/>
                <a:gd name="csX240" fmla="*/ 78347 w 208767"/>
                <a:gd name="csY240" fmla="*/ 293326 h 300969"/>
                <a:gd name="csX241" fmla="*/ 75481 w 208767"/>
                <a:gd name="csY241" fmla="*/ 294759 h 300969"/>
                <a:gd name="csX242" fmla="*/ 72615 w 208767"/>
                <a:gd name="csY242" fmla="*/ 296670 h 300969"/>
                <a:gd name="csX243" fmla="*/ 71659 w 208767"/>
                <a:gd name="csY243" fmla="*/ 297148 h 300969"/>
                <a:gd name="csX244" fmla="*/ 68315 w 208767"/>
                <a:gd name="csY244" fmla="*/ 298103 h 300969"/>
                <a:gd name="csX245" fmla="*/ 66882 w 208767"/>
                <a:gd name="csY245" fmla="*/ 299536 h 300969"/>
                <a:gd name="csX246" fmla="*/ 65927 w 208767"/>
                <a:gd name="csY246" fmla="*/ 299536 h 300969"/>
                <a:gd name="csX247" fmla="*/ 64016 w 208767"/>
                <a:gd name="csY247" fmla="*/ 297626 h 300969"/>
                <a:gd name="csX248" fmla="*/ 62105 w 208767"/>
                <a:gd name="csY248" fmla="*/ 296192 h 300969"/>
                <a:gd name="csX249" fmla="*/ 61627 w 208767"/>
                <a:gd name="csY249" fmla="*/ 294282 h 300969"/>
                <a:gd name="csX250" fmla="*/ 61149 w 208767"/>
                <a:gd name="csY250" fmla="*/ 293804 h 300969"/>
                <a:gd name="csX251" fmla="*/ 61149 w 208767"/>
                <a:gd name="csY251" fmla="*/ 293804 h 300969"/>
                <a:gd name="csX252" fmla="*/ 59716 w 208767"/>
                <a:gd name="csY252" fmla="*/ 294759 h 300969"/>
                <a:gd name="csX253" fmla="*/ 58761 w 208767"/>
                <a:gd name="csY253" fmla="*/ 295237 h 300969"/>
                <a:gd name="csX254" fmla="*/ 58283 w 208767"/>
                <a:gd name="csY254" fmla="*/ 297148 h 300969"/>
                <a:gd name="csX255" fmla="*/ 54461 w 208767"/>
                <a:gd name="csY255" fmla="*/ 298103 h 300969"/>
                <a:gd name="csX256" fmla="*/ 51117 w 208767"/>
                <a:gd name="csY256" fmla="*/ 299059 h 300969"/>
                <a:gd name="csX257" fmla="*/ 49684 w 208767"/>
                <a:gd name="csY257" fmla="*/ 300492 h 300969"/>
                <a:gd name="csX258" fmla="*/ 47295 w 208767"/>
                <a:gd name="csY258" fmla="*/ 300970 h 300969"/>
                <a:gd name="csX259" fmla="*/ 44429 w 208767"/>
                <a:gd name="csY259" fmla="*/ 300492 h 300969"/>
                <a:gd name="csX260" fmla="*/ 42518 w 208767"/>
                <a:gd name="csY260" fmla="*/ 300014 h 300969"/>
                <a:gd name="csX261" fmla="*/ 40129 w 208767"/>
                <a:gd name="csY261" fmla="*/ 300014 h 300969"/>
                <a:gd name="csX262" fmla="*/ 41085 w 208767"/>
                <a:gd name="csY262" fmla="*/ 298581 h 300969"/>
                <a:gd name="csX263" fmla="*/ 41562 w 208767"/>
                <a:gd name="csY263" fmla="*/ 297626 h 300969"/>
                <a:gd name="csX264" fmla="*/ 42040 w 208767"/>
                <a:gd name="csY264" fmla="*/ 296192 h 300969"/>
                <a:gd name="csX265" fmla="*/ 41562 w 208767"/>
                <a:gd name="csY265" fmla="*/ 295237 h 300969"/>
                <a:gd name="csX266" fmla="*/ 40129 w 208767"/>
                <a:gd name="csY266" fmla="*/ 294759 h 300969"/>
                <a:gd name="csX267" fmla="*/ 39651 w 208767"/>
                <a:gd name="csY267" fmla="*/ 293804 h 300969"/>
                <a:gd name="csX268" fmla="*/ 37740 w 208767"/>
                <a:gd name="csY268" fmla="*/ 289982 h 300969"/>
                <a:gd name="csX269" fmla="*/ 35830 w 208767"/>
                <a:gd name="csY269" fmla="*/ 285205 h 300969"/>
                <a:gd name="csX270" fmla="*/ 32963 w 208767"/>
                <a:gd name="csY270" fmla="*/ 280905 h 300969"/>
                <a:gd name="csX271" fmla="*/ 30097 w 208767"/>
                <a:gd name="csY271" fmla="*/ 278517 h 300969"/>
                <a:gd name="csX272" fmla="*/ 28186 w 208767"/>
                <a:gd name="csY272" fmla="*/ 276605 h 300969"/>
                <a:gd name="csX273" fmla="*/ 27230 w 208767"/>
                <a:gd name="csY273" fmla="*/ 276605 h 300969"/>
                <a:gd name="csX274" fmla="*/ 26275 w 208767"/>
                <a:gd name="csY274" fmla="*/ 276128 h 300969"/>
                <a:gd name="csX275" fmla="*/ 25320 w 208767"/>
                <a:gd name="csY275" fmla="*/ 275650 h 300969"/>
                <a:gd name="csX276" fmla="*/ 21498 w 208767"/>
                <a:gd name="csY276" fmla="*/ 272784 h 300969"/>
                <a:gd name="csX277" fmla="*/ 17676 w 208767"/>
                <a:gd name="csY277" fmla="*/ 269440 h 300969"/>
                <a:gd name="csX278" fmla="*/ 16243 w 208767"/>
                <a:gd name="csY278" fmla="*/ 268006 h 300969"/>
                <a:gd name="csX279" fmla="*/ 14332 w 208767"/>
                <a:gd name="csY279" fmla="*/ 265618 h 300969"/>
                <a:gd name="csX280" fmla="*/ 11943 w 208767"/>
                <a:gd name="csY280" fmla="*/ 263229 h 300969"/>
                <a:gd name="csX281" fmla="*/ 10988 w 208767"/>
                <a:gd name="csY281" fmla="*/ 262274 h 300969"/>
                <a:gd name="csX282" fmla="*/ 10510 w 208767"/>
                <a:gd name="csY282" fmla="*/ 260363 h 300969"/>
                <a:gd name="csX283" fmla="*/ 11943 w 208767"/>
                <a:gd name="csY283" fmla="*/ 258452 h 300969"/>
                <a:gd name="csX284" fmla="*/ 13854 w 208767"/>
                <a:gd name="csY284" fmla="*/ 256541 h 300969"/>
                <a:gd name="csX285" fmla="*/ 15765 w 208767"/>
                <a:gd name="csY285" fmla="*/ 255108 h 300969"/>
                <a:gd name="csX286" fmla="*/ 18631 w 208767"/>
                <a:gd name="csY286" fmla="*/ 255108 h 300969"/>
                <a:gd name="csX287" fmla="*/ 22931 w 208767"/>
                <a:gd name="csY287" fmla="*/ 255585 h 300969"/>
                <a:gd name="csX288" fmla="*/ 27708 w 208767"/>
                <a:gd name="csY288" fmla="*/ 255585 h 300969"/>
                <a:gd name="csX289" fmla="*/ 32008 w 208767"/>
                <a:gd name="csY289" fmla="*/ 255108 h 300969"/>
                <a:gd name="csX290" fmla="*/ 33441 w 208767"/>
                <a:gd name="csY290" fmla="*/ 255108 h 300969"/>
                <a:gd name="csX291" fmla="*/ 34396 w 208767"/>
                <a:gd name="csY291" fmla="*/ 255108 h 300969"/>
                <a:gd name="csX292" fmla="*/ 37263 w 208767"/>
                <a:gd name="csY292" fmla="*/ 255585 h 300969"/>
                <a:gd name="csX293" fmla="*/ 41562 w 208767"/>
                <a:gd name="csY293" fmla="*/ 255585 h 300969"/>
                <a:gd name="csX294" fmla="*/ 43951 w 208767"/>
                <a:gd name="csY294" fmla="*/ 254630 h 300969"/>
                <a:gd name="csX295" fmla="*/ 43473 w 208767"/>
                <a:gd name="csY295" fmla="*/ 254630 h 300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</a:cxnLst>
              <a:rect l="l" t="t" r="r" b="b"/>
              <a:pathLst>
                <a:path w="208767" h="300969">
                  <a:moveTo>
                    <a:pt x="43473" y="254630"/>
                  </a:moveTo>
                  <a:lnTo>
                    <a:pt x="41085" y="253197"/>
                  </a:lnTo>
                  <a:lnTo>
                    <a:pt x="38696" y="250808"/>
                  </a:lnTo>
                  <a:lnTo>
                    <a:pt x="36307" y="247942"/>
                  </a:lnTo>
                  <a:lnTo>
                    <a:pt x="34874" y="245553"/>
                  </a:lnTo>
                  <a:lnTo>
                    <a:pt x="33441" y="242687"/>
                  </a:lnTo>
                  <a:lnTo>
                    <a:pt x="32008" y="238865"/>
                  </a:lnTo>
                  <a:lnTo>
                    <a:pt x="31530" y="234087"/>
                  </a:lnTo>
                  <a:lnTo>
                    <a:pt x="31530" y="231221"/>
                  </a:lnTo>
                  <a:lnTo>
                    <a:pt x="32008" y="229310"/>
                  </a:lnTo>
                  <a:lnTo>
                    <a:pt x="32963" y="226444"/>
                  </a:lnTo>
                  <a:lnTo>
                    <a:pt x="32486" y="224533"/>
                  </a:lnTo>
                  <a:lnTo>
                    <a:pt x="32486" y="223100"/>
                  </a:lnTo>
                  <a:lnTo>
                    <a:pt x="32486" y="220711"/>
                  </a:lnTo>
                  <a:lnTo>
                    <a:pt x="32008" y="219756"/>
                  </a:lnTo>
                  <a:lnTo>
                    <a:pt x="30097" y="215934"/>
                  </a:lnTo>
                  <a:lnTo>
                    <a:pt x="30097" y="215456"/>
                  </a:lnTo>
                  <a:lnTo>
                    <a:pt x="28186" y="213068"/>
                  </a:lnTo>
                  <a:lnTo>
                    <a:pt x="27708" y="208768"/>
                  </a:lnTo>
                  <a:lnTo>
                    <a:pt x="25797" y="205902"/>
                  </a:lnTo>
                  <a:lnTo>
                    <a:pt x="25797" y="205902"/>
                  </a:lnTo>
                  <a:lnTo>
                    <a:pt x="23409" y="204468"/>
                  </a:lnTo>
                  <a:lnTo>
                    <a:pt x="21498" y="202557"/>
                  </a:lnTo>
                  <a:lnTo>
                    <a:pt x="21020" y="199691"/>
                  </a:lnTo>
                  <a:lnTo>
                    <a:pt x="20064" y="198736"/>
                  </a:lnTo>
                  <a:lnTo>
                    <a:pt x="15765" y="197780"/>
                  </a:lnTo>
                  <a:lnTo>
                    <a:pt x="11943" y="197780"/>
                  </a:lnTo>
                  <a:lnTo>
                    <a:pt x="9555" y="194436"/>
                  </a:lnTo>
                  <a:lnTo>
                    <a:pt x="6210" y="190137"/>
                  </a:lnTo>
                  <a:lnTo>
                    <a:pt x="3344" y="186314"/>
                  </a:lnTo>
                  <a:lnTo>
                    <a:pt x="955" y="178193"/>
                  </a:lnTo>
                  <a:lnTo>
                    <a:pt x="0" y="173416"/>
                  </a:lnTo>
                  <a:lnTo>
                    <a:pt x="1433" y="172461"/>
                  </a:lnTo>
                  <a:lnTo>
                    <a:pt x="3822" y="169116"/>
                  </a:lnTo>
                  <a:lnTo>
                    <a:pt x="7166" y="162906"/>
                  </a:lnTo>
                  <a:lnTo>
                    <a:pt x="14332" y="152873"/>
                  </a:lnTo>
                  <a:lnTo>
                    <a:pt x="18154" y="148096"/>
                  </a:lnTo>
                  <a:lnTo>
                    <a:pt x="25797" y="140453"/>
                  </a:lnTo>
                  <a:lnTo>
                    <a:pt x="34874" y="131376"/>
                  </a:lnTo>
                  <a:lnTo>
                    <a:pt x="40129" y="126121"/>
                  </a:lnTo>
                  <a:lnTo>
                    <a:pt x="40129" y="126121"/>
                  </a:lnTo>
                  <a:lnTo>
                    <a:pt x="41085" y="116566"/>
                  </a:lnTo>
                  <a:lnTo>
                    <a:pt x="42040" y="106534"/>
                  </a:lnTo>
                  <a:lnTo>
                    <a:pt x="42518" y="98890"/>
                  </a:lnTo>
                  <a:lnTo>
                    <a:pt x="43473" y="90291"/>
                  </a:lnTo>
                  <a:lnTo>
                    <a:pt x="43951" y="82647"/>
                  </a:lnTo>
                  <a:lnTo>
                    <a:pt x="44429" y="76915"/>
                  </a:lnTo>
                  <a:lnTo>
                    <a:pt x="45384" y="69271"/>
                  </a:lnTo>
                  <a:lnTo>
                    <a:pt x="45862" y="67360"/>
                  </a:lnTo>
                  <a:lnTo>
                    <a:pt x="49684" y="61150"/>
                  </a:lnTo>
                  <a:lnTo>
                    <a:pt x="49684" y="60672"/>
                  </a:lnTo>
                  <a:lnTo>
                    <a:pt x="49206" y="59716"/>
                  </a:lnTo>
                  <a:lnTo>
                    <a:pt x="43951" y="54461"/>
                  </a:lnTo>
                  <a:lnTo>
                    <a:pt x="42518" y="53028"/>
                  </a:lnTo>
                  <a:lnTo>
                    <a:pt x="41562" y="50162"/>
                  </a:lnTo>
                  <a:lnTo>
                    <a:pt x="42996" y="48728"/>
                  </a:lnTo>
                  <a:lnTo>
                    <a:pt x="36785" y="40129"/>
                  </a:lnTo>
                  <a:lnTo>
                    <a:pt x="34874" y="38696"/>
                  </a:lnTo>
                  <a:lnTo>
                    <a:pt x="34396" y="37741"/>
                  </a:lnTo>
                  <a:lnTo>
                    <a:pt x="34396" y="36308"/>
                  </a:lnTo>
                  <a:lnTo>
                    <a:pt x="34396" y="30097"/>
                  </a:lnTo>
                  <a:lnTo>
                    <a:pt x="32486" y="20543"/>
                  </a:lnTo>
                  <a:lnTo>
                    <a:pt x="30575" y="9077"/>
                  </a:lnTo>
                  <a:lnTo>
                    <a:pt x="37740" y="5733"/>
                  </a:lnTo>
                  <a:lnTo>
                    <a:pt x="42996" y="3344"/>
                  </a:lnTo>
                  <a:lnTo>
                    <a:pt x="50162" y="0"/>
                  </a:lnTo>
                  <a:lnTo>
                    <a:pt x="56850" y="3344"/>
                  </a:lnTo>
                  <a:lnTo>
                    <a:pt x="66404" y="8121"/>
                  </a:lnTo>
                  <a:lnTo>
                    <a:pt x="75959" y="12899"/>
                  </a:lnTo>
                  <a:lnTo>
                    <a:pt x="85513" y="17198"/>
                  </a:lnTo>
                  <a:lnTo>
                    <a:pt x="95068" y="21976"/>
                  </a:lnTo>
                  <a:lnTo>
                    <a:pt x="104145" y="26753"/>
                  </a:lnTo>
                  <a:lnTo>
                    <a:pt x="113700" y="31052"/>
                  </a:lnTo>
                  <a:lnTo>
                    <a:pt x="123254" y="35830"/>
                  </a:lnTo>
                  <a:lnTo>
                    <a:pt x="132809" y="40607"/>
                  </a:lnTo>
                  <a:lnTo>
                    <a:pt x="142363" y="44907"/>
                  </a:lnTo>
                  <a:lnTo>
                    <a:pt x="151918" y="49684"/>
                  </a:lnTo>
                  <a:lnTo>
                    <a:pt x="161472" y="53984"/>
                  </a:lnTo>
                  <a:lnTo>
                    <a:pt x="171027" y="58761"/>
                  </a:lnTo>
                  <a:lnTo>
                    <a:pt x="180104" y="63060"/>
                  </a:lnTo>
                  <a:lnTo>
                    <a:pt x="189658" y="67838"/>
                  </a:lnTo>
                  <a:lnTo>
                    <a:pt x="199213" y="72137"/>
                  </a:lnTo>
                  <a:lnTo>
                    <a:pt x="208768" y="76915"/>
                  </a:lnTo>
                  <a:lnTo>
                    <a:pt x="208768" y="85514"/>
                  </a:lnTo>
                  <a:lnTo>
                    <a:pt x="208768" y="94113"/>
                  </a:lnTo>
                  <a:lnTo>
                    <a:pt x="208768" y="102712"/>
                  </a:lnTo>
                  <a:lnTo>
                    <a:pt x="208768" y="110833"/>
                  </a:lnTo>
                  <a:lnTo>
                    <a:pt x="208768" y="119432"/>
                  </a:lnTo>
                  <a:lnTo>
                    <a:pt x="208768" y="128032"/>
                  </a:lnTo>
                  <a:lnTo>
                    <a:pt x="208768" y="136153"/>
                  </a:lnTo>
                  <a:lnTo>
                    <a:pt x="208768" y="144752"/>
                  </a:lnTo>
                  <a:lnTo>
                    <a:pt x="208768" y="147619"/>
                  </a:lnTo>
                  <a:lnTo>
                    <a:pt x="208768" y="148574"/>
                  </a:lnTo>
                  <a:lnTo>
                    <a:pt x="208768" y="148574"/>
                  </a:lnTo>
                  <a:lnTo>
                    <a:pt x="208290" y="149052"/>
                  </a:lnTo>
                  <a:lnTo>
                    <a:pt x="203513" y="148096"/>
                  </a:lnTo>
                  <a:lnTo>
                    <a:pt x="201602" y="148096"/>
                  </a:lnTo>
                  <a:lnTo>
                    <a:pt x="198735" y="148574"/>
                  </a:lnTo>
                  <a:lnTo>
                    <a:pt x="194436" y="149052"/>
                  </a:lnTo>
                  <a:lnTo>
                    <a:pt x="191569" y="149052"/>
                  </a:lnTo>
                  <a:lnTo>
                    <a:pt x="189658" y="150485"/>
                  </a:lnTo>
                  <a:lnTo>
                    <a:pt x="188225" y="151918"/>
                  </a:lnTo>
                  <a:lnTo>
                    <a:pt x="188703" y="156218"/>
                  </a:lnTo>
                  <a:lnTo>
                    <a:pt x="188703" y="157651"/>
                  </a:lnTo>
                  <a:lnTo>
                    <a:pt x="188225" y="159084"/>
                  </a:lnTo>
                  <a:lnTo>
                    <a:pt x="186792" y="160039"/>
                  </a:lnTo>
                  <a:lnTo>
                    <a:pt x="185359" y="161473"/>
                  </a:lnTo>
                  <a:lnTo>
                    <a:pt x="184881" y="161950"/>
                  </a:lnTo>
                  <a:lnTo>
                    <a:pt x="183926" y="163861"/>
                  </a:lnTo>
                  <a:lnTo>
                    <a:pt x="182970" y="164817"/>
                  </a:lnTo>
                  <a:lnTo>
                    <a:pt x="182970" y="166250"/>
                  </a:lnTo>
                  <a:lnTo>
                    <a:pt x="182970" y="167205"/>
                  </a:lnTo>
                  <a:lnTo>
                    <a:pt x="182015" y="167683"/>
                  </a:lnTo>
                  <a:lnTo>
                    <a:pt x="180104" y="168161"/>
                  </a:lnTo>
                  <a:lnTo>
                    <a:pt x="178671" y="169116"/>
                  </a:lnTo>
                  <a:lnTo>
                    <a:pt x="177715" y="169594"/>
                  </a:lnTo>
                  <a:lnTo>
                    <a:pt x="177238" y="170549"/>
                  </a:lnTo>
                  <a:lnTo>
                    <a:pt x="177238" y="171505"/>
                  </a:lnTo>
                  <a:lnTo>
                    <a:pt x="178193" y="172461"/>
                  </a:lnTo>
                  <a:lnTo>
                    <a:pt x="178193" y="174371"/>
                  </a:lnTo>
                  <a:lnTo>
                    <a:pt x="178671" y="175327"/>
                  </a:lnTo>
                  <a:lnTo>
                    <a:pt x="179626" y="176282"/>
                  </a:lnTo>
                  <a:lnTo>
                    <a:pt x="180104" y="176760"/>
                  </a:lnTo>
                  <a:lnTo>
                    <a:pt x="180104" y="177715"/>
                  </a:lnTo>
                  <a:lnTo>
                    <a:pt x="179626" y="178193"/>
                  </a:lnTo>
                  <a:lnTo>
                    <a:pt x="177238" y="179626"/>
                  </a:lnTo>
                  <a:lnTo>
                    <a:pt x="176282" y="180104"/>
                  </a:lnTo>
                  <a:lnTo>
                    <a:pt x="175326" y="181060"/>
                  </a:lnTo>
                  <a:lnTo>
                    <a:pt x="174849" y="181060"/>
                  </a:lnTo>
                  <a:lnTo>
                    <a:pt x="172938" y="182493"/>
                  </a:lnTo>
                  <a:lnTo>
                    <a:pt x="171983" y="183448"/>
                  </a:lnTo>
                  <a:lnTo>
                    <a:pt x="171505" y="184404"/>
                  </a:lnTo>
                  <a:lnTo>
                    <a:pt x="171505" y="185837"/>
                  </a:lnTo>
                  <a:lnTo>
                    <a:pt x="172460" y="187748"/>
                  </a:lnTo>
                  <a:lnTo>
                    <a:pt x="173416" y="189181"/>
                  </a:lnTo>
                  <a:lnTo>
                    <a:pt x="173893" y="190614"/>
                  </a:lnTo>
                  <a:lnTo>
                    <a:pt x="174371" y="192047"/>
                  </a:lnTo>
                  <a:lnTo>
                    <a:pt x="173893" y="193003"/>
                  </a:lnTo>
                  <a:lnTo>
                    <a:pt x="173416" y="194436"/>
                  </a:lnTo>
                  <a:lnTo>
                    <a:pt x="172460" y="195391"/>
                  </a:lnTo>
                  <a:lnTo>
                    <a:pt x="169594" y="197303"/>
                  </a:lnTo>
                  <a:lnTo>
                    <a:pt x="167683" y="199213"/>
                  </a:lnTo>
                  <a:lnTo>
                    <a:pt x="166250" y="202080"/>
                  </a:lnTo>
                  <a:lnTo>
                    <a:pt x="166250" y="203035"/>
                  </a:lnTo>
                  <a:lnTo>
                    <a:pt x="166250" y="203991"/>
                  </a:lnTo>
                  <a:lnTo>
                    <a:pt x="167205" y="204946"/>
                  </a:lnTo>
                  <a:lnTo>
                    <a:pt x="168161" y="205424"/>
                  </a:lnTo>
                  <a:lnTo>
                    <a:pt x="169594" y="205424"/>
                  </a:lnTo>
                  <a:lnTo>
                    <a:pt x="171983" y="204946"/>
                  </a:lnTo>
                  <a:lnTo>
                    <a:pt x="174371" y="204946"/>
                  </a:lnTo>
                  <a:lnTo>
                    <a:pt x="176760" y="205424"/>
                  </a:lnTo>
                  <a:lnTo>
                    <a:pt x="177715" y="207812"/>
                  </a:lnTo>
                  <a:lnTo>
                    <a:pt x="177238" y="209246"/>
                  </a:lnTo>
                  <a:lnTo>
                    <a:pt x="178193" y="212112"/>
                  </a:lnTo>
                  <a:lnTo>
                    <a:pt x="179149" y="215456"/>
                  </a:lnTo>
                  <a:lnTo>
                    <a:pt x="179149" y="216412"/>
                  </a:lnTo>
                  <a:lnTo>
                    <a:pt x="179149" y="216889"/>
                  </a:lnTo>
                  <a:lnTo>
                    <a:pt x="180582" y="217367"/>
                  </a:lnTo>
                  <a:lnTo>
                    <a:pt x="181059" y="217845"/>
                  </a:lnTo>
                  <a:lnTo>
                    <a:pt x="180582" y="224055"/>
                  </a:lnTo>
                  <a:lnTo>
                    <a:pt x="181059" y="225488"/>
                  </a:lnTo>
                  <a:lnTo>
                    <a:pt x="182492" y="226921"/>
                  </a:lnTo>
                  <a:lnTo>
                    <a:pt x="183448" y="227399"/>
                  </a:lnTo>
                  <a:lnTo>
                    <a:pt x="184403" y="228355"/>
                  </a:lnTo>
                  <a:lnTo>
                    <a:pt x="184881" y="228833"/>
                  </a:lnTo>
                  <a:lnTo>
                    <a:pt x="186314" y="228833"/>
                  </a:lnTo>
                  <a:lnTo>
                    <a:pt x="187748" y="229788"/>
                  </a:lnTo>
                  <a:lnTo>
                    <a:pt x="188225" y="231221"/>
                  </a:lnTo>
                  <a:lnTo>
                    <a:pt x="188225" y="232654"/>
                  </a:lnTo>
                  <a:lnTo>
                    <a:pt x="187270" y="235998"/>
                  </a:lnTo>
                  <a:lnTo>
                    <a:pt x="186792" y="237910"/>
                  </a:lnTo>
                  <a:lnTo>
                    <a:pt x="185837" y="237432"/>
                  </a:lnTo>
                  <a:lnTo>
                    <a:pt x="183926" y="236954"/>
                  </a:lnTo>
                  <a:lnTo>
                    <a:pt x="182015" y="236954"/>
                  </a:lnTo>
                  <a:lnTo>
                    <a:pt x="179149" y="236476"/>
                  </a:lnTo>
                  <a:lnTo>
                    <a:pt x="176760" y="236954"/>
                  </a:lnTo>
                  <a:lnTo>
                    <a:pt x="174371" y="238387"/>
                  </a:lnTo>
                  <a:lnTo>
                    <a:pt x="173416" y="238865"/>
                  </a:lnTo>
                  <a:lnTo>
                    <a:pt x="172460" y="239343"/>
                  </a:lnTo>
                  <a:lnTo>
                    <a:pt x="171505" y="239343"/>
                  </a:lnTo>
                  <a:lnTo>
                    <a:pt x="170549" y="239343"/>
                  </a:lnTo>
                  <a:lnTo>
                    <a:pt x="169594" y="240298"/>
                  </a:lnTo>
                  <a:lnTo>
                    <a:pt x="168638" y="241253"/>
                  </a:lnTo>
                  <a:lnTo>
                    <a:pt x="164817" y="242687"/>
                  </a:lnTo>
                  <a:lnTo>
                    <a:pt x="164339" y="243642"/>
                  </a:lnTo>
                  <a:lnTo>
                    <a:pt x="163861" y="244120"/>
                  </a:lnTo>
                  <a:lnTo>
                    <a:pt x="163861" y="244598"/>
                  </a:lnTo>
                  <a:lnTo>
                    <a:pt x="164339" y="246031"/>
                  </a:lnTo>
                  <a:lnTo>
                    <a:pt x="164339" y="247942"/>
                  </a:lnTo>
                  <a:lnTo>
                    <a:pt x="163383" y="249375"/>
                  </a:lnTo>
                  <a:lnTo>
                    <a:pt x="162428" y="250330"/>
                  </a:lnTo>
                  <a:lnTo>
                    <a:pt x="160995" y="250808"/>
                  </a:lnTo>
                  <a:lnTo>
                    <a:pt x="160039" y="250808"/>
                  </a:lnTo>
                  <a:lnTo>
                    <a:pt x="159561" y="251286"/>
                  </a:lnTo>
                  <a:lnTo>
                    <a:pt x="157651" y="254630"/>
                  </a:lnTo>
                  <a:lnTo>
                    <a:pt x="156695" y="255108"/>
                  </a:lnTo>
                  <a:lnTo>
                    <a:pt x="154784" y="255108"/>
                  </a:lnTo>
                  <a:lnTo>
                    <a:pt x="150007" y="259885"/>
                  </a:lnTo>
                  <a:lnTo>
                    <a:pt x="150007" y="259885"/>
                  </a:lnTo>
                  <a:lnTo>
                    <a:pt x="149529" y="261318"/>
                  </a:lnTo>
                  <a:lnTo>
                    <a:pt x="147618" y="263229"/>
                  </a:lnTo>
                  <a:lnTo>
                    <a:pt x="145230" y="265618"/>
                  </a:lnTo>
                  <a:lnTo>
                    <a:pt x="143319" y="266573"/>
                  </a:lnTo>
                  <a:lnTo>
                    <a:pt x="142841" y="267051"/>
                  </a:lnTo>
                  <a:lnTo>
                    <a:pt x="142363" y="267529"/>
                  </a:lnTo>
                  <a:lnTo>
                    <a:pt x="140930" y="268006"/>
                  </a:lnTo>
                  <a:lnTo>
                    <a:pt x="136631" y="270873"/>
                  </a:lnTo>
                  <a:lnTo>
                    <a:pt x="131376" y="270395"/>
                  </a:lnTo>
                  <a:lnTo>
                    <a:pt x="128987" y="271828"/>
                  </a:lnTo>
                  <a:lnTo>
                    <a:pt x="126598" y="272306"/>
                  </a:lnTo>
                  <a:lnTo>
                    <a:pt x="123254" y="272784"/>
                  </a:lnTo>
                  <a:lnTo>
                    <a:pt x="122299" y="272784"/>
                  </a:lnTo>
                  <a:lnTo>
                    <a:pt x="117999" y="272784"/>
                  </a:lnTo>
                  <a:lnTo>
                    <a:pt x="112744" y="272784"/>
                  </a:lnTo>
                  <a:lnTo>
                    <a:pt x="110833" y="273261"/>
                  </a:lnTo>
                  <a:lnTo>
                    <a:pt x="109400" y="274217"/>
                  </a:lnTo>
                  <a:lnTo>
                    <a:pt x="107967" y="275172"/>
                  </a:lnTo>
                  <a:lnTo>
                    <a:pt x="107489" y="275172"/>
                  </a:lnTo>
                  <a:lnTo>
                    <a:pt x="107967" y="275650"/>
                  </a:lnTo>
                  <a:lnTo>
                    <a:pt x="107967" y="276128"/>
                  </a:lnTo>
                  <a:lnTo>
                    <a:pt x="107967" y="276128"/>
                  </a:lnTo>
                  <a:lnTo>
                    <a:pt x="111311" y="278039"/>
                  </a:lnTo>
                  <a:lnTo>
                    <a:pt x="112266" y="279472"/>
                  </a:lnTo>
                  <a:lnTo>
                    <a:pt x="111311" y="280427"/>
                  </a:lnTo>
                  <a:lnTo>
                    <a:pt x="110833" y="280427"/>
                  </a:lnTo>
                  <a:lnTo>
                    <a:pt x="110833" y="280427"/>
                  </a:lnTo>
                  <a:lnTo>
                    <a:pt x="110355" y="281383"/>
                  </a:lnTo>
                  <a:lnTo>
                    <a:pt x="108444" y="283771"/>
                  </a:lnTo>
                  <a:lnTo>
                    <a:pt x="105100" y="286638"/>
                  </a:lnTo>
                  <a:lnTo>
                    <a:pt x="103667" y="287593"/>
                  </a:lnTo>
                  <a:lnTo>
                    <a:pt x="102712" y="288071"/>
                  </a:lnTo>
                  <a:lnTo>
                    <a:pt x="101756" y="289982"/>
                  </a:lnTo>
                  <a:lnTo>
                    <a:pt x="101278" y="290460"/>
                  </a:lnTo>
                  <a:lnTo>
                    <a:pt x="99368" y="290460"/>
                  </a:lnTo>
                  <a:lnTo>
                    <a:pt x="95068" y="290937"/>
                  </a:lnTo>
                  <a:lnTo>
                    <a:pt x="88858" y="291415"/>
                  </a:lnTo>
                  <a:lnTo>
                    <a:pt x="85513" y="291893"/>
                  </a:lnTo>
                  <a:lnTo>
                    <a:pt x="83125" y="291415"/>
                  </a:lnTo>
                  <a:lnTo>
                    <a:pt x="80258" y="292848"/>
                  </a:lnTo>
                  <a:lnTo>
                    <a:pt x="78825" y="293326"/>
                  </a:lnTo>
                  <a:lnTo>
                    <a:pt x="78347" y="293326"/>
                  </a:lnTo>
                  <a:lnTo>
                    <a:pt x="75481" y="294759"/>
                  </a:lnTo>
                  <a:lnTo>
                    <a:pt x="72615" y="296670"/>
                  </a:lnTo>
                  <a:lnTo>
                    <a:pt x="71659" y="297148"/>
                  </a:lnTo>
                  <a:lnTo>
                    <a:pt x="68315" y="298103"/>
                  </a:lnTo>
                  <a:lnTo>
                    <a:pt x="66882" y="299536"/>
                  </a:lnTo>
                  <a:lnTo>
                    <a:pt x="65927" y="299536"/>
                  </a:lnTo>
                  <a:lnTo>
                    <a:pt x="64016" y="297626"/>
                  </a:lnTo>
                  <a:lnTo>
                    <a:pt x="62105" y="296192"/>
                  </a:lnTo>
                  <a:lnTo>
                    <a:pt x="61627" y="294282"/>
                  </a:lnTo>
                  <a:lnTo>
                    <a:pt x="61149" y="293804"/>
                  </a:lnTo>
                  <a:lnTo>
                    <a:pt x="61149" y="293804"/>
                  </a:lnTo>
                  <a:lnTo>
                    <a:pt x="59716" y="294759"/>
                  </a:lnTo>
                  <a:lnTo>
                    <a:pt x="58761" y="295237"/>
                  </a:lnTo>
                  <a:lnTo>
                    <a:pt x="58283" y="297148"/>
                  </a:lnTo>
                  <a:lnTo>
                    <a:pt x="54461" y="298103"/>
                  </a:lnTo>
                  <a:lnTo>
                    <a:pt x="51117" y="299059"/>
                  </a:lnTo>
                  <a:lnTo>
                    <a:pt x="49684" y="300492"/>
                  </a:lnTo>
                  <a:lnTo>
                    <a:pt x="47295" y="300970"/>
                  </a:lnTo>
                  <a:lnTo>
                    <a:pt x="44429" y="300492"/>
                  </a:lnTo>
                  <a:lnTo>
                    <a:pt x="42518" y="300014"/>
                  </a:lnTo>
                  <a:lnTo>
                    <a:pt x="40129" y="300014"/>
                  </a:lnTo>
                  <a:lnTo>
                    <a:pt x="41085" y="298581"/>
                  </a:lnTo>
                  <a:lnTo>
                    <a:pt x="41562" y="297626"/>
                  </a:lnTo>
                  <a:lnTo>
                    <a:pt x="42040" y="296192"/>
                  </a:lnTo>
                  <a:lnTo>
                    <a:pt x="41562" y="295237"/>
                  </a:lnTo>
                  <a:lnTo>
                    <a:pt x="40129" y="294759"/>
                  </a:lnTo>
                  <a:lnTo>
                    <a:pt x="39651" y="293804"/>
                  </a:lnTo>
                  <a:lnTo>
                    <a:pt x="37740" y="289982"/>
                  </a:lnTo>
                  <a:lnTo>
                    <a:pt x="35830" y="285205"/>
                  </a:lnTo>
                  <a:lnTo>
                    <a:pt x="32963" y="280905"/>
                  </a:lnTo>
                  <a:lnTo>
                    <a:pt x="30097" y="278517"/>
                  </a:lnTo>
                  <a:lnTo>
                    <a:pt x="28186" y="276605"/>
                  </a:lnTo>
                  <a:lnTo>
                    <a:pt x="27230" y="276605"/>
                  </a:lnTo>
                  <a:lnTo>
                    <a:pt x="26275" y="276128"/>
                  </a:lnTo>
                  <a:lnTo>
                    <a:pt x="25320" y="275650"/>
                  </a:lnTo>
                  <a:lnTo>
                    <a:pt x="21498" y="272784"/>
                  </a:lnTo>
                  <a:lnTo>
                    <a:pt x="17676" y="269440"/>
                  </a:lnTo>
                  <a:lnTo>
                    <a:pt x="16243" y="268006"/>
                  </a:lnTo>
                  <a:lnTo>
                    <a:pt x="14332" y="265618"/>
                  </a:lnTo>
                  <a:lnTo>
                    <a:pt x="11943" y="263229"/>
                  </a:lnTo>
                  <a:lnTo>
                    <a:pt x="10988" y="262274"/>
                  </a:lnTo>
                  <a:lnTo>
                    <a:pt x="10510" y="260363"/>
                  </a:lnTo>
                  <a:lnTo>
                    <a:pt x="11943" y="258452"/>
                  </a:lnTo>
                  <a:lnTo>
                    <a:pt x="13854" y="256541"/>
                  </a:lnTo>
                  <a:lnTo>
                    <a:pt x="15765" y="255108"/>
                  </a:lnTo>
                  <a:lnTo>
                    <a:pt x="18631" y="255108"/>
                  </a:lnTo>
                  <a:lnTo>
                    <a:pt x="22931" y="255585"/>
                  </a:lnTo>
                  <a:lnTo>
                    <a:pt x="27708" y="255585"/>
                  </a:lnTo>
                  <a:lnTo>
                    <a:pt x="32008" y="255108"/>
                  </a:lnTo>
                  <a:lnTo>
                    <a:pt x="33441" y="255108"/>
                  </a:lnTo>
                  <a:lnTo>
                    <a:pt x="34396" y="255108"/>
                  </a:lnTo>
                  <a:lnTo>
                    <a:pt x="37263" y="255585"/>
                  </a:lnTo>
                  <a:lnTo>
                    <a:pt x="41562" y="255585"/>
                  </a:lnTo>
                  <a:lnTo>
                    <a:pt x="43951" y="254630"/>
                  </a:lnTo>
                  <a:lnTo>
                    <a:pt x="43473" y="25463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1" name="Freeform 1840">
              <a:extLst>
                <a:ext uri="{FF2B5EF4-FFF2-40B4-BE49-F238E27FC236}">
                  <a16:creationId xmlns:a16="http://schemas.microsoft.com/office/drawing/2014/main" id="{78E962CE-53AB-F0F3-FF8A-66D2C426BAF4}"/>
                </a:ext>
              </a:extLst>
            </p:cNvPr>
            <p:cNvSpPr/>
            <p:nvPr/>
          </p:nvSpPr>
          <p:spPr>
            <a:xfrm>
              <a:off x="6356362" y="3960974"/>
              <a:ext cx="2866" cy="2866"/>
            </a:xfrm>
            <a:custGeom>
              <a:avLst/>
              <a:gdLst>
                <a:gd name="csX0" fmla="*/ 2866 w 2866"/>
                <a:gd name="csY0" fmla="*/ 0 h 2866"/>
                <a:gd name="csX1" fmla="*/ 2389 w 2866"/>
                <a:gd name="csY1" fmla="*/ 1433 h 2866"/>
                <a:gd name="csX2" fmla="*/ 956 w 2866"/>
                <a:gd name="csY2" fmla="*/ 2866 h 2866"/>
                <a:gd name="csX3" fmla="*/ 0 w 2866"/>
                <a:gd name="csY3" fmla="*/ 2866 h 2866"/>
                <a:gd name="csX4" fmla="*/ 956 w 2866"/>
                <a:gd name="csY4" fmla="*/ 956 h 2866"/>
                <a:gd name="csX5" fmla="*/ 2866 w 2866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866">
                  <a:moveTo>
                    <a:pt x="2866" y="0"/>
                  </a:moveTo>
                  <a:lnTo>
                    <a:pt x="2389" y="1433"/>
                  </a:lnTo>
                  <a:lnTo>
                    <a:pt x="956" y="2866"/>
                  </a:lnTo>
                  <a:lnTo>
                    <a:pt x="0" y="2866"/>
                  </a:lnTo>
                  <a:lnTo>
                    <a:pt x="956" y="956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2" name="Freeform 1841">
              <a:extLst>
                <a:ext uri="{FF2B5EF4-FFF2-40B4-BE49-F238E27FC236}">
                  <a16:creationId xmlns:a16="http://schemas.microsoft.com/office/drawing/2014/main" id="{793D4220-CA64-11D7-2651-64D51908583B}"/>
                </a:ext>
              </a:extLst>
            </p:cNvPr>
            <p:cNvSpPr/>
            <p:nvPr/>
          </p:nvSpPr>
          <p:spPr>
            <a:xfrm>
              <a:off x="6353973" y="3650450"/>
              <a:ext cx="4299" cy="7643"/>
            </a:xfrm>
            <a:custGeom>
              <a:avLst/>
              <a:gdLst>
                <a:gd name="csX0" fmla="*/ 2866 w 4299"/>
                <a:gd name="csY0" fmla="*/ 3822 h 7643"/>
                <a:gd name="csX1" fmla="*/ 4300 w 4299"/>
                <a:gd name="csY1" fmla="*/ 7644 h 7643"/>
                <a:gd name="csX2" fmla="*/ 2866 w 4299"/>
                <a:gd name="csY2" fmla="*/ 3822 h 7643"/>
                <a:gd name="csX3" fmla="*/ 0 w 4299"/>
                <a:gd name="csY3" fmla="*/ 0 h 7643"/>
                <a:gd name="csX4" fmla="*/ 2866 w 4299"/>
                <a:gd name="csY4" fmla="*/ 3822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7643">
                  <a:moveTo>
                    <a:pt x="2866" y="3822"/>
                  </a:moveTo>
                  <a:lnTo>
                    <a:pt x="4300" y="7644"/>
                  </a:lnTo>
                  <a:lnTo>
                    <a:pt x="2866" y="3822"/>
                  </a:lnTo>
                  <a:lnTo>
                    <a:pt x="0" y="0"/>
                  </a:lnTo>
                  <a:lnTo>
                    <a:pt x="286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3" name="Freeform 1842">
              <a:extLst>
                <a:ext uri="{FF2B5EF4-FFF2-40B4-BE49-F238E27FC236}">
                  <a16:creationId xmlns:a16="http://schemas.microsoft.com/office/drawing/2014/main" id="{DE17DA93-3ACB-D22E-942B-951948B4F2B7}"/>
                </a:ext>
              </a:extLst>
            </p:cNvPr>
            <p:cNvSpPr/>
            <p:nvPr/>
          </p:nvSpPr>
          <p:spPr>
            <a:xfrm>
              <a:off x="6355406" y="2994050"/>
              <a:ext cx="1433" cy="2388"/>
            </a:xfrm>
            <a:custGeom>
              <a:avLst/>
              <a:gdLst>
                <a:gd name="csX0" fmla="*/ 1433 w 1433"/>
                <a:gd name="csY0" fmla="*/ 0 h 2388"/>
                <a:gd name="csX1" fmla="*/ 0 w 1433"/>
                <a:gd name="csY1" fmla="*/ 2389 h 2388"/>
                <a:gd name="csX2" fmla="*/ 1433 w 1433"/>
                <a:gd name="csY2" fmla="*/ 0 h 2388"/>
                <a:gd name="csX3" fmla="*/ 1433 w 1433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2388">
                  <a:moveTo>
                    <a:pt x="1433" y="0"/>
                  </a:moveTo>
                  <a:lnTo>
                    <a:pt x="0" y="2389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" name="Freeform 1843">
              <a:extLst>
                <a:ext uri="{FF2B5EF4-FFF2-40B4-BE49-F238E27FC236}">
                  <a16:creationId xmlns:a16="http://schemas.microsoft.com/office/drawing/2014/main" id="{10EAB1EB-7913-2DA0-F904-2B1280358135}"/>
                </a:ext>
              </a:extLst>
            </p:cNvPr>
            <p:cNvSpPr/>
            <p:nvPr/>
          </p:nvSpPr>
          <p:spPr>
            <a:xfrm>
              <a:off x="6351584" y="3962407"/>
              <a:ext cx="3821" cy="2866"/>
            </a:xfrm>
            <a:custGeom>
              <a:avLst/>
              <a:gdLst>
                <a:gd name="csX0" fmla="*/ 3822 w 3821"/>
                <a:gd name="csY0" fmla="*/ 2389 h 2866"/>
                <a:gd name="csX1" fmla="*/ 2866 w 3821"/>
                <a:gd name="csY1" fmla="*/ 2867 h 2866"/>
                <a:gd name="csX2" fmla="*/ 1433 w 3821"/>
                <a:gd name="csY2" fmla="*/ 2867 h 2866"/>
                <a:gd name="csX3" fmla="*/ 0 w 3821"/>
                <a:gd name="csY3" fmla="*/ 0 h 2866"/>
                <a:gd name="csX4" fmla="*/ 3822 w 3821"/>
                <a:gd name="csY4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2866">
                  <a:moveTo>
                    <a:pt x="3822" y="2389"/>
                  </a:moveTo>
                  <a:lnTo>
                    <a:pt x="2866" y="2867"/>
                  </a:lnTo>
                  <a:lnTo>
                    <a:pt x="1433" y="2867"/>
                  </a:lnTo>
                  <a:lnTo>
                    <a:pt x="0" y="0"/>
                  </a:lnTo>
                  <a:lnTo>
                    <a:pt x="3822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" name="Freeform 1844">
              <a:extLst>
                <a:ext uri="{FF2B5EF4-FFF2-40B4-BE49-F238E27FC236}">
                  <a16:creationId xmlns:a16="http://schemas.microsoft.com/office/drawing/2014/main" id="{683205AB-D7A5-6D0B-CC4C-9BF31A05C792}"/>
                </a:ext>
              </a:extLst>
            </p:cNvPr>
            <p:cNvSpPr/>
            <p:nvPr/>
          </p:nvSpPr>
          <p:spPr>
            <a:xfrm>
              <a:off x="6347762" y="3910335"/>
              <a:ext cx="6688" cy="477"/>
            </a:xfrm>
            <a:custGeom>
              <a:avLst/>
              <a:gdLst>
                <a:gd name="csX0" fmla="*/ 6688 w 6688"/>
                <a:gd name="csY0" fmla="*/ 0 h 477"/>
                <a:gd name="csX1" fmla="*/ 4777 w 6688"/>
                <a:gd name="csY1" fmla="*/ 478 h 477"/>
                <a:gd name="csX2" fmla="*/ 2866 w 6688"/>
                <a:gd name="csY2" fmla="*/ 478 h 477"/>
                <a:gd name="csX3" fmla="*/ 478 w 6688"/>
                <a:gd name="csY3" fmla="*/ 0 h 477"/>
                <a:gd name="csX4" fmla="*/ 0 w 6688"/>
                <a:gd name="csY4" fmla="*/ 0 h 477"/>
                <a:gd name="csX5" fmla="*/ 956 w 6688"/>
                <a:gd name="csY5" fmla="*/ 0 h 477"/>
                <a:gd name="csX6" fmla="*/ 2866 w 6688"/>
                <a:gd name="csY6" fmla="*/ 478 h 477"/>
                <a:gd name="csX7" fmla="*/ 4777 w 6688"/>
                <a:gd name="csY7" fmla="*/ 478 h 477"/>
                <a:gd name="csX8" fmla="*/ 6688 w 6688"/>
                <a:gd name="csY8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688" h="477">
                  <a:moveTo>
                    <a:pt x="6688" y="0"/>
                  </a:moveTo>
                  <a:lnTo>
                    <a:pt x="4777" y="478"/>
                  </a:lnTo>
                  <a:lnTo>
                    <a:pt x="2866" y="478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2866" y="478"/>
                  </a:lnTo>
                  <a:lnTo>
                    <a:pt x="4777" y="478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6" name="Freeform 1845">
              <a:extLst>
                <a:ext uri="{FF2B5EF4-FFF2-40B4-BE49-F238E27FC236}">
                  <a16:creationId xmlns:a16="http://schemas.microsoft.com/office/drawing/2014/main" id="{A7A2F814-EC9E-E1C8-C573-E2C490AC7544}"/>
                </a:ext>
              </a:extLst>
            </p:cNvPr>
            <p:cNvSpPr/>
            <p:nvPr/>
          </p:nvSpPr>
          <p:spPr>
            <a:xfrm>
              <a:off x="6352062" y="3639462"/>
              <a:ext cx="1911" cy="955"/>
            </a:xfrm>
            <a:custGeom>
              <a:avLst/>
              <a:gdLst>
                <a:gd name="csX0" fmla="*/ 1911 w 1911"/>
                <a:gd name="csY0" fmla="*/ 0 h 955"/>
                <a:gd name="csX1" fmla="*/ 478 w 1911"/>
                <a:gd name="csY1" fmla="*/ 478 h 955"/>
                <a:gd name="csX2" fmla="*/ 0 w 1911"/>
                <a:gd name="csY2" fmla="*/ 955 h 955"/>
                <a:gd name="csX3" fmla="*/ 478 w 1911"/>
                <a:gd name="csY3" fmla="*/ 0 h 955"/>
                <a:gd name="csX4" fmla="*/ 1911 w 1911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955">
                  <a:moveTo>
                    <a:pt x="1911" y="0"/>
                  </a:moveTo>
                  <a:lnTo>
                    <a:pt x="478" y="478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7" name="Freeform 1846">
              <a:extLst>
                <a:ext uri="{FF2B5EF4-FFF2-40B4-BE49-F238E27FC236}">
                  <a16:creationId xmlns:a16="http://schemas.microsoft.com/office/drawing/2014/main" id="{B92F48A7-26C3-617E-7BB3-E2C3D8C32999}"/>
                </a:ext>
              </a:extLst>
            </p:cNvPr>
            <p:cNvSpPr/>
            <p:nvPr/>
          </p:nvSpPr>
          <p:spPr>
            <a:xfrm>
              <a:off x="6348240" y="4648427"/>
              <a:ext cx="5255" cy="1910"/>
            </a:xfrm>
            <a:custGeom>
              <a:avLst/>
              <a:gdLst>
                <a:gd name="csX0" fmla="*/ 5255 w 5255"/>
                <a:gd name="csY0" fmla="*/ 0 h 1910"/>
                <a:gd name="csX1" fmla="*/ 1911 w 5255"/>
                <a:gd name="csY1" fmla="*/ 955 h 1910"/>
                <a:gd name="csX2" fmla="*/ 0 w 5255"/>
                <a:gd name="csY2" fmla="*/ 1911 h 1910"/>
                <a:gd name="csX3" fmla="*/ 1911 w 5255"/>
                <a:gd name="csY3" fmla="*/ 955 h 1910"/>
                <a:gd name="csX4" fmla="*/ 5255 w 5255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5" h="1910">
                  <a:moveTo>
                    <a:pt x="5255" y="0"/>
                  </a:moveTo>
                  <a:lnTo>
                    <a:pt x="1911" y="955"/>
                  </a:lnTo>
                  <a:lnTo>
                    <a:pt x="0" y="1911"/>
                  </a:lnTo>
                  <a:lnTo>
                    <a:pt x="1911" y="955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8" name="Freeform 1847">
              <a:extLst>
                <a:ext uri="{FF2B5EF4-FFF2-40B4-BE49-F238E27FC236}">
                  <a16:creationId xmlns:a16="http://schemas.microsoft.com/office/drawing/2014/main" id="{983200A1-A152-BFDA-37C7-1525645C88BB}"/>
                </a:ext>
              </a:extLst>
            </p:cNvPr>
            <p:cNvSpPr/>
            <p:nvPr/>
          </p:nvSpPr>
          <p:spPr>
            <a:xfrm>
              <a:off x="6352062" y="3642806"/>
              <a:ext cx="1433" cy="3821"/>
            </a:xfrm>
            <a:custGeom>
              <a:avLst/>
              <a:gdLst>
                <a:gd name="csX0" fmla="*/ 956 w 1433"/>
                <a:gd name="csY0" fmla="*/ 1911 h 3821"/>
                <a:gd name="csX1" fmla="*/ 1433 w 1433"/>
                <a:gd name="csY1" fmla="*/ 3822 h 3821"/>
                <a:gd name="csX2" fmla="*/ 956 w 1433"/>
                <a:gd name="csY2" fmla="*/ 1911 h 3821"/>
                <a:gd name="csX3" fmla="*/ 0 w 1433"/>
                <a:gd name="csY3" fmla="*/ 0 h 3821"/>
                <a:gd name="csX4" fmla="*/ 0 w 1433"/>
                <a:gd name="csY4" fmla="*/ 0 h 3821"/>
                <a:gd name="csX5" fmla="*/ 0 w 1433"/>
                <a:gd name="csY5" fmla="*/ 0 h 3821"/>
                <a:gd name="csX6" fmla="*/ 956 w 1433"/>
                <a:gd name="csY6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3821">
                  <a:moveTo>
                    <a:pt x="956" y="1911"/>
                  </a:moveTo>
                  <a:lnTo>
                    <a:pt x="1433" y="3822"/>
                  </a:lnTo>
                  <a:lnTo>
                    <a:pt x="956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9" name="Freeform 1848">
              <a:extLst>
                <a:ext uri="{FF2B5EF4-FFF2-40B4-BE49-F238E27FC236}">
                  <a16:creationId xmlns:a16="http://schemas.microsoft.com/office/drawing/2014/main" id="{AD797A77-6BDF-D5C6-7142-EF5B4EAF8BB9}"/>
                </a:ext>
              </a:extLst>
            </p:cNvPr>
            <p:cNvSpPr/>
            <p:nvPr/>
          </p:nvSpPr>
          <p:spPr>
            <a:xfrm>
              <a:off x="6352540" y="3741696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478 w 955"/>
                <a:gd name="csY1" fmla="*/ 478 h 477"/>
                <a:gd name="csX2" fmla="*/ 0 w 955"/>
                <a:gd name="csY2" fmla="*/ 0 h 477"/>
                <a:gd name="csX3" fmla="*/ 478 w 955"/>
                <a:gd name="csY3" fmla="*/ 478 h 477"/>
                <a:gd name="csX4" fmla="*/ 956 w 955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0" name="Freeform 1849">
              <a:extLst>
                <a:ext uri="{FF2B5EF4-FFF2-40B4-BE49-F238E27FC236}">
                  <a16:creationId xmlns:a16="http://schemas.microsoft.com/office/drawing/2014/main" id="{2491BD7C-7CD0-A060-1790-AB8EC543968C}"/>
                </a:ext>
              </a:extLst>
            </p:cNvPr>
            <p:cNvSpPr/>
            <p:nvPr/>
          </p:nvSpPr>
          <p:spPr>
            <a:xfrm>
              <a:off x="6338208" y="2898982"/>
              <a:ext cx="14331" cy="18153"/>
            </a:xfrm>
            <a:custGeom>
              <a:avLst/>
              <a:gdLst>
                <a:gd name="csX0" fmla="*/ 14332 w 14331"/>
                <a:gd name="csY0" fmla="*/ 6210 h 18153"/>
                <a:gd name="csX1" fmla="*/ 14332 w 14331"/>
                <a:gd name="csY1" fmla="*/ 8599 h 18153"/>
                <a:gd name="csX2" fmla="*/ 12421 w 14331"/>
                <a:gd name="csY2" fmla="*/ 11465 h 18153"/>
                <a:gd name="csX3" fmla="*/ 8121 w 14331"/>
                <a:gd name="csY3" fmla="*/ 15287 h 18153"/>
                <a:gd name="csX4" fmla="*/ 8599 w 14331"/>
                <a:gd name="csY4" fmla="*/ 16243 h 18153"/>
                <a:gd name="csX5" fmla="*/ 7166 w 14331"/>
                <a:gd name="csY5" fmla="*/ 17198 h 18153"/>
                <a:gd name="csX6" fmla="*/ 4777 w 14331"/>
                <a:gd name="csY6" fmla="*/ 18154 h 18153"/>
                <a:gd name="csX7" fmla="*/ 3822 w 14331"/>
                <a:gd name="csY7" fmla="*/ 17198 h 18153"/>
                <a:gd name="csX8" fmla="*/ 3822 w 14331"/>
                <a:gd name="csY8" fmla="*/ 13854 h 18153"/>
                <a:gd name="csX9" fmla="*/ 3344 w 14331"/>
                <a:gd name="csY9" fmla="*/ 12899 h 18153"/>
                <a:gd name="csX10" fmla="*/ 1911 w 14331"/>
                <a:gd name="csY10" fmla="*/ 14332 h 18153"/>
                <a:gd name="csX11" fmla="*/ 0 w 14331"/>
                <a:gd name="csY11" fmla="*/ 12421 h 18153"/>
                <a:gd name="csX12" fmla="*/ 0 w 14331"/>
                <a:gd name="csY12" fmla="*/ 10988 h 18153"/>
                <a:gd name="csX13" fmla="*/ 478 w 14331"/>
                <a:gd name="csY13" fmla="*/ 9555 h 18153"/>
                <a:gd name="csX14" fmla="*/ 1911 w 14331"/>
                <a:gd name="csY14" fmla="*/ 7166 h 18153"/>
                <a:gd name="csX15" fmla="*/ 4777 w 14331"/>
                <a:gd name="csY15" fmla="*/ 5733 h 18153"/>
                <a:gd name="csX16" fmla="*/ 6688 w 14331"/>
                <a:gd name="csY16" fmla="*/ 6210 h 18153"/>
                <a:gd name="csX17" fmla="*/ 12421 w 14331"/>
                <a:gd name="csY17" fmla="*/ 0 h 18153"/>
                <a:gd name="csX18" fmla="*/ 12899 w 14331"/>
                <a:gd name="csY18" fmla="*/ 1433 h 18153"/>
                <a:gd name="csX19" fmla="*/ 13854 w 14331"/>
                <a:gd name="csY19" fmla="*/ 3822 h 18153"/>
                <a:gd name="csX20" fmla="*/ 14332 w 14331"/>
                <a:gd name="csY20" fmla="*/ 6210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4331" h="18153">
                  <a:moveTo>
                    <a:pt x="14332" y="6210"/>
                  </a:moveTo>
                  <a:lnTo>
                    <a:pt x="14332" y="8599"/>
                  </a:lnTo>
                  <a:lnTo>
                    <a:pt x="12421" y="11465"/>
                  </a:lnTo>
                  <a:lnTo>
                    <a:pt x="8121" y="15287"/>
                  </a:lnTo>
                  <a:lnTo>
                    <a:pt x="8599" y="16243"/>
                  </a:lnTo>
                  <a:lnTo>
                    <a:pt x="7166" y="17198"/>
                  </a:lnTo>
                  <a:lnTo>
                    <a:pt x="4777" y="18154"/>
                  </a:lnTo>
                  <a:lnTo>
                    <a:pt x="3822" y="17198"/>
                  </a:lnTo>
                  <a:lnTo>
                    <a:pt x="3822" y="13854"/>
                  </a:lnTo>
                  <a:lnTo>
                    <a:pt x="3344" y="12899"/>
                  </a:lnTo>
                  <a:lnTo>
                    <a:pt x="1911" y="14332"/>
                  </a:lnTo>
                  <a:lnTo>
                    <a:pt x="0" y="12421"/>
                  </a:lnTo>
                  <a:lnTo>
                    <a:pt x="0" y="10988"/>
                  </a:lnTo>
                  <a:lnTo>
                    <a:pt x="478" y="9555"/>
                  </a:lnTo>
                  <a:lnTo>
                    <a:pt x="1911" y="7166"/>
                  </a:lnTo>
                  <a:lnTo>
                    <a:pt x="4777" y="5733"/>
                  </a:lnTo>
                  <a:lnTo>
                    <a:pt x="6688" y="6210"/>
                  </a:lnTo>
                  <a:lnTo>
                    <a:pt x="12421" y="0"/>
                  </a:lnTo>
                  <a:lnTo>
                    <a:pt x="12899" y="1433"/>
                  </a:lnTo>
                  <a:lnTo>
                    <a:pt x="13854" y="3822"/>
                  </a:lnTo>
                  <a:lnTo>
                    <a:pt x="14332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1" name="Freeform 1850">
              <a:extLst>
                <a:ext uri="{FF2B5EF4-FFF2-40B4-BE49-F238E27FC236}">
                  <a16:creationId xmlns:a16="http://schemas.microsoft.com/office/drawing/2014/main" id="{BED3F7BE-6B36-F0AF-D210-CC257F4281C7}"/>
                </a:ext>
              </a:extLst>
            </p:cNvPr>
            <p:cNvSpPr/>
            <p:nvPr/>
          </p:nvSpPr>
          <p:spPr>
            <a:xfrm>
              <a:off x="6348240" y="3990594"/>
              <a:ext cx="2388" cy="2388"/>
            </a:xfrm>
            <a:custGeom>
              <a:avLst/>
              <a:gdLst>
                <a:gd name="csX0" fmla="*/ 2389 w 2388"/>
                <a:gd name="csY0" fmla="*/ 478 h 2388"/>
                <a:gd name="csX1" fmla="*/ 2389 w 2388"/>
                <a:gd name="csY1" fmla="*/ 1433 h 2388"/>
                <a:gd name="csX2" fmla="*/ 1911 w 2388"/>
                <a:gd name="csY2" fmla="*/ 2389 h 2388"/>
                <a:gd name="csX3" fmla="*/ 956 w 2388"/>
                <a:gd name="csY3" fmla="*/ 1911 h 2388"/>
                <a:gd name="csX4" fmla="*/ 478 w 2388"/>
                <a:gd name="csY4" fmla="*/ 1911 h 2388"/>
                <a:gd name="csX5" fmla="*/ 0 w 2388"/>
                <a:gd name="csY5" fmla="*/ 1433 h 2388"/>
                <a:gd name="csX6" fmla="*/ 478 w 2388"/>
                <a:gd name="csY6" fmla="*/ 1433 h 2388"/>
                <a:gd name="csX7" fmla="*/ 956 w 2388"/>
                <a:gd name="csY7" fmla="*/ 478 h 2388"/>
                <a:gd name="csX8" fmla="*/ 1433 w 2388"/>
                <a:gd name="csY8" fmla="*/ 0 h 2388"/>
                <a:gd name="csX9" fmla="*/ 1911 w 2388"/>
                <a:gd name="csY9" fmla="*/ 0 h 2388"/>
                <a:gd name="csX10" fmla="*/ 2389 w 2388"/>
                <a:gd name="csY10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2388">
                  <a:moveTo>
                    <a:pt x="2389" y="478"/>
                  </a:moveTo>
                  <a:lnTo>
                    <a:pt x="2389" y="1433"/>
                  </a:lnTo>
                  <a:lnTo>
                    <a:pt x="1911" y="2389"/>
                  </a:lnTo>
                  <a:lnTo>
                    <a:pt x="956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1433"/>
                  </a:lnTo>
                  <a:lnTo>
                    <a:pt x="956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2" name="Freeform 1851">
              <a:extLst>
                <a:ext uri="{FF2B5EF4-FFF2-40B4-BE49-F238E27FC236}">
                  <a16:creationId xmlns:a16="http://schemas.microsoft.com/office/drawing/2014/main" id="{A5019583-01A7-E363-6B62-6D15095AA884}"/>
                </a:ext>
              </a:extLst>
            </p:cNvPr>
            <p:cNvSpPr/>
            <p:nvPr/>
          </p:nvSpPr>
          <p:spPr>
            <a:xfrm>
              <a:off x="6349196" y="3568281"/>
              <a:ext cx="477" cy="1911"/>
            </a:xfrm>
            <a:custGeom>
              <a:avLst/>
              <a:gdLst>
                <a:gd name="csX0" fmla="*/ 0 w 477"/>
                <a:gd name="csY0" fmla="*/ 1433 h 1911"/>
                <a:gd name="csX1" fmla="*/ 478 w 477"/>
                <a:gd name="csY1" fmla="*/ 1911 h 1911"/>
                <a:gd name="csX2" fmla="*/ 0 w 477"/>
                <a:gd name="csY2" fmla="*/ 1433 h 1911"/>
                <a:gd name="csX3" fmla="*/ 0 w 477"/>
                <a:gd name="csY3" fmla="*/ 0 h 1911"/>
                <a:gd name="csX4" fmla="*/ 0 w 477"/>
                <a:gd name="csY4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911">
                  <a:moveTo>
                    <a:pt x="0" y="1433"/>
                  </a:moveTo>
                  <a:lnTo>
                    <a:pt x="478" y="1911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3" name="Freeform 1852">
              <a:extLst>
                <a:ext uri="{FF2B5EF4-FFF2-40B4-BE49-F238E27FC236}">
                  <a16:creationId xmlns:a16="http://schemas.microsoft.com/office/drawing/2014/main" id="{A291E138-0AEB-C261-C268-20691AAAD423}"/>
                </a:ext>
              </a:extLst>
            </p:cNvPr>
            <p:cNvSpPr/>
            <p:nvPr/>
          </p:nvSpPr>
          <p:spPr>
            <a:xfrm>
              <a:off x="6348718" y="3563981"/>
              <a:ext cx="477" cy="4299"/>
            </a:xfrm>
            <a:custGeom>
              <a:avLst/>
              <a:gdLst>
                <a:gd name="csX0" fmla="*/ 478 w 477"/>
                <a:gd name="csY0" fmla="*/ 1911 h 4299"/>
                <a:gd name="csX1" fmla="*/ 478 w 477"/>
                <a:gd name="csY1" fmla="*/ 4300 h 4299"/>
                <a:gd name="csX2" fmla="*/ 478 w 477"/>
                <a:gd name="csY2" fmla="*/ 1911 h 4299"/>
                <a:gd name="csX3" fmla="*/ 0 w 477"/>
                <a:gd name="csY3" fmla="*/ 0 h 4299"/>
                <a:gd name="csX4" fmla="*/ 478 w 477"/>
                <a:gd name="csY4" fmla="*/ 1911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4299">
                  <a:moveTo>
                    <a:pt x="478" y="1911"/>
                  </a:moveTo>
                  <a:lnTo>
                    <a:pt x="478" y="4300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47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4" name="Freeform 1853">
              <a:extLst>
                <a:ext uri="{FF2B5EF4-FFF2-40B4-BE49-F238E27FC236}">
                  <a16:creationId xmlns:a16="http://schemas.microsoft.com/office/drawing/2014/main" id="{08DEDDDB-1F15-CF7D-6A32-8335EEB69E21}"/>
                </a:ext>
              </a:extLst>
            </p:cNvPr>
            <p:cNvSpPr/>
            <p:nvPr/>
          </p:nvSpPr>
          <p:spPr>
            <a:xfrm>
              <a:off x="6347285" y="3562070"/>
              <a:ext cx="1433" cy="1910"/>
            </a:xfrm>
            <a:custGeom>
              <a:avLst/>
              <a:gdLst>
                <a:gd name="csX0" fmla="*/ 0 w 1433"/>
                <a:gd name="csY0" fmla="*/ 0 h 1910"/>
                <a:gd name="csX1" fmla="*/ 1433 w 1433"/>
                <a:gd name="csY1" fmla="*/ 1911 h 1910"/>
                <a:gd name="csX2" fmla="*/ 0 w 1433"/>
                <a:gd name="csY2" fmla="*/ 0 h 1910"/>
                <a:gd name="csX3" fmla="*/ 0 w 1433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910">
                  <a:moveTo>
                    <a:pt x="0" y="0"/>
                  </a:moveTo>
                  <a:lnTo>
                    <a:pt x="1433" y="19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5" name="Freeform 1854">
              <a:extLst>
                <a:ext uri="{FF2B5EF4-FFF2-40B4-BE49-F238E27FC236}">
                  <a16:creationId xmlns:a16="http://schemas.microsoft.com/office/drawing/2014/main" id="{6ECD9E48-532E-BB2C-9607-D36085037D64}"/>
                </a:ext>
              </a:extLst>
            </p:cNvPr>
            <p:cNvSpPr/>
            <p:nvPr/>
          </p:nvSpPr>
          <p:spPr>
            <a:xfrm>
              <a:off x="6320054" y="2886561"/>
              <a:ext cx="28663" cy="18153"/>
            </a:xfrm>
            <a:custGeom>
              <a:avLst/>
              <a:gdLst>
                <a:gd name="csX0" fmla="*/ 27708 w 28663"/>
                <a:gd name="csY0" fmla="*/ 0 h 18153"/>
                <a:gd name="csX1" fmla="*/ 28664 w 28663"/>
                <a:gd name="csY1" fmla="*/ 1433 h 18153"/>
                <a:gd name="csX2" fmla="*/ 28186 w 28663"/>
                <a:gd name="csY2" fmla="*/ 3344 h 18153"/>
                <a:gd name="csX3" fmla="*/ 27708 w 28663"/>
                <a:gd name="csY3" fmla="*/ 4777 h 18153"/>
                <a:gd name="csX4" fmla="*/ 25797 w 28663"/>
                <a:gd name="csY4" fmla="*/ 6688 h 18153"/>
                <a:gd name="csX5" fmla="*/ 21020 w 28663"/>
                <a:gd name="csY5" fmla="*/ 13854 h 18153"/>
                <a:gd name="csX6" fmla="*/ 18154 w 28663"/>
                <a:gd name="csY6" fmla="*/ 14810 h 18153"/>
                <a:gd name="csX7" fmla="*/ 17676 w 28663"/>
                <a:gd name="csY7" fmla="*/ 15765 h 18153"/>
                <a:gd name="csX8" fmla="*/ 16243 w 28663"/>
                <a:gd name="csY8" fmla="*/ 16721 h 18153"/>
                <a:gd name="csX9" fmla="*/ 12898 w 28663"/>
                <a:gd name="csY9" fmla="*/ 15765 h 18153"/>
                <a:gd name="csX10" fmla="*/ 11943 w 28663"/>
                <a:gd name="csY10" fmla="*/ 17198 h 18153"/>
                <a:gd name="csX11" fmla="*/ 10988 w 28663"/>
                <a:gd name="csY11" fmla="*/ 18154 h 18153"/>
                <a:gd name="csX12" fmla="*/ 8599 w 28663"/>
                <a:gd name="csY12" fmla="*/ 18154 h 18153"/>
                <a:gd name="csX13" fmla="*/ 7166 w 28663"/>
                <a:gd name="csY13" fmla="*/ 18154 h 18153"/>
                <a:gd name="csX14" fmla="*/ 3344 w 28663"/>
                <a:gd name="csY14" fmla="*/ 15287 h 18153"/>
                <a:gd name="csX15" fmla="*/ 955 w 28663"/>
                <a:gd name="csY15" fmla="*/ 12421 h 18153"/>
                <a:gd name="csX16" fmla="*/ 0 w 28663"/>
                <a:gd name="csY16" fmla="*/ 10032 h 18153"/>
                <a:gd name="csX17" fmla="*/ 3344 w 28663"/>
                <a:gd name="csY17" fmla="*/ 10510 h 18153"/>
                <a:gd name="csX18" fmla="*/ 4777 w 28663"/>
                <a:gd name="csY18" fmla="*/ 9555 h 18153"/>
                <a:gd name="csX19" fmla="*/ 6688 w 28663"/>
                <a:gd name="csY19" fmla="*/ 10032 h 18153"/>
                <a:gd name="csX20" fmla="*/ 8121 w 28663"/>
                <a:gd name="csY20" fmla="*/ 7644 h 18153"/>
                <a:gd name="csX21" fmla="*/ 11465 w 28663"/>
                <a:gd name="csY21" fmla="*/ 8121 h 18153"/>
                <a:gd name="csX22" fmla="*/ 17198 w 28663"/>
                <a:gd name="csY22" fmla="*/ 6210 h 18153"/>
                <a:gd name="csX23" fmla="*/ 19109 w 28663"/>
                <a:gd name="csY23" fmla="*/ 7166 h 18153"/>
                <a:gd name="csX24" fmla="*/ 23886 w 28663"/>
                <a:gd name="csY24" fmla="*/ 1433 h 18153"/>
                <a:gd name="csX25" fmla="*/ 25320 w 28663"/>
                <a:gd name="csY25" fmla="*/ 1433 h 18153"/>
                <a:gd name="csX26" fmla="*/ 27708 w 28663"/>
                <a:gd name="csY26" fmla="*/ 0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8663" h="18153">
                  <a:moveTo>
                    <a:pt x="27708" y="0"/>
                  </a:moveTo>
                  <a:lnTo>
                    <a:pt x="28664" y="1433"/>
                  </a:lnTo>
                  <a:lnTo>
                    <a:pt x="28186" y="3344"/>
                  </a:lnTo>
                  <a:lnTo>
                    <a:pt x="27708" y="4777"/>
                  </a:lnTo>
                  <a:lnTo>
                    <a:pt x="25797" y="6688"/>
                  </a:lnTo>
                  <a:lnTo>
                    <a:pt x="21020" y="13854"/>
                  </a:lnTo>
                  <a:lnTo>
                    <a:pt x="18154" y="14810"/>
                  </a:lnTo>
                  <a:lnTo>
                    <a:pt x="17676" y="15765"/>
                  </a:lnTo>
                  <a:lnTo>
                    <a:pt x="16243" y="16721"/>
                  </a:lnTo>
                  <a:lnTo>
                    <a:pt x="12898" y="15765"/>
                  </a:lnTo>
                  <a:lnTo>
                    <a:pt x="11943" y="17198"/>
                  </a:lnTo>
                  <a:lnTo>
                    <a:pt x="10988" y="18154"/>
                  </a:lnTo>
                  <a:lnTo>
                    <a:pt x="8599" y="18154"/>
                  </a:lnTo>
                  <a:lnTo>
                    <a:pt x="7166" y="18154"/>
                  </a:lnTo>
                  <a:lnTo>
                    <a:pt x="3344" y="15287"/>
                  </a:lnTo>
                  <a:lnTo>
                    <a:pt x="955" y="12421"/>
                  </a:lnTo>
                  <a:lnTo>
                    <a:pt x="0" y="10032"/>
                  </a:lnTo>
                  <a:lnTo>
                    <a:pt x="3344" y="10510"/>
                  </a:lnTo>
                  <a:lnTo>
                    <a:pt x="4777" y="9555"/>
                  </a:lnTo>
                  <a:lnTo>
                    <a:pt x="6688" y="10032"/>
                  </a:lnTo>
                  <a:lnTo>
                    <a:pt x="8121" y="7644"/>
                  </a:lnTo>
                  <a:lnTo>
                    <a:pt x="11465" y="8121"/>
                  </a:lnTo>
                  <a:lnTo>
                    <a:pt x="17198" y="6210"/>
                  </a:lnTo>
                  <a:lnTo>
                    <a:pt x="19109" y="7166"/>
                  </a:lnTo>
                  <a:lnTo>
                    <a:pt x="23886" y="1433"/>
                  </a:lnTo>
                  <a:lnTo>
                    <a:pt x="25320" y="1433"/>
                  </a:lnTo>
                  <a:lnTo>
                    <a:pt x="2770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6" name="Freeform 1855">
              <a:extLst>
                <a:ext uri="{FF2B5EF4-FFF2-40B4-BE49-F238E27FC236}">
                  <a16:creationId xmlns:a16="http://schemas.microsoft.com/office/drawing/2014/main" id="{970C610D-17B1-C6FE-273E-6A0AD3060224}"/>
                </a:ext>
              </a:extLst>
            </p:cNvPr>
            <p:cNvSpPr/>
            <p:nvPr/>
          </p:nvSpPr>
          <p:spPr>
            <a:xfrm>
              <a:off x="6341074" y="3414930"/>
              <a:ext cx="5732" cy="4777"/>
            </a:xfrm>
            <a:custGeom>
              <a:avLst/>
              <a:gdLst>
                <a:gd name="csX0" fmla="*/ 5255 w 5732"/>
                <a:gd name="csY0" fmla="*/ 955 h 4777"/>
                <a:gd name="csX1" fmla="*/ 5733 w 5732"/>
                <a:gd name="csY1" fmla="*/ 3822 h 4777"/>
                <a:gd name="csX2" fmla="*/ 5733 w 5732"/>
                <a:gd name="csY2" fmla="*/ 4777 h 4777"/>
                <a:gd name="csX3" fmla="*/ 3822 w 5732"/>
                <a:gd name="csY3" fmla="*/ 4777 h 4777"/>
                <a:gd name="csX4" fmla="*/ 0 w 5732"/>
                <a:gd name="csY4" fmla="*/ 2389 h 4777"/>
                <a:gd name="csX5" fmla="*/ 956 w 5732"/>
                <a:gd name="csY5" fmla="*/ 955 h 4777"/>
                <a:gd name="csX6" fmla="*/ 1911 w 5732"/>
                <a:gd name="csY6" fmla="*/ 0 h 4777"/>
                <a:gd name="csX7" fmla="*/ 5255 w 5732"/>
                <a:gd name="csY7" fmla="*/ 955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4777">
                  <a:moveTo>
                    <a:pt x="5255" y="955"/>
                  </a:moveTo>
                  <a:lnTo>
                    <a:pt x="5733" y="3822"/>
                  </a:lnTo>
                  <a:lnTo>
                    <a:pt x="5733" y="4777"/>
                  </a:lnTo>
                  <a:lnTo>
                    <a:pt x="3822" y="4777"/>
                  </a:lnTo>
                  <a:lnTo>
                    <a:pt x="0" y="2389"/>
                  </a:lnTo>
                  <a:lnTo>
                    <a:pt x="956" y="955"/>
                  </a:lnTo>
                  <a:lnTo>
                    <a:pt x="1911" y="0"/>
                  </a:lnTo>
                  <a:lnTo>
                    <a:pt x="5255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7" name="Freeform 1856">
              <a:extLst>
                <a:ext uri="{FF2B5EF4-FFF2-40B4-BE49-F238E27FC236}">
                  <a16:creationId xmlns:a16="http://schemas.microsoft.com/office/drawing/2014/main" id="{01F96545-86E9-3BB3-AEE2-ED86CE01BC16}"/>
                </a:ext>
              </a:extLst>
            </p:cNvPr>
            <p:cNvSpPr/>
            <p:nvPr/>
          </p:nvSpPr>
          <p:spPr>
            <a:xfrm>
              <a:off x="6317188" y="3416840"/>
              <a:ext cx="29141" cy="23886"/>
            </a:xfrm>
            <a:custGeom>
              <a:avLst/>
              <a:gdLst>
                <a:gd name="csX0" fmla="*/ 28664 w 29141"/>
                <a:gd name="csY0" fmla="*/ 4777 h 23886"/>
                <a:gd name="csX1" fmla="*/ 29142 w 29141"/>
                <a:gd name="csY1" fmla="*/ 6210 h 23886"/>
                <a:gd name="csX2" fmla="*/ 25320 w 29141"/>
                <a:gd name="csY2" fmla="*/ 6688 h 23886"/>
                <a:gd name="csX3" fmla="*/ 24364 w 29141"/>
                <a:gd name="csY3" fmla="*/ 7644 h 23886"/>
                <a:gd name="csX4" fmla="*/ 23409 w 29141"/>
                <a:gd name="csY4" fmla="*/ 8599 h 23886"/>
                <a:gd name="csX5" fmla="*/ 22453 w 29141"/>
                <a:gd name="csY5" fmla="*/ 9077 h 23886"/>
                <a:gd name="csX6" fmla="*/ 20542 w 29141"/>
                <a:gd name="csY6" fmla="*/ 10988 h 23886"/>
                <a:gd name="csX7" fmla="*/ 17676 w 29141"/>
                <a:gd name="csY7" fmla="*/ 12421 h 23886"/>
                <a:gd name="csX8" fmla="*/ 17198 w 29141"/>
                <a:gd name="csY8" fmla="*/ 13854 h 23886"/>
                <a:gd name="csX9" fmla="*/ 12899 w 29141"/>
                <a:gd name="csY9" fmla="*/ 13376 h 23886"/>
                <a:gd name="csX10" fmla="*/ 10032 w 29141"/>
                <a:gd name="csY10" fmla="*/ 14332 h 23886"/>
                <a:gd name="csX11" fmla="*/ 8121 w 29141"/>
                <a:gd name="csY11" fmla="*/ 16243 h 23886"/>
                <a:gd name="csX12" fmla="*/ 7166 w 29141"/>
                <a:gd name="csY12" fmla="*/ 20065 h 23886"/>
                <a:gd name="csX13" fmla="*/ 5733 w 29141"/>
                <a:gd name="csY13" fmla="*/ 22931 h 23886"/>
                <a:gd name="csX14" fmla="*/ 4300 w 29141"/>
                <a:gd name="csY14" fmla="*/ 23886 h 23886"/>
                <a:gd name="csX15" fmla="*/ 2867 w 29141"/>
                <a:gd name="csY15" fmla="*/ 23886 h 23886"/>
                <a:gd name="csX16" fmla="*/ 2389 w 29141"/>
                <a:gd name="csY16" fmla="*/ 22931 h 23886"/>
                <a:gd name="csX17" fmla="*/ 2389 w 29141"/>
                <a:gd name="csY17" fmla="*/ 21976 h 23886"/>
                <a:gd name="csX18" fmla="*/ 5733 w 29141"/>
                <a:gd name="csY18" fmla="*/ 17676 h 23886"/>
                <a:gd name="csX19" fmla="*/ 6688 w 29141"/>
                <a:gd name="csY19" fmla="*/ 16243 h 23886"/>
                <a:gd name="csX20" fmla="*/ 4777 w 29141"/>
                <a:gd name="csY20" fmla="*/ 15765 h 23886"/>
                <a:gd name="csX21" fmla="*/ 3344 w 29141"/>
                <a:gd name="csY21" fmla="*/ 14332 h 23886"/>
                <a:gd name="csX22" fmla="*/ 478 w 29141"/>
                <a:gd name="csY22" fmla="*/ 12421 h 23886"/>
                <a:gd name="csX23" fmla="*/ 0 w 29141"/>
                <a:gd name="csY23" fmla="*/ 11465 h 23886"/>
                <a:gd name="csX24" fmla="*/ 478 w 29141"/>
                <a:gd name="csY24" fmla="*/ 10988 h 23886"/>
                <a:gd name="csX25" fmla="*/ 1433 w 29141"/>
                <a:gd name="csY25" fmla="*/ 10988 h 23886"/>
                <a:gd name="csX26" fmla="*/ 1911 w 29141"/>
                <a:gd name="csY26" fmla="*/ 9555 h 23886"/>
                <a:gd name="csX27" fmla="*/ 2389 w 29141"/>
                <a:gd name="csY27" fmla="*/ 8121 h 23886"/>
                <a:gd name="csX28" fmla="*/ 0 w 29141"/>
                <a:gd name="csY28" fmla="*/ 4300 h 23886"/>
                <a:gd name="csX29" fmla="*/ 1433 w 29141"/>
                <a:gd name="csY29" fmla="*/ 3822 h 23886"/>
                <a:gd name="csX30" fmla="*/ 2867 w 29141"/>
                <a:gd name="csY30" fmla="*/ 3822 h 23886"/>
                <a:gd name="csX31" fmla="*/ 4300 w 29141"/>
                <a:gd name="csY31" fmla="*/ 5255 h 23886"/>
                <a:gd name="csX32" fmla="*/ 6210 w 29141"/>
                <a:gd name="csY32" fmla="*/ 3822 h 23886"/>
                <a:gd name="csX33" fmla="*/ 6688 w 29141"/>
                <a:gd name="csY33" fmla="*/ 3822 h 23886"/>
                <a:gd name="csX34" fmla="*/ 8121 w 29141"/>
                <a:gd name="csY34" fmla="*/ 4300 h 23886"/>
                <a:gd name="csX35" fmla="*/ 9555 w 29141"/>
                <a:gd name="csY35" fmla="*/ 1433 h 23886"/>
                <a:gd name="csX36" fmla="*/ 12421 w 29141"/>
                <a:gd name="csY36" fmla="*/ 955 h 23886"/>
                <a:gd name="csX37" fmla="*/ 13854 w 29141"/>
                <a:gd name="csY37" fmla="*/ 0 h 23886"/>
                <a:gd name="csX38" fmla="*/ 15287 w 29141"/>
                <a:gd name="csY38" fmla="*/ 0 h 23886"/>
                <a:gd name="csX39" fmla="*/ 16243 w 29141"/>
                <a:gd name="csY39" fmla="*/ 955 h 23886"/>
                <a:gd name="csX40" fmla="*/ 17676 w 29141"/>
                <a:gd name="csY40" fmla="*/ 955 h 23886"/>
                <a:gd name="csX41" fmla="*/ 19109 w 29141"/>
                <a:gd name="csY41" fmla="*/ 0 h 23886"/>
                <a:gd name="csX42" fmla="*/ 21976 w 29141"/>
                <a:gd name="csY42" fmla="*/ 478 h 23886"/>
                <a:gd name="csX43" fmla="*/ 28664 w 29141"/>
                <a:gd name="csY43" fmla="*/ 4777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9141" h="23886">
                  <a:moveTo>
                    <a:pt x="28664" y="4777"/>
                  </a:moveTo>
                  <a:lnTo>
                    <a:pt x="29142" y="6210"/>
                  </a:lnTo>
                  <a:lnTo>
                    <a:pt x="25320" y="6688"/>
                  </a:lnTo>
                  <a:lnTo>
                    <a:pt x="24364" y="7644"/>
                  </a:lnTo>
                  <a:lnTo>
                    <a:pt x="23409" y="8599"/>
                  </a:lnTo>
                  <a:lnTo>
                    <a:pt x="22453" y="9077"/>
                  </a:lnTo>
                  <a:lnTo>
                    <a:pt x="20542" y="10988"/>
                  </a:lnTo>
                  <a:lnTo>
                    <a:pt x="17676" y="12421"/>
                  </a:lnTo>
                  <a:lnTo>
                    <a:pt x="17198" y="13854"/>
                  </a:lnTo>
                  <a:lnTo>
                    <a:pt x="12899" y="13376"/>
                  </a:lnTo>
                  <a:lnTo>
                    <a:pt x="10032" y="14332"/>
                  </a:lnTo>
                  <a:lnTo>
                    <a:pt x="8121" y="16243"/>
                  </a:lnTo>
                  <a:lnTo>
                    <a:pt x="7166" y="20065"/>
                  </a:lnTo>
                  <a:lnTo>
                    <a:pt x="5733" y="22931"/>
                  </a:lnTo>
                  <a:lnTo>
                    <a:pt x="4300" y="23886"/>
                  </a:lnTo>
                  <a:lnTo>
                    <a:pt x="2867" y="23886"/>
                  </a:lnTo>
                  <a:lnTo>
                    <a:pt x="2389" y="22931"/>
                  </a:lnTo>
                  <a:lnTo>
                    <a:pt x="2389" y="21976"/>
                  </a:lnTo>
                  <a:lnTo>
                    <a:pt x="5733" y="17676"/>
                  </a:lnTo>
                  <a:lnTo>
                    <a:pt x="6688" y="16243"/>
                  </a:lnTo>
                  <a:lnTo>
                    <a:pt x="4777" y="15765"/>
                  </a:lnTo>
                  <a:lnTo>
                    <a:pt x="3344" y="14332"/>
                  </a:lnTo>
                  <a:lnTo>
                    <a:pt x="478" y="12421"/>
                  </a:lnTo>
                  <a:lnTo>
                    <a:pt x="0" y="11465"/>
                  </a:lnTo>
                  <a:lnTo>
                    <a:pt x="478" y="10988"/>
                  </a:lnTo>
                  <a:lnTo>
                    <a:pt x="1433" y="10988"/>
                  </a:lnTo>
                  <a:lnTo>
                    <a:pt x="1911" y="9555"/>
                  </a:lnTo>
                  <a:lnTo>
                    <a:pt x="2389" y="8121"/>
                  </a:lnTo>
                  <a:lnTo>
                    <a:pt x="0" y="4300"/>
                  </a:lnTo>
                  <a:lnTo>
                    <a:pt x="1433" y="3822"/>
                  </a:lnTo>
                  <a:lnTo>
                    <a:pt x="2867" y="3822"/>
                  </a:lnTo>
                  <a:lnTo>
                    <a:pt x="4300" y="5255"/>
                  </a:lnTo>
                  <a:lnTo>
                    <a:pt x="6210" y="3822"/>
                  </a:lnTo>
                  <a:lnTo>
                    <a:pt x="6688" y="3822"/>
                  </a:lnTo>
                  <a:lnTo>
                    <a:pt x="8121" y="4300"/>
                  </a:lnTo>
                  <a:lnTo>
                    <a:pt x="9555" y="1433"/>
                  </a:lnTo>
                  <a:lnTo>
                    <a:pt x="12421" y="955"/>
                  </a:lnTo>
                  <a:lnTo>
                    <a:pt x="13854" y="0"/>
                  </a:lnTo>
                  <a:lnTo>
                    <a:pt x="15287" y="0"/>
                  </a:lnTo>
                  <a:lnTo>
                    <a:pt x="16243" y="955"/>
                  </a:lnTo>
                  <a:lnTo>
                    <a:pt x="17676" y="955"/>
                  </a:lnTo>
                  <a:lnTo>
                    <a:pt x="19109" y="0"/>
                  </a:lnTo>
                  <a:lnTo>
                    <a:pt x="21976" y="478"/>
                  </a:lnTo>
                  <a:lnTo>
                    <a:pt x="28664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8" name="Freeform 1857">
              <a:extLst>
                <a:ext uri="{FF2B5EF4-FFF2-40B4-BE49-F238E27FC236}">
                  <a16:creationId xmlns:a16="http://schemas.microsoft.com/office/drawing/2014/main" id="{7BB2297C-595D-E55A-5B03-2F4CE743031F}"/>
                </a:ext>
              </a:extLst>
            </p:cNvPr>
            <p:cNvSpPr/>
            <p:nvPr/>
          </p:nvSpPr>
          <p:spPr>
            <a:xfrm>
              <a:off x="6343463" y="3027013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0 w 2388"/>
                <a:gd name="csY1" fmla="*/ 0 h 477"/>
                <a:gd name="csX2" fmla="*/ 0 w 2388"/>
                <a:gd name="csY2" fmla="*/ 0 h 477"/>
                <a:gd name="csX3" fmla="*/ 2389 w 2388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9" name="Freeform 1858">
              <a:extLst>
                <a:ext uri="{FF2B5EF4-FFF2-40B4-BE49-F238E27FC236}">
                  <a16:creationId xmlns:a16="http://schemas.microsoft.com/office/drawing/2014/main" id="{7CDFB768-7157-6BEB-19B7-AE82AC0DA44C}"/>
                </a:ext>
              </a:extLst>
            </p:cNvPr>
            <p:cNvSpPr/>
            <p:nvPr/>
          </p:nvSpPr>
          <p:spPr>
            <a:xfrm>
              <a:off x="6338685" y="3684369"/>
              <a:ext cx="6210" cy="7165"/>
            </a:xfrm>
            <a:custGeom>
              <a:avLst/>
              <a:gdLst>
                <a:gd name="csX0" fmla="*/ 6210 w 6210"/>
                <a:gd name="csY0" fmla="*/ 0 h 7165"/>
                <a:gd name="csX1" fmla="*/ 1911 w 6210"/>
                <a:gd name="csY1" fmla="*/ 4777 h 7165"/>
                <a:gd name="csX2" fmla="*/ 0 w 6210"/>
                <a:gd name="csY2" fmla="*/ 7166 h 7165"/>
                <a:gd name="csX3" fmla="*/ 1911 w 6210"/>
                <a:gd name="csY3" fmla="*/ 4777 h 7165"/>
                <a:gd name="csX4" fmla="*/ 6210 w 6210"/>
                <a:gd name="csY4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7165">
                  <a:moveTo>
                    <a:pt x="6210" y="0"/>
                  </a:moveTo>
                  <a:lnTo>
                    <a:pt x="1911" y="4777"/>
                  </a:lnTo>
                  <a:lnTo>
                    <a:pt x="0" y="7166"/>
                  </a:lnTo>
                  <a:lnTo>
                    <a:pt x="1911" y="4777"/>
                  </a:lnTo>
                  <a:lnTo>
                    <a:pt x="62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0" name="Freeform 1859">
              <a:extLst>
                <a:ext uri="{FF2B5EF4-FFF2-40B4-BE49-F238E27FC236}">
                  <a16:creationId xmlns:a16="http://schemas.microsoft.com/office/drawing/2014/main" id="{F9C05E08-5E34-A62E-0875-E2758F699457}"/>
                </a:ext>
              </a:extLst>
            </p:cNvPr>
            <p:cNvSpPr/>
            <p:nvPr/>
          </p:nvSpPr>
          <p:spPr>
            <a:xfrm>
              <a:off x="6338208" y="3911768"/>
              <a:ext cx="4777" cy="477"/>
            </a:xfrm>
            <a:custGeom>
              <a:avLst/>
              <a:gdLst>
                <a:gd name="csX0" fmla="*/ 4777 w 4777"/>
                <a:gd name="csY0" fmla="*/ 478 h 477"/>
                <a:gd name="csX1" fmla="*/ 1911 w 4777"/>
                <a:gd name="csY1" fmla="*/ 478 h 477"/>
                <a:gd name="csX2" fmla="*/ 0 w 4777"/>
                <a:gd name="csY2" fmla="*/ 0 h 477"/>
                <a:gd name="csX3" fmla="*/ 0 w 4777"/>
                <a:gd name="csY3" fmla="*/ 0 h 477"/>
                <a:gd name="csX4" fmla="*/ 2389 w 4777"/>
                <a:gd name="csY4" fmla="*/ 478 h 477"/>
                <a:gd name="csX5" fmla="*/ 4777 w 4777"/>
                <a:gd name="csY5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7" h="477">
                  <a:moveTo>
                    <a:pt x="4777" y="478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9" y="478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1" name="Freeform 1860">
              <a:extLst>
                <a:ext uri="{FF2B5EF4-FFF2-40B4-BE49-F238E27FC236}">
                  <a16:creationId xmlns:a16="http://schemas.microsoft.com/office/drawing/2014/main" id="{614331C6-74BF-2BA4-720D-56D2D9EAF5ED}"/>
                </a:ext>
              </a:extLst>
            </p:cNvPr>
            <p:cNvSpPr/>
            <p:nvPr/>
          </p:nvSpPr>
          <p:spPr>
            <a:xfrm>
              <a:off x="6338208" y="4027379"/>
              <a:ext cx="3344" cy="5254"/>
            </a:xfrm>
            <a:custGeom>
              <a:avLst/>
              <a:gdLst>
                <a:gd name="csX0" fmla="*/ 3344 w 3344"/>
                <a:gd name="csY0" fmla="*/ 2866 h 5254"/>
                <a:gd name="csX1" fmla="*/ 2866 w 3344"/>
                <a:gd name="csY1" fmla="*/ 4299 h 5254"/>
                <a:gd name="csX2" fmla="*/ 2389 w 3344"/>
                <a:gd name="csY2" fmla="*/ 5255 h 5254"/>
                <a:gd name="csX3" fmla="*/ 478 w 3344"/>
                <a:gd name="csY3" fmla="*/ 4777 h 5254"/>
                <a:gd name="csX4" fmla="*/ 0 w 3344"/>
                <a:gd name="csY4" fmla="*/ 3344 h 5254"/>
                <a:gd name="csX5" fmla="*/ 0 w 3344"/>
                <a:gd name="csY5" fmla="*/ 1433 h 5254"/>
                <a:gd name="csX6" fmla="*/ 478 w 3344"/>
                <a:gd name="csY6" fmla="*/ 0 h 5254"/>
                <a:gd name="csX7" fmla="*/ 478 w 3344"/>
                <a:gd name="csY7" fmla="*/ 0 h 5254"/>
                <a:gd name="csX8" fmla="*/ 1433 w 3344"/>
                <a:gd name="csY8" fmla="*/ 955 h 5254"/>
                <a:gd name="csX9" fmla="*/ 3344 w 3344"/>
                <a:gd name="csY9" fmla="*/ 2866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5254">
                  <a:moveTo>
                    <a:pt x="3344" y="2866"/>
                  </a:moveTo>
                  <a:lnTo>
                    <a:pt x="2866" y="4299"/>
                  </a:lnTo>
                  <a:lnTo>
                    <a:pt x="2389" y="5255"/>
                  </a:lnTo>
                  <a:lnTo>
                    <a:pt x="478" y="4777"/>
                  </a:lnTo>
                  <a:lnTo>
                    <a:pt x="0" y="3344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1433" y="955"/>
                  </a:lnTo>
                  <a:lnTo>
                    <a:pt x="3344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2" name="Freeform 1861">
              <a:extLst>
                <a:ext uri="{FF2B5EF4-FFF2-40B4-BE49-F238E27FC236}">
                  <a16:creationId xmlns:a16="http://schemas.microsoft.com/office/drawing/2014/main" id="{64CE30C8-7F0E-5E10-F01D-A81F8FE563E6}"/>
                </a:ext>
              </a:extLst>
            </p:cNvPr>
            <p:cNvSpPr/>
            <p:nvPr/>
          </p:nvSpPr>
          <p:spPr>
            <a:xfrm>
              <a:off x="6340119" y="3557771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3" name="Freeform 1862">
              <a:extLst>
                <a:ext uri="{FF2B5EF4-FFF2-40B4-BE49-F238E27FC236}">
                  <a16:creationId xmlns:a16="http://schemas.microsoft.com/office/drawing/2014/main" id="{06432446-C183-AC6D-8E20-BE9CFBF642DE}"/>
                </a:ext>
              </a:extLst>
            </p:cNvPr>
            <p:cNvSpPr/>
            <p:nvPr/>
          </p:nvSpPr>
          <p:spPr>
            <a:xfrm>
              <a:off x="6321009" y="3400598"/>
              <a:ext cx="19109" cy="13854"/>
            </a:xfrm>
            <a:custGeom>
              <a:avLst/>
              <a:gdLst>
                <a:gd name="csX0" fmla="*/ 18632 w 19109"/>
                <a:gd name="csY0" fmla="*/ 5733 h 13854"/>
                <a:gd name="csX1" fmla="*/ 19109 w 19109"/>
                <a:gd name="csY1" fmla="*/ 9077 h 13854"/>
                <a:gd name="csX2" fmla="*/ 17198 w 19109"/>
                <a:gd name="csY2" fmla="*/ 9077 h 13854"/>
                <a:gd name="csX3" fmla="*/ 15765 w 19109"/>
                <a:gd name="csY3" fmla="*/ 10988 h 13854"/>
                <a:gd name="csX4" fmla="*/ 14810 w 19109"/>
                <a:gd name="csY4" fmla="*/ 10032 h 13854"/>
                <a:gd name="csX5" fmla="*/ 14332 w 19109"/>
                <a:gd name="csY5" fmla="*/ 9555 h 13854"/>
                <a:gd name="csX6" fmla="*/ 11943 w 19109"/>
                <a:gd name="csY6" fmla="*/ 13376 h 13854"/>
                <a:gd name="csX7" fmla="*/ 9555 w 19109"/>
                <a:gd name="csY7" fmla="*/ 13854 h 13854"/>
                <a:gd name="csX8" fmla="*/ 8599 w 19109"/>
                <a:gd name="csY8" fmla="*/ 13376 h 13854"/>
                <a:gd name="csX9" fmla="*/ 8599 w 19109"/>
                <a:gd name="csY9" fmla="*/ 11943 h 13854"/>
                <a:gd name="csX10" fmla="*/ 7166 w 19109"/>
                <a:gd name="csY10" fmla="*/ 8121 h 13854"/>
                <a:gd name="csX11" fmla="*/ 5255 w 19109"/>
                <a:gd name="csY11" fmla="*/ 6688 h 13854"/>
                <a:gd name="csX12" fmla="*/ 2389 w 19109"/>
                <a:gd name="csY12" fmla="*/ 6688 h 13854"/>
                <a:gd name="csX13" fmla="*/ 0 w 19109"/>
                <a:gd name="csY13" fmla="*/ 5255 h 13854"/>
                <a:gd name="csX14" fmla="*/ 8121 w 19109"/>
                <a:gd name="csY14" fmla="*/ 3822 h 13854"/>
                <a:gd name="csX15" fmla="*/ 9077 w 19109"/>
                <a:gd name="csY15" fmla="*/ 2389 h 13854"/>
                <a:gd name="csX16" fmla="*/ 10510 w 19109"/>
                <a:gd name="csY16" fmla="*/ 478 h 13854"/>
                <a:gd name="csX17" fmla="*/ 11943 w 19109"/>
                <a:gd name="csY17" fmla="*/ 0 h 13854"/>
                <a:gd name="csX18" fmla="*/ 12899 w 19109"/>
                <a:gd name="csY18" fmla="*/ 478 h 13854"/>
                <a:gd name="csX19" fmla="*/ 13377 w 19109"/>
                <a:gd name="csY19" fmla="*/ 1911 h 13854"/>
                <a:gd name="csX20" fmla="*/ 13377 w 19109"/>
                <a:gd name="csY20" fmla="*/ 2389 h 13854"/>
                <a:gd name="csX21" fmla="*/ 17198 w 19109"/>
                <a:gd name="csY21" fmla="*/ 3344 h 13854"/>
                <a:gd name="csX22" fmla="*/ 18632 w 19109"/>
                <a:gd name="csY22" fmla="*/ 5733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9109" h="13854">
                  <a:moveTo>
                    <a:pt x="18632" y="5733"/>
                  </a:moveTo>
                  <a:lnTo>
                    <a:pt x="19109" y="9077"/>
                  </a:lnTo>
                  <a:lnTo>
                    <a:pt x="17198" y="9077"/>
                  </a:lnTo>
                  <a:lnTo>
                    <a:pt x="15765" y="10988"/>
                  </a:lnTo>
                  <a:lnTo>
                    <a:pt x="14810" y="10032"/>
                  </a:lnTo>
                  <a:lnTo>
                    <a:pt x="14332" y="9555"/>
                  </a:lnTo>
                  <a:lnTo>
                    <a:pt x="11943" y="13376"/>
                  </a:lnTo>
                  <a:lnTo>
                    <a:pt x="9555" y="13854"/>
                  </a:lnTo>
                  <a:lnTo>
                    <a:pt x="8599" y="13376"/>
                  </a:lnTo>
                  <a:lnTo>
                    <a:pt x="8599" y="11943"/>
                  </a:lnTo>
                  <a:lnTo>
                    <a:pt x="7166" y="8121"/>
                  </a:lnTo>
                  <a:lnTo>
                    <a:pt x="5255" y="6688"/>
                  </a:lnTo>
                  <a:lnTo>
                    <a:pt x="2389" y="6688"/>
                  </a:lnTo>
                  <a:lnTo>
                    <a:pt x="0" y="5255"/>
                  </a:lnTo>
                  <a:lnTo>
                    <a:pt x="8121" y="3822"/>
                  </a:lnTo>
                  <a:lnTo>
                    <a:pt x="9077" y="2389"/>
                  </a:lnTo>
                  <a:lnTo>
                    <a:pt x="10510" y="478"/>
                  </a:lnTo>
                  <a:lnTo>
                    <a:pt x="11943" y="0"/>
                  </a:lnTo>
                  <a:lnTo>
                    <a:pt x="12899" y="478"/>
                  </a:lnTo>
                  <a:lnTo>
                    <a:pt x="13377" y="1911"/>
                  </a:lnTo>
                  <a:lnTo>
                    <a:pt x="13377" y="2389"/>
                  </a:lnTo>
                  <a:lnTo>
                    <a:pt x="17198" y="3344"/>
                  </a:lnTo>
                  <a:lnTo>
                    <a:pt x="18632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4" name="Freeform 1863">
              <a:extLst>
                <a:ext uri="{FF2B5EF4-FFF2-40B4-BE49-F238E27FC236}">
                  <a16:creationId xmlns:a16="http://schemas.microsoft.com/office/drawing/2014/main" id="{960E92A4-143A-7294-1455-623FA9BE3405}"/>
                </a:ext>
              </a:extLst>
            </p:cNvPr>
            <p:cNvSpPr/>
            <p:nvPr/>
          </p:nvSpPr>
          <p:spPr>
            <a:xfrm>
              <a:off x="6289479" y="3886926"/>
              <a:ext cx="50639" cy="36785"/>
            </a:xfrm>
            <a:custGeom>
              <a:avLst/>
              <a:gdLst>
                <a:gd name="csX0" fmla="*/ 50639 w 50639"/>
                <a:gd name="csY0" fmla="*/ 15287 h 36785"/>
                <a:gd name="csX1" fmla="*/ 50639 w 50639"/>
                <a:gd name="csY1" fmla="*/ 15765 h 36785"/>
                <a:gd name="csX2" fmla="*/ 49206 w 50639"/>
                <a:gd name="csY2" fmla="*/ 18632 h 36785"/>
                <a:gd name="csX3" fmla="*/ 48728 w 50639"/>
                <a:gd name="csY3" fmla="*/ 24364 h 36785"/>
                <a:gd name="csX4" fmla="*/ 48728 w 50639"/>
                <a:gd name="csY4" fmla="*/ 24842 h 36785"/>
                <a:gd name="csX5" fmla="*/ 47773 w 50639"/>
                <a:gd name="csY5" fmla="*/ 24842 h 36785"/>
                <a:gd name="csX6" fmla="*/ 46340 w 50639"/>
                <a:gd name="csY6" fmla="*/ 24842 h 36785"/>
                <a:gd name="csX7" fmla="*/ 45862 w 50639"/>
                <a:gd name="csY7" fmla="*/ 25320 h 36785"/>
                <a:gd name="csX8" fmla="*/ 45384 w 50639"/>
                <a:gd name="csY8" fmla="*/ 25320 h 36785"/>
                <a:gd name="csX9" fmla="*/ 45384 w 50639"/>
                <a:gd name="csY9" fmla="*/ 25798 h 36785"/>
                <a:gd name="csX10" fmla="*/ 44907 w 50639"/>
                <a:gd name="csY10" fmla="*/ 28664 h 36785"/>
                <a:gd name="csX11" fmla="*/ 44907 w 50639"/>
                <a:gd name="csY11" fmla="*/ 28664 h 36785"/>
                <a:gd name="csX12" fmla="*/ 42518 w 50639"/>
                <a:gd name="csY12" fmla="*/ 29619 h 36785"/>
                <a:gd name="csX13" fmla="*/ 40607 w 50639"/>
                <a:gd name="csY13" fmla="*/ 30097 h 36785"/>
                <a:gd name="csX14" fmla="*/ 38696 w 50639"/>
                <a:gd name="csY14" fmla="*/ 30097 h 36785"/>
                <a:gd name="csX15" fmla="*/ 35352 w 50639"/>
                <a:gd name="csY15" fmla="*/ 29141 h 36785"/>
                <a:gd name="csX16" fmla="*/ 34397 w 50639"/>
                <a:gd name="csY16" fmla="*/ 29141 h 36785"/>
                <a:gd name="csX17" fmla="*/ 34397 w 50639"/>
                <a:gd name="csY17" fmla="*/ 29141 h 36785"/>
                <a:gd name="csX18" fmla="*/ 33441 w 50639"/>
                <a:gd name="csY18" fmla="*/ 29619 h 36785"/>
                <a:gd name="csX19" fmla="*/ 30575 w 50639"/>
                <a:gd name="csY19" fmla="*/ 30097 h 36785"/>
                <a:gd name="csX20" fmla="*/ 30575 w 50639"/>
                <a:gd name="csY20" fmla="*/ 30097 h 36785"/>
                <a:gd name="csX21" fmla="*/ 29141 w 50639"/>
                <a:gd name="csY21" fmla="*/ 30575 h 36785"/>
                <a:gd name="csX22" fmla="*/ 26275 w 50639"/>
                <a:gd name="csY22" fmla="*/ 34397 h 36785"/>
                <a:gd name="csX23" fmla="*/ 22931 w 50639"/>
                <a:gd name="csY23" fmla="*/ 35830 h 36785"/>
                <a:gd name="csX24" fmla="*/ 21975 w 50639"/>
                <a:gd name="csY24" fmla="*/ 36307 h 36785"/>
                <a:gd name="csX25" fmla="*/ 20065 w 50639"/>
                <a:gd name="csY25" fmla="*/ 35352 h 36785"/>
                <a:gd name="csX26" fmla="*/ 18632 w 50639"/>
                <a:gd name="csY26" fmla="*/ 35352 h 36785"/>
                <a:gd name="csX27" fmla="*/ 18632 w 50639"/>
                <a:gd name="csY27" fmla="*/ 35352 h 36785"/>
                <a:gd name="csX28" fmla="*/ 17198 w 50639"/>
                <a:gd name="csY28" fmla="*/ 36307 h 36785"/>
                <a:gd name="csX29" fmla="*/ 13854 w 50639"/>
                <a:gd name="csY29" fmla="*/ 36307 h 36785"/>
                <a:gd name="csX30" fmla="*/ 12899 w 50639"/>
                <a:gd name="csY30" fmla="*/ 36307 h 36785"/>
                <a:gd name="csX31" fmla="*/ 10032 w 50639"/>
                <a:gd name="csY31" fmla="*/ 36785 h 36785"/>
                <a:gd name="csX32" fmla="*/ 10032 w 50639"/>
                <a:gd name="csY32" fmla="*/ 36785 h 36785"/>
                <a:gd name="csX33" fmla="*/ 10032 w 50639"/>
                <a:gd name="csY33" fmla="*/ 36785 h 36785"/>
                <a:gd name="csX34" fmla="*/ 10032 w 50639"/>
                <a:gd name="csY34" fmla="*/ 36307 h 36785"/>
                <a:gd name="csX35" fmla="*/ 9555 w 50639"/>
                <a:gd name="csY35" fmla="*/ 35352 h 36785"/>
                <a:gd name="csX36" fmla="*/ 8121 w 50639"/>
                <a:gd name="csY36" fmla="*/ 34874 h 36785"/>
                <a:gd name="csX37" fmla="*/ 5733 w 50639"/>
                <a:gd name="csY37" fmla="*/ 35352 h 36785"/>
                <a:gd name="csX38" fmla="*/ 4777 w 50639"/>
                <a:gd name="csY38" fmla="*/ 34874 h 36785"/>
                <a:gd name="csX39" fmla="*/ 3822 w 50639"/>
                <a:gd name="csY39" fmla="*/ 31530 h 36785"/>
                <a:gd name="csX40" fmla="*/ 2866 w 50639"/>
                <a:gd name="csY40" fmla="*/ 31052 h 36785"/>
                <a:gd name="csX41" fmla="*/ 2389 w 50639"/>
                <a:gd name="csY41" fmla="*/ 30097 h 36785"/>
                <a:gd name="csX42" fmla="*/ 478 w 50639"/>
                <a:gd name="csY42" fmla="*/ 26753 h 36785"/>
                <a:gd name="csX43" fmla="*/ 478 w 50639"/>
                <a:gd name="csY43" fmla="*/ 24842 h 36785"/>
                <a:gd name="csX44" fmla="*/ 478 w 50639"/>
                <a:gd name="csY44" fmla="*/ 23886 h 36785"/>
                <a:gd name="csX45" fmla="*/ 0 w 50639"/>
                <a:gd name="csY45" fmla="*/ 20542 h 36785"/>
                <a:gd name="csX46" fmla="*/ 478 w 50639"/>
                <a:gd name="csY46" fmla="*/ 19587 h 36785"/>
                <a:gd name="csX47" fmla="*/ 956 w 50639"/>
                <a:gd name="csY47" fmla="*/ 19109 h 36785"/>
                <a:gd name="csX48" fmla="*/ 956 w 50639"/>
                <a:gd name="csY48" fmla="*/ 18154 h 36785"/>
                <a:gd name="csX49" fmla="*/ 956 w 50639"/>
                <a:gd name="csY49" fmla="*/ 16243 h 36785"/>
                <a:gd name="csX50" fmla="*/ 1911 w 50639"/>
                <a:gd name="csY50" fmla="*/ 12421 h 36785"/>
                <a:gd name="csX51" fmla="*/ 1911 w 50639"/>
                <a:gd name="csY51" fmla="*/ 11943 h 36785"/>
                <a:gd name="csX52" fmla="*/ 2389 w 50639"/>
                <a:gd name="csY52" fmla="*/ 11943 h 36785"/>
                <a:gd name="csX53" fmla="*/ 4777 w 50639"/>
                <a:gd name="csY53" fmla="*/ 12421 h 36785"/>
                <a:gd name="csX54" fmla="*/ 5255 w 50639"/>
                <a:gd name="csY54" fmla="*/ 11943 h 36785"/>
                <a:gd name="csX55" fmla="*/ 5733 w 50639"/>
                <a:gd name="csY55" fmla="*/ 11466 h 36785"/>
                <a:gd name="csX56" fmla="*/ 5733 w 50639"/>
                <a:gd name="csY56" fmla="*/ 8599 h 36785"/>
                <a:gd name="csX57" fmla="*/ 6210 w 50639"/>
                <a:gd name="csY57" fmla="*/ 7166 h 36785"/>
                <a:gd name="csX58" fmla="*/ 11943 w 50639"/>
                <a:gd name="csY58" fmla="*/ 4777 h 36785"/>
                <a:gd name="csX59" fmla="*/ 13376 w 50639"/>
                <a:gd name="csY59" fmla="*/ 4777 h 36785"/>
                <a:gd name="csX60" fmla="*/ 14809 w 50639"/>
                <a:gd name="csY60" fmla="*/ 5733 h 36785"/>
                <a:gd name="csX61" fmla="*/ 15765 w 50639"/>
                <a:gd name="csY61" fmla="*/ 6688 h 36785"/>
                <a:gd name="csX62" fmla="*/ 16243 w 50639"/>
                <a:gd name="csY62" fmla="*/ 6210 h 36785"/>
                <a:gd name="csX63" fmla="*/ 16721 w 50639"/>
                <a:gd name="csY63" fmla="*/ 5733 h 36785"/>
                <a:gd name="csX64" fmla="*/ 17198 w 50639"/>
                <a:gd name="csY64" fmla="*/ 4300 h 36785"/>
                <a:gd name="csX65" fmla="*/ 18632 w 50639"/>
                <a:gd name="csY65" fmla="*/ 3344 h 36785"/>
                <a:gd name="csX66" fmla="*/ 21975 w 50639"/>
                <a:gd name="csY66" fmla="*/ 2866 h 36785"/>
                <a:gd name="csX67" fmla="*/ 22931 w 50639"/>
                <a:gd name="csY67" fmla="*/ 2866 h 36785"/>
                <a:gd name="csX68" fmla="*/ 25320 w 50639"/>
                <a:gd name="csY68" fmla="*/ 2389 h 36785"/>
                <a:gd name="csX69" fmla="*/ 26753 w 50639"/>
                <a:gd name="csY69" fmla="*/ 1433 h 36785"/>
                <a:gd name="csX70" fmla="*/ 27708 w 50639"/>
                <a:gd name="csY70" fmla="*/ 1433 h 36785"/>
                <a:gd name="csX71" fmla="*/ 28664 w 50639"/>
                <a:gd name="csY71" fmla="*/ 956 h 36785"/>
                <a:gd name="csX72" fmla="*/ 30097 w 50639"/>
                <a:gd name="csY72" fmla="*/ 956 h 36785"/>
                <a:gd name="csX73" fmla="*/ 31530 w 50639"/>
                <a:gd name="csY73" fmla="*/ 1433 h 36785"/>
                <a:gd name="csX74" fmla="*/ 33441 w 50639"/>
                <a:gd name="csY74" fmla="*/ 956 h 36785"/>
                <a:gd name="csX75" fmla="*/ 35352 w 50639"/>
                <a:gd name="csY75" fmla="*/ 0 h 36785"/>
                <a:gd name="csX76" fmla="*/ 35830 w 50639"/>
                <a:gd name="csY76" fmla="*/ 478 h 36785"/>
                <a:gd name="csX77" fmla="*/ 36785 w 50639"/>
                <a:gd name="csY77" fmla="*/ 956 h 36785"/>
                <a:gd name="csX78" fmla="*/ 37263 w 50639"/>
                <a:gd name="csY78" fmla="*/ 1433 h 36785"/>
                <a:gd name="csX79" fmla="*/ 40607 w 50639"/>
                <a:gd name="csY79" fmla="*/ 4777 h 36785"/>
                <a:gd name="csX80" fmla="*/ 42040 w 50639"/>
                <a:gd name="csY80" fmla="*/ 6210 h 36785"/>
                <a:gd name="csX81" fmla="*/ 43951 w 50639"/>
                <a:gd name="csY81" fmla="*/ 7644 h 36785"/>
                <a:gd name="csX82" fmla="*/ 46340 w 50639"/>
                <a:gd name="csY82" fmla="*/ 8121 h 36785"/>
                <a:gd name="csX83" fmla="*/ 47295 w 50639"/>
                <a:gd name="csY83" fmla="*/ 9077 h 36785"/>
                <a:gd name="csX84" fmla="*/ 48728 w 50639"/>
                <a:gd name="csY84" fmla="*/ 12899 h 36785"/>
                <a:gd name="csX85" fmla="*/ 49206 w 50639"/>
                <a:gd name="csY85" fmla="*/ 14332 h 36785"/>
                <a:gd name="csX86" fmla="*/ 50162 w 50639"/>
                <a:gd name="csY86" fmla="*/ 14809 h 36785"/>
                <a:gd name="csX87" fmla="*/ 50639 w 50639"/>
                <a:gd name="csY87" fmla="*/ 15287 h 36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</a:cxnLst>
              <a:rect l="l" t="t" r="r" b="b"/>
              <a:pathLst>
                <a:path w="50639" h="36785">
                  <a:moveTo>
                    <a:pt x="50639" y="15287"/>
                  </a:moveTo>
                  <a:lnTo>
                    <a:pt x="50639" y="15765"/>
                  </a:lnTo>
                  <a:lnTo>
                    <a:pt x="49206" y="18632"/>
                  </a:lnTo>
                  <a:lnTo>
                    <a:pt x="48728" y="24364"/>
                  </a:lnTo>
                  <a:lnTo>
                    <a:pt x="48728" y="24842"/>
                  </a:lnTo>
                  <a:lnTo>
                    <a:pt x="47773" y="24842"/>
                  </a:lnTo>
                  <a:lnTo>
                    <a:pt x="46340" y="24842"/>
                  </a:lnTo>
                  <a:lnTo>
                    <a:pt x="45862" y="25320"/>
                  </a:lnTo>
                  <a:lnTo>
                    <a:pt x="45384" y="25320"/>
                  </a:lnTo>
                  <a:lnTo>
                    <a:pt x="45384" y="25798"/>
                  </a:lnTo>
                  <a:lnTo>
                    <a:pt x="44907" y="28664"/>
                  </a:lnTo>
                  <a:lnTo>
                    <a:pt x="44907" y="28664"/>
                  </a:lnTo>
                  <a:lnTo>
                    <a:pt x="42518" y="29619"/>
                  </a:lnTo>
                  <a:lnTo>
                    <a:pt x="40607" y="30097"/>
                  </a:lnTo>
                  <a:lnTo>
                    <a:pt x="38696" y="30097"/>
                  </a:lnTo>
                  <a:lnTo>
                    <a:pt x="35352" y="29141"/>
                  </a:lnTo>
                  <a:lnTo>
                    <a:pt x="34397" y="29141"/>
                  </a:lnTo>
                  <a:lnTo>
                    <a:pt x="34397" y="29141"/>
                  </a:lnTo>
                  <a:lnTo>
                    <a:pt x="33441" y="29619"/>
                  </a:lnTo>
                  <a:lnTo>
                    <a:pt x="30575" y="30097"/>
                  </a:lnTo>
                  <a:lnTo>
                    <a:pt x="30575" y="30097"/>
                  </a:lnTo>
                  <a:lnTo>
                    <a:pt x="29141" y="30575"/>
                  </a:lnTo>
                  <a:lnTo>
                    <a:pt x="26275" y="34397"/>
                  </a:lnTo>
                  <a:lnTo>
                    <a:pt x="22931" y="35830"/>
                  </a:lnTo>
                  <a:lnTo>
                    <a:pt x="21975" y="36307"/>
                  </a:lnTo>
                  <a:lnTo>
                    <a:pt x="20065" y="35352"/>
                  </a:lnTo>
                  <a:lnTo>
                    <a:pt x="18632" y="35352"/>
                  </a:lnTo>
                  <a:lnTo>
                    <a:pt x="18632" y="35352"/>
                  </a:lnTo>
                  <a:lnTo>
                    <a:pt x="17198" y="36307"/>
                  </a:lnTo>
                  <a:lnTo>
                    <a:pt x="13854" y="36307"/>
                  </a:lnTo>
                  <a:lnTo>
                    <a:pt x="12899" y="36307"/>
                  </a:lnTo>
                  <a:lnTo>
                    <a:pt x="10032" y="36785"/>
                  </a:lnTo>
                  <a:lnTo>
                    <a:pt x="10032" y="36785"/>
                  </a:lnTo>
                  <a:lnTo>
                    <a:pt x="10032" y="36785"/>
                  </a:lnTo>
                  <a:lnTo>
                    <a:pt x="10032" y="36307"/>
                  </a:lnTo>
                  <a:lnTo>
                    <a:pt x="9555" y="35352"/>
                  </a:lnTo>
                  <a:lnTo>
                    <a:pt x="8121" y="34874"/>
                  </a:lnTo>
                  <a:lnTo>
                    <a:pt x="5733" y="35352"/>
                  </a:lnTo>
                  <a:lnTo>
                    <a:pt x="4777" y="34874"/>
                  </a:lnTo>
                  <a:lnTo>
                    <a:pt x="3822" y="31530"/>
                  </a:lnTo>
                  <a:lnTo>
                    <a:pt x="2866" y="31052"/>
                  </a:lnTo>
                  <a:lnTo>
                    <a:pt x="2389" y="30097"/>
                  </a:lnTo>
                  <a:lnTo>
                    <a:pt x="478" y="26753"/>
                  </a:lnTo>
                  <a:lnTo>
                    <a:pt x="478" y="24842"/>
                  </a:lnTo>
                  <a:lnTo>
                    <a:pt x="478" y="23886"/>
                  </a:lnTo>
                  <a:lnTo>
                    <a:pt x="0" y="20542"/>
                  </a:lnTo>
                  <a:lnTo>
                    <a:pt x="478" y="19587"/>
                  </a:lnTo>
                  <a:lnTo>
                    <a:pt x="956" y="19109"/>
                  </a:lnTo>
                  <a:lnTo>
                    <a:pt x="956" y="18154"/>
                  </a:lnTo>
                  <a:lnTo>
                    <a:pt x="956" y="16243"/>
                  </a:lnTo>
                  <a:lnTo>
                    <a:pt x="1911" y="12421"/>
                  </a:lnTo>
                  <a:lnTo>
                    <a:pt x="1911" y="11943"/>
                  </a:lnTo>
                  <a:lnTo>
                    <a:pt x="2389" y="11943"/>
                  </a:lnTo>
                  <a:lnTo>
                    <a:pt x="4777" y="12421"/>
                  </a:lnTo>
                  <a:lnTo>
                    <a:pt x="5255" y="11943"/>
                  </a:lnTo>
                  <a:lnTo>
                    <a:pt x="5733" y="11466"/>
                  </a:lnTo>
                  <a:lnTo>
                    <a:pt x="5733" y="8599"/>
                  </a:lnTo>
                  <a:lnTo>
                    <a:pt x="6210" y="7166"/>
                  </a:lnTo>
                  <a:lnTo>
                    <a:pt x="11943" y="4777"/>
                  </a:lnTo>
                  <a:lnTo>
                    <a:pt x="13376" y="4777"/>
                  </a:lnTo>
                  <a:lnTo>
                    <a:pt x="14809" y="5733"/>
                  </a:lnTo>
                  <a:lnTo>
                    <a:pt x="15765" y="6688"/>
                  </a:lnTo>
                  <a:lnTo>
                    <a:pt x="16243" y="6210"/>
                  </a:lnTo>
                  <a:lnTo>
                    <a:pt x="16721" y="5733"/>
                  </a:lnTo>
                  <a:lnTo>
                    <a:pt x="17198" y="4300"/>
                  </a:lnTo>
                  <a:lnTo>
                    <a:pt x="18632" y="3344"/>
                  </a:lnTo>
                  <a:lnTo>
                    <a:pt x="21975" y="2866"/>
                  </a:lnTo>
                  <a:lnTo>
                    <a:pt x="22931" y="2866"/>
                  </a:lnTo>
                  <a:lnTo>
                    <a:pt x="25320" y="2389"/>
                  </a:lnTo>
                  <a:lnTo>
                    <a:pt x="26753" y="1433"/>
                  </a:lnTo>
                  <a:lnTo>
                    <a:pt x="27708" y="1433"/>
                  </a:lnTo>
                  <a:lnTo>
                    <a:pt x="28664" y="956"/>
                  </a:lnTo>
                  <a:lnTo>
                    <a:pt x="30097" y="956"/>
                  </a:lnTo>
                  <a:lnTo>
                    <a:pt x="31530" y="1433"/>
                  </a:lnTo>
                  <a:lnTo>
                    <a:pt x="33441" y="956"/>
                  </a:lnTo>
                  <a:lnTo>
                    <a:pt x="35352" y="0"/>
                  </a:lnTo>
                  <a:lnTo>
                    <a:pt x="35830" y="478"/>
                  </a:lnTo>
                  <a:lnTo>
                    <a:pt x="36785" y="956"/>
                  </a:lnTo>
                  <a:lnTo>
                    <a:pt x="37263" y="1433"/>
                  </a:lnTo>
                  <a:lnTo>
                    <a:pt x="40607" y="4777"/>
                  </a:lnTo>
                  <a:lnTo>
                    <a:pt x="42040" y="6210"/>
                  </a:lnTo>
                  <a:lnTo>
                    <a:pt x="43951" y="7644"/>
                  </a:lnTo>
                  <a:lnTo>
                    <a:pt x="46340" y="8121"/>
                  </a:lnTo>
                  <a:lnTo>
                    <a:pt x="47295" y="9077"/>
                  </a:lnTo>
                  <a:lnTo>
                    <a:pt x="48728" y="12899"/>
                  </a:lnTo>
                  <a:lnTo>
                    <a:pt x="49206" y="14332"/>
                  </a:lnTo>
                  <a:lnTo>
                    <a:pt x="50162" y="14809"/>
                  </a:lnTo>
                  <a:lnTo>
                    <a:pt x="50639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5" name="Freeform 1864">
              <a:extLst>
                <a:ext uri="{FF2B5EF4-FFF2-40B4-BE49-F238E27FC236}">
                  <a16:creationId xmlns:a16="http://schemas.microsoft.com/office/drawing/2014/main" id="{486A2E62-E5B7-685D-FD28-FB75B34C234D}"/>
                </a:ext>
              </a:extLst>
            </p:cNvPr>
            <p:cNvSpPr/>
            <p:nvPr/>
          </p:nvSpPr>
          <p:spPr>
            <a:xfrm>
              <a:off x="6257471" y="3790425"/>
              <a:ext cx="81691" cy="99367"/>
            </a:xfrm>
            <a:custGeom>
              <a:avLst/>
              <a:gdLst>
                <a:gd name="csX0" fmla="*/ 81692 w 81691"/>
                <a:gd name="csY0" fmla="*/ 75959 h 99367"/>
                <a:gd name="csX1" fmla="*/ 81692 w 81691"/>
                <a:gd name="csY1" fmla="*/ 77392 h 99367"/>
                <a:gd name="csX2" fmla="*/ 81214 w 81691"/>
                <a:gd name="csY2" fmla="*/ 78348 h 99367"/>
                <a:gd name="csX3" fmla="*/ 80736 w 81691"/>
                <a:gd name="csY3" fmla="*/ 78825 h 99367"/>
                <a:gd name="csX4" fmla="*/ 79781 w 81691"/>
                <a:gd name="csY4" fmla="*/ 80258 h 99367"/>
                <a:gd name="csX5" fmla="*/ 78348 w 81691"/>
                <a:gd name="csY5" fmla="*/ 81214 h 99367"/>
                <a:gd name="csX6" fmla="*/ 76437 w 81691"/>
                <a:gd name="csY6" fmla="*/ 83603 h 99367"/>
                <a:gd name="csX7" fmla="*/ 73570 w 81691"/>
                <a:gd name="csY7" fmla="*/ 83603 h 99367"/>
                <a:gd name="csX8" fmla="*/ 73093 w 81691"/>
                <a:gd name="csY8" fmla="*/ 84081 h 99367"/>
                <a:gd name="csX9" fmla="*/ 71659 w 81691"/>
                <a:gd name="csY9" fmla="*/ 84558 h 99367"/>
                <a:gd name="csX10" fmla="*/ 71182 w 81691"/>
                <a:gd name="csY10" fmla="*/ 85991 h 99367"/>
                <a:gd name="csX11" fmla="*/ 71659 w 81691"/>
                <a:gd name="csY11" fmla="*/ 86947 h 99367"/>
                <a:gd name="csX12" fmla="*/ 71659 w 81691"/>
                <a:gd name="csY12" fmla="*/ 87902 h 99367"/>
                <a:gd name="csX13" fmla="*/ 71182 w 81691"/>
                <a:gd name="csY13" fmla="*/ 89813 h 99367"/>
                <a:gd name="csX14" fmla="*/ 72137 w 81691"/>
                <a:gd name="csY14" fmla="*/ 92202 h 99367"/>
                <a:gd name="csX15" fmla="*/ 73093 w 81691"/>
                <a:gd name="csY15" fmla="*/ 93157 h 99367"/>
                <a:gd name="csX16" fmla="*/ 73093 w 81691"/>
                <a:gd name="csY16" fmla="*/ 93635 h 99367"/>
                <a:gd name="csX17" fmla="*/ 73093 w 81691"/>
                <a:gd name="csY17" fmla="*/ 94590 h 99367"/>
                <a:gd name="csX18" fmla="*/ 71182 w 81691"/>
                <a:gd name="csY18" fmla="*/ 96501 h 99367"/>
                <a:gd name="csX19" fmla="*/ 70704 w 81691"/>
                <a:gd name="csY19" fmla="*/ 97457 h 99367"/>
                <a:gd name="csX20" fmla="*/ 69271 w 81691"/>
                <a:gd name="csY20" fmla="*/ 97935 h 99367"/>
                <a:gd name="csX21" fmla="*/ 68793 w 81691"/>
                <a:gd name="csY21" fmla="*/ 97457 h 99367"/>
                <a:gd name="csX22" fmla="*/ 67838 w 81691"/>
                <a:gd name="csY22" fmla="*/ 96979 h 99367"/>
                <a:gd name="csX23" fmla="*/ 67360 w 81691"/>
                <a:gd name="csY23" fmla="*/ 96501 h 99367"/>
                <a:gd name="csX24" fmla="*/ 65449 w 81691"/>
                <a:gd name="csY24" fmla="*/ 97457 h 99367"/>
                <a:gd name="csX25" fmla="*/ 63538 w 81691"/>
                <a:gd name="csY25" fmla="*/ 97935 h 99367"/>
                <a:gd name="csX26" fmla="*/ 62105 w 81691"/>
                <a:gd name="csY26" fmla="*/ 97457 h 99367"/>
                <a:gd name="csX27" fmla="*/ 60672 w 81691"/>
                <a:gd name="csY27" fmla="*/ 97457 h 99367"/>
                <a:gd name="csX28" fmla="*/ 59716 w 81691"/>
                <a:gd name="csY28" fmla="*/ 97935 h 99367"/>
                <a:gd name="csX29" fmla="*/ 58761 w 81691"/>
                <a:gd name="csY29" fmla="*/ 97935 h 99367"/>
                <a:gd name="csX30" fmla="*/ 57328 w 81691"/>
                <a:gd name="csY30" fmla="*/ 98890 h 99367"/>
                <a:gd name="csX31" fmla="*/ 54939 w 81691"/>
                <a:gd name="csY31" fmla="*/ 99368 h 99367"/>
                <a:gd name="csX32" fmla="*/ 53983 w 81691"/>
                <a:gd name="csY32" fmla="*/ 99368 h 99367"/>
                <a:gd name="csX33" fmla="*/ 53506 w 81691"/>
                <a:gd name="csY33" fmla="*/ 98412 h 99367"/>
                <a:gd name="csX34" fmla="*/ 53028 w 81691"/>
                <a:gd name="csY34" fmla="*/ 97457 h 99367"/>
                <a:gd name="csX35" fmla="*/ 53028 w 81691"/>
                <a:gd name="csY35" fmla="*/ 96979 h 99367"/>
                <a:gd name="csX36" fmla="*/ 54939 w 81691"/>
                <a:gd name="csY36" fmla="*/ 96024 h 99367"/>
                <a:gd name="csX37" fmla="*/ 54939 w 81691"/>
                <a:gd name="csY37" fmla="*/ 95068 h 99367"/>
                <a:gd name="csX38" fmla="*/ 57328 w 81691"/>
                <a:gd name="csY38" fmla="*/ 90769 h 99367"/>
                <a:gd name="csX39" fmla="*/ 57805 w 81691"/>
                <a:gd name="csY39" fmla="*/ 89335 h 99367"/>
                <a:gd name="csX40" fmla="*/ 57805 w 81691"/>
                <a:gd name="csY40" fmla="*/ 88858 h 99367"/>
                <a:gd name="csX41" fmla="*/ 56850 w 81691"/>
                <a:gd name="csY41" fmla="*/ 88858 h 99367"/>
                <a:gd name="csX42" fmla="*/ 55894 w 81691"/>
                <a:gd name="csY42" fmla="*/ 88858 h 99367"/>
                <a:gd name="csX43" fmla="*/ 50639 w 81691"/>
                <a:gd name="csY43" fmla="*/ 86947 h 99367"/>
                <a:gd name="csX44" fmla="*/ 50639 w 81691"/>
                <a:gd name="csY44" fmla="*/ 85036 h 99367"/>
                <a:gd name="csX45" fmla="*/ 49206 w 81691"/>
                <a:gd name="csY45" fmla="*/ 84081 h 99367"/>
                <a:gd name="csX46" fmla="*/ 47295 w 81691"/>
                <a:gd name="csY46" fmla="*/ 83125 h 99367"/>
                <a:gd name="csX47" fmla="*/ 47295 w 81691"/>
                <a:gd name="csY47" fmla="*/ 81692 h 99367"/>
                <a:gd name="csX48" fmla="*/ 45384 w 81691"/>
                <a:gd name="csY48" fmla="*/ 79781 h 99367"/>
                <a:gd name="csX49" fmla="*/ 43951 w 81691"/>
                <a:gd name="csY49" fmla="*/ 78348 h 99367"/>
                <a:gd name="csX50" fmla="*/ 42040 w 81691"/>
                <a:gd name="csY50" fmla="*/ 77870 h 99367"/>
                <a:gd name="csX51" fmla="*/ 40607 w 81691"/>
                <a:gd name="csY51" fmla="*/ 76915 h 99367"/>
                <a:gd name="csX52" fmla="*/ 39651 w 81691"/>
                <a:gd name="csY52" fmla="*/ 76437 h 99367"/>
                <a:gd name="csX53" fmla="*/ 39174 w 81691"/>
                <a:gd name="csY53" fmla="*/ 75481 h 99367"/>
                <a:gd name="csX54" fmla="*/ 39174 w 81691"/>
                <a:gd name="csY54" fmla="*/ 75004 h 99367"/>
                <a:gd name="csX55" fmla="*/ 38696 w 81691"/>
                <a:gd name="csY55" fmla="*/ 74526 h 99367"/>
                <a:gd name="csX56" fmla="*/ 38218 w 81691"/>
                <a:gd name="csY56" fmla="*/ 74526 h 99367"/>
                <a:gd name="csX57" fmla="*/ 36785 w 81691"/>
                <a:gd name="csY57" fmla="*/ 75004 h 99367"/>
                <a:gd name="csX58" fmla="*/ 35352 w 81691"/>
                <a:gd name="csY58" fmla="*/ 75959 h 99367"/>
                <a:gd name="csX59" fmla="*/ 34874 w 81691"/>
                <a:gd name="csY59" fmla="*/ 76437 h 99367"/>
                <a:gd name="csX60" fmla="*/ 35352 w 81691"/>
                <a:gd name="csY60" fmla="*/ 77392 h 99367"/>
                <a:gd name="csX61" fmla="*/ 35830 w 81691"/>
                <a:gd name="csY61" fmla="*/ 78348 h 99367"/>
                <a:gd name="csX62" fmla="*/ 35830 w 81691"/>
                <a:gd name="csY62" fmla="*/ 79303 h 99367"/>
                <a:gd name="csX63" fmla="*/ 35352 w 81691"/>
                <a:gd name="csY63" fmla="*/ 79781 h 99367"/>
                <a:gd name="csX64" fmla="*/ 32486 w 81691"/>
                <a:gd name="csY64" fmla="*/ 82170 h 99367"/>
                <a:gd name="csX65" fmla="*/ 32008 w 81691"/>
                <a:gd name="csY65" fmla="*/ 82647 h 99367"/>
                <a:gd name="csX66" fmla="*/ 32486 w 81691"/>
                <a:gd name="csY66" fmla="*/ 83603 h 99367"/>
                <a:gd name="csX67" fmla="*/ 32008 w 81691"/>
                <a:gd name="csY67" fmla="*/ 84081 h 99367"/>
                <a:gd name="csX68" fmla="*/ 29619 w 81691"/>
                <a:gd name="csY68" fmla="*/ 85036 h 99367"/>
                <a:gd name="csX69" fmla="*/ 29619 w 81691"/>
                <a:gd name="csY69" fmla="*/ 84558 h 99367"/>
                <a:gd name="csX70" fmla="*/ 29619 w 81691"/>
                <a:gd name="csY70" fmla="*/ 83603 h 99367"/>
                <a:gd name="csX71" fmla="*/ 28186 w 81691"/>
                <a:gd name="csY71" fmla="*/ 82170 h 99367"/>
                <a:gd name="csX72" fmla="*/ 26275 w 81691"/>
                <a:gd name="csY72" fmla="*/ 81692 h 99367"/>
                <a:gd name="csX73" fmla="*/ 21976 w 81691"/>
                <a:gd name="csY73" fmla="*/ 78825 h 99367"/>
                <a:gd name="csX74" fmla="*/ 20065 w 81691"/>
                <a:gd name="csY74" fmla="*/ 78348 h 99367"/>
                <a:gd name="csX75" fmla="*/ 18632 w 81691"/>
                <a:gd name="csY75" fmla="*/ 77870 h 99367"/>
                <a:gd name="csX76" fmla="*/ 16243 w 81691"/>
                <a:gd name="csY76" fmla="*/ 76915 h 99367"/>
                <a:gd name="csX77" fmla="*/ 15287 w 81691"/>
                <a:gd name="csY77" fmla="*/ 76437 h 99367"/>
                <a:gd name="csX78" fmla="*/ 13854 w 81691"/>
                <a:gd name="csY78" fmla="*/ 75481 h 99367"/>
                <a:gd name="csX79" fmla="*/ 11466 w 81691"/>
                <a:gd name="csY79" fmla="*/ 72137 h 99367"/>
                <a:gd name="csX80" fmla="*/ 9077 w 81691"/>
                <a:gd name="csY80" fmla="*/ 70704 h 99367"/>
                <a:gd name="csX81" fmla="*/ 7644 w 81691"/>
                <a:gd name="csY81" fmla="*/ 69749 h 99367"/>
                <a:gd name="csX82" fmla="*/ 7166 w 81691"/>
                <a:gd name="csY82" fmla="*/ 68793 h 99367"/>
                <a:gd name="csX83" fmla="*/ 6688 w 81691"/>
                <a:gd name="csY83" fmla="*/ 67838 h 99367"/>
                <a:gd name="csX84" fmla="*/ 6688 w 81691"/>
                <a:gd name="csY84" fmla="*/ 67360 h 99367"/>
                <a:gd name="csX85" fmla="*/ 8121 w 81691"/>
                <a:gd name="csY85" fmla="*/ 66405 h 99367"/>
                <a:gd name="csX86" fmla="*/ 9077 w 81691"/>
                <a:gd name="csY86" fmla="*/ 65927 h 99367"/>
                <a:gd name="csX87" fmla="*/ 10032 w 81691"/>
                <a:gd name="csY87" fmla="*/ 65927 h 99367"/>
                <a:gd name="csX88" fmla="*/ 10988 w 81691"/>
                <a:gd name="csY88" fmla="*/ 66882 h 99367"/>
                <a:gd name="csX89" fmla="*/ 11943 w 81691"/>
                <a:gd name="csY89" fmla="*/ 66882 h 99367"/>
                <a:gd name="csX90" fmla="*/ 12421 w 81691"/>
                <a:gd name="csY90" fmla="*/ 65927 h 99367"/>
                <a:gd name="csX91" fmla="*/ 12899 w 81691"/>
                <a:gd name="csY91" fmla="*/ 64971 h 99367"/>
                <a:gd name="csX92" fmla="*/ 12899 w 81691"/>
                <a:gd name="csY92" fmla="*/ 63060 h 99367"/>
                <a:gd name="csX93" fmla="*/ 10510 w 81691"/>
                <a:gd name="csY93" fmla="*/ 59716 h 99367"/>
                <a:gd name="csX94" fmla="*/ 8121 w 81691"/>
                <a:gd name="csY94" fmla="*/ 57328 h 99367"/>
                <a:gd name="csX95" fmla="*/ 8121 w 81691"/>
                <a:gd name="csY95" fmla="*/ 56850 h 99367"/>
                <a:gd name="csX96" fmla="*/ 8599 w 81691"/>
                <a:gd name="csY96" fmla="*/ 56372 h 99367"/>
                <a:gd name="csX97" fmla="*/ 9077 w 81691"/>
                <a:gd name="csY97" fmla="*/ 55894 h 99367"/>
                <a:gd name="csX98" fmla="*/ 10032 w 81691"/>
                <a:gd name="csY98" fmla="*/ 56372 h 99367"/>
                <a:gd name="csX99" fmla="*/ 11943 w 81691"/>
                <a:gd name="csY99" fmla="*/ 56372 h 99367"/>
                <a:gd name="csX100" fmla="*/ 13854 w 81691"/>
                <a:gd name="csY100" fmla="*/ 55894 h 99367"/>
                <a:gd name="csX101" fmla="*/ 14810 w 81691"/>
                <a:gd name="csY101" fmla="*/ 55417 h 99367"/>
                <a:gd name="csX102" fmla="*/ 14810 w 81691"/>
                <a:gd name="csY102" fmla="*/ 54939 h 99367"/>
                <a:gd name="csX103" fmla="*/ 13854 w 81691"/>
                <a:gd name="csY103" fmla="*/ 53983 h 99367"/>
                <a:gd name="csX104" fmla="*/ 11466 w 81691"/>
                <a:gd name="csY104" fmla="*/ 52073 h 99367"/>
                <a:gd name="csX105" fmla="*/ 9555 w 81691"/>
                <a:gd name="csY105" fmla="*/ 50162 h 99367"/>
                <a:gd name="csX106" fmla="*/ 7644 w 81691"/>
                <a:gd name="csY106" fmla="*/ 48728 h 99367"/>
                <a:gd name="csX107" fmla="*/ 6210 w 81691"/>
                <a:gd name="csY107" fmla="*/ 48251 h 99367"/>
                <a:gd name="csX108" fmla="*/ 5733 w 81691"/>
                <a:gd name="csY108" fmla="*/ 47295 h 99367"/>
                <a:gd name="csX109" fmla="*/ 5255 w 81691"/>
                <a:gd name="csY109" fmla="*/ 46817 h 99367"/>
                <a:gd name="csX110" fmla="*/ 5733 w 81691"/>
                <a:gd name="csY110" fmla="*/ 45384 h 99367"/>
                <a:gd name="csX111" fmla="*/ 5733 w 81691"/>
                <a:gd name="csY111" fmla="*/ 43474 h 99367"/>
                <a:gd name="csX112" fmla="*/ 6210 w 81691"/>
                <a:gd name="csY112" fmla="*/ 42518 h 99367"/>
                <a:gd name="csX113" fmla="*/ 7644 w 81691"/>
                <a:gd name="csY113" fmla="*/ 40607 h 99367"/>
                <a:gd name="csX114" fmla="*/ 9077 w 81691"/>
                <a:gd name="csY114" fmla="*/ 38218 h 99367"/>
                <a:gd name="csX115" fmla="*/ 9555 w 81691"/>
                <a:gd name="csY115" fmla="*/ 35830 h 99367"/>
                <a:gd name="csX116" fmla="*/ 10032 w 81691"/>
                <a:gd name="csY116" fmla="*/ 33919 h 99367"/>
                <a:gd name="csX117" fmla="*/ 10032 w 81691"/>
                <a:gd name="csY117" fmla="*/ 33441 h 99367"/>
                <a:gd name="csX118" fmla="*/ 9077 w 81691"/>
                <a:gd name="csY118" fmla="*/ 32963 h 99367"/>
                <a:gd name="csX119" fmla="*/ 7644 w 81691"/>
                <a:gd name="csY119" fmla="*/ 32486 h 99367"/>
                <a:gd name="csX120" fmla="*/ 5733 w 81691"/>
                <a:gd name="csY120" fmla="*/ 32963 h 99367"/>
                <a:gd name="csX121" fmla="*/ 3822 w 81691"/>
                <a:gd name="csY121" fmla="*/ 33919 h 99367"/>
                <a:gd name="csX122" fmla="*/ 3344 w 81691"/>
                <a:gd name="csY122" fmla="*/ 33919 h 99367"/>
                <a:gd name="csX123" fmla="*/ 2867 w 81691"/>
                <a:gd name="csY123" fmla="*/ 32963 h 99367"/>
                <a:gd name="csX124" fmla="*/ 3344 w 81691"/>
                <a:gd name="csY124" fmla="*/ 32486 h 99367"/>
                <a:gd name="csX125" fmla="*/ 3822 w 81691"/>
                <a:gd name="csY125" fmla="*/ 32486 h 99367"/>
                <a:gd name="csX126" fmla="*/ 4300 w 81691"/>
                <a:gd name="csY126" fmla="*/ 32486 h 99367"/>
                <a:gd name="csX127" fmla="*/ 4777 w 81691"/>
                <a:gd name="csY127" fmla="*/ 32486 h 99367"/>
                <a:gd name="csX128" fmla="*/ 4777 w 81691"/>
                <a:gd name="csY128" fmla="*/ 32486 h 99367"/>
                <a:gd name="csX129" fmla="*/ 5255 w 81691"/>
                <a:gd name="csY129" fmla="*/ 31052 h 99367"/>
                <a:gd name="csX130" fmla="*/ 4300 w 81691"/>
                <a:gd name="csY130" fmla="*/ 26753 h 99367"/>
                <a:gd name="csX131" fmla="*/ 5733 w 81691"/>
                <a:gd name="csY131" fmla="*/ 26275 h 99367"/>
                <a:gd name="csX132" fmla="*/ 5733 w 81691"/>
                <a:gd name="csY132" fmla="*/ 25798 h 99367"/>
                <a:gd name="csX133" fmla="*/ 5733 w 81691"/>
                <a:gd name="csY133" fmla="*/ 25320 h 99367"/>
                <a:gd name="csX134" fmla="*/ 7166 w 81691"/>
                <a:gd name="csY134" fmla="*/ 26275 h 99367"/>
                <a:gd name="csX135" fmla="*/ 9077 w 81691"/>
                <a:gd name="csY135" fmla="*/ 26275 h 99367"/>
                <a:gd name="csX136" fmla="*/ 10510 w 81691"/>
                <a:gd name="csY136" fmla="*/ 25798 h 99367"/>
                <a:gd name="csX137" fmla="*/ 10988 w 81691"/>
                <a:gd name="csY137" fmla="*/ 25798 h 99367"/>
                <a:gd name="csX138" fmla="*/ 10988 w 81691"/>
                <a:gd name="csY138" fmla="*/ 25320 h 99367"/>
                <a:gd name="csX139" fmla="*/ 10988 w 81691"/>
                <a:gd name="csY139" fmla="*/ 24842 h 99367"/>
                <a:gd name="csX140" fmla="*/ 10510 w 81691"/>
                <a:gd name="csY140" fmla="*/ 24364 h 99367"/>
                <a:gd name="csX141" fmla="*/ 10510 w 81691"/>
                <a:gd name="csY141" fmla="*/ 24364 h 99367"/>
                <a:gd name="csX142" fmla="*/ 10032 w 81691"/>
                <a:gd name="csY142" fmla="*/ 23886 h 99367"/>
                <a:gd name="csX143" fmla="*/ 9555 w 81691"/>
                <a:gd name="csY143" fmla="*/ 23409 h 99367"/>
                <a:gd name="csX144" fmla="*/ 8599 w 81691"/>
                <a:gd name="csY144" fmla="*/ 23409 h 99367"/>
                <a:gd name="csX145" fmla="*/ 4777 w 81691"/>
                <a:gd name="csY145" fmla="*/ 21976 h 99367"/>
                <a:gd name="csX146" fmla="*/ 3344 w 81691"/>
                <a:gd name="csY146" fmla="*/ 20065 h 99367"/>
                <a:gd name="csX147" fmla="*/ 3344 w 81691"/>
                <a:gd name="csY147" fmla="*/ 18632 h 99367"/>
                <a:gd name="csX148" fmla="*/ 3822 w 81691"/>
                <a:gd name="csY148" fmla="*/ 17676 h 99367"/>
                <a:gd name="csX149" fmla="*/ 4300 w 81691"/>
                <a:gd name="csY149" fmla="*/ 17198 h 99367"/>
                <a:gd name="csX150" fmla="*/ 4300 w 81691"/>
                <a:gd name="csY150" fmla="*/ 16721 h 99367"/>
                <a:gd name="csX151" fmla="*/ 1911 w 81691"/>
                <a:gd name="csY151" fmla="*/ 16243 h 99367"/>
                <a:gd name="csX152" fmla="*/ 1433 w 81691"/>
                <a:gd name="csY152" fmla="*/ 14810 h 99367"/>
                <a:gd name="csX153" fmla="*/ 1911 w 81691"/>
                <a:gd name="csY153" fmla="*/ 13376 h 99367"/>
                <a:gd name="csX154" fmla="*/ 956 w 81691"/>
                <a:gd name="csY154" fmla="*/ 10510 h 99367"/>
                <a:gd name="csX155" fmla="*/ 0 w 81691"/>
                <a:gd name="csY155" fmla="*/ 8599 h 99367"/>
                <a:gd name="csX156" fmla="*/ 956 w 81691"/>
                <a:gd name="csY156" fmla="*/ 8121 h 99367"/>
                <a:gd name="csX157" fmla="*/ 956 w 81691"/>
                <a:gd name="csY157" fmla="*/ 6688 h 99367"/>
                <a:gd name="csX158" fmla="*/ 956 w 81691"/>
                <a:gd name="csY158" fmla="*/ 6210 h 99367"/>
                <a:gd name="csX159" fmla="*/ 956 w 81691"/>
                <a:gd name="csY159" fmla="*/ 6210 h 99367"/>
                <a:gd name="csX160" fmla="*/ 1433 w 81691"/>
                <a:gd name="csY160" fmla="*/ 6210 h 99367"/>
                <a:gd name="csX161" fmla="*/ 3344 w 81691"/>
                <a:gd name="csY161" fmla="*/ 5733 h 99367"/>
                <a:gd name="csX162" fmla="*/ 3822 w 81691"/>
                <a:gd name="csY162" fmla="*/ 4777 h 99367"/>
                <a:gd name="csX163" fmla="*/ 4300 w 81691"/>
                <a:gd name="csY163" fmla="*/ 4300 h 99367"/>
                <a:gd name="csX164" fmla="*/ 4777 w 81691"/>
                <a:gd name="csY164" fmla="*/ 4300 h 99367"/>
                <a:gd name="csX165" fmla="*/ 5733 w 81691"/>
                <a:gd name="csY165" fmla="*/ 4777 h 99367"/>
                <a:gd name="csX166" fmla="*/ 7166 w 81691"/>
                <a:gd name="csY166" fmla="*/ 4777 h 99367"/>
                <a:gd name="csX167" fmla="*/ 8599 w 81691"/>
                <a:gd name="csY167" fmla="*/ 4300 h 99367"/>
                <a:gd name="csX168" fmla="*/ 9555 w 81691"/>
                <a:gd name="csY168" fmla="*/ 3822 h 99367"/>
                <a:gd name="csX169" fmla="*/ 10988 w 81691"/>
                <a:gd name="csY169" fmla="*/ 3344 h 99367"/>
                <a:gd name="csX170" fmla="*/ 11466 w 81691"/>
                <a:gd name="csY170" fmla="*/ 2867 h 99367"/>
                <a:gd name="csX171" fmla="*/ 11943 w 81691"/>
                <a:gd name="csY171" fmla="*/ 2389 h 99367"/>
                <a:gd name="csX172" fmla="*/ 13376 w 81691"/>
                <a:gd name="csY172" fmla="*/ 478 h 99367"/>
                <a:gd name="csX173" fmla="*/ 15287 w 81691"/>
                <a:gd name="csY173" fmla="*/ 0 h 99367"/>
                <a:gd name="csX174" fmla="*/ 17198 w 81691"/>
                <a:gd name="csY174" fmla="*/ 478 h 99367"/>
                <a:gd name="csX175" fmla="*/ 20065 w 81691"/>
                <a:gd name="csY175" fmla="*/ 956 h 99367"/>
                <a:gd name="csX176" fmla="*/ 21498 w 81691"/>
                <a:gd name="csY176" fmla="*/ 478 h 99367"/>
                <a:gd name="csX177" fmla="*/ 26275 w 81691"/>
                <a:gd name="csY177" fmla="*/ 956 h 99367"/>
                <a:gd name="csX178" fmla="*/ 27231 w 81691"/>
                <a:gd name="csY178" fmla="*/ 1433 h 99367"/>
                <a:gd name="csX179" fmla="*/ 27708 w 81691"/>
                <a:gd name="csY179" fmla="*/ 1911 h 99367"/>
                <a:gd name="csX180" fmla="*/ 28664 w 81691"/>
                <a:gd name="csY180" fmla="*/ 3344 h 99367"/>
                <a:gd name="csX181" fmla="*/ 30097 w 81691"/>
                <a:gd name="csY181" fmla="*/ 5255 h 99367"/>
                <a:gd name="csX182" fmla="*/ 31530 w 81691"/>
                <a:gd name="csY182" fmla="*/ 6210 h 99367"/>
                <a:gd name="csX183" fmla="*/ 33441 w 81691"/>
                <a:gd name="csY183" fmla="*/ 7166 h 99367"/>
                <a:gd name="csX184" fmla="*/ 34397 w 81691"/>
                <a:gd name="csY184" fmla="*/ 8121 h 99367"/>
                <a:gd name="csX185" fmla="*/ 35830 w 81691"/>
                <a:gd name="csY185" fmla="*/ 10510 h 99367"/>
                <a:gd name="csX186" fmla="*/ 36785 w 81691"/>
                <a:gd name="csY186" fmla="*/ 11466 h 99367"/>
                <a:gd name="csX187" fmla="*/ 37263 w 81691"/>
                <a:gd name="csY187" fmla="*/ 11466 h 99367"/>
                <a:gd name="csX188" fmla="*/ 37741 w 81691"/>
                <a:gd name="csY188" fmla="*/ 10988 h 99367"/>
                <a:gd name="csX189" fmla="*/ 37741 w 81691"/>
                <a:gd name="csY189" fmla="*/ 10988 h 99367"/>
                <a:gd name="csX190" fmla="*/ 38218 w 81691"/>
                <a:gd name="csY190" fmla="*/ 10988 h 99367"/>
                <a:gd name="csX191" fmla="*/ 38218 w 81691"/>
                <a:gd name="csY191" fmla="*/ 11943 h 99367"/>
                <a:gd name="csX192" fmla="*/ 38218 w 81691"/>
                <a:gd name="csY192" fmla="*/ 13376 h 99367"/>
                <a:gd name="csX193" fmla="*/ 38218 w 81691"/>
                <a:gd name="csY193" fmla="*/ 14810 h 99367"/>
                <a:gd name="csX194" fmla="*/ 38218 w 81691"/>
                <a:gd name="csY194" fmla="*/ 16721 h 99367"/>
                <a:gd name="csX195" fmla="*/ 38696 w 81691"/>
                <a:gd name="csY195" fmla="*/ 17198 h 99367"/>
                <a:gd name="csX196" fmla="*/ 38218 w 81691"/>
                <a:gd name="csY196" fmla="*/ 17676 h 99367"/>
                <a:gd name="csX197" fmla="*/ 38218 w 81691"/>
                <a:gd name="csY197" fmla="*/ 18154 h 99367"/>
                <a:gd name="csX198" fmla="*/ 38696 w 81691"/>
                <a:gd name="csY198" fmla="*/ 18154 h 99367"/>
                <a:gd name="csX199" fmla="*/ 40129 w 81691"/>
                <a:gd name="csY199" fmla="*/ 19587 h 99367"/>
                <a:gd name="csX200" fmla="*/ 41563 w 81691"/>
                <a:gd name="csY200" fmla="*/ 21020 h 99367"/>
                <a:gd name="csX201" fmla="*/ 42996 w 81691"/>
                <a:gd name="csY201" fmla="*/ 21976 h 99367"/>
                <a:gd name="csX202" fmla="*/ 44907 w 81691"/>
                <a:gd name="csY202" fmla="*/ 22931 h 99367"/>
                <a:gd name="csX203" fmla="*/ 45862 w 81691"/>
                <a:gd name="csY203" fmla="*/ 22931 h 99367"/>
                <a:gd name="csX204" fmla="*/ 47295 w 81691"/>
                <a:gd name="csY204" fmla="*/ 24364 h 99367"/>
                <a:gd name="csX205" fmla="*/ 50162 w 81691"/>
                <a:gd name="csY205" fmla="*/ 25320 h 99367"/>
                <a:gd name="csX206" fmla="*/ 51117 w 81691"/>
                <a:gd name="csY206" fmla="*/ 25320 h 99367"/>
                <a:gd name="csX207" fmla="*/ 52073 w 81691"/>
                <a:gd name="csY207" fmla="*/ 25798 h 99367"/>
                <a:gd name="csX208" fmla="*/ 52550 w 81691"/>
                <a:gd name="csY208" fmla="*/ 26753 h 99367"/>
                <a:gd name="csX209" fmla="*/ 52550 w 81691"/>
                <a:gd name="csY209" fmla="*/ 27231 h 99367"/>
                <a:gd name="csX210" fmla="*/ 52073 w 81691"/>
                <a:gd name="csY210" fmla="*/ 27708 h 99367"/>
                <a:gd name="csX211" fmla="*/ 51117 w 81691"/>
                <a:gd name="csY211" fmla="*/ 28664 h 99367"/>
                <a:gd name="csX212" fmla="*/ 51117 w 81691"/>
                <a:gd name="csY212" fmla="*/ 29619 h 99367"/>
                <a:gd name="csX213" fmla="*/ 50639 w 81691"/>
                <a:gd name="csY213" fmla="*/ 29619 h 99367"/>
                <a:gd name="csX214" fmla="*/ 50162 w 81691"/>
                <a:gd name="csY214" fmla="*/ 30097 h 99367"/>
                <a:gd name="csX215" fmla="*/ 49684 w 81691"/>
                <a:gd name="csY215" fmla="*/ 30097 h 99367"/>
                <a:gd name="csX216" fmla="*/ 49684 w 81691"/>
                <a:gd name="csY216" fmla="*/ 30575 h 99367"/>
                <a:gd name="csX217" fmla="*/ 50162 w 81691"/>
                <a:gd name="csY217" fmla="*/ 31052 h 99367"/>
                <a:gd name="csX218" fmla="*/ 51117 w 81691"/>
                <a:gd name="csY218" fmla="*/ 31530 h 99367"/>
                <a:gd name="csX219" fmla="*/ 52073 w 81691"/>
                <a:gd name="csY219" fmla="*/ 32008 h 99367"/>
                <a:gd name="csX220" fmla="*/ 53506 w 81691"/>
                <a:gd name="csY220" fmla="*/ 32486 h 99367"/>
                <a:gd name="csX221" fmla="*/ 53506 w 81691"/>
                <a:gd name="csY221" fmla="*/ 32963 h 99367"/>
                <a:gd name="csX222" fmla="*/ 53028 w 81691"/>
                <a:gd name="csY222" fmla="*/ 33441 h 99367"/>
                <a:gd name="csX223" fmla="*/ 51595 w 81691"/>
                <a:gd name="csY223" fmla="*/ 33441 h 99367"/>
                <a:gd name="csX224" fmla="*/ 50162 w 81691"/>
                <a:gd name="csY224" fmla="*/ 33919 h 99367"/>
                <a:gd name="csX225" fmla="*/ 49684 w 81691"/>
                <a:gd name="csY225" fmla="*/ 33919 h 99367"/>
                <a:gd name="csX226" fmla="*/ 49684 w 81691"/>
                <a:gd name="csY226" fmla="*/ 34874 h 99367"/>
                <a:gd name="csX227" fmla="*/ 53028 w 81691"/>
                <a:gd name="csY227" fmla="*/ 35830 h 99367"/>
                <a:gd name="csX228" fmla="*/ 54461 w 81691"/>
                <a:gd name="csY228" fmla="*/ 36785 h 99367"/>
                <a:gd name="csX229" fmla="*/ 55417 w 81691"/>
                <a:gd name="csY229" fmla="*/ 37741 h 99367"/>
                <a:gd name="csX230" fmla="*/ 57328 w 81691"/>
                <a:gd name="csY230" fmla="*/ 38696 h 99367"/>
                <a:gd name="csX231" fmla="*/ 60672 w 81691"/>
                <a:gd name="csY231" fmla="*/ 38696 h 99367"/>
                <a:gd name="csX232" fmla="*/ 63060 w 81691"/>
                <a:gd name="csY232" fmla="*/ 40129 h 99367"/>
                <a:gd name="csX233" fmla="*/ 64493 w 81691"/>
                <a:gd name="csY233" fmla="*/ 42040 h 99367"/>
                <a:gd name="csX234" fmla="*/ 66405 w 81691"/>
                <a:gd name="csY234" fmla="*/ 41563 h 99367"/>
                <a:gd name="csX235" fmla="*/ 69271 w 81691"/>
                <a:gd name="csY235" fmla="*/ 38696 h 99367"/>
                <a:gd name="csX236" fmla="*/ 72615 w 81691"/>
                <a:gd name="csY236" fmla="*/ 37741 h 99367"/>
                <a:gd name="csX237" fmla="*/ 75481 w 81691"/>
                <a:gd name="csY237" fmla="*/ 39174 h 99367"/>
                <a:gd name="csX238" fmla="*/ 76915 w 81691"/>
                <a:gd name="csY238" fmla="*/ 40607 h 99367"/>
                <a:gd name="csX239" fmla="*/ 76915 w 81691"/>
                <a:gd name="csY239" fmla="*/ 41563 h 99367"/>
                <a:gd name="csX240" fmla="*/ 76437 w 81691"/>
                <a:gd name="csY240" fmla="*/ 41563 h 99367"/>
                <a:gd name="csX241" fmla="*/ 75004 w 81691"/>
                <a:gd name="csY241" fmla="*/ 41563 h 99367"/>
                <a:gd name="csX242" fmla="*/ 73570 w 81691"/>
                <a:gd name="csY242" fmla="*/ 42040 h 99367"/>
                <a:gd name="csX243" fmla="*/ 72615 w 81691"/>
                <a:gd name="csY243" fmla="*/ 43474 h 99367"/>
                <a:gd name="csX244" fmla="*/ 72137 w 81691"/>
                <a:gd name="csY244" fmla="*/ 44907 h 99367"/>
                <a:gd name="csX245" fmla="*/ 73093 w 81691"/>
                <a:gd name="csY245" fmla="*/ 46340 h 99367"/>
                <a:gd name="csX246" fmla="*/ 74048 w 81691"/>
                <a:gd name="csY246" fmla="*/ 47295 h 99367"/>
                <a:gd name="csX247" fmla="*/ 75481 w 81691"/>
                <a:gd name="csY247" fmla="*/ 47773 h 99367"/>
                <a:gd name="csX248" fmla="*/ 75959 w 81691"/>
                <a:gd name="csY248" fmla="*/ 48728 h 99367"/>
                <a:gd name="csX249" fmla="*/ 75959 w 81691"/>
                <a:gd name="csY249" fmla="*/ 49684 h 99367"/>
                <a:gd name="csX250" fmla="*/ 76437 w 81691"/>
                <a:gd name="csY250" fmla="*/ 49684 h 99367"/>
                <a:gd name="csX251" fmla="*/ 75959 w 81691"/>
                <a:gd name="csY251" fmla="*/ 50162 h 99367"/>
                <a:gd name="csX252" fmla="*/ 75004 w 81691"/>
                <a:gd name="csY252" fmla="*/ 51117 h 99367"/>
                <a:gd name="csX253" fmla="*/ 74526 w 81691"/>
                <a:gd name="csY253" fmla="*/ 52073 h 99367"/>
                <a:gd name="csX254" fmla="*/ 74526 w 81691"/>
                <a:gd name="csY254" fmla="*/ 53983 h 99367"/>
                <a:gd name="csX255" fmla="*/ 71659 w 81691"/>
                <a:gd name="csY255" fmla="*/ 55417 h 99367"/>
                <a:gd name="csX256" fmla="*/ 70704 w 81691"/>
                <a:gd name="csY256" fmla="*/ 55417 h 99367"/>
                <a:gd name="csX257" fmla="*/ 70226 w 81691"/>
                <a:gd name="csY257" fmla="*/ 56372 h 99367"/>
                <a:gd name="csX258" fmla="*/ 69749 w 81691"/>
                <a:gd name="csY258" fmla="*/ 59239 h 99367"/>
                <a:gd name="csX259" fmla="*/ 69749 w 81691"/>
                <a:gd name="csY259" fmla="*/ 61149 h 99367"/>
                <a:gd name="csX260" fmla="*/ 70226 w 81691"/>
                <a:gd name="csY260" fmla="*/ 62583 h 99367"/>
                <a:gd name="csX261" fmla="*/ 70226 w 81691"/>
                <a:gd name="csY261" fmla="*/ 63060 h 99367"/>
                <a:gd name="csX262" fmla="*/ 71182 w 81691"/>
                <a:gd name="csY262" fmla="*/ 64016 h 99367"/>
                <a:gd name="csX263" fmla="*/ 72137 w 81691"/>
                <a:gd name="csY263" fmla="*/ 65927 h 99367"/>
                <a:gd name="csX264" fmla="*/ 72615 w 81691"/>
                <a:gd name="csY264" fmla="*/ 67838 h 99367"/>
                <a:gd name="csX265" fmla="*/ 73570 w 81691"/>
                <a:gd name="csY265" fmla="*/ 69749 h 99367"/>
                <a:gd name="csX266" fmla="*/ 76437 w 81691"/>
                <a:gd name="csY266" fmla="*/ 71182 h 99367"/>
                <a:gd name="csX267" fmla="*/ 77870 w 81691"/>
                <a:gd name="csY267" fmla="*/ 72137 h 99367"/>
                <a:gd name="csX268" fmla="*/ 78825 w 81691"/>
                <a:gd name="csY268" fmla="*/ 73570 h 99367"/>
                <a:gd name="csX269" fmla="*/ 79781 w 81691"/>
                <a:gd name="csY269" fmla="*/ 74526 h 99367"/>
                <a:gd name="csX270" fmla="*/ 81692 w 81691"/>
                <a:gd name="csY270" fmla="*/ 75959 h 99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</a:cxnLst>
              <a:rect l="l" t="t" r="r" b="b"/>
              <a:pathLst>
                <a:path w="81691" h="99367">
                  <a:moveTo>
                    <a:pt x="81692" y="75959"/>
                  </a:moveTo>
                  <a:lnTo>
                    <a:pt x="81692" y="77392"/>
                  </a:lnTo>
                  <a:lnTo>
                    <a:pt x="81214" y="78348"/>
                  </a:lnTo>
                  <a:lnTo>
                    <a:pt x="80736" y="78825"/>
                  </a:lnTo>
                  <a:lnTo>
                    <a:pt x="79781" y="80258"/>
                  </a:lnTo>
                  <a:lnTo>
                    <a:pt x="78348" y="81214"/>
                  </a:lnTo>
                  <a:lnTo>
                    <a:pt x="76437" y="83603"/>
                  </a:lnTo>
                  <a:lnTo>
                    <a:pt x="73570" y="83603"/>
                  </a:lnTo>
                  <a:lnTo>
                    <a:pt x="73093" y="84081"/>
                  </a:lnTo>
                  <a:lnTo>
                    <a:pt x="71659" y="84558"/>
                  </a:lnTo>
                  <a:lnTo>
                    <a:pt x="71182" y="85991"/>
                  </a:lnTo>
                  <a:lnTo>
                    <a:pt x="71659" y="86947"/>
                  </a:lnTo>
                  <a:lnTo>
                    <a:pt x="71659" y="87902"/>
                  </a:lnTo>
                  <a:lnTo>
                    <a:pt x="71182" y="89813"/>
                  </a:lnTo>
                  <a:lnTo>
                    <a:pt x="72137" y="92202"/>
                  </a:lnTo>
                  <a:lnTo>
                    <a:pt x="73093" y="93157"/>
                  </a:lnTo>
                  <a:lnTo>
                    <a:pt x="73093" y="93635"/>
                  </a:lnTo>
                  <a:lnTo>
                    <a:pt x="73093" y="94590"/>
                  </a:lnTo>
                  <a:lnTo>
                    <a:pt x="71182" y="96501"/>
                  </a:lnTo>
                  <a:lnTo>
                    <a:pt x="70704" y="97457"/>
                  </a:lnTo>
                  <a:lnTo>
                    <a:pt x="69271" y="97935"/>
                  </a:lnTo>
                  <a:lnTo>
                    <a:pt x="68793" y="97457"/>
                  </a:lnTo>
                  <a:lnTo>
                    <a:pt x="67838" y="96979"/>
                  </a:lnTo>
                  <a:lnTo>
                    <a:pt x="67360" y="96501"/>
                  </a:lnTo>
                  <a:lnTo>
                    <a:pt x="65449" y="97457"/>
                  </a:lnTo>
                  <a:lnTo>
                    <a:pt x="63538" y="97935"/>
                  </a:lnTo>
                  <a:lnTo>
                    <a:pt x="62105" y="97457"/>
                  </a:lnTo>
                  <a:lnTo>
                    <a:pt x="60672" y="97457"/>
                  </a:lnTo>
                  <a:lnTo>
                    <a:pt x="59716" y="97935"/>
                  </a:lnTo>
                  <a:lnTo>
                    <a:pt x="58761" y="97935"/>
                  </a:lnTo>
                  <a:lnTo>
                    <a:pt x="57328" y="98890"/>
                  </a:lnTo>
                  <a:lnTo>
                    <a:pt x="54939" y="99368"/>
                  </a:lnTo>
                  <a:lnTo>
                    <a:pt x="53983" y="99368"/>
                  </a:lnTo>
                  <a:lnTo>
                    <a:pt x="53506" y="98412"/>
                  </a:lnTo>
                  <a:lnTo>
                    <a:pt x="53028" y="97457"/>
                  </a:lnTo>
                  <a:lnTo>
                    <a:pt x="53028" y="96979"/>
                  </a:lnTo>
                  <a:lnTo>
                    <a:pt x="54939" y="96024"/>
                  </a:lnTo>
                  <a:lnTo>
                    <a:pt x="54939" y="95068"/>
                  </a:lnTo>
                  <a:lnTo>
                    <a:pt x="57328" y="90769"/>
                  </a:lnTo>
                  <a:lnTo>
                    <a:pt x="57805" y="89335"/>
                  </a:lnTo>
                  <a:lnTo>
                    <a:pt x="57805" y="88858"/>
                  </a:lnTo>
                  <a:lnTo>
                    <a:pt x="56850" y="88858"/>
                  </a:lnTo>
                  <a:lnTo>
                    <a:pt x="55894" y="88858"/>
                  </a:lnTo>
                  <a:lnTo>
                    <a:pt x="50639" y="86947"/>
                  </a:lnTo>
                  <a:lnTo>
                    <a:pt x="50639" y="85036"/>
                  </a:lnTo>
                  <a:lnTo>
                    <a:pt x="49206" y="84081"/>
                  </a:lnTo>
                  <a:lnTo>
                    <a:pt x="47295" y="83125"/>
                  </a:lnTo>
                  <a:lnTo>
                    <a:pt x="47295" y="81692"/>
                  </a:lnTo>
                  <a:lnTo>
                    <a:pt x="45384" y="79781"/>
                  </a:lnTo>
                  <a:lnTo>
                    <a:pt x="43951" y="78348"/>
                  </a:lnTo>
                  <a:lnTo>
                    <a:pt x="42040" y="77870"/>
                  </a:lnTo>
                  <a:lnTo>
                    <a:pt x="40607" y="76915"/>
                  </a:lnTo>
                  <a:lnTo>
                    <a:pt x="39651" y="76437"/>
                  </a:lnTo>
                  <a:lnTo>
                    <a:pt x="39174" y="75481"/>
                  </a:lnTo>
                  <a:lnTo>
                    <a:pt x="39174" y="75004"/>
                  </a:lnTo>
                  <a:lnTo>
                    <a:pt x="38696" y="74526"/>
                  </a:lnTo>
                  <a:lnTo>
                    <a:pt x="38218" y="74526"/>
                  </a:lnTo>
                  <a:lnTo>
                    <a:pt x="36785" y="75004"/>
                  </a:lnTo>
                  <a:lnTo>
                    <a:pt x="35352" y="75959"/>
                  </a:lnTo>
                  <a:lnTo>
                    <a:pt x="34874" y="76437"/>
                  </a:lnTo>
                  <a:lnTo>
                    <a:pt x="35352" y="77392"/>
                  </a:lnTo>
                  <a:lnTo>
                    <a:pt x="35830" y="78348"/>
                  </a:lnTo>
                  <a:lnTo>
                    <a:pt x="35830" y="79303"/>
                  </a:lnTo>
                  <a:lnTo>
                    <a:pt x="35352" y="79781"/>
                  </a:lnTo>
                  <a:lnTo>
                    <a:pt x="32486" y="82170"/>
                  </a:lnTo>
                  <a:lnTo>
                    <a:pt x="32008" y="82647"/>
                  </a:lnTo>
                  <a:lnTo>
                    <a:pt x="32486" y="83603"/>
                  </a:lnTo>
                  <a:lnTo>
                    <a:pt x="32008" y="84081"/>
                  </a:lnTo>
                  <a:lnTo>
                    <a:pt x="29619" y="85036"/>
                  </a:lnTo>
                  <a:lnTo>
                    <a:pt x="29619" y="84558"/>
                  </a:lnTo>
                  <a:lnTo>
                    <a:pt x="29619" y="83603"/>
                  </a:lnTo>
                  <a:lnTo>
                    <a:pt x="28186" y="82170"/>
                  </a:lnTo>
                  <a:lnTo>
                    <a:pt x="26275" y="81692"/>
                  </a:lnTo>
                  <a:lnTo>
                    <a:pt x="21976" y="78825"/>
                  </a:lnTo>
                  <a:lnTo>
                    <a:pt x="20065" y="78348"/>
                  </a:lnTo>
                  <a:lnTo>
                    <a:pt x="18632" y="77870"/>
                  </a:lnTo>
                  <a:lnTo>
                    <a:pt x="16243" y="76915"/>
                  </a:lnTo>
                  <a:lnTo>
                    <a:pt x="15287" y="76437"/>
                  </a:lnTo>
                  <a:lnTo>
                    <a:pt x="13854" y="75481"/>
                  </a:lnTo>
                  <a:lnTo>
                    <a:pt x="11466" y="72137"/>
                  </a:lnTo>
                  <a:lnTo>
                    <a:pt x="9077" y="70704"/>
                  </a:lnTo>
                  <a:lnTo>
                    <a:pt x="7644" y="69749"/>
                  </a:lnTo>
                  <a:lnTo>
                    <a:pt x="7166" y="68793"/>
                  </a:lnTo>
                  <a:lnTo>
                    <a:pt x="6688" y="67838"/>
                  </a:lnTo>
                  <a:lnTo>
                    <a:pt x="6688" y="67360"/>
                  </a:lnTo>
                  <a:lnTo>
                    <a:pt x="8121" y="66405"/>
                  </a:lnTo>
                  <a:lnTo>
                    <a:pt x="9077" y="65927"/>
                  </a:lnTo>
                  <a:lnTo>
                    <a:pt x="10032" y="65927"/>
                  </a:lnTo>
                  <a:lnTo>
                    <a:pt x="10988" y="66882"/>
                  </a:lnTo>
                  <a:lnTo>
                    <a:pt x="11943" y="66882"/>
                  </a:lnTo>
                  <a:lnTo>
                    <a:pt x="12421" y="65927"/>
                  </a:lnTo>
                  <a:lnTo>
                    <a:pt x="12899" y="64971"/>
                  </a:lnTo>
                  <a:lnTo>
                    <a:pt x="12899" y="63060"/>
                  </a:lnTo>
                  <a:lnTo>
                    <a:pt x="10510" y="59716"/>
                  </a:lnTo>
                  <a:lnTo>
                    <a:pt x="8121" y="57328"/>
                  </a:lnTo>
                  <a:lnTo>
                    <a:pt x="8121" y="56850"/>
                  </a:lnTo>
                  <a:lnTo>
                    <a:pt x="8599" y="56372"/>
                  </a:lnTo>
                  <a:lnTo>
                    <a:pt x="9077" y="55894"/>
                  </a:lnTo>
                  <a:lnTo>
                    <a:pt x="10032" y="56372"/>
                  </a:lnTo>
                  <a:lnTo>
                    <a:pt x="11943" y="56372"/>
                  </a:lnTo>
                  <a:lnTo>
                    <a:pt x="13854" y="55894"/>
                  </a:lnTo>
                  <a:lnTo>
                    <a:pt x="14810" y="55417"/>
                  </a:lnTo>
                  <a:lnTo>
                    <a:pt x="14810" y="54939"/>
                  </a:lnTo>
                  <a:lnTo>
                    <a:pt x="13854" y="53983"/>
                  </a:lnTo>
                  <a:lnTo>
                    <a:pt x="11466" y="52073"/>
                  </a:lnTo>
                  <a:lnTo>
                    <a:pt x="9555" y="50162"/>
                  </a:lnTo>
                  <a:lnTo>
                    <a:pt x="7644" y="48728"/>
                  </a:lnTo>
                  <a:lnTo>
                    <a:pt x="6210" y="48251"/>
                  </a:lnTo>
                  <a:lnTo>
                    <a:pt x="5733" y="47295"/>
                  </a:lnTo>
                  <a:lnTo>
                    <a:pt x="5255" y="46817"/>
                  </a:lnTo>
                  <a:lnTo>
                    <a:pt x="5733" y="45384"/>
                  </a:lnTo>
                  <a:lnTo>
                    <a:pt x="5733" y="43474"/>
                  </a:lnTo>
                  <a:lnTo>
                    <a:pt x="6210" y="42518"/>
                  </a:lnTo>
                  <a:lnTo>
                    <a:pt x="7644" y="40607"/>
                  </a:lnTo>
                  <a:lnTo>
                    <a:pt x="9077" y="38218"/>
                  </a:lnTo>
                  <a:lnTo>
                    <a:pt x="9555" y="35830"/>
                  </a:lnTo>
                  <a:lnTo>
                    <a:pt x="10032" y="33919"/>
                  </a:lnTo>
                  <a:lnTo>
                    <a:pt x="10032" y="33441"/>
                  </a:lnTo>
                  <a:lnTo>
                    <a:pt x="9077" y="32963"/>
                  </a:lnTo>
                  <a:lnTo>
                    <a:pt x="7644" y="32486"/>
                  </a:lnTo>
                  <a:lnTo>
                    <a:pt x="5733" y="32963"/>
                  </a:lnTo>
                  <a:lnTo>
                    <a:pt x="3822" y="33919"/>
                  </a:lnTo>
                  <a:lnTo>
                    <a:pt x="3344" y="33919"/>
                  </a:lnTo>
                  <a:lnTo>
                    <a:pt x="2867" y="32963"/>
                  </a:lnTo>
                  <a:lnTo>
                    <a:pt x="3344" y="32486"/>
                  </a:lnTo>
                  <a:lnTo>
                    <a:pt x="3822" y="32486"/>
                  </a:lnTo>
                  <a:lnTo>
                    <a:pt x="4300" y="32486"/>
                  </a:lnTo>
                  <a:lnTo>
                    <a:pt x="4777" y="32486"/>
                  </a:lnTo>
                  <a:lnTo>
                    <a:pt x="4777" y="32486"/>
                  </a:lnTo>
                  <a:lnTo>
                    <a:pt x="5255" y="31052"/>
                  </a:lnTo>
                  <a:lnTo>
                    <a:pt x="4300" y="26753"/>
                  </a:lnTo>
                  <a:lnTo>
                    <a:pt x="5733" y="26275"/>
                  </a:lnTo>
                  <a:lnTo>
                    <a:pt x="5733" y="25798"/>
                  </a:lnTo>
                  <a:lnTo>
                    <a:pt x="5733" y="25320"/>
                  </a:lnTo>
                  <a:lnTo>
                    <a:pt x="7166" y="26275"/>
                  </a:lnTo>
                  <a:lnTo>
                    <a:pt x="9077" y="26275"/>
                  </a:lnTo>
                  <a:lnTo>
                    <a:pt x="10510" y="25798"/>
                  </a:lnTo>
                  <a:lnTo>
                    <a:pt x="10988" y="25798"/>
                  </a:lnTo>
                  <a:lnTo>
                    <a:pt x="10988" y="25320"/>
                  </a:lnTo>
                  <a:lnTo>
                    <a:pt x="10988" y="24842"/>
                  </a:lnTo>
                  <a:lnTo>
                    <a:pt x="10510" y="24364"/>
                  </a:lnTo>
                  <a:lnTo>
                    <a:pt x="10510" y="24364"/>
                  </a:lnTo>
                  <a:lnTo>
                    <a:pt x="10032" y="23886"/>
                  </a:lnTo>
                  <a:lnTo>
                    <a:pt x="9555" y="23409"/>
                  </a:lnTo>
                  <a:lnTo>
                    <a:pt x="8599" y="23409"/>
                  </a:lnTo>
                  <a:lnTo>
                    <a:pt x="4777" y="21976"/>
                  </a:lnTo>
                  <a:lnTo>
                    <a:pt x="3344" y="20065"/>
                  </a:lnTo>
                  <a:lnTo>
                    <a:pt x="3344" y="18632"/>
                  </a:lnTo>
                  <a:lnTo>
                    <a:pt x="3822" y="17676"/>
                  </a:lnTo>
                  <a:lnTo>
                    <a:pt x="4300" y="17198"/>
                  </a:lnTo>
                  <a:lnTo>
                    <a:pt x="4300" y="16721"/>
                  </a:lnTo>
                  <a:lnTo>
                    <a:pt x="1911" y="16243"/>
                  </a:lnTo>
                  <a:lnTo>
                    <a:pt x="1433" y="14810"/>
                  </a:lnTo>
                  <a:lnTo>
                    <a:pt x="1911" y="13376"/>
                  </a:lnTo>
                  <a:lnTo>
                    <a:pt x="956" y="10510"/>
                  </a:lnTo>
                  <a:lnTo>
                    <a:pt x="0" y="8599"/>
                  </a:lnTo>
                  <a:lnTo>
                    <a:pt x="956" y="8121"/>
                  </a:lnTo>
                  <a:lnTo>
                    <a:pt x="956" y="6688"/>
                  </a:lnTo>
                  <a:lnTo>
                    <a:pt x="956" y="6210"/>
                  </a:lnTo>
                  <a:lnTo>
                    <a:pt x="956" y="6210"/>
                  </a:lnTo>
                  <a:lnTo>
                    <a:pt x="1433" y="6210"/>
                  </a:lnTo>
                  <a:lnTo>
                    <a:pt x="3344" y="5733"/>
                  </a:lnTo>
                  <a:lnTo>
                    <a:pt x="3822" y="4777"/>
                  </a:lnTo>
                  <a:lnTo>
                    <a:pt x="4300" y="4300"/>
                  </a:lnTo>
                  <a:lnTo>
                    <a:pt x="4777" y="4300"/>
                  </a:lnTo>
                  <a:lnTo>
                    <a:pt x="5733" y="4777"/>
                  </a:lnTo>
                  <a:lnTo>
                    <a:pt x="7166" y="4777"/>
                  </a:lnTo>
                  <a:lnTo>
                    <a:pt x="8599" y="4300"/>
                  </a:lnTo>
                  <a:lnTo>
                    <a:pt x="9555" y="3822"/>
                  </a:lnTo>
                  <a:lnTo>
                    <a:pt x="10988" y="3344"/>
                  </a:lnTo>
                  <a:lnTo>
                    <a:pt x="11466" y="2867"/>
                  </a:lnTo>
                  <a:lnTo>
                    <a:pt x="11943" y="2389"/>
                  </a:lnTo>
                  <a:lnTo>
                    <a:pt x="13376" y="478"/>
                  </a:lnTo>
                  <a:lnTo>
                    <a:pt x="15287" y="0"/>
                  </a:lnTo>
                  <a:lnTo>
                    <a:pt x="17198" y="478"/>
                  </a:lnTo>
                  <a:lnTo>
                    <a:pt x="20065" y="956"/>
                  </a:lnTo>
                  <a:lnTo>
                    <a:pt x="21498" y="478"/>
                  </a:lnTo>
                  <a:lnTo>
                    <a:pt x="26275" y="956"/>
                  </a:lnTo>
                  <a:lnTo>
                    <a:pt x="27231" y="1433"/>
                  </a:lnTo>
                  <a:lnTo>
                    <a:pt x="27708" y="1911"/>
                  </a:lnTo>
                  <a:lnTo>
                    <a:pt x="28664" y="3344"/>
                  </a:lnTo>
                  <a:lnTo>
                    <a:pt x="30097" y="5255"/>
                  </a:lnTo>
                  <a:lnTo>
                    <a:pt x="31530" y="6210"/>
                  </a:lnTo>
                  <a:lnTo>
                    <a:pt x="33441" y="7166"/>
                  </a:lnTo>
                  <a:lnTo>
                    <a:pt x="34397" y="8121"/>
                  </a:lnTo>
                  <a:lnTo>
                    <a:pt x="35830" y="10510"/>
                  </a:lnTo>
                  <a:lnTo>
                    <a:pt x="36785" y="11466"/>
                  </a:lnTo>
                  <a:lnTo>
                    <a:pt x="37263" y="11466"/>
                  </a:lnTo>
                  <a:lnTo>
                    <a:pt x="37741" y="10988"/>
                  </a:lnTo>
                  <a:lnTo>
                    <a:pt x="37741" y="10988"/>
                  </a:lnTo>
                  <a:lnTo>
                    <a:pt x="38218" y="10988"/>
                  </a:lnTo>
                  <a:lnTo>
                    <a:pt x="38218" y="11943"/>
                  </a:lnTo>
                  <a:lnTo>
                    <a:pt x="38218" y="13376"/>
                  </a:lnTo>
                  <a:lnTo>
                    <a:pt x="38218" y="14810"/>
                  </a:lnTo>
                  <a:lnTo>
                    <a:pt x="38218" y="16721"/>
                  </a:lnTo>
                  <a:lnTo>
                    <a:pt x="38696" y="17198"/>
                  </a:lnTo>
                  <a:lnTo>
                    <a:pt x="38218" y="17676"/>
                  </a:lnTo>
                  <a:lnTo>
                    <a:pt x="38218" y="18154"/>
                  </a:lnTo>
                  <a:lnTo>
                    <a:pt x="38696" y="18154"/>
                  </a:lnTo>
                  <a:lnTo>
                    <a:pt x="40129" y="19587"/>
                  </a:lnTo>
                  <a:lnTo>
                    <a:pt x="41563" y="21020"/>
                  </a:lnTo>
                  <a:lnTo>
                    <a:pt x="42996" y="21976"/>
                  </a:lnTo>
                  <a:lnTo>
                    <a:pt x="44907" y="22931"/>
                  </a:lnTo>
                  <a:lnTo>
                    <a:pt x="45862" y="22931"/>
                  </a:lnTo>
                  <a:lnTo>
                    <a:pt x="47295" y="24364"/>
                  </a:lnTo>
                  <a:lnTo>
                    <a:pt x="50162" y="25320"/>
                  </a:lnTo>
                  <a:lnTo>
                    <a:pt x="51117" y="25320"/>
                  </a:lnTo>
                  <a:lnTo>
                    <a:pt x="52073" y="25798"/>
                  </a:lnTo>
                  <a:lnTo>
                    <a:pt x="52550" y="26753"/>
                  </a:lnTo>
                  <a:lnTo>
                    <a:pt x="52550" y="27231"/>
                  </a:lnTo>
                  <a:lnTo>
                    <a:pt x="52073" y="27708"/>
                  </a:lnTo>
                  <a:lnTo>
                    <a:pt x="51117" y="28664"/>
                  </a:lnTo>
                  <a:lnTo>
                    <a:pt x="51117" y="29619"/>
                  </a:lnTo>
                  <a:lnTo>
                    <a:pt x="50639" y="29619"/>
                  </a:lnTo>
                  <a:lnTo>
                    <a:pt x="50162" y="30097"/>
                  </a:lnTo>
                  <a:lnTo>
                    <a:pt x="49684" y="30097"/>
                  </a:lnTo>
                  <a:lnTo>
                    <a:pt x="49684" y="30575"/>
                  </a:lnTo>
                  <a:lnTo>
                    <a:pt x="50162" y="31052"/>
                  </a:lnTo>
                  <a:lnTo>
                    <a:pt x="51117" y="31530"/>
                  </a:lnTo>
                  <a:lnTo>
                    <a:pt x="52073" y="32008"/>
                  </a:lnTo>
                  <a:lnTo>
                    <a:pt x="53506" y="32486"/>
                  </a:lnTo>
                  <a:lnTo>
                    <a:pt x="53506" y="32963"/>
                  </a:lnTo>
                  <a:lnTo>
                    <a:pt x="53028" y="33441"/>
                  </a:lnTo>
                  <a:lnTo>
                    <a:pt x="51595" y="33441"/>
                  </a:lnTo>
                  <a:lnTo>
                    <a:pt x="50162" y="33919"/>
                  </a:lnTo>
                  <a:lnTo>
                    <a:pt x="49684" y="33919"/>
                  </a:lnTo>
                  <a:lnTo>
                    <a:pt x="49684" y="34874"/>
                  </a:lnTo>
                  <a:lnTo>
                    <a:pt x="53028" y="35830"/>
                  </a:lnTo>
                  <a:lnTo>
                    <a:pt x="54461" y="36785"/>
                  </a:lnTo>
                  <a:lnTo>
                    <a:pt x="55417" y="37741"/>
                  </a:lnTo>
                  <a:lnTo>
                    <a:pt x="57328" y="38696"/>
                  </a:lnTo>
                  <a:lnTo>
                    <a:pt x="60672" y="38696"/>
                  </a:lnTo>
                  <a:lnTo>
                    <a:pt x="63060" y="40129"/>
                  </a:lnTo>
                  <a:lnTo>
                    <a:pt x="64493" y="42040"/>
                  </a:lnTo>
                  <a:lnTo>
                    <a:pt x="66405" y="41563"/>
                  </a:lnTo>
                  <a:lnTo>
                    <a:pt x="69271" y="38696"/>
                  </a:lnTo>
                  <a:lnTo>
                    <a:pt x="72615" y="37741"/>
                  </a:lnTo>
                  <a:lnTo>
                    <a:pt x="75481" y="39174"/>
                  </a:lnTo>
                  <a:lnTo>
                    <a:pt x="76915" y="40607"/>
                  </a:lnTo>
                  <a:lnTo>
                    <a:pt x="76915" y="41563"/>
                  </a:lnTo>
                  <a:lnTo>
                    <a:pt x="76437" y="41563"/>
                  </a:lnTo>
                  <a:lnTo>
                    <a:pt x="75004" y="41563"/>
                  </a:lnTo>
                  <a:lnTo>
                    <a:pt x="73570" y="42040"/>
                  </a:lnTo>
                  <a:lnTo>
                    <a:pt x="72615" y="43474"/>
                  </a:lnTo>
                  <a:lnTo>
                    <a:pt x="72137" y="44907"/>
                  </a:lnTo>
                  <a:lnTo>
                    <a:pt x="73093" y="46340"/>
                  </a:lnTo>
                  <a:lnTo>
                    <a:pt x="74048" y="47295"/>
                  </a:lnTo>
                  <a:lnTo>
                    <a:pt x="75481" y="47773"/>
                  </a:lnTo>
                  <a:lnTo>
                    <a:pt x="75959" y="48728"/>
                  </a:lnTo>
                  <a:lnTo>
                    <a:pt x="75959" y="49684"/>
                  </a:lnTo>
                  <a:lnTo>
                    <a:pt x="76437" y="49684"/>
                  </a:lnTo>
                  <a:lnTo>
                    <a:pt x="75959" y="50162"/>
                  </a:lnTo>
                  <a:lnTo>
                    <a:pt x="75004" y="51117"/>
                  </a:lnTo>
                  <a:lnTo>
                    <a:pt x="74526" y="52073"/>
                  </a:lnTo>
                  <a:lnTo>
                    <a:pt x="74526" y="53983"/>
                  </a:lnTo>
                  <a:lnTo>
                    <a:pt x="71659" y="55417"/>
                  </a:lnTo>
                  <a:lnTo>
                    <a:pt x="70704" y="55417"/>
                  </a:lnTo>
                  <a:lnTo>
                    <a:pt x="70226" y="56372"/>
                  </a:lnTo>
                  <a:lnTo>
                    <a:pt x="69749" y="59239"/>
                  </a:lnTo>
                  <a:lnTo>
                    <a:pt x="69749" y="61149"/>
                  </a:lnTo>
                  <a:lnTo>
                    <a:pt x="70226" y="62583"/>
                  </a:lnTo>
                  <a:lnTo>
                    <a:pt x="70226" y="63060"/>
                  </a:lnTo>
                  <a:lnTo>
                    <a:pt x="71182" y="64016"/>
                  </a:lnTo>
                  <a:lnTo>
                    <a:pt x="72137" y="65927"/>
                  </a:lnTo>
                  <a:lnTo>
                    <a:pt x="72615" y="67838"/>
                  </a:lnTo>
                  <a:lnTo>
                    <a:pt x="73570" y="69749"/>
                  </a:lnTo>
                  <a:lnTo>
                    <a:pt x="76437" y="71182"/>
                  </a:lnTo>
                  <a:lnTo>
                    <a:pt x="77870" y="72137"/>
                  </a:lnTo>
                  <a:lnTo>
                    <a:pt x="78825" y="73570"/>
                  </a:lnTo>
                  <a:lnTo>
                    <a:pt x="79781" y="74526"/>
                  </a:lnTo>
                  <a:lnTo>
                    <a:pt x="81692" y="7595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6" name="Freeform 1865">
              <a:extLst>
                <a:ext uri="{FF2B5EF4-FFF2-40B4-BE49-F238E27FC236}">
                  <a16:creationId xmlns:a16="http://schemas.microsoft.com/office/drawing/2014/main" id="{8CE921EC-7D2C-6AAA-1F5B-97F1955965CF}"/>
                </a:ext>
              </a:extLst>
            </p:cNvPr>
            <p:cNvSpPr/>
            <p:nvPr/>
          </p:nvSpPr>
          <p:spPr>
            <a:xfrm>
              <a:off x="6332953" y="3691535"/>
              <a:ext cx="5732" cy="9554"/>
            </a:xfrm>
            <a:custGeom>
              <a:avLst/>
              <a:gdLst>
                <a:gd name="csX0" fmla="*/ 5733 w 5732"/>
                <a:gd name="csY0" fmla="*/ 0 h 9554"/>
                <a:gd name="csX1" fmla="*/ 4777 w 5732"/>
                <a:gd name="csY1" fmla="*/ 1433 h 9554"/>
                <a:gd name="csX2" fmla="*/ 956 w 5732"/>
                <a:gd name="csY2" fmla="*/ 6210 h 9554"/>
                <a:gd name="csX3" fmla="*/ 0 w 5732"/>
                <a:gd name="csY3" fmla="*/ 8121 h 9554"/>
                <a:gd name="csX4" fmla="*/ 0 w 5732"/>
                <a:gd name="csY4" fmla="*/ 9555 h 9554"/>
                <a:gd name="csX5" fmla="*/ 0 w 5732"/>
                <a:gd name="csY5" fmla="*/ 7644 h 9554"/>
                <a:gd name="csX6" fmla="*/ 956 w 5732"/>
                <a:gd name="csY6" fmla="*/ 6210 h 9554"/>
                <a:gd name="csX7" fmla="*/ 4777 w 5732"/>
                <a:gd name="csY7" fmla="*/ 1433 h 9554"/>
                <a:gd name="csX8" fmla="*/ 5733 w 5732"/>
                <a:gd name="csY8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2" h="9554">
                  <a:moveTo>
                    <a:pt x="5733" y="0"/>
                  </a:moveTo>
                  <a:lnTo>
                    <a:pt x="4777" y="1433"/>
                  </a:lnTo>
                  <a:lnTo>
                    <a:pt x="956" y="6210"/>
                  </a:lnTo>
                  <a:lnTo>
                    <a:pt x="0" y="8121"/>
                  </a:lnTo>
                  <a:lnTo>
                    <a:pt x="0" y="9555"/>
                  </a:lnTo>
                  <a:lnTo>
                    <a:pt x="0" y="7644"/>
                  </a:lnTo>
                  <a:lnTo>
                    <a:pt x="956" y="6210"/>
                  </a:lnTo>
                  <a:lnTo>
                    <a:pt x="4777" y="1433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7" name="Freeform 1866">
              <a:extLst>
                <a:ext uri="{FF2B5EF4-FFF2-40B4-BE49-F238E27FC236}">
                  <a16:creationId xmlns:a16="http://schemas.microsoft.com/office/drawing/2014/main" id="{EF51962C-FB07-3D1E-F1E2-CEDC8651D0C0}"/>
                </a:ext>
              </a:extLst>
            </p:cNvPr>
            <p:cNvSpPr/>
            <p:nvPr/>
          </p:nvSpPr>
          <p:spPr>
            <a:xfrm>
              <a:off x="6335341" y="3911768"/>
              <a:ext cx="2866" cy="477"/>
            </a:xfrm>
            <a:custGeom>
              <a:avLst/>
              <a:gdLst>
                <a:gd name="csX0" fmla="*/ 2867 w 2866"/>
                <a:gd name="csY0" fmla="*/ 0 h 477"/>
                <a:gd name="csX1" fmla="*/ 2867 w 2866"/>
                <a:gd name="csY1" fmla="*/ 0 h 477"/>
                <a:gd name="csX2" fmla="*/ 1911 w 2866"/>
                <a:gd name="csY2" fmla="*/ 0 h 477"/>
                <a:gd name="csX3" fmla="*/ 0 w 2866"/>
                <a:gd name="csY3" fmla="*/ 478 h 477"/>
                <a:gd name="csX4" fmla="*/ 478 w 2866"/>
                <a:gd name="csY4" fmla="*/ 0 h 477"/>
                <a:gd name="csX5" fmla="*/ 1911 w 2866"/>
                <a:gd name="csY5" fmla="*/ 0 h 477"/>
                <a:gd name="csX6" fmla="*/ 2867 w 2866"/>
                <a:gd name="csY6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477">
                  <a:moveTo>
                    <a:pt x="2867" y="0"/>
                  </a:moveTo>
                  <a:lnTo>
                    <a:pt x="2867" y="0"/>
                  </a:lnTo>
                  <a:lnTo>
                    <a:pt x="1911" y="0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8" name="Freeform 1867">
              <a:extLst>
                <a:ext uri="{FF2B5EF4-FFF2-40B4-BE49-F238E27FC236}">
                  <a16:creationId xmlns:a16="http://schemas.microsoft.com/office/drawing/2014/main" id="{D8A9698C-AEDB-7EF3-60C8-E461A0AAA4B4}"/>
                </a:ext>
              </a:extLst>
            </p:cNvPr>
            <p:cNvSpPr/>
            <p:nvPr/>
          </p:nvSpPr>
          <p:spPr>
            <a:xfrm>
              <a:off x="6203011" y="3726887"/>
              <a:ext cx="134241" cy="74525"/>
            </a:xfrm>
            <a:custGeom>
              <a:avLst/>
              <a:gdLst>
                <a:gd name="csX0" fmla="*/ 134242 w 134241"/>
                <a:gd name="csY0" fmla="*/ 16243 h 74525"/>
                <a:gd name="csX1" fmla="*/ 133764 w 134241"/>
                <a:gd name="csY1" fmla="*/ 17198 h 74525"/>
                <a:gd name="csX2" fmla="*/ 130420 w 134241"/>
                <a:gd name="csY2" fmla="*/ 20065 h 74525"/>
                <a:gd name="csX3" fmla="*/ 128987 w 134241"/>
                <a:gd name="csY3" fmla="*/ 21020 h 74525"/>
                <a:gd name="csX4" fmla="*/ 128031 w 134241"/>
                <a:gd name="csY4" fmla="*/ 21498 h 74525"/>
                <a:gd name="csX5" fmla="*/ 126598 w 134241"/>
                <a:gd name="csY5" fmla="*/ 21020 h 74525"/>
                <a:gd name="csX6" fmla="*/ 125165 w 134241"/>
                <a:gd name="csY6" fmla="*/ 21498 h 74525"/>
                <a:gd name="csX7" fmla="*/ 124210 w 134241"/>
                <a:gd name="csY7" fmla="*/ 21976 h 74525"/>
                <a:gd name="csX8" fmla="*/ 122776 w 134241"/>
                <a:gd name="csY8" fmla="*/ 22453 h 74525"/>
                <a:gd name="csX9" fmla="*/ 121821 w 134241"/>
                <a:gd name="csY9" fmla="*/ 22931 h 74525"/>
                <a:gd name="csX10" fmla="*/ 120865 w 134241"/>
                <a:gd name="csY10" fmla="*/ 24842 h 74525"/>
                <a:gd name="csX11" fmla="*/ 119432 w 134241"/>
                <a:gd name="csY11" fmla="*/ 26275 h 74525"/>
                <a:gd name="csX12" fmla="*/ 117999 w 134241"/>
                <a:gd name="csY12" fmla="*/ 27231 h 74525"/>
                <a:gd name="csX13" fmla="*/ 117044 w 134241"/>
                <a:gd name="csY13" fmla="*/ 28186 h 74525"/>
                <a:gd name="csX14" fmla="*/ 117044 w 134241"/>
                <a:gd name="csY14" fmla="*/ 31052 h 74525"/>
                <a:gd name="csX15" fmla="*/ 116088 w 134241"/>
                <a:gd name="csY15" fmla="*/ 32008 h 74525"/>
                <a:gd name="csX16" fmla="*/ 115133 w 134241"/>
                <a:gd name="csY16" fmla="*/ 32963 h 74525"/>
                <a:gd name="csX17" fmla="*/ 114177 w 134241"/>
                <a:gd name="csY17" fmla="*/ 33441 h 74525"/>
                <a:gd name="csX18" fmla="*/ 112744 w 134241"/>
                <a:gd name="csY18" fmla="*/ 38218 h 74525"/>
                <a:gd name="csX19" fmla="*/ 111311 w 134241"/>
                <a:gd name="csY19" fmla="*/ 39651 h 74525"/>
                <a:gd name="csX20" fmla="*/ 110355 w 134241"/>
                <a:gd name="csY20" fmla="*/ 40607 h 74525"/>
                <a:gd name="csX21" fmla="*/ 110355 w 134241"/>
                <a:gd name="csY21" fmla="*/ 41563 h 74525"/>
                <a:gd name="csX22" fmla="*/ 110355 w 134241"/>
                <a:gd name="csY22" fmla="*/ 42518 h 74525"/>
                <a:gd name="csX23" fmla="*/ 108922 w 134241"/>
                <a:gd name="csY23" fmla="*/ 44907 h 74525"/>
                <a:gd name="csX24" fmla="*/ 107011 w 134241"/>
                <a:gd name="csY24" fmla="*/ 47295 h 74525"/>
                <a:gd name="csX25" fmla="*/ 106534 w 134241"/>
                <a:gd name="csY25" fmla="*/ 48251 h 74525"/>
                <a:gd name="csX26" fmla="*/ 107011 w 134241"/>
                <a:gd name="csY26" fmla="*/ 49684 h 74525"/>
                <a:gd name="csX27" fmla="*/ 105578 w 134241"/>
                <a:gd name="csY27" fmla="*/ 51117 h 74525"/>
                <a:gd name="csX28" fmla="*/ 104145 w 134241"/>
                <a:gd name="csY28" fmla="*/ 51595 h 74525"/>
                <a:gd name="csX29" fmla="*/ 103667 w 134241"/>
                <a:gd name="csY29" fmla="*/ 52073 h 74525"/>
                <a:gd name="csX30" fmla="*/ 103189 w 134241"/>
                <a:gd name="csY30" fmla="*/ 53028 h 74525"/>
                <a:gd name="csX31" fmla="*/ 102234 w 134241"/>
                <a:gd name="csY31" fmla="*/ 55417 h 74525"/>
                <a:gd name="csX32" fmla="*/ 102234 w 134241"/>
                <a:gd name="csY32" fmla="*/ 56372 h 74525"/>
                <a:gd name="csX33" fmla="*/ 102234 w 134241"/>
                <a:gd name="csY33" fmla="*/ 57328 h 74525"/>
                <a:gd name="csX34" fmla="*/ 100801 w 134241"/>
                <a:gd name="csY34" fmla="*/ 57805 h 74525"/>
                <a:gd name="csX35" fmla="*/ 100323 w 134241"/>
                <a:gd name="csY35" fmla="*/ 58761 h 74525"/>
                <a:gd name="csX36" fmla="*/ 100323 w 134241"/>
                <a:gd name="csY36" fmla="*/ 60194 h 74525"/>
                <a:gd name="csX37" fmla="*/ 99368 w 134241"/>
                <a:gd name="csY37" fmla="*/ 60672 h 74525"/>
                <a:gd name="csX38" fmla="*/ 97935 w 134241"/>
                <a:gd name="csY38" fmla="*/ 61627 h 74525"/>
                <a:gd name="csX39" fmla="*/ 94112 w 134241"/>
                <a:gd name="csY39" fmla="*/ 61149 h 74525"/>
                <a:gd name="csX40" fmla="*/ 92202 w 134241"/>
                <a:gd name="csY40" fmla="*/ 61627 h 74525"/>
                <a:gd name="csX41" fmla="*/ 91724 w 134241"/>
                <a:gd name="csY41" fmla="*/ 62582 h 74525"/>
                <a:gd name="csX42" fmla="*/ 91724 w 134241"/>
                <a:gd name="csY42" fmla="*/ 63060 h 74525"/>
                <a:gd name="csX43" fmla="*/ 91246 w 134241"/>
                <a:gd name="csY43" fmla="*/ 63538 h 74525"/>
                <a:gd name="csX44" fmla="*/ 90291 w 134241"/>
                <a:gd name="csY44" fmla="*/ 64493 h 74525"/>
                <a:gd name="csX45" fmla="*/ 89335 w 134241"/>
                <a:gd name="csY45" fmla="*/ 64493 h 74525"/>
                <a:gd name="csX46" fmla="*/ 87424 w 134241"/>
                <a:gd name="csY46" fmla="*/ 63538 h 74525"/>
                <a:gd name="csX47" fmla="*/ 83125 w 134241"/>
                <a:gd name="csY47" fmla="*/ 64493 h 74525"/>
                <a:gd name="csX48" fmla="*/ 82169 w 134241"/>
                <a:gd name="csY48" fmla="*/ 65449 h 74525"/>
                <a:gd name="csX49" fmla="*/ 81692 w 134241"/>
                <a:gd name="csY49" fmla="*/ 64971 h 74525"/>
                <a:gd name="csX50" fmla="*/ 80736 w 134241"/>
                <a:gd name="csY50" fmla="*/ 64493 h 74525"/>
                <a:gd name="csX51" fmla="*/ 75959 w 134241"/>
                <a:gd name="csY51" fmla="*/ 64016 h 74525"/>
                <a:gd name="csX52" fmla="*/ 74526 w 134241"/>
                <a:gd name="csY52" fmla="*/ 64493 h 74525"/>
                <a:gd name="csX53" fmla="*/ 71659 w 134241"/>
                <a:gd name="csY53" fmla="*/ 64016 h 74525"/>
                <a:gd name="csX54" fmla="*/ 69748 w 134241"/>
                <a:gd name="csY54" fmla="*/ 63538 h 74525"/>
                <a:gd name="csX55" fmla="*/ 67837 w 134241"/>
                <a:gd name="csY55" fmla="*/ 64016 h 74525"/>
                <a:gd name="csX56" fmla="*/ 66404 w 134241"/>
                <a:gd name="csY56" fmla="*/ 65927 h 74525"/>
                <a:gd name="csX57" fmla="*/ 65927 w 134241"/>
                <a:gd name="csY57" fmla="*/ 66405 h 74525"/>
                <a:gd name="csX58" fmla="*/ 65449 w 134241"/>
                <a:gd name="csY58" fmla="*/ 66882 h 74525"/>
                <a:gd name="csX59" fmla="*/ 64016 w 134241"/>
                <a:gd name="csY59" fmla="*/ 67360 h 74525"/>
                <a:gd name="csX60" fmla="*/ 63060 w 134241"/>
                <a:gd name="csY60" fmla="*/ 67838 h 74525"/>
                <a:gd name="csX61" fmla="*/ 61627 w 134241"/>
                <a:gd name="csY61" fmla="*/ 68315 h 74525"/>
                <a:gd name="csX62" fmla="*/ 60194 w 134241"/>
                <a:gd name="csY62" fmla="*/ 68315 h 74525"/>
                <a:gd name="csX63" fmla="*/ 59238 w 134241"/>
                <a:gd name="csY63" fmla="*/ 67838 h 74525"/>
                <a:gd name="csX64" fmla="*/ 58761 w 134241"/>
                <a:gd name="csY64" fmla="*/ 67838 h 74525"/>
                <a:gd name="csX65" fmla="*/ 58283 w 134241"/>
                <a:gd name="csY65" fmla="*/ 68315 h 74525"/>
                <a:gd name="csX66" fmla="*/ 57805 w 134241"/>
                <a:gd name="csY66" fmla="*/ 69271 h 74525"/>
                <a:gd name="csX67" fmla="*/ 55894 w 134241"/>
                <a:gd name="csY67" fmla="*/ 69748 h 74525"/>
                <a:gd name="csX68" fmla="*/ 55416 w 134241"/>
                <a:gd name="csY68" fmla="*/ 69748 h 74525"/>
                <a:gd name="csX69" fmla="*/ 55416 w 134241"/>
                <a:gd name="csY69" fmla="*/ 69748 h 74525"/>
                <a:gd name="csX70" fmla="*/ 53983 w 134241"/>
                <a:gd name="csY70" fmla="*/ 70226 h 74525"/>
                <a:gd name="csX71" fmla="*/ 52072 w 134241"/>
                <a:gd name="csY71" fmla="*/ 70704 h 74525"/>
                <a:gd name="csX72" fmla="*/ 51117 w 134241"/>
                <a:gd name="csY72" fmla="*/ 70226 h 74525"/>
                <a:gd name="csX73" fmla="*/ 51117 w 134241"/>
                <a:gd name="csY73" fmla="*/ 70704 h 74525"/>
                <a:gd name="csX74" fmla="*/ 48728 w 134241"/>
                <a:gd name="csY74" fmla="*/ 73093 h 74525"/>
                <a:gd name="csX75" fmla="*/ 48251 w 134241"/>
                <a:gd name="csY75" fmla="*/ 73570 h 74525"/>
                <a:gd name="csX76" fmla="*/ 46340 w 134241"/>
                <a:gd name="csY76" fmla="*/ 74048 h 74525"/>
                <a:gd name="csX77" fmla="*/ 44906 w 134241"/>
                <a:gd name="csY77" fmla="*/ 74526 h 74525"/>
                <a:gd name="csX78" fmla="*/ 43473 w 134241"/>
                <a:gd name="csY78" fmla="*/ 74048 h 74525"/>
                <a:gd name="csX79" fmla="*/ 42996 w 134241"/>
                <a:gd name="csY79" fmla="*/ 74048 h 74525"/>
                <a:gd name="csX80" fmla="*/ 36785 w 134241"/>
                <a:gd name="csY80" fmla="*/ 74048 h 74525"/>
                <a:gd name="csX81" fmla="*/ 33919 w 134241"/>
                <a:gd name="csY81" fmla="*/ 73570 h 74525"/>
                <a:gd name="csX82" fmla="*/ 32008 w 134241"/>
                <a:gd name="csY82" fmla="*/ 72615 h 74525"/>
                <a:gd name="csX83" fmla="*/ 30575 w 134241"/>
                <a:gd name="csY83" fmla="*/ 71659 h 74525"/>
                <a:gd name="csX84" fmla="*/ 30097 w 134241"/>
                <a:gd name="csY84" fmla="*/ 70226 h 74525"/>
                <a:gd name="csX85" fmla="*/ 30097 w 134241"/>
                <a:gd name="csY85" fmla="*/ 70226 h 74525"/>
                <a:gd name="csX86" fmla="*/ 28186 w 134241"/>
                <a:gd name="csY86" fmla="*/ 69748 h 74525"/>
                <a:gd name="csX87" fmla="*/ 25797 w 134241"/>
                <a:gd name="csY87" fmla="*/ 69271 h 74525"/>
                <a:gd name="csX88" fmla="*/ 23886 w 134241"/>
                <a:gd name="csY88" fmla="*/ 68315 h 74525"/>
                <a:gd name="csX89" fmla="*/ 22453 w 134241"/>
                <a:gd name="csY89" fmla="*/ 65927 h 74525"/>
                <a:gd name="csX90" fmla="*/ 21020 w 134241"/>
                <a:gd name="csY90" fmla="*/ 64493 h 74525"/>
                <a:gd name="csX91" fmla="*/ 18631 w 134241"/>
                <a:gd name="csY91" fmla="*/ 63060 h 74525"/>
                <a:gd name="csX92" fmla="*/ 16721 w 134241"/>
                <a:gd name="csY92" fmla="*/ 61627 h 74525"/>
                <a:gd name="csX93" fmla="*/ 15287 w 134241"/>
                <a:gd name="csY93" fmla="*/ 59239 h 74525"/>
                <a:gd name="csX94" fmla="*/ 12898 w 134241"/>
                <a:gd name="csY94" fmla="*/ 57328 h 74525"/>
                <a:gd name="csX95" fmla="*/ 9555 w 134241"/>
                <a:gd name="csY95" fmla="*/ 55417 h 74525"/>
                <a:gd name="csX96" fmla="*/ 8121 w 134241"/>
                <a:gd name="csY96" fmla="*/ 54939 h 74525"/>
                <a:gd name="csX97" fmla="*/ 8121 w 134241"/>
                <a:gd name="csY97" fmla="*/ 54461 h 74525"/>
                <a:gd name="csX98" fmla="*/ 6210 w 134241"/>
                <a:gd name="csY98" fmla="*/ 52073 h 74525"/>
                <a:gd name="csX99" fmla="*/ 5733 w 134241"/>
                <a:gd name="csY99" fmla="*/ 51117 h 74525"/>
                <a:gd name="csX100" fmla="*/ 5733 w 134241"/>
                <a:gd name="csY100" fmla="*/ 50162 h 74525"/>
                <a:gd name="csX101" fmla="*/ 5255 w 134241"/>
                <a:gd name="csY101" fmla="*/ 49684 h 74525"/>
                <a:gd name="csX102" fmla="*/ 4777 w 134241"/>
                <a:gd name="csY102" fmla="*/ 49206 h 74525"/>
                <a:gd name="csX103" fmla="*/ 4299 w 134241"/>
                <a:gd name="csY103" fmla="*/ 47295 h 74525"/>
                <a:gd name="csX104" fmla="*/ 4299 w 134241"/>
                <a:gd name="csY104" fmla="*/ 46340 h 74525"/>
                <a:gd name="csX105" fmla="*/ 3822 w 134241"/>
                <a:gd name="csY105" fmla="*/ 45384 h 74525"/>
                <a:gd name="csX106" fmla="*/ 0 w 134241"/>
                <a:gd name="csY106" fmla="*/ 45384 h 74525"/>
                <a:gd name="csX107" fmla="*/ 2866 w 134241"/>
                <a:gd name="csY107" fmla="*/ 42518 h 74525"/>
                <a:gd name="csX108" fmla="*/ 4777 w 134241"/>
                <a:gd name="csY108" fmla="*/ 41563 h 74525"/>
                <a:gd name="csX109" fmla="*/ 6210 w 134241"/>
                <a:gd name="csY109" fmla="*/ 42040 h 74525"/>
                <a:gd name="csX110" fmla="*/ 7166 w 134241"/>
                <a:gd name="csY110" fmla="*/ 41563 h 74525"/>
                <a:gd name="csX111" fmla="*/ 7166 w 134241"/>
                <a:gd name="csY111" fmla="*/ 41085 h 74525"/>
                <a:gd name="csX112" fmla="*/ 7644 w 134241"/>
                <a:gd name="csY112" fmla="*/ 40129 h 74525"/>
                <a:gd name="csX113" fmla="*/ 7644 w 134241"/>
                <a:gd name="csY113" fmla="*/ 39174 h 74525"/>
                <a:gd name="csX114" fmla="*/ 7644 w 134241"/>
                <a:gd name="csY114" fmla="*/ 38696 h 74525"/>
                <a:gd name="csX115" fmla="*/ 7644 w 134241"/>
                <a:gd name="csY115" fmla="*/ 38218 h 74525"/>
                <a:gd name="csX116" fmla="*/ 6688 w 134241"/>
                <a:gd name="csY116" fmla="*/ 37741 h 74525"/>
                <a:gd name="csX117" fmla="*/ 6210 w 134241"/>
                <a:gd name="csY117" fmla="*/ 35830 h 74525"/>
                <a:gd name="csX118" fmla="*/ 6688 w 134241"/>
                <a:gd name="csY118" fmla="*/ 34874 h 74525"/>
                <a:gd name="csX119" fmla="*/ 7166 w 134241"/>
                <a:gd name="csY119" fmla="*/ 34397 h 74525"/>
                <a:gd name="csX120" fmla="*/ 6688 w 134241"/>
                <a:gd name="csY120" fmla="*/ 32008 h 74525"/>
                <a:gd name="csX121" fmla="*/ 6688 w 134241"/>
                <a:gd name="csY121" fmla="*/ 31052 h 74525"/>
                <a:gd name="csX122" fmla="*/ 8121 w 134241"/>
                <a:gd name="csY122" fmla="*/ 31052 h 74525"/>
                <a:gd name="csX123" fmla="*/ 9555 w 134241"/>
                <a:gd name="csY123" fmla="*/ 30575 h 74525"/>
                <a:gd name="csX124" fmla="*/ 10510 w 134241"/>
                <a:gd name="csY124" fmla="*/ 29619 h 74525"/>
                <a:gd name="csX125" fmla="*/ 10510 w 134241"/>
                <a:gd name="csY125" fmla="*/ 29142 h 74525"/>
                <a:gd name="csX126" fmla="*/ 11465 w 134241"/>
                <a:gd name="csY126" fmla="*/ 27231 h 74525"/>
                <a:gd name="csX127" fmla="*/ 10510 w 134241"/>
                <a:gd name="csY127" fmla="*/ 25320 h 74525"/>
                <a:gd name="csX128" fmla="*/ 6688 w 134241"/>
                <a:gd name="csY128" fmla="*/ 24364 h 74525"/>
                <a:gd name="csX129" fmla="*/ 6210 w 134241"/>
                <a:gd name="csY129" fmla="*/ 23886 h 74525"/>
                <a:gd name="csX130" fmla="*/ 7166 w 134241"/>
                <a:gd name="csY130" fmla="*/ 22931 h 74525"/>
                <a:gd name="csX131" fmla="*/ 8599 w 134241"/>
                <a:gd name="csY131" fmla="*/ 22453 h 74525"/>
                <a:gd name="csX132" fmla="*/ 9077 w 134241"/>
                <a:gd name="csY132" fmla="*/ 21498 h 74525"/>
                <a:gd name="csX133" fmla="*/ 9555 w 134241"/>
                <a:gd name="csY133" fmla="*/ 21498 h 74525"/>
                <a:gd name="csX134" fmla="*/ 10988 w 134241"/>
                <a:gd name="csY134" fmla="*/ 21976 h 74525"/>
                <a:gd name="csX135" fmla="*/ 12898 w 134241"/>
                <a:gd name="csY135" fmla="*/ 23409 h 74525"/>
                <a:gd name="csX136" fmla="*/ 13376 w 134241"/>
                <a:gd name="csY136" fmla="*/ 23409 h 74525"/>
                <a:gd name="csX137" fmla="*/ 14332 w 134241"/>
                <a:gd name="csY137" fmla="*/ 22931 h 74525"/>
                <a:gd name="csX138" fmla="*/ 15287 w 134241"/>
                <a:gd name="csY138" fmla="*/ 22931 h 74525"/>
                <a:gd name="csX139" fmla="*/ 17198 w 134241"/>
                <a:gd name="csY139" fmla="*/ 22931 h 74525"/>
                <a:gd name="csX140" fmla="*/ 19109 w 134241"/>
                <a:gd name="csY140" fmla="*/ 22931 h 74525"/>
                <a:gd name="csX141" fmla="*/ 18631 w 134241"/>
                <a:gd name="csY141" fmla="*/ 21020 h 74525"/>
                <a:gd name="csX142" fmla="*/ 18631 w 134241"/>
                <a:gd name="csY142" fmla="*/ 20065 h 74525"/>
                <a:gd name="csX143" fmla="*/ 18631 w 134241"/>
                <a:gd name="csY143" fmla="*/ 19109 h 74525"/>
                <a:gd name="csX144" fmla="*/ 18631 w 134241"/>
                <a:gd name="csY144" fmla="*/ 18154 h 74525"/>
                <a:gd name="csX145" fmla="*/ 19587 w 134241"/>
                <a:gd name="csY145" fmla="*/ 17676 h 74525"/>
                <a:gd name="csX146" fmla="*/ 19587 w 134241"/>
                <a:gd name="csY146" fmla="*/ 15765 h 74525"/>
                <a:gd name="csX147" fmla="*/ 20542 w 134241"/>
                <a:gd name="csY147" fmla="*/ 14810 h 74525"/>
                <a:gd name="csX148" fmla="*/ 21498 w 134241"/>
                <a:gd name="csY148" fmla="*/ 14332 h 74525"/>
                <a:gd name="csX149" fmla="*/ 23409 w 134241"/>
                <a:gd name="csY149" fmla="*/ 14810 h 74525"/>
                <a:gd name="csX150" fmla="*/ 23886 w 134241"/>
                <a:gd name="csY150" fmla="*/ 15287 h 74525"/>
                <a:gd name="csX151" fmla="*/ 24364 w 134241"/>
                <a:gd name="csY151" fmla="*/ 15287 h 74525"/>
                <a:gd name="csX152" fmla="*/ 27230 w 134241"/>
                <a:gd name="csY152" fmla="*/ 18154 h 74525"/>
                <a:gd name="csX153" fmla="*/ 30575 w 134241"/>
                <a:gd name="csY153" fmla="*/ 20065 h 74525"/>
                <a:gd name="csX154" fmla="*/ 32963 w 134241"/>
                <a:gd name="csY154" fmla="*/ 21020 h 74525"/>
                <a:gd name="csX155" fmla="*/ 36785 w 134241"/>
                <a:gd name="csY155" fmla="*/ 21020 h 74525"/>
                <a:gd name="csX156" fmla="*/ 40607 w 134241"/>
                <a:gd name="csY156" fmla="*/ 21498 h 74525"/>
                <a:gd name="csX157" fmla="*/ 47295 w 134241"/>
                <a:gd name="csY157" fmla="*/ 21020 h 74525"/>
                <a:gd name="csX158" fmla="*/ 52072 w 134241"/>
                <a:gd name="csY158" fmla="*/ 20542 h 74525"/>
                <a:gd name="csX159" fmla="*/ 52072 w 134241"/>
                <a:gd name="csY159" fmla="*/ 20542 h 74525"/>
                <a:gd name="csX160" fmla="*/ 52550 w 134241"/>
                <a:gd name="csY160" fmla="*/ 20065 h 74525"/>
                <a:gd name="csX161" fmla="*/ 53028 w 134241"/>
                <a:gd name="csY161" fmla="*/ 19109 h 74525"/>
                <a:gd name="csX162" fmla="*/ 52550 w 134241"/>
                <a:gd name="csY162" fmla="*/ 17676 h 74525"/>
                <a:gd name="csX163" fmla="*/ 52550 w 134241"/>
                <a:gd name="csY163" fmla="*/ 16721 h 74525"/>
                <a:gd name="csX164" fmla="*/ 53505 w 134241"/>
                <a:gd name="csY164" fmla="*/ 14810 h 74525"/>
                <a:gd name="csX165" fmla="*/ 55894 w 134241"/>
                <a:gd name="csY165" fmla="*/ 13376 h 74525"/>
                <a:gd name="csX166" fmla="*/ 62582 w 134241"/>
                <a:gd name="csY166" fmla="*/ 12899 h 74525"/>
                <a:gd name="csX167" fmla="*/ 66882 w 134241"/>
                <a:gd name="csY167" fmla="*/ 11943 h 74525"/>
                <a:gd name="csX168" fmla="*/ 67360 w 134241"/>
                <a:gd name="csY168" fmla="*/ 10510 h 74525"/>
                <a:gd name="csX169" fmla="*/ 68793 w 134241"/>
                <a:gd name="csY169" fmla="*/ 9077 h 74525"/>
                <a:gd name="csX170" fmla="*/ 69748 w 134241"/>
                <a:gd name="csY170" fmla="*/ 8599 h 74525"/>
                <a:gd name="csX171" fmla="*/ 71659 w 134241"/>
                <a:gd name="csY171" fmla="*/ 9555 h 74525"/>
                <a:gd name="csX172" fmla="*/ 73570 w 134241"/>
                <a:gd name="csY172" fmla="*/ 10510 h 74525"/>
                <a:gd name="csX173" fmla="*/ 75481 w 134241"/>
                <a:gd name="csY173" fmla="*/ 11465 h 74525"/>
                <a:gd name="csX174" fmla="*/ 76437 w 134241"/>
                <a:gd name="csY174" fmla="*/ 10988 h 74525"/>
                <a:gd name="csX175" fmla="*/ 79781 w 134241"/>
                <a:gd name="csY175" fmla="*/ 9077 h 74525"/>
                <a:gd name="csX176" fmla="*/ 84080 w 134241"/>
                <a:gd name="csY176" fmla="*/ 6688 h 74525"/>
                <a:gd name="csX177" fmla="*/ 86947 w 134241"/>
                <a:gd name="csY177" fmla="*/ 1433 h 74525"/>
                <a:gd name="csX178" fmla="*/ 86947 w 134241"/>
                <a:gd name="csY178" fmla="*/ 478 h 74525"/>
                <a:gd name="csX179" fmla="*/ 90291 w 134241"/>
                <a:gd name="csY179" fmla="*/ 0 h 74525"/>
                <a:gd name="csX180" fmla="*/ 94590 w 134241"/>
                <a:gd name="csY180" fmla="*/ 0 h 74525"/>
                <a:gd name="csX181" fmla="*/ 96979 w 134241"/>
                <a:gd name="csY181" fmla="*/ 956 h 74525"/>
                <a:gd name="csX182" fmla="*/ 98412 w 134241"/>
                <a:gd name="csY182" fmla="*/ 956 h 74525"/>
                <a:gd name="csX183" fmla="*/ 101278 w 134241"/>
                <a:gd name="csY183" fmla="*/ 956 h 74525"/>
                <a:gd name="csX184" fmla="*/ 104623 w 134241"/>
                <a:gd name="csY184" fmla="*/ 0 h 74525"/>
                <a:gd name="csX185" fmla="*/ 106056 w 134241"/>
                <a:gd name="csY185" fmla="*/ 0 h 74525"/>
                <a:gd name="csX186" fmla="*/ 107011 w 134241"/>
                <a:gd name="csY186" fmla="*/ 478 h 74525"/>
                <a:gd name="csX187" fmla="*/ 108444 w 134241"/>
                <a:gd name="csY187" fmla="*/ 1433 h 74525"/>
                <a:gd name="csX188" fmla="*/ 108922 w 134241"/>
                <a:gd name="csY188" fmla="*/ 2389 h 74525"/>
                <a:gd name="csX189" fmla="*/ 109878 w 134241"/>
                <a:gd name="csY189" fmla="*/ 3344 h 74525"/>
                <a:gd name="csX190" fmla="*/ 109878 w 134241"/>
                <a:gd name="csY190" fmla="*/ 3822 h 74525"/>
                <a:gd name="csX191" fmla="*/ 110355 w 134241"/>
                <a:gd name="csY191" fmla="*/ 4777 h 74525"/>
                <a:gd name="csX192" fmla="*/ 111311 w 134241"/>
                <a:gd name="csY192" fmla="*/ 5255 h 74525"/>
                <a:gd name="csX193" fmla="*/ 112266 w 134241"/>
                <a:gd name="csY193" fmla="*/ 5733 h 74525"/>
                <a:gd name="csX194" fmla="*/ 119432 w 134241"/>
                <a:gd name="csY194" fmla="*/ 4300 h 74525"/>
                <a:gd name="csX195" fmla="*/ 119432 w 134241"/>
                <a:gd name="csY195" fmla="*/ 3822 h 74525"/>
                <a:gd name="csX196" fmla="*/ 119432 w 134241"/>
                <a:gd name="csY196" fmla="*/ 3822 h 74525"/>
                <a:gd name="csX197" fmla="*/ 121343 w 134241"/>
                <a:gd name="csY197" fmla="*/ 3822 h 74525"/>
                <a:gd name="csX198" fmla="*/ 121343 w 134241"/>
                <a:gd name="csY198" fmla="*/ 3822 h 74525"/>
                <a:gd name="csX199" fmla="*/ 121821 w 134241"/>
                <a:gd name="csY199" fmla="*/ 3822 h 74525"/>
                <a:gd name="csX200" fmla="*/ 121821 w 134241"/>
                <a:gd name="csY200" fmla="*/ 3822 h 74525"/>
                <a:gd name="csX201" fmla="*/ 122299 w 134241"/>
                <a:gd name="csY201" fmla="*/ 5255 h 74525"/>
                <a:gd name="csX202" fmla="*/ 122299 w 134241"/>
                <a:gd name="csY202" fmla="*/ 5255 h 74525"/>
                <a:gd name="csX203" fmla="*/ 122776 w 134241"/>
                <a:gd name="csY203" fmla="*/ 5733 h 74525"/>
                <a:gd name="csX204" fmla="*/ 122776 w 134241"/>
                <a:gd name="csY204" fmla="*/ 6210 h 74525"/>
                <a:gd name="csX205" fmla="*/ 123254 w 134241"/>
                <a:gd name="csY205" fmla="*/ 7166 h 74525"/>
                <a:gd name="csX206" fmla="*/ 123732 w 134241"/>
                <a:gd name="csY206" fmla="*/ 8121 h 74525"/>
                <a:gd name="csX207" fmla="*/ 123732 w 134241"/>
                <a:gd name="csY207" fmla="*/ 8121 h 74525"/>
                <a:gd name="csX208" fmla="*/ 125165 w 134241"/>
                <a:gd name="csY208" fmla="*/ 8121 h 74525"/>
                <a:gd name="csX209" fmla="*/ 127076 w 134241"/>
                <a:gd name="csY209" fmla="*/ 9555 h 74525"/>
                <a:gd name="csX210" fmla="*/ 128509 w 134241"/>
                <a:gd name="csY210" fmla="*/ 11465 h 74525"/>
                <a:gd name="csX211" fmla="*/ 128509 w 134241"/>
                <a:gd name="csY211" fmla="*/ 11465 h 74525"/>
                <a:gd name="csX212" fmla="*/ 130420 w 134241"/>
                <a:gd name="csY212" fmla="*/ 11943 h 74525"/>
                <a:gd name="csX213" fmla="*/ 130420 w 134241"/>
                <a:gd name="csY213" fmla="*/ 11943 h 74525"/>
                <a:gd name="csX214" fmla="*/ 130898 w 134241"/>
                <a:gd name="csY214" fmla="*/ 11943 h 74525"/>
                <a:gd name="csX215" fmla="*/ 132331 w 134241"/>
                <a:gd name="csY215" fmla="*/ 11943 h 74525"/>
                <a:gd name="csX216" fmla="*/ 132331 w 134241"/>
                <a:gd name="csY216" fmla="*/ 12421 h 74525"/>
                <a:gd name="csX217" fmla="*/ 133764 w 134241"/>
                <a:gd name="csY217" fmla="*/ 13376 h 74525"/>
                <a:gd name="csX218" fmla="*/ 133764 w 134241"/>
                <a:gd name="csY218" fmla="*/ 13854 h 74525"/>
                <a:gd name="csX219" fmla="*/ 133764 w 134241"/>
                <a:gd name="csY219" fmla="*/ 14810 h 74525"/>
                <a:gd name="csX220" fmla="*/ 133764 w 134241"/>
                <a:gd name="csY220" fmla="*/ 15765 h 74525"/>
                <a:gd name="csX221" fmla="*/ 134242 w 134241"/>
                <a:gd name="csY221" fmla="*/ 16243 h 74525"/>
                <a:gd name="csX222" fmla="*/ 134242 w 134241"/>
                <a:gd name="csY222" fmla="*/ 16243 h 74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</a:cxnLst>
              <a:rect l="l" t="t" r="r" b="b"/>
              <a:pathLst>
                <a:path w="134241" h="74525">
                  <a:moveTo>
                    <a:pt x="134242" y="16243"/>
                  </a:moveTo>
                  <a:lnTo>
                    <a:pt x="133764" y="17198"/>
                  </a:lnTo>
                  <a:lnTo>
                    <a:pt x="130420" y="20065"/>
                  </a:lnTo>
                  <a:lnTo>
                    <a:pt x="128987" y="21020"/>
                  </a:lnTo>
                  <a:lnTo>
                    <a:pt x="128031" y="21498"/>
                  </a:lnTo>
                  <a:lnTo>
                    <a:pt x="126598" y="21020"/>
                  </a:lnTo>
                  <a:lnTo>
                    <a:pt x="125165" y="21498"/>
                  </a:lnTo>
                  <a:lnTo>
                    <a:pt x="124210" y="21976"/>
                  </a:lnTo>
                  <a:lnTo>
                    <a:pt x="122776" y="22453"/>
                  </a:lnTo>
                  <a:lnTo>
                    <a:pt x="121821" y="22931"/>
                  </a:lnTo>
                  <a:lnTo>
                    <a:pt x="120865" y="24842"/>
                  </a:lnTo>
                  <a:lnTo>
                    <a:pt x="119432" y="26275"/>
                  </a:lnTo>
                  <a:lnTo>
                    <a:pt x="117999" y="27231"/>
                  </a:lnTo>
                  <a:lnTo>
                    <a:pt x="117044" y="28186"/>
                  </a:lnTo>
                  <a:lnTo>
                    <a:pt x="117044" y="31052"/>
                  </a:lnTo>
                  <a:lnTo>
                    <a:pt x="116088" y="32008"/>
                  </a:lnTo>
                  <a:lnTo>
                    <a:pt x="115133" y="32963"/>
                  </a:lnTo>
                  <a:lnTo>
                    <a:pt x="114177" y="33441"/>
                  </a:lnTo>
                  <a:lnTo>
                    <a:pt x="112744" y="38218"/>
                  </a:lnTo>
                  <a:lnTo>
                    <a:pt x="111311" y="39651"/>
                  </a:lnTo>
                  <a:lnTo>
                    <a:pt x="110355" y="40607"/>
                  </a:lnTo>
                  <a:lnTo>
                    <a:pt x="110355" y="41563"/>
                  </a:lnTo>
                  <a:lnTo>
                    <a:pt x="110355" y="42518"/>
                  </a:lnTo>
                  <a:lnTo>
                    <a:pt x="108922" y="44907"/>
                  </a:lnTo>
                  <a:lnTo>
                    <a:pt x="107011" y="47295"/>
                  </a:lnTo>
                  <a:lnTo>
                    <a:pt x="106534" y="48251"/>
                  </a:lnTo>
                  <a:lnTo>
                    <a:pt x="107011" y="49684"/>
                  </a:lnTo>
                  <a:lnTo>
                    <a:pt x="105578" y="51117"/>
                  </a:lnTo>
                  <a:lnTo>
                    <a:pt x="104145" y="51595"/>
                  </a:lnTo>
                  <a:lnTo>
                    <a:pt x="103667" y="52073"/>
                  </a:lnTo>
                  <a:lnTo>
                    <a:pt x="103189" y="53028"/>
                  </a:lnTo>
                  <a:lnTo>
                    <a:pt x="102234" y="55417"/>
                  </a:lnTo>
                  <a:lnTo>
                    <a:pt x="102234" y="56372"/>
                  </a:lnTo>
                  <a:lnTo>
                    <a:pt x="102234" y="57328"/>
                  </a:lnTo>
                  <a:lnTo>
                    <a:pt x="100801" y="57805"/>
                  </a:lnTo>
                  <a:lnTo>
                    <a:pt x="100323" y="58761"/>
                  </a:lnTo>
                  <a:lnTo>
                    <a:pt x="100323" y="60194"/>
                  </a:lnTo>
                  <a:lnTo>
                    <a:pt x="99368" y="60672"/>
                  </a:lnTo>
                  <a:lnTo>
                    <a:pt x="97935" y="61627"/>
                  </a:lnTo>
                  <a:lnTo>
                    <a:pt x="94112" y="61149"/>
                  </a:lnTo>
                  <a:lnTo>
                    <a:pt x="92202" y="61627"/>
                  </a:lnTo>
                  <a:lnTo>
                    <a:pt x="91724" y="62582"/>
                  </a:lnTo>
                  <a:lnTo>
                    <a:pt x="91724" y="63060"/>
                  </a:lnTo>
                  <a:lnTo>
                    <a:pt x="91246" y="63538"/>
                  </a:lnTo>
                  <a:lnTo>
                    <a:pt x="90291" y="64493"/>
                  </a:lnTo>
                  <a:lnTo>
                    <a:pt x="89335" y="64493"/>
                  </a:lnTo>
                  <a:lnTo>
                    <a:pt x="87424" y="63538"/>
                  </a:lnTo>
                  <a:lnTo>
                    <a:pt x="83125" y="64493"/>
                  </a:lnTo>
                  <a:lnTo>
                    <a:pt x="82169" y="65449"/>
                  </a:lnTo>
                  <a:lnTo>
                    <a:pt x="81692" y="64971"/>
                  </a:lnTo>
                  <a:lnTo>
                    <a:pt x="80736" y="64493"/>
                  </a:lnTo>
                  <a:lnTo>
                    <a:pt x="75959" y="64016"/>
                  </a:lnTo>
                  <a:lnTo>
                    <a:pt x="74526" y="64493"/>
                  </a:lnTo>
                  <a:lnTo>
                    <a:pt x="71659" y="64016"/>
                  </a:lnTo>
                  <a:lnTo>
                    <a:pt x="69748" y="63538"/>
                  </a:lnTo>
                  <a:lnTo>
                    <a:pt x="67837" y="64016"/>
                  </a:lnTo>
                  <a:lnTo>
                    <a:pt x="66404" y="65927"/>
                  </a:lnTo>
                  <a:lnTo>
                    <a:pt x="65927" y="66405"/>
                  </a:lnTo>
                  <a:lnTo>
                    <a:pt x="65449" y="66882"/>
                  </a:lnTo>
                  <a:lnTo>
                    <a:pt x="64016" y="67360"/>
                  </a:lnTo>
                  <a:lnTo>
                    <a:pt x="63060" y="67838"/>
                  </a:lnTo>
                  <a:lnTo>
                    <a:pt x="61627" y="68315"/>
                  </a:lnTo>
                  <a:lnTo>
                    <a:pt x="60194" y="68315"/>
                  </a:lnTo>
                  <a:lnTo>
                    <a:pt x="59238" y="67838"/>
                  </a:lnTo>
                  <a:lnTo>
                    <a:pt x="58761" y="67838"/>
                  </a:lnTo>
                  <a:lnTo>
                    <a:pt x="58283" y="68315"/>
                  </a:lnTo>
                  <a:lnTo>
                    <a:pt x="57805" y="69271"/>
                  </a:lnTo>
                  <a:lnTo>
                    <a:pt x="55894" y="69748"/>
                  </a:lnTo>
                  <a:lnTo>
                    <a:pt x="55416" y="69748"/>
                  </a:lnTo>
                  <a:lnTo>
                    <a:pt x="55416" y="69748"/>
                  </a:lnTo>
                  <a:lnTo>
                    <a:pt x="53983" y="70226"/>
                  </a:lnTo>
                  <a:lnTo>
                    <a:pt x="52072" y="70704"/>
                  </a:lnTo>
                  <a:lnTo>
                    <a:pt x="51117" y="70226"/>
                  </a:lnTo>
                  <a:lnTo>
                    <a:pt x="51117" y="70704"/>
                  </a:lnTo>
                  <a:lnTo>
                    <a:pt x="48728" y="73093"/>
                  </a:lnTo>
                  <a:lnTo>
                    <a:pt x="48251" y="73570"/>
                  </a:lnTo>
                  <a:lnTo>
                    <a:pt x="46340" y="74048"/>
                  </a:lnTo>
                  <a:lnTo>
                    <a:pt x="44906" y="74526"/>
                  </a:lnTo>
                  <a:lnTo>
                    <a:pt x="43473" y="74048"/>
                  </a:lnTo>
                  <a:lnTo>
                    <a:pt x="42996" y="74048"/>
                  </a:lnTo>
                  <a:lnTo>
                    <a:pt x="36785" y="74048"/>
                  </a:lnTo>
                  <a:lnTo>
                    <a:pt x="33919" y="73570"/>
                  </a:lnTo>
                  <a:lnTo>
                    <a:pt x="32008" y="72615"/>
                  </a:lnTo>
                  <a:lnTo>
                    <a:pt x="30575" y="71659"/>
                  </a:lnTo>
                  <a:lnTo>
                    <a:pt x="30097" y="70226"/>
                  </a:lnTo>
                  <a:lnTo>
                    <a:pt x="30097" y="70226"/>
                  </a:lnTo>
                  <a:lnTo>
                    <a:pt x="28186" y="69748"/>
                  </a:lnTo>
                  <a:lnTo>
                    <a:pt x="25797" y="69271"/>
                  </a:lnTo>
                  <a:lnTo>
                    <a:pt x="23886" y="68315"/>
                  </a:lnTo>
                  <a:lnTo>
                    <a:pt x="22453" y="65927"/>
                  </a:lnTo>
                  <a:lnTo>
                    <a:pt x="21020" y="64493"/>
                  </a:lnTo>
                  <a:lnTo>
                    <a:pt x="18631" y="63060"/>
                  </a:lnTo>
                  <a:lnTo>
                    <a:pt x="16721" y="61627"/>
                  </a:lnTo>
                  <a:lnTo>
                    <a:pt x="15287" y="59239"/>
                  </a:lnTo>
                  <a:lnTo>
                    <a:pt x="12898" y="57328"/>
                  </a:lnTo>
                  <a:lnTo>
                    <a:pt x="9555" y="55417"/>
                  </a:lnTo>
                  <a:lnTo>
                    <a:pt x="8121" y="54939"/>
                  </a:lnTo>
                  <a:lnTo>
                    <a:pt x="8121" y="54461"/>
                  </a:lnTo>
                  <a:lnTo>
                    <a:pt x="6210" y="52073"/>
                  </a:lnTo>
                  <a:lnTo>
                    <a:pt x="5733" y="51117"/>
                  </a:lnTo>
                  <a:lnTo>
                    <a:pt x="5733" y="50162"/>
                  </a:lnTo>
                  <a:lnTo>
                    <a:pt x="5255" y="49684"/>
                  </a:lnTo>
                  <a:lnTo>
                    <a:pt x="4777" y="49206"/>
                  </a:lnTo>
                  <a:lnTo>
                    <a:pt x="4299" y="47295"/>
                  </a:lnTo>
                  <a:lnTo>
                    <a:pt x="4299" y="46340"/>
                  </a:lnTo>
                  <a:lnTo>
                    <a:pt x="3822" y="45384"/>
                  </a:lnTo>
                  <a:lnTo>
                    <a:pt x="0" y="45384"/>
                  </a:lnTo>
                  <a:lnTo>
                    <a:pt x="2866" y="42518"/>
                  </a:lnTo>
                  <a:lnTo>
                    <a:pt x="4777" y="41563"/>
                  </a:lnTo>
                  <a:lnTo>
                    <a:pt x="6210" y="42040"/>
                  </a:lnTo>
                  <a:lnTo>
                    <a:pt x="7166" y="41563"/>
                  </a:lnTo>
                  <a:lnTo>
                    <a:pt x="7166" y="41085"/>
                  </a:lnTo>
                  <a:lnTo>
                    <a:pt x="7644" y="40129"/>
                  </a:lnTo>
                  <a:lnTo>
                    <a:pt x="7644" y="39174"/>
                  </a:lnTo>
                  <a:lnTo>
                    <a:pt x="7644" y="38696"/>
                  </a:lnTo>
                  <a:lnTo>
                    <a:pt x="7644" y="38218"/>
                  </a:lnTo>
                  <a:lnTo>
                    <a:pt x="6688" y="37741"/>
                  </a:lnTo>
                  <a:lnTo>
                    <a:pt x="6210" y="35830"/>
                  </a:lnTo>
                  <a:lnTo>
                    <a:pt x="6688" y="34874"/>
                  </a:lnTo>
                  <a:lnTo>
                    <a:pt x="7166" y="34397"/>
                  </a:lnTo>
                  <a:lnTo>
                    <a:pt x="6688" y="32008"/>
                  </a:lnTo>
                  <a:lnTo>
                    <a:pt x="6688" y="31052"/>
                  </a:lnTo>
                  <a:lnTo>
                    <a:pt x="8121" y="31052"/>
                  </a:lnTo>
                  <a:lnTo>
                    <a:pt x="9555" y="30575"/>
                  </a:lnTo>
                  <a:lnTo>
                    <a:pt x="10510" y="29619"/>
                  </a:lnTo>
                  <a:lnTo>
                    <a:pt x="10510" y="29142"/>
                  </a:lnTo>
                  <a:lnTo>
                    <a:pt x="11465" y="27231"/>
                  </a:lnTo>
                  <a:lnTo>
                    <a:pt x="10510" y="25320"/>
                  </a:lnTo>
                  <a:lnTo>
                    <a:pt x="6688" y="24364"/>
                  </a:lnTo>
                  <a:lnTo>
                    <a:pt x="6210" y="23886"/>
                  </a:lnTo>
                  <a:lnTo>
                    <a:pt x="7166" y="22931"/>
                  </a:lnTo>
                  <a:lnTo>
                    <a:pt x="8599" y="22453"/>
                  </a:lnTo>
                  <a:lnTo>
                    <a:pt x="9077" y="21498"/>
                  </a:lnTo>
                  <a:lnTo>
                    <a:pt x="9555" y="21498"/>
                  </a:lnTo>
                  <a:lnTo>
                    <a:pt x="10988" y="21976"/>
                  </a:lnTo>
                  <a:lnTo>
                    <a:pt x="12898" y="23409"/>
                  </a:lnTo>
                  <a:lnTo>
                    <a:pt x="13376" y="23409"/>
                  </a:lnTo>
                  <a:lnTo>
                    <a:pt x="14332" y="22931"/>
                  </a:lnTo>
                  <a:lnTo>
                    <a:pt x="15287" y="22931"/>
                  </a:lnTo>
                  <a:lnTo>
                    <a:pt x="17198" y="22931"/>
                  </a:lnTo>
                  <a:lnTo>
                    <a:pt x="19109" y="22931"/>
                  </a:lnTo>
                  <a:lnTo>
                    <a:pt x="18631" y="21020"/>
                  </a:lnTo>
                  <a:lnTo>
                    <a:pt x="18631" y="20065"/>
                  </a:lnTo>
                  <a:lnTo>
                    <a:pt x="18631" y="19109"/>
                  </a:lnTo>
                  <a:lnTo>
                    <a:pt x="18631" y="18154"/>
                  </a:lnTo>
                  <a:lnTo>
                    <a:pt x="19587" y="17676"/>
                  </a:lnTo>
                  <a:lnTo>
                    <a:pt x="19587" y="15765"/>
                  </a:lnTo>
                  <a:lnTo>
                    <a:pt x="20542" y="14810"/>
                  </a:lnTo>
                  <a:lnTo>
                    <a:pt x="21498" y="14332"/>
                  </a:lnTo>
                  <a:lnTo>
                    <a:pt x="23409" y="14810"/>
                  </a:lnTo>
                  <a:lnTo>
                    <a:pt x="23886" y="15287"/>
                  </a:lnTo>
                  <a:lnTo>
                    <a:pt x="24364" y="15287"/>
                  </a:lnTo>
                  <a:lnTo>
                    <a:pt x="27230" y="18154"/>
                  </a:lnTo>
                  <a:lnTo>
                    <a:pt x="30575" y="20065"/>
                  </a:lnTo>
                  <a:lnTo>
                    <a:pt x="32963" y="21020"/>
                  </a:lnTo>
                  <a:lnTo>
                    <a:pt x="36785" y="21020"/>
                  </a:lnTo>
                  <a:lnTo>
                    <a:pt x="40607" y="21498"/>
                  </a:lnTo>
                  <a:lnTo>
                    <a:pt x="47295" y="21020"/>
                  </a:lnTo>
                  <a:lnTo>
                    <a:pt x="52072" y="20542"/>
                  </a:lnTo>
                  <a:lnTo>
                    <a:pt x="52072" y="20542"/>
                  </a:lnTo>
                  <a:lnTo>
                    <a:pt x="52550" y="20065"/>
                  </a:lnTo>
                  <a:lnTo>
                    <a:pt x="53028" y="19109"/>
                  </a:lnTo>
                  <a:lnTo>
                    <a:pt x="52550" y="17676"/>
                  </a:lnTo>
                  <a:lnTo>
                    <a:pt x="52550" y="16721"/>
                  </a:lnTo>
                  <a:lnTo>
                    <a:pt x="53505" y="14810"/>
                  </a:lnTo>
                  <a:lnTo>
                    <a:pt x="55894" y="13376"/>
                  </a:lnTo>
                  <a:lnTo>
                    <a:pt x="62582" y="12899"/>
                  </a:lnTo>
                  <a:lnTo>
                    <a:pt x="66882" y="11943"/>
                  </a:lnTo>
                  <a:lnTo>
                    <a:pt x="67360" y="10510"/>
                  </a:lnTo>
                  <a:lnTo>
                    <a:pt x="68793" y="9077"/>
                  </a:lnTo>
                  <a:lnTo>
                    <a:pt x="69748" y="8599"/>
                  </a:lnTo>
                  <a:lnTo>
                    <a:pt x="71659" y="9555"/>
                  </a:lnTo>
                  <a:lnTo>
                    <a:pt x="73570" y="10510"/>
                  </a:lnTo>
                  <a:lnTo>
                    <a:pt x="75481" y="11465"/>
                  </a:lnTo>
                  <a:lnTo>
                    <a:pt x="76437" y="10988"/>
                  </a:lnTo>
                  <a:lnTo>
                    <a:pt x="79781" y="9077"/>
                  </a:lnTo>
                  <a:lnTo>
                    <a:pt x="84080" y="6688"/>
                  </a:lnTo>
                  <a:lnTo>
                    <a:pt x="86947" y="1433"/>
                  </a:lnTo>
                  <a:lnTo>
                    <a:pt x="86947" y="478"/>
                  </a:lnTo>
                  <a:lnTo>
                    <a:pt x="90291" y="0"/>
                  </a:lnTo>
                  <a:lnTo>
                    <a:pt x="94590" y="0"/>
                  </a:lnTo>
                  <a:lnTo>
                    <a:pt x="96979" y="956"/>
                  </a:lnTo>
                  <a:lnTo>
                    <a:pt x="98412" y="956"/>
                  </a:lnTo>
                  <a:lnTo>
                    <a:pt x="101278" y="956"/>
                  </a:lnTo>
                  <a:lnTo>
                    <a:pt x="104623" y="0"/>
                  </a:lnTo>
                  <a:lnTo>
                    <a:pt x="106056" y="0"/>
                  </a:lnTo>
                  <a:lnTo>
                    <a:pt x="107011" y="478"/>
                  </a:lnTo>
                  <a:lnTo>
                    <a:pt x="108444" y="1433"/>
                  </a:lnTo>
                  <a:lnTo>
                    <a:pt x="108922" y="2389"/>
                  </a:lnTo>
                  <a:lnTo>
                    <a:pt x="109878" y="3344"/>
                  </a:lnTo>
                  <a:lnTo>
                    <a:pt x="109878" y="3822"/>
                  </a:lnTo>
                  <a:lnTo>
                    <a:pt x="110355" y="4777"/>
                  </a:lnTo>
                  <a:lnTo>
                    <a:pt x="111311" y="5255"/>
                  </a:lnTo>
                  <a:lnTo>
                    <a:pt x="112266" y="5733"/>
                  </a:lnTo>
                  <a:lnTo>
                    <a:pt x="119432" y="4300"/>
                  </a:lnTo>
                  <a:lnTo>
                    <a:pt x="119432" y="3822"/>
                  </a:lnTo>
                  <a:lnTo>
                    <a:pt x="119432" y="3822"/>
                  </a:lnTo>
                  <a:lnTo>
                    <a:pt x="121343" y="3822"/>
                  </a:lnTo>
                  <a:lnTo>
                    <a:pt x="121343" y="3822"/>
                  </a:lnTo>
                  <a:lnTo>
                    <a:pt x="121821" y="3822"/>
                  </a:lnTo>
                  <a:lnTo>
                    <a:pt x="121821" y="3822"/>
                  </a:lnTo>
                  <a:lnTo>
                    <a:pt x="122299" y="5255"/>
                  </a:lnTo>
                  <a:lnTo>
                    <a:pt x="122299" y="5255"/>
                  </a:lnTo>
                  <a:lnTo>
                    <a:pt x="122776" y="5733"/>
                  </a:lnTo>
                  <a:lnTo>
                    <a:pt x="122776" y="6210"/>
                  </a:lnTo>
                  <a:lnTo>
                    <a:pt x="123254" y="7166"/>
                  </a:lnTo>
                  <a:lnTo>
                    <a:pt x="123732" y="8121"/>
                  </a:lnTo>
                  <a:lnTo>
                    <a:pt x="123732" y="8121"/>
                  </a:lnTo>
                  <a:lnTo>
                    <a:pt x="125165" y="8121"/>
                  </a:lnTo>
                  <a:lnTo>
                    <a:pt x="127076" y="9555"/>
                  </a:lnTo>
                  <a:lnTo>
                    <a:pt x="128509" y="11465"/>
                  </a:lnTo>
                  <a:lnTo>
                    <a:pt x="128509" y="11465"/>
                  </a:lnTo>
                  <a:lnTo>
                    <a:pt x="130420" y="11943"/>
                  </a:lnTo>
                  <a:lnTo>
                    <a:pt x="130420" y="11943"/>
                  </a:lnTo>
                  <a:lnTo>
                    <a:pt x="130898" y="11943"/>
                  </a:lnTo>
                  <a:lnTo>
                    <a:pt x="132331" y="11943"/>
                  </a:lnTo>
                  <a:lnTo>
                    <a:pt x="132331" y="12421"/>
                  </a:lnTo>
                  <a:lnTo>
                    <a:pt x="133764" y="13376"/>
                  </a:lnTo>
                  <a:lnTo>
                    <a:pt x="133764" y="13854"/>
                  </a:lnTo>
                  <a:lnTo>
                    <a:pt x="133764" y="14810"/>
                  </a:lnTo>
                  <a:lnTo>
                    <a:pt x="133764" y="15765"/>
                  </a:lnTo>
                  <a:lnTo>
                    <a:pt x="134242" y="16243"/>
                  </a:lnTo>
                  <a:lnTo>
                    <a:pt x="134242" y="162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9" name="Freeform 1868">
              <a:extLst>
                <a:ext uri="{FF2B5EF4-FFF2-40B4-BE49-F238E27FC236}">
                  <a16:creationId xmlns:a16="http://schemas.microsoft.com/office/drawing/2014/main" id="{1521B8AD-2E9F-D94E-2E1B-1A0F60D52888}"/>
                </a:ext>
              </a:extLst>
            </p:cNvPr>
            <p:cNvSpPr/>
            <p:nvPr/>
          </p:nvSpPr>
          <p:spPr>
            <a:xfrm>
              <a:off x="6336775" y="3740741"/>
              <a:ext cx="477" cy="1910"/>
            </a:xfrm>
            <a:custGeom>
              <a:avLst/>
              <a:gdLst>
                <a:gd name="csX0" fmla="*/ 0 w 477"/>
                <a:gd name="csY0" fmla="*/ 0 h 1910"/>
                <a:gd name="csX1" fmla="*/ 478 w 477"/>
                <a:gd name="csY1" fmla="*/ 478 h 1910"/>
                <a:gd name="csX2" fmla="*/ 0 w 477"/>
                <a:gd name="csY2" fmla="*/ 956 h 1910"/>
                <a:gd name="csX3" fmla="*/ 0 w 477"/>
                <a:gd name="csY3" fmla="*/ 1911 h 1910"/>
                <a:gd name="csX4" fmla="*/ 0 w 477"/>
                <a:gd name="csY4" fmla="*/ 956 h 1910"/>
                <a:gd name="csX5" fmla="*/ 0 w 477"/>
                <a:gd name="csY5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1910">
                  <a:moveTo>
                    <a:pt x="0" y="0"/>
                  </a:moveTo>
                  <a:lnTo>
                    <a:pt x="478" y="478"/>
                  </a:lnTo>
                  <a:lnTo>
                    <a:pt x="0" y="956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0" name="Freeform 1869">
              <a:extLst>
                <a:ext uri="{FF2B5EF4-FFF2-40B4-BE49-F238E27FC236}">
                  <a16:creationId xmlns:a16="http://schemas.microsoft.com/office/drawing/2014/main" id="{4F7CB772-D3C8-C470-FAE1-CFDFE3F19B85}"/>
                </a:ext>
              </a:extLst>
            </p:cNvPr>
            <p:cNvSpPr/>
            <p:nvPr/>
          </p:nvSpPr>
          <p:spPr>
            <a:xfrm>
              <a:off x="6333908" y="3541050"/>
              <a:ext cx="2388" cy="7643"/>
            </a:xfrm>
            <a:custGeom>
              <a:avLst/>
              <a:gdLst>
                <a:gd name="csX0" fmla="*/ 2389 w 2388"/>
                <a:gd name="csY0" fmla="*/ 0 h 7643"/>
                <a:gd name="csX1" fmla="*/ 2389 w 2388"/>
                <a:gd name="csY1" fmla="*/ 1433 h 7643"/>
                <a:gd name="csX2" fmla="*/ 0 w 2388"/>
                <a:gd name="csY2" fmla="*/ 7644 h 7643"/>
                <a:gd name="csX3" fmla="*/ 2389 w 2388"/>
                <a:gd name="csY3" fmla="*/ 1433 h 7643"/>
                <a:gd name="csX4" fmla="*/ 2389 w 2388"/>
                <a:gd name="csY4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7643">
                  <a:moveTo>
                    <a:pt x="2389" y="0"/>
                  </a:moveTo>
                  <a:lnTo>
                    <a:pt x="2389" y="1433"/>
                  </a:lnTo>
                  <a:lnTo>
                    <a:pt x="0" y="7644"/>
                  </a:lnTo>
                  <a:lnTo>
                    <a:pt x="2389" y="1433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1" name="Freeform 1870">
              <a:extLst>
                <a:ext uri="{FF2B5EF4-FFF2-40B4-BE49-F238E27FC236}">
                  <a16:creationId xmlns:a16="http://schemas.microsoft.com/office/drawing/2014/main" id="{D661B144-EC07-845E-B2C1-AF948249795C}"/>
                </a:ext>
              </a:extLst>
            </p:cNvPr>
            <p:cNvSpPr/>
            <p:nvPr/>
          </p:nvSpPr>
          <p:spPr>
            <a:xfrm>
              <a:off x="6272759" y="3528151"/>
              <a:ext cx="63537" cy="29619"/>
            </a:xfrm>
            <a:custGeom>
              <a:avLst/>
              <a:gdLst>
                <a:gd name="csX0" fmla="*/ 63538 w 63537"/>
                <a:gd name="csY0" fmla="*/ 12899 h 29619"/>
                <a:gd name="csX1" fmla="*/ 63538 w 63537"/>
                <a:gd name="csY1" fmla="*/ 14332 h 29619"/>
                <a:gd name="csX2" fmla="*/ 61149 w 63537"/>
                <a:gd name="csY2" fmla="*/ 20542 h 29619"/>
                <a:gd name="csX3" fmla="*/ 61149 w 63537"/>
                <a:gd name="csY3" fmla="*/ 20542 h 29619"/>
                <a:gd name="csX4" fmla="*/ 61149 w 63537"/>
                <a:gd name="csY4" fmla="*/ 21498 h 29619"/>
                <a:gd name="csX5" fmla="*/ 60672 w 63537"/>
                <a:gd name="csY5" fmla="*/ 22931 h 29619"/>
                <a:gd name="csX6" fmla="*/ 60672 w 63537"/>
                <a:gd name="csY6" fmla="*/ 24842 h 29619"/>
                <a:gd name="csX7" fmla="*/ 61627 w 63537"/>
                <a:gd name="csY7" fmla="*/ 27708 h 29619"/>
                <a:gd name="csX8" fmla="*/ 62582 w 63537"/>
                <a:gd name="csY8" fmla="*/ 29142 h 29619"/>
                <a:gd name="csX9" fmla="*/ 62582 w 63537"/>
                <a:gd name="csY9" fmla="*/ 29142 h 29619"/>
                <a:gd name="csX10" fmla="*/ 61627 w 63537"/>
                <a:gd name="csY10" fmla="*/ 29619 h 29619"/>
                <a:gd name="csX11" fmla="*/ 50639 w 63537"/>
                <a:gd name="csY11" fmla="*/ 29142 h 29619"/>
                <a:gd name="csX12" fmla="*/ 40129 w 63537"/>
                <a:gd name="csY12" fmla="*/ 28664 h 29619"/>
                <a:gd name="csX13" fmla="*/ 30097 w 63537"/>
                <a:gd name="csY13" fmla="*/ 28186 h 29619"/>
                <a:gd name="csX14" fmla="*/ 20542 w 63537"/>
                <a:gd name="csY14" fmla="*/ 27708 h 29619"/>
                <a:gd name="csX15" fmla="*/ 11466 w 63537"/>
                <a:gd name="csY15" fmla="*/ 27231 h 29619"/>
                <a:gd name="csX16" fmla="*/ 6210 w 63537"/>
                <a:gd name="csY16" fmla="*/ 26753 h 29619"/>
                <a:gd name="csX17" fmla="*/ 478 w 63537"/>
                <a:gd name="csY17" fmla="*/ 26275 h 29619"/>
                <a:gd name="csX18" fmla="*/ 0 w 63537"/>
                <a:gd name="csY18" fmla="*/ 26275 h 29619"/>
                <a:gd name="csX19" fmla="*/ 2866 w 63537"/>
                <a:gd name="csY19" fmla="*/ 23409 h 29619"/>
                <a:gd name="csX20" fmla="*/ 4777 w 63537"/>
                <a:gd name="csY20" fmla="*/ 20542 h 29619"/>
                <a:gd name="csX21" fmla="*/ 6688 w 63537"/>
                <a:gd name="csY21" fmla="*/ 17198 h 29619"/>
                <a:gd name="csX22" fmla="*/ 6688 w 63537"/>
                <a:gd name="csY22" fmla="*/ 14332 h 29619"/>
                <a:gd name="csX23" fmla="*/ 7166 w 63537"/>
                <a:gd name="csY23" fmla="*/ 11465 h 29619"/>
                <a:gd name="csX24" fmla="*/ 9555 w 63537"/>
                <a:gd name="csY24" fmla="*/ 10510 h 29619"/>
                <a:gd name="csX25" fmla="*/ 15287 w 63537"/>
                <a:gd name="csY25" fmla="*/ 10510 h 29619"/>
                <a:gd name="csX26" fmla="*/ 18154 w 63537"/>
                <a:gd name="csY26" fmla="*/ 9077 h 29619"/>
                <a:gd name="csX27" fmla="*/ 21020 w 63537"/>
                <a:gd name="csY27" fmla="*/ 5733 h 29619"/>
                <a:gd name="csX28" fmla="*/ 24364 w 63537"/>
                <a:gd name="csY28" fmla="*/ 1911 h 29619"/>
                <a:gd name="csX29" fmla="*/ 25320 w 63537"/>
                <a:gd name="csY29" fmla="*/ 0 h 29619"/>
                <a:gd name="csX30" fmla="*/ 25320 w 63537"/>
                <a:gd name="csY30" fmla="*/ 0 h 29619"/>
                <a:gd name="csX31" fmla="*/ 26753 w 63537"/>
                <a:gd name="csY31" fmla="*/ 0 h 29619"/>
                <a:gd name="csX32" fmla="*/ 24842 w 63537"/>
                <a:gd name="csY32" fmla="*/ 3344 h 29619"/>
                <a:gd name="csX33" fmla="*/ 19587 w 63537"/>
                <a:gd name="csY33" fmla="*/ 9555 h 29619"/>
                <a:gd name="csX34" fmla="*/ 21020 w 63537"/>
                <a:gd name="csY34" fmla="*/ 10510 h 29619"/>
                <a:gd name="csX35" fmla="*/ 22931 w 63537"/>
                <a:gd name="csY35" fmla="*/ 10510 h 29619"/>
                <a:gd name="csX36" fmla="*/ 25320 w 63537"/>
                <a:gd name="csY36" fmla="*/ 11943 h 29619"/>
                <a:gd name="csX37" fmla="*/ 27231 w 63537"/>
                <a:gd name="csY37" fmla="*/ 11943 h 29619"/>
                <a:gd name="csX38" fmla="*/ 31052 w 63537"/>
                <a:gd name="csY38" fmla="*/ 10988 h 29619"/>
                <a:gd name="csX39" fmla="*/ 32008 w 63537"/>
                <a:gd name="csY39" fmla="*/ 5733 h 29619"/>
                <a:gd name="csX40" fmla="*/ 32008 w 63537"/>
                <a:gd name="csY40" fmla="*/ 478 h 29619"/>
                <a:gd name="csX41" fmla="*/ 33441 w 63537"/>
                <a:gd name="csY41" fmla="*/ 478 h 29619"/>
                <a:gd name="csX42" fmla="*/ 33441 w 63537"/>
                <a:gd name="csY42" fmla="*/ 478 h 29619"/>
                <a:gd name="csX43" fmla="*/ 35352 w 63537"/>
                <a:gd name="csY43" fmla="*/ 478 h 29619"/>
                <a:gd name="csX44" fmla="*/ 36307 w 63537"/>
                <a:gd name="csY44" fmla="*/ 1433 h 29619"/>
                <a:gd name="csX45" fmla="*/ 36307 w 63537"/>
                <a:gd name="csY45" fmla="*/ 1433 h 29619"/>
                <a:gd name="csX46" fmla="*/ 38218 w 63537"/>
                <a:gd name="csY46" fmla="*/ 2866 h 29619"/>
                <a:gd name="csX47" fmla="*/ 41085 w 63537"/>
                <a:gd name="csY47" fmla="*/ 3822 h 29619"/>
                <a:gd name="csX48" fmla="*/ 41085 w 63537"/>
                <a:gd name="csY48" fmla="*/ 3822 h 29619"/>
                <a:gd name="csX49" fmla="*/ 44907 w 63537"/>
                <a:gd name="csY49" fmla="*/ 5733 h 29619"/>
                <a:gd name="csX50" fmla="*/ 48728 w 63537"/>
                <a:gd name="csY50" fmla="*/ 7166 h 29619"/>
                <a:gd name="csX51" fmla="*/ 50162 w 63537"/>
                <a:gd name="csY51" fmla="*/ 7166 h 29619"/>
                <a:gd name="csX52" fmla="*/ 53983 w 63537"/>
                <a:gd name="csY52" fmla="*/ 7166 h 29619"/>
                <a:gd name="csX53" fmla="*/ 58283 w 63537"/>
                <a:gd name="csY53" fmla="*/ 7166 h 29619"/>
                <a:gd name="csX54" fmla="*/ 59716 w 63537"/>
                <a:gd name="csY54" fmla="*/ 10032 h 29619"/>
                <a:gd name="csX55" fmla="*/ 59716 w 63537"/>
                <a:gd name="csY55" fmla="*/ 10032 h 29619"/>
                <a:gd name="csX56" fmla="*/ 61627 w 63537"/>
                <a:gd name="csY56" fmla="*/ 11465 h 29619"/>
                <a:gd name="csX57" fmla="*/ 63538 w 63537"/>
                <a:gd name="csY57" fmla="*/ 12899 h 29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</a:cxnLst>
              <a:rect l="l" t="t" r="r" b="b"/>
              <a:pathLst>
                <a:path w="63537" h="29619">
                  <a:moveTo>
                    <a:pt x="63538" y="12899"/>
                  </a:moveTo>
                  <a:lnTo>
                    <a:pt x="63538" y="14332"/>
                  </a:lnTo>
                  <a:lnTo>
                    <a:pt x="61149" y="20542"/>
                  </a:lnTo>
                  <a:lnTo>
                    <a:pt x="61149" y="20542"/>
                  </a:lnTo>
                  <a:lnTo>
                    <a:pt x="61149" y="21498"/>
                  </a:lnTo>
                  <a:lnTo>
                    <a:pt x="60672" y="22931"/>
                  </a:lnTo>
                  <a:lnTo>
                    <a:pt x="60672" y="24842"/>
                  </a:lnTo>
                  <a:lnTo>
                    <a:pt x="61627" y="27708"/>
                  </a:lnTo>
                  <a:lnTo>
                    <a:pt x="62582" y="29142"/>
                  </a:lnTo>
                  <a:lnTo>
                    <a:pt x="62582" y="29142"/>
                  </a:lnTo>
                  <a:lnTo>
                    <a:pt x="61627" y="29619"/>
                  </a:lnTo>
                  <a:lnTo>
                    <a:pt x="50639" y="29142"/>
                  </a:lnTo>
                  <a:lnTo>
                    <a:pt x="40129" y="28664"/>
                  </a:lnTo>
                  <a:lnTo>
                    <a:pt x="30097" y="28186"/>
                  </a:lnTo>
                  <a:lnTo>
                    <a:pt x="20542" y="27708"/>
                  </a:lnTo>
                  <a:lnTo>
                    <a:pt x="11466" y="27231"/>
                  </a:lnTo>
                  <a:lnTo>
                    <a:pt x="6210" y="26753"/>
                  </a:lnTo>
                  <a:lnTo>
                    <a:pt x="478" y="26275"/>
                  </a:lnTo>
                  <a:lnTo>
                    <a:pt x="0" y="26275"/>
                  </a:lnTo>
                  <a:lnTo>
                    <a:pt x="2866" y="23409"/>
                  </a:lnTo>
                  <a:lnTo>
                    <a:pt x="4777" y="20542"/>
                  </a:lnTo>
                  <a:lnTo>
                    <a:pt x="6688" y="17198"/>
                  </a:lnTo>
                  <a:lnTo>
                    <a:pt x="6688" y="14332"/>
                  </a:lnTo>
                  <a:lnTo>
                    <a:pt x="7166" y="11465"/>
                  </a:lnTo>
                  <a:lnTo>
                    <a:pt x="9555" y="10510"/>
                  </a:lnTo>
                  <a:lnTo>
                    <a:pt x="15287" y="10510"/>
                  </a:lnTo>
                  <a:lnTo>
                    <a:pt x="18154" y="9077"/>
                  </a:lnTo>
                  <a:lnTo>
                    <a:pt x="21020" y="5733"/>
                  </a:lnTo>
                  <a:lnTo>
                    <a:pt x="24364" y="1911"/>
                  </a:lnTo>
                  <a:lnTo>
                    <a:pt x="25320" y="0"/>
                  </a:lnTo>
                  <a:lnTo>
                    <a:pt x="25320" y="0"/>
                  </a:lnTo>
                  <a:lnTo>
                    <a:pt x="26753" y="0"/>
                  </a:lnTo>
                  <a:lnTo>
                    <a:pt x="24842" y="3344"/>
                  </a:lnTo>
                  <a:lnTo>
                    <a:pt x="19587" y="9555"/>
                  </a:lnTo>
                  <a:lnTo>
                    <a:pt x="21020" y="10510"/>
                  </a:lnTo>
                  <a:lnTo>
                    <a:pt x="22931" y="10510"/>
                  </a:lnTo>
                  <a:lnTo>
                    <a:pt x="25320" y="11943"/>
                  </a:lnTo>
                  <a:lnTo>
                    <a:pt x="27231" y="11943"/>
                  </a:lnTo>
                  <a:lnTo>
                    <a:pt x="31052" y="10988"/>
                  </a:lnTo>
                  <a:lnTo>
                    <a:pt x="32008" y="5733"/>
                  </a:lnTo>
                  <a:lnTo>
                    <a:pt x="32008" y="478"/>
                  </a:lnTo>
                  <a:lnTo>
                    <a:pt x="33441" y="478"/>
                  </a:lnTo>
                  <a:lnTo>
                    <a:pt x="33441" y="478"/>
                  </a:lnTo>
                  <a:lnTo>
                    <a:pt x="35352" y="478"/>
                  </a:lnTo>
                  <a:lnTo>
                    <a:pt x="36307" y="1433"/>
                  </a:lnTo>
                  <a:lnTo>
                    <a:pt x="36307" y="1433"/>
                  </a:lnTo>
                  <a:lnTo>
                    <a:pt x="38218" y="2866"/>
                  </a:lnTo>
                  <a:lnTo>
                    <a:pt x="41085" y="3822"/>
                  </a:lnTo>
                  <a:lnTo>
                    <a:pt x="41085" y="3822"/>
                  </a:lnTo>
                  <a:lnTo>
                    <a:pt x="44907" y="5733"/>
                  </a:lnTo>
                  <a:lnTo>
                    <a:pt x="48728" y="7166"/>
                  </a:lnTo>
                  <a:lnTo>
                    <a:pt x="50162" y="7166"/>
                  </a:lnTo>
                  <a:lnTo>
                    <a:pt x="53983" y="7166"/>
                  </a:lnTo>
                  <a:lnTo>
                    <a:pt x="58283" y="7166"/>
                  </a:lnTo>
                  <a:lnTo>
                    <a:pt x="59716" y="10032"/>
                  </a:lnTo>
                  <a:lnTo>
                    <a:pt x="59716" y="10032"/>
                  </a:lnTo>
                  <a:lnTo>
                    <a:pt x="61627" y="11465"/>
                  </a:lnTo>
                  <a:lnTo>
                    <a:pt x="63538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2" name="Freeform 1871">
              <a:extLst>
                <a:ext uri="{FF2B5EF4-FFF2-40B4-BE49-F238E27FC236}">
                  <a16:creationId xmlns:a16="http://schemas.microsoft.com/office/drawing/2014/main" id="{70F674E9-77AD-FA69-4EBA-FFE3DCCA5A02}"/>
                </a:ext>
              </a:extLst>
            </p:cNvPr>
            <p:cNvSpPr/>
            <p:nvPr/>
          </p:nvSpPr>
          <p:spPr>
            <a:xfrm>
              <a:off x="6332475" y="3538184"/>
              <a:ext cx="1911" cy="1433"/>
            </a:xfrm>
            <a:custGeom>
              <a:avLst/>
              <a:gdLst>
                <a:gd name="csX0" fmla="*/ 1911 w 1911"/>
                <a:gd name="csY0" fmla="*/ 1433 h 1433"/>
                <a:gd name="csX1" fmla="*/ 1911 w 1911"/>
                <a:gd name="csY1" fmla="*/ 1433 h 1433"/>
                <a:gd name="csX2" fmla="*/ 0 w 1911"/>
                <a:gd name="csY2" fmla="*/ 0 h 1433"/>
                <a:gd name="csX3" fmla="*/ 1911 w 1911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433">
                  <a:moveTo>
                    <a:pt x="1911" y="1433"/>
                  </a:moveTo>
                  <a:lnTo>
                    <a:pt x="1911" y="1433"/>
                  </a:lnTo>
                  <a:lnTo>
                    <a:pt x="0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3" name="Freeform 1872">
              <a:extLst>
                <a:ext uri="{FF2B5EF4-FFF2-40B4-BE49-F238E27FC236}">
                  <a16:creationId xmlns:a16="http://schemas.microsoft.com/office/drawing/2014/main" id="{0382431A-19BA-E57E-AFFC-80EBC9DF1CB4}"/>
                </a:ext>
              </a:extLst>
            </p:cNvPr>
            <p:cNvSpPr/>
            <p:nvPr/>
          </p:nvSpPr>
          <p:spPr>
            <a:xfrm>
              <a:off x="6333908" y="3704433"/>
              <a:ext cx="477" cy="4777"/>
            </a:xfrm>
            <a:custGeom>
              <a:avLst/>
              <a:gdLst>
                <a:gd name="csX0" fmla="*/ 478 w 477"/>
                <a:gd name="csY0" fmla="*/ 0 h 4777"/>
                <a:gd name="csX1" fmla="*/ 478 w 477"/>
                <a:gd name="csY1" fmla="*/ 1911 h 4777"/>
                <a:gd name="csX2" fmla="*/ 478 w 477"/>
                <a:gd name="csY2" fmla="*/ 3344 h 4777"/>
                <a:gd name="csX3" fmla="*/ 0 w 477"/>
                <a:gd name="csY3" fmla="*/ 4777 h 4777"/>
                <a:gd name="csX4" fmla="*/ 478 w 477"/>
                <a:gd name="csY4" fmla="*/ 3344 h 4777"/>
                <a:gd name="csX5" fmla="*/ 478 w 477"/>
                <a:gd name="csY5" fmla="*/ 1911 h 4777"/>
                <a:gd name="csX6" fmla="*/ 478 w 477"/>
                <a:gd name="csY6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4777">
                  <a:moveTo>
                    <a:pt x="478" y="0"/>
                  </a:moveTo>
                  <a:lnTo>
                    <a:pt x="478" y="1911"/>
                  </a:lnTo>
                  <a:lnTo>
                    <a:pt x="478" y="3344"/>
                  </a:lnTo>
                  <a:lnTo>
                    <a:pt x="0" y="4777"/>
                  </a:lnTo>
                  <a:lnTo>
                    <a:pt x="478" y="3344"/>
                  </a:lnTo>
                  <a:lnTo>
                    <a:pt x="478" y="1911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4" name="Freeform 1873">
              <a:extLst>
                <a:ext uri="{FF2B5EF4-FFF2-40B4-BE49-F238E27FC236}">
                  <a16:creationId xmlns:a16="http://schemas.microsoft.com/office/drawing/2014/main" id="{67D78635-682C-5961-94AA-3C19DA5CECE5}"/>
                </a:ext>
              </a:extLst>
            </p:cNvPr>
            <p:cNvSpPr/>
            <p:nvPr/>
          </p:nvSpPr>
          <p:spPr>
            <a:xfrm>
              <a:off x="6331042" y="3535317"/>
              <a:ext cx="1433" cy="2866"/>
            </a:xfrm>
            <a:custGeom>
              <a:avLst/>
              <a:gdLst>
                <a:gd name="csX0" fmla="*/ 478 w 1433"/>
                <a:gd name="csY0" fmla="*/ 0 h 2866"/>
                <a:gd name="csX1" fmla="*/ 1433 w 1433"/>
                <a:gd name="csY1" fmla="*/ 2866 h 2866"/>
                <a:gd name="csX2" fmla="*/ 1433 w 1433"/>
                <a:gd name="csY2" fmla="*/ 2866 h 2866"/>
                <a:gd name="csX3" fmla="*/ 0 w 1433"/>
                <a:gd name="csY3" fmla="*/ 0 h 2866"/>
                <a:gd name="csX4" fmla="*/ 478 w 1433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866">
                  <a:moveTo>
                    <a:pt x="478" y="0"/>
                  </a:moveTo>
                  <a:lnTo>
                    <a:pt x="1433" y="2866"/>
                  </a:lnTo>
                  <a:lnTo>
                    <a:pt x="1433" y="2866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5" name="Freeform 1874">
              <a:extLst>
                <a:ext uri="{FF2B5EF4-FFF2-40B4-BE49-F238E27FC236}">
                  <a16:creationId xmlns:a16="http://schemas.microsoft.com/office/drawing/2014/main" id="{E7A60A91-B42C-DAAD-D328-D4CC7BFD2144}"/>
                </a:ext>
              </a:extLst>
            </p:cNvPr>
            <p:cNvSpPr/>
            <p:nvPr/>
          </p:nvSpPr>
          <p:spPr>
            <a:xfrm>
              <a:off x="6323876" y="3916068"/>
              <a:ext cx="8121" cy="955"/>
            </a:xfrm>
            <a:custGeom>
              <a:avLst/>
              <a:gdLst>
                <a:gd name="csX0" fmla="*/ 8121 w 8121"/>
                <a:gd name="csY0" fmla="*/ 478 h 955"/>
                <a:gd name="csX1" fmla="*/ 5733 w 8121"/>
                <a:gd name="csY1" fmla="*/ 956 h 955"/>
                <a:gd name="csX2" fmla="*/ 4299 w 8121"/>
                <a:gd name="csY2" fmla="*/ 956 h 955"/>
                <a:gd name="csX3" fmla="*/ 956 w 8121"/>
                <a:gd name="csY3" fmla="*/ 0 h 955"/>
                <a:gd name="csX4" fmla="*/ 0 w 8121"/>
                <a:gd name="csY4" fmla="*/ 0 h 955"/>
                <a:gd name="csX5" fmla="*/ 0 w 8121"/>
                <a:gd name="csY5" fmla="*/ 0 h 955"/>
                <a:gd name="csX6" fmla="*/ 956 w 8121"/>
                <a:gd name="csY6" fmla="*/ 0 h 955"/>
                <a:gd name="csX7" fmla="*/ 4299 w 8121"/>
                <a:gd name="csY7" fmla="*/ 956 h 955"/>
                <a:gd name="csX8" fmla="*/ 6210 w 8121"/>
                <a:gd name="csY8" fmla="*/ 956 h 955"/>
                <a:gd name="csX9" fmla="*/ 8121 w 8121"/>
                <a:gd name="csY9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121" h="955">
                  <a:moveTo>
                    <a:pt x="8121" y="478"/>
                  </a:moveTo>
                  <a:lnTo>
                    <a:pt x="5733" y="956"/>
                  </a:lnTo>
                  <a:lnTo>
                    <a:pt x="4299" y="956"/>
                  </a:lnTo>
                  <a:lnTo>
                    <a:pt x="95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4299" y="956"/>
                  </a:lnTo>
                  <a:lnTo>
                    <a:pt x="6210" y="956"/>
                  </a:lnTo>
                  <a:lnTo>
                    <a:pt x="81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6" name="Freeform 1875">
              <a:extLst>
                <a:ext uri="{FF2B5EF4-FFF2-40B4-BE49-F238E27FC236}">
                  <a16:creationId xmlns:a16="http://schemas.microsoft.com/office/drawing/2014/main" id="{D60181D1-A8B3-200C-3D12-9C55F39CC46E}"/>
                </a:ext>
              </a:extLst>
            </p:cNvPr>
            <p:cNvSpPr/>
            <p:nvPr/>
          </p:nvSpPr>
          <p:spPr>
            <a:xfrm>
              <a:off x="6330086" y="3736441"/>
              <a:ext cx="1433" cy="1910"/>
            </a:xfrm>
            <a:custGeom>
              <a:avLst/>
              <a:gdLst>
                <a:gd name="csX0" fmla="*/ 478 w 1433"/>
                <a:gd name="csY0" fmla="*/ 0 h 1910"/>
                <a:gd name="csX1" fmla="*/ 1433 w 1433"/>
                <a:gd name="csY1" fmla="*/ 1911 h 1910"/>
                <a:gd name="csX2" fmla="*/ 1433 w 1433"/>
                <a:gd name="csY2" fmla="*/ 1911 h 1910"/>
                <a:gd name="csX3" fmla="*/ 0 w 1433"/>
                <a:gd name="csY3" fmla="*/ 0 h 1910"/>
                <a:gd name="csX4" fmla="*/ 478 w 1433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1910">
                  <a:moveTo>
                    <a:pt x="478" y="0"/>
                  </a:moveTo>
                  <a:lnTo>
                    <a:pt x="1433" y="1911"/>
                  </a:lnTo>
                  <a:lnTo>
                    <a:pt x="1433" y="1911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7" name="Freeform 1876">
              <a:extLst>
                <a:ext uri="{FF2B5EF4-FFF2-40B4-BE49-F238E27FC236}">
                  <a16:creationId xmlns:a16="http://schemas.microsoft.com/office/drawing/2014/main" id="{B878BAF3-EF3B-F575-34D9-D7088EB0AA06}"/>
                </a:ext>
              </a:extLst>
            </p:cNvPr>
            <p:cNvSpPr/>
            <p:nvPr/>
          </p:nvSpPr>
          <p:spPr>
            <a:xfrm>
              <a:off x="6218298" y="3697745"/>
              <a:ext cx="112266" cy="50639"/>
            </a:xfrm>
            <a:custGeom>
              <a:avLst/>
              <a:gdLst>
                <a:gd name="csX0" fmla="*/ 112266 w 112266"/>
                <a:gd name="csY0" fmla="*/ 14810 h 50639"/>
                <a:gd name="csX1" fmla="*/ 112266 w 112266"/>
                <a:gd name="csY1" fmla="*/ 15765 h 50639"/>
                <a:gd name="csX2" fmla="*/ 111311 w 112266"/>
                <a:gd name="csY2" fmla="*/ 17198 h 50639"/>
                <a:gd name="csX3" fmla="*/ 110356 w 112266"/>
                <a:gd name="csY3" fmla="*/ 18631 h 50639"/>
                <a:gd name="csX4" fmla="*/ 109400 w 112266"/>
                <a:gd name="csY4" fmla="*/ 20065 h 50639"/>
                <a:gd name="csX5" fmla="*/ 108445 w 112266"/>
                <a:gd name="csY5" fmla="*/ 23886 h 50639"/>
                <a:gd name="csX6" fmla="*/ 107489 w 112266"/>
                <a:gd name="csY6" fmla="*/ 25320 h 50639"/>
                <a:gd name="csX7" fmla="*/ 104623 w 112266"/>
                <a:gd name="csY7" fmla="*/ 28664 h 50639"/>
                <a:gd name="csX8" fmla="*/ 104145 w 112266"/>
                <a:gd name="csY8" fmla="*/ 32963 h 50639"/>
                <a:gd name="csX9" fmla="*/ 104145 w 112266"/>
                <a:gd name="csY9" fmla="*/ 33441 h 50639"/>
                <a:gd name="csX10" fmla="*/ 96979 w 112266"/>
                <a:gd name="csY10" fmla="*/ 34874 h 50639"/>
                <a:gd name="csX11" fmla="*/ 96024 w 112266"/>
                <a:gd name="csY11" fmla="*/ 34397 h 50639"/>
                <a:gd name="csX12" fmla="*/ 95068 w 112266"/>
                <a:gd name="csY12" fmla="*/ 33919 h 50639"/>
                <a:gd name="csX13" fmla="*/ 94591 w 112266"/>
                <a:gd name="csY13" fmla="*/ 32963 h 50639"/>
                <a:gd name="csX14" fmla="*/ 94591 w 112266"/>
                <a:gd name="csY14" fmla="*/ 32486 h 50639"/>
                <a:gd name="csX15" fmla="*/ 93635 w 112266"/>
                <a:gd name="csY15" fmla="*/ 31530 h 50639"/>
                <a:gd name="csX16" fmla="*/ 93157 w 112266"/>
                <a:gd name="csY16" fmla="*/ 30575 h 50639"/>
                <a:gd name="csX17" fmla="*/ 91724 w 112266"/>
                <a:gd name="csY17" fmla="*/ 29619 h 50639"/>
                <a:gd name="csX18" fmla="*/ 90769 w 112266"/>
                <a:gd name="csY18" fmla="*/ 29142 h 50639"/>
                <a:gd name="csX19" fmla="*/ 89335 w 112266"/>
                <a:gd name="csY19" fmla="*/ 29142 h 50639"/>
                <a:gd name="csX20" fmla="*/ 85991 w 112266"/>
                <a:gd name="csY20" fmla="*/ 30097 h 50639"/>
                <a:gd name="csX21" fmla="*/ 83125 w 112266"/>
                <a:gd name="csY21" fmla="*/ 30097 h 50639"/>
                <a:gd name="csX22" fmla="*/ 81692 w 112266"/>
                <a:gd name="csY22" fmla="*/ 30097 h 50639"/>
                <a:gd name="csX23" fmla="*/ 79303 w 112266"/>
                <a:gd name="csY23" fmla="*/ 29142 h 50639"/>
                <a:gd name="csX24" fmla="*/ 75004 w 112266"/>
                <a:gd name="csY24" fmla="*/ 29142 h 50639"/>
                <a:gd name="csX25" fmla="*/ 71659 w 112266"/>
                <a:gd name="csY25" fmla="*/ 29619 h 50639"/>
                <a:gd name="csX26" fmla="*/ 71659 w 112266"/>
                <a:gd name="csY26" fmla="*/ 30575 h 50639"/>
                <a:gd name="csX27" fmla="*/ 68793 w 112266"/>
                <a:gd name="csY27" fmla="*/ 35830 h 50639"/>
                <a:gd name="csX28" fmla="*/ 64493 w 112266"/>
                <a:gd name="csY28" fmla="*/ 38218 h 50639"/>
                <a:gd name="csX29" fmla="*/ 61150 w 112266"/>
                <a:gd name="csY29" fmla="*/ 40129 h 50639"/>
                <a:gd name="csX30" fmla="*/ 60194 w 112266"/>
                <a:gd name="csY30" fmla="*/ 40607 h 50639"/>
                <a:gd name="csX31" fmla="*/ 58283 w 112266"/>
                <a:gd name="csY31" fmla="*/ 39652 h 50639"/>
                <a:gd name="csX32" fmla="*/ 56372 w 112266"/>
                <a:gd name="csY32" fmla="*/ 38696 h 50639"/>
                <a:gd name="csX33" fmla="*/ 54461 w 112266"/>
                <a:gd name="csY33" fmla="*/ 37741 h 50639"/>
                <a:gd name="csX34" fmla="*/ 53506 w 112266"/>
                <a:gd name="csY34" fmla="*/ 38218 h 50639"/>
                <a:gd name="csX35" fmla="*/ 52073 w 112266"/>
                <a:gd name="csY35" fmla="*/ 39652 h 50639"/>
                <a:gd name="csX36" fmla="*/ 51595 w 112266"/>
                <a:gd name="csY36" fmla="*/ 41085 h 50639"/>
                <a:gd name="csX37" fmla="*/ 47295 w 112266"/>
                <a:gd name="csY37" fmla="*/ 42040 h 50639"/>
                <a:gd name="csX38" fmla="*/ 40607 w 112266"/>
                <a:gd name="csY38" fmla="*/ 42518 h 50639"/>
                <a:gd name="csX39" fmla="*/ 38218 w 112266"/>
                <a:gd name="csY39" fmla="*/ 43951 h 50639"/>
                <a:gd name="csX40" fmla="*/ 37263 w 112266"/>
                <a:gd name="csY40" fmla="*/ 45862 h 50639"/>
                <a:gd name="csX41" fmla="*/ 37263 w 112266"/>
                <a:gd name="csY41" fmla="*/ 46818 h 50639"/>
                <a:gd name="csX42" fmla="*/ 37741 w 112266"/>
                <a:gd name="csY42" fmla="*/ 48251 h 50639"/>
                <a:gd name="csX43" fmla="*/ 37263 w 112266"/>
                <a:gd name="csY43" fmla="*/ 49206 h 50639"/>
                <a:gd name="csX44" fmla="*/ 36785 w 112266"/>
                <a:gd name="csY44" fmla="*/ 49684 h 50639"/>
                <a:gd name="csX45" fmla="*/ 32008 w 112266"/>
                <a:gd name="csY45" fmla="*/ 50162 h 50639"/>
                <a:gd name="csX46" fmla="*/ 25320 w 112266"/>
                <a:gd name="csY46" fmla="*/ 50639 h 50639"/>
                <a:gd name="csX47" fmla="*/ 21498 w 112266"/>
                <a:gd name="csY47" fmla="*/ 50162 h 50639"/>
                <a:gd name="csX48" fmla="*/ 17676 w 112266"/>
                <a:gd name="csY48" fmla="*/ 50162 h 50639"/>
                <a:gd name="csX49" fmla="*/ 15287 w 112266"/>
                <a:gd name="csY49" fmla="*/ 49206 h 50639"/>
                <a:gd name="csX50" fmla="*/ 11943 w 112266"/>
                <a:gd name="csY50" fmla="*/ 47295 h 50639"/>
                <a:gd name="csX51" fmla="*/ 9077 w 112266"/>
                <a:gd name="csY51" fmla="*/ 44429 h 50639"/>
                <a:gd name="csX52" fmla="*/ 8599 w 112266"/>
                <a:gd name="csY52" fmla="*/ 44429 h 50639"/>
                <a:gd name="csX53" fmla="*/ 8121 w 112266"/>
                <a:gd name="csY53" fmla="*/ 43951 h 50639"/>
                <a:gd name="csX54" fmla="*/ 6211 w 112266"/>
                <a:gd name="csY54" fmla="*/ 43473 h 50639"/>
                <a:gd name="csX55" fmla="*/ 5255 w 112266"/>
                <a:gd name="csY55" fmla="*/ 43951 h 50639"/>
                <a:gd name="csX56" fmla="*/ 4300 w 112266"/>
                <a:gd name="csY56" fmla="*/ 42996 h 50639"/>
                <a:gd name="csX57" fmla="*/ 3822 w 112266"/>
                <a:gd name="csY57" fmla="*/ 41563 h 50639"/>
                <a:gd name="csX58" fmla="*/ 1911 w 112266"/>
                <a:gd name="csY58" fmla="*/ 38696 h 50639"/>
                <a:gd name="csX59" fmla="*/ 0 w 112266"/>
                <a:gd name="csY59" fmla="*/ 33441 h 50639"/>
                <a:gd name="csX60" fmla="*/ 0 w 112266"/>
                <a:gd name="csY60" fmla="*/ 32008 h 50639"/>
                <a:gd name="csX61" fmla="*/ 478 w 112266"/>
                <a:gd name="csY61" fmla="*/ 30097 h 50639"/>
                <a:gd name="csX62" fmla="*/ 1433 w 112266"/>
                <a:gd name="csY62" fmla="*/ 29142 h 50639"/>
                <a:gd name="csX63" fmla="*/ 1433 w 112266"/>
                <a:gd name="csY63" fmla="*/ 28186 h 50639"/>
                <a:gd name="csX64" fmla="*/ 1433 w 112266"/>
                <a:gd name="csY64" fmla="*/ 27708 h 50639"/>
                <a:gd name="csX65" fmla="*/ 2389 w 112266"/>
                <a:gd name="csY65" fmla="*/ 25320 h 50639"/>
                <a:gd name="csX66" fmla="*/ 3822 w 112266"/>
                <a:gd name="csY66" fmla="*/ 22931 h 50639"/>
                <a:gd name="csX67" fmla="*/ 5255 w 112266"/>
                <a:gd name="csY67" fmla="*/ 21020 h 50639"/>
                <a:gd name="csX68" fmla="*/ 6211 w 112266"/>
                <a:gd name="csY68" fmla="*/ 20542 h 50639"/>
                <a:gd name="csX69" fmla="*/ 8599 w 112266"/>
                <a:gd name="csY69" fmla="*/ 21020 h 50639"/>
                <a:gd name="csX70" fmla="*/ 11943 w 112266"/>
                <a:gd name="csY70" fmla="*/ 21498 h 50639"/>
                <a:gd name="csX71" fmla="*/ 14810 w 112266"/>
                <a:gd name="csY71" fmla="*/ 21020 h 50639"/>
                <a:gd name="csX72" fmla="*/ 17676 w 112266"/>
                <a:gd name="csY72" fmla="*/ 19587 h 50639"/>
                <a:gd name="csX73" fmla="*/ 19109 w 112266"/>
                <a:gd name="csY73" fmla="*/ 18631 h 50639"/>
                <a:gd name="csX74" fmla="*/ 20065 w 112266"/>
                <a:gd name="csY74" fmla="*/ 17198 h 50639"/>
                <a:gd name="csX75" fmla="*/ 20543 w 112266"/>
                <a:gd name="csY75" fmla="*/ 16721 h 50639"/>
                <a:gd name="csX76" fmla="*/ 21020 w 112266"/>
                <a:gd name="csY76" fmla="*/ 16243 h 50639"/>
                <a:gd name="csX77" fmla="*/ 23409 w 112266"/>
                <a:gd name="csY77" fmla="*/ 15765 h 50639"/>
                <a:gd name="csX78" fmla="*/ 24364 w 112266"/>
                <a:gd name="csY78" fmla="*/ 14810 h 50639"/>
                <a:gd name="csX79" fmla="*/ 24364 w 112266"/>
                <a:gd name="csY79" fmla="*/ 13377 h 50639"/>
                <a:gd name="csX80" fmla="*/ 24364 w 112266"/>
                <a:gd name="csY80" fmla="*/ 11465 h 50639"/>
                <a:gd name="csX81" fmla="*/ 24842 w 112266"/>
                <a:gd name="csY81" fmla="*/ 10510 h 50639"/>
                <a:gd name="csX82" fmla="*/ 25798 w 112266"/>
                <a:gd name="csY82" fmla="*/ 9555 h 50639"/>
                <a:gd name="csX83" fmla="*/ 29619 w 112266"/>
                <a:gd name="csY83" fmla="*/ 7166 h 50639"/>
                <a:gd name="csX84" fmla="*/ 30097 w 112266"/>
                <a:gd name="csY84" fmla="*/ 6688 h 50639"/>
                <a:gd name="csX85" fmla="*/ 30575 w 112266"/>
                <a:gd name="csY85" fmla="*/ 5733 h 50639"/>
                <a:gd name="csX86" fmla="*/ 32008 w 112266"/>
                <a:gd name="csY86" fmla="*/ 4777 h 50639"/>
                <a:gd name="csX87" fmla="*/ 32963 w 112266"/>
                <a:gd name="csY87" fmla="*/ 3822 h 50639"/>
                <a:gd name="csX88" fmla="*/ 34397 w 112266"/>
                <a:gd name="csY88" fmla="*/ 2866 h 50639"/>
                <a:gd name="csX89" fmla="*/ 35830 w 112266"/>
                <a:gd name="csY89" fmla="*/ 2866 h 50639"/>
                <a:gd name="csX90" fmla="*/ 37263 w 112266"/>
                <a:gd name="csY90" fmla="*/ 2866 h 50639"/>
                <a:gd name="csX91" fmla="*/ 38218 w 112266"/>
                <a:gd name="csY91" fmla="*/ 2389 h 50639"/>
                <a:gd name="csX92" fmla="*/ 38696 w 112266"/>
                <a:gd name="csY92" fmla="*/ 2389 h 50639"/>
                <a:gd name="csX93" fmla="*/ 41085 w 112266"/>
                <a:gd name="csY93" fmla="*/ 2866 h 50639"/>
                <a:gd name="csX94" fmla="*/ 41563 w 112266"/>
                <a:gd name="csY94" fmla="*/ 4300 h 50639"/>
                <a:gd name="csX95" fmla="*/ 41563 w 112266"/>
                <a:gd name="csY95" fmla="*/ 5733 h 50639"/>
                <a:gd name="csX96" fmla="*/ 45384 w 112266"/>
                <a:gd name="csY96" fmla="*/ 5733 h 50639"/>
                <a:gd name="csX97" fmla="*/ 47295 w 112266"/>
                <a:gd name="csY97" fmla="*/ 2389 h 50639"/>
                <a:gd name="csX98" fmla="*/ 48251 w 112266"/>
                <a:gd name="csY98" fmla="*/ 1911 h 50639"/>
                <a:gd name="csX99" fmla="*/ 49684 w 112266"/>
                <a:gd name="csY99" fmla="*/ 956 h 50639"/>
                <a:gd name="csX100" fmla="*/ 51117 w 112266"/>
                <a:gd name="csY100" fmla="*/ 0 h 50639"/>
                <a:gd name="csX101" fmla="*/ 51595 w 112266"/>
                <a:gd name="csY101" fmla="*/ 478 h 50639"/>
                <a:gd name="csX102" fmla="*/ 53028 w 112266"/>
                <a:gd name="csY102" fmla="*/ 2866 h 50639"/>
                <a:gd name="csX103" fmla="*/ 53984 w 112266"/>
                <a:gd name="csY103" fmla="*/ 4300 h 50639"/>
                <a:gd name="csX104" fmla="*/ 54461 w 112266"/>
                <a:gd name="csY104" fmla="*/ 4777 h 50639"/>
                <a:gd name="csX105" fmla="*/ 54939 w 112266"/>
                <a:gd name="csY105" fmla="*/ 5255 h 50639"/>
                <a:gd name="csX106" fmla="*/ 55417 w 112266"/>
                <a:gd name="csY106" fmla="*/ 5733 h 50639"/>
                <a:gd name="csX107" fmla="*/ 56850 w 112266"/>
                <a:gd name="csY107" fmla="*/ 5733 h 50639"/>
                <a:gd name="csX108" fmla="*/ 57805 w 112266"/>
                <a:gd name="csY108" fmla="*/ 6211 h 50639"/>
                <a:gd name="csX109" fmla="*/ 57805 w 112266"/>
                <a:gd name="csY109" fmla="*/ 7644 h 50639"/>
                <a:gd name="csX110" fmla="*/ 57805 w 112266"/>
                <a:gd name="csY110" fmla="*/ 9077 h 50639"/>
                <a:gd name="csX111" fmla="*/ 57328 w 112266"/>
                <a:gd name="csY111" fmla="*/ 10032 h 50639"/>
                <a:gd name="csX112" fmla="*/ 57328 w 112266"/>
                <a:gd name="csY112" fmla="*/ 10988 h 50639"/>
                <a:gd name="csX113" fmla="*/ 58283 w 112266"/>
                <a:gd name="csY113" fmla="*/ 11465 h 50639"/>
                <a:gd name="csX114" fmla="*/ 59239 w 112266"/>
                <a:gd name="csY114" fmla="*/ 10988 h 50639"/>
                <a:gd name="csX115" fmla="*/ 60194 w 112266"/>
                <a:gd name="csY115" fmla="*/ 10510 h 50639"/>
                <a:gd name="csX116" fmla="*/ 63060 w 112266"/>
                <a:gd name="csY116" fmla="*/ 11465 h 50639"/>
                <a:gd name="csX117" fmla="*/ 64016 w 112266"/>
                <a:gd name="csY117" fmla="*/ 9077 h 50639"/>
                <a:gd name="csX118" fmla="*/ 65449 w 112266"/>
                <a:gd name="csY118" fmla="*/ 7644 h 50639"/>
                <a:gd name="csX119" fmla="*/ 66882 w 112266"/>
                <a:gd name="csY119" fmla="*/ 7166 h 50639"/>
                <a:gd name="csX120" fmla="*/ 67838 w 112266"/>
                <a:gd name="csY120" fmla="*/ 6688 h 50639"/>
                <a:gd name="csX121" fmla="*/ 69271 w 112266"/>
                <a:gd name="csY121" fmla="*/ 5733 h 50639"/>
                <a:gd name="csX122" fmla="*/ 70226 w 112266"/>
                <a:gd name="csY122" fmla="*/ 5733 h 50639"/>
                <a:gd name="csX123" fmla="*/ 70226 w 112266"/>
                <a:gd name="csY123" fmla="*/ 5733 h 50639"/>
                <a:gd name="csX124" fmla="*/ 71659 w 112266"/>
                <a:gd name="csY124" fmla="*/ 5733 h 50639"/>
                <a:gd name="csX125" fmla="*/ 72615 w 112266"/>
                <a:gd name="csY125" fmla="*/ 6211 h 50639"/>
                <a:gd name="csX126" fmla="*/ 74526 w 112266"/>
                <a:gd name="csY126" fmla="*/ 5733 h 50639"/>
                <a:gd name="csX127" fmla="*/ 76437 w 112266"/>
                <a:gd name="csY127" fmla="*/ 6211 h 50639"/>
                <a:gd name="csX128" fmla="*/ 77870 w 112266"/>
                <a:gd name="csY128" fmla="*/ 7644 h 50639"/>
                <a:gd name="csX129" fmla="*/ 79303 w 112266"/>
                <a:gd name="csY129" fmla="*/ 8121 h 50639"/>
                <a:gd name="csX130" fmla="*/ 80736 w 112266"/>
                <a:gd name="csY130" fmla="*/ 7644 h 50639"/>
                <a:gd name="csX131" fmla="*/ 81692 w 112266"/>
                <a:gd name="csY131" fmla="*/ 7166 h 50639"/>
                <a:gd name="csX132" fmla="*/ 83603 w 112266"/>
                <a:gd name="csY132" fmla="*/ 5255 h 50639"/>
                <a:gd name="csX133" fmla="*/ 84558 w 112266"/>
                <a:gd name="csY133" fmla="*/ 5255 h 50639"/>
                <a:gd name="csX134" fmla="*/ 86469 w 112266"/>
                <a:gd name="csY134" fmla="*/ 4777 h 50639"/>
                <a:gd name="csX135" fmla="*/ 88858 w 112266"/>
                <a:gd name="csY135" fmla="*/ 4777 h 50639"/>
                <a:gd name="csX136" fmla="*/ 94591 w 112266"/>
                <a:gd name="csY136" fmla="*/ 5255 h 50639"/>
                <a:gd name="csX137" fmla="*/ 96024 w 112266"/>
                <a:gd name="csY137" fmla="*/ 6211 h 50639"/>
                <a:gd name="csX138" fmla="*/ 99368 w 112266"/>
                <a:gd name="csY138" fmla="*/ 7166 h 50639"/>
                <a:gd name="csX139" fmla="*/ 101279 w 112266"/>
                <a:gd name="csY139" fmla="*/ 8599 h 50639"/>
                <a:gd name="csX140" fmla="*/ 101757 w 112266"/>
                <a:gd name="csY140" fmla="*/ 10032 h 50639"/>
                <a:gd name="csX141" fmla="*/ 102234 w 112266"/>
                <a:gd name="csY141" fmla="*/ 10988 h 50639"/>
                <a:gd name="csX142" fmla="*/ 105578 w 112266"/>
                <a:gd name="csY142" fmla="*/ 12421 h 50639"/>
                <a:gd name="csX143" fmla="*/ 111311 w 112266"/>
                <a:gd name="csY143" fmla="*/ 14332 h 50639"/>
                <a:gd name="csX144" fmla="*/ 112266 w 112266"/>
                <a:gd name="csY144" fmla="*/ 14810 h 50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</a:cxnLst>
              <a:rect l="l" t="t" r="r" b="b"/>
              <a:pathLst>
                <a:path w="112266" h="50639">
                  <a:moveTo>
                    <a:pt x="112266" y="14810"/>
                  </a:moveTo>
                  <a:lnTo>
                    <a:pt x="112266" y="15765"/>
                  </a:lnTo>
                  <a:lnTo>
                    <a:pt x="111311" y="17198"/>
                  </a:lnTo>
                  <a:lnTo>
                    <a:pt x="110356" y="18631"/>
                  </a:lnTo>
                  <a:lnTo>
                    <a:pt x="109400" y="20065"/>
                  </a:lnTo>
                  <a:lnTo>
                    <a:pt x="108445" y="23886"/>
                  </a:lnTo>
                  <a:lnTo>
                    <a:pt x="107489" y="25320"/>
                  </a:lnTo>
                  <a:lnTo>
                    <a:pt x="104623" y="28664"/>
                  </a:lnTo>
                  <a:lnTo>
                    <a:pt x="104145" y="32963"/>
                  </a:lnTo>
                  <a:lnTo>
                    <a:pt x="104145" y="33441"/>
                  </a:lnTo>
                  <a:lnTo>
                    <a:pt x="96979" y="34874"/>
                  </a:lnTo>
                  <a:lnTo>
                    <a:pt x="96024" y="34397"/>
                  </a:lnTo>
                  <a:lnTo>
                    <a:pt x="95068" y="33919"/>
                  </a:lnTo>
                  <a:lnTo>
                    <a:pt x="94591" y="32963"/>
                  </a:lnTo>
                  <a:lnTo>
                    <a:pt x="94591" y="32486"/>
                  </a:lnTo>
                  <a:lnTo>
                    <a:pt x="93635" y="31530"/>
                  </a:lnTo>
                  <a:lnTo>
                    <a:pt x="93157" y="30575"/>
                  </a:lnTo>
                  <a:lnTo>
                    <a:pt x="91724" y="29619"/>
                  </a:lnTo>
                  <a:lnTo>
                    <a:pt x="90769" y="29142"/>
                  </a:lnTo>
                  <a:lnTo>
                    <a:pt x="89335" y="29142"/>
                  </a:lnTo>
                  <a:lnTo>
                    <a:pt x="85991" y="30097"/>
                  </a:lnTo>
                  <a:lnTo>
                    <a:pt x="83125" y="30097"/>
                  </a:lnTo>
                  <a:lnTo>
                    <a:pt x="81692" y="30097"/>
                  </a:lnTo>
                  <a:lnTo>
                    <a:pt x="79303" y="29142"/>
                  </a:lnTo>
                  <a:lnTo>
                    <a:pt x="75004" y="29142"/>
                  </a:lnTo>
                  <a:lnTo>
                    <a:pt x="71659" y="29619"/>
                  </a:lnTo>
                  <a:lnTo>
                    <a:pt x="71659" y="30575"/>
                  </a:lnTo>
                  <a:lnTo>
                    <a:pt x="68793" y="35830"/>
                  </a:lnTo>
                  <a:lnTo>
                    <a:pt x="64493" y="38218"/>
                  </a:lnTo>
                  <a:lnTo>
                    <a:pt x="61150" y="40129"/>
                  </a:lnTo>
                  <a:lnTo>
                    <a:pt x="60194" y="40607"/>
                  </a:lnTo>
                  <a:lnTo>
                    <a:pt x="58283" y="39652"/>
                  </a:lnTo>
                  <a:lnTo>
                    <a:pt x="56372" y="38696"/>
                  </a:lnTo>
                  <a:lnTo>
                    <a:pt x="54461" y="37741"/>
                  </a:lnTo>
                  <a:lnTo>
                    <a:pt x="53506" y="38218"/>
                  </a:lnTo>
                  <a:lnTo>
                    <a:pt x="52073" y="39652"/>
                  </a:lnTo>
                  <a:lnTo>
                    <a:pt x="51595" y="41085"/>
                  </a:lnTo>
                  <a:lnTo>
                    <a:pt x="47295" y="42040"/>
                  </a:lnTo>
                  <a:lnTo>
                    <a:pt x="40607" y="42518"/>
                  </a:lnTo>
                  <a:lnTo>
                    <a:pt x="38218" y="43951"/>
                  </a:lnTo>
                  <a:lnTo>
                    <a:pt x="37263" y="45862"/>
                  </a:lnTo>
                  <a:lnTo>
                    <a:pt x="37263" y="46818"/>
                  </a:lnTo>
                  <a:lnTo>
                    <a:pt x="37741" y="48251"/>
                  </a:lnTo>
                  <a:lnTo>
                    <a:pt x="37263" y="49206"/>
                  </a:lnTo>
                  <a:lnTo>
                    <a:pt x="36785" y="49684"/>
                  </a:lnTo>
                  <a:lnTo>
                    <a:pt x="32008" y="50162"/>
                  </a:lnTo>
                  <a:lnTo>
                    <a:pt x="25320" y="50639"/>
                  </a:lnTo>
                  <a:lnTo>
                    <a:pt x="21498" y="50162"/>
                  </a:lnTo>
                  <a:lnTo>
                    <a:pt x="17676" y="50162"/>
                  </a:lnTo>
                  <a:lnTo>
                    <a:pt x="15287" y="49206"/>
                  </a:lnTo>
                  <a:lnTo>
                    <a:pt x="11943" y="47295"/>
                  </a:lnTo>
                  <a:lnTo>
                    <a:pt x="9077" y="44429"/>
                  </a:lnTo>
                  <a:lnTo>
                    <a:pt x="8599" y="44429"/>
                  </a:lnTo>
                  <a:lnTo>
                    <a:pt x="8121" y="43951"/>
                  </a:lnTo>
                  <a:lnTo>
                    <a:pt x="6211" y="43473"/>
                  </a:lnTo>
                  <a:lnTo>
                    <a:pt x="5255" y="43951"/>
                  </a:lnTo>
                  <a:lnTo>
                    <a:pt x="4300" y="42996"/>
                  </a:lnTo>
                  <a:lnTo>
                    <a:pt x="3822" y="41563"/>
                  </a:lnTo>
                  <a:lnTo>
                    <a:pt x="1911" y="38696"/>
                  </a:lnTo>
                  <a:lnTo>
                    <a:pt x="0" y="33441"/>
                  </a:lnTo>
                  <a:lnTo>
                    <a:pt x="0" y="32008"/>
                  </a:lnTo>
                  <a:lnTo>
                    <a:pt x="478" y="30097"/>
                  </a:lnTo>
                  <a:lnTo>
                    <a:pt x="1433" y="29142"/>
                  </a:lnTo>
                  <a:lnTo>
                    <a:pt x="1433" y="28186"/>
                  </a:lnTo>
                  <a:lnTo>
                    <a:pt x="1433" y="27708"/>
                  </a:lnTo>
                  <a:lnTo>
                    <a:pt x="2389" y="25320"/>
                  </a:lnTo>
                  <a:lnTo>
                    <a:pt x="3822" y="22931"/>
                  </a:lnTo>
                  <a:lnTo>
                    <a:pt x="5255" y="21020"/>
                  </a:lnTo>
                  <a:lnTo>
                    <a:pt x="6211" y="20542"/>
                  </a:lnTo>
                  <a:lnTo>
                    <a:pt x="8599" y="21020"/>
                  </a:lnTo>
                  <a:lnTo>
                    <a:pt x="11943" y="21498"/>
                  </a:lnTo>
                  <a:lnTo>
                    <a:pt x="14810" y="21020"/>
                  </a:lnTo>
                  <a:lnTo>
                    <a:pt x="17676" y="19587"/>
                  </a:lnTo>
                  <a:lnTo>
                    <a:pt x="19109" y="18631"/>
                  </a:lnTo>
                  <a:lnTo>
                    <a:pt x="20065" y="17198"/>
                  </a:lnTo>
                  <a:lnTo>
                    <a:pt x="20543" y="16721"/>
                  </a:lnTo>
                  <a:lnTo>
                    <a:pt x="21020" y="16243"/>
                  </a:lnTo>
                  <a:lnTo>
                    <a:pt x="23409" y="15765"/>
                  </a:lnTo>
                  <a:lnTo>
                    <a:pt x="24364" y="14810"/>
                  </a:lnTo>
                  <a:lnTo>
                    <a:pt x="24364" y="13377"/>
                  </a:lnTo>
                  <a:lnTo>
                    <a:pt x="24364" y="11465"/>
                  </a:lnTo>
                  <a:lnTo>
                    <a:pt x="24842" y="10510"/>
                  </a:lnTo>
                  <a:lnTo>
                    <a:pt x="25798" y="9555"/>
                  </a:lnTo>
                  <a:lnTo>
                    <a:pt x="29619" y="7166"/>
                  </a:lnTo>
                  <a:lnTo>
                    <a:pt x="30097" y="6688"/>
                  </a:lnTo>
                  <a:lnTo>
                    <a:pt x="30575" y="5733"/>
                  </a:lnTo>
                  <a:lnTo>
                    <a:pt x="32008" y="4777"/>
                  </a:lnTo>
                  <a:lnTo>
                    <a:pt x="32963" y="3822"/>
                  </a:lnTo>
                  <a:lnTo>
                    <a:pt x="34397" y="2866"/>
                  </a:lnTo>
                  <a:lnTo>
                    <a:pt x="35830" y="2866"/>
                  </a:lnTo>
                  <a:lnTo>
                    <a:pt x="37263" y="2866"/>
                  </a:lnTo>
                  <a:lnTo>
                    <a:pt x="38218" y="2389"/>
                  </a:lnTo>
                  <a:lnTo>
                    <a:pt x="38696" y="2389"/>
                  </a:lnTo>
                  <a:lnTo>
                    <a:pt x="41085" y="2866"/>
                  </a:lnTo>
                  <a:lnTo>
                    <a:pt x="41563" y="4300"/>
                  </a:lnTo>
                  <a:lnTo>
                    <a:pt x="41563" y="5733"/>
                  </a:lnTo>
                  <a:lnTo>
                    <a:pt x="45384" y="5733"/>
                  </a:lnTo>
                  <a:lnTo>
                    <a:pt x="47295" y="2389"/>
                  </a:lnTo>
                  <a:lnTo>
                    <a:pt x="48251" y="1911"/>
                  </a:lnTo>
                  <a:lnTo>
                    <a:pt x="49684" y="956"/>
                  </a:lnTo>
                  <a:lnTo>
                    <a:pt x="51117" y="0"/>
                  </a:lnTo>
                  <a:lnTo>
                    <a:pt x="51595" y="478"/>
                  </a:lnTo>
                  <a:lnTo>
                    <a:pt x="53028" y="2866"/>
                  </a:lnTo>
                  <a:lnTo>
                    <a:pt x="53984" y="4300"/>
                  </a:lnTo>
                  <a:lnTo>
                    <a:pt x="54461" y="4777"/>
                  </a:lnTo>
                  <a:lnTo>
                    <a:pt x="54939" y="5255"/>
                  </a:lnTo>
                  <a:lnTo>
                    <a:pt x="55417" y="5733"/>
                  </a:lnTo>
                  <a:lnTo>
                    <a:pt x="56850" y="5733"/>
                  </a:lnTo>
                  <a:lnTo>
                    <a:pt x="57805" y="6211"/>
                  </a:lnTo>
                  <a:lnTo>
                    <a:pt x="57805" y="7644"/>
                  </a:lnTo>
                  <a:lnTo>
                    <a:pt x="57805" y="9077"/>
                  </a:lnTo>
                  <a:lnTo>
                    <a:pt x="57328" y="10032"/>
                  </a:lnTo>
                  <a:lnTo>
                    <a:pt x="57328" y="10988"/>
                  </a:lnTo>
                  <a:lnTo>
                    <a:pt x="58283" y="11465"/>
                  </a:lnTo>
                  <a:lnTo>
                    <a:pt x="59239" y="10988"/>
                  </a:lnTo>
                  <a:lnTo>
                    <a:pt x="60194" y="10510"/>
                  </a:lnTo>
                  <a:lnTo>
                    <a:pt x="63060" y="11465"/>
                  </a:lnTo>
                  <a:lnTo>
                    <a:pt x="64016" y="9077"/>
                  </a:lnTo>
                  <a:lnTo>
                    <a:pt x="65449" y="7644"/>
                  </a:lnTo>
                  <a:lnTo>
                    <a:pt x="66882" y="7166"/>
                  </a:lnTo>
                  <a:lnTo>
                    <a:pt x="67838" y="6688"/>
                  </a:lnTo>
                  <a:lnTo>
                    <a:pt x="69271" y="5733"/>
                  </a:lnTo>
                  <a:lnTo>
                    <a:pt x="70226" y="5733"/>
                  </a:lnTo>
                  <a:lnTo>
                    <a:pt x="70226" y="5733"/>
                  </a:lnTo>
                  <a:lnTo>
                    <a:pt x="71659" y="5733"/>
                  </a:lnTo>
                  <a:lnTo>
                    <a:pt x="72615" y="6211"/>
                  </a:lnTo>
                  <a:lnTo>
                    <a:pt x="74526" y="5733"/>
                  </a:lnTo>
                  <a:lnTo>
                    <a:pt x="76437" y="6211"/>
                  </a:lnTo>
                  <a:lnTo>
                    <a:pt x="77870" y="7644"/>
                  </a:lnTo>
                  <a:lnTo>
                    <a:pt x="79303" y="8121"/>
                  </a:lnTo>
                  <a:lnTo>
                    <a:pt x="80736" y="7644"/>
                  </a:lnTo>
                  <a:lnTo>
                    <a:pt x="81692" y="7166"/>
                  </a:lnTo>
                  <a:lnTo>
                    <a:pt x="83603" y="5255"/>
                  </a:lnTo>
                  <a:lnTo>
                    <a:pt x="84558" y="5255"/>
                  </a:lnTo>
                  <a:lnTo>
                    <a:pt x="86469" y="4777"/>
                  </a:lnTo>
                  <a:lnTo>
                    <a:pt x="88858" y="4777"/>
                  </a:lnTo>
                  <a:lnTo>
                    <a:pt x="94591" y="5255"/>
                  </a:lnTo>
                  <a:lnTo>
                    <a:pt x="96024" y="6211"/>
                  </a:lnTo>
                  <a:lnTo>
                    <a:pt x="99368" y="7166"/>
                  </a:lnTo>
                  <a:lnTo>
                    <a:pt x="101279" y="8599"/>
                  </a:lnTo>
                  <a:lnTo>
                    <a:pt x="101757" y="10032"/>
                  </a:lnTo>
                  <a:lnTo>
                    <a:pt x="102234" y="10988"/>
                  </a:lnTo>
                  <a:lnTo>
                    <a:pt x="105578" y="12421"/>
                  </a:lnTo>
                  <a:lnTo>
                    <a:pt x="111311" y="14332"/>
                  </a:lnTo>
                  <a:lnTo>
                    <a:pt x="112266" y="148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8" name="Freeform 1877">
              <a:extLst>
                <a:ext uri="{FF2B5EF4-FFF2-40B4-BE49-F238E27FC236}">
                  <a16:creationId xmlns:a16="http://schemas.microsoft.com/office/drawing/2014/main" id="{008A9D3F-1F0E-EBB0-6DBE-61920AA8D6FA}"/>
                </a:ext>
              </a:extLst>
            </p:cNvPr>
            <p:cNvSpPr/>
            <p:nvPr/>
          </p:nvSpPr>
          <p:spPr>
            <a:xfrm>
              <a:off x="6322443" y="3713510"/>
              <a:ext cx="8121" cy="17198"/>
            </a:xfrm>
            <a:custGeom>
              <a:avLst/>
              <a:gdLst>
                <a:gd name="csX0" fmla="*/ 8121 w 8121"/>
                <a:gd name="csY0" fmla="*/ 0 h 17198"/>
                <a:gd name="csX1" fmla="*/ 7166 w 8121"/>
                <a:gd name="csY1" fmla="*/ 1433 h 17198"/>
                <a:gd name="csX2" fmla="*/ 6210 w 8121"/>
                <a:gd name="csY2" fmla="*/ 2866 h 17198"/>
                <a:gd name="csX3" fmla="*/ 5255 w 8121"/>
                <a:gd name="csY3" fmla="*/ 4300 h 17198"/>
                <a:gd name="csX4" fmla="*/ 4299 w 8121"/>
                <a:gd name="csY4" fmla="*/ 8121 h 17198"/>
                <a:gd name="csX5" fmla="*/ 3344 w 8121"/>
                <a:gd name="csY5" fmla="*/ 9555 h 17198"/>
                <a:gd name="csX6" fmla="*/ 478 w 8121"/>
                <a:gd name="csY6" fmla="*/ 12899 h 17198"/>
                <a:gd name="csX7" fmla="*/ 0 w 8121"/>
                <a:gd name="csY7" fmla="*/ 17198 h 17198"/>
                <a:gd name="csX8" fmla="*/ 0 w 8121"/>
                <a:gd name="csY8" fmla="*/ 17198 h 17198"/>
                <a:gd name="csX9" fmla="*/ 478 w 8121"/>
                <a:gd name="csY9" fmla="*/ 12899 h 17198"/>
                <a:gd name="csX10" fmla="*/ 3344 w 8121"/>
                <a:gd name="csY10" fmla="*/ 9555 h 17198"/>
                <a:gd name="csX11" fmla="*/ 4299 w 8121"/>
                <a:gd name="csY11" fmla="*/ 8121 h 17198"/>
                <a:gd name="csX12" fmla="*/ 5255 w 8121"/>
                <a:gd name="csY12" fmla="*/ 4300 h 17198"/>
                <a:gd name="csX13" fmla="*/ 6210 w 8121"/>
                <a:gd name="csY13" fmla="*/ 2866 h 17198"/>
                <a:gd name="csX14" fmla="*/ 7166 w 8121"/>
                <a:gd name="csY14" fmla="*/ 1433 h 17198"/>
                <a:gd name="csX15" fmla="*/ 8121 w 8121"/>
                <a:gd name="csY15" fmla="*/ 0 h 17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121" h="17198">
                  <a:moveTo>
                    <a:pt x="8121" y="0"/>
                  </a:moveTo>
                  <a:lnTo>
                    <a:pt x="7166" y="1433"/>
                  </a:lnTo>
                  <a:lnTo>
                    <a:pt x="6210" y="2866"/>
                  </a:lnTo>
                  <a:lnTo>
                    <a:pt x="5255" y="4300"/>
                  </a:lnTo>
                  <a:lnTo>
                    <a:pt x="4299" y="8121"/>
                  </a:lnTo>
                  <a:lnTo>
                    <a:pt x="3344" y="9555"/>
                  </a:lnTo>
                  <a:lnTo>
                    <a:pt x="478" y="12899"/>
                  </a:lnTo>
                  <a:lnTo>
                    <a:pt x="0" y="17198"/>
                  </a:lnTo>
                  <a:lnTo>
                    <a:pt x="0" y="17198"/>
                  </a:lnTo>
                  <a:lnTo>
                    <a:pt x="478" y="12899"/>
                  </a:lnTo>
                  <a:lnTo>
                    <a:pt x="3344" y="9555"/>
                  </a:lnTo>
                  <a:lnTo>
                    <a:pt x="4299" y="8121"/>
                  </a:lnTo>
                  <a:lnTo>
                    <a:pt x="5255" y="4300"/>
                  </a:lnTo>
                  <a:lnTo>
                    <a:pt x="6210" y="2866"/>
                  </a:lnTo>
                  <a:lnTo>
                    <a:pt x="7166" y="1433"/>
                  </a:lnTo>
                  <a:lnTo>
                    <a:pt x="81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9" name="Freeform 1878">
              <a:extLst>
                <a:ext uri="{FF2B5EF4-FFF2-40B4-BE49-F238E27FC236}">
                  <a16:creationId xmlns:a16="http://schemas.microsoft.com/office/drawing/2014/main" id="{C466916D-5481-97C1-2AD6-2B461555F1C3}"/>
                </a:ext>
              </a:extLst>
            </p:cNvPr>
            <p:cNvSpPr/>
            <p:nvPr/>
          </p:nvSpPr>
          <p:spPr>
            <a:xfrm>
              <a:off x="6326265" y="4936020"/>
              <a:ext cx="3344" cy="2388"/>
            </a:xfrm>
            <a:custGeom>
              <a:avLst/>
              <a:gdLst>
                <a:gd name="csX0" fmla="*/ 3344 w 3344"/>
                <a:gd name="csY0" fmla="*/ 0 h 2388"/>
                <a:gd name="csX1" fmla="*/ 1433 w 3344"/>
                <a:gd name="csY1" fmla="*/ 1433 h 2388"/>
                <a:gd name="csX2" fmla="*/ 0 w 3344"/>
                <a:gd name="csY2" fmla="*/ 2389 h 2388"/>
                <a:gd name="csX3" fmla="*/ 1433 w 3344"/>
                <a:gd name="csY3" fmla="*/ 1433 h 2388"/>
                <a:gd name="csX4" fmla="*/ 3344 w 3344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2388">
                  <a:moveTo>
                    <a:pt x="3344" y="0"/>
                  </a:moveTo>
                  <a:lnTo>
                    <a:pt x="1433" y="1433"/>
                  </a:lnTo>
                  <a:lnTo>
                    <a:pt x="0" y="2389"/>
                  </a:lnTo>
                  <a:lnTo>
                    <a:pt x="1433" y="1433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0" name="Freeform 1879">
              <a:extLst>
                <a:ext uri="{FF2B5EF4-FFF2-40B4-BE49-F238E27FC236}">
                  <a16:creationId xmlns:a16="http://schemas.microsoft.com/office/drawing/2014/main" id="{83190CF8-04A2-8978-6843-3C5214125BC4}"/>
                </a:ext>
              </a:extLst>
            </p:cNvPr>
            <p:cNvSpPr/>
            <p:nvPr/>
          </p:nvSpPr>
          <p:spPr>
            <a:xfrm>
              <a:off x="6321487" y="3354258"/>
              <a:ext cx="6688" cy="7643"/>
            </a:xfrm>
            <a:custGeom>
              <a:avLst/>
              <a:gdLst>
                <a:gd name="csX0" fmla="*/ 5733 w 6688"/>
                <a:gd name="csY0" fmla="*/ 478 h 7643"/>
                <a:gd name="csX1" fmla="*/ 6688 w 6688"/>
                <a:gd name="csY1" fmla="*/ 2389 h 7643"/>
                <a:gd name="csX2" fmla="*/ 4777 w 6688"/>
                <a:gd name="csY2" fmla="*/ 3822 h 7643"/>
                <a:gd name="csX3" fmla="*/ 4777 w 6688"/>
                <a:gd name="csY3" fmla="*/ 5255 h 7643"/>
                <a:gd name="csX4" fmla="*/ 5255 w 6688"/>
                <a:gd name="csY4" fmla="*/ 6210 h 7643"/>
                <a:gd name="csX5" fmla="*/ 5733 w 6688"/>
                <a:gd name="csY5" fmla="*/ 7644 h 7643"/>
                <a:gd name="csX6" fmla="*/ 3822 w 6688"/>
                <a:gd name="csY6" fmla="*/ 7644 h 7643"/>
                <a:gd name="csX7" fmla="*/ 2866 w 6688"/>
                <a:gd name="csY7" fmla="*/ 6688 h 7643"/>
                <a:gd name="csX8" fmla="*/ 2389 w 6688"/>
                <a:gd name="csY8" fmla="*/ 5255 h 7643"/>
                <a:gd name="csX9" fmla="*/ 1433 w 6688"/>
                <a:gd name="csY9" fmla="*/ 3822 h 7643"/>
                <a:gd name="csX10" fmla="*/ 0 w 6688"/>
                <a:gd name="csY10" fmla="*/ 3344 h 7643"/>
                <a:gd name="csX11" fmla="*/ 478 w 6688"/>
                <a:gd name="csY11" fmla="*/ 2389 h 7643"/>
                <a:gd name="csX12" fmla="*/ 956 w 6688"/>
                <a:gd name="csY12" fmla="*/ 478 h 7643"/>
                <a:gd name="csX13" fmla="*/ 1911 w 6688"/>
                <a:gd name="csY13" fmla="*/ 0 h 7643"/>
                <a:gd name="csX14" fmla="*/ 4299 w 6688"/>
                <a:gd name="csY14" fmla="*/ 956 h 7643"/>
                <a:gd name="csX15" fmla="*/ 5733 w 6688"/>
                <a:gd name="csY15" fmla="*/ 478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688" h="7643">
                  <a:moveTo>
                    <a:pt x="5733" y="478"/>
                  </a:moveTo>
                  <a:lnTo>
                    <a:pt x="6688" y="2389"/>
                  </a:lnTo>
                  <a:lnTo>
                    <a:pt x="4777" y="3822"/>
                  </a:lnTo>
                  <a:lnTo>
                    <a:pt x="4777" y="5255"/>
                  </a:lnTo>
                  <a:lnTo>
                    <a:pt x="5255" y="6210"/>
                  </a:lnTo>
                  <a:lnTo>
                    <a:pt x="5733" y="7644"/>
                  </a:lnTo>
                  <a:lnTo>
                    <a:pt x="3822" y="7644"/>
                  </a:lnTo>
                  <a:lnTo>
                    <a:pt x="2866" y="6688"/>
                  </a:lnTo>
                  <a:lnTo>
                    <a:pt x="2389" y="5255"/>
                  </a:lnTo>
                  <a:lnTo>
                    <a:pt x="1433" y="3822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4299" y="956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1" name="Freeform 1880">
              <a:extLst>
                <a:ext uri="{FF2B5EF4-FFF2-40B4-BE49-F238E27FC236}">
                  <a16:creationId xmlns:a16="http://schemas.microsoft.com/office/drawing/2014/main" id="{45F85907-12BA-F0FA-F0ED-54AAAF194279}"/>
                </a:ext>
              </a:extLst>
            </p:cNvPr>
            <p:cNvSpPr/>
            <p:nvPr/>
          </p:nvSpPr>
          <p:spPr>
            <a:xfrm>
              <a:off x="6325787" y="3733097"/>
              <a:ext cx="955" cy="1911"/>
            </a:xfrm>
            <a:custGeom>
              <a:avLst/>
              <a:gdLst>
                <a:gd name="csX0" fmla="*/ 478 w 955"/>
                <a:gd name="csY0" fmla="*/ 956 h 1911"/>
                <a:gd name="csX1" fmla="*/ 956 w 955"/>
                <a:gd name="csY1" fmla="*/ 1911 h 1911"/>
                <a:gd name="csX2" fmla="*/ 956 w 955"/>
                <a:gd name="csY2" fmla="*/ 1911 h 1911"/>
                <a:gd name="csX3" fmla="*/ 478 w 955"/>
                <a:gd name="csY3" fmla="*/ 956 h 1911"/>
                <a:gd name="csX4" fmla="*/ 0 w 955"/>
                <a:gd name="csY4" fmla="*/ 0 h 1911"/>
                <a:gd name="csX5" fmla="*/ 478 w 955"/>
                <a:gd name="csY5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1911">
                  <a:moveTo>
                    <a:pt x="478" y="956"/>
                  </a:moveTo>
                  <a:lnTo>
                    <a:pt x="956" y="1911"/>
                  </a:lnTo>
                  <a:lnTo>
                    <a:pt x="956" y="1911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2" name="Freeform 1881">
              <a:extLst>
                <a:ext uri="{FF2B5EF4-FFF2-40B4-BE49-F238E27FC236}">
                  <a16:creationId xmlns:a16="http://schemas.microsoft.com/office/drawing/2014/main" id="{D8DE3668-D078-8DF7-7428-57BFA57777D0}"/>
                </a:ext>
              </a:extLst>
            </p:cNvPr>
            <p:cNvSpPr/>
            <p:nvPr/>
          </p:nvSpPr>
          <p:spPr>
            <a:xfrm>
              <a:off x="6325787" y="4924555"/>
              <a:ext cx="477" cy="4299"/>
            </a:xfrm>
            <a:custGeom>
              <a:avLst/>
              <a:gdLst>
                <a:gd name="csX0" fmla="*/ 0 w 477"/>
                <a:gd name="csY0" fmla="*/ 1911 h 4299"/>
                <a:gd name="csX1" fmla="*/ 478 w 477"/>
                <a:gd name="csY1" fmla="*/ 4299 h 4299"/>
                <a:gd name="csX2" fmla="*/ 0 w 477"/>
                <a:gd name="csY2" fmla="*/ 1911 h 4299"/>
                <a:gd name="csX3" fmla="*/ 0 w 477"/>
                <a:gd name="csY3" fmla="*/ 0 h 4299"/>
                <a:gd name="csX4" fmla="*/ 0 w 477"/>
                <a:gd name="csY4" fmla="*/ 1911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4299">
                  <a:moveTo>
                    <a:pt x="0" y="1911"/>
                  </a:moveTo>
                  <a:lnTo>
                    <a:pt x="478" y="4299"/>
                  </a:lnTo>
                  <a:lnTo>
                    <a:pt x="0" y="1911"/>
                  </a:lnTo>
                  <a:lnTo>
                    <a:pt x="0" y="0"/>
                  </a:lnTo>
                  <a:lnTo>
                    <a:pt x="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3" name="Freeform 1882">
              <a:extLst>
                <a:ext uri="{FF2B5EF4-FFF2-40B4-BE49-F238E27FC236}">
                  <a16:creationId xmlns:a16="http://schemas.microsoft.com/office/drawing/2014/main" id="{9A37D377-21ED-689B-D4AE-D8051C975316}"/>
                </a:ext>
              </a:extLst>
            </p:cNvPr>
            <p:cNvSpPr/>
            <p:nvPr/>
          </p:nvSpPr>
          <p:spPr>
            <a:xfrm>
              <a:off x="6325787" y="4928854"/>
              <a:ext cx="477" cy="1911"/>
            </a:xfrm>
            <a:custGeom>
              <a:avLst/>
              <a:gdLst>
                <a:gd name="csX0" fmla="*/ 478 w 477"/>
                <a:gd name="csY0" fmla="*/ 0 h 1911"/>
                <a:gd name="csX1" fmla="*/ 0 w 477"/>
                <a:gd name="csY1" fmla="*/ 1911 h 1911"/>
                <a:gd name="csX2" fmla="*/ 0 w 477"/>
                <a:gd name="csY2" fmla="*/ 1911 h 1911"/>
                <a:gd name="csX3" fmla="*/ 478 w 477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1">
                  <a:moveTo>
                    <a:pt x="478" y="0"/>
                  </a:moveTo>
                  <a:lnTo>
                    <a:pt x="0" y="1911"/>
                  </a:lnTo>
                  <a:lnTo>
                    <a:pt x="0" y="1911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" name="Freeform 1883">
              <a:extLst>
                <a:ext uri="{FF2B5EF4-FFF2-40B4-BE49-F238E27FC236}">
                  <a16:creationId xmlns:a16="http://schemas.microsoft.com/office/drawing/2014/main" id="{2C4344EB-FD25-A911-DF57-9B20E16AC156}"/>
                </a:ext>
              </a:extLst>
            </p:cNvPr>
            <p:cNvSpPr/>
            <p:nvPr/>
          </p:nvSpPr>
          <p:spPr>
            <a:xfrm>
              <a:off x="6321965" y="4913567"/>
              <a:ext cx="3821" cy="10032"/>
            </a:xfrm>
            <a:custGeom>
              <a:avLst/>
              <a:gdLst>
                <a:gd name="csX0" fmla="*/ 3344 w 3821"/>
                <a:gd name="csY0" fmla="*/ 7166 h 10032"/>
                <a:gd name="csX1" fmla="*/ 3822 w 3821"/>
                <a:gd name="csY1" fmla="*/ 10032 h 10032"/>
                <a:gd name="csX2" fmla="*/ 3344 w 3821"/>
                <a:gd name="csY2" fmla="*/ 7166 h 10032"/>
                <a:gd name="csX3" fmla="*/ 1911 w 3821"/>
                <a:gd name="csY3" fmla="*/ 3344 h 10032"/>
                <a:gd name="csX4" fmla="*/ 0 w 3821"/>
                <a:gd name="csY4" fmla="*/ 0 h 10032"/>
                <a:gd name="csX5" fmla="*/ 1911 w 3821"/>
                <a:gd name="csY5" fmla="*/ 3344 h 10032"/>
                <a:gd name="csX6" fmla="*/ 3344 w 3821"/>
                <a:gd name="csY6" fmla="*/ 7166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10032">
                  <a:moveTo>
                    <a:pt x="3344" y="7166"/>
                  </a:moveTo>
                  <a:lnTo>
                    <a:pt x="3822" y="10032"/>
                  </a:lnTo>
                  <a:lnTo>
                    <a:pt x="3344" y="7166"/>
                  </a:lnTo>
                  <a:lnTo>
                    <a:pt x="1911" y="3344"/>
                  </a:lnTo>
                  <a:lnTo>
                    <a:pt x="0" y="0"/>
                  </a:lnTo>
                  <a:lnTo>
                    <a:pt x="1911" y="3344"/>
                  </a:lnTo>
                  <a:lnTo>
                    <a:pt x="3344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5" name="Freeform 1884">
              <a:extLst>
                <a:ext uri="{FF2B5EF4-FFF2-40B4-BE49-F238E27FC236}">
                  <a16:creationId xmlns:a16="http://schemas.microsoft.com/office/drawing/2014/main" id="{BDD997A7-73D5-8E86-C4AA-AAD3D73BCFD5}"/>
                </a:ext>
              </a:extLst>
            </p:cNvPr>
            <p:cNvSpPr/>
            <p:nvPr/>
          </p:nvSpPr>
          <p:spPr>
            <a:xfrm>
              <a:off x="6324832" y="3730709"/>
              <a:ext cx="955" cy="1911"/>
            </a:xfrm>
            <a:custGeom>
              <a:avLst/>
              <a:gdLst>
                <a:gd name="csX0" fmla="*/ 478 w 955"/>
                <a:gd name="csY0" fmla="*/ 1433 h 1911"/>
                <a:gd name="csX1" fmla="*/ 955 w 955"/>
                <a:gd name="csY1" fmla="*/ 1911 h 1911"/>
                <a:gd name="csX2" fmla="*/ 478 w 955"/>
                <a:gd name="csY2" fmla="*/ 1433 h 1911"/>
                <a:gd name="csX3" fmla="*/ 478 w 955"/>
                <a:gd name="csY3" fmla="*/ 1433 h 1911"/>
                <a:gd name="csX4" fmla="*/ 0 w 955"/>
                <a:gd name="csY4" fmla="*/ 0 h 1911"/>
                <a:gd name="csX5" fmla="*/ 0 w 955"/>
                <a:gd name="csY5" fmla="*/ 0 h 1911"/>
                <a:gd name="csX6" fmla="*/ 478 w 955"/>
                <a:gd name="csY6" fmla="*/ 1433 h 1911"/>
                <a:gd name="csX7" fmla="*/ 478 w 955"/>
                <a:gd name="csY7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1911">
                  <a:moveTo>
                    <a:pt x="478" y="1433"/>
                  </a:moveTo>
                  <a:lnTo>
                    <a:pt x="955" y="1911"/>
                  </a:lnTo>
                  <a:lnTo>
                    <a:pt x="478" y="1433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1433"/>
                  </a:lnTo>
                  <a:lnTo>
                    <a:pt x="47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6" name="Freeform 1885">
              <a:extLst>
                <a:ext uri="{FF2B5EF4-FFF2-40B4-BE49-F238E27FC236}">
                  <a16:creationId xmlns:a16="http://schemas.microsoft.com/office/drawing/2014/main" id="{D92FB454-D0BA-3AD0-6686-F5C883FC6422}"/>
                </a:ext>
              </a:extLst>
            </p:cNvPr>
            <p:cNvSpPr/>
            <p:nvPr/>
          </p:nvSpPr>
          <p:spPr>
            <a:xfrm>
              <a:off x="6324354" y="4934587"/>
              <a:ext cx="955" cy="2866"/>
            </a:xfrm>
            <a:custGeom>
              <a:avLst/>
              <a:gdLst>
                <a:gd name="csX0" fmla="*/ 0 w 955"/>
                <a:gd name="csY0" fmla="*/ 2389 h 2866"/>
                <a:gd name="csX1" fmla="*/ 956 w 955"/>
                <a:gd name="csY1" fmla="*/ 2867 h 2866"/>
                <a:gd name="csX2" fmla="*/ 0 w 955"/>
                <a:gd name="csY2" fmla="*/ 2389 h 2866"/>
                <a:gd name="csX3" fmla="*/ 0 w 955"/>
                <a:gd name="csY3" fmla="*/ 0 h 2866"/>
                <a:gd name="csX4" fmla="*/ 0 w 955"/>
                <a:gd name="csY4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2866">
                  <a:moveTo>
                    <a:pt x="0" y="2389"/>
                  </a:moveTo>
                  <a:lnTo>
                    <a:pt x="956" y="2867"/>
                  </a:lnTo>
                  <a:lnTo>
                    <a:pt x="0" y="2389"/>
                  </a:lnTo>
                  <a:lnTo>
                    <a:pt x="0" y="0"/>
                  </a:lnTo>
                  <a:lnTo>
                    <a:pt x="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7" name="Freeform 1886">
              <a:extLst>
                <a:ext uri="{FF2B5EF4-FFF2-40B4-BE49-F238E27FC236}">
                  <a16:creationId xmlns:a16="http://schemas.microsoft.com/office/drawing/2014/main" id="{1C8AB62C-DD24-B44D-E2CE-B12BC4CCB234}"/>
                </a:ext>
              </a:extLst>
            </p:cNvPr>
            <p:cNvSpPr/>
            <p:nvPr/>
          </p:nvSpPr>
          <p:spPr>
            <a:xfrm>
              <a:off x="6323398" y="4931243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0 w 477"/>
                <a:gd name="csY1" fmla="*/ 1433 h 1433"/>
                <a:gd name="csX2" fmla="*/ 478 w 477"/>
                <a:gd name="csY2" fmla="*/ 0 h 1433"/>
                <a:gd name="csX3" fmla="*/ 478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0" y="1433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8" name="Freeform 1887">
              <a:extLst>
                <a:ext uri="{FF2B5EF4-FFF2-40B4-BE49-F238E27FC236}">
                  <a16:creationId xmlns:a16="http://schemas.microsoft.com/office/drawing/2014/main" id="{49C754FA-ECB2-8AC7-F3DE-0B2947130496}"/>
                </a:ext>
              </a:extLst>
            </p:cNvPr>
            <p:cNvSpPr/>
            <p:nvPr/>
          </p:nvSpPr>
          <p:spPr>
            <a:xfrm>
              <a:off x="6320054" y="3916545"/>
              <a:ext cx="2866" cy="477"/>
            </a:xfrm>
            <a:custGeom>
              <a:avLst/>
              <a:gdLst>
                <a:gd name="csX0" fmla="*/ 2866 w 2866"/>
                <a:gd name="csY0" fmla="*/ 0 h 477"/>
                <a:gd name="csX1" fmla="*/ 2866 w 2866"/>
                <a:gd name="csY1" fmla="*/ 0 h 477"/>
                <a:gd name="csX2" fmla="*/ 0 w 2866"/>
                <a:gd name="csY2" fmla="*/ 478 h 477"/>
                <a:gd name="csX3" fmla="*/ 0 w 2866"/>
                <a:gd name="csY3" fmla="*/ 478 h 477"/>
                <a:gd name="csX4" fmla="*/ 2866 w 2866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">
                  <a:moveTo>
                    <a:pt x="2866" y="0"/>
                  </a:moveTo>
                  <a:lnTo>
                    <a:pt x="2866" y="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9" name="Freeform 1888">
              <a:extLst>
                <a:ext uri="{FF2B5EF4-FFF2-40B4-BE49-F238E27FC236}">
                  <a16:creationId xmlns:a16="http://schemas.microsoft.com/office/drawing/2014/main" id="{50AF4BF0-80F5-9A57-AB75-2B340FD50D0B}"/>
                </a:ext>
              </a:extLst>
            </p:cNvPr>
            <p:cNvSpPr/>
            <p:nvPr/>
          </p:nvSpPr>
          <p:spPr>
            <a:xfrm>
              <a:off x="6316232" y="3350914"/>
              <a:ext cx="3822" cy="4777"/>
            </a:xfrm>
            <a:custGeom>
              <a:avLst/>
              <a:gdLst>
                <a:gd name="csX0" fmla="*/ 3344 w 3822"/>
                <a:gd name="csY0" fmla="*/ 3822 h 4777"/>
                <a:gd name="csX1" fmla="*/ 3822 w 3822"/>
                <a:gd name="csY1" fmla="*/ 4777 h 4777"/>
                <a:gd name="csX2" fmla="*/ 2389 w 3822"/>
                <a:gd name="csY2" fmla="*/ 4777 h 4777"/>
                <a:gd name="csX3" fmla="*/ 0 w 3822"/>
                <a:gd name="csY3" fmla="*/ 2866 h 4777"/>
                <a:gd name="csX4" fmla="*/ 0 w 3822"/>
                <a:gd name="csY4" fmla="*/ 2389 h 4777"/>
                <a:gd name="csX5" fmla="*/ 956 w 3822"/>
                <a:gd name="csY5" fmla="*/ 1911 h 4777"/>
                <a:gd name="csX6" fmla="*/ 0 w 3822"/>
                <a:gd name="csY6" fmla="*/ 478 h 4777"/>
                <a:gd name="csX7" fmla="*/ 478 w 3822"/>
                <a:gd name="csY7" fmla="*/ 0 h 4777"/>
                <a:gd name="csX8" fmla="*/ 1911 w 3822"/>
                <a:gd name="csY8" fmla="*/ 956 h 4777"/>
                <a:gd name="csX9" fmla="*/ 2867 w 3822"/>
                <a:gd name="csY9" fmla="*/ 2389 h 4777"/>
                <a:gd name="csX10" fmla="*/ 1911 w 3822"/>
                <a:gd name="csY10" fmla="*/ 2866 h 4777"/>
                <a:gd name="csX11" fmla="*/ 3344 w 3822"/>
                <a:gd name="csY11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4777">
                  <a:moveTo>
                    <a:pt x="3344" y="3822"/>
                  </a:moveTo>
                  <a:lnTo>
                    <a:pt x="3822" y="4777"/>
                  </a:lnTo>
                  <a:lnTo>
                    <a:pt x="2389" y="4777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956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956"/>
                  </a:lnTo>
                  <a:lnTo>
                    <a:pt x="2867" y="2389"/>
                  </a:lnTo>
                  <a:lnTo>
                    <a:pt x="1911" y="2866"/>
                  </a:lnTo>
                  <a:lnTo>
                    <a:pt x="33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0" name="Freeform 1889">
              <a:extLst>
                <a:ext uri="{FF2B5EF4-FFF2-40B4-BE49-F238E27FC236}">
                  <a16:creationId xmlns:a16="http://schemas.microsoft.com/office/drawing/2014/main" id="{E38E6728-772E-14AE-D235-2DBDA79F0FE0}"/>
                </a:ext>
              </a:extLst>
            </p:cNvPr>
            <p:cNvSpPr/>
            <p:nvPr/>
          </p:nvSpPr>
          <p:spPr>
            <a:xfrm>
              <a:off x="6317188" y="4908790"/>
              <a:ext cx="1911" cy="2388"/>
            </a:xfrm>
            <a:custGeom>
              <a:avLst/>
              <a:gdLst>
                <a:gd name="csX0" fmla="*/ 0 w 1911"/>
                <a:gd name="csY0" fmla="*/ 0 h 2388"/>
                <a:gd name="csX1" fmla="*/ 1911 w 1911"/>
                <a:gd name="csY1" fmla="*/ 2389 h 2388"/>
                <a:gd name="csX2" fmla="*/ 1911 w 1911"/>
                <a:gd name="csY2" fmla="*/ 2389 h 2388"/>
                <a:gd name="csX3" fmla="*/ 0 w 1911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2388">
                  <a:moveTo>
                    <a:pt x="0" y="0"/>
                  </a:moveTo>
                  <a:lnTo>
                    <a:pt x="1911" y="2389"/>
                  </a:lnTo>
                  <a:lnTo>
                    <a:pt x="1911" y="23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1" name="Freeform 1890">
              <a:extLst>
                <a:ext uri="{FF2B5EF4-FFF2-40B4-BE49-F238E27FC236}">
                  <a16:creationId xmlns:a16="http://schemas.microsoft.com/office/drawing/2014/main" id="{10AB579E-F6FF-46A2-26B9-3009DA9E1A35}"/>
                </a:ext>
              </a:extLst>
            </p:cNvPr>
            <p:cNvSpPr/>
            <p:nvPr/>
          </p:nvSpPr>
          <p:spPr>
            <a:xfrm>
              <a:off x="6309544" y="5063574"/>
              <a:ext cx="9076" cy="1911"/>
            </a:xfrm>
            <a:custGeom>
              <a:avLst/>
              <a:gdLst>
                <a:gd name="csX0" fmla="*/ 9077 w 9076"/>
                <a:gd name="csY0" fmla="*/ 0 h 1911"/>
                <a:gd name="csX1" fmla="*/ 4777 w 9076"/>
                <a:gd name="csY1" fmla="*/ 956 h 1911"/>
                <a:gd name="csX2" fmla="*/ 0 w 9076"/>
                <a:gd name="csY2" fmla="*/ 1911 h 1911"/>
                <a:gd name="csX3" fmla="*/ 4777 w 9076"/>
                <a:gd name="csY3" fmla="*/ 956 h 1911"/>
                <a:gd name="csX4" fmla="*/ 9077 w 9076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76" h="1911">
                  <a:moveTo>
                    <a:pt x="9077" y="0"/>
                  </a:moveTo>
                  <a:lnTo>
                    <a:pt x="4777" y="956"/>
                  </a:lnTo>
                  <a:lnTo>
                    <a:pt x="0" y="1911"/>
                  </a:lnTo>
                  <a:lnTo>
                    <a:pt x="4777" y="956"/>
                  </a:lnTo>
                  <a:lnTo>
                    <a:pt x="90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2" name="Freeform 1891">
              <a:extLst>
                <a:ext uri="{FF2B5EF4-FFF2-40B4-BE49-F238E27FC236}">
                  <a16:creationId xmlns:a16="http://schemas.microsoft.com/office/drawing/2014/main" id="{699433E5-95A0-4193-2AD2-6917F4BE7C57}"/>
                </a:ext>
              </a:extLst>
            </p:cNvPr>
            <p:cNvSpPr/>
            <p:nvPr/>
          </p:nvSpPr>
          <p:spPr>
            <a:xfrm>
              <a:off x="6316232" y="5235079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478 w 1911"/>
                <a:gd name="csY1" fmla="*/ 478 h 477"/>
                <a:gd name="csX2" fmla="*/ 0 w 1911"/>
                <a:gd name="csY2" fmla="*/ 478 h 477"/>
                <a:gd name="csX3" fmla="*/ 478 w 1911"/>
                <a:gd name="csY3" fmla="*/ 0 h 477"/>
                <a:gd name="csX4" fmla="*/ 1911 w 1911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3" name="Freeform 1892">
              <a:extLst>
                <a:ext uri="{FF2B5EF4-FFF2-40B4-BE49-F238E27FC236}">
                  <a16:creationId xmlns:a16="http://schemas.microsoft.com/office/drawing/2014/main" id="{7461D5A1-2C1A-9CEF-21FC-E1202B52E03B}"/>
                </a:ext>
              </a:extLst>
            </p:cNvPr>
            <p:cNvSpPr/>
            <p:nvPr/>
          </p:nvSpPr>
          <p:spPr>
            <a:xfrm>
              <a:off x="6316232" y="4892069"/>
              <a:ext cx="1911" cy="14331"/>
            </a:xfrm>
            <a:custGeom>
              <a:avLst/>
              <a:gdLst>
                <a:gd name="csX0" fmla="*/ 1911 w 1911"/>
                <a:gd name="csY0" fmla="*/ 0 h 14331"/>
                <a:gd name="csX1" fmla="*/ 1433 w 1911"/>
                <a:gd name="csY1" fmla="*/ 3822 h 14331"/>
                <a:gd name="csX2" fmla="*/ 478 w 1911"/>
                <a:gd name="csY2" fmla="*/ 9077 h 14331"/>
                <a:gd name="csX3" fmla="*/ 0 w 1911"/>
                <a:gd name="csY3" fmla="*/ 14332 h 14331"/>
                <a:gd name="csX4" fmla="*/ 478 w 1911"/>
                <a:gd name="csY4" fmla="*/ 9077 h 14331"/>
                <a:gd name="csX5" fmla="*/ 1433 w 1911"/>
                <a:gd name="csY5" fmla="*/ 3822 h 14331"/>
                <a:gd name="csX6" fmla="*/ 1911 w 1911"/>
                <a:gd name="csY6" fmla="*/ 0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4331">
                  <a:moveTo>
                    <a:pt x="1911" y="0"/>
                  </a:moveTo>
                  <a:lnTo>
                    <a:pt x="1433" y="3822"/>
                  </a:lnTo>
                  <a:lnTo>
                    <a:pt x="478" y="9077"/>
                  </a:lnTo>
                  <a:lnTo>
                    <a:pt x="0" y="14332"/>
                  </a:lnTo>
                  <a:lnTo>
                    <a:pt x="478" y="9077"/>
                  </a:lnTo>
                  <a:lnTo>
                    <a:pt x="1433" y="3822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" name="Freeform 1893">
              <a:extLst>
                <a:ext uri="{FF2B5EF4-FFF2-40B4-BE49-F238E27FC236}">
                  <a16:creationId xmlns:a16="http://schemas.microsoft.com/office/drawing/2014/main" id="{D34EB3F8-48B6-648E-247C-2BA6F13E3C44}"/>
                </a:ext>
              </a:extLst>
            </p:cNvPr>
            <p:cNvSpPr/>
            <p:nvPr/>
          </p:nvSpPr>
          <p:spPr>
            <a:xfrm>
              <a:off x="6315755" y="4877259"/>
              <a:ext cx="2388" cy="8599"/>
            </a:xfrm>
            <a:custGeom>
              <a:avLst/>
              <a:gdLst>
                <a:gd name="csX0" fmla="*/ 478 w 2388"/>
                <a:gd name="csY0" fmla="*/ 4300 h 8599"/>
                <a:gd name="csX1" fmla="*/ 2389 w 2388"/>
                <a:gd name="csY1" fmla="*/ 8599 h 8599"/>
                <a:gd name="csX2" fmla="*/ 478 w 2388"/>
                <a:gd name="csY2" fmla="*/ 4300 h 8599"/>
                <a:gd name="csX3" fmla="*/ 0 w 2388"/>
                <a:gd name="csY3" fmla="*/ 0 h 8599"/>
                <a:gd name="csX4" fmla="*/ 478 w 2388"/>
                <a:gd name="csY4" fmla="*/ 430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8599">
                  <a:moveTo>
                    <a:pt x="478" y="4300"/>
                  </a:moveTo>
                  <a:lnTo>
                    <a:pt x="2389" y="8599"/>
                  </a:lnTo>
                  <a:lnTo>
                    <a:pt x="478" y="4300"/>
                  </a:lnTo>
                  <a:lnTo>
                    <a:pt x="0" y="0"/>
                  </a:lnTo>
                  <a:lnTo>
                    <a:pt x="478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" name="Freeform 1894">
              <a:extLst>
                <a:ext uri="{FF2B5EF4-FFF2-40B4-BE49-F238E27FC236}">
                  <a16:creationId xmlns:a16="http://schemas.microsoft.com/office/drawing/2014/main" id="{6466738E-7A3F-8442-369B-456CFF3C3FDE}"/>
                </a:ext>
              </a:extLst>
            </p:cNvPr>
            <p:cNvSpPr/>
            <p:nvPr/>
          </p:nvSpPr>
          <p:spPr>
            <a:xfrm>
              <a:off x="6312888" y="3703000"/>
              <a:ext cx="4777" cy="1910"/>
            </a:xfrm>
            <a:custGeom>
              <a:avLst/>
              <a:gdLst>
                <a:gd name="csX0" fmla="*/ 4777 w 4777"/>
                <a:gd name="csY0" fmla="*/ 1911 h 1910"/>
                <a:gd name="csX1" fmla="*/ 1433 w 4777"/>
                <a:gd name="csY1" fmla="*/ 956 h 1910"/>
                <a:gd name="csX2" fmla="*/ 0 w 4777"/>
                <a:gd name="csY2" fmla="*/ 0 h 1910"/>
                <a:gd name="csX3" fmla="*/ 1433 w 4777"/>
                <a:gd name="csY3" fmla="*/ 956 h 1910"/>
                <a:gd name="csX4" fmla="*/ 4777 w 4777"/>
                <a:gd name="csY4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1910">
                  <a:moveTo>
                    <a:pt x="4777" y="1911"/>
                  </a:moveTo>
                  <a:lnTo>
                    <a:pt x="1433" y="956"/>
                  </a:lnTo>
                  <a:lnTo>
                    <a:pt x="0" y="0"/>
                  </a:lnTo>
                  <a:lnTo>
                    <a:pt x="1433" y="956"/>
                  </a:lnTo>
                  <a:lnTo>
                    <a:pt x="477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6" name="Freeform 1895">
              <a:extLst>
                <a:ext uri="{FF2B5EF4-FFF2-40B4-BE49-F238E27FC236}">
                  <a16:creationId xmlns:a16="http://schemas.microsoft.com/office/drawing/2014/main" id="{13B62884-032E-04F3-401D-67B633DAADA8}"/>
                </a:ext>
              </a:extLst>
            </p:cNvPr>
            <p:cNvSpPr/>
            <p:nvPr/>
          </p:nvSpPr>
          <p:spPr>
            <a:xfrm>
              <a:off x="6313844" y="3360468"/>
              <a:ext cx="3344" cy="3821"/>
            </a:xfrm>
            <a:custGeom>
              <a:avLst/>
              <a:gdLst>
                <a:gd name="csX0" fmla="*/ 3344 w 3344"/>
                <a:gd name="csY0" fmla="*/ 0 h 3821"/>
                <a:gd name="csX1" fmla="*/ 2867 w 3344"/>
                <a:gd name="csY1" fmla="*/ 2389 h 3821"/>
                <a:gd name="csX2" fmla="*/ 956 w 3344"/>
                <a:gd name="csY2" fmla="*/ 3822 h 3821"/>
                <a:gd name="csX3" fmla="*/ 0 w 3344"/>
                <a:gd name="csY3" fmla="*/ 3344 h 3821"/>
                <a:gd name="csX4" fmla="*/ 478 w 3344"/>
                <a:gd name="csY4" fmla="*/ 956 h 3821"/>
                <a:gd name="csX5" fmla="*/ 1433 w 3344"/>
                <a:gd name="csY5" fmla="*/ 0 h 3821"/>
                <a:gd name="csX6" fmla="*/ 3344 w 3344"/>
                <a:gd name="csY6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3821">
                  <a:moveTo>
                    <a:pt x="3344" y="0"/>
                  </a:moveTo>
                  <a:lnTo>
                    <a:pt x="2867" y="2389"/>
                  </a:lnTo>
                  <a:lnTo>
                    <a:pt x="956" y="3822"/>
                  </a:lnTo>
                  <a:lnTo>
                    <a:pt x="0" y="3344"/>
                  </a:lnTo>
                  <a:lnTo>
                    <a:pt x="478" y="956"/>
                  </a:lnTo>
                  <a:lnTo>
                    <a:pt x="1433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7" name="Freeform 1896">
              <a:extLst>
                <a:ext uri="{FF2B5EF4-FFF2-40B4-BE49-F238E27FC236}">
                  <a16:creationId xmlns:a16="http://schemas.microsoft.com/office/drawing/2014/main" id="{8C0491B4-CA36-DE4B-B972-045D91A04C8D}"/>
                </a:ext>
              </a:extLst>
            </p:cNvPr>
            <p:cNvSpPr/>
            <p:nvPr/>
          </p:nvSpPr>
          <p:spPr>
            <a:xfrm>
              <a:off x="6280880" y="3864951"/>
              <a:ext cx="34396" cy="34396"/>
            </a:xfrm>
            <a:custGeom>
              <a:avLst/>
              <a:gdLst>
                <a:gd name="csX0" fmla="*/ 34397 w 34396"/>
                <a:gd name="csY0" fmla="*/ 14332 h 34396"/>
                <a:gd name="csX1" fmla="*/ 34397 w 34396"/>
                <a:gd name="csY1" fmla="*/ 14809 h 34396"/>
                <a:gd name="csX2" fmla="*/ 33919 w 34396"/>
                <a:gd name="csY2" fmla="*/ 16243 h 34396"/>
                <a:gd name="csX3" fmla="*/ 31530 w 34396"/>
                <a:gd name="csY3" fmla="*/ 20542 h 34396"/>
                <a:gd name="csX4" fmla="*/ 31530 w 34396"/>
                <a:gd name="csY4" fmla="*/ 21498 h 34396"/>
                <a:gd name="csX5" fmla="*/ 29619 w 34396"/>
                <a:gd name="csY5" fmla="*/ 22453 h 34396"/>
                <a:gd name="csX6" fmla="*/ 29619 w 34396"/>
                <a:gd name="csY6" fmla="*/ 22931 h 34396"/>
                <a:gd name="csX7" fmla="*/ 30097 w 34396"/>
                <a:gd name="csY7" fmla="*/ 23886 h 34396"/>
                <a:gd name="csX8" fmla="*/ 30575 w 34396"/>
                <a:gd name="csY8" fmla="*/ 24842 h 34396"/>
                <a:gd name="csX9" fmla="*/ 30575 w 34396"/>
                <a:gd name="csY9" fmla="*/ 24842 h 34396"/>
                <a:gd name="csX10" fmla="*/ 27231 w 34396"/>
                <a:gd name="csY10" fmla="*/ 25320 h 34396"/>
                <a:gd name="csX11" fmla="*/ 25797 w 34396"/>
                <a:gd name="csY11" fmla="*/ 26275 h 34396"/>
                <a:gd name="csX12" fmla="*/ 25320 w 34396"/>
                <a:gd name="csY12" fmla="*/ 27708 h 34396"/>
                <a:gd name="csX13" fmla="*/ 24842 w 34396"/>
                <a:gd name="csY13" fmla="*/ 28186 h 34396"/>
                <a:gd name="csX14" fmla="*/ 24364 w 34396"/>
                <a:gd name="csY14" fmla="*/ 28664 h 34396"/>
                <a:gd name="csX15" fmla="*/ 23409 w 34396"/>
                <a:gd name="csY15" fmla="*/ 27708 h 34396"/>
                <a:gd name="csX16" fmla="*/ 21975 w 34396"/>
                <a:gd name="csY16" fmla="*/ 26753 h 34396"/>
                <a:gd name="csX17" fmla="*/ 20542 w 34396"/>
                <a:gd name="csY17" fmla="*/ 26753 h 34396"/>
                <a:gd name="csX18" fmla="*/ 14809 w 34396"/>
                <a:gd name="csY18" fmla="*/ 29141 h 34396"/>
                <a:gd name="csX19" fmla="*/ 14332 w 34396"/>
                <a:gd name="csY19" fmla="*/ 30575 h 34396"/>
                <a:gd name="csX20" fmla="*/ 14332 w 34396"/>
                <a:gd name="csY20" fmla="*/ 33441 h 34396"/>
                <a:gd name="csX21" fmla="*/ 13854 w 34396"/>
                <a:gd name="csY21" fmla="*/ 33919 h 34396"/>
                <a:gd name="csX22" fmla="*/ 13376 w 34396"/>
                <a:gd name="csY22" fmla="*/ 34396 h 34396"/>
                <a:gd name="csX23" fmla="*/ 10988 w 34396"/>
                <a:gd name="csY23" fmla="*/ 33919 h 34396"/>
                <a:gd name="csX24" fmla="*/ 10510 w 34396"/>
                <a:gd name="csY24" fmla="*/ 33919 h 34396"/>
                <a:gd name="csX25" fmla="*/ 10988 w 34396"/>
                <a:gd name="csY25" fmla="*/ 32963 h 34396"/>
                <a:gd name="csX26" fmla="*/ 10988 w 34396"/>
                <a:gd name="csY26" fmla="*/ 30575 h 34396"/>
                <a:gd name="csX27" fmla="*/ 10032 w 34396"/>
                <a:gd name="csY27" fmla="*/ 26753 h 34396"/>
                <a:gd name="csX28" fmla="*/ 9077 w 34396"/>
                <a:gd name="csY28" fmla="*/ 25320 h 34396"/>
                <a:gd name="csX29" fmla="*/ 7644 w 34396"/>
                <a:gd name="csY29" fmla="*/ 24364 h 34396"/>
                <a:gd name="csX30" fmla="*/ 6210 w 34396"/>
                <a:gd name="csY30" fmla="*/ 23409 h 34396"/>
                <a:gd name="csX31" fmla="*/ 4299 w 34396"/>
                <a:gd name="csY31" fmla="*/ 22453 h 34396"/>
                <a:gd name="csX32" fmla="*/ 3344 w 34396"/>
                <a:gd name="csY32" fmla="*/ 20542 h 34396"/>
                <a:gd name="csX33" fmla="*/ 1433 w 34396"/>
                <a:gd name="csY33" fmla="*/ 18154 h 34396"/>
                <a:gd name="csX34" fmla="*/ 956 w 34396"/>
                <a:gd name="csY34" fmla="*/ 17676 h 34396"/>
                <a:gd name="csX35" fmla="*/ 956 w 34396"/>
                <a:gd name="csY35" fmla="*/ 17198 h 34396"/>
                <a:gd name="csX36" fmla="*/ 1433 w 34396"/>
                <a:gd name="csY36" fmla="*/ 15287 h 34396"/>
                <a:gd name="csX37" fmla="*/ 956 w 34396"/>
                <a:gd name="csY37" fmla="*/ 13854 h 34396"/>
                <a:gd name="csX38" fmla="*/ 0 w 34396"/>
                <a:gd name="csY38" fmla="*/ 12898 h 34396"/>
                <a:gd name="csX39" fmla="*/ 478 w 34396"/>
                <a:gd name="csY39" fmla="*/ 12421 h 34396"/>
                <a:gd name="csX40" fmla="*/ 1911 w 34396"/>
                <a:gd name="csY40" fmla="*/ 12421 h 34396"/>
                <a:gd name="csX41" fmla="*/ 3344 w 34396"/>
                <a:gd name="csY41" fmla="*/ 12421 h 34396"/>
                <a:gd name="csX42" fmla="*/ 3822 w 34396"/>
                <a:gd name="csY42" fmla="*/ 11465 h 34396"/>
                <a:gd name="csX43" fmla="*/ 6210 w 34396"/>
                <a:gd name="csY43" fmla="*/ 10510 h 34396"/>
                <a:gd name="csX44" fmla="*/ 8599 w 34396"/>
                <a:gd name="csY44" fmla="*/ 9555 h 34396"/>
                <a:gd name="csX45" fmla="*/ 9077 w 34396"/>
                <a:gd name="csY45" fmla="*/ 9077 h 34396"/>
                <a:gd name="csX46" fmla="*/ 8599 w 34396"/>
                <a:gd name="csY46" fmla="*/ 8121 h 34396"/>
                <a:gd name="csX47" fmla="*/ 9077 w 34396"/>
                <a:gd name="csY47" fmla="*/ 7644 h 34396"/>
                <a:gd name="csX48" fmla="*/ 11943 w 34396"/>
                <a:gd name="csY48" fmla="*/ 5255 h 34396"/>
                <a:gd name="csX49" fmla="*/ 12421 w 34396"/>
                <a:gd name="csY49" fmla="*/ 4777 h 34396"/>
                <a:gd name="csX50" fmla="*/ 12421 w 34396"/>
                <a:gd name="csY50" fmla="*/ 3822 h 34396"/>
                <a:gd name="csX51" fmla="*/ 11943 w 34396"/>
                <a:gd name="csY51" fmla="*/ 2866 h 34396"/>
                <a:gd name="csX52" fmla="*/ 11465 w 34396"/>
                <a:gd name="csY52" fmla="*/ 1911 h 34396"/>
                <a:gd name="csX53" fmla="*/ 11943 w 34396"/>
                <a:gd name="csY53" fmla="*/ 1433 h 34396"/>
                <a:gd name="csX54" fmla="*/ 13376 w 34396"/>
                <a:gd name="csY54" fmla="*/ 478 h 34396"/>
                <a:gd name="csX55" fmla="*/ 14809 w 34396"/>
                <a:gd name="csY55" fmla="*/ 0 h 34396"/>
                <a:gd name="csX56" fmla="*/ 15287 w 34396"/>
                <a:gd name="csY56" fmla="*/ 0 h 34396"/>
                <a:gd name="csX57" fmla="*/ 15765 w 34396"/>
                <a:gd name="csY57" fmla="*/ 478 h 34396"/>
                <a:gd name="csX58" fmla="*/ 15765 w 34396"/>
                <a:gd name="csY58" fmla="*/ 955 h 34396"/>
                <a:gd name="csX59" fmla="*/ 16243 w 34396"/>
                <a:gd name="csY59" fmla="*/ 1911 h 34396"/>
                <a:gd name="csX60" fmla="*/ 17198 w 34396"/>
                <a:gd name="csY60" fmla="*/ 2389 h 34396"/>
                <a:gd name="csX61" fmla="*/ 18631 w 34396"/>
                <a:gd name="csY61" fmla="*/ 3344 h 34396"/>
                <a:gd name="csX62" fmla="*/ 20542 w 34396"/>
                <a:gd name="csY62" fmla="*/ 3822 h 34396"/>
                <a:gd name="csX63" fmla="*/ 21975 w 34396"/>
                <a:gd name="csY63" fmla="*/ 5255 h 34396"/>
                <a:gd name="csX64" fmla="*/ 23886 w 34396"/>
                <a:gd name="csY64" fmla="*/ 7166 h 34396"/>
                <a:gd name="csX65" fmla="*/ 23886 w 34396"/>
                <a:gd name="csY65" fmla="*/ 8599 h 34396"/>
                <a:gd name="csX66" fmla="*/ 25797 w 34396"/>
                <a:gd name="csY66" fmla="*/ 9555 h 34396"/>
                <a:gd name="csX67" fmla="*/ 27231 w 34396"/>
                <a:gd name="csY67" fmla="*/ 10510 h 34396"/>
                <a:gd name="csX68" fmla="*/ 27231 w 34396"/>
                <a:gd name="csY68" fmla="*/ 12421 h 34396"/>
                <a:gd name="csX69" fmla="*/ 32486 w 34396"/>
                <a:gd name="csY69" fmla="*/ 14332 h 34396"/>
                <a:gd name="csX70" fmla="*/ 33441 w 34396"/>
                <a:gd name="csY70" fmla="*/ 14332 h 34396"/>
                <a:gd name="csX71" fmla="*/ 34397 w 34396"/>
                <a:gd name="csY71" fmla="*/ 14332 h 34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</a:cxnLst>
              <a:rect l="l" t="t" r="r" b="b"/>
              <a:pathLst>
                <a:path w="34396" h="34396">
                  <a:moveTo>
                    <a:pt x="34397" y="14332"/>
                  </a:moveTo>
                  <a:lnTo>
                    <a:pt x="34397" y="14809"/>
                  </a:lnTo>
                  <a:lnTo>
                    <a:pt x="33919" y="16243"/>
                  </a:lnTo>
                  <a:lnTo>
                    <a:pt x="31530" y="20542"/>
                  </a:lnTo>
                  <a:lnTo>
                    <a:pt x="31530" y="21498"/>
                  </a:lnTo>
                  <a:lnTo>
                    <a:pt x="29619" y="22453"/>
                  </a:lnTo>
                  <a:lnTo>
                    <a:pt x="29619" y="22931"/>
                  </a:lnTo>
                  <a:lnTo>
                    <a:pt x="30097" y="23886"/>
                  </a:lnTo>
                  <a:lnTo>
                    <a:pt x="30575" y="24842"/>
                  </a:lnTo>
                  <a:lnTo>
                    <a:pt x="30575" y="24842"/>
                  </a:lnTo>
                  <a:lnTo>
                    <a:pt x="27231" y="25320"/>
                  </a:lnTo>
                  <a:lnTo>
                    <a:pt x="25797" y="26275"/>
                  </a:lnTo>
                  <a:lnTo>
                    <a:pt x="25320" y="27708"/>
                  </a:lnTo>
                  <a:lnTo>
                    <a:pt x="24842" y="28186"/>
                  </a:lnTo>
                  <a:lnTo>
                    <a:pt x="24364" y="28664"/>
                  </a:lnTo>
                  <a:lnTo>
                    <a:pt x="23409" y="27708"/>
                  </a:lnTo>
                  <a:lnTo>
                    <a:pt x="21975" y="26753"/>
                  </a:lnTo>
                  <a:lnTo>
                    <a:pt x="20542" y="26753"/>
                  </a:lnTo>
                  <a:lnTo>
                    <a:pt x="14809" y="29141"/>
                  </a:lnTo>
                  <a:lnTo>
                    <a:pt x="14332" y="30575"/>
                  </a:lnTo>
                  <a:lnTo>
                    <a:pt x="14332" y="33441"/>
                  </a:lnTo>
                  <a:lnTo>
                    <a:pt x="13854" y="33919"/>
                  </a:lnTo>
                  <a:lnTo>
                    <a:pt x="13376" y="34396"/>
                  </a:lnTo>
                  <a:lnTo>
                    <a:pt x="10988" y="33919"/>
                  </a:lnTo>
                  <a:lnTo>
                    <a:pt x="10510" y="33919"/>
                  </a:lnTo>
                  <a:lnTo>
                    <a:pt x="10988" y="32963"/>
                  </a:lnTo>
                  <a:lnTo>
                    <a:pt x="10988" y="30575"/>
                  </a:lnTo>
                  <a:lnTo>
                    <a:pt x="10032" y="26753"/>
                  </a:lnTo>
                  <a:lnTo>
                    <a:pt x="9077" y="25320"/>
                  </a:lnTo>
                  <a:lnTo>
                    <a:pt x="7644" y="24364"/>
                  </a:lnTo>
                  <a:lnTo>
                    <a:pt x="6210" y="23409"/>
                  </a:lnTo>
                  <a:lnTo>
                    <a:pt x="4299" y="22453"/>
                  </a:lnTo>
                  <a:lnTo>
                    <a:pt x="3344" y="20542"/>
                  </a:lnTo>
                  <a:lnTo>
                    <a:pt x="1433" y="18154"/>
                  </a:lnTo>
                  <a:lnTo>
                    <a:pt x="956" y="17676"/>
                  </a:lnTo>
                  <a:lnTo>
                    <a:pt x="956" y="17198"/>
                  </a:lnTo>
                  <a:lnTo>
                    <a:pt x="1433" y="15287"/>
                  </a:lnTo>
                  <a:lnTo>
                    <a:pt x="956" y="13854"/>
                  </a:lnTo>
                  <a:lnTo>
                    <a:pt x="0" y="12898"/>
                  </a:lnTo>
                  <a:lnTo>
                    <a:pt x="478" y="12421"/>
                  </a:lnTo>
                  <a:lnTo>
                    <a:pt x="1911" y="12421"/>
                  </a:lnTo>
                  <a:lnTo>
                    <a:pt x="3344" y="12421"/>
                  </a:lnTo>
                  <a:lnTo>
                    <a:pt x="3822" y="11465"/>
                  </a:lnTo>
                  <a:lnTo>
                    <a:pt x="6210" y="10510"/>
                  </a:lnTo>
                  <a:lnTo>
                    <a:pt x="8599" y="9555"/>
                  </a:lnTo>
                  <a:lnTo>
                    <a:pt x="9077" y="9077"/>
                  </a:lnTo>
                  <a:lnTo>
                    <a:pt x="8599" y="8121"/>
                  </a:lnTo>
                  <a:lnTo>
                    <a:pt x="9077" y="7644"/>
                  </a:lnTo>
                  <a:lnTo>
                    <a:pt x="11943" y="5255"/>
                  </a:lnTo>
                  <a:lnTo>
                    <a:pt x="12421" y="4777"/>
                  </a:lnTo>
                  <a:lnTo>
                    <a:pt x="12421" y="3822"/>
                  </a:lnTo>
                  <a:lnTo>
                    <a:pt x="11943" y="2866"/>
                  </a:lnTo>
                  <a:lnTo>
                    <a:pt x="11465" y="1911"/>
                  </a:lnTo>
                  <a:lnTo>
                    <a:pt x="11943" y="1433"/>
                  </a:lnTo>
                  <a:lnTo>
                    <a:pt x="13376" y="478"/>
                  </a:lnTo>
                  <a:lnTo>
                    <a:pt x="14809" y="0"/>
                  </a:lnTo>
                  <a:lnTo>
                    <a:pt x="15287" y="0"/>
                  </a:lnTo>
                  <a:lnTo>
                    <a:pt x="15765" y="478"/>
                  </a:lnTo>
                  <a:lnTo>
                    <a:pt x="15765" y="955"/>
                  </a:lnTo>
                  <a:lnTo>
                    <a:pt x="16243" y="1911"/>
                  </a:lnTo>
                  <a:lnTo>
                    <a:pt x="17198" y="2389"/>
                  </a:lnTo>
                  <a:lnTo>
                    <a:pt x="18631" y="3344"/>
                  </a:lnTo>
                  <a:lnTo>
                    <a:pt x="20542" y="3822"/>
                  </a:lnTo>
                  <a:lnTo>
                    <a:pt x="21975" y="5255"/>
                  </a:lnTo>
                  <a:lnTo>
                    <a:pt x="23886" y="7166"/>
                  </a:lnTo>
                  <a:lnTo>
                    <a:pt x="23886" y="8599"/>
                  </a:lnTo>
                  <a:lnTo>
                    <a:pt x="25797" y="9555"/>
                  </a:lnTo>
                  <a:lnTo>
                    <a:pt x="27231" y="10510"/>
                  </a:lnTo>
                  <a:lnTo>
                    <a:pt x="27231" y="12421"/>
                  </a:lnTo>
                  <a:lnTo>
                    <a:pt x="32486" y="14332"/>
                  </a:lnTo>
                  <a:lnTo>
                    <a:pt x="33441" y="14332"/>
                  </a:lnTo>
                  <a:lnTo>
                    <a:pt x="34397" y="143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8" name="Freeform 1897">
              <a:extLst>
                <a:ext uri="{FF2B5EF4-FFF2-40B4-BE49-F238E27FC236}">
                  <a16:creationId xmlns:a16="http://schemas.microsoft.com/office/drawing/2014/main" id="{3D086FE0-05EE-1324-5A71-38E89FD12FAB}"/>
                </a:ext>
              </a:extLst>
            </p:cNvPr>
            <p:cNvSpPr/>
            <p:nvPr/>
          </p:nvSpPr>
          <p:spPr>
            <a:xfrm>
              <a:off x="6309066" y="3529585"/>
              <a:ext cx="4777" cy="2388"/>
            </a:xfrm>
            <a:custGeom>
              <a:avLst/>
              <a:gdLst>
                <a:gd name="csX0" fmla="*/ 1911 w 4777"/>
                <a:gd name="csY0" fmla="*/ 1433 h 2388"/>
                <a:gd name="csX1" fmla="*/ 4777 w 4777"/>
                <a:gd name="csY1" fmla="*/ 2389 h 2388"/>
                <a:gd name="csX2" fmla="*/ 1911 w 4777"/>
                <a:gd name="csY2" fmla="*/ 1433 h 2388"/>
                <a:gd name="csX3" fmla="*/ 0 w 4777"/>
                <a:gd name="csY3" fmla="*/ 0 h 2388"/>
                <a:gd name="csX4" fmla="*/ 1911 w 4777"/>
                <a:gd name="csY4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2388">
                  <a:moveTo>
                    <a:pt x="1911" y="1433"/>
                  </a:moveTo>
                  <a:lnTo>
                    <a:pt x="4777" y="2389"/>
                  </a:lnTo>
                  <a:lnTo>
                    <a:pt x="1911" y="1433"/>
                  </a:lnTo>
                  <a:lnTo>
                    <a:pt x="0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9" name="Freeform 1898">
              <a:extLst>
                <a:ext uri="{FF2B5EF4-FFF2-40B4-BE49-F238E27FC236}">
                  <a16:creationId xmlns:a16="http://schemas.microsoft.com/office/drawing/2014/main" id="{FF932D40-43EA-40B7-8D29-0FF5C4349079}"/>
                </a:ext>
              </a:extLst>
            </p:cNvPr>
            <p:cNvSpPr/>
            <p:nvPr/>
          </p:nvSpPr>
          <p:spPr>
            <a:xfrm>
              <a:off x="6310022" y="3361424"/>
              <a:ext cx="2866" cy="2866"/>
            </a:xfrm>
            <a:custGeom>
              <a:avLst/>
              <a:gdLst>
                <a:gd name="csX0" fmla="*/ 2867 w 2866"/>
                <a:gd name="csY0" fmla="*/ 478 h 2866"/>
                <a:gd name="csX1" fmla="*/ 2867 w 2866"/>
                <a:gd name="csY1" fmla="*/ 1433 h 2866"/>
                <a:gd name="csX2" fmla="*/ 2389 w 2866"/>
                <a:gd name="csY2" fmla="*/ 2389 h 2866"/>
                <a:gd name="csX3" fmla="*/ 956 w 2866"/>
                <a:gd name="csY3" fmla="*/ 2866 h 2866"/>
                <a:gd name="csX4" fmla="*/ 0 w 2866"/>
                <a:gd name="csY4" fmla="*/ 1911 h 2866"/>
                <a:gd name="csX5" fmla="*/ 478 w 2866"/>
                <a:gd name="csY5" fmla="*/ 956 h 2866"/>
                <a:gd name="csX6" fmla="*/ 1433 w 2866"/>
                <a:gd name="csY6" fmla="*/ 0 h 2866"/>
                <a:gd name="csX7" fmla="*/ 2867 w 2866"/>
                <a:gd name="csY7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866">
                  <a:moveTo>
                    <a:pt x="2867" y="478"/>
                  </a:moveTo>
                  <a:lnTo>
                    <a:pt x="2867" y="1433"/>
                  </a:lnTo>
                  <a:lnTo>
                    <a:pt x="2389" y="2389"/>
                  </a:lnTo>
                  <a:lnTo>
                    <a:pt x="956" y="2866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433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0" name="Freeform 1899">
              <a:extLst>
                <a:ext uri="{FF2B5EF4-FFF2-40B4-BE49-F238E27FC236}">
                  <a16:creationId xmlns:a16="http://schemas.microsoft.com/office/drawing/2014/main" id="{BC1B2F57-76DC-490D-3E45-0498B24F6149}"/>
                </a:ext>
              </a:extLst>
            </p:cNvPr>
            <p:cNvSpPr/>
            <p:nvPr/>
          </p:nvSpPr>
          <p:spPr>
            <a:xfrm>
              <a:off x="6308111" y="3922278"/>
              <a:ext cx="3343" cy="955"/>
            </a:xfrm>
            <a:custGeom>
              <a:avLst/>
              <a:gdLst>
                <a:gd name="csX0" fmla="*/ 3344 w 3343"/>
                <a:gd name="csY0" fmla="*/ 955 h 955"/>
                <a:gd name="csX1" fmla="*/ 3344 w 3343"/>
                <a:gd name="csY1" fmla="*/ 955 h 955"/>
                <a:gd name="csX2" fmla="*/ 1433 w 3343"/>
                <a:gd name="csY2" fmla="*/ 0 h 955"/>
                <a:gd name="csX3" fmla="*/ 0 w 3343"/>
                <a:gd name="csY3" fmla="*/ 0 h 955"/>
                <a:gd name="csX4" fmla="*/ 0 w 3343"/>
                <a:gd name="csY4" fmla="*/ 0 h 955"/>
                <a:gd name="csX5" fmla="*/ 1433 w 3343"/>
                <a:gd name="csY5" fmla="*/ 0 h 955"/>
                <a:gd name="csX6" fmla="*/ 3344 w 3343"/>
                <a:gd name="csY6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955">
                  <a:moveTo>
                    <a:pt x="3344" y="955"/>
                  </a:moveTo>
                  <a:lnTo>
                    <a:pt x="3344" y="955"/>
                  </a:lnTo>
                  <a:lnTo>
                    <a:pt x="143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3344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1" name="Freeform 1900">
              <a:extLst>
                <a:ext uri="{FF2B5EF4-FFF2-40B4-BE49-F238E27FC236}">
                  <a16:creationId xmlns:a16="http://schemas.microsoft.com/office/drawing/2014/main" id="{1489783D-576B-84EC-4F71-62189C0BDC1D}"/>
                </a:ext>
              </a:extLst>
            </p:cNvPr>
            <p:cNvSpPr/>
            <p:nvPr/>
          </p:nvSpPr>
          <p:spPr>
            <a:xfrm>
              <a:off x="6304289" y="3344703"/>
              <a:ext cx="4777" cy="5732"/>
            </a:xfrm>
            <a:custGeom>
              <a:avLst/>
              <a:gdLst>
                <a:gd name="csX0" fmla="*/ 4777 w 4777"/>
                <a:gd name="csY0" fmla="*/ 3822 h 5732"/>
                <a:gd name="csX1" fmla="*/ 4777 w 4777"/>
                <a:gd name="csY1" fmla="*/ 5733 h 5732"/>
                <a:gd name="csX2" fmla="*/ 3344 w 4777"/>
                <a:gd name="csY2" fmla="*/ 5255 h 5732"/>
                <a:gd name="csX3" fmla="*/ 1911 w 4777"/>
                <a:gd name="csY3" fmla="*/ 5733 h 5732"/>
                <a:gd name="csX4" fmla="*/ 956 w 4777"/>
                <a:gd name="csY4" fmla="*/ 3822 h 5732"/>
                <a:gd name="csX5" fmla="*/ 0 w 4777"/>
                <a:gd name="csY5" fmla="*/ 956 h 5732"/>
                <a:gd name="csX6" fmla="*/ 478 w 4777"/>
                <a:gd name="csY6" fmla="*/ 478 h 5732"/>
                <a:gd name="csX7" fmla="*/ 1433 w 4777"/>
                <a:gd name="csY7" fmla="*/ 0 h 5732"/>
                <a:gd name="csX8" fmla="*/ 1911 w 4777"/>
                <a:gd name="csY8" fmla="*/ 1433 h 5732"/>
                <a:gd name="csX9" fmla="*/ 4777 w 4777"/>
                <a:gd name="csY9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5732">
                  <a:moveTo>
                    <a:pt x="4777" y="3822"/>
                  </a:moveTo>
                  <a:lnTo>
                    <a:pt x="4777" y="5733"/>
                  </a:lnTo>
                  <a:lnTo>
                    <a:pt x="3344" y="5255"/>
                  </a:lnTo>
                  <a:lnTo>
                    <a:pt x="1911" y="5733"/>
                  </a:lnTo>
                  <a:lnTo>
                    <a:pt x="956" y="3822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1433"/>
                  </a:lnTo>
                  <a:lnTo>
                    <a:pt x="4777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2" name="Freeform 1901">
              <a:extLst>
                <a:ext uri="{FF2B5EF4-FFF2-40B4-BE49-F238E27FC236}">
                  <a16:creationId xmlns:a16="http://schemas.microsoft.com/office/drawing/2014/main" id="{3801C018-5A88-81FC-6BF5-C85EE7F4337E}"/>
                </a:ext>
              </a:extLst>
            </p:cNvPr>
            <p:cNvSpPr/>
            <p:nvPr/>
          </p:nvSpPr>
          <p:spPr>
            <a:xfrm>
              <a:off x="6308111" y="3528629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5 w 955"/>
                <a:gd name="csY1" fmla="*/ 956 h 955"/>
                <a:gd name="csX2" fmla="*/ 955 w 955"/>
                <a:gd name="csY2" fmla="*/ 956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5" y="956"/>
                  </a:lnTo>
                  <a:lnTo>
                    <a:pt x="955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3" name="Freeform 1902">
              <a:extLst>
                <a:ext uri="{FF2B5EF4-FFF2-40B4-BE49-F238E27FC236}">
                  <a16:creationId xmlns:a16="http://schemas.microsoft.com/office/drawing/2014/main" id="{5A56339C-8432-D66B-7ABE-E7E6AE338B37}"/>
                </a:ext>
              </a:extLst>
            </p:cNvPr>
            <p:cNvSpPr/>
            <p:nvPr/>
          </p:nvSpPr>
          <p:spPr>
            <a:xfrm>
              <a:off x="6301900" y="3242469"/>
              <a:ext cx="6688" cy="5255"/>
            </a:xfrm>
            <a:custGeom>
              <a:avLst/>
              <a:gdLst>
                <a:gd name="csX0" fmla="*/ 6688 w 6688"/>
                <a:gd name="csY0" fmla="*/ 1433 h 5255"/>
                <a:gd name="csX1" fmla="*/ 6688 w 6688"/>
                <a:gd name="csY1" fmla="*/ 3344 h 5255"/>
                <a:gd name="csX2" fmla="*/ 5733 w 6688"/>
                <a:gd name="csY2" fmla="*/ 3344 h 5255"/>
                <a:gd name="csX3" fmla="*/ 5733 w 6688"/>
                <a:gd name="csY3" fmla="*/ 2866 h 5255"/>
                <a:gd name="csX4" fmla="*/ 4777 w 6688"/>
                <a:gd name="csY4" fmla="*/ 3822 h 5255"/>
                <a:gd name="csX5" fmla="*/ 4300 w 6688"/>
                <a:gd name="csY5" fmla="*/ 4777 h 5255"/>
                <a:gd name="csX6" fmla="*/ 3344 w 6688"/>
                <a:gd name="csY6" fmla="*/ 5255 h 5255"/>
                <a:gd name="csX7" fmla="*/ 1433 w 6688"/>
                <a:gd name="csY7" fmla="*/ 3344 h 5255"/>
                <a:gd name="csX8" fmla="*/ 0 w 6688"/>
                <a:gd name="csY8" fmla="*/ 0 h 5255"/>
                <a:gd name="csX9" fmla="*/ 2867 w 6688"/>
                <a:gd name="csY9" fmla="*/ 0 h 5255"/>
                <a:gd name="csX10" fmla="*/ 2867 w 6688"/>
                <a:gd name="csY10" fmla="*/ 955 h 5255"/>
                <a:gd name="csX11" fmla="*/ 2867 w 6688"/>
                <a:gd name="csY11" fmla="*/ 1433 h 5255"/>
                <a:gd name="csX12" fmla="*/ 2867 w 6688"/>
                <a:gd name="csY12" fmla="*/ 2389 h 5255"/>
                <a:gd name="csX13" fmla="*/ 3822 w 6688"/>
                <a:gd name="csY13" fmla="*/ 1911 h 5255"/>
                <a:gd name="csX14" fmla="*/ 5733 w 6688"/>
                <a:gd name="csY14" fmla="*/ 478 h 5255"/>
                <a:gd name="csX15" fmla="*/ 6688 w 6688"/>
                <a:gd name="csY15" fmla="*/ 1433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688" h="5255">
                  <a:moveTo>
                    <a:pt x="6688" y="1433"/>
                  </a:moveTo>
                  <a:lnTo>
                    <a:pt x="6688" y="3344"/>
                  </a:lnTo>
                  <a:lnTo>
                    <a:pt x="5733" y="3344"/>
                  </a:lnTo>
                  <a:lnTo>
                    <a:pt x="5733" y="2866"/>
                  </a:lnTo>
                  <a:lnTo>
                    <a:pt x="4777" y="3822"/>
                  </a:lnTo>
                  <a:lnTo>
                    <a:pt x="4300" y="4777"/>
                  </a:lnTo>
                  <a:lnTo>
                    <a:pt x="3344" y="5255"/>
                  </a:lnTo>
                  <a:lnTo>
                    <a:pt x="1433" y="3344"/>
                  </a:lnTo>
                  <a:lnTo>
                    <a:pt x="0" y="0"/>
                  </a:lnTo>
                  <a:lnTo>
                    <a:pt x="2867" y="0"/>
                  </a:lnTo>
                  <a:lnTo>
                    <a:pt x="2867" y="955"/>
                  </a:lnTo>
                  <a:lnTo>
                    <a:pt x="2867" y="1433"/>
                  </a:lnTo>
                  <a:lnTo>
                    <a:pt x="2867" y="2389"/>
                  </a:lnTo>
                  <a:lnTo>
                    <a:pt x="3822" y="1911"/>
                  </a:lnTo>
                  <a:lnTo>
                    <a:pt x="5733" y="478"/>
                  </a:lnTo>
                  <a:lnTo>
                    <a:pt x="668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" name="Freeform 1903">
              <a:extLst>
                <a:ext uri="{FF2B5EF4-FFF2-40B4-BE49-F238E27FC236}">
                  <a16:creationId xmlns:a16="http://schemas.microsoft.com/office/drawing/2014/main" id="{9D549887-3E65-92F1-D20C-D40A3197ABBA}"/>
                </a:ext>
              </a:extLst>
            </p:cNvPr>
            <p:cNvSpPr/>
            <p:nvPr/>
          </p:nvSpPr>
          <p:spPr>
            <a:xfrm>
              <a:off x="6095521" y="2196719"/>
              <a:ext cx="212589" cy="313868"/>
            </a:xfrm>
            <a:custGeom>
              <a:avLst/>
              <a:gdLst>
                <a:gd name="csX0" fmla="*/ 211634 w 212589"/>
                <a:gd name="csY0" fmla="*/ 126598 h 313868"/>
                <a:gd name="csX1" fmla="*/ 212590 w 212589"/>
                <a:gd name="csY1" fmla="*/ 129942 h 313868"/>
                <a:gd name="csX2" fmla="*/ 209723 w 212589"/>
                <a:gd name="csY2" fmla="*/ 133287 h 313868"/>
                <a:gd name="csX3" fmla="*/ 206379 w 212589"/>
                <a:gd name="csY3" fmla="*/ 135675 h 313868"/>
                <a:gd name="csX4" fmla="*/ 199213 w 212589"/>
                <a:gd name="csY4" fmla="*/ 136153 h 313868"/>
                <a:gd name="csX5" fmla="*/ 192525 w 212589"/>
                <a:gd name="csY5" fmla="*/ 138542 h 313868"/>
                <a:gd name="csX6" fmla="*/ 180104 w 212589"/>
                <a:gd name="csY6" fmla="*/ 140453 h 313868"/>
                <a:gd name="csX7" fmla="*/ 178671 w 212589"/>
                <a:gd name="csY7" fmla="*/ 141886 h 313868"/>
                <a:gd name="csX8" fmla="*/ 178193 w 212589"/>
                <a:gd name="csY8" fmla="*/ 142841 h 313868"/>
                <a:gd name="csX9" fmla="*/ 177238 w 212589"/>
                <a:gd name="csY9" fmla="*/ 146185 h 313868"/>
                <a:gd name="csX10" fmla="*/ 172460 w 212589"/>
                <a:gd name="csY10" fmla="*/ 153829 h 313868"/>
                <a:gd name="csX11" fmla="*/ 168161 w 212589"/>
                <a:gd name="csY11" fmla="*/ 162906 h 313868"/>
                <a:gd name="csX12" fmla="*/ 166250 w 212589"/>
                <a:gd name="csY12" fmla="*/ 168161 h 313868"/>
                <a:gd name="csX13" fmla="*/ 164817 w 212589"/>
                <a:gd name="csY13" fmla="*/ 175804 h 313868"/>
                <a:gd name="csX14" fmla="*/ 164339 w 212589"/>
                <a:gd name="csY14" fmla="*/ 180582 h 313868"/>
                <a:gd name="csX15" fmla="*/ 165294 w 212589"/>
                <a:gd name="csY15" fmla="*/ 184881 h 313868"/>
                <a:gd name="csX16" fmla="*/ 164817 w 212589"/>
                <a:gd name="csY16" fmla="*/ 189181 h 313868"/>
                <a:gd name="csX17" fmla="*/ 161472 w 212589"/>
                <a:gd name="csY17" fmla="*/ 193003 h 313868"/>
                <a:gd name="csX18" fmla="*/ 159561 w 212589"/>
                <a:gd name="csY18" fmla="*/ 193003 h 313868"/>
                <a:gd name="csX19" fmla="*/ 156695 w 212589"/>
                <a:gd name="csY19" fmla="*/ 192525 h 313868"/>
                <a:gd name="csX20" fmla="*/ 153829 w 212589"/>
                <a:gd name="csY20" fmla="*/ 194436 h 313868"/>
                <a:gd name="csX21" fmla="*/ 153829 w 212589"/>
                <a:gd name="csY21" fmla="*/ 197302 h 313868"/>
                <a:gd name="csX22" fmla="*/ 153829 w 212589"/>
                <a:gd name="csY22" fmla="*/ 201602 h 313868"/>
                <a:gd name="csX23" fmla="*/ 153351 w 212589"/>
                <a:gd name="csY23" fmla="*/ 214501 h 313868"/>
                <a:gd name="csX24" fmla="*/ 152396 w 212589"/>
                <a:gd name="csY24" fmla="*/ 224055 h 313868"/>
                <a:gd name="csX25" fmla="*/ 150962 w 212589"/>
                <a:gd name="csY25" fmla="*/ 232654 h 313868"/>
                <a:gd name="csX26" fmla="*/ 149529 w 212589"/>
                <a:gd name="csY26" fmla="*/ 237432 h 313868"/>
                <a:gd name="csX27" fmla="*/ 148096 w 212589"/>
                <a:gd name="csY27" fmla="*/ 238865 h 313868"/>
                <a:gd name="csX28" fmla="*/ 142363 w 212589"/>
                <a:gd name="csY28" fmla="*/ 239820 h 313868"/>
                <a:gd name="csX29" fmla="*/ 137586 w 212589"/>
                <a:gd name="csY29" fmla="*/ 247942 h 313868"/>
                <a:gd name="csX30" fmla="*/ 134242 w 212589"/>
                <a:gd name="csY30" fmla="*/ 262274 h 313868"/>
                <a:gd name="csX31" fmla="*/ 132331 w 212589"/>
                <a:gd name="csY31" fmla="*/ 268006 h 313868"/>
                <a:gd name="csX32" fmla="*/ 128509 w 212589"/>
                <a:gd name="csY32" fmla="*/ 276605 h 313868"/>
                <a:gd name="csX33" fmla="*/ 128987 w 212589"/>
                <a:gd name="csY33" fmla="*/ 279949 h 313868"/>
                <a:gd name="csX34" fmla="*/ 130420 w 212589"/>
                <a:gd name="csY34" fmla="*/ 283294 h 313868"/>
                <a:gd name="csX35" fmla="*/ 128031 w 212589"/>
                <a:gd name="csY35" fmla="*/ 289026 h 313868"/>
                <a:gd name="csX36" fmla="*/ 125165 w 212589"/>
                <a:gd name="csY36" fmla="*/ 295715 h 313868"/>
                <a:gd name="csX37" fmla="*/ 125165 w 212589"/>
                <a:gd name="csY37" fmla="*/ 298103 h 313868"/>
                <a:gd name="csX38" fmla="*/ 126120 w 212589"/>
                <a:gd name="csY38" fmla="*/ 302881 h 313868"/>
                <a:gd name="csX39" fmla="*/ 126598 w 212589"/>
                <a:gd name="csY39" fmla="*/ 307658 h 313868"/>
                <a:gd name="csX40" fmla="*/ 124210 w 212589"/>
                <a:gd name="csY40" fmla="*/ 311957 h 313868"/>
                <a:gd name="csX41" fmla="*/ 119432 w 212589"/>
                <a:gd name="csY41" fmla="*/ 313868 h 313868"/>
                <a:gd name="csX42" fmla="*/ 114655 w 212589"/>
                <a:gd name="csY42" fmla="*/ 311957 h 313868"/>
                <a:gd name="csX43" fmla="*/ 112266 w 212589"/>
                <a:gd name="csY43" fmla="*/ 309091 h 313868"/>
                <a:gd name="csX44" fmla="*/ 110355 w 212589"/>
                <a:gd name="csY44" fmla="*/ 304314 h 313868"/>
                <a:gd name="csX45" fmla="*/ 107967 w 212589"/>
                <a:gd name="csY45" fmla="*/ 301447 h 313868"/>
                <a:gd name="csX46" fmla="*/ 105578 w 212589"/>
                <a:gd name="csY46" fmla="*/ 299536 h 313868"/>
                <a:gd name="csX47" fmla="*/ 96501 w 212589"/>
                <a:gd name="csY47" fmla="*/ 289504 h 313868"/>
                <a:gd name="csX48" fmla="*/ 88380 w 212589"/>
                <a:gd name="csY48" fmla="*/ 273739 h 313868"/>
                <a:gd name="csX49" fmla="*/ 80736 w 212589"/>
                <a:gd name="csY49" fmla="*/ 267529 h 313868"/>
                <a:gd name="csX50" fmla="*/ 75481 w 212589"/>
                <a:gd name="csY50" fmla="*/ 264184 h 313868"/>
                <a:gd name="csX51" fmla="*/ 73093 w 212589"/>
                <a:gd name="csY51" fmla="*/ 261318 h 313868"/>
                <a:gd name="csX52" fmla="*/ 70704 w 212589"/>
                <a:gd name="csY52" fmla="*/ 257496 h 313868"/>
                <a:gd name="csX53" fmla="*/ 68793 w 212589"/>
                <a:gd name="csY53" fmla="*/ 253197 h 313868"/>
                <a:gd name="csX54" fmla="*/ 66882 w 212589"/>
                <a:gd name="csY54" fmla="*/ 247464 h 313868"/>
                <a:gd name="csX55" fmla="*/ 65927 w 212589"/>
                <a:gd name="csY55" fmla="*/ 244120 h 313868"/>
                <a:gd name="csX56" fmla="*/ 65927 w 212589"/>
                <a:gd name="csY56" fmla="*/ 238865 h 313868"/>
                <a:gd name="csX57" fmla="*/ 66404 w 212589"/>
                <a:gd name="csY57" fmla="*/ 235521 h 313868"/>
                <a:gd name="csX58" fmla="*/ 67360 w 212589"/>
                <a:gd name="csY58" fmla="*/ 234087 h 313868"/>
                <a:gd name="csX59" fmla="*/ 73570 w 212589"/>
                <a:gd name="csY59" fmla="*/ 232654 h 313868"/>
                <a:gd name="csX60" fmla="*/ 75481 w 212589"/>
                <a:gd name="csY60" fmla="*/ 233610 h 313868"/>
                <a:gd name="csX61" fmla="*/ 77870 w 212589"/>
                <a:gd name="csY61" fmla="*/ 235998 h 313868"/>
                <a:gd name="csX62" fmla="*/ 79781 w 212589"/>
                <a:gd name="csY62" fmla="*/ 237432 h 313868"/>
                <a:gd name="csX63" fmla="*/ 84080 w 212589"/>
                <a:gd name="csY63" fmla="*/ 223577 h 313868"/>
                <a:gd name="csX64" fmla="*/ 109400 w 212589"/>
                <a:gd name="csY64" fmla="*/ 215456 h 313868"/>
                <a:gd name="csX65" fmla="*/ 117999 w 212589"/>
                <a:gd name="csY65" fmla="*/ 214023 h 313868"/>
                <a:gd name="csX66" fmla="*/ 126120 w 212589"/>
                <a:gd name="csY66" fmla="*/ 214023 h 313868"/>
                <a:gd name="csX67" fmla="*/ 124687 w 212589"/>
                <a:gd name="csY67" fmla="*/ 210201 h 313868"/>
                <a:gd name="csX68" fmla="*/ 123732 w 212589"/>
                <a:gd name="csY68" fmla="*/ 205424 h 313868"/>
                <a:gd name="csX69" fmla="*/ 122299 w 212589"/>
                <a:gd name="csY69" fmla="*/ 204468 h 313868"/>
                <a:gd name="csX70" fmla="*/ 116088 w 212589"/>
                <a:gd name="csY70" fmla="*/ 206857 h 313868"/>
                <a:gd name="csX71" fmla="*/ 106534 w 212589"/>
                <a:gd name="csY71" fmla="*/ 209723 h 313868"/>
                <a:gd name="csX72" fmla="*/ 102234 w 212589"/>
                <a:gd name="csY72" fmla="*/ 209723 h 313868"/>
                <a:gd name="csX73" fmla="*/ 97457 w 212589"/>
                <a:gd name="csY73" fmla="*/ 207812 h 313868"/>
                <a:gd name="csX74" fmla="*/ 92679 w 212589"/>
                <a:gd name="csY74" fmla="*/ 208768 h 313868"/>
                <a:gd name="csX75" fmla="*/ 87424 w 212589"/>
                <a:gd name="csY75" fmla="*/ 213067 h 313868"/>
                <a:gd name="csX76" fmla="*/ 82647 w 212589"/>
                <a:gd name="csY76" fmla="*/ 215934 h 313868"/>
                <a:gd name="csX77" fmla="*/ 77870 w 212589"/>
                <a:gd name="csY77" fmla="*/ 216889 h 313868"/>
                <a:gd name="csX78" fmla="*/ 67837 w 212589"/>
                <a:gd name="csY78" fmla="*/ 216411 h 313868"/>
                <a:gd name="csX79" fmla="*/ 64971 w 212589"/>
                <a:gd name="csY79" fmla="*/ 214023 h 313868"/>
                <a:gd name="csX80" fmla="*/ 61627 w 212589"/>
                <a:gd name="csY80" fmla="*/ 209246 h 313868"/>
                <a:gd name="csX81" fmla="*/ 61149 w 212589"/>
                <a:gd name="csY81" fmla="*/ 206857 h 313868"/>
                <a:gd name="csX82" fmla="*/ 60194 w 212589"/>
                <a:gd name="csY82" fmla="*/ 203513 h 313868"/>
                <a:gd name="csX83" fmla="*/ 59716 w 212589"/>
                <a:gd name="csY83" fmla="*/ 193958 h 313868"/>
                <a:gd name="csX84" fmla="*/ 60194 w 212589"/>
                <a:gd name="csY84" fmla="*/ 191570 h 313868"/>
                <a:gd name="csX85" fmla="*/ 61149 w 212589"/>
                <a:gd name="csY85" fmla="*/ 190136 h 313868"/>
                <a:gd name="csX86" fmla="*/ 62582 w 212589"/>
                <a:gd name="csY86" fmla="*/ 189181 h 313868"/>
                <a:gd name="csX87" fmla="*/ 64493 w 212589"/>
                <a:gd name="csY87" fmla="*/ 189181 h 313868"/>
                <a:gd name="csX88" fmla="*/ 66882 w 212589"/>
                <a:gd name="csY88" fmla="*/ 190614 h 313868"/>
                <a:gd name="csX89" fmla="*/ 72137 w 212589"/>
                <a:gd name="csY89" fmla="*/ 195869 h 313868"/>
                <a:gd name="csX90" fmla="*/ 70704 w 212589"/>
                <a:gd name="csY90" fmla="*/ 190136 h 313868"/>
                <a:gd name="csX91" fmla="*/ 85513 w 212589"/>
                <a:gd name="csY91" fmla="*/ 183448 h 313868"/>
                <a:gd name="csX92" fmla="*/ 92679 w 212589"/>
                <a:gd name="csY92" fmla="*/ 177238 h 313868"/>
                <a:gd name="csX93" fmla="*/ 96024 w 212589"/>
                <a:gd name="csY93" fmla="*/ 175804 h 313868"/>
                <a:gd name="csX94" fmla="*/ 99368 w 212589"/>
                <a:gd name="csY94" fmla="*/ 176282 h 313868"/>
                <a:gd name="csX95" fmla="*/ 98890 w 212589"/>
                <a:gd name="csY95" fmla="*/ 172938 h 313868"/>
                <a:gd name="csX96" fmla="*/ 98890 w 212589"/>
                <a:gd name="csY96" fmla="*/ 170072 h 313868"/>
                <a:gd name="csX97" fmla="*/ 101278 w 212589"/>
                <a:gd name="csY97" fmla="*/ 167683 h 313868"/>
                <a:gd name="csX98" fmla="*/ 103189 w 212589"/>
                <a:gd name="csY98" fmla="*/ 166250 h 313868"/>
                <a:gd name="csX99" fmla="*/ 108444 w 212589"/>
                <a:gd name="csY99" fmla="*/ 165294 h 313868"/>
                <a:gd name="csX100" fmla="*/ 120865 w 212589"/>
                <a:gd name="csY100" fmla="*/ 165294 h 313868"/>
                <a:gd name="csX101" fmla="*/ 125643 w 212589"/>
                <a:gd name="csY101" fmla="*/ 163861 h 313868"/>
                <a:gd name="csX102" fmla="*/ 128987 w 212589"/>
                <a:gd name="csY102" fmla="*/ 159562 h 313868"/>
                <a:gd name="csX103" fmla="*/ 125165 w 212589"/>
                <a:gd name="csY103" fmla="*/ 160995 h 313868"/>
                <a:gd name="csX104" fmla="*/ 121821 w 212589"/>
                <a:gd name="csY104" fmla="*/ 160995 h 313868"/>
                <a:gd name="csX105" fmla="*/ 119910 w 212589"/>
                <a:gd name="csY105" fmla="*/ 160039 h 313868"/>
                <a:gd name="csX106" fmla="*/ 116088 w 212589"/>
                <a:gd name="csY106" fmla="*/ 156695 h 313868"/>
                <a:gd name="csX107" fmla="*/ 114177 w 212589"/>
                <a:gd name="csY107" fmla="*/ 151440 h 313868"/>
                <a:gd name="csX108" fmla="*/ 119432 w 212589"/>
                <a:gd name="csY108" fmla="*/ 141408 h 313868"/>
                <a:gd name="csX109" fmla="*/ 120865 w 212589"/>
                <a:gd name="csY109" fmla="*/ 136631 h 313868"/>
                <a:gd name="csX110" fmla="*/ 116088 w 212589"/>
                <a:gd name="csY110" fmla="*/ 137586 h 313868"/>
                <a:gd name="csX111" fmla="*/ 114177 w 212589"/>
                <a:gd name="csY111" fmla="*/ 139019 h 313868"/>
                <a:gd name="csX112" fmla="*/ 108444 w 212589"/>
                <a:gd name="csY112" fmla="*/ 148574 h 313868"/>
                <a:gd name="csX113" fmla="*/ 104623 w 212589"/>
                <a:gd name="csY113" fmla="*/ 152396 h 313868"/>
                <a:gd name="csX114" fmla="*/ 99368 w 212589"/>
                <a:gd name="csY114" fmla="*/ 154307 h 313868"/>
                <a:gd name="csX115" fmla="*/ 94112 w 212589"/>
                <a:gd name="csY115" fmla="*/ 154307 h 313868"/>
                <a:gd name="csX116" fmla="*/ 92679 w 212589"/>
                <a:gd name="csY116" fmla="*/ 152873 h 313868"/>
                <a:gd name="csX117" fmla="*/ 91246 w 212589"/>
                <a:gd name="csY117" fmla="*/ 146663 h 313868"/>
                <a:gd name="csX118" fmla="*/ 90769 w 212589"/>
                <a:gd name="csY118" fmla="*/ 143797 h 313868"/>
                <a:gd name="csX119" fmla="*/ 90769 w 212589"/>
                <a:gd name="csY119" fmla="*/ 141886 h 313868"/>
                <a:gd name="csX120" fmla="*/ 92679 w 212589"/>
                <a:gd name="csY120" fmla="*/ 137108 h 313868"/>
                <a:gd name="csX121" fmla="*/ 93635 w 212589"/>
                <a:gd name="csY121" fmla="*/ 131376 h 313868"/>
                <a:gd name="csX122" fmla="*/ 93157 w 212589"/>
                <a:gd name="csY122" fmla="*/ 126598 h 313868"/>
                <a:gd name="csX123" fmla="*/ 92202 w 212589"/>
                <a:gd name="csY123" fmla="*/ 126121 h 313868"/>
                <a:gd name="csX124" fmla="*/ 90291 w 212589"/>
                <a:gd name="csY124" fmla="*/ 130420 h 313868"/>
                <a:gd name="csX125" fmla="*/ 88380 w 212589"/>
                <a:gd name="csY125" fmla="*/ 136631 h 313868"/>
                <a:gd name="csX126" fmla="*/ 85991 w 212589"/>
                <a:gd name="csY126" fmla="*/ 139975 h 313868"/>
                <a:gd name="csX127" fmla="*/ 83603 w 212589"/>
                <a:gd name="csY127" fmla="*/ 139019 h 313868"/>
                <a:gd name="csX128" fmla="*/ 82647 w 212589"/>
                <a:gd name="csY128" fmla="*/ 136631 h 313868"/>
                <a:gd name="csX129" fmla="*/ 81692 w 212589"/>
                <a:gd name="csY129" fmla="*/ 132809 h 313868"/>
                <a:gd name="csX130" fmla="*/ 80736 w 212589"/>
                <a:gd name="csY130" fmla="*/ 131376 h 313868"/>
                <a:gd name="csX131" fmla="*/ 79781 w 212589"/>
                <a:gd name="csY131" fmla="*/ 131376 h 313868"/>
                <a:gd name="csX132" fmla="*/ 77392 w 212589"/>
                <a:gd name="csY132" fmla="*/ 132809 h 313868"/>
                <a:gd name="csX133" fmla="*/ 75003 w 212589"/>
                <a:gd name="csY133" fmla="*/ 135675 h 313868"/>
                <a:gd name="csX134" fmla="*/ 75959 w 212589"/>
                <a:gd name="csY134" fmla="*/ 139975 h 313868"/>
                <a:gd name="csX135" fmla="*/ 75959 w 212589"/>
                <a:gd name="csY135" fmla="*/ 144274 h 313868"/>
                <a:gd name="csX136" fmla="*/ 75003 w 212589"/>
                <a:gd name="csY136" fmla="*/ 148096 h 313868"/>
                <a:gd name="csX137" fmla="*/ 74526 w 212589"/>
                <a:gd name="csY137" fmla="*/ 152396 h 313868"/>
                <a:gd name="csX138" fmla="*/ 76437 w 212589"/>
                <a:gd name="csY138" fmla="*/ 155262 h 313868"/>
                <a:gd name="csX139" fmla="*/ 78347 w 212589"/>
                <a:gd name="csY139" fmla="*/ 159562 h 313868"/>
                <a:gd name="csX140" fmla="*/ 75959 w 212589"/>
                <a:gd name="csY140" fmla="*/ 161473 h 313868"/>
                <a:gd name="csX141" fmla="*/ 73093 w 212589"/>
                <a:gd name="csY141" fmla="*/ 164339 h 313868"/>
                <a:gd name="csX142" fmla="*/ 70704 w 212589"/>
                <a:gd name="csY142" fmla="*/ 169116 h 313868"/>
                <a:gd name="csX143" fmla="*/ 67837 w 212589"/>
                <a:gd name="csY143" fmla="*/ 172460 h 313868"/>
                <a:gd name="csX144" fmla="*/ 64016 w 212589"/>
                <a:gd name="csY144" fmla="*/ 172938 h 313868"/>
                <a:gd name="csX145" fmla="*/ 59238 w 212589"/>
                <a:gd name="csY145" fmla="*/ 174849 h 313868"/>
                <a:gd name="csX146" fmla="*/ 49206 w 212589"/>
                <a:gd name="csY146" fmla="*/ 175327 h 313868"/>
                <a:gd name="csX147" fmla="*/ 44429 w 212589"/>
                <a:gd name="csY147" fmla="*/ 170072 h 313868"/>
                <a:gd name="csX148" fmla="*/ 43473 w 212589"/>
                <a:gd name="csY148" fmla="*/ 167205 h 313868"/>
                <a:gd name="csX149" fmla="*/ 42518 w 212589"/>
                <a:gd name="csY149" fmla="*/ 165294 h 313868"/>
                <a:gd name="csX150" fmla="*/ 39174 w 212589"/>
                <a:gd name="csY150" fmla="*/ 162428 h 313868"/>
                <a:gd name="csX151" fmla="*/ 34874 w 212589"/>
                <a:gd name="csY151" fmla="*/ 153351 h 313868"/>
                <a:gd name="csX152" fmla="*/ 31052 w 212589"/>
                <a:gd name="csY152" fmla="*/ 143319 h 313868"/>
                <a:gd name="csX153" fmla="*/ 29141 w 212589"/>
                <a:gd name="csY153" fmla="*/ 142363 h 313868"/>
                <a:gd name="csX154" fmla="*/ 25320 w 212589"/>
                <a:gd name="csY154" fmla="*/ 139019 h 313868"/>
                <a:gd name="csX155" fmla="*/ 23409 w 212589"/>
                <a:gd name="csY155" fmla="*/ 135675 h 313868"/>
                <a:gd name="csX156" fmla="*/ 21498 w 212589"/>
                <a:gd name="csY156" fmla="*/ 131853 h 313868"/>
                <a:gd name="csX157" fmla="*/ 21020 w 212589"/>
                <a:gd name="csY157" fmla="*/ 127554 h 313868"/>
                <a:gd name="csX158" fmla="*/ 21498 w 212589"/>
                <a:gd name="csY158" fmla="*/ 123254 h 313868"/>
                <a:gd name="csX159" fmla="*/ 23409 w 212589"/>
                <a:gd name="csY159" fmla="*/ 121343 h 313868"/>
                <a:gd name="csX160" fmla="*/ 18631 w 212589"/>
                <a:gd name="csY160" fmla="*/ 116566 h 313868"/>
                <a:gd name="csX161" fmla="*/ 13854 w 212589"/>
                <a:gd name="csY161" fmla="*/ 109878 h 313868"/>
                <a:gd name="csX162" fmla="*/ 15287 w 212589"/>
                <a:gd name="csY162" fmla="*/ 107967 h 313868"/>
                <a:gd name="csX163" fmla="*/ 17198 w 212589"/>
                <a:gd name="csY163" fmla="*/ 107011 h 313868"/>
                <a:gd name="csX164" fmla="*/ 31530 w 212589"/>
                <a:gd name="csY164" fmla="*/ 114177 h 313868"/>
                <a:gd name="csX165" fmla="*/ 32486 w 212589"/>
                <a:gd name="csY165" fmla="*/ 113222 h 313868"/>
                <a:gd name="csX166" fmla="*/ 34396 w 212589"/>
                <a:gd name="csY166" fmla="*/ 109878 h 313868"/>
                <a:gd name="csX167" fmla="*/ 33441 w 212589"/>
                <a:gd name="csY167" fmla="*/ 108445 h 313868"/>
                <a:gd name="csX168" fmla="*/ 31052 w 212589"/>
                <a:gd name="csY168" fmla="*/ 107489 h 313868"/>
                <a:gd name="csX169" fmla="*/ 27708 w 212589"/>
                <a:gd name="csY169" fmla="*/ 107489 h 313868"/>
                <a:gd name="csX170" fmla="*/ 27230 w 212589"/>
                <a:gd name="csY170" fmla="*/ 107011 h 313868"/>
                <a:gd name="csX171" fmla="*/ 25797 w 212589"/>
                <a:gd name="csY171" fmla="*/ 102712 h 313868"/>
                <a:gd name="csX172" fmla="*/ 24842 w 212589"/>
                <a:gd name="csY172" fmla="*/ 97935 h 313868"/>
                <a:gd name="csX173" fmla="*/ 24364 w 212589"/>
                <a:gd name="csY173" fmla="*/ 94590 h 313868"/>
                <a:gd name="csX174" fmla="*/ 23886 w 212589"/>
                <a:gd name="csY174" fmla="*/ 90769 h 313868"/>
                <a:gd name="csX175" fmla="*/ 26275 w 212589"/>
                <a:gd name="csY175" fmla="*/ 84558 h 313868"/>
                <a:gd name="csX176" fmla="*/ 27708 w 212589"/>
                <a:gd name="csY176" fmla="*/ 79303 h 313868"/>
                <a:gd name="csX177" fmla="*/ 25797 w 212589"/>
                <a:gd name="csY177" fmla="*/ 76914 h 313868"/>
                <a:gd name="csX178" fmla="*/ 19587 w 212589"/>
                <a:gd name="csY178" fmla="*/ 76914 h 313868"/>
                <a:gd name="csX179" fmla="*/ 17676 w 212589"/>
                <a:gd name="csY179" fmla="*/ 77870 h 313868"/>
                <a:gd name="csX180" fmla="*/ 18631 w 212589"/>
                <a:gd name="csY180" fmla="*/ 85514 h 313868"/>
                <a:gd name="csX181" fmla="*/ 16721 w 212589"/>
                <a:gd name="csY181" fmla="*/ 90769 h 313868"/>
                <a:gd name="csX182" fmla="*/ 12898 w 212589"/>
                <a:gd name="csY182" fmla="*/ 94590 h 313868"/>
                <a:gd name="csX183" fmla="*/ 10510 w 212589"/>
                <a:gd name="csY183" fmla="*/ 92680 h 313868"/>
                <a:gd name="csX184" fmla="*/ 8599 w 212589"/>
                <a:gd name="csY184" fmla="*/ 82647 h 313868"/>
                <a:gd name="csX185" fmla="*/ 5733 w 212589"/>
                <a:gd name="csY185" fmla="*/ 75959 h 313868"/>
                <a:gd name="csX186" fmla="*/ 4777 w 212589"/>
                <a:gd name="csY186" fmla="*/ 71182 h 313868"/>
                <a:gd name="csX187" fmla="*/ 4299 w 212589"/>
                <a:gd name="csY187" fmla="*/ 64971 h 313868"/>
                <a:gd name="csX188" fmla="*/ 2866 w 212589"/>
                <a:gd name="csY188" fmla="*/ 60194 h 313868"/>
                <a:gd name="csX189" fmla="*/ 955 w 212589"/>
                <a:gd name="csY189" fmla="*/ 54461 h 313868"/>
                <a:gd name="csX190" fmla="*/ 955 w 212589"/>
                <a:gd name="csY190" fmla="*/ 51117 h 313868"/>
                <a:gd name="csX191" fmla="*/ 955 w 212589"/>
                <a:gd name="csY191" fmla="*/ 48251 h 313868"/>
                <a:gd name="csX192" fmla="*/ 2389 w 212589"/>
                <a:gd name="csY192" fmla="*/ 42518 h 313868"/>
                <a:gd name="csX193" fmla="*/ 1433 w 212589"/>
                <a:gd name="csY193" fmla="*/ 37263 h 313868"/>
                <a:gd name="csX194" fmla="*/ 0 w 212589"/>
                <a:gd name="csY194" fmla="*/ 32963 h 313868"/>
                <a:gd name="csX195" fmla="*/ 0 w 212589"/>
                <a:gd name="csY195" fmla="*/ 30575 h 313868"/>
                <a:gd name="csX196" fmla="*/ 1433 w 212589"/>
                <a:gd name="csY196" fmla="*/ 27231 h 313868"/>
                <a:gd name="csX197" fmla="*/ 2389 w 212589"/>
                <a:gd name="csY197" fmla="*/ 26275 h 313868"/>
                <a:gd name="csX198" fmla="*/ 3822 w 212589"/>
                <a:gd name="csY198" fmla="*/ 26275 h 313868"/>
                <a:gd name="csX199" fmla="*/ 7166 w 212589"/>
                <a:gd name="csY199" fmla="*/ 30097 h 313868"/>
                <a:gd name="csX200" fmla="*/ 9555 w 212589"/>
                <a:gd name="csY200" fmla="*/ 34397 h 313868"/>
                <a:gd name="csX201" fmla="*/ 10032 w 212589"/>
                <a:gd name="csY201" fmla="*/ 34397 h 313868"/>
                <a:gd name="csX202" fmla="*/ 11465 w 212589"/>
                <a:gd name="csY202" fmla="*/ 27708 h 313868"/>
                <a:gd name="csX203" fmla="*/ 13376 w 212589"/>
                <a:gd name="csY203" fmla="*/ 26275 h 313868"/>
                <a:gd name="csX204" fmla="*/ 20542 w 212589"/>
                <a:gd name="csY204" fmla="*/ 23886 h 313868"/>
                <a:gd name="csX205" fmla="*/ 28186 w 212589"/>
                <a:gd name="csY205" fmla="*/ 32486 h 313868"/>
                <a:gd name="csX206" fmla="*/ 30097 w 212589"/>
                <a:gd name="csY206" fmla="*/ 34397 h 313868"/>
                <a:gd name="csX207" fmla="*/ 32008 w 212589"/>
                <a:gd name="csY207" fmla="*/ 34874 h 313868"/>
                <a:gd name="csX208" fmla="*/ 31052 w 212589"/>
                <a:gd name="csY208" fmla="*/ 31052 h 313868"/>
                <a:gd name="csX209" fmla="*/ 30575 w 212589"/>
                <a:gd name="csY209" fmla="*/ 26275 h 313868"/>
                <a:gd name="csX210" fmla="*/ 31530 w 212589"/>
                <a:gd name="csY210" fmla="*/ 24364 h 313868"/>
                <a:gd name="csX211" fmla="*/ 38218 w 212589"/>
                <a:gd name="csY211" fmla="*/ 28664 h 313868"/>
                <a:gd name="csX212" fmla="*/ 41085 w 212589"/>
                <a:gd name="csY212" fmla="*/ 28664 h 313868"/>
                <a:gd name="csX213" fmla="*/ 48251 w 212589"/>
                <a:gd name="csY213" fmla="*/ 22931 h 313868"/>
                <a:gd name="csX214" fmla="*/ 59716 w 212589"/>
                <a:gd name="csY214" fmla="*/ 20065 h 313868"/>
                <a:gd name="csX215" fmla="*/ 64016 w 212589"/>
                <a:gd name="csY215" fmla="*/ 24364 h 313868"/>
                <a:gd name="csX216" fmla="*/ 64493 w 212589"/>
                <a:gd name="csY216" fmla="*/ 26753 h 313868"/>
                <a:gd name="csX217" fmla="*/ 64493 w 212589"/>
                <a:gd name="csY217" fmla="*/ 30097 h 313868"/>
                <a:gd name="csX218" fmla="*/ 64016 w 212589"/>
                <a:gd name="csY218" fmla="*/ 31052 h 313868"/>
                <a:gd name="csX219" fmla="*/ 61627 w 212589"/>
                <a:gd name="csY219" fmla="*/ 34874 h 313868"/>
                <a:gd name="csX220" fmla="*/ 46817 w 212589"/>
                <a:gd name="csY220" fmla="*/ 37741 h 313868"/>
                <a:gd name="csX221" fmla="*/ 37263 w 212589"/>
                <a:gd name="csY221" fmla="*/ 49684 h 313868"/>
                <a:gd name="csX222" fmla="*/ 50162 w 212589"/>
                <a:gd name="csY222" fmla="*/ 47773 h 313868"/>
                <a:gd name="csX223" fmla="*/ 52550 w 212589"/>
                <a:gd name="csY223" fmla="*/ 49206 h 313868"/>
                <a:gd name="csX224" fmla="*/ 53505 w 212589"/>
                <a:gd name="csY224" fmla="*/ 58283 h 313868"/>
                <a:gd name="csX225" fmla="*/ 54461 w 212589"/>
                <a:gd name="csY225" fmla="*/ 59238 h 313868"/>
                <a:gd name="csX226" fmla="*/ 57805 w 212589"/>
                <a:gd name="csY226" fmla="*/ 60672 h 313868"/>
                <a:gd name="csX227" fmla="*/ 60194 w 212589"/>
                <a:gd name="csY227" fmla="*/ 63538 h 313868"/>
                <a:gd name="csX228" fmla="*/ 62582 w 212589"/>
                <a:gd name="csY228" fmla="*/ 68793 h 313868"/>
                <a:gd name="csX229" fmla="*/ 64971 w 212589"/>
                <a:gd name="csY229" fmla="*/ 72137 h 313868"/>
                <a:gd name="csX230" fmla="*/ 66404 w 212589"/>
                <a:gd name="csY230" fmla="*/ 72137 h 313868"/>
                <a:gd name="csX231" fmla="*/ 66882 w 212589"/>
                <a:gd name="csY231" fmla="*/ 68315 h 313868"/>
                <a:gd name="csX232" fmla="*/ 66404 w 212589"/>
                <a:gd name="csY232" fmla="*/ 63538 h 313868"/>
                <a:gd name="csX233" fmla="*/ 65927 w 212589"/>
                <a:gd name="csY233" fmla="*/ 58283 h 313868"/>
                <a:gd name="csX234" fmla="*/ 66404 w 212589"/>
                <a:gd name="csY234" fmla="*/ 52550 h 313868"/>
                <a:gd name="csX235" fmla="*/ 66882 w 212589"/>
                <a:gd name="csY235" fmla="*/ 47773 h 313868"/>
                <a:gd name="csX236" fmla="*/ 69271 w 212589"/>
                <a:gd name="csY236" fmla="*/ 44429 h 313868"/>
                <a:gd name="csX237" fmla="*/ 73570 w 212589"/>
                <a:gd name="csY237" fmla="*/ 33441 h 313868"/>
                <a:gd name="csX238" fmla="*/ 77870 w 212589"/>
                <a:gd name="csY238" fmla="*/ 26275 h 313868"/>
                <a:gd name="csX239" fmla="*/ 82169 w 212589"/>
                <a:gd name="csY239" fmla="*/ 29619 h 313868"/>
                <a:gd name="csX240" fmla="*/ 86947 w 212589"/>
                <a:gd name="csY240" fmla="*/ 38696 h 313868"/>
                <a:gd name="csX241" fmla="*/ 90769 w 212589"/>
                <a:gd name="csY241" fmla="*/ 52073 h 313868"/>
                <a:gd name="csX242" fmla="*/ 94590 w 212589"/>
                <a:gd name="csY242" fmla="*/ 65927 h 313868"/>
                <a:gd name="csX243" fmla="*/ 98890 w 212589"/>
                <a:gd name="csY243" fmla="*/ 82647 h 313868"/>
                <a:gd name="csX244" fmla="*/ 100801 w 212589"/>
                <a:gd name="csY244" fmla="*/ 88380 h 313868"/>
                <a:gd name="csX245" fmla="*/ 102712 w 212589"/>
                <a:gd name="csY245" fmla="*/ 89813 h 313868"/>
                <a:gd name="csX246" fmla="*/ 111311 w 212589"/>
                <a:gd name="csY246" fmla="*/ 107011 h 313868"/>
                <a:gd name="csX247" fmla="*/ 112266 w 212589"/>
                <a:gd name="csY247" fmla="*/ 107489 h 313868"/>
                <a:gd name="csX248" fmla="*/ 110355 w 212589"/>
                <a:gd name="csY248" fmla="*/ 94590 h 313868"/>
                <a:gd name="csX249" fmla="*/ 106056 w 212589"/>
                <a:gd name="csY249" fmla="*/ 72137 h 313868"/>
                <a:gd name="csX250" fmla="*/ 103189 w 212589"/>
                <a:gd name="csY250" fmla="*/ 54461 h 313868"/>
                <a:gd name="csX251" fmla="*/ 102234 w 212589"/>
                <a:gd name="csY251" fmla="*/ 47773 h 313868"/>
                <a:gd name="csX252" fmla="*/ 101756 w 212589"/>
                <a:gd name="csY252" fmla="*/ 38218 h 313868"/>
                <a:gd name="csX253" fmla="*/ 102234 w 212589"/>
                <a:gd name="csY253" fmla="*/ 35352 h 313868"/>
                <a:gd name="csX254" fmla="*/ 102234 w 212589"/>
                <a:gd name="csY254" fmla="*/ 32963 h 313868"/>
                <a:gd name="csX255" fmla="*/ 104623 w 212589"/>
                <a:gd name="csY255" fmla="*/ 22453 h 313868"/>
                <a:gd name="csX256" fmla="*/ 107489 w 212589"/>
                <a:gd name="csY256" fmla="*/ 17198 h 313868"/>
                <a:gd name="csX257" fmla="*/ 106534 w 212589"/>
                <a:gd name="csY257" fmla="*/ 10032 h 313868"/>
                <a:gd name="csX258" fmla="*/ 107489 w 212589"/>
                <a:gd name="csY258" fmla="*/ 4777 h 313868"/>
                <a:gd name="csX259" fmla="*/ 110355 w 212589"/>
                <a:gd name="csY259" fmla="*/ 0 h 313868"/>
                <a:gd name="csX260" fmla="*/ 113222 w 212589"/>
                <a:gd name="csY260" fmla="*/ 0 h 313868"/>
                <a:gd name="csX261" fmla="*/ 116088 w 212589"/>
                <a:gd name="csY261" fmla="*/ 3344 h 313868"/>
                <a:gd name="csX262" fmla="*/ 120865 w 212589"/>
                <a:gd name="csY262" fmla="*/ 15287 h 313868"/>
                <a:gd name="csX263" fmla="*/ 122299 w 212589"/>
                <a:gd name="csY263" fmla="*/ 15287 h 313868"/>
                <a:gd name="csX264" fmla="*/ 123254 w 212589"/>
                <a:gd name="csY264" fmla="*/ 14332 h 313868"/>
                <a:gd name="csX265" fmla="*/ 123732 w 212589"/>
                <a:gd name="csY265" fmla="*/ 11466 h 313868"/>
                <a:gd name="csX266" fmla="*/ 124687 w 212589"/>
                <a:gd name="csY266" fmla="*/ 9555 h 313868"/>
                <a:gd name="csX267" fmla="*/ 129942 w 212589"/>
                <a:gd name="csY267" fmla="*/ 11466 h 313868"/>
                <a:gd name="csX268" fmla="*/ 136631 w 212589"/>
                <a:gd name="csY268" fmla="*/ 17198 h 313868"/>
                <a:gd name="csX269" fmla="*/ 139019 w 212589"/>
                <a:gd name="csY269" fmla="*/ 20065 h 313868"/>
                <a:gd name="csX270" fmla="*/ 141885 w 212589"/>
                <a:gd name="csY270" fmla="*/ 26275 h 313868"/>
                <a:gd name="csX271" fmla="*/ 144274 w 212589"/>
                <a:gd name="csY271" fmla="*/ 35830 h 313868"/>
                <a:gd name="csX272" fmla="*/ 142363 w 212589"/>
                <a:gd name="csY272" fmla="*/ 42996 h 313868"/>
                <a:gd name="csX273" fmla="*/ 139975 w 212589"/>
                <a:gd name="csY273" fmla="*/ 49684 h 313868"/>
                <a:gd name="csX274" fmla="*/ 139019 w 212589"/>
                <a:gd name="csY274" fmla="*/ 53028 h 313868"/>
                <a:gd name="csX275" fmla="*/ 139975 w 212589"/>
                <a:gd name="csY275" fmla="*/ 58283 h 313868"/>
                <a:gd name="csX276" fmla="*/ 139497 w 212589"/>
                <a:gd name="csY276" fmla="*/ 63538 h 313868"/>
                <a:gd name="csX277" fmla="*/ 138542 w 212589"/>
                <a:gd name="csY277" fmla="*/ 67838 h 313868"/>
                <a:gd name="csX278" fmla="*/ 142363 w 212589"/>
                <a:gd name="csY278" fmla="*/ 62583 h 313868"/>
                <a:gd name="csX279" fmla="*/ 150485 w 212589"/>
                <a:gd name="csY279" fmla="*/ 46340 h 313868"/>
                <a:gd name="csX280" fmla="*/ 151918 w 212589"/>
                <a:gd name="csY280" fmla="*/ 45384 h 313868"/>
                <a:gd name="csX281" fmla="*/ 152873 w 212589"/>
                <a:gd name="csY281" fmla="*/ 45862 h 313868"/>
                <a:gd name="csX282" fmla="*/ 156695 w 212589"/>
                <a:gd name="csY282" fmla="*/ 49206 h 313868"/>
                <a:gd name="csX283" fmla="*/ 160039 w 212589"/>
                <a:gd name="csY283" fmla="*/ 57805 h 313868"/>
                <a:gd name="csX284" fmla="*/ 160517 w 212589"/>
                <a:gd name="csY284" fmla="*/ 60672 h 313868"/>
                <a:gd name="csX285" fmla="*/ 161472 w 212589"/>
                <a:gd name="csY285" fmla="*/ 63538 h 313868"/>
                <a:gd name="csX286" fmla="*/ 161472 w 212589"/>
                <a:gd name="csY286" fmla="*/ 67838 h 313868"/>
                <a:gd name="csX287" fmla="*/ 161472 w 212589"/>
                <a:gd name="csY287" fmla="*/ 72615 h 313868"/>
                <a:gd name="csX288" fmla="*/ 160995 w 212589"/>
                <a:gd name="csY288" fmla="*/ 75959 h 313868"/>
                <a:gd name="csX289" fmla="*/ 159561 w 212589"/>
                <a:gd name="csY289" fmla="*/ 77870 h 313868"/>
                <a:gd name="csX290" fmla="*/ 158606 w 212589"/>
                <a:gd name="csY290" fmla="*/ 80259 h 313868"/>
                <a:gd name="csX291" fmla="*/ 160517 w 212589"/>
                <a:gd name="csY291" fmla="*/ 80259 h 313868"/>
                <a:gd name="csX292" fmla="*/ 162428 w 212589"/>
                <a:gd name="csY292" fmla="*/ 82647 h 313868"/>
                <a:gd name="csX293" fmla="*/ 164339 w 212589"/>
                <a:gd name="csY293" fmla="*/ 87902 h 313868"/>
                <a:gd name="csX294" fmla="*/ 166727 w 212589"/>
                <a:gd name="csY294" fmla="*/ 90291 h 313868"/>
                <a:gd name="csX295" fmla="*/ 174849 w 212589"/>
                <a:gd name="csY295" fmla="*/ 88380 h 313868"/>
                <a:gd name="csX296" fmla="*/ 180104 w 212589"/>
                <a:gd name="csY296" fmla="*/ 91246 h 313868"/>
                <a:gd name="csX297" fmla="*/ 182970 w 212589"/>
                <a:gd name="csY297" fmla="*/ 99846 h 313868"/>
                <a:gd name="csX298" fmla="*/ 187270 w 212589"/>
                <a:gd name="csY298" fmla="*/ 97935 h 313868"/>
                <a:gd name="csX299" fmla="*/ 187270 w 212589"/>
                <a:gd name="csY299" fmla="*/ 93157 h 313868"/>
                <a:gd name="csX300" fmla="*/ 188225 w 212589"/>
                <a:gd name="csY300" fmla="*/ 91246 h 313868"/>
                <a:gd name="csX301" fmla="*/ 193958 w 212589"/>
                <a:gd name="csY301" fmla="*/ 92680 h 313868"/>
                <a:gd name="csX302" fmla="*/ 196824 w 212589"/>
                <a:gd name="csY302" fmla="*/ 95068 h 313868"/>
                <a:gd name="csX303" fmla="*/ 200168 w 212589"/>
                <a:gd name="csY303" fmla="*/ 99368 h 313868"/>
                <a:gd name="csX304" fmla="*/ 194914 w 212589"/>
                <a:gd name="csY304" fmla="*/ 107011 h 313868"/>
                <a:gd name="csX305" fmla="*/ 199213 w 212589"/>
                <a:gd name="csY305" fmla="*/ 114177 h 313868"/>
                <a:gd name="csX306" fmla="*/ 206379 w 212589"/>
                <a:gd name="csY306" fmla="*/ 119432 h 313868"/>
                <a:gd name="csX307" fmla="*/ 210679 w 212589"/>
                <a:gd name="csY307" fmla="*/ 124687 h 313868"/>
                <a:gd name="csX308" fmla="*/ 211634 w 212589"/>
                <a:gd name="csY308" fmla="*/ 126598 h 313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</a:cxnLst>
              <a:rect l="l" t="t" r="r" b="b"/>
              <a:pathLst>
                <a:path w="212589" h="313868">
                  <a:moveTo>
                    <a:pt x="211634" y="126598"/>
                  </a:moveTo>
                  <a:lnTo>
                    <a:pt x="212590" y="129942"/>
                  </a:lnTo>
                  <a:lnTo>
                    <a:pt x="209723" y="133287"/>
                  </a:lnTo>
                  <a:lnTo>
                    <a:pt x="206379" y="135675"/>
                  </a:lnTo>
                  <a:lnTo>
                    <a:pt x="199213" y="136153"/>
                  </a:lnTo>
                  <a:lnTo>
                    <a:pt x="192525" y="138542"/>
                  </a:lnTo>
                  <a:lnTo>
                    <a:pt x="180104" y="140453"/>
                  </a:lnTo>
                  <a:lnTo>
                    <a:pt x="178671" y="141886"/>
                  </a:lnTo>
                  <a:lnTo>
                    <a:pt x="178193" y="142841"/>
                  </a:lnTo>
                  <a:lnTo>
                    <a:pt x="177238" y="146185"/>
                  </a:lnTo>
                  <a:lnTo>
                    <a:pt x="172460" y="153829"/>
                  </a:lnTo>
                  <a:lnTo>
                    <a:pt x="168161" y="162906"/>
                  </a:lnTo>
                  <a:lnTo>
                    <a:pt x="166250" y="168161"/>
                  </a:lnTo>
                  <a:lnTo>
                    <a:pt x="164817" y="175804"/>
                  </a:lnTo>
                  <a:lnTo>
                    <a:pt x="164339" y="180582"/>
                  </a:lnTo>
                  <a:lnTo>
                    <a:pt x="165294" y="184881"/>
                  </a:lnTo>
                  <a:lnTo>
                    <a:pt x="164817" y="189181"/>
                  </a:lnTo>
                  <a:lnTo>
                    <a:pt x="161472" y="193003"/>
                  </a:lnTo>
                  <a:lnTo>
                    <a:pt x="159561" y="193003"/>
                  </a:lnTo>
                  <a:lnTo>
                    <a:pt x="156695" y="192525"/>
                  </a:lnTo>
                  <a:lnTo>
                    <a:pt x="153829" y="194436"/>
                  </a:lnTo>
                  <a:lnTo>
                    <a:pt x="153829" y="197302"/>
                  </a:lnTo>
                  <a:lnTo>
                    <a:pt x="153829" y="201602"/>
                  </a:lnTo>
                  <a:lnTo>
                    <a:pt x="153351" y="214501"/>
                  </a:lnTo>
                  <a:lnTo>
                    <a:pt x="152396" y="224055"/>
                  </a:lnTo>
                  <a:lnTo>
                    <a:pt x="150962" y="232654"/>
                  </a:lnTo>
                  <a:lnTo>
                    <a:pt x="149529" y="237432"/>
                  </a:lnTo>
                  <a:lnTo>
                    <a:pt x="148096" y="238865"/>
                  </a:lnTo>
                  <a:lnTo>
                    <a:pt x="142363" y="239820"/>
                  </a:lnTo>
                  <a:lnTo>
                    <a:pt x="137586" y="247942"/>
                  </a:lnTo>
                  <a:lnTo>
                    <a:pt x="134242" y="262274"/>
                  </a:lnTo>
                  <a:lnTo>
                    <a:pt x="132331" y="268006"/>
                  </a:lnTo>
                  <a:lnTo>
                    <a:pt x="128509" y="276605"/>
                  </a:lnTo>
                  <a:lnTo>
                    <a:pt x="128987" y="279949"/>
                  </a:lnTo>
                  <a:lnTo>
                    <a:pt x="130420" y="283294"/>
                  </a:lnTo>
                  <a:lnTo>
                    <a:pt x="128031" y="289026"/>
                  </a:lnTo>
                  <a:lnTo>
                    <a:pt x="125165" y="295715"/>
                  </a:lnTo>
                  <a:lnTo>
                    <a:pt x="125165" y="298103"/>
                  </a:lnTo>
                  <a:lnTo>
                    <a:pt x="126120" y="302881"/>
                  </a:lnTo>
                  <a:lnTo>
                    <a:pt x="126598" y="307658"/>
                  </a:lnTo>
                  <a:lnTo>
                    <a:pt x="124210" y="311957"/>
                  </a:lnTo>
                  <a:lnTo>
                    <a:pt x="119432" y="313868"/>
                  </a:lnTo>
                  <a:lnTo>
                    <a:pt x="114655" y="311957"/>
                  </a:lnTo>
                  <a:lnTo>
                    <a:pt x="112266" y="309091"/>
                  </a:lnTo>
                  <a:lnTo>
                    <a:pt x="110355" y="304314"/>
                  </a:lnTo>
                  <a:lnTo>
                    <a:pt x="107967" y="301447"/>
                  </a:lnTo>
                  <a:lnTo>
                    <a:pt x="105578" y="299536"/>
                  </a:lnTo>
                  <a:lnTo>
                    <a:pt x="96501" y="289504"/>
                  </a:lnTo>
                  <a:lnTo>
                    <a:pt x="88380" y="273739"/>
                  </a:lnTo>
                  <a:lnTo>
                    <a:pt x="80736" y="267529"/>
                  </a:lnTo>
                  <a:lnTo>
                    <a:pt x="75481" y="264184"/>
                  </a:lnTo>
                  <a:lnTo>
                    <a:pt x="73093" y="261318"/>
                  </a:lnTo>
                  <a:lnTo>
                    <a:pt x="70704" y="257496"/>
                  </a:lnTo>
                  <a:lnTo>
                    <a:pt x="68793" y="253197"/>
                  </a:lnTo>
                  <a:lnTo>
                    <a:pt x="66882" y="247464"/>
                  </a:lnTo>
                  <a:lnTo>
                    <a:pt x="65927" y="244120"/>
                  </a:lnTo>
                  <a:lnTo>
                    <a:pt x="65927" y="238865"/>
                  </a:lnTo>
                  <a:lnTo>
                    <a:pt x="66404" y="235521"/>
                  </a:lnTo>
                  <a:lnTo>
                    <a:pt x="67360" y="234087"/>
                  </a:lnTo>
                  <a:lnTo>
                    <a:pt x="73570" y="232654"/>
                  </a:lnTo>
                  <a:lnTo>
                    <a:pt x="75481" y="233610"/>
                  </a:lnTo>
                  <a:lnTo>
                    <a:pt x="77870" y="235998"/>
                  </a:lnTo>
                  <a:lnTo>
                    <a:pt x="79781" y="237432"/>
                  </a:lnTo>
                  <a:lnTo>
                    <a:pt x="84080" y="223577"/>
                  </a:lnTo>
                  <a:lnTo>
                    <a:pt x="109400" y="215456"/>
                  </a:lnTo>
                  <a:lnTo>
                    <a:pt x="117999" y="214023"/>
                  </a:lnTo>
                  <a:lnTo>
                    <a:pt x="126120" y="214023"/>
                  </a:lnTo>
                  <a:lnTo>
                    <a:pt x="124687" y="210201"/>
                  </a:lnTo>
                  <a:lnTo>
                    <a:pt x="123732" y="205424"/>
                  </a:lnTo>
                  <a:lnTo>
                    <a:pt x="122299" y="204468"/>
                  </a:lnTo>
                  <a:lnTo>
                    <a:pt x="116088" y="206857"/>
                  </a:lnTo>
                  <a:lnTo>
                    <a:pt x="106534" y="209723"/>
                  </a:lnTo>
                  <a:lnTo>
                    <a:pt x="102234" y="209723"/>
                  </a:lnTo>
                  <a:lnTo>
                    <a:pt x="97457" y="207812"/>
                  </a:lnTo>
                  <a:lnTo>
                    <a:pt x="92679" y="208768"/>
                  </a:lnTo>
                  <a:lnTo>
                    <a:pt x="87424" y="213067"/>
                  </a:lnTo>
                  <a:lnTo>
                    <a:pt x="82647" y="215934"/>
                  </a:lnTo>
                  <a:lnTo>
                    <a:pt x="77870" y="216889"/>
                  </a:lnTo>
                  <a:lnTo>
                    <a:pt x="67837" y="216411"/>
                  </a:lnTo>
                  <a:lnTo>
                    <a:pt x="64971" y="214023"/>
                  </a:lnTo>
                  <a:lnTo>
                    <a:pt x="61627" y="209246"/>
                  </a:lnTo>
                  <a:lnTo>
                    <a:pt x="61149" y="206857"/>
                  </a:lnTo>
                  <a:lnTo>
                    <a:pt x="60194" y="203513"/>
                  </a:lnTo>
                  <a:lnTo>
                    <a:pt x="59716" y="193958"/>
                  </a:lnTo>
                  <a:lnTo>
                    <a:pt x="60194" y="191570"/>
                  </a:lnTo>
                  <a:lnTo>
                    <a:pt x="61149" y="190136"/>
                  </a:lnTo>
                  <a:lnTo>
                    <a:pt x="62582" y="189181"/>
                  </a:lnTo>
                  <a:lnTo>
                    <a:pt x="64493" y="189181"/>
                  </a:lnTo>
                  <a:lnTo>
                    <a:pt x="66882" y="190614"/>
                  </a:lnTo>
                  <a:lnTo>
                    <a:pt x="72137" y="195869"/>
                  </a:lnTo>
                  <a:lnTo>
                    <a:pt x="70704" y="190136"/>
                  </a:lnTo>
                  <a:lnTo>
                    <a:pt x="85513" y="183448"/>
                  </a:lnTo>
                  <a:lnTo>
                    <a:pt x="92679" y="177238"/>
                  </a:lnTo>
                  <a:lnTo>
                    <a:pt x="96024" y="175804"/>
                  </a:lnTo>
                  <a:lnTo>
                    <a:pt x="99368" y="176282"/>
                  </a:lnTo>
                  <a:lnTo>
                    <a:pt x="98890" y="172938"/>
                  </a:lnTo>
                  <a:lnTo>
                    <a:pt x="98890" y="170072"/>
                  </a:lnTo>
                  <a:lnTo>
                    <a:pt x="101278" y="167683"/>
                  </a:lnTo>
                  <a:lnTo>
                    <a:pt x="103189" y="166250"/>
                  </a:lnTo>
                  <a:lnTo>
                    <a:pt x="108444" y="165294"/>
                  </a:lnTo>
                  <a:lnTo>
                    <a:pt x="120865" y="165294"/>
                  </a:lnTo>
                  <a:lnTo>
                    <a:pt x="125643" y="163861"/>
                  </a:lnTo>
                  <a:lnTo>
                    <a:pt x="128987" y="159562"/>
                  </a:lnTo>
                  <a:lnTo>
                    <a:pt x="125165" y="160995"/>
                  </a:lnTo>
                  <a:lnTo>
                    <a:pt x="121821" y="160995"/>
                  </a:lnTo>
                  <a:lnTo>
                    <a:pt x="119910" y="160039"/>
                  </a:lnTo>
                  <a:lnTo>
                    <a:pt x="116088" y="156695"/>
                  </a:lnTo>
                  <a:lnTo>
                    <a:pt x="114177" y="151440"/>
                  </a:lnTo>
                  <a:lnTo>
                    <a:pt x="119432" y="141408"/>
                  </a:lnTo>
                  <a:lnTo>
                    <a:pt x="120865" y="136631"/>
                  </a:lnTo>
                  <a:lnTo>
                    <a:pt x="116088" y="137586"/>
                  </a:lnTo>
                  <a:lnTo>
                    <a:pt x="114177" y="139019"/>
                  </a:lnTo>
                  <a:lnTo>
                    <a:pt x="108444" y="148574"/>
                  </a:lnTo>
                  <a:lnTo>
                    <a:pt x="104623" y="152396"/>
                  </a:lnTo>
                  <a:lnTo>
                    <a:pt x="99368" y="154307"/>
                  </a:lnTo>
                  <a:lnTo>
                    <a:pt x="94112" y="154307"/>
                  </a:lnTo>
                  <a:lnTo>
                    <a:pt x="92679" y="152873"/>
                  </a:lnTo>
                  <a:lnTo>
                    <a:pt x="91246" y="146663"/>
                  </a:lnTo>
                  <a:lnTo>
                    <a:pt x="90769" y="143797"/>
                  </a:lnTo>
                  <a:lnTo>
                    <a:pt x="90769" y="141886"/>
                  </a:lnTo>
                  <a:lnTo>
                    <a:pt x="92679" y="137108"/>
                  </a:lnTo>
                  <a:lnTo>
                    <a:pt x="93635" y="131376"/>
                  </a:lnTo>
                  <a:lnTo>
                    <a:pt x="93157" y="126598"/>
                  </a:lnTo>
                  <a:lnTo>
                    <a:pt x="92202" y="126121"/>
                  </a:lnTo>
                  <a:lnTo>
                    <a:pt x="90291" y="130420"/>
                  </a:lnTo>
                  <a:lnTo>
                    <a:pt x="88380" y="136631"/>
                  </a:lnTo>
                  <a:lnTo>
                    <a:pt x="85991" y="139975"/>
                  </a:lnTo>
                  <a:lnTo>
                    <a:pt x="83603" y="139019"/>
                  </a:lnTo>
                  <a:lnTo>
                    <a:pt x="82647" y="136631"/>
                  </a:lnTo>
                  <a:lnTo>
                    <a:pt x="81692" y="132809"/>
                  </a:lnTo>
                  <a:lnTo>
                    <a:pt x="80736" y="131376"/>
                  </a:lnTo>
                  <a:lnTo>
                    <a:pt x="79781" y="131376"/>
                  </a:lnTo>
                  <a:lnTo>
                    <a:pt x="77392" y="132809"/>
                  </a:lnTo>
                  <a:lnTo>
                    <a:pt x="75003" y="135675"/>
                  </a:lnTo>
                  <a:lnTo>
                    <a:pt x="75959" y="139975"/>
                  </a:lnTo>
                  <a:lnTo>
                    <a:pt x="75959" y="144274"/>
                  </a:lnTo>
                  <a:lnTo>
                    <a:pt x="75003" y="148096"/>
                  </a:lnTo>
                  <a:lnTo>
                    <a:pt x="74526" y="152396"/>
                  </a:lnTo>
                  <a:lnTo>
                    <a:pt x="76437" y="155262"/>
                  </a:lnTo>
                  <a:lnTo>
                    <a:pt x="78347" y="159562"/>
                  </a:lnTo>
                  <a:lnTo>
                    <a:pt x="75959" y="161473"/>
                  </a:lnTo>
                  <a:lnTo>
                    <a:pt x="73093" y="164339"/>
                  </a:lnTo>
                  <a:lnTo>
                    <a:pt x="70704" y="169116"/>
                  </a:lnTo>
                  <a:lnTo>
                    <a:pt x="67837" y="172460"/>
                  </a:lnTo>
                  <a:lnTo>
                    <a:pt x="64016" y="172938"/>
                  </a:lnTo>
                  <a:lnTo>
                    <a:pt x="59238" y="174849"/>
                  </a:lnTo>
                  <a:lnTo>
                    <a:pt x="49206" y="175327"/>
                  </a:lnTo>
                  <a:lnTo>
                    <a:pt x="44429" y="170072"/>
                  </a:lnTo>
                  <a:lnTo>
                    <a:pt x="43473" y="167205"/>
                  </a:lnTo>
                  <a:lnTo>
                    <a:pt x="42518" y="165294"/>
                  </a:lnTo>
                  <a:lnTo>
                    <a:pt x="39174" y="162428"/>
                  </a:lnTo>
                  <a:lnTo>
                    <a:pt x="34874" y="153351"/>
                  </a:lnTo>
                  <a:lnTo>
                    <a:pt x="31052" y="143319"/>
                  </a:lnTo>
                  <a:lnTo>
                    <a:pt x="29141" y="142363"/>
                  </a:lnTo>
                  <a:lnTo>
                    <a:pt x="25320" y="139019"/>
                  </a:lnTo>
                  <a:lnTo>
                    <a:pt x="23409" y="135675"/>
                  </a:lnTo>
                  <a:lnTo>
                    <a:pt x="21498" y="131853"/>
                  </a:lnTo>
                  <a:lnTo>
                    <a:pt x="21020" y="127554"/>
                  </a:lnTo>
                  <a:lnTo>
                    <a:pt x="21498" y="123254"/>
                  </a:lnTo>
                  <a:lnTo>
                    <a:pt x="23409" y="121343"/>
                  </a:lnTo>
                  <a:lnTo>
                    <a:pt x="18631" y="116566"/>
                  </a:lnTo>
                  <a:lnTo>
                    <a:pt x="13854" y="109878"/>
                  </a:lnTo>
                  <a:lnTo>
                    <a:pt x="15287" y="107967"/>
                  </a:lnTo>
                  <a:lnTo>
                    <a:pt x="17198" y="107011"/>
                  </a:lnTo>
                  <a:lnTo>
                    <a:pt x="31530" y="114177"/>
                  </a:lnTo>
                  <a:lnTo>
                    <a:pt x="32486" y="113222"/>
                  </a:lnTo>
                  <a:lnTo>
                    <a:pt x="34396" y="109878"/>
                  </a:lnTo>
                  <a:lnTo>
                    <a:pt x="33441" y="108445"/>
                  </a:lnTo>
                  <a:lnTo>
                    <a:pt x="31052" y="107489"/>
                  </a:lnTo>
                  <a:lnTo>
                    <a:pt x="27708" y="107489"/>
                  </a:lnTo>
                  <a:lnTo>
                    <a:pt x="27230" y="107011"/>
                  </a:lnTo>
                  <a:lnTo>
                    <a:pt x="25797" y="102712"/>
                  </a:lnTo>
                  <a:lnTo>
                    <a:pt x="24842" y="97935"/>
                  </a:lnTo>
                  <a:lnTo>
                    <a:pt x="24364" y="94590"/>
                  </a:lnTo>
                  <a:lnTo>
                    <a:pt x="23886" y="90769"/>
                  </a:lnTo>
                  <a:lnTo>
                    <a:pt x="26275" y="84558"/>
                  </a:lnTo>
                  <a:lnTo>
                    <a:pt x="27708" y="79303"/>
                  </a:lnTo>
                  <a:lnTo>
                    <a:pt x="25797" y="76914"/>
                  </a:lnTo>
                  <a:lnTo>
                    <a:pt x="19587" y="76914"/>
                  </a:lnTo>
                  <a:lnTo>
                    <a:pt x="17676" y="77870"/>
                  </a:lnTo>
                  <a:lnTo>
                    <a:pt x="18631" y="85514"/>
                  </a:lnTo>
                  <a:lnTo>
                    <a:pt x="16721" y="90769"/>
                  </a:lnTo>
                  <a:lnTo>
                    <a:pt x="12898" y="94590"/>
                  </a:lnTo>
                  <a:lnTo>
                    <a:pt x="10510" y="92680"/>
                  </a:lnTo>
                  <a:lnTo>
                    <a:pt x="8599" y="82647"/>
                  </a:lnTo>
                  <a:lnTo>
                    <a:pt x="5733" y="75959"/>
                  </a:lnTo>
                  <a:lnTo>
                    <a:pt x="4777" y="71182"/>
                  </a:lnTo>
                  <a:lnTo>
                    <a:pt x="4299" y="64971"/>
                  </a:lnTo>
                  <a:lnTo>
                    <a:pt x="2866" y="60194"/>
                  </a:lnTo>
                  <a:lnTo>
                    <a:pt x="955" y="54461"/>
                  </a:lnTo>
                  <a:lnTo>
                    <a:pt x="955" y="51117"/>
                  </a:lnTo>
                  <a:lnTo>
                    <a:pt x="955" y="48251"/>
                  </a:lnTo>
                  <a:lnTo>
                    <a:pt x="2389" y="42518"/>
                  </a:lnTo>
                  <a:lnTo>
                    <a:pt x="1433" y="37263"/>
                  </a:lnTo>
                  <a:lnTo>
                    <a:pt x="0" y="32963"/>
                  </a:lnTo>
                  <a:lnTo>
                    <a:pt x="0" y="30575"/>
                  </a:lnTo>
                  <a:lnTo>
                    <a:pt x="1433" y="27231"/>
                  </a:lnTo>
                  <a:lnTo>
                    <a:pt x="2389" y="26275"/>
                  </a:lnTo>
                  <a:lnTo>
                    <a:pt x="3822" y="26275"/>
                  </a:lnTo>
                  <a:lnTo>
                    <a:pt x="7166" y="30097"/>
                  </a:lnTo>
                  <a:lnTo>
                    <a:pt x="9555" y="34397"/>
                  </a:lnTo>
                  <a:lnTo>
                    <a:pt x="10032" y="34397"/>
                  </a:lnTo>
                  <a:lnTo>
                    <a:pt x="11465" y="27708"/>
                  </a:lnTo>
                  <a:lnTo>
                    <a:pt x="13376" y="26275"/>
                  </a:lnTo>
                  <a:lnTo>
                    <a:pt x="20542" y="23886"/>
                  </a:lnTo>
                  <a:lnTo>
                    <a:pt x="28186" y="32486"/>
                  </a:lnTo>
                  <a:lnTo>
                    <a:pt x="30097" y="34397"/>
                  </a:lnTo>
                  <a:lnTo>
                    <a:pt x="32008" y="34874"/>
                  </a:lnTo>
                  <a:lnTo>
                    <a:pt x="31052" y="31052"/>
                  </a:lnTo>
                  <a:lnTo>
                    <a:pt x="30575" y="26275"/>
                  </a:lnTo>
                  <a:lnTo>
                    <a:pt x="31530" y="24364"/>
                  </a:lnTo>
                  <a:lnTo>
                    <a:pt x="38218" y="28664"/>
                  </a:lnTo>
                  <a:lnTo>
                    <a:pt x="41085" y="28664"/>
                  </a:lnTo>
                  <a:lnTo>
                    <a:pt x="48251" y="22931"/>
                  </a:lnTo>
                  <a:lnTo>
                    <a:pt x="59716" y="20065"/>
                  </a:lnTo>
                  <a:lnTo>
                    <a:pt x="64016" y="24364"/>
                  </a:lnTo>
                  <a:lnTo>
                    <a:pt x="64493" y="26753"/>
                  </a:lnTo>
                  <a:lnTo>
                    <a:pt x="64493" y="30097"/>
                  </a:lnTo>
                  <a:lnTo>
                    <a:pt x="64016" y="31052"/>
                  </a:lnTo>
                  <a:lnTo>
                    <a:pt x="61627" y="34874"/>
                  </a:lnTo>
                  <a:lnTo>
                    <a:pt x="46817" y="37741"/>
                  </a:lnTo>
                  <a:lnTo>
                    <a:pt x="37263" y="49684"/>
                  </a:lnTo>
                  <a:lnTo>
                    <a:pt x="50162" y="47773"/>
                  </a:lnTo>
                  <a:lnTo>
                    <a:pt x="52550" y="49206"/>
                  </a:lnTo>
                  <a:lnTo>
                    <a:pt x="53505" y="58283"/>
                  </a:lnTo>
                  <a:lnTo>
                    <a:pt x="54461" y="59238"/>
                  </a:lnTo>
                  <a:lnTo>
                    <a:pt x="57805" y="60672"/>
                  </a:lnTo>
                  <a:lnTo>
                    <a:pt x="60194" y="63538"/>
                  </a:lnTo>
                  <a:lnTo>
                    <a:pt x="62582" y="68793"/>
                  </a:lnTo>
                  <a:lnTo>
                    <a:pt x="64971" y="72137"/>
                  </a:lnTo>
                  <a:lnTo>
                    <a:pt x="66404" y="72137"/>
                  </a:lnTo>
                  <a:lnTo>
                    <a:pt x="66882" y="68315"/>
                  </a:lnTo>
                  <a:lnTo>
                    <a:pt x="66404" y="63538"/>
                  </a:lnTo>
                  <a:lnTo>
                    <a:pt x="65927" y="58283"/>
                  </a:lnTo>
                  <a:lnTo>
                    <a:pt x="66404" y="52550"/>
                  </a:lnTo>
                  <a:lnTo>
                    <a:pt x="66882" y="47773"/>
                  </a:lnTo>
                  <a:lnTo>
                    <a:pt x="69271" y="44429"/>
                  </a:lnTo>
                  <a:lnTo>
                    <a:pt x="73570" y="33441"/>
                  </a:lnTo>
                  <a:lnTo>
                    <a:pt x="77870" y="26275"/>
                  </a:lnTo>
                  <a:lnTo>
                    <a:pt x="82169" y="29619"/>
                  </a:lnTo>
                  <a:lnTo>
                    <a:pt x="86947" y="38696"/>
                  </a:lnTo>
                  <a:lnTo>
                    <a:pt x="90769" y="52073"/>
                  </a:lnTo>
                  <a:lnTo>
                    <a:pt x="94590" y="65927"/>
                  </a:lnTo>
                  <a:lnTo>
                    <a:pt x="98890" y="82647"/>
                  </a:lnTo>
                  <a:lnTo>
                    <a:pt x="100801" y="88380"/>
                  </a:lnTo>
                  <a:lnTo>
                    <a:pt x="102712" y="89813"/>
                  </a:lnTo>
                  <a:lnTo>
                    <a:pt x="111311" y="107011"/>
                  </a:lnTo>
                  <a:lnTo>
                    <a:pt x="112266" y="107489"/>
                  </a:lnTo>
                  <a:lnTo>
                    <a:pt x="110355" y="94590"/>
                  </a:lnTo>
                  <a:lnTo>
                    <a:pt x="106056" y="72137"/>
                  </a:lnTo>
                  <a:lnTo>
                    <a:pt x="103189" y="54461"/>
                  </a:lnTo>
                  <a:lnTo>
                    <a:pt x="102234" y="47773"/>
                  </a:lnTo>
                  <a:lnTo>
                    <a:pt x="101756" y="38218"/>
                  </a:lnTo>
                  <a:lnTo>
                    <a:pt x="102234" y="35352"/>
                  </a:lnTo>
                  <a:lnTo>
                    <a:pt x="102234" y="32963"/>
                  </a:lnTo>
                  <a:lnTo>
                    <a:pt x="104623" y="22453"/>
                  </a:lnTo>
                  <a:lnTo>
                    <a:pt x="107489" y="17198"/>
                  </a:lnTo>
                  <a:lnTo>
                    <a:pt x="106534" y="10032"/>
                  </a:lnTo>
                  <a:lnTo>
                    <a:pt x="107489" y="4777"/>
                  </a:lnTo>
                  <a:lnTo>
                    <a:pt x="110355" y="0"/>
                  </a:lnTo>
                  <a:lnTo>
                    <a:pt x="113222" y="0"/>
                  </a:lnTo>
                  <a:lnTo>
                    <a:pt x="116088" y="3344"/>
                  </a:lnTo>
                  <a:lnTo>
                    <a:pt x="120865" y="15287"/>
                  </a:lnTo>
                  <a:lnTo>
                    <a:pt x="122299" y="15287"/>
                  </a:lnTo>
                  <a:lnTo>
                    <a:pt x="123254" y="14332"/>
                  </a:lnTo>
                  <a:lnTo>
                    <a:pt x="123732" y="11466"/>
                  </a:lnTo>
                  <a:lnTo>
                    <a:pt x="124687" y="9555"/>
                  </a:lnTo>
                  <a:lnTo>
                    <a:pt x="129942" y="11466"/>
                  </a:lnTo>
                  <a:lnTo>
                    <a:pt x="136631" y="17198"/>
                  </a:lnTo>
                  <a:lnTo>
                    <a:pt x="139019" y="20065"/>
                  </a:lnTo>
                  <a:lnTo>
                    <a:pt x="141885" y="26275"/>
                  </a:lnTo>
                  <a:lnTo>
                    <a:pt x="144274" y="35830"/>
                  </a:lnTo>
                  <a:lnTo>
                    <a:pt x="142363" y="42996"/>
                  </a:lnTo>
                  <a:lnTo>
                    <a:pt x="139975" y="49684"/>
                  </a:lnTo>
                  <a:lnTo>
                    <a:pt x="139019" y="53028"/>
                  </a:lnTo>
                  <a:lnTo>
                    <a:pt x="139975" y="58283"/>
                  </a:lnTo>
                  <a:lnTo>
                    <a:pt x="139497" y="63538"/>
                  </a:lnTo>
                  <a:lnTo>
                    <a:pt x="138542" y="67838"/>
                  </a:lnTo>
                  <a:lnTo>
                    <a:pt x="142363" y="62583"/>
                  </a:lnTo>
                  <a:lnTo>
                    <a:pt x="150485" y="46340"/>
                  </a:lnTo>
                  <a:lnTo>
                    <a:pt x="151918" y="45384"/>
                  </a:lnTo>
                  <a:lnTo>
                    <a:pt x="152873" y="45862"/>
                  </a:lnTo>
                  <a:lnTo>
                    <a:pt x="156695" y="49206"/>
                  </a:lnTo>
                  <a:lnTo>
                    <a:pt x="160039" y="57805"/>
                  </a:lnTo>
                  <a:lnTo>
                    <a:pt x="160517" y="60672"/>
                  </a:lnTo>
                  <a:lnTo>
                    <a:pt x="161472" y="63538"/>
                  </a:lnTo>
                  <a:lnTo>
                    <a:pt x="161472" y="67838"/>
                  </a:lnTo>
                  <a:lnTo>
                    <a:pt x="161472" y="72615"/>
                  </a:lnTo>
                  <a:lnTo>
                    <a:pt x="160995" y="75959"/>
                  </a:lnTo>
                  <a:lnTo>
                    <a:pt x="159561" y="77870"/>
                  </a:lnTo>
                  <a:lnTo>
                    <a:pt x="158606" y="80259"/>
                  </a:lnTo>
                  <a:lnTo>
                    <a:pt x="160517" y="80259"/>
                  </a:lnTo>
                  <a:lnTo>
                    <a:pt x="162428" y="82647"/>
                  </a:lnTo>
                  <a:lnTo>
                    <a:pt x="164339" y="87902"/>
                  </a:lnTo>
                  <a:lnTo>
                    <a:pt x="166727" y="90291"/>
                  </a:lnTo>
                  <a:lnTo>
                    <a:pt x="174849" y="88380"/>
                  </a:lnTo>
                  <a:lnTo>
                    <a:pt x="180104" y="91246"/>
                  </a:lnTo>
                  <a:lnTo>
                    <a:pt x="182970" y="99846"/>
                  </a:lnTo>
                  <a:lnTo>
                    <a:pt x="187270" y="97935"/>
                  </a:lnTo>
                  <a:lnTo>
                    <a:pt x="187270" y="93157"/>
                  </a:lnTo>
                  <a:lnTo>
                    <a:pt x="188225" y="91246"/>
                  </a:lnTo>
                  <a:lnTo>
                    <a:pt x="193958" y="92680"/>
                  </a:lnTo>
                  <a:lnTo>
                    <a:pt x="196824" y="95068"/>
                  </a:lnTo>
                  <a:lnTo>
                    <a:pt x="200168" y="99368"/>
                  </a:lnTo>
                  <a:lnTo>
                    <a:pt x="194914" y="107011"/>
                  </a:lnTo>
                  <a:lnTo>
                    <a:pt x="199213" y="114177"/>
                  </a:lnTo>
                  <a:lnTo>
                    <a:pt x="206379" y="119432"/>
                  </a:lnTo>
                  <a:lnTo>
                    <a:pt x="210679" y="124687"/>
                  </a:lnTo>
                  <a:lnTo>
                    <a:pt x="211634" y="1265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" name="Freeform 1904">
              <a:extLst>
                <a:ext uri="{FF2B5EF4-FFF2-40B4-BE49-F238E27FC236}">
                  <a16:creationId xmlns:a16="http://schemas.microsoft.com/office/drawing/2014/main" id="{10E83EAA-D0E7-2486-72D0-9E7F3B6AD79A}"/>
                </a:ext>
              </a:extLst>
            </p:cNvPr>
            <p:cNvSpPr/>
            <p:nvPr/>
          </p:nvSpPr>
          <p:spPr>
            <a:xfrm>
              <a:off x="6299512" y="3923234"/>
              <a:ext cx="7165" cy="477"/>
            </a:xfrm>
            <a:custGeom>
              <a:avLst/>
              <a:gdLst>
                <a:gd name="csX0" fmla="*/ 7166 w 7165"/>
                <a:gd name="csY0" fmla="*/ 0 h 477"/>
                <a:gd name="csX1" fmla="*/ 7166 w 7165"/>
                <a:gd name="csY1" fmla="*/ 0 h 477"/>
                <a:gd name="csX2" fmla="*/ 3822 w 7165"/>
                <a:gd name="csY2" fmla="*/ 0 h 477"/>
                <a:gd name="csX3" fmla="*/ 2867 w 7165"/>
                <a:gd name="csY3" fmla="*/ 478 h 477"/>
                <a:gd name="csX4" fmla="*/ 0 w 7165"/>
                <a:gd name="csY4" fmla="*/ 478 h 477"/>
                <a:gd name="csX5" fmla="*/ 0 w 7165"/>
                <a:gd name="csY5" fmla="*/ 478 h 477"/>
                <a:gd name="csX6" fmla="*/ 2867 w 7165"/>
                <a:gd name="csY6" fmla="*/ 0 h 477"/>
                <a:gd name="csX7" fmla="*/ 3822 w 7165"/>
                <a:gd name="csY7" fmla="*/ 0 h 477"/>
                <a:gd name="csX8" fmla="*/ 7166 w 7165"/>
                <a:gd name="csY8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65" h="477">
                  <a:moveTo>
                    <a:pt x="7166" y="0"/>
                  </a:moveTo>
                  <a:lnTo>
                    <a:pt x="7166" y="0"/>
                  </a:lnTo>
                  <a:lnTo>
                    <a:pt x="3822" y="0"/>
                  </a:lnTo>
                  <a:lnTo>
                    <a:pt x="2867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2867" y="0"/>
                  </a:lnTo>
                  <a:lnTo>
                    <a:pt x="3822" y="0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6" name="Freeform 1905">
              <a:extLst>
                <a:ext uri="{FF2B5EF4-FFF2-40B4-BE49-F238E27FC236}">
                  <a16:creationId xmlns:a16="http://schemas.microsoft.com/office/drawing/2014/main" id="{580DD436-208B-EE68-B6E3-B2CC7CAC88E6}"/>
                </a:ext>
              </a:extLst>
            </p:cNvPr>
            <p:cNvSpPr/>
            <p:nvPr/>
          </p:nvSpPr>
          <p:spPr>
            <a:xfrm>
              <a:off x="6300467" y="4553359"/>
              <a:ext cx="4777" cy="4777"/>
            </a:xfrm>
            <a:custGeom>
              <a:avLst/>
              <a:gdLst>
                <a:gd name="csX0" fmla="*/ 4777 w 4777"/>
                <a:gd name="csY0" fmla="*/ 0 h 4777"/>
                <a:gd name="csX1" fmla="*/ 0 w 4777"/>
                <a:gd name="csY1" fmla="*/ 4777 h 4777"/>
                <a:gd name="csX2" fmla="*/ 0 w 4777"/>
                <a:gd name="csY2" fmla="*/ 4777 h 4777"/>
                <a:gd name="csX3" fmla="*/ 4777 w 4777"/>
                <a:gd name="csY3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4777">
                  <a:moveTo>
                    <a:pt x="4777" y="0"/>
                  </a:moveTo>
                  <a:lnTo>
                    <a:pt x="0" y="4777"/>
                  </a:lnTo>
                  <a:lnTo>
                    <a:pt x="0" y="4777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7" name="Freeform 1906">
              <a:extLst>
                <a:ext uri="{FF2B5EF4-FFF2-40B4-BE49-F238E27FC236}">
                  <a16:creationId xmlns:a16="http://schemas.microsoft.com/office/drawing/2014/main" id="{01506C7B-9238-D80A-CAD1-CEFBD113400E}"/>
                </a:ext>
              </a:extLst>
            </p:cNvPr>
            <p:cNvSpPr/>
            <p:nvPr/>
          </p:nvSpPr>
          <p:spPr>
            <a:xfrm>
              <a:off x="6292346" y="4866272"/>
              <a:ext cx="11465" cy="477"/>
            </a:xfrm>
            <a:custGeom>
              <a:avLst/>
              <a:gdLst>
                <a:gd name="csX0" fmla="*/ 11466 w 11465"/>
                <a:gd name="csY0" fmla="*/ 478 h 477"/>
                <a:gd name="csX1" fmla="*/ 6211 w 11465"/>
                <a:gd name="csY1" fmla="*/ 478 h 477"/>
                <a:gd name="csX2" fmla="*/ 0 w 11465"/>
                <a:gd name="csY2" fmla="*/ 0 h 477"/>
                <a:gd name="csX3" fmla="*/ 6211 w 11465"/>
                <a:gd name="csY3" fmla="*/ 0 h 477"/>
                <a:gd name="csX4" fmla="*/ 11466 w 11465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65" h="477">
                  <a:moveTo>
                    <a:pt x="11466" y="478"/>
                  </a:moveTo>
                  <a:lnTo>
                    <a:pt x="6211" y="478"/>
                  </a:lnTo>
                  <a:lnTo>
                    <a:pt x="0" y="0"/>
                  </a:lnTo>
                  <a:lnTo>
                    <a:pt x="6211" y="0"/>
                  </a:lnTo>
                  <a:lnTo>
                    <a:pt x="114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8" name="Freeform 1907">
              <a:extLst>
                <a:ext uri="{FF2B5EF4-FFF2-40B4-BE49-F238E27FC236}">
                  <a16:creationId xmlns:a16="http://schemas.microsoft.com/office/drawing/2014/main" id="{036FE077-2E81-3D7E-2A41-071D5A4B0305}"/>
                </a:ext>
              </a:extLst>
            </p:cNvPr>
            <p:cNvSpPr/>
            <p:nvPr/>
          </p:nvSpPr>
          <p:spPr>
            <a:xfrm>
              <a:off x="6301423" y="2974941"/>
              <a:ext cx="1433" cy="6688"/>
            </a:xfrm>
            <a:custGeom>
              <a:avLst/>
              <a:gdLst>
                <a:gd name="csX0" fmla="*/ 0 w 1433"/>
                <a:gd name="csY0" fmla="*/ 0 h 6688"/>
                <a:gd name="csX1" fmla="*/ 1433 w 1433"/>
                <a:gd name="csY1" fmla="*/ 5255 h 6688"/>
                <a:gd name="csX2" fmla="*/ 956 w 1433"/>
                <a:gd name="csY2" fmla="*/ 6688 h 6688"/>
                <a:gd name="csX3" fmla="*/ 1433 w 1433"/>
                <a:gd name="csY3" fmla="*/ 5255 h 6688"/>
                <a:gd name="csX4" fmla="*/ 0 w 1433"/>
                <a:gd name="csY4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6688">
                  <a:moveTo>
                    <a:pt x="0" y="0"/>
                  </a:moveTo>
                  <a:lnTo>
                    <a:pt x="1433" y="5255"/>
                  </a:lnTo>
                  <a:lnTo>
                    <a:pt x="956" y="6688"/>
                  </a:lnTo>
                  <a:lnTo>
                    <a:pt x="1433" y="525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9" name="Freeform 1908">
              <a:extLst>
                <a:ext uri="{FF2B5EF4-FFF2-40B4-BE49-F238E27FC236}">
                  <a16:creationId xmlns:a16="http://schemas.microsoft.com/office/drawing/2014/main" id="{BE4130F3-CF1E-BB87-EBF9-FFF0915CB7EA}"/>
                </a:ext>
              </a:extLst>
            </p:cNvPr>
            <p:cNvSpPr/>
            <p:nvPr/>
          </p:nvSpPr>
          <p:spPr>
            <a:xfrm>
              <a:off x="6298078" y="3517641"/>
              <a:ext cx="4299" cy="10509"/>
            </a:xfrm>
            <a:custGeom>
              <a:avLst/>
              <a:gdLst>
                <a:gd name="csX0" fmla="*/ 4300 w 4299"/>
                <a:gd name="csY0" fmla="*/ 0 h 10509"/>
                <a:gd name="csX1" fmla="*/ 4300 w 4299"/>
                <a:gd name="csY1" fmla="*/ 1433 h 10509"/>
                <a:gd name="csX2" fmla="*/ 4300 w 4299"/>
                <a:gd name="csY2" fmla="*/ 3822 h 10509"/>
                <a:gd name="csX3" fmla="*/ 2867 w 4299"/>
                <a:gd name="csY3" fmla="*/ 8599 h 10509"/>
                <a:gd name="csX4" fmla="*/ 1433 w 4299"/>
                <a:gd name="csY4" fmla="*/ 10510 h 10509"/>
                <a:gd name="csX5" fmla="*/ 0 w 4299"/>
                <a:gd name="csY5" fmla="*/ 10510 h 10509"/>
                <a:gd name="csX6" fmla="*/ 2389 w 4299"/>
                <a:gd name="csY6" fmla="*/ 6688 h 10509"/>
                <a:gd name="csX7" fmla="*/ 3344 w 4299"/>
                <a:gd name="csY7" fmla="*/ 4300 h 10509"/>
                <a:gd name="csX8" fmla="*/ 3822 w 4299"/>
                <a:gd name="csY8" fmla="*/ 955 h 10509"/>
                <a:gd name="csX9" fmla="*/ 4300 w 4299"/>
                <a:gd name="csY9" fmla="*/ 0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10509">
                  <a:moveTo>
                    <a:pt x="4300" y="0"/>
                  </a:moveTo>
                  <a:lnTo>
                    <a:pt x="4300" y="1433"/>
                  </a:lnTo>
                  <a:lnTo>
                    <a:pt x="4300" y="3822"/>
                  </a:lnTo>
                  <a:lnTo>
                    <a:pt x="2867" y="8599"/>
                  </a:lnTo>
                  <a:lnTo>
                    <a:pt x="1433" y="10510"/>
                  </a:lnTo>
                  <a:lnTo>
                    <a:pt x="0" y="10510"/>
                  </a:lnTo>
                  <a:lnTo>
                    <a:pt x="2389" y="6688"/>
                  </a:lnTo>
                  <a:lnTo>
                    <a:pt x="3344" y="4300"/>
                  </a:lnTo>
                  <a:lnTo>
                    <a:pt x="3822" y="955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0" name="Freeform 1909">
              <a:extLst>
                <a:ext uri="{FF2B5EF4-FFF2-40B4-BE49-F238E27FC236}">
                  <a16:creationId xmlns:a16="http://schemas.microsoft.com/office/drawing/2014/main" id="{393C7646-792F-8C5B-903C-40A0A9153A09}"/>
                </a:ext>
              </a:extLst>
            </p:cNvPr>
            <p:cNvSpPr/>
            <p:nvPr/>
          </p:nvSpPr>
          <p:spPr>
            <a:xfrm>
              <a:off x="6266071" y="3879760"/>
              <a:ext cx="34874" cy="72137"/>
            </a:xfrm>
            <a:custGeom>
              <a:avLst/>
              <a:gdLst>
                <a:gd name="csX0" fmla="*/ 34874 w 34874"/>
                <a:gd name="csY0" fmla="*/ 49206 h 72137"/>
                <a:gd name="csX1" fmla="*/ 34397 w 34874"/>
                <a:gd name="csY1" fmla="*/ 50639 h 72137"/>
                <a:gd name="csX2" fmla="*/ 34397 w 34874"/>
                <a:gd name="csY2" fmla="*/ 50639 h 72137"/>
                <a:gd name="csX3" fmla="*/ 32963 w 34874"/>
                <a:gd name="csY3" fmla="*/ 52550 h 72137"/>
                <a:gd name="csX4" fmla="*/ 32008 w 34874"/>
                <a:gd name="csY4" fmla="*/ 53028 h 72137"/>
                <a:gd name="csX5" fmla="*/ 30575 w 34874"/>
                <a:gd name="csY5" fmla="*/ 53506 h 72137"/>
                <a:gd name="csX6" fmla="*/ 29619 w 34874"/>
                <a:gd name="csY6" fmla="*/ 54939 h 72137"/>
                <a:gd name="csX7" fmla="*/ 29619 w 34874"/>
                <a:gd name="csY7" fmla="*/ 54939 h 72137"/>
                <a:gd name="csX8" fmla="*/ 29142 w 34874"/>
                <a:gd name="csY8" fmla="*/ 56372 h 72137"/>
                <a:gd name="csX9" fmla="*/ 28664 w 34874"/>
                <a:gd name="csY9" fmla="*/ 57328 h 72137"/>
                <a:gd name="csX10" fmla="*/ 28186 w 34874"/>
                <a:gd name="csY10" fmla="*/ 58283 h 72137"/>
                <a:gd name="csX11" fmla="*/ 28186 w 34874"/>
                <a:gd name="csY11" fmla="*/ 58283 h 72137"/>
                <a:gd name="csX12" fmla="*/ 27709 w 34874"/>
                <a:gd name="csY12" fmla="*/ 60672 h 72137"/>
                <a:gd name="csX13" fmla="*/ 27231 w 34874"/>
                <a:gd name="csY13" fmla="*/ 61149 h 72137"/>
                <a:gd name="csX14" fmla="*/ 26275 w 34874"/>
                <a:gd name="csY14" fmla="*/ 62105 h 72137"/>
                <a:gd name="csX15" fmla="*/ 24842 w 34874"/>
                <a:gd name="csY15" fmla="*/ 62582 h 72137"/>
                <a:gd name="csX16" fmla="*/ 23409 w 34874"/>
                <a:gd name="csY16" fmla="*/ 62582 h 72137"/>
                <a:gd name="csX17" fmla="*/ 23409 w 34874"/>
                <a:gd name="csY17" fmla="*/ 62582 h 72137"/>
                <a:gd name="csX18" fmla="*/ 22453 w 34874"/>
                <a:gd name="csY18" fmla="*/ 63060 h 72137"/>
                <a:gd name="csX19" fmla="*/ 21976 w 34874"/>
                <a:gd name="csY19" fmla="*/ 63538 h 72137"/>
                <a:gd name="csX20" fmla="*/ 21020 w 34874"/>
                <a:gd name="csY20" fmla="*/ 64493 h 72137"/>
                <a:gd name="csX21" fmla="*/ 20543 w 34874"/>
                <a:gd name="csY21" fmla="*/ 64493 h 72137"/>
                <a:gd name="csX22" fmla="*/ 20543 w 34874"/>
                <a:gd name="csY22" fmla="*/ 64493 h 72137"/>
                <a:gd name="csX23" fmla="*/ 20543 w 34874"/>
                <a:gd name="csY23" fmla="*/ 64493 h 72137"/>
                <a:gd name="csX24" fmla="*/ 20543 w 34874"/>
                <a:gd name="csY24" fmla="*/ 65449 h 72137"/>
                <a:gd name="csX25" fmla="*/ 21020 w 34874"/>
                <a:gd name="csY25" fmla="*/ 66882 h 72137"/>
                <a:gd name="csX26" fmla="*/ 21976 w 34874"/>
                <a:gd name="csY26" fmla="*/ 67838 h 72137"/>
                <a:gd name="csX27" fmla="*/ 21976 w 34874"/>
                <a:gd name="csY27" fmla="*/ 68793 h 72137"/>
                <a:gd name="csX28" fmla="*/ 21498 w 34874"/>
                <a:gd name="csY28" fmla="*/ 68793 h 72137"/>
                <a:gd name="csX29" fmla="*/ 20543 w 34874"/>
                <a:gd name="csY29" fmla="*/ 68793 h 72137"/>
                <a:gd name="csX30" fmla="*/ 20543 w 34874"/>
                <a:gd name="csY30" fmla="*/ 68793 h 72137"/>
                <a:gd name="csX31" fmla="*/ 20065 w 34874"/>
                <a:gd name="csY31" fmla="*/ 69271 h 72137"/>
                <a:gd name="csX32" fmla="*/ 20065 w 34874"/>
                <a:gd name="csY32" fmla="*/ 69271 h 72137"/>
                <a:gd name="csX33" fmla="*/ 20065 w 34874"/>
                <a:gd name="csY33" fmla="*/ 70226 h 72137"/>
                <a:gd name="csX34" fmla="*/ 20065 w 34874"/>
                <a:gd name="csY34" fmla="*/ 70226 h 72137"/>
                <a:gd name="csX35" fmla="*/ 19587 w 34874"/>
                <a:gd name="csY35" fmla="*/ 71182 h 72137"/>
                <a:gd name="csX36" fmla="*/ 19109 w 34874"/>
                <a:gd name="csY36" fmla="*/ 71659 h 72137"/>
                <a:gd name="csX37" fmla="*/ 18632 w 34874"/>
                <a:gd name="csY37" fmla="*/ 72137 h 72137"/>
                <a:gd name="csX38" fmla="*/ 16721 w 34874"/>
                <a:gd name="csY38" fmla="*/ 72137 h 72137"/>
                <a:gd name="csX39" fmla="*/ 15287 w 34874"/>
                <a:gd name="csY39" fmla="*/ 71182 h 72137"/>
                <a:gd name="csX40" fmla="*/ 14810 w 34874"/>
                <a:gd name="csY40" fmla="*/ 70704 h 72137"/>
                <a:gd name="csX41" fmla="*/ 14332 w 34874"/>
                <a:gd name="csY41" fmla="*/ 70704 h 72137"/>
                <a:gd name="csX42" fmla="*/ 14332 w 34874"/>
                <a:gd name="csY42" fmla="*/ 71182 h 72137"/>
                <a:gd name="csX43" fmla="*/ 14332 w 34874"/>
                <a:gd name="csY43" fmla="*/ 71182 h 72137"/>
                <a:gd name="csX44" fmla="*/ 14332 w 34874"/>
                <a:gd name="csY44" fmla="*/ 68793 h 72137"/>
                <a:gd name="csX45" fmla="*/ 13377 w 34874"/>
                <a:gd name="csY45" fmla="*/ 67360 h 72137"/>
                <a:gd name="csX46" fmla="*/ 11466 w 34874"/>
                <a:gd name="csY46" fmla="*/ 63060 h 72137"/>
                <a:gd name="csX47" fmla="*/ 4300 w 34874"/>
                <a:gd name="csY47" fmla="*/ 59239 h 72137"/>
                <a:gd name="csX48" fmla="*/ 2389 w 34874"/>
                <a:gd name="csY48" fmla="*/ 57328 h 72137"/>
                <a:gd name="csX49" fmla="*/ 1433 w 34874"/>
                <a:gd name="csY49" fmla="*/ 55894 h 72137"/>
                <a:gd name="csX50" fmla="*/ 956 w 34874"/>
                <a:gd name="csY50" fmla="*/ 54461 h 72137"/>
                <a:gd name="csX51" fmla="*/ 1433 w 34874"/>
                <a:gd name="csY51" fmla="*/ 54461 h 72137"/>
                <a:gd name="csX52" fmla="*/ 2389 w 34874"/>
                <a:gd name="csY52" fmla="*/ 54939 h 72137"/>
                <a:gd name="csX53" fmla="*/ 3344 w 34874"/>
                <a:gd name="csY53" fmla="*/ 55417 h 72137"/>
                <a:gd name="csX54" fmla="*/ 3822 w 34874"/>
                <a:gd name="csY54" fmla="*/ 54461 h 72137"/>
                <a:gd name="csX55" fmla="*/ 3344 w 34874"/>
                <a:gd name="csY55" fmla="*/ 53028 h 72137"/>
                <a:gd name="csX56" fmla="*/ 1433 w 34874"/>
                <a:gd name="csY56" fmla="*/ 49206 h 72137"/>
                <a:gd name="csX57" fmla="*/ 956 w 34874"/>
                <a:gd name="csY57" fmla="*/ 48251 h 72137"/>
                <a:gd name="csX58" fmla="*/ 1911 w 34874"/>
                <a:gd name="csY58" fmla="*/ 45384 h 72137"/>
                <a:gd name="csX59" fmla="*/ 3822 w 34874"/>
                <a:gd name="csY59" fmla="*/ 42040 h 72137"/>
                <a:gd name="csX60" fmla="*/ 3344 w 34874"/>
                <a:gd name="csY60" fmla="*/ 37741 h 72137"/>
                <a:gd name="csX61" fmla="*/ 3822 w 34874"/>
                <a:gd name="csY61" fmla="*/ 34397 h 72137"/>
                <a:gd name="csX62" fmla="*/ 3344 w 34874"/>
                <a:gd name="csY62" fmla="*/ 32486 h 72137"/>
                <a:gd name="csX63" fmla="*/ 3344 w 34874"/>
                <a:gd name="csY63" fmla="*/ 30097 h 72137"/>
                <a:gd name="csX64" fmla="*/ 4300 w 34874"/>
                <a:gd name="csY64" fmla="*/ 26753 h 72137"/>
                <a:gd name="csX65" fmla="*/ 5255 w 34874"/>
                <a:gd name="csY65" fmla="*/ 25798 h 72137"/>
                <a:gd name="csX66" fmla="*/ 5733 w 34874"/>
                <a:gd name="csY66" fmla="*/ 24842 h 72137"/>
                <a:gd name="csX67" fmla="*/ 5733 w 34874"/>
                <a:gd name="csY67" fmla="*/ 21020 h 72137"/>
                <a:gd name="csX68" fmla="*/ 3822 w 34874"/>
                <a:gd name="csY68" fmla="*/ 19587 h 72137"/>
                <a:gd name="csX69" fmla="*/ 1433 w 34874"/>
                <a:gd name="csY69" fmla="*/ 19109 h 72137"/>
                <a:gd name="csX70" fmla="*/ 1433 w 34874"/>
                <a:gd name="csY70" fmla="*/ 18154 h 72137"/>
                <a:gd name="csX71" fmla="*/ 1433 w 34874"/>
                <a:gd name="csY71" fmla="*/ 16243 h 72137"/>
                <a:gd name="csX72" fmla="*/ 1433 w 34874"/>
                <a:gd name="csY72" fmla="*/ 15287 h 72137"/>
                <a:gd name="csX73" fmla="*/ 1433 w 34874"/>
                <a:gd name="csY73" fmla="*/ 14332 h 72137"/>
                <a:gd name="csX74" fmla="*/ 956 w 34874"/>
                <a:gd name="csY74" fmla="*/ 12899 h 72137"/>
                <a:gd name="csX75" fmla="*/ 0 w 34874"/>
                <a:gd name="csY75" fmla="*/ 11943 h 72137"/>
                <a:gd name="csX76" fmla="*/ 956 w 34874"/>
                <a:gd name="csY76" fmla="*/ 10032 h 72137"/>
                <a:gd name="csX77" fmla="*/ 2389 w 34874"/>
                <a:gd name="csY77" fmla="*/ 7644 h 72137"/>
                <a:gd name="csX78" fmla="*/ 3822 w 34874"/>
                <a:gd name="csY78" fmla="*/ 5733 h 72137"/>
                <a:gd name="csX79" fmla="*/ 5255 w 34874"/>
                <a:gd name="csY79" fmla="*/ 3822 h 72137"/>
                <a:gd name="csX80" fmla="*/ 6211 w 34874"/>
                <a:gd name="csY80" fmla="*/ 2389 h 72137"/>
                <a:gd name="csX81" fmla="*/ 7644 w 34874"/>
                <a:gd name="csY81" fmla="*/ 478 h 72137"/>
                <a:gd name="csX82" fmla="*/ 8599 w 34874"/>
                <a:gd name="csY82" fmla="*/ 0 h 72137"/>
                <a:gd name="csX83" fmla="*/ 9077 w 34874"/>
                <a:gd name="csY83" fmla="*/ 478 h 72137"/>
                <a:gd name="csX84" fmla="*/ 9077 w 34874"/>
                <a:gd name="csY84" fmla="*/ 1433 h 72137"/>
                <a:gd name="csX85" fmla="*/ 9077 w 34874"/>
                <a:gd name="csY85" fmla="*/ 3344 h 72137"/>
                <a:gd name="csX86" fmla="*/ 9555 w 34874"/>
                <a:gd name="csY86" fmla="*/ 3822 h 72137"/>
                <a:gd name="csX87" fmla="*/ 10032 w 34874"/>
                <a:gd name="csY87" fmla="*/ 4300 h 72137"/>
                <a:gd name="csX88" fmla="*/ 11466 w 34874"/>
                <a:gd name="csY88" fmla="*/ 4300 h 72137"/>
                <a:gd name="csX89" fmla="*/ 12899 w 34874"/>
                <a:gd name="csY89" fmla="*/ 3822 h 72137"/>
                <a:gd name="csX90" fmla="*/ 15287 w 34874"/>
                <a:gd name="csY90" fmla="*/ 2389 h 72137"/>
                <a:gd name="csX91" fmla="*/ 15765 w 34874"/>
                <a:gd name="csY91" fmla="*/ 2866 h 72137"/>
                <a:gd name="csX92" fmla="*/ 16243 w 34874"/>
                <a:gd name="csY92" fmla="*/ 3344 h 72137"/>
                <a:gd name="csX93" fmla="*/ 18154 w 34874"/>
                <a:gd name="csY93" fmla="*/ 5733 h 72137"/>
                <a:gd name="csX94" fmla="*/ 19109 w 34874"/>
                <a:gd name="csY94" fmla="*/ 7644 h 72137"/>
                <a:gd name="csX95" fmla="*/ 21020 w 34874"/>
                <a:gd name="csY95" fmla="*/ 8599 h 72137"/>
                <a:gd name="csX96" fmla="*/ 22453 w 34874"/>
                <a:gd name="csY96" fmla="*/ 9555 h 72137"/>
                <a:gd name="csX97" fmla="*/ 23886 w 34874"/>
                <a:gd name="csY97" fmla="*/ 10510 h 72137"/>
                <a:gd name="csX98" fmla="*/ 24842 w 34874"/>
                <a:gd name="csY98" fmla="*/ 11943 h 72137"/>
                <a:gd name="csX99" fmla="*/ 25798 w 34874"/>
                <a:gd name="csY99" fmla="*/ 15765 h 72137"/>
                <a:gd name="csX100" fmla="*/ 25798 w 34874"/>
                <a:gd name="csY100" fmla="*/ 18154 h 72137"/>
                <a:gd name="csX101" fmla="*/ 25320 w 34874"/>
                <a:gd name="csY101" fmla="*/ 19109 h 72137"/>
                <a:gd name="csX102" fmla="*/ 25320 w 34874"/>
                <a:gd name="csY102" fmla="*/ 19587 h 72137"/>
                <a:gd name="csX103" fmla="*/ 24364 w 34874"/>
                <a:gd name="csY103" fmla="*/ 23409 h 72137"/>
                <a:gd name="csX104" fmla="*/ 24364 w 34874"/>
                <a:gd name="csY104" fmla="*/ 25320 h 72137"/>
                <a:gd name="csX105" fmla="*/ 24364 w 34874"/>
                <a:gd name="csY105" fmla="*/ 26275 h 72137"/>
                <a:gd name="csX106" fmla="*/ 23886 w 34874"/>
                <a:gd name="csY106" fmla="*/ 26753 h 72137"/>
                <a:gd name="csX107" fmla="*/ 22931 w 34874"/>
                <a:gd name="csY107" fmla="*/ 27708 h 72137"/>
                <a:gd name="csX108" fmla="*/ 23886 w 34874"/>
                <a:gd name="csY108" fmla="*/ 31052 h 72137"/>
                <a:gd name="csX109" fmla="*/ 23886 w 34874"/>
                <a:gd name="csY109" fmla="*/ 32008 h 72137"/>
                <a:gd name="csX110" fmla="*/ 23886 w 34874"/>
                <a:gd name="csY110" fmla="*/ 33919 h 72137"/>
                <a:gd name="csX111" fmla="*/ 25798 w 34874"/>
                <a:gd name="csY111" fmla="*/ 37263 h 72137"/>
                <a:gd name="csX112" fmla="*/ 26275 w 34874"/>
                <a:gd name="csY112" fmla="*/ 38218 h 72137"/>
                <a:gd name="csX113" fmla="*/ 27231 w 34874"/>
                <a:gd name="csY113" fmla="*/ 38696 h 72137"/>
                <a:gd name="csX114" fmla="*/ 28186 w 34874"/>
                <a:gd name="csY114" fmla="*/ 42040 h 72137"/>
                <a:gd name="csX115" fmla="*/ 29142 w 34874"/>
                <a:gd name="csY115" fmla="*/ 42518 h 72137"/>
                <a:gd name="csX116" fmla="*/ 31530 w 34874"/>
                <a:gd name="csY116" fmla="*/ 42040 h 72137"/>
                <a:gd name="csX117" fmla="*/ 32963 w 34874"/>
                <a:gd name="csY117" fmla="*/ 42518 h 72137"/>
                <a:gd name="csX118" fmla="*/ 33441 w 34874"/>
                <a:gd name="csY118" fmla="*/ 43473 h 72137"/>
                <a:gd name="csX119" fmla="*/ 33441 w 34874"/>
                <a:gd name="csY119" fmla="*/ 43951 h 72137"/>
                <a:gd name="csX120" fmla="*/ 33441 w 34874"/>
                <a:gd name="csY120" fmla="*/ 45862 h 72137"/>
                <a:gd name="csX121" fmla="*/ 33919 w 34874"/>
                <a:gd name="csY121" fmla="*/ 46817 h 72137"/>
                <a:gd name="csX122" fmla="*/ 34874 w 34874"/>
                <a:gd name="csY122" fmla="*/ 48251 h 72137"/>
                <a:gd name="csX123" fmla="*/ 34874 w 34874"/>
                <a:gd name="csY123" fmla="*/ 49206 h 72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</a:cxnLst>
              <a:rect l="l" t="t" r="r" b="b"/>
              <a:pathLst>
                <a:path w="34874" h="72137">
                  <a:moveTo>
                    <a:pt x="34874" y="49206"/>
                  </a:moveTo>
                  <a:lnTo>
                    <a:pt x="34397" y="50639"/>
                  </a:lnTo>
                  <a:lnTo>
                    <a:pt x="34397" y="50639"/>
                  </a:lnTo>
                  <a:lnTo>
                    <a:pt x="32963" y="52550"/>
                  </a:lnTo>
                  <a:lnTo>
                    <a:pt x="32008" y="53028"/>
                  </a:lnTo>
                  <a:lnTo>
                    <a:pt x="30575" y="53506"/>
                  </a:lnTo>
                  <a:lnTo>
                    <a:pt x="29619" y="54939"/>
                  </a:lnTo>
                  <a:lnTo>
                    <a:pt x="29619" y="54939"/>
                  </a:lnTo>
                  <a:lnTo>
                    <a:pt x="29142" y="56372"/>
                  </a:lnTo>
                  <a:lnTo>
                    <a:pt x="28664" y="57328"/>
                  </a:lnTo>
                  <a:lnTo>
                    <a:pt x="28186" y="58283"/>
                  </a:lnTo>
                  <a:lnTo>
                    <a:pt x="28186" y="58283"/>
                  </a:lnTo>
                  <a:lnTo>
                    <a:pt x="27709" y="60672"/>
                  </a:lnTo>
                  <a:lnTo>
                    <a:pt x="27231" y="61149"/>
                  </a:lnTo>
                  <a:lnTo>
                    <a:pt x="26275" y="62105"/>
                  </a:lnTo>
                  <a:lnTo>
                    <a:pt x="24842" y="62582"/>
                  </a:lnTo>
                  <a:lnTo>
                    <a:pt x="23409" y="62582"/>
                  </a:lnTo>
                  <a:lnTo>
                    <a:pt x="23409" y="62582"/>
                  </a:lnTo>
                  <a:lnTo>
                    <a:pt x="22453" y="63060"/>
                  </a:lnTo>
                  <a:lnTo>
                    <a:pt x="21976" y="63538"/>
                  </a:lnTo>
                  <a:lnTo>
                    <a:pt x="21020" y="64493"/>
                  </a:lnTo>
                  <a:lnTo>
                    <a:pt x="20543" y="64493"/>
                  </a:lnTo>
                  <a:lnTo>
                    <a:pt x="20543" y="64493"/>
                  </a:lnTo>
                  <a:lnTo>
                    <a:pt x="20543" y="64493"/>
                  </a:lnTo>
                  <a:lnTo>
                    <a:pt x="20543" y="65449"/>
                  </a:lnTo>
                  <a:lnTo>
                    <a:pt x="21020" y="66882"/>
                  </a:lnTo>
                  <a:lnTo>
                    <a:pt x="21976" y="67838"/>
                  </a:lnTo>
                  <a:lnTo>
                    <a:pt x="21976" y="68793"/>
                  </a:lnTo>
                  <a:lnTo>
                    <a:pt x="21498" y="68793"/>
                  </a:lnTo>
                  <a:lnTo>
                    <a:pt x="20543" y="68793"/>
                  </a:lnTo>
                  <a:lnTo>
                    <a:pt x="20543" y="68793"/>
                  </a:lnTo>
                  <a:lnTo>
                    <a:pt x="20065" y="69271"/>
                  </a:lnTo>
                  <a:lnTo>
                    <a:pt x="20065" y="69271"/>
                  </a:lnTo>
                  <a:lnTo>
                    <a:pt x="20065" y="70226"/>
                  </a:lnTo>
                  <a:lnTo>
                    <a:pt x="20065" y="70226"/>
                  </a:lnTo>
                  <a:lnTo>
                    <a:pt x="19587" y="71182"/>
                  </a:lnTo>
                  <a:lnTo>
                    <a:pt x="19109" y="71659"/>
                  </a:lnTo>
                  <a:lnTo>
                    <a:pt x="18632" y="72137"/>
                  </a:lnTo>
                  <a:lnTo>
                    <a:pt x="16721" y="72137"/>
                  </a:lnTo>
                  <a:lnTo>
                    <a:pt x="15287" y="71182"/>
                  </a:lnTo>
                  <a:lnTo>
                    <a:pt x="14810" y="70704"/>
                  </a:lnTo>
                  <a:lnTo>
                    <a:pt x="14332" y="70704"/>
                  </a:lnTo>
                  <a:lnTo>
                    <a:pt x="14332" y="71182"/>
                  </a:lnTo>
                  <a:lnTo>
                    <a:pt x="14332" y="71182"/>
                  </a:lnTo>
                  <a:lnTo>
                    <a:pt x="14332" y="68793"/>
                  </a:lnTo>
                  <a:lnTo>
                    <a:pt x="13377" y="67360"/>
                  </a:lnTo>
                  <a:lnTo>
                    <a:pt x="11466" y="63060"/>
                  </a:lnTo>
                  <a:lnTo>
                    <a:pt x="4300" y="59239"/>
                  </a:lnTo>
                  <a:lnTo>
                    <a:pt x="2389" y="57328"/>
                  </a:lnTo>
                  <a:lnTo>
                    <a:pt x="1433" y="55894"/>
                  </a:lnTo>
                  <a:lnTo>
                    <a:pt x="956" y="54461"/>
                  </a:lnTo>
                  <a:lnTo>
                    <a:pt x="1433" y="54461"/>
                  </a:lnTo>
                  <a:lnTo>
                    <a:pt x="2389" y="54939"/>
                  </a:lnTo>
                  <a:lnTo>
                    <a:pt x="3344" y="55417"/>
                  </a:lnTo>
                  <a:lnTo>
                    <a:pt x="3822" y="54461"/>
                  </a:lnTo>
                  <a:lnTo>
                    <a:pt x="3344" y="53028"/>
                  </a:lnTo>
                  <a:lnTo>
                    <a:pt x="1433" y="49206"/>
                  </a:lnTo>
                  <a:lnTo>
                    <a:pt x="956" y="48251"/>
                  </a:lnTo>
                  <a:lnTo>
                    <a:pt x="1911" y="45384"/>
                  </a:lnTo>
                  <a:lnTo>
                    <a:pt x="3822" y="42040"/>
                  </a:lnTo>
                  <a:lnTo>
                    <a:pt x="3344" y="37741"/>
                  </a:lnTo>
                  <a:lnTo>
                    <a:pt x="3822" y="34397"/>
                  </a:lnTo>
                  <a:lnTo>
                    <a:pt x="3344" y="32486"/>
                  </a:lnTo>
                  <a:lnTo>
                    <a:pt x="3344" y="30097"/>
                  </a:lnTo>
                  <a:lnTo>
                    <a:pt x="4300" y="26753"/>
                  </a:lnTo>
                  <a:lnTo>
                    <a:pt x="5255" y="25798"/>
                  </a:lnTo>
                  <a:lnTo>
                    <a:pt x="5733" y="24842"/>
                  </a:lnTo>
                  <a:lnTo>
                    <a:pt x="5733" y="21020"/>
                  </a:lnTo>
                  <a:lnTo>
                    <a:pt x="3822" y="19587"/>
                  </a:lnTo>
                  <a:lnTo>
                    <a:pt x="1433" y="19109"/>
                  </a:lnTo>
                  <a:lnTo>
                    <a:pt x="1433" y="18154"/>
                  </a:lnTo>
                  <a:lnTo>
                    <a:pt x="1433" y="16243"/>
                  </a:lnTo>
                  <a:lnTo>
                    <a:pt x="1433" y="15287"/>
                  </a:lnTo>
                  <a:lnTo>
                    <a:pt x="1433" y="14332"/>
                  </a:lnTo>
                  <a:lnTo>
                    <a:pt x="956" y="12899"/>
                  </a:lnTo>
                  <a:lnTo>
                    <a:pt x="0" y="11943"/>
                  </a:lnTo>
                  <a:lnTo>
                    <a:pt x="956" y="10032"/>
                  </a:lnTo>
                  <a:lnTo>
                    <a:pt x="2389" y="7644"/>
                  </a:lnTo>
                  <a:lnTo>
                    <a:pt x="3822" y="5733"/>
                  </a:lnTo>
                  <a:lnTo>
                    <a:pt x="5255" y="3822"/>
                  </a:lnTo>
                  <a:lnTo>
                    <a:pt x="6211" y="2389"/>
                  </a:lnTo>
                  <a:lnTo>
                    <a:pt x="7644" y="478"/>
                  </a:lnTo>
                  <a:lnTo>
                    <a:pt x="8599" y="0"/>
                  </a:lnTo>
                  <a:lnTo>
                    <a:pt x="9077" y="478"/>
                  </a:lnTo>
                  <a:lnTo>
                    <a:pt x="9077" y="1433"/>
                  </a:lnTo>
                  <a:lnTo>
                    <a:pt x="9077" y="3344"/>
                  </a:lnTo>
                  <a:lnTo>
                    <a:pt x="9555" y="3822"/>
                  </a:lnTo>
                  <a:lnTo>
                    <a:pt x="10032" y="4300"/>
                  </a:lnTo>
                  <a:lnTo>
                    <a:pt x="11466" y="4300"/>
                  </a:lnTo>
                  <a:lnTo>
                    <a:pt x="12899" y="3822"/>
                  </a:lnTo>
                  <a:lnTo>
                    <a:pt x="15287" y="2389"/>
                  </a:lnTo>
                  <a:lnTo>
                    <a:pt x="15765" y="2866"/>
                  </a:lnTo>
                  <a:lnTo>
                    <a:pt x="16243" y="3344"/>
                  </a:lnTo>
                  <a:lnTo>
                    <a:pt x="18154" y="5733"/>
                  </a:lnTo>
                  <a:lnTo>
                    <a:pt x="19109" y="7644"/>
                  </a:lnTo>
                  <a:lnTo>
                    <a:pt x="21020" y="8599"/>
                  </a:lnTo>
                  <a:lnTo>
                    <a:pt x="22453" y="9555"/>
                  </a:lnTo>
                  <a:lnTo>
                    <a:pt x="23886" y="10510"/>
                  </a:lnTo>
                  <a:lnTo>
                    <a:pt x="24842" y="11943"/>
                  </a:lnTo>
                  <a:lnTo>
                    <a:pt x="25798" y="15765"/>
                  </a:lnTo>
                  <a:lnTo>
                    <a:pt x="25798" y="18154"/>
                  </a:lnTo>
                  <a:lnTo>
                    <a:pt x="25320" y="19109"/>
                  </a:lnTo>
                  <a:lnTo>
                    <a:pt x="25320" y="19587"/>
                  </a:lnTo>
                  <a:lnTo>
                    <a:pt x="24364" y="23409"/>
                  </a:lnTo>
                  <a:lnTo>
                    <a:pt x="24364" y="25320"/>
                  </a:lnTo>
                  <a:lnTo>
                    <a:pt x="24364" y="26275"/>
                  </a:lnTo>
                  <a:lnTo>
                    <a:pt x="23886" y="26753"/>
                  </a:lnTo>
                  <a:lnTo>
                    <a:pt x="22931" y="27708"/>
                  </a:lnTo>
                  <a:lnTo>
                    <a:pt x="23886" y="31052"/>
                  </a:lnTo>
                  <a:lnTo>
                    <a:pt x="23886" y="32008"/>
                  </a:lnTo>
                  <a:lnTo>
                    <a:pt x="23886" y="33919"/>
                  </a:lnTo>
                  <a:lnTo>
                    <a:pt x="25798" y="37263"/>
                  </a:lnTo>
                  <a:lnTo>
                    <a:pt x="26275" y="38218"/>
                  </a:lnTo>
                  <a:lnTo>
                    <a:pt x="27231" y="38696"/>
                  </a:lnTo>
                  <a:lnTo>
                    <a:pt x="28186" y="42040"/>
                  </a:lnTo>
                  <a:lnTo>
                    <a:pt x="29142" y="42518"/>
                  </a:lnTo>
                  <a:lnTo>
                    <a:pt x="31530" y="42040"/>
                  </a:lnTo>
                  <a:lnTo>
                    <a:pt x="32963" y="42518"/>
                  </a:lnTo>
                  <a:lnTo>
                    <a:pt x="33441" y="43473"/>
                  </a:lnTo>
                  <a:lnTo>
                    <a:pt x="33441" y="43951"/>
                  </a:lnTo>
                  <a:lnTo>
                    <a:pt x="33441" y="45862"/>
                  </a:lnTo>
                  <a:lnTo>
                    <a:pt x="33919" y="46817"/>
                  </a:lnTo>
                  <a:lnTo>
                    <a:pt x="34874" y="48251"/>
                  </a:lnTo>
                  <a:lnTo>
                    <a:pt x="34874" y="4920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1" name="Freeform 1910">
              <a:extLst>
                <a:ext uri="{FF2B5EF4-FFF2-40B4-BE49-F238E27FC236}">
                  <a16:creationId xmlns:a16="http://schemas.microsoft.com/office/drawing/2014/main" id="{988AF5C0-1F8D-CFFC-5F90-6371D947015F}"/>
                </a:ext>
              </a:extLst>
            </p:cNvPr>
            <p:cNvSpPr/>
            <p:nvPr/>
          </p:nvSpPr>
          <p:spPr>
            <a:xfrm>
              <a:off x="6292824" y="3992027"/>
              <a:ext cx="7165" cy="6210"/>
            </a:xfrm>
            <a:custGeom>
              <a:avLst/>
              <a:gdLst>
                <a:gd name="csX0" fmla="*/ 5255 w 7165"/>
                <a:gd name="csY0" fmla="*/ 2866 h 6210"/>
                <a:gd name="csX1" fmla="*/ 7166 w 7165"/>
                <a:gd name="csY1" fmla="*/ 5255 h 6210"/>
                <a:gd name="csX2" fmla="*/ 5733 w 7165"/>
                <a:gd name="csY2" fmla="*/ 4777 h 6210"/>
                <a:gd name="csX3" fmla="*/ 3822 w 7165"/>
                <a:gd name="csY3" fmla="*/ 6210 h 6210"/>
                <a:gd name="csX4" fmla="*/ 1433 w 7165"/>
                <a:gd name="csY4" fmla="*/ 4300 h 6210"/>
                <a:gd name="csX5" fmla="*/ 0 w 7165"/>
                <a:gd name="csY5" fmla="*/ 2389 h 6210"/>
                <a:gd name="csX6" fmla="*/ 0 w 7165"/>
                <a:gd name="csY6" fmla="*/ 1911 h 6210"/>
                <a:gd name="csX7" fmla="*/ 1433 w 7165"/>
                <a:gd name="csY7" fmla="*/ 0 h 6210"/>
                <a:gd name="csX8" fmla="*/ 2389 w 7165"/>
                <a:gd name="csY8" fmla="*/ 1911 h 6210"/>
                <a:gd name="csX9" fmla="*/ 4299 w 7165"/>
                <a:gd name="csY9" fmla="*/ 1911 h 6210"/>
                <a:gd name="csX10" fmla="*/ 5255 w 7165"/>
                <a:gd name="csY10" fmla="*/ 286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165" h="6210">
                  <a:moveTo>
                    <a:pt x="5255" y="2866"/>
                  </a:moveTo>
                  <a:lnTo>
                    <a:pt x="7166" y="5255"/>
                  </a:lnTo>
                  <a:lnTo>
                    <a:pt x="5733" y="4777"/>
                  </a:lnTo>
                  <a:lnTo>
                    <a:pt x="3822" y="6210"/>
                  </a:lnTo>
                  <a:lnTo>
                    <a:pt x="1433" y="4300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1433" y="0"/>
                  </a:lnTo>
                  <a:lnTo>
                    <a:pt x="2389" y="1911"/>
                  </a:lnTo>
                  <a:lnTo>
                    <a:pt x="4299" y="1911"/>
                  </a:lnTo>
                  <a:lnTo>
                    <a:pt x="52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2" name="Freeform 1911">
              <a:extLst>
                <a:ext uri="{FF2B5EF4-FFF2-40B4-BE49-F238E27FC236}">
                  <a16:creationId xmlns:a16="http://schemas.microsoft.com/office/drawing/2014/main" id="{7855D6D5-1B6A-C3FD-8420-899A1801C9A1}"/>
                </a:ext>
              </a:extLst>
            </p:cNvPr>
            <p:cNvSpPr/>
            <p:nvPr/>
          </p:nvSpPr>
          <p:spPr>
            <a:xfrm>
              <a:off x="6295690" y="5237945"/>
              <a:ext cx="3821" cy="477"/>
            </a:xfrm>
            <a:custGeom>
              <a:avLst/>
              <a:gdLst>
                <a:gd name="csX0" fmla="*/ 3822 w 3821"/>
                <a:gd name="csY0" fmla="*/ 478 h 477"/>
                <a:gd name="csX1" fmla="*/ 1911 w 3821"/>
                <a:gd name="csY1" fmla="*/ 0 h 477"/>
                <a:gd name="csX2" fmla="*/ 0 w 3821"/>
                <a:gd name="csY2" fmla="*/ 478 h 477"/>
                <a:gd name="csX3" fmla="*/ 1911 w 3821"/>
                <a:gd name="csY3" fmla="*/ 0 h 477"/>
                <a:gd name="csX4" fmla="*/ 3822 w 3821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477">
                  <a:moveTo>
                    <a:pt x="3822" y="478"/>
                  </a:moveTo>
                  <a:lnTo>
                    <a:pt x="1911" y="0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3" name="Freeform 1912">
              <a:extLst>
                <a:ext uri="{FF2B5EF4-FFF2-40B4-BE49-F238E27FC236}">
                  <a16:creationId xmlns:a16="http://schemas.microsoft.com/office/drawing/2014/main" id="{7739D6D2-E552-1AE9-1B40-26615DFE1AE0}"/>
                </a:ext>
              </a:extLst>
            </p:cNvPr>
            <p:cNvSpPr/>
            <p:nvPr/>
          </p:nvSpPr>
          <p:spPr>
            <a:xfrm>
              <a:off x="6296645" y="3932311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956 w 2388"/>
                <a:gd name="csY1" fmla="*/ 478 h 955"/>
                <a:gd name="csX2" fmla="*/ 0 w 2388"/>
                <a:gd name="csY2" fmla="*/ 956 h 955"/>
                <a:gd name="csX3" fmla="*/ 1433 w 2388"/>
                <a:gd name="csY3" fmla="*/ 478 h 955"/>
                <a:gd name="csX4" fmla="*/ 2389 w 2388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956" y="478"/>
                  </a:lnTo>
                  <a:lnTo>
                    <a:pt x="0" y="956"/>
                  </a:lnTo>
                  <a:lnTo>
                    <a:pt x="1433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4" name="Freeform 1913">
              <a:extLst>
                <a:ext uri="{FF2B5EF4-FFF2-40B4-BE49-F238E27FC236}">
                  <a16:creationId xmlns:a16="http://schemas.microsoft.com/office/drawing/2014/main" id="{5F2F642E-7E54-AD77-3218-D68F98B1EFC6}"/>
                </a:ext>
              </a:extLst>
            </p:cNvPr>
            <p:cNvSpPr/>
            <p:nvPr/>
          </p:nvSpPr>
          <p:spPr>
            <a:xfrm>
              <a:off x="6296168" y="5221702"/>
              <a:ext cx="477" cy="3343"/>
            </a:xfrm>
            <a:custGeom>
              <a:avLst/>
              <a:gdLst>
                <a:gd name="csX0" fmla="*/ 478 w 477"/>
                <a:gd name="csY0" fmla="*/ 1433 h 3343"/>
                <a:gd name="csX1" fmla="*/ 478 w 477"/>
                <a:gd name="csY1" fmla="*/ 2389 h 3343"/>
                <a:gd name="csX2" fmla="*/ 478 w 477"/>
                <a:gd name="csY2" fmla="*/ 3344 h 3343"/>
                <a:gd name="csX3" fmla="*/ 478 w 477"/>
                <a:gd name="csY3" fmla="*/ 2389 h 3343"/>
                <a:gd name="csX4" fmla="*/ 478 w 477"/>
                <a:gd name="csY4" fmla="*/ 1433 h 3343"/>
                <a:gd name="csX5" fmla="*/ 0 w 477"/>
                <a:gd name="csY5" fmla="*/ 0 h 3343"/>
                <a:gd name="csX6" fmla="*/ 478 w 477"/>
                <a:gd name="csY6" fmla="*/ 1433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3343">
                  <a:moveTo>
                    <a:pt x="478" y="1433"/>
                  </a:moveTo>
                  <a:lnTo>
                    <a:pt x="478" y="2389"/>
                  </a:lnTo>
                  <a:lnTo>
                    <a:pt x="478" y="3344"/>
                  </a:lnTo>
                  <a:lnTo>
                    <a:pt x="478" y="2389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47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" name="Freeform 1914">
              <a:extLst>
                <a:ext uri="{FF2B5EF4-FFF2-40B4-BE49-F238E27FC236}">
                  <a16:creationId xmlns:a16="http://schemas.microsoft.com/office/drawing/2014/main" id="{54D0E83C-8C3E-35A9-54A1-719F9468D3F1}"/>
                </a:ext>
              </a:extLst>
            </p:cNvPr>
            <p:cNvSpPr/>
            <p:nvPr/>
          </p:nvSpPr>
          <p:spPr>
            <a:xfrm>
              <a:off x="6288524" y="2920002"/>
              <a:ext cx="8121" cy="9076"/>
            </a:xfrm>
            <a:custGeom>
              <a:avLst/>
              <a:gdLst>
                <a:gd name="csX0" fmla="*/ 7166 w 8121"/>
                <a:gd name="csY0" fmla="*/ 478 h 9076"/>
                <a:gd name="csX1" fmla="*/ 8121 w 8121"/>
                <a:gd name="csY1" fmla="*/ 1433 h 9076"/>
                <a:gd name="csX2" fmla="*/ 7166 w 8121"/>
                <a:gd name="csY2" fmla="*/ 7644 h 9076"/>
                <a:gd name="csX3" fmla="*/ 6210 w 8121"/>
                <a:gd name="csY3" fmla="*/ 8599 h 9076"/>
                <a:gd name="csX4" fmla="*/ 4777 w 8121"/>
                <a:gd name="csY4" fmla="*/ 9077 h 9076"/>
                <a:gd name="csX5" fmla="*/ 3822 w 8121"/>
                <a:gd name="csY5" fmla="*/ 8599 h 9076"/>
                <a:gd name="csX6" fmla="*/ 2389 w 8121"/>
                <a:gd name="csY6" fmla="*/ 8121 h 9076"/>
                <a:gd name="csX7" fmla="*/ 956 w 8121"/>
                <a:gd name="csY7" fmla="*/ 8121 h 9076"/>
                <a:gd name="csX8" fmla="*/ 0 w 8121"/>
                <a:gd name="csY8" fmla="*/ 5733 h 9076"/>
                <a:gd name="csX9" fmla="*/ 0 w 8121"/>
                <a:gd name="csY9" fmla="*/ 3822 h 9076"/>
                <a:gd name="csX10" fmla="*/ 1433 w 8121"/>
                <a:gd name="csY10" fmla="*/ 1433 h 9076"/>
                <a:gd name="csX11" fmla="*/ 4777 w 8121"/>
                <a:gd name="csY11" fmla="*/ 0 h 9076"/>
                <a:gd name="csX12" fmla="*/ 7166 w 8121"/>
                <a:gd name="csY12" fmla="*/ 478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121" h="9076">
                  <a:moveTo>
                    <a:pt x="7166" y="478"/>
                  </a:moveTo>
                  <a:lnTo>
                    <a:pt x="8121" y="1433"/>
                  </a:lnTo>
                  <a:lnTo>
                    <a:pt x="7166" y="7644"/>
                  </a:lnTo>
                  <a:lnTo>
                    <a:pt x="6210" y="8599"/>
                  </a:lnTo>
                  <a:lnTo>
                    <a:pt x="4777" y="9077"/>
                  </a:lnTo>
                  <a:lnTo>
                    <a:pt x="3822" y="8599"/>
                  </a:lnTo>
                  <a:lnTo>
                    <a:pt x="2389" y="8121"/>
                  </a:lnTo>
                  <a:lnTo>
                    <a:pt x="956" y="8121"/>
                  </a:lnTo>
                  <a:lnTo>
                    <a:pt x="0" y="5733"/>
                  </a:lnTo>
                  <a:lnTo>
                    <a:pt x="0" y="3822"/>
                  </a:lnTo>
                  <a:lnTo>
                    <a:pt x="1433" y="1433"/>
                  </a:lnTo>
                  <a:lnTo>
                    <a:pt x="4777" y="0"/>
                  </a:lnTo>
                  <a:lnTo>
                    <a:pt x="71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" name="Freeform 1915">
              <a:extLst>
                <a:ext uri="{FF2B5EF4-FFF2-40B4-BE49-F238E27FC236}">
                  <a16:creationId xmlns:a16="http://schemas.microsoft.com/office/drawing/2014/main" id="{5A042423-F5A4-1F9A-16DE-2ACA85BC38AF}"/>
                </a:ext>
              </a:extLst>
            </p:cNvPr>
            <p:cNvSpPr/>
            <p:nvPr/>
          </p:nvSpPr>
          <p:spPr>
            <a:xfrm>
              <a:off x="6292824" y="5225046"/>
              <a:ext cx="3821" cy="8121"/>
            </a:xfrm>
            <a:custGeom>
              <a:avLst/>
              <a:gdLst>
                <a:gd name="csX0" fmla="*/ 3822 w 3821"/>
                <a:gd name="csY0" fmla="*/ 0 h 8121"/>
                <a:gd name="csX1" fmla="*/ 2389 w 3821"/>
                <a:gd name="csY1" fmla="*/ 1911 h 8121"/>
                <a:gd name="csX2" fmla="*/ 1433 w 3821"/>
                <a:gd name="csY2" fmla="*/ 3344 h 8121"/>
                <a:gd name="csX3" fmla="*/ 0 w 3821"/>
                <a:gd name="csY3" fmla="*/ 5733 h 8121"/>
                <a:gd name="csX4" fmla="*/ 0 w 3821"/>
                <a:gd name="csY4" fmla="*/ 8121 h 8121"/>
                <a:gd name="csX5" fmla="*/ 0 w 3821"/>
                <a:gd name="csY5" fmla="*/ 5733 h 8121"/>
                <a:gd name="csX6" fmla="*/ 1433 w 3821"/>
                <a:gd name="csY6" fmla="*/ 3344 h 8121"/>
                <a:gd name="csX7" fmla="*/ 2389 w 3821"/>
                <a:gd name="csY7" fmla="*/ 1911 h 8121"/>
                <a:gd name="csX8" fmla="*/ 3822 w 3821"/>
                <a:gd name="csY8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8121">
                  <a:moveTo>
                    <a:pt x="3822" y="0"/>
                  </a:moveTo>
                  <a:lnTo>
                    <a:pt x="2389" y="1911"/>
                  </a:lnTo>
                  <a:lnTo>
                    <a:pt x="1433" y="3344"/>
                  </a:lnTo>
                  <a:lnTo>
                    <a:pt x="0" y="5733"/>
                  </a:lnTo>
                  <a:lnTo>
                    <a:pt x="0" y="8121"/>
                  </a:lnTo>
                  <a:lnTo>
                    <a:pt x="0" y="5733"/>
                  </a:lnTo>
                  <a:lnTo>
                    <a:pt x="1433" y="3344"/>
                  </a:lnTo>
                  <a:lnTo>
                    <a:pt x="2389" y="1911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7" name="Freeform 1916">
              <a:extLst>
                <a:ext uri="{FF2B5EF4-FFF2-40B4-BE49-F238E27FC236}">
                  <a16:creationId xmlns:a16="http://schemas.microsoft.com/office/drawing/2014/main" id="{7E7968CD-1A18-9594-733C-0371C8B2A007}"/>
                </a:ext>
              </a:extLst>
            </p:cNvPr>
            <p:cNvSpPr/>
            <p:nvPr/>
          </p:nvSpPr>
          <p:spPr>
            <a:xfrm>
              <a:off x="6292824" y="3703478"/>
              <a:ext cx="3344" cy="1910"/>
            </a:xfrm>
            <a:custGeom>
              <a:avLst/>
              <a:gdLst>
                <a:gd name="csX0" fmla="*/ 3344 w 3344"/>
                <a:gd name="csY0" fmla="*/ 1911 h 1910"/>
                <a:gd name="csX1" fmla="*/ 1911 w 3344"/>
                <a:gd name="csY1" fmla="*/ 478 h 1910"/>
                <a:gd name="csX2" fmla="*/ 0 w 3344"/>
                <a:gd name="csY2" fmla="*/ 0 h 1910"/>
                <a:gd name="csX3" fmla="*/ 1911 w 3344"/>
                <a:gd name="csY3" fmla="*/ 478 h 1910"/>
                <a:gd name="csX4" fmla="*/ 3344 w 3344"/>
                <a:gd name="csY4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1910">
                  <a:moveTo>
                    <a:pt x="3344" y="1911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8" name="Freeform 1917">
              <a:extLst>
                <a:ext uri="{FF2B5EF4-FFF2-40B4-BE49-F238E27FC236}">
                  <a16:creationId xmlns:a16="http://schemas.microsoft.com/office/drawing/2014/main" id="{B4157FBF-1693-2EAB-C72C-F4A196B4E1E6}"/>
                </a:ext>
              </a:extLst>
            </p:cNvPr>
            <p:cNvSpPr/>
            <p:nvPr/>
          </p:nvSpPr>
          <p:spPr>
            <a:xfrm>
              <a:off x="6287568" y="3979606"/>
              <a:ext cx="8599" cy="9076"/>
            </a:xfrm>
            <a:custGeom>
              <a:avLst/>
              <a:gdLst>
                <a:gd name="csX0" fmla="*/ 6688 w 8599"/>
                <a:gd name="csY0" fmla="*/ 5255 h 9076"/>
                <a:gd name="csX1" fmla="*/ 8599 w 8599"/>
                <a:gd name="csY1" fmla="*/ 7644 h 9076"/>
                <a:gd name="csX2" fmla="*/ 8121 w 8599"/>
                <a:gd name="csY2" fmla="*/ 9077 h 9076"/>
                <a:gd name="csX3" fmla="*/ 8121 w 8599"/>
                <a:gd name="csY3" fmla="*/ 9077 h 9076"/>
                <a:gd name="csX4" fmla="*/ 4777 w 8599"/>
                <a:gd name="csY4" fmla="*/ 8121 h 9076"/>
                <a:gd name="csX5" fmla="*/ 4300 w 8599"/>
                <a:gd name="csY5" fmla="*/ 8599 h 9076"/>
                <a:gd name="csX6" fmla="*/ 3344 w 8599"/>
                <a:gd name="csY6" fmla="*/ 8599 h 9076"/>
                <a:gd name="csX7" fmla="*/ 2389 w 8599"/>
                <a:gd name="csY7" fmla="*/ 7166 h 9076"/>
                <a:gd name="csX8" fmla="*/ 2867 w 8599"/>
                <a:gd name="csY8" fmla="*/ 6688 h 9076"/>
                <a:gd name="csX9" fmla="*/ 2389 w 8599"/>
                <a:gd name="csY9" fmla="*/ 5733 h 9076"/>
                <a:gd name="csX10" fmla="*/ 1911 w 8599"/>
                <a:gd name="csY10" fmla="*/ 5255 h 9076"/>
                <a:gd name="csX11" fmla="*/ 478 w 8599"/>
                <a:gd name="csY11" fmla="*/ 6688 h 9076"/>
                <a:gd name="csX12" fmla="*/ 0 w 8599"/>
                <a:gd name="csY12" fmla="*/ 6688 h 9076"/>
                <a:gd name="csX13" fmla="*/ 0 w 8599"/>
                <a:gd name="csY13" fmla="*/ 5733 h 9076"/>
                <a:gd name="csX14" fmla="*/ 956 w 8599"/>
                <a:gd name="csY14" fmla="*/ 3344 h 9076"/>
                <a:gd name="csX15" fmla="*/ 1433 w 8599"/>
                <a:gd name="csY15" fmla="*/ 2866 h 9076"/>
                <a:gd name="csX16" fmla="*/ 2389 w 8599"/>
                <a:gd name="csY16" fmla="*/ 3344 h 9076"/>
                <a:gd name="csX17" fmla="*/ 3344 w 8599"/>
                <a:gd name="csY17" fmla="*/ 3344 h 9076"/>
                <a:gd name="csX18" fmla="*/ 3822 w 8599"/>
                <a:gd name="csY18" fmla="*/ 1911 h 9076"/>
                <a:gd name="csX19" fmla="*/ 3822 w 8599"/>
                <a:gd name="csY19" fmla="*/ 478 h 9076"/>
                <a:gd name="csX20" fmla="*/ 3822 w 8599"/>
                <a:gd name="csY20" fmla="*/ 0 h 9076"/>
                <a:gd name="csX21" fmla="*/ 4777 w 8599"/>
                <a:gd name="csY21" fmla="*/ 1911 h 9076"/>
                <a:gd name="csX22" fmla="*/ 5255 w 8599"/>
                <a:gd name="csY22" fmla="*/ 4777 h 9076"/>
                <a:gd name="csX23" fmla="*/ 6688 w 8599"/>
                <a:gd name="csY23" fmla="*/ 5255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8599" h="9076">
                  <a:moveTo>
                    <a:pt x="6688" y="5255"/>
                  </a:moveTo>
                  <a:lnTo>
                    <a:pt x="8599" y="7644"/>
                  </a:lnTo>
                  <a:lnTo>
                    <a:pt x="8121" y="9077"/>
                  </a:lnTo>
                  <a:lnTo>
                    <a:pt x="8121" y="9077"/>
                  </a:lnTo>
                  <a:lnTo>
                    <a:pt x="4777" y="8121"/>
                  </a:lnTo>
                  <a:lnTo>
                    <a:pt x="4300" y="8599"/>
                  </a:lnTo>
                  <a:lnTo>
                    <a:pt x="3344" y="8599"/>
                  </a:lnTo>
                  <a:lnTo>
                    <a:pt x="2389" y="7166"/>
                  </a:lnTo>
                  <a:lnTo>
                    <a:pt x="2867" y="6688"/>
                  </a:lnTo>
                  <a:lnTo>
                    <a:pt x="2389" y="5733"/>
                  </a:lnTo>
                  <a:lnTo>
                    <a:pt x="1911" y="5255"/>
                  </a:lnTo>
                  <a:lnTo>
                    <a:pt x="478" y="6688"/>
                  </a:lnTo>
                  <a:lnTo>
                    <a:pt x="0" y="6688"/>
                  </a:lnTo>
                  <a:lnTo>
                    <a:pt x="0" y="5733"/>
                  </a:lnTo>
                  <a:lnTo>
                    <a:pt x="956" y="3344"/>
                  </a:lnTo>
                  <a:lnTo>
                    <a:pt x="1433" y="2866"/>
                  </a:lnTo>
                  <a:lnTo>
                    <a:pt x="2389" y="3344"/>
                  </a:lnTo>
                  <a:lnTo>
                    <a:pt x="3344" y="3344"/>
                  </a:lnTo>
                  <a:lnTo>
                    <a:pt x="3822" y="1911"/>
                  </a:lnTo>
                  <a:lnTo>
                    <a:pt x="3822" y="478"/>
                  </a:lnTo>
                  <a:lnTo>
                    <a:pt x="3822" y="0"/>
                  </a:lnTo>
                  <a:lnTo>
                    <a:pt x="4777" y="1911"/>
                  </a:lnTo>
                  <a:lnTo>
                    <a:pt x="5255" y="4777"/>
                  </a:lnTo>
                  <a:lnTo>
                    <a:pt x="6688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9" name="Freeform 1918">
              <a:extLst>
                <a:ext uri="{FF2B5EF4-FFF2-40B4-BE49-F238E27FC236}">
                  <a16:creationId xmlns:a16="http://schemas.microsoft.com/office/drawing/2014/main" id="{4F38A93D-CD25-A2E1-C92F-764846E54BC8}"/>
                </a:ext>
              </a:extLst>
            </p:cNvPr>
            <p:cNvSpPr/>
            <p:nvPr/>
          </p:nvSpPr>
          <p:spPr>
            <a:xfrm>
              <a:off x="6292824" y="3979128"/>
              <a:ext cx="2388" cy="3821"/>
            </a:xfrm>
            <a:custGeom>
              <a:avLst/>
              <a:gdLst>
                <a:gd name="csX0" fmla="*/ 2389 w 2388"/>
                <a:gd name="csY0" fmla="*/ 2867 h 3821"/>
                <a:gd name="csX1" fmla="*/ 2389 w 2388"/>
                <a:gd name="csY1" fmla="*/ 3822 h 3821"/>
                <a:gd name="csX2" fmla="*/ 1433 w 2388"/>
                <a:gd name="csY2" fmla="*/ 3822 h 3821"/>
                <a:gd name="csX3" fmla="*/ 478 w 2388"/>
                <a:gd name="csY3" fmla="*/ 1911 h 3821"/>
                <a:gd name="csX4" fmla="*/ 0 w 2388"/>
                <a:gd name="csY4" fmla="*/ 478 h 3821"/>
                <a:gd name="csX5" fmla="*/ 478 w 2388"/>
                <a:gd name="csY5" fmla="*/ 0 h 3821"/>
                <a:gd name="csX6" fmla="*/ 956 w 2388"/>
                <a:gd name="csY6" fmla="*/ 478 h 3821"/>
                <a:gd name="csX7" fmla="*/ 1433 w 2388"/>
                <a:gd name="csY7" fmla="*/ 956 h 3821"/>
                <a:gd name="csX8" fmla="*/ 1433 w 2388"/>
                <a:gd name="csY8" fmla="*/ 1433 h 3821"/>
                <a:gd name="csX9" fmla="*/ 1433 w 2388"/>
                <a:gd name="csY9" fmla="*/ 2389 h 3821"/>
                <a:gd name="csX10" fmla="*/ 2389 w 2388"/>
                <a:gd name="csY10" fmla="*/ 2867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3821">
                  <a:moveTo>
                    <a:pt x="2389" y="2867"/>
                  </a:moveTo>
                  <a:lnTo>
                    <a:pt x="2389" y="3822"/>
                  </a:lnTo>
                  <a:lnTo>
                    <a:pt x="1433" y="3822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478"/>
                  </a:lnTo>
                  <a:lnTo>
                    <a:pt x="1433" y="956"/>
                  </a:lnTo>
                  <a:lnTo>
                    <a:pt x="1433" y="1433"/>
                  </a:lnTo>
                  <a:lnTo>
                    <a:pt x="1433" y="2389"/>
                  </a:lnTo>
                  <a:lnTo>
                    <a:pt x="2389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0" name="Freeform 1919">
              <a:extLst>
                <a:ext uri="{FF2B5EF4-FFF2-40B4-BE49-F238E27FC236}">
                  <a16:creationId xmlns:a16="http://schemas.microsoft.com/office/drawing/2014/main" id="{AAF55580-4742-C3B4-1399-32CF2E359EDA}"/>
                </a:ext>
              </a:extLst>
            </p:cNvPr>
            <p:cNvSpPr/>
            <p:nvPr/>
          </p:nvSpPr>
          <p:spPr>
            <a:xfrm>
              <a:off x="6291390" y="3971006"/>
              <a:ext cx="3343" cy="6210"/>
            </a:xfrm>
            <a:custGeom>
              <a:avLst/>
              <a:gdLst>
                <a:gd name="csX0" fmla="*/ 2866 w 3343"/>
                <a:gd name="csY0" fmla="*/ 0 h 6210"/>
                <a:gd name="csX1" fmla="*/ 3344 w 3343"/>
                <a:gd name="csY1" fmla="*/ 956 h 6210"/>
                <a:gd name="csX2" fmla="*/ 3344 w 3343"/>
                <a:gd name="csY2" fmla="*/ 4777 h 6210"/>
                <a:gd name="csX3" fmla="*/ 2389 w 3343"/>
                <a:gd name="csY3" fmla="*/ 5255 h 6210"/>
                <a:gd name="csX4" fmla="*/ 1911 w 3343"/>
                <a:gd name="csY4" fmla="*/ 5733 h 6210"/>
                <a:gd name="csX5" fmla="*/ 955 w 3343"/>
                <a:gd name="csY5" fmla="*/ 5255 h 6210"/>
                <a:gd name="csX6" fmla="*/ 478 w 3343"/>
                <a:gd name="csY6" fmla="*/ 5733 h 6210"/>
                <a:gd name="csX7" fmla="*/ 0 w 3343"/>
                <a:gd name="csY7" fmla="*/ 6211 h 6210"/>
                <a:gd name="csX8" fmla="*/ 0 w 3343"/>
                <a:gd name="csY8" fmla="*/ 4300 h 6210"/>
                <a:gd name="csX9" fmla="*/ 478 w 3343"/>
                <a:gd name="csY9" fmla="*/ 1911 h 6210"/>
                <a:gd name="csX10" fmla="*/ 1433 w 3343"/>
                <a:gd name="csY10" fmla="*/ 478 h 6210"/>
                <a:gd name="csX11" fmla="*/ 2866 w 3343"/>
                <a:gd name="csY11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3" h="6210">
                  <a:moveTo>
                    <a:pt x="2866" y="0"/>
                  </a:moveTo>
                  <a:lnTo>
                    <a:pt x="3344" y="956"/>
                  </a:lnTo>
                  <a:lnTo>
                    <a:pt x="3344" y="4777"/>
                  </a:lnTo>
                  <a:lnTo>
                    <a:pt x="2389" y="5255"/>
                  </a:lnTo>
                  <a:lnTo>
                    <a:pt x="1911" y="5733"/>
                  </a:lnTo>
                  <a:lnTo>
                    <a:pt x="955" y="5255"/>
                  </a:lnTo>
                  <a:lnTo>
                    <a:pt x="478" y="5733"/>
                  </a:lnTo>
                  <a:lnTo>
                    <a:pt x="0" y="6211"/>
                  </a:lnTo>
                  <a:lnTo>
                    <a:pt x="0" y="4300"/>
                  </a:lnTo>
                  <a:lnTo>
                    <a:pt x="478" y="1911"/>
                  </a:lnTo>
                  <a:lnTo>
                    <a:pt x="1433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1" name="Freeform 1920">
              <a:extLst>
                <a:ext uri="{FF2B5EF4-FFF2-40B4-BE49-F238E27FC236}">
                  <a16:creationId xmlns:a16="http://schemas.microsoft.com/office/drawing/2014/main" id="{E5BE4F11-9F6F-8DC3-9433-B5EF7F19B3EA}"/>
                </a:ext>
              </a:extLst>
            </p:cNvPr>
            <p:cNvSpPr/>
            <p:nvPr/>
          </p:nvSpPr>
          <p:spPr>
            <a:xfrm>
              <a:off x="6287091" y="5202115"/>
              <a:ext cx="7165" cy="14331"/>
            </a:xfrm>
            <a:custGeom>
              <a:avLst/>
              <a:gdLst>
                <a:gd name="csX0" fmla="*/ 5255 w 7165"/>
                <a:gd name="csY0" fmla="*/ 9077 h 14331"/>
                <a:gd name="csX1" fmla="*/ 7166 w 7165"/>
                <a:gd name="csY1" fmla="*/ 14332 h 14331"/>
                <a:gd name="csX2" fmla="*/ 5255 w 7165"/>
                <a:gd name="csY2" fmla="*/ 9077 h 14331"/>
                <a:gd name="csX3" fmla="*/ 2866 w 7165"/>
                <a:gd name="csY3" fmla="*/ 3822 h 14331"/>
                <a:gd name="csX4" fmla="*/ 1911 w 7165"/>
                <a:gd name="csY4" fmla="*/ 2389 h 14331"/>
                <a:gd name="csX5" fmla="*/ 0 w 7165"/>
                <a:gd name="csY5" fmla="*/ 0 h 14331"/>
                <a:gd name="csX6" fmla="*/ 1911 w 7165"/>
                <a:gd name="csY6" fmla="*/ 2389 h 14331"/>
                <a:gd name="csX7" fmla="*/ 2866 w 7165"/>
                <a:gd name="csY7" fmla="*/ 3822 h 14331"/>
                <a:gd name="csX8" fmla="*/ 5255 w 7165"/>
                <a:gd name="csY8" fmla="*/ 9077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65" h="14331">
                  <a:moveTo>
                    <a:pt x="5255" y="9077"/>
                  </a:moveTo>
                  <a:lnTo>
                    <a:pt x="7166" y="14332"/>
                  </a:lnTo>
                  <a:lnTo>
                    <a:pt x="5255" y="9077"/>
                  </a:lnTo>
                  <a:lnTo>
                    <a:pt x="2866" y="3822"/>
                  </a:lnTo>
                  <a:lnTo>
                    <a:pt x="1911" y="2389"/>
                  </a:lnTo>
                  <a:lnTo>
                    <a:pt x="0" y="0"/>
                  </a:lnTo>
                  <a:lnTo>
                    <a:pt x="1911" y="2389"/>
                  </a:lnTo>
                  <a:lnTo>
                    <a:pt x="2866" y="3822"/>
                  </a:lnTo>
                  <a:lnTo>
                    <a:pt x="5255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2" name="Freeform 1921">
              <a:extLst>
                <a:ext uri="{FF2B5EF4-FFF2-40B4-BE49-F238E27FC236}">
                  <a16:creationId xmlns:a16="http://schemas.microsoft.com/office/drawing/2014/main" id="{F7917C6C-D49F-EE82-F5CA-F9682260225B}"/>
                </a:ext>
              </a:extLst>
            </p:cNvPr>
            <p:cNvSpPr/>
            <p:nvPr/>
          </p:nvSpPr>
          <p:spPr>
            <a:xfrm>
              <a:off x="6292824" y="5233168"/>
              <a:ext cx="955" cy="5255"/>
            </a:xfrm>
            <a:custGeom>
              <a:avLst/>
              <a:gdLst>
                <a:gd name="csX0" fmla="*/ 478 w 955"/>
                <a:gd name="csY0" fmla="*/ 3344 h 5255"/>
                <a:gd name="csX1" fmla="*/ 956 w 955"/>
                <a:gd name="csY1" fmla="*/ 5255 h 5255"/>
                <a:gd name="csX2" fmla="*/ 0 w 955"/>
                <a:gd name="csY2" fmla="*/ 3344 h 5255"/>
                <a:gd name="csX3" fmla="*/ 0 w 955"/>
                <a:gd name="csY3" fmla="*/ 0 h 5255"/>
                <a:gd name="csX4" fmla="*/ 478 w 955"/>
                <a:gd name="csY4" fmla="*/ 3344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5255">
                  <a:moveTo>
                    <a:pt x="478" y="3344"/>
                  </a:moveTo>
                  <a:lnTo>
                    <a:pt x="956" y="5255"/>
                  </a:lnTo>
                  <a:lnTo>
                    <a:pt x="0" y="3344"/>
                  </a:lnTo>
                  <a:lnTo>
                    <a:pt x="0" y="0"/>
                  </a:lnTo>
                  <a:lnTo>
                    <a:pt x="478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3" name="Freeform 1922">
              <a:extLst>
                <a:ext uri="{FF2B5EF4-FFF2-40B4-BE49-F238E27FC236}">
                  <a16:creationId xmlns:a16="http://schemas.microsoft.com/office/drawing/2014/main" id="{867EEA60-D61F-B911-A342-5B70D7B133F0}"/>
                </a:ext>
              </a:extLst>
            </p:cNvPr>
            <p:cNvSpPr/>
            <p:nvPr/>
          </p:nvSpPr>
          <p:spPr>
            <a:xfrm>
              <a:off x="6288046" y="3365246"/>
              <a:ext cx="4299" cy="2388"/>
            </a:xfrm>
            <a:custGeom>
              <a:avLst/>
              <a:gdLst>
                <a:gd name="csX0" fmla="*/ 3822 w 4299"/>
                <a:gd name="csY0" fmla="*/ 0 h 2388"/>
                <a:gd name="csX1" fmla="*/ 4299 w 4299"/>
                <a:gd name="csY1" fmla="*/ 956 h 2388"/>
                <a:gd name="csX2" fmla="*/ 4299 w 4299"/>
                <a:gd name="csY2" fmla="*/ 1911 h 2388"/>
                <a:gd name="csX3" fmla="*/ 2866 w 4299"/>
                <a:gd name="csY3" fmla="*/ 2389 h 2388"/>
                <a:gd name="csX4" fmla="*/ 1911 w 4299"/>
                <a:gd name="csY4" fmla="*/ 1433 h 2388"/>
                <a:gd name="csX5" fmla="*/ 478 w 4299"/>
                <a:gd name="csY5" fmla="*/ 1433 h 2388"/>
                <a:gd name="csX6" fmla="*/ 0 w 4299"/>
                <a:gd name="csY6" fmla="*/ 956 h 2388"/>
                <a:gd name="csX7" fmla="*/ 956 w 4299"/>
                <a:gd name="csY7" fmla="*/ 478 h 2388"/>
                <a:gd name="csX8" fmla="*/ 1911 w 4299"/>
                <a:gd name="csY8" fmla="*/ 0 h 2388"/>
                <a:gd name="csX9" fmla="*/ 3822 w 4299"/>
                <a:gd name="csY9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2388">
                  <a:moveTo>
                    <a:pt x="3822" y="0"/>
                  </a:moveTo>
                  <a:lnTo>
                    <a:pt x="4299" y="956"/>
                  </a:lnTo>
                  <a:lnTo>
                    <a:pt x="4299" y="1911"/>
                  </a:lnTo>
                  <a:lnTo>
                    <a:pt x="2866" y="2389"/>
                  </a:lnTo>
                  <a:lnTo>
                    <a:pt x="1911" y="1433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4" name="Freeform 1923">
              <a:extLst>
                <a:ext uri="{FF2B5EF4-FFF2-40B4-BE49-F238E27FC236}">
                  <a16:creationId xmlns:a16="http://schemas.microsoft.com/office/drawing/2014/main" id="{D15B3DC1-20EC-5717-975B-BF5EDD55CF7C}"/>
                </a:ext>
              </a:extLst>
            </p:cNvPr>
            <p:cNvSpPr/>
            <p:nvPr/>
          </p:nvSpPr>
          <p:spPr>
            <a:xfrm>
              <a:off x="6289479" y="3941865"/>
              <a:ext cx="2866" cy="477"/>
            </a:xfrm>
            <a:custGeom>
              <a:avLst/>
              <a:gdLst>
                <a:gd name="csX0" fmla="*/ 2866 w 2866"/>
                <a:gd name="csY0" fmla="*/ 0 h 477"/>
                <a:gd name="csX1" fmla="*/ 2866 w 2866"/>
                <a:gd name="csY1" fmla="*/ 0 h 477"/>
                <a:gd name="csX2" fmla="*/ 1433 w 2866"/>
                <a:gd name="csY2" fmla="*/ 478 h 477"/>
                <a:gd name="csX3" fmla="*/ 0 w 2866"/>
                <a:gd name="csY3" fmla="*/ 478 h 477"/>
                <a:gd name="csX4" fmla="*/ 0 w 2866"/>
                <a:gd name="csY4" fmla="*/ 478 h 477"/>
                <a:gd name="csX5" fmla="*/ 1433 w 2866"/>
                <a:gd name="csY5" fmla="*/ 478 h 477"/>
                <a:gd name="csX6" fmla="*/ 2866 w 2866"/>
                <a:gd name="csY6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477">
                  <a:moveTo>
                    <a:pt x="2866" y="0"/>
                  </a:moveTo>
                  <a:lnTo>
                    <a:pt x="2866" y="0"/>
                  </a:lnTo>
                  <a:lnTo>
                    <a:pt x="1433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1433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" name="Freeform 1924">
              <a:extLst>
                <a:ext uri="{FF2B5EF4-FFF2-40B4-BE49-F238E27FC236}">
                  <a16:creationId xmlns:a16="http://schemas.microsoft.com/office/drawing/2014/main" id="{239610FF-B458-EEA6-0744-3FD87380D760}"/>
                </a:ext>
              </a:extLst>
            </p:cNvPr>
            <p:cNvSpPr/>
            <p:nvPr/>
          </p:nvSpPr>
          <p:spPr>
            <a:xfrm>
              <a:off x="6291390" y="4865794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0 w 955"/>
                <a:gd name="csY1" fmla="*/ 0 h 477"/>
                <a:gd name="csX2" fmla="*/ 0 w 955"/>
                <a:gd name="csY2" fmla="*/ 0 h 477"/>
                <a:gd name="csX3" fmla="*/ 955 w 955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" name="Freeform 1925">
              <a:extLst>
                <a:ext uri="{FF2B5EF4-FFF2-40B4-BE49-F238E27FC236}">
                  <a16:creationId xmlns:a16="http://schemas.microsoft.com/office/drawing/2014/main" id="{84BA1091-F111-E6EA-2D61-988354090796}"/>
                </a:ext>
              </a:extLst>
            </p:cNvPr>
            <p:cNvSpPr/>
            <p:nvPr/>
          </p:nvSpPr>
          <p:spPr>
            <a:xfrm>
              <a:off x="6290913" y="4863405"/>
              <a:ext cx="477" cy="2388"/>
            </a:xfrm>
            <a:custGeom>
              <a:avLst/>
              <a:gdLst>
                <a:gd name="csX0" fmla="*/ 0 w 477"/>
                <a:gd name="csY0" fmla="*/ 1433 h 2388"/>
                <a:gd name="csX1" fmla="*/ 478 w 477"/>
                <a:gd name="csY1" fmla="*/ 2389 h 2388"/>
                <a:gd name="csX2" fmla="*/ 0 w 477"/>
                <a:gd name="csY2" fmla="*/ 1433 h 2388"/>
                <a:gd name="csX3" fmla="*/ 0 w 477"/>
                <a:gd name="csY3" fmla="*/ 0 h 2388"/>
                <a:gd name="csX4" fmla="*/ 0 w 477"/>
                <a:gd name="csY4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388">
                  <a:moveTo>
                    <a:pt x="0" y="1433"/>
                  </a:moveTo>
                  <a:lnTo>
                    <a:pt x="478" y="2389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7" name="Freeform 1926">
              <a:extLst>
                <a:ext uri="{FF2B5EF4-FFF2-40B4-BE49-F238E27FC236}">
                  <a16:creationId xmlns:a16="http://schemas.microsoft.com/office/drawing/2014/main" id="{F39C610E-D52D-481A-6238-B609B1DCF6C8}"/>
                </a:ext>
              </a:extLst>
            </p:cNvPr>
            <p:cNvSpPr/>
            <p:nvPr/>
          </p:nvSpPr>
          <p:spPr>
            <a:xfrm>
              <a:off x="6289002" y="3906513"/>
              <a:ext cx="955" cy="4299"/>
            </a:xfrm>
            <a:custGeom>
              <a:avLst/>
              <a:gdLst>
                <a:gd name="csX0" fmla="*/ 478 w 955"/>
                <a:gd name="csY0" fmla="*/ 956 h 4299"/>
                <a:gd name="csX1" fmla="*/ 955 w 955"/>
                <a:gd name="csY1" fmla="*/ 4300 h 4299"/>
                <a:gd name="csX2" fmla="*/ 0 w 955"/>
                <a:gd name="csY2" fmla="*/ 956 h 4299"/>
                <a:gd name="csX3" fmla="*/ 955 w 955"/>
                <a:gd name="csY3" fmla="*/ 0 h 4299"/>
                <a:gd name="csX4" fmla="*/ 478 w 955"/>
                <a:gd name="csY4" fmla="*/ 95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299">
                  <a:moveTo>
                    <a:pt x="478" y="956"/>
                  </a:moveTo>
                  <a:lnTo>
                    <a:pt x="955" y="4300"/>
                  </a:lnTo>
                  <a:lnTo>
                    <a:pt x="0" y="956"/>
                  </a:lnTo>
                  <a:lnTo>
                    <a:pt x="955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8" name="Freeform 1927">
              <a:extLst>
                <a:ext uri="{FF2B5EF4-FFF2-40B4-BE49-F238E27FC236}">
                  <a16:creationId xmlns:a16="http://schemas.microsoft.com/office/drawing/2014/main" id="{6F8E46F0-EE81-AF67-E994-F90A66AC68F8}"/>
                </a:ext>
              </a:extLst>
            </p:cNvPr>
            <p:cNvSpPr/>
            <p:nvPr/>
          </p:nvSpPr>
          <p:spPr>
            <a:xfrm>
              <a:off x="6286613" y="3948553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955 w 955"/>
                <a:gd name="csY1" fmla="*/ 478 h 477"/>
                <a:gd name="csX2" fmla="*/ 0 w 955"/>
                <a:gd name="csY2" fmla="*/ 0 h 477"/>
                <a:gd name="csX3" fmla="*/ 0 w 955"/>
                <a:gd name="csY3" fmla="*/ 0 h 477"/>
                <a:gd name="csX4" fmla="*/ 955 w 955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9" name="Freeform 1928">
              <a:extLst>
                <a:ext uri="{FF2B5EF4-FFF2-40B4-BE49-F238E27FC236}">
                  <a16:creationId xmlns:a16="http://schemas.microsoft.com/office/drawing/2014/main" id="{7DFC93D3-5D24-9576-85EA-FDBFB4182BE0}"/>
                </a:ext>
              </a:extLst>
            </p:cNvPr>
            <p:cNvSpPr/>
            <p:nvPr/>
          </p:nvSpPr>
          <p:spPr>
            <a:xfrm>
              <a:off x="6282791" y="2983062"/>
              <a:ext cx="4299" cy="21020"/>
            </a:xfrm>
            <a:custGeom>
              <a:avLst/>
              <a:gdLst>
                <a:gd name="csX0" fmla="*/ 4300 w 4299"/>
                <a:gd name="csY0" fmla="*/ 6211 h 21020"/>
                <a:gd name="csX1" fmla="*/ 4300 w 4299"/>
                <a:gd name="csY1" fmla="*/ 8599 h 21020"/>
                <a:gd name="csX2" fmla="*/ 3822 w 4299"/>
                <a:gd name="csY2" fmla="*/ 13377 h 21020"/>
                <a:gd name="csX3" fmla="*/ 2389 w 4299"/>
                <a:gd name="csY3" fmla="*/ 17676 h 21020"/>
                <a:gd name="csX4" fmla="*/ 478 w 4299"/>
                <a:gd name="csY4" fmla="*/ 21020 h 21020"/>
                <a:gd name="csX5" fmla="*/ 2389 w 4299"/>
                <a:gd name="csY5" fmla="*/ 17676 h 21020"/>
                <a:gd name="csX6" fmla="*/ 3822 w 4299"/>
                <a:gd name="csY6" fmla="*/ 13377 h 21020"/>
                <a:gd name="csX7" fmla="*/ 4300 w 4299"/>
                <a:gd name="csY7" fmla="*/ 8599 h 21020"/>
                <a:gd name="csX8" fmla="*/ 4300 w 4299"/>
                <a:gd name="csY8" fmla="*/ 6211 h 21020"/>
                <a:gd name="csX9" fmla="*/ 2867 w 4299"/>
                <a:gd name="csY9" fmla="*/ 4300 h 21020"/>
                <a:gd name="csX10" fmla="*/ 0 w 4299"/>
                <a:gd name="csY10" fmla="*/ 0 h 21020"/>
                <a:gd name="csX11" fmla="*/ 0 w 4299"/>
                <a:gd name="csY11" fmla="*/ 0 h 21020"/>
                <a:gd name="csX12" fmla="*/ 3344 w 4299"/>
                <a:gd name="csY12" fmla="*/ 4300 h 21020"/>
                <a:gd name="csX13" fmla="*/ 4300 w 4299"/>
                <a:gd name="csY13" fmla="*/ 6211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21020">
                  <a:moveTo>
                    <a:pt x="4300" y="6211"/>
                  </a:moveTo>
                  <a:lnTo>
                    <a:pt x="4300" y="8599"/>
                  </a:lnTo>
                  <a:lnTo>
                    <a:pt x="3822" y="13377"/>
                  </a:lnTo>
                  <a:lnTo>
                    <a:pt x="2389" y="17676"/>
                  </a:lnTo>
                  <a:lnTo>
                    <a:pt x="478" y="21020"/>
                  </a:lnTo>
                  <a:lnTo>
                    <a:pt x="2389" y="17676"/>
                  </a:lnTo>
                  <a:lnTo>
                    <a:pt x="3822" y="13377"/>
                  </a:lnTo>
                  <a:lnTo>
                    <a:pt x="4300" y="8599"/>
                  </a:lnTo>
                  <a:lnTo>
                    <a:pt x="4300" y="6211"/>
                  </a:lnTo>
                  <a:lnTo>
                    <a:pt x="2867" y="43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344" y="4300"/>
                  </a:lnTo>
                  <a:lnTo>
                    <a:pt x="4300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0" name="Freeform 1929">
              <a:extLst>
                <a:ext uri="{FF2B5EF4-FFF2-40B4-BE49-F238E27FC236}">
                  <a16:creationId xmlns:a16="http://schemas.microsoft.com/office/drawing/2014/main" id="{52707163-EEC3-7B43-1021-F18DCEE68328}"/>
                </a:ext>
              </a:extLst>
            </p:cNvPr>
            <p:cNvSpPr/>
            <p:nvPr/>
          </p:nvSpPr>
          <p:spPr>
            <a:xfrm>
              <a:off x="6249350" y="3857785"/>
              <a:ext cx="37740" cy="41084"/>
            </a:xfrm>
            <a:custGeom>
              <a:avLst/>
              <a:gdLst>
                <a:gd name="csX0" fmla="*/ 37741 w 37740"/>
                <a:gd name="csY0" fmla="*/ 16243 h 41084"/>
                <a:gd name="csX1" fmla="*/ 37741 w 37740"/>
                <a:gd name="csY1" fmla="*/ 17198 h 41084"/>
                <a:gd name="csX2" fmla="*/ 37741 w 37740"/>
                <a:gd name="csY2" fmla="*/ 17676 h 41084"/>
                <a:gd name="csX3" fmla="*/ 35352 w 37740"/>
                <a:gd name="csY3" fmla="*/ 18631 h 41084"/>
                <a:gd name="csX4" fmla="*/ 34874 w 37740"/>
                <a:gd name="csY4" fmla="*/ 19587 h 41084"/>
                <a:gd name="csX5" fmla="*/ 33441 w 37740"/>
                <a:gd name="csY5" fmla="*/ 19587 h 41084"/>
                <a:gd name="csX6" fmla="*/ 32008 w 37740"/>
                <a:gd name="csY6" fmla="*/ 19587 h 41084"/>
                <a:gd name="csX7" fmla="*/ 31530 w 37740"/>
                <a:gd name="csY7" fmla="*/ 20064 h 41084"/>
                <a:gd name="csX8" fmla="*/ 32486 w 37740"/>
                <a:gd name="csY8" fmla="*/ 21020 h 41084"/>
                <a:gd name="csX9" fmla="*/ 32963 w 37740"/>
                <a:gd name="csY9" fmla="*/ 22453 h 41084"/>
                <a:gd name="csX10" fmla="*/ 32486 w 37740"/>
                <a:gd name="csY10" fmla="*/ 24364 h 41084"/>
                <a:gd name="csX11" fmla="*/ 32486 w 37740"/>
                <a:gd name="csY11" fmla="*/ 24842 h 41084"/>
                <a:gd name="csX12" fmla="*/ 32008 w 37740"/>
                <a:gd name="csY12" fmla="*/ 24364 h 41084"/>
                <a:gd name="csX13" fmla="*/ 29619 w 37740"/>
                <a:gd name="csY13" fmla="*/ 25797 h 41084"/>
                <a:gd name="csX14" fmla="*/ 28186 w 37740"/>
                <a:gd name="csY14" fmla="*/ 26275 h 41084"/>
                <a:gd name="csX15" fmla="*/ 26753 w 37740"/>
                <a:gd name="csY15" fmla="*/ 26275 h 41084"/>
                <a:gd name="csX16" fmla="*/ 26275 w 37740"/>
                <a:gd name="csY16" fmla="*/ 25797 h 41084"/>
                <a:gd name="csX17" fmla="*/ 25798 w 37740"/>
                <a:gd name="csY17" fmla="*/ 25320 h 41084"/>
                <a:gd name="csX18" fmla="*/ 25798 w 37740"/>
                <a:gd name="csY18" fmla="*/ 23409 h 41084"/>
                <a:gd name="csX19" fmla="*/ 25798 w 37740"/>
                <a:gd name="csY19" fmla="*/ 22453 h 41084"/>
                <a:gd name="csX20" fmla="*/ 25320 w 37740"/>
                <a:gd name="csY20" fmla="*/ 21975 h 41084"/>
                <a:gd name="csX21" fmla="*/ 24364 w 37740"/>
                <a:gd name="csY21" fmla="*/ 22453 h 41084"/>
                <a:gd name="csX22" fmla="*/ 22931 w 37740"/>
                <a:gd name="csY22" fmla="*/ 24364 h 41084"/>
                <a:gd name="csX23" fmla="*/ 21976 w 37740"/>
                <a:gd name="csY23" fmla="*/ 25797 h 41084"/>
                <a:gd name="csX24" fmla="*/ 20543 w 37740"/>
                <a:gd name="csY24" fmla="*/ 27708 h 41084"/>
                <a:gd name="csX25" fmla="*/ 19109 w 37740"/>
                <a:gd name="csY25" fmla="*/ 29619 h 41084"/>
                <a:gd name="csX26" fmla="*/ 17676 w 37740"/>
                <a:gd name="csY26" fmla="*/ 32008 h 41084"/>
                <a:gd name="csX27" fmla="*/ 16721 w 37740"/>
                <a:gd name="csY27" fmla="*/ 33919 h 41084"/>
                <a:gd name="csX28" fmla="*/ 17676 w 37740"/>
                <a:gd name="csY28" fmla="*/ 34874 h 41084"/>
                <a:gd name="csX29" fmla="*/ 18154 w 37740"/>
                <a:gd name="csY29" fmla="*/ 36307 h 41084"/>
                <a:gd name="csX30" fmla="*/ 18154 w 37740"/>
                <a:gd name="csY30" fmla="*/ 37263 h 41084"/>
                <a:gd name="csX31" fmla="*/ 18154 w 37740"/>
                <a:gd name="csY31" fmla="*/ 38218 h 41084"/>
                <a:gd name="csX32" fmla="*/ 18154 w 37740"/>
                <a:gd name="csY32" fmla="*/ 40129 h 41084"/>
                <a:gd name="csX33" fmla="*/ 18154 w 37740"/>
                <a:gd name="csY33" fmla="*/ 41085 h 41084"/>
                <a:gd name="csX34" fmla="*/ 14810 w 37740"/>
                <a:gd name="csY34" fmla="*/ 39174 h 41084"/>
                <a:gd name="csX35" fmla="*/ 13854 w 37740"/>
                <a:gd name="csY35" fmla="*/ 36785 h 41084"/>
                <a:gd name="csX36" fmla="*/ 9077 w 37740"/>
                <a:gd name="csY36" fmla="*/ 32008 h 41084"/>
                <a:gd name="csX37" fmla="*/ 3822 w 37740"/>
                <a:gd name="csY37" fmla="*/ 28664 h 41084"/>
                <a:gd name="csX38" fmla="*/ 3822 w 37740"/>
                <a:gd name="csY38" fmla="*/ 28186 h 41084"/>
                <a:gd name="csX39" fmla="*/ 3822 w 37740"/>
                <a:gd name="csY39" fmla="*/ 27708 h 41084"/>
                <a:gd name="csX40" fmla="*/ 4300 w 37740"/>
                <a:gd name="csY40" fmla="*/ 27230 h 41084"/>
                <a:gd name="csX41" fmla="*/ 2867 w 37740"/>
                <a:gd name="csY41" fmla="*/ 27230 h 41084"/>
                <a:gd name="csX42" fmla="*/ 2389 w 37740"/>
                <a:gd name="csY42" fmla="*/ 27708 h 41084"/>
                <a:gd name="csX43" fmla="*/ 1433 w 37740"/>
                <a:gd name="csY43" fmla="*/ 27230 h 41084"/>
                <a:gd name="csX44" fmla="*/ 956 w 37740"/>
                <a:gd name="csY44" fmla="*/ 26275 h 41084"/>
                <a:gd name="csX45" fmla="*/ 0 w 37740"/>
                <a:gd name="csY45" fmla="*/ 25320 h 41084"/>
                <a:gd name="csX46" fmla="*/ 0 w 37740"/>
                <a:gd name="csY46" fmla="*/ 24364 h 41084"/>
                <a:gd name="csX47" fmla="*/ 478 w 37740"/>
                <a:gd name="csY47" fmla="*/ 24364 h 41084"/>
                <a:gd name="csX48" fmla="*/ 956 w 37740"/>
                <a:gd name="csY48" fmla="*/ 23886 h 41084"/>
                <a:gd name="csX49" fmla="*/ 1911 w 37740"/>
                <a:gd name="csY49" fmla="*/ 22931 h 41084"/>
                <a:gd name="csX50" fmla="*/ 2389 w 37740"/>
                <a:gd name="csY50" fmla="*/ 22453 h 41084"/>
                <a:gd name="csX51" fmla="*/ 1911 w 37740"/>
                <a:gd name="csY51" fmla="*/ 21498 h 41084"/>
                <a:gd name="csX52" fmla="*/ 478 w 37740"/>
                <a:gd name="csY52" fmla="*/ 19109 h 41084"/>
                <a:gd name="csX53" fmla="*/ 478 w 37740"/>
                <a:gd name="csY53" fmla="*/ 17198 h 41084"/>
                <a:gd name="csX54" fmla="*/ 0 w 37740"/>
                <a:gd name="csY54" fmla="*/ 14332 h 41084"/>
                <a:gd name="csX55" fmla="*/ 478 w 37740"/>
                <a:gd name="csY55" fmla="*/ 13376 h 41084"/>
                <a:gd name="csX56" fmla="*/ 956 w 37740"/>
                <a:gd name="csY56" fmla="*/ 13376 h 41084"/>
                <a:gd name="csX57" fmla="*/ 3822 w 37740"/>
                <a:gd name="csY57" fmla="*/ 12898 h 41084"/>
                <a:gd name="csX58" fmla="*/ 3822 w 37740"/>
                <a:gd name="csY58" fmla="*/ 10510 h 41084"/>
                <a:gd name="csX59" fmla="*/ 3822 w 37740"/>
                <a:gd name="csY59" fmla="*/ 9555 h 41084"/>
                <a:gd name="csX60" fmla="*/ 4300 w 37740"/>
                <a:gd name="csY60" fmla="*/ 8599 h 41084"/>
                <a:gd name="csX61" fmla="*/ 4777 w 37740"/>
                <a:gd name="csY61" fmla="*/ 7644 h 41084"/>
                <a:gd name="csX62" fmla="*/ 6211 w 37740"/>
                <a:gd name="csY62" fmla="*/ 6210 h 41084"/>
                <a:gd name="csX63" fmla="*/ 8121 w 37740"/>
                <a:gd name="csY63" fmla="*/ 4777 h 41084"/>
                <a:gd name="csX64" fmla="*/ 9077 w 37740"/>
                <a:gd name="csY64" fmla="*/ 4777 h 41084"/>
                <a:gd name="csX65" fmla="*/ 10032 w 37740"/>
                <a:gd name="csY65" fmla="*/ 5255 h 41084"/>
                <a:gd name="csX66" fmla="*/ 10510 w 37740"/>
                <a:gd name="csY66" fmla="*/ 6210 h 41084"/>
                <a:gd name="csX67" fmla="*/ 11943 w 37740"/>
                <a:gd name="csY67" fmla="*/ 6210 h 41084"/>
                <a:gd name="csX68" fmla="*/ 11943 w 37740"/>
                <a:gd name="csY68" fmla="*/ 4777 h 41084"/>
                <a:gd name="csX69" fmla="*/ 10510 w 37740"/>
                <a:gd name="csY69" fmla="*/ 2389 h 41084"/>
                <a:gd name="csX70" fmla="*/ 10032 w 37740"/>
                <a:gd name="csY70" fmla="*/ 955 h 41084"/>
                <a:gd name="csX71" fmla="*/ 10032 w 37740"/>
                <a:gd name="csY71" fmla="*/ 478 h 41084"/>
                <a:gd name="csX72" fmla="*/ 10510 w 37740"/>
                <a:gd name="csY72" fmla="*/ 0 h 41084"/>
                <a:gd name="csX73" fmla="*/ 11943 w 37740"/>
                <a:gd name="csY73" fmla="*/ 0 h 41084"/>
                <a:gd name="csX74" fmla="*/ 12899 w 37740"/>
                <a:gd name="csY74" fmla="*/ 478 h 41084"/>
                <a:gd name="csX75" fmla="*/ 13377 w 37740"/>
                <a:gd name="csY75" fmla="*/ 478 h 41084"/>
                <a:gd name="csX76" fmla="*/ 14332 w 37740"/>
                <a:gd name="csY76" fmla="*/ 0 h 41084"/>
                <a:gd name="csX77" fmla="*/ 14810 w 37740"/>
                <a:gd name="csY77" fmla="*/ 0 h 41084"/>
                <a:gd name="csX78" fmla="*/ 14810 w 37740"/>
                <a:gd name="csY78" fmla="*/ 478 h 41084"/>
                <a:gd name="csX79" fmla="*/ 15287 w 37740"/>
                <a:gd name="csY79" fmla="*/ 1433 h 41084"/>
                <a:gd name="csX80" fmla="*/ 15765 w 37740"/>
                <a:gd name="csY80" fmla="*/ 2389 h 41084"/>
                <a:gd name="csX81" fmla="*/ 17198 w 37740"/>
                <a:gd name="csY81" fmla="*/ 3344 h 41084"/>
                <a:gd name="csX82" fmla="*/ 19587 w 37740"/>
                <a:gd name="csY82" fmla="*/ 4777 h 41084"/>
                <a:gd name="csX83" fmla="*/ 21976 w 37740"/>
                <a:gd name="csY83" fmla="*/ 8121 h 41084"/>
                <a:gd name="csX84" fmla="*/ 23409 w 37740"/>
                <a:gd name="csY84" fmla="*/ 9077 h 41084"/>
                <a:gd name="csX85" fmla="*/ 24364 w 37740"/>
                <a:gd name="csY85" fmla="*/ 9555 h 41084"/>
                <a:gd name="csX86" fmla="*/ 26753 w 37740"/>
                <a:gd name="csY86" fmla="*/ 10510 h 41084"/>
                <a:gd name="csX87" fmla="*/ 28186 w 37740"/>
                <a:gd name="csY87" fmla="*/ 10988 h 41084"/>
                <a:gd name="csX88" fmla="*/ 30097 w 37740"/>
                <a:gd name="csY88" fmla="*/ 11465 h 41084"/>
                <a:gd name="csX89" fmla="*/ 34397 w 37740"/>
                <a:gd name="csY89" fmla="*/ 14332 h 41084"/>
                <a:gd name="csX90" fmla="*/ 36308 w 37740"/>
                <a:gd name="csY90" fmla="*/ 14809 h 41084"/>
                <a:gd name="csX91" fmla="*/ 37741 w 37740"/>
                <a:gd name="csY91" fmla="*/ 16243 h 41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37740" h="41084">
                  <a:moveTo>
                    <a:pt x="37741" y="16243"/>
                  </a:moveTo>
                  <a:lnTo>
                    <a:pt x="37741" y="17198"/>
                  </a:lnTo>
                  <a:lnTo>
                    <a:pt x="37741" y="17676"/>
                  </a:lnTo>
                  <a:lnTo>
                    <a:pt x="35352" y="18631"/>
                  </a:lnTo>
                  <a:lnTo>
                    <a:pt x="34874" y="19587"/>
                  </a:lnTo>
                  <a:lnTo>
                    <a:pt x="33441" y="19587"/>
                  </a:lnTo>
                  <a:lnTo>
                    <a:pt x="32008" y="19587"/>
                  </a:lnTo>
                  <a:lnTo>
                    <a:pt x="31530" y="20064"/>
                  </a:lnTo>
                  <a:lnTo>
                    <a:pt x="32486" y="21020"/>
                  </a:lnTo>
                  <a:lnTo>
                    <a:pt x="32963" y="22453"/>
                  </a:lnTo>
                  <a:lnTo>
                    <a:pt x="32486" y="24364"/>
                  </a:lnTo>
                  <a:lnTo>
                    <a:pt x="32486" y="24842"/>
                  </a:lnTo>
                  <a:lnTo>
                    <a:pt x="32008" y="24364"/>
                  </a:lnTo>
                  <a:lnTo>
                    <a:pt x="29619" y="25797"/>
                  </a:lnTo>
                  <a:lnTo>
                    <a:pt x="28186" y="26275"/>
                  </a:lnTo>
                  <a:lnTo>
                    <a:pt x="26753" y="26275"/>
                  </a:lnTo>
                  <a:lnTo>
                    <a:pt x="26275" y="25797"/>
                  </a:lnTo>
                  <a:lnTo>
                    <a:pt x="25798" y="25320"/>
                  </a:lnTo>
                  <a:lnTo>
                    <a:pt x="25798" y="23409"/>
                  </a:lnTo>
                  <a:lnTo>
                    <a:pt x="25798" y="22453"/>
                  </a:lnTo>
                  <a:lnTo>
                    <a:pt x="25320" y="21975"/>
                  </a:lnTo>
                  <a:lnTo>
                    <a:pt x="24364" y="22453"/>
                  </a:lnTo>
                  <a:lnTo>
                    <a:pt x="22931" y="24364"/>
                  </a:lnTo>
                  <a:lnTo>
                    <a:pt x="21976" y="25797"/>
                  </a:lnTo>
                  <a:lnTo>
                    <a:pt x="20543" y="27708"/>
                  </a:lnTo>
                  <a:lnTo>
                    <a:pt x="19109" y="29619"/>
                  </a:lnTo>
                  <a:lnTo>
                    <a:pt x="17676" y="32008"/>
                  </a:lnTo>
                  <a:lnTo>
                    <a:pt x="16721" y="33919"/>
                  </a:lnTo>
                  <a:lnTo>
                    <a:pt x="17676" y="34874"/>
                  </a:lnTo>
                  <a:lnTo>
                    <a:pt x="18154" y="36307"/>
                  </a:lnTo>
                  <a:lnTo>
                    <a:pt x="18154" y="37263"/>
                  </a:lnTo>
                  <a:lnTo>
                    <a:pt x="18154" y="38218"/>
                  </a:lnTo>
                  <a:lnTo>
                    <a:pt x="18154" y="40129"/>
                  </a:lnTo>
                  <a:lnTo>
                    <a:pt x="18154" y="41085"/>
                  </a:lnTo>
                  <a:lnTo>
                    <a:pt x="14810" y="39174"/>
                  </a:lnTo>
                  <a:lnTo>
                    <a:pt x="13854" y="36785"/>
                  </a:lnTo>
                  <a:lnTo>
                    <a:pt x="9077" y="32008"/>
                  </a:lnTo>
                  <a:lnTo>
                    <a:pt x="3822" y="28664"/>
                  </a:lnTo>
                  <a:lnTo>
                    <a:pt x="3822" y="28186"/>
                  </a:lnTo>
                  <a:lnTo>
                    <a:pt x="3822" y="27708"/>
                  </a:lnTo>
                  <a:lnTo>
                    <a:pt x="4300" y="27230"/>
                  </a:lnTo>
                  <a:lnTo>
                    <a:pt x="2867" y="27230"/>
                  </a:lnTo>
                  <a:lnTo>
                    <a:pt x="2389" y="27708"/>
                  </a:lnTo>
                  <a:lnTo>
                    <a:pt x="1433" y="27230"/>
                  </a:lnTo>
                  <a:lnTo>
                    <a:pt x="956" y="26275"/>
                  </a:lnTo>
                  <a:lnTo>
                    <a:pt x="0" y="25320"/>
                  </a:lnTo>
                  <a:lnTo>
                    <a:pt x="0" y="24364"/>
                  </a:lnTo>
                  <a:lnTo>
                    <a:pt x="478" y="24364"/>
                  </a:lnTo>
                  <a:lnTo>
                    <a:pt x="956" y="23886"/>
                  </a:lnTo>
                  <a:lnTo>
                    <a:pt x="1911" y="22931"/>
                  </a:lnTo>
                  <a:lnTo>
                    <a:pt x="2389" y="22453"/>
                  </a:lnTo>
                  <a:lnTo>
                    <a:pt x="1911" y="21498"/>
                  </a:lnTo>
                  <a:lnTo>
                    <a:pt x="478" y="19109"/>
                  </a:lnTo>
                  <a:lnTo>
                    <a:pt x="478" y="17198"/>
                  </a:lnTo>
                  <a:lnTo>
                    <a:pt x="0" y="14332"/>
                  </a:lnTo>
                  <a:lnTo>
                    <a:pt x="478" y="13376"/>
                  </a:lnTo>
                  <a:lnTo>
                    <a:pt x="956" y="13376"/>
                  </a:lnTo>
                  <a:lnTo>
                    <a:pt x="3822" y="12898"/>
                  </a:lnTo>
                  <a:lnTo>
                    <a:pt x="3822" y="10510"/>
                  </a:lnTo>
                  <a:lnTo>
                    <a:pt x="3822" y="9555"/>
                  </a:lnTo>
                  <a:lnTo>
                    <a:pt x="4300" y="8599"/>
                  </a:lnTo>
                  <a:lnTo>
                    <a:pt x="4777" y="7644"/>
                  </a:lnTo>
                  <a:lnTo>
                    <a:pt x="6211" y="6210"/>
                  </a:lnTo>
                  <a:lnTo>
                    <a:pt x="8121" y="4777"/>
                  </a:lnTo>
                  <a:lnTo>
                    <a:pt x="9077" y="4777"/>
                  </a:lnTo>
                  <a:lnTo>
                    <a:pt x="10032" y="5255"/>
                  </a:lnTo>
                  <a:lnTo>
                    <a:pt x="10510" y="6210"/>
                  </a:lnTo>
                  <a:lnTo>
                    <a:pt x="11943" y="6210"/>
                  </a:lnTo>
                  <a:lnTo>
                    <a:pt x="11943" y="4777"/>
                  </a:lnTo>
                  <a:lnTo>
                    <a:pt x="10510" y="2389"/>
                  </a:lnTo>
                  <a:lnTo>
                    <a:pt x="10032" y="955"/>
                  </a:lnTo>
                  <a:lnTo>
                    <a:pt x="10032" y="478"/>
                  </a:lnTo>
                  <a:lnTo>
                    <a:pt x="10510" y="0"/>
                  </a:lnTo>
                  <a:lnTo>
                    <a:pt x="11943" y="0"/>
                  </a:lnTo>
                  <a:lnTo>
                    <a:pt x="12899" y="478"/>
                  </a:lnTo>
                  <a:lnTo>
                    <a:pt x="13377" y="478"/>
                  </a:lnTo>
                  <a:lnTo>
                    <a:pt x="14332" y="0"/>
                  </a:lnTo>
                  <a:lnTo>
                    <a:pt x="14810" y="0"/>
                  </a:lnTo>
                  <a:lnTo>
                    <a:pt x="14810" y="478"/>
                  </a:lnTo>
                  <a:lnTo>
                    <a:pt x="15287" y="1433"/>
                  </a:lnTo>
                  <a:lnTo>
                    <a:pt x="15765" y="2389"/>
                  </a:lnTo>
                  <a:lnTo>
                    <a:pt x="17198" y="3344"/>
                  </a:lnTo>
                  <a:lnTo>
                    <a:pt x="19587" y="4777"/>
                  </a:lnTo>
                  <a:lnTo>
                    <a:pt x="21976" y="8121"/>
                  </a:lnTo>
                  <a:lnTo>
                    <a:pt x="23409" y="9077"/>
                  </a:lnTo>
                  <a:lnTo>
                    <a:pt x="24364" y="9555"/>
                  </a:lnTo>
                  <a:lnTo>
                    <a:pt x="26753" y="10510"/>
                  </a:lnTo>
                  <a:lnTo>
                    <a:pt x="28186" y="10988"/>
                  </a:lnTo>
                  <a:lnTo>
                    <a:pt x="30097" y="11465"/>
                  </a:lnTo>
                  <a:lnTo>
                    <a:pt x="34397" y="14332"/>
                  </a:lnTo>
                  <a:lnTo>
                    <a:pt x="36308" y="14809"/>
                  </a:lnTo>
                  <a:lnTo>
                    <a:pt x="37741" y="162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1" name="Freeform 1930">
              <a:extLst>
                <a:ext uri="{FF2B5EF4-FFF2-40B4-BE49-F238E27FC236}">
                  <a16:creationId xmlns:a16="http://schemas.microsoft.com/office/drawing/2014/main" id="{465357CB-2AB9-48D3-9FD2-ED34458EED5F}"/>
                </a:ext>
              </a:extLst>
            </p:cNvPr>
            <p:cNvSpPr/>
            <p:nvPr/>
          </p:nvSpPr>
          <p:spPr>
            <a:xfrm>
              <a:off x="6273714" y="3353302"/>
              <a:ext cx="11943" cy="11465"/>
            </a:xfrm>
            <a:custGeom>
              <a:avLst/>
              <a:gdLst>
                <a:gd name="csX0" fmla="*/ 11465 w 11943"/>
                <a:gd name="csY0" fmla="*/ 4300 h 11465"/>
                <a:gd name="csX1" fmla="*/ 11943 w 11943"/>
                <a:gd name="csY1" fmla="*/ 5255 h 11465"/>
                <a:gd name="csX2" fmla="*/ 10510 w 11943"/>
                <a:gd name="csY2" fmla="*/ 7644 h 11465"/>
                <a:gd name="csX3" fmla="*/ 9555 w 11943"/>
                <a:gd name="csY3" fmla="*/ 7644 h 11465"/>
                <a:gd name="csX4" fmla="*/ 9077 w 11943"/>
                <a:gd name="csY4" fmla="*/ 7166 h 11465"/>
                <a:gd name="csX5" fmla="*/ 8121 w 11943"/>
                <a:gd name="csY5" fmla="*/ 7644 h 11465"/>
                <a:gd name="csX6" fmla="*/ 7644 w 11943"/>
                <a:gd name="csY6" fmla="*/ 8121 h 11465"/>
                <a:gd name="csX7" fmla="*/ 7166 w 11943"/>
                <a:gd name="csY7" fmla="*/ 9077 h 11465"/>
                <a:gd name="csX8" fmla="*/ 7166 w 11943"/>
                <a:gd name="csY8" fmla="*/ 10988 h 11465"/>
                <a:gd name="csX9" fmla="*/ 2866 w 11943"/>
                <a:gd name="csY9" fmla="*/ 11466 h 11465"/>
                <a:gd name="csX10" fmla="*/ 1433 w 11943"/>
                <a:gd name="csY10" fmla="*/ 10988 h 11465"/>
                <a:gd name="csX11" fmla="*/ 0 w 11943"/>
                <a:gd name="csY11" fmla="*/ 6211 h 11465"/>
                <a:gd name="csX12" fmla="*/ 478 w 11943"/>
                <a:gd name="csY12" fmla="*/ 4777 h 11465"/>
                <a:gd name="csX13" fmla="*/ 1433 w 11943"/>
                <a:gd name="csY13" fmla="*/ 4300 h 11465"/>
                <a:gd name="csX14" fmla="*/ 2389 w 11943"/>
                <a:gd name="csY14" fmla="*/ 4300 h 11465"/>
                <a:gd name="csX15" fmla="*/ 2389 w 11943"/>
                <a:gd name="csY15" fmla="*/ 6688 h 11465"/>
                <a:gd name="csX16" fmla="*/ 3822 w 11943"/>
                <a:gd name="csY16" fmla="*/ 6688 h 11465"/>
                <a:gd name="csX17" fmla="*/ 3822 w 11943"/>
                <a:gd name="csY17" fmla="*/ 4777 h 11465"/>
                <a:gd name="csX18" fmla="*/ 4299 w 11943"/>
                <a:gd name="csY18" fmla="*/ 3822 h 11465"/>
                <a:gd name="csX19" fmla="*/ 3822 w 11943"/>
                <a:gd name="csY19" fmla="*/ 2866 h 11465"/>
                <a:gd name="csX20" fmla="*/ 2866 w 11943"/>
                <a:gd name="csY20" fmla="*/ 2389 h 11465"/>
                <a:gd name="csX21" fmla="*/ 2389 w 11943"/>
                <a:gd name="csY21" fmla="*/ 1911 h 11465"/>
                <a:gd name="csX22" fmla="*/ 3344 w 11943"/>
                <a:gd name="csY22" fmla="*/ 478 h 11465"/>
                <a:gd name="csX23" fmla="*/ 4299 w 11943"/>
                <a:gd name="csY23" fmla="*/ 0 h 11465"/>
                <a:gd name="csX24" fmla="*/ 5733 w 11943"/>
                <a:gd name="csY24" fmla="*/ 1433 h 11465"/>
                <a:gd name="csX25" fmla="*/ 6688 w 11943"/>
                <a:gd name="csY25" fmla="*/ 1911 h 11465"/>
                <a:gd name="csX26" fmla="*/ 7166 w 11943"/>
                <a:gd name="csY26" fmla="*/ 1911 h 11465"/>
                <a:gd name="csX27" fmla="*/ 7166 w 11943"/>
                <a:gd name="csY27" fmla="*/ 1433 h 11465"/>
                <a:gd name="csX28" fmla="*/ 8599 w 11943"/>
                <a:gd name="csY28" fmla="*/ 1911 h 11465"/>
                <a:gd name="csX29" fmla="*/ 10032 w 11943"/>
                <a:gd name="csY29" fmla="*/ 3344 h 11465"/>
                <a:gd name="csX30" fmla="*/ 10510 w 11943"/>
                <a:gd name="csY30" fmla="*/ 3822 h 11465"/>
                <a:gd name="csX31" fmla="*/ 11465 w 11943"/>
                <a:gd name="csY31" fmla="*/ 4300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1943" h="11465">
                  <a:moveTo>
                    <a:pt x="11465" y="4300"/>
                  </a:moveTo>
                  <a:lnTo>
                    <a:pt x="11943" y="5255"/>
                  </a:lnTo>
                  <a:lnTo>
                    <a:pt x="10510" y="7644"/>
                  </a:lnTo>
                  <a:lnTo>
                    <a:pt x="9555" y="7644"/>
                  </a:lnTo>
                  <a:lnTo>
                    <a:pt x="9077" y="7166"/>
                  </a:lnTo>
                  <a:lnTo>
                    <a:pt x="8121" y="7644"/>
                  </a:lnTo>
                  <a:lnTo>
                    <a:pt x="7644" y="8121"/>
                  </a:lnTo>
                  <a:lnTo>
                    <a:pt x="7166" y="9077"/>
                  </a:lnTo>
                  <a:lnTo>
                    <a:pt x="7166" y="10988"/>
                  </a:lnTo>
                  <a:lnTo>
                    <a:pt x="2866" y="11466"/>
                  </a:lnTo>
                  <a:lnTo>
                    <a:pt x="1433" y="10988"/>
                  </a:lnTo>
                  <a:lnTo>
                    <a:pt x="0" y="6211"/>
                  </a:lnTo>
                  <a:lnTo>
                    <a:pt x="478" y="4777"/>
                  </a:lnTo>
                  <a:lnTo>
                    <a:pt x="1433" y="4300"/>
                  </a:lnTo>
                  <a:lnTo>
                    <a:pt x="2389" y="4300"/>
                  </a:lnTo>
                  <a:lnTo>
                    <a:pt x="2389" y="6688"/>
                  </a:lnTo>
                  <a:lnTo>
                    <a:pt x="3822" y="6688"/>
                  </a:lnTo>
                  <a:lnTo>
                    <a:pt x="3822" y="4777"/>
                  </a:lnTo>
                  <a:lnTo>
                    <a:pt x="4299" y="3822"/>
                  </a:lnTo>
                  <a:lnTo>
                    <a:pt x="3822" y="2866"/>
                  </a:lnTo>
                  <a:lnTo>
                    <a:pt x="2866" y="2389"/>
                  </a:lnTo>
                  <a:lnTo>
                    <a:pt x="2389" y="1911"/>
                  </a:lnTo>
                  <a:lnTo>
                    <a:pt x="3344" y="478"/>
                  </a:lnTo>
                  <a:lnTo>
                    <a:pt x="4299" y="0"/>
                  </a:lnTo>
                  <a:lnTo>
                    <a:pt x="5733" y="1433"/>
                  </a:lnTo>
                  <a:lnTo>
                    <a:pt x="6688" y="1911"/>
                  </a:lnTo>
                  <a:lnTo>
                    <a:pt x="7166" y="1911"/>
                  </a:lnTo>
                  <a:lnTo>
                    <a:pt x="7166" y="1433"/>
                  </a:lnTo>
                  <a:lnTo>
                    <a:pt x="8599" y="1911"/>
                  </a:lnTo>
                  <a:lnTo>
                    <a:pt x="10032" y="3344"/>
                  </a:lnTo>
                  <a:lnTo>
                    <a:pt x="10510" y="3822"/>
                  </a:lnTo>
                  <a:lnTo>
                    <a:pt x="11465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2" name="Freeform 1931">
              <a:extLst>
                <a:ext uri="{FF2B5EF4-FFF2-40B4-BE49-F238E27FC236}">
                  <a16:creationId xmlns:a16="http://schemas.microsoft.com/office/drawing/2014/main" id="{8E552D07-A4AB-EF94-21AE-4A89F7A1883E}"/>
                </a:ext>
              </a:extLst>
            </p:cNvPr>
            <p:cNvSpPr/>
            <p:nvPr/>
          </p:nvSpPr>
          <p:spPr>
            <a:xfrm>
              <a:off x="6279925" y="3006949"/>
              <a:ext cx="5254" cy="9554"/>
            </a:xfrm>
            <a:custGeom>
              <a:avLst/>
              <a:gdLst>
                <a:gd name="csX0" fmla="*/ 5255 w 5254"/>
                <a:gd name="csY0" fmla="*/ 3344 h 9554"/>
                <a:gd name="csX1" fmla="*/ 1433 w 5254"/>
                <a:gd name="csY1" fmla="*/ 7644 h 9554"/>
                <a:gd name="csX2" fmla="*/ 0 w 5254"/>
                <a:gd name="csY2" fmla="*/ 9555 h 9554"/>
                <a:gd name="csX3" fmla="*/ 1433 w 5254"/>
                <a:gd name="csY3" fmla="*/ 7644 h 9554"/>
                <a:gd name="csX4" fmla="*/ 5255 w 5254"/>
                <a:gd name="csY4" fmla="*/ 3344 h 9554"/>
                <a:gd name="csX5" fmla="*/ 0 w 5254"/>
                <a:gd name="csY5" fmla="*/ 0 h 9554"/>
                <a:gd name="csX6" fmla="*/ 5255 w 5254"/>
                <a:gd name="csY6" fmla="*/ 3344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4" h="9554">
                  <a:moveTo>
                    <a:pt x="5255" y="3344"/>
                  </a:moveTo>
                  <a:lnTo>
                    <a:pt x="1433" y="7644"/>
                  </a:lnTo>
                  <a:lnTo>
                    <a:pt x="0" y="9555"/>
                  </a:lnTo>
                  <a:lnTo>
                    <a:pt x="1433" y="7644"/>
                  </a:lnTo>
                  <a:lnTo>
                    <a:pt x="5255" y="3344"/>
                  </a:lnTo>
                  <a:lnTo>
                    <a:pt x="0" y="0"/>
                  </a:lnTo>
                  <a:lnTo>
                    <a:pt x="52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3" name="Freeform 1932">
              <a:extLst>
                <a:ext uri="{FF2B5EF4-FFF2-40B4-BE49-F238E27FC236}">
                  <a16:creationId xmlns:a16="http://schemas.microsoft.com/office/drawing/2014/main" id="{D29D63AC-7C69-C1E7-2950-933D36E1BAE7}"/>
                </a:ext>
              </a:extLst>
            </p:cNvPr>
            <p:cNvSpPr/>
            <p:nvPr/>
          </p:nvSpPr>
          <p:spPr>
            <a:xfrm>
              <a:off x="6280402" y="3950464"/>
              <a:ext cx="4299" cy="1433"/>
            </a:xfrm>
            <a:custGeom>
              <a:avLst/>
              <a:gdLst>
                <a:gd name="csX0" fmla="*/ 4300 w 4299"/>
                <a:gd name="csY0" fmla="*/ 1433 h 1433"/>
                <a:gd name="csX1" fmla="*/ 3822 w 4299"/>
                <a:gd name="csY1" fmla="*/ 1433 h 1433"/>
                <a:gd name="csX2" fmla="*/ 2389 w 4299"/>
                <a:gd name="csY2" fmla="*/ 1433 h 1433"/>
                <a:gd name="csX3" fmla="*/ 956 w 4299"/>
                <a:gd name="csY3" fmla="*/ 478 h 1433"/>
                <a:gd name="csX4" fmla="*/ 478 w 4299"/>
                <a:gd name="csY4" fmla="*/ 478 h 1433"/>
                <a:gd name="csX5" fmla="*/ 0 w 4299"/>
                <a:gd name="csY5" fmla="*/ 478 h 1433"/>
                <a:gd name="csX6" fmla="*/ 0 w 4299"/>
                <a:gd name="csY6" fmla="*/ 0 h 1433"/>
                <a:gd name="csX7" fmla="*/ 478 w 4299"/>
                <a:gd name="csY7" fmla="*/ 0 h 1433"/>
                <a:gd name="csX8" fmla="*/ 956 w 4299"/>
                <a:gd name="csY8" fmla="*/ 478 h 1433"/>
                <a:gd name="csX9" fmla="*/ 2389 w 4299"/>
                <a:gd name="csY9" fmla="*/ 1433 h 1433"/>
                <a:gd name="csX10" fmla="*/ 4300 w 4299"/>
                <a:gd name="csY10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1433">
                  <a:moveTo>
                    <a:pt x="4300" y="1433"/>
                  </a:moveTo>
                  <a:lnTo>
                    <a:pt x="3822" y="1433"/>
                  </a:lnTo>
                  <a:lnTo>
                    <a:pt x="2389" y="1433"/>
                  </a:lnTo>
                  <a:lnTo>
                    <a:pt x="956" y="478"/>
                  </a:lnTo>
                  <a:lnTo>
                    <a:pt x="478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478"/>
                  </a:lnTo>
                  <a:lnTo>
                    <a:pt x="2389" y="1433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4" name="Freeform 1933">
              <a:extLst>
                <a:ext uri="{FF2B5EF4-FFF2-40B4-BE49-F238E27FC236}">
                  <a16:creationId xmlns:a16="http://schemas.microsoft.com/office/drawing/2014/main" id="{4AECAB66-E604-201E-7DFF-A89A73E119EA}"/>
                </a:ext>
              </a:extLst>
            </p:cNvPr>
            <p:cNvSpPr/>
            <p:nvPr/>
          </p:nvSpPr>
          <p:spPr>
            <a:xfrm>
              <a:off x="6273237" y="3948076"/>
              <a:ext cx="9076" cy="10510"/>
            </a:xfrm>
            <a:custGeom>
              <a:avLst/>
              <a:gdLst>
                <a:gd name="csX0" fmla="*/ 8599 w 9076"/>
                <a:gd name="csY0" fmla="*/ 9077 h 10510"/>
                <a:gd name="csX1" fmla="*/ 9077 w 9076"/>
                <a:gd name="csY1" fmla="*/ 10510 h 10510"/>
                <a:gd name="csX2" fmla="*/ 6688 w 9076"/>
                <a:gd name="csY2" fmla="*/ 9555 h 10510"/>
                <a:gd name="csX3" fmla="*/ 4777 w 9076"/>
                <a:gd name="csY3" fmla="*/ 8599 h 10510"/>
                <a:gd name="csX4" fmla="*/ 3344 w 9076"/>
                <a:gd name="csY4" fmla="*/ 5733 h 10510"/>
                <a:gd name="csX5" fmla="*/ 0 w 9076"/>
                <a:gd name="csY5" fmla="*/ 2389 h 10510"/>
                <a:gd name="csX6" fmla="*/ 0 w 9076"/>
                <a:gd name="csY6" fmla="*/ 1433 h 10510"/>
                <a:gd name="csX7" fmla="*/ 1433 w 9076"/>
                <a:gd name="csY7" fmla="*/ 478 h 10510"/>
                <a:gd name="csX8" fmla="*/ 3822 w 9076"/>
                <a:gd name="csY8" fmla="*/ 0 h 10510"/>
                <a:gd name="csX9" fmla="*/ 4777 w 9076"/>
                <a:gd name="csY9" fmla="*/ 478 h 10510"/>
                <a:gd name="csX10" fmla="*/ 5733 w 9076"/>
                <a:gd name="csY10" fmla="*/ 956 h 10510"/>
                <a:gd name="csX11" fmla="*/ 5733 w 9076"/>
                <a:gd name="csY11" fmla="*/ 1911 h 10510"/>
                <a:gd name="csX12" fmla="*/ 4300 w 9076"/>
                <a:gd name="csY12" fmla="*/ 2867 h 10510"/>
                <a:gd name="csX13" fmla="*/ 4300 w 9076"/>
                <a:gd name="csY13" fmla="*/ 3822 h 10510"/>
                <a:gd name="csX14" fmla="*/ 5255 w 9076"/>
                <a:gd name="csY14" fmla="*/ 4777 h 10510"/>
                <a:gd name="csX15" fmla="*/ 5255 w 9076"/>
                <a:gd name="csY15" fmla="*/ 5255 h 10510"/>
                <a:gd name="csX16" fmla="*/ 5733 w 9076"/>
                <a:gd name="csY16" fmla="*/ 7644 h 10510"/>
                <a:gd name="csX17" fmla="*/ 6211 w 9076"/>
                <a:gd name="csY17" fmla="*/ 8121 h 10510"/>
                <a:gd name="csX18" fmla="*/ 7644 w 9076"/>
                <a:gd name="csY18" fmla="*/ 9077 h 10510"/>
                <a:gd name="csX19" fmla="*/ 8599 w 9076"/>
                <a:gd name="csY19" fmla="*/ 9077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9076" h="10510">
                  <a:moveTo>
                    <a:pt x="8599" y="9077"/>
                  </a:moveTo>
                  <a:lnTo>
                    <a:pt x="9077" y="10510"/>
                  </a:lnTo>
                  <a:lnTo>
                    <a:pt x="6688" y="9555"/>
                  </a:lnTo>
                  <a:lnTo>
                    <a:pt x="4777" y="8599"/>
                  </a:lnTo>
                  <a:lnTo>
                    <a:pt x="3344" y="5733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3822" y="0"/>
                  </a:lnTo>
                  <a:lnTo>
                    <a:pt x="4777" y="478"/>
                  </a:lnTo>
                  <a:lnTo>
                    <a:pt x="5733" y="956"/>
                  </a:lnTo>
                  <a:lnTo>
                    <a:pt x="5733" y="1911"/>
                  </a:lnTo>
                  <a:lnTo>
                    <a:pt x="4300" y="2867"/>
                  </a:lnTo>
                  <a:lnTo>
                    <a:pt x="4300" y="3822"/>
                  </a:lnTo>
                  <a:lnTo>
                    <a:pt x="5255" y="4777"/>
                  </a:lnTo>
                  <a:lnTo>
                    <a:pt x="5255" y="5255"/>
                  </a:lnTo>
                  <a:lnTo>
                    <a:pt x="5733" y="7644"/>
                  </a:lnTo>
                  <a:lnTo>
                    <a:pt x="6211" y="8121"/>
                  </a:lnTo>
                  <a:lnTo>
                    <a:pt x="7644" y="9077"/>
                  </a:lnTo>
                  <a:lnTo>
                    <a:pt x="8599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5" name="Freeform 1934">
              <a:extLst>
                <a:ext uri="{FF2B5EF4-FFF2-40B4-BE49-F238E27FC236}">
                  <a16:creationId xmlns:a16="http://schemas.microsoft.com/office/drawing/2014/main" id="{402DFD7C-3755-EB14-543B-CD71D3BD58C2}"/>
                </a:ext>
              </a:extLst>
            </p:cNvPr>
            <p:cNvSpPr/>
            <p:nvPr/>
          </p:nvSpPr>
          <p:spPr>
            <a:xfrm>
              <a:off x="6272281" y="2917613"/>
              <a:ext cx="10032" cy="10987"/>
            </a:xfrm>
            <a:custGeom>
              <a:avLst/>
              <a:gdLst>
                <a:gd name="csX0" fmla="*/ 9555 w 10032"/>
                <a:gd name="csY0" fmla="*/ 7644 h 10987"/>
                <a:gd name="csX1" fmla="*/ 10032 w 10032"/>
                <a:gd name="csY1" fmla="*/ 9077 h 10987"/>
                <a:gd name="csX2" fmla="*/ 8121 w 10032"/>
                <a:gd name="csY2" fmla="*/ 10510 h 10987"/>
                <a:gd name="csX3" fmla="*/ 6210 w 10032"/>
                <a:gd name="csY3" fmla="*/ 10988 h 10987"/>
                <a:gd name="csX4" fmla="*/ 3822 w 10032"/>
                <a:gd name="csY4" fmla="*/ 10510 h 10987"/>
                <a:gd name="csX5" fmla="*/ 2866 w 10032"/>
                <a:gd name="csY5" fmla="*/ 8599 h 10987"/>
                <a:gd name="csX6" fmla="*/ 2389 w 10032"/>
                <a:gd name="csY6" fmla="*/ 5733 h 10987"/>
                <a:gd name="csX7" fmla="*/ 478 w 10032"/>
                <a:gd name="csY7" fmla="*/ 2866 h 10987"/>
                <a:gd name="csX8" fmla="*/ 0 w 10032"/>
                <a:gd name="csY8" fmla="*/ 478 h 10987"/>
                <a:gd name="csX9" fmla="*/ 1911 w 10032"/>
                <a:gd name="csY9" fmla="*/ 0 h 10987"/>
                <a:gd name="csX10" fmla="*/ 3344 w 10032"/>
                <a:gd name="csY10" fmla="*/ 2866 h 10987"/>
                <a:gd name="csX11" fmla="*/ 4299 w 10032"/>
                <a:gd name="csY11" fmla="*/ 3822 h 10987"/>
                <a:gd name="csX12" fmla="*/ 5255 w 10032"/>
                <a:gd name="csY12" fmla="*/ 3344 h 10987"/>
                <a:gd name="csX13" fmla="*/ 6210 w 10032"/>
                <a:gd name="csY13" fmla="*/ 3822 h 10987"/>
                <a:gd name="csX14" fmla="*/ 8121 w 10032"/>
                <a:gd name="csY14" fmla="*/ 6688 h 10987"/>
                <a:gd name="csX15" fmla="*/ 9555 w 10032"/>
                <a:gd name="csY15" fmla="*/ 7644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0032" h="10987">
                  <a:moveTo>
                    <a:pt x="9555" y="7644"/>
                  </a:moveTo>
                  <a:lnTo>
                    <a:pt x="10032" y="9077"/>
                  </a:lnTo>
                  <a:lnTo>
                    <a:pt x="8121" y="10510"/>
                  </a:lnTo>
                  <a:lnTo>
                    <a:pt x="6210" y="10988"/>
                  </a:lnTo>
                  <a:lnTo>
                    <a:pt x="3822" y="10510"/>
                  </a:lnTo>
                  <a:lnTo>
                    <a:pt x="2866" y="8599"/>
                  </a:lnTo>
                  <a:lnTo>
                    <a:pt x="2389" y="5733"/>
                  </a:lnTo>
                  <a:lnTo>
                    <a:pt x="478" y="2866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3344" y="2866"/>
                  </a:lnTo>
                  <a:lnTo>
                    <a:pt x="4299" y="3822"/>
                  </a:lnTo>
                  <a:lnTo>
                    <a:pt x="5255" y="3344"/>
                  </a:lnTo>
                  <a:lnTo>
                    <a:pt x="6210" y="3822"/>
                  </a:lnTo>
                  <a:lnTo>
                    <a:pt x="8121" y="6688"/>
                  </a:lnTo>
                  <a:lnTo>
                    <a:pt x="9555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6" name="Freeform 1935">
              <a:extLst>
                <a:ext uri="{FF2B5EF4-FFF2-40B4-BE49-F238E27FC236}">
                  <a16:creationId xmlns:a16="http://schemas.microsoft.com/office/drawing/2014/main" id="{14B0268B-1139-72E1-F51E-DC5F9DEBF937}"/>
                </a:ext>
              </a:extLst>
            </p:cNvPr>
            <p:cNvSpPr/>
            <p:nvPr/>
          </p:nvSpPr>
          <p:spPr>
            <a:xfrm>
              <a:off x="6279925" y="5196860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6 w 955"/>
                <a:gd name="csY1" fmla="*/ 956 h 955"/>
                <a:gd name="csX2" fmla="*/ 0 w 955"/>
                <a:gd name="csY2" fmla="*/ 478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6" y="956"/>
                  </a:lnTo>
                  <a:lnTo>
                    <a:pt x="0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7" name="Freeform 1936">
              <a:extLst>
                <a:ext uri="{FF2B5EF4-FFF2-40B4-BE49-F238E27FC236}">
                  <a16:creationId xmlns:a16="http://schemas.microsoft.com/office/drawing/2014/main" id="{8233B58F-4810-E5B0-07DF-DE6664B16D97}"/>
                </a:ext>
              </a:extLst>
            </p:cNvPr>
            <p:cNvSpPr/>
            <p:nvPr/>
          </p:nvSpPr>
          <p:spPr>
            <a:xfrm>
              <a:off x="6272759" y="3554426"/>
              <a:ext cx="6210" cy="477"/>
            </a:xfrm>
            <a:custGeom>
              <a:avLst/>
              <a:gdLst>
                <a:gd name="csX0" fmla="*/ 6210 w 6210"/>
                <a:gd name="csY0" fmla="*/ 478 h 477"/>
                <a:gd name="csX1" fmla="*/ 478 w 6210"/>
                <a:gd name="csY1" fmla="*/ 0 h 477"/>
                <a:gd name="csX2" fmla="*/ 0 w 6210"/>
                <a:gd name="csY2" fmla="*/ 0 h 477"/>
                <a:gd name="csX3" fmla="*/ 478 w 6210"/>
                <a:gd name="csY3" fmla="*/ 0 h 477"/>
                <a:gd name="csX4" fmla="*/ 6210 w 6210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477">
                  <a:moveTo>
                    <a:pt x="6210" y="478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621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8" name="Freeform 1937">
              <a:extLst>
                <a:ext uri="{FF2B5EF4-FFF2-40B4-BE49-F238E27FC236}">
                  <a16:creationId xmlns:a16="http://schemas.microsoft.com/office/drawing/2014/main" id="{E3B48711-FAAC-3F73-90B6-5F19ED4CEBDA}"/>
                </a:ext>
              </a:extLst>
            </p:cNvPr>
            <p:cNvSpPr/>
            <p:nvPr/>
          </p:nvSpPr>
          <p:spPr>
            <a:xfrm>
              <a:off x="6270848" y="4861494"/>
              <a:ext cx="6210" cy="2388"/>
            </a:xfrm>
            <a:custGeom>
              <a:avLst/>
              <a:gdLst>
                <a:gd name="csX0" fmla="*/ 6211 w 6210"/>
                <a:gd name="csY0" fmla="*/ 0 h 2388"/>
                <a:gd name="csX1" fmla="*/ 2867 w 6210"/>
                <a:gd name="csY1" fmla="*/ 478 h 2388"/>
                <a:gd name="csX2" fmla="*/ 0 w 6210"/>
                <a:gd name="csY2" fmla="*/ 2389 h 2388"/>
                <a:gd name="csX3" fmla="*/ 2867 w 6210"/>
                <a:gd name="csY3" fmla="*/ 478 h 2388"/>
                <a:gd name="csX4" fmla="*/ 6211 w 6210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2388">
                  <a:moveTo>
                    <a:pt x="6211" y="0"/>
                  </a:moveTo>
                  <a:lnTo>
                    <a:pt x="2867" y="478"/>
                  </a:lnTo>
                  <a:lnTo>
                    <a:pt x="0" y="2389"/>
                  </a:lnTo>
                  <a:lnTo>
                    <a:pt x="2867" y="478"/>
                  </a:lnTo>
                  <a:lnTo>
                    <a:pt x="62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9" name="Freeform 1938">
              <a:extLst>
                <a:ext uri="{FF2B5EF4-FFF2-40B4-BE49-F238E27FC236}">
                  <a16:creationId xmlns:a16="http://schemas.microsoft.com/office/drawing/2014/main" id="{2CA71BD8-D456-31D8-8171-782110C9CC28}"/>
                </a:ext>
              </a:extLst>
            </p:cNvPr>
            <p:cNvSpPr/>
            <p:nvPr/>
          </p:nvSpPr>
          <p:spPr>
            <a:xfrm>
              <a:off x="6270848" y="3359035"/>
              <a:ext cx="2866" cy="3821"/>
            </a:xfrm>
            <a:custGeom>
              <a:avLst/>
              <a:gdLst>
                <a:gd name="csX0" fmla="*/ 2867 w 2866"/>
                <a:gd name="csY0" fmla="*/ 1911 h 3821"/>
                <a:gd name="csX1" fmla="*/ 2867 w 2866"/>
                <a:gd name="csY1" fmla="*/ 2866 h 3821"/>
                <a:gd name="csX2" fmla="*/ 2389 w 2866"/>
                <a:gd name="csY2" fmla="*/ 2866 h 3821"/>
                <a:gd name="csX3" fmla="*/ 1433 w 2866"/>
                <a:gd name="csY3" fmla="*/ 2866 h 3821"/>
                <a:gd name="csX4" fmla="*/ 956 w 2866"/>
                <a:gd name="csY4" fmla="*/ 3822 h 3821"/>
                <a:gd name="csX5" fmla="*/ 478 w 2866"/>
                <a:gd name="csY5" fmla="*/ 3344 h 3821"/>
                <a:gd name="csX6" fmla="*/ 0 w 2866"/>
                <a:gd name="csY6" fmla="*/ 2389 h 3821"/>
                <a:gd name="csX7" fmla="*/ 478 w 2866"/>
                <a:gd name="csY7" fmla="*/ 0 h 3821"/>
                <a:gd name="csX8" fmla="*/ 1911 w 2866"/>
                <a:gd name="csY8" fmla="*/ 0 h 3821"/>
                <a:gd name="csX9" fmla="*/ 2867 w 2866"/>
                <a:gd name="csY9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3821">
                  <a:moveTo>
                    <a:pt x="2867" y="1911"/>
                  </a:moveTo>
                  <a:lnTo>
                    <a:pt x="2867" y="2866"/>
                  </a:lnTo>
                  <a:lnTo>
                    <a:pt x="2389" y="2866"/>
                  </a:lnTo>
                  <a:lnTo>
                    <a:pt x="1433" y="2866"/>
                  </a:lnTo>
                  <a:lnTo>
                    <a:pt x="956" y="3822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286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0" name="Freeform 1939">
              <a:extLst>
                <a:ext uri="{FF2B5EF4-FFF2-40B4-BE49-F238E27FC236}">
                  <a16:creationId xmlns:a16="http://schemas.microsoft.com/office/drawing/2014/main" id="{14F82732-FB10-EF7F-2660-3026768B7E70}"/>
                </a:ext>
              </a:extLst>
            </p:cNvPr>
            <p:cNvSpPr/>
            <p:nvPr/>
          </p:nvSpPr>
          <p:spPr>
            <a:xfrm>
              <a:off x="6241706" y="2919046"/>
              <a:ext cx="31052" cy="37740"/>
            </a:xfrm>
            <a:custGeom>
              <a:avLst/>
              <a:gdLst>
                <a:gd name="csX0" fmla="*/ 31052 w 31052"/>
                <a:gd name="csY0" fmla="*/ 12421 h 37740"/>
                <a:gd name="csX1" fmla="*/ 30575 w 31052"/>
                <a:gd name="csY1" fmla="*/ 14810 h 37740"/>
                <a:gd name="csX2" fmla="*/ 27708 w 31052"/>
                <a:gd name="csY2" fmla="*/ 18154 h 37740"/>
                <a:gd name="csX3" fmla="*/ 25320 w 31052"/>
                <a:gd name="csY3" fmla="*/ 22931 h 37740"/>
                <a:gd name="csX4" fmla="*/ 22931 w 31052"/>
                <a:gd name="csY4" fmla="*/ 23886 h 37740"/>
                <a:gd name="csX5" fmla="*/ 21498 w 31052"/>
                <a:gd name="csY5" fmla="*/ 23409 h 37740"/>
                <a:gd name="csX6" fmla="*/ 19109 w 31052"/>
                <a:gd name="csY6" fmla="*/ 25797 h 37740"/>
                <a:gd name="csX7" fmla="*/ 17198 w 31052"/>
                <a:gd name="csY7" fmla="*/ 28664 h 37740"/>
                <a:gd name="csX8" fmla="*/ 14809 w 31052"/>
                <a:gd name="csY8" fmla="*/ 32008 h 37740"/>
                <a:gd name="csX9" fmla="*/ 14809 w 31052"/>
                <a:gd name="csY9" fmla="*/ 33919 h 37740"/>
                <a:gd name="csX10" fmla="*/ 14332 w 31052"/>
                <a:gd name="csY10" fmla="*/ 35352 h 37740"/>
                <a:gd name="csX11" fmla="*/ 7166 w 31052"/>
                <a:gd name="csY11" fmla="*/ 36785 h 37740"/>
                <a:gd name="csX12" fmla="*/ 4300 w 31052"/>
                <a:gd name="csY12" fmla="*/ 37741 h 37740"/>
                <a:gd name="csX13" fmla="*/ 1433 w 31052"/>
                <a:gd name="csY13" fmla="*/ 36307 h 37740"/>
                <a:gd name="csX14" fmla="*/ 0 w 31052"/>
                <a:gd name="csY14" fmla="*/ 34397 h 37740"/>
                <a:gd name="csX15" fmla="*/ 478 w 31052"/>
                <a:gd name="csY15" fmla="*/ 32963 h 37740"/>
                <a:gd name="csX16" fmla="*/ 3344 w 31052"/>
                <a:gd name="csY16" fmla="*/ 32486 h 37740"/>
                <a:gd name="csX17" fmla="*/ 3822 w 31052"/>
                <a:gd name="csY17" fmla="*/ 30097 h 37740"/>
                <a:gd name="csX18" fmla="*/ 4300 w 31052"/>
                <a:gd name="csY18" fmla="*/ 29142 h 37740"/>
                <a:gd name="csX19" fmla="*/ 5255 w 31052"/>
                <a:gd name="csY19" fmla="*/ 28186 h 37740"/>
                <a:gd name="csX20" fmla="*/ 5733 w 31052"/>
                <a:gd name="csY20" fmla="*/ 25320 h 37740"/>
                <a:gd name="csX21" fmla="*/ 7166 w 31052"/>
                <a:gd name="csY21" fmla="*/ 24842 h 37740"/>
                <a:gd name="csX22" fmla="*/ 9077 w 31052"/>
                <a:gd name="csY22" fmla="*/ 25320 h 37740"/>
                <a:gd name="csX23" fmla="*/ 10510 w 31052"/>
                <a:gd name="csY23" fmla="*/ 23409 h 37740"/>
                <a:gd name="csX24" fmla="*/ 11466 w 31052"/>
                <a:gd name="csY24" fmla="*/ 22931 h 37740"/>
                <a:gd name="csX25" fmla="*/ 12421 w 31052"/>
                <a:gd name="csY25" fmla="*/ 24842 h 37740"/>
                <a:gd name="csX26" fmla="*/ 12899 w 31052"/>
                <a:gd name="csY26" fmla="*/ 22453 h 37740"/>
                <a:gd name="csX27" fmla="*/ 12421 w 31052"/>
                <a:gd name="csY27" fmla="*/ 20542 h 37740"/>
                <a:gd name="csX28" fmla="*/ 12421 w 31052"/>
                <a:gd name="csY28" fmla="*/ 19109 h 37740"/>
                <a:gd name="csX29" fmla="*/ 15287 w 31052"/>
                <a:gd name="csY29" fmla="*/ 15287 h 37740"/>
                <a:gd name="csX30" fmla="*/ 16721 w 31052"/>
                <a:gd name="csY30" fmla="*/ 12421 h 37740"/>
                <a:gd name="csX31" fmla="*/ 18154 w 31052"/>
                <a:gd name="csY31" fmla="*/ 10988 h 37740"/>
                <a:gd name="csX32" fmla="*/ 20065 w 31052"/>
                <a:gd name="csY32" fmla="*/ 10988 h 37740"/>
                <a:gd name="csX33" fmla="*/ 20542 w 31052"/>
                <a:gd name="csY33" fmla="*/ 8599 h 37740"/>
                <a:gd name="csX34" fmla="*/ 20065 w 31052"/>
                <a:gd name="csY34" fmla="*/ 6211 h 37740"/>
                <a:gd name="csX35" fmla="*/ 20065 w 31052"/>
                <a:gd name="csY35" fmla="*/ 4300 h 37740"/>
                <a:gd name="csX36" fmla="*/ 21498 w 31052"/>
                <a:gd name="csY36" fmla="*/ 0 h 37740"/>
                <a:gd name="csX37" fmla="*/ 22931 w 31052"/>
                <a:gd name="csY37" fmla="*/ 0 h 37740"/>
                <a:gd name="csX38" fmla="*/ 23886 w 31052"/>
                <a:gd name="csY38" fmla="*/ 3822 h 37740"/>
                <a:gd name="csX39" fmla="*/ 23886 w 31052"/>
                <a:gd name="csY39" fmla="*/ 9555 h 37740"/>
                <a:gd name="csX40" fmla="*/ 25798 w 31052"/>
                <a:gd name="csY40" fmla="*/ 12421 h 37740"/>
                <a:gd name="csX41" fmla="*/ 27231 w 31052"/>
                <a:gd name="csY41" fmla="*/ 12421 h 37740"/>
                <a:gd name="csX42" fmla="*/ 27708 w 31052"/>
                <a:gd name="csY42" fmla="*/ 10988 h 37740"/>
                <a:gd name="csX43" fmla="*/ 28664 w 31052"/>
                <a:gd name="csY43" fmla="*/ 10510 h 37740"/>
                <a:gd name="csX44" fmla="*/ 31052 w 31052"/>
                <a:gd name="csY44" fmla="*/ 12421 h 37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31052" h="37740">
                  <a:moveTo>
                    <a:pt x="31052" y="12421"/>
                  </a:moveTo>
                  <a:lnTo>
                    <a:pt x="30575" y="14810"/>
                  </a:lnTo>
                  <a:lnTo>
                    <a:pt x="27708" y="18154"/>
                  </a:lnTo>
                  <a:lnTo>
                    <a:pt x="25320" y="22931"/>
                  </a:lnTo>
                  <a:lnTo>
                    <a:pt x="22931" y="23886"/>
                  </a:lnTo>
                  <a:lnTo>
                    <a:pt x="21498" y="23409"/>
                  </a:lnTo>
                  <a:lnTo>
                    <a:pt x="19109" y="25797"/>
                  </a:lnTo>
                  <a:lnTo>
                    <a:pt x="17198" y="28664"/>
                  </a:lnTo>
                  <a:lnTo>
                    <a:pt x="14809" y="32008"/>
                  </a:lnTo>
                  <a:lnTo>
                    <a:pt x="14809" y="33919"/>
                  </a:lnTo>
                  <a:lnTo>
                    <a:pt x="14332" y="35352"/>
                  </a:lnTo>
                  <a:lnTo>
                    <a:pt x="7166" y="36785"/>
                  </a:lnTo>
                  <a:lnTo>
                    <a:pt x="4300" y="37741"/>
                  </a:lnTo>
                  <a:lnTo>
                    <a:pt x="1433" y="36307"/>
                  </a:lnTo>
                  <a:lnTo>
                    <a:pt x="0" y="34397"/>
                  </a:lnTo>
                  <a:lnTo>
                    <a:pt x="478" y="32963"/>
                  </a:lnTo>
                  <a:lnTo>
                    <a:pt x="3344" y="32486"/>
                  </a:lnTo>
                  <a:lnTo>
                    <a:pt x="3822" y="30097"/>
                  </a:lnTo>
                  <a:lnTo>
                    <a:pt x="4300" y="29142"/>
                  </a:lnTo>
                  <a:lnTo>
                    <a:pt x="5255" y="28186"/>
                  </a:lnTo>
                  <a:lnTo>
                    <a:pt x="5733" y="25320"/>
                  </a:lnTo>
                  <a:lnTo>
                    <a:pt x="7166" y="24842"/>
                  </a:lnTo>
                  <a:lnTo>
                    <a:pt x="9077" y="25320"/>
                  </a:lnTo>
                  <a:lnTo>
                    <a:pt x="10510" y="23409"/>
                  </a:lnTo>
                  <a:lnTo>
                    <a:pt x="11466" y="22931"/>
                  </a:lnTo>
                  <a:lnTo>
                    <a:pt x="12421" y="24842"/>
                  </a:lnTo>
                  <a:lnTo>
                    <a:pt x="12899" y="22453"/>
                  </a:lnTo>
                  <a:lnTo>
                    <a:pt x="12421" y="20542"/>
                  </a:lnTo>
                  <a:lnTo>
                    <a:pt x="12421" y="19109"/>
                  </a:lnTo>
                  <a:lnTo>
                    <a:pt x="15287" y="15287"/>
                  </a:lnTo>
                  <a:lnTo>
                    <a:pt x="16721" y="12421"/>
                  </a:lnTo>
                  <a:lnTo>
                    <a:pt x="18154" y="10988"/>
                  </a:lnTo>
                  <a:lnTo>
                    <a:pt x="20065" y="10988"/>
                  </a:lnTo>
                  <a:lnTo>
                    <a:pt x="20542" y="8599"/>
                  </a:lnTo>
                  <a:lnTo>
                    <a:pt x="20065" y="6211"/>
                  </a:lnTo>
                  <a:lnTo>
                    <a:pt x="20065" y="4300"/>
                  </a:lnTo>
                  <a:lnTo>
                    <a:pt x="21498" y="0"/>
                  </a:lnTo>
                  <a:lnTo>
                    <a:pt x="22931" y="0"/>
                  </a:lnTo>
                  <a:lnTo>
                    <a:pt x="23886" y="3822"/>
                  </a:lnTo>
                  <a:lnTo>
                    <a:pt x="23886" y="9555"/>
                  </a:lnTo>
                  <a:lnTo>
                    <a:pt x="25798" y="12421"/>
                  </a:lnTo>
                  <a:lnTo>
                    <a:pt x="27231" y="12421"/>
                  </a:lnTo>
                  <a:lnTo>
                    <a:pt x="27708" y="10988"/>
                  </a:lnTo>
                  <a:lnTo>
                    <a:pt x="28664" y="10510"/>
                  </a:lnTo>
                  <a:lnTo>
                    <a:pt x="31052" y="124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1" name="Freeform 1940">
              <a:extLst>
                <a:ext uri="{FF2B5EF4-FFF2-40B4-BE49-F238E27FC236}">
                  <a16:creationId xmlns:a16="http://schemas.microsoft.com/office/drawing/2014/main" id="{897E5E23-108D-C202-37F6-88C1AB3B925D}"/>
                </a:ext>
              </a:extLst>
            </p:cNvPr>
            <p:cNvSpPr/>
            <p:nvPr/>
          </p:nvSpPr>
          <p:spPr>
            <a:xfrm>
              <a:off x="6195845" y="3813834"/>
              <a:ext cx="76436" cy="68315"/>
            </a:xfrm>
            <a:custGeom>
              <a:avLst/>
              <a:gdLst>
                <a:gd name="csX0" fmla="*/ 76437 w 76436"/>
                <a:gd name="csY0" fmla="*/ 31530 h 68315"/>
                <a:gd name="csX1" fmla="*/ 76437 w 76436"/>
                <a:gd name="csY1" fmla="*/ 32008 h 68315"/>
                <a:gd name="csX2" fmla="*/ 75481 w 76436"/>
                <a:gd name="csY2" fmla="*/ 32486 h 68315"/>
                <a:gd name="csX3" fmla="*/ 73570 w 76436"/>
                <a:gd name="csY3" fmla="*/ 32963 h 68315"/>
                <a:gd name="csX4" fmla="*/ 71659 w 76436"/>
                <a:gd name="csY4" fmla="*/ 32963 h 68315"/>
                <a:gd name="csX5" fmla="*/ 70704 w 76436"/>
                <a:gd name="csY5" fmla="*/ 32486 h 68315"/>
                <a:gd name="csX6" fmla="*/ 70226 w 76436"/>
                <a:gd name="csY6" fmla="*/ 32963 h 68315"/>
                <a:gd name="csX7" fmla="*/ 69748 w 76436"/>
                <a:gd name="csY7" fmla="*/ 33441 h 68315"/>
                <a:gd name="csX8" fmla="*/ 69748 w 76436"/>
                <a:gd name="csY8" fmla="*/ 33919 h 68315"/>
                <a:gd name="csX9" fmla="*/ 72137 w 76436"/>
                <a:gd name="csY9" fmla="*/ 36307 h 68315"/>
                <a:gd name="csX10" fmla="*/ 74526 w 76436"/>
                <a:gd name="csY10" fmla="*/ 39651 h 68315"/>
                <a:gd name="csX11" fmla="*/ 74526 w 76436"/>
                <a:gd name="csY11" fmla="*/ 41563 h 68315"/>
                <a:gd name="csX12" fmla="*/ 74048 w 76436"/>
                <a:gd name="csY12" fmla="*/ 42518 h 68315"/>
                <a:gd name="csX13" fmla="*/ 73570 w 76436"/>
                <a:gd name="csY13" fmla="*/ 43473 h 68315"/>
                <a:gd name="csX14" fmla="*/ 72615 w 76436"/>
                <a:gd name="csY14" fmla="*/ 43473 h 68315"/>
                <a:gd name="csX15" fmla="*/ 71659 w 76436"/>
                <a:gd name="csY15" fmla="*/ 42518 h 68315"/>
                <a:gd name="csX16" fmla="*/ 70704 w 76436"/>
                <a:gd name="csY16" fmla="*/ 42518 h 68315"/>
                <a:gd name="csX17" fmla="*/ 69748 w 76436"/>
                <a:gd name="csY17" fmla="*/ 42996 h 68315"/>
                <a:gd name="csX18" fmla="*/ 68315 w 76436"/>
                <a:gd name="csY18" fmla="*/ 43951 h 68315"/>
                <a:gd name="csX19" fmla="*/ 67837 w 76436"/>
                <a:gd name="csY19" fmla="*/ 43951 h 68315"/>
                <a:gd name="csX20" fmla="*/ 66882 w 76436"/>
                <a:gd name="csY20" fmla="*/ 44429 h 68315"/>
                <a:gd name="csX21" fmla="*/ 66404 w 76436"/>
                <a:gd name="csY21" fmla="*/ 44429 h 68315"/>
                <a:gd name="csX22" fmla="*/ 65449 w 76436"/>
                <a:gd name="csY22" fmla="*/ 43951 h 68315"/>
                <a:gd name="csX23" fmla="*/ 64016 w 76436"/>
                <a:gd name="csY23" fmla="*/ 43951 h 68315"/>
                <a:gd name="csX24" fmla="*/ 63538 w 76436"/>
                <a:gd name="csY24" fmla="*/ 44429 h 68315"/>
                <a:gd name="csX25" fmla="*/ 63538 w 76436"/>
                <a:gd name="csY25" fmla="*/ 44906 h 68315"/>
                <a:gd name="csX26" fmla="*/ 64016 w 76436"/>
                <a:gd name="csY26" fmla="*/ 46340 h 68315"/>
                <a:gd name="csX27" fmla="*/ 65449 w 76436"/>
                <a:gd name="csY27" fmla="*/ 48728 h 68315"/>
                <a:gd name="csX28" fmla="*/ 65449 w 76436"/>
                <a:gd name="csY28" fmla="*/ 50162 h 68315"/>
                <a:gd name="csX29" fmla="*/ 64016 w 76436"/>
                <a:gd name="csY29" fmla="*/ 50162 h 68315"/>
                <a:gd name="csX30" fmla="*/ 63538 w 76436"/>
                <a:gd name="csY30" fmla="*/ 49206 h 68315"/>
                <a:gd name="csX31" fmla="*/ 62582 w 76436"/>
                <a:gd name="csY31" fmla="*/ 48728 h 68315"/>
                <a:gd name="csX32" fmla="*/ 61627 w 76436"/>
                <a:gd name="csY32" fmla="*/ 48728 h 68315"/>
                <a:gd name="csX33" fmla="*/ 59716 w 76436"/>
                <a:gd name="csY33" fmla="*/ 50162 h 68315"/>
                <a:gd name="csX34" fmla="*/ 58283 w 76436"/>
                <a:gd name="csY34" fmla="*/ 51595 h 68315"/>
                <a:gd name="csX35" fmla="*/ 57805 w 76436"/>
                <a:gd name="csY35" fmla="*/ 52550 h 68315"/>
                <a:gd name="csX36" fmla="*/ 57328 w 76436"/>
                <a:gd name="csY36" fmla="*/ 53506 h 68315"/>
                <a:gd name="csX37" fmla="*/ 57328 w 76436"/>
                <a:gd name="csY37" fmla="*/ 54461 h 68315"/>
                <a:gd name="csX38" fmla="*/ 57328 w 76436"/>
                <a:gd name="csY38" fmla="*/ 56850 h 68315"/>
                <a:gd name="csX39" fmla="*/ 54461 w 76436"/>
                <a:gd name="csY39" fmla="*/ 57328 h 68315"/>
                <a:gd name="csX40" fmla="*/ 53983 w 76436"/>
                <a:gd name="csY40" fmla="*/ 57328 h 68315"/>
                <a:gd name="csX41" fmla="*/ 53505 w 76436"/>
                <a:gd name="csY41" fmla="*/ 58283 h 68315"/>
                <a:gd name="csX42" fmla="*/ 53983 w 76436"/>
                <a:gd name="csY42" fmla="*/ 61149 h 68315"/>
                <a:gd name="csX43" fmla="*/ 53983 w 76436"/>
                <a:gd name="csY43" fmla="*/ 63060 h 68315"/>
                <a:gd name="csX44" fmla="*/ 55416 w 76436"/>
                <a:gd name="csY44" fmla="*/ 65449 h 68315"/>
                <a:gd name="csX45" fmla="*/ 55894 w 76436"/>
                <a:gd name="csY45" fmla="*/ 66404 h 68315"/>
                <a:gd name="csX46" fmla="*/ 55416 w 76436"/>
                <a:gd name="csY46" fmla="*/ 66882 h 68315"/>
                <a:gd name="csX47" fmla="*/ 54461 w 76436"/>
                <a:gd name="csY47" fmla="*/ 67838 h 68315"/>
                <a:gd name="csX48" fmla="*/ 53983 w 76436"/>
                <a:gd name="csY48" fmla="*/ 68315 h 68315"/>
                <a:gd name="csX49" fmla="*/ 53505 w 76436"/>
                <a:gd name="csY49" fmla="*/ 68315 h 68315"/>
                <a:gd name="csX50" fmla="*/ 51595 w 76436"/>
                <a:gd name="csY50" fmla="*/ 67360 h 68315"/>
                <a:gd name="csX51" fmla="*/ 50639 w 76436"/>
                <a:gd name="csY51" fmla="*/ 67360 h 68315"/>
                <a:gd name="csX52" fmla="*/ 47295 w 76436"/>
                <a:gd name="csY52" fmla="*/ 64971 h 68315"/>
                <a:gd name="csX53" fmla="*/ 45862 w 76436"/>
                <a:gd name="csY53" fmla="*/ 64016 h 68315"/>
                <a:gd name="csX54" fmla="*/ 42996 w 76436"/>
                <a:gd name="csY54" fmla="*/ 62105 h 68315"/>
                <a:gd name="csX55" fmla="*/ 41562 w 76436"/>
                <a:gd name="csY55" fmla="*/ 61149 h 68315"/>
                <a:gd name="csX56" fmla="*/ 41085 w 76436"/>
                <a:gd name="csY56" fmla="*/ 59716 h 68315"/>
                <a:gd name="csX57" fmla="*/ 39651 w 76436"/>
                <a:gd name="csY57" fmla="*/ 59716 h 68315"/>
                <a:gd name="csX58" fmla="*/ 38218 w 76436"/>
                <a:gd name="csY58" fmla="*/ 59716 h 68315"/>
                <a:gd name="csX59" fmla="*/ 36785 w 76436"/>
                <a:gd name="csY59" fmla="*/ 58761 h 68315"/>
                <a:gd name="csX60" fmla="*/ 37740 w 76436"/>
                <a:gd name="csY60" fmla="*/ 58283 h 68315"/>
                <a:gd name="csX61" fmla="*/ 38218 w 76436"/>
                <a:gd name="csY61" fmla="*/ 57805 h 68315"/>
                <a:gd name="csX62" fmla="*/ 37740 w 76436"/>
                <a:gd name="csY62" fmla="*/ 57328 h 68315"/>
                <a:gd name="csX63" fmla="*/ 37263 w 76436"/>
                <a:gd name="csY63" fmla="*/ 56372 h 68315"/>
                <a:gd name="csX64" fmla="*/ 32963 w 76436"/>
                <a:gd name="csY64" fmla="*/ 52550 h 68315"/>
                <a:gd name="csX65" fmla="*/ 31052 w 76436"/>
                <a:gd name="csY65" fmla="*/ 49684 h 68315"/>
                <a:gd name="csX66" fmla="*/ 30575 w 76436"/>
                <a:gd name="csY66" fmla="*/ 48728 h 68315"/>
                <a:gd name="csX67" fmla="*/ 30575 w 76436"/>
                <a:gd name="csY67" fmla="*/ 46340 h 68315"/>
                <a:gd name="csX68" fmla="*/ 30097 w 76436"/>
                <a:gd name="csY68" fmla="*/ 45862 h 68315"/>
                <a:gd name="csX69" fmla="*/ 30097 w 76436"/>
                <a:gd name="csY69" fmla="*/ 45862 h 68315"/>
                <a:gd name="csX70" fmla="*/ 26753 w 76436"/>
                <a:gd name="csY70" fmla="*/ 44429 h 68315"/>
                <a:gd name="csX71" fmla="*/ 22931 w 76436"/>
                <a:gd name="csY71" fmla="*/ 41085 h 68315"/>
                <a:gd name="csX72" fmla="*/ 19109 w 76436"/>
                <a:gd name="csY72" fmla="*/ 37740 h 68315"/>
                <a:gd name="csX73" fmla="*/ 18631 w 76436"/>
                <a:gd name="csY73" fmla="*/ 37263 h 68315"/>
                <a:gd name="csX74" fmla="*/ 16721 w 76436"/>
                <a:gd name="csY74" fmla="*/ 34397 h 68315"/>
                <a:gd name="csX75" fmla="*/ 16721 w 76436"/>
                <a:gd name="csY75" fmla="*/ 34397 h 68315"/>
                <a:gd name="csX76" fmla="*/ 14332 w 76436"/>
                <a:gd name="csY76" fmla="*/ 32486 h 68315"/>
                <a:gd name="csX77" fmla="*/ 12898 w 76436"/>
                <a:gd name="csY77" fmla="*/ 31052 h 68315"/>
                <a:gd name="csX78" fmla="*/ 10988 w 76436"/>
                <a:gd name="csY78" fmla="*/ 29141 h 68315"/>
                <a:gd name="csX79" fmla="*/ 9555 w 76436"/>
                <a:gd name="csY79" fmla="*/ 26753 h 68315"/>
                <a:gd name="csX80" fmla="*/ 8599 w 76436"/>
                <a:gd name="csY80" fmla="*/ 23409 h 68315"/>
                <a:gd name="csX81" fmla="*/ 7644 w 76436"/>
                <a:gd name="csY81" fmla="*/ 20542 h 68315"/>
                <a:gd name="csX82" fmla="*/ 7166 w 76436"/>
                <a:gd name="csY82" fmla="*/ 19109 h 68315"/>
                <a:gd name="csX83" fmla="*/ 6210 w 76436"/>
                <a:gd name="csY83" fmla="*/ 18631 h 68315"/>
                <a:gd name="csX84" fmla="*/ 2866 w 76436"/>
                <a:gd name="csY84" fmla="*/ 15287 h 68315"/>
                <a:gd name="csX85" fmla="*/ 0 w 76436"/>
                <a:gd name="csY85" fmla="*/ 12899 h 68315"/>
                <a:gd name="csX86" fmla="*/ 0 w 76436"/>
                <a:gd name="csY86" fmla="*/ 10510 h 68315"/>
                <a:gd name="csX87" fmla="*/ 478 w 76436"/>
                <a:gd name="csY87" fmla="*/ 6688 h 68315"/>
                <a:gd name="csX88" fmla="*/ 955 w 76436"/>
                <a:gd name="csY88" fmla="*/ 2389 h 68315"/>
                <a:gd name="csX89" fmla="*/ 1433 w 76436"/>
                <a:gd name="csY89" fmla="*/ 1911 h 68315"/>
                <a:gd name="csX90" fmla="*/ 2866 w 76436"/>
                <a:gd name="csY90" fmla="*/ 1433 h 68315"/>
                <a:gd name="csX91" fmla="*/ 4299 w 76436"/>
                <a:gd name="csY91" fmla="*/ 1433 h 68315"/>
                <a:gd name="csX92" fmla="*/ 5733 w 76436"/>
                <a:gd name="csY92" fmla="*/ 2389 h 68315"/>
                <a:gd name="csX93" fmla="*/ 8121 w 76436"/>
                <a:gd name="csY93" fmla="*/ 5255 h 68315"/>
                <a:gd name="csX94" fmla="*/ 9555 w 76436"/>
                <a:gd name="csY94" fmla="*/ 6210 h 68315"/>
                <a:gd name="csX95" fmla="*/ 10988 w 76436"/>
                <a:gd name="csY95" fmla="*/ 6688 h 68315"/>
                <a:gd name="csX96" fmla="*/ 12421 w 76436"/>
                <a:gd name="csY96" fmla="*/ 5733 h 68315"/>
                <a:gd name="csX97" fmla="*/ 12421 w 76436"/>
                <a:gd name="csY97" fmla="*/ 5733 h 68315"/>
                <a:gd name="csX98" fmla="*/ 14332 w 76436"/>
                <a:gd name="csY98" fmla="*/ 2866 h 68315"/>
                <a:gd name="csX99" fmla="*/ 15765 w 76436"/>
                <a:gd name="csY99" fmla="*/ 1433 h 68315"/>
                <a:gd name="csX100" fmla="*/ 21020 w 76436"/>
                <a:gd name="csY100" fmla="*/ 1911 h 68315"/>
                <a:gd name="csX101" fmla="*/ 23409 w 76436"/>
                <a:gd name="csY101" fmla="*/ 0 h 68315"/>
                <a:gd name="csX102" fmla="*/ 27708 w 76436"/>
                <a:gd name="csY102" fmla="*/ 2866 h 68315"/>
                <a:gd name="csX103" fmla="*/ 29141 w 76436"/>
                <a:gd name="csY103" fmla="*/ 2866 h 68315"/>
                <a:gd name="csX104" fmla="*/ 29141 w 76436"/>
                <a:gd name="csY104" fmla="*/ 2866 h 68315"/>
                <a:gd name="csX105" fmla="*/ 30097 w 76436"/>
                <a:gd name="csY105" fmla="*/ 2866 h 68315"/>
                <a:gd name="csX106" fmla="*/ 31530 w 76436"/>
                <a:gd name="csY106" fmla="*/ 2866 h 68315"/>
                <a:gd name="csX107" fmla="*/ 34396 w 76436"/>
                <a:gd name="csY107" fmla="*/ 3822 h 68315"/>
                <a:gd name="csX108" fmla="*/ 34874 w 76436"/>
                <a:gd name="csY108" fmla="*/ 3822 h 68315"/>
                <a:gd name="csX109" fmla="*/ 35830 w 76436"/>
                <a:gd name="csY109" fmla="*/ 3822 h 68315"/>
                <a:gd name="csX110" fmla="*/ 37740 w 76436"/>
                <a:gd name="csY110" fmla="*/ 2866 h 68315"/>
                <a:gd name="csX111" fmla="*/ 38218 w 76436"/>
                <a:gd name="csY111" fmla="*/ 2866 h 68315"/>
                <a:gd name="csX112" fmla="*/ 38696 w 76436"/>
                <a:gd name="csY112" fmla="*/ 2866 h 68315"/>
                <a:gd name="csX113" fmla="*/ 41085 w 76436"/>
                <a:gd name="csY113" fmla="*/ 4777 h 68315"/>
                <a:gd name="csX114" fmla="*/ 42518 w 76436"/>
                <a:gd name="csY114" fmla="*/ 5255 h 68315"/>
                <a:gd name="csX115" fmla="*/ 42518 w 76436"/>
                <a:gd name="csY115" fmla="*/ 4777 h 68315"/>
                <a:gd name="csX116" fmla="*/ 43951 w 76436"/>
                <a:gd name="csY116" fmla="*/ 4299 h 68315"/>
                <a:gd name="csX117" fmla="*/ 44906 w 76436"/>
                <a:gd name="csY117" fmla="*/ 3344 h 68315"/>
                <a:gd name="csX118" fmla="*/ 47773 w 76436"/>
                <a:gd name="csY118" fmla="*/ 3822 h 68315"/>
                <a:gd name="csX119" fmla="*/ 49206 w 76436"/>
                <a:gd name="csY119" fmla="*/ 3822 h 68315"/>
                <a:gd name="csX120" fmla="*/ 50639 w 76436"/>
                <a:gd name="csY120" fmla="*/ 3822 h 68315"/>
                <a:gd name="csX121" fmla="*/ 52072 w 76436"/>
                <a:gd name="csY121" fmla="*/ 3822 h 68315"/>
                <a:gd name="csX122" fmla="*/ 53028 w 76436"/>
                <a:gd name="csY122" fmla="*/ 4299 h 68315"/>
                <a:gd name="csX123" fmla="*/ 53505 w 76436"/>
                <a:gd name="csY123" fmla="*/ 4299 h 68315"/>
                <a:gd name="csX124" fmla="*/ 54461 w 76436"/>
                <a:gd name="csY124" fmla="*/ 4777 h 68315"/>
                <a:gd name="csX125" fmla="*/ 57805 w 76436"/>
                <a:gd name="csY125" fmla="*/ 5255 h 68315"/>
                <a:gd name="csX126" fmla="*/ 59716 w 76436"/>
                <a:gd name="csY126" fmla="*/ 6210 h 68315"/>
                <a:gd name="csX127" fmla="*/ 60194 w 76436"/>
                <a:gd name="csY127" fmla="*/ 7644 h 68315"/>
                <a:gd name="csX128" fmla="*/ 60194 w 76436"/>
                <a:gd name="csY128" fmla="*/ 8599 h 68315"/>
                <a:gd name="csX129" fmla="*/ 60671 w 76436"/>
                <a:gd name="csY129" fmla="*/ 9077 h 68315"/>
                <a:gd name="csX130" fmla="*/ 60671 w 76436"/>
                <a:gd name="csY130" fmla="*/ 9077 h 68315"/>
                <a:gd name="csX131" fmla="*/ 61627 w 76436"/>
                <a:gd name="csY131" fmla="*/ 10032 h 68315"/>
                <a:gd name="csX132" fmla="*/ 63538 w 76436"/>
                <a:gd name="csY132" fmla="*/ 10510 h 68315"/>
                <a:gd name="csX133" fmla="*/ 64971 w 76436"/>
                <a:gd name="csY133" fmla="*/ 10510 h 68315"/>
                <a:gd name="csX134" fmla="*/ 65449 w 76436"/>
                <a:gd name="csY134" fmla="*/ 10510 h 68315"/>
                <a:gd name="csX135" fmla="*/ 67360 w 76436"/>
                <a:gd name="csY135" fmla="*/ 9555 h 68315"/>
                <a:gd name="csX136" fmla="*/ 69271 w 76436"/>
                <a:gd name="csY136" fmla="*/ 9077 h 68315"/>
                <a:gd name="csX137" fmla="*/ 70704 w 76436"/>
                <a:gd name="csY137" fmla="*/ 9555 h 68315"/>
                <a:gd name="csX138" fmla="*/ 71659 w 76436"/>
                <a:gd name="csY138" fmla="*/ 10032 h 68315"/>
                <a:gd name="csX139" fmla="*/ 71659 w 76436"/>
                <a:gd name="csY139" fmla="*/ 10510 h 68315"/>
                <a:gd name="csX140" fmla="*/ 71182 w 76436"/>
                <a:gd name="csY140" fmla="*/ 12421 h 68315"/>
                <a:gd name="csX141" fmla="*/ 70704 w 76436"/>
                <a:gd name="csY141" fmla="*/ 14809 h 68315"/>
                <a:gd name="csX142" fmla="*/ 69271 w 76436"/>
                <a:gd name="csY142" fmla="*/ 17198 h 68315"/>
                <a:gd name="csX143" fmla="*/ 67837 w 76436"/>
                <a:gd name="csY143" fmla="*/ 19109 h 68315"/>
                <a:gd name="csX144" fmla="*/ 67360 w 76436"/>
                <a:gd name="csY144" fmla="*/ 20065 h 68315"/>
                <a:gd name="csX145" fmla="*/ 67360 w 76436"/>
                <a:gd name="csY145" fmla="*/ 21975 h 68315"/>
                <a:gd name="csX146" fmla="*/ 66882 w 76436"/>
                <a:gd name="csY146" fmla="*/ 23409 h 68315"/>
                <a:gd name="csX147" fmla="*/ 67360 w 76436"/>
                <a:gd name="csY147" fmla="*/ 23886 h 68315"/>
                <a:gd name="csX148" fmla="*/ 67837 w 76436"/>
                <a:gd name="csY148" fmla="*/ 24842 h 68315"/>
                <a:gd name="csX149" fmla="*/ 69271 w 76436"/>
                <a:gd name="csY149" fmla="*/ 25320 h 68315"/>
                <a:gd name="csX150" fmla="*/ 71182 w 76436"/>
                <a:gd name="csY150" fmla="*/ 26753 h 68315"/>
                <a:gd name="csX151" fmla="*/ 73093 w 76436"/>
                <a:gd name="csY151" fmla="*/ 28664 h 68315"/>
                <a:gd name="csX152" fmla="*/ 75481 w 76436"/>
                <a:gd name="csY152" fmla="*/ 30575 h 68315"/>
                <a:gd name="csX153" fmla="*/ 76437 w 76436"/>
                <a:gd name="csY153" fmla="*/ 31530 h 683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</a:cxnLst>
              <a:rect l="l" t="t" r="r" b="b"/>
              <a:pathLst>
                <a:path w="76436" h="68315">
                  <a:moveTo>
                    <a:pt x="76437" y="31530"/>
                  </a:moveTo>
                  <a:lnTo>
                    <a:pt x="76437" y="32008"/>
                  </a:lnTo>
                  <a:lnTo>
                    <a:pt x="75481" y="32486"/>
                  </a:lnTo>
                  <a:lnTo>
                    <a:pt x="73570" y="32963"/>
                  </a:lnTo>
                  <a:lnTo>
                    <a:pt x="71659" y="32963"/>
                  </a:lnTo>
                  <a:lnTo>
                    <a:pt x="70704" y="32486"/>
                  </a:lnTo>
                  <a:lnTo>
                    <a:pt x="70226" y="32963"/>
                  </a:lnTo>
                  <a:lnTo>
                    <a:pt x="69748" y="33441"/>
                  </a:lnTo>
                  <a:lnTo>
                    <a:pt x="69748" y="33919"/>
                  </a:lnTo>
                  <a:lnTo>
                    <a:pt x="72137" y="36307"/>
                  </a:lnTo>
                  <a:lnTo>
                    <a:pt x="74526" y="39651"/>
                  </a:lnTo>
                  <a:lnTo>
                    <a:pt x="74526" y="41563"/>
                  </a:lnTo>
                  <a:lnTo>
                    <a:pt x="74048" y="42518"/>
                  </a:lnTo>
                  <a:lnTo>
                    <a:pt x="73570" y="43473"/>
                  </a:lnTo>
                  <a:lnTo>
                    <a:pt x="72615" y="43473"/>
                  </a:lnTo>
                  <a:lnTo>
                    <a:pt x="71659" y="42518"/>
                  </a:lnTo>
                  <a:lnTo>
                    <a:pt x="70704" y="42518"/>
                  </a:lnTo>
                  <a:lnTo>
                    <a:pt x="69748" y="42996"/>
                  </a:lnTo>
                  <a:lnTo>
                    <a:pt x="68315" y="43951"/>
                  </a:lnTo>
                  <a:lnTo>
                    <a:pt x="67837" y="43951"/>
                  </a:lnTo>
                  <a:lnTo>
                    <a:pt x="66882" y="44429"/>
                  </a:lnTo>
                  <a:lnTo>
                    <a:pt x="66404" y="44429"/>
                  </a:lnTo>
                  <a:lnTo>
                    <a:pt x="65449" y="43951"/>
                  </a:lnTo>
                  <a:lnTo>
                    <a:pt x="64016" y="43951"/>
                  </a:lnTo>
                  <a:lnTo>
                    <a:pt x="63538" y="44429"/>
                  </a:lnTo>
                  <a:lnTo>
                    <a:pt x="63538" y="44906"/>
                  </a:lnTo>
                  <a:lnTo>
                    <a:pt x="64016" y="46340"/>
                  </a:lnTo>
                  <a:lnTo>
                    <a:pt x="65449" y="48728"/>
                  </a:lnTo>
                  <a:lnTo>
                    <a:pt x="65449" y="50162"/>
                  </a:lnTo>
                  <a:lnTo>
                    <a:pt x="64016" y="50162"/>
                  </a:lnTo>
                  <a:lnTo>
                    <a:pt x="63538" y="49206"/>
                  </a:lnTo>
                  <a:lnTo>
                    <a:pt x="62582" y="48728"/>
                  </a:lnTo>
                  <a:lnTo>
                    <a:pt x="61627" y="48728"/>
                  </a:lnTo>
                  <a:lnTo>
                    <a:pt x="59716" y="50162"/>
                  </a:lnTo>
                  <a:lnTo>
                    <a:pt x="58283" y="51595"/>
                  </a:lnTo>
                  <a:lnTo>
                    <a:pt x="57805" y="52550"/>
                  </a:lnTo>
                  <a:lnTo>
                    <a:pt x="57328" y="53506"/>
                  </a:lnTo>
                  <a:lnTo>
                    <a:pt x="57328" y="54461"/>
                  </a:lnTo>
                  <a:lnTo>
                    <a:pt x="57328" y="56850"/>
                  </a:lnTo>
                  <a:lnTo>
                    <a:pt x="54461" y="57328"/>
                  </a:lnTo>
                  <a:lnTo>
                    <a:pt x="53983" y="57328"/>
                  </a:lnTo>
                  <a:lnTo>
                    <a:pt x="53505" y="58283"/>
                  </a:lnTo>
                  <a:lnTo>
                    <a:pt x="53983" y="61149"/>
                  </a:lnTo>
                  <a:lnTo>
                    <a:pt x="53983" y="63060"/>
                  </a:lnTo>
                  <a:lnTo>
                    <a:pt x="55416" y="65449"/>
                  </a:lnTo>
                  <a:lnTo>
                    <a:pt x="55894" y="66404"/>
                  </a:lnTo>
                  <a:lnTo>
                    <a:pt x="55416" y="66882"/>
                  </a:lnTo>
                  <a:lnTo>
                    <a:pt x="54461" y="67838"/>
                  </a:lnTo>
                  <a:lnTo>
                    <a:pt x="53983" y="68315"/>
                  </a:lnTo>
                  <a:lnTo>
                    <a:pt x="53505" y="68315"/>
                  </a:lnTo>
                  <a:lnTo>
                    <a:pt x="51595" y="67360"/>
                  </a:lnTo>
                  <a:lnTo>
                    <a:pt x="50639" y="67360"/>
                  </a:lnTo>
                  <a:lnTo>
                    <a:pt x="47295" y="64971"/>
                  </a:lnTo>
                  <a:lnTo>
                    <a:pt x="45862" y="64016"/>
                  </a:lnTo>
                  <a:lnTo>
                    <a:pt x="42996" y="62105"/>
                  </a:lnTo>
                  <a:lnTo>
                    <a:pt x="41562" y="61149"/>
                  </a:lnTo>
                  <a:lnTo>
                    <a:pt x="41085" y="59716"/>
                  </a:lnTo>
                  <a:lnTo>
                    <a:pt x="39651" y="59716"/>
                  </a:lnTo>
                  <a:lnTo>
                    <a:pt x="38218" y="59716"/>
                  </a:lnTo>
                  <a:lnTo>
                    <a:pt x="36785" y="58761"/>
                  </a:lnTo>
                  <a:lnTo>
                    <a:pt x="37740" y="58283"/>
                  </a:lnTo>
                  <a:lnTo>
                    <a:pt x="38218" y="57805"/>
                  </a:lnTo>
                  <a:lnTo>
                    <a:pt x="37740" y="57328"/>
                  </a:lnTo>
                  <a:lnTo>
                    <a:pt x="37263" y="56372"/>
                  </a:lnTo>
                  <a:lnTo>
                    <a:pt x="32963" y="52550"/>
                  </a:lnTo>
                  <a:lnTo>
                    <a:pt x="31052" y="49684"/>
                  </a:lnTo>
                  <a:lnTo>
                    <a:pt x="30575" y="48728"/>
                  </a:lnTo>
                  <a:lnTo>
                    <a:pt x="30575" y="46340"/>
                  </a:lnTo>
                  <a:lnTo>
                    <a:pt x="30097" y="45862"/>
                  </a:lnTo>
                  <a:lnTo>
                    <a:pt x="30097" y="45862"/>
                  </a:lnTo>
                  <a:lnTo>
                    <a:pt x="26753" y="44429"/>
                  </a:lnTo>
                  <a:lnTo>
                    <a:pt x="22931" y="41085"/>
                  </a:lnTo>
                  <a:lnTo>
                    <a:pt x="19109" y="37740"/>
                  </a:lnTo>
                  <a:lnTo>
                    <a:pt x="18631" y="37263"/>
                  </a:lnTo>
                  <a:lnTo>
                    <a:pt x="16721" y="34397"/>
                  </a:lnTo>
                  <a:lnTo>
                    <a:pt x="16721" y="34397"/>
                  </a:lnTo>
                  <a:lnTo>
                    <a:pt x="14332" y="32486"/>
                  </a:lnTo>
                  <a:lnTo>
                    <a:pt x="12898" y="31052"/>
                  </a:lnTo>
                  <a:lnTo>
                    <a:pt x="10988" y="29141"/>
                  </a:lnTo>
                  <a:lnTo>
                    <a:pt x="9555" y="26753"/>
                  </a:lnTo>
                  <a:lnTo>
                    <a:pt x="8599" y="23409"/>
                  </a:lnTo>
                  <a:lnTo>
                    <a:pt x="7644" y="20542"/>
                  </a:lnTo>
                  <a:lnTo>
                    <a:pt x="7166" y="19109"/>
                  </a:lnTo>
                  <a:lnTo>
                    <a:pt x="6210" y="18631"/>
                  </a:lnTo>
                  <a:lnTo>
                    <a:pt x="2866" y="15287"/>
                  </a:lnTo>
                  <a:lnTo>
                    <a:pt x="0" y="12899"/>
                  </a:lnTo>
                  <a:lnTo>
                    <a:pt x="0" y="10510"/>
                  </a:lnTo>
                  <a:lnTo>
                    <a:pt x="478" y="6688"/>
                  </a:lnTo>
                  <a:lnTo>
                    <a:pt x="955" y="2389"/>
                  </a:lnTo>
                  <a:lnTo>
                    <a:pt x="1433" y="1911"/>
                  </a:lnTo>
                  <a:lnTo>
                    <a:pt x="2866" y="1433"/>
                  </a:lnTo>
                  <a:lnTo>
                    <a:pt x="4299" y="1433"/>
                  </a:lnTo>
                  <a:lnTo>
                    <a:pt x="5733" y="2389"/>
                  </a:lnTo>
                  <a:lnTo>
                    <a:pt x="8121" y="5255"/>
                  </a:lnTo>
                  <a:lnTo>
                    <a:pt x="9555" y="6210"/>
                  </a:lnTo>
                  <a:lnTo>
                    <a:pt x="10988" y="6688"/>
                  </a:lnTo>
                  <a:lnTo>
                    <a:pt x="12421" y="5733"/>
                  </a:lnTo>
                  <a:lnTo>
                    <a:pt x="12421" y="5733"/>
                  </a:lnTo>
                  <a:lnTo>
                    <a:pt x="14332" y="2866"/>
                  </a:lnTo>
                  <a:lnTo>
                    <a:pt x="15765" y="1433"/>
                  </a:lnTo>
                  <a:lnTo>
                    <a:pt x="21020" y="1911"/>
                  </a:lnTo>
                  <a:lnTo>
                    <a:pt x="23409" y="0"/>
                  </a:lnTo>
                  <a:lnTo>
                    <a:pt x="27708" y="2866"/>
                  </a:lnTo>
                  <a:lnTo>
                    <a:pt x="29141" y="2866"/>
                  </a:lnTo>
                  <a:lnTo>
                    <a:pt x="29141" y="2866"/>
                  </a:lnTo>
                  <a:lnTo>
                    <a:pt x="30097" y="2866"/>
                  </a:lnTo>
                  <a:lnTo>
                    <a:pt x="31530" y="2866"/>
                  </a:lnTo>
                  <a:lnTo>
                    <a:pt x="34396" y="3822"/>
                  </a:lnTo>
                  <a:lnTo>
                    <a:pt x="34874" y="3822"/>
                  </a:lnTo>
                  <a:lnTo>
                    <a:pt x="35830" y="3822"/>
                  </a:lnTo>
                  <a:lnTo>
                    <a:pt x="37740" y="2866"/>
                  </a:lnTo>
                  <a:lnTo>
                    <a:pt x="38218" y="2866"/>
                  </a:lnTo>
                  <a:lnTo>
                    <a:pt x="38696" y="2866"/>
                  </a:lnTo>
                  <a:lnTo>
                    <a:pt x="41085" y="4777"/>
                  </a:lnTo>
                  <a:lnTo>
                    <a:pt x="42518" y="5255"/>
                  </a:lnTo>
                  <a:lnTo>
                    <a:pt x="42518" y="4777"/>
                  </a:lnTo>
                  <a:lnTo>
                    <a:pt x="43951" y="4299"/>
                  </a:lnTo>
                  <a:lnTo>
                    <a:pt x="44906" y="3344"/>
                  </a:lnTo>
                  <a:lnTo>
                    <a:pt x="47773" y="3822"/>
                  </a:lnTo>
                  <a:lnTo>
                    <a:pt x="49206" y="3822"/>
                  </a:lnTo>
                  <a:lnTo>
                    <a:pt x="50639" y="3822"/>
                  </a:lnTo>
                  <a:lnTo>
                    <a:pt x="52072" y="3822"/>
                  </a:lnTo>
                  <a:lnTo>
                    <a:pt x="53028" y="4299"/>
                  </a:lnTo>
                  <a:lnTo>
                    <a:pt x="53505" y="4299"/>
                  </a:lnTo>
                  <a:lnTo>
                    <a:pt x="54461" y="4777"/>
                  </a:lnTo>
                  <a:lnTo>
                    <a:pt x="57805" y="5255"/>
                  </a:lnTo>
                  <a:lnTo>
                    <a:pt x="59716" y="6210"/>
                  </a:lnTo>
                  <a:lnTo>
                    <a:pt x="60194" y="7644"/>
                  </a:lnTo>
                  <a:lnTo>
                    <a:pt x="60194" y="8599"/>
                  </a:lnTo>
                  <a:lnTo>
                    <a:pt x="60671" y="9077"/>
                  </a:lnTo>
                  <a:lnTo>
                    <a:pt x="60671" y="9077"/>
                  </a:lnTo>
                  <a:lnTo>
                    <a:pt x="61627" y="10032"/>
                  </a:lnTo>
                  <a:lnTo>
                    <a:pt x="63538" y="10510"/>
                  </a:lnTo>
                  <a:lnTo>
                    <a:pt x="64971" y="10510"/>
                  </a:lnTo>
                  <a:lnTo>
                    <a:pt x="65449" y="10510"/>
                  </a:lnTo>
                  <a:lnTo>
                    <a:pt x="67360" y="9555"/>
                  </a:lnTo>
                  <a:lnTo>
                    <a:pt x="69271" y="9077"/>
                  </a:lnTo>
                  <a:lnTo>
                    <a:pt x="70704" y="9555"/>
                  </a:lnTo>
                  <a:lnTo>
                    <a:pt x="71659" y="10032"/>
                  </a:lnTo>
                  <a:lnTo>
                    <a:pt x="71659" y="10510"/>
                  </a:lnTo>
                  <a:lnTo>
                    <a:pt x="71182" y="12421"/>
                  </a:lnTo>
                  <a:lnTo>
                    <a:pt x="70704" y="14809"/>
                  </a:lnTo>
                  <a:lnTo>
                    <a:pt x="69271" y="17198"/>
                  </a:lnTo>
                  <a:lnTo>
                    <a:pt x="67837" y="19109"/>
                  </a:lnTo>
                  <a:lnTo>
                    <a:pt x="67360" y="20065"/>
                  </a:lnTo>
                  <a:lnTo>
                    <a:pt x="67360" y="21975"/>
                  </a:lnTo>
                  <a:lnTo>
                    <a:pt x="66882" y="23409"/>
                  </a:lnTo>
                  <a:lnTo>
                    <a:pt x="67360" y="23886"/>
                  </a:lnTo>
                  <a:lnTo>
                    <a:pt x="67837" y="24842"/>
                  </a:lnTo>
                  <a:lnTo>
                    <a:pt x="69271" y="25320"/>
                  </a:lnTo>
                  <a:lnTo>
                    <a:pt x="71182" y="26753"/>
                  </a:lnTo>
                  <a:lnTo>
                    <a:pt x="73093" y="28664"/>
                  </a:lnTo>
                  <a:lnTo>
                    <a:pt x="75481" y="30575"/>
                  </a:lnTo>
                  <a:lnTo>
                    <a:pt x="76437" y="3153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2" name="Freeform 1941">
              <a:extLst>
                <a:ext uri="{FF2B5EF4-FFF2-40B4-BE49-F238E27FC236}">
                  <a16:creationId xmlns:a16="http://schemas.microsoft.com/office/drawing/2014/main" id="{92203783-CE8F-21FE-7187-8CE885719FA0}"/>
                </a:ext>
              </a:extLst>
            </p:cNvPr>
            <p:cNvSpPr/>
            <p:nvPr/>
          </p:nvSpPr>
          <p:spPr>
            <a:xfrm>
              <a:off x="6151893" y="3780870"/>
              <a:ext cx="116565" cy="91724"/>
            </a:xfrm>
            <a:custGeom>
              <a:avLst/>
              <a:gdLst>
                <a:gd name="csX0" fmla="*/ 116566 w 116565"/>
                <a:gd name="csY0" fmla="*/ 34397 h 91724"/>
                <a:gd name="csX1" fmla="*/ 116566 w 116565"/>
                <a:gd name="csY1" fmla="*/ 34874 h 91724"/>
                <a:gd name="csX2" fmla="*/ 116088 w 116565"/>
                <a:gd name="csY2" fmla="*/ 35352 h 91724"/>
                <a:gd name="csX3" fmla="*/ 114655 w 116565"/>
                <a:gd name="csY3" fmla="*/ 35830 h 91724"/>
                <a:gd name="csX4" fmla="*/ 112744 w 116565"/>
                <a:gd name="csY4" fmla="*/ 35830 h 91724"/>
                <a:gd name="csX5" fmla="*/ 111311 w 116565"/>
                <a:gd name="csY5" fmla="*/ 34874 h 91724"/>
                <a:gd name="csX6" fmla="*/ 111311 w 116565"/>
                <a:gd name="csY6" fmla="*/ 35352 h 91724"/>
                <a:gd name="csX7" fmla="*/ 111311 w 116565"/>
                <a:gd name="csY7" fmla="*/ 35830 h 91724"/>
                <a:gd name="csX8" fmla="*/ 109878 w 116565"/>
                <a:gd name="csY8" fmla="*/ 36308 h 91724"/>
                <a:gd name="csX9" fmla="*/ 110833 w 116565"/>
                <a:gd name="csY9" fmla="*/ 40607 h 91724"/>
                <a:gd name="csX10" fmla="*/ 110355 w 116565"/>
                <a:gd name="csY10" fmla="*/ 42040 h 91724"/>
                <a:gd name="csX11" fmla="*/ 109878 w 116565"/>
                <a:gd name="csY11" fmla="*/ 42040 h 91724"/>
                <a:gd name="csX12" fmla="*/ 109400 w 116565"/>
                <a:gd name="csY12" fmla="*/ 42040 h 91724"/>
                <a:gd name="csX13" fmla="*/ 108922 w 116565"/>
                <a:gd name="csY13" fmla="*/ 42040 h 91724"/>
                <a:gd name="csX14" fmla="*/ 108445 w 116565"/>
                <a:gd name="csY14" fmla="*/ 42518 h 91724"/>
                <a:gd name="csX15" fmla="*/ 108922 w 116565"/>
                <a:gd name="csY15" fmla="*/ 43474 h 91724"/>
                <a:gd name="csX16" fmla="*/ 107489 w 116565"/>
                <a:gd name="csY16" fmla="*/ 43474 h 91724"/>
                <a:gd name="csX17" fmla="*/ 105578 w 116565"/>
                <a:gd name="csY17" fmla="*/ 42996 h 91724"/>
                <a:gd name="csX18" fmla="*/ 104623 w 116565"/>
                <a:gd name="csY18" fmla="*/ 42040 h 91724"/>
                <a:gd name="csX19" fmla="*/ 104145 w 116565"/>
                <a:gd name="csY19" fmla="*/ 41563 h 91724"/>
                <a:gd name="csX20" fmla="*/ 104145 w 116565"/>
                <a:gd name="csY20" fmla="*/ 40607 h 91724"/>
                <a:gd name="csX21" fmla="*/ 103667 w 116565"/>
                <a:gd name="csY21" fmla="*/ 39174 h 91724"/>
                <a:gd name="csX22" fmla="*/ 101756 w 116565"/>
                <a:gd name="csY22" fmla="*/ 37741 h 91724"/>
                <a:gd name="csX23" fmla="*/ 98412 w 116565"/>
                <a:gd name="csY23" fmla="*/ 37741 h 91724"/>
                <a:gd name="csX24" fmla="*/ 97457 w 116565"/>
                <a:gd name="csY24" fmla="*/ 37263 h 91724"/>
                <a:gd name="csX25" fmla="*/ 96979 w 116565"/>
                <a:gd name="csY25" fmla="*/ 37263 h 91724"/>
                <a:gd name="csX26" fmla="*/ 96024 w 116565"/>
                <a:gd name="csY26" fmla="*/ 36785 h 91724"/>
                <a:gd name="csX27" fmla="*/ 94590 w 116565"/>
                <a:gd name="csY27" fmla="*/ 36308 h 91724"/>
                <a:gd name="csX28" fmla="*/ 93157 w 116565"/>
                <a:gd name="csY28" fmla="*/ 36785 h 91724"/>
                <a:gd name="csX29" fmla="*/ 91724 w 116565"/>
                <a:gd name="csY29" fmla="*/ 36785 h 91724"/>
                <a:gd name="csX30" fmla="*/ 88858 w 116565"/>
                <a:gd name="csY30" fmla="*/ 36308 h 91724"/>
                <a:gd name="csX31" fmla="*/ 87902 w 116565"/>
                <a:gd name="csY31" fmla="*/ 37263 h 91724"/>
                <a:gd name="csX32" fmla="*/ 86469 w 116565"/>
                <a:gd name="csY32" fmla="*/ 37741 h 91724"/>
                <a:gd name="csX33" fmla="*/ 85036 w 116565"/>
                <a:gd name="csY33" fmla="*/ 37741 h 91724"/>
                <a:gd name="csX34" fmla="*/ 82647 w 116565"/>
                <a:gd name="csY34" fmla="*/ 35830 h 91724"/>
                <a:gd name="csX35" fmla="*/ 82170 w 116565"/>
                <a:gd name="csY35" fmla="*/ 35830 h 91724"/>
                <a:gd name="csX36" fmla="*/ 81692 w 116565"/>
                <a:gd name="csY36" fmla="*/ 35830 h 91724"/>
                <a:gd name="csX37" fmla="*/ 79781 w 116565"/>
                <a:gd name="csY37" fmla="*/ 36785 h 91724"/>
                <a:gd name="csX38" fmla="*/ 78825 w 116565"/>
                <a:gd name="csY38" fmla="*/ 36785 h 91724"/>
                <a:gd name="csX39" fmla="*/ 78347 w 116565"/>
                <a:gd name="csY39" fmla="*/ 36785 h 91724"/>
                <a:gd name="csX40" fmla="*/ 75481 w 116565"/>
                <a:gd name="csY40" fmla="*/ 35830 h 91724"/>
                <a:gd name="csX41" fmla="*/ 74048 w 116565"/>
                <a:gd name="csY41" fmla="*/ 35830 h 91724"/>
                <a:gd name="csX42" fmla="*/ 73093 w 116565"/>
                <a:gd name="csY42" fmla="*/ 35830 h 91724"/>
                <a:gd name="csX43" fmla="*/ 71659 w 116565"/>
                <a:gd name="csY43" fmla="*/ 35352 h 91724"/>
                <a:gd name="csX44" fmla="*/ 67360 w 116565"/>
                <a:gd name="csY44" fmla="*/ 32963 h 91724"/>
                <a:gd name="csX45" fmla="*/ 67360 w 116565"/>
                <a:gd name="csY45" fmla="*/ 32963 h 91724"/>
                <a:gd name="csX46" fmla="*/ 64971 w 116565"/>
                <a:gd name="csY46" fmla="*/ 34874 h 91724"/>
                <a:gd name="csX47" fmla="*/ 59716 w 116565"/>
                <a:gd name="csY47" fmla="*/ 34397 h 91724"/>
                <a:gd name="csX48" fmla="*/ 58283 w 116565"/>
                <a:gd name="csY48" fmla="*/ 35830 h 91724"/>
                <a:gd name="csX49" fmla="*/ 58283 w 116565"/>
                <a:gd name="csY49" fmla="*/ 35830 h 91724"/>
                <a:gd name="csX50" fmla="*/ 56372 w 116565"/>
                <a:gd name="csY50" fmla="*/ 38696 h 91724"/>
                <a:gd name="csX51" fmla="*/ 54939 w 116565"/>
                <a:gd name="csY51" fmla="*/ 39651 h 91724"/>
                <a:gd name="csX52" fmla="*/ 53506 w 116565"/>
                <a:gd name="csY52" fmla="*/ 39174 h 91724"/>
                <a:gd name="csX53" fmla="*/ 52072 w 116565"/>
                <a:gd name="csY53" fmla="*/ 38218 h 91724"/>
                <a:gd name="csX54" fmla="*/ 49684 w 116565"/>
                <a:gd name="csY54" fmla="*/ 34874 h 91724"/>
                <a:gd name="csX55" fmla="*/ 48251 w 116565"/>
                <a:gd name="csY55" fmla="*/ 34397 h 91724"/>
                <a:gd name="csX56" fmla="*/ 46817 w 116565"/>
                <a:gd name="csY56" fmla="*/ 34397 h 91724"/>
                <a:gd name="csX57" fmla="*/ 45384 w 116565"/>
                <a:gd name="csY57" fmla="*/ 34874 h 91724"/>
                <a:gd name="csX58" fmla="*/ 44906 w 116565"/>
                <a:gd name="csY58" fmla="*/ 35352 h 91724"/>
                <a:gd name="csX59" fmla="*/ 44429 w 116565"/>
                <a:gd name="csY59" fmla="*/ 39651 h 91724"/>
                <a:gd name="csX60" fmla="*/ 43951 w 116565"/>
                <a:gd name="csY60" fmla="*/ 43474 h 91724"/>
                <a:gd name="csX61" fmla="*/ 43951 w 116565"/>
                <a:gd name="csY61" fmla="*/ 45862 h 91724"/>
                <a:gd name="csX62" fmla="*/ 46817 w 116565"/>
                <a:gd name="csY62" fmla="*/ 48251 h 91724"/>
                <a:gd name="csX63" fmla="*/ 50162 w 116565"/>
                <a:gd name="csY63" fmla="*/ 51595 h 91724"/>
                <a:gd name="csX64" fmla="*/ 50162 w 116565"/>
                <a:gd name="csY64" fmla="*/ 51595 h 91724"/>
                <a:gd name="csX65" fmla="*/ 51117 w 116565"/>
                <a:gd name="csY65" fmla="*/ 52073 h 91724"/>
                <a:gd name="csX66" fmla="*/ 51595 w 116565"/>
                <a:gd name="csY66" fmla="*/ 53506 h 91724"/>
                <a:gd name="csX67" fmla="*/ 52550 w 116565"/>
                <a:gd name="csY67" fmla="*/ 56372 h 91724"/>
                <a:gd name="csX68" fmla="*/ 53506 w 116565"/>
                <a:gd name="csY68" fmla="*/ 59716 h 91724"/>
                <a:gd name="csX69" fmla="*/ 54939 w 116565"/>
                <a:gd name="csY69" fmla="*/ 62105 h 91724"/>
                <a:gd name="csX70" fmla="*/ 56372 w 116565"/>
                <a:gd name="csY70" fmla="*/ 64016 h 91724"/>
                <a:gd name="csX71" fmla="*/ 56850 w 116565"/>
                <a:gd name="csY71" fmla="*/ 64016 h 91724"/>
                <a:gd name="csX72" fmla="*/ 58283 w 116565"/>
                <a:gd name="csY72" fmla="*/ 65449 h 91724"/>
                <a:gd name="csX73" fmla="*/ 60672 w 116565"/>
                <a:gd name="csY73" fmla="*/ 67360 h 91724"/>
                <a:gd name="csX74" fmla="*/ 62582 w 116565"/>
                <a:gd name="csY74" fmla="*/ 70226 h 91724"/>
                <a:gd name="csX75" fmla="*/ 63060 w 116565"/>
                <a:gd name="csY75" fmla="*/ 70704 h 91724"/>
                <a:gd name="csX76" fmla="*/ 63060 w 116565"/>
                <a:gd name="csY76" fmla="*/ 71182 h 91724"/>
                <a:gd name="csX77" fmla="*/ 66882 w 116565"/>
                <a:gd name="csY77" fmla="*/ 74048 h 91724"/>
                <a:gd name="csX78" fmla="*/ 70704 w 116565"/>
                <a:gd name="csY78" fmla="*/ 77392 h 91724"/>
                <a:gd name="csX79" fmla="*/ 74048 w 116565"/>
                <a:gd name="csY79" fmla="*/ 78825 h 91724"/>
                <a:gd name="csX80" fmla="*/ 74526 w 116565"/>
                <a:gd name="csY80" fmla="*/ 79303 h 91724"/>
                <a:gd name="csX81" fmla="*/ 74526 w 116565"/>
                <a:gd name="csY81" fmla="*/ 81692 h 91724"/>
                <a:gd name="csX82" fmla="*/ 74526 w 116565"/>
                <a:gd name="csY82" fmla="*/ 82647 h 91724"/>
                <a:gd name="csX83" fmla="*/ 76914 w 116565"/>
                <a:gd name="csY83" fmla="*/ 85514 h 91724"/>
                <a:gd name="csX84" fmla="*/ 81214 w 116565"/>
                <a:gd name="csY84" fmla="*/ 89335 h 91724"/>
                <a:gd name="csX85" fmla="*/ 81692 w 116565"/>
                <a:gd name="csY85" fmla="*/ 90291 h 91724"/>
                <a:gd name="csX86" fmla="*/ 82170 w 116565"/>
                <a:gd name="csY86" fmla="*/ 90769 h 91724"/>
                <a:gd name="csX87" fmla="*/ 81692 w 116565"/>
                <a:gd name="csY87" fmla="*/ 91247 h 91724"/>
                <a:gd name="csX88" fmla="*/ 80736 w 116565"/>
                <a:gd name="csY88" fmla="*/ 91724 h 91724"/>
                <a:gd name="csX89" fmla="*/ 80736 w 116565"/>
                <a:gd name="csY89" fmla="*/ 91724 h 91724"/>
                <a:gd name="csX90" fmla="*/ 79781 w 116565"/>
                <a:gd name="csY90" fmla="*/ 91247 h 91724"/>
                <a:gd name="csX91" fmla="*/ 75481 w 116565"/>
                <a:gd name="csY91" fmla="*/ 87424 h 91724"/>
                <a:gd name="csX92" fmla="*/ 71659 w 116565"/>
                <a:gd name="csY92" fmla="*/ 85036 h 91724"/>
                <a:gd name="csX93" fmla="*/ 66882 w 116565"/>
                <a:gd name="csY93" fmla="*/ 80736 h 91724"/>
                <a:gd name="csX94" fmla="*/ 61149 w 116565"/>
                <a:gd name="csY94" fmla="*/ 78825 h 91724"/>
                <a:gd name="csX95" fmla="*/ 56850 w 116565"/>
                <a:gd name="csY95" fmla="*/ 76915 h 91724"/>
                <a:gd name="csX96" fmla="*/ 54461 w 116565"/>
                <a:gd name="csY96" fmla="*/ 77392 h 91724"/>
                <a:gd name="csX97" fmla="*/ 51595 w 116565"/>
                <a:gd name="csY97" fmla="*/ 77870 h 91724"/>
                <a:gd name="csX98" fmla="*/ 50162 w 116565"/>
                <a:gd name="csY98" fmla="*/ 77870 h 91724"/>
                <a:gd name="csX99" fmla="*/ 48728 w 116565"/>
                <a:gd name="csY99" fmla="*/ 77392 h 91724"/>
                <a:gd name="csX100" fmla="*/ 47773 w 116565"/>
                <a:gd name="csY100" fmla="*/ 76437 h 91724"/>
                <a:gd name="csX101" fmla="*/ 48251 w 116565"/>
                <a:gd name="csY101" fmla="*/ 75481 h 91724"/>
                <a:gd name="csX102" fmla="*/ 47773 w 116565"/>
                <a:gd name="csY102" fmla="*/ 74048 h 91724"/>
                <a:gd name="csX103" fmla="*/ 45384 w 116565"/>
                <a:gd name="csY103" fmla="*/ 72137 h 91724"/>
                <a:gd name="csX104" fmla="*/ 42518 w 116565"/>
                <a:gd name="csY104" fmla="*/ 70226 h 91724"/>
                <a:gd name="csX105" fmla="*/ 39174 w 116565"/>
                <a:gd name="csY105" fmla="*/ 67838 h 91724"/>
                <a:gd name="csX106" fmla="*/ 32963 w 116565"/>
                <a:gd name="csY106" fmla="*/ 61149 h 91724"/>
                <a:gd name="csX107" fmla="*/ 31530 w 116565"/>
                <a:gd name="csY107" fmla="*/ 58761 h 91724"/>
                <a:gd name="csX108" fmla="*/ 32963 w 116565"/>
                <a:gd name="csY108" fmla="*/ 58283 h 91724"/>
                <a:gd name="csX109" fmla="*/ 33919 w 116565"/>
                <a:gd name="csY109" fmla="*/ 58761 h 91724"/>
                <a:gd name="csX110" fmla="*/ 34874 w 116565"/>
                <a:gd name="csY110" fmla="*/ 58283 h 91724"/>
                <a:gd name="csX111" fmla="*/ 36785 w 116565"/>
                <a:gd name="csY111" fmla="*/ 58283 h 91724"/>
                <a:gd name="csX112" fmla="*/ 38696 w 116565"/>
                <a:gd name="csY112" fmla="*/ 58761 h 91724"/>
                <a:gd name="csX113" fmla="*/ 36785 w 116565"/>
                <a:gd name="csY113" fmla="*/ 57328 h 91724"/>
                <a:gd name="csX114" fmla="*/ 34874 w 116565"/>
                <a:gd name="csY114" fmla="*/ 55894 h 91724"/>
                <a:gd name="csX115" fmla="*/ 29141 w 116565"/>
                <a:gd name="csY115" fmla="*/ 50162 h 91724"/>
                <a:gd name="csX116" fmla="*/ 27231 w 116565"/>
                <a:gd name="csY116" fmla="*/ 47295 h 91724"/>
                <a:gd name="csX117" fmla="*/ 27231 w 116565"/>
                <a:gd name="csY117" fmla="*/ 44429 h 91724"/>
                <a:gd name="csX118" fmla="*/ 27231 w 116565"/>
                <a:gd name="csY118" fmla="*/ 40607 h 91724"/>
                <a:gd name="csX119" fmla="*/ 26275 w 116565"/>
                <a:gd name="csY119" fmla="*/ 37741 h 91724"/>
                <a:gd name="csX120" fmla="*/ 21975 w 116565"/>
                <a:gd name="csY120" fmla="*/ 34397 h 91724"/>
                <a:gd name="csX121" fmla="*/ 20542 w 116565"/>
                <a:gd name="csY121" fmla="*/ 32486 h 91724"/>
                <a:gd name="csX122" fmla="*/ 17198 w 116565"/>
                <a:gd name="csY122" fmla="*/ 31052 h 91724"/>
                <a:gd name="csX123" fmla="*/ 15765 w 116565"/>
                <a:gd name="csY123" fmla="*/ 31530 h 91724"/>
                <a:gd name="csX124" fmla="*/ 14809 w 116565"/>
                <a:gd name="csY124" fmla="*/ 32963 h 91724"/>
                <a:gd name="csX125" fmla="*/ 14332 w 116565"/>
                <a:gd name="csY125" fmla="*/ 35830 h 91724"/>
                <a:gd name="csX126" fmla="*/ 11465 w 116565"/>
                <a:gd name="csY126" fmla="*/ 40129 h 91724"/>
                <a:gd name="csX127" fmla="*/ 10510 w 116565"/>
                <a:gd name="csY127" fmla="*/ 42040 h 91724"/>
                <a:gd name="csX128" fmla="*/ 8599 w 116565"/>
                <a:gd name="csY128" fmla="*/ 44429 h 91724"/>
                <a:gd name="csX129" fmla="*/ 7644 w 116565"/>
                <a:gd name="csY129" fmla="*/ 44429 h 91724"/>
                <a:gd name="csX130" fmla="*/ 6688 w 116565"/>
                <a:gd name="csY130" fmla="*/ 43951 h 91724"/>
                <a:gd name="csX131" fmla="*/ 4299 w 116565"/>
                <a:gd name="csY131" fmla="*/ 40129 h 91724"/>
                <a:gd name="csX132" fmla="*/ 1911 w 116565"/>
                <a:gd name="csY132" fmla="*/ 37263 h 91724"/>
                <a:gd name="csX133" fmla="*/ 1911 w 116565"/>
                <a:gd name="csY133" fmla="*/ 35830 h 91724"/>
                <a:gd name="csX134" fmla="*/ 1433 w 116565"/>
                <a:gd name="csY134" fmla="*/ 33919 h 91724"/>
                <a:gd name="csX135" fmla="*/ 0 w 116565"/>
                <a:gd name="csY135" fmla="*/ 27708 h 91724"/>
                <a:gd name="csX136" fmla="*/ 956 w 116565"/>
                <a:gd name="csY136" fmla="*/ 26753 h 91724"/>
                <a:gd name="csX137" fmla="*/ 1911 w 116565"/>
                <a:gd name="csY137" fmla="*/ 27708 h 91724"/>
                <a:gd name="csX138" fmla="*/ 7166 w 116565"/>
                <a:gd name="csY138" fmla="*/ 29142 h 91724"/>
                <a:gd name="csX139" fmla="*/ 7166 w 116565"/>
                <a:gd name="csY139" fmla="*/ 29142 h 91724"/>
                <a:gd name="csX140" fmla="*/ 8121 w 116565"/>
                <a:gd name="csY140" fmla="*/ 28186 h 91724"/>
                <a:gd name="csX141" fmla="*/ 8121 w 116565"/>
                <a:gd name="csY141" fmla="*/ 28186 h 91724"/>
                <a:gd name="csX142" fmla="*/ 9077 w 116565"/>
                <a:gd name="csY142" fmla="*/ 27708 h 91724"/>
                <a:gd name="csX143" fmla="*/ 9077 w 116565"/>
                <a:gd name="csY143" fmla="*/ 27231 h 91724"/>
                <a:gd name="csX144" fmla="*/ 9077 w 116565"/>
                <a:gd name="csY144" fmla="*/ 27231 h 91724"/>
                <a:gd name="csX145" fmla="*/ 9077 w 116565"/>
                <a:gd name="csY145" fmla="*/ 26753 h 91724"/>
                <a:gd name="csX146" fmla="*/ 10988 w 116565"/>
                <a:gd name="csY146" fmla="*/ 27708 h 91724"/>
                <a:gd name="csX147" fmla="*/ 10988 w 116565"/>
                <a:gd name="csY147" fmla="*/ 27708 h 91724"/>
                <a:gd name="csX148" fmla="*/ 11465 w 116565"/>
                <a:gd name="csY148" fmla="*/ 27708 h 91724"/>
                <a:gd name="csX149" fmla="*/ 12421 w 116565"/>
                <a:gd name="csY149" fmla="*/ 27708 h 91724"/>
                <a:gd name="csX150" fmla="*/ 14809 w 116565"/>
                <a:gd name="csY150" fmla="*/ 27231 h 91724"/>
                <a:gd name="csX151" fmla="*/ 15287 w 116565"/>
                <a:gd name="csY151" fmla="*/ 27231 h 91724"/>
                <a:gd name="csX152" fmla="*/ 16721 w 116565"/>
                <a:gd name="csY152" fmla="*/ 27708 h 91724"/>
                <a:gd name="csX153" fmla="*/ 16721 w 116565"/>
                <a:gd name="csY153" fmla="*/ 27708 h 91724"/>
                <a:gd name="csX154" fmla="*/ 18154 w 116565"/>
                <a:gd name="csY154" fmla="*/ 26753 h 91724"/>
                <a:gd name="csX155" fmla="*/ 19587 w 116565"/>
                <a:gd name="csY155" fmla="*/ 24842 h 91724"/>
                <a:gd name="csX156" fmla="*/ 20065 w 116565"/>
                <a:gd name="csY156" fmla="*/ 23409 h 91724"/>
                <a:gd name="csX157" fmla="*/ 20542 w 116565"/>
                <a:gd name="csY157" fmla="*/ 22931 h 91724"/>
                <a:gd name="csX158" fmla="*/ 21020 w 116565"/>
                <a:gd name="csY158" fmla="*/ 23409 h 91724"/>
                <a:gd name="csX159" fmla="*/ 21498 w 116565"/>
                <a:gd name="csY159" fmla="*/ 24364 h 91724"/>
                <a:gd name="csX160" fmla="*/ 22453 w 116565"/>
                <a:gd name="csY160" fmla="*/ 25320 h 91724"/>
                <a:gd name="csX161" fmla="*/ 23886 w 116565"/>
                <a:gd name="csY161" fmla="*/ 26753 h 91724"/>
                <a:gd name="csX162" fmla="*/ 23886 w 116565"/>
                <a:gd name="csY162" fmla="*/ 26753 h 91724"/>
                <a:gd name="csX163" fmla="*/ 25320 w 116565"/>
                <a:gd name="csY163" fmla="*/ 27708 h 91724"/>
                <a:gd name="csX164" fmla="*/ 26275 w 116565"/>
                <a:gd name="csY164" fmla="*/ 28186 h 91724"/>
                <a:gd name="csX165" fmla="*/ 27231 w 116565"/>
                <a:gd name="csY165" fmla="*/ 27231 h 91724"/>
                <a:gd name="csX166" fmla="*/ 28186 w 116565"/>
                <a:gd name="csY166" fmla="*/ 27231 h 91724"/>
                <a:gd name="csX167" fmla="*/ 31530 w 116565"/>
                <a:gd name="csY167" fmla="*/ 28186 h 91724"/>
                <a:gd name="csX168" fmla="*/ 33919 w 116565"/>
                <a:gd name="csY168" fmla="*/ 28664 h 91724"/>
                <a:gd name="csX169" fmla="*/ 33919 w 116565"/>
                <a:gd name="csY169" fmla="*/ 28664 h 91724"/>
                <a:gd name="csX170" fmla="*/ 35830 w 116565"/>
                <a:gd name="csY170" fmla="*/ 28186 h 91724"/>
                <a:gd name="csX171" fmla="*/ 35830 w 116565"/>
                <a:gd name="csY171" fmla="*/ 28186 h 91724"/>
                <a:gd name="csX172" fmla="*/ 35830 w 116565"/>
                <a:gd name="csY172" fmla="*/ 27231 h 91724"/>
                <a:gd name="csX173" fmla="*/ 34874 w 116565"/>
                <a:gd name="csY173" fmla="*/ 25798 h 91724"/>
                <a:gd name="csX174" fmla="*/ 34874 w 116565"/>
                <a:gd name="csY174" fmla="*/ 24842 h 91724"/>
                <a:gd name="csX175" fmla="*/ 34874 w 116565"/>
                <a:gd name="csY175" fmla="*/ 24364 h 91724"/>
                <a:gd name="csX176" fmla="*/ 36307 w 116565"/>
                <a:gd name="csY176" fmla="*/ 23409 h 91724"/>
                <a:gd name="csX177" fmla="*/ 36307 w 116565"/>
                <a:gd name="csY177" fmla="*/ 23409 h 91724"/>
                <a:gd name="csX178" fmla="*/ 36307 w 116565"/>
                <a:gd name="csY178" fmla="*/ 22931 h 91724"/>
                <a:gd name="csX179" fmla="*/ 36307 w 116565"/>
                <a:gd name="csY179" fmla="*/ 22931 h 91724"/>
                <a:gd name="csX180" fmla="*/ 34874 w 116565"/>
                <a:gd name="csY180" fmla="*/ 21498 h 91724"/>
                <a:gd name="csX181" fmla="*/ 34874 w 116565"/>
                <a:gd name="csY181" fmla="*/ 21020 h 91724"/>
                <a:gd name="csX182" fmla="*/ 34874 w 116565"/>
                <a:gd name="csY182" fmla="*/ 21020 h 91724"/>
                <a:gd name="csX183" fmla="*/ 38218 w 116565"/>
                <a:gd name="csY183" fmla="*/ 19587 h 91724"/>
                <a:gd name="csX184" fmla="*/ 41563 w 116565"/>
                <a:gd name="csY184" fmla="*/ 18632 h 91724"/>
                <a:gd name="csX185" fmla="*/ 41563 w 116565"/>
                <a:gd name="csY185" fmla="*/ 18154 h 91724"/>
                <a:gd name="csX186" fmla="*/ 41563 w 116565"/>
                <a:gd name="csY186" fmla="*/ 18154 h 91724"/>
                <a:gd name="csX187" fmla="*/ 42040 w 116565"/>
                <a:gd name="csY187" fmla="*/ 17676 h 91724"/>
                <a:gd name="csX188" fmla="*/ 42040 w 116565"/>
                <a:gd name="csY188" fmla="*/ 17676 h 91724"/>
                <a:gd name="csX189" fmla="*/ 42518 w 116565"/>
                <a:gd name="csY189" fmla="*/ 16721 h 91724"/>
                <a:gd name="csX190" fmla="*/ 42518 w 116565"/>
                <a:gd name="csY190" fmla="*/ 14332 h 91724"/>
                <a:gd name="csX191" fmla="*/ 42518 w 116565"/>
                <a:gd name="csY191" fmla="*/ 12899 h 91724"/>
                <a:gd name="csX192" fmla="*/ 41085 w 116565"/>
                <a:gd name="csY192" fmla="*/ 11466 h 91724"/>
                <a:gd name="csX193" fmla="*/ 41085 w 116565"/>
                <a:gd name="csY193" fmla="*/ 10510 h 91724"/>
                <a:gd name="csX194" fmla="*/ 41563 w 116565"/>
                <a:gd name="csY194" fmla="*/ 9555 h 91724"/>
                <a:gd name="csX195" fmla="*/ 42040 w 116565"/>
                <a:gd name="csY195" fmla="*/ 9077 h 91724"/>
                <a:gd name="csX196" fmla="*/ 42040 w 116565"/>
                <a:gd name="csY196" fmla="*/ 8599 h 91724"/>
                <a:gd name="csX197" fmla="*/ 43473 w 116565"/>
                <a:gd name="csY197" fmla="*/ 8599 h 91724"/>
                <a:gd name="csX198" fmla="*/ 43473 w 116565"/>
                <a:gd name="csY198" fmla="*/ 8599 h 91724"/>
                <a:gd name="csX199" fmla="*/ 44906 w 116565"/>
                <a:gd name="csY199" fmla="*/ 8121 h 91724"/>
                <a:gd name="csX200" fmla="*/ 46340 w 116565"/>
                <a:gd name="csY200" fmla="*/ 7166 h 91724"/>
                <a:gd name="csX201" fmla="*/ 47773 w 116565"/>
                <a:gd name="csY201" fmla="*/ 6688 h 91724"/>
                <a:gd name="csX202" fmla="*/ 49206 w 116565"/>
                <a:gd name="csY202" fmla="*/ 6210 h 91724"/>
                <a:gd name="csX203" fmla="*/ 50639 w 116565"/>
                <a:gd name="csY203" fmla="*/ 4300 h 91724"/>
                <a:gd name="csX204" fmla="*/ 51117 w 116565"/>
                <a:gd name="csY204" fmla="*/ 4300 h 91724"/>
                <a:gd name="csX205" fmla="*/ 53506 w 116565"/>
                <a:gd name="csY205" fmla="*/ 4300 h 91724"/>
                <a:gd name="csX206" fmla="*/ 53983 w 116565"/>
                <a:gd name="csY206" fmla="*/ 3822 h 91724"/>
                <a:gd name="csX207" fmla="*/ 53983 w 116565"/>
                <a:gd name="csY207" fmla="*/ 3822 h 91724"/>
                <a:gd name="csX208" fmla="*/ 53983 w 116565"/>
                <a:gd name="csY208" fmla="*/ 1433 h 91724"/>
                <a:gd name="csX209" fmla="*/ 54461 w 116565"/>
                <a:gd name="csY209" fmla="*/ 956 h 91724"/>
                <a:gd name="csX210" fmla="*/ 54939 w 116565"/>
                <a:gd name="csY210" fmla="*/ 478 h 91724"/>
                <a:gd name="csX211" fmla="*/ 55416 w 116565"/>
                <a:gd name="csY211" fmla="*/ 0 h 91724"/>
                <a:gd name="csX212" fmla="*/ 57805 w 116565"/>
                <a:gd name="csY212" fmla="*/ 478 h 91724"/>
                <a:gd name="csX213" fmla="*/ 57805 w 116565"/>
                <a:gd name="csY213" fmla="*/ 478 h 91724"/>
                <a:gd name="csX214" fmla="*/ 59238 w 116565"/>
                <a:gd name="csY214" fmla="*/ 956 h 91724"/>
                <a:gd name="csX215" fmla="*/ 60672 w 116565"/>
                <a:gd name="csY215" fmla="*/ 1433 h 91724"/>
                <a:gd name="csX216" fmla="*/ 64016 w 116565"/>
                <a:gd name="csY216" fmla="*/ 3344 h 91724"/>
                <a:gd name="csX217" fmla="*/ 66404 w 116565"/>
                <a:gd name="csY217" fmla="*/ 5255 h 91724"/>
                <a:gd name="csX218" fmla="*/ 67838 w 116565"/>
                <a:gd name="csY218" fmla="*/ 7644 h 91724"/>
                <a:gd name="csX219" fmla="*/ 69748 w 116565"/>
                <a:gd name="csY219" fmla="*/ 9077 h 91724"/>
                <a:gd name="csX220" fmla="*/ 72137 w 116565"/>
                <a:gd name="csY220" fmla="*/ 10510 h 91724"/>
                <a:gd name="csX221" fmla="*/ 73570 w 116565"/>
                <a:gd name="csY221" fmla="*/ 11943 h 91724"/>
                <a:gd name="csX222" fmla="*/ 75004 w 116565"/>
                <a:gd name="csY222" fmla="*/ 14332 h 91724"/>
                <a:gd name="csX223" fmla="*/ 76914 w 116565"/>
                <a:gd name="csY223" fmla="*/ 15287 h 91724"/>
                <a:gd name="csX224" fmla="*/ 79303 w 116565"/>
                <a:gd name="csY224" fmla="*/ 15765 h 91724"/>
                <a:gd name="csX225" fmla="*/ 81214 w 116565"/>
                <a:gd name="csY225" fmla="*/ 16243 h 91724"/>
                <a:gd name="csX226" fmla="*/ 81692 w 116565"/>
                <a:gd name="csY226" fmla="*/ 17676 h 91724"/>
                <a:gd name="csX227" fmla="*/ 83125 w 116565"/>
                <a:gd name="csY227" fmla="*/ 18632 h 91724"/>
                <a:gd name="csX228" fmla="*/ 85036 w 116565"/>
                <a:gd name="csY228" fmla="*/ 19587 h 91724"/>
                <a:gd name="csX229" fmla="*/ 87902 w 116565"/>
                <a:gd name="csY229" fmla="*/ 20065 h 91724"/>
                <a:gd name="csX230" fmla="*/ 94113 w 116565"/>
                <a:gd name="csY230" fmla="*/ 20065 h 91724"/>
                <a:gd name="csX231" fmla="*/ 94590 w 116565"/>
                <a:gd name="csY231" fmla="*/ 20065 h 91724"/>
                <a:gd name="csX232" fmla="*/ 96024 w 116565"/>
                <a:gd name="csY232" fmla="*/ 20542 h 91724"/>
                <a:gd name="csX233" fmla="*/ 97457 w 116565"/>
                <a:gd name="csY233" fmla="*/ 20065 h 91724"/>
                <a:gd name="csX234" fmla="*/ 99368 w 116565"/>
                <a:gd name="csY234" fmla="*/ 19587 h 91724"/>
                <a:gd name="csX235" fmla="*/ 99845 w 116565"/>
                <a:gd name="csY235" fmla="*/ 19109 h 91724"/>
                <a:gd name="csX236" fmla="*/ 102234 w 116565"/>
                <a:gd name="csY236" fmla="*/ 16721 h 91724"/>
                <a:gd name="csX237" fmla="*/ 103189 w 116565"/>
                <a:gd name="csY237" fmla="*/ 16721 h 91724"/>
                <a:gd name="csX238" fmla="*/ 105100 w 116565"/>
                <a:gd name="csY238" fmla="*/ 16243 h 91724"/>
                <a:gd name="csX239" fmla="*/ 106534 w 116565"/>
                <a:gd name="csY239" fmla="*/ 15765 h 91724"/>
                <a:gd name="csX240" fmla="*/ 106534 w 116565"/>
                <a:gd name="csY240" fmla="*/ 15765 h 91724"/>
                <a:gd name="csX241" fmla="*/ 106534 w 116565"/>
                <a:gd name="csY241" fmla="*/ 16243 h 91724"/>
                <a:gd name="csX242" fmla="*/ 106534 w 116565"/>
                <a:gd name="csY242" fmla="*/ 17676 h 91724"/>
                <a:gd name="csX243" fmla="*/ 105578 w 116565"/>
                <a:gd name="csY243" fmla="*/ 18154 h 91724"/>
                <a:gd name="csX244" fmla="*/ 106534 w 116565"/>
                <a:gd name="csY244" fmla="*/ 20065 h 91724"/>
                <a:gd name="csX245" fmla="*/ 107489 w 116565"/>
                <a:gd name="csY245" fmla="*/ 22931 h 91724"/>
                <a:gd name="csX246" fmla="*/ 107011 w 116565"/>
                <a:gd name="csY246" fmla="*/ 24364 h 91724"/>
                <a:gd name="csX247" fmla="*/ 107489 w 116565"/>
                <a:gd name="csY247" fmla="*/ 25798 h 91724"/>
                <a:gd name="csX248" fmla="*/ 109878 w 116565"/>
                <a:gd name="csY248" fmla="*/ 26275 h 91724"/>
                <a:gd name="csX249" fmla="*/ 109878 w 116565"/>
                <a:gd name="csY249" fmla="*/ 26753 h 91724"/>
                <a:gd name="csX250" fmla="*/ 109400 w 116565"/>
                <a:gd name="csY250" fmla="*/ 27231 h 91724"/>
                <a:gd name="csX251" fmla="*/ 108922 w 116565"/>
                <a:gd name="csY251" fmla="*/ 28186 h 91724"/>
                <a:gd name="csX252" fmla="*/ 108922 w 116565"/>
                <a:gd name="csY252" fmla="*/ 29619 h 91724"/>
                <a:gd name="csX253" fmla="*/ 110355 w 116565"/>
                <a:gd name="csY253" fmla="*/ 31530 h 91724"/>
                <a:gd name="csX254" fmla="*/ 114177 w 116565"/>
                <a:gd name="csY254" fmla="*/ 32963 h 91724"/>
                <a:gd name="csX255" fmla="*/ 115133 w 116565"/>
                <a:gd name="csY255" fmla="*/ 32963 h 91724"/>
                <a:gd name="csX256" fmla="*/ 115611 w 116565"/>
                <a:gd name="csY256" fmla="*/ 33441 h 91724"/>
                <a:gd name="csX257" fmla="*/ 115611 w 116565"/>
                <a:gd name="csY257" fmla="*/ 33919 h 91724"/>
                <a:gd name="csX258" fmla="*/ 116088 w 116565"/>
                <a:gd name="csY258" fmla="*/ 33919 h 91724"/>
                <a:gd name="csX259" fmla="*/ 116566 w 116565"/>
                <a:gd name="csY259" fmla="*/ 34397 h 91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</a:cxnLst>
              <a:rect l="l" t="t" r="r" b="b"/>
              <a:pathLst>
                <a:path w="116565" h="91724">
                  <a:moveTo>
                    <a:pt x="116566" y="34397"/>
                  </a:moveTo>
                  <a:lnTo>
                    <a:pt x="116566" y="34874"/>
                  </a:lnTo>
                  <a:lnTo>
                    <a:pt x="116088" y="35352"/>
                  </a:lnTo>
                  <a:lnTo>
                    <a:pt x="114655" y="35830"/>
                  </a:lnTo>
                  <a:lnTo>
                    <a:pt x="112744" y="35830"/>
                  </a:lnTo>
                  <a:lnTo>
                    <a:pt x="111311" y="34874"/>
                  </a:lnTo>
                  <a:lnTo>
                    <a:pt x="111311" y="35352"/>
                  </a:lnTo>
                  <a:lnTo>
                    <a:pt x="111311" y="35830"/>
                  </a:lnTo>
                  <a:lnTo>
                    <a:pt x="109878" y="36308"/>
                  </a:lnTo>
                  <a:lnTo>
                    <a:pt x="110833" y="40607"/>
                  </a:lnTo>
                  <a:lnTo>
                    <a:pt x="110355" y="42040"/>
                  </a:lnTo>
                  <a:lnTo>
                    <a:pt x="109878" y="42040"/>
                  </a:lnTo>
                  <a:lnTo>
                    <a:pt x="109400" y="42040"/>
                  </a:lnTo>
                  <a:lnTo>
                    <a:pt x="108922" y="42040"/>
                  </a:lnTo>
                  <a:lnTo>
                    <a:pt x="108445" y="42518"/>
                  </a:lnTo>
                  <a:lnTo>
                    <a:pt x="108922" y="43474"/>
                  </a:lnTo>
                  <a:lnTo>
                    <a:pt x="107489" y="43474"/>
                  </a:lnTo>
                  <a:lnTo>
                    <a:pt x="105578" y="42996"/>
                  </a:lnTo>
                  <a:lnTo>
                    <a:pt x="104623" y="42040"/>
                  </a:lnTo>
                  <a:lnTo>
                    <a:pt x="104145" y="41563"/>
                  </a:lnTo>
                  <a:lnTo>
                    <a:pt x="104145" y="40607"/>
                  </a:lnTo>
                  <a:lnTo>
                    <a:pt x="103667" y="39174"/>
                  </a:lnTo>
                  <a:lnTo>
                    <a:pt x="101756" y="37741"/>
                  </a:lnTo>
                  <a:lnTo>
                    <a:pt x="98412" y="37741"/>
                  </a:lnTo>
                  <a:lnTo>
                    <a:pt x="97457" y="37263"/>
                  </a:lnTo>
                  <a:lnTo>
                    <a:pt x="96979" y="37263"/>
                  </a:lnTo>
                  <a:lnTo>
                    <a:pt x="96024" y="36785"/>
                  </a:lnTo>
                  <a:lnTo>
                    <a:pt x="94590" y="36308"/>
                  </a:lnTo>
                  <a:lnTo>
                    <a:pt x="93157" y="36785"/>
                  </a:lnTo>
                  <a:lnTo>
                    <a:pt x="91724" y="36785"/>
                  </a:lnTo>
                  <a:lnTo>
                    <a:pt x="88858" y="36308"/>
                  </a:lnTo>
                  <a:lnTo>
                    <a:pt x="87902" y="37263"/>
                  </a:lnTo>
                  <a:lnTo>
                    <a:pt x="86469" y="37741"/>
                  </a:lnTo>
                  <a:lnTo>
                    <a:pt x="85036" y="37741"/>
                  </a:lnTo>
                  <a:lnTo>
                    <a:pt x="82647" y="35830"/>
                  </a:lnTo>
                  <a:lnTo>
                    <a:pt x="82170" y="35830"/>
                  </a:lnTo>
                  <a:lnTo>
                    <a:pt x="81692" y="35830"/>
                  </a:lnTo>
                  <a:lnTo>
                    <a:pt x="79781" y="36785"/>
                  </a:lnTo>
                  <a:lnTo>
                    <a:pt x="78825" y="36785"/>
                  </a:lnTo>
                  <a:lnTo>
                    <a:pt x="78347" y="36785"/>
                  </a:lnTo>
                  <a:lnTo>
                    <a:pt x="75481" y="35830"/>
                  </a:lnTo>
                  <a:lnTo>
                    <a:pt x="74048" y="35830"/>
                  </a:lnTo>
                  <a:lnTo>
                    <a:pt x="73093" y="35830"/>
                  </a:lnTo>
                  <a:lnTo>
                    <a:pt x="71659" y="35352"/>
                  </a:lnTo>
                  <a:lnTo>
                    <a:pt x="67360" y="32963"/>
                  </a:lnTo>
                  <a:lnTo>
                    <a:pt x="67360" y="32963"/>
                  </a:lnTo>
                  <a:lnTo>
                    <a:pt x="64971" y="34874"/>
                  </a:lnTo>
                  <a:lnTo>
                    <a:pt x="59716" y="34397"/>
                  </a:lnTo>
                  <a:lnTo>
                    <a:pt x="58283" y="35830"/>
                  </a:lnTo>
                  <a:lnTo>
                    <a:pt x="58283" y="35830"/>
                  </a:lnTo>
                  <a:lnTo>
                    <a:pt x="56372" y="38696"/>
                  </a:lnTo>
                  <a:lnTo>
                    <a:pt x="54939" y="39651"/>
                  </a:lnTo>
                  <a:lnTo>
                    <a:pt x="53506" y="39174"/>
                  </a:lnTo>
                  <a:lnTo>
                    <a:pt x="52072" y="38218"/>
                  </a:lnTo>
                  <a:lnTo>
                    <a:pt x="49684" y="34874"/>
                  </a:lnTo>
                  <a:lnTo>
                    <a:pt x="48251" y="34397"/>
                  </a:lnTo>
                  <a:lnTo>
                    <a:pt x="46817" y="34397"/>
                  </a:lnTo>
                  <a:lnTo>
                    <a:pt x="45384" y="34874"/>
                  </a:lnTo>
                  <a:lnTo>
                    <a:pt x="44906" y="35352"/>
                  </a:lnTo>
                  <a:lnTo>
                    <a:pt x="44429" y="39651"/>
                  </a:lnTo>
                  <a:lnTo>
                    <a:pt x="43951" y="43474"/>
                  </a:lnTo>
                  <a:lnTo>
                    <a:pt x="43951" y="45862"/>
                  </a:lnTo>
                  <a:lnTo>
                    <a:pt x="46817" y="48251"/>
                  </a:lnTo>
                  <a:lnTo>
                    <a:pt x="50162" y="51595"/>
                  </a:lnTo>
                  <a:lnTo>
                    <a:pt x="50162" y="51595"/>
                  </a:lnTo>
                  <a:lnTo>
                    <a:pt x="51117" y="52073"/>
                  </a:lnTo>
                  <a:lnTo>
                    <a:pt x="51595" y="53506"/>
                  </a:lnTo>
                  <a:lnTo>
                    <a:pt x="52550" y="56372"/>
                  </a:lnTo>
                  <a:lnTo>
                    <a:pt x="53506" y="59716"/>
                  </a:lnTo>
                  <a:lnTo>
                    <a:pt x="54939" y="62105"/>
                  </a:lnTo>
                  <a:lnTo>
                    <a:pt x="56372" y="64016"/>
                  </a:lnTo>
                  <a:lnTo>
                    <a:pt x="56850" y="64016"/>
                  </a:lnTo>
                  <a:lnTo>
                    <a:pt x="58283" y="65449"/>
                  </a:lnTo>
                  <a:lnTo>
                    <a:pt x="60672" y="67360"/>
                  </a:lnTo>
                  <a:lnTo>
                    <a:pt x="62582" y="70226"/>
                  </a:lnTo>
                  <a:lnTo>
                    <a:pt x="63060" y="70704"/>
                  </a:lnTo>
                  <a:lnTo>
                    <a:pt x="63060" y="71182"/>
                  </a:lnTo>
                  <a:lnTo>
                    <a:pt x="66882" y="74048"/>
                  </a:lnTo>
                  <a:lnTo>
                    <a:pt x="70704" y="77392"/>
                  </a:lnTo>
                  <a:lnTo>
                    <a:pt x="74048" y="78825"/>
                  </a:lnTo>
                  <a:lnTo>
                    <a:pt x="74526" y="79303"/>
                  </a:lnTo>
                  <a:lnTo>
                    <a:pt x="74526" y="81692"/>
                  </a:lnTo>
                  <a:lnTo>
                    <a:pt x="74526" y="82647"/>
                  </a:lnTo>
                  <a:lnTo>
                    <a:pt x="76914" y="85514"/>
                  </a:lnTo>
                  <a:lnTo>
                    <a:pt x="81214" y="89335"/>
                  </a:lnTo>
                  <a:lnTo>
                    <a:pt x="81692" y="90291"/>
                  </a:lnTo>
                  <a:lnTo>
                    <a:pt x="82170" y="90769"/>
                  </a:lnTo>
                  <a:lnTo>
                    <a:pt x="81692" y="91247"/>
                  </a:lnTo>
                  <a:lnTo>
                    <a:pt x="80736" y="91724"/>
                  </a:lnTo>
                  <a:lnTo>
                    <a:pt x="80736" y="91724"/>
                  </a:lnTo>
                  <a:lnTo>
                    <a:pt x="79781" y="91247"/>
                  </a:lnTo>
                  <a:lnTo>
                    <a:pt x="75481" y="87424"/>
                  </a:lnTo>
                  <a:lnTo>
                    <a:pt x="71659" y="85036"/>
                  </a:lnTo>
                  <a:lnTo>
                    <a:pt x="66882" y="80736"/>
                  </a:lnTo>
                  <a:lnTo>
                    <a:pt x="61149" y="78825"/>
                  </a:lnTo>
                  <a:lnTo>
                    <a:pt x="56850" y="76915"/>
                  </a:lnTo>
                  <a:lnTo>
                    <a:pt x="54461" y="77392"/>
                  </a:lnTo>
                  <a:lnTo>
                    <a:pt x="51595" y="77870"/>
                  </a:lnTo>
                  <a:lnTo>
                    <a:pt x="50162" y="77870"/>
                  </a:lnTo>
                  <a:lnTo>
                    <a:pt x="48728" y="77392"/>
                  </a:lnTo>
                  <a:lnTo>
                    <a:pt x="47773" y="76437"/>
                  </a:lnTo>
                  <a:lnTo>
                    <a:pt x="48251" y="75481"/>
                  </a:lnTo>
                  <a:lnTo>
                    <a:pt x="47773" y="74048"/>
                  </a:lnTo>
                  <a:lnTo>
                    <a:pt x="45384" y="72137"/>
                  </a:lnTo>
                  <a:lnTo>
                    <a:pt x="42518" y="70226"/>
                  </a:lnTo>
                  <a:lnTo>
                    <a:pt x="39174" y="67838"/>
                  </a:lnTo>
                  <a:lnTo>
                    <a:pt x="32963" y="61149"/>
                  </a:lnTo>
                  <a:lnTo>
                    <a:pt x="31530" y="58761"/>
                  </a:lnTo>
                  <a:lnTo>
                    <a:pt x="32963" y="58283"/>
                  </a:lnTo>
                  <a:lnTo>
                    <a:pt x="33919" y="58761"/>
                  </a:lnTo>
                  <a:lnTo>
                    <a:pt x="34874" y="58283"/>
                  </a:lnTo>
                  <a:lnTo>
                    <a:pt x="36785" y="58283"/>
                  </a:lnTo>
                  <a:lnTo>
                    <a:pt x="38696" y="58761"/>
                  </a:lnTo>
                  <a:lnTo>
                    <a:pt x="36785" y="57328"/>
                  </a:lnTo>
                  <a:lnTo>
                    <a:pt x="34874" y="55894"/>
                  </a:lnTo>
                  <a:lnTo>
                    <a:pt x="29141" y="50162"/>
                  </a:lnTo>
                  <a:lnTo>
                    <a:pt x="27231" y="47295"/>
                  </a:lnTo>
                  <a:lnTo>
                    <a:pt x="27231" y="44429"/>
                  </a:lnTo>
                  <a:lnTo>
                    <a:pt x="27231" y="40607"/>
                  </a:lnTo>
                  <a:lnTo>
                    <a:pt x="26275" y="37741"/>
                  </a:lnTo>
                  <a:lnTo>
                    <a:pt x="21975" y="34397"/>
                  </a:lnTo>
                  <a:lnTo>
                    <a:pt x="20542" y="32486"/>
                  </a:lnTo>
                  <a:lnTo>
                    <a:pt x="17198" y="31052"/>
                  </a:lnTo>
                  <a:lnTo>
                    <a:pt x="15765" y="31530"/>
                  </a:lnTo>
                  <a:lnTo>
                    <a:pt x="14809" y="32963"/>
                  </a:lnTo>
                  <a:lnTo>
                    <a:pt x="14332" y="35830"/>
                  </a:lnTo>
                  <a:lnTo>
                    <a:pt x="11465" y="40129"/>
                  </a:lnTo>
                  <a:lnTo>
                    <a:pt x="10510" y="42040"/>
                  </a:lnTo>
                  <a:lnTo>
                    <a:pt x="8599" y="44429"/>
                  </a:lnTo>
                  <a:lnTo>
                    <a:pt x="7644" y="44429"/>
                  </a:lnTo>
                  <a:lnTo>
                    <a:pt x="6688" y="43951"/>
                  </a:lnTo>
                  <a:lnTo>
                    <a:pt x="4299" y="40129"/>
                  </a:lnTo>
                  <a:lnTo>
                    <a:pt x="1911" y="37263"/>
                  </a:lnTo>
                  <a:lnTo>
                    <a:pt x="1911" y="35830"/>
                  </a:lnTo>
                  <a:lnTo>
                    <a:pt x="1433" y="33919"/>
                  </a:lnTo>
                  <a:lnTo>
                    <a:pt x="0" y="27708"/>
                  </a:lnTo>
                  <a:lnTo>
                    <a:pt x="956" y="26753"/>
                  </a:lnTo>
                  <a:lnTo>
                    <a:pt x="1911" y="27708"/>
                  </a:lnTo>
                  <a:lnTo>
                    <a:pt x="7166" y="29142"/>
                  </a:lnTo>
                  <a:lnTo>
                    <a:pt x="7166" y="29142"/>
                  </a:lnTo>
                  <a:lnTo>
                    <a:pt x="8121" y="28186"/>
                  </a:lnTo>
                  <a:lnTo>
                    <a:pt x="8121" y="28186"/>
                  </a:lnTo>
                  <a:lnTo>
                    <a:pt x="9077" y="27708"/>
                  </a:lnTo>
                  <a:lnTo>
                    <a:pt x="9077" y="27231"/>
                  </a:lnTo>
                  <a:lnTo>
                    <a:pt x="9077" y="27231"/>
                  </a:lnTo>
                  <a:lnTo>
                    <a:pt x="9077" y="26753"/>
                  </a:lnTo>
                  <a:lnTo>
                    <a:pt x="10988" y="27708"/>
                  </a:lnTo>
                  <a:lnTo>
                    <a:pt x="10988" y="27708"/>
                  </a:lnTo>
                  <a:lnTo>
                    <a:pt x="11465" y="27708"/>
                  </a:lnTo>
                  <a:lnTo>
                    <a:pt x="12421" y="27708"/>
                  </a:lnTo>
                  <a:lnTo>
                    <a:pt x="14809" y="27231"/>
                  </a:lnTo>
                  <a:lnTo>
                    <a:pt x="15287" y="27231"/>
                  </a:lnTo>
                  <a:lnTo>
                    <a:pt x="16721" y="27708"/>
                  </a:lnTo>
                  <a:lnTo>
                    <a:pt x="16721" y="27708"/>
                  </a:lnTo>
                  <a:lnTo>
                    <a:pt x="18154" y="26753"/>
                  </a:lnTo>
                  <a:lnTo>
                    <a:pt x="19587" y="24842"/>
                  </a:lnTo>
                  <a:lnTo>
                    <a:pt x="20065" y="23409"/>
                  </a:lnTo>
                  <a:lnTo>
                    <a:pt x="20542" y="22931"/>
                  </a:lnTo>
                  <a:lnTo>
                    <a:pt x="21020" y="23409"/>
                  </a:lnTo>
                  <a:lnTo>
                    <a:pt x="21498" y="24364"/>
                  </a:lnTo>
                  <a:lnTo>
                    <a:pt x="22453" y="25320"/>
                  </a:lnTo>
                  <a:lnTo>
                    <a:pt x="23886" y="26753"/>
                  </a:lnTo>
                  <a:lnTo>
                    <a:pt x="23886" y="26753"/>
                  </a:lnTo>
                  <a:lnTo>
                    <a:pt x="25320" y="27708"/>
                  </a:lnTo>
                  <a:lnTo>
                    <a:pt x="26275" y="28186"/>
                  </a:lnTo>
                  <a:lnTo>
                    <a:pt x="27231" y="27231"/>
                  </a:lnTo>
                  <a:lnTo>
                    <a:pt x="28186" y="27231"/>
                  </a:lnTo>
                  <a:lnTo>
                    <a:pt x="31530" y="28186"/>
                  </a:lnTo>
                  <a:lnTo>
                    <a:pt x="33919" y="28664"/>
                  </a:lnTo>
                  <a:lnTo>
                    <a:pt x="33919" y="28664"/>
                  </a:lnTo>
                  <a:lnTo>
                    <a:pt x="35830" y="28186"/>
                  </a:lnTo>
                  <a:lnTo>
                    <a:pt x="35830" y="28186"/>
                  </a:lnTo>
                  <a:lnTo>
                    <a:pt x="35830" y="27231"/>
                  </a:lnTo>
                  <a:lnTo>
                    <a:pt x="34874" y="25798"/>
                  </a:lnTo>
                  <a:lnTo>
                    <a:pt x="34874" y="24842"/>
                  </a:lnTo>
                  <a:lnTo>
                    <a:pt x="34874" y="24364"/>
                  </a:lnTo>
                  <a:lnTo>
                    <a:pt x="36307" y="23409"/>
                  </a:lnTo>
                  <a:lnTo>
                    <a:pt x="36307" y="23409"/>
                  </a:lnTo>
                  <a:lnTo>
                    <a:pt x="36307" y="22931"/>
                  </a:lnTo>
                  <a:lnTo>
                    <a:pt x="36307" y="22931"/>
                  </a:lnTo>
                  <a:lnTo>
                    <a:pt x="34874" y="21498"/>
                  </a:lnTo>
                  <a:lnTo>
                    <a:pt x="34874" y="21020"/>
                  </a:lnTo>
                  <a:lnTo>
                    <a:pt x="34874" y="21020"/>
                  </a:lnTo>
                  <a:lnTo>
                    <a:pt x="38218" y="19587"/>
                  </a:lnTo>
                  <a:lnTo>
                    <a:pt x="41563" y="18632"/>
                  </a:lnTo>
                  <a:lnTo>
                    <a:pt x="41563" y="18154"/>
                  </a:lnTo>
                  <a:lnTo>
                    <a:pt x="41563" y="18154"/>
                  </a:lnTo>
                  <a:lnTo>
                    <a:pt x="42040" y="17676"/>
                  </a:lnTo>
                  <a:lnTo>
                    <a:pt x="42040" y="17676"/>
                  </a:lnTo>
                  <a:lnTo>
                    <a:pt x="42518" y="16721"/>
                  </a:lnTo>
                  <a:lnTo>
                    <a:pt x="42518" y="14332"/>
                  </a:lnTo>
                  <a:lnTo>
                    <a:pt x="42518" y="12899"/>
                  </a:lnTo>
                  <a:lnTo>
                    <a:pt x="41085" y="11466"/>
                  </a:lnTo>
                  <a:lnTo>
                    <a:pt x="41085" y="10510"/>
                  </a:lnTo>
                  <a:lnTo>
                    <a:pt x="41563" y="9555"/>
                  </a:lnTo>
                  <a:lnTo>
                    <a:pt x="42040" y="9077"/>
                  </a:lnTo>
                  <a:lnTo>
                    <a:pt x="42040" y="8599"/>
                  </a:lnTo>
                  <a:lnTo>
                    <a:pt x="43473" y="8599"/>
                  </a:lnTo>
                  <a:lnTo>
                    <a:pt x="43473" y="8599"/>
                  </a:lnTo>
                  <a:lnTo>
                    <a:pt x="44906" y="8121"/>
                  </a:lnTo>
                  <a:lnTo>
                    <a:pt x="46340" y="7166"/>
                  </a:lnTo>
                  <a:lnTo>
                    <a:pt x="47773" y="6688"/>
                  </a:lnTo>
                  <a:lnTo>
                    <a:pt x="49206" y="6210"/>
                  </a:lnTo>
                  <a:lnTo>
                    <a:pt x="50639" y="4300"/>
                  </a:lnTo>
                  <a:lnTo>
                    <a:pt x="51117" y="4300"/>
                  </a:lnTo>
                  <a:lnTo>
                    <a:pt x="53506" y="4300"/>
                  </a:lnTo>
                  <a:lnTo>
                    <a:pt x="53983" y="3822"/>
                  </a:lnTo>
                  <a:lnTo>
                    <a:pt x="53983" y="3822"/>
                  </a:lnTo>
                  <a:lnTo>
                    <a:pt x="53983" y="1433"/>
                  </a:lnTo>
                  <a:lnTo>
                    <a:pt x="54461" y="956"/>
                  </a:lnTo>
                  <a:lnTo>
                    <a:pt x="54939" y="478"/>
                  </a:lnTo>
                  <a:lnTo>
                    <a:pt x="55416" y="0"/>
                  </a:lnTo>
                  <a:lnTo>
                    <a:pt x="57805" y="478"/>
                  </a:lnTo>
                  <a:lnTo>
                    <a:pt x="57805" y="478"/>
                  </a:lnTo>
                  <a:lnTo>
                    <a:pt x="59238" y="956"/>
                  </a:lnTo>
                  <a:lnTo>
                    <a:pt x="60672" y="1433"/>
                  </a:lnTo>
                  <a:lnTo>
                    <a:pt x="64016" y="3344"/>
                  </a:lnTo>
                  <a:lnTo>
                    <a:pt x="66404" y="5255"/>
                  </a:lnTo>
                  <a:lnTo>
                    <a:pt x="67838" y="7644"/>
                  </a:lnTo>
                  <a:lnTo>
                    <a:pt x="69748" y="9077"/>
                  </a:lnTo>
                  <a:lnTo>
                    <a:pt x="72137" y="10510"/>
                  </a:lnTo>
                  <a:lnTo>
                    <a:pt x="73570" y="11943"/>
                  </a:lnTo>
                  <a:lnTo>
                    <a:pt x="75004" y="14332"/>
                  </a:lnTo>
                  <a:lnTo>
                    <a:pt x="76914" y="15287"/>
                  </a:lnTo>
                  <a:lnTo>
                    <a:pt x="79303" y="15765"/>
                  </a:lnTo>
                  <a:lnTo>
                    <a:pt x="81214" y="16243"/>
                  </a:lnTo>
                  <a:lnTo>
                    <a:pt x="81692" y="17676"/>
                  </a:lnTo>
                  <a:lnTo>
                    <a:pt x="83125" y="18632"/>
                  </a:lnTo>
                  <a:lnTo>
                    <a:pt x="85036" y="19587"/>
                  </a:lnTo>
                  <a:lnTo>
                    <a:pt x="87902" y="20065"/>
                  </a:lnTo>
                  <a:lnTo>
                    <a:pt x="94113" y="20065"/>
                  </a:lnTo>
                  <a:lnTo>
                    <a:pt x="94590" y="20065"/>
                  </a:lnTo>
                  <a:lnTo>
                    <a:pt x="96024" y="20542"/>
                  </a:lnTo>
                  <a:lnTo>
                    <a:pt x="97457" y="20065"/>
                  </a:lnTo>
                  <a:lnTo>
                    <a:pt x="99368" y="19587"/>
                  </a:lnTo>
                  <a:lnTo>
                    <a:pt x="99845" y="19109"/>
                  </a:lnTo>
                  <a:lnTo>
                    <a:pt x="102234" y="16721"/>
                  </a:lnTo>
                  <a:lnTo>
                    <a:pt x="103189" y="16721"/>
                  </a:lnTo>
                  <a:lnTo>
                    <a:pt x="105100" y="16243"/>
                  </a:lnTo>
                  <a:lnTo>
                    <a:pt x="106534" y="15765"/>
                  </a:lnTo>
                  <a:lnTo>
                    <a:pt x="106534" y="15765"/>
                  </a:lnTo>
                  <a:lnTo>
                    <a:pt x="106534" y="16243"/>
                  </a:lnTo>
                  <a:lnTo>
                    <a:pt x="106534" y="17676"/>
                  </a:lnTo>
                  <a:lnTo>
                    <a:pt x="105578" y="18154"/>
                  </a:lnTo>
                  <a:lnTo>
                    <a:pt x="106534" y="20065"/>
                  </a:lnTo>
                  <a:lnTo>
                    <a:pt x="107489" y="22931"/>
                  </a:lnTo>
                  <a:lnTo>
                    <a:pt x="107011" y="24364"/>
                  </a:lnTo>
                  <a:lnTo>
                    <a:pt x="107489" y="25798"/>
                  </a:lnTo>
                  <a:lnTo>
                    <a:pt x="109878" y="26275"/>
                  </a:lnTo>
                  <a:lnTo>
                    <a:pt x="109878" y="26753"/>
                  </a:lnTo>
                  <a:lnTo>
                    <a:pt x="109400" y="27231"/>
                  </a:lnTo>
                  <a:lnTo>
                    <a:pt x="108922" y="28186"/>
                  </a:lnTo>
                  <a:lnTo>
                    <a:pt x="108922" y="29619"/>
                  </a:lnTo>
                  <a:lnTo>
                    <a:pt x="110355" y="31530"/>
                  </a:lnTo>
                  <a:lnTo>
                    <a:pt x="114177" y="32963"/>
                  </a:lnTo>
                  <a:lnTo>
                    <a:pt x="115133" y="32963"/>
                  </a:lnTo>
                  <a:lnTo>
                    <a:pt x="115611" y="33441"/>
                  </a:lnTo>
                  <a:lnTo>
                    <a:pt x="115611" y="33919"/>
                  </a:lnTo>
                  <a:lnTo>
                    <a:pt x="116088" y="33919"/>
                  </a:lnTo>
                  <a:lnTo>
                    <a:pt x="116566" y="3439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3" name="Freeform 1942">
              <a:extLst>
                <a:ext uri="{FF2B5EF4-FFF2-40B4-BE49-F238E27FC236}">
                  <a16:creationId xmlns:a16="http://schemas.microsoft.com/office/drawing/2014/main" id="{012739AC-7E48-44DD-80BA-1C469EC581CF}"/>
                </a:ext>
              </a:extLst>
            </p:cNvPr>
            <p:cNvSpPr/>
            <p:nvPr/>
          </p:nvSpPr>
          <p:spPr>
            <a:xfrm>
              <a:off x="6259860" y="5061663"/>
              <a:ext cx="8121" cy="477"/>
            </a:xfrm>
            <a:custGeom>
              <a:avLst/>
              <a:gdLst>
                <a:gd name="csX0" fmla="*/ 8121 w 8121"/>
                <a:gd name="csY0" fmla="*/ 478 h 477"/>
                <a:gd name="csX1" fmla="*/ 4300 w 8121"/>
                <a:gd name="csY1" fmla="*/ 0 h 477"/>
                <a:gd name="csX2" fmla="*/ 2389 w 8121"/>
                <a:gd name="csY2" fmla="*/ 478 h 477"/>
                <a:gd name="csX3" fmla="*/ 0 w 8121"/>
                <a:gd name="csY3" fmla="*/ 0 h 477"/>
                <a:gd name="csX4" fmla="*/ 2389 w 8121"/>
                <a:gd name="csY4" fmla="*/ 0 h 477"/>
                <a:gd name="csX5" fmla="*/ 4300 w 8121"/>
                <a:gd name="csY5" fmla="*/ 0 h 477"/>
                <a:gd name="csX6" fmla="*/ 8121 w 8121"/>
                <a:gd name="csY6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21" h="477">
                  <a:moveTo>
                    <a:pt x="8121" y="478"/>
                  </a:moveTo>
                  <a:lnTo>
                    <a:pt x="4300" y="0"/>
                  </a:lnTo>
                  <a:lnTo>
                    <a:pt x="2389" y="478"/>
                  </a:lnTo>
                  <a:lnTo>
                    <a:pt x="0" y="0"/>
                  </a:lnTo>
                  <a:lnTo>
                    <a:pt x="2389" y="0"/>
                  </a:lnTo>
                  <a:lnTo>
                    <a:pt x="4300" y="0"/>
                  </a:lnTo>
                  <a:lnTo>
                    <a:pt x="81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4" name="Freeform 1943">
              <a:extLst>
                <a:ext uri="{FF2B5EF4-FFF2-40B4-BE49-F238E27FC236}">
                  <a16:creationId xmlns:a16="http://schemas.microsoft.com/office/drawing/2014/main" id="{9C9FB3AF-48F2-2291-438B-803B8D9BEF4E}"/>
                </a:ext>
              </a:extLst>
            </p:cNvPr>
            <p:cNvSpPr/>
            <p:nvPr/>
          </p:nvSpPr>
          <p:spPr>
            <a:xfrm>
              <a:off x="6261293" y="3439294"/>
              <a:ext cx="5732" cy="3821"/>
            </a:xfrm>
            <a:custGeom>
              <a:avLst/>
              <a:gdLst>
                <a:gd name="csX0" fmla="*/ 5733 w 5732"/>
                <a:gd name="csY0" fmla="*/ 478 h 3821"/>
                <a:gd name="csX1" fmla="*/ 2389 w 5732"/>
                <a:gd name="csY1" fmla="*/ 1911 h 3821"/>
                <a:gd name="csX2" fmla="*/ 1911 w 5732"/>
                <a:gd name="csY2" fmla="*/ 3822 h 3821"/>
                <a:gd name="csX3" fmla="*/ 956 w 5732"/>
                <a:gd name="csY3" fmla="*/ 3822 h 3821"/>
                <a:gd name="csX4" fmla="*/ 0 w 5732"/>
                <a:gd name="csY4" fmla="*/ 2389 h 3821"/>
                <a:gd name="csX5" fmla="*/ 1911 w 5732"/>
                <a:gd name="csY5" fmla="*/ 0 h 3821"/>
                <a:gd name="csX6" fmla="*/ 4777 w 5732"/>
                <a:gd name="csY6" fmla="*/ 0 h 3821"/>
                <a:gd name="csX7" fmla="*/ 5733 w 5732"/>
                <a:gd name="csY7" fmla="*/ 478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3821">
                  <a:moveTo>
                    <a:pt x="5733" y="478"/>
                  </a:moveTo>
                  <a:lnTo>
                    <a:pt x="2389" y="1911"/>
                  </a:lnTo>
                  <a:lnTo>
                    <a:pt x="1911" y="3822"/>
                  </a:lnTo>
                  <a:lnTo>
                    <a:pt x="956" y="3822"/>
                  </a:lnTo>
                  <a:lnTo>
                    <a:pt x="0" y="2389"/>
                  </a:lnTo>
                  <a:lnTo>
                    <a:pt x="1911" y="0"/>
                  </a:lnTo>
                  <a:lnTo>
                    <a:pt x="4777" y="0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5" name="Freeform 1944">
              <a:extLst>
                <a:ext uri="{FF2B5EF4-FFF2-40B4-BE49-F238E27FC236}">
                  <a16:creationId xmlns:a16="http://schemas.microsoft.com/office/drawing/2014/main" id="{85B33F1D-DEE6-CB73-19F0-A86588838348}"/>
                </a:ext>
              </a:extLst>
            </p:cNvPr>
            <p:cNvSpPr/>
            <p:nvPr/>
          </p:nvSpPr>
          <p:spPr>
            <a:xfrm>
              <a:off x="6242662" y="3441205"/>
              <a:ext cx="19586" cy="33918"/>
            </a:xfrm>
            <a:custGeom>
              <a:avLst/>
              <a:gdLst>
                <a:gd name="csX0" fmla="*/ 19587 w 19586"/>
                <a:gd name="csY0" fmla="*/ 2866 h 33918"/>
                <a:gd name="csX1" fmla="*/ 17676 w 19586"/>
                <a:gd name="csY1" fmla="*/ 3822 h 33918"/>
                <a:gd name="csX2" fmla="*/ 16721 w 19586"/>
                <a:gd name="csY2" fmla="*/ 6210 h 33918"/>
                <a:gd name="csX3" fmla="*/ 15287 w 19586"/>
                <a:gd name="csY3" fmla="*/ 6688 h 33918"/>
                <a:gd name="csX4" fmla="*/ 14332 w 19586"/>
                <a:gd name="csY4" fmla="*/ 7166 h 33918"/>
                <a:gd name="csX5" fmla="*/ 13854 w 19586"/>
                <a:gd name="csY5" fmla="*/ 14809 h 33918"/>
                <a:gd name="csX6" fmla="*/ 16243 w 19586"/>
                <a:gd name="csY6" fmla="*/ 17676 h 33918"/>
                <a:gd name="csX7" fmla="*/ 14809 w 19586"/>
                <a:gd name="csY7" fmla="*/ 18154 h 33918"/>
                <a:gd name="csX8" fmla="*/ 13376 w 19586"/>
                <a:gd name="csY8" fmla="*/ 19109 h 33918"/>
                <a:gd name="csX9" fmla="*/ 12899 w 19586"/>
                <a:gd name="csY9" fmla="*/ 20065 h 33918"/>
                <a:gd name="csX10" fmla="*/ 11943 w 19586"/>
                <a:gd name="csY10" fmla="*/ 22931 h 33918"/>
                <a:gd name="csX11" fmla="*/ 8599 w 19586"/>
                <a:gd name="csY11" fmla="*/ 24364 h 33918"/>
                <a:gd name="csX12" fmla="*/ 7644 w 19586"/>
                <a:gd name="csY12" fmla="*/ 25797 h 33918"/>
                <a:gd name="csX13" fmla="*/ 5733 w 19586"/>
                <a:gd name="csY13" fmla="*/ 28186 h 33918"/>
                <a:gd name="csX14" fmla="*/ 4777 w 19586"/>
                <a:gd name="csY14" fmla="*/ 32008 h 33918"/>
                <a:gd name="csX15" fmla="*/ 2866 w 19586"/>
                <a:gd name="csY15" fmla="*/ 33441 h 33918"/>
                <a:gd name="csX16" fmla="*/ 956 w 19586"/>
                <a:gd name="csY16" fmla="*/ 33919 h 33918"/>
                <a:gd name="csX17" fmla="*/ 1911 w 19586"/>
                <a:gd name="csY17" fmla="*/ 30575 h 33918"/>
                <a:gd name="csX18" fmla="*/ 3822 w 19586"/>
                <a:gd name="csY18" fmla="*/ 28186 h 33918"/>
                <a:gd name="csX19" fmla="*/ 2389 w 19586"/>
                <a:gd name="csY19" fmla="*/ 26753 h 33918"/>
                <a:gd name="csX20" fmla="*/ 1433 w 19586"/>
                <a:gd name="csY20" fmla="*/ 23886 h 33918"/>
                <a:gd name="csX21" fmla="*/ 0 w 19586"/>
                <a:gd name="csY21" fmla="*/ 21975 h 33918"/>
                <a:gd name="csX22" fmla="*/ 956 w 19586"/>
                <a:gd name="csY22" fmla="*/ 19587 h 33918"/>
                <a:gd name="csX23" fmla="*/ 478 w 19586"/>
                <a:gd name="csY23" fmla="*/ 16243 h 33918"/>
                <a:gd name="csX24" fmla="*/ 956 w 19586"/>
                <a:gd name="csY24" fmla="*/ 12421 h 33918"/>
                <a:gd name="csX25" fmla="*/ 1911 w 19586"/>
                <a:gd name="csY25" fmla="*/ 10510 h 33918"/>
                <a:gd name="csX26" fmla="*/ 3822 w 19586"/>
                <a:gd name="csY26" fmla="*/ 9077 h 33918"/>
                <a:gd name="csX27" fmla="*/ 6210 w 19586"/>
                <a:gd name="csY27" fmla="*/ 5733 h 33918"/>
                <a:gd name="csX28" fmla="*/ 8599 w 19586"/>
                <a:gd name="csY28" fmla="*/ 2866 h 33918"/>
                <a:gd name="csX29" fmla="*/ 12421 w 19586"/>
                <a:gd name="csY29" fmla="*/ 1911 h 33918"/>
                <a:gd name="csX30" fmla="*/ 13854 w 19586"/>
                <a:gd name="csY30" fmla="*/ 2866 h 33918"/>
                <a:gd name="csX31" fmla="*/ 14809 w 19586"/>
                <a:gd name="csY31" fmla="*/ 478 h 33918"/>
                <a:gd name="csX32" fmla="*/ 15765 w 19586"/>
                <a:gd name="csY32" fmla="*/ 0 h 33918"/>
                <a:gd name="csX33" fmla="*/ 17198 w 19586"/>
                <a:gd name="csY33" fmla="*/ 478 h 33918"/>
                <a:gd name="csX34" fmla="*/ 19587 w 19586"/>
                <a:gd name="csY34" fmla="*/ 2866 h 3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19586" h="33918">
                  <a:moveTo>
                    <a:pt x="19587" y="2866"/>
                  </a:moveTo>
                  <a:lnTo>
                    <a:pt x="17676" y="3822"/>
                  </a:lnTo>
                  <a:lnTo>
                    <a:pt x="16721" y="6210"/>
                  </a:lnTo>
                  <a:lnTo>
                    <a:pt x="15287" y="6688"/>
                  </a:lnTo>
                  <a:lnTo>
                    <a:pt x="14332" y="7166"/>
                  </a:lnTo>
                  <a:lnTo>
                    <a:pt x="13854" y="14809"/>
                  </a:lnTo>
                  <a:lnTo>
                    <a:pt x="16243" y="17676"/>
                  </a:lnTo>
                  <a:lnTo>
                    <a:pt x="14809" y="18154"/>
                  </a:lnTo>
                  <a:lnTo>
                    <a:pt x="13376" y="19109"/>
                  </a:lnTo>
                  <a:lnTo>
                    <a:pt x="12899" y="20065"/>
                  </a:lnTo>
                  <a:lnTo>
                    <a:pt x="11943" y="22931"/>
                  </a:lnTo>
                  <a:lnTo>
                    <a:pt x="8599" y="24364"/>
                  </a:lnTo>
                  <a:lnTo>
                    <a:pt x="7644" y="25797"/>
                  </a:lnTo>
                  <a:lnTo>
                    <a:pt x="5733" y="28186"/>
                  </a:lnTo>
                  <a:lnTo>
                    <a:pt x="4777" y="32008"/>
                  </a:lnTo>
                  <a:lnTo>
                    <a:pt x="2866" y="33441"/>
                  </a:lnTo>
                  <a:lnTo>
                    <a:pt x="956" y="33919"/>
                  </a:lnTo>
                  <a:lnTo>
                    <a:pt x="1911" y="30575"/>
                  </a:lnTo>
                  <a:lnTo>
                    <a:pt x="3822" y="28186"/>
                  </a:lnTo>
                  <a:lnTo>
                    <a:pt x="2389" y="26753"/>
                  </a:lnTo>
                  <a:lnTo>
                    <a:pt x="1433" y="23886"/>
                  </a:lnTo>
                  <a:lnTo>
                    <a:pt x="0" y="21975"/>
                  </a:lnTo>
                  <a:lnTo>
                    <a:pt x="956" y="19587"/>
                  </a:lnTo>
                  <a:lnTo>
                    <a:pt x="478" y="16243"/>
                  </a:lnTo>
                  <a:lnTo>
                    <a:pt x="956" y="12421"/>
                  </a:lnTo>
                  <a:lnTo>
                    <a:pt x="1911" y="10510"/>
                  </a:lnTo>
                  <a:lnTo>
                    <a:pt x="3822" y="9077"/>
                  </a:lnTo>
                  <a:lnTo>
                    <a:pt x="6210" y="5733"/>
                  </a:lnTo>
                  <a:lnTo>
                    <a:pt x="8599" y="2866"/>
                  </a:lnTo>
                  <a:lnTo>
                    <a:pt x="12421" y="1911"/>
                  </a:lnTo>
                  <a:lnTo>
                    <a:pt x="13854" y="2866"/>
                  </a:lnTo>
                  <a:lnTo>
                    <a:pt x="14809" y="478"/>
                  </a:lnTo>
                  <a:lnTo>
                    <a:pt x="15765" y="0"/>
                  </a:lnTo>
                  <a:lnTo>
                    <a:pt x="17198" y="478"/>
                  </a:lnTo>
                  <a:lnTo>
                    <a:pt x="19587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" name="Freeform 1945">
              <a:extLst>
                <a:ext uri="{FF2B5EF4-FFF2-40B4-BE49-F238E27FC236}">
                  <a16:creationId xmlns:a16="http://schemas.microsoft.com/office/drawing/2014/main" id="{6D075835-6A55-14A2-8C31-654A18086906}"/>
                </a:ext>
              </a:extLst>
            </p:cNvPr>
            <p:cNvSpPr/>
            <p:nvPr/>
          </p:nvSpPr>
          <p:spPr>
            <a:xfrm>
              <a:off x="6256516" y="3822910"/>
              <a:ext cx="955" cy="955"/>
            </a:xfrm>
            <a:custGeom>
              <a:avLst/>
              <a:gdLst>
                <a:gd name="csX0" fmla="*/ 956 w 955"/>
                <a:gd name="csY0" fmla="*/ 956 h 955"/>
                <a:gd name="csX1" fmla="*/ 0 w 955"/>
                <a:gd name="csY1" fmla="*/ 0 h 955"/>
                <a:gd name="csX2" fmla="*/ 0 w 955"/>
                <a:gd name="csY2" fmla="*/ 0 h 955"/>
                <a:gd name="csX3" fmla="*/ 956 w 955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9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" name="Freeform 1946">
              <a:extLst>
                <a:ext uri="{FF2B5EF4-FFF2-40B4-BE49-F238E27FC236}">
                  <a16:creationId xmlns:a16="http://schemas.microsoft.com/office/drawing/2014/main" id="{8DE41323-2FA0-93A0-F3DF-4DF2724BEC88}"/>
                </a:ext>
              </a:extLst>
            </p:cNvPr>
            <p:cNvSpPr/>
            <p:nvPr/>
          </p:nvSpPr>
          <p:spPr>
            <a:xfrm>
              <a:off x="6123707" y="3656661"/>
              <a:ext cx="133286" cy="69270"/>
            </a:xfrm>
            <a:custGeom>
              <a:avLst/>
              <a:gdLst>
                <a:gd name="csX0" fmla="*/ 3344 w 133286"/>
                <a:gd name="csY0" fmla="*/ 24842 h 69270"/>
                <a:gd name="csX1" fmla="*/ 4300 w 133286"/>
                <a:gd name="csY1" fmla="*/ 23886 h 69270"/>
                <a:gd name="csX2" fmla="*/ 5255 w 133286"/>
                <a:gd name="csY2" fmla="*/ 21976 h 69270"/>
                <a:gd name="csX3" fmla="*/ 7166 w 133286"/>
                <a:gd name="csY3" fmla="*/ 20065 h 69270"/>
                <a:gd name="csX4" fmla="*/ 9077 w 133286"/>
                <a:gd name="csY4" fmla="*/ 18632 h 69270"/>
                <a:gd name="csX5" fmla="*/ 10510 w 133286"/>
                <a:gd name="csY5" fmla="*/ 18632 h 69270"/>
                <a:gd name="csX6" fmla="*/ 11943 w 133286"/>
                <a:gd name="csY6" fmla="*/ 18154 h 69270"/>
                <a:gd name="csX7" fmla="*/ 13376 w 133286"/>
                <a:gd name="csY7" fmla="*/ 17676 h 69270"/>
                <a:gd name="csX8" fmla="*/ 15287 w 133286"/>
                <a:gd name="csY8" fmla="*/ 17676 h 69270"/>
                <a:gd name="csX9" fmla="*/ 16721 w 133286"/>
                <a:gd name="csY9" fmla="*/ 18154 h 69270"/>
                <a:gd name="csX10" fmla="*/ 17198 w 133286"/>
                <a:gd name="csY10" fmla="*/ 18154 h 69270"/>
                <a:gd name="csX11" fmla="*/ 17676 w 133286"/>
                <a:gd name="csY11" fmla="*/ 16721 h 69270"/>
                <a:gd name="csX12" fmla="*/ 18154 w 133286"/>
                <a:gd name="csY12" fmla="*/ 15765 h 69270"/>
                <a:gd name="csX13" fmla="*/ 21498 w 133286"/>
                <a:gd name="csY13" fmla="*/ 15287 h 69270"/>
                <a:gd name="csX14" fmla="*/ 21498 w 133286"/>
                <a:gd name="csY14" fmla="*/ 15287 h 69270"/>
                <a:gd name="csX15" fmla="*/ 22453 w 133286"/>
                <a:gd name="csY15" fmla="*/ 13377 h 69270"/>
                <a:gd name="csX16" fmla="*/ 23409 w 133286"/>
                <a:gd name="csY16" fmla="*/ 13377 h 69270"/>
                <a:gd name="csX17" fmla="*/ 23886 w 133286"/>
                <a:gd name="csY17" fmla="*/ 12899 h 69270"/>
                <a:gd name="csX18" fmla="*/ 24842 w 133286"/>
                <a:gd name="csY18" fmla="*/ 12421 h 69270"/>
                <a:gd name="csX19" fmla="*/ 25320 w 133286"/>
                <a:gd name="csY19" fmla="*/ 11943 h 69270"/>
                <a:gd name="csX20" fmla="*/ 25798 w 133286"/>
                <a:gd name="csY20" fmla="*/ 12421 h 69270"/>
                <a:gd name="csX21" fmla="*/ 26275 w 133286"/>
                <a:gd name="csY21" fmla="*/ 12899 h 69270"/>
                <a:gd name="csX22" fmla="*/ 27231 w 133286"/>
                <a:gd name="csY22" fmla="*/ 12421 h 69270"/>
                <a:gd name="csX23" fmla="*/ 28186 w 133286"/>
                <a:gd name="csY23" fmla="*/ 10032 h 69270"/>
                <a:gd name="csX24" fmla="*/ 29142 w 133286"/>
                <a:gd name="csY24" fmla="*/ 9555 h 69270"/>
                <a:gd name="csX25" fmla="*/ 32008 w 133286"/>
                <a:gd name="csY25" fmla="*/ 9555 h 69270"/>
                <a:gd name="csX26" fmla="*/ 35830 w 133286"/>
                <a:gd name="csY26" fmla="*/ 8121 h 69270"/>
                <a:gd name="csX27" fmla="*/ 37741 w 133286"/>
                <a:gd name="csY27" fmla="*/ 7166 h 69270"/>
                <a:gd name="csX28" fmla="*/ 39651 w 133286"/>
                <a:gd name="csY28" fmla="*/ 6211 h 69270"/>
                <a:gd name="csX29" fmla="*/ 41563 w 133286"/>
                <a:gd name="csY29" fmla="*/ 5255 h 69270"/>
                <a:gd name="csX30" fmla="*/ 44907 w 133286"/>
                <a:gd name="csY30" fmla="*/ 4300 h 69270"/>
                <a:gd name="csX31" fmla="*/ 45384 w 133286"/>
                <a:gd name="csY31" fmla="*/ 3822 h 69270"/>
                <a:gd name="csX32" fmla="*/ 43474 w 133286"/>
                <a:gd name="csY32" fmla="*/ 2389 h 69270"/>
                <a:gd name="csX33" fmla="*/ 42996 w 133286"/>
                <a:gd name="csY33" fmla="*/ 1911 h 69270"/>
                <a:gd name="csX34" fmla="*/ 42518 w 133286"/>
                <a:gd name="csY34" fmla="*/ 1433 h 69270"/>
                <a:gd name="csX35" fmla="*/ 43474 w 133286"/>
                <a:gd name="csY35" fmla="*/ 478 h 69270"/>
                <a:gd name="csX36" fmla="*/ 43951 w 133286"/>
                <a:gd name="csY36" fmla="*/ 0 h 69270"/>
                <a:gd name="csX37" fmla="*/ 44907 w 133286"/>
                <a:gd name="csY37" fmla="*/ 478 h 69270"/>
                <a:gd name="csX38" fmla="*/ 47773 w 133286"/>
                <a:gd name="csY38" fmla="*/ 956 h 69270"/>
                <a:gd name="csX39" fmla="*/ 48251 w 133286"/>
                <a:gd name="csY39" fmla="*/ 1433 h 69270"/>
                <a:gd name="csX40" fmla="*/ 48728 w 133286"/>
                <a:gd name="csY40" fmla="*/ 2389 h 69270"/>
                <a:gd name="csX41" fmla="*/ 49684 w 133286"/>
                <a:gd name="csY41" fmla="*/ 3822 h 69270"/>
                <a:gd name="csX42" fmla="*/ 50162 w 133286"/>
                <a:gd name="csY42" fmla="*/ 3822 h 69270"/>
                <a:gd name="csX43" fmla="*/ 49684 w 133286"/>
                <a:gd name="csY43" fmla="*/ 5255 h 69270"/>
                <a:gd name="csX44" fmla="*/ 49684 w 133286"/>
                <a:gd name="csY44" fmla="*/ 5255 h 69270"/>
                <a:gd name="csX45" fmla="*/ 50639 w 133286"/>
                <a:gd name="csY45" fmla="*/ 6211 h 69270"/>
                <a:gd name="csX46" fmla="*/ 52073 w 133286"/>
                <a:gd name="csY46" fmla="*/ 6688 h 69270"/>
                <a:gd name="csX47" fmla="*/ 53028 w 133286"/>
                <a:gd name="csY47" fmla="*/ 6688 h 69270"/>
                <a:gd name="csX48" fmla="*/ 53028 w 133286"/>
                <a:gd name="csY48" fmla="*/ 6688 h 69270"/>
                <a:gd name="csX49" fmla="*/ 53506 w 133286"/>
                <a:gd name="csY49" fmla="*/ 5733 h 69270"/>
                <a:gd name="csX50" fmla="*/ 53983 w 133286"/>
                <a:gd name="csY50" fmla="*/ 5255 h 69270"/>
                <a:gd name="csX51" fmla="*/ 55417 w 133286"/>
                <a:gd name="csY51" fmla="*/ 5255 h 69270"/>
                <a:gd name="csX52" fmla="*/ 57328 w 133286"/>
                <a:gd name="csY52" fmla="*/ 4300 h 69270"/>
                <a:gd name="csX53" fmla="*/ 57328 w 133286"/>
                <a:gd name="csY53" fmla="*/ 3344 h 69270"/>
                <a:gd name="csX54" fmla="*/ 57328 w 133286"/>
                <a:gd name="csY54" fmla="*/ 956 h 69270"/>
                <a:gd name="csX55" fmla="*/ 57328 w 133286"/>
                <a:gd name="csY55" fmla="*/ 956 h 69270"/>
                <a:gd name="csX56" fmla="*/ 60194 w 133286"/>
                <a:gd name="csY56" fmla="*/ 1433 h 69270"/>
                <a:gd name="csX57" fmla="*/ 62583 w 133286"/>
                <a:gd name="csY57" fmla="*/ 2389 h 69270"/>
                <a:gd name="csX58" fmla="*/ 63060 w 133286"/>
                <a:gd name="csY58" fmla="*/ 4777 h 69270"/>
                <a:gd name="csX59" fmla="*/ 63538 w 133286"/>
                <a:gd name="csY59" fmla="*/ 5733 h 69270"/>
                <a:gd name="csX60" fmla="*/ 64493 w 133286"/>
                <a:gd name="csY60" fmla="*/ 6688 h 69270"/>
                <a:gd name="csX61" fmla="*/ 65449 w 133286"/>
                <a:gd name="csY61" fmla="*/ 7166 h 69270"/>
                <a:gd name="csX62" fmla="*/ 66882 w 133286"/>
                <a:gd name="csY62" fmla="*/ 7166 h 69270"/>
                <a:gd name="csX63" fmla="*/ 70226 w 133286"/>
                <a:gd name="csY63" fmla="*/ 8599 h 69270"/>
                <a:gd name="csX64" fmla="*/ 72137 w 133286"/>
                <a:gd name="csY64" fmla="*/ 8599 h 69270"/>
                <a:gd name="csX65" fmla="*/ 73570 w 133286"/>
                <a:gd name="csY65" fmla="*/ 9555 h 69270"/>
                <a:gd name="csX66" fmla="*/ 75004 w 133286"/>
                <a:gd name="csY66" fmla="*/ 10510 h 69270"/>
                <a:gd name="csX67" fmla="*/ 76437 w 133286"/>
                <a:gd name="csY67" fmla="*/ 10988 h 69270"/>
                <a:gd name="csX68" fmla="*/ 76915 w 133286"/>
                <a:gd name="csY68" fmla="*/ 11943 h 69270"/>
                <a:gd name="csX69" fmla="*/ 77392 w 133286"/>
                <a:gd name="csY69" fmla="*/ 12421 h 69270"/>
                <a:gd name="csX70" fmla="*/ 78825 w 133286"/>
                <a:gd name="csY70" fmla="*/ 11943 h 69270"/>
                <a:gd name="csX71" fmla="*/ 83125 w 133286"/>
                <a:gd name="csY71" fmla="*/ 10988 h 69270"/>
                <a:gd name="csX72" fmla="*/ 84558 w 133286"/>
                <a:gd name="csY72" fmla="*/ 11943 h 69270"/>
                <a:gd name="csX73" fmla="*/ 85514 w 133286"/>
                <a:gd name="csY73" fmla="*/ 13377 h 69270"/>
                <a:gd name="csX74" fmla="*/ 85514 w 133286"/>
                <a:gd name="csY74" fmla="*/ 13377 h 69270"/>
                <a:gd name="csX75" fmla="*/ 85036 w 133286"/>
                <a:gd name="csY75" fmla="*/ 14332 h 69270"/>
                <a:gd name="csX76" fmla="*/ 85036 w 133286"/>
                <a:gd name="csY76" fmla="*/ 15287 h 69270"/>
                <a:gd name="csX77" fmla="*/ 84558 w 133286"/>
                <a:gd name="csY77" fmla="*/ 15765 h 69270"/>
                <a:gd name="csX78" fmla="*/ 83125 w 133286"/>
                <a:gd name="csY78" fmla="*/ 16243 h 69270"/>
                <a:gd name="csX79" fmla="*/ 82170 w 133286"/>
                <a:gd name="csY79" fmla="*/ 16721 h 69270"/>
                <a:gd name="csX80" fmla="*/ 81692 w 133286"/>
                <a:gd name="csY80" fmla="*/ 17676 h 69270"/>
                <a:gd name="csX81" fmla="*/ 81692 w 133286"/>
                <a:gd name="csY81" fmla="*/ 18632 h 69270"/>
                <a:gd name="csX82" fmla="*/ 83125 w 133286"/>
                <a:gd name="csY82" fmla="*/ 19109 h 69270"/>
                <a:gd name="csX83" fmla="*/ 84081 w 133286"/>
                <a:gd name="csY83" fmla="*/ 19587 h 69270"/>
                <a:gd name="csX84" fmla="*/ 84081 w 133286"/>
                <a:gd name="csY84" fmla="*/ 20065 h 69270"/>
                <a:gd name="csX85" fmla="*/ 86947 w 133286"/>
                <a:gd name="csY85" fmla="*/ 22931 h 69270"/>
                <a:gd name="csX86" fmla="*/ 89335 w 133286"/>
                <a:gd name="csY86" fmla="*/ 26275 h 69270"/>
                <a:gd name="csX87" fmla="*/ 89813 w 133286"/>
                <a:gd name="csY87" fmla="*/ 26753 h 69270"/>
                <a:gd name="csX88" fmla="*/ 90769 w 133286"/>
                <a:gd name="csY88" fmla="*/ 27231 h 69270"/>
                <a:gd name="csX89" fmla="*/ 91724 w 133286"/>
                <a:gd name="csY89" fmla="*/ 26753 h 69270"/>
                <a:gd name="csX90" fmla="*/ 92680 w 133286"/>
                <a:gd name="csY90" fmla="*/ 25320 h 69270"/>
                <a:gd name="csX91" fmla="*/ 94113 w 133286"/>
                <a:gd name="csY91" fmla="*/ 24364 h 69270"/>
                <a:gd name="csX92" fmla="*/ 95068 w 133286"/>
                <a:gd name="csY92" fmla="*/ 23886 h 69270"/>
                <a:gd name="csX93" fmla="*/ 96979 w 133286"/>
                <a:gd name="csY93" fmla="*/ 22931 h 69270"/>
                <a:gd name="csX94" fmla="*/ 96979 w 133286"/>
                <a:gd name="csY94" fmla="*/ 22453 h 69270"/>
                <a:gd name="csX95" fmla="*/ 95546 w 133286"/>
                <a:gd name="csY95" fmla="*/ 20065 h 69270"/>
                <a:gd name="csX96" fmla="*/ 94590 w 133286"/>
                <a:gd name="csY96" fmla="*/ 18154 h 69270"/>
                <a:gd name="csX97" fmla="*/ 94590 w 133286"/>
                <a:gd name="csY97" fmla="*/ 17676 h 69270"/>
                <a:gd name="csX98" fmla="*/ 96979 w 133286"/>
                <a:gd name="csY98" fmla="*/ 18154 h 69270"/>
                <a:gd name="csX99" fmla="*/ 100323 w 133286"/>
                <a:gd name="csY99" fmla="*/ 19109 h 69270"/>
                <a:gd name="csX100" fmla="*/ 105578 w 133286"/>
                <a:gd name="csY100" fmla="*/ 22453 h 69270"/>
                <a:gd name="csX101" fmla="*/ 106534 w 133286"/>
                <a:gd name="csY101" fmla="*/ 22453 h 69270"/>
                <a:gd name="csX102" fmla="*/ 107967 w 133286"/>
                <a:gd name="csY102" fmla="*/ 22453 h 69270"/>
                <a:gd name="csX103" fmla="*/ 110356 w 133286"/>
                <a:gd name="csY103" fmla="*/ 21976 h 69270"/>
                <a:gd name="csX104" fmla="*/ 111311 w 133286"/>
                <a:gd name="csY104" fmla="*/ 21020 h 69270"/>
                <a:gd name="csX105" fmla="*/ 111311 w 133286"/>
                <a:gd name="csY105" fmla="*/ 21498 h 69270"/>
                <a:gd name="csX106" fmla="*/ 111789 w 133286"/>
                <a:gd name="csY106" fmla="*/ 23409 h 69270"/>
                <a:gd name="csX107" fmla="*/ 111311 w 133286"/>
                <a:gd name="csY107" fmla="*/ 24364 h 69270"/>
                <a:gd name="csX108" fmla="*/ 108922 w 133286"/>
                <a:gd name="csY108" fmla="*/ 25320 h 69270"/>
                <a:gd name="csX109" fmla="*/ 108922 w 133286"/>
                <a:gd name="csY109" fmla="*/ 25798 h 69270"/>
                <a:gd name="csX110" fmla="*/ 109400 w 133286"/>
                <a:gd name="csY110" fmla="*/ 26753 h 69270"/>
                <a:gd name="csX111" fmla="*/ 110833 w 133286"/>
                <a:gd name="csY111" fmla="*/ 26753 h 69270"/>
                <a:gd name="csX112" fmla="*/ 111789 w 133286"/>
                <a:gd name="csY112" fmla="*/ 28186 h 69270"/>
                <a:gd name="csX113" fmla="*/ 112744 w 133286"/>
                <a:gd name="csY113" fmla="*/ 29619 h 69270"/>
                <a:gd name="csX114" fmla="*/ 113700 w 133286"/>
                <a:gd name="csY114" fmla="*/ 30097 h 69270"/>
                <a:gd name="csX115" fmla="*/ 114655 w 133286"/>
                <a:gd name="csY115" fmla="*/ 30575 h 69270"/>
                <a:gd name="csX116" fmla="*/ 116566 w 133286"/>
                <a:gd name="csY116" fmla="*/ 29619 h 69270"/>
                <a:gd name="csX117" fmla="*/ 117044 w 133286"/>
                <a:gd name="csY117" fmla="*/ 29142 h 69270"/>
                <a:gd name="csX118" fmla="*/ 117522 w 133286"/>
                <a:gd name="csY118" fmla="*/ 28664 h 69270"/>
                <a:gd name="csX119" fmla="*/ 117999 w 133286"/>
                <a:gd name="csY119" fmla="*/ 28664 h 69270"/>
                <a:gd name="csX120" fmla="*/ 118955 w 133286"/>
                <a:gd name="csY120" fmla="*/ 29619 h 69270"/>
                <a:gd name="csX121" fmla="*/ 118955 w 133286"/>
                <a:gd name="csY121" fmla="*/ 30097 h 69270"/>
                <a:gd name="csX122" fmla="*/ 120865 w 133286"/>
                <a:gd name="csY122" fmla="*/ 30575 h 69270"/>
                <a:gd name="csX123" fmla="*/ 122299 w 133286"/>
                <a:gd name="csY123" fmla="*/ 31530 h 69270"/>
                <a:gd name="csX124" fmla="*/ 123254 w 133286"/>
                <a:gd name="csY124" fmla="*/ 32008 h 69270"/>
                <a:gd name="csX125" fmla="*/ 123732 w 133286"/>
                <a:gd name="csY125" fmla="*/ 32008 h 69270"/>
                <a:gd name="csX126" fmla="*/ 127076 w 133286"/>
                <a:gd name="csY126" fmla="*/ 32486 h 69270"/>
                <a:gd name="csX127" fmla="*/ 128031 w 133286"/>
                <a:gd name="csY127" fmla="*/ 33441 h 69270"/>
                <a:gd name="csX128" fmla="*/ 128509 w 133286"/>
                <a:gd name="csY128" fmla="*/ 34397 h 69270"/>
                <a:gd name="csX129" fmla="*/ 128509 w 133286"/>
                <a:gd name="csY129" fmla="*/ 34874 h 69270"/>
                <a:gd name="csX130" fmla="*/ 128987 w 133286"/>
                <a:gd name="csY130" fmla="*/ 36785 h 69270"/>
                <a:gd name="csX131" fmla="*/ 132809 w 133286"/>
                <a:gd name="csY131" fmla="*/ 40607 h 69270"/>
                <a:gd name="csX132" fmla="*/ 133287 w 133286"/>
                <a:gd name="csY132" fmla="*/ 42518 h 69270"/>
                <a:gd name="csX133" fmla="*/ 133287 w 133286"/>
                <a:gd name="csY133" fmla="*/ 43473 h 69270"/>
                <a:gd name="csX134" fmla="*/ 132809 w 133286"/>
                <a:gd name="csY134" fmla="*/ 43473 h 69270"/>
                <a:gd name="csX135" fmla="*/ 131854 w 133286"/>
                <a:gd name="csY135" fmla="*/ 43951 h 69270"/>
                <a:gd name="csX136" fmla="*/ 130420 w 133286"/>
                <a:gd name="csY136" fmla="*/ 43951 h 69270"/>
                <a:gd name="csX137" fmla="*/ 128987 w 133286"/>
                <a:gd name="csY137" fmla="*/ 43951 h 69270"/>
                <a:gd name="csX138" fmla="*/ 127554 w 133286"/>
                <a:gd name="csY138" fmla="*/ 44907 h 69270"/>
                <a:gd name="csX139" fmla="*/ 126598 w 133286"/>
                <a:gd name="csY139" fmla="*/ 45862 h 69270"/>
                <a:gd name="csX140" fmla="*/ 125165 w 133286"/>
                <a:gd name="csY140" fmla="*/ 46818 h 69270"/>
                <a:gd name="csX141" fmla="*/ 124688 w 133286"/>
                <a:gd name="csY141" fmla="*/ 47773 h 69270"/>
                <a:gd name="csX142" fmla="*/ 124210 w 133286"/>
                <a:gd name="csY142" fmla="*/ 48251 h 69270"/>
                <a:gd name="csX143" fmla="*/ 120388 w 133286"/>
                <a:gd name="csY143" fmla="*/ 50639 h 69270"/>
                <a:gd name="csX144" fmla="*/ 119432 w 133286"/>
                <a:gd name="csY144" fmla="*/ 51595 h 69270"/>
                <a:gd name="csX145" fmla="*/ 118955 w 133286"/>
                <a:gd name="csY145" fmla="*/ 52550 h 69270"/>
                <a:gd name="csX146" fmla="*/ 118955 w 133286"/>
                <a:gd name="csY146" fmla="*/ 54461 h 69270"/>
                <a:gd name="csX147" fmla="*/ 118477 w 133286"/>
                <a:gd name="csY147" fmla="*/ 55894 h 69270"/>
                <a:gd name="csX148" fmla="*/ 117999 w 133286"/>
                <a:gd name="csY148" fmla="*/ 56850 h 69270"/>
                <a:gd name="csX149" fmla="*/ 115611 w 133286"/>
                <a:gd name="csY149" fmla="*/ 57328 h 69270"/>
                <a:gd name="csX150" fmla="*/ 115133 w 133286"/>
                <a:gd name="csY150" fmla="*/ 57805 h 69270"/>
                <a:gd name="csX151" fmla="*/ 114655 w 133286"/>
                <a:gd name="csY151" fmla="*/ 58283 h 69270"/>
                <a:gd name="csX152" fmla="*/ 113700 w 133286"/>
                <a:gd name="csY152" fmla="*/ 59716 h 69270"/>
                <a:gd name="csX153" fmla="*/ 112266 w 133286"/>
                <a:gd name="csY153" fmla="*/ 60672 h 69270"/>
                <a:gd name="csX154" fmla="*/ 109400 w 133286"/>
                <a:gd name="csY154" fmla="*/ 62105 h 69270"/>
                <a:gd name="csX155" fmla="*/ 106534 w 133286"/>
                <a:gd name="csY155" fmla="*/ 62583 h 69270"/>
                <a:gd name="csX156" fmla="*/ 103190 w 133286"/>
                <a:gd name="csY156" fmla="*/ 62105 h 69270"/>
                <a:gd name="csX157" fmla="*/ 100801 w 133286"/>
                <a:gd name="csY157" fmla="*/ 61627 h 69270"/>
                <a:gd name="csX158" fmla="*/ 99846 w 133286"/>
                <a:gd name="csY158" fmla="*/ 62105 h 69270"/>
                <a:gd name="csX159" fmla="*/ 98412 w 133286"/>
                <a:gd name="csY159" fmla="*/ 64016 h 69270"/>
                <a:gd name="csX160" fmla="*/ 96979 w 133286"/>
                <a:gd name="csY160" fmla="*/ 66405 h 69270"/>
                <a:gd name="csX161" fmla="*/ 96024 w 133286"/>
                <a:gd name="csY161" fmla="*/ 68793 h 69270"/>
                <a:gd name="csX162" fmla="*/ 95546 w 133286"/>
                <a:gd name="csY162" fmla="*/ 68315 h 69270"/>
                <a:gd name="csX163" fmla="*/ 95068 w 133286"/>
                <a:gd name="csY163" fmla="*/ 65927 h 69270"/>
                <a:gd name="csX164" fmla="*/ 94113 w 133286"/>
                <a:gd name="csY164" fmla="*/ 65449 h 69270"/>
                <a:gd name="csX165" fmla="*/ 92680 w 133286"/>
                <a:gd name="csY165" fmla="*/ 65449 h 69270"/>
                <a:gd name="csX166" fmla="*/ 91246 w 133286"/>
                <a:gd name="csY166" fmla="*/ 64971 h 69270"/>
                <a:gd name="csX167" fmla="*/ 89335 w 133286"/>
                <a:gd name="csY167" fmla="*/ 63538 h 69270"/>
                <a:gd name="csX168" fmla="*/ 87902 w 133286"/>
                <a:gd name="csY168" fmla="*/ 63538 h 69270"/>
                <a:gd name="csX169" fmla="*/ 86947 w 133286"/>
                <a:gd name="csY169" fmla="*/ 63060 h 69270"/>
                <a:gd name="csX170" fmla="*/ 85514 w 133286"/>
                <a:gd name="csY170" fmla="*/ 64016 h 69270"/>
                <a:gd name="csX171" fmla="*/ 84558 w 133286"/>
                <a:gd name="csY171" fmla="*/ 64971 h 69270"/>
                <a:gd name="csX172" fmla="*/ 81692 w 133286"/>
                <a:gd name="csY172" fmla="*/ 64971 h 69270"/>
                <a:gd name="csX173" fmla="*/ 78348 w 133286"/>
                <a:gd name="csY173" fmla="*/ 64493 h 69270"/>
                <a:gd name="csX174" fmla="*/ 74048 w 133286"/>
                <a:gd name="csY174" fmla="*/ 61627 h 69270"/>
                <a:gd name="csX175" fmla="*/ 72615 w 133286"/>
                <a:gd name="csY175" fmla="*/ 61627 h 69270"/>
                <a:gd name="csX176" fmla="*/ 71182 w 133286"/>
                <a:gd name="csY176" fmla="*/ 61627 h 69270"/>
                <a:gd name="csX177" fmla="*/ 69271 w 133286"/>
                <a:gd name="csY177" fmla="*/ 60672 h 69270"/>
                <a:gd name="csX178" fmla="*/ 65449 w 133286"/>
                <a:gd name="csY178" fmla="*/ 58761 h 69270"/>
                <a:gd name="csX179" fmla="*/ 63538 w 133286"/>
                <a:gd name="csY179" fmla="*/ 58283 h 69270"/>
                <a:gd name="csX180" fmla="*/ 62583 w 133286"/>
                <a:gd name="csY180" fmla="*/ 58761 h 69270"/>
                <a:gd name="csX181" fmla="*/ 61627 w 133286"/>
                <a:gd name="csY181" fmla="*/ 59239 h 69270"/>
                <a:gd name="csX182" fmla="*/ 60672 w 133286"/>
                <a:gd name="csY182" fmla="*/ 59239 h 69270"/>
                <a:gd name="csX183" fmla="*/ 60194 w 133286"/>
                <a:gd name="csY183" fmla="*/ 58761 h 69270"/>
                <a:gd name="csX184" fmla="*/ 58761 w 133286"/>
                <a:gd name="csY184" fmla="*/ 57805 h 69270"/>
                <a:gd name="csX185" fmla="*/ 57328 w 133286"/>
                <a:gd name="csY185" fmla="*/ 57805 h 69270"/>
                <a:gd name="csX186" fmla="*/ 56850 w 133286"/>
                <a:gd name="csY186" fmla="*/ 58283 h 69270"/>
                <a:gd name="csX187" fmla="*/ 56372 w 133286"/>
                <a:gd name="csY187" fmla="*/ 62583 h 69270"/>
                <a:gd name="csX188" fmla="*/ 55894 w 133286"/>
                <a:gd name="csY188" fmla="*/ 64016 h 69270"/>
                <a:gd name="csX189" fmla="*/ 53983 w 133286"/>
                <a:gd name="csY189" fmla="*/ 64016 h 69270"/>
                <a:gd name="csX190" fmla="*/ 53506 w 133286"/>
                <a:gd name="csY190" fmla="*/ 64493 h 69270"/>
                <a:gd name="csX191" fmla="*/ 51595 w 133286"/>
                <a:gd name="csY191" fmla="*/ 66882 h 69270"/>
                <a:gd name="csX192" fmla="*/ 51595 w 133286"/>
                <a:gd name="csY192" fmla="*/ 68793 h 69270"/>
                <a:gd name="csX193" fmla="*/ 48728 w 133286"/>
                <a:gd name="csY193" fmla="*/ 68315 h 69270"/>
                <a:gd name="csX194" fmla="*/ 47295 w 133286"/>
                <a:gd name="csY194" fmla="*/ 67838 h 69270"/>
                <a:gd name="csX195" fmla="*/ 46340 w 133286"/>
                <a:gd name="csY195" fmla="*/ 68315 h 69270"/>
                <a:gd name="csX196" fmla="*/ 44907 w 133286"/>
                <a:gd name="csY196" fmla="*/ 69271 h 69270"/>
                <a:gd name="csX197" fmla="*/ 41563 w 133286"/>
                <a:gd name="csY197" fmla="*/ 69271 h 69270"/>
                <a:gd name="csX198" fmla="*/ 38696 w 133286"/>
                <a:gd name="csY198" fmla="*/ 68793 h 69270"/>
                <a:gd name="csX199" fmla="*/ 37263 w 133286"/>
                <a:gd name="csY199" fmla="*/ 66405 h 69270"/>
                <a:gd name="csX200" fmla="*/ 36308 w 133286"/>
                <a:gd name="csY200" fmla="*/ 65449 h 69270"/>
                <a:gd name="csX201" fmla="*/ 34397 w 133286"/>
                <a:gd name="csY201" fmla="*/ 64493 h 69270"/>
                <a:gd name="csX202" fmla="*/ 33919 w 133286"/>
                <a:gd name="csY202" fmla="*/ 64016 h 69270"/>
                <a:gd name="csX203" fmla="*/ 32963 w 133286"/>
                <a:gd name="csY203" fmla="*/ 62583 h 69270"/>
                <a:gd name="csX204" fmla="*/ 31530 w 133286"/>
                <a:gd name="csY204" fmla="*/ 61149 h 69270"/>
                <a:gd name="csX205" fmla="*/ 28664 w 133286"/>
                <a:gd name="csY205" fmla="*/ 58761 h 69270"/>
                <a:gd name="csX206" fmla="*/ 26753 w 133286"/>
                <a:gd name="csY206" fmla="*/ 58761 h 69270"/>
                <a:gd name="csX207" fmla="*/ 25798 w 133286"/>
                <a:gd name="csY207" fmla="*/ 58283 h 69270"/>
                <a:gd name="csX208" fmla="*/ 25320 w 133286"/>
                <a:gd name="csY208" fmla="*/ 57328 h 69270"/>
                <a:gd name="csX209" fmla="*/ 24364 w 133286"/>
                <a:gd name="csY209" fmla="*/ 55894 h 69270"/>
                <a:gd name="csX210" fmla="*/ 23409 w 133286"/>
                <a:gd name="csY210" fmla="*/ 54939 h 69270"/>
                <a:gd name="csX211" fmla="*/ 23409 w 133286"/>
                <a:gd name="csY211" fmla="*/ 54939 h 69270"/>
                <a:gd name="csX212" fmla="*/ 22453 w 133286"/>
                <a:gd name="csY212" fmla="*/ 54461 h 69270"/>
                <a:gd name="csX213" fmla="*/ 20542 w 133286"/>
                <a:gd name="csY213" fmla="*/ 53506 h 69270"/>
                <a:gd name="csX214" fmla="*/ 18154 w 133286"/>
                <a:gd name="csY214" fmla="*/ 50639 h 69270"/>
                <a:gd name="csX215" fmla="*/ 18154 w 133286"/>
                <a:gd name="csY215" fmla="*/ 50639 h 69270"/>
                <a:gd name="csX216" fmla="*/ 16243 w 133286"/>
                <a:gd name="csY216" fmla="*/ 48728 h 69270"/>
                <a:gd name="csX217" fmla="*/ 14332 w 133286"/>
                <a:gd name="csY217" fmla="*/ 48728 h 69270"/>
                <a:gd name="csX218" fmla="*/ 12899 w 133286"/>
                <a:gd name="csY218" fmla="*/ 47773 h 69270"/>
                <a:gd name="csX219" fmla="*/ 11466 w 133286"/>
                <a:gd name="csY219" fmla="*/ 46340 h 69270"/>
                <a:gd name="csX220" fmla="*/ 10510 w 133286"/>
                <a:gd name="csY220" fmla="*/ 44907 h 69270"/>
                <a:gd name="csX221" fmla="*/ 9077 w 133286"/>
                <a:gd name="csY221" fmla="*/ 41563 h 69270"/>
                <a:gd name="csX222" fmla="*/ 8121 w 133286"/>
                <a:gd name="csY222" fmla="*/ 40129 h 69270"/>
                <a:gd name="csX223" fmla="*/ 7166 w 133286"/>
                <a:gd name="csY223" fmla="*/ 38696 h 69270"/>
                <a:gd name="csX224" fmla="*/ 7166 w 133286"/>
                <a:gd name="csY224" fmla="*/ 38696 h 69270"/>
                <a:gd name="csX225" fmla="*/ 6210 w 133286"/>
                <a:gd name="csY225" fmla="*/ 37741 h 69270"/>
                <a:gd name="csX226" fmla="*/ 5733 w 133286"/>
                <a:gd name="csY226" fmla="*/ 37263 h 69270"/>
                <a:gd name="csX227" fmla="*/ 7166 w 133286"/>
                <a:gd name="csY227" fmla="*/ 35352 h 69270"/>
                <a:gd name="csX228" fmla="*/ 7644 w 133286"/>
                <a:gd name="csY228" fmla="*/ 34397 h 69270"/>
                <a:gd name="csX229" fmla="*/ 8121 w 133286"/>
                <a:gd name="csY229" fmla="*/ 33919 h 69270"/>
                <a:gd name="csX230" fmla="*/ 8121 w 133286"/>
                <a:gd name="csY230" fmla="*/ 33441 h 69270"/>
                <a:gd name="csX231" fmla="*/ 8121 w 133286"/>
                <a:gd name="csY231" fmla="*/ 32486 h 69270"/>
                <a:gd name="csX232" fmla="*/ 7166 w 133286"/>
                <a:gd name="csY232" fmla="*/ 31052 h 69270"/>
                <a:gd name="csX233" fmla="*/ 5733 w 133286"/>
                <a:gd name="csY233" fmla="*/ 29619 h 69270"/>
                <a:gd name="csX234" fmla="*/ 3344 w 133286"/>
                <a:gd name="csY234" fmla="*/ 28664 h 69270"/>
                <a:gd name="csX235" fmla="*/ 1911 w 133286"/>
                <a:gd name="csY235" fmla="*/ 27231 h 69270"/>
                <a:gd name="csX236" fmla="*/ 1433 w 133286"/>
                <a:gd name="csY236" fmla="*/ 25798 h 69270"/>
                <a:gd name="csX237" fmla="*/ 1433 w 133286"/>
                <a:gd name="csY237" fmla="*/ 24842 h 69270"/>
                <a:gd name="csX238" fmla="*/ 478 w 133286"/>
                <a:gd name="csY238" fmla="*/ 23886 h 69270"/>
                <a:gd name="csX239" fmla="*/ 0 w 133286"/>
                <a:gd name="csY239" fmla="*/ 21976 h 69270"/>
                <a:gd name="csX240" fmla="*/ 0 w 133286"/>
                <a:gd name="csY240" fmla="*/ 21020 h 69270"/>
                <a:gd name="csX241" fmla="*/ 0 w 133286"/>
                <a:gd name="csY241" fmla="*/ 21020 h 69270"/>
                <a:gd name="csX242" fmla="*/ 956 w 133286"/>
                <a:gd name="csY242" fmla="*/ 21020 h 69270"/>
                <a:gd name="csX243" fmla="*/ 1433 w 133286"/>
                <a:gd name="csY243" fmla="*/ 21498 h 69270"/>
                <a:gd name="csX244" fmla="*/ 2389 w 133286"/>
                <a:gd name="csY244" fmla="*/ 22931 h 69270"/>
                <a:gd name="csX245" fmla="*/ 3344 w 133286"/>
                <a:gd name="csY245" fmla="*/ 24842 h 69270"/>
                <a:gd name="csX246" fmla="*/ 3344 w 133286"/>
                <a:gd name="csY246" fmla="*/ 24842 h 692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</a:cxnLst>
              <a:rect l="l" t="t" r="r" b="b"/>
              <a:pathLst>
                <a:path w="133286" h="69270">
                  <a:moveTo>
                    <a:pt x="3344" y="24842"/>
                  </a:moveTo>
                  <a:lnTo>
                    <a:pt x="4300" y="23886"/>
                  </a:lnTo>
                  <a:lnTo>
                    <a:pt x="5255" y="21976"/>
                  </a:lnTo>
                  <a:lnTo>
                    <a:pt x="7166" y="20065"/>
                  </a:lnTo>
                  <a:lnTo>
                    <a:pt x="9077" y="18632"/>
                  </a:lnTo>
                  <a:lnTo>
                    <a:pt x="10510" y="18632"/>
                  </a:lnTo>
                  <a:lnTo>
                    <a:pt x="11943" y="18154"/>
                  </a:lnTo>
                  <a:lnTo>
                    <a:pt x="13376" y="17676"/>
                  </a:lnTo>
                  <a:lnTo>
                    <a:pt x="15287" y="17676"/>
                  </a:lnTo>
                  <a:lnTo>
                    <a:pt x="16721" y="18154"/>
                  </a:lnTo>
                  <a:lnTo>
                    <a:pt x="17198" y="18154"/>
                  </a:lnTo>
                  <a:lnTo>
                    <a:pt x="17676" y="16721"/>
                  </a:lnTo>
                  <a:lnTo>
                    <a:pt x="18154" y="15765"/>
                  </a:lnTo>
                  <a:lnTo>
                    <a:pt x="21498" y="15287"/>
                  </a:lnTo>
                  <a:lnTo>
                    <a:pt x="21498" y="15287"/>
                  </a:lnTo>
                  <a:lnTo>
                    <a:pt x="22453" y="13377"/>
                  </a:lnTo>
                  <a:lnTo>
                    <a:pt x="23409" y="13377"/>
                  </a:lnTo>
                  <a:lnTo>
                    <a:pt x="23886" y="12899"/>
                  </a:lnTo>
                  <a:lnTo>
                    <a:pt x="24842" y="12421"/>
                  </a:lnTo>
                  <a:lnTo>
                    <a:pt x="25320" y="11943"/>
                  </a:lnTo>
                  <a:lnTo>
                    <a:pt x="25798" y="12421"/>
                  </a:lnTo>
                  <a:lnTo>
                    <a:pt x="26275" y="12899"/>
                  </a:lnTo>
                  <a:lnTo>
                    <a:pt x="27231" y="12421"/>
                  </a:lnTo>
                  <a:lnTo>
                    <a:pt x="28186" y="10032"/>
                  </a:lnTo>
                  <a:lnTo>
                    <a:pt x="29142" y="9555"/>
                  </a:lnTo>
                  <a:lnTo>
                    <a:pt x="32008" y="9555"/>
                  </a:lnTo>
                  <a:lnTo>
                    <a:pt x="35830" y="8121"/>
                  </a:lnTo>
                  <a:lnTo>
                    <a:pt x="37741" y="7166"/>
                  </a:lnTo>
                  <a:lnTo>
                    <a:pt x="39651" y="6211"/>
                  </a:lnTo>
                  <a:lnTo>
                    <a:pt x="41563" y="5255"/>
                  </a:lnTo>
                  <a:lnTo>
                    <a:pt x="44907" y="4300"/>
                  </a:lnTo>
                  <a:lnTo>
                    <a:pt x="45384" y="3822"/>
                  </a:lnTo>
                  <a:lnTo>
                    <a:pt x="43474" y="2389"/>
                  </a:lnTo>
                  <a:lnTo>
                    <a:pt x="42996" y="1911"/>
                  </a:lnTo>
                  <a:lnTo>
                    <a:pt x="42518" y="1433"/>
                  </a:lnTo>
                  <a:lnTo>
                    <a:pt x="43474" y="478"/>
                  </a:lnTo>
                  <a:lnTo>
                    <a:pt x="43951" y="0"/>
                  </a:lnTo>
                  <a:lnTo>
                    <a:pt x="44907" y="478"/>
                  </a:lnTo>
                  <a:lnTo>
                    <a:pt x="47773" y="956"/>
                  </a:lnTo>
                  <a:lnTo>
                    <a:pt x="48251" y="1433"/>
                  </a:lnTo>
                  <a:lnTo>
                    <a:pt x="48728" y="2389"/>
                  </a:lnTo>
                  <a:lnTo>
                    <a:pt x="49684" y="3822"/>
                  </a:lnTo>
                  <a:lnTo>
                    <a:pt x="50162" y="3822"/>
                  </a:lnTo>
                  <a:lnTo>
                    <a:pt x="49684" y="5255"/>
                  </a:lnTo>
                  <a:lnTo>
                    <a:pt x="49684" y="5255"/>
                  </a:lnTo>
                  <a:lnTo>
                    <a:pt x="50639" y="6211"/>
                  </a:lnTo>
                  <a:lnTo>
                    <a:pt x="52073" y="6688"/>
                  </a:lnTo>
                  <a:lnTo>
                    <a:pt x="53028" y="6688"/>
                  </a:lnTo>
                  <a:lnTo>
                    <a:pt x="53028" y="6688"/>
                  </a:lnTo>
                  <a:lnTo>
                    <a:pt x="53506" y="5733"/>
                  </a:lnTo>
                  <a:lnTo>
                    <a:pt x="53983" y="5255"/>
                  </a:lnTo>
                  <a:lnTo>
                    <a:pt x="55417" y="5255"/>
                  </a:lnTo>
                  <a:lnTo>
                    <a:pt x="57328" y="4300"/>
                  </a:lnTo>
                  <a:lnTo>
                    <a:pt x="57328" y="3344"/>
                  </a:lnTo>
                  <a:lnTo>
                    <a:pt x="57328" y="956"/>
                  </a:lnTo>
                  <a:lnTo>
                    <a:pt x="57328" y="956"/>
                  </a:lnTo>
                  <a:lnTo>
                    <a:pt x="60194" y="1433"/>
                  </a:lnTo>
                  <a:lnTo>
                    <a:pt x="62583" y="2389"/>
                  </a:lnTo>
                  <a:lnTo>
                    <a:pt x="63060" y="4777"/>
                  </a:lnTo>
                  <a:lnTo>
                    <a:pt x="63538" y="5733"/>
                  </a:lnTo>
                  <a:lnTo>
                    <a:pt x="64493" y="6688"/>
                  </a:lnTo>
                  <a:lnTo>
                    <a:pt x="65449" y="7166"/>
                  </a:lnTo>
                  <a:lnTo>
                    <a:pt x="66882" y="7166"/>
                  </a:lnTo>
                  <a:lnTo>
                    <a:pt x="70226" y="8599"/>
                  </a:lnTo>
                  <a:lnTo>
                    <a:pt x="72137" y="8599"/>
                  </a:lnTo>
                  <a:lnTo>
                    <a:pt x="73570" y="9555"/>
                  </a:lnTo>
                  <a:lnTo>
                    <a:pt x="75004" y="10510"/>
                  </a:lnTo>
                  <a:lnTo>
                    <a:pt x="76437" y="10988"/>
                  </a:lnTo>
                  <a:lnTo>
                    <a:pt x="76915" y="11943"/>
                  </a:lnTo>
                  <a:lnTo>
                    <a:pt x="77392" y="12421"/>
                  </a:lnTo>
                  <a:lnTo>
                    <a:pt x="78825" y="11943"/>
                  </a:lnTo>
                  <a:lnTo>
                    <a:pt x="83125" y="10988"/>
                  </a:lnTo>
                  <a:lnTo>
                    <a:pt x="84558" y="11943"/>
                  </a:lnTo>
                  <a:lnTo>
                    <a:pt x="85514" y="13377"/>
                  </a:lnTo>
                  <a:lnTo>
                    <a:pt x="85514" y="13377"/>
                  </a:lnTo>
                  <a:lnTo>
                    <a:pt x="85036" y="14332"/>
                  </a:lnTo>
                  <a:lnTo>
                    <a:pt x="85036" y="15287"/>
                  </a:lnTo>
                  <a:lnTo>
                    <a:pt x="84558" y="15765"/>
                  </a:lnTo>
                  <a:lnTo>
                    <a:pt x="83125" y="16243"/>
                  </a:lnTo>
                  <a:lnTo>
                    <a:pt x="82170" y="16721"/>
                  </a:lnTo>
                  <a:lnTo>
                    <a:pt x="81692" y="17676"/>
                  </a:lnTo>
                  <a:lnTo>
                    <a:pt x="81692" y="18632"/>
                  </a:lnTo>
                  <a:lnTo>
                    <a:pt x="83125" y="19109"/>
                  </a:lnTo>
                  <a:lnTo>
                    <a:pt x="84081" y="19587"/>
                  </a:lnTo>
                  <a:lnTo>
                    <a:pt x="84081" y="20065"/>
                  </a:lnTo>
                  <a:lnTo>
                    <a:pt x="86947" y="22931"/>
                  </a:lnTo>
                  <a:lnTo>
                    <a:pt x="89335" y="26275"/>
                  </a:lnTo>
                  <a:lnTo>
                    <a:pt x="89813" y="26753"/>
                  </a:lnTo>
                  <a:lnTo>
                    <a:pt x="90769" y="27231"/>
                  </a:lnTo>
                  <a:lnTo>
                    <a:pt x="91724" y="26753"/>
                  </a:lnTo>
                  <a:lnTo>
                    <a:pt x="92680" y="25320"/>
                  </a:lnTo>
                  <a:lnTo>
                    <a:pt x="94113" y="24364"/>
                  </a:lnTo>
                  <a:lnTo>
                    <a:pt x="95068" y="23886"/>
                  </a:lnTo>
                  <a:lnTo>
                    <a:pt x="96979" y="22931"/>
                  </a:lnTo>
                  <a:lnTo>
                    <a:pt x="96979" y="22453"/>
                  </a:lnTo>
                  <a:lnTo>
                    <a:pt x="95546" y="20065"/>
                  </a:lnTo>
                  <a:lnTo>
                    <a:pt x="94590" y="18154"/>
                  </a:lnTo>
                  <a:lnTo>
                    <a:pt x="94590" y="17676"/>
                  </a:lnTo>
                  <a:lnTo>
                    <a:pt x="96979" y="18154"/>
                  </a:lnTo>
                  <a:lnTo>
                    <a:pt x="100323" y="19109"/>
                  </a:lnTo>
                  <a:lnTo>
                    <a:pt x="105578" y="22453"/>
                  </a:lnTo>
                  <a:lnTo>
                    <a:pt x="106534" y="22453"/>
                  </a:lnTo>
                  <a:lnTo>
                    <a:pt x="107967" y="22453"/>
                  </a:lnTo>
                  <a:lnTo>
                    <a:pt x="110356" y="21976"/>
                  </a:lnTo>
                  <a:lnTo>
                    <a:pt x="111311" y="21020"/>
                  </a:lnTo>
                  <a:lnTo>
                    <a:pt x="111311" y="21498"/>
                  </a:lnTo>
                  <a:lnTo>
                    <a:pt x="111789" y="23409"/>
                  </a:lnTo>
                  <a:lnTo>
                    <a:pt x="111311" y="24364"/>
                  </a:lnTo>
                  <a:lnTo>
                    <a:pt x="108922" y="25320"/>
                  </a:lnTo>
                  <a:lnTo>
                    <a:pt x="108922" y="25798"/>
                  </a:lnTo>
                  <a:lnTo>
                    <a:pt x="109400" y="26753"/>
                  </a:lnTo>
                  <a:lnTo>
                    <a:pt x="110833" y="26753"/>
                  </a:lnTo>
                  <a:lnTo>
                    <a:pt x="111789" y="28186"/>
                  </a:lnTo>
                  <a:lnTo>
                    <a:pt x="112744" y="29619"/>
                  </a:lnTo>
                  <a:lnTo>
                    <a:pt x="113700" y="30097"/>
                  </a:lnTo>
                  <a:lnTo>
                    <a:pt x="114655" y="30575"/>
                  </a:lnTo>
                  <a:lnTo>
                    <a:pt x="116566" y="29619"/>
                  </a:lnTo>
                  <a:lnTo>
                    <a:pt x="117044" y="29142"/>
                  </a:lnTo>
                  <a:lnTo>
                    <a:pt x="117522" y="28664"/>
                  </a:lnTo>
                  <a:lnTo>
                    <a:pt x="117999" y="28664"/>
                  </a:lnTo>
                  <a:lnTo>
                    <a:pt x="118955" y="29619"/>
                  </a:lnTo>
                  <a:lnTo>
                    <a:pt x="118955" y="30097"/>
                  </a:lnTo>
                  <a:lnTo>
                    <a:pt x="120865" y="30575"/>
                  </a:lnTo>
                  <a:lnTo>
                    <a:pt x="122299" y="31530"/>
                  </a:lnTo>
                  <a:lnTo>
                    <a:pt x="123254" y="32008"/>
                  </a:lnTo>
                  <a:lnTo>
                    <a:pt x="123732" y="32008"/>
                  </a:lnTo>
                  <a:lnTo>
                    <a:pt x="127076" y="32486"/>
                  </a:lnTo>
                  <a:lnTo>
                    <a:pt x="128031" y="33441"/>
                  </a:lnTo>
                  <a:lnTo>
                    <a:pt x="128509" y="34397"/>
                  </a:lnTo>
                  <a:lnTo>
                    <a:pt x="128509" y="34874"/>
                  </a:lnTo>
                  <a:lnTo>
                    <a:pt x="128987" y="36785"/>
                  </a:lnTo>
                  <a:lnTo>
                    <a:pt x="132809" y="40607"/>
                  </a:lnTo>
                  <a:lnTo>
                    <a:pt x="133287" y="42518"/>
                  </a:lnTo>
                  <a:lnTo>
                    <a:pt x="133287" y="43473"/>
                  </a:lnTo>
                  <a:lnTo>
                    <a:pt x="132809" y="43473"/>
                  </a:lnTo>
                  <a:lnTo>
                    <a:pt x="131854" y="43951"/>
                  </a:lnTo>
                  <a:lnTo>
                    <a:pt x="130420" y="43951"/>
                  </a:lnTo>
                  <a:lnTo>
                    <a:pt x="128987" y="43951"/>
                  </a:lnTo>
                  <a:lnTo>
                    <a:pt x="127554" y="44907"/>
                  </a:lnTo>
                  <a:lnTo>
                    <a:pt x="126598" y="45862"/>
                  </a:lnTo>
                  <a:lnTo>
                    <a:pt x="125165" y="46818"/>
                  </a:lnTo>
                  <a:lnTo>
                    <a:pt x="124688" y="47773"/>
                  </a:lnTo>
                  <a:lnTo>
                    <a:pt x="124210" y="48251"/>
                  </a:lnTo>
                  <a:lnTo>
                    <a:pt x="120388" y="50639"/>
                  </a:lnTo>
                  <a:lnTo>
                    <a:pt x="119432" y="51595"/>
                  </a:lnTo>
                  <a:lnTo>
                    <a:pt x="118955" y="52550"/>
                  </a:lnTo>
                  <a:lnTo>
                    <a:pt x="118955" y="54461"/>
                  </a:lnTo>
                  <a:lnTo>
                    <a:pt x="118477" y="55894"/>
                  </a:lnTo>
                  <a:lnTo>
                    <a:pt x="117999" y="56850"/>
                  </a:lnTo>
                  <a:lnTo>
                    <a:pt x="115611" y="57328"/>
                  </a:lnTo>
                  <a:lnTo>
                    <a:pt x="115133" y="57805"/>
                  </a:lnTo>
                  <a:lnTo>
                    <a:pt x="114655" y="58283"/>
                  </a:lnTo>
                  <a:lnTo>
                    <a:pt x="113700" y="59716"/>
                  </a:lnTo>
                  <a:lnTo>
                    <a:pt x="112266" y="60672"/>
                  </a:lnTo>
                  <a:lnTo>
                    <a:pt x="109400" y="62105"/>
                  </a:lnTo>
                  <a:lnTo>
                    <a:pt x="106534" y="62583"/>
                  </a:lnTo>
                  <a:lnTo>
                    <a:pt x="103190" y="62105"/>
                  </a:lnTo>
                  <a:lnTo>
                    <a:pt x="100801" y="61627"/>
                  </a:lnTo>
                  <a:lnTo>
                    <a:pt x="99846" y="62105"/>
                  </a:lnTo>
                  <a:lnTo>
                    <a:pt x="98412" y="64016"/>
                  </a:lnTo>
                  <a:lnTo>
                    <a:pt x="96979" y="66405"/>
                  </a:lnTo>
                  <a:lnTo>
                    <a:pt x="96024" y="68793"/>
                  </a:lnTo>
                  <a:lnTo>
                    <a:pt x="95546" y="68315"/>
                  </a:lnTo>
                  <a:lnTo>
                    <a:pt x="95068" y="65927"/>
                  </a:lnTo>
                  <a:lnTo>
                    <a:pt x="94113" y="65449"/>
                  </a:lnTo>
                  <a:lnTo>
                    <a:pt x="92680" y="65449"/>
                  </a:lnTo>
                  <a:lnTo>
                    <a:pt x="91246" y="64971"/>
                  </a:lnTo>
                  <a:lnTo>
                    <a:pt x="89335" y="63538"/>
                  </a:lnTo>
                  <a:lnTo>
                    <a:pt x="87902" y="63538"/>
                  </a:lnTo>
                  <a:lnTo>
                    <a:pt x="86947" y="63060"/>
                  </a:lnTo>
                  <a:lnTo>
                    <a:pt x="85514" y="64016"/>
                  </a:lnTo>
                  <a:lnTo>
                    <a:pt x="84558" y="64971"/>
                  </a:lnTo>
                  <a:lnTo>
                    <a:pt x="81692" y="64971"/>
                  </a:lnTo>
                  <a:lnTo>
                    <a:pt x="78348" y="64493"/>
                  </a:lnTo>
                  <a:lnTo>
                    <a:pt x="74048" y="61627"/>
                  </a:lnTo>
                  <a:lnTo>
                    <a:pt x="72615" y="61627"/>
                  </a:lnTo>
                  <a:lnTo>
                    <a:pt x="71182" y="61627"/>
                  </a:lnTo>
                  <a:lnTo>
                    <a:pt x="69271" y="60672"/>
                  </a:lnTo>
                  <a:lnTo>
                    <a:pt x="65449" y="58761"/>
                  </a:lnTo>
                  <a:lnTo>
                    <a:pt x="63538" y="58283"/>
                  </a:lnTo>
                  <a:lnTo>
                    <a:pt x="62583" y="58761"/>
                  </a:lnTo>
                  <a:lnTo>
                    <a:pt x="61627" y="59239"/>
                  </a:lnTo>
                  <a:lnTo>
                    <a:pt x="60672" y="59239"/>
                  </a:lnTo>
                  <a:lnTo>
                    <a:pt x="60194" y="58761"/>
                  </a:lnTo>
                  <a:lnTo>
                    <a:pt x="58761" y="57805"/>
                  </a:lnTo>
                  <a:lnTo>
                    <a:pt x="57328" y="57805"/>
                  </a:lnTo>
                  <a:lnTo>
                    <a:pt x="56850" y="58283"/>
                  </a:lnTo>
                  <a:lnTo>
                    <a:pt x="56372" y="62583"/>
                  </a:lnTo>
                  <a:lnTo>
                    <a:pt x="55894" y="64016"/>
                  </a:lnTo>
                  <a:lnTo>
                    <a:pt x="53983" y="64016"/>
                  </a:lnTo>
                  <a:lnTo>
                    <a:pt x="53506" y="64493"/>
                  </a:lnTo>
                  <a:lnTo>
                    <a:pt x="51595" y="66882"/>
                  </a:lnTo>
                  <a:lnTo>
                    <a:pt x="51595" y="68793"/>
                  </a:lnTo>
                  <a:lnTo>
                    <a:pt x="48728" y="68315"/>
                  </a:lnTo>
                  <a:lnTo>
                    <a:pt x="47295" y="67838"/>
                  </a:lnTo>
                  <a:lnTo>
                    <a:pt x="46340" y="68315"/>
                  </a:lnTo>
                  <a:lnTo>
                    <a:pt x="44907" y="69271"/>
                  </a:lnTo>
                  <a:lnTo>
                    <a:pt x="41563" y="69271"/>
                  </a:lnTo>
                  <a:lnTo>
                    <a:pt x="38696" y="68793"/>
                  </a:lnTo>
                  <a:lnTo>
                    <a:pt x="37263" y="66405"/>
                  </a:lnTo>
                  <a:lnTo>
                    <a:pt x="36308" y="65449"/>
                  </a:lnTo>
                  <a:lnTo>
                    <a:pt x="34397" y="64493"/>
                  </a:lnTo>
                  <a:lnTo>
                    <a:pt x="33919" y="64016"/>
                  </a:lnTo>
                  <a:lnTo>
                    <a:pt x="32963" y="62583"/>
                  </a:lnTo>
                  <a:lnTo>
                    <a:pt x="31530" y="61149"/>
                  </a:lnTo>
                  <a:lnTo>
                    <a:pt x="28664" y="58761"/>
                  </a:lnTo>
                  <a:lnTo>
                    <a:pt x="26753" y="58761"/>
                  </a:lnTo>
                  <a:lnTo>
                    <a:pt x="25798" y="58283"/>
                  </a:lnTo>
                  <a:lnTo>
                    <a:pt x="25320" y="57328"/>
                  </a:lnTo>
                  <a:lnTo>
                    <a:pt x="24364" y="55894"/>
                  </a:lnTo>
                  <a:lnTo>
                    <a:pt x="23409" y="54939"/>
                  </a:lnTo>
                  <a:lnTo>
                    <a:pt x="23409" y="54939"/>
                  </a:lnTo>
                  <a:lnTo>
                    <a:pt x="22453" y="54461"/>
                  </a:lnTo>
                  <a:lnTo>
                    <a:pt x="20542" y="53506"/>
                  </a:lnTo>
                  <a:lnTo>
                    <a:pt x="18154" y="50639"/>
                  </a:lnTo>
                  <a:lnTo>
                    <a:pt x="18154" y="50639"/>
                  </a:lnTo>
                  <a:lnTo>
                    <a:pt x="16243" y="48728"/>
                  </a:lnTo>
                  <a:lnTo>
                    <a:pt x="14332" y="48728"/>
                  </a:lnTo>
                  <a:lnTo>
                    <a:pt x="12899" y="47773"/>
                  </a:lnTo>
                  <a:lnTo>
                    <a:pt x="11466" y="46340"/>
                  </a:lnTo>
                  <a:lnTo>
                    <a:pt x="10510" y="44907"/>
                  </a:lnTo>
                  <a:lnTo>
                    <a:pt x="9077" y="41563"/>
                  </a:lnTo>
                  <a:lnTo>
                    <a:pt x="8121" y="40129"/>
                  </a:lnTo>
                  <a:lnTo>
                    <a:pt x="7166" y="38696"/>
                  </a:lnTo>
                  <a:lnTo>
                    <a:pt x="7166" y="38696"/>
                  </a:lnTo>
                  <a:lnTo>
                    <a:pt x="6210" y="37741"/>
                  </a:lnTo>
                  <a:lnTo>
                    <a:pt x="5733" y="37263"/>
                  </a:lnTo>
                  <a:lnTo>
                    <a:pt x="7166" y="35352"/>
                  </a:lnTo>
                  <a:lnTo>
                    <a:pt x="7644" y="34397"/>
                  </a:lnTo>
                  <a:lnTo>
                    <a:pt x="8121" y="33919"/>
                  </a:lnTo>
                  <a:lnTo>
                    <a:pt x="8121" y="33441"/>
                  </a:lnTo>
                  <a:lnTo>
                    <a:pt x="8121" y="32486"/>
                  </a:lnTo>
                  <a:lnTo>
                    <a:pt x="7166" y="31052"/>
                  </a:lnTo>
                  <a:lnTo>
                    <a:pt x="5733" y="29619"/>
                  </a:lnTo>
                  <a:lnTo>
                    <a:pt x="3344" y="28664"/>
                  </a:lnTo>
                  <a:lnTo>
                    <a:pt x="1911" y="27231"/>
                  </a:lnTo>
                  <a:lnTo>
                    <a:pt x="1433" y="25798"/>
                  </a:lnTo>
                  <a:lnTo>
                    <a:pt x="1433" y="24842"/>
                  </a:lnTo>
                  <a:lnTo>
                    <a:pt x="478" y="23886"/>
                  </a:lnTo>
                  <a:lnTo>
                    <a:pt x="0" y="21976"/>
                  </a:lnTo>
                  <a:lnTo>
                    <a:pt x="0" y="21020"/>
                  </a:lnTo>
                  <a:lnTo>
                    <a:pt x="0" y="21020"/>
                  </a:lnTo>
                  <a:lnTo>
                    <a:pt x="956" y="21020"/>
                  </a:lnTo>
                  <a:lnTo>
                    <a:pt x="1433" y="21498"/>
                  </a:lnTo>
                  <a:lnTo>
                    <a:pt x="2389" y="22931"/>
                  </a:lnTo>
                  <a:lnTo>
                    <a:pt x="3344" y="24842"/>
                  </a:lnTo>
                  <a:lnTo>
                    <a:pt x="3344" y="248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" name="Freeform 1947">
              <a:extLst>
                <a:ext uri="{FF2B5EF4-FFF2-40B4-BE49-F238E27FC236}">
                  <a16:creationId xmlns:a16="http://schemas.microsoft.com/office/drawing/2014/main" id="{BB4F80E5-3BC3-B2DD-7A1D-18837AC91AC3}"/>
                </a:ext>
              </a:extLst>
            </p:cNvPr>
            <p:cNvSpPr/>
            <p:nvPr/>
          </p:nvSpPr>
          <p:spPr>
            <a:xfrm>
              <a:off x="6249350" y="3818133"/>
              <a:ext cx="6210" cy="1911"/>
            </a:xfrm>
            <a:custGeom>
              <a:avLst/>
              <a:gdLst>
                <a:gd name="csX0" fmla="*/ 6211 w 6210"/>
                <a:gd name="csY0" fmla="*/ 1911 h 1911"/>
                <a:gd name="csX1" fmla="*/ 4300 w 6210"/>
                <a:gd name="csY1" fmla="*/ 956 h 1911"/>
                <a:gd name="csX2" fmla="*/ 956 w 6210"/>
                <a:gd name="csY2" fmla="*/ 478 h 1911"/>
                <a:gd name="csX3" fmla="*/ 0 w 6210"/>
                <a:gd name="csY3" fmla="*/ 0 h 1911"/>
                <a:gd name="csX4" fmla="*/ 956 w 6210"/>
                <a:gd name="csY4" fmla="*/ 478 h 1911"/>
                <a:gd name="csX5" fmla="*/ 4300 w 6210"/>
                <a:gd name="csY5" fmla="*/ 478 h 1911"/>
                <a:gd name="csX6" fmla="*/ 6211 w 6210"/>
                <a:gd name="csY6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1911">
                  <a:moveTo>
                    <a:pt x="6211" y="1911"/>
                  </a:moveTo>
                  <a:lnTo>
                    <a:pt x="4300" y="956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4300" y="478"/>
                  </a:lnTo>
                  <a:lnTo>
                    <a:pt x="62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" name="Freeform 1948">
              <a:extLst>
                <a:ext uri="{FF2B5EF4-FFF2-40B4-BE49-F238E27FC236}">
                  <a16:creationId xmlns:a16="http://schemas.microsoft.com/office/drawing/2014/main" id="{2076BA8D-9793-CEBD-3F18-5A61F6211123}"/>
                </a:ext>
              </a:extLst>
            </p:cNvPr>
            <p:cNvSpPr/>
            <p:nvPr/>
          </p:nvSpPr>
          <p:spPr>
            <a:xfrm>
              <a:off x="6244095" y="2163756"/>
              <a:ext cx="11465" cy="12420"/>
            </a:xfrm>
            <a:custGeom>
              <a:avLst/>
              <a:gdLst>
                <a:gd name="csX0" fmla="*/ 6688 w 11465"/>
                <a:gd name="csY0" fmla="*/ 955 h 12420"/>
                <a:gd name="csX1" fmla="*/ 11466 w 11465"/>
                <a:gd name="csY1" fmla="*/ 6210 h 12420"/>
                <a:gd name="csX2" fmla="*/ 7166 w 11465"/>
                <a:gd name="csY2" fmla="*/ 12421 h 12420"/>
                <a:gd name="csX3" fmla="*/ 0 w 11465"/>
                <a:gd name="csY3" fmla="*/ 7644 h 12420"/>
                <a:gd name="csX4" fmla="*/ 478 w 11465"/>
                <a:gd name="csY4" fmla="*/ 2866 h 12420"/>
                <a:gd name="csX5" fmla="*/ 2389 w 11465"/>
                <a:gd name="csY5" fmla="*/ 0 h 12420"/>
                <a:gd name="csX6" fmla="*/ 6688 w 11465"/>
                <a:gd name="csY6" fmla="*/ 955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65" h="12420">
                  <a:moveTo>
                    <a:pt x="6688" y="955"/>
                  </a:moveTo>
                  <a:lnTo>
                    <a:pt x="11466" y="6210"/>
                  </a:lnTo>
                  <a:lnTo>
                    <a:pt x="7166" y="12421"/>
                  </a:lnTo>
                  <a:lnTo>
                    <a:pt x="0" y="7644"/>
                  </a:lnTo>
                  <a:lnTo>
                    <a:pt x="478" y="2866"/>
                  </a:lnTo>
                  <a:lnTo>
                    <a:pt x="2389" y="0"/>
                  </a:lnTo>
                  <a:lnTo>
                    <a:pt x="6688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" name="Freeform 1949">
              <a:extLst>
                <a:ext uri="{FF2B5EF4-FFF2-40B4-BE49-F238E27FC236}">
                  <a16:creationId xmlns:a16="http://schemas.microsoft.com/office/drawing/2014/main" id="{F3EE2440-E6B1-73FF-7653-D42EEA583D5C}"/>
                </a:ext>
              </a:extLst>
            </p:cNvPr>
            <p:cNvSpPr/>
            <p:nvPr/>
          </p:nvSpPr>
          <p:spPr>
            <a:xfrm>
              <a:off x="6251261" y="3384355"/>
              <a:ext cx="3344" cy="3821"/>
            </a:xfrm>
            <a:custGeom>
              <a:avLst/>
              <a:gdLst>
                <a:gd name="csX0" fmla="*/ 3344 w 3344"/>
                <a:gd name="csY0" fmla="*/ 478 h 3821"/>
                <a:gd name="csX1" fmla="*/ 3344 w 3344"/>
                <a:gd name="csY1" fmla="*/ 478 h 3821"/>
                <a:gd name="csX2" fmla="*/ 1911 w 3344"/>
                <a:gd name="csY2" fmla="*/ 1911 h 3821"/>
                <a:gd name="csX3" fmla="*/ 1433 w 3344"/>
                <a:gd name="csY3" fmla="*/ 2866 h 3821"/>
                <a:gd name="csX4" fmla="*/ 956 w 3344"/>
                <a:gd name="csY4" fmla="*/ 3822 h 3821"/>
                <a:gd name="csX5" fmla="*/ 0 w 3344"/>
                <a:gd name="csY5" fmla="*/ 2389 h 3821"/>
                <a:gd name="csX6" fmla="*/ 478 w 3344"/>
                <a:gd name="csY6" fmla="*/ 1911 h 3821"/>
                <a:gd name="csX7" fmla="*/ 956 w 3344"/>
                <a:gd name="csY7" fmla="*/ 478 h 3821"/>
                <a:gd name="csX8" fmla="*/ 1911 w 3344"/>
                <a:gd name="csY8" fmla="*/ 0 h 3821"/>
                <a:gd name="csX9" fmla="*/ 3344 w 3344"/>
                <a:gd name="csY9" fmla="*/ 478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821">
                  <a:moveTo>
                    <a:pt x="3344" y="478"/>
                  </a:moveTo>
                  <a:lnTo>
                    <a:pt x="3344" y="478"/>
                  </a:lnTo>
                  <a:lnTo>
                    <a:pt x="1911" y="1911"/>
                  </a:lnTo>
                  <a:lnTo>
                    <a:pt x="1433" y="2866"/>
                  </a:lnTo>
                  <a:lnTo>
                    <a:pt x="956" y="3822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" name="Freeform 1950">
              <a:extLst>
                <a:ext uri="{FF2B5EF4-FFF2-40B4-BE49-F238E27FC236}">
                  <a16:creationId xmlns:a16="http://schemas.microsoft.com/office/drawing/2014/main" id="{2A0D60AF-4E1F-3743-D570-D51C4418BA27}"/>
                </a:ext>
              </a:extLst>
            </p:cNvPr>
            <p:cNvSpPr/>
            <p:nvPr/>
          </p:nvSpPr>
          <p:spPr>
            <a:xfrm>
              <a:off x="6252694" y="4663237"/>
              <a:ext cx="477" cy="8599"/>
            </a:xfrm>
            <a:custGeom>
              <a:avLst/>
              <a:gdLst>
                <a:gd name="csX0" fmla="*/ 478 w 477"/>
                <a:gd name="csY0" fmla="*/ 0 h 8599"/>
                <a:gd name="csX1" fmla="*/ 0 w 477"/>
                <a:gd name="csY1" fmla="*/ 4777 h 8599"/>
                <a:gd name="csX2" fmla="*/ 0 w 477"/>
                <a:gd name="csY2" fmla="*/ 8599 h 8599"/>
                <a:gd name="csX3" fmla="*/ 0 w 477"/>
                <a:gd name="csY3" fmla="*/ 4777 h 8599"/>
                <a:gd name="csX4" fmla="*/ 478 w 477"/>
                <a:gd name="csY4" fmla="*/ 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8599">
                  <a:moveTo>
                    <a:pt x="478" y="0"/>
                  </a:moveTo>
                  <a:lnTo>
                    <a:pt x="0" y="4777"/>
                  </a:lnTo>
                  <a:lnTo>
                    <a:pt x="0" y="8599"/>
                  </a:lnTo>
                  <a:lnTo>
                    <a:pt x="0" y="4777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" name="Freeform 1951">
              <a:extLst>
                <a:ext uri="{FF2B5EF4-FFF2-40B4-BE49-F238E27FC236}">
                  <a16:creationId xmlns:a16="http://schemas.microsoft.com/office/drawing/2014/main" id="{491FBF50-9D8F-7EF1-AB95-487CAC9398C5}"/>
                </a:ext>
              </a:extLst>
            </p:cNvPr>
            <p:cNvSpPr/>
            <p:nvPr/>
          </p:nvSpPr>
          <p:spPr>
            <a:xfrm>
              <a:off x="6104598" y="4668014"/>
              <a:ext cx="148574" cy="157173"/>
            </a:xfrm>
            <a:custGeom>
              <a:avLst/>
              <a:gdLst>
                <a:gd name="csX0" fmla="*/ 148096 w 148574"/>
                <a:gd name="csY0" fmla="*/ 3822 h 157173"/>
                <a:gd name="csX1" fmla="*/ 148574 w 148574"/>
                <a:gd name="csY1" fmla="*/ 6688 h 157173"/>
                <a:gd name="csX2" fmla="*/ 147141 w 148574"/>
                <a:gd name="csY2" fmla="*/ 10510 h 157173"/>
                <a:gd name="csX3" fmla="*/ 145707 w 148574"/>
                <a:gd name="csY3" fmla="*/ 13854 h 157173"/>
                <a:gd name="csX4" fmla="*/ 142841 w 148574"/>
                <a:gd name="csY4" fmla="*/ 18632 h 157173"/>
                <a:gd name="csX5" fmla="*/ 140453 w 148574"/>
                <a:gd name="csY5" fmla="*/ 22931 h 157173"/>
                <a:gd name="csX6" fmla="*/ 137586 w 148574"/>
                <a:gd name="csY6" fmla="*/ 30097 h 157173"/>
                <a:gd name="csX7" fmla="*/ 137586 w 148574"/>
                <a:gd name="csY7" fmla="*/ 35352 h 157173"/>
                <a:gd name="csX8" fmla="*/ 137108 w 148574"/>
                <a:gd name="csY8" fmla="*/ 38696 h 157173"/>
                <a:gd name="csX9" fmla="*/ 136153 w 148574"/>
                <a:gd name="csY9" fmla="*/ 41085 h 157173"/>
                <a:gd name="csX10" fmla="*/ 134242 w 148574"/>
                <a:gd name="csY10" fmla="*/ 46340 h 157173"/>
                <a:gd name="csX11" fmla="*/ 133764 w 148574"/>
                <a:gd name="csY11" fmla="*/ 51117 h 157173"/>
                <a:gd name="csX12" fmla="*/ 134720 w 148574"/>
                <a:gd name="csY12" fmla="*/ 56850 h 157173"/>
                <a:gd name="csX13" fmla="*/ 133764 w 148574"/>
                <a:gd name="csY13" fmla="*/ 62582 h 157173"/>
                <a:gd name="csX14" fmla="*/ 131376 w 148574"/>
                <a:gd name="csY14" fmla="*/ 67360 h 157173"/>
                <a:gd name="csX15" fmla="*/ 130420 w 148574"/>
                <a:gd name="csY15" fmla="*/ 71659 h 157173"/>
                <a:gd name="csX16" fmla="*/ 131376 w 148574"/>
                <a:gd name="csY16" fmla="*/ 76437 h 157173"/>
                <a:gd name="csX17" fmla="*/ 127076 w 148574"/>
                <a:gd name="csY17" fmla="*/ 80736 h 157173"/>
                <a:gd name="csX18" fmla="*/ 121821 w 148574"/>
                <a:gd name="csY18" fmla="*/ 84558 h 157173"/>
                <a:gd name="csX19" fmla="*/ 118477 w 148574"/>
                <a:gd name="csY19" fmla="*/ 85991 h 157173"/>
                <a:gd name="csX20" fmla="*/ 115611 w 148574"/>
                <a:gd name="csY20" fmla="*/ 86947 h 157173"/>
                <a:gd name="csX21" fmla="*/ 113700 w 148574"/>
                <a:gd name="csY21" fmla="*/ 88858 h 157173"/>
                <a:gd name="csX22" fmla="*/ 113222 w 148574"/>
                <a:gd name="csY22" fmla="*/ 89335 h 157173"/>
                <a:gd name="csX23" fmla="*/ 111789 w 148574"/>
                <a:gd name="csY23" fmla="*/ 91246 h 157173"/>
                <a:gd name="csX24" fmla="*/ 108922 w 148574"/>
                <a:gd name="csY24" fmla="*/ 97457 h 157173"/>
                <a:gd name="csX25" fmla="*/ 107012 w 148574"/>
                <a:gd name="csY25" fmla="*/ 99846 h 157173"/>
                <a:gd name="csX26" fmla="*/ 105100 w 148574"/>
                <a:gd name="csY26" fmla="*/ 102234 h 157173"/>
                <a:gd name="csX27" fmla="*/ 101756 w 148574"/>
                <a:gd name="csY27" fmla="*/ 104623 h 157173"/>
                <a:gd name="csX28" fmla="*/ 100801 w 148574"/>
                <a:gd name="csY28" fmla="*/ 106056 h 157173"/>
                <a:gd name="csX29" fmla="*/ 100323 w 148574"/>
                <a:gd name="csY29" fmla="*/ 107967 h 157173"/>
                <a:gd name="csX30" fmla="*/ 100323 w 148574"/>
                <a:gd name="csY30" fmla="*/ 111311 h 157173"/>
                <a:gd name="csX31" fmla="*/ 100801 w 148574"/>
                <a:gd name="csY31" fmla="*/ 121343 h 157173"/>
                <a:gd name="csX32" fmla="*/ 100323 w 148574"/>
                <a:gd name="csY32" fmla="*/ 124210 h 157173"/>
                <a:gd name="csX33" fmla="*/ 99368 w 148574"/>
                <a:gd name="csY33" fmla="*/ 128987 h 157173"/>
                <a:gd name="csX34" fmla="*/ 96024 w 148574"/>
                <a:gd name="csY34" fmla="*/ 134720 h 157173"/>
                <a:gd name="csX35" fmla="*/ 94113 w 148574"/>
                <a:gd name="csY35" fmla="*/ 137586 h 157173"/>
                <a:gd name="csX36" fmla="*/ 91724 w 148574"/>
                <a:gd name="csY36" fmla="*/ 138542 h 157173"/>
                <a:gd name="csX37" fmla="*/ 88380 w 148574"/>
                <a:gd name="csY37" fmla="*/ 139497 h 157173"/>
                <a:gd name="csX38" fmla="*/ 86947 w 148574"/>
                <a:gd name="csY38" fmla="*/ 140453 h 157173"/>
                <a:gd name="csX39" fmla="*/ 85991 w 148574"/>
                <a:gd name="csY39" fmla="*/ 141886 h 157173"/>
                <a:gd name="csX40" fmla="*/ 84558 w 148574"/>
                <a:gd name="csY40" fmla="*/ 143319 h 157173"/>
                <a:gd name="csX41" fmla="*/ 82170 w 148574"/>
                <a:gd name="csY41" fmla="*/ 144274 h 157173"/>
                <a:gd name="csX42" fmla="*/ 78825 w 148574"/>
                <a:gd name="csY42" fmla="*/ 147141 h 157173"/>
                <a:gd name="csX43" fmla="*/ 75004 w 148574"/>
                <a:gd name="csY43" fmla="*/ 151440 h 157173"/>
                <a:gd name="csX44" fmla="*/ 72137 w 148574"/>
                <a:gd name="csY44" fmla="*/ 154307 h 157173"/>
                <a:gd name="csX45" fmla="*/ 70704 w 148574"/>
                <a:gd name="csY45" fmla="*/ 154784 h 157173"/>
                <a:gd name="csX46" fmla="*/ 69271 w 148574"/>
                <a:gd name="csY46" fmla="*/ 154784 h 157173"/>
                <a:gd name="csX47" fmla="*/ 67838 w 148574"/>
                <a:gd name="csY47" fmla="*/ 154307 h 157173"/>
                <a:gd name="csX48" fmla="*/ 66405 w 148574"/>
                <a:gd name="csY48" fmla="*/ 154307 h 157173"/>
                <a:gd name="csX49" fmla="*/ 65927 w 148574"/>
                <a:gd name="csY49" fmla="*/ 154784 h 157173"/>
                <a:gd name="csX50" fmla="*/ 65449 w 148574"/>
                <a:gd name="csY50" fmla="*/ 154307 h 157173"/>
                <a:gd name="csX51" fmla="*/ 64971 w 148574"/>
                <a:gd name="csY51" fmla="*/ 153829 h 157173"/>
                <a:gd name="csX52" fmla="*/ 64971 w 148574"/>
                <a:gd name="csY52" fmla="*/ 152873 h 157173"/>
                <a:gd name="csX53" fmla="*/ 64971 w 148574"/>
                <a:gd name="csY53" fmla="*/ 151440 h 157173"/>
                <a:gd name="csX54" fmla="*/ 64016 w 148574"/>
                <a:gd name="csY54" fmla="*/ 149529 h 157173"/>
                <a:gd name="csX55" fmla="*/ 64971 w 148574"/>
                <a:gd name="csY55" fmla="*/ 148096 h 157173"/>
                <a:gd name="csX56" fmla="*/ 65449 w 148574"/>
                <a:gd name="csY56" fmla="*/ 147141 h 157173"/>
                <a:gd name="csX57" fmla="*/ 65449 w 148574"/>
                <a:gd name="csY57" fmla="*/ 146663 h 157173"/>
                <a:gd name="csX58" fmla="*/ 64971 w 148574"/>
                <a:gd name="csY58" fmla="*/ 145707 h 157173"/>
                <a:gd name="csX59" fmla="*/ 64016 w 148574"/>
                <a:gd name="csY59" fmla="*/ 144274 h 157173"/>
                <a:gd name="csX60" fmla="*/ 63060 w 148574"/>
                <a:gd name="csY60" fmla="*/ 144274 h 157173"/>
                <a:gd name="csX61" fmla="*/ 61149 w 148574"/>
                <a:gd name="csY61" fmla="*/ 145230 h 157173"/>
                <a:gd name="csX62" fmla="*/ 59239 w 148574"/>
                <a:gd name="csY62" fmla="*/ 146185 h 157173"/>
                <a:gd name="csX63" fmla="*/ 57805 w 148574"/>
                <a:gd name="csY63" fmla="*/ 146663 h 157173"/>
                <a:gd name="csX64" fmla="*/ 56372 w 148574"/>
                <a:gd name="csY64" fmla="*/ 147141 h 157173"/>
                <a:gd name="csX65" fmla="*/ 55417 w 148574"/>
                <a:gd name="csY65" fmla="*/ 147619 h 157173"/>
                <a:gd name="csX66" fmla="*/ 54461 w 148574"/>
                <a:gd name="csY66" fmla="*/ 147619 h 157173"/>
                <a:gd name="csX67" fmla="*/ 53983 w 148574"/>
                <a:gd name="csY67" fmla="*/ 147141 h 157173"/>
                <a:gd name="csX68" fmla="*/ 52550 w 148574"/>
                <a:gd name="csY68" fmla="*/ 146663 h 157173"/>
                <a:gd name="csX69" fmla="*/ 51595 w 148574"/>
                <a:gd name="csY69" fmla="*/ 147141 h 157173"/>
                <a:gd name="csX70" fmla="*/ 51117 w 148574"/>
                <a:gd name="csY70" fmla="*/ 147141 h 157173"/>
                <a:gd name="csX71" fmla="*/ 51117 w 148574"/>
                <a:gd name="csY71" fmla="*/ 148574 h 157173"/>
                <a:gd name="csX72" fmla="*/ 50639 w 148574"/>
                <a:gd name="csY72" fmla="*/ 150007 h 157173"/>
                <a:gd name="csX73" fmla="*/ 50639 w 148574"/>
                <a:gd name="csY73" fmla="*/ 151440 h 157173"/>
                <a:gd name="csX74" fmla="*/ 50162 w 148574"/>
                <a:gd name="csY74" fmla="*/ 151918 h 157173"/>
                <a:gd name="csX75" fmla="*/ 47773 w 148574"/>
                <a:gd name="csY75" fmla="*/ 152396 h 157173"/>
                <a:gd name="csX76" fmla="*/ 46340 w 148574"/>
                <a:gd name="csY76" fmla="*/ 153351 h 157173"/>
                <a:gd name="csX77" fmla="*/ 45384 w 148574"/>
                <a:gd name="csY77" fmla="*/ 154307 h 157173"/>
                <a:gd name="csX78" fmla="*/ 44429 w 148574"/>
                <a:gd name="csY78" fmla="*/ 153829 h 157173"/>
                <a:gd name="csX79" fmla="*/ 42996 w 148574"/>
                <a:gd name="csY79" fmla="*/ 152873 h 157173"/>
                <a:gd name="csX80" fmla="*/ 41085 w 148574"/>
                <a:gd name="csY80" fmla="*/ 151440 h 157173"/>
                <a:gd name="csX81" fmla="*/ 40607 w 148574"/>
                <a:gd name="csY81" fmla="*/ 150962 h 157173"/>
                <a:gd name="csX82" fmla="*/ 40129 w 148574"/>
                <a:gd name="csY82" fmla="*/ 150007 h 157173"/>
                <a:gd name="csX83" fmla="*/ 39651 w 148574"/>
                <a:gd name="csY83" fmla="*/ 150007 h 157173"/>
                <a:gd name="csX84" fmla="*/ 38696 w 148574"/>
                <a:gd name="csY84" fmla="*/ 150007 h 157173"/>
                <a:gd name="csX85" fmla="*/ 38218 w 148574"/>
                <a:gd name="csY85" fmla="*/ 150485 h 157173"/>
                <a:gd name="csX86" fmla="*/ 38218 w 148574"/>
                <a:gd name="csY86" fmla="*/ 150485 h 157173"/>
                <a:gd name="csX87" fmla="*/ 37741 w 148574"/>
                <a:gd name="csY87" fmla="*/ 150007 h 157173"/>
                <a:gd name="csX88" fmla="*/ 36308 w 148574"/>
                <a:gd name="csY88" fmla="*/ 149052 h 157173"/>
                <a:gd name="csX89" fmla="*/ 34397 w 148574"/>
                <a:gd name="csY89" fmla="*/ 147141 h 157173"/>
                <a:gd name="csX90" fmla="*/ 33919 w 148574"/>
                <a:gd name="csY90" fmla="*/ 146663 h 157173"/>
                <a:gd name="csX91" fmla="*/ 32963 w 148574"/>
                <a:gd name="csY91" fmla="*/ 146663 h 157173"/>
                <a:gd name="csX92" fmla="*/ 31530 w 148574"/>
                <a:gd name="csY92" fmla="*/ 147619 h 157173"/>
                <a:gd name="csX93" fmla="*/ 30097 w 148574"/>
                <a:gd name="csY93" fmla="*/ 148574 h 157173"/>
                <a:gd name="csX94" fmla="*/ 27231 w 148574"/>
                <a:gd name="csY94" fmla="*/ 149529 h 157173"/>
                <a:gd name="csX95" fmla="*/ 24842 w 148574"/>
                <a:gd name="csY95" fmla="*/ 150007 h 157173"/>
                <a:gd name="csX96" fmla="*/ 24842 w 148574"/>
                <a:gd name="csY96" fmla="*/ 150007 h 157173"/>
                <a:gd name="csX97" fmla="*/ 24364 w 148574"/>
                <a:gd name="csY97" fmla="*/ 150962 h 157173"/>
                <a:gd name="csX98" fmla="*/ 23886 w 148574"/>
                <a:gd name="csY98" fmla="*/ 151918 h 157173"/>
                <a:gd name="csX99" fmla="*/ 23409 w 148574"/>
                <a:gd name="csY99" fmla="*/ 152873 h 157173"/>
                <a:gd name="csX100" fmla="*/ 21020 w 148574"/>
                <a:gd name="csY100" fmla="*/ 152873 h 157173"/>
                <a:gd name="csX101" fmla="*/ 20542 w 148574"/>
                <a:gd name="csY101" fmla="*/ 154307 h 157173"/>
                <a:gd name="csX102" fmla="*/ 18632 w 148574"/>
                <a:gd name="csY102" fmla="*/ 156218 h 157173"/>
                <a:gd name="csX103" fmla="*/ 17676 w 148574"/>
                <a:gd name="csY103" fmla="*/ 157173 h 157173"/>
                <a:gd name="csX104" fmla="*/ 17198 w 148574"/>
                <a:gd name="csY104" fmla="*/ 156695 h 157173"/>
                <a:gd name="csX105" fmla="*/ 16243 w 148574"/>
                <a:gd name="csY105" fmla="*/ 156218 h 157173"/>
                <a:gd name="csX106" fmla="*/ 14810 w 148574"/>
                <a:gd name="csY106" fmla="*/ 154784 h 157173"/>
                <a:gd name="csX107" fmla="*/ 13376 w 148574"/>
                <a:gd name="csY107" fmla="*/ 152396 h 157173"/>
                <a:gd name="csX108" fmla="*/ 13376 w 148574"/>
                <a:gd name="csY108" fmla="*/ 151440 h 157173"/>
                <a:gd name="csX109" fmla="*/ 12899 w 148574"/>
                <a:gd name="csY109" fmla="*/ 150962 h 157173"/>
                <a:gd name="csX110" fmla="*/ 12899 w 148574"/>
                <a:gd name="csY110" fmla="*/ 149052 h 157173"/>
                <a:gd name="csX111" fmla="*/ 10510 w 148574"/>
                <a:gd name="csY111" fmla="*/ 146663 h 157173"/>
                <a:gd name="csX112" fmla="*/ 5255 w 148574"/>
                <a:gd name="csY112" fmla="*/ 142363 h 157173"/>
                <a:gd name="csX113" fmla="*/ 4300 w 148574"/>
                <a:gd name="csY113" fmla="*/ 141408 h 157173"/>
                <a:gd name="csX114" fmla="*/ 0 w 148574"/>
                <a:gd name="csY114" fmla="*/ 137586 h 157173"/>
                <a:gd name="csX115" fmla="*/ 956 w 148574"/>
                <a:gd name="csY115" fmla="*/ 134720 h 157173"/>
                <a:gd name="csX116" fmla="*/ 1911 w 148574"/>
                <a:gd name="csY116" fmla="*/ 133287 h 157173"/>
                <a:gd name="csX117" fmla="*/ 2867 w 148574"/>
                <a:gd name="csY117" fmla="*/ 132331 h 157173"/>
                <a:gd name="csX118" fmla="*/ 7166 w 148574"/>
                <a:gd name="csY118" fmla="*/ 130420 h 157173"/>
                <a:gd name="csX119" fmla="*/ 8121 w 148574"/>
                <a:gd name="csY119" fmla="*/ 130420 h 157173"/>
                <a:gd name="csX120" fmla="*/ 10988 w 148574"/>
                <a:gd name="csY120" fmla="*/ 133287 h 157173"/>
                <a:gd name="csX121" fmla="*/ 11943 w 148574"/>
                <a:gd name="csY121" fmla="*/ 133287 h 157173"/>
                <a:gd name="csX122" fmla="*/ 12899 w 148574"/>
                <a:gd name="csY122" fmla="*/ 133287 h 157173"/>
                <a:gd name="csX123" fmla="*/ 14332 w 148574"/>
                <a:gd name="csY123" fmla="*/ 133287 h 157173"/>
                <a:gd name="csX124" fmla="*/ 14810 w 148574"/>
                <a:gd name="csY124" fmla="*/ 132809 h 157173"/>
                <a:gd name="csX125" fmla="*/ 14810 w 148574"/>
                <a:gd name="csY125" fmla="*/ 131853 h 157173"/>
                <a:gd name="csX126" fmla="*/ 13854 w 148574"/>
                <a:gd name="csY126" fmla="*/ 131376 h 157173"/>
                <a:gd name="csX127" fmla="*/ 13854 w 148574"/>
                <a:gd name="csY127" fmla="*/ 130420 h 157173"/>
                <a:gd name="csX128" fmla="*/ 14332 w 148574"/>
                <a:gd name="csY128" fmla="*/ 129465 h 157173"/>
                <a:gd name="csX129" fmla="*/ 14810 w 148574"/>
                <a:gd name="csY129" fmla="*/ 128509 h 157173"/>
                <a:gd name="csX130" fmla="*/ 15765 w 148574"/>
                <a:gd name="csY130" fmla="*/ 127076 h 157173"/>
                <a:gd name="csX131" fmla="*/ 15765 w 148574"/>
                <a:gd name="csY131" fmla="*/ 126598 h 157173"/>
                <a:gd name="csX132" fmla="*/ 14810 w 148574"/>
                <a:gd name="csY132" fmla="*/ 126121 h 157173"/>
                <a:gd name="csX133" fmla="*/ 12899 w 148574"/>
                <a:gd name="csY133" fmla="*/ 125165 h 157173"/>
                <a:gd name="csX134" fmla="*/ 11466 w 148574"/>
                <a:gd name="csY134" fmla="*/ 124210 h 157173"/>
                <a:gd name="csX135" fmla="*/ 10988 w 148574"/>
                <a:gd name="csY135" fmla="*/ 123254 h 157173"/>
                <a:gd name="csX136" fmla="*/ 11466 w 148574"/>
                <a:gd name="csY136" fmla="*/ 121821 h 157173"/>
                <a:gd name="csX137" fmla="*/ 12421 w 148574"/>
                <a:gd name="csY137" fmla="*/ 120865 h 157173"/>
                <a:gd name="csX138" fmla="*/ 12421 w 148574"/>
                <a:gd name="csY138" fmla="*/ 120388 h 157173"/>
                <a:gd name="csX139" fmla="*/ 11466 w 148574"/>
                <a:gd name="csY139" fmla="*/ 119432 h 157173"/>
                <a:gd name="csX140" fmla="*/ 10510 w 148574"/>
                <a:gd name="csY140" fmla="*/ 118955 h 157173"/>
                <a:gd name="csX141" fmla="*/ 10032 w 148574"/>
                <a:gd name="csY141" fmla="*/ 117999 h 157173"/>
                <a:gd name="csX142" fmla="*/ 8121 w 148574"/>
                <a:gd name="csY142" fmla="*/ 117999 h 157173"/>
                <a:gd name="csX143" fmla="*/ 8121 w 148574"/>
                <a:gd name="csY143" fmla="*/ 116566 h 157173"/>
                <a:gd name="csX144" fmla="*/ 9077 w 148574"/>
                <a:gd name="csY144" fmla="*/ 114655 h 157173"/>
                <a:gd name="csX145" fmla="*/ 9077 w 148574"/>
                <a:gd name="csY145" fmla="*/ 113700 h 157173"/>
                <a:gd name="csX146" fmla="*/ 8599 w 148574"/>
                <a:gd name="csY146" fmla="*/ 109878 h 157173"/>
                <a:gd name="csX147" fmla="*/ 8599 w 148574"/>
                <a:gd name="csY147" fmla="*/ 109400 h 157173"/>
                <a:gd name="csX148" fmla="*/ 9077 w 148574"/>
                <a:gd name="csY148" fmla="*/ 108922 h 157173"/>
                <a:gd name="csX149" fmla="*/ 10510 w 148574"/>
                <a:gd name="csY149" fmla="*/ 109400 h 157173"/>
                <a:gd name="csX150" fmla="*/ 11466 w 148574"/>
                <a:gd name="csY150" fmla="*/ 109878 h 157173"/>
                <a:gd name="csX151" fmla="*/ 14810 w 148574"/>
                <a:gd name="csY151" fmla="*/ 108922 h 157173"/>
                <a:gd name="csX152" fmla="*/ 16243 w 148574"/>
                <a:gd name="csY152" fmla="*/ 108922 h 157173"/>
                <a:gd name="csX153" fmla="*/ 17198 w 148574"/>
                <a:gd name="csY153" fmla="*/ 109878 h 157173"/>
                <a:gd name="csX154" fmla="*/ 18154 w 148574"/>
                <a:gd name="csY154" fmla="*/ 110355 h 157173"/>
                <a:gd name="csX155" fmla="*/ 25798 w 148574"/>
                <a:gd name="csY155" fmla="*/ 108922 h 157173"/>
                <a:gd name="csX156" fmla="*/ 26275 w 148574"/>
                <a:gd name="csY156" fmla="*/ 107012 h 157173"/>
                <a:gd name="csX157" fmla="*/ 26753 w 148574"/>
                <a:gd name="csY157" fmla="*/ 105578 h 157173"/>
                <a:gd name="csX158" fmla="*/ 26753 w 148574"/>
                <a:gd name="csY158" fmla="*/ 104623 h 157173"/>
                <a:gd name="csX159" fmla="*/ 26275 w 148574"/>
                <a:gd name="csY159" fmla="*/ 104145 h 157173"/>
                <a:gd name="csX160" fmla="*/ 25798 w 148574"/>
                <a:gd name="csY160" fmla="*/ 103667 h 157173"/>
                <a:gd name="csX161" fmla="*/ 25798 w 148574"/>
                <a:gd name="csY161" fmla="*/ 102712 h 157173"/>
                <a:gd name="csX162" fmla="*/ 25798 w 148574"/>
                <a:gd name="csY162" fmla="*/ 101279 h 157173"/>
                <a:gd name="csX163" fmla="*/ 26275 w 148574"/>
                <a:gd name="csY163" fmla="*/ 100801 h 157173"/>
                <a:gd name="csX164" fmla="*/ 28664 w 148574"/>
                <a:gd name="csY164" fmla="*/ 99368 h 157173"/>
                <a:gd name="csX165" fmla="*/ 29619 w 148574"/>
                <a:gd name="csY165" fmla="*/ 99846 h 157173"/>
                <a:gd name="csX166" fmla="*/ 31052 w 148574"/>
                <a:gd name="csY166" fmla="*/ 100323 h 157173"/>
                <a:gd name="csX167" fmla="*/ 32963 w 148574"/>
                <a:gd name="csY167" fmla="*/ 101279 h 157173"/>
                <a:gd name="csX168" fmla="*/ 34397 w 148574"/>
                <a:gd name="csY168" fmla="*/ 103667 h 157173"/>
                <a:gd name="csX169" fmla="*/ 35352 w 148574"/>
                <a:gd name="csY169" fmla="*/ 106056 h 157173"/>
                <a:gd name="csX170" fmla="*/ 36785 w 148574"/>
                <a:gd name="csY170" fmla="*/ 108445 h 157173"/>
                <a:gd name="csX171" fmla="*/ 40129 w 148574"/>
                <a:gd name="csY171" fmla="*/ 109400 h 157173"/>
                <a:gd name="csX172" fmla="*/ 43951 w 148574"/>
                <a:gd name="csY172" fmla="*/ 109878 h 157173"/>
                <a:gd name="csX173" fmla="*/ 46340 w 148574"/>
                <a:gd name="csY173" fmla="*/ 109878 h 157173"/>
                <a:gd name="csX174" fmla="*/ 49206 w 148574"/>
                <a:gd name="csY174" fmla="*/ 107967 h 157173"/>
                <a:gd name="csX175" fmla="*/ 51117 w 148574"/>
                <a:gd name="csY175" fmla="*/ 106056 h 157173"/>
                <a:gd name="csX176" fmla="*/ 51595 w 148574"/>
                <a:gd name="csY176" fmla="*/ 105100 h 157173"/>
                <a:gd name="csX177" fmla="*/ 52550 w 148574"/>
                <a:gd name="csY177" fmla="*/ 105578 h 157173"/>
                <a:gd name="csX178" fmla="*/ 53506 w 148574"/>
                <a:gd name="csY178" fmla="*/ 107967 h 157173"/>
                <a:gd name="csX179" fmla="*/ 54461 w 148574"/>
                <a:gd name="csY179" fmla="*/ 108922 h 157173"/>
                <a:gd name="csX180" fmla="*/ 54461 w 148574"/>
                <a:gd name="csY180" fmla="*/ 109400 h 157173"/>
                <a:gd name="csX181" fmla="*/ 53983 w 148574"/>
                <a:gd name="csY181" fmla="*/ 110355 h 157173"/>
                <a:gd name="csX182" fmla="*/ 54461 w 148574"/>
                <a:gd name="csY182" fmla="*/ 111311 h 157173"/>
                <a:gd name="csX183" fmla="*/ 56850 w 148574"/>
                <a:gd name="csY183" fmla="*/ 111789 h 157173"/>
                <a:gd name="csX184" fmla="*/ 58283 w 148574"/>
                <a:gd name="csY184" fmla="*/ 111311 h 157173"/>
                <a:gd name="csX185" fmla="*/ 58761 w 148574"/>
                <a:gd name="csY185" fmla="*/ 111311 h 157173"/>
                <a:gd name="csX186" fmla="*/ 59239 w 148574"/>
                <a:gd name="csY186" fmla="*/ 110355 h 157173"/>
                <a:gd name="csX187" fmla="*/ 60672 w 148574"/>
                <a:gd name="csY187" fmla="*/ 108922 h 157173"/>
                <a:gd name="csX188" fmla="*/ 60672 w 148574"/>
                <a:gd name="csY188" fmla="*/ 107967 h 157173"/>
                <a:gd name="csX189" fmla="*/ 60194 w 148574"/>
                <a:gd name="csY189" fmla="*/ 107489 h 157173"/>
                <a:gd name="csX190" fmla="*/ 60194 w 148574"/>
                <a:gd name="csY190" fmla="*/ 106534 h 157173"/>
                <a:gd name="csX191" fmla="*/ 60672 w 148574"/>
                <a:gd name="csY191" fmla="*/ 106056 h 157173"/>
                <a:gd name="csX192" fmla="*/ 61627 w 148574"/>
                <a:gd name="csY192" fmla="*/ 104145 h 157173"/>
                <a:gd name="csX193" fmla="*/ 61627 w 148574"/>
                <a:gd name="csY193" fmla="*/ 102712 h 157173"/>
                <a:gd name="csX194" fmla="*/ 62583 w 148574"/>
                <a:gd name="csY194" fmla="*/ 101756 h 157173"/>
                <a:gd name="csX195" fmla="*/ 64016 w 148574"/>
                <a:gd name="csY195" fmla="*/ 101279 h 157173"/>
                <a:gd name="csX196" fmla="*/ 64493 w 148574"/>
                <a:gd name="csY196" fmla="*/ 100801 h 157173"/>
                <a:gd name="csX197" fmla="*/ 64971 w 148574"/>
                <a:gd name="csY197" fmla="*/ 97457 h 157173"/>
                <a:gd name="csX198" fmla="*/ 64971 w 148574"/>
                <a:gd name="csY198" fmla="*/ 96501 h 157173"/>
                <a:gd name="csX199" fmla="*/ 64971 w 148574"/>
                <a:gd name="csY199" fmla="*/ 95546 h 157173"/>
                <a:gd name="csX200" fmla="*/ 65449 w 148574"/>
                <a:gd name="csY200" fmla="*/ 94113 h 157173"/>
                <a:gd name="csX201" fmla="*/ 65927 w 148574"/>
                <a:gd name="csY201" fmla="*/ 92202 h 157173"/>
                <a:gd name="csX202" fmla="*/ 65449 w 148574"/>
                <a:gd name="csY202" fmla="*/ 88858 h 157173"/>
                <a:gd name="csX203" fmla="*/ 64971 w 148574"/>
                <a:gd name="csY203" fmla="*/ 86469 h 157173"/>
                <a:gd name="csX204" fmla="*/ 64971 w 148574"/>
                <a:gd name="csY204" fmla="*/ 84080 h 157173"/>
                <a:gd name="csX205" fmla="*/ 65449 w 148574"/>
                <a:gd name="csY205" fmla="*/ 80736 h 157173"/>
                <a:gd name="csX206" fmla="*/ 66405 w 148574"/>
                <a:gd name="csY206" fmla="*/ 77870 h 157173"/>
                <a:gd name="csX207" fmla="*/ 66405 w 148574"/>
                <a:gd name="csY207" fmla="*/ 76914 h 157173"/>
                <a:gd name="csX208" fmla="*/ 64971 w 148574"/>
                <a:gd name="csY208" fmla="*/ 75959 h 157173"/>
                <a:gd name="csX209" fmla="*/ 64016 w 148574"/>
                <a:gd name="csY209" fmla="*/ 75004 h 157173"/>
                <a:gd name="csX210" fmla="*/ 60672 w 148574"/>
                <a:gd name="csY210" fmla="*/ 74048 h 157173"/>
                <a:gd name="csX211" fmla="*/ 59716 w 148574"/>
                <a:gd name="csY211" fmla="*/ 73093 h 157173"/>
                <a:gd name="csX212" fmla="*/ 58761 w 148574"/>
                <a:gd name="csY212" fmla="*/ 71659 h 157173"/>
                <a:gd name="csX213" fmla="*/ 58283 w 148574"/>
                <a:gd name="csY213" fmla="*/ 71182 h 157173"/>
                <a:gd name="csX214" fmla="*/ 54939 w 148574"/>
                <a:gd name="csY214" fmla="*/ 71182 h 157173"/>
                <a:gd name="csX215" fmla="*/ 53983 w 148574"/>
                <a:gd name="csY215" fmla="*/ 70226 h 157173"/>
                <a:gd name="csX216" fmla="*/ 54461 w 148574"/>
                <a:gd name="csY216" fmla="*/ 68315 h 157173"/>
                <a:gd name="csX217" fmla="*/ 54461 w 148574"/>
                <a:gd name="csY217" fmla="*/ 64971 h 157173"/>
                <a:gd name="csX218" fmla="*/ 54461 w 148574"/>
                <a:gd name="csY218" fmla="*/ 63060 h 157173"/>
                <a:gd name="csX219" fmla="*/ 54939 w 148574"/>
                <a:gd name="csY219" fmla="*/ 61627 h 157173"/>
                <a:gd name="csX220" fmla="*/ 55894 w 148574"/>
                <a:gd name="csY220" fmla="*/ 60194 h 157173"/>
                <a:gd name="csX221" fmla="*/ 57328 w 148574"/>
                <a:gd name="csY221" fmla="*/ 58761 h 157173"/>
                <a:gd name="csX222" fmla="*/ 58283 w 148574"/>
                <a:gd name="csY222" fmla="*/ 57328 h 157173"/>
                <a:gd name="csX223" fmla="*/ 58283 w 148574"/>
                <a:gd name="csY223" fmla="*/ 56850 h 157173"/>
                <a:gd name="csX224" fmla="*/ 61149 w 148574"/>
                <a:gd name="csY224" fmla="*/ 56850 h 157173"/>
                <a:gd name="csX225" fmla="*/ 62583 w 148574"/>
                <a:gd name="csY225" fmla="*/ 55894 h 157173"/>
                <a:gd name="csX226" fmla="*/ 63060 w 148574"/>
                <a:gd name="csY226" fmla="*/ 55417 h 157173"/>
                <a:gd name="csX227" fmla="*/ 63538 w 148574"/>
                <a:gd name="csY227" fmla="*/ 54461 h 157173"/>
                <a:gd name="csX228" fmla="*/ 64493 w 148574"/>
                <a:gd name="csY228" fmla="*/ 53028 h 157173"/>
                <a:gd name="csX229" fmla="*/ 65449 w 148574"/>
                <a:gd name="csY229" fmla="*/ 52073 h 157173"/>
                <a:gd name="csX230" fmla="*/ 65449 w 148574"/>
                <a:gd name="csY230" fmla="*/ 51117 h 157173"/>
                <a:gd name="csX231" fmla="*/ 65449 w 148574"/>
                <a:gd name="csY231" fmla="*/ 50162 h 157173"/>
                <a:gd name="csX232" fmla="*/ 64493 w 148574"/>
                <a:gd name="csY232" fmla="*/ 48251 h 157173"/>
                <a:gd name="csX233" fmla="*/ 63538 w 148574"/>
                <a:gd name="csY233" fmla="*/ 46817 h 157173"/>
                <a:gd name="csX234" fmla="*/ 62583 w 148574"/>
                <a:gd name="csY234" fmla="*/ 46340 h 157173"/>
                <a:gd name="csX235" fmla="*/ 61627 w 148574"/>
                <a:gd name="csY235" fmla="*/ 42518 h 157173"/>
                <a:gd name="csX236" fmla="*/ 60194 w 148574"/>
                <a:gd name="csY236" fmla="*/ 42040 h 157173"/>
                <a:gd name="csX237" fmla="*/ 58283 w 148574"/>
                <a:gd name="csY237" fmla="*/ 41085 h 157173"/>
                <a:gd name="csX238" fmla="*/ 53983 w 148574"/>
                <a:gd name="csY238" fmla="*/ 41085 h 157173"/>
                <a:gd name="csX239" fmla="*/ 51117 w 148574"/>
                <a:gd name="csY239" fmla="*/ 41563 h 157173"/>
                <a:gd name="csX240" fmla="*/ 47295 w 148574"/>
                <a:gd name="csY240" fmla="*/ 42996 h 157173"/>
                <a:gd name="csX241" fmla="*/ 44429 w 148574"/>
                <a:gd name="csY241" fmla="*/ 43473 h 157173"/>
                <a:gd name="csX242" fmla="*/ 42518 w 148574"/>
                <a:gd name="csY242" fmla="*/ 43951 h 157173"/>
                <a:gd name="csX243" fmla="*/ 41085 w 148574"/>
                <a:gd name="csY243" fmla="*/ 43951 h 157173"/>
                <a:gd name="csX244" fmla="*/ 40607 w 148574"/>
                <a:gd name="csY244" fmla="*/ 43473 h 157173"/>
                <a:gd name="csX245" fmla="*/ 41563 w 148574"/>
                <a:gd name="csY245" fmla="*/ 42996 h 157173"/>
                <a:gd name="csX246" fmla="*/ 42040 w 148574"/>
                <a:gd name="csY246" fmla="*/ 42040 h 157173"/>
                <a:gd name="csX247" fmla="*/ 41563 w 148574"/>
                <a:gd name="csY247" fmla="*/ 40129 h 157173"/>
                <a:gd name="csX248" fmla="*/ 40607 w 148574"/>
                <a:gd name="csY248" fmla="*/ 38696 h 157173"/>
                <a:gd name="csX249" fmla="*/ 40129 w 148574"/>
                <a:gd name="csY249" fmla="*/ 36785 h 157173"/>
                <a:gd name="csX250" fmla="*/ 40607 w 148574"/>
                <a:gd name="csY250" fmla="*/ 34397 h 157173"/>
                <a:gd name="csX251" fmla="*/ 41085 w 148574"/>
                <a:gd name="csY251" fmla="*/ 32008 h 157173"/>
                <a:gd name="csX252" fmla="*/ 42518 w 148574"/>
                <a:gd name="csY252" fmla="*/ 28664 h 157173"/>
                <a:gd name="csX253" fmla="*/ 42996 w 148574"/>
                <a:gd name="csY253" fmla="*/ 27708 h 157173"/>
                <a:gd name="csX254" fmla="*/ 47295 w 148574"/>
                <a:gd name="csY254" fmla="*/ 27708 h 157173"/>
                <a:gd name="csX255" fmla="*/ 52073 w 148574"/>
                <a:gd name="csY255" fmla="*/ 27708 h 157173"/>
                <a:gd name="csX256" fmla="*/ 57328 w 148574"/>
                <a:gd name="csY256" fmla="*/ 27708 h 157173"/>
                <a:gd name="csX257" fmla="*/ 62583 w 148574"/>
                <a:gd name="csY257" fmla="*/ 27708 h 157173"/>
                <a:gd name="csX258" fmla="*/ 66405 w 148574"/>
                <a:gd name="csY258" fmla="*/ 27708 h 157173"/>
                <a:gd name="csX259" fmla="*/ 68315 w 148574"/>
                <a:gd name="csY259" fmla="*/ 26753 h 157173"/>
                <a:gd name="csX260" fmla="*/ 70226 w 148574"/>
                <a:gd name="csY260" fmla="*/ 28186 h 157173"/>
                <a:gd name="csX261" fmla="*/ 70704 w 148574"/>
                <a:gd name="csY261" fmla="*/ 28186 h 157173"/>
                <a:gd name="csX262" fmla="*/ 71182 w 148574"/>
                <a:gd name="csY262" fmla="*/ 28186 h 157173"/>
                <a:gd name="csX263" fmla="*/ 72137 w 148574"/>
                <a:gd name="csY263" fmla="*/ 29141 h 157173"/>
                <a:gd name="csX264" fmla="*/ 74048 w 148574"/>
                <a:gd name="csY264" fmla="*/ 29141 h 157173"/>
                <a:gd name="csX265" fmla="*/ 74526 w 148574"/>
                <a:gd name="csY265" fmla="*/ 29141 h 157173"/>
                <a:gd name="csX266" fmla="*/ 74526 w 148574"/>
                <a:gd name="csY266" fmla="*/ 30097 h 157173"/>
                <a:gd name="csX267" fmla="*/ 76915 w 148574"/>
                <a:gd name="csY267" fmla="*/ 30097 h 157173"/>
                <a:gd name="csX268" fmla="*/ 77870 w 148574"/>
                <a:gd name="csY268" fmla="*/ 30575 h 157173"/>
                <a:gd name="csX269" fmla="*/ 78348 w 148574"/>
                <a:gd name="csY269" fmla="*/ 30575 h 157173"/>
                <a:gd name="csX270" fmla="*/ 79781 w 148574"/>
                <a:gd name="csY270" fmla="*/ 29619 h 157173"/>
                <a:gd name="csX271" fmla="*/ 80736 w 148574"/>
                <a:gd name="csY271" fmla="*/ 30097 h 157173"/>
                <a:gd name="csX272" fmla="*/ 82170 w 148574"/>
                <a:gd name="csY272" fmla="*/ 30575 h 157173"/>
                <a:gd name="csX273" fmla="*/ 83125 w 148574"/>
                <a:gd name="csY273" fmla="*/ 31530 h 157173"/>
                <a:gd name="csX274" fmla="*/ 85036 w 148574"/>
                <a:gd name="csY274" fmla="*/ 31052 h 157173"/>
                <a:gd name="csX275" fmla="*/ 88380 w 148574"/>
                <a:gd name="csY275" fmla="*/ 31530 h 157173"/>
                <a:gd name="csX276" fmla="*/ 91246 w 148574"/>
                <a:gd name="csY276" fmla="*/ 32008 h 157173"/>
                <a:gd name="csX277" fmla="*/ 94113 w 148574"/>
                <a:gd name="csY277" fmla="*/ 33919 h 157173"/>
                <a:gd name="csX278" fmla="*/ 96024 w 148574"/>
                <a:gd name="csY278" fmla="*/ 34874 h 157173"/>
                <a:gd name="csX279" fmla="*/ 97457 w 148574"/>
                <a:gd name="csY279" fmla="*/ 36307 h 157173"/>
                <a:gd name="csX280" fmla="*/ 98412 w 148574"/>
                <a:gd name="csY280" fmla="*/ 35830 h 157173"/>
                <a:gd name="csX281" fmla="*/ 98890 w 148574"/>
                <a:gd name="csY281" fmla="*/ 35352 h 157173"/>
                <a:gd name="csX282" fmla="*/ 99368 w 148574"/>
                <a:gd name="csY282" fmla="*/ 35352 h 157173"/>
                <a:gd name="csX283" fmla="*/ 98890 w 148574"/>
                <a:gd name="csY283" fmla="*/ 33919 h 157173"/>
                <a:gd name="csX284" fmla="*/ 98412 w 148574"/>
                <a:gd name="csY284" fmla="*/ 32008 h 157173"/>
                <a:gd name="csX285" fmla="*/ 97935 w 148574"/>
                <a:gd name="csY285" fmla="*/ 30097 h 157173"/>
                <a:gd name="csX286" fmla="*/ 97935 w 148574"/>
                <a:gd name="csY286" fmla="*/ 28664 h 157173"/>
                <a:gd name="csX287" fmla="*/ 98890 w 148574"/>
                <a:gd name="csY287" fmla="*/ 27231 h 157173"/>
                <a:gd name="csX288" fmla="*/ 99846 w 148574"/>
                <a:gd name="csY288" fmla="*/ 26753 h 157173"/>
                <a:gd name="csX289" fmla="*/ 99846 w 148574"/>
                <a:gd name="csY289" fmla="*/ 25798 h 157173"/>
                <a:gd name="csX290" fmla="*/ 100323 w 148574"/>
                <a:gd name="csY290" fmla="*/ 25320 h 157173"/>
                <a:gd name="csX291" fmla="*/ 101279 w 148574"/>
                <a:gd name="csY291" fmla="*/ 22931 h 157173"/>
                <a:gd name="csX292" fmla="*/ 102712 w 148574"/>
                <a:gd name="csY292" fmla="*/ 20542 h 157173"/>
                <a:gd name="csX293" fmla="*/ 104145 w 148574"/>
                <a:gd name="csY293" fmla="*/ 17676 h 157173"/>
                <a:gd name="csX294" fmla="*/ 105578 w 148574"/>
                <a:gd name="csY294" fmla="*/ 15287 h 157173"/>
                <a:gd name="csX295" fmla="*/ 105578 w 148574"/>
                <a:gd name="csY295" fmla="*/ 14332 h 157173"/>
                <a:gd name="csX296" fmla="*/ 105578 w 148574"/>
                <a:gd name="csY296" fmla="*/ 12421 h 157173"/>
                <a:gd name="csX297" fmla="*/ 106056 w 148574"/>
                <a:gd name="csY297" fmla="*/ 10510 h 157173"/>
                <a:gd name="csX298" fmla="*/ 106056 w 148574"/>
                <a:gd name="csY298" fmla="*/ 9077 h 157173"/>
                <a:gd name="csX299" fmla="*/ 106056 w 148574"/>
                <a:gd name="csY299" fmla="*/ 8599 h 157173"/>
                <a:gd name="csX300" fmla="*/ 107012 w 148574"/>
                <a:gd name="csY300" fmla="*/ 5733 h 157173"/>
                <a:gd name="csX301" fmla="*/ 107967 w 148574"/>
                <a:gd name="csY301" fmla="*/ 3822 h 157173"/>
                <a:gd name="csX302" fmla="*/ 108445 w 148574"/>
                <a:gd name="csY302" fmla="*/ 3344 h 157173"/>
                <a:gd name="csX303" fmla="*/ 109878 w 148574"/>
                <a:gd name="csY303" fmla="*/ 2389 h 157173"/>
                <a:gd name="csX304" fmla="*/ 111789 w 148574"/>
                <a:gd name="csY304" fmla="*/ 2389 h 157173"/>
                <a:gd name="csX305" fmla="*/ 116088 w 148574"/>
                <a:gd name="csY305" fmla="*/ 2389 h 157173"/>
                <a:gd name="csX306" fmla="*/ 120865 w 148574"/>
                <a:gd name="csY306" fmla="*/ 1433 h 157173"/>
                <a:gd name="csX307" fmla="*/ 122299 w 148574"/>
                <a:gd name="csY307" fmla="*/ 956 h 157173"/>
                <a:gd name="csX308" fmla="*/ 125165 w 148574"/>
                <a:gd name="csY308" fmla="*/ 0 h 157173"/>
                <a:gd name="csX309" fmla="*/ 126121 w 148574"/>
                <a:gd name="csY309" fmla="*/ 0 h 157173"/>
                <a:gd name="csX310" fmla="*/ 127076 w 148574"/>
                <a:gd name="csY310" fmla="*/ 478 h 157173"/>
                <a:gd name="csX311" fmla="*/ 132331 w 148574"/>
                <a:gd name="csY311" fmla="*/ 1911 h 157173"/>
                <a:gd name="csX312" fmla="*/ 133764 w 148574"/>
                <a:gd name="csY312" fmla="*/ 2389 h 157173"/>
                <a:gd name="csX313" fmla="*/ 134242 w 148574"/>
                <a:gd name="csY313" fmla="*/ 2389 h 157173"/>
                <a:gd name="csX314" fmla="*/ 135197 w 148574"/>
                <a:gd name="csY314" fmla="*/ 2389 h 157173"/>
                <a:gd name="csX315" fmla="*/ 136153 w 148574"/>
                <a:gd name="csY315" fmla="*/ 2389 h 157173"/>
                <a:gd name="csX316" fmla="*/ 137586 w 148574"/>
                <a:gd name="csY316" fmla="*/ 2389 h 157173"/>
                <a:gd name="csX317" fmla="*/ 138064 w 148574"/>
                <a:gd name="csY317" fmla="*/ 2389 h 157173"/>
                <a:gd name="csX318" fmla="*/ 139497 w 148574"/>
                <a:gd name="csY318" fmla="*/ 3344 h 157173"/>
                <a:gd name="csX319" fmla="*/ 139975 w 148574"/>
                <a:gd name="csY319" fmla="*/ 3344 h 157173"/>
                <a:gd name="csX320" fmla="*/ 140930 w 148574"/>
                <a:gd name="csY320" fmla="*/ 2389 h 157173"/>
                <a:gd name="csX321" fmla="*/ 142363 w 148574"/>
                <a:gd name="csY321" fmla="*/ 1911 h 157173"/>
                <a:gd name="csX322" fmla="*/ 145707 w 148574"/>
                <a:gd name="csY322" fmla="*/ 956 h 157173"/>
                <a:gd name="csX323" fmla="*/ 146185 w 148574"/>
                <a:gd name="csY323" fmla="*/ 1433 h 157173"/>
                <a:gd name="csX324" fmla="*/ 147141 w 148574"/>
                <a:gd name="csY324" fmla="*/ 2866 h 157173"/>
                <a:gd name="csX325" fmla="*/ 148096 w 148574"/>
                <a:gd name="csY325" fmla="*/ 3822 h 157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</a:cxnLst>
              <a:rect l="l" t="t" r="r" b="b"/>
              <a:pathLst>
                <a:path w="148574" h="157173">
                  <a:moveTo>
                    <a:pt x="148096" y="3822"/>
                  </a:moveTo>
                  <a:lnTo>
                    <a:pt x="148574" y="6688"/>
                  </a:lnTo>
                  <a:lnTo>
                    <a:pt x="147141" y="10510"/>
                  </a:lnTo>
                  <a:lnTo>
                    <a:pt x="145707" y="13854"/>
                  </a:lnTo>
                  <a:lnTo>
                    <a:pt x="142841" y="18632"/>
                  </a:lnTo>
                  <a:lnTo>
                    <a:pt x="140453" y="22931"/>
                  </a:lnTo>
                  <a:lnTo>
                    <a:pt x="137586" y="30097"/>
                  </a:lnTo>
                  <a:lnTo>
                    <a:pt x="137586" y="35352"/>
                  </a:lnTo>
                  <a:lnTo>
                    <a:pt x="137108" y="38696"/>
                  </a:lnTo>
                  <a:lnTo>
                    <a:pt x="136153" y="41085"/>
                  </a:lnTo>
                  <a:lnTo>
                    <a:pt x="134242" y="46340"/>
                  </a:lnTo>
                  <a:lnTo>
                    <a:pt x="133764" y="51117"/>
                  </a:lnTo>
                  <a:lnTo>
                    <a:pt x="134720" y="56850"/>
                  </a:lnTo>
                  <a:lnTo>
                    <a:pt x="133764" y="62582"/>
                  </a:lnTo>
                  <a:lnTo>
                    <a:pt x="131376" y="67360"/>
                  </a:lnTo>
                  <a:lnTo>
                    <a:pt x="130420" y="71659"/>
                  </a:lnTo>
                  <a:lnTo>
                    <a:pt x="131376" y="76437"/>
                  </a:lnTo>
                  <a:lnTo>
                    <a:pt x="127076" y="80736"/>
                  </a:lnTo>
                  <a:lnTo>
                    <a:pt x="121821" y="84558"/>
                  </a:lnTo>
                  <a:lnTo>
                    <a:pt x="118477" y="85991"/>
                  </a:lnTo>
                  <a:lnTo>
                    <a:pt x="115611" y="86947"/>
                  </a:lnTo>
                  <a:lnTo>
                    <a:pt x="113700" y="88858"/>
                  </a:lnTo>
                  <a:lnTo>
                    <a:pt x="113222" y="89335"/>
                  </a:lnTo>
                  <a:lnTo>
                    <a:pt x="111789" y="91246"/>
                  </a:lnTo>
                  <a:lnTo>
                    <a:pt x="108922" y="97457"/>
                  </a:lnTo>
                  <a:lnTo>
                    <a:pt x="107012" y="99846"/>
                  </a:lnTo>
                  <a:lnTo>
                    <a:pt x="105100" y="102234"/>
                  </a:lnTo>
                  <a:lnTo>
                    <a:pt x="101756" y="104623"/>
                  </a:lnTo>
                  <a:lnTo>
                    <a:pt x="100801" y="106056"/>
                  </a:lnTo>
                  <a:lnTo>
                    <a:pt x="100323" y="107967"/>
                  </a:lnTo>
                  <a:lnTo>
                    <a:pt x="100323" y="111311"/>
                  </a:lnTo>
                  <a:lnTo>
                    <a:pt x="100801" y="121343"/>
                  </a:lnTo>
                  <a:lnTo>
                    <a:pt x="100323" y="124210"/>
                  </a:lnTo>
                  <a:lnTo>
                    <a:pt x="99368" y="128987"/>
                  </a:lnTo>
                  <a:lnTo>
                    <a:pt x="96024" y="134720"/>
                  </a:lnTo>
                  <a:lnTo>
                    <a:pt x="94113" y="137586"/>
                  </a:lnTo>
                  <a:lnTo>
                    <a:pt x="91724" y="138542"/>
                  </a:lnTo>
                  <a:lnTo>
                    <a:pt x="88380" y="139497"/>
                  </a:lnTo>
                  <a:lnTo>
                    <a:pt x="86947" y="140453"/>
                  </a:lnTo>
                  <a:lnTo>
                    <a:pt x="85991" y="141886"/>
                  </a:lnTo>
                  <a:lnTo>
                    <a:pt x="84558" y="143319"/>
                  </a:lnTo>
                  <a:lnTo>
                    <a:pt x="82170" y="144274"/>
                  </a:lnTo>
                  <a:lnTo>
                    <a:pt x="78825" y="147141"/>
                  </a:lnTo>
                  <a:lnTo>
                    <a:pt x="75004" y="151440"/>
                  </a:lnTo>
                  <a:lnTo>
                    <a:pt x="72137" y="154307"/>
                  </a:lnTo>
                  <a:lnTo>
                    <a:pt x="70704" y="154784"/>
                  </a:lnTo>
                  <a:lnTo>
                    <a:pt x="69271" y="154784"/>
                  </a:lnTo>
                  <a:lnTo>
                    <a:pt x="67838" y="154307"/>
                  </a:lnTo>
                  <a:lnTo>
                    <a:pt x="66405" y="154307"/>
                  </a:lnTo>
                  <a:lnTo>
                    <a:pt x="65927" y="154784"/>
                  </a:lnTo>
                  <a:lnTo>
                    <a:pt x="65449" y="154307"/>
                  </a:lnTo>
                  <a:lnTo>
                    <a:pt x="64971" y="153829"/>
                  </a:lnTo>
                  <a:lnTo>
                    <a:pt x="64971" y="152873"/>
                  </a:lnTo>
                  <a:lnTo>
                    <a:pt x="64971" y="151440"/>
                  </a:lnTo>
                  <a:lnTo>
                    <a:pt x="64016" y="149529"/>
                  </a:lnTo>
                  <a:lnTo>
                    <a:pt x="64971" y="148096"/>
                  </a:lnTo>
                  <a:lnTo>
                    <a:pt x="65449" y="147141"/>
                  </a:lnTo>
                  <a:lnTo>
                    <a:pt x="65449" y="146663"/>
                  </a:lnTo>
                  <a:lnTo>
                    <a:pt x="64971" y="145707"/>
                  </a:lnTo>
                  <a:lnTo>
                    <a:pt x="64016" y="144274"/>
                  </a:lnTo>
                  <a:lnTo>
                    <a:pt x="63060" y="144274"/>
                  </a:lnTo>
                  <a:lnTo>
                    <a:pt x="61149" y="145230"/>
                  </a:lnTo>
                  <a:lnTo>
                    <a:pt x="59239" y="146185"/>
                  </a:lnTo>
                  <a:lnTo>
                    <a:pt x="57805" y="146663"/>
                  </a:lnTo>
                  <a:lnTo>
                    <a:pt x="56372" y="147141"/>
                  </a:lnTo>
                  <a:lnTo>
                    <a:pt x="55417" y="147619"/>
                  </a:lnTo>
                  <a:lnTo>
                    <a:pt x="54461" y="147619"/>
                  </a:lnTo>
                  <a:lnTo>
                    <a:pt x="53983" y="147141"/>
                  </a:lnTo>
                  <a:lnTo>
                    <a:pt x="52550" y="146663"/>
                  </a:lnTo>
                  <a:lnTo>
                    <a:pt x="51595" y="147141"/>
                  </a:lnTo>
                  <a:lnTo>
                    <a:pt x="51117" y="147141"/>
                  </a:lnTo>
                  <a:lnTo>
                    <a:pt x="51117" y="148574"/>
                  </a:lnTo>
                  <a:lnTo>
                    <a:pt x="50639" y="150007"/>
                  </a:lnTo>
                  <a:lnTo>
                    <a:pt x="50639" y="151440"/>
                  </a:lnTo>
                  <a:lnTo>
                    <a:pt x="50162" y="151918"/>
                  </a:lnTo>
                  <a:lnTo>
                    <a:pt x="47773" y="152396"/>
                  </a:lnTo>
                  <a:lnTo>
                    <a:pt x="46340" y="153351"/>
                  </a:lnTo>
                  <a:lnTo>
                    <a:pt x="45384" y="154307"/>
                  </a:lnTo>
                  <a:lnTo>
                    <a:pt x="44429" y="153829"/>
                  </a:lnTo>
                  <a:lnTo>
                    <a:pt x="42996" y="152873"/>
                  </a:lnTo>
                  <a:lnTo>
                    <a:pt x="41085" y="151440"/>
                  </a:lnTo>
                  <a:lnTo>
                    <a:pt x="40607" y="150962"/>
                  </a:lnTo>
                  <a:lnTo>
                    <a:pt x="40129" y="150007"/>
                  </a:lnTo>
                  <a:lnTo>
                    <a:pt x="39651" y="150007"/>
                  </a:lnTo>
                  <a:lnTo>
                    <a:pt x="38696" y="150007"/>
                  </a:lnTo>
                  <a:lnTo>
                    <a:pt x="38218" y="150485"/>
                  </a:lnTo>
                  <a:lnTo>
                    <a:pt x="38218" y="150485"/>
                  </a:lnTo>
                  <a:lnTo>
                    <a:pt x="37741" y="150007"/>
                  </a:lnTo>
                  <a:lnTo>
                    <a:pt x="36308" y="149052"/>
                  </a:lnTo>
                  <a:lnTo>
                    <a:pt x="34397" y="147141"/>
                  </a:lnTo>
                  <a:lnTo>
                    <a:pt x="33919" y="146663"/>
                  </a:lnTo>
                  <a:lnTo>
                    <a:pt x="32963" y="146663"/>
                  </a:lnTo>
                  <a:lnTo>
                    <a:pt x="31530" y="147619"/>
                  </a:lnTo>
                  <a:lnTo>
                    <a:pt x="30097" y="148574"/>
                  </a:lnTo>
                  <a:lnTo>
                    <a:pt x="27231" y="149529"/>
                  </a:lnTo>
                  <a:lnTo>
                    <a:pt x="24842" y="150007"/>
                  </a:lnTo>
                  <a:lnTo>
                    <a:pt x="24842" y="150007"/>
                  </a:lnTo>
                  <a:lnTo>
                    <a:pt x="24364" y="150962"/>
                  </a:lnTo>
                  <a:lnTo>
                    <a:pt x="23886" y="151918"/>
                  </a:lnTo>
                  <a:lnTo>
                    <a:pt x="23409" y="152873"/>
                  </a:lnTo>
                  <a:lnTo>
                    <a:pt x="21020" y="152873"/>
                  </a:lnTo>
                  <a:lnTo>
                    <a:pt x="20542" y="154307"/>
                  </a:lnTo>
                  <a:lnTo>
                    <a:pt x="18632" y="156218"/>
                  </a:lnTo>
                  <a:lnTo>
                    <a:pt x="17676" y="157173"/>
                  </a:lnTo>
                  <a:lnTo>
                    <a:pt x="17198" y="156695"/>
                  </a:lnTo>
                  <a:lnTo>
                    <a:pt x="16243" y="156218"/>
                  </a:lnTo>
                  <a:lnTo>
                    <a:pt x="14810" y="154784"/>
                  </a:lnTo>
                  <a:lnTo>
                    <a:pt x="13376" y="152396"/>
                  </a:lnTo>
                  <a:lnTo>
                    <a:pt x="13376" y="151440"/>
                  </a:lnTo>
                  <a:lnTo>
                    <a:pt x="12899" y="150962"/>
                  </a:lnTo>
                  <a:lnTo>
                    <a:pt x="12899" y="149052"/>
                  </a:lnTo>
                  <a:lnTo>
                    <a:pt x="10510" y="146663"/>
                  </a:lnTo>
                  <a:lnTo>
                    <a:pt x="5255" y="142363"/>
                  </a:lnTo>
                  <a:lnTo>
                    <a:pt x="4300" y="141408"/>
                  </a:lnTo>
                  <a:lnTo>
                    <a:pt x="0" y="137586"/>
                  </a:lnTo>
                  <a:lnTo>
                    <a:pt x="956" y="134720"/>
                  </a:lnTo>
                  <a:lnTo>
                    <a:pt x="1911" y="133287"/>
                  </a:lnTo>
                  <a:lnTo>
                    <a:pt x="2867" y="132331"/>
                  </a:lnTo>
                  <a:lnTo>
                    <a:pt x="7166" y="130420"/>
                  </a:lnTo>
                  <a:lnTo>
                    <a:pt x="8121" y="130420"/>
                  </a:lnTo>
                  <a:lnTo>
                    <a:pt x="10988" y="133287"/>
                  </a:lnTo>
                  <a:lnTo>
                    <a:pt x="11943" y="133287"/>
                  </a:lnTo>
                  <a:lnTo>
                    <a:pt x="12899" y="133287"/>
                  </a:lnTo>
                  <a:lnTo>
                    <a:pt x="14332" y="133287"/>
                  </a:lnTo>
                  <a:lnTo>
                    <a:pt x="14810" y="132809"/>
                  </a:lnTo>
                  <a:lnTo>
                    <a:pt x="14810" y="131853"/>
                  </a:lnTo>
                  <a:lnTo>
                    <a:pt x="13854" y="131376"/>
                  </a:lnTo>
                  <a:lnTo>
                    <a:pt x="13854" y="130420"/>
                  </a:lnTo>
                  <a:lnTo>
                    <a:pt x="14332" y="129465"/>
                  </a:lnTo>
                  <a:lnTo>
                    <a:pt x="14810" y="128509"/>
                  </a:lnTo>
                  <a:lnTo>
                    <a:pt x="15765" y="127076"/>
                  </a:lnTo>
                  <a:lnTo>
                    <a:pt x="15765" y="126598"/>
                  </a:lnTo>
                  <a:lnTo>
                    <a:pt x="14810" y="126121"/>
                  </a:lnTo>
                  <a:lnTo>
                    <a:pt x="12899" y="125165"/>
                  </a:lnTo>
                  <a:lnTo>
                    <a:pt x="11466" y="124210"/>
                  </a:lnTo>
                  <a:lnTo>
                    <a:pt x="10988" y="123254"/>
                  </a:lnTo>
                  <a:lnTo>
                    <a:pt x="11466" y="121821"/>
                  </a:lnTo>
                  <a:lnTo>
                    <a:pt x="12421" y="120865"/>
                  </a:lnTo>
                  <a:lnTo>
                    <a:pt x="12421" y="120388"/>
                  </a:lnTo>
                  <a:lnTo>
                    <a:pt x="11466" y="119432"/>
                  </a:lnTo>
                  <a:lnTo>
                    <a:pt x="10510" y="118955"/>
                  </a:lnTo>
                  <a:lnTo>
                    <a:pt x="10032" y="117999"/>
                  </a:lnTo>
                  <a:lnTo>
                    <a:pt x="8121" y="117999"/>
                  </a:lnTo>
                  <a:lnTo>
                    <a:pt x="8121" y="116566"/>
                  </a:lnTo>
                  <a:lnTo>
                    <a:pt x="9077" y="114655"/>
                  </a:lnTo>
                  <a:lnTo>
                    <a:pt x="9077" y="113700"/>
                  </a:lnTo>
                  <a:lnTo>
                    <a:pt x="8599" y="109878"/>
                  </a:lnTo>
                  <a:lnTo>
                    <a:pt x="8599" y="109400"/>
                  </a:lnTo>
                  <a:lnTo>
                    <a:pt x="9077" y="108922"/>
                  </a:lnTo>
                  <a:lnTo>
                    <a:pt x="10510" y="109400"/>
                  </a:lnTo>
                  <a:lnTo>
                    <a:pt x="11466" y="109878"/>
                  </a:lnTo>
                  <a:lnTo>
                    <a:pt x="14810" y="108922"/>
                  </a:lnTo>
                  <a:lnTo>
                    <a:pt x="16243" y="108922"/>
                  </a:lnTo>
                  <a:lnTo>
                    <a:pt x="17198" y="109878"/>
                  </a:lnTo>
                  <a:lnTo>
                    <a:pt x="18154" y="110355"/>
                  </a:lnTo>
                  <a:lnTo>
                    <a:pt x="25798" y="108922"/>
                  </a:lnTo>
                  <a:lnTo>
                    <a:pt x="26275" y="107012"/>
                  </a:lnTo>
                  <a:lnTo>
                    <a:pt x="26753" y="105578"/>
                  </a:lnTo>
                  <a:lnTo>
                    <a:pt x="26753" y="104623"/>
                  </a:lnTo>
                  <a:lnTo>
                    <a:pt x="26275" y="104145"/>
                  </a:lnTo>
                  <a:lnTo>
                    <a:pt x="25798" y="103667"/>
                  </a:lnTo>
                  <a:lnTo>
                    <a:pt x="25798" y="102712"/>
                  </a:lnTo>
                  <a:lnTo>
                    <a:pt x="25798" y="101279"/>
                  </a:lnTo>
                  <a:lnTo>
                    <a:pt x="26275" y="100801"/>
                  </a:lnTo>
                  <a:lnTo>
                    <a:pt x="28664" y="99368"/>
                  </a:lnTo>
                  <a:lnTo>
                    <a:pt x="29619" y="99846"/>
                  </a:lnTo>
                  <a:lnTo>
                    <a:pt x="31052" y="100323"/>
                  </a:lnTo>
                  <a:lnTo>
                    <a:pt x="32963" y="101279"/>
                  </a:lnTo>
                  <a:lnTo>
                    <a:pt x="34397" y="103667"/>
                  </a:lnTo>
                  <a:lnTo>
                    <a:pt x="35352" y="106056"/>
                  </a:lnTo>
                  <a:lnTo>
                    <a:pt x="36785" y="108445"/>
                  </a:lnTo>
                  <a:lnTo>
                    <a:pt x="40129" y="109400"/>
                  </a:lnTo>
                  <a:lnTo>
                    <a:pt x="43951" y="109878"/>
                  </a:lnTo>
                  <a:lnTo>
                    <a:pt x="46340" y="109878"/>
                  </a:lnTo>
                  <a:lnTo>
                    <a:pt x="49206" y="107967"/>
                  </a:lnTo>
                  <a:lnTo>
                    <a:pt x="51117" y="106056"/>
                  </a:lnTo>
                  <a:lnTo>
                    <a:pt x="51595" y="105100"/>
                  </a:lnTo>
                  <a:lnTo>
                    <a:pt x="52550" y="105578"/>
                  </a:lnTo>
                  <a:lnTo>
                    <a:pt x="53506" y="107967"/>
                  </a:lnTo>
                  <a:lnTo>
                    <a:pt x="54461" y="108922"/>
                  </a:lnTo>
                  <a:lnTo>
                    <a:pt x="54461" y="109400"/>
                  </a:lnTo>
                  <a:lnTo>
                    <a:pt x="53983" y="110355"/>
                  </a:lnTo>
                  <a:lnTo>
                    <a:pt x="54461" y="111311"/>
                  </a:lnTo>
                  <a:lnTo>
                    <a:pt x="56850" y="111789"/>
                  </a:lnTo>
                  <a:lnTo>
                    <a:pt x="58283" y="111311"/>
                  </a:lnTo>
                  <a:lnTo>
                    <a:pt x="58761" y="111311"/>
                  </a:lnTo>
                  <a:lnTo>
                    <a:pt x="59239" y="110355"/>
                  </a:lnTo>
                  <a:lnTo>
                    <a:pt x="60672" y="108922"/>
                  </a:lnTo>
                  <a:lnTo>
                    <a:pt x="60672" y="107967"/>
                  </a:lnTo>
                  <a:lnTo>
                    <a:pt x="60194" y="107489"/>
                  </a:lnTo>
                  <a:lnTo>
                    <a:pt x="60194" y="106534"/>
                  </a:lnTo>
                  <a:lnTo>
                    <a:pt x="60672" y="106056"/>
                  </a:lnTo>
                  <a:lnTo>
                    <a:pt x="61627" y="104145"/>
                  </a:lnTo>
                  <a:lnTo>
                    <a:pt x="61627" y="102712"/>
                  </a:lnTo>
                  <a:lnTo>
                    <a:pt x="62583" y="101756"/>
                  </a:lnTo>
                  <a:lnTo>
                    <a:pt x="64016" y="101279"/>
                  </a:lnTo>
                  <a:lnTo>
                    <a:pt x="64493" y="100801"/>
                  </a:lnTo>
                  <a:lnTo>
                    <a:pt x="64971" y="97457"/>
                  </a:lnTo>
                  <a:lnTo>
                    <a:pt x="64971" y="96501"/>
                  </a:lnTo>
                  <a:lnTo>
                    <a:pt x="64971" y="95546"/>
                  </a:lnTo>
                  <a:lnTo>
                    <a:pt x="65449" y="94113"/>
                  </a:lnTo>
                  <a:lnTo>
                    <a:pt x="65927" y="92202"/>
                  </a:lnTo>
                  <a:lnTo>
                    <a:pt x="65449" y="88858"/>
                  </a:lnTo>
                  <a:lnTo>
                    <a:pt x="64971" y="86469"/>
                  </a:lnTo>
                  <a:lnTo>
                    <a:pt x="64971" y="84080"/>
                  </a:lnTo>
                  <a:lnTo>
                    <a:pt x="65449" y="80736"/>
                  </a:lnTo>
                  <a:lnTo>
                    <a:pt x="66405" y="77870"/>
                  </a:lnTo>
                  <a:lnTo>
                    <a:pt x="66405" y="76914"/>
                  </a:lnTo>
                  <a:lnTo>
                    <a:pt x="64971" y="75959"/>
                  </a:lnTo>
                  <a:lnTo>
                    <a:pt x="64016" y="75004"/>
                  </a:lnTo>
                  <a:lnTo>
                    <a:pt x="60672" y="74048"/>
                  </a:lnTo>
                  <a:lnTo>
                    <a:pt x="59716" y="73093"/>
                  </a:lnTo>
                  <a:lnTo>
                    <a:pt x="58761" y="71659"/>
                  </a:lnTo>
                  <a:lnTo>
                    <a:pt x="58283" y="71182"/>
                  </a:lnTo>
                  <a:lnTo>
                    <a:pt x="54939" y="71182"/>
                  </a:lnTo>
                  <a:lnTo>
                    <a:pt x="53983" y="70226"/>
                  </a:lnTo>
                  <a:lnTo>
                    <a:pt x="54461" y="68315"/>
                  </a:lnTo>
                  <a:lnTo>
                    <a:pt x="54461" y="64971"/>
                  </a:lnTo>
                  <a:lnTo>
                    <a:pt x="54461" y="63060"/>
                  </a:lnTo>
                  <a:lnTo>
                    <a:pt x="54939" y="61627"/>
                  </a:lnTo>
                  <a:lnTo>
                    <a:pt x="55894" y="60194"/>
                  </a:lnTo>
                  <a:lnTo>
                    <a:pt x="57328" y="58761"/>
                  </a:lnTo>
                  <a:lnTo>
                    <a:pt x="58283" y="57328"/>
                  </a:lnTo>
                  <a:lnTo>
                    <a:pt x="58283" y="56850"/>
                  </a:lnTo>
                  <a:lnTo>
                    <a:pt x="61149" y="56850"/>
                  </a:lnTo>
                  <a:lnTo>
                    <a:pt x="62583" y="55894"/>
                  </a:lnTo>
                  <a:lnTo>
                    <a:pt x="63060" y="55417"/>
                  </a:lnTo>
                  <a:lnTo>
                    <a:pt x="63538" y="54461"/>
                  </a:lnTo>
                  <a:lnTo>
                    <a:pt x="64493" y="53028"/>
                  </a:lnTo>
                  <a:lnTo>
                    <a:pt x="65449" y="52073"/>
                  </a:lnTo>
                  <a:lnTo>
                    <a:pt x="65449" y="51117"/>
                  </a:lnTo>
                  <a:lnTo>
                    <a:pt x="65449" y="50162"/>
                  </a:lnTo>
                  <a:lnTo>
                    <a:pt x="64493" y="48251"/>
                  </a:lnTo>
                  <a:lnTo>
                    <a:pt x="63538" y="46817"/>
                  </a:lnTo>
                  <a:lnTo>
                    <a:pt x="62583" y="46340"/>
                  </a:lnTo>
                  <a:lnTo>
                    <a:pt x="61627" y="42518"/>
                  </a:lnTo>
                  <a:lnTo>
                    <a:pt x="60194" y="42040"/>
                  </a:lnTo>
                  <a:lnTo>
                    <a:pt x="58283" y="41085"/>
                  </a:lnTo>
                  <a:lnTo>
                    <a:pt x="53983" y="41085"/>
                  </a:lnTo>
                  <a:lnTo>
                    <a:pt x="51117" y="41563"/>
                  </a:lnTo>
                  <a:lnTo>
                    <a:pt x="47295" y="42996"/>
                  </a:lnTo>
                  <a:lnTo>
                    <a:pt x="44429" y="43473"/>
                  </a:lnTo>
                  <a:lnTo>
                    <a:pt x="42518" y="43951"/>
                  </a:lnTo>
                  <a:lnTo>
                    <a:pt x="41085" y="43951"/>
                  </a:lnTo>
                  <a:lnTo>
                    <a:pt x="40607" y="43473"/>
                  </a:lnTo>
                  <a:lnTo>
                    <a:pt x="41563" y="42996"/>
                  </a:lnTo>
                  <a:lnTo>
                    <a:pt x="42040" y="42040"/>
                  </a:lnTo>
                  <a:lnTo>
                    <a:pt x="41563" y="40129"/>
                  </a:lnTo>
                  <a:lnTo>
                    <a:pt x="40607" y="38696"/>
                  </a:lnTo>
                  <a:lnTo>
                    <a:pt x="40129" y="36785"/>
                  </a:lnTo>
                  <a:lnTo>
                    <a:pt x="40607" y="34397"/>
                  </a:lnTo>
                  <a:lnTo>
                    <a:pt x="41085" y="32008"/>
                  </a:lnTo>
                  <a:lnTo>
                    <a:pt x="42518" y="28664"/>
                  </a:lnTo>
                  <a:lnTo>
                    <a:pt x="42996" y="27708"/>
                  </a:lnTo>
                  <a:lnTo>
                    <a:pt x="47295" y="27708"/>
                  </a:lnTo>
                  <a:lnTo>
                    <a:pt x="52073" y="27708"/>
                  </a:lnTo>
                  <a:lnTo>
                    <a:pt x="57328" y="27708"/>
                  </a:lnTo>
                  <a:lnTo>
                    <a:pt x="62583" y="27708"/>
                  </a:lnTo>
                  <a:lnTo>
                    <a:pt x="66405" y="27708"/>
                  </a:lnTo>
                  <a:lnTo>
                    <a:pt x="68315" y="26753"/>
                  </a:lnTo>
                  <a:lnTo>
                    <a:pt x="70226" y="28186"/>
                  </a:lnTo>
                  <a:lnTo>
                    <a:pt x="70704" y="28186"/>
                  </a:lnTo>
                  <a:lnTo>
                    <a:pt x="71182" y="28186"/>
                  </a:lnTo>
                  <a:lnTo>
                    <a:pt x="72137" y="29141"/>
                  </a:lnTo>
                  <a:lnTo>
                    <a:pt x="74048" y="29141"/>
                  </a:lnTo>
                  <a:lnTo>
                    <a:pt x="74526" y="29141"/>
                  </a:lnTo>
                  <a:lnTo>
                    <a:pt x="74526" y="30097"/>
                  </a:lnTo>
                  <a:lnTo>
                    <a:pt x="76915" y="30097"/>
                  </a:lnTo>
                  <a:lnTo>
                    <a:pt x="77870" y="30575"/>
                  </a:lnTo>
                  <a:lnTo>
                    <a:pt x="78348" y="30575"/>
                  </a:lnTo>
                  <a:lnTo>
                    <a:pt x="79781" y="29619"/>
                  </a:lnTo>
                  <a:lnTo>
                    <a:pt x="80736" y="30097"/>
                  </a:lnTo>
                  <a:lnTo>
                    <a:pt x="82170" y="30575"/>
                  </a:lnTo>
                  <a:lnTo>
                    <a:pt x="83125" y="31530"/>
                  </a:lnTo>
                  <a:lnTo>
                    <a:pt x="85036" y="31052"/>
                  </a:lnTo>
                  <a:lnTo>
                    <a:pt x="88380" y="31530"/>
                  </a:lnTo>
                  <a:lnTo>
                    <a:pt x="91246" y="32008"/>
                  </a:lnTo>
                  <a:lnTo>
                    <a:pt x="94113" y="33919"/>
                  </a:lnTo>
                  <a:lnTo>
                    <a:pt x="96024" y="34874"/>
                  </a:lnTo>
                  <a:lnTo>
                    <a:pt x="97457" y="36307"/>
                  </a:lnTo>
                  <a:lnTo>
                    <a:pt x="98412" y="35830"/>
                  </a:lnTo>
                  <a:lnTo>
                    <a:pt x="98890" y="35352"/>
                  </a:lnTo>
                  <a:lnTo>
                    <a:pt x="99368" y="35352"/>
                  </a:lnTo>
                  <a:lnTo>
                    <a:pt x="98890" y="33919"/>
                  </a:lnTo>
                  <a:lnTo>
                    <a:pt x="98412" y="32008"/>
                  </a:lnTo>
                  <a:lnTo>
                    <a:pt x="97935" y="30097"/>
                  </a:lnTo>
                  <a:lnTo>
                    <a:pt x="97935" y="28664"/>
                  </a:lnTo>
                  <a:lnTo>
                    <a:pt x="98890" y="27231"/>
                  </a:lnTo>
                  <a:lnTo>
                    <a:pt x="99846" y="26753"/>
                  </a:lnTo>
                  <a:lnTo>
                    <a:pt x="99846" y="25798"/>
                  </a:lnTo>
                  <a:lnTo>
                    <a:pt x="100323" y="25320"/>
                  </a:lnTo>
                  <a:lnTo>
                    <a:pt x="101279" y="22931"/>
                  </a:lnTo>
                  <a:lnTo>
                    <a:pt x="102712" y="20542"/>
                  </a:lnTo>
                  <a:lnTo>
                    <a:pt x="104145" y="17676"/>
                  </a:lnTo>
                  <a:lnTo>
                    <a:pt x="105578" y="15287"/>
                  </a:lnTo>
                  <a:lnTo>
                    <a:pt x="105578" y="14332"/>
                  </a:lnTo>
                  <a:lnTo>
                    <a:pt x="105578" y="12421"/>
                  </a:lnTo>
                  <a:lnTo>
                    <a:pt x="106056" y="10510"/>
                  </a:lnTo>
                  <a:lnTo>
                    <a:pt x="106056" y="9077"/>
                  </a:lnTo>
                  <a:lnTo>
                    <a:pt x="106056" y="8599"/>
                  </a:lnTo>
                  <a:lnTo>
                    <a:pt x="107012" y="5733"/>
                  </a:lnTo>
                  <a:lnTo>
                    <a:pt x="107967" y="3822"/>
                  </a:lnTo>
                  <a:lnTo>
                    <a:pt x="108445" y="3344"/>
                  </a:lnTo>
                  <a:lnTo>
                    <a:pt x="109878" y="2389"/>
                  </a:lnTo>
                  <a:lnTo>
                    <a:pt x="111789" y="2389"/>
                  </a:lnTo>
                  <a:lnTo>
                    <a:pt x="116088" y="2389"/>
                  </a:lnTo>
                  <a:lnTo>
                    <a:pt x="120865" y="1433"/>
                  </a:lnTo>
                  <a:lnTo>
                    <a:pt x="122299" y="956"/>
                  </a:lnTo>
                  <a:lnTo>
                    <a:pt x="125165" y="0"/>
                  </a:lnTo>
                  <a:lnTo>
                    <a:pt x="126121" y="0"/>
                  </a:lnTo>
                  <a:lnTo>
                    <a:pt x="127076" y="478"/>
                  </a:lnTo>
                  <a:lnTo>
                    <a:pt x="132331" y="1911"/>
                  </a:lnTo>
                  <a:lnTo>
                    <a:pt x="133764" y="2389"/>
                  </a:lnTo>
                  <a:lnTo>
                    <a:pt x="134242" y="2389"/>
                  </a:lnTo>
                  <a:lnTo>
                    <a:pt x="135197" y="2389"/>
                  </a:lnTo>
                  <a:lnTo>
                    <a:pt x="136153" y="2389"/>
                  </a:lnTo>
                  <a:lnTo>
                    <a:pt x="137586" y="2389"/>
                  </a:lnTo>
                  <a:lnTo>
                    <a:pt x="138064" y="2389"/>
                  </a:lnTo>
                  <a:lnTo>
                    <a:pt x="139497" y="3344"/>
                  </a:lnTo>
                  <a:lnTo>
                    <a:pt x="139975" y="3344"/>
                  </a:lnTo>
                  <a:lnTo>
                    <a:pt x="140930" y="2389"/>
                  </a:lnTo>
                  <a:lnTo>
                    <a:pt x="142363" y="1911"/>
                  </a:lnTo>
                  <a:lnTo>
                    <a:pt x="145707" y="956"/>
                  </a:lnTo>
                  <a:lnTo>
                    <a:pt x="146185" y="1433"/>
                  </a:lnTo>
                  <a:lnTo>
                    <a:pt x="147141" y="2866"/>
                  </a:lnTo>
                  <a:lnTo>
                    <a:pt x="14809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" name="Freeform 1952">
              <a:extLst>
                <a:ext uri="{FF2B5EF4-FFF2-40B4-BE49-F238E27FC236}">
                  <a16:creationId xmlns:a16="http://schemas.microsoft.com/office/drawing/2014/main" id="{A832EB6E-34A1-3E50-897D-B865B72E4D6A}"/>
                </a:ext>
              </a:extLst>
            </p:cNvPr>
            <p:cNvSpPr/>
            <p:nvPr/>
          </p:nvSpPr>
          <p:spPr>
            <a:xfrm>
              <a:off x="6242662" y="5279985"/>
              <a:ext cx="10032" cy="477"/>
            </a:xfrm>
            <a:custGeom>
              <a:avLst/>
              <a:gdLst>
                <a:gd name="csX0" fmla="*/ 10032 w 10032"/>
                <a:gd name="csY0" fmla="*/ 0 h 477"/>
                <a:gd name="csX1" fmla="*/ 4299 w 10032"/>
                <a:gd name="csY1" fmla="*/ 478 h 477"/>
                <a:gd name="csX2" fmla="*/ 0 w 10032"/>
                <a:gd name="csY2" fmla="*/ 0 h 477"/>
                <a:gd name="csX3" fmla="*/ 4299 w 10032"/>
                <a:gd name="csY3" fmla="*/ 478 h 477"/>
                <a:gd name="csX4" fmla="*/ 10032 w 10032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032" h="477">
                  <a:moveTo>
                    <a:pt x="10032" y="0"/>
                  </a:moveTo>
                  <a:lnTo>
                    <a:pt x="4299" y="478"/>
                  </a:lnTo>
                  <a:lnTo>
                    <a:pt x="0" y="0"/>
                  </a:lnTo>
                  <a:lnTo>
                    <a:pt x="4299" y="478"/>
                  </a:lnTo>
                  <a:lnTo>
                    <a:pt x="1003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" name="Freeform 1953">
              <a:extLst>
                <a:ext uri="{FF2B5EF4-FFF2-40B4-BE49-F238E27FC236}">
                  <a16:creationId xmlns:a16="http://schemas.microsoft.com/office/drawing/2014/main" id="{117D04F5-72F1-305D-85AC-9CF22924E834}"/>
                </a:ext>
              </a:extLst>
            </p:cNvPr>
            <p:cNvSpPr/>
            <p:nvPr/>
          </p:nvSpPr>
          <p:spPr>
            <a:xfrm>
              <a:off x="6250306" y="5054975"/>
              <a:ext cx="1911" cy="2388"/>
            </a:xfrm>
            <a:custGeom>
              <a:avLst/>
              <a:gdLst>
                <a:gd name="csX0" fmla="*/ 0 w 1911"/>
                <a:gd name="csY0" fmla="*/ 0 h 2388"/>
                <a:gd name="csX1" fmla="*/ 1911 w 1911"/>
                <a:gd name="csY1" fmla="*/ 2389 h 2388"/>
                <a:gd name="csX2" fmla="*/ 0 w 1911"/>
                <a:gd name="csY2" fmla="*/ 0 h 2388"/>
                <a:gd name="csX3" fmla="*/ 0 w 1911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2388">
                  <a:moveTo>
                    <a:pt x="0" y="0"/>
                  </a:moveTo>
                  <a:lnTo>
                    <a:pt x="1911" y="238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" name="Freeform 1954">
              <a:extLst>
                <a:ext uri="{FF2B5EF4-FFF2-40B4-BE49-F238E27FC236}">
                  <a16:creationId xmlns:a16="http://schemas.microsoft.com/office/drawing/2014/main" id="{DB42A099-459A-15BC-593B-73502356F3E5}"/>
                </a:ext>
              </a:extLst>
            </p:cNvPr>
            <p:cNvSpPr/>
            <p:nvPr/>
          </p:nvSpPr>
          <p:spPr>
            <a:xfrm>
              <a:off x="6221642" y="3870683"/>
              <a:ext cx="29141" cy="14331"/>
            </a:xfrm>
            <a:custGeom>
              <a:avLst/>
              <a:gdLst>
                <a:gd name="csX0" fmla="*/ 28664 w 29141"/>
                <a:gd name="csY0" fmla="*/ 13377 h 14331"/>
                <a:gd name="csX1" fmla="*/ 29142 w 29141"/>
                <a:gd name="csY1" fmla="*/ 14332 h 14331"/>
                <a:gd name="csX2" fmla="*/ 25798 w 29141"/>
                <a:gd name="csY2" fmla="*/ 12421 h 14331"/>
                <a:gd name="csX3" fmla="*/ 22453 w 29141"/>
                <a:gd name="csY3" fmla="*/ 9555 h 14331"/>
                <a:gd name="csX4" fmla="*/ 15765 w 29141"/>
                <a:gd name="csY4" fmla="*/ 5733 h 14331"/>
                <a:gd name="csX5" fmla="*/ 10988 w 29141"/>
                <a:gd name="csY5" fmla="*/ 4777 h 14331"/>
                <a:gd name="csX6" fmla="*/ 4300 w 29141"/>
                <a:gd name="csY6" fmla="*/ 1433 h 14331"/>
                <a:gd name="csX7" fmla="*/ 0 w 29141"/>
                <a:gd name="csY7" fmla="*/ 0 h 14331"/>
                <a:gd name="csX8" fmla="*/ 1911 w 29141"/>
                <a:gd name="csY8" fmla="*/ 0 h 14331"/>
                <a:gd name="csX9" fmla="*/ 3822 w 29141"/>
                <a:gd name="csY9" fmla="*/ 0 h 14331"/>
                <a:gd name="csX10" fmla="*/ 13376 w 29141"/>
                <a:gd name="csY10" fmla="*/ 4300 h 14331"/>
                <a:gd name="csX11" fmla="*/ 12421 w 29141"/>
                <a:gd name="csY11" fmla="*/ 2867 h 14331"/>
                <a:gd name="csX12" fmla="*/ 13854 w 29141"/>
                <a:gd name="csY12" fmla="*/ 2867 h 14331"/>
                <a:gd name="csX13" fmla="*/ 15287 w 29141"/>
                <a:gd name="csY13" fmla="*/ 2867 h 14331"/>
                <a:gd name="csX14" fmla="*/ 15765 w 29141"/>
                <a:gd name="csY14" fmla="*/ 4300 h 14331"/>
                <a:gd name="csX15" fmla="*/ 17198 w 29141"/>
                <a:gd name="csY15" fmla="*/ 5255 h 14331"/>
                <a:gd name="csX16" fmla="*/ 20065 w 29141"/>
                <a:gd name="csY16" fmla="*/ 7166 h 14331"/>
                <a:gd name="csX17" fmla="*/ 21498 w 29141"/>
                <a:gd name="csY17" fmla="*/ 8121 h 14331"/>
                <a:gd name="csX18" fmla="*/ 24842 w 29141"/>
                <a:gd name="csY18" fmla="*/ 10510 h 14331"/>
                <a:gd name="csX19" fmla="*/ 25798 w 29141"/>
                <a:gd name="csY19" fmla="*/ 10988 h 14331"/>
                <a:gd name="csX20" fmla="*/ 27708 w 29141"/>
                <a:gd name="csY20" fmla="*/ 11466 h 14331"/>
                <a:gd name="csX21" fmla="*/ 27708 w 29141"/>
                <a:gd name="csY21" fmla="*/ 12421 h 14331"/>
                <a:gd name="csX22" fmla="*/ 28664 w 29141"/>
                <a:gd name="csY22" fmla="*/ 13377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9141" h="14331">
                  <a:moveTo>
                    <a:pt x="28664" y="13377"/>
                  </a:moveTo>
                  <a:lnTo>
                    <a:pt x="29142" y="14332"/>
                  </a:lnTo>
                  <a:lnTo>
                    <a:pt x="25798" y="12421"/>
                  </a:lnTo>
                  <a:lnTo>
                    <a:pt x="22453" y="9555"/>
                  </a:lnTo>
                  <a:lnTo>
                    <a:pt x="15765" y="5733"/>
                  </a:lnTo>
                  <a:lnTo>
                    <a:pt x="10988" y="4777"/>
                  </a:lnTo>
                  <a:lnTo>
                    <a:pt x="4300" y="1433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3822" y="0"/>
                  </a:lnTo>
                  <a:lnTo>
                    <a:pt x="13376" y="4300"/>
                  </a:lnTo>
                  <a:lnTo>
                    <a:pt x="12421" y="2867"/>
                  </a:lnTo>
                  <a:lnTo>
                    <a:pt x="13854" y="2867"/>
                  </a:lnTo>
                  <a:lnTo>
                    <a:pt x="15287" y="2867"/>
                  </a:lnTo>
                  <a:lnTo>
                    <a:pt x="15765" y="4300"/>
                  </a:lnTo>
                  <a:lnTo>
                    <a:pt x="17198" y="5255"/>
                  </a:lnTo>
                  <a:lnTo>
                    <a:pt x="20065" y="7166"/>
                  </a:lnTo>
                  <a:lnTo>
                    <a:pt x="21498" y="8121"/>
                  </a:lnTo>
                  <a:lnTo>
                    <a:pt x="24842" y="10510"/>
                  </a:lnTo>
                  <a:lnTo>
                    <a:pt x="25798" y="10988"/>
                  </a:lnTo>
                  <a:lnTo>
                    <a:pt x="27708" y="11466"/>
                  </a:lnTo>
                  <a:lnTo>
                    <a:pt x="27708" y="12421"/>
                  </a:lnTo>
                  <a:lnTo>
                    <a:pt x="28664" y="133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" name="Freeform 1955">
              <a:extLst>
                <a:ext uri="{FF2B5EF4-FFF2-40B4-BE49-F238E27FC236}">
                  <a16:creationId xmlns:a16="http://schemas.microsoft.com/office/drawing/2014/main" id="{F83FA43A-CBFC-7D0A-0D0D-5B83D51EEDD4}"/>
                </a:ext>
              </a:extLst>
            </p:cNvPr>
            <p:cNvSpPr/>
            <p:nvPr/>
          </p:nvSpPr>
          <p:spPr>
            <a:xfrm>
              <a:off x="6013352" y="3769405"/>
              <a:ext cx="236476" cy="223577"/>
            </a:xfrm>
            <a:custGeom>
              <a:avLst/>
              <a:gdLst>
                <a:gd name="csX0" fmla="*/ 236476 w 236476"/>
                <a:gd name="csY0" fmla="*/ 169116 h 223577"/>
                <a:gd name="csX1" fmla="*/ 236476 w 236476"/>
                <a:gd name="csY1" fmla="*/ 171983 h 223577"/>
                <a:gd name="csX2" fmla="*/ 235521 w 236476"/>
                <a:gd name="csY2" fmla="*/ 174849 h 223577"/>
                <a:gd name="csX3" fmla="*/ 235521 w 236476"/>
                <a:gd name="csY3" fmla="*/ 176760 h 223577"/>
                <a:gd name="csX4" fmla="*/ 234087 w 236476"/>
                <a:gd name="csY4" fmla="*/ 178671 h 223577"/>
                <a:gd name="csX5" fmla="*/ 231699 w 236476"/>
                <a:gd name="csY5" fmla="*/ 177715 h 223577"/>
                <a:gd name="csX6" fmla="*/ 228832 w 236476"/>
                <a:gd name="csY6" fmla="*/ 175804 h 223577"/>
                <a:gd name="csX7" fmla="*/ 224533 w 236476"/>
                <a:gd name="csY7" fmla="*/ 167683 h 223577"/>
                <a:gd name="csX8" fmla="*/ 216889 w 236476"/>
                <a:gd name="csY8" fmla="*/ 166727 h 223577"/>
                <a:gd name="csX9" fmla="*/ 215456 w 236476"/>
                <a:gd name="csY9" fmla="*/ 166727 h 223577"/>
                <a:gd name="csX10" fmla="*/ 212590 w 236476"/>
                <a:gd name="csY10" fmla="*/ 164817 h 223577"/>
                <a:gd name="csX11" fmla="*/ 212590 w 236476"/>
                <a:gd name="csY11" fmla="*/ 163861 h 223577"/>
                <a:gd name="csX12" fmla="*/ 211634 w 236476"/>
                <a:gd name="csY12" fmla="*/ 162906 h 223577"/>
                <a:gd name="csX13" fmla="*/ 207812 w 236476"/>
                <a:gd name="csY13" fmla="*/ 162906 h 223577"/>
                <a:gd name="csX14" fmla="*/ 205901 w 236476"/>
                <a:gd name="csY14" fmla="*/ 163861 h 223577"/>
                <a:gd name="csX15" fmla="*/ 203513 w 236476"/>
                <a:gd name="csY15" fmla="*/ 167205 h 223577"/>
                <a:gd name="csX16" fmla="*/ 200646 w 236476"/>
                <a:gd name="csY16" fmla="*/ 171505 h 223577"/>
                <a:gd name="csX17" fmla="*/ 197780 w 236476"/>
                <a:gd name="csY17" fmla="*/ 178193 h 223577"/>
                <a:gd name="csX18" fmla="*/ 197780 w 236476"/>
                <a:gd name="csY18" fmla="*/ 181059 h 223577"/>
                <a:gd name="csX19" fmla="*/ 199213 w 236476"/>
                <a:gd name="csY19" fmla="*/ 183448 h 223577"/>
                <a:gd name="csX20" fmla="*/ 203513 w 236476"/>
                <a:gd name="csY20" fmla="*/ 184881 h 223577"/>
                <a:gd name="csX21" fmla="*/ 206857 w 236476"/>
                <a:gd name="csY21" fmla="*/ 187270 h 223577"/>
                <a:gd name="csX22" fmla="*/ 209245 w 236476"/>
                <a:gd name="csY22" fmla="*/ 189658 h 223577"/>
                <a:gd name="csX23" fmla="*/ 209245 w 236476"/>
                <a:gd name="csY23" fmla="*/ 195391 h 223577"/>
                <a:gd name="csX24" fmla="*/ 210201 w 236476"/>
                <a:gd name="csY24" fmla="*/ 198735 h 223577"/>
                <a:gd name="csX25" fmla="*/ 208768 w 236476"/>
                <a:gd name="csY25" fmla="*/ 200646 h 223577"/>
                <a:gd name="csX26" fmla="*/ 205901 w 236476"/>
                <a:gd name="csY26" fmla="*/ 200646 h 223577"/>
                <a:gd name="csX27" fmla="*/ 202079 w 236476"/>
                <a:gd name="csY27" fmla="*/ 201602 h 223577"/>
                <a:gd name="csX28" fmla="*/ 199213 w 236476"/>
                <a:gd name="csY28" fmla="*/ 203513 h 223577"/>
                <a:gd name="csX29" fmla="*/ 198258 w 236476"/>
                <a:gd name="csY29" fmla="*/ 205424 h 223577"/>
                <a:gd name="csX30" fmla="*/ 198258 w 236476"/>
                <a:gd name="csY30" fmla="*/ 212590 h 223577"/>
                <a:gd name="csX31" fmla="*/ 193003 w 236476"/>
                <a:gd name="csY31" fmla="*/ 216411 h 223577"/>
                <a:gd name="csX32" fmla="*/ 190136 w 236476"/>
                <a:gd name="csY32" fmla="*/ 220233 h 223577"/>
                <a:gd name="csX33" fmla="*/ 190136 w 236476"/>
                <a:gd name="csY33" fmla="*/ 221666 h 223577"/>
                <a:gd name="csX34" fmla="*/ 188225 w 236476"/>
                <a:gd name="csY34" fmla="*/ 223577 h 223577"/>
                <a:gd name="csX35" fmla="*/ 181537 w 236476"/>
                <a:gd name="csY35" fmla="*/ 223577 h 223577"/>
                <a:gd name="csX36" fmla="*/ 180104 w 236476"/>
                <a:gd name="csY36" fmla="*/ 221666 h 223577"/>
                <a:gd name="csX37" fmla="*/ 180104 w 236476"/>
                <a:gd name="csY37" fmla="*/ 218322 h 223577"/>
                <a:gd name="csX38" fmla="*/ 181059 w 236476"/>
                <a:gd name="csY38" fmla="*/ 216411 h 223577"/>
                <a:gd name="csX39" fmla="*/ 183448 w 236476"/>
                <a:gd name="csY39" fmla="*/ 215456 h 223577"/>
                <a:gd name="csX40" fmla="*/ 184881 w 236476"/>
                <a:gd name="csY40" fmla="*/ 211156 h 223577"/>
                <a:gd name="csX41" fmla="*/ 184881 w 236476"/>
                <a:gd name="csY41" fmla="*/ 206857 h 223577"/>
                <a:gd name="csX42" fmla="*/ 185837 w 236476"/>
                <a:gd name="csY42" fmla="*/ 205901 h 223577"/>
                <a:gd name="csX43" fmla="*/ 187748 w 236476"/>
                <a:gd name="csY43" fmla="*/ 205901 h 223577"/>
                <a:gd name="csX44" fmla="*/ 190136 w 236476"/>
                <a:gd name="csY44" fmla="*/ 204946 h 223577"/>
                <a:gd name="csX45" fmla="*/ 190136 w 236476"/>
                <a:gd name="csY45" fmla="*/ 200646 h 223577"/>
                <a:gd name="csX46" fmla="*/ 188225 w 236476"/>
                <a:gd name="csY46" fmla="*/ 198735 h 223577"/>
                <a:gd name="csX47" fmla="*/ 187270 w 236476"/>
                <a:gd name="csY47" fmla="*/ 195869 h 223577"/>
                <a:gd name="csX48" fmla="*/ 186314 w 236476"/>
                <a:gd name="csY48" fmla="*/ 191092 h 223577"/>
                <a:gd name="csX49" fmla="*/ 182970 w 236476"/>
                <a:gd name="csY49" fmla="*/ 184881 h 223577"/>
                <a:gd name="csX50" fmla="*/ 181059 w 236476"/>
                <a:gd name="csY50" fmla="*/ 179149 h 223577"/>
                <a:gd name="csX51" fmla="*/ 179626 w 236476"/>
                <a:gd name="csY51" fmla="*/ 176282 h 223577"/>
                <a:gd name="csX52" fmla="*/ 177715 w 236476"/>
                <a:gd name="csY52" fmla="*/ 174849 h 223577"/>
                <a:gd name="csX53" fmla="*/ 171983 w 236476"/>
                <a:gd name="csY53" fmla="*/ 174849 h 223577"/>
                <a:gd name="csX54" fmla="*/ 165294 w 236476"/>
                <a:gd name="csY54" fmla="*/ 171027 h 223577"/>
                <a:gd name="csX55" fmla="*/ 165294 w 236476"/>
                <a:gd name="csY55" fmla="*/ 171027 h 223577"/>
                <a:gd name="csX56" fmla="*/ 165294 w 236476"/>
                <a:gd name="csY56" fmla="*/ 169116 h 223577"/>
                <a:gd name="csX57" fmla="*/ 166250 w 236476"/>
                <a:gd name="csY57" fmla="*/ 167683 h 223577"/>
                <a:gd name="csX58" fmla="*/ 165294 w 236476"/>
                <a:gd name="csY58" fmla="*/ 165772 h 223577"/>
                <a:gd name="csX59" fmla="*/ 164339 w 236476"/>
                <a:gd name="csY59" fmla="*/ 163861 h 223577"/>
                <a:gd name="csX60" fmla="*/ 162906 w 236476"/>
                <a:gd name="csY60" fmla="*/ 161950 h 223577"/>
                <a:gd name="csX61" fmla="*/ 161472 w 236476"/>
                <a:gd name="csY61" fmla="*/ 160995 h 223577"/>
                <a:gd name="csX62" fmla="*/ 158606 w 236476"/>
                <a:gd name="csY62" fmla="*/ 160995 h 223577"/>
                <a:gd name="csX63" fmla="*/ 157651 w 236476"/>
                <a:gd name="csY63" fmla="*/ 161950 h 223577"/>
                <a:gd name="csX64" fmla="*/ 153351 w 236476"/>
                <a:gd name="csY64" fmla="*/ 161950 h 223577"/>
                <a:gd name="csX65" fmla="*/ 155740 w 236476"/>
                <a:gd name="csY65" fmla="*/ 159084 h 223577"/>
                <a:gd name="csX66" fmla="*/ 155740 w 236476"/>
                <a:gd name="csY66" fmla="*/ 158128 h 223577"/>
                <a:gd name="csX67" fmla="*/ 152873 w 236476"/>
                <a:gd name="csY67" fmla="*/ 156695 h 223577"/>
                <a:gd name="csX68" fmla="*/ 148574 w 236476"/>
                <a:gd name="csY68" fmla="*/ 156695 h 223577"/>
                <a:gd name="csX69" fmla="*/ 148574 w 236476"/>
                <a:gd name="csY69" fmla="*/ 157651 h 223577"/>
                <a:gd name="csX70" fmla="*/ 147618 w 236476"/>
                <a:gd name="csY70" fmla="*/ 157651 h 223577"/>
                <a:gd name="csX71" fmla="*/ 147618 w 236476"/>
                <a:gd name="csY71" fmla="*/ 156217 h 223577"/>
                <a:gd name="csX72" fmla="*/ 143796 w 236476"/>
                <a:gd name="csY72" fmla="*/ 150007 h 223577"/>
                <a:gd name="csX73" fmla="*/ 141408 w 236476"/>
                <a:gd name="csY73" fmla="*/ 147618 h 223577"/>
                <a:gd name="csX74" fmla="*/ 137586 w 236476"/>
                <a:gd name="csY74" fmla="*/ 147618 h 223577"/>
                <a:gd name="csX75" fmla="*/ 133764 w 236476"/>
                <a:gd name="csY75" fmla="*/ 146663 h 223577"/>
                <a:gd name="csX76" fmla="*/ 129942 w 236476"/>
                <a:gd name="csY76" fmla="*/ 146663 h 223577"/>
                <a:gd name="csX77" fmla="*/ 128031 w 236476"/>
                <a:gd name="csY77" fmla="*/ 147618 h 223577"/>
                <a:gd name="csX78" fmla="*/ 127076 w 236476"/>
                <a:gd name="csY78" fmla="*/ 147618 h 223577"/>
                <a:gd name="csX79" fmla="*/ 127076 w 236476"/>
                <a:gd name="csY79" fmla="*/ 146185 h 223577"/>
                <a:gd name="csX80" fmla="*/ 123732 w 236476"/>
                <a:gd name="csY80" fmla="*/ 143796 h 223577"/>
                <a:gd name="csX81" fmla="*/ 119432 w 236476"/>
                <a:gd name="csY81" fmla="*/ 142363 h 223577"/>
                <a:gd name="csX82" fmla="*/ 110833 w 236476"/>
                <a:gd name="csY82" fmla="*/ 134242 h 223577"/>
                <a:gd name="csX83" fmla="*/ 108445 w 236476"/>
                <a:gd name="csY83" fmla="*/ 130898 h 223577"/>
                <a:gd name="csX84" fmla="*/ 103189 w 236476"/>
                <a:gd name="csY84" fmla="*/ 127554 h 223577"/>
                <a:gd name="csX85" fmla="*/ 99845 w 236476"/>
                <a:gd name="csY85" fmla="*/ 122776 h 223577"/>
                <a:gd name="csX86" fmla="*/ 96979 w 236476"/>
                <a:gd name="csY86" fmla="*/ 120865 h 223577"/>
                <a:gd name="csX87" fmla="*/ 93157 w 236476"/>
                <a:gd name="csY87" fmla="*/ 119432 h 223577"/>
                <a:gd name="csX88" fmla="*/ 92202 w 236476"/>
                <a:gd name="csY88" fmla="*/ 119432 h 223577"/>
                <a:gd name="csX89" fmla="*/ 91246 w 236476"/>
                <a:gd name="csY89" fmla="*/ 120388 h 223577"/>
                <a:gd name="csX90" fmla="*/ 89335 w 236476"/>
                <a:gd name="csY90" fmla="*/ 120388 h 223577"/>
                <a:gd name="csX91" fmla="*/ 90291 w 236476"/>
                <a:gd name="csY91" fmla="*/ 120388 h 223577"/>
                <a:gd name="csX92" fmla="*/ 91246 w 236476"/>
                <a:gd name="csY92" fmla="*/ 119432 h 223577"/>
                <a:gd name="csX93" fmla="*/ 91246 w 236476"/>
                <a:gd name="csY93" fmla="*/ 117521 h 223577"/>
                <a:gd name="csX94" fmla="*/ 86469 w 236476"/>
                <a:gd name="csY94" fmla="*/ 112744 h 223577"/>
                <a:gd name="csX95" fmla="*/ 83603 w 236476"/>
                <a:gd name="csY95" fmla="*/ 111311 h 223577"/>
                <a:gd name="csX96" fmla="*/ 82647 w 236476"/>
                <a:gd name="csY96" fmla="*/ 110355 h 223577"/>
                <a:gd name="csX97" fmla="*/ 82647 w 236476"/>
                <a:gd name="csY97" fmla="*/ 108922 h 223577"/>
                <a:gd name="csX98" fmla="*/ 81692 w 236476"/>
                <a:gd name="csY98" fmla="*/ 107967 h 223577"/>
                <a:gd name="csX99" fmla="*/ 77870 w 236476"/>
                <a:gd name="csY99" fmla="*/ 107967 h 223577"/>
                <a:gd name="csX100" fmla="*/ 77870 w 236476"/>
                <a:gd name="csY100" fmla="*/ 101756 h 223577"/>
                <a:gd name="csX101" fmla="*/ 76437 w 236476"/>
                <a:gd name="csY101" fmla="*/ 97457 h 223577"/>
                <a:gd name="csX102" fmla="*/ 74048 w 236476"/>
                <a:gd name="csY102" fmla="*/ 94112 h 223577"/>
                <a:gd name="csX103" fmla="*/ 72615 w 236476"/>
                <a:gd name="csY103" fmla="*/ 85513 h 223577"/>
                <a:gd name="csX104" fmla="*/ 71659 w 236476"/>
                <a:gd name="csY104" fmla="*/ 83125 h 223577"/>
                <a:gd name="csX105" fmla="*/ 68793 w 236476"/>
                <a:gd name="csY105" fmla="*/ 81214 h 223577"/>
                <a:gd name="csX106" fmla="*/ 62582 w 236476"/>
                <a:gd name="csY106" fmla="*/ 79303 h 223577"/>
                <a:gd name="csX107" fmla="*/ 53983 w 236476"/>
                <a:gd name="csY107" fmla="*/ 73570 h 223577"/>
                <a:gd name="csX108" fmla="*/ 52072 w 236476"/>
                <a:gd name="csY108" fmla="*/ 73570 h 223577"/>
                <a:gd name="csX109" fmla="*/ 46817 w 236476"/>
                <a:gd name="csY109" fmla="*/ 71182 h 223577"/>
                <a:gd name="csX110" fmla="*/ 43473 w 236476"/>
                <a:gd name="csY110" fmla="*/ 71182 h 223577"/>
                <a:gd name="csX111" fmla="*/ 39174 w 236476"/>
                <a:gd name="csY111" fmla="*/ 72615 h 223577"/>
                <a:gd name="csX112" fmla="*/ 33919 w 236476"/>
                <a:gd name="csY112" fmla="*/ 77870 h 223577"/>
                <a:gd name="csX113" fmla="*/ 29619 w 236476"/>
                <a:gd name="csY113" fmla="*/ 83603 h 223577"/>
                <a:gd name="csX114" fmla="*/ 28186 w 236476"/>
                <a:gd name="csY114" fmla="*/ 84558 h 223577"/>
                <a:gd name="csX115" fmla="*/ 22931 w 236476"/>
                <a:gd name="csY115" fmla="*/ 86469 h 223577"/>
                <a:gd name="csX116" fmla="*/ 18154 w 236476"/>
                <a:gd name="csY116" fmla="*/ 87424 h 223577"/>
                <a:gd name="csX117" fmla="*/ 18154 w 236476"/>
                <a:gd name="csY117" fmla="*/ 85036 h 223577"/>
                <a:gd name="csX118" fmla="*/ 19109 w 236476"/>
                <a:gd name="csY118" fmla="*/ 84080 h 223577"/>
                <a:gd name="csX119" fmla="*/ 20542 w 236476"/>
                <a:gd name="csY119" fmla="*/ 82647 h 223577"/>
                <a:gd name="csX120" fmla="*/ 21498 w 236476"/>
                <a:gd name="csY120" fmla="*/ 80736 h 223577"/>
                <a:gd name="csX121" fmla="*/ 21498 w 236476"/>
                <a:gd name="csY121" fmla="*/ 76914 h 223577"/>
                <a:gd name="csX122" fmla="*/ 20065 w 236476"/>
                <a:gd name="csY122" fmla="*/ 76914 h 223577"/>
                <a:gd name="csX123" fmla="*/ 15287 w 236476"/>
                <a:gd name="csY123" fmla="*/ 77870 h 223577"/>
                <a:gd name="csX124" fmla="*/ 14332 w 236476"/>
                <a:gd name="csY124" fmla="*/ 77870 h 223577"/>
                <a:gd name="csX125" fmla="*/ 10988 w 236476"/>
                <a:gd name="csY125" fmla="*/ 75959 h 223577"/>
                <a:gd name="csX126" fmla="*/ 7166 w 236476"/>
                <a:gd name="csY126" fmla="*/ 74048 h 223577"/>
                <a:gd name="csX127" fmla="*/ 5733 w 236476"/>
                <a:gd name="csY127" fmla="*/ 72615 h 223577"/>
                <a:gd name="csX128" fmla="*/ 5733 w 236476"/>
                <a:gd name="csY128" fmla="*/ 72615 h 223577"/>
                <a:gd name="csX129" fmla="*/ 5733 w 236476"/>
                <a:gd name="csY129" fmla="*/ 71182 h 223577"/>
                <a:gd name="csX130" fmla="*/ 5733 w 236476"/>
                <a:gd name="csY130" fmla="*/ 71182 h 223577"/>
                <a:gd name="csX131" fmla="*/ 5733 w 236476"/>
                <a:gd name="csY131" fmla="*/ 70226 h 223577"/>
                <a:gd name="csX132" fmla="*/ 5733 w 236476"/>
                <a:gd name="csY132" fmla="*/ 70226 h 223577"/>
                <a:gd name="csX133" fmla="*/ 5733 w 236476"/>
                <a:gd name="csY133" fmla="*/ 69271 h 223577"/>
                <a:gd name="csX134" fmla="*/ 5733 w 236476"/>
                <a:gd name="csY134" fmla="*/ 69271 h 223577"/>
                <a:gd name="csX135" fmla="*/ 4777 w 236476"/>
                <a:gd name="csY135" fmla="*/ 67837 h 223577"/>
                <a:gd name="csX136" fmla="*/ 4777 w 236476"/>
                <a:gd name="csY136" fmla="*/ 66404 h 223577"/>
                <a:gd name="csX137" fmla="*/ 4777 w 236476"/>
                <a:gd name="csY137" fmla="*/ 66404 h 223577"/>
                <a:gd name="csX138" fmla="*/ 5733 w 236476"/>
                <a:gd name="csY138" fmla="*/ 64971 h 223577"/>
                <a:gd name="csX139" fmla="*/ 5733 w 236476"/>
                <a:gd name="csY139" fmla="*/ 64016 h 223577"/>
                <a:gd name="csX140" fmla="*/ 7166 w 236476"/>
                <a:gd name="csY140" fmla="*/ 64016 h 223577"/>
                <a:gd name="csX141" fmla="*/ 7166 w 236476"/>
                <a:gd name="csY141" fmla="*/ 63060 h 223577"/>
                <a:gd name="csX142" fmla="*/ 7166 w 236476"/>
                <a:gd name="csY142" fmla="*/ 63060 h 223577"/>
                <a:gd name="csX143" fmla="*/ 6210 w 236476"/>
                <a:gd name="csY143" fmla="*/ 60194 h 223577"/>
                <a:gd name="csX144" fmla="*/ 6210 w 236476"/>
                <a:gd name="csY144" fmla="*/ 60194 h 223577"/>
                <a:gd name="csX145" fmla="*/ 6210 w 236476"/>
                <a:gd name="csY145" fmla="*/ 59238 h 223577"/>
                <a:gd name="csX146" fmla="*/ 3344 w 236476"/>
                <a:gd name="csY146" fmla="*/ 59238 h 223577"/>
                <a:gd name="csX147" fmla="*/ 1911 w 236476"/>
                <a:gd name="csY147" fmla="*/ 57805 h 223577"/>
                <a:gd name="csX148" fmla="*/ 1911 w 236476"/>
                <a:gd name="csY148" fmla="*/ 56372 h 223577"/>
                <a:gd name="csX149" fmla="*/ 1911 w 236476"/>
                <a:gd name="csY149" fmla="*/ 56372 h 223577"/>
                <a:gd name="csX150" fmla="*/ 1911 w 236476"/>
                <a:gd name="csY150" fmla="*/ 55417 h 223577"/>
                <a:gd name="csX151" fmla="*/ 0 w 236476"/>
                <a:gd name="csY151" fmla="*/ 54461 h 223577"/>
                <a:gd name="csX152" fmla="*/ 0 w 236476"/>
                <a:gd name="csY152" fmla="*/ 53028 h 223577"/>
                <a:gd name="csX153" fmla="*/ 956 w 236476"/>
                <a:gd name="csY153" fmla="*/ 53028 h 223577"/>
                <a:gd name="csX154" fmla="*/ 2866 w 236476"/>
                <a:gd name="csY154" fmla="*/ 52550 h 223577"/>
                <a:gd name="csX155" fmla="*/ 4299 w 236476"/>
                <a:gd name="csY155" fmla="*/ 52550 h 223577"/>
                <a:gd name="csX156" fmla="*/ 7166 w 236476"/>
                <a:gd name="csY156" fmla="*/ 50639 h 223577"/>
                <a:gd name="csX157" fmla="*/ 9077 w 236476"/>
                <a:gd name="csY157" fmla="*/ 50639 h 223577"/>
                <a:gd name="csX158" fmla="*/ 10032 w 236476"/>
                <a:gd name="csY158" fmla="*/ 47295 h 223577"/>
                <a:gd name="csX159" fmla="*/ 10032 w 236476"/>
                <a:gd name="csY159" fmla="*/ 46340 h 223577"/>
                <a:gd name="csX160" fmla="*/ 10988 w 236476"/>
                <a:gd name="csY160" fmla="*/ 45862 h 223577"/>
                <a:gd name="csX161" fmla="*/ 10988 w 236476"/>
                <a:gd name="csY161" fmla="*/ 45862 h 223577"/>
                <a:gd name="csX162" fmla="*/ 8599 w 236476"/>
                <a:gd name="csY162" fmla="*/ 43473 h 223577"/>
                <a:gd name="csX163" fmla="*/ 7644 w 236476"/>
                <a:gd name="csY163" fmla="*/ 41562 h 223577"/>
                <a:gd name="csX164" fmla="*/ 6210 w 236476"/>
                <a:gd name="csY164" fmla="*/ 39174 h 223577"/>
                <a:gd name="csX165" fmla="*/ 6210 w 236476"/>
                <a:gd name="csY165" fmla="*/ 39174 h 223577"/>
                <a:gd name="csX166" fmla="*/ 4777 w 236476"/>
                <a:gd name="csY166" fmla="*/ 38218 h 223577"/>
                <a:gd name="csX167" fmla="*/ 4777 w 236476"/>
                <a:gd name="csY167" fmla="*/ 35352 h 223577"/>
                <a:gd name="csX168" fmla="*/ 7644 w 236476"/>
                <a:gd name="csY168" fmla="*/ 33919 h 223577"/>
                <a:gd name="csX169" fmla="*/ 9077 w 236476"/>
                <a:gd name="csY169" fmla="*/ 32486 h 223577"/>
                <a:gd name="csX170" fmla="*/ 9077 w 236476"/>
                <a:gd name="csY170" fmla="*/ 32486 h 223577"/>
                <a:gd name="csX171" fmla="*/ 10510 w 236476"/>
                <a:gd name="csY171" fmla="*/ 33441 h 223577"/>
                <a:gd name="csX172" fmla="*/ 14332 w 236476"/>
                <a:gd name="csY172" fmla="*/ 32486 h 223577"/>
                <a:gd name="csX173" fmla="*/ 16721 w 236476"/>
                <a:gd name="csY173" fmla="*/ 31530 h 223577"/>
                <a:gd name="csX174" fmla="*/ 18631 w 236476"/>
                <a:gd name="csY174" fmla="*/ 30575 h 223577"/>
                <a:gd name="csX175" fmla="*/ 19587 w 236476"/>
                <a:gd name="csY175" fmla="*/ 30575 h 223577"/>
                <a:gd name="csX176" fmla="*/ 23409 w 236476"/>
                <a:gd name="csY176" fmla="*/ 32008 h 223577"/>
                <a:gd name="csX177" fmla="*/ 24842 w 236476"/>
                <a:gd name="csY177" fmla="*/ 32008 h 223577"/>
                <a:gd name="csX178" fmla="*/ 27708 w 236476"/>
                <a:gd name="csY178" fmla="*/ 29619 h 223577"/>
                <a:gd name="csX179" fmla="*/ 27708 w 236476"/>
                <a:gd name="csY179" fmla="*/ 28664 h 223577"/>
                <a:gd name="csX180" fmla="*/ 27708 w 236476"/>
                <a:gd name="csY180" fmla="*/ 28664 h 223577"/>
                <a:gd name="csX181" fmla="*/ 30097 w 236476"/>
                <a:gd name="csY181" fmla="*/ 25797 h 223577"/>
                <a:gd name="csX182" fmla="*/ 30097 w 236476"/>
                <a:gd name="csY182" fmla="*/ 25797 h 223577"/>
                <a:gd name="csX183" fmla="*/ 30097 w 236476"/>
                <a:gd name="csY183" fmla="*/ 24842 h 223577"/>
                <a:gd name="csX184" fmla="*/ 29141 w 236476"/>
                <a:gd name="csY184" fmla="*/ 22931 h 223577"/>
                <a:gd name="csX185" fmla="*/ 29141 w 236476"/>
                <a:gd name="csY185" fmla="*/ 22931 h 223577"/>
                <a:gd name="csX186" fmla="*/ 32008 w 236476"/>
                <a:gd name="csY186" fmla="*/ 20542 h 223577"/>
                <a:gd name="csX187" fmla="*/ 32008 w 236476"/>
                <a:gd name="csY187" fmla="*/ 20542 h 223577"/>
                <a:gd name="csX188" fmla="*/ 33441 w 236476"/>
                <a:gd name="csY188" fmla="*/ 19109 h 223577"/>
                <a:gd name="csX189" fmla="*/ 34874 w 236476"/>
                <a:gd name="csY189" fmla="*/ 18154 h 223577"/>
                <a:gd name="csX190" fmla="*/ 36307 w 236476"/>
                <a:gd name="csY190" fmla="*/ 18154 h 223577"/>
                <a:gd name="csX191" fmla="*/ 36307 w 236476"/>
                <a:gd name="csY191" fmla="*/ 22453 h 223577"/>
                <a:gd name="csX192" fmla="*/ 36307 w 236476"/>
                <a:gd name="csY192" fmla="*/ 22453 h 223577"/>
                <a:gd name="csX193" fmla="*/ 36307 w 236476"/>
                <a:gd name="csY193" fmla="*/ 23409 h 223577"/>
                <a:gd name="csX194" fmla="*/ 38696 w 236476"/>
                <a:gd name="csY194" fmla="*/ 25797 h 223577"/>
                <a:gd name="csX195" fmla="*/ 38696 w 236476"/>
                <a:gd name="csY195" fmla="*/ 25797 h 223577"/>
                <a:gd name="csX196" fmla="*/ 40129 w 236476"/>
                <a:gd name="csY196" fmla="*/ 27230 h 223577"/>
                <a:gd name="csX197" fmla="*/ 40129 w 236476"/>
                <a:gd name="csY197" fmla="*/ 27230 h 223577"/>
                <a:gd name="csX198" fmla="*/ 43473 w 236476"/>
                <a:gd name="csY198" fmla="*/ 28186 h 223577"/>
                <a:gd name="csX199" fmla="*/ 43473 w 236476"/>
                <a:gd name="csY199" fmla="*/ 28186 h 223577"/>
                <a:gd name="csX200" fmla="*/ 42518 w 236476"/>
                <a:gd name="csY200" fmla="*/ 30097 h 223577"/>
                <a:gd name="csX201" fmla="*/ 42518 w 236476"/>
                <a:gd name="csY201" fmla="*/ 30097 h 223577"/>
                <a:gd name="csX202" fmla="*/ 44429 w 236476"/>
                <a:gd name="csY202" fmla="*/ 32008 h 223577"/>
                <a:gd name="csX203" fmla="*/ 44429 w 236476"/>
                <a:gd name="csY203" fmla="*/ 32008 h 223577"/>
                <a:gd name="csX204" fmla="*/ 44429 w 236476"/>
                <a:gd name="csY204" fmla="*/ 33441 h 223577"/>
                <a:gd name="csX205" fmla="*/ 44429 w 236476"/>
                <a:gd name="csY205" fmla="*/ 33441 h 223577"/>
                <a:gd name="csX206" fmla="*/ 45384 w 236476"/>
                <a:gd name="csY206" fmla="*/ 34396 h 223577"/>
                <a:gd name="csX207" fmla="*/ 46817 w 236476"/>
                <a:gd name="csY207" fmla="*/ 34396 h 223577"/>
                <a:gd name="csX208" fmla="*/ 46817 w 236476"/>
                <a:gd name="csY208" fmla="*/ 32963 h 223577"/>
                <a:gd name="csX209" fmla="*/ 46817 w 236476"/>
                <a:gd name="csY209" fmla="*/ 32963 h 223577"/>
                <a:gd name="csX210" fmla="*/ 46817 w 236476"/>
                <a:gd name="csY210" fmla="*/ 29141 h 223577"/>
                <a:gd name="csX211" fmla="*/ 46817 w 236476"/>
                <a:gd name="csY211" fmla="*/ 29141 h 223577"/>
                <a:gd name="csX212" fmla="*/ 46817 w 236476"/>
                <a:gd name="csY212" fmla="*/ 28186 h 223577"/>
                <a:gd name="csX213" fmla="*/ 47773 w 236476"/>
                <a:gd name="csY213" fmla="*/ 26753 h 223577"/>
                <a:gd name="csX214" fmla="*/ 47773 w 236476"/>
                <a:gd name="csY214" fmla="*/ 26753 h 223577"/>
                <a:gd name="csX215" fmla="*/ 50639 w 236476"/>
                <a:gd name="csY215" fmla="*/ 23886 h 223577"/>
                <a:gd name="csX216" fmla="*/ 51595 w 236476"/>
                <a:gd name="csY216" fmla="*/ 21975 h 223577"/>
                <a:gd name="csX217" fmla="*/ 51595 w 236476"/>
                <a:gd name="csY217" fmla="*/ 16721 h 223577"/>
                <a:gd name="csX218" fmla="*/ 52550 w 236476"/>
                <a:gd name="csY218" fmla="*/ 16721 h 223577"/>
                <a:gd name="csX219" fmla="*/ 54461 w 236476"/>
                <a:gd name="csY219" fmla="*/ 16721 h 223577"/>
                <a:gd name="csX220" fmla="*/ 54461 w 236476"/>
                <a:gd name="csY220" fmla="*/ 16721 h 223577"/>
                <a:gd name="csX221" fmla="*/ 54461 w 236476"/>
                <a:gd name="csY221" fmla="*/ 18154 h 223577"/>
                <a:gd name="csX222" fmla="*/ 54461 w 236476"/>
                <a:gd name="csY222" fmla="*/ 18154 h 223577"/>
                <a:gd name="csX223" fmla="*/ 55416 w 236476"/>
                <a:gd name="csY223" fmla="*/ 20542 h 223577"/>
                <a:gd name="csX224" fmla="*/ 56372 w 236476"/>
                <a:gd name="csY224" fmla="*/ 21498 h 223577"/>
                <a:gd name="csX225" fmla="*/ 58283 w 236476"/>
                <a:gd name="csY225" fmla="*/ 21498 h 223577"/>
                <a:gd name="csX226" fmla="*/ 61149 w 236476"/>
                <a:gd name="csY226" fmla="*/ 20064 h 223577"/>
                <a:gd name="csX227" fmla="*/ 63060 w 236476"/>
                <a:gd name="csY227" fmla="*/ 20064 h 223577"/>
                <a:gd name="csX228" fmla="*/ 64016 w 236476"/>
                <a:gd name="csY228" fmla="*/ 20064 h 223577"/>
                <a:gd name="csX229" fmla="*/ 64016 w 236476"/>
                <a:gd name="csY229" fmla="*/ 21020 h 223577"/>
                <a:gd name="csX230" fmla="*/ 65927 w 236476"/>
                <a:gd name="csY230" fmla="*/ 23409 h 223577"/>
                <a:gd name="csX231" fmla="*/ 67838 w 236476"/>
                <a:gd name="csY231" fmla="*/ 23409 h 223577"/>
                <a:gd name="csX232" fmla="*/ 67838 w 236476"/>
                <a:gd name="csY232" fmla="*/ 20542 h 223577"/>
                <a:gd name="csX233" fmla="*/ 67838 w 236476"/>
                <a:gd name="csY233" fmla="*/ 20542 h 223577"/>
                <a:gd name="csX234" fmla="*/ 67838 w 236476"/>
                <a:gd name="csY234" fmla="*/ 18631 h 223577"/>
                <a:gd name="csX235" fmla="*/ 66404 w 236476"/>
                <a:gd name="csY235" fmla="*/ 17676 h 223577"/>
                <a:gd name="csX236" fmla="*/ 66404 w 236476"/>
                <a:gd name="csY236" fmla="*/ 16721 h 223577"/>
                <a:gd name="csX237" fmla="*/ 66404 w 236476"/>
                <a:gd name="csY237" fmla="*/ 16721 h 223577"/>
                <a:gd name="csX238" fmla="*/ 66404 w 236476"/>
                <a:gd name="csY238" fmla="*/ 14809 h 223577"/>
                <a:gd name="csX239" fmla="*/ 67360 w 236476"/>
                <a:gd name="csY239" fmla="*/ 13376 h 223577"/>
                <a:gd name="csX240" fmla="*/ 69271 w 236476"/>
                <a:gd name="csY240" fmla="*/ 13376 h 223577"/>
                <a:gd name="csX241" fmla="*/ 70704 w 236476"/>
                <a:gd name="csY241" fmla="*/ 14332 h 223577"/>
                <a:gd name="csX242" fmla="*/ 72615 w 236476"/>
                <a:gd name="csY242" fmla="*/ 14332 h 223577"/>
                <a:gd name="csX243" fmla="*/ 74048 w 236476"/>
                <a:gd name="csY243" fmla="*/ 14809 h 223577"/>
                <a:gd name="csX244" fmla="*/ 74048 w 236476"/>
                <a:gd name="csY244" fmla="*/ 12898 h 223577"/>
                <a:gd name="csX245" fmla="*/ 74048 w 236476"/>
                <a:gd name="csY245" fmla="*/ 12898 h 223577"/>
                <a:gd name="csX246" fmla="*/ 73093 w 236476"/>
                <a:gd name="csY246" fmla="*/ 11465 h 223577"/>
                <a:gd name="csX247" fmla="*/ 73093 w 236476"/>
                <a:gd name="csY247" fmla="*/ 9555 h 223577"/>
                <a:gd name="csX248" fmla="*/ 74048 w 236476"/>
                <a:gd name="csY248" fmla="*/ 6210 h 223577"/>
                <a:gd name="csX249" fmla="*/ 78825 w 236476"/>
                <a:gd name="csY249" fmla="*/ 6210 h 223577"/>
                <a:gd name="csX250" fmla="*/ 80258 w 236476"/>
                <a:gd name="csY250" fmla="*/ 7644 h 223577"/>
                <a:gd name="csX251" fmla="*/ 81692 w 236476"/>
                <a:gd name="csY251" fmla="*/ 7644 h 223577"/>
                <a:gd name="csX252" fmla="*/ 83603 w 236476"/>
                <a:gd name="csY252" fmla="*/ 8121 h 223577"/>
                <a:gd name="csX253" fmla="*/ 85036 w 236476"/>
                <a:gd name="csY253" fmla="*/ 8121 h 223577"/>
                <a:gd name="csX254" fmla="*/ 85036 w 236476"/>
                <a:gd name="csY254" fmla="*/ 7166 h 223577"/>
                <a:gd name="csX255" fmla="*/ 85036 w 236476"/>
                <a:gd name="csY255" fmla="*/ 7166 h 223577"/>
                <a:gd name="csX256" fmla="*/ 85991 w 236476"/>
                <a:gd name="csY256" fmla="*/ 5733 h 223577"/>
                <a:gd name="csX257" fmla="*/ 87424 w 236476"/>
                <a:gd name="csY257" fmla="*/ 3822 h 223577"/>
                <a:gd name="csX258" fmla="*/ 89335 w 236476"/>
                <a:gd name="csY258" fmla="*/ 2866 h 223577"/>
                <a:gd name="csX259" fmla="*/ 95068 w 236476"/>
                <a:gd name="csY259" fmla="*/ 2866 h 223577"/>
                <a:gd name="csX260" fmla="*/ 98412 w 236476"/>
                <a:gd name="csY260" fmla="*/ 2389 h 223577"/>
                <a:gd name="csX261" fmla="*/ 99845 w 236476"/>
                <a:gd name="csY261" fmla="*/ 2389 h 223577"/>
                <a:gd name="csX262" fmla="*/ 103667 w 236476"/>
                <a:gd name="csY262" fmla="*/ 955 h 223577"/>
                <a:gd name="csX263" fmla="*/ 107489 w 236476"/>
                <a:gd name="csY263" fmla="*/ 0 h 223577"/>
                <a:gd name="csX264" fmla="*/ 107489 w 236476"/>
                <a:gd name="csY264" fmla="*/ 0 h 223577"/>
                <a:gd name="csX265" fmla="*/ 107489 w 236476"/>
                <a:gd name="csY265" fmla="*/ 955 h 223577"/>
                <a:gd name="csX266" fmla="*/ 107489 w 236476"/>
                <a:gd name="csY266" fmla="*/ 955 h 223577"/>
                <a:gd name="csX267" fmla="*/ 106534 w 236476"/>
                <a:gd name="csY267" fmla="*/ 1911 h 223577"/>
                <a:gd name="csX268" fmla="*/ 106534 w 236476"/>
                <a:gd name="csY268" fmla="*/ 1911 h 223577"/>
                <a:gd name="csX269" fmla="*/ 106534 w 236476"/>
                <a:gd name="csY269" fmla="*/ 3344 h 223577"/>
                <a:gd name="csX270" fmla="*/ 108922 w 236476"/>
                <a:gd name="csY270" fmla="*/ 6210 h 223577"/>
                <a:gd name="csX271" fmla="*/ 110355 w 236476"/>
                <a:gd name="csY271" fmla="*/ 8121 h 223577"/>
                <a:gd name="csX272" fmla="*/ 111311 w 236476"/>
                <a:gd name="csY272" fmla="*/ 9555 h 223577"/>
                <a:gd name="csX273" fmla="*/ 111311 w 236476"/>
                <a:gd name="csY273" fmla="*/ 9555 h 223577"/>
                <a:gd name="csX274" fmla="*/ 113222 w 236476"/>
                <a:gd name="csY274" fmla="*/ 10510 h 223577"/>
                <a:gd name="csX275" fmla="*/ 115611 w 236476"/>
                <a:gd name="csY275" fmla="*/ 10510 h 223577"/>
                <a:gd name="csX276" fmla="*/ 117521 w 236476"/>
                <a:gd name="csY276" fmla="*/ 10988 h 223577"/>
                <a:gd name="csX277" fmla="*/ 119432 w 236476"/>
                <a:gd name="csY277" fmla="*/ 11943 h 223577"/>
                <a:gd name="csX278" fmla="*/ 126598 w 236476"/>
                <a:gd name="csY278" fmla="*/ 13376 h 223577"/>
                <a:gd name="csX279" fmla="*/ 133286 w 236476"/>
                <a:gd name="csY279" fmla="*/ 13376 h 223577"/>
                <a:gd name="csX280" fmla="*/ 137586 w 236476"/>
                <a:gd name="csY280" fmla="*/ 14332 h 223577"/>
                <a:gd name="csX281" fmla="*/ 137586 w 236476"/>
                <a:gd name="csY281" fmla="*/ 14332 h 223577"/>
                <a:gd name="csX282" fmla="*/ 137586 w 236476"/>
                <a:gd name="csY282" fmla="*/ 15765 h 223577"/>
                <a:gd name="csX283" fmla="*/ 136153 w 236476"/>
                <a:gd name="csY283" fmla="*/ 15765 h 223577"/>
                <a:gd name="csX284" fmla="*/ 134720 w 236476"/>
                <a:gd name="csY284" fmla="*/ 16721 h 223577"/>
                <a:gd name="csX285" fmla="*/ 132809 w 236476"/>
                <a:gd name="csY285" fmla="*/ 18154 h 223577"/>
                <a:gd name="csX286" fmla="*/ 131376 w 236476"/>
                <a:gd name="csY286" fmla="*/ 19587 h 223577"/>
                <a:gd name="csX287" fmla="*/ 131376 w 236476"/>
                <a:gd name="csY287" fmla="*/ 21975 h 223577"/>
                <a:gd name="csX288" fmla="*/ 133764 w 236476"/>
                <a:gd name="csY288" fmla="*/ 21975 h 223577"/>
                <a:gd name="csX289" fmla="*/ 135675 w 236476"/>
                <a:gd name="csY289" fmla="*/ 22453 h 223577"/>
                <a:gd name="csX290" fmla="*/ 135675 w 236476"/>
                <a:gd name="csY290" fmla="*/ 23409 h 223577"/>
                <a:gd name="csX291" fmla="*/ 135675 w 236476"/>
                <a:gd name="csY291" fmla="*/ 23409 h 223577"/>
                <a:gd name="csX292" fmla="*/ 134242 w 236476"/>
                <a:gd name="csY292" fmla="*/ 25320 h 223577"/>
                <a:gd name="csX293" fmla="*/ 133286 w 236476"/>
                <a:gd name="csY293" fmla="*/ 26753 h 223577"/>
                <a:gd name="csX294" fmla="*/ 133286 w 236476"/>
                <a:gd name="csY294" fmla="*/ 27708 h 223577"/>
                <a:gd name="csX295" fmla="*/ 133286 w 236476"/>
                <a:gd name="csY295" fmla="*/ 27708 h 223577"/>
                <a:gd name="csX296" fmla="*/ 135197 w 236476"/>
                <a:gd name="csY296" fmla="*/ 28186 h 223577"/>
                <a:gd name="csX297" fmla="*/ 135197 w 236476"/>
                <a:gd name="csY297" fmla="*/ 28186 h 223577"/>
                <a:gd name="csX298" fmla="*/ 134242 w 236476"/>
                <a:gd name="csY298" fmla="*/ 31530 h 223577"/>
                <a:gd name="csX299" fmla="*/ 134242 w 236476"/>
                <a:gd name="csY299" fmla="*/ 31530 h 223577"/>
                <a:gd name="csX300" fmla="*/ 135675 w 236476"/>
                <a:gd name="csY300" fmla="*/ 32486 h 223577"/>
                <a:gd name="csX301" fmla="*/ 136631 w 236476"/>
                <a:gd name="csY301" fmla="*/ 33441 h 223577"/>
                <a:gd name="csX302" fmla="*/ 139019 w 236476"/>
                <a:gd name="csY302" fmla="*/ 35352 h 223577"/>
                <a:gd name="csX303" fmla="*/ 139975 w 236476"/>
                <a:gd name="csY303" fmla="*/ 37263 h 223577"/>
                <a:gd name="csX304" fmla="*/ 139975 w 236476"/>
                <a:gd name="csY304" fmla="*/ 37263 h 223577"/>
                <a:gd name="csX305" fmla="*/ 138542 w 236476"/>
                <a:gd name="csY305" fmla="*/ 38218 h 223577"/>
                <a:gd name="csX306" fmla="*/ 137586 w 236476"/>
                <a:gd name="csY306" fmla="*/ 38218 h 223577"/>
                <a:gd name="csX307" fmla="*/ 139019 w 236476"/>
                <a:gd name="csY307" fmla="*/ 37263 h 223577"/>
                <a:gd name="csX308" fmla="*/ 136153 w 236476"/>
                <a:gd name="csY308" fmla="*/ 33441 h 223577"/>
                <a:gd name="csX309" fmla="*/ 134720 w 236476"/>
                <a:gd name="csY309" fmla="*/ 33441 h 223577"/>
                <a:gd name="csX310" fmla="*/ 132809 w 236476"/>
                <a:gd name="csY310" fmla="*/ 34874 h 223577"/>
                <a:gd name="csX311" fmla="*/ 127554 w 236476"/>
                <a:gd name="csY311" fmla="*/ 33441 h 223577"/>
                <a:gd name="csX312" fmla="*/ 126598 w 236476"/>
                <a:gd name="csY312" fmla="*/ 33441 h 223577"/>
                <a:gd name="csX313" fmla="*/ 125643 w 236476"/>
                <a:gd name="csY313" fmla="*/ 35352 h 223577"/>
                <a:gd name="csX314" fmla="*/ 123732 w 236476"/>
                <a:gd name="csY314" fmla="*/ 36785 h 223577"/>
                <a:gd name="csX315" fmla="*/ 121343 w 236476"/>
                <a:gd name="csY315" fmla="*/ 37740 h 223577"/>
                <a:gd name="csX316" fmla="*/ 118477 w 236476"/>
                <a:gd name="csY316" fmla="*/ 39651 h 223577"/>
                <a:gd name="csX317" fmla="*/ 115611 w 236476"/>
                <a:gd name="csY317" fmla="*/ 41085 h 223577"/>
                <a:gd name="csX318" fmla="*/ 113222 w 236476"/>
                <a:gd name="csY318" fmla="*/ 42040 h 223577"/>
                <a:gd name="csX319" fmla="*/ 111789 w 236476"/>
                <a:gd name="csY319" fmla="*/ 42040 h 223577"/>
                <a:gd name="csX320" fmla="*/ 113700 w 236476"/>
                <a:gd name="csY320" fmla="*/ 40129 h 223577"/>
                <a:gd name="csX321" fmla="*/ 112744 w 236476"/>
                <a:gd name="csY321" fmla="*/ 40129 h 223577"/>
                <a:gd name="csX322" fmla="*/ 109878 w 236476"/>
                <a:gd name="csY322" fmla="*/ 41562 h 223577"/>
                <a:gd name="csX323" fmla="*/ 108445 w 236476"/>
                <a:gd name="csY323" fmla="*/ 42518 h 223577"/>
                <a:gd name="csX324" fmla="*/ 108445 w 236476"/>
                <a:gd name="csY324" fmla="*/ 44429 h 223577"/>
                <a:gd name="csX325" fmla="*/ 107489 w 236476"/>
                <a:gd name="csY325" fmla="*/ 47773 h 223577"/>
                <a:gd name="csX326" fmla="*/ 108445 w 236476"/>
                <a:gd name="csY326" fmla="*/ 48728 h 223577"/>
                <a:gd name="csX327" fmla="*/ 110355 w 236476"/>
                <a:gd name="csY327" fmla="*/ 53028 h 223577"/>
                <a:gd name="csX328" fmla="*/ 112744 w 236476"/>
                <a:gd name="csY328" fmla="*/ 54939 h 223577"/>
                <a:gd name="csX329" fmla="*/ 112744 w 236476"/>
                <a:gd name="csY329" fmla="*/ 56850 h 223577"/>
                <a:gd name="csX330" fmla="*/ 111789 w 236476"/>
                <a:gd name="csY330" fmla="*/ 58283 h 223577"/>
                <a:gd name="csX331" fmla="*/ 110355 w 236476"/>
                <a:gd name="csY331" fmla="*/ 59238 h 223577"/>
                <a:gd name="csX332" fmla="*/ 108922 w 236476"/>
                <a:gd name="csY332" fmla="*/ 58283 h 223577"/>
                <a:gd name="csX333" fmla="*/ 107967 w 236476"/>
                <a:gd name="csY333" fmla="*/ 58283 h 223577"/>
                <a:gd name="csX334" fmla="*/ 107967 w 236476"/>
                <a:gd name="csY334" fmla="*/ 68793 h 223577"/>
                <a:gd name="csX335" fmla="*/ 109878 w 236476"/>
                <a:gd name="csY335" fmla="*/ 74048 h 223577"/>
                <a:gd name="csX336" fmla="*/ 111789 w 236476"/>
                <a:gd name="csY336" fmla="*/ 76437 h 223577"/>
                <a:gd name="csX337" fmla="*/ 115611 w 236476"/>
                <a:gd name="csY337" fmla="*/ 79781 h 223577"/>
                <a:gd name="csX338" fmla="*/ 119910 w 236476"/>
                <a:gd name="csY338" fmla="*/ 81692 h 223577"/>
                <a:gd name="csX339" fmla="*/ 127554 w 236476"/>
                <a:gd name="csY339" fmla="*/ 87424 h 223577"/>
                <a:gd name="csX340" fmla="*/ 131853 w 236476"/>
                <a:gd name="csY340" fmla="*/ 89335 h 223577"/>
                <a:gd name="csX341" fmla="*/ 132809 w 236476"/>
                <a:gd name="csY341" fmla="*/ 90291 h 223577"/>
                <a:gd name="csX342" fmla="*/ 135197 w 236476"/>
                <a:gd name="csY342" fmla="*/ 95068 h 223577"/>
                <a:gd name="csX343" fmla="*/ 137586 w 236476"/>
                <a:gd name="csY343" fmla="*/ 100323 h 223577"/>
                <a:gd name="csX344" fmla="*/ 139975 w 236476"/>
                <a:gd name="csY344" fmla="*/ 108444 h 223577"/>
                <a:gd name="csX345" fmla="*/ 141886 w 236476"/>
                <a:gd name="csY345" fmla="*/ 112266 h 223577"/>
                <a:gd name="csX346" fmla="*/ 145230 w 236476"/>
                <a:gd name="csY346" fmla="*/ 116566 h 223577"/>
                <a:gd name="csX347" fmla="*/ 152396 w 236476"/>
                <a:gd name="csY347" fmla="*/ 122776 h 223577"/>
                <a:gd name="csX348" fmla="*/ 159084 w 236476"/>
                <a:gd name="csY348" fmla="*/ 127554 h 223577"/>
                <a:gd name="csX349" fmla="*/ 165294 w 236476"/>
                <a:gd name="csY349" fmla="*/ 130420 h 223577"/>
                <a:gd name="csX350" fmla="*/ 182970 w 236476"/>
                <a:gd name="csY350" fmla="*/ 130420 h 223577"/>
                <a:gd name="csX351" fmla="*/ 184881 w 236476"/>
                <a:gd name="csY351" fmla="*/ 131376 h 223577"/>
                <a:gd name="csX352" fmla="*/ 184881 w 236476"/>
                <a:gd name="csY352" fmla="*/ 134719 h 223577"/>
                <a:gd name="csX353" fmla="*/ 182493 w 236476"/>
                <a:gd name="csY353" fmla="*/ 136153 h 223577"/>
                <a:gd name="csX354" fmla="*/ 180104 w 236476"/>
                <a:gd name="csY354" fmla="*/ 138064 h 223577"/>
                <a:gd name="csX355" fmla="*/ 180104 w 236476"/>
                <a:gd name="csY355" fmla="*/ 140930 h 223577"/>
                <a:gd name="csX356" fmla="*/ 182015 w 236476"/>
                <a:gd name="csY356" fmla="*/ 142841 h 223577"/>
                <a:gd name="csX357" fmla="*/ 192525 w 236476"/>
                <a:gd name="csY357" fmla="*/ 147618 h 223577"/>
                <a:gd name="csX358" fmla="*/ 203513 w 236476"/>
                <a:gd name="csY358" fmla="*/ 151918 h 223577"/>
                <a:gd name="csX359" fmla="*/ 206857 w 236476"/>
                <a:gd name="csY359" fmla="*/ 153829 h 223577"/>
                <a:gd name="csX360" fmla="*/ 210679 w 236476"/>
                <a:gd name="csY360" fmla="*/ 157173 h 223577"/>
                <a:gd name="csX361" fmla="*/ 220233 w 236476"/>
                <a:gd name="csY361" fmla="*/ 161473 h 223577"/>
                <a:gd name="csX362" fmla="*/ 221666 w 236476"/>
                <a:gd name="csY362" fmla="*/ 163861 h 223577"/>
                <a:gd name="csX363" fmla="*/ 227399 w 236476"/>
                <a:gd name="csY363" fmla="*/ 168638 h 223577"/>
                <a:gd name="csX364" fmla="*/ 230266 w 236476"/>
                <a:gd name="csY364" fmla="*/ 171983 h 223577"/>
                <a:gd name="csX365" fmla="*/ 236476 w 236476"/>
                <a:gd name="csY365" fmla="*/ 169116 h 223577"/>
                <a:gd name="csX366" fmla="*/ 236476 w 236476"/>
                <a:gd name="csY366" fmla="*/ 169116 h 223577"/>
                <a:gd name="csX367" fmla="*/ 118477 w 236476"/>
                <a:gd name="csY367" fmla="*/ 77870 h 223577"/>
                <a:gd name="csX368" fmla="*/ 118477 w 236476"/>
                <a:gd name="csY368" fmla="*/ 76914 h 223577"/>
                <a:gd name="csX369" fmla="*/ 117044 w 236476"/>
                <a:gd name="csY369" fmla="*/ 76914 h 223577"/>
                <a:gd name="csX370" fmla="*/ 116088 w 236476"/>
                <a:gd name="csY370" fmla="*/ 78347 h 223577"/>
                <a:gd name="csX371" fmla="*/ 116088 w 236476"/>
                <a:gd name="csY371" fmla="*/ 79303 h 223577"/>
                <a:gd name="csX372" fmla="*/ 117999 w 236476"/>
                <a:gd name="csY372" fmla="*/ 79303 h 223577"/>
                <a:gd name="csX373" fmla="*/ 117999 w 236476"/>
                <a:gd name="csY373" fmla="*/ 77870 h 223577"/>
                <a:gd name="csX374" fmla="*/ 118477 w 236476"/>
                <a:gd name="csY374" fmla="*/ 77870 h 2235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</a:cxnLst>
              <a:rect l="l" t="t" r="r" b="b"/>
              <a:pathLst>
                <a:path w="236476" h="223577">
                  <a:moveTo>
                    <a:pt x="236476" y="169116"/>
                  </a:moveTo>
                  <a:lnTo>
                    <a:pt x="236476" y="171983"/>
                  </a:lnTo>
                  <a:lnTo>
                    <a:pt x="235521" y="174849"/>
                  </a:lnTo>
                  <a:lnTo>
                    <a:pt x="235521" y="176760"/>
                  </a:lnTo>
                  <a:lnTo>
                    <a:pt x="234087" y="178671"/>
                  </a:lnTo>
                  <a:lnTo>
                    <a:pt x="231699" y="177715"/>
                  </a:lnTo>
                  <a:lnTo>
                    <a:pt x="228832" y="175804"/>
                  </a:lnTo>
                  <a:lnTo>
                    <a:pt x="224533" y="167683"/>
                  </a:lnTo>
                  <a:lnTo>
                    <a:pt x="216889" y="166727"/>
                  </a:lnTo>
                  <a:lnTo>
                    <a:pt x="215456" y="166727"/>
                  </a:lnTo>
                  <a:lnTo>
                    <a:pt x="212590" y="164817"/>
                  </a:lnTo>
                  <a:lnTo>
                    <a:pt x="212590" y="163861"/>
                  </a:lnTo>
                  <a:lnTo>
                    <a:pt x="211634" y="162906"/>
                  </a:lnTo>
                  <a:lnTo>
                    <a:pt x="207812" y="162906"/>
                  </a:lnTo>
                  <a:lnTo>
                    <a:pt x="205901" y="163861"/>
                  </a:lnTo>
                  <a:lnTo>
                    <a:pt x="203513" y="167205"/>
                  </a:lnTo>
                  <a:lnTo>
                    <a:pt x="200646" y="171505"/>
                  </a:lnTo>
                  <a:lnTo>
                    <a:pt x="197780" y="178193"/>
                  </a:lnTo>
                  <a:lnTo>
                    <a:pt x="197780" y="181059"/>
                  </a:lnTo>
                  <a:lnTo>
                    <a:pt x="199213" y="183448"/>
                  </a:lnTo>
                  <a:lnTo>
                    <a:pt x="203513" y="184881"/>
                  </a:lnTo>
                  <a:lnTo>
                    <a:pt x="206857" y="187270"/>
                  </a:lnTo>
                  <a:lnTo>
                    <a:pt x="209245" y="189658"/>
                  </a:lnTo>
                  <a:lnTo>
                    <a:pt x="209245" y="195391"/>
                  </a:lnTo>
                  <a:lnTo>
                    <a:pt x="210201" y="198735"/>
                  </a:lnTo>
                  <a:lnTo>
                    <a:pt x="208768" y="200646"/>
                  </a:lnTo>
                  <a:lnTo>
                    <a:pt x="205901" y="200646"/>
                  </a:lnTo>
                  <a:lnTo>
                    <a:pt x="202079" y="201602"/>
                  </a:lnTo>
                  <a:lnTo>
                    <a:pt x="199213" y="203513"/>
                  </a:lnTo>
                  <a:lnTo>
                    <a:pt x="198258" y="205424"/>
                  </a:lnTo>
                  <a:lnTo>
                    <a:pt x="198258" y="212590"/>
                  </a:lnTo>
                  <a:lnTo>
                    <a:pt x="193003" y="216411"/>
                  </a:lnTo>
                  <a:lnTo>
                    <a:pt x="190136" y="220233"/>
                  </a:lnTo>
                  <a:lnTo>
                    <a:pt x="190136" y="221666"/>
                  </a:lnTo>
                  <a:lnTo>
                    <a:pt x="188225" y="223577"/>
                  </a:lnTo>
                  <a:lnTo>
                    <a:pt x="181537" y="223577"/>
                  </a:lnTo>
                  <a:lnTo>
                    <a:pt x="180104" y="221666"/>
                  </a:lnTo>
                  <a:lnTo>
                    <a:pt x="180104" y="218322"/>
                  </a:lnTo>
                  <a:lnTo>
                    <a:pt x="181059" y="216411"/>
                  </a:lnTo>
                  <a:lnTo>
                    <a:pt x="183448" y="215456"/>
                  </a:lnTo>
                  <a:lnTo>
                    <a:pt x="184881" y="211156"/>
                  </a:lnTo>
                  <a:lnTo>
                    <a:pt x="184881" y="206857"/>
                  </a:lnTo>
                  <a:lnTo>
                    <a:pt x="185837" y="205901"/>
                  </a:lnTo>
                  <a:lnTo>
                    <a:pt x="187748" y="205901"/>
                  </a:lnTo>
                  <a:lnTo>
                    <a:pt x="190136" y="204946"/>
                  </a:lnTo>
                  <a:lnTo>
                    <a:pt x="190136" y="200646"/>
                  </a:lnTo>
                  <a:lnTo>
                    <a:pt x="188225" y="198735"/>
                  </a:lnTo>
                  <a:lnTo>
                    <a:pt x="187270" y="195869"/>
                  </a:lnTo>
                  <a:lnTo>
                    <a:pt x="186314" y="191092"/>
                  </a:lnTo>
                  <a:lnTo>
                    <a:pt x="182970" y="184881"/>
                  </a:lnTo>
                  <a:lnTo>
                    <a:pt x="181059" y="179149"/>
                  </a:lnTo>
                  <a:lnTo>
                    <a:pt x="179626" y="176282"/>
                  </a:lnTo>
                  <a:lnTo>
                    <a:pt x="177715" y="174849"/>
                  </a:lnTo>
                  <a:lnTo>
                    <a:pt x="171983" y="174849"/>
                  </a:lnTo>
                  <a:lnTo>
                    <a:pt x="165294" y="171027"/>
                  </a:lnTo>
                  <a:lnTo>
                    <a:pt x="165294" y="171027"/>
                  </a:lnTo>
                  <a:lnTo>
                    <a:pt x="165294" y="169116"/>
                  </a:lnTo>
                  <a:lnTo>
                    <a:pt x="166250" y="167683"/>
                  </a:lnTo>
                  <a:lnTo>
                    <a:pt x="165294" y="165772"/>
                  </a:lnTo>
                  <a:lnTo>
                    <a:pt x="164339" y="163861"/>
                  </a:lnTo>
                  <a:lnTo>
                    <a:pt x="162906" y="161950"/>
                  </a:lnTo>
                  <a:lnTo>
                    <a:pt x="161472" y="160995"/>
                  </a:lnTo>
                  <a:lnTo>
                    <a:pt x="158606" y="160995"/>
                  </a:lnTo>
                  <a:lnTo>
                    <a:pt x="157651" y="161950"/>
                  </a:lnTo>
                  <a:lnTo>
                    <a:pt x="153351" y="161950"/>
                  </a:lnTo>
                  <a:lnTo>
                    <a:pt x="155740" y="159084"/>
                  </a:lnTo>
                  <a:lnTo>
                    <a:pt x="155740" y="158128"/>
                  </a:lnTo>
                  <a:lnTo>
                    <a:pt x="152873" y="156695"/>
                  </a:lnTo>
                  <a:lnTo>
                    <a:pt x="148574" y="156695"/>
                  </a:lnTo>
                  <a:lnTo>
                    <a:pt x="148574" y="157651"/>
                  </a:lnTo>
                  <a:lnTo>
                    <a:pt x="147618" y="157651"/>
                  </a:lnTo>
                  <a:lnTo>
                    <a:pt x="147618" y="156217"/>
                  </a:lnTo>
                  <a:lnTo>
                    <a:pt x="143796" y="150007"/>
                  </a:lnTo>
                  <a:lnTo>
                    <a:pt x="141408" y="147618"/>
                  </a:lnTo>
                  <a:lnTo>
                    <a:pt x="137586" y="147618"/>
                  </a:lnTo>
                  <a:lnTo>
                    <a:pt x="133764" y="146663"/>
                  </a:lnTo>
                  <a:lnTo>
                    <a:pt x="129942" y="146663"/>
                  </a:lnTo>
                  <a:lnTo>
                    <a:pt x="128031" y="147618"/>
                  </a:lnTo>
                  <a:lnTo>
                    <a:pt x="127076" y="147618"/>
                  </a:lnTo>
                  <a:lnTo>
                    <a:pt x="127076" y="146185"/>
                  </a:lnTo>
                  <a:lnTo>
                    <a:pt x="123732" y="143796"/>
                  </a:lnTo>
                  <a:lnTo>
                    <a:pt x="119432" y="142363"/>
                  </a:lnTo>
                  <a:lnTo>
                    <a:pt x="110833" y="134242"/>
                  </a:lnTo>
                  <a:lnTo>
                    <a:pt x="108445" y="130898"/>
                  </a:lnTo>
                  <a:lnTo>
                    <a:pt x="103189" y="127554"/>
                  </a:lnTo>
                  <a:lnTo>
                    <a:pt x="99845" y="122776"/>
                  </a:lnTo>
                  <a:lnTo>
                    <a:pt x="96979" y="120865"/>
                  </a:lnTo>
                  <a:lnTo>
                    <a:pt x="93157" y="119432"/>
                  </a:lnTo>
                  <a:lnTo>
                    <a:pt x="92202" y="119432"/>
                  </a:lnTo>
                  <a:lnTo>
                    <a:pt x="91246" y="120388"/>
                  </a:lnTo>
                  <a:lnTo>
                    <a:pt x="89335" y="120388"/>
                  </a:lnTo>
                  <a:lnTo>
                    <a:pt x="90291" y="120388"/>
                  </a:lnTo>
                  <a:lnTo>
                    <a:pt x="91246" y="119432"/>
                  </a:lnTo>
                  <a:lnTo>
                    <a:pt x="91246" y="117521"/>
                  </a:lnTo>
                  <a:lnTo>
                    <a:pt x="86469" y="112744"/>
                  </a:lnTo>
                  <a:lnTo>
                    <a:pt x="83603" y="111311"/>
                  </a:lnTo>
                  <a:lnTo>
                    <a:pt x="82647" y="110355"/>
                  </a:lnTo>
                  <a:lnTo>
                    <a:pt x="82647" y="108922"/>
                  </a:lnTo>
                  <a:lnTo>
                    <a:pt x="81692" y="107967"/>
                  </a:lnTo>
                  <a:lnTo>
                    <a:pt x="77870" y="107967"/>
                  </a:lnTo>
                  <a:lnTo>
                    <a:pt x="77870" y="101756"/>
                  </a:lnTo>
                  <a:lnTo>
                    <a:pt x="76437" y="97457"/>
                  </a:lnTo>
                  <a:lnTo>
                    <a:pt x="74048" y="94112"/>
                  </a:lnTo>
                  <a:lnTo>
                    <a:pt x="72615" y="85513"/>
                  </a:lnTo>
                  <a:lnTo>
                    <a:pt x="71659" y="83125"/>
                  </a:lnTo>
                  <a:lnTo>
                    <a:pt x="68793" y="81214"/>
                  </a:lnTo>
                  <a:lnTo>
                    <a:pt x="62582" y="79303"/>
                  </a:lnTo>
                  <a:lnTo>
                    <a:pt x="53983" y="73570"/>
                  </a:lnTo>
                  <a:lnTo>
                    <a:pt x="52072" y="73570"/>
                  </a:lnTo>
                  <a:lnTo>
                    <a:pt x="46817" y="71182"/>
                  </a:lnTo>
                  <a:lnTo>
                    <a:pt x="43473" y="71182"/>
                  </a:lnTo>
                  <a:lnTo>
                    <a:pt x="39174" y="72615"/>
                  </a:lnTo>
                  <a:lnTo>
                    <a:pt x="33919" y="77870"/>
                  </a:lnTo>
                  <a:lnTo>
                    <a:pt x="29619" y="83603"/>
                  </a:lnTo>
                  <a:lnTo>
                    <a:pt x="28186" y="84558"/>
                  </a:lnTo>
                  <a:lnTo>
                    <a:pt x="22931" y="86469"/>
                  </a:lnTo>
                  <a:lnTo>
                    <a:pt x="18154" y="87424"/>
                  </a:lnTo>
                  <a:lnTo>
                    <a:pt x="18154" y="85036"/>
                  </a:lnTo>
                  <a:lnTo>
                    <a:pt x="19109" y="84080"/>
                  </a:lnTo>
                  <a:lnTo>
                    <a:pt x="20542" y="82647"/>
                  </a:lnTo>
                  <a:lnTo>
                    <a:pt x="21498" y="80736"/>
                  </a:lnTo>
                  <a:lnTo>
                    <a:pt x="21498" y="76914"/>
                  </a:lnTo>
                  <a:lnTo>
                    <a:pt x="20065" y="76914"/>
                  </a:lnTo>
                  <a:lnTo>
                    <a:pt x="15287" y="77870"/>
                  </a:lnTo>
                  <a:lnTo>
                    <a:pt x="14332" y="77870"/>
                  </a:lnTo>
                  <a:lnTo>
                    <a:pt x="10988" y="75959"/>
                  </a:lnTo>
                  <a:lnTo>
                    <a:pt x="7166" y="74048"/>
                  </a:lnTo>
                  <a:lnTo>
                    <a:pt x="5733" y="72615"/>
                  </a:lnTo>
                  <a:lnTo>
                    <a:pt x="5733" y="72615"/>
                  </a:lnTo>
                  <a:lnTo>
                    <a:pt x="5733" y="71182"/>
                  </a:lnTo>
                  <a:lnTo>
                    <a:pt x="5733" y="71182"/>
                  </a:lnTo>
                  <a:lnTo>
                    <a:pt x="5733" y="70226"/>
                  </a:lnTo>
                  <a:lnTo>
                    <a:pt x="5733" y="70226"/>
                  </a:lnTo>
                  <a:lnTo>
                    <a:pt x="5733" y="69271"/>
                  </a:lnTo>
                  <a:lnTo>
                    <a:pt x="5733" y="69271"/>
                  </a:lnTo>
                  <a:lnTo>
                    <a:pt x="4777" y="67837"/>
                  </a:lnTo>
                  <a:lnTo>
                    <a:pt x="4777" y="66404"/>
                  </a:lnTo>
                  <a:lnTo>
                    <a:pt x="4777" y="66404"/>
                  </a:lnTo>
                  <a:lnTo>
                    <a:pt x="5733" y="64971"/>
                  </a:lnTo>
                  <a:lnTo>
                    <a:pt x="5733" y="64016"/>
                  </a:lnTo>
                  <a:lnTo>
                    <a:pt x="7166" y="64016"/>
                  </a:lnTo>
                  <a:lnTo>
                    <a:pt x="7166" y="63060"/>
                  </a:lnTo>
                  <a:lnTo>
                    <a:pt x="7166" y="63060"/>
                  </a:lnTo>
                  <a:lnTo>
                    <a:pt x="6210" y="60194"/>
                  </a:lnTo>
                  <a:lnTo>
                    <a:pt x="6210" y="60194"/>
                  </a:lnTo>
                  <a:lnTo>
                    <a:pt x="6210" y="59238"/>
                  </a:lnTo>
                  <a:lnTo>
                    <a:pt x="3344" y="59238"/>
                  </a:lnTo>
                  <a:cubicBezTo>
                    <a:pt x="3344" y="58761"/>
                    <a:pt x="1911" y="57805"/>
                    <a:pt x="1911" y="57805"/>
                  </a:cubicBezTo>
                  <a:lnTo>
                    <a:pt x="1911" y="56372"/>
                  </a:lnTo>
                  <a:lnTo>
                    <a:pt x="1911" y="56372"/>
                  </a:lnTo>
                  <a:lnTo>
                    <a:pt x="1911" y="55417"/>
                  </a:lnTo>
                  <a:lnTo>
                    <a:pt x="0" y="54461"/>
                  </a:lnTo>
                  <a:lnTo>
                    <a:pt x="0" y="53028"/>
                  </a:lnTo>
                  <a:lnTo>
                    <a:pt x="956" y="53028"/>
                  </a:lnTo>
                  <a:cubicBezTo>
                    <a:pt x="956" y="52550"/>
                    <a:pt x="2866" y="52550"/>
                    <a:pt x="2866" y="52550"/>
                  </a:cubicBezTo>
                  <a:lnTo>
                    <a:pt x="4299" y="52550"/>
                  </a:lnTo>
                  <a:lnTo>
                    <a:pt x="7166" y="50639"/>
                  </a:lnTo>
                  <a:lnTo>
                    <a:pt x="9077" y="50639"/>
                  </a:lnTo>
                  <a:cubicBezTo>
                    <a:pt x="9077" y="50162"/>
                    <a:pt x="10032" y="47295"/>
                    <a:pt x="10032" y="47295"/>
                  </a:cubicBezTo>
                  <a:lnTo>
                    <a:pt x="10032" y="46340"/>
                  </a:lnTo>
                  <a:lnTo>
                    <a:pt x="10988" y="45862"/>
                  </a:lnTo>
                  <a:lnTo>
                    <a:pt x="10988" y="45862"/>
                  </a:lnTo>
                  <a:cubicBezTo>
                    <a:pt x="10988" y="45384"/>
                    <a:pt x="8599" y="43473"/>
                    <a:pt x="8599" y="43473"/>
                  </a:cubicBezTo>
                  <a:lnTo>
                    <a:pt x="7644" y="41562"/>
                  </a:lnTo>
                  <a:lnTo>
                    <a:pt x="6210" y="39174"/>
                  </a:lnTo>
                  <a:lnTo>
                    <a:pt x="6210" y="39174"/>
                  </a:lnTo>
                  <a:lnTo>
                    <a:pt x="4777" y="38218"/>
                  </a:lnTo>
                  <a:lnTo>
                    <a:pt x="4777" y="35352"/>
                  </a:lnTo>
                  <a:lnTo>
                    <a:pt x="7644" y="33919"/>
                  </a:lnTo>
                  <a:lnTo>
                    <a:pt x="9077" y="32486"/>
                  </a:lnTo>
                  <a:lnTo>
                    <a:pt x="9077" y="32486"/>
                  </a:lnTo>
                  <a:cubicBezTo>
                    <a:pt x="9077" y="32963"/>
                    <a:pt x="10510" y="33441"/>
                    <a:pt x="10510" y="33441"/>
                  </a:cubicBezTo>
                  <a:lnTo>
                    <a:pt x="14332" y="32486"/>
                  </a:lnTo>
                  <a:lnTo>
                    <a:pt x="16721" y="31530"/>
                  </a:lnTo>
                  <a:lnTo>
                    <a:pt x="18631" y="30575"/>
                  </a:lnTo>
                  <a:lnTo>
                    <a:pt x="19587" y="30575"/>
                  </a:lnTo>
                  <a:lnTo>
                    <a:pt x="23409" y="32008"/>
                  </a:lnTo>
                  <a:lnTo>
                    <a:pt x="24842" y="32008"/>
                  </a:lnTo>
                  <a:cubicBezTo>
                    <a:pt x="24842" y="31530"/>
                    <a:pt x="27708" y="29619"/>
                    <a:pt x="27708" y="29619"/>
                  </a:cubicBezTo>
                  <a:lnTo>
                    <a:pt x="27708" y="28664"/>
                  </a:lnTo>
                  <a:lnTo>
                    <a:pt x="27708" y="28664"/>
                  </a:lnTo>
                  <a:lnTo>
                    <a:pt x="30097" y="25797"/>
                  </a:lnTo>
                  <a:lnTo>
                    <a:pt x="30097" y="25797"/>
                  </a:lnTo>
                  <a:lnTo>
                    <a:pt x="30097" y="24842"/>
                  </a:lnTo>
                  <a:lnTo>
                    <a:pt x="29141" y="22931"/>
                  </a:lnTo>
                  <a:lnTo>
                    <a:pt x="29141" y="22931"/>
                  </a:lnTo>
                  <a:lnTo>
                    <a:pt x="32008" y="20542"/>
                  </a:lnTo>
                  <a:lnTo>
                    <a:pt x="32008" y="20542"/>
                  </a:lnTo>
                  <a:lnTo>
                    <a:pt x="33441" y="19109"/>
                  </a:lnTo>
                  <a:lnTo>
                    <a:pt x="34874" y="18154"/>
                  </a:lnTo>
                  <a:lnTo>
                    <a:pt x="36307" y="18154"/>
                  </a:lnTo>
                  <a:lnTo>
                    <a:pt x="36307" y="22453"/>
                  </a:lnTo>
                  <a:lnTo>
                    <a:pt x="36307" y="22453"/>
                  </a:lnTo>
                  <a:lnTo>
                    <a:pt x="36307" y="23409"/>
                  </a:lnTo>
                  <a:lnTo>
                    <a:pt x="38696" y="25797"/>
                  </a:lnTo>
                  <a:lnTo>
                    <a:pt x="38696" y="25797"/>
                  </a:lnTo>
                  <a:lnTo>
                    <a:pt x="40129" y="27230"/>
                  </a:lnTo>
                  <a:lnTo>
                    <a:pt x="40129" y="27230"/>
                  </a:lnTo>
                  <a:lnTo>
                    <a:pt x="43473" y="28186"/>
                  </a:lnTo>
                  <a:lnTo>
                    <a:pt x="43473" y="28186"/>
                  </a:lnTo>
                  <a:lnTo>
                    <a:pt x="42518" y="30097"/>
                  </a:lnTo>
                  <a:lnTo>
                    <a:pt x="42518" y="30097"/>
                  </a:lnTo>
                  <a:lnTo>
                    <a:pt x="44429" y="32008"/>
                  </a:lnTo>
                  <a:lnTo>
                    <a:pt x="44429" y="32008"/>
                  </a:lnTo>
                  <a:lnTo>
                    <a:pt x="44429" y="33441"/>
                  </a:lnTo>
                  <a:lnTo>
                    <a:pt x="44429" y="33441"/>
                  </a:lnTo>
                  <a:lnTo>
                    <a:pt x="45384" y="34396"/>
                  </a:lnTo>
                  <a:lnTo>
                    <a:pt x="46817" y="34396"/>
                  </a:lnTo>
                  <a:lnTo>
                    <a:pt x="46817" y="32963"/>
                  </a:lnTo>
                  <a:lnTo>
                    <a:pt x="46817" y="32963"/>
                  </a:lnTo>
                  <a:lnTo>
                    <a:pt x="46817" y="29141"/>
                  </a:lnTo>
                  <a:lnTo>
                    <a:pt x="46817" y="29141"/>
                  </a:lnTo>
                  <a:lnTo>
                    <a:pt x="46817" y="28186"/>
                  </a:lnTo>
                  <a:lnTo>
                    <a:pt x="47773" y="26753"/>
                  </a:lnTo>
                  <a:lnTo>
                    <a:pt x="47773" y="26753"/>
                  </a:lnTo>
                  <a:lnTo>
                    <a:pt x="50639" y="23886"/>
                  </a:lnTo>
                  <a:lnTo>
                    <a:pt x="51595" y="21975"/>
                  </a:lnTo>
                  <a:lnTo>
                    <a:pt x="51595" y="16721"/>
                  </a:lnTo>
                  <a:lnTo>
                    <a:pt x="52550" y="16721"/>
                  </a:lnTo>
                  <a:cubicBezTo>
                    <a:pt x="52550" y="16243"/>
                    <a:pt x="54461" y="16721"/>
                    <a:pt x="54461" y="16721"/>
                  </a:cubicBezTo>
                  <a:lnTo>
                    <a:pt x="54461" y="16721"/>
                  </a:lnTo>
                  <a:lnTo>
                    <a:pt x="54461" y="18154"/>
                  </a:lnTo>
                  <a:lnTo>
                    <a:pt x="54461" y="18154"/>
                  </a:lnTo>
                  <a:lnTo>
                    <a:pt x="55416" y="20542"/>
                  </a:lnTo>
                  <a:lnTo>
                    <a:pt x="56372" y="21498"/>
                  </a:lnTo>
                  <a:lnTo>
                    <a:pt x="58283" y="21498"/>
                  </a:lnTo>
                  <a:lnTo>
                    <a:pt x="61149" y="20064"/>
                  </a:lnTo>
                  <a:lnTo>
                    <a:pt x="63060" y="20064"/>
                  </a:lnTo>
                  <a:cubicBezTo>
                    <a:pt x="63060" y="19587"/>
                    <a:pt x="64016" y="20064"/>
                    <a:pt x="64016" y="20064"/>
                  </a:cubicBezTo>
                  <a:lnTo>
                    <a:pt x="64016" y="21020"/>
                  </a:lnTo>
                  <a:lnTo>
                    <a:pt x="65927" y="23409"/>
                  </a:lnTo>
                  <a:lnTo>
                    <a:pt x="67838" y="23409"/>
                  </a:lnTo>
                  <a:lnTo>
                    <a:pt x="67838" y="20542"/>
                  </a:lnTo>
                  <a:lnTo>
                    <a:pt x="67838" y="20542"/>
                  </a:lnTo>
                  <a:lnTo>
                    <a:pt x="67838" y="18631"/>
                  </a:lnTo>
                  <a:lnTo>
                    <a:pt x="66404" y="17676"/>
                  </a:lnTo>
                  <a:lnTo>
                    <a:pt x="66404" y="16721"/>
                  </a:lnTo>
                  <a:lnTo>
                    <a:pt x="66404" y="16721"/>
                  </a:lnTo>
                  <a:lnTo>
                    <a:pt x="66404" y="14809"/>
                  </a:lnTo>
                  <a:lnTo>
                    <a:pt x="67360" y="13376"/>
                  </a:lnTo>
                  <a:lnTo>
                    <a:pt x="69271" y="13376"/>
                  </a:lnTo>
                  <a:cubicBezTo>
                    <a:pt x="69271" y="12898"/>
                    <a:pt x="70704" y="14332"/>
                    <a:pt x="70704" y="14332"/>
                  </a:cubicBezTo>
                  <a:lnTo>
                    <a:pt x="72615" y="14332"/>
                  </a:lnTo>
                  <a:cubicBezTo>
                    <a:pt x="72615" y="14809"/>
                    <a:pt x="74048" y="14809"/>
                    <a:pt x="74048" y="14809"/>
                  </a:cubicBezTo>
                  <a:lnTo>
                    <a:pt x="74048" y="12898"/>
                  </a:lnTo>
                  <a:lnTo>
                    <a:pt x="74048" y="12898"/>
                  </a:lnTo>
                  <a:lnTo>
                    <a:pt x="73093" y="11465"/>
                  </a:lnTo>
                  <a:lnTo>
                    <a:pt x="73093" y="9555"/>
                  </a:lnTo>
                  <a:lnTo>
                    <a:pt x="74048" y="6210"/>
                  </a:lnTo>
                  <a:lnTo>
                    <a:pt x="78825" y="6210"/>
                  </a:lnTo>
                  <a:lnTo>
                    <a:pt x="80258" y="7644"/>
                  </a:lnTo>
                  <a:lnTo>
                    <a:pt x="81692" y="7644"/>
                  </a:lnTo>
                  <a:cubicBezTo>
                    <a:pt x="81692" y="8121"/>
                    <a:pt x="83603" y="8121"/>
                    <a:pt x="83603" y="8121"/>
                  </a:cubicBezTo>
                  <a:lnTo>
                    <a:pt x="85036" y="8121"/>
                  </a:lnTo>
                  <a:lnTo>
                    <a:pt x="85036" y="7166"/>
                  </a:lnTo>
                  <a:lnTo>
                    <a:pt x="85036" y="7166"/>
                  </a:lnTo>
                  <a:lnTo>
                    <a:pt x="85991" y="5733"/>
                  </a:lnTo>
                  <a:lnTo>
                    <a:pt x="87424" y="3822"/>
                  </a:lnTo>
                  <a:lnTo>
                    <a:pt x="89335" y="2866"/>
                  </a:lnTo>
                  <a:lnTo>
                    <a:pt x="95068" y="2866"/>
                  </a:lnTo>
                  <a:cubicBezTo>
                    <a:pt x="95068" y="2389"/>
                    <a:pt x="98412" y="2389"/>
                    <a:pt x="98412" y="2389"/>
                  </a:cubicBezTo>
                  <a:lnTo>
                    <a:pt x="99845" y="2389"/>
                  </a:lnTo>
                  <a:lnTo>
                    <a:pt x="103667" y="955"/>
                  </a:lnTo>
                  <a:lnTo>
                    <a:pt x="107489" y="0"/>
                  </a:lnTo>
                  <a:lnTo>
                    <a:pt x="107489" y="0"/>
                  </a:lnTo>
                  <a:lnTo>
                    <a:pt x="107489" y="955"/>
                  </a:lnTo>
                  <a:lnTo>
                    <a:pt x="107489" y="955"/>
                  </a:lnTo>
                  <a:lnTo>
                    <a:pt x="106534" y="1911"/>
                  </a:lnTo>
                  <a:lnTo>
                    <a:pt x="106534" y="1911"/>
                  </a:lnTo>
                  <a:lnTo>
                    <a:pt x="106534" y="3344"/>
                  </a:lnTo>
                  <a:lnTo>
                    <a:pt x="108922" y="6210"/>
                  </a:lnTo>
                  <a:lnTo>
                    <a:pt x="110355" y="8121"/>
                  </a:lnTo>
                  <a:lnTo>
                    <a:pt x="111311" y="9555"/>
                  </a:lnTo>
                  <a:lnTo>
                    <a:pt x="111311" y="9555"/>
                  </a:lnTo>
                  <a:lnTo>
                    <a:pt x="113222" y="10510"/>
                  </a:lnTo>
                  <a:lnTo>
                    <a:pt x="115611" y="10510"/>
                  </a:lnTo>
                  <a:cubicBezTo>
                    <a:pt x="115611" y="10988"/>
                    <a:pt x="117521" y="10988"/>
                    <a:pt x="117521" y="10988"/>
                  </a:cubicBezTo>
                  <a:lnTo>
                    <a:pt x="119432" y="11943"/>
                  </a:lnTo>
                  <a:lnTo>
                    <a:pt x="126598" y="13376"/>
                  </a:lnTo>
                  <a:lnTo>
                    <a:pt x="133286" y="13376"/>
                  </a:lnTo>
                  <a:lnTo>
                    <a:pt x="137586" y="14332"/>
                  </a:lnTo>
                  <a:lnTo>
                    <a:pt x="137586" y="14332"/>
                  </a:lnTo>
                  <a:lnTo>
                    <a:pt x="137586" y="15765"/>
                  </a:lnTo>
                  <a:lnTo>
                    <a:pt x="136153" y="15765"/>
                  </a:lnTo>
                  <a:lnTo>
                    <a:pt x="134720" y="16721"/>
                  </a:lnTo>
                  <a:lnTo>
                    <a:pt x="132809" y="18154"/>
                  </a:lnTo>
                  <a:lnTo>
                    <a:pt x="131376" y="19587"/>
                  </a:lnTo>
                  <a:lnTo>
                    <a:pt x="131376" y="21975"/>
                  </a:lnTo>
                  <a:lnTo>
                    <a:pt x="133764" y="21975"/>
                  </a:lnTo>
                  <a:cubicBezTo>
                    <a:pt x="133764" y="22453"/>
                    <a:pt x="135675" y="22453"/>
                    <a:pt x="135675" y="22453"/>
                  </a:cubicBezTo>
                  <a:lnTo>
                    <a:pt x="135675" y="23409"/>
                  </a:lnTo>
                  <a:lnTo>
                    <a:pt x="135675" y="23409"/>
                  </a:lnTo>
                  <a:cubicBezTo>
                    <a:pt x="135675" y="23886"/>
                    <a:pt x="134242" y="25320"/>
                    <a:pt x="134242" y="25320"/>
                  </a:cubicBezTo>
                  <a:lnTo>
                    <a:pt x="133286" y="26753"/>
                  </a:lnTo>
                  <a:lnTo>
                    <a:pt x="133286" y="27708"/>
                  </a:lnTo>
                  <a:lnTo>
                    <a:pt x="133286" y="27708"/>
                  </a:lnTo>
                  <a:cubicBezTo>
                    <a:pt x="133286" y="28186"/>
                    <a:pt x="135197" y="28186"/>
                    <a:pt x="135197" y="28186"/>
                  </a:cubicBezTo>
                  <a:lnTo>
                    <a:pt x="135197" y="28186"/>
                  </a:lnTo>
                  <a:lnTo>
                    <a:pt x="134242" y="31530"/>
                  </a:lnTo>
                  <a:lnTo>
                    <a:pt x="134242" y="31530"/>
                  </a:lnTo>
                  <a:cubicBezTo>
                    <a:pt x="134242" y="32008"/>
                    <a:pt x="135675" y="32486"/>
                    <a:pt x="135675" y="32486"/>
                  </a:cubicBezTo>
                  <a:lnTo>
                    <a:pt x="136631" y="33441"/>
                  </a:lnTo>
                  <a:lnTo>
                    <a:pt x="139019" y="35352"/>
                  </a:lnTo>
                  <a:lnTo>
                    <a:pt x="139975" y="37263"/>
                  </a:lnTo>
                  <a:lnTo>
                    <a:pt x="139975" y="37263"/>
                  </a:lnTo>
                  <a:cubicBezTo>
                    <a:pt x="139975" y="37740"/>
                    <a:pt x="138542" y="38218"/>
                    <a:pt x="138542" y="38218"/>
                  </a:cubicBezTo>
                  <a:lnTo>
                    <a:pt x="137586" y="38218"/>
                  </a:lnTo>
                  <a:lnTo>
                    <a:pt x="139019" y="37263"/>
                  </a:lnTo>
                  <a:lnTo>
                    <a:pt x="136153" y="33441"/>
                  </a:lnTo>
                  <a:lnTo>
                    <a:pt x="134720" y="33441"/>
                  </a:lnTo>
                  <a:lnTo>
                    <a:pt x="132809" y="34874"/>
                  </a:lnTo>
                  <a:lnTo>
                    <a:pt x="127554" y="33441"/>
                  </a:lnTo>
                  <a:lnTo>
                    <a:pt x="126598" y="33441"/>
                  </a:lnTo>
                  <a:cubicBezTo>
                    <a:pt x="126598" y="33919"/>
                    <a:pt x="125643" y="35352"/>
                    <a:pt x="125643" y="35352"/>
                  </a:cubicBezTo>
                  <a:lnTo>
                    <a:pt x="123732" y="36785"/>
                  </a:lnTo>
                  <a:lnTo>
                    <a:pt x="121343" y="37740"/>
                  </a:lnTo>
                  <a:lnTo>
                    <a:pt x="118477" y="39651"/>
                  </a:lnTo>
                  <a:lnTo>
                    <a:pt x="115611" y="41085"/>
                  </a:lnTo>
                  <a:lnTo>
                    <a:pt x="113222" y="42040"/>
                  </a:lnTo>
                  <a:lnTo>
                    <a:pt x="111789" y="42040"/>
                  </a:lnTo>
                  <a:lnTo>
                    <a:pt x="113700" y="40129"/>
                  </a:lnTo>
                  <a:lnTo>
                    <a:pt x="112744" y="40129"/>
                  </a:lnTo>
                  <a:lnTo>
                    <a:pt x="109878" y="41562"/>
                  </a:lnTo>
                  <a:lnTo>
                    <a:pt x="108445" y="42518"/>
                  </a:lnTo>
                  <a:lnTo>
                    <a:pt x="108445" y="44429"/>
                  </a:lnTo>
                  <a:lnTo>
                    <a:pt x="107489" y="47773"/>
                  </a:lnTo>
                  <a:lnTo>
                    <a:pt x="108445" y="48728"/>
                  </a:lnTo>
                  <a:lnTo>
                    <a:pt x="110355" y="53028"/>
                  </a:lnTo>
                  <a:lnTo>
                    <a:pt x="112744" y="54939"/>
                  </a:lnTo>
                  <a:lnTo>
                    <a:pt x="112744" y="56850"/>
                  </a:lnTo>
                  <a:lnTo>
                    <a:pt x="111789" y="58283"/>
                  </a:lnTo>
                  <a:lnTo>
                    <a:pt x="110355" y="59238"/>
                  </a:lnTo>
                  <a:lnTo>
                    <a:pt x="108922" y="58283"/>
                  </a:lnTo>
                  <a:lnTo>
                    <a:pt x="107967" y="58283"/>
                  </a:lnTo>
                  <a:lnTo>
                    <a:pt x="107967" y="68793"/>
                  </a:lnTo>
                  <a:lnTo>
                    <a:pt x="109878" y="74048"/>
                  </a:lnTo>
                  <a:lnTo>
                    <a:pt x="111789" y="76437"/>
                  </a:lnTo>
                  <a:lnTo>
                    <a:pt x="115611" y="79781"/>
                  </a:lnTo>
                  <a:lnTo>
                    <a:pt x="119910" y="81692"/>
                  </a:lnTo>
                  <a:lnTo>
                    <a:pt x="127554" y="87424"/>
                  </a:lnTo>
                  <a:lnTo>
                    <a:pt x="131853" y="89335"/>
                  </a:lnTo>
                  <a:lnTo>
                    <a:pt x="132809" y="90291"/>
                  </a:lnTo>
                  <a:lnTo>
                    <a:pt x="135197" y="95068"/>
                  </a:lnTo>
                  <a:lnTo>
                    <a:pt x="137586" y="100323"/>
                  </a:lnTo>
                  <a:lnTo>
                    <a:pt x="139975" y="108444"/>
                  </a:lnTo>
                  <a:lnTo>
                    <a:pt x="141886" y="112266"/>
                  </a:lnTo>
                  <a:lnTo>
                    <a:pt x="145230" y="116566"/>
                  </a:lnTo>
                  <a:lnTo>
                    <a:pt x="152396" y="122776"/>
                  </a:lnTo>
                  <a:lnTo>
                    <a:pt x="159084" y="127554"/>
                  </a:lnTo>
                  <a:lnTo>
                    <a:pt x="165294" y="130420"/>
                  </a:lnTo>
                  <a:lnTo>
                    <a:pt x="182970" y="130420"/>
                  </a:lnTo>
                  <a:lnTo>
                    <a:pt x="184881" y="131376"/>
                  </a:lnTo>
                  <a:lnTo>
                    <a:pt x="184881" y="134719"/>
                  </a:lnTo>
                  <a:lnTo>
                    <a:pt x="182493" y="136153"/>
                  </a:lnTo>
                  <a:lnTo>
                    <a:pt x="180104" y="138064"/>
                  </a:lnTo>
                  <a:lnTo>
                    <a:pt x="180104" y="140930"/>
                  </a:lnTo>
                  <a:lnTo>
                    <a:pt x="182015" y="142841"/>
                  </a:lnTo>
                  <a:lnTo>
                    <a:pt x="192525" y="147618"/>
                  </a:lnTo>
                  <a:lnTo>
                    <a:pt x="203513" y="151918"/>
                  </a:lnTo>
                  <a:lnTo>
                    <a:pt x="206857" y="153829"/>
                  </a:lnTo>
                  <a:lnTo>
                    <a:pt x="210679" y="157173"/>
                  </a:lnTo>
                  <a:lnTo>
                    <a:pt x="220233" y="161473"/>
                  </a:lnTo>
                  <a:lnTo>
                    <a:pt x="221666" y="163861"/>
                  </a:lnTo>
                  <a:lnTo>
                    <a:pt x="227399" y="168638"/>
                  </a:lnTo>
                  <a:lnTo>
                    <a:pt x="230266" y="171983"/>
                  </a:lnTo>
                  <a:lnTo>
                    <a:pt x="236476" y="169116"/>
                  </a:lnTo>
                  <a:lnTo>
                    <a:pt x="236476" y="169116"/>
                  </a:lnTo>
                  <a:close/>
                  <a:moveTo>
                    <a:pt x="118477" y="77870"/>
                  </a:moveTo>
                  <a:lnTo>
                    <a:pt x="118477" y="76914"/>
                  </a:lnTo>
                  <a:lnTo>
                    <a:pt x="117044" y="76914"/>
                  </a:lnTo>
                  <a:lnTo>
                    <a:pt x="116088" y="78347"/>
                  </a:lnTo>
                  <a:lnTo>
                    <a:pt x="116088" y="79303"/>
                  </a:lnTo>
                  <a:lnTo>
                    <a:pt x="117999" y="79303"/>
                  </a:lnTo>
                  <a:lnTo>
                    <a:pt x="117999" y="77870"/>
                  </a:lnTo>
                  <a:lnTo>
                    <a:pt x="118477" y="7787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" name="Freeform 1956">
              <a:extLst>
                <a:ext uri="{FF2B5EF4-FFF2-40B4-BE49-F238E27FC236}">
                  <a16:creationId xmlns:a16="http://schemas.microsoft.com/office/drawing/2014/main" id="{58666905-5EC5-3514-2EA8-5435E4D5D424}"/>
                </a:ext>
              </a:extLst>
            </p:cNvPr>
            <p:cNvSpPr/>
            <p:nvPr/>
          </p:nvSpPr>
          <p:spPr>
            <a:xfrm>
              <a:off x="6247439" y="3400120"/>
              <a:ext cx="2866" cy="2866"/>
            </a:xfrm>
            <a:custGeom>
              <a:avLst/>
              <a:gdLst>
                <a:gd name="csX0" fmla="*/ 2866 w 2866"/>
                <a:gd name="csY0" fmla="*/ 0 h 2866"/>
                <a:gd name="csX1" fmla="*/ 1433 w 2866"/>
                <a:gd name="csY1" fmla="*/ 2389 h 2866"/>
                <a:gd name="csX2" fmla="*/ 478 w 2866"/>
                <a:gd name="csY2" fmla="*/ 2866 h 2866"/>
                <a:gd name="csX3" fmla="*/ 0 w 2866"/>
                <a:gd name="csY3" fmla="*/ 2866 h 2866"/>
                <a:gd name="csX4" fmla="*/ 956 w 2866"/>
                <a:gd name="csY4" fmla="*/ 955 h 2866"/>
                <a:gd name="csX5" fmla="*/ 956 w 2866"/>
                <a:gd name="csY5" fmla="*/ 478 h 2866"/>
                <a:gd name="csX6" fmla="*/ 2389 w 2866"/>
                <a:gd name="csY6" fmla="*/ 0 h 2866"/>
                <a:gd name="csX7" fmla="*/ 2866 w 2866"/>
                <a:gd name="csY7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866">
                  <a:moveTo>
                    <a:pt x="2866" y="0"/>
                  </a:moveTo>
                  <a:lnTo>
                    <a:pt x="1433" y="2389"/>
                  </a:lnTo>
                  <a:lnTo>
                    <a:pt x="478" y="2866"/>
                  </a:lnTo>
                  <a:lnTo>
                    <a:pt x="0" y="2866"/>
                  </a:lnTo>
                  <a:lnTo>
                    <a:pt x="956" y="955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" name="Freeform 1957">
              <a:extLst>
                <a:ext uri="{FF2B5EF4-FFF2-40B4-BE49-F238E27FC236}">
                  <a16:creationId xmlns:a16="http://schemas.microsoft.com/office/drawing/2014/main" id="{397C615B-4A56-5333-134F-E74AFF596B23}"/>
                </a:ext>
              </a:extLst>
            </p:cNvPr>
            <p:cNvSpPr/>
            <p:nvPr/>
          </p:nvSpPr>
          <p:spPr>
            <a:xfrm>
              <a:off x="6242662" y="5054019"/>
              <a:ext cx="7165" cy="477"/>
            </a:xfrm>
            <a:custGeom>
              <a:avLst/>
              <a:gdLst>
                <a:gd name="csX0" fmla="*/ 7166 w 7165"/>
                <a:gd name="csY0" fmla="*/ 478 h 477"/>
                <a:gd name="csX1" fmla="*/ 6688 w 7165"/>
                <a:gd name="csY1" fmla="*/ 0 h 477"/>
                <a:gd name="csX2" fmla="*/ 5733 w 7165"/>
                <a:gd name="csY2" fmla="*/ 0 h 477"/>
                <a:gd name="csX3" fmla="*/ 0 w 7165"/>
                <a:gd name="csY3" fmla="*/ 0 h 477"/>
                <a:gd name="csX4" fmla="*/ 5733 w 7165"/>
                <a:gd name="csY4" fmla="*/ 0 h 477"/>
                <a:gd name="csX5" fmla="*/ 6688 w 7165"/>
                <a:gd name="csY5" fmla="*/ 0 h 477"/>
                <a:gd name="csX6" fmla="*/ 7166 w 7165"/>
                <a:gd name="csY6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65" h="477">
                  <a:moveTo>
                    <a:pt x="7166" y="478"/>
                  </a:moveTo>
                  <a:lnTo>
                    <a:pt x="6688" y="0"/>
                  </a:lnTo>
                  <a:lnTo>
                    <a:pt x="5733" y="0"/>
                  </a:lnTo>
                  <a:lnTo>
                    <a:pt x="0" y="0"/>
                  </a:lnTo>
                  <a:lnTo>
                    <a:pt x="5733" y="0"/>
                  </a:lnTo>
                  <a:lnTo>
                    <a:pt x="6688" y="0"/>
                  </a:lnTo>
                  <a:lnTo>
                    <a:pt x="71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" name="Freeform 1958">
              <a:extLst>
                <a:ext uri="{FF2B5EF4-FFF2-40B4-BE49-F238E27FC236}">
                  <a16:creationId xmlns:a16="http://schemas.microsoft.com/office/drawing/2014/main" id="{F91B07E8-200D-6D7D-FC5E-6F19055EAC08}"/>
                </a:ext>
              </a:extLst>
            </p:cNvPr>
            <p:cNvSpPr/>
            <p:nvPr/>
          </p:nvSpPr>
          <p:spPr>
            <a:xfrm>
              <a:off x="6245051" y="3817178"/>
              <a:ext cx="2866" cy="477"/>
            </a:xfrm>
            <a:custGeom>
              <a:avLst/>
              <a:gdLst>
                <a:gd name="csX0" fmla="*/ 2866 w 2866"/>
                <a:gd name="csY0" fmla="*/ 478 h 477"/>
                <a:gd name="csX1" fmla="*/ 1433 w 2866"/>
                <a:gd name="csY1" fmla="*/ 478 h 477"/>
                <a:gd name="csX2" fmla="*/ 0 w 2866"/>
                <a:gd name="csY2" fmla="*/ 478 h 477"/>
                <a:gd name="csX3" fmla="*/ 1433 w 2866"/>
                <a:gd name="csY3" fmla="*/ 0 h 477"/>
                <a:gd name="csX4" fmla="*/ 2866 w 2866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">
                  <a:moveTo>
                    <a:pt x="2866" y="478"/>
                  </a:moveTo>
                  <a:lnTo>
                    <a:pt x="1433" y="478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" name="Freeform 1959">
              <a:extLst>
                <a:ext uri="{FF2B5EF4-FFF2-40B4-BE49-F238E27FC236}">
                  <a16:creationId xmlns:a16="http://schemas.microsoft.com/office/drawing/2014/main" id="{E56DCEB8-C1B4-C978-B08A-4A66E93264E0}"/>
                </a:ext>
              </a:extLst>
            </p:cNvPr>
            <p:cNvSpPr/>
            <p:nvPr/>
          </p:nvSpPr>
          <p:spPr>
            <a:xfrm>
              <a:off x="6235974" y="4589188"/>
              <a:ext cx="9554" cy="955"/>
            </a:xfrm>
            <a:custGeom>
              <a:avLst/>
              <a:gdLst>
                <a:gd name="csX0" fmla="*/ 9555 w 9554"/>
                <a:gd name="csY0" fmla="*/ 0 h 955"/>
                <a:gd name="csX1" fmla="*/ 3344 w 9554"/>
                <a:gd name="csY1" fmla="*/ 478 h 955"/>
                <a:gd name="csX2" fmla="*/ 0 w 9554"/>
                <a:gd name="csY2" fmla="*/ 956 h 955"/>
                <a:gd name="csX3" fmla="*/ 3344 w 9554"/>
                <a:gd name="csY3" fmla="*/ 478 h 955"/>
                <a:gd name="csX4" fmla="*/ 9555 w 9554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4" h="955">
                  <a:moveTo>
                    <a:pt x="9555" y="0"/>
                  </a:moveTo>
                  <a:lnTo>
                    <a:pt x="3344" y="478"/>
                  </a:lnTo>
                  <a:lnTo>
                    <a:pt x="0" y="956"/>
                  </a:lnTo>
                  <a:lnTo>
                    <a:pt x="3344" y="478"/>
                  </a:lnTo>
                  <a:lnTo>
                    <a:pt x="95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" name="Freeform 1960">
              <a:extLst>
                <a:ext uri="{FF2B5EF4-FFF2-40B4-BE49-F238E27FC236}">
                  <a16:creationId xmlns:a16="http://schemas.microsoft.com/office/drawing/2014/main" id="{0D37D272-D4A2-58A5-CD8A-6156FF2F49BA}"/>
                </a:ext>
              </a:extLst>
            </p:cNvPr>
            <p:cNvSpPr/>
            <p:nvPr/>
          </p:nvSpPr>
          <p:spPr>
            <a:xfrm>
              <a:off x="6238840" y="3007904"/>
              <a:ext cx="5254" cy="27708"/>
            </a:xfrm>
            <a:custGeom>
              <a:avLst/>
              <a:gdLst>
                <a:gd name="csX0" fmla="*/ 4777 w 5254"/>
                <a:gd name="csY0" fmla="*/ 10510 h 27708"/>
                <a:gd name="csX1" fmla="*/ 5255 w 5254"/>
                <a:gd name="csY1" fmla="*/ 16243 h 27708"/>
                <a:gd name="csX2" fmla="*/ 4299 w 5254"/>
                <a:gd name="csY2" fmla="*/ 19587 h 27708"/>
                <a:gd name="csX3" fmla="*/ 3344 w 5254"/>
                <a:gd name="csY3" fmla="*/ 21498 h 27708"/>
                <a:gd name="csX4" fmla="*/ 0 w 5254"/>
                <a:gd name="csY4" fmla="*/ 27708 h 27708"/>
                <a:gd name="csX5" fmla="*/ 0 w 5254"/>
                <a:gd name="csY5" fmla="*/ 27708 h 27708"/>
                <a:gd name="csX6" fmla="*/ 3344 w 5254"/>
                <a:gd name="csY6" fmla="*/ 21498 h 27708"/>
                <a:gd name="csX7" fmla="*/ 4299 w 5254"/>
                <a:gd name="csY7" fmla="*/ 19587 h 27708"/>
                <a:gd name="csX8" fmla="*/ 5255 w 5254"/>
                <a:gd name="csY8" fmla="*/ 16243 h 27708"/>
                <a:gd name="csX9" fmla="*/ 4777 w 5254"/>
                <a:gd name="csY9" fmla="*/ 10510 h 27708"/>
                <a:gd name="csX10" fmla="*/ 4777 w 5254"/>
                <a:gd name="csY10" fmla="*/ 2866 h 27708"/>
                <a:gd name="csX11" fmla="*/ 4777 w 5254"/>
                <a:gd name="csY11" fmla="*/ 0 h 27708"/>
                <a:gd name="csX12" fmla="*/ 5255 w 5254"/>
                <a:gd name="csY12" fmla="*/ 0 h 27708"/>
                <a:gd name="csX13" fmla="*/ 4777 w 5254"/>
                <a:gd name="csY13" fmla="*/ 2866 h 27708"/>
                <a:gd name="csX14" fmla="*/ 4777 w 5254"/>
                <a:gd name="csY14" fmla="*/ 10510 h 27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254" h="27708">
                  <a:moveTo>
                    <a:pt x="4777" y="10510"/>
                  </a:moveTo>
                  <a:lnTo>
                    <a:pt x="5255" y="16243"/>
                  </a:lnTo>
                  <a:lnTo>
                    <a:pt x="4299" y="19587"/>
                  </a:lnTo>
                  <a:lnTo>
                    <a:pt x="3344" y="21498"/>
                  </a:lnTo>
                  <a:lnTo>
                    <a:pt x="0" y="27708"/>
                  </a:lnTo>
                  <a:lnTo>
                    <a:pt x="0" y="27708"/>
                  </a:lnTo>
                  <a:lnTo>
                    <a:pt x="3344" y="21498"/>
                  </a:lnTo>
                  <a:lnTo>
                    <a:pt x="4299" y="19587"/>
                  </a:lnTo>
                  <a:lnTo>
                    <a:pt x="5255" y="16243"/>
                  </a:lnTo>
                  <a:lnTo>
                    <a:pt x="4777" y="10510"/>
                  </a:lnTo>
                  <a:lnTo>
                    <a:pt x="4777" y="2866"/>
                  </a:lnTo>
                  <a:lnTo>
                    <a:pt x="4777" y="0"/>
                  </a:lnTo>
                  <a:lnTo>
                    <a:pt x="5255" y="0"/>
                  </a:lnTo>
                  <a:lnTo>
                    <a:pt x="4777" y="2866"/>
                  </a:lnTo>
                  <a:lnTo>
                    <a:pt x="4777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2" name="Freeform 1961">
              <a:extLst>
                <a:ext uri="{FF2B5EF4-FFF2-40B4-BE49-F238E27FC236}">
                  <a16:creationId xmlns:a16="http://schemas.microsoft.com/office/drawing/2014/main" id="{F2DB0B52-438E-BA06-05D1-904D445C1E33}"/>
                </a:ext>
              </a:extLst>
            </p:cNvPr>
            <p:cNvSpPr/>
            <p:nvPr/>
          </p:nvSpPr>
          <p:spPr>
            <a:xfrm>
              <a:off x="6241706" y="3709211"/>
              <a:ext cx="955" cy="4299"/>
            </a:xfrm>
            <a:custGeom>
              <a:avLst/>
              <a:gdLst>
                <a:gd name="csX0" fmla="*/ 956 w 955"/>
                <a:gd name="csY0" fmla="*/ 0 h 4299"/>
                <a:gd name="csX1" fmla="*/ 956 w 955"/>
                <a:gd name="csY1" fmla="*/ 1911 h 4299"/>
                <a:gd name="csX2" fmla="*/ 956 w 955"/>
                <a:gd name="csY2" fmla="*/ 3344 h 4299"/>
                <a:gd name="csX3" fmla="*/ 0 w 955"/>
                <a:gd name="csY3" fmla="*/ 4300 h 4299"/>
                <a:gd name="csX4" fmla="*/ 478 w 955"/>
                <a:gd name="csY4" fmla="*/ 3344 h 4299"/>
                <a:gd name="csX5" fmla="*/ 956 w 955"/>
                <a:gd name="csY5" fmla="*/ 1911 h 4299"/>
                <a:gd name="csX6" fmla="*/ 956 w 955"/>
                <a:gd name="csY6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4299">
                  <a:moveTo>
                    <a:pt x="956" y="0"/>
                  </a:moveTo>
                  <a:lnTo>
                    <a:pt x="956" y="1911"/>
                  </a:lnTo>
                  <a:lnTo>
                    <a:pt x="956" y="3344"/>
                  </a:lnTo>
                  <a:lnTo>
                    <a:pt x="0" y="4300"/>
                  </a:lnTo>
                  <a:lnTo>
                    <a:pt x="478" y="3344"/>
                  </a:lnTo>
                  <a:lnTo>
                    <a:pt x="956" y="1911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3" name="Freeform 1962">
              <a:extLst>
                <a:ext uri="{FF2B5EF4-FFF2-40B4-BE49-F238E27FC236}">
                  <a16:creationId xmlns:a16="http://schemas.microsoft.com/office/drawing/2014/main" id="{F8825460-780C-0322-2ADD-3D30631373AC}"/>
                </a:ext>
              </a:extLst>
            </p:cNvPr>
            <p:cNvSpPr/>
            <p:nvPr/>
          </p:nvSpPr>
          <p:spPr>
            <a:xfrm>
              <a:off x="6217342" y="2953443"/>
              <a:ext cx="24841" cy="30096"/>
            </a:xfrm>
            <a:custGeom>
              <a:avLst/>
              <a:gdLst>
                <a:gd name="csX0" fmla="*/ 24364 w 24841"/>
                <a:gd name="csY0" fmla="*/ 7166 h 30096"/>
                <a:gd name="csX1" fmla="*/ 24842 w 24841"/>
                <a:gd name="csY1" fmla="*/ 10510 h 30096"/>
                <a:gd name="csX2" fmla="*/ 23886 w 24841"/>
                <a:gd name="csY2" fmla="*/ 12899 h 30096"/>
                <a:gd name="csX3" fmla="*/ 22453 w 24841"/>
                <a:gd name="csY3" fmla="*/ 13854 h 30096"/>
                <a:gd name="csX4" fmla="*/ 21975 w 24841"/>
                <a:gd name="csY4" fmla="*/ 16721 h 30096"/>
                <a:gd name="csX5" fmla="*/ 22453 w 24841"/>
                <a:gd name="csY5" fmla="*/ 20542 h 30096"/>
                <a:gd name="csX6" fmla="*/ 18631 w 24841"/>
                <a:gd name="csY6" fmla="*/ 21976 h 30096"/>
                <a:gd name="csX7" fmla="*/ 14809 w 24841"/>
                <a:gd name="csY7" fmla="*/ 22453 h 30096"/>
                <a:gd name="csX8" fmla="*/ 13376 w 24841"/>
                <a:gd name="csY8" fmla="*/ 20542 h 30096"/>
                <a:gd name="csX9" fmla="*/ 10032 w 24841"/>
                <a:gd name="csY9" fmla="*/ 23886 h 30096"/>
                <a:gd name="csX10" fmla="*/ 6688 w 24841"/>
                <a:gd name="csY10" fmla="*/ 29619 h 30096"/>
                <a:gd name="csX11" fmla="*/ 5255 w 24841"/>
                <a:gd name="csY11" fmla="*/ 30097 h 30096"/>
                <a:gd name="csX12" fmla="*/ 5255 w 24841"/>
                <a:gd name="csY12" fmla="*/ 28186 h 30096"/>
                <a:gd name="csX13" fmla="*/ 2866 w 24841"/>
                <a:gd name="csY13" fmla="*/ 27230 h 30096"/>
                <a:gd name="csX14" fmla="*/ 0 w 24841"/>
                <a:gd name="csY14" fmla="*/ 27230 h 30096"/>
                <a:gd name="csX15" fmla="*/ 0 w 24841"/>
                <a:gd name="csY15" fmla="*/ 25797 h 30096"/>
                <a:gd name="csX16" fmla="*/ 478 w 24841"/>
                <a:gd name="csY16" fmla="*/ 24842 h 30096"/>
                <a:gd name="csX17" fmla="*/ 2866 w 24841"/>
                <a:gd name="csY17" fmla="*/ 23886 h 30096"/>
                <a:gd name="csX18" fmla="*/ 3344 w 24841"/>
                <a:gd name="csY18" fmla="*/ 21020 h 30096"/>
                <a:gd name="csX19" fmla="*/ 2866 w 24841"/>
                <a:gd name="csY19" fmla="*/ 16243 h 30096"/>
                <a:gd name="csX20" fmla="*/ 3344 w 24841"/>
                <a:gd name="csY20" fmla="*/ 13854 h 30096"/>
                <a:gd name="csX21" fmla="*/ 3344 w 24841"/>
                <a:gd name="csY21" fmla="*/ 12421 h 30096"/>
                <a:gd name="csX22" fmla="*/ 5255 w 24841"/>
                <a:gd name="csY22" fmla="*/ 10510 h 30096"/>
                <a:gd name="csX23" fmla="*/ 10510 w 24841"/>
                <a:gd name="csY23" fmla="*/ 10988 h 30096"/>
                <a:gd name="csX24" fmla="*/ 11465 w 24841"/>
                <a:gd name="csY24" fmla="*/ 9555 h 30096"/>
                <a:gd name="csX25" fmla="*/ 10988 w 24841"/>
                <a:gd name="csY25" fmla="*/ 8121 h 30096"/>
                <a:gd name="csX26" fmla="*/ 8121 w 24841"/>
                <a:gd name="csY26" fmla="*/ 6210 h 30096"/>
                <a:gd name="csX27" fmla="*/ 8599 w 24841"/>
                <a:gd name="csY27" fmla="*/ 4777 h 30096"/>
                <a:gd name="csX28" fmla="*/ 10510 w 24841"/>
                <a:gd name="csY28" fmla="*/ 3822 h 30096"/>
                <a:gd name="csX29" fmla="*/ 12421 w 24841"/>
                <a:gd name="csY29" fmla="*/ 3344 h 30096"/>
                <a:gd name="csX30" fmla="*/ 12898 w 24841"/>
                <a:gd name="csY30" fmla="*/ 1433 h 30096"/>
                <a:gd name="csX31" fmla="*/ 13376 w 24841"/>
                <a:gd name="csY31" fmla="*/ 478 h 30096"/>
                <a:gd name="csX32" fmla="*/ 13376 w 24841"/>
                <a:gd name="csY32" fmla="*/ 0 h 30096"/>
                <a:gd name="csX33" fmla="*/ 15765 w 24841"/>
                <a:gd name="csY33" fmla="*/ 2866 h 30096"/>
                <a:gd name="csX34" fmla="*/ 16721 w 24841"/>
                <a:gd name="csY34" fmla="*/ 2389 h 30096"/>
                <a:gd name="csX35" fmla="*/ 19109 w 24841"/>
                <a:gd name="csY35" fmla="*/ 1911 h 30096"/>
                <a:gd name="csX36" fmla="*/ 20542 w 24841"/>
                <a:gd name="csY36" fmla="*/ 2866 h 30096"/>
                <a:gd name="csX37" fmla="*/ 21975 w 24841"/>
                <a:gd name="csY37" fmla="*/ 4777 h 30096"/>
                <a:gd name="csX38" fmla="*/ 23409 w 24841"/>
                <a:gd name="csY38" fmla="*/ 4777 h 30096"/>
                <a:gd name="csX39" fmla="*/ 24364 w 24841"/>
                <a:gd name="csY39" fmla="*/ 7166 h 300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4841" h="30096">
                  <a:moveTo>
                    <a:pt x="24364" y="7166"/>
                  </a:moveTo>
                  <a:lnTo>
                    <a:pt x="24842" y="10510"/>
                  </a:lnTo>
                  <a:lnTo>
                    <a:pt x="23886" y="12899"/>
                  </a:lnTo>
                  <a:lnTo>
                    <a:pt x="22453" y="13854"/>
                  </a:lnTo>
                  <a:lnTo>
                    <a:pt x="21975" y="16721"/>
                  </a:lnTo>
                  <a:lnTo>
                    <a:pt x="22453" y="20542"/>
                  </a:lnTo>
                  <a:lnTo>
                    <a:pt x="18631" y="21976"/>
                  </a:lnTo>
                  <a:lnTo>
                    <a:pt x="14809" y="22453"/>
                  </a:lnTo>
                  <a:lnTo>
                    <a:pt x="13376" y="20542"/>
                  </a:lnTo>
                  <a:lnTo>
                    <a:pt x="10032" y="23886"/>
                  </a:lnTo>
                  <a:lnTo>
                    <a:pt x="6688" y="29619"/>
                  </a:lnTo>
                  <a:lnTo>
                    <a:pt x="5255" y="30097"/>
                  </a:lnTo>
                  <a:lnTo>
                    <a:pt x="5255" y="28186"/>
                  </a:lnTo>
                  <a:lnTo>
                    <a:pt x="2866" y="27230"/>
                  </a:lnTo>
                  <a:lnTo>
                    <a:pt x="0" y="27230"/>
                  </a:lnTo>
                  <a:lnTo>
                    <a:pt x="0" y="25797"/>
                  </a:lnTo>
                  <a:lnTo>
                    <a:pt x="478" y="24842"/>
                  </a:lnTo>
                  <a:lnTo>
                    <a:pt x="2866" y="23886"/>
                  </a:lnTo>
                  <a:lnTo>
                    <a:pt x="3344" y="21020"/>
                  </a:lnTo>
                  <a:lnTo>
                    <a:pt x="2866" y="16243"/>
                  </a:lnTo>
                  <a:lnTo>
                    <a:pt x="3344" y="13854"/>
                  </a:lnTo>
                  <a:lnTo>
                    <a:pt x="3344" y="12421"/>
                  </a:lnTo>
                  <a:lnTo>
                    <a:pt x="5255" y="10510"/>
                  </a:lnTo>
                  <a:lnTo>
                    <a:pt x="10510" y="10988"/>
                  </a:lnTo>
                  <a:lnTo>
                    <a:pt x="11465" y="9555"/>
                  </a:lnTo>
                  <a:lnTo>
                    <a:pt x="10988" y="8121"/>
                  </a:lnTo>
                  <a:lnTo>
                    <a:pt x="8121" y="6210"/>
                  </a:lnTo>
                  <a:lnTo>
                    <a:pt x="8599" y="4777"/>
                  </a:lnTo>
                  <a:lnTo>
                    <a:pt x="10510" y="3822"/>
                  </a:lnTo>
                  <a:lnTo>
                    <a:pt x="12421" y="3344"/>
                  </a:lnTo>
                  <a:lnTo>
                    <a:pt x="12898" y="1433"/>
                  </a:lnTo>
                  <a:lnTo>
                    <a:pt x="13376" y="478"/>
                  </a:lnTo>
                  <a:lnTo>
                    <a:pt x="13376" y="0"/>
                  </a:lnTo>
                  <a:lnTo>
                    <a:pt x="15765" y="2866"/>
                  </a:lnTo>
                  <a:lnTo>
                    <a:pt x="16721" y="2389"/>
                  </a:lnTo>
                  <a:lnTo>
                    <a:pt x="19109" y="1911"/>
                  </a:lnTo>
                  <a:lnTo>
                    <a:pt x="20542" y="2866"/>
                  </a:lnTo>
                  <a:lnTo>
                    <a:pt x="21975" y="4777"/>
                  </a:lnTo>
                  <a:lnTo>
                    <a:pt x="23409" y="4777"/>
                  </a:lnTo>
                  <a:lnTo>
                    <a:pt x="24364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4" name="Freeform 1963">
              <a:extLst>
                <a:ext uri="{FF2B5EF4-FFF2-40B4-BE49-F238E27FC236}">
                  <a16:creationId xmlns:a16="http://schemas.microsoft.com/office/drawing/2014/main" id="{69F5C10F-6311-EAB9-6343-BF5DB1726DBC}"/>
                </a:ext>
              </a:extLst>
            </p:cNvPr>
            <p:cNvSpPr/>
            <p:nvPr/>
          </p:nvSpPr>
          <p:spPr>
            <a:xfrm>
              <a:off x="6235018" y="5278074"/>
              <a:ext cx="5255" cy="955"/>
            </a:xfrm>
            <a:custGeom>
              <a:avLst/>
              <a:gdLst>
                <a:gd name="csX0" fmla="*/ 5255 w 5255"/>
                <a:gd name="csY0" fmla="*/ 956 h 955"/>
                <a:gd name="csX1" fmla="*/ 2389 w 5255"/>
                <a:gd name="csY1" fmla="*/ 0 h 955"/>
                <a:gd name="csX2" fmla="*/ 0 w 5255"/>
                <a:gd name="csY2" fmla="*/ 0 h 955"/>
                <a:gd name="csX3" fmla="*/ 2389 w 5255"/>
                <a:gd name="csY3" fmla="*/ 0 h 955"/>
                <a:gd name="csX4" fmla="*/ 5255 w 5255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5" h="955">
                  <a:moveTo>
                    <a:pt x="5255" y="956"/>
                  </a:moveTo>
                  <a:lnTo>
                    <a:pt x="2389" y="0"/>
                  </a:lnTo>
                  <a:lnTo>
                    <a:pt x="0" y="0"/>
                  </a:lnTo>
                  <a:lnTo>
                    <a:pt x="2389" y="0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5" name="Freeform 1964">
              <a:extLst>
                <a:ext uri="{FF2B5EF4-FFF2-40B4-BE49-F238E27FC236}">
                  <a16:creationId xmlns:a16="http://schemas.microsoft.com/office/drawing/2014/main" id="{BF95F8F9-0323-FEE6-E429-64192D52A1C6}"/>
                </a:ext>
              </a:extLst>
            </p:cNvPr>
            <p:cNvSpPr/>
            <p:nvPr/>
          </p:nvSpPr>
          <p:spPr>
            <a:xfrm>
              <a:off x="6236929" y="3818611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1433 w 1433"/>
                <a:gd name="csY1" fmla="*/ 478 h 477"/>
                <a:gd name="csX2" fmla="*/ 0 w 1433"/>
                <a:gd name="csY2" fmla="*/ 0 h 477"/>
                <a:gd name="csX3" fmla="*/ 1433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6" name="Freeform 1965">
              <a:extLst>
                <a:ext uri="{FF2B5EF4-FFF2-40B4-BE49-F238E27FC236}">
                  <a16:creationId xmlns:a16="http://schemas.microsoft.com/office/drawing/2014/main" id="{D1962F27-D9D7-3B3B-E746-38FE2564DB87}"/>
                </a:ext>
              </a:extLst>
            </p:cNvPr>
            <p:cNvSpPr/>
            <p:nvPr/>
          </p:nvSpPr>
          <p:spPr>
            <a:xfrm>
              <a:off x="6234063" y="3816700"/>
              <a:ext cx="2866" cy="1911"/>
            </a:xfrm>
            <a:custGeom>
              <a:avLst/>
              <a:gdLst>
                <a:gd name="csX0" fmla="*/ 2866 w 2866"/>
                <a:gd name="csY0" fmla="*/ 1911 h 1911"/>
                <a:gd name="csX1" fmla="*/ 478 w 2866"/>
                <a:gd name="csY1" fmla="*/ 0 h 1911"/>
                <a:gd name="csX2" fmla="*/ 0 w 2866"/>
                <a:gd name="csY2" fmla="*/ 0 h 1911"/>
                <a:gd name="csX3" fmla="*/ 478 w 2866"/>
                <a:gd name="csY3" fmla="*/ 0 h 1911"/>
                <a:gd name="csX4" fmla="*/ 2866 w 2866"/>
                <a:gd name="csY4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911">
                  <a:moveTo>
                    <a:pt x="2866" y="1911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7" name="Freeform 1966">
              <a:extLst>
                <a:ext uri="{FF2B5EF4-FFF2-40B4-BE49-F238E27FC236}">
                  <a16:creationId xmlns:a16="http://schemas.microsoft.com/office/drawing/2014/main" id="{83C6F7A5-73CC-42B6-A27B-41E0A9D87BED}"/>
                </a:ext>
              </a:extLst>
            </p:cNvPr>
            <p:cNvSpPr/>
            <p:nvPr/>
          </p:nvSpPr>
          <p:spPr>
            <a:xfrm>
              <a:off x="6227852" y="3876416"/>
              <a:ext cx="7643" cy="2388"/>
            </a:xfrm>
            <a:custGeom>
              <a:avLst/>
              <a:gdLst>
                <a:gd name="csX0" fmla="*/ 7644 w 7643"/>
                <a:gd name="csY0" fmla="*/ 2389 h 2388"/>
                <a:gd name="csX1" fmla="*/ 0 w 7643"/>
                <a:gd name="csY1" fmla="*/ 0 h 2388"/>
                <a:gd name="csX2" fmla="*/ 956 w 7643"/>
                <a:gd name="csY2" fmla="*/ 0 h 2388"/>
                <a:gd name="csX3" fmla="*/ 1433 w 7643"/>
                <a:gd name="csY3" fmla="*/ 0 h 2388"/>
                <a:gd name="csX4" fmla="*/ 5255 w 7643"/>
                <a:gd name="csY4" fmla="*/ 478 h 2388"/>
                <a:gd name="csX5" fmla="*/ 7644 w 7643"/>
                <a:gd name="csY5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43" h="2388">
                  <a:moveTo>
                    <a:pt x="7644" y="2389"/>
                  </a:moveTo>
                  <a:lnTo>
                    <a:pt x="0" y="0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5255" y="478"/>
                  </a:lnTo>
                  <a:lnTo>
                    <a:pt x="76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8" name="Freeform 1967">
              <a:extLst>
                <a:ext uri="{FF2B5EF4-FFF2-40B4-BE49-F238E27FC236}">
                  <a16:creationId xmlns:a16="http://schemas.microsoft.com/office/drawing/2014/main" id="{2243A4DA-217B-CA24-3A99-3DFCD26DA2F9}"/>
                </a:ext>
              </a:extLst>
            </p:cNvPr>
            <p:cNvSpPr/>
            <p:nvPr/>
          </p:nvSpPr>
          <p:spPr>
            <a:xfrm>
              <a:off x="6235018" y="3680069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5 h 955"/>
                <a:gd name="csX2" fmla="*/ 0 w 477"/>
                <a:gd name="csY2" fmla="*/ 955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5"/>
                  </a:lnTo>
                  <a:lnTo>
                    <a:pt x="0" y="955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9" name="Freeform 1968">
              <a:extLst>
                <a:ext uri="{FF2B5EF4-FFF2-40B4-BE49-F238E27FC236}">
                  <a16:creationId xmlns:a16="http://schemas.microsoft.com/office/drawing/2014/main" id="{1D54BC65-9F5B-CCC3-7A93-E54E373EF867}"/>
                </a:ext>
              </a:extLst>
            </p:cNvPr>
            <p:cNvSpPr/>
            <p:nvPr/>
          </p:nvSpPr>
          <p:spPr>
            <a:xfrm>
              <a:off x="6225941" y="4872960"/>
              <a:ext cx="5732" cy="8121"/>
            </a:xfrm>
            <a:custGeom>
              <a:avLst/>
              <a:gdLst>
                <a:gd name="csX0" fmla="*/ 3344 w 5732"/>
                <a:gd name="csY0" fmla="*/ 4299 h 8121"/>
                <a:gd name="csX1" fmla="*/ 5733 w 5732"/>
                <a:gd name="csY1" fmla="*/ 8121 h 8121"/>
                <a:gd name="csX2" fmla="*/ 5733 w 5732"/>
                <a:gd name="csY2" fmla="*/ 8121 h 8121"/>
                <a:gd name="csX3" fmla="*/ 2866 w 5732"/>
                <a:gd name="csY3" fmla="*/ 4299 h 8121"/>
                <a:gd name="csX4" fmla="*/ 0 w 5732"/>
                <a:gd name="csY4" fmla="*/ 0 h 8121"/>
                <a:gd name="csX5" fmla="*/ 3344 w 5732"/>
                <a:gd name="csY5" fmla="*/ 4299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732" h="8121">
                  <a:moveTo>
                    <a:pt x="3344" y="4299"/>
                  </a:moveTo>
                  <a:lnTo>
                    <a:pt x="5733" y="8121"/>
                  </a:lnTo>
                  <a:lnTo>
                    <a:pt x="5733" y="8121"/>
                  </a:lnTo>
                  <a:lnTo>
                    <a:pt x="2866" y="4299"/>
                  </a:lnTo>
                  <a:lnTo>
                    <a:pt x="0" y="0"/>
                  </a:lnTo>
                  <a:lnTo>
                    <a:pt x="3344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0" name="Freeform 1969">
              <a:extLst>
                <a:ext uri="{FF2B5EF4-FFF2-40B4-BE49-F238E27FC236}">
                  <a16:creationId xmlns:a16="http://schemas.microsoft.com/office/drawing/2014/main" id="{1B48BF20-C054-978A-3A75-0E2E689173D0}"/>
                </a:ext>
              </a:extLst>
            </p:cNvPr>
            <p:cNvSpPr/>
            <p:nvPr/>
          </p:nvSpPr>
          <p:spPr>
            <a:xfrm>
              <a:off x="6227852" y="5271386"/>
              <a:ext cx="1911" cy="5255"/>
            </a:xfrm>
            <a:custGeom>
              <a:avLst/>
              <a:gdLst>
                <a:gd name="csX0" fmla="*/ 1433 w 1911"/>
                <a:gd name="csY0" fmla="*/ 3822 h 5255"/>
                <a:gd name="csX1" fmla="*/ 1911 w 1911"/>
                <a:gd name="csY1" fmla="*/ 5255 h 5255"/>
                <a:gd name="csX2" fmla="*/ 1911 w 1911"/>
                <a:gd name="csY2" fmla="*/ 5255 h 5255"/>
                <a:gd name="csX3" fmla="*/ 1433 w 1911"/>
                <a:gd name="csY3" fmla="*/ 3822 h 5255"/>
                <a:gd name="csX4" fmla="*/ 956 w 1911"/>
                <a:gd name="csY4" fmla="*/ 2389 h 5255"/>
                <a:gd name="csX5" fmla="*/ 0 w 1911"/>
                <a:gd name="csY5" fmla="*/ 956 h 5255"/>
                <a:gd name="csX6" fmla="*/ 0 w 1911"/>
                <a:gd name="csY6" fmla="*/ 0 h 5255"/>
                <a:gd name="csX7" fmla="*/ 0 w 1911"/>
                <a:gd name="csY7" fmla="*/ 0 h 5255"/>
                <a:gd name="csX8" fmla="*/ 0 w 1911"/>
                <a:gd name="csY8" fmla="*/ 956 h 5255"/>
                <a:gd name="csX9" fmla="*/ 956 w 1911"/>
                <a:gd name="csY9" fmla="*/ 2389 h 5255"/>
                <a:gd name="csX10" fmla="*/ 1433 w 1911"/>
                <a:gd name="csY10" fmla="*/ 3822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911" h="5255">
                  <a:moveTo>
                    <a:pt x="1433" y="3822"/>
                  </a:moveTo>
                  <a:lnTo>
                    <a:pt x="1911" y="5255"/>
                  </a:lnTo>
                  <a:lnTo>
                    <a:pt x="1911" y="5255"/>
                  </a:lnTo>
                  <a:lnTo>
                    <a:pt x="1433" y="3822"/>
                  </a:lnTo>
                  <a:lnTo>
                    <a:pt x="956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6"/>
                  </a:lnTo>
                  <a:lnTo>
                    <a:pt x="956" y="2389"/>
                  </a:lnTo>
                  <a:lnTo>
                    <a:pt x="14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1" name="Freeform 1970">
              <a:extLst>
                <a:ext uri="{FF2B5EF4-FFF2-40B4-BE49-F238E27FC236}">
                  <a16:creationId xmlns:a16="http://schemas.microsoft.com/office/drawing/2014/main" id="{32FAC9D2-7320-06F8-5912-2A5CFEA3A867}"/>
                </a:ext>
              </a:extLst>
            </p:cNvPr>
            <p:cNvSpPr/>
            <p:nvPr/>
          </p:nvSpPr>
          <p:spPr>
            <a:xfrm>
              <a:off x="6227852" y="5267564"/>
              <a:ext cx="477" cy="3344"/>
            </a:xfrm>
            <a:custGeom>
              <a:avLst/>
              <a:gdLst>
                <a:gd name="csX0" fmla="*/ 0 w 477"/>
                <a:gd name="csY0" fmla="*/ 0 h 3344"/>
                <a:gd name="csX1" fmla="*/ 478 w 477"/>
                <a:gd name="csY1" fmla="*/ 1911 h 3344"/>
                <a:gd name="csX2" fmla="*/ 478 w 477"/>
                <a:gd name="csY2" fmla="*/ 3344 h 3344"/>
                <a:gd name="csX3" fmla="*/ 478 w 477"/>
                <a:gd name="csY3" fmla="*/ 1911 h 3344"/>
                <a:gd name="csX4" fmla="*/ 0 w 477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3344">
                  <a:moveTo>
                    <a:pt x="0" y="0"/>
                  </a:moveTo>
                  <a:lnTo>
                    <a:pt x="478" y="1911"/>
                  </a:lnTo>
                  <a:lnTo>
                    <a:pt x="478" y="3344"/>
                  </a:lnTo>
                  <a:lnTo>
                    <a:pt x="478" y="19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2" name="Freeform 1971">
              <a:extLst>
                <a:ext uri="{FF2B5EF4-FFF2-40B4-BE49-F238E27FC236}">
                  <a16:creationId xmlns:a16="http://schemas.microsoft.com/office/drawing/2014/main" id="{B9CF79D9-67A6-86D4-39AD-A70853A94D1C}"/>
                </a:ext>
              </a:extLst>
            </p:cNvPr>
            <p:cNvSpPr/>
            <p:nvPr/>
          </p:nvSpPr>
          <p:spPr>
            <a:xfrm>
              <a:off x="6224030" y="3028924"/>
              <a:ext cx="3344" cy="3344"/>
            </a:xfrm>
            <a:custGeom>
              <a:avLst/>
              <a:gdLst>
                <a:gd name="csX0" fmla="*/ 3344 w 3344"/>
                <a:gd name="csY0" fmla="*/ 0 h 3344"/>
                <a:gd name="csX1" fmla="*/ 478 w 3344"/>
                <a:gd name="csY1" fmla="*/ 3344 h 3344"/>
                <a:gd name="csX2" fmla="*/ 0 w 3344"/>
                <a:gd name="csY2" fmla="*/ 3344 h 3344"/>
                <a:gd name="csX3" fmla="*/ 3344 w 3344"/>
                <a:gd name="csY3" fmla="*/ 0 h 3344"/>
                <a:gd name="csX4" fmla="*/ 3344 w 3344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3344">
                  <a:moveTo>
                    <a:pt x="3344" y="0"/>
                  </a:moveTo>
                  <a:lnTo>
                    <a:pt x="478" y="3344"/>
                  </a:lnTo>
                  <a:lnTo>
                    <a:pt x="0" y="3344"/>
                  </a:lnTo>
                  <a:lnTo>
                    <a:pt x="3344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3" name="Freeform 1972">
              <a:extLst>
                <a:ext uri="{FF2B5EF4-FFF2-40B4-BE49-F238E27FC236}">
                  <a16:creationId xmlns:a16="http://schemas.microsoft.com/office/drawing/2014/main" id="{CD164275-C744-0B00-B33F-8CD8A1C1EFEC}"/>
                </a:ext>
              </a:extLst>
            </p:cNvPr>
            <p:cNvSpPr/>
            <p:nvPr/>
          </p:nvSpPr>
          <p:spPr>
            <a:xfrm>
              <a:off x="6219253" y="3813834"/>
              <a:ext cx="5732" cy="2866"/>
            </a:xfrm>
            <a:custGeom>
              <a:avLst/>
              <a:gdLst>
                <a:gd name="csX0" fmla="*/ 5733 w 5732"/>
                <a:gd name="csY0" fmla="*/ 2866 h 2866"/>
                <a:gd name="csX1" fmla="*/ 5733 w 5732"/>
                <a:gd name="csY1" fmla="*/ 2866 h 2866"/>
                <a:gd name="csX2" fmla="*/ 4300 w 5732"/>
                <a:gd name="csY2" fmla="*/ 2866 h 2866"/>
                <a:gd name="csX3" fmla="*/ 0 w 5732"/>
                <a:gd name="csY3" fmla="*/ 0 h 2866"/>
                <a:gd name="csX4" fmla="*/ 0 w 5732"/>
                <a:gd name="csY4" fmla="*/ 0 h 2866"/>
                <a:gd name="csX5" fmla="*/ 4300 w 5732"/>
                <a:gd name="csY5" fmla="*/ 2389 h 2866"/>
                <a:gd name="csX6" fmla="*/ 5733 w 5732"/>
                <a:gd name="csY6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32" h="2866">
                  <a:moveTo>
                    <a:pt x="5733" y="2866"/>
                  </a:moveTo>
                  <a:lnTo>
                    <a:pt x="5733" y="2866"/>
                  </a:lnTo>
                  <a:lnTo>
                    <a:pt x="4300" y="286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300" y="2389"/>
                  </a:lnTo>
                  <a:lnTo>
                    <a:pt x="57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4" name="Freeform 1973">
              <a:extLst>
                <a:ext uri="{FF2B5EF4-FFF2-40B4-BE49-F238E27FC236}">
                  <a16:creationId xmlns:a16="http://schemas.microsoft.com/office/drawing/2014/main" id="{C025149D-2F36-0527-7129-81CED6B8C014}"/>
                </a:ext>
              </a:extLst>
            </p:cNvPr>
            <p:cNvSpPr/>
            <p:nvPr/>
          </p:nvSpPr>
          <p:spPr>
            <a:xfrm>
              <a:off x="6208743" y="3865428"/>
              <a:ext cx="15765" cy="2866"/>
            </a:xfrm>
            <a:custGeom>
              <a:avLst/>
              <a:gdLst>
                <a:gd name="csX0" fmla="*/ 15765 w 15765"/>
                <a:gd name="csY0" fmla="*/ 2866 h 2866"/>
                <a:gd name="csX1" fmla="*/ 14810 w 15765"/>
                <a:gd name="csY1" fmla="*/ 2866 h 2866"/>
                <a:gd name="csX2" fmla="*/ 5733 w 15765"/>
                <a:gd name="csY2" fmla="*/ 2866 h 2866"/>
                <a:gd name="csX3" fmla="*/ 3344 w 15765"/>
                <a:gd name="csY3" fmla="*/ 2389 h 2866"/>
                <a:gd name="csX4" fmla="*/ 478 w 15765"/>
                <a:gd name="csY4" fmla="*/ 956 h 2866"/>
                <a:gd name="csX5" fmla="*/ 0 w 15765"/>
                <a:gd name="csY5" fmla="*/ 478 h 2866"/>
                <a:gd name="csX6" fmla="*/ 2867 w 15765"/>
                <a:gd name="csY6" fmla="*/ 0 h 2866"/>
                <a:gd name="csX7" fmla="*/ 5255 w 15765"/>
                <a:gd name="csY7" fmla="*/ 478 h 2866"/>
                <a:gd name="csX8" fmla="*/ 6211 w 15765"/>
                <a:gd name="csY8" fmla="*/ 1433 h 2866"/>
                <a:gd name="csX9" fmla="*/ 13377 w 15765"/>
                <a:gd name="csY9" fmla="*/ 2389 h 2866"/>
                <a:gd name="csX10" fmla="*/ 15765 w 15765"/>
                <a:gd name="csY10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5765" h="2866">
                  <a:moveTo>
                    <a:pt x="15765" y="2866"/>
                  </a:moveTo>
                  <a:lnTo>
                    <a:pt x="14810" y="2866"/>
                  </a:lnTo>
                  <a:lnTo>
                    <a:pt x="5733" y="2866"/>
                  </a:lnTo>
                  <a:lnTo>
                    <a:pt x="3344" y="2389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2867" y="0"/>
                  </a:lnTo>
                  <a:lnTo>
                    <a:pt x="5255" y="478"/>
                  </a:lnTo>
                  <a:lnTo>
                    <a:pt x="6211" y="1433"/>
                  </a:lnTo>
                  <a:lnTo>
                    <a:pt x="13377" y="2389"/>
                  </a:lnTo>
                  <a:lnTo>
                    <a:pt x="1576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5" name="Freeform 1974">
              <a:extLst>
                <a:ext uri="{FF2B5EF4-FFF2-40B4-BE49-F238E27FC236}">
                  <a16:creationId xmlns:a16="http://schemas.microsoft.com/office/drawing/2014/main" id="{653F4352-516F-D3C3-52B0-FB00E858814F}"/>
                </a:ext>
              </a:extLst>
            </p:cNvPr>
            <p:cNvSpPr/>
            <p:nvPr/>
          </p:nvSpPr>
          <p:spPr>
            <a:xfrm>
              <a:off x="6224030" y="5263743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0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6" name="Freeform 1975">
              <a:extLst>
                <a:ext uri="{FF2B5EF4-FFF2-40B4-BE49-F238E27FC236}">
                  <a16:creationId xmlns:a16="http://schemas.microsoft.com/office/drawing/2014/main" id="{3F5BF88B-99C1-0CD9-5E5A-FBA399C60585}"/>
                </a:ext>
              </a:extLst>
            </p:cNvPr>
            <p:cNvSpPr/>
            <p:nvPr/>
          </p:nvSpPr>
          <p:spPr>
            <a:xfrm>
              <a:off x="6213998" y="3871161"/>
              <a:ext cx="10510" cy="2866"/>
            </a:xfrm>
            <a:custGeom>
              <a:avLst/>
              <a:gdLst>
                <a:gd name="csX0" fmla="*/ 10510 w 10510"/>
                <a:gd name="csY0" fmla="*/ 2389 h 2866"/>
                <a:gd name="csX1" fmla="*/ 8599 w 10510"/>
                <a:gd name="csY1" fmla="*/ 2389 h 2866"/>
                <a:gd name="csX2" fmla="*/ 6688 w 10510"/>
                <a:gd name="csY2" fmla="*/ 1911 h 2866"/>
                <a:gd name="csX3" fmla="*/ 3822 w 10510"/>
                <a:gd name="csY3" fmla="*/ 2866 h 2866"/>
                <a:gd name="csX4" fmla="*/ 1433 w 10510"/>
                <a:gd name="csY4" fmla="*/ 2389 h 2866"/>
                <a:gd name="csX5" fmla="*/ 956 w 10510"/>
                <a:gd name="csY5" fmla="*/ 1911 h 2866"/>
                <a:gd name="csX6" fmla="*/ 478 w 10510"/>
                <a:gd name="csY6" fmla="*/ 956 h 2866"/>
                <a:gd name="csX7" fmla="*/ 0 w 10510"/>
                <a:gd name="csY7" fmla="*/ 0 h 2866"/>
                <a:gd name="csX8" fmla="*/ 3822 w 10510"/>
                <a:gd name="csY8" fmla="*/ 956 h 2866"/>
                <a:gd name="csX9" fmla="*/ 6210 w 10510"/>
                <a:gd name="csY9" fmla="*/ 478 h 2866"/>
                <a:gd name="csX10" fmla="*/ 8599 w 10510"/>
                <a:gd name="csY10" fmla="*/ 956 h 2866"/>
                <a:gd name="csX11" fmla="*/ 10032 w 10510"/>
                <a:gd name="csY11" fmla="*/ 1911 h 2866"/>
                <a:gd name="csX12" fmla="*/ 10510 w 10510"/>
                <a:gd name="csY12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0510" h="2866">
                  <a:moveTo>
                    <a:pt x="10510" y="2389"/>
                  </a:moveTo>
                  <a:lnTo>
                    <a:pt x="8599" y="2389"/>
                  </a:lnTo>
                  <a:lnTo>
                    <a:pt x="6688" y="1911"/>
                  </a:lnTo>
                  <a:lnTo>
                    <a:pt x="3822" y="2866"/>
                  </a:lnTo>
                  <a:lnTo>
                    <a:pt x="1433" y="2389"/>
                  </a:lnTo>
                  <a:lnTo>
                    <a:pt x="956" y="1911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3822" y="956"/>
                  </a:lnTo>
                  <a:lnTo>
                    <a:pt x="6210" y="478"/>
                  </a:lnTo>
                  <a:lnTo>
                    <a:pt x="8599" y="956"/>
                  </a:lnTo>
                  <a:lnTo>
                    <a:pt x="10032" y="1911"/>
                  </a:lnTo>
                  <a:lnTo>
                    <a:pt x="1051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7" name="Freeform 1976">
              <a:extLst>
                <a:ext uri="{FF2B5EF4-FFF2-40B4-BE49-F238E27FC236}">
                  <a16:creationId xmlns:a16="http://schemas.microsoft.com/office/drawing/2014/main" id="{CE1B111C-FD65-E486-C216-79B399C2BAA0}"/>
                </a:ext>
              </a:extLst>
            </p:cNvPr>
            <p:cNvSpPr/>
            <p:nvPr/>
          </p:nvSpPr>
          <p:spPr>
            <a:xfrm>
              <a:off x="6222120" y="5262787"/>
              <a:ext cx="1910" cy="955"/>
            </a:xfrm>
            <a:custGeom>
              <a:avLst/>
              <a:gdLst>
                <a:gd name="csX0" fmla="*/ 0 w 1910"/>
                <a:gd name="csY0" fmla="*/ 0 h 955"/>
                <a:gd name="csX1" fmla="*/ 1911 w 1910"/>
                <a:gd name="csY1" fmla="*/ 956 h 955"/>
                <a:gd name="csX2" fmla="*/ 0 w 1910"/>
                <a:gd name="csY2" fmla="*/ 0 h 955"/>
                <a:gd name="csX3" fmla="*/ 0 w 1910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955">
                  <a:moveTo>
                    <a:pt x="0" y="0"/>
                  </a:moveTo>
                  <a:lnTo>
                    <a:pt x="1911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8" name="Freeform 1977">
              <a:extLst>
                <a:ext uri="{FF2B5EF4-FFF2-40B4-BE49-F238E27FC236}">
                  <a16:creationId xmlns:a16="http://schemas.microsoft.com/office/drawing/2014/main" id="{368378EC-0C66-BADC-DFF5-FCE62C8F50C0}"/>
                </a:ext>
              </a:extLst>
            </p:cNvPr>
            <p:cNvSpPr/>
            <p:nvPr/>
          </p:nvSpPr>
          <p:spPr>
            <a:xfrm>
              <a:off x="6072590" y="3714466"/>
              <a:ext cx="150962" cy="70226"/>
            </a:xfrm>
            <a:custGeom>
              <a:avLst/>
              <a:gdLst>
                <a:gd name="csX0" fmla="*/ 150963 w 150962"/>
                <a:gd name="csY0" fmla="*/ 27231 h 70226"/>
                <a:gd name="csX1" fmla="*/ 150007 w 150962"/>
                <a:gd name="csY1" fmla="*/ 28186 h 70226"/>
                <a:gd name="csX2" fmla="*/ 150007 w 150962"/>
                <a:gd name="csY2" fmla="*/ 30097 h 70226"/>
                <a:gd name="csX3" fmla="*/ 149052 w 150962"/>
                <a:gd name="csY3" fmla="*/ 30575 h 70226"/>
                <a:gd name="csX4" fmla="*/ 149052 w 150962"/>
                <a:gd name="csY4" fmla="*/ 31530 h 70226"/>
                <a:gd name="csX5" fmla="*/ 149052 w 150962"/>
                <a:gd name="csY5" fmla="*/ 32486 h 70226"/>
                <a:gd name="csX6" fmla="*/ 149052 w 150962"/>
                <a:gd name="csY6" fmla="*/ 33441 h 70226"/>
                <a:gd name="csX7" fmla="*/ 149530 w 150962"/>
                <a:gd name="csY7" fmla="*/ 35352 h 70226"/>
                <a:gd name="csX8" fmla="*/ 147619 w 150962"/>
                <a:gd name="csY8" fmla="*/ 35352 h 70226"/>
                <a:gd name="csX9" fmla="*/ 145707 w 150962"/>
                <a:gd name="csY9" fmla="*/ 35352 h 70226"/>
                <a:gd name="csX10" fmla="*/ 144752 w 150962"/>
                <a:gd name="csY10" fmla="*/ 35352 h 70226"/>
                <a:gd name="csX11" fmla="*/ 143797 w 150962"/>
                <a:gd name="csY11" fmla="*/ 35830 h 70226"/>
                <a:gd name="csX12" fmla="*/ 143319 w 150962"/>
                <a:gd name="csY12" fmla="*/ 35830 h 70226"/>
                <a:gd name="csX13" fmla="*/ 141408 w 150962"/>
                <a:gd name="csY13" fmla="*/ 34397 h 70226"/>
                <a:gd name="csX14" fmla="*/ 139975 w 150962"/>
                <a:gd name="csY14" fmla="*/ 33919 h 70226"/>
                <a:gd name="csX15" fmla="*/ 139497 w 150962"/>
                <a:gd name="csY15" fmla="*/ 33919 h 70226"/>
                <a:gd name="csX16" fmla="*/ 139019 w 150962"/>
                <a:gd name="csY16" fmla="*/ 34874 h 70226"/>
                <a:gd name="csX17" fmla="*/ 137586 w 150962"/>
                <a:gd name="csY17" fmla="*/ 35352 h 70226"/>
                <a:gd name="csX18" fmla="*/ 136631 w 150962"/>
                <a:gd name="csY18" fmla="*/ 36307 h 70226"/>
                <a:gd name="csX19" fmla="*/ 137108 w 150962"/>
                <a:gd name="csY19" fmla="*/ 36785 h 70226"/>
                <a:gd name="csX20" fmla="*/ 140930 w 150962"/>
                <a:gd name="csY20" fmla="*/ 37741 h 70226"/>
                <a:gd name="csX21" fmla="*/ 141886 w 150962"/>
                <a:gd name="csY21" fmla="*/ 39652 h 70226"/>
                <a:gd name="csX22" fmla="*/ 140930 w 150962"/>
                <a:gd name="csY22" fmla="*/ 41563 h 70226"/>
                <a:gd name="csX23" fmla="*/ 140930 w 150962"/>
                <a:gd name="csY23" fmla="*/ 42040 h 70226"/>
                <a:gd name="csX24" fmla="*/ 139975 w 150962"/>
                <a:gd name="csY24" fmla="*/ 42996 h 70226"/>
                <a:gd name="csX25" fmla="*/ 138542 w 150962"/>
                <a:gd name="csY25" fmla="*/ 43473 h 70226"/>
                <a:gd name="csX26" fmla="*/ 137108 w 150962"/>
                <a:gd name="csY26" fmla="*/ 43473 h 70226"/>
                <a:gd name="csX27" fmla="*/ 137108 w 150962"/>
                <a:gd name="csY27" fmla="*/ 44429 h 70226"/>
                <a:gd name="csX28" fmla="*/ 137586 w 150962"/>
                <a:gd name="csY28" fmla="*/ 46818 h 70226"/>
                <a:gd name="csX29" fmla="*/ 137108 w 150962"/>
                <a:gd name="csY29" fmla="*/ 47295 h 70226"/>
                <a:gd name="csX30" fmla="*/ 136631 w 150962"/>
                <a:gd name="csY30" fmla="*/ 48251 h 70226"/>
                <a:gd name="csX31" fmla="*/ 137108 w 150962"/>
                <a:gd name="csY31" fmla="*/ 50162 h 70226"/>
                <a:gd name="csX32" fmla="*/ 138064 w 150962"/>
                <a:gd name="csY32" fmla="*/ 50639 h 70226"/>
                <a:gd name="csX33" fmla="*/ 138064 w 150962"/>
                <a:gd name="csY33" fmla="*/ 51117 h 70226"/>
                <a:gd name="csX34" fmla="*/ 138064 w 150962"/>
                <a:gd name="csY34" fmla="*/ 51595 h 70226"/>
                <a:gd name="csX35" fmla="*/ 138064 w 150962"/>
                <a:gd name="csY35" fmla="*/ 52550 h 70226"/>
                <a:gd name="csX36" fmla="*/ 137586 w 150962"/>
                <a:gd name="csY36" fmla="*/ 53506 h 70226"/>
                <a:gd name="csX37" fmla="*/ 137586 w 150962"/>
                <a:gd name="csY37" fmla="*/ 53984 h 70226"/>
                <a:gd name="csX38" fmla="*/ 136631 w 150962"/>
                <a:gd name="csY38" fmla="*/ 54461 h 70226"/>
                <a:gd name="csX39" fmla="*/ 135198 w 150962"/>
                <a:gd name="csY39" fmla="*/ 53984 h 70226"/>
                <a:gd name="csX40" fmla="*/ 133287 w 150962"/>
                <a:gd name="csY40" fmla="*/ 54939 h 70226"/>
                <a:gd name="csX41" fmla="*/ 130420 w 150962"/>
                <a:gd name="csY41" fmla="*/ 57805 h 70226"/>
                <a:gd name="csX42" fmla="*/ 128987 w 150962"/>
                <a:gd name="csY42" fmla="*/ 58283 h 70226"/>
                <a:gd name="csX43" fmla="*/ 128032 w 150962"/>
                <a:gd name="csY43" fmla="*/ 59238 h 70226"/>
                <a:gd name="csX44" fmla="*/ 128032 w 150962"/>
                <a:gd name="csY44" fmla="*/ 62105 h 70226"/>
                <a:gd name="csX45" fmla="*/ 128032 w 150962"/>
                <a:gd name="csY45" fmla="*/ 62105 h 70226"/>
                <a:gd name="csX46" fmla="*/ 127554 w 150962"/>
                <a:gd name="csY46" fmla="*/ 62583 h 70226"/>
                <a:gd name="csX47" fmla="*/ 123732 w 150962"/>
                <a:gd name="csY47" fmla="*/ 61627 h 70226"/>
                <a:gd name="csX48" fmla="*/ 123732 w 150962"/>
                <a:gd name="csY48" fmla="*/ 61627 h 70226"/>
                <a:gd name="csX49" fmla="*/ 121343 w 150962"/>
                <a:gd name="csY49" fmla="*/ 62105 h 70226"/>
                <a:gd name="csX50" fmla="*/ 119432 w 150962"/>
                <a:gd name="csY50" fmla="*/ 63538 h 70226"/>
                <a:gd name="csX51" fmla="*/ 117522 w 150962"/>
                <a:gd name="csY51" fmla="*/ 64016 h 70226"/>
                <a:gd name="csX52" fmla="*/ 112744 w 150962"/>
                <a:gd name="csY52" fmla="*/ 63538 h 70226"/>
                <a:gd name="csX53" fmla="*/ 108445 w 150962"/>
                <a:gd name="csY53" fmla="*/ 64016 h 70226"/>
                <a:gd name="csX54" fmla="*/ 107489 w 150962"/>
                <a:gd name="csY54" fmla="*/ 64494 h 70226"/>
                <a:gd name="csX55" fmla="*/ 106534 w 150962"/>
                <a:gd name="csY55" fmla="*/ 64494 h 70226"/>
                <a:gd name="csX56" fmla="*/ 105578 w 150962"/>
                <a:gd name="csY56" fmla="*/ 65449 h 70226"/>
                <a:gd name="csX57" fmla="*/ 104623 w 150962"/>
                <a:gd name="csY57" fmla="*/ 66404 h 70226"/>
                <a:gd name="csX58" fmla="*/ 103667 w 150962"/>
                <a:gd name="csY58" fmla="*/ 67360 h 70226"/>
                <a:gd name="csX59" fmla="*/ 102234 w 150962"/>
                <a:gd name="csY59" fmla="*/ 68315 h 70226"/>
                <a:gd name="csX60" fmla="*/ 100801 w 150962"/>
                <a:gd name="csY60" fmla="*/ 69271 h 70226"/>
                <a:gd name="csX61" fmla="*/ 100323 w 150962"/>
                <a:gd name="csY61" fmla="*/ 69749 h 70226"/>
                <a:gd name="csX62" fmla="*/ 99846 w 150962"/>
                <a:gd name="csY62" fmla="*/ 70226 h 70226"/>
                <a:gd name="csX63" fmla="*/ 98890 w 150962"/>
                <a:gd name="csY63" fmla="*/ 69749 h 70226"/>
                <a:gd name="csX64" fmla="*/ 97935 w 150962"/>
                <a:gd name="csY64" fmla="*/ 69749 h 70226"/>
                <a:gd name="csX65" fmla="*/ 96979 w 150962"/>
                <a:gd name="csY65" fmla="*/ 69271 h 70226"/>
                <a:gd name="csX66" fmla="*/ 94113 w 150962"/>
                <a:gd name="csY66" fmla="*/ 68793 h 70226"/>
                <a:gd name="csX67" fmla="*/ 90769 w 150962"/>
                <a:gd name="csY67" fmla="*/ 68315 h 70226"/>
                <a:gd name="csX68" fmla="*/ 89335 w 150962"/>
                <a:gd name="csY68" fmla="*/ 67837 h 70226"/>
                <a:gd name="csX69" fmla="*/ 87425 w 150962"/>
                <a:gd name="csY69" fmla="*/ 67360 h 70226"/>
                <a:gd name="csX70" fmla="*/ 85514 w 150962"/>
                <a:gd name="csY70" fmla="*/ 66882 h 70226"/>
                <a:gd name="csX71" fmla="*/ 83603 w 150962"/>
                <a:gd name="csY71" fmla="*/ 66882 h 70226"/>
                <a:gd name="csX72" fmla="*/ 82647 w 150962"/>
                <a:gd name="csY72" fmla="*/ 66882 h 70226"/>
                <a:gd name="csX73" fmla="*/ 82647 w 150962"/>
                <a:gd name="csY73" fmla="*/ 66882 h 70226"/>
                <a:gd name="csX74" fmla="*/ 78825 w 150962"/>
                <a:gd name="csY74" fmla="*/ 65927 h 70226"/>
                <a:gd name="csX75" fmla="*/ 75959 w 150962"/>
                <a:gd name="csY75" fmla="*/ 65927 h 70226"/>
                <a:gd name="csX76" fmla="*/ 72137 w 150962"/>
                <a:gd name="csY76" fmla="*/ 65449 h 70226"/>
                <a:gd name="csX77" fmla="*/ 64971 w 150962"/>
                <a:gd name="csY77" fmla="*/ 64016 h 70226"/>
                <a:gd name="csX78" fmla="*/ 63060 w 150962"/>
                <a:gd name="csY78" fmla="*/ 63538 h 70226"/>
                <a:gd name="csX79" fmla="*/ 61150 w 150962"/>
                <a:gd name="csY79" fmla="*/ 63538 h 70226"/>
                <a:gd name="csX80" fmla="*/ 58761 w 150962"/>
                <a:gd name="csY80" fmla="*/ 63060 h 70226"/>
                <a:gd name="csX81" fmla="*/ 56850 w 150962"/>
                <a:gd name="csY81" fmla="*/ 62105 h 70226"/>
                <a:gd name="csX82" fmla="*/ 55894 w 150962"/>
                <a:gd name="csY82" fmla="*/ 60672 h 70226"/>
                <a:gd name="csX83" fmla="*/ 54461 w 150962"/>
                <a:gd name="csY83" fmla="*/ 58761 h 70226"/>
                <a:gd name="csX84" fmla="*/ 52073 w 150962"/>
                <a:gd name="csY84" fmla="*/ 55894 h 70226"/>
                <a:gd name="csX85" fmla="*/ 51595 w 150962"/>
                <a:gd name="csY85" fmla="*/ 54461 h 70226"/>
                <a:gd name="csX86" fmla="*/ 52550 w 150962"/>
                <a:gd name="csY86" fmla="*/ 53506 h 70226"/>
                <a:gd name="csX87" fmla="*/ 52550 w 150962"/>
                <a:gd name="csY87" fmla="*/ 53506 h 70226"/>
                <a:gd name="csX88" fmla="*/ 53028 w 150962"/>
                <a:gd name="csY88" fmla="*/ 52550 h 70226"/>
                <a:gd name="csX89" fmla="*/ 53028 w 150962"/>
                <a:gd name="csY89" fmla="*/ 52550 h 70226"/>
                <a:gd name="csX90" fmla="*/ 53028 w 150962"/>
                <a:gd name="csY90" fmla="*/ 52072 h 70226"/>
                <a:gd name="csX91" fmla="*/ 53028 w 150962"/>
                <a:gd name="csY91" fmla="*/ 52072 h 70226"/>
                <a:gd name="csX92" fmla="*/ 52550 w 150962"/>
                <a:gd name="csY92" fmla="*/ 52072 h 70226"/>
                <a:gd name="csX93" fmla="*/ 48728 w 150962"/>
                <a:gd name="csY93" fmla="*/ 53028 h 70226"/>
                <a:gd name="csX94" fmla="*/ 44429 w 150962"/>
                <a:gd name="csY94" fmla="*/ 54461 h 70226"/>
                <a:gd name="csX95" fmla="*/ 42996 w 150962"/>
                <a:gd name="csY95" fmla="*/ 54461 h 70226"/>
                <a:gd name="csX96" fmla="*/ 41563 w 150962"/>
                <a:gd name="csY96" fmla="*/ 54461 h 70226"/>
                <a:gd name="csX97" fmla="*/ 39652 w 150962"/>
                <a:gd name="csY97" fmla="*/ 53984 h 70226"/>
                <a:gd name="csX98" fmla="*/ 37741 w 150962"/>
                <a:gd name="csY98" fmla="*/ 54461 h 70226"/>
                <a:gd name="csX99" fmla="*/ 33919 w 150962"/>
                <a:gd name="csY99" fmla="*/ 54939 h 70226"/>
                <a:gd name="csX100" fmla="*/ 32008 w 150962"/>
                <a:gd name="csY100" fmla="*/ 55894 h 70226"/>
                <a:gd name="csX101" fmla="*/ 30575 w 150962"/>
                <a:gd name="csY101" fmla="*/ 57805 h 70226"/>
                <a:gd name="csX102" fmla="*/ 29619 w 150962"/>
                <a:gd name="csY102" fmla="*/ 59716 h 70226"/>
                <a:gd name="csX103" fmla="*/ 29142 w 150962"/>
                <a:gd name="csY103" fmla="*/ 60194 h 70226"/>
                <a:gd name="csX104" fmla="*/ 27709 w 150962"/>
                <a:gd name="csY104" fmla="*/ 60194 h 70226"/>
                <a:gd name="csX105" fmla="*/ 25798 w 150962"/>
                <a:gd name="csY105" fmla="*/ 60194 h 70226"/>
                <a:gd name="csX106" fmla="*/ 24364 w 150962"/>
                <a:gd name="csY106" fmla="*/ 59716 h 70226"/>
                <a:gd name="csX107" fmla="*/ 23409 w 150962"/>
                <a:gd name="csY107" fmla="*/ 58283 h 70226"/>
                <a:gd name="csX108" fmla="*/ 22931 w 150962"/>
                <a:gd name="csY108" fmla="*/ 58283 h 70226"/>
                <a:gd name="csX109" fmla="*/ 21020 w 150962"/>
                <a:gd name="csY109" fmla="*/ 57805 h 70226"/>
                <a:gd name="csX110" fmla="*/ 19109 w 150962"/>
                <a:gd name="csY110" fmla="*/ 57805 h 70226"/>
                <a:gd name="csX111" fmla="*/ 18632 w 150962"/>
                <a:gd name="csY111" fmla="*/ 57805 h 70226"/>
                <a:gd name="csX112" fmla="*/ 18632 w 150962"/>
                <a:gd name="csY112" fmla="*/ 56850 h 70226"/>
                <a:gd name="csX113" fmla="*/ 17676 w 150962"/>
                <a:gd name="csY113" fmla="*/ 54939 h 70226"/>
                <a:gd name="csX114" fmla="*/ 16243 w 150962"/>
                <a:gd name="csY114" fmla="*/ 54461 h 70226"/>
                <a:gd name="csX115" fmla="*/ 12899 w 150962"/>
                <a:gd name="csY115" fmla="*/ 57805 h 70226"/>
                <a:gd name="csX116" fmla="*/ 11943 w 150962"/>
                <a:gd name="csY116" fmla="*/ 58283 h 70226"/>
                <a:gd name="csX117" fmla="*/ 9555 w 150962"/>
                <a:gd name="csY117" fmla="*/ 57328 h 70226"/>
                <a:gd name="csX118" fmla="*/ 7166 w 150962"/>
                <a:gd name="csY118" fmla="*/ 55894 h 70226"/>
                <a:gd name="csX119" fmla="*/ 6688 w 150962"/>
                <a:gd name="csY119" fmla="*/ 54939 h 70226"/>
                <a:gd name="csX120" fmla="*/ 6211 w 150962"/>
                <a:gd name="csY120" fmla="*/ 53984 h 70226"/>
                <a:gd name="csX121" fmla="*/ 4300 w 150962"/>
                <a:gd name="csY121" fmla="*/ 53028 h 70226"/>
                <a:gd name="csX122" fmla="*/ 1911 w 150962"/>
                <a:gd name="csY122" fmla="*/ 52550 h 70226"/>
                <a:gd name="csX123" fmla="*/ 956 w 150962"/>
                <a:gd name="csY123" fmla="*/ 52550 h 70226"/>
                <a:gd name="csX124" fmla="*/ 1433 w 150962"/>
                <a:gd name="csY124" fmla="*/ 52072 h 70226"/>
                <a:gd name="csX125" fmla="*/ 1911 w 150962"/>
                <a:gd name="csY125" fmla="*/ 51117 h 70226"/>
                <a:gd name="csX126" fmla="*/ 1433 w 150962"/>
                <a:gd name="csY126" fmla="*/ 50639 h 70226"/>
                <a:gd name="csX127" fmla="*/ 956 w 150962"/>
                <a:gd name="csY127" fmla="*/ 50162 h 70226"/>
                <a:gd name="csX128" fmla="*/ 478 w 150962"/>
                <a:gd name="csY128" fmla="*/ 49206 h 70226"/>
                <a:gd name="csX129" fmla="*/ 478 w 150962"/>
                <a:gd name="csY129" fmla="*/ 48728 h 70226"/>
                <a:gd name="csX130" fmla="*/ 478 w 150962"/>
                <a:gd name="csY130" fmla="*/ 47773 h 70226"/>
                <a:gd name="csX131" fmla="*/ 478 w 150962"/>
                <a:gd name="csY131" fmla="*/ 47295 h 70226"/>
                <a:gd name="csX132" fmla="*/ 0 w 150962"/>
                <a:gd name="csY132" fmla="*/ 46818 h 70226"/>
                <a:gd name="csX133" fmla="*/ 0 w 150962"/>
                <a:gd name="csY133" fmla="*/ 46818 h 70226"/>
                <a:gd name="csX134" fmla="*/ 1911 w 150962"/>
                <a:gd name="csY134" fmla="*/ 43473 h 70226"/>
                <a:gd name="csX135" fmla="*/ 1911 w 150962"/>
                <a:gd name="csY135" fmla="*/ 41563 h 70226"/>
                <a:gd name="csX136" fmla="*/ 478 w 150962"/>
                <a:gd name="csY136" fmla="*/ 40607 h 70226"/>
                <a:gd name="csX137" fmla="*/ 0 w 150962"/>
                <a:gd name="csY137" fmla="*/ 40129 h 70226"/>
                <a:gd name="csX138" fmla="*/ 478 w 150962"/>
                <a:gd name="csY138" fmla="*/ 39652 h 70226"/>
                <a:gd name="csX139" fmla="*/ 2389 w 150962"/>
                <a:gd name="csY139" fmla="*/ 40129 h 70226"/>
                <a:gd name="csX140" fmla="*/ 3822 w 150962"/>
                <a:gd name="csY140" fmla="*/ 39174 h 70226"/>
                <a:gd name="csX141" fmla="*/ 4300 w 150962"/>
                <a:gd name="csY141" fmla="*/ 38696 h 70226"/>
                <a:gd name="csX142" fmla="*/ 6211 w 150962"/>
                <a:gd name="csY142" fmla="*/ 39174 h 70226"/>
                <a:gd name="csX143" fmla="*/ 9077 w 150962"/>
                <a:gd name="csY143" fmla="*/ 40607 h 70226"/>
                <a:gd name="csX144" fmla="*/ 9077 w 150962"/>
                <a:gd name="csY144" fmla="*/ 40607 h 70226"/>
                <a:gd name="csX145" fmla="*/ 10032 w 150962"/>
                <a:gd name="csY145" fmla="*/ 41563 h 70226"/>
                <a:gd name="csX146" fmla="*/ 10510 w 150962"/>
                <a:gd name="csY146" fmla="*/ 42040 h 70226"/>
                <a:gd name="csX147" fmla="*/ 10988 w 150962"/>
                <a:gd name="csY147" fmla="*/ 42518 h 70226"/>
                <a:gd name="csX148" fmla="*/ 10988 w 150962"/>
                <a:gd name="csY148" fmla="*/ 43473 h 70226"/>
                <a:gd name="csX149" fmla="*/ 11466 w 150962"/>
                <a:gd name="csY149" fmla="*/ 43951 h 70226"/>
                <a:gd name="csX150" fmla="*/ 12421 w 150962"/>
                <a:gd name="csY150" fmla="*/ 43951 h 70226"/>
                <a:gd name="csX151" fmla="*/ 13377 w 150962"/>
                <a:gd name="csY151" fmla="*/ 44429 h 70226"/>
                <a:gd name="csX152" fmla="*/ 13377 w 150962"/>
                <a:gd name="csY152" fmla="*/ 45384 h 70226"/>
                <a:gd name="csX153" fmla="*/ 13377 w 150962"/>
                <a:gd name="csY153" fmla="*/ 45862 h 70226"/>
                <a:gd name="csX154" fmla="*/ 13377 w 150962"/>
                <a:gd name="csY154" fmla="*/ 45862 h 70226"/>
                <a:gd name="csX155" fmla="*/ 12899 w 150962"/>
                <a:gd name="csY155" fmla="*/ 46818 h 70226"/>
                <a:gd name="csX156" fmla="*/ 13377 w 150962"/>
                <a:gd name="csY156" fmla="*/ 46818 h 70226"/>
                <a:gd name="csX157" fmla="*/ 14332 w 150962"/>
                <a:gd name="csY157" fmla="*/ 46340 h 70226"/>
                <a:gd name="csX158" fmla="*/ 15765 w 150962"/>
                <a:gd name="csY158" fmla="*/ 45862 h 70226"/>
                <a:gd name="csX159" fmla="*/ 16721 w 150962"/>
                <a:gd name="csY159" fmla="*/ 44429 h 70226"/>
                <a:gd name="csX160" fmla="*/ 17676 w 150962"/>
                <a:gd name="csY160" fmla="*/ 42996 h 70226"/>
                <a:gd name="csX161" fmla="*/ 18154 w 150962"/>
                <a:gd name="csY161" fmla="*/ 39652 h 70226"/>
                <a:gd name="csX162" fmla="*/ 18154 w 150962"/>
                <a:gd name="csY162" fmla="*/ 39174 h 70226"/>
                <a:gd name="csX163" fmla="*/ 19109 w 150962"/>
                <a:gd name="csY163" fmla="*/ 39652 h 70226"/>
                <a:gd name="csX164" fmla="*/ 22453 w 150962"/>
                <a:gd name="csY164" fmla="*/ 39652 h 70226"/>
                <a:gd name="csX165" fmla="*/ 22453 w 150962"/>
                <a:gd name="csY165" fmla="*/ 39652 h 70226"/>
                <a:gd name="csX166" fmla="*/ 24364 w 150962"/>
                <a:gd name="csY166" fmla="*/ 40129 h 70226"/>
                <a:gd name="csX167" fmla="*/ 26753 w 150962"/>
                <a:gd name="csY167" fmla="*/ 40129 h 70226"/>
                <a:gd name="csX168" fmla="*/ 26753 w 150962"/>
                <a:gd name="csY168" fmla="*/ 40607 h 70226"/>
                <a:gd name="csX169" fmla="*/ 27231 w 150962"/>
                <a:gd name="csY169" fmla="*/ 41563 h 70226"/>
                <a:gd name="csX170" fmla="*/ 28186 w 150962"/>
                <a:gd name="csY170" fmla="*/ 42996 h 70226"/>
                <a:gd name="csX171" fmla="*/ 29142 w 150962"/>
                <a:gd name="csY171" fmla="*/ 43473 h 70226"/>
                <a:gd name="csX172" fmla="*/ 29142 w 150962"/>
                <a:gd name="csY172" fmla="*/ 43473 h 70226"/>
                <a:gd name="csX173" fmla="*/ 30097 w 150962"/>
                <a:gd name="csY173" fmla="*/ 43473 h 70226"/>
                <a:gd name="csX174" fmla="*/ 32008 w 150962"/>
                <a:gd name="csY174" fmla="*/ 42996 h 70226"/>
                <a:gd name="csX175" fmla="*/ 32963 w 150962"/>
                <a:gd name="csY175" fmla="*/ 42996 h 70226"/>
                <a:gd name="csX176" fmla="*/ 33441 w 150962"/>
                <a:gd name="csY176" fmla="*/ 42996 h 70226"/>
                <a:gd name="csX177" fmla="*/ 35352 w 150962"/>
                <a:gd name="csY177" fmla="*/ 42996 h 70226"/>
                <a:gd name="csX178" fmla="*/ 36785 w 150962"/>
                <a:gd name="csY178" fmla="*/ 42040 h 70226"/>
                <a:gd name="csX179" fmla="*/ 37263 w 150962"/>
                <a:gd name="csY179" fmla="*/ 41085 h 70226"/>
                <a:gd name="csX180" fmla="*/ 38696 w 150962"/>
                <a:gd name="csY180" fmla="*/ 40607 h 70226"/>
                <a:gd name="csX181" fmla="*/ 40607 w 150962"/>
                <a:gd name="csY181" fmla="*/ 39652 h 70226"/>
                <a:gd name="csX182" fmla="*/ 43474 w 150962"/>
                <a:gd name="csY182" fmla="*/ 38696 h 70226"/>
                <a:gd name="csX183" fmla="*/ 53028 w 150962"/>
                <a:gd name="csY183" fmla="*/ 37741 h 70226"/>
                <a:gd name="csX184" fmla="*/ 53028 w 150962"/>
                <a:gd name="csY184" fmla="*/ 37741 h 70226"/>
                <a:gd name="csX185" fmla="*/ 53028 w 150962"/>
                <a:gd name="csY185" fmla="*/ 36785 h 70226"/>
                <a:gd name="csX186" fmla="*/ 53028 w 150962"/>
                <a:gd name="csY186" fmla="*/ 35352 h 70226"/>
                <a:gd name="csX187" fmla="*/ 53506 w 150962"/>
                <a:gd name="csY187" fmla="*/ 34874 h 70226"/>
                <a:gd name="csX188" fmla="*/ 54461 w 150962"/>
                <a:gd name="csY188" fmla="*/ 35352 h 70226"/>
                <a:gd name="csX189" fmla="*/ 56372 w 150962"/>
                <a:gd name="csY189" fmla="*/ 35830 h 70226"/>
                <a:gd name="csX190" fmla="*/ 56372 w 150962"/>
                <a:gd name="csY190" fmla="*/ 35830 h 70226"/>
                <a:gd name="csX191" fmla="*/ 57805 w 150962"/>
                <a:gd name="csY191" fmla="*/ 36307 h 70226"/>
                <a:gd name="csX192" fmla="*/ 58761 w 150962"/>
                <a:gd name="csY192" fmla="*/ 37263 h 70226"/>
                <a:gd name="csX193" fmla="*/ 59716 w 150962"/>
                <a:gd name="csY193" fmla="*/ 37263 h 70226"/>
                <a:gd name="csX194" fmla="*/ 61150 w 150962"/>
                <a:gd name="csY194" fmla="*/ 36785 h 70226"/>
                <a:gd name="csX195" fmla="*/ 62583 w 150962"/>
                <a:gd name="csY195" fmla="*/ 36307 h 70226"/>
                <a:gd name="csX196" fmla="*/ 64493 w 150962"/>
                <a:gd name="csY196" fmla="*/ 37263 h 70226"/>
                <a:gd name="csX197" fmla="*/ 64971 w 150962"/>
                <a:gd name="csY197" fmla="*/ 37741 h 70226"/>
                <a:gd name="csX198" fmla="*/ 64493 w 150962"/>
                <a:gd name="csY198" fmla="*/ 38218 h 70226"/>
                <a:gd name="csX199" fmla="*/ 64493 w 150962"/>
                <a:gd name="csY199" fmla="*/ 39174 h 70226"/>
                <a:gd name="csX200" fmla="*/ 64971 w 150962"/>
                <a:gd name="csY200" fmla="*/ 39652 h 70226"/>
                <a:gd name="csX201" fmla="*/ 65449 w 150962"/>
                <a:gd name="csY201" fmla="*/ 39652 h 70226"/>
                <a:gd name="csX202" fmla="*/ 66405 w 150962"/>
                <a:gd name="csY202" fmla="*/ 40607 h 70226"/>
                <a:gd name="csX203" fmla="*/ 68316 w 150962"/>
                <a:gd name="csY203" fmla="*/ 41563 h 70226"/>
                <a:gd name="csX204" fmla="*/ 69271 w 150962"/>
                <a:gd name="csY204" fmla="*/ 41563 h 70226"/>
                <a:gd name="csX205" fmla="*/ 69271 w 150962"/>
                <a:gd name="csY205" fmla="*/ 41563 h 70226"/>
                <a:gd name="csX206" fmla="*/ 69749 w 150962"/>
                <a:gd name="csY206" fmla="*/ 40607 h 70226"/>
                <a:gd name="csX207" fmla="*/ 69749 w 150962"/>
                <a:gd name="csY207" fmla="*/ 38696 h 70226"/>
                <a:gd name="csX208" fmla="*/ 70226 w 150962"/>
                <a:gd name="csY208" fmla="*/ 36785 h 70226"/>
                <a:gd name="csX209" fmla="*/ 70226 w 150962"/>
                <a:gd name="csY209" fmla="*/ 36785 h 70226"/>
                <a:gd name="csX210" fmla="*/ 69749 w 150962"/>
                <a:gd name="csY210" fmla="*/ 35352 h 70226"/>
                <a:gd name="csX211" fmla="*/ 69749 w 150962"/>
                <a:gd name="csY211" fmla="*/ 35352 h 70226"/>
                <a:gd name="csX212" fmla="*/ 68793 w 150962"/>
                <a:gd name="csY212" fmla="*/ 35352 h 70226"/>
                <a:gd name="csX213" fmla="*/ 67360 w 150962"/>
                <a:gd name="csY213" fmla="*/ 34874 h 70226"/>
                <a:gd name="csX214" fmla="*/ 66882 w 150962"/>
                <a:gd name="csY214" fmla="*/ 34874 h 70226"/>
                <a:gd name="csX215" fmla="*/ 67360 w 150962"/>
                <a:gd name="csY215" fmla="*/ 34397 h 70226"/>
                <a:gd name="csX216" fmla="*/ 68316 w 150962"/>
                <a:gd name="csY216" fmla="*/ 32486 h 70226"/>
                <a:gd name="csX217" fmla="*/ 67838 w 150962"/>
                <a:gd name="csY217" fmla="*/ 30097 h 70226"/>
                <a:gd name="csX218" fmla="*/ 67360 w 150962"/>
                <a:gd name="csY218" fmla="*/ 29142 h 70226"/>
                <a:gd name="csX219" fmla="*/ 65927 w 150962"/>
                <a:gd name="csY219" fmla="*/ 27708 h 70226"/>
                <a:gd name="csX220" fmla="*/ 64016 w 150962"/>
                <a:gd name="csY220" fmla="*/ 25320 h 70226"/>
                <a:gd name="csX221" fmla="*/ 64016 w 150962"/>
                <a:gd name="csY221" fmla="*/ 24364 h 70226"/>
                <a:gd name="csX222" fmla="*/ 65449 w 150962"/>
                <a:gd name="csY222" fmla="*/ 22931 h 70226"/>
                <a:gd name="csX223" fmla="*/ 66882 w 150962"/>
                <a:gd name="csY223" fmla="*/ 21976 h 70226"/>
                <a:gd name="csX224" fmla="*/ 70704 w 150962"/>
                <a:gd name="csY224" fmla="*/ 20065 h 70226"/>
                <a:gd name="csX225" fmla="*/ 71659 w 150962"/>
                <a:gd name="csY225" fmla="*/ 19587 h 70226"/>
                <a:gd name="csX226" fmla="*/ 73093 w 150962"/>
                <a:gd name="csY226" fmla="*/ 19109 h 70226"/>
                <a:gd name="csX227" fmla="*/ 75481 w 150962"/>
                <a:gd name="csY227" fmla="*/ 18154 h 70226"/>
                <a:gd name="csX228" fmla="*/ 76437 w 150962"/>
                <a:gd name="csY228" fmla="*/ 17676 h 70226"/>
                <a:gd name="csX229" fmla="*/ 76437 w 150962"/>
                <a:gd name="csY229" fmla="*/ 17676 h 70226"/>
                <a:gd name="csX230" fmla="*/ 76915 w 150962"/>
                <a:gd name="csY230" fmla="*/ 16721 h 70226"/>
                <a:gd name="csX231" fmla="*/ 78348 w 150962"/>
                <a:gd name="csY231" fmla="*/ 11943 h 70226"/>
                <a:gd name="csX232" fmla="*/ 78348 w 150962"/>
                <a:gd name="csY232" fmla="*/ 11943 h 70226"/>
                <a:gd name="csX233" fmla="*/ 78825 w 150962"/>
                <a:gd name="csY233" fmla="*/ 11465 h 70226"/>
                <a:gd name="csX234" fmla="*/ 82170 w 150962"/>
                <a:gd name="csY234" fmla="*/ 12899 h 70226"/>
                <a:gd name="csX235" fmla="*/ 82647 w 150962"/>
                <a:gd name="csY235" fmla="*/ 12899 h 70226"/>
                <a:gd name="csX236" fmla="*/ 83125 w 150962"/>
                <a:gd name="csY236" fmla="*/ 12421 h 70226"/>
                <a:gd name="csX237" fmla="*/ 84558 w 150962"/>
                <a:gd name="csY237" fmla="*/ 11465 h 70226"/>
                <a:gd name="csX238" fmla="*/ 85036 w 150962"/>
                <a:gd name="csY238" fmla="*/ 10510 h 70226"/>
                <a:gd name="csX239" fmla="*/ 85036 w 150962"/>
                <a:gd name="csY239" fmla="*/ 8599 h 70226"/>
                <a:gd name="csX240" fmla="*/ 85036 w 150962"/>
                <a:gd name="csY240" fmla="*/ 6688 h 70226"/>
                <a:gd name="csX241" fmla="*/ 85036 w 150962"/>
                <a:gd name="csY241" fmla="*/ 6211 h 70226"/>
                <a:gd name="csX242" fmla="*/ 85514 w 150962"/>
                <a:gd name="csY242" fmla="*/ 6688 h 70226"/>
                <a:gd name="csX243" fmla="*/ 87425 w 150962"/>
                <a:gd name="csY243" fmla="*/ 7644 h 70226"/>
                <a:gd name="csX244" fmla="*/ 88380 w 150962"/>
                <a:gd name="csY244" fmla="*/ 8599 h 70226"/>
                <a:gd name="csX245" fmla="*/ 89813 w 150962"/>
                <a:gd name="csY245" fmla="*/ 10988 h 70226"/>
                <a:gd name="csX246" fmla="*/ 92680 w 150962"/>
                <a:gd name="csY246" fmla="*/ 11465 h 70226"/>
                <a:gd name="csX247" fmla="*/ 96024 w 150962"/>
                <a:gd name="csY247" fmla="*/ 11465 h 70226"/>
                <a:gd name="csX248" fmla="*/ 97457 w 150962"/>
                <a:gd name="csY248" fmla="*/ 10510 h 70226"/>
                <a:gd name="csX249" fmla="*/ 98412 w 150962"/>
                <a:gd name="csY249" fmla="*/ 10032 h 70226"/>
                <a:gd name="csX250" fmla="*/ 99846 w 150962"/>
                <a:gd name="csY250" fmla="*/ 10510 h 70226"/>
                <a:gd name="csX251" fmla="*/ 102712 w 150962"/>
                <a:gd name="csY251" fmla="*/ 10988 h 70226"/>
                <a:gd name="csX252" fmla="*/ 102712 w 150962"/>
                <a:gd name="csY252" fmla="*/ 9077 h 70226"/>
                <a:gd name="csX253" fmla="*/ 104623 w 150962"/>
                <a:gd name="csY253" fmla="*/ 6688 h 70226"/>
                <a:gd name="csX254" fmla="*/ 105100 w 150962"/>
                <a:gd name="csY254" fmla="*/ 6211 h 70226"/>
                <a:gd name="csX255" fmla="*/ 107012 w 150962"/>
                <a:gd name="csY255" fmla="*/ 6211 h 70226"/>
                <a:gd name="csX256" fmla="*/ 107489 w 150962"/>
                <a:gd name="csY256" fmla="*/ 4777 h 70226"/>
                <a:gd name="csX257" fmla="*/ 107967 w 150962"/>
                <a:gd name="csY257" fmla="*/ 478 h 70226"/>
                <a:gd name="csX258" fmla="*/ 108445 w 150962"/>
                <a:gd name="csY258" fmla="*/ 0 h 70226"/>
                <a:gd name="csX259" fmla="*/ 109878 w 150962"/>
                <a:gd name="csY259" fmla="*/ 0 h 70226"/>
                <a:gd name="csX260" fmla="*/ 111311 w 150962"/>
                <a:gd name="csY260" fmla="*/ 956 h 70226"/>
                <a:gd name="csX261" fmla="*/ 111789 w 150962"/>
                <a:gd name="csY261" fmla="*/ 1433 h 70226"/>
                <a:gd name="csX262" fmla="*/ 112744 w 150962"/>
                <a:gd name="csY262" fmla="*/ 1433 h 70226"/>
                <a:gd name="csX263" fmla="*/ 113700 w 150962"/>
                <a:gd name="csY263" fmla="*/ 956 h 70226"/>
                <a:gd name="csX264" fmla="*/ 114655 w 150962"/>
                <a:gd name="csY264" fmla="*/ 478 h 70226"/>
                <a:gd name="csX265" fmla="*/ 116566 w 150962"/>
                <a:gd name="csY265" fmla="*/ 956 h 70226"/>
                <a:gd name="csX266" fmla="*/ 120388 w 150962"/>
                <a:gd name="csY266" fmla="*/ 2866 h 70226"/>
                <a:gd name="csX267" fmla="*/ 122299 w 150962"/>
                <a:gd name="csY267" fmla="*/ 3822 h 70226"/>
                <a:gd name="csX268" fmla="*/ 123732 w 150962"/>
                <a:gd name="csY268" fmla="*/ 3822 h 70226"/>
                <a:gd name="csX269" fmla="*/ 125165 w 150962"/>
                <a:gd name="csY269" fmla="*/ 3822 h 70226"/>
                <a:gd name="csX270" fmla="*/ 129465 w 150962"/>
                <a:gd name="csY270" fmla="*/ 6688 h 70226"/>
                <a:gd name="csX271" fmla="*/ 132809 w 150962"/>
                <a:gd name="csY271" fmla="*/ 7166 h 70226"/>
                <a:gd name="csX272" fmla="*/ 135675 w 150962"/>
                <a:gd name="csY272" fmla="*/ 7166 h 70226"/>
                <a:gd name="csX273" fmla="*/ 136631 w 150962"/>
                <a:gd name="csY273" fmla="*/ 6211 h 70226"/>
                <a:gd name="csX274" fmla="*/ 138064 w 150962"/>
                <a:gd name="csY274" fmla="*/ 5255 h 70226"/>
                <a:gd name="csX275" fmla="*/ 139019 w 150962"/>
                <a:gd name="csY275" fmla="*/ 5733 h 70226"/>
                <a:gd name="csX276" fmla="*/ 140453 w 150962"/>
                <a:gd name="csY276" fmla="*/ 5733 h 70226"/>
                <a:gd name="csX277" fmla="*/ 142364 w 150962"/>
                <a:gd name="csY277" fmla="*/ 7166 h 70226"/>
                <a:gd name="csX278" fmla="*/ 143797 w 150962"/>
                <a:gd name="csY278" fmla="*/ 7644 h 70226"/>
                <a:gd name="csX279" fmla="*/ 145230 w 150962"/>
                <a:gd name="csY279" fmla="*/ 7644 h 70226"/>
                <a:gd name="csX280" fmla="*/ 146185 w 150962"/>
                <a:gd name="csY280" fmla="*/ 8121 h 70226"/>
                <a:gd name="csX281" fmla="*/ 146663 w 150962"/>
                <a:gd name="csY281" fmla="*/ 10510 h 70226"/>
                <a:gd name="csX282" fmla="*/ 147141 w 150962"/>
                <a:gd name="csY282" fmla="*/ 10988 h 70226"/>
                <a:gd name="csX283" fmla="*/ 147141 w 150962"/>
                <a:gd name="csY283" fmla="*/ 11465 h 70226"/>
                <a:gd name="csX284" fmla="*/ 147141 w 150962"/>
                <a:gd name="csY284" fmla="*/ 12421 h 70226"/>
                <a:gd name="csX285" fmla="*/ 146185 w 150962"/>
                <a:gd name="csY285" fmla="*/ 13377 h 70226"/>
                <a:gd name="csX286" fmla="*/ 145707 w 150962"/>
                <a:gd name="csY286" fmla="*/ 15287 h 70226"/>
                <a:gd name="csX287" fmla="*/ 145707 w 150962"/>
                <a:gd name="csY287" fmla="*/ 16721 h 70226"/>
                <a:gd name="csX288" fmla="*/ 147619 w 150962"/>
                <a:gd name="csY288" fmla="*/ 21976 h 70226"/>
                <a:gd name="csX289" fmla="*/ 149530 w 150962"/>
                <a:gd name="csY289" fmla="*/ 24842 h 70226"/>
                <a:gd name="csX290" fmla="*/ 150007 w 150962"/>
                <a:gd name="csY290" fmla="*/ 26275 h 70226"/>
                <a:gd name="csX291" fmla="*/ 150963 w 150962"/>
                <a:gd name="csY291" fmla="*/ 27231 h 70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</a:cxnLst>
              <a:rect l="l" t="t" r="r" b="b"/>
              <a:pathLst>
                <a:path w="150962" h="70226">
                  <a:moveTo>
                    <a:pt x="150963" y="27231"/>
                  </a:moveTo>
                  <a:lnTo>
                    <a:pt x="150007" y="28186"/>
                  </a:lnTo>
                  <a:lnTo>
                    <a:pt x="150007" y="30097"/>
                  </a:lnTo>
                  <a:lnTo>
                    <a:pt x="149052" y="30575"/>
                  </a:lnTo>
                  <a:lnTo>
                    <a:pt x="149052" y="31530"/>
                  </a:lnTo>
                  <a:lnTo>
                    <a:pt x="149052" y="32486"/>
                  </a:lnTo>
                  <a:lnTo>
                    <a:pt x="149052" y="33441"/>
                  </a:lnTo>
                  <a:lnTo>
                    <a:pt x="149530" y="35352"/>
                  </a:lnTo>
                  <a:lnTo>
                    <a:pt x="147619" y="35352"/>
                  </a:lnTo>
                  <a:lnTo>
                    <a:pt x="145707" y="35352"/>
                  </a:lnTo>
                  <a:lnTo>
                    <a:pt x="144752" y="35352"/>
                  </a:lnTo>
                  <a:lnTo>
                    <a:pt x="143797" y="35830"/>
                  </a:lnTo>
                  <a:lnTo>
                    <a:pt x="143319" y="35830"/>
                  </a:lnTo>
                  <a:lnTo>
                    <a:pt x="141408" y="34397"/>
                  </a:lnTo>
                  <a:lnTo>
                    <a:pt x="139975" y="33919"/>
                  </a:lnTo>
                  <a:lnTo>
                    <a:pt x="139497" y="33919"/>
                  </a:lnTo>
                  <a:lnTo>
                    <a:pt x="139019" y="34874"/>
                  </a:lnTo>
                  <a:lnTo>
                    <a:pt x="137586" y="35352"/>
                  </a:lnTo>
                  <a:lnTo>
                    <a:pt x="136631" y="36307"/>
                  </a:lnTo>
                  <a:lnTo>
                    <a:pt x="137108" y="36785"/>
                  </a:lnTo>
                  <a:lnTo>
                    <a:pt x="140930" y="37741"/>
                  </a:lnTo>
                  <a:lnTo>
                    <a:pt x="141886" y="39652"/>
                  </a:lnTo>
                  <a:lnTo>
                    <a:pt x="140930" y="41563"/>
                  </a:lnTo>
                  <a:lnTo>
                    <a:pt x="140930" y="42040"/>
                  </a:lnTo>
                  <a:lnTo>
                    <a:pt x="139975" y="42996"/>
                  </a:lnTo>
                  <a:lnTo>
                    <a:pt x="138542" y="43473"/>
                  </a:lnTo>
                  <a:lnTo>
                    <a:pt x="137108" y="43473"/>
                  </a:lnTo>
                  <a:lnTo>
                    <a:pt x="137108" y="44429"/>
                  </a:lnTo>
                  <a:lnTo>
                    <a:pt x="137586" y="46818"/>
                  </a:lnTo>
                  <a:lnTo>
                    <a:pt x="137108" y="47295"/>
                  </a:lnTo>
                  <a:lnTo>
                    <a:pt x="136631" y="48251"/>
                  </a:lnTo>
                  <a:lnTo>
                    <a:pt x="137108" y="50162"/>
                  </a:lnTo>
                  <a:lnTo>
                    <a:pt x="138064" y="50639"/>
                  </a:lnTo>
                  <a:lnTo>
                    <a:pt x="138064" y="51117"/>
                  </a:lnTo>
                  <a:lnTo>
                    <a:pt x="138064" y="51595"/>
                  </a:lnTo>
                  <a:lnTo>
                    <a:pt x="138064" y="52550"/>
                  </a:lnTo>
                  <a:lnTo>
                    <a:pt x="137586" y="53506"/>
                  </a:lnTo>
                  <a:lnTo>
                    <a:pt x="137586" y="53984"/>
                  </a:lnTo>
                  <a:lnTo>
                    <a:pt x="136631" y="54461"/>
                  </a:lnTo>
                  <a:lnTo>
                    <a:pt x="135198" y="53984"/>
                  </a:lnTo>
                  <a:lnTo>
                    <a:pt x="133287" y="54939"/>
                  </a:lnTo>
                  <a:lnTo>
                    <a:pt x="130420" y="57805"/>
                  </a:lnTo>
                  <a:lnTo>
                    <a:pt x="128987" y="58283"/>
                  </a:lnTo>
                  <a:lnTo>
                    <a:pt x="128032" y="59238"/>
                  </a:lnTo>
                  <a:lnTo>
                    <a:pt x="128032" y="62105"/>
                  </a:lnTo>
                  <a:lnTo>
                    <a:pt x="128032" y="62105"/>
                  </a:lnTo>
                  <a:lnTo>
                    <a:pt x="127554" y="62583"/>
                  </a:lnTo>
                  <a:lnTo>
                    <a:pt x="123732" y="61627"/>
                  </a:lnTo>
                  <a:lnTo>
                    <a:pt x="123732" y="61627"/>
                  </a:lnTo>
                  <a:lnTo>
                    <a:pt x="121343" y="62105"/>
                  </a:lnTo>
                  <a:lnTo>
                    <a:pt x="119432" y="63538"/>
                  </a:lnTo>
                  <a:lnTo>
                    <a:pt x="117522" y="64016"/>
                  </a:lnTo>
                  <a:lnTo>
                    <a:pt x="112744" y="63538"/>
                  </a:lnTo>
                  <a:lnTo>
                    <a:pt x="108445" y="64016"/>
                  </a:lnTo>
                  <a:lnTo>
                    <a:pt x="107489" y="64494"/>
                  </a:lnTo>
                  <a:lnTo>
                    <a:pt x="106534" y="64494"/>
                  </a:lnTo>
                  <a:lnTo>
                    <a:pt x="105578" y="65449"/>
                  </a:lnTo>
                  <a:lnTo>
                    <a:pt x="104623" y="66404"/>
                  </a:lnTo>
                  <a:lnTo>
                    <a:pt x="103667" y="67360"/>
                  </a:lnTo>
                  <a:lnTo>
                    <a:pt x="102234" y="68315"/>
                  </a:lnTo>
                  <a:lnTo>
                    <a:pt x="100801" y="69271"/>
                  </a:lnTo>
                  <a:lnTo>
                    <a:pt x="100323" y="69749"/>
                  </a:lnTo>
                  <a:lnTo>
                    <a:pt x="99846" y="70226"/>
                  </a:lnTo>
                  <a:lnTo>
                    <a:pt x="98890" y="69749"/>
                  </a:lnTo>
                  <a:lnTo>
                    <a:pt x="97935" y="69749"/>
                  </a:lnTo>
                  <a:lnTo>
                    <a:pt x="96979" y="69271"/>
                  </a:lnTo>
                  <a:lnTo>
                    <a:pt x="94113" y="68793"/>
                  </a:lnTo>
                  <a:lnTo>
                    <a:pt x="90769" y="68315"/>
                  </a:lnTo>
                  <a:lnTo>
                    <a:pt x="89335" y="67837"/>
                  </a:lnTo>
                  <a:lnTo>
                    <a:pt x="87425" y="67360"/>
                  </a:lnTo>
                  <a:lnTo>
                    <a:pt x="85514" y="66882"/>
                  </a:lnTo>
                  <a:lnTo>
                    <a:pt x="83603" y="66882"/>
                  </a:lnTo>
                  <a:lnTo>
                    <a:pt x="82647" y="66882"/>
                  </a:lnTo>
                  <a:lnTo>
                    <a:pt x="82647" y="66882"/>
                  </a:lnTo>
                  <a:lnTo>
                    <a:pt x="78825" y="65927"/>
                  </a:lnTo>
                  <a:lnTo>
                    <a:pt x="75959" y="65927"/>
                  </a:lnTo>
                  <a:lnTo>
                    <a:pt x="72137" y="65449"/>
                  </a:lnTo>
                  <a:lnTo>
                    <a:pt x="64971" y="64016"/>
                  </a:lnTo>
                  <a:lnTo>
                    <a:pt x="63060" y="63538"/>
                  </a:lnTo>
                  <a:lnTo>
                    <a:pt x="61150" y="63538"/>
                  </a:lnTo>
                  <a:lnTo>
                    <a:pt x="58761" y="63060"/>
                  </a:lnTo>
                  <a:lnTo>
                    <a:pt x="56850" y="62105"/>
                  </a:lnTo>
                  <a:lnTo>
                    <a:pt x="55894" y="60672"/>
                  </a:lnTo>
                  <a:lnTo>
                    <a:pt x="54461" y="58761"/>
                  </a:lnTo>
                  <a:lnTo>
                    <a:pt x="52073" y="55894"/>
                  </a:lnTo>
                  <a:lnTo>
                    <a:pt x="51595" y="54461"/>
                  </a:lnTo>
                  <a:lnTo>
                    <a:pt x="52550" y="53506"/>
                  </a:lnTo>
                  <a:lnTo>
                    <a:pt x="52550" y="53506"/>
                  </a:lnTo>
                  <a:lnTo>
                    <a:pt x="53028" y="52550"/>
                  </a:lnTo>
                  <a:lnTo>
                    <a:pt x="53028" y="52550"/>
                  </a:lnTo>
                  <a:lnTo>
                    <a:pt x="53028" y="52072"/>
                  </a:lnTo>
                  <a:lnTo>
                    <a:pt x="53028" y="52072"/>
                  </a:lnTo>
                  <a:lnTo>
                    <a:pt x="52550" y="52072"/>
                  </a:lnTo>
                  <a:lnTo>
                    <a:pt x="48728" y="53028"/>
                  </a:lnTo>
                  <a:lnTo>
                    <a:pt x="44429" y="54461"/>
                  </a:lnTo>
                  <a:lnTo>
                    <a:pt x="42996" y="54461"/>
                  </a:lnTo>
                  <a:lnTo>
                    <a:pt x="41563" y="54461"/>
                  </a:lnTo>
                  <a:lnTo>
                    <a:pt x="39652" y="53984"/>
                  </a:lnTo>
                  <a:lnTo>
                    <a:pt x="37741" y="54461"/>
                  </a:lnTo>
                  <a:lnTo>
                    <a:pt x="33919" y="54939"/>
                  </a:lnTo>
                  <a:lnTo>
                    <a:pt x="32008" y="55894"/>
                  </a:lnTo>
                  <a:lnTo>
                    <a:pt x="30575" y="57805"/>
                  </a:lnTo>
                  <a:lnTo>
                    <a:pt x="29619" y="59716"/>
                  </a:lnTo>
                  <a:lnTo>
                    <a:pt x="29142" y="60194"/>
                  </a:lnTo>
                  <a:lnTo>
                    <a:pt x="27709" y="60194"/>
                  </a:lnTo>
                  <a:lnTo>
                    <a:pt x="25798" y="60194"/>
                  </a:lnTo>
                  <a:lnTo>
                    <a:pt x="24364" y="59716"/>
                  </a:lnTo>
                  <a:lnTo>
                    <a:pt x="23409" y="58283"/>
                  </a:lnTo>
                  <a:lnTo>
                    <a:pt x="22931" y="58283"/>
                  </a:lnTo>
                  <a:lnTo>
                    <a:pt x="21020" y="57805"/>
                  </a:lnTo>
                  <a:lnTo>
                    <a:pt x="19109" y="57805"/>
                  </a:lnTo>
                  <a:lnTo>
                    <a:pt x="18632" y="57805"/>
                  </a:lnTo>
                  <a:lnTo>
                    <a:pt x="18632" y="56850"/>
                  </a:lnTo>
                  <a:lnTo>
                    <a:pt x="17676" y="54939"/>
                  </a:lnTo>
                  <a:lnTo>
                    <a:pt x="16243" y="54461"/>
                  </a:lnTo>
                  <a:lnTo>
                    <a:pt x="12899" y="57805"/>
                  </a:lnTo>
                  <a:lnTo>
                    <a:pt x="11943" y="58283"/>
                  </a:lnTo>
                  <a:lnTo>
                    <a:pt x="9555" y="57328"/>
                  </a:lnTo>
                  <a:lnTo>
                    <a:pt x="7166" y="55894"/>
                  </a:lnTo>
                  <a:lnTo>
                    <a:pt x="6688" y="54939"/>
                  </a:lnTo>
                  <a:lnTo>
                    <a:pt x="6211" y="53984"/>
                  </a:lnTo>
                  <a:lnTo>
                    <a:pt x="4300" y="53028"/>
                  </a:lnTo>
                  <a:lnTo>
                    <a:pt x="1911" y="52550"/>
                  </a:lnTo>
                  <a:lnTo>
                    <a:pt x="956" y="52550"/>
                  </a:lnTo>
                  <a:lnTo>
                    <a:pt x="1433" y="52072"/>
                  </a:lnTo>
                  <a:lnTo>
                    <a:pt x="1911" y="51117"/>
                  </a:lnTo>
                  <a:lnTo>
                    <a:pt x="1433" y="50639"/>
                  </a:lnTo>
                  <a:lnTo>
                    <a:pt x="956" y="50162"/>
                  </a:lnTo>
                  <a:lnTo>
                    <a:pt x="478" y="49206"/>
                  </a:lnTo>
                  <a:lnTo>
                    <a:pt x="478" y="48728"/>
                  </a:lnTo>
                  <a:lnTo>
                    <a:pt x="478" y="47773"/>
                  </a:lnTo>
                  <a:lnTo>
                    <a:pt x="478" y="47295"/>
                  </a:lnTo>
                  <a:lnTo>
                    <a:pt x="0" y="46818"/>
                  </a:lnTo>
                  <a:lnTo>
                    <a:pt x="0" y="46818"/>
                  </a:lnTo>
                  <a:lnTo>
                    <a:pt x="1911" y="43473"/>
                  </a:lnTo>
                  <a:lnTo>
                    <a:pt x="1911" y="41563"/>
                  </a:lnTo>
                  <a:lnTo>
                    <a:pt x="478" y="40607"/>
                  </a:lnTo>
                  <a:lnTo>
                    <a:pt x="0" y="40129"/>
                  </a:lnTo>
                  <a:lnTo>
                    <a:pt x="478" y="39652"/>
                  </a:lnTo>
                  <a:lnTo>
                    <a:pt x="2389" y="40129"/>
                  </a:lnTo>
                  <a:lnTo>
                    <a:pt x="3822" y="39174"/>
                  </a:lnTo>
                  <a:lnTo>
                    <a:pt x="4300" y="38696"/>
                  </a:lnTo>
                  <a:lnTo>
                    <a:pt x="6211" y="39174"/>
                  </a:lnTo>
                  <a:lnTo>
                    <a:pt x="9077" y="40607"/>
                  </a:lnTo>
                  <a:lnTo>
                    <a:pt x="9077" y="40607"/>
                  </a:lnTo>
                  <a:lnTo>
                    <a:pt x="10032" y="41563"/>
                  </a:lnTo>
                  <a:lnTo>
                    <a:pt x="10510" y="42040"/>
                  </a:lnTo>
                  <a:lnTo>
                    <a:pt x="10988" y="42518"/>
                  </a:lnTo>
                  <a:lnTo>
                    <a:pt x="10988" y="43473"/>
                  </a:lnTo>
                  <a:lnTo>
                    <a:pt x="11466" y="43951"/>
                  </a:lnTo>
                  <a:lnTo>
                    <a:pt x="12421" y="43951"/>
                  </a:lnTo>
                  <a:lnTo>
                    <a:pt x="13377" y="44429"/>
                  </a:lnTo>
                  <a:lnTo>
                    <a:pt x="13377" y="45384"/>
                  </a:lnTo>
                  <a:lnTo>
                    <a:pt x="13377" y="45862"/>
                  </a:lnTo>
                  <a:lnTo>
                    <a:pt x="13377" y="45862"/>
                  </a:lnTo>
                  <a:lnTo>
                    <a:pt x="12899" y="46818"/>
                  </a:lnTo>
                  <a:lnTo>
                    <a:pt x="13377" y="46818"/>
                  </a:lnTo>
                  <a:lnTo>
                    <a:pt x="14332" y="46340"/>
                  </a:lnTo>
                  <a:lnTo>
                    <a:pt x="15765" y="45862"/>
                  </a:lnTo>
                  <a:lnTo>
                    <a:pt x="16721" y="44429"/>
                  </a:lnTo>
                  <a:lnTo>
                    <a:pt x="17676" y="42996"/>
                  </a:lnTo>
                  <a:lnTo>
                    <a:pt x="18154" y="39652"/>
                  </a:lnTo>
                  <a:lnTo>
                    <a:pt x="18154" y="39174"/>
                  </a:lnTo>
                  <a:lnTo>
                    <a:pt x="19109" y="39652"/>
                  </a:lnTo>
                  <a:lnTo>
                    <a:pt x="22453" y="39652"/>
                  </a:lnTo>
                  <a:lnTo>
                    <a:pt x="22453" y="39652"/>
                  </a:lnTo>
                  <a:lnTo>
                    <a:pt x="24364" y="40129"/>
                  </a:lnTo>
                  <a:lnTo>
                    <a:pt x="26753" y="40129"/>
                  </a:lnTo>
                  <a:lnTo>
                    <a:pt x="26753" y="40607"/>
                  </a:lnTo>
                  <a:lnTo>
                    <a:pt x="27231" y="41563"/>
                  </a:lnTo>
                  <a:lnTo>
                    <a:pt x="28186" y="42996"/>
                  </a:lnTo>
                  <a:lnTo>
                    <a:pt x="29142" y="43473"/>
                  </a:lnTo>
                  <a:lnTo>
                    <a:pt x="29142" y="43473"/>
                  </a:lnTo>
                  <a:lnTo>
                    <a:pt x="30097" y="43473"/>
                  </a:lnTo>
                  <a:lnTo>
                    <a:pt x="32008" y="42996"/>
                  </a:lnTo>
                  <a:lnTo>
                    <a:pt x="32963" y="42996"/>
                  </a:lnTo>
                  <a:lnTo>
                    <a:pt x="33441" y="42996"/>
                  </a:lnTo>
                  <a:lnTo>
                    <a:pt x="35352" y="42996"/>
                  </a:lnTo>
                  <a:lnTo>
                    <a:pt x="36785" y="42040"/>
                  </a:lnTo>
                  <a:lnTo>
                    <a:pt x="37263" y="41085"/>
                  </a:lnTo>
                  <a:lnTo>
                    <a:pt x="38696" y="40607"/>
                  </a:lnTo>
                  <a:lnTo>
                    <a:pt x="40607" y="39652"/>
                  </a:lnTo>
                  <a:lnTo>
                    <a:pt x="43474" y="38696"/>
                  </a:lnTo>
                  <a:lnTo>
                    <a:pt x="53028" y="37741"/>
                  </a:lnTo>
                  <a:lnTo>
                    <a:pt x="53028" y="37741"/>
                  </a:lnTo>
                  <a:lnTo>
                    <a:pt x="53028" y="36785"/>
                  </a:lnTo>
                  <a:lnTo>
                    <a:pt x="53028" y="35352"/>
                  </a:lnTo>
                  <a:lnTo>
                    <a:pt x="53506" y="34874"/>
                  </a:lnTo>
                  <a:lnTo>
                    <a:pt x="54461" y="35352"/>
                  </a:lnTo>
                  <a:lnTo>
                    <a:pt x="56372" y="35830"/>
                  </a:lnTo>
                  <a:lnTo>
                    <a:pt x="56372" y="35830"/>
                  </a:lnTo>
                  <a:lnTo>
                    <a:pt x="57805" y="36307"/>
                  </a:lnTo>
                  <a:lnTo>
                    <a:pt x="58761" y="37263"/>
                  </a:lnTo>
                  <a:lnTo>
                    <a:pt x="59716" y="37263"/>
                  </a:lnTo>
                  <a:lnTo>
                    <a:pt x="61150" y="36785"/>
                  </a:lnTo>
                  <a:lnTo>
                    <a:pt x="62583" y="36307"/>
                  </a:lnTo>
                  <a:lnTo>
                    <a:pt x="64493" y="37263"/>
                  </a:lnTo>
                  <a:lnTo>
                    <a:pt x="64971" y="37741"/>
                  </a:lnTo>
                  <a:lnTo>
                    <a:pt x="64493" y="38218"/>
                  </a:lnTo>
                  <a:lnTo>
                    <a:pt x="64493" y="39174"/>
                  </a:lnTo>
                  <a:lnTo>
                    <a:pt x="64971" y="39652"/>
                  </a:lnTo>
                  <a:lnTo>
                    <a:pt x="65449" y="39652"/>
                  </a:lnTo>
                  <a:lnTo>
                    <a:pt x="66405" y="40607"/>
                  </a:lnTo>
                  <a:lnTo>
                    <a:pt x="68316" y="41563"/>
                  </a:lnTo>
                  <a:lnTo>
                    <a:pt x="69271" y="41563"/>
                  </a:lnTo>
                  <a:lnTo>
                    <a:pt x="69271" y="41563"/>
                  </a:lnTo>
                  <a:lnTo>
                    <a:pt x="69749" y="40607"/>
                  </a:lnTo>
                  <a:lnTo>
                    <a:pt x="69749" y="38696"/>
                  </a:lnTo>
                  <a:lnTo>
                    <a:pt x="70226" y="36785"/>
                  </a:lnTo>
                  <a:lnTo>
                    <a:pt x="70226" y="36785"/>
                  </a:lnTo>
                  <a:lnTo>
                    <a:pt x="69749" y="35352"/>
                  </a:lnTo>
                  <a:lnTo>
                    <a:pt x="69749" y="35352"/>
                  </a:lnTo>
                  <a:lnTo>
                    <a:pt x="68793" y="35352"/>
                  </a:lnTo>
                  <a:lnTo>
                    <a:pt x="67360" y="34874"/>
                  </a:lnTo>
                  <a:lnTo>
                    <a:pt x="66882" y="34874"/>
                  </a:lnTo>
                  <a:lnTo>
                    <a:pt x="67360" y="34397"/>
                  </a:lnTo>
                  <a:lnTo>
                    <a:pt x="68316" y="32486"/>
                  </a:lnTo>
                  <a:lnTo>
                    <a:pt x="67838" y="30097"/>
                  </a:lnTo>
                  <a:lnTo>
                    <a:pt x="67360" y="29142"/>
                  </a:lnTo>
                  <a:lnTo>
                    <a:pt x="65927" y="27708"/>
                  </a:lnTo>
                  <a:lnTo>
                    <a:pt x="64016" y="25320"/>
                  </a:lnTo>
                  <a:lnTo>
                    <a:pt x="64016" y="24364"/>
                  </a:lnTo>
                  <a:lnTo>
                    <a:pt x="65449" y="22931"/>
                  </a:lnTo>
                  <a:lnTo>
                    <a:pt x="66882" y="21976"/>
                  </a:lnTo>
                  <a:lnTo>
                    <a:pt x="70704" y="20065"/>
                  </a:lnTo>
                  <a:lnTo>
                    <a:pt x="71659" y="19587"/>
                  </a:lnTo>
                  <a:lnTo>
                    <a:pt x="73093" y="19109"/>
                  </a:lnTo>
                  <a:lnTo>
                    <a:pt x="75481" y="18154"/>
                  </a:lnTo>
                  <a:lnTo>
                    <a:pt x="76437" y="17676"/>
                  </a:lnTo>
                  <a:lnTo>
                    <a:pt x="76437" y="17676"/>
                  </a:lnTo>
                  <a:lnTo>
                    <a:pt x="76915" y="16721"/>
                  </a:lnTo>
                  <a:lnTo>
                    <a:pt x="78348" y="11943"/>
                  </a:lnTo>
                  <a:lnTo>
                    <a:pt x="78348" y="11943"/>
                  </a:lnTo>
                  <a:lnTo>
                    <a:pt x="78825" y="11465"/>
                  </a:lnTo>
                  <a:lnTo>
                    <a:pt x="82170" y="12899"/>
                  </a:lnTo>
                  <a:lnTo>
                    <a:pt x="82647" y="12899"/>
                  </a:lnTo>
                  <a:lnTo>
                    <a:pt x="83125" y="12421"/>
                  </a:lnTo>
                  <a:lnTo>
                    <a:pt x="84558" y="11465"/>
                  </a:lnTo>
                  <a:lnTo>
                    <a:pt x="85036" y="10510"/>
                  </a:lnTo>
                  <a:lnTo>
                    <a:pt x="85036" y="8599"/>
                  </a:lnTo>
                  <a:lnTo>
                    <a:pt x="85036" y="6688"/>
                  </a:lnTo>
                  <a:lnTo>
                    <a:pt x="85036" y="6211"/>
                  </a:lnTo>
                  <a:lnTo>
                    <a:pt x="85514" y="6688"/>
                  </a:lnTo>
                  <a:lnTo>
                    <a:pt x="87425" y="7644"/>
                  </a:lnTo>
                  <a:lnTo>
                    <a:pt x="88380" y="8599"/>
                  </a:lnTo>
                  <a:lnTo>
                    <a:pt x="89813" y="10988"/>
                  </a:lnTo>
                  <a:lnTo>
                    <a:pt x="92680" y="11465"/>
                  </a:lnTo>
                  <a:lnTo>
                    <a:pt x="96024" y="11465"/>
                  </a:lnTo>
                  <a:lnTo>
                    <a:pt x="97457" y="10510"/>
                  </a:lnTo>
                  <a:lnTo>
                    <a:pt x="98412" y="10032"/>
                  </a:lnTo>
                  <a:lnTo>
                    <a:pt x="99846" y="10510"/>
                  </a:lnTo>
                  <a:lnTo>
                    <a:pt x="102712" y="10988"/>
                  </a:lnTo>
                  <a:lnTo>
                    <a:pt x="102712" y="9077"/>
                  </a:lnTo>
                  <a:lnTo>
                    <a:pt x="104623" y="6688"/>
                  </a:lnTo>
                  <a:lnTo>
                    <a:pt x="105100" y="6211"/>
                  </a:lnTo>
                  <a:lnTo>
                    <a:pt x="107012" y="6211"/>
                  </a:lnTo>
                  <a:lnTo>
                    <a:pt x="107489" y="4777"/>
                  </a:lnTo>
                  <a:lnTo>
                    <a:pt x="107967" y="478"/>
                  </a:lnTo>
                  <a:lnTo>
                    <a:pt x="108445" y="0"/>
                  </a:lnTo>
                  <a:lnTo>
                    <a:pt x="109878" y="0"/>
                  </a:lnTo>
                  <a:lnTo>
                    <a:pt x="111311" y="956"/>
                  </a:lnTo>
                  <a:lnTo>
                    <a:pt x="111789" y="1433"/>
                  </a:lnTo>
                  <a:lnTo>
                    <a:pt x="112744" y="1433"/>
                  </a:lnTo>
                  <a:lnTo>
                    <a:pt x="113700" y="956"/>
                  </a:lnTo>
                  <a:lnTo>
                    <a:pt x="114655" y="478"/>
                  </a:lnTo>
                  <a:lnTo>
                    <a:pt x="116566" y="956"/>
                  </a:lnTo>
                  <a:lnTo>
                    <a:pt x="120388" y="2866"/>
                  </a:lnTo>
                  <a:lnTo>
                    <a:pt x="122299" y="3822"/>
                  </a:lnTo>
                  <a:lnTo>
                    <a:pt x="123732" y="3822"/>
                  </a:lnTo>
                  <a:lnTo>
                    <a:pt x="125165" y="3822"/>
                  </a:lnTo>
                  <a:lnTo>
                    <a:pt x="129465" y="6688"/>
                  </a:lnTo>
                  <a:lnTo>
                    <a:pt x="132809" y="7166"/>
                  </a:lnTo>
                  <a:lnTo>
                    <a:pt x="135675" y="7166"/>
                  </a:lnTo>
                  <a:lnTo>
                    <a:pt x="136631" y="6211"/>
                  </a:lnTo>
                  <a:lnTo>
                    <a:pt x="138064" y="5255"/>
                  </a:lnTo>
                  <a:lnTo>
                    <a:pt x="139019" y="5733"/>
                  </a:lnTo>
                  <a:lnTo>
                    <a:pt x="140453" y="5733"/>
                  </a:lnTo>
                  <a:lnTo>
                    <a:pt x="142364" y="7166"/>
                  </a:lnTo>
                  <a:lnTo>
                    <a:pt x="143797" y="7644"/>
                  </a:lnTo>
                  <a:lnTo>
                    <a:pt x="145230" y="7644"/>
                  </a:lnTo>
                  <a:lnTo>
                    <a:pt x="146185" y="8121"/>
                  </a:lnTo>
                  <a:lnTo>
                    <a:pt x="146663" y="10510"/>
                  </a:lnTo>
                  <a:lnTo>
                    <a:pt x="147141" y="10988"/>
                  </a:lnTo>
                  <a:lnTo>
                    <a:pt x="147141" y="11465"/>
                  </a:lnTo>
                  <a:lnTo>
                    <a:pt x="147141" y="12421"/>
                  </a:lnTo>
                  <a:lnTo>
                    <a:pt x="146185" y="13377"/>
                  </a:lnTo>
                  <a:lnTo>
                    <a:pt x="145707" y="15287"/>
                  </a:lnTo>
                  <a:lnTo>
                    <a:pt x="145707" y="16721"/>
                  </a:lnTo>
                  <a:lnTo>
                    <a:pt x="147619" y="21976"/>
                  </a:lnTo>
                  <a:lnTo>
                    <a:pt x="149530" y="24842"/>
                  </a:lnTo>
                  <a:lnTo>
                    <a:pt x="150007" y="26275"/>
                  </a:lnTo>
                  <a:lnTo>
                    <a:pt x="150963" y="2723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9" name="Freeform 1978">
              <a:extLst>
                <a:ext uri="{FF2B5EF4-FFF2-40B4-BE49-F238E27FC236}">
                  <a16:creationId xmlns:a16="http://schemas.microsoft.com/office/drawing/2014/main" id="{F3872D37-5CA9-DBFB-6C12-50CFE17E7119}"/>
                </a:ext>
              </a:extLst>
            </p:cNvPr>
            <p:cNvSpPr/>
            <p:nvPr/>
          </p:nvSpPr>
          <p:spPr>
            <a:xfrm>
              <a:off x="6208743" y="3460791"/>
              <a:ext cx="14331" cy="36785"/>
            </a:xfrm>
            <a:custGeom>
              <a:avLst/>
              <a:gdLst>
                <a:gd name="csX0" fmla="*/ 14332 w 14331"/>
                <a:gd name="csY0" fmla="*/ 956 h 36785"/>
                <a:gd name="csX1" fmla="*/ 12899 w 14331"/>
                <a:gd name="csY1" fmla="*/ 1911 h 36785"/>
                <a:gd name="csX2" fmla="*/ 13377 w 14331"/>
                <a:gd name="csY2" fmla="*/ 3822 h 36785"/>
                <a:gd name="csX3" fmla="*/ 13377 w 14331"/>
                <a:gd name="csY3" fmla="*/ 4300 h 36785"/>
                <a:gd name="csX4" fmla="*/ 10032 w 14331"/>
                <a:gd name="csY4" fmla="*/ 11943 h 36785"/>
                <a:gd name="csX5" fmla="*/ 9077 w 14331"/>
                <a:gd name="csY5" fmla="*/ 16721 h 36785"/>
                <a:gd name="csX6" fmla="*/ 7644 w 14331"/>
                <a:gd name="csY6" fmla="*/ 17676 h 36785"/>
                <a:gd name="csX7" fmla="*/ 2867 w 14331"/>
                <a:gd name="csY7" fmla="*/ 34874 h 36785"/>
                <a:gd name="csX8" fmla="*/ 1911 w 14331"/>
                <a:gd name="csY8" fmla="*/ 36785 h 36785"/>
                <a:gd name="csX9" fmla="*/ 956 w 14331"/>
                <a:gd name="csY9" fmla="*/ 36307 h 36785"/>
                <a:gd name="csX10" fmla="*/ 0 w 14331"/>
                <a:gd name="csY10" fmla="*/ 34397 h 36785"/>
                <a:gd name="csX11" fmla="*/ 0 w 14331"/>
                <a:gd name="csY11" fmla="*/ 28664 h 36785"/>
                <a:gd name="csX12" fmla="*/ 478 w 14331"/>
                <a:gd name="csY12" fmla="*/ 25798 h 36785"/>
                <a:gd name="csX13" fmla="*/ 4777 w 14331"/>
                <a:gd name="csY13" fmla="*/ 15765 h 36785"/>
                <a:gd name="csX14" fmla="*/ 6688 w 14331"/>
                <a:gd name="csY14" fmla="*/ 14810 h 36785"/>
                <a:gd name="csX15" fmla="*/ 9555 w 14331"/>
                <a:gd name="csY15" fmla="*/ 8599 h 36785"/>
                <a:gd name="csX16" fmla="*/ 10032 w 14331"/>
                <a:gd name="csY16" fmla="*/ 5733 h 36785"/>
                <a:gd name="csX17" fmla="*/ 11466 w 14331"/>
                <a:gd name="csY17" fmla="*/ 3344 h 36785"/>
                <a:gd name="csX18" fmla="*/ 11943 w 14331"/>
                <a:gd name="csY18" fmla="*/ 956 h 36785"/>
                <a:gd name="csX19" fmla="*/ 12421 w 14331"/>
                <a:gd name="csY19" fmla="*/ 0 h 36785"/>
                <a:gd name="csX20" fmla="*/ 13854 w 14331"/>
                <a:gd name="csY20" fmla="*/ 478 h 36785"/>
                <a:gd name="csX21" fmla="*/ 14332 w 14331"/>
                <a:gd name="csY21" fmla="*/ 956 h 36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4331" h="36785">
                  <a:moveTo>
                    <a:pt x="14332" y="956"/>
                  </a:moveTo>
                  <a:lnTo>
                    <a:pt x="12899" y="1911"/>
                  </a:lnTo>
                  <a:lnTo>
                    <a:pt x="13377" y="3822"/>
                  </a:lnTo>
                  <a:lnTo>
                    <a:pt x="13377" y="4300"/>
                  </a:lnTo>
                  <a:lnTo>
                    <a:pt x="10032" y="11943"/>
                  </a:lnTo>
                  <a:lnTo>
                    <a:pt x="9077" y="16721"/>
                  </a:lnTo>
                  <a:lnTo>
                    <a:pt x="7644" y="17676"/>
                  </a:lnTo>
                  <a:lnTo>
                    <a:pt x="2867" y="34874"/>
                  </a:lnTo>
                  <a:lnTo>
                    <a:pt x="1911" y="36785"/>
                  </a:lnTo>
                  <a:lnTo>
                    <a:pt x="956" y="36307"/>
                  </a:lnTo>
                  <a:lnTo>
                    <a:pt x="0" y="34397"/>
                  </a:lnTo>
                  <a:lnTo>
                    <a:pt x="0" y="28664"/>
                  </a:lnTo>
                  <a:lnTo>
                    <a:pt x="478" y="25798"/>
                  </a:lnTo>
                  <a:lnTo>
                    <a:pt x="4777" y="15765"/>
                  </a:lnTo>
                  <a:lnTo>
                    <a:pt x="6688" y="14810"/>
                  </a:lnTo>
                  <a:lnTo>
                    <a:pt x="9555" y="8599"/>
                  </a:lnTo>
                  <a:lnTo>
                    <a:pt x="10032" y="5733"/>
                  </a:lnTo>
                  <a:lnTo>
                    <a:pt x="11466" y="3344"/>
                  </a:lnTo>
                  <a:lnTo>
                    <a:pt x="11943" y="956"/>
                  </a:lnTo>
                  <a:lnTo>
                    <a:pt x="12421" y="0"/>
                  </a:lnTo>
                  <a:lnTo>
                    <a:pt x="13854" y="478"/>
                  </a:lnTo>
                  <a:lnTo>
                    <a:pt x="1433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0" name="Freeform 1979">
              <a:extLst>
                <a:ext uri="{FF2B5EF4-FFF2-40B4-BE49-F238E27FC236}">
                  <a16:creationId xmlns:a16="http://schemas.microsoft.com/office/drawing/2014/main" id="{A6AFEE85-CB4C-8722-27CF-7D32C8AA6020}"/>
                </a:ext>
              </a:extLst>
            </p:cNvPr>
            <p:cNvSpPr/>
            <p:nvPr/>
          </p:nvSpPr>
          <p:spPr>
            <a:xfrm>
              <a:off x="6219253" y="4860061"/>
              <a:ext cx="955" cy="4299"/>
            </a:xfrm>
            <a:custGeom>
              <a:avLst/>
              <a:gdLst>
                <a:gd name="csX0" fmla="*/ 0 w 955"/>
                <a:gd name="csY0" fmla="*/ 0 h 4299"/>
                <a:gd name="csX1" fmla="*/ 956 w 955"/>
                <a:gd name="csY1" fmla="*/ 2389 h 4299"/>
                <a:gd name="csX2" fmla="*/ 478 w 955"/>
                <a:gd name="csY2" fmla="*/ 4299 h 4299"/>
                <a:gd name="csX3" fmla="*/ 956 w 955"/>
                <a:gd name="csY3" fmla="*/ 2389 h 4299"/>
                <a:gd name="csX4" fmla="*/ 0 w 955"/>
                <a:gd name="csY4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299">
                  <a:moveTo>
                    <a:pt x="0" y="0"/>
                  </a:moveTo>
                  <a:lnTo>
                    <a:pt x="956" y="2389"/>
                  </a:lnTo>
                  <a:lnTo>
                    <a:pt x="478" y="4299"/>
                  </a:lnTo>
                  <a:lnTo>
                    <a:pt x="956" y="23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1" name="Freeform 1980">
              <a:extLst>
                <a:ext uri="{FF2B5EF4-FFF2-40B4-BE49-F238E27FC236}">
                  <a16:creationId xmlns:a16="http://schemas.microsoft.com/office/drawing/2014/main" id="{AC1B6BBF-8E7B-C4F5-D0E9-956224285FA3}"/>
                </a:ext>
              </a:extLst>
            </p:cNvPr>
            <p:cNvSpPr/>
            <p:nvPr/>
          </p:nvSpPr>
          <p:spPr>
            <a:xfrm>
              <a:off x="6209221" y="3861607"/>
              <a:ext cx="9554" cy="2866"/>
            </a:xfrm>
            <a:custGeom>
              <a:avLst/>
              <a:gdLst>
                <a:gd name="csX0" fmla="*/ 9555 w 9554"/>
                <a:gd name="csY0" fmla="*/ 1911 h 2866"/>
                <a:gd name="csX1" fmla="*/ 9077 w 9554"/>
                <a:gd name="csY1" fmla="*/ 2389 h 2866"/>
                <a:gd name="csX2" fmla="*/ 7166 w 9554"/>
                <a:gd name="csY2" fmla="*/ 2866 h 2866"/>
                <a:gd name="csX3" fmla="*/ 4299 w 9554"/>
                <a:gd name="csY3" fmla="*/ 2866 h 2866"/>
                <a:gd name="csX4" fmla="*/ 1433 w 9554"/>
                <a:gd name="csY4" fmla="*/ 2389 h 2866"/>
                <a:gd name="csX5" fmla="*/ 0 w 9554"/>
                <a:gd name="csY5" fmla="*/ 1911 h 2866"/>
                <a:gd name="csX6" fmla="*/ 478 w 9554"/>
                <a:gd name="csY6" fmla="*/ 956 h 2866"/>
                <a:gd name="csX7" fmla="*/ 478 w 9554"/>
                <a:gd name="csY7" fmla="*/ 0 h 2866"/>
                <a:gd name="csX8" fmla="*/ 3822 w 9554"/>
                <a:gd name="csY8" fmla="*/ 0 h 2866"/>
                <a:gd name="csX9" fmla="*/ 8599 w 9554"/>
                <a:gd name="csY9" fmla="*/ 956 h 2866"/>
                <a:gd name="csX10" fmla="*/ 9555 w 9554"/>
                <a:gd name="csY10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554" h="2866">
                  <a:moveTo>
                    <a:pt x="9555" y="1911"/>
                  </a:moveTo>
                  <a:lnTo>
                    <a:pt x="9077" y="2389"/>
                  </a:lnTo>
                  <a:lnTo>
                    <a:pt x="7166" y="2866"/>
                  </a:lnTo>
                  <a:lnTo>
                    <a:pt x="4299" y="2866"/>
                  </a:lnTo>
                  <a:lnTo>
                    <a:pt x="1433" y="2389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478" y="0"/>
                  </a:lnTo>
                  <a:lnTo>
                    <a:pt x="3822" y="0"/>
                  </a:lnTo>
                  <a:lnTo>
                    <a:pt x="8599" y="956"/>
                  </a:lnTo>
                  <a:lnTo>
                    <a:pt x="95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2" name="Freeform 1981">
              <a:extLst>
                <a:ext uri="{FF2B5EF4-FFF2-40B4-BE49-F238E27FC236}">
                  <a16:creationId xmlns:a16="http://schemas.microsoft.com/office/drawing/2014/main" id="{5581AF20-697D-91E6-9B62-04BCAF1AE84D}"/>
                </a:ext>
              </a:extLst>
            </p:cNvPr>
            <p:cNvSpPr/>
            <p:nvPr/>
          </p:nvSpPr>
          <p:spPr>
            <a:xfrm>
              <a:off x="6212565" y="3038956"/>
              <a:ext cx="3821" cy="12898"/>
            </a:xfrm>
            <a:custGeom>
              <a:avLst/>
              <a:gdLst>
                <a:gd name="csX0" fmla="*/ 3822 w 3821"/>
                <a:gd name="csY0" fmla="*/ 0 h 12898"/>
                <a:gd name="csX1" fmla="*/ 3822 w 3821"/>
                <a:gd name="csY1" fmla="*/ 0 h 12898"/>
                <a:gd name="csX2" fmla="*/ 0 w 3821"/>
                <a:gd name="csY2" fmla="*/ 12899 h 12898"/>
                <a:gd name="csX3" fmla="*/ 0 w 3821"/>
                <a:gd name="csY3" fmla="*/ 12899 h 12898"/>
                <a:gd name="csX4" fmla="*/ 3822 w 3821"/>
                <a:gd name="csY4" fmla="*/ 0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12898">
                  <a:moveTo>
                    <a:pt x="3822" y="0"/>
                  </a:moveTo>
                  <a:lnTo>
                    <a:pt x="3822" y="0"/>
                  </a:lnTo>
                  <a:lnTo>
                    <a:pt x="0" y="12899"/>
                  </a:lnTo>
                  <a:lnTo>
                    <a:pt x="0" y="12899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3" name="Freeform 1982">
              <a:extLst>
                <a:ext uri="{FF2B5EF4-FFF2-40B4-BE49-F238E27FC236}">
                  <a16:creationId xmlns:a16="http://schemas.microsoft.com/office/drawing/2014/main" id="{A9AC46B2-1C25-0005-9AC5-F2268D7EE2FF}"/>
                </a:ext>
              </a:extLst>
            </p:cNvPr>
            <p:cNvSpPr/>
            <p:nvPr/>
          </p:nvSpPr>
          <p:spPr>
            <a:xfrm>
              <a:off x="6212087" y="4592533"/>
              <a:ext cx="2388" cy="3344"/>
            </a:xfrm>
            <a:custGeom>
              <a:avLst/>
              <a:gdLst>
                <a:gd name="csX0" fmla="*/ 478 w 2388"/>
                <a:gd name="csY0" fmla="*/ 1911 h 3344"/>
                <a:gd name="csX1" fmla="*/ 2389 w 2388"/>
                <a:gd name="csY1" fmla="*/ 3344 h 3344"/>
                <a:gd name="csX2" fmla="*/ 2389 w 2388"/>
                <a:gd name="csY2" fmla="*/ 3344 h 3344"/>
                <a:gd name="csX3" fmla="*/ 478 w 2388"/>
                <a:gd name="csY3" fmla="*/ 1911 h 3344"/>
                <a:gd name="csX4" fmla="*/ 0 w 2388"/>
                <a:gd name="csY4" fmla="*/ 0 h 3344"/>
                <a:gd name="csX5" fmla="*/ 478 w 2388"/>
                <a:gd name="csY5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3344">
                  <a:moveTo>
                    <a:pt x="478" y="1911"/>
                  </a:moveTo>
                  <a:lnTo>
                    <a:pt x="2389" y="3344"/>
                  </a:lnTo>
                  <a:lnTo>
                    <a:pt x="2389" y="3344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47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4" name="Freeform 1983">
              <a:extLst>
                <a:ext uri="{FF2B5EF4-FFF2-40B4-BE49-F238E27FC236}">
                  <a16:creationId xmlns:a16="http://schemas.microsoft.com/office/drawing/2014/main" id="{87724F08-DBEB-71AB-708F-07676CE49DF0}"/>
                </a:ext>
              </a:extLst>
            </p:cNvPr>
            <p:cNvSpPr/>
            <p:nvPr/>
          </p:nvSpPr>
          <p:spPr>
            <a:xfrm>
              <a:off x="6211610" y="4842385"/>
              <a:ext cx="1910" cy="2866"/>
            </a:xfrm>
            <a:custGeom>
              <a:avLst/>
              <a:gdLst>
                <a:gd name="csX0" fmla="*/ 1433 w 1910"/>
                <a:gd name="csY0" fmla="*/ 1911 h 2866"/>
                <a:gd name="csX1" fmla="*/ 1911 w 1910"/>
                <a:gd name="csY1" fmla="*/ 2866 h 2866"/>
                <a:gd name="csX2" fmla="*/ 1911 w 1910"/>
                <a:gd name="csY2" fmla="*/ 2866 h 2866"/>
                <a:gd name="csX3" fmla="*/ 1433 w 1910"/>
                <a:gd name="csY3" fmla="*/ 1911 h 2866"/>
                <a:gd name="csX4" fmla="*/ 956 w 1910"/>
                <a:gd name="csY4" fmla="*/ 1433 h 2866"/>
                <a:gd name="csX5" fmla="*/ 0 w 1910"/>
                <a:gd name="csY5" fmla="*/ 0 h 2866"/>
                <a:gd name="csX6" fmla="*/ 0 w 1910"/>
                <a:gd name="csY6" fmla="*/ 0 h 2866"/>
                <a:gd name="csX7" fmla="*/ 956 w 1910"/>
                <a:gd name="csY7" fmla="*/ 1433 h 2866"/>
                <a:gd name="csX8" fmla="*/ 1433 w 1910"/>
                <a:gd name="csY8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0" h="2866">
                  <a:moveTo>
                    <a:pt x="1433" y="1911"/>
                  </a:moveTo>
                  <a:lnTo>
                    <a:pt x="1911" y="2866"/>
                  </a:lnTo>
                  <a:lnTo>
                    <a:pt x="1911" y="2866"/>
                  </a:lnTo>
                  <a:lnTo>
                    <a:pt x="1433" y="1911"/>
                  </a:lnTo>
                  <a:lnTo>
                    <a:pt x="956" y="14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1433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5" name="Freeform 1984">
              <a:extLst>
                <a:ext uri="{FF2B5EF4-FFF2-40B4-BE49-F238E27FC236}">
                  <a16:creationId xmlns:a16="http://schemas.microsoft.com/office/drawing/2014/main" id="{17B15444-DE89-7CFA-5EC8-86D5A51DEDB4}"/>
                </a:ext>
              </a:extLst>
            </p:cNvPr>
            <p:cNvSpPr/>
            <p:nvPr/>
          </p:nvSpPr>
          <p:spPr>
            <a:xfrm>
              <a:off x="6210176" y="3051855"/>
              <a:ext cx="2388" cy="3344"/>
            </a:xfrm>
            <a:custGeom>
              <a:avLst/>
              <a:gdLst>
                <a:gd name="csX0" fmla="*/ 2389 w 2388"/>
                <a:gd name="csY0" fmla="*/ 0 h 3344"/>
                <a:gd name="csX1" fmla="*/ 2389 w 2388"/>
                <a:gd name="csY1" fmla="*/ 478 h 3344"/>
                <a:gd name="csX2" fmla="*/ 0 w 2388"/>
                <a:gd name="csY2" fmla="*/ 3344 h 3344"/>
                <a:gd name="csX3" fmla="*/ 0 w 2388"/>
                <a:gd name="csY3" fmla="*/ 3344 h 3344"/>
                <a:gd name="csX4" fmla="*/ 2389 w 2388"/>
                <a:gd name="csY4" fmla="*/ 478 h 3344"/>
                <a:gd name="csX5" fmla="*/ 2389 w 2388"/>
                <a:gd name="csY5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3344">
                  <a:moveTo>
                    <a:pt x="2389" y="0"/>
                  </a:moveTo>
                  <a:lnTo>
                    <a:pt x="2389" y="478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2389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6" name="Freeform 1985">
              <a:extLst>
                <a:ext uri="{FF2B5EF4-FFF2-40B4-BE49-F238E27FC236}">
                  <a16:creationId xmlns:a16="http://schemas.microsoft.com/office/drawing/2014/main" id="{9006062D-FBAA-0495-D16A-37DA94171106}"/>
                </a:ext>
              </a:extLst>
            </p:cNvPr>
            <p:cNvSpPr/>
            <p:nvPr/>
          </p:nvSpPr>
          <p:spPr>
            <a:xfrm>
              <a:off x="6166225" y="2968730"/>
              <a:ext cx="45861" cy="56372"/>
            </a:xfrm>
            <a:custGeom>
              <a:avLst/>
              <a:gdLst>
                <a:gd name="csX0" fmla="*/ 44429 w 45861"/>
                <a:gd name="csY0" fmla="*/ 25320 h 56372"/>
                <a:gd name="csX1" fmla="*/ 45862 w 45861"/>
                <a:gd name="csY1" fmla="*/ 29619 h 56372"/>
                <a:gd name="csX2" fmla="*/ 44906 w 45861"/>
                <a:gd name="csY2" fmla="*/ 33919 h 56372"/>
                <a:gd name="csX3" fmla="*/ 41563 w 45861"/>
                <a:gd name="csY3" fmla="*/ 37263 h 56372"/>
                <a:gd name="csX4" fmla="*/ 38696 w 45861"/>
                <a:gd name="csY4" fmla="*/ 38696 h 56372"/>
                <a:gd name="csX5" fmla="*/ 35830 w 45861"/>
                <a:gd name="csY5" fmla="*/ 42518 h 56372"/>
                <a:gd name="csX6" fmla="*/ 34397 w 45861"/>
                <a:gd name="csY6" fmla="*/ 45384 h 56372"/>
                <a:gd name="csX7" fmla="*/ 32963 w 45861"/>
                <a:gd name="csY7" fmla="*/ 45862 h 56372"/>
                <a:gd name="csX8" fmla="*/ 32486 w 45861"/>
                <a:gd name="csY8" fmla="*/ 45862 h 56372"/>
                <a:gd name="csX9" fmla="*/ 31530 w 45861"/>
                <a:gd name="csY9" fmla="*/ 44907 h 56372"/>
                <a:gd name="csX10" fmla="*/ 30097 w 45861"/>
                <a:gd name="csY10" fmla="*/ 44907 h 56372"/>
                <a:gd name="csX11" fmla="*/ 28664 w 45861"/>
                <a:gd name="csY11" fmla="*/ 47773 h 56372"/>
                <a:gd name="csX12" fmla="*/ 23409 w 45861"/>
                <a:gd name="csY12" fmla="*/ 49684 h 56372"/>
                <a:gd name="csX13" fmla="*/ 21498 w 45861"/>
                <a:gd name="csY13" fmla="*/ 49206 h 56372"/>
                <a:gd name="csX14" fmla="*/ 21498 w 45861"/>
                <a:gd name="csY14" fmla="*/ 46340 h 56372"/>
                <a:gd name="csX15" fmla="*/ 20542 w 45861"/>
                <a:gd name="csY15" fmla="*/ 46818 h 56372"/>
                <a:gd name="csX16" fmla="*/ 18631 w 45861"/>
                <a:gd name="csY16" fmla="*/ 49684 h 56372"/>
                <a:gd name="csX17" fmla="*/ 16721 w 45861"/>
                <a:gd name="csY17" fmla="*/ 51117 h 56372"/>
                <a:gd name="csX18" fmla="*/ 15765 w 45861"/>
                <a:gd name="csY18" fmla="*/ 51117 h 56372"/>
                <a:gd name="csX19" fmla="*/ 13376 w 45861"/>
                <a:gd name="csY19" fmla="*/ 50162 h 56372"/>
                <a:gd name="csX20" fmla="*/ 7644 w 45861"/>
                <a:gd name="csY20" fmla="*/ 55417 h 56372"/>
                <a:gd name="csX21" fmla="*/ 1911 w 45861"/>
                <a:gd name="csY21" fmla="*/ 56372 h 56372"/>
                <a:gd name="csX22" fmla="*/ 0 w 45861"/>
                <a:gd name="csY22" fmla="*/ 55894 h 56372"/>
                <a:gd name="csX23" fmla="*/ 0 w 45861"/>
                <a:gd name="csY23" fmla="*/ 52550 h 56372"/>
                <a:gd name="csX24" fmla="*/ 3822 w 45861"/>
                <a:gd name="csY24" fmla="*/ 48251 h 56372"/>
                <a:gd name="csX25" fmla="*/ 6688 w 45861"/>
                <a:gd name="csY25" fmla="*/ 45384 h 56372"/>
                <a:gd name="csX26" fmla="*/ 16721 w 45861"/>
                <a:gd name="csY26" fmla="*/ 43473 h 56372"/>
                <a:gd name="csX27" fmla="*/ 23409 w 45861"/>
                <a:gd name="csY27" fmla="*/ 34874 h 56372"/>
                <a:gd name="csX28" fmla="*/ 24842 w 45861"/>
                <a:gd name="csY28" fmla="*/ 25320 h 56372"/>
                <a:gd name="csX29" fmla="*/ 26275 w 45861"/>
                <a:gd name="csY29" fmla="*/ 21976 h 56372"/>
                <a:gd name="csX30" fmla="*/ 25320 w 45861"/>
                <a:gd name="csY30" fmla="*/ 20065 h 56372"/>
                <a:gd name="csX31" fmla="*/ 23886 w 45861"/>
                <a:gd name="csY31" fmla="*/ 19587 h 56372"/>
                <a:gd name="csX32" fmla="*/ 23886 w 45861"/>
                <a:gd name="csY32" fmla="*/ 16721 h 56372"/>
                <a:gd name="csX33" fmla="*/ 24364 w 45861"/>
                <a:gd name="csY33" fmla="*/ 13377 h 56372"/>
                <a:gd name="csX34" fmla="*/ 27708 w 45861"/>
                <a:gd name="csY34" fmla="*/ 8599 h 56372"/>
                <a:gd name="csX35" fmla="*/ 29619 w 45861"/>
                <a:gd name="csY35" fmla="*/ 6688 h 56372"/>
                <a:gd name="csX36" fmla="*/ 32486 w 45861"/>
                <a:gd name="csY36" fmla="*/ 1433 h 56372"/>
                <a:gd name="csX37" fmla="*/ 33919 w 45861"/>
                <a:gd name="csY37" fmla="*/ 0 h 56372"/>
                <a:gd name="csX38" fmla="*/ 35830 w 45861"/>
                <a:gd name="csY38" fmla="*/ 0 h 56372"/>
                <a:gd name="csX39" fmla="*/ 37263 w 45861"/>
                <a:gd name="csY39" fmla="*/ 1433 h 56372"/>
                <a:gd name="csX40" fmla="*/ 37263 w 45861"/>
                <a:gd name="csY40" fmla="*/ 4300 h 56372"/>
                <a:gd name="csX41" fmla="*/ 34874 w 45861"/>
                <a:gd name="csY41" fmla="*/ 9555 h 56372"/>
                <a:gd name="csX42" fmla="*/ 31052 w 45861"/>
                <a:gd name="csY42" fmla="*/ 14332 h 56372"/>
                <a:gd name="csX43" fmla="*/ 31530 w 45861"/>
                <a:gd name="csY43" fmla="*/ 17676 h 56372"/>
                <a:gd name="csX44" fmla="*/ 32963 w 45861"/>
                <a:gd name="csY44" fmla="*/ 20065 h 56372"/>
                <a:gd name="csX45" fmla="*/ 33441 w 45861"/>
                <a:gd name="csY45" fmla="*/ 24842 h 56372"/>
                <a:gd name="csX46" fmla="*/ 33441 w 45861"/>
                <a:gd name="csY46" fmla="*/ 28664 h 56372"/>
                <a:gd name="csX47" fmla="*/ 30575 w 45861"/>
                <a:gd name="csY47" fmla="*/ 34874 h 56372"/>
                <a:gd name="csX48" fmla="*/ 30097 w 45861"/>
                <a:gd name="csY48" fmla="*/ 37263 h 56372"/>
                <a:gd name="csX49" fmla="*/ 30097 w 45861"/>
                <a:gd name="csY49" fmla="*/ 37741 h 56372"/>
                <a:gd name="csX50" fmla="*/ 32963 w 45861"/>
                <a:gd name="csY50" fmla="*/ 32963 h 56372"/>
                <a:gd name="csX51" fmla="*/ 35830 w 45861"/>
                <a:gd name="csY51" fmla="*/ 31530 h 56372"/>
                <a:gd name="csX52" fmla="*/ 36307 w 45861"/>
                <a:gd name="csY52" fmla="*/ 30097 h 56372"/>
                <a:gd name="csX53" fmla="*/ 37263 w 45861"/>
                <a:gd name="csY53" fmla="*/ 28186 h 56372"/>
                <a:gd name="csX54" fmla="*/ 37263 w 45861"/>
                <a:gd name="csY54" fmla="*/ 25798 h 56372"/>
                <a:gd name="csX55" fmla="*/ 37740 w 45861"/>
                <a:gd name="csY55" fmla="*/ 23409 h 56372"/>
                <a:gd name="csX56" fmla="*/ 39174 w 45861"/>
                <a:gd name="csY56" fmla="*/ 22931 h 56372"/>
                <a:gd name="csX57" fmla="*/ 40129 w 45861"/>
                <a:gd name="csY57" fmla="*/ 21976 h 56372"/>
                <a:gd name="csX58" fmla="*/ 41563 w 45861"/>
                <a:gd name="csY58" fmla="*/ 21976 h 56372"/>
                <a:gd name="csX59" fmla="*/ 43473 w 45861"/>
                <a:gd name="csY59" fmla="*/ 23409 h 56372"/>
                <a:gd name="csX60" fmla="*/ 44429 w 45861"/>
                <a:gd name="csY60" fmla="*/ 25320 h 56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45861" h="56372">
                  <a:moveTo>
                    <a:pt x="44429" y="25320"/>
                  </a:moveTo>
                  <a:lnTo>
                    <a:pt x="45862" y="29619"/>
                  </a:lnTo>
                  <a:lnTo>
                    <a:pt x="44906" y="33919"/>
                  </a:lnTo>
                  <a:lnTo>
                    <a:pt x="41563" y="37263"/>
                  </a:lnTo>
                  <a:lnTo>
                    <a:pt x="38696" y="38696"/>
                  </a:lnTo>
                  <a:lnTo>
                    <a:pt x="35830" y="42518"/>
                  </a:lnTo>
                  <a:lnTo>
                    <a:pt x="34397" y="45384"/>
                  </a:lnTo>
                  <a:lnTo>
                    <a:pt x="32963" y="45862"/>
                  </a:lnTo>
                  <a:lnTo>
                    <a:pt x="32486" y="45862"/>
                  </a:lnTo>
                  <a:lnTo>
                    <a:pt x="31530" y="44907"/>
                  </a:lnTo>
                  <a:lnTo>
                    <a:pt x="30097" y="44907"/>
                  </a:lnTo>
                  <a:lnTo>
                    <a:pt x="28664" y="47773"/>
                  </a:lnTo>
                  <a:lnTo>
                    <a:pt x="23409" y="49684"/>
                  </a:lnTo>
                  <a:lnTo>
                    <a:pt x="21498" y="49206"/>
                  </a:lnTo>
                  <a:lnTo>
                    <a:pt x="21498" y="46340"/>
                  </a:lnTo>
                  <a:lnTo>
                    <a:pt x="20542" y="46818"/>
                  </a:lnTo>
                  <a:lnTo>
                    <a:pt x="18631" y="49684"/>
                  </a:lnTo>
                  <a:lnTo>
                    <a:pt x="16721" y="51117"/>
                  </a:lnTo>
                  <a:lnTo>
                    <a:pt x="15765" y="51117"/>
                  </a:lnTo>
                  <a:lnTo>
                    <a:pt x="13376" y="50162"/>
                  </a:lnTo>
                  <a:lnTo>
                    <a:pt x="7644" y="55417"/>
                  </a:lnTo>
                  <a:lnTo>
                    <a:pt x="1911" y="56372"/>
                  </a:lnTo>
                  <a:lnTo>
                    <a:pt x="0" y="55894"/>
                  </a:lnTo>
                  <a:lnTo>
                    <a:pt x="0" y="52550"/>
                  </a:lnTo>
                  <a:lnTo>
                    <a:pt x="3822" y="48251"/>
                  </a:lnTo>
                  <a:lnTo>
                    <a:pt x="6688" y="45384"/>
                  </a:lnTo>
                  <a:lnTo>
                    <a:pt x="16721" y="43473"/>
                  </a:lnTo>
                  <a:lnTo>
                    <a:pt x="23409" y="34874"/>
                  </a:lnTo>
                  <a:lnTo>
                    <a:pt x="24842" y="25320"/>
                  </a:lnTo>
                  <a:lnTo>
                    <a:pt x="26275" y="21976"/>
                  </a:lnTo>
                  <a:lnTo>
                    <a:pt x="25320" y="20065"/>
                  </a:lnTo>
                  <a:lnTo>
                    <a:pt x="23886" y="19587"/>
                  </a:lnTo>
                  <a:lnTo>
                    <a:pt x="23886" y="16721"/>
                  </a:lnTo>
                  <a:lnTo>
                    <a:pt x="24364" y="13377"/>
                  </a:lnTo>
                  <a:lnTo>
                    <a:pt x="27708" y="8599"/>
                  </a:lnTo>
                  <a:lnTo>
                    <a:pt x="29619" y="6688"/>
                  </a:lnTo>
                  <a:lnTo>
                    <a:pt x="32486" y="1433"/>
                  </a:lnTo>
                  <a:lnTo>
                    <a:pt x="33919" y="0"/>
                  </a:lnTo>
                  <a:lnTo>
                    <a:pt x="35830" y="0"/>
                  </a:lnTo>
                  <a:lnTo>
                    <a:pt x="37263" y="1433"/>
                  </a:lnTo>
                  <a:lnTo>
                    <a:pt x="37263" y="4300"/>
                  </a:lnTo>
                  <a:lnTo>
                    <a:pt x="34874" y="9555"/>
                  </a:lnTo>
                  <a:lnTo>
                    <a:pt x="31052" y="14332"/>
                  </a:lnTo>
                  <a:lnTo>
                    <a:pt x="31530" y="17676"/>
                  </a:lnTo>
                  <a:lnTo>
                    <a:pt x="32963" y="20065"/>
                  </a:lnTo>
                  <a:lnTo>
                    <a:pt x="33441" y="24842"/>
                  </a:lnTo>
                  <a:lnTo>
                    <a:pt x="33441" y="28664"/>
                  </a:lnTo>
                  <a:lnTo>
                    <a:pt x="30575" y="34874"/>
                  </a:lnTo>
                  <a:lnTo>
                    <a:pt x="30097" y="37263"/>
                  </a:lnTo>
                  <a:lnTo>
                    <a:pt x="30097" y="37741"/>
                  </a:lnTo>
                  <a:lnTo>
                    <a:pt x="32963" y="32963"/>
                  </a:lnTo>
                  <a:lnTo>
                    <a:pt x="35830" y="31530"/>
                  </a:lnTo>
                  <a:lnTo>
                    <a:pt x="36307" y="30097"/>
                  </a:lnTo>
                  <a:lnTo>
                    <a:pt x="37263" y="28186"/>
                  </a:lnTo>
                  <a:lnTo>
                    <a:pt x="37263" y="25798"/>
                  </a:lnTo>
                  <a:lnTo>
                    <a:pt x="37740" y="23409"/>
                  </a:lnTo>
                  <a:lnTo>
                    <a:pt x="39174" y="22931"/>
                  </a:lnTo>
                  <a:lnTo>
                    <a:pt x="40129" y="21976"/>
                  </a:lnTo>
                  <a:lnTo>
                    <a:pt x="41563" y="21976"/>
                  </a:lnTo>
                  <a:lnTo>
                    <a:pt x="43473" y="23409"/>
                  </a:lnTo>
                  <a:lnTo>
                    <a:pt x="44429" y="2532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7" name="Freeform 1986">
              <a:extLst>
                <a:ext uri="{FF2B5EF4-FFF2-40B4-BE49-F238E27FC236}">
                  <a16:creationId xmlns:a16="http://schemas.microsoft.com/office/drawing/2014/main" id="{97FD20EB-B972-2E5D-7D78-FB008C90E9E7}"/>
                </a:ext>
              </a:extLst>
            </p:cNvPr>
            <p:cNvSpPr/>
            <p:nvPr/>
          </p:nvSpPr>
          <p:spPr>
            <a:xfrm>
              <a:off x="6149027" y="3772271"/>
              <a:ext cx="62104" cy="37740"/>
            </a:xfrm>
            <a:custGeom>
              <a:avLst/>
              <a:gdLst>
                <a:gd name="csX0" fmla="*/ 62105 w 62104"/>
                <a:gd name="csY0" fmla="*/ 9077 h 37740"/>
                <a:gd name="csX1" fmla="*/ 62105 w 62104"/>
                <a:gd name="csY1" fmla="*/ 9555 h 37740"/>
                <a:gd name="csX2" fmla="*/ 60672 w 62104"/>
                <a:gd name="csY2" fmla="*/ 9077 h 37740"/>
                <a:gd name="csX3" fmla="*/ 60672 w 62104"/>
                <a:gd name="csY3" fmla="*/ 9077 h 37740"/>
                <a:gd name="csX4" fmla="*/ 58283 w 62104"/>
                <a:gd name="csY4" fmla="*/ 8599 h 37740"/>
                <a:gd name="csX5" fmla="*/ 58283 w 62104"/>
                <a:gd name="csY5" fmla="*/ 8599 h 37740"/>
                <a:gd name="csX6" fmla="*/ 57805 w 62104"/>
                <a:gd name="csY6" fmla="*/ 9077 h 37740"/>
                <a:gd name="csX7" fmla="*/ 57328 w 62104"/>
                <a:gd name="csY7" fmla="*/ 9555 h 37740"/>
                <a:gd name="csX8" fmla="*/ 56850 w 62104"/>
                <a:gd name="csY8" fmla="*/ 9555 h 37740"/>
                <a:gd name="csX9" fmla="*/ 56850 w 62104"/>
                <a:gd name="csY9" fmla="*/ 10032 h 37740"/>
                <a:gd name="csX10" fmla="*/ 56850 w 62104"/>
                <a:gd name="csY10" fmla="*/ 12421 h 37740"/>
                <a:gd name="csX11" fmla="*/ 56372 w 62104"/>
                <a:gd name="csY11" fmla="*/ 12899 h 37740"/>
                <a:gd name="csX12" fmla="*/ 53984 w 62104"/>
                <a:gd name="csY12" fmla="*/ 12899 h 37740"/>
                <a:gd name="csX13" fmla="*/ 53506 w 62104"/>
                <a:gd name="csY13" fmla="*/ 12899 h 37740"/>
                <a:gd name="csX14" fmla="*/ 53028 w 62104"/>
                <a:gd name="csY14" fmla="*/ 12899 h 37740"/>
                <a:gd name="csX15" fmla="*/ 52073 w 62104"/>
                <a:gd name="csY15" fmla="*/ 14809 h 37740"/>
                <a:gd name="csX16" fmla="*/ 50639 w 62104"/>
                <a:gd name="csY16" fmla="*/ 15287 h 37740"/>
                <a:gd name="csX17" fmla="*/ 49206 w 62104"/>
                <a:gd name="csY17" fmla="*/ 15765 h 37740"/>
                <a:gd name="csX18" fmla="*/ 47773 w 62104"/>
                <a:gd name="csY18" fmla="*/ 16721 h 37740"/>
                <a:gd name="csX19" fmla="*/ 46340 w 62104"/>
                <a:gd name="csY19" fmla="*/ 17198 h 37740"/>
                <a:gd name="csX20" fmla="*/ 44907 w 62104"/>
                <a:gd name="csY20" fmla="*/ 17198 h 37740"/>
                <a:gd name="csX21" fmla="*/ 44907 w 62104"/>
                <a:gd name="csY21" fmla="*/ 17676 h 37740"/>
                <a:gd name="csX22" fmla="*/ 44907 w 62104"/>
                <a:gd name="csY22" fmla="*/ 17676 h 37740"/>
                <a:gd name="csX23" fmla="*/ 44429 w 62104"/>
                <a:gd name="csY23" fmla="*/ 18154 h 37740"/>
                <a:gd name="csX24" fmla="*/ 43951 w 62104"/>
                <a:gd name="csY24" fmla="*/ 19109 h 37740"/>
                <a:gd name="csX25" fmla="*/ 43951 w 62104"/>
                <a:gd name="csY25" fmla="*/ 19109 h 37740"/>
                <a:gd name="csX26" fmla="*/ 43951 w 62104"/>
                <a:gd name="csY26" fmla="*/ 20065 h 37740"/>
                <a:gd name="csX27" fmla="*/ 45384 w 62104"/>
                <a:gd name="csY27" fmla="*/ 21498 h 37740"/>
                <a:gd name="csX28" fmla="*/ 45384 w 62104"/>
                <a:gd name="csY28" fmla="*/ 22931 h 37740"/>
                <a:gd name="csX29" fmla="*/ 45384 w 62104"/>
                <a:gd name="csY29" fmla="*/ 25320 h 37740"/>
                <a:gd name="csX30" fmla="*/ 44907 w 62104"/>
                <a:gd name="csY30" fmla="*/ 26275 h 37740"/>
                <a:gd name="csX31" fmla="*/ 44429 w 62104"/>
                <a:gd name="csY31" fmla="*/ 26753 h 37740"/>
                <a:gd name="csX32" fmla="*/ 44429 w 62104"/>
                <a:gd name="csY32" fmla="*/ 27231 h 37740"/>
                <a:gd name="csX33" fmla="*/ 41085 w 62104"/>
                <a:gd name="csY33" fmla="*/ 27708 h 37740"/>
                <a:gd name="csX34" fmla="*/ 41085 w 62104"/>
                <a:gd name="csY34" fmla="*/ 28186 h 37740"/>
                <a:gd name="csX35" fmla="*/ 37741 w 62104"/>
                <a:gd name="csY35" fmla="*/ 29619 h 37740"/>
                <a:gd name="csX36" fmla="*/ 37741 w 62104"/>
                <a:gd name="csY36" fmla="*/ 29619 h 37740"/>
                <a:gd name="csX37" fmla="*/ 37741 w 62104"/>
                <a:gd name="csY37" fmla="*/ 29619 h 37740"/>
                <a:gd name="csX38" fmla="*/ 37741 w 62104"/>
                <a:gd name="csY38" fmla="*/ 30097 h 37740"/>
                <a:gd name="csX39" fmla="*/ 39174 w 62104"/>
                <a:gd name="csY39" fmla="*/ 31530 h 37740"/>
                <a:gd name="csX40" fmla="*/ 39174 w 62104"/>
                <a:gd name="csY40" fmla="*/ 32008 h 37740"/>
                <a:gd name="csX41" fmla="*/ 37741 w 62104"/>
                <a:gd name="csY41" fmla="*/ 32963 h 37740"/>
                <a:gd name="csX42" fmla="*/ 37741 w 62104"/>
                <a:gd name="csY42" fmla="*/ 33441 h 37740"/>
                <a:gd name="csX43" fmla="*/ 37741 w 62104"/>
                <a:gd name="csY43" fmla="*/ 34874 h 37740"/>
                <a:gd name="csX44" fmla="*/ 38696 w 62104"/>
                <a:gd name="csY44" fmla="*/ 35830 h 37740"/>
                <a:gd name="csX45" fmla="*/ 38696 w 62104"/>
                <a:gd name="csY45" fmla="*/ 36785 h 37740"/>
                <a:gd name="csX46" fmla="*/ 36785 w 62104"/>
                <a:gd name="csY46" fmla="*/ 37263 h 37740"/>
                <a:gd name="csX47" fmla="*/ 36785 w 62104"/>
                <a:gd name="csY47" fmla="*/ 37263 h 37740"/>
                <a:gd name="csX48" fmla="*/ 34397 w 62104"/>
                <a:gd name="csY48" fmla="*/ 36785 h 37740"/>
                <a:gd name="csX49" fmla="*/ 31052 w 62104"/>
                <a:gd name="csY49" fmla="*/ 35830 h 37740"/>
                <a:gd name="csX50" fmla="*/ 30097 w 62104"/>
                <a:gd name="csY50" fmla="*/ 35830 h 37740"/>
                <a:gd name="csX51" fmla="*/ 29142 w 62104"/>
                <a:gd name="csY51" fmla="*/ 36785 h 37740"/>
                <a:gd name="csX52" fmla="*/ 28186 w 62104"/>
                <a:gd name="csY52" fmla="*/ 36307 h 37740"/>
                <a:gd name="csX53" fmla="*/ 26753 w 62104"/>
                <a:gd name="csY53" fmla="*/ 35352 h 37740"/>
                <a:gd name="csX54" fmla="*/ 26753 w 62104"/>
                <a:gd name="csY54" fmla="*/ 35352 h 37740"/>
                <a:gd name="csX55" fmla="*/ 25320 w 62104"/>
                <a:gd name="csY55" fmla="*/ 33919 h 37740"/>
                <a:gd name="csX56" fmla="*/ 24364 w 62104"/>
                <a:gd name="csY56" fmla="*/ 32963 h 37740"/>
                <a:gd name="csX57" fmla="*/ 23886 w 62104"/>
                <a:gd name="csY57" fmla="*/ 31530 h 37740"/>
                <a:gd name="csX58" fmla="*/ 23409 w 62104"/>
                <a:gd name="csY58" fmla="*/ 31530 h 37740"/>
                <a:gd name="csX59" fmla="*/ 23409 w 62104"/>
                <a:gd name="csY59" fmla="*/ 31530 h 37740"/>
                <a:gd name="csX60" fmla="*/ 22931 w 62104"/>
                <a:gd name="csY60" fmla="*/ 32008 h 37740"/>
                <a:gd name="csX61" fmla="*/ 22931 w 62104"/>
                <a:gd name="csY61" fmla="*/ 32008 h 37740"/>
                <a:gd name="csX62" fmla="*/ 22453 w 62104"/>
                <a:gd name="csY62" fmla="*/ 33441 h 37740"/>
                <a:gd name="csX63" fmla="*/ 21020 w 62104"/>
                <a:gd name="csY63" fmla="*/ 35352 h 37740"/>
                <a:gd name="csX64" fmla="*/ 19587 w 62104"/>
                <a:gd name="csY64" fmla="*/ 36307 h 37740"/>
                <a:gd name="csX65" fmla="*/ 18154 w 62104"/>
                <a:gd name="csY65" fmla="*/ 35830 h 37740"/>
                <a:gd name="csX66" fmla="*/ 17676 w 62104"/>
                <a:gd name="csY66" fmla="*/ 35830 h 37740"/>
                <a:gd name="csX67" fmla="*/ 15765 w 62104"/>
                <a:gd name="csY67" fmla="*/ 35830 h 37740"/>
                <a:gd name="csX68" fmla="*/ 14332 w 62104"/>
                <a:gd name="csY68" fmla="*/ 36307 h 37740"/>
                <a:gd name="csX69" fmla="*/ 13854 w 62104"/>
                <a:gd name="csY69" fmla="*/ 36307 h 37740"/>
                <a:gd name="csX70" fmla="*/ 13854 w 62104"/>
                <a:gd name="csY70" fmla="*/ 36307 h 37740"/>
                <a:gd name="csX71" fmla="*/ 12421 w 62104"/>
                <a:gd name="csY71" fmla="*/ 35352 h 37740"/>
                <a:gd name="csX72" fmla="*/ 11943 w 62104"/>
                <a:gd name="csY72" fmla="*/ 35352 h 37740"/>
                <a:gd name="csX73" fmla="*/ 11943 w 62104"/>
                <a:gd name="csY73" fmla="*/ 35830 h 37740"/>
                <a:gd name="csX74" fmla="*/ 11943 w 62104"/>
                <a:gd name="csY74" fmla="*/ 35830 h 37740"/>
                <a:gd name="csX75" fmla="*/ 11466 w 62104"/>
                <a:gd name="csY75" fmla="*/ 35830 h 37740"/>
                <a:gd name="csX76" fmla="*/ 11466 w 62104"/>
                <a:gd name="csY76" fmla="*/ 36307 h 37740"/>
                <a:gd name="csX77" fmla="*/ 10988 w 62104"/>
                <a:gd name="csY77" fmla="*/ 36785 h 37740"/>
                <a:gd name="csX78" fmla="*/ 10032 w 62104"/>
                <a:gd name="csY78" fmla="*/ 37741 h 37740"/>
                <a:gd name="csX79" fmla="*/ 10032 w 62104"/>
                <a:gd name="csY79" fmla="*/ 37741 h 37740"/>
                <a:gd name="csX80" fmla="*/ 4777 w 62104"/>
                <a:gd name="csY80" fmla="*/ 36307 h 37740"/>
                <a:gd name="csX81" fmla="*/ 3822 w 62104"/>
                <a:gd name="csY81" fmla="*/ 35352 h 37740"/>
                <a:gd name="csX82" fmla="*/ 5255 w 62104"/>
                <a:gd name="csY82" fmla="*/ 34874 h 37740"/>
                <a:gd name="csX83" fmla="*/ 6688 w 62104"/>
                <a:gd name="csY83" fmla="*/ 33441 h 37740"/>
                <a:gd name="csX84" fmla="*/ 8121 w 62104"/>
                <a:gd name="csY84" fmla="*/ 33441 h 37740"/>
                <a:gd name="csX85" fmla="*/ 9077 w 62104"/>
                <a:gd name="csY85" fmla="*/ 33441 h 37740"/>
                <a:gd name="csX86" fmla="*/ 10032 w 62104"/>
                <a:gd name="csY86" fmla="*/ 32486 h 37740"/>
                <a:gd name="csX87" fmla="*/ 9077 w 62104"/>
                <a:gd name="csY87" fmla="*/ 31052 h 37740"/>
                <a:gd name="csX88" fmla="*/ 6688 w 62104"/>
                <a:gd name="csY88" fmla="*/ 28664 h 37740"/>
                <a:gd name="csX89" fmla="*/ 5733 w 62104"/>
                <a:gd name="csY89" fmla="*/ 28186 h 37740"/>
                <a:gd name="csX90" fmla="*/ 4300 w 62104"/>
                <a:gd name="csY90" fmla="*/ 27708 h 37740"/>
                <a:gd name="csX91" fmla="*/ 3822 w 62104"/>
                <a:gd name="csY91" fmla="*/ 26753 h 37740"/>
                <a:gd name="csX92" fmla="*/ 4777 w 62104"/>
                <a:gd name="csY92" fmla="*/ 23886 h 37740"/>
                <a:gd name="csX93" fmla="*/ 4300 w 62104"/>
                <a:gd name="csY93" fmla="*/ 23409 h 37740"/>
                <a:gd name="csX94" fmla="*/ 2867 w 62104"/>
                <a:gd name="csY94" fmla="*/ 23409 h 37740"/>
                <a:gd name="csX95" fmla="*/ 2389 w 62104"/>
                <a:gd name="csY95" fmla="*/ 22931 h 37740"/>
                <a:gd name="csX96" fmla="*/ 1911 w 62104"/>
                <a:gd name="csY96" fmla="*/ 22453 h 37740"/>
                <a:gd name="csX97" fmla="*/ 2389 w 62104"/>
                <a:gd name="csY97" fmla="*/ 21498 h 37740"/>
                <a:gd name="csX98" fmla="*/ 3344 w 62104"/>
                <a:gd name="csY98" fmla="*/ 20542 h 37740"/>
                <a:gd name="csX99" fmla="*/ 4777 w 62104"/>
                <a:gd name="csY99" fmla="*/ 19109 h 37740"/>
                <a:gd name="csX100" fmla="*/ 5255 w 62104"/>
                <a:gd name="csY100" fmla="*/ 18632 h 37740"/>
                <a:gd name="csX101" fmla="*/ 5255 w 62104"/>
                <a:gd name="csY101" fmla="*/ 18154 h 37740"/>
                <a:gd name="csX102" fmla="*/ 3344 w 62104"/>
                <a:gd name="csY102" fmla="*/ 17676 h 37740"/>
                <a:gd name="csX103" fmla="*/ 2389 w 62104"/>
                <a:gd name="csY103" fmla="*/ 17198 h 37740"/>
                <a:gd name="csX104" fmla="*/ 1433 w 62104"/>
                <a:gd name="csY104" fmla="*/ 16721 h 37740"/>
                <a:gd name="csX105" fmla="*/ 956 w 62104"/>
                <a:gd name="csY105" fmla="*/ 17198 h 37740"/>
                <a:gd name="csX106" fmla="*/ 478 w 62104"/>
                <a:gd name="csY106" fmla="*/ 16721 h 37740"/>
                <a:gd name="csX107" fmla="*/ 0 w 62104"/>
                <a:gd name="csY107" fmla="*/ 15765 h 37740"/>
                <a:gd name="csX108" fmla="*/ 478 w 62104"/>
                <a:gd name="csY108" fmla="*/ 14332 h 37740"/>
                <a:gd name="csX109" fmla="*/ 1911 w 62104"/>
                <a:gd name="csY109" fmla="*/ 12899 h 37740"/>
                <a:gd name="csX110" fmla="*/ 3822 w 62104"/>
                <a:gd name="csY110" fmla="*/ 11943 h 37740"/>
                <a:gd name="csX111" fmla="*/ 5255 w 62104"/>
                <a:gd name="csY111" fmla="*/ 10988 h 37740"/>
                <a:gd name="csX112" fmla="*/ 6211 w 62104"/>
                <a:gd name="csY112" fmla="*/ 10510 h 37740"/>
                <a:gd name="csX113" fmla="*/ 6211 w 62104"/>
                <a:gd name="csY113" fmla="*/ 9077 h 37740"/>
                <a:gd name="csX114" fmla="*/ 7166 w 62104"/>
                <a:gd name="csY114" fmla="*/ 9077 h 37740"/>
                <a:gd name="csX115" fmla="*/ 9077 w 62104"/>
                <a:gd name="csY115" fmla="*/ 9077 h 37740"/>
                <a:gd name="csX116" fmla="*/ 10988 w 62104"/>
                <a:gd name="csY116" fmla="*/ 9555 h 37740"/>
                <a:gd name="csX117" fmla="*/ 12899 w 62104"/>
                <a:gd name="csY117" fmla="*/ 10032 h 37740"/>
                <a:gd name="csX118" fmla="*/ 14332 w 62104"/>
                <a:gd name="csY118" fmla="*/ 10510 h 37740"/>
                <a:gd name="csX119" fmla="*/ 17676 w 62104"/>
                <a:gd name="csY119" fmla="*/ 10988 h 37740"/>
                <a:gd name="csX120" fmla="*/ 20543 w 62104"/>
                <a:gd name="csY120" fmla="*/ 11466 h 37740"/>
                <a:gd name="csX121" fmla="*/ 21498 w 62104"/>
                <a:gd name="csY121" fmla="*/ 11943 h 37740"/>
                <a:gd name="csX122" fmla="*/ 22453 w 62104"/>
                <a:gd name="csY122" fmla="*/ 11943 h 37740"/>
                <a:gd name="csX123" fmla="*/ 23409 w 62104"/>
                <a:gd name="csY123" fmla="*/ 12421 h 37740"/>
                <a:gd name="csX124" fmla="*/ 23886 w 62104"/>
                <a:gd name="csY124" fmla="*/ 11943 h 37740"/>
                <a:gd name="csX125" fmla="*/ 24364 w 62104"/>
                <a:gd name="csY125" fmla="*/ 11466 h 37740"/>
                <a:gd name="csX126" fmla="*/ 25798 w 62104"/>
                <a:gd name="csY126" fmla="*/ 10510 h 37740"/>
                <a:gd name="csX127" fmla="*/ 27231 w 62104"/>
                <a:gd name="csY127" fmla="*/ 9555 h 37740"/>
                <a:gd name="csX128" fmla="*/ 28186 w 62104"/>
                <a:gd name="csY128" fmla="*/ 8599 h 37740"/>
                <a:gd name="csX129" fmla="*/ 29142 w 62104"/>
                <a:gd name="csY129" fmla="*/ 7644 h 37740"/>
                <a:gd name="csX130" fmla="*/ 30097 w 62104"/>
                <a:gd name="csY130" fmla="*/ 6688 h 37740"/>
                <a:gd name="csX131" fmla="*/ 31052 w 62104"/>
                <a:gd name="csY131" fmla="*/ 6688 h 37740"/>
                <a:gd name="csX132" fmla="*/ 32008 w 62104"/>
                <a:gd name="csY132" fmla="*/ 6210 h 37740"/>
                <a:gd name="csX133" fmla="*/ 36308 w 62104"/>
                <a:gd name="csY133" fmla="*/ 5733 h 37740"/>
                <a:gd name="csX134" fmla="*/ 41085 w 62104"/>
                <a:gd name="csY134" fmla="*/ 6210 h 37740"/>
                <a:gd name="csX135" fmla="*/ 42996 w 62104"/>
                <a:gd name="csY135" fmla="*/ 5733 h 37740"/>
                <a:gd name="csX136" fmla="*/ 44907 w 62104"/>
                <a:gd name="csY136" fmla="*/ 4300 h 37740"/>
                <a:gd name="csX137" fmla="*/ 47295 w 62104"/>
                <a:gd name="csY137" fmla="*/ 3822 h 37740"/>
                <a:gd name="csX138" fmla="*/ 47295 w 62104"/>
                <a:gd name="csY138" fmla="*/ 3822 h 37740"/>
                <a:gd name="csX139" fmla="*/ 51117 w 62104"/>
                <a:gd name="csY139" fmla="*/ 4777 h 37740"/>
                <a:gd name="csX140" fmla="*/ 51595 w 62104"/>
                <a:gd name="csY140" fmla="*/ 4300 h 37740"/>
                <a:gd name="csX141" fmla="*/ 51595 w 62104"/>
                <a:gd name="csY141" fmla="*/ 4300 h 37740"/>
                <a:gd name="csX142" fmla="*/ 51595 w 62104"/>
                <a:gd name="csY142" fmla="*/ 1433 h 37740"/>
                <a:gd name="csX143" fmla="*/ 52550 w 62104"/>
                <a:gd name="csY143" fmla="*/ 478 h 37740"/>
                <a:gd name="csX144" fmla="*/ 53984 w 62104"/>
                <a:gd name="csY144" fmla="*/ 0 h 37740"/>
                <a:gd name="csX145" fmla="*/ 57805 w 62104"/>
                <a:gd name="csY145" fmla="*/ 0 h 37740"/>
                <a:gd name="csX146" fmla="*/ 58283 w 62104"/>
                <a:gd name="csY146" fmla="*/ 956 h 37740"/>
                <a:gd name="csX147" fmla="*/ 58283 w 62104"/>
                <a:gd name="csY147" fmla="*/ 1911 h 37740"/>
                <a:gd name="csX148" fmla="*/ 58761 w 62104"/>
                <a:gd name="csY148" fmla="*/ 3822 h 37740"/>
                <a:gd name="csX149" fmla="*/ 59239 w 62104"/>
                <a:gd name="csY149" fmla="*/ 4300 h 37740"/>
                <a:gd name="csX150" fmla="*/ 59716 w 62104"/>
                <a:gd name="csY150" fmla="*/ 4777 h 37740"/>
                <a:gd name="csX151" fmla="*/ 59716 w 62104"/>
                <a:gd name="csY151" fmla="*/ 5733 h 37740"/>
                <a:gd name="csX152" fmla="*/ 60194 w 62104"/>
                <a:gd name="csY152" fmla="*/ 6688 h 37740"/>
                <a:gd name="csX153" fmla="*/ 62105 w 62104"/>
                <a:gd name="csY153" fmla="*/ 9077 h 37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</a:cxnLst>
              <a:rect l="l" t="t" r="r" b="b"/>
              <a:pathLst>
                <a:path w="62104" h="37740">
                  <a:moveTo>
                    <a:pt x="62105" y="9077"/>
                  </a:moveTo>
                  <a:lnTo>
                    <a:pt x="62105" y="9555"/>
                  </a:lnTo>
                  <a:lnTo>
                    <a:pt x="60672" y="9077"/>
                  </a:lnTo>
                  <a:lnTo>
                    <a:pt x="60672" y="9077"/>
                  </a:lnTo>
                  <a:lnTo>
                    <a:pt x="58283" y="8599"/>
                  </a:lnTo>
                  <a:lnTo>
                    <a:pt x="58283" y="8599"/>
                  </a:lnTo>
                  <a:lnTo>
                    <a:pt x="57805" y="9077"/>
                  </a:lnTo>
                  <a:lnTo>
                    <a:pt x="57328" y="9555"/>
                  </a:lnTo>
                  <a:lnTo>
                    <a:pt x="56850" y="9555"/>
                  </a:lnTo>
                  <a:lnTo>
                    <a:pt x="56850" y="10032"/>
                  </a:lnTo>
                  <a:lnTo>
                    <a:pt x="56850" y="12421"/>
                  </a:lnTo>
                  <a:lnTo>
                    <a:pt x="56372" y="12899"/>
                  </a:lnTo>
                  <a:lnTo>
                    <a:pt x="53984" y="12899"/>
                  </a:lnTo>
                  <a:lnTo>
                    <a:pt x="53506" y="12899"/>
                  </a:lnTo>
                  <a:lnTo>
                    <a:pt x="53028" y="12899"/>
                  </a:lnTo>
                  <a:lnTo>
                    <a:pt x="52073" y="14809"/>
                  </a:lnTo>
                  <a:lnTo>
                    <a:pt x="50639" y="15287"/>
                  </a:lnTo>
                  <a:lnTo>
                    <a:pt x="49206" y="15765"/>
                  </a:lnTo>
                  <a:lnTo>
                    <a:pt x="47773" y="16721"/>
                  </a:lnTo>
                  <a:lnTo>
                    <a:pt x="46340" y="17198"/>
                  </a:lnTo>
                  <a:lnTo>
                    <a:pt x="44907" y="17198"/>
                  </a:lnTo>
                  <a:lnTo>
                    <a:pt x="44907" y="17676"/>
                  </a:lnTo>
                  <a:lnTo>
                    <a:pt x="44907" y="17676"/>
                  </a:lnTo>
                  <a:lnTo>
                    <a:pt x="44429" y="18154"/>
                  </a:lnTo>
                  <a:lnTo>
                    <a:pt x="43951" y="19109"/>
                  </a:lnTo>
                  <a:lnTo>
                    <a:pt x="43951" y="19109"/>
                  </a:lnTo>
                  <a:lnTo>
                    <a:pt x="43951" y="20065"/>
                  </a:lnTo>
                  <a:lnTo>
                    <a:pt x="45384" y="21498"/>
                  </a:lnTo>
                  <a:lnTo>
                    <a:pt x="45384" y="22931"/>
                  </a:lnTo>
                  <a:lnTo>
                    <a:pt x="45384" y="25320"/>
                  </a:lnTo>
                  <a:lnTo>
                    <a:pt x="44907" y="26275"/>
                  </a:lnTo>
                  <a:lnTo>
                    <a:pt x="44429" y="26753"/>
                  </a:lnTo>
                  <a:lnTo>
                    <a:pt x="44429" y="27231"/>
                  </a:lnTo>
                  <a:lnTo>
                    <a:pt x="41085" y="27708"/>
                  </a:lnTo>
                  <a:lnTo>
                    <a:pt x="41085" y="28186"/>
                  </a:lnTo>
                  <a:lnTo>
                    <a:pt x="37741" y="29619"/>
                  </a:lnTo>
                  <a:lnTo>
                    <a:pt x="37741" y="29619"/>
                  </a:lnTo>
                  <a:lnTo>
                    <a:pt x="37741" y="29619"/>
                  </a:lnTo>
                  <a:lnTo>
                    <a:pt x="37741" y="30097"/>
                  </a:lnTo>
                  <a:lnTo>
                    <a:pt x="39174" y="31530"/>
                  </a:lnTo>
                  <a:lnTo>
                    <a:pt x="39174" y="32008"/>
                  </a:lnTo>
                  <a:lnTo>
                    <a:pt x="37741" y="32963"/>
                  </a:lnTo>
                  <a:lnTo>
                    <a:pt x="37741" y="33441"/>
                  </a:lnTo>
                  <a:lnTo>
                    <a:pt x="37741" y="34874"/>
                  </a:lnTo>
                  <a:lnTo>
                    <a:pt x="38696" y="35830"/>
                  </a:lnTo>
                  <a:lnTo>
                    <a:pt x="38696" y="36785"/>
                  </a:lnTo>
                  <a:lnTo>
                    <a:pt x="36785" y="37263"/>
                  </a:lnTo>
                  <a:lnTo>
                    <a:pt x="36785" y="37263"/>
                  </a:lnTo>
                  <a:lnTo>
                    <a:pt x="34397" y="36785"/>
                  </a:lnTo>
                  <a:lnTo>
                    <a:pt x="31052" y="35830"/>
                  </a:lnTo>
                  <a:lnTo>
                    <a:pt x="30097" y="35830"/>
                  </a:lnTo>
                  <a:lnTo>
                    <a:pt x="29142" y="36785"/>
                  </a:lnTo>
                  <a:lnTo>
                    <a:pt x="28186" y="36307"/>
                  </a:lnTo>
                  <a:lnTo>
                    <a:pt x="26753" y="35352"/>
                  </a:lnTo>
                  <a:lnTo>
                    <a:pt x="26753" y="35352"/>
                  </a:lnTo>
                  <a:lnTo>
                    <a:pt x="25320" y="33919"/>
                  </a:lnTo>
                  <a:lnTo>
                    <a:pt x="24364" y="32963"/>
                  </a:lnTo>
                  <a:lnTo>
                    <a:pt x="23886" y="31530"/>
                  </a:lnTo>
                  <a:lnTo>
                    <a:pt x="23409" y="31530"/>
                  </a:lnTo>
                  <a:lnTo>
                    <a:pt x="23409" y="31530"/>
                  </a:lnTo>
                  <a:lnTo>
                    <a:pt x="22931" y="32008"/>
                  </a:lnTo>
                  <a:lnTo>
                    <a:pt x="22931" y="32008"/>
                  </a:lnTo>
                  <a:lnTo>
                    <a:pt x="22453" y="33441"/>
                  </a:lnTo>
                  <a:lnTo>
                    <a:pt x="21020" y="35352"/>
                  </a:lnTo>
                  <a:lnTo>
                    <a:pt x="19587" y="36307"/>
                  </a:lnTo>
                  <a:lnTo>
                    <a:pt x="18154" y="35830"/>
                  </a:lnTo>
                  <a:lnTo>
                    <a:pt x="17676" y="35830"/>
                  </a:lnTo>
                  <a:lnTo>
                    <a:pt x="15765" y="35830"/>
                  </a:lnTo>
                  <a:lnTo>
                    <a:pt x="14332" y="36307"/>
                  </a:lnTo>
                  <a:lnTo>
                    <a:pt x="13854" y="36307"/>
                  </a:lnTo>
                  <a:lnTo>
                    <a:pt x="13854" y="36307"/>
                  </a:lnTo>
                  <a:lnTo>
                    <a:pt x="12421" y="35352"/>
                  </a:lnTo>
                  <a:lnTo>
                    <a:pt x="11943" y="35352"/>
                  </a:lnTo>
                  <a:lnTo>
                    <a:pt x="11943" y="35830"/>
                  </a:lnTo>
                  <a:lnTo>
                    <a:pt x="11943" y="35830"/>
                  </a:lnTo>
                  <a:lnTo>
                    <a:pt x="11466" y="35830"/>
                  </a:lnTo>
                  <a:lnTo>
                    <a:pt x="11466" y="36307"/>
                  </a:lnTo>
                  <a:lnTo>
                    <a:pt x="10988" y="36785"/>
                  </a:lnTo>
                  <a:lnTo>
                    <a:pt x="10032" y="37741"/>
                  </a:lnTo>
                  <a:lnTo>
                    <a:pt x="10032" y="37741"/>
                  </a:lnTo>
                  <a:lnTo>
                    <a:pt x="4777" y="36307"/>
                  </a:lnTo>
                  <a:lnTo>
                    <a:pt x="3822" y="35352"/>
                  </a:lnTo>
                  <a:lnTo>
                    <a:pt x="5255" y="34874"/>
                  </a:lnTo>
                  <a:lnTo>
                    <a:pt x="6688" y="33441"/>
                  </a:lnTo>
                  <a:lnTo>
                    <a:pt x="8121" y="33441"/>
                  </a:lnTo>
                  <a:lnTo>
                    <a:pt x="9077" y="33441"/>
                  </a:lnTo>
                  <a:lnTo>
                    <a:pt x="10032" y="32486"/>
                  </a:lnTo>
                  <a:lnTo>
                    <a:pt x="9077" y="31052"/>
                  </a:lnTo>
                  <a:lnTo>
                    <a:pt x="6688" y="28664"/>
                  </a:lnTo>
                  <a:lnTo>
                    <a:pt x="5733" y="28186"/>
                  </a:lnTo>
                  <a:lnTo>
                    <a:pt x="4300" y="27708"/>
                  </a:lnTo>
                  <a:lnTo>
                    <a:pt x="3822" y="26753"/>
                  </a:lnTo>
                  <a:lnTo>
                    <a:pt x="4777" y="23886"/>
                  </a:lnTo>
                  <a:lnTo>
                    <a:pt x="4300" y="23409"/>
                  </a:lnTo>
                  <a:lnTo>
                    <a:pt x="2867" y="23409"/>
                  </a:lnTo>
                  <a:lnTo>
                    <a:pt x="2389" y="22931"/>
                  </a:lnTo>
                  <a:lnTo>
                    <a:pt x="1911" y="22453"/>
                  </a:lnTo>
                  <a:lnTo>
                    <a:pt x="2389" y="21498"/>
                  </a:lnTo>
                  <a:lnTo>
                    <a:pt x="3344" y="20542"/>
                  </a:lnTo>
                  <a:lnTo>
                    <a:pt x="4777" y="19109"/>
                  </a:lnTo>
                  <a:lnTo>
                    <a:pt x="5255" y="18632"/>
                  </a:lnTo>
                  <a:lnTo>
                    <a:pt x="5255" y="18154"/>
                  </a:lnTo>
                  <a:lnTo>
                    <a:pt x="3344" y="17676"/>
                  </a:lnTo>
                  <a:lnTo>
                    <a:pt x="2389" y="17198"/>
                  </a:lnTo>
                  <a:lnTo>
                    <a:pt x="1433" y="16721"/>
                  </a:lnTo>
                  <a:lnTo>
                    <a:pt x="956" y="17198"/>
                  </a:lnTo>
                  <a:lnTo>
                    <a:pt x="478" y="16721"/>
                  </a:lnTo>
                  <a:lnTo>
                    <a:pt x="0" y="15765"/>
                  </a:lnTo>
                  <a:lnTo>
                    <a:pt x="478" y="14332"/>
                  </a:lnTo>
                  <a:lnTo>
                    <a:pt x="1911" y="12899"/>
                  </a:lnTo>
                  <a:lnTo>
                    <a:pt x="3822" y="11943"/>
                  </a:lnTo>
                  <a:lnTo>
                    <a:pt x="5255" y="10988"/>
                  </a:lnTo>
                  <a:lnTo>
                    <a:pt x="6211" y="10510"/>
                  </a:lnTo>
                  <a:lnTo>
                    <a:pt x="6211" y="9077"/>
                  </a:lnTo>
                  <a:lnTo>
                    <a:pt x="7166" y="9077"/>
                  </a:lnTo>
                  <a:lnTo>
                    <a:pt x="9077" y="9077"/>
                  </a:lnTo>
                  <a:lnTo>
                    <a:pt x="10988" y="9555"/>
                  </a:lnTo>
                  <a:lnTo>
                    <a:pt x="12899" y="10032"/>
                  </a:lnTo>
                  <a:lnTo>
                    <a:pt x="14332" y="10510"/>
                  </a:lnTo>
                  <a:lnTo>
                    <a:pt x="17676" y="10988"/>
                  </a:lnTo>
                  <a:lnTo>
                    <a:pt x="20543" y="11466"/>
                  </a:lnTo>
                  <a:lnTo>
                    <a:pt x="21498" y="11943"/>
                  </a:lnTo>
                  <a:lnTo>
                    <a:pt x="22453" y="11943"/>
                  </a:lnTo>
                  <a:lnTo>
                    <a:pt x="23409" y="12421"/>
                  </a:lnTo>
                  <a:lnTo>
                    <a:pt x="23886" y="11943"/>
                  </a:lnTo>
                  <a:lnTo>
                    <a:pt x="24364" y="11466"/>
                  </a:lnTo>
                  <a:lnTo>
                    <a:pt x="25798" y="10510"/>
                  </a:lnTo>
                  <a:lnTo>
                    <a:pt x="27231" y="9555"/>
                  </a:lnTo>
                  <a:lnTo>
                    <a:pt x="28186" y="8599"/>
                  </a:lnTo>
                  <a:lnTo>
                    <a:pt x="29142" y="7644"/>
                  </a:lnTo>
                  <a:lnTo>
                    <a:pt x="30097" y="6688"/>
                  </a:lnTo>
                  <a:lnTo>
                    <a:pt x="31052" y="6688"/>
                  </a:lnTo>
                  <a:lnTo>
                    <a:pt x="32008" y="6210"/>
                  </a:lnTo>
                  <a:lnTo>
                    <a:pt x="36308" y="5733"/>
                  </a:lnTo>
                  <a:lnTo>
                    <a:pt x="41085" y="6210"/>
                  </a:lnTo>
                  <a:lnTo>
                    <a:pt x="42996" y="5733"/>
                  </a:lnTo>
                  <a:lnTo>
                    <a:pt x="44907" y="4300"/>
                  </a:lnTo>
                  <a:lnTo>
                    <a:pt x="47295" y="3822"/>
                  </a:lnTo>
                  <a:lnTo>
                    <a:pt x="47295" y="3822"/>
                  </a:lnTo>
                  <a:lnTo>
                    <a:pt x="51117" y="4777"/>
                  </a:lnTo>
                  <a:lnTo>
                    <a:pt x="51595" y="4300"/>
                  </a:lnTo>
                  <a:lnTo>
                    <a:pt x="51595" y="4300"/>
                  </a:lnTo>
                  <a:lnTo>
                    <a:pt x="51595" y="1433"/>
                  </a:lnTo>
                  <a:lnTo>
                    <a:pt x="52550" y="478"/>
                  </a:lnTo>
                  <a:lnTo>
                    <a:pt x="53984" y="0"/>
                  </a:lnTo>
                  <a:lnTo>
                    <a:pt x="57805" y="0"/>
                  </a:lnTo>
                  <a:lnTo>
                    <a:pt x="58283" y="956"/>
                  </a:lnTo>
                  <a:lnTo>
                    <a:pt x="58283" y="1911"/>
                  </a:lnTo>
                  <a:lnTo>
                    <a:pt x="58761" y="3822"/>
                  </a:lnTo>
                  <a:lnTo>
                    <a:pt x="59239" y="4300"/>
                  </a:lnTo>
                  <a:lnTo>
                    <a:pt x="59716" y="4777"/>
                  </a:lnTo>
                  <a:lnTo>
                    <a:pt x="59716" y="5733"/>
                  </a:lnTo>
                  <a:lnTo>
                    <a:pt x="60194" y="6688"/>
                  </a:lnTo>
                  <a:lnTo>
                    <a:pt x="62105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8" name="Freeform 1987">
              <a:extLst>
                <a:ext uri="{FF2B5EF4-FFF2-40B4-BE49-F238E27FC236}">
                  <a16:creationId xmlns:a16="http://schemas.microsoft.com/office/drawing/2014/main" id="{8B3322FE-43B7-0872-A91E-38C745E9CF2A}"/>
                </a:ext>
              </a:extLst>
            </p:cNvPr>
            <p:cNvSpPr/>
            <p:nvPr/>
          </p:nvSpPr>
          <p:spPr>
            <a:xfrm>
              <a:off x="6206832" y="3055199"/>
              <a:ext cx="3344" cy="1433"/>
            </a:xfrm>
            <a:custGeom>
              <a:avLst/>
              <a:gdLst>
                <a:gd name="csX0" fmla="*/ 3344 w 3344"/>
                <a:gd name="csY0" fmla="*/ 0 h 1433"/>
                <a:gd name="csX1" fmla="*/ 478 w 3344"/>
                <a:gd name="csY1" fmla="*/ 1433 h 1433"/>
                <a:gd name="csX2" fmla="*/ 0 w 3344"/>
                <a:gd name="csY2" fmla="*/ 1433 h 1433"/>
                <a:gd name="csX3" fmla="*/ 3344 w 3344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1433">
                  <a:moveTo>
                    <a:pt x="3344" y="0"/>
                  </a:moveTo>
                  <a:lnTo>
                    <a:pt x="478" y="1433"/>
                  </a:lnTo>
                  <a:lnTo>
                    <a:pt x="0" y="1433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9" name="Freeform 1988">
              <a:extLst>
                <a:ext uri="{FF2B5EF4-FFF2-40B4-BE49-F238E27FC236}">
                  <a16:creationId xmlns:a16="http://schemas.microsoft.com/office/drawing/2014/main" id="{C040EC2E-3897-4323-814F-3F0CF5292A4E}"/>
                </a:ext>
              </a:extLst>
            </p:cNvPr>
            <p:cNvSpPr/>
            <p:nvPr/>
          </p:nvSpPr>
          <p:spPr>
            <a:xfrm>
              <a:off x="6188679" y="3057588"/>
              <a:ext cx="21019" cy="57805"/>
            </a:xfrm>
            <a:custGeom>
              <a:avLst/>
              <a:gdLst>
                <a:gd name="csX0" fmla="*/ 19587 w 21019"/>
                <a:gd name="csY0" fmla="*/ 11943 h 57805"/>
                <a:gd name="csX1" fmla="*/ 21020 w 21019"/>
                <a:gd name="csY1" fmla="*/ 16243 h 57805"/>
                <a:gd name="csX2" fmla="*/ 20542 w 21019"/>
                <a:gd name="csY2" fmla="*/ 19587 h 57805"/>
                <a:gd name="csX3" fmla="*/ 20542 w 21019"/>
                <a:gd name="csY3" fmla="*/ 21020 h 57805"/>
                <a:gd name="csX4" fmla="*/ 17198 w 21019"/>
                <a:gd name="csY4" fmla="*/ 24842 h 57805"/>
                <a:gd name="csX5" fmla="*/ 10032 w 21019"/>
                <a:gd name="csY5" fmla="*/ 34397 h 57805"/>
                <a:gd name="csX6" fmla="*/ 3822 w 21019"/>
                <a:gd name="csY6" fmla="*/ 44429 h 57805"/>
                <a:gd name="csX7" fmla="*/ 955 w 21019"/>
                <a:gd name="csY7" fmla="*/ 47295 h 57805"/>
                <a:gd name="csX8" fmla="*/ 1911 w 21019"/>
                <a:gd name="csY8" fmla="*/ 55417 h 57805"/>
                <a:gd name="csX9" fmla="*/ 0 w 21019"/>
                <a:gd name="csY9" fmla="*/ 57805 h 57805"/>
                <a:gd name="csX10" fmla="*/ 0 w 21019"/>
                <a:gd name="csY10" fmla="*/ 57805 h 57805"/>
                <a:gd name="csX11" fmla="*/ 1911 w 21019"/>
                <a:gd name="csY11" fmla="*/ 55417 h 57805"/>
                <a:gd name="csX12" fmla="*/ 955 w 21019"/>
                <a:gd name="csY12" fmla="*/ 47295 h 57805"/>
                <a:gd name="csX13" fmla="*/ 3344 w 21019"/>
                <a:gd name="csY13" fmla="*/ 44429 h 57805"/>
                <a:gd name="csX14" fmla="*/ 10032 w 21019"/>
                <a:gd name="csY14" fmla="*/ 34397 h 57805"/>
                <a:gd name="csX15" fmla="*/ 17198 w 21019"/>
                <a:gd name="csY15" fmla="*/ 24842 h 57805"/>
                <a:gd name="csX16" fmla="*/ 20064 w 21019"/>
                <a:gd name="csY16" fmla="*/ 21020 h 57805"/>
                <a:gd name="csX17" fmla="*/ 20542 w 21019"/>
                <a:gd name="csY17" fmla="*/ 19587 h 57805"/>
                <a:gd name="csX18" fmla="*/ 21020 w 21019"/>
                <a:gd name="csY18" fmla="*/ 16721 h 57805"/>
                <a:gd name="csX19" fmla="*/ 19587 w 21019"/>
                <a:gd name="csY19" fmla="*/ 11943 h 57805"/>
                <a:gd name="csX20" fmla="*/ 17676 w 21019"/>
                <a:gd name="csY20" fmla="*/ 9077 h 57805"/>
                <a:gd name="csX21" fmla="*/ 14809 w 21019"/>
                <a:gd name="csY21" fmla="*/ 3822 h 57805"/>
                <a:gd name="csX22" fmla="*/ 16243 w 21019"/>
                <a:gd name="csY22" fmla="*/ 0 h 57805"/>
                <a:gd name="csX23" fmla="*/ 16243 w 21019"/>
                <a:gd name="csY23" fmla="*/ 0 h 57805"/>
                <a:gd name="csX24" fmla="*/ 14809 w 21019"/>
                <a:gd name="csY24" fmla="*/ 3822 h 57805"/>
                <a:gd name="csX25" fmla="*/ 18154 w 21019"/>
                <a:gd name="csY25" fmla="*/ 9077 h 57805"/>
                <a:gd name="csX26" fmla="*/ 19587 w 21019"/>
                <a:gd name="csY26" fmla="*/ 11943 h 57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1019" h="57805">
                  <a:moveTo>
                    <a:pt x="19587" y="11943"/>
                  </a:moveTo>
                  <a:lnTo>
                    <a:pt x="21020" y="16243"/>
                  </a:lnTo>
                  <a:lnTo>
                    <a:pt x="20542" y="19587"/>
                  </a:lnTo>
                  <a:lnTo>
                    <a:pt x="20542" y="21020"/>
                  </a:lnTo>
                  <a:lnTo>
                    <a:pt x="17198" y="24842"/>
                  </a:lnTo>
                  <a:lnTo>
                    <a:pt x="10032" y="34397"/>
                  </a:lnTo>
                  <a:lnTo>
                    <a:pt x="3822" y="44429"/>
                  </a:lnTo>
                  <a:lnTo>
                    <a:pt x="955" y="47295"/>
                  </a:lnTo>
                  <a:lnTo>
                    <a:pt x="1911" y="55417"/>
                  </a:lnTo>
                  <a:lnTo>
                    <a:pt x="0" y="57805"/>
                  </a:lnTo>
                  <a:lnTo>
                    <a:pt x="0" y="57805"/>
                  </a:lnTo>
                  <a:lnTo>
                    <a:pt x="1911" y="55417"/>
                  </a:lnTo>
                  <a:lnTo>
                    <a:pt x="955" y="47295"/>
                  </a:lnTo>
                  <a:lnTo>
                    <a:pt x="3344" y="44429"/>
                  </a:lnTo>
                  <a:lnTo>
                    <a:pt x="10032" y="34397"/>
                  </a:lnTo>
                  <a:lnTo>
                    <a:pt x="17198" y="24842"/>
                  </a:lnTo>
                  <a:lnTo>
                    <a:pt x="20064" y="21020"/>
                  </a:lnTo>
                  <a:lnTo>
                    <a:pt x="20542" y="19587"/>
                  </a:lnTo>
                  <a:lnTo>
                    <a:pt x="21020" y="16721"/>
                  </a:lnTo>
                  <a:lnTo>
                    <a:pt x="19587" y="11943"/>
                  </a:lnTo>
                  <a:lnTo>
                    <a:pt x="17676" y="9077"/>
                  </a:lnTo>
                  <a:lnTo>
                    <a:pt x="14809" y="3822"/>
                  </a:lnTo>
                  <a:lnTo>
                    <a:pt x="16243" y="0"/>
                  </a:lnTo>
                  <a:lnTo>
                    <a:pt x="16243" y="0"/>
                  </a:lnTo>
                  <a:lnTo>
                    <a:pt x="14809" y="3822"/>
                  </a:lnTo>
                  <a:lnTo>
                    <a:pt x="18154" y="9077"/>
                  </a:lnTo>
                  <a:lnTo>
                    <a:pt x="19587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0" name="Freeform 1989">
              <a:extLst>
                <a:ext uri="{FF2B5EF4-FFF2-40B4-BE49-F238E27FC236}">
                  <a16:creationId xmlns:a16="http://schemas.microsoft.com/office/drawing/2014/main" id="{8B07CE8D-2604-E9A9-4AC7-C2144FEFD10C}"/>
                </a:ext>
              </a:extLst>
            </p:cNvPr>
            <p:cNvSpPr/>
            <p:nvPr/>
          </p:nvSpPr>
          <p:spPr>
            <a:xfrm>
              <a:off x="6208265" y="3670992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956 h 1433"/>
                <a:gd name="csX2" fmla="*/ 0 w 477"/>
                <a:gd name="csY2" fmla="*/ 1433 h 1433"/>
                <a:gd name="csX3" fmla="*/ 478 w 477"/>
                <a:gd name="csY3" fmla="*/ 956 h 1433"/>
                <a:gd name="csX4" fmla="*/ 478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956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1" name="Freeform 1990">
              <a:extLst>
                <a:ext uri="{FF2B5EF4-FFF2-40B4-BE49-F238E27FC236}">
                  <a16:creationId xmlns:a16="http://schemas.microsoft.com/office/drawing/2014/main" id="{4224CCE8-0CD6-2849-726D-5E8C1A1BCEB7}"/>
                </a:ext>
              </a:extLst>
            </p:cNvPr>
            <p:cNvSpPr/>
            <p:nvPr/>
          </p:nvSpPr>
          <p:spPr>
            <a:xfrm>
              <a:off x="6195845" y="4840474"/>
              <a:ext cx="11465" cy="477"/>
            </a:xfrm>
            <a:custGeom>
              <a:avLst/>
              <a:gdLst>
                <a:gd name="csX0" fmla="*/ 11465 w 11465"/>
                <a:gd name="csY0" fmla="*/ 478 h 477"/>
                <a:gd name="csX1" fmla="*/ 6210 w 11465"/>
                <a:gd name="csY1" fmla="*/ 478 h 477"/>
                <a:gd name="csX2" fmla="*/ 0 w 11465"/>
                <a:gd name="csY2" fmla="*/ 0 h 477"/>
                <a:gd name="csX3" fmla="*/ 6210 w 11465"/>
                <a:gd name="csY3" fmla="*/ 0 h 477"/>
                <a:gd name="csX4" fmla="*/ 11465 w 11465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65" h="477">
                  <a:moveTo>
                    <a:pt x="11465" y="478"/>
                  </a:moveTo>
                  <a:lnTo>
                    <a:pt x="6210" y="478"/>
                  </a:lnTo>
                  <a:lnTo>
                    <a:pt x="0" y="0"/>
                  </a:lnTo>
                  <a:lnTo>
                    <a:pt x="6210" y="0"/>
                  </a:lnTo>
                  <a:lnTo>
                    <a:pt x="1146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2" name="Freeform 1991">
              <a:extLst>
                <a:ext uri="{FF2B5EF4-FFF2-40B4-BE49-F238E27FC236}">
                  <a16:creationId xmlns:a16="http://schemas.microsoft.com/office/drawing/2014/main" id="{692B5582-FC93-0A86-5754-02E2585FDFEC}"/>
                </a:ext>
              </a:extLst>
            </p:cNvPr>
            <p:cNvSpPr/>
            <p:nvPr/>
          </p:nvSpPr>
          <p:spPr>
            <a:xfrm>
              <a:off x="6205877" y="3781826"/>
              <a:ext cx="477" cy="2866"/>
            </a:xfrm>
            <a:custGeom>
              <a:avLst/>
              <a:gdLst>
                <a:gd name="csX0" fmla="*/ 478 w 477"/>
                <a:gd name="csY0" fmla="*/ 0 h 2866"/>
                <a:gd name="csX1" fmla="*/ 0 w 477"/>
                <a:gd name="csY1" fmla="*/ 478 h 2866"/>
                <a:gd name="csX2" fmla="*/ 0 w 477"/>
                <a:gd name="csY2" fmla="*/ 2866 h 2866"/>
                <a:gd name="csX3" fmla="*/ 0 w 477"/>
                <a:gd name="csY3" fmla="*/ 2866 h 2866"/>
                <a:gd name="csX4" fmla="*/ 0 w 477"/>
                <a:gd name="csY4" fmla="*/ 478 h 2866"/>
                <a:gd name="csX5" fmla="*/ 0 w 477"/>
                <a:gd name="csY5" fmla="*/ 0 h 2866"/>
                <a:gd name="csX6" fmla="*/ 478 w 477"/>
                <a:gd name="csY6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2866">
                  <a:moveTo>
                    <a:pt x="478" y="0"/>
                  </a:moveTo>
                  <a:lnTo>
                    <a:pt x="0" y="478"/>
                  </a:lnTo>
                  <a:lnTo>
                    <a:pt x="0" y="2866"/>
                  </a:lnTo>
                  <a:lnTo>
                    <a:pt x="0" y="286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3" name="Freeform 1992">
              <a:extLst>
                <a:ext uri="{FF2B5EF4-FFF2-40B4-BE49-F238E27FC236}">
                  <a16:creationId xmlns:a16="http://schemas.microsoft.com/office/drawing/2014/main" id="{A9618876-D442-2CE5-A087-186A37532ACF}"/>
                </a:ext>
              </a:extLst>
            </p:cNvPr>
            <p:cNvSpPr/>
            <p:nvPr/>
          </p:nvSpPr>
          <p:spPr>
            <a:xfrm>
              <a:off x="6053003" y="4496031"/>
              <a:ext cx="151917" cy="208289"/>
            </a:xfrm>
            <a:custGeom>
              <a:avLst/>
              <a:gdLst>
                <a:gd name="csX0" fmla="*/ 150962 w 151917"/>
                <a:gd name="csY0" fmla="*/ 195869 h 208289"/>
                <a:gd name="csX1" fmla="*/ 151918 w 151917"/>
                <a:gd name="csY1" fmla="*/ 197302 h 208289"/>
                <a:gd name="csX2" fmla="*/ 151440 w 151917"/>
                <a:gd name="csY2" fmla="*/ 197780 h 208289"/>
                <a:gd name="csX3" fmla="*/ 151440 w 151917"/>
                <a:gd name="csY3" fmla="*/ 198735 h 208289"/>
                <a:gd name="csX4" fmla="*/ 150485 w 151917"/>
                <a:gd name="csY4" fmla="*/ 199213 h 208289"/>
                <a:gd name="csX5" fmla="*/ 149529 w 151917"/>
                <a:gd name="csY5" fmla="*/ 200646 h 208289"/>
                <a:gd name="csX6" fmla="*/ 149529 w 151917"/>
                <a:gd name="csY6" fmla="*/ 202080 h 208289"/>
                <a:gd name="csX7" fmla="*/ 150007 w 151917"/>
                <a:gd name="csY7" fmla="*/ 203991 h 208289"/>
                <a:gd name="csX8" fmla="*/ 150485 w 151917"/>
                <a:gd name="csY8" fmla="*/ 205901 h 208289"/>
                <a:gd name="csX9" fmla="*/ 150962 w 151917"/>
                <a:gd name="csY9" fmla="*/ 207335 h 208289"/>
                <a:gd name="csX10" fmla="*/ 150485 w 151917"/>
                <a:gd name="csY10" fmla="*/ 207335 h 208289"/>
                <a:gd name="csX11" fmla="*/ 150007 w 151917"/>
                <a:gd name="csY11" fmla="*/ 207812 h 208289"/>
                <a:gd name="csX12" fmla="*/ 149052 w 151917"/>
                <a:gd name="csY12" fmla="*/ 208290 h 208289"/>
                <a:gd name="csX13" fmla="*/ 147619 w 151917"/>
                <a:gd name="csY13" fmla="*/ 206857 h 208289"/>
                <a:gd name="csX14" fmla="*/ 145707 w 151917"/>
                <a:gd name="csY14" fmla="*/ 205901 h 208289"/>
                <a:gd name="csX15" fmla="*/ 142841 w 151917"/>
                <a:gd name="csY15" fmla="*/ 203991 h 208289"/>
                <a:gd name="csX16" fmla="*/ 139975 w 151917"/>
                <a:gd name="csY16" fmla="*/ 203513 h 208289"/>
                <a:gd name="csX17" fmla="*/ 136631 w 151917"/>
                <a:gd name="csY17" fmla="*/ 203035 h 208289"/>
                <a:gd name="csX18" fmla="*/ 134720 w 151917"/>
                <a:gd name="csY18" fmla="*/ 203513 h 208289"/>
                <a:gd name="csX19" fmla="*/ 133764 w 151917"/>
                <a:gd name="csY19" fmla="*/ 202557 h 208289"/>
                <a:gd name="csX20" fmla="*/ 132331 w 151917"/>
                <a:gd name="csY20" fmla="*/ 202080 h 208289"/>
                <a:gd name="csX21" fmla="*/ 131376 w 151917"/>
                <a:gd name="csY21" fmla="*/ 201602 h 208289"/>
                <a:gd name="csX22" fmla="*/ 129942 w 151917"/>
                <a:gd name="csY22" fmla="*/ 202557 h 208289"/>
                <a:gd name="csX23" fmla="*/ 129465 w 151917"/>
                <a:gd name="csY23" fmla="*/ 202557 h 208289"/>
                <a:gd name="csX24" fmla="*/ 128509 w 151917"/>
                <a:gd name="csY24" fmla="*/ 202080 h 208289"/>
                <a:gd name="csX25" fmla="*/ 126121 w 151917"/>
                <a:gd name="csY25" fmla="*/ 202080 h 208289"/>
                <a:gd name="csX26" fmla="*/ 126121 w 151917"/>
                <a:gd name="csY26" fmla="*/ 201124 h 208289"/>
                <a:gd name="csX27" fmla="*/ 125643 w 151917"/>
                <a:gd name="csY27" fmla="*/ 201124 h 208289"/>
                <a:gd name="csX28" fmla="*/ 123732 w 151917"/>
                <a:gd name="csY28" fmla="*/ 201124 h 208289"/>
                <a:gd name="csX29" fmla="*/ 122777 w 151917"/>
                <a:gd name="csY29" fmla="*/ 200169 h 208289"/>
                <a:gd name="csX30" fmla="*/ 122299 w 151917"/>
                <a:gd name="csY30" fmla="*/ 200169 h 208289"/>
                <a:gd name="csX31" fmla="*/ 121821 w 151917"/>
                <a:gd name="csY31" fmla="*/ 200169 h 208289"/>
                <a:gd name="csX32" fmla="*/ 119910 w 151917"/>
                <a:gd name="csY32" fmla="*/ 198735 h 208289"/>
                <a:gd name="csX33" fmla="*/ 117999 w 151917"/>
                <a:gd name="csY33" fmla="*/ 199691 h 208289"/>
                <a:gd name="csX34" fmla="*/ 114177 w 151917"/>
                <a:gd name="csY34" fmla="*/ 199691 h 208289"/>
                <a:gd name="csX35" fmla="*/ 108922 w 151917"/>
                <a:gd name="csY35" fmla="*/ 199691 h 208289"/>
                <a:gd name="csX36" fmla="*/ 103667 w 151917"/>
                <a:gd name="csY36" fmla="*/ 199691 h 208289"/>
                <a:gd name="csX37" fmla="*/ 98890 w 151917"/>
                <a:gd name="csY37" fmla="*/ 199691 h 208289"/>
                <a:gd name="csX38" fmla="*/ 94590 w 151917"/>
                <a:gd name="csY38" fmla="*/ 199691 h 208289"/>
                <a:gd name="csX39" fmla="*/ 94113 w 151917"/>
                <a:gd name="csY39" fmla="*/ 198258 h 208289"/>
                <a:gd name="csX40" fmla="*/ 93157 w 151917"/>
                <a:gd name="csY40" fmla="*/ 197780 h 208289"/>
                <a:gd name="csX41" fmla="*/ 91246 w 151917"/>
                <a:gd name="csY41" fmla="*/ 197780 h 208289"/>
                <a:gd name="csX42" fmla="*/ 85991 w 151917"/>
                <a:gd name="csY42" fmla="*/ 197780 h 208289"/>
                <a:gd name="csX43" fmla="*/ 81692 w 151917"/>
                <a:gd name="csY43" fmla="*/ 197780 h 208289"/>
                <a:gd name="csX44" fmla="*/ 80736 w 151917"/>
                <a:gd name="csY44" fmla="*/ 197780 h 208289"/>
                <a:gd name="csX45" fmla="*/ 79303 w 151917"/>
                <a:gd name="csY45" fmla="*/ 197302 h 208289"/>
                <a:gd name="csX46" fmla="*/ 75959 w 151917"/>
                <a:gd name="csY46" fmla="*/ 196825 h 208289"/>
                <a:gd name="csX47" fmla="*/ 71659 w 151917"/>
                <a:gd name="csY47" fmla="*/ 197302 h 208289"/>
                <a:gd name="csX48" fmla="*/ 70704 w 151917"/>
                <a:gd name="csY48" fmla="*/ 197302 h 208289"/>
                <a:gd name="csX49" fmla="*/ 67360 w 151917"/>
                <a:gd name="csY49" fmla="*/ 197302 h 208289"/>
                <a:gd name="csX50" fmla="*/ 60194 w 151917"/>
                <a:gd name="csY50" fmla="*/ 196825 h 208289"/>
                <a:gd name="csX51" fmla="*/ 55894 w 151917"/>
                <a:gd name="csY51" fmla="*/ 196825 h 208289"/>
                <a:gd name="csX52" fmla="*/ 55894 w 151917"/>
                <a:gd name="csY52" fmla="*/ 197780 h 208289"/>
                <a:gd name="csX53" fmla="*/ 55416 w 151917"/>
                <a:gd name="csY53" fmla="*/ 198258 h 208289"/>
                <a:gd name="csX54" fmla="*/ 55416 w 151917"/>
                <a:gd name="csY54" fmla="*/ 199213 h 208289"/>
                <a:gd name="csX55" fmla="*/ 50639 w 151917"/>
                <a:gd name="csY55" fmla="*/ 199213 h 208289"/>
                <a:gd name="csX56" fmla="*/ 44907 w 151917"/>
                <a:gd name="csY56" fmla="*/ 199213 h 208289"/>
                <a:gd name="csX57" fmla="*/ 39174 w 151917"/>
                <a:gd name="csY57" fmla="*/ 199213 h 208289"/>
                <a:gd name="csX58" fmla="*/ 35352 w 151917"/>
                <a:gd name="csY58" fmla="*/ 199213 h 208289"/>
                <a:gd name="csX59" fmla="*/ 28664 w 151917"/>
                <a:gd name="csY59" fmla="*/ 199213 h 208289"/>
                <a:gd name="csX60" fmla="*/ 26275 w 151917"/>
                <a:gd name="csY60" fmla="*/ 198735 h 208289"/>
                <a:gd name="csX61" fmla="*/ 25798 w 151917"/>
                <a:gd name="csY61" fmla="*/ 197780 h 208289"/>
                <a:gd name="csX62" fmla="*/ 25798 w 151917"/>
                <a:gd name="csY62" fmla="*/ 197302 h 208289"/>
                <a:gd name="csX63" fmla="*/ 25798 w 151917"/>
                <a:gd name="csY63" fmla="*/ 196825 h 208289"/>
                <a:gd name="csX64" fmla="*/ 25798 w 151917"/>
                <a:gd name="csY64" fmla="*/ 196825 h 208289"/>
                <a:gd name="csX65" fmla="*/ 25320 w 151917"/>
                <a:gd name="csY65" fmla="*/ 196825 h 208289"/>
                <a:gd name="csX66" fmla="*/ 25320 w 151917"/>
                <a:gd name="csY66" fmla="*/ 192525 h 208289"/>
                <a:gd name="csX67" fmla="*/ 26275 w 151917"/>
                <a:gd name="csY67" fmla="*/ 189181 h 208289"/>
                <a:gd name="csX68" fmla="*/ 26753 w 151917"/>
                <a:gd name="csY68" fmla="*/ 185837 h 208289"/>
                <a:gd name="csX69" fmla="*/ 28186 w 151917"/>
                <a:gd name="csY69" fmla="*/ 182970 h 208289"/>
                <a:gd name="csX70" fmla="*/ 27231 w 151917"/>
                <a:gd name="csY70" fmla="*/ 180104 h 208289"/>
                <a:gd name="csX71" fmla="*/ 26753 w 151917"/>
                <a:gd name="csY71" fmla="*/ 178671 h 208289"/>
                <a:gd name="csX72" fmla="*/ 22453 w 151917"/>
                <a:gd name="csY72" fmla="*/ 174371 h 208289"/>
                <a:gd name="csX73" fmla="*/ 24364 w 151917"/>
                <a:gd name="csY73" fmla="*/ 172938 h 208289"/>
                <a:gd name="csX74" fmla="*/ 21975 w 151917"/>
                <a:gd name="csY74" fmla="*/ 173416 h 208289"/>
                <a:gd name="csX75" fmla="*/ 21498 w 151917"/>
                <a:gd name="csY75" fmla="*/ 171505 h 208289"/>
                <a:gd name="csX76" fmla="*/ 20065 w 151917"/>
                <a:gd name="csY76" fmla="*/ 170072 h 208289"/>
                <a:gd name="csX77" fmla="*/ 21020 w 151917"/>
                <a:gd name="csY77" fmla="*/ 169594 h 208289"/>
                <a:gd name="csX78" fmla="*/ 21498 w 151917"/>
                <a:gd name="csY78" fmla="*/ 168638 h 208289"/>
                <a:gd name="csX79" fmla="*/ 23886 w 151917"/>
                <a:gd name="csY79" fmla="*/ 168638 h 208289"/>
                <a:gd name="csX80" fmla="*/ 23886 w 151917"/>
                <a:gd name="csY80" fmla="*/ 168161 h 208289"/>
                <a:gd name="csX81" fmla="*/ 21975 w 151917"/>
                <a:gd name="csY81" fmla="*/ 166728 h 208289"/>
                <a:gd name="csX82" fmla="*/ 21975 w 151917"/>
                <a:gd name="csY82" fmla="*/ 166250 h 208289"/>
                <a:gd name="csX83" fmla="*/ 22931 w 151917"/>
                <a:gd name="csY83" fmla="*/ 165294 h 208289"/>
                <a:gd name="csX84" fmla="*/ 22453 w 151917"/>
                <a:gd name="csY84" fmla="*/ 164817 h 208289"/>
                <a:gd name="csX85" fmla="*/ 21020 w 151917"/>
                <a:gd name="csY85" fmla="*/ 165772 h 208289"/>
                <a:gd name="csX86" fmla="*/ 20065 w 151917"/>
                <a:gd name="csY86" fmla="*/ 165772 h 208289"/>
                <a:gd name="csX87" fmla="*/ 19587 w 151917"/>
                <a:gd name="csY87" fmla="*/ 165294 h 208289"/>
                <a:gd name="csX88" fmla="*/ 18632 w 151917"/>
                <a:gd name="csY88" fmla="*/ 164817 h 208289"/>
                <a:gd name="csX89" fmla="*/ 19109 w 151917"/>
                <a:gd name="csY89" fmla="*/ 166250 h 208289"/>
                <a:gd name="csX90" fmla="*/ 18154 w 151917"/>
                <a:gd name="csY90" fmla="*/ 167205 h 208289"/>
                <a:gd name="csX91" fmla="*/ 17676 w 151917"/>
                <a:gd name="csY91" fmla="*/ 167683 h 208289"/>
                <a:gd name="csX92" fmla="*/ 16243 w 151917"/>
                <a:gd name="csY92" fmla="*/ 167683 h 208289"/>
                <a:gd name="csX93" fmla="*/ 15287 w 151917"/>
                <a:gd name="csY93" fmla="*/ 167205 h 208289"/>
                <a:gd name="csX94" fmla="*/ 15287 w 151917"/>
                <a:gd name="csY94" fmla="*/ 166728 h 208289"/>
                <a:gd name="csX95" fmla="*/ 14332 w 151917"/>
                <a:gd name="csY95" fmla="*/ 166250 h 208289"/>
                <a:gd name="csX96" fmla="*/ 11466 w 151917"/>
                <a:gd name="csY96" fmla="*/ 165294 h 208289"/>
                <a:gd name="csX97" fmla="*/ 9077 w 151917"/>
                <a:gd name="csY97" fmla="*/ 164339 h 208289"/>
                <a:gd name="csX98" fmla="*/ 8599 w 151917"/>
                <a:gd name="csY98" fmla="*/ 161950 h 208289"/>
                <a:gd name="csX99" fmla="*/ 8121 w 151917"/>
                <a:gd name="csY99" fmla="*/ 160995 h 208289"/>
                <a:gd name="csX100" fmla="*/ 7644 w 151917"/>
                <a:gd name="csY100" fmla="*/ 159562 h 208289"/>
                <a:gd name="csX101" fmla="*/ 7166 w 151917"/>
                <a:gd name="csY101" fmla="*/ 158128 h 208289"/>
                <a:gd name="csX102" fmla="*/ 7644 w 151917"/>
                <a:gd name="csY102" fmla="*/ 156218 h 208289"/>
                <a:gd name="csX103" fmla="*/ 7166 w 151917"/>
                <a:gd name="csY103" fmla="*/ 155740 h 208289"/>
                <a:gd name="csX104" fmla="*/ 6210 w 151917"/>
                <a:gd name="csY104" fmla="*/ 155740 h 208289"/>
                <a:gd name="csX105" fmla="*/ 5255 w 151917"/>
                <a:gd name="csY105" fmla="*/ 155740 h 208289"/>
                <a:gd name="csX106" fmla="*/ 4300 w 151917"/>
                <a:gd name="csY106" fmla="*/ 155740 h 208289"/>
                <a:gd name="csX107" fmla="*/ 3344 w 151917"/>
                <a:gd name="csY107" fmla="*/ 154307 h 208289"/>
                <a:gd name="csX108" fmla="*/ 2389 w 151917"/>
                <a:gd name="csY108" fmla="*/ 153829 h 208289"/>
                <a:gd name="csX109" fmla="*/ 2866 w 151917"/>
                <a:gd name="csY109" fmla="*/ 156218 h 208289"/>
                <a:gd name="csX110" fmla="*/ 2389 w 151917"/>
                <a:gd name="csY110" fmla="*/ 156695 h 208289"/>
                <a:gd name="csX111" fmla="*/ 956 w 151917"/>
                <a:gd name="csY111" fmla="*/ 156695 h 208289"/>
                <a:gd name="csX112" fmla="*/ 0 w 151917"/>
                <a:gd name="csY112" fmla="*/ 155740 h 208289"/>
                <a:gd name="csX113" fmla="*/ 0 w 151917"/>
                <a:gd name="csY113" fmla="*/ 155262 h 208289"/>
                <a:gd name="csX114" fmla="*/ 478 w 151917"/>
                <a:gd name="csY114" fmla="*/ 152396 h 208289"/>
                <a:gd name="csX115" fmla="*/ 478 w 151917"/>
                <a:gd name="csY115" fmla="*/ 152396 h 208289"/>
                <a:gd name="csX116" fmla="*/ 956 w 151917"/>
                <a:gd name="csY116" fmla="*/ 150962 h 208289"/>
                <a:gd name="csX117" fmla="*/ 1911 w 151917"/>
                <a:gd name="csY117" fmla="*/ 149529 h 208289"/>
                <a:gd name="csX118" fmla="*/ 3822 w 151917"/>
                <a:gd name="csY118" fmla="*/ 147141 h 208289"/>
                <a:gd name="csX119" fmla="*/ 5255 w 151917"/>
                <a:gd name="csY119" fmla="*/ 144752 h 208289"/>
                <a:gd name="csX120" fmla="*/ 6210 w 151917"/>
                <a:gd name="csY120" fmla="*/ 139497 h 208289"/>
                <a:gd name="csX121" fmla="*/ 7166 w 151917"/>
                <a:gd name="csY121" fmla="*/ 136631 h 208289"/>
                <a:gd name="csX122" fmla="*/ 8121 w 151917"/>
                <a:gd name="csY122" fmla="*/ 133764 h 208289"/>
                <a:gd name="csX123" fmla="*/ 9077 w 151917"/>
                <a:gd name="csY123" fmla="*/ 131376 h 208289"/>
                <a:gd name="csX124" fmla="*/ 10510 w 151917"/>
                <a:gd name="csY124" fmla="*/ 129942 h 208289"/>
                <a:gd name="csX125" fmla="*/ 13854 w 151917"/>
                <a:gd name="csY125" fmla="*/ 126598 h 208289"/>
                <a:gd name="csX126" fmla="*/ 16721 w 151917"/>
                <a:gd name="csY126" fmla="*/ 124210 h 208289"/>
                <a:gd name="csX127" fmla="*/ 18154 w 151917"/>
                <a:gd name="csY127" fmla="*/ 123254 h 208289"/>
                <a:gd name="csX128" fmla="*/ 19109 w 151917"/>
                <a:gd name="csY128" fmla="*/ 122299 h 208289"/>
                <a:gd name="csX129" fmla="*/ 20542 w 151917"/>
                <a:gd name="csY129" fmla="*/ 121343 h 208289"/>
                <a:gd name="csX130" fmla="*/ 22453 w 151917"/>
                <a:gd name="csY130" fmla="*/ 120388 h 208289"/>
                <a:gd name="csX131" fmla="*/ 23409 w 151917"/>
                <a:gd name="csY131" fmla="*/ 117999 h 208289"/>
                <a:gd name="csX132" fmla="*/ 24842 w 151917"/>
                <a:gd name="csY132" fmla="*/ 116088 h 208289"/>
                <a:gd name="csX133" fmla="*/ 25320 w 151917"/>
                <a:gd name="csY133" fmla="*/ 115611 h 208289"/>
                <a:gd name="csX134" fmla="*/ 26753 w 151917"/>
                <a:gd name="csY134" fmla="*/ 115133 h 208289"/>
                <a:gd name="csX135" fmla="*/ 29619 w 151917"/>
                <a:gd name="csY135" fmla="*/ 113222 h 208289"/>
                <a:gd name="csX136" fmla="*/ 32008 w 151917"/>
                <a:gd name="csY136" fmla="*/ 111789 h 208289"/>
                <a:gd name="csX137" fmla="*/ 32486 w 151917"/>
                <a:gd name="csY137" fmla="*/ 112266 h 208289"/>
                <a:gd name="csX138" fmla="*/ 32963 w 151917"/>
                <a:gd name="csY138" fmla="*/ 113222 h 208289"/>
                <a:gd name="csX139" fmla="*/ 32963 w 151917"/>
                <a:gd name="csY139" fmla="*/ 113700 h 208289"/>
                <a:gd name="csX140" fmla="*/ 34874 w 151917"/>
                <a:gd name="csY140" fmla="*/ 114177 h 208289"/>
                <a:gd name="csX141" fmla="*/ 37263 w 151917"/>
                <a:gd name="csY141" fmla="*/ 114177 h 208289"/>
                <a:gd name="csX142" fmla="*/ 38696 w 151917"/>
                <a:gd name="csY142" fmla="*/ 113700 h 208289"/>
                <a:gd name="csX143" fmla="*/ 39174 w 151917"/>
                <a:gd name="csY143" fmla="*/ 113222 h 208289"/>
                <a:gd name="csX144" fmla="*/ 39174 w 151917"/>
                <a:gd name="csY144" fmla="*/ 113222 h 208289"/>
                <a:gd name="csX145" fmla="*/ 40129 w 151917"/>
                <a:gd name="csY145" fmla="*/ 110833 h 208289"/>
                <a:gd name="csX146" fmla="*/ 40607 w 151917"/>
                <a:gd name="csY146" fmla="*/ 110833 h 208289"/>
                <a:gd name="csX147" fmla="*/ 41085 w 151917"/>
                <a:gd name="csY147" fmla="*/ 110833 h 208289"/>
                <a:gd name="csX148" fmla="*/ 43951 w 151917"/>
                <a:gd name="csY148" fmla="*/ 111789 h 208289"/>
                <a:gd name="csX149" fmla="*/ 45862 w 151917"/>
                <a:gd name="csY149" fmla="*/ 113700 h 208289"/>
                <a:gd name="csX150" fmla="*/ 47773 w 151917"/>
                <a:gd name="csY150" fmla="*/ 115611 h 208289"/>
                <a:gd name="csX151" fmla="*/ 49206 w 151917"/>
                <a:gd name="csY151" fmla="*/ 116566 h 208289"/>
                <a:gd name="csX152" fmla="*/ 49206 w 151917"/>
                <a:gd name="csY152" fmla="*/ 116566 h 208289"/>
                <a:gd name="csX153" fmla="*/ 49684 w 151917"/>
                <a:gd name="csY153" fmla="*/ 117044 h 208289"/>
                <a:gd name="csX154" fmla="*/ 50639 w 151917"/>
                <a:gd name="csY154" fmla="*/ 120865 h 208289"/>
                <a:gd name="csX155" fmla="*/ 51117 w 151917"/>
                <a:gd name="csY155" fmla="*/ 121821 h 208289"/>
                <a:gd name="csX156" fmla="*/ 52073 w 151917"/>
                <a:gd name="csY156" fmla="*/ 121821 h 208289"/>
                <a:gd name="csX157" fmla="*/ 53506 w 151917"/>
                <a:gd name="csY157" fmla="*/ 121821 h 208289"/>
                <a:gd name="csX158" fmla="*/ 55416 w 151917"/>
                <a:gd name="csY158" fmla="*/ 121343 h 208289"/>
                <a:gd name="csX159" fmla="*/ 56850 w 151917"/>
                <a:gd name="csY159" fmla="*/ 120388 h 208289"/>
                <a:gd name="csX160" fmla="*/ 58283 w 151917"/>
                <a:gd name="csY160" fmla="*/ 118955 h 208289"/>
                <a:gd name="csX161" fmla="*/ 59239 w 151917"/>
                <a:gd name="csY161" fmla="*/ 117999 h 208289"/>
                <a:gd name="csX162" fmla="*/ 59716 w 151917"/>
                <a:gd name="csY162" fmla="*/ 117044 h 208289"/>
                <a:gd name="csX163" fmla="*/ 60194 w 151917"/>
                <a:gd name="csY163" fmla="*/ 114177 h 208289"/>
                <a:gd name="csX164" fmla="*/ 60194 w 151917"/>
                <a:gd name="csY164" fmla="*/ 113700 h 208289"/>
                <a:gd name="csX165" fmla="*/ 62105 w 151917"/>
                <a:gd name="csY165" fmla="*/ 112744 h 208289"/>
                <a:gd name="csX166" fmla="*/ 64493 w 151917"/>
                <a:gd name="csY166" fmla="*/ 110833 h 208289"/>
                <a:gd name="csX167" fmla="*/ 65927 w 151917"/>
                <a:gd name="csY167" fmla="*/ 109878 h 208289"/>
                <a:gd name="csX168" fmla="*/ 65927 w 151917"/>
                <a:gd name="csY168" fmla="*/ 109400 h 208289"/>
                <a:gd name="csX169" fmla="*/ 65927 w 151917"/>
                <a:gd name="csY169" fmla="*/ 109400 h 208289"/>
                <a:gd name="csX170" fmla="*/ 64971 w 151917"/>
                <a:gd name="csY170" fmla="*/ 107967 h 208289"/>
                <a:gd name="csX171" fmla="*/ 64016 w 151917"/>
                <a:gd name="csY171" fmla="*/ 107012 h 208289"/>
                <a:gd name="csX172" fmla="*/ 64971 w 151917"/>
                <a:gd name="csY172" fmla="*/ 105578 h 208289"/>
                <a:gd name="csX173" fmla="*/ 65927 w 151917"/>
                <a:gd name="csY173" fmla="*/ 104623 h 208289"/>
                <a:gd name="csX174" fmla="*/ 69271 w 151917"/>
                <a:gd name="csY174" fmla="*/ 100801 h 208289"/>
                <a:gd name="csX175" fmla="*/ 69271 w 151917"/>
                <a:gd name="csY175" fmla="*/ 99846 h 208289"/>
                <a:gd name="csX176" fmla="*/ 69271 w 151917"/>
                <a:gd name="csY176" fmla="*/ 98412 h 208289"/>
                <a:gd name="csX177" fmla="*/ 71659 w 151917"/>
                <a:gd name="csY177" fmla="*/ 94590 h 208289"/>
                <a:gd name="csX178" fmla="*/ 73093 w 151917"/>
                <a:gd name="csY178" fmla="*/ 89335 h 208289"/>
                <a:gd name="csX179" fmla="*/ 73570 w 151917"/>
                <a:gd name="csY179" fmla="*/ 88380 h 208289"/>
                <a:gd name="csX180" fmla="*/ 75004 w 151917"/>
                <a:gd name="csY180" fmla="*/ 85991 h 208289"/>
                <a:gd name="csX181" fmla="*/ 76914 w 151917"/>
                <a:gd name="csY181" fmla="*/ 82647 h 208289"/>
                <a:gd name="csX182" fmla="*/ 80258 w 151917"/>
                <a:gd name="csY182" fmla="*/ 82170 h 208289"/>
                <a:gd name="csX183" fmla="*/ 81692 w 151917"/>
                <a:gd name="csY183" fmla="*/ 81214 h 208289"/>
                <a:gd name="csX184" fmla="*/ 83125 w 151917"/>
                <a:gd name="csY184" fmla="*/ 79781 h 208289"/>
                <a:gd name="csX185" fmla="*/ 83125 w 151917"/>
                <a:gd name="csY185" fmla="*/ 79781 h 208289"/>
                <a:gd name="csX186" fmla="*/ 84080 w 151917"/>
                <a:gd name="csY186" fmla="*/ 78348 h 208289"/>
                <a:gd name="csX187" fmla="*/ 84558 w 151917"/>
                <a:gd name="csY187" fmla="*/ 77392 h 208289"/>
                <a:gd name="csX188" fmla="*/ 85036 w 151917"/>
                <a:gd name="csY188" fmla="*/ 75004 h 208289"/>
                <a:gd name="csX189" fmla="*/ 85514 w 151917"/>
                <a:gd name="csY189" fmla="*/ 72137 h 208289"/>
                <a:gd name="csX190" fmla="*/ 85991 w 151917"/>
                <a:gd name="csY190" fmla="*/ 69748 h 208289"/>
                <a:gd name="csX191" fmla="*/ 86947 w 151917"/>
                <a:gd name="csY191" fmla="*/ 67360 h 208289"/>
                <a:gd name="csX192" fmla="*/ 88858 w 151917"/>
                <a:gd name="csY192" fmla="*/ 66405 h 208289"/>
                <a:gd name="csX193" fmla="*/ 92202 w 151917"/>
                <a:gd name="csY193" fmla="*/ 65449 h 208289"/>
                <a:gd name="csX194" fmla="*/ 92680 w 151917"/>
                <a:gd name="csY194" fmla="*/ 64971 h 208289"/>
                <a:gd name="csX195" fmla="*/ 93157 w 151917"/>
                <a:gd name="csY195" fmla="*/ 63538 h 208289"/>
                <a:gd name="csX196" fmla="*/ 93157 w 151917"/>
                <a:gd name="csY196" fmla="*/ 60194 h 208289"/>
                <a:gd name="csX197" fmla="*/ 93157 w 151917"/>
                <a:gd name="csY197" fmla="*/ 58283 h 208289"/>
                <a:gd name="csX198" fmla="*/ 93635 w 151917"/>
                <a:gd name="csY198" fmla="*/ 57805 h 208289"/>
                <a:gd name="csX199" fmla="*/ 94113 w 151917"/>
                <a:gd name="csY199" fmla="*/ 56372 h 208289"/>
                <a:gd name="csX200" fmla="*/ 96979 w 151917"/>
                <a:gd name="csY200" fmla="*/ 53983 h 208289"/>
                <a:gd name="csX201" fmla="*/ 97935 w 151917"/>
                <a:gd name="csY201" fmla="*/ 49684 h 208289"/>
                <a:gd name="csX202" fmla="*/ 99368 w 151917"/>
                <a:gd name="csY202" fmla="*/ 45862 h 208289"/>
                <a:gd name="csX203" fmla="*/ 102234 w 151917"/>
                <a:gd name="csY203" fmla="*/ 41085 h 208289"/>
                <a:gd name="csX204" fmla="*/ 106056 w 151917"/>
                <a:gd name="csY204" fmla="*/ 35830 h 208289"/>
                <a:gd name="csX205" fmla="*/ 107967 w 151917"/>
                <a:gd name="csY205" fmla="*/ 34397 h 208289"/>
                <a:gd name="csX206" fmla="*/ 109400 w 151917"/>
                <a:gd name="csY206" fmla="*/ 33919 h 208289"/>
                <a:gd name="csX207" fmla="*/ 111311 w 151917"/>
                <a:gd name="csY207" fmla="*/ 33919 h 208289"/>
                <a:gd name="csX208" fmla="*/ 112266 w 151917"/>
                <a:gd name="csY208" fmla="*/ 33441 h 208289"/>
                <a:gd name="csX209" fmla="*/ 116566 w 151917"/>
                <a:gd name="csY209" fmla="*/ 31052 h 208289"/>
                <a:gd name="csX210" fmla="*/ 117999 w 151917"/>
                <a:gd name="csY210" fmla="*/ 30097 h 208289"/>
                <a:gd name="csX211" fmla="*/ 119432 w 151917"/>
                <a:gd name="csY211" fmla="*/ 29619 h 208289"/>
                <a:gd name="csX212" fmla="*/ 119910 w 151917"/>
                <a:gd name="csY212" fmla="*/ 28664 h 208289"/>
                <a:gd name="csX213" fmla="*/ 119910 w 151917"/>
                <a:gd name="csY213" fmla="*/ 27708 h 208289"/>
                <a:gd name="csX214" fmla="*/ 119432 w 151917"/>
                <a:gd name="csY214" fmla="*/ 24842 h 208289"/>
                <a:gd name="csX215" fmla="*/ 120388 w 151917"/>
                <a:gd name="csY215" fmla="*/ 23409 h 208289"/>
                <a:gd name="csX216" fmla="*/ 120865 w 151917"/>
                <a:gd name="csY216" fmla="*/ 20542 h 208289"/>
                <a:gd name="csX217" fmla="*/ 120865 w 151917"/>
                <a:gd name="csY217" fmla="*/ 18154 h 208289"/>
                <a:gd name="csX218" fmla="*/ 120865 w 151917"/>
                <a:gd name="csY218" fmla="*/ 17198 h 208289"/>
                <a:gd name="csX219" fmla="*/ 119910 w 151917"/>
                <a:gd name="csY219" fmla="*/ 16243 h 208289"/>
                <a:gd name="csX220" fmla="*/ 119910 w 151917"/>
                <a:gd name="csY220" fmla="*/ 15765 h 208289"/>
                <a:gd name="csX221" fmla="*/ 118477 w 151917"/>
                <a:gd name="csY221" fmla="*/ 14332 h 208289"/>
                <a:gd name="csX222" fmla="*/ 116566 w 151917"/>
                <a:gd name="csY222" fmla="*/ 13854 h 208289"/>
                <a:gd name="csX223" fmla="*/ 113700 w 151917"/>
                <a:gd name="csY223" fmla="*/ 13376 h 208289"/>
                <a:gd name="csX224" fmla="*/ 112266 w 151917"/>
                <a:gd name="csY224" fmla="*/ 12899 h 208289"/>
                <a:gd name="csX225" fmla="*/ 112266 w 151917"/>
                <a:gd name="csY225" fmla="*/ 11943 h 208289"/>
                <a:gd name="csX226" fmla="*/ 111789 w 151917"/>
                <a:gd name="csY226" fmla="*/ 10988 h 208289"/>
                <a:gd name="csX227" fmla="*/ 111789 w 151917"/>
                <a:gd name="csY227" fmla="*/ 10510 h 208289"/>
                <a:gd name="csX228" fmla="*/ 111311 w 151917"/>
                <a:gd name="csY228" fmla="*/ 8599 h 208289"/>
                <a:gd name="csX229" fmla="*/ 109400 w 151917"/>
                <a:gd name="csY229" fmla="*/ 0 h 208289"/>
                <a:gd name="csX230" fmla="*/ 113222 w 151917"/>
                <a:gd name="csY230" fmla="*/ 0 h 208289"/>
                <a:gd name="csX231" fmla="*/ 117521 w 151917"/>
                <a:gd name="csY231" fmla="*/ 956 h 208289"/>
                <a:gd name="csX232" fmla="*/ 118477 w 151917"/>
                <a:gd name="csY232" fmla="*/ 1911 h 208289"/>
                <a:gd name="csX233" fmla="*/ 118955 w 151917"/>
                <a:gd name="csY233" fmla="*/ 4777 h 208289"/>
                <a:gd name="csX234" fmla="*/ 120865 w 151917"/>
                <a:gd name="csY234" fmla="*/ 6688 h 208289"/>
                <a:gd name="csX235" fmla="*/ 123254 w 151917"/>
                <a:gd name="csY235" fmla="*/ 8121 h 208289"/>
                <a:gd name="csX236" fmla="*/ 125165 w 151917"/>
                <a:gd name="csY236" fmla="*/ 10988 h 208289"/>
                <a:gd name="csX237" fmla="*/ 125643 w 151917"/>
                <a:gd name="csY237" fmla="*/ 15287 h 208289"/>
                <a:gd name="csX238" fmla="*/ 127554 w 151917"/>
                <a:gd name="csY238" fmla="*/ 17676 h 208289"/>
                <a:gd name="csX239" fmla="*/ 127554 w 151917"/>
                <a:gd name="csY239" fmla="*/ 18154 h 208289"/>
                <a:gd name="csX240" fmla="*/ 129465 w 151917"/>
                <a:gd name="csY240" fmla="*/ 21975 h 208289"/>
                <a:gd name="csX241" fmla="*/ 129942 w 151917"/>
                <a:gd name="csY241" fmla="*/ 22931 h 208289"/>
                <a:gd name="csX242" fmla="*/ 129942 w 151917"/>
                <a:gd name="csY242" fmla="*/ 25320 h 208289"/>
                <a:gd name="csX243" fmla="*/ 129942 w 151917"/>
                <a:gd name="csY243" fmla="*/ 26753 h 208289"/>
                <a:gd name="csX244" fmla="*/ 130420 w 151917"/>
                <a:gd name="csY244" fmla="*/ 28664 h 208289"/>
                <a:gd name="csX245" fmla="*/ 129465 w 151917"/>
                <a:gd name="csY245" fmla="*/ 31530 h 208289"/>
                <a:gd name="csX246" fmla="*/ 128987 w 151917"/>
                <a:gd name="csY246" fmla="*/ 33441 h 208289"/>
                <a:gd name="csX247" fmla="*/ 128987 w 151917"/>
                <a:gd name="csY247" fmla="*/ 36307 h 208289"/>
                <a:gd name="csX248" fmla="*/ 129465 w 151917"/>
                <a:gd name="csY248" fmla="*/ 41085 h 208289"/>
                <a:gd name="csX249" fmla="*/ 130898 w 151917"/>
                <a:gd name="csY249" fmla="*/ 44907 h 208289"/>
                <a:gd name="csX250" fmla="*/ 132331 w 151917"/>
                <a:gd name="csY250" fmla="*/ 47773 h 208289"/>
                <a:gd name="csX251" fmla="*/ 133764 w 151917"/>
                <a:gd name="csY251" fmla="*/ 50162 h 208289"/>
                <a:gd name="csX252" fmla="*/ 136153 w 151917"/>
                <a:gd name="csY252" fmla="*/ 53028 h 208289"/>
                <a:gd name="csX253" fmla="*/ 138542 w 151917"/>
                <a:gd name="csY253" fmla="*/ 55417 h 208289"/>
                <a:gd name="csX254" fmla="*/ 140930 w 151917"/>
                <a:gd name="csY254" fmla="*/ 56850 h 208289"/>
                <a:gd name="csX255" fmla="*/ 139019 w 151917"/>
                <a:gd name="csY255" fmla="*/ 57805 h 208289"/>
                <a:gd name="csX256" fmla="*/ 134720 w 151917"/>
                <a:gd name="csY256" fmla="*/ 57805 h 208289"/>
                <a:gd name="csX257" fmla="*/ 131853 w 151917"/>
                <a:gd name="csY257" fmla="*/ 57328 h 208289"/>
                <a:gd name="csX258" fmla="*/ 130898 w 151917"/>
                <a:gd name="csY258" fmla="*/ 57328 h 208289"/>
                <a:gd name="csX259" fmla="*/ 129465 w 151917"/>
                <a:gd name="csY259" fmla="*/ 57328 h 208289"/>
                <a:gd name="csX260" fmla="*/ 125165 w 151917"/>
                <a:gd name="csY260" fmla="*/ 57805 h 208289"/>
                <a:gd name="csX261" fmla="*/ 120388 w 151917"/>
                <a:gd name="csY261" fmla="*/ 57805 h 208289"/>
                <a:gd name="csX262" fmla="*/ 116088 w 151917"/>
                <a:gd name="csY262" fmla="*/ 57328 h 208289"/>
                <a:gd name="csX263" fmla="*/ 113222 w 151917"/>
                <a:gd name="csY263" fmla="*/ 57328 h 208289"/>
                <a:gd name="csX264" fmla="*/ 111311 w 151917"/>
                <a:gd name="csY264" fmla="*/ 58761 h 208289"/>
                <a:gd name="csX265" fmla="*/ 109400 w 151917"/>
                <a:gd name="csY265" fmla="*/ 60672 h 208289"/>
                <a:gd name="csX266" fmla="*/ 107967 w 151917"/>
                <a:gd name="csY266" fmla="*/ 62582 h 208289"/>
                <a:gd name="csX267" fmla="*/ 108445 w 151917"/>
                <a:gd name="csY267" fmla="*/ 64493 h 208289"/>
                <a:gd name="csX268" fmla="*/ 109400 w 151917"/>
                <a:gd name="csY268" fmla="*/ 65449 h 208289"/>
                <a:gd name="csX269" fmla="*/ 111789 w 151917"/>
                <a:gd name="csY269" fmla="*/ 67838 h 208289"/>
                <a:gd name="csX270" fmla="*/ 113700 w 151917"/>
                <a:gd name="csY270" fmla="*/ 70226 h 208289"/>
                <a:gd name="csX271" fmla="*/ 115133 w 151917"/>
                <a:gd name="csY271" fmla="*/ 71659 h 208289"/>
                <a:gd name="csX272" fmla="*/ 118955 w 151917"/>
                <a:gd name="csY272" fmla="*/ 75004 h 208289"/>
                <a:gd name="csX273" fmla="*/ 122777 w 151917"/>
                <a:gd name="csY273" fmla="*/ 77870 h 208289"/>
                <a:gd name="csX274" fmla="*/ 123732 w 151917"/>
                <a:gd name="csY274" fmla="*/ 78348 h 208289"/>
                <a:gd name="csX275" fmla="*/ 124687 w 151917"/>
                <a:gd name="csY275" fmla="*/ 78825 h 208289"/>
                <a:gd name="csX276" fmla="*/ 125643 w 151917"/>
                <a:gd name="csY276" fmla="*/ 78825 h 208289"/>
                <a:gd name="csX277" fmla="*/ 127554 w 151917"/>
                <a:gd name="csY277" fmla="*/ 80736 h 208289"/>
                <a:gd name="csX278" fmla="*/ 130420 w 151917"/>
                <a:gd name="csY278" fmla="*/ 83125 h 208289"/>
                <a:gd name="csX279" fmla="*/ 133287 w 151917"/>
                <a:gd name="csY279" fmla="*/ 87424 h 208289"/>
                <a:gd name="csX280" fmla="*/ 135197 w 151917"/>
                <a:gd name="csY280" fmla="*/ 92202 h 208289"/>
                <a:gd name="csX281" fmla="*/ 137108 w 151917"/>
                <a:gd name="csY281" fmla="*/ 96024 h 208289"/>
                <a:gd name="csX282" fmla="*/ 137586 w 151917"/>
                <a:gd name="csY282" fmla="*/ 96979 h 208289"/>
                <a:gd name="csX283" fmla="*/ 139019 w 151917"/>
                <a:gd name="csY283" fmla="*/ 97457 h 208289"/>
                <a:gd name="csX284" fmla="*/ 139497 w 151917"/>
                <a:gd name="csY284" fmla="*/ 98412 h 208289"/>
                <a:gd name="csX285" fmla="*/ 139019 w 151917"/>
                <a:gd name="csY285" fmla="*/ 99846 h 208289"/>
                <a:gd name="csX286" fmla="*/ 138542 w 151917"/>
                <a:gd name="csY286" fmla="*/ 100801 h 208289"/>
                <a:gd name="csX287" fmla="*/ 137586 w 151917"/>
                <a:gd name="csY287" fmla="*/ 102234 h 208289"/>
                <a:gd name="csX288" fmla="*/ 137586 w 151917"/>
                <a:gd name="csY288" fmla="*/ 102234 h 208289"/>
                <a:gd name="csX289" fmla="*/ 135675 w 151917"/>
                <a:gd name="csY289" fmla="*/ 105100 h 208289"/>
                <a:gd name="csX290" fmla="*/ 133287 w 151917"/>
                <a:gd name="csY290" fmla="*/ 107012 h 208289"/>
                <a:gd name="csX291" fmla="*/ 132331 w 151917"/>
                <a:gd name="csY291" fmla="*/ 107967 h 208289"/>
                <a:gd name="csX292" fmla="*/ 131853 w 151917"/>
                <a:gd name="csY292" fmla="*/ 109400 h 208289"/>
                <a:gd name="csX293" fmla="*/ 131376 w 151917"/>
                <a:gd name="csY293" fmla="*/ 110355 h 208289"/>
                <a:gd name="csX294" fmla="*/ 129942 w 151917"/>
                <a:gd name="csY294" fmla="*/ 113222 h 208289"/>
                <a:gd name="csX295" fmla="*/ 128987 w 151917"/>
                <a:gd name="csY295" fmla="*/ 115611 h 208289"/>
                <a:gd name="csX296" fmla="*/ 128031 w 151917"/>
                <a:gd name="csY296" fmla="*/ 116566 h 208289"/>
                <a:gd name="csX297" fmla="*/ 125643 w 151917"/>
                <a:gd name="csY297" fmla="*/ 119910 h 208289"/>
                <a:gd name="csX298" fmla="*/ 123732 w 151917"/>
                <a:gd name="csY298" fmla="*/ 123254 h 208289"/>
                <a:gd name="csX299" fmla="*/ 123732 w 151917"/>
                <a:gd name="csY299" fmla="*/ 124210 h 208289"/>
                <a:gd name="csX300" fmla="*/ 123254 w 151917"/>
                <a:gd name="csY300" fmla="*/ 124687 h 208289"/>
                <a:gd name="csX301" fmla="*/ 122299 w 151917"/>
                <a:gd name="csY301" fmla="*/ 125165 h 208289"/>
                <a:gd name="csX302" fmla="*/ 119432 w 151917"/>
                <a:gd name="csY302" fmla="*/ 126598 h 208289"/>
                <a:gd name="csX303" fmla="*/ 118477 w 151917"/>
                <a:gd name="csY303" fmla="*/ 127076 h 208289"/>
                <a:gd name="csX304" fmla="*/ 117999 w 151917"/>
                <a:gd name="csY304" fmla="*/ 127554 h 208289"/>
                <a:gd name="csX305" fmla="*/ 117044 w 151917"/>
                <a:gd name="csY305" fmla="*/ 128509 h 208289"/>
                <a:gd name="csX306" fmla="*/ 117044 w 151917"/>
                <a:gd name="csY306" fmla="*/ 128987 h 208289"/>
                <a:gd name="csX307" fmla="*/ 117521 w 151917"/>
                <a:gd name="csY307" fmla="*/ 130420 h 208289"/>
                <a:gd name="csX308" fmla="*/ 118477 w 151917"/>
                <a:gd name="csY308" fmla="*/ 131376 h 208289"/>
                <a:gd name="csX309" fmla="*/ 118955 w 151917"/>
                <a:gd name="csY309" fmla="*/ 131376 h 208289"/>
                <a:gd name="csX310" fmla="*/ 119910 w 151917"/>
                <a:gd name="csY310" fmla="*/ 131376 h 208289"/>
                <a:gd name="csX311" fmla="*/ 120388 w 151917"/>
                <a:gd name="csY311" fmla="*/ 131853 h 208289"/>
                <a:gd name="csX312" fmla="*/ 120388 w 151917"/>
                <a:gd name="csY312" fmla="*/ 132331 h 208289"/>
                <a:gd name="csX313" fmla="*/ 120388 w 151917"/>
                <a:gd name="csY313" fmla="*/ 139019 h 208289"/>
                <a:gd name="csX314" fmla="*/ 119910 w 151917"/>
                <a:gd name="csY314" fmla="*/ 139975 h 208289"/>
                <a:gd name="csX315" fmla="*/ 119910 w 151917"/>
                <a:gd name="csY315" fmla="*/ 140453 h 208289"/>
                <a:gd name="csX316" fmla="*/ 119432 w 151917"/>
                <a:gd name="csY316" fmla="*/ 141886 h 208289"/>
                <a:gd name="csX317" fmla="*/ 119432 w 151917"/>
                <a:gd name="csY317" fmla="*/ 142841 h 208289"/>
                <a:gd name="csX318" fmla="*/ 119910 w 151917"/>
                <a:gd name="csY318" fmla="*/ 143319 h 208289"/>
                <a:gd name="csX319" fmla="*/ 120388 w 151917"/>
                <a:gd name="csY319" fmla="*/ 143796 h 208289"/>
                <a:gd name="csX320" fmla="*/ 120865 w 151917"/>
                <a:gd name="csY320" fmla="*/ 144752 h 208289"/>
                <a:gd name="csX321" fmla="*/ 121343 w 151917"/>
                <a:gd name="csY321" fmla="*/ 146663 h 208289"/>
                <a:gd name="csX322" fmla="*/ 122299 w 151917"/>
                <a:gd name="csY322" fmla="*/ 154307 h 208289"/>
                <a:gd name="csX323" fmla="*/ 122777 w 151917"/>
                <a:gd name="csY323" fmla="*/ 155262 h 208289"/>
                <a:gd name="csX324" fmla="*/ 123732 w 151917"/>
                <a:gd name="csY324" fmla="*/ 156218 h 208289"/>
                <a:gd name="csX325" fmla="*/ 126121 w 151917"/>
                <a:gd name="csY325" fmla="*/ 157651 h 208289"/>
                <a:gd name="csX326" fmla="*/ 128509 w 151917"/>
                <a:gd name="csY326" fmla="*/ 159562 h 208289"/>
                <a:gd name="csX327" fmla="*/ 129465 w 151917"/>
                <a:gd name="csY327" fmla="*/ 160995 h 208289"/>
                <a:gd name="csX328" fmla="*/ 129942 w 151917"/>
                <a:gd name="csY328" fmla="*/ 163384 h 208289"/>
                <a:gd name="csX329" fmla="*/ 130898 w 151917"/>
                <a:gd name="csY329" fmla="*/ 164817 h 208289"/>
                <a:gd name="csX330" fmla="*/ 130898 w 151917"/>
                <a:gd name="csY330" fmla="*/ 165772 h 208289"/>
                <a:gd name="csX331" fmla="*/ 130420 w 151917"/>
                <a:gd name="csY331" fmla="*/ 165772 h 208289"/>
                <a:gd name="csX332" fmla="*/ 129465 w 151917"/>
                <a:gd name="csY332" fmla="*/ 165772 h 208289"/>
                <a:gd name="csX333" fmla="*/ 128987 w 151917"/>
                <a:gd name="csY333" fmla="*/ 165772 h 208289"/>
                <a:gd name="csX334" fmla="*/ 129465 w 151917"/>
                <a:gd name="csY334" fmla="*/ 167205 h 208289"/>
                <a:gd name="csX335" fmla="*/ 130898 w 151917"/>
                <a:gd name="csY335" fmla="*/ 169116 h 208289"/>
                <a:gd name="csX336" fmla="*/ 132809 w 151917"/>
                <a:gd name="csY336" fmla="*/ 171505 h 208289"/>
                <a:gd name="csX337" fmla="*/ 135197 w 151917"/>
                <a:gd name="csY337" fmla="*/ 173894 h 208289"/>
                <a:gd name="csX338" fmla="*/ 137108 w 151917"/>
                <a:gd name="csY338" fmla="*/ 175804 h 208289"/>
                <a:gd name="csX339" fmla="*/ 139497 w 151917"/>
                <a:gd name="csY339" fmla="*/ 178193 h 208289"/>
                <a:gd name="csX340" fmla="*/ 141408 w 151917"/>
                <a:gd name="csY340" fmla="*/ 180104 h 208289"/>
                <a:gd name="csX341" fmla="*/ 143796 w 151917"/>
                <a:gd name="csY341" fmla="*/ 182015 h 208289"/>
                <a:gd name="csX342" fmla="*/ 145230 w 151917"/>
                <a:gd name="csY342" fmla="*/ 182493 h 208289"/>
                <a:gd name="csX343" fmla="*/ 146185 w 151917"/>
                <a:gd name="csY343" fmla="*/ 182493 h 208289"/>
                <a:gd name="csX344" fmla="*/ 146663 w 151917"/>
                <a:gd name="csY344" fmla="*/ 182970 h 208289"/>
                <a:gd name="csX345" fmla="*/ 147141 w 151917"/>
                <a:gd name="csY345" fmla="*/ 183926 h 208289"/>
                <a:gd name="csX346" fmla="*/ 148096 w 151917"/>
                <a:gd name="csY346" fmla="*/ 184881 h 208289"/>
                <a:gd name="csX347" fmla="*/ 149052 w 151917"/>
                <a:gd name="csY347" fmla="*/ 185837 h 208289"/>
                <a:gd name="csX348" fmla="*/ 149529 w 151917"/>
                <a:gd name="csY348" fmla="*/ 187270 h 208289"/>
                <a:gd name="csX349" fmla="*/ 149052 w 151917"/>
                <a:gd name="csY349" fmla="*/ 188226 h 208289"/>
                <a:gd name="csX350" fmla="*/ 149529 w 151917"/>
                <a:gd name="csY350" fmla="*/ 190136 h 208289"/>
                <a:gd name="csX351" fmla="*/ 149529 w 151917"/>
                <a:gd name="csY351" fmla="*/ 190136 h 208289"/>
                <a:gd name="csX352" fmla="*/ 150007 w 151917"/>
                <a:gd name="csY352" fmla="*/ 191092 h 208289"/>
                <a:gd name="csX353" fmla="*/ 150007 w 151917"/>
                <a:gd name="csY353" fmla="*/ 191569 h 208289"/>
                <a:gd name="csX354" fmla="*/ 150007 w 151917"/>
                <a:gd name="csY354" fmla="*/ 193958 h 208289"/>
                <a:gd name="csX355" fmla="*/ 150962 w 151917"/>
                <a:gd name="csY355" fmla="*/ 195869 h 208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</a:cxnLst>
              <a:rect l="l" t="t" r="r" b="b"/>
              <a:pathLst>
                <a:path w="151917" h="208289">
                  <a:moveTo>
                    <a:pt x="150962" y="195869"/>
                  </a:moveTo>
                  <a:lnTo>
                    <a:pt x="151918" y="197302"/>
                  </a:lnTo>
                  <a:lnTo>
                    <a:pt x="151440" y="197780"/>
                  </a:lnTo>
                  <a:lnTo>
                    <a:pt x="151440" y="198735"/>
                  </a:lnTo>
                  <a:lnTo>
                    <a:pt x="150485" y="199213"/>
                  </a:lnTo>
                  <a:lnTo>
                    <a:pt x="149529" y="200646"/>
                  </a:lnTo>
                  <a:lnTo>
                    <a:pt x="149529" y="202080"/>
                  </a:lnTo>
                  <a:lnTo>
                    <a:pt x="150007" y="203991"/>
                  </a:lnTo>
                  <a:lnTo>
                    <a:pt x="150485" y="205901"/>
                  </a:lnTo>
                  <a:lnTo>
                    <a:pt x="150962" y="207335"/>
                  </a:lnTo>
                  <a:lnTo>
                    <a:pt x="150485" y="207335"/>
                  </a:lnTo>
                  <a:lnTo>
                    <a:pt x="150007" y="207812"/>
                  </a:lnTo>
                  <a:lnTo>
                    <a:pt x="149052" y="208290"/>
                  </a:lnTo>
                  <a:lnTo>
                    <a:pt x="147619" y="206857"/>
                  </a:lnTo>
                  <a:lnTo>
                    <a:pt x="145707" y="205901"/>
                  </a:lnTo>
                  <a:lnTo>
                    <a:pt x="142841" y="203991"/>
                  </a:lnTo>
                  <a:lnTo>
                    <a:pt x="139975" y="203513"/>
                  </a:lnTo>
                  <a:lnTo>
                    <a:pt x="136631" y="203035"/>
                  </a:lnTo>
                  <a:lnTo>
                    <a:pt x="134720" y="203513"/>
                  </a:lnTo>
                  <a:lnTo>
                    <a:pt x="133764" y="202557"/>
                  </a:lnTo>
                  <a:lnTo>
                    <a:pt x="132331" y="202080"/>
                  </a:lnTo>
                  <a:lnTo>
                    <a:pt x="131376" y="201602"/>
                  </a:lnTo>
                  <a:lnTo>
                    <a:pt x="129942" y="202557"/>
                  </a:lnTo>
                  <a:lnTo>
                    <a:pt x="129465" y="202557"/>
                  </a:lnTo>
                  <a:lnTo>
                    <a:pt x="128509" y="202080"/>
                  </a:lnTo>
                  <a:lnTo>
                    <a:pt x="126121" y="202080"/>
                  </a:lnTo>
                  <a:lnTo>
                    <a:pt x="126121" y="201124"/>
                  </a:lnTo>
                  <a:lnTo>
                    <a:pt x="125643" y="201124"/>
                  </a:lnTo>
                  <a:lnTo>
                    <a:pt x="123732" y="201124"/>
                  </a:lnTo>
                  <a:lnTo>
                    <a:pt x="122777" y="200169"/>
                  </a:lnTo>
                  <a:lnTo>
                    <a:pt x="122299" y="200169"/>
                  </a:lnTo>
                  <a:lnTo>
                    <a:pt x="121821" y="200169"/>
                  </a:lnTo>
                  <a:lnTo>
                    <a:pt x="119910" y="198735"/>
                  </a:lnTo>
                  <a:lnTo>
                    <a:pt x="117999" y="199691"/>
                  </a:lnTo>
                  <a:lnTo>
                    <a:pt x="114177" y="199691"/>
                  </a:lnTo>
                  <a:lnTo>
                    <a:pt x="108922" y="199691"/>
                  </a:lnTo>
                  <a:lnTo>
                    <a:pt x="103667" y="199691"/>
                  </a:lnTo>
                  <a:lnTo>
                    <a:pt x="98890" y="199691"/>
                  </a:lnTo>
                  <a:lnTo>
                    <a:pt x="94590" y="199691"/>
                  </a:lnTo>
                  <a:lnTo>
                    <a:pt x="94113" y="198258"/>
                  </a:lnTo>
                  <a:lnTo>
                    <a:pt x="93157" y="197780"/>
                  </a:lnTo>
                  <a:lnTo>
                    <a:pt x="91246" y="197780"/>
                  </a:lnTo>
                  <a:lnTo>
                    <a:pt x="85991" y="197780"/>
                  </a:lnTo>
                  <a:lnTo>
                    <a:pt x="81692" y="197780"/>
                  </a:lnTo>
                  <a:lnTo>
                    <a:pt x="80736" y="197780"/>
                  </a:lnTo>
                  <a:lnTo>
                    <a:pt x="79303" y="197302"/>
                  </a:lnTo>
                  <a:lnTo>
                    <a:pt x="75959" y="196825"/>
                  </a:lnTo>
                  <a:lnTo>
                    <a:pt x="71659" y="197302"/>
                  </a:lnTo>
                  <a:lnTo>
                    <a:pt x="70704" y="197302"/>
                  </a:lnTo>
                  <a:lnTo>
                    <a:pt x="67360" y="197302"/>
                  </a:lnTo>
                  <a:lnTo>
                    <a:pt x="60194" y="196825"/>
                  </a:lnTo>
                  <a:lnTo>
                    <a:pt x="55894" y="196825"/>
                  </a:lnTo>
                  <a:lnTo>
                    <a:pt x="55894" y="197780"/>
                  </a:lnTo>
                  <a:lnTo>
                    <a:pt x="55416" y="198258"/>
                  </a:lnTo>
                  <a:lnTo>
                    <a:pt x="55416" y="199213"/>
                  </a:lnTo>
                  <a:lnTo>
                    <a:pt x="50639" y="199213"/>
                  </a:lnTo>
                  <a:lnTo>
                    <a:pt x="44907" y="199213"/>
                  </a:lnTo>
                  <a:lnTo>
                    <a:pt x="39174" y="199213"/>
                  </a:lnTo>
                  <a:lnTo>
                    <a:pt x="35352" y="199213"/>
                  </a:lnTo>
                  <a:lnTo>
                    <a:pt x="28664" y="199213"/>
                  </a:lnTo>
                  <a:lnTo>
                    <a:pt x="26275" y="198735"/>
                  </a:lnTo>
                  <a:lnTo>
                    <a:pt x="25798" y="197780"/>
                  </a:lnTo>
                  <a:lnTo>
                    <a:pt x="25798" y="197302"/>
                  </a:lnTo>
                  <a:lnTo>
                    <a:pt x="25798" y="196825"/>
                  </a:lnTo>
                  <a:lnTo>
                    <a:pt x="25798" y="196825"/>
                  </a:lnTo>
                  <a:lnTo>
                    <a:pt x="25320" y="196825"/>
                  </a:lnTo>
                  <a:lnTo>
                    <a:pt x="25320" y="192525"/>
                  </a:lnTo>
                  <a:lnTo>
                    <a:pt x="26275" y="189181"/>
                  </a:lnTo>
                  <a:lnTo>
                    <a:pt x="26753" y="185837"/>
                  </a:lnTo>
                  <a:lnTo>
                    <a:pt x="28186" y="182970"/>
                  </a:lnTo>
                  <a:lnTo>
                    <a:pt x="27231" y="180104"/>
                  </a:lnTo>
                  <a:lnTo>
                    <a:pt x="26753" y="178671"/>
                  </a:lnTo>
                  <a:lnTo>
                    <a:pt x="22453" y="174371"/>
                  </a:lnTo>
                  <a:lnTo>
                    <a:pt x="24364" y="172938"/>
                  </a:lnTo>
                  <a:lnTo>
                    <a:pt x="21975" y="173416"/>
                  </a:lnTo>
                  <a:lnTo>
                    <a:pt x="21498" y="171505"/>
                  </a:lnTo>
                  <a:lnTo>
                    <a:pt x="20065" y="170072"/>
                  </a:lnTo>
                  <a:lnTo>
                    <a:pt x="21020" y="169594"/>
                  </a:lnTo>
                  <a:lnTo>
                    <a:pt x="21498" y="168638"/>
                  </a:lnTo>
                  <a:lnTo>
                    <a:pt x="23886" y="168638"/>
                  </a:lnTo>
                  <a:lnTo>
                    <a:pt x="23886" y="168161"/>
                  </a:lnTo>
                  <a:lnTo>
                    <a:pt x="21975" y="166728"/>
                  </a:lnTo>
                  <a:lnTo>
                    <a:pt x="21975" y="166250"/>
                  </a:lnTo>
                  <a:lnTo>
                    <a:pt x="22931" y="165294"/>
                  </a:lnTo>
                  <a:lnTo>
                    <a:pt x="22453" y="164817"/>
                  </a:lnTo>
                  <a:lnTo>
                    <a:pt x="21020" y="165772"/>
                  </a:lnTo>
                  <a:lnTo>
                    <a:pt x="20065" y="165772"/>
                  </a:lnTo>
                  <a:lnTo>
                    <a:pt x="19587" y="165294"/>
                  </a:lnTo>
                  <a:lnTo>
                    <a:pt x="18632" y="164817"/>
                  </a:lnTo>
                  <a:lnTo>
                    <a:pt x="19109" y="166250"/>
                  </a:lnTo>
                  <a:lnTo>
                    <a:pt x="18154" y="167205"/>
                  </a:lnTo>
                  <a:lnTo>
                    <a:pt x="17676" y="167683"/>
                  </a:lnTo>
                  <a:lnTo>
                    <a:pt x="16243" y="167683"/>
                  </a:lnTo>
                  <a:lnTo>
                    <a:pt x="15287" y="167205"/>
                  </a:lnTo>
                  <a:lnTo>
                    <a:pt x="15287" y="166728"/>
                  </a:lnTo>
                  <a:lnTo>
                    <a:pt x="14332" y="166250"/>
                  </a:lnTo>
                  <a:lnTo>
                    <a:pt x="11466" y="165294"/>
                  </a:lnTo>
                  <a:lnTo>
                    <a:pt x="9077" y="164339"/>
                  </a:lnTo>
                  <a:lnTo>
                    <a:pt x="8599" y="161950"/>
                  </a:lnTo>
                  <a:lnTo>
                    <a:pt x="8121" y="160995"/>
                  </a:lnTo>
                  <a:lnTo>
                    <a:pt x="7644" y="159562"/>
                  </a:lnTo>
                  <a:lnTo>
                    <a:pt x="7166" y="158128"/>
                  </a:lnTo>
                  <a:lnTo>
                    <a:pt x="7644" y="156218"/>
                  </a:lnTo>
                  <a:lnTo>
                    <a:pt x="7166" y="155740"/>
                  </a:lnTo>
                  <a:lnTo>
                    <a:pt x="6210" y="155740"/>
                  </a:lnTo>
                  <a:lnTo>
                    <a:pt x="5255" y="155740"/>
                  </a:lnTo>
                  <a:lnTo>
                    <a:pt x="4300" y="155740"/>
                  </a:lnTo>
                  <a:lnTo>
                    <a:pt x="3344" y="154307"/>
                  </a:lnTo>
                  <a:lnTo>
                    <a:pt x="2389" y="153829"/>
                  </a:lnTo>
                  <a:lnTo>
                    <a:pt x="2866" y="156218"/>
                  </a:lnTo>
                  <a:lnTo>
                    <a:pt x="2389" y="156695"/>
                  </a:lnTo>
                  <a:lnTo>
                    <a:pt x="956" y="156695"/>
                  </a:lnTo>
                  <a:lnTo>
                    <a:pt x="0" y="155740"/>
                  </a:lnTo>
                  <a:lnTo>
                    <a:pt x="0" y="155262"/>
                  </a:lnTo>
                  <a:lnTo>
                    <a:pt x="478" y="152396"/>
                  </a:lnTo>
                  <a:lnTo>
                    <a:pt x="478" y="152396"/>
                  </a:lnTo>
                  <a:lnTo>
                    <a:pt x="956" y="150962"/>
                  </a:lnTo>
                  <a:lnTo>
                    <a:pt x="1911" y="149529"/>
                  </a:lnTo>
                  <a:lnTo>
                    <a:pt x="3822" y="147141"/>
                  </a:lnTo>
                  <a:lnTo>
                    <a:pt x="5255" y="144752"/>
                  </a:lnTo>
                  <a:lnTo>
                    <a:pt x="6210" y="139497"/>
                  </a:lnTo>
                  <a:lnTo>
                    <a:pt x="7166" y="136631"/>
                  </a:lnTo>
                  <a:lnTo>
                    <a:pt x="8121" y="133764"/>
                  </a:lnTo>
                  <a:lnTo>
                    <a:pt x="9077" y="131376"/>
                  </a:lnTo>
                  <a:lnTo>
                    <a:pt x="10510" y="129942"/>
                  </a:lnTo>
                  <a:lnTo>
                    <a:pt x="13854" y="126598"/>
                  </a:lnTo>
                  <a:lnTo>
                    <a:pt x="16721" y="124210"/>
                  </a:lnTo>
                  <a:lnTo>
                    <a:pt x="18154" y="123254"/>
                  </a:lnTo>
                  <a:lnTo>
                    <a:pt x="19109" y="122299"/>
                  </a:lnTo>
                  <a:lnTo>
                    <a:pt x="20542" y="121343"/>
                  </a:lnTo>
                  <a:lnTo>
                    <a:pt x="22453" y="120388"/>
                  </a:lnTo>
                  <a:lnTo>
                    <a:pt x="23409" y="117999"/>
                  </a:lnTo>
                  <a:lnTo>
                    <a:pt x="24842" y="116088"/>
                  </a:lnTo>
                  <a:lnTo>
                    <a:pt x="25320" y="115611"/>
                  </a:lnTo>
                  <a:lnTo>
                    <a:pt x="26753" y="115133"/>
                  </a:lnTo>
                  <a:lnTo>
                    <a:pt x="29619" y="113222"/>
                  </a:lnTo>
                  <a:lnTo>
                    <a:pt x="32008" y="111789"/>
                  </a:lnTo>
                  <a:lnTo>
                    <a:pt x="32486" y="112266"/>
                  </a:lnTo>
                  <a:lnTo>
                    <a:pt x="32963" y="113222"/>
                  </a:lnTo>
                  <a:lnTo>
                    <a:pt x="32963" y="113700"/>
                  </a:lnTo>
                  <a:lnTo>
                    <a:pt x="34874" y="114177"/>
                  </a:lnTo>
                  <a:lnTo>
                    <a:pt x="37263" y="114177"/>
                  </a:lnTo>
                  <a:lnTo>
                    <a:pt x="38696" y="113700"/>
                  </a:lnTo>
                  <a:lnTo>
                    <a:pt x="39174" y="113222"/>
                  </a:lnTo>
                  <a:lnTo>
                    <a:pt x="39174" y="113222"/>
                  </a:lnTo>
                  <a:lnTo>
                    <a:pt x="40129" y="110833"/>
                  </a:lnTo>
                  <a:lnTo>
                    <a:pt x="40607" y="110833"/>
                  </a:lnTo>
                  <a:lnTo>
                    <a:pt x="41085" y="110833"/>
                  </a:lnTo>
                  <a:lnTo>
                    <a:pt x="43951" y="111789"/>
                  </a:lnTo>
                  <a:lnTo>
                    <a:pt x="45862" y="113700"/>
                  </a:lnTo>
                  <a:lnTo>
                    <a:pt x="47773" y="115611"/>
                  </a:lnTo>
                  <a:lnTo>
                    <a:pt x="49206" y="116566"/>
                  </a:lnTo>
                  <a:lnTo>
                    <a:pt x="49206" y="116566"/>
                  </a:lnTo>
                  <a:lnTo>
                    <a:pt x="49684" y="117044"/>
                  </a:lnTo>
                  <a:lnTo>
                    <a:pt x="50639" y="120865"/>
                  </a:lnTo>
                  <a:lnTo>
                    <a:pt x="51117" y="121821"/>
                  </a:lnTo>
                  <a:lnTo>
                    <a:pt x="52073" y="121821"/>
                  </a:lnTo>
                  <a:lnTo>
                    <a:pt x="53506" y="121821"/>
                  </a:lnTo>
                  <a:lnTo>
                    <a:pt x="55416" y="121343"/>
                  </a:lnTo>
                  <a:lnTo>
                    <a:pt x="56850" y="120388"/>
                  </a:lnTo>
                  <a:lnTo>
                    <a:pt x="58283" y="118955"/>
                  </a:lnTo>
                  <a:lnTo>
                    <a:pt x="59239" y="117999"/>
                  </a:lnTo>
                  <a:lnTo>
                    <a:pt x="59716" y="117044"/>
                  </a:lnTo>
                  <a:lnTo>
                    <a:pt x="60194" y="114177"/>
                  </a:lnTo>
                  <a:lnTo>
                    <a:pt x="60194" y="113700"/>
                  </a:lnTo>
                  <a:lnTo>
                    <a:pt x="62105" y="112744"/>
                  </a:lnTo>
                  <a:lnTo>
                    <a:pt x="64493" y="110833"/>
                  </a:lnTo>
                  <a:lnTo>
                    <a:pt x="65927" y="109878"/>
                  </a:lnTo>
                  <a:lnTo>
                    <a:pt x="65927" y="109400"/>
                  </a:lnTo>
                  <a:lnTo>
                    <a:pt x="65927" y="109400"/>
                  </a:lnTo>
                  <a:lnTo>
                    <a:pt x="64971" y="107967"/>
                  </a:lnTo>
                  <a:lnTo>
                    <a:pt x="64016" y="107012"/>
                  </a:lnTo>
                  <a:lnTo>
                    <a:pt x="64971" y="105578"/>
                  </a:lnTo>
                  <a:lnTo>
                    <a:pt x="65927" y="104623"/>
                  </a:lnTo>
                  <a:lnTo>
                    <a:pt x="69271" y="100801"/>
                  </a:lnTo>
                  <a:lnTo>
                    <a:pt x="69271" y="99846"/>
                  </a:lnTo>
                  <a:lnTo>
                    <a:pt x="69271" y="98412"/>
                  </a:lnTo>
                  <a:lnTo>
                    <a:pt x="71659" y="94590"/>
                  </a:lnTo>
                  <a:lnTo>
                    <a:pt x="73093" y="89335"/>
                  </a:lnTo>
                  <a:lnTo>
                    <a:pt x="73570" y="88380"/>
                  </a:lnTo>
                  <a:lnTo>
                    <a:pt x="75004" y="85991"/>
                  </a:lnTo>
                  <a:lnTo>
                    <a:pt x="76914" y="82647"/>
                  </a:lnTo>
                  <a:lnTo>
                    <a:pt x="80258" y="82170"/>
                  </a:lnTo>
                  <a:lnTo>
                    <a:pt x="81692" y="81214"/>
                  </a:lnTo>
                  <a:lnTo>
                    <a:pt x="83125" y="79781"/>
                  </a:lnTo>
                  <a:lnTo>
                    <a:pt x="83125" y="79781"/>
                  </a:lnTo>
                  <a:lnTo>
                    <a:pt x="84080" y="78348"/>
                  </a:lnTo>
                  <a:lnTo>
                    <a:pt x="84558" y="77392"/>
                  </a:lnTo>
                  <a:lnTo>
                    <a:pt x="85036" y="75004"/>
                  </a:lnTo>
                  <a:lnTo>
                    <a:pt x="85514" y="72137"/>
                  </a:lnTo>
                  <a:lnTo>
                    <a:pt x="85991" y="69748"/>
                  </a:lnTo>
                  <a:lnTo>
                    <a:pt x="86947" y="67360"/>
                  </a:lnTo>
                  <a:lnTo>
                    <a:pt x="88858" y="66405"/>
                  </a:lnTo>
                  <a:lnTo>
                    <a:pt x="92202" y="65449"/>
                  </a:lnTo>
                  <a:lnTo>
                    <a:pt x="92680" y="64971"/>
                  </a:lnTo>
                  <a:lnTo>
                    <a:pt x="93157" y="63538"/>
                  </a:lnTo>
                  <a:lnTo>
                    <a:pt x="93157" y="60194"/>
                  </a:lnTo>
                  <a:lnTo>
                    <a:pt x="93157" y="58283"/>
                  </a:lnTo>
                  <a:lnTo>
                    <a:pt x="93635" y="57805"/>
                  </a:lnTo>
                  <a:lnTo>
                    <a:pt x="94113" y="56372"/>
                  </a:lnTo>
                  <a:lnTo>
                    <a:pt x="96979" y="53983"/>
                  </a:lnTo>
                  <a:lnTo>
                    <a:pt x="97935" y="49684"/>
                  </a:lnTo>
                  <a:lnTo>
                    <a:pt x="99368" y="45862"/>
                  </a:lnTo>
                  <a:lnTo>
                    <a:pt x="102234" y="41085"/>
                  </a:lnTo>
                  <a:lnTo>
                    <a:pt x="106056" y="35830"/>
                  </a:lnTo>
                  <a:lnTo>
                    <a:pt x="107967" y="34397"/>
                  </a:lnTo>
                  <a:lnTo>
                    <a:pt x="109400" y="33919"/>
                  </a:lnTo>
                  <a:lnTo>
                    <a:pt x="111311" y="33919"/>
                  </a:lnTo>
                  <a:lnTo>
                    <a:pt x="112266" y="33441"/>
                  </a:lnTo>
                  <a:lnTo>
                    <a:pt x="116566" y="31052"/>
                  </a:lnTo>
                  <a:lnTo>
                    <a:pt x="117999" y="30097"/>
                  </a:lnTo>
                  <a:lnTo>
                    <a:pt x="119432" y="29619"/>
                  </a:lnTo>
                  <a:lnTo>
                    <a:pt x="119910" y="28664"/>
                  </a:lnTo>
                  <a:lnTo>
                    <a:pt x="119910" y="27708"/>
                  </a:lnTo>
                  <a:lnTo>
                    <a:pt x="119432" y="24842"/>
                  </a:lnTo>
                  <a:lnTo>
                    <a:pt x="120388" y="23409"/>
                  </a:lnTo>
                  <a:lnTo>
                    <a:pt x="120865" y="20542"/>
                  </a:lnTo>
                  <a:lnTo>
                    <a:pt x="120865" y="18154"/>
                  </a:lnTo>
                  <a:lnTo>
                    <a:pt x="120865" y="17198"/>
                  </a:lnTo>
                  <a:lnTo>
                    <a:pt x="119910" y="16243"/>
                  </a:lnTo>
                  <a:lnTo>
                    <a:pt x="119910" y="15765"/>
                  </a:lnTo>
                  <a:lnTo>
                    <a:pt x="118477" y="14332"/>
                  </a:lnTo>
                  <a:lnTo>
                    <a:pt x="116566" y="13854"/>
                  </a:lnTo>
                  <a:lnTo>
                    <a:pt x="113700" y="13376"/>
                  </a:lnTo>
                  <a:lnTo>
                    <a:pt x="112266" y="12899"/>
                  </a:lnTo>
                  <a:lnTo>
                    <a:pt x="112266" y="11943"/>
                  </a:lnTo>
                  <a:lnTo>
                    <a:pt x="111789" y="10988"/>
                  </a:lnTo>
                  <a:lnTo>
                    <a:pt x="111789" y="10510"/>
                  </a:lnTo>
                  <a:lnTo>
                    <a:pt x="111311" y="8599"/>
                  </a:lnTo>
                  <a:lnTo>
                    <a:pt x="109400" y="0"/>
                  </a:lnTo>
                  <a:lnTo>
                    <a:pt x="113222" y="0"/>
                  </a:lnTo>
                  <a:lnTo>
                    <a:pt x="117521" y="956"/>
                  </a:lnTo>
                  <a:lnTo>
                    <a:pt x="118477" y="1911"/>
                  </a:lnTo>
                  <a:lnTo>
                    <a:pt x="118955" y="4777"/>
                  </a:lnTo>
                  <a:lnTo>
                    <a:pt x="120865" y="6688"/>
                  </a:lnTo>
                  <a:lnTo>
                    <a:pt x="123254" y="8121"/>
                  </a:lnTo>
                  <a:lnTo>
                    <a:pt x="125165" y="10988"/>
                  </a:lnTo>
                  <a:lnTo>
                    <a:pt x="125643" y="15287"/>
                  </a:lnTo>
                  <a:lnTo>
                    <a:pt x="127554" y="17676"/>
                  </a:lnTo>
                  <a:lnTo>
                    <a:pt x="127554" y="18154"/>
                  </a:lnTo>
                  <a:lnTo>
                    <a:pt x="129465" y="21975"/>
                  </a:lnTo>
                  <a:lnTo>
                    <a:pt x="129942" y="22931"/>
                  </a:lnTo>
                  <a:lnTo>
                    <a:pt x="129942" y="25320"/>
                  </a:lnTo>
                  <a:lnTo>
                    <a:pt x="129942" y="26753"/>
                  </a:lnTo>
                  <a:lnTo>
                    <a:pt x="130420" y="28664"/>
                  </a:lnTo>
                  <a:lnTo>
                    <a:pt x="129465" y="31530"/>
                  </a:lnTo>
                  <a:lnTo>
                    <a:pt x="128987" y="33441"/>
                  </a:lnTo>
                  <a:lnTo>
                    <a:pt x="128987" y="36307"/>
                  </a:lnTo>
                  <a:lnTo>
                    <a:pt x="129465" y="41085"/>
                  </a:lnTo>
                  <a:lnTo>
                    <a:pt x="130898" y="44907"/>
                  </a:lnTo>
                  <a:lnTo>
                    <a:pt x="132331" y="47773"/>
                  </a:lnTo>
                  <a:lnTo>
                    <a:pt x="133764" y="50162"/>
                  </a:lnTo>
                  <a:lnTo>
                    <a:pt x="136153" y="53028"/>
                  </a:lnTo>
                  <a:lnTo>
                    <a:pt x="138542" y="55417"/>
                  </a:lnTo>
                  <a:lnTo>
                    <a:pt x="140930" y="56850"/>
                  </a:lnTo>
                  <a:lnTo>
                    <a:pt x="139019" y="57805"/>
                  </a:lnTo>
                  <a:lnTo>
                    <a:pt x="134720" y="57805"/>
                  </a:lnTo>
                  <a:lnTo>
                    <a:pt x="131853" y="57328"/>
                  </a:lnTo>
                  <a:lnTo>
                    <a:pt x="130898" y="57328"/>
                  </a:lnTo>
                  <a:lnTo>
                    <a:pt x="129465" y="57328"/>
                  </a:lnTo>
                  <a:lnTo>
                    <a:pt x="125165" y="57805"/>
                  </a:lnTo>
                  <a:lnTo>
                    <a:pt x="120388" y="57805"/>
                  </a:lnTo>
                  <a:lnTo>
                    <a:pt x="116088" y="57328"/>
                  </a:lnTo>
                  <a:lnTo>
                    <a:pt x="113222" y="57328"/>
                  </a:lnTo>
                  <a:lnTo>
                    <a:pt x="111311" y="58761"/>
                  </a:lnTo>
                  <a:lnTo>
                    <a:pt x="109400" y="60672"/>
                  </a:lnTo>
                  <a:lnTo>
                    <a:pt x="107967" y="62582"/>
                  </a:lnTo>
                  <a:lnTo>
                    <a:pt x="108445" y="64493"/>
                  </a:lnTo>
                  <a:lnTo>
                    <a:pt x="109400" y="65449"/>
                  </a:lnTo>
                  <a:lnTo>
                    <a:pt x="111789" y="67838"/>
                  </a:lnTo>
                  <a:lnTo>
                    <a:pt x="113700" y="70226"/>
                  </a:lnTo>
                  <a:lnTo>
                    <a:pt x="115133" y="71659"/>
                  </a:lnTo>
                  <a:lnTo>
                    <a:pt x="118955" y="75004"/>
                  </a:lnTo>
                  <a:lnTo>
                    <a:pt x="122777" y="77870"/>
                  </a:lnTo>
                  <a:lnTo>
                    <a:pt x="123732" y="78348"/>
                  </a:lnTo>
                  <a:lnTo>
                    <a:pt x="124687" y="78825"/>
                  </a:lnTo>
                  <a:lnTo>
                    <a:pt x="125643" y="78825"/>
                  </a:lnTo>
                  <a:lnTo>
                    <a:pt x="127554" y="80736"/>
                  </a:lnTo>
                  <a:lnTo>
                    <a:pt x="130420" y="83125"/>
                  </a:lnTo>
                  <a:lnTo>
                    <a:pt x="133287" y="87424"/>
                  </a:lnTo>
                  <a:lnTo>
                    <a:pt x="135197" y="92202"/>
                  </a:lnTo>
                  <a:lnTo>
                    <a:pt x="137108" y="96024"/>
                  </a:lnTo>
                  <a:lnTo>
                    <a:pt x="137586" y="96979"/>
                  </a:lnTo>
                  <a:lnTo>
                    <a:pt x="139019" y="97457"/>
                  </a:lnTo>
                  <a:lnTo>
                    <a:pt x="139497" y="98412"/>
                  </a:lnTo>
                  <a:lnTo>
                    <a:pt x="139019" y="99846"/>
                  </a:lnTo>
                  <a:lnTo>
                    <a:pt x="138542" y="100801"/>
                  </a:lnTo>
                  <a:lnTo>
                    <a:pt x="137586" y="102234"/>
                  </a:lnTo>
                  <a:lnTo>
                    <a:pt x="137586" y="102234"/>
                  </a:lnTo>
                  <a:lnTo>
                    <a:pt x="135675" y="105100"/>
                  </a:lnTo>
                  <a:lnTo>
                    <a:pt x="133287" y="107012"/>
                  </a:lnTo>
                  <a:lnTo>
                    <a:pt x="132331" y="107967"/>
                  </a:lnTo>
                  <a:lnTo>
                    <a:pt x="131853" y="109400"/>
                  </a:lnTo>
                  <a:lnTo>
                    <a:pt x="131376" y="110355"/>
                  </a:lnTo>
                  <a:lnTo>
                    <a:pt x="129942" y="113222"/>
                  </a:lnTo>
                  <a:lnTo>
                    <a:pt x="128987" y="115611"/>
                  </a:lnTo>
                  <a:lnTo>
                    <a:pt x="128031" y="116566"/>
                  </a:lnTo>
                  <a:lnTo>
                    <a:pt x="125643" y="119910"/>
                  </a:lnTo>
                  <a:lnTo>
                    <a:pt x="123732" y="123254"/>
                  </a:lnTo>
                  <a:lnTo>
                    <a:pt x="123732" y="124210"/>
                  </a:lnTo>
                  <a:lnTo>
                    <a:pt x="123254" y="124687"/>
                  </a:lnTo>
                  <a:lnTo>
                    <a:pt x="122299" y="125165"/>
                  </a:lnTo>
                  <a:lnTo>
                    <a:pt x="119432" y="126598"/>
                  </a:lnTo>
                  <a:lnTo>
                    <a:pt x="118477" y="127076"/>
                  </a:lnTo>
                  <a:lnTo>
                    <a:pt x="117999" y="127554"/>
                  </a:lnTo>
                  <a:lnTo>
                    <a:pt x="117044" y="128509"/>
                  </a:lnTo>
                  <a:lnTo>
                    <a:pt x="117044" y="128987"/>
                  </a:lnTo>
                  <a:lnTo>
                    <a:pt x="117521" y="130420"/>
                  </a:lnTo>
                  <a:lnTo>
                    <a:pt x="118477" y="131376"/>
                  </a:lnTo>
                  <a:lnTo>
                    <a:pt x="118955" y="131376"/>
                  </a:lnTo>
                  <a:lnTo>
                    <a:pt x="119910" y="131376"/>
                  </a:lnTo>
                  <a:lnTo>
                    <a:pt x="120388" y="131853"/>
                  </a:lnTo>
                  <a:lnTo>
                    <a:pt x="120388" y="132331"/>
                  </a:lnTo>
                  <a:lnTo>
                    <a:pt x="120388" y="139019"/>
                  </a:lnTo>
                  <a:lnTo>
                    <a:pt x="119910" y="139975"/>
                  </a:lnTo>
                  <a:lnTo>
                    <a:pt x="119910" y="140453"/>
                  </a:lnTo>
                  <a:lnTo>
                    <a:pt x="119432" y="141886"/>
                  </a:lnTo>
                  <a:lnTo>
                    <a:pt x="119432" y="142841"/>
                  </a:lnTo>
                  <a:lnTo>
                    <a:pt x="119910" y="143319"/>
                  </a:lnTo>
                  <a:lnTo>
                    <a:pt x="120388" y="143796"/>
                  </a:lnTo>
                  <a:lnTo>
                    <a:pt x="120865" y="144752"/>
                  </a:lnTo>
                  <a:lnTo>
                    <a:pt x="121343" y="146663"/>
                  </a:lnTo>
                  <a:lnTo>
                    <a:pt x="122299" y="154307"/>
                  </a:lnTo>
                  <a:lnTo>
                    <a:pt x="122777" y="155262"/>
                  </a:lnTo>
                  <a:lnTo>
                    <a:pt x="123732" y="156218"/>
                  </a:lnTo>
                  <a:lnTo>
                    <a:pt x="126121" y="157651"/>
                  </a:lnTo>
                  <a:lnTo>
                    <a:pt x="128509" y="159562"/>
                  </a:lnTo>
                  <a:lnTo>
                    <a:pt x="129465" y="160995"/>
                  </a:lnTo>
                  <a:lnTo>
                    <a:pt x="129942" y="163384"/>
                  </a:lnTo>
                  <a:lnTo>
                    <a:pt x="130898" y="164817"/>
                  </a:lnTo>
                  <a:lnTo>
                    <a:pt x="130898" y="165772"/>
                  </a:lnTo>
                  <a:lnTo>
                    <a:pt x="130420" y="165772"/>
                  </a:lnTo>
                  <a:lnTo>
                    <a:pt x="129465" y="165772"/>
                  </a:lnTo>
                  <a:lnTo>
                    <a:pt x="128987" y="165772"/>
                  </a:lnTo>
                  <a:lnTo>
                    <a:pt x="129465" y="167205"/>
                  </a:lnTo>
                  <a:lnTo>
                    <a:pt x="130898" y="169116"/>
                  </a:lnTo>
                  <a:lnTo>
                    <a:pt x="132809" y="171505"/>
                  </a:lnTo>
                  <a:lnTo>
                    <a:pt x="135197" y="173894"/>
                  </a:lnTo>
                  <a:lnTo>
                    <a:pt x="137108" y="175804"/>
                  </a:lnTo>
                  <a:lnTo>
                    <a:pt x="139497" y="178193"/>
                  </a:lnTo>
                  <a:lnTo>
                    <a:pt x="141408" y="180104"/>
                  </a:lnTo>
                  <a:lnTo>
                    <a:pt x="143796" y="182015"/>
                  </a:lnTo>
                  <a:lnTo>
                    <a:pt x="145230" y="182493"/>
                  </a:lnTo>
                  <a:lnTo>
                    <a:pt x="146185" y="182493"/>
                  </a:lnTo>
                  <a:lnTo>
                    <a:pt x="146663" y="182970"/>
                  </a:lnTo>
                  <a:lnTo>
                    <a:pt x="147141" y="183926"/>
                  </a:lnTo>
                  <a:lnTo>
                    <a:pt x="148096" y="184881"/>
                  </a:lnTo>
                  <a:lnTo>
                    <a:pt x="149052" y="185837"/>
                  </a:lnTo>
                  <a:lnTo>
                    <a:pt x="149529" y="187270"/>
                  </a:lnTo>
                  <a:lnTo>
                    <a:pt x="149052" y="188226"/>
                  </a:lnTo>
                  <a:lnTo>
                    <a:pt x="149529" y="190136"/>
                  </a:lnTo>
                  <a:lnTo>
                    <a:pt x="149529" y="190136"/>
                  </a:lnTo>
                  <a:lnTo>
                    <a:pt x="150007" y="191092"/>
                  </a:lnTo>
                  <a:lnTo>
                    <a:pt x="150007" y="191569"/>
                  </a:lnTo>
                  <a:lnTo>
                    <a:pt x="150007" y="193958"/>
                  </a:lnTo>
                  <a:lnTo>
                    <a:pt x="150962" y="19586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4" name="Freeform 1993">
              <a:extLst>
                <a:ext uri="{FF2B5EF4-FFF2-40B4-BE49-F238E27FC236}">
                  <a16:creationId xmlns:a16="http://schemas.microsoft.com/office/drawing/2014/main" id="{610B191B-E24D-3BAA-2C49-538261FF04BD}"/>
                </a:ext>
              </a:extLst>
            </p:cNvPr>
            <p:cNvSpPr/>
            <p:nvPr/>
          </p:nvSpPr>
          <p:spPr>
            <a:xfrm>
              <a:off x="6196800" y="3815267"/>
              <a:ext cx="7165" cy="3821"/>
            </a:xfrm>
            <a:custGeom>
              <a:avLst/>
              <a:gdLst>
                <a:gd name="csX0" fmla="*/ 4777 w 7165"/>
                <a:gd name="csY0" fmla="*/ 478 h 3821"/>
                <a:gd name="csX1" fmla="*/ 7166 w 7165"/>
                <a:gd name="csY1" fmla="*/ 3822 h 3821"/>
                <a:gd name="csX2" fmla="*/ 4777 w 7165"/>
                <a:gd name="csY2" fmla="*/ 956 h 3821"/>
                <a:gd name="csX3" fmla="*/ 3344 w 7165"/>
                <a:gd name="csY3" fmla="*/ 0 h 3821"/>
                <a:gd name="csX4" fmla="*/ 1911 w 7165"/>
                <a:gd name="csY4" fmla="*/ 0 h 3821"/>
                <a:gd name="csX5" fmla="*/ 478 w 7165"/>
                <a:gd name="csY5" fmla="*/ 478 h 3821"/>
                <a:gd name="csX6" fmla="*/ 0 w 7165"/>
                <a:gd name="csY6" fmla="*/ 956 h 3821"/>
                <a:gd name="csX7" fmla="*/ 478 w 7165"/>
                <a:gd name="csY7" fmla="*/ 478 h 3821"/>
                <a:gd name="csX8" fmla="*/ 1911 w 7165"/>
                <a:gd name="csY8" fmla="*/ 0 h 3821"/>
                <a:gd name="csX9" fmla="*/ 3344 w 7165"/>
                <a:gd name="csY9" fmla="*/ 0 h 3821"/>
                <a:gd name="csX10" fmla="*/ 4777 w 7165"/>
                <a:gd name="csY10" fmla="*/ 478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165" h="3821">
                  <a:moveTo>
                    <a:pt x="4777" y="478"/>
                  </a:moveTo>
                  <a:lnTo>
                    <a:pt x="7166" y="3822"/>
                  </a:lnTo>
                  <a:lnTo>
                    <a:pt x="4777" y="956"/>
                  </a:lnTo>
                  <a:lnTo>
                    <a:pt x="3344" y="0"/>
                  </a:lnTo>
                  <a:lnTo>
                    <a:pt x="1911" y="0"/>
                  </a:lnTo>
                  <a:lnTo>
                    <a:pt x="478" y="478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3344" y="0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5" name="Freeform 1994">
              <a:extLst>
                <a:ext uri="{FF2B5EF4-FFF2-40B4-BE49-F238E27FC236}">
                  <a16:creationId xmlns:a16="http://schemas.microsoft.com/office/drawing/2014/main" id="{1CD872FF-EC26-8C2A-269E-2FB720660B69}"/>
                </a:ext>
              </a:extLst>
            </p:cNvPr>
            <p:cNvSpPr/>
            <p:nvPr/>
          </p:nvSpPr>
          <p:spPr>
            <a:xfrm>
              <a:off x="6201099" y="3785170"/>
              <a:ext cx="1433" cy="1910"/>
            </a:xfrm>
            <a:custGeom>
              <a:avLst/>
              <a:gdLst>
                <a:gd name="csX0" fmla="*/ 1433 w 1433"/>
                <a:gd name="csY0" fmla="*/ 0 h 1910"/>
                <a:gd name="csX1" fmla="*/ 0 w 1433"/>
                <a:gd name="csY1" fmla="*/ 1911 h 1910"/>
                <a:gd name="csX2" fmla="*/ 956 w 1433"/>
                <a:gd name="csY2" fmla="*/ 0 h 1910"/>
                <a:gd name="csX3" fmla="*/ 1433 w 1433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910">
                  <a:moveTo>
                    <a:pt x="1433" y="0"/>
                  </a:moveTo>
                  <a:lnTo>
                    <a:pt x="0" y="1911"/>
                  </a:lnTo>
                  <a:lnTo>
                    <a:pt x="956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6" name="Freeform 1995">
              <a:extLst>
                <a:ext uri="{FF2B5EF4-FFF2-40B4-BE49-F238E27FC236}">
                  <a16:creationId xmlns:a16="http://schemas.microsoft.com/office/drawing/2014/main" id="{EC3BE6F9-E792-E783-3427-A98BED5780BF}"/>
                </a:ext>
              </a:extLst>
            </p:cNvPr>
            <p:cNvSpPr/>
            <p:nvPr/>
          </p:nvSpPr>
          <p:spPr>
            <a:xfrm>
              <a:off x="5887231" y="4296818"/>
              <a:ext cx="312912" cy="225010"/>
            </a:xfrm>
            <a:custGeom>
              <a:avLst/>
              <a:gdLst>
                <a:gd name="csX0" fmla="*/ 312435 w 312912"/>
                <a:gd name="csY0" fmla="*/ 61149 h 225010"/>
                <a:gd name="csX1" fmla="*/ 312913 w 312912"/>
                <a:gd name="csY1" fmla="*/ 62105 h 225010"/>
                <a:gd name="csX2" fmla="*/ 312913 w 312912"/>
                <a:gd name="csY2" fmla="*/ 62583 h 225010"/>
                <a:gd name="csX3" fmla="*/ 309091 w 312912"/>
                <a:gd name="csY3" fmla="*/ 68793 h 225010"/>
                <a:gd name="csX4" fmla="*/ 308613 w 312912"/>
                <a:gd name="csY4" fmla="*/ 70704 h 225010"/>
                <a:gd name="csX5" fmla="*/ 307658 w 312912"/>
                <a:gd name="csY5" fmla="*/ 78348 h 225010"/>
                <a:gd name="csX6" fmla="*/ 307180 w 312912"/>
                <a:gd name="csY6" fmla="*/ 84081 h 225010"/>
                <a:gd name="csX7" fmla="*/ 306702 w 312912"/>
                <a:gd name="csY7" fmla="*/ 91724 h 225010"/>
                <a:gd name="csX8" fmla="*/ 305747 w 312912"/>
                <a:gd name="csY8" fmla="*/ 100323 h 225010"/>
                <a:gd name="csX9" fmla="*/ 305269 w 312912"/>
                <a:gd name="csY9" fmla="*/ 107967 h 225010"/>
                <a:gd name="csX10" fmla="*/ 304314 w 312912"/>
                <a:gd name="csY10" fmla="*/ 117999 h 225010"/>
                <a:gd name="csX11" fmla="*/ 303358 w 312912"/>
                <a:gd name="csY11" fmla="*/ 127554 h 225010"/>
                <a:gd name="csX12" fmla="*/ 298103 w 312912"/>
                <a:gd name="csY12" fmla="*/ 132809 h 225010"/>
                <a:gd name="csX13" fmla="*/ 289026 w 312912"/>
                <a:gd name="csY13" fmla="*/ 141886 h 225010"/>
                <a:gd name="csX14" fmla="*/ 281383 w 312912"/>
                <a:gd name="csY14" fmla="*/ 149529 h 225010"/>
                <a:gd name="csX15" fmla="*/ 277561 w 312912"/>
                <a:gd name="csY15" fmla="*/ 154307 h 225010"/>
                <a:gd name="csX16" fmla="*/ 270395 w 312912"/>
                <a:gd name="csY16" fmla="*/ 164339 h 225010"/>
                <a:gd name="csX17" fmla="*/ 267051 w 312912"/>
                <a:gd name="csY17" fmla="*/ 170549 h 225010"/>
                <a:gd name="csX18" fmla="*/ 264662 w 312912"/>
                <a:gd name="csY18" fmla="*/ 173894 h 225010"/>
                <a:gd name="csX19" fmla="*/ 263229 w 312912"/>
                <a:gd name="csY19" fmla="*/ 174849 h 225010"/>
                <a:gd name="csX20" fmla="*/ 264184 w 312912"/>
                <a:gd name="csY20" fmla="*/ 179626 h 225010"/>
                <a:gd name="csX21" fmla="*/ 266573 w 312912"/>
                <a:gd name="csY21" fmla="*/ 187748 h 225010"/>
                <a:gd name="csX22" fmla="*/ 262751 w 312912"/>
                <a:gd name="csY22" fmla="*/ 187748 h 225010"/>
                <a:gd name="csX23" fmla="*/ 260840 w 312912"/>
                <a:gd name="csY23" fmla="*/ 188226 h 225010"/>
                <a:gd name="csX24" fmla="*/ 257974 w 312912"/>
                <a:gd name="csY24" fmla="*/ 190136 h 225010"/>
                <a:gd name="csX25" fmla="*/ 255108 w 312912"/>
                <a:gd name="csY25" fmla="*/ 190614 h 225010"/>
                <a:gd name="csX26" fmla="*/ 251763 w 312912"/>
                <a:gd name="csY26" fmla="*/ 192525 h 225010"/>
                <a:gd name="csX27" fmla="*/ 249375 w 312912"/>
                <a:gd name="csY27" fmla="*/ 193480 h 225010"/>
                <a:gd name="csX28" fmla="*/ 247464 w 312912"/>
                <a:gd name="csY28" fmla="*/ 194914 h 225010"/>
                <a:gd name="csX29" fmla="*/ 244598 w 312912"/>
                <a:gd name="csY29" fmla="*/ 197302 h 225010"/>
                <a:gd name="csX30" fmla="*/ 244598 w 312912"/>
                <a:gd name="csY30" fmla="*/ 197302 h 225010"/>
                <a:gd name="csX31" fmla="*/ 243642 w 312912"/>
                <a:gd name="csY31" fmla="*/ 199213 h 225010"/>
                <a:gd name="csX32" fmla="*/ 240776 w 312912"/>
                <a:gd name="csY32" fmla="*/ 199213 h 225010"/>
                <a:gd name="csX33" fmla="*/ 236954 w 312912"/>
                <a:gd name="csY33" fmla="*/ 199213 h 225010"/>
                <a:gd name="csX34" fmla="*/ 234087 w 312912"/>
                <a:gd name="csY34" fmla="*/ 197302 h 225010"/>
                <a:gd name="csX35" fmla="*/ 228355 w 312912"/>
                <a:gd name="csY35" fmla="*/ 195391 h 225010"/>
                <a:gd name="csX36" fmla="*/ 228355 w 312912"/>
                <a:gd name="csY36" fmla="*/ 195391 h 225010"/>
                <a:gd name="csX37" fmla="*/ 224533 w 312912"/>
                <a:gd name="csY37" fmla="*/ 194436 h 225010"/>
                <a:gd name="csX38" fmla="*/ 223100 w 312912"/>
                <a:gd name="csY38" fmla="*/ 193958 h 225010"/>
                <a:gd name="csX39" fmla="*/ 214023 w 312912"/>
                <a:gd name="csY39" fmla="*/ 193958 h 225010"/>
                <a:gd name="csX40" fmla="*/ 204468 w 312912"/>
                <a:gd name="csY40" fmla="*/ 194436 h 225010"/>
                <a:gd name="csX41" fmla="*/ 199213 w 312912"/>
                <a:gd name="csY41" fmla="*/ 195391 h 225010"/>
                <a:gd name="csX42" fmla="*/ 198736 w 312912"/>
                <a:gd name="csY42" fmla="*/ 195869 h 225010"/>
                <a:gd name="csX43" fmla="*/ 195869 w 312912"/>
                <a:gd name="csY43" fmla="*/ 196825 h 225010"/>
                <a:gd name="csX44" fmla="*/ 193480 w 312912"/>
                <a:gd name="csY44" fmla="*/ 198258 h 225010"/>
                <a:gd name="csX45" fmla="*/ 187270 w 312912"/>
                <a:gd name="csY45" fmla="*/ 204468 h 225010"/>
                <a:gd name="csX46" fmla="*/ 179149 w 312912"/>
                <a:gd name="csY46" fmla="*/ 203991 h 225010"/>
                <a:gd name="csX47" fmla="*/ 174371 w 312912"/>
                <a:gd name="csY47" fmla="*/ 203513 h 225010"/>
                <a:gd name="csX48" fmla="*/ 170072 w 312912"/>
                <a:gd name="csY48" fmla="*/ 202557 h 225010"/>
                <a:gd name="csX49" fmla="*/ 164339 w 312912"/>
                <a:gd name="csY49" fmla="*/ 199691 h 225010"/>
                <a:gd name="csX50" fmla="*/ 157173 w 312912"/>
                <a:gd name="csY50" fmla="*/ 195391 h 225010"/>
                <a:gd name="csX51" fmla="*/ 154307 w 312912"/>
                <a:gd name="csY51" fmla="*/ 194914 h 225010"/>
                <a:gd name="csX52" fmla="*/ 151918 w 312912"/>
                <a:gd name="csY52" fmla="*/ 194436 h 225010"/>
                <a:gd name="csX53" fmla="*/ 151918 w 312912"/>
                <a:gd name="csY53" fmla="*/ 194436 h 225010"/>
                <a:gd name="csX54" fmla="*/ 150963 w 312912"/>
                <a:gd name="csY54" fmla="*/ 194436 h 225010"/>
                <a:gd name="csX55" fmla="*/ 150963 w 312912"/>
                <a:gd name="csY55" fmla="*/ 194436 h 225010"/>
                <a:gd name="csX56" fmla="*/ 142363 w 312912"/>
                <a:gd name="csY56" fmla="*/ 198736 h 225010"/>
                <a:gd name="csX57" fmla="*/ 140930 w 312912"/>
                <a:gd name="csY57" fmla="*/ 198736 h 225010"/>
                <a:gd name="csX58" fmla="*/ 139019 w 312912"/>
                <a:gd name="csY58" fmla="*/ 199213 h 225010"/>
                <a:gd name="csX59" fmla="*/ 137586 w 312912"/>
                <a:gd name="csY59" fmla="*/ 200169 h 225010"/>
                <a:gd name="csX60" fmla="*/ 136631 w 312912"/>
                <a:gd name="csY60" fmla="*/ 200646 h 225010"/>
                <a:gd name="csX61" fmla="*/ 135675 w 312912"/>
                <a:gd name="csY61" fmla="*/ 200646 h 225010"/>
                <a:gd name="csX62" fmla="*/ 134242 w 312912"/>
                <a:gd name="csY62" fmla="*/ 200646 h 225010"/>
                <a:gd name="csX63" fmla="*/ 132809 w 312912"/>
                <a:gd name="csY63" fmla="*/ 200169 h 225010"/>
                <a:gd name="csX64" fmla="*/ 131376 w 312912"/>
                <a:gd name="csY64" fmla="*/ 198736 h 225010"/>
                <a:gd name="csX65" fmla="*/ 128031 w 312912"/>
                <a:gd name="csY65" fmla="*/ 193958 h 225010"/>
                <a:gd name="csX66" fmla="*/ 127076 w 312912"/>
                <a:gd name="csY66" fmla="*/ 193003 h 225010"/>
                <a:gd name="csX67" fmla="*/ 125643 w 312912"/>
                <a:gd name="csY67" fmla="*/ 191570 h 225010"/>
                <a:gd name="csX68" fmla="*/ 123254 w 312912"/>
                <a:gd name="csY68" fmla="*/ 189659 h 225010"/>
                <a:gd name="csX69" fmla="*/ 121343 w 312912"/>
                <a:gd name="csY69" fmla="*/ 188703 h 225010"/>
                <a:gd name="csX70" fmla="*/ 120388 w 312912"/>
                <a:gd name="csY70" fmla="*/ 188226 h 225010"/>
                <a:gd name="csX71" fmla="*/ 118955 w 312912"/>
                <a:gd name="csY71" fmla="*/ 188226 h 225010"/>
                <a:gd name="csX72" fmla="*/ 112266 w 312912"/>
                <a:gd name="csY72" fmla="*/ 186314 h 225010"/>
                <a:gd name="csX73" fmla="*/ 105578 w 312912"/>
                <a:gd name="csY73" fmla="*/ 184404 h 225010"/>
                <a:gd name="csX74" fmla="*/ 104145 w 312912"/>
                <a:gd name="csY74" fmla="*/ 184881 h 225010"/>
                <a:gd name="csX75" fmla="*/ 102712 w 312912"/>
                <a:gd name="csY75" fmla="*/ 185359 h 225010"/>
                <a:gd name="csX76" fmla="*/ 100323 w 312912"/>
                <a:gd name="csY76" fmla="*/ 186792 h 225010"/>
                <a:gd name="csX77" fmla="*/ 97457 w 312912"/>
                <a:gd name="csY77" fmla="*/ 186792 h 225010"/>
                <a:gd name="csX78" fmla="*/ 94113 w 312912"/>
                <a:gd name="csY78" fmla="*/ 186792 h 225010"/>
                <a:gd name="csX79" fmla="*/ 92202 w 312912"/>
                <a:gd name="csY79" fmla="*/ 186792 h 225010"/>
                <a:gd name="csX80" fmla="*/ 88858 w 312912"/>
                <a:gd name="csY80" fmla="*/ 187270 h 225010"/>
                <a:gd name="csX81" fmla="*/ 86947 w 312912"/>
                <a:gd name="csY81" fmla="*/ 187748 h 225010"/>
                <a:gd name="csX82" fmla="*/ 84081 w 312912"/>
                <a:gd name="csY82" fmla="*/ 188703 h 225010"/>
                <a:gd name="csX83" fmla="*/ 82647 w 312912"/>
                <a:gd name="csY83" fmla="*/ 190136 h 225010"/>
                <a:gd name="csX84" fmla="*/ 80736 w 312912"/>
                <a:gd name="csY84" fmla="*/ 191570 h 225010"/>
                <a:gd name="csX85" fmla="*/ 79781 w 312912"/>
                <a:gd name="csY85" fmla="*/ 192047 h 225010"/>
                <a:gd name="csX86" fmla="*/ 78825 w 312912"/>
                <a:gd name="csY86" fmla="*/ 192047 h 225010"/>
                <a:gd name="csX87" fmla="*/ 78825 w 312912"/>
                <a:gd name="csY87" fmla="*/ 192047 h 225010"/>
                <a:gd name="csX88" fmla="*/ 77392 w 312912"/>
                <a:gd name="csY88" fmla="*/ 199691 h 225010"/>
                <a:gd name="csX89" fmla="*/ 76437 w 312912"/>
                <a:gd name="csY89" fmla="*/ 202080 h 225010"/>
                <a:gd name="csX90" fmla="*/ 76437 w 312912"/>
                <a:gd name="csY90" fmla="*/ 202080 h 225010"/>
                <a:gd name="csX91" fmla="*/ 75004 w 312912"/>
                <a:gd name="csY91" fmla="*/ 204946 h 225010"/>
                <a:gd name="csX92" fmla="*/ 71182 w 312912"/>
                <a:gd name="csY92" fmla="*/ 207812 h 225010"/>
                <a:gd name="csX93" fmla="*/ 68793 w 312912"/>
                <a:gd name="csY93" fmla="*/ 209723 h 225010"/>
                <a:gd name="csX94" fmla="*/ 68793 w 312912"/>
                <a:gd name="csY94" fmla="*/ 211634 h 225010"/>
                <a:gd name="csX95" fmla="*/ 68793 w 312912"/>
                <a:gd name="csY95" fmla="*/ 215456 h 225010"/>
                <a:gd name="csX96" fmla="*/ 68793 w 312912"/>
                <a:gd name="csY96" fmla="*/ 218322 h 225010"/>
                <a:gd name="csX97" fmla="*/ 68793 w 312912"/>
                <a:gd name="csY97" fmla="*/ 219756 h 225010"/>
                <a:gd name="csX98" fmla="*/ 68315 w 312912"/>
                <a:gd name="csY98" fmla="*/ 220711 h 225010"/>
                <a:gd name="csX99" fmla="*/ 68315 w 312912"/>
                <a:gd name="csY99" fmla="*/ 221189 h 225010"/>
                <a:gd name="csX100" fmla="*/ 68315 w 312912"/>
                <a:gd name="csY100" fmla="*/ 222622 h 225010"/>
                <a:gd name="csX101" fmla="*/ 68793 w 312912"/>
                <a:gd name="csY101" fmla="*/ 223100 h 225010"/>
                <a:gd name="csX102" fmla="*/ 69271 w 312912"/>
                <a:gd name="csY102" fmla="*/ 223577 h 225010"/>
                <a:gd name="csX103" fmla="*/ 68793 w 312912"/>
                <a:gd name="csY103" fmla="*/ 224055 h 225010"/>
                <a:gd name="csX104" fmla="*/ 67838 w 312912"/>
                <a:gd name="csY104" fmla="*/ 225011 h 225010"/>
                <a:gd name="csX105" fmla="*/ 66405 w 312912"/>
                <a:gd name="csY105" fmla="*/ 223100 h 225010"/>
                <a:gd name="csX106" fmla="*/ 64971 w 312912"/>
                <a:gd name="csY106" fmla="*/ 222144 h 225010"/>
                <a:gd name="csX107" fmla="*/ 63060 w 312912"/>
                <a:gd name="csY107" fmla="*/ 221667 h 225010"/>
                <a:gd name="csX108" fmla="*/ 62105 w 312912"/>
                <a:gd name="csY108" fmla="*/ 220711 h 225010"/>
                <a:gd name="csX109" fmla="*/ 61149 w 312912"/>
                <a:gd name="csY109" fmla="*/ 219278 h 225010"/>
                <a:gd name="csX110" fmla="*/ 58761 w 312912"/>
                <a:gd name="csY110" fmla="*/ 216889 h 225010"/>
                <a:gd name="csX111" fmla="*/ 53506 w 312912"/>
                <a:gd name="csY111" fmla="*/ 212590 h 225010"/>
                <a:gd name="csX112" fmla="*/ 53028 w 312912"/>
                <a:gd name="csY112" fmla="*/ 212590 h 225010"/>
                <a:gd name="csX113" fmla="*/ 52073 w 312912"/>
                <a:gd name="csY113" fmla="*/ 212112 h 225010"/>
                <a:gd name="csX114" fmla="*/ 50639 w 312912"/>
                <a:gd name="csY114" fmla="*/ 212590 h 225010"/>
                <a:gd name="csX115" fmla="*/ 49684 w 312912"/>
                <a:gd name="csY115" fmla="*/ 213545 h 225010"/>
                <a:gd name="csX116" fmla="*/ 49206 w 312912"/>
                <a:gd name="csY116" fmla="*/ 214023 h 225010"/>
                <a:gd name="csX117" fmla="*/ 48251 w 312912"/>
                <a:gd name="csY117" fmla="*/ 214023 h 225010"/>
                <a:gd name="csX118" fmla="*/ 45384 w 312912"/>
                <a:gd name="csY118" fmla="*/ 214501 h 225010"/>
                <a:gd name="csX119" fmla="*/ 43474 w 312912"/>
                <a:gd name="csY119" fmla="*/ 214978 h 225010"/>
                <a:gd name="csX120" fmla="*/ 43474 w 312912"/>
                <a:gd name="csY120" fmla="*/ 215934 h 225010"/>
                <a:gd name="csX121" fmla="*/ 44429 w 312912"/>
                <a:gd name="csY121" fmla="*/ 219278 h 225010"/>
                <a:gd name="csX122" fmla="*/ 43951 w 312912"/>
                <a:gd name="csY122" fmla="*/ 221189 h 225010"/>
                <a:gd name="csX123" fmla="*/ 42996 w 312912"/>
                <a:gd name="csY123" fmla="*/ 220233 h 225010"/>
                <a:gd name="csX124" fmla="*/ 40129 w 312912"/>
                <a:gd name="csY124" fmla="*/ 216889 h 225010"/>
                <a:gd name="csX125" fmla="*/ 37741 w 312912"/>
                <a:gd name="csY125" fmla="*/ 214023 h 225010"/>
                <a:gd name="csX126" fmla="*/ 37741 w 312912"/>
                <a:gd name="csY126" fmla="*/ 213545 h 225010"/>
                <a:gd name="csX127" fmla="*/ 37263 w 312912"/>
                <a:gd name="csY127" fmla="*/ 212590 h 225010"/>
                <a:gd name="csX128" fmla="*/ 37741 w 312912"/>
                <a:gd name="csY128" fmla="*/ 212112 h 225010"/>
                <a:gd name="csX129" fmla="*/ 38218 w 312912"/>
                <a:gd name="csY129" fmla="*/ 212112 h 225010"/>
                <a:gd name="csX130" fmla="*/ 40129 w 312912"/>
                <a:gd name="csY130" fmla="*/ 211634 h 225010"/>
                <a:gd name="csX131" fmla="*/ 40607 w 312912"/>
                <a:gd name="csY131" fmla="*/ 211634 h 225010"/>
                <a:gd name="csX132" fmla="*/ 40607 w 312912"/>
                <a:gd name="csY132" fmla="*/ 210679 h 225010"/>
                <a:gd name="csX133" fmla="*/ 40607 w 312912"/>
                <a:gd name="csY133" fmla="*/ 209245 h 225010"/>
                <a:gd name="csX134" fmla="*/ 39174 w 312912"/>
                <a:gd name="csY134" fmla="*/ 207335 h 225010"/>
                <a:gd name="csX135" fmla="*/ 38218 w 312912"/>
                <a:gd name="csY135" fmla="*/ 206379 h 225010"/>
                <a:gd name="csX136" fmla="*/ 37741 w 312912"/>
                <a:gd name="csY136" fmla="*/ 205902 h 225010"/>
                <a:gd name="csX137" fmla="*/ 36308 w 312912"/>
                <a:gd name="csY137" fmla="*/ 205902 h 225010"/>
                <a:gd name="csX138" fmla="*/ 35352 w 312912"/>
                <a:gd name="csY138" fmla="*/ 206379 h 225010"/>
                <a:gd name="csX139" fmla="*/ 32963 w 312912"/>
                <a:gd name="csY139" fmla="*/ 207812 h 225010"/>
                <a:gd name="csX140" fmla="*/ 32008 w 312912"/>
                <a:gd name="csY140" fmla="*/ 207812 h 225010"/>
                <a:gd name="csX141" fmla="*/ 29619 w 312912"/>
                <a:gd name="csY141" fmla="*/ 207812 h 225010"/>
                <a:gd name="csX142" fmla="*/ 27708 w 312912"/>
                <a:gd name="csY142" fmla="*/ 207335 h 225010"/>
                <a:gd name="csX143" fmla="*/ 26275 w 312912"/>
                <a:gd name="csY143" fmla="*/ 206857 h 225010"/>
                <a:gd name="csX144" fmla="*/ 22453 w 312912"/>
                <a:gd name="csY144" fmla="*/ 203991 h 225010"/>
                <a:gd name="csX145" fmla="*/ 18154 w 312912"/>
                <a:gd name="csY145" fmla="*/ 200646 h 225010"/>
                <a:gd name="csX146" fmla="*/ 16243 w 312912"/>
                <a:gd name="csY146" fmla="*/ 200169 h 225010"/>
                <a:gd name="csX147" fmla="*/ 16243 w 312912"/>
                <a:gd name="csY147" fmla="*/ 200169 h 225010"/>
                <a:gd name="csX148" fmla="*/ 15765 w 312912"/>
                <a:gd name="csY148" fmla="*/ 197780 h 225010"/>
                <a:gd name="csX149" fmla="*/ 15765 w 312912"/>
                <a:gd name="csY149" fmla="*/ 194914 h 225010"/>
                <a:gd name="csX150" fmla="*/ 16243 w 312912"/>
                <a:gd name="csY150" fmla="*/ 193958 h 225010"/>
                <a:gd name="csX151" fmla="*/ 17676 w 312912"/>
                <a:gd name="csY151" fmla="*/ 194436 h 225010"/>
                <a:gd name="csX152" fmla="*/ 19587 w 312912"/>
                <a:gd name="csY152" fmla="*/ 194436 h 225010"/>
                <a:gd name="csX153" fmla="*/ 20542 w 312912"/>
                <a:gd name="csY153" fmla="*/ 193958 h 225010"/>
                <a:gd name="csX154" fmla="*/ 18632 w 312912"/>
                <a:gd name="csY154" fmla="*/ 193003 h 225010"/>
                <a:gd name="csX155" fmla="*/ 16721 w 312912"/>
                <a:gd name="csY155" fmla="*/ 192047 h 225010"/>
                <a:gd name="csX156" fmla="*/ 15765 w 312912"/>
                <a:gd name="csY156" fmla="*/ 190614 h 225010"/>
                <a:gd name="csX157" fmla="*/ 15287 w 312912"/>
                <a:gd name="csY157" fmla="*/ 190136 h 225010"/>
                <a:gd name="csX158" fmla="*/ 14332 w 312912"/>
                <a:gd name="csY158" fmla="*/ 189181 h 225010"/>
                <a:gd name="csX159" fmla="*/ 13376 w 312912"/>
                <a:gd name="csY159" fmla="*/ 189181 h 225010"/>
                <a:gd name="csX160" fmla="*/ 11943 w 312912"/>
                <a:gd name="csY160" fmla="*/ 188703 h 225010"/>
                <a:gd name="csX161" fmla="*/ 11466 w 312912"/>
                <a:gd name="csY161" fmla="*/ 188226 h 225010"/>
                <a:gd name="csX162" fmla="*/ 10032 w 312912"/>
                <a:gd name="csY162" fmla="*/ 188226 h 225010"/>
                <a:gd name="csX163" fmla="*/ 8599 w 312912"/>
                <a:gd name="csY163" fmla="*/ 187748 h 225010"/>
                <a:gd name="csX164" fmla="*/ 6688 w 312912"/>
                <a:gd name="csY164" fmla="*/ 185359 h 225010"/>
                <a:gd name="csX165" fmla="*/ 4777 w 312912"/>
                <a:gd name="csY165" fmla="*/ 182493 h 225010"/>
                <a:gd name="csX166" fmla="*/ 3822 w 312912"/>
                <a:gd name="csY166" fmla="*/ 180582 h 225010"/>
                <a:gd name="csX167" fmla="*/ 3344 w 312912"/>
                <a:gd name="csY167" fmla="*/ 179626 h 225010"/>
                <a:gd name="csX168" fmla="*/ 4300 w 312912"/>
                <a:gd name="csY168" fmla="*/ 177715 h 225010"/>
                <a:gd name="csX169" fmla="*/ 3344 w 312912"/>
                <a:gd name="csY169" fmla="*/ 176760 h 225010"/>
                <a:gd name="csX170" fmla="*/ 1433 w 312912"/>
                <a:gd name="csY170" fmla="*/ 174849 h 225010"/>
                <a:gd name="csX171" fmla="*/ 0 w 312912"/>
                <a:gd name="csY171" fmla="*/ 172938 h 225010"/>
                <a:gd name="csX172" fmla="*/ 0 w 312912"/>
                <a:gd name="csY172" fmla="*/ 170072 h 225010"/>
                <a:gd name="csX173" fmla="*/ 478 w 312912"/>
                <a:gd name="csY173" fmla="*/ 167683 h 225010"/>
                <a:gd name="csX174" fmla="*/ 478 w 312912"/>
                <a:gd name="csY174" fmla="*/ 166250 h 225010"/>
                <a:gd name="csX175" fmla="*/ 956 w 312912"/>
                <a:gd name="csY175" fmla="*/ 165295 h 225010"/>
                <a:gd name="csX176" fmla="*/ 956 w 312912"/>
                <a:gd name="csY176" fmla="*/ 164339 h 225010"/>
                <a:gd name="csX177" fmla="*/ 2389 w 312912"/>
                <a:gd name="csY177" fmla="*/ 163861 h 225010"/>
                <a:gd name="csX178" fmla="*/ 5255 w 312912"/>
                <a:gd name="csY178" fmla="*/ 163861 h 225010"/>
                <a:gd name="csX179" fmla="*/ 10510 w 312912"/>
                <a:gd name="csY179" fmla="*/ 164339 h 225010"/>
                <a:gd name="csX180" fmla="*/ 15287 w 312912"/>
                <a:gd name="csY180" fmla="*/ 163861 h 225010"/>
                <a:gd name="csX181" fmla="*/ 15765 w 312912"/>
                <a:gd name="csY181" fmla="*/ 163861 h 225010"/>
                <a:gd name="csX182" fmla="*/ 18632 w 312912"/>
                <a:gd name="csY182" fmla="*/ 160995 h 225010"/>
                <a:gd name="csX183" fmla="*/ 22453 w 312912"/>
                <a:gd name="csY183" fmla="*/ 158606 h 225010"/>
                <a:gd name="csX184" fmla="*/ 27708 w 312912"/>
                <a:gd name="csY184" fmla="*/ 158129 h 225010"/>
                <a:gd name="csX185" fmla="*/ 33441 w 312912"/>
                <a:gd name="csY185" fmla="*/ 157651 h 225010"/>
                <a:gd name="csX186" fmla="*/ 37741 w 312912"/>
                <a:gd name="csY186" fmla="*/ 157651 h 225010"/>
                <a:gd name="csX187" fmla="*/ 44429 w 312912"/>
                <a:gd name="csY187" fmla="*/ 157651 h 225010"/>
                <a:gd name="csX188" fmla="*/ 49684 w 312912"/>
                <a:gd name="csY188" fmla="*/ 157173 h 225010"/>
                <a:gd name="csX189" fmla="*/ 55894 w 312912"/>
                <a:gd name="csY189" fmla="*/ 157173 h 225010"/>
                <a:gd name="csX190" fmla="*/ 56372 w 312912"/>
                <a:gd name="csY190" fmla="*/ 155740 h 225010"/>
                <a:gd name="csX191" fmla="*/ 56372 w 312912"/>
                <a:gd name="csY191" fmla="*/ 155740 h 225010"/>
                <a:gd name="csX192" fmla="*/ 57328 w 312912"/>
                <a:gd name="csY192" fmla="*/ 155262 h 225010"/>
                <a:gd name="csX193" fmla="*/ 61627 w 312912"/>
                <a:gd name="csY193" fmla="*/ 156218 h 225010"/>
                <a:gd name="csX194" fmla="*/ 65927 w 312912"/>
                <a:gd name="csY194" fmla="*/ 156695 h 225010"/>
                <a:gd name="csX195" fmla="*/ 66405 w 312912"/>
                <a:gd name="csY195" fmla="*/ 154307 h 225010"/>
                <a:gd name="csX196" fmla="*/ 70226 w 312912"/>
                <a:gd name="csY196" fmla="*/ 151440 h 225010"/>
                <a:gd name="csX197" fmla="*/ 72137 w 312912"/>
                <a:gd name="csY197" fmla="*/ 150963 h 225010"/>
                <a:gd name="csX198" fmla="*/ 72615 w 312912"/>
                <a:gd name="csY198" fmla="*/ 150485 h 225010"/>
                <a:gd name="csX199" fmla="*/ 73570 w 312912"/>
                <a:gd name="csY199" fmla="*/ 149529 h 225010"/>
                <a:gd name="csX200" fmla="*/ 73570 w 312912"/>
                <a:gd name="csY200" fmla="*/ 147619 h 225010"/>
                <a:gd name="csX201" fmla="*/ 74048 w 312912"/>
                <a:gd name="csY201" fmla="*/ 146663 h 225010"/>
                <a:gd name="csX202" fmla="*/ 75004 w 312912"/>
                <a:gd name="csY202" fmla="*/ 145707 h 225010"/>
                <a:gd name="csX203" fmla="*/ 75481 w 312912"/>
                <a:gd name="csY203" fmla="*/ 144274 h 225010"/>
                <a:gd name="csX204" fmla="*/ 75959 w 312912"/>
                <a:gd name="csY204" fmla="*/ 140930 h 225010"/>
                <a:gd name="csX205" fmla="*/ 78348 w 312912"/>
                <a:gd name="csY205" fmla="*/ 138064 h 225010"/>
                <a:gd name="csX206" fmla="*/ 79303 w 312912"/>
                <a:gd name="csY206" fmla="*/ 133764 h 225010"/>
                <a:gd name="csX207" fmla="*/ 79781 w 312912"/>
                <a:gd name="csY207" fmla="*/ 129465 h 225010"/>
                <a:gd name="csX208" fmla="*/ 79781 w 312912"/>
                <a:gd name="csY208" fmla="*/ 126598 h 225010"/>
                <a:gd name="csX209" fmla="*/ 80258 w 312912"/>
                <a:gd name="csY209" fmla="*/ 126121 h 225010"/>
                <a:gd name="csX210" fmla="*/ 80258 w 312912"/>
                <a:gd name="csY210" fmla="*/ 120388 h 225010"/>
                <a:gd name="csX211" fmla="*/ 80258 w 312912"/>
                <a:gd name="csY211" fmla="*/ 114655 h 225010"/>
                <a:gd name="csX212" fmla="*/ 80258 w 312912"/>
                <a:gd name="csY212" fmla="*/ 110356 h 225010"/>
                <a:gd name="csX213" fmla="*/ 80258 w 312912"/>
                <a:gd name="csY213" fmla="*/ 104145 h 225010"/>
                <a:gd name="csX214" fmla="*/ 80258 w 312912"/>
                <a:gd name="csY214" fmla="*/ 98890 h 225010"/>
                <a:gd name="csX215" fmla="*/ 80258 w 312912"/>
                <a:gd name="csY215" fmla="*/ 93635 h 225010"/>
                <a:gd name="csX216" fmla="*/ 80258 w 312912"/>
                <a:gd name="csY216" fmla="*/ 88380 h 225010"/>
                <a:gd name="csX217" fmla="*/ 80258 w 312912"/>
                <a:gd name="csY217" fmla="*/ 85036 h 225010"/>
                <a:gd name="csX218" fmla="*/ 84558 w 312912"/>
                <a:gd name="csY218" fmla="*/ 84558 h 225010"/>
                <a:gd name="csX219" fmla="*/ 89335 w 312912"/>
                <a:gd name="csY219" fmla="*/ 83603 h 225010"/>
                <a:gd name="csX220" fmla="*/ 95546 w 312912"/>
                <a:gd name="csY220" fmla="*/ 82170 h 225010"/>
                <a:gd name="csX221" fmla="*/ 102712 w 312912"/>
                <a:gd name="csY221" fmla="*/ 81214 h 225010"/>
                <a:gd name="csX222" fmla="*/ 110356 w 312912"/>
                <a:gd name="csY222" fmla="*/ 79781 h 225010"/>
                <a:gd name="csX223" fmla="*/ 112266 w 312912"/>
                <a:gd name="csY223" fmla="*/ 78825 h 225010"/>
                <a:gd name="csX224" fmla="*/ 117999 w 312912"/>
                <a:gd name="csY224" fmla="*/ 74048 h 225010"/>
                <a:gd name="csX225" fmla="*/ 120865 w 312912"/>
                <a:gd name="csY225" fmla="*/ 71659 h 225010"/>
                <a:gd name="csX226" fmla="*/ 126121 w 312912"/>
                <a:gd name="csY226" fmla="*/ 67360 h 225010"/>
                <a:gd name="csX227" fmla="*/ 129942 w 312912"/>
                <a:gd name="csY227" fmla="*/ 64016 h 225010"/>
                <a:gd name="csX228" fmla="*/ 135197 w 312912"/>
                <a:gd name="csY228" fmla="*/ 59716 h 225010"/>
                <a:gd name="csX229" fmla="*/ 140453 w 312912"/>
                <a:gd name="csY229" fmla="*/ 55417 h 225010"/>
                <a:gd name="csX230" fmla="*/ 144752 w 312912"/>
                <a:gd name="csY230" fmla="*/ 52073 h 225010"/>
                <a:gd name="csX231" fmla="*/ 151440 w 312912"/>
                <a:gd name="csY231" fmla="*/ 47773 h 225010"/>
                <a:gd name="csX232" fmla="*/ 161950 w 312912"/>
                <a:gd name="csY232" fmla="*/ 42040 h 225010"/>
                <a:gd name="csX233" fmla="*/ 171983 w 312912"/>
                <a:gd name="csY233" fmla="*/ 35830 h 225010"/>
                <a:gd name="csX234" fmla="*/ 182493 w 312912"/>
                <a:gd name="csY234" fmla="*/ 30097 h 225010"/>
                <a:gd name="csX235" fmla="*/ 193003 w 312912"/>
                <a:gd name="csY235" fmla="*/ 23886 h 225010"/>
                <a:gd name="csX236" fmla="*/ 203035 w 312912"/>
                <a:gd name="csY236" fmla="*/ 18154 h 225010"/>
                <a:gd name="csX237" fmla="*/ 213545 w 312912"/>
                <a:gd name="csY237" fmla="*/ 12421 h 225010"/>
                <a:gd name="csX238" fmla="*/ 223577 w 312912"/>
                <a:gd name="csY238" fmla="*/ 6210 h 225010"/>
                <a:gd name="csX239" fmla="*/ 233610 w 312912"/>
                <a:gd name="csY239" fmla="*/ 0 h 225010"/>
                <a:gd name="csX240" fmla="*/ 244120 w 312912"/>
                <a:gd name="csY240" fmla="*/ 2389 h 225010"/>
                <a:gd name="csX241" fmla="*/ 254152 w 312912"/>
                <a:gd name="csY241" fmla="*/ 4777 h 225010"/>
                <a:gd name="csX242" fmla="*/ 263707 w 312912"/>
                <a:gd name="csY242" fmla="*/ 6688 h 225010"/>
                <a:gd name="csX243" fmla="*/ 266095 w 312912"/>
                <a:gd name="csY243" fmla="*/ 8121 h 225010"/>
                <a:gd name="csX244" fmla="*/ 271350 w 312912"/>
                <a:gd name="csY244" fmla="*/ 12421 h 225010"/>
                <a:gd name="csX245" fmla="*/ 278039 w 312912"/>
                <a:gd name="csY245" fmla="*/ 17676 h 225010"/>
                <a:gd name="csX246" fmla="*/ 278516 w 312912"/>
                <a:gd name="csY246" fmla="*/ 17676 h 225010"/>
                <a:gd name="csX247" fmla="*/ 278516 w 312912"/>
                <a:gd name="csY247" fmla="*/ 17676 h 225010"/>
                <a:gd name="csX248" fmla="*/ 285205 w 312912"/>
                <a:gd name="csY248" fmla="*/ 14810 h 225010"/>
                <a:gd name="csX249" fmla="*/ 293804 w 312912"/>
                <a:gd name="csY249" fmla="*/ 10510 h 225010"/>
                <a:gd name="csX250" fmla="*/ 295715 w 312912"/>
                <a:gd name="csY250" fmla="*/ 21976 h 225010"/>
                <a:gd name="csX251" fmla="*/ 297625 w 312912"/>
                <a:gd name="csY251" fmla="*/ 31530 h 225010"/>
                <a:gd name="csX252" fmla="*/ 297625 w 312912"/>
                <a:gd name="csY252" fmla="*/ 37741 h 225010"/>
                <a:gd name="csX253" fmla="*/ 297625 w 312912"/>
                <a:gd name="csY253" fmla="*/ 39174 h 225010"/>
                <a:gd name="csX254" fmla="*/ 298103 w 312912"/>
                <a:gd name="csY254" fmla="*/ 40129 h 225010"/>
                <a:gd name="csX255" fmla="*/ 300014 w 312912"/>
                <a:gd name="csY255" fmla="*/ 41563 h 225010"/>
                <a:gd name="csX256" fmla="*/ 306225 w 312912"/>
                <a:gd name="csY256" fmla="*/ 50162 h 225010"/>
                <a:gd name="csX257" fmla="*/ 304791 w 312912"/>
                <a:gd name="csY257" fmla="*/ 51595 h 225010"/>
                <a:gd name="csX258" fmla="*/ 305747 w 312912"/>
                <a:gd name="csY258" fmla="*/ 54461 h 225010"/>
                <a:gd name="csX259" fmla="*/ 307180 w 312912"/>
                <a:gd name="csY259" fmla="*/ 55894 h 225010"/>
                <a:gd name="csX260" fmla="*/ 312435 w 312912"/>
                <a:gd name="csY260" fmla="*/ 61149 h 2250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</a:cxnLst>
              <a:rect l="l" t="t" r="r" b="b"/>
              <a:pathLst>
                <a:path w="312912" h="225010">
                  <a:moveTo>
                    <a:pt x="312435" y="61149"/>
                  </a:moveTo>
                  <a:lnTo>
                    <a:pt x="312913" y="62105"/>
                  </a:lnTo>
                  <a:lnTo>
                    <a:pt x="312913" y="62583"/>
                  </a:lnTo>
                  <a:lnTo>
                    <a:pt x="309091" y="68793"/>
                  </a:lnTo>
                  <a:lnTo>
                    <a:pt x="308613" y="70704"/>
                  </a:lnTo>
                  <a:lnTo>
                    <a:pt x="307658" y="78348"/>
                  </a:lnTo>
                  <a:lnTo>
                    <a:pt x="307180" y="84081"/>
                  </a:lnTo>
                  <a:lnTo>
                    <a:pt x="306702" y="91724"/>
                  </a:lnTo>
                  <a:lnTo>
                    <a:pt x="305747" y="100323"/>
                  </a:lnTo>
                  <a:lnTo>
                    <a:pt x="305269" y="107967"/>
                  </a:lnTo>
                  <a:lnTo>
                    <a:pt x="304314" y="117999"/>
                  </a:lnTo>
                  <a:lnTo>
                    <a:pt x="303358" y="127554"/>
                  </a:lnTo>
                  <a:lnTo>
                    <a:pt x="298103" y="132809"/>
                  </a:lnTo>
                  <a:lnTo>
                    <a:pt x="289026" y="141886"/>
                  </a:lnTo>
                  <a:lnTo>
                    <a:pt x="281383" y="149529"/>
                  </a:lnTo>
                  <a:lnTo>
                    <a:pt x="277561" y="154307"/>
                  </a:lnTo>
                  <a:lnTo>
                    <a:pt x="270395" y="164339"/>
                  </a:lnTo>
                  <a:lnTo>
                    <a:pt x="267051" y="170549"/>
                  </a:lnTo>
                  <a:lnTo>
                    <a:pt x="264662" y="173894"/>
                  </a:lnTo>
                  <a:lnTo>
                    <a:pt x="263229" y="174849"/>
                  </a:lnTo>
                  <a:lnTo>
                    <a:pt x="264184" y="179626"/>
                  </a:lnTo>
                  <a:lnTo>
                    <a:pt x="266573" y="187748"/>
                  </a:lnTo>
                  <a:lnTo>
                    <a:pt x="262751" y="187748"/>
                  </a:lnTo>
                  <a:lnTo>
                    <a:pt x="260840" y="188226"/>
                  </a:lnTo>
                  <a:lnTo>
                    <a:pt x="257974" y="190136"/>
                  </a:lnTo>
                  <a:lnTo>
                    <a:pt x="255108" y="190614"/>
                  </a:lnTo>
                  <a:lnTo>
                    <a:pt x="251763" y="192525"/>
                  </a:lnTo>
                  <a:lnTo>
                    <a:pt x="249375" y="193480"/>
                  </a:lnTo>
                  <a:lnTo>
                    <a:pt x="247464" y="194914"/>
                  </a:lnTo>
                  <a:lnTo>
                    <a:pt x="244598" y="197302"/>
                  </a:lnTo>
                  <a:lnTo>
                    <a:pt x="244598" y="197302"/>
                  </a:lnTo>
                  <a:lnTo>
                    <a:pt x="243642" y="199213"/>
                  </a:lnTo>
                  <a:lnTo>
                    <a:pt x="240776" y="199213"/>
                  </a:lnTo>
                  <a:lnTo>
                    <a:pt x="236954" y="199213"/>
                  </a:lnTo>
                  <a:lnTo>
                    <a:pt x="234087" y="197302"/>
                  </a:lnTo>
                  <a:lnTo>
                    <a:pt x="228355" y="195391"/>
                  </a:lnTo>
                  <a:lnTo>
                    <a:pt x="228355" y="195391"/>
                  </a:lnTo>
                  <a:lnTo>
                    <a:pt x="224533" y="194436"/>
                  </a:lnTo>
                  <a:lnTo>
                    <a:pt x="223100" y="193958"/>
                  </a:lnTo>
                  <a:lnTo>
                    <a:pt x="214023" y="193958"/>
                  </a:lnTo>
                  <a:lnTo>
                    <a:pt x="204468" y="194436"/>
                  </a:lnTo>
                  <a:lnTo>
                    <a:pt x="199213" y="195391"/>
                  </a:lnTo>
                  <a:lnTo>
                    <a:pt x="198736" y="195869"/>
                  </a:lnTo>
                  <a:lnTo>
                    <a:pt x="195869" y="196825"/>
                  </a:lnTo>
                  <a:lnTo>
                    <a:pt x="193480" y="198258"/>
                  </a:lnTo>
                  <a:lnTo>
                    <a:pt x="187270" y="204468"/>
                  </a:lnTo>
                  <a:lnTo>
                    <a:pt x="179149" y="203991"/>
                  </a:lnTo>
                  <a:lnTo>
                    <a:pt x="174371" y="203513"/>
                  </a:lnTo>
                  <a:lnTo>
                    <a:pt x="170072" y="202557"/>
                  </a:lnTo>
                  <a:lnTo>
                    <a:pt x="164339" y="199691"/>
                  </a:lnTo>
                  <a:lnTo>
                    <a:pt x="157173" y="195391"/>
                  </a:lnTo>
                  <a:lnTo>
                    <a:pt x="154307" y="194914"/>
                  </a:lnTo>
                  <a:lnTo>
                    <a:pt x="151918" y="194436"/>
                  </a:lnTo>
                  <a:lnTo>
                    <a:pt x="151918" y="194436"/>
                  </a:lnTo>
                  <a:lnTo>
                    <a:pt x="150963" y="194436"/>
                  </a:lnTo>
                  <a:lnTo>
                    <a:pt x="150963" y="194436"/>
                  </a:lnTo>
                  <a:lnTo>
                    <a:pt x="142363" y="198736"/>
                  </a:lnTo>
                  <a:lnTo>
                    <a:pt x="140930" y="198736"/>
                  </a:lnTo>
                  <a:lnTo>
                    <a:pt x="139019" y="199213"/>
                  </a:lnTo>
                  <a:lnTo>
                    <a:pt x="137586" y="200169"/>
                  </a:lnTo>
                  <a:lnTo>
                    <a:pt x="136631" y="200646"/>
                  </a:lnTo>
                  <a:lnTo>
                    <a:pt x="135675" y="200646"/>
                  </a:lnTo>
                  <a:lnTo>
                    <a:pt x="134242" y="200646"/>
                  </a:lnTo>
                  <a:lnTo>
                    <a:pt x="132809" y="200169"/>
                  </a:lnTo>
                  <a:lnTo>
                    <a:pt x="131376" y="198736"/>
                  </a:lnTo>
                  <a:lnTo>
                    <a:pt x="128031" y="193958"/>
                  </a:lnTo>
                  <a:lnTo>
                    <a:pt x="127076" y="193003"/>
                  </a:lnTo>
                  <a:lnTo>
                    <a:pt x="125643" y="191570"/>
                  </a:lnTo>
                  <a:lnTo>
                    <a:pt x="123254" y="189659"/>
                  </a:lnTo>
                  <a:lnTo>
                    <a:pt x="121343" y="188703"/>
                  </a:lnTo>
                  <a:lnTo>
                    <a:pt x="120388" y="188226"/>
                  </a:lnTo>
                  <a:lnTo>
                    <a:pt x="118955" y="188226"/>
                  </a:lnTo>
                  <a:lnTo>
                    <a:pt x="112266" y="186314"/>
                  </a:lnTo>
                  <a:lnTo>
                    <a:pt x="105578" y="184404"/>
                  </a:lnTo>
                  <a:lnTo>
                    <a:pt x="104145" y="184881"/>
                  </a:lnTo>
                  <a:lnTo>
                    <a:pt x="102712" y="185359"/>
                  </a:lnTo>
                  <a:lnTo>
                    <a:pt x="100323" y="186792"/>
                  </a:lnTo>
                  <a:lnTo>
                    <a:pt x="97457" y="186792"/>
                  </a:lnTo>
                  <a:lnTo>
                    <a:pt x="94113" y="186792"/>
                  </a:lnTo>
                  <a:lnTo>
                    <a:pt x="92202" y="186792"/>
                  </a:lnTo>
                  <a:lnTo>
                    <a:pt x="88858" y="187270"/>
                  </a:lnTo>
                  <a:lnTo>
                    <a:pt x="86947" y="187748"/>
                  </a:lnTo>
                  <a:lnTo>
                    <a:pt x="84081" y="188703"/>
                  </a:lnTo>
                  <a:lnTo>
                    <a:pt x="82647" y="190136"/>
                  </a:lnTo>
                  <a:lnTo>
                    <a:pt x="80736" y="191570"/>
                  </a:lnTo>
                  <a:lnTo>
                    <a:pt x="79781" y="192047"/>
                  </a:lnTo>
                  <a:lnTo>
                    <a:pt x="78825" y="192047"/>
                  </a:lnTo>
                  <a:lnTo>
                    <a:pt x="78825" y="192047"/>
                  </a:lnTo>
                  <a:lnTo>
                    <a:pt x="77392" y="199691"/>
                  </a:lnTo>
                  <a:lnTo>
                    <a:pt x="76437" y="202080"/>
                  </a:lnTo>
                  <a:lnTo>
                    <a:pt x="76437" y="202080"/>
                  </a:lnTo>
                  <a:lnTo>
                    <a:pt x="75004" y="204946"/>
                  </a:lnTo>
                  <a:lnTo>
                    <a:pt x="71182" y="207812"/>
                  </a:lnTo>
                  <a:lnTo>
                    <a:pt x="68793" y="209723"/>
                  </a:lnTo>
                  <a:lnTo>
                    <a:pt x="68793" y="211634"/>
                  </a:lnTo>
                  <a:lnTo>
                    <a:pt x="68793" y="215456"/>
                  </a:lnTo>
                  <a:lnTo>
                    <a:pt x="68793" y="218322"/>
                  </a:lnTo>
                  <a:lnTo>
                    <a:pt x="68793" y="219756"/>
                  </a:lnTo>
                  <a:lnTo>
                    <a:pt x="68315" y="220711"/>
                  </a:lnTo>
                  <a:lnTo>
                    <a:pt x="68315" y="221189"/>
                  </a:lnTo>
                  <a:lnTo>
                    <a:pt x="68315" y="222622"/>
                  </a:lnTo>
                  <a:lnTo>
                    <a:pt x="68793" y="223100"/>
                  </a:lnTo>
                  <a:lnTo>
                    <a:pt x="69271" y="223577"/>
                  </a:lnTo>
                  <a:lnTo>
                    <a:pt x="68793" y="224055"/>
                  </a:lnTo>
                  <a:lnTo>
                    <a:pt x="67838" y="225011"/>
                  </a:lnTo>
                  <a:lnTo>
                    <a:pt x="66405" y="223100"/>
                  </a:lnTo>
                  <a:lnTo>
                    <a:pt x="64971" y="222144"/>
                  </a:lnTo>
                  <a:lnTo>
                    <a:pt x="63060" y="221667"/>
                  </a:lnTo>
                  <a:lnTo>
                    <a:pt x="62105" y="220711"/>
                  </a:lnTo>
                  <a:lnTo>
                    <a:pt x="61149" y="219278"/>
                  </a:lnTo>
                  <a:lnTo>
                    <a:pt x="58761" y="216889"/>
                  </a:lnTo>
                  <a:lnTo>
                    <a:pt x="53506" y="212590"/>
                  </a:lnTo>
                  <a:lnTo>
                    <a:pt x="53028" y="212590"/>
                  </a:lnTo>
                  <a:lnTo>
                    <a:pt x="52073" y="212112"/>
                  </a:lnTo>
                  <a:lnTo>
                    <a:pt x="50639" y="212590"/>
                  </a:lnTo>
                  <a:lnTo>
                    <a:pt x="49684" y="213545"/>
                  </a:lnTo>
                  <a:lnTo>
                    <a:pt x="49206" y="214023"/>
                  </a:lnTo>
                  <a:lnTo>
                    <a:pt x="48251" y="214023"/>
                  </a:lnTo>
                  <a:lnTo>
                    <a:pt x="45384" y="214501"/>
                  </a:lnTo>
                  <a:lnTo>
                    <a:pt x="43474" y="214978"/>
                  </a:lnTo>
                  <a:lnTo>
                    <a:pt x="43474" y="215934"/>
                  </a:lnTo>
                  <a:lnTo>
                    <a:pt x="44429" y="219278"/>
                  </a:lnTo>
                  <a:lnTo>
                    <a:pt x="43951" y="221189"/>
                  </a:lnTo>
                  <a:lnTo>
                    <a:pt x="42996" y="220233"/>
                  </a:lnTo>
                  <a:lnTo>
                    <a:pt x="40129" y="216889"/>
                  </a:lnTo>
                  <a:lnTo>
                    <a:pt x="37741" y="214023"/>
                  </a:lnTo>
                  <a:lnTo>
                    <a:pt x="37741" y="213545"/>
                  </a:lnTo>
                  <a:lnTo>
                    <a:pt x="37263" y="212590"/>
                  </a:lnTo>
                  <a:lnTo>
                    <a:pt x="37741" y="212112"/>
                  </a:lnTo>
                  <a:lnTo>
                    <a:pt x="38218" y="212112"/>
                  </a:lnTo>
                  <a:lnTo>
                    <a:pt x="40129" y="211634"/>
                  </a:lnTo>
                  <a:lnTo>
                    <a:pt x="40607" y="211634"/>
                  </a:lnTo>
                  <a:lnTo>
                    <a:pt x="40607" y="210679"/>
                  </a:lnTo>
                  <a:lnTo>
                    <a:pt x="40607" y="209245"/>
                  </a:lnTo>
                  <a:lnTo>
                    <a:pt x="39174" y="207335"/>
                  </a:lnTo>
                  <a:lnTo>
                    <a:pt x="38218" y="206379"/>
                  </a:lnTo>
                  <a:lnTo>
                    <a:pt x="37741" y="205902"/>
                  </a:lnTo>
                  <a:lnTo>
                    <a:pt x="36308" y="205902"/>
                  </a:lnTo>
                  <a:lnTo>
                    <a:pt x="35352" y="206379"/>
                  </a:lnTo>
                  <a:lnTo>
                    <a:pt x="32963" y="207812"/>
                  </a:lnTo>
                  <a:lnTo>
                    <a:pt x="32008" y="207812"/>
                  </a:lnTo>
                  <a:lnTo>
                    <a:pt x="29619" y="207812"/>
                  </a:lnTo>
                  <a:lnTo>
                    <a:pt x="27708" y="207335"/>
                  </a:lnTo>
                  <a:lnTo>
                    <a:pt x="26275" y="206857"/>
                  </a:lnTo>
                  <a:lnTo>
                    <a:pt x="22453" y="203991"/>
                  </a:lnTo>
                  <a:lnTo>
                    <a:pt x="18154" y="200646"/>
                  </a:lnTo>
                  <a:lnTo>
                    <a:pt x="16243" y="200169"/>
                  </a:lnTo>
                  <a:lnTo>
                    <a:pt x="16243" y="200169"/>
                  </a:lnTo>
                  <a:lnTo>
                    <a:pt x="15765" y="197780"/>
                  </a:lnTo>
                  <a:lnTo>
                    <a:pt x="15765" y="194914"/>
                  </a:lnTo>
                  <a:lnTo>
                    <a:pt x="16243" y="193958"/>
                  </a:lnTo>
                  <a:lnTo>
                    <a:pt x="17676" y="194436"/>
                  </a:lnTo>
                  <a:lnTo>
                    <a:pt x="19587" y="194436"/>
                  </a:lnTo>
                  <a:lnTo>
                    <a:pt x="20542" y="193958"/>
                  </a:lnTo>
                  <a:lnTo>
                    <a:pt x="18632" y="193003"/>
                  </a:lnTo>
                  <a:lnTo>
                    <a:pt x="16721" y="192047"/>
                  </a:lnTo>
                  <a:lnTo>
                    <a:pt x="15765" y="190614"/>
                  </a:lnTo>
                  <a:lnTo>
                    <a:pt x="15287" y="190136"/>
                  </a:lnTo>
                  <a:lnTo>
                    <a:pt x="14332" y="189181"/>
                  </a:lnTo>
                  <a:lnTo>
                    <a:pt x="13376" y="189181"/>
                  </a:lnTo>
                  <a:lnTo>
                    <a:pt x="11943" y="188703"/>
                  </a:lnTo>
                  <a:lnTo>
                    <a:pt x="11466" y="188226"/>
                  </a:lnTo>
                  <a:lnTo>
                    <a:pt x="10032" y="188226"/>
                  </a:lnTo>
                  <a:lnTo>
                    <a:pt x="8599" y="187748"/>
                  </a:lnTo>
                  <a:lnTo>
                    <a:pt x="6688" y="185359"/>
                  </a:lnTo>
                  <a:lnTo>
                    <a:pt x="4777" y="182493"/>
                  </a:lnTo>
                  <a:lnTo>
                    <a:pt x="3822" y="180582"/>
                  </a:lnTo>
                  <a:lnTo>
                    <a:pt x="3344" y="179626"/>
                  </a:lnTo>
                  <a:lnTo>
                    <a:pt x="4300" y="177715"/>
                  </a:lnTo>
                  <a:lnTo>
                    <a:pt x="3344" y="176760"/>
                  </a:lnTo>
                  <a:lnTo>
                    <a:pt x="1433" y="174849"/>
                  </a:lnTo>
                  <a:lnTo>
                    <a:pt x="0" y="172938"/>
                  </a:lnTo>
                  <a:lnTo>
                    <a:pt x="0" y="170072"/>
                  </a:lnTo>
                  <a:lnTo>
                    <a:pt x="478" y="167683"/>
                  </a:lnTo>
                  <a:lnTo>
                    <a:pt x="478" y="166250"/>
                  </a:lnTo>
                  <a:lnTo>
                    <a:pt x="956" y="165295"/>
                  </a:lnTo>
                  <a:lnTo>
                    <a:pt x="956" y="164339"/>
                  </a:lnTo>
                  <a:lnTo>
                    <a:pt x="2389" y="163861"/>
                  </a:lnTo>
                  <a:lnTo>
                    <a:pt x="5255" y="163861"/>
                  </a:lnTo>
                  <a:lnTo>
                    <a:pt x="10510" y="164339"/>
                  </a:lnTo>
                  <a:lnTo>
                    <a:pt x="15287" y="163861"/>
                  </a:lnTo>
                  <a:lnTo>
                    <a:pt x="15765" y="163861"/>
                  </a:lnTo>
                  <a:lnTo>
                    <a:pt x="18632" y="160995"/>
                  </a:lnTo>
                  <a:lnTo>
                    <a:pt x="22453" y="158606"/>
                  </a:lnTo>
                  <a:lnTo>
                    <a:pt x="27708" y="158129"/>
                  </a:lnTo>
                  <a:lnTo>
                    <a:pt x="33441" y="157651"/>
                  </a:lnTo>
                  <a:lnTo>
                    <a:pt x="37741" y="157651"/>
                  </a:lnTo>
                  <a:lnTo>
                    <a:pt x="44429" y="157651"/>
                  </a:lnTo>
                  <a:lnTo>
                    <a:pt x="49684" y="157173"/>
                  </a:lnTo>
                  <a:lnTo>
                    <a:pt x="55894" y="157173"/>
                  </a:lnTo>
                  <a:lnTo>
                    <a:pt x="56372" y="155740"/>
                  </a:lnTo>
                  <a:lnTo>
                    <a:pt x="56372" y="155740"/>
                  </a:lnTo>
                  <a:lnTo>
                    <a:pt x="57328" y="155262"/>
                  </a:lnTo>
                  <a:lnTo>
                    <a:pt x="61627" y="156218"/>
                  </a:lnTo>
                  <a:lnTo>
                    <a:pt x="65927" y="156695"/>
                  </a:lnTo>
                  <a:lnTo>
                    <a:pt x="66405" y="154307"/>
                  </a:lnTo>
                  <a:lnTo>
                    <a:pt x="70226" y="151440"/>
                  </a:lnTo>
                  <a:lnTo>
                    <a:pt x="72137" y="150963"/>
                  </a:lnTo>
                  <a:lnTo>
                    <a:pt x="72615" y="150485"/>
                  </a:lnTo>
                  <a:lnTo>
                    <a:pt x="73570" y="149529"/>
                  </a:lnTo>
                  <a:lnTo>
                    <a:pt x="73570" y="147619"/>
                  </a:lnTo>
                  <a:lnTo>
                    <a:pt x="74048" y="146663"/>
                  </a:lnTo>
                  <a:lnTo>
                    <a:pt x="75004" y="145707"/>
                  </a:lnTo>
                  <a:lnTo>
                    <a:pt x="75481" y="144274"/>
                  </a:lnTo>
                  <a:lnTo>
                    <a:pt x="75959" y="140930"/>
                  </a:lnTo>
                  <a:lnTo>
                    <a:pt x="78348" y="138064"/>
                  </a:lnTo>
                  <a:lnTo>
                    <a:pt x="79303" y="133764"/>
                  </a:lnTo>
                  <a:lnTo>
                    <a:pt x="79781" y="129465"/>
                  </a:lnTo>
                  <a:lnTo>
                    <a:pt x="79781" y="126598"/>
                  </a:lnTo>
                  <a:lnTo>
                    <a:pt x="80258" y="126121"/>
                  </a:lnTo>
                  <a:lnTo>
                    <a:pt x="80258" y="120388"/>
                  </a:lnTo>
                  <a:lnTo>
                    <a:pt x="80258" y="114655"/>
                  </a:lnTo>
                  <a:lnTo>
                    <a:pt x="80258" y="110356"/>
                  </a:lnTo>
                  <a:lnTo>
                    <a:pt x="80258" y="104145"/>
                  </a:lnTo>
                  <a:lnTo>
                    <a:pt x="80258" y="98890"/>
                  </a:lnTo>
                  <a:lnTo>
                    <a:pt x="80258" y="93635"/>
                  </a:lnTo>
                  <a:lnTo>
                    <a:pt x="80258" y="88380"/>
                  </a:lnTo>
                  <a:lnTo>
                    <a:pt x="80258" y="85036"/>
                  </a:lnTo>
                  <a:lnTo>
                    <a:pt x="84558" y="84558"/>
                  </a:lnTo>
                  <a:lnTo>
                    <a:pt x="89335" y="83603"/>
                  </a:lnTo>
                  <a:lnTo>
                    <a:pt x="95546" y="82170"/>
                  </a:lnTo>
                  <a:lnTo>
                    <a:pt x="102712" y="81214"/>
                  </a:lnTo>
                  <a:lnTo>
                    <a:pt x="110356" y="79781"/>
                  </a:lnTo>
                  <a:lnTo>
                    <a:pt x="112266" y="78825"/>
                  </a:lnTo>
                  <a:lnTo>
                    <a:pt x="117999" y="74048"/>
                  </a:lnTo>
                  <a:lnTo>
                    <a:pt x="120865" y="71659"/>
                  </a:lnTo>
                  <a:lnTo>
                    <a:pt x="126121" y="67360"/>
                  </a:lnTo>
                  <a:lnTo>
                    <a:pt x="129942" y="64016"/>
                  </a:lnTo>
                  <a:lnTo>
                    <a:pt x="135197" y="59716"/>
                  </a:lnTo>
                  <a:lnTo>
                    <a:pt x="140453" y="55417"/>
                  </a:lnTo>
                  <a:lnTo>
                    <a:pt x="144752" y="52073"/>
                  </a:lnTo>
                  <a:lnTo>
                    <a:pt x="151440" y="47773"/>
                  </a:lnTo>
                  <a:lnTo>
                    <a:pt x="161950" y="42040"/>
                  </a:lnTo>
                  <a:lnTo>
                    <a:pt x="171983" y="35830"/>
                  </a:lnTo>
                  <a:lnTo>
                    <a:pt x="182493" y="30097"/>
                  </a:lnTo>
                  <a:lnTo>
                    <a:pt x="193003" y="23886"/>
                  </a:lnTo>
                  <a:lnTo>
                    <a:pt x="203035" y="18154"/>
                  </a:lnTo>
                  <a:lnTo>
                    <a:pt x="213545" y="12421"/>
                  </a:lnTo>
                  <a:lnTo>
                    <a:pt x="223577" y="6210"/>
                  </a:lnTo>
                  <a:lnTo>
                    <a:pt x="233610" y="0"/>
                  </a:lnTo>
                  <a:lnTo>
                    <a:pt x="244120" y="2389"/>
                  </a:lnTo>
                  <a:lnTo>
                    <a:pt x="254152" y="4777"/>
                  </a:lnTo>
                  <a:lnTo>
                    <a:pt x="263707" y="6688"/>
                  </a:lnTo>
                  <a:lnTo>
                    <a:pt x="266095" y="8121"/>
                  </a:lnTo>
                  <a:lnTo>
                    <a:pt x="271350" y="12421"/>
                  </a:lnTo>
                  <a:lnTo>
                    <a:pt x="278039" y="17676"/>
                  </a:lnTo>
                  <a:lnTo>
                    <a:pt x="278516" y="17676"/>
                  </a:lnTo>
                  <a:lnTo>
                    <a:pt x="278516" y="17676"/>
                  </a:lnTo>
                  <a:lnTo>
                    <a:pt x="285205" y="14810"/>
                  </a:lnTo>
                  <a:lnTo>
                    <a:pt x="293804" y="10510"/>
                  </a:lnTo>
                  <a:lnTo>
                    <a:pt x="295715" y="21976"/>
                  </a:lnTo>
                  <a:lnTo>
                    <a:pt x="297625" y="31530"/>
                  </a:lnTo>
                  <a:lnTo>
                    <a:pt x="297625" y="37741"/>
                  </a:lnTo>
                  <a:lnTo>
                    <a:pt x="297625" y="39174"/>
                  </a:lnTo>
                  <a:lnTo>
                    <a:pt x="298103" y="40129"/>
                  </a:lnTo>
                  <a:lnTo>
                    <a:pt x="300014" y="41563"/>
                  </a:lnTo>
                  <a:lnTo>
                    <a:pt x="306225" y="50162"/>
                  </a:lnTo>
                  <a:lnTo>
                    <a:pt x="304791" y="51595"/>
                  </a:lnTo>
                  <a:lnTo>
                    <a:pt x="305747" y="54461"/>
                  </a:lnTo>
                  <a:lnTo>
                    <a:pt x="307180" y="55894"/>
                  </a:lnTo>
                  <a:lnTo>
                    <a:pt x="312435" y="6114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7" name="Freeform 1996">
              <a:extLst>
                <a:ext uri="{FF2B5EF4-FFF2-40B4-BE49-F238E27FC236}">
                  <a16:creationId xmlns:a16="http://schemas.microsoft.com/office/drawing/2014/main" id="{682886EC-A7DF-52AD-C591-DFD5248F5296}"/>
                </a:ext>
              </a:extLst>
            </p:cNvPr>
            <p:cNvSpPr/>
            <p:nvPr/>
          </p:nvSpPr>
          <p:spPr>
            <a:xfrm>
              <a:off x="6192978" y="3791380"/>
              <a:ext cx="1433" cy="7165"/>
            </a:xfrm>
            <a:custGeom>
              <a:avLst/>
              <a:gdLst>
                <a:gd name="csX0" fmla="*/ 1433 w 1433"/>
                <a:gd name="csY0" fmla="*/ 2389 h 7165"/>
                <a:gd name="csX1" fmla="*/ 1433 w 1433"/>
                <a:gd name="csY1" fmla="*/ 3822 h 7165"/>
                <a:gd name="csX2" fmla="*/ 1433 w 1433"/>
                <a:gd name="csY2" fmla="*/ 6210 h 7165"/>
                <a:gd name="csX3" fmla="*/ 956 w 1433"/>
                <a:gd name="csY3" fmla="*/ 7166 h 7165"/>
                <a:gd name="csX4" fmla="*/ 956 w 1433"/>
                <a:gd name="csY4" fmla="*/ 7166 h 7165"/>
                <a:gd name="csX5" fmla="*/ 1433 w 1433"/>
                <a:gd name="csY5" fmla="*/ 6210 h 7165"/>
                <a:gd name="csX6" fmla="*/ 1433 w 1433"/>
                <a:gd name="csY6" fmla="*/ 3822 h 7165"/>
                <a:gd name="csX7" fmla="*/ 1433 w 1433"/>
                <a:gd name="csY7" fmla="*/ 2389 h 7165"/>
                <a:gd name="csX8" fmla="*/ 0 w 1433"/>
                <a:gd name="csY8" fmla="*/ 956 h 7165"/>
                <a:gd name="csX9" fmla="*/ 0 w 1433"/>
                <a:gd name="csY9" fmla="*/ 0 h 7165"/>
                <a:gd name="csX10" fmla="*/ 0 w 1433"/>
                <a:gd name="csY10" fmla="*/ 0 h 7165"/>
                <a:gd name="csX11" fmla="*/ 0 w 1433"/>
                <a:gd name="csY11" fmla="*/ 956 h 7165"/>
                <a:gd name="csX12" fmla="*/ 1433 w 1433"/>
                <a:gd name="csY12" fmla="*/ 2389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433" h="7165">
                  <a:moveTo>
                    <a:pt x="1433" y="2389"/>
                  </a:moveTo>
                  <a:lnTo>
                    <a:pt x="1433" y="3822"/>
                  </a:lnTo>
                  <a:lnTo>
                    <a:pt x="1433" y="6210"/>
                  </a:lnTo>
                  <a:lnTo>
                    <a:pt x="956" y="7166"/>
                  </a:lnTo>
                  <a:lnTo>
                    <a:pt x="956" y="7166"/>
                  </a:lnTo>
                  <a:lnTo>
                    <a:pt x="1433" y="6210"/>
                  </a:lnTo>
                  <a:lnTo>
                    <a:pt x="1433" y="3822"/>
                  </a:lnTo>
                  <a:lnTo>
                    <a:pt x="1433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6"/>
                  </a:lnTo>
                  <a:lnTo>
                    <a:pt x="14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8" name="Freeform 1997">
              <a:extLst>
                <a:ext uri="{FF2B5EF4-FFF2-40B4-BE49-F238E27FC236}">
                  <a16:creationId xmlns:a16="http://schemas.microsoft.com/office/drawing/2014/main" id="{379EC004-CAEC-5E1E-B9D1-2CD6EB691B73}"/>
                </a:ext>
              </a:extLst>
            </p:cNvPr>
            <p:cNvSpPr/>
            <p:nvPr/>
          </p:nvSpPr>
          <p:spPr>
            <a:xfrm>
              <a:off x="6192022" y="4552881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0 w 2388"/>
                <a:gd name="csY1" fmla="*/ 955 h 955"/>
                <a:gd name="csX2" fmla="*/ 1911 w 2388"/>
                <a:gd name="csY2" fmla="*/ 0 h 955"/>
                <a:gd name="csX3" fmla="*/ 2389 w 238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0" y="955"/>
                  </a:lnTo>
                  <a:lnTo>
                    <a:pt x="1911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9" name="Freeform 1998">
              <a:extLst>
                <a:ext uri="{FF2B5EF4-FFF2-40B4-BE49-F238E27FC236}">
                  <a16:creationId xmlns:a16="http://schemas.microsoft.com/office/drawing/2014/main" id="{25D3229B-54AE-CDD0-167D-E4CDABCCE8B3}"/>
                </a:ext>
              </a:extLst>
            </p:cNvPr>
            <p:cNvSpPr/>
            <p:nvPr/>
          </p:nvSpPr>
          <p:spPr>
            <a:xfrm>
              <a:off x="6193456" y="3798546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0" name="Freeform 1999">
              <a:extLst>
                <a:ext uri="{FF2B5EF4-FFF2-40B4-BE49-F238E27FC236}">
                  <a16:creationId xmlns:a16="http://schemas.microsoft.com/office/drawing/2014/main" id="{001369AC-AF6B-B43B-151A-C042FA4E9B02}"/>
                </a:ext>
              </a:extLst>
            </p:cNvPr>
            <p:cNvSpPr/>
            <p:nvPr/>
          </p:nvSpPr>
          <p:spPr>
            <a:xfrm>
              <a:off x="6192978" y="3789947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478 w 955"/>
                <a:gd name="csY1" fmla="*/ 478 h 1433"/>
                <a:gd name="csX2" fmla="*/ 0 w 955"/>
                <a:gd name="csY2" fmla="*/ 1433 h 1433"/>
                <a:gd name="csX3" fmla="*/ 478 w 955"/>
                <a:gd name="csY3" fmla="*/ 478 h 1433"/>
                <a:gd name="csX4" fmla="*/ 956 w 955"/>
                <a:gd name="csY4" fmla="*/ 0 h 1433"/>
                <a:gd name="csX5" fmla="*/ 956 w 955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478" y="478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1" name="Freeform 2000">
              <a:extLst>
                <a:ext uri="{FF2B5EF4-FFF2-40B4-BE49-F238E27FC236}">
                  <a16:creationId xmlns:a16="http://schemas.microsoft.com/office/drawing/2014/main" id="{52C7FB69-80F4-9789-BF99-18A25199F4C0}"/>
                </a:ext>
              </a:extLst>
            </p:cNvPr>
            <p:cNvSpPr/>
            <p:nvPr/>
          </p:nvSpPr>
          <p:spPr>
            <a:xfrm>
              <a:off x="6130396" y="3983428"/>
              <a:ext cx="63537" cy="36785"/>
            </a:xfrm>
            <a:custGeom>
              <a:avLst/>
              <a:gdLst>
                <a:gd name="csX0" fmla="*/ 63538 w 63537"/>
                <a:gd name="csY0" fmla="*/ 956 h 36785"/>
                <a:gd name="csX1" fmla="*/ 62105 w 63537"/>
                <a:gd name="csY1" fmla="*/ 1911 h 36785"/>
                <a:gd name="csX2" fmla="*/ 61149 w 63537"/>
                <a:gd name="csY2" fmla="*/ 4777 h 36785"/>
                <a:gd name="csX3" fmla="*/ 60194 w 63537"/>
                <a:gd name="csY3" fmla="*/ 5733 h 36785"/>
                <a:gd name="csX4" fmla="*/ 55416 w 63537"/>
                <a:gd name="csY4" fmla="*/ 11943 h 36785"/>
                <a:gd name="csX5" fmla="*/ 54939 w 63537"/>
                <a:gd name="csY5" fmla="*/ 13376 h 36785"/>
                <a:gd name="csX6" fmla="*/ 54461 w 63537"/>
                <a:gd name="csY6" fmla="*/ 15287 h 36785"/>
                <a:gd name="csX7" fmla="*/ 53983 w 63537"/>
                <a:gd name="csY7" fmla="*/ 16721 h 36785"/>
                <a:gd name="csX8" fmla="*/ 53506 w 63537"/>
                <a:gd name="csY8" fmla="*/ 17676 h 36785"/>
                <a:gd name="csX9" fmla="*/ 52550 w 63537"/>
                <a:gd name="csY9" fmla="*/ 19587 h 36785"/>
                <a:gd name="csX10" fmla="*/ 53028 w 63537"/>
                <a:gd name="csY10" fmla="*/ 21498 h 36785"/>
                <a:gd name="csX11" fmla="*/ 53028 w 63537"/>
                <a:gd name="csY11" fmla="*/ 22453 h 36785"/>
                <a:gd name="csX12" fmla="*/ 53506 w 63537"/>
                <a:gd name="csY12" fmla="*/ 22931 h 36785"/>
                <a:gd name="csX13" fmla="*/ 54461 w 63537"/>
                <a:gd name="csY13" fmla="*/ 23409 h 36785"/>
                <a:gd name="csX14" fmla="*/ 55416 w 63537"/>
                <a:gd name="csY14" fmla="*/ 24364 h 36785"/>
                <a:gd name="csX15" fmla="*/ 54461 w 63537"/>
                <a:gd name="csY15" fmla="*/ 25320 h 36785"/>
                <a:gd name="csX16" fmla="*/ 55416 w 63537"/>
                <a:gd name="csY16" fmla="*/ 26753 h 36785"/>
                <a:gd name="csX17" fmla="*/ 56372 w 63537"/>
                <a:gd name="csY17" fmla="*/ 27708 h 36785"/>
                <a:gd name="csX18" fmla="*/ 56850 w 63537"/>
                <a:gd name="csY18" fmla="*/ 28664 h 36785"/>
                <a:gd name="csX19" fmla="*/ 56850 w 63537"/>
                <a:gd name="csY19" fmla="*/ 29619 h 36785"/>
                <a:gd name="csX20" fmla="*/ 54461 w 63537"/>
                <a:gd name="csY20" fmla="*/ 31530 h 36785"/>
                <a:gd name="csX21" fmla="*/ 53506 w 63537"/>
                <a:gd name="csY21" fmla="*/ 32486 h 36785"/>
                <a:gd name="csX22" fmla="*/ 53028 w 63537"/>
                <a:gd name="csY22" fmla="*/ 33441 h 36785"/>
                <a:gd name="csX23" fmla="*/ 53028 w 63537"/>
                <a:gd name="csY23" fmla="*/ 34874 h 36785"/>
                <a:gd name="csX24" fmla="*/ 53028 w 63537"/>
                <a:gd name="csY24" fmla="*/ 35830 h 36785"/>
                <a:gd name="csX25" fmla="*/ 53028 w 63537"/>
                <a:gd name="csY25" fmla="*/ 36785 h 36785"/>
                <a:gd name="csX26" fmla="*/ 50639 w 63537"/>
                <a:gd name="csY26" fmla="*/ 36785 h 36785"/>
                <a:gd name="csX27" fmla="*/ 48728 w 63537"/>
                <a:gd name="csY27" fmla="*/ 36307 h 36785"/>
                <a:gd name="csX28" fmla="*/ 46340 w 63537"/>
                <a:gd name="csY28" fmla="*/ 36307 h 36785"/>
                <a:gd name="csX29" fmla="*/ 42996 w 63537"/>
                <a:gd name="csY29" fmla="*/ 35352 h 36785"/>
                <a:gd name="csX30" fmla="*/ 42040 w 63537"/>
                <a:gd name="csY30" fmla="*/ 34874 h 36785"/>
                <a:gd name="csX31" fmla="*/ 41085 w 63537"/>
                <a:gd name="csY31" fmla="*/ 34397 h 36785"/>
                <a:gd name="csX32" fmla="*/ 38218 w 63537"/>
                <a:gd name="csY32" fmla="*/ 30575 h 36785"/>
                <a:gd name="csX33" fmla="*/ 36307 w 63537"/>
                <a:gd name="csY33" fmla="*/ 28664 h 36785"/>
                <a:gd name="csX34" fmla="*/ 33919 w 63537"/>
                <a:gd name="csY34" fmla="*/ 27708 h 36785"/>
                <a:gd name="csX35" fmla="*/ 31530 w 63537"/>
                <a:gd name="csY35" fmla="*/ 27231 h 36785"/>
                <a:gd name="csX36" fmla="*/ 29141 w 63537"/>
                <a:gd name="csY36" fmla="*/ 27708 h 36785"/>
                <a:gd name="csX37" fmla="*/ 27231 w 63537"/>
                <a:gd name="csY37" fmla="*/ 26753 h 36785"/>
                <a:gd name="csX38" fmla="*/ 22931 w 63537"/>
                <a:gd name="csY38" fmla="*/ 23886 h 36785"/>
                <a:gd name="csX39" fmla="*/ 18154 w 63537"/>
                <a:gd name="csY39" fmla="*/ 21975 h 36785"/>
                <a:gd name="csX40" fmla="*/ 16243 w 63537"/>
                <a:gd name="csY40" fmla="*/ 20542 h 36785"/>
                <a:gd name="csX41" fmla="*/ 15765 w 63537"/>
                <a:gd name="csY41" fmla="*/ 19587 h 36785"/>
                <a:gd name="csX42" fmla="*/ 14332 w 63537"/>
                <a:gd name="csY42" fmla="*/ 19109 h 36785"/>
                <a:gd name="csX43" fmla="*/ 11943 w 63537"/>
                <a:gd name="csY43" fmla="*/ 18154 h 36785"/>
                <a:gd name="csX44" fmla="*/ 9555 w 63537"/>
                <a:gd name="csY44" fmla="*/ 16721 h 36785"/>
                <a:gd name="csX45" fmla="*/ 8599 w 63537"/>
                <a:gd name="csY45" fmla="*/ 16721 h 36785"/>
                <a:gd name="csX46" fmla="*/ 6210 w 63537"/>
                <a:gd name="csY46" fmla="*/ 16721 h 36785"/>
                <a:gd name="csX47" fmla="*/ 5255 w 63537"/>
                <a:gd name="csY47" fmla="*/ 16721 h 36785"/>
                <a:gd name="csX48" fmla="*/ 4299 w 63537"/>
                <a:gd name="csY48" fmla="*/ 16243 h 36785"/>
                <a:gd name="csX49" fmla="*/ 1911 w 63537"/>
                <a:gd name="csY49" fmla="*/ 14809 h 36785"/>
                <a:gd name="csX50" fmla="*/ 478 w 63537"/>
                <a:gd name="csY50" fmla="*/ 12421 h 36785"/>
                <a:gd name="csX51" fmla="*/ 0 w 63537"/>
                <a:gd name="csY51" fmla="*/ 10988 h 36785"/>
                <a:gd name="csX52" fmla="*/ 956 w 63537"/>
                <a:gd name="csY52" fmla="*/ 8599 h 36785"/>
                <a:gd name="csX53" fmla="*/ 2389 w 63537"/>
                <a:gd name="csY53" fmla="*/ 5733 h 36785"/>
                <a:gd name="csX54" fmla="*/ 3344 w 63537"/>
                <a:gd name="csY54" fmla="*/ 5255 h 36785"/>
                <a:gd name="csX55" fmla="*/ 4299 w 63537"/>
                <a:gd name="csY55" fmla="*/ 4299 h 36785"/>
                <a:gd name="csX56" fmla="*/ 5255 w 63537"/>
                <a:gd name="csY56" fmla="*/ 3822 h 36785"/>
                <a:gd name="csX57" fmla="*/ 5733 w 63537"/>
                <a:gd name="csY57" fmla="*/ 2866 h 36785"/>
                <a:gd name="csX58" fmla="*/ 8121 w 63537"/>
                <a:gd name="csY58" fmla="*/ 5733 h 36785"/>
                <a:gd name="csX59" fmla="*/ 9077 w 63537"/>
                <a:gd name="csY59" fmla="*/ 6210 h 36785"/>
                <a:gd name="csX60" fmla="*/ 10510 w 63537"/>
                <a:gd name="csY60" fmla="*/ 6210 h 36785"/>
                <a:gd name="csX61" fmla="*/ 11943 w 63537"/>
                <a:gd name="csY61" fmla="*/ 5255 h 36785"/>
                <a:gd name="csX62" fmla="*/ 12421 w 63537"/>
                <a:gd name="csY62" fmla="*/ 3822 h 36785"/>
                <a:gd name="csX63" fmla="*/ 14332 w 63537"/>
                <a:gd name="csY63" fmla="*/ 2866 h 36785"/>
                <a:gd name="csX64" fmla="*/ 16721 w 63537"/>
                <a:gd name="csY64" fmla="*/ 2389 h 36785"/>
                <a:gd name="csX65" fmla="*/ 18154 w 63537"/>
                <a:gd name="csY65" fmla="*/ 2866 h 36785"/>
                <a:gd name="csX66" fmla="*/ 18631 w 63537"/>
                <a:gd name="csY66" fmla="*/ 4299 h 36785"/>
                <a:gd name="csX67" fmla="*/ 19587 w 63537"/>
                <a:gd name="csY67" fmla="*/ 4299 h 36785"/>
                <a:gd name="csX68" fmla="*/ 21020 w 63537"/>
                <a:gd name="csY68" fmla="*/ 4777 h 36785"/>
                <a:gd name="csX69" fmla="*/ 24842 w 63537"/>
                <a:gd name="csY69" fmla="*/ 7166 h 36785"/>
                <a:gd name="csX70" fmla="*/ 25797 w 63537"/>
                <a:gd name="csY70" fmla="*/ 7166 h 36785"/>
                <a:gd name="csX71" fmla="*/ 26753 w 63537"/>
                <a:gd name="csY71" fmla="*/ 7644 h 36785"/>
                <a:gd name="csX72" fmla="*/ 29619 w 63537"/>
                <a:gd name="csY72" fmla="*/ 6688 h 36785"/>
                <a:gd name="csX73" fmla="*/ 32008 w 63537"/>
                <a:gd name="csY73" fmla="*/ 6210 h 36785"/>
                <a:gd name="csX74" fmla="*/ 36785 w 63537"/>
                <a:gd name="csY74" fmla="*/ 6688 h 36785"/>
                <a:gd name="csX75" fmla="*/ 39174 w 63537"/>
                <a:gd name="csY75" fmla="*/ 6210 h 36785"/>
                <a:gd name="csX76" fmla="*/ 41085 w 63537"/>
                <a:gd name="csY76" fmla="*/ 6210 h 36785"/>
                <a:gd name="csX77" fmla="*/ 43473 w 63537"/>
                <a:gd name="csY77" fmla="*/ 5255 h 36785"/>
                <a:gd name="csX78" fmla="*/ 45862 w 63537"/>
                <a:gd name="csY78" fmla="*/ 3344 h 36785"/>
                <a:gd name="csX79" fmla="*/ 46817 w 63537"/>
                <a:gd name="csY79" fmla="*/ 3344 h 36785"/>
                <a:gd name="csX80" fmla="*/ 47773 w 63537"/>
                <a:gd name="csY80" fmla="*/ 2866 h 36785"/>
                <a:gd name="csX81" fmla="*/ 50639 w 63537"/>
                <a:gd name="csY81" fmla="*/ 3344 h 36785"/>
                <a:gd name="csX82" fmla="*/ 53028 w 63537"/>
                <a:gd name="csY82" fmla="*/ 3344 h 36785"/>
                <a:gd name="csX83" fmla="*/ 54461 w 63537"/>
                <a:gd name="csY83" fmla="*/ 3344 h 36785"/>
                <a:gd name="csX84" fmla="*/ 55416 w 63537"/>
                <a:gd name="csY84" fmla="*/ 2389 h 36785"/>
                <a:gd name="csX85" fmla="*/ 56372 w 63537"/>
                <a:gd name="csY85" fmla="*/ 1911 h 36785"/>
                <a:gd name="csX86" fmla="*/ 57805 w 63537"/>
                <a:gd name="csY86" fmla="*/ 1911 h 36785"/>
                <a:gd name="csX87" fmla="*/ 60672 w 63537"/>
                <a:gd name="csY87" fmla="*/ 478 h 36785"/>
                <a:gd name="csX88" fmla="*/ 62105 w 63537"/>
                <a:gd name="csY88" fmla="*/ 0 h 36785"/>
                <a:gd name="csX89" fmla="*/ 63538 w 63537"/>
                <a:gd name="csY89" fmla="*/ 956 h 36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</a:cxnLst>
              <a:rect l="l" t="t" r="r" b="b"/>
              <a:pathLst>
                <a:path w="63537" h="36785">
                  <a:moveTo>
                    <a:pt x="63538" y="956"/>
                  </a:moveTo>
                  <a:lnTo>
                    <a:pt x="62105" y="1911"/>
                  </a:lnTo>
                  <a:lnTo>
                    <a:pt x="61149" y="4777"/>
                  </a:lnTo>
                  <a:lnTo>
                    <a:pt x="60194" y="5733"/>
                  </a:lnTo>
                  <a:lnTo>
                    <a:pt x="55416" y="11943"/>
                  </a:lnTo>
                  <a:lnTo>
                    <a:pt x="54939" y="13376"/>
                  </a:lnTo>
                  <a:lnTo>
                    <a:pt x="54461" y="15287"/>
                  </a:lnTo>
                  <a:lnTo>
                    <a:pt x="53983" y="16721"/>
                  </a:lnTo>
                  <a:lnTo>
                    <a:pt x="53506" y="17676"/>
                  </a:lnTo>
                  <a:lnTo>
                    <a:pt x="52550" y="19587"/>
                  </a:lnTo>
                  <a:lnTo>
                    <a:pt x="53028" y="21498"/>
                  </a:lnTo>
                  <a:lnTo>
                    <a:pt x="53028" y="22453"/>
                  </a:lnTo>
                  <a:lnTo>
                    <a:pt x="53506" y="22931"/>
                  </a:lnTo>
                  <a:lnTo>
                    <a:pt x="54461" y="23409"/>
                  </a:lnTo>
                  <a:lnTo>
                    <a:pt x="55416" y="24364"/>
                  </a:lnTo>
                  <a:lnTo>
                    <a:pt x="54461" y="25320"/>
                  </a:lnTo>
                  <a:lnTo>
                    <a:pt x="55416" y="26753"/>
                  </a:lnTo>
                  <a:lnTo>
                    <a:pt x="56372" y="27708"/>
                  </a:lnTo>
                  <a:lnTo>
                    <a:pt x="56850" y="28664"/>
                  </a:lnTo>
                  <a:lnTo>
                    <a:pt x="56850" y="29619"/>
                  </a:lnTo>
                  <a:lnTo>
                    <a:pt x="54461" y="31530"/>
                  </a:lnTo>
                  <a:lnTo>
                    <a:pt x="53506" y="32486"/>
                  </a:lnTo>
                  <a:lnTo>
                    <a:pt x="53028" y="33441"/>
                  </a:lnTo>
                  <a:lnTo>
                    <a:pt x="53028" y="34874"/>
                  </a:lnTo>
                  <a:lnTo>
                    <a:pt x="53028" y="35830"/>
                  </a:lnTo>
                  <a:lnTo>
                    <a:pt x="53028" y="36785"/>
                  </a:lnTo>
                  <a:lnTo>
                    <a:pt x="50639" y="36785"/>
                  </a:lnTo>
                  <a:lnTo>
                    <a:pt x="48728" y="36307"/>
                  </a:lnTo>
                  <a:lnTo>
                    <a:pt x="46340" y="36307"/>
                  </a:lnTo>
                  <a:lnTo>
                    <a:pt x="42996" y="35352"/>
                  </a:lnTo>
                  <a:lnTo>
                    <a:pt x="42040" y="34874"/>
                  </a:lnTo>
                  <a:lnTo>
                    <a:pt x="41085" y="34397"/>
                  </a:lnTo>
                  <a:lnTo>
                    <a:pt x="38218" y="30575"/>
                  </a:lnTo>
                  <a:lnTo>
                    <a:pt x="36307" y="28664"/>
                  </a:lnTo>
                  <a:lnTo>
                    <a:pt x="33919" y="27708"/>
                  </a:lnTo>
                  <a:lnTo>
                    <a:pt x="31530" y="27231"/>
                  </a:lnTo>
                  <a:lnTo>
                    <a:pt x="29141" y="27708"/>
                  </a:lnTo>
                  <a:lnTo>
                    <a:pt x="27231" y="26753"/>
                  </a:lnTo>
                  <a:lnTo>
                    <a:pt x="22931" y="23886"/>
                  </a:lnTo>
                  <a:lnTo>
                    <a:pt x="18154" y="21975"/>
                  </a:lnTo>
                  <a:lnTo>
                    <a:pt x="16243" y="20542"/>
                  </a:lnTo>
                  <a:lnTo>
                    <a:pt x="15765" y="19587"/>
                  </a:lnTo>
                  <a:lnTo>
                    <a:pt x="14332" y="19109"/>
                  </a:lnTo>
                  <a:lnTo>
                    <a:pt x="11943" y="18154"/>
                  </a:lnTo>
                  <a:lnTo>
                    <a:pt x="9555" y="16721"/>
                  </a:lnTo>
                  <a:lnTo>
                    <a:pt x="8599" y="16721"/>
                  </a:lnTo>
                  <a:lnTo>
                    <a:pt x="6210" y="16721"/>
                  </a:lnTo>
                  <a:lnTo>
                    <a:pt x="5255" y="16721"/>
                  </a:lnTo>
                  <a:lnTo>
                    <a:pt x="4299" y="16243"/>
                  </a:lnTo>
                  <a:lnTo>
                    <a:pt x="1911" y="14809"/>
                  </a:lnTo>
                  <a:lnTo>
                    <a:pt x="478" y="12421"/>
                  </a:lnTo>
                  <a:lnTo>
                    <a:pt x="0" y="10988"/>
                  </a:lnTo>
                  <a:lnTo>
                    <a:pt x="956" y="8599"/>
                  </a:lnTo>
                  <a:lnTo>
                    <a:pt x="2389" y="5733"/>
                  </a:lnTo>
                  <a:lnTo>
                    <a:pt x="3344" y="5255"/>
                  </a:lnTo>
                  <a:lnTo>
                    <a:pt x="4299" y="4299"/>
                  </a:lnTo>
                  <a:lnTo>
                    <a:pt x="5255" y="3822"/>
                  </a:lnTo>
                  <a:lnTo>
                    <a:pt x="5733" y="2866"/>
                  </a:lnTo>
                  <a:lnTo>
                    <a:pt x="8121" y="5733"/>
                  </a:lnTo>
                  <a:lnTo>
                    <a:pt x="9077" y="6210"/>
                  </a:lnTo>
                  <a:lnTo>
                    <a:pt x="10510" y="6210"/>
                  </a:lnTo>
                  <a:lnTo>
                    <a:pt x="11943" y="5255"/>
                  </a:lnTo>
                  <a:lnTo>
                    <a:pt x="12421" y="3822"/>
                  </a:lnTo>
                  <a:lnTo>
                    <a:pt x="14332" y="2866"/>
                  </a:lnTo>
                  <a:lnTo>
                    <a:pt x="16721" y="2389"/>
                  </a:lnTo>
                  <a:lnTo>
                    <a:pt x="18154" y="2866"/>
                  </a:lnTo>
                  <a:lnTo>
                    <a:pt x="18631" y="4299"/>
                  </a:lnTo>
                  <a:lnTo>
                    <a:pt x="19587" y="4299"/>
                  </a:lnTo>
                  <a:lnTo>
                    <a:pt x="21020" y="4777"/>
                  </a:lnTo>
                  <a:lnTo>
                    <a:pt x="24842" y="7166"/>
                  </a:lnTo>
                  <a:lnTo>
                    <a:pt x="25797" y="7166"/>
                  </a:lnTo>
                  <a:lnTo>
                    <a:pt x="26753" y="7644"/>
                  </a:lnTo>
                  <a:lnTo>
                    <a:pt x="29619" y="6688"/>
                  </a:lnTo>
                  <a:lnTo>
                    <a:pt x="32008" y="6210"/>
                  </a:lnTo>
                  <a:lnTo>
                    <a:pt x="36785" y="6688"/>
                  </a:lnTo>
                  <a:lnTo>
                    <a:pt x="39174" y="6210"/>
                  </a:lnTo>
                  <a:lnTo>
                    <a:pt x="41085" y="6210"/>
                  </a:lnTo>
                  <a:lnTo>
                    <a:pt x="43473" y="5255"/>
                  </a:lnTo>
                  <a:lnTo>
                    <a:pt x="45862" y="3344"/>
                  </a:lnTo>
                  <a:lnTo>
                    <a:pt x="46817" y="3344"/>
                  </a:lnTo>
                  <a:lnTo>
                    <a:pt x="47773" y="2866"/>
                  </a:lnTo>
                  <a:lnTo>
                    <a:pt x="50639" y="3344"/>
                  </a:lnTo>
                  <a:lnTo>
                    <a:pt x="53028" y="3344"/>
                  </a:lnTo>
                  <a:lnTo>
                    <a:pt x="54461" y="3344"/>
                  </a:lnTo>
                  <a:lnTo>
                    <a:pt x="55416" y="2389"/>
                  </a:lnTo>
                  <a:lnTo>
                    <a:pt x="56372" y="1911"/>
                  </a:lnTo>
                  <a:lnTo>
                    <a:pt x="57805" y="1911"/>
                  </a:lnTo>
                  <a:lnTo>
                    <a:pt x="60672" y="478"/>
                  </a:lnTo>
                  <a:lnTo>
                    <a:pt x="62105" y="0"/>
                  </a:lnTo>
                  <a:lnTo>
                    <a:pt x="6353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2" name="Freeform 2001">
              <a:extLst>
                <a:ext uri="{FF2B5EF4-FFF2-40B4-BE49-F238E27FC236}">
                  <a16:creationId xmlns:a16="http://schemas.microsoft.com/office/drawing/2014/main" id="{E480BE23-E638-A097-CBCE-F7DB953F6C92}"/>
                </a:ext>
              </a:extLst>
            </p:cNvPr>
            <p:cNvSpPr/>
            <p:nvPr/>
          </p:nvSpPr>
          <p:spPr>
            <a:xfrm>
              <a:off x="6190589" y="4596832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0 w 955"/>
                <a:gd name="csY1" fmla="*/ 1433 h 1433"/>
                <a:gd name="csX2" fmla="*/ 0 w 955"/>
                <a:gd name="csY2" fmla="*/ 1433 h 1433"/>
                <a:gd name="csX3" fmla="*/ 956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3" name="Freeform 2002">
              <a:extLst>
                <a:ext uri="{FF2B5EF4-FFF2-40B4-BE49-F238E27FC236}">
                  <a16:creationId xmlns:a16="http://schemas.microsoft.com/office/drawing/2014/main" id="{B9F9CA64-62DD-DC69-E4A1-55CAF473B46D}"/>
                </a:ext>
              </a:extLst>
            </p:cNvPr>
            <p:cNvSpPr/>
            <p:nvPr/>
          </p:nvSpPr>
          <p:spPr>
            <a:xfrm>
              <a:off x="6190589" y="4414817"/>
              <a:ext cx="955" cy="9554"/>
            </a:xfrm>
            <a:custGeom>
              <a:avLst/>
              <a:gdLst>
                <a:gd name="csX0" fmla="*/ 956 w 955"/>
                <a:gd name="csY0" fmla="*/ 0 h 9554"/>
                <a:gd name="csX1" fmla="*/ 0 w 955"/>
                <a:gd name="csY1" fmla="*/ 9555 h 9554"/>
                <a:gd name="csX2" fmla="*/ 0 w 955"/>
                <a:gd name="csY2" fmla="*/ 9555 h 9554"/>
                <a:gd name="csX3" fmla="*/ 956 w 955"/>
                <a:gd name="csY3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4">
                  <a:moveTo>
                    <a:pt x="956" y="0"/>
                  </a:moveTo>
                  <a:lnTo>
                    <a:pt x="0" y="9555"/>
                  </a:lnTo>
                  <a:lnTo>
                    <a:pt x="0" y="9555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4" name="Freeform 2003">
              <a:extLst>
                <a:ext uri="{FF2B5EF4-FFF2-40B4-BE49-F238E27FC236}">
                  <a16:creationId xmlns:a16="http://schemas.microsoft.com/office/drawing/2014/main" id="{9F477DD1-4C80-38B0-5781-F844E0768D19}"/>
                </a:ext>
              </a:extLst>
            </p:cNvPr>
            <p:cNvSpPr/>
            <p:nvPr/>
          </p:nvSpPr>
          <p:spPr>
            <a:xfrm>
              <a:off x="6186768" y="3845842"/>
              <a:ext cx="2866" cy="2866"/>
            </a:xfrm>
            <a:custGeom>
              <a:avLst/>
              <a:gdLst>
                <a:gd name="csX0" fmla="*/ 1911 w 2866"/>
                <a:gd name="csY0" fmla="*/ 955 h 2866"/>
                <a:gd name="csX1" fmla="*/ 2866 w 2866"/>
                <a:gd name="csY1" fmla="*/ 2866 h 2866"/>
                <a:gd name="csX2" fmla="*/ 1911 w 2866"/>
                <a:gd name="csY2" fmla="*/ 2389 h 2866"/>
                <a:gd name="csX3" fmla="*/ 478 w 2866"/>
                <a:gd name="csY3" fmla="*/ 1433 h 2866"/>
                <a:gd name="csX4" fmla="*/ 0 w 2866"/>
                <a:gd name="csY4" fmla="*/ 0 h 2866"/>
                <a:gd name="csX5" fmla="*/ 1911 w 2866"/>
                <a:gd name="csY5" fmla="*/ 955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866">
                  <a:moveTo>
                    <a:pt x="1911" y="955"/>
                  </a:moveTo>
                  <a:lnTo>
                    <a:pt x="2866" y="2866"/>
                  </a:lnTo>
                  <a:lnTo>
                    <a:pt x="1911" y="2389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5" name="Freeform 2004">
              <a:extLst>
                <a:ext uri="{FF2B5EF4-FFF2-40B4-BE49-F238E27FC236}">
                  <a16:creationId xmlns:a16="http://schemas.microsoft.com/office/drawing/2014/main" id="{BFA4C3F7-2D91-4684-7EBB-A843243F1FCB}"/>
                </a:ext>
              </a:extLst>
            </p:cNvPr>
            <p:cNvSpPr/>
            <p:nvPr/>
          </p:nvSpPr>
          <p:spPr>
            <a:xfrm>
              <a:off x="6168614" y="2984018"/>
              <a:ext cx="20542" cy="20064"/>
            </a:xfrm>
            <a:custGeom>
              <a:avLst/>
              <a:gdLst>
                <a:gd name="csX0" fmla="*/ 19109 w 20542"/>
                <a:gd name="csY0" fmla="*/ 8121 h 20064"/>
                <a:gd name="csX1" fmla="*/ 20542 w 20542"/>
                <a:gd name="csY1" fmla="*/ 10988 h 20064"/>
                <a:gd name="csX2" fmla="*/ 19587 w 20542"/>
                <a:gd name="csY2" fmla="*/ 16721 h 20064"/>
                <a:gd name="csX3" fmla="*/ 17198 w 20542"/>
                <a:gd name="csY3" fmla="*/ 19587 h 20064"/>
                <a:gd name="csX4" fmla="*/ 13376 w 20542"/>
                <a:gd name="csY4" fmla="*/ 20065 h 20064"/>
                <a:gd name="csX5" fmla="*/ 10510 w 20542"/>
                <a:gd name="csY5" fmla="*/ 19587 h 20064"/>
                <a:gd name="csX6" fmla="*/ 8599 w 20542"/>
                <a:gd name="csY6" fmla="*/ 18154 h 20064"/>
                <a:gd name="csX7" fmla="*/ 8599 w 20542"/>
                <a:gd name="csY7" fmla="*/ 16721 h 20064"/>
                <a:gd name="csX8" fmla="*/ 7644 w 20542"/>
                <a:gd name="csY8" fmla="*/ 16243 h 20064"/>
                <a:gd name="csX9" fmla="*/ 4777 w 20542"/>
                <a:gd name="csY9" fmla="*/ 18154 h 20064"/>
                <a:gd name="csX10" fmla="*/ 2866 w 20542"/>
                <a:gd name="csY10" fmla="*/ 18631 h 20064"/>
                <a:gd name="csX11" fmla="*/ 956 w 20542"/>
                <a:gd name="csY11" fmla="*/ 17198 h 20064"/>
                <a:gd name="csX12" fmla="*/ 0 w 20542"/>
                <a:gd name="csY12" fmla="*/ 14810 h 20064"/>
                <a:gd name="csX13" fmla="*/ 2389 w 20542"/>
                <a:gd name="csY13" fmla="*/ 11465 h 20064"/>
                <a:gd name="csX14" fmla="*/ 3822 w 20542"/>
                <a:gd name="csY14" fmla="*/ 9555 h 20064"/>
                <a:gd name="csX15" fmla="*/ 6688 w 20542"/>
                <a:gd name="csY15" fmla="*/ 9555 h 20064"/>
                <a:gd name="csX16" fmla="*/ 7166 w 20542"/>
                <a:gd name="csY16" fmla="*/ 10510 h 20064"/>
                <a:gd name="csX17" fmla="*/ 8599 w 20542"/>
                <a:gd name="csY17" fmla="*/ 10510 h 20064"/>
                <a:gd name="csX18" fmla="*/ 9555 w 20542"/>
                <a:gd name="csY18" fmla="*/ 7644 h 20064"/>
                <a:gd name="csX19" fmla="*/ 9555 w 20542"/>
                <a:gd name="csY19" fmla="*/ 5733 h 20064"/>
                <a:gd name="csX20" fmla="*/ 10032 w 20542"/>
                <a:gd name="csY20" fmla="*/ 4777 h 20064"/>
                <a:gd name="csX21" fmla="*/ 13376 w 20542"/>
                <a:gd name="csY21" fmla="*/ 5733 h 20064"/>
                <a:gd name="csX22" fmla="*/ 13376 w 20542"/>
                <a:gd name="csY22" fmla="*/ 0 h 20064"/>
                <a:gd name="csX23" fmla="*/ 14809 w 20542"/>
                <a:gd name="csY23" fmla="*/ 0 h 20064"/>
                <a:gd name="csX24" fmla="*/ 15287 w 20542"/>
                <a:gd name="csY24" fmla="*/ 0 h 20064"/>
                <a:gd name="csX25" fmla="*/ 16243 w 20542"/>
                <a:gd name="csY25" fmla="*/ 956 h 20064"/>
                <a:gd name="csX26" fmla="*/ 16721 w 20542"/>
                <a:gd name="csY26" fmla="*/ 2866 h 20064"/>
                <a:gd name="csX27" fmla="*/ 19109 w 20542"/>
                <a:gd name="csY27" fmla="*/ 8121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0542" h="20064">
                  <a:moveTo>
                    <a:pt x="19109" y="8121"/>
                  </a:moveTo>
                  <a:lnTo>
                    <a:pt x="20542" y="10988"/>
                  </a:lnTo>
                  <a:lnTo>
                    <a:pt x="19587" y="16721"/>
                  </a:lnTo>
                  <a:lnTo>
                    <a:pt x="17198" y="19587"/>
                  </a:lnTo>
                  <a:lnTo>
                    <a:pt x="13376" y="20065"/>
                  </a:lnTo>
                  <a:lnTo>
                    <a:pt x="10510" y="19587"/>
                  </a:lnTo>
                  <a:lnTo>
                    <a:pt x="8599" y="18154"/>
                  </a:lnTo>
                  <a:lnTo>
                    <a:pt x="8599" y="16721"/>
                  </a:lnTo>
                  <a:lnTo>
                    <a:pt x="7644" y="16243"/>
                  </a:lnTo>
                  <a:lnTo>
                    <a:pt x="4777" y="18154"/>
                  </a:lnTo>
                  <a:lnTo>
                    <a:pt x="2866" y="18631"/>
                  </a:lnTo>
                  <a:lnTo>
                    <a:pt x="956" y="17198"/>
                  </a:lnTo>
                  <a:lnTo>
                    <a:pt x="0" y="14810"/>
                  </a:lnTo>
                  <a:lnTo>
                    <a:pt x="2389" y="11465"/>
                  </a:lnTo>
                  <a:lnTo>
                    <a:pt x="3822" y="9555"/>
                  </a:lnTo>
                  <a:lnTo>
                    <a:pt x="6688" y="9555"/>
                  </a:lnTo>
                  <a:lnTo>
                    <a:pt x="7166" y="10510"/>
                  </a:lnTo>
                  <a:lnTo>
                    <a:pt x="8599" y="10510"/>
                  </a:lnTo>
                  <a:lnTo>
                    <a:pt x="9555" y="7644"/>
                  </a:lnTo>
                  <a:lnTo>
                    <a:pt x="9555" y="5733"/>
                  </a:lnTo>
                  <a:lnTo>
                    <a:pt x="10032" y="4777"/>
                  </a:lnTo>
                  <a:lnTo>
                    <a:pt x="13376" y="5733"/>
                  </a:lnTo>
                  <a:lnTo>
                    <a:pt x="13376" y="0"/>
                  </a:lnTo>
                  <a:lnTo>
                    <a:pt x="14809" y="0"/>
                  </a:lnTo>
                  <a:lnTo>
                    <a:pt x="15287" y="0"/>
                  </a:lnTo>
                  <a:lnTo>
                    <a:pt x="16243" y="956"/>
                  </a:lnTo>
                  <a:lnTo>
                    <a:pt x="16721" y="2866"/>
                  </a:lnTo>
                  <a:lnTo>
                    <a:pt x="19109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6" name="Freeform 2005">
              <a:extLst>
                <a:ext uri="{FF2B5EF4-FFF2-40B4-BE49-F238E27FC236}">
                  <a16:creationId xmlns:a16="http://schemas.microsoft.com/office/drawing/2014/main" id="{852AC803-580F-F77D-C26C-2F24996D5FA2}"/>
                </a:ext>
              </a:extLst>
            </p:cNvPr>
            <p:cNvSpPr/>
            <p:nvPr/>
          </p:nvSpPr>
          <p:spPr>
            <a:xfrm>
              <a:off x="6186768" y="3804279"/>
              <a:ext cx="1433" cy="4777"/>
            </a:xfrm>
            <a:custGeom>
              <a:avLst/>
              <a:gdLst>
                <a:gd name="csX0" fmla="*/ 1433 w 1433"/>
                <a:gd name="csY0" fmla="*/ 0 h 4777"/>
                <a:gd name="csX1" fmla="*/ 0 w 1433"/>
                <a:gd name="csY1" fmla="*/ 956 h 4777"/>
                <a:gd name="csX2" fmla="*/ 0 w 1433"/>
                <a:gd name="csY2" fmla="*/ 1433 h 4777"/>
                <a:gd name="csX3" fmla="*/ 0 w 1433"/>
                <a:gd name="csY3" fmla="*/ 2389 h 4777"/>
                <a:gd name="csX4" fmla="*/ 956 w 1433"/>
                <a:gd name="csY4" fmla="*/ 3822 h 4777"/>
                <a:gd name="csX5" fmla="*/ 956 w 1433"/>
                <a:gd name="csY5" fmla="*/ 4777 h 4777"/>
                <a:gd name="csX6" fmla="*/ 956 w 1433"/>
                <a:gd name="csY6" fmla="*/ 4777 h 4777"/>
                <a:gd name="csX7" fmla="*/ 956 w 1433"/>
                <a:gd name="csY7" fmla="*/ 3822 h 4777"/>
                <a:gd name="csX8" fmla="*/ 0 w 1433"/>
                <a:gd name="csY8" fmla="*/ 2866 h 4777"/>
                <a:gd name="csX9" fmla="*/ 0 w 1433"/>
                <a:gd name="csY9" fmla="*/ 1433 h 4777"/>
                <a:gd name="csX10" fmla="*/ 0 w 1433"/>
                <a:gd name="csY10" fmla="*/ 956 h 4777"/>
                <a:gd name="csX11" fmla="*/ 1433 w 1433"/>
                <a:gd name="csY11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433" h="4777">
                  <a:moveTo>
                    <a:pt x="1433" y="0"/>
                  </a:moveTo>
                  <a:lnTo>
                    <a:pt x="0" y="956"/>
                  </a:lnTo>
                  <a:lnTo>
                    <a:pt x="0" y="1433"/>
                  </a:lnTo>
                  <a:lnTo>
                    <a:pt x="0" y="2389"/>
                  </a:lnTo>
                  <a:lnTo>
                    <a:pt x="956" y="3822"/>
                  </a:lnTo>
                  <a:lnTo>
                    <a:pt x="956" y="4777"/>
                  </a:lnTo>
                  <a:lnTo>
                    <a:pt x="956" y="4777"/>
                  </a:lnTo>
                  <a:lnTo>
                    <a:pt x="956" y="3822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7" name="Freeform 2006">
              <a:extLst>
                <a:ext uri="{FF2B5EF4-FFF2-40B4-BE49-F238E27FC236}">
                  <a16:creationId xmlns:a16="http://schemas.microsoft.com/office/drawing/2014/main" id="{1CCC4D48-6C87-699A-24C4-DDCDCEE7A609}"/>
                </a:ext>
              </a:extLst>
            </p:cNvPr>
            <p:cNvSpPr/>
            <p:nvPr/>
          </p:nvSpPr>
          <p:spPr>
            <a:xfrm>
              <a:off x="6186768" y="3801890"/>
              <a:ext cx="1433" cy="1910"/>
            </a:xfrm>
            <a:custGeom>
              <a:avLst/>
              <a:gdLst>
                <a:gd name="csX0" fmla="*/ 0 w 1433"/>
                <a:gd name="csY0" fmla="*/ 478 h 1910"/>
                <a:gd name="csX1" fmla="*/ 1433 w 1433"/>
                <a:gd name="csY1" fmla="*/ 1911 h 1910"/>
                <a:gd name="csX2" fmla="*/ 0 w 1433"/>
                <a:gd name="csY2" fmla="*/ 478 h 1910"/>
                <a:gd name="csX3" fmla="*/ 0 w 1433"/>
                <a:gd name="csY3" fmla="*/ 0 h 1910"/>
                <a:gd name="csX4" fmla="*/ 0 w 1433"/>
                <a:gd name="csY4" fmla="*/ 0 h 1910"/>
                <a:gd name="csX5" fmla="*/ 0 w 1433"/>
                <a:gd name="csY5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1910">
                  <a:moveTo>
                    <a:pt x="0" y="478"/>
                  </a:moveTo>
                  <a:lnTo>
                    <a:pt x="1433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8" name="Freeform 2007">
              <a:extLst>
                <a:ext uri="{FF2B5EF4-FFF2-40B4-BE49-F238E27FC236}">
                  <a16:creationId xmlns:a16="http://schemas.microsoft.com/office/drawing/2014/main" id="{934242E9-B5D3-6414-EC06-BE2C6AF184BE}"/>
                </a:ext>
              </a:extLst>
            </p:cNvPr>
            <p:cNvSpPr/>
            <p:nvPr/>
          </p:nvSpPr>
          <p:spPr>
            <a:xfrm>
              <a:off x="6182468" y="3842497"/>
              <a:ext cx="3822" cy="2866"/>
            </a:xfrm>
            <a:custGeom>
              <a:avLst/>
              <a:gdLst>
                <a:gd name="csX0" fmla="*/ 3344 w 3822"/>
                <a:gd name="csY0" fmla="*/ 2389 h 2866"/>
                <a:gd name="csX1" fmla="*/ 3822 w 3822"/>
                <a:gd name="csY1" fmla="*/ 2866 h 2866"/>
                <a:gd name="csX2" fmla="*/ 956 w 3822"/>
                <a:gd name="csY2" fmla="*/ 1433 h 2866"/>
                <a:gd name="csX3" fmla="*/ 478 w 3822"/>
                <a:gd name="csY3" fmla="*/ 478 h 2866"/>
                <a:gd name="csX4" fmla="*/ 0 w 3822"/>
                <a:gd name="csY4" fmla="*/ 0 h 2866"/>
                <a:gd name="csX5" fmla="*/ 3344 w 3822"/>
                <a:gd name="csY5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2866">
                  <a:moveTo>
                    <a:pt x="3344" y="2389"/>
                  </a:moveTo>
                  <a:lnTo>
                    <a:pt x="3822" y="2866"/>
                  </a:lnTo>
                  <a:lnTo>
                    <a:pt x="956" y="1433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9" name="Freeform 2008">
              <a:extLst>
                <a:ext uri="{FF2B5EF4-FFF2-40B4-BE49-F238E27FC236}">
                  <a16:creationId xmlns:a16="http://schemas.microsoft.com/office/drawing/2014/main" id="{30B95BEA-6434-836E-41D5-024A86CF96AE}"/>
                </a:ext>
              </a:extLst>
            </p:cNvPr>
            <p:cNvSpPr/>
            <p:nvPr/>
          </p:nvSpPr>
          <p:spPr>
            <a:xfrm>
              <a:off x="6176257" y="3828643"/>
              <a:ext cx="9554" cy="10032"/>
            </a:xfrm>
            <a:custGeom>
              <a:avLst/>
              <a:gdLst>
                <a:gd name="csX0" fmla="*/ 9555 w 9554"/>
                <a:gd name="csY0" fmla="*/ 8599 h 10032"/>
                <a:gd name="csX1" fmla="*/ 9077 w 9554"/>
                <a:gd name="csY1" fmla="*/ 8599 h 10032"/>
                <a:gd name="csX2" fmla="*/ 8599 w 9554"/>
                <a:gd name="csY2" fmla="*/ 9077 h 10032"/>
                <a:gd name="csX3" fmla="*/ 8121 w 9554"/>
                <a:gd name="csY3" fmla="*/ 10032 h 10032"/>
                <a:gd name="csX4" fmla="*/ 6688 w 9554"/>
                <a:gd name="csY4" fmla="*/ 8599 h 10032"/>
                <a:gd name="csX5" fmla="*/ 5733 w 9554"/>
                <a:gd name="csY5" fmla="*/ 7644 h 10032"/>
                <a:gd name="csX6" fmla="*/ 4777 w 9554"/>
                <a:gd name="csY6" fmla="*/ 6688 h 10032"/>
                <a:gd name="csX7" fmla="*/ 3344 w 9554"/>
                <a:gd name="csY7" fmla="*/ 5255 h 10032"/>
                <a:gd name="csX8" fmla="*/ 2867 w 9554"/>
                <a:gd name="csY8" fmla="*/ 3822 h 10032"/>
                <a:gd name="csX9" fmla="*/ 0 w 9554"/>
                <a:gd name="csY9" fmla="*/ 956 h 10032"/>
                <a:gd name="csX10" fmla="*/ 0 w 9554"/>
                <a:gd name="csY10" fmla="*/ 0 h 10032"/>
                <a:gd name="csX11" fmla="*/ 956 w 9554"/>
                <a:gd name="csY11" fmla="*/ 956 h 10032"/>
                <a:gd name="csX12" fmla="*/ 1911 w 9554"/>
                <a:gd name="csY12" fmla="*/ 1911 h 10032"/>
                <a:gd name="csX13" fmla="*/ 2867 w 9554"/>
                <a:gd name="csY13" fmla="*/ 1911 h 10032"/>
                <a:gd name="csX14" fmla="*/ 5255 w 9554"/>
                <a:gd name="csY14" fmla="*/ 4300 h 10032"/>
                <a:gd name="csX15" fmla="*/ 7166 w 9554"/>
                <a:gd name="csY15" fmla="*/ 6688 h 10032"/>
                <a:gd name="csX16" fmla="*/ 9555 w 9554"/>
                <a:gd name="csY16" fmla="*/ 8599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9554" h="10032">
                  <a:moveTo>
                    <a:pt x="9555" y="8599"/>
                  </a:moveTo>
                  <a:lnTo>
                    <a:pt x="9077" y="8599"/>
                  </a:lnTo>
                  <a:lnTo>
                    <a:pt x="8599" y="9077"/>
                  </a:lnTo>
                  <a:lnTo>
                    <a:pt x="8121" y="10032"/>
                  </a:lnTo>
                  <a:lnTo>
                    <a:pt x="6688" y="8599"/>
                  </a:lnTo>
                  <a:lnTo>
                    <a:pt x="5733" y="7644"/>
                  </a:lnTo>
                  <a:lnTo>
                    <a:pt x="4777" y="6688"/>
                  </a:lnTo>
                  <a:lnTo>
                    <a:pt x="3344" y="5255"/>
                  </a:lnTo>
                  <a:lnTo>
                    <a:pt x="2867" y="3822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956" y="956"/>
                  </a:lnTo>
                  <a:lnTo>
                    <a:pt x="1911" y="1911"/>
                  </a:lnTo>
                  <a:lnTo>
                    <a:pt x="2867" y="1911"/>
                  </a:lnTo>
                  <a:lnTo>
                    <a:pt x="5255" y="4300"/>
                  </a:lnTo>
                  <a:lnTo>
                    <a:pt x="7166" y="6688"/>
                  </a:lnTo>
                  <a:lnTo>
                    <a:pt x="9555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0" name="Freeform 2009">
              <a:extLst>
                <a:ext uri="{FF2B5EF4-FFF2-40B4-BE49-F238E27FC236}">
                  <a16:creationId xmlns:a16="http://schemas.microsoft.com/office/drawing/2014/main" id="{F10B8922-9CA6-64ED-A9DE-5E4091ECA66B}"/>
                </a:ext>
              </a:extLst>
            </p:cNvPr>
            <p:cNvSpPr/>
            <p:nvPr/>
          </p:nvSpPr>
          <p:spPr>
            <a:xfrm>
              <a:off x="6178646" y="3842020"/>
              <a:ext cx="6688" cy="6688"/>
            </a:xfrm>
            <a:custGeom>
              <a:avLst/>
              <a:gdLst>
                <a:gd name="csX0" fmla="*/ 6210 w 6688"/>
                <a:gd name="csY0" fmla="*/ 6211 h 6688"/>
                <a:gd name="csX1" fmla="*/ 6688 w 6688"/>
                <a:gd name="csY1" fmla="*/ 6688 h 6688"/>
                <a:gd name="csX2" fmla="*/ 6688 w 6688"/>
                <a:gd name="csY2" fmla="*/ 6688 h 6688"/>
                <a:gd name="csX3" fmla="*/ 5733 w 6688"/>
                <a:gd name="csY3" fmla="*/ 6211 h 6688"/>
                <a:gd name="csX4" fmla="*/ 5255 w 6688"/>
                <a:gd name="csY4" fmla="*/ 6688 h 6688"/>
                <a:gd name="csX5" fmla="*/ 478 w 6688"/>
                <a:gd name="csY5" fmla="*/ 956 h 6688"/>
                <a:gd name="csX6" fmla="*/ 0 w 6688"/>
                <a:gd name="csY6" fmla="*/ 0 h 6688"/>
                <a:gd name="csX7" fmla="*/ 1433 w 6688"/>
                <a:gd name="csY7" fmla="*/ 1433 h 6688"/>
                <a:gd name="csX8" fmla="*/ 6210 w 6688"/>
                <a:gd name="csY8" fmla="*/ 6211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688" h="6688">
                  <a:moveTo>
                    <a:pt x="6210" y="6211"/>
                  </a:moveTo>
                  <a:lnTo>
                    <a:pt x="6688" y="6688"/>
                  </a:lnTo>
                  <a:lnTo>
                    <a:pt x="6688" y="6688"/>
                  </a:lnTo>
                  <a:lnTo>
                    <a:pt x="5733" y="6211"/>
                  </a:lnTo>
                  <a:lnTo>
                    <a:pt x="5255" y="6688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6210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1" name="Freeform 2010">
              <a:extLst>
                <a:ext uri="{FF2B5EF4-FFF2-40B4-BE49-F238E27FC236}">
                  <a16:creationId xmlns:a16="http://schemas.microsoft.com/office/drawing/2014/main" id="{4930F671-A918-55D8-4587-C4B877CFF2B7}"/>
                </a:ext>
              </a:extLst>
            </p:cNvPr>
            <p:cNvSpPr/>
            <p:nvPr/>
          </p:nvSpPr>
          <p:spPr>
            <a:xfrm>
              <a:off x="6181035" y="4307328"/>
              <a:ext cx="3821" cy="21020"/>
            </a:xfrm>
            <a:custGeom>
              <a:avLst/>
              <a:gdLst>
                <a:gd name="csX0" fmla="*/ 1911 w 3821"/>
                <a:gd name="csY0" fmla="*/ 11466 h 21020"/>
                <a:gd name="csX1" fmla="*/ 3822 w 3821"/>
                <a:gd name="csY1" fmla="*/ 21020 h 21020"/>
                <a:gd name="csX2" fmla="*/ 1911 w 3821"/>
                <a:gd name="csY2" fmla="*/ 11466 h 21020"/>
                <a:gd name="csX3" fmla="*/ 0 w 3821"/>
                <a:gd name="csY3" fmla="*/ 0 h 21020"/>
                <a:gd name="csX4" fmla="*/ 1911 w 3821"/>
                <a:gd name="csY4" fmla="*/ 11466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21020">
                  <a:moveTo>
                    <a:pt x="1911" y="11466"/>
                  </a:moveTo>
                  <a:lnTo>
                    <a:pt x="3822" y="21020"/>
                  </a:lnTo>
                  <a:lnTo>
                    <a:pt x="1911" y="11466"/>
                  </a:lnTo>
                  <a:lnTo>
                    <a:pt x="0" y="0"/>
                  </a:lnTo>
                  <a:lnTo>
                    <a:pt x="1911" y="114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2" name="Freeform 2011">
              <a:extLst>
                <a:ext uri="{FF2B5EF4-FFF2-40B4-BE49-F238E27FC236}">
                  <a16:creationId xmlns:a16="http://schemas.microsoft.com/office/drawing/2014/main" id="{02D56B38-66C3-1932-3D3D-A3F390703E19}"/>
                </a:ext>
              </a:extLst>
            </p:cNvPr>
            <p:cNvSpPr/>
            <p:nvPr/>
          </p:nvSpPr>
          <p:spPr>
            <a:xfrm>
              <a:off x="6174824" y="3527674"/>
              <a:ext cx="9076" cy="9554"/>
            </a:xfrm>
            <a:custGeom>
              <a:avLst/>
              <a:gdLst>
                <a:gd name="csX0" fmla="*/ 9077 w 9076"/>
                <a:gd name="csY0" fmla="*/ 4777 h 9554"/>
                <a:gd name="csX1" fmla="*/ 9077 w 9076"/>
                <a:gd name="csY1" fmla="*/ 6688 h 9554"/>
                <a:gd name="csX2" fmla="*/ 8121 w 9076"/>
                <a:gd name="csY2" fmla="*/ 8599 h 9554"/>
                <a:gd name="csX3" fmla="*/ 7166 w 9076"/>
                <a:gd name="csY3" fmla="*/ 9555 h 9554"/>
                <a:gd name="csX4" fmla="*/ 4300 w 9076"/>
                <a:gd name="csY4" fmla="*/ 8599 h 9554"/>
                <a:gd name="csX5" fmla="*/ 0 w 9076"/>
                <a:gd name="csY5" fmla="*/ 6211 h 9554"/>
                <a:gd name="csX6" fmla="*/ 478 w 9076"/>
                <a:gd name="csY6" fmla="*/ 1911 h 9554"/>
                <a:gd name="csX7" fmla="*/ 1911 w 9076"/>
                <a:gd name="csY7" fmla="*/ 0 h 9554"/>
                <a:gd name="csX8" fmla="*/ 9077 w 9076"/>
                <a:gd name="csY8" fmla="*/ 4777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076" h="9554">
                  <a:moveTo>
                    <a:pt x="9077" y="4777"/>
                  </a:moveTo>
                  <a:lnTo>
                    <a:pt x="9077" y="6688"/>
                  </a:lnTo>
                  <a:lnTo>
                    <a:pt x="8121" y="8599"/>
                  </a:lnTo>
                  <a:lnTo>
                    <a:pt x="7166" y="9555"/>
                  </a:lnTo>
                  <a:lnTo>
                    <a:pt x="4300" y="8599"/>
                  </a:lnTo>
                  <a:lnTo>
                    <a:pt x="0" y="6211"/>
                  </a:lnTo>
                  <a:lnTo>
                    <a:pt x="478" y="1911"/>
                  </a:lnTo>
                  <a:lnTo>
                    <a:pt x="1911" y="0"/>
                  </a:lnTo>
                  <a:lnTo>
                    <a:pt x="9077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3" name="Freeform 2012">
              <a:extLst>
                <a:ext uri="{FF2B5EF4-FFF2-40B4-BE49-F238E27FC236}">
                  <a16:creationId xmlns:a16="http://schemas.microsoft.com/office/drawing/2014/main" id="{02487236-E0D1-7C6C-37BA-54C7B3BC0F92}"/>
                </a:ext>
              </a:extLst>
            </p:cNvPr>
            <p:cNvSpPr/>
            <p:nvPr/>
          </p:nvSpPr>
          <p:spPr>
            <a:xfrm>
              <a:off x="6181990" y="4532339"/>
              <a:ext cx="1911" cy="8599"/>
            </a:xfrm>
            <a:custGeom>
              <a:avLst/>
              <a:gdLst>
                <a:gd name="csX0" fmla="*/ 478 w 1911"/>
                <a:gd name="csY0" fmla="*/ 4777 h 8599"/>
                <a:gd name="csX1" fmla="*/ 1911 w 1911"/>
                <a:gd name="csY1" fmla="*/ 8599 h 8599"/>
                <a:gd name="csX2" fmla="*/ 478 w 1911"/>
                <a:gd name="csY2" fmla="*/ 4777 h 8599"/>
                <a:gd name="csX3" fmla="*/ 0 w 1911"/>
                <a:gd name="csY3" fmla="*/ 0 h 8599"/>
                <a:gd name="csX4" fmla="*/ 478 w 1911"/>
                <a:gd name="csY4" fmla="*/ 4777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8599">
                  <a:moveTo>
                    <a:pt x="478" y="4777"/>
                  </a:moveTo>
                  <a:lnTo>
                    <a:pt x="1911" y="8599"/>
                  </a:lnTo>
                  <a:lnTo>
                    <a:pt x="478" y="4777"/>
                  </a:lnTo>
                  <a:lnTo>
                    <a:pt x="0" y="0"/>
                  </a:lnTo>
                  <a:lnTo>
                    <a:pt x="47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4" name="Freeform 2013">
              <a:extLst>
                <a:ext uri="{FF2B5EF4-FFF2-40B4-BE49-F238E27FC236}">
                  <a16:creationId xmlns:a16="http://schemas.microsoft.com/office/drawing/2014/main" id="{BDB428C3-D6D0-7846-0360-68617A8D6BA9}"/>
                </a:ext>
              </a:extLst>
            </p:cNvPr>
            <p:cNvSpPr/>
            <p:nvPr/>
          </p:nvSpPr>
          <p:spPr>
            <a:xfrm>
              <a:off x="6177691" y="3647106"/>
              <a:ext cx="3822" cy="14331"/>
            </a:xfrm>
            <a:custGeom>
              <a:avLst/>
              <a:gdLst>
                <a:gd name="csX0" fmla="*/ 2389 w 3822"/>
                <a:gd name="csY0" fmla="*/ 0 h 14331"/>
                <a:gd name="csX1" fmla="*/ 3822 w 3822"/>
                <a:gd name="csY1" fmla="*/ 3344 h 14331"/>
                <a:gd name="csX2" fmla="*/ 2867 w 3822"/>
                <a:gd name="csY2" fmla="*/ 8121 h 14331"/>
                <a:gd name="csX3" fmla="*/ 1911 w 3822"/>
                <a:gd name="csY3" fmla="*/ 10510 h 14331"/>
                <a:gd name="csX4" fmla="*/ 0 w 3822"/>
                <a:gd name="csY4" fmla="*/ 14332 h 14331"/>
                <a:gd name="csX5" fmla="*/ 1911 w 3822"/>
                <a:gd name="csY5" fmla="*/ 10510 h 14331"/>
                <a:gd name="csX6" fmla="*/ 2867 w 3822"/>
                <a:gd name="csY6" fmla="*/ 8121 h 14331"/>
                <a:gd name="csX7" fmla="*/ 3822 w 3822"/>
                <a:gd name="csY7" fmla="*/ 3344 h 14331"/>
                <a:gd name="csX8" fmla="*/ 2389 w 3822"/>
                <a:gd name="csY8" fmla="*/ 0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2" h="14331">
                  <a:moveTo>
                    <a:pt x="2389" y="0"/>
                  </a:moveTo>
                  <a:lnTo>
                    <a:pt x="3822" y="3344"/>
                  </a:lnTo>
                  <a:lnTo>
                    <a:pt x="2867" y="8121"/>
                  </a:lnTo>
                  <a:lnTo>
                    <a:pt x="1911" y="10510"/>
                  </a:lnTo>
                  <a:lnTo>
                    <a:pt x="0" y="14332"/>
                  </a:lnTo>
                  <a:lnTo>
                    <a:pt x="1911" y="10510"/>
                  </a:lnTo>
                  <a:lnTo>
                    <a:pt x="2867" y="8121"/>
                  </a:lnTo>
                  <a:lnTo>
                    <a:pt x="3822" y="3344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5" name="Freeform 2014">
              <a:extLst>
                <a:ext uri="{FF2B5EF4-FFF2-40B4-BE49-F238E27FC236}">
                  <a16:creationId xmlns:a16="http://schemas.microsoft.com/office/drawing/2014/main" id="{4F39F134-8D96-D8D2-E627-BDACBE6D7C90}"/>
                </a:ext>
              </a:extLst>
            </p:cNvPr>
            <p:cNvSpPr/>
            <p:nvPr/>
          </p:nvSpPr>
          <p:spPr>
            <a:xfrm>
              <a:off x="5999976" y="3540095"/>
              <a:ext cx="181537" cy="221188"/>
            </a:xfrm>
            <a:custGeom>
              <a:avLst/>
              <a:gdLst>
                <a:gd name="csX0" fmla="*/ 180104 w 181537"/>
                <a:gd name="csY0" fmla="*/ 107011 h 221188"/>
                <a:gd name="csX1" fmla="*/ 181537 w 181537"/>
                <a:gd name="csY1" fmla="*/ 110356 h 221188"/>
                <a:gd name="csX2" fmla="*/ 180582 w 181537"/>
                <a:gd name="csY2" fmla="*/ 115133 h 221188"/>
                <a:gd name="csX3" fmla="*/ 179626 w 181537"/>
                <a:gd name="csY3" fmla="*/ 117521 h 221188"/>
                <a:gd name="csX4" fmla="*/ 177715 w 181537"/>
                <a:gd name="csY4" fmla="*/ 121343 h 221188"/>
                <a:gd name="csX5" fmla="*/ 177238 w 181537"/>
                <a:gd name="csY5" fmla="*/ 121821 h 221188"/>
                <a:gd name="csX6" fmla="*/ 177238 w 181537"/>
                <a:gd name="csY6" fmla="*/ 122299 h 221188"/>
                <a:gd name="csX7" fmla="*/ 176760 w 181537"/>
                <a:gd name="csY7" fmla="*/ 123254 h 221188"/>
                <a:gd name="csX8" fmla="*/ 175804 w 181537"/>
                <a:gd name="csY8" fmla="*/ 123254 h 221188"/>
                <a:gd name="csX9" fmla="*/ 174371 w 181537"/>
                <a:gd name="csY9" fmla="*/ 122777 h 221188"/>
                <a:gd name="csX10" fmla="*/ 173416 w 181537"/>
                <a:gd name="csY10" fmla="*/ 121821 h 221188"/>
                <a:gd name="csX11" fmla="*/ 173893 w 181537"/>
                <a:gd name="csY11" fmla="*/ 120388 h 221188"/>
                <a:gd name="csX12" fmla="*/ 173416 w 181537"/>
                <a:gd name="csY12" fmla="*/ 120388 h 221188"/>
                <a:gd name="csX13" fmla="*/ 172460 w 181537"/>
                <a:gd name="csY13" fmla="*/ 118955 h 221188"/>
                <a:gd name="csX14" fmla="*/ 172460 w 181537"/>
                <a:gd name="csY14" fmla="*/ 117999 h 221188"/>
                <a:gd name="csX15" fmla="*/ 171983 w 181537"/>
                <a:gd name="csY15" fmla="*/ 117999 h 221188"/>
                <a:gd name="csX16" fmla="*/ 171505 w 181537"/>
                <a:gd name="csY16" fmla="*/ 117521 h 221188"/>
                <a:gd name="csX17" fmla="*/ 168638 w 181537"/>
                <a:gd name="csY17" fmla="*/ 117044 h 221188"/>
                <a:gd name="csX18" fmla="*/ 167683 w 181537"/>
                <a:gd name="csY18" fmla="*/ 116566 h 221188"/>
                <a:gd name="csX19" fmla="*/ 167205 w 181537"/>
                <a:gd name="csY19" fmla="*/ 117044 h 221188"/>
                <a:gd name="csX20" fmla="*/ 166250 w 181537"/>
                <a:gd name="csY20" fmla="*/ 117999 h 221188"/>
                <a:gd name="csX21" fmla="*/ 166727 w 181537"/>
                <a:gd name="csY21" fmla="*/ 118477 h 221188"/>
                <a:gd name="csX22" fmla="*/ 167205 w 181537"/>
                <a:gd name="csY22" fmla="*/ 118955 h 221188"/>
                <a:gd name="csX23" fmla="*/ 167205 w 181537"/>
                <a:gd name="csY23" fmla="*/ 118955 h 221188"/>
                <a:gd name="csX24" fmla="*/ 169116 w 181537"/>
                <a:gd name="csY24" fmla="*/ 120388 h 221188"/>
                <a:gd name="csX25" fmla="*/ 168638 w 181537"/>
                <a:gd name="csY25" fmla="*/ 120866 h 221188"/>
                <a:gd name="csX26" fmla="*/ 165294 w 181537"/>
                <a:gd name="csY26" fmla="*/ 121821 h 221188"/>
                <a:gd name="csX27" fmla="*/ 163383 w 181537"/>
                <a:gd name="csY27" fmla="*/ 122777 h 221188"/>
                <a:gd name="csX28" fmla="*/ 161472 w 181537"/>
                <a:gd name="csY28" fmla="*/ 123732 h 221188"/>
                <a:gd name="csX29" fmla="*/ 159561 w 181537"/>
                <a:gd name="csY29" fmla="*/ 124687 h 221188"/>
                <a:gd name="csX30" fmla="*/ 155740 w 181537"/>
                <a:gd name="csY30" fmla="*/ 126121 h 221188"/>
                <a:gd name="csX31" fmla="*/ 152873 w 181537"/>
                <a:gd name="csY31" fmla="*/ 126121 h 221188"/>
                <a:gd name="csX32" fmla="*/ 151918 w 181537"/>
                <a:gd name="csY32" fmla="*/ 126598 h 221188"/>
                <a:gd name="csX33" fmla="*/ 150962 w 181537"/>
                <a:gd name="csY33" fmla="*/ 128987 h 221188"/>
                <a:gd name="csX34" fmla="*/ 150007 w 181537"/>
                <a:gd name="csY34" fmla="*/ 129465 h 221188"/>
                <a:gd name="csX35" fmla="*/ 149529 w 181537"/>
                <a:gd name="csY35" fmla="*/ 128987 h 221188"/>
                <a:gd name="csX36" fmla="*/ 149051 w 181537"/>
                <a:gd name="csY36" fmla="*/ 128509 h 221188"/>
                <a:gd name="csX37" fmla="*/ 148574 w 181537"/>
                <a:gd name="csY37" fmla="*/ 128987 h 221188"/>
                <a:gd name="csX38" fmla="*/ 147618 w 181537"/>
                <a:gd name="csY38" fmla="*/ 129465 h 221188"/>
                <a:gd name="csX39" fmla="*/ 147141 w 181537"/>
                <a:gd name="csY39" fmla="*/ 129942 h 221188"/>
                <a:gd name="csX40" fmla="*/ 146185 w 181537"/>
                <a:gd name="csY40" fmla="*/ 129942 h 221188"/>
                <a:gd name="csX41" fmla="*/ 146185 w 181537"/>
                <a:gd name="csY41" fmla="*/ 129942 h 221188"/>
                <a:gd name="csX42" fmla="*/ 145230 w 181537"/>
                <a:gd name="csY42" fmla="*/ 131853 h 221188"/>
                <a:gd name="csX43" fmla="*/ 141885 w 181537"/>
                <a:gd name="csY43" fmla="*/ 132331 h 221188"/>
                <a:gd name="csX44" fmla="*/ 141408 w 181537"/>
                <a:gd name="csY44" fmla="*/ 133286 h 221188"/>
                <a:gd name="csX45" fmla="*/ 140930 w 181537"/>
                <a:gd name="csY45" fmla="*/ 134720 h 221188"/>
                <a:gd name="csX46" fmla="*/ 140452 w 181537"/>
                <a:gd name="csY46" fmla="*/ 134720 h 221188"/>
                <a:gd name="csX47" fmla="*/ 139019 w 181537"/>
                <a:gd name="csY47" fmla="*/ 134242 h 221188"/>
                <a:gd name="csX48" fmla="*/ 137108 w 181537"/>
                <a:gd name="csY48" fmla="*/ 134242 h 221188"/>
                <a:gd name="csX49" fmla="*/ 135675 w 181537"/>
                <a:gd name="csY49" fmla="*/ 134720 h 221188"/>
                <a:gd name="csX50" fmla="*/ 134242 w 181537"/>
                <a:gd name="csY50" fmla="*/ 135198 h 221188"/>
                <a:gd name="csX51" fmla="*/ 132809 w 181537"/>
                <a:gd name="csY51" fmla="*/ 135198 h 221188"/>
                <a:gd name="csX52" fmla="*/ 130898 w 181537"/>
                <a:gd name="csY52" fmla="*/ 136631 h 221188"/>
                <a:gd name="csX53" fmla="*/ 130898 w 181537"/>
                <a:gd name="csY53" fmla="*/ 136631 h 221188"/>
                <a:gd name="csX54" fmla="*/ 128987 w 181537"/>
                <a:gd name="csY54" fmla="*/ 138542 h 221188"/>
                <a:gd name="csX55" fmla="*/ 127554 w 181537"/>
                <a:gd name="csY55" fmla="*/ 140452 h 221188"/>
                <a:gd name="csX56" fmla="*/ 127076 w 181537"/>
                <a:gd name="csY56" fmla="*/ 141408 h 221188"/>
                <a:gd name="csX57" fmla="*/ 126598 w 181537"/>
                <a:gd name="csY57" fmla="*/ 139497 h 221188"/>
                <a:gd name="csX58" fmla="*/ 125165 w 181537"/>
                <a:gd name="csY58" fmla="*/ 138064 h 221188"/>
                <a:gd name="csX59" fmla="*/ 125165 w 181537"/>
                <a:gd name="csY59" fmla="*/ 138064 h 221188"/>
                <a:gd name="csX60" fmla="*/ 124687 w 181537"/>
                <a:gd name="csY60" fmla="*/ 137586 h 221188"/>
                <a:gd name="csX61" fmla="*/ 123732 w 181537"/>
                <a:gd name="csY61" fmla="*/ 137586 h 221188"/>
                <a:gd name="csX62" fmla="*/ 123732 w 181537"/>
                <a:gd name="csY62" fmla="*/ 137586 h 221188"/>
                <a:gd name="csX63" fmla="*/ 123732 w 181537"/>
                <a:gd name="csY63" fmla="*/ 137586 h 221188"/>
                <a:gd name="csX64" fmla="*/ 123732 w 181537"/>
                <a:gd name="csY64" fmla="*/ 138542 h 221188"/>
                <a:gd name="csX65" fmla="*/ 124210 w 181537"/>
                <a:gd name="csY65" fmla="*/ 140452 h 221188"/>
                <a:gd name="csX66" fmla="*/ 125165 w 181537"/>
                <a:gd name="csY66" fmla="*/ 141408 h 221188"/>
                <a:gd name="csX67" fmla="*/ 125165 w 181537"/>
                <a:gd name="csY67" fmla="*/ 142363 h 221188"/>
                <a:gd name="csX68" fmla="*/ 125643 w 181537"/>
                <a:gd name="csY68" fmla="*/ 143797 h 221188"/>
                <a:gd name="csX69" fmla="*/ 127076 w 181537"/>
                <a:gd name="csY69" fmla="*/ 145230 h 221188"/>
                <a:gd name="csX70" fmla="*/ 127076 w 181537"/>
                <a:gd name="csY70" fmla="*/ 145230 h 221188"/>
                <a:gd name="csX71" fmla="*/ 129465 w 181537"/>
                <a:gd name="csY71" fmla="*/ 146185 h 221188"/>
                <a:gd name="csX72" fmla="*/ 130898 w 181537"/>
                <a:gd name="csY72" fmla="*/ 147618 h 221188"/>
                <a:gd name="csX73" fmla="*/ 131853 w 181537"/>
                <a:gd name="csY73" fmla="*/ 149529 h 221188"/>
                <a:gd name="csX74" fmla="*/ 131853 w 181537"/>
                <a:gd name="csY74" fmla="*/ 150007 h 221188"/>
                <a:gd name="csX75" fmla="*/ 131853 w 181537"/>
                <a:gd name="csY75" fmla="*/ 150485 h 221188"/>
                <a:gd name="csX76" fmla="*/ 130898 w 181537"/>
                <a:gd name="csY76" fmla="*/ 150963 h 221188"/>
                <a:gd name="csX77" fmla="*/ 130898 w 181537"/>
                <a:gd name="csY77" fmla="*/ 151918 h 221188"/>
                <a:gd name="csX78" fmla="*/ 129465 w 181537"/>
                <a:gd name="csY78" fmla="*/ 153829 h 221188"/>
                <a:gd name="csX79" fmla="*/ 129942 w 181537"/>
                <a:gd name="csY79" fmla="*/ 154307 h 221188"/>
                <a:gd name="csX80" fmla="*/ 129942 w 181537"/>
                <a:gd name="csY80" fmla="*/ 154307 h 221188"/>
                <a:gd name="csX81" fmla="*/ 130898 w 181537"/>
                <a:gd name="csY81" fmla="*/ 155262 h 221188"/>
                <a:gd name="csX82" fmla="*/ 131853 w 181537"/>
                <a:gd name="csY82" fmla="*/ 156695 h 221188"/>
                <a:gd name="csX83" fmla="*/ 132809 w 181537"/>
                <a:gd name="csY83" fmla="*/ 158128 h 221188"/>
                <a:gd name="csX84" fmla="*/ 134242 w 181537"/>
                <a:gd name="csY84" fmla="*/ 161473 h 221188"/>
                <a:gd name="csX85" fmla="*/ 135197 w 181537"/>
                <a:gd name="csY85" fmla="*/ 162906 h 221188"/>
                <a:gd name="csX86" fmla="*/ 136631 w 181537"/>
                <a:gd name="csY86" fmla="*/ 164339 h 221188"/>
                <a:gd name="csX87" fmla="*/ 138064 w 181537"/>
                <a:gd name="csY87" fmla="*/ 165294 h 221188"/>
                <a:gd name="csX88" fmla="*/ 139975 w 181537"/>
                <a:gd name="csY88" fmla="*/ 165294 h 221188"/>
                <a:gd name="csX89" fmla="*/ 141885 w 181537"/>
                <a:gd name="csY89" fmla="*/ 167205 h 221188"/>
                <a:gd name="csX90" fmla="*/ 144274 w 181537"/>
                <a:gd name="csY90" fmla="*/ 170072 h 221188"/>
                <a:gd name="csX91" fmla="*/ 146185 w 181537"/>
                <a:gd name="csY91" fmla="*/ 171027 h 221188"/>
                <a:gd name="csX92" fmla="*/ 147141 w 181537"/>
                <a:gd name="csY92" fmla="*/ 171505 h 221188"/>
                <a:gd name="csX93" fmla="*/ 148096 w 181537"/>
                <a:gd name="csY93" fmla="*/ 172460 h 221188"/>
                <a:gd name="csX94" fmla="*/ 149051 w 181537"/>
                <a:gd name="csY94" fmla="*/ 173893 h 221188"/>
                <a:gd name="csX95" fmla="*/ 149529 w 181537"/>
                <a:gd name="csY95" fmla="*/ 174849 h 221188"/>
                <a:gd name="csX96" fmla="*/ 150485 w 181537"/>
                <a:gd name="csY96" fmla="*/ 175327 h 221188"/>
                <a:gd name="csX97" fmla="*/ 152396 w 181537"/>
                <a:gd name="csY97" fmla="*/ 175327 h 221188"/>
                <a:gd name="csX98" fmla="*/ 155262 w 181537"/>
                <a:gd name="csY98" fmla="*/ 177715 h 221188"/>
                <a:gd name="csX99" fmla="*/ 156695 w 181537"/>
                <a:gd name="csY99" fmla="*/ 179149 h 221188"/>
                <a:gd name="csX100" fmla="*/ 157651 w 181537"/>
                <a:gd name="csY100" fmla="*/ 180582 h 221188"/>
                <a:gd name="csX101" fmla="*/ 157651 w 181537"/>
                <a:gd name="csY101" fmla="*/ 181059 h 221188"/>
                <a:gd name="csX102" fmla="*/ 157173 w 181537"/>
                <a:gd name="csY102" fmla="*/ 182970 h 221188"/>
                <a:gd name="csX103" fmla="*/ 157651 w 181537"/>
                <a:gd name="csY103" fmla="*/ 184881 h 221188"/>
                <a:gd name="csX104" fmla="*/ 157173 w 181537"/>
                <a:gd name="csY104" fmla="*/ 185837 h 221188"/>
                <a:gd name="csX105" fmla="*/ 155740 w 181537"/>
                <a:gd name="csY105" fmla="*/ 186792 h 221188"/>
                <a:gd name="csX106" fmla="*/ 155262 w 181537"/>
                <a:gd name="csY106" fmla="*/ 187270 h 221188"/>
                <a:gd name="csX107" fmla="*/ 154784 w 181537"/>
                <a:gd name="csY107" fmla="*/ 187270 h 221188"/>
                <a:gd name="csX108" fmla="*/ 151440 w 181537"/>
                <a:gd name="csY108" fmla="*/ 185837 h 221188"/>
                <a:gd name="csX109" fmla="*/ 150962 w 181537"/>
                <a:gd name="csY109" fmla="*/ 186314 h 221188"/>
                <a:gd name="csX110" fmla="*/ 150962 w 181537"/>
                <a:gd name="csY110" fmla="*/ 186314 h 221188"/>
                <a:gd name="csX111" fmla="*/ 150485 w 181537"/>
                <a:gd name="csY111" fmla="*/ 186314 h 221188"/>
                <a:gd name="csX112" fmla="*/ 149529 w 181537"/>
                <a:gd name="csY112" fmla="*/ 191092 h 221188"/>
                <a:gd name="csX113" fmla="*/ 149051 w 181537"/>
                <a:gd name="csY113" fmla="*/ 192047 h 221188"/>
                <a:gd name="csX114" fmla="*/ 148096 w 181537"/>
                <a:gd name="csY114" fmla="*/ 192525 h 221188"/>
                <a:gd name="csX115" fmla="*/ 145707 w 181537"/>
                <a:gd name="csY115" fmla="*/ 193480 h 221188"/>
                <a:gd name="csX116" fmla="*/ 144274 w 181537"/>
                <a:gd name="csY116" fmla="*/ 193958 h 221188"/>
                <a:gd name="csX117" fmla="*/ 143319 w 181537"/>
                <a:gd name="csY117" fmla="*/ 194436 h 221188"/>
                <a:gd name="csX118" fmla="*/ 139497 w 181537"/>
                <a:gd name="csY118" fmla="*/ 196347 h 221188"/>
                <a:gd name="csX119" fmla="*/ 138064 w 181537"/>
                <a:gd name="csY119" fmla="*/ 197302 h 221188"/>
                <a:gd name="csX120" fmla="*/ 136631 w 181537"/>
                <a:gd name="csY120" fmla="*/ 198735 h 221188"/>
                <a:gd name="csX121" fmla="*/ 136631 w 181537"/>
                <a:gd name="csY121" fmla="*/ 199691 h 221188"/>
                <a:gd name="csX122" fmla="*/ 138542 w 181537"/>
                <a:gd name="csY122" fmla="*/ 202080 h 221188"/>
                <a:gd name="csX123" fmla="*/ 139975 w 181537"/>
                <a:gd name="csY123" fmla="*/ 203513 h 221188"/>
                <a:gd name="csX124" fmla="*/ 140452 w 181537"/>
                <a:gd name="csY124" fmla="*/ 204468 h 221188"/>
                <a:gd name="csX125" fmla="*/ 140452 w 181537"/>
                <a:gd name="csY125" fmla="*/ 206857 h 221188"/>
                <a:gd name="csX126" fmla="*/ 139975 w 181537"/>
                <a:gd name="csY126" fmla="*/ 208768 h 221188"/>
                <a:gd name="csX127" fmla="*/ 139497 w 181537"/>
                <a:gd name="csY127" fmla="*/ 209246 h 221188"/>
                <a:gd name="csX128" fmla="*/ 139497 w 181537"/>
                <a:gd name="csY128" fmla="*/ 209246 h 221188"/>
                <a:gd name="csX129" fmla="*/ 139975 w 181537"/>
                <a:gd name="csY129" fmla="*/ 209246 h 221188"/>
                <a:gd name="csX130" fmla="*/ 141408 w 181537"/>
                <a:gd name="csY130" fmla="*/ 209723 h 221188"/>
                <a:gd name="csX131" fmla="*/ 142363 w 181537"/>
                <a:gd name="csY131" fmla="*/ 209723 h 221188"/>
                <a:gd name="csX132" fmla="*/ 142841 w 181537"/>
                <a:gd name="csY132" fmla="*/ 211156 h 221188"/>
                <a:gd name="csX133" fmla="*/ 142363 w 181537"/>
                <a:gd name="csY133" fmla="*/ 213067 h 221188"/>
                <a:gd name="csX134" fmla="*/ 142363 w 181537"/>
                <a:gd name="csY134" fmla="*/ 214978 h 221188"/>
                <a:gd name="csX135" fmla="*/ 141885 w 181537"/>
                <a:gd name="csY135" fmla="*/ 215934 h 221188"/>
                <a:gd name="csX136" fmla="*/ 140930 w 181537"/>
                <a:gd name="csY136" fmla="*/ 215934 h 221188"/>
                <a:gd name="csX137" fmla="*/ 139019 w 181537"/>
                <a:gd name="csY137" fmla="*/ 214978 h 221188"/>
                <a:gd name="csX138" fmla="*/ 138064 w 181537"/>
                <a:gd name="csY138" fmla="*/ 214023 h 221188"/>
                <a:gd name="csX139" fmla="*/ 137586 w 181537"/>
                <a:gd name="csY139" fmla="*/ 214023 h 221188"/>
                <a:gd name="csX140" fmla="*/ 137108 w 181537"/>
                <a:gd name="csY140" fmla="*/ 213545 h 221188"/>
                <a:gd name="csX141" fmla="*/ 137108 w 181537"/>
                <a:gd name="csY141" fmla="*/ 212590 h 221188"/>
                <a:gd name="csX142" fmla="*/ 137586 w 181537"/>
                <a:gd name="csY142" fmla="*/ 212112 h 221188"/>
                <a:gd name="csX143" fmla="*/ 137586 w 181537"/>
                <a:gd name="csY143" fmla="*/ 212112 h 221188"/>
                <a:gd name="csX144" fmla="*/ 137108 w 181537"/>
                <a:gd name="csY144" fmla="*/ 211634 h 221188"/>
                <a:gd name="csX145" fmla="*/ 137108 w 181537"/>
                <a:gd name="csY145" fmla="*/ 211634 h 221188"/>
                <a:gd name="csX146" fmla="*/ 135197 w 181537"/>
                <a:gd name="csY146" fmla="*/ 210679 h 221188"/>
                <a:gd name="csX147" fmla="*/ 133764 w 181537"/>
                <a:gd name="csY147" fmla="*/ 211156 h 221188"/>
                <a:gd name="csX148" fmla="*/ 132331 w 181537"/>
                <a:gd name="csY148" fmla="*/ 211634 h 221188"/>
                <a:gd name="csX149" fmla="*/ 131376 w 181537"/>
                <a:gd name="csY149" fmla="*/ 211634 h 221188"/>
                <a:gd name="csX150" fmla="*/ 130420 w 181537"/>
                <a:gd name="csY150" fmla="*/ 210679 h 221188"/>
                <a:gd name="csX151" fmla="*/ 128987 w 181537"/>
                <a:gd name="csY151" fmla="*/ 210201 h 221188"/>
                <a:gd name="csX152" fmla="*/ 128987 w 181537"/>
                <a:gd name="csY152" fmla="*/ 210201 h 221188"/>
                <a:gd name="csX153" fmla="*/ 127076 w 181537"/>
                <a:gd name="csY153" fmla="*/ 209723 h 221188"/>
                <a:gd name="csX154" fmla="*/ 126120 w 181537"/>
                <a:gd name="csY154" fmla="*/ 209246 h 221188"/>
                <a:gd name="csX155" fmla="*/ 125643 w 181537"/>
                <a:gd name="csY155" fmla="*/ 209246 h 221188"/>
                <a:gd name="csX156" fmla="*/ 125643 w 181537"/>
                <a:gd name="csY156" fmla="*/ 209723 h 221188"/>
                <a:gd name="csX157" fmla="*/ 125643 w 181537"/>
                <a:gd name="csY157" fmla="*/ 209723 h 221188"/>
                <a:gd name="csX158" fmla="*/ 125643 w 181537"/>
                <a:gd name="csY158" fmla="*/ 211156 h 221188"/>
                <a:gd name="csX159" fmla="*/ 125643 w 181537"/>
                <a:gd name="csY159" fmla="*/ 212112 h 221188"/>
                <a:gd name="csX160" fmla="*/ 116088 w 181537"/>
                <a:gd name="csY160" fmla="*/ 213067 h 221188"/>
                <a:gd name="csX161" fmla="*/ 113222 w 181537"/>
                <a:gd name="csY161" fmla="*/ 214023 h 221188"/>
                <a:gd name="csX162" fmla="*/ 111311 w 181537"/>
                <a:gd name="csY162" fmla="*/ 214978 h 221188"/>
                <a:gd name="csX163" fmla="*/ 109878 w 181537"/>
                <a:gd name="csY163" fmla="*/ 215456 h 221188"/>
                <a:gd name="csX164" fmla="*/ 109878 w 181537"/>
                <a:gd name="csY164" fmla="*/ 215456 h 221188"/>
                <a:gd name="csX165" fmla="*/ 109400 w 181537"/>
                <a:gd name="csY165" fmla="*/ 216412 h 221188"/>
                <a:gd name="csX166" fmla="*/ 107967 w 181537"/>
                <a:gd name="csY166" fmla="*/ 217367 h 221188"/>
                <a:gd name="csX167" fmla="*/ 106056 w 181537"/>
                <a:gd name="csY167" fmla="*/ 217367 h 221188"/>
                <a:gd name="csX168" fmla="*/ 105578 w 181537"/>
                <a:gd name="csY168" fmla="*/ 217367 h 221188"/>
                <a:gd name="csX169" fmla="*/ 104623 w 181537"/>
                <a:gd name="csY169" fmla="*/ 217367 h 221188"/>
                <a:gd name="csX170" fmla="*/ 102712 w 181537"/>
                <a:gd name="csY170" fmla="*/ 217845 h 221188"/>
                <a:gd name="csX171" fmla="*/ 101756 w 181537"/>
                <a:gd name="csY171" fmla="*/ 217845 h 221188"/>
                <a:gd name="csX172" fmla="*/ 100801 w 181537"/>
                <a:gd name="csY172" fmla="*/ 216889 h 221188"/>
                <a:gd name="csX173" fmla="*/ 99845 w 181537"/>
                <a:gd name="csY173" fmla="*/ 215934 h 221188"/>
                <a:gd name="csX174" fmla="*/ 99368 w 181537"/>
                <a:gd name="csY174" fmla="*/ 214978 h 221188"/>
                <a:gd name="csX175" fmla="*/ 99368 w 181537"/>
                <a:gd name="csY175" fmla="*/ 214500 h 221188"/>
                <a:gd name="csX176" fmla="*/ 99368 w 181537"/>
                <a:gd name="csY176" fmla="*/ 214500 h 221188"/>
                <a:gd name="csX177" fmla="*/ 96979 w 181537"/>
                <a:gd name="csY177" fmla="*/ 214500 h 221188"/>
                <a:gd name="csX178" fmla="*/ 95068 w 181537"/>
                <a:gd name="csY178" fmla="*/ 214023 h 221188"/>
                <a:gd name="csX179" fmla="*/ 95068 w 181537"/>
                <a:gd name="csY179" fmla="*/ 214023 h 221188"/>
                <a:gd name="csX180" fmla="*/ 91724 w 181537"/>
                <a:gd name="csY180" fmla="*/ 214023 h 221188"/>
                <a:gd name="csX181" fmla="*/ 90769 w 181537"/>
                <a:gd name="csY181" fmla="*/ 213545 h 221188"/>
                <a:gd name="csX182" fmla="*/ 90769 w 181537"/>
                <a:gd name="csY182" fmla="*/ 213545 h 221188"/>
                <a:gd name="csX183" fmla="*/ 90769 w 181537"/>
                <a:gd name="csY183" fmla="*/ 214023 h 221188"/>
                <a:gd name="csX184" fmla="*/ 90291 w 181537"/>
                <a:gd name="csY184" fmla="*/ 217367 h 221188"/>
                <a:gd name="csX185" fmla="*/ 89335 w 181537"/>
                <a:gd name="csY185" fmla="*/ 218800 h 221188"/>
                <a:gd name="csX186" fmla="*/ 88380 w 181537"/>
                <a:gd name="csY186" fmla="*/ 220233 h 221188"/>
                <a:gd name="csX187" fmla="*/ 86947 w 181537"/>
                <a:gd name="csY187" fmla="*/ 220711 h 221188"/>
                <a:gd name="csX188" fmla="*/ 85991 w 181537"/>
                <a:gd name="csY188" fmla="*/ 221189 h 221188"/>
                <a:gd name="csX189" fmla="*/ 85991 w 181537"/>
                <a:gd name="csY189" fmla="*/ 220233 h 221188"/>
                <a:gd name="csX190" fmla="*/ 85991 w 181537"/>
                <a:gd name="csY190" fmla="*/ 220233 h 221188"/>
                <a:gd name="csX191" fmla="*/ 85991 w 181537"/>
                <a:gd name="csY191" fmla="*/ 219756 h 221188"/>
                <a:gd name="csX192" fmla="*/ 85991 w 181537"/>
                <a:gd name="csY192" fmla="*/ 218800 h 221188"/>
                <a:gd name="csX193" fmla="*/ 85036 w 181537"/>
                <a:gd name="csY193" fmla="*/ 218322 h 221188"/>
                <a:gd name="csX194" fmla="*/ 84080 w 181537"/>
                <a:gd name="csY194" fmla="*/ 218322 h 221188"/>
                <a:gd name="csX195" fmla="*/ 83603 w 181537"/>
                <a:gd name="csY195" fmla="*/ 217845 h 221188"/>
                <a:gd name="csX196" fmla="*/ 83603 w 181537"/>
                <a:gd name="csY196" fmla="*/ 216889 h 221188"/>
                <a:gd name="csX197" fmla="*/ 83125 w 181537"/>
                <a:gd name="csY197" fmla="*/ 216412 h 221188"/>
                <a:gd name="csX198" fmla="*/ 82647 w 181537"/>
                <a:gd name="csY198" fmla="*/ 215934 h 221188"/>
                <a:gd name="csX199" fmla="*/ 82647 w 181537"/>
                <a:gd name="csY199" fmla="*/ 215934 h 221188"/>
                <a:gd name="csX200" fmla="*/ 81692 w 181537"/>
                <a:gd name="csY200" fmla="*/ 214978 h 221188"/>
                <a:gd name="csX201" fmla="*/ 81692 w 181537"/>
                <a:gd name="csY201" fmla="*/ 214978 h 221188"/>
                <a:gd name="csX202" fmla="*/ 78825 w 181537"/>
                <a:gd name="csY202" fmla="*/ 213545 h 221188"/>
                <a:gd name="csX203" fmla="*/ 76914 w 181537"/>
                <a:gd name="csY203" fmla="*/ 213067 h 221188"/>
                <a:gd name="csX204" fmla="*/ 76437 w 181537"/>
                <a:gd name="csY204" fmla="*/ 213545 h 221188"/>
                <a:gd name="csX205" fmla="*/ 75003 w 181537"/>
                <a:gd name="csY205" fmla="*/ 214500 h 221188"/>
                <a:gd name="csX206" fmla="*/ 73093 w 181537"/>
                <a:gd name="csY206" fmla="*/ 214023 h 221188"/>
                <a:gd name="csX207" fmla="*/ 72615 w 181537"/>
                <a:gd name="csY207" fmla="*/ 214500 h 221188"/>
                <a:gd name="csX208" fmla="*/ 69271 w 181537"/>
                <a:gd name="csY208" fmla="*/ 212590 h 221188"/>
                <a:gd name="csX209" fmla="*/ 65927 w 181537"/>
                <a:gd name="csY209" fmla="*/ 210679 h 221188"/>
                <a:gd name="csX210" fmla="*/ 64971 w 181537"/>
                <a:gd name="csY210" fmla="*/ 210679 h 221188"/>
                <a:gd name="csX211" fmla="*/ 59716 w 181537"/>
                <a:gd name="csY211" fmla="*/ 210679 h 221188"/>
                <a:gd name="csX212" fmla="*/ 59716 w 181537"/>
                <a:gd name="csY212" fmla="*/ 210679 h 221188"/>
                <a:gd name="csX213" fmla="*/ 58761 w 181537"/>
                <a:gd name="csY213" fmla="*/ 209723 h 221188"/>
                <a:gd name="csX214" fmla="*/ 58761 w 181537"/>
                <a:gd name="csY214" fmla="*/ 209723 h 221188"/>
                <a:gd name="csX215" fmla="*/ 58283 w 181537"/>
                <a:gd name="csY215" fmla="*/ 209246 h 221188"/>
                <a:gd name="csX216" fmla="*/ 57805 w 181537"/>
                <a:gd name="csY216" fmla="*/ 209723 h 221188"/>
                <a:gd name="csX217" fmla="*/ 57328 w 181537"/>
                <a:gd name="csY217" fmla="*/ 209723 h 221188"/>
                <a:gd name="csX218" fmla="*/ 56850 w 181537"/>
                <a:gd name="csY218" fmla="*/ 209723 h 221188"/>
                <a:gd name="csX219" fmla="*/ 54939 w 181537"/>
                <a:gd name="csY219" fmla="*/ 207812 h 221188"/>
                <a:gd name="csX220" fmla="*/ 54461 w 181537"/>
                <a:gd name="csY220" fmla="*/ 207812 h 221188"/>
                <a:gd name="csX221" fmla="*/ 53983 w 181537"/>
                <a:gd name="csY221" fmla="*/ 207812 h 221188"/>
                <a:gd name="csX222" fmla="*/ 52550 w 181537"/>
                <a:gd name="csY222" fmla="*/ 207812 h 221188"/>
                <a:gd name="csX223" fmla="*/ 51117 w 181537"/>
                <a:gd name="csY223" fmla="*/ 208768 h 221188"/>
                <a:gd name="csX224" fmla="*/ 50639 w 181537"/>
                <a:gd name="csY224" fmla="*/ 210201 h 221188"/>
                <a:gd name="csX225" fmla="*/ 50639 w 181537"/>
                <a:gd name="csY225" fmla="*/ 210679 h 221188"/>
                <a:gd name="csX226" fmla="*/ 51595 w 181537"/>
                <a:gd name="csY226" fmla="*/ 211156 h 221188"/>
                <a:gd name="csX227" fmla="*/ 51595 w 181537"/>
                <a:gd name="csY227" fmla="*/ 211156 h 221188"/>
                <a:gd name="csX228" fmla="*/ 53505 w 181537"/>
                <a:gd name="csY228" fmla="*/ 210679 h 221188"/>
                <a:gd name="csX229" fmla="*/ 53505 w 181537"/>
                <a:gd name="csY229" fmla="*/ 211156 h 221188"/>
                <a:gd name="csX230" fmla="*/ 53505 w 181537"/>
                <a:gd name="csY230" fmla="*/ 211634 h 221188"/>
                <a:gd name="csX231" fmla="*/ 53505 w 181537"/>
                <a:gd name="csY231" fmla="*/ 211634 h 221188"/>
                <a:gd name="csX232" fmla="*/ 52072 w 181537"/>
                <a:gd name="csY232" fmla="*/ 212112 h 221188"/>
                <a:gd name="csX233" fmla="*/ 52072 w 181537"/>
                <a:gd name="csY233" fmla="*/ 212112 h 221188"/>
                <a:gd name="csX234" fmla="*/ 51595 w 181537"/>
                <a:gd name="csY234" fmla="*/ 212590 h 221188"/>
                <a:gd name="csX235" fmla="*/ 51595 w 181537"/>
                <a:gd name="csY235" fmla="*/ 212590 h 221188"/>
                <a:gd name="csX236" fmla="*/ 51117 w 181537"/>
                <a:gd name="csY236" fmla="*/ 212590 h 221188"/>
                <a:gd name="csX237" fmla="*/ 50639 w 181537"/>
                <a:gd name="csY237" fmla="*/ 212590 h 221188"/>
                <a:gd name="csX238" fmla="*/ 50639 w 181537"/>
                <a:gd name="csY238" fmla="*/ 212590 h 221188"/>
                <a:gd name="csX239" fmla="*/ 48728 w 181537"/>
                <a:gd name="csY239" fmla="*/ 212112 h 221188"/>
                <a:gd name="csX240" fmla="*/ 46340 w 181537"/>
                <a:gd name="csY240" fmla="*/ 212112 h 221188"/>
                <a:gd name="csX241" fmla="*/ 44429 w 181537"/>
                <a:gd name="csY241" fmla="*/ 213067 h 221188"/>
                <a:gd name="csX242" fmla="*/ 41085 w 181537"/>
                <a:gd name="csY242" fmla="*/ 213545 h 221188"/>
                <a:gd name="csX243" fmla="*/ 36307 w 181537"/>
                <a:gd name="csY243" fmla="*/ 213067 h 221188"/>
                <a:gd name="csX244" fmla="*/ 34874 w 181537"/>
                <a:gd name="csY244" fmla="*/ 212590 h 221188"/>
                <a:gd name="csX245" fmla="*/ 34874 w 181537"/>
                <a:gd name="csY245" fmla="*/ 212590 h 221188"/>
                <a:gd name="csX246" fmla="*/ 33919 w 181537"/>
                <a:gd name="csY246" fmla="*/ 212112 h 221188"/>
                <a:gd name="csX247" fmla="*/ 32963 w 181537"/>
                <a:gd name="csY247" fmla="*/ 210679 h 221188"/>
                <a:gd name="csX248" fmla="*/ 33441 w 181537"/>
                <a:gd name="csY248" fmla="*/ 207812 h 221188"/>
                <a:gd name="csX249" fmla="*/ 34396 w 181537"/>
                <a:gd name="csY249" fmla="*/ 203991 h 221188"/>
                <a:gd name="csX250" fmla="*/ 34874 w 181537"/>
                <a:gd name="csY250" fmla="*/ 201602 h 221188"/>
                <a:gd name="csX251" fmla="*/ 34396 w 181537"/>
                <a:gd name="csY251" fmla="*/ 200169 h 221188"/>
                <a:gd name="csX252" fmla="*/ 34874 w 181537"/>
                <a:gd name="csY252" fmla="*/ 197302 h 221188"/>
                <a:gd name="csX253" fmla="*/ 36785 w 181537"/>
                <a:gd name="csY253" fmla="*/ 193958 h 221188"/>
                <a:gd name="csX254" fmla="*/ 37740 w 181537"/>
                <a:gd name="csY254" fmla="*/ 190614 h 221188"/>
                <a:gd name="csX255" fmla="*/ 38218 w 181537"/>
                <a:gd name="csY255" fmla="*/ 187270 h 221188"/>
                <a:gd name="csX256" fmla="*/ 38218 w 181537"/>
                <a:gd name="csY256" fmla="*/ 186792 h 221188"/>
                <a:gd name="csX257" fmla="*/ 38696 w 181537"/>
                <a:gd name="csY257" fmla="*/ 186314 h 221188"/>
                <a:gd name="csX258" fmla="*/ 39174 w 181537"/>
                <a:gd name="csY258" fmla="*/ 184404 h 221188"/>
                <a:gd name="csX259" fmla="*/ 41085 w 181537"/>
                <a:gd name="csY259" fmla="*/ 182493 h 221188"/>
                <a:gd name="csX260" fmla="*/ 41085 w 181537"/>
                <a:gd name="csY260" fmla="*/ 182493 h 221188"/>
                <a:gd name="csX261" fmla="*/ 44906 w 181537"/>
                <a:gd name="csY261" fmla="*/ 177715 h 221188"/>
                <a:gd name="csX262" fmla="*/ 45384 w 181537"/>
                <a:gd name="csY262" fmla="*/ 177238 h 221188"/>
                <a:gd name="csX263" fmla="*/ 44906 w 181537"/>
                <a:gd name="csY263" fmla="*/ 174849 h 221188"/>
                <a:gd name="csX264" fmla="*/ 43951 w 181537"/>
                <a:gd name="csY264" fmla="*/ 174849 h 221188"/>
                <a:gd name="csX265" fmla="*/ 42518 w 181537"/>
                <a:gd name="csY265" fmla="*/ 173893 h 221188"/>
                <a:gd name="csX266" fmla="*/ 38696 w 181537"/>
                <a:gd name="csY266" fmla="*/ 172938 h 221188"/>
                <a:gd name="csX267" fmla="*/ 38218 w 181537"/>
                <a:gd name="csY267" fmla="*/ 172938 h 221188"/>
                <a:gd name="csX268" fmla="*/ 34874 w 181537"/>
                <a:gd name="csY268" fmla="*/ 172460 h 221188"/>
                <a:gd name="csX269" fmla="*/ 32963 w 181537"/>
                <a:gd name="csY269" fmla="*/ 171983 h 221188"/>
                <a:gd name="csX270" fmla="*/ 31530 w 181537"/>
                <a:gd name="csY270" fmla="*/ 170072 h 221188"/>
                <a:gd name="csX271" fmla="*/ 31530 w 181537"/>
                <a:gd name="csY271" fmla="*/ 170072 h 221188"/>
                <a:gd name="csX272" fmla="*/ 30575 w 181537"/>
                <a:gd name="csY272" fmla="*/ 170072 h 221188"/>
                <a:gd name="csX273" fmla="*/ 30575 w 181537"/>
                <a:gd name="csY273" fmla="*/ 170072 h 221188"/>
                <a:gd name="csX274" fmla="*/ 28664 w 181537"/>
                <a:gd name="csY274" fmla="*/ 170549 h 221188"/>
                <a:gd name="csX275" fmla="*/ 26753 w 181537"/>
                <a:gd name="csY275" fmla="*/ 171027 h 221188"/>
                <a:gd name="csX276" fmla="*/ 24842 w 181537"/>
                <a:gd name="csY276" fmla="*/ 170549 h 221188"/>
                <a:gd name="csX277" fmla="*/ 24842 w 181537"/>
                <a:gd name="csY277" fmla="*/ 170549 h 221188"/>
                <a:gd name="csX278" fmla="*/ 23886 w 181537"/>
                <a:gd name="csY278" fmla="*/ 171027 h 221188"/>
                <a:gd name="csX279" fmla="*/ 23409 w 181537"/>
                <a:gd name="csY279" fmla="*/ 171027 h 221188"/>
                <a:gd name="csX280" fmla="*/ 22931 w 181537"/>
                <a:gd name="csY280" fmla="*/ 171027 h 221188"/>
                <a:gd name="csX281" fmla="*/ 22453 w 181537"/>
                <a:gd name="csY281" fmla="*/ 169116 h 221188"/>
                <a:gd name="csX282" fmla="*/ 22453 w 181537"/>
                <a:gd name="csY282" fmla="*/ 169116 h 221188"/>
                <a:gd name="csX283" fmla="*/ 21975 w 181537"/>
                <a:gd name="csY283" fmla="*/ 169116 h 221188"/>
                <a:gd name="csX284" fmla="*/ 20542 w 181537"/>
                <a:gd name="csY284" fmla="*/ 168639 h 221188"/>
                <a:gd name="csX285" fmla="*/ 19587 w 181537"/>
                <a:gd name="csY285" fmla="*/ 168639 h 221188"/>
                <a:gd name="csX286" fmla="*/ 19109 w 181537"/>
                <a:gd name="csY286" fmla="*/ 169594 h 221188"/>
                <a:gd name="csX287" fmla="*/ 18154 w 181537"/>
                <a:gd name="csY287" fmla="*/ 170072 h 221188"/>
                <a:gd name="csX288" fmla="*/ 17198 w 181537"/>
                <a:gd name="csY288" fmla="*/ 170072 h 221188"/>
                <a:gd name="csX289" fmla="*/ 14809 w 181537"/>
                <a:gd name="csY289" fmla="*/ 166250 h 221188"/>
                <a:gd name="csX290" fmla="*/ 14332 w 181537"/>
                <a:gd name="csY290" fmla="*/ 165294 h 221188"/>
                <a:gd name="csX291" fmla="*/ 13854 w 181537"/>
                <a:gd name="csY291" fmla="*/ 164817 h 221188"/>
                <a:gd name="csX292" fmla="*/ 13376 w 181537"/>
                <a:gd name="csY292" fmla="*/ 163384 h 221188"/>
                <a:gd name="csX293" fmla="*/ 13376 w 181537"/>
                <a:gd name="csY293" fmla="*/ 163384 h 221188"/>
                <a:gd name="csX294" fmla="*/ 11943 w 181537"/>
                <a:gd name="csY294" fmla="*/ 161950 h 221188"/>
                <a:gd name="csX295" fmla="*/ 10510 w 181537"/>
                <a:gd name="csY295" fmla="*/ 161473 h 221188"/>
                <a:gd name="csX296" fmla="*/ 9555 w 181537"/>
                <a:gd name="csY296" fmla="*/ 161473 h 221188"/>
                <a:gd name="csX297" fmla="*/ 9555 w 181537"/>
                <a:gd name="csY297" fmla="*/ 161473 h 221188"/>
                <a:gd name="csX298" fmla="*/ 9555 w 181537"/>
                <a:gd name="csY298" fmla="*/ 160039 h 221188"/>
                <a:gd name="csX299" fmla="*/ 10510 w 181537"/>
                <a:gd name="csY299" fmla="*/ 157651 h 221188"/>
                <a:gd name="csX300" fmla="*/ 10988 w 181537"/>
                <a:gd name="csY300" fmla="*/ 156218 h 221188"/>
                <a:gd name="csX301" fmla="*/ 10988 w 181537"/>
                <a:gd name="csY301" fmla="*/ 156218 h 221188"/>
                <a:gd name="csX302" fmla="*/ 11465 w 181537"/>
                <a:gd name="csY302" fmla="*/ 155262 h 221188"/>
                <a:gd name="csX303" fmla="*/ 12421 w 181537"/>
                <a:gd name="csY303" fmla="*/ 154784 h 221188"/>
                <a:gd name="csX304" fmla="*/ 12421 w 181537"/>
                <a:gd name="csY304" fmla="*/ 154784 h 221188"/>
                <a:gd name="csX305" fmla="*/ 12421 w 181537"/>
                <a:gd name="csY305" fmla="*/ 154784 h 221188"/>
                <a:gd name="csX306" fmla="*/ 12421 w 181537"/>
                <a:gd name="csY306" fmla="*/ 153351 h 221188"/>
                <a:gd name="csX307" fmla="*/ 12421 w 181537"/>
                <a:gd name="csY307" fmla="*/ 151918 h 221188"/>
                <a:gd name="csX308" fmla="*/ 12421 w 181537"/>
                <a:gd name="csY308" fmla="*/ 151918 h 221188"/>
                <a:gd name="csX309" fmla="*/ 11465 w 181537"/>
                <a:gd name="csY309" fmla="*/ 151918 h 221188"/>
                <a:gd name="csX310" fmla="*/ 9077 w 181537"/>
                <a:gd name="csY310" fmla="*/ 150963 h 221188"/>
                <a:gd name="csX311" fmla="*/ 8121 w 181537"/>
                <a:gd name="csY311" fmla="*/ 150007 h 221188"/>
                <a:gd name="csX312" fmla="*/ 6688 w 181537"/>
                <a:gd name="csY312" fmla="*/ 148574 h 221188"/>
                <a:gd name="csX313" fmla="*/ 5733 w 181537"/>
                <a:gd name="csY313" fmla="*/ 147141 h 221188"/>
                <a:gd name="csX314" fmla="*/ 4777 w 181537"/>
                <a:gd name="csY314" fmla="*/ 145230 h 221188"/>
                <a:gd name="csX315" fmla="*/ 4777 w 181537"/>
                <a:gd name="csY315" fmla="*/ 143797 h 221188"/>
                <a:gd name="csX316" fmla="*/ 5255 w 181537"/>
                <a:gd name="csY316" fmla="*/ 142841 h 221188"/>
                <a:gd name="csX317" fmla="*/ 5255 w 181537"/>
                <a:gd name="csY317" fmla="*/ 142363 h 221188"/>
                <a:gd name="csX318" fmla="*/ 6210 w 181537"/>
                <a:gd name="csY318" fmla="*/ 139975 h 221188"/>
                <a:gd name="csX319" fmla="*/ 10032 w 181537"/>
                <a:gd name="csY319" fmla="*/ 137586 h 221188"/>
                <a:gd name="csX320" fmla="*/ 10032 w 181537"/>
                <a:gd name="csY320" fmla="*/ 137586 h 221188"/>
                <a:gd name="csX321" fmla="*/ 9555 w 181537"/>
                <a:gd name="csY321" fmla="*/ 135198 h 221188"/>
                <a:gd name="csX322" fmla="*/ 9555 w 181537"/>
                <a:gd name="csY322" fmla="*/ 133286 h 221188"/>
                <a:gd name="csX323" fmla="*/ 8599 w 181537"/>
                <a:gd name="csY323" fmla="*/ 132331 h 221188"/>
                <a:gd name="csX324" fmla="*/ 8599 w 181537"/>
                <a:gd name="csY324" fmla="*/ 132331 h 221188"/>
                <a:gd name="csX325" fmla="*/ 6688 w 181537"/>
                <a:gd name="csY325" fmla="*/ 132331 h 221188"/>
                <a:gd name="csX326" fmla="*/ 6210 w 181537"/>
                <a:gd name="csY326" fmla="*/ 131376 h 221188"/>
                <a:gd name="csX327" fmla="*/ 6210 w 181537"/>
                <a:gd name="csY327" fmla="*/ 130898 h 221188"/>
                <a:gd name="csX328" fmla="*/ 7644 w 181537"/>
                <a:gd name="csY328" fmla="*/ 129465 h 221188"/>
                <a:gd name="csX329" fmla="*/ 7644 w 181537"/>
                <a:gd name="csY329" fmla="*/ 129465 h 221188"/>
                <a:gd name="csX330" fmla="*/ 5733 w 181537"/>
                <a:gd name="csY330" fmla="*/ 128032 h 221188"/>
                <a:gd name="csX331" fmla="*/ 5255 w 181537"/>
                <a:gd name="csY331" fmla="*/ 127076 h 221188"/>
                <a:gd name="csX332" fmla="*/ 2866 w 181537"/>
                <a:gd name="csY332" fmla="*/ 125643 h 221188"/>
                <a:gd name="csX333" fmla="*/ 2866 w 181537"/>
                <a:gd name="csY333" fmla="*/ 125165 h 221188"/>
                <a:gd name="csX334" fmla="*/ 3822 w 181537"/>
                <a:gd name="csY334" fmla="*/ 120388 h 221188"/>
                <a:gd name="csX335" fmla="*/ 2866 w 181537"/>
                <a:gd name="csY335" fmla="*/ 119432 h 221188"/>
                <a:gd name="csX336" fmla="*/ 2866 w 181537"/>
                <a:gd name="csY336" fmla="*/ 119432 h 221188"/>
                <a:gd name="csX337" fmla="*/ 1911 w 181537"/>
                <a:gd name="csY337" fmla="*/ 118477 h 221188"/>
                <a:gd name="csX338" fmla="*/ 478 w 181537"/>
                <a:gd name="csY338" fmla="*/ 118477 h 221188"/>
                <a:gd name="csX339" fmla="*/ 0 w 181537"/>
                <a:gd name="csY339" fmla="*/ 117521 h 221188"/>
                <a:gd name="csX340" fmla="*/ 0 w 181537"/>
                <a:gd name="csY340" fmla="*/ 117044 h 221188"/>
                <a:gd name="csX341" fmla="*/ 0 w 181537"/>
                <a:gd name="csY341" fmla="*/ 116566 h 221188"/>
                <a:gd name="csX342" fmla="*/ 1433 w 181537"/>
                <a:gd name="csY342" fmla="*/ 116566 h 221188"/>
                <a:gd name="csX343" fmla="*/ 1911 w 181537"/>
                <a:gd name="csY343" fmla="*/ 116088 h 221188"/>
                <a:gd name="csX344" fmla="*/ 5255 w 181537"/>
                <a:gd name="csY344" fmla="*/ 113700 h 221188"/>
                <a:gd name="csX345" fmla="*/ 5255 w 181537"/>
                <a:gd name="csY345" fmla="*/ 113222 h 221188"/>
                <a:gd name="csX346" fmla="*/ 5255 w 181537"/>
                <a:gd name="csY346" fmla="*/ 112744 h 221188"/>
                <a:gd name="csX347" fmla="*/ 4299 w 181537"/>
                <a:gd name="csY347" fmla="*/ 112744 h 221188"/>
                <a:gd name="csX348" fmla="*/ 4299 w 181537"/>
                <a:gd name="csY348" fmla="*/ 112266 h 221188"/>
                <a:gd name="csX349" fmla="*/ 4299 w 181537"/>
                <a:gd name="csY349" fmla="*/ 111311 h 221188"/>
                <a:gd name="csX350" fmla="*/ 6210 w 181537"/>
                <a:gd name="csY350" fmla="*/ 107489 h 221188"/>
                <a:gd name="csX351" fmla="*/ 6688 w 181537"/>
                <a:gd name="csY351" fmla="*/ 106056 h 221188"/>
                <a:gd name="csX352" fmla="*/ 6688 w 181537"/>
                <a:gd name="csY352" fmla="*/ 104623 h 221188"/>
                <a:gd name="csX353" fmla="*/ 6688 w 181537"/>
                <a:gd name="csY353" fmla="*/ 103667 h 221188"/>
                <a:gd name="csX354" fmla="*/ 5733 w 181537"/>
                <a:gd name="csY354" fmla="*/ 101756 h 221188"/>
                <a:gd name="csX355" fmla="*/ 4777 w 181537"/>
                <a:gd name="csY355" fmla="*/ 100323 h 221188"/>
                <a:gd name="csX356" fmla="*/ 4777 w 181537"/>
                <a:gd name="csY356" fmla="*/ 99368 h 221188"/>
                <a:gd name="csX357" fmla="*/ 4299 w 181537"/>
                <a:gd name="csY357" fmla="*/ 99368 h 221188"/>
                <a:gd name="csX358" fmla="*/ 3822 w 181537"/>
                <a:gd name="csY358" fmla="*/ 98890 h 221188"/>
                <a:gd name="csX359" fmla="*/ 1911 w 181537"/>
                <a:gd name="csY359" fmla="*/ 95546 h 221188"/>
                <a:gd name="csX360" fmla="*/ 1911 w 181537"/>
                <a:gd name="csY360" fmla="*/ 94591 h 221188"/>
                <a:gd name="csX361" fmla="*/ 2866 w 181537"/>
                <a:gd name="csY361" fmla="*/ 93635 h 221188"/>
                <a:gd name="csX362" fmla="*/ 4777 w 181537"/>
                <a:gd name="csY362" fmla="*/ 93157 h 221188"/>
                <a:gd name="csX363" fmla="*/ 5255 w 181537"/>
                <a:gd name="csY363" fmla="*/ 92679 h 221188"/>
                <a:gd name="csX364" fmla="*/ 6210 w 181537"/>
                <a:gd name="csY364" fmla="*/ 92202 h 221188"/>
                <a:gd name="csX365" fmla="*/ 8599 w 181537"/>
                <a:gd name="csY365" fmla="*/ 93157 h 221188"/>
                <a:gd name="csX366" fmla="*/ 10032 w 181537"/>
                <a:gd name="csY366" fmla="*/ 94113 h 221188"/>
                <a:gd name="csX367" fmla="*/ 10032 w 181537"/>
                <a:gd name="csY367" fmla="*/ 93635 h 221188"/>
                <a:gd name="csX368" fmla="*/ 10988 w 181537"/>
                <a:gd name="csY368" fmla="*/ 92679 h 221188"/>
                <a:gd name="csX369" fmla="*/ 12898 w 181537"/>
                <a:gd name="csY369" fmla="*/ 93157 h 221188"/>
                <a:gd name="csX370" fmla="*/ 17676 w 181537"/>
                <a:gd name="csY370" fmla="*/ 91246 h 221188"/>
                <a:gd name="csX371" fmla="*/ 17676 w 181537"/>
                <a:gd name="csY371" fmla="*/ 91246 h 221188"/>
                <a:gd name="csX372" fmla="*/ 18154 w 181537"/>
                <a:gd name="csY372" fmla="*/ 90769 h 221188"/>
                <a:gd name="csX373" fmla="*/ 18631 w 181537"/>
                <a:gd name="csY373" fmla="*/ 89813 h 221188"/>
                <a:gd name="csX374" fmla="*/ 18631 w 181537"/>
                <a:gd name="csY374" fmla="*/ 89335 h 221188"/>
                <a:gd name="csX375" fmla="*/ 16721 w 181537"/>
                <a:gd name="csY375" fmla="*/ 87425 h 221188"/>
                <a:gd name="csX376" fmla="*/ 16721 w 181537"/>
                <a:gd name="csY376" fmla="*/ 86947 h 221188"/>
                <a:gd name="csX377" fmla="*/ 17198 w 181537"/>
                <a:gd name="csY377" fmla="*/ 86469 h 221188"/>
                <a:gd name="csX378" fmla="*/ 17676 w 181537"/>
                <a:gd name="csY378" fmla="*/ 85991 h 221188"/>
                <a:gd name="csX379" fmla="*/ 18631 w 181537"/>
                <a:gd name="csY379" fmla="*/ 85514 h 221188"/>
                <a:gd name="csX380" fmla="*/ 19587 w 181537"/>
                <a:gd name="csY380" fmla="*/ 84558 h 221188"/>
                <a:gd name="csX381" fmla="*/ 21975 w 181537"/>
                <a:gd name="csY381" fmla="*/ 82647 h 221188"/>
                <a:gd name="csX382" fmla="*/ 21975 w 181537"/>
                <a:gd name="csY382" fmla="*/ 82647 h 221188"/>
                <a:gd name="csX383" fmla="*/ 22931 w 181537"/>
                <a:gd name="csY383" fmla="*/ 80736 h 221188"/>
                <a:gd name="csX384" fmla="*/ 23409 w 181537"/>
                <a:gd name="csY384" fmla="*/ 78825 h 221188"/>
                <a:gd name="csX385" fmla="*/ 23409 w 181537"/>
                <a:gd name="csY385" fmla="*/ 77392 h 221188"/>
                <a:gd name="csX386" fmla="*/ 22453 w 181537"/>
                <a:gd name="csY386" fmla="*/ 76437 h 221188"/>
                <a:gd name="csX387" fmla="*/ 21975 w 181537"/>
                <a:gd name="csY387" fmla="*/ 75481 h 221188"/>
                <a:gd name="csX388" fmla="*/ 21020 w 181537"/>
                <a:gd name="csY388" fmla="*/ 75481 h 221188"/>
                <a:gd name="csX389" fmla="*/ 19587 w 181537"/>
                <a:gd name="csY389" fmla="*/ 75481 h 221188"/>
                <a:gd name="csX390" fmla="*/ 19109 w 181537"/>
                <a:gd name="csY390" fmla="*/ 75481 h 221188"/>
                <a:gd name="csX391" fmla="*/ 17676 w 181537"/>
                <a:gd name="csY391" fmla="*/ 75004 h 221188"/>
                <a:gd name="csX392" fmla="*/ 16721 w 181537"/>
                <a:gd name="csY392" fmla="*/ 74048 h 221188"/>
                <a:gd name="csX393" fmla="*/ 16721 w 181537"/>
                <a:gd name="csY393" fmla="*/ 73093 h 221188"/>
                <a:gd name="csX394" fmla="*/ 16721 w 181537"/>
                <a:gd name="csY394" fmla="*/ 72615 h 221188"/>
                <a:gd name="csX395" fmla="*/ 17198 w 181537"/>
                <a:gd name="csY395" fmla="*/ 71659 h 221188"/>
                <a:gd name="csX396" fmla="*/ 16721 w 181537"/>
                <a:gd name="csY396" fmla="*/ 71182 h 221188"/>
                <a:gd name="csX397" fmla="*/ 16721 w 181537"/>
                <a:gd name="csY397" fmla="*/ 70226 h 221188"/>
                <a:gd name="csX398" fmla="*/ 17676 w 181537"/>
                <a:gd name="csY398" fmla="*/ 69749 h 221188"/>
                <a:gd name="csX399" fmla="*/ 22931 w 181537"/>
                <a:gd name="csY399" fmla="*/ 69749 h 221188"/>
                <a:gd name="csX400" fmla="*/ 23409 w 181537"/>
                <a:gd name="csY400" fmla="*/ 69271 h 221188"/>
                <a:gd name="csX401" fmla="*/ 23409 w 181537"/>
                <a:gd name="csY401" fmla="*/ 69271 h 221188"/>
                <a:gd name="csX402" fmla="*/ 23409 w 181537"/>
                <a:gd name="csY402" fmla="*/ 66404 h 221188"/>
                <a:gd name="csX403" fmla="*/ 24842 w 181537"/>
                <a:gd name="csY403" fmla="*/ 62105 h 221188"/>
                <a:gd name="csX404" fmla="*/ 26275 w 181537"/>
                <a:gd name="csY404" fmla="*/ 59716 h 221188"/>
                <a:gd name="csX405" fmla="*/ 26275 w 181537"/>
                <a:gd name="csY405" fmla="*/ 58761 h 221188"/>
                <a:gd name="csX406" fmla="*/ 26275 w 181537"/>
                <a:gd name="csY406" fmla="*/ 53506 h 221188"/>
                <a:gd name="csX407" fmla="*/ 26275 w 181537"/>
                <a:gd name="csY407" fmla="*/ 50162 h 221188"/>
                <a:gd name="csX408" fmla="*/ 25797 w 181537"/>
                <a:gd name="csY408" fmla="*/ 49206 h 221188"/>
                <a:gd name="csX409" fmla="*/ 23409 w 181537"/>
                <a:gd name="csY409" fmla="*/ 47295 h 221188"/>
                <a:gd name="csX410" fmla="*/ 23886 w 181537"/>
                <a:gd name="csY410" fmla="*/ 44429 h 221188"/>
                <a:gd name="csX411" fmla="*/ 24842 w 181537"/>
                <a:gd name="csY411" fmla="*/ 42040 h 221188"/>
                <a:gd name="csX412" fmla="*/ 26753 w 181537"/>
                <a:gd name="csY412" fmla="*/ 39174 h 221188"/>
                <a:gd name="csX413" fmla="*/ 28186 w 181537"/>
                <a:gd name="csY413" fmla="*/ 38218 h 221188"/>
                <a:gd name="csX414" fmla="*/ 34874 w 181537"/>
                <a:gd name="csY414" fmla="*/ 37741 h 221188"/>
                <a:gd name="csX415" fmla="*/ 42518 w 181537"/>
                <a:gd name="csY415" fmla="*/ 37741 h 221188"/>
                <a:gd name="csX416" fmla="*/ 45862 w 181537"/>
                <a:gd name="csY416" fmla="*/ 42518 h 221188"/>
                <a:gd name="csX417" fmla="*/ 44429 w 181537"/>
                <a:gd name="csY417" fmla="*/ 44907 h 221188"/>
                <a:gd name="csX418" fmla="*/ 46340 w 181537"/>
                <a:gd name="csY418" fmla="*/ 45862 h 221188"/>
                <a:gd name="csX419" fmla="*/ 47295 w 181537"/>
                <a:gd name="csY419" fmla="*/ 45384 h 221188"/>
                <a:gd name="csX420" fmla="*/ 47773 w 181537"/>
                <a:gd name="csY420" fmla="*/ 43473 h 221188"/>
                <a:gd name="csX421" fmla="*/ 48251 w 181537"/>
                <a:gd name="csY421" fmla="*/ 41085 h 221188"/>
                <a:gd name="csX422" fmla="*/ 49206 w 181537"/>
                <a:gd name="csY422" fmla="*/ 40607 h 221188"/>
                <a:gd name="csX423" fmla="*/ 51595 w 181537"/>
                <a:gd name="csY423" fmla="*/ 42040 h 221188"/>
                <a:gd name="csX424" fmla="*/ 52072 w 181537"/>
                <a:gd name="csY424" fmla="*/ 43473 h 221188"/>
                <a:gd name="csX425" fmla="*/ 52072 w 181537"/>
                <a:gd name="csY425" fmla="*/ 46818 h 221188"/>
                <a:gd name="csX426" fmla="*/ 53028 w 181537"/>
                <a:gd name="csY426" fmla="*/ 42040 h 221188"/>
                <a:gd name="csX427" fmla="*/ 52550 w 181537"/>
                <a:gd name="csY427" fmla="*/ 38696 h 221188"/>
                <a:gd name="csX428" fmla="*/ 53028 w 181537"/>
                <a:gd name="csY428" fmla="*/ 34874 h 221188"/>
                <a:gd name="csX429" fmla="*/ 53983 w 181537"/>
                <a:gd name="csY429" fmla="*/ 33441 h 221188"/>
                <a:gd name="csX430" fmla="*/ 54461 w 181537"/>
                <a:gd name="csY430" fmla="*/ 32008 h 221188"/>
                <a:gd name="csX431" fmla="*/ 60194 w 181537"/>
                <a:gd name="csY431" fmla="*/ 33441 h 221188"/>
                <a:gd name="csX432" fmla="*/ 66404 w 181537"/>
                <a:gd name="csY432" fmla="*/ 32963 h 221188"/>
                <a:gd name="csX433" fmla="*/ 68793 w 181537"/>
                <a:gd name="csY433" fmla="*/ 33919 h 221188"/>
                <a:gd name="csX434" fmla="*/ 74048 w 181537"/>
                <a:gd name="csY434" fmla="*/ 40607 h 221188"/>
                <a:gd name="csX435" fmla="*/ 75481 w 181537"/>
                <a:gd name="csY435" fmla="*/ 41563 h 221188"/>
                <a:gd name="csX436" fmla="*/ 77870 w 181537"/>
                <a:gd name="csY436" fmla="*/ 42040 h 221188"/>
                <a:gd name="csX437" fmla="*/ 74526 w 181537"/>
                <a:gd name="csY437" fmla="*/ 40607 h 221188"/>
                <a:gd name="csX438" fmla="*/ 68315 w 181537"/>
                <a:gd name="csY438" fmla="*/ 32963 h 221188"/>
                <a:gd name="csX439" fmla="*/ 66404 w 181537"/>
                <a:gd name="csY439" fmla="*/ 31530 h 221188"/>
                <a:gd name="csX440" fmla="*/ 63538 w 181537"/>
                <a:gd name="csY440" fmla="*/ 31530 h 221188"/>
                <a:gd name="csX441" fmla="*/ 61627 w 181537"/>
                <a:gd name="csY441" fmla="*/ 30575 h 221188"/>
                <a:gd name="csX442" fmla="*/ 60671 w 181537"/>
                <a:gd name="csY442" fmla="*/ 29619 h 221188"/>
                <a:gd name="csX443" fmla="*/ 60194 w 181537"/>
                <a:gd name="csY443" fmla="*/ 28186 h 221188"/>
                <a:gd name="csX444" fmla="*/ 60194 w 181537"/>
                <a:gd name="csY444" fmla="*/ 20542 h 221188"/>
                <a:gd name="csX445" fmla="*/ 59238 w 181537"/>
                <a:gd name="csY445" fmla="*/ 19109 h 221188"/>
                <a:gd name="csX446" fmla="*/ 57805 w 181537"/>
                <a:gd name="csY446" fmla="*/ 18631 h 221188"/>
                <a:gd name="csX447" fmla="*/ 56850 w 181537"/>
                <a:gd name="csY447" fmla="*/ 19109 h 221188"/>
                <a:gd name="csX448" fmla="*/ 55416 w 181537"/>
                <a:gd name="csY448" fmla="*/ 19109 h 221188"/>
                <a:gd name="csX449" fmla="*/ 54939 w 181537"/>
                <a:gd name="csY449" fmla="*/ 17676 h 221188"/>
                <a:gd name="csX450" fmla="*/ 55416 w 181537"/>
                <a:gd name="csY450" fmla="*/ 16243 h 221188"/>
                <a:gd name="csX451" fmla="*/ 58761 w 181537"/>
                <a:gd name="csY451" fmla="*/ 15287 h 221188"/>
                <a:gd name="csX452" fmla="*/ 61149 w 181537"/>
                <a:gd name="csY452" fmla="*/ 13854 h 221188"/>
                <a:gd name="csX453" fmla="*/ 61627 w 181537"/>
                <a:gd name="csY453" fmla="*/ 11465 h 221188"/>
                <a:gd name="csX454" fmla="*/ 59716 w 181537"/>
                <a:gd name="csY454" fmla="*/ 10032 h 221188"/>
                <a:gd name="csX455" fmla="*/ 58283 w 181537"/>
                <a:gd name="csY455" fmla="*/ 6688 h 221188"/>
                <a:gd name="csX456" fmla="*/ 55894 w 181537"/>
                <a:gd name="csY456" fmla="*/ 3822 h 221188"/>
                <a:gd name="csX457" fmla="*/ 55894 w 181537"/>
                <a:gd name="csY457" fmla="*/ 0 h 221188"/>
                <a:gd name="csX458" fmla="*/ 59238 w 181537"/>
                <a:gd name="csY458" fmla="*/ 0 h 221188"/>
                <a:gd name="csX459" fmla="*/ 59716 w 181537"/>
                <a:gd name="csY459" fmla="*/ 0 h 221188"/>
                <a:gd name="csX460" fmla="*/ 60194 w 181537"/>
                <a:gd name="csY460" fmla="*/ 478 h 221188"/>
                <a:gd name="csX461" fmla="*/ 65927 w 181537"/>
                <a:gd name="csY461" fmla="*/ 1911 h 221188"/>
                <a:gd name="csX462" fmla="*/ 67360 w 181537"/>
                <a:gd name="csY462" fmla="*/ 3344 h 221188"/>
                <a:gd name="csX463" fmla="*/ 67360 w 181537"/>
                <a:gd name="csY463" fmla="*/ 3344 h 221188"/>
                <a:gd name="csX464" fmla="*/ 68793 w 181537"/>
                <a:gd name="csY464" fmla="*/ 3344 h 221188"/>
                <a:gd name="csX465" fmla="*/ 72137 w 181537"/>
                <a:gd name="csY465" fmla="*/ 1911 h 221188"/>
                <a:gd name="csX466" fmla="*/ 74526 w 181537"/>
                <a:gd name="csY466" fmla="*/ 1911 h 221188"/>
                <a:gd name="csX467" fmla="*/ 75481 w 181537"/>
                <a:gd name="csY467" fmla="*/ 2389 h 221188"/>
                <a:gd name="csX468" fmla="*/ 76437 w 181537"/>
                <a:gd name="csY468" fmla="*/ 2866 h 221188"/>
                <a:gd name="csX469" fmla="*/ 76914 w 181537"/>
                <a:gd name="csY469" fmla="*/ 2866 h 221188"/>
                <a:gd name="csX470" fmla="*/ 76914 w 181537"/>
                <a:gd name="csY470" fmla="*/ 3344 h 221188"/>
                <a:gd name="csX471" fmla="*/ 79781 w 181537"/>
                <a:gd name="csY471" fmla="*/ 4300 h 221188"/>
                <a:gd name="csX472" fmla="*/ 81214 w 181537"/>
                <a:gd name="csY472" fmla="*/ 5255 h 221188"/>
                <a:gd name="csX473" fmla="*/ 82647 w 181537"/>
                <a:gd name="csY473" fmla="*/ 7166 h 221188"/>
                <a:gd name="csX474" fmla="*/ 82647 w 181537"/>
                <a:gd name="csY474" fmla="*/ 10510 h 221188"/>
                <a:gd name="csX475" fmla="*/ 80736 w 181537"/>
                <a:gd name="csY475" fmla="*/ 12421 h 221188"/>
                <a:gd name="csX476" fmla="*/ 79303 w 181537"/>
                <a:gd name="csY476" fmla="*/ 13854 h 221188"/>
                <a:gd name="csX477" fmla="*/ 85036 w 181537"/>
                <a:gd name="csY477" fmla="*/ 13377 h 221188"/>
                <a:gd name="csX478" fmla="*/ 85513 w 181537"/>
                <a:gd name="csY478" fmla="*/ 14332 h 221188"/>
                <a:gd name="csX479" fmla="*/ 86469 w 181537"/>
                <a:gd name="csY479" fmla="*/ 15765 h 221188"/>
                <a:gd name="csX480" fmla="*/ 89335 w 181537"/>
                <a:gd name="csY480" fmla="*/ 14810 h 221188"/>
                <a:gd name="csX481" fmla="*/ 96501 w 181537"/>
                <a:gd name="csY481" fmla="*/ 18631 h 221188"/>
                <a:gd name="csX482" fmla="*/ 100801 w 181537"/>
                <a:gd name="csY482" fmla="*/ 16721 h 221188"/>
                <a:gd name="csX483" fmla="*/ 102234 w 181537"/>
                <a:gd name="csY483" fmla="*/ 16721 h 221188"/>
                <a:gd name="csX484" fmla="*/ 103189 w 181537"/>
                <a:gd name="csY484" fmla="*/ 19587 h 221188"/>
                <a:gd name="csX485" fmla="*/ 102234 w 181537"/>
                <a:gd name="csY485" fmla="*/ 22931 h 221188"/>
                <a:gd name="csX486" fmla="*/ 97935 w 181537"/>
                <a:gd name="csY486" fmla="*/ 26275 h 221188"/>
                <a:gd name="csX487" fmla="*/ 98890 w 181537"/>
                <a:gd name="csY487" fmla="*/ 28186 h 221188"/>
                <a:gd name="csX488" fmla="*/ 100323 w 181537"/>
                <a:gd name="csY488" fmla="*/ 28664 h 221188"/>
                <a:gd name="csX489" fmla="*/ 104145 w 181537"/>
                <a:gd name="csY489" fmla="*/ 28186 h 221188"/>
                <a:gd name="csX490" fmla="*/ 109878 w 181537"/>
                <a:gd name="csY490" fmla="*/ 30097 h 221188"/>
                <a:gd name="csX491" fmla="*/ 111311 w 181537"/>
                <a:gd name="csY491" fmla="*/ 29619 h 221188"/>
                <a:gd name="csX492" fmla="*/ 115610 w 181537"/>
                <a:gd name="csY492" fmla="*/ 24842 h 221188"/>
                <a:gd name="csX493" fmla="*/ 117521 w 181537"/>
                <a:gd name="csY493" fmla="*/ 23886 h 221188"/>
                <a:gd name="csX494" fmla="*/ 123732 w 181537"/>
                <a:gd name="csY494" fmla="*/ 23409 h 221188"/>
                <a:gd name="csX495" fmla="*/ 125165 w 181537"/>
                <a:gd name="csY495" fmla="*/ 21498 h 221188"/>
                <a:gd name="csX496" fmla="*/ 127554 w 181537"/>
                <a:gd name="csY496" fmla="*/ 19587 h 221188"/>
                <a:gd name="csX497" fmla="*/ 129465 w 181537"/>
                <a:gd name="csY497" fmla="*/ 17676 h 221188"/>
                <a:gd name="csX498" fmla="*/ 133286 w 181537"/>
                <a:gd name="csY498" fmla="*/ 13854 h 221188"/>
                <a:gd name="csX499" fmla="*/ 137108 w 181537"/>
                <a:gd name="csY499" fmla="*/ 14332 h 221188"/>
                <a:gd name="csX500" fmla="*/ 139497 w 181537"/>
                <a:gd name="csY500" fmla="*/ 15287 h 221188"/>
                <a:gd name="csX501" fmla="*/ 142363 w 181537"/>
                <a:gd name="csY501" fmla="*/ 15765 h 221188"/>
                <a:gd name="csX502" fmla="*/ 144274 w 181537"/>
                <a:gd name="csY502" fmla="*/ 19587 h 221188"/>
                <a:gd name="csX503" fmla="*/ 150485 w 181537"/>
                <a:gd name="csY503" fmla="*/ 23886 h 221188"/>
                <a:gd name="csX504" fmla="*/ 155740 w 181537"/>
                <a:gd name="csY504" fmla="*/ 23409 h 221188"/>
                <a:gd name="csX505" fmla="*/ 157651 w 181537"/>
                <a:gd name="csY505" fmla="*/ 27708 h 221188"/>
                <a:gd name="csX506" fmla="*/ 158606 w 181537"/>
                <a:gd name="csY506" fmla="*/ 32963 h 221188"/>
                <a:gd name="csX507" fmla="*/ 160517 w 181537"/>
                <a:gd name="csY507" fmla="*/ 34397 h 221188"/>
                <a:gd name="csX508" fmla="*/ 161950 w 181537"/>
                <a:gd name="csY508" fmla="*/ 35352 h 221188"/>
                <a:gd name="csX509" fmla="*/ 166250 w 181537"/>
                <a:gd name="csY509" fmla="*/ 36785 h 221188"/>
                <a:gd name="csX510" fmla="*/ 166727 w 181537"/>
                <a:gd name="csY510" fmla="*/ 36785 h 221188"/>
                <a:gd name="csX511" fmla="*/ 166727 w 181537"/>
                <a:gd name="csY511" fmla="*/ 37263 h 221188"/>
                <a:gd name="csX512" fmla="*/ 166727 w 181537"/>
                <a:gd name="csY512" fmla="*/ 39652 h 221188"/>
                <a:gd name="csX513" fmla="*/ 166727 w 181537"/>
                <a:gd name="csY513" fmla="*/ 39652 h 221188"/>
                <a:gd name="csX514" fmla="*/ 167205 w 181537"/>
                <a:gd name="csY514" fmla="*/ 42040 h 221188"/>
                <a:gd name="csX515" fmla="*/ 169594 w 181537"/>
                <a:gd name="csY515" fmla="*/ 50162 h 221188"/>
                <a:gd name="csX516" fmla="*/ 169594 w 181537"/>
                <a:gd name="csY516" fmla="*/ 52550 h 221188"/>
                <a:gd name="csX517" fmla="*/ 169594 w 181537"/>
                <a:gd name="csY517" fmla="*/ 53028 h 221188"/>
                <a:gd name="csX518" fmla="*/ 168638 w 181537"/>
                <a:gd name="csY518" fmla="*/ 55894 h 221188"/>
                <a:gd name="csX519" fmla="*/ 167205 w 181537"/>
                <a:gd name="csY519" fmla="*/ 58283 h 221188"/>
                <a:gd name="csX520" fmla="*/ 165294 w 181537"/>
                <a:gd name="csY520" fmla="*/ 59238 h 221188"/>
                <a:gd name="csX521" fmla="*/ 164339 w 181537"/>
                <a:gd name="csY521" fmla="*/ 61149 h 221188"/>
                <a:gd name="csX522" fmla="*/ 163861 w 181537"/>
                <a:gd name="csY522" fmla="*/ 62583 h 221188"/>
                <a:gd name="csX523" fmla="*/ 166250 w 181537"/>
                <a:gd name="csY523" fmla="*/ 65449 h 221188"/>
                <a:gd name="csX524" fmla="*/ 171505 w 181537"/>
                <a:gd name="csY524" fmla="*/ 69749 h 221188"/>
                <a:gd name="csX525" fmla="*/ 173893 w 181537"/>
                <a:gd name="csY525" fmla="*/ 73093 h 221188"/>
                <a:gd name="csX526" fmla="*/ 172460 w 181537"/>
                <a:gd name="csY526" fmla="*/ 75959 h 221188"/>
                <a:gd name="csX527" fmla="*/ 172460 w 181537"/>
                <a:gd name="csY527" fmla="*/ 77870 h 221188"/>
                <a:gd name="csX528" fmla="*/ 172938 w 181537"/>
                <a:gd name="csY528" fmla="*/ 79303 h 221188"/>
                <a:gd name="csX529" fmla="*/ 173416 w 181537"/>
                <a:gd name="csY529" fmla="*/ 80259 h 221188"/>
                <a:gd name="csX530" fmla="*/ 174849 w 181537"/>
                <a:gd name="csY530" fmla="*/ 81214 h 221188"/>
                <a:gd name="csX531" fmla="*/ 174849 w 181537"/>
                <a:gd name="csY531" fmla="*/ 81214 h 221188"/>
                <a:gd name="csX532" fmla="*/ 175326 w 181537"/>
                <a:gd name="csY532" fmla="*/ 82647 h 221188"/>
                <a:gd name="csX533" fmla="*/ 175326 w 181537"/>
                <a:gd name="csY533" fmla="*/ 84080 h 221188"/>
                <a:gd name="csX534" fmla="*/ 175326 w 181537"/>
                <a:gd name="csY534" fmla="*/ 85514 h 221188"/>
                <a:gd name="csX535" fmla="*/ 176282 w 181537"/>
                <a:gd name="csY535" fmla="*/ 86469 h 221188"/>
                <a:gd name="csX536" fmla="*/ 176282 w 181537"/>
                <a:gd name="csY536" fmla="*/ 86469 h 221188"/>
                <a:gd name="csX537" fmla="*/ 175804 w 181537"/>
                <a:gd name="csY537" fmla="*/ 87902 h 221188"/>
                <a:gd name="csX538" fmla="*/ 175326 w 181537"/>
                <a:gd name="csY538" fmla="*/ 89813 h 221188"/>
                <a:gd name="csX539" fmla="*/ 174849 w 181537"/>
                <a:gd name="csY539" fmla="*/ 91724 h 221188"/>
                <a:gd name="csX540" fmla="*/ 173416 w 181537"/>
                <a:gd name="csY540" fmla="*/ 93635 h 221188"/>
                <a:gd name="csX541" fmla="*/ 173893 w 181537"/>
                <a:gd name="csY541" fmla="*/ 95546 h 221188"/>
                <a:gd name="csX542" fmla="*/ 174849 w 181537"/>
                <a:gd name="csY542" fmla="*/ 97457 h 221188"/>
                <a:gd name="csX543" fmla="*/ 175804 w 181537"/>
                <a:gd name="csY543" fmla="*/ 98890 h 221188"/>
                <a:gd name="csX544" fmla="*/ 176282 w 181537"/>
                <a:gd name="csY544" fmla="*/ 99845 h 221188"/>
                <a:gd name="csX545" fmla="*/ 175326 w 181537"/>
                <a:gd name="csY545" fmla="*/ 102234 h 221188"/>
                <a:gd name="csX546" fmla="*/ 175804 w 181537"/>
                <a:gd name="csY546" fmla="*/ 102712 h 221188"/>
                <a:gd name="csX547" fmla="*/ 175804 w 181537"/>
                <a:gd name="csY547" fmla="*/ 102712 h 221188"/>
                <a:gd name="csX548" fmla="*/ 179149 w 181537"/>
                <a:gd name="csY548" fmla="*/ 104623 h 221188"/>
                <a:gd name="csX549" fmla="*/ 180104 w 181537"/>
                <a:gd name="csY549" fmla="*/ 105100 h 221188"/>
                <a:gd name="csX550" fmla="*/ 180104 w 181537"/>
                <a:gd name="csY550" fmla="*/ 107011 h 221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</a:cxnLst>
              <a:rect l="l" t="t" r="r" b="b"/>
              <a:pathLst>
                <a:path w="181537" h="221188">
                  <a:moveTo>
                    <a:pt x="180104" y="107011"/>
                  </a:moveTo>
                  <a:lnTo>
                    <a:pt x="181537" y="110356"/>
                  </a:lnTo>
                  <a:lnTo>
                    <a:pt x="180582" y="115133"/>
                  </a:lnTo>
                  <a:lnTo>
                    <a:pt x="179626" y="117521"/>
                  </a:lnTo>
                  <a:lnTo>
                    <a:pt x="177715" y="121343"/>
                  </a:lnTo>
                  <a:lnTo>
                    <a:pt x="177238" y="121821"/>
                  </a:lnTo>
                  <a:lnTo>
                    <a:pt x="177238" y="122299"/>
                  </a:lnTo>
                  <a:lnTo>
                    <a:pt x="176760" y="123254"/>
                  </a:lnTo>
                  <a:lnTo>
                    <a:pt x="175804" y="123254"/>
                  </a:lnTo>
                  <a:lnTo>
                    <a:pt x="174371" y="122777"/>
                  </a:lnTo>
                  <a:lnTo>
                    <a:pt x="173416" y="121821"/>
                  </a:lnTo>
                  <a:lnTo>
                    <a:pt x="173893" y="120388"/>
                  </a:lnTo>
                  <a:lnTo>
                    <a:pt x="173416" y="120388"/>
                  </a:lnTo>
                  <a:lnTo>
                    <a:pt x="172460" y="118955"/>
                  </a:lnTo>
                  <a:lnTo>
                    <a:pt x="172460" y="117999"/>
                  </a:lnTo>
                  <a:lnTo>
                    <a:pt x="171983" y="117999"/>
                  </a:lnTo>
                  <a:lnTo>
                    <a:pt x="171505" y="117521"/>
                  </a:lnTo>
                  <a:lnTo>
                    <a:pt x="168638" y="117044"/>
                  </a:lnTo>
                  <a:lnTo>
                    <a:pt x="167683" y="116566"/>
                  </a:lnTo>
                  <a:lnTo>
                    <a:pt x="167205" y="117044"/>
                  </a:lnTo>
                  <a:lnTo>
                    <a:pt x="166250" y="117999"/>
                  </a:lnTo>
                  <a:lnTo>
                    <a:pt x="166727" y="118477"/>
                  </a:lnTo>
                  <a:lnTo>
                    <a:pt x="167205" y="118955"/>
                  </a:lnTo>
                  <a:lnTo>
                    <a:pt x="167205" y="118955"/>
                  </a:lnTo>
                  <a:lnTo>
                    <a:pt x="169116" y="120388"/>
                  </a:lnTo>
                  <a:lnTo>
                    <a:pt x="168638" y="120866"/>
                  </a:lnTo>
                  <a:lnTo>
                    <a:pt x="165294" y="121821"/>
                  </a:lnTo>
                  <a:lnTo>
                    <a:pt x="163383" y="122777"/>
                  </a:lnTo>
                  <a:lnTo>
                    <a:pt x="161472" y="123732"/>
                  </a:lnTo>
                  <a:lnTo>
                    <a:pt x="159561" y="124687"/>
                  </a:lnTo>
                  <a:lnTo>
                    <a:pt x="155740" y="126121"/>
                  </a:lnTo>
                  <a:lnTo>
                    <a:pt x="152873" y="126121"/>
                  </a:lnTo>
                  <a:lnTo>
                    <a:pt x="151918" y="126598"/>
                  </a:lnTo>
                  <a:lnTo>
                    <a:pt x="150962" y="128987"/>
                  </a:lnTo>
                  <a:lnTo>
                    <a:pt x="150007" y="129465"/>
                  </a:lnTo>
                  <a:lnTo>
                    <a:pt x="149529" y="128987"/>
                  </a:lnTo>
                  <a:lnTo>
                    <a:pt x="149051" y="128509"/>
                  </a:lnTo>
                  <a:lnTo>
                    <a:pt x="148574" y="128987"/>
                  </a:lnTo>
                  <a:lnTo>
                    <a:pt x="147618" y="129465"/>
                  </a:lnTo>
                  <a:lnTo>
                    <a:pt x="147141" y="129942"/>
                  </a:lnTo>
                  <a:lnTo>
                    <a:pt x="146185" y="129942"/>
                  </a:lnTo>
                  <a:lnTo>
                    <a:pt x="146185" y="129942"/>
                  </a:lnTo>
                  <a:lnTo>
                    <a:pt x="145230" y="131853"/>
                  </a:lnTo>
                  <a:lnTo>
                    <a:pt x="141885" y="132331"/>
                  </a:lnTo>
                  <a:lnTo>
                    <a:pt x="141408" y="133286"/>
                  </a:lnTo>
                  <a:lnTo>
                    <a:pt x="140930" y="134720"/>
                  </a:lnTo>
                  <a:lnTo>
                    <a:pt x="140452" y="134720"/>
                  </a:lnTo>
                  <a:lnTo>
                    <a:pt x="139019" y="134242"/>
                  </a:lnTo>
                  <a:lnTo>
                    <a:pt x="137108" y="134242"/>
                  </a:lnTo>
                  <a:lnTo>
                    <a:pt x="135675" y="134720"/>
                  </a:lnTo>
                  <a:lnTo>
                    <a:pt x="134242" y="135198"/>
                  </a:lnTo>
                  <a:lnTo>
                    <a:pt x="132809" y="135198"/>
                  </a:lnTo>
                  <a:lnTo>
                    <a:pt x="130898" y="136631"/>
                  </a:lnTo>
                  <a:lnTo>
                    <a:pt x="130898" y="136631"/>
                  </a:lnTo>
                  <a:lnTo>
                    <a:pt x="128987" y="138542"/>
                  </a:lnTo>
                  <a:lnTo>
                    <a:pt x="127554" y="140452"/>
                  </a:lnTo>
                  <a:lnTo>
                    <a:pt x="127076" y="141408"/>
                  </a:lnTo>
                  <a:lnTo>
                    <a:pt x="126598" y="139497"/>
                  </a:lnTo>
                  <a:lnTo>
                    <a:pt x="125165" y="138064"/>
                  </a:lnTo>
                  <a:lnTo>
                    <a:pt x="125165" y="138064"/>
                  </a:lnTo>
                  <a:lnTo>
                    <a:pt x="124687" y="137586"/>
                  </a:lnTo>
                  <a:lnTo>
                    <a:pt x="123732" y="137586"/>
                  </a:lnTo>
                  <a:lnTo>
                    <a:pt x="123732" y="137586"/>
                  </a:lnTo>
                  <a:lnTo>
                    <a:pt x="123732" y="137586"/>
                  </a:lnTo>
                  <a:lnTo>
                    <a:pt x="123732" y="138542"/>
                  </a:lnTo>
                  <a:lnTo>
                    <a:pt x="124210" y="140452"/>
                  </a:lnTo>
                  <a:lnTo>
                    <a:pt x="125165" y="141408"/>
                  </a:lnTo>
                  <a:lnTo>
                    <a:pt x="125165" y="142363"/>
                  </a:lnTo>
                  <a:lnTo>
                    <a:pt x="125643" y="143797"/>
                  </a:lnTo>
                  <a:lnTo>
                    <a:pt x="127076" y="145230"/>
                  </a:lnTo>
                  <a:lnTo>
                    <a:pt x="127076" y="145230"/>
                  </a:lnTo>
                  <a:lnTo>
                    <a:pt x="129465" y="146185"/>
                  </a:lnTo>
                  <a:lnTo>
                    <a:pt x="130898" y="147618"/>
                  </a:lnTo>
                  <a:lnTo>
                    <a:pt x="131853" y="149529"/>
                  </a:lnTo>
                  <a:lnTo>
                    <a:pt x="131853" y="150007"/>
                  </a:lnTo>
                  <a:lnTo>
                    <a:pt x="131853" y="150485"/>
                  </a:lnTo>
                  <a:lnTo>
                    <a:pt x="130898" y="150963"/>
                  </a:lnTo>
                  <a:lnTo>
                    <a:pt x="130898" y="151918"/>
                  </a:lnTo>
                  <a:lnTo>
                    <a:pt x="129465" y="153829"/>
                  </a:lnTo>
                  <a:lnTo>
                    <a:pt x="129942" y="154307"/>
                  </a:lnTo>
                  <a:lnTo>
                    <a:pt x="129942" y="154307"/>
                  </a:lnTo>
                  <a:lnTo>
                    <a:pt x="130898" y="155262"/>
                  </a:lnTo>
                  <a:lnTo>
                    <a:pt x="131853" y="156695"/>
                  </a:lnTo>
                  <a:lnTo>
                    <a:pt x="132809" y="158128"/>
                  </a:lnTo>
                  <a:lnTo>
                    <a:pt x="134242" y="161473"/>
                  </a:lnTo>
                  <a:lnTo>
                    <a:pt x="135197" y="162906"/>
                  </a:lnTo>
                  <a:lnTo>
                    <a:pt x="136631" y="164339"/>
                  </a:lnTo>
                  <a:lnTo>
                    <a:pt x="138064" y="165294"/>
                  </a:lnTo>
                  <a:lnTo>
                    <a:pt x="139975" y="165294"/>
                  </a:lnTo>
                  <a:lnTo>
                    <a:pt x="141885" y="167205"/>
                  </a:lnTo>
                  <a:lnTo>
                    <a:pt x="144274" y="170072"/>
                  </a:lnTo>
                  <a:lnTo>
                    <a:pt x="146185" y="171027"/>
                  </a:lnTo>
                  <a:lnTo>
                    <a:pt x="147141" y="171505"/>
                  </a:lnTo>
                  <a:lnTo>
                    <a:pt x="148096" y="172460"/>
                  </a:lnTo>
                  <a:lnTo>
                    <a:pt x="149051" y="173893"/>
                  </a:lnTo>
                  <a:lnTo>
                    <a:pt x="149529" y="174849"/>
                  </a:lnTo>
                  <a:lnTo>
                    <a:pt x="150485" y="175327"/>
                  </a:lnTo>
                  <a:lnTo>
                    <a:pt x="152396" y="175327"/>
                  </a:lnTo>
                  <a:lnTo>
                    <a:pt x="155262" y="177715"/>
                  </a:lnTo>
                  <a:lnTo>
                    <a:pt x="156695" y="179149"/>
                  </a:lnTo>
                  <a:lnTo>
                    <a:pt x="157651" y="180582"/>
                  </a:lnTo>
                  <a:lnTo>
                    <a:pt x="157651" y="181059"/>
                  </a:lnTo>
                  <a:lnTo>
                    <a:pt x="157173" y="182970"/>
                  </a:lnTo>
                  <a:lnTo>
                    <a:pt x="157651" y="184881"/>
                  </a:lnTo>
                  <a:lnTo>
                    <a:pt x="157173" y="185837"/>
                  </a:lnTo>
                  <a:lnTo>
                    <a:pt x="155740" y="186792"/>
                  </a:lnTo>
                  <a:lnTo>
                    <a:pt x="155262" y="187270"/>
                  </a:lnTo>
                  <a:lnTo>
                    <a:pt x="154784" y="187270"/>
                  </a:lnTo>
                  <a:lnTo>
                    <a:pt x="151440" y="185837"/>
                  </a:lnTo>
                  <a:lnTo>
                    <a:pt x="150962" y="186314"/>
                  </a:lnTo>
                  <a:lnTo>
                    <a:pt x="150962" y="186314"/>
                  </a:lnTo>
                  <a:lnTo>
                    <a:pt x="150485" y="186314"/>
                  </a:lnTo>
                  <a:lnTo>
                    <a:pt x="149529" y="191092"/>
                  </a:lnTo>
                  <a:lnTo>
                    <a:pt x="149051" y="192047"/>
                  </a:lnTo>
                  <a:lnTo>
                    <a:pt x="148096" y="192525"/>
                  </a:lnTo>
                  <a:lnTo>
                    <a:pt x="145707" y="193480"/>
                  </a:lnTo>
                  <a:lnTo>
                    <a:pt x="144274" y="193958"/>
                  </a:lnTo>
                  <a:lnTo>
                    <a:pt x="143319" y="194436"/>
                  </a:lnTo>
                  <a:lnTo>
                    <a:pt x="139497" y="196347"/>
                  </a:lnTo>
                  <a:lnTo>
                    <a:pt x="138064" y="197302"/>
                  </a:lnTo>
                  <a:lnTo>
                    <a:pt x="136631" y="198735"/>
                  </a:lnTo>
                  <a:lnTo>
                    <a:pt x="136631" y="199691"/>
                  </a:lnTo>
                  <a:lnTo>
                    <a:pt x="138542" y="202080"/>
                  </a:lnTo>
                  <a:lnTo>
                    <a:pt x="139975" y="203513"/>
                  </a:lnTo>
                  <a:lnTo>
                    <a:pt x="140452" y="204468"/>
                  </a:lnTo>
                  <a:lnTo>
                    <a:pt x="140452" y="206857"/>
                  </a:lnTo>
                  <a:lnTo>
                    <a:pt x="139975" y="208768"/>
                  </a:lnTo>
                  <a:lnTo>
                    <a:pt x="139497" y="209246"/>
                  </a:lnTo>
                  <a:lnTo>
                    <a:pt x="139497" y="209246"/>
                  </a:lnTo>
                  <a:lnTo>
                    <a:pt x="139975" y="209246"/>
                  </a:lnTo>
                  <a:lnTo>
                    <a:pt x="141408" y="209723"/>
                  </a:lnTo>
                  <a:lnTo>
                    <a:pt x="142363" y="209723"/>
                  </a:lnTo>
                  <a:lnTo>
                    <a:pt x="142841" y="211156"/>
                  </a:lnTo>
                  <a:lnTo>
                    <a:pt x="142363" y="213067"/>
                  </a:lnTo>
                  <a:lnTo>
                    <a:pt x="142363" y="214978"/>
                  </a:lnTo>
                  <a:lnTo>
                    <a:pt x="141885" y="215934"/>
                  </a:lnTo>
                  <a:lnTo>
                    <a:pt x="140930" y="215934"/>
                  </a:lnTo>
                  <a:lnTo>
                    <a:pt x="139019" y="214978"/>
                  </a:lnTo>
                  <a:lnTo>
                    <a:pt x="138064" y="214023"/>
                  </a:lnTo>
                  <a:lnTo>
                    <a:pt x="137586" y="214023"/>
                  </a:lnTo>
                  <a:lnTo>
                    <a:pt x="137108" y="213545"/>
                  </a:lnTo>
                  <a:lnTo>
                    <a:pt x="137108" y="212590"/>
                  </a:lnTo>
                  <a:lnTo>
                    <a:pt x="137586" y="212112"/>
                  </a:lnTo>
                  <a:lnTo>
                    <a:pt x="137586" y="212112"/>
                  </a:lnTo>
                  <a:lnTo>
                    <a:pt x="137108" y="211634"/>
                  </a:lnTo>
                  <a:lnTo>
                    <a:pt x="137108" y="211634"/>
                  </a:lnTo>
                  <a:lnTo>
                    <a:pt x="135197" y="210679"/>
                  </a:lnTo>
                  <a:lnTo>
                    <a:pt x="133764" y="211156"/>
                  </a:lnTo>
                  <a:lnTo>
                    <a:pt x="132331" y="211634"/>
                  </a:lnTo>
                  <a:lnTo>
                    <a:pt x="131376" y="211634"/>
                  </a:lnTo>
                  <a:lnTo>
                    <a:pt x="130420" y="210679"/>
                  </a:lnTo>
                  <a:lnTo>
                    <a:pt x="128987" y="210201"/>
                  </a:lnTo>
                  <a:lnTo>
                    <a:pt x="128987" y="210201"/>
                  </a:lnTo>
                  <a:lnTo>
                    <a:pt x="127076" y="209723"/>
                  </a:lnTo>
                  <a:lnTo>
                    <a:pt x="126120" y="209246"/>
                  </a:lnTo>
                  <a:lnTo>
                    <a:pt x="125643" y="209246"/>
                  </a:lnTo>
                  <a:lnTo>
                    <a:pt x="125643" y="209723"/>
                  </a:lnTo>
                  <a:lnTo>
                    <a:pt x="125643" y="209723"/>
                  </a:lnTo>
                  <a:lnTo>
                    <a:pt x="125643" y="211156"/>
                  </a:lnTo>
                  <a:lnTo>
                    <a:pt x="125643" y="212112"/>
                  </a:lnTo>
                  <a:lnTo>
                    <a:pt x="116088" y="213067"/>
                  </a:lnTo>
                  <a:lnTo>
                    <a:pt x="113222" y="214023"/>
                  </a:lnTo>
                  <a:lnTo>
                    <a:pt x="111311" y="214978"/>
                  </a:lnTo>
                  <a:lnTo>
                    <a:pt x="109878" y="215456"/>
                  </a:lnTo>
                  <a:lnTo>
                    <a:pt x="109878" y="215456"/>
                  </a:lnTo>
                  <a:lnTo>
                    <a:pt x="109400" y="216412"/>
                  </a:lnTo>
                  <a:lnTo>
                    <a:pt x="107967" y="217367"/>
                  </a:lnTo>
                  <a:lnTo>
                    <a:pt x="106056" y="217367"/>
                  </a:lnTo>
                  <a:lnTo>
                    <a:pt x="105578" y="217367"/>
                  </a:lnTo>
                  <a:lnTo>
                    <a:pt x="104623" y="217367"/>
                  </a:lnTo>
                  <a:lnTo>
                    <a:pt x="102712" y="217845"/>
                  </a:lnTo>
                  <a:lnTo>
                    <a:pt x="101756" y="217845"/>
                  </a:lnTo>
                  <a:lnTo>
                    <a:pt x="100801" y="216889"/>
                  </a:lnTo>
                  <a:lnTo>
                    <a:pt x="99845" y="215934"/>
                  </a:lnTo>
                  <a:lnTo>
                    <a:pt x="99368" y="214978"/>
                  </a:lnTo>
                  <a:lnTo>
                    <a:pt x="99368" y="214500"/>
                  </a:lnTo>
                  <a:lnTo>
                    <a:pt x="99368" y="214500"/>
                  </a:lnTo>
                  <a:lnTo>
                    <a:pt x="96979" y="214500"/>
                  </a:lnTo>
                  <a:lnTo>
                    <a:pt x="95068" y="214023"/>
                  </a:lnTo>
                  <a:lnTo>
                    <a:pt x="95068" y="214023"/>
                  </a:lnTo>
                  <a:lnTo>
                    <a:pt x="91724" y="214023"/>
                  </a:lnTo>
                  <a:lnTo>
                    <a:pt x="90769" y="213545"/>
                  </a:lnTo>
                  <a:lnTo>
                    <a:pt x="90769" y="213545"/>
                  </a:lnTo>
                  <a:lnTo>
                    <a:pt x="90769" y="214023"/>
                  </a:lnTo>
                  <a:lnTo>
                    <a:pt x="90291" y="217367"/>
                  </a:lnTo>
                  <a:lnTo>
                    <a:pt x="89335" y="218800"/>
                  </a:lnTo>
                  <a:lnTo>
                    <a:pt x="88380" y="220233"/>
                  </a:lnTo>
                  <a:lnTo>
                    <a:pt x="86947" y="220711"/>
                  </a:lnTo>
                  <a:lnTo>
                    <a:pt x="85991" y="221189"/>
                  </a:lnTo>
                  <a:lnTo>
                    <a:pt x="85991" y="220233"/>
                  </a:lnTo>
                  <a:lnTo>
                    <a:pt x="85991" y="220233"/>
                  </a:lnTo>
                  <a:lnTo>
                    <a:pt x="85991" y="219756"/>
                  </a:lnTo>
                  <a:lnTo>
                    <a:pt x="85991" y="218800"/>
                  </a:lnTo>
                  <a:lnTo>
                    <a:pt x="85036" y="218322"/>
                  </a:lnTo>
                  <a:lnTo>
                    <a:pt x="84080" y="218322"/>
                  </a:lnTo>
                  <a:lnTo>
                    <a:pt x="83603" y="217845"/>
                  </a:lnTo>
                  <a:lnTo>
                    <a:pt x="83603" y="216889"/>
                  </a:lnTo>
                  <a:lnTo>
                    <a:pt x="83125" y="216412"/>
                  </a:lnTo>
                  <a:lnTo>
                    <a:pt x="82647" y="215934"/>
                  </a:lnTo>
                  <a:lnTo>
                    <a:pt x="82647" y="215934"/>
                  </a:lnTo>
                  <a:lnTo>
                    <a:pt x="81692" y="214978"/>
                  </a:lnTo>
                  <a:lnTo>
                    <a:pt x="81692" y="214978"/>
                  </a:lnTo>
                  <a:lnTo>
                    <a:pt x="78825" y="213545"/>
                  </a:lnTo>
                  <a:lnTo>
                    <a:pt x="76914" y="213067"/>
                  </a:lnTo>
                  <a:lnTo>
                    <a:pt x="76437" y="213545"/>
                  </a:lnTo>
                  <a:lnTo>
                    <a:pt x="75003" y="214500"/>
                  </a:lnTo>
                  <a:lnTo>
                    <a:pt x="73093" y="214023"/>
                  </a:lnTo>
                  <a:lnTo>
                    <a:pt x="72615" y="214500"/>
                  </a:lnTo>
                  <a:lnTo>
                    <a:pt x="69271" y="212590"/>
                  </a:lnTo>
                  <a:lnTo>
                    <a:pt x="65927" y="210679"/>
                  </a:lnTo>
                  <a:lnTo>
                    <a:pt x="64971" y="210679"/>
                  </a:lnTo>
                  <a:lnTo>
                    <a:pt x="59716" y="210679"/>
                  </a:lnTo>
                  <a:lnTo>
                    <a:pt x="59716" y="210679"/>
                  </a:lnTo>
                  <a:lnTo>
                    <a:pt x="58761" y="209723"/>
                  </a:lnTo>
                  <a:lnTo>
                    <a:pt x="58761" y="209723"/>
                  </a:lnTo>
                  <a:lnTo>
                    <a:pt x="58283" y="209246"/>
                  </a:lnTo>
                  <a:lnTo>
                    <a:pt x="57805" y="209723"/>
                  </a:lnTo>
                  <a:lnTo>
                    <a:pt x="57328" y="209723"/>
                  </a:lnTo>
                  <a:lnTo>
                    <a:pt x="56850" y="209723"/>
                  </a:lnTo>
                  <a:lnTo>
                    <a:pt x="54939" y="207812"/>
                  </a:lnTo>
                  <a:lnTo>
                    <a:pt x="54461" y="207812"/>
                  </a:lnTo>
                  <a:lnTo>
                    <a:pt x="53983" y="207812"/>
                  </a:lnTo>
                  <a:lnTo>
                    <a:pt x="52550" y="207812"/>
                  </a:lnTo>
                  <a:lnTo>
                    <a:pt x="51117" y="208768"/>
                  </a:lnTo>
                  <a:lnTo>
                    <a:pt x="50639" y="210201"/>
                  </a:lnTo>
                  <a:lnTo>
                    <a:pt x="50639" y="210679"/>
                  </a:lnTo>
                  <a:lnTo>
                    <a:pt x="51595" y="211156"/>
                  </a:lnTo>
                  <a:lnTo>
                    <a:pt x="51595" y="211156"/>
                  </a:lnTo>
                  <a:lnTo>
                    <a:pt x="53505" y="210679"/>
                  </a:lnTo>
                  <a:lnTo>
                    <a:pt x="53505" y="211156"/>
                  </a:lnTo>
                  <a:lnTo>
                    <a:pt x="53505" y="211634"/>
                  </a:lnTo>
                  <a:lnTo>
                    <a:pt x="53505" y="211634"/>
                  </a:lnTo>
                  <a:lnTo>
                    <a:pt x="52072" y="212112"/>
                  </a:lnTo>
                  <a:lnTo>
                    <a:pt x="52072" y="212112"/>
                  </a:lnTo>
                  <a:lnTo>
                    <a:pt x="51595" y="212590"/>
                  </a:lnTo>
                  <a:lnTo>
                    <a:pt x="51595" y="212590"/>
                  </a:lnTo>
                  <a:lnTo>
                    <a:pt x="51117" y="212590"/>
                  </a:lnTo>
                  <a:lnTo>
                    <a:pt x="50639" y="212590"/>
                  </a:lnTo>
                  <a:lnTo>
                    <a:pt x="50639" y="212590"/>
                  </a:lnTo>
                  <a:lnTo>
                    <a:pt x="48728" y="212112"/>
                  </a:lnTo>
                  <a:lnTo>
                    <a:pt x="46340" y="212112"/>
                  </a:lnTo>
                  <a:lnTo>
                    <a:pt x="44429" y="213067"/>
                  </a:lnTo>
                  <a:lnTo>
                    <a:pt x="41085" y="213545"/>
                  </a:lnTo>
                  <a:lnTo>
                    <a:pt x="36307" y="213067"/>
                  </a:lnTo>
                  <a:lnTo>
                    <a:pt x="34874" y="212590"/>
                  </a:lnTo>
                  <a:lnTo>
                    <a:pt x="34874" y="212590"/>
                  </a:lnTo>
                  <a:lnTo>
                    <a:pt x="33919" y="212112"/>
                  </a:lnTo>
                  <a:lnTo>
                    <a:pt x="32963" y="210679"/>
                  </a:lnTo>
                  <a:lnTo>
                    <a:pt x="33441" y="207812"/>
                  </a:lnTo>
                  <a:lnTo>
                    <a:pt x="34396" y="203991"/>
                  </a:lnTo>
                  <a:lnTo>
                    <a:pt x="34874" y="201602"/>
                  </a:lnTo>
                  <a:lnTo>
                    <a:pt x="34396" y="200169"/>
                  </a:lnTo>
                  <a:lnTo>
                    <a:pt x="34874" y="197302"/>
                  </a:lnTo>
                  <a:lnTo>
                    <a:pt x="36785" y="193958"/>
                  </a:lnTo>
                  <a:lnTo>
                    <a:pt x="37740" y="190614"/>
                  </a:lnTo>
                  <a:lnTo>
                    <a:pt x="38218" y="187270"/>
                  </a:lnTo>
                  <a:lnTo>
                    <a:pt x="38218" y="186792"/>
                  </a:lnTo>
                  <a:lnTo>
                    <a:pt x="38696" y="186314"/>
                  </a:lnTo>
                  <a:lnTo>
                    <a:pt x="39174" y="184404"/>
                  </a:lnTo>
                  <a:lnTo>
                    <a:pt x="41085" y="182493"/>
                  </a:lnTo>
                  <a:lnTo>
                    <a:pt x="41085" y="182493"/>
                  </a:lnTo>
                  <a:lnTo>
                    <a:pt x="44906" y="177715"/>
                  </a:lnTo>
                  <a:lnTo>
                    <a:pt x="45384" y="177238"/>
                  </a:lnTo>
                  <a:lnTo>
                    <a:pt x="44906" y="174849"/>
                  </a:lnTo>
                  <a:lnTo>
                    <a:pt x="43951" y="174849"/>
                  </a:lnTo>
                  <a:lnTo>
                    <a:pt x="42518" y="173893"/>
                  </a:lnTo>
                  <a:lnTo>
                    <a:pt x="38696" y="172938"/>
                  </a:lnTo>
                  <a:lnTo>
                    <a:pt x="38218" y="172938"/>
                  </a:lnTo>
                  <a:lnTo>
                    <a:pt x="34874" y="172460"/>
                  </a:lnTo>
                  <a:lnTo>
                    <a:pt x="32963" y="171983"/>
                  </a:lnTo>
                  <a:lnTo>
                    <a:pt x="31530" y="170072"/>
                  </a:lnTo>
                  <a:lnTo>
                    <a:pt x="31530" y="170072"/>
                  </a:lnTo>
                  <a:lnTo>
                    <a:pt x="30575" y="170072"/>
                  </a:lnTo>
                  <a:lnTo>
                    <a:pt x="30575" y="170072"/>
                  </a:lnTo>
                  <a:lnTo>
                    <a:pt x="28664" y="170549"/>
                  </a:lnTo>
                  <a:lnTo>
                    <a:pt x="26753" y="171027"/>
                  </a:lnTo>
                  <a:lnTo>
                    <a:pt x="24842" y="170549"/>
                  </a:lnTo>
                  <a:lnTo>
                    <a:pt x="24842" y="170549"/>
                  </a:lnTo>
                  <a:lnTo>
                    <a:pt x="23886" y="171027"/>
                  </a:lnTo>
                  <a:lnTo>
                    <a:pt x="23409" y="171027"/>
                  </a:lnTo>
                  <a:lnTo>
                    <a:pt x="22931" y="171027"/>
                  </a:lnTo>
                  <a:lnTo>
                    <a:pt x="22453" y="169116"/>
                  </a:lnTo>
                  <a:lnTo>
                    <a:pt x="22453" y="169116"/>
                  </a:lnTo>
                  <a:lnTo>
                    <a:pt x="21975" y="169116"/>
                  </a:lnTo>
                  <a:lnTo>
                    <a:pt x="20542" y="168639"/>
                  </a:lnTo>
                  <a:lnTo>
                    <a:pt x="19587" y="168639"/>
                  </a:lnTo>
                  <a:lnTo>
                    <a:pt x="19109" y="169594"/>
                  </a:lnTo>
                  <a:lnTo>
                    <a:pt x="18154" y="170072"/>
                  </a:lnTo>
                  <a:lnTo>
                    <a:pt x="17198" y="170072"/>
                  </a:lnTo>
                  <a:lnTo>
                    <a:pt x="14809" y="166250"/>
                  </a:lnTo>
                  <a:lnTo>
                    <a:pt x="14332" y="165294"/>
                  </a:lnTo>
                  <a:lnTo>
                    <a:pt x="13854" y="164817"/>
                  </a:lnTo>
                  <a:lnTo>
                    <a:pt x="13376" y="163384"/>
                  </a:lnTo>
                  <a:lnTo>
                    <a:pt x="13376" y="163384"/>
                  </a:lnTo>
                  <a:lnTo>
                    <a:pt x="11943" y="161950"/>
                  </a:lnTo>
                  <a:lnTo>
                    <a:pt x="10510" y="161473"/>
                  </a:lnTo>
                  <a:lnTo>
                    <a:pt x="9555" y="161473"/>
                  </a:lnTo>
                  <a:lnTo>
                    <a:pt x="9555" y="161473"/>
                  </a:lnTo>
                  <a:lnTo>
                    <a:pt x="9555" y="160039"/>
                  </a:lnTo>
                  <a:lnTo>
                    <a:pt x="10510" y="157651"/>
                  </a:lnTo>
                  <a:lnTo>
                    <a:pt x="10988" y="156218"/>
                  </a:lnTo>
                  <a:lnTo>
                    <a:pt x="10988" y="156218"/>
                  </a:lnTo>
                  <a:lnTo>
                    <a:pt x="11465" y="155262"/>
                  </a:lnTo>
                  <a:lnTo>
                    <a:pt x="12421" y="154784"/>
                  </a:lnTo>
                  <a:lnTo>
                    <a:pt x="12421" y="154784"/>
                  </a:lnTo>
                  <a:lnTo>
                    <a:pt x="12421" y="154784"/>
                  </a:lnTo>
                  <a:lnTo>
                    <a:pt x="12421" y="153351"/>
                  </a:lnTo>
                  <a:lnTo>
                    <a:pt x="12421" y="151918"/>
                  </a:lnTo>
                  <a:lnTo>
                    <a:pt x="12421" y="151918"/>
                  </a:lnTo>
                  <a:lnTo>
                    <a:pt x="11465" y="151918"/>
                  </a:lnTo>
                  <a:lnTo>
                    <a:pt x="9077" y="150963"/>
                  </a:lnTo>
                  <a:lnTo>
                    <a:pt x="8121" y="150007"/>
                  </a:lnTo>
                  <a:lnTo>
                    <a:pt x="6688" y="148574"/>
                  </a:lnTo>
                  <a:lnTo>
                    <a:pt x="5733" y="147141"/>
                  </a:lnTo>
                  <a:lnTo>
                    <a:pt x="4777" y="145230"/>
                  </a:lnTo>
                  <a:lnTo>
                    <a:pt x="4777" y="143797"/>
                  </a:lnTo>
                  <a:lnTo>
                    <a:pt x="5255" y="142841"/>
                  </a:lnTo>
                  <a:lnTo>
                    <a:pt x="5255" y="142363"/>
                  </a:lnTo>
                  <a:lnTo>
                    <a:pt x="6210" y="139975"/>
                  </a:lnTo>
                  <a:lnTo>
                    <a:pt x="10032" y="137586"/>
                  </a:lnTo>
                  <a:lnTo>
                    <a:pt x="10032" y="137586"/>
                  </a:lnTo>
                  <a:lnTo>
                    <a:pt x="9555" y="135198"/>
                  </a:lnTo>
                  <a:lnTo>
                    <a:pt x="9555" y="133286"/>
                  </a:lnTo>
                  <a:lnTo>
                    <a:pt x="8599" y="132331"/>
                  </a:lnTo>
                  <a:lnTo>
                    <a:pt x="8599" y="132331"/>
                  </a:lnTo>
                  <a:lnTo>
                    <a:pt x="6688" y="132331"/>
                  </a:lnTo>
                  <a:lnTo>
                    <a:pt x="6210" y="131376"/>
                  </a:lnTo>
                  <a:lnTo>
                    <a:pt x="6210" y="130898"/>
                  </a:lnTo>
                  <a:lnTo>
                    <a:pt x="7644" y="129465"/>
                  </a:lnTo>
                  <a:lnTo>
                    <a:pt x="7644" y="129465"/>
                  </a:lnTo>
                  <a:lnTo>
                    <a:pt x="5733" y="128032"/>
                  </a:lnTo>
                  <a:lnTo>
                    <a:pt x="5255" y="127076"/>
                  </a:lnTo>
                  <a:lnTo>
                    <a:pt x="2866" y="125643"/>
                  </a:lnTo>
                  <a:lnTo>
                    <a:pt x="2866" y="125165"/>
                  </a:lnTo>
                  <a:lnTo>
                    <a:pt x="3822" y="120388"/>
                  </a:lnTo>
                  <a:lnTo>
                    <a:pt x="2866" y="119432"/>
                  </a:lnTo>
                  <a:lnTo>
                    <a:pt x="2866" y="119432"/>
                  </a:lnTo>
                  <a:lnTo>
                    <a:pt x="1911" y="118477"/>
                  </a:lnTo>
                  <a:lnTo>
                    <a:pt x="478" y="118477"/>
                  </a:lnTo>
                  <a:lnTo>
                    <a:pt x="0" y="117521"/>
                  </a:lnTo>
                  <a:lnTo>
                    <a:pt x="0" y="117044"/>
                  </a:lnTo>
                  <a:lnTo>
                    <a:pt x="0" y="116566"/>
                  </a:lnTo>
                  <a:lnTo>
                    <a:pt x="1433" y="116566"/>
                  </a:lnTo>
                  <a:lnTo>
                    <a:pt x="1911" y="116088"/>
                  </a:lnTo>
                  <a:lnTo>
                    <a:pt x="5255" y="113700"/>
                  </a:lnTo>
                  <a:lnTo>
                    <a:pt x="5255" y="113222"/>
                  </a:lnTo>
                  <a:lnTo>
                    <a:pt x="5255" y="112744"/>
                  </a:lnTo>
                  <a:lnTo>
                    <a:pt x="4299" y="112744"/>
                  </a:lnTo>
                  <a:lnTo>
                    <a:pt x="4299" y="112266"/>
                  </a:lnTo>
                  <a:lnTo>
                    <a:pt x="4299" y="111311"/>
                  </a:lnTo>
                  <a:lnTo>
                    <a:pt x="6210" y="107489"/>
                  </a:lnTo>
                  <a:lnTo>
                    <a:pt x="6688" y="106056"/>
                  </a:lnTo>
                  <a:lnTo>
                    <a:pt x="6688" y="104623"/>
                  </a:lnTo>
                  <a:lnTo>
                    <a:pt x="6688" y="103667"/>
                  </a:lnTo>
                  <a:lnTo>
                    <a:pt x="5733" y="101756"/>
                  </a:lnTo>
                  <a:lnTo>
                    <a:pt x="4777" y="100323"/>
                  </a:lnTo>
                  <a:lnTo>
                    <a:pt x="4777" y="99368"/>
                  </a:lnTo>
                  <a:lnTo>
                    <a:pt x="4299" y="99368"/>
                  </a:lnTo>
                  <a:lnTo>
                    <a:pt x="3822" y="98890"/>
                  </a:lnTo>
                  <a:lnTo>
                    <a:pt x="1911" y="95546"/>
                  </a:lnTo>
                  <a:lnTo>
                    <a:pt x="1911" y="94591"/>
                  </a:lnTo>
                  <a:lnTo>
                    <a:pt x="2866" y="93635"/>
                  </a:lnTo>
                  <a:lnTo>
                    <a:pt x="4777" y="93157"/>
                  </a:lnTo>
                  <a:lnTo>
                    <a:pt x="5255" y="92679"/>
                  </a:lnTo>
                  <a:lnTo>
                    <a:pt x="6210" y="92202"/>
                  </a:lnTo>
                  <a:lnTo>
                    <a:pt x="8599" y="93157"/>
                  </a:lnTo>
                  <a:lnTo>
                    <a:pt x="10032" y="94113"/>
                  </a:lnTo>
                  <a:lnTo>
                    <a:pt x="10032" y="93635"/>
                  </a:lnTo>
                  <a:lnTo>
                    <a:pt x="10988" y="92679"/>
                  </a:lnTo>
                  <a:lnTo>
                    <a:pt x="12898" y="93157"/>
                  </a:lnTo>
                  <a:lnTo>
                    <a:pt x="17676" y="91246"/>
                  </a:lnTo>
                  <a:lnTo>
                    <a:pt x="17676" y="91246"/>
                  </a:lnTo>
                  <a:lnTo>
                    <a:pt x="18154" y="90769"/>
                  </a:lnTo>
                  <a:lnTo>
                    <a:pt x="18631" y="89813"/>
                  </a:lnTo>
                  <a:lnTo>
                    <a:pt x="18631" y="89335"/>
                  </a:lnTo>
                  <a:lnTo>
                    <a:pt x="16721" y="87425"/>
                  </a:lnTo>
                  <a:lnTo>
                    <a:pt x="16721" y="86947"/>
                  </a:lnTo>
                  <a:lnTo>
                    <a:pt x="17198" y="86469"/>
                  </a:lnTo>
                  <a:lnTo>
                    <a:pt x="17676" y="85991"/>
                  </a:lnTo>
                  <a:lnTo>
                    <a:pt x="18631" y="85514"/>
                  </a:lnTo>
                  <a:lnTo>
                    <a:pt x="19587" y="84558"/>
                  </a:lnTo>
                  <a:lnTo>
                    <a:pt x="21975" y="82647"/>
                  </a:lnTo>
                  <a:lnTo>
                    <a:pt x="21975" y="82647"/>
                  </a:lnTo>
                  <a:lnTo>
                    <a:pt x="22931" y="80736"/>
                  </a:lnTo>
                  <a:lnTo>
                    <a:pt x="23409" y="78825"/>
                  </a:lnTo>
                  <a:lnTo>
                    <a:pt x="23409" y="77392"/>
                  </a:lnTo>
                  <a:lnTo>
                    <a:pt x="22453" y="76437"/>
                  </a:lnTo>
                  <a:lnTo>
                    <a:pt x="21975" y="75481"/>
                  </a:lnTo>
                  <a:lnTo>
                    <a:pt x="21020" y="75481"/>
                  </a:lnTo>
                  <a:lnTo>
                    <a:pt x="19587" y="75481"/>
                  </a:lnTo>
                  <a:lnTo>
                    <a:pt x="19109" y="75481"/>
                  </a:lnTo>
                  <a:lnTo>
                    <a:pt x="17676" y="75004"/>
                  </a:lnTo>
                  <a:lnTo>
                    <a:pt x="16721" y="74048"/>
                  </a:lnTo>
                  <a:lnTo>
                    <a:pt x="16721" y="73093"/>
                  </a:lnTo>
                  <a:lnTo>
                    <a:pt x="16721" y="72615"/>
                  </a:lnTo>
                  <a:lnTo>
                    <a:pt x="17198" y="71659"/>
                  </a:lnTo>
                  <a:lnTo>
                    <a:pt x="16721" y="71182"/>
                  </a:lnTo>
                  <a:lnTo>
                    <a:pt x="16721" y="70226"/>
                  </a:lnTo>
                  <a:lnTo>
                    <a:pt x="17676" y="69749"/>
                  </a:lnTo>
                  <a:lnTo>
                    <a:pt x="22931" y="69749"/>
                  </a:lnTo>
                  <a:lnTo>
                    <a:pt x="23409" y="69271"/>
                  </a:lnTo>
                  <a:lnTo>
                    <a:pt x="23409" y="69271"/>
                  </a:lnTo>
                  <a:lnTo>
                    <a:pt x="23409" y="66404"/>
                  </a:lnTo>
                  <a:lnTo>
                    <a:pt x="24842" y="62105"/>
                  </a:lnTo>
                  <a:lnTo>
                    <a:pt x="26275" y="59716"/>
                  </a:lnTo>
                  <a:lnTo>
                    <a:pt x="26275" y="58761"/>
                  </a:lnTo>
                  <a:lnTo>
                    <a:pt x="26275" y="53506"/>
                  </a:lnTo>
                  <a:lnTo>
                    <a:pt x="26275" y="50162"/>
                  </a:lnTo>
                  <a:lnTo>
                    <a:pt x="25797" y="49206"/>
                  </a:lnTo>
                  <a:lnTo>
                    <a:pt x="23409" y="47295"/>
                  </a:lnTo>
                  <a:lnTo>
                    <a:pt x="23886" y="44429"/>
                  </a:lnTo>
                  <a:lnTo>
                    <a:pt x="24842" y="42040"/>
                  </a:lnTo>
                  <a:lnTo>
                    <a:pt x="26753" y="39174"/>
                  </a:lnTo>
                  <a:lnTo>
                    <a:pt x="28186" y="38218"/>
                  </a:lnTo>
                  <a:lnTo>
                    <a:pt x="34874" y="37741"/>
                  </a:lnTo>
                  <a:lnTo>
                    <a:pt x="42518" y="37741"/>
                  </a:lnTo>
                  <a:lnTo>
                    <a:pt x="45862" y="42518"/>
                  </a:lnTo>
                  <a:lnTo>
                    <a:pt x="44429" y="44907"/>
                  </a:lnTo>
                  <a:lnTo>
                    <a:pt x="46340" y="45862"/>
                  </a:lnTo>
                  <a:lnTo>
                    <a:pt x="47295" y="45384"/>
                  </a:lnTo>
                  <a:lnTo>
                    <a:pt x="47773" y="43473"/>
                  </a:lnTo>
                  <a:lnTo>
                    <a:pt x="48251" y="41085"/>
                  </a:lnTo>
                  <a:lnTo>
                    <a:pt x="49206" y="40607"/>
                  </a:lnTo>
                  <a:lnTo>
                    <a:pt x="51595" y="42040"/>
                  </a:lnTo>
                  <a:lnTo>
                    <a:pt x="52072" y="43473"/>
                  </a:lnTo>
                  <a:lnTo>
                    <a:pt x="52072" y="46818"/>
                  </a:lnTo>
                  <a:lnTo>
                    <a:pt x="53028" y="42040"/>
                  </a:lnTo>
                  <a:lnTo>
                    <a:pt x="52550" y="38696"/>
                  </a:lnTo>
                  <a:lnTo>
                    <a:pt x="53028" y="34874"/>
                  </a:lnTo>
                  <a:lnTo>
                    <a:pt x="53983" y="33441"/>
                  </a:lnTo>
                  <a:lnTo>
                    <a:pt x="54461" y="32008"/>
                  </a:lnTo>
                  <a:lnTo>
                    <a:pt x="60194" y="33441"/>
                  </a:lnTo>
                  <a:lnTo>
                    <a:pt x="66404" y="32963"/>
                  </a:lnTo>
                  <a:lnTo>
                    <a:pt x="68793" y="33919"/>
                  </a:lnTo>
                  <a:lnTo>
                    <a:pt x="74048" y="40607"/>
                  </a:lnTo>
                  <a:lnTo>
                    <a:pt x="75481" y="41563"/>
                  </a:lnTo>
                  <a:lnTo>
                    <a:pt x="77870" y="42040"/>
                  </a:lnTo>
                  <a:lnTo>
                    <a:pt x="74526" y="40607"/>
                  </a:lnTo>
                  <a:lnTo>
                    <a:pt x="68315" y="32963"/>
                  </a:lnTo>
                  <a:lnTo>
                    <a:pt x="66404" y="31530"/>
                  </a:lnTo>
                  <a:lnTo>
                    <a:pt x="63538" y="31530"/>
                  </a:lnTo>
                  <a:lnTo>
                    <a:pt x="61627" y="30575"/>
                  </a:lnTo>
                  <a:lnTo>
                    <a:pt x="60671" y="29619"/>
                  </a:lnTo>
                  <a:lnTo>
                    <a:pt x="60194" y="28186"/>
                  </a:lnTo>
                  <a:lnTo>
                    <a:pt x="60194" y="20542"/>
                  </a:lnTo>
                  <a:lnTo>
                    <a:pt x="59238" y="19109"/>
                  </a:lnTo>
                  <a:lnTo>
                    <a:pt x="57805" y="18631"/>
                  </a:lnTo>
                  <a:lnTo>
                    <a:pt x="56850" y="19109"/>
                  </a:lnTo>
                  <a:lnTo>
                    <a:pt x="55416" y="19109"/>
                  </a:lnTo>
                  <a:lnTo>
                    <a:pt x="54939" y="17676"/>
                  </a:lnTo>
                  <a:lnTo>
                    <a:pt x="55416" y="16243"/>
                  </a:lnTo>
                  <a:lnTo>
                    <a:pt x="58761" y="15287"/>
                  </a:lnTo>
                  <a:lnTo>
                    <a:pt x="61149" y="13854"/>
                  </a:lnTo>
                  <a:lnTo>
                    <a:pt x="61627" y="11465"/>
                  </a:lnTo>
                  <a:lnTo>
                    <a:pt x="59716" y="10032"/>
                  </a:lnTo>
                  <a:lnTo>
                    <a:pt x="58283" y="6688"/>
                  </a:lnTo>
                  <a:lnTo>
                    <a:pt x="55894" y="3822"/>
                  </a:lnTo>
                  <a:lnTo>
                    <a:pt x="55894" y="0"/>
                  </a:lnTo>
                  <a:lnTo>
                    <a:pt x="59238" y="0"/>
                  </a:lnTo>
                  <a:lnTo>
                    <a:pt x="59716" y="0"/>
                  </a:lnTo>
                  <a:lnTo>
                    <a:pt x="60194" y="478"/>
                  </a:lnTo>
                  <a:lnTo>
                    <a:pt x="65927" y="1911"/>
                  </a:lnTo>
                  <a:lnTo>
                    <a:pt x="67360" y="3344"/>
                  </a:lnTo>
                  <a:lnTo>
                    <a:pt x="67360" y="3344"/>
                  </a:lnTo>
                  <a:lnTo>
                    <a:pt x="68793" y="3344"/>
                  </a:lnTo>
                  <a:lnTo>
                    <a:pt x="72137" y="1911"/>
                  </a:lnTo>
                  <a:lnTo>
                    <a:pt x="74526" y="1911"/>
                  </a:lnTo>
                  <a:lnTo>
                    <a:pt x="75481" y="2389"/>
                  </a:lnTo>
                  <a:lnTo>
                    <a:pt x="76437" y="2866"/>
                  </a:lnTo>
                  <a:lnTo>
                    <a:pt x="76914" y="2866"/>
                  </a:lnTo>
                  <a:lnTo>
                    <a:pt x="76914" y="3344"/>
                  </a:lnTo>
                  <a:lnTo>
                    <a:pt x="79781" y="4300"/>
                  </a:lnTo>
                  <a:lnTo>
                    <a:pt x="81214" y="5255"/>
                  </a:lnTo>
                  <a:lnTo>
                    <a:pt x="82647" y="7166"/>
                  </a:lnTo>
                  <a:lnTo>
                    <a:pt x="82647" y="10510"/>
                  </a:lnTo>
                  <a:lnTo>
                    <a:pt x="80736" y="12421"/>
                  </a:lnTo>
                  <a:lnTo>
                    <a:pt x="79303" y="13854"/>
                  </a:lnTo>
                  <a:lnTo>
                    <a:pt x="85036" y="13377"/>
                  </a:lnTo>
                  <a:lnTo>
                    <a:pt x="85513" y="14332"/>
                  </a:lnTo>
                  <a:lnTo>
                    <a:pt x="86469" y="15765"/>
                  </a:lnTo>
                  <a:lnTo>
                    <a:pt x="89335" y="14810"/>
                  </a:lnTo>
                  <a:lnTo>
                    <a:pt x="96501" y="18631"/>
                  </a:lnTo>
                  <a:lnTo>
                    <a:pt x="100801" y="16721"/>
                  </a:lnTo>
                  <a:lnTo>
                    <a:pt x="102234" y="16721"/>
                  </a:lnTo>
                  <a:lnTo>
                    <a:pt x="103189" y="19587"/>
                  </a:lnTo>
                  <a:lnTo>
                    <a:pt x="102234" y="22931"/>
                  </a:lnTo>
                  <a:lnTo>
                    <a:pt x="97935" y="26275"/>
                  </a:lnTo>
                  <a:lnTo>
                    <a:pt x="98890" y="28186"/>
                  </a:lnTo>
                  <a:lnTo>
                    <a:pt x="100323" y="28664"/>
                  </a:lnTo>
                  <a:lnTo>
                    <a:pt x="104145" y="28186"/>
                  </a:lnTo>
                  <a:lnTo>
                    <a:pt x="109878" y="30097"/>
                  </a:lnTo>
                  <a:lnTo>
                    <a:pt x="111311" y="29619"/>
                  </a:lnTo>
                  <a:lnTo>
                    <a:pt x="115610" y="24842"/>
                  </a:lnTo>
                  <a:lnTo>
                    <a:pt x="117521" y="23886"/>
                  </a:lnTo>
                  <a:lnTo>
                    <a:pt x="123732" y="23409"/>
                  </a:lnTo>
                  <a:lnTo>
                    <a:pt x="125165" y="21498"/>
                  </a:lnTo>
                  <a:lnTo>
                    <a:pt x="127554" y="19587"/>
                  </a:lnTo>
                  <a:lnTo>
                    <a:pt x="129465" y="17676"/>
                  </a:lnTo>
                  <a:lnTo>
                    <a:pt x="133286" y="13854"/>
                  </a:lnTo>
                  <a:lnTo>
                    <a:pt x="137108" y="14332"/>
                  </a:lnTo>
                  <a:lnTo>
                    <a:pt x="139497" y="15287"/>
                  </a:lnTo>
                  <a:lnTo>
                    <a:pt x="142363" y="15765"/>
                  </a:lnTo>
                  <a:lnTo>
                    <a:pt x="144274" y="19587"/>
                  </a:lnTo>
                  <a:lnTo>
                    <a:pt x="150485" y="23886"/>
                  </a:lnTo>
                  <a:lnTo>
                    <a:pt x="155740" y="23409"/>
                  </a:lnTo>
                  <a:lnTo>
                    <a:pt x="157651" y="27708"/>
                  </a:lnTo>
                  <a:lnTo>
                    <a:pt x="158606" y="32963"/>
                  </a:lnTo>
                  <a:lnTo>
                    <a:pt x="160517" y="34397"/>
                  </a:lnTo>
                  <a:lnTo>
                    <a:pt x="161950" y="35352"/>
                  </a:lnTo>
                  <a:lnTo>
                    <a:pt x="166250" y="36785"/>
                  </a:lnTo>
                  <a:lnTo>
                    <a:pt x="166727" y="36785"/>
                  </a:lnTo>
                  <a:lnTo>
                    <a:pt x="166727" y="37263"/>
                  </a:lnTo>
                  <a:lnTo>
                    <a:pt x="166727" y="39652"/>
                  </a:lnTo>
                  <a:lnTo>
                    <a:pt x="166727" y="39652"/>
                  </a:lnTo>
                  <a:lnTo>
                    <a:pt x="167205" y="42040"/>
                  </a:lnTo>
                  <a:lnTo>
                    <a:pt x="169594" y="50162"/>
                  </a:lnTo>
                  <a:lnTo>
                    <a:pt x="169594" y="52550"/>
                  </a:lnTo>
                  <a:lnTo>
                    <a:pt x="169594" y="53028"/>
                  </a:lnTo>
                  <a:lnTo>
                    <a:pt x="168638" y="55894"/>
                  </a:lnTo>
                  <a:lnTo>
                    <a:pt x="167205" y="58283"/>
                  </a:lnTo>
                  <a:lnTo>
                    <a:pt x="165294" y="59238"/>
                  </a:lnTo>
                  <a:lnTo>
                    <a:pt x="164339" y="61149"/>
                  </a:lnTo>
                  <a:lnTo>
                    <a:pt x="163861" y="62583"/>
                  </a:lnTo>
                  <a:lnTo>
                    <a:pt x="166250" y="65449"/>
                  </a:lnTo>
                  <a:lnTo>
                    <a:pt x="171505" y="69749"/>
                  </a:lnTo>
                  <a:lnTo>
                    <a:pt x="173893" y="73093"/>
                  </a:lnTo>
                  <a:lnTo>
                    <a:pt x="172460" y="75959"/>
                  </a:lnTo>
                  <a:lnTo>
                    <a:pt x="172460" y="77870"/>
                  </a:lnTo>
                  <a:lnTo>
                    <a:pt x="172938" y="79303"/>
                  </a:lnTo>
                  <a:lnTo>
                    <a:pt x="173416" y="80259"/>
                  </a:lnTo>
                  <a:lnTo>
                    <a:pt x="174849" y="81214"/>
                  </a:lnTo>
                  <a:lnTo>
                    <a:pt x="174849" y="81214"/>
                  </a:lnTo>
                  <a:lnTo>
                    <a:pt x="175326" y="82647"/>
                  </a:lnTo>
                  <a:lnTo>
                    <a:pt x="175326" y="84080"/>
                  </a:lnTo>
                  <a:lnTo>
                    <a:pt x="175326" y="85514"/>
                  </a:lnTo>
                  <a:lnTo>
                    <a:pt x="176282" y="86469"/>
                  </a:lnTo>
                  <a:lnTo>
                    <a:pt x="176282" y="86469"/>
                  </a:lnTo>
                  <a:lnTo>
                    <a:pt x="175804" y="87902"/>
                  </a:lnTo>
                  <a:lnTo>
                    <a:pt x="175326" y="89813"/>
                  </a:lnTo>
                  <a:lnTo>
                    <a:pt x="174849" y="91724"/>
                  </a:lnTo>
                  <a:lnTo>
                    <a:pt x="173416" y="93635"/>
                  </a:lnTo>
                  <a:lnTo>
                    <a:pt x="173893" y="95546"/>
                  </a:lnTo>
                  <a:lnTo>
                    <a:pt x="174849" y="97457"/>
                  </a:lnTo>
                  <a:lnTo>
                    <a:pt x="175804" y="98890"/>
                  </a:lnTo>
                  <a:lnTo>
                    <a:pt x="176282" y="99845"/>
                  </a:lnTo>
                  <a:lnTo>
                    <a:pt x="175326" y="102234"/>
                  </a:lnTo>
                  <a:lnTo>
                    <a:pt x="175804" y="102712"/>
                  </a:lnTo>
                  <a:lnTo>
                    <a:pt x="175804" y="102712"/>
                  </a:lnTo>
                  <a:lnTo>
                    <a:pt x="179149" y="104623"/>
                  </a:lnTo>
                  <a:lnTo>
                    <a:pt x="180104" y="105100"/>
                  </a:lnTo>
                  <a:lnTo>
                    <a:pt x="180104" y="1070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6" name="Freeform 2015">
              <a:extLst>
                <a:ext uri="{FF2B5EF4-FFF2-40B4-BE49-F238E27FC236}">
                  <a16:creationId xmlns:a16="http://schemas.microsoft.com/office/drawing/2014/main" id="{FA84DCD2-EA42-64C4-F27C-D46E34F1F972}"/>
                </a:ext>
              </a:extLst>
            </p:cNvPr>
            <p:cNvSpPr/>
            <p:nvPr/>
          </p:nvSpPr>
          <p:spPr>
            <a:xfrm>
              <a:off x="6180079" y="3714466"/>
              <a:ext cx="955" cy="4777"/>
            </a:xfrm>
            <a:custGeom>
              <a:avLst/>
              <a:gdLst>
                <a:gd name="csX0" fmla="*/ 956 w 955"/>
                <a:gd name="csY0" fmla="*/ 0 h 4777"/>
                <a:gd name="csX1" fmla="*/ 478 w 955"/>
                <a:gd name="csY1" fmla="*/ 478 h 4777"/>
                <a:gd name="csX2" fmla="*/ 0 w 955"/>
                <a:gd name="csY2" fmla="*/ 4777 h 4777"/>
                <a:gd name="csX3" fmla="*/ 478 w 955"/>
                <a:gd name="csY3" fmla="*/ 478 h 4777"/>
                <a:gd name="csX4" fmla="*/ 956 w 955"/>
                <a:gd name="csY4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7">
                  <a:moveTo>
                    <a:pt x="956" y="0"/>
                  </a:moveTo>
                  <a:lnTo>
                    <a:pt x="478" y="478"/>
                  </a:lnTo>
                  <a:lnTo>
                    <a:pt x="0" y="4777"/>
                  </a:lnTo>
                  <a:lnTo>
                    <a:pt x="478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7" name="Freeform 2016">
              <a:extLst>
                <a:ext uri="{FF2B5EF4-FFF2-40B4-BE49-F238E27FC236}">
                  <a16:creationId xmlns:a16="http://schemas.microsoft.com/office/drawing/2014/main" id="{404C2CBC-4DF0-7E57-717B-110A19950EA5}"/>
                </a:ext>
              </a:extLst>
            </p:cNvPr>
            <p:cNvSpPr/>
            <p:nvPr/>
          </p:nvSpPr>
          <p:spPr>
            <a:xfrm>
              <a:off x="6172436" y="4307328"/>
              <a:ext cx="8599" cy="4299"/>
            </a:xfrm>
            <a:custGeom>
              <a:avLst/>
              <a:gdLst>
                <a:gd name="csX0" fmla="*/ 8599 w 8599"/>
                <a:gd name="csY0" fmla="*/ 0 h 4299"/>
                <a:gd name="csX1" fmla="*/ 8599 w 8599"/>
                <a:gd name="csY1" fmla="*/ 0 h 4299"/>
                <a:gd name="csX2" fmla="*/ 0 w 8599"/>
                <a:gd name="csY2" fmla="*/ 4300 h 4299"/>
                <a:gd name="csX3" fmla="*/ 8599 w 8599"/>
                <a:gd name="csY3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99" h="4299">
                  <a:moveTo>
                    <a:pt x="8599" y="0"/>
                  </a:moveTo>
                  <a:lnTo>
                    <a:pt x="8599" y="0"/>
                  </a:lnTo>
                  <a:lnTo>
                    <a:pt x="0" y="4300"/>
                  </a:lnTo>
                  <a:lnTo>
                    <a:pt x="85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8" name="Freeform 2017">
              <a:extLst>
                <a:ext uri="{FF2B5EF4-FFF2-40B4-BE49-F238E27FC236}">
                  <a16:creationId xmlns:a16="http://schemas.microsoft.com/office/drawing/2014/main" id="{27F901C7-5F55-AC74-EA37-C12CB69D840A}"/>
                </a:ext>
              </a:extLst>
            </p:cNvPr>
            <p:cNvSpPr/>
            <p:nvPr/>
          </p:nvSpPr>
          <p:spPr>
            <a:xfrm>
              <a:off x="6179124" y="3644717"/>
              <a:ext cx="955" cy="2388"/>
            </a:xfrm>
            <a:custGeom>
              <a:avLst/>
              <a:gdLst>
                <a:gd name="csX0" fmla="*/ 955 w 955"/>
                <a:gd name="csY0" fmla="*/ 478 h 2388"/>
                <a:gd name="csX1" fmla="*/ 955 w 955"/>
                <a:gd name="csY1" fmla="*/ 2389 h 2388"/>
                <a:gd name="csX2" fmla="*/ 955 w 955"/>
                <a:gd name="csY2" fmla="*/ 478 h 2388"/>
                <a:gd name="csX3" fmla="*/ 0 w 955"/>
                <a:gd name="csY3" fmla="*/ 0 h 2388"/>
                <a:gd name="csX4" fmla="*/ 478 w 955"/>
                <a:gd name="csY4" fmla="*/ 0 h 2388"/>
                <a:gd name="csX5" fmla="*/ 955 w 955"/>
                <a:gd name="csY5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2388">
                  <a:moveTo>
                    <a:pt x="955" y="478"/>
                  </a:moveTo>
                  <a:lnTo>
                    <a:pt x="955" y="2389"/>
                  </a:lnTo>
                  <a:lnTo>
                    <a:pt x="955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9" name="Freeform 2018">
              <a:extLst>
                <a:ext uri="{FF2B5EF4-FFF2-40B4-BE49-F238E27FC236}">
                  <a16:creationId xmlns:a16="http://schemas.microsoft.com/office/drawing/2014/main" id="{450A17BF-5C00-32AB-432F-BB3E01508527}"/>
                </a:ext>
              </a:extLst>
            </p:cNvPr>
            <p:cNvSpPr/>
            <p:nvPr/>
          </p:nvSpPr>
          <p:spPr>
            <a:xfrm>
              <a:off x="6174347" y="3824821"/>
              <a:ext cx="3821" cy="3344"/>
            </a:xfrm>
            <a:custGeom>
              <a:avLst/>
              <a:gdLst>
                <a:gd name="csX0" fmla="*/ 3344 w 3821"/>
                <a:gd name="csY0" fmla="*/ 2389 h 3344"/>
                <a:gd name="csX1" fmla="*/ 3822 w 3821"/>
                <a:gd name="csY1" fmla="*/ 3344 h 3344"/>
                <a:gd name="csX2" fmla="*/ 2389 w 3821"/>
                <a:gd name="csY2" fmla="*/ 2389 h 3344"/>
                <a:gd name="csX3" fmla="*/ 478 w 3821"/>
                <a:gd name="csY3" fmla="*/ 1911 h 3344"/>
                <a:gd name="csX4" fmla="*/ 0 w 3821"/>
                <a:gd name="csY4" fmla="*/ 956 h 3344"/>
                <a:gd name="csX5" fmla="*/ 478 w 3821"/>
                <a:gd name="csY5" fmla="*/ 478 h 3344"/>
                <a:gd name="csX6" fmla="*/ 955 w 3821"/>
                <a:gd name="csY6" fmla="*/ 0 h 3344"/>
                <a:gd name="csX7" fmla="*/ 1911 w 3821"/>
                <a:gd name="csY7" fmla="*/ 0 h 3344"/>
                <a:gd name="csX8" fmla="*/ 2389 w 3821"/>
                <a:gd name="csY8" fmla="*/ 478 h 3344"/>
                <a:gd name="csX9" fmla="*/ 3344 w 3821"/>
                <a:gd name="csY9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3344">
                  <a:moveTo>
                    <a:pt x="3344" y="2389"/>
                  </a:moveTo>
                  <a:lnTo>
                    <a:pt x="3822" y="3344"/>
                  </a:lnTo>
                  <a:lnTo>
                    <a:pt x="2389" y="2389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0" name="Freeform 2019">
              <a:extLst>
                <a:ext uri="{FF2B5EF4-FFF2-40B4-BE49-F238E27FC236}">
                  <a16:creationId xmlns:a16="http://schemas.microsoft.com/office/drawing/2014/main" id="{C80A75D7-DF45-2B8A-1C7A-77D1EDDE4097}"/>
                </a:ext>
              </a:extLst>
            </p:cNvPr>
            <p:cNvSpPr/>
            <p:nvPr/>
          </p:nvSpPr>
          <p:spPr>
            <a:xfrm>
              <a:off x="6177213" y="3661438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1" name="Freeform 2020">
              <a:extLst>
                <a:ext uri="{FF2B5EF4-FFF2-40B4-BE49-F238E27FC236}">
                  <a16:creationId xmlns:a16="http://schemas.microsoft.com/office/drawing/2014/main" id="{B933B322-5835-C09B-D131-43B2767E7B37}"/>
                </a:ext>
              </a:extLst>
            </p:cNvPr>
            <p:cNvSpPr/>
            <p:nvPr/>
          </p:nvSpPr>
          <p:spPr>
            <a:xfrm>
              <a:off x="6177213" y="3661916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0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2" name="Freeform 2021">
              <a:extLst>
                <a:ext uri="{FF2B5EF4-FFF2-40B4-BE49-F238E27FC236}">
                  <a16:creationId xmlns:a16="http://schemas.microsoft.com/office/drawing/2014/main" id="{2BE379F8-FDB9-96BE-9CCA-C1DEA2AD3469}"/>
                </a:ext>
              </a:extLst>
            </p:cNvPr>
            <p:cNvSpPr/>
            <p:nvPr/>
          </p:nvSpPr>
          <p:spPr>
            <a:xfrm>
              <a:off x="6170047" y="3815267"/>
              <a:ext cx="7165" cy="6688"/>
            </a:xfrm>
            <a:custGeom>
              <a:avLst/>
              <a:gdLst>
                <a:gd name="csX0" fmla="*/ 6210 w 7165"/>
                <a:gd name="csY0" fmla="*/ 3822 h 6688"/>
                <a:gd name="csX1" fmla="*/ 7166 w 7165"/>
                <a:gd name="csY1" fmla="*/ 6210 h 6688"/>
                <a:gd name="csX2" fmla="*/ 4777 w 7165"/>
                <a:gd name="csY2" fmla="*/ 6688 h 6688"/>
                <a:gd name="csX3" fmla="*/ 3822 w 7165"/>
                <a:gd name="csY3" fmla="*/ 5733 h 6688"/>
                <a:gd name="csX4" fmla="*/ 3344 w 7165"/>
                <a:gd name="csY4" fmla="*/ 4777 h 6688"/>
                <a:gd name="csX5" fmla="*/ 1433 w 7165"/>
                <a:gd name="csY5" fmla="*/ 4777 h 6688"/>
                <a:gd name="csX6" fmla="*/ 0 w 7165"/>
                <a:gd name="csY6" fmla="*/ 3344 h 6688"/>
                <a:gd name="csX7" fmla="*/ 0 w 7165"/>
                <a:gd name="csY7" fmla="*/ 2866 h 6688"/>
                <a:gd name="csX8" fmla="*/ 1911 w 7165"/>
                <a:gd name="csY8" fmla="*/ 1911 h 6688"/>
                <a:gd name="csX9" fmla="*/ 2866 w 7165"/>
                <a:gd name="csY9" fmla="*/ 0 h 6688"/>
                <a:gd name="csX10" fmla="*/ 3822 w 7165"/>
                <a:gd name="csY10" fmla="*/ 956 h 6688"/>
                <a:gd name="csX11" fmla="*/ 5255 w 7165"/>
                <a:gd name="csY11" fmla="*/ 3344 h 6688"/>
                <a:gd name="csX12" fmla="*/ 6210 w 7165"/>
                <a:gd name="csY12" fmla="*/ 3822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165" h="6688">
                  <a:moveTo>
                    <a:pt x="6210" y="3822"/>
                  </a:moveTo>
                  <a:lnTo>
                    <a:pt x="7166" y="6210"/>
                  </a:lnTo>
                  <a:lnTo>
                    <a:pt x="4777" y="6688"/>
                  </a:lnTo>
                  <a:lnTo>
                    <a:pt x="3822" y="5733"/>
                  </a:lnTo>
                  <a:lnTo>
                    <a:pt x="3344" y="4777"/>
                  </a:lnTo>
                  <a:lnTo>
                    <a:pt x="1433" y="4777"/>
                  </a:lnTo>
                  <a:lnTo>
                    <a:pt x="0" y="3344"/>
                  </a:lnTo>
                  <a:lnTo>
                    <a:pt x="0" y="2866"/>
                  </a:lnTo>
                  <a:lnTo>
                    <a:pt x="1911" y="1911"/>
                  </a:lnTo>
                  <a:lnTo>
                    <a:pt x="2866" y="0"/>
                  </a:lnTo>
                  <a:lnTo>
                    <a:pt x="3822" y="956"/>
                  </a:lnTo>
                  <a:lnTo>
                    <a:pt x="5255" y="3344"/>
                  </a:lnTo>
                  <a:lnTo>
                    <a:pt x="6210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3" name="Freeform 2022">
              <a:extLst>
                <a:ext uri="{FF2B5EF4-FFF2-40B4-BE49-F238E27FC236}">
                  <a16:creationId xmlns:a16="http://schemas.microsoft.com/office/drawing/2014/main" id="{5926B272-44D6-9C29-042C-64941E083FE9}"/>
                </a:ext>
              </a:extLst>
            </p:cNvPr>
            <p:cNvSpPr/>
            <p:nvPr/>
          </p:nvSpPr>
          <p:spPr>
            <a:xfrm>
              <a:off x="6176735" y="3662393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0 w 477"/>
                <a:gd name="csY2" fmla="*/ 956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4" name="Freeform 2023">
              <a:extLst>
                <a:ext uri="{FF2B5EF4-FFF2-40B4-BE49-F238E27FC236}">
                  <a16:creationId xmlns:a16="http://schemas.microsoft.com/office/drawing/2014/main" id="{3735DB33-9782-0A87-18C0-C924740B3782}"/>
                </a:ext>
              </a:extLst>
            </p:cNvPr>
            <p:cNvSpPr/>
            <p:nvPr/>
          </p:nvSpPr>
          <p:spPr>
            <a:xfrm>
              <a:off x="6175302" y="3626564"/>
              <a:ext cx="955" cy="3344"/>
            </a:xfrm>
            <a:custGeom>
              <a:avLst/>
              <a:gdLst>
                <a:gd name="csX0" fmla="*/ 956 w 955"/>
                <a:gd name="csY0" fmla="*/ 0 h 3344"/>
                <a:gd name="csX1" fmla="*/ 956 w 955"/>
                <a:gd name="csY1" fmla="*/ 0 h 3344"/>
                <a:gd name="csX2" fmla="*/ 478 w 955"/>
                <a:gd name="csY2" fmla="*/ 1433 h 3344"/>
                <a:gd name="csX3" fmla="*/ 0 w 955"/>
                <a:gd name="csY3" fmla="*/ 3344 h 3344"/>
                <a:gd name="csX4" fmla="*/ 478 w 955"/>
                <a:gd name="csY4" fmla="*/ 1433 h 3344"/>
                <a:gd name="csX5" fmla="*/ 956 w 955"/>
                <a:gd name="csY5" fmla="*/ 0 h 3344"/>
                <a:gd name="csX6" fmla="*/ 956 w 955"/>
                <a:gd name="csY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3344">
                  <a:moveTo>
                    <a:pt x="956" y="0"/>
                  </a:moveTo>
                  <a:lnTo>
                    <a:pt x="956" y="0"/>
                  </a:lnTo>
                  <a:lnTo>
                    <a:pt x="478" y="1433"/>
                  </a:lnTo>
                  <a:lnTo>
                    <a:pt x="0" y="3344"/>
                  </a:lnTo>
                  <a:lnTo>
                    <a:pt x="478" y="1433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5" name="Freeform 2024">
              <a:extLst>
                <a:ext uri="{FF2B5EF4-FFF2-40B4-BE49-F238E27FC236}">
                  <a16:creationId xmlns:a16="http://schemas.microsoft.com/office/drawing/2014/main" id="{11B65401-430C-1D66-F505-0804126B147B}"/>
                </a:ext>
              </a:extLst>
            </p:cNvPr>
            <p:cNvSpPr/>
            <p:nvPr/>
          </p:nvSpPr>
          <p:spPr>
            <a:xfrm>
              <a:off x="6174824" y="3637551"/>
              <a:ext cx="1433" cy="5255"/>
            </a:xfrm>
            <a:custGeom>
              <a:avLst/>
              <a:gdLst>
                <a:gd name="csX0" fmla="*/ 956 w 1433"/>
                <a:gd name="csY0" fmla="*/ 1433 h 5255"/>
                <a:gd name="csX1" fmla="*/ 1433 w 1433"/>
                <a:gd name="csY1" fmla="*/ 2389 h 5255"/>
                <a:gd name="csX2" fmla="*/ 478 w 1433"/>
                <a:gd name="csY2" fmla="*/ 4777 h 5255"/>
                <a:gd name="csX3" fmla="*/ 956 w 1433"/>
                <a:gd name="csY3" fmla="*/ 5255 h 5255"/>
                <a:gd name="csX4" fmla="*/ 956 w 1433"/>
                <a:gd name="csY4" fmla="*/ 5255 h 5255"/>
                <a:gd name="csX5" fmla="*/ 478 w 1433"/>
                <a:gd name="csY5" fmla="*/ 4777 h 5255"/>
                <a:gd name="csX6" fmla="*/ 1433 w 1433"/>
                <a:gd name="csY6" fmla="*/ 2389 h 5255"/>
                <a:gd name="csX7" fmla="*/ 956 w 1433"/>
                <a:gd name="csY7" fmla="*/ 1433 h 5255"/>
                <a:gd name="csX8" fmla="*/ 0 w 1433"/>
                <a:gd name="csY8" fmla="*/ 0 h 5255"/>
                <a:gd name="csX9" fmla="*/ 956 w 1433"/>
                <a:gd name="csY9" fmla="*/ 1433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33" h="5255">
                  <a:moveTo>
                    <a:pt x="956" y="1433"/>
                  </a:moveTo>
                  <a:lnTo>
                    <a:pt x="1433" y="2389"/>
                  </a:lnTo>
                  <a:lnTo>
                    <a:pt x="478" y="4777"/>
                  </a:lnTo>
                  <a:lnTo>
                    <a:pt x="956" y="5255"/>
                  </a:lnTo>
                  <a:lnTo>
                    <a:pt x="956" y="5255"/>
                  </a:lnTo>
                  <a:lnTo>
                    <a:pt x="478" y="4777"/>
                  </a:lnTo>
                  <a:lnTo>
                    <a:pt x="1433" y="2389"/>
                  </a:lnTo>
                  <a:lnTo>
                    <a:pt x="956" y="1433"/>
                  </a:lnTo>
                  <a:lnTo>
                    <a:pt x="0" y="0"/>
                  </a:lnTo>
                  <a:lnTo>
                    <a:pt x="95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6" name="Freeform 2025">
              <a:extLst>
                <a:ext uri="{FF2B5EF4-FFF2-40B4-BE49-F238E27FC236}">
                  <a16:creationId xmlns:a16="http://schemas.microsoft.com/office/drawing/2014/main" id="{348DC3CE-F559-48AD-62F8-3D4FE39AEF37}"/>
                </a:ext>
              </a:extLst>
            </p:cNvPr>
            <p:cNvSpPr/>
            <p:nvPr/>
          </p:nvSpPr>
          <p:spPr>
            <a:xfrm>
              <a:off x="6174824" y="3621309"/>
              <a:ext cx="477" cy="2866"/>
            </a:xfrm>
            <a:custGeom>
              <a:avLst/>
              <a:gdLst>
                <a:gd name="csX0" fmla="*/ 0 w 477"/>
                <a:gd name="csY0" fmla="*/ 0 h 2866"/>
                <a:gd name="csX1" fmla="*/ 478 w 477"/>
                <a:gd name="csY1" fmla="*/ 1433 h 2866"/>
                <a:gd name="csX2" fmla="*/ 478 w 477"/>
                <a:gd name="csY2" fmla="*/ 2866 h 2866"/>
                <a:gd name="csX3" fmla="*/ 478 w 477"/>
                <a:gd name="csY3" fmla="*/ 1433 h 2866"/>
                <a:gd name="csX4" fmla="*/ 0 w 477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866">
                  <a:moveTo>
                    <a:pt x="0" y="0"/>
                  </a:moveTo>
                  <a:lnTo>
                    <a:pt x="478" y="1433"/>
                  </a:lnTo>
                  <a:lnTo>
                    <a:pt x="478" y="2866"/>
                  </a:lnTo>
                  <a:lnTo>
                    <a:pt x="478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7" name="Freeform 2026">
              <a:extLst>
                <a:ext uri="{FF2B5EF4-FFF2-40B4-BE49-F238E27FC236}">
                  <a16:creationId xmlns:a16="http://schemas.microsoft.com/office/drawing/2014/main" id="{56CA758B-D6C6-878A-53E0-95A58C5323FA}"/>
                </a:ext>
              </a:extLst>
            </p:cNvPr>
            <p:cNvSpPr/>
            <p:nvPr/>
          </p:nvSpPr>
          <p:spPr>
            <a:xfrm>
              <a:off x="6173391" y="3629908"/>
              <a:ext cx="1910" cy="3821"/>
            </a:xfrm>
            <a:custGeom>
              <a:avLst/>
              <a:gdLst>
                <a:gd name="csX0" fmla="*/ 1911 w 1910"/>
                <a:gd name="csY0" fmla="*/ 0 h 3821"/>
                <a:gd name="csX1" fmla="*/ 1433 w 1910"/>
                <a:gd name="csY1" fmla="*/ 1911 h 3821"/>
                <a:gd name="csX2" fmla="*/ 0 w 1910"/>
                <a:gd name="csY2" fmla="*/ 3822 h 3821"/>
                <a:gd name="csX3" fmla="*/ 1433 w 1910"/>
                <a:gd name="csY3" fmla="*/ 1911 h 3821"/>
                <a:gd name="csX4" fmla="*/ 1911 w 1910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3821">
                  <a:moveTo>
                    <a:pt x="1911" y="0"/>
                  </a:moveTo>
                  <a:lnTo>
                    <a:pt x="1433" y="1911"/>
                  </a:lnTo>
                  <a:lnTo>
                    <a:pt x="0" y="3822"/>
                  </a:lnTo>
                  <a:lnTo>
                    <a:pt x="1433" y="1911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8" name="Freeform 2027">
              <a:extLst>
                <a:ext uri="{FF2B5EF4-FFF2-40B4-BE49-F238E27FC236}">
                  <a16:creationId xmlns:a16="http://schemas.microsoft.com/office/drawing/2014/main" id="{AD34ADC6-E332-1AFE-DB88-44E81A05858B}"/>
                </a:ext>
              </a:extLst>
            </p:cNvPr>
            <p:cNvSpPr/>
            <p:nvPr/>
          </p:nvSpPr>
          <p:spPr>
            <a:xfrm>
              <a:off x="6160015" y="3121126"/>
              <a:ext cx="13853" cy="58282"/>
            </a:xfrm>
            <a:custGeom>
              <a:avLst/>
              <a:gdLst>
                <a:gd name="csX0" fmla="*/ 13854 w 13853"/>
                <a:gd name="csY0" fmla="*/ 12421 h 58282"/>
                <a:gd name="csX1" fmla="*/ 13854 w 13853"/>
                <a:gd name="csY1" fmla="*/ 14809 h 58282"/>
                <a:gd name="csX2" fmla="*/ 13376 w 13853"/>
                <a:gd name="csY2" fmla="*/ 17198 h 58282"/>
                <a:gd name="csX3" fmla="*/ 12421 w 13853"/>
                <a:gd name="csY3" fmla="*/ 21498 h 58282"/>
                <a:gd name="csX4" fmla="*/ 10988 w 13853"/>
                <a:gd name="csY4" fmla="*/ 36785 h 58282"/>
                <a:gd name="csX5" fmla="*/ 10032 w 13853"/>
                <a:gd name="csY5" fmla="*/ 38218 h 58282"/>
                <a:gd name="csX6" fmla="*/ 8121 w 13853"/>
                <a:gd name="csY6" fmla="*/ 42040 h 58282"/>
                <a:gd name="csX7" fmla="*/ 3822 w 13853"/>
                <a:gd name="csY7" fmla="*/ 52072 h 58282"/>
                <a:gd name="csX8" fmla="*/ 0 w 13853"/>
                <a:gd name="csY8" fmla="*/ 58283 h 58282"/>
                <a:gd name="csX9" fmla="*/ 3344 w 13853"/>
                <a:gd name="csY9" fmla="*/ 52072 h 58282"/>
                <a:gd name="csX10" fmla="*/ 8121 w 13853"/>
                <a:gd name="csY10" fmla="*/ 42040 h 58282"/>
                <a:gd name="csX11" fmla="*/ 9555 w 13853"/>
                <a:gd name="csY11" fmla="*/ 38218 h 58282"/>
                <a:gd name="csX12" fmla="*/ 10988 w 13853"/>
                <a:gd name="csY12" fmla="*/ 36785 h 58282"/>
                <a:gd name="csX13" fmla="*/ 11943 w 13853"/>
                <a:gd name="csY13" fmla="*/ 21498 h 58282"/>
                <a:gd name="csX14" fmla="*/ 12898 w 13853"/>
                <a:gd name="csY14" fmla="*/ 17198 h 58282"/>
                <a:gd name="csX15" fmla="*/ 13854 w 13853"/>
                <a:gd name="csY15" fmla="*/ 14809 h 58282"/>
                <a:gd name="csX16" fmla="*/ 13854 w 13853"/>
                <a:gd name="csY16" fmla="*/ 12899 h 58282"/>
                <a:gd name="csX17" fmla="*/ 13376 w 13853"/>
                <a:gd name="csY17" fmla="*/ 8599 h 58282"/>
                <a:gd name="csX18" fmla="*/ 11943 w 13853"/>
                <a:gd name="csY18" fmla="*/ 0 h 58282"/>
                <a:gd name="csX19" fmla="*/ 11943 w 13853"/>
                <a:gd name="csY19" fmla="*/ 0 h 58282"/>
                <a:gd name="csX20" fmla="*/ 13376 w 13853"/>
                <a:gd name="csY20" fmla="*/ 8599 h 58282"/>
                <a:gd name="csX21" fmla="*/ 13854 w 13853"/>
                <a:gd name="csY21" fmla="*/ 12421 h 582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3853" h="58282">
                  <a:moveTo>
                    <a:pt x="13854" y="12421"/>
                  </a:moveTo>
                  <a:lnTo>
                    <a:pt x="13854" y="14809"/>
                  </a:lnTo>
                  <a:lnTo>
                    <a:pt x="13376" y="17198"/>
                  </a:lnTo>
                  <a:lnTo>
                    <a:pt x="12421" y="21498"/>
                  </a:lnTo>
                  <a:lnTo>
                    <a:pt x="10988" y="36785"/>
                  </a:lnTo>
                  <a:lnTo>
                    <a:pt x="10032" y="38218"/>
                  </a:lnTo>
                  <a:lnTo>
                    <a:pt x="8121" y="42040"/>
                  </a:lnTo>
                  <a:lnTo>
                    <a:pt x="3822" y="52072"/>
                  </a:lnTo>
                  <a:lnTo>
                    <a:pt x="0" y="58283"/>
                  </a:lnTo>
                  <a:lnTo>
                    <a:pt x="3344" y="52072"/>
                  </a:lnTo>
                  <a:lnTo>
                    <a:pt x="8121" y="42040"/>
                  </a:lnTo>
                  <a:lnTo>
                    <a:pt x="9555" y="38218"/>
                  </a:lnTo>
                  <a:lnTo>
                    <a:pt x="10988" y="36785"/>
                  </a:lnTo>
                  <a:lnTo>
                    <a:pt x="11943" y="21498"/>
                  </a:lnTo>
                  <a:lnTo>
                    <a:pt x="12898" y="17198"/>
                  </a:lnTo>
                  <a:lnTo>
                    <a:pt x="13854" y="14809"/>
                  </a:lnTo>
                  <a:lnTo>
                    <a:pt x="13854" y="12899"/>
                  </a:lnTo>
                  <a:lnTo>
                    <a:pt x="13376" y="8599"/>
                  </a:lnTo>
                  <a:lnTo>
                    <a:pt x="11943" y="0"/>
                  </a:lnTo>
                  <a:lnTo>
                    <a:pt x="11943" y="0"/>
                  </a:lnTo>
                  <a:lnTo>
                    <a:pt x="13376" y="8599"/>
                  </a:lnTo>
                  <a:lnTo>
                    <a:pt x="13854" y="124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9" name="Freeform 2028">
              <a:extLst>
                <a:ext uri="{FF2B5EF4-FFF2-40B4-BE49-F238E27FC236}">
                  <a16:creationId xmlns:a16="http://schemas.microsoft.com/office/drawing/2014/main" id="{DF8B3B87-F96C-C659-1E83-B3C5D2381D5F}"/>
                </a:ext>
              </a:extLst>
            </p:cNvPr>
            <p:cNvSpPr/>
            <p:nvPr/>
          </p:nvSpPr>
          <p:spPr>
            <a:xfrm>
              <a:off x="5936915" y="4481222"/>
              <a:ext cx="236953" cy="175804"/>
            </a:xfrm>
            <a:custGeom>
              <a:avLst/>
              <a:gdLst>
                <a:gd name="csX0" fmla="*/ 236954 w 236953"/>
                <a:gd name="csY0" fmla="*/ 32008 h 175804"/>
                <a:gd name="csX1" fmla="*/ 236954 w 236953"/>
                <a:gd name="csY1" fmla="*/ 32963 h 175804"/>
                <a:gd name="csX2" fmla="*/ 236954 w 236953"/>
                <a:gd name="csY2" fmla="*/ 35352 h 175804"/>
                <a:gd name="csX3" fmla="*/ 236476 w 236953"/>
                <a:gd name="csY3" fmla="*/ 38218 h 175804"/>
                <a:gd name="csX4" fmla="*/ 235521 w 236953"/>
                <a:gd name="csY4" fmla="*/ 39651 h 175804"/>
                <a:gd name="csX5" fmla="*/ 235998 w 236953"/>
                <a:gd name="csY5" fmla="*/ 42518 h 175804"/>
                <a:gd name="csX6" fmla="*/ 235998 w 236953"/>
                <a:gd name="csY6" fmla="*/ 43473 h 175804"/>
                <a:gd name="csX7" fmla="*/ 235521 w 236953"/>
                <a:gd name="csY7" fmla="*/ 44429 h 175804"/>
                <a:gd name="csX8" fmla="*/ 234087 w 236953"/>
                <a:gd name="csY8" fmla="*/ 44906 h 175804"/>
                <a:gd name="csX9" fmla="*/ 232654 w 236953"/>
                <a:gd name="csY9" fmla="*/ 45862 h 175804"/>
                <a:gd name="csX10" fmla="*/ 228355 w 236953"/>
                <a:gd name="csY10" fmla="*/ 48251 h 175804"/>
                <a:gd name="csX11" fmla="*/ 227399 w 236953"/>
                <a:gd name="csY11" fmla="*/ 48728 h 175804"/>
                <a:gd name="csX12" fmla="*/ 225488 w 236953"/>
                <a:gd name="csY12" fmla="*/ 48728 h 175804"/>
                <a:gd name="csX13" fmla="*/ 224055 w 236953"/>
                <a:gd name="csY13" fmla="*/ 49206 h 175804"/>
                <a:gd name="csX14" fmla="*/ 222144 w 236953"/>
                <a:gd name="csY14" fmla="*/ 50639 h 175804"/>
                <a:gd name="csX15" fmla="*/ 218322 w 236953"/>
                <a:gd name="csY15" fmla="*/ 55894 h 175804"/>
                <a:gd name="csX16" fmla="*/ 215456 w 236953"/>
                <a:gd name="csY16" fmla="*/ 60671 h 175804"/>
                <a:gd name="csX17" fmla="*/ 214023 w 236953"/>
                <a:gd name="csY17" fmla="*/ 64493 h 175804"/>
                <a:gd name="csX18" fmla="*/ 213067 w 236953"/>
                <a:gd name="csY18" fmla="*/ 68793 h 175804"/>
                <a:gd name="csX19" fmla="*/ 210201 w 236953"/>
                <a:gd name="csY19" fmla="*/ 71182 h 175804"/>
                <a:gd name="csX20" fmla="*/ 209723 w 236953"/>
                <a:gd name="csY20" fmla="*/ 72615 h 175804"/>
                <a:gd name="csX21" fmla="*/ 209245 w 236953"/>
                <a:gd name="csY21" fmla="*/ 73093 h 175804"/>
                <a:gd name="csX22" fmla="*/ 209245 w 236953"/>
                <a:gd name="csY22" fmla="*/ 75003 h 175804"/>
                <a:gd name="csX23" fmla="*/ 209245 w 236953"/>
                <a:gd name="csY23" fmla="*/ 78347 h 175804"/>
                <a:gd name="csX24" fmla="*/ 208768 w 236953"/>
                <a:gd name="csY24" fmla="*/ 79781 h 175804"/>
                <a:gd name="csX25" fmla="*/ 208290 w 236953"/>
                <a:gd name="csY25" fmla="*/ 80258 h 175804"/>
                <a:gd name="csX26" fmla="*/ 204946 w 236953"/>
                <a:gd name="csY26" fmla="*/ 81214 h 175804"/>
                <a:gd name="csX27" fmla="*/ 203035 w 236953"/>
                <a:gd name="csY27" fmla="*/ 82169 h 175804"/>
                <a:gd name="csX28" fmla="*/ 202079 w 236953"/>
                <a:gd name="csY28" fmla="*/ 84558 h 175804"/>
                <a:gd name="csX29" fmla="*/ 201602 w 236953"/>
                <a:gd name="csY29" fmla="*/ 86947 h 175804"/>
                <a:gd name="csX30" fmla="*/ 201124 w 236953"/>
                <a:gd name="csY30" fmla="*/ 89813 h 175804"/>
                <a:gd name="csX31" fmla="*/ 200646 w 236953"/>
                <a:gd name="csY31" fmla="*/ 92202 h 175804"/>
                <a:gd name="csX32" fmla="*/ 200168 w 236953"/>
                <a:gd name="csY32" fmla="*/ 93157 h 175804"/>
                <a:gd name="csX33" fmla="*/ 199213 w 236953"/>
                <a:gd name="csY33" fmla="*/ 94590 h 175804"/>
                <a:gd name="csX34" fmla="*/ 197780 w 236953"/>
                <a:gd name="csY34" fmla="*/ 96024 h 175804"/>
                <a:gd name="csX35" fmla="*/ 196347 w 236953"/>
                <a:gd name="csY35" fmla="*/ 96979 h 175804"/>
                <a:gd name="csX36" fmla="*/ 193003 w 236953"/>
                <a:gd name="csY36" fmla="*/ 97457 h 175804"/>
                <a:gd name="csX37" fmla="*/ 193003 w 236953"/>
                <a:gd name="csY37" fmla="*/ 97457 h 175804"/>
                <a:gd name="csX38" fmla="*/ 191092 w 236953"/>
                <a:gd name="csY38" fmla="*/ 100801 h 175804"/>
                <a:gd name="csX39" fmla="*/ 189659 w 236953"/>
                <a:gd name="csY39" fmla="*/ 103189 h 175804"/>
                <a:gd name="csX40" fmla="*/ 189181 w 236953"/>
                <a:gd name="csY40" fmla="*/ 104145 h 175804"/>
                <a:gd name="csX41" fmla="*/ 187748 w 236953"/>
                <a:gd name="csY41" fmla="*/ 109400 h 175804"/>
                <a:gd name="csX42" fmla="*/ 185359 w 236953"/>
                <a:gd name="csY42" fmla="*/ 113222 h 175804"/>
                <a:gd name="csX43" fmla="*/ 184881 w 236953"/>
                <a:gd name="csY43" fmla="*/ 114655 h 175804"/>
                <a:gd name="csX44" fmla="*/ 184881 w 236953"/>
                <a:gd name="csY44" fmla="*/ 115610 h 175804"/>
                <a:gd name="csX45" fmla="*/ 182015 w 236953"/>
                <a:gd name="csY45" fmla="*/ 119432 h 175804"/>
                <a:gd name="csX46" fmla="*/ 181059 w 236953"/>
                <a:gd name="csY46" fmla="*/ 120388 h 175804"/>
                <a:gd name="csX47" fmla="*/ 180104 w 236953"/>
                <a:gd name="csY47" fmla="*/ 121821 h 175804"/>
                <a:gd name="csX48" fmla="*/ 181059 w 236953"/>
                <a:gd name="csY48" fmla="*/ 122776 h 175804"/>
                <a:gd name="csX49" fmla="*/ 182015 w 236953"/>
                <a:gd name="csY49" fmla="*/ 124210 h 175804"/>
                <a:gd name="csX50" fmla="*/ 182015 w 236953"/>
                <a:gd name="csY50" fmla="*/ 124210 h 175804"/>
                <a:gd name="csX51" fmla="*/ 180582 w 236953"/>
                <a:gd name="csY51" fmla="*/ 125643 h 175804"/>
                <a:gd name="csX52" fmla="*/ 178193 w 236953"/>
                <a:gd name="csY52" fmla="*/ 127554 h 175804"/>
                <a:gd name="csX53" fmla="*/ 176282 w 236953"/>
                <a:gd name="csY53" fmla="*/ 128509 h 175804"/>
                <a:gd name="csX54" fmla="*/ 176282 w 236953"/>
                <a:gd name="csY54" fmla="*/ 128509 h 175804"/>
                <a:gd name="csX55" fmla="*/ 176282 w 236953"/>
                <a:gd name="csY55" fmla="*/ 128987 h 175804"/>
                <a:gd name="csX56" fmla="*/ 175804 w 236953"/>
                <a:gd name="csY56" fmla="*/ 131853 h 175804"/>
                <a:gd name="csX57" fmla="*/ 175327 w 236953"/>
                <a:gd name="csY57" fmla="*/ 132809 h 175804"/>
                <a:gd name="csX58" fmla="*/ 174371 w 236953"/>
                <a:gd name="csY58" fmla="*/ 133764 h 175804"/>
                <a:gd name="csX59" fmla="*/ 172938 w 236953"/>
                <a:gd name="csY59" fmla="*/ 135197 h 175804"/>
                <a:gd name="csX60" fmla="*/ 171505 w 236953"/>
                <a:gd name="csY60" fmla="*/ 136153 h 175804"/>
                <a:gd name="csX61" fmla="*/ 169594 w 236953"/>
                <a:gd name="csY61" fmla="*/ 136631 h 175804"/>
                <a:gd name="csX62" fmla="*/ 168161 w 236953"/>
                <a:gd name="csY62" fmla="*/ 136631 h 175804"/>
                <a:gd name="csX63" fmla="*/ 167205 w 236953"/>
                <a:gd name="csY63" fmla="*/ 136631 h 175804"/>
                <a:gd name="csX64" fmla="*/ 166727 w 236953"/>
                <a:gd name="csY64" fmla="*/ 135675 h 175804"/>
                <a:gd name="csX65" fmla="*/ 165772 w 236953"/>
                <a:gd name="csY65" fmla="*/ 131853 h 175804"/>
                <a:gd name="csX66" fmla="*/ 165294 w 236953"/>
                <a:gd name="csY66" fmla="*/ 131376 h 175804"/>
                <a:gd name="csX67" fmla="*/ 165294 w 236953"/>
                <a:gd name="csY67" fmla="*/ 131376 h 175804"/>
                <a:gd name="csX68" fmla="*/ 165294 w 236953"/>
                <a:gd name="csY68" fmla="*/ 131376 h 175804"/>
                <a:gd name="csX69" fmla="*/ 163861 w 236953"/>
                <a:gd name="csY69" fmla="*/ 130420 h 175804"/>
                <a:gd name="csX70" fmla="*/ 161950 w 236953"/>
                <a:gd name="csY70" fmla="*/ 128509 h 175804"/>
                <a:gd name="csX71" fmla="*/ 160039 w 236953"/>
                <a:gd name="csY71" fmla="*/ 126598 h 175804"/>
                <a:gd name="csX72" fmla="*/ 157173 w 236953"/>
                <a:gd name="csY72" fmla="*/ 125643 h 175804"/>
                <a:gd name="csX73" fmla="*/ 156695 w 236953"/>
                <a:gd name="csY73" fmla="*/ 125643 h 175804"/>
                <a:gd name="csX74" fmla="*/ 156218 w 236953"/>
                <a:gd name="csY74" fmla="*/ 125643 h 175804"/>
                <a:gd name="csX75" fmla="*/ 156218 w 236953"/>
                <a:gd name="csY75" fmla="*/ 125643 h 175804"/>
                <a:gd name="csX76" fmla="*/ 155262 w 236953"/>
                <a:gd name="csY76" fmla="*/ 128031 h 175804"/>
                <a:gd name="csX77" fmla="*/ 154784 w 236953"/>
                <a:gd name="csY77" fmla="*/ 128509 h 175804"/>
                <a:gd name="csX78" fmla="*/ 153351 w 236953"/>
                <a:gd name="csY78" fmla="*/ 128987 h 175804"/>
                <a:gd name="csX79" fmla="*/ 150962 w 236953"/>
                <a:gd name="csY79" fmla="*/ 128987 h 175804"/>
                <a:gd name="csX80" fmla="*/ 149052 w 236953"/>
                <a:gd name="csY80" fmla="*/ 128509 h 175804"/>
                <a:gd name="csX81" fmla="*/ 149052 w 236953"/>
                <a:gd name="csY81" fmla="*/ 128031 h 175804"/>
                <a:gd name="csX82" fmla="*/ 148574 w 236953"/>
                <a:gd name="csY82" fmla="*/ 127076 h 175804"/>
                <a:gd name="csX83" fmla="*/ 148096 w 236953"/>
                <a:gd name="csY83" fmla="*/ 126598 h 175804"/>
                <a:gd name="csX84" fmla="*/ 145707 w 236953"/>
                <a:gd name="csY84" fmla="*/ 128031 h 175804"/>
                <a:gd name="csX85" fmla="*/ 142841 w 236953"/>
                <a:gd name="csY85" fmla="*/ 129942 h 175804"/>
                <a:gd name="csX86" fmla="*/ 141408 w 236953"/>
                <a:gd name="csY86" fmla="*/ 130420 h 175804"/>
                <a:gd name="csX87" fmla="*/ 140930 w 236953"/>
                <a:gd name="csY87" fmla="*/ 130898 h 175804"/>
                <a:gd name="csX88" fmla="*/ 140930 w 236953"/>
                <a:gd name="csY88" fmla="*/ 130898 h 175804"/>
                <a:gd name="csX89" fmla="*/ 139497 w 236953"/>
                <a:gd name="csY89" fmla="*/ 132809 h 175804"/>
                <a:gd name="csX90" fmla="*/ 138542 w 236953"/>
                <a:gd name="csY90" fmla="*/ 135197 h 175804"/>
                <a:gd name="csX91" fmla="*/ 136631 w 236953"/>
                <a:gd name="csY91" fmla="*/ 136153 h 175804"/>
                <a:gd name="csX92" fmla="*/ 135197 w 236953"/>
                <a:gd name="csY92" fmla="*/ 137108 h 175804"/>
                <a:gd name="csX93" fmla="*/ 134242 w 236953"/>
                <a:gd name="csY93" fmla="*/ 138064 h 175804"/>
                <a:gd name="csX94" fmla="*/ 132809 w 236953"/>
                <a:gd name="csY94" fmla="*/ 139019 h 175804"/>
                <a:gd name="csX95" fmla="*/ 129942 w 236953"/>
                <a:gd name="csY95" fmla="*/ 141408 h 175804"/>
                <a:gd name="csX96" fmla="*/ 126598 w 236953"/>
                <a:gd name="csY96" fmla="*/ 144752 h 175804"/>
                <a:gd name="csX97" fmla="*/ 126598 w 236953"/>
                <a:gd name="csY97" fmla="*/ 144752 h 175804"/>
                <a:gd name="csX98" fmla="*/ 125165 w 236953"/>
                <a:gd name="csY98" fmla="*/ 146185 h 175804"/>
                <a:gd name="csX99" fmla="*/ 124210 w 236953"/>
                <a:gd name="csY99" fmla="*/ 148574 h 175804"/>
                <a:gd name="csX100" fmla="*/ 123254 w 236953"/>
                <a:gd name="csY100" fmla="*/ 151440 h 175804"/>
                <a:gd name="csX101" fmla="*/ 122299 w 236953"/>
                <a:gd name="csY101" fmla="*/ 154307 h 175804"/>
                <a:gd name="csX102" fmla="*/ 121343 w 236953"/>
                <a:gd name="csY102" fmla="*/ 159084 h 175804"/>
                <a:gd name="csX103" fmla="*/ 119432 w 236953"/>
                <a:gd name="csY103" fmla="*/ 161950 h 175804"/>
                <a:gd name="csX104" fmla="*/ 117999 w 236953"/>
                <a:gd name="csY104" fmla="*/ 164339 h 175804"/>
                <a:gd name="csX105" fmla="*/ 117044 w 236953"/>
                <a:gd name="csY105" fmla="*/ 165772 h 175804"/>
                <a:gd name="csX106" fmla="*/ 116566 w 236953"/>
                <a:gd name="csY106" fmla="*/ 167205 h 175804"/>
                <a:gd name="csX107" fmla="*/ 116088 w 236953"/>
                <a:gd name="csY107" fmla="*/ 167205 h 175804"/>
                <a:gd name="csX108" fmla="*/ 115611 w 236953"/>
                <a:gd name="csY108" fmla="*/ 167683 h 175804"/>
                <a:gd name="csX109" fmla="*/ 114177 w 236953"/>
                <a:gd name="csY109" fmla="*/ 167683 h 175804"/>
                <a:gd name="csX110" fmla="*/ 113222 w 236953"/>
                <a:gd name="csY110" fmla="*/ 166250 h 175804"/>
                <a:gd name="csX111" fmla="*/ 112266 w 236953"/>
                <a:gd name="csY111" fmla="*/ 166250 h 175804"/>
                <a:gd name="csX112" fmla="*/ 110355 w 236953"/>
                <a:gd name="csY112" fmla="*/ 164339 h 175804"/>
                <a:gd name="csX113" fmla="*/ 110355 w 236953"/>
                <a:gd name="csY113" fmla="*/ 164339 h 175804"/>
                <a:gd name="csX114" fmla="*/ 111789 w 236953"/>
                <a:gd name="csY114" fmla="*/ 169116 h 175804"/>
                <a:gd name="csX115" fmla="*/ 111311 w 236953"/>
                <a:gd name="csY115" fmla="*/ 171027 h 175804"/>
                <a:gd name="csX116" fmla="*/ 106056 w 236953"/>
                <a:gd name="csY116" fmla="*/ 171027 h 175804"/>
                <a:gd name="csX117" fmla="*/ 101756 w 236953"/>
                <a:gd name="csY117" fmla="*/ 171505 h 175804"/>
                <a:gd name="csX118" fmla="*/ 98412 w 236953"/>
                <a:gd name="csY118" fmla="*/ 171505 h 175804"/>
                <a:gd name="csX119" fmla="*/ 96979 w 236953"/>
                <a:gd name="csY119" fmla="*/ 171027 h 175804"/>
                <a:gd name="csX120" fmla="*/ 96024 w 236953"/>
                <a:gd name="csY120" fmla="*/ 169116 h 175804"/>
                <a:gd name="csX121" fmla="*/ 96024 w 236953"/>
                <a:gd name="csY121" fmla="*/ 169116 h 175804"/>
                <a:gd name="csX122" fmla="*/ 95546 w 236953"/>
                <a:gd name="csY122" fmla="*/ 170072 h 175804"/>
                <a:gd name="csX123" fmla="*/ 94590 w 236953"/>
                <a:gd name="csY123" fmla="*/ 171027 h 175804"/>
                <a:gd name="csX124" fmla="*/ 91246 w 236953"/>
                <a:gd name="csY124" fmla="*/ 171027 h 175804"/>
                <a:gd name="csX125" fmla="*/ 89813 w 236953"/>
                <a:gd name="csY125" fmla="*/ 170072 h 175804"/>
                <a:gd name="csX126" fmla="*/ 88380 w 236953"/>
                <a:gd name="csY126" fmla="*/ 168638 h 175804"/>
                <a:gd name="csX127" fmla="*/ 87424 w 236953"/>
                <a:gd name="csY127" fmla="*/ 168161 h 175804"/>
                <a:gd name="csX128" fmla="*/ 87424 w 236953"/>
                <a:gd name="csY128" fmla="*/ 168638 h 175804"/>
                <a:gd name="csX129" fmla="*/ 88858 w 236953"/>
                <a:gd name="csY129" fmla="*/ 170072 h 175804"/>
                <a:gd name="csX130" fmla="*/ 88858 w 236953"/>
                <a:gd name="csY130" fmla="*/ 171505 h 175804"/>
                <a:gd name="csX131" fmla="*/ 85991 w 236953"/>
                <a:gd name="csY131" fmla="*/ 173893 h 175804"/>
                <a:gd name="csX132" fmla="*/ 84080 w 236953"/>
                <a:gd name="csY132" fmla="*/ 173893 h 175804"/>
                <a:gd name="csX133" fmla="*/ 83125 w 236953"/>
                <a:gd name="csY133" fmla="*/ 172938 h 175804"/>
                <a:gd name="csX134" fmla="*/ 82647 w 236953"/>
                <a:gd name="csY134" fmla="*/ 171505 h 175804"/>
                <a:gd name="csX135" fmla="*/ 82170 w 236953"/>
                <a:gd name="csY135" fmla="*/ 169116 h 175804"/>
                <a:gd name="csX136" fmla="*/ 81692 w 236953"/>
                <a:gd name="csY136" fmla="*/ 167683 h 175804"/>
                <a:gd name="csX137" fmla="*/ 81214 w 236953"/>
                <a:gd name="csY137" fmla="*/ 167683 h 175804"/>
                <a:gd name="csX138" fmla="*/ 81214 w 236953"/>
                <a:gd name="csY138" fmla="*/ 169116 h 175804"/>
                <a:gd name="csX139" fmla="*/ 81692 w 236953"/>
                <a:gd name="csY139" fmla="*/ 170072 h 175804"/>
                <a:gd name="csX140" fmla="*/ 81692 w 236953"/>
                <a:gd name="csY140" fmla="*/ 172460 h 175804"/>
                <a:gd name="csX141" fmla="*/ 82647 w 236953"/>
                <a:gd name="csY141" fmla="*/ 174371 h 175804"/>
                <a:gd name="csX142" fmla="*/ 80736 w 236953"/>
                <a:gd name="csY142" fmla="*/ 174849 h 175804"/>
                <a:gd name="csX143" fmla="*/ 79781 w 236953"/>
                <a:gd name="csY143" fmla="*/ 174849 h 175804"/>
                <a:gd name="csX144" fmla="*/ 78347 w 236953"/>
                <a:gd name="csY144" fmla="*/ 174849 h 175804"/>
                <a:gd name="csX145" fmla="*/ 77870 w 236953"/>
                <a:gd name="csY145" fmla="*/ 174371 h 175804"/>
                <a:gd name="csX146" fmla="*/ 77870 w 236953"/>
                <a:gd name="csY146" fmla="*/ 172938 h 175804"/>
                <a:gd name="csX147" fmla="*/ 77392 w 236953"/>
                <a:gd name="csY147" fmla="*/ 172460 h 175804"/>
                <a:gd name="csX148" fmla="*/ 76914 w 236953"/>
                <a:gd name="csY148" fmla="*/ 174849 h 175804"/>
                <a:gd name="csX149" fmla="*/ 75959 w 236953"/>
                <a:gd name="csY149" fmla="*/ 174849 h 175804"/>
                <a:gd name="csX150" fmla="*/ 75004 w 236953"/>
                <a:gd name="csY150" fmla="*/ 174849 h 175804"/>
                <a:gd name="csX151" fmla="*/ 71659 w 236953"/>
                <a:gd name="csY151" fmla="*/ 175326 h 175804"/>
                <a:gd name="csX152" fmla="*/ 71182 w 236953"/>
                <a:gd name="csY152" fmla="*/ 175326 h 175804"/>
                <a:gd name="csX153" fmla="*/ 70704 w 236953"/>
                <a:gd name="csY153" fmla="*/ 174849 h 175804"/>
                <a:gd name="csX154" fmla="*/ 71182 w 236953"/>
                <a:gd name="csY154" fmla="*/ 174371 h 175804"/>
                <a:gd name="csX155" fmla="*/ 71182 w 236953"/>
                <a:gd name="csY155" fmla="*/ 172938 h 175804"/>
                <a:gd name="csX156" fmla="*/ 70226 w 236953"/>
                <a:gd name="csY156" fmla="*/ 173893 h 175804"/>
                <a:gd name="csX157" fmla="*/ 69748 w 236953"/>
                <a:gd name="csY157" fmla="*/ 175804 h 175804"/>
                <a:gd name="csX158" fmla="*/ 69271 w 236953"/>
                <a:gd name="csY158" fmla="*/ 175804 h 175804"/>
                <a:gd name="csX159" fmla="*/ 67360 w 236953"/>
                <a:gd name="csY159" fmla="*/ 175804 h 175804"/>
                <a:gd name="csX160" fmla="*/ 65449 w 236953"/>
                <a:gd name="csY160" fmla="*/ 174849 h 175804"/>
                <a:gd name="csX161" fmla="*/ 64016 w 236953"/>
                <a:gd name="csY161" fmla="*/ 173893 h 175804"/>
                <a:gd name="csX162" fmla="*/ 61627 w 236953"/>
                <a:gd name="csY162" fmla="*/ 172938 h 175804"/>
                <a:gd name="csX163" fmla="*/ 57805 w 236953"/>
                <a:gd name="csY163" fmla="*/ 169116 h 175804"/>
                <a:gd name="csX164" fmla="*/ 56850 w 236953"/>
                <a:gd name="csY164" fmla="*/ 167683 h 175804"/>
                <a:gd name="csX165" fmla="*/ 55894 w 236953"/>
                <a:gd name="csY165" fmla="*/ 165772 h 175804"/>
                <a:gd name="csX166" fmla="*/ 54939 w 236953"/>
                <a:gd name="csY166" fmla="*/ 163861 h 175804"/>
                <a:gd name="csX167" fmla="*/ 53506 w 236953"/>
                <a:gd name="csY167" fmla="*/ 160517 h 175804"/>
                <a:gd name="csX168" fmla="*/ 53983 w 236953"/>
                <a:gd name="csY168" fmla="*/ 160517 h 175804"/>
                <a:gd name="csX169" fmla="*/ 54939 w 236953"/>
                <a:gd name="csY169" fmla="*/ 160517 h 175804"/>
                <a:gd name="csX170" fmla="*/ 55416 w 236953"/>
                <a:gd name="csY170" fmla="*/ 160039 h 175804"/>
                <a:gd name="csX171" fmla="*/ 53506 w 236953"/>
                <a:gd name="csY171" fmla="*/ 159561 h 175804"/>
                <a:gd name="csX172" fmla="*/ 53506 w 236953"/>
                <a:gd name="csY172" fmla="*/ 159561 h 175804"/>
                <a:gd name="csX173" fmla="*/ 53028 w 236953"/>
                <a:gd name="csY173" fmla="*/ 158128 h 175804"/>
                <a:gd name="csX174" fmla="*/ 53506 w 236953"/>
                <a:gd name="csY174" fmla="*/ 156695 h 175804"/>
                <a:gd name="csX175" fmla="*/ 54939 w 236953"/>
                <a:gd name="csY175" fmla="*/ 156217 h 175804"/>
                <a:gd name="csX176" fmla="*/ 55894 w 236953"/>
                <a:gd name="csY176" fmla="*/ 156217 h 175804"/>
                <a:gd name="csX177" fmla="*/ 56372 w 236953"/>
                <a:gd name="csY177" fmla="*/ 155262 h 175804"/>
                <a:gd name="csX178" fmla="*/ 56850 w 236953"/>
                <a:gd name="csY178" fmla="*/ 154307 h 175804"/>
                <a:gd name="csX179" fmla="*/ 53506 w 236953"/>
                <a:gd name="csY179" fmla="*/ 155740 h 175804"/>
                <a:gd name="csX180" fmla="*/ 50639 w 236953"/>
                <a:gd name="csY180" fmla="*/ 154307 h 175804"/>
                <a:gd name="csX181" fmla="*/ 50162 w 236953"/>
                <a:gd name="csY181" fmla="*/ 153351 h 175804"/>
                <a:gd name="csX182" fmla="*/ 50162 w 236953"/>
                <a:gd name="csY182" fmla="*/ 152396 h 175804"/>
                <a:gd name="csX183" fmla="*/ 51595 w 236953"/>
                <a:gd name="csY183" fmla="*/ 152396 h 175804"/>
                <a:gd name="csX184" fmla="*/ 53983 w 236953"/>
                <a:gd name="csY184" fmla="*/ 152396 h 175804"/>
                <a:gd name="csX185" fmla="*/ 54939 w 236953"/>
                <a:gd name="csY185" fmla="*/ 151918 h 175804"/>
                <a:gd name="csX186" fmla="*/ 54461 w 236953"/>
                <a:gd name="csY186" fmla="*/ 151440 h 175804"/>
                <a:gd name="csX187" fmla="*/ 53028 w 236953"/>
                <a:gd name="csY187" fmla="*/ 151440 h 175804"/>
                <a:gd name="csX188" fmla="*/ 52550 w 236953"/>
                <a:gd name="csY188" fmla="*/ 150962 h 175804"/>
                <a:gd name="csX189" fmla="*/ 52550 w 236953"/>
                <a:gd name="csY189" fmla="*/ 150007 h 175804"/>
                <a:gd name="csX190" fmla="*/ 52072 w 236953"/>
                <a:gd name="csY190" fmla="*/ 150485 h 175804"/>
                <a:gd name="csX191" fmla="*/ 51595 w 236953"/>
                <a:gd name="csY191" fmla="*/ 151440 h 175804"/>
                <a:gd name="csX192" fmla="*/ 49684 w 236953"/>
                <a:gd name="csY192" fmla="*/ 151918 h 175804"/>
                <a:gd name="csX193" fmla="*/ 48251 w 236953"/>
                <a:gd name="csY193" fmla="*/ 151440 h 175804"/>
                <a:gd name="csX194" fmla="*/ 48251 w 236953"/>
                <a:gd name="csY194" fmla="*/ 149529 h 175804"/>
                <a:gd name="csX195" fmla="*/ 47773 w 236953"/>
                <a:gd name="csY195" fmla="*/ 149051 h 175804"/>
                <a:gd name="csX196" fmla="*/ 46817 w 236953"/>
                <a:gd name="csY196" fmla="*/ 148574 h 175804"/>
                <a:gd name="csX197" fmla="*/ 43473 w 236953"/>
                <a:gd name="csY197" fmla="*/ 144274 h 175804"/>
                <a:gd name="csX198" fmla="*/ 38696 w 236953"/>
                <a:gd name="csY198" fmla="*/ 140930 h 175804"/>
                <a:gd name="csX199" fmla="*/ 34874 w 236953"/>
                <a:gd name="csY199" fmla="*/ 138542 h 175804"/>
                <a:gd name="csX200" fmla="*/ 28664 w 236953"/>
                <a:gd name="csY200" fmla="*/ 137108 h 175804"/>
                <a:gd name="csX201" fmla="*/ 15765 w 236953"/>
                <a:gd name="csY201" fmla="*/ 137108 h 175804"/>
                <a:gd name="csX202" fmla="*/ 15287 w 236953"/>
                <a:gd name="csY202" fmla="*/ 137108 h 175804"/>
                <a:gd name="csX203" fmla="*/ 16243 w 236953"/>
                <a:gd name="csY203" fmla="*/ 136631 h 175804"/>
                <a:gd name="csX204" fmla="*/ 17198 w 236953"/>
                <a:gd name="csY204" fmla="*/ 136153 h 175804"/>
                <a:gd name="csX205" fmla="*/ 21498 w 236953"/>
                <a:gd name="csY205" fmla="*/ 134242 h 175804"/>
                <a:gd name="csX206" fmla="*/ 20542 w 236953"/>
                <a:gd name="csY206" fmla="*/ 133764 h 175804"/>
                <a:gd name="csX207" fmla="*/ 16243 w 236953"/>
                <a:gd name="csY207" fmla="*/ 135197 h 175804"/>
                <a:gd name="csX208" fmla="*/ 14809 w 236953"/>
                <a:gd name="csY208" fmla="*/ 135197 h 175804"/>
                <a:gd name="csX209" fmla="*/ 12899 w 236953"/>
                <a:gd name="csY209" fmla="*/ 137586 h 175804"/>
                <a:gd name="csX210" fmla="*/ 1911 w 236953"/>
                <a:gd name="csY210" fmla="*/ 138064 h 175804"/>
                <a:gd name="csX211" fmla="*/ 478 w 236953"/>
                <a:gd name="csY211" fmla="*/ 138064 h 175804"/>
                <a:gd name="csX212" fmla="*/ 478 w 236953"/>
                <a:gd name="csY212" fmla="*/ 137108 h 175804"/>
                <a:gd name="csX213" fmla="*/ 956 w 236953"/>
                <a:gd name="csY213" fmla="*/ 133764 h 175804"/>
                <a:gd name="csX214" fmla="*/ 1433 w 236953"/>
                <a:gd name="csY214" fmla="*/ 132809 h 175804"/>
                <a:gd name="csX215" fmla="*/ 1911 w 236953"/>
                <a:gd name="csY215" fmla="*/ 131853 h 175804"/>
                <a:gd name="csX216" fmla="*/ 1433 w 236953"/>
                <a:gd name="csY216" fmla="*/ 130898 h 175804"/>
                <a:gd name="csX217" fmla="*/ 956 w 236953"/>
                <a:gd name="csY217" fmla="*/ 129465 h 175804"/>
                <a:gd name="csX218" fmla="*/ 956 w 236953"/>
                <a:gd name="csY218" fmla="*/ 127076 h 175804"/>
                <a:gd name="csX219" fmla="*/ 1433 w 236953"/>
                <a:gd name="csY219" fmla="*/ 126120 h 175804"/>
                <a:gd name="csX220" fmla="*/ 1433 w 236953"/>
                <a:gd name="csY220" fmla="*/ 125165 h 175804"/>
                <a:gd name="csX221" fmla="*/ 1433 w 236953"/>
                <a:gd name="csY221" fmla="*/ 123732 h 175804"/>
                <a:gd name="csX222" fmla="*/ 1433 w 236953"/>
                <a:gd name="csY222" fmla="*/ 119432 h 175804"/>
                <a:gd name="csX223" fmla="*/ 1911 w 236953"/>
                <a:gd name="csY223" fmla="*/ 118954 h 175804"/>
                <a:gd name="csX224" fmla="*/ 1911 w 236953"/>
                <a:gd name="csY224" fmla="*/ 118477 h 175804"/>
                <a:gd name="csX225" fmla="*/ 1911 w 236953"/>
                <a:gd name="csY225" fmla="*/ 117999 h 175804"/>
                <a:gd name="csX226" fmla="*/ 1433 w 236953"/>
                <a:gd name="csY226" fmla="*/ 116566 h 175804"/>
                <a:gd name="csX227" fmla="*/ 956 w 236953"/>
                <a:gd name="csY227" fmla="*/ 115133 h 175804"/>
                <a:gd name="csX228" fmla="*/ 956 w 236953"/>
                <a:gd name="csY228" fmla="*/ 113222 h 175804"/>
                <a:gd name="csX229" fmla="*/ 478 w 236953"/>
                <a:gd name="csY229" fmla="*/ 111311 h 175804"/>
                <a:gd name="csX230" fmla="*/ 0 w 236953"/>
                <a:gd name="csY230" fmla="*/ 110833 h 175804"/>
                <a:gd name="csX231" fmla="*/ 478 w 236953"/>
                <a:gd name="csY231" fmla="*/ 107489 h 175804"/>
                <a:gd name="csX232" fmla="*/ 478 w 236953"/>
                <a:gd name="csY232" fmla="*/ 103189 h 175804"/>
                <a:gd name="csX233" fmla="*/ 478 w 236953"/>
                <a:gd name="csY233" fmla="*/ 101278 h 175804"/>
                <a:gd name="csX234" fmla="*/ 956 w 236953"/>
                <a:gd name="csY234" fmla="*/ 100323 h 175804"/>
                <a:gd name="csX235" fmla="*/ 956 w 236953"/>
                <a:gd name="csY235" fmla="*/ 96979 h 175804"/>
                <a:gd name="csX236" fmla="*/ 956 w 236953"/>
                <a:gd name="csY236" fmla="*/ 94112 h 175804"/>
                <a:gd name="csX237" fmla="*/ 1911 w 236953"/>
                <a:gd name="csY237" fmla="*/ 89335 h 175804"/>
                <a:gd name="csX238" fmla="*/ 4299 w 236953"/>
                <a:gd name="csY238" fmla="*/ 88858 h 175804"/>
                <a:gd name="csX239" fmla="*/ 7166 w 236953"/>
                <a:gd name="csY239" fmla="*/ 88380 h 175804"/>
                <a:gd name="csX240" fmla="*/ 8599 w 236953"/>
                <a:gd name="csY240" fmla="*/ 86469 h 175804"/>
                <a:gd name="csX241" fmla="*/ 9077 w 236953"/>
                <a:gd name="csY241" fmla="*/ 84080 h 175804"/>
                <a:gd name="csX242" fmla="*/ 9077 w 236953"/>
                <a:gd name="csY242" fmla="*/ 81692 h 175804"/>
                <a:gd name="csX243" fmla="*/ 9555 w 236953"/>
                <a:gd name="csY243" fmla="*/ 81214 h 175804"/>
                <a:gd name="csX244" fmla="*/ 10988 w 236953"/>
                <a:gd name="csY244" fmla="*/ 79781 h 175804"/>
                <a:gd name="csX245" fmla="*/ 12899 w 236953"/>
                <a:gd name="csY245" fmla="*/ 77870 h 175804"/>
                <a:gd name="csX246" fmla="*/ 12899 w 236953"/>
                <a:gd name="csY246" fmla="*/ 77870 h 175804"/>
                <a:gd name="csX247" fmla="*/ 12899 w 236953"/>
                <a:gd name="csY247" fmla="*/ 75959 h 175804"/>
                <a:gd name="csX248" fmla="*/ 13376 w 236953"/>
                <a:gd name="csY248" fmla="*/ 75003 h 175804"/>
                <a:gd name="csX249" fmla="*/ 14332 w 236953"/>
                <a:gd name="csY249" fmla="*/ 74526 h 175804"/>
                <a:gd name="csX250" fmla="*/ 15765 w 236953"/>
                <a:gd name="csY250" fmla="*/ 74526 h 175804"/>
                <a:gd name="csX251" fmla="*/ 17198 w 236953"/>
                <a:gd name="csY251" fmla="*/ 73570 h 175804"/>
                <a:gd name="csX252" fmla="*/ 17198 w 236953"/>
                <a:gd name="csY252" fmla="*/ 73570 h 175804"/>
                <a:gd name="csX253" fmla="*/ 18154 w 236953"/>
                <a:gd name="csY253" fmla="*/ 71659 h 175804"/>
                <a:gd name="csX254" fmla="*/ 19109 w 236953"/>
                <a:gd name="csY254" fmla="*/ 68793 h 175804"/>
                <a:gd name="csX255" fmla="*/ 17676 w 236953"/>
                <a:gd name="csY255" fmla="*/ 66882 h 175804"/>
                <a:gd name="csX256" fmla="*/ 17676 w 236953"/>
                <a:gd name="csY256" fmla="*/ 66404 h 175804"/>
                <a:gd name="csX257" fmla="*/ 17676 w 236953"/>
                <a:gd name="csY257" fmla="*/ 66404 h 175804"/>
                <a:gd name="csX258" fmla="*/ 18154 w 236953"/>
                <a:gd name="csY258" fmla="*/ 65449 h 175804"/>
                <a:gd name="csX259" fmla="*/ 19109 w 236953"/>
                <a:gd name="csY259" fmla="*/ 64016 h 175804"/>
                <a:gd name="csX260" fmla="*/ 20065 w 236953"/>
                <a:gd name="csY260" fmla="*/ 64016 h 175804"/>
                <a:gd name="csX261" fmla="*/ 21498 w 236953"/>
                <a:gd name="csY261" fmla="*/ 64016 h 175804"/>
                <a:gd name="csX262" fmla="*/ 21498 w 236953"/>
                <a:gd name="csY262" fmla="*/ 64016 h 175804"/>
                <a:gd name="csX263" fmla="*/ 21498 w 236953"/>
                <a:gd name="csY263" fmla="*/ 64016 h 175804"/>
                <a:gd name="csX264" fmla="*/ 21975 w 236953"/>
                <a:gd name="csY264" fmla="*/ 63538 h 175804"/>
                <a:gd name="csX265" fmla="*/ 22931 w 236953"/>
                <a:gd name="csY265" fmla="*/ 60671 h 175804"/>
                <a:gd name="csX266" fmla="*/ 22931 w 236953"/>
                <a:gd name="csY266" fmla="*/ 59716 h 175804"/>
                <a:gd name="csX267" fmla="*/ 21498 w 236953"/>
                <a:gd name="csY267" fmla="*/ 57805 h 175804"/>
                <a:gd name="csX268" fmla="*/ 21020 w 236953"/>
                <a:gd name="csY268" fmla="*/ 55894 h 175804"/>
                <a:gd name="csX269" fmla="*/ 21020 w 236953"/>
                <a:gd name="csY269" fmla="*/ 53983 h 175804"/>
                <a:gd name="csX270" fmla="*/ 20542 w 236953"/>
                <a:gd name="csY270" fmla="*/ 52072 h 175804"/>
                <a:gd name="csX271" fmla="*/ 20065 w 236953"/>
                <a:gd name="csY271" fmla="*/ 51117 h 175804"/>
                <a:gd name="csX272" fmla="*/ 20065 w 236953"/>
                <a:gd name="csY272" fmla="*/ 51117 h 175804"/>
                <a:gd name="csX273" fmla="*/ 19587 w 236953"/>
                <a:gd name="csY273" fmla="*/ 50639 h 175804"/>
                <a:gd name="csX274" fmla="*/ 19109 w 236953"/>
                <a:gd name="csY274" fmla="*/ 50162 h 175804"/>
                <a:gd name="csX275" fmla="*/ 16243 w 236953"/>
                <a:gd name="csY275" fmla="*/ 45862 h 175804"/>
                <a:gd name="csX276" fmla="*/ 16243 w 236953"/>
                <a:gd name="csY276" fmla="*/ 43951 h 175804"/>
                <a:gd name="csX277" fmla="*/ 17198 w 236953"/>
                <a:gd name="csY277" fmla="*/ 41562 h 175804"/>
                <a:gd name="csX278" fmla="*/ 18154 w 236953"/>
                <a:gd name="csY278" fmla="*/ 40607 h 175804"/>
                <a:gd name="csX279" fmla="*/ 19109 w 236953"/>
                <a:gd name="csY279" fmla="*/ 39651 h 175804"/>
                <a:gd name="csX280" fmla="*/ 19109 w 236953"/>
                <a:gd name="csY280" fmla="*/ 39651 h 175804"/>
                <a:gd name="csX281" fmla="*/ 19587 w 236953"/>
                <a:gd name="csY281" fmla="*/ 39174 h 175804"/>
                <a:gd name="csX282" fmla="*/ 19109 w 236953"/>
                <a:gd name="csY282" fmla="*/ 38696 h 175804"/>
                <a:gd name="csX283" fmla="*/ 19109 w 236953"/>
                <a:gd name="csY283" fmla="*/ 38696 h 175804"/>
                <a:gd name="csX284" fmla="*/ 18631 w 236953"/>
                <a:gd name="csY284" fmla="*/ 38218 h 175804"/>
                <a:gd name="csX285" fmla="*/ 18631 w 236953"/>
                <a:gd name="csY285" fmla="*/ 36785 h 175804"/>
                <a:gd name="csX286" fmla="*/ 18631 w 236953"/>
                <a:gd name="csY286" fmla="*/ 36307 h 175804"/>
                <a:gd name="csX287" fmla="*/ 19109 w 236953"/>
                <a:gd name="csY287" fmla="*/ 35352 h 175804"/>
                <a:gd name="csX288" fmla="*/ 19109 w 236953"/>
                <a:gd name="csY288" fmla="*/ 33919 h 175804"/>
                <a:gd name="csX289" fmla="*/ 19109 w 236953"/>
                <a:gd name="csY289" fmla="*/ 31052 h 175804"/>
                <a:gd name="csX290" fmla="*/ 19109 w 236953"/>
                <a:gd name="csY290" fmla="*/ 27230 h 175804"/>
                <a:gd name="csX291" fmla="*/ 19109 w 236953"/>
                <a:gd name="csY291" fmla="*/ 25320 h 175804"/>
                <a:gd name="csX292" fmla="*/ 21498 w 236953"/>
                <a:gd name="csY292" fmla="*/ 23409 h 175804"/>
                <a:gd name="csX293" fmla="*/ 25320 w 236953"/>
                <a:gd name="csY293" fmla="*/ 20542 h 175804"/>
                <a:gd name="csX294" fmla="*/ 25320 w 236953"/>
                <a:gd name="csY294" fmla="*/ 20542 h 175804"/>
                <a:gd name="csX295" fmla="*/ 26753 w 236953"/>
                <a:gd name="csY295" fmla="*/ 17676 h 175804"/>
                <a:gd name="csX296" fmla="*/ 26753 w 236953"/>
                <a:gd name="csY296" fmla="*/ 17676 h 175804"/>
                <a:gd name="csX297" fmla="*/ 27708 w 236953"/>
                <a:gd name="csY297" fmla="*/ 15287 h 175804"/>
                <a:gd name="csX298" fmla="*/ 29141 w 236953"/>
                <a:gd name="csY298" fmla="*/ 7644 h 175804"/>
                <a:gd name="csX299" fmla="*/ 30097 w 236953"/>
                <a:gd name="csY299" fmla="*/ 7644 h 175804"/>
                <a:gd name="csX300" fmla="*/ 31052 w 236953"/>
                <a:gd name="csY300" fmla="*/ 7166 h 175804"/>
                <a:gd name="csX301" fmla="*/ 32963 w 236953"/>
                <a:gd name="csY301" fmla="*/ 5733 h 175804"/>
                <a:gd name="csX302" fmla="*/ 34397 w 236953"/>
                <a:gd name="csY302" fmla="*/ 4299 h 175804"/>
                <a:gd name="csX303" fmla="*/ 37263 w 236953"/>
                <a:gd name="csY303" fmla="*/ 3344 h 175804"/>
                <a:gd name="csX304" fmla="*/ 39174 w 236953"/>
                <a:gd name="csY304" fmla="*/ 2866 h 175804"/>
                <a:gd name="csX305" fmla="*/ 42518 w 236953"/>
                <a:gd name="csY305" fmla="*/ 2389 h 175804"/>
                <a:gd name="csX306" fmla="*/ 44429 w 236953"/>
                <a:gd name="csY306" fmla="*/ 2389 h 175804"/>
                <a:gd name="csX307" fmla="*/ 47773 w 236953"/>
                <a:gd name="csY307" fmla="*/ 2389 h 175804"/>
                <a:gd name="csX308" fmla="*/ 50639 w 236953"/>
                <a:gd name="csY308" fmla="*/ 2389 h 175804"/>
                <a:gd name="csX309" fmla="*/ 53028 w 236953"/>
                <a:gd name="csY309" fmla="*/ 955 h 175804"/>
                <a:gd name="csX310" fmla="*/ 54461 w 236953"/>
                <a:gd name="csY310" fmla="*/ 478 h 175804"/>
                <a:gd name="csX311" fmla="*/ 55894 w 236953"/>
                <a:gd name="csY311" fmla="*/ 0 h 175804"/>
                <a:gd name="csX312" fmla="*/ 62582 w 236953"/>
                <a:gd name="csY312" fmla="*/ 1911 h 175804"/>
                <a:gd name="csX313" fmla="*/ 69271 w 236953"/>
                <a:gd name="csY313" fmla="*/ 3822 h 175804"/>
                <a:gd name="csX314" fmla="*/ 70704 w 236953"/>
                <a:gd name="csY314" fmla="*/ 3822 h 175804"/>
                <a:gd name="csX315" fmla="*/ 71659 w 236953"/>
                <a:gd name="csY315" fmla="*/ 4299 h 175804"/>
                <a:gd name="csX316" fmla="*/ 73570 w 236953"/>
                <a:gd name="csY316" fmla="*/ 5255 h 175804"/>
                <a:gd name="csX317" fmla="*/ 75959 w 236953"/>
                <a:gd name="csY317" fmla="*/ 7166 h 175804"/>
                <a:gd name="csX318" fmla="*/ 77392 w 236953"/>
                <a:gd name="csY318" fmla="*/ 8599 h 175804"/>
                <a:gd name="csX319" fmla="*/ 78347 w 236953"/>
                <a:gd name="csY319" fmla="*/ 9555 h 175804"/>
                <a:gd name="csX320" fmla="*/ 81692 w 236953"/>
                <a:gd name="csY320" fmla="*/ 14332 h 175804"/>
                <a:gd name="csX321" fmla="*/ 81692 w 236953"/>
                <a:gd name="csY321" fmla="*/ 14332 h 175804"/>
                <a:gd name="csX322" fmla="*/ 83125 w 236953"/>
                <a:gd name="csY322" fmla="*/ 15765 h 175804"/>
                <a:gd name="csX323" fmla="*/ 84558 w 236953"/>
                <a:gd name="csY323" fmla="*/ 16243 h 175804"/>
                <a:gd name="csX324" fmla="*/ 85991 w 236953"/>
                <a:gd name="csY324" fmla="*/ 16243 h 175804"/>
                <a:gd name="csX325" fmla="*/ 86947 w 236953"/>
                <a:gd name="csY325" fmla="*/ 16243 h 175804"/>
                <a:gd name="csX326" fmla="*/ 87902 w 236953"/>
                <a:gd name="csY326" fmla="*/ 15765 h 175804"/>
                <a:gd name="csX327" fmla="*/ 89335 w 236953"/>
                <a:gd name="csY327" fmla="*/ 14809 h 175804"/>
                <a:gd name="csX328" fmla="*/ 91246 w 236953"/>
                <a:gd name="csY328" fmla="*/ 14332 h 175804"/>
                <a:gd name="csX329" fmla="*/ 92679 w 236953"/>
                <a:gd name="csY329" fmla="*/ 14332 h 175804"/>
                <a:gd name="csX330" fmla="*/ 92679 w 236953"/>
                <a:gd name="csY330" fmla="*/ 14332 h 175804"/>
                <a:gd name="csX331" fmla="*/ 101279 w 236953"/>
                <a:gd name="csY331" fmla="*/ 10032 h 175804"/>
                <a:gd name="csX332" fmla="*/ 102234 w 236953"/>
                <a:gd name="csY332" fmla="*/ 10032 h 175804"/>
                <a:gd name="csX333" fmla="*/ 102234 w 236953"/>
                <a:gd name="csY333" fmla="*/ 10032 h 175804"/>
                <a:gd name="csX334" fmla="*/ 104623 w 236953"/>
                <a:gd name="csY334" fmla="*/ 10510 h 175804"/>
                <a:gd name="csX335" fmla="*/ 107489 w 236953"/>
                <a:gd name="csY335" fmla="*/ 10988 h 175804"/>
                <a:gd name="csX336" fmla="*/ 114655 w 236953"/>
                <a:gd name="csY336" fmla="*/ 15287 h 175804"/>
                <a:gd name="csX337" fmla="*/ 120388 w 236953"/>
                <a:gd name="csY337" fmla="*/ 18154 h 175804"/>
                <a:gd name="csX338" fmla="*/ 124687 w 236953"/>
                <a:gd name="csY338" fmla="*/ 19109 h 175804"/>
                <a:gd name="csX339" fmla="*/ 129465 w 236953"/>
                <a:gd name="csY339" fmla="*/ 19587 h 175804"/>
                <a:gd name="csX340" fmla="*/ 137586 w 236953"/>
                <a:gd name="csY340" fmla="*/ 20064 h 175804"/>
                <a:gd name="csX341" fmla="*/ 143796 w 236953"/>
                <a:gd name="csY341" fmla="*/ 13854 h 175804"/>
                <a:gd name="csX342" fmla="*/ 146185 w 236953"/>
                <a:gd name="csY342" fmla="*/ 12421 h 175804"/>
                <a:gd name="csX343" fmla="*/ 149052 w 236953"/>
                <a:gd name="csY343" fmla="*/ 11465 h 175804"/>
                <a:gd name="csX344" fmla="*/ 149529 w 236953"/>
                <a:gd name="csY344" fmla="*/ 10988 h 175804"/>
                <a:gd name="csX345" fmla="*/ 154784 w 236953"/>
                <a:gd name="csY345" fmla="*/ 10032 h 175804"/>
                <a:gd name="csX346" fmla="*/ 164339 w 236953"/>
                <a:gd name="csY346" fmla="*/ 9555 h 175804"/>
                <a:gd name="csX347" fmla="*/ 173416 w 236953"/>
                <a:gd name="csY347" fmla="*/ 9555 h 175804"/>
                <a:gd name="csX348" fmla="*/ 174849 w 236953"/>
                <a:gd name="csY348" fmla="*/ 10032 h 175804"/>
                <a:gd name="csX349" fmla="*/ 178671 w 236953"/>
                <a:gd name="csY349" fmla="*/ 10988 h 175804"/>
                <a:gd name="csX350" fmla="*/ 178671 w 236953"/>
                <a:gd name="csY350" fmla="*/ 10988 h 175804"/>
                <a:gd name="csX351" fmla="*/ 184403 w 236953"/>
                <a:gd name="csY351" fmla="*/ 12898 h 175804"/>
                <a:gd name="csX352" fmla="*/ 187270 w 236953"/>
                <a:gd name="csY352" fmla="*/ 14809 h 175804"/>
                <a:gd name="csX353" fmla="*/ 191092 w 236953"/>
                <a:gd name="csY353" fmla="*/ 14809 h 175804"/>
                <a:gd name="csX354" fmla="*/ 193958 w 236953"/>
                <a:gd name="csY354" fmla="*/ 14809 h 175804"/>
                <a:gd name="csX355" fmla="*/ 194914 w 236953"/>
                <a:gd name="csY355" fmla="*/ 12898 h 175804"/>
                <a:gd name="csX356" fmla="*/ 197780 w 236953"/>
                <a:gd name="csY356" fmla="*/ 10510 h 175804"/>
                <a:gd name="csX357" fmla="*/ 199691 w 236953"/>
                <a:gd name="csY357" fmla="*/ 9077 h 175804"/>
                <a:gd name="csX358" fmla="*/ 202079 w 236953"/>
                <a:gd name="csY358" fmla="*/ 8121 h 175804"/>
                <a:gd name="csX359" fmla="*/ 205424 w 236953"/>
                <a:gd name="csY359" fmla="*/ 6210 h 175804"/>
                <a:gd name="csX360" fmla="*/ 208290 w 236953"/>
                <a:gd name="csY360" fmla="*/ 5733 h 175804"/>
                <a:gd name="csX361" fmla="*/ 211156 w 236953"/>
                <a:gd name="csY361" fmla="*/ 3822 h 175804"/>
                <a:gd name="csX362" fmla="*/ 213067 w 236953"/>
                <a:gd name="csY362" fmla="*/ 3344 h 175804"/>
                <a:gd name="csX363" fmla="*/ 216889 w 236953"/>
                <a:gd name="csY363" fmla="*/ 3344 h 175804"/>
                <a:gd name="csX364" fmla="*/ 219756 w 236953"/>
                <a:gd name="csY364" fmla="*/ 7166 h 175804"/>
                <a:gd name="csX365" fmla="*/ 223100 w 236953"/>
                <a:gd name="csY365" fmla="*/ 11465 h 175804"/>
                <a:gd name="csX366" fmla="*/ 225488 w 236953"/>
                <a:gd name="csY366" fmla="*/ 14809 h 175804"/>
                <a:gd name="csX367" fmla="*/ 227399 w 236953"/>
                <a:gd name="csY367" fmla="*/ 23409 h 175804"/>
                <a:gd name="csX368" fmla="*/ 227877 w 236953"/>
                <a:gd name="csY368" fmla="*/ 25320 h 175804"/>
                <a:gd name="csX369" fmla="*/ 227877 w 236953"/>
                <a:gd name="csY369" fmla="*/ 25797 h 175804"/>
                <a:gd name="csX370" fmla="*/ 228355 w 236953"/>
                <a:gd name="csY370" fmla="*/ 26753 h 175804"/>
                <a:gd name="csX371" fmla="*/ 228355 w 236953"/>
                <a:gd name="csY371" fmla="*/ 27708 h 175804"/>
                <a:gd name="csX372" fmla="*/ 229788 w 236953"/>
                <a:gd name="csY372" fmla="*/ 28186 h 175804"/>
                <a:gd name="csX373" fmla="*/ 232654 w 236953"/>
                <a:gd name="csY373" fmla="*/ 28664 h 175804"/>
                <a:gd name="csX374" fmla="*/ 234565 w 236953"/>
                <a:gd name="csY374" fmla="*/ 29141 h 175804"/>
                <a:gd name="csX375" fmla="*/ 235998 w 236953"/>
                <a:gd name="csY375" fmla="*/ 30575 h 175804"/>
                <a:gd name="csX376" fmla="*/ 235998 w 236953"/>
                <a:gd name="csY376" fmla="*/ 31052 h 175804"/>
                <a:gd name="csX377" fmla="*/ 236954 w 236953"/>
                <a:gd name="csY377" fmla="*/ 32008 h 175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</a:cxnLst>
              <a:rect l="l" t="t" r="r" b="b"/>
              <a:pathLst>
                <a:path w="236953" h="175804">
                  <a:moveTo>
                    <a:pt x="236954" y="32008"/>
                  </a:moveTo>
                  <a:lnTo>
                    <a:pt x="236954" y="32963"/>
                  </a:lnTo>
                  <a:lnTo>
                    <a:pt x="236954" y="35352"/>
                  </a:lnTo>
                  <a:lnTo>
                    <a:pt x="236476" y="38218"/>
                  </a:lnTo>
                  <a:lnTo>
                    <a:pt x="235521" y="39651"/>
                  </a:lnTo>
                  <a:lnTo>
                    <a:pt x="235998" y="42518"/>
                  </a:lnTo>
                  <a:lnTo>
                    <a:pt x="235998" y="43473"/>
                  </a:lnTo>
                  <a:lnTo>
                    <a:pt x="235521" y="44429"/>
                  </a:lnTo>
                  <a:lnTo>
                    <a:pt x="234087" y="44906"/>
                  </a:lnTo>
                  <a:lnTo>
                    <a:pt x="232654" y="45862"/>
                  </a:lnTo>
                  <a:lnTo>
                    <a:pt x="228355" y="48251"/>
                  </a:lnTo>
                  <a:lnTo>
                    <a:pt x="227399" y="48728"/>
                  </a:lnTo>
                  <a:lnTo>
                    <a:pt x="225488" y="48728"/>
                  </a:lnTo>
                  <a:lnTo>
                    <a:pt x="224055" y="49206"/>
                  </a:lnTo>
                  <a:lnTo>
                    <a:pt x="222144" y="50639"/>
                  </a:lnTo>
                  <a:lnTo>
                    <a:pt x="218322" y="55894"/>
                  </a:lnTo>
                  <a:lnTo>
                    <a:pt x="215456" y="60671"/>
                  </a:lnTo>
                  <a:lnTo>
                    <a:pt x="214023" y="64493"/>
                  </a:lnTo>
                  <a:lnTo>
                    <a:pt x="213067" y="68793"/>
                  </a:lnTo>
                  <a:lnTo>
                    <a:pt x="210201" y="71182"/>
                  </a:lnTo>
                  <a:lnTo>
                    <a:pt x="209723" y="72615"/>
                  </a:lnTo>
                  <a:lnTo>
                    <a:pt x="209245" y="73093"/>
                  </a:lnTo>
                  <a:lnTo>
                    <a:pt x="209245" y="75003"/>
                  </a:lnTo>
                  <a:lnTo>
                    <a:pt x="209245" y="78347"/>
                  </a:lnTo>
                  <a:lnTo>
                    <a:pt x="208768" y="79781"/>
                  </a:lnTo>
                  <a:lnTo>
                    <a:pt x="208290" y="80258"/>
                  </a:lnTo>
                  <a:lnTo>
                    <a:pt x="204946" y="81214"/>
                  </a:lnTo>
                  <a:lnTo>
                    <a:pt x="203035" y="82169"/>
                  </a:lnTo>
                  <a:lnTo>
                    <a:pt x="202079" y="84558"/>
                  </a:lnTo>
                  <a:lnTo>
                    <a:pt x="201602" y="86947"/>
                  </a:lnTo>
                  <a:lnTo>
                    <a:pt x="201124" y="89813"/>
                  </a:lnTo>
                  <a:lnTo>
                    <a:pt x="200646" y="92202"/>
                  </a:lnTo>
                  <a:lnTo>
                    <a:pt x="200168" y="93157"/>
                  </a:lnTo>
                  <a:lnTo>
                    <a:pt x="199213" y="94590"/>
                  </a:lnTo>
                  <a:lnTo>
                    <a:pt x="197780" y="96024"/>
                  </a:lnTo>
                  <a:lnTo>
                    <a:pt x="196347" y="96979"/>
                  </a:lnTo>
                  <a:lnTo>
                    <a:pt x="193003" y="97457"/>
                  </a:lnTo>
                  <a:lnTo>
                    <a:pt x="193003" y="97457"/>
                  </a:lnTo>
                  <a:lnTo>
                    <a:pt x="191092" y="100801"/>
                  </a:lnTo>
                  <a:lnTo>
                    <a:pt x="189659" y="103189"/>
                  </a:lnTo>
                  <a:lnTo>
                    <a:pt x="189181" y="104145"/>
                  </a:lnTo>
                  <a:lnTo>
                    <a:pt x="187748" y="109400"/>
                  </a:lnTo>
                  <a:lnTo>
                    <a:pt x="185359" y="113222"/>
                  </a:lnTo>
                  <a:lnTo>
                    <a:pt x="184881" y="114655"/>
                  </a:lnTo>
                  <a:lnTo>
                    <a:pt x="184881" y="115610"/>
                  </a:lnTo>
                  <a:lnTo>
                    <a:pt x="182015" y="119432"/>
                  </a:lnTo>
                  <a:lnTo>
                    <a:pt x="181059" y="120388"/>
                  </a:lnTo>
                  <a:lnTo>
                    <a:pt x="180104" y="121821"/>
                  </a:lnTo>
                  <a:lnTo>
                    <a:pt x="181059" y="122776"/>
                  </a:lnTo>
                  <a:lnTo>
                    <a:pt x="182015" y="124210"/>
                  </a:lnTo>
                  <a:lnTo>
                    <a:pt x="182015" y="124210"/>
                  </a:lnTo>
                  <a:lnTo>
                    <a:pt x="180582" y="125643"/>
                  </a:lnTo>
                  <a:lnTo>
                    <a:pt x="178193" y="127554"/>
                  </a:lnTo>
                  <a:lnTo>
                    <a:pt x="176282" y="128509"/>
                  </a:lnTo>
                  <a:lnTo>
                    <a:pt x="176282" y="128509"/>
                  </a:lnTo>
                  <a:lnTo>
                    <a:pt x="176282" y="128987"/>
                  </a:lnTo>
                  <a:lnTo>
                    <a:pt x="175804" y="131853"/>
                  </a:lnTo>
                  <a:lnTo>
                    <a:pt x="175327" y="132809"/>
                  </a:lnTo>
                  <a:lnTo>
                    <a:pt x="174371" y="133764"/>
                  </a:lnTo>
                  <a:lnTo>
                    <a:pt x="172938" y="135197"/>
                  </a:lnTo>
                  <a:lnTo>
                    <a:pt x="171505" y="136153"/>
                  </a:lnTo>
                  <a:lnTo>
                    <a:pt x="169594" y="136631"/>
                  </a:lnTo>
                  <a:lnTo>
                    <a:pt x="168161" y="136631"/>
                  </a:lnTo>
                  <a:lnTo>
                    <a:pt x="167205" y="136631"/>
                  </a:lnTo>
                  <a:lnTo>
                    <a:pt x="166727" y="135675"/>
                  </a:lnTo>
                  <a:lnTo>
                    <a:pt x="165772" y="131853"/>
                  </a:lnTo>
                  <a:lnTo>
                    <a:pt x="165294" y="131376"/>
                  </a:lnTo>
                  <a:lnTo>
                    <a:pt x="165294" y="131376"/>
                  </a:lnTo>
                  <a:lnTo>
                    <a:pt x="165294" y="131376"/>
                  </a:lnTo>
                  <a:lnTo>
                    <a:pt x="163861" y="130420"/>
                  </a:lnTo>
                  <a:lnTo>
                    <a:pt x="161950" y="128509"/>
                  </a:lnTo>
                  <a:lnTo>
                    <a:pt x="160039" y="126598"/>
                  </a:lnTo>
                  <a:lnTo>
                    <a:pt x="157173" y="125643"/>
                  </a:lnTo>
                  <a:lnTo>
                    <a:pt x="156695" y="125643"/>
                  </a:lnTo>
                  <a:lnTo>
                    <a:pt x="156218" y="125643"/>
                  </a:lnTo>
                  <a:lnTo>
                    <a:pt x="156218" y="125643"/>
                  </a:lnTo>
                  <a:lnTo>
                    <a:pt x="155262" y="128031"/>
                  </a:lnTo>
                  <a:lnTo>
                    <a:pt x="154784" y="128509"/>
                  </a:lnTo>
                  <a:lnTo>
                    <a:pt x="153351" y="128987"/>
                  </a:lnTo>
                  <a:lnTo>
                    <a:pt x="150962" y="128987"/>
                  </a:lnTo>
                  <a:lnTo>
                    <a:pt x="149052" y="128509"/>
                  </a:lnTo>
                  <a:lnTo>
                    <a:pt x="149052" y="128031"/>
                  </a:lnTo>
                  <a:lnTo>
                    <a:pt x="148574" y="127076"/>
                  </a:lnTo>
                  <a:lnTo>
                    <a:pt x="148096" y="126598"/>
                  </a:lnTo>
                  <a:lnTo>
                    <a:pt x="145707" y="128031"/>
                  </a:lnTo>
                  <a:lnTo>
                    <a:pt x="142841" y="129942"/>
                  </a:lnTo>
                  <a:lnTo>
                    <a:pt x="141408" y="130420"/>
                  </a:lnTo>
                  <a:lnTo>
                    <a:pt x="140930" y="130898"/>
                  </a:lnTo>
                  <a:lnTo>
                    <a:pt x="140930" y="130898"/>
                  </a:lnTo>
                  <a:lnTo>
                    <a:pt x="139497" y="132809"/>
                  </a:lnTo>
                  <a:lnTo>
                    <a:pt x="138542" y="135197"/>
                  </a:lnTo>
                  <a:lnTo>
                    <a:pt x="136631" y="136153"/>
                  </a:lnTo>
                  <a:lnTo>
                    <a:pt x="135197" y="137108"/>
                  </a:lnTo>
                  <a:lnTo>
                    <a:pt x="134242" y="138064"/>
                  </a:lnTo>
                  <a:lnTo>
                    <a:pt x="132809" y="139019"/>
                  </a:lnTo>
                  <a:lnTo>
                    <a:pt x="129942" y="141408"/>
                  </a:lnTo>
                  <a:lnTo>
                    <a:pt x="126598" y="144752"/>
                  </a:lnTo>
                  <a:lnTo>
                    <a:pt x="126598" y="144752"/>
                  </a:lnTo>
                  <a:lnTo>
                    <a:pt x="125165" y="146185"/>
                  </a:lnTo>
                  <a:lnTo>
                    <a:pt x="124210" y="148574"/>
                  </a:lnTo>
                  <a:lnTo>
                    <a:pt x="123254" y="151440"/>
                  </a:lnTo>
                  <a:lnTo>
                    <a:pt x="122299" y="154307"/>
                  </a:lnTo>
                  <a:lnTo>
                    <a:pt x="121343" y="159084"/>
                  </a:lnTo>
                  <a:lnTo>
                    <a:pt x="119432" y="161950"/>
                  </a:lnTo>
                  <a:lnTo>
                    <a:pt x="117999" y="164339"/>
                  </a:lnTo>
                  <a:lnTo>
                    <a:pt x="117044" y="165772"/>
                  </a:lnTo>
                  <a:lnTo>
                    <a:pt x="116566" y="167205"/>
                  </a:lnTo>
                  <a:lnTo>
                    <a:pt x="116088" y="167205"/>
                  </a:lnTo>
                  <a:lnTo>
                    <a:pt x="115611" y="167683"/>
                  </a:lnTo>
                  <a:lnTo>
                    <a:pt x="114177" y="167683"/>
                  </a:lnTo>
                  <a:lnTo>
                    <a:pt x="113222" y="166250"/>
                  </a:lnTo>
                  <a:lnTo>
                    <a:pt x="112266" y="166250"/>
                  </a:lnTo>
                  <a:lnTo>
                    <a:pt x="110355" y="164339"/>
                  </a:lnTo>
                  <a:lnTo>
                    <a:pt x="110355" y="164339"/>
                  </a:lnTo>
                  <a:lnTo>
                    <a:pt x="111789" y="169116"/>
                  </a:lnTo>
                  <a:lnTo>
                    <a:pt x="111311" y="171027"/>
                  </a:lnTo>
                  <a:lnTo>
                    <a:pt x="106056" y="171027"/>
                  </a:lnTo>
                  <a:lnTo>
                    <a:pt x="101756" y="171505"/>
                  </a:lnTo>
                  <a:lnTo>
                    <a:pt x="98412" y="171505"/>
                  </a:lnTo>
                  <a:lnTo>
                    <a:pt x="96979" y="171027"/>
                  </a:lnTo>
                  <a:lnTo>
                    <a:pt x="96024" y="169116"/>
                  </a:lnTo>
                  <a:lnTo>
                    <a:pt x="96024" y="169116"/>
                  </a:lnTo>
                  <a:lnTo>
                    <a:pt x="95546" y="170072"/>
                  </a:lnTo>
                  <a:lnTo>
                    <a:pt x="94590" y="171027"/>
                  </a:lnTo>
                  <a:lnTo>
                    <a:pt x="91246" y="171027"/>
                  </a:lnTo>
                  <a:lnTo>
                    <a:pt x="89813" y="170072"/>
                  </a:lnTo>
                  <a:lnTo>
                    <a:pt x="88380" y="168638"/>
                  </a:lnTo>
                  <a:lnTo>
                    <a:pt x="87424" y="168161"/>
                  </a:lnTo>
                  <a:lnTo>
                    <a:pt x="87424" y="168638"/>
                  </a:lnTo>
                  <a:lnTo>
                    <a:pt x="88858" y="170072"/>
                  </a:lnTo>
                  <a:lnTo>
                    <a:pt x="88858" y="171505"/>
                  </a:lnTo>
                  <a:lnTo>
                    <a:pt x="85991" y="173893"/>
                  </a:lnTo>
                  <a:lnTo>
                    <a:pt x="84080" y="173893"/>
                  </a:lnTo>
                  <a:lnTo>
                    <a:pt x="83125" y="172938"/>
                  </a:lnTo>
                  <a:lnTo>
                    <a:pt x="82647" y="171505"/>
                  </a:lnTo>
                  <a:lnTo>
                    <a:pt x="82170" y="169116"/>
                  </a:lnTo>
                  <a:lnTo>
                    <a:pt x="81692" y="167683"/>
                  </a:lnTo>
                  <a:lnTo>
                    <a:pt x="81214" y="167683"/>
                  </a:lnTo>
                  <a:lnTo>
                    <a:pt x="81214" y="169116"/>
                  </a:lnTo>
                  <a:lnTo>
                    <a:pt x="81692" y="170072"/>
                  </a:lnTo>
                  <a:lnTo>
                    <a:pt x="81692" y="172460"/>
                  </a:lnTo>
                  <a:lnTo>
                    <a:pt x="82647" y="174371"/>
                  </a:lnTo>
                  <a:lnTo>
                    <a:pt x="80736" y="174849"/>
                  </a:lnTo>
                  <a:lnTo>
                    <a:pt x="79781" y="174849"/>
                  </a:lnTo>
                  <a:lnTo>
                    <a:pt x="78347" y="174849"/>
                  </a:lnTo>
                  <a:lnTo>
                    <a:pt x="77870" y="174371"/>
                  </a:lnTo>
                  <a:lnTo>
                    <a:pt x="77870" y="172938"/>
                  </a:lnTo>
                  <a:lnTo>
                    <a:pt x="77392" y="172460"/>
                  </a:lnTo>
                  <a:lnTo>
                    <a:pt x="76914" y="174849"/>
                  </a:lnTo>
                  <a:lnTo>
                    <a:pt x="75959" y="174849"/>
                  </a:lnTo>
                  <a:lnTo>
                    <a:pt x="75004" y="174849"/>
                  </a:lnTo>
                  <a:lnTo>
                    <a:pt x="71659" y="175326"/>
                  </a:lnTo>
                  <a:lnTo>
                    <a:pt x="71182" y="175326"/>
                  </a:lnTo>
                  <a:lnTo>
                    <a:pt x="70704" y="174849"/>
                  </a:lnTo>
                  <a:lnTo>
                    <a:pt x="71182" y="174371"/>
                  </a:lnTo>
                  <a:lnTo>
                    <a:pt x="71182" y="172938"/>
                  </a:lnTo>
                  <a:lnTo>
                    <a:pt x="70226" y="173893"/>
                  </a:lnTo>
                  <a:lnTo>
                    <a:pt x="69748" y="175804"/>
                  </a:lnTo>
                  <a:lnTo>
                    <a:pt x="69271" y="175804"/>
                  </a:lnTo>
                  <a:lnTo>
                    <a:pt x="67360" y="175804"/>
                  </a:lnTo>
                  <a:lnTo>
                    <a:pt x="65449" y="174849"/>
                  </a:lnTo>
                  <a:lnTo>
                    <a:pt x="64016" y="173893"/>
                  </a:lnTo>
                  <a:lnTo>
                    <a:pt x="61627" y="172938"/>
                  </a:lnTo>
                  <a:lnTo>
                    <a:pt x="57805" y="169116"/>
                  </a:lnTo>
                  <a:lnTo>
                    <a:pt x="56850" y="167683"/>
                  </a:lnTo>
                  <a:lnTo>
                    <a:pt x="55894" y="165772"/>
                  </a:lnTo>
                  <a:lnTo>
                    <a:pt x="54939" y="163861"/>
                  </a:lnTo>
                  <a:lnTo>
                    <a:pt x="53506" y="160517"/>
                  </a:lnTo>
                  <a:lnTo>
                    <a:pt x="53983" y="160517"/>
                  </a:lnTo>
                  <a:lnTo>
                    <a:pt x="54939" y="160517"/>
                  </a:lnTo>
                  <a:lnTo>
                    <a:pt x="55416" y="160039"/>
                  </a:lnTo>
                  <a:lnTo>
                    <a:pt x="53506" y="159561"/>
                  </a:lnTo>
                  <a:lnTo>
                    <a:pt x="53506" y="159561"/>
                  </a:lnTo>
                  <a:lnTo>
                    <a:pt x="53028" y="158128"/>
                  </a:lnTo>
                  <a:lnTo>
                    <a:pt x="53506" y="156695"/>
                  </a:lnTo>
                  <a:lnTo>
                    <a:pt x="54939" y="156217"/>
                  </a:lnTo>
                  <a:lnTo>
                    <a:pt x="55894" y="156217"/>
                  </a:lnTo>
                  <a:lnTo>
                    <a:pt x="56372" y="155262"/>
                  </a:lnTo>
                  <a:lnTo>
                    <a:pt x="56850" y="154307"/>
                  </a:lnTo>
                  <a:lnTo>
                    <a:pt x="53506" y="155740"/>
                  </a:lnTo>
                  <a:lnTo>
                    <a:pt x="50639" y="154307"/>
                  </a:lnTo>
                  <a:lnTo>
                    <a:pt x="50162" y="153351"/>
                  </a:lnTo>
                  <a:lnTo>
                    <a:pt x="50162" y="152396"/>
                  </a:lnTo>
                  <a:lnTo>
                    <a:pt x="51595" y="152396"/>
                  </a:lnTo>
                  <a:lnTo>
                    <a:pt x="53983" y="152396"/>
                  </a:lnTo>
                  <a:lnTo>
                    <a:pt x="54939" y="151918"/>
                  </a:lnTo>
                  <a:lnTo>
                    <a:pt x="54461" y="151440"/>
                  </a:lnTo>
                  <a:lnTo>
                    <a:pt x="53028" y="151440"/>
                  </a:lnTo>
                  <a:lnTo>
                    <a:pt x="52550" y="150962"/>
                  </a:lnTo>
                  <a:lnTo>
                    <a:pt x="52550" y="150007"/>
                  </a:lnTo>
                  <a:lnTo>
                    <a:pt x="52072" y="150485"/>
                  </a:lnTo>
                  <a:lnTo>
                    <a:pt x="51595" y="151440"/>
                  </a:lnTo>
                  <a:lnTo>
                    <a:pt x="49684" y="151918"/>
                  </a:lnTo>
                  <a:lnTo>
                    <a:pt x="48251" y="151440"/>
                  </a:lnTo>
                  <a:lnTo>
                    <a:pt x="48251" y="149529"/>
                  </a:lnTo>
                  <a:lnTo>
                    <a:pt x="47773" y="149051"/>
                  </a:lnTo>
                  <a:lnTo>
                    <a:pt x="46817" y="148574"/>
                  </a:lnTo>
                  <a:lnTo>
                    <a:pt x="43473" y="144274"/>
                  </a:lnTo>
                  <a:lnTo>
                    <a:pt x="38696" y="140930"/>
                  </a:lnTo>
                  <a:lnTo>
                    <a:pt x="34874" y="138542"/>
                  </a:lnTo>
                  <a:lnTo>
                    <a:pt x="28664" y="137108"/>
                  </a:lnTo>
                  <a:lnTo>
                    <a:pt x="15765" y="137108"/>
                  </a:lnTo>
                  <a:lnTo>
                    <a:pt x="15287" y="137108"/>
                  </a:lnTo>
                  <a:lnTo>
                    <a:pt x="16243" y="136631"/>
                  </a:lnTo>
                  <a:lnTo>
                    <a:pt x="17198" y="136153"/>
                  </a:lnTo>
                  <a:lnTo>
                    <a:pt x="21498" y="134242"/>
                  </a:lnTo>
                  <a:lnTo>
                    <a:pt x="20542" y="133764"/>
                  </a:lnTo>
                  <a:lnTo>
                    <a:pt x="16243" y="135197"/>
                  </a:lnTo>
                  <a:lnTo>
                    <a:pt x="14809" y="135197"/>
                  </a:lnTo>
                  <a:lnTo>
                    <a:pt x="12899" y="137586"/>
                  </a:lnTo>
                  <a:lnTo>
                    <a:pt x="1911" y="138064"/>
                  </a:lnTo>
                  <a:lnTo>
                    <a:pt x="478" y="138064"/>
                  </a:lnTo>
                  <a:lnTo>
                    <a:pt x="478" y="137108"/>
                  </a:lnTo>
                  <a:lnTo>
                    <a:pt x="956" y="133764"/>
                  </a:lnTo>
                  <a:lnTo>
                    <a:pt x="1433" y="132809"/>
                  </a:lnTo>
                  <a:lnTo>
                    <a:pt x="1911" y="131853"/>
                  </a:lnTo>
                  <a:lnTo>
                    <a:pt x="1433" y="130898"/>
                  </a:lnTo>
                  <a:lnTo>
                    <a:pt x="956" y="129465"/>
                  </a:lnTo>
                  <a:lnTo>
                    <a:pt x="956" y="127076"/>
                  </a:lnTo>
                  <a:lnTo>
                    <a:pt x="1433" y="126120"/>
                  </a:lnTo>
                  <a:lnTo>
                    <a:pt x="1433" y="125165"/>
                  </a:lnTo>
                  <a:lnTo>
                    <a:pt x="1433" y="123732"/>
                  </a:lnTo>
                  <a:lnTo>
                    <a:pt x="1433" y="119432"/>
                  </a:lnTo>
                  <a:lnTo>
                    <a:pt x="1911" y="118954"/>
                  </a:lnTo>
                  <a:lnTo>
                    <a:pt x="1911" y="118477"/>
                  </a:lnTo>
                  <a:lnTo>
                    <a:pt x="1911" y="117999"/>
                  </a:lnTo>
                  <a:lnTo>
                    <a:pt x="1433" y="116566"/>
                  </a:lnTo>
                  <a:lnTo>
                    <a:pt x="956" y="115133"/>
                  </a:lnTo>
                  <a:lnTo>
                    <a:pt x="956" y="113222"/>
                  </a:lnTo>
                  <a:lnTo>
                    <a:pt x="478" y="111311"/>
                  </a:lnTo>
                  <a:lnTo>
                    <a:pt x="0" y="110833"/>
                  </a:lnTo>
                  <a:lnTo>
                    <a:pt x="478" y="107489"/>
                  </a:lnTo>
                  <a:lnTo>
                    <a:pt x="478" y="103189"/>
                  </a:lnTo>
                  <a:lnTo>
                    <a:pt x="478" y="101278"/>
                  </a:lnTo>
                  <a:lnTo>
                    <a:pt x="956" y="100323"/>
                  </a:lnTo>
                  <a:lnTo>
                    <a:pt x="956" y="96979"/>
                  </a:lnTo>
                  <a:lnTo>
                    <a:pt x="956" y="94112"/>
                  </a:lnTo>
                  <a:lnTo>
                    <a:pt x="1911" y="89335"/>
                  </a:lnTo>
                  <a:lnTo>
                    <a:pt x="4299" y="88858"/>
                  </a:lnTo>
                  <a:lnTo>
                    <a:pt x="7166" y="88380"/>
                  </a:lnTo>
                  <a:lnTo>
                    <a:pt x="8599" y="86469"/>
                  </a:lnTo>
                  <a:lnTo>
                    <a:pt x="9077" y="84080"/>
                  </a:lnTo>
                  <a:lnTo>
                    <a:pt x="9077" y="81692"/>
                  </a:lnTo>
                  <a:lnTo>
                    <a:pt x="9555" y="81214"/>
                  </a:lnTo>
                  <a:lnTo>
                    <a:pt x="10988" y="79781"/>
                  </a:lnTo>
                  <a:lnTo>
                    <a:pt x="12899" y="77870"/>
                  </a:lnTo>
                  <a:lnTo>
                    <a:pt x="12899" y="77870"/>
                  </a:lnTo>
                  <a:lnTo>
                    <a:pt x="12899" y="75959"/>
                  </a:lnTo>
                  <a:lnTo>
                    <a:pt x="13376" y="75003"/>
                  </a:lnTo>
                  <a:lnTo>
                    <a:pt x="14332" y="74526"/>
                  </a:lnTo>
                  <a:lnTo>
                    <a:pt x="15765" y="74526"/>
                  </a:lnTo>
                  <a:lnTo>
                    <a:pt x="17198" y="73570"/>
                  </a:lnTo>
                  <a:lnTo>
                    <a:pt x="17198" y="73570"/>
                  </a:lnTo>
                  <a:lnTo>
                    <a:pt x="18154" y="71659"/>
                  </a:lnTo>
                  <a:lnTo>
                    <a:pt x="19109" y="68793"/>
                  </a:lnTo>
                  <a:lnTo>
                    <a:pt x="17676" y="66882"/>
                  </a:lnTo>
                  <a:lnTo>
                    <a:pt x="17676" y="66404"/>
                  </a:lnTo>
                  <a:lnTo>
                    <a:pt x="17676" y="66404"/>
                  </a:lnTo>
                  <a:lnTo>
                    <a:pt x="18154" y="65449"/>
                  </a:lnTo>
                  <a:lnTo>
                    <a:pt x="19109" y="64016"/>
                  </a:lnTo>
                  <a:lnTo>
                    <a:pt x="20065" y="64016"/>
                  </a:lnTo>
                  <a:lnTo>
                    <a:pt x="21498" y="64016"/>
                  </a:lnTo>
                  <a:lnTo>
                    <a:pt x="21498" y="64016"/>
                  </a:lnTo>
                  <a:lnTo>
                    <a:pt x="21498" y="64016"/>
                  </a:lnTo>
                  <a:lnTo>
                    <a:pt x="21975" y="63538"/>
                  </a:lnTo>
                  <a:lnTo>
                    <a:pt x="22931" y="60671"/>
                  </a:lnTo>
                  <a:lnTo>
                    <a:pt x="22931" y="59716"/>
                  </a:lnTo>
                  <a:lnTo>
                    <a:pt x="21498" y="57805"/>
                  </a:lnTo>
                  <a:lnTo>
                    <a:pt x="21020" y="55894"/>
                  </a:lnTo>
                  <a:lnTo>
                    <a:pt x="21020" y="53983"/>
                  </a:lnTo>
                  <a:lnTo>
                    <a:pt x="20542" y="52072"/>
                  </a:lnTo>
                  <a:lnTo>
                    <a:pt x="20065" y="51117"/>
                  </a:lnTo>
                  <a:lnTo>
                    <a:pt x="20065" y="51117"/>
                  </a:lnTo>
                  <a:lnTo>
                    <a:pt x="19587" y="50639"/>
                  </a:lnTo>
                  <a:lnTo>
                    <a:pt x="19109" y="50162"/>
                  </a:lnTo>
                  <a:lnTo>
                    <a:pt x="16243" y="45862"/>
                  </a:lnTo>
                  <a:lnTo>
                    <a:pt x="16243" y="43951"/>
                  </a:lnTo>
                  <a:lnTo>
                    <a:pt x="17198" y="41562"/>
                  </a:lnTo>
                  <a:lnTo>
                    <a:pt x="18154" y="40607"/>
                  </a:lnTo>
                  <a:lnTo>
                    <a:pt x="19109" y="39651"/>
                  </a:lnTo>
                  <a:lnTo>
                    <a:pt x="19109" y="39651"/>
                  </a:lnTo>
                  <a:lnTo>
                    <a:pt x="19587" y="39174"/>
                  </a:lnTo>
                  <a:lnTo>
                    <a:pt x="19109" y="38696"/>
                  </a:lnTo>
                  <a:lnTo>
                    <a:pt x="19109" y="38696"/>
                  </a:lnTo>
                  <a:lnTo>
                    <a:pt x="18631" y="38218"/>
                  </a:lnTo>
                  <a:lnTo>
                    <a:pt x="18631" y="36785"/>
                  </a:lnTo>
                  <a:lnTo>
                    <a:pt x="18631" y="36307"/>
                  </a:lnTo>
                  <a:lnTo>
                    <a:pt x="19109" y="35352"/>
                  </a:lnTo>
                  <a:lnTo>
                    <a:pt x="19109" y="33919"/>
                  </a:lnTo>
                  <a:lnTo>
                    <a:pt x="19109" y="31052"/>
                  </a:lnTo>
                  <a:lnTo>
                    <a:pt x="19109" y="27230"/>
                  </a:lnTo>
                  <a:lnTo>
                    <a:pt x="19109" y="25320"/>
                  </a:lnTo>
                  <a:lnTo>
                    <a:pt x="21498" y="23409"/>
                  </a:lnTo>
                  <a:lnTo>
                    <a:pt x="25320" y="20542"/>
                  </a:lnTo>
                  <a:lnTo>
                    <a:pt x="25320" y="20542"/>
                  </a:lnTo>
                  <a:lnTo>
                    <a:pt x="26753" y="17676"/>
                  </a:lnTo>
                  <a:lnTo>
                    <a:pt x="26753" y="17676"/>
                  </a:lnTo>
                  <a:lnTo>
                    <a:pt x="27708" y="15287"/>
                  </a:lnTo>
                  <a:lnTo>
                    <a:pt x="29141" y="7644"/>
                  </a:lnTo>
                  <a:lnTo>
                    <a:pt x="30097" y="7644"/>
                  </a:lnTo>
                  <a:lnTo>
                    <a:pt x="31052" y="7166"/>
                  </a:lnTo>
                  <a:lnTo>
                    <a:pt x="32963" y="5733"/>
                  </a:lnTo>
                  <a:lnTo>
                    <a:pt x="34397" y="4299"/>
                  </a:lnTo>
                  <a:lnTo>
                    <a:pt x="37263" y="3344"/>
                  </a:lnTo>
                  <a:lnTo>
                    <a:pt x="39174" y="2866"/>
                  </a:lnTo>
                  <a:lnTo>
                    <a:pt x="42518" y="2389"/>
                  </a:lnTo>
                  <a:lnTo>
                    <a:pt x="44429" y="2389"/>
                  </a:lnTo>
                  <a:lnTo>
                    <a:pt x="47773" y="2389"/>
                  </a:lnTo>
                  <a:lnTo>
                    <a:pt x="50639" y="2389"/>
                  </a:lnTo>
                  <a:lnTo>
                    <a:pt x="53028" y="955"/>
                  </a:lnTo>
                  <a:lnTo>
                    <a:pt x="54461" y="478"/>
                  </a:lnTo>
                  <a:lnTo>
                    <a:pt x="55894" y="0"/>
                  </a:lnTo>
                  <a:lnTo>
                    <a:pt x="62582" y="1911"/>
                  </a:lnTo>
                  <a:lnTo>
                    <a:pt x="69271" y="3822"/>
                  </a:lnTo>
                  <a:lnTo>
                    <a:pt x="70704" y="3822"/>
                  </a:lnTo>
                  <a:lnTo>
                    <a:pt x="71659" y="4299"/>
                  </a:lnTo>
                  <a:lnTo>
                    <a:pt x="73570" y="5255"/>
                  </a:lnTo>
                  <a:lnTo>
                    <a:pt x="75959" y="7166"/>
                  </a:lnTo>
                  <a:lnTo>
                    <a:pt x="77392" y="8599"/>
                  </a:lnTo>
                  <a:lnTo>
                    <a:pt x="78347" y="9555"/>
                  </a:lnTo>
                  <a:lnTo>
                    <a:pt x="81692" y="14332"/>
                  </a:lnTo>
                  <a:lnTo>
                    <a:pt x="81692" y="14332"/>
                  </a:lnTo>
                  <a:lnTo>
                    <a:pt x="83125" y="15765"/>
                  </a:lnTo>
                  <a:lnTo>
                    <a:pt x="84558" y="16243"/>
                  </a:lnTo>
                  <a:lnTo>
                    <a:pt x="85991" y="16243"/>
                  </a:lnTo>
                  <a:lnTo>
                    <a:pt x="86947" y="16243"/>
                  </a:lnTo>
                  <a:lnTo>
                    <a:pt x="87902" y="15765"/>
                  </a:lnTo>
                  <a:lnTo>
                    <a:pt x="89335" y="14809"/>
                  </a:lnTo>
                  <a:lnTo>
                    <a:pt x="91246" y="14332"/>
                  </a:lnTo>
                  <a:lnTo>
                    <a:pt x="92679" y="14332"/>
                  </a:lnTo>
                  <a:lnTo>
                    <a:pt x="92679" y="14332"/>
                  </a:lnTo>
                  <a:lnTo>
                    <a:pt x="101279" y="10032"/>
                  </a:lnTo>
                  <a:lnTo>
                    <a:pt x="102234" y="10032"/>
                  </a:lnTo>
                  <a:lnTo>
                    <a:pt x="102234" y="10032"/>
                  </a:lnTo>
                  <a:lnTo>
                    <a:pt x="104623" y="10510"/>
                  </a:lnTo>
                  <a:lnTo>
                    <a:pt x="107489" y="10988"/>
                  </a:lnTo>
                  <a:lnTo>
                    <a:pt x="114655" y="15287"/>
                  </a:lnTo>
                  <a:lnTo>
                    <a:pt x="120388" y="18154"/>
                  </a:lnTo>
                  <a:lnTo>
                    <a:pt x="124687" y="19109"/>
                  </a:lnTo>
                  <a:lnTo>
                    <a:pt x="129465" y="19587"/>
                  </a:lnTo>
                  <a:lnTo>
                    <a:pt x="137586" y="20064"/>
                  </a:lnTo>
                  <a:lnTo>
                    <a:pt x="143796" y="13854"/>
                  </a:lnTo>
                  <a:lnTo>
                    <a:pt x="146185" y="12421"/>
                  </a:lnTo>
                  <a:lnTo>
                    <a:pt x="149052" y="11465"/>
                  </a:lnTo>
                  <a:lnTo>
                    <a:pt x="149529" y="10988"/>
                  </a:lnTo>
                  <a:lnTo>
                    <a:pt x="154784" y="10032"/>
                  </a:lnTo>
                  <a:lnTo>
                    <a:pt x="164339" y="9555"/>
                  </a:lnTo>
                  <a:lnTo>
                    <a:pt x="173416" y="9555"/>
                  </a:lnTo>
                  <a:lnTo>
                    <a:pt x="174849" y="10032"/>
                  </a:lnTo>
                  <a:lnTo>
                    <a:pt x="178671" y="10988"/>
                  </a:lnTo>
                  <a:lnTo>
                    <a:pt x="178671" y="10988"/>
                  </a:lnTo>
                  <a:lnTo>
                    <a:pt x="184403" y="12898"/>
                  </a:lnTo>
                  <a:lnTo>
                    <a:pt x="187270" y="14809"/>
                  </a:lnTo>
                  <a:lnTo>
                    <a:pt x="191092" y="14809"/>
                  </a:lnTo>
                  <a:lnTo>
                    <a:pt x="193958" y="14809"/>
                  </a:lnTo>
                  <a:lnTo>
                    <a:pt x="194914" y="12898"/>
                  </a:lnTo>
                  <a:lnTo>
                    <a:pt x="197780" y="10510"/>
                  </a:lnTo>
                  <a:lnTo>
                    <a:pt x="199691" y="9077"/>
                  </a:lnTo>
                  <a:lnTo>
                    <a:pt x="202079" y="8121"/>
                  </a:lnTo>
                  <a:lnTo>
                    <a:pt x="205424" y="6210"/>
                  </a:lnTo>
                  <a:lnTo>
                    <a:pt x="208290" y="5733"/>
                  </a:lnTo>
                  <a:lnTo>
                    <a:pt x="211156" y="3822"/>
                  </a:lnTo>
                  <a:lnTo>
                    <a:pt x="213067" y="3344"/>
                  </a:lnTo>
                  <a:lnTo>
                    <a:pt x="216889" y="3344"/>
                  </a:lnTo>
                  <a:lnTo>
                    <a:pt x="219756" y="7166"/>
                  </a:lnTo>
                  <a:lnTo>
                    <a:pt x="223100" y="11465"/>
                  </a:lnTo>
                  <a:lnTo>
                    <a:pt x="225488" y="14809"/>
                  </a:lnTo>
                  <a:lnTo>
                    <a:pt x="227399" y="23409"/>
                  </a:lnTo>
                  <a:lnTo>
                    <a:pt x="227877" y="25320"/>
                  </a:lnTo>
                  <a:lnTo>
                    <a:pt x="227877" y="25797"/>
                  </a:lnTo>
                  <a:lnTo>
                    <a:pt x="228355" y="26753"/>
                  </a:lnTo>
                  <a:lnTo>
                    <a:pt x="228355" y="27708"/>
                  </a:lnTo>
                  <a:lnTo>
                    <a:pt x="229788" y="28186"/>
                  </a:lnTo>
                  <a:lnTo>
                    <a:pt x="232654" y="28664"/>
                  </a:lnTo>
                  <a:lnTo>
                    <a:pt x="234565" y="29141"/>
                  </a:lnTo>
                  <a:lnTo>
                    <a:pt x="235998" y="30575"/>
                  </a:lnTo>
                  <a:lnTo>
                    <a:pt x="235998" y="31052"/>
                  </a:lnTo>
                  <a:lnTo>
                    <a:pt x="236954" y="320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0" name="Freeform 2029">
              <a:extLst>
                <a:ext uri="{FF2B5EF4-FFF2-40B4-BE49-F238E27FC236}">
                  <a16:creationId xmlns:a16="http://schemas.microsoft.com/office/drawing/2014/main" id="{117667F9-9F6C-4ADA-C780-E34AE9AEBC2D}"/>
                </a:ext>
              </a:extLst>
            </p:cNvPr>
            <p:cNvSpPr/>
            <p:nvPr/>
          </p:nvSpPr>
          <p:spPr>
            <a:xfrm>
              <a:off x="6172436" y="3613187"/>
              <a:ext cx="1433" cy="6210"/>
            </a:xfrm>
            <a:custGeom>
              <a:avLst/>
              <a:gdLst>
                <a:gd name="csX0" fmla="*/ 1433 w 1433"/>
                <a:gd name="csY0" fmla="*/ 0 h 6210"/>
                <a:gd name="csX1" fmla="*/ 478 w 1433"/>
                <a:gd name="csY1" fmla="*/ 2866 h 6210"/>
                <a:gd name="csX2" fmla="*/ 0 w 1433"/>
                <a:gd name="csY2" fmla="*/ 4777 h 6210"/>
                <a:gd name="csX3" fmla="*/ 478 w 1433"/>
                <a:gd name="csY3" fmla="*/ 6210 h 6210"/>
                <a:gd name="csX4" fmla="*/ 0 w 1433"/>
                <a:gd name="csY4" fmla="*/ 4777 h 6210"/>
                <a:gd name="csX5" fmla="*/ 0 w 1433"/>
                <a:gd name="csY5" fmla="*/ 2866 h 6210"/>
                <a:gd name="csX6" fmla="*/ 1433 w 1433"/>
                <a:gd name="csY6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6210">
                  <a:moveTo>
                    <a:pt x="1433" y="0"/>
                  </a:moveTo>
                  <a:lnTo>
                    <a:pt x="478" y="2866"/>
                  </a:lnTo>
                  <a:lnTo>
                    <a:pt x="0" y="4777"/>
                  </a:lnTo>
                  <a:lnTo>
                    <a:pt x="478" y="6210"/>
                  </a:lnTo>
                  <a:lnTo>
                    <a:pt x="0" y="4777"/>
                  </a:lnTo>
                  <a:lnTo>
                    <a:pt x="0" y="286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1" name="Freeform 2030">
              <a:extLst>
                <a:ext uri="{FF2B5EF4-FFF2-40B4-BE49-F238E27FC236}">
                  <a16:creationId xmlns:a16="http://schemas.microsoft.com/office/drawing/2014/main" id="{138882C1-1D89-354F-5A6C-912EABDB14CA}"/>
                </a:ext>
              </a:extLst>
            </p:cNvPr>
            <p:cNvSpPr/>
            <p:nvPr/>
          </p:nvSpPr>
          <p:spPr>
            <a:xfrm>
              <a:off x="6172436" y="4516574"/>
              <a:ext cx="1433" cy="4299"/>
            </a:xfrm>
            <a:custGeom>
              <a:avLst/>
              <a:gdLst>
                <a:gd name="csX0" fmla="*/ 1433 w 1433"/>
                <a:gd name="csY0" fmla="*/ 0 h 4299"/>
                <a:gd name="csX1" fmla="*/ 956 w 1433"/>
                <a:gd name="csY1" fmla="*/ 2867 h 4299"/>
                <a:gd name="csX2" fmla="*/ 0 w 1433"/>
                <a:gd name="csY2" fmla="*/ 4300 h 4299"/>
                <a:gd name="csX3" fmla="*/ 956 w 1433"/>
                <a:gd name="csY3" fmla="*/ 2867 h 4299"/>
                <a:gd name="csX4" fmla="*/ 1433 w 1433"/>
                <a:gd name="csY4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299">
                  <a:moveTo>
                    <a:pt x="1433" y="0"/>
                  </a:moveTo>
                  <a:lnTo>
                    <a:pt x="956" y="2867"/>
                  </a:lnTo>
                  <a:lnTo>
                    <a:pt x="0" y="4300"/>
                  </a:lnTo>
                  <a:lnTo>
                    <a:pt x="956" y="2867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2" name="Freeform 2031">
              <a:extLst>
                <a:ext uri="{FF2B5EF4-FFF2-40B4-BE49-F238E27FC236}">
                  <a16:creationId xmlns:a16="http://schemas.microsoft.com/office/drawing/2014/main" id="{E2420C94-8F1B-12E0-CEB9-0BB1C9E2C4AC}"/>
                </a:ext>
              </a:extLst>
            </p:cNvPr>
            <p:cNvSpPr/>
            <p:nvPr/>
          </p:nvSpPr>
          <p:spPr>
            <a:xfrm>
              <a:off x="6165747" y="5053542"/>
              <a:ext cx="7643" cy="477"/>
            </a:xfrm>
            <a:custGeom>
              <a:avLst/>
              <a:gdLst>
                <a:gd name="csX0" fmla="*/ 7644 w 7643"/>
                <a:gd name="csY0" fmla="*/ 478 h 477"/>
                <a:gd name="csX1" fmla="*/ 3822 w 7643"/>
                <a:gd name="csY1" fmla="*/ 478 h 477"/>
                <a:gd name="csX2" fmla="*/ 0 w 7643"/>
                <a:gd name="csY2" fmla="*/ 478 h 477"/>
                <a:gd name="csX3" fmla="*/ 3822 w 7643"/>
                <a:gd name="csY3" fmla="*/ 0 h 477"/>
                <a:gd name="csX4" fmla="*/ 7644 w 7643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477">
                  <a:moveTo>
                    <a:pt x="7644" y="478"/>
                  </a:moveTo>
                  <a:lnTo>
                    <a:pt x="3822" y="478"/>
                  </a:lnTo>
                  <a:lnTo>
                    <a:pt x="0" y="478"/>
                  </a:lnTo>
                  <a:lnTo>
                    <a:pt x="3822" y="0"/>
                  </a:lnTo>
                  <a:lnTo>
                    <a:pt x="76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3" name="Freeform 2032">
              <a:extLst>
                <a:ext uri="{FF2B5EF4-FFF2-40B4-BE49-F238E27FC236}">
                  <a16:creationId xmlns:a16="http://schemas.microsoft.com/office/drawing/2014/main" id="{1583E6C2-8D76-E10D-710B-F6FF4A65F6A7}"/>
                </a:ext>
              </a:extLst>
            </p:cNvPr>
            <p:cNvSpPr/>
            <p:nvPr/>
          </p:nvSpPr>
          <p:spPr>
            <a:xfrm>
              <a:off x="6171480" y="4510363"/>
              <a:ext cx="1433" cy="1911"/>
            </a:xfrm>
            <a:custGeom>
              <a:avLst/>
              <a:gdLst>
                <a:gd name="csX0" fmla="*/ 1433 w 1433"/>
                <a:gd name="csY0" fmla="*/ 1433 h 1911"/>
                <a:gd name="csX1" fmla="*/ 1433 w 1433"/>
                <a:gd name="csY1" fmla="*/ 1911 h 1911"/>
                <a:gd name="csX2" fmla="*/ 1433 w 1433"/>
                <a:gd name="csY2" fmla="*/ 1433 h 1911"/>
                <a:gd name="csX3" fmla="*/ 0 w 1433"/>
                <a:gd name="csY3" fmla="*/ 0 h 1911"/>
                <a:gd name="csX4" fmla="*/ 1433 w 1433"/>
                <a:gd name="csY4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1911">
                  <a:moveTo>
                    <a:pt x="1433" y="1433"/>
                  </a:moveTo>
                  <a:lnTo>
                    <a:pt x="1433" y="1911"/>
                  </a:lnTo>
                  <a:lnTo>
                    <a:pt x="1433" y="1433"/>
                  </a:lnTo>
                  <a:lnTo>
                    <a:pt x="0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4" name="Freeform 2033">
              <a:extLst>
                <a:ext uri="{FF2B5EF4-FFF2-40B4-BE49-F238E27FC236}">
                  <a16:creationId xmlns:a16="http://schemas.microsoft.com/office/drawing/2014/main" id="{78010EF1-4B98-729E-2837-35689AF3882C}"/>
                </a:ext>
              </a:extLst>
            </p:cNvPr>
            <p:cNvSpPr/>
            <p:nvPr/>
          </p:nvSpPr>
          <p:spPr>
            <a:xfrm>
              <a:off x="6172436" y="4523739"/>
              <a:ext cx="477" cy="1911"/>
            </a:xfrm>
            <a:custGeom>
              <a:avLst/>
              <a:gdLst>
                <a:gd name="csX0" fmla="*/ 478 w 477"/>
                <a:gd name="csY0" fmla="*/ 0 h 1911"/>
                <a:gd name="csX1" fmla="*/ 478 w 477"/>
                <a:gd name="csY1" fmla="*/ 956 h 1911"/>
                <a:gd name="csX2" fmla="*/ 0 w 477"/>
                <a:gd name="csY2" fmla="*/ 1911 h 1911"/>
                <a:gd name="csX3" fmla="*/ 478 w 477"/>
                <a:gd name="csY3" fmla="*/ 956 h 1911"/>
                <a:gd name="csX4" fmla="*/ 478 w 477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911">
                  <a:moveTo>
                    <a:pt x="478" y="0"/>
                  </a:moveTo>
                  <a:lnTo>
                    <a:pt x="478" y="956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5" name="Freeform 2034">
              <a:extLst>
                <a:ext uri="{FF2B5EF4-FFF2-40B4-BE49-F238E27FC236}">
                  <a16:creationId xmlns:a16="http://schemas.microsoft.com/office/drawing/2014/main" id="{9BD715FB-42B9-CA50-34DF-54AAB1DCCBEC}"/>
                </a:ext>
              </a:extLst>
            </p:cNvPr>
            <p:cNvSpPr/>
            <p:nvPr/>
          </p:nvSpPr>
          <p:spPr>
            <a:xfrm>
              <a:off x="6168136" y="4036455"/>
              <a:ext cx="4299" cy="3344"/>
            </a:xfrm>
            <a:custGeom>
              <a:avLst/>
              <a:gdLst>
                <a:gd name="csX0" fmla="*/ 3822 w 4299"/>
                <a:gd name="csY0" fmla="*/ 1911 h 3344"/>
                <a:gd name="csX1" fmla="*/ 4300 w 4299"/>
                <a:gd name="csY1" fmla="*/ 2867 h 3344"/>
                <a:gd name="csX2" fmla="*/ 3822 w 4299"/>
                <a:gd name="csY2" fmla="*/ 3344 h 3344"/>
                <a:gd name="csX3" fmla="*/ 1911 w 4299"/>
                <a:gd name="csY3" fmla="*/ 3344 h 3344"/>
                <a:gd name="csX4" fmla="*/ 0 w 4299"/>
                <a:gd name="csY4" fmla="*/ 2389 h 3344"/>
                <a:gd name="csX5" fmla="*/ 0 w 4299"/>
                <a:gd name="csY5" fmla="*/ 0 h 3344"/>
                <a:gd name="csX6" fmla="*/ 1911 w 4299"/>
                <a:gd name="csY6" fmla="*/ 478 h 3344"/>
                <a:gd name="csX7" fmla="*/ 3822 w 4299"/>
                <a:gd name="csY7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3344">
                  <a:moveTo>
                    <a:pt x="3822" y="1911"/>
                  </a:moveTo>
                  <a:lnTo>
                    <a:pt x="4300" y="2867"/>
                  </a:lnTo>
                  <a:lnTo>
                    <a:pt x="3822" y="3344"/>
                  </a:lnTo>
                  <a:lnTo>
                    <a:pt x="1911" y="3344"/>
                  </a:lnTo>
                  <a:lnTo>
                    <a:pt x="0" y="2389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3822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6" name="Freeform 2035">
              <a:extLst>
                <a:ext uri="{FF2B5EF4-FFF2-40B4-BE49-F238E27FC236}">
                  <a16:creationId xmlns:a16="http://schemas.microsoft.com/office/drawing/2014/main" id="{DFB9EDAA-15E8-69A6-A248-2A0804ED008F}"/>
                </a:ext>
              </a:extLst>
            </p:cNvPr>
            <p:cNvSpPr/>
            <p:nvPr/>
          </p:nvSpPr>
          <p:spPr>
            <a:xfrm>
              <a:off x="6170047" y="3804279"/>
              <a:ext cx="1911" cy="3344"/>
            </a:xfrm>
            <a:custGeom>
              <a:avLst/>
              <a:gdLst>
                <a:gd name="csX0" fmla="*/ 1911 w 1911"/>
                <a:gd name="csY0" fmla="*/ 0 h 3344"/>
                <a:gd name="csX1" fmla="*/ 1433 w 1911"/>
                <a:gd name="csY1" fmla="*/ 1433 h 3344"/>
                <a:gd name="csX2" fmla="*/ 0 w 1911"/>
                <a:gd name="csY2" fmla="*/ 3344 h 3344"/>
                <a:gd name="csX3" fmla="*/ 1433 w 1911"/>
                <a:gd name="csY3" fmla="*/ 1433 h 3344"/>
                <a:gd name="csX4" fmla="*/ 1911 w 1911"/>
                <a:gd name="csY4" fmla="*/ 0 h 3344"/>
                <a:gd name="csX5" fmla="*/ 1911 w 1911"/>
                <a:gd name="csY5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3344">
                  <a:moveTo>
                    <a:pt x="1911" y="0"/>
                  </a:moveTo>
                  <a:lnTo>
                    <a:pt x="1433" y="1433"/>
                  </a:lnTo>
                  <a:lnTo>
                    <a:pt x="0" y="3344"/>
                  </a:lnTo>
                  <a:lnTo>
                    <a:pt x="1433" y="1433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7" name="Freeform 2036">
              <a:extLst>
                <a:ext uri="{FF2B5EF4-FFF2-40B4-BE49-F238E27FC236}">
                  <a16:creationId xmlns:a16="http://schemas.microsoft.com/office/drawing/2014/main" id="{941DDCB5-46C4-7465-D79F-ECF303F6FBB6}"/>
                </a:ext>
              </a:extLst>
            </p:cNvPr>
            <p:cNvSpPr/>
            <p:nvPr/>
          </p:nvSpPr>
          <p:spPr>
            <a:xfrm>
              <a:off x="6167181" y="3816700"/>
              <a:ext cx="3821" cy="13854"/>
            </a:xfrm>
            <a:custGeom>
              <a:avLst/>
              <a:gdLst>
                <a:gd name="csX0" fmla="*/ 3822 w 3821"/>
                <a:gd name="csY0" fmla="*/ 11943 h 13854"/>
                <a:gd name="csX1" fmla="*/ 3822 w 3821"/>
                <a:gd name="csY1" fmla="*/ 12899 h 13854"/>
                <a:gd name="csX2" fmla="*/ 3822 w 3821"/>
                <a:gd name="csY2" fmla="*/ 13854 h 13854"/>
                <a:gd name="csX3" fmla="*/ 2389 w 3821"/>
                <a:gd name="csY3" fmla="*/ 12421 h 13854"/>
                <a:gd name="csX4" fmla="*/ 1911 w 3821"/>
                <a:gd name="csY4" fmla="*/ 10510 h 13854"/>
                <a:gd name="csX5" fmla="*/ 478 w 3821"/>
                <a:gd name="csY5" fmla="*/ 6688 h 13854"/>
                <a:gd name="csX6" fmla="*/ 0 w 3821"/>
                <a:gd name="csY6" fmla="*/ 5733 h 13854"/>
                <a:gd name="csX7" fmla="*/ 955 w 3821"/>
                <a:gd name="csY7" fmla="*/ 4777 h 13854"/>
                <a:gd name="csX8" fmla="*/ 955 w 3821"/>
                <a:gd name="csY8" fmla="*/ 3822 h 13854"/>
                <a:gd name="csX9" fmla="*/ 0 w 3821"/>
                <a:gd name="csY9" fmla="*/ 478 h 13854"/>
                <a:gd name="csX10" fmla="*/ 955 w 3821"/>
                <a:gd name="csY10" fmla="*/ 0 h 13854"/>
                <a:gd name="csX11" fmla="*/ 1433 w 3821"/>
                <a:gd name="csY11" fmla="*/ 0 h 13854"/>
                <a:gd name="csX12" fmla="*/ 1433 w 3821"/>
                <a:gd name="csY12" fmla="*/ 1911 h 13854"/>
                <a:gd name="csX13" fmla="*/ 1911 w 3821"/>
                <a:gd name="csY13" fmla="*/ 3344 h 13854"/>
                <a:gd name="csX14" fmla="*/ 3344 w 3821"/>
                <a:gd name="csY14" fmla="*/ 4777 h 13854"/>
                <a:gd name="csX15" fmla="*/ 3344 w 3821"/>
                <a:gd name="csY15" fmla="*/ 7644 h 13854"/>
                <a:gd name="csX16" fmla="*/ 3344 w 3821"/>
                <a:gd name="csY16" fmla="*/ 10988 h 13854"/>
                <a:gd name="csX17" fmla="*/ 3822 w 3821"/>
                <a:gd name="csY17" fmla="*/ 11943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821" h="13854">
                  <a:moveTo>
                    <a:pt x="3822" y="11943"/>
                  </a:moveTo>
                  <a:lnTo>
                    <a:pt x="3822" y="12899"/>
                  </a:lnTo>
                  <a:lnTo>
                    <a:pt x="3822" y="13854"/>
                  </a:lnTo>
                  <a:lnTo>
                    <a:pt x="2389" y="12421"/>
                  </a:lnTo>
                  <a:lnTo>
                    <a:pt x="1911" y="10510"/>
                  </a:lnTo>
                  <a:lnTo>
                    <a:pt x="478" y="6688"/>
                  </a:lnTo>
                  <a:lnTo>
                    <a:pt x="0" y="5733"/>
                  </a:lnTo>
                  <a:lnTo>
                    <a:pt x="955" y="4777"/>
                  </a:lnTo>
                  <a:lnTo>
                    <a:pt x="955" y="3822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433" y="1911"/>
                  </a:lnTo>
                  <a:lnTo>
                    <a:pt x="1911" y="3344"/>
                  </a:lnTo>
                  <a:lnTo>
                    <a:pt x="3344" y="4777"/>
                  </a:lnTo>
                  <a:lnTo>
                    <a:pt x="3344" y="7644"/>
                  </a:lnTo>
                  <a:lnTo>
                    <a:pt x="3344" y="10988"/>
                  </a:lnTo>
                  <a:lnTo>
                    <a:pt x="3822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8" name="Freeform 2037">
              <a:extLst>
                <a:ext uri="{FF2B5EF4-FFF2-40B4-BE49-F238E27FC236}">
                  <a16:creationId xmlns:a16="http://schemas.microsoft.com/office/drawing/2014/main" id="{5C4B6D85-F2D1-0290-194F-5971DA6429BD}"/>
                </a:ext>
              </a:extLst>
            </p:cNvPr>
            <p:cNvSpPr/>
            <p:nvPr/>
          </p:nvSpPr>
          <p:spPr>
            <a:xfrm>
              <a:off x="6056348" y="4692856"/>
              <a:ext cx="114655" cy="112744"/>
            </a:xfrm>
            <a:custGeom>
              <a:avLst/>
              <a:gdLst>
                <a:gd name="csX0" fmla="*/ 114655 w 114655"/>
                <a:gd name="csY0" fmla="*/ 52072 h 112744"/>
                <a:gd name="csX1" fmla="*/ 114655 w 114655"/>
                <a:gd name="csY1" fmla="*/ 53028 h 112744"/>
                <a:gd name="csX2" fmla="*/ 113700 w 114655"/>
                <a:gd name="csY2" fmla="*/ 55894 h 112744"/>
                <a:gd name="csX3" fmla="*/ 113222 w 114655"/>
                <a:gd name="csY3" fmla="*/ 59238 h 112744"/>
                <a:gd name="csX4" fmla="*/ 113222 w 114655"/>
                <a:gd name="csY4" fmla="*/ 61627 h 112744"/>
                <a:gd name="csX5" fmla="*/ 113700 w 114655"/>
                <a:gd name="csY5" fmla="*/ 64016 h 112744"/>
                <a:gd name="csX6" fmla="*/ 114177 w 114655"/>
                <a:gd name="csY6" fmla="*/ 67360 h 112744"/>
                <a:gd name="csX7" fmla="*/ 113700 w 114655"/>
                <a:gd name="csY7" fmla="*/ 69271 h 112744"/>
                <a:gd name="csX8" fmla="*/ 113222 w 114655"/>
                <a:gd name="csY8" fmla="*/ 70704 h 112744"/>
                <a:gd name="csX9" fmla="*/ 113222 w 114655"/>
                <a:gd name="csY9" fmla="*/ 71659 h 112744"/>
                <a:gd name="csX10" fmla="*/ 113222 w 114655"/>
                <a:gd name="csY10" fmla="*/ 72615 h 112744"/>
                <a:gd name="csX11" fmla="*/ 112744 w 114655"/>
                <a:gd name="csY11" fmla="*/ 75959 h 112744"/>
                <a:gd name="csX12" fmla="*/ 112266 w 114655"/>
                <a:gd name="csY12" fmla="*/ 76437 h 112744"/>
                <a:gd name="csX13" fmla="*/ 110833 w 114655"/>
                <a:gd name="csY13" fmla="*/ 76914 h 112744"/>
                <a:gd name="csX14" fmla="*/ 109878 w 114655"/>
                <a:gd name="csY14" fmla="*/ 77870 h 112744"/>
                <a:gd name="csX15" fmla="*/ 109878 w 114655"/>
                <a:gd name="csY15" fmla="*/ 79303 h 112744"/>
                <a:gd name="csX16" fmla="*/ 108922 w 114655"/>
                <a:gd name="csY16" fmla="*/ 81214 h 112744"/>
                <a:gd name="csX17" fmla="*/ 108445 w 114655"/>
                <a:gd name="csY17" fmla="*/ 81692 h 112744"/>
                <a:gd name="csX18" fmla="*/ 108445 w 114655"/>
                <a:gd name="csY18" fmla="*/ 82647 h 112744"/>
                <a:gd name="csX19" fmla="*/ 108922 w 114655"/>
                <a:gd name="csY19" fmla="*/ 83125 h 112744"/>
                <a:gd name="csX20" fmla="*/ 108922 w 114655"/>
                <a:gd name="csY20" fmla="*/ 84080 h 112744"/>
                <a:gd name="csX21" fmla="*/ 107489 w 114655"/>
                <a:gd name="csY21" fmla="*/ 85513 h 112744"/>
                <a:gd name="csX22" fmla="*/ 106534 w 114655"/>
                <a:gd name="csY22" fmla="*/ 86469 h 112744"/>
                <a:gd name="csX23" fmla="*/ 105100 w 114655"/>
                <a:gd name="csY23" fmla="*/ 86947 h 112744"/>
                <a:gd name="csX24" fmla="*/ 102712 w 114655"/>
                <a:gd name="csY24" fmla="*/ 86469 h 112744"/>
                <a:gd name="csX25" fmla="*/ 102234 w 114655"/>
                <a:gd name="csY25" fmla="*/ 85513 h 112744"/>
                <a:gd name="csX26" fmla="*/ 102712 w 114655"/>
                <a:gd name="csY26" fmla="*/ 84558 h 112744"/>
                <a:gd name="csX27" fmla="*/ 102712 w 114655"/>
                <a:gd name="csY27" fmla="*/ 84080 h 112744"/>
                <a:gd name="csX28" fmla="*/ 101756 w 114655"/>
                <a:gd name="csY28" fmla="*/ 83125 h 112744"/>
                <a:gd name="csX29" fmla="*/ 100801 w 114655"/>
                <a:gd name="csY29" fmla="*/ 80736 h 112744"/>
                <a:gd name="csX30" fmla="*/ 99845 w 114655"/>
                <a:gd name="csY30" fmla="*/ 80258 h 112744"/>
                <a:gd name="csX31" fmla="*/ 99368 w 114655"/>
                <a:gd name="csY31" fmla="*/ 81214 h 112744"/>
                <a:gd name="csX32" fmla="*/ 97457 w 114655"/>
                <a:gd name="csY32" fmla="*/ 83125 h 112744"/>
                <a:gd name="csX33" fmla="*/ 94590 w 114655"/>
                <a:gd name="csY33" fmla="*/ 85036 h 112744"/>
                <a:gd name="csX34" fmla="*/ 92202 w 114655"/>
                <a:gd name="csY34" fmla="*/ 85036 h 112744"/>
                <a:gd name="csX35" fmla="*/ 88380 w 114655"/>
                <a:gd name="csY35" fmla="*/ 84558 h 112744"/>
                <a:gd name="csX36" fmla="*/ 85036 w 114655"/>
                <a:gd name="csY36" fmla="*/ 83603 h 112744"/>
                <a:gd name="csX37" fmla="*/ 83603 w 114655"/>
                <a:gd name="csY37" fmla="*/ 81214 h 112744"/>
                <a:gd name="csX38" fmla="*/ 82647 w 114655"/>
                <a:gd name="csY38" fmla="*/ 78825 h 112744"/>
                <a:gd name="csX39" fmla="*/ 81214 w 114655"/>
                <a:gd name="csY39" fmla="*/ 76437 h 112744"/>
                <a:gd name="csX40" fmla="*/ 79303 w 114655"/>
                <a:gd name="csY40" fmla="*/ 75481 h 112744"/>
                <a:gd name="csX41" fmla="*/ 77870 w 114655"/>
                <a:gd name="csY41" fmla="*/ 75004 h 112744"/>
                <a:gd name="csX42" fmla="*/ 76914 w 114655"/>
                <a:gd name="csY42" fmla="*/ 74526 h 112744"/>
                <a:gd name="csX43" fmla="*/ 74526 w 114655"/>
                <a:gd name="csY43" fmla="*/ 75959 h 112744"/>
                <a:gd name="csX44" fmla="*/ 74048 w 114655"/>
                <a:gd name="csY44" fmla="*/ 76437 h 112744"/>
                <a:gd name="csX45" fmla="*/ 74048 w 114655"/>
                <a:gd name="csY45" fmla="*/ 77870 h 112744"/>
                <a:gd name="csX46" fmla="*/ 74048 w 114655"/>
                <a:gd name="csY46" fmla="*/ 78825 h 112744"/>
                <a:gd name="csX47" fmla="*/ 74526 w 114655"/>
                <a:gd name="csY47" fmla="*/ 79303 h 112744"/>
                <a:gd name="csX48" fmla="*/ 75004 w 114655"/>
                <a:gd name="csY48" fmla="*/ 79781 h 112744"/>
                <a:gd name="csX49" fmla="*/ 75004 w 114655"/>
                <a:gd name="csY49" fmla="*/ 80736 h 112744"/>
                <a:gd name="csX50" fmla="*/ 74526 w 114655"/>
                <a:gd name="csY50" fmla="*/ 82170 h 112744"/>
                <a:gd name="csX51" fmla="*/ 74048 w 114655"/>
                <a:gd name="csY51" fmla="*/ 84080 h 112744"/>
                <a:gd name="csX52" fmla="*/ 66404 w 114655"/>
                <a:gd name="csY52" fmla="*/ 85513 h 112744"/>
                <a:gd name="csX53" fmla="*/ 65449 w 114655"/>
                <a:gd name="csY53" fmla="*/ 85036 h 112744"/>
                <a:gd name="csX54" fmla="*/ 64493 w 114655"/>
                <a:gd name="csY54" fmla="*/ 84080 h 112744"/>
                <a:gd name="csX55" fmla="*/ 63060 w 114655"/>
                <a:gd name="csY55" fmla="*/ 84080 h 112744"/>
                <a:gd name="csX56" fmla="*/ 59716 w 114655"/>
                <a:gd name="csY56" fmla="*/ 85036 h 112744"/>
                <a:gd name="csX57" fmla="*/ 58761 w 114655"/>
                <a:gd name="csY57" fmla="*/ 84558 h 112744"/>
                <a:gd name="csX58" fmla="*/ 57328 w 114655"/>
                <a:gd name="csY58" fmla="*/ 84080 h 112744"/>
                <a:gd name="csX59" fmla="*/ 56850 w 114655"/>
                <a:gd name="csY59" fmla="*/ 84558 h 112744"/>
                <a:gd name="csX60" fmla="*/ 56850 w 114655"/>
                <a:gd name="csY60" fmla="*/ 85036 h 112744"/>
                <a:gd name="csX61" fmla="*/ 57328 w 114655"/>
                <a:gd name="csY61" fmla="*/ 88858 h 112744"/>
                <a:gd name="csX62" fmla="*/ 57328 w 114655"/>
                <a:gd name="csY62" fmla="*/ 89813 h 112744"/>
                <a:gd name="csX63" fmla="*/ 56372 w 114655"/>
                <a:gd name="csY63" fmla="*/ 91724 h 112744"/>
                <a:gd name="csX64" fmla="*/ 56372 w 114655"/>
                <a:gd name="csY64" fmla="*/ 93157 h 112744"/>
                <a:gd name="csX65" fmla="*/ 58283 w 114655"/>
                <a:gd name="csY65" fmla="*/ 93157 h 112744"/>
                <a:gd name="csX66" fmla="*/ 58761 w 114655"/>
                <a:gd name="csY66" fmla="*/ 94113 h 112744"/>
                <a:gd name="csX67" fmla="*/ 59716 w 114655"/>
                <a:gd name="csY67" fmla="*/ 94590 h 112744"/>
                <a:gd name="csX68" fmla="*/ 60672 w 114655"/>
                <a:gd name="csY68" fmla="*/ 95546 h 112744"/>
                <a:gd name="csX69" fmla="*/ 60672 w 114655"/>
                <a:gd name="csY69" fmla="*/ 96024 h 112744"/>
                <a:gd name="csX70" fmla="*/ 59716 w 114655"/>
                <a:gd name="csY70" fmla="*/ 96979 h 112744"/>
                <a:gd name="csX71" fmla="*/ 59238 w 114655"/>
                <a:gd name="csY71" fmla="*/ 98412 h 112744"/>
                <a:gd name="csX72" fmla="*/ 59716 w 114655"/>
                <a:gd name="csY72" fmla="*/ 99368 h 112744"/>
                <a:gd name="csX73" fmla="*/ 61149 w 114655"/>
                <a:gd name="csY73" fmla="*/ 100323 h 112744"/>
                <a:gd name="csX74" fmla="*/ 63060 w 114655"/>
                <a:gd name="csY74" fmla="*/ 101279 h 112744"/>
                <a:gd name="csX75" fmla="*/ 64016 w 114655"/>
                <a:gd name="csY75" fmla="*/ 101756 h 112744"/>
                <a:gd name="csX76" fmla="*/ 64016 w 114655"/>
                <a:gd name="csY76" fmla="*/ 102234 h 112744"/>
                <a:gd name="csX77" fmla="*/ 63060 w 114655"/>
                <a:gd name="csY77" fmla="*/ 103667 h 112744"/>
                <a:gd name="csX78" fmla="*/ 62582 w 114655"/>
                <a:gd name="csY78" fmla="*/ 104623 h 112744"/>
                <a:gd name="csX79" fmla="*/ 62105 w 114655"/>
                <a:gd name="csY79" fmla="*/ 105578 h 112744"/>
                <a:gd name="csX80" fmla="*/ 62105 w 114655"/>
                <a:gd name="csY80" fmla="*/ 106534 h 112744"/>
                <a:gd name="csX81" fmla="*/ 63060 w 114655"/>
                <a:gd name="csY81" fmla="*/ 107011 h 112744"/>
                <a:gd name="csX82" fmla="*/ 63060 w 114655"/>
                <a:gd name="csY82" fmla="*/ 107967 h 112744"/>
                <a:gd name="csX83" fmla="*/ 62582 w 114655"/>
                <a:gd name="csY83" fmla="*/ 108445 h 112744"/>
                <a:gd name="csX84" fmla="*/ 61149 w 114655"/>
                <a:gd name="csY84" fmla="*/ 108445 h 112744"/>
                <a:gd name="csX85" fmla="*/ 60194 w 114655"/>
                <a:gd name="csY85" fmla="*/ 108445 h 112744"/>
                <a:gd name="csX86" fmla="*/ 59238 w 114655"/>
                <a:gd name="csY86" fmla="*/ 108445 h 112744"/>
                <a:gd name="csX87" fmla="*/ 56372 w 114655"/>
                <a:gd name="csY87" fmla="*/ 105578 h 112744"/>
                <a:gd name="csX88" fmla="*/ 55416 w 114655"/>
                <a:gd name="csY88" fmla="*/ 105578 h 112744"/>
                <a:gd name="csX89" fmla="*/ 51117 w 114655"/>
                <a:gd name="csY89" fmla="*/ 107489 h 112744"/>
                <a:gd name="csX90" fmla="*/ 50162 w 114655"/>
                <a:gd name="csY90" fmla="*/ 108445 h 112744"/>
                <a:gd name="csX91" fmla="*/ 49206 w 114655"/>
                <a:gd name="csY91" fmla="*/ 109878 h 112744"/>
                <a:gd name="csX92" fmla="*/ 48251 w 114655"/>
                <a:gd name="csY92" fmla="*/ 112744 h 112744"/>
                <a:gd name="csX93" fmla="*/ 46340 w 114655"/>
                <a:gd name="csY93" fmla="*/ 110833 h 112744"/>
                <a:gd name="csX94" fmla="*/ 44429 w 114655"/>
                <a:gd name="csY94" fmla="*/ 107967 h 112744"/>
                <a:gd name="csX95" fmla="*/ 42518 w 114655"/>
                <a:gd name="csY95" fmla="*/ 106056 h 112744"/>
                <a:gd name="csX96" fmla="*/ 38218 w 114655"/>
                <a:gd name="csY96" fmla="*/ 103189 h 112744"/>
                <a:gd name="csX97" fmla="*/ 37263 w 114655"/>
                <a:gd name="csY97" fmla="*/ 100801 h 112744"/>
                <a:gd name="csX98" fmla="*/ 32486 w 114655"/>
                <a:gd name="csY98" fmla="*/ 96024 h 112744"/>
                <a:gd name="csX99" fmla="*/ 25797 w 114655"/>
                <a:gd name="csY99" fmla="*/ 91246 h 112744"/>
                <a:gd name="csX100" fmla="*/ 21020 w 114655"/>
                <a:gd name="csY100" fmla="*/ 87424 h 112744"/>
                <a:gd name="csX101" fmla="*/ 20065 w 114655"/>
                <a:gd name="csY101" fmla="*/ 86469 h 112744"/>
                <a:gd name="csX102" fmla="*/ 21020 w 114655"/>
                <a:gd name="csY102" fmla="*/ 86469 h 112744"/>
                <a:gd name="csX103" fmla="*/ 25797 w 114655"/>
                <a:gd name="csY103" fmla="*/ 88380 h 112744"/>
                <a:gd name="csX104" fmla="*/ 26275 w 114655"/>
                <a:gd name="csY104" fmla="*/ 88380 h 112744"/>
                <a:gd name="csX105" fmla="*/ 26753 w 114655"/>
                <a:gd name="csY105" fmla="*/ 87902 h 112744"/>
                <a:gd name="csX106" fmla="*/ 24842 w 114655"/>
                <a:gd name="csY106" fmla="*/ 86947 h 112744"/>
                <a:gd name="csX107" fmla="*/ 22931 w 114655"/>
                <a:gd name="csY107" fmla="*/ 85991 h 112744"/>
                <a:gd name="csX108" fmla="*/ 21020 w 114655"/>
                <a:gd name="csY108" fmla="*/ 85513 h 112744"/>
                <a:gd name="csX109" fmla="*/ 19109 w 114655"/>
                <a:gd name="csY109" fmla="*/ 85513 h 112744"/>
                <a:gd name="csX110" fmla="*/ 18154 w 114655"/>
                <a:gd name="csY110" fmla="*/ 84558 h 112744"/>
                <a:gd name="csX111" fmla="*/ 17676 w 114655"/>
                <a:gd name="csY111" fmla="*/ 83125 h 112744"/>
                <a:gd name="csX112" fmla="*/ 17198 w 114655"/>
                <a:gd name="csY112" fmla="*/ 82170 h 112744"/>
                <a:gd name="csX113" fmla="*/ 16243 w 114655"/>
                <a:gd name="csY113" fmla="*/ 80736 h 112744"/>
                <a:gd name="csX114" fmla="*/ 13854 w 114655"/>
                <a:gd name="csY114" fmla="*/ 78347 h 112744"/>
                <a:gd name="csX115" fmla="*/ 13376 w 114655"/>
                <a:gd name="csY115" fmla="*/ 77392 h 112744"/>
                <a:gd name="csX116" fmla="*/ 11943 w 114655"/>
                <a:gd name="csY116" fmla="*/ 75959 h 112744"/>
                <a:gd name="csX117" fmla="*/ 12421 w 114655"/>
                <a:gd name="csY117" fmla="*/ 75959 h 112744"/>
                <a:gd name="csX118" fmla="*/ 15287 w 114655"/>
                <a:gd name="csY118" fmla="*/ 77392 h 112744"/>
                <a:gd name="csX119" fmla="*/ 15765 w 114655"/>
                <a:gd name="csY119" fmla="*/ 76914 h 112744"/>
                <a:gd name="csX120" fmla="*/ 15287 w 114655"/>
                <a:gd name="csY120" fmla="*/ 75959 h 112744"/>
                <a:gd name="csX121" fmla="*/ 12421 w 114655"/>
                <a:gd name="csY121" fmla="*/ 75004 h 112744"/>
                <a:gd name="csX122" fmla="*/ 10988 w 114655"/>
                <a:gd name="csY122" fmla="*/ 74526 h 112744"/>
                <a:gd name="csX123" fmla="*/ 10988 w 114655"/>
                <a:gd name="csY123" fmla="*/ 74048 h 112744"/>
                <a:gd name="csX124" fmla="*/ 10988 w 114655"/>
                <a:gd name="csY124" fmla="*/ 73093 h 112744"/>
                <a:gd name="csX125" fmla="*/ 9077 w 114655"/>
                <a:gd name="csY125" fmla="*/ 69271 h 112744"/>
                <a:gd name="csX126" fmla="*/ 6688 w 114655"/>
                <a:gd name="csY126" fmla="*/ 66404 h 112744"/>
                <a:gd name="csX127" fmla="*/ 6688 w 114655"/>
                <a:gd name="csY127" fmla="*/ 65449 h 112744"/>
                <a:gd name="csX128" fmla="*/ 12421 w 114655"/>
                <a:gd name="csY128" fmla="*/ 71182 h 112744"/>
                <a:gd name="csX129" fmla="*/ 12899 w 114655"/>
                <a:gd name="csY129" fmla="*/ 71182 h 112744"/>
                <a:gd name="csX130" fmla="*/ 13854 w 114655"/>
                <a:gd name="csY130" fmla="*/ 71182 h 112744"/>
                <a:gd name="csX131" fmla="*/ 16243 w 114655"/>
                <a:gd name="csY131" fmla="*/ 70704 h 112744"/>
                <a:gd name="csX132" fmla="*/ 15765 w 114655"/>
                <a:gd name="csY132" fmla="*/ 69748 h 112744"/>
                <a:gd name="csX133" fmla="*/ 14809 w 114655"/>
                <a:gd name="csY133" fmla="*/ 68793 h 112744"/>
                <a:gd name="csX134" fmla="*/ 13854 w 114655"/>
                <a:gd name="csY134" fmla="*/ 69271 h 112744"/>
                <a:gd name="csX135" fmla="*/ 12421 w 114655"/>
                <a:gd name="csY135" fmla="*/ 69271 h 112744"/>
                <a:gd name="csX136" fmla="*/ 11943 w 114655"/>
                <a:gd name="csY136" fmla="*/ 69271 h 112744"/>
                <a:gd name="csX137" fmla="*/ 11465 w 114655"/>
                <a:gd name="csY137" fmla="*/ 68315 h 112744"/>
                <a:gd name="csX138" fmla="*/ 12899 w 114655"/>
                <a:gd name="csY138" fmla="*/ 65449 h 112744"/>
                <a:gd name="csX139" fmla="*/ 12421 w 114655"/>
                <a:gd name="csY139" fmla="*/ 65927 h 112744"/>
                <a:gd name="csX140" fmla="*/ 11943 w 114655"/>
                <a:gd name="csY140" fmla="*/ 66404 h 112744"/>
                <a:gd name="csX141" fmla="*/ 10988 w 114655"/>
                <a:gd name="csY141" fmla="*/ 66404 h 112744"/>
                <a:gd name="csX142" fmla="*/ 10032 w 114655"/>
                <a:gd name="csY142" fmla="*/ 66882 h 112744"/>
                <a:gd name="csX143" fmla="*/ 7166 w 114655"/>
                <a:gd name="csY143" fmla="*/ 64971 h 112744"/>
                <a:gd name="csX144" fmla="*/ 4777 w 114655"/>
                <a:gd name="csY144" fmla="*/ 61149 h 112744"/>
                <a:gd name="csX145" fmla="*/ 4299 w 114655"/>
                <a:gd name="csY145" fmla="*/ 60194 h 112744"/>
                <a:gd name="csX146" fmla="*/ 3344 w 114655"/>
                <a:gd name="csY146" fmla="*/ 58761 h 112744"/>
                <a:gd name="csX147" fmla="*/ 2866 w 114655"/>
                <a:gd name="csY147" fmla="*/ 58283 h 112744"/>
                <a:gd name="csX148" fmla="*/ 0 w 114655"/>
                <a:gd name="csY148" fmla="*/ 52550 h 112744"/>
                <a:gd name="csX149" fmla="*/ 956 w 114655"/>
                <a:gd name="csY149" fmla="*/ 53028 h 112744"/>
                <a:gd name="csX150" fmla="*/ 2389 w 114655"/>
                <a:gd name="csY150" fmla="*/ 54461 h 112744"/>
                <a:gd name="csX151" fmla="*/ 4777 w 114655"/>
                <a:gd name="csY151" fmla="*/ 53983 h 112744"/>
                <a:gd name="csX152" fmla="*/ 5733 w 114655"/>
                <a:gd name="csY152" fmla="*/ 53028 h 112744"/>
                <a:gd name="csX153" fmla="*/ 6688 w 114655"/>
                <a:gd name="csY153" fmla="*/ 53028 h 112744"/>
                <a:gd name="csX154" fmla="*/ 7644 w 114655"/>
                <a:gd name="csY154" fmla="*/ 53028 h 112744"/>
                <a:gd name="csX155" fmla="*/ 8599 w 114655"/>
                <a:gd name="csY155" fmla="*/ 52072 h 112744"/>
                <a:gd name="csX156" fmla="*/ 11943 w 114655"/>
                <a:gd name="csY156" fmla="*/ 48251 h 112744"/>
                <a:gd name="csX157" fmla="*/ 12421 w 114655"/>
                <a:gd name="csY157" fmla="*/ 42518 h 112744"/>
                <a:gd name="csX158" fmla="*/ 12421 w 114655"/>
                <a:gd name="csY158" fmla="*/ 39651 h 112744"/>
                <a:gd name="csX159" fmla="*/ 11943 w 114655"/>
                <a:gd name="csY159" fmla="*/ 36307 h 112744"/>
                <a:gd name="csX160" fmla="*/ 12899 w 114655"/>
                <a:gd name="csY160" fmla="*/ 35352 h 112744"/>
                <a:gd name="csX161" fmla="*/ 13376 w 114655"/>
                <a:gd name="csY161" fmla="*/ 36307 h 112744"/>
                <a:gd name="csX162" fmla="*/ 13376 w 114655"/>
                <a:gd name="csY162" fmla="*/ 37263 h 112744"/>
                <a:gd name="csX163" fmla="*/ 13854 w 114655"/>
                <a:gd name="csY163" fmla="*/ 38218 h 112744"/>
                <a:gd name="csX164" fmla="*/ 15287 w 114655"/>
                <a:gd name="csY164" fmla="*/ 38696 h 112744"/>
                <a:gd name="csX165" fmla="*/ 17198 w 114655"/>
                <a:gd name="csY165" fmla="*/ 39174 h 112744"/>
                <a:gd name="csX166" fmla="*/ 20542 w 114655"/>
                <a:gd name="csY166" fmla="*/ 40129 h 112744"/>
                <a:gd name="csX167" fmla="*/ 21498 w 114655"/>
                <a:gd name="csY167" fmla="*/ 41085 h 112744"/>
                <a:gd name="csX168" fmla="*/ 21975 w 114655"/>
                <a:gd name="csY168" fmla="*/ 39651 h 112744"/>
                <a:gd name="csX169" fmla="*/ 25797 w 114655"/>
                <a:gd name="csY169" fmla="*/ 38218 h 112744"/>
                <a:gd name="csX170" fmla="*/ 24364 w 114655"/>
                <a:gd name="csY170" fmla="*/ 37740 h 112744"/>
                <a:gd name="csX171" fmla="*/ 21020 w 114655"/>
                <a:gd name="csY171" fmla="*/ 38218 h 112744"/>
                <a:gd name="csX172" fmla="*/ 16721 w 114655"/>
                <a:gd name="csY172" fmla="*/ 36307 h 112744"/>
                <a:gd name="csX173" fmla="*/ 15287 w 114655"/>
                <a:gd name="csY173" fmla="*/ 35352 h 112744"/>
                <a:gd name="csX174" fmla="*/ 13854 w 114655"/>
                <a:gd name="csY174" fmla="*/ 32963 h 112744"/>
                <a:gd name="csX175" fmla="*/ 12421 w 114655"/>
                <a:gd name="csY175" fmla="*/ 31530 h 112744"/>
                <a:gd name="csX176" fmla="*/ 12421 w 114655"/>
                <a:gd name="csY176" fmla="*/ 30575 h 112744"/>
                <a:gd name="csX177" fmla="*/ 15765 w 114655"/>
                <a:gd name="csY177" fmla="*/ 29619 h 112744"/>
                <a:gd name="csX178" fmla="*/ 16721 w 114655"/>
                <a:gd name="csY178" fmla="*/ 29619 h 112744"/>
                <a:gd name="csX179" fmla="*/ 16721 w 114655"/>
                <a:gd name="csY179" fmla="*/ 31052 h 112744"/>
                <a:gd name="csX180" fmla="*/ 17676 w 114655"/>
                <a:gd name="csY180" fmla="*/ 31530 h 112744"/>
                <a:gd name="csX181" fmla="*/ 18154 w 114655"/>
                <a:gd name="csY181" fmla="*/ 31052 h 112744"/>
                <a:gd name="csX182" fmla="*/ 18154 w 114655"/>
                <a:gd name="csY182" fmla="*/ 30097 h 112744"/>
                <a:gd name="csX183" fmla="*/ 18154 w 114655"/>
                <a:gd name="csY183" fmla="*/ 27708 h 112744"/>
                <a:gd name="csX184" fmla="*/ 17198 w 114655"/>
                <a:gd name="csY184" fmla="*/ 23886 h 112744"/>
                <a:gd name="csX185" fmla="*/ 17676 w 114655"/>
                <a:gd name="csY185" fmla="*/ 22931 h 112744"/>
                <a:gd name="csX186" fmla="*/ 18631 w 114655"/>
                <a:gd name="csY186" fmla="*/ 22931 h 112744"/>
                <a:gd name="csX187" fmla="*/ 19109 w 114655"/>
                <a:gd name="csY187" fmla="*/ 22453 h 112744"/>
                <a:gd name="csX188" fmla="*/ 20065 w 114655"/>
                <a:gd name="csY188" fmla="*/ 21975 h 112744"/>
                <a:gd name="csX189" fmla="*/ 21020 w 114655"/>
                <a:gd name="csY189" fmla="*/ 22453 h 112744"/>
                <a:gd name="csX190" fmla="*/ 21498 w 114655"/>
                <a:gd name="csY190" fmla="*/ 23409 h 112744"/>
                <a:gd name="csX191" fmla="*/ 21975 w 114655"/>
                <a:gd name="csY191" fmla="*/ 23886 h 112744"/>
                <a:gd name="csX192" fmla="*/ 22931 w 114655"/>
                <a:gd name="csY192" fmla="*/ 23886 h 112744"/>
                <a:gd name="csX193" fmla="*/ 23886 w 114655"/>
                <a:gd name="csY193" fmla="*/ 24364 h 112744"/>
                <a:gd name="csX194" fmla="*/ 24842 w 114655"/>
                <a:gd name="csY194" fmla="*/ 24364 h 112744"/>
                <a:gd name="csX195" fmla="*/ 25320 w 114655"/>
                <a:gd name="csY195" fmla="*/ 23886 h 112744"/>
                <a:gd name="csX196" fmla="*/ 26275 w 114655"/>
                <a:gd name="csY196" fmla="*/ 23409 h 112744"/>
                <a:gd name="csX197" fmla="*/ 29141 w 114655"/>
                <a:gd name="csY197" fmla="*/ 23409 h 112744"/>
                <a:gd name="csX198" fmla="*/ 32008 w 114655"/>
                <a:gd name="csY198" fmla="*/ 23409 h 112744"/>
                <a:gd name="csX199" fmla="*/ 37263 w 114655"/>
                <a:gd name="csY199" fmla="*/ 23409 h 112744"/>
                <a:gd name="csX200" fmla="*/ 42518 w 114655"/>
                <a:gd name="csY200" fmla="*/ 23409 h 112744"/>
                <a:gd name="csX201" fmla="*/ 48251 w 114655"/>
                <a:gd name="csY201" fmla="*/ 23409 h 112744"/>
                <a:gd name="csX202" fmla="*/ 52072 w 114655"/>
                <a:gd name="csY202" fmla="*/ 23886 h 112744"/>
                <a:gd name="csX203" fmla="*/ 52072 w 114655"/>
                <a:gd name="csY203" fmla="*/ 23409 h 112744"/>
                <a:gd name="csX204" fmla="*/ 52072 w 114655"/>
                <a:gd name="csY204" fmla="*/ 21498 h 112744"/>
                <a:gd name="csX205" fmla="*/ 52072 w 114655"/>
                <a:gd name="csY205" fmla="*/ 18154 h 112744"/>
                <a:gd name="csX206" fmla="*/ 52072 w 114655"/>
                <a:gd name="csY206" fmla="*/ 14332 h 112744"/>
                <a:gd name="csX207" fmla="*/ 52072 w 114655"/>
                <a:gd name="csY207" fmla="*/ 10510 h 112744"/>
                <a:gd name="csX208" fmla="*/ 52072 w 114655"/>
                <a:gd name="csY208" fmla="*/ 6688 h 112744"/>
                <a:gd name="csX209" fmla="*/ 52072 w 114655"/>
                <a:gd name="csY209" fmla="*/ 2389 h 112744"/>
                <a:gd name="csX210" fmla="*/ 52072 w 114655"/>
                <a:gd name="csY210" fmla="*/ 1433 h 112744"/>
                <a:gd name="csX211" fmla="*/ 52550 w 114655"/>
                <a:gd name="csY211" fmla="*/ 956 h 112744"/>
                <a:gd name="csX212" fmla="*/ 52550 w 114655"/>
                <a:gd name="csY212" fmla="*/ 0 h 112744"/>
                <a:gd name="csX213" fmla="*/ 56850 w 114655"/>
                <a:gd name="csY213" fmla="*/ 0 h 112744"/>
                <a:gd name="csX214" fmla="*/ 64016 w 114655"/>
                <a:gd name="csY214" fmla="*/ 478 h 112744"/>
                <a:gd name="csX215" fmla="*/ 67360 w 114655"/>
                <a:gd name="csY215" fmla="*/ 478 h 112744"/>
                <a:gd name="csX216" fmla="*/ 68315 w 114655"/>
                <a:gd name="csY216" fmla="*/ 478 h 112744"/>
                <a:gd name="csX217" fmla="*/ 72615 w 114655"/>
                <a:gd name="csY217" fmla="*/ 0 h 112744"/>
                <a:gd name="csX218" fmla="*/ 75959 w 114655"/>
                <a:gd name="csY218" fmla="*/ 478 h 112744"/>
                <a:gd name="csX219" fmla="*/ 77392 w 114655"/>
                <a:gd name="csY219" fmla="*/ 956 h 112744"/>
                <a:gd name="csX220" fmla="*/ 78347 w 114655"/>
                <a:gd name="csY220" fmla="*/ 956 h 112744"/>
                <a:gd name="csX221" fmla="*/ 82647 w 114655"/>
                <a:gd name="csY221" fmla="*/ 956 h 112744"/>
                <a:gd name="csX222" fmla="*/ 87902 w 114655"/>
                <a:gd name="csY222" fmla="*/ 956 h 112744"/>
                <a:gd name="csX223" fmla="*/ 89813 w 114655"/>
                <a:gd name="csY223" fmla="*/ 956 h 112744"/>
                <a:gd name="csX224" fmla="*/ 90769 w 114655"/>
                <a:gd name="csY224" fmla="*/ 1433 h 112744"/>
                <a:gd name="csX225" fmla="*/ 91246 w 114655"/>
                <a:gd name="csY225" fmla="*/ 2866 h 112744"/>
                <a:gd name="csX226" fmla="*/ 90769 w 114655"/>
                <a:gd name="csY226" fmla="*/ 3822 h 112744"/>
                <a:gd name="csX227" fmla="*/ 89335 w 114655"/>
                <a:gd name="csY227" fmla="*/ 7166 h 112744"/>
                <a:gd name="csX228" fmla="*/ 88858 w 114655"/>
                <a:gd name="csY228" fmla="*/ 9555 h 112744"/>
                <a:gd name="csX229" fmla="*/ 88380 w 114655"/>
                <a:gd name="csY229" fmla="*/ 11943 h 112744"/>
                <a:gd name="csX230" fmla="*/ 88858 w 114655"/>
                <a:gd name="csY230" fmla="*/ 13854 h 112744"/>
                <a:gd name="csX231" fmla="*/ 89813 w 114655"/>
                <a:gd name="csY231" fmla="*/ 15287 h 112744"/>
                <a:gd name="csX232" fmla="*/ 90291 w 114655"/>
                <a:gd name="csY232" fmla="*/ 17198 h 112744"/>
                <a:gd name="csX233" fmla="*/ 89813 w 114655"/>
                <a:gd name="csY233" fmla="*/ 18154 h 112744"/>
                <a:gd name="csX234" fmla="*/ 88858 w 114655"/>
                <a:gd name="csY234" fmla="*/ 18631 h 112744"/>
                <a:gd name="csX235" fmla="*/ 89335 w 114655"/>
                <a:gd name="csY235" fmla="*/ 19109 h 112744"/>
                <a:gd name="csX236" fmla="*/ 90769 w 114655"/>
                <a:gd name="csY236" fmla="*/ 19109 h 112744"/>
                <a:gd name="csX237" fmla="*/ 92679 w 114655"/>
                <a:gd name="csY237" fmla="*/ 18631 h 112744"/>
                <a:gd name="csX238" fmla="*/ 95546 w 114655"/>
                <a:gd name="csY238" fmla="*/ 18154 h 112744"/>
                <a:gd name="csX239" fmla="*/ 99368 w 114655"/>
                <a:gd name="csY239" fmla="*/ 16721 h 112744"/>
                <a:gd name="csX240" fmla="*/ 102234 w 114655"/>
                <a:gd name="csY240" fmla="*/ 16243 h 112744"/>
                <a:gd name="csX241" fmla="*/ 106534 w 114655"/>
                <a:gd name="csY241" fmla="*/ 16243 h 112744"/>
                <a:gd name="csX242" fmla="*/ 108445 w 114655"/>
                <a:gd name="csY242" fmla="*/ 17198 h 112744"/>
                <a:gd name="csX243" fmla="*/ 109878 w 114655"/>
                <a:gd name="csY243" fmla="*/ 17676 h 112744"/>
                <a:gd name="csX244" fmla="*/ 110833 w 114655"/>
                <a:gd name="csY244" fmla="*/ 21498 h 112744"/>
                <a:gd name="csX245" fmla="*/ 111789 w 114655"/>
                <a:gd name="csY245" fmla="*/ 21975 h 112744"/>
                <a:gd name="csX246" fmla="*/ 112744 w 114655"/>
                <a:gd name="csY246" fmla="*/ 23409 h 112744"/>
                <a:gd name="csX247" fmla="*/ 113700 w 114655"/>
                <a:gd name="csY247" fmla="*/ 25320 h 112744"/>
                <a:gd name="csX248" fmla="*/ 113700 w 114655"/>
                <a:gd name="csY248" fmla="*/ 26275 h 112744"/>
                <a:gd name="csX249" fmla="*/ 113700 w 114655"/>
                <a:gd name="csY249" fmla="*/ 27231 h 112744"/>
                <a:gd name="csX250" fmla="*/ 112744 w 114655"/>
                <a:gd name="csY250" fmla="*/ 28186 h 112744"/>
                <a:gd name="csX251" fmla="*/ 111789 w 114655"/>
                <a:gd name="csY251" fmla="*/ 29619 h 112744"/>
                <a:gd name="csX252" fmla="*/ 111311 w 114655"/>
                <a:gd name="csY252" fmla="*/ 30575 h 112744"/>
                <a:gd name="csX253" fmla="*/ 110833 w 114655"/>
                <a:gd name="csY253" fmla="*/ 31052 h 112744"/>
                <a:gd name="csX254" fmla="*/ 109400 w 114655"/>
                <a:gd name="csY254" fmla="*/ 32008 h 112744"/>
                <a:gd name="csX255" fmla="*/ 106534 w 114655"/>
                <a:gd name="csY255" fmla="*/ 32008 h 112744"/>
                <a:gd name="csX256" fmla="*/ 106534 w 114655"/>
                <a:gd name="csY256" fmla="*/ 32486 h 112744"/>
                <a:gd name="csX257" fmla="*/ 105578 w 114655"/>
                <a:gd name="csY257" fmla="*/ 33919 h 112744"/>
                <a:gd name="csX258" fmla="*/ 104145 w 114655"/>
                <a:gd name="csY258" fmla="*/ 35352 h 112744"/>
                <a:gd name="csX259" fmla="*/ 103189 w 114655"/>
                <a:gd name="csY259" fmla="*/ 36785 h 112744"/>
                <a:gd name="csX260" fmla="*/ 102712 w 114655"/>
                <a:gd name="csY260" fmla="*/ 38218 h 112744"/>
                <a:gd name="csX261" fmla="*/ 102712 w 114655"/>
                <a:gd name="csY261" fmla="*/ 40129 h 112744"/>
                <a:gd name="csX262" fmla="*/ 102712 w 114655"/>
                <a:gd name="csY262" fmla="*/ 43473 h 112744"/>
                <a:gd name="csX263" fmla="*/ 102234 w 114655"/>
                <a:gd name="csY263" fmla="*/ 45384 h 112744"/>
                <a:gd name="csX264" fmla="*/ 103189 w 114655"/>
                <a:gd name="csY264" fmla="*/ 46340 h 112744"/>
                <a:gd name="csX265" fmla="*/ 106534 w 114655"/>
                <a:gd name="csY265" fmla="*/ 46817 h 112744"/>
                <a:gd name="csX266" fmla="*/ 107011 w 114655"/>
                <a:gd name="csY266" fmla="*/ 46817 h 112744"/>
                <a:gd name="csX267" fmla="*/ 107967 w 114655"/>
                <a:gd name="csY267" fmla="*/ 48251 h 112744"/>
                <a:gd name="csX268" fmla="*/ 108922 w 114655"/>
                <a:gd name="csY268" fmla="*/ 49206 h 112744"/>
                <a:gd name="csX269" fmla="*/ 112266 w 114655"/>
                <a:gd name="csY269" fmla="*/ 50162 h 112744"/>
                <a:gd name="csX270" fmla="*/ 113222 w 114655"/>
                <a:gd name="csY270" fmla="*/ 51117 h 112744"/>
                <a:gd name="csX271" fmla="*/ 114655 w 114655"/>
                <a:gd name="csY271" fmla="*/ 52072 h 1127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</a:cxnLst>
              <a:rect l="l" t="t" r="r" b="b"/>
              <a:pathLst>
                <a:path w="114655" h="112744">
                  <a:moveTo>
                    <a:pt x="114655" y="52072"/>
                  </a:moveTo>
                  <a:lnTo>
                    <a:pt x="114655" y="53028"/>
                  </a:lnTo>
                  <a:lnTo>
                    <a:pt x="113700" y="55894"/>
                  </a:lnTo>
                  <a:lnTo>
                    <a:pt x="113222" y="59238"/>
                  </a:lnTo>
                  <a:lnTo>
                    <a:pt x="113222" y="61627"/>
                  </a:lnTo>
                  <a:lnTo>
                    <a:pt x="113700" y="64016"/>
                  </a:lnTo>
                  <a:lnTo>
                    <a:pt x="114177" y="67360"/>
                  </a:lnTo>
                  <a:lnTo>
                    <a:pt x="113700" y="69271"/>
                  </a:lnTo>
                  <a:lnTo>
                    <a:pt x="113222" y="70704"/>
                  </a:lnTo>
                  <a:lnTo>
                    <a:pt x="113222" y="71659"/>
                  </a:lnTo>
                  <a:lnTo>
                    <a:pt x="113222" y="72615"/>
                  </a:lnTo>
                  <a:lnTo>
                    <a:pt x="112744" y="75959"/>
                  </a:lnTo>
                  <a:lnTo>
                    <a:pt x="112266" y="76437"/>
                  </a:lnTo>
                  <a:lnTo>
                    <a:pt x="110833" y="76914"/>
                  </a:lnTo>
                  <a:lnTo>
                    <a:pt x="109878" y="77870"/>
                  </a:lnTo>
                  <a:lnTo>
                    <a:pt x="109878" y="79303"/>
                  </a:lnTo>
                  <a:lnTo>
                    <a:pt x="108922" y="81214"/>
                  </a:lnTo>
                  <a:lnTo>
                    <a:pt x="108445" y="81692"/>
                  </a:lnTo>
                  <a:lnTo>
                    <a:pt x="108445" y="82647"/>
                  </a:lnTo>
                  <a:lnTo>
                    <a:pt x="108922" y="83125"/>
                  </a:lnTo>
                  <a:lnTo>
                    <a:pt x="108922" y="84080"/>
                  </a:lnTo>
                  <a:lnTo>
                    <a:pt x="107489" y="85513"/>
                  </a:lnTo>
                  <a:lnTo>
                    <a:pt x="106534" y="86469"/>
                  </a:lnTo>
                  <a:lnTo>
                    <a:pt x="105100" y="86947"/>
                  </a:lnTo>
                  <a:lnTo>
                    <a:pt x="102712" y="86469"/>
                  </a:lnTo>
                  <a:lnTo>
                    <a:pt x="102234" y="85513"/>
                  </a:lnTo>
                  <a:lnTo>
                    <a:pt x="102712" y="84558"/>
                  </a:lnTo>
                  <a:lnTo>
                    <a:pt x="102712" y="84080"/>
                  </a:lnTo>
                  <a:lnTo>
                    <a:pt x="101756" y="83125"/>
                  </a:lnTo>
                  <a:lnTo>
                    <a:pt x="100801" y="80736"/>
                  </a:lnTo>
                  <a:lnTo>
                    <a:pt x="99845" y="80258"/>
                  </a:lnTo>
                  <a:lnTo>
                    <a:pt x="99368" y="81214"/>
                  </a:lnTo>
                  <a:lnTo>
                    <a:pt x="97457" y="83125"/>
                  </a:lnTo>
                  <a:lnTo>
                    <a:pt x="94590" y="85036"/>
                  </a:lnTo>
                  <a:lnTo>
                    <a:pt x="92202" y="85036"/>
                  </a:lnTo>
                  <a:lnTo>
                    <a:pt x="88380" y="84558"/>
                  </a:lnTo>
                  <a:lnTo>
                    <a:pt x="85036" y="83603"/>
                  </a:lnTo>
                  <a:lnTo>
                    <a:pt x="83603" y="81214"/>
                  </a:lnTo>
                  <a:lnTo>
                    <a:pt x="82647" y="78825"/>
                  </a:lnTo>
                  <a:lnTo>
                    <a:pt x="81214" y="76437"/>
                  </a:lnTo>
                  <a:lnTo>
                    <a:pt x="79303" y="75481"/>
                  </a:lnTo>
                  <a:lnTo>
                    <a:pt x="77870" y="75004"/>
                  </a:lnTo>
                  <a:lnTo>
                    <a:pt x="76914" y="74526"/>
                  </a:lnTo>
                  <a:lnTo>
                    <a:pt x="74526" y="75959"/>
                  </a:lnTo>
                  <a:lnTo>
                    <a:pt x="74048" y="76437"/>
                  </a:lnTo>
                  <a:lnTo>
                    <a:pt x="74048" y="77870"/>
                  </a:lnTo>
                  <a:lnTo>
                    <a:pt x="74048" y="78825"/>
                  </a:lnTo>
                  <a:lnTo>
                    <a:pt x="74526" y="79303"/>
                  </a:lnTo>
                  <a:lnTo>
                    <a:pt x="75004" y="79781"/>
                  </a:lnTo>
                  <a:lnTo>
                    <a:pt x="75004" y="80736"/>
                  </a:lnTo>
                  <a:lnTo>
                    <a:pt x="74526" y="82170"/>
                  </a:lnTo>
                  <a:lnTo>
                    <a:pt x="74048" y="84080"/>
                  </a:lnTo>
                  <a:lnTo>
                    <a:pt x="66404" y="85513"/>
                  </a:lnTo>
                  <a:lnTo>
                    <a:pt x="65449" y="85036"/>
                  </a:lnTo>
                  <a:lnTo>
                    <a:pt x="64493" y="84080"/>
                  </a:lnTo>
                  <a:lnTo>
                    <a:pt x="63060" y="84080"/>
                  </a:lnTo>
                  <a:lnTo>
                    <a:pt x="59716" y="85036"/>
                  </a:lnTo>
                  <a:lnTo>
                    <a:pt x="58761" y="84558"/>
                  </a:lnTo>
                  <a:lnTo>
                    <a:pt x="57328" y="84080"/>
                  </a:lnTo>
                  <a:lnTo>
                    <a:pt x="56850" y="84558"/>
                  </a:lnTo>
                  <a:lnTo>
                    <a:pt x="56850" y="85036"/>
                  </a:lnTo>
                  <a:lnTo>
                    <a:pt x="57328" y="88858"/>
                  </a:lnTo>
                  <a:lnTo>
                    <a:pt x="57328" y="89813"/>
                  </a:lnTo>
                  <a:lnTo>
                    <a:pt x="56372" y="91724"/>
                  </a:lnTo>
                  <a:lnTo>
                    <a:pt x="56372" y="93157"/>
                  </a:lnTo>
                  <a:lnTo>
                    <a:pt x="58283" y="93157"/>
                  </a:lnTo>
                  <a:lnTo>
                    <a:pt x="58761" y="94113"/>
                  </a:lnTo>
                  <a:lnTo>
                    <a:pt x="59716" y="94590"/>
                  </a:lnTo>
                  <a:lnTo>
                    <a:pt x="60672" y="95546"/>
                  </a:lnTo>
                  <a:lnTo>
                    <a:pt x="60672" y="96024"/>
                  </a:lnTo>
                  <a:lnTo>
                    <a:pt x="59716" y="96979"/>
                  </a:lnTo>
                  <a:lnTo>
                    <a:pt x="59238" y="98412"/>
                  </a:lnTo>
                  <a:lnTo>
                    <a:pt x="59716" y="99368"/>
                  </a:lnTo>
                  <a:lnTo>
                    <a:pt x="61149" y="100323"/>
                  </a:lnTo>
                  <a:lnTo>
                    <a:pt x="63060" y="101279"/>
                  </a:lnTo>
                  <a:lnTo>
                    <a:pt x="64016" y="101756"/>
                  </a:lnTo>
                  <a:lnTo>
                    <a:pt x="64016" y="102234"/>
                  </a:lnTo>
                  <a:lnTo>
                    <a:pt x="63060" y="103667"/>
                  </a:lnTo>
                  <a:lnTo>
                    <a:pt x="62582" y="104623"/>
                  </a:lnTo>
                  <a:lnTo>
                    <a:pt x="62105" y="105578"/>
                  </a:lnTo>
                  <a:lnTo>
                    <a:pt x="62105" y="106534"/>
                  </a:lnTo>
                  <a:lnTo>
                    <a:pt x="63060" y="107011"/>
                  </a:lnTo>
                  <a:lnTo>
                    <a:pt x="63060" y="107967"/>
                  </a:lnTo>
                  <a:lnTo>
                    <a:pt x="62582" y="108445"/>
                  </a:lnTo>
                  <a:lnTo>
                    <a:pt x="61149" y="108445"/>
                  </a:lnTo>
                  <a:lnTo>
                    <a:pt x="60194" y="108445"/>
                  </a:lnTo>
                  <a:lnTo>
                    <a:pt x="59238" y="108445"/>
                  </a:lnTo>
                  <a:lnTo>
                    <a:pt x="56372" y="105578"/>
                  </a:lnTo>
                  <a:lnTo>
                    <a:pt x="55416" y="105578"/>
                  </a:lnTo>
                  <a:lnTo>
                    <a:pt x="51117" y="107489"/>
                  </a:lnTo>
                  <a:lnTo>
                    <a:pt x="50162" y="108445"/>
                  </a:lnTo>
                  <a:lnTo>
                    <a:pt x="49206" y="109878"/>
                  </a:lnTo>
                  <a:lnTo>
                    <a:pt x="48251" y="112744"/>
                  </a:lnTo>
                  <a:lnTo>
                    <a:pt x="46340" y="110833"/>
                  </a:lnTo>
                  <a:lnTo>
                    <a:pt x="44429" y="107967"/>
                  </a:lnTo>
                  <a:lnTo>
                    <a:pt x="42518" y="106056"/>
                  </a:lnTo>
                  <a:lnTo>
                    <a:pt x="38218" y="103189"/>
                  </a:lnTo>
                  <a:lnTo>
                    <a:pt x="37263" y="100801"/>
                  </a:lnTo>
                  <a:lnTo>
                    <a:pt x="32486" y="96024"/>
                  </a:lnTo>
                  <a:lnTo>
                    <a:pt x="25797" y="91246"/>
                  </a:lnTo>
                  <a:lnTo>
                    <a:pt x="21020" y="87424"/>
                  </a:lnTo>
                  <a:lnTo>
                    <a:pt x="20065" y="86469"/>
                  </a:lnTo>
                  <a:lnTo>
                    <a:pt x="21020" y="86469"/>
                  </a:lnTo>
                  <a:lnTo>
                    <a:pt x="25797" y="88380"/>
                  </a:lnTo>
                  <a:lnTo>
                    <a:pt x="26275" y="88380"/>
                  </a:lnTo>
                  <a:lnTo>
                    <a:pt x="26753" y="87902"/>
                  </a:lnTo>
                  <a:lnTo>
                    <a:pt x="24842" y="86947"/>
                  </a:lnTo>
                  <a:lnTo>
                    <a:pt x="22931" y="85991"/>
                  </a:lnTo>
                  <a:lnTo>
                    <a:pt x="21020" y="85513"/>
                  </a:lnTo>
                  <a:lnTo>
                    <a:pt x="19109" y="85513"/>
                  </a:lnTo>
                  <a:lnTo>
                    <a:pt x="18154" y="84558"/>
                  </a:lnTo>
                  <a:lnTo>
                    <a:pt x="17676" y="83125"/>
                  </a:lnTo>
                  <a:lnTo>
                    <a:pt x="17198" y="82170"/>
                  </a:lnTo>
                  <a:lnTo>
                    <a:pt x="16243" y="80736"/>
                  </a:lnTo>
                  <a:lnTo>
                    <a:pt x="13854" y="78347"/>
                  </a:lnTo>
                  <a:lnTo>
                    <a:pt x="13376" y="77392"/>
                  </a:lnTo>
                  <a:lnTo>
                    <a:pt x="11943" y="75959"/>
                  </a:lnTo>
                  <a:lnTo>
                    <a:pt x="12421" y="75959"/>
                  </a:lnTo>
                  <a:lnTo>
                    <a:pt x="15287" y="77392"/>
                  </a:lnTo>
                  <a:lnTo>
                    <a:pt x="15765" y="76914"/>
                  </a:lnTo>
                  <a:lnTo>
                    <a:pt x="15287" y="75959"/>
                  </a:lnTo>
                  <a:lnTo>
                    <a:pt x="12421" y="75004"/>
                  </a:lnTo>
                  <a:lnTo>
                    <a:pt x="10988" y="74526"/>
                  </a:lnTo>
                  <a:lnTo>
                    <a:pt x="10988" y="74048"/>
                  </a:lnTo>
                  <a:lnTo>
                    <a:pt x="10988" y="73093"/>
                  </a:lnTo>
                  <a:lnTo>
                    <a:pt x="9077" y="69271"/>
                  </a:lnTo>
                  <a:lnTo>
                    <a:pt x="6688" y="66404"/>
                  </a:lnTo>
                  <a:lnTo>
                    <a:pt x="6688" y="65449"/>
                  </a:lnTo>
                  <a:lnTo>
                    <a:pt x="12421" y="71182"/>
                  </a:lnTo>
                  <a:lnTo>
                    <a:pt x="12899" y="71182"/>
                  </a:lnTo>
                  <a:lnTo>
                    <a:pt x="13854" y="71182"/>
                  </a:lnTo>
                  <a:lnTo>
                    <a:pt x="16243" y="70704"/>
                  </a:lnTo>
                  <a:lnTo>
                    <a:pt x="15765" y="69748"/>
                  </a:lnTo>
                  <a:lnTo>
                    <a:pt x="14809" y="68793"/>
                  </a:lnTo>
                  <a:lnTo>
                    <a:pt x="13854" y="69271"/>
                  </a:lnTo>
                  <a:lnTo>
                    <a:pt x="12421" y="69271"/>
                  </a:lnTo>
                  <a:lnTo>
                    <a:pt x="11943" y="69271"/>
                  </a:lnTo>
                  <a:lnTo>
                    <a:pt x="11465" y="68315"/>
                  </a:lnTo>
                  <a:lnTo>
                    <a:pt x="12899" y="65449"/>
                  </a:lnTo>
                  <a:lnTo>
                    <a:pt x="12421" y="65927"/>
                  </a:lnTo>
                  <a:lnTo>
                    <a:pt x="11943" y="66404"/>
                  </a:lnTo>
                  <a:lnTo>
                    <a:pt x="10988" y="66404"/>
                  </a:lnTo>
                  <a:lnTo>
                    <a:pt x="10032" y="66882"/>
                  </a:lnTo>
                  <a:lnTo>
                    <a:pt x="7166" y="64971"/>
                  </a:lnTo>
                  <a:lnTo>
                    <a:pt x="4777" y="61149"/>
                  </a:lnTo>
                  <a:lnTo>
                    <a:pt x="4299" y="60194"/>
                  </a:lnTo>
                  <a:lnTo>
                    <a:pt x="3344" y="58761"/>
                  </a:lnTo>
                  <a:lnTo>
                    <a:pt x="2866" y="58283"/>
                  </a:lnTo>
                  <a:lnTo>
                    <a:pt x="0" y="52550"/>
                  </a:lnTo>
                  <a:lnTo>
                    <a:pt x="956" y="53028"/>
                  </a:lnTo>
                  <a:lnTo>
                    <a:pt x="2389" y="54461"/>
                  </a:lnTo>
                  <a:lnTo>
                    <a:pt x="4777" y="53983"/>
                  </a:lnTo>
                  <a:lnTo>
                    <a:pt x="5733" y="53028"/>
                  </a:lnTo>
                  <a:lnTo>
                    <a:pt x="6688" y="53028"/>
                  </a:lnTo>
                  <a:lnTo>
                    <a:pt x="7644" y="53028"/>
                  </a:lnTo>
                  <a:lnTo>
                    <a:pt x="8599" y="52072"/>
                  </a:lnTo>
                  <a:lnTo>
                    <a:pt x="11943" y="48251"/>
                  </a:lnTo>
                  <a:lnTo>
                    <a:pt x="12421" y="42518"/>
                  </a:lnTo>
                  <a:lnTo>
                    <a:pt x="12421" y="39651"/>
                  </a:lnTo>
                  <a:lnTo>
                    <a:pt x="11943" y="36307"/>
                  </a:lnTo>
                  <a:lnTo>
                    <a:pt x="12899" y="35352"/>
                  </a:lnTo>
                  <a:lnTo>
                    <a:pt x="13376" y="36307"/>
                  </a:lnTo>
                  <a:lnTo>
                    <a:pt x="13376" y="37263"/>
                  </a:lnTo>
                  <a:lnTo>
                    <a:pt x="13854" y="38218"/>
                  </a:lnTo>
                  <a:lnTo>
                    <a:pt x="15287" y="38696"/>
                  </a:lnTo>
                  <a:lnTo>
                    <a:pt x="17198" y="39174"/>
                  </a:lnTo>
                  <a:lnTo>
                    <a:pt x="20542" y="40129"/>
                  </a:lnTo>
                  <a:lnTo>
                    <a:pt x="21498" y="41085"/>
                  </a:lnTo>
                  <a:lnTo>
                    <a:pt x="21975" y="39651"/>
                  </a:lnTo>
                  <a:lnTo>
                    <a:pt x="25797" y="38218"/>
                  </a:lnTo>
                  <a:lnTo>
                    <a:pt x="24364" y="37740"/>
                  </a:lnTo>
                  <a:lnTo>
                    <a:pt x="21020" y="38218"/>
                  </a:lnTo>
                  <a:lnTo>
                    <a:pt x="16721" y="36307"/>
                  </a:lnTo>
                  <a:lnTo>
                    <a:pt x="15287" y="35352"/>
                  </a:lnTo>
                  <a:lnTo>
                    <a:pt x="13854" y="32963"/>
                  </a:lnTo>
                  <a:lnTo>
                    <a:pt x="12421" y="31530"/>
                  </a:lnTo>
                  <a:lnTo>
                    <a:pt x="12421" y="30575"/>
                  </a:lnTo>
                  <a:lnTo>
                    <a:pt x="15765" y="29619"/>
                  </a:lnTo>
                  <a:lnTo>
                    <a:pt x="16721" y="29619"/>
                  </a:lnTo>
                  <a:lnTo>
                    <a:pt x="16721" y="31052"/>
                  </a:lnTo>
                  <a:lnTo>
                    <a:pt x="17676" y="31530"/>
                  </a:lnTo>
                  <a:lnTo>
                    <a:pt x="18154" y="31052"/>
                  </a:lnTo>
                  <a:lnTo>
                    <a:pt x="18154" y="30097"/>
                  </a:lnTo>
                  <a:lnTo>
                    <a:pt x="18154" y="27708"/>
                  </a:lnTo>
                  <a:lnTo>
                    <a:pt x="17198" y="23886"/>
                  </a:lnTo>
                  <a:lnTo>
                    <a:pt x="17676" y="22931"/>
                  </a:lnTo>
                  <a:lnTo>
                    <a:pt x="18631" y="22931"/>
                  </a:lnTo>
                  <a:lnTo>
                    <a:pt x="19109" y="22453"/>
                  </a:lnTo>
                  <a:lnTo>
                    <a:pt x="20065" y="21975"/>
                  </a:lnTo>
                  <a:lnTo>
                    <a:pt x="21020" y="22453"/>
                  </a:lnTo>
                  <a:lnTo>
                    <a:pt x="21498" y="23409"/>
                  </a:lnTo>
                  <a:lnTo>
                    <a:pt x="21975" y="23886"/>
                  </a:lnTo>
                  <a:lnTo>
                    <a:pt x="22931" y="23886"/>
                  </a:lnTo>
                  <a:lnTo>
                    <a:pt x="23886" y="24364"/>
                  </a:lnTo>
                  <a:lnTo>
                    <a:pt x="24842" y="24364"/>
                  </a:lnTo>
                  <a:lnTo>
                    <a:pt x="25320" y="23886"/>
                  </a:lnTo>
                  <a:lnTo>
                    <a:pt x="26275" y="23409"/>
                  </a:lnTo>
                  <a:lnTo>
                    <a:pt x="29141" y="23409"/>
                  </a:lnTo>
                  <a:lnTo>
                    <a:pt x="32008" y="23409"/>
                  </a:lnTo>
                  <a:lnTo>
                    <a:pt x="37263" y="23409"/>
                  </a:lnTo>
                  <a:lnTo>
                    <a:pt x="42518" y="23409"/>
                  </a:lnTo>
                  <a:lnTo>
                    <a:pt x="48251" y="23409"/>
                  </a:lnTo>
                  <a:lnTo>
                    <a:pt x="52072" y="23886"/>
                  </a:lnTo>
                  <a:lnTo>
                    <a:pt x="52072" y="23409"/>
                  </a:lnTo>
                  <a:lnTo>
                    <a:pt x="52072" y="21498"/>
                  </a:lnTo>
                  <a:lnTo>
                    <a:pt x="52072" y="18154"/>
                  </a:lnTo>
                  <a:lnTo>
                    <a:pt x="52072" y="14332"/>
                  </a:lnTo>
                  <a:lnTo>
                    <a:pt x="52072" y="10510"/>
                  </a:lnTo>
                  <a:lnTo>
                    <a:pt x="52072" y="6688"/>
                  </a:lnTo>
                  <a:lnTo>
                    <a:pt x="52072" y="2389"/>
                  </a:lnTo>
                  <a:lnTo>
                    <a:pt x="52072" y="1433"/>
                  </a:lnTo>
                  <a:lnTo>
                    <a:pt x="52550" y="956"/>
                  </a:lnTo>
                  <a:lnTo>
                    <a:pt x="52550" y="0"/>
                  </a:lnTo>
                  <a:lnTo>
                    <a:pt x="56850" y="0"/>
                  </a:lnTo>
                  <a:lnTo>
                    <a:pt x="64016" y="478"/>
                  </a:lnTo>
                  <a:lnTo>
                    <a:pt x="67360" y="478"/>
                  </a:lnTo>
                  <a:lnTo>
                    <a:pt x="68315" y="478"/>
                  </a:lnTo>
                  <a:lnTo>
                    <a:pt x="72615" y="0"/>
                  </a:lnTo>
                  <a:lnTo>
                    <a:pt x="75959" y="478"/>
                  </a:lnTo>
                  <a:lnTo>
                    <a:pt x="77392" y="956"/>
                  </a:lnTo>
                  <a:lnTo>
                    <a:pt x="78347" y="956"/>
                  </a:lnTo>
                  <a:lnTo>
                    <a:pt x="82647" y="956"/>
                  </a:lnTo>
                  <a:lnTo>
                    <a:pt x="87902" y="956"/>
                  </a:lnTo>
                  <a:lnTo>
                    <a:pt x="89813" y="956"/>
                  </a:lnTo>
                  <a:lnTo>
                    <a:pt x="90769" y="1433"/>
                  </a:lnTo>
                  <a:lnTo>
                    <a:pt x="91246" y="2866"/>
                  </a:lnTo>
                  <a:lnTo>
                    <a:pt x="90769" y="3822"/>
                  </a:lnTo>
                  <a:lnTo>
                    <a:pt x="89335" y="7166"/>
                  </a:lnTo>
                  <a:lnTo>
                    <a:pt x="88858" y="9555"/>
                  </a:lnTo>
                  <a:lnTo>
                    <a:pt x="88380" y="11943"/>
                  </a:lnTo>
                  <a:lnTo>
                    <a:pt x="88858" y="13854"/>
                  </a:lnTo>
                  <a:lnTo>
                    <a:pt x="89813" y="15287"/>
                  </a:lnTo>
                  <a:lnTo>
                    <a:pt x="90291" y="17198"/>
                  </a:lnTo>
                  <a:lnTo>
                    <a:pt x="89813" y="18154"/>
                  </a:lnTo>
                  <a:lnTo>
                    <a:pt x="88858" y="18631"/>
                  </a:lnTo>
                  <a:lnTo>
                    <a:pt x="89335" y="19109"/>
                  </a:lnTo>
                  <a:lnTo>
                    <a:pt x="90769" y="19109"/>
                  </a:lnTo>
                  <a:lnTo>
                    <a:pt x="92679" y="18631"/>
                  </a:lnTo>
                  <a:lnTo>
                    <a:pt x="95546" y="18154"/>
                  </a:lnTo>
                  <a:lnTo>
                    <a:pt x="99368" y="16721"/>
                  </a:lnTo>
                  <a:lnTo>
                    <a:pt x="102234" y="16243"/>
                  </a:lnTo>
                  <a:lnTo>
                    <a:pt x="106534" y="16243"/>
                  </a:lnTo>
                  <a:lnTo>
                    <a:pt x="108445" y="17198"/>
                  </a:lnTo>
                  <a:lnTo>
                    <a:pt x="109878" y="17676"/>
                  </a:lnTo>
                  <a:lnTo>
                    <a:pt x="110833" y="21498"/>
                  </a:lnTo>
                  <a:lnTo>
                    <a:pt x="111789" y="21975"/>
                  </a:lnTo>
                  <a:lnTo>
                    <a:pt x="112744" y="23409"/>
                  </a:lnTo>
                  <a:lnTo>
                    <a:pt x="113700" y="25320"/>
                  </a:lnTo>
                  <a:lnTo>
                    <a:pt x="113700" y="26275"/>
                  </a:lnTo>
                  <a:lnTo>
                    <a:pt x="113700" y="27231"/>
                  </a:lnTo>
                  <a:lnTo>
                    <a:pt x="112744" y="28186"/>
                  </a:lnTo>
                  <a:lnTo>
                    <a:pt x="111789" y="29619"/>
                  </a:lnTo>
                  <a:lnTo>
                    <a:pt x="111311" y="30575"/>
                  </a:lnTo>
                  <a:lnTo>
                    <a:pt x="110833" y="31052"/>
                  </a:lnTo>
                  <a:lnTo>
                    <a:pt x="109400" y="32008"/>
                  </a:lnTo>
                  <a:lnTo>
                    <a:pt x="106534" y="32008"/>
                  </a:lnTo>
                  <a:lnTo>
                    <a:pt x="106534" y="32486"/>
                  </a:lnTo>
                  <a:lnTo>
                    <a:pt x="105578" y="33919"/>
                  </a:lnTo>
                  <a:lnTo>
                    <a:pt x="104145" y="35352"/>
                  </a:lnTo>
                  <a:lnTo>
                    <a:pt x="103189" y="36785"/>
                  </a:lnTo>
                  <a:lnTo>
                    <a:pt x="102712" y="38218"/>
                  </a:lnTo>
                  <a:lnTo>
                    <a:pt x="102712" y="40129"/>
                  </a:lnTo>
                  <a:lnTo>
                    <a:pt x="102712" y="43473"/>
                  </a:lnTo>
                  <a:lnTo>
                    <a:pt x="102234" y="45384"/>
                  </a:lnTo>
                  <a:lnTo>
                    <a:pt x="103189" y="46340"/>
                  </a:lnTo>
                  <a:lnTo>
                    <a:pt x="106534" y="46817"/>
                  </a:lnTo>
                  <a:lnTo>
                    <a:pt x="107011" y="46817"/>
                  </a:lnTo>
                  <a:lnTo>
                    <a:pt x="107967" y="48251"/>
                  </a:lnTo>
                  <a:lnTo>
                    <a:pt x="108922" y="49206"/>
                  </a:lnTo>
                  <a:lnTo>
                    <a:pt x="112266" y="50162"/>
                  </a:lnTo>
                  <a:lnTo>
                    <a:pt x="113222" y="51117"/>
                  </a:lnTo>
                  <a:lnTo>
                    <a:pt x="114655" y="5207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9" name="Freeform 2038">
              <a:extLst>
                <a:ext uri="{FF2B5EF4-FFF2-40B4-BE49-F238E27FC236}">
                  <a16:creationId xmlns:a16="http://schemas.microsoft.com/office/drawing/2014/main" id="{AD756BA4-C16A-57A6-C59F-D21C76D59930}"/>
                </a:ext>
              </a:extLst>
            </p:cNvPr>
            <p:cNvSpPr/>
            <p:nvPr/>
          </p:nvSpPr>
          <p:spPr>
            <a:xfrm>
              <a:off x="6168614" y="3592645"/>
              <a:ext cx="955" cy="3344"/>
            </a:xfrm>
            <a:custGeom>
              <a:avLst/>
              <a:gdLst>
                <a:gd name="csX0" fmla="*/ 956 w 955"/>
                <a:gd name="csY0" fmla="*/ 0 h 3344"/>
                <a:gd name="csX1" fmla="*/ 956 w 955"/>
                <a:gd name="csY1" fmla="*/ 478 h 3344"/>
                <a:gd name="csX2" fmla="*/ 0 w 955"/>
                <a:gd name="csY2" fmla="*/ 3344 h 3344"/>
                <a:gd name="csX3" fmla="*/ 956 w 955"/>
                <a:gd name="csY3" fmla="*/ 478 h 3344"/>
                <a:gd name="csX4" fmla="*/ 956 w 955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3344">
                  <a:moveTo>
                    <a:pt x="956" y="0"/>
                  </a:moveTo>
                  <a:lnTo>
                    <a:pt x="956" y="478"/>
                  </a:lnTo>
                  <a:lnTo>
                    <a:pt x="0" y="3344"/>
                  </a:lnTo>
                  <a:lnTo>
                    <a:pt x="956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0" name="Freeform 2039">
              <a:extLst>
                <a:ext uri="{FF2B5EF4-FFF2-40B4-BE49-F238E27FC236}">
                  <a16:creationId xmlns:a16="http://schemas.microsoft.com/office/drawing/2014/main" id="{AFD550A8-2EA4-1114-D121-1488AF5811E6}"/>
                </a:ext>
              </a:extLst>
            </p:cNvPr>
            <p:cNvSpPr/>
            <p:nvPr/>
          </p:nvSpPr>
          <p:spPr>
            <a:xfrm>
              <a:off x="6164792" y="4034067"/>
              <a:ext cx="2866" cy="1433"/>
            </a:xfrm>
            <a:custGeom>
              <a:avLst/>
              <a:gdLst>
                <a:gd name="csX0" fmla="*/ 2389 w 2866"/>
                <a:gd name="csY0" fmla="*/ 478 h 1433"/>
                <a:gd name="csX1" fmla="*/ 2866 w 2866"/>
                <a:gd name="csY1" fmla="*/ 956 h 1433"/>
                <a:gd name="csX2" fmla="*/ 2866 w 2866"/>
                <a:gd name="csY2" fmla="*/ 956 h 1433"/>
                <a:gd name="csX3" fmla="*/ 1433 w 2866"/>
                <a:gd name="csY3" fmla="*/ 1433 h 1433"/>
                <a:gd name="csX4" fmla="*/ 478 w 2866"/>
                <a:gd name="csY4" fmla="*/ 956 h 1433"/>
                <a:gd name="csX5" fmla="*/ 0 w 2866"/>
                <a:gd name="csY5" fmla="*/ 478 h 1433"/>
                <a:gd name="csX6" fmla="*/ 1911 w 2866"/>
                <a:gd name="csY6" fmla="*/ 0 h 1433"/>
                <a:gd name="csX7" fmla="*/ 2389 w 2866"/>
                <a:gd name="csY7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1433">
                  <a:moveTo>
                    <a:pt x="2389" y="478"/>
                  </a:moveTo>
                  <a:lnTo>
                    <a:pt x="2866" y="956"/>
                  </a:lnTo>
                  <a:lnTo>
                    <a:pt x="2866" y="956"/>
                  </a:lnTo>
                  <a:lnTo>
                    <a:pt x="1433" y="1433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1" name="Freeform 2040">
              <a:extLst>
                <a:ext uri="{FF2B5EF4-FFF2-40B4-BE49-F238E27FC236}">
                  <a16:creationId xmlns:a16="http://schemas.microsoft.com/office/drawing/2014/main" id="{A91298E7-97A0-EE73-AE61-EBB2A4FD1733}"/>
                </a:ext>
              </a:extLst>
            </p:cNvPr>
            <p:cNvSpPr/>
            <p:nvPr/>
          </p:nvSpPr>
          <p:spPr>
            <a:xfrm>
              <a:off x="6166703" y="3658572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478 w 477"/>
                <a:gd name="csY2" fmla="*/ 478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478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2" name="Freeform 2041">
              <a:extLst>
                <a:ext uri="{FF2B5EF4-FFF2-40B4-BE49-F238E27FC236}">
                  <a16:creationId xmlns:a16="http://schemas.microsoft.com/office/drawing/2014/main" id="{C11449FB-BEDA-3E50-1E10-9A5FD5E52B09}"/>
                </a:ext>
              </a:extLst>
            </p:cNvPr>
            <p:cNvSpPr/>
            <p:nvPr/>
          </p:nvSpPr>
          <p:spPr>
            <a:xfrm>
              <a:off x="6165270" y="3598378"/>
              <a:ext cx="1911" cy="955"/>
            </a:xfrm>
            <a:custGeom>
              <a:avLst/>
              <a:gdLst>
                <a:gd name="csX0" fmla="*/ 1911 w 1911"/>
                <a:gd name="csY0" fmla="*/ 0 h 955"/>
                <a:gd name="csX1" fmla="*/ 1911 w 1911"/>
                <a:gd name="csY1" fmla="*/ 0 h 955"/>
                <a:gd name="csX2" fmla="*/ 0 w 1911"/>
                <a:gd name="csY2" fmla="*/ 955 h 955"/>
                <a:gd name="csX3" fmla="*/ 1911 w 1911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955">
                  <a:moveTo>
                    <a:pt x="1911" y="0"/>
                  </a:moveTo>
                  <a:lnTo>
                    <a:pt x="1911" y="0"/>
                  </a:lnTo>
                  <a:lnTo>
                    <a:pt x="0" y="955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3" name="Freeform 2042">
              <a:extLst>
                <a:ext uri="{FF2B5EF4-FFF2-40B4-BE49-F238E27FC236}">
                  <a16:creationId xmlns:a16="http://schemas.microsoft.com/office/drawing/2014/main" id="{733E9B91-F03A-74C7-5EFF-04DF674B78F2}"/>
                </a:ext>
              </a:extLst>
            </p:cNvPr>
            <p:cNvSpPr/>
            <p:nvPr/>
          </p:nvSpPr>
          <p:spPr>
            <a:xfrm>
              <a:off x="6157626" y="3564459"/>
              <a:ext cx="8121" cy="8121"/>
            </a:xfrm>
            <a:custGeom>
              <a:avLst/>
              <a:gdLst>
                <a:gd name="csX0" fmla="*/ 7644 w 8121"/>
                <a:gd name="csY0" fmla="*/ 6688 h 8121"/>
                <a:gd name="csX1" fmla="*/ 8121 w 8121"/>
                <a:gd name="csY1" fmla="*/ 8121 h 8121"/>
                <a:gd name="csX2" fmla="*/ 7166 w 8121"/>
                <a:gd name="csY2" fmla="*/ 7644 h 8121"/>
                <a:gd name="csX3" fmla="*/ 4777 w 8121"/>
                <a:gd name="csY3" fmla="*/ 8121 h 8121"/>
                <a:gd name="csX4" fmla="*/ 2389 w 8121"/>
                <a:gd name="csY4" fmla="*/ 7644 h 8121"/>
                <a:gd name="csX5" fmla="*/ 1911 w 8121"/>
                <a:gd name="csY5" fmla="*/ 5733 h 8121"/>
                <a:gd name="csX6" fmla="*/ 2389 w 8121"/>
                <a:gd name="csY6" fmla="*/ 4300 h 8121"/>
                <a:gd name="csX7" fmla="*/ 1433 w 8121"/>
                <a:gd name="csY7" fmla="*/ 2866 h 8121"/>
                <a:gd name="csX8" fmla="*/ 478 w 8121"/>
                <a:gd name="csY8" fmla="*/ 2389 h 8121"/>
                <a:gd name="csX9" fmla="*/ 0 w 8121"/>
                <a:gd name="csY9" fmla="*/ 956 h 8121"/>
                <a:gd name="csX10" fmla="*/ 478 w 8121"/>
                <a:gd name="csY10" fmla="*/ 0 h 8121"/>
                <a:gd name="csX11" fmla="*/ 4299 w 8121"/>
                <a:gd name="csY11" fmla="*/ 2866 h 8121"/>
                <a:gd name="csX12" fmla="*/ 8121 w 8121"/>
                <a:gd name="csY12" fmla="*/ 5733 h 8121"/>
                <a:gd name="csX13" fmla="*/ 7644 w 8121"/>
                <a:gd name="csY13" fmla="*/ 6688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8121" h="8121">
                  <a:moveTo>
                    <a:pt x="7644" y="6688"/>
                  </a:moveTo>
                  <a:lnTo>
                    <a:pt x="8121" y="8121"/>
                  </a:lnTo>
                  <a:lnTo>
                    <a:pt x="7166" y="7644"/>
                  </a:lnTo>
                  <a:lnTo>
                    <a:pt x="4777" y="8121"/>
                  </a:lnTo>
                  <a:lnTo>
                    <a:pt x="2389" y="7644"/>
                  </a:lnTo>
                  <a:lnTo>
                    <a:pt x="1911" y="5733"/>
                  </a:lnTo>
                  <a:lnTo>
                    <a:pt x="2389" y="4300"/>
                  </a:lnTo>
                  <a:lnTo>
                    <a:pt x="1433" y="2866"/>
                  </a:lnTo>
                  <a:lnTo>
                    <a:pt x="478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4299" y="2866"/>
                  </a:lnTo>
                  <a:lnTo>
                    <a:pt x="8121" y="5733"/>
                  </a:lnTo>
                  <a:lnTo>
                    <a:pt x="7644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4" name="Freeform 2043">
              <a:extLst>
                <a:ext uri="{FF2B5EF4-FFF2-40B4-BE49-F238E27FC236}">
                  <a16:creationId xmlns:a16="http://schemas.microsoft.com/office/drawing/2014/main" id="{0C0ED1FF-FE1F-36FE-9C08-9F46F04A4337}"/>
                </a:ext>
              </a:extLst>
            </p:cNvPr>
            <p:cNvSpPr/>
            <p:nvPr/>
          </p:nvSpPr>
          <p:spPr>
            <a:xfrm>
              <a:off x="6154282" y="3188486"/>
              <a:ext cx="10032" cy="23886"/>
            </a:xfrm>
            <a:custGeom>
              <a:avLst/>
              <a:gdLst>
                <a:gd name="csX0" fmla="*/ 9555 w 10032"/>
                <a:gd name="csY0" fmla="*/ 8121 h 23886"/>
                <a:gd name="csX1" fmla="*/ 10032 w 10032"/>
                <a:gd name="csY1" fmla="*/ 13377 h 23886"/>
                <a:gd name="csX2" fmla="*/ 10032 w 10032"/>
                <a:gd name="csY2" fmla="*/ 17198 h 23886"/>
                <a:gd name="csX3" fmla="*/ 8121 w 10032"/>
                <a:gd name="csY3" fmla="*/ 20542 h 23886"/>
                <a:gd name="csX4" fmla="*/ 7166 w 10032"/>
                <a:gd name="csY4" fmla="*/ 22931 h 23886"/>
                <a:gd name="csX5" fmla="*/ 6210 w 10032"/>
                <a:gd name="csY5" fmla="*/ 23886 h 23886"/>
                <a:gd name="csX6" fmla="*/ 6210 w 10032"/>
                <a:gd name="csY6" fmla="*/ 23886 h 23886"/>
                <a:gd name="csX7" fmla="*/ 7166 w 10032"/>
                <a:gd name="csY7" fmla="*/ 22931 h 23886"/>
                <a:gd name="csX8" fmla="*/ 8121 w 10032"/>
                <a:gd name="csY8" fmla="*/ 20542 h 23886"/>
                <a:gd name="csX9" fmla="*/ 10032 w 10032"/>
                <a:gd name="csY9" fmla="*/ 17198 h 23886"/>
                <a:gd name="csX10" fmla="*/ 10032 w 10032"/>
                <a:gd name="csY10" fmla="*/ 13854 h 23886"/>
                <a:gd name="csX11" fmla="*/ 9555 w 10032"/>
                <a:gd name="csY11" fmla="*/ 8121 h 23886"/>
                <a:gd name="csX12" fmla="*/ 8599 w 10032"/>
                <a:gd name="csY12" fmla="*/ 5255 h 23886"/>
                <a:gd name="csX13" fmla="*/ 4299 w 10032"/>
                <a:gd name="csY13" fmla="*/ 2866 h 23886"/>
                <a:gd name="csX14" fmla="*/ 0 w 10032"/>
                <a:gd name="csY14" fmla="*/ 0 h 23886"/>
                <a:gd name="csX15" fmla="*/ 0 w 10032"/>
                <a:gd name="csY15" fmla="*/ 0 h 23886"/>
                <a:gd name="csX16" fmla="*/ 4777 w 10032"/>
                <a:gd name="csY16" fmla="*/ 2866 h 23886"/>
                <a:gd name="csX17" fmla="*/ 8599 w 10032"/>
                <a:gd name="csY17" fmla="*/ 4777 h 23886"/>
                <a:gd name="csX18" fmla="*/ 9555 w 10032"/>
                <a:gd name="csY18" fmla="*/ 8121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0032" h="23886">
                  <a:moveTo>
                    <a:pt x="9555" y="8121"/>
                  </a:moveTo>
                  <a:lnTo>
                    <a:pt x="10032" y="13377"/>
                  </a:lnTo>
                  <a:lnTo>
                    <a:pt x="10032" y="17198"/>
                  </a:lnTo>
                  <a:lnTo>
                    <a:pt x="8121" y="20542"/>
                  </a:lnTo>
                  <a:lnTo>
                    <a:pt x="7166" y="22931"/>
                  </a:lnTo>
                  <a:lnTo>
                    <a:pt x="6210" y="23886"/>
                  </a:lnTo>
                  <a:lnTo>
                    <a:pt x="6210" y="23886"/>
                  </a:lnTo>
                  <a:lnTo>
                    <a:pt x="7166" y="22931"/>
                  </a:lnTo>
                  <a:lnTo>
                    <a:pt x="8121" y="20542"/>
                  </a:lnTo>
                  <a:lnTo>
                    <a:pt x="10032" y="17198"/>
                  </a:lnTo>
                  <a:lnTo>
                    <a:pt x="10032" y="13854"/>
                  </a:lnTo>
                  <a:lnTo>
                    <a:pt x="9555" y="8121"/>
                  </a:lnTo>
                  <a:lnTo>
                    <a:pt x="8599" y="5255"/>
                  </a:lnTo>
                  <a:lnTo>
                    <a:pt x="4299" y="286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77" y="2866"/>
                  </a:lnTo>
                  <a:lnTo>
                    <a:pt x="8599" y="4777"/>
                  </a:lnTo>
                  <a:lnTo>
                    <a:pt x="9555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5" name="Freeform 2044">
              <a:extLst>
                <a:ext uri="{FF2B5EF4-FFF2-40B4-BE49-F238E27FC236}">
                  <a16:creationId xmlns:a16="http://schemas.microsoft.com/office/drawing/2014/main" id="{20517542-6EE3-2B75-B9E5-7457253B4634}"/>
                </a:ext>
              </a:extLst>
            </p:cNvPr>
            <p:cNvSpPr/>
            <p:nvPr/>
          </p:nvSpPr>
          <p:spPr>
            <a:xfrm>
              <a:off x="6145683" y="3020325"/>
              <a:ext cx="18153" cy="13854"/>
            </a:xfrm>
            <a:custGeom>
              <a:avLst/>
              <a:gdLst>
                <a:gd name="csX0" fmla="*/ 18154 w 18153"/>
                <a:gd name="csY0" fmla="*/ 1433 h 13854"/>
                <a:gd name="csX1" fmla="*/ 17676 w 18153"/>
                <a:gd name="csY1" fmla="*/ 2866 h 13854"/>
                <a:gd name="csX2" fmla="*/ 16243 w 18153"/>
                <a:gd name="csY2" fmla="*/ 4300 h 13854"/>
                <a:gd name="csX3" fmla="*/ 13376 w 18153"/>
                <a:gd name="csY3" fmla="*/ 5255 h 13854"/>
                <a:gd name="csX4" fmla="*/ 12421 w 18153"/>
                <a:gd name="csY4" fmla="*/ 7644 h 13854"/>
                <a:gd name="csX5" fmla="*/ 11465 w 18153"/>
                <a:gd name="csY5" fmla="*/ 8121 h 13854"/>
                <a:gd name="csX6" fmla="*/ 9077 w 18153"/>
                <a:gd name="csY6" fmla="*/ 8121 h 13854"/>
                <a:gd name="csX7" fmla="*/ 7644 w 18153"/>
                <a:gd name="csY7" fmla="*/ 9077 h 13854"/>
                <a:gd name="csX8" fmla="*/ 5733 w 18153"/>
                <a:gd name="csY8" fmla="*/ 10988 h 13854"/>
                <a:gd name="csX9" fmla="*/ 4299 w 18153"/>
                <a:gd name="csY9" fmla="*/ 9555 h 13854"/>
                <a:gd name="csX10" fmla="*/ 3822 w 18153"/>
                <a:gd name="csY10" fmla="*/ 10510 h 13854"/>
                <a:gd name="csX11" fmla="*/ 3822 w 18153"/>
                <a:gd name="csY11" fmla="*/ 12421 h 13854"/>
                <a:gd name="csX12" fmla="*/ 2866 w 18153"/>
                <a:gd name="csY12" fmla="*/ 12899 h 13854"/>
                <a:gd name="csX13" fmla="*/ 478 w 18153"/>
                <a:gd name="csY13" fmla="*/ 13854 h 13854"/>
                <a:gd name="csX14" fmla="*/ 0 w 18153"/>
                <a:gd name="csY14" fmla="*/ 9077 h 13854"/>
                <a:gd name="csX15" fmla="*/ 955 w 18153"/>
                <a:gd name="csY15" fmla="*/ 7644 h 13854"/>
                <a:gd name="csX16" fmla="*/ 1911 w 18153"/>
                <a:gd name="csY16" fmla="*/ 5733 h 13854"/>
                <a:gd name="csX17" fmla="*/ 3344 w 18153"/>
                <a:gd name="csY17" fmla="*/ 5255 h 13854"/>
                <a:gd name="csX18" fmla="*/ 4299 w 18153"/>
                <a:gd name="csY18" fmla="*/ 5733 h 13854"/>
                <a:gd name="csX19" fmla="*/ 6688 w 18153"/>
                <a:gd name="csY19" fmla="*/ 1433 h 13854"/>
                <a:gd name="csX20" fmla="*/ 9555 w 18153"/>
                <a:gd name="csY20" fmla="*/ 0 h 13854"/>
                <a:gd name="csX21" fmla="*/ 11465 w 18153"/>
                <a:gd name="csY21" fmla="*/ 0 h 13854"/>
                <a:gd name="csX22" fmla="*/ 13376 w 18153"/>
                <a:gd name="csY22" fmla="*/ 478 h 13854"/>
                <a:gd name="csX23" fmla="*/ 14332 w 18153"/>
                <a:gd name="csY23" fmla="*/ 1433 h 13854"/>
                <a:gd name="csX24" fmla="*/ 17676 w 18153"/>
                <a:gd name="csY24" fmla="*/ 955 h 13854"/>
                <a:gd name="csX25" fmla="*/ 18154 w 18153"/>
                <a:gd name="csY25" fmla="*/ 1433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8153" h="13854">
                  <a:moveTo>
                    <a:pt x="18154" y="1433"/>
                  </a:moveTo>
                  <a:lnTo>
                    <a:pt x="17676" y="2866"/>
                  </a:lnTo>
                  <a:lnTo>
                    <a:pt x="16243" y="4300"/>
                  </a:lnTo>
                  <a:lnTo>
                    <a:pt x="13376" y="5255"/>
                  </a:lnTo>
                  <a:lnTo>
                    <a:pt x="12421" y="7644"/>
                  </a:lnTo>
                  <a:lnTo>
                    <a:pt x="11465" y="8121"/>
                  </a:lnTo>
                  <a:lnTo>
                    <a:pt x="9077" y="8121"/>
                  </a:lnTo>
                  <a:lnTo>
                    <a:pt x="7644" y="9077"/>
                  </a:lnTo>
                  <a:lnTo>
                    <a:pt x="5733" y="10988"/>
                  </a:lnTo>
                  <a:lnTo>
                    <a:pt x="4299" y="9555"/>
                  </a:lnTo>
                  <a:lnTo>
                    <a:pt x="3822" y="10510"/>
                  </a:lnTo>
                  <a:lnTo>
                    <a:pt x="3822" y="12421"/>
                  </a:lnTo>
                  <a:lnTo>
                    <a:pt x="2866" y="12899"/>
                  </a:lnTo>
                  <a:lnTo>
                    <a:pt x="478" y="13854"/>
                  </a:lnTo>
                  <a:lnTo>
                    <a:pt x="0" y="9077"/>
                  </a:lnTo>
                  <a:lnTo>
                    <a:pt x="955" y="7644"/>
                  </a:lnTo>
                  <a:lnTo>
                    <a:pt x="1911" y="5733"/>
                  </a:lnTo>
                  <a:lnTo>
                    <a:pt x="3344" y="5255"/>
                  </a:lnTo>
                  <a:lnTo>
                    <a:pt x="4299" y="5733"/>
                  </a:lnTo>
                  <a:lnTo>
                    <a:pt x="6688" y="1433"/>
                  </a:lnTo>
                  <a:lnTo>
                    <a:pt x="9555" y="0"/>
                  </a:lnTo>
                  <a:lnTo>
                    <a:pt x="11465" y="0"/>
                  </a:lnTo>
                  <a:lnTo>
                    <a:pt x="13376" y="478"/>
                  </a:lnTo>
                  <a:lnTo>
                    <a:pt x="14332" y="1433"/>
                  </a:lnTo>
                  <a:lnTo>
                    <a:pt x="17676" y="955"/>
                  </a:lnTo>
                  <a:lnTo>
                    <a:pt x="1815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6" name="Freeform 2045">
              <a:extLst>
                <a:ext uri="{FF2B5EF4-FFF2-40B4-BE49-F238E27FC236}">
                  <a16:creationId xmlns:a16="http://schemas.microsoft.com/office/drawing/2014/main" id="{C6E92137-D321-CD42-D312-A56D10562C0D}"/>
                </a:ext>
              </a:extLst>
            </p:cNvPr>
            <p:cNvSpPr/>
            <p:nvPr/>
          </p:nvSpPr>
          <p:spPr>
            <a:xfrm>
              <a:off x="6159537" y="4739196"/>
              <a:ext cx="3821" cy="477"/>
            </a:xfrm>
            <a:custGeom>
              <a:avLst/>
              <a:gdLst>
                <a:gd name="csX0" fmla="*/ 3822 w 3821"/>
                <a:gd name="csY0" fmla="*/ 478 h 477"/>
                <a:gd name="csX1" fmla="*/ 3344 w 3821"/>
                <a:gd name="csY1" fmla="*/ 478 h 477"/>
                <a:gd name="csX2" fmla="*/ 0 w 3821"/>
                <a:gd name="csY2" fmla="*/ 0 h 477"/>
                <a:gd name="csX3" fmla="*/ 3344 w 3821"/>
                <a:gd name="csY3" fmla="*/ 0 h 477"/>
                <a:gd name="csX4" fmla="*/ 3822 w 3821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477">
                  <a:moveTo>
                    <a:pt x="3822" y="478"/>
                  </a:moveTo>
                  <a:lnTo>
                    <a:pt x="3344" y="478"/>
                  </a:lnTo>
                  <a:lnTo>
                    <a:pt x="0" y="0"/>
                  </a:lnTo>
                  <a:lnTo>
                    <a:pt x="3344" y="0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7" name="Freeform 2046">
              <a:extLst>
                <a:ext uri="{FF2B5EF4-FFF2-40B4-BE49-F238E27FC236}">
                  <a16:creationId xmlns:a16="http://schemas.microsoft.com/office/drawing/2014/main" id="{48CA571A-914C-B779-CBDA-BD9DFEDCF15F}"/>
                </a:ext>
              </a:extLst>
            </p:cNvPr>
            <p:cNvSpPr/>
            <p:nvPr/>
          </p:nvSpPr>
          <p:spPr>
            <a:xfrm>
              <a:off x="6160015" y="3808101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955 w 955"/>
                <a:gd name="csY1" fmla="*/ 478 h 955"/>
                <a:gd name="csX2" fmla="*/ 0 w 955"/>
                <a:gd name="csY2" fmla="*/ 956 h 955"/>
                <a:gd name="csX3" fmla="*/ 0 w 955"/>
                <a:gd name="csY3" fmla="*/ 956 h 955"/>
                <a:gd name="csX4" fmla="*/ 478 w 955"/>
                <a:gd name="csY4" fmla="*/ 478 h 955"/>
                <a:gd name="csX5" fmla="*/ 478 w 955"/>
                <a:gd name="csY5" fmla="*/ 0 h 955"/>
                <a:gd name="csX6" fmla="*/ 955 w 955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955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" name="Freeform 2047">
              <a:extLst>
                <a:ext uri="{FF2B5EF4-FFF2-40B4-BE49-F238E27FC236}">
                  <a16:creationId xmlns:a16="http://schemas.microsoft.com/office/drawing/2014/main" id="{90E06585-3260-C795-984B-F8D99F8F2C74}"/>
                </a:ext>
              </a:extLst>
            </p:cNvPr>
            <p:cNvSpPr/>
            <p:nvPr/>
          </p:nvSpPr>
          <p:spPr>
            <a:xfrm>
              <a:off x="6158581" y="3925622"/>
              <a:ext cx="1911" cy="1911"/>
            </a:xfrm>
            <a:custGeom>
              <a:avLst/>
              <a:gdLst>
                <a:gd name="csX0" fmla="*/ 1911 w 1911"/>
                <a:gd name="csY0" fmla="*/ 478 h 1911"/>
                <a:gd name="csX1" fmla="*/ 1911 w 1911"/>
                <a:gd name="csY1" fmla="*/ 956 h 1911"/>
                <a:gd name="csX2" fmla="*/ 1433 w 1911"/>
                <a:gd name="csY2" fmla="*/ 1433 h 1911"/>
                <a:gd name="csX3" fmla="*/ 478 w 1911"/>
                <a:gd name="csY3" fmla="*/ 1911 h 1911"/>
                <a:gd name="csX4" fmla="*/ 0 w 1911"/>
                <a:gd name="csY4" fmla="*/ 1433 h 1911"/>
                <a:gd name="csX5" fmla="*/ 0 w 1911"/>
                <a:gd name="csY5" fmla="*/ 956 h 1911"/>
                <a:gd name="csX6" fmla="*/ 0 w 1911"/>
                <a:gd name="csY6" fmla="*/ 0 h 1911"/>
                <a:gd name="csX7" fmla="*/ 1911 w 1911"/>
                <a:gd name="csY7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1">
                  <a:moveTo>
                    <a:pt x="1911" y="478"/>
                  </a:moveTo>
                  <a:lnTo>
                    <a:pt x="1911" y="956"/>
                  </a:lnTo>
                  <a:lnTo>
                    <a:pt x="1433" y="1433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" name="Freeform 2048">
              <a:extLst>
                <a:ext uri="{FF2B5EF4-FFF2-40B4-BE49-F238E27FC236}">
                  <a16:creationId xmlns:a16="http://schemas.microsoft.com/office/drawing/2014/main" id="{129F43E9-DC67-75D2-F6F6-9F0B3B194C65}"/>
                </a:ext>
              </a:extLst>
            </p:cNvPr>
            <p:cNvSpPr/>
            <p:nvPr/>
          </p:nvSpPr>
          <p:spPr>
            <a:xfrm>
              <a:off x="6155238" y="5050675"/>
              <a:ext cx="4777" cy="3344"/>
            </a:xfrm>
            <a:custGeom>
              <a:avLst/>
              <a:gdLst>
                <a:gd name="csX0" fmla="*/ 4299 w 4777"/>
                <a:gd name="csY0" fmla="*/ 2389 h 3344"/>
                <a:gd name="csX1" fmla="*/ 4777 w 4777"/>
                <a:gd name="csY1" fmla="*/ 3344 h 3344"/>
                <a:gd name="csX2" fmla="*/ 4299 w 4777"/>
                <a:gd name="csY2" fmla="*/ 2389 h 3344"/>
                <a:gd name="csX3" fmla="*/ 1911 w 4777"/>
                <a:gd name="csY3" fmla="*/ 1433 h 3344"/>
                <a:gd name="csX4" fmla="*/ 0 w 4777"/>
                <a:gd name="csY4" fmla="*/ 0 h 3344"/>
                <a:gd name="csX5" fmla="*/ 1911 w 4777"/>
                <a:gd name="csY5" fmla="*/ 1433 h 3344"/>
                <a:gd name="csX6" fmla="*/ 4299 w 4777"/>
                <a:gd name="csY6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7" h="3344">
                  <a:moveTo>
                    <a:pt x="4299" y="2389"/>
                  </a:moveTo>
                  <a:lnTo>
                    <a:pt x="4777" y="3344"/>
                  </a:lnTo>
                  <a:lnTo>
                    <a:pt x="4299" y="2389"/>
                  </a:lnTo>
                  <a:lnTo>
                    <a:pt x="1911" y="1433"/>
                  </a:lnTo>
                  <a:lnTo>
                    <a:pt x="0" y="0"/>
                  </a:lnTo>
                  <a:lnTo>
                    <a:pt x="1911" y="1433"/>
                  </a:lnTo>
                  <a:lnTo>
                    <a:pt x="429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" name="Freeform 2049">
              <a:extLst>
                <a:ext uri="{FF2B5EF4-FFF2-40B4-BE49-F238E27FC236}">
                  <a16:creationId xmlns:a16="http://schemas.microsoft.com/office/drawing/2014/main" id="{55396795-A5E0-BDCF-BA52-241F23F352F8}"/>
                </a:ext>
              </a:extLst>
            </p:cNvPr>
            <p:cNvSpPr/>
            <p:nvPr/>
          </p:nvSpPr>
          <p:spPr>
            <a:xfrm>
              <a:off x="6151893" y="4709098"/>
              <a:ext cx="6688" cy="1911"/>
            </a:xfrm>
            <a:custGeom>
              <a:avLst/>
              <a:gdLst>
                <a:gd name="csX0" fmla="*/ 6688 w 6688"/>
                <a:gd name="csY0" fmla="*/ 0 h 1911"/>
                <a:gd name="csX1" fmla="*/ 3822 w 6688"/>
                <a:gd name="csY1" fmla="*/ 478 h 1911"/>
                <a:gd name="csX2" fmla="*/ 0 w 6688"/>
                <a:gd name="csY2" fmla="*/ 1911 h 1911"/>
                <a:gd name="csX3" fmla="*/ 3822 w 6688"/>
                <a:gd name="csY3" fmla="*/ 478 h 1911"/>
                <a:gd name="csX4" fmla="*/ 6688 w 6688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1911">
                  <a:moveTo>
                    <a:pt x="6688" y="0"/>
                  </a:moveTo>
                  <a:lnTo>
                    <a:pt x="3822" y="478"/>
                  </a:lnTo>
                  <a:lnTo>
                    <a:pt x="0" y="1911"/>
                  </a:lnTo>
                  <a:lnTo>
                    <a:pt x="3822" y="478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1" name="Freeform 2050">
              <a:extLst>
                <a:ext uri="{FF2B5EF4-FFF2-40B4-BE49-F238E27FC236}">
                  <a16:creationId xmlns:a16="http://schemas.microsoft.com/office/drawing/2014/main" id="{A42A086A-E931-3E9C-BA6F-A62A55542235}"/>
                </a:ext>
              </a:extLst>
            </p:cNvPr>
            <p:cNvSpPr/>
            <p:nvPr/>
          </p:nvSpPr>
          <p:spPr>
            <a:xfrm>
              <a:off x="6156671" y="3719243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6 w 955"/>
                <a:gd name="csY1" fmla="*/ 1433 h 1433"/>
                <a:gd name="csX2" fmla="*/ 956 w 955"/>
                <a:gd name="csY2" fmla="*/ 1433 h 1433"/>
                <a:gd name="csX3" fmla="*/ 0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6" y="1433"/>
                  </a:lnTo>
                  <a:lnTo>
                    <a:pt x="956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" name="Freeform 2051">
              <a:extLst>
                <a:ext uri="{FF2B5EF4-FFF2-40B4-BE49-F238E27FC236}">
                  <a16:creationId xmlns:a16="http://schemas.microsoft.com/office/drawing/2014/main" id="{8B6058A2-3C8A-C789-C63F-6C2649F241C4}"/>
                </a:ext>
              </a:extLst>
            </p:cNvPr>
            <p:cNvSpPr/>
            <p:nvPr/>
          </p:nvSpPr>
          <p:spPr>
            <a:xfrm>
              <a:off x="6155715" y="3720676"/>
              <a:ext cx="1911" cy="6210"/>
            </a:xfrm>
            <a:custGeom>
              <a:avLst/>
              <a:gdLst>
                <a:gd name="csX0" fmla="*/ 1911 w 1911"/>
                <a:gd name="csY0" fmla="*/ 0 h 6210"/>
                <a:gd name="csX1" fmla="*/ 1911 w 1911"/>
                <a:gd name="csY1" fmla="*/ 478 h 6210"/>
                <a:gd name="csX2" fmla="*/ 1911 w 1911"/>
                <a:gd name="csY2" fmla="*/ 2389 h 6210"/>
                <a:gd name="csX3" fmla="*/ 1911 w 1911"/>
                <a:gd name="csY3" fmla="*/ 4300 h 6210"/>
                <a:gd name="csX4" fmla="*/ 1433 w 1911"/>
                <a:gd name="csY4" fmla="*/ 5255 h 6210"/>
                <a:gd name="csX5" fmla="*/ 0 w 1911"/>
                <a:gd name="csY5" fmla="*/ 6210 h 6210"/>
                <a:gd name="csX6" fmla="*/ 1433 w 1911"/>
                <a:gd name="csY6" fmla="*/ 5255 h 6210"/>
                <a:gd name="csX7" fmla="*/ 1911 w 1911"/>
                <a:gd name="csY7" fmla="*/ 4300 h 6210"/>
                <a:gd name="csX8" fmla="*/ 1433 w 1911"/>
                <a:gd name="csY8" fmla="*/ 2389 h 6210"/>
                <a:gd name="csX9" fmla="*/ 1911 w 1911"/>
                <a:gd name="csY9" fmla="*/ 478 h 6210"/>
                <a:gd name="csX10" fmla="*/ 1911 w 1911"/>
                <a:gd name="csY10" fmla="*/ 0 h 6210"/>
                <a:gd name="csX11" fmla="*/ 1911 w 1911"/>
                <a:gd name="csY11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911" h="6210">
                  <a:moveTo>
                    <a:pt x="1911" y="0"/>
                  </a:moveTo>
                  <a:lnTo>
                    <a:pt x="1911" y="478"/>
                  </a:lnTo>
                  <a:lnTo>
                    <a:pt x="1911" y="2389"/>
                  </a:lnTo>
                  <a:lnTo>
                    <a:pt x="1911" y="4300"/>
                  </a:lnTo>
                  <a:lnTo>
                    <a:pt x="1433" y="5255"/>
                  </a:lnTo>
                  <a:lnTo>
                    <a:pt x="0" y="6210"/>
                  </a:lnTo>
                  <a:lnTo>
                    <a:pt x="1433" y="5255"/>
                  </a:lnTo>
                  <a:lnTo>
                    <a:pt x="1911" y="4300"/>
                  </a:lnTo>
                  <a:lnTo>
                    <a:pt x="1433" y="2389"/>
                  </a:lnTo>
                  <a:lnTo>
                    <a:pt x="1911" y="478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" name="Freeform 2052">
              <a:extLst>
                <a:ext uri="{FF2B5EF4-FFF2-40B4-BE49-F238E27FC236}">
                  <a16:creationId xmlns:a16="http://schemas.microsoft.com/office/drawing/2014/main" id="{7ACEAF1D-E2DA-6459-203B-71CD0C151235}"/>
                </a:ext>
              </a:extLst>
            </p:cNvPr>
            <p:cNvSpPr/>
            <p:nvPr/>
          </p:nvSpPr>
          <p:spPr>
            <a:xfrm>
              <a:off x="6151893" y="4461157"/>
              <a:ext cx="5732" cy="9554"/>
            </a:xfrm>
            <a:custGeom>
              <a:avLst/>
              <a:gdLst>
                <a:gd name="csX0" fmla="*/ 5733 w 5732"/>
                <a:gd name="csY0" fmla="*/ 0 h 9554"/>
                <a:gd name="csX1" fmla="*/ 2389 w 5732"/>
                <a:gd name="csY1" fmla="*/ 6210 h 9554"/>
                <a:gd name="csX2" fmla="*/ 0 w 5732"/>
                <a:gd name="csY2" fmla="*/ 9555 h 9554"/>
                <a:gd name="csX3" fmla="*/ 2389 w 5732"/>
                <a:gd name="csY3" fmla="*/ 6210 h 9554"/>
                <a:gd name="csX4" fmla="*/ 5733 w 5732"/>
                <a:gd name="csY4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9554">
                  <a:moveTo>
                    <a:pt x="5733" y="0"/>
                  </a:moveTo>
                  <a:lnTo>
                    <a:pt x="2389" y="6210"/>
                  </a:lnTo>
                  <a:lnTo>
                    <a:pt x="0" y="9555"/>
                  </a:lnTo>
                  <a:lnTo>
                    <a:pt x="2389" y="6210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" name="Freeform 2053">
              <a:extLst>
                <a:ext uri="{FF2B5EF4-FFF2-40B4-BE49-F238E27FC236}">
                  <a16:creationId xmlns:a16="http://schemas.microsoft.com/office/drawing/2014/main" id="{5C44DDD7-853B-986C-E15D-9262DA8B224F}"/>
                </a:ext>
              </a:extLst>
            </p:cNvPr>
            <p:cNvSpPr/>
            <p:nvPr/>
          </p:nvSpPr>
          <p:spPr>
            <a:xfrm>
              <a:off x="6144727" y="3546783"/>
              <a:ext cx="11465" cy="13854"/>
            </a:xfrm>
            <a:custGeom>
              <a:avLst/>
              <a:gdLst>
                <a:gd name="csX0" fmla="*/ 10988 w 11465"/>
                <a:gd name="csY0" fmla="*/ 10032 h 13854"/>
                <a:gd name="csX1" fmla="*/ 11465 w 11465"/>
                <a:gd name="csY1" fmla="*/ 11943 h 13854"/>
                <a:gd name="csX2" fmla="*/ 10988 w 11465"/>
                <a:gd name="csY2" fmla="*/ 12899 h 13854"/>
                <a:gd name="csX3" fmla="*/ 8599 w 11465"/>
                <a:gd name="csY3" fmla="*/ 10988 h 13854"/>
                <a:gd name="csX4" fmla="*/ 6210 w 11465"/>
                <a:gd name="csY4" fmla="*/ 10988 h 13854"/>
                <a:gd name="csX5" fmla="*/ 5255 w 11465"/>
                <a:gd name="csY5" fmla="*/ 13854 h 13854"/>
                <a:gd name="csX6" fmla="*/ 4299 w 11465"/>
                <a:gd name="csY6" fmla="*/ 13854 h 13854"/>
                <a:gd name="csX7" fmla="*/ 478 w 11465"/>
                <a:gd name="csY7" fmla="*/ 11466 h 13854"/>
                <a:gd name="csX8" fmla="*/ 0 w 11465"/>
                <a:gd name="csY8" fmla="*/ 10510 h 13854"/>
                <a:gd name="csX9" fmla="*/ 0 w 11465"/>
                <a:gd name="csY9" fmla="*/ 9555 h 13854"/>
                <a:gd name="csX10" fmla="*/ 478 w 11465"/>
                <a:gd name="csY10" fmla="*/ 5733 h 13854"/>
                <a:gd name="csX11" fmla="*/ 478 w 11465"/>
                <a:gd name="csY11" fmla="*/ 4777 h 13854"/>
                <a:gd name="csX12" fmla="*/ 1433 w 11465"/>
                <a:gd name="csY12" fmla="*/ 3344 h 13854"/>
                <a:gd name="csX13" fmla="*/ 1433 w 11465"/>
                <a:gd name="csY13" fmla="*/ 1911 h 13854"/>
                <a:gd name="csX14" fmla="*/ 3344 w 11465"/>
                <a:gd name="csY14" fmla="*/ 0 h 13854"/>
                <a:gd name="csX15" fmla="*/ 5255 w 11465"/>
                <a:gd name="csY15" fmla="*/ 0 h 13854"/>
                <a:gd name="csX16" fmla="*/ 5733 w 11465"/>
                <a:gd name="csY16" fmla="*/ 1433 h 13854"/>
                <a:gd name="csX17" fmla="*/ 6688 w 11465"/>
                <a:gd name="csY17" fmla="*/ 2389 h 13854"/>
                <a:gd name="csX18" fmla="*/ 9555 w 11465"/>
                <a:gd name="csY18" fmla="*/ 3822 h 13854"/>
                <a:gd name="csX19" fmla="*/ 10032 w 11465"/>
                <a:gd name="csY19" fmla="*/ 4300 h 13854"/>
                <a:gd name="csX20" fmla="*/ 10032 w 11465"/>
                <a:gd name="csY20" fmla="*/ 5255 h 13854"/>
                <a:gd name="csX21" fmla="*/ 8599 w 11465"/>
                <a:gd name="csY21" fmla="*/ 6688 h 13854"/>
                <a:gd name="csX22" fmla="*/ 8121 w 11465"/>
                <a:gd name="csY22" fmla="*/ 7166 h 13854"/>
                <a:gd name="csX23" fmla="*/ 8599 w 11465"/>
                <a:gd name="csY23" fmla="*/ 8599 h 13854"/>
                <a:gd name="csX24" fmla="*/ 10988 w 11465"/>
                <a:gd name="csY24" fmla="*/ 10032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1465" h="13854">
                  <a:moveTo>
                    <a:pt x="10988" y="10032"/>
                  </a:moveTo>
                  <a:lnTo>
                    <a:pt x="11465" y="11943"/>
                  </a:lnTo>
                  <a:lnTo>
                    <a:pt x="10988" y="12899"/>
                  </a:lnTo>
                  <a:lnTo>
                    <a:pt x="8599" y="10988"/>
                  </a:lnTo>
                  <a:lnTo>
                    <a:pt x="6210" y="10988"/>
                  </a:lnTo>
                  <a:lnTo>
                    <a:pt x="5255" y="13854"/>
                  </a:lnTo>
                  <a:lnTo>
                    <a:pt x="4299" y="13854"/>
                  </a:lnTo>
                  <a:lnTo>
                    <a:pt x="478" y="11466"/>
                  </a:lnTo>
                  <a:lnTo>
                    <a:pt x="0" y="10510"/>
                  </a:lnTo>
                  <a:lnTo>
                    <a:pt x="0" y="9555"/>
                  </a:lnTo>
                  <a:lnTo>
                    <a:pt x="478" y="5733"/>
                  </a:lnTo>
                  <a:lnTo>
                    <a:pt x="478" y="4777"/>
                  </a:lnTo>
                  <a:lnTo>
                    <a:pt x="1433" y="3344"/>
                  </a:lnTo>
                  <a:lnTo>
                    <a:pt x="1433" y="1911"/>
                  </a:lnTo>
                  <a:lnTo>
                    <a:pt x="3344" y="0"/>
                  </a:lnTo>
                  <a:lnTo>
                    <a:pt x="5255" y="0"/>
                  </a:lnTo>
                  <a:lnTo>
                    <a:pt x="5733" y="1433"/>
                  </a:lnTo>
                  <a:lnTo>
                    <a:pt x="6688" y="2389"/>
                  </a:lnTo>
                  <a:lnTo>
                    <a:pt x="9555" y="3822"/>
                  </a:lnTo>
                  <a:lnTo>
                    <a:pt x="10032" y="4300"/>
                  </a:lnTo>
                  <a:lnTo>
                    <a:pt x="10032" y="5255"/>
                  </a:lnTo>
                  <a:lnTo>
                    <a:pt x="8599" y="6688"/>
                  </a:lnTo>
                  <a:lnTo>
                    <a:pt x="8121" y="7166"/>
                  </a:lnTo>
                  <a:lnTo>
                    <a:pt x="8599" y="8599"/>
                  </a:lnTo>
                  <a:lnTo>
                    <a:pt x="10988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" name="Freeform 2054">
              <a:extLst>
                <a:ext uri="{FF2B5EF4-FFF2-40B4-BE49-F238E27FC236}">
                  <a16:creationId xmlns:a16="http://schemas.microsoft.com/office/drawing/2014/main" id="{9EDB8C54-A0F3-8DBB-57F8-FE95512B02DE}"/>
                </a:ext>
              </a:extLst>
            </p:cNvPr>
            <p:cNvSpPr/>
            <p:nvPr/>
          </p:nvSpPr>
          <p:spPr>
            <a:xfrm>
              <a:off x="6155238" y="4816588"/>
              <a:ext cx="477" cy="2866"/>
            </a:xfrm>
            <a:custGeom>
              <a:avLst/>
              <a:gdLst>
                <a:gd name="csX0" fmla="*/ 478 w 477"/>
                <a:gd name="csY0" fmla="*/ 0 h 2866"/>
                <a:gd name="csX1" fmla="*/ 0 w 477"/>
                <a:gd name="csY1" fmla="*/ 1433 h 2866"/>
                <a:gd name="csX2" fmla="*/ 0 w 477"/>
                <a:gd name="csY2" fmla="*/ 2867 h 2866"/>
                <a:gd name="csX3" fmla="*/ 0 w 477"/>
                <a:gd name="csY3" fmla="*/ 1433 h 2866"/>
                <a:gd name="csX4" fmla="*/ 478 w 477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866">
                  <a:moveTo>
                    <a:pt x="478" y="0"/>
                  </a:moveTo>
                  <a:lnTo>
                    <a:pt x="0" y="1433"/>
                  </a:lnTo>
                  <a:lnTo>
                    <a:pt x="0" y="2867"/>
                  </a:lnTo>
                  <a:lnTo>
                    <a:pt x="0" y="143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6" name="Freeform 2055">
              <a:extLst>
                <a:ext uri="{FF2B5EF4-FFF2-40B4-BE49-F238E27FC236}">
                  <a16:creationId xmlns:a16="http://schemas.microsoft.com/office/drawing/2014/main" id="{CFE7091E-8A81-2403-5E7A-7AE9744E6D8E}"/>
                </a:ext>
              </a:extLst>
            </p:cNvPr>
            <p:cNvSpPr/>
            <p:nvPr/>
          </p:nvSpPr>
          <p:spPr>
            <a:xfrm>
              <a:off x="6149505" y="5046376"/>
              <a:ext cx="3344" cy="2866"/>
            </a:xfrm>
            <a:custGeom>
              <a:avLst/>
              <a:gdLst>
                <a:gd name="csX0" fmla="*/ 1433 w 3344"/>
                <a:gd name="csY0" fmla="*/ 956 h 2866"/>
                <a:gd name="csX1" fmla="*/ 3344 w 3344"/>
                <a:gd name="csY1" fmla="*/ 2866 h 2866"/>
                <a:gd name="csX2" fmla="*/ 3344 w 3344"/>
                <a:gd name="csY2" fmla="*/ 2866 h 2866"/>
                <a:gd name="csX3" fmla="*/ 1433 w 3344"/>
                <a:gd name="csY3" fmla="*/ 956 h 2866"/>
                <a:gd name="csX4" fmla="*/ 0 w 3344"/>
                <a:gd name="csY4" fmla="*/ 0 h 2866"/>
                <a:gd name="csX5" fmla="*/ 1433 w 3344"/>
                <a:gd name="csY5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2866">
                  <a:moveTo>
                    <a:pt x="1433" y="956"/>
                  </a:moveTo>
                  <a:lnTo>
                    <a:pt x="3344" y="2866"/>
                  </a:lnTo>
                  <a:lnTo>
                    <a:pt x="3344" y="2866"/>
                  </a:lnTo>
                  <a:lnTo>
                    <a:pt x="1433" y="956"/>
                  </a:lnTo>
                  <a:lnTo>
                    <a:pt x="0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7" name="Freeform 2056">
              <a:extLst>
                <a:ext uri="{FF2B5EF4-FFF2-40B4-BE49-F238E27FC236}">
                  <a16:creationId xmlns:a16="http://schemas.microsoft.com/office/drawing/2014/main" id="{318F011E-1B8D-455B-A161-325C83110507}"/>
                </a:ext>
              </a:extLst>
            </p:cNvPr>
            <p:cNvSpPr/>
            <p:nvPr/>
          </p:nvSpPr>
          <p:spPr>
            <a:xfrm>
              <a:off x="6151415" y="3795202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  <a:gd name="csX2" fmla="*/ 0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8" name="Freeform 2057">
              <a:extLst>
                <a:ext uri="{FF2B5EF4-FFF2-40B4-BE49-F238E27FC236}">
                  <a16:creationId xmlns:a16="http://schemas.microsoft.com/office/drawing/2014/main" id="{E48163B0-CD6F-2FAE-6F5E-844E254BA7C8}"/>
                </a:ext>
              </a:extLst>
            </p:cNvPr>
            <p:cNvSpPr/>
            <p:nvPr/>
          </p:nvSpPr>
          <p:spPr>
            <a:xfrm>
              <a:off x="6149027" y="3726409"/>
              <a:ext cx="1911" cy="5732"/>
            </a:xfrm>
            <a:custGeom>
              <a:avLst/>
              <a:gdLst>
                <a:gd name="csX0" fmla="*/ 1911 w 1911"/>
                <a:gd name="csY0" fmla="*/ 0 h 5732"/>
                <a:gd name="csX1" fmla="*/ 478 w 1911"/>
                <a:gd name="csY1" fmla="*/ 4777 h 5732"/>
                <a:gd name="csX2" fmla="*/ 0 w 1911"/>
                <a:gd name="csY2" fmla="*/ 5733 h 5732"/>
                <a:gd name="csX3" fmla="*/ 0 w 1911"/>
                <a:gd name="csY3" fmla="*/ 5733 h 5732"/>
                <a:gd name="csX4" fmla="*/ 478 w 1911"/>
                <a:gd name="csY4" fmla="*/ 4777 h 5732"/>
                <a:gd name="csX5" fmla="*/ 1433 w 1911"/>
                <a:gd name="csY5" fmla="*/ 0 h 5732"/>
                <a:gd name="csX6" fmla="*/ 1911 w 1911"/>
                <a:gd name="csY6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5732">
                  <a:moveTo>
                    <a:pt x="1911" y="0"/>
                  </a:moveTo>
                  <a:lnTo>
                    <a:pt x="478" y="4777"/>
                  </a:lnTo>
                  <a:lnTo>
                    <a:pt x="0" y="5733"/>
                  </a:lnTo>
                  <a:lnTo>
                    <a:pt x="0" y="5733"/>
                  </a:lnTo>
                  <a:lnTo>
                    <a:pt x="478" y="4777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9" name="Freeform 2058">
              <a:extLst>
                <a:ext uri="{FF2B5EF4-FFF2-40B4-BE49-F238E27FC236}">
                  <a16:creationId xmlns:a16="http://schemas.microsoft.com/office/drawing/2014/main" id="{06D0DA95-96DD-1F6A-3041-D78FCEC7A883}"/>
                </a:ext>
              </a:extLst>
            </p:cNvPr>
            <p:cNvSpPr/>
            <p:nvPr/>
          </p:nvSpPr>
          <p:spPr>
            <a:xfrm>
              <a:off x="6148072" y="3712555"/>
              <a:ext cx="1433" cy="2388"/>
            </a:xfrm>
            <a:custGeom>
              <a:avLst/>
              <a:gdLst>
                <a:gd name="csX0" fmla="*/ 955 w 1433"/>
                <a:gd name="csY0" fmla="*/ 1433 h 2388"/>
                <a:gd name="csX1" fmla="*/ 1433 w 1433"/>
                <a:gd name="csY1" fmla="*/ 2389 h 2388"/>
                <a:gd name="csX2" fmla="*/ 955 w 1433"/>
                <a:gd name="csY2" fmla="*/ 1433 h 2388"/>
                <a:gd name="csX3" fmla="*/ 0 w 1433"/>
                <a:gd name="csY3" fmla="*/ 0 h 2388"/>
                <a:gd name="csX4" fmla="*/ 955 w 1433"/>
                <a:gd name="csY4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388">
                  <a:moveTo>
                    <a:pt x="955" y="1433"/>
                  </a:moveTo>
                  <a:lnTo>
                    <a:pt x="1433" y="2389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9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0" name="Freeform 2059">
              <a:extLst>
                <a:ext uri="{FF2B5EF4-FFF2-40B4-BE49-F238E27FC236}">
                  <a16:creationId xmlns:a16="http://schemas.microsoft.com/office/drawing/2014/main" id="{DE7F2667-7F86-A3A2-0B4E-89A9D671CE67}"/>
                </a:ext>
              </a:extLst>
            </p:cNvPr>
            <p:cNvSpPr/>
            <p:nvPr/>
          </p:nvSpPr>
          <p:spPr>
            <a:xfrm>
              <a:off x="6140906" y="5045898"/>
              <a:ext cx="8599" cy="955"/>
            </a:xfrm>
            <a:custGeom>
              <a:avLst/>
              <a:gdLst>
                <a:gd name="csX0" fmla="*/ 8599 w 8599"/>
                <a:gd name="csY0" fmla="*/ 478 h 955"/>
                <a:gd name="csX1" fmla="*/ 6210 w 8599"/>
                <a:gd name="csY1" fmla="*/ 478 h 955"/>
                <a:gd name="csX2" fmla="*/ 4299 w 8599"/>
                <a:gd name="csY2" fmla="*/ 0 h 955"/>
                <a:gd name="csX3" fmla="*/ 2389 w 8599"/>
                <a:gd name="csY3" fmla="*/ 0 h 955"/>
                <a:gd name="csX4" fmla="*/ 0 w 8599"/>
                <a:gd name="csY4" fmla="*/ 956 h 955"/>
                <a:gd name="csX5" fmla="*/ 0 w 8599"/>
                <a:gd name="csY5" fmla="*/ 956 h 955"/>
                <a:gd name="csX6" fmla="*/ 2866 w 8599"/>
                <a:gd name="csY6" fmla="*/ 0 h 955"/>
                <a:gd name="csX7" fmla="*/ 4299 w 8599"/>
                <a:gd name="csY7" fmla="*/ 0 h 955"/>
                <a:gd name="csX8" fmla="*/ 6210 w 8599"/>
                <a:gd name="csY8" fmla="*/ 478 h 955"/>
                <a:gd name="csX9" fmla="*/ 8599 w 8599"/>
                <a:gd name="csY9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599" h="955">
                  <a:moveTo>
                    <a:pt x="8599" y="478"/>
                  </a:moveTo>
                  <a:lnTo>
                    <a:pt x="6210" y="478"/>
                  </a:lnTo>
                  <a:lnTo>
                    <a:pt x="4299" y="0"/>
                  </a:lnTo>
                  <a:lnTo>
                    <a:pt x="2389" y="0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2866" y="0"/>
                  </a:lnTo>
                  <a:lnTo>
                    <a:pt x="4299" y="0"/>
                  </a:lnTo>
                  <a:lnTo>
                    <a:pt x="6210" y="478"/>
                  </a:lnTo>
                  <a:lnTo>
                    <a:pt x="859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1" name="Freeform 2060">
              <a:extLst>
                <a:ext uri="{FF2B5EF4-FFF2-40B4-BE49-F238E27FC236}">
                  <a16:creationId xmlns:a16="http://schemas.microsoft.com/office/drawing/2014/main" id="{B65F5B86-7071-5C06-91B0-0316593F9E15}"/>
                </a:ext>
              </a:extLst>
            </p:cNvPr>
            <p:cNvSpPr/>
            <p:nvPr/>
          </p:nvSpPr>
          <p:spPr>
            <a:xfrm>
              <a:off x="6147116" y="3711599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6 w 955"/>
                <a:gd name="csY1" fmla="*/ 956 h 955"/>
                <a:gd name="csX2" fmla="*/ 0 w 955"/>
                <a:gd name="csY2" fmla="*/ 0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6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2" name="Freeform 2061">
              <a:extLst>
                <a:ext uri="{FF2B5EF4-FFF2-40B4-BE49-F238E27FC236}">
                  <a16:creationId xmlns:a16="http://schemas.microsoft.com/office/drawing/2014/main" id="{3196FD57-68E9-ED83-1D76-A90C472CF307}"/>
                </a:ext>
              </a:extLst>
            </p:cNvPr>
            <p:cNvSpPr/>
            <p:nvPr/>
          </p:nvSpPr>
          <p:spPr>
            <a:xfrm>
              <a:off x="6145683" y="4819454"/>
              <a:ext cx="1910" cy="1433"/>
            </a:xfrm>
            <a:custGeom>
              <a:avLst/>
              <a:gdLst>
                <a:gd name="csX0" fmla="*/ 1911 w 1910"/>
                <a:gd name="csY0" fmla="*/ 1433 h 1433"/>
                <a:gd name="csX1" fmla="*/ 0 w 1910"/>
                <a:gd name="csY1" fmla="*/ 478 h 1433"/>
                <a:gd name="csX2" fmla="*/ 0 w 1910"/>
                <a:gd name="csY2" fmla="*/ 0 h 1433"/>
                <a:gd name="csX3" fmla="*/ 1911 w 1910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1433">
                  <a:moveTo>
                    <a:pt x="1911" y="1433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3" name="Freeform 2062">
              <a:extLst>
                <a:ext uri="{FF2B5EF4-FFF2-40B4-BE49-F238E27FC236}">
                  <a16:creationId xmlns:a16="http://schemas.microsoft.com/office/drawing/2014/main" id="{1C299402-F466-DF36-0D84-2E51FEEBF058}"/>
                </a:ext>
              </a:extLst>
            </p:cNvPr>
            <p:cNvSpPr/>
            <p:nvPr/>
          </p:nvSpPr>
          <p:spPr>
            <a:xfrm>
              <a:off x="6144250" y="4693811"/>
              <a:ext cx="2866" cy="477"/>
            </a:xfrm>
            <a:custGeom>
              <a:avLst/>
              <a:gdLst>
                <a:gd name="csX0" fmla="*/ 2867 w 2866"/>
                <a:gd name="csY0" fmla="*/ 478 h 477"/>
                <a:gd name="csX1" fmla="*/ 1911 w 2866"/>
                <a:gd name="csY1" fmla="*/ 0 h 477"/>
                <a:gd name="csX2" fmla="*/ 0 w 2866"/>
                <a:gd name="csY2" fmla="*/ 0 h 477"/>
                <a:gd name="csX3" fmla="*/ 1911 w 2866"/>
                <a:gd name="csY3" fmla="*/ 0 h 477"/>
                <a:gd name="csX4" fmla="*/ 2867 w 2866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">
                  <a:moveTo>
                    <a:pt x="2867" y="478"/>
                  </a:moveTo>
                  <a:lnTo>
                    <a:pt x="1911" y="0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4" name="Freeform 2063">
              <a:extLst>
                <a:ext uri="{FF2B5EF4-FFF2-40B4-BE49-F238E27FC236}">
                  <a16:creationId xmlns:a16="http://schemas.microsoft.com/office/drawing/2014/main" id="{561EBC05-7387-0E84-14E1-CABB0DCA7CE1}"/>
                </a:ext>
              </a:extLst>
            </p:cNvPr>
            <p:cNvSpPr/>
            <p:nvPr/>
          </p:nvSpPr>
          <p:spPr>
            <a:xfrm>
              <a:off x="6145205" y="3670037"/>
              <a:ext cx="955" cy="1910"/>
            </a:xfrm>
            <a:custGeom>
              <a:avLst/>
              <a:gdLst>
                <a:gd name="csX0" fmla="*/ 956 w 955"/>
                <a:gd name="csY0" fmla="*/ 0 h 1910"/>
                <a:gd name="csX1" fmla="*/ 0 w 955"/>
                <a:gd name="csY1" fmla="*/ 1911 h 1910"/>
                <a:gd name="csX2" fmla="*/ 0 w 955"/>
                <a:gd name="csY2" fmla="*/ 1911 h 1910"/>
                <a:gd name="csX3" fmla="*/ 956 w 955"/>
                <a:gd name="csY3" fmla="*/ 0 h 1910"/>
                <a:gd name="csX4" fmla="*/ 956 w 955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910">
                  <a:moveTo>
                    <a:pt x="956" y="0"/>
                  </a:moveTo>
                  <a:lnTo>
                    <a:pt x="0" y="1911"/>
                  </a:lnTo>
                  <a:lnTo>
                    <a:pt x="0" y="1911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5" name="Freeform 2064">
              <a:extLst>
                <a:ext uri="{FF2B5EF4-FFF2-40B4-BE49-F238E27FC236}">
                  <a16:creationId xmlns:a16="http://schemas.microsoft.com/office/drawing/2014/main" id="{4A26CF32-0AE6-A2BE-C50E-61EB415DF312}"/>
                </a:ext>
              </a:extLst>
            </p:cNvPr>
            <p:cNvSpPr/>
            <p:nvPr/>
          </p:nvSpPr>
          <p:spPr>
            <a:xfrm>
              <a:off x="6142816" y="4840474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0 w 2388"/>
                <a:gd name="csY1" fmla="*/ 478 h 477"/>
                <a:gd name="csX2" fmla="*/ 0 w 2388"/>
                <a:gd name="csY2" fmla="*/ 478 h 477"/>
                <a:gd name="csX3" fmla="*/ 0 w 2388"/>
                <a:gd name="csY3" fmla="*/ 0 h 477"/>
                <a:gd name="csX4" fmla="*/ 2389 w 2388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6" name="Freeform 2065">
              <a:extLst>
                <a:ext uri="{FF2B5EF4-FFF2-40B4-BE49-F238E27FC236}">
                  <a16:creationId xmlns:a16="http://schemas.microsoft.com/office/drawing/2014/main" id="{CA8C66D2-E42B-8F9B-8D57-38EA4B396351}"/>
                </a:ext>
              </a:extLst>
            </p:cNvPr>
            <p:cNvSpPr/>
            <p:nvPr/>
          </p:nvSpPr>
          <p:spPr>
            <a:xfrm>
              <a:off x="6141861" y="3707300"/>
              <a:ext cx="2388" cy="2866"/>
            </a:xfrm>
            <a:custGeom>
              <a:avLst/>
              <a:gdLst>
                <a:gd name="csX0" fmla="*/ 0 w 2388"/>
                <a:gd name="csY0" fmla="*/ 0 h 2866"/>
                <a:gd name="csX1" fmla="*/ 2389 w 2388"/>
                <a:gd name="csY1" fmla="*/ 2866 h 2866"/>
                <a:gd name="csX2" fmla="*/ 0 w 2388"/>
                <a:gd name="csY2" fmla="*/ 0 h 2866"/>
                <a:gd name="csX3" fmla="*/ 0 w 2388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2866">
                  <a:moveTo>
                    <a:pt x="0" y="0"/>
                  </a:moveTo>
                  <a:lnTo>
                    <a:pt x="2389" y="286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7" name="Freeform 2066">
              <a:extLst>
                <a:ext uri="{FF2B5EF4-FFF2-40B4-BE49-F238E27FC236}">
                  <a16:creationId xmlns:a16="http://schemas.microsoft.com/office/drawing/2014/main" id="{C9C888D0-1C3E-24FE-A847-4AA680D93D05}"/>
                </a:ext>
              </a:extLst>
            </p:cNvPr>
            <p:cNvSpPr/>
            <p:nvPr/>
          </p:nvSpPr>
          <p:spPr>
            <a:xfrm>
              <a:off x="6138039" y="3030357"/>
              <a:ext cx="5732" cy="11943"/>
            </a:xfrm>
            <a:custGeom>
              <a:avLst/>
              <a:gdLst>
                <a:gd name="csX0" fmla="*/ 5733 w 5732"/>
                <a:gd name="csY0" fmla="*/ 955 h 11943"/>
                <a:gd name="csX1" fmla="*/ 5255 w 5732"/>
                <a:gd name="csY1" fmla="*/ 3344 h 11943"/>
                <a:gd name="csX2" fmla="*/ 5255 w 5732"/>
                <a:gd name="csY2" fmla="*/ 5733 h 11943"/>
                <a:gd name="csX3" fmla="*/ 4777 w 5732"/>
                <a:gd name="csY3" fmla="*/ 6688 h 11943"/>
                <a:gd name="csX4" fmla="*/ 2867 w 5732"/>
                <a:gd name="csY4" fmla="*/ 9555 h 11943"/>
                <a:gd name="csX5" fmla="*/ 0 w 5732"/>
                <a:gd name="csY5" fmla="*/ 11943 h 11943"/>
                <a:gd name="csX6" fmla="*/ 956 w 5732"/>
                <a:gd name="csY6" fmla="*/ 7644 h 11943"/>
                <a:gd name="csX7" fmla="*/ 2867 w 5732"/>
                <a:gd name="csY7" fmla="*/ 2866 h 11943"/>
                <a:gd name="csX8" fmla="*/ 4777 w 5732"/>
                <a:gd name="csY8" fmla="*/ 0 h 11943"/>
                <a:gd name="csX9" fmla="*/ 5733 w 5732"/>
                <a:gd name="csY9" fmla="*/ 955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11943">
                  <a:moveTo>
                    <a:pt x="5733" y="955"/>
                  </a:moveTo>
                  <a:lnTo>
                    <a:pt x="5255" y="3344"/>
                  </a:lnTo>
                  <a:lnTo>
                    <a:pt x="5255" y="5733"/>
                  </a:lnTo>
                  <a:lnTo>
                    <a:pt x="4777" y="6688"/>
                  </a:lnTo>
                  <a:lnTo>
                    <a:pt x="2867" y="9555"/>
                  </a:lnTo>
                  <a:lnTo>
                    <a:pt x="0" y="11943"/>
                  </a:lnTo>
                  <a:lnTo>
                    <a:pt x="956" y="7644"/>
                  </a:lnTo>
                  <a:lnTo>
                    <a:pt x="2867" y="2866"/>
                  </a:lnTo>
                  <a:lnTo>
                    <a:pt x="4777" y="0"/>
                  </a:lnTo>
                  <a:lnTo>
                    <a:pt x="5733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8" name="Freeform 2067">
              <a:extLst>
                <a:ext uri="{FF2B5EF4-FFF2-40B4-BE49-F238E27FC236}">
                  <a16:creationId xmlns:a16="http://schemas.microsoft.com/office/drawing/2014/main" id="{079FD2DA-2538-ADF3-625F-0D3C32648BA8}"/>
                </a:ext>
              </a:extLst>
            </p:cNvPr>
            <p:cNvSpPr/>
            <p:nvPr/>
          </p:nvSpPr>
          <p:spPr>
            <a:xfrm>
              <a:off x="6122274" y="4814677"/>
              <a:ext cx="20542" cy="23886"/>
            </a:xfrm>
            <a:custGeom>
              <a:avLst/>
              <a:gdLst>
                <a:gd name="csX0" fmla="*/ 20542 w 20542"/>
                <a:gd name="csY0" fmla="*/ 3822 h 23886"/>
                <a:gd name="csX1" fmla="*/ 20542 w 20542"/>
                <a:gd name="csY1" fmla="*/ 3822 h 23886"/>
                <a:gd name="csX2" fmla="*/ 18154 w 20542"/>
                <a:gd name="csY2" fmla="*/ 4777 h 23886"/>
                <a:gd name="csX3" fmla="*/ 15765 w 20542"/>
                <a:gd name="csY3" fmla="*/ 5733 h 23886"/>
                <a:gd name="csX4" fmla="*/ 12899 w 20542"/>
                <a:gd name="csY4" fmla="*/ 8599 h 23886"/>
                <a:gd name="csX5" fmla="*/ 11466 w 20542"/>
                <a:gd name="csY5" fmla="*/ 10032 h 23886"/>
                <a:gd name="csX6" fmla="*/ 10988 w 20542"/>
                <a:gd name="csY6" fmla="*/ 10510 h 23886"/>
                <a:gd name="csX7" fmla="*/ 9555 w 20542"/>
                <a:gd name="csY7" fmla="*/ 10988 h 23886"/>
                <a:gd name="csX8" fmla="*/ 8599 w 20542"/>
                <a:gd name="csY8" fmla="*/ 11465 h 23886"/>
                <a:gd name="csX9" fmla="*/ 8599 w 20542"/>
                <a:gd name="csY9" fmla="*/ 11943 h 23886"/>
                <a:gd name="csX10" fmla="*/ 9077 w 20542"/>
                <a:gd name="csY10" fmla="*/ 12421 h 23886"/>
                <a:gd name="csX11" fmla="*/ 9555 w 20542"/>
                <a:gd name="csY11" fmla="*/ 12899 h 23886"/>
                <a:gd name="csX12" fmla="*/ 9555 w 20542"/>
                <a:gd name="csY12" fmla="*/ 18154 h 23886"/>
                <a:gd name="csX13" fmla="*/ 9555 w 20542"/>
                <a:gd name="csY13" fmla="*/ 22931 h 23886"/>
                <a:gd name="csX14" fmla="*/ 9077 w 20542"/>
                <a:gd name="csY14" fmla="*/ 23409 h 23886"/>
                <a:gd name="csX15" fmla="*/ 7166 w 20542"/>
                <a:gd name="csY15" fmla="*/ 23409 h 23886"/>
                <a:gd name="csX16" fmla="*/ 4300 w 20542"/>
                <a:gd name="csY16" fmla="*/ 23886 h 23886"/>
                <a:gd name="csX17" fmla="*/ 3822 w 20542"/>
                <a:gd name="csY17" fmla="*/ 23886 h 23886"/>
                <a:gd name="csX18" fmla="*/ 3344 w 20542"/>
                <a:gd name="csY18" fmla="*/ 23886 h 23886"/>
                <a:gd name="csX19" fmla="*/ 2389 w 20542"/>
                <a:gd name="csY19" fmla="*/ 21975 h 23886"/>
                <a:gd name="csX20" fmla="*/ 2866 w 20542"/>
                <a:gd name="csY20" fmla="*/ 20065 h 23886"/>
                <a:gd name="csX21" fmla="*/ 3344 w 20542"/>
                <a:gd name="csY21" fmla="*/ 18631 h 23886"/>
                <a:gd name="csX22" fmla="*/ 2866 w 20542"/>
                <a:gd name="csY22" fmla="*/ 16243 h 23886"/>
                <a:gd name="csX23" fmla="*/ 1433 w 20542"/>
                <a:gd name="csY23" fmla="*/ 13854 h 23886"/>
                <a:gd name="csX24" fmla="*/ 0 w 20542"/>
                <a:gd name="csY24" fmla="*/ 10988 h 23886"/>
                <a:gd name="csX25" fmla="*/ 0 w 20542"/>
                <a:gd name="csY25" fmla="*/ 10510 h 23886"/>
                <a:gd name="csX26" fmla="*/ 956 w 20542"/>
                <a:gd name="csY26" fmla="*/ 9555 h 23886"/>
                <a:gd name="csX27" fmla="*/ 2866 w 20542"/>
                <a:gd name="csY27" fmla="*/ 7644 h 23886"/>
                <a:gd name="csX28" fmla="*/ 3344 w 20542"/>
                <a:gd name="csY28" fmla="*/ 6210 h 23886"/>
                <a:gd name="csX29" fmla="*/ 5733 w 20542"/>
                <a:gd name="csY29" fmla="*/ 6210 h 23886"/>
                <a:gd name="csX30" fmla="*/ 6210 w 20542"/>
                <a:gd name="csY30" fmla="*/ 5255 h 23886"/>
                <a:gd name="csX31" fmla="*/ 6688 w 20542"/>
                <a:gd name="csY31" fmla="*/ 4299 h 23886"/>
                <a:gd name="csX32" fmla="*/ 7166 w 20542"/>
                <a:gd name="csY32" fmla="*/ 3344 h 23886"/>
                <a:gd name="csX33" fmla="*/ 9555 w 20542"/>
                <a:gd name="csY33" fmla="*/ 2866 h 23886"/>
                <a:gd name="csX34" fmla="*/ 12421 w 20542"/>
                <a:gd name="csY34" fmla="*/ 1911 h 23886"/>
                <a:gd name="csX35" fmla="*/ 13854 w 20542"/>
                <a:gd name="csY35" fmla="*/ 956 h 23886"/>
                <a:gd name="csX36" fmla="*/ 15287 w 20542"/>
                <a:gd name="csY36" fmla="*/ 0 h 23886"/>
                <a:gd name="csX37" fmla="*/ 16243 w 20542"/>
                <a:gd name="csY37" fmla="*/ 0 h 23886"/>
                <a:gd name="csX38" fmla="*/ 16721 w 20542"/>
                <a:gd name="csY38" fmla="*/ 478 h 23886"/>
                <a:gd name="csX39" fmla="*/ 18632 w 20542"/>
                <a:gd name="csY39" fmla="*/ 2389 h 23886"/>
                <a:gd name="csX40" fmla="*/ 20065 w 20542"/>
                <a:gd name="csY40" fmla="*/ 3344 h 23886"/>
                <a:gd name="csX41" fmla="*/ 20542 w 20542"/>
                <a:gd name="csY41" fmla="*/ 3822 h 23886"/>
                <a:gd name="csX42" fmla="*/ 20542 w 20542"/>
                <a:gd name="csY42" fmla="*/ 3822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20542" h="23886">
                  <a:moveTo>
                    <a:pt x="20542" y="3822"/>
                  </a:moveTo>
                  <a:lnTo>
                    <a:pt x="20542" y="3822"/>
                  </a:lnTo>
                  <a:lnTo>
                    <a:pt x="18154" y="4777"/>
                  </a:lnTo>
                  <a:lnTo>
                    <a:pt x="15765" y="5733"/>
                  </a:lnTo>
                  <a:lnTo>
                    <a:pt x="12899" y="8599"/>
                  </a:lnTo>
                  <a:lnTo>
                    <a:pt x="11466" y="10032"/>
                  </a:lnTo>
                  <a:lnTo>
                    <a:pt x="10988" y="10510"/>
                  </a:lnTo>
                  <a:lnTo>
                    <a:pt x="9555" y="10988"/>
                  </a:lnTo>
                  <a:lnTo>
                    <a:pt x="8599" y="11465"/>
                  </a:lnTo>
                  <a:lnTo>
                    <a:pt x="8599" y="11943"/>
                  </a:lnTo>
                  <a:lnTo>
                    <a:pt x="9077" y="12421"/>
                  </a:lnTo>
                  <a:lnTo>
                    <a:pt x="9555" y="12899"/>
                  </a:lnTo>
                  <a:lnTo>
                    <a:pt x="9555" y="18154"/>
                  </a:lnTo>
                  <a:lnTo>
                    <a:pt x="9555" y="22931"/>
                  </a:lnTo>
                  <a:lnTo>
                    <a:pt x="9077" y="23409"/>
                  </a:lnTo>
                  <a:lnTo>
                    <a:pt x="7166" y="23409"/>
                  </a:lnTo>
                  <a:lnTo>
                    <a:pt x="4300" y="23886"/>
                  </a:lnTo>
                  <a:lnTo>
                    <a:pt x="3822" y="23886"/>
                  </a:lnTo>
                  <a:lnTo>
                    <a:pt x="3344" y="23886"/>
                  </a:lnTo>
                  <a:lnTo>
                    <a:pt x="2389" y="21975"/>
                  </a:lnTo>
                  <a:lnTo>
                    <a:pt x="2866" y="20065"/>
                  </a:lnTo>
                  <a:lnTo>
                    <a:pt x="3344" y="18631"/>
                  </a:lnTo>
                  <a:lnTo>
                    <a:pt x="2866" y="16243"/>
                  </a:lnTo>
                  <a:lnTo>
                    <a:pt x="1433" y="13854"/>
                  </a:lnTo>
                  <a:lnTo>
                    <a:pt x="0" y="10988"/>
                  </a:lnTo>
                  <a:lnTo>
                    <a:pt x="0" y="10510"/>
                  </a:lnTo>
                  <a:lnTo>
                    <a:pt x="956" y="9555"/>
                  </a:lnTo>
                  <a:lnTo>
                    <a:pt x="2866" y="7644"/>
                  </a:lnTo>
                  <a:lnTo>
                    <a:pt x="3344" y="6210"/>
                  </a:lnTo>
                  <a:lnTo>
                    <a:pt x="5733" y="6210"/>
                  </a:lnTo>
                  <a:lnTo>
                    <a:pt x="6210" y="5255"/>
                  </a:lnTo>
                  <a:lnTo>
                    <a:pt x="6688" y="4299"/>
                  </a:lnTo>
                  <a:lnTo>
                    <a:pt x="7166" y="3344"/>
                  </a:lnTo>
                  <a:lnTo>
                    <a:pt x="9555" y="2866"/>
                  </a:lnTo>
                  <a:lnTo>
                    <a:pt x="12421" y="1911"/>
                  </a:lnTo>
                  <a:lnTo>
                    <a:pt x="13854" y="956"/>
                  </a:lnTo>
                  <a:lnTo>
                    <a:pt x="15287" y="0"/>
                  </a:lnTo>
                  <a:lnTo>
                    <a:pt x="16243" y="0"/>
                  </a:lnTo>
                  <a:lnTo>
                    <a:pt x="16721" y="478"/>
                  </a:lnTo>
                  <a:lnTo>
                    <a:pt x="18632" y="2389"/>
                  </a:lnTo>
                  <a:lnTo>
                    <a:pt x="20065" y="3344"/>
                  </a:lnTo>
                  <a:lnTo>
                    <a:pt x="20542" y="3822"/>
                  </a:lnTo>
                  <a:lnTo>
                    <a:pt x="20542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9" name="Freeform 2068">
              <a:extLst>
                <a:ext uri="{FF2B5EF4-FFF2-40B4-BE49-F238E27FC236}">
                  <a16:creationId xmlns:a16="http://schemas.microsoft.com/office/drawing/2014/main" id="{0D8206E6-02B7-AC26-DD3D-CFCEF20A2A22}"/>
                </a:ext>
              </a:extLst>
            </p:cNvPr>
            <p:cNvSpPr/>
            <p:nvPr/>
          </p:nvSpPr>
          <p:spPr>
            <a:xfrm>
              <a:off x="6140906" y="4817065"/>
              <a:ext cx="1910" cy="1433"/>
            </a:xfrm>
            <a:custGeom>
              <a:avLst/>
              <a:gdLst>
                <a:gd name="csX0" fmla="*/ 1433 w 1910"/>
                <a:gd name="csY0" fmla="*/ 956 h 1433"/>
                <a:gd name="csX1" fmla="*/ 1911 w 1910"/>
                <a:gd name="csY1" fmla="*/ 1433 h 1433"/>
                <a:gd name="csX2" fmla="*/ 1433 w 1910"/>
                <a:gd name="csY2" fmla="*/ 956 h 1433"/>
                <a:gd name="csX3" fmla="*/ 0 w 1910"/>
                <a:gd name="csY3" fmla="*/ 0 h 1433"/>
                <a:gd name="csX4" fmla="*/ 1433 w 1910"/>
                <a:gd name="csY4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1433">
                  <a:moveTo>
                    <a:pt x="1433" y="956"/>
                  </a:moveTo>
                  <a:lnTo>
                    <a:pt x="1911" y="1433"/>
                  </a:lnTo>
                  <a:lnTo>
                    <a:pt x="1433" y="956"/>
                  </a:lnTo>
                  <a:lnTo>
                    <a:pt x="0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0" name="Freeform 2069">
              <a:extLst>
                <a:ext uri="{FF2B5EF4-FFF2-40B4-BE49-F238E27FC236}">
                  <a16:creationId xmlns:a16="http://schemas.microsoft.com/office/drawing/2014/main" id="{5DC4E44B-AB98-2EDF-A8E0-863267A30248}"/>
                </a:ext>
              </a:extLst>
            </p:cNvPr>
            <p:cNvSpPr/>
            <p:nvPr/>
          </p:nvSpPr>
          <p:spPr>
            <a:xfrm>
              <a:off x="6141861" y="3751251"/>
              <a:ext cx="955" cy="4777"/>
            </a:xfrm>
            <a:custGeom>
              <a:avLst/>
              <a:gdLst>
                <a:gd name="csX0" fmla="*/ 956 w 955"/>
                <a:gd name="csY0" fmla="*/ 0 h 4777"/>
                <a:gd name="csX1" fmla="*/ 956 w 955"/>
                <a:gd name="csY1" fmla="*/ 0 h 4777"/>
                <a:gd name="csX2" fmla="*/ 478 w 955"/>
                <a:gd name="csY2" fmla="*/ 1911 h 4777"/>
                <a:gd name="csX3" fmla="*/ 478 w 955"/>
                <a:gd name="csY3" fmla="*/ 3822 h 4777"/>
                <a:gd name="csX4" fmla="*/ 0 w 955"/>
                <a:gd name="csY4" fmla="*/ 4777 h 4777"/>
                <a:gd name="csX5" fmla="*/ 0 w 955"/>
                <a:gd name="csY5" fmla="*/ 4777 h 4777"/>
                <a:gd name="csX6" fmla="*/ 478 w 955"/>
                <a:gd name="csY6" fmla="*/ 3822 h 4777"/>
                <a:gd name="csX7" fmla="*/ 478 w 955"/>
                <a:gd name="csY7" fmla="*/ 1911 h 4777"/>
                <a:gd name="csX8" fmla="*/ 956 w 955"/>
                <a:gd name="csY8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" h="4777">
                  <a:moveTo>
                    <a:pt x="956" y="0"/>
                  </a:moveTo>
                  <a:lnTo>
                    <a:pt x="956" y="0"/>
                  </a:lnTo>
                  <a:lnTo>
                    <a:pt x="478" y="1911"/>
                  </a:lnTo>
                  <a:lnTo>
                    <a:pt x="478" y="3822"/>
                  </a:lnTo>
                  <a:lnTo>
                    <a:pt x="0" y="4777"/>
                  </a:lnTo>
                  <a:lnTo>
                    <a:pt x="0" y="4777"/>
                  </a:lnTo>
                  <a:lnTo>
                    <a:pt x="478" y="3822"/>
                  </a:lnTo>
                  <a:lnTo>
                    <a:pt x="478" y="1911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1" name="Freeform 2070">
              <a:extLst>
                <a:ext uri="{FF2B5EF4-FFF2-40B4-BE49-F238E27FC236}">
                  <a16:creationId xmlns:a16="http://schemas.microsoft.com/office/drawing/2014/main" id="{E8E0EBA5-D331-E4F5-16B9-19223F776B3D}"/>
                </a:ext>
              </a:extLst>
            </p:cNvPr>
            <p:cNvSpPr/>
            <p:nvPr/>
          </p:nvSpPr>
          <p:spPr>
            <a:xfrm>
              <a:off x="6142339" y="3749818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0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2" name="Freeform 2071">
              <a:extLst>
                <a:ext uri="{FF2B5EF4-FFF2-40B4-BE49-F238E27FC236}">
                  <a16:creationId xmlns:a16="http://schemas.microsoft.com/office/drawing/2014/main" id="{87D3F780-088D-31FD-F6E9-A30E5E9DCB1C}"/>
                </a:ext>
              </a:extLst>
            </p:cNvPr>
            <p:cNvSpPr/>
            <p:nvPr/>
          </p:nvSpPr>
          <p:spPr>
            <a:xfrm>
              <a:off x="6140906" y="3672426"/>
              <a:ext cx="955" cy="2388"/>
            </a:xfrm>
            <a:custGeom>
              <a:avLst/>
              <a:gdLst>
                <a:gd name="csX0" fmla="*/ 955 w 955"/>
                <a:gd name="csY0" fmla="*/ 0 h 2388"/>
                <a:gd name="csX1" fmla="*/ 478 w 955"/>
                <a:gd name="csY1" fmla="*/ 955 h 2388"/>
                <a:gd name="csX2" fmla="*/ 0 w 955"/>
                <a:gd name="csY2" fmla="*/ 2389 h 2388"/>
                <a:gd name="csX3" fmla="*/ 478 w 955"/>
                <a:gd name="csY3" fmla="*/ 955 h 2388"/>
                <a:gd name="csX4" fmla="*/ 955 w 955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2388">
                  <a:moveTo>
                    <a:pt x="955" y="0"/>
                  </a:moveTo>
                  <a:lnTo>
                    <a:pt x="478" y="955"/>
                  </a:lnTo>
                  <a:lnTo>
                    <a:pt x="0" y="2389"/>
                  </a:lnTo>
                  <a:lnTo>
                    <a:pt x="478" y="955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3" name="Freeform 2072">
              <a:extLst>
                <a:ext uri="{FF2B5EF4-FFF2-40B4-BE49-F238E27FC236}">
                  <a16:creationId xmlns:a16="http://schemas.microsoft.com/office/drawing/2014/main" id="{E5DF667F-292B-44BE-BDE6-AFD9ED3FF46B}"/>
                </a:ext>
              </a:extLst>
            </p:cNvPr>
            <p:cNvSpPr/>
            <p:nvPr/>
          </p:nvSpPr>
          <p:spPr>
            <a:xfrm>
              <a:off x="6138995" y="4771681"/>
              <a:ext cx="2388" cy="4777"/>
            </a:xfrm>
            <a:custGeom>
              <a:avLst/>
              <a:gdLst>
                <a:gd name="csX0" fmla="*/ 956 w 2388"/>
                <a:gd name="csY0" fmla="*/ 2389 h 4777"/>
                <a:gd name="csX1" fmla="*/ 2389 w 2388"/>
                <a:gd name="csY1" fmla="*/ 4777 h 4777"/>
                <a:gd name="csX2" fmla="*/ 956 w 2388"/>
                <a:gd name="csY2" fmla="*/ 2389 h 4777"/>
                <a:gd name="csX3" fmla="*/ 0 w 2388"/>
                <a:gd name="csY3" fmla="*/ 0 h 4777"/>
                <a:gd name="csX4" fmla="*/ 956 w 2388"/>
                <a:gd name="csY4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7">
                  <a:moveTo>
                    <a:pt x="956" y="2389"/>
                  </a:moveTo>
                  <a:lnTo>
                    <a:pt x="2389" y="4777"/>
                  </a:lnTo>
                  <a:lnTo>
                    <a:pt x="956" y="2389"/>
                  </a:lnTo>
                  <a:lnTo>
                    <a:pt x="0" y="0"/>
                  </a:lnTo>
                  <a:lnTo>
                    <a:pt x="95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4" name="Freeform 2073">
              <a:extLst>
                <a:ext uri="{FF2B5EF4-FFF2-40B4-BE49-F238E27FC236}">
                  <a16:creationId xmlns:a16="http://schemas.microsoft.com/office/drawing/2014/main" id="{5109CD2B-2BF3-3030-9AA2-A8E8F427D5CB}"/>
                </a:ext>
              </a:extLst>
            </p:cNvPr>
            <p:cNvSpPr/>
            <p:nvPr/>
          </p:nvSpPr>
          <p:spPr>
            <a:xfrm>
              <a:off x="6137562" y="3210939"/>
              <a:ext cx="3821" cy="1910"/>
            </a:xfrm>
            <a:custGeom>
              <a:avLst/>
              <a:gdLst>
                <a:gd name="csX0" fmla="*/ 3822 w 3821"/>
                <a:gd name="csY0" fmla="*/ 0 h 1910"/>
                <a:gd name="csX1" fmla="*/ 0 w 3821"/>
                <a:gd name="csY1" fmla="*/ 1911 h 1910"/>
                <a:gd name="csX2" fmla="*/ 3822 w 3821"/>
                <a:gd name="csY2" fmla="*/ 0 h 1910"/>
                <a:gd name="csX3" fmla="*/ 3822 w 3821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1" h="1910">
                  <a:moveTo>
                    <a:pt x="3822" y="0"/>
                  </a:moveTo>
                  <a:lnTo>
                    <a:pt x="0" y="1911"/>
                  </a:lnTo>
                  <a:lnTo>
                    <a:pt x="3822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5" name="Freeform 2074">
              <a:extLst>
                <a:ext uri="{FF2B5EF4-FFF2-40B4-BE49-F238E27FC236}">
                  <a16:creationId xmlns:a16="http://schemas.microsoft.com/office/drawing/2014/main" id="{B78C8040-5CD9-C30E-6FC0-4B30ABA8F0A8}"/>
                </a:ext>
              </a:extLst>
            </p:cNvPr>
            <p:cNvSpPr/>
            <p:nvPr/>
          </p:nvSpPr>
          <p:spPr>
            <a:xfrm>
              <a:off x="6139950" y="3744563"/>
              <a:ext cx="955" cy="4299"/>
            </a:xfrm>
            <a:custGeom>
              <a:avLst/>
              <a:gdLst>
                <a:gd name="csX0" fmla="*/ 478 w 955"/>
                <a:gd name="csY0" fmla="*/ 0 h 4299"/>
                <a:gd name="csX1" fmla="*/ 956 w 955"/>
                <a:gd name="csY1" fmla="*/ 2389 h 4299"/>
                <a:gd name="csX2" fmla="*/ 0 w 955"/>
                <a:gd name="csY2" fmla="*/ 4300 h 4299"/>
                <a:gd name="csX3" fmla="*/ 478 w 955"/>
                <a:gd name="csY3" fmla="*/ 2389 h 4299"/>
                <a:gd name="csX4" fmla="*/ 478 w 955"/>
                <a:gd name="csY4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299">
                  <a:moveTo>
                    <a:pt x="478" y="0"/>
                  </a:moveTo>
                  <a:lnTo>
                    <a:pt x="956" y="2389"/>
                  </a:lnTo>
                  <a:lnTo>
                    <a:pt x="0" y="4300"/>
                  </a:lnTo>
                  <a:lnTo>
                    <a:pt x="478" y="2389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6" name="Freeform 2075">
              <a:extLst>
                <a:ext uri="{FF2B5EF4-FFF2-40B4-BE49-F238E27FC236}">
                  <a16:creationId xmlns:a16="http://schemas.microsoft.com/office/drawing/2014/main" id="{A821250B-DDA9-737F-0486-255B8079BD5A}"/>
                </a:ext>
              </a:extLst>
            </p:cNvPr>
            <p:cNvSpPr/>
            <p:nvPr/>
          </p:nvSpPr>
          <p:spPr>
            <a:xfrm>
              <a:off x="6139472" y="3748862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7" name="Freeform 2076">
              <a:extLst>
                <a:ext uri="{FF2B5EF4-FFF2-40B4-BE49-F238E27FC236}">
                  <a16:creationId xmlns:a16="http://schemas.microsoft.com/office/drawing/2014/main" id="{047D9D9B-FEB2-5433-883C-77475C234638}"/>
                </a:ext>
              </a:extLst>
            </p:cNvPr>
            <p:cNvSpPr/>
            <p:nvPr/>
          </p:nvSpPr>
          <p:spPr>
            <a:xfrm>
              <a:off x="6136606" y="3737397"/>
              <a:ext cx="3344" cy="6210"/>
            </a:xfrm>
            <a:custGeom>
              <a:avLst/>
              <a:gdLst>
                <a:gd name="csX0" fmla="*/ 3344 w 3344"/>
                <a:gd name="csY0" fmla="*/ 6210 h 6210"/>
                <a:gd name="csX1" fmla="*/ 1911 w 3344"/>
                <a:gd name="csY1" fmla="*/ 4777 h 6210"/>
                <a:gd name="csX2" fmla="*/ 0 w 3344"/>
                <a:gd name="csY2" fmla="*/ 2389 h 6210"/>
                <a:gd name="csX3" fmla="*/ 0 w 3344"/>
                <a:gd name="csY3" fmla="*/ 1433 h 6210"/>
                <a:gd name="csX4" fmla="*/ 1433 w 3344"/>
                <a:gd name="csY4" fmla="*/ 0 h 6210"/>
                <a:gd name="csX5" fmla="*/ 0 w 3344"/>
                <a:gd name="csY5" fmla="*/ 1433 h 6210"/>
                <a:gd name="csX6" fmla="*/ 0 w 3344"/>
                <a:gd name="csY6" fmla="*/ 2389 h 6210"/>
                <a:gd name="csX7" fmla="*/ 1911 w 3344"/>
                <a:gd name="csY7" fmla="*/ 4777 h 6210"/>
                <a:gd name="csX8" fmla="*/ 3344 w 3344"/>
                <a:gd name="csY8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6210">
                  <a:moveTo>
                    <a:pt x="3344" y="6210"/>
                  </a:moveTo>
                  <a:lnTo>
                    <a:pt x="1911" y="4777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0" y="1433"/>
                  </a:lnTo>
                  <a:lnTo>
                    <a:pt x="0" y="2389"/>
                  </a:lnTo>
                  <a:lnTo>
                    <a:pt x="1911" y="4777"/>
                  </a:lnTo>
                  <a:lnTo>
                    <a:pt x="3344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" name="Freeform 2077">
              <a:extLst>
                <a:ext uri="{FF2B5EF4-FFF2-40B4-BE49-F238E27FC236}">
                  <a16:creationId xmlns:a16="http://schemas.microsoft.com/office/drawing/2014/main" id="{5B3E3E20-0B87-2BF4-C984-38C7D621D22D}"/>
                </a:ext>
              </a:extLst>
            </p:cNvPr>
            <p:cNvSpPr/>
            <p:nvPr/>
          </p:nvSpPr>
          <p:spPr>
            <a:xfrm>
              <a:off x="6131351" y="3309351"/>
              <a:ext cx="7643" cy="20064"/>
            </a:xfrm>
            <a:custGeom>
              <a:avLst/>
              <a:gdLst>
                <a:gd name="csX0" fmla="*/ 5255 w 7643"/>
                <a:gd name="csY0" fmla="*/ 4777 h 20064"/>
                <a:gd name="csX1" fmla="*/ 7644 w 7643"/>
                <a:gd name="csY1" fmla="*/ 8599 h 20064"/>
                <a:gd name="csX2" fmla="*/ 7644 w 7643"/>
                <a:gd name="csY2" fmla="*/ 10988 h 20064"/>
                <a:gd name="csX3" fmla="*/ 6688 w 7643"/>
                <a:gd name="csY3" fmla="*/ 13376 h 20064"/>
                <a:gd name="csX4" fmla="*/ 5733 w 7643"/>
                <a:gd name="csY4" fmla="*/ 15287 h 20064"/>
                <a:gd name="csX5" fmla="*/ 4777 w 7643"/>
                <a:gd name="csY5" fmla="*/ 17676 h 20064"/>
                <a:gd name="csX6" fmla="*/ 4299 w 7643"/>
                <a:gd name="csY6" fmla="*/ 19587 h 20064"/>
                <a:gd name="csX7" fmla="*/ 3822 w 7643"/>
                <a:gd name="csY7" fmla="*/ 20065 h 20064"/>
                <a:gd name="csX8" fmla="*/ 3822 w 7643"/>
                <a:gd name="csY8" fmla="*/ 20065 h 20064"/>
                <a:gd name="csX9" fmla="*/ 4299 w 7643"/>
                <a:gd name="csY9" fmla="*/ 19587 h 20064"/>
                <a:gd name="csX10" fmla="*/ 4777 w 7643"/>
                <a:gd name="csY10" fmla="*/ 17676 h 20064"/>
                <a:gd name="csX11" fmla="*/ 5733 w 7643"/>
                <a:gd name="csY11" fmla="*/ 15287 h 20064"/>
                <a:gd name="csX12" fmla="*/ 6688 w 7643"/>
                <a:gd name="csY12" fmla="*/ 13376 h 20064"/>
                <a:gd name="csX13" fmla="*/ 7644 w 7643"/>
                <a:gd name="csY13" fmla="*/ 10988 h 20064"/>
                <a:gd name="csX14" fmla="*/ 7644 w 7643"/>
                <a:gd name="csY14" fmla="*/ 8599 h 20064"/>
                <a:gd name="csX15" fmla="*/ 5255 w 7643"/>
                <a:gd name="csY15" fmla="*/ 4777 h 20064"/>
                <a:gd name="csX16" fmla="*/ 1911 w 7643"/>
                <a:gd name="csY16" fmla="*/ 1433 h 20064"/>
                <a:gd name="csX17" fmla="*/ 0 w 7643"/>
                <a:gd name="csY17" fmla="*/ 0 h 20064"/>
                <a:gd name="csX18" fmla="*/ 2389 w 7643"/>
                <a:gd name="csY18" fmla="*/ 1433 h 20064"/>
                <a:gd name="csX19" fmla="*/ 5255 w 7643"/>
                <a:gd name="csY19" fmla="*/ 4777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7643" h="20064">
                  <a:moveTo>
                    <a:pt x="5255" y="4777"/>
                  </a:moveTo>
                  <a:lnTo>
                    <a:pt x="7644" y="8599"/>
                  </a:lnTo>
                  <a:lnTo>
                    <a:pt x="7644" y="10988"/>
                  </a:lnTo>
                  <a:lnTo>
                    <a:pt x="6688" y="13376"/>
                  </a:lnTo>
                  <a:lnTo>
                    <a:pt x="5733" y="15287"/>
                  </a:lnTo>
                  <a:lnTo>
                    <a:pt x="4777" y="17676"/>
                  </a:lnTo>
                  <a:lnTo>
                    <a:pt x="4299" y="19587"/>
                  </a:lnTo>
                  <a:lnTo>
                    <a:pt x="3822" y="20065"/>
                  </a:lnTo>
                  <a:lnTo>
                    <a:pt x="3822" y="20065"/>
                  </a:lnTo>
                  <a:lnTo>
                    <a:pt x="4299" y="19587"/>
                  </a:lnTo>
                  <a:lnTo>
                    <a:pt x="4777" y="17676"/>
                  </a:lnTo>
                  <a:lnTo>
                    <a:pt x="5733" y="15287"/>
                  </a:lnTo>
                  <a:lnTo>
                    <a:pt x="6688" y="13376"/>
                  </a:lnTo>
                  <a:lnTo>
                    <a:pt x="7644" y="10988"/>
                  </a:lnTo>
                  <a:lnTo>
                    <a:pt x="7644" y="8599"/>
                  </a:lnTo>
                  <a:lnTo>
                    <a:pt x="5255" y="4777"/>
                  </a:lnTo>
                  <a:lnTo>
                    <a:pt x="1911" y="1433"/>
                  </a:lnTo>
                  <a:lnTo>
                    <a:pt x="0" y="0"/>
                  </a:lnTo>
                  <a:lnTo>
                    <a:pt x="2389" y="1433"/>
                  </a:lnTo>
                  <a:lnTo>
                    <a:pt x="5255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" name="Freeform 2078">
              <a:extLst>
                <a:ext uri="{FF2B5EF4-FFF2-40B4-BE49-F238E27FC236}">
                  <a16:creationId xmlns:a16="http://schemas.microsoft.com/office/drawing/2014/main" id="{7CC9CBD7-9101-9793-C03E-3A8D51F83686}"/>
                </a:ext>
              </a:extLst>
            </p:cNvPr>
            <p:cNvSpPr/>
            <p:nvPr/>
          </p:nvSpPr>
          <p:spPr>
            <a:xfrm>
              <a:off x="6138039" y="4565780"/>
              <a:ext cx="955" cy="5255"/>
            </a:xfrm>
            <a:custGeom>
              <a:avLst/>
              <a:gdLst>
                <a:gd name="csX0" fmla="*/ 956 w 955"/>
                <a:gd name="csY0" fmla="*/ 0 h 5255"/>
                <a:gd name="csX1" fmla="*/ 478 w 955"/>
                <a:gd name="csY1" fmla="*/ 2389 h 5255"/>
                <a:gd name="csX2" fmla="*/ 0 w 955"/>
                <a:gd name="csY2" fmla="*/ 5255 h 5255"/>
                <a:gd name="csX3" fmla="*/ 478 w 955"/>
                <a:gd name="csY3" fmla="*/ 2389 h 5255"/>
                <a:gd name="csX4" fmla="*/ 956 w 955"/>
                <a:gd name="csY4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5255">
                  <a:moveTo>
                    <a:pt x="956" y="0"/>
                  </a:moveTo>
                  <a:lnTo>
                    <a:pt x="478" y="2389"/>
                  </a:lnTo>
                  <a:lnTo>
                    <a:pt x="0" y="5255"/>
                  </a:lnTo>
                  <a:lnTo>
                    <a:pt x="478" y="2389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" name="Freeform 2079">
              <a:extLst>
                <a:ext uri="{FF2B5EF4-FFF2-40B4-BE49-F238E27FC236}">
                  <a16:creationId xmlns:a16="http://schemas.microsoft.com/office/drawing/2014/main" id="{9C3A4FD7-65A4-7878-6AAD-A254163DEAC5}"/>
                </a:ext>
              </a:extLst>
            </p:cNvPr>
            <p:cNvSpPr/>
            <p:nvPr/>
          </p:nvSpPr>
          <p:spPr>
            <a:xfrm>
              <a:off x="6136128" y="4573423"/>
              <a:ext cx="1433" cy="2388"/>
            </a:xfrm>
            <a:custGeom>
              <a:avLst/>
              <a:gdLst>
                <a:gd name="csX0" fmla="*/ 1433 w 1433"/>
                <a:gd name="csY0" fmla="*/ 0 h 2388"/>
                <a:gd name="csX1" fmla="*/ 955 w 1433"/>
                <a:gd name="csY1" fmla="*/ 956 h 2388"/>
                <a:gd name="csX2" fmla="*/ 0 w 1433"/>
                <a:gd name="csY2" fmla="*/ 2389 h 2388"/>
                <a:gd name="csX3" fmla="*/ 0 w 1433"/>
                <a:gd name="csY3" fmla="*/ 2389 h 2388"/>
                <a:gd name="csX4" fmla="*/ 955 w 1433"/>
                <a:gd name="csY4" fmla="*/ 956 h 2388"/>
                <a:gd name="csX5" fmla="*/ 1433 w 1433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2388">
                  <a:moveTo>
                    <a:pt x="1433" y="0"/>
                  </a:moveTo>
                  <a:lnTo>
                    <a:pt x="955" y="956"/>
                  </a:lnTo>
                  <a:lnTo>
                    <a:pt x="0" y="2389"/>
                  </a:lnTo>
                  <a:lnTo>
                    <a:pt x="0" y="2389"/>
                  </a:lnTo>
                  <a:lnTo>
                    <a:pt x="955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1" name="Freeform 2080">
              <a:extLst>
                <a:ext uri="{FF2B5EF4-FFF2-40B4-BE49-F238E27FC236}">
                  <a16:creationId xmlns:a16="http://schemas.microsoft.com/office/drawing/2014/main" id="{6C27937E-D831-D2C7-669E-8498E2D98972}"/>
                </a:ext>
              </a:extLst>
            </p:cNvPr>
            <p:cNvSpPr/>
            <p:nvPr/>
          </p:nvSpPr>
          <p:spPr>
            <a:xfrm>
              <a:off x="6130396" y="3126381"/>
              <a:ext cx="6688" cy="4777"/>
            </a:xfrm>
            <a:custGeom>
              <a:avLst/>
              <a:gdLst>
                <a:gd name="csX0" fmla="*/ 6210 w 6688"/>
                <a:gd name="csY0" fmla="*/ 0 h 4777"/>
                <a:gd name="csX1" fmla="*/ 6688 w 6688"/>
                <a:gd name="csY1" fmla="*/ 956 h 4777"/>
                <a:gd name="csX2" fmla="*/ 5733 w 6688"/>
                <a:gd name="csY2" fmla="*/ 1911 h 4777"/>
                <a:gd name="csX3" fmla="*/ 1433 w 6688"/>
                <a:gd name="csY3" fmla="*/ 4777 h 4777"/>
                <a:gd name="csX4" fmla="*/ 0 w 6688"/>
                <a:gd name="csY4" fmla="*/ 4777 h 4777"/>
                <a:gd name="csX5" fmla="*/ 0 w 6688"/>
                <a:gd name="csY5" fmla="*/ 3344 h 4777"/>
                <a:gd name="csX6" fmla="*/ 956 w 6688"/>
                <a:gd name="csY6" fmla="*/ 1433 h 4777"/>
                <a:gd name="csX7" fmla="*/ 2389 w 6688"/>
                <a:gd name="csY7" fmla="*/ 478 h 4777"/>
                <a:gd name="csX8" fmla="*/ 4299 w 6688"/>
                <a:gd name="csY8" fmla="*/ 0 h 4777"/>
                <a:gd name="csX9" fmla="*/ 6210 w 6688"/>
                <a:gd name="csY9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688" h="4777">
                  <a:moveTo>
                    <a:pt x="6210" y="0"/>
                  </a:moveTo>
                  <a:lnTo>
                    <a:pt x="6688" y="956"/>
                  </a:lnTo>
                  <a:lnTo>
                    <a:pt x="5733" y="1911"/>
                  </a:lnTo>
                  <a:lnTo>
                    <a:pt x="1433" y="4777"/>
                  </a:lnTo>
                  <a:lnTo>
                    <a:pt x="0" y="4777"/>
                  </a:lnTo>
                  <a:lnTo>
                    <a:pt x="0" y="3344"/>
                  </a:lnTo>
                  <a:lnTo>
                    <a:pt x="956" y="1433"/>
                  </a:lnTo>
                  <a:lnTo>
                    <a:pt x="2389" y="478"/>
                  </a:lnTo>
                  <a:lnTo>
                    <a:pt x="4299" y="0"/>
                  </a:lnTo>
                  <a:lnTo>
                    <a:pt x="62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" name="Freeform 2081">
              <a:extLst>
                <a:ext uri="{FF2B5EF4-FFF2-40B4-BE49-F238E27FC236}">
                  <a16:creationId xmlns:a16="http://schemas.microsoft.com/office/drawing/2014/main" id="{4F0DDA39-24C8-D10A-F19F-E4DB67A27DB7}"/>
                </a:ext>
              </a:extLst>
            </p:cNvPr>
            <p:cNvSpPr/>
            <p:nvPr/>
          </p:nvSpPr>
          <p:spPr>
            <a:xfrm>
              <a:off x="6132306" y="3214761"/>
              <a:ext cx="3344" cy="4777"/>
            </a:xfrm>
            <a:custGeom>
              <a:avLst/>
              <a:gdLst>
                <a:gd name="csX0" fmla="*/ 3344 w 3344"/>
                <a:gd name="csY0" fmla="*/ 0 h 4777"/>
                <a:gd name="csX1" fmla="*/ 2389 w 3344"/>
                <a:gd name="csY1" fmla="*/ 478 h 4777"/>
                <a:gd name="csX2" fmla="*/ 0 w 3344"/>
                <a:gd name="csY2" fmla="*/ 4777 h 4777"/>
                <a:gd name="csX3" fmla="*/ 2389 w 3344"/>
                <a:gd name="csY3" fmla="*/ 478 h 4777"/>
                <a:gd name="csX4" fmla="*/ 2867 w 3344"/>
                <a:gd name="csY4" fmla="*/ 0 h 4777"/>
                <a:gd name="csX5" fmla="*/ 3344 w 3344"/>
                <a:gd name="csY5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4777">
                  <a:moveTo>
                    <a:pt x="3344" y="0"/>
                  </a:moveTo>
                  <a:lnTo>
                    <a:pt x="2389" y="478"/>
                  </a:lnTo>
                  <a:lnTo>
                    <a:pt x="0" y="4777"/>
                  </a:lnTo>
                  <a:lnTo>
                    <a:pt x="2389" y="478"/>
                  </a:lnTo>
                  <a:lnTo>
                    <a:pt x="2867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3" name="Freeform 2082">
              <a:extLst>
                <a:ext uri="{FF2B5EF4-FFF2-40B4-BE49-F238E27FC236}">
                  <a16:creationId xmlns:a16="http://schemas.microsoft.com/office/drawing/2014/main" id="{A0B454ED-8931-C116-98CD-456B62F0A72E}"/>
                </a:ext>
              </a:extLst>
            </p:cNvPr>
            <p:cNvSpPr/>
            <p:nvPr/>
          </p:nvSpPr>
          <p:spPr>
            <a:xfrm>
              <a:off x="6131829" y="3696790"/>
              <a:ext cx="3344" cy="6210"/>
            </a:xfrm>
            <a:custGeom>
              <a:avLst/>
              <a:gdLst>
                <a:gd name="csX0" fmla="*/ 2389 w 3344"/>
                <a:gd name="csY0" fmla="*/ 4777 h 6210"/>
                <a:gd name="csX1" fmla="*/ 3344 w 3344"/>
                <a:gd name="csY1" fmla="*/ 6210 h 6210"/>
                <a:gd name="csX2" fmla="*/ 2389 w 3344"/>
                <a:gd name="csY2" fmla="*/ 4777 h 6210"/>
                <a:gd name="csX3" fmla="*/ 956 w 3344"/>
                <a:gd name="csY3" fmla="*/ 1433 h 6210"/>
                <a:gd name="csX4" fmla="*/ 0 w 3344"/>
                <a:gd name="csY4" fmla="*/ 0 h 6210"/>
                <a:gd name="csX5" fmla="*/ 956 w 3344"/>
                <a:gd name="csY5" fmla="*/ 1433 h 6210"/>
                <a:gd name="csX6" fmla="*/ 2389 w 3344"/>
                <a:gd name="csY6" fmla="*/ 4777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6210">
                  <a:moveTo>
                    <a:pt x="2389" y="4777"/>
                  </a:moveTo>
                  <a:lnTo>
                    <a:pt x="3344" y="6210"/>
                  </a:lnTo>
                  <a:lnTo>
                    <a:pt x="2389" y="4777"/>
                  </a:lnTo>
                  <a:lnTo>
                    <a:pt x="956" y="1433"/>
                  </a:lnTo>
                  <a:lnTo>
                    <a:pt x="0" y="0"/>
                  </a:lnTo>
                  <a:lnTo>
                    <a:pt x="956" y="1433"/>
                  </a:lnTo>
                  <a:lnTo>
                    <a:pt x="2389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4" name="Freeform 2083">
              <a:extLst>
                <a:ext uri="{FF2B5EF4-FFF2-40B4-BE49-F238E27FC236}">
                  <a16:creationId xmlns:a16="http://schemas.microsoft.com/office/drawing/2014/main" id="{A7FFD896-ABDD-D07B-50AD-D877613C9D82}"/>
                </a:ext>
              </a:extLst>
            </p:cNvPr>
            <p:cNvSpPr/>
            <p:nvPr/>
          </p:nvSpPr>
          <p:spPr>
            <a:xfrm>
              <a:off x="6131829" y="3515253"/>
              <a:ext cx="2866" cy="4299"/>
            </a:xfrm>
            <a:custGeom>
              <a:avLst/>
              <a:gdLst>
                <a:gd name="csX0" fmla="*/ 2866 w 2866"/>
                <a:gd name="csY0" fmla="*/ 1433 h 4299"/>
                <a:gd name="csX1" fmla="*/ 2866 w 2866"/>
                <a:gd name="csY1" fmla="*/ 2866 h 4299"/>
                <a:gd name="csX2" fmla="*/ 1433 w 2866"/>
                <a:gd name="csY2" fmla="*/ 4300 h 4299"/>
                <a:gd name="csX3" fmla="*/ 956 w 2866"/>
                <a:gd name="csY3" fmla="*/ 4300 h 4299"/>
                <a:gd name="csX4" fmla="*/ 0 w 2866"/>
                <a:gd name="csY4" fmla="*/ 2389 h 4299"/>
                <a:gd name="csX5" fmla="*/ 956 w 2866"/>
                <a:gd name="csY5" fmla="*/ 1433 h 4299"/>
                <a:gd name="csX6" fmla="*/ 1911 w 2866"/>
                <a:gd name="csY6" fmla="*/ 0 h 4299"/>
                <a:gd name="csX7" fmla="*/ 2389 w 2866"/>
                <a:gd name="csY7" fmla="*/ 478 h 4299"/>
                <a:gd name="csX8" fmla="*/ 2866 w 2866"/>
                <a:gd name="csY8" fmla="*/ 1433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4299">
                  <a:moveTo>
                    <a:pt x="2866" y="1433"/>
                  </a:moveTo>
                  <a:lnTo>
                    <a:pt x="2866" y="2866"/>
                  </a:lnTo>
                  <a:lnTo>
                    <a:pt x="1433" y="4300"/>
                  </a:lnTo>
                  <a:lnTo>
                    <a:pt x="956" y="4300"/>
                  </a:lnTo>
                  <a:lnTo>
                    <a:pt x="0" y="2389"/>
                  </a:lnTo>
                  <a:lnTo>
                    <a:pt x="956" y="1433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5" name="Freeform 2084">
              <a:extLst>
                <a:ext uri="{FF2B5EF4-FFF2-40B4-BE49-F238E27FC236}">
                  <a16:creationId xmlns:a16="http://schemas.microsoft.com/office/drawing/2014/main" id="{3BD43213-991A-B085-AAEB-68023F49B841}"/>
                </a:ext>
              </a:extLst>
            </p:cNvPr>
            <p:cNvSpPr/>
            <p:nvPr/>
          </p:nvSpPr>
          <p:spPr>
            <a:xfrm>
              <a:off x="6128007" y="3117304"/>
              <a:ext cx="6210" cy="8121"/>
            </a:xfrm>
            <a:custGeom>
              <a:avLst/>
              <a:gdLst>
                <a:gd name="csX0" fmla="*/ 6210 w 6210"/>
                <a:gd name="csY0" fmla="*/ 1433 h 8121"/>
                <a:gd name="csX1" fmla="*/ 6210 w 6210"/>
                <a:gd name="csY1" fmla="*/ 4300 h 8121"/>
                <a:gd name="csX2" fmla="*/ 5255 w 6210"/>
                <a:gd name="csY2" fmla="*/ 6211 h 8121"/>
                <a:gd name="csX3" fmla="*/ 1911 w 6210"/>
                <a:gd name="csY3" fmla="*/ 7644 h 8121"/>
                <a:gd name="csX4" fmla="*/ 0 w 6210"/>
                <a:gd name="csY4" fmla="*/ 8121 h 8121"/>
                <a:gd name="csX5" fmla="*/ 478 w 6210"/>
                <a:gd name="csY5" fmla="*/ 5733 h 8121"/>
                <a:gd name="csX6" fmla="*/ 1911 w 6210"/>
                <a:gd name="csY6" fmla="*/ 3822 h 8121"/>
                <a:gd name="csX7" fmla="*/ 2389 w 6210"/>
                <a:gd name="csY7" fmla="*/ 2866 h 8121"/>
                <a:gd name="csX8" fmla="*/ 2866 w 6210"/>
                <a:gd name="csY8" fmla="*/ 1433 h 8121"/>
                <a:gd name="csX9" fmla="*/ 4299 w 6210"/>
                <a:gd name="csY9" fmla="*/ 0 h 8121"/>
                <a:gd name="csX10" fmla="*/ 6210 w 6210"/>
                <a:gd name="csY10" fmla="*/ 1433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210" h="8121">
                  <a:moveTo>
                    <a:pt x="6210" y="1433"/>
                  </a:moveTo>
                  <a:lnTo>
                    <a:pt x="6210" y="4300"/>
                  </a:lnTo>
                  <a:lnTo>
                    <a:pt x="5255" y="6211"/>
                  </a:lnTo>
                  <a:lnTo>
                    <a:pt x="1911" y="7644"/>
                  </a:lnTo>
                  <a:lnTo>
                    <a:pt x="0" y="8121"/>
                  </a:lnTo>
                  <a:lnTo>
                    <a:pt x="478" y="5733"/>
                  </a:lnTo>
                  <a:lnTo>
                    <a:pt x="1911" y="3822"/>
                  </a:lnTo>
                  <a:lnTo>
                    <a:pt x="2389" y="2866"/>
                  </a:lnTo>
                  <a:lnTo>
                    <a:pt x="2866" y="1433"/>
                  </a:lnTo>
                  <a:lnTo>
                    <a:pt x="4299" y="0"/>
                  </a:lnTo>
                  <a:lnTo>
                    <a:pt x="62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6" name="Freeform 2085">
              <a:extLst>
                <a:ext uri="{FF2B5EF4-FFF2-40B4-BE49-F238E27FC236}">
                  <a16:creationId xmlns:a16="http://schemas.microsoft.com/office/drawing/2014/main" id="{A59E08B4-B483-5502-9C75-7A7B82F29E91}"/>
                </a:ext>
              </a:extLst>
            </p:cNvPr>
            <p:cNvSpPr/>
            <p:nvPr/>
          </p:nvSpPr>
          <p:spPr>
            <a:xfrm>
              <a:off x="6101254" y="3501398"/>
              <a:ext cx="32485" cy="42995"/>
            </a:xfrm>
            <a:custGeom>
              <a:avLst/>
              <a:gdLst>
                <a:gd name="csX0" fmla="*/ 32008 w 32485"/>
                <a:gd name="csY0" fmla="*/ 1433 h 42995"/>
                <a:gd name="csX1" fmla="*/ 32486 w 32485"/>
                <a:gd name="csY1" fmla="*/ 2866 h 42995"/>
                <a:gd name="csX2" fmla="*/ 31052 w 32485"/>
                <a:gd name="csY2" fmla="*/ 5255 h 42995"/>
                <a:gd name="csX3" fmla="*/ 31052 w 32485"/>
                <a:gd name="csY3" fmla="*/ 6211 h 42995"/>
                <a:gd name="csX4" fmla="*/ 31530 w 32485"/>
                <a:gd name="csY4" fmla="*/ 10510 h 42995"/>
                <a:gd name="csX5" fmla="*/ 32008 w 32485"/>
                <a:gd name="csY5" fmla="*/ 13854 h 42995"/>
                <a:gd name="csX6" fmla="*/ 31530 w 32485"/>
                <a:gd name="csY6" fmla="*/ 14810 h 42995"/>
                <a:gd name="csX7" fmla="*/ 30575 w 32485"/>
                <a:gd name="csY7" fmla="*/ 15287 h 42995"/>
                <a:gd name="csX8" fmla="*/ 28664 w 32485"/>
                <a:gd name="csY8" fmla="*/ 16243 h 42995"/>
                <a:gd name="csX9" fmla="*/ 26753 w 32485"/>
                <a:gd name="csY9" fmla="*/ 17198 h 42995"/>
                <a:gd name="csX10" fmla="*/ 25320 w 32485"/>
                <a:gd name="csY10" fmla="*/ 18632 h 42995"/>
                <a:gd name="csX11" fmla="*/ 24842 w 32485"/>
                <a:gd name="csY11" fmla="*/ 21020 h 42995"/>
                <a:gd name="csX12" fmla="*/ 25798 w 32485"/>
                <a:gd name="csY12" fmla="*/ 22453 h 42995"/>
                <a:gd name="csX13" fmla="*/ 28186 w 32485"/>
                <a:gd name="csY13" fmla="*/ 23409 h 42995"/>
                <a:gd name="csX14" fmla="*/ 28664 w 32485"/>
                <a:gd name="csY14" fmla="*/ 26753 h 42995"/>
                <a:gd name="csX15" fmla="*/ 26753 w 32485"/>
                <a:gd name="csY15" fmla="*/ 28186 h 42995"/>
                <a:gd name="csX16" fmla="*/ 22453 w 32485"/>
                <a:gd name="csY16" fmla="*/ 29619 h 42995"/>
                <a:gd name="csX17" fmla="*/ 21976 w 32485"/>
                <a:gd name="csY17" fmla="*/ 33441 h 42995"/>
                <a:gd name="csX18" fmla="*/ 21976 w 32485"/>
                <a:gd name="csY18" fmla="*/ 36785 h 42995"/>
                <a:gd name="csX19" fmla="*/ 21976 w 32485"/>
                <a:gd name="csY19" fmla="*/ 38696 h 42995"/>
                <a:gd name="csX20" fmla="*/ 21498 w 32485"/>
                <a:gd name="csY20" fmla="*/ 41563 h 42995"/>
                <a:gd name="csX21" fmla="*/ 17676 w 32485"/>
                <a:gd name="csY21" fmla="*/ 42996 h 42995"/>
                <a:gd name="csX22" fmla="*/ 15287 w 32485"/>
                <a:gd name="csY22" fmla="*/ 38696 h 42995"/>
                <a:gd name="csX23" fmla="*/ 15287 w 32485"/>
                <a:gd name="csY23" fmla="*/ 36785 h 42995"/>
                <a:gd name="csX24" fmla="*/ 14810 w 32485"/>
                <a:gd name="csY24" fmla="*/ 34397 h 42995"/>
                <a:gd name="csX25" fmla="*/ 14332 w 32485"/>
                <a:gd name="csY25" fmla="*/ 32963 h 42995"/>
                <a:gd name="csX26" fmla="*/ 13377 w 32485"/>
                <a:gd name="csY26" fmla="*/ 30097 h 42995"/>
                <a:gd name="csX27" fmla="*/ 10032 w 32485"/>
                <a:gd name="csY27" fmla="*/ 29142 h 42995"/>
                <a:gd name="csX28" fmla="*/ 8599 w 32485"/>
                <a:gd name="csY28" fmla="*/ 29142 h 42995"/>
                <a:gd name="csX29" fmla="*/ 6688 w 32485"/>
                <a:gd name="csY29" fmla="*/ 29619 h 42995"/>
                <a:gd name="csX30" fmla="*/ 6211 w 32485"/>
                <a:gd name="csY30" fmla="*/ 29142 h 42995"/>
                <a:gd name="csX31" fmla="*/ 3822 w 32485"/>
                <a:gd name="csY31" fmla="*/ 25320 h 42995"/>
                <a:gd name="csX32" fmla="*/ 4300 w 32485"/>
                <a:gd name="csY32" fmla="*/ 21020 h 42995"/>
                <a:gd name="csX33" fmla="*/ 3344 w 32485"/>
                <a:gd name="csY33" fmla="*/ 18632 h 42995"/>
                <a:gd name="csX34" fmla="*/ 2867 w 32485"/>
                <a:gd name="csY34" fmla="*/ 17676 h 42995"/>
                <a:gd name="csX35" fmla="*/ 2867 w 32485"/>
                <a:gd name="csY35" fmla="*/ 16721 h 42995"/>
                <a:gd name="csX36" fmla="*/ 1911 w 32485"/>
                <a:gd name="csY36" fmla="*/ 15765 h 42995"/>
                <a:gd name="csX37" fmla="*/ 956 w 32485"/>
                <a:gd name="csY37" fmla="*/ 15287 h 42995"/>
                <a:gd name="csX38" fmla="*/ 0 w 32485"/>
                <a:gd name="csY38" fmla="*/ 12899 h 42995"/>
                <a:gd name="csX39" fmla="*/ 1433 w 32485"/>
                <a:gd name="csY39" fmla="*/ 11943 h 42995"/>
                <a:gd name="csX40" fmla="*/ 5255 w 32485"/>
                <a:gd name="csY40" fmla="*/ 12421 h 42995"/>
                <a:gd name="csX41" fmla="*/ 6211 w 32485"/>
                <a:gd name="csY41" fmla="*/ 12421 h 42995"/>
                <a:gd name="csX42" fmla="*/ 7166 w 32485"/>
                <a:gd name="csY42" fmla="*/ 11943 h 42995"/>
                <a:gd name="csX43" fmla="*/ 10032 w 32485"/>
                <a:gd name="csY43" fmla="*/ 7644 h 42995"/>
                <a:gd name="csX44" fmla="*/ 9555 w 32485"/>
                <a:gd name="csY44" fmla="*/ 6688 h 42995"/>
                <a:gd name="csX45" fmla="*/ 10032 w 32485"/>
                <a:gd name="csY45" fmla="*/ 5733 h 42995"/>
                <a:gd name="csX46" fmla="*/ 12899 w 32485"/>
                <a:gd name="csY46" fmla="*/ 5255 h 42995"/>
                <a:gd name="csX47" fmla="*/ 14332 w 32485"/>
                <a:gd name="csY47" fmla="*/ 6688 h 42995"/>
                <a:gd name="csX48" fmla="*/ 14332 w 32485"/>
                <a:gd name="csY48" fmla="*/ 9077 h 42995"/>
                <a:gd name="csX49" fmla="*/ 14332 w 32485"/>
                <a:gd name="csY49" fmla="*/ 12421 h 42995"/>
                <a:gd name="csX50" fmla="*/ 16243 w 32485"/>
                <a:gd name="csY50" fmla="*/ 13377 h 42995"/>
                <a:gd name="csX51" fmla="*/ 16721 w 32485"/>
                <a:gd name="csY51" fmla="*/ 13377 h 42995"/>
                <a:gd name="csX52" fmla="*/ 17676 w 32485"/>
                <a:gd name="csY52" fmla="*/ 10988 h 42995"/>
                <a:gd name="csX53" fmla="*/ 18154 w 32485"/>
                <a:gd name="csY53" fmla="*/ 10032 h 42995"/>
                <a:gd name="csX54" fmla="*/ 19109 w 32485"/>
                <a:gd name="csY54" fmla="*/ 9077 h 42995"/>
                <a:gd name="csX55" fmla="*/ 19109 w 32485"/>
                <a:gd name="csY55" fmla="*/ 7166 h 42995"/>
                <a:gd name="csX56" fmla="*/ 18632 w 32485"/>
                <a:gd name="csY56" fmla="*/ 5733 h 42995"/>
                <a:gd name="csX57" fmla="*/ 17676 w 32485"/>
                <a:gd name="csY57" fmla="*/ 4777 h 42995"/>
                <a:gd name="csX58" fmla="*/ 21020 w 32485"/>
                <a:gd name="csY58" fmla="*/ 1911 h 42995"/>
                <a:gd name="csX59" fmla="*/ 24842 w 32485"/>
                <a:gd name="csY59" fmla="*/ 0 h 42995"/>
                <a:gd name="csX60" fmla="*/ 26753 w 32485"/>
                <a:gd name="csY60" fmla="*/ 0 h 42995"/>
                <a:gd name="csX61" fmla="*/ 29142 w 32485"/>
                <a:gd name="csY61" fmla="*/ 478 h 42995"/>
                <a:gd name="csX62" fmla="*/ 31052 w 32485"/>
                <a:gd name="csY62" fmla="*/ 956 h 42995"/>
                <a:gd name="csX63" fmla="*/ 32008 w 32485"/>
                <a:gd name="csY63" fmla="*/ 1433 h 42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</a:cxnLst>
              <a:rect l="l" t="t" r="r" b="b"/>
              <a:pathLst>
                <a:path w="32485" h="42995">
                  <a:moveTo>
                    <a:pt x="32008" y="1433"/>
                  </a:moveTo>
                  <a:lnTo>
                    <a:pt x="32486" y="2866"/>
                  </a:lnTo>
                  <a:lnTo>
                    <a:pt x="31052" y="5255"/>
                  </a:lnTo>
                  <a:lnTo>
                    <a:pt x="31052" y="6211"/>
                  </a:lnTo>
                  <a:lnTo>
                    <a:pt x="31530" y="10510"/>
                  </a:lnTo>
                  <a:lnTo>
                    <a:pt x="32008" y="13854"/>
                  </a:lnTo>
                  <a:lnTo>
                    <a:pt x="31530" y="14810"/>
                  </a:lnTo>
                  <a:lnTo>
                    <a:pt x="30575" y="15287"/>
                  </a:lnTo>
                  <a:lnTo>
                    <a:pt x="28664" y="16243"/>
                  </a:lnTo>
                  <a:lnTo>
                    <a:pt x="26753" y="17198"/>
                  </a:lnTo>
                  <a:lnTo>
                    <a:pt x="25320" y="18632"/>
                  </a:lnTo>
                  <a:lnTo>
                    <a:pt x="24842" y="21020"/>
                  </a:lnTo>
                  <a:lnTo>
                    <a:pt x="25798" y="22453"/>
                  </a:lnTo>
                  <a:lnTo>
                    <a:pt x="28186" y="23409"/>
                  </a:lnTo>
                  <a:lnTo>
                    <a:pt x="28664" y="26753"/>
                  </a:lnTo>
                  <a:lnTo>
                    <a:pt x="26753" y="28186"/>
                  </a:lnTo>
                  <a:lnTo>
                    <a:pt x="22453" y="29619"/>
                  </a:lnTo>
                  <a:lnTo>
                    <a:pt x="21976" y="33441"/>
                  </a:lnTo>
                  <a:lnTo>
                    <a:pt x="21976" y="36785"/>
                  </a:lnTo>
                  <a:lnTo>
                    <a:pt x="21976" y="38696"/>
                  </a:lnTo>
                  <a:lnTo>
                    <a:pt x="21498" y="41563"/>
                  </a:lnTo>
                  <a:lnTo>
                    <a:pt x="17676" y="42996"/>
                  </a:lnTo>
                  <a:lnTo>
                    <a:pt x="15287" y="38696"/>
                  </a:lnTo>
                  <a:lnTo>
                    <a:pt x="15287" y="36785"/>
                  </a:lnTo>
                  <a:lnTo>
                    <a:pt x="14810" y="34397"/>
                  </a:lnTo>
                  <a:lnTo>
                    <a:pt x="14332" y="32963"/>
                  </a:lnTo>
                  <a:lnTo>
                    <a:pt x="13377" y="30097"/>
                  </a:lnTo>
                  <a:lnTo>
                    <a:pt x="10032" y="29142"/>
                  </a:lnTo>
                  <a:lnTo>
                    <a:pt x="8599" y="29142"/>
                  </a:lnTo>
                  <a:lnTo>
                    <a:pt x="6688" y="29619"/>
                  </a:lnTo>
                  <a:lnTo>
                    <a:pt x="6211" y="29142"/>
                  </a:lnTo>
                  <a:lnTo>
                    <a:pt x="3822" y="25320"/>
                  </a:lnTo>
                  <a:lnTo>
                    <a:pt x="4300" y="21020"/>
                  </a:lnTo>
                  <a:lnTo>
                    <a:pt x="3344" y="18632"/>
                  </a:lnTo>
                  <a:lnTo>
                    <a:pt x="2867" y="17676"/>
                  </a:lnTo>
                  <a:lnTo>
                    <a:pt x="2867" y="16721"/>
                  </a:lnTo>
                  <a:lnTo>
                    <a:pt x="1911" y="15765"/>
                  </a:lnTo>
                  <a:lnTo>
                    <a:pt x="956" y="15287"/>
                  </a:lnTo>
                  <a:lnTo>
                    <a:pt x="0" y="12899"/>
                  </a:lnTo>
                  <a:lnTo>
                    <a:pt x="1433" y="11943"/>
                  </a:lnTo>
                  <a:lnTo>
                    <a:pt x="5255" y="12421"/>
                  </a:lnTo>
                  <a:lnTo>
                    <a:pt x="6211" y="12421"/>
                  </a:lnTo>
                  <a:lnTo>
                    <a:pt x="7166" y="11943"/>
                  </a:lnTo>
                  <a:lnTo>
                    <a:pt x="10032" y="7644"/>
                  </a:lnTo>
                  <a:lnTo>
                    <a:pt x="9555" y="6688"/>
                  </a:lnTo>
                  <a:lnTo>
                    <a:pt x="10032" y="5733"/>
                  </a:lnTo>
                  <a:lnTo>
                    <a:pt x="12899" y="5255"/>
                  </a:lnTo>
                  <a:lnTo>
                    <a:pt x="14332" y="6688"/>
                  </a:lnTo>
                  <a:lnTo>
                    <a:pt x="14332" y="9077"/>
                  </a:lnTo>
                  <a:lnTo>
                    <a:pt x="14332" y="12421"/>
                  </a:lnTo>
                  <a:lnTo>
                    <a:pt x="16243" y="13377"/>
                  </a:lnTo>
                  <a:lnTo>
                    <a:pt x="16721" y="13377"/>
                  </a:lnTo>
                  <a:lnTo>
                    <a:pt x="17676" y="10988"/>
                  </a:lnTo>
                  <a:lnTo>
                    <a:pt x="18154" y="10032"/>
                  </a:lnTo>
                  <a:lnTo>
                    <a:pt x="19109" y="9077"/>
                  </a:lnTo>
                  <a:lnTo>
                    <a:pt x="19109" y="7166"/>
                  </a:lnTo>
                  <a:lnTo>
                    <a:pt x="18632" y="5733"/>
                  </a:lnTo>
                  <a:lnTo>
                    <a:pt x="17676" y="4777"/>
                  </a:lnTo>
                  <a:lnTo>
                    <a:pt x="21020" y="1911"/>
                  </a:lnTo>
                  <a:lnTo>
                    <a:pt x="24842" y="0"/>
                  </a:lnTo>
                  <a:lnTo>
                    <a:pt x="26753" y="0"/>
                  </a:lnTo>
                  <a:lnTo>
                    <a:pt x="29142" y="478"/>
                  </a:lnTo>
                  <a:lnTo>
                    <a:pt x="31052" y="956"/>
                  </a:lnTo>
                  <a:lnTo>
                    <a:pt x="3200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7" name="Freeform 2086">
              <a:extLst>
                <a:ext uri="{FF2B5EF4-FFF2-40B4-BE49-F238E27FC236}">
                  <a16:creationId xmlns:a16="http://schemas.microsoft.com/office/drawing/2014/main" id="{C3B065C1-98B2-65A8-AC02-6EAE520FE686}"/>
                </a:ext>
              </a:extLst>
            </p:cNvPr>
            <p:cNvSpPr/>
            <p:nvPr/>
          </p:nvSpPr>
          <p:spPr>
            <a:xfrm>
              <a:off x="6127529" y="3330849"/>
              <a:ext cx="5732" cy="38218"/>
            </a:xfrm>
            <a:custGeom>
              <a:avLst/>
              <a:gdLst>
                <a:gd name="csX0" fmla="*/ 5255 w 5732"/>
                <a:gd name="csY0" fmla="*/ 17198 h 38218"/>
                <a:gd name="csX1" fmla="*/ 5733 w 5732"/>
                <a:gd name="csY1" fmla="*/ 20542 h 38218"/>
                <a:gd name="csX2" fmla="*/ 5255 w 5732"/>
                <a:gd name="csY2" fmla="*/ 24364 h 38218"/>
                <a:gd name="csX3" fmla="*/ 4300 w 5732"/>
                <a:gd name="csY3" fmla="*/ 25797 h 38218"/>
                <a:gd name="csX4" fmla="*/ 4300 w 5732"/>
                <a:gd name="csY4" fmla="*/ 28186 h 38218"/>
                <a:gd name="csX5" fmla="*/ 3822 w 5732"/>
                <a:gd name="csY5" fmla="*/ 33441 h 38218"/>
                <a:gd name="csX6" fmla="*/ 2389 w 5732"/>
                <a:gd name="csY6" fmla="*/ 35830 h 38218"/>
                <a:gd name="csX7" fmla="*/ 0 w 5732"/>
                <a:gd name="csY7" fmla="*/ 38218 h 38218"/>
                <a:gd name="csX8" fmla="*/ 0 w 5732"/>
                <a:gd name="csY8" fmla="*/ 38218 h 38218"/>
                <a:gd name="csX9" fmla="*/ 1911 w 5732"/>
                <a:gd name="csY9" fmla="*/ 35830 h 38218"/>
                <a:gd name="csX10" fmla="*/ 3822 w 5732"/>
                <a:gd name="csY10" fmla="*/ 33441 h 38218"/>
                <a:gd name="csX11" fmla="*/ 4300 w 5732"/>
                <a:gd name="csY11" fmla="*/ 28664 h 38218"/>
                <a:gd name="csX12" fmla="*/ 4300 w 5732"/>
                <a:gd name="csY12" fmla="*/ 25797 h 38218"/>
                <a:gd name="csX13" fmla="*/ 5255 w 5732"/>
                <a:gd name="csY13" fmla="*/ 24364 h 38218"/>
                <a:gd name="csX14" fmla="*/ 5733 w 5732"/>
                <a:gd name="csY14" fmla="*/ 20542 h 38218"/>
                <a:gd name="csX15" fmla="*/ 5255 w 5732"/>
                <a:gd name="csY15" fmla="*/ 17198 h 38218"/>
                <a:gd name="csX16" fmla="*/ 2867 w 5732"/>
                <a:gd name="csY16" fmla="*/ 11943 h 38218"/>
                <a:gd name="csX17" fmla="*/ 478 w 5732"/>
                <a:gd name="csY17" fmla="*/ 4300 h 38218"/>
                <a:gd name="csX18" fmla="*/ 0 w 5732"/>
                <a:gd name="csY18" fmla="*/ 0 h 38218"/>
                <a:gd name="csX19" fmla="*/ 0 w 5732"/>
                <a:gd name="csY19" fmla="*/ 0 h 38218"/>
                <a:gd name="csX20" fmla="*/ 478 w 5732"/>
                <a:gd name="csY20" fmla="*/ 4300 h 38218"/>
                <a:gd name="csX21" fmla="*/ 2867 w 5732"/>
                <a:gd name="csY21" fmla="*/ 11943 h 38218"/>
                <a:gd name="csX22" fmla="*/ 5255 w 5732"/>
                <a:gd name="csY22" fmla="*/ 17198 h 38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732" h="38218">
                  <a:moveTo>
                    <a:pt x="5255" y="17198"/>
                  </a:moveTo>
                  <a:lnTo>
                    <a:pt x="5733" y="20542"/>
                  </a:lnTo>
                  <a:lnTo>
                    <a:pt x="5255" y="24364"/>
                  </a:lnTo>
                  <a:lnTo>
                    <a:pt x="4300" y="25797"/>
                  </a:lnTo>
                  <a:lnTo>
                    <a:pt x="4300" y="28186"/>
                  </a:lnTo>
                  <a:lnTo>
                    <a:pt x="3822" y="33441"/>
                  </a:lnTo>
                  <a:lnTo>
                    <a:pt x="2389" y="35830"/>
                  </a:lnTo>
                  <a:lnTo>
                    <a:pt x="0" y="38218"/>
                  </a:lnTo>
                  <a:lnTo>
                    <a:pt x="0" y="38218"/>
                  </a:lnTo>
                  <a:lnTo>
                    <a:pt x="1911" y="35830"/>
                  </a:lnTo>
                  <a:lnTo>
                    <a:pt x="3822" y="33441"/>
                  </a:lnTo>
                  <a:lnTo>
                    <a:pt x="4300" y="28664"/>
                  </a:lnTo>
                  <a:lnTo>
                    <a:pt x="4300" y="25797"/>
                  </a:lnTo>
                  <a:lnTo>
                    <a:pt x="5255" y="24364"/>
                  </a:lnTo>
                  <a:lnTo>
                    <a:pt x="5733" y="20542"/>
                  </a:lnTo>
                  <a:lnTo>
                    <a:pt x="5255" y="17198"/>
                  </a:lnTo>
                  <a:lnTo>
                    <a:pt x="2867" y="11943"/>
                  </a:lnTo>
                  <a:lnTo>
                    <a:pt x="478" y="43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4300"/>
                  </a:lnTo>
                  <a:lnTo>
                    <a:pt x="2867" y="11943"/>
                  </a:lnTo>
                  <a:lnTo>
                    <a:pt x="5255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8" name="Freeform 2087">
              <a:extLst>
                <a:ext uri="{FF2B5EF4-FFF2-40B4-BE49-F238E27FC236}">
                  <a16:creationId xmlns:a16="http://schemas.microsoft.com/office/drawing/2014/main" id="{CEE02AB2-F169-B4E9-A54E-1407D2EEF791}"/>
                </a:ext>
              </a:extLst>
            </p:cNvPr>
            <p:cNvSpPr/>
            <p:nvPr/>
          </p:nvSpPr>
          <p:spPr>
            <a:xfrm>
              <a:off x="6129918" y="4578201"/>
              <a:ext cx="3344" cy="477"/>
            </a:xfrm>
            <a:custGeom>
              <a:avLst/>
              <a:gdLst>
                <a:gd name="csX0" fmla="*/ 3344 w 3344"/>
                <a:gd name="csY0" fmla="*/ 0 h 477"/>
                <a:gd name="csX1" fmla="*/ 0 w 3344"/>
                <a:gd name="csY1" fmla="*/ 478 h 477"/>
                <a:gd name="csX2" fmla="*/ 0 w 3344"/>
                <a:gd name="csY2" fmla="*/ 478 h 477"/>
                <a:gd name="csX3" fmla="*/ 3344 w 3344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477">
                  <a:moveTo>
                    <a:pt x="3344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9" name="Freeform 2088">
              <a:extLst>
                <a:ext uri="{FF2B5EF4-FFF2-40B4-BE49-F238E27FC236}">
                  <a16:creationId xmlns:a16="http://schemas.microsoft.com/office/drawing/2014/main" id="{AB35F44D-7944-58AC-24D6-D790E6550593}"/>
                </a:ext>
              </a:extLst>
            </p:cNvPr>
            <p:cNvSpPr/>
            <p:nvPr/>
          </p:nvSpPr>
          <p:spPr>
            <a:xfrm>
              <a:off x="6128007" y="5050197"/>
              <a:ext cx="4777" cy="477"/>
            </a:xfrm>
            <a:custGeom>
              <a:avLst/>
              <a:gdLst>
                <a:gd name="csX0" fmla="*/ 4777 w 4777"/>
                <a:gd name="csY0" fmla="*/ 0 h 477"/>
                <a:gd name="csX1" fmla="*/ 4777 w 4777"/>
                <a:gd name="csY1" fmla="*/ 478 h 477"/>
                <a:gd name="csX2" fmla="*/ 956 w 4777"/>
                <a:gd name="csY2" fmla="*/ 0 h 477"/>
                <a:gd name="csX3" fmla="*/ 0 w 4777"/>
                <a:gd name="csY3" fmla="*/ 478 h 477"/>
                <a:gd name="csX4" fmla="*/ 956 w 4777"/>
                <a:gd name="csY4" fmla="*/ 0 h 477"/>
                <a:gd name="csX5" fmla="*/ 4777 w 4777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7" h="477">
                  <a:moveTo>
                    <a:pt x="4777" y="0"/>
                  </a:moveTo>
                  <a:lnTo>
                    <a:pt x="4777" y="478"/>
                  </a:lnTo>
                  <a:lnTo>
                    <a:pt x="956" y="0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0" name="Freeform 2089">
              <a:extLst>
                <a:ext uri="{FF2B5EF4-FFF2-40B4-BE49-F238E27FC236}">
                  <a16:creationId xmlns:a16="http://schemas.microsoft.com/office/drawing/2014/main" id="{EF9C0E10-504F-088E-1EF4-32003AFB24AC}"/>
                </a:ext>
              </a:extLst>
            </p:cNvPr>
            <p:cNvSpPr/>
            <p:nvPr/>
          </p:nvSpPr>
          <p:spPr>
            <a:xfrm>
              <a:off x="6124185" y="3535317"/>
              <a:ext cx="8599" cy="5255"/>
            </a:xfrm>
            <a:custGeom>
              <a:avLst/>
              <a:gdLst>
                <a:gd name="csX0" fmla="*/ 7644 w 8599"/>
                <a:gd name="csY0" fmla="*/ 1911 h 5255"/>
                <a:gd name="csX1" fmla="*/ 8599 w 8599"/>
                <a:gd name="csY1" fmla="*/ 2866 h 5255"/>
                <a:gd name="csX2" fmla="*/ 7644 w 8599"/>
                <a:gd name="csY2" fmla="*/ 3344 h 5255"/>
                <a:gd name="csX3" fmla="*/ 4777 w 8599"/>
                <a:gd name="csY3" fmla="*/ 2866 h 5255"/>
                <a:gd name="csX4" fmla="*/ 955 w 8599"/>
                <a:gd name="csY4" fmla="*/ 5255 h 5255"/>
                <a:gd name="csX5" fmla="*/ 0 w 8599"/>
                <a:gd name="csY5" fmla="*/ 4777 h 5255"/>
                <a:gd name="csX6" fmla="*/ 478 w 8599"/>
                <a:gd name="csY6" fmla="*/ 3344 h 5255"/>
                <a:gd name="csX7" fmla="*/ 955 w 8599"/>
                <a:gd name="csY7" fmla="*/ 2866 h 5255"/>
                <a:gd name="csX8" fmla="*/ 1911 w 8599"/>
                <a:gd name="csY8" fmla="*/ 1911 h 5255"/>
                <a:gd name="csX9" fmla="*/ 2866 w 8599"/>
                <a:gd name="csY9" fmla="*/ 1433 h 5255"/>
                <a:gd name="csX10" fmla="*/ 2866 w 8599"/>
                <a:gd name="csY10" fmla="*/ 0 h 5255"/>
                <a:gd name="csX11" fmla="*/ 3822 w 8599"/>
                <a:gd name="csY11" fmla="*/ 478 h 5255"/>
                <a:gd name="csX12" fmla="*/ 5733 w 8599"/>
                <a:gd name="csY12" fmla="*/ 956 h 5255"/>
                <a:gd name="csX13" fmla="*/ 6688 w 8599"/>
                <a:gd name="csY13" fmla="*/ 1433 h 5255"/>
                <a:gd name="csX14" fmla="*/ 7644 w 8599"/>
                <a:gd name="csY14" fmla="*/ 1911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599" h="5255">
                  <a:moveTo>
                    <a:pt x="7644" y="1911"/>
                  </a:moveTo>
                  <a:lnTo>
                    <a:pt x="8599" y="2866"/>
                  </a:lnTo>
                  <a:lnTo>
                    <a:pt x="7644" y="3344"/>
                  </a:lnTo>
                  <a:lnTo>
                    <a:pt x="4777" y="2866"/>
                  </a:lnTo>
                  <a:lnTo>
                    <a:pt x="955" y="5255"/>
                  </a:lnTo>
                  <a:lnTo>
                    <a:pt x="0" y="4777"/>
                  </a:lnTo>
                  <a:lnTo>
                    <a:pt x="478" y="3344"/>
                  </a:lnTo>
                  <a:lnTo>
                    <a:pt x="955" y="2866"/>
                  </a:lnTo>
                  <a:lnTo>
                    <a:pt x="1911" y="1911"/>
                  </a:lnTo>
                  <a:lnTo>
                    <a:pt x="2866" y="1433"/>
                  </a:lnTo>
                  <a:lnTo>
                    <a:pt x="2866" y="0"/>
                  </a:lnTo>
                  <a:lnTo>
                    <a:pt x="3822" y="478"/>
                  </a:lnTo>
                  <a:lnTo>
                    <a:pt x="5733" y="956"/>
                  </a:lnTo>
                  <a:lnTo>
                    <a:pt x="6688" y="1433"/>
                  </a:lnTo>
                  <a:lnTo>
                    <a:pt x="76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1" name="Freeform 2090">
              <a:extLst>
                <a:ext uri="{FF2B5EF4-FFF2-40B4-BE49-F238E27FC236}">
                  <a16:creationId xmlns:a16="http://schemas.microsoft.com/office/drawing/2014/main" id="{F58AE6EA-9F36-AB44-6206-A3003CADF5E4}"/>
                </a:ext>
              </a:extLst>
            </p:cNvPr>
            <p:cNvSpPr/>
            <p:nvPr/>
          </p:nvSpPr>
          <p:spPr>
            <a:xfrm>
              <a:off x="6121797" y="3219538"/>
              <a:ext cx="10509" cy="36307"/>
            </a:xfrm>
            <a:custGeom>
              <a:avLst/>
              <a:gdLst>
                <a:gd name="csX0" fmla="*/ 10510 w 10509"/>
                <a:gd name="csY0" fmla="*/ 0 h 36307"/>
                <a:gd name="csX1" fmla="*/ 5733 w 10509"/>
                <a:gd name="csY1" fmla="*/ 6688 h 36307"/>
                <a:gd name="csX2" fmla="*/ 3344 w 10509"/>
                <a:gd name="csY2" fmla="*/ 10032 h 36307"/>
                <a:gd name="csX3" fmla="*/ 4299 w 10509"/>
                <a:gd name="csY3" fmla="*/ 14332 h 36307"/>
                <a:gd name="csX4" fmla="*/ 0 w 10509"/>
                <a:gd name="csY4" fmla="*/ 22453 h 36307"/>
                <a:gd name="csX5" fmla="*/ 2866 w 10509"/>
                <a:gd name="csY5" fmla="*/ 30575 h 36307"/>
                <a:gd name="csX6" fmla="*/ 2866 w 10509"/>
                <a:gd name="csY6" fmla="*/ 30575 h 36307"/>
                <a:gd name="csX7" fmla="*/ 4299 w 10509"/>
                <a:gd name="csY7" fmla="*/ 33919 h 36307"/>
                <a:gd name="csX8" fmla="*/ 2866 w 10509"/>
                <a:gd name="csY8" fmla="*/ 36307 h 36307"/>
                <a:gd name="csX9" fmla="*/ 4299 w 10509"/>
                <a:gd name="csY9" fmla="*/ 33919 h 36307"/>
                <a:gd name="csX10" fmla="*/ 2866 w 10509"/>
                <a:gd name="csY10" fmla="*/ 31052 h 36307"/>
                <a:gd name="csX11" fmla="*/ 2389 w 10509"/>
                <a:gd name="csY11" fmla="*/ 30575 h 36307"/>
                <a:gd name="csX12" fmla="*/ 0 w 10509"/>
                <a:gd name="csY12" fmla="*/ 22453 h 36307"/>
                <a:gd name="csX13" fmla="*/ 3822 w 10509"/>
                <a:gd name="csY13" fmla="*/ 14332 h 36307"/>
                <a:gd name="csX14" fmla="*/ 3344 w 10509"/>
                <a:gd name="csY14" fmla="*/ 10032 h 36307"/>
                <a:gd name="csX15" fmla="*/ 5733 w 10509"/>
                <a:gd name="csY15" fmla="*/ 6688 h 36307"/>
                <a:gd name="csX16" fmla="*/ 10510 w 10509"/>
                <a:gd name="csY16" fmla="*/ 0 h 363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509" h="36307">
                  <a:moveTo>
                    <a:pt x="10510" y="0"/>
                  </a:moveTo>
                  <a:lnTo>
                    <a:pt x="5733" y="6688"/>
                  </a:lnTo>
                  <a:lnTo>
                    <a:pt x="3344" y="10032"/>
                  </a:lnTo>
                  <a:lnTo>
                    <a:pt x="4299" y="14332"/>
                  </a:lnTo>
                  <a:lnTo>
                    <a:pt x="0" y="22453"/>
                  </a:lnTo>
                  <a:lnTo>
                    <a:pt x="2866" y="30575"/>
                  </a:lnTo>
                  <a:lnTo>
                    <a:pt x="2866" y="30575"/>
                  </a:lnTo>
                  <a:lnTo>
                    <a:pt x="4299" y="33919"/>
                  </a:lnTo>
                  <a:lnTo>
                    <a:pt x="2866" y="36307"/>
                  </a:lnTo>
                  <a:lnTo>
                    <a:pt x="4299" y="33919"/>
                  </a:lnTo>
                  <a:lnTo>
                    <a:pt x="2866" y="31052"/>
                  </a:lnTo>
                  <a:lnTo>
                    <a:pt x="2389" y="30575"/>
                  </a:lnTo>
                  <a:lnTo>
                    <a:pt x="0" y="22453"/>
                  </a:lnTo>
                  <a:lnTo>
                    <a:pt x="3822" y="14332"/>
                  </a:lnTo>
                  <a:lnTo>
                    <a:pt x="3344" y="10032"/>
                  </a:lnTo>
                  <a:lnTo>
                    <a:pt x="5733" y="6688"/>
                  </a:lnTo>
                  <a:lnTo>
                    <a:pt x="105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" name="Freeform 2091">
              <a:extLst>
                <a:ext uri="{FF2B5EF4-FFF2-40B4-BE49-F238E27FC236}">
                  <a16:creationId xmlns:a16="http://schemas.microsoft.com/office/drawing/2014/main" id="{54CC1FF8-9554-7C5C-4D1B-689DB861DA2C}"/>
                </a:ext>
              </a:extLst>
            </p:cNvPr>
            <p:cNvSpPr/>
            <p:nvPr/>
          </p:nvSpPr>
          <p:spPr>
            <a:xfrm>
              <a:off x="6131829" y="4827576"/>
              <a:ext cx="477" cy="5254"/>
            </a:xfrm>
            <a:custGeom>
              <a:avLst/>
              <a:gdLst>
                <a:gd name="csX0" fmla="*/ 478 w 477"/>
                <a:gd name="csY0" fmla="*/ 0 h 5254"/>
                <a:gd name="csX1" fmla="*/ 0 w 477"/>
                <a:gd name="csY1" fmla="*/ 5255 h 5254"/>
                <a:gd name="csX2" fmla="*/ 0 w 477"/>
                <a:gd name="csY2" fmla="*/ 0 h 5254"/>
                <a:gd name="csX3" fmla="*/ 478 w 477"/>
                <a:gd name="csY3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5254">
                  <a:moveTo>
                    <a:pt x="478" y="0"/>
                  </a:moveTo>
                  <a:lnTo>
                    <a:pt x="0" y="5255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3" name="Freeform 2092">
              <a:extLst>
                <a:ext uri="{FF2B5EF4-FFF2-40B4-BE49-F238E27FC236}">
                  <a16:creationId xmlns:a16="http://schemas.microsoft.com/office/drawing/2014/main" id="{329094B4-65CC-1D6E-3134-DA0EACC51746}"/>
                </a:ext>
              </a:extLst>
            </p:cNvPr>
            <p:cNvSpPr/>
            <p:nvPr/>
          </p:nvSpPr>
          <p:spPr>
            <a:xfrm>
              <a:off x="6129440" y="3687713"/>
              <a:ext cx="2388" cy="6688"/>
            </a:xfrm>
            <a:custGeom>
              <a:avLst/>
              <a:gdLst>
                <a:gd name="csX0" fmla="*/ 2389 w 2388"/>
                <a:gd name="csY0" fmla="*/ 1433 h 6688"/>
                <a:gd name="csX1" fmla="*/ 2389 w 2388"/>
                <a:gd name="csY1" fmla="*/ 2389 h 6688"/>
                <a:gd name="csX2" fmla="*/ 2389 w 2388"/>
                <a:gd name="csY2" fmla="*/ 2866 h 6688"/>
                <a:gd name="csX3" fmla="*/ 1911 w 2388"/>
                <a:gd name="csY3" fmla="*/ 3344 h 6688"/>
                <a:gd name="csX4" fmla="*/ 1433 w 2388"/>
                <a:gd name="csY4" fmla="*/ 4300 h 6688"/>
                <a:gd name="csX5" fmla="*/ 0 w 2388"/>
                <a:gd name="csY5" fmla="*/ 6211 h 6688"/>
                <a:gd name="csX6" fmla="*/ 478 w 2388"/>
                <a:gd name="csY6" fmla="*/ 6688 h 6688"/>
                <a:gd name="csX7" fmla="*/ 478 w 2388"/>
                <a:gd name="csY7" fmla="*/ 6688 h 6688"/>
                <a:gd name="csX8" fmla="*/ 0 w 2388"/>
                <a:gd name="csY8" fmla="*/ 6211 h 6688"/>
                <a:gd name="csX9" fmla="*/ 1433 w 2388"/>
                <a:gd name="csY9" fmla="*/ 4300 h 6688"/>
                <a:gd name="csX10" fmla="*/ 1433 w 2388"/>
                <a:gd name="csY10" fmla="*/ 3344 h 6688"/>
                <a:gd name="csX11" fmla="*/ 2389 w 2388"/>
                <a:gd name="csY11" fmla="*/ 2866 h 6688"/>
                <a:gd name="csX12" fmla="*/ 2389 w 2388"/>
                <a:gd name="csY12" fmla="*/ 2389 h 6688"/>
                <a:gd name="csX13" fmla="*/ 2389 w 2388"/>
                <a:gd name="csY13" fmla="*/ 1911 h 6688"/>
                <a:gd name="csX14" fmla="*/ 1433 w 2388"/>
                <a:gd name="csY14" fmla="*/ 0 h 6688"/>
                <a:gd name="csX15" fmla="*/ 2389 w 2388"/>
                <a:gd name="csY15" fmla="*/ 1433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388" h="6688">
                  <a:moveTo>
                    <a:pt x="2389" y="1433"/>
                  </a:moveTo>
                  <a:lnTo>
                    <a:pt x="2389" y="2389"/>
                  </a:lnTo>
                  <a:lnTo>
                    <a:pt x="2389" y="2866"/>
                  </a:lnTo>
                  <a:lnTo>
                    <a:pt x="1911" y="3344"/>
                  </a:lnTo>
                  <a:lnTo>
                    <a:pt x="1433" y="4300"/>
                  </a:lnTo>
                  <a:lnTo>
                    <a:pt x="0" y="6211"/>
                  </a:lnTo>
                  <a:lnTo>
                    <a:pt x="478" y="6688"/>
                  </a:lnTo>
                  <a:lnTo>
                    <a:pt x="478" y="6688"/>
                  </a:lnTo>
                  <a:lnTo>
                    <a:pt x="0" y="6211"/>
                  </a:lnTo>
                  <a:lnTo>
                    <a:pt x="1433" y="4300"/>
                  </a:lnTo>
                  <a:lnTo>
                    <a:pt x="1433" y="3344"/>
                  </a:lnTo>
                  <a:lnTo>
                    <a:pt x="2389" y="2866"/>
                  </a:lnTo>
                  <a:lnTo>
                    <a:pt x="2389" y="2389"/>
                  </a:lnTo>
                  <a:lnTo>
                    <a:pt x="2389" y="1911"/>
                  </a:lnTo>
                  <a:lnTo>
                    <a:pt x="1433" y="0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4" name="Freeform 2093">
              <a:extLst>
                <a:ext uri="{FF2B5EF4-FFF2-40B4-BE49-F238E27FC236}">
                  <a16:creationId xmlns:a16="http://schemas.microsoft.com/office/drawing/2014/main" id="{BD80D825-D08A-126C-5B88-E03A1DC76A7F}"/>
                </a:ext>
              </a:extLst>
            </p:cNvPr>
            <p:cNvSpPr/>
            <p:nvPr/>
          </p:nvSpPr>
          <p:spPr>
            <a:xfrm>
              <a:off x="6129440" y="3846319"/>
              <a:ext cx="2388" cy="2388"/>
            </a:xfrm>
            <a:custGeom>
              <a:avLst/>
              <a:gdLst>
                <a:gd name="csX0" fmla="*/ 2389 w 2388"/>
                <a:gd name="csY0" fmla="*/ 0 h 2388"/>
                <a:gd name="csX1" fmla="*/ 2389 w 2388"/>
                <a:gd name="csY1" fmla="*/ 956 h 2388"/>
                <a:gd name="csX2" fmla="*/ 1911 w 2388"/>
                <a:gd name="csY2" fmla="*/ 2389 h 2388"/>
                <a:gd name="csX3" fmla="*/ 956 w 2388"/>
                <a:gd name="csY3" fmla="*/ 2389 h 2388"/>
                <a:gd name="csX4" fmla="*/ 0 w 2388"/>
                <a:gd name="csY4" fmla="*/ 1433 h 2388"/>
                <a:gd name="csX5" fmla="*/ 956 w 2388"/>
                <a:gd name="csY5" fmla="*/ 478 h 2388"/>
                <a:gd name="csX6" fmla="*/ 2389 w 2388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2389" y="0"/>
                  </a:moveTo>
                  <a:lnTo>
                    <a:pt x="2389" y="956"/>
                  </a:lnTo>
                  <a:lnTo>
                    <a:pt x="1911" y="2389"/>
                  </a:lnTo>
                  <a:lnTo>
                    <a:pt x="956" y="2389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5" name="Freeform 2094">
              <a:extLst>
                <a:ext uri="{FF2B5EF4-FFF2-40B4-BE49-F238E27FC236}">
                  <a16:creationId xmlns:a16="http://schemas.microsoft.com/office/drawing/2014/main" id="{E077DEF6-DE11-C169-4BBF-BD1E27CDF62B}"/>
                </a:ext>
              </a:extLst>
            </p:cNvPr>
            <p:cNvSpPr/>
            <p:nvPr/>
          </p:nvSpPr>
          <p:spPr>
            <a:xfrm>
              <a:off x="6129440" y="4817543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0 w 2388"/>
                <a:gd name="csY1" fmla="*/ 478 h 477"/>
                <a:gd name="csX2" fmla="*/ 0 w 2388"/>
                <a:gd name="csY2" fmla="*/ 478 h 477"/>
                <a:gd name="csX3" fmla="*/ 2389 w 238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6" name="Freeform 2095">
              <a:extLst>
                <a:ext uri="{FF2B5EF4-FFF2-40B4-BE49-F238E27FC236}">
                  <a16:creationId xmlns:a16="http://schemas.microsoft.com/office/drawing/2014/main" id="{9EE9C1F4-7228-A359-994C-1E668700A41E}"/>
                </a:ext>
              </a:extLst>
            </p:cNvPr>
            <p:cNvSpPr/>
            <p:nvPr/>
          </p:nvSpPr>
          <p:spPr>
            <a:xfrm>
              <a:off x="6123707" y="3255846"/>
              <a:ext cx="7643" cy="53505"/>
            </a:xfrm>
            <a:custGeom>
              <a:avLst/>
              <a:gdLst>
                <a:gd name="csX0" fmla="*/ 3822 w 7643"/>
                <a:gd name="csY0" fmla="*/ 50639 h 53505"/>
                <a:gd name="csX1" fmla="*/ 7644 w 7643"/>
                <a:gd name="csY1" fmla="*/ 53506 h 53505"/>
                <a:gd name="csX2" fmla="*/ 3822 w 7643"/>
                <a:gd name="csY2" fmla="*/ 50639 h 53505"/>
                <a:gd name="csX3" fmla="*/ 956 w 7643"/>
                <a:gd name="csY3" fmla="*/ 47773 h 53505"/>
                <a:gd name="csX4" fmla="*/ 2389 w 7643"/>
                <a:gd name="csY4" fmla="*/ 38218 h 53505"/>
                <a:gd name="csX5" fmla="*/ 3822 w 7643"/>
                <a:gd name="csY5" fmla="*/ 30575 h 53505"/>
                <a:gd name="csX6" fmla="*/ 3822 w 7643"/>
                <a:gd name="csY6" fmla="*/ 28664 h 53505"/>
                <a:gd name="csX7" fmla="*/ 3822 w 7643"/>
                <a:gd name="csY7" fmla="*/ 26275 h 53505"/>
                <a:gd name="csX8" fmla="*/ 0 w 7643"/>
                <a:gd name="csY8" fmla="*/ 13854 h 53505"/>
                <a:gd name="csX9" fmla="*/ 478 w 7643"/>
                <a:gd name="csY9" fmla="*/ 11465 h 53505"/>
                <a:gd name="csX10" fmla="*/ 478 w 7643"/>
                <a:gd name="csY10" fmla="*/ 9077 h 53505"/>
                <a:gd name="csX11" fmla="*/ 478 w 7643"/>
                <a:gd name="csY11" fmla="*/ 4777 h 53505"/>
                <a:gd name="csX12" fmla="*/ 0 w 7643"/>
                <a:gd name="csY12" fmla="*/ 956 h 53505"/>
                <a:gd name="csX13" fmla="*/ 956 w 7643"/>
                <a:gd name="csY13" fmla="*/ 0 h 53505"/>
                <a:gd name="csX14" fmla="*/ 0 w 7643"/>
                <a:gd name="csY14" fmla="*/ 956 h 53505"/>
                <a:gd name="csX15" fmla="*/ 478 w 7643"/>
                <a:gd name="csY15" fmla="*/ 4777 h 53505"/>
                <a:gd name="csX16" fmla="*/ 956 w 7643"/>
                <a:gd name="csY16" fmla="*/ 9077 h 53505"/>
                <a:gd name="csX17" fmla="*/ 478 w 7643"/>
                <a:gd name="csY17" fmla="*/ 11465 h 53505"/>
                <a:gd name="csX18" fmla="*/ 478 w 7643"/>
                <a:gd name="csY18" fmla="*/ 13854 h 53505"/>
                <a:gd name="csX19" fmla="*/ 3822 w 7643"/>
                <a:gd name="csY19" fmla="*/ 26275 h 53505"/>
                <a:gd name="csX20" fmla="*/ 3822 w 7643"/>
                <a:gd name="csY20" fmla="*/ 28664 h 53505"/>
                <a:gd name="csX21" fmla="*/ 3822 w 7643"/>
                <a:gd name="csY21" fmla="*/ 30575 h 53505"/>
                <a:gd name="csX22" fmla="*/ 2867 w 7643"/>
                <a:gd name="csY22" fmla="*/ 38218 h 53505"/>
                <a:gd name="csX23" fmla="*/ 956 w 7643"/>
                <a:gd name="csY23" fmla="*/ 47773 h 53505"/>
                <a:gd name="csX24" fmla="*/ 3822 w 7643"/>
                <a:gd name="csY24" fmla="*/ 50639 h 53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7643" h="53505">
                  <a:moveTo>
                    <a:pt x="3822" y="50639"/>
                  </a:moveTo>
                  <a:lnTo>
                    <a:pt x="7644" y="53506"/>
                  </a:lnTo>
                  <a:lnTo>
                    <a:pt x="3822" y="50639"/>
                  </a:lnTo>
                  <a:lnTo>
                    <a:pt x="956" y="47773"/>
                  </a:lnTo>
                  <a:lnTo>
                    <a:pt x="2389" y="38218"/>
                  </a:lnTo>
                  <a:lnTo>
                    <a:pt x="3822" y="30575"/>
                  </a:lnTo>
                  <a:lnTo>
                    <a:pt x="3822" y="28664"/>
                  </a:lnTo>
                  <a:lnTo>
                    <a:pt x="3822" y="26275"/>
                  </a:lnTo>
                  <a:lnTo>
                    <a:pt x="0" y="13854"/>
                  </a:lnTo>
                  <a:lnTo>
                    <a:pt x="478" y="11465"/>
                  </a:lnTo>
                  <a:lnTo>
                    <a:pt x="478" y="9077"/>
                  </a:lnTo>
                  <a:lnTo>
                    <a:pt x="478" y="4777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0" y="956"/>
                  </a:lnTo>
                  <a:lnTo>
                    <a:pt x="478" y="4777"/>
                  </a:lnTo>
                  <a:lnTo>
                    <a:pt x="956" y="9077"/>
                  </a:lnTo>
                  <a:lnTo>
                    <a:pt x="478" y="11465"/>
                  </a:lnTo>
                  <a:lnTo>
                    <a:pt x="478" y="13854"/>
                  </a:lnTo>
                  <a:lnTo>
                    <a:pt x="3822" y="26275"/>
                  </a:lnTo>
                  <a:lnTo>
                    <a:pt x="3822" y="28664"/>
                  </a:lnTo>
                  <a:lnTo>
                    <a:pt x="3822" y="30575"/>
                  </a:lnTo>
                  <a:lnTo>
                    <a:pt x="2867" y="38218"/>
                  </a:lnTo>
                  <a:lnTo>
                    <a:pt x="956" y="47773"/>
                  </a:lnTo>
                  <a:lnTo>
                    <a:pt x="3822" y="5063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7" name="Freeform 2096">
              <a:extLst>
                <a:ext uri="{FF2B5EF4-FFF2-40B4-BE49-F238E27FC236}">
                  <a16:creationId xmlns:a16="http://schemas.microsoft.com/office/drawing/2014/main" id="{8AE44570-577A-DAFB-CC11-C9CBE15510A5}"/>
                </a:ext>
              </a:extLst>
            </p:cNvPr>
            <p:cNvSpPr/>
            <p:nvPr/>
          </p:nvSpPr>
          <p:spPr>
            <a:xfrm>
              <a:off x="6129918" y="3694401"/>
              <a:ext cx="955" cy="955"/>
            </a:xfrm>
            <a:custGeom>
              <a:avLst/>
              <a:gdLst>
                <a:gd name="csX0" fmla="*/ 956 w 955"/>
                <a:gd name="csY0" fmla="*/ 955 h 955"/>
                <a:gd name="csX1" fmla="*/ 956 w 955"/>
                <a:gd name="csY1" fmla="*/ 955 h 955"/>
                <a:gd name="csX2" fmla="*/ 0 w 955"/>
                <a:gd name="csY2" fmla="*/ 0 h 955"/>
                <a:gd name="csX3" fmla="*/ 956 w 955"/>
                <a:gd name="csY3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955"/>
                  </a:moveTo>
                  <a:lnTo>
                    <a:pt x="956" y="955"/>
                  </a:lnTo>
                  <a:lnTo>
                    <a:pt x="0" y="0"/>
                  </a:lnTo>
                  <a:lnTo>
                    <a:pt x="95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" name="Freeform 2097">
              <a:extLst>
                <a:ext uri="{FF2B5EF4-FFF2-40B4-BE49-F238E27FC236}">
                  <a16:creationId xmlns:a16="http://schemas.microsoft.com/office/drawing/2014/main" id="{A2659B27-3734-AC2F-B145-15EFCE6F3DFF}"/>
                </a:ext>
              </a:extLst>
            </p:cNvPr>
            <p:cNvSpPr/>
            <p:nvPr/>
          </p:nvSpPr>
          <p:spPr>
            <a:xfrm>
              <a:off x="6128962" y="3676725"/>
              <a:ext cx="1910" cy="1910"/>
            </a:xfrm>
            <a:custGeom>
              <a:avLst/>
              <a:gdLst>
                <a:gd name="csX0" fmla="*/ 1911 w 1910"/>
                <a:gd name="csY0" fmla="*/ 0 h 1910"/>
                <a:gd name="csX1" fmla="*/ 0 w 1910"/>
                <a:gd name="csY1" fmla="*/ 1911 h 1910"/>
                <a:gd name="csX2" fmla="*/ 1911 w 1910"/>
                <a:gd name="csY2" fmla="*/ 0 h 1910"/>
                <a:gd name="csX3" fmla="*/ 1911 w 1910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1910">
                  <a:moveTo>
                    <a:pt x="1911" y="0"/>
                  </a:moveTo>
                  <a:lnTo>
                    <a:pt x="0" y="1911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" name="Freeform 2098">
              <a:extLst>
                <a:ext uri="{FF2B5EF4-FFF2-40B4-BE49-F238E27FC236}">
                  <a16:creationId xmlns:a16="http://schemas.microsoft.com/office/drawing/2014/main" id="{BDCB1F73-A05B-386E-E5C1-7848FE9D7265}"/>
                </a:ext>
              </a:extLst>
            </p:cNvPr>
            <p:cNvSpPr/>
            <p:nvPr/>
          </p:nvSpPr>
          <p:spPr>
            <a:xfrm>
              <a:off x="6126574" y="4578678"/>
              <a:ext cx="3343" cy="5732"/>
            </a:xfrm>
            <a:custGeom>
              <a:avLst/>
              <a:gdLst>
                <a:gd name="csX0" fmla="*/ 3344 w 3343"/>
                <a:gd name="csY0" fmla="*/ 0 h 5732"/>
                <a:gd name="csX1" fmla="*/ 1433 w 3343"/>
                <a:gd name="csY1" fmla="*/ 3344 h 5732"/>
                <a:gd name="csX2" fmla="*/ 0 w 3343"/>
                <a:gd name="csY2" fmla="*/ 5733 h 5732"/>
                <a:gd name="csX3" fmla="*/ 1433 w 3343"/>
                <a:gd name="csY3" fmla="*/ 3344 h 5732"/>
                <a:gd name="csX4" fmla="*/ 3344 w 3343"/>
                <a:gd name="csY4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3" h="5732">
                  <a:moveTo>
                    <a:pt x="3344" y="0"/>
                  </a:moveTo>
                  <a:lnTo>
                    <a:pt x="1433" y="3344"/>
                  </a:lnTo>
                  <a:lnTo>
                    <a:pt x="0" y="5733"/>
                  </a:lnTo>
                  <a:lnTo>
                    <a:pt x="1433" y="3344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0" name="Freeform 2099">
              <a:extLst>
                <a:ext uri="{FF2B5EF4-FFF2-40B4-BE49-F238E27FC236}">
                  <a16:creationId xmlns:a16="http://schemas.microsoft.com/office/drawing/2014/main" id="{DBAF1D51-4B4D-CDE1-2C03-8AE8C11C11E8}"/>
                </a:ext>
              </a:extLst>
            </p:cNvPr>
            <p:cNvSpPr/>
            <p:nvPr/>
          </p:nvSpPr>
          <p:spPr>
            <a:xfrm>
              <a:off x="6128007" y="4818976"/>
              <a:ext cx="955" cy="1911"/>
            </a:xfrm>
            <a:custGeom>
              <a:avLst/>
              <a:gdLst>
                <a:gd name="csX0" fmla="*/ 956 w 955"/>
                <a:gd name="csY0" fmla="*/ 0 h 1911"/>
                <a:gd name="csX1" fmla="*/ 478 w 955"/>
                <a:gd name="csY1" fmla="*/ 956 h 1911"/>
                <a:gd name="csX2" fmla="*/ 0 w 955"/>
                <a:gd name="csY2" fmla="*/ 1911 h 1911"/>
                <a:gd name="csX3" fmla="*/ 478 w 955"/>
                <a:gd name="csY3" fmla="*/ 956 h 1911"/>
                <a:gd name="csX4" fmla="*/ 956 w 955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911">
                  <a:moveTo>
                    <a:pt x="956" y="0"/>
                  </a:moveTo>
                  <a:lnTo>
                    <a:pt x="478" y="956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1" name="Freeform 2100">
              <a:extLst>
                <a:ext uri="{FF2B5EF4-FFF2-40B4-BE49-F238E27FC236}">
                  <a16:creationId xmlns:a16="http://schemas.microsoft.com/office/drawing/2014/main" id="{9CDAE0E0-0966-B186-4D47-F1BE6EEDB8B5}"/>
                </a:ext>
              </a:extLst>
            </p:cNvPr>
            <p:cNvSpPr/>
            <p:nvPr/>
          </p:nvSpPr>
          <p:spPr>
            <a:xfrm>
              <a:off x="6127051" y="3678636"/>
              <a:ext cx="1911" cy="2866"/>
            </a:xfrm>
            <a:custGeom>
              <a:avLst/>
              <a:gdLst>
                <a:gd name="csX0" fmla="*/ 1911 w 1911"/>
                <a:gd name="csY0" fmla="*/ 0 h 2866"/>
                <a:gd name="csX1" fmla="*/ 956 w 1911"/>
                <a:gd name="csY1" fmla="*/ 1911 h 2866"/>
                <a:gd name="csX2" fmla="*/ 0 w 1911"/>
                <a:gd name="csY2" fmla="*/ 2866 h 2866"/>
                <a:gd name="csX3" fmla="*/ 478 w 1911"/>
                <a:gd name="csY3" fmla="*/ 1911 h 2866"/>
                <a:gd name="csX4" fmla="*/ 1911 w 1911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2866">
                  <a:moveTo>
                    <a:pt x="1911" y="0"/>
                  </a:moveTo>
                  <a:lnTo>
                    <a:pt x="956" y="1911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2" name="Freeform 2101">
              <a:extLst>
                <a:ext uri="{FF2B5EF4-FFF2-40B4-BE49-F238E27FC236}">
                  <a16:creationId xmlns:a16="http://schemas.microsoft.com/office/drawing/2014/main" id="{F25F64B8-17C6-F372-3FBD-5315C7FCE0E2}"/>
                </a:ext>
              </a:extLst>
            </p:cNvPr>
            <p:cNvSpPr/>
            <p:nvPr/>
          </p:nvSpPr>
          <p:spPr>
            <a:xfrm>
              <a:off x="6125618" y="3683891"/>
              <a:ext cx="1433" cy="1433"/>
            </a:xfrm>
            <a:custGeom>
              <a:avLst/>
              <a:gdLst>
                <a:gd name="csX0" fmla="*/ 0 w 1433"/>
                <a:gd name="csY0" fmla="*/ 0 h 1433"/>
                <a:gd name="csX1" fmla="*/ 1433 w 1433"/>
                <a:gd name="csY1" fmla="*/ 1433 h 1433"/>
                <a:gd name="csX2" fmla="*/ 1433 w 1433"/>
                <a:gd name="csY2" fmla="*/ 1433 h 1433"/>
                <a:gd name="csX3" fmla="*/ 0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0" y="0"/>
                  </a:moveTo>
                  <a:lnTo>
                    <a:pt x="1433" y="1433"/>
                  </a:lnTo>
                  <a:lnTo>
                    <a:pt x="1433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" name="Freeform 2102">
              <a:extLst>
                <a:ext uri="{FF2B5EF4-FFF2-40B4-BE49-F238E27FC236}">
                  <a16:creationId xmlns:a16="http://schemas.microsoft.com/office/drawing/2014/main" id="{AC743716-EEA6-2AE6-40EE-A3B889E0240E}"/>
                </a:ext>
              </a:extLst>
            </p:cNvPr>
            <p:cNvSpPr/>
            <p:nvPr/>
          </p:nvSpPr>
          <p:spPr>
            <a:xfrm>
              <a:off x="6117019" y="4585367"/>
              <a:ext cx="9076" cy="18631"/>
            </a:xfrm>
            <a:custGeom>
              <a:avLst/>
              <a:gdLst>
                <a:gd name="csX0" fmla="*/ 9077 w 9076"/>
                <a:gd name="csY0" fmla="*/ 0 h 18631"/>
                <a:gd name="csX1" fmla="*/ 7644 w 9076"/>
                <a:gd name="csY1" fmla="*/ 5255 h 18631"/>
                <a:gd name="csX2" fmla="*/ 5255 w 9076"/>
                <a:gd name="csY2" fmla="*/ 9077 h 18631"/>
                <a:gd name="csX3" fmla="*/ 5255 w 9076"/>
                <a:gd name="csY3" fmla="*/ 10510 h 18631"/>
                <a:gd name="csX4" fmla="*/ 5255 w 9076"/>
                <a:gd name="csY4" fmla="*/ 11465 h 18631"/>
                <a:gd name="csX5" fmla="*/ 1911 w 9076"/>
                <a:gd name="csY5" fmla="*/ 15287 h 18631"/>
                <a:gd name="csX6" fmla="*/ 955 w 9076"/>
                <a:gd name="csY6" fmla="*/ 16243 h 18631"/>
                <a:gd name="csX7" fmla="*/ 0 w 9076"/>
                <a:gd name="csY7" fmla="*/ 17676 h 18631"/>
                <a:gd name="csX8" fmla="*/ 955 w 9076"/>
                <a:gd name="csY8" fmla="*/ 18631 h 18631"/>
                <a:gd name="csX9" fmla="*/ 0 w 9076"/>
                <a:gd name="csY9" fmla="*/ 17676 h 18631"/>
                <a:gd name="csX10" fmla="*/ 955 w 9076"/>
                <a:gd name="csY10" fmla="*/ 16243 h 18631"/>
                <a:gd name="csX11" fmla="*/ 1911 w 9076"/>
                <a:gd name="csY11" fmla="*/ 15287 h 18631"/>
                <a:gd name="csX12" fmla="*/ 4777 w 9076"/>
                <a:gd name="csY12" fmla="*/ 11465 h 18631"/>
                <a:gd name="csX13" fmla="*/ 4777 w 9076"/>
                <a:gd name="csY13" fmla="*/ 10510 h 18631"/>
                <a:gd name="csX14" fmla="*/ 5255 w 9076"/>
                <a:gd name="csY14" fmla="*/ 9077 h 18631"/>
                <a:gd name="csX15" fmla="*/ 7644 w 9076"/>
                <a:gd name="csY15" fmla="*/ 5255 h 18631"/>
                <a:gd name="csX16" fmla="*/ 9077 w 9076"/>
                <a:gd name="csY16" fmla="*/ 0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9076" h="18631">
                  <a:moveTo>
                    <a:pt x="9077" y="0"/>
                  </a:moveTo>
                  <a:lnTo>
                    <a:pt x="7644" y="5255"/>
                  </a:lnTo>
                  <a:lnTo>
                    <a:pt x="5255" y="9077"/>
                  </a:lnTo>
                  <a:lnTo>
                    <a:pt x="5255" y="10510"/>
                  </a:lnTo>
                  <a:lnTo>
                    <a:pt x="5255" y="11465"/>
                  </a:lnTo>
                  <a:lnTo>
                    <a:pt x="1911" y="15287"/>
                  </a:lnTo>
                  <a:lnTo>
                    <a:pt x="955" y="16243"/>
                  </a:lnTo>
                  <a:lnTo>
                    <a:pt x="0" y="17676"/>
                  </a:lnTo>
                  <a:lnTo>
                    <a:pt x="955" y="18631"/>
                  </a:lnTo>
                  <a:lnTo>
                    <a:pt x="0" y="17676"/>
                  </a:lnTo>
                  <a:lnTo>
                    <a:pt x="955" y="16243"/>
                  </a:lnTo>
                  <a:lnTo>
                    <a:pt x="1911" y="15287"/>
                  </a:lnTo>
                  <a:lnTo>
                    <a:pt x="4777" y="11465"/>
                  </a:lnTo>
                  <a:lnTo>
                    <a:pt x="4777" y="10510"/>
                  </a:lnTo>
                  <a:lnTo>
                    <a:pt x="5255" y="9077"/>
                  </a:lnTo>
                  <a:lnTo>
                    <a:pt x="7644" y="5255"/>
                  </a:lnTo>
                  <a:lnTo>
                    <a:pt x="90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4" name="Freeform 2103">
              <a:extLst>
                <a:ext uri="{FF2B5EF4-FFF2-40B4-BE49-F238E27FC236}">
                  <a16:creationId xmlns:a16="http://schemas.microsoft.com/office/drawing/2014/main" id="{2CFEE209-7215-5453-B973-2C92734B1A0B}"/>
                </a:ext>
              </a:extLst>
            </p:cNvPr>
            <p:cNvSpPr/>
            <p:nvPr/>
          </p:nvSpPr>
          <p:spPr>
            <a:xfrm>
              <a:off x="6121797" y="5049720"/>
              <a:ext cx="4299" cy="477"/>
            </a:xfrm>
            <a:custGeom>
              <a:avLst/>
              <a:gdLst>
                <a:gd name="csX0" fmla="*/ 2389 w 4299"/>
                <a:gd name="csY0" fmla="*/ 0 h 477"/>
                <a:gd name="csX1" fmla="*/ 4299 w 4299"/>
                <a:gd name="csY1" fmla="*/ 478 h 477"/>
                <a:gd name="csX2" fmla="*/ 1911 w 4299"/>
                <a:gd name="csY2" fmla="*/ 0 h 477"/>
                <a:gd name="csX3" fmla="*/ 0 w 4299"/>
                <a:gd name="csY3" fmla="*/ 0 h 477"/>
                <a:gd name="csX4" fmla="*/ 2389 w 4299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477">
                  <a:moveTo>
                    <a:pt x="2389" y="0"/>
                  </a:moveTo>
                  <a:lnTo>
                    <a:pt x="4299" y="478"/>
                  </a:lnTo>
                  <a:lnTo>
                    <a:pt x="1911" y="0"/>
                  </a:lnTo>
                  <a:lnTo>
                    <a:pt x="0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5" name="Freeform 2104">
              <a:extLst>
                <a:ext uri="{FF2B5EF4-FFF2-40B4-BE49-F238E27FC236}">
                  <a16:creationId xmlns:a16="http://schemas.microsoft.com/office/drawing/2014/main" id="{235F6001-5E8C-05A0-0C9E-3F07DD45EF69}"/>
                </a:ext>
              </a:extLst>
            </p:cNvPr>
            <p:cNvSpPr/>
            <p:nvPr/>
          </p:nvSpPr>
          <p:spPr>
            <a:xfrm>
              <a:off x="6125618" y="3749340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0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6" name="Freeform 2105">
              <a:extLst>
                <a:ext uri="{FF2B5EF4-FFF2-40B4-BE49-F238E27FC236}">
                  <a16:creationId xmlns:a16="http://schemas.microsoft.com/office/drawing/2014/main" id="{76EBD450-832B-81DD-FA8B-4896799585C2}"/>
                </a:ext>
              </a:extLst>
            </p:cNvPr>
            <p:cNvSpPr/>
            <p:nvPr/>
          </p:nvSpPr>
          <p:spPr>
            <a:xfrm>
              <a:off x="6125140" y="3767016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478 w 477"/>
                <a:gd name="csY1" fmla="*/ 0 h 955"/>
                <a:gd name="csX2" fmla="*/ 0 w 477"/>
                <a:gd name="csY2" fmla="*/ 955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478" y="0"/>
                  </a:lnTo>
                  <a:lnTo>
                    <a:pt x="0" y="955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" name="Freeform 2106">
              <a:extLst>
                <a:ext uri="{FF2B5EF4-FFF2-40B4-BE49-F238E27FC236}">
                  <a16:creationId xmlns:a16="http://schemas.microsoft.com/office/drawing/2014/main" id="{D69979A4-AA2A-B8E4-E029-DB7BFB1BCBAD}"/>
                </a:ext>
              </a:extLst>
            </p:cNvPr>
            <p:cNvSpPr/>
            <p:nvPr/>
          </p:nvSpPr>
          <p:spPr>
            <a:xfrm>
              <a:off x="6123707" y="3677681"/>
              <a:ext cx="1433" cy="4777"/>
            </a:xfrm>
            <a:custGeom>
              <a:avLst/>
              <a:gdLst>
                <a:gd name="csX0" fmla="*/ 1433 w 1433"/>
                <a:gd name="csY0" fmla="*/ 3822 h 4777"/>
                <a:gd name="csX1" fmla="*/ 1433 w 1433"/>
                <a:gd name="csY1" fmla="*/ 4777 h 4777"/>
                <a:gd name="csX2" fmla="*/ 1433 w 1433"/>
                <a:gd name="csY2" fmla="*/ 3822 h 4777"/>
                <a:gd name="csX3" fmla="*/ 478 w 1433"/>
                <a:gd name="csY3" fmla="*/ 2866 h 4777"/>
                <a:gd name="csX4" fmla="*/ 0 w 1433"/>
                <a:gd name="csY4" fmla="*/ 955 h 4777"/>
                <a:gd name="csX5" fmla="*/ 0 w 1433"/>
                <a:gd name="csY5" fmla="*/ 0 h 4777"/>
                <a:gd name="csX6" fmla="*/ 0 w 1433"/>
                <a:gd name="csY6" fmla="*/ 0 h 4777"/>
                <a:gd name="csX7" fmla="*/ 0 w 1433"/>
                <a:gd name="csY7" fmla="*/ 0 h 4777"/>
                <a:gd name="csX8" fmla="*/ 0 w 1433"/>
                <a:gd name="csY8" fmla="*/ 0 h 4777"/>
                <a:gd name="csX9" fmla="*/ 0 w 1433"/>
                <a:gd name="csY9" fmla="*/ 955 h 4777"/>
                <a:gd name="csX10" fmla="*/ 478 w 1433"/>
                <a:gd name="csY10" fmla="*/ 2866 h 4777"/>
                <a:gd name="csX11" fmla="*/ 1433 w 1433"/>
                <a:gd name="csY11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433" h="4777">
                  <a:moveTo>
                    <a:pt x="1433" y="3822"/>
                  </a:moveTo>
                  <a:lnTo>
                    <a:pt x="1433" y="4777"/>
                  </a:lnTo>
                  <a:lnTo>
                    <a:pt x="1433" y="3822"/>
                  </a:lnTo>
                  <a:lnTo>
                    <a:pt x="478" y="2866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5"/>
                  </a:lnTo>
                  <a:lnTo>
                    <a:pt x="478" y="2866"/>
                  </a:lnTo>
                  <a:lnTo>
                    <a:pt x="14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" name="Freeform 2107">
              <a:extLst>
                <a:ext uri="{FF2B5EF4-FFF2-40B4-BE49-F238E27FC236}">
                  <a16:creationId xmlns:a16="http://schemas.microsoft.com/office/drawing/2014/main" id="{2DED68EF-72D4-97DC-954B-0ED8B2B995CD}"/>
                </a:ext>
              </a:extLst>
            </p:cNvPr>
            <p:cNvSpPr/>
            <p:nvPr/>
          </p:nvSpPr>
          <p:spPr>
            <a:xfrm>
              <a:off x="6124185" y="3767971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0 w 955"/>
                <a:gd name="csY1" fmla="*/ 956 h 955"/>
                <a:gd name="csX2" fmla="*/ 0 w 955"/>
                <a:gd name="csY2" fmla="*/ 956 h 955"/>
                <a:gd name="csX3" fmla="*/ 955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" name="Freeform 2108">
              <a:extLst>
                <a:ext uri="{FF2B5EF4-FFF2-40B4-BE49-F238E27FC236}">
                  <a16:creationId xmlns:a16="http://schemas.microsoft.com/office/drawing/2014/main" id="{EF81674C-6BBF-EC9D-4A55-FA2DB790EE4E}"/>
                </a:ext>
              </a:extLst>
            </p:cNvPr>
            <p:cNvSpPr/>
            <p:nvPr/>
          </p:nvSpPr>
          <p:spPr>
            <a:xfrm>
              <a:off x="6093133" y="2311374"/>
              <a:ext cx="31052" cy="62104"/>
            </a:xfrm>
            <a:custGeom>
              <a:avLst/>
              <a:gdLst>
                <a:gd name="csX0" fmla="*/ 29619 w 31052"/>
                <a:gd name="csY0" fmla="*/ 54939 h 62104"/>
                <a:gd name="csX1" fmla="*/ 31052 w 31052"/>
                <a:gd name="csY1" fmla="*/ 61149 h 62104"/>
                <a:gd name="csX2" fmla="*/ 27708 w 31052"/>
                <a:gd name="csY2" fmla="*/ 62105 h 62104"/>
                <a:gd name="csX3" fmla="*/ 23886 w 31052"/>
                <a:gd name="csY3" fmla="*/ 52550 h 62104"/>
                <a:gd name="csX4" fmla="*/ 20542 w 31052"/>
                <a:gd name="csY4" fmla="*/ 47295 h 62104"/>
                <a:gd name="csX5" fmla="*/ 16243 w 31052"/>
                <a:gd name="csY5" fmla="*/ 42996 h 62104"/>
                <a:gd name="csX6" fmla="*/ 12898 w 31052"/>
                <a:gd name="csY6" fmla="*/ 42518 h 62104"/>
                <a:gd name="csX7" fmla="*/ 10988 w 31052"/>
                <a:gd name="csY7" fmla="*/ 40607 h 62104"/>
                <a:gd name="csX8" fmla="*/ 5733 w 31052"/>
                <a:gd name="csY8" fmla="*/ 23886 h 62104"/>
                <a:gd name="csX9" fmla="*/ 4777 w 31052"/>
                <a:gd name="csY9" fmla="*/ 20065 h 62104"/>
                <a:gd name="csX10" fmla="*/ 1433 w 31052"/>
                <a:gd name="csY10" fmla="*/ 13854 h 62104"/>
                <a:gd name="csX11" fmla="*/ 0 w 31052"/>
                <a:gd name="csY11" fmla="*/ 5733 h 62104"/>
                <a:gd name="csX12" fmla="*/ 0 w 31052"/>
                <a:gd name="csY12" fmla="*/ 0 h 62104"/>
                <a:gd name="csX13" fmla="*/ 4299 w 31052"/>
                <a:gd name="csY13" fmla="*/ 1433 h 62104"/>
                <a:gd name="csX14" fmla="*/ 8121 w 31052"/>
                <a:gd name="csY14" fmla="*/ 5255 h 62104"/>
                <a:gd name="csX15" fmla="*/ 10988 w 31052"/>
                <a:gd name="csY15" fmla="*/ 13854 h 62104"/>
                <a:gd name="csX16" fmla="*/ 11943 w 31052"/>
                <a:gd name="csY16" fmla="*/ 16721 h 62104"/>
                <a:gd name="csX17" fmla="*/ 10510 w 31052"/>
                <a:gd name="csY17" fmla="*/ 20065 h 62104"/>
                <a:gd name="csX18" fmla="*/ 11943 w 31052"/>
                <a:gd name="csY18" fmla="*/ 24364 h 62104"/>
                <a:gd name="csX19" fmla="*/ 13854 w 31052"/>
                <a:gd name="csY19" fmla="*/ 27231 h 62104"/>
                <a:gd name="csX20" fmla="*/ 13854 w 31052"/>
                <a:gd name="csY20" fmla="*/ 33441 h 62104"/>
                <a:gd name="csX21" fmla="*/ 17198 w 31052"/>
                <a:gd name="csY21" fmla="*/ 32963 h 62104"/>
                <a:gd name="csX22" fmla="*/ 21020 w 31052"/>
                <a:gd name="csY22" fmla="*/ 39652 h 62104"/>
                <a:gd name="csX23" fmla="*/ 25320 w 31052"/>
                <a:gd name="csY23" fmla="*/ 42996 h 62104"/>
                <a:gd name="csX24" fmla="*/ 26275 w 31052"/>
                <a:gd name="csY24" fmla="*/ 45384 h 62104"/>
                <a:gd name="csX25" fmla="*/ 27230 w 31052"/>
                <a:gd name="csY25" fmla="*/ 48728 h 62104"/>
                <a:gd name="csX26" fmla="*/ 29619 w 31052"/>
                <a:gd name="csY26" fmla="*/ 54939 h 62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1052" h="62104">
                  <a:moveTo>
                    <a:pt x="29619" y="54939"/>
                  </a:moveTo>
                  <a:lnTo>
                    <a:pt x="31052" y="61149"/>
                  </a:lnTo>
                  <a:lnTo>
                    <a:pt x="27708" y="62105"/>
                  </a:lnTo>
                  <a:lnTo>
                    <a:pt x="23886" y="52550"/>
                  </a:lnTo>
                  <a:lnTo>
                    <a:pt x="20542" y="47295"/>
                  </a:lnTo>
                  <a:lnTo>
                    <a:pt x="16243" y="42996"/>
                  </a:lnTo>
                  <a:lnTo>
                    <a:pt x="12898" y="42518"/>
                  </a:lnTo>
                  <a:lnTo>
                    <a:pt x="10988" y="40607"/>
                  </a:lnTo>
                  <a:lnTo>
                    <a:pt x="5733" y="23886"/>
                  </a:lnTo>
                  <a:lnTo>
                    <a:pt x="4777" y="20065"/>
                  </a:lnTo>
                  <a:lnTo>
                    <a:pt x="1433" y="13854"/>
                  </a:lnTo>
                  <a:lnTo>
                    <a:pt x="0" y="5733"/>
                  </a:lnTo>
                  <a:lnTo>
                    <a:pt x="0" y="0"/>
                  </a:lnTo>
                  <a:lnTo>
                    <a:pt x="4299" y="1433"/>
                  </a:lnTo>
                  <a:lnTo>
                    <a:pt x="8121" y="5255"/>
                  </a:lnTo>
                  <a:lnTo>
                    <a:pt x="10988" y="13854"/>
                  </a:lnTo>
                  <a:lnTo>
                    <a:pt x="11943" y="16721"/>
                  </a:lnTo>
                  <a:lnTo>
                    <a:pt x="10510" y="20065"/>
                  </a:lnTo>
                  <a:lnTo>
                    <a:pt x="11943" y="24364"/>
                  </a:lnTo>
                  <a:lnTo>
                    <a:pt x="13854" y="27231"/>
                  </a:lnTo>
                  <a:lnTo>
                    <a:pt x="13854" y="33441"/>
                  </a:lnTo>
                  <a:lnTo>
                    <a:pt x="17198" y="32963"/>
                  </a:lnTo>
                  <a:lnTo>
                    <a:pt x="21020" y="39652"/>
                  </a:lnTo>
                  <a:lnTo>
                    <a:pt x="25320" y="42996"/>
                  </a:lnTo>
                  <a:lnTo>
                    <a:pt x="26275" y="45384"/>
                  </a:lnTo>
                  <a:lnTo>
                    <a:pt x="27230" y="48728"/>
                  </a:lnTo>
                  <a:lnTo>
                    <a:pt x="29619" y="5493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" name="Freeform 2109">
              <a:extLst>
                <a:ext uri="{FF2B5EF4-FFF2-40B4-BE49-F238E27FC236}">
                  <a16:creationId xmlns:a16="http://schemas.microsoft.com/office/drawing/2014/main" id="{1F7B498A-493A-17FD-2964-A3B1340F5926}"/>
                </a:ext>
              </a:extLst>
            </p:cNvPr>
            <p:cNvSpPr/>
            <p:nvPr/>
          </p:nvSpPr>
          <p:spPr>
            <a:xfrm>
              <a:off x="6120363" y="4016869"/>
              <a:ext cx="2388" cy="2388"/>
            </a:xfrm>
            <a:custGeom>
              <a:avLst/>
              <a:gdLst>
                <a:gd name="csX0" fmla="*/ 2389 w 2388"/>
                <a:gd name="csY0" fmla="*/ 1433 h 2388"/>
                <a:gd name="csX1" fmla="*/ 2389 w 2388"/>
                <a:gd name="csY1" fmla="*/ 1911 h 2388"/>
                <a:gd name="csX2" fmla="*/ 1433 w 2388"/>
                <a:gd name="csY2" fmla="*/ 2389 h 2388"/>
                <a:gd name="csX3" fmla="*/ 0 w 2388"/>
                <a:gd name="csY3" fmla="*/ 1433 h 2388"/>
                <a:gd name="csX4" fmla="*/ 0 w 2388"/>
                <a:gd name="csY4" fmla="*/ 478 h 2388"/>
                <a:gd name="csX5" fmla="*/ 478 w 2388"/>
                <a:gd name="csY5" fmla="*/ 0 h 2388"/>
                <a:gd name="csX6" fmla="*/ 1911 w 2388"/>
                <a:gd name="csY6" fmla="*/ 478 h 2388"/>
                <a:gd name="csX7" fmla="*/ 2389 w 2388"/>
                <a:gd name="csY7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2389" y="1433"/>
                  </a:moveTo>
                  <a:lnTo>
                    <a:pt x="2389" y="1911"/>
                  </a:lnTo>
                  <a:lnTo>
                    <a:pt x="1433" y="2389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1" name="Freeform 2110">
              <a:extLst>
                <a:ext uri="{FF2B5EF4-FFF2-40B4-BE49-F238E27FC236}">
                  <a16:creationId xmlns:a16="http://schemas.microsoft.com/office/drawing/2014/main" id="{854F2853-0E08-6FA4-54C1-2FF6FE4179EE}"/>
                </a:ext>
              </a:extLst>
            </p:cNvPr>
            <p:cNvSpPr/>
            <p:nvPr/>
          </p:nvSpPr>
          <p:spPr>
            <a:xfrm>
              <a:off x="6117019" y="3139757"/>
              <a:ext cx="4777" cy="5255"/>
            </a:xfrm>
            <a:custGeom>
              <a:avLst/>
              <a:gdLst>
                <a:gd name="csX0" fmla="*/ 4299 w 4777"/>
                <a:gd name="csY0" fmla="*/ 478 h 5255"/>
                <a:gd name="csX1" fmla="*/ 4777 w 4777"/>
                <a:gd name="csY1" fmla="*/ 1433 h 5255"/>
                <a:gd name="csX2" fmla="*/ 3822 w 4777"/>
                <a:gd name="csY2" fmla="*/ 3822 h 5255"/>
                <a:gd name="csX3" fmla="*/ 2866 w 4777"/>
                <a:gd name="csY3" fmla="*/ 5255 h 5255"/>
                <a:gd name="csX4" fmla="*/ 478 w 4777"/>
                <a:gd name="csY4" fmla="*/ 4777 h 5255"/>
                <a:gd name="csX5" fmla="*/ 0 w 4777"/>
                <a:gd name="csY5" fmla="*/ 3344 h 5255"/>
                <a:gd name="csX6" fmla="*/ 955 w 4777"/>
                <a:gd name="csY6" fmla="*/ 955 h 5255"/>
                <a:gd name="csX7" fmla="*/ 2389 w 4777"/>
                <a:gd name="csY7" fmla="*/ 0 h 5255"/>
                <a:gd name="csX8" fmla="*/ 4299 w 4777"/>
                <a:gd name="csY8" fmla="*/ 478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5255">
                  <a:moveTo>
                    <a:pt x="4299" y="478"/>
                  </a:moveTo>
                  <a:lnTo>
                    <a:pt x="4777" y="1433"/>
                  </a:lnTo>
                  <a:lnTo>
                    <a:pt x="3822" y="3822"/>
                  </a:lnTo>
                  <a:lnTo>
                    <a:pt x="2866" y="5255"/>
                  </a:lnTo>
                  <a:lnTo>
                    <a:pt x="478" y="4777"/>
                  </a:lnTo>
                  <a:lnTo>
                    <a:pt x="0" y="3344"/>
                  </a:lnTo>
                  <a:lnTo>
                    <a:pt x="955" y="955"/>
                  </a:lnTo>
                  <a:lnTo>
                    <a:pt x="2389" y="0"/>
                  </a:lnTo>
                  <a:lnTo>
                    <a:pt x="429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2" name="Freeform 2111">
              <a:extLst>
                <a:ext uri="{FF2B5EF4-FFF2-40B4-BE49-F238E27FC236}">
                  <a16:creationId xmlns:a16="http://schemas.microsoft.com/office/drawing/2014/main" id="{002044B1-17DB-C180-1EF9-5E50C12F3F16}"/>
                </a:ext>
              </a:extLst>
            </p:cNvPr>
            <p:cNvSpPr/>
            <p:nvPr/>
          </p:nvSpPr>
          <p:spPr>
            <a:xfrm>
              <a:off x="6114631" y="3371934"/>
              <a:ext cx="6688" cy="34396"/>
            </a:xfrm>
            <a:custGeom>
              <a:avLst/>
              <a:gdLst>
                <a:gd name="csX0" fmla="*/ 6688 w 6688"/>
                <a:gd name="csY0" fmla="*/ 0 h 34396"/>
                <a:gd name="csX1" fmla="*/ 5733 w 6688"/>
                <a:gd name="csY1" fmla="*/ 955 h 34396"/>
                <a:gd name="csX2" fmla="*/ 4777 w 6688"/>
                <a:gd name="csY2" fmla="*/ 3822 h 34396"/>
                <a:gd name="csX3" fmla="*/ 3822 w 6688"/>
                <a:gd name="csY3" fmla="*/ 7166 h 34396"/>
                <a:gd name="csX4" fmla="*/ 955 w 6688"/>
                <a:gd name="csY4" fmla="*/ 10988 h 34396"/>
                <a:gd name="csX5" fmla="*/ 955 w 6688"/>
                <a:gd name="csY5" fmla="*/ 11943 h 34396"/>
                <a:gd name="csX6" fmla="*/ 1911 w 6688"/>
                <a:gd name="csY6" fmla="*/ 16721 h 34396"/>
                <a:gd name="csX7" fmla="*/ 3344 w 6688"/>
                <a:gd name="csY7" fmla="*/ 21498 h 34396"/>
                <a:gd name="csX8" fmla="*/ 2389 w 6688"/>
                <a:gd name="csY8" fmla="*/ 26275 h 34396"/>
                <a:gd name="csX9" fmla="*/ 1433 w 6688"/>
                <a:gd name="csY9" fmla="*/ 31052 h 34396"/>
                <a:gd name="csX10" fmla="*/ 0 w 6688"/>
                <a:gd name="csY10" fmla="*/ 34396 h 34396"/>
                <a:gd name="csX11" fmla="*/ 0 w 6688"/>
                <a:gd name="csY11" fmla="*/ 34396 h 34396"/>
                <a:gd name="csX12" fmla="*/ 1433 w 6688"/>
                <a:gd name="csY12" fmla="*/ 31052 h 34396"/>
                <a:gd name="csX13" fmla="*/ 1911 w 6688"/>
                <a:gd name="csY13" fmla="*/ 26275 h 34396"/>
                <a:gd name="csX14" fmla="*/ 2866 w 6688"/>
                <a:gd name="csY14" fmla="*/ 21498 h 34396"/>
                <a:gd name="csX15" fmla="*/ 1911 w 6688"/>
                <a:gd name="csY15" fmla="*/ 16721 h 34396"/>
                <a:gd name="csX16" fmla="*/ 955 w 6688"/>
                <a:gd name="csY16" fmla="*/ 11943 h 34396"/>
                <a:gd name="csX17" fmla="*/ 478 w 6688"/>
                <a:gd name="csY17" fmla="*/ 10988 h 34396"/>
                <a:gd name="csX18" fmla="*/ 3822 w 6688"/>
                <a:gd name="csY18" fmla="*/ 7166 h 34396"/>
                <a:gd name="csX19" fmla="*/ 4777 w 6688"/>
                <a:gd name="csY19" fmla="*/ 3822 h 34396"/>
                <a:gd name="csX20" fmla="*/ 5733 w 6688"/>
                <a:gd name="csY20" fmla="*/ 955 h 34396"/>
                <a:gd name="csX21" fmla="*/ 6688 w 6688"/>
                <a:gd name="csY21" fmla="*/ 0 h 34396"/>
                <a:gd name="csX22" fmla="*/ 6688 w 6688"/>
                <a:gd name="csY22" fmla="*/ 0 h 34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688" h="34396">
                  <a:moveTo>
                    <a:pt x="6688" y="0"/>
                  </a:moveTo>
                  <a:lnTo>
                    <a:pt x="5733" y="955"/>
                  </a:lnTo>
                  <a:lnTo>
                    <a:pt x="4777" y="3822"/>
                  </a:lnTo>
                  <a:lnTo>
                    <a:pt x="3822" y="7166"/>
                  </a:lnTo>
                  <a:lnTo>
                    <a:pt x="955" y="10988"/>
                  </a:lnTo>
                  <a:lnTo>
                    <a:pt x="955" y="11943"/>
                  </a:lnTo>
                  <a:lnTo>
                    <a:pt x="1911" y="16721"/>
                  </a:lnTo>
                  <a:lnTo>
                    <a:pt x="3344" y="21498"/>
                  </a:lnTo>
                  <a:lnTo>
                    <a:pt x="2389" y="26275"/>
                  </a:lnTo>
                  <a:lnTo>
                    <a:pt x="1433" y="31052"/>
                  </a:lnTo>
                  <a:lnTo>
                    <a:pt x="0" y="34396"/>
                  </a:lnTo>
                  <a:lnTo>
                    <a:pt x="0" y="34396"/>
                  </a:lnTo>
                  <a:lnTo>
                    <a:pt x="1433" y="31052"/>
                  </a:lnTo>
                  <a:lnTo>
                    <a:pt x="1911" y="26275"/>
                  </a:lnTo>
                  <a:lnTo>
                    <a:pt x="2866" y="21498"/>
                  </a:lnTo>
                  <a:lnTo>
                    <a:pt x="1911" y="16721"/>
                  </a:lnTo>
                  <a:lnTo>
                    <a:pt x="955" y="11943"/>
                  </a:lnTo>
                  <a:lnTo>
                    <a:pt x="478" y="10988"/>
                  </a:lnTo>
                  <a:lnTo>
                    <a:pt x="3822" y="7166"/>
                  </a:lnTo>
                  <a:lnTo>
                    <a:pt x="4777" y="3822"/>
                  </a:lnTo>
                  <a:lnTo>
                    <a:pt x="5733" y="955"/>
                  </a:lnTo>
                  <a:lnTo>
                    <a:pt x="6688" y="0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3" name="Freeform 2112">
              <a:extLst>
                <a:ext uri="{FF2B5EF4-FFF2-40B4-BE49-F238E27FC236}">
                  <a16:creationId xmlns:a16="http://schemas.microsoft.com/office/drawing/2014/main" id="{9CD9D766-63B5-D302-4CB9-4BE6F233AEC8}"/>
                </a:ext>
              </a:extLst>
            </p:cNvPr>
            <p:cNvSpPr/>
            <p:nvPr/>
          </p:nvSpPr>
          <p:spPr>
            <a:xfrm>
              <a:off x="5711427" y="4011136"/>
              <a:ext cx="409414" cy="373584"/>
            </a:xfrm>
            <a:custGeom>
              <a:avLst/>
              <a:gdLst>
                <a:gd name="csX0" fmla="*/ 407981 w 409414"/>
                <a:gd name="csY0" fmla="*/ 282338 h 373584"/>
                <a:gd name="csX1" fmla="*/ 409414 w 409414"/>
                <a:gd name="csY1" fmla="*/ 285682 h 373584"/>
                <a:gd name="csX2" fmla="*/ 399382 w 409414"/>
                <a:gd name="csY2" fmla="*/ 291893 h 373584"/>
                <a:gd name="csX3" fmla="*/ 389349 w 409414"/>
                <a:gd name="csY3" fmla="*/ 297625 h 373584"/>
                <a:gd name="csX4" fmla="*/ 378839 w 409414"/>
                <a:gd name="csY4" fmla="*/ 303836 h 373584"/>
                <a:gd name="csX5" fmla="*/ 368807 w 409414"/>
                <a:gd name="csY5" fmla="*/ 309569 h 373584"/>
                <a:gd name="csX6" fmla="*/ 358297 w 409414"/>
                <a:gd name="csY6" fmla="*/ 315779 h 373584"/>
                <a:gd name="csX7" fmla="*/ 347787 w 409414"/>
                <a:gd name="csY7" fmla="*/ 321512 h 373584"/>
                <a:gd name="csX8" fmla="*/ 337755 w 409414"/>
                <a:gd name="csY8" fmla="*/ 327722 h 373584"/>
                <a:gd name="csX9" fmla="*/ 327245 w 409414"/>
                <a:gd name="csY9" fmla="*/ 333455 h 373584"/>
                <a:gd name="csX10" fmla="*/ 320556 w 409414"/>
                <a:gd name="csY10" fmla="*/ 337755 h 373584"/>
                <a:gd name="csX11" fmla="*/ 316257 w 409414"/>
                <a:gd name="csY11" fmla="*/ 341099 h 373584"/>
                <a:gd name="csX12" fmla="*/ 311002 w 409414"/>
                <a:gd name="csY12" fmla="*/ 345398 h 373584"/>
                <a:gd name="csX13" fmla="*/ 305747 w 409414"/>
                <a:gd name="csY13" fmla="*/ 349698 h 373584"/>
                <a:gd name="csX14" fmla="*/ 301925 w 409414"/>
                <a:gd name="csY14" fmla="*/ 353042 h 373584"/>
                <a:gd name="csX15" fmla="*/ 296670 w 409414"/>
                <a:gd name="csY15" fmla="*/ 357342 h 373584"/>
                <a:gd name="csX16" fmla="*/ 293804 w 409414"/>
                <a:gd name="csY16" fmla="*/ 359730 h 373584"/>
                <a:gd name="csX17" fmla="*/ 288071 w 409414"/>
                <a:gd name="csY17" fmla="*/ 364508 h 373584"/>
                <a:gd name="csX18" fmla="*/ 286160 w 409414"/>
                <a:gd name="csY18" fmla="*/ 364985 h 373584"/>
                <a:gd name="csX19" fmla="*/ 278516 w 409414"/>
                <a:gd name="csY19" fmla="*/ 366896 h 373584"/>
                <a:gd name="csX20" fmla="*/ 271350 w 409414"/>
                <a:gd name="csY20" fmla="*/ 367852 h 373584"/>
                <a:gd name="csX21" fmla="*/ 265140 w 409414"/>
                <a:gd name="csY21" fmla="*/ 369285 h 373584"/>
                <a:gd name="csX22" fmla="*/ 260363 w 409414"/>
                <a:gd name="csY22" fmla="*/ 370240 h 373584"/>
                <a:gd name="csX23" fmla="*/ 256063 w 409414"/>
                <a:gd name="csY23" fmla="*/ 370718 h 373584"/>
                <a:gd name="csX24" fmla="*/ 249852 w 409414"/>
                <a:gd name="csY24" fmla="*/ 372151 h 373584"/>
                <a:gd name="csX25" fmla="*/ 245553 w 409414"/>
                <a:gd name="csY25" fmla="*/ 372629 h 373584"/>
                <a:gd name="csX26" fmla="*/ 240298 w 409414"/>
                <a:gd name="csY26" fmla="*/ 373584 h 373584"/>
                <a:gd name="csX27" fmla="*/ 239820 w 409414"/>
                <a:gd name="csY27" fmla="*/ 373584 h 373584"/>
                <a:gd name="csX28" fmla="*/ 238865 w 409414"/>
                <a:gd name="csY28" fmla="*/ 373584 h 373584"/>
                <a:gd name="csX29" fmla="*/ 238387 w 409414"/>
                <a:gd name="csY29" fmla="*/ 373584 h 373584"/>
                <a:gd name="csX30" fmla="*/ 236954 w 409414"/>
                <a:gd name="csY30" fmla="*/ 373107 h 373584"/>
                <a:gd name="csX31" fmla="*/ 235043 w 409414"/>
                <a:gd name="csY31" fmla="*/ 372151 h 373584"/>
                <a:gd name="csX32" fmla="*/ 234087 w 409414"/>
                <a:gd name="csY32" fmla="*/ 371673 h 373584"/>
                <a:gd name="csX33" fmla="*/ 234087 w 409414"/>
                <a:gd name="csY33" fmla="*/ 370718 h 373584"/>
                <a:gd name="csX34" fmla="*/ 234565 w 409414"/>
                <a:gd name="csY34" fmla="*/ 369285 h 373584"/>
                <a:gd name="csX35" fmla="*/ 235521 w 409414"/>
                <a:gd name="csY35" fmla="*/ 368329 h 373584"/>
                <a:gd name="csX36" fmla="*/ 235521 w 409414"/>
                <a:gd name="csY36" fmla="*/ 367374 h 373584"/>
                <a:gd name="csX37" fmla="*/ 235998 w 409414"/>
                <a:gd name="csY37" fmla="*/ 366896 h 373584"/>
                <a:gd name="csX38" fmla="*/ 236954 w 409414"/>
                <a:gd name="csY38" fmla="*/ 366419 h 373584"/>
                <a:gd name="csX39" fmla="*/ 236954 w 409414"/>
                <a:gd name="csY39" fmla="*/ 365463 h 373584"/>
                <a:gd name="csX40" fmla="*/ 236476 w 409414"/>
                <a:gd name="csY40" fmla="*/ 364508 h 373584"/>
                <a:gd name="csX41" fmla="*/ 235998 w 409414"/>
                <a:gd name="csY41" fmla="*/ 362597 h 373584"/>
                <a:gd name="csX42" fmla="*/ 235998 w 409414"/>
                <a:gd name="csY42" fmla="*/ 359730 h 373584"/>
                <a:gd name="csX43" fmla="*/ 235998 w 409414"/>
                <a:gd name="csY43" fmla="*/ 358775 h 373584"/>
                <a:gd name="csX44" fmla="*/ 235998 w 409414"/>
                <a:gd name="csY44" fmla="*/ 358297 h 373584"/>
                <a:gd name="csX45" fmla="*/ 234565 w 409414"/>
                <a:gd name="csY45" fmla="*/ 357342 h 373584"/>
                <a:gd name="csX46" fmla="*/ 231699 w 409414"/>
                <a:gd name="csY46" fmla="*/ 355908 h 373584"/>
                <a:gd name="csX47" fmla="*/ 229310 w 409414"/>
                <a:gd name="csY47" fmla="*/ 354953 h 373584"/>
                <a:gd name="csX48" fmla="*/ 227877 w 409414"/>
                <a:gd name="csY48" fmla="*/ 354953 h 373584"/>
                <a:gd name="csX49" fmla="*/ 225010 w 409414"/>
                <a:gd name="csY49" fmla="*/ 354475 h 373584"/>
                <a:gd name="csX50" fmla="*/ 221189 w 409414"/>
                <a:gd name="csY50" fmla="*/ 353520 h 373584"/>
                <a:gd name="csX51" fmla="*/ 220233 w 409414"/>
                <a:gd name="csY51" fmla="*/ 353042 h 373584"/>
                <a:gd name="csX52" fmla="*/ 217367 w 409414"/>
                <a:gd name="csY52" fmla="*/ 350176 h 373584"/>
                <a:gd name="csX53" fmla="*/ 216411 w 409414"/>
                <a:gd name="csY53" fmla="*/ 349698 h 373584"/>
                <a:gd name="csX54" fmla="*/ 210679 w 409414"/>
                <a:gd name="csY54" fmla="*/ 349220 h 373584"/>
                <a:gd name="csX55" fmla="*/ 208768 w 409414"/>
                <a:gd name="csY55" fmla="*/ 348743 h 373584"/>
                <a:gd name="csX56" fmla="*/ 206857 w 409414"/>
                <a:gd name="csY56" fmla="*/ 347787 h 373584"/>
                <a:gd name="csX57" fmla="*/ 205901 w 409414"/>
                <a:gd name="csY57" fmla="*/ 347309 h 373584"/>
                <a:gd name="csX58" fmla="*/ 204946 w 409414"/>
                <a:gd name="csY58" fmla="*/ 345398 h 373584"/>
                <a:gd name="csX59" fmla="*/ 204946 w 409414"/>
                <a:gd name="csY59" fmla="*/ 344443 h 373584"/>
                <a:gd name="csX60" fmla="*/ 204468 w 409414"/>
                <a:gd name="csY60" fmla="*/ 343488 h 373584"/>
                <a:gd name="csX61" fmla="*/ 197780 w 409414"/>
                <a:gd name="csY61" fmla="*/ 340621 h 373584"/>
                <a:gd name="csX62" fmla="*/ 196347 w 409414"/>
                <a:gd name="csY62" fmla="*/ 339666 h 373584"/>
                <a:gd name="csX63" fmla="*/ 195391 w 409414"/>
                <a:gd name="csY63" fmla="*/ 338710 h 373584"/>
                <a:gd name="csX64" fmla="*/ 195391 w 409414"/>
                <a:gd name="csY64" fmla="*/ 337277 h 373584"/>
                <a:gd name="csX65" fmla="*/ 195391 w 409414"/>
                <a:gd name="csY65" fmla="*/ 335366 h 373584"/>
                <a:gd name="csX66" fmla="*/ 195391 w 409414"/>
                <a:gd name="csY66" fmla="*/ 333933 h 373584"/>
                <a:gd name="csX67" fmla="*/ 194914 w 409414"/>
                <a:gd name="csY67" fmla="*/ 332977 h 373584"/>
                <a:gd name="csX68" fmla="*/ 192047 w 409414"/>
                <a:gd name="csY68" fmla="*/ 331066 h 373584"/>
                <a:gd name="csX69" fmla="*/ 185837 w 409414"/>
                <a:gd name="csY69" fmla="*/ 327245 h 373584"/>
                <a:gd name="csX70" fmla="*/ 179149 w 409414"/>
                <a:gd name="csY70" fmla="*/ 322945 h 373584"/>
                <a:gd name="csX71" fmla="*/ 172460 w 409414"/>
                <a:gd name="csY71" fmla="*/ 318646 h 373584"/>
                <a:gd name="csX72" fmla="*/ 166250 w 409414"/>
                <a:gd name="csY72" fmla="*/ 314346 h 373584"/>
                <a:gd name="csX73" fmla="*/ 159562 w 409414"/>
                <a:gd name="csY73" fmla="*/ 310524 h 373584"/>
                <a:gd name="csX74" fmla="*/ 153351 w 409414"/>
                <a:gd name="csY74" fmla="*/ 306224 h 373584"/>
                <a:gd name="csX75" fmla="*/ 146663 w 409414"/>
                <a:gd name="csY75" fmla="*/ 301925 h 373584"/>
                <a:gd name="csX76" fmla="*/ 139975 w 409414"/>
                <a:gd name="csY76" fmla="*/ 297625 h 373584"/>
                <a:gd name="csX77" fmla="*/ 133764 w 409414"/>
                <a:gd name="csY77" fmla="*/ 293326 h 373584"/>
                <a:gd name="csX78" fmla="*/ 127076 w 409414"/>
                <a:gd name="csY78" fmla="*/ 289504 h 373584"/>
                <a:gd name="csX79" fmla="*/ 120865 w 409414"/>
                <a:gd name="csY79" fmla="*/ 285205 h 373584"/>
                <a:gd name="csX80" fmla="*/ 114177 w 409414"/>
                <a:gd name="csY80" fmla="*/ 280905 h 373584"/>
                <a:gd name="csX81" fmla="*/ 107489 w 409414"/>
                <a:gd name="csY81" fmla="*/ 276605 h 373584"/>
                <a:gd name="csX82" fmla="*/ 101279 w 409414"/>
                <a:gd name="csY82" fmla="*/ 272306 h 373584"/>
                <a:gd name="csX83" fmla="*/ 94590 w 409414"/>
                <a:gd name="csY83" fmla="*/ 268006 h 373584"/>
                <a:gd name="csX84" fmla="*/ 88380 w 409414"/>
                <a:gd name="csY84" fmla="*/ 263707 h 373584"/>
                <a:gd name="csX85" fmla="*/ 82647 w 409414"/>
                <a:gd name="csY85" fmla="*/ 260363 h 373584"/>
                <a:gd name="csX86" fmla="*/ 76437 w 409414"/>
                <a:gd name="csY86" fmla="*/ 256541 h 373584"/>
                <a:gd name="csX87" fmla="*/ 72137 w 409414"/>
                <a:gd name="csY87" fmla="*/ 253674 h 373584"/>
                <a:gd name="csX88" fmla="*/ 68793 w 409414"/>
                <a:gd name="csY88" fmla="*/ 251763 h 373584"/>
                <a:gd name="csX89" fmla="*/ 67838 w 409414"/>
                <a:gd name="csY89" fmla="*/ 250808 h 373584"/>
                <a:gd name="csX90" fmla="*/ 63060 w 409414"/>
                <a:gd name="csY90" fmla="*/ 247942 h 373584"/>
                <a:gd name="csX91" fmla="*/ 59716 w 409414"/>
                <a:gd name="csY91" fmla="*/ 246031 h 373584"/>
                <a:gd name="csX92" fmla="*/ 55894 w 409414"/>
                <a:gd name="csY92" fmla="*/ 244120 h 373584"/>
                <a:gd name="csX93" fmla="*/ 52550 w 409414"/>
                <a:gd name="csY93" fmla="*/ 241731 h 373584"/>
                <a:gd name="csX94" fmla="*/ 52073 w 409414"/>
                <a:gd name="csY94" fmla="*/ 241731 h 373584"/>
                <a:gd name="csX95" fmla="*/ 48728 w 409414"/>
                <a:gd name="csY95" fmla="*/ 239342 h 373584"/>
                <a:gd name="csX96" fmla="*/ 44907 w 409414"/>
                <a:gd name="csY96" fmla="*/ 237432 h 373584"/>
                <a:gd name="csX97" fmla="*/ 44907 w 409414"/>
                <a:gd name="csY97" fmla="*/ 237432 h 373584"/>
                <a:gd name="csX98" fmla="*/ 41085 w 409414"/>
                <a:gd name="csY98" fmla="*/ 235043 h 373584"/>
                <a:gd name="csX99" fmla="*/ 37741 w 409414"/>
                <a:gd name="csY99" fmla="*/ 232654 h 373584"/>
                <a:gd name="csX100" fmla="*/ 34874 w 409414"/>
                <a:gd name="csY100" fmla="*/ 231221 h 373584"/>
                <a:gd name="csX101" fmla="*/ 33919 w 409414"/>
                <a:gd name="csY101" fmla="*/ 230743 h 373584"/>
                <a:gd name="csX102" fmla="*/ 30097 w 409414"/>
                <a:gd name="csY102" fmla="*/ 228355 h 373584"/>
                <a:gd name="csX103" fmla="*/ 30097 w 409414"/>
                <a:gd name="csY103" fmla="*/ 228355 h 373584"/>
                <a:gd name="csX104" fmla="*/ 26275 w 409414"/>
                <a:gd name="csY104" fmla="*/ 225966 h 373584"/>
                <a:gd name="csX105" fmla="*/ 22453 w 409414"/>
                <a:gd name="csY105" fmla="*/ 223577 h 373584"/>
                <a:gd name="csX106" fmla="*/ 18632 w 409414"/>
                <a:gd name="csY106" fmla="*/ 221667 h 373584"/>
                <a:gd name="csX107" fmla="*/ 15287 w 409414"/>
                <a:gd name="csY107" fmla="*/ 219278 h 373584"/>
                <a:gd name="csX108" fmla="*/ 11466 w 409414"/>
                <a:gd name="csY108" fmla="*/ 216889 h 373584"/>
                <a:gd name="csX109" fmla="*/ 7644 w 409414"/>
                <a:gd name="csY109" fmla="*/ 214978 h 373584"/>
                <a:gd name="csX110" fmla="*/ 7644 w 409414"/>
                <a:gd name="csY110" fmla="*/ 214978 h 373584"/>
                <a:gd name="csX111" fmla="*/ 3822 w 409414"/>
                <a:gd name="csY111" fmla="*/ 212590 h 373584"/>
                <a:gd name="csX112" fmla="*/ 0 w 409414"/>
                <a:gd name="csY112" fmla="*/ 210201 h 373584"/>
                <a:gd name="csX113" fmla="*/ 0 w 409414"/>
                <a:gd name="csY113" fmla="*/ 210201 h 373584"/>
                <a:gd name="csX114" fmla="*/ 0 w 409414"/>
                <a:gd name="csY114" fmla="*/ 206379 h 373584"/>
                <a:gd name="csX115" fmla="*/ 0 w 409414"/>
                <a:gd name="csY115" fmla="*/ 202557 h 373584"/>
                <a:gd name="csX116" fmla="*/ 0 w 409414"/>
                <a:gd name="csY116" fmla="*/ 197780 h 373584"/>
                <a:gd name="csX117" fmla="*/ 0 w 409414"/>
                <a:gd name="csY117" fmla="*/ 193480 h 373584"/>
                <a:gd name="csX118" fmla="*/ 0 w 409414"/>
                <a:gd name="csY118" fmla="*/ 189181 h 373584"/>
                <a:gd name="csX119" fmla="*/ 0 w 409414"/>
                <a:gd name="csY119" fmla="*/ 186314 h 373584"/>
                <a:gd name="csX120" fmla="*/ 0 w 409414"/>
                <a:gd name="csY120" fmla="*/ 182970 h 373584"/>
                <a:gd name="csX121" fmla="*/ 0 w 409414"/>
                <a:gd name="csY121" fmla="*/ 181537 h 373584"/>
                <a:gd name="csX122" fmla="*/ 478 w 409414"/>
                <a:gd name="csY122" fmla="*/ 181060 h 373584"/>
                <a:gd name="csX123" fmla="*/ 2389 w 409414"/>
                <a:gd name="csY123" fmla="*/ 180104 h 373584"/>
                <a:gd name="csX124" fmla="*/ 5733 w 409414"/>
                <a:gd name="csY124" fmla="*/ 177715 h 373584"/>
                <a:gd name="csX125" fmla="*/ 6688 w 409414"/>
                <a:gd name="csY125" fmla="*/ 176760 h 373584"/>
                <a:gd name="csX126" fmla="*/ 8599 w 409414"/>
                <a:gd name="csY126" fmla="*/ 175327 h 373584"/>
                <a:gd name="csX127" fmla="*/ 13854 w 409414"/>
                <a:gd name="csY127" fmla="*/ 172460 h 373584"/>
                <a:gd name="csX128" fmla="*/ 14809 w 409414"/>
                <a:gd name="csY128" fmla="*/ 171505 h 373584"/>
                <a:gd name="csX129" fmla="*/ 20065 w 409414"/>
                <a:gd name="csY129" fmla="*/ 167683 h 373584"/>
                <a:gd name="csX130" fmla="*/ 21020 w 409414"/>
                <a:gd name="csY130" fmla="*/ 167205 h 373584"/>
                <a:gd name="csX131" fmla="*/ 23886 w 409414"/>
                <a:gd name="csY131" fmla="*/ 167205 h 373584"/>
                <a:gd name="csX132" fmla="*/ 24842 w 409414"/>
                <a:gd name="csY132" fmla="*/ 166250 h 373584"/>
                <a:gd name="csX133" fmla="*/ 26753 w 409414"/>
                <a:gd name="csY133" fmla="*/ 164817 h 373584"/>
                <a:gd name="csX134" fmla="*/ 28664 w 409414"/>
                <a:gd name="csY134" fmla="*/ 163384 h 373584"/>
                <a:gd name="csX135" fmla="*/ 30097 w 409414"/>
                <a:gd name="csY135" fmla="*/ 162428 h 373584"/>
                <a:gd name="csX136" fmla="*/ 30575 w 409414"/>
                <a:gd name="csY136" fmla="*/ 162428 h 373584"/>
                <a:gd name="csX137" fmla="*/ 31530 w 409414"/>
                <a:gd name="csY137" fmla="*/ 161950 h 373584"/>
                <a:gd name="csX138" fmla="*/ 36307 w 409414"/>
                <a:gd name="csY138" fmla="*/ 162906 h 373584"/>
                <a:gd name="csX139" fmla="*/ 38218 w 409414"/>
                <a:gd name="csY139" fmla="*/ 162906 h 373584"/>
                <a:gd name="csX140" fmla="*/ 40607 w 409414"/>
                <a:gd name="csY140" fmla="*/ 163384 h 373584"/>
                <a:gd name="csX141" fmla="*/ 41563 w 409414"/>
                <a:gd name="csY141" fmla="*/ 162906 h 373584"/>
                <a:gd name="csX142" fmla="*/ 42040 w 409414"/>
                <a:gd name="csY142" fmla="*/ 162428 h 373584"/>
                <a:gd name="csX143" fmla="*/ 42996 w 409414"/>
                <a:gd name="csY143" fmla="*/ 161473 h 373584"/>
                <a:gd name="csX144" fmla="*/ 42996 w 409414"/>
                <a:gd name="csY144" fmla="*/ 160039 h 373584"/>
                <a:gd name="csX145" fmla="*/ 43473 w 409414"/>
                <a:gd name="csY145" fmla="*/ 159084 h 373584"/>
                <a:gd name="csX146" fmla="*/ 43473 w 409414"/>
                <a:gd name="csY146" fmla="*/ 158128 h 373584"/>
                <a:gd name="csX147" fmla="*/ 43951 w 409414"/>
                <a:gd name="csY147" fmla="*/ 158128 h 373584"/>
                <a:gd name="csX148" fmla="*/ 44907 w 409414"/>
                <a:gd name="csY148" fmla="*/ 158128 h 373584"/>
                <a:gd name="csX149" fmla="*/ 46340 w 409414"/>
                <a:gd name="csY149" fmla="*/ 158128 h 373584"/>
                <a:gd name="csX150" fmla="*/ 49206 w 409414"/>
                <a:gd name="csY150" fmla="*/ 158128 h 373584"/>
                <a:gd name="csX151" fmla="*/ 50162 w 409414"/>
                <a:gd name="csY151" fmla="*/ 158128 h 373584"/>
                <a:gd name="csX152" fmla="*/ 53028 w 409414"/>
                <a:gd name="csY152" fmla="*/ 158128 h 373584"/>
                <a:gd name="csX153" fmla="*/ 57805 w 409414"/>
                <a:gd name="csY153" fmla="*/ 157173 h 373584"/>
                <a:gd name="csX154" fmla="*/ 61627 w 409414"/>
                <a:gd name="csY154" fmla="*/ 156218 h 373584"/>
                <a:gd name="csX155" fmla="*/ 64493 w 409414"/>
                <a:gd name="csY155" fmla="*/ 155262 h 373584"/>
                <a:gd name="csX156" fmla="*/ 67360 w 409414"/>
                <a:gd name="csY156" fmla="*/ 153351 h 373584"/>
                <a:gd name="csX157" fmla="*/ 69748 w 409414"/>
                <a:gd name="csY157" fmla="*/ 150962 h 373584"/>
                <a:gd name="csX158" fmla="*/ 72137 w 409414"/>
                <a:gd name="csY158" fmla="*/ 147619 h 373584"/>
                <a:gd name="csX159" fmla="*/ 73570 w 409414"/>
                <a:gd name="csY159" fmla="*/ 144752 h 373584"/>
                <a:gd name="csX160" fmla="*/ 77392 w 409414"/>
                <a:gd name="csY160" fmla="*/ 142841 h 373584"/>
                <a:gd name="csX161" fmla="*/ 80736 w 409414"/>
                <a:gd name="csY161" fmla="*/ 141886 h 373584"/>
                <a:gd name="csX162" fmla="*/ 82647 w 409414"/>
                <a:gd name="csY162" fmla="*/ 141408 h 373584"/>
                <a:gd name="csX163" fmla="*/ 86469 w 409414"/>
                <a:gd name="csY163" fmla="*/ 139497 h 373584"/>
                <a:gd name="csX164" fmla="*/ 89813 w 409414"/>
                <a:gd name="csY164" fmla="*/ 137586 h 373584"/>
                <a:gd name="csX165" fmla="*/ 93157 w 409414"/>
                <a:gd name="csY165" fmla="*/ 135197 h 373584"/>
                <a:gd name="csX166" fmla="*/ 95546 w 409414"/>
                <a:gd name="csY166" fmla="*/ 134720 h 373584"/>
                <a:gd name="csX167" fmla="*/ 98890 w 409414"/>
                <a:gd name="csY167" fmla="*/ 134720 h 373584"/>
                <a:gd name="csX168" fmla="*/ 99368 w 409414"/>
                <a:gd name="csY168" fmla="*/ 134242 h 373584"/>
                <a:gd name="csX169" fmla="*/ 100323 w 409414"/>
                <a:gd name="csY169" fmla="*/ 133287 h 373584"/>
                <a:gd name="csX170" fmla="*/ 100323 w 409414"/>
                <a:gd name="csY170" fmla="*/ 131853 h 373584"/>
                <a:gd name="csX171" fmla="*/ 99368 w 409414"/>
                <a:gd name="csY171" fmla="*/ 130898 h 373584"/>
                <a:gd name="csX172" fmla="*/ 98412 w 409414"/>
                <a:gd name="csY172" fmla="*/ 130420 h 373584"/>
                <a:gd name="csX173" fmla="*/ 97457 w 409414"/>
                <a:gd name="csY173" fmla="*/ 129942 h 373584"/>
                <a:gd name="csX174" fmla="*/ 96501 w 409414"/>
                <a:gd name="csY174" fmla="*/ 129942 h 373584"/>
                <a:gd name="csX175" fmla="*/ 96501 w 409414"/>
                <a:gd name="csY175" fmla="*/ 128987 h 373584"/>
                <a:gd name="csX176" fmla="*/ 96501 w 409414"/>
                <a:gd name="csY176" fmla="*/ 128031 h 373584"/>
                <a:gd name="csX177" fmla="*/ 96501 w 409414"/>
                <a:gd name="csY177" fmla="*/ 127076 h 373584"/>
                <a:gd name="csX178" fmla="*/ 96979 w 409414"/>
                <a:gd name="csY178" fmla="*/ 125643 h 373584"/>
                <a:gd name="csX179" fmla="*/ 96979 w 409414"/>
                <a:gd name="csY179" fmla="*/ 124210 h 373584"/>
                <a:gd name="csX180" fmla="*/ 96024 w 409414"/>
                <a:gd name="csY180" fmla="*/ 122299 h 373584"/>
                <a:gd name="csX181" fmla="*/ 96024 w 409414"/>
                <a:gd name="csY181" fmla="*/ 121343 h 373584"/>
                <a:gd name="csX182" fmla="*/ 96024 w 409414"/>
                <a:gd name="csY182" fmla="*/ 120388 h 373584"/>
                <a:gd name="csX183" fmla="*/ 96501 w 409414"/>
                <a:gd name="csY183" fmla="*/ 119432 h 373584"/>
                <a:gd name="csX184" fmla="*/ 97457 w 409414"/>
                <a:gd name="csY184" fmla="*/ 118955 h 373584"/>
                <a:gd name="csX185" fmla="*/ 98890 w 409414"/>
                <a:gd name="csY185" fmla="*/ 118477 h 373584"/>
                <a:gd name="csX186" fmla="*/ 100801 w 409414"/>
                <a:gd name="csY186" fmla="*/ 118955 h 373584"/>
                <a:gd name="csX187" fmla="*/ 104145 w 409414"/>
                <a:gd name="csY187" fmla="*/ 118477 h 373584"/>
                <a:gd name="csX188" fmla="*/ 112266 w 409414"/>
                <a:gd name="csY188" fmla="*/ 115611 h 373584"/>
                <a:gd name="csX189" fmla="*/ 113222 w 409414"/>
                <a:gd name="csY189" fmla="*/ 114655 h 373584"/>
                <a:gd name="csX190" fmla="*/ 113700 w 409414"/>
                <a:gd name="csY190" fmla="*/ 112744 h 373584"/>
                <a:gd name="csX191" fmla="*/ 114177 w 409414"/>
                <a:gd name="csY191" fmla="*/ 111311 h 373584"/>
                <a:gd name="csX192" fmla="*/ 115133 w 409414"/>
                <a:gd name="csY192" fmla="*/ 110833 h 373584"/>
                <a:gd name="csX193" fmla="*/ 115611 w 409414"/>
                <a:gd name="csY193" fmla="*/ 110355 h 373584"/>
                <a:gd name="csX194" fmla="*/ 118477 w 409414"/>
                <a:gd name="csY194" fmla="*/ 109878 h 373584"/>
                <a:gd name="csX195" fmla="*/ 122299 w 409414"/>
                <a:gd name="csY195" fmla="*/ 109400 h 373584"/>
                <a:gd name="csX196" fmla="*/ 123732 w 409414"/>
                <a:gd name="csY196" fmla="*/ 109400 h 373584"/>
                <a:gd name="csX197" fmla="*/ 128031 w 409414"/>
                <a:gd name="csY197" fmla="*/ 109400 h 373584"/>
                <a:gd name="csX198" fmla="*/ 131376 w 409414"/>
                <a:gd name="csY198" fmla="*/ 109878 h 373584"/>
                <a:gd name="csX199" fmla="*/ 136153 w 409414"/>
                <a:gd name="csY199" fmla="*/ 109878 h 373584"/>
                <a:gd name="csX200" fmla="*/ 139975 w 409414"/>
                <a:gd name="csY200" fmla="*/ 109878 h 373584"/>
                <a:gd name="csX201" fmla="*/ 142841 w 409414"/>
                <a:gd name="csY201" fmla="*/ 109878 h 373584"/>
                <a:gd name="csX202" fmla="*/ 147141 w 409414"/>
                <a:gd name="csY202" fmla="*/ 110355 h 373584"/>
                <a:gd name="csX203" fmla="*/ 148096 w 409414"/>
                <a:gd name="csY203" fmla="*/ 109878 h 373584"/>
                <a:gd name="csX204" fmla="*/ 148096 w 409414"/>
                <a:gd name="csY204" fmla="*/ 108445 h 373584"/>
                <a:gd name="csX205" fmla="*/ 147141 w 409414"/>
                <a:gd name="csY205" fmla="*/ 106534 h 373584"/>
                <a:gd name="csX206" fmla="*/ 147619 w 409414"/>
                <a:gd name="csY206" fmla="*/ 105100 h 373584"/>
                <a:gd name="csX207" fmla="*/ 149052 w 409414"/>
                <a:gd name="csY207" fmla="*/ 103667 h 373584"/>
                <a:gd name="csX208" fmla="*/ 150962 w 409414"/>
                <a:gd name="csY208" fmla="*/ 102234 h 373584"/>
                <a:gd name="csX209" fmla="*/ 150485 w 409414"/>
                <a:gd name="csY209" fmla="*/ 100323 h 373584"/>
                <a:gd name="csX210" fmla="*/ 148574 w 409414"/>
                <a:gd name="csY210" fmla="*/ 98890 h 373584"/>
                <a:gd name="csX211" fmla="*/ 146663 w 409414"/>
                <a:gd name="csY211" fmla="*/ 97457 h 373584"/>
                <a:gd name="csX212" fmla="*/ 145707 w 409414"/>
                <a:gd name="csY212" fmla="*/ 96979 h 373584"/>
                <a:gd name="csX213" fmla="*/ 143796 w 409414"/>
                <a:gd name="csY213" fmla="*/ 95068 h 373584"/>
                <a:gd name="csX214" fmla="*/ 142363 w 409414"/>
                <a:gd name="csY214" fmla="*/ 93157 h 373584"/>
                <a:gd name="csX215" fmla="*/ 141408 w 409414"/>
                <a:gd name="csY215" fmla="*/ 88858 h 373584"/>
                <a:gd name="csX216" fmla="*/ 139975 w 409414"/>
                <a:gd name="csY216" fmla="*/ 86469 h 373584"/>
                <a:gd name="csX217" fmla="*/ 139019 w 409414"/>
                <a:gd name="csY217" fmla="*/ 83603 h 373584"/>
                <a:gd name="csX218" fmla="*/ 139975 w 409414"/>
                <a:gd name="csY218" fmla="*/ 78348 h 373584"/>
                <a:gd name="csX219" fmla="*/ 138542 w 409414"/>
                <a:gd name="csY219" fmla="*/ 75004 h 373584"/>
                <a:gd name="csX220" fmla="*/ 138542 w 409414"/>
                <a:gd name="csY220" fmla="*/ 73570 h 373584"/>
                <a:gd name="csX221" fmla="*/ 138064 w 409414"/>
                <a:gd name="csY221" fmla="*/ 72137 h 373584"/>
                <a:gd name="csX222" fmla="*/ 138542 w 409414"/>
                <a:gd name="csY222" fmla="*/ 69271 h 373584"/>
                <a:gd name="csX223" fmla="*/ 138542 w 409414"/>
                <a:gd name="csY223" fmla="*/ 64971 h 373584"/>
                <a:gd name="csX224" fmla="*/ 136631 w 409414"/>
                <a:gd name="csY224" fmla="*/ 60672 h 373584"/>
                <a:gd name="csX225" fmla="*/ 137586 w 409414"/>
                <a:gd name="csY225" fmla="*/ 59716 h 373584"/>
                <a:gd name="csX226" fmla="*/ 138064 w 409414"/>
                <a:gd name="csY226" fmla="*/ 58761 h 373584"/>
                <a:gd name="csX227" fmla="*/ 138064 w 409414"/>
                <a:gd name="csY227" fmla="*/ 58283 h 373584"/>
                <a:gd name="csX228" fmla="*/ 136153 w 409414"/>
                <a:gd name="csY228" fmla="*/ 56850 h 373584"/>
                <a:gd name="csX229" fmla="*/ 135675 w 409414"/>
                <a:gd name="csY229" fmla="*/ 55417 h 373584"/>
                <a:gd name="csX230" fmla="*/ 136153 w 409414"/>
                <a:gd name="csY230" fmla="*/ 54461 h 373584"/>
                <a:gd name="csX231" fmla="*/ 136631 w 409414"/>
                <a:gd name="csY231" fmla="*/ 53028 h 373584"/>
                <a:gd name="csX232" fmla="*/ 136631 w 409414"/>
                <a:gd name="csY232" fmla="*/ 52550 h 373584"/>
                <a:gd name="csX233" fmla="*/ 134242 w 409414"/>
                <a:gd name="csY233" fmla="*/ 50639 h 373584"/>
                <a:gd name="csX234" fmla="*/ 129942 w 409414"/>
                <a:gd name="csY234" fmla="*/ 47773 h 373584"/>
                <a:gd name="csX235" fmla="*/ 128987 w 409414"/>
                <a:gd name="csY235" fmla="*/ 46340 h 373584"/>
                <a:gd name="csX236" fmla="*/ 128509 w 409414"/>
                <a:gd name="csY236" fmla="*/ 44907 h 373584"/>
                <a:gd name="csX237" fmla="*/ 132331 w 409414"/>
                <a:gd name="csY237" fmla="*/ 44907 h 373584"/>
                <a:gd name="csX238" fmla="*/ 134242 w 409414"/>
                <a:gd name="csY238" fmla="*/ 44907 h 373584"/>
                <a:gd name="csX239" fmla="*/ 139019 w 409414"/>
                <a:gd name="csY239" fmla="*/ 42996 h 373584"/>
                <a:gd name="csX240" fmla="*/ 142841 w 409414"/>
                <a:gd name="csY240" fmla="*/ 40129 h 373584"/>
                <a:gd name="csX241" fmla="*/ 145707 w 409414"/>
                <a:gd name="csY241" fmla="*/ 38696 h 373584"/>
                <a:gd name="csX242" fmla="*/ 148574 w 409414"/>
                <a:gd name="csY242" fmla="*/ 35830 h 373584"/>
                <a:gd name="csX243" fmla="*/ 150485 w 409414"/>
                <a:gd name="csY243" fmla="*/ 33919 h 373584"/>
                <a:gd name="csX244" fmla="*/ 154307 w 409414"/>
                <a:gd name="csY244" fmla="*/ 32008 h 373584"/>
                <a:gd name="csX245" fmla="*/ 163861 w 409414"/>
                <a:gd name="csY245" fmla="*/ 27708 h 373584"/>
                <a:gd name="csX246" fmla="*/ 165294 w 409414"/>
                <a:gd name="csY246" fmla="*/ 27708 h 373584"/>
                <a:gd name="csX247" fmla="*/ 168638 w 409414"/>
                <a:gd name="csY247" fmla="*/ 28664 h 373584"/>
                <a:gd name="csX248" fmla="*/ 171505 w 409414"/>
                <a:gd name="csY248" fmla="*/ 28664 h 373584"/>
                <a:gd name="csX249" fmla="*/ 173416 w 409414"/>
                <a:gd name="csY249" fmla="*/ 26753 h 373584"/>
                <a:gd name="csX250" fmla="*/ 175327 w 409414"/>
                <a:gd name="csY250" fmla="*/ 23409 h 373584"/>
                <a:gd name="csX251" fmla="*/ 178671 w 409414"/>
                <a:gd name="csY251" fmla="*/ 21020 h 373584"/>
                <a:gd name="csX252" fmla="*/ 182493 w 409414"/>
                <a:gd name="csY252" fmla="*/ 19109 h 373584"/>
                <a:gd name="csX253" fmla="*/ 188226 w 409414"/>
                <a:gd name="csY253" fmla="*/ 16721 h 373584"/>
                <a:gd name="csX254" fmla="*/ 191569 w 409414"/>
                <a:gd name="csY254" fmla="*/ 14809 h 373584"/>
                <a:gd name="csX255" fmla="*/ 197302 w 409414"/>
                <a:gd name="csY255" fmla="*/ 12899 h 373584"/>
                <a:gd name="csX256" fmla="*/ 211634 w 409414"/>
                <a:gd name="csY256" fmla="*/ 11943 h 373584"/>
                <a:gd name="csX257" fmla="*/ 218800 w 409414"/>
                <a:gd name="csY257" fmla="*/ 10988 h 373584"/>
                <a:gd name="csX258" fmla="*/ 223577 w 409414"/>
                <a:gd name="csY258" fmla="*/ 10988 h 373584"/>
                <a:gd name="csX259" fmla="*/ 228833 w 409414"/>
                <a:gd name="csY259" fmla="*/ 8121 h 373584"/>
                <a:gd name="csX260" fmla="*/ 231221 w 409414"/>
                <a:gd name="csY260" fmla="*/ 7166 h 373584"/>
                <a:gd name="csX261" fmla="*/ 242209 w 409414"/>
                <a:gd name="csY261" fmla="*/ 6688 h 373584"/>
                <a:gd name="csX262" fmla="*/ 247464 w 409414"/>
                <a:gd name="csY262" fmla="*/ 4300 h 373584"/>
                <a:gd name="csX263" fmla="*/ 266573 w 409414"/>
                <a:gd name="csY263" fmla="*/ 4300 h 373584"/>
                <a:gd name="csX264" fmla="*/ 268962 w 409414"/>
                <a:gd name="csY264" fmla="*/ 5255 h 373584"/>
                <a:gd name="csX265" fmla="*/ 271350 w 409414"/>
                <a:gd name="csY265" fmla="*/ 6688 h 373584"/>
                <a:gd name="csX266" fmla="*/ 275172 w 409414"/>
                <a:gd name="csY266" fmla="*/ 9555 h 373584"/>
                <a:gd name="csX267" fmla="*/ 277083 w 409414"/>
                <a:gd name="csY267" fmla="*/ 10032 h 373584"/>
                <a:gd name="csX268" fmla="*/ 279949 w 409414"/>
                <a:gd name="csY268" fmla="*/ 9555 h 373584"/>
                <a:gd name="csX269" fmla="*/ 285682 w 409414"/>
                <a:gd name="csY269" fmla="*/ 6688 h 373584"/>
                <a:gd name="csX270" fmla="*/ 292370 w 409414"/>
                <a:gd name="csY270" fmla="*/ 5255 h 373584"/>
                <a:gd name="csX271" fmla="*/ 296192 w 409414"/>
                <a:gd name="csY271" fmla="*/ 3344 h 373584"/>
                <a:gd name="csX272" fmla="*/ 297625 w 409414"/>
                <a:gd name="csY272" fmla="*/ 956 h 373584"/>
                <a:gd name="csX273" fmla="*/ 300970 w 409414"/>
                <a:gd name="csY273" fmla="*/ 478 h 373584"/>
                <a:gd name="csX274" fmla="*/ 302881 w 409414"/>
                <a:gd name="csY274" fmla="*/ 1911 h 373584"/>
                <a:gd name="csX275" fmla="*/ 309569 w 409414"/>
                <a:gd name="csY275" fmla="*/ 3822 h 373584"/>
                <a:gd name="csX276" fmla="*/ 313868 w 409414"/>
                <a:gd name="csY276" fmla="*/ 3344 h 373584"/>
                <a:gd name="csX277" fmla="*/ 315779 w 409414"/>
                <a:gd name="csY277" fmla="*/ 2866 h 373584"/>
                <a:gd name="csX278" fmla="*/ 315301 w 409414"/>
                <a:gd name="csY278" fmla="*/ 0 h 373584"/>
                <a:gd name="csX279" fmla="*/ 319601 w 409414"/>
                <a:gd name="csY279" fmla="*/ 956 h 373584"/>
                <a:gd name="csX280" fmla="*/ 323423 w 409414"/>
                <a:gd name="csY280" fmla="*/ 2389 h 373584"/>
                <a:gd name="csX281" fmla="*/ 326767 w 409414"/>
                <a:gd name="csY281" fmla="*/ 4777 h 373584"/>
                <a:gd name="csX282" fmla="*/ 329156 w 409414"/>
                <a:gd name="csY282" fmla="*/ 5255 h 373584"/>
                <a:gd name="csX283" fmla="*/ 333455 w 409414"/>
                <a:gd name="csY283" fmla="*/ 4300 h 373584"/>
                <a:gd name="csX284" fmla="*/ 342532 w 409414"/>
                <a:gd name="csY284" fmla="*/ 3822 h 373584"/>
                <a:gd name="csX285" fmla="*/ 342532 w 409414"/>
                <a:gd name="csY285" fmla="*/ 3822 h 373584"/>
                <a:gd name="csX286" fmla="*/ 343010 w 409414"/>
                <a:gd name="csY286" fmla="*/ 4777 h 373584"/>
                <a:gd name="csX287" fmla="*/ 343010 w 409414"/>
                <a:gd name="csY287" fmla="*/ 5733 h 373584"/>
                <a:gd name="csX288" fmla="*/ 341099 w 409414"/>
                <a:gd name="csY288" fmla="*/ 7166 h 373584"/>
                <a:gd name="csX289" fmla="*/ 339666 w 409414"/>
                <a:gd name="csY289" fmla="*/ 7644 h 373584"/>
                <a:gd name="csX290" fmla="*/ 338232 w 409414"/>
                <a:gd name="csY290" fmla="*/ 10510 h 373584"/>
                <a:gd name="csX291" fmla="*/ 335366 w 409414"/>
                <a:gd name="csY291" fmla="*/ 12421 h 373584"/>
                <a:gd name="csX292" fmla="*/ 335366 w 409414"/>
                <a:gd name="csY292" fmla="*/ 12421 h 373584"/>
                <a:gd name="csX293" fmla="*/ 334888 w 409414"/>
                <a:gd name="csY293" fmla="*/ 12899 h 373584"/>
                <a:gd name="csX294" fmla="*/ 334888 w 409414"/>
                <a:gd name="csY294" fmla="*/ 13376 h 373584"/>
                <a:gd name="csX295" fmla="*/ 334888 w 409414"/>
                <a:gd name="csY295" fmla="*/ 13376 h 373584"/>
                <a:gd name="csX296" fmla="*/ 336799 w 409414"/>
                <a:gd name="csY296" fmla="*/ 14332 h 373584"/>
                <a:gd name="csX297" fmla="*/ 337755 w 409414"/>
                <a:gd name="csY297" fmla="*/ 15287 h 373584"/>
                <a:gd name="csX298" fmla="*/ 337755 w 409414"/>
                <a:gd name="csY298" fmla="*/ 16243 h 373584"/>
                <a:gd name="csX299" fmla="*/ 336799 w 409414"/>
                <a:gd name="csY299" fmla="*/ 20542 h 373584"/>
                <a:gd name="csX300" fmla="*/ 336322 w 409414"/>
                <a:gd name="csY300" fmla="*/ 23409 h 373584"/>
                <a:gd name="csX301" fmla="*/ 335844 w 409414"/>
                <a:gd name="csY301" fmla="*/ 27708 h 373584"/>
                <a:gd name="csX302" fmla="*/ 335844 w 409414"/>
                <a:gd name="csY302" fmla="*/ 29141 h 373584"/>
                <a:gd name="csX303" fmla="*/ 335844 w 409414"/>
                <a:gd name="csY303" fmla="*/ 29141 h 373584"/>
                <a:gd name="csX304" fmla="*/ 336322 w 409414"/>
                <a:gd name="csY304" fmla="*/ 31052 h 373584"/>
                <a:gd name="csX305" fmla="*/ 336799 w 409414"/>
                <a:gd name="csY305" fmla="*/ 31052 h 373584"/>
                <a:gd name="csX306" fmla="*/ 337277 w 409414"/>
                <a:gd name="csY306" fmla="*/ 32486 h 373584"/>
                <a:gd name="csX307" fmla="*/ 337277 w 409414"/>
                <a:gd name="csY307" fmla="*/ 33919 h 373584"/>
                <a:gd name="csX308" fmla="*/ 337277 w 409414"/>
                <a:gd name="csY308" fmla="*/ 38218 h 373584"/>
                <a:gd name="csX309" fmla="*/ 337277 w 409414"/>
                <a:gd name="csY309" fmla="*/ 38218 h 373584"/>
                <a:gd name="csX310" fmla="*/ 338232 w 409414"/>
                <a:gd name="csY310" fmla="*/ 40129 h 373584"/>
                <a:gd name="csX311" fmla="*/ 338710 w 409414"/>
                <a:gd name="csY311" fmla="*/ 42518 h 373584"/>
                <a:gd name="csX312" fmla="*/ 337277 w 409414"/>
                <a:gd name="csY312" fmla="*/ 44907 h 373584"/>
                <a:gd name="csX313" fmla="*/ 336322 w 409414"/>
                <a:gd name="csY313" fmla="*/ 47295 h 373584"/>
                <a:gd name="csX314" fmla="*/ 336322 w 409414"/>
                <a:gd name="csY314" fmla="*/ 47295 h 373584"/>
                <a:gd name="csX315" fmla="*/ 335844 w 409414"/>
                <a:gd name="csY315" fmla="*/ 50639 h 373584"/>
                <a:gd name="csX316" fmla="*/ 335844 w 409414"/>
                <a:gd name="csY316" fmla="*/ 53028 h 373584"/>
                <a:gd name="csX317" fmla="*/ 334888 w 409414"/>
                <a:gd name="csY317" fmla="*/ 54939 h 373584"/>
                <a:gd name="csX318" fmla="*/ 333455 w 409414"/>
                <a:gd name="csY318" fmla="*/ 56372 h 373584"/>
                <a:gd name="csX319" fmla="*/ 332022 w 409414"/>
                <a:gd name="csY319" fmla="*/ 57805 h 373584"/>
                <a:gd name="csX320" fmla="*/ 330111 w 409414"/>
                <a:gd name="csY320" fmla="*/ 58761 h 373584"/>
                <a:gd name="csX321" fmla="*/ 327722 w 409414"/>
                <a:gd name="csY321" fmla="*/ 59716 h 373584"/>
                <a:gd name="csX322" fmla="*/ 325812 w 409414"/>
                <a:gd name="csY322" fmla="*/ 63538 h 373584"/>
                <a:gd name="csX323" fmla="*/ 321990 w 409414"/>
                <a:gd name="csY323" fmla="*/ 66405 h 373584"/>
                <a:gd name="csX324" fmla="*/ 321512 w 409414"/>
                <a:gd name="csY324" fmla="*/ 67360 h 373584"/>
                <a:gd name="csX325" fmla="*/ 321034 w 409414"/>
                <a:gd name="csY325" fmla="*/ 69271 h 373584"/>
                <a:gd name="csX326" fmla="*/ 321034 w 409414"/>
                <a:gd name="csY326" fmla="*/ 72615 h 373584"/>
                <a:gd name="csX327" fmla="*/ 321512 w 409414"/>
                <a:gd name="csY327" fmla="*/ 75004 h 373584"/>
                <a:gd name="csX328" fmla="*/ 321512 w 409414"/>
                <a:gd name="csY328" fmla="*/ 75004 h 373584"/>
                <a:gd name="csX329" fmla="*/ 323423 w 409414"/>
                <a:gd name="csY329" fmla="*/ 78825 h 373584"/>
                <a:gd name="csX330" fmla="*/ 325334 w 409414"/>
                <a:gd name="csY330" fmla="*/ 82647 h 373584"/>
                <a:gd name="csX331" fmla="*/ 325812 w 409414"/>
                <a:gd name="csY331" fmla="*/ 85036 h 373584"/>
                <a:gd name="csX332" fmla="*/ 326289 w 409414"/>
                <a:gd name="csY332" fmla="*/ 85514 h 373584"/>
                <a:gd name="csX333" fmla="*/ 328678 w 409414"/>
                <a:gd name="csY333" fmla="*/ 86947 h 373584"/>
                <a:gd name="csX334" fmla="*/ 332500 w 409414"/>
                <a:gd name="csY334" fmla="*/ 88858 h 373584"/>
                <a:gd name="csX335" fmla="*/ 332977 w 409414"/>
                <a:gd name="csY335" fmla="*/ 89335 h 373584"/>
                <a:gd name="csX336" fmla="*/ 334411 w 409414"/>
                <a:gd name="csY336" fmla="*/ 91246 h 373584"/>
                <a:gd name="csX337" fmla="*/ 335366 w 409414"/>
                <a:gd name="csY337" fmla="*/ 92202 h 373584"/>
                <a:gd name="csX338" fmla="*/ 336799 w 409414"/>
                <a:gd name="csY338" fmla="*/ 96979 h 373584"/>
                <a:gd name="csX339" fmla="*/ 337755 w 409414"/>
                <a:gd name="csY339" fmla="*/ 100323 h 373584"/>
                <a:gd name="csX340" fmla="*/ 341099 w 409414"/>
                <a:gd name="csY340" fmla="*/ 103189 h 373584"/>
                <a:gd name="csX341" fmla="*/ 344443 w 409414"/>
                <a:gd name="csY341" fmla="*/ 105578 h 373584"/>
                <a:gd name="csX342" fmla="*/ 347787 w 409414"/>
                <a:gd name="csY342" fmla="*/ 107489 h 373584"/>
                <a:gd name="csX343" fmla="*/ 351131 w 409414"/>
                <a:gd name="csY343" fmla="*/ 109878 h 373584"/>
                <a:gd name="csX344" fmla="*/ 351609 w 409414"/>
                <a:gd name="csY344" fmla="*/ 110355 h 373584"/>
                <a:gd name="csX345" fmla="*/ 352564 w 409414"/>
                <a:gd name="csY345" fmla="*/ 115611 h 373584"/>
                <a:gd name="csX346" fmla="*/ 353520 w 409414"/>
                <a:gd name="csY346" fmla="*/ 119432 h 373584"/>
                <a:gd name="csX347" fmla="*/ 353997 w 409414"/>
                <a:gd name="csY347" fmla="*/ 120388 h 373584"/>
                <a:gd name="csX348" fmla="*/ 355431 w 409414"/>
                <a:gd name="csY348" fmla="*/ 125643 h 373584"/>
                <a:gd name="csX349" fmla="*/ 356386 w 409414"/>
                <a:gd name="csY349" fmla="*/ 130898 h 373584"/>
                <a:gd name="csX350" fmla="*/ 356864 w 409414"/>
                <a:gd name="csY350" fmla="*/ 131853 h 373584"/>
                <a:gd name="csX351" fmla="*/ 357819 w 409414"/>
                <a:gd name="csY351" fmla="*/ 136631 h 373584"/>
                <a:gd name="csX352" fmla="*/ 358775 w 409414"/>
                <a:gd name="csY352" fmla="*/ 140453 h 373584"/>
                <a:gd name="csX353" fmla="*/ 359730 w 409414"/>
                <a:gd name="csY353" fmla="*/ 144752 h 373584"/>
                <a:gd name="csX354" fmla="*/ 361163 w 409414"/>
                <a:gd name="csY354" fmla="*/ 149529 h 373584"/>
                <a:gd name="csX355" fmla="*/ 359253 w 409414"/>
                <a:gd name="csY355" fmla="*/ 150485 h 373584"/>
                <a:gd name="csX356" fmla="*/ 356864 w 409414"/>
                <a:gd name="csY356" fmla="*/ 151918 h 373584"/>
                <a:gd name="csX357" fmla="*/ 358297 w 409414"/>
                <a:gd name="csY357" fmla="*/ 154307 h 373584"/>
                <a:gd name="csX358" fmla="*/ 361641 w 409414"/>
                <a:gd name="csY358" fmla="*/ 158606 h 373584"/>
                <a:gd name="csX359" fmla="*/ 363552 w 409414"/>
                <a:gd name="csY359" fmla="*/ 161950 h 373584"/>
                <a:gd name="csX360" fmla="*/ 364030 w 409414"/>
                <a:gd name="csY360" fmla="*/ 163384 h 373584"/>
                <a:gd name="csX361" fmla="*/ 365463 w 409414"/>
                <a:gd name="csY361" fmla="*/ 167683 h 373584"/>
                <a:gd name="csX362" fmla="*/ 366896 w 409414"/>
                <a:gd name="csY362" fmla="*/ 171505 h 373584"/>
                <a:gd name="csX363" fmla="*/ 366896 w 409414"/>
                <a:gd name="csY363" fmla="*/ 172938 h 373584"/>
                <a:gd name="csX364" fmla="*/ 367374 w 409414"/>
                <a:gd name="csY364" fmla="*/ 175804 h 373584"/>
                <a:gd name="csX365" fmla="*/ 366896 w 409414"/>
                <a:gd name="csY365" fmla="*/ 184403 h 373584"/>
                <a:gd name="csX366" fmla="*/ 367852 w 409414"/>
                <a:gd name="csY366" fmla="*/ 194914 h 373584"/>
                <a:gd name="csX367" fmla="*/ 368807 w 409414"/>
                <a:gd name="csY367" fmla="*/ 200169 h 373584"/>
                <a:gd name="csX368" fmla="*/ 367374 w 409414"/>
                <a:gd name="csY368" fmla="*/ 204946 h 373584"/>
                <a:gd name="csX369" fmla="*/ 365463 w 409414"/>
                <a:gd name="csY369" fmla="*/ 209245 h 373584"/>
                <a:gd name="csX370" fmla="*/ 365941 w 409414"/>
                <a:gd name="csY370" fmla="*/ 211634 h 373584"/>
                <a:gd name="csX371" fmla="*/ 366419 w 409414"/>
                <a:gd name="csY371" fmla="*/ 215456 h 373584"/>
                <a:gd name="csX372" fmla="*/ 367374 w 409414"/>
                <a:gd name="csY372" fmla="*/ 217845 h 373584"/>
                <a:gd name="csX373" fmla="*/ 368329 w 409414"/>
                <a:gd name="csY373" fmla="*/ 219278 h 373584"/>
                <a:gd name="csX374" fmla="*/ 368329 w 409414"/>
                <a:gd name="csY374" fmla="*/ 223577 h 373584"/>
                <a:gd name="csX375" fmla="*/ 367852 w 409414"/>
                <a:gd name="csY375" fmla="*/ 225010 h 373584"/>
                <a:gd name="csX376" fmla="*/ 364508 w 409414"/>
                <a:gd name="csY376" fmla="*/ 227399 h 373584"/>
                <a:gd name="csX377" fmla="*/ 360686 w 409414"/>
                <a:gd name="csY377" fmla="*/ 229788 h 373584"/>
                <a:gd name="csX378" fmla="*/ 359253 w 409414"/>
                <a:gd name="csY378" fmla="*/ 231221 h 373584"/>
                <a:gd name="csX379" fmla="*/ 359253 w 409414"/>
                <a:gd name="csY379" fmla="*/ 233610 h 373584"/>
                <a:gd name="csX380" fmla="*/ 359730 w 409414"/>
                <a:gd name="csY380" fmla="*/ 235043 h 373584"/>
                <a:gd name="csX381" fmla="*/ 362119 w 409414"/>
                <a:gd name="csY381" fmla="*/ 238387 h 373584"/>
                <a:gd name="csX382" fmla="*/ 366419 w 409414"/>
                <a:gd name="csY382" fmla="*/ 244120 h 373584"/>
                <a:gd name="csX383" fmla="*/ 370718 w 409414"/>
                <a:gd name="csY383" fmla="*/ 249852 h 373584"/>
                <a:gd name="csX384" fmla="*/ 371196 w 409414"/>
                <a:gd name="csY384" fmla="*/ 251286 h 373584"/>
                <a:gd name="csX385" fmla="*/ 371196 w 409414"/>
                <a:gd name="csY385" fmla="*/ 255585 h 373584"/>
                <a:gd name="csX386" fmla="*/ 373107 w 409414"/>
                <a:gd name="csY386" fmla="*/ 260363 h 373584"/>
                <a:gd name="csX387" fmla="*/ 375018 w 409414"/>
                <a:gd name="csY387" fmla="*/ 262751 h 373584"/>
                <a:gd name="csX388" fmla="*/ 375495 w 409414"/>
                <a:gd name="csY388" fmla="*/ 264662 h 373584"/>
                <a:gd name="csX389" fmla="*/ 376929 w 409414"/>
                <a:gd name="csY389" fmla="*/ 265617 h 373584"/>
                <a:gd name="csX390" fmla="*/ 378362 w 409414"/>
                <a:gd name="csY390" fmla="*/ 266573 h 373584"/>
                <a:gd name="csX391" fmla="*/ 379317 w 409414"/>
                <a:gd name="csY391" fmla="*/ 266573 h 373584"/>
                <a:gd name="csX392" fmla="*/ 384095 w 409414"/>
                <a:gd name="csY392" fmla="*/ 265140 h 373584"/>
                <a:gd name="csX393" fmla="*/ 392694 w 409414"/>
                <a:gd name="csY393" fmla="*/ 267529 h 373584"/>
                <a:gd name="csX394" fmla="*/ 400337 w 409414"/>
                <a:gd name="csY394" fmla="*/ 269917 h 373584"/>
                <a:gd name="csX395" fmla="*/ 401293 w 409414"/>
                <a:gd name="csY395" fmla="*/ 270395 h 373584"/>
                <a:gd name="csX396" fmla="*/ 402726 w 409414"/>
                <a:gd name="csY396" fmla="*/ 273739 h 373584"/>
                <a:gd name="csX397" fmla="*/ 405592 w 409414"/>
                <a:gd name="csY397" fmla="*/ 278516 h 373584"/>
                <a:gd name="csX398" fmla="*/ 407981 w 409414"/>
                <a:gd name="csY398" fmla="*/ 282338 h 3735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</a:cxnLst>
              <a:rect l="l" t="t" r="r" b="b"/>
              <a:pathLst>
                <a:path w="409414" h="373584">
                  <a:moveTo>
                    <a:pt x="407981" y="282338"/>
                  </a:moveTo>
                  <a:lnTo>
                    <a:pt x="409414" y="285682"/>
                  </a:lnTo>
                  <a:lnTo>
                    <a:pt x="399382" y="291893"/>
                  </a:lnTo>
                  <a:lnTo>
                    <a:pt x="389349" y="297625"/>
                  </a:lnTo>
                  <a:lnTo>
                    <a:pt x="378839" y="303836"/>
                  </a:lnTo>
                  <a:lnTo>
                    <a:pt x="368807" y="309569"/>
                  </a:lnTo>
                  <a:lnTo>
                    <a:pt x="358297" y="315779"/>
                  </a:lnTo>
                  <a:lnTo>
                    <a:pt x="347787" y="321512"/>
                  </a:lnTo>
                  <a:lnTo>
                    <a:pt x="337755" y="327722"/>
                  </a:lnTo>
                  <a:lnTo>
                    <a:pt x="327245" y="333455"/>
                  </a:lnTo>
                  <a:lnTo>
                    <a:pt x="320556" y="337755"/>
                  </a:lnTo>
                  <a:lnTo>
                    <a:pt x="316257" y="341099"/>
                  </a:lnTo>
                  <a:lnTo>
                    <a:pt x="311002" y="345398"/>
                  </a:lnTo>
                  <a:lnTo>
                    <a:pt x="305747" y="349698"/>
                  </a:lnTo>
                  <a:lnTo>
                    <a:pt x="301925" y="353042"/>
                  </a:lnTo>
                  <a:lnTo>
                    <a:pt x="296670" y="357342"/>
                  </a:lnTo>
                  <a:lnTo>
                    <a:pt x="293804" y="359730"/>
                  </a:lnTo>
                  <a:lnTo>
                    <a:pt x="288071" y="364508"/>
                  </a:lnTo>
                  <a:lnTo>
                    <a:pt x="286160" y="364985"/>
                  </a:lnTo>
                  <a:lnTo>
                    <a:pt x="278516" y="366896"/>
                  </a:lnTo>
                  <a:lnTo>
                    <a:pt x="271350" y="367852"/>
                  </a:lnTo>
                  <a:lnTo>
                    <a:pt x="265140" y="369285"/>
                  </a:lnTo>
                  <a:lnTo>
                    <a:pt x="260363" y="370240"/>
                  </a:lnTo>
                  <a:lnTo>
                    <a:pt x="256063" y="370718"/>
                  </a:lnTo>
                  <a:lnTo>
                    <a:pt x="249852" y="372151"/>
                  </a:lnTo>
                  <a:lnTo>
                    <a:pt x="245553" y="372629"/>
                  </a:lnTo>
                  <a:lnTo>
                    <a:pt x="240298" y="373584"/>
                  </a:lnTo>
                  <a:lnTo>
                    <a:pt x="239820" y="373584"/>
                  </a:lnTo>
                  <a:lnTo>
                    <a:pt x="238865" y="373584"/>
                  </a:lnTo>
                  <a:lnTo>
                    <a:pt x="238387" y="373584"/>
                  </a:lnTo>
                  <a:lnTo>
                    <a:pt x="236954" y="373107"/>
                  </a:lnTo>
                  <a:lnTo>
                    <a:pt x="235043" y="372151"/>
                  </a:lnTo>
                  <a:lnTo>
                    <a:pt x="234087" y="371673"/>
                  </a:lnTo>
                  <a:lnTo>
                    <a:pt x="234087" y="370718"/>
                  </a:lnTo>
                  <a:lnTo>
                    <a:pt x="234565" y="369285"/>
                  </a:lnTo>
                  <a:lnTo>
                    <a:pt x="235521" y="368329"/>
                  </a:lnTo>
                  <a:lnTo>
                    <a:pt x="235521" y="367374"/>
                  </a:lnTo>
                  <a:lnTo>
                    <a:pt x="235998" y="366896"/>
                  </a:lnTo>
                  <a:lnTo>
                    <a:pt x="236954" y="366419"/>
                  </a:lnTo>
                  <a:lnTo>
                    <a:pt x="236954" y="365463"/>
                  </a:lnTo>
                  <a:lnTo>
                    <a:pt x="236476" y="364508"/>
                  </a:lnTo>
                  <a:lnTo>
                    <a:pt x="235998" y="362597"/>
                  </a:lnTo>
                  <a:lnTo>
                    <a:pt x="235998" y="359730"/>
                  </a:lnTo>
                  <a:lnTo>
                    <a:pt x="235998" y="358775"/>
                  </a:lnTo>
                  <a:lnTo>
                    <a:pt x="235998" y="358297"/>
                  </a:lnTo>
                  <a:lnTo>
                    <a:pt x="234565" y="357342"/>
                  </a:lnTo>
                  <a:lnTo>
                    <a:pt x="231699" y="355908"/>
                  </a:lnTo>
                  <a:lnTo>
                    <a:pt x="229310" y="354953"/>
                  </a:lnTo>
                  <a:lnTo>
                    <a:pt x="227877" y="354953"/>
                  </a:lnTo>
                  <a:lnTo>
                    <a:pt x="225010" y="354475"/>
                  </a:lnTo>
                  <a:lnTo>
                    <a:pt x="221189" y="353520"/>
                  </a:lnTo>
                  <a:lnTo>
                    <a:pt x="220233" y="353042"/>
                  </a:lnTo>
                  <a:lnTo>
                    <a:pt x="217367" y="350176"/>
                  </a:lnTo>
                  <a:lnTo>
                    <a:pt x="216411" y="349698"/>
                  </a:lnTo>
                  <a:lnTo>
                    <a:pt x="210679" y="349220"/>
                  </a:lnTo>
                  <a:lnTo>
                    <a:pt x="208768" y="348743"/>
                  </a:lnTo>
                  <a:lnTo>
                    <a:pt x="206857" y="347787"/>
                  </a:lnTo>
                  <a:lnTo>
                    <a:pt x="205901" y="347309"/>
                  </a:lnTo>
                  <a:lnTo>
                    <a:pt x="204946" y="345398"/>
                  </a:lnTo>
                  <a:lnTo>
                    <a:pt x="204946" y="344443"/>
                  </a:lnTo>
                  <a:lnTo>
                    <a:pt x="204468" y="343488"/>
                  </a:lnTo>
                  <a:lnTo>
                    <a:pt x="197780" y="340621"/>
                  </a:lnTo>
                  <a:lnTo>
                    <a:pt x="196347" y="339666"/>
                  </a:lnTo>
                  <a:lnTo>
                    <a:pt x="195391" y="338710"/>
                  </a:lnTo>
                  <a:lnTo>
                    <a:pt x="195391" y="337277"/>
                  </a:lnTo>
                  <a:lnTo>
                    <a:pt x="195391" y="335366"/>
                  </a:lnTo>
                  <a:lnTo>
                    <a:pt x="195391" y="333933"/>
                  </a:lnTo>
                  <a:lnTo>
                    <a:pt x="194914" y="332977"/>
                  </a:lnTo>
                  <a:lnTo>
                    <a:pt x="192047" y="331066"/>
                  </a:lnTo>
                  <a:lnTo>
                    <a:pt x="185837" y="327245"/>
                  </a:lnTo>
                  <a:lnTo>
                    <a:pt x="179149" y="322945"/>
                  </a:lnTo>
                  <a:lnTo>
                    <a:pt x="172460" y="318646"/>
                  </a:lnTo>
                  <a:lnTo>
                    <a:pt x="166250" y="314346"/>
                  </a:lnTo>
                  <a:lnTo>
                    <a:pt x="159562" y="310524"/>
                  </a:lnTo>
                  <a:lnTo>
                    <a:pt x="153351" y="306224"/>
                  </a:lnTo>
                  <a:lnTo>
                    <a:pt x="146663" y="301925"/>
                  </a:lnTo>
                  <a:lnTo>
                    <a:pt x="139975" y="297625"/>
                  </a:lnTo>
                  <a:lnTo>
                    <a:pt x="133764" y="293326"/>
                  </a:lnTo>
                  <a:lnTo>
                    <a:pt x="127076" y="289504"/>
                  </a:lnTo>
                  <a:lnTo>
                    <a:pt x="120865" y="285205"/>
                  </a:lnTo>
                  <a:lnTo>
                    <a:pt x="114177" y="280905"/>
                  </a:lnTo>
                  <a:lnTo>
                    <a:pt x="107489" y="276605"/>
                  </a:lnTo>
                  <a:lnTo>
                    <a:pt x="101279" y="272306"/>
                  </a:lnTo>
                  <a:lnTo>
                    <a:pt x="94590" y="268006"/>
                  </a:lnTo>
                  <a:lnTo>
                    <a:pt x="88380" y="263707"/>
                  </a:lnTo>
                  <a:lnTo>
                    <a:pt x="82647" y="260363"/>
                  </a:lnTo>
                  <a:lnTo>
                    <a:pt x="76437" y="256541"/>
                  </a:lnTo>
                  <a:lnTo>
                    <a:pt x="72137" y="253674"/>
                  </a:lnTo>
                  <a:lnTo>
                    <a:pt x="68793" y="251763"/>
                  </a:lnTo>
                  <a:lnTo>
                    <a:pt x="67838" y="250808"/>
                  </a:lnTo>
                  <a:lnTo>
                    <a:pt x="63060" y="247942"/>
                  </a:lnTo>
                  <a:lnTo>
                    <a:pt x="59716" y="246031"/>
                  </a:lnTo>
                  <a:lnTo>
                    <a:pt x="55894" y="244120"/>
                  </a:lnTo>
                  <a:lnTo>
                    <a:pt x="52550" y="241731"/>
                  </a:lnTo>
                  <a:lnTo>
                    <a:pt x="52073" y="241731"/>
                  </a:lnTo>
                  <a:lnTo>
                    <a:pt x="48728" y="239342"/>
                  </a:lnTo>
                  <a:lnTo>
                    <a:pt x="44907" y="237432"/>
                  </a:lnTo>
                  <a:lnTo>
                    <a:pt x="44907" y="237432"/>
                  </a:lnTo>
                  <a:lnTo>
                    <a:pt x="41085" y="235043"/>
                  </a:lnTo>
                  <a:lnTo>
                    <a:pt x="37741" y="232654"/>
                  </a:lnTo>
                  <a:lnTo>
                    <a:pt x="34874" y="231221"/>
                  </a:lnTo>
                  <a:lnTo>
                    <a:pt x="33919" y="230743"/>
                  </a:lnTo>
                  <a:lnTo>
                    <a:pt x="30097" y="228355"/>
                  </a:lnTo>
                  <a:lnTo>
                    <a:pt x="30097" y="228355"/>
                  </a:lnTo>
                  <a:lnTo>
                    <a:pt x="26275" y="225966"/>
                  </a:lnTo>
                  <a:lnTo>
                    <a:pt x="22453" y="223577"/>
                  </a:lnTo>
                  <a:lnTo>
                    <a:pt x="18632" y="221667"/>
                  </a:lnTo>
                  <a:lnTo>
                    <a:pt x="15287" y="219278"/>
                  </a:lnTo>
                  <a:lnTo>
                    <a:pt x="11466" y="216889"/>
                  </a:lnTo>
                  <a:lnTo>
                    <a:pt x="7644" y="214978"/>
                  </a:lnTo>
                  <a:lnTo>
                    <a:pt x="7644" y="214978"/>
                  </a:lnTo>
                  <a:lnTo>
                    <a:pt x="3822" y="212590"/>
                  </a:lnTo>
                  <a:lnTo>
                    <a:pt x="0" y="210201"/>
                  </a:lnTo>
                  <a:lnTo>
                    <a:pt x="0" y="210201"/>
                  </a:lnTo>
                  <a:lnTo>
                    <a:pt x="0" y="206379"/>
                  </a:lnTo>
                  <a:lnTo>
                    <a:pt x="0" y="202557"/>
                  </a:lnTo>
                  <a:lnTo>
                    <a:pt x="0" y="197780"/>
                  </a:lnTo>
                  <a:lnTo>
                    <a:pt x="0" y="193480"/>
                  </a:lnTo>
                  <a:lnTo>
                    <a:pt x="0" y="189181"/>
                  </a:lnTo>
                  <a:lnTo>
                    <a:pt x="0" y="186314"/>
                  </a:lnTo>
                  <a:lnTo>
                    <a:pt x="0" y="182970"/>
                  </a:lnTo>
                  <a:lnTo>
                    <a:pt x="0" y="181537"/>
                  </a:lnTo>
                  <a:lnTo>
                    <a:pt x="478" y="181060"/>
                  </a:lnTo>
                  <a:lnTo>
                    <a:pt x="2389" y="180104"/>
                  </a:lnTo>
                  <a:lnTo>
                    <a:pt x="5733" y="177715"/>
                  </a:lnTo>
                  <a:lnTo>
                    <a:pt x="6688" y="176760"/>
                  </a:lnTo>
                  <a:lnTo>
                    <a:pt x="8599" y="175327"/>
                  </a:lnTo>
                  <a:lnTo>
                    <a:pt x="13854" y="172460"/>
                  </a:lnTo>
                  <a:lnTo>
                    <a:pt x="14809" y="171505"/>
                  </a:lnTo>
                  <a:lnTo>
                    <a:pt x="20065" y="167683"/>
                  </a:lnTo>
                  <a:lnTo>
                    <a:pt x="21020" y="167205"/>
                  </a:lnTo>
                  <a:lnTo>
                    <a:pt x="23886" y="167205"/>
                  </a:lnTo>
                  <a:lnTo>
                    <a:pt x="24842" y="166250"/>
                  </a:lnTo>
                  <a:lnTo>
                    <a:pt x="26753" y="164817"/>
                  </a:lnTo>
                  <a:lnTo>
                    <a:pt x="28664" y="163384"/>
                  </a:lnTo>
                  <a:lnTo>
                    <a:pt x="30097" y="162428"/>
                  </a:lnTo>
                  <a:lnTo>
                    <a:pt x="30575" y="162428"/>
                  </a:lnTo>
                  <a:lnTo>
                    <a:pt x="31530" y="161950"/>
                  </a:lnTo>
                  <a:lnTo>
                    <a:pt x="36307" y="162906"/>
                  </a:lnTo>
                  <a:lnTo>
                    <a:pt x="38218" y="162906"/>
                  </a:lnTo>
                  <a:lnTo>
                    <a:pt x="40607" y="163384"/>
                  </a:lnTo>
                  <a:lnTo>
                    <a:pt x="41563" y="162906"/>
                  </a:lnTo>
                  <a:lnTo>
                    <a:pt x="42040" y="162428"/>
                  </a:lnTo>
                  <a:lnTo>
                    <a:pt x="42996" y="161473"/>
                  </a:lnTo>
                  <a:lnTo>
                    <a:pt x="42996" y="160039"/>
                  </a:lnTo>
                  <a:lnTo>
                    <a:pt x="43473" y="159084"/>
                  </a:lnTo>
                  <a:lnTo>
                    <a:pt x="43473" y="158128"/>
                  </a:lnTo>
                  <a:lnTo>
                    <a:pt x="43951" y="158128"/>
                  </a:lnTo>
                  <a:lnTo>
                    <a:pt x="44907" y="158128"/>
                  </a:lnTo>
                  <a:lnTo>
                    <a:pt x="46340" y="158128"/>
                  </a:lnTo>
                  <a:lnTo>
                    <a:pt x="49206" y="158128"/>
                  </a:lnTo>
                  <a:lnTo>
                    <a:pt x="50162" y="158128"/>
                  </a:lnTo>
                  <a:lnTo>
                    <a:pt x="53028" y="158128"/>
                  </a:lnTo>
                  <a:lnTo>
                    <a:pt x="57805" y="157173"/>
                  </a:lnTo>
                  <a:lnTo>
                    <a:pt x="61627" y="156218"/>
                  </a:lnTo>
                  <a:lnTo>
                    <a:pt x="64493" y="155262"/>
                  </a:lnTo>
                  <a:lnTo>
                    <a:pt x="67360" y="153351"/>
                  </a:lnTo>
                  <a:lnTo>
                    <a:pt x="69748" y="150962"/>
                  </a:lnTo>
                  <a:lnTo>
                    <a:pt x="72137" y="147619"/>
                  </a:lnTo>
                  <a:lnTo>
                    <a:pt x="73570" y="144752"/>
                  </a:lnTo>
                  <a:lnTo>
                    <a:pt x="77392" y="142841"/>
                  </a:lnTo>
                  <a:lnTo>
                    <a:pt x="80736" y="141886"/>
                  </a:lnTo>
                  <a:lnTo>
                    <a:pt x="82647" y="141408"/>
                  </a:lnTo>
                  <a:lnTo>
                    <a:pt x="86469" y="139497"/>
                  </a:lnTo>
                  <a:lnTo>
                    <a:pt x="89813" y="137586"/>
                  </a:lnTo>
                  <a:lnTo>
                    <a:pt x="93157" y="135197"/>
                  </a:lnTo>
                  <a:lnTo>
                    <a:pt x="95546" y="134720"/>
                  </a:lnTo>
                  <a:lnTo>
                    <a:pt x="98890" y="134720"/>
                  </a:lnTo>
                  <a:lnTo>
                    <a:pt x="99368" y="134242"/>
                  </a:lnTo>
                  <a:lnTo>
                    <a:pt x="100323" y="133287"/>
                  </a:lnTo>
                  <a:lnTo>
                    <a:pt x="100323" y="131853"/>
                  </a:lnTo>
                  <a:lnTo>
                    <a:pt x="99368" y="130898"/>
                  </a:lnTo>
                  <a:lnTo>
                    <a:pt x="98412" y="130420"/>
                  </a:lnTo>
                  <a:lnTo>
                    <a:pt x="97457" y="129942"/>
                  </a:lnTo>
                  <a:lnTo>
                    <a:pt x="96501" y="129942"/>
                  </a:lnTo>
                  <a:lnTo>
                    <a:pt x="96501" y="128987"/>
                  </a:lnTo>
                  <a:lnTo>
                    <a:pt x="96501" y="128031"/>
                  </a:lnTo>
                  <a:lnTo>
                    <a:pt x="96501" y="127076"/>
                  </a:lnTo>
                  <a:lnTo>
                    <a:pt x="96979" y="125643"/>
                  </a:lnTo>
                  <a:lnTo>
                    <a:pt x="96979" y="124210"/>
                  </a:lnTo>
                  <a:lnTo>
                    <a:pt x="96024" y="122299"/>
                  </a:lnTo>
                  <a:lnTo>
                    <a:pt x="96024" y="121343"/>
                  </a:lnTo>
                  <a:lnTo>
                    <a:pt x="96024" y="120388"/>
                  </a:lnTo>
                  <a:lnTo>
                    <a:pt x="96501" y="119432"/>
                  </a:lnTo>
                  <a:lnTo>
                    <a:pt x="97457" y="118955"/>
                  </a:lnTo>
                  <a:lnTo>
                    <a:pt x="98890" y="118477"/>
                  </a:lnTo>
                  <a:lnTo>
                    <a:pt x="100801" y="118955"/>
                  </a:lnTo>
                  <a:lnTo>
                    <a:pt x="104145" y="118477"/>
                  </a:lnTo>
                  <a:lnTo>
                    <a:pt x="112266" y="115611"/>
                  </a:lnTo>
                  <a:lnTo>
                    <a:pt x="113222" y="114655"/>
                  </a:lnTo>
                  <a:lnTo>
                    <a:pt x="113700" y="112744"/>
                  </a:lnTo>
                  <a:lnTo>
                    <a:pt x="114177" y="111311"/>
                  </a:lnTo>
                  <a:lnTo>
                    <a:pt x="115133" y="110833"/>
                  </a:lnTo>
                  <a:lnTo>
                    <a:pt x="115611" y="110355"/>
                  </a:lnTo>
                  <a:lnTo>
                    <a:pt x="118477" y="109878"/>
                  </a:lnTo>
                  <a:lnTo>
                    <a:pt x="122299" y="109400"/>
                  </a:lnTo>
                  <a:lnTo>
                    <a:pt x="123732" y="109400"/>
                  </a:lnTo>
                  <a:lnTo>
                    <a:pt x="128031" y="109400"/>
                  </a:lnTo>
                  <a:lnTo>
                    <a:pt x="131376" y="109878"/>
                  </a:lnTo>
                  <a:lnTo>
                    <a:pt x="136153" y="109878"/>
                  </a:lnTo>
                  <a:lnTo>
                    <a:pt x="139975" y="109878"/>
                  </a:lnTo>
                  <a:lnTo>
                    <a:pt x="142841" y="109878"/>
                  </a:lnTo>
                  <a:lnTo>
                    <a:pt x="147141" y="110355"/>
                  </a:lnTo>
                  <a:lnTo>
                    <a:pt x="148096" y="109878"/>
                  </a:lnTo>
                  <a:lnTo>
                    <a:pt x="148096" y="108445"/>
                  </a:lnTo>
                  <a:lnTo>
                    <a:pt x="147141" y="106534"/>
                  </a:lnTo>
                  <a:lnTo>
                    <a:pt x="147619" y="105100"/>
                  </a:lnTo>
                  <a:lnTo>
                    <a:pt x="149052" y="103667"/>
                  </a:lnTo>
                  <a:lnTo>
                    <a:pt x="150962" y="102234"/>
                  </a:lnTo>
                  <a:lnTo>
                    <a:pt x="150485" y="100323"/>
                  </a:lnTo>
                  <a:lnTo>
                    <a:pt x="148574" y="98890"/>
                  </a:lnTo>
                  <a:lnTo>
                    <a:pt x="146663" y="97457"/>
                  </a:lnTo>
                  <a:lnTo>
                    <a:pt x="145707" y="96979"/>
                  </a:lnTo>
                  <a:lnTo>
                    <a:pt x="143796" y="95068"/>
                  </a:lnTo>
                  <a:lnTo>
                    <a:pt x="142363" y="93157"/>
                  </a:lnTo>
                  <a:lnTo>
                    <a:pt x="141408" y="88858"/>
                  </a:lnTo>
                  <a:lnTo>
                    <a:pt x="139975" y="86469"/>
                  </a:lnTo>
                  <a:lnTo>
                    <a:pt x="139019" y="83603"/>
                  </a:lnTo>
                  <a:lnTo>
                    <a:pt x="139975" y="78348"/>
                  </a:lnTo>
                  <a:lnTo>
                    <a:pt x="138542" y="75004"/>
                  </a:lnTo>
                  <a:lnTo>
                    <a:pt x="138542" y="73570"/>
                  </a:lnTo>
                  <a:lnTo>
                    <a:pt x="138064" y="72137"/>
                  </a:lnTo>
                  <a:lnTo>
                    <a:pt x="138542" y="69271"/>
                  </a:lnTo>
                  <a:lnTo>
                    <a:pt x="138542" y="64971"/>
                  </a:lnTo>
                  <a:lnTo>
                    <a:pt x="136631" y="60672"/>
                  </a:lnTo>
                  <a:lnTo>
                    <a:pt x="137586" y="59716"/>
                  </a:lnTo>
                  <a:lnTo>
                    <a:pt x="138064" y="58761"/>
                  </a:lnTo>
                  <a:lnTo>
                    <a:pt x="138064" y="58283"/>
                  </a:lnTo>
                  <a:lnTo>
                    <a:pt x="136153" y="56850"/>
                  </a:lnTo>
                  <a:lnTo>
                    <a:pt x="135675" y="55417"/>
                  </a:lnTo>
                  <a:lnTo>
                    <a:pt x="136153" y="54461"/>
                  </a:lnTo>
                  <a:lnTo>
                    <a:pt x="136631" y="53028"/>
                  </a:lnTo>
                  <a:lnTo>
                    <a:pt x="136631" y="52550"/>
                  </a:lnTo>
                  <a:lnTo>
                    <a:pt x="134242" y="50639"/>
                  </a:lnTo>
                  <a:lnTo>
                    <a:pt x="129942" y="47773"/>
                  </a:lnTo>
                  <a:lnTo>
                    <a:pt x="128987" y="46340"/>
                  </a:lnTo>
                  <a:lnTo>
                    <a:pt x="128509" y="44907"/>
                  </a:lnTo>
                  <a:lnTo>
                    <a:pt x="132331" y="44907"/>
                  </a:lnTo>
                  <a:lnTo>
                    <a:pt x="134242" y="44907"/>
                  </a:lnTo>
                  <a:lnTo>
                    <a:pt x="139019" y="42996"/>
                  </a:lnTo>
                  <a:lnTo>
                    <a:pt x="142841" y="40129"/>
                  </a:lnTo>
                  <a:lnTo>
                    <a:pt x="145707" y="38696"/>
                  </a:lnTo>
                  <a:lnTo>
                    <a:pt x="148574" y="35830"/>
                  </a:lnTo>
                  <a:lnTo>
                    <a:pt x="150485" y="33919"/>
                  </a:lnTo>
                  <a:lnTo>
                    <a:pt x="154307" y="32008"/>
                  </a:lnTo>
                  <a:lnTo>
                    <a:pt x="163861" y="27708"/>
                  </a:lnTo>
                  <a:lnTo>
                    <a:pt x="165294" y="27708"/>
                  </a:lnTo>
                  <a:lnTo>
                    <a:pt x="168638" y="28664"/>
                  </a:lnTo>
                  <a:lnTo>
                    <a:pt x="171505" y="28664"/>
                  </a:lnTo>
                  <a:lnTo>
                    <a:pt x="173416" y="26753"/>
                  </a:lnTo>
                  <a:lnTo>
                    <a:pt x="175327" y="23409"/>
                  </a:lnTo>
                  <a:lnTo>
                    <a:pt x="178671" y="21020"/>
                  </a:lnTo>
                  <a:lnTo>
                    <a:pt x="182493" y="19109"/>
                  </a:lnTo>
                  <a:lnTo>
                    <a:pt x="188226" y="16721"/>
                  </a:lnTo>
                  <a:lnTo>
                    <a:pt x="191569" y="14809"/>
                  </a:lnTo>
                  <a:lnTo>
                    <a:pt x="197302" y="12899"/>
                  </a:lnTo>
                  <a:lnTo>
                    <a:pt x="211634" y="11943"/>
                  </a:lnTo>
                  <a:lnTo>
                    <a:pt x="218800" y="10988"/>
                  </a:lnTo>
                  <a:lnTo>
                    <a:pt x="223577" y="10988"/>
                  </a:lnTo>
                  <a:lnTo>
                    <a:pt x="228833" y="8121"/>
                  </a:lnTo>
                  <a:lnTo>
                    <a:pt x="231221" y="7166"/>
                  </a:lnTo>
                  <a:lnTo>
                    <a:pt x="242209" y="6688"/>
                  </a:lnTo>
                  <a:lnTo>
                    <a:pt x="247464" y="4300"/>
                  </a:lnTo>
                  <a:lnTo>
                    <a:pt x="266573" y="4300"/>
                  </a:lnTo>
                  <a:lnTo>
                    <a:pt x="268962" y="5255"/>
                  </a:lnTo>
                  <a:lnTo>
                    <a:pt x="271350" y="6688"/>
                  </a:lnTo>
                  <a:lnTo>
                    <a:pt x="275172" y="9555"/>
                  </a:lnTo>
                  <a:lnTo>
                    <a:pt x="277083" y="10032"/>
                  </a:lnTo>
                  <a:lnTo>
                    <a:pt x="279949" y="9555"/>
                  </a:lnTo>
                  <a:lnTo>
                    <a:pt x="285682" y="6688"/>
                  </a:lnTo>
                  <a:lnTo>
                    <a:pt x="292370" y="5255"/>
                  </a:lnTo>
                  <a:lnTo>
                    <a:pt x="296192" y="3344"/>
                  </a:lnTo>
                  <a:lnTo>
                    <a:pt x="297625" y="956"/>
                  </a:lnTo>
                  <a:lnTo>
                    <a:pt x="300970" y="478"/>
                  </a:lnTo>
                  <a:lnTo>
                    <a:pt x="302881" y="1911"/>
                  </a:lnTo>
                  <a:lnTo>
                    <a:pt x="309569" y="3822"/>
                  </a:lnTo>
                  <a:lnTo>
                    <a:pt x="313868" y="3344"/>
                  </a:lnTo>
                  <a:lnTo>
                    <a:pt x="315779" y="2866"/>
                  </a:lnTo>
                  <a:lnTo>
                    <a:pt x="315301" y="0"/>
                  </a:lnTo>
                  <a:lnTo>
                    <a:pt x="319601" y="956"/>
                  </a:lnTo>
                  <a:lnTo>
                    <a:pt x="323423" y="2389"/>
                  </a:lnTo>
                  <a:lnTo>
                    <a:pt x="326767" y="4777"/>
                  </a:lnTo>
                  <a:lnTo>
                    <a:pt x="329156" y="5255"/>
                  </a:lnTo>
                  <a:lnTo>
                    <a:pt x="333455" y="4300"/>
                  </a:lnTo>
                  <a:lnTo>
                    <a:pt x="342532" y="3822"/>
                  </a:lnTo>
                  <a:lnTo>
                    <a:pt x="342532" y="3822"/>
                  </a:lnTo>
                  <a:lnTo>
                    <a:pt x="343010" y="4777"/>
                  </a:lnTo>
                  <a:lnTo>
                    <a:pt x="343010" y="5733"/>
                  </a:lnTo>
                  <a:lnTo>
                    <a:pt x="341099" y="7166"/>
                  </a:lnTo>
                  <a:lnTo>
                    <a:pt x="339666" y="7644"/>
                  </a:lnTo>
                  <a:lnTo>
                    <a:pt x="338232" y="10510"/>
                  </a:lnTo>
                  <a:lnTo>
                    <a:pt x="335366" y="12421"/>
                  </a:lnTo>
                  <a:lnTo>
                    <a:pt x="335366" y="12421"/>
                  </a:lnTo>
                  <a:lnTo>
                    <a:pt x="334888" y="12899"/>
                  </a:lnTo>
                  <a:lnTo>
                    <a:pt x="334888" y="13376"/>
                  </a:lnTo>
                  <a:lnTo>
                    <a:pt x="334888" y="13376"/>
                  </a:lnTo>
                  <a:lnTo>
                    <a:pt x="336799" y="14332"/>
                  </a:lnTo>
                  <a:lnTo>
                    <a:pt x="337755" y="15287"/>
                  </a:lnTo>
                  <a:lnTo>
                    <a:pt x="337755" y="16243"/>
                  </a:lnTo>
                  <a:lnTo>
                    <a:pt x="336799" y="20542"/>
                  </a:lnTo>
                  <a:lnTo>
                    <a:pt x="336322" y="23409"/>
                  </a:lnTo>
                  <a:lnTo>
                    <a:pt x="335844" y="27708"/>
                  </a:lnTo>
                  <a:lnTo>
                    <a:pt x="335844" y="29141"/>
                  </a:lnTo>
                  <a:lnTo>
                    <a:pt x="335844" y="29141"/>
                  </a:lnTo>
                  <a:lnTo>
                    <a:pt x="336322" y="31052"/>
                  </a:lnTo>
                  <a:lnTo>
                    <a:pt x="336799" y="31052"/>
                  </a:lnTo>
                  <a:lnTo>
                    <a:pt x="337277" y="32486"/>
                  </a:lnTo>
                  <a:lnTo>
                    <a:pt x="337277" y="33919"/>
                  </a:lnTo>
                  <a:lnTo>
                    <a:pt x="337277" y="38218"/>
                  </a:lnTo>
                  <a:lnTo>
                    <a:pt x="337277" y="38218"/>
                  </a:lnTo>
                  <a:lnTo>
                    <a:pt x="338232" y="40129"/>
                  </a:lnTo>
                  <a:lnTo>
                    <a:pt x="338710" y="42518"/>
                  </a:lnTo>
                  <a:lnTo>
                    <a:pt x="337277" y="44907"/>
                  </a:lnTo>
                  <a:lnTo>
                    <a:pt x="336322" y="47295"/>
                  </a:lnTo>
                  <a:lnTo>
                    <a:pt x="336322" y="47295"/>
                  </a:lnTo>
                  <a:lnTo>
                    <a:pt x="335844" y="50639"/>
                  </a:lnTo>
                  <a:lnTo>
                    <a:pt x="335844" y="53028"/>
                  </a:lnTo>
                  <a:lnTo>
                    <a:pt x="334888" y="54939"/>
                  </a:lnTo>
                  <a:lnTo>
                    <a:pt x="333455" y="56372"/>
                  </a:lnTo>
                  <a:lnTo>
                    <a:pt x="332022" y="57805"/>
                  </a:lnTo>
                  <a:lnTo>
                    <a:pt x="330111" y="58761"/>
                  </a:lnTo>
                  <a:lnTo>
                    <a:pt x="327722" y="59716"/>
                  </a:lnTo>
                  <a:lnTo>
                    <a:pt x="325812" y="63538"/>
                  </a:lnTo>
                  <a:lnTo>
                    <a:pt x="321990" y="66405"/>
                  </a:lnTo>
                  <a:lnTo>
                    <a:pt x="321512" y="67360"/>
                  </a:lnTo>
                  <a:lnTo>
                    <a:pt x="321034" y="69271"/>
                  </a:lnTo>
                  <a:lnTo>
                    <a:pt x="321034" y="72615"/>
                  </a:lnTo>
                  <a:lnTo>
                    <a:pt x="321512" y="75004"/>
                  </a:lnTo>
                  <a:lnTo>
                    <a:pt x="321512" y="75004"/>
                  </a:lnTo>
                  <a:lnTo>
                    <a:pt x="323423" y="78825"/>
                  </a:lnTo>
                  <a:lnTo>
                    <a:pt x="325334" y="82647"/>
                  </a:lnTo>
                  <a:lnTo>
                    <a:pt x="325812" y="85036"/>
                  </a:lnTo>
                  <a:lnTo>
                    <a:pt x="326289" y="85514"/>
                  </a:lnTo>
                  <a:lnTo>
                    <a:pt x="328678" y="86947"/>
                  </a:lnTo>
                  <a:lnTo>
                    <a:pt x="332500" y="88858"/>
                  </a:lnTo>
                  <a:lnTo>
                    <a:pt x="332977" y="89335"/>
                  </a:lnTo>
                  <a:lnTo>
                    <a:pt x="334411" y="91246"/>
                  </a:lnTo>
                  <a:lnTo>
                    <a:pt x="335366" y="92202"/>
                  </a:lnTo>
                  <a:lnTo>
                    <a:pt x="336799" y="96979"/>
                  </a:lnTo>
                  <a:lnTo>
                    <a:pt x="337755" y="100323"/>
                  </a:lnTo>
                  <a:lnTo>
                    <a:pt x="341099" y="103189"/>
                  </a:lnTo>
                  <a:lnTo>
                    <a:pt x="344443" y="105578"/>
                  </a:lnTo>
                  <a:lnTo>
                    <a:pt x="347787" y="107489"/>
                  </a:lnTo>
                  <a:lnTo>
                    <a:pt x="351131" y="109878"/>
                  </a:lnTo>
                  <a:lnTo>
                    <a:pt x="351609" y="110355"/>
                  </a:lnTo>
                  <a:lnTo>
                    <a:pt x="352564" y="115611"/>
                  </a:lnTo>
                  <a:lnTo>
                    <a:pt x="353520" y="119432"/>
                  </a:lnTo>
                  <a:lnTo>
                    <a:pt x="353997" y="120388"/>
                  </a:lnTo>
                  <a:lnTo>
                    <a:pt x="355431" y="125643"/>
                  </a:lnTo>
                  <a:lnTo>
                    <a:pt x="356386" y="130898"/>
                  </a:lnTo>
                  <a:lnTo>
                    <a:pt x="356864" y="131853"/>
                  </a:lnTo>
                  <a:lnTo>
                    <a:pt x="357819" y="136631"/>
                  </a:lnTo>
                  <a:lnTo>
                    <a:pt x="358775" y="140453"/>
                  </a:lnTo>
                  <a:lnTo>
                    <a:pt x="359730" y="144752"/>
                  </a:lnTo>
                  <a:lnTo>
                    <a:pt x="361163" y="149529"/>
                  </a:lnTo>
                  <a:lnTo>
                    <a:pt x="359253" y="150485"/>
                  </a:lnTo>
                  <a:lnTo>
                    <a:pt x="356864" y="151918"/>
                  </a:lnTo>
                  <a:lnTo>
                    <a:pt x="358297" y="154307"/>
                  </a:lnTo>
                  <a:lnTo>
                    <a:pt x="361641" y="158606"/>
                  </a:lnTo>
                  <a:lnTo>
                    <a:pt x="363552" y="161950"/>
                  </a:lnTo>
                  <a:lnTo>
                    <a:pt x="364030" y="163384"/>
                  </a:lnTo>
                  <a:lnTo>
                    <a:pt x="365463" y="167683"/>
                  </a:lnTo>
                  <a:lnTo>
                    <a:pt x="366896" y="171505"/>
                  </a:lnTo>
                  <a:lnTo>
                    <a:pt x="366896" y="172938"/>
                  </a:lnTo>
                  <a:lnTo>
                    <a:pt x="367374" y="175804"/>
                  </a:lnTo>
                  <a:lnTo>
                    <a:pt x="366896" y="184403"/>
                  </a:lnTo>
                  <a:lnTo>
                    <a:pt x="367852" y="194914"/>
                  </a:lnTo>
                  <a:lnTo>
                    <a:pt x="368807" y="200169"/>
                  </a:lnTo>
                  <a:lnTo>
                    <a:pt x="367374" y="204946"/>
                  </a:lnTo>
                  <a:lnTo>
                    <a:pt x="365463" y="209245"/>
                  </a:lnTo>
                  <a:lnTo>
                    <a:pt x="365941" y="211634"/>
                  </a:lnTo>
                  <a:lnTo>
                    <a:pt x="366419" y="215456"/>
                  </a:lnTo>
                  <a:lnTo>
                    <a:pt x="367374" y="217845"/>
                  </a:lnTo>
                  <a:lnTo>
                    <a:pt x="368329" y="219278"/>
                  </a:lnTo>
                  <a:lnTo>
                    <a:pt x="368329" y="223577"/>
                  </a:lnTo>
                  <a:lnTo>
                    <a:pt x="367852" y="225010"/>
                  </a:lnTo>
                  <a:lnTo>
                    <a:pt x="364508" y="227399"/>
                  </a:lnTo>
                  <a:lnTo>
                    <a:pt x="360686" y="229788"/>
                  </a:lnTo>
                  <a:lnTo>
                    <a:pt x="359253" y="231221"/>
                  </a:lnTo>
                  <a:lnTo>
                    <a:pt x="359253" y="233610"/>
                  </a:lnTo>
                  <a:lnTo>
                    <a:pt x="359730" y="235043"/>
                  </a:lnTo>
                  <a:lnTo>
                    <a:pt x="362119" y="238387"/>
                  </a:lnTo>
                  <a:lnTo>
                    <a:pt x="366419" y="244120"/>
                  </a:lnTo>
                  <a:lnTo>
                    <a:pt x="370718" y="249852"/>
                  </a:lnTo>
                  <a:lnTo>
                    <a:pt x="371196" y="251286"/>
                  </a:lnTo>
                  <a:lnTo>
                    <a:pt x="371196" y="255585"/>
                  </a:lnTo>
                  <a:lnTo>
                    <a:pt x="373107" y="260363"/>
                  </a:lnTo>
                  <a:lnTo>
                    <a:pt x="375018" y="262751"/>
                  </a:lnTo>
                  <a:lnTo>
                    <a:pt x="375495" y="264662"/>
                  </a:lnTo>
                  <a:lnTo>
                    <a:pt x="376929" y="265617"/>
                  </a:lnTo>
                  <a:lnTo>
                    <a:pt x="378362" y="266573"/>
                  </a:lnTo>
                  <a:lnTo>
                    <a:pt x="379317" y="266573"/>
                  </a:lnTo>
                  <a:lnTo>
                    <a:pt x="384095" y="265140"/>
                  </a:lnTo>
                  <a:lnTo>
                    <a:pt x="392694" y="267529"/>
                  </a:lnTo>
                  <a:lnTo>
                    <a:pt x="400337" y="269917"/>
                  </a:lnTo>
                  <a:lnTo>
                    <a:pt x="401293" y="270395"/>
                  </a:lnTo>
                  <a:lnTo>
                    <a:pt x="402726" y="273739"/>
                  </a:lnTo>
                  <a:lnTo>
                    <a:pt x="405592" y="278516"/>
                  </a:lnTo>
                  <a:lnTo>
                    <a:pt x="407981" y="28233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4" name="Freeform 2113">
              <a:extLst>
                <a:ext uri="{FF2B5EF4-FFF2-40B4-BE49-F238E27FC236}">
                  <a16:creationId xmlns:a16="http://schemas.microsoft.com/office/drawing/2014/main" id="{9C466835-32A6-84B9-918C-651FB81C36C0}"/>
                </a:ext>
              </a:extLst>
            </p:cNvPr>
            <p:cNvSpPr/>
            <p:nvPr/>
          </p:nvSpPr>
          <p:spPr>
            <a:xfrm>
              <a:off x="6117019" y="5050675"/>
              <a:ext cx="2866" cy="477"/>
            </a:xfrm>
            <a:custGeom>
              <a:avLst/>
              <a:gdLst>
                <a:gd name="csX0" fmla="*/ 2866 w 2866"/>
                <a:gd name="csY0" fmla="*/ 0 h 477"/>
                <a:gd name="csX1" fmla="*/ 2866 w 2866"/>
                <a:gd name="csY1" fmla="*/ 0 h 477"/>
                <a:gd name="csX2" fmla="*/ 0 w 2866"/>
                <a:gd name="csY2" fmla="*/ 478 h 477"/>
                <a:gd name="csX3" fmla="*/ 2866 w 2866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477">
                  <a:moveTo>
                    <a:pt x="2866" y="0"/>
                  </a:moveTo>
                  <a:lnTo>
                    <a:pt x="2866" y="0"/>
                  </a:lnTo>
                  <a:lnTo>
                    <a:pt x="0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5" name="Freeform 2114">
              <a:extLst>
                <a:ext uri="{FF2B5EF4-FFF2-40B4-BE49-F238E27FC236}">
                  <a16:creationId xmlns:a16="http://schemas.microsoft.com/office/drawing/2014/main" id="{BA1C2610-9C8E-A67C-EFE1-BFD0E77CD1CC}"/>
                </a:ext>
              </a:extLst>
            </p:cNvPr>
            <p:cNvSpPr/>
            <p:nvPr/>
          </p:nvSpPr>
          <p:spPr>
            <a:xfrm>
              <a:off x="6117497" y="4605431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1433 w 1433"/>
                <a:gd name="csY1" fmla="*/ 478 h 1433"/>
                <a:gd name="csX2" fmla="*/ 0 w 1433"/>
                <a:gd name="csY2" fmla="*/ 1433 h 1433"/>
                <a:gd name="csX3" fmla="*/ 1433 w 1433"/>
                <a:gd name="csY3" fmla="*/ 0 h 1433"/>
                <a:gd name="csX4" fmla="*/ 1433 w 1433"/>
                <a:gd name="csY4" fmla="*/ 0 h 1433"/>
                <a:gd name="csX5" fmla="*/ 1433 w 1433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1433" y="478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6" name="Freeform 2115">
              <a:extLst>
                <a:ext uri="{FF2B5EF4-FFF2-40B4-BE49-F238E27FC236}">
                  <a16:creationId xmlns:a16="http://schemas.microsoft.com/office/drawing/2014/main" id="{B3229775-AA98-91F9-84D2-3BABFDE061E3}"/>
                </a:ext>
              </a:extLst>
            </p:cNvPr>
            <p:cNvSpPr/>
            <p:nvPr/>
          </p:nvSpPr>
          <p:spPr>
            <a:xfrm>
              <a:off x="6102687" y="3538661"/>
              <a:ext cx="14331" cy="10032"/>
            </a:xfrm>
            <a:custGeom>
              <a:avLst/>
              <a:gdLst>
                <a:gd name="csX0" fmla="*/ 14332 w 14331"/>
                <a:gd name="csY0" fmla="*/ 5733 h 10032"/>
                <a:gd name="csX1" fmla="*/ 14332 w 14331"/>
                <a:gd name="csY1" fmla="*/ 8599 h 10032"/>
                <a:gd name="csX2" fmla="*/ 12898 w 14331"/>
                <a:gd name="csY2" fmla="*/ 9555 h 10032"/>
                <a:gd name="csX3" fmla="*/ 10988 w 14331"/>
                <a:gd name="csY3" fmla="*/ 9077 h 10032"/>
                <a:gd name="csX4" fmla="*/ 8121 w 14331"/>
                <a:gd name="csY4" fmla="*/ 10032 h 10032"/>
                <a:gd name="csX5" fmla="*/ 0 w 14331"/>
                <a:gd name="csY5" fmla="*/ 5733 h 10032"/>
                <a:gd name="csX6" fmla="*/ 0 w 14331"/>
                <a:gd name="csY6" fmla="*/ 1911 h 10032"/>
                <a:gd name="csX7" fmla="*/ 478 w 14331"/>
                <a:gd name="csY7" fmla="*/ 478 h 10032"/>
                <a:gd name="csX8" fmla="*/ 4299 w 14331"/>
                <a:gd name="csY8" fmla="*/ 0 h 10032"/>
                <a:gd name="csX9" fmla="*/ 6210 w 14331"/>
                <a:gd name="csY9" fmla="*/ 1911 h 10032"/>
                <a:gd name="csX10" fmla="*/ 10032 w 14331"/>
                <a:gd name="csY10" fmla="*/ 3822 h 10032"/>
                <a:gd name="csX11" fmla="*/ 12421 w 14331"/>
                <a:gd name="csY11" fmla="*/ 3822 h 10032"/>
                <a:gd name="csX12" fmla="*/ 13854 w 14331"/>
                <a:gd name="csY12" fmla="*/ 4777 h 10032"/>
                <a:gd name="csX13" fmla="*/ 14332 w 14331"/>
                <a:gd name="csY13" fmla="*/ 5733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4331" h="10032">
                  <a:moveTo>
                    <a:pt x="14332" y="5733"/>
                  </a:moveTo>
                  <a:lnTo>
                    <a:pt x="14332" y="8599"/>
                  </a:lnTo>
                  <a:lnTo>
                    <a:pt x="12898" y="9555"/>
                  </a:lnTo>
                  <a:lnTo>
                    <a:pt x="10988" y="9077"/>
                  </a:lnTo>
                  <a:lnTo>
                    <a:pt x="8121" y="10032"/>
                  </a:lnTo>
                  <a:lnTo>
                    <a:pt x="0" y="5733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4299" y="0"/>
                  </a:lnTo>
                  <a:lnTo>
                    <a:pt x="6210" y="1911"/>
                  </a:lnTo>
                  <a:lnTo>
                    <a:pt x="10032" y="3822"/>
                  </a:lnTo>
                  <a:lnTo>
                    <a:pt x="12421" y="3822"/>
                  </a:lnTo>
                  <a:lnTo>
                    <a:pt x="13854" y="4777"/>
                  </a:lnTo>
                  <a:lnTo>
                    <a:pt x="14332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7" name="Freeform 2116">
              <a:extLst>
                <a:ext uri="{FF2B5EF4-FFF2-40B4-BE49-F238E27FC236}">
                  <a16:creationId xmlns:a16="http://schemas.microsoft.com/office/drawing/2014/main" id="{C87C1023-60EF-2C49-A74D-3ED97D3DF186}"/>
                </a:ext>
              </a:extLst>
            </p:cNvPr>
            <p:cNvSpPr/>
            <p:nvPr/>
          </p:nvSpPr>
          <p:spPr>
            <a:xfrm>
              <a:off x="6110331" y="4490776"/>
              <a:ext cx="5254" cy="1433"/>
            </a:xfrm>
            <a:custGeom>
              <a:avLst/>
              <a:gdLst>
                <a:gd name="csX0" fmla="*/ 5255 w 5254"/>
                <a:gd name="csY0" fmla="*/ 1433 h 1433"/>
                <a:gd name="csX1" fmla="*/ 1433 w 5254"/>
                <a:gd name="csY1" fmla="*/ 478 h 1433"/>
                <a:gd name="csX2" fmla="*/ 0 w 5254"/>
                <a:gd name="csY2" fmla="*/ 0 h 1433"/>
                <a:gd name="csX3" fmla="*/ 1433 w 5254"/>
                <a:gd name="csY3" fmla="*/ 478 h 1433"/>
                <a:gd name="csX4" fmla="*/ 5255 w 5254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1433">
                  <a:moveTo>
                    <a:pt x="5255" y="1433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52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8" name="Freeform 2117">
              <a:extLst>
                <a:ext uri="{FF2B5EF4-FFF2-40B4-BE49-F238E27FC236}">
                  <a16:creationId xmlns:a16="http://schemas.microsoft.com/office/drawing/2014/main" id="{59555F07-0284-0808-1F84-3EBA627C7E66}"/>
                </a:ext>
              </a:extLst>
            </p:cNvPr>
            <p:cNvSpPr/>
            <p:nvPr/>
          </p:nvSpPr>
          <p:spPr>
            <a:xfrm>
              <a:off x="6111286" y="4609731"/>
              <a:ext cx="1910" cy="5255"/>
            </a:xfrm>
            <a:custGeom>
              <a:avLst/>
              <a:gdLst>
                <a:gd name="csX0" fmla="*/ 1911 w 1910"/>
                <a:gd name="csY0" fmla="*/ 0 h 5255"/>
                <a:gd name="csX1" fmla="*/ 1911 w 1910"/>
                <a:gd name="csY1" fmla="*/ 478 h 5255"/>
                <a:gd name="csX2" fmla="*/ 1433 w 1910"/>
                <a:gd name="csY2" fmla="*/ 3344 h 5255"/>
                <a:gd name="csX3" fmla="*/ 956 w 1910"/>
                <a:gd name="csY3" fmla="*/ 4300 h 5255"/>
                <a:gd name="csX4" fmla="*/ 0 w 1910"/>
                <a:gd name="csY4" fmla="*/ 5255 h 5255"/>
                <a:gd name="csX5" fmla="*/ 956 w 1910"/>
                <a:gd name="csY5" fmla="*/ 4300 h 5255"/>
                <a:gd name="csX6" fmla="*/ 1433 w 1910"/>
                <a:gd name="csY6" fmla="*/ 3344 h 5255"/>
                <a:gd name="csX7" fmla="*/ 1911 w 1910"/>
                <a:gd name="csY7" fmla="*/ 478 h 5255"/>
                <a:gd name="csX8" fmla="*/ 1911 w 1910"/>
                <a:gd name="csY8" fmla="*/ 0 h 5255"/>
                <a:gd name="csX9" fmla="*/ 1911 w 1910"/>
                <a:gd name="csY9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0" h="5255">
                  <a:moveTo>
                    <a:pt x="1911" y="0"/>
                  </a:moveTo>
                  <a:lnTo>
                    <a:pt x="1911" y="478"/>
                  </a:lnTo>
                  <a:lnTo>
                    <a:pt x="1433" y="3344"/>
                  </a:lnTo>
                  <a:lnTo>
                    <a:pt x="956" y="4300"/>
                  </a:lnTo>
                  <a:lnTo>
                    <a:pt x="0" y="5255"/>
                  </a:lnTo>
                  <a:lnTo>
                    <a:pt x="956" y="4300"/>
                  </a:lnTo>
                  <a:lnTo>
                    <a:pt x="1433" y="3344"/>
                  </a:lnTo>
                  <a:lnTo>
                    <a:pt x="1911" y="478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" name="Freeform 2118">
              <a:extLst>
                <a:ext uri="{FF2B5EF4-FFF2-40B4-BE49-F238E27FC236}">
                  <a16:creationId xmlns:a16="http://schemas.microsoft.com/office/drawing/2014/main" id="{5DAE9EF0-6E5F-678D-B42A-80B315275434}"/>
                </a:ext>
              </a:extLst>
            </p:cNvPr>
            <p:cNvSpPr/>
            <p:nvPr/>
          </p:nvSpPr>
          <p:spPr>
            <a:xfrm>
              <a:off x="6032461" y="4005403"/>
              <a:ext cx="80258" cy="155262"/>
            </a:xfrm>
            <a:custGeom>
              <a:avLst/>
              <a:gdLst>
                <a:gd name="csX0" fmla="*/ 79781 w 80258"/>
                <a:gd name="csY0" fmla="*/ 106534 h 155262"/>
                <a:gd name="csX1" fmla="*/ 80258 w 80258"/>
                <a:gd name="csY1" fmla="*/ 107967 h 155262"/>
                <a:gd name="csX2" fmla="*/ 79303 w 80258"/>
                <a:gd name="csY2" fmla="*/ 108922 h 155262"/>
                <a:gd name="csX3" fmla="*/ 76437 w 80258"/>
                <a:gd name="csY3" fmla="*/ 110356 h 155262"/>
                <a:gd name="csX4" fmla="*/ 72615 w 80258"/>
                <a:gd name="csY4" fmla="*/ 112266 h 155262"/>
                <a:gd name="csX5" fmla="*/ 69271 w 80258"/>
                <a:gd name="csY5" fmla="*/ 114177 h 155262"/>
                <a:gd name="csX6" fmla="*/ 65927 w 80258"/>
                <a:gd name="csY6" fmla="*/ 116088 h 155262"/>
                <a:gd name="csX7" fmla="*/ 65927 w 80258"/>
                <a:gd name="csY7" fmla="*/ 116088 h 155262"/>
                <a:gd name="csX8" fmla="*/ 64971 w 80258"/>
                <a:gd name="csY8" fmla="*/ 117522 h 155262"/>
                <a:gd name="csX9" fmla="*/ 63060 w 80258"/>
                <a:gd name="csY9" fmla="*/ 118477 h 155262"/>
                <a:gd name="csX10" fmla="*/ 61627 w 80258"/>
                <a:gd name="csY10" fmla="*/ 119432 h 155262"/>
                <a:gd name="csX11" fmla="*/ 61627 w 80258"/>
                <a:gd name="csY11" fmla="*/ 120388 h 155262"/>
                <a:gd name="csX12" fmla="*/ 61149 w 80258"/>
                <a:gd name="csY12" fmla="*/ 120865 h 155262"/>
                <a:gd name="csX13" fmla="*/ 60194 w 80258"/>
                <a:gd name="csY13" fmla="*/ 122299 h 155262"/>
                <a:gd name="csX14" fmla="*/ 59238 w 80258"/>
                <a:gd name="csY14" fmla="*/ 123254 h 155262"/>
                <a:gd name="csX15" fmla="*/ 55894 w 80258"/>
                <a:gd name="csY15" fmla="*/ 124210 h 155262"/>
                <a:gd name="csX16" fmla="*/ 54939 w 80258"/>
                <a:gd name="csY16" fmla="*/ 124688 h 155262"/>
                <a:gd name="csX17" fmla="*/ 53506 w 80258"/>
                <a:gd name="csY17" fmla="*/ 126598 h 155262"/>
                <a:gd name="csX18" fmla="*/ 52550 w 80258"/>
                <a:gd name="csY18" fmla="*/ 127554 h 155262"/>
                <a:gd name="csX19" fmla="*/ 51595 w 80258"/>
                <a:gd name="csY19" fmla="*/ 129465 h 155262"/>
                <a:gd name="csX20" fmla="*/ 53028 w 80258"/>
                <a:gd name="csY20" fmla="*/ 133764 h 155262"/>
                <a:gd name="csX21" fmla="*/ 54461 w 80258"/>
                <a:gd name="csY21" fmla="*/ 138542 h 155262"/>
                <a:gd name="csX22" fmla="*/ 54461 w 80258"/>
                <a:gd name="csY22" fmla="*/ 140453 h 155262"/>
                <a:gd name="csX23" fmla="*/ 54461 w 80258"/>
                <a:gd name="csY23" fmla="*/ 141886 h 155262"/>
                <a:gd name="csX24" fmla="*/ 53983 w 80258"/>
                <a:gd name="csY24" fmla="*/ 143797 h 155262"/>
                <a:gd name="csX25" fmla="*/ 52072 w 80258"/>
                <a:gd name="csY25" fmla="*/ 146185 h 155262"/>
                <a:gd name="csX26" fmla="*/ 50639 w 80258"/>
                <a:gd name="csY26" fmla="*/ 148096 h 155262"/>
                <a:gd name="csX27" fmla="*/ 48251 w 80258"/>
                <a:gd name="csY27" fmla="*/ 151440 h 155262"/>
                <a:gd name="csX28" fmla="*/ 47295 w 80258"/>
                <a:gd name="csY28" fmla="*/ 151918 h 155262"/>
                <a:gd name="csX29" fmla="*/ 45862 w 80258"/>
                <a:gd name="csY29" fmla="*/ 152873 h 155262"/>
                <a:gd name="csX30" fmla="*/ 42518 w 80258"/>
                <a:gd name="csY30" fmla="*/ 154307 h 155262"/>
                <a:gd name="csX31" fmla="*/ 40129 w 80258"/>
                <a:gd name="csY31" fmla="*/ 155262 h 155262"/>
                <a:gd name="csX32" fmla="*/ 38696 w 80258"/>
                <a:gd name="csY32" fmla="*/ 150485 h 155262"/>
                <a:gd name="csX33" fmla="*/ 37740 w 80258"/>
                <a:gd name="csY33" fmla="*/ 146185 h 155262"/>
                <a:gd name="csX34" fmla="*/ 36785 w 80258"/>
                <a:gd name="csY34" fmla="*/ 142363 h 155262"/>
                <a:gd name="csX35" fmla="*/ 35830 w 80258"/>
                <a:gd name="csY35" fmla="*/ 137586 h 155262"/>
                <a:gd name="csX36" fmla="*/ 35352 w 80258"/>
                <a:gd name="csY36" fmla="*/ 136631 h 155262"/>
                <a:gd name="csX37" fmla="*/ 34397 w 80258"/>
                <a:gd name="csY37" fmla="*/ 131376 h 155262"/>
                <a:gd name="csX38" fmla="*/ 32963 w 80258"/>
                <a:gd name="csY38" fmla="*/ 126121 h 155262"/>
                <a:gd name="csX39" fmla="*/ 32486 w 80258"/>
                <a:gd name="csY39" fmla="*/ 125165 h 155262"/>
                <a:gd name="csX40" fmla="*/ 32008 w 80258"/>
                <a:gd name="csY40" fmla="*/ 121343 h 155262"/>
                <a:gd name="csX41" fmla="*/ 30575 w 80258"/>
                <a:gd name="csY41" fmla="*/ 116566 h 155262"/>
                <a:gd name="csX42" fmla="*/ 30575 w 80258"/>
                <a:gd name="csY42" fmla="*/ 116088 h 155262"/>
                <a:gd name="csX43" fmla="*/ 30097 w 80258"/>
                <a:gd name="csY43" fmla="*/ 115611 h 155262"/>
                <a:gd name="csX44" fmla="*/ 26753 w 80258"/>
                <a:gd name="csY44" fmla="*/ 113222 h 155262"/>
                <a:gd name="csX45" fmla="*/ 23409 w 80258"/>
                <a:gd name="csY45" fmla="*/ 111311 h 155262"/>
                <a:gd name="csX46" fmla="*/ 20065 w 80258"/>
                <a:gd name="csY46" fmla="*/ 108922 h 155262"/>
                <a:gd name="csX47" fmla="*/ 16721 w 80258"/>
                <a:gd name="csY47" fmla="*/ 106056 h 155262"/>
                <a:gd name="csX48" fmla="*/ 15765 w 80258"/>
                <a:gd name="csY48" fmla="*/ 102712 h 155262"/>
                <a:gd name="csX49" fmla="*/ 14332 w 80258"/>
                <a:gd name="csY49" fmla="*/ 97935 h 155262"/>
                <a:gd name="csX50" fmla="*/ 13376 w 80258"/>
                <a:gd name="csY50" fmla="*/ 96979 h 155262"/>
                <a:gd name="csX51" fmla="*/ 12421 w 80258"/>
                <a:gd name="csY51" fmla="*/ 95068 h 155262"/>
                <a:gd name="csX52" fmla="*/ 11943 w 80258"/>
                <a:gd name="csY52" fmla="*/ 95068 h 155262"/>
                <a:gd name="csX53" fmla="*/ 11465 w 80258"/>
                <a:gd name="csY53" fmla="*/ 94590 h 155262"/>
                <a:gd name="csX54" fmla="*/ 11465 w 80258"/>
                <a:gd name="csY54" fmla="*/ 94590 h 155262"/>
                <a:gd name="csX55" fmla="*/ 7644 w 80258"/>
                <a:gd name="csY55" fmla="*/ 92680 h 155262"/>
                <a:gd name="csX56" fmla="*/ 5255 w 80258"/>
                <a:gd name="csY56" fmla="*/ 91247 h 155262"/>
                <a:gd name="csX57" fmla="*/ 4777 w 80258"/>
                <a:gd name="csY57" fmla="*/ 90769 h 155262"/>
                <a:gd name="csX58" fmla="*/ 4299 w 80258"/>
                <a:gd name="csY58" fmla="*/ 88380 h 155262"/>
                <a:gd name="csX59" fmla="*/ 2389 w 80258"/>
                <a:gd name="csY59" fmla="*/ 84558 h 155262"/>
                <a:gd name="csX60" fmla="*/ 478 w 80258"/>
                <a:gd name="csY60" fmla="*/ 80736 h 155262"/>
                <a:gd name="csX61" fmla="*/ 0 w 80258"/>
                <a:gd name="csY61" fmla="*/ 78348 h 155262"/>
                <a:gd name="csX62" fmla="*/ 0 w 80258"/>
                <a:gd name="csY62" fmla="*/ 75004 h 155262"/>
                <a:gd name="csX63" fmla="*/ 478 w 80258"/>
                <a:gd name="csY63" fmla="*/ 73093 h 155262"/>
                <a:gd name="csX64" fmla="*/ 956 w 80258"/>
                <a:gd name="csY64" fmla="*/ 72137 h 155262"/>
                <a:gd name="csX65" fmla="*/ 4777 w 80258"/>
                <a:gd name="csY65" fmla="*/ 69271 h 155262"/>
                <a:gd name="csX66" fmla="*/ 6688 w 80258"/>
                <a:gd name="csY66" fmla="*/ 65927 h 155262"/>
                <a:gd name="csX67" fmla="*/ 9077 w 80258"/>
                <a:gd name="csY67" fmla="*/ 64493 h 155262"/>
                <a:gd name="csX68" fmla="*/ 10988 w 80258"/>
                <a:gd name="csY68" fmla="*/ 63538 h 155262"/>
                <a:gd name="csX69" fmla="*/ 12421 w 80258"/>
                <a:gd name="csY69" fmla="*/ 62105 h 155262"/>
                <a:gd name="csX70" fmla="*/ 13854 w 80258"/>
                <a:gd name="csY70" fmla="*/ 60672 h 155262"/>
                <a:gd name="csX71" fmla="*/ 14809 w 80258"/>
                <a:gd name="csY71" fmla="*/ 58761 h 155262"/>
                <a:gd name="csX72" fmla="*/ 14809 w 80258"/>
                <a:gd name="csY72" fmla="*/ 56372 h 155262"/>
                <a:gd name="csX73" fmla="*/ 15287 w 80258"/>
                <a:gd name="csY73" fmla="*/ 53028 h 155262"/>
                <a:gd name="csX74" fmla="*/ 15287 w 80258"/>
                <a:gd name="csY74" fmla="*/ 53028 h 155262"/>
                <a:gd name="csX75" fmla="*/ 16243 w 80258"/>
                <a:gd name="csY75" fmla="*/ 50639 h 155262"/>
                <a:gd name="csX76" fmla="*/ 17676 w 80258"/>
                <a:gd name="csY76" fmla="*/ 48251 h 155262"/>
                <a:gd name="csX77" fmla="*/ 17198 w 80258"/>
                <a:gd name="csY77" fmla="*/ 45862 h 155262"/>
                <a:gd name="csX78" fmla="*/ 17198 w 80258"/>
                <a:gd name="csY78" fmla="*/ 45862 h 155262"/>
                <a:gd name="csX79" fmla="*/ 16243 w 80258"/>
                <a:gd name="csY79" fmla="*/ 43951 h 155262"/>
                <a:gd name="csX80" fmla="*/ 16243 w 80258"/>
                <a:gd name="csY80" fmla="*/ 39651 h 155262"/>
                <a:gd name="csX81" fmla="*/ 16243 w 80258"/>
                <a:gd name="csY81" fmla="*/ 38218 h 155262"/>
                <a:gd name="csX82" fmla="*/ 15765 w 80258"/>
                <a:gd name="csY82" fmla="*/ 36785 h 155262"/>
                <a:gd name="csX83" fmla="*/ 15287 w 80258"/>
                <a:gd name="csY83" fmla="*/ 36785 h 155262"/>
                <a:gd name="csX84" fmla="*/ 14809 w 80258"/>
                <a:gd name="csY84" fmla="*/ 34874 h 155262"/>
                <a:gd name="csX85" fmla="*/ 14809 w 80258"/>
                <a:gd name="csY85" fmla="*/ 33441 h 155262"/>
                <a:gd name="csX86" fmla="*/ 15287 w 80258"/>
                <a:gd name="csY86" fmla="*/ 29142 h 155262"/>
                <a:gd name="csX87" fmla="*/ 16243 w 80258"/>
                <a:gd name="csY87" fmla="*/ 26275 h 155262"/>
                <a:gd name="csX88" fmla="*/ 16721 w 80258"/>
                <a:gd name="csY88" fmla="*/ 21976 h 155262"/>
                <a:gd name="csX89" fmla="*/ 16721 w 80258"/>
                <a:gd name="csY89" fmla="*/ 21020 h 155262"/>
                <a:gd name="csX90" fmla="*/ 15765 w 80258"/>
                <a:gd name="csY90" fmla="*/ 20065 h 155262"/>
                <a:gd name="csX91" fmla="*/ 15765 w 80258"/>
                <a:gd name="csY91" fmla="*/ 20065 h 155262"/>
                <a:gd name="csX92" fmla="*/ 13854 w 80258"/>
                <a:gd name="csY92" fmla="*/ 19109 h 155262"/>
                <a:gd name="csX93" fmla="*/ 13854 w 80258"/>
                <a:gd name="csY93" fmla="*/ 18632 h 155262"/>
                <a:gd name="csX94" fmla="*/ 14332 w 80258"/>
                <a:gd name="csY94" fmla="*/ 18154 h 155262"/>
                <a:gd name="csX95" fmla="*/ 17198 w 80258"/>
                <a:gd name="csY95" fmla="*/ 16243 h 155262"/>
                <a:gd name="csX96" fmla="*/ 17198 w 80258"/>
                <a:gd name="csY96" fmla="*/ 16243 h 155262"/>
                <a:gd name="csX97" fmla="*/ 18631 w 80258"/>
                <a:gd name="csY97" fmla="*/ 13376 h 155262"/>
                <a:gd name="csX98" fmla="*/ 20065 w 80258"/>
                <a:gd name="csY98" fmla="*/ 12899 h 155262"/>
                <a:gd name="csX99" fmla="*/ 21975 w 80258"/>
                <a:gd name="csY99" fmla="*/ 11466 h 155262"/>
                <a:gd name="csX100" fmla="*/ 21975 w 80258"/>
                <a:gd name="csY100" fmla="*/ 11466 h 155262"/>
                <a:gd name="csX101" fmla="*/ 21975 w 80258"/>
                <a:gd name="csY101" fmla="*/ 10510 h 155262"/>
                <a:gd name="csX102" fmla="*/ 21498 w 80258"/>
                <a:gd name="csY102" fmla="*/ 9555 h 155262"/>
                <a:gd name="csX103" fmla="*/ 21498 w 80258"/>
                <a:gd name="csY103" fmla="*/ 9555 h 155262"/>
                <a:gd name="csX104" fmla="*/ 21498 w 80258"/>
                <a:gd name="csY104" fmla="*/ 9077 h 155262"/>
                <a:gd name="csX105" fmla="*/ 26275 w 80258"/>
                <a:gd name="csY105" fmla="*/ 8121 h 155262"/>
                <a:gd name="csX106" fmla="*/ 31052 w 80258"/>
                <a:gd name="csY106" fmla="*/ 4300 h 155262"/>
                <a:gd name="csX107" fmla="*/ 32486 w 80258"/>
                <a:gd name="csY107" fmla="*/ 3344 h 155262"/>
                <a:gd name="csX108" fmla="*/ 43473 w 80258"/>
                <a:gd name="csY108" fmla="*/ 0 h 155262"/>
                <a:gd name="csX109" fmla="*/ 44906 w 80258"/>
                <a:gd name="csY109" fmla="*/ 478 h 155262"/>
                <a:gd name="csX110" fmla="*/ 46340 w 80258"/>
                <a:gd name="csY110" fmla="*/ 956 h 155262"/>
                <a:gd name="csX111" fmla="*/ 45862 w 80258"/>
                <a:gd name="csY111" fmla="*/ 1911 h 155262"/>
                <a:gd name="csX112" fmla="*/ 45384 w 80258"/>
                <a:gd name="csY112" fmla="*/ 2867 h 155262"/>
                <a:gd name="csX113" fmla="*/ 46340 w 80258"/>
                <a:gd name="csY113" fmla="*/ 4777 h 155262"/>
                <a:gd name="csX114" fmla="*/ 47295 w 80258"/>
                <a:gd name="csY114" fmla="*/ 3822 h 155262"/>
                <a:gd name="csX115" fmla="*/ 47295 w 80258"/>
                <a:gd name="csY115" fmla="*/ 2867 h 155262"/>
                <a:gd name="csX116" fmla="*/ 46817 w 80258"/>
                <a:gd name="csY116" fmla="*/ 1911 h 155262"/>
                <a:gd name="csX117" fmla="*/ 49206 w 80258"/>
                <a:gd name="csY117" fmla="*/ 1911 h 155262"/>
                <a:gd name="csX118" fmla="*/ 51117 w 80258"/>
                <a:gd name="csY118" fmla="*/ 2389 h 155262"/>
                <a:gd name="csX119" fmla="*/ 53506 w 80258"/>
                <a:gd name="csY119" fmla="*/ 3344 h 155262"/>
                <a:gd name="csX120" fmla="*/ 53506 w 80258"/>
                <a:gd name="csY120" fmla="*/ 7166 h 155262"/>
                <a:gd name="csX121" fmla="*/ 56372 w 80258"/>
                <a:gd name="csY121" fmla="*/ 10988 h 155262"/>
                <a:gd name="csX122" fmla="*/ 55416 w 80258"/>
                <a:gd name="csY122" fmla="*/ 12899 h 155262"/>
                <a:gd name="csX123" fmla="*/ 57805 w 80258"/>
                <a:gd name="csY123" fmla="*/ 13854 h 155262"/>
                <a:gd name="csX124" fmla="*/ 59716 w 80258"/>
                <a:gd name="csY124" fmla="*/ 12421 h 155262"/>
                <a:gd name="csX125" fmla="*/ 60672 w 80258"/>
                <a:gd name="csY125" fmla="*/ 10510 h 155262"/>
                <a:gd name="csX126" fmla="*/ 64493 w 80258"/>
                <a:gd name="csY126" fmla="*/ 9555 h 155262"/>
                <a:gd name="csX127" fmla="*/ 68315 w 80258"/>
                <a:gd name="csY127" fmla="*/ 6688 h 155262"/>
                <a:gd name="csX128" fmla="*/ 70226 w 80258"/>
                <a:gd name="csY128" fmla="*/ 6210 h 155262"/>
                <a:gd name="csX129" fmla="*/ 70704 w 80258"/>
                <a:gd name="csY129" fmla="*/ 8599 h 155262"/>
                <a:gd name="csX130" fmla="*/ 71659 w 80258"/>
                <a:gd name="csY130" fmla="*/ 10988 h 155262"/>
                <a:gd name="csX131" fmla="*/ 70704 w 80258"/>
                <a:gd name="csY131" fmla="*/ 11466 h 155262"/>
                <a:gd name="csX132" fmla="*/ 68793 w 80258"/>
                <a:gd name="csY132" fmla="*/ 13854 h 155262"/>
                <a:gd name="csX133" fmla="*/ 65449 w 80258"/>
                <a:gd name="csY133" fmla="*/ 19587 h 155262"/>
                <a:gd name="csX134" fmla="*/ 62105 w 80258"/>
                <a:gd name="csY134" fmla="*/ 21020 h 155262"/>
                <a:gd name="csX135" fmla="*/ 59716 w 80258"/>
                <a:gd name="csY135" fmla="*/ 23409 h 155262"/>
                <a:gd name="csX136" fmla="*/ 59238 w 80258"/>
                <a:gd name="csY136" fmla="*/ 24842 h 155262"/>
                <a:gd name="csX137" fmla="*/ 58761 w 80258"/>
                <a:gd name="csY137" fmla="*/ 26753 h 155262"/>
                <a:gd name="csX138" fmla="*/ 59716 w 80258"/>
                <a:gd name="csY138" fmla="*/ 29619 h 155262"/>
                <a:gd name="csX139" fmla="*/ 61149 w 80258"/>
                <a:gd name="csY139" fmla="*/ 32963 h 155262"/>
                <a:gd name="csX140" fmla="*/ 63060 w 80258"/>
                <a:gd name="csY140" fmla="*/ 34874 h 155262"/>
                <a:gd name="csX141" fmla="*/ 64971 w 80258"/>
                <a:gd name="csY141" fmla="*/ 35352 h 155262"/>
                <a:gd name="csX142" fmla="*/ 69271 w 80258"/>
                <a:gd name="csY142" fmla="*/ 38696 h 155262"/>
                <a:gd name="csX143" fmla="*/ 69271 w 80258"/>
                <a:gd name="csY143" fmla="*/ 40607 h 155262"/>
                <a:gd name="csX144" fmla="*/ 70226 w 80258"/>
                <a:gd name="csY144" fmla="*/ 42518 h 155262"/>
                <a:gd name="csX145" fmla="*/ 70226 w 80258"/>
                <a:gd name="csY145" fmla="*/ 45384 h 155262"/>
                <a:gd name="csX146" fmla="*/ 71659 w 80258"/>
                <a:gd name="csY146" fmla="*/ 47295 h 155262"/>
                <a:gd name="csX147" fmla="*/ 68315 w 80258"/>
                <a:gd name="csY147" fmla="*/ 52073 h 155262"/>
                <a:gd name="csX148" fmla="*/ 66882 w 80258"/>
                <a:gd name="csY148" fmla="*/ 55417 h 155262"/>
                <a:gd name="csX149" fmla="*/ 63060 w 80258"/>
                <a:gd name="csY149" fmla="*/ 59716 h 155262"/>
                <a:gd name="csX150" fmla="*/ 60194 w 80258"/>
                <a:gd name="csY150" fmla="*/ 62583 h 155262"/>
                <a:gd name="csX151" fmla="*/ 53506 w 80258"/>
                <a:gd name="csY151" fmla="*/ 66882 h 155262"/>
                <a:gd name="csX152" fmla="*/ 52072 w 80258"/>
                <a:gd name="csY152" fmla="*/ 68315 h 155262"/>
                <a:gd name="csX153" fmla="*/ 50639 w 80258"/>
                <a:gd name="csY153" fmla="*/ 70226 h 155262"/>
                <a:gd name="csX154" fmla="*/ 50162 w 80258"/>
                <a:gd name="csY154" fmla="*/ 71659 h 155262"/>
                <a:gd name="csX155" fmla="*/ 50639 w 80258"/>
                <a:gd name="csY155" fmla="*/ 73570 h 155262"/>
                <a:gd name="csX156" fmla="*/ 52550 w 80258"/>
                <a:gd name="csY156" fmla="*/ 77870 h 155262"/>
                <a:gd name="csX157" fmla="*/ 55416 w 80258"/>
                <a:gd name="csY157" fmla="*/ 80736 h 155262"/>
                <a:gd name="csX158" fmla="*/ 58761 w 80258"/>
                <a:gd name="csY158" fmla="*/ 82170 h 155262"/>
                <a:gd name="csX159" fmla="*/ 63538 w 80258"/>
                <a:gd name="csY159" fmla="*/ 81214 h 155262"/>
                <a:gd name="csX160" fmla="*/ 63538 w 80258"/>
                <a:gd name="csY160" fmla="*/ 83125 h 155262"/>
                <a:gd name="csX161" fmla="*/ 64016 w 80258"/>
                <a:gd name="csY161" fmla="*/ 85036 h 155262"/>
                <a:gd name="csX162" fmla="*/ 65927 w 80258"/>
                <a:gd name="csY162" fmla="*/ 85036 h 155262"/>
                <a:gd name="csX163" fmla="*/ 67360 w 80258"/>
                <a:gd name="csY163" fmla="*/ 84558 h 155262"/>
                <a:gd name="csX164" fmla="*/ 68315 w 80258"/>
                <a:gd name="csY164" fmla="*/ 82647 h 155262"/>
                <a:gd name="csX165" fmla="*/ 71182 w 80258"/>
                <a:gd name="csY165" fmla="*/ 84081 h 155262"/>
                <a:gd name="csX166" fmla="*/ 72137 w 80258"/>
                <a:gd name="csY166" fmla="*/ 88380 h 155262"/>
                <a:gd name="csX167" fmla="*/ 74526 w 80258"/>
                <a:gd name="csY167" fmla="*/ 89813 h 155262"/>
                <a:gd name="csX168" fmla="*/ 74526 w 80258"/>
                <a:gd name="csY168" fmla="*/ 90291 h 155262"/>
                <a:gd name="csX169" fmla="*/ 74048 w 80258"/>
                <a:gd name="csY169" fmla="*/ 90291 h 155262"/>
                <a:gd name="csX170" fmla="*/ 73570 w 80258"/>
                <a:gd name="csY170" fmla="*/ 90769 h 155262"/>
                <a:gd name="csX171" fmla="*/ 74048 w 80258"/>
                <a:gd name="csY171" fmla="*/ 91247 h 155262"/>
                <a:gd name="csX172" fmla="*/ 75959 w 80258"/>
                <a:gd name="csY172" fmla="*/ 91724 h 155262"/>
                <a:gd name="csX173" fmla="*/ 77392 w 80258"/>
                <a:gd name="csY173" fmla="*/ 91247 h 155262"/>
                <a:gd name="csX174" fmla="*/ 79303 w 80258"/>
                <a:gd name="csY174" fmla="*/ 92202 h 155262"/>
                <a:gd name="csX175" fmla="*/ 79303 w 80258"/>
                <a:gd name="csY175" fmla="*/ 93157 h 155262"/>
                <a:gd name="csX176" fmla="*/ 78825 w 80258"/>
                <a:gd name="csY176" fmla="*/ 96979 h 155262"/>
                <a:gd name="csX177" fmla="*/ 78347 w 80258"/>
                <a:gd name="csY177" fmla="*/ 98412 h 155262"/>
                <a:gd name="csX178" fmla="*/ 78347 w 80258"/>
                <a:gd name="csY178" fmla="*/ 101279 h 155262"/>
                <a:gd name="csX179" fmla="*/ 78347 w 80258"/>
                <a:gd name="csY179" fmla="*/ 104145 h 155262"/>
                <a:gd name="csX180" fmla="*/ 79781 w 80258"/>
                <a:gd name="csY180" fmla="*/ 106534 h 155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</a:cxnLst>
              <a:rect l="l" t="t" r="r" b="b"/>
              <a:pathLst>
                <a:path w="80258" h="155262">
                  <a:moveTo>
                    <a:pt x="79781" y="106534"/>
                  </a:moveTo>
                  <a:lnTo>
                    <a:pt x="80258" y="107967"/>
                  </a:lnTo>
                  <a:lnTo>
                    <a:pt x="79303" y="108922"/>
                  </a:lnTo>
                  <a:lnTo>
                    <a:pt x="76437" y="110356"/>
                  </a:lnTo>
                  <a:lnTo>
                    <a:pt x="72615" y="112266"/>
                  </a:lnTo>
                  <a:lnTo>
                    <a:pt x="69271" y="114177"/>
                  </a:lnTo>
                  <a:lnTo>
                    <a:pt x="65927" y="116088"/>
                  </a:lnTo>
                  <a:lnTo>
                    <a:pt x="65927" y="116088"/>
                  </a:lnTo>
                  <a:lnTo>
                    <a:pt x="64971" y="117522"/>
                  </a:lnTo>
                  <a:lnTo>
                    <a:pt x="63060" y="118477"/>
                  </a:lnTo>
                  <a:lnTo>
                    <a:pt x="61627" y="119432"/>
                  </a:lnTo>
                  <a:lnTo>
                    <a:pt x="61627" y="120388"/>
                  </a:lnTo>
                  <a:lnTo>
                    <a:pt x="61149" y="120865"/>
                  </a:lnTo>
                  <a:lnTo>
                    <a:pt x="60194" y="122299"/>
                  </a:lnTo>
                  <a:lnTo>
                    <a:pt x="59238" y="123254"/>
                  </a:lnTo>
                  <a:lnTo>
                    <a:pt x="55894" y="124210"/>
                  </a:lnTo>
                  <a:lnTo>
                    <a:pt x="54939" y="124688"/>
                  </a:lnTo>
                  <a:lnTo>
                    <a:pt x="53506" y="126598"/>
                  </a:lnTo>
                  <a:lnTo>
                    <a:pt x="52550" y="127554"/>
                  </a:lnTo>
                  <a:lnTo>
                    <a:pt x="51595" y="129465"/>
                  </a:lnTo>
                  <a:lnTo>
                    <a:pt x="53028" y="133764"/>
                  </a:lnTo>
                  <a:lnTo>
                    <a:pt x="54461" y="138542"/>
                  </a:lnTo>
                  <a:lnTo>
                    <a:pt x="54461" y="140453"/>
                  </a:lnTo>
                  <a:lnTo>
                    <a:pt x="54461" y="141886"/>
                  </a:lnTo>
                  <a:lnTo>
                    <a:pt x="53983" y="143797"/>
                  </a:lnTo>
                  <a:lnTo>
                    <a:pt x="52072" y="146185"/>
                  </a:lnTo>
                  <a:lnTo>
                    <a:pt x="50639" y="148096"/>
                  </a:lnTo>
                  <a:lnTo>
                    <a:pt x="48251" y="151440"/>
                  </a:lnTo>
                  <a:lnTo>
                    <a:pt x="47295" y="151918"/>
                  </a:lnTo>
                  <a:lnTo>
                    <a:pt x="45862" y="152873"/>
                  </a:lnTo>
                  <a:lnTo>
                    <a:pt x="42518" y="154307"/>
                  </a:lnTo>
                  <a:lnTo>
                    <a:pt x="40129" y="155262"/>
                  </a:lnTo>
                  <a:lnTo>
                    <a:pt x="38696" y="150485"/>
                  </a:lnTo>
                  <a:lnTo>
                    <a:pt x="37740" y="146185"/>
                  </a:lnTo>
                  <a:lnTo>
                    <a:pt x="36785" y="142363"/>
                  </a:lnTo>
                  <a:lnTo>
                    <a:pt x="35830" y="137586"/>
                  </a:lnTo>
                  <a:lnTo>
                    <a:pt x="35352" y="136631"/>
                  </a:lnTo>
                  <a:lnTo>
                    <a:pt x="34397" y="131376"/>
                  </a:lnTo>
                  <a:lnTo>
                    <a:pt x="32963" y="126121"/>
                  </a:lnTo>
                  <a:lnTo>
                    <a:pt x="32486" y="125165"/>
                  </a:lnTo>
                  <a:lnTo>
                    <a:pt x="32008" y="121343"/>
                  </a:lnTo>
                  <a:lnTo>
                    <a:pt x="30575" y="116566"/>
                  </a:lnTo>
                  <a:lnTo>
                    <a:pt x="30575" y="116088"/>
                  </a:lnTo>
                  <a:lnTo>
                    <a:pt x="30097" y="115611"/>
                  </a:lnTo>
                  <a:lnTo>
                    <a:pt x="26753" y="113222"/>
                  </a:lnTo>
                  <a:lnTo>
                    <a:pt x="23409" y="111311"/>
                  </a:lnTo>
                  <a:lnTo>
                    <a:pt x="20065" y="108922"/>
                  </a:lnTo>
                  <a:lnTo>
                    <a:pt x="16721" y="106056"/>
                  </a:lnTo>
                  <a:lnTo>
                    <a:pt x="15765" y="102712"/>
                  </a:lnTo>
                  <a:lnTo>
                    <a:pt x="14332" y="97935"/>
                  </a:lnTo>
                  <a:lnTo>
                    <a:pt x="13376" y="96979"/>
                  </a:lnTo>
                  <a:lnTo>
                    <a:pt x="12421" y="95068"/>
                  </a:lnTo>
                  <a:lnTo>
                    <a:pt x="11943" y="95068"/>
                  </a:lnTo>
                  <a:lnTo>
                    <a:pt x="11465" y="94590"/>
                  </a:lnTo>
                  <a:lnTo>
                    <a:pt x="11465" y="94590"/>
                  </a:lnTo>
                  <a:lnTo>
                    <a:pt x="7644" y="92680"/>
                  </a:lnTo>
                  <a:lnTo>
                    <a:pt x="5255" y="91247"/>
                  </a:lnTo>
                  <a:lnTo>
                    <a:pt x="4777" y="90769"/>
                  </a:lnTo>
                  <a:lnTo>
                    <a:pt x="4299" y="88380"/>
                  </a:lnTo>
                  <a:lnTo>
                    <a:pt x="2389" y="84558"/>
                  </a:lnTo>
                  <a:lnTo>
                    <a:pt x="478" y="80736"/>
                  </a:lnTo>
                  <a:lnTo>
                    <a:pt x="0" y="78348"/>
                  </a:lnTo>
                  <a:lnTo>
                    <a:pt x="0" y="75004"/>
                  </a:lnTo>
                  <a:lnTo>
                    <a:pt x="478" y="73093"/>
                  </a:lnTo>
                  <a:lnTo>
                    <a:pt x="956" y="72137"/>
                  </a:lnTo>
                  <a:lnTo>
                    <a:pt x="4777" y="69271"/>
                  </a:lnTo>
                  <a:lnTo>
                    <a:pt x="6688" y="65927"/>
                  </a:lnTo>
                  <a:lnTo>
                    <a:pt x="9077" y="64493"/>
                  </a:lnTo>
                  <a:lnTo>
                    <a:pt x="10988" y="63538"/>
                  </a:lnTo>
                  <a:lnTo>
                    <a:pt x="12421" y="62105"/>
                  </a:lnTo>
                  <a:lnTo>
                    <a:pt x="13854" y="60672"/>
                  </a:lnTo>
                  <a:lnTo>
                    <a:pt x="14809" y="58761"/>
                  </a:lnTo>
                  <a:lnTo>
                    <a:pt x="14809" y="56372"/>
                  </a:lnTo>
                  <a:lnTo>
                    <a:pt x="15287" y="53028"/>
                  </a:lnTo>
                  <a:lnTo>
                    <a:pt x="15287" y="53028"/>
                  </a:lnTo>
                  <a:lnTo>
                    <a:pt x="16243" y="50639"/>
                  </a:lnTo>
                  <a:lnTo>
                    <a:pt x="17676" y="48251"/>
                  </a:lnTo>
                  <a:lnTo>
                    <a:pt x="17198" y="45862"/>
                  </a:lnTo>
                  <a:lnTo>
                    <a:pt x="17198" y="45862"/>
                  </a:lnTo>
                  <a:lnTo>
                    <a:pt x="16243" y="43951"/>
                  </a:lnTo>
                  <a:lnTo>
                    <a:pt x="16243" y="39651"/>
                  </a:lnTo>
                  <a:lnTo>
                    <a:pt x="16243" y="38218"/>
                  </a:lnTo>
                  <a:lnTo>
                    <a:pt x="15765" y="36785"/>
                  </a:lnTo>
                  <a:lnTo>
                    <a:pt x="15287" y="36785"/>
                  </a:lnTo>
                  <a:lnTo>
                    <a:pt x="14809" y="34874"/>
                  </a:lnTo>
                  <a:lnTo>
                    <a:pt x="14809" y="33441"/>
                  </a:lnTo>
                  <a:lnTo>
                    <a:pt x="15287" y="29142"/>
                  </a:lnTo>
                  <a:lnTo>
                    <a:pt x="16243" y="26275"/>
                  </a:lnTo>
                  <a:lnTo>
                    <a:pt x="16721" y="21976"/>
                  </a:lnTo>
                  <a:lnTo>
                    <a:pt x="16721" y="21020"/>
                  </a:lnTo>
                  <a:lnTo>
                    <a:pt x="15765" y="20065"/>
                  </a:lnTo>
                  <a:lnTo>
                    <a:pt x="15765" y="20065"/>
                  </a:lnTo>
                  <a:lnTo>
                    <a:pt x="13854" y="19109"/>
                  </a:lnTo>
                  <a:lnTo>
                    <a:pt x="13854" y="18632"/>
                  </a:lnTo>
                  <a:lnTo>
                    <a:pt x="14332" y="18154"/>
                  </a:lnTo>
                  <a:lnTo>
                    <a:pt x="17198" y="16243"/>
                  </a:lnTo>
                  <a:lnTo>
                    <a:pt x="17198" y="16243"/>
                  </a:lnTo>
                  <a:lnTo>
                    <a:pt x="18631" y="13376"/>
                  </a:lnTo>
                  <a:lnTo>
                    <a:pt x="20065" y="12899"/>
                  </a:lnTo>
                  <a:lnTo>
                    <a:pt x="21975" y="11466"/>
                  </a:lnTo>
                  <a:lnTo>
                    <a:pt x="21975" y="11466"/>
                  </a:lnTo>
                  <a:lnTo>
                    <a:pt x="21975" y="10510"/>
                  </a:lnTo>
                  <a:lnTo>
                    <a:pt x="21498" y="9555"/>
                  </a:lnTo>
                  <a:lnTo>
                    <a:pt x="21498" y="9555"/>
                  </a:lnTo>
                  <a:lnTo>
                    <a:pt x="21498" y="9077"/>
                  </a:lnTo>
                  <a:lnTo>
                    <a:pt x="26275" y="8121"/>
                  </a:lnTo>
                  <a:lnTo>
                    <a:pt x="31052" y="4300"/>
                  </a:lnTo>
                  <a:lnTo>
                    <a:pt x="32486" y="3344"/>
                  </a:lnTo>
                  <a:lnTo>
                    <a:pt x="43473" y="0"/>
                  </a:lnTo>
                  <a:lnTo>
                    <a:pt x="44906" y="478"/>
                  </a:lnTo>
                  <a:lnTo>
                    <a:pt x="46340" y="956"/>
                  </a:lnTo>
                  <a:lnTo>
                    <a:pt x="45862" y="1911"/>
                  </a:lnTo>
                  <a:lnTo>
                    <a:pt x="45384" y="2867"/>
                  </a:lnTo>
                  <a:lnTo>
                    <a:pt x="46340" y="4777"/>
                  </a:lnTo>
                  <a:lnTo>
                    <a:pt x="47295" y="3822"/>
                  </a:lnTo>
                  <a:lnTo>
                    <a:pt x="47295" y="2867"/>
                  </a:lnTo>
                  <a:lnTo>
                    <a:pt x="46817" y="1911"/>
                  </a:lnTo>
                  <a:lnTo>
                    <a:pt x="49206" y="1911"/>
                  </a:lnTo>
                  <a:lnTo>
                    <a:pt x="51117" y="2389"/>
                  </a:lnTo>
                  <a:lnTo>
                    <a:pt x="53506" y="3344"/>
                  </a:lnTo>
                  <a:lnTo>
                    <a:pt x="53506" y="7166"/>
                  </a:lnTo>
                  <a:lnTo>
                    <a:pt x="56372" y="10988"/>
                  </a:lnTo>
                  <a:lnTo>
                    <a:pt x="55416" y="12899"/>
                  </a:lnTo>
                  <a:lnTo>
                    <a:pt x="57805" y="13854"/>
                  </a:lnTo>
                  <a:lnTo>
                    <a:pt x="59716" y="12421"/>
                  </a:lnTo>
                  <a:lnTo>
                    <a:pt x="60672" y="10510"/>
                  </a:lnTo>
                  <a:lnTo>
                    <a:pt x="64493" y="9555"/>
                  </a:lnTo>
                  <a:lnTo>
                    <a:pt x="68315" y="6688"/>
                  </a:lnTo>
                  <a:lnTo>
                    <a:pt x="70226" y="6210"/>
                  </a:lnTo>
                  <a:lnTo>
                    <a:pt x="70704" y="8599"/>
                  </a:lnTo>
                  <a:lnTo>
                    <a:pt x="71659" y="10988"/>
                  </a:lnTo>
                  <a:lnTo>
                    <a:pt x="70704" y="11466"/>
                  </a:lnTo>
                  <a:lnTo>
                    <a:pt x="68793" y="13854"/>
                  </a:lnTo>
                  <a:lnTo>
                    <a:pt x="65449" y="19587"/>
                  </a:lnTo>
                  <a:lnTo>
                    <a:pt x="62105" y="21020"/>
                  </a:lnTo>
                  <a:lnTo>
                    <a:pt x="59716" y="23409"/>
                  </a:lnTo>
                  <a:lnTo>
                    <a:pt x="59238" y="24842"/>
                  </a:lnTo>
                  <a:lnTo>
                    <a:pt x="58761" y="26753"/>
                  </a:lnTo>
                  <a:lnTo>
                    <a:pt x="59716" y="29619"/>
                  </a:lnTo>
                  <a:lnTo>
                    <a:pt x="61149" y="32963"/>
                  </a:lnTo>
                  <a:lnTo>
                    <a:pt x="63060" y="34874"/>
                  </a:lnTo>
                  <a:lnTo>
                    <a:pt x="64971" y="35352"/>
                  </a:lnTo>
                  <a:lnTo>
                    <a:pt x="69271" y="38696"/>
                  </a:lnTo>
                  <a:lnTo>
                    <a:pt x="69271" y="40607"/>
                  </a:lnTo>
                  <a:lnTo>
                    <a:pt x="70226" y="42518"/>
                  </a:lnTo>
                  <a:lnTo>
                    <a:pt x="70226" y="45384"/>
                  </a:lnTo>
                  <a:lnTo>
                    <a:pt x="71659" y="47295"/>
                  </a:lnTo>
                  <a:lnTo>
                    <a:pt x="68315" y="52073"/>
                  </a:lnTo>
                  <a:lnTo>
                    <a:pt x="66882" y="55417"/>
                  </a:lnTo>
                  <a:lnTo>
                    <a:pt x="63060" y="59716"/>
                  </a:lnTo>
                  <a:lnTo>
                    <a:pt x="60194" y="62583"/>
                  </a:lnTo>
                  <a:lnTo>
                    <a:pt x="53506" y="66882"/>
                  </a:lnTo>
                  <a:lnTo>
                    <a:pt x="52072" y="68315"/>
                  </a:lnTo>
                  <a:lnTo>
                    <a:pt x="50639" y="70226"/>
                  </a:lnTo>
                  <a:lnTo>
                    <a:pt x="50162" y="71659"/>
                  </a:lnTo>
                  <a:lnTo>
                    <a:pt x="50639" y="73570"/>
                  </a:lnTo>
                  <a:lnTo>
                    <a:pt x="52550" y="77870"/>
                  </a:lnTo>
                  <a:lnTo>
                    <a:pt x="55416" y="80736"/>
                  </a:lnTo>
                  <a:lnTo>
                    <a:pt x="58761" y="82170"/>
                  </a:lnTo>
                  <a:lnTo>
                    <a:pt x="63538" y="81214"/>
                  </a:lnTo>
                  <a:lnTo>
                    <a:pt x="63538" y="83125"/>
                  </a:lnTo>
                  <a:lnTo>
                    <a:pt x="64016" y="85036"/>
                  </a:lnTo>
                  <a:lnTo>
                    <a:pt x="65927" y="85036"/>
                  </a:lnTo>
                  <a:lnTo>
                    <a:pt x="67360" y="84558"/>
                  </a:lnTo>
                  <a:lnTo>
                    <a:pt x="68315" y="82647"/>
                  </a:lnTo>
                  <a:lnTo>
                    <a:pt x="71182" y="84081"/>
                  </a:lnTo>
                  <a:lnTo>
                    <a:pt x="72137" y="88380"/>
                  </a:lnTo>
                  <a:lnTo>
                    <a:pt x="74526" y="89813"/>
                  </a:lnTo>
                  <a:lnTo>
                    <a:pt x="74526" y="90291"/>
                  </a:lnTo>
                  <a:lnTo>
                    <a:pt x="74048" y="90291"/>
                  </a:lnTo>
                  <a:lnTo>
                    <a:pt x="73570" y="90769"/>
                  </a:lnTo>
                  <a:lnTo>
                    <a:pt x="74048" y="91247"/>
                  </a:lnTo>
                  <a:lnTo>
                    <a:pt x="75959" y="91724"/>
                  </a:lnTo>
                  <a:lnTo>
                    <a:pt x="77392" y="91247"/>
                  </a:lnTo>
                  <a:lnTo>
                    <a:pt x="79303" y="92202"/>
                  </a:lnTo>
                  <a:lnTo>
                    <a:pt x="79303" y="93157"/>
                  </a:lnTo>
                  <a:lnTo>
                    <a:pt x="78825" y="96979"/>
                  </a:lnTo>
                  <a:lnTo>
                    <a:pt x="78347" y="98412"/>
                  </a:lnTo>
                  <a:lnTo>
                    <a:pt x="78347" y="101279"/>
                  </a:lnTo>
                  <a:lnTo>
                    <a:pt x="78347" y="104145"/>
                  </a:lnTo>
                  <a:lnTo>
                    <a:pt x="79781" y="10653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0" name="Freeform 2119">
              <a:extLst>
                <a:ext uri="{FF2B5EF4-FFF2-40B4-BE49-F238E27FC236}">
                  <a16:creationId xmlns:a16="http://schemas.microsoft.com/office/drawing/2014/main" id="{E0B86EE3-7D6E-49C4-877E-5C194EE2D435}"/>
                </a:ext>
              </a:extLst>
            </p:cNvPr>
            <p:cNvSpPr/>
            <p:nvPr/>
          </p:nvSpPr>
          <p:spPr>
            <a:xfrm>
              <a:off x="6090266" y="4303028"/>
              <a:ext cx="20542" cy="11943"/>
            </a:xfrm>
            <a:custGeom>
              <a:avLst/>
              <a:gdLst>
                <a:gd name="csX0" fmla="*/ 20542 w 20542"/>
                <a:gd name="csY0" fmla="*/ 0 h 11943"/>
                <a:gd name="csX1" fmla="*/ 10510 w 20542"/>
                <a:gd name="csY1" fmla="*/ 6211 h 11943"/>
                <a:gd name="csX2" fmla="*/ 0 w 20542"/>
                <a:gd name="csY2" fmla="*/ 11943 h 11943"/>
                <a:gd name="csX3" fmla="*/ 10510 w 20542"/>
                <a:gd name="csY3" fmla="*/ 5733 h 11943"/>
                <a:gd name="csX4" fmla="*/ 20542 w 20542"/>
                <a:gd name="csY4" fmla="*/ 0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542" h="11943">
                  <a:moveTo>
                    <a:pt x="20542" y="0"/>
                  </a:moveTo>
                  <a:lnTo>
                    <a:pt x="10510" y="6211"/>
                  </a:lnTo>
                  <a:lnTo>
                    <a:pt x="0" y="11943"/>
                  </a:lnTo>
                  <a:lnTo>
                    <a:pt x="10510" y="5733"/>
                  </a:lnTo>
                  <a:lnTo>
                    <a:pt x="2054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1" name="Freeform 2120">
              <a:extLst>
                <a:ext uri="{FF2B5EF4-FFF2-40B4-BE49-F238E27FC236}">
                  <a16:creationId xmlns:a16="http://schemas.microsoft.com/office/drawing/2014/main" id="{8DF59A27-01CF-BB95-4D38-9BA124019726}"/>
                </a:ext>
              </a:extLst>
            </p:cNvPr>
            <p:cNvSpPr/>
            <p:nvPr/>
          </p:nvSpPr>
          <p:spPr>
            <a:xfrm>
              <a:off x="6109375" y="3755551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478 w 477"/>
                <a:gd name="csY2" fmla="*/ 0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2" name="Freeform 2121">
              <a:extLst>
                <a:ext uri="{FF2B5EF4-FFF2-40B4-BE49-F238E27FC236}">
                  <a16:creationId xmlns:a16="http://schemas.microsoft.com/office/drawing/2014/main" id="{BCCFB707-8FF2-F6DF-C99F-4DB8532FC47C}"/>
                </a:ext>
              </a:extLst>
            </p:cNvPr>
            <p:cNvSpPr/>
            <p:nvPr/>
          </p:nvSpPr>
          <p:spPr>
            <a:xfrm>
              <a:off x="6104598" y="4716264"/>
              <a:ext cx="3821" cy="477"/>
            </a:xfrm>
            <a:custGeom>
              <a:avLst/>
              <a:gdLst>
                <a:gd name="csX0" fmla="*/ 3822 w 3821"/>
                <a:gd name="csY0" fmla="*/ 0 h 477"/>
                <a:gd name="csX1" fmla="*/ 3822 w 3821"/>
                <a:gd name="csY1" fmla="*/ 478 h 477"/>
                <a:gd name="csX2" fmla="*/ 0 w 3821"/>
                <a:gd name="csY2" fmla="*/ 0 h 477"/>
                <a:gd name="csX3" fmla="*/ 3822 w 3821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1" h="477">
                  <a:moveTo>
                    <a:pt x="3822" y="0"/>
                  </a:moveTo>
                  <a:lnTo>
                    <a:pt x="3822" y="478"/>
                  </a:lnTo>
                  <a:lnTo>
                    <a:pt x="0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3" name="Freeform 2122">
              <a:extLst>
                <a:ext uri="{FF2B5EF4-FFF2-40B4-BE49-F238E27FC236}">
                  <a16:creationId xmlns:a16="http://schemas.microsoft.com/office/drawing/2014/main" id="{DFAE1725-CEBB-623F-1F69-BBF83E79A703}"/>
                </a:ext>
              </a:extLst>
            </p:cNvPr>
            <p:cNvSpPr/>
            <p:nvPr/>
          </p:nvSpPr>
          <p:spPr>
            <a:xfrm>
              <a:off x="6069724" y="4692856"/>
              <a:ext cx="38695" cy="24364"/>
            </a:xfrm>
            <a:custGeom>
              <a:avLst/>
              <a:gdLst>
                <a:gd name="csX0" fmla="*/ 38696 w 38695"/>
                <a:gd name="csY0" fmla="*/ 21498 h 24364"/>
                <a:gd name="csX1" fmla="*/ 38696 w 38695"/>
                <a:gd name="csY1" fmla="*/ 23409 h 24364"/>
                <a:gd name="csX2" fmla="*/ 34874 w 38695"/>
                <a:gd name="csY2" fmla="*/ 23409 h 24364"/>
                <a:gd name="csX3" fmla="*/ 29141 w 38695"/>
                <a:gd name="csY3" fmla="*/ 23409 h 24364"/>
                <a:gd name="csX4" fmla="*/ 23886 w 38695"/>
                <a:gd name="csY4" fmla="*/ 23409 h 24364"/>
                <a:gd name="csX5" fmla="*/ 18632 w 38695"/>
                <a:gd name="csY5" fmla="*/ 23409 h 24364"/>
                <a:gd name="csX6" fmla="*/ 15765 w 38695"/>
                <a:gd name="csY6" fmla="*/ 23409 h 24364"/>
                <a:gd name="csX7" fmla="*/ 12899 w 38695"/>
                <a:gd name="csY7" fmla="*/ 23409 h 24364"/>
                <a:gd name="csX8" fmla="*/ 11943 w 38695"/>
                <a:gd name="csY8" fmla="*/ 23886 h 24364"/>
                <a:gd name="csX9" fmla="*/ 11466 w 38695"/>
                <a:gd name="csY9" fmla="*/ 24364 h 24364"/>
                <a:gd name="csX10" fmla="*/ 10510 w 38695"/>
                <a:gd name="csY10" fmla="*/ 24364 h 24364"/>
                <a:gd name="csX11" fmla="*/ 9555 w 38695"/>
                <a:gd name="csY11" fmla="*/ 23886 h 24364"/>
                <a:gd name="csX12" fmla="*/ 8599 w 38695"/>
                <a:gd name="csY12" fmla="*/ 23886 h 24364"/>
                <a:gd name="csX13" fmla="*/ 8121 w 38695"/>
                <a:gd name="csY13" fmla="*/ 22931 h 24364"/>
                <a:gd name="csX14" fmla="*/ 7644 w 38695"/>
                <a:gd name="csY14" fmla="*/ 22453 h 24364"/>
                <a:gd name="csX15" fmla="*/ 7644 w 38695"/>
                <a:gd name="csY15" fmla="*/ 22453 h 24364"/>
                <a:gd name="csX16" fmla="*/ 6688 w 38695"/>
                <a:gd name="csY16" fmla="*/ 21975 h 24364"/>
                <a:gd name="csX17" fmla="*/ 5733 w 38695"/>
                <a:gd name="csY17" fmla="*/ 22453 h 24364"/>
                <a:gd name="csX18" fmla="*/ 5255 w 38695"/>
                <a:gd name="csY18" fmla="*/ 22931 h 24364"/>
                <a:gd name="csX19" fmla="*/ 4300 w 38695"/>
                <a:gd name="csY19" fmla="*/ 22931 h 24364"/>
                <a:gd name="csX20" fmla="*/ 4300 w 38695"/>
                <a:gd name="csY20" fmla="*/ 22453 h 24364"/>
                <a:gd name="csX21" fmla="*/ 2389 w 38695"/>
                <a:gd name="csY21" fmla="*/ 21498 h 24364"/>
                <a:gd name="csX22" fmla="*/ 1433 w 38695"/>
                <a:gd name="csY22" fmla="*/ 21498 h 24364"/>
                <a:gd name="csX23" fmla="*/ 0 w 38695"/>
                <a:gd name="csY23" fmla="*/ 21020 h 24364"/>
                <a:gd name="csX24" fmla="*/ 956 w 38695"/>
                <a:gd name="csY24" fmla="*/ 18154 h 24364"/>
                <a:gd name="csX25" fmla="*/ 2389 w 38695"/>
                <a:gd name="csY25" fmla="*/ 15765 h 24364"/>
                <a:gd name="csX26" fmla="*/ 3822 w 38695"/>
                <a:gd name="csY26" fmla="*/ 13854 h 24364"/>
                <a:gd name="csX27" fmla="*/ 4777 w 38695"/>
                <a:gd name="csY27" fmla="*/ 13376 h 24364"/>
                <a:gd name="csX28" fmla="*/ 5255 w 38695"/>
                <a:gd name="csY28" fmla="*/ 12421 h 24364"/>
                <a:gd name="csX29" fmla="*/ 6688 w 38695"/>
                <a:gd name="csY29" fmla="*/ 9555 h 24364"/>
                <a:gd name="csX30" fmla="*/ 8599 w 38695"/>
                <a:gd name="csY30" fmla="*/ 6688 h 24364"/>
                <a:gd name="csX31" fmla="*/ 8121 w 38695"/>
                <a:gd name="csY31" fmla="*/ 4299 h 24364"/>
                <a:gd name="csX32" fmla="*/ 8599 w 38695"/>
                <a:gd name="csY32" fmla="*/ 0 h 24364"/>
                <a:gd name="csX33" fmla="*/ 9077 w 38695"/>
                <a:gd name="csY33" fmla="*/ 0 h 24364"/>
                <a:gd name="csX34" fmla="*/ 9077 w 38695"/>
                <a:gd name="csY34" fmla="*/ 478 h 24364"/>
                <a:gd name="csX35" fmla="*/ 9077 w 38695"/>
                <a:gd name="csY35" fmla="*/ 956 h 24364"/>
                <a:gd name="csX36" fmla="*/ 9077 w 38695"/>
                <a:gd name="csY36" fmla="*/ 956 h 24364"/>
                <a:gd name="csX37" fmla="*/ 9555 w 38695"/>
                <a:gd name="csY37" fmla="*/ 1911 h 24364"/>
                <a:gd name="csX38" fmla="*/ 11943 w 38695"/>
                <a:gd name="csY38" fmla="*/ 2389 h 24364"/>
                <a:gd name="csX39" fmla="*/ 18632 w 38695"/>
                <a:gd name="csY39" fmla="*/ 2389 h 24364"/>
                <a:gd name="csX40" fmla="*/ 22453 w 38695"/>
                <a:gd name="csY40" fmla="*/ 2389 h 24364"/>
                <a:gd name="csX41" fmla="*/ 28186 w 38695"/>
                <a:gd name="csY41" fmla="*/ 2389 h 24364"/>
                <a:gd name="csX42" fmla="*/ 33919 w 38695"/>
                <a:gd name="csY42" fmla="*/ 2389 h 24364"/>
                <a:gd name="csX43" fmla="*/ 38696 w 38695"/>
                <a:gd name="csY43" fmla="*/ 2389 h 24364"/>
                <a:gd name="csX44" fmla="*/ 38696 w 38695"/>
                <a:gd name="csY44" fmla="*/ 6688 h 24364"/>
                <a:gd name="csX45" fmla="*/ 38696 w 38695"/>
                <a:gd name="csY45" fmla="*/ 10510 h 24364"/>
                <a:gd name="csX46" fmla="*/ 38696 w 38695"/>
                <a:gd name="csY46" fmla="*/ 14332 h 24364"/>
                <a:gd name="csX47" fmla="*/ 38696 w 38695"/>
                <a:gd name="csY47" fmla="*/ 18154 h 24364"/>
                <a:gd name="csX48" fmla="*/ 38696 w 38695"/>
                <a:gd name="csY48" fmla="*/ 21498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38695" h="24364">
                  <a:moveTo>
                    <a:pt x="38696" y="21498"/>
                  </a:moveTo>
                  <a:lnTo>
                    <a:pt x="38696" y="23409"/>
                  </a:lnTo>
                  <a:lnTo>
                    <a:pt x="34874" y="23409"/>
                  </a:lnTo>
                  <a:lnTo>
                    <a:pt x="29141" y="23409"/>
                  </a:lnTo>
                  <a:lnTo>
                    <a:pt x="23886" y="23409"/>
                  </a:lnTo>
                  <a:lnTo>
                    <a:pt x="18632" y="23409"/>
                  </a:lnTo>
                  <a:lnTo>
                    <a:pt x="15765" y="23409"/>
                  </a:lnTo>
                  <a:lnTo>
                    <a:pt x="12899" y="23409"/>
                  </a:lnTo>
                  <a:lnTo>
                    <a:pt x="11943" y="23886"/>
                  </a:lnTo>
                  <a:lnTo>
                    <a:pt x="11466" y="24364"/>
                  </a:lnTo>
                  <a:lnTo>
                    <a:pt x="10510" y="24364"/>
                  </a:lnTo>
                  <a:lnTo>
                    <a:pt x="9555" y="23886"/>
                  </a:lnTo>
                  <a:lnTo>
                    <a:pt x="8599" y="23886"/>
                  </a:lnTo>
                  <a:lnTo>
                    <a:pt x="8121" y="22931"/>
                  </a:lnTo>
                  <a:lnTo>
                    <a:pt x="7644" y="22453"/>
                  </a:lnTo>
                  <a:lnTo>
                    <a:pt x="7644" y="22453"/>
                  </a:lnTo>
                  <a:lnTo>
                    <a:pt x="6688" y="21975"/>
                  </a:lnTo>
                  <a:lnTo>
                    <a:pt x="5733" y="22453"/>
                  </a:lnTo>
                  <a:lnTo>
                    <a:pt x="5255" y="22931"/>
                  </a:lnTo>
                  <a:lnTo>
                    <a:pt x="4300" y="22931"/>
                  </a:lnTo>
                  <a:lnTo>
                    <a:pt x="4300" y="22453"/>
                  </a:lnTo>
                  <a:lnTo>
                    <a:pt x="2389" y="21498"/>
                  </a:lnTo>
                  <a:lnTo>
                    <a:pt x="1433" y="21498"/>
                  </a:lnTo>
                  <a:lnTo>
                    <a:pt x="0" y="21020"/>
                  </a:lnTo>
                  <a:lnTo>
                    <a:pt x="956" y="18154"/>
                  </a:lnTo>
                  <a:lnTo>
                    <a:pt x="2389" y="15765"/>
                  </a:lnTo>
                  <a:lnTo>
                    <a:pt x="3822" y="13854"/>
                  </a:lnTo>
                  <a:lnTo>
                    <a:pt x="4777" y="13376"/>
                  </a:lnTo>
                  <a:lnTo>
                    <a:pt x="5255" y="12421"/>
                  </a:lnTo>
                  <a:lnTo>
                    <a:pt x="6688" y="9555"/>
                  </a:lnTo>
                  <a:lnTo>
                    <a:pt x="8599" y="6688"/>
                  </a:lnTo>
                  <a:lnTo>
                    <a:pt x="8121" y="4299"/>
                  </a:lnTo>
                  <a:lnTo>
                    <a:pt x="8599" y="0"/>
                  </a:lnTo>
                  <a:lnTo>
                    <a:pt x="9077" y="0"/>
                  </a:lnTo>
                  <a:lnTo>
                    <a:pt x="9077" y="478"/>
                  </a:lnTo>
                  <a:lnTo>
                    <a:pt x="9077" y="956"/>
                  </a:lnTo>
                  <a:lnTo>
                    <a:pt x="9077" y="956"/>
                  </a:lnTo>
                  <a:lnTo>
                    <a:pt x="9555" y="1911"/>
                  </a:lnTo>
                  <a:lnTo>
                    <a:pt x="11943" y="2389"/>
                  </a:lnTo>
                  <a:lnTo>
                    <a:pt x="18632" y="2389"/>
                  </a:lnTo>
                  <a:lnTo>
                    <a:pt x="22453" y="2389"/>
                  </a:lnTo>
                  <a:lnTo>
                    <a:pt x="28186" y="2389"/>
                  </a:lnTo>
                  <a:lnTo>
                    <a:pt x="33919" y="2389"/>
                  </a:lnTo>
                  <a:lnTo>
                    <a:pt x="38696" y="2389"/>
                  </a:lnTo>
                  <a:lnTo>
                    <a:pt x="38696" y="6688"/>
                  </a:lnTo>
                  <a:lnTo>
                    <a:pt x="38696" y="10510"/>
                  </a:lnTo>
                  <a:lnTo>
                    <a:pt x="38696" y="14332"/>
                  </a:lnTo>
                  <a:lnTo>
                    <a:pt x="38696" y="18154"/>
                  </a:lnTo>
                  <a:lnTo>
                    <a:pt x="38696" y="214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4" name="Freeform 2123">
              <a:extLst>
                <a:ext uri="{FF2B5EF4-FFF2-40B4-BE49-F238E27FC236}">
                  <a16:creationId xmlns:a16="http://schemas.microsoft.com/office/drawing/2014/main" id="{98A7ABB9-EBD2-3358-09D2-471D8E01C634}"/>
                </a:ext>
              </a:extLst>
            </p:cNvPr>
            <p:cNvSpPr/>
            <p:nvPr/>
          </p:nvSpPr>
          <p:spPr>
            <a:xfrm>
              <a:off x="6102209" y="3552038"/>
              <a:ext cx="5255" cy="3344"/>
            </a:xfrm>
            <a:custGeom>
              <a:avLst/>
              <a:gdLst>
                <a:gd name="csX0" fmla="*/ 5255 w 5255"/>
                <a:gd name="csY0" fmla="*/ 2866 h 3344"/>
                <a:gd name="csX1" fmla="*/ 5255 w 5255"/>
                <a:gd name="csY1" fmla="*/ 3344 h 3344"/>
                <a:gd name="csX2" fmla="*/ 2389 w 5255"/>
                <a:gd name="csY2" fmla="*/ 3344 h 3344"/>
                <a:gd name="csX3" fmla="*/ 956 w 5255"/>
                <a:gd name="csY3" fmla="*/ 2389 h 3344"/>
                <a:gd name="csX4" fmla="*/ 0 w 5255"/>
                <a:gd name="csY4" fmla="*/ 1911 h 3344"/>
                <a:gd name="csX5" fmla="*/ 478 w 5255"/>
                <a:gd name="csY5" fmla="*/ 478 h 3344"/>
                <a:gd name="csX6" fmla="*/ 1433 w 5255"/>
                <a:gd name="csY6" fmla="*/ 0 h 3344"/>
                <a:gd name="csX7" fmla="*/ 4300 w 5255"/>
                <a:gd name="csY7" fmla="*/ 956 h 3344"/>
                <a:gd name="csX8" fmla="*/ 5255 w 5255"/>
                <a:gd name="csY8" fmla="*/ 286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5" h="3344">
                  <a:moveTo>
                    <a:pt x="5255" y="2866"/>
                  </a:moveTo>
                  <a:lnTo>
                    <a:pt x="5255" y="3344"/>
                  </a:lnTo>
                  <a:lnTo>
                    <a:pt x="2389" y="3344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4300" y="956"/>
                  </a:lnTo>
                  <a:lnTo>
                    <a:pt x="52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5" name="Freeform 2124">
              <a:extLst>
                <a:ext uri="{FF2B5EF4-FFF2-40B4-BE49-F238E27FC236}">
                  <a16:creationId xmlns:a16="http://schemas.microsoft.com/office/drawing/2014/main" id="{A3941834-A77B-D6E5-66AB-11FDC39796DD}"/>
                </a:ext>
              </a:extLst>
            </p:cNvPr>
            <p:cNvSpPr/>
            <p:nvPr/>
          </p:nvSpPr>
          <p:spPr>
            <a:xfrm>
              <a:off x="6104120" y="4062253"/>
              <a:ext cx="3344" cy="2866"/>
            </a:xfrm>
            <a:custGeom>
              <a:avLst/>
              <a:gdLst>
                <a:gd name="csX0" fmla="*/ 3344 w 3344"/>
                <a:gd name="csY0" fmla="*/ 0 h 2866"/>
                <a:gd name="csX1" fmla="*/ 3344 w 3344"/>
                <a:gd name="csY1" fmla="*/ 1433 h 2866"/>
                <a:gd name="csX2" fmla="*/ 0 w 3344"/>
                <a:gd name="csY2" fmla="*/ 2866 h 2866"/>
                <a:gd name="csX3" fmla="*/ 956 w 3344"/>
                <a:gd name="csY3" fmla="*/ 1433 h 2866"/>
                <a:gd name="csX4" fmla="*/ 2866 w 3344"/>
                <a:gd name="csY4" fmla="*/ 0 h 2866"/>
                <a:gd name="csX5" fmla="*/ 3344 w 3344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2866">
                  <a:moveTo>
                    <a:pt x="3344" y="0"/>
                  </a:moveTo>
                  <a:lnTo>
                    <a:pt x="3344" y="1433"/>
                  </a:lnTo>
                  <a:lnTo>
                    <a:pt x="0" y="2866"/>
                  </a:lnTo>
                  <a:lnTo>
                    <a:pt x="956" y="1433"/>
                  </a:lnTo>
                  <a:lnTo>
                    <a:pt x="2866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6" name="Freeform 2125">
              <a:extLst>
                <a:ext uri="{FF2B5EF4-FFF2-40B4-BE49-F238E27FC236}">
                  <a16:creationId xmlns:a16="http://schemas.microsoft.com/office/drawing/2014/main" id="{AD961F5E-5409-F38D-4B5E-FCA3932EE2DC}"/>
                </a:ext>
              </a:extLst>
            </p:cNvPr>
            <p:cNvSpPr/>
            <p:nvPr/>
          </p:nvSpPr>
          <p:spPr>
            <a:xfrm>
              <a:off x="6096955" y="3171765"/>
              <a:ext cx="10032" cy="5732"/>
            </a:xfrm>
            <a:custGeom>
              <a:avLst/>
              <a:gdLst>
                <a:gd name="csX0" fmla="*/ 7644 w 10032"/>
                <a:gd name="csY0" fmla="*/ 0 h 5732"/>
                <a:gd name="csX1" fmla="*/ 10032 w 10032"/>
                <a:gd name="csY1" fmla="*/ 2866 h 5732"/>
                <a:gd name="csX2" fmla="*/ 9555 w 10032"/>
                <a:gd name="csY2" fmla="*/ 4777 h 5732"/>
                <a:gd name="csX3" fmla="*/ 8599 w 10032"/>
                <a:gd name="csY3" fmla="*/ 5733 h 5732"/>
                <a:gd name="csX4" fmla="*/ 6210 w 10032"/>
                <a:gd name="csY4" fmla="*/ 4777 h 5732"/>
                <a:gd name="csX5" fmla="*/ 1433 w 10032"/>
                <a:gd name="csY5" fmla="*/ 5733 h 5732"/>
                <a:gd name="csX6" fmla="*/ 0 w 10032"/>
                <a:gd name="csY6" fmla="*/ 4300 h 5732"/>
                <a:gd name="csX7" fmla="*/ 1433 w 10032"/>
                <a:gd name="csY7" fmla="*/ 2389 h 5732"/>
                <a:gd name="csX8" fmla="*/ 5255 w 10032"/>
                <a:gd name="csY8" fmla="*/ 0 h 5732"/>
                <a:gd name="csX9" fmla="*/ 7644 w 10032"/>
                <a:gd name="csY9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032" h="5732">
                  <a:moveTo>
                    <a:pt x="7644" y="0"/>
                  </a:moveTo>
                  <a:lnTo>
                    <a:pt x="10032" y="2866"/>
                  </a:lnTo>
                  <a:lnTo>
                    <a:pt x="9555" y="4777"/>
                  </a:lnTo>
                  <a:lnTo>
                    <a:pt x="8599" y="5733"/>
                  </a:lnTo>
                  <a:lnTo>
                    <a:pt x="6210" y="4777"/>
                  </a:lnTo>
                  <a:lnTo>
                    <a:pt x="1433" y="5733"/>
                  </a:lnTo>
                  <a:lnTo>
                    <a:pt x="0" y="4300"/>
                  </a:lnTo>
                  <a:lnTo>
                    <a:pt x="1433" y="2389"/>
                  </a:lnTo>
                  <a:lnTo>
                    <a:pt x="5255" y="0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7" name="Freeform 2126">
              <a:extLst>
                <a:ext uri="{FF2B5EF4-FFF2-40B4-BE49-F238E27FC236}">
                  <a16:creationId xmlns:a16="http://schemas.microsoft.com/office/drawing/2014/main" id="{D2E21FF1-79FA-68FB-86F8-25F94307D37F}"/>
                </a:ext>
              </a:extLst>
            </p:cNvPr>
            <p:cNvSpPr/>
            <p:nvPr/>
          </p:nvSpPr>
          <p:spPr>
            <a:xfrm>
              <a:off x="6099343" y="3461269"/>
              <a:ext cx="6210" cy="3344"/>
            </a:xfrm>
            <a:custGeom>
              <a:avLst/>
              <a:gdLst>
                <a:gd name="csX0" fmla="*/ 6210 w 6210"/>
                <a:gd name="csY0" fmla="*/ 0 h 3344"/>
                <a:gd name="csX1" fmla="*/ 4299 w 6210"/>
                <a:gd name="csY1" fmla="*/ 1911 h 3344"/>
                <a:gd name="csX2" fmla="*/ 3344 w 6210"/>
                <a:gd name="csY2" fmla="*/ 2389 h 3344"/>
                <a:gd name="csX3" fmla="*/ 2866 w 6210"/>
                <a:gd name="csY3" fmla="*/ 3344 h 3344"/>
                <a:gd name="csX4" fmla="*/ 0 w 6210"/>
                <a:gd name="csY4" fmla="*/ 2389 h 3344"/>
                <a:gd name="csX5" fmla="*/ 1433 w 6210"/>
                <a:gd name="csY5" fmla="*/ 478 h 3344"/>
                <a:gd name="csX6" fmla="*/ 4299 w 6210"/>
                <a:gd name="csY6" fmla="*/ 0 h 3344"/>
                <a:gd name="csX7" fmla="*/ 6210 w 6210"/>
                <a:gd name="csY7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3344">
                  <a:moveTo>
                    <a:pt x="6210" y="0"/>
                  </a:moveTo>
                  <a:lnTo>
                    <a:pt x="4299" y="1911"/>
                  </a:lnTo>
                  <a:lnTo>
                    <a:pt x="3344" y="2389"/>
                  </a:lnTo>
                  <a:lnTo>
                    <a:pt x="2866" y="3344"/>
                  </a:lnTo>
                  <a:lnTo>
                    <a:pt x="0" y="2389"/>
                  </a:lnTo>
                  <a:lnTo>
                    <a:pt x="1433" y="478"/>
                  </a:lnTo>
                  <a:lnTo>
                    <a:pt x="4299" y="0"/>
                  </a:lnTo>
                  <a:lnTo>
                    <a:pt x="62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" name="Freeform 2127">
              <a:extLst>
                <a:ext uri="{FF2B5EF4-FFF2-40B4-BE49-F238E27FC236}">
                  <a16:creationId xmlns:a16="http://schemas.microsoft.com/office/drawing/2014/main" id="{12D7CCC2-1A31-0048-0C36-7B39310411F9}"/>
                </a:ext>
              </a:extLst>
            </p:cNvPr>
            <p:cNvSpPr/>
            <p:nvPr/>
          </p:nvSpPr>
          <p:spPr>
            <a:xfrm>
              <a:off x="6096477" y="4082318"/>
              <a:ext cx="6210" cy="4777"/>
            </a:xfrm>
            <a:custGeom>
              <a:avLst/>
              <a:gdLst>
                <a:gd name="csX0" fmla="*/ 6211 w 6210"/>
                <a:gd name="csY0" fmla="*/ 1911 h 4777"/>
                <a:gd name="csX1" fmla="*/ 6211 w 6210"/>
                <a:gd name="csY1" fmla="*/ 2389 h 4777"/>
                <a:gd name="csX2" fmla="*/ 5255 w 6210"/>
                <a:gd name="csY2" fmla="*/ 3344 h 4777"/>
                <a:gd name="csX3" fmla="*/ 4777 w 6210"/>
                <a:gd name="csY3" fmla="*/ 3822 h 4777"/>
                <a:gd name="csX4" fmla="*/ 4300 w 6210"/>
                <a:gd name="csY4" fmla="*/ 3822 h 4777"/>
                <a:gd name="csX5" fmla="*/ 2867 w 6210"/>
                <a:gd name="csY5" fmla="*/ 4299 h 4777"/>
                <a:gd name="csX6" fmla="*/ 2389 w 6210"/>
                <a:gd name="csY6" fmla="*/ 4777 h 4777"/>
                <a:gd name="csX7" fmla="*/ 956 w 6210"/>
                <a:gd name="csY7" fmla="*/ 3822 h 4777"/>
                <a:gd name="csX8" fmla="*/ 478 w 6210"/>
                <a:gd name="csY8" fmla="*/ 3822 h 4777"/>
                <a:gd name="csX9" fmla="*/ 0 w 6210"/>
                <a:gd name="csY9" fmla="*/ 3344 h 4777"/>
                <a:gd name="csX10" fmla="*/ 0 w 6210"/>
                <a:gd name="csY10" fmla="*/ 955 h 4777"/>
                <a:gd name="csX11" fmla="*/ 478 w 6210"/>
                <a:gd name="csY11" fmla="*/ 0 h 4777"/>
                <a:gd name="csX12" fmla="*/ 3822 w 6210"/>
                <a:gd name="csY12" fmla="*/ 0 h 4777"/>
                <a:gd name="csX13" fmla="*/ 5733 w 6210"/>
                <a:gd name="csY13" fmla="*/ 1433 h 4777"/>
                <a:gd name="csX14" fmla="*/ 6211 w 6210"/>
                <a:gd name="csY14" fmla="*/ 1911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210" h="4777">
                  <a:moveTo>
                    <a:pt x="6211" y="1911"/>
                  </a:moveTo>
                  <a:lnTo>
                    <a:pt x="6211" y="2389"/>
                  </a:lnTo>
                  <a:lnTo>
                    <a:pt x="5255" y="3344"/>
                  </a:lnTo>
                  <a:lnTo>
                    <a:pt x="4777" y="3822"/>
                  </a:lnTo>
                  <a:lnTo>
                    <a:pt x="4300" y="3822"/>
                  </a:lnTo>
                  <a:lnTo>
                    <a:pt x="2867" y="4299"/>
                  </a:lnTo>
                  <a:lnTo>
                    <a:pt x="2389" y="4777"/>
                  </a:lnTo>
                  <a:lnTo>
                    <a:pt x="956" y="3822"/>
                  </a:lnTo>
                  <a:lnTo>
                    <a:pt x="478" y="3822"/>
                  </a:lnTo>
                  <a:lnTo>
                    <a:pt x="0" y="3344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3822" y="0"/>
                  </a:lnTo>
                  <a:lnTo>
                    <a:pt x="5733" y="1433"/>
                  </a:lnTo>
                  <a:lnTo>
                    <a:pt x="62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9" name="Freeform 2128">
              <a:extLst>
                <a:ext uri="{FF2B5EF4-FFF2-40B4-BE49-F238E27FC236}">
                  <a16:creationId xmlns:a16="http://schemas.microsoft.com/office/drawing/2014/main" id="{D1E5A4C3-7906-5619-9B6E-3EAD68714F0A}"/>
                </a:ext>
              </a:extLst>
            </p:cNvPr>
            <p:cNvSpPr/>
            <p:nvPr/>
          </p:nvSpPr>
          <p:spPr>
            <a:xfrm>
              <a:off x="6098865" y="4609731"/>
              <a:ext cx="3344" cy="2866"/>
            </a:xfrm>
            <a:custGeom>
              <a:avLst/>
              <a:gdLst>
                <a:gd name="csX0" fmla="*/ 3344 w 3344"/>
                <a:gd name="csY0" fmla="*/ 2867 h 2866"/>
                <a:gd name="csX1" fmla="*/ 3344 w 3344"/>
                <a:gd name="csY1" fmla="*/ 2867 h 2866"/>
                <a:gd name="csX2" fmla="*/ 1911 w 3344"/>
                <a:gd name="csY2" fmla="*/ 1911 h 2866"/>
                <a:gd name="csX3" fmla="*/ 0 w 3344"/>
                <a:gd name="csY3" fmla="*/ 0 h 2866"/>
                <a:gd name="csX4" fmla="*/ 1911 w 3344"/>
                <a:gd name="csY4" fmla="*/ 1911 h 2866"/>
                <a:gd name="csX5" fmla="*/ 3344 w 3344"/>
                <a:gd name="csY5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2866">
                  <a:moveTo>
                    <a:pt x="3344" y="2867"/>
                  </a:moveTo>
                  <a:lnTo>
                    <a:pt x="3344" y="2867"/>
                  </a:lnTo>
                  <a:lnTo>
                    <a:pt x="1911" y="1911"/>
                  </a:lnTo>
                  <a:lnTo>
                    <a:pt x="0" y="0"/>
                  </a:lnTo>
                  <a:lnTo>
                    <a:pt x="1911" y="1911"/>
                  </a:lnTo>
                  <a:lnTo>
                    <a:pt x="3344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" name="Freeform 2129">
              <a:extLst>
                <a:ext uri="{FF2B5EF4-FFF2-40B4-BE49-F238E27FC236}">
                  <a16:creationId xmlns:a16="http://schemas.microsoft.com/office/drawing/2014/main" id="{E2182173-A330-466F-F5D6-FB1F64F33CC1}"/>
                </a:ext>
              </a:extLst>
            </p:cNvPr>
            <p:cNvSpPr/>
            <p:nvPr/>
          </p:nvSpPr>
          <p:spPr>
            <a:xfrm>
              <a:off x="6094566" y="3531973"/>
              <a:ext cx="6210" cy="13376"/>
            </a:xfrm>
            <a:custGeom>
              <a:avLst/>
              <a:gdLst>
                <a:gd name="csX0" fmla="*/ 6210 w 6210"/>
                <a:gd name="csY0" fmla="*/ 478 h 13376"/>
                <a:gd name="csX1" fmla="*/ 5733 w 6210"/>
                <a:gd name="csY1" fmla="*/ 3344 h 13376"/>
                <a:gd name="csX2" fmla="*/ 2866 w 6210"/>
                <a:gd name="csY2" fmla="*/ 11465 h 13376"/>
                <a:gd name="csX3" fmla="*/ 1911 w 6210"/>
                <a:gd name="csY3" fmla="*/ 12899 h 13376"/>
                <a:gd name="csX4" fmla="*/ 956 w 6210"/>
                <a:gd name="csY4" fmla="*/ 13376 h 13376"/>
                <a:gd name="csX5" fmla="*/ 0 w 6210"/>
                <a:gd name="csY5" fmla="*/ 10510 h 13376"/>
                <a:gd name="csX6" fmla="*/ 0 w 6210"/>
                <a:gd name="csY6" fmla="*/ 10032 h 13376"/>
                <a:gd name="csX7" fmla="*/ 1433 w 6210"/>
                <a:gd name="csY7" fmla="*/ 8121 h 13376"/>
                <a:gd name="csX8" fmla="*/ 1911 w 6210"/>
                <a:gd name="csY8" fmla="*/ 6210 h 13376"/>
                <a:gd name="csX9" fmla="*/ 4299 w 6210"/>
                <a:gd name="csY9" fmla="*/ 3344 h 13376"/>
                <a:gd name="csX10" fmla="*/ 5733 w 6210"/>
                <a:gd name="csY10" fmla="*/ 0 h 13376"/>
                <a:gd name="csX11" fmla="*/ 6210 w 6210"/>
                <a:gd name="csY11" fmla="*/ 478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210" h="13376">
                  <a:moveTo>
                    <a:pt x="6210" y="478"/>
                  </a:moveTo>
                  <a:lnTo>
                    <a:pt x="5733" y="3344"/>
                  </a:lnTo>
                  <a:lnTo>
                    <a:pt x="2866" y="11465"/>
                  </a:lnTo>
                  <a:lnTo>
                    <a:pt x="1911" y="12899"/>
                  </a:lnTo>
                  <a:lnTo>
                    <a:pt x="956" y="13376"/>
                  </a:lnTo>
                  <a:lnTo>
                    <a:pt x="0" y="10510"/>
                  </a:lnTo>
                  <a:lnTo>
                    <a:pt x="0" y="10032"/>
                  </a:lnTo>
                  <a:lnTo>
                    <a:pt x="1433" y="8121"/>
                  </a:lnTo>
                  <a:lnTo>
                    <a:pt x="1911" y="6210"/>
                  </a:lnTo>
                  <a:lnTo>
                    <a:pt x="4299" y="3344"/>
                  </a:lnTo>
                  <a:lnTo>
                    <a:pt x="5733" y="0"/>
                  </a:lnTo>
                  <a:lnTo>
                    <a:pt x="621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1" name="Freeform 2130">
              <a:extLst>
                <a:ext uri="{FF2B5EF4-FFF2-40B4-BE49-F238E27FC236}">
                  <a16:creationId xmlns:a16="http://schemas.microsoft.com/office/drawing/2014/main" id="{08A23601-4C45-02E6-8593-B1150F50D671}"/>
                </a:ext>
              </a:extLst>
            </p:cNvPr>
            <p:cNvSpPr/>
            <p:nvPr/>
          </p:nvSpPr>
          <p:spPr>
            <a:xfrm>
              <a:off x="6044882" y="3447415"/>
              <a:ext cx="55416" cy="96023"/>
            </a:xfrm>
            <a:custGeom>
              <a:avLst/>
              <a:gdLst>
                <a:gd name="csX0" fmla="*/ 54939 w 55416"/>
                <a:gd name="csY0" fmla="*/ 41563 h 96023"/>
                <a:gd name="csX1" fmla="*/ 55417 w 55416"/>
                <a:gd name="csY1" fmla="*/ 43473 h 96023"/>
                <a:gd name="csX2" fmla="*/ 54939 w 55416"/>
                <a:gd name="csY2" fmla="*/ 45862 h 96023"/>
                <a:gd name="csX3" fmla="*/ 53983 w 55416"/>
                <a:gd name="csY3" fmla="*/ 48251 h 96023"/>
                <a:gd name="csX4" fmla="*/ 52073 w 55416"/>
                <a:gd name="csY4" fmla="*/ 49684 h 96023"/>
                <a:gd name="csX5" fmla="*/ 49684 w 55416"/>
                <a:gd name="csY5" fmla="*/ 51117 h 96023"/>
                <a:gd name="csX6" fmla="*/ 47773 w 55416"/>
                <a:gd name="csY6" fmla="*/ 51117 h 96023"/>
                <a:gd name="csX7" fmla="*/ 45862 w 55416"/>
                <a:gd name="csY7" fmla="*/ 48728 h 96023"/>
                <a:gd name="csX8" fmla="*/ 44429 w 55416"/>
                <a:gd name="csY8" fmla="*/ 49684 h 96023"/>
                <a:gd name="csX9" fmla="*/ 43474 w 55416"/>
                <a:gd name="csY9" fmla="*/ 50639 h 96023"/>
                <a:gd name="csX10" fmla="*/ 41563 w 55416"/>
                <a:gd name="csY10" fmla="*/ 57805 h 96023"/>
                <a:gd name="csX11" fmla="*/ 40607 w 55416"/>
                <a:gd name="csY11" fmla="*/ 62105 h 96023"/>
                <a:gd name="csX12" fmla="*/ 40129 w 55416"/>
                <a:gd name="csY12" fmla="*/ 62583 h 96023"/>
                <a:gd name="csX13" fmla="*/ 39174 w 55416"/>
                <a:gd name="csY13" fmla="*/ 61627 h 96023"/>
                <a:gd name="csX14" fmla="*/ 37741 w 55416"/>
                <a:gd name="csY14" fmla="*/ 61627 h 96023"/>
                <a:gd name="csX15" fmla="*/ 35352 w 55416"/>
                <a:gd name="csY15" fmla="*/ 63060 h 96023"/>
                <a:gd name="csX16" fmla="*/ 36308 w 55416"/>
                <a:gd name="csY16" fmla="*/ 64016 h 96023"/>
                <a:gd name="csX17" fmla="*/ 37741 w 55416"/>
                <a:gd name="csY17" fmla="*/ 65449 h 96023"/>
                <a:gd name="csX18" fmla="*/ 37263 w 55416"/>
                <a:gd name="csY18" fmla="*/ 66404 h 96023"/>
                <a:gd name="csX19" fmla="*/ 35352 w 55416"/>
                <a:gd name="csY19" fmla="*/ 67360 h 96023"/>
                <a:gd name="csX20" fmla="*/ 33441 w 55416"/>
                <a:gd name="csY20" fmla="*/ 68793 h 96023"/>
                <a:gd name="csX21" fmla="*/ 32486 w 55416"/>
                <a:gd name="csY21" fmla="*/ 70226 h 96023"/>
                <a:gd name="csX22" fmla="*/ 30575 w 55416"/>
                <a:gd name="csY22" fmla="*/ 72137 h 96023"/>
                <a:gd name="csX23" fmla="*/ 29142 w 55416"/>
                <a:gd name="csY23" fmla="*/ 74048 h 96023"/>
                <a:gd name="csX24" fmla="*/ 29619 w 55416"/>
                <a:gd name="csY24" fmla="*/ 76437 h 96023"/>
                <a:gd name="csX25" fmla="*/ 30097 w 55416"/>
                <a:gd name="csY25" fmla="*/ 78825 h 96023"/>
                <a:gd name="csX26" fmla="*/ 30575 w 55416"/>
                <a:gd name="csY26" fmla="*/ 81214 h 96023"/>
                <a:gd name="csX27" fmla="*/ 30097 w 55416"/>
                <a:gd name="csY27" fmla="*/ 83125 h 96023"/>
                <a:gd name="csX28" fmla="*/ 27231 w 55416"/>
                <a:gd name="csY28" fmla="*/ 85991 h 96023"/>
                <a:gd name="csX29" fmla="*/ 26275 w 55416"/>
                <a:gd name="csY29" fmla="*/ 88380 h 96023"/>
                <a:gd name="csX30" fmla="*/ 28664 w 55416"/>
                <a:gd name="csY30" fmla="*/ 88380 h 96023"/>
                <a:gd name="csX31" fmla="*/ 30097 w 55416"/>
                <a:gd name="csY31" fmla="*/ 88858 h 96023"/>
                <a:gd name="csX32" fmla="*/ 31052 w 55416"/>
                <a:gd name="csY32" fmla="*/ 89813 h 96023"/>
                <a:gd name="csX33" fmla="*/ 32008 w 55416"/>
                <a:gd name="csY33" fmla="*/ 90769 h 96023"/>
                <a:gd name="csX34" fmla="*/ 31530 w 55416"/>
                <a:gd name="csY34" fmla="*/ 92202 h 96023"/>
                <a:gd name="csX35" fmla="*/ 32008 w 55416"/>
                <a:gd name="csY35" fmla="*/ 95068 h 96023"/>
                <a:gd name="csX36" fmla="*/ 31530 w 55416"/>
                <a:gd name="csY36" fmla="*/ 95068 h 96023"/>
                <a:gd name="csX37" fmla="*/ 30575 w 55416"/>
                <a:gd name="csY37" fmla="*/ 95068 h 96023"/>
                <a:gd name="csX38" fmla="*/ 29619 w 55416"/>
                <a:gd name="csY38" fmla="*/ 94590 h 96023"/>
                <a:gd name="csX39" fmla="*/ 27231 w 55416"/>
                <a:gd name="csY39" fmla="*/ 94590 h 96023"/>
                <a:gd name="csX40" fmla="*/ 23886 w 55416"/>
                <a:gd name="csY40" fmla="*/ 96024 h 96023"/>
                <a:gd name="csX41" fmla="*/ 22453 w 55416"/>
                <a:gd name="csY41" fmla="*/ 96024 h 96023"/>
                <a:gd name="csX42" fmla="*/ 21020 w 55416"/>
                <a:gd name="csY42" fmla="*/ 94590 h 96023"/>
                <a:gd name="csX43" fmla="*/ 15287 w 55416"/>
                <a:gd name="csY43" fmla="*/ 93157 h 96023"/>
                <a:gd name="csX44" fmla="*/ 14810 w 55416"/>
                <a:gd name="csY44" fmla="*/ 92679 h 96023"/>
                <a:gd name="csX45" fmla="*/ 14332 w 55416"/>
                <a:gd name="csY45" fmla="*/ 92679 h 96023"/>
                <a:gd name="csX46" fmla="*/ 10988 w 55416"/>
                <a:gd name="csY46" fmla="*/ 92679 h 96023"/>
                <a:gd name="csX47" fmla="*/ 10988 w 55416"/>
                <a:gd name="csY47" fmla="*/ 92679 h 96023"/>
                <a:gd name="csX48" fmla="*/ 10510 w 55416"/>
                <a:gd name="csY48" fmla="*/ 90291 h 96023"/>
                <a:gd name="csX49" fmla="*/ 10032 w 55416"/>
                <a:gd name="csY49" fmla="*/ 88380 h 96023"/>
                <a:gd name="csX50" fmla="*/ 9077 w 55416"/>
                <a:gd name="csY50" fmla="*/ 85514 h 96023"/>
                <a:gd name="csX51" fmla="*/ 10988 w 55416"/>
                <a:gd name="csY51" fmla="*/ 85036 h 96023"/>
                <a:gd name="csX52" fmla="*/ 10510 w 55416"/>
                <a:gd name="csY52" fmla="*/ 79303 h 96023"/>
                <a:gd name="csX53" fmla="*/ 9555 w 55416"/>
                <a:gd name="csY53" fmla="*/ 76437 h 96023"/>
                <a:gd name="csX54" fmla="*/ 4300 w 55416"/>
                <a:gd name="csY54" fmla="*/ 73570 h 96023"/>
                <a:gd name="csX55" fmla="*/ 0 w 55416"/>
                <a:gd name="csY55" fmla="*/ 70704 h 96023"/>
                <a:gd name="csX56" fmla="*/ 956 w 55416"/>
                <a:gd name="csY56" fmla="*/ 61149 h 96023"/>
                <a:gd name="csX57" fmla="*/ 1433 w 55416"/>
                <a:gd name="csY57" fmla="*/ 58283 h 96023"/>
                <a:gd name="csX58" fmla="*/ 0 w 55416"/>
                <a:gd name="csY58" fmla="*/ 53028 h 96023"/>
                <a:gd name="csX59" fmla="*/ 0 w 55416"/>
                <a:gd name="csY59" fmla="*/ 47295 h 96023"/>
                <a:gd name="csX60" fmla="*/ 956 w 55416"/>
                <a:gd name="csY60" fmla="*/ 37741 h 96023"/>
                <a:gd name="csX61" fmla="*/ 1911 w 55416"/>
                <a:gd name="csY61" fmla="*/ 37741 h 96023"/>
                <a:gd name="csX62" fmla="*/ 2867 w 55416"/>
                <a:gd name="csY62" fmla="*/ 37741 h 96023"/>
                <a:gd name="csX63" fmla="*/ 6688 w 55416"/>
                <a:gd name="csY63" fmla="*/ 39174 h 96023"/>
                <a:gd name="csX64" fmla="*/ 8599 w 55416"/>
                <a:gd name="csY64" fmla="*/ 39651 h 96023"/>
                <a:gd name="csX65" fmla="*/ 9555 w 55416"/>
                <a:gd name="csY65" fmla="*/ 41085 h 96023"/>
                <a:gd name="csX66" fmla="*/ 10988 w 55416"/>
                <a:gd name="csY66" fmla="*/ 41563 h 96023"/>
                <a:gd name="csX67" fmla="*/ 11943 w 55416"/>
                <a:gd name="csY67" fmla="*/ 40129 h 96023"/>
                <a:gd name="csX68" fmla="*/ 11943 w 55416"/>
                <a:gd name="csY68" fmla="*/ 37263 h 96023"/>
                <a:gd name="csX69" fmla="*/ 15287 w 55416"/>
                <a:gd name="csY69" fmla="*/ 33441 h 96023"/>
                <a:gd name="csX70" fmla="*/ 17198 w 55416"/>
                <a:gd name="csY70" fmla="*/ 32486 h 96023"/>
                <a:gd name="csX71" fmla="*/ 18632 w 55416"/>
                <a:gd name="csY71" fmla="*/ 31530 h 96023"/>
                <a:gd name="csX72" fmla="*/ 20065 w 55416"/>
                <a:gd name="csY72" fmla="*/ 32963 h 96023"/>
                <a:gd name="csX73" fmla="*/ 21020 w 55416"/>
                <a:gd name="csY73" fmla="*/ 34874 h 96023"/>
                <a:gd name="csX74" fmla="*/ 21498 w 55416"/>
                <a:gd name="csY74" fmla="*/ 31052 h 96023"/>
                <a:gd name="csX75" fmla="*/ 22453 w 55416"/>
                <a:gd name="csY75" fmla="*/ 24364 h 96023"/>
                <a:gd name="csX76" fmla="*/ 19587 w 55416"/>
                <a:gd name="csY76" fmla="*/ 23409 h 96023"/>
                <a:gd name="csX77" fmla="*/ 17198 w 55416"/>
                <a:gd name="csY77" fmla="*/ 24364 h 96023"/>
                <a:gd name="csX78" fmla="*/ 14810 w 55416"/>
                <a:gd name="csY78" fmla="*/ 28664 h 96023"/>
                <a:gd name="csX79" fmla="*/ 12899 w 55416"/>
                <a:gd name="csY79" fmla="*/ 33919 h 96023"/>
                <a:gd name="csX80" fmla="*/ 9555 w 55416"/>
                <a:gd name="csY80" fmla="*/ 34397 h 96023"/>
                <a:gd name="csX81" fmla="*/ 6688 w 55416"/>
                <a:gd name="csY81" fmla="*/ 35830 h 96023"/>
                <a:gd name="csX82" fmla="*/ 4300 w 55416"/>
                <a:gd name="csY82" fmla="*/ 34397 h 96023"/>
                <a:gd name="csX83" fmla="*/ 2867 w 55416"/>
                <a:gd name="csY83" fmla="*/ 32963 h 96023"/>
                <a:gd name="csX84" fmla="*/ 2867 w 55416"/>
                <a:gd name="csY84" fmla="*/ 31052 h 96023"/>
                <a:gd name="csX85" fmla="*/ 3344 w 55416"/>
                <a:gd name="csY85" fmla="*/ 29619 h 96023"/>
                <a:gd name="csX86" fmla="*/ 6210 w 55416"/>
                <a:gd name="csY86" fmla="*/ 25320 h 96023"/>
                <a:gd name="csX87" fmla="*/ 9555 w 55416"/>
                <a:gd name="csY87" fmla="*/ 21020 h 96023"/>
                <a:gd name="csX88" fmla="*/ 13376 w 55416"/>
                <a:gd name="csY88" fmla="*/ 21020 h 96023"/>
                <a:gd name="csX89" fmla="*/ 16243 w 55416"/>
                <a:gd name="csY89" fmla="*/ 20065 h 96023"/>
                <a:gd name="csX90" fmla="*/ 18154 w 55416"/>
                <a:gd name="csY90" fmla="*/ 19587 h 96023"/>
                <a:gd name="csX91" fmla="*/ 23409 w 55416"/>
                <a:gd name="csY91" fmla="*/ 20065 h 96023"/>
                <a:gd name="csX92" fmla="*/ 25798 w 55416"/>
                <a:gd name="csY92" fmla="*/ 19109 h 96023"/>
                <a:gd name="csX93" fmla="*/ 28186 w 55416"/>
                <a:gd name="csY93" fmla="*/ 17198 h 96023"/>
                <a:gd name="csX94" fmla="*/ 33441 w 55416"/>
                <a:gd name="csY94" fmla="*/ 8599 h 96023"/>
                <a:gd name="csX95" fmla="*/ 36308 w 55416"/>
                <a:gd name="csY95" fmla="*/ 5255 h 96023"/>
                <a:gd name="csX96" fmla="*/ 42518 w 55416"/>
                <a:gd name="csY96" fmla="*/ 4300 h 96023"/>
                <a:gd name="csX97" fmla="*/ 47773 w 55416"/>
                <a:gd name="csY97" fmla="*/ 0 h 96023"/>
                <a:gd name="csX98" fmla="*/ 49206 w 55416"/>
                <a:gd name="csY98" fmla="*/ 0 h 96023"/>
                <a:gd name="csX99" fmla="*/ 46817 w 55416"/>
                <a:gd name="csY99" fmla="*/ 2866 h 96023"/>
                <a:gd name="csX100" fmla="*/ 46340 w 55416"/>
                <a:gd name="csY100" fmla="*/ 4300 h 96023"/>
                <a:gd name="csX101" fmla="*/ 45862 w 55416"/>
                <a:gd name="csY101" fmla="*/ 5733 h 96023"/>
                <a:gd name="csX102" fmla="*/ 47773 w 55416"/>
                <a:gd name="csY102" fmla="*/ 10032 h 96023"/>
                <a:gd name="csX103" fmla="*/ 47295 w 55416"/>
                <a:gd name="csY103" fmla="*/ 11943 h 96023"/>
                <a:gd name="csX104" fmla="*/ 47773 w 55416"/>
                <a:gd name="csY104" fmla="*/ 16721 h 96023"/>
                <a:gd name="csX105" fmla="*/ 45862 w 55416"/>
                <a:gd name="csY105" fmla="*/ 19109 h 96023"/>
                <a:gd name="csX106" fmla="*/ 43951 w 55416"/>
                <a:gd name="csY106" fmla="*/ 24364 h 96023"/>
                <a:gd name="csX107" fmla="*/ 42996 w 55416"/>
                <a:gd name="csY107" fmla="*/ 24842 h 96023"/>
                <a:gd name="csX108" fmla="*/ 42996 w 55416"/>
                <a:gd name="csY108" fmla="*/ 30575 h 96023"/>
                <a:gd name="csX109" fmla="*/ 42996 w 55416"/>
                <a:gd name="csY109" fmla="*/ 32008 h 96023"/>
                <a:gd name="csX110" fmla="*/ 42996 w 55416"/>
                <a:gd name="csY110" fmla="*/ 37263 h 96023"/>
                <a:gd name="csX111" fmla="*/ 44907 w 55416"/>
                <a:gd name="csY111" fmla="*/ 39651 h 96023"/>
                <a:gd name="csX112" fmla="*/ 46817 w 55416"/>
                <a:gd name="csY112" fmla="*/ 40607 h 96023"/>
                <a:gd name="csX113" fmla="*/ 53983 w 55416"/>
                <a:gd name="csY113" fmla="*/ 40607 h 96023"/>
                <a:gd name="csX114" fmla="*/ 54939 w 55416"/>
                <a:gd name="csY114" fmla="*/ 41563 h 96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</a:cxnLst>
              <a:rect l="l" t="t" r="r" b="b"/>
              <a:pathLst>
                <a:path w="55416" h="96023">
                  <a:moveTo>
                    <a:pt x="54939" y="41563"/>
                  </a:moveTo>
                  <a:lnTo>
                    <a:pt x="55417" y="43473"/>
                  </a:lnTo>
                  <a:lnTo>
                    <a:pt x="54939" y="45862"/>
                  </a:lnTo>
                  <a:lnTo>
                    <a:pt x="53983" y="48251"/>
                  </a:lnTo>
                  <a:lnTo>
                    <a:pt x="52073" y="49684"/>
                  </a:lnTo>
                  <a:lnTo>
                    <a:pt x="49684" y="51117"/>
                  </a:lnTo>
                  <a:lnTo>
                    <a:pt x="47773" y="51117"/>
                  </a:lnTo>
                  <a:lnTo>
                    <a:pt x="45862" y="48728"/>
                  </a:lnTo>
                  <a:lnTo>
                    <a:pt x="44429" y="49684"/>
                  </a:lnTo>
                  <a:lnTo>
                    <a:pt x="43474" y="50639"/>
                  </a:lnTo>
                  <a:lnTo>
                    <a:pt x="41563" y="57805"/>
                  </a:lnTo>
                  <a:lnTo>
                    <a:pt x="40607" y="62105"/>
                  </a:lnTo>
                  <a:lnTo>
                    <a:pt x="40129" y="62583"/>
                  </a:lnTo>
                  <a:lnTo>
                    <a:pt x="39174" y="61627"/>
                  </a:lnTo>
                  <a:lnTo>
                    <a:pt x="37741" y="61627"/>
                  </a:lnTo>
                  <a:lnTo>
                    <a:pt x="35352" y="63060"/>
                  </a:lnTo>
                  <a:lnTo>
                    <a:pt x="36308" y="64016"/>
                  </a:lnTo>
                  <a:lnTo>
                    <a:pt x="37741" y="65449"/>
                  </a:lnTo>
                  <a:lnTo>
                    <a:pt x="37263" y="66404"/>
                  </a:lnTo>
                  <a:lnTo>
                    <a:pt x="35352" y="67360"/>
                  </a:lnTo>
                  <a:lnTo>
                    <a:pt x="33441" y="68793"/>
                  </a:lnTo>
                  <a:lnTo>
                    <a:pt x="32486" y="70226"/>
                  </a:lnTo>
                  <a:lnTo>
                    <a:pt x="30575" y="72137"/>
                  </a:lnTo>
                  <a:lnTo>
                    <a:pt x="29142" y="74048"/>
                  </a:lnTo>
                  <a:lnTo>
                    <a:pt x="29619" y="76437"/>
                  </a:lnTo>
                  <a:lnTo>
                    <a:pt x="30097" y="78825"/>
                  </a:lnTo>
                  <a:lnTo>
                    <a:pt x="30575" y="81214"/>
                  </a:lnTo>
                  <a:lnTo>
                    <a:pt x="30097" y="83125"/>
                  </a:lnTo>
                  <a:lnTo>
                    <a:pt x="27231" y="85991"/>
                  </a:lnTo>
                  <a:lnTo>
                    <a:pt x="26275" y="88380"/>
                  </a:lnTo>
                  <a:lnTo>
                    <a:pt x="28664" y="88380"/>
                  </a:lnTo>
                  <a:lnTo>
                    <a:pt x="30097" y="88858"/>
                  </a:lnTo>
                  <a:lnTo>
                    <a:pt x="31052" y="89813"/>
                  </a:lnTo>
                  <a:lnTo>
                    <a:pt x="32008" y="90769"/>
                  </a:lnTo>
                  <a:lnTo>
                    <a:pt x="31530" y="92202"/>
                  </a:lnTo>
                  <a:lnTo>
                    <a:pt x="32008" y="95068"/>
                  </a:lnTo>
                  <a:lnTo>
                    <a:pt x="31530" y="95068"/>
                  </a:lnTo>
                  <a:lnTo>
                    <a:pt x="30575" y="95068"/>
                  </a:lnTo>
                  <a:lnTo>
                    <a:pt x="29619" y="94590"/>
                  </a:lnTo>
                  <a:lnTo>
                    <a:pt x="27231" y="94590"/>
                  </a:lnTo>
                  <a:lnTo>
                    <a:pt x="23886" y="96024"/>
                  </a:lnTo>
                  <a:lnTo>
                    <a:pt x="22453" y="96024"/>
                  </a:lnTo>
                  <a:lnTo>
                    <a:pt x="21020" y="94590"/>
                  </a:lnTo>
                  <a:lnTo>
                    <a:pt x="15287" y="93157"/>
                  </a:lnTo>
                  <a:lnTo>
                    <a:pt x="14810" y="92679"/>
                  </a:lnTo>
                  <a:lnTo>
                    <a:pt x="14332" y="92679"/>
                  </a:lnTo>
                  <a:lnTo>
                    <a:pt x="10988" y="92679"/>
                  </a:lnTo>
                  <a:lnTo>
                    <a:pt x="10988" y="92679"/>
                  </a:lnTo>
                  <a:lnTo>
                    <a:pt x="10510" y="90291"/>
                  </a:lnTo>
                  <a:lnTo>
                    <a:pt x="10032" y="88380"/>
                  </a:lnTo>
                  <a:lnTo>
                    <a:pt x="9077" y="85514"/>
                  </a:lnTo>
                  <a:lnTo>
                    <a:pt x="10988" y="85036"/>
                  </a:lnTo>
                  <a:lnTo>
                    <a:pt x="10510" y="79303"/>
                  </a:lnTo>
                  <a:lnTo>
                    <a:pt x="9555" y="76437"/>
                  </a:lnTo>
                  <a:lnTo>
                    <a:pt x="4300" y="73570"/>
                  </a:lnTo>
                  <a:lnTo>
                    <a:pt x="0" y="70704"/>
                  </a:lnTo>
                  <a:lnTo>
                    <a:pt x="956" y="61149"/>
                  </a:lnTo>
                  <a:lnTo>
                    <a:pt x="1433" y="58283"/>
                  </a:lnTo>
                  <a:lnTo>
                    <a:pt x="0" y="53028"/>
                  </a:lnTo>
                  <a:lnTo>
                    <a:pt x="0" y="47295"/>
                  </a:lnTo>
                  <a:lnTo>
                    <a:pt x="956" y="37741"/>
                  </a:lnTo>
                  <a:lnTo>
                    <a:pt x="1911" y="37741"/>
                  </a:lnTo>
                  <a:lnTo>
                    <a:pt x="2867" y="37741"/>
                  </a:lnTo>
                  <a:lnTo>
                    <a:pt x="6688" y="39174"/>
                  </a:lnTo>
                  <a:lnTo>
                    <a:pt x="8599" y="39651"/>
                  </a:lnTo>
                  <a:lnTo>
                    <a:pt x="9555" y="41085"/>
                  </a:lnTo>
                  <a:lnTo>
                    <a:pt x="10988" y="41563"/>
                  </a:lnTo>
                  <a:lnTo>
                    <a:pt x="11943" y="40129"/>
                  </a:lnTo>
                  <a:lnTo>
                    <a:pt x="11943" y="37263"/>
                  </a:lnTo>
                  <a:lnTo>
                    <a:pt x="15287" y="33441"/>
                  </a:lnTo>
                  <a:lnTo>
                    <a:pt x="17198" y="32486"/>
                  </a:lnTo>
                  <a:lnTo>
                    <a:pt x="18632" y="31530"/>
                  </a:lnTo>
                  <a:lnTo>
                    <a:pt x="20065" y="32963"/>
                  </a:lnTo>
                  <a:lnTo>
                    <a:pt x="21020" y="34874"/>
                  </a:lnTo>
                  <a:lnTo>
                    <a:pt x="21498" y="31052"/>
                  </a:lnTo>
                  <a:lnTo>
                    <a:pt x="22453" y="24364"/>
                  </a:lnTo>
                  <a:lnTo>
                    <a:pt x="19587" y="23409"/>
                  </a:lnTo>
                  <a:lnTo>
                    <a:pt x="17198" y="24364"/>
                  </a:lnTo>
                  <a:lnTo>
                    <a:pt x="14810" y="28664"/>
                  </a:lnTo>
                  <a:lnTo>
                    <a:pt x="12899" y="33919"/>
                  </a:lnTo>
                  <a:lnTo>
                    <a:pt x="9555" y="34397"/>
                  </a:lnTo>
                  <a:lnTo>
                    <a:pt x="6688" y="35830"/>
                  </a:lnTo>
                  <a:lnTo>
                    <a:pt x="4300" y="34397"/>
                  </a:lnTo>
                  <a:lnTo>
                    <a:pt x="2867" y="32963"/>
                  </a:lnTo>
                  <a:lnTo>
                    <a:pt x="2867" y="31052"/>
                  </a:lnTo>
                  <a:lnTo>
                    <a:pt x="3344" y="29619"/>
                  </a:lnTo>
                  <a:lnTo>
                    <a:pt x="6210" y="25320"/>
                  </a:lnTo>
                  <a:lnTo>
                    <a:pt x="9555" y="21020"/>
                  </a:lnTo>
                  <a:lnTo>
                    <a:pt x="13376" y="21020"/>
                  </a:lnTo>
                  <a:lnTo>
                    <a:pt x="16243" y="20065"/>
                  </a:lnTo>
                  <a:lnTo>
                    <a:pt x="18154" y="19587"/>
                  </a:lnTo>
                  <a:lnTo>
                    <a:pt x="23409" y="20065"/>
                  </a:lnTo>
                  <a:lnTo>
                    <a:pt x="25798" y="19109"/>
                  </a:lnTo>
                  <a:lnTo>
                    <a:pt x="28186" y="17198"/>
                  </a:lnTo>
                  <a:lnTo>
                    <a:pt x="33441" y="8599"/>
                  </a:lnTo>
                  <a:lnTo>
                    <a:pt x="36308" y="5255"/>
                  </a:lnTo>
                  <a:lnTo>
                    <a:pt x="42518" y="4300"/>
                  </a:lnTo>
                  <a:lnTo>
                    <a:pt x="47773" y="0"/>
                  </a:lnTo>
                  <a:lnTo>
                    <a:pt x="49206" y="0"/>
                  </a:lnTo>
                  <a:lnTo>
                    <a:pt x="46817" y="2866"/>
                  </a:lnTo>
                  <a:lnTo>
                    <a:pt x="46340" y="4300"/>
                  </a:lnTo>
                  <a:lnTo>
                    <a:pt x="45862" y="5733"/>
                  </a:lnTo>
                  <a:lnTo>
                    <a:pt x="47773" y="10032"/>
                  </a:lnTo>
                  <a:lnTo>
                    <a:pt x="47295" y="11943"/>
                  </a:lnTo>
                  <a:lnTo>
                    <a:pt x="47773" y="16721"/>
                  </a:lnTo>
                  <a:lnTo>
                    <a:pt x="45862" y="19109"/>
                  </a:lnTo>
                  <a:lnTo>
                    <a:pt x="43951" y="24364"/>
                  </a:lnTo>
                  <a:lnTo>
                    <a:pt x="42996" y="24842"/>
                  </a:lnTo>
                  <a:lnTo>
                    <a:pt x="42996" y="30575"/>
                  </a:lnTo>
                  <a:lnTo>
                    <a:pt x="42996" y="32008"/>
                  </a:lnTo>
                  <a:lnTo>
                    <a:pt x="42996" y="37263"/>
                  </a:lnTo>
                  <a:lnTo>
                    <a:pt x="44907" y="39651"/>
                  </a:lnTo>
                  <a:lnTo>
                    <a:pt x="46817" y="40607"/>
                  </a:lnTo>
                  <a:lnTo>
                    <a:pt x="53983" y="40607"/>
                  </a:lnTo>
                  <a:lnTo>
                    <a:pt x="54939" y="4156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2" name="Freeform 2131">
              <a:extLst>
                <a:ext uri="{FF2B5EF4-FFF2-40B4-BE49-F238E27FC236}">
                  <a16:creationId xmlns:a16="http://schemas.microsoft.com/office/drawing/2014/main" id="{3D3ED938-9E73-8CDA-D10F-BE6E21F9AB27}"/>
                </a:ext>
              </a:extLst>
            </p:cNvPr>
            <p:cNvSpPr/>
            <p:nvPr/>
          </p:nvSpPr>
          <p:spPr>
            <a:xfrm>
              <a:off x="6079278" y="3517641"/>
              <a:ext cx="19109" cy="18153"/>
            </a:xfrm>
            <a:custGeom>
              <a:avLst/>
              <a:gdLst>
                <a:gd name="csX0" fmla="*/ 17198 w 19109"/>
                <a:gd name="csY0" fmla="*/ 5255 h 18153"/>
                <a:gd name="csX1" fmla="*/ 19109 w 19109"/>
                <a:gd name="csY1" fmla="*/ 9555 h 18153"/>
                <a:gd name="csX2" fmla="*/ 18154 w 19109"/>
                <a:gd name="csY2" fmla="*/ 10988 h 18153"/>
                <a:gd name="csX3" fmla="*/ 18632 w 19109"/>
                <a:gd name="csY3" fmla="*/ 12899 h 18153"/>
                <a:gd name="csX4" fmla="*/ 18154 w 19109"/>
                <a:gd name="csY4" fmla="*/ 15287 h 18153"/>
                <a:gd name="csX5" fmla="*/ 15287 w 19109"/>
                <a:gd name="csY5" fmla="*/ 17676 h 18153"/>
                <a:gd name="csX6" fmla="*/ 11466 w 19109"/>
                <a:gd name="csY6" fmla="*/ 18154 h 18153"/>
                <a:gd name="csX7" fmla="*/ 7644 w 19109"/>
                <a:gd name="csY7" fmla="*/ 16721 h 18153"/>
                <a:gd name="csX8" fmla="*/ 2389 w 19109"/>
                <a:gd name="csY8" fmla="*/ 14332 h 18153"/>
                <a:gd name="csX9" fmla="*/ 1911 w 19109"/>
                <a:gd name="csY9" fmla="*/ 12899 h 18153"/>
                <a:gd name="csX10" fmla="*/ 1433 w 19109"/>
                <a:gd name="csY10" fmla="*/ 12421 h 18153"/>
                <a:gd name="csX11" fmla="*/ 0 w 19109"/>
                <a:gd name="csY11" fmla="*/ 8121 h 18153"/>
                <a:gd name="csX12" fmla="*/ 0 w 19109"/>
                <a:gd name="csY12" fmla="*/ 3344 h 18153"/>
                <a:gd name="csX13" fmla="*/ 2866 w 19109"/>
                <a:gd name="csY13" fmla="*/ 2389 h 18153"/>
                <a:gd name="csX14" fmla="*/ 8599 w 19109"/>
                <a:gd name="csY14" fmla="*/ 0 h 18153"/>
                <a:gd name="csX15" fmla="*/ 10032 w 19109"/>
                <a:gd name="csY15" fmla="*/ 478 h 18153"/>
                <a:gd name="csX16" fmla="*/ 10988 w 19109"/>
                <a:gd name="csY16" fmla="*/ 1911 h 18153"/>
                <a:gd name="csX17" fmla="*/ 12899 w 19109"/>
                <a:gd name="csY17" fmla="*/ 1911 h 18153"/>
                <a:gd name="csX18" fmla="*/ 15287 w 19109"/>
                <a:gd name="csY18" fmla="*/ 0 h 18153"/>
                <a:gd name="csX19" fmla="*/ 15765 w 19109"/>
                <a:gd name="csY19" fmla="*/ 0 h 18153"/>
                <a:gd name="csX20" fmla="*/ 16243 w 19109"/>
                <a:gd name="csY20" fmla="*/ 1911 h 18153"/>
                <a:gd name="csX21" fmla="*/ 17198 w 19109"/>
                <a:gd name="csY21" fmla="*/ 5255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9109" h="18153">
                  <a:moveTo>
                    <a:pt x="17198" y="5255"/>
                  </a:moveTo>
                  <a:lnTo>
                    <a:pt x="19109" y="9555"/>
                  </a:lnTo>
                  <a:lnTo>
                    <a:pt x="18154" y="10988"/>
                  </a:lnTo>
                  <a:lnTo>
                    <a:pt x="18632" y="12899"/>
                  </a:lnTo>
                  <a:lnTo>
                    <a:pt x="18154" y="15287"/>
                  </a:lnTo>
                  <a:lnTo>
                    <a:pt x="15287" y="17676"/>
                  </a:lnTo>
                  <a:lnTo>
                    <a:pt x="11466" y="18154"/>
                  </a:lnTo>
                  <a:lnTo>
                    <a:pt x="7644" y="16721"/>
                  </a:lnTo>
                  <a:lnTo>
                    <a:pt x="2389" y="14332"/>
                  </a:lnTo>
                  <a:lnTo>
                    <a:pt x="1911" y="12899"/>
                  </a:lnTo>
                  <a:lnTo>
                    <a:pt x="1433" y="12421"/>
                  </a:lnTo>
                  <a:lnTo>
                    <a:pt x="0" y="8121"/>
                  </a:lnTo>
                  <a:lnTo>
                    <a:pt x="0" y="3344"/>
                  </a:lnTo>
                  <a:lnTo>
                    <a:pt x="2866" y="2389"/>
                  </a:lnTo>
                  <a:lnTo>
                    <a:pt x="8599" y="0"/>
                  </a:lnTo>
                  <a:lnTo>
                    <a:pt x="10032" y="478"/>
                  </a:lnTo>
                  <a:lnTo>
                    <a:pt x="10988" y="1911"/>
                  </a:lnTo>
                  <a:lnTo>
                    <a:pt x="12899" y="1911"/>
                  </a:lnTo>
                  <a:lnTo>
                    <a:pt x="15287" y="0"/>
                  </a:lnTo>
                  <a:lnTo>
                    <a:pt x="15765" y="0"/>
                  </a:lnTo>
                  <a:lnTo>
                    <a:pt x="16243" y="1911"/>
                  </a:lnTo>
                  <a:lnTo>
                    <a:pt x="17198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3" name="Freeform 2132">
              <a:extLst>
                <a:ext uri="{FF2B5EF4-FFF2-40B4-BE49-F238E27FC236}">
                  <a16:creationId xmlns:a16="http://schemas.microsoft.com/office/drawing/2014/main" id="{7008CB61-3992-DC94-1D99-85D4EEA2B57B}"/>
                </a:ext>
              </a:extLst>
            </p:cNvPr>
            <p:cNvSpPr/>
            <p:nvPr/>
          </p:nvSpPr>
          <p:spPr>
            <a:xfrm>
              <a:off x="6092177" y="3505220"/>
              <a:ext cx="2866" cy="7643"/>
            </a:xfrm>
            <a:custGeom>
              <a:avLst/>
              <a:gdLst>
                <a:gd name="csX0" fmla="*/ 2389 w 2866"/>
                <a:gd name="csY0" fmla="*/ 2866 h 7643"/>
                <a:gd name="csX1" fmla="*/ 2866 w 2866"/>
                <a:gd name="csY1" fmla="*/ 3822 h 7643"/>
                <a:gd name="csX2" fmla="*/ 2389 w 2866"/>
                <a:gd name="csY2" fmla="*/ 5255 h 7643"/>
                <a:gd name="csX3" fmla="*/ 1911 w 2866"/>
                <a:gd name="csY3" fmla="*/ 7166 h 7643"/>
                <a:gd name="csX4" fmla="*/ 1433 w 2866"/>
                <a:gd name="csY4" fmla="*/ 7644 h 7643"/>
                <a:gd name="csX5" fmla="*/ 478 w 2866"/>
                <a:gd name="csY5" fmla="*/ 7166 h 7643"/>
                <a:gd name="csX6" fmla="*/ 0 w 2866"/>
                <a:gd name="csY6" fmla="*/ 4777 h 7643"/>
                <a:gd name="csX7" fmla="*/ 478 w 2866"/>
                <a:gd name="csY7" fmla="*/ 2866 h 7643"/>
                <a:gd name="csX8" fmla="*/ 0 w 2866"/>
                <a:gd name="csY8" fmla="*/ 1433 h 7643"/>
                <a:gd name="csX9" fmla="*/ 956 w 2866"/>
                <a:gd name="csY9" fmla="*/ 0 h 7643"/>
                <a:gd name="csX10" fmla="*/ 2389 w 2866"/>
                <a:gd name="csY10" fmla="*/ 2866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866" h="7643">
                  <a:moveTo>
                    <a:pt x="2389" y="2866"/>
                  </a:moveTo>
                  <a:lnTo>
                    <a:pt x="2866" y="3822"/>
                  </a:lnTo>
                  <a:lnTo>
                    <a:pt x="2389" y="5255"/>
                  </a:lnTo>
                  <a:lnTo>
                    <a:pt x="1911" y="7166"/>
                  </a:lnTo>
                  <a:lnTo>
                    <a:pt x="1433" y="7644"/>
                  </a:lnTo>
                  <a:lnTo>
                    <a:pt x="478" y="7166"/>
                  </a:lnTo>
                  <a:lnTo>
                    <a:pt x="0" y="4777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956" y="0"/>
                  </a:lnTo>
                  <a:lnTo>
                    <a:pt x="2389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4" name="Freeform 2133">
              <a:extLst>
                <a:ext uri="{FF2B5EF4-FFF2-40B4-BE49-F238E27FC236}">
                  <a16:creationId xmlns:a16="http://schemas.microsoft.com/office/drawing/2014/main" id="{FF086109-346B-2E56-D7C3-B8E289417BBB}"/>
                </a:ext>
              </a:extLst>
            </p:cNvPr>
            <p:cNvSpPr/>
            <p:nvPr/>
          </p:nvSpPr>
          <p:spPr>
            <a:xfrm>
              <a:off x="6092177" y="4606865"/>
              <a:ext cx="955" cy="2388"/>
            </a:xfrm>
            <a:custGeom>
              <a:avLst/>
              <a:gdLst>
                <a:gd name="csX0" fmla="*/ 956 w 955"/>
                <a:gd name="csY0" fmla="*/ 0 h 2388"/>
                <a:gd name="csX1" fmla="*/ 0 w 955"/>
                <a:gd name="csY1" fmla="*/ 2389 h 2388"/>
                <a:gd name="csX2" fmla="*/ 0 w 955"/>
                <a:gd name="csY2" fmla="*/ 2389 h 2388"/>
                <a:gd name="csX3" fmla="*/ 956 w 955"/>
                <a:gd name="csY3" fmla="*/ 0 h 2388"/>
                <a:gd name="csX4" fmla="*/ 956 w 955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2388">
                  <a:moveTo>
                    <a:pt x="956" y="0"/>
                  </a:moveTo>
                  <a:lnTo>
                    <a:pt x="0" y="2389"/>
                  </a:lnTo>
                  <a:lnTo>
                    <a:pt x="0" y="2389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5" name="Freeform 2134">
              <a:extLst>
                <a:ext uri="{FF2B5EF4-FFF2-40B4-BE49-F238E27FC236}">
                  <a16:creationId xmlns:a16="http://schemas.microsoft.com/office/drawing/2014/main" id="{1ED4F894-6FB3-42FF-D19A-5AACCE61836E}"/>
                </a:ext>
              </a:extLst>
            </p:cNvPr>
            <p:cNvSpPr/>
            <p:nvPr/>
          </p:nvSpPr>
          <p:spPr>
            <a:xfrm>
              <a:off x="6085967" y="3538184"/>
              <a:ext cx="6210" cy="4299"/>
            </a:xfrm>
            <a:custGeom>
              <a:avLst/>
              <a:gdLst>
                <a:gd name="csX0" fmla="*/ 6210 w 6210"/>
                <a:gd name="csY0" fmla="*/ 3344 h 4299"/>
                <a:gd name="csX1" fmla="*/ 5733 w 6210"/>
                <a:gd name="csY1" fmla="*/ 3822 h 4299"/>
                <a:gd name="csX2" fmla="*/ 4299 w 6210"/>
                <a:gd name="csY2" fmla="*/ 4300 h 4299"/>
                <a:gd name="csX3" fmla="*/ 2866 w 6210"/>
                <a:gd name="csY3" fmla="*/ 3344 h 4299"/>
                <a:gd name="csX4" fmla="*/ 478 w 6210"/>
                <a:gd name="csY4" fmla="*/ 956 h 4299"/>
                <a:gd name="csX5" fmla="*/ 0 w 6210"/>
                <a:gd name="csY5" fmla="*/ 0 h 4299"/>
                <a:gd name="csX6" fmla="*/ 1433 w 6210"/>
                <a:gd name="csY6" fmla="*/ 478 h 4299"/>
                <a:gd name="csX7" fmla="*/ 2866 w 6210"/>
                <a:gd name="csY7" fmla="*/ 1911 h 4299"/>
                <a:gd name="csX8" fmla="*/ 4299 w 6210"/>
                <a:gd name="csY8" fmla="*/ 2389 h 4299"/>
                <a:gd name="csX9" fmla="*/ 6210 w 6210"/>
                <a:gd name="csY9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210" h="4299">
                  <a:moveTo>
                    <a:pt x="6210" y="3344"/>
                  </a:moveTo>
                  <a:lnTo>
                    <a:pt x="5733" y="3822"/>
                  </a:lnTo>
                  <a:lnTo>
                    <a:pt x="4299" y="4300"/>
                  </a:lnTo>
                  <a:lnTo>
                    <a:pt x="2866" y="3344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866" y="1911"/>
                  </a:lnTo>
                  <a:lnTo>
                    <a:pt x="4299" y="2389"/>
                  </a:lnTo>
                  <a:lnTo>
                    <a:pt x="621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6" name="Freeform 2135">
              <a:extLst>
                <a:ext uri="{FF2B5EF4-FFF2-40B4-BE49-F238E27FC236}">
                  <a16:creationId xmlns:a16="http://schemas.microsoft.com/office/drawing/2014/main" id="{A9A7AE55-33DF-87D8-DDB6-10010F911CD0}"/>
                </a:ext>
              </a:extLst>
            </p:cNvPr>
            <p:cNvSpPr/>
            <p:nvPr/>
          </p:nvSpPr>
          <p:spPr>
            <a:xfrm>
              <a:off x="6002364" y="3747907"/>
              <a:ext cx="88857" cy="51594"/>
            </a:xfrm>
            <a:custGeom>
              <a:avLst/>
              <a:gdLst>
                <a:gd name="csX0" fmla="*/ 88858 w 88857"/>
                <a:gd name="csY0" fmla="*/ 23409 h 51594"/>
                <a:gd name="csX1" fmla="*/ 88858 w 88857"/>
                <a:gd name="csY1" fmla="*/ 24364 h 51594"/>
                <a:gd name="csX2" fmla="*/ 88858 w 88857"/>
                <a:gd name="csY2" fmla="*/ 24364 h 51594"/>
                <a:gd name="csX3" fmla="*/ 87902 w 88857"/>
                <a:gd name="csY3" fmla="*/ 27708 h 51594"/>
                <a:gd name="csX4" fmla="*/ 87424 w 88857"/>
                <a:gd name="csY4" fmla="*/ 29619 h 51594"/>
                <a:gd name="csX5" fmla="*/ 87424 w 88857"/>
                <a:gd name="csY5" fmla="*/ 29619 h 51594"/>
                <a:gd name="csX6" fmla="*/ 88380 w 88857"/>
                <a:gd name="csY6" fmla="*/ 31053 h 51594"/>
                <a:gd name="csX7" fmla="*/ 88380 w 88857"/>
                <a:gd name="csY7" fmla="*/ 31053 h 51594"/>
                <a:gd name="csX8" fmla="*/ 88380 w 88857"/>
                <a:gd name="csY8" fmla="*/ 32008 h 51594"/>
                <a:gd name="csX9" fmla="*/ 88380 w 88857"/>
                <a:gd name="csY9" fmla="*/ 32486 h 51594"/>
                <a:gd name="csX10" fmla="*/ 86947 w 88857"/>
                <a:gd name="csY10" fmla="*/ 32486 h 51594"/>
                <a:gd name="csX11" fmla="*/ 85036 w 88857"/>
                <a:gd name="csY11" fmla="*/ 32008 h 51594"/>
                <a:gd name="csX12" fmla="*/ 83603 w 88857"/>
                <a:gd name="csY12" fmla="*/ 31053 h 51594"/>
                <a:gd name="csX13" fmla="*/ 83603 w 88857"/>
                <a:gd name="csY13" fmla="*/ 30575 h 51594"/>
                <a:gd name="csX14" fmla="*/ 82647 w 88857"/>
                <a:gd name="csY14" fmla="*/ 31053 h 51594"/>
                <a:gd name="csX15" fmla="*/ 81214 w 88857"/>
                <a:gd name="csY15" fmla="*/ 31530 h 51594"/>
                <a:gd name="csX16" fmla="*/ 81214 w 88857"/>
                <a:gd name="csY16" fmla="*/ 31530 h 51594"/>
                <a:gd name="csX17" fmla="*/ 80736 w 88857"/>
                <a:gd name="csY17" fmla="*/ 32963 h 51594"/>
                <a:gd name="csX18" fmla="*/ 80258 w 88857"/>
                <a:gd name="csY18" fmla="*/ 34396 h 51594"/>
                <a:gd name="csX19" fmla="*/ 80736 w 88857"/>
                <a:gd name="csY19" fmla="*/ 34874 h 51594"/>
                <a:gd name="csX20" fmla="*/ 80736 w 88857"/>
                <a:gd name="csY20" fmla="*/ 35352 h 51594"/>
                <a:gd name="csX21" fmla="*/ 80736 w 88857"/>
                <a:gd name="csY21" fmla="*/ 35352 h 51594"/>
                <a:gd name="csX22" fmla="*/ 81214 w 88857"/>
                <a:gd name="csY22" fmla="*/ 36307 h 51594"/>
                <a:gd name="csX23" fmla="*/ 81692 w 88857"/>
                <a:gd name="csY23" fmla="*/ 37741 h 51594"/>
                <a:gd name="csX24" fmla="*/ 82169 w 88857"/>
                <a:gd name="csY24" fmla="*/ 38219 h 51594"/>
                <a:gd name="csX25" fmla="*/ 82169 w 88857"/>
                <a:gd name="csY25" fmla="*/ 39652 h 51594"/>
                <a:gd name="csX26" fmla="*/ 82647 w 88857"/>
                <a:gd name="csY26" fmla="*/ 40607 h 51594"/>
                <a:gd name="csX27" fmla="*/ 82169 w 88857"/>
                <a:gd name="csY27" fmla="*/ 40607 h 51594"/>
                <a:gd name="csX28" fmla="*/ 81214 w 88857"/>
                <a:gd name="csY28" fmla="*/ 41085 h 51594"/>
                <a:gd name="csX29" fmla="*/ 80736 w 88857"/>
                <a:gd name="csY29" fmla="*/ 40607 h 51594"/>
                <a:gd name="csX30" fmla="*/ 79303 w 88857"/>
                <a:gd name="csY30" fmla="*/ 38696 h 51594"/>
                <a:gd name="csX31" fmla="*/ 78347 w 88857"/>
                <a:gd name="csY31" fmla="*/ 37741 h 51594"/>
                <a:gd name="csX32" fmla="*/ 78347 w 88857"/>
                <a:gd name="csY32" fmla="*/ 37741 h 51594"/>
                <a:gd name="csX33" fmla="*/ 77392 w 88857"/>
                <a:gd name="csY33" fmla="*/ 37263 h 51594"/>
                <a:gd name="csX34" fmla="*/ 75481 w 88857"/>
                <a:gd name="csY34" fmla="*/ 37741 h 51594"/>
                <a:gd name="csX35" fmla="*/ 72615 w 88857"/>
                <a:gd name="csY35" fmla="*/ 39174 h 51594"/>
                <a:gd name="csX36" fmla="*/ 71182 w 88857"/>
                <a:gd name="csY36" fmla="*/ 39174 h 51594"/>
                <a:gd name="csX37" fmla="*/ 70226 w 88857"/>
                <a:gd name="csY37" fmla="*/ 39174 h 51594"/>
                <a:gd name="csX38" fmla="*/ 69271 w 88857"/>
                <a:gd name="csY38" fmla="*/ 37741 h 51594"/>
                <a:gd name="csX39" fmla="*/ 68793 w 88857"/>
                <a:gd name="csY39" fmla="*/ 35830 h 51594"/>
                <a:gd name="csX40" fmla="*/ 68315 w 88857"/>
                <a:gd name="csY40" fmla="*/ 34396 h 51594"/>
                <a:gd name="csX41" fmla="*/ 68315 w 88857"/>
                <a:gd name="csY41" fmla="*/ 34396 h 51594"/>
                <a:gd name="csX42" fmla="*/ 68315 w 88857"/>
                <a:gd name="csY42" fmla="*/ 34396 h 51594"/>
                <a:gd name="csX43" fmla="*/ 67837 w 88857"/>
                <a:gd name="csY43" fmla="*/ 34396 h 51594"/>
                <a:gd name="csX44" fmla="*/ 65927 w 88857"/>
                <a:gd name="csY44" fmla="*/ 33919 h 51594"/>
                <a:gd name="csX45" fmla="*/ 64971 w 88857"/>
                <a:gd name="csY45" fmla="*/ 34396 h 51594"/>
                <a:gd name="csX46" fmla="*/ 64971 w 88857"/>
                <a:gd name="csY46" fmla="*/ 36785 h 51594"/>
                <a:gd name="csX47" fmla="*/ 64971 w 88857"/>
                <a:gd name="csY47" fmla="*/ 39652 h 51594"/>
                <a:gd name="csX48" fmla="*/ 64016 w 88857"/>
                <a:gd name="csY48" fmla="*/ 41562 h 51594"/>
                <a:gd name="csX49" fmla="*/ 61149 w 88857"/>
                <a:gd name="csY49" fmla="*/ 44429 h 51594"/>
                <a:gd name="csX50" fmla="*/ 61149 w 88857"/>
                <a:gd name="csY50" fmla="*/ 44429 h 51594"/>
                <a:gd name="csX51" fmla="*/ 60194 w 88857"/>
                <a:gd name="csY51" fmla="*/ 45862 h 51594"/>
                <a:gd name="csX52" fmla="*/ 59716 w 88857"/>
                <a:gd name="csY52" fmla="*/ 46818 h 51594"/>
                <a:gd name="csX53" fmla="*/ 59716 w 88857"/>
                <a:gd name="csY53" fmla="*/ 46818 h 51594"/>
                <a:gd name="csX54" fmla="*/ 59716 w 88857"/>
                <a:gd name="csY54" fmla="*/ 47295 h 51594"/>
                <a:gd name="csX55" fmla="*/ 59716 w 88857"/>
                <a:gd name="csY55" fmla="*/ 47773 h 51594"/>
                <a:gd name="csX56" fmla="*/ 60194 w 88857"/>
                <a:gd name="csY56" fmla="*/ 48728 h 51594"/>
                <a:gd name="csX57" fmla="*/ 60194 w 88857"/>
                <a:gd name="csY57" fmla="*/ 49206 h 51594"/>
                <a:gd name="csX58" fmla="*/ 60671 w 88857"/>
                <a:gd name="csY58" fmla="*/ 50162 h 51594"/>
                <a:gd name="csX59" fmla="*/ 60194 w 88857"/>
                <a:gd name="csY59" fmla="*/ 51117 h 51594"/>
                <a:gd name="csX60" fmla="*/ 58761 w 88857"/>
                <a:gd name="csY60" fmla="*/ 51595 h 51594"/>
                <a:gd name="csX61" fmla="*/ 57805 w 88857"/>
                <a:gd name="csY61" fmla="*/ 50639 h 51594"/>
                <a:gd name="csX62" fmla="*/ 57805 w 88857"/>
                <a:gd name="csY62" fmla="*/ 49206 h 51594"/>
                <a:gd name="csX63" fmla="*/ 57805 w 88857"/>
                <a:gd name="csY63" fmla="*/ 49206 h 51594"/>
                <a:gd name="csX64" fmla="*/ 57805 w 88857"/>
                <a:gd name="csY64" fmla="*/ 49206 h 51594"/>
                <a:gd name="csX65" fmla="*/ 55416 w 88857"/>
                <a:gd name="csY65" fmla="*/ 47295 h 51594"/>
                <a:gd name="csX66" fmla="*/ 56372 w 88857"/>
                <a:gd name="csY66" fmla="*/ 45384 h 51594"/>
                <a:gd name="csX67" fmla="*/ 56372 w 88857"/>
                <a:gd name="csY67" fmla="*/ 45384 h 51594"/>
                <a:gd name="csX68" fmla="*/ 56372 w 88857"/>
                <a:gd name="csY68" fmla="*/ 44907 h 51594"/>
                <a:gd name="csX69" fmla="*/ 56372 w 88857"/>
                <a:gd name="csY69" fmla="*/ 44907 h 51594"/>
                <a:gd name="csX70" fmla="*/ 52550 w 88857"/>
                <a:gd name="csY70" fmla="*/ 43951 h 51594"/>
                <a:gd name="csX71" fmla="*/ 51117 w 88857"/>
                <a:gd name="csY71" fmla="*/ 42996 h 51594"/>
                <a:gd name="csX72" fmla="*/ 49206 w 88857"/>
                <a:gd name="csY72" fmla="*/ 40607 h 51594"/>
                <a:gd name="csX73" fmla="*/ 48728 w 88857"/>
                <a:gd name="csY73" fmla="*/ 39652 h 51594"/>
                <a:gd name="csX74" fmla="*/ 48728 w 88857"/>
                <a:gd name="csY74" fmla="*/ 39652 h 51594"/>
                <a:gd name="csX75" fmla="*/ 48728 w 88857"/>
                <a:gd name="csY75" fmla="*/ 36785 h 51594"/>
                <a:gd name="csX76" fmla="*/ 48728 w 88857"/>
                <a:gd name="csY76" fmla="*/ 35830 h 51594"/>
                <a:gd name="csX77" fmla="*/ 48728 w 88857"/>
                <a:gd name="csY77" fmla="*/ 35830 h 51594"/>
                <a:gd name="csX78" fmla="*/ 48251 w 88857"/>
                <a:gd name="csY78" fmla="*/ 35352 h 51594"/>
                <a:gd name="csX79" fmla="*/ 48251 w 88857"/>
                <a:gd name="csY79" fmla="*/ 35352 h 51594"/>
                <a:gd name="csX80" fmla="*/ 47295 w 88857"/>
                <a:gd name="csY80" fmla="*/ 35352 h 51594"/>
                <a:gd name="csX81" fmla="*/ 45862 w 88857"/>
                <a:gd name="csY81" fmla="*/ 36307 h 51594"/>
                <a:gd name="csX82" fmla="*/ 44429 w 88857"/>
                <a:gd name="csY82" fmla="*/ 38219 h 51594"/>
                <a:gd name="csX83" fmla="*/ 42040 w 88857"/>
                <a:gd name="csY83" fmla="*/ 40129 h 51594"/>
                <a:gd name="csX84" fmla="*/ 42040 w 88857"/>
                <a:gd name="csY84" fmla="*/ 40129 h 51594"/>
                <a:gd name="csX85" fmla="*/ 41562 w 88857"/>
                <a:gd name="csY85" fmla="*/ 40129 h 51594"/>
                <a:gd name="csX86" fmla="*/ 41562 w 88857"/>
                <a:gd name="csY86" fmla="*/ 40607 h 51594"/>
                <a:gd name="csX87" fmla="*/ 41562 w 88857"/>
                <a:gd name="csY87" fmla="*/ 40607 h 51594"/>
                <a:gd name="csX88" fmla="*/ 42518 w 88857"/>
                <a:gd name="csY88" fmla="*/ 42040 h 51594"/>
                <a:gd name="csX89" fmla="*/ 42518 w 88857"/>
                <a:gd name="csY89" fmla="*/ 42996 h 51594"/>
                <a:gd name="csX90" fmla="*/ 40129 w 88857"/>
                <a:gd name="csY90" fmla="*/ 45862 h 51594"/>
                <a:gd name="csX91" fmla="*/ 40129 w 88857"/>
                <a:gd name="csY91" fmla="*/ 45862 h 51594"/>
                <a:gd name="csX92" fmla="*/ 39651 w 88857"/>
                <a:gd name="csY92" fmla="*/ 46818 h 51594"/>
                <a:gd name="csX93" fmla="*/ 37263 w 88857"/>
                <a:gd name="csY93" fmla="*/ 48251 h 51594"/>
                <a:gd name="csX94" fmla="*/ 35830 w 88857"/>
                <a:gd name="csY94" fmla="*/ 49206 h 51594"/>
                <a:gd name="csX95" fmla="*/ 32008 w 88857"/>
                <a:gd name="csY95" fmla="*/ 47773 h 51594"/>
                <a:gd name="csX96" fmla="*/ 32008 w 88857"/>
                <a:gd name="csY96" fmla="*/ 47773 h 51594"/>
                <a:gd name="csX97" fmla="*/ 31052 w 88857"/>
                <a:gd name="csY97" fmla="*/ 47773 h 51594"/>
                <a:gd name="csX98" fmla="*/ 29141 w 88857"/>
                <a:gd name="csY98" fmla="*/ 48251 h 51594"/>
                <a:gd name="csX99" fmla="*/ 26753 w 88857"/>
                <a:gd name="csY99" fmla="*/ 49206 h 51594"/>
                <a:gd name="csX100" fmla="*/ 22931 w 88857"/>
                <a:gd name="csY100" fmla="*/ 50162 h 51594"/>
                <a:gd name="csX101" fmla="*/ 21498 w 88857"/>
                <a:gd name="csY101" fmla="*/ 49684 h 51594"/>
                <a:gd name="csX102" fmla="*/ 20542 w 88857"/>
                <a:gd name="csY102" fmla="*/ 49206 h 51594"/>
                <a:gd name="csX103" fmla="*/ 20064 w 88857"/>
                <a:gd name="csY103" fmla="*/ 48251 h 51594"/>
                <a:gd name="csX104" fmla="*/ 19109 w 88857"/>
                <a:gd name="csY104" fmla="*/ 46340 h 51594"/>
                <a:gd name="csX105" fmla="*/ 18154 w 88857"/>
                <a:gd name="csY105" fmla="*/ 45862 h 51594"/>
                <a:gd name="csX106" fmla="*/ 17198 w 88857"/>
                <a:gd name="csY106" fmla="*/ 44907 h 51594"/>
                <a:gd name="csX107" fmla="*/ 17198 w 88857"/>
                <a:gd name="csY107" fmla="*/ 44907 h 51594"/>
                <a:gd name="csX108" fmla="*/ 16243 w 88857"/>
                <a:gd name="csY108" fmla="*/ 43473 h 51594"/>
                <a:gd name="csX109" fmla="*/ 15765 w 88857"/>
                <a:gd name="csY109" fmla="*/ 42518 h 51594"/>
                <a:gd name="csX110" fmla="*/ 16721 w 88857"/>
                <a:gd name="csY110" fmla="*/ 39652 h 51594"/>
                <a:gd name="csX111" fmla="*/ 15765 w 88857"/>
                <a:gd name="csY111" fmla="*/ 38696 h 51594"/>
                <a:gd name="csX112" fmla="*/ 15765 w 88857"/>
                <a:gd name="csY112" fmla="*/ 37263 h 51594"/>
                <a:gd name="csX113" fmla="*/ 15765 w 88857"/>
                <a:gd name="csY113" fmla="*/ 36307 h 51594"/>
                <a:gd name="csX114" fmla="*/ 15765 w 88857"/>
                <a:gd name="csY114" fmla="*/ 36307 h 51594"/>
                <a:gd name="csX115" fmla="*/ 15287 w 88857"/>
                <a:gd name="csY115" fmla="*/ 36307 h 51594"/>
                <a:gd name="csX116" fmla="*/ 11943 w 88857"/>
                <a:gd name="csY116" fmla="*/ 35830 h 51594"/>
                <a:gd name="csX117" fmla="*/ 9077 w 88857"/>
                <a:gd name="csY117" fmla="*/ 35830 h 51594"/>
                <a:gd name="csX118" fmla="*/ 6688 w 88857"/>
                <a:gd name="csY118" fmla="*/ 36785 h 51594"/>
                <a:gd name="csX119" fmla="*/ 5255 w 88857"/>
                <a:gd name="csY119" fmla="*/ 38219 h 51594"/>
                <a:gd name="csX120" fmla="*/ 4777 w 88857"/>
                <a:gd name="csY120" fmla="*/ 38696 h 51594"/>
                <a:gd name="csX121" fmla="*/ 4777 w 88857"/>
                <a:gd name="csY121" fmla="*/ 39174 h 51594"/>
                <a:gd name="csX122" fmla="*/ 5733 w 88857"/>
                <a:gd name="csY122" fmla="*/ 40607 h 51594"/>
                <a:gd name="csX123" fmla="*/ 4299 w 88857"/>
                <a:gd name="csY123" fmla="*/ 42040 h 51594"/>
                <a:gd name="csX124" fmla="*/ 1911 w 88857"/>
                <a:gd name="csY124" fmla="*/ 42996 h 51594"/>
                <a:gd name="csX125" fmla="*/ 478 w 88857"/>
                <a:gd name="csY125" fmla="*/ 43473 h 51594"/>
                <a:gd name="csX126" fmla="*/ 0 w 88857"/>
                <a:gd name="csY126" fmla="*/ 42996 h 51594"/>
                <a:gd name="csX127" fmla="*/ 0 w 88857"/>
                <a:gd name="csY127" fmla="*/ 41562 h 51594"/>
                <a:gd name="csX128" fmla="*/ 955 w 88857"/>
                <a:gd name="csY128" fmla="*/ 40607 h 51594"/>
                <a:gd name="csX129" fmla="*/ 1911 w 88857"/>
                <a:gd name="csY129" fmla="*/ 40129 h 51594"/>
                <a:gd name="csX130" fmla="*/ 2389 w 88857"/>
                <a:gd name="csY130" fmla="*/ 39652 h 51594"/>
                <a:gd name="csX131" fmla="*/ 2389 w 88857"/>
                <a:gd name="csY131" fmla="*/ 39652 h 51594"/>
                <a:gd name="csX132" fmla="*/ 2866 w 88857"/>
                <a:gd name="csY132" fmla="*/ 38219 h 51594"/>
                <a:gd name="csX133" fmla="*/ 2866 w 88857"/>
                <a:gd name="csY133" fmla="*/ 37263 h 51594"/>
                <a:gd name="csX134" fmla="*/ 2866 w 88857"/>
                <a:gd name="csY134" fmla="*/ 37263 h 51594"/>
                <a:gd name="csX135" fmla="*/ 1433 w 88857"/>
                <a:gd name="csY135" fmla="*/ 35830 h 51594"/>
                <a:gd name="csX136" fmla="*/ 1911 w 88857"/>
                <a:gd name="csY136" fmla="*/ 34874 h 51594"/>
                <a:gd name="csX137" fmla="*/ 2389 w 88857"/>
                <a:gd name="csY137" fmla="*/ 33441 h 51594"/>
                <a:gd name="csX138" fmla="*/ 2866 w 88857"/>
                <a:gd name="csY138" fmla="*/ 32008 h 51594"/>
                <a:gd name="csX139" fmla="*/ 3822 w 88857"/>
                <a:gd name="csY139" fmla="*/ 31053 h 51594"/>
                <a:gd name="csX140" fmla="*/ 4777 w 88857"/>
                <a:gd name="csY140" fmla="*/ 30097 h 51594"/>
                <a:gd name="csX141" fmla="*/ 6210 w 88857"/>
                <a:gd name="csY141" fmla="*/ 29142 h 51594"/>
                <a:gd name="csX142" fmla="*/ 7644 w 88857"/>
                <a:gd name="csY142" fmla="*/ 28186 h 51594"/>
                <a:gd name="csX143" fmla="*/ 8599 w 88857"/>
                <a:gd name="csY143" fmla="*/ 27230 h 51594"/>
                <a:gd name="csX144" fmla="*/ 8599 w 88857"/>
                <a:gd name="csY144" fmla="*/ 27230 h 51594"/>
                <a:gd name="csX145" fmla="*/ 9077 w 88857"/>
                <a:gd name="csY145" fmla="*/ 25320 h 51594"/>
                <a:gd name="csX146" fmla="*/ 9077 w 88857"/>
                <a:gd name="csY146" fmla="*/ 22453 h 51594"/>
                <a:gd name="csX147" fmla="*/ 9555 w 88857"/>
                <a:gd name="csY147" fmla="*/ 22453 h 51594"/>
                <a:gd name="csX148" fmla="*/ 9555 w 88857"/>
                <a:gd name="csY148" fmla="*/ 21976 h 51594"/>
                <a:gd name="csX149" fmla="*/ 12898 w 88857"/>
                <a:gd name="csY149" fmla="*/ 20542 h 51594"/>
                <a:gd name="csX150" fmla="*/ 13376 w 88857"/>
                <a:gd name="csY150" fmla="*/ 20065 h 51594"/>
                <a:gd name="csX151" fmla="*/ 13376 w 88857"/>
                <a:gd name="csY151" fmla="*/ 20065 h 51594"/>
                <a:gd name="csX152" fmla="*/ 13854 w 88857"/>
                <a:gd name="csY152" fmla="*/ 19109 h 51594"/>
                <a:gd name="csX153" fmla="*/ 16721 w 88857"/>
                <a:gd name="csY153" fmla="*/ 16243 h 51594"/>
                <a:gd name="csX154" fmla="*/ 19109 w 88857"/>
                <a:gd name="csY154" fmla="*/ 13377 h 51594"/>
                <a:gd name="csX155" fmla="*/ 19587 w 88857"/>
                <a:gd name="csY155" fmla="*/ 12421 h 51594"/>
                <a:gd name="csX156" fmla="*/ 20064 w 88857"/>
                <a:gd name="csY156" fmla="*/ 11943 h 51594"/>
                <a:gd name="csX157" fmla="*/ 20064 w 88857"/>
                <a:gd name="csY157" fmla="*/ 11465 h 51594"/>
                <a:gd name="csX158" fmla="*/ 20064 w 88857"/>
                <a:gd name="csY158" fmla="*/ 11465 h 51594"/>
                <a:gd name="csX159" fmla="*/ 18631 w 88857"/>
                <a:gd name="csY159" fmla="*/ 10988 h 51594"/>
                <a:gd name="csX160" fmla="*/ 18154 w 88857"/>
                <a:gd name="csY160" fmla="*/ 10032 h 51594"/>
                <a:gd name="csX161" fmla="*/ 19587 w 88857"/>
                <a:gd name="csY161" fmla="*/ 8599 h 51594"/>
                <a:gd name="csX162" fmla="*/ 21498 w 88857"/>
                <a:gd name="csY162" fmla="*/ 7644 h 51594"/>
                <a:gd name="csX163" fmla="*/ 22931 w 88857"/>
                <a:gd name="csY163" fmla="*/ 7644 h 51594"/>
                <a:gd name="csX164" fmla="*/ 23409 w 88857"/>
                <a:gd name="csY164" fmla="*/ 8121 h 51594"/>
                <a:gd name="csX165" fmla="*/ 23409 w 88857"/>
                <a:gd name="csY165" fmla="*/ 8599 h 51594"/>
                <a:gd name="csX166" fmla="*/ 23409 w 88857"/>
                <a:gd name="csY166" fmla="*/ 8599 h 51594"/>
                <a:gd name="csX167" fmla="*/ 24364 w 88857"/>
                <a:gd name="csY167" fmla="*/ 9077 h 51594"/>
                <a:gd name="csX168" fmla="*/ 25320 w 88857"/>
                <a:gd name="csY168" fmla="*/ 9555 h 51594"/>
                <a:gd name="csX169" fmla="*/ 27230 w 88857"/>
                <a:gd name="csY169" fmla="*/ 9077 h 51594"/>
                <a:gd name="csX170" fmla="*/ 28664 w 88857"/>
                <a:gd name="csY170" fmla="*/ 8599 h 51594"/>
                <a:gd name="csX171" fmla="*/ 28664 w 88857"/>
                <a:gd name="csY171" fmla="*/ 8599 h 51594"/>
                <a:gd name="csX172" fmla="*/ 29619 w 88857"/>
                <a:gd name="csY172" fmla="*/ 7166 h 51594"/>
                <a:gd name="csX173" fmla="*/ 30097 w 88857"/>
                <a:gd name="csY173" fmla="*/ 6211 h 51594"/>
                <a:gd name="csX174" fmla="*/ 32486 w 88857"/>
                <a:gd name="csY174" fmla="*/ 4777 h 51594"/>
                <a:gd name="csX175" fmla="*/ 32486 w 88857"/>
                <a:gd name="csY175" fmla="*/ 4777 h 51594"/>
                <a:gd name="csX176" fmla="*/ 33919 w 88857"/>
                <a:gd name="csY176" fmla="*/ 5255 h 51594"/>
                <a:gd name="csX177" fmla="*/ 38696 w 88857"/>
                <a:gd name="csY177" fmla="*/ 5733 h 51594"/>
                <a:gd name="csX178" fmla="*/ 42040 w 88857"/>
                <a:gd name="csY178" fmla="*/ 5255 h 51594"/>
                <a:gd name="csX179" fmla="*/ 43951 w 88857"/>
                <a:gd name="csY179" fmla="*/ 4300 h 51594"/>
                <a:gd name="csX180" fmla="*/ 46340 w 88857"/>
                <a:gd name="csY180" fmla="*/ 4300 h 51594"/>
                <a:gd name="csX181" fmla="*/ 48251 w 88857"/>
                <a:gd name="csY181" fmla="*/ 4777 h 51594"/>
                <a:gd name="csX182" fmla="*/ 48251 w 88857"/>
                <a:gd name="csY182" fmla="*/ 4777 h 51594"/>
                <a:gd name="csX183" fmla="*/ 48728 w 88857"/>
                <a:gd name="csY183" fmla="*/ 4777 h 51594"/>
                <a:gd name="csX184" fmla="*/ 49206 w 88857"/>
                <a:gd name="csY184" fmla="*/ 4777 h 51594"/>
                <a:gd name="csX185" fmla="*/ 49206 w 88857"/>
                <a:gd name="csY185" fmla="*/ 4777 h 51594"/>
                <a:gd name="csX186" fmla="*/ 49684 w 88857"/>
                <a:gd name="csY186" fmla="*/ 4300 h 51594"/>
                <a:gd name="csX187" fmla="*/ 51117 w 88857"/>
                <a:gd name="csY187" fmla="*/ 3822 h 51594"/>
                <a:gd name="csX188" fmla="*/ 51117 w 88857"/>
                <a:gd name="csY188" fmla="*/ 3822 h 51594"/>
                <a:gd name="csX189" fmla="*/ 51595 w 88857"/>
                <a:gd name="csY189" fmla="*/ 3822 h 51594"/>
                <a:gd name="csX190" fmla="*/ 51117 w 88857"/>
                <a:gd name="csY190" fmla="*/ 3344 h 51594"/>
                <a:gd name="csX191" fmla="*/ 51117 w 88857"/>
                <a:gd name="csY191" fmla="*/ 3344 h 51594"/>
                <a:gd name="csX192" fmla="*/ 51117 w 88857"/>
                <a:gd name="csY192" fmla="*/ 2866 h 51594"/>
                <a:gd name="csX193" fmla="*/ 49206 w 88857"/>
                <a:gd name="csY193" fmla="*/ 3344 h 51594"/>
                <a:gd name="csX194" fmla="*/ 49206 w 88857"/>
                <a:gd name="csY194" fmla="*/ 3344 h 51594"/>
                <a:gd name="csX195" fmla="*/ 48251 w 88857"/>
                <a:gd name="csY195" fmla="*/ 2866 h 51594"/>
                <a:gd name="csX196" fmla="*/ 48251 w 88857"/>
                <a:gd name="csY196" fmla="*/ 2389 h 51594"/>
                <a:gd name="csX197" fmla="*/ 48728 w 88857"/>
                <a:gd name="csY197" fmla="*/ 956 h 51594"/>
                <a:gd name="csX198" fmla="*/ 50162 w 88857"/>
                <a:gd name="csY198" fmla="*/ 0 h 51594"/>
                <a:gd name="csX199" fmla="*/ 51595 w 88857"/>
                <a:gd name="csY199" fmla="*/ 0 h 51594"/>
                <a:gd name="csX200" fmla="*/ 52072 w 88857"/>
                <a:gd name="csY200" fmla="*/ 0 h 51594"/>
                <a:gd name="csX201" fmla="*/ 52550 w 88857"/>
                <a:gd name="csY201" fmla="*/ 0 h 51594"/>
                <a:gd name="csX202" fmla="*/ 54461 w 88857"/>
                <a:gd name="csY202" fmla="*/ 1911 h 51594"/>
                <a:gd name="csX203" fmla="*/ 54939 w 88857"/>
                <a:gd name="csY203" fmla="*/ 1911 h 51594"/>
                <a:gd name="csX204" fmla="*/ 55416 w 88857"/>
                <a:gd name="csY204" fmla="*/ 1911 h 51594"/>
                <a:gd name="csX205" fmla="*/ 55894 w 88857"/>
                <a:gd name="csY205" fmla="*/ 1433 h 51594"/>
                <a:gd name="csX206" fmla="*/ 56372 w 88857"/>
                <a:gd name="csY206" fmla="*/ 1911 h 51594"/>
                <a:gd name="csX207" fmla="*/ 57328 w 88857"/>
                <a:gd name="csY207" fmla="*/ 2866 h 51594"/>
                <a:gd name="csX208" fmla="*/ 57328 w 88857"/>
                <a:gd name="csY208" fmla="*/ 3344 h 51594"/>
                <a:gd name="csX209" fmla="*/ 62582 w 88857"/>
                <a:gd name="csY209" fmla="*/ 2866 h 51594"/>
                <a:gd name="csX210" fmla="*/ 63538 w 88857"/>
                <a:gd name="csY210" fmla="*/ 2866 h 51594"/>
                <a:gd name="csX211" fmla="*/ 66882 w 88857"/>
                <a:gd name="csY211" fmla="*/ 4777 h 51594"/>
                <a:gd name="csX212" fmla="*/ 70226 w 88857"/>
                <a:gd name="csY212" fmla="*/ 6688 h 51594"/>
                <a:gd name="csX213" fmla="*/ 70704 w 88857"/>
                <a:gd name="csY213" fmla="*/ 7166 h 51594"/>
                <a:gd name="csX214" fmla="*/ 72137 w 88857"/>
                <a:gd name="csY214" fmla="*/ 8121 h 51594"/>
                <a:gd name="csX215" fmla="*/ 72137 w 88857"/>
                <a:gd name="csY215" fmla="*/ 10032 h 51594"/>
                <a:gd name="csX216" fmla="*/ 70226 w 88857"/>
                <a:gd name="csY216" fmla="*/ 13377 h 51594"/>
                <a:gd name="csX217" fmla="*/ 70226 w 88857"/>
                <a:gd name="csY217" fmla="*/ 13377 h 51594"/>
                <a:gd name="csX218" fmla="*/ 69271 w 88857"/>
                <a:gd name="csY218" fmla="*/ 16243 h 51594"/>
                <a:gd name="csX219" fmla="*/ 69271 w 88857"/>
                <a:gd name="csY219" fmla="*/ 18154 h 51594"/>
                <a:gd name="csX220" fmla="*/ 69748 w 88857"/>
                <a:gd name="csY220" fmla="*/ 19109 h 51594"/>
                <a:gd name="csX221" fmla="*/ 69748 w 88857"/>
                <a:gd name="csY221" fmla="*/ 19109 h 51594"/>
                <a:gd name="csX222" fmla="*/ 71182 w 88857"/>
                <a:gd name="csY222" fmla="*/ 19109 h 51594"/>
                <a:gd name="csX223" fmla="*/ 72137 w 88857"/>
                <a:gd name="csY223" fmla="*/ 19109 h 51594"/>
                <a:gd name="csX224" fmla="*/ 74526 w 88857"/>
                <a:gd name="csY224" fmla="*/ 19587 h 51594"/>
                <a:gd name="csX225" fmla="*/ 76437 w 88857"/>
                <a:gd name="csY225" fmla="*/ 20542 h 51594"/>
                <a:gd name="csX226" fmla="*/ 76914 w 88857"/>
                <a:gd name="csY226" fmla="*/ 21498 h 51594"/>
                <a:gd name="csX227" fmla="*/ 77392 w 88857"/>
                <a:gd name="csY227" fmla="*/ 22453 h 51594"/>
                <a:gd name="csX228" fmla="*/ 79781 w 88857"/>
                <a:gd name="csY228" fmla="*/ 23887 h 51594"/>
                <a:gd name="csX229" fmla="*/ 82169 w 88857"/>
                <a:gd name="csY229" fmla="*/ 24842 h 51594"/>
                <a:gd name="csX230" fmla="*/ 83125 w 88857"/>
                <a:gd name="csY230" fmla="*/ 24364 h 51594"/>
                <a:gd name="csX231" fmla="*/ 86469 w 88857"/>
                <a:gd name="csY231" fmla="*/ 21020 h 51594"/>
                <a:gd name="csX232" fmla="*/ 87902 w 88857"/>
                <a:gd name="csY232" fmla="*/ 21498 h 51594"/>
                <a:gd name="csX233" fmla="*/ 88858 w 88857"/>
                <a:gd name="csY233" fmla="*/ 23409 h 515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</a:cxnLst>
              <a:rect l="l" t="t" r="r" b="b"/>
              <a:pathLst>
                <a:path w="88857" h="51594">
                  <a:moveTo>
                    <a:pt x="88858" y="23409"/>
                  </a:moveTo>
                  <a:lnTo>
                    <a:pt x="88858" y="24364"/>
                  </a:lnTo>
                  <a:lnTo>
                    <a:pt x="88858" y="24364"/>
                  </a:lnTo>
                  <a:lnTo>
                    <a:pt x="87902" y="27708"/>
                  </a:lnTo>
                  <a:lnTo>
                    <a:pt x="87424" y="29619"/>
                  </a:lnTo>
                  <a:lnTo>
                    <a:pt x="87424" y="29619"/>
                  </a:lnTo>
                  <a:lnTo>
                    <a:pt x="88380" y="31053"/>
                  </a:lnTo>
                  <a:lnTo>
                    <a:pt x="88380" y="31053"/>
                  </a:lnTo>
                  <a:lnTo>
                    <a:pt x="88380" y="32008"/>
                  </a:lnTo>
                  <a:lnTo>
                    <a:pt x="88380" y="32486"/>
                  </a:lnTo>
                  <a:lnTo>
                    <a:pt x="86947" y="32486"/>
                  </a:lnTo>
                  <a:lnTo>
                    <a:pt x="85036" y="32008"/>
                  </a:lnTo>
                  <a:lnTo>
                    <a:pt x="83603" y="31053"/>
                  </a:lnTo>
                  <a:lnTo>
                    <a:pt x="83603" y="30575"/>
                  </a:lnTo>
                  <a:lnTo>
                    <a:pt x="82647" y="31053"/>
                  </a:lnTo>
                  <a:lnTo>
                    <a:pt x="81214" y="31530"/>
                  </a:lnTo>
                  <a:lnTo>
                    <a:pt x="81214" y="31530"/>
                  </a:lnTo>
                  <a:lnTo>
                    <a:pt x="80736" y="32963"/>
                  </a:lnTo>
                  <a:lnTo>
                    <a:pt x="80258" y="34396"/>
                  </a:lnTo>
                  <a:lnTo>
                    <a:pt x="80736" y="34874"/>
                  </a:lnTo>
                  <a:lnTo>
                    <a:pt x="80736" y="35352"/>
                  </a:lnTo>
                  <a:lnTo>
                    <a:pt x="80736" y="35352"/>
                  </a:lnTo>
                  <a:lnTo>
                    <a:pt x="81214" y="36307"/>
                  </a:lnTo>
                  <a:lnTo>
                    <a:pt x="81692" y="37741"/>
                  </a:lnTo>
                  <a:lnTo>
                    <a:pt x="82169" y="38219"/>
                  </a:lnTo>
                  <a:lnTo>
                    <a:pt x="82169" y="39652"/>
                  </a:lnTo>
                  <a:lnTo>
                    <a:pt x="82647" y="40607"/>
                  </a:lnTo>
                  <a:lnTo>
                    <a:pt x="82169" y="40607"/>
                  </a:lnTo>
                  <a:lnTo>
                    <a:pt x="81214" y="41085"/>
                  </a:lnTo>
                  <a:lnTo>
                    <a:pt x="80736" y="40607"/>
                  </a:lnTo>
                  <a:lnTo>
                    <a:pt x="79303" y="38696"/>
                  </a:lnTo>
                  <a:lnTo>
                    <a:pt x="78347" y="37741"/>
                  </a:lnTo>
                  <a:lnTo>
                    <a:pt x="78347" y="37741"/>
                  </a:lnTo>
                  <a:lnTo>
                    <a:pt x="77392" y="37263"/>
                  </a:lnTo>
                  <a:lnTo>
                    <a:pt x="75481" y="37741"/>
                  </a:lnTo>
                  <a:lnTo>
                    <a:pt x="72615" y="39174"/>
                  </a:lnTo>
                  <a:lnTo>
                    <a:pt x="71182" y="39174"/>
                  </a:lnTo>
                  <a:lnTo>
                    <a:pt x="70226" y="39174"/>
                  </a:lnTo>
                  <a:lnTo>
                    <a:pt x="69271" y="37741"/>
                  </a:lnTo>
                  <a:lnTo>
                    <a:pt x="68793" y="35830"/>
                  </a:lnTo>
                  <a:lnTo>
                    <a:pt x="68315" y="34396"/>
                  </a:lnTo>
                  <a:lnTo>
                    <a:pt x="68315" y="34396"/>
                  </a:lnTo>
                  <a:lnTo>
                    <a:pt x="68315" y="34396"/>
                  </a:lnTo>
                  <a:lnTo>
                    <a:pt x="67837" y="34396"/>
                  </a:lnTo>
                  <a:lnTo>
                    <a:pt x="65927" y="33919"/>
                  </a:lnTo>
                  <a:lnTo>
                    <a:pt x="64971" y="34396"/>
                  </a:lnTo>
                  <a:lnTo>
                    <a:pt x="64971" y="36785"/>
                  </a:lnTo>
                  <a:lnTo>
                    <a:pt x="64971" y="39652"/>
                  </a:lnTo>
                  <a:lnTo>
                    <a:pt x="64016" y="41562"/>
                  </a:lnTo>
                  <a:lnTo>
                    <a:pt x="61149" y="44429"/>
                  </a:lnTo>
                  <a:lnTo>
                    <a:pt x="61149" y="44429"/>
                  </a:lnTo>
                  <a:lnTo>
                    <a:pt x="60194" y="45862"/>
                  </a:lnTo>
                  <a:lnTo>
                    <a:pt x="59716" y="46818"/>
                  </a:lnTo>
                  <a:lnTo>
                    <a:pt x="59716" y="46818"/>
                  </a:lnTo>
                  <a:lnTo>
                    <a:pt x="59716" y="47295"/>
                  </a:lnTo>
                  <a:lnTo>
                    <a:pt x="59716" y="47773"/>
                  </a:lnTo>
                  <a:lnTo>
                    <a:pt x="60194" y="48728"/>
                  </a:lnTo>
                  <a:lnTo>
                    <a:pt x="60194" y="49206"/>
                  </a:lnTo>
                  <a:lnTo>
                    <a:pt x="60671" y="50162"/>
                  </a:lnTo>
                  <a:lnTo>
                    <a:pt x="60194" y="51117"/>
                  </a:lnTo>
                  <a:lnTo>
                    <a:pt x="58761" y="51595"/>
                  </a:lnTo>
                  <a:lnTo>
                    <a:pt x="57805" y="50639"/>
                  </a:lnTo>
                  <a:lnTo>
                    <a:pt x="57805" y="49206"/>
                  </a:lnTo>
                  <a:lnTo>
                    <a:pt x="57805" y="49206"/>
                  </a:lnTo>
                  <a:lnTo>
                    <a:pt x="57805" y="49206"/>
                  </a:lnTo>
                  <a:lnTo>
                    <a:pt x="55416" y="47295"/>
                  </a:lnTo>
                  <a:lnTo>
                    <a:pt x="56372" y="45384"/>
                  </a:lnTo>
                  <a:lnTo>
                    <a:pt x="56372" y="45384"/>
                  </a:lnTo>
                  <a:lnTo>
                    <a:pt x="56372" y="44907"/>
                  </a:lnTo>
                  <a:lnTo>
                    <a:pt x="56372" y="44907"/>
                  </a:lnTo>
                  <a:lnTo>
                    <a:pt x="52550" y="43951"/>
                  </a:lnTo>
                  <a:lnTo>
                    <a:pt x="51117" y="42996"/>
                  </a:lnTo>
                  <a:lnTo>
                    <a:pt x="49206" y="40607"/>
                  </a:lnTo>
                  <a:lnTo>
                    <a:pt x="48728" y="39652"/>
                  </a:lnTo>
                  <a:lnTo>
                    <a:pt x="48728" y="39652"/>
                  </a:lnTo>
                  <a:lnTo>
                    <a:pt x="48728" y="36785"/>
                  </a:lnTo>
                  <a:lnTo>
                    <a:pt x="48728" y="35830"/>
                  </a:lnTo>
                  <a:lnTo>
                    <a:pt x="48728" y="35830"/>
                  </a:lnTo>
                  <a:lnTo>
                    <a:pt x="48251" y="35352"/>
                  </a:lnTo>
                  <a:lnTo>
                    <a:pt x="48251" y="35352"/>
                  </a:lnTo>
                  <a:lnTo>
                    <a:pt x="47295" y="35352"/>
                  </a:lnTo>
                  <a:lnTo>
                    <a:pt x="45862" y="36307"/>
                  </a:lnTo>
                  <a:lnTo>
                    <a:pt x="44429" y="38219"/>
                  </a:lnTo>
                  <a:lnTo>
                    <a:pt x="42040" y="40129"/>
                  </a:lnTo>
                  <a:lnTo>
                    <a:pt x="42040" y="40129"/>
                  </a:lnTo>
                  <a:lnTo>
                    <a:pt x="41562" y="40129"/>
                  </a:lnTo>
                  <a:lnTo>
                    <a:pt x="41562" y="40607"/>
                  </a:lnTo>
                  <a:lnTo>
                    <a:pt x="41562" y="40607"/>
                  </a:lnTo>
                  <a:lnTo>
                    <a:pt x="42518" y="42040"/>
                  </a:lnTo>
                  <a:lnTo>
                    <a:pt x="42518" y="42996"/>
                  </a:lnTo>
                  <a:lnTo>
                    <a:pt x="40129" y="45862"/>
                  </a:lnTo>
                  <a:lnTo>
                    <a:pt x="40129" y="45862"/>
                  </a:lnTo>
                  <a:lnTo>
                    <a:pt x="39651" y="46818"/>
                  </a:lnTo>
                  <a:lnTo>
                    <a:pt x="37263" y="48251"/>
                  </a:lnTo>
                  <a:lnTo>
                    <a:pt x="35830" y="49206"/>
                  </a:lnTo>
                  <a:lnTo>
                    <a:pt x="32008" y="47773"/>
                  </a:lnTo>
                  <a:lnTo>
                    <a:pt x="32008" y="47773"/>
                  </a:lnTo>
                  <a:lnTo>
                    <a:pt x="31052" y="47773"/>
                  </a:lnTo>
                  <a:lnTo>
                    <a:pt x="29141" y="48251"/>
                  </a:lnTo>
                  <a:lnTo>
                    <a:pt x="26753" y="49206"/>
                  </a:lnTo>
                  <a:lnTo>
                    <a:pt x="22931" y="50162"/>
                  </a:lnTo>
                  <a:lnTo>
                    <a:pt x="21498" y="49684"/>
                  </a:lnTo>
                  <a:lnTo>
                    <a:pt x="20542" y="49206"/>
                  </a:lnTo>
                  <a:lnTo>
                    <a:pt x="20064" y="48251"/>
                  </a:lnTo>
                  <a:lnTo>
                    <a:pt x="19109" y="46340"/>
                  </a:lnTo>
                  <a:lnTo>
                    <a:pt x="18154" y="45862"/>
                  </a:lnTo>
                  <a:lnTo>
                    <a:pt x="17198" y="44907"/>
                  </a:lnTo>
                  <a:lnTo>
                    <a:pt x="17198" y="44907"/>
                  </a:lnTo>
                  <a:lnTo>
                    <a:pt x="16243" y="43473"/>
                  </a:lnTo>
                  <a:lnTo>
                    <a:pt x="15765" y="42518"/>
                  </a:lnTo>
                  <a:lnTo>
                    <a:pt x="16721" y="39652"/>
                  </a:lnTo>
                  <a:lnTo>
                    <a:pt x="15765" y="38696"/>
                  </a:lnTo>
                  <a:lnTo>
                    <a:pt x="15765" y="37263"/>
                  </a:lnTo>
                  <a:lnTo>
                    <a:pt x="15765" y="36307"/>
                  </a:lnTo>
                  <a:lnTo>
                    <a:pt x="15765" y="36307"/>
                  </a:lnTo>
                  <a:lnTo>
                    <a:pt x="15287" y="36307"/>
                  </a:lnTo>
                  <a:lnTo>
                    <a:pt x="11943" y="35830"/>
                  </a:lnTo>
                  <a:lnTo>
                    <a:pt x="9077" y="35830"/>
                  </a:lnTo>
                  <a:lnTo>
                    <a:pt x="6688" y="36785"/>
                  </a:lnTo>
                  <a:lnTo>
                    <a:pt x="5255" y="38219"/>
                  </a:lnTo>
                  <a:lnTo>
                    <a:pt x="4777" y="38696"/>
                  </a:lnTo>
                  <a:lnTo>
                    <a:pt x="4777" y="39174"/>
                  </a:lnTo>
                  <a:lnTo>
                    <a:pt x="5733" y="40607"/>
                  </a:lnTo>
                  <a:lnTo>
                    <a:pt x="4299" y="42040"/>
                  </a:lnTo>
                  <a:lnTo>
                    <a:pt x="1911" y="42996"/>
                  </a:lnTo>
                  <a:lnTo>
                    <a:pt x="478" y="43473"/>
                  </a:lnTo>
                  <a:lnTo>
                    <a:pt x="0" y="42996"/>
                  </a:lnTo>
                  <a:lnTo>
                    <a:pt x="0" y="41562"/>
                  </a:lnTo>
                  <a:lnTo>
                    <a:pt x="955" y="40607"/>
                  </a:lnTo>
                  <a:lnTo>
                    <a:pt x="1911" y="40129"/>
                  </a:lnTo>
                  <a:lnTo>
                    <a:pt x="2389" y="39652"/>
                  </a:lnTo>
                  <a:lnTo>
                    <a:pt x="2389" y="39652"/>
                  </a:lnTo>
                  <a:lnTo>
                    <a:pt x="2866" y="38219"/>
                  </a:lnTo>
                  <a:lnTo>
                    <a:pt x="2866" y="37263"/>
                  </a:lnTo>
                  <a:lnTo>
                    <a:pt x="2866" y="37263"/>
                  </a:lnTo>
                  <a:lnTo>
                    <a:pt x="1433" y="35830"/>
                  </a:lnTo>
                  <a:lnTo>
                    <a:pt x="1911" y="34874"/>
                  </a:lnTo>
                  <a:lnTo>
                    <a:pt x="2389" y="33441"/>
                  </a:lnTo>
                  <a:lnTo>
                    <a:pt x="2866" y="32008"/>
                  </a:lnTo>
                  <a:lnTo>
                    <a:pt x="3822" y="31053"/>
                  </a:lnTo>
                  <a:lnTo>
                    <a:pt x="4777" y="30097"/>
                  </a:lnTo>
                  <a:lnTo>
                    <a:pt x="6210" y="29142"/>
                  </a:lnTo>
                  <a:lnTo>
                    <a:pt x="7644" y="28186"/>
                  </a:lnTo>
                  <a:lnTo>
                    <a:pt x="8599" y="27230"/>
                  </a:lnTo>
                  <a:lnTo>
                    <a:pt x="8599" y="27230"/>
                  </a:lnTo>
                  <a:lnTo>
                    <a:pt x="9077" y="25320"/>
                  </a:lnTo>
                  <a:lnTo>
                    <a:pt x="9077" y="22453"/>
                  </a:lnTo>
                  <a:lnTo>
                    <a:pt x="9555" y="22453"/>
                  </a:lnTo>
                  <a:lnTo>
                    <a:pt x="9555" y="21976"/>
                  </a:lnTo>
                  <a:lnTo>
                    <a:pt x="12898" y="20542"/>
                  </a:lnTo>
                  <a:lnTo>
                    <a:pt x="13376" y="20065"/>
                  </a:lnTo>
                  <a:lnTo>
                    <a:pt x="13376" y="20065"/>
                  </a:lnTo>
                  <a:lnTo>
                    <a:pt x="13854" y="19109"/>
                  </a:lnTo>
                  <a:lnTo>
                    <a:pt x="16721" y="16243"/>
                  </a:lnTo>
                  <a:lnTo>
                    <a:pt x="19109" y="13377"/>
                  </a:lnTo>
                  <a:lnTo>
                    <a:pt x="19587" y="12421"/>
                  </a:lnTo>
                  <a:lnTo>
                    <a:pt x="20064" y="11943"/>
                  </a:lnTo>
                  <a:lnTo>
                    <a:pt x="20064" y="11465"/>
                  </a:lnTo>
                  <a:lnTo>
                    <a:pt x="20064" y="11465"/>
                  </a:lnTo>
                  <a:lnTo>
                    <a:pt x="18631" y="10988"/>
                  </a:lnTo>
                  <a:lnTo>
                    <a:pt x="18154" y="10032"/>
                  </a:lnTo>
                  <a:lnTo>
                    <a:pt x="19587" y="8599"/>
                  </a:lnTo>
                  <a:lnTo>
                    <a:pt x="21498" y="7644"/>
                  </a:lnTo>
                  <a:lnTo>
                    <a:pt x="22931" y="7644"/>
                  </a:lnTo>
                  <a:lnTo>
                    <a:pt x="23409" y="8121"/>
                  </a:lnTo>
                  <a:lnTo>
                    <a:pt x="23409" y="8599"/>
                  </a:lnTo>
                  <a:lnTo>
                    <a:pt x="23409" y="8599"/>
                  </a:lnTo>
                  <a:lnTo>
                    <a:pt x="24364" y="9077"/>
                  </a:lnTo>
                  <a:lnTo>
                    <a:pt x="25320" y="9555"/>
                  </a:lnTo>
                  <a:lnTo>
                    <a:pt x="27230" y="9077"/>
                  </a:lnTo>
                  <a:lnTo>
                    <a:pt x="28664" y="8599"/>
                  </a:lnTo>
                  <a:lnTo>
                    <a:pt x="28664" y="8599"/>
                  </a:lnTo>
                  <a:lnTo>
                    <a:pt x="29619" y="7166"/>
                  </a:lnTo>
                  <a:lnTo>
                    <a:pt x="30097" y="6211"/>
                  </a:lnTo>
                  <a:lnTo>
                    <a:pt x="32486" y="4777"/>
                  </a:lnTo>
                  <a:lnTo>
                    <a:pt x="32486" y="4777"/>
                  </a:lnTo>
                  <a:lnTo>
                    <a:pt x="33919" y="5255"/>
                  </a:lnTo>
                  <a:lnTo>
                    <a:pt x="38696" y="5733"/>
                  </a:lnTo>
                  <a:lnTo>
                    <a:pt x="42040" y="5255"/>
                  </a:lnTo>
                  <a:lnTo>
                    <a:pt x="43951" y="4300"/>
                  </a:lnTo>
                  <a:lnTo>
                    <a:pt x="46340" y="4300"/>
                  </a:lnTo>
                  <a:lnTo>
                    <a:pt x="48251" y="4777"/>
                  </a:lnTo>
                  <a:lnTo>
                    <a:pt x="48251" y="4777"/>
                  </a:lnTo>
                  <a:lnTo>
                    <a:pt x="48728" y="4777"/>
                  </a:lnTo>
                  <a:lnTo>
                    <a:pt x="49206" y="4777"/>
                  </a:lnTo>
                  <a:lnTo>
                    <a:pt x="49206" y="4777"/>
                  </a:lnTo>
                  <a:lnTo>
                    <a:pt x="49684" y="4300"/>
                  </a:lnTo>
                  <a:lnTo>
                    <a:pt x="51117" y="3822"/>
                  </a:lnTo>
                  <a:lnTo>
                    <a:pt x="51117" y="3822"/>
                  </a:lnTo>
                  <a:lnTo>
                    <a:pt x="51595" y="3822"/>
                  </a:lnTo>
                  <a:lnTo>
                    <a:pt x="51117" y="3344"/>
                  </a:lnTo>
                  <a:lnTo>
                    <a:pt x="51117" y="3344"/>
                  </a:lnTo>
                  <a:lnTo>
                    <a:pt x="51117" y="2866"/>
                  </a:lnTo>
                  <a:lnTo>
                    <a:pt x="49206" y="3344"/>
                  </a:lnTo>
                  <a:lnTo>
                    <a:pt x="49206" y="3344"/>
                  </a:lnTo>
                  <a:lnTo>
                    <a:pt x="48251" y="2866"/>
                  </a:lnTo>
                  <a:lnTo>
                    <a:pt x="48251" y="2389"/>
                  </a:lnTo>
                  <a:lnTo>
                    <a:pt x="48728" y="956"/>
                  </a:lnTo>
                  <a:lnTo>
                    <a:pt x="50162" y="0"/>
                  </a:lnTo>
                  <a:lnTo>
                    <a:pt x="51595" y="0"/>
                  </a:lnTo>
                  <a:lnTo>
                    <a:pt x="52072" y="0"/>
                  </a:lnTo>
                  <a:lnTo>
                    <a:pt x="52550" y="0"/>
                  </a:lnTo>
                  <a:lnTo>
                    <a:pt x="54461" y="1911"/>
                  </a:lnTo>
                  <a:lnTo>
                    <a:pt x="54939" y="1911"/>
                  </a:lnTo>
                  <a:lnTo>
                    <a:pt x="55416" y="1911"/>
                  </a:lnTo>
                  <a:lnTo>
                    <a:pt x="55894" y="1433"/>
                  </a:lnTo>
                  <a:lnTo>
                    <a:pt x="56372" y="1911"/>
                  </a:lnTo>
                  <a:lnTo>
                    <a:pt x="57328" y="2866"/>
                  </a:lnTo>
                  <a:lnTo>
                    <a:pt x="57328" y="3344"/>
                  </a:lnTo>
                  <a:lnTo>
                    <a:pt x="62582" y="2866"/>
                  </a:lnTo>
                  <a:lnTo>
                    <a:pt x="63538" y="2866"/>
                  </a:lnTo>
                  <a:lnTo>
                    <a:pt x="66882" y="4777"/>
                  </a:lnTo>
                  <a:lnTo>
                    <a:pt x="70226" y="6688"/>
                  </a:lnTo>
                  <a:lnTo>
                    <a:pt x="70704" y="7166"/>
                  </a:lnTo>
                  <a:lnTo>
                    <a:pt x="72137" y="8121"/>
                  </a:lnTo>
                  <a:lnTo>
                    <a:pt x="72137" y="10032"/>
                  </a:lnTo>
                  <a:lnTo>
                    <a:pt x="70226" y="13377"/>
                  </a:lnTo>
                  <a:lnTo>
                    <a:pt x="70226" y="13377"/>
                  </a:lnTo>
                  <a:lnTo>
                    <a:pt x="69271" y="16243"/>
                  </a:lnTo>
                  <a:lnTo>
                    <a:pt x="69271" y="18154"/>
                  </a:lnTo>
                  <a:lnTo>
                    <a:pt x="69748" y="19109"/>
                  </a:lnTo>
                  <a:lnTo>
                    <a:pt x="69748" y="19109"/>
                  </a:lnTo>
                  <a:lnTo>
                    <a:pt x="71182" y="19109"/>
                  </a:lnTo>
                  <a:lnTo>
                    <a:pt x="72137" y="19109"/>
                  </a:lnTo>
                  <a:lnTo>
                    <a:pt x="74526" y="19587"/>
                  </a:lnTo>
                  <a:lnTo>
                    <a:pt x="76437" y="20542"/>
                  </a:lnTo>
                  <a:lnTo>
                    <a:pt x="76914" y="21498"/>
                  </a:lnTo>
                  <a:lnTo>
                    <a:pt x="77392" y="22453"/>
                  </a:lnTo>
                  <a:lnTo>
                    <a:pt x="79781" y="23887"/>
                  </a:lnTo>
                  <a:lnTo>
                    <a:pt x="82169" y="24842"/>
                  </a:lnTo>
                  <a:lnTo>
                    <a:pt x="83125" y="24364"/>
                  </a:lnTo>
                  <a:lnTo>
                    <a:pt x="86469" y="21020"/>
                  </a:lnTo>
                  <a:lnTo>
                    <a:pt x="87902" y="21498"/>
                  </a:lnTo>
                  <a:lnTo>
                    <a:pt x="88858" y="234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7" name="Freeform 2136">
              <a:extLst>
                <a:ext uri="{FF2B5EF4-FFF2-40B4-BE49-F238E27FC236}">
                  <a16:creationId xmlns:a16="http://schemas.microsoft.com/office/drawing/2014/main" id="{7E450861-45E1-9D28-F874-230AFB4C226B}"/>
                </a:ext>
              </a:extLst>
            </p:cNvPr>
            <p:cNvSpPr/>
            <p:nvPr/>
          </p:nvSpPr>
          <p:spPr>
            <a:xfrm>
              <a:off x="6090266" y="3753640"/>
              <a:ext cx="477" cy="3821"/>
            </a:xfrm>
            <a:custGeom>
              <a:avLst/>
              <a:gdLst>
                <a:gd name="csX0" fmla="*/ 478 w 477"/>
                <a:gd name="csY0" fmla="*/ 0 h 3821"/>
                <a:gd name="csX1" fmla="*/ 478 w 477"/>
                <a:gd name="csY1" fmla="*/ 478 h 3821"/>
                <a:gd name="csX2" fmla="*/ 0 w 477"/>
                <a:gd name="csY2" fmla="*/ 3822 h 3821"/>
                <a:gd name="csX3" fmla="*/ 478 w 477"/>
                <a:gd name="csY3" fmla="*/ 478 h 3821"/>
                <a:gd name="csX4" fmla="*/ 478 w 477"/>
                <a:gd name="csY4" fmla="*/ 0 h 3821"/>
                <a:gd name="csX5" fmla="*/ 478 w 477"/>
                <a:gd name="csY5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3821">
                  <a:moveTo>
                    <a:pt x="478" y="0"/>
                  </a:moveTo>
                  <a:lnTo>
                    <a:pt x="478" y="478"/>
                  </a:lnTo>
                  <a:lnTo>
                    <a:pt x="0" y="3822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8" name="Freeform 2137">
              <a:extLst>
                <a:ext uri="{FF2B5EF4-FFF2-40B4-BE49-F238E27FC236}">
                  <a16:creationId xmlns:a16="http://schemas.microsoft.com/office/drawing/2014/main" id="{8816B2A1-D6C9-EDEE-1CA1-80C68737836F}"/>
                </a:ext>
              </a:extLst>
            </p:cNvPr>
            <p:cNvSpPr/>
            <p:nvPr/>
          </p:nvSpPr>
          <p:spPr>
            <a:xfrm>
              <a:off x="6084056" y="3874505"/>
              <a:ext cx="6688" cy="3821"/>
            </a:xfrm>
            <a:custGeom>
              <a:avLst/>
              <a:gdLst>
                <a:gd name="csX0" fmla="*/ 6688 w 6688"/>
                <a:gd name="csY0" fmla="*/ 955 h 3821"/>
                <a:gd name="csX1" fmla="*/ 6688 w 6688"/>
                <a:gd name="csY1" fmla="*/ 1911 h 3821"/>
                <a:gd name="csX2" fmla="*/ 6210 w 6688"/>
                <a:gd name="csY2" fmla="*/ 2389 h 3821"/>
                <a:gd name="csX3" fmla="*/ 6210 w 6688"/>
                <a:gd name="csY3" fmla="*/ 3822 h 3821"/>
                <a:gd name="csX4" fmla="*/ 4777 w 6688"/>
                <a:gd name="csY4" fmla="*/ 2866 h 3821"/>
                <a:gd name="csX5" fmla="*/ 2389 w 6688"/>
                <a:gd name="csY5" fmla="*/ 3344 h 3821"/>
                <a:gd name="csX6" fmla="*/ 478 w 6688"/>
                <a:gd name="csY6" fmla="*/ 2866 h 3821"/>
                <a:gd name="csX7" fmla="*/ 0 w 6688"/>
                <a:gd name="csY7" fmla="*/ 1911 h 3821"/>
                <a:gd name="csX8" fmla="*/ 478 w 6688"/>
                <a:gd name="csY8" fmla="*/ 1433 h 3821"/>
                <a:gd name="csX9" fmla="*/ 2866 w 6688"/>
                <a:gd name="csY9" fmla="*/ 1433 h 3821"/>
                <a:gd name="csX10" fmla="*/ 3822 w 6688"/>
                <a:gd name="csY10" fmla="*/ 955 h 3821"/>
                <a:gd name="csX11" fmla="*/ 5255 w 6688"/>
                <a:gd name="csY11" fmla="*/ 955 h 3821"/>
                <a:gd name="csX12" fmla="*/ 5733 w 6688"/>
                <a:gd name="csY12" fmla="*/ 0 h 3821"/>
                <a:gd name="csX13" fmla="*/ 6688 w 6688"/>
                <a:gd name="csY13" fmla="*/ 955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688" h="3821">
                  <a:moveTo>
                    <a:pt x="6688" y="955"/>
                  </a:moveTo>
                  <a:lnTo>
                    <a:pt x="6688" y="1911"/>
                  </a:lnTo>
                  <a:lnTo>
                    <a:pt x="6210" y="2389"/>
                  </a:lnTo>
                  <a:lnTo>
                    <a:pt x="6210" y="3822"/>
                  </a:lnTo>
                  <a:lnTo>
                    <a:pt x="4777" y="2866"/>
                  </a:lnTo>
                  <a:lnTo>
                    <a:pt x="2389" y="3344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2866" y="1433"/>
                  </a:lnTo>
                  <a:lnTo>
                    <a:pt x="3822" y="955"/>
                  </a:lnTo>
                  <a:lnTo>
                    <a:pt x="5255" y="955"/>
                  </a:lnTo>
                  <a:lnTo>
                    <a:pt x="5733" y="0"/>
                  </a:lnTo>
                  <a:lnTo>
                    <a:pt x="6688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9" name="Freeform 2138">
              <a:extLst>
                <a:ext uri="{FF2B5EF4-FFF2-40B4-BE49-F238E27FC236}">
                  <a16:creationId xmlns:a16="http://schemas.microsoft.com/office/drawing/2014/main" id="{1BF14797-14AE-A056-2555-F28CA065E188}"/>
                </a:ext>
              </a:extLst>
            </p:cNvPr>
            <p:cNvSpPr/>
            <p:nvPr/>
          </p:nvSpPr>
          <p:spPr>
            <a:xfrm>
              <a:off x="6088355" y="3757461"/>
              <a:ext cx="1910" cy="2866"/>
            </a:xfrm>
            <a:custGeom>
              <a:avLst/>
              <a:gdLst>
                <a:gd name="csX0" fmla="*/ 1911 w 1910"/>
                <a:gd name="csY0" fmla="*/ 0 h 2866"/>
                <a:gd name="csX1" fmla="*/ 955 w 1910"/>
                <a:gd name="csY1" fmla="*/ 1433 h 2866"/>
                <a:gd name="csX2" fmla="*/ 0 w 1910"/>
                <a:gd name="csY2" fmla="*/ 2866 h 2866"/>
                <a:gd name="csX3" fmla="*/ 955 w 1910"/>
                <a:gd name="csY3" fmla="*/ 1433 h 2866"/>
                <a:gd name="csX4" fmla="*/ 1911 w 1910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2866">
                  <a:moveTo>
                    <a:pt x="1911" y="0"/>
                  </a:moveTo>
                  <a:lnTo>
                    <a:pt x="955" y="1433"/>
                  </a:lnTo>
                  <a:lnTo>
                    <a:pt x="0" y="2866"/>
                  </a:lnTo>
                  <a:lnTo>
                    <a:pt x="955" y="1433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0" name="Freeform 2139">
              <a:extLst>
                <a:ext uri="{FF2B5EF4-FFF2-40B4-BE49-F238E27FC236}">
                  <a16:creationId xmlns:a16="http://schemas.microsoft.com/office/drawing/2014/main" id="{41E632BE-CF9C-92B3-2646-A2738922DF00}"/>
                </a:ext>
              </a:extLst>
            </p:cNvPr>
            <p:cNvSpPr/>
            <p:nvPr/>
          </p:nvSpPr>
          <p:spPr>
            <a:xfrm>
              <a:off x="6079756" y="4607820"/>
              <a:ext cx="5255" cy="3343"/>
            </a:xfrm>
            <a:custGeom>
              <a:avLst/>
              <a:gdLst>
                <a:gd name="csX0" fmla="*/ 5255 w 5255"/>
                <a:gd name="csY0" fmla="*/ 0 h 3343"/>
                <a:gd name="csX1" fmla="*/ 2867 w 5255"/>
                <a:gd name="csY1" fmla="*/ 1433 h 3343"/>
                <a:gd name="csX2" fmla="*/ 0 w 5255"/>
                <a:gd name="csY2" fmla="*/ 3344 h 3343"/>
                <a:gd name="csX3" fmla="*/ 2867 w 5255"/>
                <a:gd name="csY3" fmla="*/ 1433 h 3343"/>
                <a:gd name="csX4" fmla="*/ 5255 w 5255"/>
                <a:gd name="csY4" fmla="*/ 0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5" h="3343">
                  <a:moveTo>
                    <a:pt x="5255" y="0"/>
                  </a:moveTo>
                  <a:lnTo>
                    <a:pt x="2867" y="1433"/>
                  </a:lnTo>
                  <a:lnTo>
                    <a:pt x="0" y="3344"/>
                  </a:lnTo>
                  <a:lnTo>
                    <a:pt x="2867" y="1433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1" name="Freeform 2140">
              <a:extLst>
                <a:ext uri="{FF2B5EF4-FFF2-40B4-BE49-F238E27FC236}">
                  <a16:creationId xmlns:a16="http://schemas.microsoft.com/office/drawing/2014/main" id="{D0AC1868-9C85-AEE3-58AA-F7136C5EA1BA}"/>
                </a:ext>
              </a:extLst>
            </p:cNvPr>
            <p:cNvSpPr/>
            <p:nvPr/>
          </p:nvSpPr>
          <p:spPr>
            <a:xfrm>
              <a:off x="6077367" y="3534840"/>
              <a:ext cx="5732" cy="6210"/>
            </a:xfrm>
            <a:custGeom>
              <a:avLst/>
              <a:gdLst>
                <a:gd name="csX0" fmla="*/ 5733 w 5732"/>
                <a:gd name="csY0" fmla="*/ 5255 h 6210"/>
                <a:gd name="csX1" fmla="*/ 5733 w 5732"/>
                <a:gd name="csY1" fmla="*/ 5733 h 6210"/>
                <a:gd name="csX2" fmla="*/ 3822 w 5732"/>
                <a:gd name="csY2" fmla="*/ 6211 h 6210"/>
                <a:gd name="csX3" fmla="*/ 2867 w 5732"/>
                <a:gd name="csY3" fmla="*/ 5733 h 6210"/>
                <a:gd name="csX4" fmla="*/ 956 w 5732"/>
                <a:gd name="csY4" fmla="*/ 5255 h 6210"/>
                <a:gd name="csX5" fmla="*/ 0 w 5732"/>
                <a:gd name="csY5" fmla="*/ 478 h 6210"/>
                <a:gd name="csX6" fmla="*/ 478 w 5732"/>
                <a:gd name="csY6" fmla="*/ 0 h 6210"/>
                <a:gd name="csX7" fmla="*/ 1433 w 5732"/>
                <a:gd name="csY7" fmla="*/ 478 h 6210"/>
                <a:gd name="csX8" fmla="*/ 4777 w 5732"/>
                <a:gd name="csY8" fmla="*/ 2866 h 6210"/>
                <a:gd name="csX9" fmla="*/ 5733 w 5732"/>
                <a:gd name="csY9" fmla="*/ 5255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6210">
                  <a:moveTo>
                    <a:pt x="5733" y="5255"/>
                  </a:moveTo>
                  <a:lnTo>
                    <a:pt x="5733" y="5733"/>
                  </a:lnTo>
                  <a:lnTo>
                    <a:pt x="3822" y="6211"/>
                  </a:lnTo>
                  <a:lnTo>
                    <a:pt x="2867" y="5733"/>
                  </a:lnTo>
                  <a:lnTo>
                    <a:pt x="956" y="5255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4777" y="2866"/>
                  </a:lnTo>
                  <a:lnTo>
                    <a:pt x="5733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2" name="Freeform 2141">
              <a:extLst>
                <a:ext uri="{FF2B5EF4-FFF2-40B4-BE49-F238E27FC236}">
                  <a16:creationId xmlns:a16="http://schemas.microsoft.com/office/drawing/2014/main" id="{9E2DC0B3-3E86-3D9A-54FA-CC8458181C4C}"/>
                </a:ext>
              </a:extLst>
            </p:cNvPr>
            <p:cNvSpPr/>
            <p:nvPr/>
          </p:nvSpPr>
          <p:spPr>
            <a:xfrm>
              <a:off x="6081190" y="4716264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478 w 1433"/>
                <a:gd name="csY1" fmla="*/ 478 h 955"/>
                <a:gd name="csX2" fmla="*/ 0 w 1433"/>
                <a:gd name="csY2" fmla="*/ 956 h 955"/>
                <a:gd name="csX3" fmla="*/ 478 w 1433"/>
                <a:gd name="csY3" fmla="*/ 478 h 955"/>
                <a:gd name="csX4" fmla="*/ 1433 w 1433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478" y="478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3" name="Freeform 2142">
              <a:extLst>
                <a:ext uri="{FF2B5EF4-FFF2-40B4-BE49-F238E27FC236}">
                  <a16:creationId xmlns:a16="http://schemas.microsoft.com/office/drawing/2014/main" id="{438C957C-6504-F959-FFB5-D07375326F62}"/>
                </a:ext>
              </a:extLst>
            </p:cNvPr>
            <p:cNvSpPr/>
            <p:nvPr/>
          </p:nvSpPr>
          <p:spPr>
            <a:xfrm>
              <a:off x="6079278" y="4716742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956 w 1911"/>
                <a:gd name="csY1" fmla="*/ 478 h 477"/>
                <a:gd name="csX2" fmla="*/ 0 w 1911"/>
                <a:gd name="csY2" fmla="*/ 0 h 477"/>
                <a:gd name="csX3" fmla="*/ 956 w 1911"/>
                <a:gd name="csY3" fmla="*/ 478 h 477"/>
                <a:gd name="csX4" fmla="*/ 1911 w 1911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4" name="Freeform 2143">
              <a:extLst>
                <a:ext uri="{FF2B5EF4-FFF2-40B4-BE49-F238E27FC236}">
                  <a16:creationId xmlns:a16="http://schemas.microsoft.com/office/drawing/2014/main" id="{F983FDB7-E15D-2F58-E2F0-93866127287F}"/>
                </a:ext>
              </a:extLst>
            </p:cNvPr>
            <p:cNvSpPr/>
            <p:nvPr/>
          </p:nvSpPr>
          <p:spPr>
            <a:xfrm>
              <a:off x="6045837" y="3913679"/>
              <a:ext cx="32485" cy="55894"/>
            </a:xfrm>
            <a:custGeom>
              <a:avLst/>
              <a:gdLst>
                <a:gd name="csX0" fmla="*/ 32008 w 32485"/>
                <a:gd name="csY0" fmla="*/ 16721 h 55894"/>
                <a:gd name="csX1" fmla="*/ 32486 w 32485"/>
                <a:gd name="csY1" fmla="*/ 18154 h 55894"/>
                <a:gd name="csX2" fmla="*/ 32008 w 32485"/>
                <a:gd name="csY2" fmla="*/ 19587 h 55894"/>
                <a:gd name="csX3" fmla="*/ 31530 w 32485"/>
                <a:gd name="csY3" fmla="*/ 20543 h 55894"/>
                <a:gd name="csX4" fmla="*/ 29141 w 32485"/>
                <a:gd name="csY4" fmla="*/ 23886 h 55894"/>
                <a:gd name="csX5" fmla="*/ 29619 w 32485"/>
                <a:gd name="csY5" fmla="*/ 26275 h 55894"/>
                <a:gd name="csX6" fmla="*/ 30097 w 32485"/>
                <a:gd name="csY6" fmla="*/ 28186 h 55894"/>
                <a:gd name="csX7" fmla="*/ 30575 w 32485"/>
                <a:gd name="csY7" fmla="*/ 29619 h 55894"/>
                <a:gd name="csX8" fmla="*/ 30097 w 32485"/>
                <a:gd name="csY8" fmla="*/ 32008 h 55894"/>
                <a:gd name="csX9" fmla="*/ 28664 w 32485"/>
                <a:gd name="csY9" fmla="*/ 45384 h 55894"/>
                <a:gd name="csX10" fmla="*/ 27708 w 32485"/>
                <a:gd name="csY10" fmla="*/ 47773 h 55894"/>
                <a:gd name="csX11" fmla="*/ 27708 w 32485"/>
                <a:gd name="csY11" fmla="*/ 49684 h 55894"/>
                <a:gd name="csX12" fmla="*/ 25798 w 32485"/>
                <a:gd name="csY12" fmla="*/ 50639 h 55894"/>
                <a:gd name="csX13" fmla="*/ 23886 w 32485"/>
                <a:gd name="csY13" fmla="*/ 49684 h 55894"/>
                <a:gd name="csX14" fmla="*/ 21498 w 32485"/>
                <a:gd name="csY14" fmla="*/ 48728 h 55894"/>
                <a:gd name="csX15" fmla="*/ 20542 w 32485"/>
                <a:gd name="csY15" fmla="*/ 48728 h 55894"/>
                <a:gd name="csX16" fmla="*/ 19109 w 32485"/>
                <a:gd name="csY16" fmla="*/ 49206 h 55894"/>
                <a:gd name="csX17" fmla="*/ 18154 w 32485"/>
                <a:gd name="csY17" fmla="*/ 48728 h 55894"/>
                <a:gd name="csX18" fmla="*/ 17676 w 32485"/>
                <a:gd name="csY18" fmla="*/ 48251 h 55894"/>
                <a:gd name="csX19" fmla="*/ 16721 w 32485"/>
                <a:gd name="csY19" fmla="*/ 52550 h 55894"/>
                <a:gd name="csX20" fmla="*/ 15765 w 32485"/>
                <a:gd name="csY20" fmla="*/ 54461 h 55894"/>
                <a:gd name="csX21" fmla="*/ 13854 w 32485"/>
                <a:gd name="csY21" fmla="*/ 55894 h 55894"/>
                <a:gd name="csX22" fmla="*/ 12421 w 32485"/>
                <a:gd name="csY22" fmla="*/ 55894 h 55894"/>
                <a:gd name="csX23" fmla="*/ 10988 w 32485"/>
                <a:gd name="csY23" fmla="*/ 55417 h 55894"/>
                <a:gd name="csX24" fmla="*/ 9555 w 32485"/>
                <a:gd name="csY24" fmla="*/ 55417 h 55894"/>
                <a:gd name="csX25" fmla="*/ 8599 w 32485"/>
                <a:gd name="csY25" fmla="*/ 54461 h 55894"/>
                <a:gd name="csX26" fmla="*/ 7644 w 32485"/>
                <a:gd name="csY26" fmla="*/ 53028 h 55894"/>
                <a:gd name="csX27" fmla="*/ 6210 w 32485"/>
                <a:gd name="csY27" fmla="*/ 51117 h 55894"/>
                <a:gd name="csX28" fmla="*/ 4777 w 32485"/>
                <a:gd name="csY28" fmla="*/ 48728 h 55894"/>
                <a:gd name="csX29" fmla="*/ 4777 w 32485"/>
                <a:gd name="csY29" fmla="*/ 46818 h 55894"/>
                <a:gd name="csX30" fmla="*/ 4300 w 32485"/>
                <a:gd name="csY30" fmla="*/ 42518 h 55894"/>
                <a:gd name="csX31" fmla="*/ 4777 w 32485"/>
                <a:gd name="csY31" fmla="*/ 41563 h 55894"/>
                <a:gd name="csX32" fmla="*/ 5255 w 32485"/>
                <a:gd name="csY32" fmla="*/ 40607 h 55894"/>
                <a:gd name="csX33" fmla="*/ 5733 w 32485"/>
                <a:gd name="csY33" fmla="*/ 38696 h 55894"/>
                <a:gd name="csX34" fmla="*/ 5733 w 32485"/>
                <a:gd name="csY34" fmla="*/ 36785 h 55894"/>
                <a:gd name="csX35" fmla="*/ 5733 w 32485"/>
                <a:gd name="csY35" fmla="*/ 36308 h 55894"/>
                <a:gd name="csX36" fmla="*/ 6688 w 32485"/>
                <a:gd name="csY36" fmla="*/ 36785 h 55894"/>
                <a:gd name="csX37" fmla="*/ 7166 w 32485"/>
                <a:gd name="csY37" fmla="*/ 36308 h 55894"/>
                <a:gd name="csX38" fmla="*/ 7166 w 32485"/>
                <a:gd name="csY38" fmla="*/ 35352 h 55894"/>
                <a:gd name="csX39" fmla="*/ 7644 w 32485"/>
                <a:gd name="csY39" fmla="*/ 33919 h 55894"/>
                <a:gd name="csX40" fmla="*/ 6210 w 32485"/>
                <a:gd name="csY40" fmla="*/ 32486 h 55894"/>
                <a:gd name="csX41" fmla="*/ 4777 w 32485"/>
                <a:gd name="csY41" fmla="*/ 32008 h 55894"/>
                <a:gd name="csX42" fmla="*/ 4300 w 32485"/>
                <a:gd name="csY42" fmla="*/ 30575 h 55894"/>
                <a:gd name="csX43" fmla="*/ 4777 w 32485"/>
                <a:gd name="csY43" fmla="*/ 29142 h 55894"/>
                <a:gd name="csX44" fmla="*/ 5733 w 32485"/>
                <a:gd name="csY44" fmla="*/ 28186 h 55894"/>
                <a:gd name="csX45" fmla="*/ 5733 w 32485"/>
                <a:gd name="csY45" fmla="*/ 27231 h 55894"/>
                <a:gd name="csX46" fmla="*/ 5733 w 32485"/>
                <a:gd name="csY46" fmla="*/ 23409 h 55894"/>
                <a:gd name="csX47" fmla="*/ 4777 w 32485"/>
                <a:gd name="csY47" fmla="*/ 21976 h 55894"/>
                <a:gd name="csX48" fmla="*/ 4300 w 32485"/>
                <a:gd name="csY48" fmla="*/ 19587 h 55894"/>
                <a:gd name="csX49" fmla="*/ 3344 w 32485"/>
                <a:gd name="csY49" fmla="*/ 18154 h 55894"/>
                <a:gd name="csX50" fmla="*/ 2389 w 32485"/>
                <a:gd name="csY50" fmla="*/ 16721 h 55894"/>
                <a:gd name="csX51" fmla="*/ 956 w 32485"/>
                <a:gd name="csY51" fmla="*/ 15765 h 55894"/>
                <a:gd name="csX52" fmla="*/ 478 w 32485"/>
                <a:gd name="csY52" fmla="*/ 14810 h 55894"/>
                <a:gd name="csX53" fmla="*/ 0 w 32485"/>
                <a:gd name="csY53" fmla="*/ 11943 h 55894"/>
                <a:gd name="csX54" fmla="*/ 478 w 32485"/>
                <a:gd name="csY54" fmla="*/ 9555 h 55894"/>
                <a:gd name="csX55" fmla="*/ 956 w 32485"/>
                <a:gd name="csY55" fmla="*/ 8599 h 55894"/>
                <a:gd name="csX56" fmla="*/ 1433 w 32485"/>
                <a:gd name="csY56" fmla="*/ 8599 h 55894"/>
                <a:gd name="csX57" fmla="*/ 2866 w 32485"/>
                <a:gd name="csY57" fmla="*/ 9555 h 55894"/>
                <a:gd name="csX58" fmla="*/ 3822 w 32485"/>
                <a:gd name="csY58" fmla="*/ 10032 h 55894"/>
                <a:gd name="csX59" fmla="*/ 5733 w 32485"/>
                <a:gd name="csY59" fmla="*/ 10510 h 55894"/>
                <a:gd name="csX60" fmla="*/ 7644 w 32485"/>
                <a:gd name="csY60" fmla="*/ 10032 h 55894"/>
                <a:gd name="csX61" fmla="*/ 10510 w 32485"/>
                <a:gd name="csY61" fmla="*/ 9077 h 55894"/>
                <a:gd name="csX62" fmla="*/ 12899 w 32485"/>
                <a:gd name="csY62" fmla="*/ 7644 h 55894"/>
                <a:gd name="csX63" fmla="*/ 16243 w 32485"/>
                <a:gd name="csY63" fmla="*/ 3822 h 55894"/>
                <a:gd name="csX64" fmla="*/ 18632 w 32485"/>
                <a:gd name="csY64" fmla="*/ 2867 h 55894"/>
                <a:gd name="csX65" fmla="*/ 19587 w 32485"/>
                <a:gd name="csY65" fmla="*/ 1911 h 55894"/>
                <a:gd name="csX66" fmla="*/ 20065 w 32485"/>
                <a:gd name="csY66" fmla="*/ 478 h 55894"/>
                <a:gd name="csX67" fmla="*/ 21020 w 32485"/>
                <a:gd name="csY67" fmla="*/ 0 h 55894"/>
                <a:gd name="csX68" fmla="*/ 21975 w 32485"/>
                <a:gd name="csY68" fmla="*/ 1433 h 55894"/>
                <a:gd name="csX69" fmla="*/ 23409 w 32485"/>
                <a:gd name="csY69" fmla="*/ 1433 h 55894"/>
                <a:gd name="csX70" fmla="*/ 25320 w 32485"/>
                <a:gd name="csY70" fmla="*/ 2867 h 55894"/>
                <a:gd name="csX71" fmla="*/ 26275 w 32485"/>
                <a:gd name="csY71" fmla="*/ 3822 h 55894"/>
                <a:gd name="csX72" fmla="*/ 27231 w 32485"/>
                <a:gd name="csY72" fmla="*/ 5255 h 55894"/>
                <a:gd name="csX73" fmla="*/ 27708 w 32485"/>
                <a:gd name="csY73" fmla="*/ 5733 h 55894"/>
                <a:gd name="csX74" fmla="*/ 28664 w 32485"/>
                <a:gd name="csY74" fmla="*/ 5733 h 55894"/>
                <a:gd name="csX75" fmla="*/ 28664 w 32485"/>
                <a:gd name="csY75" fmla="*/ 6211 h 55894"/>
                <a:gd name="csX76" fmla="*/ 28186 w 32485"/>
                <a:gd name="csY76" fmla="*/ 6688 h 55894"/>
                <a:gd name="csX77" fmla="*/ 27231 w 32485"/>
                <a:gd name="csY77" fmla="*/ 8121 h 55894"/>
                <a:gd name="csX78" fmla="*/ 27708 w 32485"/>
                <a:gd name="csY78" fmla="*/ 8121 h 55894"/>
                <a:gd name="csX79" fmla="*/ 28664 w 32485"/>
                <a:gd name="csY79" fmla="*/ 9077 h 55894"/>
                <a:gd name="csX80" fmla="*/ 30097 w 32485"/>
                <a:gd name="csY80" fmla="*/ 10510 h 55894"/>
                <a:gd name="csX81" fmla="*/ 32008 w 32485"/>
                <a:gd name="csY81" fmla="*/ 16721 h 5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32485" h="55894">
                  <a:moveTo>
                    <a:pt x="32008" y="16721"/>
                  </a:moveTo>
                  <a:lnTo>
                    <a:pt x="32486" y="18154"/>
                  </a:lnTo>
                  <a:lnTo>
                    <a:pt x="32008" y="19587"/>
                  </a:lnTo>
                  <a:lnTo>
                    <a:pt x="31530" y="20543"/>
                  </a:lnTo>
                  <a:lnTo>
                    <a:pt x="29141" y="23886"/>
                  </a:lnTo>
                  <a:lnTo>
                    <a:pt x="29619" y="26275"/>
                  </a:lnTo>
                  <a:lnTo>
                    <a:pt x="30097" y="28186"/>
                  </a:lnTo>
                  <a:lnTo>
                    <a:pt x="30575" y="29619"/>
                  </a:lnTo>
                  <a:lnTo>
                    <a:pt x="30097" y="32008"/>
                  </a:lnTo>
                  <a:lnTo>
                    <a:pt x="28664" y="45384"/>
                  </a:lnTo>
                  <a:lnTo>
                    <a:pt x="27708" y="47773"/>
                  </a:lnTo>
                  <a:lnTo>
                    <a:pt x="27708" y="49684"/>
                  </a:lnTo>
                  <a:lnTo>
                    <a:pt x="25798" y="50639"/>
                  </a:lnTo>
                  <a:lnTo>
                    <a:pt x="23886" y="49684"/>
                  </a:lnTo>
                  <a:lnTo>
                    <a:pt x="21498" y="48728"/>
                  </a:lnTo>
                  <a:lnTo>
                    <a:pt x="20542" y="48728"/>
                  </a:lnTo>
                  <a:lnTo>
                    <a:pt x="19109" y="49206"/>
                  </a:lnTo>
                  <a:lnTo>
                    <a:pt x="18154" y="48728"/>
                  </a:lnTo>
                  <a:lnTo>
                    <a:pt x="17676" y="48251"/>
                  </a:lnTo>
                  <a:lnTo>
                    <a:pt x="16721" y="52550"/>
                  </a:lnTo>
                  <a:lnTo>
                    <a:pt x="15765" y="54461"/>
                  </a:lnTo>
                  <a:lnTo>
                    <a:pt x="13854" y="55894"/>
                  </a:lnTo>
                  <a:lnTo>
                    <a:pt x="12421" y="55894"/>
                  </a:lnTo>
                  <a:lnTo>
                    <a:pt x="10988" y="55417"/>
                  </a:lnTo>
                  <a:lnTo>
                    <a:pt x="9555" y="55417"/>
                  </a:lnTo>
                  <a:lnTo>
                    <a:pt x="8599" y="54461"/>
                  </a:lnTo>
                  <a:lnTo>
                    <a:pt x="7644" y="53028"/>
                  </a:lnTo>
                  <a:lnTo>
                    <a:pt x="6210" y="51117"/>
                  </a:lnTo>
                  <a:lnTo>
                    <a:pt x="4777" y="48728"/>
                  </a:lnTo>
                  <a:lnTo>
                    <a:pt x="4777" y="46818"/>
                  </a:lnTo>
                  <a:lnTo>
                    <a:pt x="4300" y="42518"/>
                  </a:lnTo>
                  <a:lnTo>
                    <a:pt x="4777" y="41563"/>
                  </a:lnTo>
                  <a:lnTo>
                    <a:pt x="5255" y="40607"/>
                  </a:lnTo>
                  <a:lnTo>
                    <a:pt x="5733" y="38696"/>
                  </a:lnTo>
                  <a:lnTo>
                    <a:pt x="5733" y="36785"/>
                  </a:lnTo>
                  <a:lnTo>
                    <a:pt x="5733" y="36308"/>
                  </a:lnTo>
                  <a:lnTo>
                    <a:pt x="6688" y="36785"/>
                  </a:lnTo>
                  <a:lnTo>
                    <a:pt x="7166" y="36308"/>
                  </a:lnTo>
                  <a:lnTo>
                    <a:pt x="7166" y="35352"/>
                  </a:lnTo>
                  <a:lnTo>
                    <a:pt x="7644" y="33919"/>
                  </a:lnTo>
                  <a:lnTo>
                    <a:pt x="6210" y="32486"/>
                  </a:lnTo>
                  <a:lnTo>
                    <a:pt x="4777" y="32008"/>
                  </a:lnTo>
                  <a:lnTo>
                    <a:pt x="4300" y="30575"/>
                  </a:lnTo>
                  <a:lnTo>
                    <a:pt x="4777" y="29142"/>
                  </a:lnTo>
                  <a:lnTo>
                    <a:pt x="5733" y="28186"/>
                  </a:lnTo>
                  <a:lnTo>
                    <a:pt x="5733" y="27231"/>
                  </a:lnTo>
                  <a:lnTo>
                    <a:pt x="5733" y="23409"/>
                  </a:lnTo>
                  <a:lnTo>
                    <a:pt x="4777" y="21976"/>
                  </a:lnTo>
                  <a:lnTo>
                    <a:pt x="4300" y="19587"/>
                  </a:lnTo>
                  <a:lnTo>
                    <a:pt x="3344" y="18154"/>
                  </a:lnTo>
                  <a:lnTo>
                    <a:pt x="2389" y="16721"/>
                  </a:lnTo>
                  <a:lnTo>
                    <a:pt x="956" y="15765"/>
                  </a:lnTo>
                  <a:lnTo>
                    <a:pt x="478" y="14810"/>
                  </a:lnTo>
                  <a:lnTo>
                    <a:pt x="0" y="11943"/>
                  </a:lnTo>
                  <a:lnTo>
                    <a:pt x="478" y="9555"/>
                  </a:lnTo>
                  <a:lnTo>
                    <a:pt x="956" y="8599"/>
                  </a:lnTo>
                  <a:lnTo>
                    <a:pt x="1433" y="8599"/>
                  </a:lnTo>
                  <a:lnTo>
                    <a:pt x="2866" y="9555"/>
                  </a:lnTo>
                  <a:lnTo>
                    <a:pt x="3822" y="10032"/>
                  </a:lnTo>
                  <a:lnTo>
                    <a:pt x="5733" y="10510"/>
                  </a:lnTo>
                  <a:lnTo>
                    <a:pt x="7644" y="10032"/>
                  </a:lnTo>
                  <a:lnTo>
                    <a:pt x="10510" y="9077"/>
                  </a:lnTo>
                  <a:lnTo>
                    <a:pt x="12899" y="7644"/>
                  </a:lnTo>
                  <a:lnTo>
                    <a:pt x="16243" y="3822"/>
                  </a:lnTo>
                  <a:lnTo>
                    <a:pt x="18632" y="2867"/>
                  </a:lnTo>
                  <a:lnTo>
                    <a:pt x="19587" y="1911"/>
                  </a:lnTo>
                  <a:lnTo>
                    <a:pt x="20065" y="478"/>
                  </a:lnTo>
                  <a:lnTo>
                    <a:pt x="21020" y="0"/>
                  </a:lnTo>
                  <a:lnTo>
                    <a:pt x="21975" y="1433"/>
                  </a:lnTo>
                  <a:lnTo>
                    <a:pt x="23409" y="1433"/>
                  </a:lnTo>
                  <a:lnTo>
                    <a:pt x="25320" y="2867"/>
                  </a:lnTo>
                  <a:lnTo>
                    <a:pt x="26275" y="3822"/>
                  </a:lnTo>
                  <a:lnTo>
                    <a:pt x="27231" y="5255"/>
                  </a:lnTo>
                  <a:lnTo>
                    <a:pt x="27708" y="5733"/>
                  </a:lnTo>
                  <a:lnTo>
                    <a:pt x="28664" y="5733"/>
                  </a:lnTo>
                  <a:lnTo>
                    <a:pt x="28664" y="6211"/>
                  </a:lnTo>
                  <a:lnTo>
                    <a:pt x="28186" y="6688"/>
                  </a:lnTo>
                  <a:lnTo>
                    <a:pt x="27231" y="8121"/>
                  </a:lnTo>
                  <a:lnTo>
                    <a:pt x="27708" y="8121"/>
                  </a:lnTo>
                  <a:lnTo>
                    <a:pt x="28664" y="9077"/>
                  </a:lnTo>
                  <a:lnTo>
                    <a:pt x="30097" y="10510"/>
                  </a:lnTo>
                  <a:lnTo>
                    <a:pt x="32008" y="167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5" name="Freeform 2144">
              <a:extLst>
                <a:ext uri="{FF2B5EF4-FFF2-40B4-BE49-F238E27FC236}">
                  <a16:creationId xmlns:a16="http://schemas.microsoft.com/office/drawing/2014/main" id="{FAD228CA-558F-8FD4-D2B9-C278D1382175}"/>
                </a:ext>
              </a:extLst>
            </p:cNvPr>
            <p:cNvSpPr/>
            <p:nvPr/>
          </p:nvSpPr>
          <p:spPr>
            <a:xfrm>
              <a:off x="6077367" y="4715309"/>
              <a:ext cx="955" cy="1433"/>
            </a:xfrm>
            <a:custGeom>
              <a:avLst/>
              <a:gdLst>
                <a:gd name="csX0" fmla="*/ 478 w 955"/>
                <a:gd name="csY0" fmla="*/ 478 h 1433"/>
                <a:gd name="csX1" fmla="*/ 956 w 955"/>
                <a:gd name="csY1" fmla="*/ 1433 h 1433"/>
                <a:gd name="csX2" fmla="*/ 478 w 955"/>
                <a:gd name="csY2" fmla="*/ 955 h 1433"/>
                <a:gd name="csX3" fmla="*/ 0 w 955"/>
                <a:gd name="csY3" fmla="*/ 0 h 1433"/>
                <a:gd name="csX4" fmla="*/ 478 w 955"/>
                <a:gd name="csY4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433">
                  <a:moveTo>
                    <a:pt x="478" y="478"/>
                  </a:moveTo>
                  <a:lnTo>
                    <a:pt x="956" y="1433"/>
                  </a:lnTo>
                  <a:lnTo>
                    <a:pt x="478" y="955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6" name="Freeform 2145">
              <a:extLst>
                <a:ext uri="{FF2B5EF4-FFF2-40B4-BE49-F238E27FC236}">
                  <a16:creationId xmlns:a16="http://schemas.microsoft.com/office/drawing/2014/main" id="{B08E4D71-C347-A6A0-0178-1E929131333E}"/>
                </a:ext>
              </a:extLst>
            </p:cNvPr>
            <p:cNvSpPr/>
            <p:nvPr/>
          </p:nvSpPr>
          <p:spPr>
            <a:xfrm>
              <a:off x="6072113" y="4612119"/>
              <a:ext cx="5732" cy="6210"/>
            </a:xfrm>
            <a:custGeom>
              <a:avLst/>
              <a:gdLst>
                <a:gd name="csX0" fmla="*/ 5733 w 5732"/>
                <a:gd name="csY0" fmla="*/ 0 h 6210"/>
                <a:gd name="csX1" fmla="*/ 4300 w 5732"/>
                <a:gd name="csY1" fmla="*/ 1911 h 6210"/>
                <a:gd name="csX2" fmla="*/ 3344 w 5732"/>
                <a:gd name="csY2" fmla="*/ 4300 h 6210"/>
                <a:gd name="csX3" fmla="*/ 1433 w 5732"/>
                <a:gd name="csY3" fmla="*/ 5255 h 6210"/>
                <a:gd name="csX4" fmla="*/ 0 w 5732"/>
                <a:gd name="csY4" fmla="*/ 6210 h 6210"/>
                <a:gd name="csX5" fmla="*/ 1433 w 5732"/>
                <a:gd name="csY5" fmla="*/ 5255 h 6210"/>
                <a:gd name="csX6" fmla="*/ 3344 w 5732"/>
                <a:gd name="csY6" fmla="*/ 4300 h 6210"/>
                <a:gd name="csX7" fmla="*/ 4300 w 5732"/>
                <a:gd name="csY7" fmla="*/ 1911 h 6210"/>
                <a:gd name="csX8" fmla="*/ 5733 w 5732"/>
                <a:gd name="csY8" fmla="*/ 0 h 6210"/>
                <a:gd name="csX9" fmla="*/ 5733 w 5732"/>
                <a:gd name="csY9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6210">
                  <a:moveTo>
                    <a:pt x="5733" y="0"/>
                  </a:moveTo>
                  <a:lnTo>
                    <a:pt x="4300" y="1911"/>
                  </a:lnTo>
                  <a:lnTo>
                    <a:pt x="3344" y="4300"/>
                  </a:lnTo>
                  <a:lnTo>
                    <a:pt x="1433" y="5255"/>
                  </a:lnTo>
                  <a:lnTo>
                    <a:pt x="0" y="6210"/>
                  </a:lnTo>
                  <a:lnTo>
                    <a:pt x="1433" y="5255"/>
                  </a:lnTo>
                  <a:lnTo>
                    <a:pt x="3344" y="4300"/>
                  </a:lnTo>
                  <a:lnTo>
                    <a:pt x="4300" y="1911"/>
                  </a:lnTo>
                  <a:lnTo>
                    <a:pt x="5733" y="0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7" name="Freeform 2146">
              <a:extLst>
                <a:ext uri="{FF2B5EF4-FFF2-40B4-BE49-F238E27FC236}">
                  <a16:creationId xmlns:a16="http://schemas.microsoft.com/office/drawing/2014/main" id="{87EFBC86-10CF-4B53-828E-7FA87AAE74A8}"/>
                </a:ext>
              </a:extLst>
            </p:cNvPr>
            <p:cNvSpPr/>
            <p:nvPr/>
          </p:nvSpPr>
          <p:spPr>
            <a:xfrm>
              <a:off x="6076412" y="4714831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955 w 955"/>
                <a:gd name="csY1" fmla="*/ 478 h 477"/>
                <a:gd name="csX2" fmla="*/ 0 w 955"/>
                <a:gd name="csY2" fmla="*/ 0 h 477"/>
                <a:gd name="csX3" fmla="*/ 955 w 955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955" y="478"/>
                  </a:lnTo>
                  <a:lnTo>
                    <a:pt x="0" y="0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8" name="Freeform 2147">
              <a:extLst>
                <a:ext uri="{FF2B5EF4-FFF2-40B4-BE49-F238E27FC236}">
                  <a16:creationId xmlns:a16="http://schemas.microsoft.com/office/drawing/2014/main" id="{BDEE225B-AA3C-B40F-A476-6426D7AC5D24}"/>
                </a:ext>
              </a:extLst>
            </p:cNvPr>
            <p:cNvSpPr/>
            <p:nvPr/>
          </p:nvSpPr>
          <p:spPr>
            <a:xfrm>
              <a:off x="6074024" y="4714831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1433 w 2388"/>
                <a:gd name="csY1" fmla="*/ 478 h 955"/>
                <a:gd name="csX2" fmla="*/ 955 w 2388"/>
                <a:gd name="csY2" fmla="*/ 956 h 955"/>
                <a:gd name="csX3" fmla="*/ 0 w 2388"/>
                <a:gd name="csY3" fmla="*/ 956 h 955"/>
                <a:gd name="csX4" fmla="*/ 955 w 2388"/>
                <a:gd name="csY4" fmla="*/ 956 h 955"/>
                <a:gd name="csX5" fmla="*/ 1433 w 2388"/>
                <a:gd name="csY5" fmla="*/ 478 h 955"/>
                <a:gd name="csX6" fmla="*/ 2389 w 2388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1433" y="478"/>
                  </a:lnTo>
                  <a:lnTo>
                    <a:pt x="955" y="956"/>
                  </a:lnTo>
                  <a:lnTo>
                    <a:pt x="0" y="956"/>
                  </a:lnTo>
                  <a:lnTo>
                    <a:pt x="955" y="956"/>
                  </a:lnTo>
                  <a:lnTo>
                    <a:pt x="1433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9" name="Freeform 2148">
              <a:extLst>
                <a:ext uri="{FF2B5EF4-FFF2-40B4-BE49-F238E27FC236}">
                  <a16:creationId xmlns:a16="http://schemas.microsoft.com/office/drawing/2014/main" id="{E6CE00F4-941B-84B5-D1B6-8EBCA156ECFA}"/>
                </a:ext>
              </a:extLst>
            </p:cNvPr>
            <p:cNvSpPr/>
            <p:nvPr/>
          </p:nvSpPr>
          <p:spPr>
            <a:xfrm>
              <a:off x="6071635" y="3761283"/>
              <a:ext cx="2866" cy="5732"/>
            </a:xfrm>
            <a:custGeom>
              <a:avLst/>
              <a:gdLst>
                <a:gd name="csX0" fmla="*/ 2389 w 2866"/>
                <a:gd name="csY0" fmla="*/ 3822 h 5732"/>
                <a:gd name="csX1" fmla="*/ 2866 w 2866"/>
                <a:gd name="csY1" fmla="*/ 4299 h 5732"/>
                <a:gd name="csX2" fmla="*/ 2389 w 2866"/>
                <a:gd name="csY2" fmla="*/ 5255 h 5732"/>
                <a:gd name="csX3" fmla="*/ 1911 w 2866"/>
                <a:gd name="csY3" fmla="*/ 5733 h 5732"/>
                <a:gd name="csX4" fmla="*/ 478 w 2866"/>
                <a:gd name="csY4" fmla="*/ 5733 h 5732"/>
                <a:gd name="csX5" fmla="*/ 478 w 2866"/>
                <a:gd name="csY5" fmla="*/ 5733 h 5732"/>
                <a:gd name="csX6" fmla="*/ 0 w 2866"/>
                <a:gd name="csY6" fmla="*/ 4777 h 5732"/>
                <a:gd name="csX7" fmla="*/ 0 w 2866"/>
                <a:gd name="csY7" fmla="*/ 2866 h 5732"/>
                <a:gd name="csX8" fmla="*/ 955 w 2866"/>
                <a:gd name="csY8" fmla="*/ 0 h 5732"/>
                <a:gd name="csX9" fmla="*/ 1433 w 2866"/>
                <a:gd name="csY9" fmla="*/ 478 h 5732"/>
                <a:gd name="csX10" fmla="*/ 1433 w 2866"/>
                <a:gd name="csY10" fmla="*/ 956 h 5732"/>
                <a:gd name="csX11" fmla="*/ 1433 w 2866"/>
                <a:gd name="csY11" fmla="*/ 1911 h 5732"/>
                <a:gd name="csX12" fmla="*/ 1433 w 2866"/>
                <a:gd name="csY12" fmla="*/ 2389 h 5732"/>
                <a:gd name="csX13" fmla="*/ 1911 w 2866"/>
                <a:gd name="csY13" fmla="*/ 3344 h 5732"/>
                <a:gd name="csX14" fmla="*/ 2389 w 2866"/>
                <a:gd name="csY14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866" h="5732">
                  <a:moveTo>
                    <a:pt x="2389" y="3822"/>
                  </a:moveTo>
                  <a:lnTo>
                    <a:pt x="2866" y="4299"/>
                  </a:lnTo>
                  <a:lnTo>
                    <a:pt x="2389" y="5255"/>
                  </a:lnTo>
                  <a:lnTo>
                    <a:pt x="1911" y="5733"/>
                  </a:lnTo>
                  <a:lnTo>
                    <a:pt x="478" y="5733"/>
                  </a:lnTo>
                  <a:lnTo>
                    <a:pt x="478" y="5733"/>
                  </a:lnTo>
                  <a:lnTo>
                    <a:pt x="0" y="4777"/>
                  </a:lnTo>
                  <a:lnTo>
                    <a:pt x="0" y="2866"/>
                  </a:lnTo>
                  <a:lnTo>
                    <a:pt x="955" y="0"/>
                  </a:lnTo>
                  <a:lnTo>
                    <a:pt x="1433" y="478"/>
                  </a:lnTo>
                  <a:lnTo>
                    <a:pt x="1433" y="956"/>
                  </a:lnTo>
                  <a:lnTo>
                    <a:pt x="1433" y="1911"/>
                  </a:lnTo>
                  <a:lnTo>
                    <a:pt x="1433" y="2389"/>
                  </a:lnTo>
                  <a:lnTo>
                    <a:pt x="1911" y="3344"/>
                  </a:lnTo>
                  <a:lnTo>
                    <a:pt x="2389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0" name="Freeform 2149">
              <a:extLst>
                <a:ext uri="{FF2B5EF4-FFF2-40B4-BE49-F238E27FC236}">
                  <a16:creationId xmlns:a16="http://schemas.microsoft.com/office/drawing/2014/main" id="{4B3A6E95-D81A-3C5C-7E4B-15875E78B4FE}"/>
                </a:ext>
              </a:extLst>
            </p:cNvPr>
            <p:cNvSpPr/>
            <p:nvPr/>
          </p:nvSpPr>
          <p:spPr>
            <a:xfrm>
              <a:off x="6072590" y="3757939"/>
              <a:ext cx="1911" cy="3344"/>
            </a:xfrm>
            <a:custGeom>
              <a:avLst/>
              <a:gdLst>
                <a:gd name="csX0" fmla="*/ 1911 w 1911"/>
                <a:gd name="csY0" fmla="*/ 0 h 3344"/>
                <a:gd name="csX1" fmla="*/ 0 w 1911"/>
                <a:gd name="csY1" fmla="*/ 3344 h 3344"/>
                <a:gd name="csX2" fmla="*/ 0 w 1911"/>
                <a:gd name="csY2" fmla="*/ 3344 h 3344"/>
                <a:gd name="csX3" fmla="*/ 0 w 1911"/>
                <a:gd name="csY3" fmla="*/ 3344 h 3344"/>
                <a:gd name="csX4" fmla="*/ 1911 w 1911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3344">
                  <a:moveTo>
                    <a:pt x="1911" y="0"/>
                  </a:moveTo>
                  <a:lnTo>
                    <a:pt x="0" y="3344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1" name="Freeform 2150">
              <a:extLst>
                <a:ext uri="{FF2B5EF4-FFF2-40B4-BE49-F238E27FC236}">
                  <a16:creationId xmlns:a16="http://schemas.microsoft.com/office/drawing/2014/main" id="{DA1386F1-C763-A487-CDA5-64EF02DB12FF}"/>
                </a:ext>
              </a:extLst>
            </p:cNvPr>
            <p:cNvSpPr/>
            <p:nvPr/>
          </p:nvSpPr>
          <p:spPr>
            <a:xfrm>
              <a:off x="6053481" y="3870683"/>
              <a:ext cx="19587" cy="40129"/>
            </a:xfrm>
            <a:custGeom>
              <a:avLst/>
              <a:gdLst>
                <a:gd name="csX0" fmla="*/ 19109 w 19587"/>
                <a:gd name="csY0" fmla="*/ 11466 h 40129"/>
                <a:gd name="csX1" fmla="*/ 19587 w 19587"/>
                <a:gd name="csY1" fmla="*/ 21020 h 40129"/>
                <a:gd name="csX2" fmla="*/ 19587 w 19587"/>
                <a:gd name="csY2" fmla="*/ 21976 h 40129"/>
                <a:gd name="csX3" fmla="*/ 17198 w 19587"/>
                <a:gd name="csY3" fmla="*/ 25798 h 40129"/>
                <a:gd name="csX4" fmla="*/ 16721 w 19587"/>
                <a:gd name="csY4" fmla="*/ 26753 h 40129"/>
                <a:gd name="csX5" fmla="*/ 16721 w 19587"/>
                <a:gd name="csY5" fmla="*/ 31530 h 40129"/>
                <a:gd name="csX6" fmla="*/ 16243 w 19587"/>
                <a:gd name="csY6" fmla="*/ 32963 h 40129"/>
                <a:gd name="csX7" fmla="*/ 15287 w 19587"/>
                <a:gd name="csY7" fmla="*/ 34397 h 40129"/>
                <a:gd name="csX8" fmla="*/ 13854 w 19587"/>
                <a:gd name="csY8" fmla="*/ 38218 h 40129"/>
                <a:gd name="csX9" fmla="*/ 12421 w 19587"/>
                <a:gd name="csY9" fmla="*/ 40129 h 40129"/>
                <a:gd name="csX10" fmla="*/ 8599 w 19587"/>
                <a:gd name="csY10" fmla="*/ 37741 h 40129"/>
                <a:gd name="csX11" fmla="*/ 6688 w 19587"/>
                <a:gd name="csY11" fmla="*/ 36785 h 40129"/>
                <a:gd name="csX12" fmla="*/ 5733 w 19587"/>
                <a:gd name="csY12" fmla="*/ 35830 h 40129"/>
                <a:gd name="csX13" fmla="*/ 4777 w 19587"/>
                <a:gd name="csY13" fmla="*/ 35352 h 40129"/>
                <a:gd name="csX14" fmla="*/ 5255 w 19587"/>
                <a:gd name="csY14" fmla="*/ 34397 h 40129"/>
                <a:gd name="csX15" fmla="*/ 6211 w 19587"/>
                <a:gd name="csY15" fmla="*/ 32963 h 40129"/>
                <a:gd name="csX16" fmla="*/ 6688 w 19587"/>
                <a:gd name="csY16" fmla="*/ 32486 h 40129"/>
                <a:gd name="csX17" fmla="*/ 4300 w 19587"/>
                <a:gd name="csY17" fmla="*/ 31530 h 40129"/>
                <a:gd name="csX18" fmla="*/ 3344 w 19587"/>
                <a:gd name="csY18" fmla="*/ 31052 h 40129"/>
                <a:gd name="csX19" fmla="*/ 3344 w 19587"/>
                <a:gd name="csY19" fmla="*/ 30097 h 40129"/>
                <a:gd name="csX20" fmla="*/ 3822 w 19587"/>
                <a:gd name="csY20" fmla="*/ 28186 h 40129"/>
                <a:gd name="csX21" fmla="*/ 3822 w 19587"/>
                <a:gd name="csY21" fmla="*/ 26753 h 40129"/>
                <a:gd name="csX22" fmla="*/ 2389 w 19587"/>
                <a:gd name="csY22" fmla="*/ 27231 h 40129"/>
                <a:gd name="csX23" fmla="*/ 1433 w 19587"/>
                <a:gd name="csY23" fmla="*/ 26753 h 40129"/>
                <a:gd name="csX24" fmla="*/ 956 w 19587"/>
                <a:gd name="csY24" fmla="*/ 26275 h 40129"/>
                <a:gd name="csX25" fmla="*/ 1911 w 19587"/>
                <a:gd name="csY25" fmla="*/ 25320 h 40129"/>
                <a:gd name="csX26" fmla="*/ 2867 w 19587"/>
                <a:gd name="csY26" fmla="*/ 23886 h 40129"/>
                <a:gd name="csX27" fmla="*/ 2867 w 19587"/>
                <a:gd name="csY27" fmla="*/ 22931 h 40129"/>
                <a:gd name="csX28" fmla="*/ 1433 w 19587"/>
                <a:gd name="csY28" fmla="*/ 22453 h 40129"/>
                <a:gd name="csX29" fmla="*/ 478 w 19587"/>
                <a:gd name="csY29" fmla="*/ 21020 h 40129"/>
                <a:gd name="csX30" fmla="*/ 0 w 19587"/>
                <a:gd name="csY30" fmla="*/ 19587 h 40129"/>
                <a:gd name="csX31" fmla="*/ 956 w 19587"/>
                <a:gd name="csY31" fmla="*/ 18632 h 40129"/>
                <a:gd name="csX32" fmla="*/ 2389 w 19587"/>
                <a:gd name="csY32" fmla="*/ 18154 h 40129"/>
                <a:gd name="csX33" fmla="*/ 1433 w 19587"/>
                <a:gd name="csY33" fmla="*/ 16721 h 40129"/>
                <a:gd name="csX34" fmla="*/ 478 w 19587"/>
                <a:gd name="csY34" fmla="*/ 16721 h 40129"/>
                <a:gd name="csX35" fmla="*/ 0 w 19587"/>
                <a:gd name="csY35" fmla="*/ 16243 h 40129"/>
                <a:gd name="csX36" fmla="*/ 478 w 19587"/>
                <a:gd name="csY36" fmla="*/ 15765 h 40129"/>
                <a:gd name="csX37" fmla="*/ 1433 w 19587"/>
                <a:gd name="csY37" fmla="*/ 14810 h 40129"/>
                <a:gd name="csX38" fmla="*/ 2867 w 19587"/>
                <a:gd name="csY38" fmla="*/ 11466 h 40129"/>
                <a:gd name="csX39" fmla="*/ 5255 w 19587"/>
                <a:gd name="csY39" fmla="*/ 10032 h 40129"/>
                <a:gd name="csX40" fmla="*/ 8599 w 19587"/>
                <a:gd name="csY40" fmla="*/ 9555 h 40129"/>
                <a:gd name="csX41" fmla="*/ 9555 w 19587"/>
                <a:gd name="csY41" fmla="*/ 9077 h 40129"/>
                <a:gd name="csX42" fmla="*/ 10510 w 19587"/>
                <a:gd name="csY42" fmla="*/ 7644 h 40129"/>
                <a:gd name="csX43" fmla="*/ 11466 w 19587"/>
                <a:gd name="csY43" fmla="*/ 7166 h 40129"/>
                <a:gd name="csX44" fmla="*/ 12421 w 19587"/>
                <a:gd name="csY44" fmla="*/ 7166 h 40129"/>
                <a:gd name="csX45" fmla="*/ 13854 w 19587"/>
                <a:gd name="csY45" fmla="*/ 7644 h 40129"/>
                <a:gd name="csX46" fmla="*/ 14332 w 19587"/>
                <a:gd name="csY46" fmla="*/ 8121 h 40129"/>
                <a:gd name="csX47" fmla="*/ 14810 w 19587"/>
                <a:gd name="csY47" fmla="*/ 7644 h 40129"/>
                <a:gd name="csX48" fmla="*/ 15287 w 19587"/>
                <a:gd name="csY48" fmla="*/ 6211 h 40129"/>
                <a:gd name="csX49" fmla="*/ 15287 w 19587"/>
                <a:gd name="csY49" fmla="*/ 5255 h 40129"/>
                <a:gd name="csX50" fmla="*/ 15287 w 19587"/>
                <a:gd name="csY50" fmla="*/ 1911 h 40129"/>
                <a:gd name="csX51" fmla="*/ 15765 w 19587"/>
                <a:gd name="csY51" fmla="*/ 0 h 40129"/>
                <a:gd name="csX52" fmla="*/ 17198 w 19587"/>
                <a:gd name="csY52" fmla="*/ 0 h 40129"/>
                <a:gd name="csX53" fmla="*/ 18154 w 19587"/>
                <a:gd name="csY53" fmla="*/ 956 h 40129"/>
                <a:gd name="csX54" fmla="*/ 17676 w 19587"/>
                <a:gd name="csY54" fmla="*/ 1911 h 40129"/>
                <a:gd name="csX55" fmla="*/ 18154 w 19587"/>
                <a:gd name="csY55" fmla="*/ 3822 h 40129"/>
                <a:gd name="csX56" fmla="*/ 18154 w 19587"/>
                <a:gd name="csY56" fmla="*/ 5255 h 40129"/>
                <a:gd name="csX57" fmla="*/ 17676 w 19587"/>
                <a:gd name="csY57" fmla="*/ 9077 h 40129"/>
                <a:gd name="csX58" fmla="*/ 18154 w 19587"/>
                <a:gd name="csY58" fmla="*/ 10032 h 40129"/>
                <a:gd name="csX59" fmla="*/ 18632 w 19587"/>
                <a:gd name="csY59" fmla="*/ 10988 h 40129"/>
                <a:gd name="csX60" fmla="*/ 19109 w 19587"/>
                <a:gd name="csY60" fmla="*/ 11466 h 40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19587" h="40129">
                  <a:moveTo>
                    <a:pt x="19109" y="11466"/>
                  </a:moveTo>
                  <a:lnTo>
                    <a:pt x="19587" y="21020"/>
                  </a:lnTo>
                  <a:lnTo>
                    <a:pt x="19587" y="21976"/>
                  </a:lnTo>
                  <a:lnTo>
                    <a:pt x="17198" y="25798"/>
                  </a:lnTo>
                  <a:lnTo>
                    <a:pt x="16721" y="26753"/>
                  </a:lnTo>
                  <a:lnTo>
                    <a:pt x="16721" y="31530"/>
                  </a:lnTo>
                  <a:lnTo>
                    <a:pt x="16243" y="32963"/>
                  </a:lnTo>
                  <a:lnTo>
                    <a:pt x="15287" y="34397"/>
                  </a:lnTo>
                  <a:lnTo>
                    <a:pt x="13854" y="38218"/>
                  </a:lnTo>
                  <a:lnTo>
                    <a:pt x="12421" y="40129"/>
                  </a:lnTo>
                  <a:lnTo>
                    <a:pt x="8599" y="37741"/>
                  </a:lnTo>
                  <a:lnTo>
                    <a:pt x="6688" y="36785"/>
                  </a:lnTo>
                  <a:lnTo>
                    <a:pt x="5733" y="35830"/>
                  </a:lnTo>
                  <a:lnTo>
                    <a:pt x="4777" y="35352"/>
                  </a:lnTo>
                  <a:lnTo>
                    <a:pt x="5255" y="34397"/>
                  </a:lnTo>
                  <a:lnTo>
                    <a:pt x="6211" y="32963"/>
                  </a:lnTo>
                  <a:lnTo>
                    <a:pt x="6688" y="32486"/>
                  </a:lnTo>
                  <a:lnTo>
                    <a:pt x="4300" y="31530"/>
                  </a:lnTo>
                  <a:lnTo>
                    <a:pt x="3344" y="31052"/>
                  </a:lnTo>
                  <a:lnTo>
                    <a:pt x="3344" y="30097"/>
                  </a:lnTo>
                  <a:lnTo>
                    <a:pt x="3822" y="28186"/>
                  </a:lnTo>
                  <a:lnTo>
                    <a:pt x="3822" y="26753"/>
                  </a:lnTo>
                  <a:lnTo>
                    <a:pt x="2389" y="27231"/>
                  </a:lnTo>
                  <a:lnTo>
                    <a:pt x="1433" y="26753"/>
                  </a:lnTo>
                  <a:lnTo>
                    <a:pt x="956" y="26275"/>
                  </a:lnTo>
                  <a:lnTo>
                    <a:pt x="1911" y="25320"/>
                  </a:lnTo>
                  <a:lnTo>
                    <a:pt x="2867" y="23886"/>
                  </a:lnTo>
                  <a:lnTo>
                    <a:pt x="2867" y="22931"/>
                  </a:lnTo>
                  <a:lnTo>
                    <a:pt x="1433" y="22453"/>
                  </a:lnTo>
                  <a:lnTo>
                    <a:pt x="478" y="21020"/>
                  </a:lnTo>
                  <a:lnTo>
                    <a:pt x="0" y="19587"/>
                  </a:lnTo>
                  <a:lnTo>
                    <a:pt x="956" y="18632"/>
                  </a:lnTo>
                  <a:lnTo>
                    <a:pt x="2389" y="18154"/>
                  </a:lnTo>
                  <a:lnTo>
                    <a:pt x="1433" y="16721"/>
                  </a:lnTo>
                  <a:lnTo>
                    <a:pt x="478" y="16721"/>
                  </a:lnTo>
                  <a:lnTo>
                    <a:pt x="0" y="16243"/>
                  </a:lnTo>
                  <a:lnTo>
                    <a:pt x="478" y="15765"/>
                  </a:lnTo>
                  <a:lnTo>
                    <a:pt x="1433" y="14810"/>
                  </a:lnTo>
                  <a:lnTo>
                    <a:pt x="2867" y="11466"/>
                  </a:lnTo>
                  <a:lnTo>
                    <a:pt x="5255" y="10032"/>
                  </a:lnTo>
                  <a:lnTo>
                    <a:pt x="8599" y="9555"/>
                  </a:lnTo>
                  <a:lnTo>
                    <a:pt x="9555" y="9077"/>
                  </a:lnTo>
                  <a:lnTo>
                    <a:pt x="10510" y="7644"/>
                  </a:lnTo>
                  <a:lnTo>
                    <a:pt x="11466" y="7166"/>
                  </a:lnTo>
                  <a:lnTo>
                    <a:pt x="12421" y="7166"/>
                  </a:lnTo>
                  <a:lnTo>
                    <a:pt x="13854" y="7644"/>
                  </a:lnTo>
                  <a:lnTo>
                    <a:pt x="14332" y="8121"/>
                  </a:lnTo>
                  <a:lnTo>
                    <a:pt x="14810" y="7644"/>
                  </a:lnTo>
                  <a:lnTo>
                    <a:pt x="15287" y="6211"/>
                  </a:lnTo>
                  <a:lnTo>
                    <a:pt x="15287" y="5255"/>
                  </a:lnTo>
                  <a:lnTo>
                    <a:pt x="15287" y="1911"/>
                  </a:lnTo>
                  <a:lnTo>
                    <a:pt x="15765" y="0"/>
                  </a:lnTo>
                  <a:lnTo>
                    <a:pt x="17198" y="0"/>
                  </a:lnTo>
                  <a:lnTo>
                    <a:pt x="18154" y="956"/>
                  </a:lnTo>
                  <a:lnTo>
                    <a:pt x="17676" y="1911"/>
                  </a:lnTo>
                  <a:lnTo>
                    <a:pt x="18154" y="3822"/>
                  </a:lnTo>
                  <a:lnTo>
                    <a:pt x="18154" y="5255"/>
                  </a:lnTo>
                  <a:lnTo>
                    <a:pt x="17676" y="9077"/>
                  </a:lnTo>
                  <a:lnTo>
                    <a:pt x="18154" y="10032"/>
                  </a:lnTo>
                  <a:lnTo>
                    <a:pt x="18632" y="10988"/>
                  </a:lnTo>
                  <a:lnTo>
                    <a:pt x="19109" y="114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2" name="Freeform 2151">
              <a:extLst>
                <a:ext uri="{FF2B5EF4-FFF2-40B4-BE49-F238E27FC236}">
                  <a16:creationId xmlns:a16="http://schemas.microsoft.com/office/drawing/2014/main" id="{B3B74171-96B4-C1A3-79DF-48010D891857}"/>
                </a:ext>
              </a:extLst>
            </p:cNvPr>
            <p:cNvSpPr/>
            <p:nvPr/>
          </p:nvSpPr>
          <p:spPr>
            <a:xfrm>
              <a:off x="6068291" y="4142989"/>
              <a:ext cx="2866" cy="12898"/>
            </a:xfrm>
            <a:custGeom>
              <a:avLst/>
              <a:gdLst>
                <a:gd name="csX0" fmla="*/ 1911 w 2866"/>
                <a:gd name="csY0" fmla="*/ 8599 h 12898"/>
                <a:gd name="csX1" fmla="*/ 2866 w 2866"/>
                <a:gd name="csY1" fmla="*/ 12899 h 12898"/>
                <a:gd name="csX2" fmla="*/ 1911 w 2866"/>
                <a:gd name="csY2" fmla="*/ 8599 h 12898"/>
                <a:gd name="csX3" fmla="*/ 956 w 2866"/>
                <a:gd name="csY3" fmla="*/ 4777 h 12898"/>
                <a:gd name="csX4" fmla="*/ 0 w 2866"/>
                <a:gd name="csY4" fmla="*/ 0 h 12898"/>
                <a:gd name="csX5" fmla="*/ 956 w 2866"/>
                <a:gd name="csY5" fmla="*/ 4777 h 12898"/>
                <a:gd name="csX6" fmla="*/ 1911 w 2866"/>
                <a:gd name="csY6" fmla="*/ 8599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12898">
                  <a:moveTo>
                    <a:pt x="1911" y="8599"/>
                  </a:moveTo>
                  <a:lnTo>
                    <a:pt x="2866" y="12899"/>
                  </a:lnTo>
                  <a:lnTo>
                    <a:pt x="1911" y="8599"/>
                  </a:lnTo>
                  <a:lnTo>
                    <a:pt x="956" y="4777"/>
                  </a:lnTo>
                  <a:lnTo>
                    <a:pt x="0" y="0"/>
                  </a:lnTo>
                  <a:lnTo>
                    <a:pt x="956" y="4777"/>
                  </a:lnTo>
                  <a:lnTo>
                    <a:pt x="1911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3" name="Freeform 2152">
              <a:extLst>
                <a:ext uri="{FF2B5EF4-FFF2-40B4-BE49-F238E27FC236}">
                  <a16:creationId xmlns:a16="http://schemas.microsoft.com/office/drawing/2014/main" id="{9FDCE4A9-5F4E-3232-2552-94886FB8C24D}"/>
                </a:ext>
              </a:extLst>
            </p:cNvPr>
            <p:cNvSpPr/>
            <p:nvPr/>
          </p:nvSpPr>
          <p:spPr>
            <a:xfrm>
              <a:off x="6070679" y="3782303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478 w 477"/>
                <a:gd name="csY2" fmla="*/ 1433 h 1433"/>
                <a:gd name="csX3" fmla="*/ 0 w 477"/>
                <a:gd name="csY3" fmla="*/ 0 h 1433"/>
                <a:gd name="csX4" fmla="*/ 0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4" name="Freeform 2153">
              <a:extLst>
                <a:ext uri="{FF2B5EF4-FFF2-40B4-BE49-F238E27FC236}">
                  <a16:creationId xmlns:a16="http://schemas.microsoft.com/office/drawing/2014/main" id="{47D70086-0216-B077-DEC4-D2730F7139B5}"/>
                </a:ext>
              </a:extLst>
            </p:cNvPr>
            <p:cNvSpPr/>
            <p:nvPr/>
          </p:nvSpPr>
          <p:spPr>
            <a:xfrm>
              <a:off x="6063513" y="4622630"/>
              <a:ext cx="3344" cy="3344"/>
            </a:xfrm>
            <a:custGeom>
              <a:avLst/>
              <a:gdLst>
                <a:gd name="csX0" fmla="*/ 3344 w 3344"/>
                <a:gd name="csY0" fmla="*/ 0 h 3344"/>
                <a:gd name="csX1" fmla="*/ 0 w 3344"/>
                <a:gd name="csY1" fmla="*/ 3344 h 3344"/>
                <a:gd name="csX2" fmla="*/ 0 w 3344"/>
                <a:gd name="csY2" fmla="*/ 3344 h 3344"/>
                <a:gd name="csX3" fmla="*/ 3344 w 3344"/>
                <a:gd name="csY3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3344">
                  <a:moveTo>
                    <a:pt x="3344" y="0"/>
                  </a:moveTo>
                  <a:lnTo>
                    <a:pt x="0" y="3344"/>
                  </a:lnTo>
                  <a:lnTo>
                    <a:pt x="0" y="3344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5" name="Freeform 2154">
              <a:extLst>
                <a:ext uri="{FF2B5EF4-FFF2-40B4-BE49-F238E27FC236}">
                  <a16:creationId xmlns:a16="http://schemas.microsoft.com/office/drawing/2014/main" id="{4A94BD62-2C72-7BEE-2165-0F5FE26B03DA}"/>
                </a:ext>
              </a:extLst>
            </p:cNvPr>
            <p:cNvSpPr/>
            <p:nvPr/>
          </p:nvSpPr>
          <p:spPr>
            <a:xfrm>
              <a:off x="6063036" y="4121491"/>
              <a:ext cx="1911" cy="9076"/>
            </a:xfrm>
            <a:custGeom>
              <a:avLst/>
              <a:gdLst>
                <a:gd name="csX0" fmla="*/ 1433 w 1911"/>
                <a:gd name="csY0" fmla="*/ 5255 h 9076"/>
                <a:gd name="csX1" fmla="*/ 1911 w 1911"/>
                <a:gd name="csY1" fmla="*/ 9077 h 9076"/>
                <a:gd name="csX2" fmla="*/ 956 w 1911"/>
                <a:gd name="csY2" fmla="*/ 5255 h 9076"/>
                <a:gd name="csX3" fmla="*/ 0 w 1911"/>
                <a:gd name="csY3" fmla="*/ 0 h 9076"/>
                <a:gd name="csX4" fmla="*/ 0 w 1911"/>
                <a:gd name="csY4" fmla="*/ 478 h 9076"/>
                <a:gd name="csX5" fmla="*/ 1433 w 1911"/>
                <a:gd name="csY5" fmla="*/ 5255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9076">
                  <a:moveTo>
                    <a:pt x="1433" y="5255"/>
                  </a:moveTo>
                  <a:lnTo>
                    <a:pt x="1911" y="9077"/>
                  </a:lnTo>
                  <a:lnTo>
                    <a:pt x="956" y="5255"/>
                  </a:lnTo>
                  <a:lnTo>
                    <a:pt x="0" y="0"/>
                  </a:lnTo>
                  <a:lnTo>
                    <a:pt x="0" y="478"/>
                  </a:lnTo>
                  <a:lnTo>
                    <a:pt x="1433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6" name="Freeform 2155">
              <a:extLst>
                <a:ext uri="{FF2B5EF4-FFF2-40B4-BE49-F238E27FC236}">
                  <a16:creationId xmlns:a16="http://schemas.microsoft.com/office/drawing/2014/main" id="{E9CB40C3-080C-C285-1E25-DFC28EAA49F2}"/>
                </a:ext>
              </a:extLst>
            </p:cNvPr>
            <p:cNvSpPr/>
            <p:nvPr/>
          </p:nvSpPr>
          <p:spPr>
            <a:xfrm>
              <a:off x="6051092" y="4666581"/>
              <a:ext cx="10032" cy="9554"/>
            </a:xfrm>
            <a:custGeom>
              <a:avLst/>
              <a:gdLst>
                <a:gd name="csX0" fmla="*/ 9555 w 10032"/>
                <a:gd name="csY0" fmla="*/ 0 h 9554"/>
                <a:gd name="csX1" fmla="*/ 10032 w 10032"/>
                <a:gd name="csY1" fmla="*/ 956 h 9554"/>
                <a:gd name="csX2" fmla="*/ 10032 w 10032"/>
                <a:gd name="csY2" fmla="*/ 2389 h 9554"/>
                <a:gd name="csX3" fmla="*/ 7166 w 10032"/>
                <a:gd name="csY3" fmla="*/ 6688 h 9554"/>
                <a:gd name="csX4" fmla="*/ 6211 w 10032"/>
                <a:gd name="csY4" fmla="*/ 8121 h 9554"/>
                <a:gd name="csX5" fmla="*/ 5255 w 10032"/>
                <a:gd name="csY5" fmla="*/ 9555 h 9554"/>
                <a:gd name="csX6" fmla="*/ 4300 w 10032"/>
                <a:gd name="csY6" fmla="*/ 9555 h 9554"/>
                <a:gd name="csX7" fmla="*/ 478 w 10032"/>
                <a:gd name="csY7" fmla="*/ 9077 h 9554"/>
                <a:gd name="csX8" fmla="*/ 0 w 10032"/>
                <a:gd name="csY8" fmla="*/ 8599 h 9554"/>
                <a:gd name="csX9" fmla="*/ 0 w 10032"/>
                <a:gd name="csY9" fmla="*/ 7644 h 9554"/>
                <a:gd name="csX10" fmla="*/ 478 w 10032"/>
                <a:gd name="csY10" fmla="*/ 6210 h 9554"/>
                <a:gd name="csX11" fmla="*/ 478 w 10032"/>
                <a:gd name="csY11" fmla="*/ 5733 h 9554"/>
                <a:gd name="csX12" fmla="*/ 2389 w 10032"/>
                <a:gd name="csY12" fmla="*/ 5255 h 9554"/>
                <a:gd name="csX13" fmla="*/ 2867 w 10032"/>
                <a:gd name="csY13" fmla="*/ 4777 h 9554"/>
                <a:gd name="csX14" fmla="*/ 3822 w 10032"/>
                <a:gd name="csY14" fmla="*/ 3344 h 9554"/>
                <a:gd name="csX15" fmla="*/ 3822 w 10032"/>
                <a:gd name="csY15" fmla="*/ 1433 h 9554"/>
                <a:gd name="csX16" fmla="*/ 4777 w 10032"/>
                <a:gd name="csY16" fmla="*/ 478 h 9554"/>
                <a:gd name="csX17" fmla="*/ 5733 w 10032"/>
                <a:gd name="csY17" fmla="*/ 0 h 9554"/>
                <a:gd name="csX18" fmla="*/ 6211 w 10032"/>
                <a:gd name="csY18" fmla="*/ 0 h 9554"/>
                <a:gd name="csX19" fmla="*/ 9555 w 10032"/>
                <a:gd name="csY19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0032" h="9554">
                  <a:moveTo>
                    <a:pt x="9555" y="0"/>
                  </a:moveTo>
                  <a:lnTo>
                    <a:pt x="10032" y="956"/>
                  </a:lnTo>
                  <a:lnTo>
                    <a:pt x="10032" y="2389"/>
                  </a:lnTo>
                  <a:lnTo>
                    <a:pt x="7166" y="6688"/>
                  </a:lnTo>
                  <a:lnTo>
                    <a:pt x="6211" y="8121"/>
                  </a:lnTo>
                  <a:lnTo>
                    <a:pt x="5255" y="9555"/>
                  </a:lnTo>
                  <a:lnTo>
                    <a:pt x="4300" y="9555"/>
                  </a:lnTo>
                  <a:lnTo>
                    <a:pt x="478" y="9077"/>
                  </a:lnTo>
                  <a:lnTo>
                    <a:pt x="0" y="8599"/>
                  </a:lnTo>
                  <a:lnTo>
                    <a:pt x="0" y="7644"/>
                  </a:lnTo>
                  <a:lnTo>
                    <a:pt x="478" y="6210"/>
                  </a:lnTo>
                  <a:lnTo>
                    <a:pt x="478" y="5733"/>
                  </a:lnTo>
                  <a:lnTo>
                    <a:pt x="2389" y="5255"/>
                  </a:lnTo>
                  <a:lnTo>
                    <a:pt x="2867" y="4777"/>
                  </a:lnTo>
                  <a:lnTo>
                    <a:pt x="3822" y="3344"/>
                  </a:lnTo>
                  <a:lnTo>
                    <a:pt x="3822" y="1433"/>
                  </a:lnTo>
                  <a:lnTo>
                    <a:pt x="4777" y="478"/>
                  </a:lnTo>
                  <a:lnTo>
                    <a:pt x="5733" y="0"/>
                  </a:lnTo>
                  <a:lnTo>
                    <a:pt x="6211" y="0"/>
                  </a:lnTo>
                  <a:lnTo>
                    <a:pt x="95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7" name="Freeform 2156">
              <a:extLst>
                <a:ext uri="{FF2B5EF4-FFF2-40B4-BE49-F238E27FC236}">
                  <a16:creationId xmlns:a16="http://schemas.microsoft.com/office/drawing/2014/main" id="{F5766ECD-50DA-A311-DA4C-BFC345477BA8}"/>
                </a:ext>
              </a:extLst>
            </p:cNvPr>
            <p:cNvSpPr/>
            <p:nvPr/>
          </p:nvSpPr>
          <p:spPr>
            <a:xfrm>
              <a:off x="6054914" y="4635528"/>
              <a:ext cx="4299" cy="10032"/>
            </a:xfrm>
            <a:custGeom>
              <a:avLst/>
              <a:gdLst>
                <a:gd name="csX0" fmla="*/ 4299 w 4299"/>
                <a:gd name="csY0" fmla="*/ 0 h 10032"/>
                <a:gd name="csX1" fmla="*/ 3344 w 4299"/>
                <a:gd name="csY1" fmla="*/ 5255 h 10032"/>
                <a:gd name="csX2" fmla="*/ 1911 w 4299"/>
                <a:gd name="csY2" fmla="*/ 7644 h 10032"/>
                <a:gd name="csX3" fmla="*/ 0 w 4299"/>
                <a:gd name="csY3" fmla="*/ 10032 h 10032"/>
                <a:gd name="csX4" fmla="*/ 1433 w 4299"/>
                <a:gd name="csY4" fmla="*/ 7644 h 10032"/>
                <a:gd name="csX5" fmla="*/ 3344 w 4299"/>
                <a:gd name="csY5" fmla="*/ 4777 h 10032"/>
                <a:gd name="csX6" fmla="*/ 4299 w 4299"/>
                <a:gd name="csY6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10032">
                  <a:moveTo>
                    <a:pt x="4299" y="0"/>
                  </a:moveTo>
                  <a:lnTo>
                    <a:pt x="3344" y="5255"/>
                  </a:lnTo>
                  <a:lnTo>
                    <a:pt x="1911" y="7644"/>
                  </a:lnTo>
                  <a:lnTo>
                    <a:pt x="0" y="10032"/>
                  </a:lnTo>
                  <a:lnTo>
                    <a:pt x="1433" y="7644"/>
                  </a:lnTo>
                  <a:lnTo>
                    <a:pt x="3344" y="4777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8" name="Freeform 2157">
              <a:extLst>
                <a:ext uri="{FF2B5EF4-FFF2-40B4-BE49-F238E27FC236}">
                  <a16:creationId xmlns:a16="http://schemas.microsoft.com/office/drawing/2014/main" id="{57C65295-9694-A8F4-3AAE-3511E7442D2D}"/>
                </a:ext>
              </a:extLst>
            </p:cNvPr>
            <p:cNvSpPr/>
            <p:nvPr/>
          </p:nvSpPr>
          <p:spPr>
            <a:xfrm>
              <a:off x="6057781" y="3793291"/>
              <a:ext cx="955" cy="1910"/>
            </a:xfrm>
            <a:custGeom>
              <a:avLst/>
              <a:gdLst>
                <a:gd name="csX0" fmla="*/ 956 w 955"/>
                <a:gd name="csY0" fmla="*/ 0 h 1910"/>
                <a:gd name="csX1" fmla="*/ 956 w 955"/>
                <a:gd name="csY1" fmla="*/ 0 h 1910"/>
                <a:gd name="csX2" fmla="*/ 0 w 955"/>
                <a:gd name="csY2" fmla="*/ 1911 h 1910"/>
                <a:gd name="csX3" fmla="*/ 0 w 955"/>
                <a:gd name="csY3" fmla="*/ 1911 h 1910"/>
                <a:gd name="csX4" fmla="*/ 956 w 955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910">
                  <a:moveTo>
                    <a:pt x="956" y="0"/>
                  </a:moveTo>
                  <a:lnTo>
                    <a:pt x="956" y="0"/>
                  </a:lnTo>
                  <a:lnTo>
                    <a:pt x="0" y="1911"/>
                  </a:lnTo>
                  <a:lnTo>
                    <a:pt x="0" y="1911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9" name="Freeform 2158">
              <a:extLst>
                <a:ext uri="{FF2B5EF4-FFF2-40B4-BE49-F238E27FC236}">
                  <a16:creationId xmlns:a16="http://schemas.microsoft.com/office/drawing/2014/main" id="{9A690425-B826-B8CD-9837-124E630E8549}"/>
                </a:ext>
              </a:extLst>
            </p:cNvPr>
            <p:cNvSpPr/>
            <p:nvPr/>
          </p:nvSpPr>
          <p:spPr>
            <a:xfrm>
              <a:off x="6048226" y="3220971"/>
              <a:ext cx="10510" cy="5732"/>
            </a:xfrm>
            <a:custGeom>
              <a:avLst/>
              <a:gdLst>
                <a:gd name="csX0" fmla="*/ 10032 w 10510"/>
                <a:gd name="csY0" fmla="*/ 1433 h 5732"/>
                <a:gd name="csX1" fmla="*/ 10510 w 10510"/>
                <a:gd name="csY1" fmla="*/ 3344 h 5732"/>
                <a:gd name="csX2" fmla="*/ 9555 w 10510"/>
                <a:gd name="csY2" fmla="*/ 4300 h 5732"/>
                <a:gd name="csX3" fmla="*/ 3344 w 10510"/>
                <a:gd name="csY3" fmla="*/ 5733 h 5732"/>
                <a:gd name="csX4" fmla="*/ 1433 w 10510"/>
                <a:gd name="csY4" fmla="*/ 5733 h 5732"/>
                <a:gd name="csX5" fmla="*/ 0 w 10510"/>
                <a:gd name="csY5" fmla="*/ 4777 h 5732"/>
                <a:gd name="csX6" fmla="*/ 3344 w 10510"/>
                <a:gd name="csY6" fmla="*/ 2866 h 5732"/>
                <a:gd name="csX7" fmla="*/ 8121 w 10510"/>
                <a:gd name="csY7" fmla="*/ 1433 h 5732"/>
                <a:gd name="csX8" fmla="*/ 8599 w 10510"/>
                <a:gd name="csY8" fmla="*/ 0 h 5732"/>
                <a:gd name="csX9" fmla="*/ 9555 w 10510"/>
                <a:gd name="csY9" fmla="*/ 0 h 5732"/>
                <a:gd name="csX10" fmla="*/ 10032 w 10510"/>
                <a:gd name="csY10" fmla="*/ 14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0510" h="5732">
                  <a:moveTo>
                    <a:pt x="10032" y="1433"/>
                  </a:moveTo>
                  <a:lnTo>
                    <a:pt x="10510" y="3344"/>
                  </a:lnTo>
                  <a:lnTo>
                    <a:pt x="9555" y="4300"/>
                  </a:lnTo>
                  <a:lnTo>
                    <a:pt x="3344" y="5733"/>
                  </a:lnTo>
                  <a:lnTo>
                    <a:pt x="1433" y="5733"/>
                  </a:lnTo>
                  <a:lnTo>
                    <a:pt x="0" y="4777"/>
                  </a:lnTo>
                  <a:lnTo>
                    <a:pt x="3344" y="2866"/>
                  </a:lnTo>
                  <a:lnTo>
                    <a:pt x="8121" y="1433"/>
                  </a:lnTo>
                  <a:lnTo>
                    <a:pt x="8599" y="0"/>
                  </a:lnTo>
                  <a:lnTo>
                    <a:pt x="9555" y="0"/>
                  </a:lnTo>
                  <a:lnTo>
                    <a:pt x="1003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" name="Freeform 2159">
              <a:extLst>
                <a:ext uri="{FF2B5EF4-FFF2-40B4-BE49-F238E27FC236}">
                  <a16:creationId xmlns:a16="http://schemas.microsoft.com/office/drawing/2014/main" id="{A3376C25-2FCE-577B-734D-23963CB938B4}"/>
                </a:ext>
              </a:extLst>
            </p:cNvPr>
            <p:cNvSpPr/>
            <p:nvPr/>
          </p:nvSpPr>
          <p:spPr>
            <a:xfrm>
              <a:off x="6053481" y="4645561"/>
              <a:ext cx="1433" cy="2866"/>
            </a:xfrm>
            <a:custGeom>
              <a:avLst/>
              <a:gdLst>
                <a:gd name="csX0" fmla="*/ 1433 w 1433"/>
                <a:gd name="csY0" fmla="*/ 0 h 2866"/>
                <a:gd name="csX1" fmla="*/ 478 w 1433"/>
                <a:gd name="csY1" fmla="*/ 1433 h 2866"/>
                <a:gd name="csX2" fmla="*/ 0 w 1433"/>
                <a:gd name="csY2" fmla="*/ 2867 h 2866"/>
                <a:gd name="csX3" fmla="*/ 478 w 1433"/>
                <a:gd name="csY3" fmla="*/ 1433 h 2866"/>
                <a:gd name="csX4" fmla="*/ 1433 w 1433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866">
                  <a:moveTo>
                    <a:pt x="1433" y="0"/>
                  </a:moveTo>
                  <a:lnTo>
                    <a:pt x="478" y="1433"/>
                  </a:lnTo>
                  <a:lnTo>
                    <a:pt x="0" y="2867"/>
                  </a:lnTo>
                  <a:lnTo>
                    <a:pt x="478" y="1433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1" name="Freeform 2160">
              <a:extLst>
                <a:ext uri="{FF2B5EF4-FFF2-40B4-BE49-F238E27FC236}">
                  <a16:creationId xmlns:a16="http://schemas.microsoft.com/office/drawing/2014/main" id="{C1E0E449-BE6C-1B20-948B-F962E570029C}"/>
                </a:ext>
              </a:extLst>
            </p:cNvPr>
            <p:cNvSpPr/>
            <p:nvPr/>
          </p:nvSpPr>
          <p:spPr>
            <a:xfrm>
              <a:off x="6048226" y="3535317"/>
              <a:ext cx="6688" cy="9076"/>
            </a:xfrm>
            <a:custGeom>
              <a:avLst/>
              <a:gdLst>
                <a:gd name="csX0" fmla="*/ 6688 w 6688"/>
                <a:gd name="csY0" fmla="*/ 5255 h 9076"/>
                <a:gd name="csX1" fmla="*/ 6210 w 6688"/>
                <a:gd name="csY1" fmla="*/ 6211 h 9076"/>
                <a:gd name="csX2" fmla="*/ 956 w 6688"/>
                <a:gd name="csY2" fmla="*/ 6688 h 9076"/>
                <a:gd name="csX3" fmla="*/ 478 w 6688"/>
                <a:gd name="csY3" fmla="*/ 8599 h 9076"/>
                <a:gd name="csX4" fmla="*/ 0 w 6688"/>
                <a:gd name="csY4" fmla="*/ 9077 h 9076"/>
                <a:gd name="csX5" fmla="*/ 0 w 6688"/>
                <a:gd name="csY5" fmla="*/ 4777 h 9076"/>
                <a:gd name="csX6" fmla="*/ 2389 w 6688"/>
                <a:gd name="csY6" fmla="*/ 0 h 9076"/>
                <a:gd name="csX7" fmla="*/ 3344 w 6688"/>
                <a:gd name="csY7" fmla="*/ 0 h 9076"/>
                <a:gd name="csX8" fmla="*/ 2389 w 6688"/>
                <a:gd name="csY8" fmla="*/ 1433 h 9076"/>
                <a:gd name="csX9" fmla="*/ 1911 w 6688"/>
                <a:gd name="csY9" fmla="*/ 2389 h 9076"/>
                <a:gd name="csX10" fmla="*/ 1433 w 6688"/>
                <a:gd name="csY10" fmla="*/ 4300 h 9076"/>
                <a:gd name="csX11" fmla="*/ 1911 w 6688"/>
                <a:gd name="csY11" fmla="*/ 5255 h 9076"/>
                <a:gd name="csX12" fmla="*/ 6688 w 6688"/>
                <a:gd name="csY12" fmla="*/ 5255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688" h="9076">
                  <a:moveTo>
                    <a:pt x="6688" y="5255"/>
                  </a:moveTo>
                  <a:lnTo>
                    <a:pt x="6210" y="6211"/>
                  </a:lnTo>
                  <a:lnTo>
                    <a:pt x="956" y="6688"/>
                  </a:lnTo>
                  <a:lnTo>
                    <a:pt x="478" y="8599"/>
                  </a:lnTo>
                  <a:lnTo>
                    <a:pt x="0" y="9077"/>
                  </a:lnTo>
                  <a:lnTo>
                    <a:pt x="0" y="4777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2389" y="1433"/>
                  </a:lnTo>
                  <a:lnTo>
                    <a:pt x="1911" y="2389"/>
                  </a:lnTo>
                  <a:lnTo>
                    <a:pt x="1433" y="4300"/>
                  </a:lnTo>
                  <a:lnTo>
                    <a:pt x="1911" y="5255"/>
                  </a:lnTo>
                  <a:lnTo>
                    <a:pt x="6688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2" name="Freeform 2161">
              <a:extLst>
                <a:ext uri="{FF2B5EF4-FFF2-40B4-BE49-F238E27FC236}">
                  <a16:creationId xmlns:a16="http://schemas.microsoft.com/office/drawing/2014/main" id="{8039920F-99E0-20E8-DE7D-F29BC253C35A}"/>
                </a:ext>
              </a:extLst>
            </p:cNvPr>
            <p:cNvSpPr/>
            <p:nvPr/>
          </p:nvSpPr>
          <p:spPr>
            <a:xfrm>
              <a:off x="6053959" y="4014958"/>
              <a:ext cx="477" cy="1911"/>
            </a:xfrm>
            <a:custGeom>
              <a:avLst/>
              <a:gdLst>
                <a:gd name="csX0" fmla="*/ 478 w 477"/>
                <a:gd name="csY0" fmla="*/ 956 h 1911"/>
                <a:gd name="csX1" fmla="*/ 478 w 477"/>
                <a:gd name="csY1" fmla="*/ 1911 h 1911"/>
                <a:gd name="csX2" fmla="*/ 478 w 477"/>
                <a:gd name="csY2" fmla="*/ 1911 h 1911"/>
                <a:gd name="csX3" fmla="*/ 478 w 477"/>
                <a:gd name="csY3" fmla="*/ 956 h 1911"/>
                <a:gd name="csX4" fmla="*/ 0 w 477"/>
                <a:gd name="csY4" fmla="*/ 0 h 1911"/>
                <a:gd name="csX5" fmla="*/ 478 w 477"/>
                <a:gd name="csY5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1911">
                  <a:moveTo>
                    <a:pt x="478" y="956"/>
                  </a:moveTo>
                  <a:lnTo>
                    <a:pt x="478" y="1911"/>
                  </a:lnTo>
                  <a:lnTo>
                    <a:pt x="478" y="1911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" name="Freeform 2162">
              <a:extLst>
                <a:ext uri="{FF2B5EF4-FFF2-40B4-BE49-F238E27FC236}">
                  <a16:creationId xmlns:a16="http://schemas.microsoft.com/office/drawing/2014/main" id="{4EB21AE4-5523-727C-308F-F2CBE17325F4}"/>
                </a:ext>
              </a:extLst>
            </p:cNvPr>
            <p:cNvSpPr/>
            <p:nvPr/>
          </p:nvSpPr>
          <p:spPr>
            <a:xfrm>
              <a:off x="6049659" y="4016869"/>
              <a:ext cx="4777" cy="4777"/>
            </a:xfrm>
            <a:custGeom>
              <a:avLst/>
              <a:gdLst>
                <a:gd name="csX0" fmla="*/ 4777 w 4777"/>
                <a:gd name="csY0" fmla="*/ 0 h 4777"/>
                <a:gd name="csX1" fmla="*/ 2867 w 4777"/>
                <a:gd name="csY1" fmla="*/ 1433 h 4777"/>
                <a:gd name="csX2" fmla="*/ 1433 w 4777"/>
                <a:gd name="csY2" fmla="*/ 1911 h 4777"/>
                <a:gd name="csX3" fmla="*/ 0 w 4777"/>
                <a:gd name="csY3" fmla="*/ 4777 h 4777"/>
                <a:gd name="csX4" fmla="*/ 0 w 4777"/>
                <a:gd name="csY4" fmla="*/ 4777 h 4777"/>
                <a:gd name="csX5" fmla="*/ 1433 w 4777"/>
                <a:gd name="csY5" fmla="*/ 1911 h 4777"/>
                <a:gd name="csX6" fmla="*/ 2867 w 4777"/>
                <a:gd name="csY6" fmla="*/ 1433 h 4777"/>
                <a:gd name="csX7" fmla="*/ 4777 w 4777"/>
                <a:gd name="csY7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7" h="4777">
                  <a:moveTo>
                    <a:pt x="4777" y="0"/>
                  </a:moveTo>
                  <a:lnTo>
                    <a:pt x="2867" y="1433"/>
                  </a:lnTo>
                  <a:lnTo>
                    <a:pt x="1433" y="1911"/>
                  </a:lnTo>
                  <a:lnTo>
                    <a:pt x="0" y="4777"/>
                  </a:lnTo>
                  <a:lnTo>
                    <a:pt x="0" y="4777"/>
                  </a:lnTo>
                  <a:lnTo>
                    <a:pt x="1433" y="1911"/>
                  </a:lnTo>
                  <a:lnTo>
                    <a:pt x="2867" y="1433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4" name="Freeform 2163">
              <a:extLst>
                <a:ext uri="{FF2B5EF4-FFF2-40B4-BE49-F238E27FC236}">
                  <a16:creationId xmlns:a16="http://schemas.microsoft.com/office/drawing/2014/main" id="{80759909-C404-9943-D7C2-C882B5AC1E7C}"/>
                </a:ext>
              </a:extLst>
            </p:cNvPr>
            <p:cNvSpPr/>
            <p:nvPr/>
          </p:nvSpPr>
          <p:spPr>
            <a:xfrm>
              <a:off x="6050137" y="3544872"/>
              <a:ext cx="3821" cy="2388"/>
            </a:xfrm>
            <a:custGeom>
              <a:avLst/>
              <a:gdLst>
                <a:gd name="csX0" fmla="*/ 3822 w 3821"/>
                <a:gd name="csY0" fmla="*/ 478 h 2388"/>
                <a:gd name="csX1" fmla="*/ 3822 w 3821"/>
                <a:gd name="csY1" fmla="*/ 1433 h 2388"/>
                <a:gd name="csX2" fmla="*/ 3344 w 3821"/>
                <a:gd name="csY2" fmla="*/ 2389 h 2388"/>
                <a:gd name="csX3" fmla="*/ 1433 w 3821"/>
                <a:gd name="csY3" fmla="*/ 1911 h 2388"/>
                <a:gd name="csX4" fmla="*/ 0 w 3821"/>
                <a:gd name="csY4" fmla="*/ 1433 h 2388"/>
                <a:gd name="csX5" fmla="*/ 478 w 3821"/>
                <a:gd name="csY5" fmla="*/ 478 h 2388"/>
                <a:gd name="csX6" fmla="*/ 1433 w 3821"/>
                <a:gd name="csY6" fmla="*/ 0 h 2388"/>
                <a:gd name="csX7" fmla="*/ 2389 w 3821"/>
                <a:gd name="csY7" fmla="*/ 0 h 2388"/>
                <a:gd name="csX8" fmla="*/ 3822 w 3821"/>
                <a:gd name="csY8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2388">
                  <a:moveTo>
                    <a:pt x="3822" y="478"/>
                  </a:moveTo>
                  <a:lnTo>
                    <a:pt x="3822" y="1433"/>
                  </a:lnTo>
                  <a:lnTo>
                    <a:pt x="3344" y="2389"/>
                  </a:lnTo>
                  <a:lnTo>
                    <a:pt x="1433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5" name="Freeform 2164">
              <a:extLst>
                <a:ext uri="{FF2B5EF4-FFF2-40B4-BE49-F238E27FC236}">
                  <a16:creationId xmlns:a16="http://schemas.microsoft.com/office/drawing/2014/main" id="{4FF7C7A8-8E80-D971-1CE8-14234B2EA465}"/>
                </a:ext>
              </a:extLst>
            </p:cNvPr>
            <p:cNvSpPr/>
            <p:nvPr/>
          </p:nvSpPr>
          <p:spPr>
            <a:xfrm>
              <a:off x="6053481" y="3751251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0 w 477"/>
                <a:gd name="csY2" fmla="*/ 478 h 477"/>
                <a:gd name="csX3" fmla="*/ 0 w 477"/>
                <a:gd name="csY3" fmla="*/ 478 h 477"/>
                <a:gd name="csX4" fmla="*/ 0 w 477"/>
                <a:gd name="csY4" fmla="*/ 478 h 477"/>
                <a:gd name="csX5" fmla="*/ 0 w 477"/>
                <a:gd name="csY5" fmla="*/ 0 h 477"/>
                <a:gd name="csX6" fmla="*/ 0 w 477"/>
                <a:gd name="csY6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6" name="Freeform 2165">
              <a:extLst>
                <a:ext uri="{FF2B5EF4-FFF2-40B4-BE49-F238E27FC236}">
                  <a16:creationId xmlns:a16="http://schemas.microsoft.com/office/drawing/2014/main" id="{DBF6EA56-CEC9-69AB-3E8D-9A9679707CD8}"/>
                </a:ext>
              </a:extLst>
            </p:cNvPr>
            <p:cNvSpPr/>
            <p:nvPr/>
          </p:nvSpPr>
          <p:spPr>
            <a:xfrm>
              <a:off x="6051570" y="3750773"/>
              <a:ext cx="1910" cy="477"/>
            </a:xfrm>
            <a:custGeom>
              <a:avLst/>
              <a:gdLst>
                <a:gd name="csX0" fmla="*/ 1911 w 1910"/>
                <a:gd name="csY0" fmla="*/ 0 h 477"/>
                <a:gd name="csX1" fmla="*/ 1911 w 1910"/>
                <a:gd name="csY1" fmla="*/ 478 h 477"/>
                <a:gd name="csX2" fmla="*/ 1911 w 1910"/>
                <a:gd name="csY2" fmla="*/ 0 h 477"/>
                <a:gd name="csX3" fmla="*/ 0 w 1910"/>
                <a:gd name="csY3" fmla="*/ 478 h 477"/>
                <a:gd name="csX4" fmla="*/ 1911 w 1910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477">
                  <a:moveTo>
                    <a:pt x="1911" y="0"/>
                  </a:moveTo>
                  <a:lnTo>
                    <a:pt x="1911" y="478"/>
                  </a:lnTo>
                  <a:lnTo>
                    <a:pt x="1911" y="0"/>
                  </a:lnTo>
                  <a:lnTo>
                    <a:pt x="0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7" name="Freeform 2166">
              <a:extLst>
                <a:ext uri="{FF2B5EF4-FFF2-40B4-BE49-F238E27FC236}">
                  <a16:creationId xmlns:a16="http://schemas.microsoft.com/office/drawing/2014/main" id="{F33E46AD-EA0E-BDC7-AAAF-3418AF7AD573}"/>
                </a:ext>
              </a:extLst>
            </p:cNvPr>
            <p:cNvSpPr/>
            <p:nvPr/>
          </p:nvSpPr>
          <p:spPr>
            <a:xfrm>
              <a:off x="6051570" y="3752206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478 w 477"/>
                <a:gd name="csY2" fmla="*/ 0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8" name="Freeform 2167">
              <a:extLst>
                <a:ext uri="{FF2B5EF4-FFF2-40B4-BE49-F238E27FC236}">
                  <a16:creationId xmlns:a16="http://schemas.microsoft.com/office/drawing/2014/main" id="{217849C3-852A-3105-708B-365F0133B056}"/>
                </a:ext>
              </a:extLst>
            </p:cNvPr>
            <p:cNvSpPr/>
            <p:nvPr/>
          </p:nvSpPr>
          <p:spPr>
            <a:xfrm>
              <a:off x="6049659" y="3964796"/>
              <a:ext cx="2388" cy="3344"/>
            </a:xfrm>
            <a:custGeom>
              <a:avLst/>
              <a:gdLst>
                <a:gd name="csX0" fmla="*/ 2389 w 2388"/>
                <a:gd name="csY0" fmla="*/ 956 h 3344"/>
                <a:gd name="csX1" fmla="*/ 956 w 2388"/>
                <a:gd name="csY1" fmla="*/ 3344 h 3344"/>
                <a:gd name="csX2" fmla="*/ 0 w 2388"/>
                <a:gd name="csY2" fmla="*/ 1433 h 3344"/>
                <a:gd name="csX3" fmla="*/ 0 w 2388"/>
                <a:gd name="csY3" fmla="*/ 478 h 3344"/>
                <a:gd name="csX4" fmla="*/ 0 w 2388"/>
                <a:gd name="csY4" fmla="*/ 0 h 3344"/>
                <a:gd name="csX5" fmla="*/ 1433 w 2388"/>
                <a:gd name="csY5" fmla="*/ 478 h 3344"/>
                <a:gd name="csX6" fmla="*/ 2389 w 2388"/>
                <a:gd name="csY6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3344">
                  <a:moveTo>
                    <a:pt x="2389" y="956"/>
                  </a:moveTo>
                  <a:lnTo>
                    <a:pt x="956" y="3344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9" name="Freeform 2168">
              <a:extLst>
                <a:ext uri="{FF2B5EF4-FFF2-40B4-BE49-F238E27FC236}">
                  <a16:creationId xmlns:a16="http://schemas.microsoft.com/office/drawing/2014/main" id="{13EDEE09-EB22-DA96-4E73-C279FE01276D}"/>
                </a:ext>
              </a:extLst>
            </p:cNvPr>
            <p:cNvSpPr/>
            <p:nvPr/>
          </p:nvSpPr>
          <p:spPr>
            <a:xfrm>
              <a:off x="6050615" y="3748862"/>
              <a:ext cx="477" cy="1910"/>
            </a:xfrm>
            <a:custGeom>
              <a:avLst/>
              <a:gdLst>
                <a:gd name="csX0" fmla="*/ 478 w 477"/>
                <a:gd name="csY0" fmla="*/ 0 h 1910"/>
                <a:gd name="csX1" fmla="*/ 0 w 477"/>
                <a:gd name="csY1" fmla="*/ 1433 h 1910"/>
                <a:gd name="csX2" fmla="*/ 0 w 477"/>
                <a:gd name="csY2" fmla="*/ 1911 h 1910"/>
                <a:gd name="csX3" fmla="*/ 0 w 477"/>
                <a:gd name="csY3" fmla="*/ 1433 h 1910"/>
                <a:gd name="csX4" fmla="*/ 478 w 477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910">
                  <a:moveTo>
                    <a:pt x="478" y="0"/>
                  </a:moveTo>
                  <a:lnTo>
                    <a:pt x="0" y="1433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" name="Freeform 2169">
              <a:extLst>
                <a:ext uri="{FF2B5EF4-FFF2-40B4-BE49-F238E27FC236}">
                  <a16:creationId xmlns:a16="http://schemas.microsoft.com/office/drawing/2014/main" id="{1ADE92E2-B500-935F-BD66-E41183B91DE6}"/>
                </a:ext>
              </a:extLst>
            </p:cNvPr>
            <p:cNvSpPr/>
            <p:nvPr/>
          </p:nvSpPr>
          <p:spPr>
            <a:xfrm>
              <a:off x="6047748" y="4051265"/>
              <a:ext cx="2388" cy="7165"/>
            </a:xfrm>
            <a:custGeom>
              <a:avLst/>
              <a:gdLst>
                <a:gd name="csX0" fmla="*/ 1911 w 2388"/>
                <a:gd name="csY0" fmla="*/ 0 h 7165"/>
                <a:gd name="csX1" fmla="*/ 2389 w 2388"/>
                <a:gd name="csY1" fmla="*/ 2389 h 7165"/>
                <a:gd name="csX2" fmla="*/ 955 w 2388"/>
                <a:gd name="csY2" fmla="*/ 4777 h 7165"/>
                <a:gd name="csX3" fmla="*/ 0 w 2388"/>
                <a:gd name="csY3" fmla="*/ 7166 h 7165"/>
                <a:gd name="csX4" fmla="*/ 955 w 2388"/>
                <a:gd name="csY4" fmla="*/ 4777 h 7165"/>
                <a:gd name="csX5" fmla="*/ 2389 w 2388"/>
                <a:gd name="csY5" fmla="*/ 2389 h 7165"/>
                <a:gd name="csX6" fmla="*/ 1911 w 2388"/>
                <a:gd name="csY6" fmla="*/ 0 h 7165"/>
                <a:gd name="csX7" fmla="*/ 1911 w 2388"/>
                <a:gd name="csY7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7165">
                  <a:moveTo>
                    <a:pt x="1911" y="0"/>
                  </a:moveTo>
                  <a:lnTo>
                    <a:pt x="2389" y="2389"/>
                  </a:lnTo>
                  <a:lnTo>
                    <a:pt x="955" y="4777"/>
                  </a:lnTo>
                  <a:lnTo>
                    <a:pt x="0" y="7166"/>
                  </a:lnTo>
                  <a:lnTo>
                    <a:pt x="955" y="4777"/>
                  </a:lnTo>
                  <a:lnTo>
                    <a:pt x="2389" y="2389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1" name="Freeform 2170">
              <a:extLst>
                <a:ext uri="{FF2B5EF4-FFF2-40B4-BE49-F238E27FC236}">
                  <a16:creationId xmlns:a16="http://schemas.microsoft.com/office/drawing/2014/main" id="{34BEC472-F39B-2CCC-9E28-4FF7DD0C16DB}"/>
                </a:ext>
              </a:extLst>
            </p:cNvPr>
            <p:cNvSpPr/>
            <p:nvPr/>
          </p:nvSpPr>
          <p:spPr>
            <a:xfrm>
              <a:off x="6047271" y="4025468"/>
              <a:ext cx="1911" cy="14809"/>
            </a:xfrm>
            <a:custGeom>
              <a:avLst/>
              <a:gdLst>
                <a:gd name="csX0" fmla="*/ 1911 w 1911"/>
                <a:gd name="csY0" fmla="*/ 956 h 14809"/>
                <a:gd name="csX1" fmla="*/ 1911 w 1911"/>
                <a:gd name="csY1" fmla="*/ 1911 h 14809"/>
                <a:gd name="csX2" fmla="*/ 1433 w 1911"/>
                <a:gd name="csY2" fmla="*/ 6210 h 14809"/>
                <a:gd name="csX3" fmla="*/ 478 w 1911"/>
                <a:gd name="csY3" fmla="*/ 9077 h 14809"/>
                <a:gd name="csX4" fmla="*/ 0 w 1911"/>
                <a:gd name="csY4" fmla="*/ 13376 h 14809"/>
                <a:gd name="csX5" fmla="*/ 0 w 1911"/>
                <a:gd name="csY5" fmla="*/ 14809 h 14809"/>
                <a:gd name="csX6" fmla="*/ 0 w 1911"/>
                <a:gd name="csY6" fmla="*/ 14809 h 14809"/>
                <a:gd name="csX7" fmla="*/ 0 w 1911"/>
                <a:gd name="csY7" fmla="*/ 13376 h 14809"/>
                <a:gd name="csX8" fmla="*/ 478 w 1911"/>
                <a:gd name="csY8" fmla="*/ 9077 h 14809"/>
                <a:gd name="csX9" fmla="*/ 956 w 1911"/>
                <a:gd name="csY9" fmla="*/ 6210 h 14809"/>
                <a:gd name="csX10" fmla="*/ 1911 w 1911"/>
                <a:gd name="csY10" fmla="*/ 1911 h 14809"/>
                <a:gd name="csX11" fmla="*/ 1911 w 1911"/>
                <a:gd name="csY11" fmla="*/ 956 h 14809"/>
                <a:gd name="csX12" fmla="*/ 956 w 1911"/>
                <a:gd name="csY12" fmla="*/ 0 h 14809"/>
                <a:gd name="csX13" fmla="*/ 956 w 1911"/>
                <a:gd name="csY13" fmla="*/ 0 h 14809"/>
                <a:gd name="csX14" fmla="*/ 1911 w 1911"/>
                <a:gd name="csY14" fmla="*/ 956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911" h="14809">
                  <a:moveTo>
                    <a:pt x="1911" y="956"/>
                  </a:moveTo>
                  <a:lnTo>
                    <a:pt x="1911" y="1911"/>
                  </a:lnTo>
                  <a:lnTo>
                    <a:pt x="1433" y="6210"/>
                  </a:lnTo>
                  <a:lnTo>
                    <a:pt x="478" y="9077"/>
                  </a:lnTo>
                  <a:lnTo>
                    <a:pt x="0" y="13376"/>
                  </a:lnTo>
                  <a:lnTo>
                    <a:pt x="0" y="14809"/>
                  </a:lnTo>
                  <a:lnTo>
                    <a:pt x="0" y="14809"/>
                  </a:lnTo>
                  <a:lnTo>
                    <a:pt x="0" y="13376"/>
                  </a:lnTo>
                  <a:lnTo>
                    <a:pt x="478" y="9077"/>
                  </a:lnTo>
                  <a:lnTo>
                    <a:pt x="956" y="6210"/>
                  </a:lnTo>
                  <a:lnTo>
                    <a:pt x="1911" y="1911"/>
                  </a:lnTo>
                  <a:lnTo>
                    <a:pt x="1911" y="956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2" name="Freeform 2171">
              <a:extLst>
                <a:ext uri="{FF2B5EF4-FFF2-40B4-BE49-F238E27FC236}">
                  <a16:creationId xmlns:a16="http://schemas.microsoft.com/office/drawing/2014/main" id="{A3269DFC-FA7E-AC51-6EDD-F9FCBD8F7E05}"/>
                </a:ext>
              </a:extLst>
            </p:cNvPr>
            <p:cNvSpPr/>
            <p:nvPr/>
          </p:nvSpPr>
          <p:spPr>
            <a:xfrm>
              <a:off x="6046315" y="3917023"/>
              <a:ext cx="2866" cy="3344"/>
            </a:xfrm>
            <a:custGeom>
              <a:avLst/>
              <a:gdLst>
                <a:gd name="csX0" fmla="*/ 2389 w 2866"/>
                <a:gd name="csY0" fmla="*/ 0 h 3344"/>
                <a:gd name="csX1" fmla="*/ 2867 w 2866"/>
                <a:gd name="csY1" fmla="*/ 478 h 3344"/>
                <a:gd name="csX2" fmla="*/ 2389 w 2866"/>
                <a:gd name="csY2" fmla="*/ 1433 h 3344"/>
                <a:gd name="csX3" fmla="*/ 1911 w 2866"/>
                <a:gd name="csY3" fmla="*/ 1911 h 3344"/>
                <a:gd name="csX4" fmla="*/ 956 w 2866"/>
                <a:gd name="csY4" fmla="*/ 3344 h 3344"/>
                <a:gd name="csX5" fmla="*/ 0 w 2866"/>
                <a:gd name="csY5" fmla="*/ 2867 h 3344"/>
                <a:gd name="csX6" fmla="*/ 478 w 2866"/>
                <a:gd name="csY6" fmla="*/ 2389 h 3344"/>
                <a:gd name="csX7" fmla="*/ 1433 w 2866"/>
                <a:gd name="csY7" fmla="*/ 478 h 3344"/>
                <a:gd name="csX8" fmla="*/ 2389 w 2866"/>
                <a:gd name="csY8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3344">
                  <a:moveTo>
                    <a:pt x="2389" y="0"/>
                  </a:moveTo>
                  <a:lnTo>
                    <a:pt x="2867" y="478"/>
                  </a:lnTo>
                  <a:lnTo>
                    <a:pt x="2389" y="1433"/>
                  </a:lnTo>
                  <a:lnTo>
                    <a:pt x="1911" y="1911"/>
                  </a:lnTo>
                  <a:lnTo>
                    <a:pt x="956" y="3344"/>
                  </a:lnTo>
                  <a:lnTo>
                    <a:pt x="0" y="2867"/>
                  </a:lnTo>
                  <a:lnTo>
                    <a:pt x="478" y="2389"/>
                  </a:lnTo>
                  <a:lnTo>
                    <a:pt x="1433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3" name="Freeform 2172">
              <a:extLst>
                <a:ext uri="{FF2B5EF4-FFF2-40B4-BE49-F238E27FC236}">
                  <a16:creationId xmlns:a16="http://schemas.microsoft.com/office/drawing/2014/main" id="{6E1AAA21-FCEF-CA4C-BB01-9F4BCAC54814}"/>
                </a:ext>
              </a:extLst>
            </p:cNvPr>
            <p:cNvSpPr/>
            <p:nvPr/>
          </p:nvSpPr>
          <p:spPr>
            <a:xfrm>
              <a:off x="6048226" y="4042188"/>
              <a:ext cx="477" cy="7165"/>
            </a:xfrm>
            <a:custGeom>
              <a:avLst/>
              <a:gdLst>
                <a:gd name="csX0" fmla="*/ 478 w 477"/>
                <a:gd name="csY0" fmla="*/ 1433 h 7165"/>
                <a:gd name="csX1" fmla="*/ 478 w 477"/>
                <a:gd name="csY1" fmla="*/ 2866 h 7165"/>
                <a:gd name="csX2" fmla="*/ 478 w 477"/>
                <a:gd name="csY2" fmla="*/ 7166 h 7165"/>
                <a:gd name="csX3" fmla="*/ 478 w 477"/>
                <a:gd name="csY3" fmla="*/ 7166 h 7165"/>
                <a:gd name="csX4" fmla="*/ 478 w 477"/>
                <a:gd name="csY4" fmla="*/ 2866 h 7165"/>
                <a:gd name="csX5" fmla="*/ 478 w 477"/>
                <a:gd name="csY5" fmla="*/ 1433 h 7165"/>
                <a:gd name="csX6" fmla="*/ 0 w 477"/>
                <a:gd name="csY6" fmla="*/ 0 h 7165"/>
                <a:gd name="csX7" fmla="*/ 478 w 477"/>
                <a:gd name="csY7" fmla="*/ 1433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" h="7165">
                  <a:moveTo>
                    <a:pt x="478" y="1433"/>
                  </a:moveTo>
                  <a:lnTo>
                    <a:pt x="478" y="2866"/>
                  </a:lnTo>
                  <a:lnTo>
                    <a:pt x="478" y="7166"/>
                  </a:lnTo>
                  <a:lnTo>
                    <a:pt x="478" y="7166"/>
                  </a:lnTo>
                  <a:lnTo>
                    <a:pt x="478" y="2866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47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4" name="Freeform 2173">
              <a:extLst>
                <a:ext uri="{FF2B5EF4-FFF2-40B4-BE49-F238E27FC236}">
                  <a16:creationId xmlns:a16="http://schemas.microsoft.com/office/drawing/2014/main" id="{ED845ACE-F4EA-459F-8E25-250F592852D2}"/>
                </a:ext>
              </a:extLst>
            </p:cNvPr>
            <p:cNvSpPr/>
            <p:nvPr/>
          </p:nvSpPr>
          <p:spPr>
            <a:xfrm>
              <a:off x="6044882" y="4058431"/>
              <a:ext cx="2866" cy="9076"/>
            </a:xfrm>
            <a:custGeom>
              <a:avLst/>
              <a:gdLst>
                <a:gd name="csX0" fmla="*/ 2867 w 2866"/>
                <a:gd name="csY0" fmla="*/ 0 h 9076"/>
                <a:gd name="csX1" fmla="*/ 2389 w 2866"/>
                <a:gd name="csY1" fmla="*/ 3344 h 9076"/>
                <a:gd name="csX2" fmla="*/ 2389 w 2866"/>
                <a:gd name="csY2" fmla="*/ 5733 h 9076"/>
                <a:gd name="csX3" fmla="*/ 1433 w 2866"/>
                <a:gd name="csY3" fmla="*/ 7644 h 9076"/>
                <a:gd name="csX4" fmla="*/ 0 w 2866"/>
                <a:gd name="csY4" fmla="*/ 9077 h 9076"/>
                <a:gd name="csX5" fmla="*/ 1433 w 2866"/>
                <a:gd name="csY5" fmla="*/ 7644 h 9076"/>
                <a:gd name="csX6" fmla="*/ 2389 w 2866"/>
                <a:gd name="csY6" fmla="*/ 5733 h 9076"/>
                <a:gd name="csX7" fmla="*/ 2389 w 2866"/>
                <a:gd name="csY7" fmla="*/ 3344 h 9076"/>
                <a:gd name="csX8" fmla="*/ 2867 w 2866"/>
                <a:gd name="csY8" fmla="*/ 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9076">
                  <a:moveTo>
                    <a:pt x="2867" y="0"/>
                  </a:moveTo>
                  <a:lnTo>
                    <a:pt x="2389" y="3344"/>
                  </a:lnTo>
                  <a:lnTo>
                    <a:pt x="2389" y="5733"/>
                  </a:lnTo>
                  <a:lnTo>
                    <a:pt x="1433" y="7644"/>
                  </a:lnTo>
                  <a:lnTo>
                    <a:pt x="0" y="9077"/>
                  </a:lnTo>
                  <a:lnTo>
                    <a:pt x="1433" y="7644"/>
                  </a:lnTo>
                  <a:lnTo>
                    <a:pt x="2389" y="5733"/>
                  </a:lnTo>
                  <a:lnTo>
                    <a:pt x="2389" y="3344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5" name="Freeform 2174">
              <a:extLst>
                <a:ext uri="{FF2B5EF4-FFF2-40B4-BE49-F238E27FC236}">
                  <a16:creationId xmlns:a16="http://schemas.microsoft.com/office/drawing/2014/main" id="{1F7637BD-8F58-8583-1950-B8EEB6853ED7}"/>
                </a:ext>
              </a:extLst>
            </p:cNvPr>
            <p:cNvSpPr/>
            <p:nvPr/>
          </p:nvSpPr>
          <p:spPr>
            <a:xfrm>
              <a:off x="6046315" y="4023557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478 h 955"/>
                <a:gd name="csX2" fmla="*/ 0 w 477"/>
                <a:gd name="csY2" fmla="*/ 956 h 955"/>
                <a:gd name="csX3" fmla="*/ 0 w 477"/>
                <a:gd name="csY3" fmla="*/ 956 h 955"/>
                <a:gd name="csX4" fmla="*/ 0 w 477"/>
                <a:gd name="csY4" fmla="*/ 478 h 955"/>
                <a:gd name="csX5" fmla="*/ 478 w 477"/>
                <a:gd name="csY5" fmla="*/ 0 h 955"/>
                <a:gd name="csX6" fmla="*/ 478 w 477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6" name="Freeform 2175">
              <a:extLst>
                <a:ext uri="{FF2B5EF4-FFF2-40B4-BE49-F238E27FC236}">
                  <a16:creationId xmlns:a16="http://schemas.microsoft.com/office/drawing/2014/main" id="{728CF6FF-DA39-FD59-0394-44854B30BA8D}"/>
                </a:ext>
              </a:extLst>
            </p:cNvPr>
            <p:cNvSpPr/>
            <p:nvPr/>
          </p:nvSpPr>
          <p:spPr>
            <a:xfrm>
              <a:off x="6044404" y="4100471"/>
              <a:ext cx="1433" cy="1910"/>
            </a:xfrm>
            <a:custGeom>
              <a:avLst/>
              <a:gdLst>
                <a:gd name="csX0" fmla="*/ 1433 w 1433"/>
                <a:gd name="csY0" fmla="*/ 1911 h 1910"/>
                <a:gd name="csX1" fmla="*/ 0 w 1433"/>
                <a:gd name="csY1" fmla="*/ 0 h 1910"/>
                <a:gd name="csX2" fmla="*/ 478 w 1433"/>
                <a:gd name="csY2" fmla="*/ 0 h 1910"/>
                <a:gd name="csX3" fmla="*/ 1433 w 1433"/>
                <a:gd name="csY3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910">
                  <a:moveTo>
                    <a:pt x="1433" y="1911"/>
                  </a:moveTo>
                  <a:lnTo>
                    <a:pt x="0" y="0"/>
                  </a:lnTo>
                  <a:lnTo>
                    <a:pt x="478" y="0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7" name="Freeform 2176">
              <a:extLst>
                <a:ext uri="{FF2B5EF4-FFF2-40B4-BE49-F238E27FC236}">
                  <a16:creationId xmlns:a16="http://schemas.microsoft.com/office/drawing/2014/main" id="{C785F85F-901B-5BAE-3F1C-8CA13D6A5333}"/>
                </a:ext>
              </a:extLst>
            </p:cNvPr>
            <p:cNvSpPr/>
            <p:nvPr/>
          </p:nvSpPr>
          <p:spPr>
            <a:xfrm>
              <a:off x="5789297" y="3655227"/>
              <a:ext cx="256063" cy="232176"/>
            </a:xfrm>
            <a:custGeom>
              <a:avLst/>
              <a:gdLst>
                <a:gd name="csX0" fmla="*/ 255585 w 256063"/>
                <a:gd name="csY0" fmla="*/ 59716 h 232176"/>
                <a:gd name="csX1" fmla="*/ 256063 w 256063"/>
                <a:gd name="csY1" fmla="*/ 62105 h 232176"/>
                <a:gd name="csX2" fmla="*/ 255585 w 256063"/>
                <a:gd name="csY2" fmla="*/ 62583 h 232176"/>
                <a:gd name="csX3" fmla="*/ 255585 w 256063"/>
                <a:gd name="csY3" fmla="*/ 62583 h 232176"/>
                <a:gd name="csX4" fmla="*/ 251763 w 256063"/>
                <a:gd name="csY4" fmla="*/ 67360 h 232176"/>
                <a:gd name="csX5" fmla="*/ 251763 w 256063"/>
                <a:gd name="csY5" fmla="*/ 67360 h 232176"/>
                <a:gd name="csX6" fmla="*/ 249852 w 256063"/>
                <a:gd name="csY6" fmla="*/ 69271 h 232176"/>
                <a:gd name="csX7" fmla="*/ 249852 w 256063"/>
                <a:gd name="csY7" fmla="*/ 69271 h 232176"/>
                <a:gd name="csX8" fmla="*/ 249375 w 256063"/>
                <a:gd name="csY8" fmla="*/ 71182 h 232176"/>
                <a:gd name="csX9" fmla="*/ 248897 w 256063"/>
                <a:gd name="csY9" fmla="*/ 71659 h 232176"/>
                <a:gd name="csX10" fmla="*/ 248897 w 256063"/>
                <a:gd name="csY10" fmla="*/ 72137 h 232176"/>
                <a:gd name="csX11" fmla="*/ 248419 w 256063"/>
                <a:gd name="csY11" fmla="*/ 75481 h 232176"/>
                <a:gd name="csX12" fmla="*/ 247464 w 256063"/>
                <a:gd name="csY12" fmla="*/ 78825 h 232176"/>
                <a:gd name="csX13" fmla="*/ 245553 w 256063"/>
                <a:gd name="csY13" fmla="*/ 82170 h 232176"/>
                <a:gd name="csX14" fmla="*/ 244598 w 256063"/>
                <a:gd name="csY14" fmla="*/ 85036 h 232176"/>
                <a:gd name="csX15" fmla="*/ 245553 w 256063"/>
                <a:gd name="csY15" fmla="*/ 86469 h 232176"/>
                <a:gd name="csX16" fmla="*/ 245075 w 256063"/>
                <a:gd name="csY16" fmla="*/ 88858 h 232176"/>
                <a:gd name="csX17" fmla="*/ 244120 w 256063"/>
                <a:gd name="csY17" fmla="*/ 92679 h 232176"/>
                <a:gd name="csX18" fmla="*/ 243642 w 256063"/>
                <a:gd name="csY18" fmla="*/ 95546 h 232176"/>
                <a:gd name="csX19" fmla="*/ 244598 w 256063"/>
                <a:gd name="csY19" fmla="*/ 96979 h 232176"/>
                <a:gd name="csX20" fmla="*/ 244598 w 256063"/>
                <a:gd name="csY20" fmla="*/ 96979 h 232176"/>
                <a:gd name="csX21" fmla="*/ 245553 w 256063"/>
                <a:gd name="csY21" fmla="*/ 97457 h 232176"/>
                <a:gd name="csX22" fmla="*/ 243164 w 256063"/>
                <a:gd name="csY22" fmla="*/ 98890 h 232176"/>
                <a:gd name="csX23" fmla="*/ 242686 w 256063"/>
                <a:gd name="csY23" fmla="*/ 99845 h 232176"/>
                <a:gd name="csX24" fmla="*/ 241731 w 256063"/>
                <a:gd name="csY24" fmla="*/ 101279 h 232176"/>
                <a:gd name="csX25" fmla="*/ 239820 w 256063"/>
                <a:gd name="csY25" fmla="*/ 101756 h 232176"/>
                <a:gd name="csX26" fmla="*/ 238387 w 256063"/>
                <a:gd name="csY26" fmla="*/ 102234 h 232176"/>
                <a:gd name="csX27" fmla="*/ 237432 w 256063"/>
                <a:gd name="csY27" fmla="*/ 101756 h 232176"/>
                <a:gd name="csX28" fmla="*/ 236476 w 256063"/>
                <a:gd name="csY28" fmla="*/ 101279 h 232176"/>
                <a:gd name="csX29" fmla="*/ 236476 w 256063"/>
                <a:gd name="csY29" fmla="*/ 100801 h 232176"/>
                <a:gd name="csX30" fmla="*/ 235998 w 256063"/>
                <a:gd name="csY30" fmla="*/ 100323 h 232176"/>
                <a:gd name="csX31" fmla="*/ 235998 w 256063"/>
                <a:gd name="csY31" fmla="*/ 100323 h 232176"/>
                <a:gd name="csX32" fmla="*/ 234565 w 256063"/>
                <a:gd name="csY32" fmla="*/ 100323 h 232176"/>
                <a:gd name="csX33" fmla="*/ 232654 w 256063"/>
                <a:gd name="csY33" fmla="*/ 101279 h 232176"/>
                <a:gd name="csX34" fmla="*/ 231221 w 256063"/>
                <a:gd name="csY34" fmla="*/ 102712 h 232176"/>
                <a:gd name="csX35" fmla="*/ 231699 w 256063"/>
                <a:gd name="csY35" fmla="*/ 103667 h 232176"/>
                <a:gd name="csX36" fmla="*/ 233132 w 256063"/>
                <a:gd name="csY36" fmla="*/ 104145 h 232176"/>
                <a:gd name="csX37" fmla="*/ 233132 w 256063"/>
                <a:gd name="csY37" fmla="*/ 104145 h 232176"/>
                <a:gd name="csX38" fmla="*/ 233132 w 256063"/>
                <a:gd name="csY38" fmla="*/ 104623 h 232176"/>
                <a:gd name="csX39" fmla="*/ 232654 w 256063"/>
                <a:gd name="csY39" fmla="*/ 105100 h 232176"/>
                <a:gd name="csX40" fmla="*/ 232177 w 256063"/>
                <a:gd name="csY40" fmla="*/ 106056 h 232176"/>
                <a:gd name="csX41" fmla="*/ 229788 w 256063"/>
                <a:gd name="csY41" fmla="*/ 108922 h 232176"/>
                <a:gd name="csX42" fmla="*/ 226921 w 256063"/>
                <a:gd name="csY42" fmla="*/ 111789 h 232176"/>
                <a:gd name="csX43" fmla="*/ 226444 w 256063"/>
                <a:gd name="csY43" fmla="*/ 112744 h 232176"/>
                <a:gd name="csX44" fmla="*/ 225966 w 256063"/>
                <a:gd name="csY44" fmla="*/ 113222 h 232176"/>
                <a:gd name="csX45" fmla="*/ 222622 w 256063"/>
                <a:gd name="csY45" fmla="*/ 114655 h 232176"/>
                <a:gd name="csX46" fmla="*/ 222622 w 256063"/>
                <a:gd name="csY46" fmla="*/ 114655 h 232176"/>
                <a:gd name="csX47" fmla="*/ 222622 w 256063"/>
                <a:gd name="csY47" fmla="*/ 115133 h 232176"/>
                <a:gd name="csX48" fmla="*/ 222144 w 256063"/>
                <a:gd name="csY48" fmla="*/ 115133 h 232176"/>
                <a:gd name="csX49" fmla="*/ 222144 w 256063"/>
                <a:gd name="csY49" fmla="*/ 117999 h 232176"/>
                <a:gd name="csX50" fmla="*/ 221667 w 256063"/>
                <a:gd name="csY50" fmla="*/ 119910 h 232176"/>
                <a:gd name="csX51" fmla="*/ 220711 w 256063"/>
                <a:gd name="csY51" fmla="*/ 120865 h 232176"/>
                <a:gd name="csX52" fmla="*/ 219278 w 256063"/>
                <a:gd name="csY52" fmla="*/ 121821 h 232176"/>
                <a:gd name="csX53" fmla="*/ 217845 w 256063"/>
                <a:gd name="csY53" fmla="*/ 122777 h 232176"/>
                <a:gd name="csX54" fmla="*/ 216889 w 256063"/>
                <a:gd name="csY54" fmla="*/ 123732 h 232176"/>
                <a:gd name="csX55" fmla="*/ 216411 w 256063"/>
                <a:gd name="csY55" fmla="*/ 123732 h 232176"/>
                <a:gd name="csX56" fmla="*/ 215934 w 256063"/>
                <a:gd name="csY56" fmla="*/ 124687 h 232176"/>
                <a:gd name="csX57" fmla="*/ 215456 w 256063"/>
                <a:gd name="csY57" fmla="*/ 126121 h 232176"/>
                <a:gd name="csX58" fmla="*/ 214978 w 256063"/>
                <a:gd name="csY58" fmla="*/ 127554 h 232176"/>
                <a:gd name="csX59" fmla="*/ 214501 w 256063"/>
                <a:gd name="csY59" fmla="*/ 128509 h 232176"/>
                <a:gd name="csX60" fmla="*/ 215934 w 256063"/>
                <a:gd name="csY60" fmla="*/ 129942 h 232176"/>
                <a:gd name="csX61" fmla="*/ 215934 w 256063"/>
                <a:gd name="csY61" fmla="*/ 130898 h 232176"/>
                <a:gd name="csX62" fmla="*/ 215456 w 256063"/>
                <a:gd name="csY62" fmla="*/ 132331 h 232176"/>
                <a:gd name="csX63" fmla="*/ 214978 w 256063"/>
                <a:gd name="csY63" fmla="*/ 132809 h 232176"/>
                <a:gd name="csX64" fmla="*/ 214023 w 256063"/>
                <a:gd name="csY64" fmla="*/ 133287 h 232176"/>
                <a:gd name="csX65" fmla="*/ 213068 w 256063"/>
                <a:gd name="csY65" fmla="*/ 134242 h 232176"/>
                <a:gd name="csX66" fmla="*/ 213068 w 256063"/>
                <a:gd name="csY66" fmla="*/ 134242 h 232176"/>
                <a:gd name="csX67" fmla="*/ 213068 w 256063"/>
                <a:gd name="csY67" fmla="*/ 135675 h 232176"/>
                <a:gd name="csX68" fmla="*/ 213545 w 256063"/>
                <a:gd name="csY68" fmla="*/ 136153 h 232176"/>
                <a:gd name="csX69" fmla="*/ 214978 w 256063"/>
                <a:gd name="csY69" fmla="*/ 135675 h 232176"/>
                <a:gd name="csX70" fmla="*/ 217367 w 256063"/>
                <a:gd name="csY70" fmla="*/ 134720 h 232176"/>
                <a:gd name="csX71" fmla="*/ 218800 w 256063"/>
                <a:gd name="csY71" fmla="*/ 133287 h 232176"/>
                <a:gd name="csX72" fmla="*/ 217845 w 256063"/>
                <a:gd name="csY72" fmla="*/ 131853 h 232176"/>
                <a:gd name="csX73" fmla="*/ 217845 w 256063"/>
                <a:gd name="csY73" fmla="*/ 131376 h 232176"/>
                <a:gd name="csX74" fmla="*/ 218322 w 256063"/>
                <a:gd name="csY74" fmla="*/ 130898 h 232176"/>
                <a:gd name="csX75" fmla="*/ 219756 w 256063"/>
                <a:gd name="csY75" fmla="*/ 129465 h 232176"/>
                <a:gd name="csX76" fmla="*/ 222144 w 256063"/>
                <a:gd name="csY76" fmla="*/ 128509 h 232176"/>
                <a:gd name="csX77" fmla="*/ 225011 w 256063"/>
                <a:gd name="csY77" fmla="*/ 128509 h 232176"/>
                <a:gd name="csX78" fmla="*/ 228355 w 256063"/>
                <a:gd name="csY78" fmla="*/ 128987 h 232176"/>
                <a:gd name="csX79" fmla="*/ 228833 w 256063"/>
                <a:gd name="csY79" fmla="*/ 128987 h 232176"/>
                <a:gd name="csX80" fmla="*/ 228833 w 256063"/>
                <a:gd name="csY80" fmla="*/ 129942 h 232176"/>
                <a:gd name="csX81" fmla="*/ 228833 w 256063"/>
                <a:gd name="csY81" fmla="*/ 131376 h 232176"/>
                <a:gd name="csX82" fmla="*/ 229788 w 256063"/>
                <a:gd name="csY82" fmla="*/ 132331 h 232176"/>
                <a:gd name="csX83" fmla="*/ 228833 w 256063"/>
                <a:gd name="csY83" fmla="*/ 135197 h 232176"/>
                <a:gd name="csX84" fmla="*/ 229310 w 256063"/>
                <a:gd name="csY84" fmla="*/ 136153 h 232176"/>
                <a:gd name="csX85" fmla="*/ 230266 w 256063"/>
                <a:gd name="csY85" fmla="*/ 137586 h 232176"/>
                <a:gd name="csX86" fmla="*/ 231221 w 256063"/>
                <a:gd name="csY86" fmla="*/ 138542 h 232176"/>
                <a:gd name="csX87" fmla="*/ 232177 w 256063"/>
                <a:gd name="csY87" fmla="*/ 139497 h 232176"/>
                <a:gd name="csX88" fmla="*/ 233132 w 256063"/>
                <a:gd name="csY88" fmla="*/ 140930 h 232176"/>
                <a:gd name="csX89" fmla="*/ 233610 w 256063"/>
                <a:gd name="csY89" fmla="*/ 141886 h 232176"/>
                <a:gd name="csX90" fmla="*/ 232177 w 256063"/>
                <a:gd name="csY90" fmla="*/ 143319 h 232176"/>
                <a:gd name="csX91" fmla="*/ 229310 w 256063"/>
                <a:gd name="csY91" fmla="*/ 144752 h 232176"/>
                <a:gd name="csX92" fmla="*/ 229310 w 256063"/>
                <a:gd name="csY92" fmla="*/ 144752 h 232176"/>
                <a:gd name="csX93" fmla="*/ 229310 w 256063"/>
                <a:gd name="csY93" fmla="*/ 145230 h 232176"/>
                <a:gd name="csX94" fmla="*/ 229310 w 256063"/>
                <a:gd name="csY94" fmla="*/ 145707 h 232176"/>
                <a:gd name="csX95" fmla="*/ 229310 w 256063"/>
                <a:gd name="csY95" fmla="*/ 146663 h 232176"/>
                <a:gd name="csX96" fmla="*/ 229310 w 256063"/>
                <a:gd name="csY96" fmla="*/ 146663 h 232176"/>
                <a:gd name="csX97" fmla="*/ 229310 w 256063"/>
                <a:gd name="csY97" fmla="*/ 147141 h 232176"/>
                <a:gd name="csX98" fmla="*/ 230743 w 256063"/>
                <a:gd name="csY98" fmla="*/ 148574 h 232176"/>
                <a:gd name="csX99" fmla="*/ 232654 w 256063"/>
                <a:gd name="csY99" fmla="*/ 150485 h 232176"/>
                <a:gd name="csX100" fmla="*/ 233610 w 256063"/>
                <a:gd name="csY100" fmla="*/ 152873 h 232176"/>
                <a:gd name="csX101" fmla="*/ 235998 w 256063"/>
                <a:gd name="csY101" fmla="*/ 154784 h 232176"/>
                <a:gd name="csX102" fmla="*/ 236476 w 256063"/>
                <a:gd name="csY102" fmla="*/ 155262 h 232176"/>
                <a:gd name="csX103" fmla="*/ 235998 w 256063"/>
                <a:gd name="csY103" fmla="*/ 155740 h 232176"/>
                <a:gd name="csX104" fmla="*/ 235521 w 256063"/>
                <a:gd name="csY104" fmla="*/ 156695 h 232176"/>
                <a:gd name="csX105" fmla="*/ 235043 w 256063"/>
                <a:gd name="csY105" fmla="*/ 159562 h 232176"/>
                <a:gd name="csX106" fmla="*/ 234087 w 256063"/>
                <a:gd name="csY106" fmla="*/ 160039 h 232176"/>
                <a:gd name="csX107" fmla="*/ 233132 w 256063"/>
                <a:gd name="csY107" fmla="*/ 160039 h 232176"/>
                <a:gd name="csX108" fmla="*/ 230266 w 256063"/>
                <a:gd name="csY108" fmla="*/ 161950 h 232176"/>
                <a:gd name="csX109" fmla="*/ 228833 w 256063"/>
                <a:gd name="csY109" fmla="*/ 161950 h 232176"/>
                <a:gd name="csX110" fmla="*/ 227399 w 256063"/>
                <a:gd name="csY110" fmla="*/ 161950 h 232176"/>
                <a:gd name="csX111" fmla="*/ 225966 w 256063"/>
                <a:gd name="csY111" fmla="*/ 162428 h 232176"/>
                <a:gd name="csX112" fmla="*/ 225966 w 256063"/>
                <a:gd name="csY112" fmla="*/ 162428 h 232176"/>
                <a:gd name="csX113" fmla="*/ 225966 w 256063"/>
                <a:gd name="csY113" fmla="*/ 163861 h 232176"/>
                <a:gd name="csX114" fmla="*/ 227399 w 256063"/>
                <a:gd name="csY114" fmla="*/ 165294 h 232176"/>
                <a:gd name="csX115" fmla="*/ 227877 w 256063"/>
                <a:gd name="csY115" fmla="*/ 166250 h 232176"/>
                <a:gd name="csX116" fmla="*/ 227877 w 256063"/>
                <a:gd name="csY116" fmla="*/ 167683 h 232176"/>
                <a:gd name="csX117" fmla="*/ 227877 w 256063"/>
                <a:gd name="csY117" fmla="*/ 167683 h 232176"/>
                <a:gd name="csX118" fmla="*/ 229310 w 256063"/>
                <a:gd name="csY118" fmla="*/ 168638 h 232176"/>
                <a:gd name="csX119" fmla="*/ 231221 w 256063"/>
                <a:gd name="csY119" fmla="*/ 169116 h 232176"/>
                <a:gd name="csX120" fmla="*/ 232177 w 256063"/>
                <a:gd name="csY120" fmla="*/ 169116 h 232176"/>
                <a:gd name="csX121" fmla="*/ 232654 w 256063"/>
                <a:gd name="csY121" fmla="*/ 169594 h 232176"/>
                <a:gd name="csX122" fmla="*/ 233132 w 256063"/>
                <a:gd name="csY122" fmla="*/ 170072 h 232176"/>
                <a:gd name="csX123" fmla="*/ 234087 w 256063"/>
                <a:gd name="csY123" fmla="*/ 172938 h 232176"/>
                <a:gd name="csX124" fmla="*/ 233610 w 256063"/>
                <a:gd name="csY124" fmla="*/ 173416 h 232176"/>
                <a:gd name="csX125" fmla="*/ 232654 w 256063"/>
                <a:gd name="csY125" fmla="*/ 173894 h 232176"/>
                <a:gd name="csX126" fmla="*/ 232654 w 256063"/>
                <a:gd name="csY126" fmla="*/ 173894 h 232176"/>
                <a:gd name="csX127" fmla="*/ 232177 w 256063"/>
                <a:gd name="csY127" fmla="*/ 174849 h 232176"/>
                <a:gd name="csX128" fmla="*/ 230743 w 256063"/>
                <a:gd name="csY128" fmla="*/ 176760 h 232176"/>
                <a:gd name="csX129" fmla="*/ 230743 w 256063"/>
                <a:gd name="csY129" fmla="*/ 176760 h 232176"/>
                <a:gd name="csX130" fmla="*/ 230266 w 256063"/>
                <a:gd name="csY130" fmla="*/ 178193 h 232176"/>
                <a:gd name="csX131" fmla="*/ 230743 w 256063"/>
                <a:gd name="csY131" fmla="*/ 179149 h 232176"/>
                <a:gd name="csX132" fmla="*/ 231221 w 256063"/>
                <a:gd name="csY132" fmla="*/ 180104 h 232176"/>
                <a:gd name="csX133" fmla="*/ 230743 w 256063"/>
                <a:gd name="csY133" fmla="*/ 180582 h 232176"/>
                <a:gd name="csX134" fmla="*/ 230743 w 256063"/>
                <a:gd name="csY134" fmla="*/ 181060 h 232176"/>
                <a:gd name="csX135" fmla="*/ 230743 w 256063"/>
                <a:gd name="csY135" fmla="*/ 181060 h 232176"/>
                <a:gd name="csX136" fmla="*/ 231221 w 256063"/>
                <a:gd name="csY136" fmla="*/ 182493 h 232176"/>
                <a:gd name="csX137" fmla="*/ 231221 w 256063"/>
                <a:gd name="csY137" fmla="*/ 182493 h 232176"/>
                <a:gd name="csX138" fmla="*/ 232654 w 256063"/>
                <a:gd name="csY138" fmla="*/ 183926 h 232176"/>
                <a:gd name="csX139" fmla="*/ 232654 w 256063"/>
                <a:gd name="csY139" fmla="*/ 183926 h 232176"/>
                <a:gd name="csX140" fmla="*/ 235998 w 256063"/>
                <a:gd name="csY140" fmla="*/ 185837 h 232176"/>
                <a:gd name="csX141" fmla="*/ 239820 w 256063"/>
                <a:gd name="csY141" fmla="*/ 187748 h 232176"/>
                <a:gd name="csX142" fmla="*/ 240776 w 256063"/>
                <a:gd name="csY142" fmla="*/ 187748 h 232176"/>
                <a:gd name="csX143" fmla="*/ 245075 w 256063"/>
                <a:gd name="csY143" fmla="*/ 186792 h 232176"/>
                <a:gd name="csX144" fmla="*/ 246031 w 256063"/>
                <a:gd name="csY144" fmla="*/ 186792 h 232176"/>
                <a:gd name="csX145" fmla="*/ 246509 w 256063"/>
                <a:gd name="csY145" fmla="*/ 188226 h 232176"/>
                <a:gd name="csX146" fmla="*/ 246509 w 256063"/>
                <a:gd name="csY146" fmla="*/ 189181 h 232176"/>
                <a:gd name="csX147" fmla="*/ 246031 w 256063"/>
                <a:gd name="csY147" fmla="*/ 190136 h 232176"/>
                <a:gd name="csX148" fmla="*/ 245075 w 256063"/>
                <a:gd name="csY148" fmla="*/ 192047 h 232176"/>
                <a:gd name="csX149" fmla="*/ 243642 w 256063"/>
                <a:gd name="csY149" fmla="*/ 193003 h 232176"/>
                <a:gd name="csX150" fmla="*/ 243642 w 256063"/>
                <a:gd name="csY150" fmla="*/ 193480 h 232176"/>
                <a:gd name="csX151" fmla="*/ 242686 w 256063"/>
                <a:gd name="csY151" fmla="*/ 194436 h 232176"/>
                <a:gd name="csX152" fmla="*/ 243164 w 256063"/>
                <a:gd name="csY152" fmla="*/ 195391 h 232176"/>
                <a:gd name="csX153" fmla="*/ 243164 w 256063"/>
                <a:gd name="csY153" fmla="*/ 196825 h 232176"/>
                <a:gd name="csX154" fmla="*/ 241731 w 256063"/>
                <a:gd name="csY154" fmla="*/ 197302 h 232176"/>
                <a:gd name="csX155" fmla="*/ 241731 w 256063"/>
                <a:gd name="csY155" fmla="*/ 196825 h 232176"/>
                <a:gd name="csX156" fmla="*/ 241253 w 256063"/>
                <a:gd name="csY156" fmla="*/ 196825 h 232176"/>
                <a:gd name="csX157" fmla="*/ 241253 w 256063"/>
                <a:gd name="csY157" fmla="*/ 196825 h 232176"/>
                <a:gd name="csX158" fmla="*/ 241253 w 256063"/>
                <a:gd name="csY158" fmla="*/ 196825 h 232176"/>
                <a:gd name="csX159" fmla="*/ 240776 w 256063"/>
                <a:gd name="csY159" fmla="*/ 197302 h 232176"/>
                <a:gd name="csX160" fmla="*/ 240776 w 256063"/>
                <a:gd name="csY160" fmla="*/ 197302 h 232176"/>
                <a:gd name="csX161" fmla="*/ 240776 w 256063"/>
                <a:gd name="csY161" fmla="*/ 197780 h 232176"/>
                <a:gd name="csX162" fmla="*/ 240776 w 256063"/>
                <a:gd name="csY162" fmla="*/ 197780 h 232176"/>
                <a:gd name="csX163" fmla="*/ 238387 w 256063"/>
                <a:gd name="csY163" fmla="*/ 198735 h 232176"/>
                <a:gd name="csX164" fmla="*/ 236954 w 256063"/>
                <a:gd name="csY164" fmla="*/ 199691 h 232176"/>
                <a:gd name="csX165" fmla="*/ 230743 w 256063"/>
                <a:gd name="csY165" fmla="*/ 204946 h 232176"/>
                <a:gd name="csX166" fmla="*/ 227399 w 256063"/>
                <a:gd name="csY166" fmla="*/ 206857 h 232176"/>
                <a:gd name="csX167" fmla="*/ 226921 w 256063"/>
                <a:gd name="csY167" fmla="*/ 207812 h 232176"/>
                <a:gd name="csX168" fmla="*/ 226444 w 256063"/>
                <a:gd name="csY168" fmla="*/ 209723 h 232176"/>
                <a:gd name="csX169" fmla="*/ 224533 w 256063"/>
                <a:gd name="csY169" fmla="*/ 211156 h 232176"/>
                <a:gd name="csX170" fmla="*/ 223100 w 256063"/>
                <a:gd name="csY170" fmla="*/ 211634 h 232176"/>
                <a:gd name="csX171" fmla="*/ 219278 w 256063"/>
                <a:gd name="csY171" fmla="*/ 212590 h 232176"/>
                <a:gd name="csX172" fmla="*/ 215934 w 256063"/>
                <a:gd name="csY172" fmla="*/ 214023 h 232176"/>
                <a:gd name="csX173" fmla="*/ 214023 w 256063"/>
                <a:gd name="csY173" fmla="*/ 213545 h 232176"/>
                <a:gd name="csX174" fmla="*/ 209723 w 256063"/>
                <a:gd name="csY174" fmla="*/ 213545 h 232176"/>
                <a:gd name="csX175" fmla="*/ 206857 w 256063"/>
                <a:gd name="csY175" fmla="*/ 211634 h 232176"/>
                <a:gd name="csX176" fmla="*/ 201602 w 256063"/>
                <a:gd name="csY176" fmla="*/ 210201 h 232176"/>
                <a:gd name="csX177" fmla="*/ 200169 w 256063"/>
                <a:gd name="csY177" fmla="*/ 207335 h 232176"/>
                <a:gd name="csX178" fmla="*/ 197302 w 256063"/>
                <a:gd name="csY178" fmla="*/ 207335 h 232176"/>
                <a:gd name="csX179" fmla="*/ 195869 w 256063"/>
                <a:gd name="csY179" fmla="*/ 207335 h 232176"/>
                <a:gd name="csX180" fmla="*/ 194914 w 256063"/>
                <a:gd name="csY180" fmla="*/ 206857 h 232176"/>
                <a:gd name="csX181" fmla="*/ 194914 w 256063"/>
                <a:gd name="csY181" fmla="*/ 205901 h 232176"/>
                <a:gd name="csX182" fmla="*/ 194914 w 256063"/>
                <a:gd name="csY182" fmla="*/ 204946 h 232176"/>
                <a:gd name="csX183" fmla="*/ 193003 w 256063"/>
                <a:gd name="csY183" fmla="*/ 205424 h 232176"/>
                <a:gd name="csX184" fmla="*/ 192047 w 256063"/>
                <a:gd name="csY184" fmla="*/ 205424 h 232176"/>
                <a:gd name="csX185" fmla="*/ 191092 w 256063"/>
                <a:gd name="csY185" fmla="*/ 205901 h 232176"/>
                <a:gd name="csX186" fmla="*/ 190614 w 256063"/>
                <a:gd name="csY186" fmla="*/ 206379 h 232176"/>
                <a:gd name="csX187" fmla="*/ 189659 w 256063"/>
                <a:gd name="csY187" fmla="*/ 205901 h 232176"/>
                <a:gd name="csX188" fmla="*/ 189181 w 256063"/>
                <a:gd name="csY188" fmla="*/ 205901 h 232176"/>
                <a:gd name="csX189" fmla="*/ 189659 w 256063"/>
                <a:gd name="csY189" fmla="*/ 206379 h 232176"/>
                <a:gd name="csX190" fmla="*/ 187748 w 256063"/>
                <a:gd name="csY190" fmla="*/ 206857 h 232176"/>
                <a:gd name="csX191" fmla="*/ 186314 w 256063"/>
                <a:gd name="csY191" fmla="*/ 206379 h 232176"/>
                <a:gd name="csX192" fmla="*/ 182015 w 256063"/>
                <a:gd name="csY192" fmla="*/ 204946 h 232176"/>
                <a:gd name="csX193" fmla="*/ 181060 w 256063"/>
                <a:gd name="csY193" fmla="*/ 204468 h 232176"/>
                <a:gd name="csX194" fmla="*/ 178193 w 256063"/>
                <a:gd name="csY194" fmla="*/ 203991 h 232176"/>
                <a:gd name="csX195" fmla="*/ 177238 w 256063"/>
                <a:gd name="csY195" fmla="*/ 203513 h 232176"/>
                <a:gd name="csX196" fmla="*/ 175804 w 256063"/>
                <a:gd name="csY196" fmla="*/ 202080 h 232176"/>
                <a:gd name="csX197" fmla="*/ 175327 w 256063"/>
                <a:gd name="csY197" fmla="*/ 201602 h 232176"/>
                <a:gd name="csX198" fmla="*/ 174849 w 256063"/>
                <a:gd name="csY198" fmla="*/ 201124 h 232176"/>
                <a:gd name="csX199" fmla="*/ 171983 w 256063"/>
                <a:gd name="csY199" fmla="*/ 202080 h 232176"/>
                <a:gd name="csX200" fmla="*/ 171027 w 256063"/>
                <a:gd name="csY200" fmla="*/ 203035 h 232176"/>
                <a:gd name="csX201" fmla="*/ 169594 w 256063"/>
                <a:gd name="csY201" fmla="*/ 204468 h 232176"/>
                <a:gd name="csX202" fmla="*/ 159084 w 256063"/>
                <a:gd name="csY202" fmla="*/ 211156 h 232176"/>
                <a:gd name="csX203" fmla="*/ 157173 w 256063"/>
                <a:gd name="csY203" fmla="*/ 214023 h 232176"/>
                <a:gd name="csX204" fmla="*/ 154784 w 256063"/>
                <a:gd name="csY204" fmla="*/ 218322 h 232176"/>
                <a:gd name="csX205" fmla="*/ 154784 w 256063"/>
                <a:gd name="csY205" fmla="*/ 220233 h 232176"/>
                <a:gd name="csX206" fmla="*/ 155740 w 256063"/>
                <a:gd name="csY206" fmla="*/ 225966 h 232176"/>
                <a:gd name="csX207" fmla="*/ 157651 w 256063"/>
                <a:gd name="csY207" fmla="*/ 229310 h 232176"/>
                <a:gd name="csX208" fmla="*/ 158129 w 256063"/>
                <a:gd name="csY208" fmla="*/ 230266 h 232176"/>
                <a:gd name="csX209" fmla="*/ 156695 w 256063"/>
                <a:gd name="csY209" fmla="*/ 230266 h 232176"/>
                <a:gd name="csX210" fmla="*/ 154784 w 256063"/>
                <a:gd name="csY210" fmla="*/ 229788 h 232176"/>
                <a:gd name="csX211" fmla="*/ 153351 w 256063"/>
                <a:gd name="csY211" fmla="*/ 229310 h 232176"/>
                <a:gd name="csX212" fmla="*/ 151918 w 256063"/>
                <a:gd name="csY212" fmla="*/ 229310 h 232176"/>
                <a:gd name="csX213" fmla="*/ 150485 w 256063"/>
                <a:gd name="csY213" fmla="*/ 230266 h 232176"/>
                <a:gd name="csX214" fmla="*/ 149052 w 256063"/>
                <a:gd name="csY214" fmla="*/ 230743 h 232176"/>
                <a:gd name="csX215" fmla="*/ 148096 w 256063"/>
                <a:gd name="csY215" fmla="*/ 230743 h 232176"/>
                <a:gd name="csX216" fmla="*/ 147141 w 256063"/>
                <a:gd name="csY216" fmla="*/ 230743 h 232176"/>
                <a:gd name="csX217" fmla="*/ 147141 w 256063"/>
                <a:gd name="csY217" fmla="*/ 231699 h 232176"/>
                <a:gd name="csX218" fmla="*/ 147141 w 256063"/>
                <a:gd name="csY218" fmla="*/ 232176 h 232176"/>
                <a:gd name="csX219" fmla="*/ 145230 w 256063"/>
                <a:gd name="csY219" fmla="*/ 232176 h 232176"/>
                <a:gd name="csX220" fmla="*/ 141408 w 256063"/>
                <a:gd name="csY220" fmla="*/ 231221 h 232176"/>
                <a:gd name="csX221" fmla="*/ 138064 w 256063"/>
                <a:gd name="csY221" fmla="*/ 230266 h 232176"/>
                <a:gd name="csX222" fmla="*/ 136153 w 256063"/>
                <a:gd name="csY222" fmla="*/ 231221 h 232176"/>
                <a:gd name="csX223" fmla="*/ 134720 w 256063"/>
                <a:gd name="csY223" fmla="*/ 232176 h 232176"/>
                <a:gd name="csX224" fmla="*/ 133764 w 256063"/>
                <a:gd name="csY224" fmla="*/ 231699 h 232176"/>
                <a:gd name="csX225" fmla="*/ 133287 w 256063"/>
                <a:gd name="csY225" fmla="*/ 231221 h 232176"/>
                <a:gd name="csX226" fmla="*/ 133287 w 256063"/>
                <a:gd name="csY226" fmla="*/ 230743 h 232176"/>
                <a:gd name="csX227" fmla="*/ 132809 w 256063"/>
                <a:gd name="csY227" fmla="*/ 230266 h 232176"/>
                <a:gd name="csX228" fmla="*/ 131376 w 256063"/>
                <a:gd name="csY228" fmla="*/ 229310 h 232176"/>
                <a:gd name="csX229" fmla="*/ 128509 w 256063"/>
                <a:gd name="csY229" fmla="*/ 228355 h 232176"/>
                <a:gd name="csX230" fmla="*/ 128509 w 256063"/>
                <a:gd name="csY230" fmla="*/ 227877 h 232176"/>
                <a:gd name="csX231" fmla="*/ 128987 w 256063"/>
                <a:gd name="csY231" fmla="*/ 226921 h 232176"/>
                <a:gd name="csX232" fmla="*/ 128987 w 256063"/>
                <a:gd name="csY232" fmla="*/ 226444 h 232176"/>
                <a:gd name="csX233" fmla="*/ 128509 w 256063"/>
                <a:gd name="csY233" fmla="*/ 225966 h 232176"/>
                <a:gd name="csX234" fmla="*/ 125643 w 256063"/>
                <a:gd name="csY234" fmla="*/ 225010 h 232176"/>
                <a:gd name="csX235" fmla="*/ 124210 w 256063"/>
                <a:gd name="csY235" fmla="*/ 225010 h 232176"/>
                <a:gd name="csX236" fmla="*/ 123254 w 256063"/>
                <a:gd name="csY236" fmla="*/ 225488 h 232176"/>
                <a:gd name="csX237" fmla="*/ 123254 w 256063"/>
                <a:gd name="csY237" fmla="*/ 225488 h 232176"/>
                <a:gd name="csX238" fmla="*/ 122777 w 256063"/>
                <a:gd name="csY238" fmla="*/ 225966 h 232176"/>
                <a:gd name="csX239" fmla="*/ 121343 w 256063"/>
                <a:gd name="csY239" fmla="*/ 223577 h 232176"/>
                <a:gd name="csX240" fmla="*/ 119910 w 256063"/>
                <a:gd name="csY240" fmla="*/ 223100 h 232176"/>
                <a:gd name="csX241" fmla="*/ 118477 w 256063"/>
                <a:gd name="csY241" fmla="*/ 223100 h 232176"/>
                <a:gd name="csX242" fmla="*/ 116566 w 256063"/>
                <a:gd name="csY242" fmla="*/ 222144 h 232176"/>
                <a:gd name="csX243" fmla="*/ 114655 w 256063"/>
                <a:gd name="csY243" fmla="*/ 221667 h 232176"/>
                <a:gd name="csX244" fmla="*/ 109400 w 256063"/>
                <a:gd name="csY244" fmla="*/ 220233 h 232176"/>
                <a:gd name="csX245" fmla="*/ 108445 w 256063"/>
                <a:gd name="csY245" fmla="*/ 219756 h 232176"/>
                <a:gd name="csX246" fmla="*/ 107489 w 256063"/>
                <a:gd name="csY246" fmla="*/ 220233 h 232176"/>
                <a:gd name="csX247" fmla="*/ 107489 w 256063"/>
                <a:gd name="csY247" fmla="*/ 220233 h 232176"/>
                <a:gd name="csX248" fmla="*/ 107489 w 256063"/>
                <a:gd name="csY248" fmla="*/ 221189 h 232176"/>
                <a:gd name="csX249" fmla="*/ 107012 w 256063"/>
                <a:gd name="csY249" fmla="*/ 223577 h 232176"/>
                <a:gd name="csX250" fmla="*/ 107012 w 256063"/>
                <a:gd name="csY250" fmla="*/ 223577 h 232176"/>
                <a:gd name="csX251" fmla="*/ 107012 w 256063"/>
                <a:gd name="csY251" fmla="*/ 223577 h 232176"/>
                <a:gd name="csX252" fmla="*/ 104623 w 256063"/>
                <a:gd name="csY252" fmla="*/ 223577 h 232176"/>
                <a:gd name="csX253" fmla="*/ 101756 w 256063"/>
                <a:gd name="csY253" fmla="*/ 223577 h 232176"/>
                <a:gd name="csX254" fmla="*/ 100801 w 256063"/>
                <a:gd name="csY254" fmla="*/ 223577 h 232176"/>
                <a:gd name="csX255" fmla="*/ 99368 w 256063"/>
                <a:gd name="csY255" fmla="*/ 223577 h 232176"/>
                <a:gd name="csX256" fmla="*/ 98412 w 256063"/>
                <a:gd name="csY256" fmla="*/ 223100 h 232176"/>
                <a:gd name="csX257" fmla="*/ 94113 w 256063"/>
                <a:gd name="csY257" fmla="*/ 223577 h 232176"/>
                <a:gd name="csX258" fmla="*/ 93635 w 256063"/>
                <a:gd name="csY258" fmla="*/ 223577 h 232176"/>
                <a:gd name="csX259" fmla="*/ 92680 w 256063"/>
                <a:gd name="csY259" fmla="*/ 223100 h 232176"/>
                <a:gd name="csX260" fmla="*/ 91724 w 256063"/>
                <a:gd name="csY260" fmla="*/ 222144 h 232176"/>
                <a:gd name="csX261" fmla="*/ 91724 w 256063"/>
                <a:gd name="csY261" fmla="*/ 222144 h 232176"/>
                <a:gd name="csX262" fmla="*/ 90291 w 256063"/>
                <a:gd name="csY262" fmla="*/ 221189 h 232176"/>
                <a:gd name="csX263" fmla="*/ 89335 w 256063"/>
                <a:gd name="csY263" fmla="*/ 220711 h 232176"/>
                <a:gd name="csX264" fmla="*/ 88380 w 256063"/>
                <a:gd name="csY264" fmla="*/ 220233 h 232176"/>
                <a:gd name="csX265" fmla="*/ 87902 w 256063"/>
                <a:gd name="csY265" fmla="*/ 220233 h 232176"/>
                <a:gd name="csX266" fmla="*/ 86469 w 256063"/>
                <a:gd name="csY266" fmla="*/ 220711 h 232176"/>
                <a:gd name="csX267" fmla="*/ 85036 w 256063"/>
                <a:gd name="csY267" fmla="*/ 221189 h 232176"/>
                <a:gd name="csX268" fmla="*/ 83603 w 256063"/>
                <a:gd name="csY268" fmla="*/ 220711 h 232176"/>
                <a:gd name="csX269" fmla="*/ 82647 w 256063"/>
                <a:gd name="csY269" fmla="*/ 221189 h 232176"/>
                <a:gd name="csX270" fmla="*/ 79781 w 256063"/>
                <a:gd name="csY270" fmla="*/ 218322 h 232176"/>
                <a:gd name="csX271" fmla="*/ 79303 w 256063"/>
                <a:gd name="csY271" fmla="*/ 217367 h 232176"/>
                <a:gd name="csX272" fmla="*/ 79303 w 256063"/>
                <a:gd name="csY272" fmla="*/ 217367 h 232176"/>
                <a:gd name="csX273" fmla="*/ 77870 w 256063"/>
                <a:gd name="csY273" fmla="*/ 217367 h 232176"/>
                <a:gd name="csX274" fmla="*/ 75959 w 256063"/>
                <a:gd name="csY274" fmla="*/ 217367 h 232176"/>
                <a:gd name="csX275" fmla="*/ 71182 w 256063"/>
                <a:gd name="csY275" fmla="*/ 215456 h 232176"/>
                <a:gd name="csX276" fmla="*/ 71182 w 256063"/>
                <a:gd name="csY276" fmla="*/ 215456 h 232176"/>
                <a:gd name="csX277" fmla="*/ 68793 w 256063"/>
                <a:gd name="csY277" fmla="*/ 214501 h 232176"/>
                <a:gd name="csX278" fmla="*/ 68793 w 256063"/>
                <a:gd name="csY278" fmla="*/ 214023 h 232176"/>
                <a:gd name="csX279" fmla="*/ 68793 w 256063"/>
                <a:gd name="csY279" fmla="*/ 213545 h 232176"/>
                <a:gd name="csX280" fmla="*/ 68315 w 256063"/>
                <a:gd name="csY280" fmla="*/ 213545 h 232176"/>
                <a:gd name="csX281" fmla="*/ 68315 w 256063"/>
                <a:gd name="csY281" fmla="*/ 213545 h 232176"/>
                <a:gd name="csX282" fmla="*/ 67838 w 256063"/>
                <a:gd name="csY282" fmla="*/ 214501 h 232176"/>
                <a:gd name="csX283" fmla="*/ 67360 w 256063"/>
                <a:gd name="csY283" fmla="*/ 214978 h 232176"/>
                <a:gd name="csX284" fmla="*/ 66882 w 256063"/>
                <a:gd name="csY284" fmla="*/ 215456 h 232176"/>
                <a:gd name="csX285" fmla="*/ 65927 w 256063"/>
                <a:gd name="csY285" fmla="*/ 214978 h 232176"/>
                <a:gd name="csX286" fmla="*/ 65449 w 256063"/>
                <a:gd name="csY286" fmla="*/ 214501 h 232176"/>
                <a:gd name="csX287" fmla="*/ 64971 w 256063"/>
                <a:gd name="csY287" fmla="*/ 214501 h 232176"/>
                <a:gd name="csX288" fmla="*/ 65449 w 256063"/>
                <a:gd name="csY288" fmla="*/ 213545 h 232176"/>
                <a:gd name="csX289" fmla="*/ 66405 w 256063"/>
                <a:gd name="csY289" fmla="*/ 212590 h 232176"/>
                <a:gd name="csX290" fmla="*/ 66405 w 256063"/>
                <a:gd name="csY290" fmla="*/ 211156 h 232176"/>
                <a:gd name="csX291" fmla="*/ 66405 w 256063"/>
                <a:gd name="csY291" fmla="*/ 210201 h 232176"/>
                <a:gd name="csX292" fmla="*/ 66405 w 256063"/>
                <a:gd name="csY292" fmla="*/ 210201 h 232176"/>
                <a:gd name="csX293" fmla="*/ 65449 w 256063"/>
                <a:gd name="csY293" fmla="*/ 209245 h 232176"/>
                <a:gd name="csX294" fmla="*/ 63538 w 256063"/>
                <a:gd name="csY294" fmla="*/ 209245 h 232176"/>
                <a:gd name="csX295" fmla="*/ 62105 w 256063"/>
                <a:gd name="csY295" fmla="*/ 208768 h 232176"/>
                <a:gd name="csX296" fmla="*/ 60672 w 256063"/>
                <a:gd name="csY296" fmla="*/ 208290 h 232176"/>
                <a:gd name="csX297" fmla="*/ 59716 w 256063"/>
                <a:gd name="csY297" fmla="*/ 207812 h 232176"/>
                <a:gd name="csX298" fmla="*/ 58761 w 256063"/>
                <a:gd name="csY298" fmla="*/ 206857 h 232176"/>
                <a:gd name="csX299" fmla="*/ 58761 w 256063"/>
                <a:gd name="csY299" fmla="*/ 205901 h 232176"/>
                <a:gd name="csX300" fmla="*/ 62105 w 256063"/>
                <a:gd name="csY300" fmla="*/ 204946 h 232176"/>
                <a:gd name="csX301" fmla="*/ 64971 w 256063"/>
                <a:gd name="csY301" fmla="*/ 202080 h 232176"/>
                <a:gd name="csX302" fmla="*/ 67838 w 256063"/>
                <a:gd name="csY302" fmla="*/ 190614 h 232176"/>
                <a:gd name="csX303" fmla="*/ 69749 w 256063"/>
                <a:gd name="csY303" fmla="*/ 176760 h 232176"/>
                <a:gd name="csX304" fmla="*/ 71182 w 256063"/>
                <a:gd name="csY304" fmla="*/ 174371 h 232176"/>
                <a:gd name="csX305" fmla="*/ 73093 w 256063"/>
                <a:gd name="csY305" fmla="*/ 173416 h 232176"/>
                <a:gd name="csX306" fmla="*/ 71659 w 256063"/>
                <a:gd name="csY306" fmla="*/ 171505 h 232176"/>
                <a:gd name="csX307" fmla="*/ 70704 w 256063"/>
                <a:gd name="csY307" fmla="*/ 172460 h 232176"/>
                <a:gd name="csX308" fmla="*/ 70226 w 256063"/>
                <a:gd name="csY308" fmla="*/ 173894 h 232176"/>
                <a:gd name="csX309" fmla="*/ 69749 w 256063"/>
                <a:gd name="csY309" fmla="*/ 174371 h 232176"/>
                <a:gd name="csX310" fmla="*/ 70704 w 256063"/>
                <a:gd name="csY310" fmla="*/ 161473 h 232176"/>
                <a:gd name="csX311" fmla="*/ 71659 w 256063"/>
                <a:gd name="csY311" fmla="*/ 156695 h 232176"/>
                <a:gd name="csX312" fmla="*/ 73093 w 256063"/>
                <a:gd name="csY312" fmla="*/ 151918 h 232176"/>
                <a:gd name="csX313" fmla="*/ 75959 w 256063"/>
                <a:gd name="csY313" fmla="*/ 153829 h 232176"/>
                <a:gd name="csX314" fmla="*/ 77870 w 256063"/>
                <a:gd name="csY314" fmla="*/ 155740 h 232176"/>
                <a:gd name="csX315" fmla="*/ 79303 w 256063"/>
                <a:gd name="csY315" fmla="*/ 157651 h 232176"/>
                <a:gd name="csX316" fmla="*/ 80736 w 256063"/>
                <a:gd name="csY316" fmla="*/ 163384 h 232176"/>
                <a:gd name="csX317" fmla="*/ 81692 w 256063"/>
                <a:gd name="csY317" fmla="*/ 164339 h 232176"/>
                <a:gd name="csX318" fmla="*/ 83603 w 256063"/>
                <a:gd name="csY318" fmla="*/ 165772 h 232176"/>
                <a:gd name="csX319" fmla="*/ 83125 w 256063"/>
                <a:gd name="csY319" fmla="*/ 164339 h 232176"/>
                <a:gd name="csX320" fmla="*/ 81692 w 256063"/>
                <a:gd name="csY320" fmla="*/ 163384 h 232176"/>
                <a:gd name="csX321" fmla="*/ 79781 w 256063"/>
                <a:gd name="csY321" fmla="*/ 155740 h 232176"/>
                <a:gd name="csX322" fmla="*/ 78825 w 256063"/>
                <a:gd name="csY322" fmla="*/ 153829 h 232176"/>
                <a:gd name="csX323" fmla="*/ 76915 w 256063"/>
                <a:gd name="csY323" fmla="*/ 151918 h 232176"/>
                <a:gd name="csX324" fmla="*/ 71182 w 256063"/>
                <a:gd name="csY324" fmla="*/ 148096 h 232176"/>
                <a:gd name="csX325" fmla="*/ 70704 w 256063"/>
                <a:gd name="csY325" fmla="*/ 147141 h 232176"/>
                <a:gd name="csX326" fmla="*/ 70226 w 256063"/>
                <a:gd name="csY326" fmla="*/ 145707 h 232176"/>
                <a:gd name="csX327" fmla="*/ 72137 w 256063"/>
                <a:gd name="csY327" fmla="*/ 145707 h 232176"/>
                <a:gd name="csX328" fmla="*/ 74048 w 256063"/>
                <a:gd name="csY328" fmla="*/ 146663 h 232176"/>
                <a:gd name="csX329" fmla="*/ 73570 w 256063"/>
                <a:gd name="csY329" fmla="*/ 145707 h 232176"/>
                <a:gd name="csX330" fmla="*/ 73093 w 256063"/>
                <a:gd name="csY330" fmla="*/ 144752 h 232176"/>
                <a:gd name="csX331" fmla="*/ 72615 w 256063"/>
                <a:gd name="csY331" fmla="*/ 141886 h 232176"/>
                <a:gd name="csX332" fmla="*/ 71659 w 256063"/>
                <a:gd name="csY332" fmla="*/ 134242 h 232176"/>
                <a:gd name="csX333" fmla="*/ 72137 w 256063"/>
                <a:gd name="csY333" fmla="*/ 133287 h 232176"/>
                <a:gd name="csX334" fmla="*/ 71659 w 256063"/>
                <a:gd name="csY334" fmla="*/ 131376 h 232176"/>
                <a:gd name="csX335" fmla="*/ 69749 w 256063"/>
                <a:gd name="csY335" fmla="*/ 131376 h 232176"/>
                <a:gd name="csX336" fmla="*/ 68315 w 256063"/>
                <a:gd name="csY336" fmla="*/ 131376 h 232176"/>
                <a:gd name="csX337" fmla="*/ 66882 w 256063"/>
                <a:gd name="csY337" fmla="*/ 130420 h 232176"/>
                <a:gd name="csX338" fmla="*/ 59239 w 256063"/>
                <a:gd name="csY338" fmla="*/ 126121 h 232176"/>
                <a:gd name="csX339" fmla="*/ 56372 w 256063"/>
                <a:gd name="csY339" fmla="*/ 121821 h 232176"/>
                <a:gd name="csX340" fmla="*/ 53506 w 256063"/>
                <a:gd name="csY340" fmla="*/ 118477 h 232176"/>
                <a:gd name="csX341" fmla="*/ 53028 w 256063"/>
                <a:gd name="csY341" fmla="*/ 117044 h 232176"/>
                <a:gd name="csX342" fmla="*/ 53028 w 256063"/>
                <a:gd name="csY342" fmla="*/ 115611 h 232176"/>
                <a:gd name="csX343" fmla="*/ 54461 w 256063"/>
                <a:gd name="csY343" fmla="*/ 112266 h 232176"/>
                <a:gd name="csX344" fmla="*/ 53028 w 256063"/>
                <a:gd name="csY344" fmla="*/ 110355 h 232176"/>
                <a:gd name="csX345" fmla="*/ 52073 w 256063"/>
                <a:gd name="csY345" fmla="*/ 109878 h 232176"/>
                <a:gd name="csX346" fmla="*/ 50639 w 256063"/>
                <a:gd name="csY346" fmla="*/ 108922 h 232176"/>
                <a:gd name="csX347" fmla="*/ 51595 w 256063"/>
                <a:gd name="csY347" fmla="*/ 107489 h 232176"/>
                <a:gd name="csX348" fmla="*/ 52550 w 256063"/>
                <a:gd name="csY348" fmla="*/ 106534 h 232176"/>
                <a:gd name="csX349" fmla="*/ 54461 w 256063"/>
                <a:gd name="csY349" fmla="*/ 106056 h 232176"/>
                <a:gd name="csX350" fmla="*/ 56372 w 256063"/>
                <a:gd name="csY350" fmla="*/ 106534 h 232176"/>
                <a:gd name="csX351" fmla="*/ 58283 w 256063"/>
                <a:gd name="csY351" fmla="*/ 107489 h 232176"/>
                <a:gd name="csX352" fmla="*/ 59716 w 256063"/>
                <a:gd name="csY352" fmla="*/ 107489 h 232176"/>
                <a:gd name="csX353" fmla="*/ 55417 w 256063"/>
                <a:gd name="csY353" fmla="*/ 105100 h 232176"/>
                <a:gd name="csX354" fmla="*/ 47773 w 256063"/>
                <a:gd name="csY354" fmla="*/ 106056 h 232176"/>
                <a:gd name="csX355" fmla="*/ 46340 w 256063"/>
                <a:gd name="csY355" fmla="*/ 105578 h 232176"/>
                <a:gd name="csX356" fmla="*/ 44907 w 256063"/>
                <a:gd name="csY356" fmla="*/ 105100 h 232176"/>
                <a:gd name="csX357" fmla="*/ 44429 w 256063"/>
                <a:gd name="csY357" fmla="*/ 103189 h 232176"/>
                <a:gd name="csX358" fmla="*/ 45384 w 256063"/>
                <a:gd name="csY358" fmla="*/ 102234 h 232176"/>
                <a:gd name="csX359" fmla="*/ 46340 w 256063"/>
                <a:gd name="csY359" fmla="*/ 100801 h 232176"/>
                <a:gd name="csX360" fmla="*/ 45384 w 256063"/>
                <a:gd name="csY360" fmla="*/ 99845 h 232176"/>
                <a:gd name="csX361" fmla="*/ 43951 w 256063"/>
                <a:gd name="csY361" fmla="*/ 99368 h 232176"/>
                <a:gd name="csX362" fmla="*/ 41563 w 256063"/>
                <a:gd name="csY362" fmla="*/ 99368 h 232176"/>
                <a:gd name="csX363" fmla="*/ 39651 w 256063"/>
                <a:gd name="csY363" fmla="*/ 99845 h 232176"/>
                <a:gd name="csX364" fmla="*/ 39174 w 256063"/>
                <a:gd name="csY364" fmla="*/ 98890 h 232176"/>
                <a:gd name="csX365" fmla="*/ 40129 w 256063"/>
                <a:gd name="csY365" fmla="*/ 97457 h 232176"/>
                <a:gd name="csX366" fmla="*/ 39174 w 256063"/>
                <a:gd name="csY366" fmla="*/ 96501 h 232176"/>
                <a:gd name="csX367" fmla="*/ 37741 w 256063"/>
                <a:gd name="csY367" fmla="*/ 96979 h 232176"/>
                <a:gd name="csX368" fmla="*/ 35830 w 256063"/>
                <a:gd name="csY368" fmla="*/ 97457 h 232176"/>
                <a:gd name="csX369" fmla="*/ 33441 w 256063"/>
                <a:gd name="csY369" fmla="*/ 96979 h 232176"/>
                <a:gd name="csX370" fmla="*/ 32008 w 256063"/>
                <a:gd name="csY370" fmla="*/ 94590 h 232176"/>
                <a:gd name="csX371" fmla="*/ 30575 w 256063"/>
                <a:gd name="csY371" fmla="*/ 94590 h 232176"/>
                <a:gd name="csX372" fmla="*/ 29619 w 256063"/>
                <a:gd name="csY372" fmla="*/ 95068 h 232176"/>
                <a:gd name="csX373" fmla="*/ 28186 w 256063"/>
                <a:gd name="csY373" fmla="*/ 94113 h 232176"/>
                <a:gd name="csX374" fmla="*/ 27231 w 256063"/>
                <a:gd name="csY374" fmla="*/ 94113 h 232176"/>
                <a:gd name="csX375" fmla="*/ 26275 w 256063"/>
                <a:gd name="csY375" fmla="*/ 94590 h 232176"/>
                <a:gd name="csX376" fmla="*/ 24842 w 256063"/>
                <a:gd name="csY376" fmla="*/ 93157 h 232176"/>
                <a:gd name="csX377" fmla="*/ 17198 w 256063"/>
                <a:gd name="csY377" fmla="*/ 90769 h 232176"/>
                <a:gd name="csX378" fmla="*/ 13854 w 256063"/>
                <a:gd name="csY378" fmla="*/ 90769 h 232176"/>
                <a:gd name="csX379" fmla="*/ 10510 w 256063"/>
                <a:gd name="csY379" fmla="*/ 91724 h 232176"/>
                <a:gd name="csX380" fmla="*/ 9077 w 256063"/>
                <a:gd name="csY380" fmla="*/ 91246 h 232176"/>
                <a:gd name="csX381" fmla="*/ 7644 w 256063"/>
                <a:gd name="csY381" fmla="*/ 89813 h 232176"/>
                <a:gd name="csX382" fmla="*/ 6688 w 256063"/>
                <a:gd name="csY382" fmla="*/ 87424 h 232176"/>
                <a:gd name="csX383" fmla="*/ 1433 w 256063"/>
                <a:gd name="csY383" fmla="*/ 85514 h 232176"/>
                <a:gd name="csX384" fmla="*/ 2867 w 256063"/>
                <a:gd name="csY384" fmla="*/ 84080 h 232176"/>
                <a:gd name="csX385" fmla="*/ 4777 w 256063"/>
                <a:gd name="csY385" fmla="*/ 84080 h 232176"/>
                <a:gd name="csX386" fmla="*/ 7644 w 256063"/>
                <a:gd name="csY386" fmla="*/ 83125 h 232176"/>
                <a:gd name="csX387" fmla="*/ 8599 w 256063"/>
                <a:gd name="csY387" fmla="*/ 82170 h 232176"/>
                <a:gd name="csX388" fmla="*/ 6688 w 256063"/>
                <a:gd name="csY388" fmla="*/ 80736 h 232176"/>
                <a:gd name="csX389" fmla="*/ 4777 w 256063"/>
                <a:gd name="csY389" fmla="*/ 80258 h 232176"/>
                <a:gd name="csX390" fmla="*/ 4300 w 256063"/>
                <a:gd name="csY390" fmla="*/ 79781 h 232176"/>
                <a:gd name="csX391" fmla="*/ 3822 w 256063"/>
                <a:gd name="csY391" fmla="*/ 78825 h 232176"/>
                <a:gd name="csX392" fmla="*/ 4777 w 256063"/>
                <a:gd name="csY392" fmla="*/ 78348 h 232176"/>
                <a:gd name="csX393" fmla="*/ 5255 w 256063"/>
                <a:gd name="csY393" fmla="*/ 78348 h 232176"/>
                <a:gd name="csX394" fmla="*/ 7166 w 256063"/>
                <a:gd name="csY394" fmla="*/ 78825 h 232176"/>
                <a:gd name="csX395" fmla="*/ 10510 w 256063"/>
                <a:gd name="csY395" fmla="*/ 78348 h 232176"/>
                <a:gd name="csX396" fmla="*/ 9077 w 256063"/>
                <a:gd name="csY396" fmla="*/ 77392 h 232176"/>
                <a:gd name="csX397" fmla="*/ 8121 w 256063"/>
                <a:gd name="csY397" fmla="*/ 76914 h 232176"/>
                <a:gd name="csX398" fmla="*/ 7166 w 256063"/>
                <a:gd name="csY398" fmla="*/ 76437 h 232176"/>
                <a:gd name="csX399" fmla="*/ 4777 w 256063"/>
                <a:gd name="csY399" fmla="*/ 76437 h 232176"/>
                <a:gd name="csX400" fmla="*/ 3344 w 256063"/>
                <a:gd name="csY400" fmla="*/ 76914 h 232176"/>
                <a:gd name="csX401" fmla="*/ 956 w 256063"/>
                <a:gd name="csY401" fmla="*/ 76914 h 232176"/>
                <a:gd name="csX402" fmla="*/ 478 w 256063"/>
                <a:gd name="csY402" fmla="*/ 75481 h 232176"/>
                <a:gd name="csX403" fmla="*/ 0 w 256063"/>
                <a:gd name="csY403" fmla="*/ 74526 h 232176"/>
                <a:gd name="csX404" fmla="*/ 956 w 256063"/>
                <a:gd name="csY404" fmla="*/ 71659 h 232176"/>
                <a:gd name="csX405" fmla="*/ 4777 w 256063"/>
                <a:gd name="csY405" fmla="*/ 69749 h 232176"/>
                <a:gd name="csX406" fmla="*/ 13854 w 256063"/>
                <a:gd name="csY406" fmla="*/ 67360 h 232176"/>
                <a:gd name="csX407" fmla="*/ 18154 w 256063"/>
                <a:gd name="csY407" fmla="*/ 67838 h 232176"/>
                <a:gd name="csX408" fmla="*/ 20542 w 256063"/>
                <a:gd name="csY408" fmla="*/ 67360 h 232176"/>
                <a:gd name="csX409" fmla="*/ 23886 w 256063"/>
                <a:gd name="csY409" fmla="*/ 65927 h 232176"/>
                <a:gd name="csX410" fmla="*/ 25320 w 256063"/>
                <a:gd name="csY410" fmla="*/ 64493 h 232176"/>
                <a:gd name="csX411" fmla="*/ 30097 w 256063"/>
                <a:gd name="csY411" fmla="*/ 63538 h 232176"/>
                <a:gd name="csX412" fmla="*/ 34874 w 256063"/>
                <a:gd name="csY412" fmla="*/ 64971 h 232176"/>
                <a:gd name="csX413" fmla="*/ 39174 w 256063"/>
                <a:gd name="csY413" fmla="*/ 70226 h 232176"/>
                <a:gd name="csX414" fmla="*/ 41085 w 256063"/>
                <a:gd name="csY414" fmla="*/ 72137 h 232176"/>
                <a:gd name="csX415" fmla="*/ 45862 w 256063"/>
                <a:gd name="csY415" fmla="*/ 68793 h 232176"/>
                <a:gd name="csX416" fmla="*/ 53028 w 256063"/>
                <a:gd name="csY416" fmla="*/ 68793 h 232176"/>
                <a:gd name="csX417" fmla="*/ 54461 w 256063"/>
                <a:gd name="csY417" fmla="*/ 70704 h 232176"/>
                <a:gd name="csX418" fmla="*/ 55417 w 256063"/>
                <a:gd name="csY418" fmla="*/ 69271 h 232176"/>
                <a:gd name="csX419" fmla="*/ 56372 w 256063"/>
                <a:gd name="csY419" fmla="*/ 67360 h 232176"/>
                <a:gd name="csX420" fmla="*/ 57805 w 256063"/>
                <a:gd name="csY420" fmla="*/ 68315 h 232176"/>
                <a:gd name="csX421" fmla="*/ 58283 w 256063"/>
                <a:gd name="csY421" fmla="*/ 69271 h 232176"/>
                <a:gd name="csX422" fmla="*/ 65927 w 256063"/>
                <a:gd name="csY422" fmla="*/ 69271 h 232176"/>
                <a:gd name="csX423" fmla="*/ 66882 w 256063"/>
                <a:gd name="csY423" fmla="*/ 68793 h 232176"/>
                <a:gd name="csX424" fmla="*/ 64971 w 256063"/>
                <a:gd name="csY424" fmla="*/ 67360 h 232176"/>
                <a:gd name="csX425" fmla="*/ 63538 w 256063"/>
                <a:gd name="csY425" fmla="*/ 64493 h 232176"/>
                <a:gd name="csX426" fmla="*/ 63060 w 256063"/>
                <a:gd name="csY426" fmla="*/ 53506 h 232176"/>
                <a:gd name="csX427" fmla="*/ 60672 w 256063"/>
                <a:gd name="csY427" fmla="*/ 50639 h 232176"/>
                <a:gd name="csX428" fmla="*/ 58283 w 256063"/>
                <a:gd name="csY428" fmla="*/ 45384 h 232176"/>
                <a:gd name="csX429" fmla="*/ 57328 w 256063"/>
                <a:gd name="csY429" fmla="*/ 42518 h 232176"/>
                <a:gd name="csX430" fmla="*/ 57328 w 256063"/>
                <a:gd name="csY430" fmla="*/ 41563 h 232176"/>
                <a:gd name="csX431" fmla="*/ 57805 w 256063"/>
                <a:gd name="csY431" fmla="*/ 40129 h 232176"/>
                <a:gd name="csX432" fmla="*/ 60672 w 256063"/>
                <a:gd name="csY432" fmla="*/ 40129 h 232176"/>
                <a:gd name="csX433" fmla="*/ 63060 w 256063"/>
                <a:gd name="csY433" fmla="*/ 40607 h 232176"/>
                <a:gd name="csX434" fmla="*/ 67360 w 256063"/>
                <a:gd name="csY434" fmla="*/ 39651 h 232176"/>
                <a:gd name="csX435" fmla="*/ 69271 w 256063"/>
                <a:gd name="csY435" fmla="*/ 40129 h 232176"/>
                <a:gd name="csX436" fmla="*/ 69271 w 256063"/>
                <a:gd name="csY436" fmla="*/ 42518 h 232176"/>
                <a:gd name="csX437" fmla="*/ 69749 w 256063"/>
                <a:gd name="csY437" fmla="*/ 45384 h 232176"/>
                <a:gd name="csX438" fmla="*/ 70704 w 256063"/>
                <a:gd name="csY438" fmla="*/ 46817 h 232176"/>
                <a:gd name="csX439" fmla="*/ 71659 w 256063"/>
                <a:gd name="csY439" fmla="*/ 48251 h 232176"/>
                <a:gd name="csX440" fmla="*/ 75481 w 256063"/>
                <a:gd name="csY440" fmla="*/ 48251 h 232176"/>
                <a:gd name="csX441" fmla="*/ 79303 w 256063"/>
                <a:gd name="csY441" fmla="*/ 49206 h 232176"/>
                <a:gd name="csX442" fmla="*/ 84081 w 256063"/>
                <a:gd name="csY442" fmla="*/ 49206 h 232176"/>
                <a:gd name="csX443" fmla="*/ 91246 w 256063"/>
                <a:gd name="csY443" fmla="*/ 51117 h 232176"/>
                <a:gd name="csX444" fmla="*/ 94113 w 256063"/>
                <a:gd name="csY444" fmla="*/ 50162 h 232176"/>
                <a:gd name="csX445" fmla="*/ 96979 w 256063"/>
                <a:gd name="csY445" fmla="*/ 48251 h 232176"/>
                <a:gd name="csX446" fmla="*/ 102712 w 256063"/>
                <a:gd name="csY446" fmla="*/ 46817 h 232176"/>
                <a:gd name="csX447" fmla="*/ 103190 w 256063"/>
                <a:gd name="csY447" fmla="*/ 45862 h 232176"/>
                <a:gd name="csX448" fmla="*/ 99846 w 256063"/>
                <a:gd name="csY448" fmla="*/ 46340 h 232176"/>
                <a:gd name="csX449" fmla="*/ 96979 w 256063"/>
                <a:gd name="csY449" fmla="*/ 44907 h 232176"/>
                <a:gd name="csX450" fmla="*/ 96501 w 256063"/>
                <a:gd name="csY450" fmla="*/ 43473 h 232176"/>
                <a:gd name="csX451" fmla="*/ 96979 w 256063"/>
                <a:gd name="csY451" fmla="*/ 42518 h 232176"/>
                <a:gd name="csX452" fmla="*/ 97935 w 256063"/>
                <a:gd name="csY452" fmla="*/ 39651 h 232176"/>
                <a:gd name="csX453" fmla="*/ 106534 w 256063"/>
                <a:gd name="csY453" fmla="*/ 35352 h 232176"/>
                <a:gd name="csX454" fmla="*/ 112744 w 256063"/>
                <a:gd name="csY454" fmla="*/ 33919 h 232176"/>
                <a:gd name="csX455" fmla="*/ 118955 w 256063"/>
                <a:gd name="csY455" fmla="*/ 31530 h 232176"/>
                <a:gd name="csX456" fmla="*/ 122299 w 256063"/>
                <a:gd name="csY456" fmla="*/ 28664 h 232176"/>
                <a:gd name="csX457" fmla="*/ 124210 w 256063"/>
                <a:gd name="csY457" fmla="*/ 25320 h 232176"/>
                <a:gd name="csX458" fmla="*/ 125165 w 256063"/>
                <a:gd name="csY458" fmla="*/ 24842 h 232176"/>
                <a:gd name="csX459" fmla="*/ 126121 w 256063"/>
                <a:gd name="csY459" fmla="*/ 24364 h 232176"/>
                <a:gd name="csX460" fmla="*/ 125165 w 256063"/>
                <a:gd name="csY460" fmla="*/ 22931 h 232176"/>
                <a:gd name="csX461" fmla="*/ 125643 w 256063"/>
                <a:gd name="csY461" fmla="*/ 10032 h 232176"/>
                <a:gd name="csX462" fmla="*/ 126121 w 256063"/>
                <a:gd name="csY462" fmla="*/ 8121 h 232176"/>
                <a:gd name="csX463" fmla="*/ 127554 w 256063"/>
                <a:gd name="csY463" fmla="*/ 6210 h 232176"/>
                <a:gd name="csX464" fmla="*/ 129465 w 256063"/>
                <a:gd name="csY464" fmla="*/ 4777 h 232176"/>
                <a:gd name="csX465" fmla="*/ 132331 w 256063"/>
                <a:gd name="csY465" fmla="*/ 2866 h 232176"/>
                <a:gd name="csX466" fmla="*/ 142841 w 256063"/>
                <a:gd name="csY466" fmla="*/ 956 h 232176"/>
                <a:gd name="csX467" fmla="*/ 144274 w 256063"/>
                <a:gd name="csY467" fmla="*/ 0 h 232176"/>
                <a:gd name="csX468" fmla="*/ 144752 w 256063"/>
                <a:gd name="csY468" fmla="*/ 1433 h 232176"/>
                <a:gd name="csX469" fmla="*/ 145230 w 256063"/>
                <a:gd name="csY469" fmla="*/ 2866 h 232176"/>
                <a:gd name="csX470" fmla="*/ 146185 w 256063"/>
                <a:gd name="csY470" fmla="*/ 3822 h 232176"/>
                <a:gd name="csX471" fmla="*/ 146185 w 256063"/>
                <a:gd name="csY471" fmla="*/ 3822 h 232176"/>
                <a:gd name="csX472" fmla="*/ 145707 w 256063"/>
                <a:gd name="csY472" fmla="*/ 5255 h 232176"/>
                <a:gd name="csX473" fmla="*/ 145707 w 256063"/>
                <a:gd name="csY473" fmla="*/ 6210 h 232176"/>
                <a:gd name="csX474" fmla="*/ 147141 w 256063"/>
                <a:gd name="csY474" fmla="*/ 8121 h 232176"/>
                <a:gd name="csX475" fmla="*/ 147141 w 256063"/>
                <a:gd name="csY475" fmla="*/ 8121 h 232176"/>
                <a:gd name="csX476" fmla="*/ 149052 w 256063"/>
                <a:gd name="csY476" fmla="*/ 10032 h 232176"/>
                <a:gd name="csX477" fmla="*/ 149052 w 256063"/>
                <a:gd name="csY477" fmla="*/ 10032 h 232176"/>
                <a:gd name="csX478" fmla="*/ 150963 w 256063"/>
                <a:gd name="csY478" fmla="*/ 10988 h 232176"/>
                <a:gd name="csX479" fmla="*/ 150963 w 256063"/>
                <a:gd name="csY479" fmla="*/ 10988 h 232176"/>
                <a:gd name="csX480" fmla="*/ 152396 w 256063"/>
                <a:gd name="csY480" fmla="*/ 10510 h 232176"/>
                <a:gd name="csX481" fmla="*/ 154307 w 256063"/>
                <a:gd name="csY481" fmla="*/ 9555 h 232176"/>
                <a:gd name="csX482" fmla="*/ 156218 w 256063"/>
                <a:gd name="csY482" fmla="*/ 9077 h 232176"/>
                <a:gd name="csX483" fmla="*/ 157173 w 256063"/>
                <a:gd name="csY483" fmla="*/ 10032 h 232176"/>
                <a:gd name="csX484" fmla="*/ 157651 w 256063"/>
                <a:gd name="csY484" fmla="*/ 10510 h 232176"/>
                <a:gd name="csX485" fmla="*/ 158606 w 256063"/>
                <a:gd name="csY485" fmla="*/ 12421 h 232176"/>
                <a:gd name="csX486" fmla="*/ 159084 w 256063"/>
                <a:gd name="csY486" fmla="*/ 14332 h 232176"/>
                <a:gd name="csX487" fmla="*/ 159562 w 256063"/>
                <a:gd name="csY487" fmla="*/ 16243 h 232176"/>
                <a:gd name="csX488" fmla="*/ 160039 w 256063"/>
                <a:gd name="csY488" fmla="*/ 16721 h 232176"/>
                <a:gd name="csX489" fmla="*/ 163384 w 256063"/>
                <a:gd name="csY489" fmla="*/ 17198 h 232176"/>
                <a:gd name="csX490" fmla="*/ 165772 w 256063"/>
                <a:gd name="csY490" fmla="*/ 17676 h 232176"/>
                <a:gd name="csX491" fmla="*/ 166250 w 256063"/>
                <a:gd name="csY491" fmla="*/ 18154 h 232176"/>
                <a:gd name="csX492" fmla="*/ 167205 w 256063"/>
                <a:gd name="csY492" fmla="*/ 21976 h 232176"/>
                <a:gd name="csX493" fmla="*/ 167683 w 256063"/>
                <a:gd name="csY493" fmla="*/ 22453 h 232176"/>
                <a:gd name="csX494" fmla="*/ 168161 w 256063"/>
                <a:gd name="csY494" fmla="*/ 21976 h 232176"/>
                <a:gd name="csX495" fmla="*/ 168638 w 256063"/>
                <a:gd name="csY495" fmla="*/ 21498 h 232176"/>
                <a:gd name="csX496" fmla="*/ 169594 w 256063"/>
                <a:gd name="csY496" fmla="*/ 21498 h 232176"/>
                <a:gd name="csX497" fmla="*/ 171027 w 256063"/>
                <a:gd name="csY497" fmla="*/ 21498 h 232176"/>
                <a:gd name="csX498" fmla="*/ 172938 w 256063"/>
                <a:gd name="csY498" fmla="*/ 21498 h 232176"/>
                <a:gd name="csX499" fmla="*/ 174849 w 256063"/>
                <a:gd name="csY499" fmla="*/ 21976 h 232176"/>
                <a:gd name="csX500" fmla="*/ 177238 w 256063"/>
                <a:gd name="csY500" fmla="*/ 24364 h 232176"/>
                <a:gd name="csX501" fmla="*/ 177238 w 256063"/>
                <a:gd name="csY501" fmla="*/ 24842 h 232176"/>
                <a:gd name="csX502" fmla="*/ 176760 w 256063"/>
                <a:gd name="csY502" fmla="*/ 26275 h 232176"/>
                <a:gd name="csX503" fmla="*/ 176282 w 256063"/>
                <a:gd name="csY503" fmla="*/ 27231 h 232176"/>
                <a:gd name="csX504" fmla="*/ 176760 w 256063"/>
                <a:gd name="csY504" fmla="*/ 27708 h 232176"/>
                <a:gd name="csX505" fmla="*/ 177715 w 256063"/>
                <a:gd name="csY505" fmla="*/ 28664 h 232176"/>
                <a:gd name="csX506" fmla="*/ 177238 w 256063"/>
                <a:gd name="csY506" fmla="*/ 29619 h 232176"/>
                <a:gd name="csX507" fmla="*/ 176760 w 256063"/>
                <a:gd name="csY507" fmla="*/ 30575 h 232176"/>
                <a:gd name="csX508" fmla="*/ 176282 w 256063"/>
                <a:gd name="csY508" fmla="*/ 31052 h 232176"/>
                <a:gd name="csX509" fmla="*/ 176282 w 256063"/>
                <a:gd name="csY509" fmla="*/ 31530 h 232176"/>
                <a:gd name="csX510" fmla="*/ 176760 w 256063"/>
                <a:gd name="csY510" fmla="*/ 32008 h 232176"/>
                <a:gd name="csX511" fmla="*/ 176760 w 256063"/>
                <a:gd name="csY511" fmla="*/ 32008 h 232176"/>
                <a:gd name="csX512" fmla="*/ 177238 w 256063"/>
                <a:gd name="csY512" fmla="*/ 32486 h 232176"/>
                <a:gd name="csX513" fmla="*/ 177238 w 256063"/>
                <a:gd name="csY513" fmla="*/ 32486 h 232176"/>
                <a:gd name="csX514" fmla="*/ 181060 w 256063"/>
                <a:gd name="csY514" fmla="*/ 32963 h 232176"/>
                <a:gd name="csX515" fmla="*/ 184404 w 256063"/>
                <a:gd name="csY515" fmla="*/ 32486 h 232176"/>
                <a:gd name="csX516" fmla="*/ 186792 w 256063"/>
                <a:gd name="csY516" fmla="*/ 31052 h 232176"/>
                <a:gd name="csX517" fmla="*/ 187270 w 256063"/>
                <a:gd name="csY517" fmla="*/ 30097 h 232176"/>
                <a:gd name="csX518" fmla="*/ 187748 w 256063"/>
                <a:gd name="csY518" fmla="*/ 29142 h 232176"/>
                <a:gd name="csX519" fmla="*/ 187748 w 256063"/>
                <a:gd name="csY519" fmla="*/ 28664 h 232176"/>
                <a:gd name="csX520" fmla="*/ 189181 w 256063"/>
                <a:gd name="csY520" fmla="*/ 27231 h 232176"/>
                <a:gd name="csX521" fmla="*/ 190136 w 256063"/>
                <a:gd name="csY521" fmla="*/ 26753 h 232176"/>
                <a:gd name="csX522" fmla="*/ 190614 w 256063"/>
                <a:gd name="csY522" fmla="*/ 27231 h 232176"/>
                <a:gd name="csX523" fmla="*/ 189659 w 256063"/>
                <a:gd name="csY523" fmla="*/ 32486 h 232176"/>
                <a:gd name="csX524" fmla="*/ 190614 w 256063"/>
                <a:gd name="csY524" fmla="*/ 33441 h 232176"/>
                <a:gd name="csX525" fmla="*/ 190614 w 256063"/>
                <a:gd name="csY525" fmla="*/ 35352 h 232176"/>
                <a:gd name="csX526" fmla="*/ 191092 w 256063"/>
                <a:gd name="csY526" fmla="*/ 37263 h 232176"/>
                <a:gd name="csX527" fmla="*/ 191092 w 256063"/>
                <a:gd name="csY527" fmla="*/ 37263 h 232176"/>
                <a:gd name="csX528" fmla="*/ 192047 w 256063"/>
                <a:gd name="csY528" fmla="*/ 37263 h 232176"/>
                <a:gd name="csX529" fmla="*/ 193958 w 256063"/>
                <a:gd name="csY529" fmla="*/ 37263 h 232176"/>
                <a:gd name="csX530" fmla="*/ 194914 w 256063"/>
                <a:gd name="csY530" fmla="*/ 38218 h 232176"/>
                <a:gd name="csX531" fmla="*/ 195869 w 256063"/>
                <a:gd name="csY531" fmla="*/ 39174 h 232176"/>
                <a:gd name="csX532" fmla="*/ 197780 w 256063"/>
                <a:gd name="csY532" fmla="*/ 40129 h 232176"/>
                <a:gd name="csX533" fmla="*/ 199213 w 256063"/>
                <a:gd name="csY533" fmla="*/ 40129 h 232176"/>
                <a:gd name="csX534" fmla="*/ 199691 w 256063"/>
                <a:gd name="csY534" fmla="*/ 41085 h 232176"/>
                <a:gd name="csX535" fmla="*/ 199691 w 256063"/>
                <a:gd name="csY535" fmla="*/ 41085 h 232176"/>
                <a:gd name="csX536" fmla="*/ 200646 w 256063"/>
                <a:gd name="csY536" fmla="*/ 42040 h 232176"/>
                <a:gd name="csX537" fmla="*/ 202079 w 256063"/>
                <a:gd name="csY537" fmla="*/ 43951 h 232176"/>
                <a:gd name="csX538" fmla="*/ 202079 w 256063"/>
                <a:gd name="csY538" fmla="*/ 43951 h 232176"/>
                <a:gd name="csX539" fmla="*/ 203513 w 256063"/>
                <a:gd name="csY539" fmla="*/ 44907 h 232176"/>
                <a:gd name="csX540" fmla="*/ 204468 w 256063"/>
                <a:gd name="csY540" fmla="*/ 44907 h 232176"/>
                <a:gd name="csX541" fmla="*/ 204468 w 256063"/>
                <a:gd name="csY541" fmla="*/ 44907 h 232176"/>
                <a:gd name="csX542" fmla="*/ 205902 w 256063"/>
                <a:gd name="csY542" fmla="*/ 44429 h 232176"/>
                <a:gd name="csX543" fmla="*/ 207812 w 256063"/>
                <a:gd name="csY543" fmla="*/ 43951 h 232176"/>
                <a:gd name="csX544" fmla="*/ 209245 w 256063"/>
                <a:gd name="csY544" fmla="*/ 44429 h 232176"/>
                <a:gd name="csX545" fmla="*/ 209723 w 256063"/>
                <a:gd name="csY545" fmla="*/ 44907 h 232176"/>
                <a:gd name="csX546" fmla="*/ 210201 w 256063"/>
                <a:gd name="csY546" fmla="*/ 44907 h 232176"/>
                <a:gd name="csX547" fmla="*/ 211634 w 256063"/>
                <a:gd name="csY547" fmla="*/ 45384 h 232176"/>
                <a:gd name="csX548" fmla="*/ 212112 w 256063"/>
                <a:gd name="csY548" fmla="*/ 45862 h 232176"/>
                <a:gd name="csX549" fmla="*/ 212590 w 256063"/>
                <a:gd name="csY549" fmla="*/ 46340 h 232176"/>
                <a:gd name="csX550" fmla="*/ 213545 w 256063"/>
                <a:gd name="csY550" fmla="*/ 46817 h 232176"/>
                <a:gd name="csX551" fmla="*/ 214978 w 256063"/>
                <a:gd name="csY551" fmla="*/ 46340 h 232176"/>
                <a:gd name="csX552" fmla="*/ 215934 w 256063"/>
                <a:gd name="csY552" fmla="*/ 45862 h 232176"/>
                <a:gd name="csX553" fmla="*/ 216889 w 256063"/>
                <a:gd name="csY553" fmla="*/ 45384 h 232176"/>
                <a:gd name="csX554" fmla="*/ 218322 w 256063"/>
                <a:gd name="csY554" fmla="*/ 45384 h 232176"/>
                <a:gd name="csX555" fmla="*/ 218800 w 256063"/>
                <a:gd name="csY555" fmla="*/ 45862 h 232176"/>
                <a:gd name="csX556" fmla="*/ 220233 w 256063"/>
                <a:gd name="csY556" fmla="*/ 46340 h 232176"/>
                <a:gd name="csX557" fmla="*/ 220233 w 256063"/>
                <a:gd name="csY557" fmla="*/ 46340 h 232176"/>
                <a:gd name="csX558" fmla="*/ 220233 w 256063"/>
                <a:gd name="csY558" fmla="*/ 46340 h 232176"/>
                <a:gd name="csX559" fmla="*/ 221189 w 256063"/>
                <a:gd name="csY559" fmla="*/ 46340 h 232176"/>
                <a:gd name="csX560" fmla="*/ 222622 w 256063"/>
                <a:gd name="csY560" fmla="*/ 46817 h 232176"/>
                <a:gd name="csX561" fmla="*/ 224055 w 256063"/>
                <a:gd name="csY561" fmla="*/ 48251 h 232176"/>
                <a:gd name="csX562" fmla="*/ 224533 w 256063"/>
                <a:gd name="csY562" fmla="*/ 49684 h 232176"/>
                <a:gd name="csX563" fmla="*/ 225011 w 256063"/>
                <a:gd name="csY563" fmla="*/ 50162 h 232176"/>
                <a:gd name="csX564" fmla="*/ 225488 w 256063"/>
                <a:gd name="csY564" fmla="*/ 51117 h 232176"/>
                <a:gd name="csX565" fmla="*/ 227877 w 256063"/>
                <a:gd name="csY565" fmla="*/ 54939 h 232176"/>
                <a:gd name="csX566" fmla="*/ 227877 w 256063"/>
                <a:gd name="csY566" fmla="*/ 54939 h 232176"/>
                <a:gd name="csX567" fmla="*/ 228833 w 256063"/>
                <a:gd name="csY567" fmla="*/ 54939 h 232176"/>
                <a:gd name="csX568" fmla="*/ 229788 w 256063"/>
                <a:gd name="csY568" fmla="*/ 54461 h 232176"/>
                <a:gd name="csX569" fmla="*/ 229788 w 256063"/>
                <a:gd name="csY569" fmla="*/ 54461 h 232176"/>
                <a:gd name="csX570" fmla="*/ 230266 w 256063"/>
                <a:gd name="csY570" fmla="*/ 53506 h 232176"/>
                <a:gd name="csX571" fmla="*/ 231221 w 256063"/>
                <a:gd name="csY571" fmla="*/ 53506 h 232176"/>
                <a:gd name="csX572" fmla="*/ 232654 w 256063"/>
                <a:gd name="csY572" fmla="*/ 53983 h 232176"/>
                <a:gd name="csX573" fmla="*/ 233132 w 256063"/>
                <a:gd name="csY573" fmla="*/ 53983 h 232176"/>
                <a:gd name="csX574" fmla="*/ 233610 w 256063"/>
                <a:gd name="csY574" fmla="*/ 55894 h 232176"/>
                <a:gd name="csX575" fmla="*/ 234087 w 256063"/>
                <a:gd name="csY575" fmla="*/ 55894 h 232176"/>
                <a:gd name="csX576" fmla="*/ 234087 w 256063"/>
                <a:gd name="csY576" fmla="*/ 55894 h 232176"/>
                <a:gd name="csX577" fmla="*/ 234565 w 256063"/>
                <a:gd name="csY577" fmla="*/ 55894 h 232176"/>
                <a:gd name="csX578" fmla="*/ 235521 w 256063"/>
                <a:gd name="csY578" fmla="*/ 55417 h 232176"/>
                <a:gd name="csX579" fmla="*/ 235521 w 256063"/>
                <a:gd name="csY579" fmla="*/ 55417 h 232176"/>
                <a:gd name="csX580" fmla="*/ 237432 w 256063"/>
                <a:gd name="csY580" fmla="*/ 55894 h 232176"/>
                <a:gd name="csX581" fmla="*/ 239343 w 256063"/>
                <a:gd name="csY581" fmla="*/ 55417 h 232176"/>
                <a:gd name="csX582" fmla="*/ 241253 w 256063"/>
                <a:gd name="csY582" fmla="*/ 54939 h 232176"/>
                <a:gd name="csX583" fmla="*/ 242209 w 256063"/>
                <a:gd name="csY583" fmla="*/ 54939 h 232176"/>
                <a:gd name="csX584" fmla="*/ 243642 w 256063"/>
                <a:gd name="csY584" fmla="*/ 56850 h 232176"/>
                <a:gd name="csX585" fmla="*/ 245553 w 256063"/>
                <a:gd name="csY585" fmla="*/ 57328 h 232176"/>
                <a:gd name="csX586" fmla="*/ 248897 w 256063"/>
                <a:gd name="csY586" fmla="*/ 57805 h 232176"/>
                <a:gd name="csX587" fmla="*/ 249375 w 256063"/>
                <a:gd name="csY587" fmla="*/ 57805 h 232176"/>
                <a:gd name="csX588" fmla="*/ 253197 w 256063"/>
                <a:gd name="csY588" fmla="*/ 58761 h 232176"/>
                <a:gd name="csX589" fmla="*/ 254630 w 256063"/>
                <a:gd name="csY589" fmla="*/ 59716 h 232176"/>
                <a:gd name="csX590" fmla="*/ 255585 w 256063"/>
                <a:gd name="csY590" fmla="*/ 59716 h 2321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</a:cxnLst>
              <a:rect l="l" t="t" r="r" b="b"/>
              <a:pathLst>
                <a:path w="256063" h="232176">
                  <a:moveTo>
                    <a:pt x="255585" y="59716"/>
                  </a:moveTo>
                  <a:lnTo>
                    <a:pt x="256063" y="62105"/>
                  </a:lnTo>
                  <a:lnTo>
                    <a:pt x="255585" y="62583"/>
                  </a:lnTo>
                  <a:lnTo>
                    <a:pt x="255585" y="62583"/>
                  </a:lnTo>
                  <a:lnTo>
                    <a:pt x="251763" y="67360"/>
                  </a:lnTo>
                  <a:lnTo>
                    <a:pt x="251763" y="67360"/>
                  </a:lnTo>
                  <a:lnTo>
                    <a:pt x="249852" y="69271"/>
                  </a:lnTo>
                  <a:lnTo>
                    <a:pt x="249852" y="69271"/>
                  </a:lnTo>
                  <a:lnTo>
                    <a:pt x="249375" y="71182"/>
                  </a:lnTo>
                  <a:lnTo>
                    <a:pt x="248897" y="71659"/>
                  </a:lnTo>
                  <a:lnTo>
                    <a:pt x="248897" y="72137"/>
                  </a:lnTo>
                  <a:lnTo>
                    <a:pt x="248419" y="75481"/>
                  </a:lnTo>
                  <a:lnTo>
                    <a:pt x="247464" y="78825"/>
                  </a:lnTo>
                  <a:lnTo>
                    <a:pt x="245553" y="82170"/>
                  </a:lnTo>
                  <a:lnTo>
                    <a:pt x="244598" y="85036"/>
                  </a:lnTo>
                  <a:lnTo>
                    <a:pt x="245553" y="86469"/>
                  </a:lnTo>
                  <a:lnTo>
                    <a:pt x="245075" y="88858"/>
                  </a:lnTo>
                  <a:lnTo>
                    <a:pt x="244120" y="92679"/>
                  </a:lnTo>
                  <a:lnTo>
                    <a:pt x="243642" y="95546"/>
                  </a:lnTo>
                  <a:lnTo>
                    <a:pt x="244598" y="96979"/>
                  </a:lnTo>
                  <a:lnTo>
                    <a:pt x="244598" y="96979"/>
                  </a:lnTo>
                  <a:lnTo>
                    <a:pt x="245553" y="97457"/>
                  </a:lnTo>
                  <a:lnTo>
                    <a:pt x="243164" y="98890"/>
                  </a:lnTo>
                  <a:lnTo>
                    <a:pt x="242686" y="99845"/>
                  </a:lnTo>
                  <a:lnTo>
                    <a:pt x="241731" y="101279"/>
                  </a:lnTo>
                  <a:lnTo>
                    <a:pt x="239820" y="101756"/>
                  </a:lnTo>
                  <a:lnTo>
                    <a:pt x="238387" y="102234"/>
                  </a:lnTo>
                  <a:lnTo>
                    <a:pt x="237432" y="101756"/>
                  </a:lnTo>
                  <a:lnTo>
                    <a:pt x="236476" y="101279"/>
                  </a:lnTo>
                  <a:lnTo>
                    <a:pt x="236476" y="100801"/>
                  </a:lnTo>
                  <a:lnTo>
                    <a:pt x="235998" y="100323"/>
                  </a:lnTo>
                  <a:lnTo>
                    <a:pt x="235998" y="100323"/>
                  </a:lnTo>
                  <a:lnTo>
                    <a:pt x="234565" y="100323"/>
                  </a:lnTo>
                  <a:lnTo>
                    <a:pt x="232654" y="101279"/>
                  </a:lnTo>
                  <a:lnTo>
                    <a:pt x="231221" y="102712"/>
                  </a:lnTo>
                  <a:lnTo>
                    <a:pt x="231699" y="103667"/>
                  </a:lnTo>
                  <a:lnTo>
                    <a:pt x="233132" y="104145"/>
                  </a:lnTo>
                  <a:lnTo>
                    <a:pt x="233132" y="104145"/>
                  </a:lnTo>
                  <a:lnTo>
                    <a:pt x="233132" y="104623"/>
                  </a:lnTo>
                  <a:lnTo>
                    <a:pt x="232654" y="105100"/>
                  </a:lnTo>
                  <a:lnTo>
                    <a:pt x="232177" y="106056"/>
                  </a:lnTo>
                  <a:lnTo>
                    <a:pt x="229788" y="108922"/>
                  </a:lnTo>
                  <a:lnTo>
                    <a:pt x="226921" y="111789"/>
                  </a:lnTo>
                  <a:lnTo>
                    <a:pt x="226444" y="112744"/>
                  </a:lnTo>
                  <a:lnTo>
                    <a:pt x="225966" y="113222"/>
                  </a:lnTo>
                  <a:lnTo>
                    <a:pt x="222622" y="114655"/>
                  </a:lnTo>
                  <a:lnTo>
                    <a:pt x="222622" y="114655"/>
                  </a:lnTo>
                  <a:lnTo>
                    <a:pt x="222622" y="115133"/>
                  </a:lnTo>
                  <a:lnTo>
                    <a:pt x="222144" y="115133"/>
                  </a:lnTo>
                  <a:lnTo>
                    <a:pt x="222144" y="117999"/>
                  </a:lnTo>
                  <a:lnTo>
                    <a:pt x="221667" y="119910"/>
                  </a:lnTo>
                  <a:lnTo>
                    <a:pt x="220711" y="120865"/>
                  </a:lnTo>
                  <a:lnTo>
                    <a:pt x="219278" y="121821"/>
                  </a:lnTo>
                  <a:lnTo>
                    <a:pt x="217845" y="122777"/>
                  </a:lnTo>
                  <a:lnTo>
                    <a:pt x="216889" y="123732"/>
                  </a:lnTo>
                  <a:lnTo>
                    <a:pt x="216411" y="123732"/>
                  </a:lnTo>
                  <a:lnTo>
                    <a:pt x="215934" y="124687"/>
                  </a:lnTo>
                  <a:lnTo>
                    <a:pt x="215456" y="126121"/>
                  </a:lnTo>
                  <a:lnTo>
                    <a:pt x="214978" y="127554"/>
                  </a:lnTo>
                  <a:lnTo>
                    <a:pt x="214501" y="128509"/>
                  </a:lnTo>
                  <a:lnTo>
                    <a:pt x="215934" y="129942"/>
                  </a:lnTo>
                  <a:lnTo>
                    <a:pt x="215934" y="130898"/>
                  </a:lnTo>
                  <a:lnTo>
                    <a:pt x="215456" y="132331"/>
                  </a:lnTo>
                  <a:lnTo>
                    <a:pt x="214978" y="132809"/>
                  </a:lnTo>
                  <a:lnTo>
                    <a:pt x="214023" y="133287"/>
                  </a:lnTo>
                  <a:lnTo>
                    <a:pt x="213068" y="134242"/>
                  </a:lnTo>
                  <a:lnTo>
                    <a:pt x="213068" y="134242"/>
                  </a:lnTo>
                  <a:lnTo>
                    <a:pt x="213068" y="135675"/>
                  </a:lnTo>
                  <a:lnTo>
                    <a:pt x="213545" y="136153"/>
                  </a:lnTo>
                  <a:lnTo>
                    <a:pt x="214978" y="135675"/>
                  </a:lnTo>
                  <a:lnTo>
                    <a:pt x="217367" y="134720"/>
                  </a:lnTo>
                  <a:lnTo>
                    <a:pt x="218800" y="133287"/>
                  </a:lnTo>
                  <a:lnTo>
                    <a:pt x="217845" y="131853"/>
                  </a:lnTo>
                  <a:lnTo>
                    <a:pt x="217845" y="131376"/>
                  </a:lnTo>
                  <a:lnTo>
                    <a:pt x="218322" y="130898"/>
                  </a:lnTo>
                  <a:lnTo>
                    <a:pt x="219756" y="129465"/>
                  </a:lnTo>
                  <a:lnTo>
                    <a:pt x="222144" y="128509"/>
                  </a:lnTo>
                  <a:lnTo>
                    <a:pt x="225011" y="128509"/>
                  </a:lnTo>
                  <a:lnTo>
                    <a:pt x="228355" y="128987"/>
                  </a:lnTo>
                  <a:lnTo>
                    <a:pt x="228833" y="128987"/>
                  </a:lnTo>
                  <a:lnTo>
                    <a:pt x="228833" y="129942"/>
                  </a:lnTo>
                  <a:lnTo>
                    <a:pt x="228833" y="131376"/>
                  </a:lnTo>
                  <a:lnTo>
                    <a:pt x="229788" y="132331"/>
                  </a:lnTo>
                  <a:lnTo>
                    <a:pt x="228833" y="135197"/>
                  </a:lnTo>
                  <a:lnTo>
                    <a:pt x="229310" y="136153"/>
                  </a:lnTo>
                  <a:lnTo>
                    <a:pt x="230266" y="137586"/>
                  </a:lnTo>
                  <a:lnTo>
                    <a:pt x="231221" y="138542"/>
                  </a:lnTo>
                  <a:lnTo>
                    <a:pt x="232177" y="139497"/>
                  </a:lnTo>
                  <a:lnTo>
                    <a:pt x="233132" y="140930"/>
                  </a:lnTo>
                  <a:lnTo>
                    <a:pt x="233610" y="141886"/>
                  </a:lnTo>
                  <a:lnTo>
                    <a:pt x="232177" y="143319"/>
                  </a:lnTo>
                  <a:lnTo>
                    <a:pt x="229310" y="144752"/>
                  </a:lnTo>
                  <a:lnTo>
                    <a:pt x="229310" y="144752"/>
                  </a:lnTo>
                  <a:lnTo>
                    <a:pt x="229310" y="145230"/>
                  </a:lnTo>
                  <a:lnTo>
                    <a:pt x="229310" y="145707"/>
                  </a:lnTo>
                  <a:lnTo>
                    <a:pt x="229310" y="146663"/>
                  </a:lnTo>
                  <a:lnTo>
                    <a:pt x="229310" y="146663"/>
                  </a:lnTo>
                  <a:lnTo>
                    <a:pt x="229310" y="147141"/>
                  </a:lnTo>
                  <a:lnTo>
                    <a:pt x="230743" y="148574"/>
                  </a:lnTo>
                  <a:lnTo>
                    <a:pt x="232654" y="150485"/>
                  </a:lnTo>
                  <a:lnTo>
                    <a:pt x="233610" y="152873"/>
                  </a:lnTo>
                  <a:lnTo>
                    <a:pt x="235998" y="154784"/>
                  </a:lnTo>
                  <a:lnTo>
                    <a:pt x="236476" y="155262"/>
                  </a:lnTo>
                  <a:lnTo>
                    <a:pt x="235998" y="155740"/>
                  </a:lnTo>
                  <a:lnTo>
                    <a:pt x="235521" y="156695"/>
                  </a:lnTo>
                  <a:lnTo>
                    <a:pt x="235043" y="159562"/>
                  </a:lnTo>
                  <a:lnTo>
                    <a:pt x="234087" y="160039"/>
                  </a:lnTo>
                  <a:lnTo>
                    <a:pt x="233132" y="160039"/>
                  </a:lnTo>
                  <a:lnTo>
                    <a:pt x="230266" y="161950"/>
                  </a:lnTo>
                  <a:lnTo>
                    <a:pt x="228833" y="161950"/>
                  </a:lnTo>
                  <a:lnTo>
                    <a:pt x="227399" y="161950"/>
                  </a:lnTo>
                  <a:lnTo>
                    <a:pt x="225966" y="162428"/>
                  </a:lnTo>
                  <a:lnTo>
                    <a:pt x="225966" y="162428"/>
                  </a:lnTo>
                  <a:lnTo>
                    <a:pt x="225966" y="163861"/>
                  </a:lnTo>
                  <a:lnTo>
                    <a:pt x="227399" y="165294"/>
                  </a:lnTo>
                  <a:lnTo>
                    <a:pt x="227877" y="166250"/>
                  </a:lnTo>
                  <a:lnTo>
                    <a:pt x="227877" y="167683"/>
                  </a:lnTo>
                  <a:lnTo>
                    <a:pt x="227877" y="167683"/>
                  </a:lnTo>
                  <a:lnTo>
                    <a:pt x="229310" y="168638"/>
                  </a:lnTo>
                  <a:lnTo>
                    <a:pt x="231221" y="169116"/>
                  </a:lnTo>
                  <a:lnTo>
                    <a:pt x="232177" y="169116"/>
                  </a:lnTo>
                  <a:lnTo>
                    <a:pt x="232654" y="169594"/>
                  </a:lnTo>
                  <a:lnTo>
                    <a:pt x="233132" y="170072"/>
                  </a:lnTo>
                  <a:lnTo>
                    <a:pt x="234087" y="172938"/>
                  </a:lnTo>
                  <a:lnTo>
                    <a:pt x="233610" y="173416"/>
                  </a:lnTo>
                  <a:lnTo>
                    <a:pt x="232654" y="173894"/>
                  </a:lnTo>
                  <a:lnTo>
                    <a:pt x="232654" y="173894"/>
                  </a:lnTo>
                  <a:lnTo>
                    <a:pt x="232177" y="174849"/>
                  </a:lnTo>
                  <a:lnTo>
                    <a:pt x="230743" y="176760"/>
                  </a:lnTo>
                  <a:lnTo>
                    <a:pt x="230743" y="176760"/>
                  </a:lnTo>
                  <a:lnTo>
                    <a:pt x="230266" y="178193"/>
                  </a:lnTo>
                  <a:lnTo>
                    <a:pt x="230743" y="179149"/>
                  </a:lnTo>
                  <a:lnTo>
                    <a:pt x="231221" y="180104"/>
                  </a:lnTo>
                  <a:lnTo>
                    <a:pt x="230743" y="180582"/>
                  </a:lnTo>
                  <a:lnTo>
                    <a:pt x="230743" y="181060"/>
                  </a:lnTo>
                  <a:lnTo>
                    <a:pt x="230743" y="181060"/>
                  </a:lnTo>
                  <a:lnTo>
                    <a:pt x="231221" y="182493"/>
                  </a:lnTo>
                  <a:lnTo>
                    <a:pt x="231221" y="182493"/>
                  </a:lnTo>
                  <a:lnTo>
                    <a:pt x="232654" y="183926"/>
                  </a:lnTo>
                  <a:lnTo>
                    <a:pt x="232654" y="183926"/>
                  </a:lnTo>
                  <a:lnTo>
                    <a:pt x="235998" y="185837"/>
                  </a:lnTo>
                  <a:lnTo>
                    <a:pt x="239820" y="187748"/>
                  </a:lnTo>
                  <a:lnTo>
                    <a:pt x="240776" y="187748"/>
                  </a:lnTo>
                  <a:lnTo>
                    <a:pt x="245075" y="186792"/>
                  </a:lnTo>
                  <a:lnTo>
                    <a:pt x="246031" y="186792"/>
                  </a:lnTo>
                  <a:lnTo>
                    <a:pt x="246509" y="188226"/>
                  </a:lnTo>
                  <a:lnTo>
                    <a:pt x="246509" y="189181"/>
                  </a:lnTo>
                  <a:lnTo>
                    <a:pt x="246031" y="190136"/>
                  </a:lnTo>
                  <a:lnTo>
                    <a:pt x="245075" y="192047"/>
                  </a:lnTo>
                  <a:lnTo>
                    <a:pt x="243642" y="193003"/>
                  </a:lnTo>
                  <a:lnTo>
                    <a:pt x="243642" y="193480"/>
                  </a:lnTo>
                  <a:lnTo>
                    <a:pt x="242686" y="194436"/>
                  </a:lnTo>
                  <a:lnTo>
                    <a:pt x="243164" y="195391"/>
                  </a:lnTo>
                  <a:lnTo>
                    <a:pt x="243164" y="196825"/>
                  </a:lnTo>
                  <a:lnTo>
                    <a:pt x="241731" y="197302"/>
                  </a:lnTo>
                  <a:lnTo>
                    <a:pt x="241731" y="196825"/>
                  </a:lnTo>
                  <a:lnTo>
                    <a:pt x="241253" y="196825"/>
                  </a:lnTo>
                  <a:lnTo>
                    <a:pt x="241253" y="196825"/>
                  </a:lnTo>
                  <a:lnTo>
                    <a:pt x="241253" y="196825"/>
                  </a:lnTo>
                  <a:lnTo>
                    <a:pt x="240776" y="197302"/>
                  </a:lnTo>
                  <a:lnTo>
                    <a:pt x="240776" y="197302"/>
                  </a:lnTo>
                  <a:lnTo>
                    <a:pt x="240776" y="197780"/>
                  </a:lnTo>
                  <a:lnTo>
                    <a:pt x="240776" y="197780"/>
                  </a:lnTo>
                  <a:lnTo>
                    <a:pt x="238387" y="198735"/>
                  </a:lnTo>
                  <a:lnTo>
                    <a:pt x="236954" y="199691"/>
                  </a:lnTo>
                  <a:lnTo>
                    <a:pt x="230743" y="204946"/>
                  </a:lnTo>
                  <a:lnTo>
                    <a:pt x="227399" y="206857"/>
                  </a:lnTo>
                  <a:lnTo>
                    <a:pt x="226921" y="207812"/>
                  </a:lnTo>
                  <a:lnTo>
                    <a:pt x="226444" y="209723"/>
                  </a:lnTo>
                  <a:lnTo>
                    <a:pt x="224533" y="211156"/>
                  </a:lnTo>
                  <a:lnTo>
                    <a:pt x="223100" y="211634"/>
                  </a:lnTo>
                  <a:lnTo>
                    <a:pt x="219278" y="212590"/>
                  </a:lnTo>
                  <a:lnTo>
                    <a:pt x="215934" y="214023"/>
                  </a:lnTo>
                  <a:lnTo>
                    <a:pt x="214023" y="213545"/>
                  </a:lnTo>
                  <a:lnTo>
                    <a:pt x="209723" y="213545"/>
                  </a:lnTo>
                  <a:lnTo>
                    <a:pt x="206857" y="211634"/>
                  </a:lnTo>
                  <a:lnTo>
                    <a:pt x="201602" y="210201"/>
                  </a:lnTo>
                  <a:lnTo>
                    <a:pt x="200169" y="207335"/>
                  </a:lnTo>
                  <a:lnTo>
                    <a:pt x="197302" y="207335"/>
                  </a:lnTo>
                  <a:lnTo>
                    <a:pt x="195869" y="207335"/>
                  </a:lnTo>
                  <a:lnTo>
                    <a:pt x="194914" y="206857"/>
                  </a:lnTo>
                  <a:lnTo>
                    <a:pt x="194914" y="205901"/>
                  </a:lnTo>
                  <a:lnTo>
                    <a:pt x="194914" y="204946"/>
                  </a:lnTo>
                  <a:lnTo>
                    <a:pt x="193003" y="205424"/>
                  </a:lnTo>
                  <a:lnTo>
                    <a:pt x="192047" y="205424"/>
                  </a:lnTo>
                  <a:lnTo>
                    <a:pt x="191092" y="205901"/>
                  </a:lnTo>
                  <a:lnTo>
                    <a:pt x="190614" y="206379"/>
                  </a:lnTo>
                  <a:lnTo>
                    <a:pt x="189659" y="205901"/>
                  </a:lnTo>
                  <a:lnTo>
                    <a:pt x="189181" y="205901"/>
                  </a:lnTo>
                  <a:lnTo>
                    <a:pt x="189659" y="206379"/>
                  </a:lnTo>
                  <a:lnTo>
                    <a:pt x="187748" y="206857"/>
                  </a:lnTo>
                  <a:lnTo>
                    <a:pt x="186314" y="206379"/>
                  </a:lnTo>
                  <a:lnTo>
                    <a:pt x="182015" y="204946"/>
                  </a:lnTo>
                  <a:lnTo>
                    <a:pt x="181060" y="204468"/>
                  </a:lnTo>
                  <a:lnTo>
                    <a:pt x="178193" y="203991"/>
                  </a:lnTo>
                  <a:lnTo>
                    <a:pt x="177238" y="203513"/>
                  </a:lnTo>
                  <a:lnTo>
                    <a:pt x="175804" y="202080"/>
                  </a:lnTo>
                  <a:lnTo>
                    <a:pt x="175327" y="201602"/>
                  </a:lnTo>
                  <a:lnTo>
                    <a:pt x="174849" y="201124"/>
                  </a:lnTo>
                  <a:lnTo>
                    <a:pt x="171983" y="202080"/>
                  </a:lnTo>
                  <a:lnTo>
                    <a:pt x="171027" y="203035"/>
                  </a:lnTo>
                  <a:lnTo>
                    <a:pt x="169594" y="204468"/>
                  </a:lnTo>
                  <a:lnTo>
                    <a:pt x="159084" y="211156"/>
                  </a:lnTo>
                  <a:lnTo>
                    <a:pt x="157173" y="214023"/>
                  </a:lnTo>
                  <a:lnTo>
                    <a:pt x="154784" y="218322"/>
                  </a:lnTo>
                  <a:lnTo>
                    <a:pt x="154784" y="220233"/>
                  </a:lnTo>
                  <a:lnTo>
                    <a:pt x="155740" y="225966"/>
                  </a:lnTo>
                  <a:lnTo>
                    <a:pt x="157651" y="229310"/>
                  </a:lnTo>
                  <a:lnTo>
                    <a:pt x="158129" y="230266"/>
                  </a:lnTo>
                  <a:lnTo>
                    <a:pt x="156695" y="230266"/>
                  </a:lnTo>
                  <a:lnTo>
                    <a:pt x="154784" y="229788"/>
                  </a:lnTo>
                  <a:lnTo>
                    <a:pt x="153351" y="229310"/>
                  </a:lnTo>
                  <a:lnTo>
                    <a:pt x="151918" y="229310"/>
                  </a:lnTo>
                  <a:lnTo>
                    <a:pt x="150485" y="230266"/>
                  </a:lnTo>
                  <a:lnTo>
                    <a:pt x="149052" y="230743"/>
                  </a:lnTo>
                  <a:lnTo>
                    <a:pt x="148096" y="230743"/>
                  </a:lnTo>
                  <a:lnTo>
                    <a:pt x="147141" y="230743"/>
                  </a:lnTo>
                  <a:lnTo>
                    <a:pt x="147141" y="231699"/>
                  </a:lnTo>
                  <a:lnTo>
                    <a:pt x="147141" y="232176"/>
                  </a:lnTo>
                  <a:lnTo>
                    <a:pt x="145230" y="232176"/>
                  </a:lnTo>
                  <a:lnTo>
                    <a:pt x="141408" y="231221"/>
                  </a:lnTo>
                  <a:lnTo>
                    <a:pt x="138064" y="230266"/>
                  </a:lnTo>
                  <a:lnTo>
                    <a:pt x="136153" y="231221"/>
                  </a:lnTo>
                  <a:lnTo>
                    <a:pt x="134720" y="232176"/>
                  </a:lnTo>
                  <a:lnTo>
                    <a:pt x="133764" y="231699"/>
                  </a:lnTo>
                  <a:lnTo>
                    <a:pt x="133287" y="231221"/>
                  </a:lnTo>
                  <a:lnTo>
                    <a:pt x="133287" y="230743"/>
                  </a:lnTo>
                  <a:lnTo>
                    <a:pt x="132809" y="230266"/>
                  </a:lnTo>
                  <a:lnTo>
                    <a:pt x="131376" y="229310"/>
                  </a:lnTo>
                  <a:lnTo>
                    <a:pt x="128509" y="228355"/>
                  </a:lnTo>
                  <a:lnTo>
                    <a:pt x="128509" y="227877"/>
                  </a:lnTo>
                  <a:lnTo>
                    <a:pt x="128987" y="226921"/>
                  </a:lnTo>
                  <a:lnTo>
                    <a:pt x="128987" y="226444"/>
                  </a:lnTo>
                  <a:lnTo>
                    <a:pt x="128509" y="225966"/>
                  </a:lnTo>
                  <a:lnTo>
                    <a:pt x="125643" y="225010"/>
                  </a:lnTo>
                  <a:lnTo>
                    <a:pt x="124210" y="225010"/>
                  </a:lnTo>
                  <a:lnTo>
                    <a:pt x="123254" y="225488"/>
                  </a:lnTo>
                  <a:lnTo>
                    <a:pt x="123254" y="225488"/>
                  </a:lnTo>
                  <a:lnTo>
                    <a:pt x="122777" y="225966"/>
                  </a:lnTo>
                  <a:lnTo>
                    <a:pt x="121343" y="223577"/>
                  </a:lnTo>
                  <a:lnTo>
                    <a:pt x="119910" y="223100"/>
                  </a:lnTo>
                  <a:lnTo>
                    <a:pt x="118477" y="223100"/>
                  </a:lnTo>
                  <a:lnTo>
                    <a:pt x="116566" y="222144"/>
                  </a:lnTo>
                  <a:lnTo>
                    <a:pt x="114655" y="221667"/>
                  </a:lnTo>
                  <a:lnTo>
                    <a:pt x="109400" y="220233"/>
                  </a:lnTo>
                  <a:lnTo>
                    <a:pt x="108445" y="219756"/>
                  </a:lnTo>
                  <a:lnTo>
                    <a:pt x="107489" y="220233"/>
                  </a:lnTo>
                  <a:lnTo>
                    <a:pt x="107489" y="220233"/>
                  </a:lnTo>
                  <a:lnTo>
                    <a:pt x="107489" y="221189"/>
                  </a:lnTo>
                  <a:lnTo>
                    <a:pt x="107012" y="223577"/>
                  </a:lnTo>
                  <a:lnTo>
                    <a:pt x="107012" y="223577"/>
                  </a:lnTo>
                  <a:lnTo>
                    <a:pt x="107012" y="223577"/>
                  </a:lnTo>
                  <a:lnTo>
                    <a:pt x="104623" y="223577"/>
                  </a:lnTo>
                  <a:lnTo>
                    <a:pt x="101756" y="223577"/>
                  </a:lnTo>
                  <a:lnTo>
                    <a:pt x="100801" y="223577"/>
                  </a:lnTo>
                  <a:lnTo>
                    <a:pt x="99368" y="223577"/>
                  </a:lnTo>
                  <a:lnTo>
                    <a:pt x="98412" y="223100"/>
                  </a:lnTo>
                  <a:lnTo>
                    <a:pt x="94113" y="223577"/>
                  </a:lnTo>
                  <a:lnTo>
                    <a:pt x="93635" y="223577"/>
                  </a:lnTo>
                  <a:lnTo>
                    <a:pt x="92680" y="223100"/>
                  </a:lnTo>
                  <a:lnTo>
                    <a:pt x="91724" y="222144"/>
                  </a:lnTo>
                  <a:lnTo>
                    <a:pt x="91724" y="222144"/>
                  </a:lnTo>
                  <a:lnTo>
                    <a:pt x="90291" y="221189"/>
                  </a:lnTo>
                  <a:lnTo>
                    <a:pt x="89335" y="220711"/>
                  </a:lnTo>
                  <a:lnTo>
                    <a:pt x="88380" y="220233"/>
                  </a:lnTo>
                  <a:lnTo>
                    <a:pt x="87902" y="220233"/>
                  </a:lnTo>
                  <a:lnTo>
                    <a:pt x="86469" y="220711"/>
                  </a:lnTo>
                  <a:lnTo>
                    <a:pt x="85036" y="221189"/>
                  </a:lnTo>
                  <a:lnTo>
                    <a:pt x="83603" y="220711"/>
                  </a:lnTo>
                  <a:lnTo>
                    <a:pt x="82647" y="221189"/>
                  </a:lnTo>
                  <a:lnTo>
                    <a:pt x="79781" y="218322"/>
                  </a:lnTo>
                  <a:lnTo>
                    <a:pt x="79303" y="217367"/>
                  </a:lnTo>
                  <a:lnTo>
                    <a:pt x="79303" y="217367"/>
                  </a:lnTo>
                  <a:lnTo>
                    <a:pt x="77870" y="217367"/>
                  </a:lnTo>
                  <a:lnTo>
                    <a:pt x="75959" y="217367"/>
                  </a:lnTo>
                  <a:lnTo>
                    <a:pt x="71182" y="215456"/>
                  </a:lnTo>
                  <a:lnTo>
                    <a:pt x="71182" y="215456"/>
                  </a:lnTo>
                  <a:lnTo>
                    <a:pt x="68793" y="214501"/>
                  </a:lnTo>
                  <a:lnTo>
                    <a:pt x="68793" y="214023"/>
                  </a:lnTo>
                  <a:lnTo>
                    <a:pt x="68793" y="213545"/>
                  </a:lnTo>
                  <a:lnTo>
                    <a:pt x="68315" y="213545"/>
                  </a:lnTo>
                  <a:lnTo>
                    <a:pt x="68315" y="213545"/>
                  </a:lnTo>
                  <a:lnTo>
                    <a:pt x="67838" y="214501"/>
                  </a:lnTo>
                  <a:lnTo>
                    <a:pt x="67360" y="214978"/>
                  </a:lnTo>
                  <a:lnTo>
                    <a:pt x="66882" y="215456"/>
                  </a:lnTo>
                  <a:lnTo>
                    <a:pt x="65927" y="214978"/>
                  </a:lnTo>
                  <a:lnTo>
                    <a:pt x="65449" y="214501"/>
                  </a:lnTo>
                  <a:lnTo>
                    <a:pt x="64971" y="214501"/>
                  </a:lnTo>
                  <a:lnTo>
                    <a:pt x="65449" y="213545"/>
                  </a:lnTo>
                  <a:lnTo>
                    <a:pt x="66405" y="212590"/>
                  </a:lnTo>
                  <a:lnTo>
                    <a:pt x="66405" y="211156"/>
                  </a:lnTo>
                  <a:lnTo>
                    <a:pt x="66405" y="210201"/>
                  </a:lnTo>
                  <a:lnTo>
                    <a:pt x="66405" y="210201"/>
                  </a:lnTo>
                  <a:lnTo>
                    <a:pt x="65449" y="209245"/>
                  </a:lnTo>
                  <a:lnTo>
                    <a:pt x="63538" y="209245"/>
                  </a:lnTo>
                  <a:lnTo>
                    <a:pt x="62105" y="208768"/>
                  </a:lnTo>
                  <a:lnTo>
                    <a:pt x="60672" y="208290"/>
                  </a:lnTo>
                  <a:lnTo>
                    <a:pt x="59716" y="207812"/>
                  </a:lnTo>
                  <a:lnTo>
                    <a:pt x="58761" y="206857"/>
                  </a:lnTo>
                  <a:lnTo>
                    <a:pt x="58761" y="205901"/>
                  </a:lnTo>
                  <a:lnTo>
                    <a:pt x="62105" y="204946"/>
                  </a:lnTo>
                  <a:lnTo>
                    <a:pt x="64971" y="202080"/>
                  </a:lnTo>
                  <a:lnTo>
                    <a:pt x="67838" y="190614"/>
                  </a:lnTo>
                  <a:lnTo>
                    <a:pt x="69749" y="176760"/>
                  </a:lnTo>
                  <a:lnTo>
                    <a:pt x="71182" y="174371"/>
                  </a:lnTo>
                  <a:lnTo>
                    <a:pt x="73093" y="173416"/>
                  </a:lnTo>
                  <a:lnTo>
                    <a:pt x="71659" y="171505"/>
                  </a:lnTo>
                  <a:lnTo>
                    <a:pt x="70704" y="172460"/>
                  </a:lnTo>
                  <a:lnTo>
                    <a:pt x="70226" y="173894"/>
                  </a:lnTo>
                  <a:lnTo>
                    <a:pt x="69749" y="174371"/>
                  </a:lnTo>
                  <a:lnTo>
                    <a:pt x="70704" y="161473"/>
                  </a:lnTo>
                  <a:lnTo>
                    <a:pt x="71659" y="156695"/>
                  </a:lnTo>
                  <a:lnTo>
                    <a:pt x="73093" y="151918"/>
                  </a:lnTo>
                  <a:lnTo>
                    <a:pt x="75959" y="153829"/>
                  </a:lnTo>
                  <a:lnTo>
                    <a:pt x="77870" y="155740"/>
                  </a:lnTo>
                  <a:lnTo>
                    <a:pt x="79303" y="157651"/>
                  </a:lnTo>
                  <a:lnTo>
                    <a:pt x="80736" y="163384"/>
                  </a:lnTo>
                  <a:lnTo>
                    <a:pt x="81692" y="164339"/>
                  </a:lnTo>
                  <a:lnTo>
                    <a:pt x="83603" y="165772"/>
                  </a:lnTo>
                  <a:lnTo>
                    <a:pt x="83125" y="164339"/>
                  </a:lnTo>
                  <a:lnTo>
                    <a:pt x="81692" y="163384"/>
                  </a:lnTo>
                  <a:lnTo>
                    <a:pt x="79781" y="155740"/>
                  </a:lnTo>
                  <a:lnTo>
                    <a:pt x="78825" y="153829"/>
                  </a:lnTo>
                  <a:lnTo>
                    <a:pt x="76915" y="151918"/>
                  </a:lnTo>
                  <a:lnTo>
                    <a:pt x="71182" y="148096"/>
                  </a:lnTo>
                  <a:lnTo>
                    <a:pt x="70704" y="147141"/>
                  </a:lnTo>
                  <a:lnTo>
                    <a:pt x="70226" y="145707"/>
                  </a:lnTo>
                  <a:lnTo>
                    <a:pt x="72137" y="145707"/>
                  </a:lnTo>
                  <a:lnTo>
                    <a:pt x="74048" y="146663"/>
                  </a:lnTo>
                  <a:lnTo>
                    <a:pt x="73570" y="145707"/>
                  </a:lnTo>
                  <a:lnTo>
                    <a:pt x="73093" y="144752"/>
                  </a:lnTo>
                  <a:lnTo>
                    <a:pt x="72615" y="141886"/>
                  </a:lnTo>
                  <a:lnTo>
                    <a:pt x="71659" y="134242"/>
                  </a:lnTo>
                  <a:lnTo>
                    <a:pt x="72137" y="133287"/>
                  </a:lnTo>
                  <a:lnTo>
                    <a:pt x="71659" y="131376"/>
                  </a:lnTo>
                  <a:lnTo>
                    <a:pt x="69749" y="131376"/>
                  </a:lnTo>
                  <a:lnTo>
                    <a:pt x="68315" y="131376"/>
                  </a:lnTo>
                  <a:lnTo>
                    <a:pt x="66882" y="130420"/>
                  </a:lnTo>
                  <a:lnTo>
                    <a:pt x="59239" y="126121"/>
                  </a:lnTo>
                  <a:lnTo>
                    <a:pt x="56372" y="121821"/>
                  </a:lnTo>
                  <a:lnTo>
                    <a:pt x="53506" y="118477"/>
                  </a:lnTo>
                  <a:lnTo>
                    <a:pt x="53028" y="117044"/>
                  </a:lnTo>
                  <a:lnTo>
                    <a:pt x="53028" y="115611"/>
                  </a:lnTo>
                  <a:lnTo>
                    <a:pt x="54461" y="112266"/>
                  </a:lnTo>
                  <a:lnTo>
                    <a:pt x="53028" y="110355"/>
                  </a:lnTo>
                  <a:lnTo>
                    <a:pt x="52073" y="109878"/>
                  </a:lnTo>
                  <a:lnTo>
                    <a:pt x="50639" y="108922"/>
                  </a:lnTo>
                  <a:lnTo>
                    <a:pt x="51595" y="107489"/>
                  </a:lnTo>
                  <a:lnTo>
                    <a:pt x="52550" y="106534"/>
                  </a:lnTo>
                  <a:lnTo>
                    <a:pt x="54461" y="106056"/>
                  </a:lnTo>
                  <a:lnTo>
                    <a:pt x="56372" y="106534"/>
                  </a:lnTo>
                  <a:lnTo>
                    <a:pt x="58283" y="107489"/>
                  </a:lnTo>
                  <a:lnTo>
                    <a:pt x="59716" y="107489"/>
                  </a:lnTo>
                  <a:lnTo>
                    <a:pt x="55417" y="105100"/>
                  </a:lnTo>
                  <a:lnTo>
                    <a:pt x="47773" y="106056"/>
                  </a:lnTo>
                  <a:lnTo>
                    <a:pt x="46340" y="105578"/>
                  </a:lnTo>
                  <a:lnTo>
                    <a:pt x="44907" y="105100"/>
                  </a:lnTo>
                  <a:lnTo>
                    <a:pt x="44429" y="103189"/>
                  </a:lnTo>
                  <a:lnTo>
                    <a:pt x="45384" y="102234"/>
                  </a:lnTo>
                  <a:lnTo>
                    <a:pt x="46340" y="100801"/>
                  </a:lnTo>
                  <a:lnTo>
                    <a:pt x="45384" y="99845"/>
                  </a:lnTo>
                  <a:lnTo>
                    <a:pt x="43951" y="99368"/>
                  </a:lnTo>
                  <a:lnTo>
                    <a:pt x="41563" y="99368"/>
                  </a:lnTo>
                  <a:lnTo>
                    <a:pt x="39651" y="99845"/>
                  </a:lnTo>
                  <a:lnTo>
                    <a:pt x="39174" y="98890"/>
                  </a:lnTo>
                  <a:lnTo>
                    <a:pt x="40129" y="97457"/>
                  </a:lnTo>
                  <a:lnTo>
                    <a:pt x="39174" y="96501"/>
                  </a:lnTo>
                  <a:lnTo>
                    <a:pt x="37741" y="96979"/>
                  </a:lnTo>
                  <a:lnTo>
                    <a:pt x="35830" y="97457"/>
                  </a:lnTo>
                  <a:lnTo>
                    <a:pt x="33441" y="96979"/>
                  </a:lnTo>
                  <a:lnTo>
                    <a:pt x="32008" y="94590"/>
                  </a:lnTo>
                  <a:lnTo>
                    <a:pt x="30575" y="94590"/>
                  </a:lnTo>
                  <a:lnTo>
                    <a:pt x="29619" y="95068"/>
                  </a:lnTo>
                  <a:lnTo>
                    <a:pt x="28186" y="94113"/>
                  </a:lnTo>
                  <a:lnTo>
                    <a:pt x="27231" y="94113"/>
                  </a:lnTo>
                  <a:lnTo>
                    <a:pt x="26275" y="94590"/>
                  </a:lnTo>
                  <a:lnTo>
                    <a:pt x="24842" y="93157"/>
                  </a:lnTo>
                  <a:lnTo>
                    <a:pt x="17198" y="90769"/>
                  </a:lnTo>
                  <a:lnTo>
                    <a:pt x="13854" y="90769"/>
                  </a:lnTo>
                  <a:lnTo>
                    <a:pt x="10510" y="91724"/>
                  </a:lnTo>
                  <a:lnTo>
                    <a:pt x="9077" y="91246"/>
                  </a:lnTo>
                  <a:lnTo>
                    <a:pt x="7644" y="89813"/>
                  </a:lnTo>
                  <a:lnTo>
                    <a:pt x="6688" y="87424"/>
                  </a:lnTo>
                  <a:lnTo>
                    <a:pt x="1433" y="85514"/>
                  </a:lnTo>
                  <a:lnTo>
                    <a:pt x="2867" y="84080"/>
                  </a:lnTo>
                  <a:lnTo>
                    <a:pt x="4777" y="84080"/>
                  </a:lnTo>
                  <a:lnTo>
                    <a:pt x="7644" y="83125"/>
                  </a:lnTo>
                  <a:lnTo>
                    <a:pt x="8599" y="82170"/>
                  </a:lnTo>
                  <a:lnTo>
                    <a:pt x="6688" y="80736"/>
                  </a:lnTo>
                  <a:lnTo>
                    <a:pt x="4777" y="80258"/>
                  </a:lnTo>
                  <a:lnTo>
                    <a:pt x="4300" y="79781"/>
                  </a:lnTo>
                  <a:lnTo>
                    <a:pt x="3822" y="78825"/>
                  </a:lnTo>
                  <a:lnTo>
                    <a:pt x="4777" y="78348"/>
                  </a:lnTo>
                  <a:lnTo>
                    <a:pt x="5255" y="78348"/>
                  </a:lnTo>
                  <a:lnTo>
                    <a:pt x="7166" y="78825"/>
                  </a:lnTo>
                  <a:lnTo>
                    <a:pt x="10510" y="78348"/>
                  </a:lnTo>
                  <a:lnTo>
                    <a:pt x="9077" y="77392"/>
                  </a:lnTo>
                  <a:lnTo>
                    <a:pt x="8121" y="76914"/>
                  </a:lnTo>
                  <a:lnTo>
                    <a:pt x="7166" y="76437"/>
                  </a:lnTo>
                  <a:lnTo>
                    <a:pt x="4777" y="76437"/>
                  </a:lnTo>
                  <a:lnTo>
                    <a:pt x="3344" y="76914"/>
                  </a:lnTo>
                  <a:lnTo>
                    <a:pt x="956" y="76914"/>
                  </a:lnTo>
                  <a:lnTo>
                    <a:pt x="478" y="75481"/>
                  </a:lnTo>
                  <a:lnTo>
                    <a:pt x="0" y="74526"/>
                  </a:lnTo>
                  <a:lnTo>
                    <a:pt x="956" y="71659"/>
                  </a:lnTo>
                  <a:lnTo>
                    <a:pt x="4777" y="69749"/>
                  </a:lnTo>
                  <a:lnTo>
                    <a:pt x="13854" y="67360"/>
                  </a:lnTo>
                  <a:lnTo>
                    <a:pt x="18154" y="67838"/>
                  </a:lnTo>
                  <a:lnTo>
                    <a:pt x="20542" y="67360"/>
                  </a:lnTo>
                  <a:lnTo>
                    <a:pt x="23886" y="65927"/>
                  </a:lnTo>
                  <a:lnTo>
                    <a:pt x="25320" y="64493"/>
                  </a:lnTo>
                  <a:lnTo>
                    <a:pt x="30097" y="63538"/>
                  </a:lnTo>
                  <a:lnTo>
                    <a:pt x="34874" y="64971"/>
                  </a:lnTo>
                  <a:lnTo>
                    <a:pt x="39174" y="70226"/>
                  </a:lnTo>
                  <a:lnTo>
                    <a:pt x="41085" y="72137"/>
                  </a:lnTo>
                  <a:lnTo>
                    <a:pt x="45862" y="68793"/>
                  </a:lnTo>
                  <a:lnTo>
                    <a:pt x="53028" y="68793"/>
                  </a:lnTo>
                  <a:lnTo>
                    <a:pt x="54461" y="70704"/>
                  </a:lnTo>
                  <a:lnTo>
                    <a:pt x="55417" y="69271"/>
                  </a:lnTo>
                  <a:lnTo>
                    <a:pt x="56372" y="67360"/>
                  </a:lnTo>
                  <a:lnTo>
                    <a:pt x="57805" y="68315"/>
                  </a:lnTo>
                  <a:lnTo>
                    <a:pt x="58283" y="69271"/>
                  </a:lnTo>
                  <a:lnTo>
                    <a:pt x="65927" y="69271"/>
                  </a:lnTo>
                  <a:lnTo>
                    <a:pt x="66882" y="68793"/>
                  </a:lnTo>
                  <a:lnTo>
                    <a:pt x="64971" y="67360"/>
                  </a:lnTo>
                  <a:lnTo>
                    <a:pt x="63538" y="64493"/>
                  </a:lnTo>
                  <a:lnTo>
                    <a:pt x="63060" y="53506"/>
                  </a:lnTo>
                  <a:lnTo>
                    <a:pt x="60672" y="50639"/>
                  </a:lnTo>
                  <a:lnTo>
                    <a:pt x="58283" y="45384"/>
                  </a:lnTo>
                  <a:lnTo>
                    <a:pt x="57328" y="42518"/>
                  </a:lnTo>
                  <a:lnTo>
                    <a:pt x="57328" y="41563"/>
                  </a:lnTo>
                  <a:lnTo>
                    <a:pt x="57805" y="40129"/>
                  </a:lnTo>
                  <a:lnTo>
                    <a:pt x="60672" y="40129"/>
                  </a:lnTo>
                  <a:lnTo>
                    <a:pt x="63060" y="40607"/>
                  </a:lnTo>
                  <a:lnTo>
                    <a:pt x="67360" y="39651"/>
                  </a:lnTo>
                  <a:lnTo>
                    <a:pt x="69271" y="40129"/>
                  </a:lnTo>
                  <a:lnTo>
                    <a:pt x="69271" y="42518"/>
                  </a:lnTo>
                  <a:lnTo>
                    <a:pt x="69749" y="45384"/>
                  </a:lnTo>
                  <a:lnTo>
                    <a:pt x="70704" y="46817"/>
                  </a:lnTo>
                  <a:lnTo>
                    <a:pt x="71659" y="48251"/>
                  </a:lnTo>
                  <a:lnTo>
                    <a:pt x="75481" y="48251"/>
                  </a:lnTo>
                  <a:lnTo>
                    <a:pt x="79303" y="49206"/>
                  </a:lnTo>
                  <a:lnTo>
                    <a:pt x="84081" y="49206"/>
                  </a:lnTo>
                  <a:lnTo>
                    <a:pt x="91246" y="51117"/>
                  </a:lnTo>
                  <a:lnTo>
                    <a:pt x="94113" y="50162"/>
                  </a:lnTo>
                  <a:lnTo>
                    <a:pt x="96979" y="48251"/>
                  </a:lnTo>
                  <a:lnTo>
                    <a:pt x="102712" y="46817"/>
                  </a:lnTo>
                  <a:lnTo>
                    <a:pt x="103190" y="45862"/>
                  </a:lnTo>
                  <a:lnTo>
                    <a:pt x="99846" y="46340"/>
                  </a:lnTo>
                  <a:lnTo>
                    <a:pt x="96979" y="44907"/>
                  </a:lnTo>
                  <a:lnTo>
                    <a:pt x="96501" y="43473"/>
                  </a:lnTo>
                  <a:lnTo>
                    <a:pt x="96979" y="42518"/>
                  </a:lnTo>
                  <a:lnTo>
                    <a:pt x="97935" y="39651"/>
                  </a:lnTo>
                  <a:lnTo>
                    <a:pt x="106534" y="35352"/>
                  </a:lnTo>
                  <a:lnTo>
                    <a:pt x="112744" y="33919"/>
                  </a:lnTo>
                  <a:lnTo>
                    <a:pt x="118955" y="31530"/>
                  </a:lnTo>
                  <a:lnTo>
                    <a:pt x="122299" y="28664"/>
                  </a:lnTo>
                  <a:lnTo>
                    <a:pt x="124210" y="25320"/>
                  </a:lnTo>
                  <a:lnTo>
                    <a:pt x="125165" y="24842"/>
                  </a:lnTo>
                  <a:lnTo>
                    <a:pt x="126121" y="24364"/>
                  </a:lnTo>
                  <a:lnTo>
                    <a:pt x="125165" y="22931"/>
                  </a:lnTo>
                  <a:lnTo>
                    <a:pt x="125643" y="10032"/>
                  </a:lnTo>
                  <a:lnTo>
                    <a:pt x="126121" y="8121"/>
                  </a:lnTo>
                  <a:lnTo>
                    <a:pt x="127554" y="6210"/>
                  </a:lnTo>
                  <a:lnTo>
                    <a:pt x="129465" y="4777"/>
                  </a:lnTo>
                  <a:lnTo>
                    <a:pt x="132331" y="2866"/>
                  </a:lnTo>
                  <a:lnTo>
                    <a:pt x="142841" y="956"/>
                  </a:lnTo>
                  <a:lnTo>
                    <a:pt x="144274" y="0"/>
                  </a:lnTo>
                  <a:lnTo>
                    <a:pt x="144752" y="1433"/>
                  </a:lnTo>
                  <a:lnTo>
                    <a:pt x="145230" y="2866"/>
                  </a:lnTo>
                  <a:lnTo>
                    <a:pt x="146185" y="3822"/>
                  </a:lnTo>
                  <a:lnTo>
                    <a:pt x="146185" y="3822"/>
                  </a:lnTo>
                  <a:lnTo>
                    <a:pt x="145707" y="5255"/>
                  </a:lnTo>
                  <a:lnTo>
                    <a:pt x="145707" y="6210"/>
                  </a:lnTo>
                  <a:lnTo>
                    <a:pt x="147141" y="8121"/>
                  </a:lnTo>
                  <a:lnTo>
                    <a:pt x="147141" y="8121"/>
                  </a:lnTo>
                  <a:lnTo>
                    <a:pt x="149052" y="10032"/>
                  </a:lnTo>
                  <a:lnTo>
                    <a:pt x="149052" y="10032"/>
                  </a:lnTo>
                  <a:lnTo>
                    <a:pt x="150963" y="10988"/>
                  </a:lnTo>
                  <a:lnTo>
                    <a:pt x="150963" y="10988"/>
                  </a:lnTo>
                  <a:lnTo>
                    <a:pt x="152396" y="10510"/>
                  </a:lnTo>
                  <a:lnTo>
                    <a:pt x="154307" y="9555"/>
                  </a:lnTo>
                  <a:lnTo>
                    <a:pt x="156218" y="9077"/>
                  </a:lnTo>
                  <a:lnTo>
                    <a:pt x="157173" y="10032"/>
                  </a:lnTo>
                  <a:lnTo>
                    <a:pt x="157651" y="10510"/>
                  </a:lnTo>
                  <a:lnTo>
                    <a:pt x="158606" y="12421"/>
                  </a:lnTo>
                  <a:lnTo>
                    <a:pt x="159084" y="14332"/>
                  </a:lnTo>
                  <a:lnTo>
                    <a:pt x="159562" y="16243"/>
                  </a:lnTo>
                  <a:lnTo>
                    <a:pt x="160039" y="16721"/>
                  </a:lnTo>
                  <a:lnTo>
                    <a:pt x="163384" y="17198"/>
                  </a:lnTo>
                  <a:lnTo>
                    <a:pt x="165772" y="17676"/>
                  </a:lnTo>
                  <a:lnTo>
                    <a:pt x="166250" y="18154"/>
                  </a:lnTo>
                  <a:lnTo>
                    <a:pt x="167205" y="21976"/>
                  </a:lnTo>
                  <a:lnTo>
                    <a:pt x="167683" y="22453"/>
                  </a:lnTo>
                  <a:lnTo>
                    <a:pt x="168161" y="21976"/>
                  </a:lnTo>
                  <a:lnTo>
                    <a:pt x="168638" y="21498"/>
                  </a:lnTo>
                  <a:lnTo>
                    <a:pt x="169594" y="21498"/>
                  </a:lnTo>
                  <a:lnTo>
                    <a:pt x="171027" y="21498"/>
                  </a:lnTo>
                  <a:lnTo>
                    <a:pt x="172938" y="21498"/>
                  </a:lnTo>
                  <a:lnTo>
                    <a:pt x="174849" y="21976"/>
                  </a:lnTo>
                  <a:lnTo>
                    <a:pt x="177238" y="24364"/>
                  </a:lnTo>
                  <a:lnTo>
                    <a:pt x="177238" y="24842"/>
                  </a:lnTo>
                  <a:lnTo>
                    <a:pt x="176760" y="26275"/>
                  </a:lnTo>
                  <a:lnTo>
                    <a:pt x="176282" y="27231"/>
                  </a:lnTo>
                  <a:lnTo>
                    <a:pt x="176760" y="27708"/>
                  </a:lnTo>
                  <a:lnTo>
                    <a:pt x="177715" y="28664"/>
                  </a:lnTo>
                  <a:lnTo>
                    <a:pt x="177238" y="29619"/>
                  </a:lnTo>
                  <a:lnTo>
                    <a:pt x="176760" y="30575"/>
                  </a:lnTo>
                  <a:lnTo>
                    <a:pt x="176282" y="31052"/>
                  </a:lnTo>
                  <a:lnTo>
                    <a:pt x="176282" y="31530"/>
                  </a:lnTo>
                  <a:lnTo>
                    <a:pt x="176760" y="32008"/>
                  </a:lnTo>
                  <a:lnTo>
                    <a:pt x="176760" y="32008"/>
                  </a:lnTo>
                  <a:lnTo>
                    <a:pt x="177238" y="32486"/>
                  </a:lnTo>
                  <a:lnTo>
                    <a:pt x="177238" y="32486"/>
                  </a:lnTo>
                  <a:lnTo>
                    <a:pt x="181060" y="32963"/>
                  </a:lnTo>
                  <a:lnTo>
                    <a:pt x="184404" y="32486"/>
                  </a:lnTo>
                  <a:lnTo>
                    <a:pt x="186792" y="31052"/>
                  </a:lnTo>
                  <a:lnTo>
                    <a:pt x="187270" y="30097"/>
                  </a:lnTo>
                  <a:lnTo>
                    <a:pt x="187748" y="29142"/>
                  </a:lnTo>
                  <a:lnTo>
                    <a:pt x="187748" y="28664"/>
                  </a:lnTo>
                  <a:lnTo>
                    <a:pt x="189181" y="27231"/>
                  </a:lnTo>
                  <a:lnTo>
                    <a:pt x="190136" y="26753"/>
                  </a:lnTo>
                  <a:lnTo>
                    <a:pt x="190614" y="27231"/>
                  </a:lnTo>
                  <a:lnTo>
                    <a:pt x="189659" y="32486"/>
                  </a:lnTo>
                  <a:lnTo>
                    <a:pt x="190614" y="33441"/>
                  </a:lnTo>
                  <a:lnTo>
                    <a:pt x="190614" y="35352"/>
                  </a:lnTo>
                  <a:lnTo>
                    <a:pt x="191092" y="37263"/>
                  </a:lnTo>
                  <a:lnTo>
                    <a:pt x="191092" y="37263"/>
                  </a:lnTo>
                  <a:lnTo>
                    <a:pt x="192047" y="37263"/>
                  </a:lnTo>
                  <a:lnTo>
                    <a:pt x="193958" y="37263"/>
                  </a:lnTo>
                  <a:lnTo>
                    <a:pt x="194914" y="38218"/>
                  </a:lnTo>
                  <a:lnTo>
                    <a:pt x="195869" y="39174"/>
                  </a:lnTo>
                  <a:lnTo>
                    <a:pt x="197780" y="40129"/>
                  </a:lnTo>
                  <a:lnTo>
                    <a:pt x="199213" y="40129"/>
                  </a:lnTo>
                  <a:lnTo>
                    <a:pt x="199691" y="41085"/>
                  </a:lnTo>
                  <a:lnTo>
                    <a:pt x="199691" y="41085"/>
                  </a:lnTo>
                  <a:lnTo>
                    <a:pt x="200646" y="42040"/>
                  </a:lnTo>
                  <a:lnTo>
                    <a:pt x="202079" y="43951"/>
                  </a:lnTo>
                  <a:lnTo>
                    <a:pt x="202079" y="43951"/>
                  </a:lnTo>
                  <a:lnTo>
                    <a:pt x="203513" y="44907"/>
                  </a:lnTo>
                  <a:lnTo>
                    <a:pt x="204468" y="44907"/>
                  </a:lnTo>
                  <a:lnTo>
                    <a:pt x="204468" y="44907"/>
                  </a:lnTo>
                  <a:lnTo>
                    <a:pt x="205902" y="44429"/>
                  </a:lnTo>
                  <a:lnTo>
                    <a:pt x="207812" y="43951"/>
                  </a:lnTo>
                  <a:lnTo>
                    <a:pt x="209245" y="44429"/>
                  </a:lnTo>
                  <a:lnTo>
                    <a:pt x="209723" y="44907"/>
                  </a:lnTo>
                  <a:lnTo>
                    <a:pt x="210201" y="44907"/>
                  </a:lnTo>
                  <a:lnTo>
                    <a:pt x="211634" y="45384"/>
                  </a:lnTo>
                  <a:lnTo>
                    <a:pt x="212112" y="45862"/>
                  </a:lnTo>
                  <a:lnTo>
                    <a:pt x="212590" y="46340"/>
                  </a:lnTo>
                  <a:lnTo>
                    <a:pt x="213545" y="46817"/>
                  </a:lnTo>
                  <a:lnTo>
                    <a:pt x="214978" y="46340"/>
                  </a:lnTo>
                  <a:lnTo>
                    <a:pt x="215934" y="45862"/>
                  </a:lnTo>
                  <a:lnTo>
                    <a:pt x="216889" y="45384"/>
                  </a:lnTo>
                  <a:lnTo>
                    <a:pt x="218322" y="45384"/>
                  </a:lnTo>
                  <a:lnTo>
                    <a:pt x="218800" y="45862"/>
                  </a:lnTo>
                  <a:lnTo>
                    <a:pt x="220233" y="46340"/>
                  </a:lnTo>
                  <a:lnTo>
                    <a:pt x="220233" y="46340"/>
                  </a:lnTo>
                  <a:lnTo>
                    <a:pt x="220233" y="46340"/>
                  </a:lnTo>
                  <a:lnTo>
                    <a:pt x="221189" y="46340"/>
                  </a:lnTo>
                  <a:lnTo>
                    <a:pt x="222622" y="46817"/>
                  </a:lnTo>
                  <a:lnTo>
                    <a:pt x="224055" y="48251"/>
                  </a:lnTo>
                  <a:lnTo>
                    <a:pt x="224533" y="49684"/>
                  </a:lnTo>
                  <a:lnTo>
                    <a:pt x="225011" y="50162"/>
                  </a:lnTo>
                  <a:lnTo>
                    <a:pt x="225488" y="51117"/>
                  </a:lnTo>
                  <a:lnTo>
                    <a:pt x="227877" y="54939"/>
                  </a:lnTo>
                  <a:lnTo>
                    <a:pt x="227877" y="54939"/>
                  </a:lnTo>
                  <a:lnTo>
                    <a:pt x="228833" y="54939"/>
                  </a:lnTo>
                  <a:lnTo>
                    <a:pt x="229788" y="54461"/>
                  </a:lnTo>
                  <a:lnTo>
                    <a:pt x="229788" y="54461"/>
                  </a:lnTo>
                  <a:lnTo>
                    <a:pt x="230266" y="53506"/>
                  </a:lnTo>
                  <a:lnTo>
                    <a:pt x="231221" y="53506"/>
                  </a:lnTo>
                  <a:lnTo>
                    <a:pt x="232654" y="53983"/>
                  </a:lnTo>
                  <a:lnTo>
                    <a:pt x="233132" y="53983"/>
                  </a:lnTo>
                  <a:lnTo>
                    <a:pt x="233610" y="55894"/>
                  </a:lnTo>
                  <a:lnTo>
                    <a:pt x="234087" y="55894"/>
                  </a:lnTo>
                  <a:lnTo>
                    <a:pt x="234087" y="55894"/>
                  </a:lnTo>
                  <a:lnTo>
                    <a:pt x="234565" y="55894"/>
                  </a:lnTo>
                  <a:lnTo>
                    <a:pt x="235521" y="55417"/>
                  </a:lnTo>
                  <a:lnTo>
                    <a:pt x="235521" y="55417"/>
                  </a:lnTo>
                  <a:lnTo>
                    <a:pt x="237432" y="55894"/>
                  </a:lnTo>
                  <a:lnTo>
                    <a:pt x="239343" y="55417"/>
                  </a:lnTo>
                  <a:lnTo>
                    <a:pt x="241253" y="54939"/>
                  </a:lnTo>
                  <a:lnTo>
                    <a:pt x="242209" y="54939"/>
                  </a:lnTo>
                  <a:lnTo>
                    <a:pt x="243642" y="56850"/>
                  </a:lnTo>
                  <a:lnTo>
                    <a:pt x="245553" y="57328"/>
                  </a:lnTo>
                  <a:lnTo>
                    <a:pt x="248897" y="57805"/>
                  </a:lnTo>
                  <a:lnTo>
                    <a:pt x="249375" y="57805"/>
                  </a:lnTo>
                  <a:lnTo>
                    <a:pt x="253197" y="58761"/>
                  </a:lnTo>
                  <a:lnTo>
                    <a:pt x="254630" y="59716"/>
                  </a:lnTo>
                  <a:lnTo>
                    <a:pt x="255585" y="5971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" name="Freeform 2177">
              <a:extLst>
                <a:ext uri="{FF2B5EF4-FFF2-40B4-BE49-F238E27FC236}">
                  <a16:creationId xmlns:a16="http://schemas.microsoft.com/office/drawing/2014/main" id="{D20C5947-0401-A8BC-6245-FDA51C21852B}"/>
                </a:ext>
              </a:extLst>
            </p:cNvPr>
            <p:cNvSpPr/>
            <p:nvPr/>
          </p:nvSpPr>
          <p:spPr>
            <a:xfrm>
              <a:off x="6038671" y="3234826"/>
              <a:ext cx="6688" cy="5255"/>
            </a:xfrm>
            <a:custGeom>
              <a:avLst/>
              <a:gdLst>
                <a:gd name="csX0" fmla="*/ 6210 w 6688"/>
                <a:gd name="csY0" fmla="*/ 1433 h 5255"/>
                <a:gd name="csX1" fmla="*/ 6688 w 6688"/>
                <a:gd name="csY1" fmla="*/ 4300 h 5255"/>
                <a:gd name="csX2" fmla="*/ 5733 w 6688"/>
                <a:gd name="csY2" fmla="*/ 5255 h 5255"/>
                <a:gd name="csX3" fmla="*/ 3822 w 6688"/>
                <a:gd name="csY3" fmla="*/ 5255 h 5255"/>
                <a:gd name="csX4" fmla="*/ 1433 w 6688"/>
                <a:gd name="csY4" fmla="*/ 4777 h 5255"/>
                <a:gd name="csX5" fmla="*/ 0 w 6688"/>
                <a:gd name="csY5" fmla="*/ 3344 h 5255"/>
                <a:gd name="csX6" fmla="*/ 0 w 6688"/>
                <a:gd name="csY6" fmla="*/ 1911 h 5255"/>
                <a:gd name="csX7" fmla="*/ 2389 w 6688"/>
                <a:gd name="csY7" fmla="*/ 478 h 5255"/>
                <a:gd name="csX8" fmla="*/ 5255 w 6688"/>
                <a:gd name="csY8" fmla="*/ 0 h 5255"/>
                <a:gd name="csX9" fmla="*/ 6210 w 6688"/>
                <a:gd name="csY9" fmla="*/ 1433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688" h="5255">
                  <a:moveTo>
                    <a:pt x="6210" y="1433"/>
                  </a:moveTo>
                  <a:lnTo>
                    <a:pt x="6688" y="4300"/>
                  </a:lnTo>
                  <a:lnTo>
                    <a:pt x="5733" y="5255"/>
                  </a:lnTo>
                  <a:lnTo>
                    <a:pt x="3822" y="5255"/>
                  </a:lnTo>
                  <a:lnTo>
                    <a:pt x="1433" y="4777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2389" y="478"/>
                  </a:lnTo>
                  <a:lnTo>
                    <a:pt x="5255" y="0"/>
                  </a:lnTo>
                  <a:lnTo>
                    <a:pt x="62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9" name="Freeform 2178">
              <a:extLst>
                <a:ext uri="{FF2B5EF4-FFF2-40B4-BE49-F238E27FC236}">
                  <a16:creationId xmlns:a16="http://schemas.microsoft.com/office/drawing/2014/main" id="{0A0F8188-1DBD-342E-8952-628D937B3CD3}"/>
                </a:ext>
              </a:extLst>
            </p:cNvPr>
            <p:cNvSpPr/>
            <p:nvPr/>
          </p:nvSpPr>
          <p:spPr>
            <a:xfrm>
              <a:off x="6043926" y="3788514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6 w 955"/>
                <a:gd name="csY1" fmla="*/ 1433 h 1433"/>
                <a:gd name="csX2" fmla="*/ 956 w 955"/>
                <a:gd name="csY2" fmla="*/ 1433 h 1433"/>
                <a:gd name="csX3" fmla="*/ 0 w 955"/>
                <a:gd name="csY3" fmla="*/ 0 h 1433"/>
                <a:gd name="csX4" fmla="*/ 0 w 955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6" y="1433"/>
                  </a:lnTo>
                  <a:lnTo>
                    <a:pt x="956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" name="Freeform 2179">
              <a:extLst>
                <a:ext uri="{FF2B5EF4-FFF2-40B4-BE49-F238E27FC236}">
                  <a16:creationId xmlns:a16="http://schemas.microsoft.com/office/drawing/2014/main" id="{F7158D07-47D7-A3C8-CBA0-5E8BFAEBD4AB}"/>
                </a:ext>
              </a:extLst>
            </p:cNvPr>
            <p:cNvSpPr/>
            <p:nvPr/>
          </p:nvSpPr>
          <p:spPr>
            <a:xfrm>
              <a:off x="6037238" y="4067508"/>
              <a:ext cx="7643" cy="7165"/>
            </a:xfrm>
            <a:custGeom>
              <a:avLst/>
              <a:gdLst>
                <a:gd name="csX0" fmla="*/ 7644 w 7643"/>
                <a:gd name="csY0" fmla="*/ 0 h 7165"/>
                <a:gd name="csX1" fmla="*/ 6210 w 7643"/>
                <a:gd name="csY1" fmla="*/ 1433 h 7165"/>
                <a:gd name="csX2" fmla="*/ 4299 w 7643"/>
                <a:gd name="csY2" fmla="*/ 2389 h 7165"/>
                <a:gd name="csX3" fmla="*/ 1911 w 7643"/>
                <a:gd name="csY3" fmla="*/ 3822 h 7165"/>
                <a:gd name="csX4" fmla="*/ 0 w 7643"/>
                <a:gd name="csY4" fmla="*/ 7166 h 7165"/>
                <a:gd name="csX5" fmla="*/ 1911 w 7643"/>
                <a:gd name="csY5" fmla="*/ 3344 h 7165"/>
                <a:gd name="csX6" fmla="*/ 4299 w 7643"/>
                <a:gd name="csY6" fmla="*/ 2389 h 7165"/>
                <a:gd name="csX7" fmla="*/ 6210 w 7643"/>
                <a:gd name="csY7" fmla="*/ 1433 h 7165"/>
                <a:gd name="csX8" fmla="*/ 7644 w 7643"/>
                <a:gd name="csY8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43" h="7165">
                  <a:moveTo>
                    <a:pt x="7644" y="0"/>
                  </a:moveTo>
                  <a:lnTo>
                    <a:pt x="6210" y="1433"/>
                  </a:lnTo>
                  <a:lnTo>
                    <a:pt x="4299" y="2389"/>
                  </a:lnTo>
                  <a:lnTo>
                    <a:pt x="1911" y="3822"/>
                  </a:lnTo>
                  <a:lnTo>
                    <a:pt x="0" y="7166"/>
                  </a:lnTo>
                  <a:lnTo>
                    <a:pt x="1911" y="3344"/>
                  </a:lnTo>
                  <a:lnTo>
                    <a:pt x="4299" y="2389"/>
                  </a:lnTo>
                  <a:lnTo>
                    <a:pt x="6210" y="1433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1" name="Freeform 2180">
              <a:extLst>
                <a:ext uri="{FF2B5EF4-FFF2-40B4-BE49-F238E27FC236}">
                  <a16:creationId xmlns:a16="http://schemas.microsoft.com/office/drawing/2014/main" id="{5051EE64-069D-DAC9-9F2A-C1113E98EFF2}"/>
                </a:ext>
              </a:extLst>
            </p:cNvPr>
            <p:cNvSpPr/>
            <p:nvPr/>
          </p:nvSpPr>
          <p:spPr>
            <a:xfrm>
              <a:off x="6043926" y="4099993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2" name="Freeform 2181">
              <a:extLst>
                <a:ext uri="{FF2B5EF4-FFF2-40B4-BE49-F238E27FC236}">
                  <a16:creationId xmlns:a16="http://schemas.microsoft.com/office/drawing/2014/main" id="{5C580B13-1DCE-6E5D-E03F-79F3F4B60C16}"/>
                </a:ext>
              </a:extLst>
            </p:cNvPr>
            <p:cNvSpPr/>
            <p:nvPr/>
          </p:nvSpPr>
          <p:spPr>
            <a:xfrm>
              <a:off x="6032939" y="4074674"/>
              <a:ext cx="4299" cy="3821"/>
            </a:xfrm>
            <a:custGeom>
              <a:avLst/>
              <a:gdLst>
                <a:gd name="csX0" fmla="*/ 4300 w 4299"/>
                <a:gd name="csY0" fmla="*/ 0 h 3821"/>
                <a:gd name="csX1" fmla="*/ 478 w 4299"/>
                <a:gd name="csY1" fmla="*/ 2867 h 3821"/>
                <a:gd name="csX2" fmla="*/ 0 w 4299"/>
                <a:gd name="csY2" fmla="*/ 3822 h 3821"/>
                <a:gd name="csX3" fmla="*/ 478 w 4299"/>
                <a:gd name="csY3" fmla="*/ 2867 h 3821"/>
                <a:gd name="csX4" fmla="*/ 4300 w 4299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3821">
                  <a:moveTo>
                    <a:pt x="4300" y="0"/>
                  </a:moveTo>
                  <a:lnTo>
                    <a:pt x="478" y="2867"/>
                  </a:lnTo>
                  <a:lnTo>
                    <a:pt x="0" y="3822"/>
                  </a:lnTo>
                  <a:lnTo>
                    <a:pt x="478" y="2867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3" name="Freeform 2182">
              <a:extLst>
                <a:ext uri="{FF2B5EF4-FFF2-40B4-BE49-F238E27FC236}">
                  <a16:creationId xmlns:a16="http://schemas.microsoft.com/office/drawing/2014/main" id="{5D030241-9416-123A-F231-34C4731F2DD5}"/>
                </a:ext>
              </a:extLst>
            </p:cNvPr>
            <p:cNvSpPr/>
            <p:nvPr/>
          </p:nvSpPr>
          <p:spPr>
            <a:xfrm>
              <a:off x="6032939" y="4086139"/>
              <a:ext cx="3821" cy="7643"/>
            </a:xfrm>
            <a:custGeom>
              <a:avLst/>
              <a:gdLst>
                <a:gd name="csX0" fmla="*/ 1911 w 3821"/>
                <a:gd name="csY0" fmla="*/ 3822 h 7643"/>
                <a:gd name="csX1" fmla="*/ 3822 w 3821"/>
                <a:gd name="csY1" fmla="*/ 7644 h 7643"/>
                <a:gd name="csX2" fmla="*/ 1911 w 3821"/>
                <a:gd name="csY2" fmla="*/ 3822 h 7643"/>
                <a:gd name="csX3" fmla="*/ 0 w 3821"/>
                <a:gd name="csY3" fmla="*/ 0 h 7643"/>
                <a:gd name="csX4" fmla="*/ 1911 w 3821"/>
                <a:gd name="csY4" fmla="*/ 3822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7643">
                  <a:moveTo>
                    <a:pt x="1911" y="3822"/>
                  </a:moveTo>
                  <a:lnTo>
                    <a:pt x="3822" y="7644"/>
                  </a:lnTo>
                  <a:lnTo>
                    <a:pt x="1911" y="3822"/>
                  </a:lnTo>
                  <a:lnTo>
                    <a:pt x="0" y="0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4" name="Freeform 2183">
              <a:extLst>
                <a:ext uri="{FF2B5EF4-FFF2-40B4-BE49-F238E27FC236}">
                  <a16:creationId xmlns:a16="http://schemas.microsoft.com/office/drawing/2014/main" id="{BDB48B93-A184-B61F-70B6-EA308095A529}"/>
                </a:ext>
              </a:extLst>
            </p:cNvPr>
            <p:cNvSpPr/>
            <p:nvPr/>
          </p:nvSpPr>
          <p:spPr>
            <a:xfrm>
              <a:off x="6021951" y="3839153"/>
              <a:ext cx="13376" cy="3821"/>
            </a:xfrm>
            <a:custGeom>
              <a:avLst/>
              <a:gdLst>
                <a:gd name="csX0" fmla="*/ 13376 w 13376"/>
                <a:gd name="csY0" fmla="*/ 2866 h 3821"/>
                <a:gd name="csX1" fmla="*/ 13376 w 13376"/>
                <a:gd name="csY1" fmla="*/ 2866 h 3821"/>
                <a:gd name="csX2" fmla="*/ 12421 w 13376"/>
                <a:gd name="csY2" fmla="*/ 2866 h 3821"/>
                <a:gd name="csX3" fmla="*/ 8121 w 13376"/>
                <a:gd name="csY3" fmla="*/ 3822 h 3821"/>
                <a:gd name="csX4" fmla="*/ 7166 w 13376"/>
                <a:gd name="csY4" fmla="*/ 3822 h 3821"/>
                <a:gd name="csX5" fmla="*/ 3344 w 13376"/>
                <a:gd name="csY5" fmla="*/ 1911 h 3821"/>
                <a:gd name="csX6" fmla="*/ 0 w 13376"/>
                <a:gd name="csY6" fmla="*/ 0 h 3821"/>
                <a:gd name="csX7" fmla="*/ 0 w 13376"/>
                <a:gd name="csY7" fmla="*/ 0 h 3821"/>
                <a:gd name="csX8" fmla="*/ 3344 w 13376"/>
                <a:gd name="csY8" fmla="*/ 1911 h 3821"/>
                <a:gd name="csX9" fmla="*/ 7166 w 13376"/>
                <a:gd name="csY9" fmla="*/ 3344 h 3821"/>
                <a:gd name="csX10" fmla="*/ 8121 w 13376"/>
                <a:gd name="csY10" fmla="*/ 3822 h 3821"/>
                <a:gd name="csX11" fmla="*/ 12421 w 13376"/>
                <a:gd name="csY11" fmla="*/ 2866 h 3821"/>
                <a:gd name="csX12" fmla="*/ 13376 w 13376"/>
                <a:gd name="csY12" fmla="*/ 286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3376" h="3821">
                  <a:moveTo>
                    <a:pt x="13376" y="2866"/>
                  </a:moveTo>
                  <a:lnTo>
                    <a:pt x="13376" y="2866"/>
                  </a:lnTo>
                  <a:lnTo>
                    <a:pt x="12421" y="2866"/>
                  </a:lnTo>
                  <a:lnTo>
                    <a:pt x="8121" y="3822"/>
                  </a:lnTo>
                  <a:lnTo>
                    <a:pt x="7166" y="3822"/>
                  </a:lnTo>
                  <a:lnTo>
                    <a:pt x="3344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3344" y="1911"/>
                  </a:lnTo>
                  <a:lnTo>
                    <a:pt x="7166" y="3344"/>
                  </a:lnTo>
                  <a:lnTo>
                    <a:pt x="8121" y="3822"/>
                  </a:lnTo>
                  <a:lnTo>
                    <a:pt x="12421" y="2866"/>
                  </a:lnTo>
                  <a:lnTo>
                    <a:pt x="1337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5" name="Freeform 2184">
              <a:extLst>
                <a:ext uri="{FF2B5EF4-FFF2-40B4-BE49-F238E27FC236}">
                  <a16:creationId xmlns:a16="http://schemas.microsoft.com/office/drawing/2014/main" id="{27032168-5E8E-F628-F473-06151EC07F44}"/>
                </a:ext>
              </a:extLst>
            </p:cNvPr>
            <p:cNvSpPr/>
            <p:nvPr/>
          </p:nvSpPr>
          <p:spPr>
            <a:xfrm>
              <a:off x="6032461" y="4080407"/>
              <a:ext cx="477" cy="5732"/>
            </a:xfrm>
            <a:custGeom>
              <a:avLst/>
              <a:gdLst>
                <a:gd name="csX0" fmla="*/ 0 w 477"/>
                <a:gd name="csY0" fmla="*/ 3344 h 5732"/>
                <a:gd name="csX1" fmla="*/ 478 w 477"/>
                <a:gd name="csY1" fmla="*/ 5733 h 5732"/>
                <a:gd name="csX2" fmla="*/ 478 w 477"/>
                <a:gd name="csY2" fmla="*/ 5733 h 5732"/>
                <a:gd name="csX3" fmla="*/ 0 w 477"/>
                <a:gd name="csY3" fmla="*/ 3344 h 5732"/>
                <a:gd name="csX4" fmla="*/ 0 w 477"/>
                <a:gd name="csY4" fmla="*/ 0 h 5732"/>
                <a:gd name="csX5" fmla="*/ 0 w 477"/>
                <a:gd name="csY5" fmla="*/ 3344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5732">
                  <a:moveTo>
                    <a:pt x="0" y="3344"/>
                  </a:moveTo>
                  <a:lnTo>
                    <a:pt x="478" y="5733"/>
                  </a:lnTo>
                  <a:lnTo>
                    <a:pt x="478" y="5733"/>
                  </a:lnTo>
                  <a:lnTo>
                    <a:pt x="0" y="3344"/>
                  </a:lnTo>
                  <a:lnTo>
                    <a:pt x="0" y="0"/>
                  </a:lnTo>
                  <a:lnTo>
                    <a:pt x="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6" name="Freeform 2185">
              <a:extLst>
                <a:ext uri="{FF2B5EF4-FFF2-40B4-BE49-F238E27FC236}">
                  <a16:creationId xmlns:a16="http://schemas.microsoft.com/office/drawing/2014/main" id="{C861945D-97A2-B4D4-7067-E844CC569F4F}"/>
                </a:ext>
              </a:extLst>
            </p:cNvPr>
            <p:cNvSpPr/>
            <p:nvPr/>
          </p:nvSpPr>
          <p:spPr>
            <a:xfrm>
              <a:off x="6031028" y="3755073"/>
              <a:ext cx="955" cy="1433"/>
            </a:xfrm>
            <a:custGeom>
              <a:avLst/>
              <a:gdLst>
                <a:gd name="csX0" fmla="*/ 955 w 955"/>
                <a:gd name="csY0" fmla="*/ 0 h 1433"/>
                <a:gd name="csX1" fmla="*/ 0 w 955"/>
                <a:gd name="csY1" fmla="*/ 1433 h 1433"/>
                <a:gd name="csX2" fmla="*/ 0 w 955"/>
                <a:gd name="csY2" fmla="*/ 1433 h 1433"/>
                <a:gd name="csX3" fmla="*/ 955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955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7" name="Freeform 2186">
              <a:extLst>
                <a:ext uri="{FF2B5EF4-FFF2-40B4-BE49-F238E27FC236}">
                  <a16:creationId xmlns:a16="http://schemas.microsoft.com/office/drawing/2014/main" id="{8089D28C-BE26-2E8D-797F-F2ACE52E5337}"/>
                </a:ext>
              </a:extLst>
            </p:cNvPr>
            <p:cNvSpPr/>
            <p:nvPr/>
          </p:nvSpPr>
          <p:spPr>
            <a:xfrm>
              <a:off x="6029117" y="4703844"/>
              <a:ext cx="2388" cy="2866"/>
            </a:xfrm>
            <a:custGeom>
              <a:avLst/>
              <a:gdLst>
                <a:gd name="csX0" fmla="*/ 2389 w 2388"/>
                <a:gd name="csY0" fmla="*/ 478 h 2866"/>
                <a:gd name="csX1" fmla="*/ 2389 w 2388"/>
                <a:gd name="csY1" fmla="*/ 1433 h 2866"/>
                <a:gd name="csX2" fmla="*/ 1911 w 2388"/>
                <a:gd name="csY2" fmla="*/ 2389 h 2866"/>
                <a:gd name="csX3" fmla="*/ 956 w 2388"/>
                <a:gd name="csY3" fmla="*/ 2866 h 2866"/>
                <a:gd name="csX4" fmla="*/ 0 w 2388"/>
                <a:gd name="csY4" fmla="*/ 2389 h 2866"/>
                <a:gd name="csX5" fmla="*/ 0 w 2388"/>
                <a:gd name="csY5" fmla="*/ 1911 h 2866"/>
                <a:gd name="csX6" fmla="*/ 956 w 2388"/>
                <a:gd name="csY6" fmla="*/ 478 h 2866"/>
                <a:gd name="csX7" fmla="*/ 1911 w 2388"/>
                <a:gd name="csY7" fmla="*/ 0 h 2866"/>
                <a:gd name="csX8" fmla="*/ 1911 w 2388"/>
                <a:gd name="csY8" fmla="*/ 478 h 2866"/>
                <a:gd name="csX9" fmla="*/ 2389 w 2388"/>
                <a:gd name="csY9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2866">
                  <a:moveTo>
                    <a:pt x="2389" y="478"/>
                  </a:moveTo>
                  <a:lnTo>
                    <a:pt x="2389" y="1433"/>
                  </a:lnTo>
                  <a:lnTo>
                    <a:pt x="1911" y="2389"/>
                  </a:lnTo>
                  <a:lnTo>
                    <a:pt x="956" y="2866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1911" y="478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8" name="Freeform 2187">
              <a:extLst>
                <a:ext uri="{FF2B5EF4-FFF2-40B4-BE49-F238E27FC236}">
                  <a16:creationId xmlns:a16="http://schemas.microsoft.com/office/drawing/2014/main" id="{CFFBAC14-7C15-ADFC-688D-6C8B97D01162}"/>
                </a:ext>
              </a:extLst>
            </p:cNvPr>
            <p:cNvSpPr/>
            <p:nvPr/>
          </p:nvSpPr>
          <p:spPr>
            <a:xfrm>
              <a:off x="6030072" y="3852052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956 w 955"/>
                <a:gd name="csY1" fmla="*/ 478 h 955"/>
                <a:gd name="csX2" fmla="*/ 0 w 955"/>
                <a:gd name="csY2" fmla="*/ 956 h 955"/>
                <a:gd name="csX3" fmla="*/ 0 w 955"/>
                <a:gd name="csY3" fmla="*/ 478 h 955"/>
                <a:gd name="csX4" fmla="*/ 0 w 955"/>
                <a:gd name="csY4" fmla="*/ 478 h 955"/>
                <a:gd name="csX5" fmla="*/ 478 w 955"/>
                <a:gd name="csY5" fmla="*/ 0 h 955"/>
                <a:gd name="csX6" fmla="*/ 478 w 955"/>
                <a:gd name="csY6" fmla="*/ 0 h 955"/>
                <a:gd name="csX7" fmla="*/ 956 w 955"/>
                <a:gd name="csY7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956" y="478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9" name="Freeform 2188">
              <a:extLst>
                <a:ext uri="{FF2B5EF4-FFF2-40B4-BE49-F238E27FC236}">
                  <a16:creationId xmlns:a16="http://schemas.microsoft.com/office/drawing/2014/main" id="{032D6C94-2AFD-82A0-8A26-745C581FF1B2}"/>
                </a:ext>
              </a:extLst>
            </p:cNvPr>
            <p:cNvSpPr/>
            <p:nvPr/>
          </p:nvSpPr>
          <p:spPr>
            <a:xfrm>
              <a:off x="6027684" y="3756506"/>
              <a:ext cx="3344" cy="955"/>
            </a:xfrm>
            <a:custGeom>
              <a:avLst/>
              <a:gdLst>
                <a:gd name="csX0" fmla="*/ 3344 w 3344"/>
                <a:gd name="csY0" fmla="*/ 0 h 955"/>
                <a:gd name="csX1" fmla="*/ 1911 w 3344"/>
                <a:gd name="csY1" fmla="*/ 478 h 955"/>
                <a:gd name="csX2" fmla="*/ 0 w 3344"/>
                <a:gd name="csY2" fmla="*/ 955 h 955"/>
                <a:gd name="csX3" fmla="*/ 1433 w 3344"/>
                <a:gd name="csY3" fmla="*/ 478 h 955"/>
                <a:gd name="csX4" fmla="*/ 3344 w 3344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955">
                  <a:moveTo>
                    <a:pt x="3344" y="0"/>
                  </a:moveTo>
                  <a:lnTo>
                    <a:pt x="1911" y="478"/>
                  </a:lnTo>
                  <a:lnTo>
                    <a:pt x="0" y="955"/>
                  </a:lnTo>
                  <a:lnTo>
                    <a:pt x="1433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0" name="Freeform 2189">
              <a:extLst>
                <a:ext uri="{FF2B5EF4-FFF2-40B4-BE49-F238E27FC236}">
                  <a16:creationId xmlns:a16="http://schemas.microsoft.com/office/drawing/2014/main" id="{ABEBFC58-9B7D-631D-72EB-06DB7689FC6D}"/>
                </a:ext>
              </a:extLst>
            </p:cNvPr>
            <p:cNvSpPr/>
            <p:nvPr/>
          </p:nvSpPr>
          <p:spPr>
            <a:xfrm>
              <a:off x="6025295" y="4652726"/>
              <a:ext cx="3821" cy="2388"/>
            </a:xfrm>
            <a:custGeom>
              <a:avLst/>
              <a:gdLst>
                <a:gd name="csX0" fmla="*/ 3822 w 3821"/>
                <a:gd name="csY0" fmla="*/ 478 h 2388"/>
                <a:gd name="csX1" fmla="*/ 3344 w 3821"/>
                <a:gd name="csY1" fmla="*/ 1911 h 2388"/>
                <a:gd name="csX2" fmla="*/ 1433 w 3821"/>
                <a:gd name="csY2" fmla="*/ 2389 h 2388"/>
                <a:gd name="csX3" fmla="*/ 0 w 3821"/>
                <a:gd name="csY3" fmla="*/ 2389 h 2388"/>
                <a:gd name="csX4" fmla="*/ 1911 w 3821"/>
                <a:gd name="csY4" fmla="*/ 0 h 2388"/>
                <a:gd name="csX5" fmla="*/ 2866 w 3821"/>
                <a:gd name="csY5" fmla="*/ 478 h 2388"/>
                <a:gd name="csX6" fmla="*/ 3822 w 3821"/>
                <a:gd name="csY6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2388">
                  <a:moveTo>
                    <a:pt x="3822" y="478"/>
                  </a:moveTo>
                  <a:lnTo>
                    <a:pt x="3344" y="1911"/>
                  </a:lnTo>
                  <a:lnTo>
                    <a:pt x="1433" y="2389"/>
                  </a:lnTo>
                  <a:lnTo>
                    <a:pt x="0" y="2389"/>
                  </a:lnTo>
                  <a:lnTo>
                    <a:pt x="1911" y="0"/>
                  </a:lnTo>
                  <a:lnTo>
                    <a:pt x="2866" y="478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" name="Freeform 2190">
              <a:extLst>
                <a:ext uri="{FF2B5EF4-FFF2-40B4-BE49-F238E27FC236}">
                  <a16:creationId xmlns:a16="http://schemas.microsoft.com/office/drawing/2014/main" id="{A4DAFF9C-9A7E-ADC4-E4EE-24858E3AF490}"/>
                </a:ext>
              </a:extLst>
            </p:cNvPr>
            <p:cNvSpPr/>
            <p:nvPr/>
          </p:nvSpPr>
          <p:spPr>
            <a:xfrm>
              <a:off x="5952203" y="3585479"/>
              <a:ext cx="74048" cy="79780"/>
            </a:xfrm>
            <a:custGeom>
              <a:avLst/>
              <a:gdLst>
                <a:gd name="csX0" fmla="*/ 74048 w 74048"/>
                <a:gd name="csY0" fmla="*/ 4777 h 79780"/>
                <a:gd name="csX1" fmla="*/ 74048 w 74048"/>
                <a:gd name="csY1" fmla="*/ 8121 h 79780"/>
                <a:gd name="csX2" fmla="*/ 74048 w 74048"/>
                <a:gd name="csY2" fmla="*/ 13377 h 79780"/>
                <a:gd name="csX3" fmla="*/ 74048 w 74048"/>
                <a:gd name="csY3" fmla="*/ 14332 h 79780"/>
                <a:gd name="csX4" fmla="*/ 72615 w 74048"/>
                <a:gd name="csY4" fmla="*/ 16721 h 79780"/>
                <a:gd name="csX5" fmla="*/ 71182 w 74048"/>
                <a:gd name="csY5" fmla="*/ 21020 h 79780"/>
                <a:gd name="csX6" fmla="*/ 71182 w 74048"/>
                <a:gd name="csY6" fmla="*/ 23886 h 79780"/>
                <a:gd name="csX7" fmla="*/ 71182 w 74048"/>
                <a:gd name="csY7" fmla="*/ 23886 h 79780"/>
                <a:gd name="csX8" fmla="*/ 70704 w 74048"/>
                <a:gd name="csY8" fmla="*/ 24364 h 79780"/>
                <a:gd name="csX9" fmla="*/ 65449 w 74048"/>
                <a:gd name="csY9" fmla="*/ 24364 h 79780"/>
                <a:gd name="csX10" fmla="*/ 64493 w 74048"/>
                <a:gd name="csY10" fmla="*/ 24842 h 79780"/>
                <a:gd name="csX11" fmla="*/ 64493 w 74048"/>
                <a:gd name="csY11" fmla="*/ 24842 h 79780"/>
                <a:gd name="csX12" fmla="*/ 64493 w 74048"/>
                <a:gd name="csY12" fmla="*/ 25797 h 79780"/>
                <a:gd name="csX13" fmla="*/ 64971 w 74048"/>
                <a:gd name="csY13" fmla="*/ 26275 h 79780"/>
                <a:gd name="csX14" fmla="*/ 64493 w 74048"/>
                <a:gd name="csY14" fmla="*/ 27231 h 79780"/>
                <a:gd name="csX15" fmla="*/ 64016 w 74048"/>
                <a:gd name="csY15" fmla="*/ 27708 h 79780"/>
                <a:gd name="csX16" fmla="*/ 64493 w 74048"/>
                <a:gd name="csY16" fmla="*/ 28664 h 79780"/>
                <a:gd name="csX17" fmla="*/ 65449 w 74048"/>
                <a:gd name="csY17" fmla="*/ 29619 h 79780"/>
                <a:gd name="csX18" fmla="*/ 66882 w 74048"/>
                <a:gd name="csY18" fmla="*/ 30097 h 79780"/>
                <a:gd name="csX19" fmla="*/ 67360 w 74048"/>
                <a:gd name="csY19" fmla="*/ 30097 h 79780"/>
                <a:gd name="csX20" fmla="*/ 68793 w 74048"/>
                <a:gd name="csY20" fmla="*/ 30097 h 79780"/>
                <a:gd name="csX21" fmla="*/ 69748 w 74048"/>
                <a:gd name="csY21" fmla="*/ 30097 h 79780"/>
                <a:gd name="csX22" fmla="*/ 70226 w 74048"/>
                <a:gd name="csY22" fmla="*/ 31052 h 79780"/>
                <a:gd name="csX23" fmla="*/ 71182 w 74048"/>
                <a:gd name="csY23" fmla="*/ 32008 h 79780"/>
                <a:gd name="csX24" fmla="*/ 71182 w 74048"/>
                <a:gd name="csY24" fmla="*/ 33441 h 79780"/>
                <a:gd name="csX25" fmla="*/ 70704 w 74048"/>
                <a:gd name="csY25" fmla="*/ 35352 h 79780"/>
                <a:gd name="csX26" fmla="*/ 69748 w 74048"/>
                <a:gd name="csY26" fmla="*/ 37263 h 79780"/>
                <a:gd name="csX27" fmla="*/ 67360 w 74048"/>
                <a:gd name="csY27" fmla="*/ 39174 h 79780"/>
                <a:gd name="csX28" fmla="*/ 66404 w 74048"/>
                <a:gd name="csY28" fmla="*/ 40129 h 79780"/>
                <a:gd name="csX29" fmla="*/ 65449 w 74048"/>
                <a:gd name="csY29" fmla="*/ 40607 h 79780"/>
                <a:gd name="csX30" fmla="*/ 65449 w 74048"/>
                <a:gd name="csY30" fmla="*/ 40607 h 79780"/>
                <a:gd name="csX31" fmla="*/ 64971 w 74048"/>
                <a:gd name="csY31" fmla="*/ 41085 h 79780"/>
                <a:gd name="csX32" fmla="*/ 64493 w 74048"/>
                <a:gd name="csY32" fmla="*/ 41563 h 79780"/>
                <a:gd name="csX33" fmla="*/ 64493 w 74048"/>
                <a:gd name="csY33" fmla="*/ 42040 h 79780"/>
                <a:gd name="csX34" fmla="*/ 66404 w 74048"/>
                <a:gd name="csY34" fmla="*/ 43951 h 79780"/>
                <a:gd name="csX35" fmla="*/ 66404 w 74048"/>
                <a:gd name="csY35" fmla="*/ 44429 h 79780"/>
                <a:gd name="csX36" fmla="*/ 65927 w 74048"/>
                <a:gd name="csY36" fmla="*/ 45384 h 79780"/>
                <a:gd name="csX37" fmla="*/ 65449 w 74048"/>
                <a:gd name="csY37" fmla="*/ 45862 h 79780"/>
                <a:gd name="csX38" fmla="*/ 60671 w 74048"/>
                <a:gd name="csY38" fmla="*/ 47773 h 79780"/>
                <a:gd name="csX39" fmla="*/ 58761 w 74048"/>
                <a:gd name="csY39" fmla="*/ 47295 h 79780"/>
                <a:gd name="csX40" fmla="*/ 57805 w 74048"/>
                <a:gd name="csY40" fmla="*/ 48251 h 79780"/>
                <a:gd name="csX41" fmla="*/ 57805 w 74048"/>
                <a:gd name="csY41" fmla="*/ 48728 h 79780"/>
                <a:gd name="csX42" fmla="*/ 56372 w 74048"/>
                <a:gd name="csY42" fmla="*/ 47773 h 79780"/>
                <a:gd name="csX43" fmla="*/ 53983 w 74048"/>
                <a:gd name="csY43" fmla="*/ 46818 h 79780"/>
                <a:gd name="csX44" fmla="*/ 53028 w 74048"/>
                <a:gd name="csY44" fmla="*/ 47295 h 79780"/>
                <a:gd name="csX45" fmla="*/ 52072 w 74048"/>
                <a:gd name="csY45" fmla="*/ 47773 h 79780"/>
                <a:gd name="csX46" fmla="*/ 50639 w 74048"/>
                <a:gd name="csY46" fmla="*/ 48251 h 79780"/>
                <a:gd name="csX47" fmla="*/ 49684 w 74048"/>
                <a:gd name="csY47" fmla="*/ 49206 h 79780"/>
                <a:gd name="csX48" fmla="*/ 49684 w 74048"/>
                <a:gd name="csY48" fmla="*/ 50162 h 79780"/>
                <a:gd name="csX49" fmla="*/ 51595 w 74048"/>
                <a:gd name="csY49" fmla="*/ 53506 h 79780"/>
                <a:gd name="csX50" fmla="*/ 52072 w 74048"/>
                <a:gd name="csY50" fmla="*/ 53984 h 79780"/>
                <a:gd name="csX51" fmla="*/ 52550 w 74048"/>
                <a:gd name="csY51" fmla="*/ 54939 h 79780"/>
                <a:gd name="csX52" fmla="*/ 53505 w 74048"/>
                <a:gd name="csY52" fmla="*/ 56372 h 79780"/>
                <a:gd name="csX53" fmla="*/ 54461 w 74048"/>
                <a:gd name="csY53" fmla="*/ 58283 h 79780"/>
                <a:gd name="csX54" fmla="*/ 54461 w 74048"/>
                <a:gd name="csY54" fmla="*/ 59238 h 79780"/>
                <a:gd name="csX55" fmla="*/ 54461 w 74048"/>
                <a:gd name="csY55" fmla="*/ 60672 h 79780"/>
                <a:gd name="csX56" fmla="*/ 53983 w 74048"/>
                <a:gd name="csY56" fmla="*/ 62105 h 79780"/>
                <a:gd name="csX57" fmla="*/ 52072 w 74048"/>
                <a:gd name="csY57" fmla="*/ 65927 h 79780"/>
                <a:gd name="csX58" fmla="*/ 52072 w 74048"/>
                <a:gd name="csY58" fmla="*/ 66882 h 79780"/>
                <a:gd name="csX59" fmla="*/ 52072 w 74048"/>
                <a:gd name="csY59" fmla="*/ 67360 h 79780"/>
                <a:gd name="csX60" fmla="*/ 53028 w 74048"/>
                <a:gd name="csY60" fmla="*/ 67360 h 79780"/>
                <a:gd name="csX61" fmla="*/ 53028 w 74048"/>
                <a:gd name="csY61" fmla="*/ 67838 h 79780"/>
                <a:gd name="csX62" fmla="*/ 53028 w 74048"/>
                <a:gd name="csY62" fmla="*/ 68315 h 79780"/>
                <a:gd name="csX63" fmla="*/ 49684 w 74048"/>
                <a:gd name="csY63" fmla="*/ 70704 h 79780"/>
                <a:gd name="csX64" fmla="*/ 49206 w 74048"/>
                <a:gd name="csY64" fmla="*/ 71182 h 79780"/>
                <a:gd name="csX65" fmla="*/ 47773 w 74048"/>
                <a:gd name="csY65" fmla="*/ 71182 h 79780"/>
                <a:gd name="csX66" fmla="*/ 47773 w 74048"/>
                <a:gd name="csY66" fmla="*/ 71182 h 79780"/>
                <a:gd name="csX67" fmla="*/ 47773 w 74048"/>
                <a:gd name="csY67" fmla="*/ 71659 h 79780"/>
                <a:gd name="csX68" fmla="*/ 47773 w 74048"/>
                <a:gd name="csY68" fmla="*/ 72137 h 79780"/>
                <a:gd name="csX69" fmla="*/ 48251 w 74048"/>
                <a:gd name="csY69" fmla="*/ 73093 h 79780"/>
                <a:gd name="csX70" fmla="*/ 49684 w 74048"/>
                <a:gd name="csY70" fmla="*/ 73093 h 79780"/>
                <a:gd name="csX71" fmla="*/ 50639 w 74048"/>
                <a:gd name="csY71" fmla="*/ 74048 h 79780"/>
                <a:gd name="csX72" fmla="*/ 51595 w 74048"/>
                <a:gd name="csY72" fmla="*/ 75004 h 79780"/>
                <a:gd name="csX73" fmla="*/ 50639 w 74048"/>
                <a:gd name="csY73" fmla="*/ 79781 h 79780"/>
                <a:gd name="csX74" fmla="*/ 50162 w 74048"/>
                <a:gd name="csY74" fmla="*/ 79781 h 79780"/>
                <a:gd name="csX75" fmla="*/ 48251 w 74048"/>
                <a:gd name="csY75" fmla="*/ 79781 h 79780"/>
                <a:gd name="csX76" fmla="*/ 47295 w 74048"/>
                <a:gd name="csY76" fmla="*/ 77870 h 79780"/>
                <a:gd name="csX77" fmla="*/ 44429 w 74048"/>
                <a:gd name="csY77" fmla="*/ 78825 h 79780"/>
                <a:gd name="csX78" fmla="*/ 44429 w 74048"/>
                <a:gd name="csY78" fmla="*/ 78825 h 79780"/>
                <a:gd name="csX79" fmla="*/ 43951 w 74048"/>
                <a:gd name="csY79" fmla="*/ 77870 h 79780"/>
                <a:gd name="csX80" fmla="*/ 43473 w 74048"/>
                <a:gd name="csY80" fmla="*/ 76914 h 79780"/>
                <a:gd name="csX81" fmla="*/ 43473 w 74048"/>
                <a:gd name="csY81" fmla="*/ 76437 h 79780"/>
                <a:gd name="csX82" fmla="*/ 45384 w 74048"/>
                <a:gd name="csY82" fmla="*/ 74526 h 79780"/>
                <a:gd name="csX83" fmla="*/ 45384 w 74048"/>
                <a:gd name="csY83" fmla="*/ 74048 h 79780"/>
                <a:gd name="csX84" fmla="*/ 45384 w 74048"/>
                <a:gd name="csY84" fmla="*/ 73570 h 79780"/>
                <a:gd name="csX85" fmla="*/ 45384 w 74048"/>
                <a:gd name="csY85" fmla="*/ 72615 h 79780"/>
                <a:gd name="csX86" fmla="*/ 46340 w 74048"/>
                <a:gd name="csY86" fmla="*/ 71182 h 79780"/>
                <a:gd name="csX87" fmla="*/ 46817 w 74048"/>
                <a:gd name="csY87" fmla="*/ 69749 h 79780"/>
                <a:gd name="csX88" fmla="*/ 47295 w 74048"/>
                <a:gd name="csY88" fmla="*/ 68793 h 79780"/>
                <a:gd name="csX89" fmla="*/ 46340 w 74048"/>
                <a:gd name="csY89" fmla="*/ 67838 h 79780"/>
                <a:gd name="csX90" fmla="*/ 45862 w 74048"/>
                <a:gd name="csY90" fmla="*/ 67360 h 79780"/>
                <a:gd name="csX91" fmla="*/ 42996 w 74048"/>
                <a:gd name="csY91" fmla="*/ 66882 h 79780"/>
                <a:gd name="csX92" fmla="*/ 41562 w 74048"/>
                <a:gd name="csY92" fmla="*/ 65449 h 79780"/>
                <a:gd name="csX93" fmla="*/ 40607 w 74048"/>
                <a:gd name="csY93" fmla="*/ 64493 h 79780"/>
                <a:gd name="csX94" fmla="*/ 40607 w 74048"/>
                <a:gd name="csY94" fmla="*/ 64493 h 79780"/>
                <a:gd name="csX95" fmla="*/ 40129 w 74048"/>
                <a:gd name="csY95" fmla="*/ 64016 h 79780"/>
                <a:gd name="csX96" fmla="*/ 39174 w 74048"/>
                <a:gd name="csY96" fmla="*/ 64493 h 79780"/>
                <a:gd name="csX97" fmla="*/ 36785 w 74048"/>
                <a:gd name="csY97" fmla="*/ 64971 h 79780"/>
                <a:gd name="csX98" fmla="*/ 34874 w 74048"/>
                <a:gd name="csY98" fmla="*/ 64493 h 79780"/>
                <a:gd name="csX99" fmla="*/ 32486 w 74048"/>
                <a:gd name="csY99" fmla="*/ 62583 h 79780"/>
                <a:gd name="csX100" fmla="*/ 32008 w 74048"/>
                <a:gd name="csY100" fmla="*/ 60672 h 79780"/>
                <a:gd name="csX101" fmla="*/ 32008 w 74048"/>
                <a:gd name="csY101" fmla="*/ 59238 h 79780"/>
                <a:gd name="csX102" fmla="*/ 32008 w 74048"/>
                <a:gd name="csY102" fmla="*/ 59238 h 79780"/>
                <a:gd name="csX103" fmla="*/ 31530 w 74048"/>
                <a:gd name="csY103" fmla="*/ 58761 h 79780"/>
                <a:gd name="csX104" fmla="*/ 30575 w 74048"/>
                <a:gd name="csY104" fmla="*/ 59716 h 79780"/>
                <a:gd name="csX105" fmla="*/ 30575 w 74048"/>
                <a:gd name="csY105" fmla="*/ 59716 h 79780"/>
                <a:gd name="csX106" fmla="*/ 29619 w 74048"/>
                <a:gd name="csY106" fmla="*/ 60672 h 79780"/>
                <a:gd name="csX107" fmla="*/ 27708 w 74048"/>
                <a:gd name="csY107" fmla="*/ 60672 h 79780"/>
                <a:gd name="csX108" fmla="*/ 27230 w 74048"/>
                <a:gd name="csY108" fmla="*/ 60672 h 79780"/>
                <a:gd name="csX109" fmla="*/ 27230 w 74048"/>
                <a:gd name="csY109" fmla="*/ 59716 h 79780"/>
                <a:gd name="csX110" fmla="*/ 26753 w 74048"/>
                <a:gd name="csY110" fmla="*/ 59238 h 79780"/>
                <a:gd name="csX111" fmla="*/ 26275 w 74048"/>
                <a:gd name="csY111" fmla="*/ 58761 h 79780"/>
                <a:gd name="csX112" fmla="*/ 25797 w 74048"/>
                <a:gd name="csY112" fmla="*/ 58283 h 79780"/>
                <a:gd name="csX113" fmla="*/ 23409 w 74048"/>
                <a:gd name="csY113" fmla="*/ 60194 h 79780"/>
                <a:gd name="csX114" fmla="*/ 22453 w 74048"/>
                <a:gd name="csY114" fmla="*/ 60194 h 79780"/>
                <a:gd name="csX115" fmla="*/ 21498 w 74048"/>
                <a:gd name="csY115" fmla="*/ 59238 h 79780"/>
                <a:gd name="csX116" fmla="*/ 21020 w 74048"/>
                <a:gd name="csY116" fmla="*/ 58761 h 79780"/>
                <a:gd name="csX117" fmla="*/ 21020 w 74048"/>
                <a:gd name="csY117" fmla="*/ 58761 h 79780"/>
                <a:gd name="csX118" fmla="*/ 19587 w 74048"/>
                <a:gd name="csY118" fmla="*/ 59238 h 79780"/>
                <a:gd name="csX119" fmla="*/ 18631 w 74048"/>
                <a:gd name="csY119" fmla="*/ 60194 h 79780"/>
                <a:gd name="csX120" fmla="*/ 18631 w 74048"/>
                <a:gd name="csY120" fmla="*/ 60194 h 79780"/>
                <a:gd name="csX121" fmla="*/ 19109 w 74048"/>
                <a:gd name="csY121" fmla="*/ 61627 h 79780"/>
                <a:gd name="csX122" fmla="*/ 18154 w 74048"/>
                <a:gd name="csY122" fmla="*/ 62105 h 79780"/>
                <a:gd name="csX123" fmla="*/ 16721 w 74048"/>
                <a:gd name="csY123" fmla="*/ 62105 h 79780"/>
                <a:gd name="csX124" fmla="*/ 15287 w 74048"/>
                <a:gd name="csY124" fmla="*/ 61149 h 79780"/>
                <a:gd name="csX125" fmla="*/ 15287 w 74048"/>
                <a:gd name="csY125" fmla="*/ 61149 h 79780"/>
                <a:gd name="csX126" fmla="*/ 13854 w 74048"/>
                <a:gd name="csY126" fmla="*/ 60672 h 79780"/>
                <a:gd name="csX127" fmla="*/ 10988 w 74048"/>
                <a:gd name="csY127" fmla="*/ 59716 h 79780"/>
                <a:gd name="csX128" fmla="*/ 7166 w 74048"/>
                <a:gd name="csY128" fmla="*/ 60672 h 79780"/>
                <a:gd name="csX129" fmla="*/ 4777 w 74048"/>
                <a:gd name="csY129" fmla="*/ 59238 h 79780"/>
                <a:gd name="csX130" fmla="*/ 2866 w 74048"/>
                <a:gd name="csY130" fmla="*/ 59238 h 79780"/>
                <a:gd name="csX131" fmla="*/ 1433 w 74048"/>
                <a:gd name="csY131" fmla="*/ 58283 h 79780"/>
                <a:gd name="csX132" fmla="*/ 0 w 74048"/>
                <a:gd name="csY132" fmla="*/ 56850 h 79780"/>
                <a:gd name="csX133" fmla="*/ 955 w 74048"/>
                <a:gd name="csY133" fmla="*/ 55894 h 79780"/>
                <a:gd name="csX134" fmla="*/ 1911 w 74048"/>
                <a:gd name="csY134" fmla="*/ 55417 h 79780"/>
                <a:gd name="csX135" fmla="*/ 5733 w 74048"/>
                <a:gd name="csY135" fmla="*/ 54939 h 79780"/>
                <a:gd name="csX136" fmla="*/ 8599 w 74048"/>
                <a:gd name="csY136" fmla="*/ 55894 h 79780"/>
                <a:gd name="csX137" fmla="*/ 13854 w 74048"/>
                <a:gd name="csY137" fmla="*/ 59238 h 79780"/>
                <a:gd name="csX138" fmla="*/ 14809 w 74048"/>
                <a:gd name="csY138" fmla="*/ 59238 h 79780"/>
                <a:gd name="csX139" fmla="*/ 16243 w 74048"/>
                <a:gd name="csY139" fmla="*/ 58761 h 79780"/>
                <a:gd name="csX140" fmla="*/ 15765 w 74048"/>
                <a:gd name="csY140" fmla="*/ 57805 h 79780"/>
                <a:gd name="csX141" fmla="*/ 14332 w 74048"/>
                <a:gd name="csY141" fmla="*/ 57328 h 79780"/>
                <a:gd name="csX142" fmla="*/ 12421 w 74048"/>
                <a:gd name="csY142" fmla="*/ 56372 h 79780"/>
                <a:gd name="csX143" fmla="*/ 10988 w 74048"/>
                <a:gd name="csY143" fmla="*/ 54939 h 79780"/>
                <a:gd name="csX144" fmla="*/ 14332 w 74048"/>
                <a:gd name="csY144" fmla="*/ 54939 h 79780"/>
                <a:gd name="csX145" fmla="*/ 13854 w 74048"/>
                <a:gd name="csY145" fmla="*/ 53984 h 79780"/>
                <a:gd name="csX146" fmla="*/ 13376 w 74048"/>
                <a:gd name="csY146" fmla="*/ 53028 h 79780"/>
                <a:gd name="csX147" fmla="*/ 10032 w 74048"/>
                <a:gd name="csY147" fmla="*/ 48728 h 79780"/>
                <a:gd name="csX148" fmla="*/ 10510 w 74048"/>
                <a:gd name="csY148" fmla="*/ 47773 h 79780"/>
                <a:gd name="csX149" fmla="*/ 11465 w 74048"/>
                <a:gd name="csY149" fmla="*/ 45384 h 79780"/>
                <a:gd name="csX150" fmla="*/ 12421 w 74048"/>
                <a:gd name="csY150" fmla="*/ 43473 h 79780"/>
                <a:gd name="csX151" fmla="*/ 13376 w 74048"/>
                <a:gd name="csY151" fmla="*/ 42996 h 79780"/>
                <a:gd name="csX152" fmla="*/ 14809 w 74048"/>
                <a:gd name="csY152" fmla="*/ 41563 h 79780"/>
                <a:gd name="csX153" fmla="*/ 18154 w 74048"/>
                <a:gd name="csY153" fmla="*/ 37263 h 79780"/>
                <a:gd name="csX154" fmla="*/ 20542 w 74048"/>
                <a:gd name="csY154" fmla="*/ 33919 h 79780"/>
                <a:gd name="csX155" fmla="*/ 21975 w 74048"/>
                <a:gd name="csY155" fmla="*/ 30097 h 79780"/>
                <a:gd name="csX156" fmla="*/ 24364 w 74048"/>
                <a:gd name="csY156" fmla="*/ 19109 h 79780"/>
                <a:gd name="csX157" fmla="*/ 24842 w 74048"/>
                <a:gd name="csY157" fmla="*/ 17198 h 79780"/>
                <a:gd name="csX158" fmla="*/ 26275 w 74048"/>
                <a:gd name="csY158" fmla="*/ 15287 h 79780"/>
                <a:gd name="csX159" fmla="*/ 27708 w 74048"/>
                <a:gd name="csY159" fmla="*/ 15765 h 79780"/>
                <a:gd name="csX160" fmla="*/ 28664 w 74048"/>
                <a:gd name="csY160" fmla="*/ 16243 h 79780"/>
                <a:gd name="csX161" fmla="*/ 32008 w 74048"/>
                <a:gd name="csY161" fmla="*/ 14810 h 79780"/>
                <a:gd name="csX162" fmla="*/ 37740 w 74048"/>
                <a:gd name="csY162" fmla="*/ 10510 h 79780"/>
                <a:gd name="csX163" fmla="*/ 39651 w 74048"/>
                <a:gd name="csY163" fmla="*/ 7166 h 79780"/>
                <a:gd name="csX164" fmla="*/ 41085 w 74048"/>
                <a:gd name="csY164" fmla="*/ 5255 h 79780"/>
                <a:gd name="csX165" fmla="*/ 48251 w 74048"/>
                <a:gd name="csY165" fmla="*/ 1911 h 79780"/>
                <a:gd name="csX166" fmla="*/ 51595 w 74048"/>
                <a:gd name="csY166" fmla="*/ 956 h 79780"/>
                <a:gd name="csX167" fmla="*/ 57328 w 74048"/>
                <a:gd name="csY167" fmla="*/ 956 h 79780"/>
                <a:gd name="csX168" fmla="*/ 61627 w 74048"/>
                <a:gd name="csY168" fmla="*/ 478 h 79780"/>
                <a:gd name="csX169" fmla="*/ 66882 w 74048"/>
                <a:gd name="csY169" fmla="*/ 0 h 79780"/>
                <a:gd name="csX170" fmla="*/ 68793 w 74048"/>
                <a:gd name="csY170" fmla="*/ 1911 h 79780"/>
                <a:gd name="csX171" fmla="*/ 69748 w 74048"/>
                <a:gd name="csY171" fmla="*/ 3822 h 79780"/>
                <a:gd name="csX172" fmla="*/ 71659 w 74048"/>
                <a:gd name="csY172" fmla="*/ 4300 h 79780"/>
                <a:gd name="csX173" fmla="*/ 74048 w 74048"/>
                <a:gd name="csY173" fmla="*/ 4777 h 79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</a:cxnLst>
              <a:rect l="l" t="t" r="r" b="b"/>
              <a:pathLst>
                <a:path w="74048" h="79780">
                  <a:moveTo>
                    <a:pt x="74048" y="4777"/>
                  </a:moveTo>
                  <a:lnTo>
                    <a:pt x="74048" y="8121"/>
                  </a:lnTo>
                  <a:lnTo>
                    <a:pt x="74048" y="13377"/>
                  </a:lnTo>
                  <a:lnTo>
                    <a:pt x="74048" y="14332"/>
                  </a:lnTo>
                  <a:lnTo>
                    <a:pt x="72615" y="16721"/>
                  </a:lnTo>
                  <a:lnTo>
                    <a:pt x="71182" y="21020"/>
                  </a:lnTo>
                  <a:lnTo>
                    <a:pt x="71182" y="23886"/>
                  </a:lnTo>
                  <a:lnTo>
                    <a:pt x="71182" y="23886"/>
                  </a:lnTo>
                  <a:lnTo>
                    <a:pt x="70704" y="24364"/>
                  </a:lnTo>
                  <a:lnTo>
                    <a:pt x="65449" y="24364"/>
                  </a:lnTo>
                  <a:lnTo>
                    <a:pt x="64493" y="24842"/>
                  </a:lnTo>
                  <a:lnTo>
                    <a:pt x="64493" y="24842"/>
                  </a:lnTo>
                  <a:lnTo>
                    <a:pt x="64493" y="25797"/>
                  </a:lnTo>
                  <a:lnTo>
                    <a:pt x="64971" y="26275"/>
                  </a:lnTo>
                  <a:lnTo>
                    <a:pt x="64493" y="27231"/>
                  </a:lnTo>
                  <a:lnTo>
                    <a:pt x="64016" y="27708"/>
                  </a:lnTo>
                  <a:lnTo>
                    <a:pt x="64493" y="28664"/>
                  </a:lnTo>
                  <a:lnTo>
                    <a:pt x="65449" y="29619"/>
                  </a:lnTo>
                  <a:lnTo>
                    <a:pt x="66882" y="30097"/>
                  </a:lnTo>
                  <a:lnTo>
                    <a:pt x="67360" y="30097"/>
                  </a:lnTo>
                  <a:lnTo>
                    <a:pt x="68793" y="30097"/>
                  </a:lnTo>
                  <a:lnTo>
                    <a:pt x="69748" y="30097"/>
                  </a:lnTo>
                  <a:lnTo>
                    <a:pt x="70226" y="31052"/>
                  </a:lnTo>
                  <a:lnTo>
                    <a:pt x="71182" y="32008"/>
                  </a:lnTo>
                  <a:lnTo>
                    <a:pt x="71182" y="33441"/>
                  </a:lnTo>
                  <a:lnTo>
                    <a:pt x="70704" y="35352"/>
                  </a:lnTo>
                  <a:lnTo>
                    <a:pt x="69748" y="37263"/>
                  </a:lnTo>
                  <a:lnTo>
                    <a:pt x="67360" y="39174"/>
                  </a:lnTo>
                  <a:lnTo>
                    <a:pt x="66404" y="40129"/>
                  </a:lnTo>
                  <a:lnTo>
                    <a:pt x="65449" y="40607"/>
                  </a:lnTo>
                  <a:lnTo>
                    <a:pt x="65449" y="40607"/>
                  </a:lnTo>
                  <a:lnTo>
                    <a:pt x="64971" y="41085"/>
                  </a:lnTo>
                  <a:lnTo>
                    <a:pt x="64493" y="41563"/>
                  </a:lnTo>
                  <a:lnTo>
                    <a:pt x="64493" y="42040"/>
                  </a:lnTo>
                  <a:lnTo>
                    <a:pt x="66404" y="43951"/>
                  </a:lnTo>
                  <a:lnTo>
                    <a:pt x="66404" y="44429"/>
                  </a:lnTo>
                  <a:lnTo>
                    <a:pt x="65927" y="45384"/>
                  </a:lnTo>
                  <a:lnTo>
                    <a:pt x="65449" y="45862"/>
                  </a:lnTo>
                  <a:lnTo>
                    <a:pt x="60671" y="47773"/>
                  </a:lnTo>
                  <a:lnTo>
                    <a:pt x="58761" y="47295"/>
                  </a:lnTo>
                  <a:lnTo>
                    <a:pt x="57805" y="48251"/>
                  </a:lnTo>
                  <a:lnTo>
                    <a:pt x="57805" y="48728"/>
                  </a:lnTo>
                  <a:lnTo>
                    <a:pt x="56372" y="47773"/>
                  </a:lnTo>
                  <a:lnTo>
                    <a:pt x="53983" y="46818"/>
                  </a:lnTo>
                  <a:lnTo>
                    <a:pt x="53028" y="47295"/>
                  </a:lnTo>
                  <a:lnTo>
                    <a:pt x="52072" y="47773"/>
                  </a:lnTo>
                  <a:lnTo>
                    <a:pt x="50639" y="48251"/>
                  </a:lnTo>
                  <a:lnTo>
                    <a:pt x="49684" y="49206"/>
                  </a:lnTo>
                  <a:lnTo>
                    <a:pt x="49684" y="50162"/>
                  </a:lnTo>
                  <a:lnTo>
                    <a:pt x="51595" y="53506"/>
                  </a:lnTo>
                  <a:lnTo>
                    <a:pt x="52072" y="53984"/>
                  </a:lnTo>
                  <a:lnTo>
                    <a:pt x="52550" y="54939"/>
                  </a:lnTo>
                  <a:lnTo>
                    <a:pt x="53505" y="56372"/>
                  </a:lnTo>
                  <a:lnTo>
                    <a:pt x="54461" y="58283"/>
                  </a:lnTo>
                  <a:lnTo>
                    <a:pt x="54461" y="59238"/>
                  </a:lnTo>
                  <a:lnTo>
                    <a:pt x="54461" y="60672"/>
                  </a:lnTo>
                  <a:lnTo>
                    <a:pt x="53983" y="62105"/>
                  </a:lnTo>
                  <a:lnTo>
                    <a:pt x="52072" y="65927"/>
                  </a:lnTo>
                  <a:lnTo>
                    <a:pt x="52072" y="66882"/>
                  </a:lnTo>
                  <a:lnTo>
                    <a:pt x="52072" y="67360"/>
                  </a:lnTo>
                  <a:lnTo>
                    <a:pt x="53028" y="67360"/>
                  </a:lnTo>
                  <a:lnTo>
                    <a:pt x="53028" y="67838"/>
                  </a:lnTo>
                  <a:lnTo>
                    <a:pt x="53028" y="68315"/>
                  </a:lnTo>
                  <a:lnTo>
                    <a:pt x="49684" y="70704"/>
                  </a:lnTo>
                  <a:lnTo>
                    <a:pt x="49206" y="71182"/>
                  </a:lnTo>
                  <a:lnTo>
                    <a:pt x="47773" y="71182"/>
                  </a:lnTo>
                  <a:lnTo>
                    <a:pt x="47773" y="71182"/>
                  </a:lnTo>
                  <a:lnTo>
                    <a:pt x="47773" y="71659"/>
                  </a:lnTo>
                  <a:lnTo>
                    <a:pt x="47773" y="72137"/>
                  </a:lnTo>
                  <a:lnTo>
                    <a:pt x="48251" y="73093"/>
                  </a:lnTo>
                  <a:lnTo>
                    <a:pt x="49684" y="73093"/>
                  </a:lnTo>
                  <a:lnTo>
                    <a:pt x="50639" y="74048"/>
                  </a:lnTo>
                  <a:lnTo>
                    <a:pt x="51595" y="75004"/>
                  </a:lnTo>
                  <a:lnTo>
                    <a:pt x="50639" y="79781"/>
                  </a:lnTo>
                  <a:lnTo>
                    <a:pt x="50162" y="79781"/>
                  </a:lnTo>
                  <a:lnTo>
                    <a:pt x="48251" y="79781"/>
                  </a:lnTo>
                  <a:lnTo>
                    <a:pt x="47295" y="77870"/>
                  </a:lnTo>
                  <a:lnTo>
                    <a:pt x="44429" y="78825"/>
                  </a:lnTo>
                  <a:lnTo>
                    <a:pt x="44429" y="78825"/>
                  </a:lnTo>
                  <a:lnTo>
                    <a:pt x="43951" y="77870"/>
                  </a:lnTo>
                  <a:lnTo>
                    <a:pt x="43473" y="76914"/>
                  </a:lnTo>
                  <a:lnTo>
                    <a:pt x="43473" y="76437"/>
                  </a:lnTo>
                  <a:lnTo>
                    <a:pt x="45384" y="74526"/>
                  </a:lnTo>
                  <a:lnTo>
                    <a:pt x="45384" y="74048"/>
                  </a:lnTo>
                  <a:lnTo>
                    <a:pt x="45384" y="73570"/>
                  </a:lnTo>
                  <a:lnTo>
                    <a:pt x="45384" y="72615"/>
                  </a:lnTo>
                  <a:lnTo>
                    <a:pt x="46340" y="71182"/>
                  </a:lnTo>
                  <a:lnTo>
                    <a:pt x="46817" y="69749"/>
                  </a:lnTo>
                  <a:lnTo>
                    <a:pt x="47295" y="68793"/>
                  </a:lnTo>
                  <a:lnTo>
                    <a:pt x="46340" y="67838"/>
                  </a:lnTo>
                  <a:lnTo>
                    <a:pt x="45862" y="67360"/>
                  </a:lnTo>
                  <a:lnTo>
                    <a:pt x="42996" y="66882"/>
                  </a:lnTo>
                  <a:lnTo>
                    <a:pt x="41562" y="65449"/>
                  </a:lnTo>
                  <a:lnTo>
                    <a:pt x="40607" y="64493"/>
                  </a:lnTo>
                  <a:lnTo>
                    <a:pt x="40607" y="64493"/>
                  </a:lnTo>
                  <a:lnTo>
                    <a:pt x="40129" y="64016"/>
                  </a:lnTo>
                  <a:lnTo>
                    <a:pt x="39174" y="64493"/>
                  </a:lnTo>
                  <a:lnTo>
                    <a:pt x="36785" y="64971"/>
                  </a:lnTo>
                  <a:lnTo>
                    <a:pt x="34874" y="64493"/>
                  </a:lnTo>
                  <a:lnTo>
                    <a:pt x="32486" y="62583"/>
                  </a:lnTo>
                  <a:lnTo>
                    <a:pt x="32008" y="60672"/>
                  </a:lnTo>
                  <a:lnTo>
                    <a:pt x="32008" y="59238"/>
                  </a:lnTo>
                  <a:lnTo>
                    <a:pt x="32008" y="59238"/>
                  </a:lnTo>
                  <a:lnTo>
                    <a:pt x="31530" y="58761"/>
                  </a:lnTo>
                  <a:lnTo>
                    <a:pt x="30575" y="59716"/>
                  </a:lnTo>
                  <a:lnTo>
                    <a:pt x="30575" y="59716"/>
                  </a:lnTo>
                  <a:lnTo>
                    <a:pt x="29619" y="60672"/>
                  </a:lnTo>
                  <a:lnTo>
                    <a:pt x="27708" y="60672"/>
                  </a:lnTo>
                  <a:lnTo>
                    <a:pt x="27230" y="60672"/>
                  </a:lnTo>
                  <a:lnTo>
                    <a:pt x="27230" y="59716"/>
                  </a:lnTo>
                  <a:lnTo>
                    <a:pt x="26753" y="59238"/>
                  </a:lnTo>
                  <a:lnTo>
                    <a:pt x="26275" y="58761"/>
                  </a:lnTo>
                  <a:lnTo>
                    <a:pt x="25797" y="58283"/>
                  </a:lnTo>
                  <a:lnTo>
                    <a:pt x="23409" y="60194"/>
                  </a:lnTo>
                  <a:lnTo>
                    <a:pt x="22453" y="60194"/>
                  </a:lnTo>
                  <a:lnTo>
                    <a:pt x="21498" y="59238"/>
                  </a:lnTo>
                  <a:lnTo>
                    <a:pt x="21020" y="58761"/>
                  </a:lnTo>
                  <a:lnTo>
                    <a:pt x="21020" y="58761"/>
                  </a:lnTo>
                  <a:lnTo>
                    <a:pt x="19587" y="59238"/>
                  </a:lnTo>
                  <a:lnTo>
                    <a:pt x="18631" y="60194"/>
                  </a:lnTo>
                  <a:lnTo>
                    <a:pt x="18631" y="60194"/>
                  </a:lnTo>
                  <a:lnTo>
                    <a:pt x="19109" y="61627"/>
                  </a:lnTo>
                  <a:lnTo>
                    <a:pt x="18154" y="62105"/>
                  </a:lnTo>
                  <a:lnTo>
                    <a:pt x="16721" y="62105"/>
                  </a:lnTo>
                  <a:lnTo>
                    <a:pt x="15287" y="61149"/>
                  </a:lnTo>
                  <a:lnTo>
                    <a:pt x="15287" y="61149"/>
                  </a:lnTo>
                  <a:lnTo>
                    <a:pt x="13854" y="60672"/>
                  </a:lnTo>
                  <a:lnTo>
                    <a:pt x="10988" y="59716"/>
                  </a:lnTo>
                  <a:lnTo>
                    <a:pt x="7166" y="60672"/>
                  </a:lnTo>
                  <a:lnTo>
                    <a:pt x="4777" y="59238"/>
                  </a:lnTo>
                  <a:lnTo>
                    <a:pt x="2866" y="59238"/>
                  </a:lnTo>
                  <a:lnTo>
                    <a:pt x="1433" y="58283"/>
                  </a:lnTo>
                  <a:lnTo>
                    <a:pt x="0" y="56850"/>
                  </a:lnTo>
                  <a:lnTo>
                    <a:pt x="955" y="55894"/>
                  </a:lnTo>
                  <a:lnTo>
                    <a:pt x="1911" y="55417"/>
                  </a:lnTo>
                  <a:lnTo>
                    <a:pt x="5733" y="54939"/>
                  </a:lnTo>
                  <a:lnTo>
                    <a:pt x="8599" y="55894"/>
                  </a:lnTo>
                  <a:lnTo>
                    <a:pt x="13854" y="59238"/>
                  </a:lnTo>
                  <a:lnTo>
                    <a:pt x="14809" y="59238"/>
                  </a:lnTo>
                  <a:lnTo>
                    <a:pt x="16243" y="58761"/>
                  </a:lnTo>
                  <a:lnTo>
                    <a:pt x="15765" y="57805"/>
                  </a:lnTo>
                  <a:lnTo>
                    <a:pt x="14332" y="57328"/>
                  </a:lnTo>
                  <a:lnTo>
                    <a:pt x="12421" y="56372"/>
                  </a:lnTo>
                  <a:lnTo>
                    <a:pt x="10988" y="54939"/>
                  </a:lnTo>
                  <a:lnTo>
                    <a:pt x="14332" y="54939"/>
                  </a:lnTo>
                  <a:lnTo>
                    <a:pt x="13854" y="53984"/>
                  </a:lnTo>
                  <a:lnTo>
                    <a:pt x="13376" y="53028"/>
                  </a:lnTo>
                  <a:lnTo>
                    <a:pt x="10032" y="48728"/>
                  </a:lnTo>
                  <a:lnTo>
                    <a:pt x="10510" y="47773"/>
                  </a:lnTo>
                  <a:lnTo>
                    <a:pt x="11465" y="45384"/>
                  </a:lnTo>
                  <a:lnTo>
                    <a:pt x="12421" y="43473"/>
                  </a:lnTo>
                  <a:lnTo>
                    <a:pt x="13376" y="42996"/>
                  </a:lnTo>
                  <a:lnTo>
                    <a:pt x="14809" y="41563"/>
                  </a:lnTo>
                  <a:lnTo>
                    <a:pt x="18154" y="37263"/>
                  </a:lnTo>
                  <a:lnTo>
                    <a:pt x="20542" y="33919"/>
                  </a:lnTo>
                  <a:lnTo>
                    <a:pt x="21975" y="30097"/>
                  </a:lnTo>
                  <a:lnTo>
                    <a:pt x="24364" y="19109"/>
                  </a:lnTo>
                  <a:lnTo>
                    <a:pt x="24842" y="17198"/>
                  </a:lnTo>
                  <a:lnTo>
                    <a:pt x="26275" y="15287"/>
                  </a:lnTo>
                  <a:lnTo>
                    <a:pt x="27708" y="15765"/>
                  </a:lnTo>
                  <a:lnTo>
                    <a:pt x="28664" y="16243"/>
                  </a:lnTo>
                  <a:lnTo>
                    <a:pt x="32008" y="14810"/>
                  </a:lnTo>
                  <a:lnTo>
                    <a:pt x="37740" y="10510"/>
                  </a:lnTo>
                  <a:lnTo>
                    <a:pt x="39651" y="7166"/>
                  </a:lnTo>
                  <a:lnTo>
                    <a:pt x="41085" y="5255"/>
                  </a:lnTo>
                  <a:lnTo>
                    <a:pt x="48251" y="1911"/>
                  </a:lnTo>
                  <a:lnTo>
                    <a:pt x="51595" y="956"/>
                  </a:lnTo>
                  <a:lnTo>
                    <a:pt x="57328" y="956"/>
                  </a:lnTo>
                  <a:lnTo>
                    <a:pt x="61627" y="478"/>
                  </a:lnTo>
                  <a:lnTo>
                    <a:pt x="66882" y="0"/>
                  </a:lnTo>
                  <a:lnTo>
                    <a:pt x="68793" y="1911"/>
                  </a:lnTo>
                  <a:lnTo>
                    <a:pt x="69748" y="3822"/>
                  </a:lnTo>
                  <a:lnTo>
                    <a:pt x="71659" y="4300"/>
                  </a:lnTo>
                  <a:lnTo>
                    <a:pt x="7404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2" name="Freeform 2191">
              <a:extLst>
                <a:ext uri="{FF2B5EF4-FFF2-40B4-BE49-F238E27FC236}">
                  <a16:creationId xmlns:a16="http://schemas.microsoft.com/office/drawing/2014/main" id="{76C4D55B-BA77-5687-AA10-46C81E029536}"/>
                </a:ext>
              </a:extLst>
            </p:cNvPr>
            <p:cNvSpPr/>
            <p:nvPr/>
          </p:nvSpPr>
          <p:spPr>
            <a:xfrm>
              <a:off x="6025295" y="3810012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3" name="Freeform 2192">
              <a:extLst>
                <a:ext uri="{FF2B5EF4-FFF2-40B4-BE49-F238E27FC236}">
                  <a16:creationId xmlns:a16="http://schemas.microsoft.com/office/drawing/2014/main" id="{BD9B7501-288D-9605-CAE8-9CDD4A2252D9}"/>
                </a:ext>
              </a:extLst>
            </p:cNvPr>
            <p:cNvSpPr/>
            <p:nvPr/>
          </p:nvSpPr>
          <p:spPr>
            <a:xfrm>
              <a:off x="6020040" y="3803801"/>
              <a:ext cx="5255" cy="6210"/>
            </a:xfrm>
            <a:custGeom>
              <a:avLst/>
              <a:gdLst>
                <a:gd name="csX0" fmla="*/ 5255 w 5255"/>
                <a:gd name="csY0" fmla="*/ 6211 h 6210"/>
                <a:gd name="csX1" fmla="*/ 5255 w 5255"/>
                <a:gd name="csY1" fmla="*/ 6211 h 6210"/>
                <a:gd name="csX2" fmla="*/ 2867 w 5255"/>
                <a:gd name="csY2" fmla="*/ 4300 h 6210"/>
                <a:gd name="csX3" fmla="*/ 1911 w 5255"/>
                <a:gd name="csY3" fmla="*/ 1911 h 6210"/>
                <a:gd name="csX4" fmla="*/ 0 w 5255"/>
                <a:gd name="csY4" fmla="*/ 0 h 6210"/>
                <a:gd name="csX5" fmla="*/ 1911 w 5255"/>
                <a:gd name="csY5" fmla="*/ 1911 h 6210"/>
                <a:gd name="csX6" fmla="*/ 2867 w 5255"/>
                <a:gd name="csY6" fmla="*/ 4300 h 6210"/>
                <a:gd name="csX7" fmla="*/ 5255 w 5255"/>
                <a:gd name="csY7" fmla="*/ 6211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5" h="6210">
                  <a:moveTo>
                    <a:pt x="5255" y="6211"/>
                  </a:moveTo>
                  <a:lnTo>
                    <a:pt x="5255" y="6211"/>
                  </a:lnTo>
                  <a:lnTo>
                    <a:pt x="2867" y="4300"/>
                  </a:lnTo>
                  <a:lnTo>
                    <a:pt x="1911" y="1911"/>
                  </a:lnTo>
                  <a:lnTo>
                    <a:pt x="0" y="0"/>
                  </a:lnTo>
                  <a:lnTo>
                    <a:pt x="1911" y="1911"/>
                  </a:lnTo>
                  <a:lnTo>
                    <a:pt x="2867" y="4300"/>
                  </a:lnTo>
                  <a:lnTo>
                    <a:pt x="5255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4" name="Freeform 2193">
              <a:extLst>
                <a:ext uri="{FF2B5EF4-FFF2-40B4-BE49-F238E27FC236}">
                  <a16:creationId xmlns:a16="http://schemas.microsoft.com/office/drawing/2014/main" id="{9CE94914-B661-A43F-39FD-DC3EBB74198D}"/>
                </a:ext>
              </a:extLst>
            </p:cNvPr>
            <p:cNvSpPr/>
            <p:nvPr/>
          </p:nvSpPr>
          <p:spPr>
            <a:xfrm>
              <a:off x="6023384" y="3602199"/>
              <a:ext cx="1433" cy="7165"/>
            </a:xfrm>
            <a:custGeom>
              <a:avLst/>
              <a:gdLst>
                <a:gd name="csX0" fmla="*/ 1433 w 1433"/>
                <a:gd name="csY0" fmla="*/ 0 h 7165"/>
                <a:gd name="csX1" fmla="*/ 0 w 1433"/>
                <a:gd name="csY1" fmla="*/ 4300 h 7165"/>
                <a:gd name="csX2" fmla="*/ 0 w 1433"/>
                <a:gd name="csY2" fmla="*/ 7166 h 7165"/>
                <a:gd name="csX3" fmla="*/ 0 w 1433"/>
                <a:gd name="csY3" fmla="*/ 4300 h 7165"/>
                <a:gd name="csX4" fmla="*/ 1433 w 1433"/>
                <a:gd name="csY4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7165">
                  <a:moveTo>
                    <a:pt x="1433" y="0"/>
                  </a:moveTo>
                  <a:lnTo>
                    <a:pt x="0" y="4300"/>
                  </a:lnTo>
                  <a:lnTo>
                    <a:pt x="0" y="7166"/>
                  </a:lnTo>
                  <a:lnTo>
                    <a:pt x="0" y="430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5" name="Freeform 2194">
              <a:extLst>
                <a:ext uri="{FF2B5EF4-FFF2-40B4-BE49-F238E27FC236}">
                  <a16:creationId xmlns:a16="http://schemas.microsoft.com/office/drawing/2014/main" id="{A74C785B-22B6-A465-7323-AC5B94BA2156}"/>
                </a:ext>
              </a:extLst>
            </p:cNvPr>
            <p:cNvSpPr/>
            <p:nvPr/>
          </p:nvSpPr>
          <p:spPr>
            <a:xfrm>
              <a:off x="6022429" y="3825299"/>
              <a:ext cx="955" cy="2866"/>
            </a:xfrm>
            <a:custGeom>
              <a:avLst/>
              <a:gdLst>
                <a:gd name="csX0" fmla="*/ 0 w 955"/>
                <a:gd name="csY0" fmla="*/ 0 h 2866"/>
                <a:gd name="csX1" fmla="*/ 956 w 955"/>
                <a:gd name="csY1" fmla="*/ 2867 h 2866"/>
                <a:gd name="csX2" fmla="*/ 956 w 955"/>
                <a:gd name="csY2" fmla="*/ 2867 h 2866"/>
                <a:gd name="csX3" fmla="*/ 0 w 955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2866">
                  <a:moveTo>
                    <a:pt x="0" y="0"/>
                  </a:moveTo>
                  <a:lnTo>
                    <a:pt x="956" y="2867"/>
                  </a:lnTo>
                  <a:lnTo>
                    <a:pt x="956" y="286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6" name="Freeform 2195">
              <a:extLst>
                <a:ext uri="{FF2B5EF4-FFF2-40B4-BE49-F238E27FC236}">
                  <a16:creationId xmlns:a16="http://schemas.microsoft.com/office/drawing/2014/main" id="{6EFDDF64-7789-6E99-64B6-CF9315F601EC}"/>
                </a:ext>
              </a:extLst>
            </p:cNvPr>
            <p:cNvSpPr/>
            <p:nvPr/>
          </p:nvSpPr>
          <p:spPr>
            <a:xfrm>
              <a:off x="6021951" y="3620831"/>
              <a:ext cx="955" cy="1911"/>
            </a:xfrm>
            <a:custGeom>
              <a:avLst/>
              <a:gdLst>
                <a:gd name="csX0" fmla="*/ 956 w 955"/>
                <a:gd name="csY0" fmla="*/ 0 h 1911"/>
                <a:gd name="csX1" fmla="*/ 0 w 955"/>
                <a:gd name="csY1" fmla="*/ 1911 h 1911"/>
                <a:gd name="csX2" fmla="*/ 0 w 955"/>
                <a:gd name="csY2" fmla="*/ 1911 h 1911"/>
                <a:gd name="csX3" fmla="*/ 956 w 955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1">
                  <a:moveTo>
                    <a:pt x="956" y="0"/>
                  </a:moveTo>
                  <a:lnTo>
                    <a:pt x="0" y="1911"/>
                  </a:lnTo>
                  <a:lnTo>
                    <a:pt x="0" y="1911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7" name="Freeform 2196">
              <a:extLst>
                <a:ext uri="{FF2B5EF4-FFF2-40B4-BE49-F238E27FC236}">
                  <a16:creationId xmlns:a16="http://schemas.microsoft.com/office/drawing/2014/main" id="{6C259365-4BF3-1C27-0A0A-1690A1D8A334}"/>
                </a:ext>
              </a:extLst>
            </p:cNvPr>
            <p:cNvSpPr/>
            <p:nvPr/>
          </p:nvSpPr>
          <p:spPr>
            <a:xfrm>
              <a:off x="6019562" y="3792813"/>
              <a:ext cx="2866" cy="3344"/>
            </a:xfrm>
            <a:custGeom>
              <a:avLst/>
              <a:gdLst>
                <a:gd name="csX0" fmla="*/ 1911 w 2866"/>
                <a:gd name="csY0" fmla="*/ 1433 h 3344"/>
                <a:gd name="csX1" fmla="*/ 2866 w 2866"/>
                <a:gd name="csY1" fmla="*/ 3344 h 3344"/>
                <a:gd name="csX2" fmla="*/ 1911 w 2866"/>
                <a:gd name="csY2" fmla="*/ 1911 h 3344"/>
                <a:gd name="csX3" fmla="*/ 956 w 2866"/>
                <a:gd name="csY3" fmla="*/ 956 h 3344"/>
                <a:gd name="csX4" fmla="*/ 0 w 2866"/>
                <a:gd name="csY4" fmla="*/ 0 h 3344"/>
                <a:gd name="csX5" fmla="*/ 0 w 2866"/>
                <a:gd name="csY5" fmla="*/ 0 h 3344"/>
                <a:gd name="csX6" fmla="*/ 956 w 2866"/>
                <a:gd name="csY6" fmla="*/ 956 h 3344"/>
                <a:gd name="csX7" fmla="*/ 1911 w 2866"/>
                <a:gd name="csY7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344">
                  <a:moveTo>
                    <a:pt x="1911" y="1433"/>
                  </a:moveTo>
                  <a:lnTo>
                    <a:pt x="2866" y="3344"/>
                  </a:lnTo>
                  <a:lnTo>
                    <a:pt x="1911" y="1911"/>
                  </a:lnTo>
                  <a:lnTo>
                    <a:pt x="956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956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8" name="Freeform 2197">
              <a:extLst>
                <a:ext uri="{FF2B5EF4-FFF2-40B4-BE49-F238E27FC236}">
                  <a16:creationId xmlns:a16="http://schemas.microsoft.com/office/drawing/2014/main" id="{B327B964-E430-328C-29CA-27D65F7ED44A}"/>
                </a:ext>
              </a:extLst>
            </p:cNvPr>
            <p:cNvSpPr/>
            <p:nvPr/>
          </p:nvSpPr>
          <p:spPr>
            <a:xfrm>
              <a:off x="6017174" y="3822910"/>
              <a:ext cx="4777" cy="1911"/>
            </a:xfrm>
            <a:custGeom>
              <a:avLst/>
              <a:gdLst>
                <a:gd name="csX0" fmla="*/ 4777 w 4777"/>
                <a:gd name="csY0" fmla="*/ 1911 h 1911"/>
                <a:gd name="csX1" fmla="*/ 4777 w 4777"/>
                <a:gd name="csY1" fmla="*/ 1911 h 1911"/>
                <a:gd name="csX2" fmla="*/ 4300 w 4777"/>
                <a:gd name="csY2" fmla="*/ 1433 h 1911"/>
                <a:gd name="csX3" fmla="*/ 3344 w 4777"/>
                <a:gd name="csY3" fmla="*/ 1433 h 1911"/>
                <a:gd name="csX4" fmla="*/ 1433 w 4777"/>
                <a:gd name="csY4" fmla="*/ 956 h 1911"/>
                <a:gd name="csX5" fmla="*/ 0 w 4777"/>
                <a:gd name="csY5" fmla="*/ 0 h 1911"/>
                <a:gd name="csX6" fmla="*/ 0 w 4777"/>
                <a:gd name="csY6" fmla="*/ 0 h 1911"/>
                <a:gd name="csX7" fmla="*/ 1433 w 4777"/>
                <a:gd name="csY7" fmla="*/ 956 h 1911"/>
                <a:gd name="csX8" fmla="*/ 3344 w 4777"/>
                <a:gd name="csY8" fmla="*/ 1433 h 1911"/>
                <a:gd name="csX9" fmla="*/ 4300 w 4777"/>
                <a:gd name="csY9" fmla="*/ 1433 h 1911"/>
                <a:gd name="csX10" fmla="*/ 4777 w 4777"/>
                <a:gd name="csY10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1911">
                  <a:moveTo>
                    <a:pt x="4777" y="1911"/>
                  </a:moveTo>
                  <a:lnTo>
                    <a:pt x="4777" y="1911"/>
                  </a:lnTo>
                  <a:lnTo>
                    <a:pt x="4300" y="1433"/>
                  </a:lnTo>
                  <a:lnTo>
                    <a:pt x="3344" y="1433"/>
                  </a:lnTo>
                  <a:lnTo>
                    <a:pt x="1433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956"/>
                  </a:lnTo>
                  <a:lnTo>
                    <a:pt x="3344" y="1433"/>
                  </a:lnTo>
                  <a:lnTo>
                    <a:pt x="4300" y="1433"/>
                  </a:lnTo>
                  <a:lnTo>
                    <a:pt x="477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9" name="Freeform 2198">
              <a:extLst>
                <a:ext uri="{FF2B5EF4-FFF2-40B4-BE49-F238E27FC236}">
                  <a16:creationId xmlns:a16="http://schemas.microsoft.com/office/drawing/2014/main" id="{9DA45D46-AD29-901A-2011-6356CED766C3}"/>
                </a:ext>
              </a:extLst>
            </p:cNvPr>
            <p:cNvSpPr/>
            <p:nvPr/>
          </p:nvSpPr>
          <p:spPr>
            <a:xfrm>
              <a:off x="6020040" y="3836287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0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0" name="Freeform 2199">
              <a:extLst>
                <a:ext uri="{FF2B5EF4-FFF2-40B4-BE49-F238E27FC236}">
                  <a16:creationId xmlns:a16="http://schemas.microsoft.com/office/drawing/2014/main" id="{70E385DD-8A46-2E81-0319-7FE1EA5EE803}"/>
                </a:ext>
              </a:extLst>
            </p:cNvPr>
            <p:cNvSpPr/>
            <p:nvPr/>
          </p:nvSpPr>
          <p:spPr>
            <a:xfrm>
              <a:off x="6018607" y="3801890"/>
              <a:ext cx="1433" cy="1910"/>
            </a:xfrm>
            <a:custGeom>
              <a:avLst/>
              <a:gdLst>
                <a:gd name="csX0" fmla="*/ 1433 w 1433"/>
                <a:gd name="csY0" fmla="*/ 1433 h 1910"/>
                <a:gd name="csX1" fmla="*/ 1433 w 1433"/>
                <a:gd name="csY1" fmla="*/ 1911 h 1910"/>
                <a:gd name="csX2" fmla="*/ 0 w 1433"/>
                <a:gd name="csY2" fmla="*/ 478 h 1910"/>
                <a:gd name="csX3" fmla="*/ 0 w 1433"/>
                <a:gd name="csY3" fmla="*/ 0 h 1910"/>
                <a:gd name="csX4" fmla="*/ 0 w 1433"/>
                <a:gd name="csY4" fmla="*/ 0 h 1910"/>
                <a:gd name="csX5" fmla="*/ 0 w 1433"/>
                <a:gd name="csY5" fmla="*/ 478 h 1910"/>
                <a:gd name="csX6" fmla="*/ 1433 w 1433"/>
                <a:gd name="csY6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1910">
                  <a:moveTo>
                    <a:pt x="1433" y="1433"/>
                  </a:moveTo>
                  <a:lnTo>
                    <a:pt x="1433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78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1" name="Freeform 2200">
              <a:extLst>
                <a:ext uri="{FF2B5EF4-FFF2-40B4-BE49-F238E27FC236}">
                  <a16:creationId xmlns:a16="http://schemas.microsoft.com/office/drawing/2014/main" id="{5F00E994-143F-C1E0-C67B-8BAC15858266}"/>
                </a:ext>
              </a:extLst>
            </p:cNvPr>
            <p:cNvSpPr/>
            <p:nvPr/>
          </p:nvSpPr>
          <p:spPr>
            <a:xfrm>
              <a:off x="6019562" y="3833420"/>
              <a:ext cx="477" cy="955"/>
            </a:xfrm>
            <a:custGeom>
              <a:avLst/>
              <a:gdLst>
                <a:gd name="csX0" fmla="*/ 478 w 477"/>
                <a:gd name="csY0" fmla="*/ 956 h 955"/>
                <a:gd name="csX1" fmla="*/ 478 w 477"/>
                <a:gd name="csY1" fmla="*/ 956 h 955"/>
                <a:gd name="csX2" fmla="*/ 0 w 477"/>
                <a:gd name="csY2" fmla="*/ 0 h 955"/>
                <a:gd name="csX3" fmla="*/ 478 w 477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956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2" name="Freeform 2201">
              <a:extLst>
                <a:ext uri="{FF2B5EF4-FFF2-40B4-BE49-F238E27FC236}">
                  <a16:creationId xmlns:a16="http://schemas.microsoft.com/office/drawing/2014/main" id="{FACABC47-3C4E-A8F6-1E7A-0242B20D3F98}"/>
                </a:ext>
              </a:extLst>
            </p:cNvPr>
            <p:cNvSpPr/>
            <p:nvPr/>
          </p:nvSpPr>
          <p:spPr>
            <a:xfrm>
              <a:off x="6019085" y="3708733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5 h 955"/>
                <a:gd name="csX2" fmla="*/ 0 w 477"/>
                <a:gd name="csY2" fmla="*/ 955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5"/>
                  </a:lnTo>
                  <a:lnTo>
                    <a:pt x="0" y="955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3" name="Freeform 2202">
              <a:extLst>
                <a:ext uri="{FF2B5EF4-FFF2-40B4-BE49-F238E27FC236}">
                  <a16:creationId xmlns:a16="http://schemas.microsoft.com/office/drawing/2014/main" id="{DCB9B271-A324-0494-C08F-A9D8C502553D}"/>
                </a:ext>
              </a:extLst>
            </p:cNvPr>
            <p:cNvSpPr/>
            <p:nvPr/>
          </p:nvSpPr>
          <p:spPr>
            <a:xfrm>
              <a:off x="6018129" y="3784214"/>
              <a:ext cx="955" cy="3344"/>
            </a:xfrm>
            <a:custGeom>
              <a:avLst/>
              <a:gdLst>
                <a:gd name="csX0" fmla="*/ 0 w 955"/>
                <a:gd name="csY0" fmla="*/ 2389 h 3344"/>
                <a:gd name="csX1" fmla="*/ 956 w 955"/>
                <a:gd name="csY1" fmla="*/ 3344 h 3344"/>
                <a:gd name="csX2" fmla="*/ 0 w 955"/>
                <a:gd name="csY2" fmla="*/ 2389 h 3344"/>
                <a:gd name="csX3" fmla="*/ 0 w 955"/>
                <a:gd name="csY3" fmla="*/ 956 h 3344"/>
                <a:gd name="csX4" fmla="*/ 0 w 955"/>
                <a:gd name="csY4" fmla="*/ 0 h 3344"/>
                <a:gd name="csX5" fmla="*/ 0 w 955"/>
                <a:gd name="csY5" fmla="*/ 0 h 3344"/>
                <a:gd name="csX6" fmla="*/ 0 w 955"/>
                <a:gd name="csY6" fmla="*/ 956 h 3344"/>
                <a:gd name="csX7" fmla="*/ 0 w 955"/>
                <a:gd name="csY7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3344">
                  <a:moveTo>
                    <a:pt x="0" y="2389"/>
                  </a:moveTo>
                  <a:lnTo>
                    <a:pt x="956" y="3344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6"/>
                  </a:lnTo>
                  <a:lnTo>
                    <a:pt x="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4" name="Freeform 2203">
              <a:extLst>
                <a:ext uri="{FF2B5EF4-FFF2-40B4-BE49-F238E27FC236}">
                  <a16:creationId xmlns:a16="http://schemas.microsoft.com/office/drawing/2014/main" id="{325B9DB3-91EC-141C-163B-5EBEB7779B05}"/>
                </a:ext>
              </a:extLst>
            </p:cNvPr>
            <p:cNvSpPr/>
            <p:nvPr/>
          </p:nvSpPr>
          <p:spPr>
            <a:xfrm>
              <a:off x="6015263" y="4490776"/>
              <a:ext cx="3344" cy="4777"/>
            </a:xfrm>
            <a:custGeom>
              <a:avLst/>
              <a:gdLst>
                <a:gd name="csX0" fmla="*/ 0 w 3344"/>
                <a:gd name="csY0" fmla="*/ 0 h 4777"/>
                <a:gd name="csX1" fmla="*/ 3344 w 3344"/>
                <a:gd name="csY1" fmla="*/ 4777 h 4777"/>
                <a:gd name="csX2" fmla="*/ 3344 w 3344"/>
                <a:gd name="csY2" fmla="*/ 4777 h 4777"/>
                <a:gd name="csX3" fmla="*/ 0 w 3344"/>
                <a:gd name="csY3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4777">
                  <a:moveTo>
                    <a:pt x="0" y="0"/>
                  </a:moveTo>
                  <a:lnTo>
                    <a:pt x="3344" y="4777"/>
                  </a:lnTo>
                  <a:lnTo>
                    <a:pt x="3344" y="47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5" name="Freeform 2204">
              <a:extLst>
                <a:ext uri="{FF2B5EF4-FFF2-40B4-BE49-F238E27FC236}">
                  <a16:creationId xmlns:a16="http://schemas.microsoft.com/office/drawing/2014/main" id="{4DBE6519-655F-6FB2-053A-7AE33917D8D8}"/>
                </a:ext>
              </a:extLst>
            </p:cNvPr>
            <p:cNvSpPr/>
            <p:nvPr/>
          </p:nvSpPr>
          <p:spPr>
            <a:xfrm>
              <a:off x="6015263" y="3579746"/>
              <a:ext cx="3344" cy="1433"/>
            </a:xfrm>
            <a:custGeom>
              <a:avLst/>
              <a:gdLst>
                <a:gd name="csX0" fmla="*/ 3344 w 3344"/>
                <a:gd name="csY0" fmla="*/ 0 h 1433"/>
                <a:gd name="csX1" fmla="*/ 1911 w 3344"/>
                <a:gd name="csY1" fmla="*/ 1433 h 1433"/>
                <a:gd name="csX2" fmla="*/ 0 w 3344"/>
                <a:gd name="csY2" fmla="*/ 1433 h 1433"/>
                <a:gd name="csX3" fmla="*/ 478 w 3344"/>
                <a:gd name="csY3" fmla="*/ 955 h 1433"/>
                <a:gd name="csX4" fmla="*/ 2389 w 3344"/>
                <a:gd name="csY4" fmla="*/ 0 h 1433"/>
                <a:gd name="csX5" fmla="*/ 3344 w 3344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1433">
                  <a:moveTo>
                    <a:pt x="3344" y="0"/>
                  </a:moveTo>
                  <a:lnTo>
                    <a:pt x="1911" y="1433"/>
                  </a:lnTo>
                  <a:lnTo>
                    <a:pt x="0" y="1433"/>
                  </a:lnTo>
                  <a:lnTo>
                    <a:pt x="478" y="955"/>
                  </a:lnTo>
                  <a:lnTo>
                    <a:pt x="2389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6" name="Freeform 2205">
              <a:extLst>
                <a:ext uri="{FF2B5EF4-FFF2-40B4-BE49-F238E27FC236}">
                  <a16:creationId xmlns:a16="http://schemas.microsoft.com/office/drawing/2014/main" id="{A92FC014-3F9B-6096-20F7-BC2508B29DB2}"/>
                </a:ext>
              </a:extLst>
            </p:cNvPr>
            <p:cNvSpPr/>
            <p:nvPr/>
          </p:nvSpPr>
          <p:spPr>
            <a:xfrm>
              <a:off x="6017651" y="3625608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7" name="Freeform 2206">
              <a:extLst>
                <a:ext uri="{FF2B5EF4-FFF2-40B4-BE49-F238E27FC236}">
                  <a16:creationId xmlns:a16="http://schemas.microsoft.com/office/drawing/2014/main" id="{CC16F844-94E4-FD02-9461-C8FC2AA49E8C}"/>
                </a:ext>
              </a:extLst>
            </p:cNvPr>
            <p:cNvSpPr/>
            <p:nvPr/>
          </p:nvSpPr>
          <p:spPr>
            <a:xfrm>
              <a:off x="6017651" y="3630863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8" name="Freeform 2207">
              <a:extLst>
                <a:ext uri="{FF2B5EF4-FFF2-40B4-BE49-F238E27FC236}">
                  <a16:creationId xmlns:a16="http://schemas.microsoft.com/office/drawing/2014/main" id="{F2B9D9B0-A0FD-BE56-4FA9-ABAB79260BC4}"/>
                </a:ext>
              </a:extLst>
            </p:cNvPr>
            <p:cNvSpPr/>
            <p:nvPr/>
          </p:nvSpPr>
          <p:spPr>
            <a:xfrm>
              <a:off x="6011919" y="4727252"/>
              <a:ext cx="5732" cy="6210"/>
            </a:xfrm>
            <a:custGeom>
              <a:avLst/>
              <a:gdLst>
                <a:gd name="csX0" fmla="*/ 5733 w 5732"/>
                <a:gd name="csY0" fmla="*/ 1433 h 6210"/>
                <a:gd name="csX1" fmla="*/ 5733 w 5732"/>
                <a:gd name="csY1" fmla="*/ 2866 h 6210"/>
                <a:gd name="csX2" fmla="*/ 3822 w 5732"/>
                <a:gd name="csY2" fmla="*/ 5255 h 6210"/>
                <a:gd name="csX3" fmla="*/ 1911 w 5732"/>
                <a:gd name="csY3" fmla="*/ 6210 h 6210"/>
                <a:gd name="csX4" fmla="*/ 955 w 5732"/>
                <a:gd name="csY4" fmla="*/ 6210 h 6210"/>
                <a:gd name="csX5" fmla="*/ 478 w 5732"/>
                <a:gd name="csY5" fmla="*/ 5255 h 6210"/>
                <a:gd name="csX6" fmla="*/ 0 w 5732"/>
                <a:gd name="csY6" fmla="*/ 3344 h 6210"/>
                <a:gd name="csX7" fmla="*/ 478 w 5732"/>
                <a:gd name="csY7" fmla="*/ 2389 h 6210"/>
                <a:gd name="csX8" fmla="*/ 955 w 5732"/>
                <a:gd name="csY8" fmla="*/ 955 h 6210"/>
                <a:gd name="csX9" fmla="*/ 3344 w 5732"/>
                <a:gd name="csY9" fmla="*/ 0 h 6210"/>
                <a:gd name="csX10" fmla="*/ 4299 w 5732"/>
                <a:gd name="csY10" fmla="*/ 0 h 6210"/>
                <a:gd name="csX11" fmla="*/ 5733 w 5732"/>
                <a:gd name="csY11" fmla="*/ 14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32" h="6210">
                  <a:moveTo>
                    <a:pt x="5733" y="1433"/>
                  </a:moveTo>
                  <a:lnTo>
                    <a:pt x="5733" y="2866"/>
                  </a:lnTo>
                  <a:lnTo>
                    <a:pt x="3822" y="5255"/>
                  </a:lnTo>
                  <a:lnTo>
                    <a:pt x="1911" y="6210"/>
                  </a:lnTo>
                  <a:lnTo>
                    <a:pt x="955" y="6210"/>
                  </a:lnTo>
                  <a:lnTo>
                    <a:pt x="478" y="5255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955" y="955"/>
                  </a:lnTo>
                  <a:lnTo>
                    <a:pt x="3344" y="0"/>
                  </a:lnTo>
                  <a:lnTo>
                    <a:pt x="4299" y="0"/>
                  </a:lnTo>
                  <a:lnTo>
                    <a:pt x="57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9" name="Freeform 2208">
              <a:extLst>
                <a:ext uri="{FF2B5EF4-FFF2-40B4-BE49-F238E27FC236}">
                  <a16:creationId xmlns:a16="http://schemas.microsoft.com/office/drawing/2014/main" id="{77FA3F5C-8D87-EB8A-A8F8-0E4B7F89AE4D}"/>
                </a:ext>
              </a:extLst>
            </p:cNvPr>
            <p:cNvSpPr/>
            <p:nvPr/>
          </p:nvSpPr>
          <p:spPr>
            <a:xfrm>
              <a:off x="6016218" y="3612710"/>
              <a:ext cx="1433" cy="2388"/>
            </a:xfrm>
            <a:custGeom>
              <a:avLst/>
              <a:gdLst>
                <a:gd name="csX0" fmla="*/ 478 w 1433"/>
                <a:gd name="csY0" fmla="*/ 1433 h 2388"/>
                <a:gd name="csX1" fmla="*/ 1433 w 1433"/>
                <a:gd name="csY1" fmla="*/ 2389 h 2388"/>
                <a:gd name="csX2" fmla="*/ 478 w 1433"/>
                <a:gd name="csY2" fmla="*/ 1433 h 2388"/>
                <a:gd name="csX3" fmla="*/ 0 w 1433"/>
                <a:gd name="csY3" fmla="*/ 478 h 2388"/>
                <a:gd name="csX4" fmla="*/ 478 w 1433"/>
                <a:gd name="csY4" fmla="*/ 0 h 2388"/>
                <a:gd name="csX5" fmla="*/ 478 w 1433"/>
                <a:gd name="csY5" fmla="*/ 478 h 2388"/>
                <a:gd name="csX6" fmla="*/ 478 w 1433"/>
                <a:gd name="csY6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2388">
                  <a:moveTo>
                    <a:pt x="478" y="1433"/>
                  </a:moveTo>
                  <a:lnTo>
                    <a:pt x="1433" y="2389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478"/>
                  </a:lnTo>
                  <a:lnTo>
                    <a:pt x="47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0" name="Freeform 2209">
              <a:extLst>
                <a:ext uri="{FF2B5EF4-FFF2-40B4-BE49-F238E27FC236}">
                  <a16:creationId xmlns:a16="http://schemas.microsoft.com/office/drawing/2014/main" id="{F6EF7B7A-65B3-1652-E12D-3E27FC1B7656}"/>
                </a:ext>
              </a:extLst>
            </p:cNvPr>
            <p:cNvSpPr/>
            <p:nvPr/>
          </p:nvSpPr>
          <p:spPr>
            <a:xfrm>
              <a:off x="6010963" y="3631341"/>
              <a:ext cx="6688" cy="1910"/>
            </a:xfrm>
            <a:custGeom>
              <a:avLst/>
              <a:gdLst>
                <a:gd name="csX0" fmla="*/ 6688 w 6688"/>
                <a:gd name="csY0" fmla="*/ 0 h 1910"/>
                <a:gd name="csX1" fmla="*/ 1911 w 6688"/>
                <a:gd name="csY1" fmla="*/ 1911 h 1910"/>
                <a:gd name="csX2" fmla="*/ 0 w 6688"/>
                <a:gd name="csY2" fmla="*/ 1433 h 1910"/>
                <a:gd name="csX3" fmla="*/ 1911 w 6688"/>
                <a:gd name="csY3" fmla="*/ 1911 h 1910"/>
                <a:gd name="csX4" fmla="*/ 6688 w 6688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1910">
                  <a:moveTo>
                    <a:pt x="6688" y="0"/>
                  </a:moveTo>
                  <a:lnTo>
                    <a:pt x="1911" y="1911"/>
                  </a:lnTo>
                  <a:lnTo>
                    <a:pt x="0" y="1433"/>
                  </a:lnTo>
                  <a:lnTo>
                    <a:pt x="1911" y="1911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1" name="Freeform 2210">
              <a:extLst>
                <a:ext uri="{FF2B5EF4-FFF2-40B4-BE49-F238E27FC236}">
                  <a16:creationId xmlns:a16="http://schemas.microsoft.com/office/drawing/2014/main" id="{1F641BB0-A1CC-5AC4-9F8B-C0FC741226E3}"/>
                </a:ext>
              </a:extLst>
            </p:cNvPr>
            <p:cNvSpPr/>
            <p:nvPr/>
          </p:nvSpPr>
          <p:spPr>
            <a:xfrm>
              <a:off x="6016696" y="3820522"/>
              <a:ext cx="477" cy="955"/>
            </a:xfrm>
            <a:custGeom>
              <a:avLst/>
              <a:gdLst>
                <a:gd name="csX0" fmla="*/ 478 w 477"/>
                <a:gd name="csY0" fmla="*/ 956 h 955"/>
                <a:gd name="csX1" fmla="*/ 478 w 477"/>
                <a:gd name="csY1" fmla="*/ 956 h 955"/>
                <a:gd name="csX2" fmla="*/ 0 w 477"/>
                <a:gd name="csY2" fmla="*/ 0 h 955"/>
                <a:gd name="csX3" fmla="*/ 478 w 477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956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2" name="Freeform 2211">
              <a:extLst>
                <a:ext uri="{FF2B5EF4-FFF2-40B4-BE49-F238E27FC236}">
                  <a16:creationId xmlns:a16="http://schemas.microsoft.com/office/drawing/2014/main" id="{69217AAA-F9F2-AF0F-3D68-0F28991BA0A4}"/>
                </a:ext>
              </a:extLst>
            </p:cNvPr>
            <p:cNvSpPr/>
            <p:nvPr/>
          </p:nvSpPr>
          <p:spPr>
            <a:xfrm>
              <a:off x="6016696" y="3610321"/>
              <a:ext cx="477" cy="1433"/>
            </a:xfrm>
            <a:custGeom>
              <a:avLst/>
              <a:gdLst>
                <a:gd name="csX0" fmla="*/ 0 w 477"/>
                <a:gd name="csY0" fmla="*/ 955 h 1433"/>
                <a:gd name="csX1" fmla="*/ 478 w 477"/>
                <a:gd name="csY1" fmla="*/ 1433 h 1433"/>
                <a:gd name="csX2" fmla="*/ 0 w 477"/>
                <a:gd name="csY2" fmla="*/ 955 h 1433"/>
                <a:gd name="csX3" fmla="*/ 0 w 477"/>
                <a:gd name="csY3" fmla="*/ 0 h 1433"/>
                <a:gd name="csX4" fmla="*/ 0 w 477"/>
                <a:gd name="csY4" fmla="*/ 0 h 1433"/>
                <a:gd name="csX5" fmla="*/ 0 w 477"/>
                <a:gd name="csY5" fmla="*/ 955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1433">
                  <a:moveTo>
                    <a:pt x="0" y="955"/>
                  </a:moveTo>
                  <a:lnTo>
                    <a:pt x="478" y="1433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3" name="Freeform 2212">
              <a:extLst>
                <a:ext uri="{FF2B5EF4-FFF2-40B4-BE49-F238E27FC236}">
                  <a16:creationId xmlns:a16="http://schemas.microsoft.com/office/drawing/2014/main" id="{7AA99A53-1BDA-0B77-4BE4-AC2BA2944CE8}"/>
                </a:ext>
              </a:extLst>
            </p:cNvPr>
            <p:cNvSpPr/>
            <p:nvPr/>
          </p:nvSpPr>
          <p:spPr>
            <a:xfrm>
              <a:off x="5997109" y="3681503"/>
              <a:ext cx="15287" cy="20542"/>
            </a:xfrm>
            <a:custGeom>
              <a:avLst/>
              <a:gdLst>
                <a:gd name="csX0" fmla="*/ 15287 w 15287"/>
                <a:gd name="csY0" fmla="*/ 10510 h 20542"/>
                <a:gd name="csX1" fmla="*/ 15287 w 15287"/>
                <a:gd name="csY1" fmla="*/ 11943 h 20542"/>
                <a:gd name="csX2" fmla="*/ 15287 w 15287"/>
                <a:gd name="csY2" fmla="*/ 13376 h 20542"/>
                <a:gd name="csX3" fmla="*/ 15287 w 15287"/>
                <a:gd name="csY3" fmla="*/ 13376 h 20542"/>
                <a:gd name="csX4" fmla="*/ 14332 w 15287"/>
                <a:gd name="csY4" fmla="*/ 13854 h 20542"/>
                <a:gd name="csX5" fmla="*/ 13854 w 15287"/>
                <a:gd name="csY5" fmla="*/ 14810 h 20542"/>
                <a:gd name="csX6" fmla="*/ 13854 w 15287"/>
                <a:gd name="csY6" fmla="*/ 14810 h 20542"/>
                <a:gd name="csX7" fmla="*/ 12899 w 15287"/>
                <a:gd name="csY7" fmla="*/ 16243 h 20542"/>
                <a:gd name="csX8" fmla="*/ 12421 w 15287"/>
                <a:gd name="csY8" fmla="*/ 18631 h 20542"/>
                <a:gd name="csX9" fmla="*/ 12421 w 15287"/>
                <a:gd name="csY9" fmla="*/ 20065 h 20542"/>
                <a:gd name="csX10" fmla="*/ 10988 w 15287"/>
                <a:gd name="csY10" fmla="*/ 19587 h 20542"/>
                <a:gd name="csX11" fmla="*/ 10510 w 15287"/>
                <a:gd name="csY11" fmla="*/ 19109 h 20542"/>
                <a:gd name="csX12" fmla="*/ 9077 w 15287"/>
                <a:gd name="csY12" fmla="*/ 19109 h 20542"/>
                <a:gd name="csX13" fmla="*/ 8121 w 15287"/>
                <a:gd name="csY13" fmla="*/ 19587 h 20542"/>
                <a:gd name="csX14" fmla="*/ 7166 w 15287"/>
                <a:gd name="csY14" fmla="*/ 20065 h 20542"/>
                <a:gd name="csX15" fmla="*/ 5733 w 15287"/>
                <a:gd name="csY15" fmla="*/ 20542 h 20542"/>
                <a:gd name="csX16" fmla="*/ 4777 w 15287"/>
                <a:gd name="csY16" fmla="*/ 20065 h 20542"/>
                <a:gd name="csX17" fmla="*/ 4300 w 15287"/>
                <a:gd name="csY17" fmla="*/ 19587 h 20542"/>
                <a:gd name="csX18" fmla="*/ 3822 w 15287"/>
                <a:gd name="csY18" fmla="*/ 19109 h 20542"/>
                <a:gd name="csX19" fmla="*/ 2389 w 15287"/>
                <a:gd name="csY19" fmla="*/ 18631 h 20542"/>
                <a:gd name="csX20" fmla="*/ 1433 w 15287"/>
                <a:gd name="csY20" fmla="*/ 18154 h 20542"/>
                <a:gd name="csX21" fmla="*/ 1911 w 15287"/>
                <a:gd name="csY21" fmla="*/ 17676 h 20542"/>
                <a:gd name="csX22" fmla="*/ 2389 w 15287"/>
                <a:gd name="csY22" fmla="*/ 16721 h 20542"/>
                <a:gd name="csX23" fmla="*/ 2867 w 15287"/>
                <a:gd name="csY23" fmla="*/ 15765 h 20542"/>
                <a:gd name="csX24" fmla="*/ 3344 w 15287"/>
                <a:gd name="csY24" fmla="*/ 14810 h 20542"/>
                <a:gd name="csX25" fmla="*/ 1911 w 15287"/>
                <a:gd name="csY25" fmla="*/ 12421 h 20542"/>
                <a:gd name="csX26" fmla="*/ 1433 w 15287"/>
                <a:gd name="csY26" fmla="*/ 11943 h 20542"/>
                <a:gd name="csX27" fmla="*/ 0 w 15287"/>
                <a:gd name="csY27" fmla="*/ 10510 h 20542"/>
                <a:gd name="csX28" fmla="*/ 0 w 15287"/>
                <a:gd name="csY28" fmla="*/ 9555 h 20542"/>
                <a:gd name="csX29" fmla="*/ 478 w 15287"/>
                <a:gd name="csY29" fmla="*/ 9077 h 20542"/>
                <a:gd name="csX30" fmla="*/ 478 w 15287"/>
                <a:gd name="csY30" fmla="*/ 8599 h 20542"/>
                <a:gd name="csX31" fmla="*/ 478 w 15287"/>
                <a:gd name="csY31" fmla="*/ 7166 h 20542"/>
                <a:gd name="csX32" fmla="*/ 1433 w 15287"/>
                <a:gd name="csY32" fmla="*/ 6210 h 20542"/>
                <a:gd name="csX33" fmla="*/ 1911 w 15287"/>
                <a:gd name="csY33" fmla="*/ 4777 h 20542"/>
                <a:gd name="csX34" fmla="*/ 2867 w 15287"/>
                <a:gd name="csY34" fmla="*/ 2866 h 20542"/>
                <a:gd name="csX35" fmla="*/ 5255 w 15287"/>
                <a:gd name="csY35" fmla="*/ 0 h 20542"/>
                <a:gd name="csX36" fmla="*/ 6688 w 15287"/>
                <a:gd name="csY36" fmla="*/ 478 h 20542"/>
                <a:gd name="csX37" fmla="*/ 7166 w 15287"/>
                <a:gd name="csY37" fmla="*/ 478 h 20542"/>
                <a:gd name="csX38" fmla="*/ 7644 w 15287"/>
                <a:gd name="csY38" fmla="*/ 1433 h 20542"/>
                <a:gd name="csX39" fmla="*/ 8121 w 15287"/>
                <a:gd name="csY39" fmla="*/ 1433 h 20542"/>
                <a:gd name="csX40" fmla="*/ 7644 w 15287"/>
                <a:gd name="csY40" fmla="*/ 2389 h 20542"/>
                <a:gd name="csX41" fmla="*/ 7644 w 15287"/>
                <a:gd name="csY41" fmla="*/ 3822 h 20542"/>
                <a:gd name="csX42" fmla="*/ 8121 w 15287"/>
                <a:gd name="csY42" fmla="*/ 5733 h 20542"/>
                <a:gd name="csX43" fmla="*/ 9555 w 15287"/>
                <a:gd name="csY43" fmla="*/ 7166 h 20542"/>
                <a:gd name="csX44" fmla="*/ 10510 w 15287"/>
                <a:gd name="csY44" fmla="*/ 8599 h 20542"/>
                <a:gd name="csX45" fmla="*/ 10988 w 15287"/>
                <a:gd name="csY45" fmla="*/ 8599 h 20542"/>
                <a:gd name="csX46" fmla="*/ 11943 w 15287"/>
                <a:gd name="csY46" fmla="*/ 9555 h 20542"/>
                <a:gd name="csX47" fmla="*/ 14332 w 15287"/>
                <a:gd name="csY47" fmla="*/ 10510 h 20542"/>
                <a:gd name="csX48" fmla="*/ 15287 w 15287"/>
                <a:gd name="csY48" fmla="*/ 10510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15287" h="20542">
                  <a:moveTo>
                    <a:pt x="15287" y="10510"/>
                  </a:moveTo>
                  <a:lnTo>
                    <a:pt x="15287" y="11943"/>
                  </a:lnTo>
                  <a:lnTo>
                    <a:pt x="15287" y="13376"/>
                  </a:lnTo>
                  <a:lnTo>
                    <a:pt x="15287" y="13376"/>
                  </a:lnTo>
                  <a:lnTo>
                    <a:pt x="14332" y="13854"/>
                  </a:lnTo>
                  <a:lnTo>
                    <a:pt x="13854" y="14810"/>
                  </a:lnTo>
                  <a:lnTo>
                    <a:pt x="13854" y="14810"/>
                  </a:lnTo>
                  <a:lnTo>
                    <a:pt x="12899" y="16243"/>
                  </a:lnTo>
                  <a:lnTo>
                    <a:pt x="12421" y="18631"/>
                  </a:lnTo>
                  <a:lnTo>
                    <a:pt x="12421" y="20065"/>
                  </a:lnTo>
                  <a:lnTo>
                    <a:pt x="10988" y="19587"/>
                  </a:lnTo>
                  <a:lnTo>
                    <a:pt x="10510" y="19109"/>
                  </a:lnTo>
                  <a:lnTo>
                    <a:pt x="9077" y="19109"/>
                  </a:lnTo>
                  <a:lnTo>
                    <a:pt x="8121" y="19587"/>
                  </a:lnTo>
                  <a:lnTo>
                    <a:pt x="7166" y="20065"/>
                  </a:lnTo>
                  <a:lnTo>
                    <a:pt x="5733" y="20542"/>
                  </a:lnTo>
                  <a:lnTo>
                    <a:pt x="4777" y="20065"/>
                  </a:lnTo>
                  <a:lnTo>
                    <a:pt x="4300" y="19587"/>
                  </a:lnTo>
                  <a:lnTo>
                    <a:pt x="3822" y="19109"/>
                  </a:lnTo>
                  <a:lnTo>
                    <a:pt x="2389" y="18631"/>
                  </a:lnTo>
                  <a:lnTo>
                    <a:pt x="1433" y="18154"/>
                  </a:lnTo>
                  <a:lnTo>
                    <a:pt x="1911" y="17676"/>
                  </a:lnTo>
                  <a:lnTo>
                    <a:pt x="2389" y="16721"/>
                  </a:lnTo>
                  <a:lnTo>
                    <a:pt x="2867" y="15765"/>
                  </a:lnTo>
                  <a:lnTo>
                    <a:pt x="3344" y="14810"/>
                  </a:lnTo>
                  <a:lnTo>
                    <a:pt x="1911" y="12421"/>
                  </a:lnTo>
                  <a:lnTo>
                    <a:pt x="1433" y="11943"/>
                  </a:lnTo>
                  <a:lnTo>
                    <a:pt x="0" y="10510"/>
                  </a:lnTo>
                  <a:lnTo>
                    <a:pt x="0" y="9555"/>
                  </a:lnTo>
                  <a:lnTo>
                    <a:pt x="478" y="9077"/>
                  </a:lnTo>
                  <a:lnTo>
                    <a:pt x="478" y="8599"/>
                  </a:lnTo>
                  <a:lnTo>
                    <a:pt x="478" y="7166"/>
                  </a:lnTo>
                  <a:lnTo>
                    <a:pt x="1433" y="6210"/>
                  </a:lnTo>
                  <a:lnTo>
                    <a:pt x="1911" y="4777"/>
                  </a:lnTo>
                  <a:lnTo>
                    <a:pt x="2867" y="2866"/>
                  </a:lnTo>
                  <a:lnTo>
                    <a:pt x="5255" y="0"/>
                  </a:lnTo>
                  <a:lnTo>
                    <a:pt x="6688" y="478"/>
                  </a:lnTo>
                  <a:lnTo>
                    <a:pt x="7166" y="478"/>
                  </a:lnTo>
                  <a:lnTo>
                    <a:pt x="7644" y="1433"/>
                  </a:lnTo>
                  <a:lnTo>
                    <a:pt x="8121" y="1433"/>
                  </a:lnTo>
                  <a:lnTo>
                    <a:pt x="7644" y="2389"/>
                  </a:lnTo>
                  <a:lnTo>
                    <a:pt x="7644" y="3822"/>
                  </a:lnTo>
                  <a:lnTo>
                    <a:pt x="8121" y="5733"/>
                  </a:lnTo>
                  <a:lnTo>
                    <a:pt x="9555" y="7166"/>
                  </a:lnTo>
                  <a:lnTo>
                    <a:pt x="10510" y="8599"/>
                  </a:lnTo>
                  <a:lnTo>
                    <a:pt x="10988" y="8599"/>
                  </a:lnTo>
                  <a:lnTo>
                    <a:pt x="11943" y="9555"/>
                  </a:lnTo>
                  <a:lnTo>
                    <a:pt x="14332" y="10510"/>
                  </a:lnTo>
                  <a:lnTo>
                    <a:pt x="15287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4" name="Freeform 2213">
              <a:extLst>
                <a:ext uri="{FF2B5EF4-FFF2-40B4-BE49-F238E27FC236}">
                  <a16:creationId xmlns:a16="http://schemas.microsoft.com/office/drawing/2014/main" id="{ACCBD215-86B8-6F06-9D1D-337CA3C77787}"/>
                </a:ext>
              </a:extLst>
            </p:cNvPr>
            <p:cNvSpPr/>
            <p:nvPr/>
          </p:nvSpPr>
          <p:spPr>
            <a:xfrm>
              <a:off x="6011441" y="3770360"/>
              <a:ext cx="477" cy="2866"/>
            </a:xfrm>
            <a:custGeom>
              <a:avLst/>
              <a:gdLst>
                <a:gd name="csX0" fmla="*/ 478 w 477"/>
                <a:gd name="csY0" fmla="*/ 0 h 2866"/>
                <a:gd name="csX1" fmla="*/ 0 w 477"/>
                <a:gd name="csY1" fmla="*/ 0 h 2866"/>
                <a:gd name="csX2" fmla="*/ 0 w 477"/>
                <a:gd name="csY2" fmla="*/ 2867 h 2866"/>
                <a:gd name="csX3" fmla="*/ 0 w 477"/>
                <a:gd name="csY3" fmla="*/ 0 h 2866"/>
                <a:gd name="csX4" fmla="*/ 478 w 477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866">
                  <a:moveTo>
                    <a:pt x="478" y="0"/>
                  </a:moveTo>
                  <a:lnTo>
                    <a:pt x="0" y="0"/>
                  </a:lnTo>
                  <a:lnTo>
                    <a:pt x="0" y="2867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5" name="Freeform 2214">
              <a:extLst>
                <a:ext uri="{FF2B5EF4-FFF2-40B4-BE49-F238E27FC236}">
                  <a16:creationId xmlns:a16="http://schemas.microsoft.com/office/drawing/2014/main" id="{864AA078-993E-E4E6-324C-56C98EE629A6}"/>
                </a:ext>
              </a:extLst>
            </p:cNvPr>
            <p:cNvSpPr/>
            <p:nvPr/>
          </p:nvSpPr>
          <p:spPr>
            <a:xfrm>
              <a:off x="6010963" y="3773227"/>
              <a:ext cx="477" cy="1910"/>
            </a:xfrm>
            <a:custGeom>
              <a:avLst/>
              <a:gdLst>
                <a:gd name="csX0" fmla="*/ 478 w 477"/>
                <a:gd name="csY0" fmla="*/ 0 h 1910"/>
                <a:gd name="csX1" fmla="*/ 0 w 477"/>
                <a:gd name="csY1" fmla="*/ 1911 h 1910"/>
                <a:gd name="csX2" fmla="*/ 0 w 477"/>
                <a:gd name="csY2" fmla="*/ 1911 h 1910"/>
                <a:gd name="csX3" fmla="*/ 478 w 477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0">
                  <a:moveTo>
                    <a:pt x="478" y="0"/>
                  </a:moveTo>
                  <a:lnTo>
                    <a:pt x="0" y="1911"/>
                  </a:lnTo>
                  <a:lnTo>
                    <a:pt x="0" y="1911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6" name="Freeform 2215">
              <a:extLst>
                <a:ext uri="{FF2B5EF4-FFF2-40B4-BE49-F238E27FC236}">
                  <a16:creationId xmlns:a16="http://schemas.microsoft.com/office/drawing/2014/main" id="{67CA9EE4-A2BF-DD5B-550D-543C0034E80C}"/>
                </a:ext>
              </a:extLst>
            </p:cNvPr>
            <p:cNvSpPr/>
            <p:nvPr/>
          </p:nvSpPr>
          <p:spPr>
            <a:xfrm>
              <a:off x="5933571" y="3643762"/>
              <a:ext cx="76436" cy="56372"/>
            </a:xfrm>
            <a:custGeom>
              <a:avLst/>
              <a:gdLst>
                <a:gd name="csX0" fmla="*/ 75959 w 76436"/>
                <a:gd name="csY0" fmla="*/ 31530 h 56372"/>
                <a:gd name="csX1" fmla="*/ 76437 w 76436"/>
                <a:gd name="csY1" fmla="*/ 33919 h 56372"/>
                <a:gd name="csX2" fmla="*/ 72615 w 76436"/>
                <a:gd name="csY2" fmla="*/ 36307 h 56372"/>
                <a:gd name="csX3" fmla="*/ 72615 w 76436"/>
                <a:gd name="csY3" fmla="*/ 36307 h 56372"/>
                <a:gd name="csX4" fmla="*/ 71659 w 76436"/>
                <a:gd name="csY4" fmla="*/ 38696 h 56372"/>
                <a:gd name="csX5" fmla="*/ 71659 w 76436"/>
                <a:gd name="csY5" fmla="*/ 39174 h 56372"/>
                <a:gd name="csX6" fmla="*/ 71182 w 76436"/>
                <a:gd name="csY6" fmla="*/ 39174 h 56372"/>
                <a:gd name="csX7" fmla="*/ 70704 w 76436"/>
                <a:gd name="csY7" fmla="*/ 38218 h 56372"/>
                <a:gd name="csX8" fmla="*/ 70226 w 76436"/>
                <a:gd name="csY8" fmla="*/ 38218 h 56372"/>
                <a:gd name="csX9" fmla="*/ 68793 w 76436"/>
                <a:gd name="csY9" fmla="*/ 37741 h 56372"/>
                <a:gd name="csX10" fmla="*/ 66405 w 76436"/>
                <a:gd name="csY10" fmla="*/ 40607 h 56372"/>
                <a:gd name="csX11" fmla="*/ 65449 w 76436"/>
                <a:gd name="csY11" fmla="*/ 42518 h 56372"/>
                <a:gd name="csX12" fmla="*/ 64971 w 76436"/>
                <a:gd name="csY12" fmla="*/ 43951 h 56372"/>
                <a:gd name="csX13" fmla="*/ 64016 w 76436"/>
                <a:gd name="csY13" fmla="*/ 44907 h 56372"/>
                <a:gd name="csX14" fmla="*/ 64016 w 76436"/>
                <a:gd name="csY14" fmla="*/ 46340 h 56372"/>
                <a:gd name="csX15" fmla="*/ 64016 w 76436"/>
                <a:gd name="csY15" fmla="*/ 46817 h 56372"/>
                <a:gd name="csX16" fmla="*/ 63538 w 76436"/>
                <a:gd name="csY16" fmla="*/ 47295 h 56372"/>
                <a:gd name="csX17" fmla="*/ 63538 w 76436"/>
                <a:gd name="csY17" fmla="*/ 48251 h 56372"/>
                <a:gd name="csX18" fmla="*/ 64971 w 76436"/>
                <a:gd name="csY18" fmla="*/ 49684 h 56372"/>
                <a:gd name="csX19" fmla="*/ 65449 w 76436"/>
                <a:gd name="csY19" fmla="*/ 50162 h 56372"/>
                <a:gd name="csX20" fmla="*/ 66882 w 76436"/>
                <a:gd name="csY20" fmla="*/ 52550 h 56372"/>
                <a:gd name="csX21" fmla="*/ 66405 w 76436"/>
                <a:gd name="csY21" fmla="*/ 53506 h 56372"/>
                <a:gd name="csX22" fmla="*/ 65927 w 76436"/>
                <a:gd name="csY22" fmla="*/ 54461 h 56372"/>
                <a:gd name="csX23" fmla="*/ 65449 w 76436"/>
                <a:gd name="csY23" fmla="*/ 55417 h 56372"/>
                <a:gd name="csX24" fmla="*/ 64971 w 76436"/>
                <a:gd name="csY24" fmla="*/ 55894 h 56372"/>
                <a:gd name="csX25" fmla="*/ 63538 w 76436"/>
                <a:gd name="csY25" fmla="*/ 55417 h 56372"/>
                <a:gd name="csX26" fmla="*/ 61627 w 76436"/>
                <a:gd name="csY26" fmla="*/ 55894 h 56372"/>
                <a:gd name="csX27" fmla="*/ 60194 w 76436"/>
                <a:gd name="csY27" fmla="*/ 56372 h 56372"/>
                <a:gd name="csX28" fmla="*/ 59239 w 76436"/>
                <a:gd name="csY28" fmla="*/ 56372 h 56372"/>
                <a:gd name="csX29" fmla="*/ 57805 w 76436"/>
                <a:gd name="csY29" fmla="*/ 55417 h 56372"/>
                <a:gd name="csX30" fmla="*/ 56372 w 76436"/>
                <a:gd name="csY30" fmla="*/ 53506 h 56372"/>
                <a:gd name="csX31" fmla="*/ 55416 w 76436"/>
                <a:gd name="csY31" fmla="*/ 52550 h 56372"/>
                <a:gd name="csX32" fmla="*/ 54939 w 76436"/>
                <a:gd name="csY32" fmla="*/ 51595 h 56372"/>
                <a:gd name="csX33" fmla="*/ 54939 w 76436"/>
                <a:gd name="csY33" fmla="*/ 51595 h 56372"/>
                <a:gd name="csX34" fmla="*/ 53506 w 76436"/>
                <a:gd name="csY34" fmla="*/ 51595 h 56372"/>
                <a:gd name="csX35" fmla="*/ 51595 w 76436"/>
                <a:gd name="csY35" fmla="*/ 50639 h 56372"/>
                <a:gd name="csX36" fmla="*/ 50639 w 76436"/>
                <a:gd name="csY36" fmla="*/ 49684 h 56372"/>
                <a:gd name="csX37" fmla="*/ 49684 w 76436"/>
                <a:gd name="csY37" fmla="*/ 48728 h 56372"/>
                <a:gd name="csX38" fmla="*/ 47773 w 76436"/>
                <a:gd name="csY38" fmla="*/ 48728 h 56372"/>
                <a:gd name="csX39" fmla="*/ 46817 w 76436"/>
                <a:gd name="csY39" fmla="*/ 48728 h 56372"/>
                <a:gd name="csX40" fmla="*/ 46340 w 76436"/>
                <a:gd name="csY40" fmla="*/ 46817 h 56372"/>
                <a:gd name="csX41" fmla="*/ 46340 w 76436"/>
                <a:gd name="csY41" fmla="*/ 44907 h 56372"/>
                <a:gd name="csX42" fmla="*/ 45384 w 76436"/>
                <a:gd name="csY42" fmla="*/ 43951 h 56372"/>
                <a:gd name="csX43" fmla="*/ 46340 w 76436"/>
                <a:gd name="csY43" fmla="*/ 38696 h 56372"/>
                <a:gd name="csX44" fmla="*/ 45862 w 76436"/>
                <a:gd name="csY44" fmla="*/ 38218 h 56372"/>
                <a:gd name="csX45" fmla="*/ 44907 w 76436"/>
                <a:gd name="csY45" fmla="*/ 38696 h 56372"/>
                <a:gd name="csX46" fmla="*/ 43473 w 76436"/>
                <a:gd name="csY46" fmla="*/ 40129 h 56372"/>
                <a:gd name="csX47" fmla="*/ 43473 w 76436"/>
                <a:gd name="csY47" fmla="*/ 40129 h 56372"/>
                <a:gd name="csX48" fmla="*/ 43473 w 76436"/>
                <a:gd name="csY48" fmla="*/ 40607 h 56372"/>
                <a:gd name="csX49" fmla="*/ 42996 w 76436"/>
                <a:gd name="csY49" fmla="*/ 41562 h 56372"/>
                <a:gd name="csX50" fmla="*/ 42518 w 76436"/>
                <a:gd name="csY50" fmla="*/ 42518 h 56372"/>
                <a:gd name="csX51" fmla="*/ 40129 w 76436"/>
                <a:gd name="csY51" fmla="*/ 43951 h 56372"/>
                <a:gd name="csX52" fmla="*/ 36785 w 76436"/>
                <a:gd name="csY52" fmla="*/ 44429 h 56372"/>
                <a:gd name="csX53" fmla="*/ 32963 w 76436"/>
                <a:gd name="csY53" fmla="*/ 43951 h 56372"/>
                <a:gd name="csX54" fmla="*/ 32963 w 76436"/>
                <a:gd name="csY54" fmla="*/ 43951 h 56372"/>
                <a:gd name="csX55" fmla="*/ 32486 w 76436"/>
                <a:gd name="csY55" fmla="*/ 43473 h 56372"/>
                <a:gd name="csX56" fmla="*/ 32008 w 76436"/>
                <a:gd name="csY56" fmla="*/ 42996 h 56372"/>
                <a:gd name="csX57" fmla="*/ 32008 w 76436"/>
                <a:gd name="csY57" fmla="*/ 42518 h 56372"/>
                <a:gd name="csX58" fmla="*/ 32486 w 76436"/>
                <a:gd name="csY58" fmla="*/ 42040 h 56372"/>
                <a:gd name="csX59" fmla="*/ 32963 w 76436"/>
                <a:gd name="csY59" fmla="*/ 41085 h 56372"/>
                <a:gd name="csX60" fmla="*/ 33441 w 76436"/>
                <a:gd name="csY60" fmla="*/ 40129 h 56372"/>
                <a:gd name="csX61" fmla="*/ 32486 w 76436"/>
                <a:gd name="csY61" fmla="*/ 39174 h 56372"/>
                <a:gd name="csX62" fmla="*/ 32008 w 76436"/>
                <a:gd name="csY62" fmla="*/ 38696 h 56372"/>
                <a:gd name="csX63" fmla="*/ 32486 w 76436"/>
                <a:gd name="csY63" fmla="*/ 37741 h 56372"/>
                <a:gd name="csX64" fmla="*/ 32963 w 76436"/>
                <a:gd name="csY64" fmla="*/ 36307 h 56372"/>
                <a:gd name="csX65" fmla="*/ 32963 w 76436"/>
                <a:gd name="csY65" fmla="*/ 35830 h 56372"/>
                <a:gd name="csX66" fmla="*/ 30575 w 76436"/>
                <a:gd name="csY66" fmla="*/ 33441 h 56372"/>
                <a:gd name="csX67" fmla="*/ 28664 w 76436"/>
                <a:gd name="csY67" fmla="*/ 32963 h 56372"/>
                <a:gd name="csX68" fmla="*/ 26753 w 76436"/>
                <a:gd name="csY68" fmla="*/ 32963 h 56372"/>
                <a:gd name="csX69" fmla="*/ 25320 w 76436"/>
                <a:gd name="csY69" fmla="*/ 32963 h 56372"/>
                <a:gd name="csX70" fmla="*/ 24364 w 76436"/>
                <a:gd name="csY70" fmla="*/ 32963 h 56372"/>
                <a:gd name="csX71" fmla="*/ 23886 w 76436"/>
                <a:gd name="csY71" fmla="*/ 33441 h 56372"/>
                <a:gd name="csX72" fmla="*/ 23409 w 76436"/>
                <a:gd name="csY72" fmla="*/ 33919 h 56372"/>
                <a:gd name="csX73" fmla="*/ 22931 w 76436"/>
                <a:gd name="csY73" fmla="*/ 33441 h 56372"/>
                <a:gd name="csX74" fmla="*/ 21975 w 76436"/>
                <a:gd name="csY74" fmla="*/ 29619 h 56372"/>
                <a:gd name="csX75" fmla="*/ 21498 w 76436"/>
                <a:gd name="csY75" fmla="*/ 29142 h 56372"/>
                <a:gd name="csX76" fmla="*/ 19109 w 76436"/>
                <a:gd name="csY76" fmla="*/ 28664 h 56372"/>
                <a:gd name="csX77" fmla="*/ 15765 w 76436"/>
                <a:gd name="csY77" fmla="*/ 28186 h 56372"/>
                <a:gd name="csX78" fmla="*/ 15287 w 76436"/>
                <a:gd name="csY78" fmla="*/ 27708 h 56372"/>
                <a:gd name="csX79" fmla="*/ 14809 w 76436"/>
                <a:gd name="csY79" fmla="*/ 25797 h 56372"/>
                <a:gd name="csX80" fmla="*/ 14332 w 76436"/>
                <a:gd name="csY80" fmla="*/ 23886 h 56372"/>
                <a:gd name="csX81" fmla="*/ 13376 w 76436"/>
                <a:gd name="csY81" fmla="*/ 21976 h 56372"/>
                <a:gd name="csX82" fmla="*/ 12899 w 76436"/>
                <a:gd name="csY82" fmla="*/ 21498 h 56372"/>
                <a:gd name="csX83" fmla="*/ 11943 w 76436"/>
                <a:gd name="csY83" fmla="*/ 20542 h 56372"/>
                <a:gd name="csX84" fmla="*/ 10032 w 76436"/>
                <a:gd name="csY84" fmla="*/ 21020 h 56372"/>
                <a:gd name="csX85" fmla="*/ 8121 w 76436"/>
                <a:gd name="csY85" fmla="*/ 21976 h 56372"/>
                <a:gd name="csX86" fmla="*/ 6688 w 76436"/>
                <a:gd name="csY86" fmla="*/ 22453 h 56372"/>
                <a:gd name="csX87" fmla="*/ 6688 w 76436"/>
                <a:gd name="csY87" fmla="*/ 22453 h 56372"/>
                <a:gd name="csX88" fmla="*/ 4777 w 76436"/>
                <a:gd name="csY88" fmla="*/ 21498 h 56372"/>
                <a:gd name="csX89" fmla="*/ 4777 w 76436"/>
                <a:gd name="csY89" fmla="*/ 21498 h 56372"/>
                <a:gd name="csX90" fmla="*/ 2866 w 76436"/>
                <a:gd name="csY90" fmla="*/ 19587 h 56372"/>
                <a:gd name="csX91" fmla="*/ 1911 w 76436"/>
                <a:gd name="csY91" fmla="*/ 17676 h 56372"/>
                <a:gd name="csX92" fmla="*/ 1433 w 76436"/>
                <a:gd name="csY92" fmla="*/ 16721 h 56372"/>
                <a:gd name="csX93" fmla="*/ 1911 w 76436"/>
                <a:gd name="csY93" fmla="*/ 15287 h 56372"/>
                <a:gd name="csX94" fmla="*/ 1911 w 76436"/>
                <a:gd name="csY94" fmla="*/ 15287 h 56372"/>
                <a:gd name="csX95" fmla="*/ 1433 w 76436"/>
                <a:gd name="csY95" fmla="*/ 14332 h 56372"/>
                <a:gd name="csX96" fmla="*/ 478 w 76436"/>
                <a:gd name="csY96" fmla="*/ 12899 h 56372"/>
                <a:gd name="csX97" fmla="*/ 0 w 76436"/>
                <a:gd name="csY97" fmla="*/ 11465 h 56372"/>
                <a:gd name="csX98" fmla="*/ 0 w 76436"/>
                <a:gd name="csY98" fmla="*/ 11465 h 56372"/>
                <a:gd name="csX99" fmla="*/ 9077 w 76436"/>
                <a:gd name="csY99" fmla="*/ 6688 h 56372"/>
                <a:gd name="csX100" fmla="*/ 14332 w 76436"/>
                <a:gd name="csY100" fmla="*/ 3822 h 56372"/>
                <a:gd name="csX101" fmla="*/ 16721 w 76436"/>
                <a:gd name="csY101" fmla="*/ 3344 h 56372"/>
                <a:gd name="csX102" fmla="*/ 17198 w 76436"/>
                <a:gd name="csY102" fmla="*/ 5255 h 56372"/>
                <a:gd name="csX103" fmla="*/ 17198 w 76436"/>
                <a:gd name="csY103" fmla="*/ 5733 h 56372"/>
                <a:gd name="csX104" fmla="*/ 17676 w 76436"/>
                <a:gd name="csY104" fmla="*/ 6688 h 56372"/>
                <a:gd name="csX105" fmla="*/ 18154 w 76436"/>
                <a:gd name="csY105" fmla="*/ 7166 h 56372"/>
                <a:gd name="csX106" fmla="*/ 19109 w 76436"/>
                <a:gd name="csY106" fmla="*/ 7166 h 56372"/>
                <a:gd name="csX107" fmla="*/ 20065 w 76436"/>
                <a:gd name="csY107" fmla="*/ 6688 h 56372"/>
                <a:gd name="csX108" fmla="*/ 21020 w 76436"/>
                <a:gd name="csY108" fmla="*/ 5733 h 56372"/>
                <a:gd name="csX109" fmla="*/ 21498 w 76436"/>
                <a:gd name="csY109" fmla="*/ 5733 h 56372"/>
                <a:gd name="csX110" fmla="*/ 23409 w 76436"/>
                <a:gd name="csY110" fmla="*/ 6210 h 56372"/>
                <a:gd name="csX111" fmla="*/ 24842 w 76436"/>
                <a:gd name="csY111" fmla="*/ 6688 h 56372"/>
                <a:gd name="csX112" fmla="*/ 25320 w 76436"/>
                <a:gd name="csY112" fmla="*/ 7644 h 56372"/>
                <a:gd name="csX113" fmla="*/ 25320 w 76436"/>
                <a:gd name="csY113" fmla="*/ 7644 h 56372"/>
                <a:gd name="csX114" fmla="*/ 26275 w 76436"/>
                <a:gd name="csY114" fmla="*/ 8121 h 56372"/>
                <a:gd name="csX115" fmla="*/ 27708 w 76436"/>
                <a:gd name="csY115" fmla="*/ 8121 h 56372"/>
                <a:gd name="csX116" fmla="*/ 30097 w 76436"/>
                <a:gd name="csY116" fmla="*/ 7166 h 56372"/>
                <a:gd name="csX117" fmla="*/ 32963 w 76436"/>
                <a:gd name="csY117" fmla="*/ 5255 h 56372"/>
                <a:gd name="csX118" fmla="*/ 33919 w 76436"/>
                <a:gd name="csY118" fmla="*/ 4300 h 56372"/>
                <a:gd name="csX119" fmla="*/ 33919 w 76436"/>
                <a:gd name="csY119" fmla="*/ 2866 h 56372"/>
                <a:gd name="csX120" fmla="*/ 33919 w 76436"/>
                <a:gd name="csY120" fmla="*/ 2866 h 56372"/>
                <a:gd name="csX121" fmla="*/ 35352 w 76436"/>
                <a:gd name="csY121" fmla="*/ 3822 h 56372"/>
                <a:gd name="csX122" fmla="*/ 36785 w 76436"/>
                <a:gd name="csY122" fmla="*/ 3822 h 56372"/>
                <a:gd name="csX123" fmla="*/ 37741 w 76436"/>
                <a:gd name="csY123" fmla="*/ 3344 h 56372"/>
                <a:gd name="csX124" fmla="*/ 37263 w 76436"/>
                <a:gd name="csY124" fmla="*/ 1911 h 56372"/>
                <a:gd name="csX125" fmla="*/ 38218 w 76436"/>
                <a:gd name="csY125" fmla="*/ 955 h 56372"/>
                <a:gd name="csX126" fmla="*/ 39651 w 76436"/>
                <a:gd name="csY126" fmla="*/ 478 h 56372"/>
                <a:gd name="csX127" fmla="*/ 40129 w 76436"/>
                <a:gd name="csY127" fmla="*/ 955 h 56372"/>
                <a:gd name="csX128" fmla="*/ 41085 w 76436"/>
                <a:gd name="csY128" fmla="*/ 1911 h 56372"/>
                <a:gd name="csX129" fmla="*/ 42040 w 76436"/>
                <a:gd name="csY129" fmla="*/ 1911 h 56372"/>
                <a:gd name="csX130" fmla="*/ 44429 w 76436"/>
                <a:gd name="csY130" fmla="*/ 0 h 56372"/>
                <a:gd name="csX131" fmla="*/ 44907 w 76436"/>
                <a:gd name="csY131" fmla="*/ 478 h 56372"/>
                <a:gd name="csX132" fmla="*/ 45384 w 76436"/>
                <a:gd name="csY132" fmla="*/ 955 h 56372"/>
                <a:gd name="csX133" fmla="*/ 45862 w 76436"/>
                <a:gd name="csY133" fmla="*/ 1433 h 56372"/>
                <a:gd name="csX134" fmla="*/ 45862 w 76436"/>
                <a:gd name="csY134" fmla="*/ 2389 h 56372"/>
                <a:gd name="csX135" fmla="*/ 46340 w 76436"/>
                <a:gd name="csY135" fmla="*/ 2389 h 56372"/>
                <a:gd name="csX136" fmla="*/ 48251 w 76436"/>
                <a:gd name="csY136" fmla="*/ 2389 h 56372"/>
                <a:gd name="csX137" fmla="*/ 48251 w 76436"/>
                <a:gd name="csY137" fmla="*/ 2389 h 56372"/>
                <a:gd name="csX138" fmla="*/ 49206 w 76436"/>
                <a:gd name="csY138" fmla="*/ 1433 h 56372"/>
                <a:gd name="csX139" fmla="*/ 50162 w 76436"/>
                <a:gd name="csY139" fmla="*/ 478 h 56372"/>
                <a:gd name="csX140" fmla="*/ 50639 w 76436"/>
                <a:gd name="csY140" fmla="*/ 955 h 56372"/>
                <a:gd name="csX141" fmla="*/ 50639 w 76436"/>
                <a:gd name="csY141" fmla="*/ 2389 h 56372"/>
                <a:gd name="csX142" fmla="*/ 51117 w 76436"/>
                <a:gd name="csY142" fmla="*/ 4300 h 56372"/>
                <a:gd name="csX143" fmla="*/ 51117 w 76436"/>
                <a:gd name="csY143" fmla="*/ 4300 h 56372"/>
                <a:gd name="csX144" fmla="*/ 53506 w 76436"/>
                <a:gd name="csY144" fmla="*/ 6210 h 56372"/>
                <a:gd name="csX145" fmla="*/ 55416 w 76436"/>
                <a:gd name="csY145" fmla="*/ 6688 h 56372"/>
                <a:gd name="csX146" fmla="*/ 57805 w 76436"/>
                <a:gd name="csY146" fmla="*/ 6210 h 56372"/>
                <a:gd name="csX147" fmla="*/ 58761 w 76436"/>
                <a:gd name="csY147" fmla="*/ 5733 h 56372"/>
                <a:gd name="csX148" fmla="*/ 59239 w 76436"/>
                <a:gd name="csY148" fmla="*/ 6210 h 56372"/>
                <a:gd name="csX149" fmla="*/ 60194 w 76436"/>
                <a:gd name="csY149" fmla="*/ 7166 h 56372"/>
                <a:gd name="csX150" fmla="*/ 61627 w 76436"/>
                <a:gd name="csY150" fmla="*/ 8599 h 56372"/>
                <a:gd name="csX151" fmla="*/ 64493 w 76436"/>
                <a:gd name="csY151" fmla="*/ 9077 h 56372"/>
                <a:gd name="csX152" fmla="*/ 64971 w 76436"/>
                <a:gd name="csY152" fmla="*/ 9555 h 56372"/>
                <a:gd name="csX153" fmla="*/ 65927 w 76436"/>
                <a:gd name="csY153" fmla="*/ 10510 h 56372"/>
                <a:gd name="csX154" fmla="*/ 65449 w 76436"/>
                <a:gd name="csY154" fmla="*/ 11465 h 56372"/>
                <a:gd name="csX155" fmla="*/ 64971 w 76436"/>
                <a:gd name="csY155" fmla="*/ 12899 h 56372"/>
                <a:gd name="csX156" fmla="*/ 64016 w 76436"/>
                <a:gd name="csY156" fmla="*/ 14332 h 56372"/>
                <a:gd name="csX157" fmla="*/ 64016 w 76436"/>
                <a:gd name="csY157" fmla="*/ 15287 h 56372"/>
                <a:gd name="csX158" fmla="*/ 64016 w 76436"/>
                <a:gd name="csY158" fmla="*/ 15765 h 56372"/>
                <a:gd name="csX159" fmla="*/ 64016 w 76436"/>
                <a:gd name="csY159" fmla="*/ 16243 h 56372"/>
                <a:gd name="csX160" fmla="*/ 62105 w 76436"/>
                <a:gd name="csY160" fmla="*/ 18154 h 56372"/>
                <a:gd name="csX161" fmla="*/ 62105 w 76436"/>
                <a:gd name="csY161" fmla="*/ 18631 h 56372"/>
                <a:gd name="csX162" fmla="*/ 62582 w 76436"/>
                <a:gd name="csY162" fmla="*/ 19587 h 56372"/>
                <a:gd name="csX163" fmla="*/ 63060 w 76436"/>
                <a:gd name="csY163" fmla="*/ 20542 h 56372"/>
                <a:gd name="csX164" fmla="*/ 63060 w 76436"/>
                <a:gd name="csY164" fmla="*/ 20542 h 56372"/>
                <a:gd name="csX165" fmla="*/ 64016 w 76436"/>
                <a:gd name="csY165" fmla="*/ 21020 h 56372"/>
                <a:gd name="csX166" fmla="*/ 64971 w 76436"/>
                <a:gd name="csY166" fmla="*/ 21020 h 56372"/>
                <a:gd name="csX167" fmla="*/ 66882 w 76436"/>
                <a:gd name="csY167" fmla="*/ 21498 h 56372"/>
                <a:gd name="csX168" fmla="*/ 68793 w 76436"/>
                <a:gd name="csY168" fmla="*/ 21498 h 56372"/>
                <a:gd name="csX169" fmla="*/ 69271 w 76436"/>
                <a:gd name="csY169" fmla="*/ 21976 h 56372"/>
                <a:gd name="csX170" fmla="*/ 71659 w 76436"/>
                <a:gd name="csY170" fmla="*/ 23409 h 56372"/>
                <a:gd name="csX171" fmla="*/ 72137 w 76436"/>
                <a:gd name="csY171" fmla="*/ 24364 h 56372"/>
                <a:gd name="csX172" fmla="*/ 74048 w 76436"/>
                <a:gd name="csY172" fmla="*/ 25797 h 56372"/>
                <a:gd name="csX173" fmla="*/ 72615 w 76436"/>
                <a:gd name="csY173" fmla="*/ 27230 h 56372"/>
                <a:gd name="csX174" fmla="*/ 72615 w 76436"/>
                <a:gd name="csY174" fmla="*/ 27230 h 56372"/>
                <a:gd name="csX175" fmla="*/ 72615 w 76436"/>
                <a:gd name="csY175" fmla="*/ 27708 h 56372"/>
                <a:gd name="csX176" fmla="*/ 73093 w 76436"/>
                <a:gd name="csY176" fmla="*/ 28664 h 56372"/>
                <a:gd name="csX177" fmla="*/ 75004 w 76436"/>
                <a:gd name="csY177" fmla="*/ 28664 h 56372"/>
                <a:gd name="csX178" fmla="*/ 75959 w 76436"/>
                <a:gd name="csY178" fmla="*/ 30097 h 56372"/>
                <a:gd name="csX179" fmla="*/ 75959 w 76436"/>
                <a:gd name="csY179" fmla="*/ 31530 h 56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</a:cxnLst>
              <a:rect l="l" t="t" r="r" b="b"/>
              <a:pathLst>
                <a:path w="76436" h="56372">
                  <a:moveTo>
                    <a:pt x="75959" y="31530"/>
                  </a:moveTo>
                  <a:lnTo>
                    <a:pt x="76437" y="33919"/>
                  </a:lnTo>
                  <a:lnTo>
                    <a:pt x="72615" y="36307"/>
                  </a:lnTo>
                  <a:lnTo>
                    <a:pt x="72615" y="36307"/>
                  </a:lnTo>
                  <a:lnTo>
                    <a:pt x="71659" y="38696"/>
                  </a:lnTo>
                  <a:lnTo>
                    <a:pt x="71659" y="39174"/>
                  </a:lnTo>
                  <a:lnTo>
                    <a:pt x="71182" y="39174"/>
                  </a:lnTo>
                  <a:lnTo>
                    <a:pt x="70704" y="38218"/>
                  </a:lnTo>
                  <a:lnTo>
                    <a:pt x="70226" y="38218"/>
                  </a:lnTo>
                  <a:lnTo>
                    <a:pt x="68793" y="37741"/>
                  </a:lnTo>
                  <a:lnTo>
                    <a:pt x="66405" y="40607"/>
                  </a:lnTo>
                  <a:lnTo>
                    <a:pt x="65449" y="42518"/>
                  </a:lnTo>
                  <a:lnTo>
                    <a:pt x="64971" y="43951"/>
                  </a:lnTo>
                  <a:lnTo>
                    <a:pt x="64016" y="44907"/>
                  </a:lnTo>
                  <a:lnTo>
                    <a:pt x="64016" y="46340"/>
                  </a:lnTo>
                  <a:lnTo>
                    <a:pt x="64016" y="46817"/>
                  </a:lnTo>
                  <a:lnTo>
                    <a:pt x="63538" y="47295"/>
                  </a:lnTo>
                  <a:lnTo>
                    <a:pt x="63538" y="48251"/>
                  </a:lnTo>
                  <a:lnTo>
                    <a:pt x="64971" y="49684"/>
                  </a:lnTo>
                  <a:lnTo>
                    <a:pt x="65449" y="50162"/>
                  </a:lnTo>
                  <a:lnTo>
                    <a:pt x="66882" y="52550"/>
                  </a:lnTo>
                  <a:lnTo>
                    <a:pt x="66405" y="53506"/>
                  </a:lnTo>
                  <a:lnTo>
                    <a:pt x="65927" y="54461"/>
                  </a:lnTo>
                  <a:lnTo>
                    <a:pt x="65449" y="55417"/>
                  </a:lnTo>
                  <a:lnTo>
                    <a:pt x="64971" y="55894"/>
                  </a:lnTo>
                  <a:lnTo>
                    <a:pt x="63538" y="55417"/>
                  </a:lnTo>
                  <a:lnTo>
                    <a:pt x="61627" y="55894"/>
                  </a:lnTo>
                  <a:lnTo>
                    <a:pt x="60194" y="56372"/>
                  </a:lnTo>
                  <a:lnTo>
                    <a:pt x="59239" y="56372"/>
                  </a:lnTo>
                  <a:lnTo>
                    <a:pt x="57805" y="55417"/>
                  </a:lnTo>
                  <a:lnTo>
                    <a:pt x="56372" y="53506"/>
                  </a:lnTo>
                  <a:lnTo>
                    <a:pt x="55416" y="52550"/>
                  </a:lnTo>
                  <a:lnTo>
                    <a:pt x="54939" y="51595"/>
                  </a:lnTo>
                  <a:lnTo>
                    <a:pt x="54939" y="51595"/>
                  </a:lnTo>
                  <a:lnTo>
                    <a:pt x="53506" y="51595"/>
                  </a:lnTo>
                  <a:lnTo>
                    <a:pt x="51595" y="50639"/>
                  </a:lnTo>
                  <a:lnTo>
                    <a:pt x="50639" y="49684"/>
                  </a:lnTo>
                  <a:lnTo>
                    <a:pt x="49684" y="48728"/>
                  </a:lnTo>
                  <a:lnTo>
                    <a:pt x="47773" y="48728"/>
                  </a:lnTo>
                  <a:lnTo>
                    <a:pt x="46817" y="48728"/>
                  </a:lnTo>
                  <a:lnTo>
                    <a:pt x="46340" y="46817"/>
                  </a:lnTo>
                  <a:lnTo>
                    <a:pt x="46340" y="44907"/>
                  </a:lnTo>
                  <a:lnTo>
                    <a:pt x="45384" y="43951"/>
                  </a:lnTo>
                  <a:lnTo>
                    <a:pt x="46340" y="38696"/>
                  </a:lnTo>
                  <a:lnTo>
                    <a:pt x="45862" y="38218"/>
                  </a:lnTo>
                  <a:lnTo>
                    <a:pt x="44907" y="38696"/>
                  </a:lnTo>
                  <a:lnTo>
                    <a:pt x="43473" y="40129"/>
                  </a:lnTo>
                  <a:lnTo>
                    <a:pt x="43473" y="40129"/>
                  </a:lnTo>
                  <a:lnTo>
                    <a:pt x="43473" y="40607"/>
                  </a:lnTo>
                  <a:lnTo>
                    <a:pt x="42996" y="41562"/>
                  </a:lnTo>
                  <a:lnTo>
                    <a:pt x="42518" y="42518"/>
                  </a:lnTo>
                  <a:lnTo>
                    <a:pt x="40129" y="43951"/>
                  </a:lnTo>
                  <a:lnTo>
                    <a:pt x="36785" y="44429"/>
                  </a:lnTo>
                  <a:lnTo>
                    <a:pt x="32963" y="43951"/>
                  </a:lnTo>
                  <a:lnTo>
                    <a:pt x="32963" y="43951"/>
                  </a:lnTo>
                  <a:lnTo>
                    <a:pt x="32486" y="43473"/>
                  </a:lnTo>
                  <a:lnTo>
                    <a:pt x="32008" y="42996"/>
                  </a:lnTo>
                  <a:lnTo>
                    <a:pt x="32008" y="42518"/>
                  </a:lnTo>
                  <a:lnTo>
                    <a:pt x="32486" y="42040"/>
                  </a:lnTo>
                  <a:lnTo>
                    <a:pt x="32963" y="41085"/>
                  </a:lnTo>
                  <a:lnTo>
                    <a:pt x="33441" y="40129"/>
                  </a:lnTo>
                  <a:lnTo>
                    <a:pt x="32486" y="39174"/>
                  </a:lnTo>
                  <a:lnTo>
                    <a:pt x="32008" y="38696"/>
                  </a:lnTo>
                  <a:lnTo>
                    <a:pt x="32486" y="37741"/>
                  </a:lnTo>
                  <a:lnTo>
                    <a:pt x="32963" y="36307"/>
                  </a:lnTo>
                  <a:lnTo>
                    <a:pt x="32963" y="35830"/>
                  </a:lnTo>
                  <a:lnTo>
                    <a:pt x="30575" y="33441"/>
                  </a:lnTo>
                  <a:lnTo>
                    <a:pt x="28664" y="32963"/>
                  </a:lnTo>
                  <a:lnTo>
                    <a:pt x="26753" y="32963"/>
                  </a:lnTo>
                  <a:lnTo>
                    <a:pt x="25320" y="32963"/>
                  </a:lnTo>
                  <a:lnTo>
                    <a:pt x="24364" y="32963"/>
                  </a:lnTo>
                  <a:lnTo>
                    <a:pt x="23886" y="33441"/>
                  </a:lnTo>
                  <a:lnTo>
                    <a:pt x="23409" y="33919"/>
                  </a:lnTo>
                  <a:lnTo>
                    <a:pt x="22931" y="33441"/>
                  </a:lnTo>
                  <a:lnTo>
                    <a:pt x="21975" y="29619"/>
                  </a:lnTo>
                  <a:lnTo>
                    <a:pt x="21498" y="29142"/>
                  </a:lnTo>
                  <a:lnTo>
                    <a:pt x="19109" y="28664"/>
                  </a:lnTo>
                  <a:lnTo>
                    <a:pt x="15765" y="28186"/>
                  </a:lnTo>
                  <a:lnTo>
                    <a:pt x="15287" y="27708"/>
                  </a:lnTo>
                  <a:lnTo>
                    <a:pt x="14809" y="25797"/>
                  </a:lnTo>
                  <a:lnTo>
                    <a:pt x="14332" y="23886"/>
                  </a:lnTo>
                  <a:lnTo>
                    <a:pt x="13376" y="21976"/>
                  </a:lnTo>
                  <a:lnTo>
                    <a:pt x="12899" y="21498"/>
                  </a:lnTo>
                  <a:lnTo>
                    <a:pt x="11943" y="20542"/>
                  </a:lnTo>
                  <a:lnTo>
                    <a:pt x="10032" y="21020"/>
                  </a:lnTo>
                  <a:lnTo>
                    <a:pt x="8121" y="21976"/>
                  </a:lnTo>
                  <a:lnTo>
                    <a:pt x="6688" y="22453"/>
                  </a:lnTo>
                  <a:lnTo>
                    <a:pt x="6688" y="22453"/>
                  </a:lnTo>
                  <a:lnTo>
                    <a:pt x="4777" y="21498"/>
                  </a:lnTo>
                  <a:lnTo>
                    <a:pt x="4777" y="21498"/>
                  </a:lnTo>
                  <a:lnTo>
                    <a:pt x="2866" y="19587"/>
                  </a:lnTo>
                  <a:lnTo>
                    <a:pt x="1911" y="17676"/>
                  </a:lnTo>
                  <a:lnTo>
                    <a:pt x="1433" y="16721"/>
                  </a:lnTo>
                  <a:lnTo>
                    <a:pt x="1911" y="15287"/>
                  </a:lnTo>
                  <a:lnTo>
                    <a:pt x="1911" y="15287"/>
                  </a:lnTo>
                  <a:lnTo>
                    <a:pt x="1433" y="14332"/>
                  </a:lnTo>
                  <a:lnTo>
                    <a:pt x="478" y="12899"/>
                  </a:lnTo>
                  <a:lnTo>
                    <a:pt x="0" y="11465"/>
                  </a:lnTo>
                  <a:lnTo>
                    <a:pt x="0" y="11465"/>
                  </a:lnTo>
                  <a:lnTo>
                    <a:pt x="9077" y="6688"/>
                  </a:lnTo>
                  <a:lnTo>
                    <a:pt x="14332" y="3822"/>
                  </a:lnTo>
                  <a:lnTo>
                    <a:pt x="16721" y="3344"/>
                  </a:lnTo>
                  <a:lnTo>
                    <a:pt x="17198" y="5255"/>
                  </a:lnTo>
                  <a:lnTo>
                    <a:pt x="17198" y="5733"/>
                  </a:lnTo>
                  <a:lnTo>
                    <a:pt x="17676" y="6688"/>
                  </a:lnTo>
                  <a:lnTo>
                    <a:pt x="18154" y="7166"/>
                  </a:lnTo>
                  <a:lnTo>
                    <a:pt x="19109" y="7166"/>
                  </a:lnTo>
                  <a:lnTo>
                    <a:pt x="20065" y="6688"/>
                  </a:lnTo>
                  <a:lnTo>
                    <a:pt x="21020" y="5733"/>
                  </a:lnTo>
                  <a:lnTo>
                    <a:pt x="21498" y="5733"/>
                  </a:lnTo>
                  <a:lnTo>
                    <a:pt x="23409" y="6210"/>
                  </a:lnTo>
                  <a:lnTo>
                    <a:pt x="24842" y="6688"/>
                  </a:lnTo>
                  <a:lnTo>
                    <a:pt x="25320" y="7644"/>
                  </a:lnTo>
                  <a:lnTo>
                    <a:pt x="25320" y="7644"/>
                  </a:lnTo>
                  <a:lnTo>
                    <a:pt x="26275" y="8121"/>
                  </a:lnTo>
                  <a:lnTo>
                    <a:pt x="27708" y="8121"/>
                  </a:lnTo>
                  <a:lnTo>
                    <a:pt x="30097" y="7166"/>
                  </a:lnTo>
                  <a:lnTo>
                    <a:pt x="32963" y="5255"/>
                  </a:lnTo>
                  <a:lnTo>
                    <a:pt x="33919" y="4300"/>
                  </a:lnTo>
                  <a:lnTo>
                    <a:pt x="33919" y="2866"/>
                  </a:lnTo>
                  <a:lnTo>
                    <a:pt x="33919" y="2866"/>
                  </a:lnTo>
                  <a:lnTo>
                    <a:pt x="35352" y="3822"/>
                  </a:lnTo>
                  <a:lnTo>
                    <a:pt x="36785" y="3822"/>
                  </a:lnTo>
                  <a:lnTo>
                    <a:pt x="37741" y="3344"/>
                  </a:lnTo>
                  <a:lnTo>
                    <a:pt x="37263" y="1911"/>
                  </a:lnTo>
                  <a:lnTo>
                    <a:pt x="38218" y="955"/>
                  </a:lnTo>
                  <a:lnTo>
                    <a:pt x="39651" y="478"/>
                  </a:lnTo>
                  <a:lnTo>
                    <a:pt x="40129" y="955"/>
                  </a:lnTo>
                  <a:lnTo>
                    <a:pt x="41085" y="1911"/>
                  </a:lnTo>
                  <a:lnTo>
                    <a:pt x="42040" y="1911"/>
                  </a:lnTo>
                  <a:lnTo>
                    <a:pt x="44429" y="0"/>
                  </a:lnTo>
                  <a:lnTo>
                    <a:pt x="44907" y="478"/>
                  </a:lnTo>
                  <a:lnTo>
                    <a:pt x="45384" y="955"/>
                  </a:lnTo>
                  <a:lnTo>
                    <a:pt x="45862" y="1433"/>
                  </a:lnTo>
                  <a:lnTo>
                    <a:pt x="45862" y="2389"/>
                  </a:lnTo>
                  <a:lnTo>
                    <a:pt x="46340" y="2389"/>
                  </a:lnTo>
                  <a:lnTo>
                    <a:pt x="48251" y="2389"/>
                  </a:lnTo>
                  <a:lnTo>
                    <a:pt x="48251" y="2389"/>
                  </a:lnTo>
                  <a:lnTo>
                    <a:pt x="49206" y="1433"/>
                  </a:lnTo>
                  <a:lnTo>
                    <a:pt x="50162" y="478"/>
                  </a:lnTo>
                  <a:lnTo>
                    <a:pt x="50639" y="955"/>
                  </a:lnTo>
                  <a:lnTo>
                    <a:pt x="50639" y="2389"/>
                  </a:lnTo>
                  <a:lnTo>
                    <a:pt x="51117" y="4300"/>
                  </a:lnTo>
                  <a:lnTo>
                    <a:pt x="51117" y="4300"/>
                  </a:lnTo>
                  <a:lnTo>
                    <a:pt x="53506" y="6210"/>
                  </a:lnTo>
                  <a:lnTo>
                    <a:pt x="55416" y="6688"/>
                  </a:lnTo>
                  <a:lnTo>
                    <a:pt x="57805" y="6210"/>
                  </a:lnTo>
                  <a:lnTo>
                    <a:pt x="58761" y="5733"/>
                  </a:lnTo>
                  <a:lnTo>
                    <a:pt x="59239" y="6210"/>
                  </a:lnTo>
                  <a:lnTo>
                    <a:pt x="60194" y="7166"/>
                  </a:lnTo>
                  <a:lnTo>
                    <a:pt x="61627" y="8599"/>
                  </a:lnTo>
                  <a:lnTo>
                    <a:pt x="64493" y="9077"/>
                  </a:lnTo>
                  <a:lnTo>
                    <a:pt x="64971" y="9555"/>
                  </a:lnTo>
                  <a:lnTo>
                    <a:pt x="65927" y="10510"/>
                  </a:lnTo>
                  <a:lnTo>
                    <a:pt x="65449" y="11465"/>
                  </a:lnTo>
                  <a:lnTo>
                    <a:pt x="64971" y="12899"/>
                  </a:lnTo>
                  <a:lnTo>
                    <a:pt x="64016" y="14332"/>
                  </a:lnTo>
                  <a:lnTo>
                    <a:pt x="64016" y="15287"/>
                  </a:lnTo>
                  <a:lnTo>
                    <a:pt x="64016" y="15765"/>
                  </a:lnTo>
                  <a:lnTo>
                    <a:pt x="64016" y="16243"/>
                  </a:lnTo>
                  <a:lnTo>
                    <a:pt x="62105" y="18154"/>
                  </a:lnTo>
                  <a:lnTo>
                    <a:pt x="62105" y="18631"/>
                  </a:lnTo>
                  <a:lnTo>
                    <a:pt x="62582" y="19587"/>
                  </a:lnTo>
                  <a:lnTo>
                    <a:pt x="63060" y="20542"/>
                  </a:lnTo>
                  <a:lnTo>
                    <a:pt x="63060" y="20542"/>
                  </a:lnTo>
                  <a:lnTo>
                    <a:pt x="64016" y="21020"/>
                  </a:lnTo>
                  <a:lnTo>
                    <a:pt x="64971" y="21020"/>
                  </a:lnTo>
                  <a:lnTo>
                    <a:pt x="66882" y="21498"/>
                  </a:lnTo>
                  <a:lnTo>
                    <a:pt x="68793" y="21498"/>
                  </a:lnTo>
                  <a:lnTo>
                    <a:pt x="69271" y="21976"/>
                  </a:lnTo>
                  <a:lnTo>
                    <a:pt x="71659" y="23409"/>
                  </a:lnTo>
                  <a:lnTo>
                    <a:pt x="72137" y="24364"/>
                  </a:lnTo>
                  <a:lnTo>
                    <a:pt x="74048" y="25797"/>
                  </a:lnTo>
                  <a:lnTo>
                    <a:pt x="72615" y="27230"/>
                  </a:lnTo>
                  <a:lnTo>
                    <a:pt x="72615" y="27230"/>
                  </a:lnTo>
                  <a:lnTo>
                    <a:pt x="72615" y="27708"/>
                  </a:lnTo>
                  <a:lnTo>
                    <a:pt x="73093" y="28664"/>
                  </a:lnTo>
                  <a:lnTo>
                    <a:pt x="75004" y="28664"/>
                  </a:lnTo>
                  <a:lnTo>
                    <a:pt x="75959" y="30097"/>
                  </a:lnTo>
                  <a:lnTo>
                    <a:pt x="75959" y="3153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7" name="Freeform 2216">
              <a:extLst>
                <a:ext uri="{FF2B5EF4-FFF2-40B4-BE49-F238E27FC236}">
                  <a16:creationId xmlns:a16="http://schemas.microsoft.com/office/drawing/2014/main" id="{B6C91E33-D36B-8C11-FECC-F6A3AE63DCC5}"/>
                </a:ext>
              </a:extLst>
            </p:cNvPr>
            <p:cNvSpPr/>
            <p:nvPr/>
          </p:nvSpPr>
          <p:spPr>
            <a:xfrm>
              <a:off x="6005708" y="3583568"/>
              <a:ext cx="3822" cy="955"/>
            </a:xfrm>
            <a:custGeom>
              <a:avLst/>
              <a:gdLst>
                <a:gd name="csX0" fmla="*/ 3822 w 3822"/>
                <a:gd name="csY0" fmla="*/ 0 h 955"/>
                <a:gd name="csX1" fmla="*/ 956 w 3822"/>
                <a:gd name="csY1" fmla="*/ 956 h 955"/>
                <a:gd name="csX2" fmla="*/ 0 w 3822"/>
                <a:gd name="csY2" fmla="*/ 956 h 955"/>
                <a:gd name="csX3" fmla="*/ 478 w 3822"/>
                <a:gd name="csY3" fmla="*/ 478 h 955"/>
                <a:gd name="csX4" fmla="*/ 2867 w 3822"/>
                <a:gd name="csY4" fmla="*/ 0 h 955"/>
                <a:gd name="csX5" fmla="*/ 3822 w 3822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955">
                  <a:moveTo>
                    <a:pt x="3822" y="0"/>
                  </a:moveTo>
                  <a:lnTo>
                    <a:pt x="956" y="95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2867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8" name="Freeform 2217">
              <a:extLst>
                <a:ext uri="{FF2B5EF4-FFF2-40B4-BE49-F238E27FC236}">
                  <a16:creationId xmlns:a16="http://schemas.microsoft.com/office/drawing/2014/main" id="{87448B8D-7C5E-1EFC-0612-1938921809AF}"/>
                </a:ext>
              </a:extLst>
            </p:cNvPr>
            <p:cNvSpPr/>
            <p:nvPr/>
          </p:nvSpPr>
          <p:spPr>
            <a:xfrm>
              <a:off x="6005230" y="3632296"/>
              <a:ext cx="3344" cy="955"/>
            </a:xfrm>
            <a:custGeom>
              <a:avLst/>
              <a:gdLst>
                <a:gd name="csX0" fmla="*/ 3344 w 3344"/>
                <a:gd name="csY0" fmla="*/ 955 h 955"/>
                <a:gd name="csX1" fmla="*/ 956 w 3344"/>
                <a:gd name="csY1" fmla="*/ 0 h 955"/>
                <a:gd name="csX2" fmla="*/ 0 w 3344"/>
                <a:gd name="csY2" fmla="*/ 478 h 955"/>
                <a:gd name="csX3" fmla="*/ 956 w 3344"/>
                <a:gd name="csY3" fmla="*/ 0 h 955"/>
                <a:gd name="csX4" fmla="*/ 3344 w 3344"/>
                <a:gd name="csY4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955">
                  <a:moveTo>
                    <a:pt x="3344" y="955"/>
                  </a:moveTo>
                  <a:lnTo>
                    <a:pt x="956" y="0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3344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9" name="Freeform 2218">
              <a:extLst>
                <a:ext uri="{FF2B5EF4-FFF2-40B4-BE49-F238E27FC236}">
                  <a16:creationId xmlns:a16="http://schemas.microsoft.com/office/drawing/2014/main" id="{545098BB-662C-AB07-96D2-22FA7254453A}"/>
                </a:ext>
              </a:extLst>
            </p:cNvPr>
            <p:cNvSpPr/>
            <p:nvPr/>
          </p:nvSpPr>
          <p:spPr>
            <a:xfrm>
              <a:off x="6004275" y="3778959"/>
              <a:ext cx="1911" cy="3821"/>
            </a:xfrm>
            <a:custGeom>
              <a:avLst/>
              <a:gdLst>
                <a:gd name="csX0" fmla="*/ 1911 w 1911"/>
                <a:gd name="csY0" fmla="*/ 0 h 3821"/>
                <a:gd name="csX1" fmla="*/ 956 w 1911"/>
                <a:gd name="csY1" fmla="*/ 955 h 3821"/>
                <a:gd name="csX2" fmla="*/ 478 w 1911"/>
                <a:gd name="csY2" fmla="*/ 2389 h 3821"/>
                <a:gd name="csX3" fmla="*/ 0 w 1911"/>
                <a:gd name="csY3" fmla="*/ 3822 h 3821"/>
                <a:gd name="csX4" fmla="*/ 478 w 1911"/>
                <a:gd name="csY4" fmla="*/ 2389 h 3821"/>
                <a:gd name="csX5" fmla="*/ 956 w 1911"/>
                <a:gd name="csY5" fmla="*/ 955 h 3821"/>
                <a:gd name="csX6" fmla="*/ 1433 w 1911"/>
                <a:gd name="csY6" fmla="*/ 0 h 3821"/>
                <a:gd name="csX7" fmla="*/ 1911 w 1911"/>
                <a:gd name="csY7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3821">
                  <a:moveTo>
                    <a:pt x="1911" y="0"/>
                  </a:moveTo>
                  <a:lnTo>
                    <a:pt x="956" y="955"/>
                  </a:lnTo>
                  <a:lnTo>
                    <a:pt x="478" y="2389"/>
                  </a:lnTo>
                  <a:lnTo>
                    <a:pt x="0" y="3822"/>
                  </a:lnTo>
                  <a:lnTo>
                    <a:pt x="478" y="2389"/>
                  </a:lnTo>
                  <a:lnTo>
                    <a:pt x="956" y="955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0" name="Freeform 2219">
              <a:extLst>
                <a:ext uri="{FF2B5EF4-FFF2-40B4-BE49-F238E27FC236}">
                  <a16:creationId xmlns:a16="http://schemas.microsoft.com/office/drawing/2014/main" id="{2E774E2F-26B0-D914-F4DC-E68D82BE9966}"/>
                </a:ext>
              </a:extLst>
            </p:cNvPr>
            <p:cNvSpPr/>
            <p:nvPr/>
          </p:nvSpPr>
          <p:spPr>
            <a:xfrm>
              <a:off x="6002842" y="3632774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1911 w 2388"/>
                <a:gd name="csY1" fmla="*/ 478 h 955"/>
                <a:gd name="csX2" fmla="*/ 0 w 2388"/>
                <a:gd name="csY2" fmla="*/ 956 h 955"/>
                <a:gd name="csX3" fmla="*/ 1433 w 2388"/>
                <a:gd name="csY3" fmla="*/ 478 h 955"/>
                <a:gd name="csX4" fmla="*/ 2389 w 2388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1911" y="478"/>
                  </a:lnTo>
                  <a:lnTo>
                    <a:pt x="0" y="956"/>
                  </a:lnTo>
                  <a:lnTo>
                    <a:pt x="1433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1" name="Freeform 2220">
              <a:extLst>
                <a:ext uri="{FF2B5EF4-FFF2-40B4-BE49-F238E27FC236}">
                  <a16:creationId xmlns:a16="http://schemas.microsoft.com/office/drawing/2014/main" id="{A59C24CF-4034-16A4-8C23-57E8ABEBACF6}"/>
                </a:ext>
              </a:extLst>
            </p:cNvPr>
            <p:cNvSpPr/>
            <p:nvPr/>
          </p:nvSpPr>
          <p:spPr>
            <a:xfrm>
              <a:off x="6004275" y="3639462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478 w 477"/>
                <a:gd name="csY1" fmla="*/ 955 h 955"/>
                <a:gd name="csX2" fmla="*/ 0 w 477"/>
                <a:gd name="csY2" fmla="*/ 0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478" y="955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2" name="Freeform 2221">
              <a:extLst>
                <a:ext uri="{FF2B5EF4-FFF2-40B4-BE49-F238E27FC236}">
                  <a16:creationId xmlns:a16="http://schemas.microsoft.com/office/drawing/2014/main" id="{5C4FFFCC-1BA4-B94D-5191-D1C44ACF722E}"/>
                </a:ext>
              </a:extLst>
            </p:cNvPr>
            <p:cNvSpPr/>
            <p:nvPr/>
          </p:nvSpPr>
          <p:spPr>
            <a:xfrm>
              <a:off x="6002842" y="3659527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6 w 955"/>
                <a:gd name="csY1" fmla="*/ 956 h 955"/>
                <a:gd name="csX2" fmla="*/ 0 w 955"/>
                <a:gd name="csY2" fmla="*/ 0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6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3" name="Freeform 2222">
              <a:extLst>
                <a:ext uri="{FF2B5EF4-FFF2-40B4-BE49-F238E27FC236}">
                  <a16:creationId xmlns:a16="http://schemas.microsoft.com/office/drawing/2014/main" id="{F46841B1-C514-F66F-F5A5-59DEEC1153C0}"/>
                </a:ext>
              </a:extLst>
            </p:cNvPr>
            <p:cNvSpPr/>
            <p:nvPr/>
          </p:nvSpPr>
          <p:spPr>
            <a:xfrm>
              <a:off x="5995676" y="3584524"/>
              <a:ext cx="5732" cy="955"/>
            </a:xfrm>
            <a:custGeom>
              <a:avLst/>
              <a:gdLst>
                <a:gd name="csX0" fmla="*/ 5733 w 5732"/>
                <a:gd name="csY0" fmla="*/ 478 h 955"/>
                <a:gd name="csX1" fmla="*/ 5733 w 5732"/>
                <a:gd name="csY1" fmla="*/ 478 h 955"/>
                <a:gd name="csX2" fmla="*/ 1911 w 5732"/>
                <a:gd name="csY2" fmla="*/ 955 h 955"/>
                <a:gd name="csX3" fmla="*/ 478 w 5732"/>
                <a:gd name="csY3" fmla="*/ 478 h 955"/>
                <a:gd name="csX4" fmla="*/ 0 w 5732"/>
                <a:gd name="csY4" fmla="*/ 478 h 955"/>
                <a:gd name="csX5" fmla="*/ 1433 w 5732"/>
                <a:gd name="csY5" fmla="*/ 0 h 955"/>
                <a:gd name="csX6" fmla="*/ 4777 w 5732"/>
                <a:gd name="csY6" fmla="*/ 0 h 955"/>
                <a:gd name="csX7" fmla="*/ 5733 w 5732"/>
                <a:gd name="csY7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955">
                  <a:moveTo>
                    <a:pt x="5733" y="478"/>
                  </a:moveTo>
                  <a:lnTo>
                    <a:pt x="5733" y="478"/>
                  </a:lnTo>
                  <a:lnTo>
                    <a:pt x="1911" y="955"/>
                  </a:lnTo>
                  <a:lnTo>
                    <a:pt x="478" y="478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4777" y="0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4" name="Freeform 2223">
              <a:extLst>
                <a:ext uri="{FF2B5EF4-FFF2-40B4-BE49-F238E27FC236}">
                  <a16:creationId xmlns:a16="http://schemas.microsoft.com/office/drawing/2014/main" id="{B902BAE5-2A6F-0E1F-BCA0-D764D693E3E7}"/>
                </a:ext>
              </a:extLst>
            </p:cNvPr>
            <p:cNvSpPr/>
            <p:nvPr/>
          </p:nvSpPr>
          <p:spPr>
            <a:xfrm>
              <a:off x="5996631" y="3663349"/>
              <a:ext cx="3821" cy="1910"/>
            </a:xfrm>
            <a:custGeom>
              <a:avLst/>
              <a:gdLst>
                <a:gd name="csX0" fmla="*/ 2866 w 3821"/>
                <a:gd name="csY0" fmla="*/ 0 h 1910"/>
                <a:gd name="csX1" fmla="*/ 3822 w 3821"/>
                <a:gd name="csY1" fmla="*/ 1911 h 1910"/>
                <a:gd name="csX2" fmla="*/ 1911 w 3821"/>
                <a:gd name="csY2" fmla="*/ 1433 h 1910"/>
                <a:gd name="csX3" fmla="*/ 956 w 3821"/>
                <a:gd name="csY3" fmla="*/ 1433 h 1910"/>
                <a:gd name="csX4" fmla="*/ 0 w 3821"/>
                <a:gd name="csY4" fmla="*/ 955 h 1910"/>
                <a:gd name="csX5" fmla="*/ 0 w 3821"/>
                <a:gd name="csY5" fmla="*/ 955 h 1910"/>
                <a:gd name="csX6" fmla="*/ 0 w 3821"/>
                <a:gd name="csY6" fmla="*/ 955 h 1910"/>
                <a:gd name="csX7" fmla="*/ 2866 w 3821"/>
                <a:gd name="csY7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1910">
                  <a:moveTo>
                    <a:pt x="2866" y="0"/>
                  </a:moveTo>
                  <a:lnTo>
                    <a:pt x="3822" y="1911"/>
                  </a:lnTo>
                  <a:lnTo>
                    <a:pt x="1911" y="1433"/>
                  </a:lnTo>
                  <a:lnTo>
                    <a:pt x="956" y="1433"/>
                  </a:lnTo>
                  <a:lnTo>
                    <a:pt x="0" y="955"/>
                  </a:lnTo>
                  <a:lnTo>
                    <a:pt x="0" y="955"/>
                  </a:lnTo>
                  <a:lnTo>
                    <a:pt x="0" y="955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5" name="Freeform 2224">
              <a:extLst>
                <a:ext uri="{FF2B5EF4-FFF2-40B4-BE49-F238E27FC236}">
                  <a16:creationId xmlns:a16="http://schemas.microsoft.com/office/drawing/2014/main" id="{90D0CAC3-90D3-110C-8C43-B02321B2D405}"/>
                </a:ext>
              </a:extLst>
            </p:cNvPr>
            <p:cNvSpPr/>
            <p:nvPr/>
          </p:nvSpPr>
          <p:spPr>
            <a:xfrm>
              <a:off x="5989943" y="4375643"/>
              <a:ext cx="9554" cy="2388"/>
            </a:xfrm>
            <a:custGeom>
              <a:avLst/>
              <a:gdLst>
                <a:gd name="csX0" fmla="*/ 9555 w 9554"/>
                <a:gd name="csY0" fmla="*/ 0 h 2388"/>
                <a:gd name="csX1" fmla="*/ 7644 w 9554"/>
                <a:gd name="csY1" fmla="*/ 956 h 2388"/>
                <a:gd name="csX2" fmla="*/ 0 w 9554"/>
                <a:gd name="csY2" fmla="*/ 2389 h 2388"/>
                <a:gd name="csX3" fmla="*/ 7644 w 9554"/>
                <a:gd name="csY3" fmla="*/ 478 h 2388"/>
                <a:gd name="csX4" fmla="*/ 9555 w 9554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4" h="2388">
                  <a:moveTo>
                    <a:pt x="9555" y="0"/>
                  </a:moveTo>
                  <a:lnTo>
                    <a:pt x="7644" y="956"/>
                  </a:lnTo>
                  <a:lnTo>
                    <a:pt x="0" y="2389"/>
                  </a:lnTo>
                  <a:lnTo>
                    <a:pt x="7644" y="478"/>
                  </a:lnTo>
                  <a:lnTo>
                    <a:pt x="95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6" name="Freeform 2225">
              <a:extLst>
                <a:ext uri="{FF2B5EF4-FFF2-40B4-BE49-F238E27FC236}">
                  <a16:creationId xmlns:a16="http://schemas.microsoft.com/office/drawing/2014/main" id="{33CAC57F-E76C-D968-39E4-7853BE2679C4}"/>
                </a:ext>
              </a:extLst>
            </p:cNvPr>
            <p:cNvSpPr/>
            <p:nvPr/>
          </p:nvSpPr>
          <p:spPr>
            <a:xfrm>
              <a:off x="5998542" y="3699656"/>
              <a:ext cx="955" cy="477"/>
            </a:xfrm>
            <a:custGeom>
              <a:avLst/>
              <a:gdLst>
                <a:gd name="csX0" fmla="*/ 0 w 955"/>
                <a:gd name="csY0" fmla="*/ 0 h 477"/>
                <a:gd name="csX1" fmla="*/ 956 w 955"/>
                <a:gd name="csY1" fmla="*/ 478 h 477"/>
                <a:gd name="csX2" fmla="*/ 478 w 955"/>
                <a:gd name="csY2" fmla="*/ 478 h 477"/>
                <a:gd name="csX3" fmla="*/ 0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0" y="0"/>
                  </a:moveTo>
                  <a:lnTo>
                    <a:pt x="956" y="478"/>
                  </a:lnTo>
                  <a:lnTo>
                    <a:pt x="478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7" name="Freeform 2226">
              <a:extLst>
                <a:ext uri="{FF2B5EF4-FFF2-40B4-BE49-F238E27FC236}">
                  <a16:creationId xmlns:a16="http://schemas.microsoft.com/office/drawing/2014/main" id="{8C1245E4-EE41-1B39-67E5-262F2E6F3B58}"/>
                </a:ext>
              </a:extLst>
            </p:cNvPr>
            <p:cNvSpPr/>
            <p:nvPr/>
          </p:nvSpPr>
          <p:spPr>
            <a:xfrm>
              <a:off x="5986599" y="3585479"/>
              <a:ext cx="7643" cy="1910"/>
            </a:xfrm>
            <a:custGeom>
              <a:avLst/>
              <a:gdLst>
                <a:gd name="csX0" fmla="*/ 7644 w 7643"/>
                <a:gd name="csY0" fmla="*/ 0 h 1910"/>
                <a:gd name="csX1" fmla="*/ 2867 w 7643"/>
                <a:gd name="csY1" fmla="*/ 1911 h 1910"/>
                <a:gd name="csX2" fmla="*/ 956 w 7643"/>
                <a:gd name="csY2" fmla="*/ 1911 h 1910"/>
                <a:gd name="csX3" fmla="*/ 0 w 7643"/>
                <a:gd name="csY3" fmla="*/ 1433 h 1910"/>
                <a:gd name="csX4" fmla="*/ 4300 w 7643"/>
                <a:gd name="csY4" fmla="*/ 478 h 1910"/>
                <a:gd name="csX5" fmla="*/ 7166 w 7643"/>
                <a:gd name="csY5" fmla="*/ 0 h 1910"/>
                <a:gd name="csX6" fmla="*/ 7644 w 7643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43" h="1910">
                  <a:moveTo>
                    <a:pt x="7644" y="0"/>
                  </a:moveTo>
                  <a:lnTo>
                    <a:pt x="2867" y="1911"/>
                  </a:lnTo>
                  <a:lnTo>
                    <a:pt x="956" y="1911"/>
                  </a:lnTo>
                  <a:lnTo>
                    <a:pt x="0" y="1433"/>
                  </a:lnTo>
                  <a:lnTo>
                    <a:pt x="4300" y="478"/>
                  </a:lnTo>
                  <a:lnTo>
                    <a:pt x="7166" y="0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8" name="Freeform 2227">
              <a:extLst>
                <a:ext uri="{FF2B5EF4-FFF2-40B4-BE49-F238E27FC236}">
                  <a16:creationId xmlns:a16="http://schemas.microsoft.com/office/drawing/2014/main" id="{7F711DAA-6BBC-79AE-3E17-2BE9F685C068}"/>
                </a:ext>
              </a:extLst>
            </p:cNvPr>
            <p:cNvSpPr/>
            <p:nvPr/>
          </p:nvSpPr>
          <p:spPr>
            <a:xfrm>
              <a:off x="5991376" y="3699179"/>
              <a:ext cx="2388" cy="955"/>
            </a:xfrm>
            <a:custGeom>
              <a:avLst/>
              <a:gdLst>
                <a:gd name="csX0" fmla="*/ 2389 w 2388"/>
                <a:gd name="csY0" fmla="*/ 955 h 955"/>
                <a:gd name="csX1" fmla="*/ 2389 w 2388"/>
                <a:gd name="csY1" fmla="*/ 955 h 955"/>
                <a:gd name="csX2" fmla="*/ 1433 w 2388"/>
                <a:gd name="csY2" fmla="*/ 955 h 955"/>
                <a:gd name="csX3" fmla="*/ 0 w 2388"/>
                <a:gd name="csY3" fmla="*/ 0 h 955"/>
                <a:gd name="csX4" fmla="*/ 1433 w 2388"/>
                <a:gd name="csY4" fmla="*/ 955 h 955"/>
                <a:gd name="csX5" fmla="*/ 2389 w 2388"/>
                <a:gd name="csY5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955">
                  <a:moveTo>
                    <a:pt x="2389" y="955"/>
                  </a:moveTo>
                  <a:lnTo>
                    <a:pt x="2389" y="955"/>
                  </a:lnTo>
                  <a:lnTo>
                    <a:pt x="1433" y="955"/>
                  </a:lnTo>
                  <a:lnTo>
                    <a:pt x="0" y="0"/>
                  </a:lnTo>
                  <a:lnTo>
                    <a:pt x="1433" y="955"/>
                  </a:lnTo>
                  <a:lnTo>
                    <a:pt x="2389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9" name="Freeform 2228">
              <a:extLst>
                <a:ext uri="{FF2B5EF4-FFF2-40B4-BE49-F238E27FC236}">
                  <a16:creationId xmlns:a16="http://schemas.microsoft.com/office/drawing/2014/main" id="{F921E446-5488-92FC-82DE-ED8ACE71BDEF}"/>
                </a:ext>
              </a:extLst>
            </p:cNvPr>
            <p:cNvSpPr/>
            <p:nvPr/>
          </p:nvSpPr>
          <p:spPr>
            <a:xfrm>
              <a:off x="5989943" y="3697268"/>
              <a:ext cx="1433" cy="1911"/>
            </a:xfrm>
            <a:custGeom>
              <a:avLst/>
              <a:gdLst>
                <a:gd name="csX0" fmla="*/ 0 w 1433"/>
                <a:gd name="csY0" fmla="*/ 0 h 1911"/>
                <a:gd name="csX1" fmla="*/ 1433 w 1433"/>
                <a:gd name="csY1" fmla="*/ 1911 h 1911"/>
                <a:gd name="csX2" fmla="*/ 1433 w 1433"/>
                <a:gd name="csY2" fmla="*/ 1911 h 1911"/>
                <a:gd name="csX3" fmla="*/ 0 w 1433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911">
                  <a:moveTo>
                    <a:pt x="0" y="0"/>
                  </a:moveTo>
                  <a:lnTo>
                    <a:pt x="1433" y="1911"/>
                  </a:lnTo>
                  <a:lnTo>
                    <a:pt x="1433" y="19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0" name="Freeform 2229">
              <a:extLst>
                <a:ext uri="{FF2B5EF4-FFF2-40B4-BE49-F238E27FC236}">
                  <a16:creationId xmlns:a16="http://schemas.microsoft.com/office/drawing/2014/main" id="{B46CED07-CE6A-1D28-91F6-24E575FE1EA2}"/>
                </a:ext>
              </a:extLst>
            </p:cNvPr>
            <p:cNvSpPr/>
            <p:nvPr/>
          </p:nvSpPr>
          <p:spPr>
            <a:xfrm>
              <a:off x="5988987" y="3696312"/>
              <a:ext cx="955" cy="955"/>
            </a:xfrm>
            <a:custGeom>
              <a:avLst/>
              <a:gdLst>
                <a:gd name="csX0" fmla="*/ 956 w 955"/>
                <a:gd name="csY0" fmla="*/ 955 h 955"/>
                <a:gd name="csX1" fmla="*/ 0 w 955"/>
                <a:gd name="csY1" fmla="*/ 0 h 955"/>
                <a:gd name="csX2" fmla="*/ 0 w 955"/>
                <a:gd name="csY2" fmla="*/ 0 h 955"/>
                <a:gd name="csX3" fmla="*/ 956 w 955"/>
                <a:gd name="csY3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95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5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1" name="Freeform 2230">
              <a:extLst>
                <a:ext uri="{FF2B5EF4-FFF2-40B4-BE49-F238E27FC236}">
                  <a16:creationId xmlns:a16="http://schemas.microsoft.com/office/drawing/2014/main" id="{FFE1932D-6760-9B3C-5929-F858C1C7C2BF}"/>
                </a:ext>
              </a:extLst>
            </p:cNvPr>
            <p:cNvSpPr/>
            <p:nvPr/>
          </p:nvSpPr>
          <p:spPr>
            <a:xfrm>
              <a:off x="5988510" y="3695357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0 w 477"/>
                <a:gd name="csY2" fmla="*/ 0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" name="Freeform 2231">
              <a:extLst>
                <a:ext uri="{FF2B5EF4-FFF2-40B4-BE49-F238E27FC236}">
                  <a16:creationId xmlns:a16="http://schemas.microsoft.com/office/drawing/2014/main" id="{7EA066FD-FF1D-3E38-D965-989C95A4BF0E}"/>
                </a:ext>
              </a:extLst>
            </p:cNvPr>
            <p:cNvSpPr/>
            <p:nvPr/>
          </p:nvSpPr>
          <p:spPr>
            <a:xfrm>
              <a:off x="5984210" y="3693446"/>
              <a:ext cx="4299" cy="1910"/>
            </a:xfrm>
            <a:custGeom>
              <a:avLst/>
              <a:gdLst>
                <a:gd name="csX0" fmla="*/ 4300 w 4299"/>
                <a:gd name="csY0" fmla="*/ 1911 h 1910"/>
                <a:gd name="csX1" fmla="*/ 2867 w 4299"/>
                <a:gd name="csY1" fmla="*/ 1911 h 1910"/>
                <a:gd name="csX2" fmla="*/ 956 w 4299"/>
                <a:gd name="csY2" fmla="*/ 956 h 1910"/>
                <a:gd name="csX3" fmla="*/ 0 w 4299"/>
                <a:gd name="csY3" fmla="*/ 0 h 1910"/>
                <a:gd name="csX4" fmla="*/ 956 w 4299"/>
                <a:gd name="csY4" fmla="*/ 956 h 1910"/>
                <a:gd name="csX5" fmla="*/ 2867 w 4299"/>
                <a:gd name="csY5" fmla="*/ 1911 h 1910"/>
                <a:gd name="csX6" fmla="*/ 4300 w 4299"/>
                <a:gd name="csY6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1910">
                  <a:moveTo>
                    <a:pt x="4300" y="1911"/>
                  </a:moveTo>
                  <a:lnTo>
                    <a:pt x="2867" y="1911"/>
                  </a:lnTo>
                  <a:lnTo>
                    <a:pt x="956" y="956"/>
                  </a:lnTo>
                  <a:lnTo>
                    <a:pt x="0" y="0"/>
                  </a:lnTo>
                  <a:lnTo>
                    <a:pt x="956" y="956"/>
                  </a:lnTo>
                  <a:lnTo>
                    <a:pt x="2867" y="1911"/>
                  </a:lnTo>
                  <a:lnTo>
                    <a:pt x="430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" name="Freeform 2232">
              <a:extLst>
                <a:ext uri="{FF2B5EF4-FFF2-40B4-BE49-F238E27FC236}">
                  <a16:creationId xmlns:a16="http://schemas.microsoft.com/office/drawing/2014/main" id="{99014D5C-F464-315C-4D4B-52EA78497CC7}"/>
                </a:ext>
              </a:extLst>
            </p:cNvPr>
            <p:cNvSpPr/>
            <p:nvPr/>
          </p:nvSpPr>
          <p:spPr>
            <a:xfrm>
              <a:off x="5980866" y="3589778"/>
              <a:ext cx="4299" cy="1911"/>
            </a:xfrm>
            <a:custGeom>
              <a:avLst/>
              <a:gdLst>
                <a:gd name="csX0" fmla="*/ 4299 w 4299"/>
                <a:gd name="csY0" fmla="*/ 0 h 1911"/>
                <a:gd name="csX1" fmla="*/ 478 w 4299"/>
                <a:gd name="csY1" fmla="*/ 1911 h 1911"/>
                <a:gd name="csX2" fmla="*/ 0 w 4299"/>
                <a:gd name="csY2" fmla="*/ 1911 h 1911"/>
                <a:gd name="csX3" fmla="*/ 2389 w 4299"/>
                <a:gd name="csY3" fmla="*/ 0 h 1911"/>
                <a:gd name="csX4" fmla="*/ 4299 w 4299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911">
                  <a:moveTo>
                    <a:pt x="4299" y="0"/>
                  </a:moveTo>
                  <a:lnTo>
                    <a:pt x="478" y="1911"/>
                  </a:lnTo>
                  <a:lnTo>
                    <a:pt x="0" y="1911"/>
                  </a:lnTo>
                  <a:lnTo>
                    <a:pt x="2389" y="0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4" name="Freeform 2233">
              <a:extLst>
                <a:ext uri="{FF2B5EF4-FFF2-40B4-BE49-F238E27FC236}">
                  <a16:creationId xmlns:a16="http://schemas.microsoft.com/office/drawing/2014/main" id="{7CBFC1D1-2C49-47C2-1820-5866A1892254}"/>
                </a:ext>
              </a:extLst>
            </p:cNvPr>
            <p:cNvSpPr/>
            <p:nvPr/>
          </p:nvSpPr>
          <p:spPr>
            <a:xfrm>
              <a:off x="5981344" y="3351391"/>
              <a:ext cx="3344" cy="9554"/>
            </a:xfrm>
            <a:custGeom>
              <a:avLst/>
              <a:gdLst>
                <a:gd name="csX0" fmla="*/ 3344 w 3344"/>
                <a:gd name="csY0" fmla="*/ 5255 h 9554"/>
                <a:gd name="csX1" fmla="*/ 3344 w 3344"/>
                <a:gd name="csY1" fmla="*/ 9555 h 9554"/>
                <a:gd name="csX2" fmla="*/ 1433 w 3344"/>
                <a:gd name="csY2" fmla="*/ 9077 h 9554"/>
                <a:gd name="csX3" fmla="*/ 478 w 3344"/>
                <a:gd name="csY3" fmla="*/ 7644 h 9554"/>
                <a:gd name="csX4" fmla="*/ 478 w 3344"/>
                <a:gd name="csY4" fmla="*/ 6688 h 9554"/>
                <a:gd name="csX5" fmla="*/ 478 w 3344"/>
                <a:gd name="csY5" fmla="*/ 4300 h 9554"/>
                <a:gd name="csX6" fmla="*/ 0 w 3344"/>
                <a:gd name="csY6" fmla="*/ 1433 h 9554"/>
                <a:gd name="csX7" fmla="*/ 478 w 3344"/>
                <a:gd name="csY7" fmla="*/ 0 h 9554"/>
                <a:gd name="csX8" fmla="*/ 1433 w 3344"/>
                <a:gd name="csY8" fmla="*/ 0 h 9554"/>
                <a:gd name="csX9" fmla="*/ 2389 w 3344"/>
                <a:gd name="csY9" fmla="*/ 2389 h 9554"/>
                <a:gd name="csX10" fmla="*/ 3344 w 3344"/>
                <a:gd name="csY10" fmla="*/ 52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9554">
                  <a:moveTo>
                    <a:pt x="3344" y="5255"/>
                  </a:moveTo>
                  <a:lnTo>
                    <a:pt x="3344" y="9555"/>
                  </a:lnTo>
                  <a:lnTo>
                    <a:pt x="1433" y="9077"/>
                  </a:lnTo>
                  <a:lnTo>
                    <a:pt x="478" y="7644"/>
                  </a:lnTo>
                  <a:lnTo>
                    <a:pt x="478" y="6688"/>
                  </a:lnTo>
                  <a:lnTo>
                    <a:pt x="478" y="4300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389" y="2389"/>
                  </a:lnTo>
                  <a:lnTo>
                    <a:pt x="3344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5" name="Freeform 2234">
              <a:extLst>
                <a:ext uri="{FF2B5EF4-FFF2-40B4-BE49-F238E27FC236}">
                  <a16:creationId xmlns:a16="http://schemas.microsoft.com/office/drawing/2014/main" id="{A0223398-7CA0-BDCE-589C-FAD42A7C82DB}"/>
                </a:ext>
              </a:extLst>
            </p:cNvPr>
            <p:cNvSpPr/>
            <p:nvPr/>
          </p:nvSpPr>
          <p:spPr>
            <a:xfrm>
              <a:off x="5981822" y="3645195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0 w 955"/>
                <a:gd name="csY1" fmla="*/ 956 h 955"/>
                <a:gd name="csX2" fmla="*/ 0 w 955"/>
                <a:gd name="csY2" fmla="*/ 956 h 955"/>
                <a:gd name="csX3" fmla="*/ 956 w 955"/>
                <a:gd name="csY3" fmla="*/ 0 h 955"/>
                <a:gd name="csX4" fmla="*/ 956 w 955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6" name="Freeform 2235">
              <a:extLst>
                <a:ext uri="{FF2B5EF4-FFF2-40B4-BE49-F238E27FC236}">
                  <a16:creationId xmlns:a16="http://schemas.microsoft.com/office/drawing/2014/main" id="{66F287B2-9119-5E9A-5A0F-D65548684C04}"/>
                </a:ext>
              </a:extLst>
            </p:cNvPr>
            <p:cNvSpPr/>
            <p:nvPr/>
          </p:nvSpPr>
          <p:spPr>
            <a:xfrm>
              <a:off x="5978955" y="3323683"/>
              <a:ext cx="3344" cy="4777"/>
            </a:xfrm>
            <a:custGeom>
              <a:avLst/>
              <a:gdLst>
                <a:gd name="csX0" fmla="*/ 2389 w 3344"/>
                <a:gd name="csY0" fmla="*/ 0 h 4777"/>
                <a:gd name="csX1" fmla="*/ 3344 w 3344"/>
                <a:gd name="csY1" fmla="*/ 1911 h 4777"/>
                <a:gd name="csX2" fmla="*/ 3344 w 3344"/>
                <a:gd name="csY2" fmla="*/ 4300 h 4777"/>
                <a:gd name="csX3" fmla="*/ 1433 w 3344"/>
                <a:gd name="csY3" fmla="*/ 4777 h 4777"/>
                <a:gd name="csX4" fmla="*/ 0 w 3344"/>
                <a:gd name="csY4" fmla="*/ 4300 h 4777"/>
                <a:gd name="csX5" fmla="*/ 478 w 3344"/>
                <a:gd name="csY5" fmla="*/ 478 h 4777"/>
                <a:gd name="csX6" fmla="*/ 956 w 3344"/>
                <a:gd name="csY6" fmla="*/ 0 h 4777"/>
                <a:gd name="csX7" fmla="*/ 2389 w 3344"/>
                <a:gd name="csY7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4777">
                  <a:moveTo>
                    <a:pt x="2389" y="0"/>
                  </a:moveTo>
                  <a:lnTo>
                    <a:pt x="3344" y="1911"/>
                  </a:lnTo>
                  <a:lnTo>
                    <a:pt x="3344" y="4300"/>
                  </a:lnTo>
                  <a:lnTo>
                    <a:pt x="1433" y="4777"/>
                  </a:lnTo>
                  <a:lnTo>
                    <a:pt x="0" y="4300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7" name="Freeform 2236">
              <a:extLst>
                <a:ext uri="{FF2B5EF4-FFF2-40B4-BE49-F238E27FC236}">
                  <a16:creationId xmlns:a16="http://schemas.microsoft.com/office/drawing/2014/main" id="{BDF29F8D-A916-3B57-EA6C-CC2ADDECB2AD}"/>
                </a:ext>
              </a:extLst>
            </p:cNvPr>
            <p:cNvSpPr/>
            <p:nvPr/>
          </p:nvSpPr>
          <p:spPr>
            <a:xfrm>
              <a:off x="5977044" y="3593600"/>
              <a:ext cx="3822" cy="5255"/>
            </a:xfrm>
            <a:custGeom>
              <a:avLst/>
              <a:gdLst>
                <a:gd name="csX0" fmla="*/ 3822 w 3822"/>
                <a:gd name="csY0" fmla="*/ 0 h 5255"/>
                <a:gd name="csX1" fmla="*/ 3822 w 3822"/>
                <a:gd name="csY1" fmla="*/ 3344 h 5255"/>
                <a:gd name="csX2" fmla="*/ 1433 w 3822"/>
                <a:gd name="csY2" fmla="*/ 5255 h 5255"/>
                <a:gd name="csX3" fmla="*/ 478 w 3822"/>
                <a:gd name="csY3" fmla="*/ 4777 h 5255"/>
                <a:gd name="csX4" fmla="*/ 0 w 3822"/>
                <a:gd name="csY4" fmla="*/ 4300 h 5255"/>
                <a:gd name="csX5" fmla="*/ 478 w 3822"/>
                <a:gd name="csY5" fmla="*/ 2866 h 5255"/>
                <a:gd name="csX6" fmla="*/ 3822 w 3822"/>
                <a:gd name="csY6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2" h="5255">
                  <a:moveTo>
                    <a:pt x="3822" y="0"/>
                  </a:moveTo>
                  <a:lnTo>
                    <a:pt x="3822" y="3344"/>
                  </a:lnTo>
                  <a:lnTo>
                    <a:pt x="1433" y="5255"/>
                  </a:lnTo>
                  <a:lnTo>
                    <a:pt x="478" y="4777"/>
                  </a:lnTo>
                  <a:lnTo>
                    <a:pt x="0" y="4300"/>
                  </a:lnTo>
                  <a:lnTo>
                    <a:pt x="478" y="2866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8" name="Freeform 2237">
              <a:extLst>
                <a:ext uri="{FF2B5EF4-FFF2-40B4-BE49-F238E27FC236}">
                  <a16:creationId xmlns:a16="http://schemas.microsoft.com/office/drawing/2014/main" id="{C300D091-E58A-70B3-BD5F-6871DE2D605A}"/>
                </a:ext>
              </a:extLst>
            </p:cNvPr>
            <p:cNvSpPr/>
            <p:nvPr/>
          </p:nvSpPr>
          <p:spPr>
            <a:xfrm>
              <a:off x="5979911" y="3690579"/>
              <a:ext cx="477" cy="1910"/>
            </a:xfrm>
            <a:custGeom>
              <a:avLst/>
              <a:gdLst>
                <a:gd name="csX0" fmla="*/ 0 w 477"/>
                <a:gd name="csY0" fmla="*/ 0 h 1910"/>
                <a:gd name="csX1" fmla="*/ 478 w 477"/>
                <a:gd name="csY1" fmla="*/ 1911 h 1910"/>
                <a:gd name="csX2" fmla="*/ 478 w 477"/>
                <a:gd name="csY2" fmla="*/ 1911 h 1910"/>
                <a:gd name="csX3" fmla="*/ 0 w 477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0">
                  <a:moveTo>
                    <a:pt x="0" y="0"/>
                  </a:moveTo>
                  <a:lnTo>
                    <a:pt x="478" y="1911"/>
                  </a:lnTo>
                  <a:lnTo>
                    <a:pt x="478" y="19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9" name="Freeform 2238">
              <a:extLst>
                <a:ext uri="{FF2B5EF4-FFF2-40B4-BE49-F238E27FC236}">
                  <a16:creationId xmlns:a16="http://schemas.microsoft.com/office/drawing/2014/main" id="{05DBD3A0-232F-039C-E124-4D1E401AA3AD}"/>
                </a:ext>
              </a:extLst>
            </p:cNvPr>
            <p:cNvSpPr/>
            <p:nvPr/>
          </p:nvSpPr>
          <p:spPr>
            <a:xfrm>
              <a:off x="5977044" y="3682458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0 w 1433"/>
                <a:gd name="csY1" fmla="*/ 1433 h 1433"/>
                <a:gd name="csX2" fmla="*/ 0 w 1433"/>
                <a:gd name="csY2" fmla="*/ 1433 h 1433"/>
                <a:gd name="csX3" fmla="*/ 1433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0" name="Freeform 2239">
              <a:extLst>
                <a:ext uri="{FF2B5EF4-FFF2-40B4-BE49-F238E27FC236}">
                  <a16:creationId xmlns:a16="http://schemas.microsoft.com/office/drawing/2014/main" id="{514600DE-19BA-C699-4CCE-31BE7D1E39CB}"/>
                </a:ext>
              </a:extLst>
            </p:cNvPr>
            <p:cNvSpPr/>
            <p:nvPr/>
          </p:nvSpPr>
          <p:spPr>
            <a:xfrm>
              <a:off x="5970834" y="3645673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0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1" name="Freeform 2240">
              <a:extLst>
                <a:ext uri="{FF2B5EF4-FFF2-40B4-BE49-F238E27FC236}">
                  <a16:creationId xmlns:a16="http://schemas.microsoft.com/office/drawing/2014/main" id="{5FB76B82-7030-E777-B6B0-FF935D3C6805}"/>
                </a:ext>
              </a:extLst>
            </p:cNvPr>
            <p:cNvSpPr/>
            <p:nvPr/>
          </p:nvSpPr>
          <p:spPr>
            <a:xfrm>
              <a:off x="5967012" y="4486954"/>
              <a:ext cx="2866" cy="1911"/>
            </a:xfrm>
            <a:custGeom>
              <a:avLst/>
              <a:gdLst>
                <a:gd name="csX0" fmla="*/ 2866 w 2866"/>
                <a:gd name="csY0" fmla="*/ 0 h 1911"/>
                <a:gd name="csX1" fmla="*/ 956 w 2866"/>
                <a:gd name="csY1" fmla="*/ 1433 h 1911"/>
                <a:gd name="csX2" fmla="*/ 0 w 2866"/>
                <a:gd name="csY2" fmla="*/ 1911 h 1911"/>
                <a:gd name="csX3" fmla="*/ 956 w 2866"/>
                <a:gd name="csY3" fmla="*/ 1433 h 1911"/>
                <a:gd name="csX4" fmla="*/ 2866 w 2866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911">
                  <a:moveTo>
                    <a:pt x="2866" y="0"/>
                  </a:moveTo>
                  <a:lnTo>
                    <a:pt x="956" y="1433"/>
                  </a:lnTo>
                  <a:lnTo>
                    <a:pt x="0" y="1911"/>
                  </a:lnTo>
                  <a:lnTo>
                    <a:pt x="956" y="1433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" name="Freeform 2241">
              <a:extLst>
                <a:ext uri="{FF2B5EF4-FFF2-40B4-BE49-F238E27FC236}">
                  <a16:creationId xmlns:a16="http://schemas.microsoft.com/office/drawing/2014/main" id="{3D6A7BA4-1530-0FE3-865E-CC811A17999C}"/>
                </a:ext>
              </a:extLst>
            </p:cNvPr>
            <p:cNvSpPr/>
            <p:nvPr/>
          </p:nvSpPr>
          <p:spPr>
            <a:xfrm>
              <a:off x="5959846" y="3942343"/>
              <a:ext cx="9554" cy="5732"/>
            </a:xfrm>
            <a:custGeom>
              <a:avLst/>
              <a:gdLst>
                <a:gd name="csX0" fmla="*/ 9555 w 9554"/>
                <a:gd name="csY0" fmla="*/ 3344 h 5732"/>
                <a:gd name="csX1" fmla="*/ 9555 w 9554"/>
                <a:gd name="csY1" fmla="*/ 3822 h 5732"/>
                <a:gd name="csX2" fmla="*/ 9077 w 9554"/>
                <a:gd name="csY2" fmla="*/ 5255 h 5732"/>
                <a:gd name="csX3" fmla="*/ 8599 w 9554"/>
                <a:gd name="csY3" fmla="*/ 5733 h 5732"/>
                <a:gd name="csX4" fmla="*/ 2389 w 9554"/>
                <a:gd name="csY4" fmla="*/ 2867 h 5732"/>
                <a:gd name="csX5" fmla="*/ 478 w 9554"/>
                <a:gd name="csY5" fmla="*/ 2389 h 5732"/>
                <a:gd name="csX6" fmla="*/ 0 w 9554"/>
                <a:gd name="csY6" fmla="*/ 1911 h 5732"/>
                <a:gd name="csX7" fmla="*/ 0 w 9554"/>
                <a:gd name="csY7" fmla="*/ 478 h 5732"/>
                <a:gd name="csX8" fmla="*/ 478 w 9554"/>
                <a:gd name="csY8" fmla="*/ 0 h 5732"/>
                <a:gd name="csX9" fmla="*/ 4300 w 9554"/>
                <a:gd name="csY9" fmla="*/ 0 h 5732"/>
                <a:gd name="csX10" fmla="*/ 7644 w 9554"/>
                <a:gd name="csY10" fmla="*/ 956 h 5732"/>
                <a:gd name="csX11" fmla="*/ 9555 w 9554"/>
                <a:gd name="csY11" fmla="*/ 3344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554" h="5732">
                  <a:moveTo>
                    <a:pt x="9555" y="3344"/>
                  </a:moveTo>
                  <a:lnTo>
                    <a:pt x="9555" y="3822"/>
                  </a:lnTo>
                  <a:lnTo>
                    <a:pt x="9077" y="5255"/>
                  </a:lnTo>
                  <a:lnTo>
                    <a:pt x="8599" y="5733"/>
                  </a:lnTo>
                  <a:lnTo>
                    <a:pt x="2389" y="2867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300" y="0"/>
                  </a:lnTo>
                  <a:lnTo>
                    <a:pt x="7644" y="956"/>
                  </a:lnTo>
                  <a:lnTo>
                    <a:pt x="95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" name="Freeform 2242">
              <a:extLst>
                <a:ext uri="{FF2B5EF4-FFF2-40B4-BE49-F238E27FC236}">
                  <a16:creationId xmlns:a16="http://schemas.microsoft.com/office/drawing/2014/main" id="{96F4C685-EBC9-5DED-B617-3EBA140F6DBC}"/>
                </a:ext>
              </a:extLst>
            </p:cNvPr>
            <p:cNvSpPr/>
            <p:nvPr/>
          </p:nvSpPr>
          <p:spPr>
            <a:xfrm>
              <a:off x="5640245" y="4267677"/>
              <a:ext cx="327244" cy="282815"/>
            </a:xfrm>
            <a:custGeom>
              <a:avLst/>
              <a:gdLst>
                <a:gd name="csX0" fmla="*/ 327245 w 327244"/>
                <a:gd name="csY0" fmla="*/ 149529 h 282815"/>
                <a:gd name="csX1" fmla="*/ 327245 w 327244"/>
                <a:gd name="csY1" fmla="*/ 155262 h 282815"/>
                <a:gd name="csX2" fmla="*/ 326767 w 327244"/>
                <a:gd name="csY2" fmla="*/ 155740 h 282815"/>
                <a:gd name="csX3" fmla="*/ 326767 w 327244"/>
                <a:gd name="csY3" fmla="*/ 158606 h 282815"/>
                <a:gd name="csX4" fmla="*/ 326289 w 327244"/>
                <a:gd name="csY4" fmla="*/ 162906 h 282815"/>
                <a:gd name="csX5" fmla="*/ 325334 w 327244"/>
                <a:gd name="csY5" fmla="*/ 167205 h 282815"/>
                <a:gd name="csX6" fmla="*/ 322945 w 327244"/>
                <a:gd name="csY6" fmla="*/ 170072 h 282815"/>
                <a:gd name="csX7" fmla="*/ 322467 w 327244"/>
                <a:gd name="csY7" fmla="*/ 173416 h 282815"/>
                <a:gd name="csX8" fmla="*/ 321990 w 327244"/>
                <a:gd name="csY8" fmla="*/ 174849 h 282815"/>
                <a:gd name="csX9" fmla="*/ 321034 w 327244"/>
                <a:gd name="csY9" fmla="*/ 175804 h 282815"/>
                <a:gd name="csX10" fmla="*/ 320557 w 327244"/>
                <a:gd name="csY10" fmla="*/ 176760 h 282815"/>
                <a:gd name="csX11" fmla="*/ 320557 w 327244"/>
                <a:gd name="csY11" fmla="*/ 178671 h 282815"/>
                <a:gd name="csX12" fmla="*/ 319601 w 327244"/>
                <a:gd name="csY12" fmla="*/ 179626 h 282815"/>
                <a:gd name="csX13" fmla="*/ 319124 w 327244"/>
                <a:gd name="csY13" fmla="*/ 180104 h 282815"/>
                <a:gd name="csX14" fmla="*/ 317212 w 327244"/>
                <a:gd name="csY14" fmla="*/ 180582 h 282815"/>
                <a:gd name="csX15" fmla="*/ 313391 w 327244"/>
                <a:gd name="csY15" fmla="*/ 183448 h 282815"/>
                <a:gd name="csX16" fmla="*/ 312913 w 327244"/>
                <a:gd name="csY16" fmla="*/ 185837 h 282815"/>
                <a:gd name="csX17" fmla="*/ 308613 w 327244"/>
                <a:gd name="csY17" fmla="*/ 185359 h 282815"/>
                <a:gd name="csX18" fmla="*/ 304314 w 327244"/>
                <a:gd name="csY18" fmla="*/ 184403 h 282815"/>
                <a:gd name="csX19" fmla="*/ 303358 w 327244"/>
                <a:gd name="csY19" fmla="*/ 184881 h 282815"/>
                <a:gd name="csX20" fmla="*/ 303358 w 327244"/>
                <a:gd name="csY20" fmla="*/ 184881 h 282815"/>
                <a:gd name="csX21" fmla="*/ 302881 w 327244"/>
                <a:gd name="csY21" fmla="*/ 186314 h 282815"/>
                <a:gd name="csX22" fmla="*/ 296670 w 327244"/>
                <a:gd name="csY22" fmla="*/ 186314 h 282815"/>
                <a:gd name="csX23" fmla="*/ 291415 w 327244"/>
                <a:gd name="csY23" fmla="*/ 186792 h 282815"/>
                <a:gd name="csX24" fmla="*/ 284727 w 327244"/>
                <a:gd name="csY24" fmla="*/ 186792 h 282815"/>
                <a:gd name="csX25" fmla="*/ 280427 w 327244"/>
                <a:gd name="csY25" fmla="*/ 186792 h 282815"/>
                <a:gd name="csX26" fmla="*/ 274694 w 327244"/>
                <a:gd name="csY26" fmla="*/ 187270 h 282815"/>
                <a:gd name="csX27" fmla="*/ 269440 w 327244"/>
                <a:gd name="csY27" fmla="*/ 187748 h 282815"/>
                <a:gd name="csX28" fmla="*/ 265618 w 327244"/>
                <a:gd name="csY28" fmla="*/ 190136 h 282815"/>
                <a:gd name="csX29" fmla="*/ 262751 w 327244"/>
                <a:gd name="csY29" fmla="*/ 193003 h 282815"/>
                <a:gd name="csX30" fmla="*/ 262274 w 327244"/>
                <a:gd name="csY30" fmla="*/ 193003 h 282815"/>
                <a:gd name="csX31" fmla="*/ 257496 w 327244"/>
                <a:gd name="csY31" fmla="*/ 193480 h 282815"/>
                <a:gd name="csX32" fmla="*/ 252241 w 327244"/>
                <a:gd name="csY32" fmla="*/ 193003 h 282815"/>
                <a:gd name="csX33" fmla="*/ 249375 w 327244"/>
                <a:gd name="csY33" fmla="*/ 193003 h 282815"/>
                <a:gd name="csX34" fmla="*/ 247942 w 327244"/>
                <a:gd name="csY34" fmla="*/ 193480 h 282815"/>
                <a:gd name="csX35" fmla="*/ 247942 w 327244"/>
                <a:gd name="csY35" fmla="*/ 194436 h 282815"/>
                <a:gd name="csX36" fmla="*/ 243642 w 327244"/>
                <a:gd name="csY36" fmla="*/ 193003 h 282815"/>
                <a:gd name="csX37" fmla="*/ 238865 w 327244"/>
                <a:gd name="csY37" fmla="*/ 191569 h 282815"/>
                <a:gd name="csX38" fmla="*/ 235521 w 327244"/>
                <a:gd name="csY38" fmla="*/ 192525 h 282815"/>
                <a:gd name="csX39" fmla="*/ 235043 w 327244"/>
                <a:gd name="csY39" fmla="*/ 192047 h 282815"/>
                <a:gd name="csX40" fmla="*/ 234565 w 327244"/>
                <a:gd name="csY40" fmla="*/ 191569 h 282815"/>
                <a:gd name="csX41" fmla="*/ 232654 w 327244"/>
                <a:gd name="csY41" fmla="*/ 191092 h 282815"/>
                <a:gd name="csX42" fmla="*/ 230266 w 327244"/>
                <a:gd name="csY42" fmla="*/ 191092 h 282815"/>
                <a:gd name="csX43" fmla="*/ 228355 w 327244"/>
                <a:gd name="csY43" fmla="*/ 191569 h 282815"/>
                <a:gd name="csX44" fmla="*/ 225488 w 327244"/>
                <a:gd name="csY44" fmla="*/ 193958 h 282815"/>
                <a:gd name="csX45" fmla="*/ 223100 w 327244"/>
                <a:gd name="csY45" fmla="*/ 195391 h 282815"/>
                <a:gd name="csX46" fmla="*/ 222622 w 327244"/>
                <a:gd name="csY46" fmla="*/ 195869 h 282815"/>
                <a:gd name="csX47" fmla="*/ 219756 w 327244"/>
                <a:gd name="csY47" fmla="*/ 197302 h 282815"/>
                <a:gd name="csX48" fmla="*/ 214023 w 327244"/>
                <a:gd name="csY48" fmla="*/ 199691 h 282815"/>
                <a:gd name="csX49" fmla="*/ 210679 w 327244"/>
                <a:gd name="csY49" fmla="*/ 201602 h 282815"/>
                <a:gd name="csX50" fmla="*/ 209723 w 327244"/>
                <a:gd name="csY50" fmla="*/ 202080 h 282815"/>
                <a:gd name="csX51" fmla="*/ 208290 w 327244"/>
                <a:gd name="csY51" fmla="*/ 202080 h 282815"/>
                <a:gd name="csX52" fmla="*/ 206379 w 327244"/>
                <a:gd name="csY52" fmla="*/ 202557 h 282815"/>
                <a:gd name="csX53" fmla="*/ 204468 w 327244"/>
                <a:gd name="csY53" fmla="*/ 203035 h 282815"/>
                <a:gd name="csX54" fmla="*/ 202557 w 327244"/>
                <a:gd name="csY54" fmla="*/ 207812 h 282815"/>
                <a:gd name="csX55" fmla="*/ 201602 w 327244"/>
                <a:gd name="csY55" fmla="*/ 208290 h 282815"/>
                <a:gd name="csX56" fmla="*/ 194914 w 327244"/>
                <a:gd name="csY56" fmla="*/ 206379 h 282815"/>
                <a:gd name="csX57" fmla="*/ 193480 w 327244"/>
                <a:gd name="csY57" fmla="*/ 206379 h 282815"/>
                <a:gd name="csX58" fmla="*/ 192047 w 327244"/>
                <a:gd name="csY58" fmla="*/ 206857 h 282815"/>
                <a:gd name="csX59" fmla="*/ 188226 w 327244"/>
                <a:gd name="csY59" fmla="*/ 209723 h 282815"/>
                <a:gd name="csX60" fmla="*/ 186314 w 327244"/>
                <a:gd name="csY60" fmla="*/ 212112 h 282815"/>
                <a:gd name="csX61" fmla="*/ 185359 w 327244"/>
                <a:gd name="csY61" fmla="*/ 215456 h 282815"/>
                <a:gd name="csX62" fmla="*/ 185837 w 327244"/>
                <a:gd name="csY62" fmla="*/ 216411 h 282815"/>
                <a:gd name="csX63" fmla="*/ 185837 w 327244"/>
                <a:gd name="csY63" fmla="*/ 217367 h 282815"/>
                <a:gd name="csX64" fmla="*/ 184881 w 327244"/>
                <a:gd name="csY64" fmla="*/ 217845 h 282815"/>
                <a:gd name="csX65" fmla="*/ 183926 w 327244"/>
                <a:gd name="csY65" fmla="*/ 217845 h 282815"/>
                <a:gd name="csX66" fmla="*/ 183448 w 327244"/>
                <a:gd name="csY66" fmla="*/ 217845 h 282815"/>
                <a:gd name="csX67" fmla="*/ 180104 w 327244"/>
                <a:gd name="csY67" fmla="*/ 217367 h 282815"/>
                <a:gd name="csX68" fmla="*/ 179149 w 327244"/>
                <a:gd name="csY68" fmla="*/ 217845 h 282815"/>
                <a:gd name="csX69" fmla="*/ 178671 w 327244"/>
                <a:gd name="csY69" fmla="*/ 219278 h 282815"/>
                <a:gd name="csX70" fmla="*/ 178671 w 327244"/>
                <a:gd name="csY70" fmla="*/ 222622 h 282815"/>
                <a:gd name="csX71" fmla="*/ 178193 w 327244"/>
                <a:gd name="csY71" fmla="*/ 224533 h 282815"/>
                <a:gd name="csX72" fmla="*/ 176282 w 327244"/>
                <a:gd name="csY72" fmla="*/ 225488 h 282815"/>
                <a:gd name="csX73" fmla="*/ 174849 w 327244"/>
                <a:gd name="csY73" fmla="*/ 226444 h 282815"/>
                <a:gd name="csX74" fmla="*/ 173416 w 327244"/>
                <a:gd name="csY74" fmla="*/ 226444 h 282815"/>
                <a:gd name="csX75" fmla="*/ 172461 w 327244"/>
                <a:gd name="csY75" fmla="*/ 226444 h 282815"/>
                <a:gd name="csX76" fmla="*/ 167205 w 327244"/>
                <a:gd name="csY76" fmla="*/ 223100 h 282815"/>
                <a:gd name="csX77" fmla="*/ 165295 w 327244"/>
                <a:gd name="csY77" fmla="*/ 222622 h 282815"/>
                <a:gd name="csX78" fmla="*/ 162906 w 327244"/>
                <a:gd name="csY78" fmla="*/ 222622 h 282815"/>
                <a:gd name="csX79" fmla="*/ 160995 w 327244"/>
                <a:gd name="csY79" fmla="*/ 224055 h 282815"/>
                <a:gd name="csX80" fmla="*/ 160039 w 327244"/>
                <a:gd name="csY80" fmla="*/ 225010 h 282815"/>
                <a:gd name="csX81" fmla="*/ 159084 w 327244"/>
                <a:gd name="csY81" fmla="*/ 226444 h 282815"/>
                <a:gd name="csX82" fmla="*/ 157651 w 327244"/>
                <a:gd name="csY82" fmla="*/ 227877 h 282815"/>
                <a:gd name="csX83" fmla="*/ 158129 w 327244"/>
                <a:gd name="csY83" fmla="*/ 228832 h 282815"/>
                <a:gd name="csX84" fmla="*/ 159084 w 327244"/>
                <a:gd name="csY84" fmla="*/ 230266 h 282815"/>
                <a:gd name="csX85" fmla="*/ 159562 w 327244"/>
                <a:gd name="csY85" fmla="*/ 232176 h 282815"/>
                <a:gd name="csX86" fmla="*/ 159562 w 327244"/>
                <a:gd name="csY86" fmla="*/ 233610 h 282815"/>
                <a:gd name="csX87" fmla="*/ 154784 w 327244"/>
                <a:gd name="csY87" fmla="*/ 235998 h 282815"/>
                <a:gd name="csX88" fmla="*/ 155262 w 327244"/>
                <a:gd name="csY88" fmla="*/ 236954 h 282815"/>
                <a:gd name="csX89" fmla="*/ 155740 w 327244"/>
                <a:gd name="csY89" fmla="*/ 237432 h 282815"/>
                <a:gd name="csX90" fmla="*/ 155740 w 327244"/>
                <a:gd name="csY90" fmla="*/ 239342 h 282815"/>
                <a:gd name="csX91" fmla="*/ 155740 w 327244"/>
                <a:gd name="csY91" fmla="*/ 242209 h 282815"/>
                <a:gd name="csX92" fmla="*/ 154784 w 327244"/>
                <a:gd name="csY92" fmla="*/ 243164 h 282815"/>
                <a:gd name="csX93" fmla="*/ 153351 w 327244"/>
                <a:gd name="csY93" fmla="*/ 244120 h 282815"/>
                <a:gd name="csX94" fmla="*/ 152396 w 327244"/>
                <a:gd name="csY94" fmla="*/ 245553 h 282815"/>
                <a:gd name="csX95" fmla="*/ 151918 w 327244"/>
                <a:gd name="csY95" fmla="*/ 246031 h 282815"/>
                <a:gd name="csX96" fmla="*/ 150485 w 327244"/>
                <a:gd name="csY96" fmla="*/ 246986 h 282815"/>
                <a:gd name="csX97" fmla="*/ 148574 w 327244"/>
                <a:gd name="csY97" fmla="*/ 247941 h 282815"/>
                <a:gd name="csX98" fmla="*/ 144752 w 327244"/>
                <a:gd name="csY98" fmla="*/ 248419 h 282815"/>
                <a:gd name="csX99" fmla="*/ 142364 w 327244"/>
                <a:gd name="csY99" fmla="*/ 248897 h 282815"/>
                <a:gd name="csX100" fmla="*/ 141408 w 327244"/>
                <a:gd name="csY100" fmla="*/ 249375 h 282815"/>
                <a:gd name="csX101" fmla="*/ 139975 w 327244"/>
                <a:gd name="csY101" fmla="*/ 250330 h 282815"/>
                <a:gd name="csX102" fmla="*/ 138542 w 327244"/>
                <a:gd name="csY102" fmla="*/ 251763 h 282815"/>
                <a:gd name="csX103" fmla="*/ 138542 w 327244"/>
                <a:gd name="csY103" fmla="*/ 252719 h 282815"/>
                <a:gd name="csX104" fmla="*/ 138542 w 327244"/>
                <a:gd name="csY104" fmla="*/ 254152 h 282815"/>
                <a:gd name="csX105" fmla="*/ 139019 w 327244"/>
                <a:gd name="csY105" fmla="*/ 255585 h 282815"/>
                <a:gd name="csX106" fmla="*/ 139497 w 327244"/>
                <a:gd name="csY106" fmla="*/ 256063 h 282815"/>
                <a:gd name="csX107" fmla="*/ 139975 w 327244"/>
                <a:gd name="csY107" fmla="*/ 257018 h 282815"/>
                <a:gd name="csX108" fmla="*/ 139497 w 327244"/>
                <a:gd name="csY108" fmla="*/ 259885 h 282815"/>
                <a:gd name="csX109" fmla="*/ 138542 w 327244"/>
                <a:gd name="csY109" fmla="*/ 263229 h 282815"/>
                <a:gd name="csX110" fmla="*/ 137586 w 327244"/>
                <a:gd name="csY110" fmla="*/ 264662 h 282815"/>
                <a:gd name="csX111" fmla="*/ 135675 w 327244"/>
                <a:gd name="csY111" fmla="*/ 265140 h 282815"/>
                <a:gd name="csX112" fmla="*/ 134720 w 327244"/>
                <a:gd name="csY112" fmla="*/ 266095 h 282815"/>
                <a:gd name="csX113" fmla="*/ 135198 w 327244"/>
                <a:gd name="csY113" fmla="*/ 268006 h 282815"/>
                <a:gd name="csX114" fmla="*/ 135198 w 327244"/>
                <a:gd name="csY114" fmla="*/ 270873 h 282815"/>
                <a:gd name="csX115" fmla="*/ 134720 w 327244"/>
                <a:gd name="csY115" fmla="*/ 273261 h 282815"/>
                <a:gd name="csX116" fmla="*/ 134720 w 327244"/>
                <a:gd name="csY116" fmla="*/ 274694 h 282815"/>
                <a:gd name="csX117" fmla="*/ 134242 w 327244"/>
                <a:gd name="csY117" fmla="*/ 276128 h 282815"/>
                <a:gd name="csX118" fmla="*/ 133764 w 327244"/>
                <a:gd name="csY118" fmla="*/ 277561 h 282815"/>
                <a:gd name="csX119" fmla="*/ 133287 w 327244"/>
                <a:gd name="csY119" fmla="*/ 277083 h 282815"/>
                <a:gd name="csX120" fmla="*/ 133287 w 327244"/>
                <a:gd name="csY120" fmla="*/ 277083 h 282815"/>
                <a:gd name="csX121" fmla="*/ 130420 w 327244"/>
                <a:gd name="csY121" fmla="*/ 277083 h 282815"/>
                <a:gd name="csX122" fmla="*/ 127554 w 327244"/>
                <a:gd name="csY122" fmla="*/ 278039 h 282815"/>
                <a:gd name="csX123" fmla="*/ 126598 w 327244"/>
                <a:gd name="csY123" fmla="*/ 278516 h 282815"/>
                <a:gd name="csX124" fmla="*/ 126598 w 327244"/>
                <a:gd name="csY124" fmla="*/ 278516 h 282815"/>
                <a:gd name="csX125" fmla="*/ 126121 w 327244"/>
                <a:gd name="csY125" fmla="*/ 279472 h 282815"/>
                <a:gd name="csX126" fmla="*/ 125643 w 327244"/>
                <a:gd name="csY126" fmla="*/ 279949 h 282815"/>
                <a:gd name="csX127" fmla="*/ 124688 w 327244"/>
                <a:gd name="csY127" fmla="*/ 280905 h 282815"/>
                <a:gd name="csX128" fmla="*/ 123732 w 327244"/>
                <a:gd name="csY128" fmla="*/ 281860 h 282815"/>
                <a:gd name="csX129" fmla="*/ 122299 w 327244"/>
                <a:gd name="csY129" fmla="*/ 281382 h 282815"/>
                <a:gd name="csX130" fmla="*/ 120388 w 327244"/>
                <a:gd name="csY130" fmla="*/ 280905 h 282815"/>
                <a:gd name="csX131" fmla="*/ 119910 w 327244"/>
                <a:gd name="csY131" fmla="*/ 280427 h 282815"/>
                <a:gd name="csX132" fmla="*/ 119910 w 327244"/>
                <a:gd name="csY132" fmla="*/ 279949 h 282815"/>
                <a:gd name="csX133" fmla="*/ 120388 w 327244"/>
                <a:gd name="csY133" fmla="*/ 279472 h 282815"/>
                <a:gd name="csX134" fmla="*/ 120866 w 327244"/>
                <a:gd name="csY134" fmla="*/ 278516 h 282815"/>
                <a:gd name="csX135" fmla="*/ 120866 w 327244"/>
                <a:gd name="csY135" fmla="*/ 278039 h 282815"/>
                <a:gd name="csX136" fmla="*/ 120388 w 327244"/>
                <a:gd name="csY136" fmla="*/ 276605 h 282815"/>
                <a:gd name="csX137" fmla="*/ 119910 w 327244"/>
                <a:gd name="csY137" fmla="*/ 275172 h 282815"/>
                <a:gd name="csX138" fmla="*/ 119910 w 327244"/>
                <a:gd name="csY138" fmla="*/ 274217 h 282815"/>
                <a:gd name="csX139" fmla="*/ 119432 w 327244"/>
                <a:gd name="csY139" fmla="*/ 272306 h 282815"/>
                <a:gd name="csX140" fmla="*/ 119432 w 327244"/>
                <a:gd name="csY140" fmla="*/ 271828 h 282815"/>
                <a:gd name="csX141" fmla="*/ 119432 w 327244"/>
                <a:gd name="csY141" fmla="*/ 271828 h 282815"/>
                <a:gd name="csX142" fmla="*/ 117044 w 327244"/>
                <a:gd name="csY142" fmla="*/ 272306 h 282815"/>
                <a:gd name="csX143" fmla="*/ 116566 w 327244"/>
                <a:gd name="csY143" fmla="*/ 272783 h 282815"/>
                <a:gd name="csX144" fmla="*/ 116088 w 327244"/>
                <a:gd name="csY144" fmla="*/ 272783 h 282815"/>
                <a:gd name="csX145" fmla="*/ 116088 w 327244"/>
                <a:gd name="csY145" fmla="*/ 273261 h 282815"/>
                <a:gd name="csX146" fmla="*/ 116566 w 327244"/>
                <a:gd name="csY146" fmla="*/ 274694 h 282815"/>
                <a:gd name="csX147" fmla="*/ 116088 w 327244"/>
                <a:gd name="csY147" fmla="*/ 275172 h 282815"/>
                <a:gd name="csX148" fmla="*/ 115133 w 327244"/>
                <a:gd name="csY148" fmla="*/ 275172 h 282815"/>
                <a:gd name="csX149" fmla="*/ 113222 w 327244"/>
                <a:gd name="csY149" fmla="*/ 274217 h 282815"/>
                <a:gd name="csX150" fmla="*/ 111789 w 327244"/>
                <a:gd name="csY150" fmla="*/ 273261 h 282815"/>
                <a:gd name="csX151" fmla="*/ 111311 w 327244"/>
                <a:gd name="csY151" fmla="*/ 273739 h 282815"/>
                <a:gd name="csX152" fmla="*/ 110833 w 327244"/>
                <a:gd name="csY152" fmla="*/ 273739 h 282815"/>
                <a:gd name="csX153" fmla="*/ 110833 w 327244"/>
                <a:gd name="csY153" fmla="*/ 274694 h 282815"/>
                <a:gd name="csX154" fmla="*/ 110833 w 327244"/>
                <a:gd name="csY154" fmla="*/ 275650 h 282815"/>
                <a:gd name="csX155" fmla="*/ 111311 w 327244"/>
                <a:gd name="csY155" fmla="*/ 278039 h 282815"/>
                <a:gd name="csX156" fmla="*/ 110833 w 327244"/>
                <a:gd name="csY156" fmla="*/ 278994 h 282815"/>
                <a:gd name="csX157" fmla="*/ 109400 w 327244"/>
                <a:gd name="csY157" fmla="*/ 278516 h 282815"/>
                <a:gd name="csX158" fmla="*/ 107967 w 327244"/>
                <a:gd name="csY158" fmla="*/ 278516 h 282815"/>
                <a:gd name="csX159" fmla="*/ 106534 w 327244"/>
                <a:gd name="csY159" fmla="*/ 278994 h 282815"/>
                <a:gd name="csX160" fmla="*/ 105578 w 327244"/>
                <a:gd name="csY160" fmla="*/ 278994 h 282815"/>
                <a:gd name="csX161" fmla="*/ 105100 w 327244"/>
                <a:gd name="csY161" fmla="*/ 279949 h 282815"/>
                <a:gd name="csX162" fmla="*/ 104623 w 327244"/>
                <a:gd name="csY162" fmla="*/ 280427 h 282815"/>
                <a:gd name="csX163" fmla="*/ 105578 w 327244"/>
                <a:gd name="csY163" fmla="*/ 281382 h 282815"/>
                <a:gd name="csX164" fmla="*/ 105100 w 327244"/>
                <a:gd name="csY164" fmla="*/ 281860 h 282815"/>
                <a:gd name="csX165" fmla="*/ 105100 w 327244"/>
                <a:gd name="csY165" fmla="*/ 282338 h 282815"/>
                <a:gd name="csX166" fmla="*/ 104145 w 327244"/>
                <a:gd name="csY166" fmla="*/ 282816 h 282815"/>
                <a:gd name="csX167" fmla="*/ 104145 w 327244"/>
                <a:gd name="csY167" fmla="*/ 282816 h 282815"/>
                <a:gd name="csX168" fmla="*/ 102712 w 327244"/>
                <a:gd name="csY168" fmla="*/ 281382 h 282815"/>
                <a:gd name="csX169" fmla="*/ 101279 w 327244"/>
                <a:gd name="csY169" fmla="*/ 280905 h 282815"/>
                <a:gd name="csX170" fmla="*/ 97457 w 327244"/>
                <a:gd name="csY170" fmla="*/ 280427 h 282815"/>
                <a:gd name="csX171" fmla="*/ 96979 w 327244"/>
                <a:gd name="csY171" fmla="*/ 278994 h 282815"/>
                <a:gd name="csX172" fmla="*/ 96979 w 327244"/>
                <a:gd name="csY172" fmla="*/ 278994 h 282815"/>
                <a:gd name="csX173" fmla="*/ 96501 w 327244"/>
                <a:gd name="csY173" fmla="*/ 278994 h 282815"/>
                <a:gd name="csX174" fmla="*/ 96024 w 327244"/>
                <a:gd name="csY174" fmla="*/ 278516 h 282815"/>
                <a:gd name="csX175" fmla="*/ 95546 w 327244"/>
                <a:gd name="csY175" fmla="*/ 278039 h 282815"/>
                <a:gd name="csX176" fmla="*/ 94591 w 327244"/>
                <a:gd name="csY176" fmla="*/ 277083 h 282815"/>
                <a:gd name="csX177" fmla="*/ 94113 w 327244"/>
                <a:gd name="csY177" fmla="*/ 277083 h 282815"/>
                <a:gd name="csX178" fmla="*/ 94113 w 327244"/>
                <a:gd name="csY178" fmla="*/ 277083 h 282815"/>
                <a:gd name="csX179" fmla="*/ 93635 w 327244"/>
                <a:gd name="csY179" fmla="*/ 277561 h 282815"/>
                <a:gd name="csX180" fmla="*/ 91724 w 327244"/>
                <a:gd name="csY180" fmla="*/ 277561 h 282815"/>
                <a:gd name="csX181" fmla="*/ 91724 w 327244"/>
                <a:gd name="csY181" fmla="*/ 277561 h 282815"/>
                <a:gd name="csX182" fmla="*/ 89813 w 327244"/>
                <a:gd name="csY182" fmla="*/ 278994 h 282815"/>
                <a:gd name="csX183" fmla="*/ 89813 w 327244"/>
                <a:gd name="csY183" fmla="*/ 278994 h 282815"/>
                <a:gd name="csX184" fmla="*/ 88380 w 327244"/>
                <a:gd name="csY184" fmla="*/ 280905 h 282815"/>
                <a:gd name="csX185" fmla="*/ 86947 w 327244"/>
                <a:gd name="csY185" fmla="*/ 281860 h 282815"/>
                <a:gd name="csX186" fmla="*/ 85514 w 327244"/>
                <a:gd name="csY186" fmla="*/ 282338 h 282815"/>
                <a:gd name="csX187" fmla="*/ 85036 w 327244"/>
                <a:gd name="csY187" fmla="*/ 282338 h 282815"/>
                <a:gd name="csX188" fmla="*/ 85514 w 327244"/>
                <a:gd name="csY188" fmla="*/ 280905 h 282815"/>
                <a:gd name="csX189" fmla="*/ 85036 w 327244"/>
                <a:gd name="csY189" fmla="*/ 279949 h 282815"/>
                <a:gd name="csX190" fmla="*/ 84558 w 327244"/>
                <a:gd name="csY190" fmla="*/ 279472 h 282815"/>
                <a:gd name="csX191" fmla="*/ 80259 w 327244"/>
                <a:gd name="csY191" fmla="*/ 277083 h 282815"/>
                <a:gd name="csX192" fmla="*/ 79781 w 327244"/>
                <a:gd name="csY192" fmla="*/ 276128 h 282815"/>
                <a:gd name="csX193" fmla="*/ 78825 w 327244"/>
                <a:gd name="csY193" fmla="*/ 273739 h 282815"/>
                <a:gd name="csX194" fmla="*/ 78348 w 327244"/>
                <a:gd name="csY194" fmla="*/ 271350 h 282815"/>
                <a:gd name="csX195" fmla="*/ 78348 w 327244"/>
                <a:gd name="csY195" fmla="*/ 269917 h 282815"/>
                <a:gd name="csX196" fmla="*/ 78825 w 327244"/>
                <a:gd name="csY196" fmla="*/ 268962 h 282815"/>
                <a:gd name="csX197" fmla="*/ 78825 w 327244"/>
                <a:gd name="csY197" fmla="*/ 268006 h 282815"/>
                <a:gd name="csX198" fmla="*/ 78348 w 327244"/>
                <a:gd name="csY198" fmla="*/ 267051 h 282815"/>
                <a:gd name="csX199" fmla="*/ 76915 w 327244"/>
                <a:gd name="csY199" fmla="*/ 266095 h 282815"/>
                <a:gd name="csX200" fmla="*/ 75481 w 327244"/>
                <a:gd name="csY200" fmla="*/ 266095 h 282815"/>
                <a:gd name="csX201" fmla="*/ 73570 w 327244"/>
                <a:gd name="csY201" fmla="*/ 267051 h 282815"/>
                <a:gd name="csX202" fmla="*/ 72615 w 327244"/>
                <a:gd name="csY202" fmla="*/ 267051 h 282815"/>
                <a:gd name="csX203" fmla="*/ 72137 w 327244"/>
                <a:gd name="csY203" fmla="*/ 267051 h 282815"/>
                <a:gd name="csX204" fmla="*/ 71659 w 327244"/>
                <a:gd name="csY204" fmla="*/ 266573 h 282815"/>
                <a:gd name="csX205" fmla="*/ 71659 w 327244"/>
                <a:gd name="csY205" fmla="*/ 266095 h 282815"/>
                <a:gd name="csX206" fmla="*/ 73570 w 327244"/>
                <a:gd name="csY206" fmla="*/ 263707 h 282815"/>
                <a:gd name="csX207" fmla="*/ 74526 w 327244"/>
                <a:gd name="csY207" fmla="*/ 262751 h 282815"/>
                <a:gd name="csX208" fmla="*/ 75481 w 327244"/>
                <a:gd name="csY208" fmla="*/ 261796 h 282815"/>
                <a:gd name="csX209" fmla="*/ 76437 w 327244"/>
                <a:gd name="csY209" fmla="*/ 261318 h 282815"/>
                <a:gd name="csX210" fmla="*/ 76915 w 327244"/>
                <a:gd name="csY210" fmla="*/ 260840 h 282815"/>
                <a:gd name="csX211" fmla="*/ 76915 w 327244"/>
                <a:gd name="csY211" fmla="*/ 259885 h 282815"/>
                <a:gd name="csX212" fmla="*/ 76915 w 327244"/>
                <a:gd name="csY212" fmla="*/ 259885 h 282815"/>
                <a:gd name="csX213" fmla="*/ 75481 w 327244"/>
                <a:gd name="csY213" fmla="*/ 259407 h 282815"/>
                <a:gd name="csX214" fmla="*/ 73570 w 327244"/>
                <a:gd name="csY214" fmla="*/ 257974 h 282815"/>
                <a:gd name="csX215" fmla="*/ 72615 w 327244"/>
                <a:gd name="csY215" fmla="*/ 257974 h 282815"/>
                <a:gd name="csX216" fmla="*/ 71659 w 327244"/>
                <a:gd name="csY216" fmla="*/ 257496 h 282815"/>
                <a:gd name="csX217" fmla="*/ 70704 w 327244"/>
                <a:gd name="csY217" fmla="*/ 255585 h 282815"/>
                <a:gd name="csX218" fmla="*/ 70226 w 327244"/>
                <a:gd name="csY218" fmla="*/ 255107 h 282815"/>
                <a:gd name="csX219" fmla="*/ 69271 w 327244"/>
                <a:gd name="csY219" fmla="*/ 255107 h 282815"/>
                <a:gd name="csX220" fmla="*/ 68316 w 327244"/>
                <a:gd name="csY220" fmla="*/ 254630 h 282815"/>
                <a:gd name="csX221" fmla="*/ 68793 w 327244"/>
                <a:gd name="csY221" fmla="*/ 252241 h 282815"/>
                <a:gd name="csX222" fmla="*/ 68793 w 327244"/>
                <a:gd name="csY222" fmla="*/ 249852 h 282815"/>
                <a:gd name="csX223" fmla="*/ 66882 w 327244"/>
                <a:gd name="csY223" fmla="*/ 246508 h 282815"/>
                <a:gd name="csX224" fmla="*/ 65927 w 327244"/>
                <a:gd name="csY224" fmla="*/ 244120 h 282815"/>
                <a:gd name="csX225" fmla="*/ 64971 w 327244"/>
                <a:gd name="csY225" fmla="*/ 242209 h 282815"/>
                <a:gd name="csX226" fmla="*/ 64016 w 327244"/>
                <a:gd name="csY226" fmla="*/ 240775 h 282815"/>
                <a:gd name="csX227" fmla="*/ 62583 w 327244"/>
                <a:gd name="csY227" fmla="*/ 240298 h 282815"/>
                <a:gd name="csX228" fmla="*/ 60672 w 327244"/>
                <a:gd name="csY228" fmla="*/ 239342 h 282815"/>
                <a:gd name="csX229" fmla="*/ 59239 w 327244"/>
                <a:gd name="csY229" fmla="*/ 239342 h 282815"/>
                <a:gd name="csX230" fmla="*/ 57805 w 327244"/>
                <a:gd name="csY230" fmla="*/ 239820 h 282815"/>
                <a:gd name="csX231" fmla="*/ 57328 w 327244"/>
                <a:gd name="csY231" fmla="*/ 239820 h 282815"/>
                <a:gd name="csX232" fmla="*/ 57328 w 327244"/>
                <a:gd name="csY232" fmla="*/ 240298 h 282815"/>
                <a:gd name="csX233" fmla="*/ 58283 w 327244"/>
                <a:gd name="csY233" fmla="*/ 241731 h 282815"/>
                <a:gd name="csX234" fmla="*/ 58283 w 327244"/>
                <a:gd name="csY234" fmla="*/ 242687 h 282815"/>
                <a:gd name="csX235" fmla="*/ 58283 w 327244"/>
                <a:gd name="csY235" fmla="*/ 243164 h 282815"/>
                <a:gd name="csX236" fmla="*/ 57805 w 327244"/>
                <a:gd name="csY236" fmla="*/ 243642 h 282815"/>
                <a:gd name="csX237" fmla="*/ 56850 w 327244"/>
                <a:gd name="csY237" fmla="*/ 243642 h 282815"/>
                <a:gd name="csX238" fmla="*/ 55417 w 327244"/>
                <a:gd name="csY238" fmla="*/ 244120 h 282815"/>
                <a:gd name="csX239" fmla="*/ 53506 w 327244"/>
                <a:gd name="csY239" fmla="*/ 245075 h 282815"/>
                <a:gd name="csX240" fmla="*/ 52073 w 327244"/>
                <a:gd name="csY240" fmla="*/ 245553 h 282815"/>
                <a:gd name="csX241" fmla="*/ 50639 w 327244"/>
                <a:gd name="csY241" fmla="*/ 247464 h 282815"/>
                <a:gd name="csX242" fmla="*/ 50162 w 327244"/>
                <a:gd name="csY242" fmla="*/ 247941 h 282815"/>
                <a:gd name="csX243" fmla="*/ 48728 w 327244"/>
                <a:gd name="csY243" fmla="*/ 247464 h 282815"/>
                <a:gd name="csX244" fmla="*/ 44907 w 327244"/>
                <a:gd name="csY244" fmla="*/ 246508 h 282815"/>
                <a:gd name="csX245" fmla="*/ 42040 w 327244"/>
                <a:gd name="csY245" fmla="*/ 245075 h 282815"/>
                <a:gd name="csX246" fmla="*/ 39652 w 327244"/>
                <a:gd name="csY246" fmla="*/ 244598 h 282815"/>
                <a:gd name="csX247" fmla="*/ 38218 w 327244"/>
                <a:gd name="csY247" fmla="*/ 245075 h 282815"/>
                <a:gd name="csX248" fmla="*/ 37741 w 327244"/>
                <a:gd name="csY248" fmla="*/ 245075 h 282815"/>
                <a:gd name="csX249" fmla="*/ 35830 w 327244"/>
                <a:gd name="csY249" fmla="*/ 246031 h 282815"/>
                <a:gd name="csX250" fmla="*/ 33441 w 327244"/>
                <a:gd name="csY250" fmla="*/ 248419 h 282815"/>
                <a:gd name="csX251" fmla="*/ 32963 w 327244"/>
                <a:gd name="csY251" fmla="*/ 249375 h 282815"/>
                <a:gd name="csX252" fmla="*/ 32486 w 327244"/>
                <a:gd name="csY252" fmla="*/ 249852 h 282815"/>
                <a:gd name="csX253" fmla="*/ 31530 w 327244"/>
                <a:gd name="csY253" fmla="*/ 250330 h 282815"/>
                <a:gd name="csX254" fmla="*/ 31052 w 327244"/>
                <a:gd name="csY254" fmla="*/ 250330 h 282815"/>
                <a:gd name="csX255" fmla="*/ 30575 w 327244"/>
                <a:gd name="csY255" fmla="*/ 249852 h 282815"/>
                <a:gd name="csX256" fmla="*/ 30575 w 327244"/>
                <a:gd name="csY256" fmla="*/ 249852 h 282815"/>
                <a:gd name="csX257" fmla="*/ 29142 w 327244"/>
                <a:gd name="csY257" fmla="*/ 247941 h 282815"/>
                <a:gd name="csX258" fmla="*/ 27709 w 327244"/>
                <a:gd name="csY258" fmla="*/ 245553 h 282815"/>
                <a:gd name="csX259" fmla="*/ 26753 w 327244"/>
                <a:gd name="csY259" fmla="*/ 244598 h 282815"/>
                <a:gd name="csX260" fmla="*/ 25320 w 327244"/>
                <a:gd name="csY260" fmla="*/ 244598 h 282815"/>
                <a:gd name="csX261" fmla="*/ 23886 w 327244"/>
                <a:gd name="csY261" fmla="*/ 245075 h 282815"/>
                <a:gd name="csX262" fmla="*/ 22931 w 327244"/>
                <a:gd name="csY262" fmla="*/ 246508 h 282815"/>
                <a:gd name="csX263" fmla="*/ 21020 w 327244"/>
                <a:gd name="csY263" fmla="*/ 247941 h 282815"/>
                <a:gd name="csX264" fmla="*/ 20065 w 327244"/>
                <a:gd name="csY264" fmla="*/ 248419 h 282815"/>
                <a:gd name="csX265" fmla="*/ 19109 w 327244"/>
                <a:gd name="csY265" fmla="*/ 247941 h 282815"/>
                <a:gd name="csX266" fmla="*/ 17198 w 327244"/>
                <a:gd name="csY266" fmla="*/ 246508 h 282815"/>
                <a:gd name="csX267" fmla="*/ 15765 w 327244"/>
                <a:gd name="csY267" fmla="*/ 245553 h 282815"/>
                <a:gd name="csX268" fmla="*/ 15287 w 327244"/>
                <a:gd name="csY268" fmla="*/ 244598 h 282815"/>
                <a:gd name="csX269" fmla="*/ 15765 w 327244"/>
                <a:gd name="csY269" fmla="*/ 243642 h 282815"/>
                <a:gd name="csX270" fmla="*/ 16243 w 327244"/>
                <a:gd name="csY270" fmla="*/ 242687 h 282815"/>
                <a:gd name="csX271" fmla="*/ 17198 w 327244"/>
                <a:gd name="csY271" fmla="*/ 241253 h 282815"/>
                <a:gd name="csX272" fmla="*/ 17676 w 327244"/>
                <a:gd name="csY272" fmla="*/ 240775 h 282815"/>
                <a:gd name="csX273" fmla="*/ 17676 w 327244"/>
                <a:gd name="csY273" fmla="*/ 239820 h 282815"/>
                <a:gd name="csX274" fmla="*/ 16243 w 327244"/>
                <a:gd name="csY274" fmla="*/ 238387 h 282815"/>
                <a:gd name="csX275" fmla="*/ 16243 w 327244"/>
                <a:gd name="csY275" fmla="*/ 237909 h 282815"/>
                <a:gd name="csX276" fmla="*/ 16721 w 327244"/>
                <a:gd name="csY276" fmla="*/ 236954 h 282815"/>
                <a:gd name="csX277" fmla="*/ 17198 w 327244"/>
                <a:gd name="csY277" fmla="*/ 234087 h 282815"/>
                <a:gd name="csX278" fmla="*/ 17198 w 327244"/>
                <a:gd name="csY278" fmla="*/ 233132 h 282815"/>
                <a:gd name="csX279" fmla="*/ 17676 w 327244"/>
                <a:gd name="csY279" fmla="*/ 230743 h 282815"/>
                <a:gd name="csX280" fmla="*/ 16721 w 327244"/>
                <a:gd name="csY280" fmla="*/ 230266 h 282815"/>
                <a:gd name="csX281" fmla="*/ 16721 w 327244"/>
                <a:gd name="csY281" fmla="*/ 229310 h 282815"/>
                <a:gd name="csX282" fmla="*/ 15765 w 327244"/>
                <a:gd name="csY282" fmla="*/ 228355 h 282815"/>
                <a:gd name="csX283" fmla="*/ 14332 w 327244"/>
                <a:gd name="csY283" fmla="*/ 226921 h 282815"/>
                <a:gd name="csX284" fmla="*/ 14332 w 327244"/>
                <a:gd name="csY284" fmla="*/ 225488 h 282815"/>
                <a:gd name="csX285" fmla="*/ 13854 w 327244"/>
                <a:gd name="csY285" fmla="*/ 224533 h 282815"/>
                <a:gd name="csX286" fmla="*/ 12899 w 327244"/>
                <a:gd name="csY286" fmla="*/ 223100 h 282815"/>
                <a:gd name="csX287" fmla="*/ 11943 w 327244"/>
                <a:gd name="csY287" fmla="*/ 222622 h 282815"/>
                <a:gd name="csX288" fmla="*/ 10510 w 327244"/>
                <a:gd name="csY288" fmla="*/ 222622 h 282815"/>
                <a:gd name="csX289" fmla="*/ 10032 w 327244"/>
                <a:gd name="csY289" fmla="*/ 223100 h 282815"/>
                <a:gd name="csX290" fmla="*/ 9555 w 327244"/>
                <a:gd name="csY290" fmla="*/ 224055 h 282815"/>
                <a:gd name="csX291" fmla="*/ 9077 w 327244"/>
                <a:gd name="csY291" fmla="*/ 224055 h 282815"/>
                <a:gd name="csX292" fmla="*/ 8121 w 327244"/>
                <a:gd name="csY292" fmla="*/ 223100 h 282815"/>
                <a:gd name="csX293" fmla="*/ 7644 w 327244"/>
                <a:gd name="csY293" fmla="*/ 222144 h 282815"/>
                <a:gd name="csX294" fmla="*/ 7644 w 327244"/>
                <a:gd name="csY294" fmla="*/ 221666 h 282815"/>
                <a:gd name="csX295" fmla="*/ 6211 w 327244"/>
                <a:gd name="csY295" fmla="*/ 220233 h 282815"/>
                <a:gd name="csX296" fmla="*/ 4300 w 327244"/>
                <a:gd name="csY296" fmla="*/ 218322 h 282815"/>
                <a:gd name="csX297" fmla="*/ 4777 w 327244"/>
                <a:gd name="csY297" fmla="*/ 216411 h 282815"/>
                <a:gd name="csX298" fmla="*/ 5733 w 327244"/>
                <a:gd name="csY298" fmla="*/ 215456 h 282815"/>
                <a:gd name="csX299" fmla="*/ 6211 w 327244"/>
                <a:gd name="csY299" fmla="*/ 214500 h 282815"/>
                <a:gd name="csX300" fmla="*/ 6211 w 327244"/>
                <a:gd name="csY300" fmla="*/ 213545 h 282815"/>
                <a:gd name="csX301" fmla="*/ 5733 w 327244"/>
                <a:gd name="csY301" fmla="*/ 212590 h 282815"/>
                <a:gd name="csX302" fmla="*/ 5255 w 327244"/>
                <a:gd name="csY302" fmla="*/ 211634 h 282815"/>
                <a:gd name="csX303" fmla="*/ 5255 w 327244"/>
                <a:gd name="csY303" fmla="*/ 210201 h 282815"/>
                <a:gd name="csX304" fmla="*/ 5255 w 327244"/>
                <a:gd name="csY304" fmla="*/ 207334 h 282815"/>
                <a:gd name="csX305" fmla="*/ 4300 w 327244"/>
                <a:gd name="csY305" fmla="*/ 206379 h 282815"/>
                <a:gd name="csX306" fmla="*/ 3344 w 327244"/>
                <a:gd name="csY306" fmla="*/ 205424 h 282815"/>
                <a:gd name="csX307" fmla="*/ 1911 w 327244"/>
                <a:gd name="csY307" fmla="*/ 204468 h 282815"/>
                <a:gd name="csX308" fmla="*/ 956 w 327244"/>
                <a:gd name="csY308" fmla="*/ 202557 h 282815"/>
                <a:gd name="csX309" fmla="*/ 1433 w 327244"/>
                <a:gd name="csY309" fmla="*/ 200646 h 282815"/>
                <a:gd name="csX310" fmla="*/ 1911 w 327244"/>
                <a:gd name="csY310" fmla="*/ 199213 h 282815"/>
                <a:gd name="csX311" fmla="*/ 0 w 327244"/>
                <a:gd name="csY311" fmla="*/ 196347 h 282815"/>
                <a:gd name="csX312" fmla="*/ 3344 w 327244"/>
                <a:gd name="csY312" fmla="*/ 197302 h 282815"/>
                <a:gd name="csX313" fmla="*/ 3822 w 327244"/>
                <a:gd name="csY313" fmla="*/ 196825 h 282815"/>
                <a:gd name="csX314" fmla="*/ 5255 w 327244"/>
                <a:gd name="csY314" fmla="*/ 196347 h 282815"/>
                <a:gd name="csX315" fmla="*/ 6688 w 327244"/>
                <a:gd name="csY315" fmla="*/ 194914 h 282815"/>
                <a:gd name="csX316" fmla="*/ 6688 w 327244"/>
                <a:gd name="csY316" fmla="*/ 194914 h 282815"/>
                <a:gd name="csX317" fmla="*/ 8121 w 327244"/>
                <a:gd name="csY317" fmla="*/ 192525 h 282815"/>
                <a:gd name="csX318" fmla="*/ 8599 w 327244"/>
                <a:gd name="csY318" fmla="*/ 190136 h 282815"/>
                <a:gd name="csX319" fmla="*/ 9077 w 327244"/>
                <a:gd name="csY319" fmla="*/ 188225 h 282815"/>
                <a:gd name="csX320" fmla="*/ 9555 w 327244"/>
                <a:gd name="csY320" fmla="*/ 186314 h 282815"/>
                <a:gd name="csX321" fmla="*/ 10510 w 327244"/>
                <a:gd name="csY321" fmla="*/ 184403 h 282815"/>
                <a:gd name="csX322" fmla="*/ 11943 w 327244"/>
                <a:gd name="csY322" fmla="*/ 182970 h 282815"/>
                <a:gd name="csX323" fmla="*/ 13377 w 327244"/>
                <a:gd name="csY323" fmla="*/ 182015 h 282815"/>
                <a:gd name="csX324" fmla="*/ 15287 w 327244"/>
                <a:gd name="csY324" fmla="*/ 180582 h 282815"/>
                <a:gd name="csX325" fmla="*/ 16243 w 327244"/>
                <a:gd name="csY325" fmla="*/ 181059 h 282815"/>
                <a:gd name="csX326" fmla="*/ 18154 w 327244"/>
                <a:gd name="csY326" fmla="*/ 182493 h 282815"/>
                <a:gd name="csX327" fmla="*/ 21976 w 327244"/>
                <a:gd name="csY327" fmla="*/ 185837 h 282815"/>
                <a:gd name="csX328" fmla="*/ 21976 w 327244"/>
                <a:gd name="csY328" fmla="*/ 185837 h 282815"/>
                <a:gd name="csX329" fmla="*/ 25320 w 327244"/>
                <a:gd name="csY329" fmla="*/ 188225 h 282815"/>
                <a:gd name="csX330" fmla="*/ 26275 w 327244"/>
                <a:gd name="csY330" fmla="*/ 189659 h 282815"/>
                <a:gd name="csX331" fmla="*/ 26275 w 327244"/>
                <a:gd name="csY331" fmla="*/ 189659 h 282815"/>
                <a:gd name="csX332" fmla="*/ 27231 w 327244"/>
                <a:gd name="csY332" fmla="*/ 189659 h 282815"/>
                <a:gd name="csX333" fmla="*/ 27709 w 327244"/>
                <a:gd name="csY333" fmla="*/ 189659 h 282815"/>
                <a:gd name="csX334" fmla="*/ 29142 w 327244"/>
                <a:gd name="csY334" fmla="*/ 187270 h 282815"/>
                <a:gd name="csX335" fmla="*/ 30575 w 327244"/>
                <a:gd name="csY335" fmla="*/ 185359 h 282815"/>
                <a:gd name="csX336" fmla="*/ 31530 w 327244"/>
                <a:gd name="csY336" fmla="*/ 184881 h 282815"/>
                <a:gd name="csX337" fmla="*/ 33441 w 327244"/>
                <a:gd name="csY337" fmla="*/ 184403 h 282815"/>
                <a:gd name="csX338" fmla="*/ 35352 w 327244"/>
                <a:gd name="csY338" fmla="*/ 184403 h 282815"/>
                <a:gd name="csX339" fmla="*/ 37263 w 327244"/>
                <a:gd name="csY339" fmla="*/ 184403 h 282815"/>
                <a:gd name="csX340" fmla="*/ 40129 w 327244"/>
                <a:gd name="csY340" fmla="*/ 184881 h 282815"/>
                <a:gd name="csX341" fmla="*/ 40129 w 327244"/>
                <a:gd name="csY341" fmla="*/ 184881 h 282815"/>
                <a:gd name="csX342" fmla="*/ 41563 w 327244"/>
                <a:gd name="csY342" fmla="*/ 185359 h 282815"/>
                <a:gd name="csX343" fmla="*/ 42518 w 327244"/>
                <a:gd name="csY343" fmla="*/ 185359 h 282815"/>
                <a:gd name="csX344" fmla="*/ 46340 w 327244"/>
                <a:gd name="csY344" fmla="*/ 185837 h 282815"/>
                <a:gd name="csX345" fmla="*/ 50162 w 327244"/>
                <a:gd name="csY345" fmla="*/ 185359 h 282815"/>
                <a:gd name="csX346" fmla="*/ 53506 w 327244"/>
                <a:gd name="csY346" fmla="*/ 184403 h 282815"/>
                <a:gd name="csX347" fmla="*/ 56372 w 327244"/>
                <a:gd name="csY347" fmla="*/ 183926 h 282815"/>
                <a:gd name="csX348" fmla="*/ 56372 w 327244"/>
                <a:gd name="csY348" fmla="*/ 182970 h 282815"/>
                <a:gd name="csX349" fmla="*/ 56372 w 327244"/>
                <a:gd name="csY349" fmla="*/ 182015 h 282815"/>
                <a:gd name="csX350" fmla="*/ 56850 w 327244"/>
                <a:gd name="csY350" fmla="*/ 181059 h 282815"/>
                <a:gd name="csX351" fmla="*/ 57328 w 327244"/>
                <a:gd name="csY351" fmla="*/ 180104 h 282815"/>
                <a:gd name="csX352" fmla="*/ 58283 w 327244"/>
                <a:gd name="csY352" fmla="*/ 180104 h 282815"/>
                <a:gd name="csX353" fmla="*/ 58283 w 327244"/>
                <a:gd name="csY353" fmla="*/ 182970 h 282815"/>
                <a:gd name="csX354" fmla="*/ 58283 w 327244"/>
                <a:gd name="csY354" fmla="*/ 182970 h 282815"/>
                <a:gd name="csX355" fmla="*/ 59239 w 327244"/>
                <a:gd name="csY355" fmla="*/ 183448 h 282815"/>
                <a:gd name="csX356" fmla="*/ 61627 w 327244"/>
                <a:gd name="csY356" fmla="*/ 183448 h 282815"/>
                <a:gd name="csX357" fmla="*/ 65449 w 327244"/>
                <a:gd name="csY357" fmla="*/ 183448 h 282815"/>
                <a:gd name="csX358" fmla="*/ 69271 w 327244"/>
                <a:gd name="csY358" fmla="*/ 183448 h 282815"/>
                <a:gd name="csX359" fmla="*/ 73570 w 327244"/>
                <a:gd name="csY359" fmla="*/ 183448 h 282815"/>
                <a:gd name="csX360" fmla="*/ 77392 w 327244"/>
                <a:gd name="csY360" fmla="*/ 183448 h 282815"/>
                <a:gd name="csX361" fmla="*/ 81692 w 327244"/>
                <a:gd name="csY361" fmla="*/ 183448 h 282815"/>
                <a:gd name="csX362" fmla="*/ 85514 w 327244"/>
                <a:gd name="csY362" fmla="*/ 183448 h 282815"/>
                <a:gd name="csX363" fmla="*/ 89335 w 327244"/>
                <a:gd name="csY363" fmla="*/ 183448 h 282815"/>
                <a:gd name="csX364" fmla="*/ 93635 w 327244"/>
                <a:gd name="csY364" fmla="*/ 183448 h 282815"/>
                <a:gd name="csX365" fmla="*/ 97457 w 327244"/>
                <a:gd name="csY365" fmla="*/ 183448 h 282815"/>
                <a:gd name="csX366" fmla="*/ 101757 w 327244"/>
                <a:gd name="csY366" fmla="*/ 183448 h 282815"/>
                <a:gd name="csX367" fmla="*/ 105578 w 327244"/>
                <a:gd name="csY367" fmla="*/ 183448 h 282815"/>
                <a:gd name="csX368" fmla="*/ 109878 w 327244"/>
                <a:gd name="csY368" fmla="*/ 183448 h 282815"/>
                <a:gd name="csX369" fmla="*/ 113700 w 327244"/>
                <a:gd name="csY369" fmla="*/ 183448 h 282815"/>
                <a:gd name="csX370" fmla="*/ 117999 w 327244"/>
                <a:gd name="csY370" fmla="*/ 183448 h 282815"/>
                <a:gd name="csX371" fmla="*/ 121821 w 327244"/>
                <a:gd name="csY371" fmla="*/ 183448 h 282815"/>
                <a:gd name="csX372" fmla="*/ 126121 w 327244"/>
                <a:gd name="csY372" fmla="*/ 183448 h 282815"/>
                <a:gd name="csX373" fmla="*/ 129942 w 327244"/>
                <a:gd name="csY373" fmla="*/ 183448 h 282815"/>
                <a:gd name="csX374" fmla="*/ 134242 w 327244"/>
                <a:gd name="csY374" fmla="*/ 183448 h 282815"/>
                <a:gd name="csX375" fmla="*/ 134242 w 327244"/>
                <a:gd name="csY375" fmla="*/ 183448 h 282815"/>
                <a:gd name="csX376" fmla="*/ 135198 w 327244"/>
                <a:gd name="csY376" fmla="*/ 177715 h 282815"/>
                <a:gd name="csX377" fmla="*/ 136153 w 327244"/>
                <a:gd name="csY377" fmla="*/ 172938 h 282815"/>
                <a:gd name="csX378" fmla="*/ 137108 w 327244"/>
                <a:gd name="csY378" fmla="*/ 168638 h 282815"/>
                <a:gd name="csX379" fmla="*/ 134242 w 327244"/>
                <a:gd name="csY379" fmla="*/ 165772 h 282815"/>
                <a:gd name="csX380" fmla="*/ 131854 w 327244"/>
                <a:gd name="csY380" fmla="*/ 163384 h 282815"/>
                <a:gd name="csX381" fmla="*/ 131376 w 327244"/>
                <a:gd name="csY381" fmla="*/ 158606 h 282815"/>
                <a:gd name="csX382" fmla="*/ 130898 w 327244"/>
                <a:gd name="csY382" fmla="*/ 153829 h 282815"/>
                <a:gd name="csX383" fmla="*/ 130420 w 327244"/>
                <a:gd name="csY383" fmla="*/ 149052 h 282815"/>
                <a:gd name="csX384" fmla="*/ 129465 w 327244"/>
                <a:gd name="csY384" fmla="*/ 144274 h 282815"/>
                <a:gd name="csX385" fmla="*/ 128987 w 327244"/>
                <a:gd name="csY385" fmla="*/ 139975 h 282815"/>
                <a:gd name="csX386" fmla="*/ 128509 w 327244"/>
                <a:gd name="csY386" fmla="*/ 135197 h 282815"/>
                <a:gd name="csX387" fmla="*/ 128032 w 327244"/>
                <a:gd name="csY387" fmla="*/ 130420 h 282815"/>
                <a:gd name="csX388" fmla="*/ 127554 w 327244"/>
                <a:gd name="csY388" fmla="*/ 125643 h 282815"/>
                <a:gd name="csX389" fmla="*/ 126598 w 327244"/>
                <a:gd name="csY389" fmla="*/ 120865 h 282815"/>
                <a:gd name="csX390" fmla="*/ 126121 w 327244"/>
                <a:gd name="csY390" fmla="*/ 116088 h 282815"/>
                <a:gd name="csX391" fmla="*/ 125643 w 327244"/>
                <a:gd name="csY391" fmla="*/ 111311 h 282815"/>
                <a:gd name="csX392" fmla="*/ 125165 w 327244"/>
                <a:gd name="csY392" fmla="*/ 106534 h 282815"/>
                <a:gd name="csX393" fmla="*/ 124688 w 327244"/>
                <a:gd name="csY393" fmla="*/ 101756 h 282815"/>
                <a:gd name="csX394" fmla="*/ 124210 w 327244"/>
                <a:gd name="csY394" fmla="*/ 96979 h 282815"/>
                <a:gd name="csX395" fmla="*/ 123254 w 327244"/>
                <a:gd name="csY395" fmla="*/ 92202 h 282815"/>
                <a:gd name="csX396" fmla="*/ 122777 w 327244"/>
                <a:gd name="csY396" fmla="*/ 87424 h 282815"/>
                <a:gd name="csX397" fmla="*/ 122299 w 327244"/>
                <a:gd name="csY397" fmla="*/ 82647 h 282815"/>
                <a:gd name="csX398" fmla="*/ 121821 w 327244"/>
                <a:gd name="csY398" fmla="*/ 77870 h 282815"/>
                <a:gd name="csX399" fmla="*/ 121343 w 327244"/>
                <a:gd name="csY399" fmla="*/ 73093 h 282815"/>
                <a:gd name="csX400" fmla="*/ 120388 w 327244"/>
                <a:gd name="csY400" fmla="*/ 68315 h 282815"/>
                <a:gd name="csX401" fmla="*/ 119910 w 327244"/>
                <a:gd name="csY401" fmla="*/ 63060 h 282815"/>
                <a:gd name="csX402" fmla="*/ 119432 w 327244"/>
                <a:gd name="csY402" fmla="*/ 58283 h 282815"/>
                <a:gd name="csX403" fmla="*/ 118955 w 327244"/>
                <a:gd name="csY403" fmla="*/ 53506 h 282815"/>
                <a:gd name="csX404" fmla="*/ 118477 w 327244"/>
                <a:gd name="csY404" fmla="*/ 48728 h 282815"/>
                <a:gd name="csX405" fmla="*/ 117999 w 327244"/>
                <a:gd name="csY405" fmla="*/ 43951 h 282815"/>
                <a:gd name="csX406" fmla="*/ 117044 w 327244"/>
                <a:gd name="csY406" fmla="*/ 39174 h 282815"/>
                <a:gd name="csX407" fmla="*/ 116566 w 327244"/>
                <a:gd name="csY407" fmla="*/ 33919 h 282815"/>
                <a:gd name="csX408" fmla="*/ 116088 w 327244"/>
                <a:gd name="csY408" fmla="*/ 29141 h 282815"/>
                <a:gd name="csX409" fmla="*/ 115611 w 327244"/>
                <a:gd name="csY409" fmla="*/ 24364 h 282815"/>
                <a:gd name="csX410" fmla="*/ 115133 w 327244"/>
                <a:gd name="csY410" fmla="*/ 19109 h 282815"/>
                <a:gd name="csX411" fmla="*/ 114177 w 327244"/>
                <a:gd name="csY411" fmla="*/ 14332 h 282815"/>
                <a:gd name="csX412" fmla="*/ 113700 w 327244"/>
                <a:gd name="csY412" fmla="*/ 9555 h 282815"/>
                <a:gd name="csX413" fmla="*/ 113222 w 327244"/>
                <a:gd name="csY413" fmla="*/ 4299 h 282815"/>
                <a:gd name="csX414" fmla="*/ 112744 w 327244"/>
                <a:gd name="csY414" fmla="*/ 0 h 282815"/>
                <a:gd name="csX415" fmla="*/ 118955 w 327244"/>
                <a:gd name="csY415" fmla="*/ 0 h 282815"/>
                <a:gd name="csX416" fmla="*/ 125165 w 327244"/>
                <a:gd name="csY416" fmla="*/ 0 h 282815"/>
                <a:gd name="csX417" fmla="*/ 131854 w 327244"/>
                <a:gd name="csY417" fmla="*/ 0 h 282815"/>
                <a:gd name="csX418" fmla="*/ 140930 w 327244"/>
                <a:gd name="csY418" fmla="*/ 0 h 282815"/>
                <a:gd name="csX419" fmla="*/ 147619 w 327244"/>
                <a:gd name="csY419" fmla="*/ 0 h 282815"/>
                <a:gd name="csX420" fmla="*/ 153829 w 327244"/>
                <a:gd name="csY420" fmla="*/ 3822 h 282815"/>
                <a:gd name="csX421" fmla="*/ 159562 w 327244"/>
                <a:gd name="csY421" fmla="*/ 7166 h 282815"/>
                <a:gd name="csX422" fmla="*/ 165772 w 327244"/>
                <a:gd name="csY422" fmla="*/ 11465 h 282815"/>
                <a:gd name="csX423" fmla="*/ 172461 w 327244"/>
                <a:gd name="csY423" fmla="*/ 15765 h 282815"/>
                <a:gd name="csX424" fmla="*/ 178671 w 327244"/>
                <a:gd name="csY424" fmla="*/ 20065 h 282815"/>
                <a:gd name="csX425" fmla="*/ 185359 w 327244"/>
                <a:gd name="csY425" fmla="*/ 24364 h 282815"/>
                <a:gd name="csX426" fmla="*/ 192047 w 327244"/>
                <a:gd name="csY426" fmla="*/ 28664 h 282815"/>
                <a:gd name="csX427" fmla="*/ 198258 w 327244"/>
                <a:gd name="csY427" fmla="*/ 32963 h 282815"/>
                <a:gd name="csX428" fmla="*/ 204946 w 327244"/>
                <a:gd name="csY428" fmla="*/ 36785 h 282815"/>
                <a:gd name="csX429" fmla="*/ 211156 w 327244"/>
                <a:gd name="csY429" fmla="*/ 41085 h 282815"/>
                <a:gd name="csX430" fmla="*/ 217845 w 327244"/>
                <a:gd name="csY430" fmla="*/ 45384 h 282815"/>
                <a:gd name="csX431" fmla="*/ 224533 w 327244"/>
                <a:gd name="csY431" fmla="*/ 49684 h 282815"/>
                <a:gd name="csX432" fmla="*/ 230744 w 327244"/>
                <a:gd name="csY432" fmla="*/ 53983 h 282815"/>
                <a:gd name="csX433" fmla="*/ 237432 w 327244"/>
                <a:gd name="csY433" fmla="*/ 57805 h 282815"/>
                <a:gd name="csX434" fmla="*/ 243642 w 327244"/>
                <a:gd name="csY434" fmla="*/ 62105 h 282815"/>
                <a:gd name="csX435" fmla="*/ 250330 w 327244"/>
                <a:gd name="csY435" fmla="*/ 66404 h 282815"/>
                <a:gd name="csX436" fmla="*/ 257019 w 327244"/>
                <a:gd name="csY436" fmla="*/ 70704 h 282815"/>
                <a:gd name="csX437" fmla="*/ 263229 w 327244"/>
                <a:gd name="csY437" fmla="*/ 74526 h 282815"/>
                <a:gd name="csX438" fmla="*/ 266095 w 327244"/>
                <a:gd name="csY438" fmla="*/ 76437 h 282815"/>
                <a:gd name="csX439" fmla="*/ 266573 w 327244"/>
                <a:gd name="csY439" fmla="*/ 77392 h 282815"/>
                <a:gd name="csX440" fmla="*/ 266573 w 327244"/>
                <a:gd name="csY440" fmla="*/ 78825 h 282815"/>
                <a:gd name="csX441" fmla="*/ 266573 w 327244"/>
                <a:gd name="csY441" fmla="*/ 80736 h 282815"/>
                <a:gd name="csX442" fmla="*/ 266573 w 327244"/>
                <a:gd name="csY442" fmla="*/ 82170 h 282815"/>
                <a:gd name="csX443" fmla="*/ 267528 w 327244"/>
                <a:gd name="csY443" fmla="*/ 83125 h 282815"/>
                <a:gd name="csX444" fmla="*/ 268962 w 327244"/>
                <a:gd name="csY444" fmla="*/ 84080 h 282815"/>
                <a:gd name="csX445" fmla="*/ 275650 w 327244"/>
                <a:gd name="csY445" fmla="*/ 86947 h 282815"/>
                <a:gd name="csX446" fmla="*/ 276128 w 327244"/>
                <a:gd name="csY446" fmla="*/ 87902 h 282815"/>
                <a:gd name="csX447" fmla="*/ 276128 w 327244"/>
                <a:gd name="csY447" fmla="*/ 88858 h 282815"/>
                <a:gd name="csX448" fmla="*/ 277083 w 327244"/>
                <a:gd name="csY448" fmla="*/ 90769 h 282815"/>
                <a:gd name="csX449" fmla="*/ 278039 w 327244"/>
                <a:gd name="csY449" fmla="*/ 91246 h 282815"/>
                <a:gd name="csX450" fmla="*/ 279950 w 327244"/>
                <a:gd name="csY450" fmla="*/ 92202 h 282815"/>
                <a:gd name="csX451" fmla="*/ 281860 w 327244"/>
                <a:gd name="csY451" fmla="*/ 92679 h 282815"/>
                <a:gd name="csX452" fmla="*/ 287593 w 327244"/>
                <a:gd name="csY452" fmla="*/ 93157 h 282815"/>
                <a:gd name="csX453" fmla="*/ 288549 w 327244"/>
                <a:gd name="csY453" fmla="*/ 93635 h 282815"/>
                <a:gd name="csX454" fmla="*/ 291415 w 327244"/>
                <a:gd name="csY454" fmla="*/ 96501 h 282815"/>
                <a:gd name="csX455" fmla="*/ 292370 w 327244"/>
                <a:gd name="csY455" fmla="*/ 96979 h 282815"/>
                <a:gd name="csX456" fmla="*/ 296192 w 327244"/>
                <a:gd name="csY456" fmla="*/ 97935 h 282815"/>
                <a:gd name="csX457" fmla="*/ 299059 w 327244"/>
                <a:gd name="csY457" fmla="*/ 98412 h 282815"/>
                <a:gd name="csX458" fmla="*/ 300492 w 327244"/>
                <a:gd name="csY458" fmla="*/ 98412 h 282815"/>
                <a:gd name="csX459" fmla="*/ 302881 w 327244"/>
                <a:gd name="csY459" fmla="*/ 99368 h 282815"/>
                <a:gd name="csX460" fmla="*/ 305747 w 327244"/>
                <a:gd name="csY460" fmla="*/ 100801 h 282815"/>
                <a:gd name="csX461" fmla="*/ 307180 w 327244"/>
                <a:gd name="csY461" fmla="*/ 101756 h 282815"/>
                <a:gd name="csX462" fmla="*/ 307180 w 327244"/>
                <a:gd name="csY462" fmla="*/ 102234 h 282815"/>
                <a:gd name="csX463" fmla="*/ 307180 w 327244"/>
                <a:gd name="csY463" fmla="*/ 103189 h 282815"/>
                <a:gd name="csX464" fmla="*/ 307180 w 327244"/>
                <a:gd name="csY464" fmla="*/ 106056 h 282815"/>
                <a:gd name="csX465" fmla="*/ 307658 w 327244"/>
                <a:gd name="csY465" fmla="*/ 107967 h 282815"/>
                <a:gd name="csX466" fmla="*/ 308135 w 327244"/>
                <a:gd name="csY466" fmla="*/ 108922 h 282815"/>
                <a:gd name="csX467" fmla="*/ 308135 w 327244"/>
                <a:gd name="csY467" fmla="*/ 109878 h 282815"/>
                <a:gd name="csX468" fmla="*/ 307180 w 327244"/>
                <a:gd name="csY468" fmla="*/ 110355 h 282815"/>
                <a:gd name="csX469" fmla="*/ 306702 w 327244"/>
                <a:gd name="csY469" fmla="*/ 110833 h 282815"/>
                <a:gd name="csX470" fmla="*/ 306702 w 327244"/>
                <a:gd name="csY470" fmla="*/ 111789 h 282815"/>
                <a:gd name="csX471" fmla="*/ 305747 w 327244"/>
                <a:gd name="csY471" fmla="*/ 112744 h 282815"/>
                <a:gd name="csX472" fmla="*/ 305269 w 327244"/>
                <a:gd name="csY472" fmla="*/ 114177 h 282815"/>
                <a:gd name="csX473" fmla="*/ 305269 w 327244"/>
                <a:gd name="csY473" fmla="*/ 115133 h 282815"/>
                <a:gd name="csX474" fmla="*/ 306225 w 327244"/>
                <a:gd name="csY474" fmla="*/ 115611 h 282815"/>
                <a:gd name="csX475" fmla="*/ 308135 w 327244"/>
                <a:gd name="csY475" fmla="*/ 116566 h 282815"/>
                <a:gd name="csX476" fmla="*/ 309569 w 327244"/>
                <a:gd name="csY476" fmla="*/ 117044 h 282815"/>
                <a:gd name="csX477" fmla="*/ 310047 w 327244"/>
                <a:gd name="csY477" fmla="*/ 117044 h 282815"/>
                <a:gd name="csX478" fmla="*/ 311002 w 327244"/>
                <a:gd name="csY478" fmla="*/ 117044 h 282815"/>
                <a:gd name="csX479" fmla="*/ 311480 w 327244"/>
                <a:gd name="csY479" fmla="*/ 117044 h 282815"/>
                <a:gd name="csX480" fmla="*/ 316735 w 327244"/>
                <a:gd name="csY480" fmla="*/ 116088 h 282815"/>
                <a:gd name="csX481" fmla="*/ 321034 w 327244"/>
                <a:gd name="csY481" fmla="*/ 115611 h 282815"/>
                <a:gd name="csX482" fmla="*/ 327245 w 327244"/>
                <a:gd name="csY482" fmla="*/ 114177 h 282815"/>
                <a:gd name="csX483" fmla="*/ 327245 w 327244"/>
                <a:gd name="csY483" fmla="*/ 117521 h 282815"/>
                <a:gd name="csX484" fmla="*/ 327245 w 327244"/>
                <a:gd name="csY484" fmla="*/ 122777 h 282815"/>
                <a:gd name="csX485" fmla="*/ 327245 w 327244"/>
                <a:gd name="csY485" fmla="*/ 128031 h 282815"/>
                <a:gd name="csX486" fmla="*/ 327245 w 327244"/>
                <a:gd name="csY486" fmla="*/ 133286 h 282815"/>
                <a:gd name="csX487" fmla="*/ 327245 w 327244"/>
                <a:gd name="csY487" fmla="*/ 139497 h 282815"/>
                <a:gd name="csX488" fmla="*/ 327245 w 327244"/>
                <a:gd name="csY488" fmla="*/ 143796 h 282815"/>
                <a:gd name="csX489" fmla="*/ 327245 w 327244"/>
                <a:gd name="csY489" fmla="*/ 149529 h 282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</a:cxnLst>
              <a:rect l="l" t="t" r="r" b="b"/>
              <a:pathLst>
                <a:path w="327244" h="282815">
                  <a:moveTo>
                    <a:pt x="327245" y="149529"/>
                  </a:moveTo>
                  <a:lnTo>
                    <a:pt x="327245" y="155262"/>
                  </a:lnTo>
                  <a:lnTo>
                    <a:pt x="326767" y="155740"/>
                  </a:lnTo>
                  <a:lnTo>
                    <a:pt x="326767" y="158606"/>
                  </a:lnTo>
                  <a:lnTo>
                    <a:pt x="326289" y="162906"/>
                  </a:lnTo>
                  <a:lnTo>
                    <a:pt x="325334" y="167205"/>
                  </a:lnTo>
                  <a:lnTo>
                    <a:pt x="322945" y="170072"/>
                  </a:lnTo>
                  <a:lnTo>
                    <a:pt x="322467" y="173416"/>
                  </a:lnTo>
                  <a:lnTo>
                    <a:pt x="321990" y="174849"/>
                  </a:lnTo>
                  <a:lnTo>
                    <a:pt x="321034" y="175804"/>
                  </a:lnTo>
                  <a:lnTo>
                    <a:pt x="320557" y="176760"/>
                  </a:lnTo>
                  <a:lnTo>
                    <a:pt x="320557" y="178671"/>
                  </a:lnTo>
                  <a:lnTo>
                    <a:pt x="319601" y="179626"/>
                  </a:lnTo>
                  <a:lnTo>
                    <a:pt x="319124" y="180104"/>
                  </a:lnTo>
                  <a:lnTo>
                    <a:pt x="317212" y="180582"/>
                  </a:lnTo>
                  <a:lnTo>
                    <a:pt x="313391" y="183448"/>
                  </a:lnTo>
                  <a:lnTo>
                    <a:pt x="312913" y="185837"/>
                  </a:lnTo>
                  <a:lnTo>
                    <a:pt x="308613" y="185359"/>
                  </a:lnTo>
                  <a:lnTo>
                    <a:pt x="304314" y="184403"/>
                  </a:lnTo>
                  <a:lnTo>
                    <a:pt x="303358" y="184881"/>
                  </a:lnTo>
                  <a:lnTo>
                    <a:pt x="303358" y="184881"/>
                  </a:lnTo>
                  <a:lnTo>
                    <a:pt x="302881" y="186314"/>
                  </a:lnTo>
                  <a:lnTo>
                    <a:pt x="296670" y="186314"/>
                  </a:lnTo>
                  <a:lnTo>
                    <a:pt x="291415" y="186792"/>
                  </a:lnTo>
                  <a:lnTo>
                    <a:pt x="284727" y="186792"/>
                  </a:lnTo>
                  <a:lnTo>
                    <a:pt x="280427" y="186792"/>
                  </a:lnTo>
                  <a:lnTo>
                    <a:pt x="274694" y="187270"/>
                  </a:lnTo>
                  <a:lnTo>
                    <a:pt x="269440" y="187748"/>
                  </a:lnTo>
                  <a:lnTo>
                    <a:pt x="265618" y="190136"/>
                  </a:lnTo>
                  <a:lnTo>
                    <a:pt x="262751" y="193003"/>
                  </a:lnTo>
                  <a:lnTo>
                    <a:pt x="262274" y="193003"/>
                  </a:lnTo>
                  <a:lnTo>
                    <a:pt x="257496" y="193480"/>
                  </a:lnTo>
                  <a:lnTo>
                    <a:pt x="252241" y="193003"/>
                  </a:lnTo>
                  <a:lnTo>
                    <a:pt x="249375" y="193003"/>
                  </a:lnTo>
                  <a:lnTo>
                    <a:pt x="247942" y="193480"/>
                  </a:lnTo>
                  <a:lnTo>
                    <a:pt x="247942" y="194436"/>
                  </a:lnTo>
                  <a:lnTo>
                    <a:pt x="243642" y="193003"/>
                  </a:lnTo>
                  <a:lnTo>
                    <a:pt x="238865" y="191569"/>
                  </a:lnTo>
                  <a:lnTo>
                    <a:pt x="235521" y="192525"/>
                  </a:lnTo>
                  <a:lnTo>
                    <a:pt x="235043" y="192047"/>
                  </a:lnTo>
                  <a:lnTo>
                    <a:pt x="234565" y="191569"/>
                  </a:lnTo>
                  <a:lnTo>
                    <a:pt x="232654" y="191092"/>
                  </a:lnTo>
                  <a:lnTo>
                    <a:pt x="230266" y="191092"/>
                  </a:lnTo>
                  <a:lnTo>
                    <a:pt x="228355" y="191569"/>
                  </a:lnTo>
                  <a:lnTo>
                    <a:pt x="225488" y="193958"/>
                  </a:lnTo>
                  <a:lnTo>
                    <a:pt x="223100" y="195391"/>
                  </a:lnTo>
                  <a:lnTo>
                    <a:pt x="222622" y="195869"/>
                  </a:lnTo>
                  <a:lnTo>
                    <a:pt x="219756" y="197302"/>
                  </a:lnTo>
                  <a:lnTo>
                    <a:pt x="214023" y="199691"/>
                  </a:lnTo>
                  <a:lnTo>
                    <a:pt x="210679" y="201602"/>
                  </a:lnTo>
                  <a:lnTo>
                    <a:pt x="209723" y="202080"/>
                  </a:lnTo>
                  <a:lnTo>
                    <a:pt x="208290" y="202080"/>
                  </a:lnTo>
                  <a:lnTo>
                    <a:pt x="206379" y="202557"/>
                  </a:lnTo>
                  <a:lnTo>
                    <a:pt x="204468" y="203035"/>
                  </a:lnTo>
                  <a:lnTo>
                    <a:pt x="202557" y="207812"/>
                  </a:lnTo>
                  <a:lnTo>
                    <a:pt x="201602" y="208290"/>
                  </a:lnTo>
                  <a:lnTo>
                    <a:pt x="194914" y="206379"/>
                  </a:lnTo>
                  <a:lnTo>
                    <a:pt x="193480" y="206379"/>
                  </a:lnTo>
                  <a:lnTo>
                    <a:pt x="192047" y="206857"/>
                  </a:lnTo>
                  <a:lnTo>
                    <a:pt x="188226" y="209723"/>
                  </a:lnTo>
                  <a:lnTo>
                    <a:pt x="186314" y="212112"/>
                  </a:lnTo>
                  <a:lnTo>
                    <a:pt x="185359" y="215456"/>
                  </a:lnTo>
                  <a:lnTo>
                    <a:pt x="185837" y="216411"/>
                  </a:lnTo>
                  <a:lnTo>
                    <a:pt x="185837" y="217367"/>
                  </a:lnTo>
                  <a:lnTo>
                    <a:pt x="184881" y="217845"/>
                  </a:lnTo>
                  <a:lnTo>
                    <a:pt x="183926" y="217845"/>
                  </a:lnTo>
                  <a:lnTo>
                    <a:pt x="183448" y="217845"/>
                  </a:lnTo>
                  <a:lnTo>
                    <a:pt x="180104" y="217367"/>
                  </a:lnTo>
                  <a:lnTo>
                    <a:pt x="179149" y="217845"/>
                  </a:lnTo>
                  <a:lnTo>
                    <a:pt x="178671" y="219278"/>
                  </a:lnTo>
                  <a:lnTo>
                    <a:pt x="178671" y="222622"/>
                  </a:lnTo>
                  <a:lnTo>
                    <a:pt x="178193" y="224533"/>
                  </a:lnTo>
                  <a:lnTo>
                    <a:pt x="176282" y="225488"/>
                  </a:lnTo>
                  <a:lnTo>
                    <a:pt x="174849" y="226444"/>
                  </a:lnTo>
                  <a:lnTo>
                    <a:pt x="173416" y="226444"/>
                  </a:lnTo>
                  <a:lnTo>
                    <a:pt x="172461" y="226444"/>
                  </a:lnTo>
                  <a:lnTo>
                    <a:pt x="167205" y="223100"/>
                  </a:lnTo>
                  <a:lnTo>
                    <a:pt x="165295" y="222622"/>
                  </a:lnTo>
                  <a:lnTo>
                    <a:pt x="162906" y="222622"/>
                  </a:lnTo>
                  <a:lnTo>
                    <a:pt x="160995" y="224055"/>
                  </a:lnTo>
                  <a:lnTo>
                    <a:pt x="160039" y="225010"/>
                  </a:lnTo>
                  <a:lnTo>
                    <a:pt x="159084" y="226444"/>
                  </a:lnTo>
                  <a:lnTo>
                    <a:pt x="157651" y="227877"/>
                  </a:lnTo>
                  <a:lnTo>
                    <a:pt x="158129" y="228832"/>
                  </a:lnTo>
                  <a:lnTo>
                    <a:pt x="159084" y="230266"/>
                  </a:lnTo>
                  <a:lnTo>
                    <a:pt x="159562" y="232176"/>
                  </a:lnTo>
                  <a:lnTo>
                    <a:pt x="159562" y="233610"/>
                  </a:lnTo>
                  <a:lnTo>
                    <a:pt x="154784" y="235998"/>
                  </a:lnTo>
                  <a:lnTo>
                    <a:pt x="155262" y="236954"/>
                  </a:lnTo>
                  <a:lnTo>
                    <a:pt x="155740" y="237432"/>
                  </a:lnTo>
                  <a:lnTo>
                    <a:pt x="155740" y="239342"/>
                  </a:lnTo>
                  <a:lnTo>
                    <a:pt x="155740" y="242209"/>
                  </a:lnTo>
                  <a:lnTo>
                    <a:pt x="154784" y="243164"/>
                  </a:lnTo>
                  <a:lnTo>
                    <a:pt x="153351" y="244120"/>
                  </a:lnTo>
                  <a:lnTo>
                    <a:pt x="152396" y="245553"/>
                  </a:lnTo>
                  <a:lnTo>
                    <a:pt x="151918" y="246031"/>
                  </a:lnTo>
                  <a:lnTo>
                    <a:pt x="150485" y="246986"/>
                  </a:lnTo>
                  <a:lnTo>
                    <a:pt x="148574" y="247941"/>
                  </a:lnTo>
                  <a:lnTo>
                    <a:pt x="144752" y="248419"/>
                  </a:lnTo>
                  <a:lnTo>
                    <a:pt x="142364" y="248897"/>
                  </a:lnTo>
                  <a:lnTo>
                    <a:pt x="141408" y="249375"/>
                  </a:lnTo>
                  <a:lnTo>
                    <a:pt x="139975" y="250330"/>
                  </a:lnTo>
                  <a:lnTo>
                    <a:pt x="138542" y="251763"/>
                  </a:lnTo>
                  <a:lnTo>
                    <a:pt x="138542" y="252719"/>
                  </a:lnTo>
                  <a:lnTo>
                    <a:pt x="138542" y="254152"/>
                  </a:lnTo>
                  <a:lnTo>
                    <a:pt x="139019" y="255585"/>
                  </a:lnTo>
                  <a:lnTo>
                    <a:pt x="139497" y="256063"/>
                  </a:lnTo>
                  <a:lnTo>
                    <a:pt x="139975" y="257018"/>
                  </a:lnTo>
                  <a:lnTo>
                    <a:pt x="139497" y="259885"/>
                  </a:lnTo>
                  <a:lnTo>
                    <a:pt x="138542" y="263229"/>
                  </a:lnTo>
                  <a:lnTo>
                    <a:pt x="137586" y="264662"/>
                  </a:lnTo>
                  <a:lnTo>
                    <a:pt x="135675" y="265140"/>
                  </a:lnTo>
                  <a:lnTo>
                    <a:pt x="134720" y="266095"/>
                  </a:lnTo>
                  <a:lnTo>
                    <a:pt x="135198" y="268006"/>
                  </a:lnTo>
                  <a:lnTo>
                    <a:pt x="135198" y="270873"/>
                  </a:lnTo>
                  <a:lnTo>
                    <a:pt x="134720" y="273261"/>
                  </a:lnTo>
                  <a:lnTo>
                    <a:pt x="134720" y="274694"/>
                  </a:lnTo>
                  <a:lnTo>
                    <a:pt x="134242" y="276128"/>
                  </a:lnTo>
                  <a:lnTo>
                    <a:pt x="133764" y="277561"/>
                  </a:lnTo>
                  <a:lnTo>
                    <a:pt x="133287" y="277083"/>
                  </a:lnTo>
                  <a:lnTo>
                    <a:pt x="133287" y="277083"/>
                  </a:lnTo>
                  <a:lnTo>
                    <a:pt x="130420" y="277083"/>
                  </a:lnTo>
                  <a:lnTo>
                    <a:pt x="127554" y="278039"/>
                  </a:lnTo>
                  <a:lnTo>
                    <a:pt x="126598" y="278516"/>
                  </a:lnTo>
                  <a:lnTo>
                    <a:pt x="126598" y="278516"/>
                  </a:lnTo>
                  <a:lnTo>
                    <a:pt x="126121" y="279472"/>
                  </a:lnTo>
                  <a:lnTo>
                    <a:pt x="125643" y="279949"/>
                  </a:lnTo>
                  <a:lnTo>
                    <a:pt x="124688" y="280905"/>
                  </a:lnTo>
                  <a:lnTo>
                    <a:pt x="123732" y="281860"/>
                  </a:lnTo>
                  <a:lnTo>
                    <a:pt x="122299" y="281382"/>
                  </a:lnTo>
                  <a:lnTo>
                    <a:pt x="120388" y="280905"/>
                  </a:lnTo>
                  <a:lnTo>
                    <a:pt x="119910" y="280427"/>
                  </a:lnTo>
                  <a:lnTo>
                    <a:pt x="119910" y="279949"/>
                  </a:lnTo>
                  <a:lnTo>
                    <a:pt x="120388" y="279472"/>
                  </a:lnTo>
                  <a:lnTo>
                    <a:pt x="120866" y="278516"/>
                  </a:lnTo>
                  <a:lnTo>
                    <a:pt x="120866" y="278039"/>
                  </a:lnTo>
                  <a:lnTo>
                    <a:pt x="120388" y="276605"/>
                  </a:lnTo>
                  <a:lnTo>
                    <a:pt x="119910" y="275172"/>
                  </a:lnTo>
                  <a:lnTo>
                    <a:pt x="119910" y="274217"/>
                  </a:lnTo>
                  <a:lnTo>
                    <a:pt x="119432" y="272306"/>
                  </a:lnTo>
                  <a:lnTo>
                    <a:pt x="119432" y="271828"/>
                  </a:lnTo>
                  <a:lnTo>
                    <a:pt x="119432" y="271828"/>
                  </a:lnTo>
                  <a:lnTo>
                    <a:pt x="117044" y="272306"/>
                  </a:lnTo>
                  <a:lnTo>
                    <a:pt x="116566" y="272783"/>
                  </a:lnTo>
                  <a:lnTo>
                    <a:pt x="116088" y="272783"/>
                  </a:lnTo>
                  <a:lnTo>
                    <a:pt x="116088" y="273261"/>
                  </a:lnTo>
                  <a:lnTo>
                    <a:pt x="116566" y="274694"/>
                  </a:lnTo>
                  <a:lnTo>
                    <a:pt x="116088" y="275172"/>
                  </a:lnTo>
                  <a:lnTo>
                    <a:pt x="115133" y="275172"/>
                  </a:lnTo>
                  <a:lnTo>
                    <a:pt x="113222" y="274217"/>
                  </a:lnTo>
                  <a:lnTo>
                    <a:pt x="111789" y="273261"/>
                  </a:lnTo>
                  <a:lnTo>
                    <a:pt x="111311" y="273739"/>
                  </a:lnTo>
                  <a:lnTo>
                    <a:pt x="110833" y="273739"/>
                  </a:lnTo>
                  <a:lnTo>
                    <a:pt x="110833" y="274694"/>
                  </a:lnTo>
                  <a:lnTo>
                    <a:pt x="110833" y="275650"/>
                  </a:lnTo>
                  <a:lnTo>
                    <a:pt x="111311" y="278039"/>
                  </a:lnTo>
                  <a:lnTo>
                    <a:pt x="110833" y="278994"/>
                  </a:lnTo>
                  <a:lnTo>
                    <a:pt x="109400" y="278516"/>
                  </a:lnTo>
                  <a:lnTo>
                    <a:pt x="107967" y="278516"/>
                  </a:lnTo>
                  <a:lnTo>
                    <a:pt x="106534" y="278994"/>
                  </a:lnTo>
                  <a:lnTo>
                    <a:pt x="105578" y="278994"/>
                  </a:lnTo>
                  <a:lnTo>
                    <a:pt x="105100" y="279949"/>
                  </a:lnTo>
                  <a:lnTo>
                    <a:pt x="104623" y="280427"/>
                  </a:lnTo>
                  <a:lnTo>
                    <a:pt x="105578" y="281382"/>
                  </a:lnTo>
                  <a:lnTo>
                    <a:pt x="105100" y="281860"/>
                  </a:lnTo>
                  <a:lnTo>
                    <a:pt x="105100" y="282338"/>
                  </a:lnTo>
                  <a:lnTo>
                    <a:pt x="104145" y="282816"/>
                  </a:lnTo>
                  <a:lnTo>
                    <a:pt x="104145" y="282816"/>
                  </a:lnTo>
                  <a:lnTo>
                    <a:pt x="102712" y="281382"/>
                  </a:lnTo>
                  <a:lnTo>
                    <a:pt x="101279" y="280905"/>
                  </a:lnTo>
                  <a:lnTo>
                    <a:pt x="97457" y="280427"/>
                  </a:lnTo>
                  <a:lnTo>
                    <a:pt x="96979" y="278994"/>
                  </a:lnTo>
                  <a:lnTo>
                    <a:pt x="96979" y="278994"/>
                  </a:lnTo>
                  <a:lnTo>
                    <a:pt x="96501" y="278994"/>
                  </a:lnTo>
                  <a:lnTo>
                    <a:pt x="96024" y="278516"/>
                  </a:lnTo>
                  <a:lnTo>
                    <a:pt x="95546" y="278039"/>
                  </a:lnTo>
                  <a:lnTo>
                    <a:pt x="94591" y="277083"/>
                  </a:lnTo>
                  <a:lnTo>
                    <a:pt x="94113" y="277083"/>
                  </a:lnTo>
                  <a:lnTo>
                    <a:pt x="94113" y="277083"/>
                  </a:lnTo>
                  <a:lnTo>
                    <a:pt x="93635" y="277561"/>
                  </a:lnTo>
                  <a:lnTo>
                    <a:pt x="91724" y="277561"/>
                  </a:lnTo>
                  <a:lnTo>
                    <a:pt x="91724" y="277561"/>
                  </a:lnTo>
                  <a:lnTo>
                    <a:pt x="89813" y="278994"/>
                  </a:lnTo>
                  <a:lnTo>
                    <a:pt x="89813" y="278994"/>
                  </a:lnTo>
                  <a:lnTo>
                    <a:pt x="88380" y="280905"/>
                  </a:lnTo>
                  <a:lnTo>
                    <a:pt x="86947" y="281860"/>
                  </a:lnTo>
                  <a:lnTo>
                    <a:pt x="85514" y="282338"/>
                  </a:lnTo>
                  <a:lnTo>
                    <a:pt x="85036" y="282338"/>
                  </a:lnTo>
                  <a:lnTo>
                    <a:pt x="85514" y="280905"/>
                  </a:lnTo>
                  <a:lnTo>
                    <a:pt x="85036" y="279949"/>
                  </a:lnTo>
                  <a:lnTo>
                    <a:pt x="84558" y="279472"/>
                  </a:lnTo>
                  <a:lnTo>
                    <a:pt x="80259" y="277083"/>
                  </a:lnTo>
                  <a:lnTo>
                    <a:pt x="79781" y="276128"/>
                  </a:lnTo>
                  <a:lnTo>
                    <a:pt x="78825" y="273739"/>
                  </a:lnTo>
                  <a:lnTo>
                    <a:pt x="78348" y="271350"/>
                  </a:lnTo>
                  <a:lnTo>
                    <a:pt x="78348" y="269917"/>
                  </a:lnTo>
                  <a:lnTo>
                    <a:pt x="78825" y="268962"/>
                  </a:lnTo>
                  <a:lnTo>
                    <a:pt x="78825" y="268006"/>
                  </a:lnTo>
                  <a:lnTo>
                    <a:pt x="78348" y="267051"/>
                  </a:lnTo>
                  <a:lnTo>
                    <a:pt x="76915" y="266095"/>
                  </a:lnTo>
                  <a:lnTo>
                    <a:pt x="75481" y="266095"/>
                  </a:lnTo>
                  <a:lnTo>
                    <a:pt x="73570" y="267051"/>
                  </a:lnTo>
                  <a:lnTo>
                    <a:pt x="72615" y="267051"/>
                  </a:lnTo>
                  <a:lnTo>
                    <a:pt x="72137" y="267051"/>
                  </a:lnTo>
                  <a:lnTo>
                    <a:pt x="71659" y="266573"/>
                  </a:lnTo>
                  <a:lnTo>
                    <a:pt x="71659" y="266095"/>
                  </a:lnTo>
                  <a:lnTo>
                    <a:pt x="73570" y="263707"/>
                  </a:lnTo>
                  <a:lnTo>
                    <a:pt x="74526" y="262751"/>
                  </a:lnTo>
                  <a:lnTo>
                    <a:pt x="75481" y="261796"/>
                  </a:lnTo>
                  <a:lnTo>
                    <a:pt x="76437" y="261318"/>
                  </a:lnTo>
                  <a:lnTo>
                    <a:pt x="76915" y="260840"/>
                  </a:lnTo>
                  <a:lnTo>
                    <a:pt x="76915" y="259885"/>
                  </a:lnTo>
                  <a:lnTo>
                    <a:pt x="76915" y="259885"/>
                  </a:lnTo>
                  <a:lnTo>
                    <a:pt x="75481" y="259407"/>
                  </a:lnTo>
                  <a:lnTo>
                    <a:pt x="73570" y="257974"/>
                  </a:lnTo>
                  <a:lnTo>
                    <a:pt x="72615" y="257974"/>
                  </a:lnTo>
                  <a:lnTo>
                    <a:pt x="71659" y="257496"/>
                  </a:lnTo>
                  <a:lnTo>
                    <a:pt x="70704" y="255585"/>
                  </a:lnTo>
                  <a:lnTo>
                    <a:pt x="70226" y="255107"/>
                  </a:lnTo>
                  <a:lnTo>
                    <a:pt x="69271" y="255107"/>
                  </a:lnTo>
                  <a:lnTo>
                    <a:pt x="68316" y="254630"/>
                  </a:lnTo>
                  <a:lnTo>
                    <a:pt x="68793" y="252241"/>
                  </a:lnTo>
                  <a:lnTo>
                    <a:pt x="68793" y="249852"/>
                  </a:lnTo>
                  <a:lnTo>
                    <a:pt x="66882" y="246508"/>
                  </a:lnTo>
                  <a:lnTo>
                    <a:pt x="65927" y="244120"/>
                  </a:lnTo>
                  <a:lnTo>
                    <a:pt x="64971" y="242209"/>
                  </a:lnTo>
                  <a:lnTo>
                    <a:pt x="64016" y="240775"/>
                  </a:lnTo>
                  <a:lnTo>
                    <a:pt x="62583" y="240298"/>
                  </a:lnTo>
                  <a:lnTo>
                    <a:pt x="60672" y="239342"/>
                  </a:lnTo>
                  <a:lnTo>
                    <a:pt x="59239" y="239342"/>
                  </a:lnTo>
                  <a:lnTo>
                    <a:pt x="57805" y="239820"/>
                  </a:lnTo>
                  <a:lnTo>
                    <a:pt x="57328" y="239820"/>
                  </a:lnTo>
                  <a:lnTo>
                    <a:pt x="57328" y="240298"/>
                  </a:lnTo>
                  <a:lnTo>
                    <a:pt x="58283" y="241731"/>
                  </a:lnTo>
                  <a:lnTo>
                    <a:pt x="58283" y="242687"/>
                  </a:lnTo>
                  <a:lnTo>
                    <a:pt x="58283" y="243164"/>
                  </a:lnTo>
                  <a:lnTo>
                    <a:pt x="57805" y="243642"/>
                  </a:lnTo>
                  <a:lnTo>
                    <a:pt x="56850" y="243642"/>
                  </a:lnTo>
                  <a:lnTo>
                    <a:pt x="55417" y="244120"/>
                  </a:lnTo>
                  <a:lnTo>
                    <a:pt x="53506" y="245075"/>
                  </a:lnTo>
                  <a:lnTo>
                    <a:pt x="52073" y="245553"/>
                  </a:lnTo>
                  <a:lnTo>
                    <a:pt x="50639" y="247464"/>
                  </a:lnTo>
                  <a:lnTo>
                    <a:pt x="50162" y="247941"/>
                  </a:lnTo>
                  <a:lnTo>
                    <a:pt x="48728" y="247464"/>
                  </a:lnTo>
                  <a:lnTo>
                    <a:pt x="44907" y="246508"/>
                  </a:lnTo>
                  <a:lnTo>
                    <a:pt x="42040" y="245075"/>
                  </a:lnTo>
                  <a:lnTo>
                    <a:pt x="39652" y="244598"/>
                  </a:lnTo>
                  <a:lnTo>
                    <a:pt x="38218" y="245075"/>
                  </a:lnTo>
                  <a:lnTo>
                    <a:pt x="37741" y="245075"/>
                  </a:lnTo>
                  <a:lnTo>
                    <a:pt x="35830" y="246031"/>
                  </a:lnTo>
                  <a:lnTo>
                    <a:pt x="33441" y="248419"/>
                  </a:lnTo>
                  <a:lnTo>
                    <a:pt x="32963" y="249375"/>
                  </a:lnTo>
                  <a:lnTo>
                    <a:pt x="32486" y="249852"/>
                  </a:lnTo>
                  <a:lnTo>
                    <a:pt x="31530" y="250330"/>
                  </a:lnTo>
                  <a:lnTo>
                    <a:pt x="31052" y="250330"/>
                  </a:lnTo>
                  <a:lnTo>
                    <a:pt x="30575" y="249852"/>
                  </a:lnTo>
                  <a:lnTo>
                    <a:pt x="30575" y="249852"/>
                  </a:lnTo>
                  <a:lnTo>
                    <a:pt x="29142" y="247941"/>
                  </a:lnTo>
                  <a:lnTo>
                    <a:pt x="27709" y="245553"/>
                  </a:lnTo>
                  <a:lnTo>
                    <a:pt x="26753" y="244598"/>
                  </a:lnTo>
                  <a:lnTo>
                    <a:pt x="25320" y="244598"/>
                  </a:lnTo>
                  <a:lnTo>
                    <a:pt x="23886" y="245075"/>
                  </a:lnTo>
                  <a:lnTo>
                    <a:pt x="22931" y="246508"/>
                  </a:lnTo>
                  <a:lnTo>
                    <a:pt x="21020" y="247941"/>
                  </a:lnTo>
                  <a:lnTo>
                    <a:pt x="20065" y="248419"/>
                  </a:lnTo>
                  <a:lnTo>
                    <a:pt x="19109" y="247941"/>
                  </a:lnTo>
                  <a:lnTo>
                    <a:pt x="17198" y="246508"/>
                  </a:lnTo>
                  <a:lnTo>
                    <a:pt x="15765" y="245553"/>
                  </a:lnTo>
                  <a:lnTo>
                    <a:pt x="15287" y="244598"/>
                  </a:lnTo>
                  <a:lnTo>
                    <a:pt x="15765" y="243642"/>
                  </a:lnTo>
                  <a:lnTo>
                    <a:pt x="16243" y="242687"/>
                  </a:lnTo>
                  <a:lnTo>
                    <a:pt x="17198" y="241253"/>
                  </a:lnTo>
                  <a:lnTo>
                    <a:pt x="17676" y="240775"/>
                  </a:lnTo>
                  <a:lnTo>
                    <a:pt x="17676" y="239820"/>
                  </a:lnTo>
                  <a:lnTo>
                    <a:pt x="16243" y="238387"/>
                  </a:lnTo>
                  <a:lnTo>
                    <a:pt x="16243" y="237909"/>
                  </a:lnTo>
                  <a:lnTo>
                    <a:pt x="16721" y="236954"/>
                  </a:lnTo>
                  <a:lnTo>
                    <a:pt x="17198" y="234087"/>
                  </a:lnTo>
                  <a:lnTo>
                    <a:pt x="17198" y="233132"/>
                  </a:lnTo>
                  <a:lnTo>
                    <a:pt x="17676" y="230743"/>
                  </a:lnTo>
                  <a:lnTo>
                    <a:pt x="16721" y="230266"/>
                  </a:lnTo>
                  <a:lnTo>
                    <a:pt x="16721" y="229310"/>
                  </a:lnTo>
                  <a:lnTo>
                    <a:pt x="15765" y="228355"/>
                  </a:lnTo>
                  <a:lnTo>
                    <a:pt x="14332" y="226921"/>
                  </a:lnTo>
                  <a:lnTo>
                    <a:pt x="14332" y="225488"/>
                  </a:lnTo>
                  <a:lnTo>
                    <a:pt x="13854" y="224533"/>
                  </a:lnTo>
                  <a:lnTo>
                    <a:pt x="12899" y="223100"/>
                  </a:lnTo>
                  <a:lnTo>
                    <a:pt x="11943" y="222622"/>
                  </a:lnTo>
                  <a:lnTo>
                    <a:pt x="10510" y="222622"/>
                  </a:lnTo>
                  <a:lnTo>
                    <a:pt x="10032" y="223100"/>
                  </a:lnTo>
                  <a:lnTo>
                    <a:pt x="9555" y="224055"/>
                  </a:lnTo>
                  <a:lnTo>
                    <a:pt x="9077" y="224055"/>
                  </a:lnTo>
                  <a:lnTo>
                    <a:pt x="8121" y="223100"/>
                  </a:lnTo>
                  <a:lnTo>
                    <a:pt x="7644" y="222144"/>
                  </a:lnTo>
                  <a:lnTo>
                    <a:pt x="7644" y="221666"/>
                  </a:lnTo>
                  <a:lnTo>
                    <a:pt x="6211" y="220233"/>
                  </a:lnTo>
                  <a:lnTo>
                    <a:pt x="4300" y="218322"/>
                  </a:lnTo>
                  <a:lnTo>
                    <a:pt x="4777" y="216411"/>
                  </a:lnTo>
                  <a:lnTo>
                    <a:pt x="5733" y="215456"/>
                  </a:lnTo>
                  <a:lnTo>
                    <a:pt x="6211" y="214500"/>
                  </a:lnTo>
                  <a:lnTo>
                    <a:pt x="6211" y="213545"/>
                  </a:lnTo>
                  <a:lnTo>
                    <a:pt x="5733" y="212590"/>
                  </a:lnTo>
                  <a:lnTo>
                    <a:pt x="5255" y="211634"/>
                  </a:lnTo>
                  <a:lnTo>
                    <a:pt x="5255" y="210201"/>
                  </a:lnTo>
                  <a:lnTo>
                    <a:pt x="5255" y="207334"/>
                  </a:lnTo>
                  <a:lnTo>
                    <a:pt x="4300" y="206379"/>
                  </a:lnTo>
                  <a:lnTo>
                    <a:pt x="3344" y="205424"/>
                  </a:lnTo>
                  <a:lnTo>
                    <a:pt x="1911" y="204468"/>
                  </a:lnTo>
                  <a:lnTo>
                    <a:pt x="956" y="202557"/>
                  </a:lnTo>
                  <a:lnTo>
                    <a:pt x="1433" y="200646"/>
                  </a:lnTo>
                  <a:lnTo>
                    <a:pt x="1911" y="199213"/>
                  </a:lnTo>
                  <a:lnTo>
                    <a:pt x="0" y="196347"/>
                  </a:lnTo>
                  <a:lnTo>
                    <a:pt x="3344" y="197302"/>
                  </a:lnTo>
                  <a:lnTo>
                    <a:pt x="3822" y="196825"/>
                  </a:lnTo>
                  <a:lnTo>
                    <a:pt x="5255" y="196347"/>
                  </a:lnTo>
                  <a:lnTo>
                    <a:pt x="6688" y="194914"/>
                  </a:lnTo>
                  <a:lnTo>
                    <a:pt x="6688" y="194914"/>
                  </a:lnTo>
                  <a:lnTo>
                    <a:pt x="8121" y="192525"/>
                  </a:lnTo>
                  <a:lnTo>
                    <a:pt x="8599" y="190136"/>
                  </a:lnTo>
                  <a:lnTo>
                    <a:pt x="9077" y="188225"/>
                  </a:lnTo>
                  <a:lnTo>
                    <a:pt x="9555" y="186314"/>
                  </a:lnTo>
                  <a:lnTo>
                    <a:pt x="10510" y="184403"/>
                  </a:lnTo>
                  <a:lnTo>
                    <a:pt x="11943" y="182970"/>
                  </a:lnTo>
                  <a:lnTo>
                    <a:pt x="13377" y="182015"/>
                  </a:lnTo>
                  <a:lnTo>
                    <a:pt x="15287" y="180582"/>
                  </a:lnTo>
                  <a:lnTo>
                    <a:pt x="16243" y="181059"/>
                  </a:lnTo>
                  <a:lnTo>
                    <a:pt x="18154" y="182493"/>
                  </a:lnTo>
                  <a:lnTo>
                    <a:pt x="21976" y="185837"/>
                  </a:lnTo>
                  <a:lnTo>
                    <a:pt x="21976" y="185837"/>
                  </a:lnTo>
                  <a:lnTo>
                    <a:pt x="25320" y="188225"/>
                  </a:lnTo>
                  <a:lnTo>
                    <a:pt x="26275" y="189659"/>
                  </a:lnTo>
                  <a:lnTo>
                    <a:pt x="26275" y="189659"/>
                  </a:lnTo>
                  <a:lnTo>
                    <a:pt x="27231" y="189659"/>
                  </a:lnTo>
                  <a:lnTo>
                    <a:pt x="27709" y="189659"/>
                  </a:lnTo>
                  <a:lnTo>
                    <a:pt x="29142" y="187270"/>
                  </a:lnTo>
                  <a:lnTo>
                    <a:pt x="30575" y="185359"/>
                  </a:lnTo>
                  <a:lnTo>
                    <a:pt x="31530" y="184881"/>
                  </a:lnTo>
                  <a:lnTo>
                    <a:pt x="33441" y="184403"/>
                  </a:lnTo>
                  <a:lnTo>
                    <a:pt x="35352" y="184403"/>
                  </a:lnTo>
                  <a:lnTo>
                    <a:pt x="37263" y="184403"/>
                  </a:lnTo>
                  <a:lnTo>
                    <a:pt x="40129" y="184881"/>
                  </a:lnTo>
                  <a:lnTo>
                    <a:pt x="40129" y="184881"/>
                  </a:lnTo>
                  <a:lnTo>
                    <a:pt x="41563" y="185359"/>
                  </a:lnTo>
                  <a:lnTo>
                    <a:pt x="42518" y="185359"/>
                  </a:lnTo>
                  <a:lnTo>
                    <a:pt x="46340" y="185837"/>
                  </a:lnTo>
                  <a:lnTo>
                    <a:pt x="50162" y="185359"/>
                  </a:lnTo>
                  <a:lnTo>
                    <a:pt x="53506" y="184403"/>
                  </a:lnTo>
                  <a:lnTo>
                    <a:pt x="56372" y="183926"/>
                  </a:lnTo>
                  <a:lnTo>
                    <a:pt x="56372" y="182970"/>
                  </a:lnTo>
                  <a:lnTo>
                    <a:pt x="56372" y="182015"/>
                  </a:lnTo>
                  <a:lnTo>
                    <a:pt x="56850" y="181059"/>
                  </a:lnTo>
                  <a:lnTo>
                    <a:pt x="57328" y="180104"/>
                  </a:lnTo>
                  <a:lnTo>
                    <a:pt x="58283" y="180104"/>
                  </a:lnTo>
                  <a:lnTo>
                    <a:pt x="58283" y="182970"/>
                  </a:lnTo>
                  <a:lnTo>
                    <a:pt x="58283" y="182970"/>
                  </a:lnTo>
                  <a:lnTo>
                    <a:pt x="59239" y="183448"/>
                  </a:lnTo>
                  <a:lnTo>
                    <a:pt x="61627" y="183448"/>
                  </a:lnTo>
                  <a:lnTo>
                    <a:pt x="65449" y="183448"/>
                  </a:lnTo>
                  <a:lnTo>
                    <a:pt x="69271" y="183448"/>
                  </a:lnTo>
                  <a:lnTo>
                    <a:pt x="73570" y="183448"/>
                  </a:lnTo>
                  <a:lnTo>
                    <a:pt x="77392" y="183448"/>
                  </a:lnTo>
                  <a:lnTo>
                    <a:pt x="81692" y="183448"/>
                  </a:lnTo>
                  <a:lnTo>
                    <a:pt x="85514" y="183448"/>
                  </a:lnTo>
                  <a:lnTo>
                    <a:pt x="89335" y="183448"/>
                  </a:lnTo>
                  <a:lnTo>
                    <a:pt x="93635" y="183448"/>
                  </a:lnTo>
                  <a:lnTo>
                    <a:pt x="97457" y="183448"/>
                  </a:lnTo>
                  <a:lnTo>
                    <a:pt x="101757" y="183448"/>
                  </a:lnTo>
                  <a:lnTo>
                    <a:pt x="105578" y="183448"/>
                  </a:lnTo>
                  <a:lnTo>
                    <a:pt x="109878" y="183448"/>
                  </a:lnTo>
                  <a:lnTo>
                    <a:pt x="113700" y="183448"/>
                  </a:lnTo>
                  <a:lnTo>
                    <a:pt x="117999" y="183448"/>
                  </a:lnTo>
                  <a:lnTo>
                    <a:pt x="121821" y="183448"/>
                  </a:lnTo>
                  <a:lnTo>
                    <a:pt x="126121" y="183448"/>
                  </a:lnTo>
                  <a:lnTo>
                    <a:pt x="129942" y="183448"/>
                  </a:lnTo>
                  <a:lnTo>
                    <a:pt x="134242" y="183448"/>
                  </a:lnTo>
                  <a:lnTo>
                    <a:pt x="134242" y="183448"/>
                  </a:lnTo>
                  <a:lnTo>
                    <a:pt x="135198" y="177715"/>
                  </a:lnTo>
                  <a:lnTo>
                    <a:pt x="136153" y="172938"/>
                  </a:lnTo>
                  <a:lnTo>
                    <a:pt x="137108" y="168638"/>
                  </a:lnTo>
                  <a:lnTo>
                    <a:pt x="134242" y="165772"/>
                  </a:lnTo>
                  <a:lnTo>
                    <a:pt x="131854" y="163384"/>
                  </a:lnTo>
                  <a:lnTo>
                    <a:pt x="131376" y="158606"/>
                  </a:lnTo>
                  <a:lnTo>
                    <a:pt x="130898" y="153829"/>
                  </a:lnTo>
                  <a:lnTo>
                    <a:pt x="130420" y="149052"/>
                  </a:lnTo>
                  <a:lnTo>
                    <a:pt x="129465" y="144274"/>
                  </a:lnTo>
                  <a:lnTo>
                    <a:pt x="128987" y="139975"/>
                  </a:lnTo>
                  <a:lnTo>
                    <a:pt x="128509" y="135197"/>
                  </a:lnTo>
                  <a:lnTo>
                    <a:pt x="128032" y="130420"/>
                  </a:lnTo>
                  <a:lnTo>
                    <a:pt x="127554" y="125643"/>
                  </a:lnTo>
                  <a:lnTo>
                    <a:pt x="126598" y="120865"/>
                  </a:lnTo>
                  <a:lnTo>
                    <a:pt x="126121" y="116088"/>
                  </a:lnTo>
                  <a:lnTo>
                    <a:pt x="125643" y="111311"/>
                  </a:lnTo>
                  <a:lnTo>
                    <a:pt x="125165" y="106534"/>
                  </a:lnTo>
                  <a:lnTo>
                    <a:pt x="124688" y="101756"/>
                  </a:lnTo>
                  <a:lnTo>
                    <a:pt x="124210" y="96979"/>
                  </a:lnTo>
                  <a:lnTo>
                    <a:pt x="123254" y="92202"/>
                  </a:lnTo>
                  <a:lnTo>
                    <a:pt x="122777" y="87424"/>
                  </a:lnTo>
                  <a:lnTo>
                    <a:pt x="122299" y="82647"/>
                  </a:lnTo>
                  <a:lnTo>
                    <a:pt x="121821" y="77870"/>
                  </a:lnTo>
                  <a:lnTo>
                    <a:pt x="121343" y="73093"/>
                  </a:lnTo>
                  <a:lnTo>
                    <a:pt x="120388" y="68315"/>
                  </a:lnTo>
                  <a:lnTo>
                    <a:pt x="119910" y="63060"/>
                  </a:lnTo>
                  <a:lnTo>
                    <a:pt x="119432" y="58283"/>
                  </a:lnTo>
                  <a:lnTo>
                    <a:pt x="118955" y="53506"/>
                  </a:lnTo>
                  <a:lnTo>
                    <a:pt x="118477" y="48728"/>
                  </a:lnTo>
                  <a:lnTo>
                    <a:pt x="117999" y="43951"/>
                  </a:lnTo>
                  <a:lnTo>
                    <a:pt x="117044" y="39174"/>
                  </a:lnTo>
                  <a:lnTo>
                    <a:pt x="116566" y="33919"/>
                  </a:lnTo>
                  <a:lnTo>
                    <a:pt x="116088" y="29141"/>
                  </a:lnTo>
                  <a:lnTo>
                    <a:pt x="115611" y="24364"/>
                  </a:lnTo>
                  <a:lnTo>
                    <a:pt x="115133" y="19109"/>
                  </a:lnTo>
                  <a:lnTo>
                    <a:pt x="114177" y="14332"/>
                  </a:lnTo>
                  <a:lnTo>
                    <a:pt x="113700" y="9555"/>
                  </a:lnTo>
                  <a:lnTo>
                    <a:pt x="113222" y="4299"/>
                  </a:lnTo>
                  <a:lnTo>
                    <a:pt x="112744" y="0"/>
                  </a:lnTo>
                  <a:lnTo>
                    <a:pt x="118955" y="0"/>
                  </a:lnTo>
                  <a:lnTo>
                    <a:pt x="125165" y="0"/>
                  </a:lnTo>
                  <a:lnTo>
                    <a:pt x="131854" y="0"/>
                  </a:lnTo>
                  <a:lnTo>
                    <a:pt x="140930" y="0"/>
                  </a:lnTo>
                  <a:lnTo>
                    <a:pt x="147619" y="0"/>
                  </a:lnTo>
                  <a:lnTo>
                    <a:pt x="153829" y="3822"/>
                  </a:lnTo>
                  <a:lnTo>
                    <a:pt x="159562" y="7166"/>
                  </a:lnTo>
                  <a:lnTo>
                    <a:pt x="165772" y="11465"/>
                  </a:lnTo>
                  <a:lnTo>
                    <a:pt x="172461" y="15765"/>
                  </a:lnTo>
                  <a:lnTo>
                    <a:pt x="178671" y="20065"/>
                  </a:lnTo>
                  <a:lnTo>
                    <a:pt x="185359" y="24364"/>
                  </a:lnTo>
                  <a:lnTo>
                    <a:pt x="192047" y="28664"/>
                  </a:lnTo>
                  <a:lnTo>
                    <a:pt x="198258" y="32963"/>
                  </a:lnTo>
                  <a:lnTo>
                    <a:pt x="204946" y="36785"/>
                  </a:lnTo>
                  <a:lnTo>
                    <a:pt x="211156" y="41085"/>
                  </a:lnTo>
                  <a:lnTo>
                    <a:pt x="217845" y="45384"/>
                  </a:lnTo>
                  <a:lnTo>
                    <a:pt x="224533" y="49684"/>
                  </a:lnTo>
                  <a:lnTo>
                    <a:pt x="230744" y="53983"/>
                  </a:lnTo>
                  <a:lnTo>
                    <a:pt x="237432" y="57805"/>
                  </a:lnTo>
                  <a:lnTo>
                    <a:pt x="243642" y="62105"/>
                  </a:lnTo>
                  <a:lnTo>
                    <a:pt x="250330" y="66404"/>
                  </a:lnTo>
                  <a:lnTo>
                    <a:pt x="257019" y="70704"/>
                  </a:lnTo>
                  <a:lnTo>
                    <a:pt x="263229" y="74526"/>
                  </a:lnTo>
                  <a:lnTo>
                    <a:pt x="266095" y="76437"/>
                  </a:lnTo>
                  <a:lnTo>
                    <a:pt x="266573" y="77392"/>
                  </a:lnTo>
                  <a:lnTo>
                    <a:pt x="266573" y="78825"/>
                  </a:lnTo>
                  <a:lnTo>
                    <a:pt x="266573" y="80736"/>
                  </a:lnTo>
                  <a:lnTo>
                    <a:pt x="266573" y="82170"/>
                  </a:lnTo>
                  <a:lnTo>
                    <a:pt x="267528" y="83125"/>
                  </a:lnTo>
                  <a:lnTo>
                    <a:pt x="268962" y="84080"/>
                  </a:lnTo>
                  <a:lnTo>
                    <a:pt x="275650" y="86947"/>
                  </a:lnTo>
                  <a:lnTo>
                    <a:pt x="276128" y="87902"/>
                  </a:lnTo>
                  <a:lnTo>
                    <a:pt x="276128" y="88858"/>
                  </a:lnTo>
                  <a:lnTo>
                    <a:pt x="277083" y="90769"/>
                  </a:lnTo>
                  <a:lnTo>
                    <a:pt x="278039" y="91246"/>
                  </a:lnTo>
                  <a:lnTo>
                    <a:pt x="279950" y="92202"/>
                  </a:lnTo>
                  <a:lnTo>
                    <a:pt x="281860" y="92679"/>
                  </a:lnTo>
                  <a:lnTo>
                    <a:pt x="287593" y="93157"/>
                  </a:lnTo>
                  <a:lnTo>
                    <a:pt x="288549" y="93635"/>
                  </a:lnTo>
                  <a:lnTo>
                    <a:pt x="291415" y="96501"/>
                  </a:lnTo>
                  <a:lnTo>
                    <a:pt x="292370" y="96979"/>
                  </a:lnTo>
                  <a:lnTo>
                    <a:pt x="296192" y="97935"/>
                  </a:lnTo>
                  <a:lnTo>
                    <a:pt x="299059" y="98412"/>
                  </a:lnTo>
                  <a:lnTo>
                    <a:pt x="300492" y="98412"/>
                  </a:lnTo>
                  <a:lnTo>
                    <a:pt x="302881" y="99368"/>
                  </a:lnTo>
                  <a:lnTo>
                    <a:pt x="305747" y="100801"/>
                  </a:lnTo>
                  <a:lnTo>
                    <a:pt x="307180" y="101756"/>
                  </a:lnTo>
                  <a:lnTo>
                    <a:pt x="307180" y="102234"/>
                  </a:lnTo>
                  <a:lnTo>
                    <a:pt x="307180" y="103189"/>
                  </a:lnTo>
                  <a:lnTo>
                    <a:pt x="307180" y="106056"/>
                  </a:lnTo>
                  <a:lnTo>
                    <a:pt x="307658" y="107967"/>
                  </a:lnTo>
                  <a:lnTo>
                    <a:pt x="308135" y="108922"/>
                  </a:lnTo>
                  <a:lnTo>
                    <a:pt x="308135" y="109878"/>
                  </a:lnTo>
                  <a:lnTo>
                    <a:pt x="307180" y="110355"/>
                  </a:lnTo>
                  <a:lnTo>
                    <a:pt x="306702" y="110833"/>
                  </a:lnTo>
                  <a:lnTo>
                    <a:pt x="306702" y="111789"/>
                  </a:lnTo>
                  <a:lnTo>
                    <a:pt x="305747" y="112744"/>
                  </a:lnTo>
                  <a:lnTo>
                    <a:pt x="305269" y="114177"/>
                  </a:lnTo>
                  <a:lnTo>
                    <a:pt x="305269" y="115133"/>
                  </a:lnTo>
                  <a:lnTo>
                    <a:pt x="306225" y="115611"/>
                  </a:lnTo>
                  <a:lnTo>
                    <a:pt x="308135" y="116566"/>
                  </a:lnTo>
                  <a:lnTo>
                    <a:pt x="309569" y="117044"/>
                  </a:lnTo>
                  <a:lnTo>
                    <a:pt x="310047" y="117044"/>
                  </a:lnTo>
                  <a:lnTo>
                    <a:pt x="311002" y="117044"/>
                  </a:lnTo>
                  <a:lnTo>
                    <a:pt x="311480" y="117044"/>
                  </a:lnTo>
                  <a:lnTo>
                    <a:pt x="316735" y="116088"/>
                  </a:lnTo>
                  <a:lnTo>
                    <a:pt x="321034" y="115611"/>
                  </a:lnTo>
                  <a:lnTo>
                    <a:pt x="327245" y="114177"/>
                  </a:lnTo>
                  <a:lnTo>
                    <a:pt x="327245" y="117521"/>
                  </a:lnTo>
                  <a:lnTo>
                    <a:pt x="327245" y="122777"/>
                  </a:lnTo>
                  <a:lnTo>
                    <a:pt x="327245" y="128031"/>
                  </a:lnTo>
                  <a:lnTo>
                    <a:pt x="327245" y="133286"/>
                  </a:lnTo>
                  <a:lnTo>
                    <a:pt x="327245" y="139497"/>
                  </a:lnTo>
                  <a:lnTo>
                    <a:pt x="327245" y="143796"/>
                  </a:lnTo>
                  <a:lnTo>
                    <a:pt x="327245" y="14952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4" name="Freeform 2243">
              <a:extLst>
                <a:ext uri="{FF2B5EF4-FFF2-40B4-BE49-F238E27FC236}">
                  <a16:creationId xmlns:a16="http://schemas.microsoft.com/office/drawing/2014/main" id="{92209785-CFAB-62AC-8D1F-D60CD7B1FB6A}"/>
                </a:ext>
              </a:extLst>
            </p:cNvPr>
            <p:cNvSpPr/>
            <p:nvPr/>
          </p:nvSpPr>
          <p:spPr>
            <a:xfrm>
              <a:off x="5950292" y="3646628"/>
              <a:ext cx="17198" cy="5254"/>
            </a:xfrm>
            <a:custGeom>
              <a:avLst/>
              <a:gdLst>
                <a:gd name="csX0" fmla="*/ 17198 w 17198"/>
                <a:gd name="csY0" fmla="*/ 0 h 5254"/>
                <a:gd name="csX1" fmla="*/ 17198 w 17198"/>
                <a:gd name="csY1" fmla="*/ 1433 h 5254"/>
                <a:gd name="csX2" fmla="*/ 16243 w 17198"/>
                <a:gd name="csY2" fmla="*/ 2389 h 5254"/>
                <a:gd name="csX3" fmla="*/ 13376 w 17198"/>
                <a:gd name="csY3" fmla="*/ 4300 h 5254"/>
                <a:gd name="csX4" fmla="*/ 10988 w 17198"/>
                <a:gd name="csY4" fmla="*/ 5255 h 5254"/>
                <a:gd name="csX5" fmla="*/ 9555 w 17198"/>
                <a:gd name="csY5" fmla="*/ 5255 h 5254"/>
                <a:gd name="csX6" fmla="*/ 8599 w 17198"/>
                <a:gd name="csY6" fmla="*/ 4777 h 5254"/>
                <a:gd name="csX7" fmla="*/ 8121 w 17198"/>
                <a:gd name="csY7" fmla="*/ 3822 h 5254"/>
                <a:gd name="csX8" fmla="*/ 6688 w 17198"/>
                <a:gd name="csY8" fmla="*/ 3344 h 5254"/>
                <a:gd name="csX9" fmla="*/ 4777 w 17198"/>
                <a:gd name="csY9" fmla="*/ 2866 h 5254"/>
                <a:gd name="csX10" fmla="*/ 4300 w 17198"/>
                <a:gd name="csY10" fmla="*/ 2866 h 5254"/>
                <a:gd name="csX11" fmla="*/ 3344 w 17198"/>
                <a:gd name="csY11" fmla="*/ 3822 h 5254"/>
                <a:gd name="csX12" fmla="*/ 2389 w 17198"/>
                <a:gd name="csY12" fmla="*/ 4300 h 5254"/>
                <a:gd name="csX13" fmla="*/ 1433 w 17198"/>
                <a:gd name="csY13" fmla="*/ 4300 h 5254"/>
                <a:gd name="csX14" fmla="*/ 956 w 17198"/>
                <a:gd name="csY14" fmla="*/ 3822 h 5254"/>
                <a:gd name="csX15" fmla="*/ 478 w 17198"/>
                <a:gd name="csY15" fmla="*/ 2866 h 5254"/>
                <a:gd name="csX16" fmla="*/ 478 w 17198"/>
                <a:gd name="csY16" fmla="*/ 2389 h 5254"/>
                <a:gd name="csX17" fmla="*/ 0 w 17198"/>
                <a:gd name="csY17" fmla="*/ 478 h 5254"/>
                <a:gd name="csX18" fmla="*/ 1433 w 17198"/>
                <a:gd name="csY18" fmla="*/ 0 h 5254"/>
                <a:gd name="csX19" fmla="*/ 4777 w 17198"/>
                <a:gd name="csY19" fmla="*/ 0 h 5254"/>
                <a:gd name="csX20" fmla="*/ 7166 w 17198"/>
                <a:gd name="csY20" fmla="*/ 478 h 5254"/>
                <a:gd name="csX21" fmla="*/ 10510 w 17198"/>
                <a:gd name="csY21" fmla="*/ 955 h 5254"/>
                <a:gd name="csX22" fmla="*/ 12899 w 17198"/>
                <a:gd name="csY22" fmla="*/ 0 h 5254"/>
                <a:gd name="csX23" fmla="*/ 14809 w 17198"/>
                <a:gd name="csY23" fmla="*/ 955 h 5254"/>
                <a:gd name="csX24" fmla="*/ 17198 w 17198"/>
                <a:gd name="csY24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7198" h="5254">
                  <a:moveTo>
                    <a:pt x="17198" y="0"/>
                  </a:moveTo>
                  <a:lnTo>
                    <a:pt x="17198" y="1433"/>
                  </a:lnTo>
                  <a:lnTo>
                    <a:pt x="16243" y="2389"/>
                  </a:lnTo>
                  <a:lnTo>
                    <a:pt x="13376" y="4300"/>
                  </a:lnTo>
                  <a:lnTo>
                    <a:pt x="10988" y="5255"/>
                  </a:lnTo>
                  <a:lnTo>
                    <a:pt x="9555" y="5255"/>
                  </a:lnTo>
                  <a:lnTo>
                    <a:pt x="8599" y="4777"/>
                  </a:lnTo>
                  <a:lnTo>
                    <a:pt x="8121" y="3822"/>
                  </a:lnTo>
                  <a:lnTo>
                    <a:pt x="6688" y="3344"/>
                  </a:lnTo>
                  <a:lnTo>
                    <a:pt x="4777" y="2866"/>
                  </a:lnTo>
                  <a:lnTo>
                    <a:pt x="4300" y="2866"/>
                  </a:lnTo>
                  <a:lnTo>
                    <a:pt x="3344" y="3822"/>
                  </a:lnTo>
                  <a:lnTo>
                    <a:pt x="2389" y="4300"/>
                  </a:lnTo>
                  <a:lnTo>
                    <a:pt x="1433" y="4300"/>
                  </a:lnTo>
                  <a:lnTo>
                    <a:pt x="956" y="3822"/>
                  </a:lnTo>
                  <a:lnTo>
                    <a:pt x="478" y="2866"/>
                  </a:lnTo>
                  <a:lnTo>
                    <a:pt x="478" y="2389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4777" y="0"/>
                  </a:lnTo>
                  <a:lnTo>
                    <a:pt x="7166" y="478"/>
                  </a:lnTo>
                  <a:lnTo>
                    <a:pt x="10510" y="955"/>
                  </a:lnTo>
                  <a:lnTo>
                    <a:pt x="12899" y="0"/>
                  </a:lnTo>
                  <a:lnTo>
                    <a:pt x="14809" y="955"/>
                  </a:lnTo>
                  <a:lnTo>
                    <a:pt x="1719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5" name="Freeform 2244">
              <a:extLst>
                <a:ext uri="{FF2B5EF4-FFF2-40B4-BE49-F238E27FC236}">
                  <a16:creationId xmlns:a16="http://schemas.microsoft.com/office/drawing/2014/main" id="{57A620F9-E32C-A32E-2ACD-6A6638B6AC71}"/>
                </a:ext>
              </a:extLst>
            </p:cNvPr>
            <p:cNvSpPr/>
            <p:nvPr/>
          </p:nvSpPr>
          <p:spPr>
            <a:xfrm>
              <a:off x="5965579" y="3684847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478 w 955"/>
                <a:gd name="csY1" fmla="*/ 955 h 1433"/>
                <a:gd name="csX2" fmla="*/ 0 w 955"/>
                <a:gd name="csY2" fmla="*/ 1433 h 1433"/>
                <a:gd name="csX3" fmla="*/ 478 w 955"/>
                <a:gd name="csY3" fmla="*/ 955 h 1433"/>
                <a:gd name="csX4" fmla="*/ 956 w 955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478" y="955"/>
                  </a:lnTo>
                  <a:lnTo>
                    <a:pt x="0" y="1433"/>
                  </a:lnTo>
                  <a:lnTo>
                    <a:pt x="478" y="955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6" name="Freeform 2245">
              <a:extLst>
                <a:ext uri="{FF2B5EF4-FFF2-40B4-BE49-F238E27FC236}">
                  <a16:creationId xmlns:a16="http://schemas.microsoft.com/office/drawing/2014/main" id="{974AEBE4-F3F3-C52E-51DD-1125CDAD047F}"/>
                </a:ext>
              </a:extLst>
            </p:cNvPr>
            <p:cNvSpPr/>
            <p:nvPr/>
          </p:nvSpPr>
          <p:spPr>
            <a:xfrm>
              <a:off x="5966057" y="3687235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7" name="Freeform 2246">
              <a:extLst>
                <a:ext uri="{FF2B5EF4-FFF2-40B4-BE49-F238E27FC236}">
                  <a16:creationId xmlns:a16="http://schemas.microsoft.com/office/drawing/2014/main" id="{E80B876E-5B00-3AD1-160A-5CA524C068BB}"/>
                </a:ext>
              </a:extLst>
            </p:cNvPr>
            <p:cNvSpPr/>
            <p:nvPr/>
          </p:nvSpPr>
          <p:spPr>
            <a:xfrm>
              <a:off x="5956980" y="3636118"/>
              <a:ext cx="7643" cy="3821"/>
            </a:xfrm>
            <a:custGeom>
              <a:avLst/>
              <a:gdLst>
                <a:gd name="csX0" fmla="*/ 7644 w 7643"/>
                <a:gd name="csY0" fmla="*/ 2389 h 3821"/>
                <a:gd name="csX1" fmla="*/ 7644 w 7643"/>
                <a:gd name="csY1" fmla="*/ 2866 h 3821"/>
                <a:gd name="csX2" fmla="*/ 5255 w 7643"/>
                <a:gd name="csY2" fmla="*/ 3822 h 3821"/>
                <a:gd name="csX3" fmla="*/ 2389 w 7643"/>
                <a:gd name="csY3" fmla="*/ 1911 h 3821"/>
                <a:gd name="csX4" fmla="*/ 955 w 7643"/>
                <a:gd name="csY4" fmla="*/ 1911 h 3821"/>
                <a:gd name="csX5" fmla="*/ 0 w 7643"/>
                <a:gd name="csY5" fmla="*/ 956 h 3821"/>
                <a:gd name="csX6" fmla="*/ 0 w 7643"/>
                <a:gd name="csY6" fmla="*/ 478 h 3821"/>
                <a:gd name="csX7" fmla="*/ 1911 w 7643"/>
                <a:gd name="csY7" fmla="*/ 0 h 3821"/>
                <a:gd name="csX8" fmla="*/ 5255 w 7643"/>
                <a:gd name="csY8" fmla="*/ 478 h 3821"/>
                <a:gd name="csX9" fmla="*/ 7166 w 7643"/>
                <a:gd name="csY9" fmla="*/ 1911 h 3821"/>
                <a:gd name="csX10" fmla="*/ 7644 w 7643"/>
                <a:gd name="csY10" fmla="*/ 2389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643" h="3821">
                  <a:moveTo>
                    <a:pt x="7644" y="2389"/>
                  </a:moveTo>
                  <a:lnTo>
                    <a:pt x="7644" y="2866"/>
                  </a:lnTo>
                  <a:lnTo>
                    <a:pt x="5255" y="3822"/>
                  </a:lnTo>
                  <a:lnTo>
                    <a:pt x="2389" y="1911"/>
                  </a:lnTo>
                  <a:lnTo>
                    <a:pt x="955" y="1911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5255" y="478"/>
                  </a:lnTo>
                  <a:lnTo>
                    <a:pt x="7166" y="1911"/>
                  </a:lnTo>
                  <a:lnTo>
                    <a:pt x="76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8" name="Freeform 2247">
              <a:extLst>
                <a:ext uri="{FF2B5EF4-FFF2-40B4-BE49-F238E27FC236}">
                  <a16:creationId xmlns:a16="http://schemas.microsoft.com/office/drawing/2014/main" id="{C2E6DA58-1F19-FBFF-2B34-B73C46A9CD08}"/>
                </a:ext>
              </a:extLst>
            </p:cNvPr>
            <p:cNvSpPr/>
            <p:nvPr/>
          </p:nvSpPr>
          <p:spPr>
            <a:xfrm>
              <a:off x="5959846" y="3650928"/>
              <a:ext cx="3821" cy="955"/>
            </a:xfrm>
            <a:custGeom>
              <a:avLst/>
              <a:gdLst>
                <a:gd name="csX0" fmla="*/ 3822 w 3821"/>
                <a:gd name="csY0" fmla="*/ 0 h 955"/>
                <a:gd name="csX1" fmla="*/ 1433 w 3821"/>
                <a:gd name="csY1" fmla="*/ 955 h 955"/>
                <a:gd name="csX2" fmla="*/ 0 w 3821"/>
                <a:gd name="csY2" fmla="*/ 955 h 955"/>
                <a:gd name="csX3" fmla="*/ 1433 w 3821"/>
                <a:gd name="csY3" fmla="*/ 955 h 955"/>
                <a:gd name="csX4" fmla="*/ 3822 w 3821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955">
                  <a:moveTo>
                    <a:pt x="3822" y="0"/>
                  </a:moveTo>
                  <a:lnTo>
                    <a:pt x="1433" y="955"/>
                  </a:lnTo>
                  <a:lnTo>
                    <a:pt x="0" y="955"/>
                  </a:lnTo>
                  <a:lnTo>
                    <a:pt x="1433" y="955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9" name="Freeform 2248">
              <a:extLst>
                <a:ext uri="{FF2B5EF4-FFF2-40B4-BE49-F238E27FC236}">
                  <a16:creationId xmlns:a16="http://schemas.microsoft.com/office/drawing/2014/main" id="{513AA53D-987F-3366-FF9B-D43A6CA3B5A9}"/>
                </a:ext>
              </a:extLst>
            </p:cNvPr>
            <p:cNvSpPr/>
            <p:nvPr/>
          </p:nvSpPr>
          <p:spPr>
            <a:xfrm>
              <a:off x="5898697" y="4508930"/>
              <a:ext cx="61149" cy="113221"/>
            </a:xfrm>
            <a:custGeom>
              <a:avLst/>
              <a:gdLst>
                <a:gd name="csX0" fmla="*/ 61149 w 61149"/>
                <a:gd name="csY0" fmla="*/ 32008 h 113221"/>
                <a:gd name="csX1" fmla="*/ 61149 w 61149"/>
                <a:gd name="csY1" fmla="*/ 32963 h 113221"/>
                <a:gd name="csX2" fmla="*/ 60194 w 61149"/>
                <a:gd name="csY2" fmla="*/ 35830 h 113221"/>
                <a:gd name="csX3" fmla="*/ 59716 w 61149"/>
                <a:gd name="csY3" fmla="*/ 36307 h 113221"/>
                <a:gd name="csX4" fmla="*/ 59716 w 61149"/>
                <a:gd name="csY4" fmla="*/ 36307 h 113221"/>
                <a:gd name="csX5" fmla="*/ 58283 w 61149"/>
                <a:gd name="csY5" fmla="*/ 36307 h 113221"/>
                <a:gd name="csX6" fmla="*/ 57328 w 61149"/>
                <a:gd name="csY6" fmla="*/ 36307 h 113221"/>
                <a:gd name="csX7" fmla="*/ 57328 w 61149"/>
                <a:gd name="csY7" fmla="*/ 36307 h 113221"/>
                <a:gd name="csX8" fmla="*/ 56372 w 61149"/>
                <a:gd name="csY8" fmla="*/ 37740 h 113221"/>
                <a:gd name="csX9" fmla="*/ 55894 w 61149"/>
                <a:gd name="csY9" fmla="*/ 38696 h 113221"/>
                <a:gd name="csX10" fmla="*/ 55894 w 61149"/>
                <a:gd name="csY10" fmla="*/ 38696 h 113221"/>
                <a:gd name="csX11" fmla="*/ 55894 w 61149"/>
                <a:gd name="csY11" fmla="*/ 39174 h 113221"/>
                <a:gd name="csX12" fmla="*/ 57328 w 61149"/>
                <a:gd name="csY12" fmla="*/ 41085 h 113221"/>
                <a:gd name="csX13" fmla="*/ 56372 w 61149"/>
                <a:gd name="csY13" fmla="*/ 43951 h 113221"/>
                <a:gd name="csX14" fmla="*/ 55416 w 61149"/>
                <a:gd name="csY14" fmla="*/ 45862 h 113221"/>
                <a:gd name="csX15" fmla="*/ 53983 w 61149"/>
                <a:gd name="csY15" fmla="*/ 46817 h 113221"/>
                <a:gd name="csX16" fmla="*/ 52550 w 61149"/>
                <a:gd name="csY16" fmla="*/ 46817 h 113221"/>
                <a:gd name="csX17" fmla="*/ 51595 w 61149"/>
                <a:gd name="csY17" fmla="*/ 47295 h 113221"/>
                <a:gd name="csX18" fmla="*/ 51595 w 61149"/>
                <a:gd name="csY18" fmla="*/ 47295 h 113221"/>
                <a:gd name="csX19" fmla="*/ 51117 w 61149"/>
                <a:gd name="csY19" fmla="*/ 48251 h 113221"/>
                <a:gd name="csX20" fmla="*/ 51117 w 61149"/>
                <a:gd name="csY20" fmla="*/ 50162 h 113221"/>
                <a:gd name="csX21" fmla="*/ 49206 w 61149"/>
                <a:gd name="csY21" fmla="*/ 52072 h 113221"/>
                <a:gd name="csX22" fmla="*/ 47773 w 61149"/>
                <a:gd name="csY22" fmla="*/ 53506 h 113221"/>
                <a:gd name="csX23" fmla="*/ 47295 w 61149"/>
                <a:gd name="csY23" fmla="*/ 53983 h 113221"/>
                <a:gd name="csX24" fmla="*/ 47295 w 61149"/>
                <a:gd name="csY24" fmla="*/ 56372 h 113221"/>
                <a:gd name="csX25" fmla="*/ 46817 w 61149"/>
                <a:gd name="csY25" fmla="*/ 58761 h 113221"/>
                <a:gd name="csX26" fmla="*/ 45384 w 61149"/>
                <a:gd name="csY26" fmla="*/ 60672 h 113221"/>
                <a:gd name="csX27" fmla="*/ 42518 w 61149"/>
                <a:gd name="csY27" fmla="*/ 61149 h 113221"/>
                <a:gd name="csX28" fmla="*/ 40129 w 61149"/>
                <a:gd name="csY28" fmla="*/ 61627 h 113221"/>
                <a:gd name="csX29" fmla="*/ 40129 w 61149"/>
                <a:gd name="csY29" fmla="*/ 61627 h 113221"/>
                <a:gd name="csX30" fmla="*/ 39174 w 61149"/>
                <a:gd name="csY30" fmla="*/ 66404 h 113221"/>
                <a:gd name="csX31" fmla="*/ 39174 w 61149"/>
                <a:gd name="csY31" fmla="*/ 69271 h 113221"/>
                <a:gd name="csX32" fmla="*/ 39174 w 61149"/>
                <a:gd name="csY32" fmla="*/ 72615 h 113221"/>
                <a:gd name="csX33" fmla="*/ 38696 w 61149"/>
                <a:gd name="csY33" fmla="*/ 73570 h 113221"/>
                <a:gd name="csX34" fmla="*/ 38696 w 61149"/>
                <a:gd name="csY34" fmla="*/ 75481 h 113221"/>
                <a:gd name="csX35" fmla="*/ 38696 w 61149"/>
                <a:gd name="csY35" fmla="*/ 79781 h 113221"/>
                <a:gd name="csX36" fmla="*/ 38218 w 61149"/>
                <a:gd name="csY36" fmla="*/ 83125 h 113221"/>
                <a:gd name="csX37" fmla="*/ 38696 w 61149"/>
                <a:gd name="csY37" fmla="*/ 83603 h 113221"/>
                <a:gd name="csX38" fmla="*/ 39174 w 61149"/>
                <a:gd name="csY38" fmla="*/ 85513 h 113221"/>
                <a:gd name="csX39" fmla="*/ 39174 w 61149"/>
                <a:gd name="csY39" fmla="*/ 87424 h 113221"/>
                <a:gd name="csX40" fmla="*/ 39651 w 61149"/>
                <a:gd name="csY40" fmla="*/ 88858 h 113221"/>
                <a:gd name="csX41" fmla="*/ 40129 w 61149"/>
                <a:gd name="csY41" fmla="*/ 90291 h 113221"/>
                <a:gd name="csX42" fmla="*/ 40129 w 61149"/>
                <a:gd name="csY42" fmla="*/ 90769 h 113221"/>
                <a:gd name="csX43" fmla="*/ 40129 w 61149"/>
                <a:gd name="csY43" fmla="*/ 91246 h 113221"/>
                <a:gd name="csX44" fmla="*/ 39651 w 61149"/>
                <a:gd name="csY44" fmla="*/ 91246 h 113221"/>
                <a:gd name="csX45" fmla="*/ 39651 w 61149"/>
                <a:gd name="csY45" fmla="*/ 91724 h 113221"/>
                <a:gd name="csX46" fmla="*/ 39651 w 61149"/>
                <a:gd name="csY46" fmla="*/ 96024 h 113221"/>
                <a:gd name="csX47" fmla="*/ 39651 w 61149"/>
                <a:gd name="csY47" fmla="*/ 97457 h 113221"/>
                <a:gd name="csX48" fmla="*/ 39651 w 61149"/>
                <a:gd name="csY48" fmla="*/ 98412 h 113221"/>
                <a:gd name="csX49" fmla="*/ 39174 w 61149"/>
                <a:gd name="csY49" fmla="*/ 99368 h 113221"/>
                <a:gd name="csX50" fmla="*/ 39174 w 61149"/>
                <a:gd name="csY50" fmla="*/ 101756 h 113221"/>
                <a:gd name="csX51" fmla="*/ 39651 w 61149"/>
                <a:gd name="csY51" fmla="*/ 103189 h 113221"/>
                <a:gd name="csX52" fmla="*/ 40129 w 61149"/>
                <a:gd name="csY52" fmla="*/ 104145 h 113221"/>
                <a:gd name="csX53" fmla="*/ 39651 w 61149"/>
                <a:gd name="csY53" fmla="*/ 105100 h 113221"/>
                <a:gd name="csX54" fmla="*/ 39174 w 61149"/>
                <a:gd name="csY54" fmla="*/ 106056 h 113221"/>
                <a:gd name="csX55" fmla="*/ 38696 w 61149"/>
                <a:gd name="csY55" fmla="*/ 109400 h 113221"/>
                <a:gd name="csX56" fmla="*/ 38696 w 61149"/>
                <a:gd name="csY56" fmla="*/ 110355 h 113221"/>
                <a:gd name="csX57" fmla="*/ 30575 w 61149"/>
                <a:gd name="csY57" fmla="*/ 110833 h 113221"/>
                <a:gd name="csX58" fmla="*/ 21020 w 61149"/>
                <a:gd name="csY58" fmla="*/ 112266 h 113221"/>
                <a:gd name="csX59" fmla="*/ 17198 w 61149"/>
                <a:gd name="csY59" fmla="*/ 113222 h 113221"/>
                <a:gd name="csX60" fmla="*/ 17198 w 61149"/>
                <a:gd name="csY60" fmla="*/ 112266 h 113221"/>
                <a:gd name="csX61" fmla="*/ 20542 w 61149"/>
                <a:gd name="csY61" fmla="*/ 111789 h 113221"/>
                <a:gd name="csX62" fmla="*/ 19587 w 61149"/>
                <a:gd name="csY62" fmla="*/ 109400 h 113221"/>
                <a:gd name="csX63" fmla="*/ 17676 w 61149"/>
                <a:gd name="csY63" fmla="*/ 106534 h 113221"/>
                <a:gd name="csX64" fmla="*/ 16721 w 61149"/>
                <a:gd name="csY64" fmla="*/ 106056 h 113221"/>
                <a:gd name="csX65" fmla="*/ 16243 w 61149"/>
                <a:gd name="csY65" fmla="*/ 104623 h 113221"/>
                <a:gd name="csX66" fmla="*/ 16721 w 61149"/>
                <a:gd name="csY66" fmla="*/ 103667 h 113221"/>
                <a:gd name="csX67" fmla="*/ 16721 w 61149"/>
                <a:gd name="csY67" fmla="*/ 103189 h 113221"/>
                <a:gd name="csX68" fmla="*/ 16243 w 61149"/>
                <a:gd name="csY68" fmla="*/ 101279 h 113221"/>
                <a:gd name="csX69" fmla="*/ 15287 w 61149"/>
                <a:gd name="csY69" fmla="*/ 98890 h 113221"/>
                <a:gd name="csX70" fmla="*/ 17198 w 61149"/>
                <a:gd name="csY70" fmla="*/ 98890 h 113221"/>
                <a:gd name="csX71" fmla="*/ 17198 w 61149"/>
                <a:gd name="csY71" fmla="*/ 92202 h 113221"/>
                <a:gd name="csX72" fmla="*/ 17198 w 61149"/>
                <a:gd name="csY72" fmla="*/ 85513 h 113221"/>
                <a:gd name="csX73" fmla="*/ 17198 w 61149"/>
                <a:gd name="csY73" fmla="*/ 80258 h 113221"/>
                <a:gd name="csX74" fmla="*/ 17198 w 61149"/>
                <a:gd name="csY74" fmla="*/ 75481 h 113221"/>
                <a:gd name="csX75" fmla="*/ 16721 w 61149"/>
                <a:gd name="csY75" fmla="*/ 70226 h 113221"/>
                <a:gd name="csX76" fmla="*/ 16721 w 61149"/>
                <a:gd name="csY76" fmla="*/ 66404 h 113221"/>
                <a:gd name="csX77" fmla="*/ 16721 w 61149"/>
                <a:gd name="csY77" fmla="*/ 61627 h 113221"/>
                <a:gd name="csX78" fmla="*/ 16243 w 61149"/>
                <a:gd name="csY78" fmla="*/ 59716 h 113221"/>
                <a:gd name="csX79" fmla="*/ 13376 w 61149"/>
                <a:gd name="csY79" fmla="*/ 57328 h 113221"/>
                <a:gd name="csX80" fmla="*/ 12421 w 61149"/>
                <a:gd name="csY80" fmla="*/ 55894 h 113221"/>
                <a:gd name="csX81" fmla="*/ 12421 w 61149"/>
                <a:gd name="csY81" fmla="*/ 53983 h 113221"/>
                <a:gd name="csX82" fmla="*/ 11943 w 61149"/>
                <a:gd name="csY82" fmla="*/ 52072 h 113221"/>
                <a:gd name="csX83" fmla="*/ 11465 w 61149"/>
                <a:gd name="csY83" fmla="*/ 48728 h 113221"/>
                <a:gd name="csX84" fmla="*/ 11465 w 61149"/>
                <a:gd name="csY84" fmla="*/ 44906 h 113221"/>
                <a:gd name="csX85" fmla="*/ 11465 w 61149"/>
                <a:gd name="csY85" fmla="*/ 43951 h 113221"/>
                <a:gd name="csX86" fmla="*/ 8599 w 61149"/>
                <a:gd name="csY86" fmla="*/ 42040 h 113221"/>
                <a:gd name="csX87" fmla="*/ 3822 w 61149"/>
                <a:gd name="csY87" fmla="*/ 39651 h 113221"/>
                <a:gd name="csX88" fmla="*/ 956 w 61149"/>
                <a:gd name="csY88" fmla="*/ 37740 h 113221"/>
                <a:gd name="csX89" fmla="*/ 478 w 61149"/>
                <a:gd name="csY89" fmla="*/ 37263 h 113221"/>
                <a:gd name="csX90" fmla="*/ 0 w 61149"/>
                <a:gd name="csY90" fmla="*/ 36785 h 113221"/>
                <a:gd name="csX91" fmla="*/ 478 w 61149"/>
                <a:gd name="csY91" fmla="*/ 31052 h 113221"/>
                <a:gd name="csX92" fmla="*/ 1433 w 61149"/>
                <a:gd name="csY92" fmla="*/ 30097 h 113221"/>
                <a:gd name="csX93" fmla="*/ 2389 w 61149"/>
                <a:gd name="csY93" fmla="*/ 27708 h 113221"/>
                <a:gd name="csX94" fmla="*/ 2866 w 61149"/>
                <a:gd name="csY94" fmla="*/ 25797 h 113221"/>
                <a:gd name="csX95" fmla="*/ 3344 w 61149"/>
                <a:gd name="csY95" fmla="*/ 25797 h 113221"/>
                <a:gd name="csX96" fmla="*/ 3822 w 61149"/>
                <a:gd name="csY96" fmla="*/ 25320 h 113221"/>
                <a:gd name="csX97" fmla="*/ 4777 w 61149"/>
                <a:gd name="csY97" fmla="*/ 24364 h 113221"/>
                <a:gd name="csX98" fmla="*/ 5255 w 61149"/>
                <a:gd name="csY98" fmla="*/ 24364 h 113221"/>
                <a:gd name="csX99" fmla="*/ 6210 w 61149"/>
                <a:gd name="csY99" fmla="*/ 24364 h 113221"/>
                <a:gd name="csX100" fmla="*/ 6688 w 61149"/>
                <a:gd name="csY100" fmla="*/ 24364 h 113221"/>
                <a:gd name="csX101" fmla="*/ 6688 w 61149"/>
                <a:gd name="csY101" fmla="*/ 23409 h 113221"/>
                <a:gd name="csX102" fmla="*/ 6688 w 61149"/>
                <a:gd name="csY102" fmla="*/ 22931 h 113221"/>
                <a:gd name="csX103" fmla="*/ 7644 w 61149"/>
                <a:gd name="csY103" fmla="*/ 22453 h 113221"/>
                <a:gd name="csX104" fmla="*/ 7644 w 61149"/>
                <a:gd name="csY104" fmla="*/ 21498 h 113221"/>
                <a:gd name="csX105" fmla="*/ 7644 w 61149"/>
                <a:gd name="csY105" fmla="*/ 21020 h 113221"/>
                <a:gd name="csX106" fmla="*/ 8599 w 61149"/>
                <a:gd name="csY106" fmla="*/ 20542 h 113221"/>
                <a:gd name="csX107" fmla="*/ 9555 w 61149"/>
                <a:gd name="csY107" fmla="*/ 21020 h 113221"/>
                <a:gd name="csX108" fmla="*/ 10510 w 61149"/>
                <a:gd name="csY108" fmla="*/ 20542 h 113221"/>
                <a:gd name="csX109" fmla="*/ 10988 w 61149"/>
                <a:gd name="csY109" fmla="*/ 20065 h 113221"/>
                <a:gd name="csX110" fmla="*/ 11943 w 61149"/>
                <a:gd name="csY110" fmla="*/ 18631 h 113221"/>
                <a:gd name="csX111" fmla="*/ 12899 w 61149"/>
                <a:gd name="csY111" fmla="*/ 18154 h 113221"/>
                <a:gd name="csX112" fmla="*/ 12899 w 61149"/>
                <a:gd name="csY112" fmla="*/ 17676 h 113221"/>
                <a:gd name="csX113" fmla="*/ 13376 w 61149"/>
                <a:gd name="csY113" fmla="*/ 17198 h 113221"/>
                <a:gd name="csX114" fmla="*/ 14809 w 61149"/>
                <a:gd name="csY114" fmla="*/ 17198 h 113221"/>
                <a:gd name="csX115" fmla="*/ 16243 w 61149"/>
                <a:gd name="csY115" fmla="*/ 17198 h 113221"/>
                <a:gd name="csX116" fmla="*/ 16721 w 61149"/>
                <a:gd name="csY116" fmla="*/ 18154 h 113221"/>
                <a:gd name="csX117" fmla="*/ 21975 w 61149"/>
                <a:gd name="csY117" fmla="*/ 17676 h 113221"/>
                <a:gd name="csX118" fmla="*/ 24364 w 61149"/>
                <a:gd name="csY118" fmla="*/ 17676 h 113221"/>
                <a:gd name="csX119" fmla="*/ 29141 w 61149"/>
                <a:gd name="csY119" fmla="*/ 13854 h 113221"/>
                <a:gd name="csX120" fmla="*/ 30575 w 61149"/>
                <a:gd name="csY120" fmla="*/ 12899 h 113221"/>
                <a:gd name="csX121" fmla="*/ 32008 w 61149"/>
                <a:gd name="csY121" fmla="*/ 10032 h 113221"/>
                <a:gd name="csX122" fmla="*/ 32486 w 61149"/>
                <a:gd name="csY122" fmla="*/ 9077 h 113221"/>
                <a:gd name="csX123" fmla="*/ 32963 w 61149"/>
                <a:gd name="csY123" fmla="*/ 7166 h 113221"/>
                <a:gd name="csX124" fmla="*/ 32008 w 61149"/>
                <a:gd name="csY124" fmla="*/ 3822 h 113221"/>
                <a:gd name="csX125" fmla="*/ 32008 w 61149"/>
                <a:gd name="csY125" fmla="*/ 2866 h 113221"/>
                <a:gd name="csX126" fmla="*/ 33919 w 61149"/>
                <a:gd name="csY126" fmla="*/ 2389 h 113221"/>
                <a:gd name="csX127" fmla="*/ 36785 w 61149"/>
                <a:gd name="csY127" fmla="*/ 1911 h 113221"/>
                <a:gd name="csX128" fmla="*/ 37740 w 61149"/>
                <a:gd name="csY128" fmla="*/ 1911 h 113221"/>
                <a:gd name="csX129" fmla="*/ 38218 w 61149"/>
                <a:gd name="csY129" fmla="*/ 1433 h 113221"/>
                <a:gd name="csX130" fmla="*/ 39174 w 61149"/>
                <a:gd name="csY130" fmla="*/ 478 h 113221"/>
                <a:gd name="csX131" fmla="*/ 40607 w 61149"/>
                <a:gd name="csY131" fmla="*/ 0 h 113221"/>
                <a:gd name="csX132" fmla="*/ 41563 w 61149"/>
                <a:gd name="csY132" fmla="*/ 478 h 113221"/>
                <a:gd name="csX133" fmla="*/ 42040 w 61149"/>
                <a:gd name="csY133" fmla="*/ 478 h 113221"/>
                <a:gd name="csX134" fmla="*/ 47295 w 61149"/>
                <a:gd name="csY134" fmla="*/ 4777 h 113221"/>
                <a:gd name="csX135" fmla="*/ 49684 w 61149"/>
                <a:gd name="csY135" fmla="*/ 7166 h 113221"/>
                <a:gd name="csX136" fmla="*/ 50639 w 61149"/>
                <a:gd name="csY136" fmla="*/ 8599 h 113221"/>
                <a:gd name="csX137" fmla="*/ 51595 w 61149"/>
                <a:gd name="csY137" fmla="*/ 9555 h 113221"/>
                <a:gd name="csX138" fmla="*/ 53506 w 61149"/>
                <a:gd name="csY138" fmla="*/ 10032 h 113221"/>
                <a:gd name="csX139" fmla="*/ 54939 w 61149"/>
                <a:gd name="csY139" fmla="*/ 10988 h 113221"/>
                <a:gd name="csX140" fmla="*/ 56372 w 61149"/>
                <a:gd name="csY140" fmla="*/ 12899 h 113221"/>
                <a:gd name="csX141" fmla="*/ 55416 w 61149"/>
                <a:gd name="csY141" fmla="*/ 13854 h 113221"/>
                <a:gd name="csX142" fmla="*/ 54461 w 61149"/>
                <a:gd name="csY142" fmla="*/ 16243 h 113221"/>
                <a:gd name="csX143" fmla="*/ 53983 w 61149"/>
                <a:gd name="csY143" fmla="*/ 18154 h 113221"/>
                <a:gd name="csX144" fmla="*/ 57328 w 61149"/>
                <a:gd name="csY144" fmla="*/ 22453 h 113221"/>
                <a:gd name="csX145" fmla="*/ 57328 w 61149"/>
                <a:gd name="csY145" fmla="*/ 22931 h 113221"/>
                <a:gd name="csX146" fmla="*/ 57805 w 61149"/>
                <a:gd name="csY146" fmla="*/ 22931 h 113221"/>
                <a:gd name="csX147" fmla="*/ 58283 w 61149"/>
                <a:gd name="csY147" fmla="*/ 23409 h 113221"/>
                <a:gd name="csX148" fmla="*/ 58761 w 61149"/>
                <a:gd name="csY148" fmla="*/ 24364 h 113221"/>
                <a:gd name="csX149" fmla="*/ 59238 w 61149"/>
                <a:gd name="csY149" fmla="*/ 26275 h 113221"/>
                <a:gd name="csX150" fmla="*/ 59238 w 61149"/>
                <a:gd name="csY150" fmla="*/ 28186 h 113221"/>
                <a:gd name="csX151" fmla="*/ 59716 w 61149"/>
                <a:gd name="csY151" fmla="*/ 30097 h 113221"/>
                <a:gd name="csX152" fmla="*/ 61149 w 61149"/>
                <a:gd name="csY152" fmla="*/ 32008 h 113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</a:cxnLst>
              <a:rect l="l" t="t" r="r" b="b"/>
              <a:pathLst>
                <a:path w="61149" h="113221">
                  <a:moveTo>
                    <a:pt x="61149" y="32008"/>
                  </a:moveTo>
                  <a:lnTo>
                    <a:pt x="61149" y="32963"/>
                  </a:lnTo>
                  <a:lnTo>
                    <a:pt x="60194" y="35830"/>
                  </a:lnTo>
                  <a:lnTo>
                    <a:pt x="59716" y="36307"/>
                  </a:lnTo>
                  <a:lnTo>
                    <a:pt x="59716" y="36307"/>
                  </a:lnTo>
                  <a:lnTo>
                    <a:pt x="58283" y="36307"/>
                  </a:lnTo>
                  <a:lnTo>
                    <a:pt x="57328" y="36307"/>
                  </a:lnTo>
                  <a:lnTo>
                    <a:pt x="57328" y="36307"/>
                  </a:lnTo>
                  <a:lnTo>
                    <a:pt x="56372" y="37740"/>
                  </a:lnTo>
                  <a:lnTo>
                    <a:pt x="55894" y="38696"/>
                  </a:lnTo>
                  <a:lnTo>
                    <a:pt x="55894" y="38696"/>
                  </a:lnTo>
                  <a:lnTo>
                    <a:pt x="55894" y="39174"/>
                  </a:lnTo>
                  <a:lnTo>
                    <a:pt x="57328" y="41085"/>
                  </a:lnTo>
                  <a:lnTo>
                    <a:pt x="56372" y="43951"/>
                  </a:lnTo>
                  <a:lnTo>
                    <a:pt x="55416" y="45862"/>
                  </a:lnTo>
                  <a:lnTo>
                    <a:pt x="53983" y="46817"/>
                  </a:lnTo>
                  <a:lnTo>
                    <a:pt x="52550" y="46817"/>
                  </a:lnTo>
                  <a:lnTo>
                    <a:pt x="51595" y="47295"/>
                  </a:lnTo>
                  <a:lnTo>
                    <a:pt x="51595" y="47295"/>
                  </a:lnTo>
                  <a:lnTo>
                    <a:pt x="51117" y="48251"/>
                  </a:lnTo>
                  <a:lnTo>
                    <a:pt x="51117" y="50162"/>
                  </a:lnTo>
                  <a:lnTo>
                    <a:pt x="49206" y="52072"/>
                  </a:lnTo>
                  <a:lnTo>
                    <a:pt x="47773" y="53506"/>
                  </a:lnTo>
                  <a:lnTo>
                    <a:pt x="47295" y="53983"/>
                  </a:lnTo>
                  <a:lnTo>
                    <a:pt x="47295" y="56372"/>
                  </a:lnTo>
                  <a:lnTo>
                    <a:pt x="46817" y="58761"/>
                  </a:lnTo>
                  <a:lnTo>
                    <a:pt x="45384" y="60672"/>
                  </a:lnTo>
                  <a:lnTo>
                    <a:pt x="42518" y="61149"/>
                  </a:lnTo>
                  <a:lnTo>
                    <a:pt x="40129" y="61627"/>
                  </a:lnTo>
                  <a:lnTo>
                    <a:pt x="40129" y="61627"/>
                  </a:lnTo>
                  <a:lnTo>
                    <a:pt x="39174" y="66404"/>
                  </a:lnTo>
                  <a:lnTo>
                    <a:pt x="39174" y="69271"/>
                  </a:lnTo>
                  <a:lnTo>
                    <a:pt x="39174" y="72615"/>
                  </a:lnTo>
                  <a:lnTo>
                    <a:pt x="38696" y="73570"/>
                  </a:lnTo>
                  <a:lnTo>
                    <a:pt x="38696" y="75481"/>
                  </a:lnTo>
                  <a:lnTo>
                    <a:pt x="38696" y="79781"/>
                  </a:lnTo>
                  <a:lnTo>
                    <a:pt x="38218" y="83125"/>
                  </a:lnTo>
                  <a:lnTo>
                    <a:pt x="38696" y="83603"/>
                  </a:lnTo>
                  <a:lnTo>
                    <a:pt x="39174" y="85513"/>
                  </a:lnTo>
                  <a:lnTo>
                    <a:pt x="39174" y="87424"/>
                  </a:lnTo>
                  <a:lnTo>
                    <a:pt x="39651" y="88858"/>
                  </a:lnTo>
                  <a:lnTo>
                    <a:pt x="40129" y="90291"/>
                  </a:lnTo>
                  <a:lnTo>
                    <a:pt x="40129" y="90769"/>
                  </a:lnTo>
                  <a:lnTo>
                    <a:pt x="40129" y="91246"/>
                  </a:lnTo>
                  <a:lnTo>
                    <a:pt x="39651" y="91246"/>
                  </a:lnTo>
                  <a:lnTo>
                    <a:pt x="39651" y="91724"/>
                  </a:lnTo>
                  <a:lnTo>
                    <a:pt x="39651" y="96024"/>
                  </a:lnTo>
                  <a:lnTo>
                    <a:pt x="39651" y="97457"/>
                  </a:lnTo>
                  <a:lnTo>
                    <a:pt x="39651" y="98412"/>
                  </a:lnTo>
                  <a:lnTo>
                    <a:pt x="39174" y="99368"/>
                  </a:lnTo>
                  <a:lnTo>
                    <a:pt x="39174" y="101756"/>
                  </a:lnTo>
                  <a:lnTo>
                    <a:pt x="39651" y="103189"/>
                  </a:lnTo>
                  <a:lnTo>
                    <a:pt x="40129" y="104145"/>
                  </a:lnTo>
                  <a:lnTo>
                    <a:pt x="39651" y="105100"/>
                  </a:lnTo>
                  <a:lnTo>
                    <a:pt x="39174" y="106056"/>
                  </a:lnTo>
                  <a:lnTo>
                    <a:pt x="38696" y="109400"/>
                  </a:lnTo>
                  <a:lnTo>
                    <a:pt x="38696" y="110355"/>
                  </a:lnTo>
                  <a:lnTo>
                    <a:pt x="30575" y="110833"/>
                  </a:lnTo>
                  <a:lnTo>
                    <a:pt x="21020" y="112266"/>
                  </a:lnTo>
                  <a:lnTo>
                    <a:pt x="17198" y="113222"/>
                  </a:lnTo>
                  <a:lnTo>
                    <a:pt x="17198" y="112266"/>
                  </a:lnTo>
                  <a:lnTo>
                    <a:pt x="20542" y="111789"/>
                  </a:lnTo>
                  <a:lnTo>
                    <a:pt x="19587" y="109400"/>
                  </a:lnTo>
                  <a:lnTo>
                    <a:pt x="17676" y="106534"/>
                  </a:lnTo>
                  <a:lnTo>
                    <a:pt x="16721" y="106056"/>
                  </a:lnTo>
                  <a:lnTo>
                    <a:pt x="16243" y="104623"/>
                  </a:lnTo>
                  <a:lnTo>
                    <a:pt x="16721" y="103667"/>
                  </a:lnTo>
                  <a:lnTo>
                    <a:pt x="16721" y="103189"/>
                  </a:lnTo>
                  <a:lnTo>
                    <a:pt x="16243" y="101279"/>
                  </a:lnTo>
                  <a:lnTo>
                    <a:pt x="15287" y="98890"/>
                  </a:lnTo>
                  <a:lnTo>
                    <a:pt x="17198" y="98890"/>
                  </a:lnTo>
                  <a:lnTo>
                    <a:pt x="17198" y="92202"/>
                  </a:lnTo>
                  <a:lnTo>
                    <a:pt x="17198" y="85513"/>
                  </a:lnTo>
                  <a:lnTo>
                    <a:pt x="17198" y="80258"/>
                  </a:lnTo>
                  <a:lnTo>
                    <a:pt x="17198" y="75481"/>
                  </a:lnTo>
                  <a:lnTo>
                    <a:pt x="16721" y="70226"/>
                  </a:lnTo>
                  <a:lnTo>
                    <a:pt x="16721" y="66404"/>
                  </a:lnTo>
                  <a:lnTo>
                    <a:pt x="16721" y="61627"/>
                  </a:lnTo>
                  <a:lnTo>
                    <a:pt x="16243" y="59716"/>
                  </a:lnTo>
                  <a:lnTo>
                    <a:pt x="13376" y="57328"/>
                  </a:lnTo>
                  <a:lnTo>
                    <a:pt x="12421" y="55894"/>
                  </a:lnTo>
                  <a:lnTo>
                    <a:pt x="12421" y="53983"/>
                  </a:lnTo>
                  <a:lnTo>
                    <a:pt x="11943" y="52072"/>
                  </a:lnTo>
                  <a:lnTo>
                    <a:pt x="11465" y="48728"/>
                  </a:lnTo>
                  <a:lnTo>
                    <a:pt x="11465" y="44906"/>
                  </a:lnTo>
                  <a:lnTo>
                    <a:pt x="11465" y="43951"/>
                  </a:lnTo>
                  <a:lnTo>
                    <a:pt x="8599" y="42040"/>
                  </a:lnTo>
                  <a:lnTo>
                    <a:pt x="3822" y="39651"/>
                  </a:lnTo>
                  <a:lnTo>
                    <a:pt x="956" y="37740"/>
                  </a:lnTo>
                  <a:lnTo>
                    <a:pt x="478" y="37263"/>
                  </a:lnTo>
                  <a:lnTo>
                    <a:pt x="0" y="36785"/>
                  </a:lnTo>
                  <a:lnTo>
                    <a:pt x="478" y="31052"/>
                  </a:lnTo>
                  <a:lnTo>
                    <a:pt x="1433" y="30097"/>
                  </a:lnTo>
                  <a:lnTo>
                    <a:pt x="2389" y="27708"/>
                  </a:lnTo>
                  <a:lnTo>
                    <a:pt x="2866" y="25797"/>
                  </a:lnTo>
                  <a:lnTo>
                    <a:pt x="3344" y="25797"/>
                  </a:lnTo>
                  <a:lnTo>
                    <a:pt x="3822" y="25320"/>
                  </a:lnTo>
                  <a:lnTo>
                    <a:pt x="4777" y="24364"/>
                  </a:lnTo>
                  <a:lnTo>
                    <a:pt x="5255" y="24364"/>
                  </a:lnTo>
                  <a:lnTo>
                    <a:pt x="6210" y="24364"/>
                  </a:lnTo>
                  <a:lnTo>
                    <a:pt x="6688" y="24364"/>
                  </a:lnTo>
                  <a:lnTo>
                    <a:pt x="6688" y="23409"/>
                  </a:lnTo>
                  <a:lnTo>
                    <a:pt x="6688" y="22931"/>
                  </a:lnTo>
                  <a:lnTo>
                    <a:pt x="7644" y="22453"/>
                  </a:lnTo>
                  <a:lnTo>
                    <a:pt x="7644" y="21498"/>
                  </a:lnTo>
                  <a:lnTo>
                    <a:pt x="7644" y="21020"/>
                  </a:lnTo>
                  <a:lnTo>
                    <a:pt x="8599" y="20542"/>
                  </a:lnTo>
                  <a:lnTo>
                    <a:pt x="9555" y="21020"/>
                  </a:lnTo>
                  <a:lnTo>
                    <a:pt x="10510" y="20542"/>
                  </a:lnTo>
                  <a:lnTo>
                    <a:pt x="10988" y="20065"/>
                  </a:lnTo>
                  <a:lnTo>
                    <a:pt x="11943" y="18631"/>
                  </a:lnTo>
                  <a:lnTo>
                    <a:pt x="12899" y="18154"/>
                  </a:lnTo>
                  <a:lnTo>
                    <a:pt x="12899" y="17676"/>
                  </a:lnTo>
                  <a:lnTo>
                    <a:pt x="13376" y="17198"/>
                  </a:lnTo>
                  <a:lnTo>
                    <a:pt x="14809" y="17198"/>
                  </a:lnTo>
                  <a:lnTo>
                    <a:pt x="16243" y="17198"/>
                  </a:lnTo>
                  <a:lnTo>
                    <a:pt x="16721" y="18154"/>
                  </a:lnTo>
                  <a:lnTo>
                    <a:pt x="21975" y="17676"/>
                  </a:lnTo>
                  <a:lnTo>
                    <a:pt x="24364" y="17676"/>
                  </a:lnTo>
                  <a:lnTo>
                    <a:pt x="29141" y="13854"/>
                  </a:lnTo>
                  <a:lnTo>
                    <a:pt x="30575" y="12899"/>
                  </a:lnTo>
                  <a:lnTo>
                    <a:pt x="32008" y="10032"/>
                  </a:lnTo>
                  <a:lnTo>
                    <a:pt x="32486" y="9077"/>
                  </a:lnTo>
                  <a:lnTo>
                    <a:pt x="32963" y="7166"/>
                  </a:lnTo>
                  <a:lnTo>
                    <a:pt x="32008" y="3822"/>
                  </a:lnTo>
                  <a:lnTo>
                    <a:pt x="32008" y="2866"/>
                  </a:lnTo>
                  <a:lnTo>
                    <a:pt x="33919" y="2389"/>
                  </a:lnTo>
                  <a:lnTo>
                    <a:pt x="36785" y="1911"/>
                  </a:lnTo>
                  <a:lnTo>
                    <a:pt x="37740" y="1911"/>
                  </a:lnTo>
                  <a:lnTo>
                    <a:pt x="38218" y="1433"/>
                  </a:lnTo>
                  <a:lnTo>
                    <a:pt x="39174" y="478"/>
                  </a:lnTo>
                  <a:lnTo>
                    <a:pt x="40607" y="0"/>
                  </a:lnTo>
                  <a:lnTo>
                    <a:pt x="41563" y="478"/>
                  </a:lnTo>
                  <a:lnTo>
                    <a:pt x="42040" y="478"/>
                  </a:lnTo>
                  <a:lnTo>
                    <a:pt x="47295" y="4777"/>
                  </a:lnTo>
                  <a:lnTo>
                    <a:pt x="49684" y="7166"/>
                  </a:lnTo>
                  <a:lnTo>
                    <a:pt x="50639" y="8599"/>
                  </a:lnTo>
                  <a:lnTo>
                    <a:pt x="51595" y="9555"/>
                  </a:lnTo>
                  <a:lnTo>
                    <a:pt x="53506" y="10032"/>
                  </a:lnTo>
                  <a:lnTo>
                    <a:pt x="54939" y="10988"/>
                  </a:lnTo>
                  <a:lnTo>
                    <a:pt x="56372" y="12899"/>
                  </a:lnTo>
                  <a:lnTo>
                    <a:pt x="55416" y="13854"/>
                  </a:lnTo>
                  <a:lnTo>
                    <a:pt x="54461" y="16243"/>
                  </a:lnTo>
                  <a:lnTo>
                    <a:pt x="53983" y="18154"/>
                  </a:lnTo>
                  <a:lnTo>
                    <a:pt x="57328" y="22453"/>
                  </a:lnTo>
                  <a:lnTo>
                    <a:pt x="57328" y="22931"/>
                  </a:lnTo>
                  <a:lnTo>
                    <a:pt x="57805" y="22931"/>
                  </a:lnTo>
                  <a:lnTo>
                    <a:pt x="58283" y="23409"/>
                  </a:lnTo>
                  <a:lnTo>
                    <a:pt x="58761" y="24364"/>
                  </a:lnTo>
                  <a:lnTo>
                    <a:pt x="59238" y="26275"/>
                  </a:lnTo>
                  <a:lnTo>
                    <a:pt x="59238" y="28186"/>
                  </a:lnTo>
                  <a:lnTo>
                    <a:pt x="59716" y="30097"/>
                  </a:lnTo>
                  <a:lnTo>
                    <a:pt x="61149" y="320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0" name="Freeform 2249">
              <a:extLst>
                <a:ext uri="{FF2B5EF4-FFF2-40B4-BE49-F238E27FC236}">
                  <a16:creationId xmlns:a16="http://schemas.microsoft.com/office/drawing/2014/main" id="{EACBA8B5-72DF-6171-B83F-21EC69B37FBE}"/>
                </a:ext>
              </a:extLst>
            </p:cNvPr>
            <p:cNvSpPr/>
            <p:nvPr/>
          </p:nvSpPr>
          <p:spPr>
            <a:xfrm>
              <a:off x="5955069" y="3649495"/>
              <a:ext cx="3344" cy="955"/>
            </a:xfrm>
            <a:custGeom>
              <a:avLst/>
              <a:gdLst>
                <a:gd name="csX0" fmla="*/ 3344 w 3344"/>
                <a:gd name="csY0" fmla="*/ 956 h 955"/>
                <a:gd name="csX1" fmla="*/ 1911 w 3344"/>
                <a:gd name="csY1" fmla="*/ 478 h 955"/>
                <a:gd name="csX2" fmla="*/ 0 w 3344"/>
                <a:gd name="csY2" fmla="*/ 0 h 955"/>
                <a:gd name="csX3" fmla="*/ 1911 w 3344"/>
                <a:gd name="csY3" fmla="*/ 478 h 955"/>
                <a:gd name="csX4" fmla="*/ 3344 w 3344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955">
                  <a:moveTo>
                    <a:pt x="3344" y="956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33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1" name="Freeform 2250">
              <a:extLst>
                <a:ext uri="{FF2B5EF4-FFF2-40B4-BE49-F238E27FC236}">
                  <a16:creationId xmlns:a16="http://schemas.microsoft.com/office/drawing/2014/main" id="{A3EBCDFC-7E9E-AA8B-1BFF-467666F2C375}"/>
                </a:ext>
              </a:extLst>
            </p:cNvPr>
            <p:cNvSpPr/>
            <p:nvPr/>
          </p:nvSpPr>
          <p:spPr>
            <a:xfrm>
              <a:off x="5930705" y="3944731"/>
              <a:ext cx="21497" cy="15765"/>
            </a:xfrm>
            <a:custGeom>
              <a:avLst/>
              <a:gdLst>
                <a:gd name="csX0" fmla="*/ 21498 w 21497"/>
                <a:gd name="csY0" fmla="*/ 4777 h 15765"/>
                <a:gd name="csX1" fmla="*/ 21498 w 21497"/>
                <a:gd name="csY1" fmla="*/ 6211 h 15765"/>
                <a:gd name="csX2" fmla="*/ 20542 w 21497"/>
                <a:gd name="csY2" fmla="*/ 8121 h 15765"/>
                <a:gd name="csX3" fmla="*/ 19587 w 21497"/>
                <a:gd name="csY3" fmla="*/ 9555 h 15765"/>
                <a:gd name="csX4" fmla="*/ 18154 w 21497"/>
                <a:gd name="csY4" fmla="*/ 11466 h 15765"/>
                <a:gd name="csX5" fmla="*/ 17198 w 21497"/>
                <a:gd name="csY5" fmla="*/ 13377 h 15765"/>
                <a:gd name="csX6" fmla="*/ 15765 w 21497"/>
                <a:gd name="csY6" fmla="*/ 14810 h 15765"/>
                <a:gd name="csX7" fmla="*/ 13854 w 21497"/>
                <a:gd name="csY7" fmla="*/ 15765 h 15765"/>
                <a:gd name="csX8" fmla="*/ 10510 w 21497"/>
                <a:gd name="csY8" fmla="*/ 13854 h 15765"/>
                <a:gd name="csX9" fmla="*/ 8599 w 21497"/>
                <a:gd name="csY9" fmla="*/ 13377 h 15765"/>
                <a:gd name="csX10" fmla="*/ 8121 w 21497"/>
                <a:gd name="csY10" fmla="*/ 12899 h 15765"/>
                <a:gd name="csX11" fmla="*/ 7644 w 21497"/>
                <a:gd name="csY11" fmla="*/ 10510 h 15765"/>
                <a:gd name="csX12" fmla="*/ 6688 w 21497"/>
                <a:gd name="csY12" fmla="*/ 10032 h 15765"/>
                <a:gd name="csX13" fmla="*/ 5255 w 21497"/>
                <a:gd name="csY13" fmla="*/ 9555 h 15765"/>
                <a:gd name="csX14" fmla="*/ 4299 w 21497"/>
                <a:gd name="csY14" fmla="*/ 10032 h 15765"/>
                <a:gd name="csX15" fmla="*/ 2866 w 21497"/>
                <a:gd name="csY15" fmla="*/ 11466 h 15765"/>
                <a:gd name="csX16" fmla="*/ 1911 w 21497"/>
                <a:gd name="csY16" fmla="*/ 10032 h 15765"/>
                <a:gd name="csX17" fmla="*/ 478 w 21497"/>
                <a:gd name="csY17" fmla="*/ 10032 h 15765"/>
                <a:gd name="csX18" fmla="*/ 0 w 21497"/>
                <a:gd name="csY18" fmla="*/ 9077 h 15765"/>
                <a:gd name="csX19" fmla="*/ 0 w 21497"/>
                <a:gd name="csY19" fmla="*/ 8121 h 15765"/>
                <a:gd name="csX20" fmla="*/ 8121 w 21497"/>
                <a:gd name="csY20" fmla="*/ 2389 h 15765"/>
                <a:gd name="csX21" fmla="*/ 10510 w 21497"/>
                <a:gd name="csY21" fmla="*/ 1433 h 15765"/>
                <a:gd name="csX22" fmla="*/ 15765 w 21497"/>
                <a:gd name="csY22" fmla="*/ 0 h 15765"/>
                <a:gd name="csX23" fmla="*/ 16243 w 21497"/>
                <a:gd name="csY23" fmla="*/ 0 h 15765"/>
                <a:gd name="csX24" fmla="*/ 15765 w 21497"/>
                <a:gd name="csY24" fmla="*/ 956 h 15765"/>
                <a:gd name="csX25" fmla="*/ 15765 w 21497"/>
                <a:gd name="csY25" fmla="*/ 1433 h 15765"/>
                <a:gd name="csX26" fmla="*/ 16243 w 21497"/>
                <a:gd name="csY26" fmla="*/ 1911 h 15765"/>
                <a:gd name="csX27" fmla="*/ 16243 w 21497"/>
                <a:gd name="csY27" fmla="*/ 2389 h 15765"/>
                <a:gd name="csX28" fmla="*/ 15765 w 21497"/>
                <a:gd name="csY28" fmla="*/ 2867 h 15765"/>
                <a:gd name="csX29" fmla="*/ 15287 w 21497"/>
                <a:gd name="csY29" fmla="*/ 4300 h 15765"/>
                <a:gd name="csX30" fmla="*/ 17198 w 21497"/>
                <a:gd name="csY30" fmla="*/ 4777 h 15765"/>
                <a:gd name="csX31" fmla="*/ 19109 w 21497"/>
                <a:gd name="csY31" fmla="*/ 4300 h 15765"/>
                <a:gd name="csX32" fmla="*/ 20542 w 21497"/>
                <a:gd name="csY32" fmla="*/ 4300 h 15765"/>
                <a:gd name="csX33" fmla="*/ 21498 w 21497"/>
                <a:gd name="csY33" fmla="*/ 4777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21497" h="15765">
                  <a:moveTo>
                    <a:pt x="21498" y="4777"/>
                  </a:moveTo>
                  <a:lnTo>
                    <a:pt x="21498" y="6211"/>
                  </a:lnTo>
                  <a:lnTo>
                    <a:pt x="20542" y="8121"/>
                  </a:lnTo>
                  <a:lnTo>
                    <a:pt x="19587" y="9555"/>
                  </a:lnTo>
                  <a:lnTo>
                    <a:pt x="18154" y="11466"/>
                  </a:lnTo>
                  <a:lnTo>
                    <a:pt x="17198" y="13377"/>
                  </a:lnTo>
                  <a:lnTo>
                    <a:pt x="15765" y="14810"/>
                  </a:lnTo>
                  <a:lnTo>
                    <a:pt x="13854" y="15765"/>
                  </a:lnTo>
                  <a:lnTo>
                    <a:pt x="10510" y="13854"/>
                  </a:lnTo>
                  <a:lnTo>
                    <a:pt x="8599" y="13377"/>
                  </a:lnTo>
                  <a:lnTo>
                    <a:pt x="8121" y="12899"/>
                  </a:lnTo>
                  <a:lnTo>
                    <a:pt x="7644" y="10510"/>
                  </a:lnTo>
                  <a:lnTo>
                    <a:pt x="6688" y="10032"/>
                  </a:lnTo>
                  <a:lnTo>
                    <a:pt x="5255" y="9555"/>
                  </a:lnTo>
                  <a:lnTo>
                    <a:pt x="4299" y="10032"/>
                  </a:lnTo>
                  <a:lnTo>
                    <a:pt x="2866" y="11466"/>
                  </a:lnTo>
                  <a:lnTo>
                    <a:pt x="1911" y="10032"/>
                  </a:lnTo>
                  <a:lnTo>
                    <a:pt x="478" y="10032"/>
                  </a:lnTo>
                  <a:lnTo>
                    <a:pt x="0" y="9077"/>
                  </a:lnTo>
                  <a:lnTo>
                    <a:pt x="0" y="8121"/>
                  </a:lnTo>
                  <a:lnTo>
                    <a:pt x="8121" y="2389"/>
                  </a:lnTo>
                  <a:lnTo>
                    <a:pt x="10510" y="1433"/>
                  </a:lnTo>
                  <a:lnTo>
                    <a:pt x="15765" y="0"/>
                  </a:lnTo>
                  <a:lnTo>
                    <a:pt x="16243" y="0"/>
                  </a:lnTo>
                  <a:lnTo>
                    <a:pt x="15765" y="956"/>
                  </a:lnTo>
                  <a:lnTo>
                    <a:pt x="15765" y="1433"/>
                  </a:lnTo>
                  <a:lnTo>
                    <a:pt x="16243" y="1911"/>
                  </a:lnTo>
                  <a:lnTo>
                    <a:pt x="16243" y="2389"/>
                  </a:lnTo>
                  <a:lnTo>
                    <a:pt x="15765" y="2867"/>
                  </a:lnTo>
                  <a:lnTo>
                    <a:pt x="15287" y="4300"/>
                  </a:lnTo>
                  <a:lnTo>
                    <a:pt x="17198" y="4777"/>
                  </a:lnTo>
                  <a:lnTo>
                    <a:pt x="19109" y="4300"/>
                  </a:lnTo>
                  <a:lnTo>
                    <a:pt x="20542" y="4300"/>
                  </a:lnTo>
                  <a:lnTo>
                    <a:pt x="2149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2" name="Freeform 2251">
              <a:extLst>
                <a:ext uri="{FF2B5EF4-FFF2-40B4-BE49-F238E27FC236}">
                  <a16:creationId xmlns:a16="http://schemas.microsoft.com/office/drawing/2014/main" id="{F85F03C0-E0FF-1360-9650-95EC9A617CF2}"/>
                </a:ext>
              </a:extLst>
            </p:cNvPr>
            <p:cNvSpPr/>
            <p:nvPr/>
          </p:nvSpPr>
          <p:spPr>
            <a:xfrm>
              <a:off x="5700439" y="3852052"/>
              <a:ext cx="248896" cy="183447"/>
            </a:xfrm>
            <a:custGeom>
              <a:avLst/>
              <a:gdLst>
                <a:gd name="csX0" fmla="*/ 248419 w 248896"/>
                <a:gd name="csY0" fmla="*/ 35352 h 183447"/>
                <a:gd name="csX1" fmla="*/ 248897 w 248896"/>
                <a:gd name="csY1" fmla="*/ 36785 h 183447"/>
                <a:gd name="csX2" fmla="*/ 246986 w 248896"/>
                <a:gd name="csY2" fmla="*/ 37263 h 183447"/>
                <a:gd name="csX3" fmla="*/ 246031 w 248896"/>
                <a:gd name="csY3" fmla="*/ 37740 h 183447"/>
                <a:gd name="csX4" fmla="*/ 245553 w 248896"/>
                <a:gd name="csY4" fmla="*/ 39651 h 183447"/>
                <a:gd name="csX5" fmla="*/ 246508 w 248896"/>
                <a:gd name="csY5" fmla="*/ 40607 h 183447"/>
                <a:gd name="csX6" fmla="*/ 247464 w 248896"/>
                <a:gd name="csY6" fmla="*/ 41085 h 183447"/>
                <a:gd name="csX7" fmla="*/ 247464 w 248896"/>
                <a:gd name="csY7" fmla="*/ 41563 h 183447"/>
                <a:gd name="csX8" fmla="*/ 247464 w 248896"/>
                <a:gd name="csY8" fmla="*/ 45384 h 183447"/>
                <a:gd name="csX9" fmla="*/ 245553 w 248896"/>
                <a:gd name="csY9" fmla="*/ 47295 h 183447"/>
                <a:gd name="csX10" fmla="*/ 242686 w 248896"/>
                <a:gd name="csY10" fmla="*/ 49684 h 183447"/>
                <a:gd name="csX11" fmla="*/ 229310 w 248896"/>
                <a:gd name="csY11" fmla="*/ 56850 h 183447"/>
                <a:gd name="csX12" fmla="*/ 225966 w 248896"/>
                <a:gd name="csY12" fmla="*/ 60194 h 183447"/>
                <a:gd name="csX13" fmla="*/ 224533 w 248896"/>
                <a:gd name="csY13" fmla="*/ 61149 h 183447"/>
                <a:gd name="csX14" fmla="*/ 214500 w 248896"/>
                <a:gd name="csY14" fmla="*/ 63060 h 183447"/>
                <a:gd name="csX15" fmla="*/ 207334 w 248896"/>
                <a:gd name="csY15" fmla="*/ 65449 h 183447"/>
                <a:gd name="csX16" fmla="*/ 203991 w 248896"/>
                <a:gd name="csY16" fmla="*/ 66404 h 183447"/>
                <a:gd name="csX17" fmla="*/ 199691 w 248896"/>
                <a:gd name="csY17" fmla="*/ 70704 h 183447"/>
                <a:gd name="csX18" fmla="*/ 197302 w 248896"/>
                <a:gd name="csY18" fmla="*/ 72137 h 183447"/>
                <a:gd name="csX19" fmla="*/ 199213 w 248896"/>
                <a:gd name="csY19" fmla="*/ 72615 h 183447"/>
                <a:gd name="csX20" fmla="*/ 201124 w 248896"/>
                <a:gd name="csY20" fmla="*/ 74526 h 183447"/>
                <a:gd name="csX21" fmla="*/ 200168 w 248896"/>
                <a:gd name="csY21" fmla="*/ 75481 h 183447"/>
                <a:gd name="csX22" fmla="*/ 197780 w 248896"/>
                <a:gd name="csY22" fmla="*/ 76914 h 183447"/>
                <a:gd name="csX23" fmla="*/ 196347 w 248896"/>
                <a:gd name="csY23" fmla="*/ 77392 h 183447"/>
                <a:gd name="csX24" fmla="*/ 195869 w 248896"/>
                <a:gd name="csY24" fmla="*/ 76914 h 183447"/>
                <a:gd name="csX25" fmla="*/ 194914 w 248896"/>
                <a:gd name="csY25" fmla="*/ 77392 h 183447"/>
                <a:gd name="csX26" fmla="*/ 190614 w 248896"/>
                <a:gd name="csY26" fmla="*/ 84080 h 183447"/>
                <a:gd name="csX27" fmla="*/ 186314 w 248896"/>
                <a:gd name="csY27" fmla="*/ 89335 h 183447"/>
                <a:gd name="csX28" fmla="*/ 183926 w 248896"/>
                <a:gd name="csY28" fmla="*/ 91724 h 183447"/>
                <a:gd name="csX29" fmla="*/ 182015 w 248896"/>
                <a:gd name="csY29" fmla="*/ 94590 h 183447"/>
                <a:gd name="csX30" fmla="*/ 176760 w 248896"/>
                <a:gd name="csY30" fmla="*/ 103189 h 183447"/>
                <a:gd name="csX31" fmla="*/ 176760 w 248896"/>
                <a:gd name="csY31" fmla="*/ 105578 h 183447"/>
                <a:gd name="csX32" fmla="*/ 179149 w 248896"/>
                <a:gd name="csY32" fmla="*/ 113700 h 183447"/>
                <a:gd name="csX33" fmla="*/ 180582 w 248896"/>
                <a:gd name="csY33" fmla="*/ 116088 h 183447"/>
                <a:gd name="csX34" fmla="*/ 182493 w 248896"/>
                <a:gd name="csY34" fmla="*/ 117999 h 183447"/>
                <a:gd name="csX35" fmla="*/ 186314 w 248896"/>
                <a:gd name="csY35" fmla="*/ 119432 h 183447"/>
                <a:gd name="csX36" fmla="*/ 187270 w 248896"/>
                <a:gd name="csY36" fmla="*/ 120865 h 183447"/>
                <a:gd name="csX37" fmla="*/ 185837 w 248896"/>
                <a:gd name="csY37" fmla="*/ 122299 h 183447"/>
                <a:gd name="csX38" fmla="*/ 182493 w 248896"/>
                <a:gd name="csY38" fmla="*/ 124687 h 183447"/>
                <a:gd name="csX39" fmla="*/ 175804 w 248896"/>
                <a:gd name="csY39" fmla="*/ 128509 h 183447"/>
                <a:gd name="csX40" fmla="*/ 172938 w 248896"/>
                <a:gd name="csY40" fmla="*/ 131376 h 183447"/>
                <a:gd name="csX41" fmla="*/ 172460 w 248896"/>
                <a:gd name="csY41" fmla="*/ 133764 h 183447"/>
                <a:gd name="csX42" fmla="*/ 170549 w 248896"/>
                <a:gd name="csY42" fmla="*/ 135197 h 183447"/>
                <a:gd name="csX43" fmla="*/ 169594 w 248896"/>
                <a:gd name="csY43" fmla="*/ 138542 h 183447"/>
                <a:gd name="csX44" fmla="*/ 168638 w 248896"/>
                <a:gd name="csY44" fmla="*/ 140930 h 183447"/>
                <a:gd name="csX45" fmla="*/ 168638 w 248896"/>
                <a:gd name="csY45" fmla="*/ 141886 h 183447"/>
                <a:gd name="csX46" fmla="*/ 167205 w 248896"/>
                <a:gd name="csY46" fmla="*/ 143796 h 183447"/>
                <a:gd name="csX47" fmla="*/ 167205 w 248896"/>
                <a:gd name="csY47" fmla="*/ 145230 h 183447"/>
                <a:gd name="csX48" fmla="*/ 169116 w 248896"/>
                <a:gd name="csY48" fmla="*/ 147141 h 183447"/>
                <a:gd name="csX49" fmla="*/ 168161 w 248896"/>
                <a:gd name="csY49" fmla="*/ 147618 h 183447"/>
                <a:gd name="csX50" fmla="*/ 167205 w 248896"/>
                <a:gd name="csY50" fmla="*/ 148096 h 183447"/>
                <a:gd name="csX51" fmla="*/ 164817 w 248896"/>
                <a:gd name="csY51" fmla="*/ 148096 h 183447"/>
                <a:gd name="csX52" fmla="*/ 157173 w 248896"/>
                <a:gd name="csY52" fmla="*/ 148574 h 183447"/>
                <a:gd name="csX53" fmla="*/ 150962 w 248896"/>
                <a:gd name="csY53" fmla="*/ 152396 h 183447"/>
                <a:gd name="csX54" fmla="*/ 147618 w 248896"/>
                <a:gd name="csY54" fmla="*/ 156218 h 183447"/>
                <a:gd name="csX55" fmla="*/ 144752 w 248896"/>
                <a:gd name="csY55" fmla="*/ 162428 h 183447"/>
                <a:gd name="csX56" fmla="*/ 141408 w 248896"/>
                <a:gd name="csY56" fmla="*/ 166250 h 183447"/>
                <a:gd name="csX57" fmla="*/ 139975 w 248896"/>
                <a:gd name="csY57" fmla="*/ 167205 h 183447"/>
                <a:gd name="csX58" fmla="*/ 137586 w 248896"/>
                <a:gd name="csY58" fmla="*/ 165294 h 183447"/>
                <a:gd name="csX59" fmla="*/ 134720 w 248896"/>
                <a:gd name="csY59" fmla="*/ 165294 h 183447"/>
                <a:gd name="csX60" fmla="*/ 131853 w 248896"/>
                <a:gd name="csY60" fmla="*/ 165772 h 183447"/>
                <a:gd name="csX61" fmla="*/ 130420 w 248896"/>
                <a:gd name="csY61" fmla="*/ 167205 h 183447"/>
                <a:gd name="csX62" fmla="*/ 128031 w 248896"/>
                <a:gd name="csY62" fmla="*/ 167683 h 183447"/>
                <a:gd name="csX63" fmla="*/ 125643 w 248896"/>
                <a:gd name="csY63" fmla="*/ 167205 h 183447"/>
                <a:gd name="csX64" fmla="*/ 120865 w 248896"/>
                <a:gd name="csY64" fmla="*/ 166727 h 183447"/>
                <a:gd name="csX65" fmla="*/ 118477 w 248896"/>
                <a:gd name="csY65" fmla="*/ 166727 h 183447"/>
                <a:gd name="csX66" fmla="*/ 115133 w 248896"/>
                <a:gd name="csY66" fmla="*/ 167683 h 183447"/>
                <a:gd name="csX67" fmla="*/ 112266 w 248896"/>
                <a:gd name="csY67" fmla="*/ 167205 h 183447"/>
                <a:gd name="csX68" fmla="*/ 107489 w 248896"/>
                <a:gd name="csY68" fmla="*/ 166727 h 183447"/>
                <a:gd name="csX69" fmla="*/ 96979 w 248896"/>
                <a:gd name="csY69" fmla="*/ 167683 h 183447"/>
                <a:gd name="csX70" fmla="*/ 95546 w 248896"/>
                <a:gd name="csY70" fmla="*/ 168161 h 183447"/>
                <a:gd name="csX71" fmla="*/ 94113 w 248896"/>
                <a:gd name="csY71" fmla="*/ 169594 h 183447"/>
                <a:gd name="csX72" fmla="*/ 90769 w 248896"/>
                <a:gd name="csY72" fmla="*/ 172460 h 183447"/>
                <a:gd name="csX73" fmla="*/ 85513 w 248896"/>
                <a:gd name="csY73" fmla="*/ 172460 h 183447"/>
                <a:gd name="csX74" fmla="*/ 80736 w 248896"/>
                <a:gd name="csY74" fmla="*/ 174371 h 183447"/>
                <a:gd name="csX75" fmla="*/ 79781 w 248896"/>
                <a:gd name="csY75" fmla="*/ 175327 h 183447"/>
                <a:gd name="csX76" fmla="*/ 77392 w 248896"/>
                <a:gd name="csY76" fmla="*/ 178671 h 183447"/>
                <a:gd name="csX77" fmla="*/ 77392 w 248896"/>
                <a:gd name="csY77" fmla="*/ 180104 h 183447"/>
                <a:gd name="csX78" fmla="*/ 76914 w 248896"/>
                <a:gd name="csY78" fmla="*/ 180582 h 183447"/>
                <a:gd name="csX79" fmla="*/ 76914 w 248896"/>
                <a:gd name="csY79" fmla="*/ 181059 h 183447"/>
                <a:gd name="csX80" fmla="*/ 76437 w 248896"/>
                <a:gd name="csY80" fmla="*/ 181059 h 183447"/>
                <a:gd name="csX81" fmla="*/ 75959 w 248896"/>
                <a:gd name="csY81" fmla="*/ 180104 h 183447"/>
                <a:gd name="csX82" fmla="*/ 75481 w 248896"/>
                <a:gd name="csY82" fmla="*/ 180582 h 183447"/>
                <a:gd name="csX83" fmla="*/ 75004 w 248896"/>
                <a:gd name="csY83" fmla="*/ 182015 h 183447"/>
                <a:gd name="csX84" fmla="*/ 73093 w 248896"/>
                <a:gd name="csY84" fmla="*/ 182970 h 183447"/>
                <a:gd name="csX85" fmla="*/ 71659 w 248896"/>
                <a:gd name="csY85" fmla="*/ 183448 h 183447"/>
                <a:gd name="csX86" fmla="*/ 68315 w 248896"/>
                <a:gd name="csY86" fmla="*/ 182015 h 183447"/>
                <a:gd name="csX87" fmla="*/ 64971 w 248896"/>
                <a:gd name="csY87" fmla="*/ 179626 h 183447"/>
                <a:gd name="csX88" fmla="*/ 63538 w 248896"/>
                <a:gd name="csY88" fmla="*/ 179626 h 183447"/>
                <a:gd name="csX89" fmla="*/ 61149 w 248896"/>
                <a:gd name="csY89" fmla="*/ 176282 h 183447"/>
                <a:gd name="csX90" fmla="*/ 59716 w 248896"/>
                <a:gd name="csY90" fmla="*/ 174371 h 183447"/>
                <a:gd name="csX91" fmla="*/ 59238 w 248896"/>
                <a:gd name="csY91" fmla="*/ 171983 h 183447"/>
                <a:gd name="csX92" fmla="*/ 59238 w 248896"/>
                <a:gd name="csY92" fmla="*/ 171027 h 183447"/>
                <a:gd name="csX93" fmla="*/ 59238 w 248896"/>
                <a:gd name="csY93" fmla="*/ 170549 h 183447"/>
                <a:gd name="csX94" fmla="*/ 56850 w 248896"/>
                <a:gd name="csY94" fmla="*/ 169594 h 183447"/>
                <a:gd name="csX95" fmla="*/ 56372 w 248896"/>
                <a:gd name="csY95" fmla="*/ 167205 h 183447"/>
                <a:gd name="csX96" fmla="*/ 57805 w 248896"/>
                <a:gd name="csY96" fmla="*/ 164817 h 183447"/>
                <a:gd name="csX97" fmla="*/ 59238 w 248896"/>
                <a:gd name="csY97" fmla="*/ 163384 h 183447"/>
                <a:gd name="csX98" fmla="*/ 60194 w 248896"/>
                <a:gd name="csY98" fmla="*/ 163384 h 183447"/>
                <a:gd name="csX99" fmla="*/ 57805 w 248896"/>
                <a:gd name="csY99" fmla="*/ 163384 h 183447"/>
                <a:gd name="csX100" fmla="*/ 56372 w 248896"/>
                <a:gd name="csY100" fmla="*/ 165294 h 183447"/>
                <a:gd name="csX101" fmla="*/ 54461 w 248896"/>
                <a:gd name="csY101" fmla="*/ 162428 h 183447"/>
                <a:gd name="csX102" fmla="*/ 46817 w 248896"/>
                <a:gd name="csY102" fmla="*/ 156695 h 183447"/>
                <a:gd name="csX103" fmla="*/ 47295 w 248896"/>
                <a:gd name="csY103" fmla="*/ 155740 h 183447"/>
                <a:gd name="csX104" fmla="*/ 47295 w 248896"/>
                <a:gd name="csY104" fmla="*/ 154784 h 183447"/>
                <a:gd name="csX105" fmla="*/ 45862 w 248896"/>
                <a:gd name="csY105" fmla="*/ 156218 h 183447"/>
                <a:gd name="csX106" fmla="*/ 44906 w 248896"/>
                <a:gd name="csY106" fmla="*/ 156695 h 183447"/>
                <a:gd name="csX107" fmla="*/ 41085 w 248896"/>
                <a:gd name="csY107" fmla="*/ 156695 h 183447"/>
                <a:gd name="csX108" fmla="*/ 36307 w 248896"/>
                <a:gd name="csY108" fmla="*/ 157173 h 183447"/>
                <a:gd name="csX109" fmla="*/ 36307 w 248896"/>
                <a:gd name="csY109" fmla="*/ 156218 h 183447"/>
                <a:gd name="csX110" fmla="*/ 37263 w 248896"/>
                <a:gd name="csY110" fmla="*/ 156218 h 183447"/>
                <a:gd name="csX111" fmla="*/ 35830 w 248896"/>
                <a:gd name="csY111" fmla="*/ 150485 h 183447"/>
                <a:gd name="csX112" fmla="*/ 35352 w 248896"/>
                <a:gd name="csY112" fmla="*/ 148574 h 183447"/>
                <a:gd name="csX113" fmla="*/ 34874 w 248896"/>
                <a:gd name="csY113" fmla="*/ 147141 h 183447"/>
                <a:gd name="csX114" fmla="*/ 36307 w 248896"/>
                <a:gd name="csY114" fmla="*/ 144274 h 183447"/>
                <a:gd name="csX115" fmla="*/ 37263 w 248896"/>
                <a:gd name="csY115" fmla="*/ 143319 h 183447"/>
                <a:gd name="csX116" fmla="*/ 37740 w 248896"/>
                <a:gd name="csY116" fmla="*/ 142363 h 183447"/>
                <a:gd name="csX117" fmla="*/ 38696 w 248896"/>
                <a:gd name="csY117" fmla="*/ 140452 h 183447"/>
                <a:gd name="csX118" fmla="*/ 41085 w 248896"/>
                <a:gd name="csY118" fmla="*/ 138542 h 183447"/>
                <a:gd name="csX119" fmla="*/ 42996 w 248896"/>
                <a:gd name="csY119" fmla="*/ 137586 h 183447"/>
                <a:gd name="csX120" fmla="*/ 43951 w 248896"/>
                <a:gd name="csY120" fmla="*/ 137586 h 183447"/>
                <a:gd name="csX121" fmla="*/ 44429 w 248896"/>
                <a:gd name="csY121" fmla="*/ 136631 h 183447"/>
                <a:gd name="csX122" fmla="*/ 44906 w 248896"/>
                <a:gd name="csY122" fmla="*/ 136631 h 183447"/>
                <a:gd name="csX123" fmla="*/ 45384 w 248896"/>
                <a:gd name="csY123" fmla="*/ 134720 h 183447"/>
                <a:gd name="csX124" fmla="*/ 45862 w 248896"/>
                <a:gd name="csY124" fmla="*/ 133286 h 183447"/>
                <a:gd name="csX125" fmla="*/ 45862 w 248896"/>
                <a:gd name="csY125" fmla="*/ 132809 h 183447"/>
                <a:gd name="csX126" fmla="*/ 42996 w 248896"/>
                <a:gd name="csY126" fmla="*/ 133286 h 183447"/>
                <a:gd name="csX127" fmla="*/ 38218 w 248896"/>
                <a:gd name="csY127" fmla="*/ 127076 h 183447"/>
                <a:gd name="csX128" fmla="*/ 38696 w 248896"/>
                <a:gd name="csY128" fmla="*/ 126120 h 183447"/>
                <a:gd name="csX129" fmla="*/ 39174 w 248896"/>
                <a:gd name="csY129" fmla="*/ 124210 h 183447"/>
                <a:gd name="csX130" fmla="*/ 39651 w 248896"/>
                <a:gd name="csY130" fmla="*/ 122299 h 183447"/>
                <a:gd name="csX131" fmla="*/ 39651 w 248896"/>
                <a:gd name="csY131" fmla="*/ 121343 h 183447"/>
                <a:gd name="csX132" fmla="*/ 40129 w 248896"/>
                <a:gd name="csY132" fmla="*/ 120865 h 183447"/>
                <a:gd name="csX133" fmla="*/ 42040 w 248896"/>
                <a:gd name="csY133" fmla="*/ 119432 h 183447"/>
                <a:gd name="csX134" fmla="*/ 43473 w 248896"/>
                <a:gd name="csY134" fmla="*/ 117521 h 183447"/>
                <a:gd name="csX135" fmla="*/ 43951 w 248896"/>
                <a:gd name="csY135" fmla="*/ 117044 h 183447"/>
                <a:gd name="csX136" fmla="*/ 44429 w 248896"/>
                <a:gd name="csY136" fmla="*/ 116566 h 183447"/>
                <a:gd name="csX137" fmla="*/ 44906 w 248896"/>
                <a:gd name="csY137" fmla="*/ 114655 h 183447"/>
                <a:gd name="csX138" fmla="*/ 45384 w 248896"/>
                <a:gd name="csY138" fmla="*/ 113222 h 183447"/>
                <a:gd name="csX139" fmla="*/ 44429 w 248896"/>
                <a:gd name="csY139" fmla="*/ 111789 h 183447"/>
                <a:gd name="csX140" fmla="*/ 41563 w 248896"/>
                <a:gd name="csY140" fmla="*/ 111311 h 183447"/>
                <a:gd name="csX141" fmla="*/ 39174 w 248896"/>
                <a:gd name="csY141" fmla="*/ 106534 h 183447"/>
                <a:gd name="csX142" fmla="*/ 38696 w 248896"/>
                <a:gd name="csY142" fmla="*/ 103667 h 183447"/>
                <a:gd name="csX143" fmla="*/ 37740 w 248896"/>
                <a:gd name="csY143" fmla="*/ 103189 h 183447"/>
                <a:gd name="csX144" fmla="*/ 36307 w 248896"/>
                <a:gd name="csY144" fmla="*/ 101756 h 183447"/>
                <a:gd name="csX145" fmla="*/ 34874 w 248896"/>
                <a:gd name="csY145" fmla="*/ 99368 h 183447"/>
                <a:gd name="csX146" fmla="*/ 35352 w 248896"/>
                <a:gd name="csY146" fmla="*/ 99368 h 183447"/>
                <a:gd name="csX147" fmla="*/ 42040 w 248896"/>
                <a:gd name="csY147" fmla="*/ 99368 h 183447"/>
                <a:gd name="csX148" fmla="*/ 43473 w 248896"/>
                <a:gd name="csY148" fmla="*/ 98890 h 183447"/>
                <a:gd name="csX149" fmla="*/ 43951 w 248896"/>
                <a:gd name="csY149" fmla="*/ 98412 h 183447"/>
                <a:gd name="csX150" fmla="*/ 44429 w 248896"/>
                <a:gd name="csY150" fmla="*/ 97457 h 183447"/>
                <a:gd name="csX151" fmla="*/ 44906 w 248896"/>
                <a:gd name="csY151" fmla="*/ 96501 h 183447"/>
                <a:gd name="csX152" fmla="*/ 45384 w 248896"/>
                <a:gd name="csY152" fmla="*/ 96501 h 183447"/>
                <a:gd name="csX153" fmla="*/ 45862 w 248896"/>
                <a:gd name="csY153" fmla="*/ 95546 h 183447"/>
                <a:gd name="csX154" fmla="*/ 46817 w 248896"/>
                <a:gd name="csY154" fmla="*/ 92202 h 183447"/>
                <a:gd name="csX155" fmla="*/ 47295 w 248896"/>
                <a:gd name="csY155" fmla="*/ 90291 h 183447"/>
                <a:gd name="csX156" fmla="*/ 46817 w 248896"/>
                <a:gd name="csY156" fmla="*/ 89335 h 183447"/>
                <a:gd name="csX157" fmla="*/ 44429 w 248896"/>
                <a:gd name="csY157" fmla="*/ 87424 h 183447"/>
                <a:gd name="csX158" fmla="*/ 44429 w 248896"/>
                <a:gd name="csY158" fmla="*/ 86947 h 183447"/>
                <a:gd name="csX159" fmla="*/ 44429 w 248896"/>
                <a:gd name="csY159" fmla="*/ 86469 h 183447"/>
                <a:gd name="csX160" fmla="*/ 45384 w 248896"/>
                <a:gd name="csY160" fmla="*/ 85991 h 183447"/>
                <a:gd name="csX161" fmla="*/ 47295 w 248896"/>
                <a:gd name="csY161" fmla="*/ 84558 h 183447"/>
                <a:gd name="csX162" fmla="*/ 48251 w 248896"/>
                <a:gd name="csY162" fmla="*/ 83603 h 183447"/>
                <a:gd name="csX163" fmla="*/ 48251 w 248896"/>
                <a:gd name="csY163" fmla="*/ 83603 h 183447"/>
                <a:gd name="csX164" fmla="*/ 48728 w 248896"/>
                <a:gd name="csY164" fmla="*/ 82647 h 183447"/>
                <a:gd name="csX165" fmla="*/ 48728 w 248896"/>
                <a:gd name="csY165" fmla="*/ 82170 h 183447"/>
                <a:gd name="csX166" fmla="*/ 48251 w 248896"/>
                <a:gd name="csY166" fmla="*/ 81214 h 183447"/>
                <a:gd name="csX167" fmla="*/ 48251 w 248896"/>
                <a:gd name="csY167" fmla="*/ 80258 h 183447"/>
                <a:gd name="csX168" fmla="*/ 48251 w 248896"/>
                <a:gd name="csY168" fmla="*/ 79303 h 183447"/>
                <a:gd name="csX169" fmla="*/ 48728 w 248896"/>
                <a:gd name="csY169" fmla="*/ 75959 h 183447"/>
                <a:gd name="csX170" fmla="*/ 48728 w 248896"/>
                <a:gd name="csY170" fmla="*/ 75481 h 183447"/>
                <a:gd name="csX171" fmla="*/ 48251 w 248896"/>
                <a:gd name="csY171" fmla="*/ 72615 h 183447"/>
                <a:gd name="csX172" fmla="*/ 47773 w 248896"/>
                <a:gd name="csY172" fmla="*/ 69748 h 183447"/>
                <a:gd name="csX173" fmla="*/ 46340 w 248896"/>
                <a:gd name="csY173" fmla="*/ 66882 h 183447"/>
                <a:gd name="csX174" fmla="*/ 46817 w 248896"/>
                <a:gd name="csY174" fmla="*/ 66404 h 183447"/>
                <a:gd name="csX175" fmla="*/ 49206 w 248896"/>
                <a:gd name="csY175" fmla="*/ 65449 h 183447"/>
                <a:gd name="csX176" fmla="*/ 50639 w 248896"/>
                <a:gd name="csY176" fmla="*/ 63060 h 183447"/>
                <a:gd name="csX177" fmla="*/ 53028 w 248896"/>
                <a:gd name="csY177" fmla="*/ 60672 h 183447"/>
                <a:gd name="csX178" fmla="*/ 56372 w 248896"/>
                <a:gd name="csY178" fmla="*/ 59238 h 183447"/>
                <a:gd name="csX179" fmla="*/ 58761 w 248896"/>
                <a:gd name="csY179" fmla="*/ 57328 h 183447"/>
                <a:gd name="csX180" fmla="*/ 59238 w 248896"/>
                <a:gd name="csY180" fmla="*/ 56372 h 183447"/>
                <a:gd name="csX181" fmla="*/ 59238 w 248896"/>
                <a:gd name="csY181" fmla="*/ 55894 h 183447"/>
                <a:gd name="csX182" fmla="*/ 59716 w 248896"/>
                <a:gd name="csY182" fmla="*/ 55417 h 183447"/>
                <a:gd name="csX183" fmla="*/ 60194 w 248896"/>
                <a:gd name="csY183" fmla="*/ 55417 h 183447"/>
                <a:gd name="csX184" fmla="*/ 60194 w 248896"/>
                <a:gd name="csY184" fmla="*/ 54939 h 183447"/>
                <a:gd name="csX185" fmla="*/ 60194 w 248896"/>
                <a:gd name="csY185" fmla="*/ 54461 h 183447"/>
                <a:gd name="csX186" fmla="*/ 60672 w 248896"/>
                <a:gd name="csY186" fmla="*/ 54461 h 183447"/>
                <a:gd name="csX187" fmla="*/ 60672 w 248896"/>
                <a:gd name="csY187" fmla="*/ 53506 h 183447"/>
                <a:gd name="csX188" fmla="*/ 60194 w 248896"/>
                <a:gd name="csY188" fmla="*/ 52550 h 183447"/>
                <a:gd name="csX189" fmla="*/ 58761 w 248896"/>
                <a:gd name="csY189" fmla="*/ 51595 h 183447"/>
                <a:gd name="csX190" fmla="*/ 57328 w 248896"/>
                <a:gd name="csY190" fmla="*/ 51117 h 183447"/>
                <a:gd name="csX191" fmla="*/ 55416 w 248896"/>
                <a:gd name="csY191" fmla="*/ 51117 h 183447"/>
                <a:gd name="csX192" fmla="*/ 53983 w 248896"/>
                <a:gd name="csY192" fmla="*/ 50639 h 183447"/>
                <a:gd name="csX193" fmla="*/ 53983 w 248896"/>
                <a:gd name="csY193" fmla="*/ 50162 h 183447"/>
                <a:gd name="csX194" fmla="*/ 53983 w 248896"/>
                <a:gd name="csY194" fmla="*/ 47773 h 183447"/>
                <a:gd name="csX195" fmla="*/ 53983 w 248896"/>
                <a:gd name="csY195" fmla="*/ 45862 h 183447"/>
                <a:gd name="csX196" fmla="*/ 53506 w 248896"/>
                <a:gd name="csY196" fmla="*/ 44906 h 183447"/>
                <a:gd name="csX197" fmla="*/ 52550 w 248896"/>
                <a:gd name="csY197" fmla="*/ 44429 h 183447"/>
                <a:gd name="csX198" fmla="*/ 51117 w 248896"/>
                <a:gd name="csY198" fmla="*/ 44429 h 183447"/>
                <a:gd name="csX199" fmla="*/ 49684 w 248896"/>
                <a:gd name="csY199" fmla="*/ 43951 h 183447"/>
                <a:gd name="csX200" fmla="*/ 48251 w 248896"/>
                <a:gd name="csY200" fmla="*/ 43951 h 183447"/>
                <a:gd name="csX201" fmla="*/ 47773 w 248896"/>
                <a:gd name="csY201" fmla="*/ 44429 h 183447"/>
                <a:gd name="csX202" fmla="*/ 44429 w 248896"/>
                <a:gd name="csY202" fmla="*/ 43951 h 183447"/>
                <a:gd name="csX203" fmla="*/ 42996 w 248896"/>
                <a:gd name="csY203" fmla="*/ 43951 h 183447"/>
                <a:gd name="csX204" fmla="*/ 42040 w 248896"/>
                <a:gd name="csY204" fmla="*/ 43473 h 183447"/>
                <a:gd name="csX205" fmla="*/ 41563 w 248896"/>
                <a:gd name="csY205" fmla="*/ 43473 h 183447"/>
                <a:gd name="csX206" fmla="*/ 41085 w 248896"/>
                <a:gd name="csY206" fmla="*/ 43951 h 183447"/>
                <a:gd name="csX207" fmla="*/ 41085 w 248896"/>
                <a:gd name="csY207" fmla="*/ 44429 h 183447"/>
                <a:gd name="csX208" fmla="*/ 41085 w 248896"/>
                <a:gd name="csY208" fmla="*/ 44429 h 183447"/>
                <a:gd name="csX209" fmla="*/ 40607 w 248896"/>
                <a:gd name="csY209" fmla="*/ 44906 h 183447"/>
                <a:gd name="csX210" fmla="*/ 40607 w 248896"/>
                <a:gd name="csY210" fmla="*/ 45384 h 183447"/>
                <a:gd name="csX211" fmla="*/ 40607 w 248896"/>
                <a:gd name="csY211" fmla="*/ 45862 h 183447"/>
                <a:gd name="csX212" fmla="*/ 39651 w 248896"/>
                <a:gd name="csY212" fmla="*/ 46340 h 183447"/>
                <a:gd name="csX213" fmla="*/ 37263 w 248896"/>
                <a:gd name="csY213" fmla="*/ 46817 h 183447"/>
                <a:gd name="csX214" fmla="*/ 34874 w 248896"/>
                <a:gd name="csY214" fmla="*/ 46817 h 183447"/>
                <a:gd name="csX215" fmla="*/ 32963 w 248896"/>
                <a:gd name="csY215" fmla="*/ 46340 h 183447"/>
                <a:gd name="csX216" fmla="*/ 32486 w 248896"/>
                <a:gd name="csY216" fmla="*/ 45862 h 183447"/>
                <a:gd name="csX217" fmla="*/ 31530 w 248896"/>
                <a:gd name="csY217" fmla="*/ 45384 h 183447"/>
                <a:gd name="csX218" fmla="*/ 27231 w 248896"/>
                <a:gd name="csY218" fmla="*/ 45862 h 183447"/>
                <a:gd name="csX219" fmla="*/ 26753 w 248896"/>
                <a:gd name="csY219" fmla="*/ 45862 h 183447"/>
                <a:gd name="csX220" fmla="*/ 25320 w 248896"/>
                <a:gd name="csY220" fmla="*/ 46340 h 183447"/>
                <a:gd name="csX221" fmla="*/ 23409 w 248896"/>
                <a:gd name="csY221" fmla="*/ 47295 h 183447"/>
                <a:gd name="csX222" fmla="*/ 22453 w 248896"/>
                <a:gd name="csY222" fmla="*/ 47295 h 183447"/>
                <a:gd name="csX223" fmla="*/ 21975 w 248896"/>
                <a:gd name="csY223" fmla="*/ 47295 h 183447"/>
                <a:gd name="csX224" fmla="*/ 21498 w 248896"/>
                <a:gd name="csY224" fmla="*/ 46817 h 183447"/>
                <a:gd name="csX225" fmla="*/ 21020 w 248896"/>
                <a:gd name="csY225" fmla="*/ 45384 h 183447"/>
                <a:gd name="csX226" fmla="*/ 21020 w 248896"/>
                <a:gd name="csY226" fmla="*/ 44906 h 183447"/>
                <a:gd name="csX227" fmla="*/ 21975 w 248896"/>
                <a:gd name="csY227" fmla="*/ 43473 h 183447"/>
                <a:gd name="csX228" fmla="*/ 21975 w 248896"/>
                <a:gd name="csY228" fmla="*/ 43473 h 183447"/>
                <a:gd name="csX229" fmla="*/ 22931 w 248896"/>
                <a:gd name="csY229" fmla="*/ 42518 h 183447"/>
                <a:gd name="csX230" fmla="*/ 22453 w 248896"/>
                <a:gd name="csY230" fmla="*/ 42040 h 183447"/>
                <a:gd name="csX231" fmla="*/ 21975 w 248896"/>
                <a:gd name="csY231" fmla="*/ 41085 h 183447"/>
                <a:gd name="csX232" fmla="*/ 21498 w 248896"/>
                <a:gd name="csY232" fmla="*/ 40129 h 183447"/>
                <a:gd name="csX233" fmla="*/ 21020 w 248896"/>
                <a:gd name="csY233" fmla="*/ 39651 h 183447"/>
                <a:gd name="csX234" fmla="*/ 20065 w 248896"/>
                <a:gd name="csY234" fmla="*/ 39651 h 183447"/>
                <a:gd name="csX235" fmla="*/ 19109 w 248896"/>
                <a:gd name="csY235" fmla="*/ 40129 h 183447"/>
                <a:gd name="csX236" fmla="*/ 14809 w 248896"/>
                <a:gd name="csY236" fmla="*/ 41085 h 183447"/>
                <a:gd name="csX237" fmla="*/ 13854 w 248896"/>
                <a:gd name="csY237" fmla="*/ 41563 h 183447"/>
                <a:gd name="csX238" fmla="*/ 11943 w 248896"/>
                <a:gd name="csY238" fmla="*/ 42518 h 183447"/>
                <a:gd name="csX239" fmla="*/ 10032 w 248896"/>
                <a:gd name="csY239" fmla="*/ 44429 h 183447"/>
                <a:gd name="csX240" fmla="*/ 9077 w 248896"/>
                <a:gd name="csY240" fmla="*/ 45384 h 183447"/>
                <a:gd name="csX241" fmla="*/ 7644 w 248896"/>
                <a:gd name="csY241" fmla="*/ 45862 h 183447"/>
                <a:gd name="csX242" fmla="*/ 7166 w 248896"/>
                <a:gd name="csY242" fmla="*/ 44906 h 183447"/>
                <a:gd name="csX243" fmla="*/ 7166 w 248896"/>
                <a:gd name="csY243" fmla="*/ 41085 h 183447"/>
                <a:gd name="csX244" fmla="*/ 9555 w 248896"/>
                <a:gd name="csY244" fmla="*/ 38696 h 183447"/>
                <a:gd name="csX245" fmla="*/ 10988 w 248896"/>
                <a:gd name="csY245" fmla="*/ 37263 h 183447"/>
                <a:gd name="csX246" fmla="*/ 10032 w 248896"/>
                <a:gd name="csY246" fmla="*/ 36785 h 183447"/>
                <a:gd name="csX247" fmla="*/ 8599 w 248896"/>
                <a:gd name="csY247" fmla="*/ 36785 h 183447"/>
                <a:gd name="csX248" fmla="*/ 8599 w 248896"/>
                <a:gd name="csY248" fmla="*/ 35830 h 183447"/>
                <a:gd name="csX249" fmla="*/ 9555 w 248896"/>
                <a:gd name="csY249" fmla="*/ 34874 h 183447"/>
                <a:gd name="csX250" fmla="*/ 10032 w 248896"/>
                <a:gd name="csY250" fmla="*/ 33919 h 183447"/>
                <a:gd name="csX251" fmla="*/ 9077 w 248896"/>
                <a:gd name="csY251" fmla="*/ 32963 h 183447"/>
                <a:gd name="csX252" fmla="*/ 8599 w 248896"/>
                <a:gd name="csY252" fmla="*/ 32486 h 183447"/>
                <a:gd name="csX253" fmla="*/ 8599 w 248896"/>
                <a:gd name="csY253" fmla="*/ 30097 h 183447"/>
                <a:gd name="csX254" fmla="*/ 9077 w 248896"/>
                <a:gd name="csY254" fmla="*/ 29141 h 183447"/>
                <a:gd name="csX255" fmla="*/ 8599 w 248896"/>
                <a:gd name="csY255" fmla="*/ 28186 h 183447"/>
                <a:gd name="csX256" fmla="*/ 5255 w 248896"/>
                <a:gd name="csY256" fmla="*/ 29619 h 183447"/>
                <a:gd name="csX257" fmla="*/ 4299 w 248896"/>
                <a:gd name="csY257" fmla="*/ 29141 h 183447"/>
                <a:gd name="csX258" fmla="*/ 4299 w 248896"/>
                <a:gd name="csY258" fmla="*/ 27708 h 183447"/>
                <a:gd name="csX259" fmla="*/ 6210 w 248896"/>
                <a:gd name="csY259" fmla="*/ 24842 h 183447"/>
                <a:gd name="csX260" fmla="*/ 6210 w 248896"/>
                <a:gd name="csY260" fmla="*/ 24364 h 183447"/>
                <a:gd name="csX261" fmla="*/ 3822 w 248896"/>
                <a:gd name="csY261" fmla="*/ 23886 h 183447"/>
                <a:gd name="csX262" fmla="*/ 2389 w 248896"/>
                <a:gd name="csY262" fmla="*/ 22453 h 183447"/>
                <a:gd name="csX263" fmla="*/ 1433 w 248896"/>
                <a:gd name="csY263" fmla="*/ 21498 h 183447"/>
                <a:gd name="csX264" fmla="*/ 0 w 248896"/>
                <a:gd name="csY264" fmla="*/ 20065 h 183447"/>
                <a:gd name="csX265" fmla="*/ 0 w 248896"/>
                <a:gd name="csY265" fmla="*/ 18154 h 183447"/>
                <a:gd name="csX266" fmla="*/ 1433 w 248896"/>
                <a:gd name="csY266" fmla="*/ 14809 h 183447"/>
                <a:gd name="csX267" fmla="*/ 2866 w 248896"/>
                <a:gd name="csY267" fmla="*/ 13854 h 183447"/>
                <a:gd name="csX268" fmla="*/ 4299 w 248896"/>
                <a:gd name="csY268" fmla="*/ 13376 h 183447"/>
                <a:gd name="csX269" fmla="*/ 7166 w 248896"/>
                <a:gd name="csY269" fmla="*/ 10988 h 183447"/>
                <a:gd name="csX270" fmla="*/ 11465 w 248896"/>
                <a:gd name="csY270" fmla="*/ 11465 h 183447"/>
                <a:gd name="csX271" fmla="*/ 13854 w 248896"/>
                <a:gd name="csY271" fmla="*/ 10988 h 183447"/>
                <a:gd name="csX272" fmla="*/ 16243 w 248896"/>
                <a:gd name="csY272" fmla="*/ 9555 h 183447"/>
                <a:gd name="csX273" fmla="*/ 17676 w 248896"/>
                <a:gd name="csY273" fmla="*/ 9555 h 183447"/>
                <a:gd name="csX274" fmla="*/ 19587 w 248896"/>
                <a:gd name="csY274" fmla="*/ 8121 h 183447"/>
                <a:gd name="csX275" fmla="*/ 19587 w 248896"/>
                <a:gd name="csY275" fmla="*/ 6688 h 183447"/>
                <a:gd name="csX276" fmla="*/ 19109 w 248896"/>
                <a:gd name="csY276" fmla="*/ 5733 h 183447"/>
                <a:gd name="csX277" fmla="*/ 19587 w 248896"/>
                <a:gd name="csY277" fmla="*/ 4777 h 183447"/>
                <a:gd name="csX278" fmla="*/ 21975 w 248896"/>
                <a:gd name="csY278" fmla="*/ 3344 h 183447"/>
                <a:gd name="csX279" fmla="*/ 24364 w 248896"/>
                <a:gd name="csY279" fmla="*/ 1911 h 183447"/>
                <a:gd name="csX280" fmla="*/ 27708 w 248896"/>
                <a:gd name="csY280" fmla="*/ 1433 h 183447"/>
                <a:gd name="csX281" fmla="*/ 30575 w 248896"/>
                <a:gd name="csY281" fmla="*/ 0 h 183447"/>
                <a:gd name="csX282" fmla="*/ 32963 w 248896"/>
                <a:gd name="csY282" fmla="*/ 956 h 183447"/>
                <a:gd name="csX283" fmla="*/ 34397 w 248896"/>
                <a:gd name="csY283" fmla="*/ 956 h 183447"/>
                <a:gd name="csX284" fmla="*/ 36785 w 248896"/>
                <a:gd name="csY284" fmla="*/ 1911 h 183447"/>
                <a:gd name="csX285" fmla="*/ 39174 w 248896"/>
                <a:gd name="csY285" fmla="*/ 4299 h 183447"/>
                <a:gd name="csX286" fmla="*/ 43473 w 248896"/>
                <a:gd name="csY286" fmla="*/ 5255 h 183447"/>
                <a:gd name="csX287" fmla="*/ 46340 w 248896"/>
                <a:gd name="csY287" fmla="*/ 4777 h 183447"/>
                <a:gd name="csX288" fmla="*/ 52072 w 248896"/>
                <a:gd name="csY288" fmla="*/ 4299 h 183447"/>
                <a:gd name="csX289" fmla="*/ 54939 w 248896"/>
                <a:gd name="csY289" fmla="*/ 4777 h 183447"/>
                <a:gd name="csX290" fmla="*/ 59716 w 248896"/>
                <a:gd name="csY290" fmla="*/ 4299 h 183447"/>
                <a:gd name="csX291" fmla="*/ 62582 w 248896"/>
                <a:gd name="csY291" fmla="*/ 4299 h 183447"/>
                <a:gd name="csX292" fmla="*/ 67360 w 248896"/>
                <a:gd name="csY292" fmla="*/ 3344 h 183447"/>
                <a:gd name="csX293" fmla="*/ 71182 w 248896"/>
                <a:gd name="csY293" fmla="*/ 4777 h 183447"/>
                <a:gd name="csX294" fmla="*/ 77870 w 248896"/>
                <a:gd name="csY294" fmla="*/ 5255 h 183447"/>
                <a:gd name="csX295" fmla="*/ 82170 w 248896"/>
                <a:gd name="csY295" fmla="*/ 6688 h 183447"/>
                <a:gd name="csX296" fmla="*/ 93635 w 248896"/>
                <a:gd name="csY296" fmla="*/ 9077 h 183447"/>
                <a:gd name="csX297" fmla="*/ 97935 w 248896"/>
                <a:gd name="csY297" fmla="*/ 9077 h 183447"/>
                <a:gd name="csX298" fmla="*/ 103667 w 248896"/>
                <a:gd name="csY298" fmla="*/ 7644 h 183447"/>
                <a:gd name="csX299" fmla="*/ 106056 w 248896"/>
                <a:gd name="csY299" fmla="*/ 6688 h 183447"/>
                <a:gd name="csX300" fmla="*/ 108445 w 248896"/>
                <a:gd name="csY300" fmla="*/ 7166 h 183447"/>
                <a:gd name="csX301" fmla="*/ 111789 w 248896"/>
                <a:gd name="csY301" fmla="*/ 6210 h 183447"/>
                <a:gd name="csX302" fmla="*/ 113222 w 248896"/>
                <a:gd name="csY302" fmla="*/ 6688 h 183447"/>
                <a:gd name="csX303" fmla="*/ 115611 w 248896"/>
                <a:gd name="csY303" fmla="*/ 8121 h 183447"/>
                <a:gd name="csX304" fmla="*/ 122777 w 248896"/>
                <a:gd name="csY304" fmla="*/ 10032 h 183447"/>
                <a:gd name="csX305" fmla="*/ 124687 w 248896"/>
                <a:gd name="csY305" fmla="*/ 8121 h 183447"/>
                <a:gd name="csX306" fmla="*/ 126120 w 248896"/>
                <a:gd name="csY306" fmla="*/ 8121 h 183447"/>
                <a:gd name="csX307" fmla="*/ 131853 w 248896"/>
                <a:gd name="csY307" fmla="*/ 9077 h 183447"/>
                <a:gd name="csX308" fmla="*/ 137108 w 248896"/>
                <a:gd name="csY308" fmla="*/ 10988 h 183447"/>
                <a:gd name="csX309" fmla="*/ 139975 w 248896"/>
                <a:gd name="csY309" fmla="*/ 11465 h 183447"/>
                <a:gd name="csX310" fmla="*/ 143796 w 248896"/>
                <a:gd name="csY310" fmla="*/ 10510 h 183447"/>
                <a:gd name="csX311" fmla="*/ 147141 w 248896"/>
                <a:gd name="csY311" fmla="*/ 9077 h 183447"/>
                <a:gd name="csX312" fmla="*/ 147618 w 248896"/>
                <a:gd name="csY312" fmla="*/ 9077 h 183447"/>
                <a:gd name="csX313" fmla="*/ 147618 w 248896"/>
                <a:gd name="csY313" fmla="*/ 10032 h 183447"/>
                <a:gd name="csX314" fmla="*/ 148574 w 248896"/>
                <a:gd name="csY314" fmla="*/ 10988 h 183447"/>
                <a:gd name="csX315" fmla="*/ 148574 w 248896"/>
                <a:gd name="csY315" fmla="*/ 10988 h 183447"/>
                <a:gd name="csX316" fmla="*/ 149529 w 248896"/>
                <a:gd name="csY316" fmla="*/ 11465 h 183447"/>
                <a:gd name="csX317" fmla="*/ 150962 w 248896"/>
                <a:gd name="csY317" fmla="*/ 12421 h 183447"/>
                <a:gd name="csX318" fmla="*/ 152396 w 248896"/>
                <a:gd name="csY318" fmla="*/ 12421 h 183447"/>
                <a:gd name="csX319" fmla="*/ 154307 w 248896"/>
                <a:gd name="csY319" fmla="*/ 12421 h 183447"/>
                <a:gd name="csX320" fmla="*/ 155262 w 248896"/>
                <a:gd name="csY320" fmla="*/ 13376 h 183447"/>
                <a:gd name="csX321" fmla="*/ 155262 w 248896"/>
                <a:gd name="csY321" fmla="*/ 14332 h 183447"/>
                <a:gd name="csX322" fmla="*/ 155262 w 248896"/>
                <a:gd name="csY322" fmla="*/ 15765 h 183447"/>
                <a:gd name="csX323" fmla="*/ 154307 w 248896"/>
                <a:gd name="csY323" fmla="*/ 16721 h 183447"/>
                <a:gd name="csX324" fmla="*/ 153829 w 248896"/>
                <a:gd name="csY324" fmla="*/ 17676 h 183447"/>
                <a:gd name="csX325" fmla="*/ 154307 w 248896"/>
                <a:gd name="csY325" fmla="*/ 17676 h 183447"/>
                <a:gd name="csX326" fmla="*/ 154784 w 248896"/>
                <a:gd name="csY326" fmla="*/ 18154 h 183447"/>
                <a:gd name="csX327" fmla="*/ 155740 w 248896"/>
                <a:gd name="csY327" fmla="*/ 18631 h 183447"/>
                <a:gd name="csX328" fmla="*/ 156218 w 248896"/>
                <a:gd name="csY328" fmla="*/ 18154 h 183447"/>
                <a:gd name="csX329" fmla="*/ 156218 w 248896"/>
                <a:gd name="csY329" fmla="*/ 18154 h 183447"/>
                <a:gd name="csX330" fmla="*/ 156695 w 248896"/>
                <a:gd name="csY330" fmla="*/ 17676 h 183447"/>
                <a:gd name="csX331" fmla="*/ 157173 w 248896"/>
                <a:gd name="csY331" fmla="*/ 16721 h 183447"/>
                <a:gd name="csX332" fmla="*/ 157651 w 248896"/>
                <a:gd name="csY332" fmla="*/ 16721 h 183447"/>
                <a:gd name="csX333" fmla="*/ 157651 w 248896"/>
                <a:gd name="csY333" fmla="*/ 17198 h 183447"/>
                <a:gd name="csX334" fmla="*/ 157651 w 248896"/>
                <a:gd name="csY334" fmla="*/ 17676 h 183447"/>
                <a:gd name="csX335" fmla="*/ 160039 w 248896"/>
                <a:gd name="csY335" fmla="*/ 18631 h 183447"/>
                <a:gd name="csX336" fmla="*/ 160039 w 248896"/>
                <a:gd name="csY336" fmla="*/ 18631 h 183447"/>
                <a:gd name="csX337" fmla="*/ 164817 w 248896"/>
                <a:gd name="csY337" fmla="*/ 20542 h 183447"/>
                <a:gd name="csX338" fmla="*/ 166727 w 248896"/>
                <a:gd name="csY338" fmla="*/ 20542 h 183447"/>
                <a:gd name="csX339" fmla="*/ 168161 w 248896"/>
                <a:gd name="csY339" fmla="*/ 20542 h 183447"/>
                <a:gd name="csX340" fmla="*/ 168638 w 248896"/>
                <a:gd name="csY340" fmla="*/ 21498 h 183447"/>
                <a:gd name="csX341" fmla="*/ 171505 w 248896"/>
                <a:gd name="csY341" fmla="*/ 24364 h 183447"/>
                <a:gd name="csX342" fmla="*/ 172460 w 248896"/>
                <a:gd name="csY342" fmla="*/ 23886 h 183447"/>
                <a:gd name="csX343" fmla="*/ 173893 w 248896"/>
                <a:gd name="csY343" fmla="*/ 24364 h 183447"/>
                <a:gd name="csX344" fmla="*/ 175327 w 248896"/>
                <a:gd name="csY344" fmla="*/ 23886 h 183447"/>
                <a:gd name="csX345" fmla="*/ 175327 w 248896"/>
                <a:gd name="csY345" fmla="*/ 23886 h 183447"/>
                <a:gd name="csX346" fmla="*/ 176760 w 248896"/>
                <a:gd name="csY346" fmla="*/ 23409 h 183447"/>
                <a:gd name="csX347" fmla="*/ 177238 w 248896"/>
                <a:gd name="csY347" fmla="*/ 23409 h 183447"/>
                <a:gd name="csX348" fmla="*/ 178193 w 248896"/>
                <a:gd name="csY348" fmla="*/ 23886 h 183447"/>
                <a:gd name="csX349" fmla="*/ 179149 w 248896"/>
                <a:gd name="csY349" fmla="*/ 24364 h 183447"/>
                <a:gd name="csX350" fmla="*/ 180582 w 248896"/>
                <a:gd name="csY350" fmla="*/ 25320 h 183447"/>
                <a:gd name="csX351" fmla="*/ 181537 w 248896"/>
                <a:gd name="csY351" fmla="*/ 26275 h 183447"/>
                <a:gd name="csX352" fmla="*/ 182493 w 248896"/>
                <a:gd name="csY352" fmla="*/ 26753 h 183447"/>
                <a:gd name="csX353" fmla="*/ 182970 w 248896"/>
                <a:gd name="csY353" fmla="*/ 26753 h 183447"/>
                <a:gd name="csX354" fmla="*/ 187270 w 248896"/>
                <a:gd name="csY354" fmla="*/ 26275 h 183447"/>
                <a:gd name="csX355" fmla="*/ 188225 w 248896"/>
                <a:gd name="csY355" fmla="*/ 26753 h 183447"/>
                <a:gd name="csX356" fmla="*/ 189659 w 248896"/>
                <a:gd name="csY356" fmla="*/ 26753 h 183447"/>
                <a:gd name="csX357" fmla="*/ 190614 w 248896"/>
                <a:gd name="csY357" fmla="*/ 26753 h 183447"/>
                <a:gd name="csX358" fmla="*/ 193480 w 248896"/>
                <a:gd name="csY358" fmla="*/ 26753 h 183447"/>
                <a:gd name="csX359" fmla="*/ 195869 w 248896"/>
                <a:gd name="csY359" fmla="*/ 26753 h 183447"/>
                <a:gd name="csX360" fmla="*/ 195869 w 248896"/>
                <a:gd name="csY360" fmla="*/ 26753 h 183447"/>
                <a:gd name="csX361" fmla="*/ 195869 w 248896"/>
                <a:gd name="csY361" fmla="*/ 26753 h 183447"/>
                <a:gd name="csX362" fmla="*/ 195869 w 248896"/>
                <a:gd name="csY362" fmla="*/ 26753 h 183447"/>
                <a:gd name="csX363" fmla="*/ 196347 w 248896"/>
                <a:gd name="csY363" fmla="*/ 24364 h 183447"/>
                <a:gd name="csX364" fmla="*/ 196347 w 248896"/>
                <a:gd name="csY364" fmla="*/ 23409 h 183447"/>
                <a:gd name="csX365" fmla="*/ 197302 w 248896"/>
                <a:gd name="csY365" fmla="*/ 22931 h 183447"/>
                <a:gd name="csX366" fmla="*/ 198258 w 248896"/>
                <a:gd name="csY366" fmla="*/ 23409 h 183447"/>
                <a:gd name="csX367" fmla="*/ 203513 w 248896"/>
                <a:gd name="csY367" fmla="*/ 24842 h 183447"/>
                <a:gd name="csX368" fmla="*/ 205424 w 248896"/>
                <a:gd name="csY368" fmla="*/ 25797 h 183447"/>
                <a:gd name="csX369" fmla="*/ 207334 w 248896"/>
                <a:gd name="csY369" fmla="*/ 26275 h 183447"/>
                <a:gd name="csX370" fmla="*/ 208768 w 248896"/>
                <a:gd name="csY370" fmla="*/ 26275 h 183447"/>
                <a:gd name="csX371" fmla="*/ 210201 w 248896"/>
                <a:gd name="csY371" fmla="*/ 26753 h 183447"/>
                <a:gd name="csX372" fmla="*/ 211634 w 248896"/>
                <a:gd name="csY372" fmla="*/ 29141 h 183447"/>
                <a:gd name="csX373" fmla="*/ 211634 w 248896"/>
                <a:gd name="csY373" fmla="*/ 29141 h 183447"/>
                <a:gd name="csX374" fmla="*/ 211156 w 248896"/>
                <a:gd name="csY374" fmla="*/ 30097 h 183447"/>
                <a:gd name="csX375" fmla="*/ 211634 w 248896"/>
                <a:gd name="csY375" fmla="*/ 30575 h 183447"/>
                <a:gd name="csX376" fmla="*/ 211634 w 248896"/>
                <a:gd name="csY376" fmla="*/ 31530 h 183447"/>
                <a:gd name="csX377" fmla="*/ 211634 w 248896"/>
                <a:gd name="csY377" fmla="*/ 32486 h 183447"/>
                <a:gd name="csX378" fmla="*/ 212112 w 248896"/>
                <a:gd name="csY378" fmla="*/ 32963 h 183447"/>
                <a:gd name="csX379" fmla="*/ 212590 w 248896"/>
                <a:gd name="csY379" fmla="*/ 32963 h 183447"/>
                <a:gd name="csX380" fmla="*/ 213545 w 248896"/>
                <a:gd name="csY380" fmla="*/ 32963 h 183447"/>
                <a:gd name="csX381" fmla="*/ 214978 w 248896"/>
                <a:gd name="csY381" fmla="*/ 32486 h 183447"/>
                <a:gd name="csX382" fmla="*/ 216411 w 248896"/>
                <a:gd name="csY382" fmla="*/ 31530 h 183447"/>
                <a:gd name="csX383" fmla="*/ 216889 w 248896"/>
                <a:gd name="csY383" fmla="*/ 31530 h 183447"/>
                <a:gd name="csX384" fmla="*/ 217367 w 248896"/>
                <a:gd name="csY384" fmla="*/ 31530 h 183447"/>
                <a:gd name="csX385" fmla="*/ 220233 w 248896"/>
                <a:gd name="csY385" fmla="*/ 32486 h 183447"/>
                <a:gd name="csX386" fmla="*/ 221666 w 248896"/>
                <a:gd name="csY386" fmla="*/ 33441 h 183447"/>
                <a:gd name="csX387" fmla="*/ 222144 w 248896"/>
                <a:gd name="csY387" fmla="*/ 33919 h 183447"/>
                <a:gd name="csX388" fmla="*/ 222144 w 248896"/>
                <a:gd name="csY388" fmla="*/ 34397 h 183447"/>
                <a:gd name="csX389" fmla="*/ 222622 w 248896"/>
                <a:gd name="csY389" fmla="*/ 34874 h 183447"/>
                <a:gd name="csX390" fmla="*/ 223577 w 248896"/>
                <a:gd name="csY390" fmla="*/ 35352 h 183447"/>
                <a:gd name="csX391" fmla="*/ 225010 w 248896"/>
                <a:gd name="csY391" fmla="*/ 34397 h 183447"/>
                <a:gd name="csX392" fmla="*/ 226921 w 248896"/>
                <a:gd name="csY392" fmla="*/ 33441 h 183447"/>
                <a:gd name="csX393" fmla="*/ 230266 w 248896"/>
                <a:gd name="csY393" fmla="*/ 34397 h 183447"/>
                <a:gd name="csX394" fmla="*/ 234087 w 248896"/>
                <a:gd name="csY394" fmla="*/ 35352 h 183447"/>
                <a:gd name="csX395" fmla="*/ 235998 w 248896"/>
                <a:gd name="csY395" fmla="*/ 35352 h 183447"/>
                <a:gd name="csX396" fmla="*/ 235998 w 248896"/>
                <a:gd name="csY396" fmla="*/ 34874 h 183447"/>
                <a:gd name="csX397" fmla="*/ 235998 w 248896"/>
                <a:gd name="csY397" fmla="*/ 33919 h 183447"/>
                <a:gd name="csX398" fmla="*/ 236954 w 248896"/>
                <a:gd name="csY398" fmla="*/ 33919 h 183447"/>
                <a:gd name="csX399" fmla="*/ 237909 w 248896"/>
                <a:gd name="csY399" fmla="*/ 33919 h 183447"/>
                <a:gd name="csX400" fmla="*/ 239342 w 248896"/>
                <a:gd name="csY400" fmla="*/ 33441 h 183447"/>
                <a:gd name="csX401" fmla="*/ 240775 w 248896"/>
                <a:gd name="csY401" fmla="*/ 32486 h 183447"/>
                <a:gd name="csX402" fmla="*/ 242209 w 248896"/>
                <a:gd name="csY402" fmla="*/ 32486 h 183447"/>
                <a:gd name="csX403" fmla="*/ 243642 w 248896"/>
                <a:gd name="csY403" fmla="*/ 32963 h 183447"/>
                <a:gd name="csX404" fmla="*/ 245553 w 248896"/>
                <a:gd name="csY404" fmla="*/ 33441 h 183447"/>
                <a:gd name="csX405" fmla="*/ 246986 w 248896"/>
                <a:gd name="csY405" fmla="*/ 33441 h 183447"/>
                <a:gd name="csX406" fmla="*/ 247464 w 248896"/>
                <a:gd name="csY406" fmla="*/ 34874 h 183447"/>
                <a:gd name="csX407" fmla="*/ 248419 w 248896"/>
                <a:gd name="csY407" fmla="*/ 35352 h 183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</a:cxnLst>
              <a:rect l="l" t="t" r="r" b="b"/>
              <a:pathLst>
                <a:path w="248896" h="183447">
                  <a:moveTo>
                    <a:pt x="248419" y="35352"/>
                  </a:moveTo>
                  <a:lnTo>
                    <a:pt x="248897" y="36785"/>
                  </a:lnTo>
                  <a:lnTo>
                    <a:pt x="246986" y="37263"/>
                  </a:lnTo>
                  <a:lnTo>
                    <a:pt x="246031" y="37740"/>
                  </a:lnTo>
                  <a:lnTo>
                    <a:pt x="245553" y="39651"/>
                  </a:lnTo>
                  <a:lnTo>
                    <a:pt x="246508" y="40607"/>
                  </a:lnTo>
                  <a:lnTo>
                    <a:pt x="247464" y="41085"/>
                  </a:lnTo>
                  <a:lnTo>
                    <a:pt x="247464" y="41563"/>
                  </a:lnTo>
                  <a:lnTo>
                    <a:pt x="247464" y="45384"/>
                  </a:lnTo>
                  <a:lnTo>
                    <a:pt x="245553" y="47295"/>
                  </a:lnTo>
                  <a:lnTo>
                    <a:pt x="242686" y="49684"/>
                  </a:lnTo>
                  <a:lnTo>
                    <a:pt x="229310" y="56850"/>
                  </a:lnTo>
                  <a:lnTo>
                    <a:pt x="225966" y="60194"/>
                  </a:lnTo>
                  <a:lnTo>
                    <a:pt x="224533" y="61149"/>
                  </a:lnTo>
                  <a:lnTo>
                    <a:pt x="214500" y="63060"/>
                  </a:lnTo>
                  <a:lnTo>
                    <a:pt x="207334" y="65449"/>
                  </a:lnTo>
                  <a:lnTo>
                    <a:pt x="203991" y="66404"/>
                  </a:lnTo>
                  <a:lnTo>
                    <a:pt x="199691" y="70704"/>
                  </a:lnTo>
                  <a:lnTo>
                    <a:pt x="197302" y="72137"/>
                  </a:lnTo>
                  <a:lnTo>
                    <a:pt x="199213" y="72615"/>
                  </a:lnTo>
                  <a:lnTo>
                    <a:pt x="201124" y="74526"/>
                  </a:lnTo>
                  <a:lnTo>
                    <a:pt x="200168" y="75481"/>
                  </a:lnTo>
                  <a:lnTo>
                    <a:pt x="197780" y="76914"/>
                  </a:lnTo>
                  <a:lnTo>
                    <a:pt x="196347" y="77392"/>
                  </a:lnTo>
                  <a:lnTo>
                    <a:pt x="195869" y="76914"/>
                  </a:lnTo>
                  <a:lnTo>
                    <a:pt x="194914" y="77392"/>
                  </a:lnTo>
                  <a:lnTo>
                    <a:pt x="190614" y="84080"/>
                  </a:lnTo>
                  <a:lnTo>
                    <a:pt x="186314" y="89335"/>
                  </a:lnTo>
                  <a:lnTo>
                    <a:pt x="183926" y="91724"/>
                  </a:lnTo>
                  <a:lnTo>
                    <a:pt x="182015" y="94590"/>
                  </a:lnTo>
                  <a:lnTo>
                    <a:pt x="176760" y="103189"/>
                  </a:lnTo>
                  <a:lnTo>
                    <a:pt x="176760" y="105578"/>
                  </a:lnTo>
                  <a:lnTo>
                    <a:pt x="179149" y="113700"/>
                  </a:lnTo>
                  <a:lnTo>
                    <a:pt x="180582" y="116088"/>
                  </a:lnTo>
                  <a:lnTo>
                    <a:pt x="182493" y="117999"/>
                  </a:lnTo>
                  <a:lnTo>
                    <a:pt x="186314" y="119432"/>
                  </a:lnTo>
                  <a:lnTo>
                    <a:pt x="187270" y="120865"/>
                  </a:lnTo>
                  <a:lnTo>
                    <a:pt x="185837" y="122299"/>
                  </a:lnTo>
                  <a:lnTo>
                    <a:pt x="182493" y="124687"/>
                  </a:lnTo>
                  <a:lnTo>
                    <a:pt x="175804" y="128509"/>
                  </a:lnTo>
                  <a:lnTo>
                    <a:pt x="172938" y="131376"/>
                  </a:lnTo>
                  <a:lnTo>
                    <a:pt x="172460" y="133764"/>
                  </a:lnTo>
                  <a:lnTo>
                    <a:pt x="170549" y="135197"/>
                  </a:lnTo>
                  <a:lnTo>
                    <a:pt x="169594" y="138542"/>
                  </a:lnTo>
                  <a:lnTo>
                    <a:pt x="168638" y="140930"/>
                  </a:lnTo>
                  <a:lnTo>
                    <a:pt x="168638" y="141886"/>
                  </a:lnTo>
                  <a:lnTo>
                    <a:pt x="167205" y="143796"/>
                  </a:lnTo>
                  <a:lnTo>
                    <a:pt x="167205" y="145230"/>
                  </a:lnTo>
                  <a:lnTo>
                    <a:pt x="169116" y="147141"/>
                  </a:lnTo>
                  <a:lnTo>
                    <a:pt x="168161" y="147618"/>
                  </a:lnTo>
                  <a:lnTo>
                    <a:pt x="167205" y="148096"/>
                  </a:lnTo>
                  <a:lnTo>
                    <a:pt x="164817" y="148096"/>
                  </a:lnTo>
                  <a:lnTo>
                    <a:pt x="157173" y="148574"/>
                  </a:lnTo>
                  <a:lnTo>
                    <a:pt x="150962" y="152396"/>
                  </a:lnTo>
                  <a:lnTo>
                    <a:pt x="147618" y="156218"/>
                  </a:lnTo>
                  <a:lnTo>
                    <a:pt x="144752" y="162428"/>
                  </a:lnTo>
                  <a:lnTo>
                    <a:pt x="141408" y="166250"/>
                  </a:lnTo>
                  <a:lnTo>
                    <a:pt x="139975" y="167205"/>
                  </a:lnTo>
                  <a:lnTo>
                    <a:pt x="137586" y="165294"/>
                  </a:lnTo>
                  <a:lnTo>
                    <a:pt x="134720" y="165294"/>
                  </a:lnTo>
                  <a:lnTo>
                    <a:pt x="131853" y="165772"/>
                  </a:lnTo>
                  <a:lnTo>
                    <a:pt x="130420" y="167205"/>
                  </a:lnTo>
                  <a:lnTo>
                    <a:pt x="128031" y="167683"/>
                  </a:lnTo>
                  <a:lnTo>
                    <a:pt x="125643" y="167205"/>
                  </a:lnTo>
                  <a:lnTo>
                    <a:pt x="120865" y="166727"/>
                  </a:lnTo>
                  <a:lnTo>
                    <a:pt x="118477" y="166727"/>
                  </a:lnTo>
                  <a:lnTo>
                    <a:pt x="115133" y="167683"/>
                  </a:lnTo>
                  <a:lnTo>
                    <a:pt x="112266" y="167205"/>
                  </a:lnTo>
                  <a:lnTo>
                    <a:pt x="107489" y="166727"/>
                  </a:lnTo>
                  <a:lnTo>
                    <a:pt x="96979" y="167683"/>
                  </a:lnTo>
                  <a:lnTo>
                    <a:pt x="95546" y="168161"/>
                  </a:lnTo>
                  <a:lnTo>
                    <a:pt x="94113" y="169594"/>
                  </a:lnTo>
                  <a:lnTo>
                    <a:pt x="90769" y="172460"/>
                  </a:lnTo>
                  <a:lnTo>
                    <a:pt x="85513" y="172460"/>
                  </a:lnTo>
                  <a:lnTo>
                    <a:pt x="80736" y="174371"/>
                  </a:lnTo>
                  <a:lnTo>
                    <a:pt x="79781" y="175327"/>
                  </a:lnTo>
                  <a:lnTo>
                    <a:pt x="77392" y="178671"/>
                  </a:lnTo>
                  <a:lnTo>
                    <a:pt x="77392" y="180104"/>
                  </a:lnTo>
                  <a:lnTo>
                    <a:pt x="76914" y="180582"/>
                  </a:lnTo>
                  <a:lnTo>
                    <a:pt x="76914" y="181059"/>
                  </a:lnTo>
                  <a:lnTo>
                    <a:pt x="76437" y="181059"/>
                  </a:lnTo>
                  <a:lnTo>
                    <a:pt x="75959" y="180104"/>
                  </a:lnTo>
                  <a:lnTo>
                    <a:pt x="75481" y="180582"/>
                  </a:lnTo>
                  <a:lnTo>
                    <a:pt x="75004" y="182015"/>
                  </a:lnTo>
                  <a:lnTo>
                    <a:pt x="73093" y="182970"/>
                  </a:lnTo>
                  <a:lnTo>
                    <a:pt x="71659" y="183448"/>
                  </a:lnTo>
                  <a:lnTo>
                    <a:pt x="68315" y="182015"/>
                  </a:lnTo>
                  <a:lnTo>
                    <a:pt x="64971" y="179626"/>
                  </a:lnTo>
                  <a:lnTo>
                    <a:pt x="63538" y="179626"/>
                  </a:lnTo>
                  <a:lnTo>
                    <a:pt x="61149" y="176282"/>
                  </a:lnTo>
                  <a:lnTo>
                    <a:pt x="59716" y="174371"/>
                  </a:lnTo>
                  <a:lnTo>
                    <a:pt x="59238" y="171983"/>
                  </a:lnTo>
                  <a:lnTo>
                    <a:pt x="59238" y="171027"/>
                  </a:lnTo>
                  <a:lnTo>
                    <a:pt x="59238" y="170549"/>
                  </a:lnTo>
                  <a:lnTo>
                    <a:pt x="56850" y="169594"/>
                  </a:lnTo>
                  <a:lnTo>
                    <a:pt x="56372" y="167205"/>
                  </a:lnTo>
                  <a:lnTo>
                    <a:pt x="57805" y="164817"/>
                  </a:lnTo>
                  <a:lnTo>
                    <a:pt x="59238" y="163384"/>
                  </a:lnTo>
                  <a:lnTo>
                    <a:pt x="60194" y="163384"/>
                  </a:lnTo>
                  <a:lnTo>
                    <a:pt x="57805" y="163384"/>
                  </a:lnTo>
                  <a:lnTo>
                    <a:pt x="56372" y="165294"/>
                  </a:lnTo>
                  <a:lnTo>
                    <a:pt x="54461" y="162428"/>
                  </a:lnTo>
                  <a:lnTo>
                    <a:pt x="46817" y="156695"/>
                  </a:lnTo>
                  <a:lnTo>
                    <a:pt x="47295" y="155740"/>
                  </a:lnTo>
                  <a:lnTo>
                    <a:pt x="47295" y="154784"/>
                  </a:lnTo>
                  <a:lnTo>
                    <a:pt x="45862" y="156218"/>
                  </a:lnTo>
                  <a:lnTo>
                    <a:pt x="44906" y="156695"/>
                  </a:lnTo>
                  <a:lnTo>
                    <a:pt x="41085" y="156695"/>
                  </a:lnTo>
                  <a:lnTo>
                    <a:pt x="36307" y="157173"/>
                  </a:lnTo>
                  <a:lnTo>
                    <a:pt x="36307" y="156218"/>
                  </a:lnTo>
                  <a:lnTo>
                    <a:pt x="37263" y="156218"/>
                  </a:lnTo>
                  <a:lnTo>
                    <a:pt x="35830" y="150485"/>
                  </a:lnTo>
                  <a:lnTo>
                    <a:pt x="35352" y="148574"/>
                  </a:lnTo>
                  <a:lnTo>
                    <a:pt x="34874" y="147141"/>
                  </a:lnTo>
                  <a:lnTo>
                    <a:pt x="36307" y="144274"/>
                  </a:lnTo>
                  <a:lnTo>
                    <a:pt x="37263" y="143319"/>
                  </a:lnTo>
                  <a:lnTo>
                    <a:pt x="37740" y="142363"/>
                  </a:lnTo>
                  <a:lnTo>
                    <a:pt x="38696" y="140452"/>
                  </a:lnTo>
                  <a:lnTo>
                    <a:pt x="41085" y="138542"/>
                  </a:lnTo>
                  <a:lnTo>
                    <a:pt x="42996" y="137586"/>
                  </a:lnTo>
                  <a:lnTo>
                    <a:pt x="43951" y="137586"/>
                  </a:lnTo>
                  <a:lnTo>
                    <a:pt x="44429" y="136631"/>
                  </a:lnTo>
                  <a:lnTo>
                    <a:pt x="44906" y="136631"/>
                  </a:lnTo>
                  <a:lnTo>
                    <a:pt x="45384" y="134720"/>
                  </a:lnTo>
                  <a:lnTo>
                    <a:pt x="45862" y="133286"/>
                  </a:lnTo>
                  <a:lnTo>
                    <a:pt x="45862" y="132809"/>
                  </a:lnTo>
                  <a:lnTo>
                    <a:pt x="42996" y="133286"/>
                  </a:lnTo>
                  <a:lnTo>
                    <a:pt x="38218" y="127076"/>
                  </a:lnTo>
                  <a:lnTo>
                    <a:pt x="38696" y="126120"/>
                  </a:lnTo>
                  <a:lnTo>
                    <a:pt x="39174" y="124210"/>
                  </a:lnTo>
                  <a:lnTo>
                    <a:pt x="39651" y="122299"/>
                  </a:lnTo>
                  <a:lnTo>
                    <a:pt x="39651" y="121343"/>
                  </a:lnTo>
                  <a:lnTo>
                    <a:pt x="40129" y="120865"/>
                  </a:lnTo>
                  <a:lnTo>
                    <a:pt x="42040" y="119432"/>
                  </a:lnTo>
                  <a:lnTo>
                    <a:pt x="43473" y="117521"/>
                  </a:lnTo>
                  <a:lnTo>
                    <a:pt x="43951" y="117044"/>
                  </a:lnTo>
                  <a:lnTo>
                    <a:pt x="44429" y="116566"/>
                  </a:lnTo>
                  <a:lnTo>
                    <a:pt x="44906" y="114655"/>
                  </a:lnTo>
                  <a:lnTo>
                    <a:pt x="45384" y="113222"/>
                  </a:lnTo>
                  <a:lnTo>
                    <a:pt x="44429" y="111789"/>
                  </a:lnTo>
                  <a:lnTo>
                    <a:pt x="41563" y="111311"/>
                  </a:lnTo>
                  <a:lnTo>
                    <a:pt x="39174" y="106534"/>
                  </a:lnTo>
                  <a:lnTo>
                    <a:pt x="38696" y="103667"/>
                  </a:lnTo>
                  <a:lnTo>
                    <a:pt x="37740" y="103189"/>
                  </a:lnTo>
                  <a:lnTo>
                    <a:pt x="36307" y="101756"/>
                  </a:lnTo>
                  <a:lnTo>
                    <a:pt x="34874" y="99368"/>
                  </a:lnTo>
                  <a:lnTo>
                    <a:pt x="35352" y="99368"/>
                  </a:lnTo>
                  <a:lnTo>
                    <a:pt x="42040" y="99368"/>
                  </a:lnTo>
                  <a:lnTo>
                    <a:pt x="43473" y="98890"/>
                  </a:lnTo>
                  <a:lnTo>
                    <a:pt x="43951" y="98412"/>
                  </a:lnTo>
                  <a:lnTo>
                    <a:pt x="44429" y="97457"/>
                  </a:lnTo>
                  <a:lnTo>
                    <a:pt x="44906" y="96501"/>
                  </a:lnTo>
                  <a:lnTo>
                    <a:pt x="45384" y="96501"/>
                  </a:lnTo>
                  <a:lnTo>
                    <a:pt x="45862" y="95546"/>
                  </a:lnTo>
                  <a:lnTo>
                    <a:pt x="46817" y="92202"/>
                  </a:lnTo>
                  <a:lnTo>
                    <a:pt x="47295" y="90291"/>
                  </a:lnTo>
                  <a:lnTo>
                    <a:pt x="46817" y="89335"/>
                  </a:lnTo>
                  <a:lnTo>
                    <a:pt x="44429" y="87424"/>
                  </a:lnTo>
                  <a:lnTo>
                    <a:pt x="44429" y="86947"/>
                  </a:lnTo>
                  <a:lnTo>
                    <a:pt x="44429" y="86469"/>
                  </a:lnTo>
                  <a:lnTo>
                    <a:pt x="45384" y="85991"/>
                  </a:lnTo>
                  <a:lnTo>
                    <a:pt x="47295" y="84558"/>
                  </a:lnTo>
                  <a:lnTo>
                    <a:pt x="48251" y="83603"/>
                  </a:lnTo>
                  <a:lnTo>
                    <a:pt x="48251" y="83603"/>
                  </a:lnTo>
                  <a:lnTo>
                    <a:pt x="48728" y="82647"/>
                  </a:lnTo>
                  <a:lnTo>
                    <a:pt x="48728" y="82170"/>
                  </a:lnTo>
                  <a:lnTo>
                    <a:pt x="48251" y="81214"/>
                  </a:lnTo>
                  <a:lnTo>
                    <a:pt x="48251" y="80258"/>
                  </a:lnTo>
                  <a:lnTo>
                    <a:pt x="48251" y="79303"/>
                  </a:lnTo>
                  <a:lnTo>
                    <a:pt x="48728" y="75959"/>
                  </a:lnTo>
                  <a:lnTo>
                    <a:pt x="48728" y="75481"/>
                  </a:lnTo>
                  <a:lnTo>
                    <a:pt x="48251" y="72615"/>
                  </a:lnTo>
                  <a:lnTo>
                    <a:pt x="47773" y="69748"/>
                  </a:lnTo>
                  <a:lnTo>
                    <a:pt x="46340" y="66882"/>
                  </a:lnTo>
                  <a:lnTo>
                    <a:pt x="46817" y="66404"/>
                  </a:lnTo>
                  <a:lnTo>
                    <a:pt x="49206" y="65449"/>
                  </a:lnTo>
                  <a:lnTo>
                    <a:pt x="50639" y="63060"/>
                  </a:lnTo>
                  <a:lnTo>
                    <a:pt x="53028" y="60672"/>
                  </a:lnTo>
                  <a:lnTo>
                    <a:pt x="56372" y="59238"/>
                  </a:lnTo>
                  <a:lnTo>
                    <a:pt x="58761" y="57328"/>
                  </a:lnTo>
                  <a:lnTo>
                    <a:pt x="59238" y="56372"/>
                  </a:lnTo>
                  <a:lnTo>
                    <a:pt x="59238" y="55894"/>
                  </a:lnTo>
                  <a:lnTo>
                    <a:pt x="59716" y="55417"/>
                  </a:lnTo>
                  <a:lnTo>
                    <a:pt x="60194" y="55417"/>
                  </a:lnTo>
                  <a:lnTo>
                    <a:pt x="60194" y="54939"/>
                  </a:lnTo>
                  <a:lnTo>
                    <a:pt x="60194" y="54461"/>
                  </a:lnTo>
                  <a:lnTo>
                    <a:pt x="60672" y="54461"/>
                  </a:lnTo>
                  <a:lnTo>
                    <a:pt x="60672" y="53506"/>
                  </a:lnTo>
                  <a:lnTo>
                    <a:pt x="60194" y="52550"/>
                  </a:lnTo>
                  <a:lnTo>
                    <a:pt x="58761" y="51595"/>
                  </a:lnTo>
                  <a:lnTo>
                    <a:pt x="57328" y="51117"/>
                  </a:lnTo>
                  <a:lnTo>
                    <a:pt x="55416" y="51117"/>
                  </a:lnTo>
                  <a:lnTo>
                    <a:pt x="53983" y="50639"/>
                  </a:lnTo>
                  <a:lnTo>
                    <a:pt x="53983" y="50162"/>
                  </a:lnTo>
                  <a:lnTo>
                    <a:pt x="53983" y="47773"/>
                  </a:lnTo>
                  <a:lnTo>
                    <a:pt x="53983" y="45862"/>
                  </a:lnTo>
                  <a:lnTo>
                    <a:pt x="53506" y="44906"/>
                  </a:lnTo>
                  <a:lnTo>
                    <a:pt x="52550" y="44429"/>
                  </a:lnTo>
                  <a:lnTo>
                    <a:pt x="51117" y="44429"/>
                  </a:lnTo>
                  <a:lnTo>
                    <a:pt x="49684" y="43951"/>
                  </a:lnTo>
                  <a:lnTo>
                    <a:pt x="48251" y="43951"/>
                  </a:lnTo>
                  <a:lnTo>
                    <a:pt x="47773" y="44429"/>
                  </a:lnTo>
                  <a:lnTo>
                    <a:pt x="44429" y="43951"/>
                  </a:lnTo>
                  <a:lnTo>
                    <a:pt x="42996" y="43951"/>
                  </a:lnTo>
                  <a:lnTo>
                    <a:pt x="42040" y="43473"/>
                  </a:lnTo>
                  <a:lnTo>
                    <a:pt x="41563" y="43473"/>
                  </a:lnTo>
                  <a:lnTo>
                    <a:pt x="41085" y="43951"/>
                  </a:lnTo>
                  <a:lnTo>
                    <a:pt x="41085" y="44429"/>
                  </a:lnTo>
                  <a:lnTo>
                    <a:pt x="41085" y="44429"/>
                  </a:lnTo>
                  <a:lnTo>
                    <a:pt x="40607" y="44906"/>
                  </a:lnTo>
                  <a:lnTo>
                    <a:pt x="40607" y="45384"/>
                  </a:lnTo>
                  <a:lnTo>
                    <a:pt x="40607" y="45862"/>
                  </a:lnTo>
                  <a:lnTo>
                    <a:pt x="39651" y="46340"/>
                  </a:lnTo>
                  <a:lnTo>
                    <a:pt x="37263" y="46817"/>
                  </a:lnTo>
                  <a:lnTo>
                    <a:pt x="34874" y="46817"/>
                  </a:lnTo>
                  <a:lnTo>
                    <a:pt x="32963" y="46340"/>
                  </a:lnTo>
                  <a:lnTo>
                    <a:pt x="32486" y="45862"/>
                  </a:lnTo>
                  <a:lnTo>
                    <a:pt x="31530" y="45384"/>
                  </a:lnTo>
                  <a:lnTo>
                    <a:pt x="27231" y="45862"/>
                  </a:lnTo>
                  <a:lnTo>
                    <a:pt x="26753" y="45862"/>
                  </a:lnTo>
                  <a:lnTo>
                    <a:pt x="25320" y="46340"/>
                  </a:lnTo>
                  <a:lnTo>
                    <a:pt x="23409" y="47295"/>
                  </a:lnTo>
                  <a:lnTo>
                    <a:pt x="22453" y="47295"/>
                  </a:lnTo>
                  <a:lnTo>
                    <a:pt x="21975" y="47295"/>
                  </a:lnTo>
                  <a:lnTo>
                    <a:pt x="21498" y="46817"/>
                  </a:lnTo>
                  <a:lnTo>
                    <a:pt x="21020" y="45384"/>
                  </a:lnTo>
                  <a:lnTo>
                    <a:pt x="21020" y="44906"/>
                  </a:lnTo>
                  <a:lnTo>
                    <a:pt x="21975" y="43473"/>
                  </a:lnTo>
                  <a:lnTo>
                    <a:pt x="21975" y="43473"/>
                  </a:lnTo>
                  <a:lnTo>
                    <a:pt x="22931" y="42518"/>
                  </a:lnTo>
                  <a:lnTo>
                    <a:pt x="22453" y="42040"/>
                  </a:lnTo>
                  <a:lnTo>
                    <a:pt x="21975" y="41085"/>
                  </a:lnTo>
                  <a:lnTo>
                    <a:pt x="21498" y="40129"/>
                  </a:lnTo>
                  <a:lnTo>
                    <a:pt x="21020" y="39651"/>
                  </a:lnTo>
                  <a:lnTo>
                    <a:pt x="20065" y="39651"/>
                  </a:lnTo>
                  <a:lnTo>
                    <a:pt x="19109" y="40129"/>
                  </a:lnTo>
                  <a:lnTo>
                    <a:pt x="14809" y="41085"/>
                  </a:lnTo>
                  <a:lnTo>
                    <a:pt x="13854" y="41563"/>
                  </a:lnTo>
                  <a:lnTo>
                    <a:pt x="11943" y="42518"/>
                  </a:lnTo>
                  <a:lnTo>
                    <a:pt x="10032" y="44429"/>
                  </a:lnTo>
                  <a:lnTo>
                    <a:pt x="9077" y="45384"/>
                  </a:lnTo>
                  <a:lnTo>
                    <a:pt x="7644" y="45862"/>
                  </a:lnTo>
                  <a:lnTo>
                    <a:pt x="7166" y="44906"/>
                  </a:lnTo>
                  <a:lnTo>
                    <a:pt x="7166" y="41085"/>
                  </a:lnTo>
                  <a:lnTo>
                    <a:pt x="9555" y="38696"/>
                  </a:lnTo>
                  <a:lnTo>
                    <a:pt x="10988" y="37263"/>
                  </a:lnTo>
                  <a:lnTo>
                    <a:pt x="10032" y="36785"/>
                  </a:lnTo>
                  <a:lnTo>
                    <a:pt x="8599" y="36785"/>
                  </a:lnTo>
                  <a:lnTo>
                    <a:pt x="8599" y="35830"/>
                  </a:lnTo>
                  <a:lnTo>
                    <a:pt x="9555" y="34874"/>
                  </a:lnTo>
                  <a:lnTo>
                    <a:pt x="10032" y="33919"/>
                  </a:lnTo>
                  <a:lnTo>
                    <a:pt x="9077" y="32963"/>
                  </a:lnTo>
                  <a:lnTo>
                    <a:pt x="8599" y="32486"/>
                  </a:lnTo>
                  <a:lnTo>
                    <a:pt x="8599" y="30097"/>
                  </a:lnTo>
                  <a:lnTo>
                    <a:pt x="9077" y="29141"/>
                  </a:lnTo>
                  <a:lnTo>
                    <a:pt x="8599" y="28186"/>
                  </a:lnTo>
                  <a:lnTo>
                    <a:pt x="5255" y="29619"/>
                  </a:lnTo>
                  <a:lnTo>
                    <a:pt x="4299" y="29141"/>
                  </a:lnTo>
                  <a:lnTo>
                    <a:pt x="4299" y="27708"/>
                  </a:lnTo>
                  <a:lnTo>
                    <a:pt x="6210" y="24842"/>
                  </a:lnTo>
                  <a:lnTo>
                    <a:pt x="6210" y="24364"/>
                  </a:lnTo>
                  <a:lnTo>
                    <a:pt x="3822" y="23886"/>
                  </a:lnTo>
                  <a:lnTo>
                    <a:pt x="2389" y="22453"/>
                  </a:lnTo>
                  <a:lnTo>
                    <a:pt x="1433" y="21498"/>
                  </a:lnTo>
                  <a:lnTo>
                    <a:pt x="0" y="20065"/>
                  </a:lnTo>
                  <a:lnTo>
                    <a:pt x="0" y="18154"/>
                  </a:lnTo>
                  <a:lnTo>
                    <a:pt x="1433" y="14809"/>
                  </a:lnTo>
                  <a:lnTo>
                    <a:pt x="2866" y="13854"/>
                  </a:lnTo>
                  <a:lnTo>
                    <a:pt x="4299" y="13376"/>
                  </a:lnTo>
                  <a:lnTo>
                    <a:pt x="7166" y="10988"/>
                  </a:lnTo>
                  <a:lnTo>
                    <a:pt x="11465" y="11465"/>
                  </a:lnTo>
                  <a:lnTo>
                    <a:pt x="13854" y="10988"/>
                  </a:lnTo>
                  <a:lnTo>
                    <a:pt x="16243" y="9555"/>
                  </a:lnTo>
                  <a:lnTo>
                    <a:pt x="17676" y="9555"/>
                  </a:lnTo>
                  <a:lnTo>
                    <a:pt x="19587" y="8121"/>
                  </a:lnTo>
                  <a:lnTo>
                    <a:pt x="19587" y="6688"/>
                  </a:lnTo>
                  <a:lnTo>
                    <a:pt x="19109" y="5733"/>
                  </a:lnTo>
                  <a:lnTo>
                    <a:pt x="19587" y="4777"/>
                  </a:lnTo>
                  <a:lnTo>
                    <a:pt x="21975" y="3344"/>
                  </a:lnTo>
                  <a:lnTo>
                    <a:pt x="24364" y="1911"/>
                  </a:lnTo>
                  <a:lnTo>
                    <a:pt x="27708" y="1433"/>
                  </a:lnTo>
                  <a:lnTo>
                    <a:pt x="30575" y="0"/>
                  </a:lnTo>
                  <a:lnTo>
                    <a:pt x="32963" y="956"/>
                  </a:lnTo>
                  <a:lnTo>
                    <a:pt x="34397" y="956"/>
                  </a:lnTo>
                  <a:lnTo>
                    <a:pt x="36785" y="1911"/>
                  </a:lnTo>
                  <a:lnTo>
                    <a:pt x="39174" y="4299"/>
                  </a:lnTo>
                  <a:lnTo>
                    <a:pt x="43473" y="5255"/>
                  </a:lnTo>
                  <a:lnTo>
                    <a:pt x="46340" y="4777"/>
                  </a:lnTo>
                  <a:lnTo>
                    <a:pt x="52072" y="4299"/>
                  </a:lnTo>
                  <a:lnTo>
                    <a:pt x="54939" y="4777"/>
                  </a:lnTo>
                  <a:lnTo>
                    <a:pt x="59716" y="4299"/>
                  </a:lnTo>
                  <a:lnTo>
                    <a:pt x="62582" y="4299"/>
                  </a:lnTo>
                  <a:lnTo>
                    <a:pt x="67360" y="3344"/>
                  </a:lnTo>
                  <a:lnTo>
                    <a:pt x="71182" y="4777"/>
                  </a:lnTo>
                  <a:lnTo>
                    <a:pt x="77870" y="5255"/>
                  </a:lnTo>
                  <a:lnTo>
                    <a:pt x="82170" y="6688"/>
                  </a:lnTo>
                  <a:lnTo>
                    <a:pt x="93635" y="9077"/>
                  </a:lnTo>
                  <a:lnTo>
                    <a:pt x="97935" y="9077"/>
                  </a:lnTo>
                  <a:lnTo>
                    <a:pt x="103667" y="7644"/>
                  </a:lnTo>
                  <a:lnTo>
                    <a:pt x="106056" y="6688"/>
                  </a:lnTo>
                  <a:lnTo>
                    <a:pt x="108445" y="7166"/>
                  </a:lnTo>
                  <a:lnTo>
                    <a:pt x="111789" y="6210"/>
                  </a:lnTo>
                  <a:lnTo>
                    <a:pt x="113222" y="6688"/>
                  </a:lnTo>
                  <a:lnTo>
                    <a:pt x="115611" y="8121"/>
                  </a:lnTo>
                  <a:lnTo>
                    <a:pt x="122777" y="10032"/>
                  </a:lnTo>
                  <a:lnTo>
                    <a:pt x="124687" y="8121"/>
                  </a:lnTo>
                  <a:lnTo>
                    <a:pt x="126120" y="8121"/>
                  </a:lnTo>
                  <a:lnTo>
                    <a:pt x="131853" y="9077"/>
                  </a:lnTo>
                  <a:lnTo>
                    <a:pt x="137108" y="10988"/>
                  </a:lnTo>
                  <a:lnTo>
                    <a:pt x="139975" y="11465"/>
                  </a:lnTo>
                  <a:lnTo>
                    <a:pt x="143796" y="10510"/>
                  </a:lnTo>
                  <a:lnTo>
                    <a:pt x="147141" y="9077"/>
                  </a:lnTo>
                  <a:lnTo>
                    <a:pt x="147618" y="9077"/>
                  </a:lnTo>
                  <a:lnTo>
                    <a:pt x="147618" y="10032"/>
                  </a:lnTo>
                  <a:lnTo>
                    <a:pt x="148574" y="10988"/>
                  </a:lnTo>
                  <a:lnTo>
                    <a:pt x="148574" y="10988"/>
                  </a:lnTo>
                  <a:lnTo>
                    <a:pt x="149529" y="11465"/>
                  </a:lnTo>
                  <a:lnTo>
                    <a:pt x="150962" y="12421"/>
                  </a:lnTo>
                  <a:lnTo>
                    <a:pt x="152396" y="12421"/>
                  </a:lnTo>
                  <a:lnTo>
                    <a:pt x="154307" y="12421"/>
                  </a:lnTo>
                  <a:lnTo>
                    <a:pt x="155262" y="13376"/>
                  </a:lnTo>
                  <a:lnTo>
                    <a:pt x="155262" y="14332"/>
                  </a:lnTo>
                  <a:lnTo>
                    <a:pt x="155262" y="15765"/>
                  </a:lnTo>
                  <a:lnTo>
                    <a:pt x="154307" y="16721"/>
                  </a:lnTo>
                  <a:lnTo>
                    <a:pt x="153829" y="17676"/>
                  </a:lnTo>
                  <a:lnTo>
                    <a:pt x="154307" y="17676"/>
                  </a:lnTo>
                  <a:lnTo>
                    <a:pt x="154784" y="18154"/>
                  </a:lnTo>
                  <a:lnTo>
                    <a:pt x="155740" y="18631"/>
                  </a:lnTo>
                  <a:lnTo>
                    <a:pt x="156218" y="18154"/>
                  </a:lnTo>
                  <a:lnTo>
                    <a:pt x="156218" y="18154"/>
                  </a:lnTo>
                  <a:lnTo>
                    <a:pt x="156695" y="17676"/>
                  </a:lnTo>
                  <a:lnTo>
                    <a:pt x="157173" y="16721"/>
                  </a:lnTo>
                  <a:lnTo>
                    <a:pt x="157651" y="16721"/>
                  </a:lnTo>
                  <a:lnTo>
                    <a:pt x="157651" y="17198"/>
                  </a:lnTo>
                  <a:lnTo>
                    <a:pt x="157651" y="17676"/>
                  </a:lnTo>
                  <a:lnTo>
                    <a:pt x="160039" y="18631"/>
                  </a:lnTo>
                  <a:lnTo>
                    <a:pt x="160039" y="18631"/>
                  </a:lnTo>
                  <a:lnTo>
                    <a:pt x="164817" y="20542"/>
                  </a:lnTo>
                  <a:lnTo>
                    <a:pt x="166727" y="20542"/>
                  </a:lnTo>
                  <a:lnTo>
                    <a:pt x="168161" y="20542"/>
                  </a:lnTo>
                  <a:lnTo>
                    <a:pt x="168638" y="21498"/>
                  </a:lnTo>
                  <a:lnTo>
                    <a:pt x="171505" y="24364"/>
                  </a:lnTo>
                  <a:lnTo>
                    <a:pt x="172460" y="23886"/>
                  </a:lnTo>
                  <a:lnTo>
                    <a:pt x="173893" y="24364"/>
                  </a:lnTo>
                  <a:lnTo>
                    <a:pt x="175327" y="23886"/>
                  </a:lnTo>
                  <a:lnTo>
                    <a:pt x="175327" y="23886"/>
                  </a:lnTo>
                  <a:lnTo>
                    <a:pt x="176760" y="23409"/>
                  </a:lnTo>
                  <a:lnTo>
                    <a:pt x="177238" y="23409"/>
                  </a:lnTo>
                  <a:lnTo>
                    <a:pt x="178193" y="23886"/>
                  </a:lnTo>
                  <a:lnTo>
                    <a:pt x="179149" y="24364"/>
                  </a:lnTo>
                  <a:lnTo>
                    <a:pt x="180582" y="25320"/>
                  </a:lnTo>
                  <a:lnTo>
                    <a:pt x="181537" y="26275"/>
                  </a:lnTo>
                  <a:lnTo>
                    <a:pt x="182493" y="26753"/>
                  </a:lnTo>
                  <a:lnTo>
                    <a:pt x="182970" y="26753"/>
                  </a:lnTo>
                  <a:lnTo>
                    <a:pt x="187270" y="26275"/>
                  </a:lnTo>
                  <a:lnTo>
                    <a:pt x="188225" y="26753"/>
                  </a:lnTo>
                  <a:lnTo>
                    <a:pt x="189659" y="26753"/>
                  </a:lnTo>
                  <a:lnTo>
                    <a:pt x="190614" y="26753"/>
                  </a:lnTo>
                  <a:lnTo>
                    <a:pt x="193480" y="26753"/>
                  </a:lnTo>
                  <a:lnTo>
                    <a:pt x="195869" y="26753"/>
                  </a:lnTo>
                  <a:lnTo>
                    <a:pt x="195869" y="26753"/>
                  </a:lnTo>
                  <a:lnTo>
                    <a:pt x="195869" y="26753"/>
                  </a:lnTo>
                  <a:lnTo>
                    <a:pt x="195869" y="26753"/>
                  </a:lnTo>
                  <a:lnTo>
                    <a:pt x="196347" y="24364"/>
                  </a:lnTo>
                  <a:lnTo>
                    <a:pt x="196347" y="23409"/>
                  </a:lnTo>
                  <a:lnTo>
                    <a:pt x="197302" y="22931"/>
                  </a:lnTo>
                  <a:lnTo>
                    <a:pt x="198258" y="23409"/>
                  </a:lnTo>
                  <a:lnTo>
                    <a:pt x="203513" y="24842"/>
                  </a:lnTo>
                  <a:lnTo>
                    <a:pt x="205424" y="25797"/>
                  </a:lnTo>
                  <a:lnTo>
                    <a:pt x="207334" y="26275"/>
                  </a:lnTo>
                  <a:lnTo>
                    <a:pt x="208768" y="26275"/>
                  </a:lnTo>
                  <a:lnTo>
                    <a:pt x="210201" y="26753"/>
                  </a:lnTo>
                  <a:lnTo>
                    <a:pt x="211634" y="29141"/>
                  </a:lnTo>
                  <a:lnTo>
                    <a:pt x="211634" y="29141"/>
                  </a:lnTo>
                  <a:lnTo>
                    <a:pt x="211156" y="30097"/>
                  </a:lnTo>
                  <a:lnTo>
                    <a:pt x="211634" y="30575"/>
                  </a:lnTo>
                  <a:lnTo>
                    <a:pt x="211634" y="31530"/>
                  </a:lnTo>
                  <a:lnTo>
                    <a:pt x="211634" y="32486"/>
                  </a:lnTo>
                  <a:lnTo>
                    <a:pt x="212112" y="32963"/>
                  </a:lnTo>
                  <a:lnTo>
                    <a:pt x="212590" y="32963"/>
                  </a:lnTo>
                  <a:lnTo>
                    <a:pt x="213545" y="32963"/>
                  </a:lnTo>
                  <a:lnTo>
                    <a:pt x="214978" y="32486"/>
                  </a:lnTo>
                  <a:lnTo>
                    <a:pt x="216411" y="31530"/>
                  </a:lnTo>
                  <a:lnTo>
                    <a:pt x="216889" y="31530"/>
                  </a:lnTo>
                  <a:lnTo>
                    <a:pt x="217367" y="31530"/>
                  </a:lnTo>
                  <a:lnTo>
                    <a:pt x="220233" y="32486"/>
                  </a:lnTo>
                  <a:lnTo>
                    <a:pt x="221666" y="33441"/>
                  </a:lnTo>
                  <a:lnTo>
                    <a:pt x="222144" y="33919"/>
                  </a:lnTo>
                  <a:lnTo>
                    <a:pt x="222144" y="34397"/>
                  </a:lnTo>
                  <a:lnTo>
                    <a:pt x="222622" y="34874"/>
                  </a:lnTo>
                  <a:lnTo>
                    <a:pt x="223577" y="35352"/>
                  </a:lnTo>
                  <a:lnTo>
                    <a:pt x="225010" y="34397"/>
                  </a:lnTo>
                  <a:lnTo>
                    <a:pt x="226921" y="33441"/>
                  </a:lnTo>
                  <a:lnTo>
                    <a:pt x="230266" y="34397"/>
                  </a:lnTo>
                  <a:lnTo>
                    <a:pt x="234087" y="35352"/>
                  </a:lnTo>
                  <a:lnTo>
                    <a:pt x="235998" y="35352"/>
                  </a:lnTo>
                  <a:lnTo>
                    <a:pt x="235998" y="34874"/>
                  </a:lnTo>
                  <a:lnTo>
                    <a:pt x="235998" y="33919"/>
                  </a:lnTo>
                  <a:lnTo>
                    <a:pt x="236954" y="33919"/>
                  </a:lnTo>
                  <a:lnTo>
                    <a:pt x="237909" y="33919"/>
                  </a:lnTo>
                  <a:lnTo>
                    <a:pt x="239342" y="33441"/>
                  </a:lnTo>
                  <a:lnTo>
                    <a:pt x="240775" y="32486"/>
                  </a:lnTo>
                  <a:lnTo>
                    <a:pt x="242209" y="32486"/>
                  </a:lnTo>
                  <a:lnTo>
                    <a:pt x="243642" y="32963"/>
                  </a:lnTo>
                  <a:lnTo>
                    <a:pt x="245553" y="33441"/>
                  </a:lnTo>
                  <a:lnTo>
                    <a:pt x="246986" y="33441"/>
                  </a:lnTo>
                  <a:lnTo>
                    <a:pt x="247464" y="34874"/>
                  </a:lnTo>
                  <a:lnTo>
                    <a:pt x="248419" y="3535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3" name="Freeform 2252">
              <a:extLst>
                <a:ext uri="{FF2B5EF4-FFF2-40B4-BE49-F238E27FC236}">
                  <a16:creationId xmlns:a16="http://schemas.microsoft.com/office/drawing/2014/main" id="{6439E309-03A9-3790-9076-2C2D82043150}"/>
                </a:ext>
              </a:extLst>
            </p:cNvPr>
            <p:cNvSpPr/>
            <p:nvPr/>
          </p:nvSpPr>
          <p:spPr>
            <a:xfrm>
              <a:off x="5774009" y="4458768"/>
              <a:ext cx="157173" cy="104622"/>
            </a:xfrm>
            <a:custGeom>
              <a:avLst/>
              <a:gdLst>
                <a:gd name="csX0" fmla="*/ 157173 w 157173"/>
                <a:gd name="csY0" fmla="*/ 59238 h 104622"/>
                <a:gd name="csX1" fmla="*/ 156695 w 157173"/>
                <a:gd name="csY1" fmla="*/ 60194 h 104622"/>
                <a:gd name="csX2" fmla="*/ 155262 w 157173"/>
                <a:gd name="csY2" fmla="*/ 63060 h 104622"/>
                <a:gd name="csX3" fmla="*/ 153829 w 157173"/>
                <a:gd name="csY3" fmla="*/ 64016 h 104622"/>
                <a:gd name="csX4" fmla="*/ 149052 w 157173"/>
                <a:gd name="csY4" fmla="*/ 67838 h 104622"/>
                <a:gd name="csX5" fmla="*/ 146663 w 157173"/>
                <a:gd name="csY5" fmla="*/ 67838 h 104622"/>
                <a:gd name="csX6" fmla="*/ 141408 w 157173"/>
                <a:gd name="csY6" fmla="*/ 68315 h 104622"/>
                <a:gd name="csX7" fmla="*/ 140930 w 157173"/>
                <a:gd name="csY7" fmla="*/ 67360 h 104622"/>
                <a:gd name="csX8" fmla="*/ 139497 w 157173"/>
                <a:gd name="csY8" fmla="*/ 67360 h 104622"/>
                <a:gd name="csX9" fmla="*/ 138064 w 157173"/>
                <a:gd name="csY9" fmla="*/ 67360 h 104622"/>
                <a:gd name="csX10" fmla="*/ 137586 w 157173"/>
                <a:gd name="csY10" fmla="*/ 67838 h 104622"/>
                <a:gd name="csX11" fmla="*/ 137586 w 157173"/>
                <a:gd name="csY11" fmla="*/ 68315 h 104622"/>
                <a:gd name="csX12" fmla="*/ 136631 w 157173"/>
                <a:gd name="csY12" fmla="*/ 68793 h 104622"/>
                <a:gd name="csX13" fmla="*/ 135675 w 157173"/>
                <a:gd name="csY13" fmla="*/ 70226 h 104622"/>
                <a:gd name="csX14" fmla="*/ 135198 w 157173"/>
                <a:gd name="csY14" fmla="*/ 70704 h 104622"/>
                <a:gd name="csX15" fmla="*/ 134242 w 157173"/>
                <a:gd name="csY15" fmla="*/ 71182 h 104622"/>
                <a:gd name="csX16" fmla="*/ 133287 w 157173"/>
                <a:gd name="csY16" fmla="*/ 70704 h 104622"/>
                <a:gd name="csX17" fmla="*/ 132331 w 157173"/>
                <a:gd name="csY17" fmla="*/ 71182 h 104622"/>
                <a:gd name="csX18" fmla="*/ 132331 w 157173"/>
                <a:gd name="csY18" fmla="*/ 71659 h 104622"/>
                <a:gd name="csX19" fmla="*/ 132331 w 157173"/>
                <a:gd name="csY19" fmla="*/ 72615 h 104622"/>
                <a:gd name="csX20" fmla="*/ 131376 w 157173"/>
                <a:gd name="csY20" fmla="*/ 73093 h 104622"/>
                <a:gd name="csX21" fmla="*/ 131376 w 157173"/>
                <a:gd name="csY21" fmla="*/ 73570 h 104622"/>
                <a:gd name="csX22" fmla="*/ 131376 w 157173"/>
                <a:gd name="csY22" fmla="*/ 74526 h 104622"/>
                <a:gd name="csX23" fmla="*/ 130898 w 157173"/>
                <a:gd name="csY23" fmla="*/ 74526 h 104622"/>
                <a:gd name="csX24" fmla="*/ 129942 w 157173"/>
                <a:gd name="csY24" fmla="*/ 74526 h 104622"/>
                <a:gd name="csX25" fmla="*/ 129465 w 157173"/>
                <a:gd name="csY25" fmla="*/ 74526 h 104622"/>
                <a:gd name="csX26" fmla="*/ 128509 w 157173"/>
                <a:gd name="csY26" fmla="*/ 75481 h 104622"/>
                <a:gd name="csX27" fmla="*/ 128032 w 157173"/>
                <a:gd name="csY27" fmla="*/ 75959 h 104622"/>
                <a:gd name="csX28" fmla="*/ 127554 w 157173"/>
                <a:gd name="csY28" fmla="*/ 75959 h 104622"/>
                <a:gd name="csX29" fmla="*/ 122299 w 157173"/>
                <a:gd name="csY29" fmla="*/ 75959 h 104622"/>
                <a:gd name="csX30" fmla="*/ 120866 w 157173"/>
                <a:gd name="csY30" fmla="*/ 76437 h 104622"/>
                <a:gd name="csX31" fmla="*/ 119432 w 157173"/>
                <a:gd name="csY31" fmla="*/ 76437 h 104622"/>
                <a:gd name="csX32" fmla="*/ 119432 w 157173"/>
                <a:gd name="csY32" fmla="*/ 75959 h 104622"/>
                <a:gd name="csX33" fmla="*/ 119432 w 157173"/>
                <a:gd name="csY33" fmla="*/ 75959 h 104622"/>
                <a:gd name="csX34" fmla="*/ 112744 w 157173"/>
                <a:gd name="csY34" fmla="*/ 74526 h 104622"/>
                <a:gd name="csX35" fmla="*/ 108445 w 157173"/>
                <a:gd name="csY35" fmla="*/ 73570 h 104622"/>
                <a:gd name="csX36" fmla="*/ 103667 w 157173"/>
                <a:gd name="csY36" fmla="*/ 72615 h 104622"/>
                <a:gd name="csX37" fmla="*/ 103667 w 157173"/>
                <a:gd name="csY37" fmla="*/ 73570 h 104622"/>
                <a:gd name="csX38" fmla="*/ 102712 w 157173"/>
                <a:gd name="csY38" fmla="*/ 74048 h 104622"/>
                <a:gd name="csX39" fmla="*/ 101757 w 157173"/>
                <a:gd name="csY39" fmla="*/ 74048 h 104622"/>
                <a:gd name="csX40" fmla="*/ 101279 w 157173"/>
                <a:gd name="csY40" fmla="*/ 74048 h 104622"/>
                <a:gd name="csX41" fmla="*/ 100801 w 157173"/>
                <a:gd name="csY41" fmla="*/ 74526 h 104622"/>
                <a:gd name="csX42" fmla="*/ 99846 w 157173"/>
                <a:gd name="csY42" fmla="*/ 75481 h 104622"/>
                <a:gd name="csX43" fmla="*/ 98890 w 157173"/>
                <a:gd name="csY43" fmla="*/ 75959 h 104622"/>
                <a:gd name="csX44" fmla="*/ 97935 w 157173"/>
                <a:gd name="csY44" fmla="*/ 76437 h 104622"/>
                <a:gd name="csX45" fmla="*/ 97457 w 157173"/>
                <a:gd name="csY45" fmla="*/ 76914 h 104622"/>
                <a:gd name="csX46" fmla="*/ 96979 w 157173"/>
                <a:gd name="csY46" fmla="*/ 76914 h 104622"/>
                <a:gd name="csX47" fmla="*/ 96024 w 157173"/>
                <a:gd name="csY47" fmla="*/ 75959 h 104622"/>
                <a:gd name="csX48" fmla="*/ 94591 w 157173"/>
                <a:gd name="csY48" fmla="*/ 75959 h 104622"/>
                <a:gd name="csX49" fmla="*/ 91724 w 157173"/>
                <a:gd name="csY49" fmla="*/ 75959 h 104622"/>
                <a:gd name="csX50" fmla="*/ 90769 w 157173"/>
                <a:gd name="csY50" fmla="*/ 75959 h 104622"/>
                <a:gd name="csX51" fmla="*/ 88858 w 157173"/>
                <a:gd name="csY51" fmla="*/ 75481 h 104622"/>
                <a:gd name="csX52" fmla="*/ 85036 w 157173"/>
                <a:gd name="csY52" fmla="*/ 75959 h 104622"/>
                <a:gd name="csX53" fmla="*/ 79303 w 157173"/>
                <a:gd name="csY53" fmla="*/ 75481 h 104622"/>
                <a:gd name="csX54" fmla="*/ 78348 w 157173"/>
                <a:gd name="csY54" fmla="*/ 75481 h 104622"/>
                <a:gd name="csX55" fmla="*/ 77870 w 157173"/>
                <a:gd name="csY55" fmla="*/ 75959 h 104622"/>
                <a:gd name="csX56" fmla="*/ 72137 w 157173"/>
                <a:gd name="csY56" fmla="*/ 75959 h 104622"/>
                <a:gd name="csX57" fmla="*/ 65449 w 157173"/>
                <a:gd name="csY57" fmla="*/ 75959 h 104622"/>
                <a:gd name="csX58" fmla="*/ 60194 w 157173"/>
                <a:gd name="csY58" fmla="*/ 75959 h 104622"/>
                <a:gd name="csX59" fmla="*/ 55417 w 157173"/>
                <a:gd name="csY59" fmla="*/ 75959 h 104622"/>
                <a:gd name="csX60" fmla="*/ 55417 w 157173"/>
                <a:gd name="csY60" fmla="*/ 75959 h 104622"/>
                <a:gd name="csX61" fmla="*/ 53506 w 157173"/>
                <a:gd name="csY61" fmla="*/ 75959 h 104622"/>
                <a:gd name="csX62" fmla="*/ 53506 w 157173"/>
                <a:gd name="csY62" fmla="*/ 76437 h 104622"/>
                <a:gd name="csX63" fmla="*/ 52073 w 157173"/>
                <a:gd name="csY63" fmla="*/ 80736 h 104622"/>
                <a:gd name="csX64" fmla="*/ 52073 w 157173"/>
                <a:gd name="csY64" fmla="*/ 83125 h 104622"/>
                <a:gd name="csX65" fmla="*/ 52550 w 157173"/>
                <a:gd name="csY65" fmla="*/ 85036 h 104622"/>
                <a:gd name="csX66" fmla="*/ 53506 w 157173"/>
                <a:gd name="csY66" fmla="*/ 85991 h 104622"/>
                <a:gd name="csX67" fmla="*/ 54461 w 157173"/>
                <a:gd name="csY67" fmla="*/ 85991 h 104622"/>
                <a:gd name="csX68" fmla="*/ 54461 w 157173"/>
                <a:gd name="csY68" fmla="*/ 86947 h 104622"/>
                <a:gd name="csX69" fmla="*/ 53506 w 157173"/>
                <a:gd name="csY69" fmla="*/ 87424 h 104622"/>
                <a:gd name="csX70" fmla="*/ 53984 w 157173"/>
                <a:gd name="csY70" fmla="*/ 88380 h 104622"/>
                <a:gd name="csX71" fmla="*/ 54461 w 157173"/>
                <a:gd name="csY71" fmla="*/ 88858 h 104622"/>
                <a:gd name="csX72" fmla="*/ 54939 w 157173"/>
                <a:gd name="csY72" fmla="*/ 89813 h 104622"/>
                <a:gd name="csX73" fmla="*/ 54461 w 157173"/>
                <a:gd name="csY73" fmla="*/ 90769 h 104622"/>
                <a:gd name="csX74" fmla="*/ 54461 w 157173"/>
                <a:gd name="csY74" fmla="*/ 92679 h 104622"/>
                <a:gd name="csX75" fmla="*/ 55417 w 157173"/>
                <a:gd name="csY75" fmla="*/ 96024 h 104622"/>
                <a:gd name="csX76" fmla="*/ 55417 w 157173"/>
                <a:gd name="csY76" fmla="*/ 97935 h 104622"/>
                <a:gd name="csX77" fmla="*/ 54461 w 157173"/>
                <a:gd name="csY77" fmla="*/ 98890 h 104622"/>
                <a:gd name="csX78" fmla="*/ 54939 w 157173"/>
                <a:gd name="csY78" fmla="*/ 100323 h 104622"/>
                <a:gd name="csX79" fmla="*/ 55894 w 157173"/>
                <a:gd name="csY79" fmla="*/ 102712 h 104622"/>
                <a:gd name="csX80" fmla="*/ 56372 w 157173"/>
                <a:gd name="csY80" fmla="*/ 103667 h 104622"/>
                <a:gd name="csX81" fmla="*/ 55894 w 157173"/>
                <a:gd name="csY81" fmla="*/ 104145 h 104622"/>
                <a:gd name="csX82" fmla="*/ 54939 w 157173"/>
                <a:gd name="csY82" fmla="*/ 104623 h 104622"/>
                <a:gd name="csX83" fmla="*/ 53984 w 157173"/>
                <a:gd name="csY83" fmla="*/ 104623 h 104622"/>
                <a:gd name="csX84" fmla="*/ 52550 w 157173"/>
                <a:gd name="csY84" fmla="*/ 103189 h 104622"/>
                <a:gd name="csX85" fmla="*/ 52073 w 157173"/>
                <a:gd name="csY85" fmla="*/ 102712 h 104622"/>
                <a:gd name="csX86" fmla="*/ 51117 w 157173"/>
                <a:gd name="csY86" fmla="*/ 101279 h 104622"/>
                <a:gd name="csX87" fmla="*/ 50639 w 157173"/>
                <a:gd name="csY87" fmla="*/ 99845 h 104622"/>
                <a:gd name="csX88" fmla="*/ 49206 w 157173"/>
                <a:gd name="csY88" fmla="*/ 99368 h 104622"/>
                <a:gd name="csX89" fmla="*/ 48251 w 157173"/>
                <a:gd name="csY89" fmla="*/ 98890 h 104622"/>
                <a:gd name="csX90" fmla="*/ 47295 w 157173"/>
                <a:gd name="csY90" fmla="*/ 96979 h 104622"/>
                <a:gd name="csX91" fmla="*/ 46818 w 157173"/>
                <a:gd name="csY91" fmla="*/ 96979 h 104622"/>
                <a:gd name="csX92" fmla="*/ 45862 w 157173"/>
                <a:gd name="csY92" fmla="*/ 96024 h 104622"/>
                <a:gd name="csX93" fmla="*/ 44429 w 157173"/>
                <a:gd name="csY93" fmla="*/ 96501 h 104622"/>
                <a:gd name="csX94" fmla="*/ 42518 w 157173"/>
                <a:gd name="csY94" fmla="*/ 96024 h 104622"/>
                <a:gd name="csX95" fmla="*/ 38696 w 157173"/>
                <a:gd name="csY95" fmla="*/ 95546 h 104622"/>
                <a:gd name="csX96" fmla="*/ 34397 w 157173"/>
                <a:gd name="csY96" fmla="*/ 95546 h 104622"/>
                <a:gd name="csX97" fmla="*/ 32963 w 157173"/>
                <a:gd name="csY97" fmla="*/ 96024 h 104622"/>
                <a:gd name="csX98" fmla="*/ 31052 w 157173"/>
                <a:gd name="csY98" fmla="*/ 96979 h 104622"/>
                <a:gd name="csX99" fmla="*/ 26753 w 157173"/>
                <a:gd name="csY99" fmla="*/ 97935 h 104622"/>
                <a:gd name="csX100" fmla="*/ 25320 w 157173"/>
                <a:gd name="csY100" fmla="*/ 98890 h 104622"/>
                <a:gd name="csX101" fmla="*/ 23886 w 157173"/>
                <a:gd name="csY101" fmla="*/ 100801 h 104622"/>
                <a:gd name="csX102" fmla="*/ 22453 w 157173"/>
                <a:gd name="csY102" fmla="*/ 100801 h 104622"/>
                <a:gd name="csX103" fmla="*/ 21020 w 157173"/>
                <a:gd name="csY103" fmla="*/ 99845 h 104622"/>
                <a:gd name="csX104" fmla="*/ 20065 w 157173"/>
                <a:gd name="csY104" fmla="*/ 99368 h 104622"/>
                <a:gd name="csX105" fmla="*/ 18154 w 157173"/>
                <a:gd name="csY105" fmla="*/ 99368 h 104622"/>
                <a:gd name="csX106" fmla="*/ 16243 w 157173"/>
                <a:gd name="csY106" fmla="*/ 98412 h 104622"/>
                <a:gd name="csX107" fmla="*/ 14332 w 157173"/>
                <a:gd name="csY107" fmla="*/ 96979 h 104622"/>
                <a:gd name="csX108" fmla="*/ 12899 w 157173"/>
                <a:gd name="csY108" fmla="*/ 96501 h 104622"/>
                <a:gd name="csX109" fmla="*/ 10988 w 157173"/>
                <a:gd name="csY109" fmla="*/ 95546 h 104622"/>
                <a:gd name="csX110" fmla="*/ 10510 w 157173"/>
                <a:gd name="csY110" fmla="*/ 93157 h 104622"/>
                <a:gd name="csX111" fmla="*/ 9555 w 157173"/>
                <a:gd name="csY111" fmla="*/ 91724 h 104622"/>
                <a:gd name="csX112" fmla="*/ 8599 w 157173"/>
                <a:gd name="csY112" fmla="*/ 89813 h 104622"/>
                <a:gd name="csX113" fmla="*/ 7166 w 157173"/>
                <a:gd name="csY113" fmla="*/ 88858 h 104622"/>
                <a:gd name="csX114" fmla="*/ 5255 w 157173"/>
                <a:gd name="csY114" fmla="*/ 88380 h 104622"/>
                <a:gd name="csX115" fmla="*/ 2867 w 157173"/>
                <a:gd name="csY115" fmla="*/ 88380 h 104622"/>
                <a:gd name="csX116" fmla="*/ 1433 w 157173"/>
                <a:gd name="csY116" fmla="*/ 87424 h 104622"/>
                <a:gd name="csX117" fmla="*/ 0 w 157173"/>
                <a:gd name="csY117" fmla="*/ 86469 h 104622"/>
                <a:gd name="csX118" fmla="*/ 478 w 157173"/>
                <a:gd name="csY118" fmla="*/ 85036 h 104622"/>
                <a:gd name="csX119" fmla="*/ 956 w 157173"/>
                <a:gd name="csY119" fmla="*/ 83603 h 104622"/>
                <a:gd name="csX120" fmla="*/ 956 w 157173"/>
                <a:gd name="csY120" fmla="*/ 82170 h 104622"/>
                <a:gd name="csX121" fmla="*/ 1433 w 157173"/>
                <a:gd name="csY121" fmla="*/ 79781 h 104622"/>
                <a:gd name="csX122" fmla="*/ 1433 w 157173"/>
                <a:gd name="csY122" fmla="*/ 76914 h 104622"/>
                <a:gd name="csX123" fmla="*/ 956 w 157173"/>
                <a:gd name="csY123" fmla="*/ 75004 h 104622"/>
                <a:gd name="csX124" fmla="*/ 1911 w 157173"/>
                <a:gd name="csY124" fmla="*/ 74048 h 104622"/>
                <a:gd name="csX125" fmla="*/ 3822 w 157173"/>
                <a:gd name="csY125" fmla="*/ 73570 h 104622"/>
                <a:gd name="csX126" fmla="*/ 4777 w 157173"/>
                <a:gd name="csY126" fmla="*/ 72137 h 104622"/>
                <a:gd name="csX127" fmla="*/ 5733 w 157173"/>
                <a:gd name="csY127" fmla="*/ 68793 h 104622"/>
                <a:gd name="csX128" fmla="*/ 6211 w 157173"/>
                <a:gd name="csY128" fmla="*/ 65927 h 104622"/>
                <a:gd name="csX129" fmla="*/ 5733 w 157173"/>
                <a:gd name="csY129" fmla="*/ 64971 h 104622"/>
                <a:gd name="csX130" fmla="*/ 5255 w 157173"/>
                <a:gd name="csY130" fmla="*/ 64493 h 104622"/>
                <a:gd name="csX131" fmla="*/ 4777 w 157173"/>
                <a:gd name="csY131" fmla="*/ 63060 h 104622"/>
                <a:gd name="csX132" fmla="*/ 4777 w 157173"/>
                <a:gd name="csY132" fmla="*/ 61627 h 104622"/>
                <a:gd name="csX133" fmla="*/ 4777 w 157173"/>
                <a:gd name="csY133" fmla="*/ 60672 h 104622"/>
                <a:gd name="csX134" fmla="*/ 6211 w 157173"/>
                <a:gd name="csY134" fmla="*/ 59238 h 104622"/>
                <a:gd name="csX135" fmla="*/ 7644 w 157173"/>
                <a:gd name="csY135" fmla="*/ 58283 h 104622"/>
                <a:gd name="csX136" fmla="*/ 8599 w 157173"/>
                <a:gd name="csY136" fmla="*/ 57805 h 104622"/>
                <a:gd name="csX137" fmla="*/ 10988 w 157173"/>
                <a:gd name="csY137" fmla="*/ 57328 h 104622"/>
                <a:gd name="csX138" fmla="*/ 14810 w 157173"/>
                <a:gd name="csY138" fmla="*/ 56850 h 104622"/>
                <a:gd name="csX139" fmla="*/ 16721 w 157173"/>
                <a:gd name="csY139" fmla="*/ 55894 h 104622"/>
                <a:gd name="csX140" fmla="*/ 18154 w 157173"/>
                <a:gd name="csY140" fmla="*/ 54939 h 104622"/>
                <a:gd name="csX141" fmla="*/ 18632 w 157173"/>
                <a:gd name="csY141" fmla="*/ 54461 h 104622"/>
                <a:gd name="csX142" fmla="*/ 19587 w 157173"/>
                <a:gd name="csY142" fmla="*/ 53028 h 104622"/>
                <a:gd name="csX143" fmla="*/ 21020 w 157173"/>
                <a:gd name="csY143" fmla="*/ 52072 h 104622"/>
                <a:gd name="csX144" fmla="*/ 21976 w 157173"/>
                <a:gd name="csY144" fmla="*/ 51117 h 104622"/>
                <a:gd name="csX145" fmla="*/ 21976 w 157173"/>
                <a:gd name="csY145" fmla="*/ 48251 h 104622"/>
                <a:gd name="csX146" fmla="*/ 21976 w 157173"/>
                <a:gd name="csY146" fmla="*/ 46340 h 104622"/>
                <a:gd name="csX147" fmla="*/ 21498 w 157173"/>
                <a:gd name="csY147" fmla="*/ 45862 h 104622"/>
                <a:gd name="csX148" fmla="*/ 21020 w 157173"/>
                <a:gd name="csY148" fmla="*/ 44906 h 104622"/>
                <a:gd name="csX149" fmla="*/ 25798 w 157173"/>
                <a:gd name="csY149" fmla="*/ 42518 h 104622"/>
                <a:gd name="csX150" fmla="*/ 25798 w 157173"/>
                <a:gd name="csY150" fmla="*/ 41085 h 104622"/>
                <a:gd name="csX151" fmla="*/ 25320 w 157173"/>
                <a:gd name="csY151" fmla="*/ 39174 h 104622"/>
                <a:gd name="csX152" fmla="*/ 24364 w 157173"/>
                <a:gd name="csY152" fmla="*/ 37740 h 104622"/>
                <a:gd name="csX153" fmla="*/ 23886 w 157173"/>
                <a:gd name="csY153" fmla="*/ 36785 h 104622"/>
                <a:gd name="csX154" fmla="*/ 25320 w 157173"/>
                <a:gd name="csY154" fmla="*/ 35352 h 104622"/>
                <a:gd name="csX155" fmla="*/ 26275 w 157173"/>
                <a:gd name="csY155" fmla="*/ 33919 h 104622"/>
                <a:gd name="csX156" fmla="*/ 27231 w 157173"/>
                <a:gd name="csY156" fmla="*/ 32963 h 104622"/>
                <a:gd name="csX157" fmla="*/ 29142 w 157173"/>
                <a:gd name="csY157" fmla="*/ 31530 h 104622"/>
                <a:gd name="csX158" fmla="*/ 31530 w 157173"/>
                <a:gd name="csY158" fmla="*/ 31530 h 104622"/>
                <a:gd name="csX159" fmla="*/ 33441 w 157173"/>
                <a:gd name="csY159" fmla="*/ 32008 h 104622"/>
                <a:gd name="csX160" fmla="*/ 38696 w 157173"/>
                <a:gd name="csY160" fmla="*/ 35352 h 104622"/>
                <a:gd name="csX161" fmla="*/ 39652 w 157173"/>
                <a:gd name="csY161" fmla="*/ 35352 h 104622"/>
                <a:gd name="csX162" fmla="*/ 41085 w 157173"/>
                <a:gd name="csY162" fmla="*/ 35352 h 104622"/>
                <a:gd name="csX163" fmla="*/ 42518 w 157173"/>
                <a:gd name="csY163" fmla="*/ 34397 h 104622"/>
                <a:gd name="csX164" fmla="*/ 44429 w 157173"/>
                <a:gd name="csY164" fmla="*/ 33441 h 104622"/>
                <a:gd name="csX165" fmla="*/ 44907 w 157173"/>
                <a:gd name="csY165" fmla="*/ 31530 h 104622"/>
                <a:gd name="csX166" fmla="*/ 44907 w 157173"/>
                <a:gd name="csY166" fmla="*/ 28186 h 104622"/>
                <a:gd name="csX167" fmla="*/ 45384 w 157173"/>
                <a:gd name="csY167" fmla="*/ 26753 h 104622"/>
                <a:gd name="csX168" fmla="*/ 46340 w 157173"/>
                <a:gd name="csY168" fmla="*/ 26275 h 104622"/>
                <a:gd name="csX169" fmla="*/ 49684 w 157173"/>
                <a:gd name="csY169" fmla="*/ 26753 h 104622"/>
                <a:gd name="csX170" fmla="*/ 50162 w 157173"/>
                <a:gd name="csY170" fmla="*/ 27231 h 104622"/>
                <a:gd name="csX171" fmla="*/ 51117 w 157173"/>
                <a:gd name="csY171" fmla="*/ 26753 h 104622"/>
                <a:gd name="csX172" fmla="*/ 52073 w 157173"/>
                <a:gd name="csY172" fmla="*/ 26275 h 104622"/>
                <a:gd name="csX173" fmla="*/ 52073 w 157173"/>
                <a:gd name="csY173" fmla="*/ 25320 h 104622"/>
                <a:gd name="csX174" fmla="*/ 51595 w 157173"/>
                <a:gd name="csY174" fmla="*/ 24364 h 104622"/>
                <a:gd name="csX175" fmla="*/ 52550 w 157173"/>
                <a:gd name="csY175" fmla="*/ 21020 h 104622"/>
                <a:gd name="csX176" fmla="*/ 54461 w 157173"/>
                <a:gd name="csY176" fmla="*/ 18631 h 104622"/>
                <a:gd name="csX177" fmla="*/ 58283 w 157173"/>
                <a:gd name="csY177" fmla="*/ 15765 h 104622"/>
                <a:gd name="csX178" fmla="*/ 59716 w 157173"/>
                <a:gd name="csY178" fmla="*/ 15287 h 104622"/>
                <a:gd name="csX179" fmla="*/ 61150 w 157173"/>
                <a:gd name="csY179" fmla="*/ 15287 h 104622"/>
                <a:gd name="csX180" fmla="*/ 67838 w 157173"/>
                <a:gd name="csY180" fmla="*/ 17198 h 104622"/>
                <a:gd name="csX181" fmla="*/ 68793 w 157173"/>
                <a:gd name="csY181" fmla="*/ 16721 h 104622"/>
                <a:gd name="csX182" fmla="*/ 70704 w 157173"/>
                <a:gd name="csY182" fmla="*/ 11943 h 104622"/>
                <a:gd name="csX183" fmla="*/ 72615 w 157173"/>
                <a:gd name="csY183" fmla="*/ 11465 h 104622"/>
                <a:gd name="csX184" fmla="*/ 74526 w 157173"/>
                <a:gd name="csY184" fmla="*/ 10988 h 104622"/>
                <a:gd name="csX185" fmla="*/ 75959 w 157173"/>
                <a:gd name="csY185" fmla="*/ 10988 h 104622"/>
                <a:gd name="csX186" fmla="*/ 76915 w 157173"/>
                <a:gd name="csY186" fmla="*/ 10510 h 104622"/>
                <a:gd name="csX187" fmla="*/ 80259 w 157173"/>
                <a:gd name="csY187" fmla="*/ 8599 h 104622"/>
                <a:gd name="csX188" fmla="*/ 85991 w 157173"/>
                <a:gd name="csY188" fmla="*/ 6210 h 104622"/>
                <a:gd name="csX189" fmla="*/ 88858 w 157173"/>
                <a:gd name="csY189" fmla="*/ 4777 h 104622"/>
                <a:gd name="csX190" fmla="*/ 89335 w 157173"/>
                <a:gd name="csY190" fmla="*/ 4299 h 104622"/>
                <a:gd name="csX191" fmla="*/ 91724 w 157173"/>
                <a:gd name="csY191" fmla="*/ 2866 h 104622"/>
                <a:gd name="csX192" fmla="*/ 94591 w 157173"/>
                <a:gd name="csY192" fmla="*/ 478 h 104622"/>
                <a:gd name="csX193" fmla="*/ 96501 w 157173"/>
                <a:gd name="csY193" fmla="*/ 0 h 104622"/>
                <a:gd name="csX194" fmla="*/ 98890 w 157173"/>
                <a:gd name="csY194" fmla="*/ 0 h 104622"/>
                <a:gd name="csX195" fmla="*/ 100801 w 157173"/>
                <a:gd name="csY195" fmla="*/ 478 h 104622"/>
                <a:gd name="csX196" fmla="*/ 101279 w 157173"/>
                <a:gd name="csY196" fmla="*/ 956 h 104622"/>
                <a:gd name="csX197" fmla="*/ 101279 w 157173"/>
                <a:gd name="csY197" fmla="*/ 956 h 104622"/>
                <a:gd name="csX198" fmla="*/ 101757 w 157173"/>
                <a:gd name="csY198" fmla="*/ 1433 h 104622"/>
                <a:gd name="csX199" fmla="*/ 105100 w 157173"/>
                <a:gd name="csY199" fmla="*/ 478 h 104622"/>
                <a:gd name="csX200" fmla="*/ 109878 w 157173"/>
                <a:gd name="csY200" fmla="*/ 1911 h 104622"/>
                <a:gd name="csX201" fmla="*/ 114177 w 157173"/>
                <a:gd name="csY201" fmla="*/ 3344 h 104622"/>
                <a:gd name="csX202" fmla="*/ 113700 w 157173"/>
                <a:gd name="csY202" fmla="*/ 4299 h 104622"/>
                <a:gd name="csX203" fmla="*/ 113700 w 157173"/>
                <a:gd name="csY203" fmla="*/ 5733 h 104622"/>
                <a:gd name="csX204" fmla="*/ 113222 w 157173"/>
                <a:gd name="csY204" fmla="*/ 8121 h 104622"/>
                <a:gd name="csX205" fmla="*/ 113222 w 157173"/>
                <a:gd name="csY205" fmla="*/ 10988 h 104622"/>
                <a:gd name="csX206" fmla="*/ 114655 w 157173"/>
                <a:gd name="csY206" fmla="*/ 12899 h 104622"/>
                <a:gd name="csX207" fmla="*/ 116566 w 157173"/>
                <a:gd name="csY207" fmla="*/ 14809 h 104622"/>
                <a:gd name="csX208" fmla="*/ 117522 w 157173"/>
                <a:gd name="csY208" fmla="*/ 15765 h 104622"/>
                <a:gd name="csX209" fmla="*/ 116566 w 157173"/>
                <a:gd name="csY209" fmla="*/ 17676 h 104622"/>
                <a:gd name="csX210" fmla="*/ 117044 w 157173"/>
                <a:gd name="csY210" fmla="*/ 18631 h 104622"/>
                <a:gd name="csX211" fmla="*/ 117999 w 157173"/>
                <a:gd name="csY211" fmla="*/ 20542 h 104622"/>
                <a:gd name="csX212" fmla="*/ 119910 w 157173"/>
                <a:gd name="csY212" fmla="*/ 23409 h 104622"/>
                <a:gd name="csX213" fmla="*/ 121821 w 157173"/>
                <a:gd name="csY213" fmla="*/ 25797 h 104622"/>
                <a:gd name="csX214" fmla="*/ 123254 w 157173"/>
                <a:gd name="csY214" fmla="*/ 26275 h 104622"/>
                <a:gd name="csX215" fmla="*/ 124688 w 157173"/>
                <a:gd name="csY215" fmla="*/ 26275 h 104622"/>
                <a:gd name="csX216" fmla="*/ 125165 w 157173"/>
                <a:gd name="csY216" fmla="*/ 26753 h 104622"/>
                <a:gd name="csX217" fmla="*/ 126598 w 157173"/>
                <a:gd name="csY217" fmla="*/ 27231 h 104622"/>
                <a:gd name="csX218" fmla="*/ 127554 w 157173"/>
                <a:gd name="csY218" fmla="*/ 27231 h 104622"/>
                <a:gd name="csX219" fmla="*/ 128509 w 157173"/>
                <a:gd name="csY219" fmla="*/ 28186 h 104622"/>
                <a:gd name="csX220" fmla="*/ 128987 w 157173"/>
                <a:gd name="csY220" fmla="*/ 28664 h 104622"/>
                <a:gd name="csX221" fmla="*/ 129942 w 157173"/>
                <a:gd name="csY221" fmla="*/ 30097 h 104622"/>
                <a:gd name="csX222" fmla="*/ 131854 w 157173"/>
                <a:gd name="csY222" fmla="*/ 31052 h 104622"/>
                <a:gd name="csX223" fmla="*/ 133764 w 157173"/>
                <a:gd name="csY223" fmla="*/ 32008 h 104622"/>
                <a:gd name="csX224" fmla="*/ 132809 w 157173"/>
                <a:gd name="csY224" fmla="*/ 32486 h 104622"/>
                <a:gd name="csX225" fmla="*/ 130898 w 157173"/>
                <a:gd name="csY225" fmla="*/ 32486 h 104622"/>
                <a:gd name="csX226" fmla="*/ 129465 w 157173"/>
                <a:gd name="csY226" fmla="*/ 32008 h 104622"/>
                <a:gd name="csX227" fmla="*/ 128987 w 157173"/>
                <a:gd name="csY227" fmla="*/ 32963 h 104622"/>
                <a:gd name="csX228" fmla="*/ 128987 w 157173"/>
                <a:gd name="csY228" fmla="*/ 35830 h 104622"/>
                <a:gd name="csX229" fmla="*/ 129465 w 157173"/>
                <a:gd name="csY229" fmla="*/ 38218 h 104622"/>
                <a:gd name="csX230" fmla="*/ 129465 w 157173"/>
                <a:gd name="csY230" fmla="*/ 38218 h 104622"/>
                <a:gd name="csX231" fmla="*/ 131376 w 157173"/>
                <a:gd name="csY231" fmla="*/ 38696 h 104622"/>
                <a:gd name="csX232" fmla="*/ 135675 w 157173"/>
                <a:gd name="csY232" fmla="*/ 42040 h 104622"/>
                <a:gd name="csX233" fmla="*/ 139497 w 157173"/>
                <a:gd name="csY233" fmla="*/ 44906 h 104622"/>
                <a:gd name="csX234" fmla="*/ 140930 w 157173"/>
                <a:gd name="csY234" fmla="*/ 45384 h 104622"/>
                <a:gd name="csX235" fmla="*/ 142841 w 157173"/>
                <a:gd name="csY235" fmla="*/ 45862 h 104622"/>
                <a:gd name="csX236" fmla="*/ 145230 w 157173"/>
                <a:gd name="csY236" fmla="*/ 45862 h 104622"/>
                <a:gd name="csX237" fmla="*/ 146185 w 157173"/>
                <a:gd name="csY237" fmla="*/ 45862 h 104622"/>
                <a:gd name="csX238" fmla="*/ 148574 w 157173"/>
                <a:gd name="csY238" fmla="*/ 44429 h 104622"/>
                <a:gd name="csX239" fmla="*/ 149530 w 157173"/>
                <a:gd name="csY239" fmla="*/ 43951 h 104622"/>
                <a:gd name="csX240" fmla="*/ 150963 w 157173"/>
                <a:gd name="csY240" fmla="*/ 43951 h 104622"/>
                <a:gd name="csX241" fmla="*/ 151440 w 157173"/>
                <a:gd name="csY241" fmla="*/ 44429 h 104622"/>
                <a:gd name="csX242" fmla="*/ 152396 w 157173"/>
                <a:gd name="csY242" fmla="*/ 45384 h 104622"/>
                <a:gd name="csX243" fmla="*/ 153829 w 157173"/>
                <a:gd name="csY243" fmla="*/ 47295 h 104622"/>
                <a:gd name="csX244" fmla="*/ 153829 w 157173"/>
                <a:gd name="csY244" fmla="*/ 48728 h 104622"/>
                <a:gd name="csX245" fmla="*/ 153829 w 157173"/>
                <a:gd name="csY245" fmla="*/ 49684 h 104622"/>
                <a:gd name="csX246" fmla="*/ 153351 w 157173"/>
                <a:gd name="csY246" fmla="*/ 49684 h 104622"/>
                <a:gd name="csX247" fmla="*/ 151440 w 157173"/>
                <a:gd name="csY247" fmla="*/ 50162 h 104622"/>
                <a:gd name="csX248" fmla="*/ 150963 w 157173"/>
                <a:gd name="csY248" fmla="*/ 50162 h 104622"/>
                <a:gd name="csX249" fmla="*/ 150485 w 157173"/>
                <a:gd name="csY249" fmla="*/ 50639 h 104622"/>
                <a:gd name="csX250" fmla="*/ 150963 w 157173"/>
                <a:gd name="csY250" fmla="*/ 51595 h 104622"/>
                <a:gd name="csX251" fmla="*/ 150963 w 157173"/>
                <a:gd name="csY251" fmla="*/ 52072 h 104622"/>
                <a:gd name="csX252" fmla="*/ 153351 w 157173"/>
                <a:gd name="csY252" fmla="*/ 54939 h 104622"/>
                <a:gd name="csX253" fmla="*/ 156218 w 157173"/>
                <a:gd name="csY253" fmla="*/ 58283 h 104622"/>
                <a:gd name="csX254" fmla="*/ 157173 w 157173"/>
                <a:gd name="csY254" fmla="*/ 59238 h 104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</a:cxnLst>
              <a:rect l="l" t="t" r="r" b="b"/>
              <a:pathLst>
                <a:path w="157173" h="104622">
                  <a:moveTo>
                    <a:pt x="157173" y="59238"/>
                  </a:moveTo>
                  <a:lnTo>
                    <a:pt x="156695" y="60194"/>
                  </a:lnTo>
                  <a:lnTo>
                    <a:pt x="155262" y="63060"/>
                  </a:lnTo>
                  <a:lnTo>
                    <a:pt x="153829" y="64016"/>
                  </a:lnTo>
                  <a:lnTo>
                    <a:pt x="149052" y="67838"/>
                  </a:lnTo>
                  <a:lnTo>
                    <a:pt x="146663" y="67838"/>
                  </a:lnTo>
                  <a:lnTo>
                    <a:pt x="141408" y="68315"/>
                  </a:lnTo>
                  <a:lnTo>
                    <a:pt x="140930" y="67360"/>
                  </a:lnTo>
                  <a:lnTo>
                    <a:pt x="139497" y="67360"/>
                  </a:lnTo>
                  <a:lnTo>
                    <a:pt x="138064" y="67360"/>
                  </a:lnTo>
                  <a:lnTo>
                    <a:pt x="137586" y="67838"/>
                  </a:lnTo>
                  <a:lnTo>
                    <a:pt x="137586" y="68315"/>
                  </a:lnTo>
                  <a:lnTo>
                    <a:pt x="136631" y="68793"/>
                  </a:lnTo>
                  <a:lnTo>
                    <a:pt x="135675" y="70226"/>
                  </a:lnTo>
                  <a:lnTo>
                    <a:pt x="135198" y="70704"/>
                  </a:lnTo>
                  <a:lnTo>
                    <a:pt x="134242" y="71182"/>
                  </a:lnTo>
                  <a:lnTo>
                    <a:pt x="133287" y="70704"/>
                  </a:lnTo>
                  <a:lnTo>
                    <a:pt x="132331" y="71182"/>
                  </a:lnTo>
                  <a:lnTo>
                    <a:pt x="132331" y="71659"/>
                  </a:lnTo>
                  <a:lnTo>
                    <a:pt x="132331" y="72615"/>
                  </a:lnTo>
                  <a:lnTo>
                    <a:pt x="131376" y="73093"/>
                  </a:lnTo>
                  <a:lnTo>
                    <a:pt x="131376" y="73570"/>
                  </a:lnTo>
                  <a:lnTo>
                    <a:pt x="131376" y="74526"/>
                  </a:lnTo>
                  <a:lnTo>
                    <a:pt x="130898" y="74526"/>
                  </a:lnTo>
                  <a:lnTo>
                    <a:pt x="129942" y="74526"/>
                  </a:lnTo>
                  <a:lnTo>
                    <a:pt x="129465" y="74526"/>
                  </a:lnTo>
                  <a:lnTo>
                    <a:pt x="128509" y="75481"/>
                  </a:lnTo>
                  <a:lnTo>
                    <a:pt x="128032" y="75959"/>
                  </a:lnTo>
                  <a:lnTo>
                    <a:pt x="127554" y="75959"/>
                  </a:lnTo>
                  <a:lnTo>
                    <a:pt x="122299" y="75959"/>
                  </a:lnTo>
                  <a:lnTo>
                    <a:pt x="120866" y="76437"/>
                  </a:lnTo>
                  <a:lnTo>
                    <a:pt x="119432" y="76437"/>
                  </a:lnTo>
                  <a:lnTo>
                    <a:pt x="119432" y="75959"/>
                  </a:lnTo>
                  <a:lnTo>
                    <a:pt x="119432" y="75959"/>
                  </a:lnTo>
                  <a:lnTo>
                    <a:pt x="112744" y="74526"/>
                  </a:lnTo>
                  <a:lnTo>
                    <a:pt x="108445" y="73570"/>
                  </a:lnTo>
                  <a:lnTo>
                    <a:pt x="103667" y="72615"/>
                  </a:lnTo>
                  <a:lnTo>
                    <a:pt x="103667" y="73570"/>
                  </a:lnTo>
                  <a:lnTo>
                    <a:pt x="102712" y="74048"/>
                  </a:lnTo>
                  <a:lnTo>
                    <a:pt x="101757" y="74048"/>
                  </a:lnTo>
                  <a:lnTo>
                    <a:pt x="101279" y="74048"/>
                  </a:lnTo>
                  <a:lnTo>
                    <a:pt x="100801" y="74526"/>
                  </a:lnTo>
                  <a:lnTo>
                    <a:pt x="99846" y="75481"/>
                  </a:lnTo>
                  <a:lnTo>
                    <a:pt x="98890" y="75959"/>
                  </a:lnTo>
                  <a:lnTo>
                    <a:pt x="97935" y="76437"/>
                  </a:lnTo>
                  <a:lnTo>
                    <a:pt x="97457" y="76914"/>
                  </a:lnTo>
                  <a:lnTo>
                    <a:pt x="96979" y="76914"/>
                  </a:lnTo>
                  <a:lnTo>
                    <a:pt x="96024" y="75959"/>
                  </a:lnTo>
                  <a:lnTo>
                    <a:pt x="94591" y="75959"/>
                  </a:lnTo>
                  <a:lnTo>
                    <a:pt x="91724" y="75959"/>
                  </a:lnTo>
                  <a:lnTo>
                    <a:pt x="90769" y="75959"/>
                  </a:lnTo>
                  <a:lnTo>
                    <a:pt x="88858" y="75481"/>
                  </a:lnTo>
                  <a:lnTo>
                    <a:pt x="85036" y="75959"/>
                  </a:lnTo>
                  <a:lnTo>
                    <a:pt x="79303" y="75481"/>
                  </a:lnTo>
                  <a:lnTo>
                    <a:pt x="78348" y="75481"/>
                  </a:lnTo>
                  <a:lnTo>
                    <a:pt x="77870" y="75959"/>
                  </a:lnTo>
                  <a:lnTo>
                    <a:pt x="72137" y="75959"/>
                  </a:lnTo>
                  <a:lnTo>
                    <a:pt x="65449" y="75959"/>
                  </a:lnTo>
                  <a:lnTo>
                    <a:pt x="60194" y="75959"/>
                  </a:lnTo>
                  <a:lnTo>
                    <a:pt x="55417" y="75959"/>
                  </a:lnTo>
                  <a:lnTo>
                    <a:pt x="55417" y="75959"/>
                  </a:lnTo>
                  <a:lnTo>
                    <a:pt x="53506" y="75959"/>
                  </a:lnTo>
                  <a:lnTo>
                    <a:pt x="53506" y="76437"/>
                  </a:lnTo>
                  <a:lnTo>
                    <a:pt x="52073" y="80736"/>
                  </a:lnTo>
                  <a:lnTo>
                    <a:pt x="52073" y="83125"/>
                  </a:lnTo>
                  <a:lnTo>
                    <a:pt x="52550" y="85036"/>
                  </a:lnTo>
                  <a:lnTo>
                    <a:pt x="53506" y="85991"/>
                  </a:lnTo>
                  <a:lnTo>
                    <a:pt x="54461" y="85991"/>
                  </a:lnTo>
                  <a:lnTo>
                    <a:pt x="54461" y="86947"/>
                  </a:lnTo>
                  <a:lnTo>
                    <a:pt x="53506" y="87424"/>
                  </a:lnTo>
                  <a:lnTo>
                    <a:pt x="53984" y="88380"/>
                  </a:lnTo>
                  <a:lnTo>
                    <a:pt x="54461" y="88858"/>
                  </a:lnTo>
                  <a:lnTo>
                    <a:pt x="54939" y="89813"/>
                  </a:lnTo>
                  <a:lnTo>
                    <a:pt x="54461" y="90769"/>
                  </a:lnTo>
                  <a:lnTo>
                    <a:pt x="54461" y="92679"/>
                  </a:lnTo>
                  <a:lnTo>
                    <a:pt x="55417" y="96024"/>
                  </a:lnTo>
                  <a:lnTo>
                    <a:pt x="55417" y="97935"/>
                  </a:lnTo>
                  <a:lnTo>
                    <a:pt x="54461" y="98890"/>
                  </a:lnTo>
                  <a:lnTo>
                    <a:pt x="54939" y="100323"/>
                  </a:lnTo>
                  <a:lnTo>
                    <a:pt x="55894" y="102712"/>
                  </a:lnTo>
                  <a:lnTo>
                    <a:pt x="56372" y="103667"/>
                  </a:lnTo>
                  <a:lnTo>
                    <a:pt x="55894" y="104145"/>
                  </a:lnTo>
                  <a:lnTo>
                    <a:pt x="54939" y="104623"/>
                  </a:lnTo>
                  <a:lnTo>
                    <a:pt x="53984" y="104623"/>
                  </a:lnTo>
                  <a:lnTo>
                    <a:pt x="52550" y="103189"/>
                  </a:lnTo>
                  <a:lnTo>
                    <a:pt x="52073" y="102712"/>
                  </a:lnTo>
                  <a:lnTo>
                    <a:pt x="51117" y="101279"/>
                  </a:lnTo>
                  <a:lnTo>
                    <a:pt x="50639" y="99845"/>
                  </a:lnTo>
                  <a:lnTo>
                    <a:pt x="49206" y="99368"/>
                  </a:lnTo>
                  <a:lnTo>
                    <a:pt x="48251" y="98890"/>
                  </a:lnTo>
                  <a:lnTo>
                    <a:pt x="47295" y="96979"/>
                  </a:lnTo>
                  <a:lnTo>
                    <a:pt x="46818" y="96979"/>
                  </a:lnTo>
                  <a:lnTo>
                    <a:pt x="45862" y="96024"/>
                  </a:lnTo>
                  <a:lnTo>
                    <a:pt x="44429" y="96501"/>
                  </a:lnTo>
                  <a:lnTo>
                    <a:pt x="42518" y="96024"/>
                  </a:lnTo>
                  <a:lnTo>
                    <a:pt x="38696" y="95546"/>
                  </a:lnTo>
                  <a:lnTo>
                    <a:pt x="34397" y="95546"/>
                  </a:lnTo>
                  <a:lnTo>
                    <a:pt x="32963" y="96024"/>
                  </a:lnTo>
                  <a:lnTo>
                    <a:pt x="31052" y="96979"/>
                  </a:lnTo>
                  <a:lnTo>
                    <a:pt x="26753" y="97935"/>
                  </a:lnTo>
                  <a:lnTo>
                    <a:pt x="25320" y="98890"/>
                  </a:lnTo>
                  <a:lnTo>
                    <a:pt x="23886" y="100801"/>
                  </a:lnTo>
                  <a:lnTo>
                    <a:pt x="22453" y="100801"/>
                  </a:lnTo>
                  <a:lnTo>
                    <a:pt x="21020" y="99845"/>
                  </a:lnTo>
                  <a:lnTo>
                    <a:pt x="20065" y="99368"/>
                  </a:lnTo>
                  <a:lnTo>
                    <a:pt x="18154" y="99368"/>
                  </a:lnTo>
                  <a:lnTo>
                    <a:pt x="16243" y="98412"/>
                  </a:lnTo>
                  <a:lnTo>
                    <a:pt x="14332" y="96979"/>
                  </a:lnTo>
                  <a:lnTo>
                    <a:pt x="12899" y="96501"/>
                  </a:lnTo>
                  <a:lnTo>
                    <a:pt x="10988" y="95546"/>
                  </a:lnTo>
                  <a:lnTo>
                    <a:pt x="10510" y="93157"/>
                  </a:lnTo>
                  <a:lnTo>
                    <a:pt x="9555" y="91724"/>
                  </a:lnTo>
                  <a:lnTo>
                    <a:pt x="8599" y="89813"/>
                  </a:lnTo>
                  <a:lnTo>
                    <a:pt x="7166" y="88858"/>
                  </a:lnTo>
                  <a:lnTo>
                    <a:pt x="5255" y="88380"/>
                  </a:lnTo>
                  <a:lnTo>
                    <a:pt x="2867" y="88380"/>
                  </a:lnTo>
                  <a:lnTo>
                    <a:pt x="1433" y="87424"/>
                  </a:lnTo>
                  <a:lnTo>
                    <a:pt x="0" y="86469"/>
                  </a:lnTo>
                  <a:lnTo>
                    <a:pt x="478" y="85036"/>
                  </a:lnTo>
                  <a:lnTo>
                    <a:pt x="956" y="83603"/>
                  </a:lnTo>
                  <a:lnTo>
                    <a:pt x="956" y="82170"/>
                  </a:lnTo>
                  <a:lnTo>
                    <a:pt x="1433" y="79781"/>
                  </a:lnTo>
                  <a:lnTo>
                    <a:pt x="1433" y="76914"/>
                  </a:lnTo>
                  <a:lnTo>
                    <a:pt x="956" y="75004"/>
                  </a:lnTo>
                  <a:lnTo>
                    <a:pt x="1911" y="74048"/>
                  </a:lnTo>
                  <a:lnTo>
                    <a:pt x="3822" y="73570"/>
                  </a:lnTo>
                  <a:lnTo>
                    <a:pt x="4777" y="72137"/>
                  </a:lnTo>
                  <a:lnTo>
                    <a:pt x="5733" y="68793"/>
                  </a:lnTo>
                  <a:lnTo>
                    <a:pt x="6211" y="65927"/>
                  </a:lnTo>
                  <a:lnTo>
                    <a:pt x="5733" y="64971"/>
                  </a:lnTo>
                  <a:lnTo>
                    <a:pt x="5255" y="64493"/>
                  </a:lnTo>
                  <a:lnTo>
                    <a:pt x="4777" y="63060"/>
                  </a:lnTo>
                  <a:lnTo>
                    <a:pt x="4777" y="61627"/>
                  </a:lnTo>
                  <a:lnTo>
                    <a:pt x="4777" y="60672"/>
                  </a:lnTo>
                  <a:lnTo>
                    <a:pt x="6211" y="59238"/>
                  </a:lnTo>
                  <a:lnTo>
                    <a:pt x="7644" y="58283"/>
                  </a:lnTo>
                  <a:lnTo>
                    <a:pt x="8599" y="57805"/>
                  </a:lnTo>
                  <a:lnTo>
                    <a:pt x="10988" y="57328"/>
                  </a:lnTo>
                  <a:lnTo>
                    <a:pt x="14810" y="56850"/>
                  </a:lnTo>
                  <a:lnTo>
                    <a:pt x="16721" y="55894"/>
                  </a:lnTo>
                  <a:lnTo>
                    <a:pt x="18154" y="54939"/>
                  </a:lnTo>
                  <a:lnTo>
                    <a:pt x="18632" y="54461"/>
                  </a:lnTo>
                  <a:lnTo>
                    <a:pt x="19587" y="53028"/>
                  </a:lnTo>
                  <a:lnTo>
                    <a:pt x="21020" y="52072"/>
                  </a:lnTo>
                  <a:lnTo>
                    <a:pt x="21976" y="51117"/>
                  </a:lnTo>
                  <a:lnTo>
                    <a:pt x="21976" y="48251"/>
                  </a:lnTo>
                  <a:lnTo>
                    <a:pt x="21976" y="46340"/>
                  </a:lnTo>
                  <a:lnTo>
                    <a:pt x="21498" y="45862"/>
                  </a:lnTo>
                  <a:lnTo>
                    <a:pt x="21020" y="44906"/>
                  </a:lnTo>
                  <a:lnTo>
                    <a:pt x="25798" y="42518"/>
                  </a:lnTo>
                  <a:lnTo>
                    <a:pt x="25798" y="41085"/>
                  </a:lnTo>
                  <a:lnTo>
                    <a:pt x="25320" y="39174"/>
                  </a:lnTo>
                  <a:lnTo>
                    <a:pt x="24364" y="37740"/>
                  </a:lnTo>
                  <a:lnTo>
                    <a:pt x="23886" y="36785"/>
                  </a:lnTo>
                  <a:lnTo>
                    <a:pt x="25320" y="35352"/>
                  </a:lnTo>
                  <a:lnTo>
                    <a:pt x="26275" y="33919"/>
                  </a:lnTo>
                  <a:lnTo>
                    <a:pt x="27231" y="32963"/>
                  </a:lnTo>
                  <a:lnTo>
                    <a:pt x="29142" y="31530"/>
                  </a:lnTo>
                  <a:lnTo>
                    <a:pt x="31530" y="31530"/>
                  </a:lnTo>
                  <a:lnTo>
                    <a:pt x="33441" y="32008"/>
                  </a:lnTo>
                  <a:lnTo>
                    <a:pt x="38696" y="35352"/>
                  </a:lnTo>
                  <a:lnTo>
                    <a:pt x="39652" y="35352"/>
                  </a:lnTo>
                  <a:lnTo>
                    <a:pt x="41085" y="35352"/>
                  </a:lnTo>
                  <a:lnTo>
                    <a:pt x="42518" y="34397"/>
                  </a:lnTo>
                  <a:lnTo>
                    <a:pt x="44429" y="33441"/>
                  </a:lnTo>
                  <a:lnTo>
                    <a:pt x="44907" y="31530"/>
                  </a:lnTo>
                  <a:lnTo>
                    <a:pt x="44907" y="28186"/>
                  </a:lnTo>
                  <a:lnTo>
                    <a:pt x="45384" y="26753"/>
                  </a:lnTo>
                  <a:lnTo>
                    <a:pt x="46340" y="26275"/>
                  </a:lnTo>
                  <a:lnTo>
                    <a:pt x="49684" y="26753"/>
                  </a:lnTo>
                  <a:lnTo>
                    <a:pt x="50162" y="27231"/>
                  </a:lnTo>
                  <a:lnTo>
                    <a:pt x="51117" y="26753"/>
                  </a:lnTo>
                  <a:lnTo>
                    <a:pt x="52073" y="26275"/>
                  </a:lnTo>
                  <a:lnTo>
                    <a:pt x="52073" y="25320"/>
                  </a:lnTo>
                  <a:lnTo>
                    <a:pt x="51595" y="24364"/>
                  </a:lnTo>
                  <a:lnTo>
                    <a:pt x="52550" y="21020"/>
                  </a:lnTo>
                  <a:lnTo>
                    <a:pt x="54461" y="18631"/>
                  </a:lnTo>
                  <a:lnTo>
                    <a:pt x="58283" y="15765"/>
                  </a:lnTo>
                  <a:lnTo>
                    <a:pt x="59716" y="15287"/>
                  </a:lnTo>
                  <a:lnTo>
                    <a:pt x="61150" y="15287"/>
                  </a:lnTo>
                  <a:lnTo>
                    <a:pt x="67838" y="17198"/>
                  </a:lnTo>
                  <a:lnTo>
                    <a:pt x="68793" y="16721"/>
                  </a:lnTo>
                  <a:lnTo>
                    <a:pt x="70704" y="11943"/>
                  </a:lnTo>
                  <a:lnTo>
                    <a:pt x="72615" y="11465"/>
                  </a:lnTo>
                  <a:lnTo>
                    <a:pt x="74526" y="10988"/>
                  </a:lnTo>
                  <a:lnTo>
                    <a:pt x="75959" y="10988"/>
                  </a:lnTo>
                  <a:lnTo>
                    <a:pt x="76915" y="10510"/>
                  </a:lnTo>
                  <a:lnTo>
                    <a:pt x="80259" y="8599"/>
                  </a:lnTo>
                  <a:lnTo>
                    <a:pt x="85991" y="6210"/>
                  </a:lnTo>
                  <a:lnTo>
                    <a:pt x="88858" y="4777"/>
                  </a:lnTo>
                  <a:lnTo>
                    <a:pt x="89335" y="4299"/>
                  </a:lnTo>
                  <a:lnTo>
                    <a:pt x="91724" y="2866"/>
                  </a:lnTo>
                  <a:lnTo>
                    <a:pt x="94591" y="478"/>
                  </a:lnTo>
                  <a:lnTo>
                    <a:pt x="96501" y="0"/>
                  </a:lnTo>
                  <a:lnTo>
                    <a:pt x="98890" y="0"/>
                  </a:lnTo>
                  <a:lnTo>
                    <a:pt x="100801" y="478"/>
                  </a:lnTo>
                  <a:lnTo>
                    <a:pt x="101279" y="956"/>
                  </a:lnTo>
                  <a:lnTo>
                    <a:pt x="101279" y="956"/>
                  </a:lnTo>
                  <a:lnTo>
                    <a:pt x="101757" y="1433"/>
                  </a:lnTo>
                  <a:lnTo>
                    <a:pt x="105100" y="478"/>
                  </a:lnTo>
                  <a:lnTo>
                    <a:pt x="109878" y="1911"/>
                  </a:lnTo>
                  <a:lnTo>
                    <a:pt x="114177" y="3344"/>
                  </a:lnTo>
                  <a:lnTo>
                    <a:pt x="113700" y="4299"/>
                  </a:lnTo>
                  <a:lnTo>
                    <a:pt x="113700" y="5733"/>
                  </a:lnTo>
                  <a:lnTo>
                    <a:pt x="113222" y="8121"/>
                  </a:lnTo>
                  <a:lnTo>
                    <a:pt x="113222" y="10988"/>
                  </a:lnTo>
                  <a:lnTo>
                    <a:pt x="114655" y="12899"/>
                  </a:lnTo>
                  <a:lnTo>
                    <a:pt x="116566" y="14809"/>
                  </a:lnTo>
                  <a:lnTo>
                    <a:pt x="117522" y="15765"/>
                  </a:lnTo>
                  <a:lnTo>
                    <a:pt x="116566" y="17676"/>
                  </a:lnTo>
                  <a:lnTo>
                    <a:pt x="117044" y="18631"/>
                  </a:lnTo>
                  <a:lnTo>
                    <a:pt x="117999" y="20542"/>
                  </a:lnTo>
                  <a:lnTo>
                    <a:pt x="119910" y="23409"/>
                  </a:lnTo>
                  <a:lnTo>
                    <a:pt x="121821" y="25797"/>
                  </a:lnTo>
                  <a:lnTo>
                    <a:pt x="123254" y="26275"/>
                  </a:lnTo>
                  <a:lnTo>
                    <a:pt x="124688" y="26275"/>
                  </a:lnTo>
                  <a:lnTo>
                    <a:pt x="125165" y="26753"/>
                  </a:lnTo>
                  <a:lnTo>
                    <a:pt x="126598" y="27231"/>
                  </a:lnTo>
                  <a:lnTo>
                    <a:pt x="127554" y="27231"/>
                  </a:lnTo>
                  <a:lnTo>
                    <a:pt x="128509" y="28186"/>
                  </a:lnTo>
                  <a:lnTo>
                    <a:pt x="128987" y="28664"/>
                  </a:lnTo>
                  <a:lnTo>
                    <a:pt x="129942" y="30097"/>
                  </a:lnTo>
                  <a:lnTo>
                    <a:pt x="131854" y="31052"/>
                  </a:lnTo>
                  <a:lnTo>
                    <a:pt x="133764" y="32008"/>
                  </a:lnTo>
                  <a:lnTo>
                    <a:pt x="132809" y="32486"/>
                  </a:lnTo>
                  <a:lnTo>
                    <a:pt x="130898" y="32486"/>
                  </a:lnTo>
                  <a:lnTo>
                    <a:pt x="129465" y="32008"/>
                  </a:lnTo>
                  <a:lnTo>
                    <a:pt x="128987" y="32963"/>
                  </a:lnTo>
                  <a:lnTo>
                    <a:pt x="128987" y="35830"/>
                  </a:lnTo>
                  <a:lnTo>
                    <a:pt x="129465" y="38218"/>
                  </a:lnTo>
                  <a:lnTo>
                    <a:pt x="129465" y="38218"/>
                  </a:lnTo>
                  <a:lnTo>
                    <a:pt x="131376" y="38696"/>
                  </a:lnTo>
                  <a:lnTo>
                    <a:pt x="135675" y="42040"/>
                  </a:lnTo>
                  <a:lnTo>
                    <a:pt x="139497" y="44906"/>
                  </a:lnTo>
                  <a:lnTo>
                    <a:pt x="140930" y="45384"/>
                  </a:lnTo>
                  <a:lnTo>
                    <a:pt x="142841" y="45862"/>
                  </a:lnTo>
                  <a:lnTo>
                    <a:pt x="145230" y="45862"/>
                  </a:lnTo>
                  <a:lnTo>
                    <a:pt x="146185" y="45862"/>
                  </a:lnTo>
                  <a:lnTo>
                    <a:pt x="148574" y="44429"/>
                  </a:lnTo>
                  <a:lnTo>
                    <a:pt x="149530" y="43951"/>
                  </a:lnTo>
                  <a:lnTo>
                    <a:pt x="150963" y="43951"/>
                  </a:lnTo>
                  <a:lnTo>
                    <a:pt x="151440" y="44429"/>
                  </a:lnTo>
                  <a:lnTo>
                    <a:pt x="152396" y="45384"/>
                  </a:lnTo>
                  <a:lnTo>
                    <a:pt x="153829" y="47295"/>
                  </a:lnTo>
                  <a:lnTo>
                    <a:pt x="153829" y="48728"/>
                  </a:lnTo>
                  <a:lnTo>
                    <a:pt x="153829" y="49684"/>
                  </a:lnTo>
                  <a:lnTo>
                    <a:pt x="153351" y="49684"/>
                  </a:lnTo>
                  <a:lnTo>
                    <a:pt x="151440" y="50162"/>
                  </a:lnTo>
                  <a:lnTo>
                    <a:pt x="150963" y="50162"/>
                  </a:lnTo>
                  <a:lnTo>
                    <a:pt x="150485" y="50639"/>
                  </a:lnTo>
                  <a:lnTo>
                    <a:pt x="150963" y="51595"/>
                  </a:lnTo>
                  <a:lnTo>
                    <a:pt x="150963" y="52072"/>
                  </a:lnTo>
                  <a:lnTo>
                    <a:pt x="153351" y="54939"/>
                  </a:lnTo>
                  <a:lnTo>
                    <a:pt x="156218" y="58283"/>
                  </a:lnTo>
                  <a:lnTo>
                    <a:pt x="157173" y="5923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4" name="Freeform 2253">
              <a:extLst>
                <a:ext uri="{FF2B5EF4-FFF2-40B4-BE49-F238E27FC236}">
                  <a16:creationId xmlns:a16="http://schemas.microsoft.com/office/drawing/2014/main" id="{AD1DCF46-84F5-46C3-4BC9-B3548AC9A06C}"/>
                </a:ext>
              </a:extLst>
            </p:cNvPr>
            <p:cNvSpPr/>
            <p:nvPr/>
          </p:nvSpPr>
          <p:spPr>
            <a:xfrm>
              <a:off x="5881976" y="4532339"/>
              <a:ext cx="37262" cy="91724"/>
            </a:xfrm>
            <a:custGeom>
              <a:avLst/>
              <a:gdLst>
                <a:gd name="csX0" fmla="*/ 36307 w 37262"/>
                <a:gd name="csY0" fmla="*/ 85991 h 91724"/>
                <a:gd name="csX1" fmla="*/ 37263 w 37262"/>
                <a:gd name="csY1" fmla="*/ 88380 h 91724"/>
                <a:gd name="csX2" fmla="*/ 33919 w 37262"/>
                <a:gd name="csY2" fmla="*/ 88858 h 91724"/>
                <a:gd name="csX3" fmla="*/ 33919 w 37262"/>
                <a:gd name="csY3" fmla="*/ 89813 h 91724"/>
                <a:gd name="csX4" fmla="*/ 27708 w 37262"/>
                <a:gd name="csY4" fmla="*/ 90769 h 91724"/>
                <a:gd name="csX5" fmla="*/ 25320 w 37262"/>
                <a:gd name="csY5" fmla="*/ 91724 h 91724"/>
                <a:gd name="csX6" fmla="*/ 25320 w 37262"/>
                <a:gd name="csY6" fmla="*/ 90769 h 91724"/>
                <a:gd name="csX7" fmla="*/ 24364 w 37262"/>
                <a:gd name="csY7" fmla="*/ 90769 h 91724"/>
                <a:gd name="csX8" fmla="*/ 23409 w 37262"/>
                <a:gd name="csY8" fmla="*/ 90291 h 91724"/>
                <a:gd name="csX9" fmla="*/ 22453 w 37262"/>
                <a:gd name="csY9" fmla="*/ 89813 h 91724"/>
                <a:gd name="csX10" fmla="*/ 21498 w 37262"/>
                <a:gd name="csY10" fmla="*/ 88858 h 91724"/>
                <a:gd name="csX11" fmla="*/ 21498 w 37262"/>
                <a:gd name="csY11" fmla="*/ 87902 h 91724"/>
                <a:gd name="csX12" fmla="*/ 20065 w 37262"/>
                <a:gd name="csY12" fmla="*/ 87425 h 91724"/>
                <a:gd name="csX13" fmla="*/ 18154 w 37262"/>
                <a:gd name="csY13" fmla="*/ 86469 h 91724"/>
                <a:gd name="csX14" fmla="*/ 16243 w 37262"/>
                <a:gd name="csY14" fmla="*/ 85514 h 91724"/>
                <a:gd name="csX15" fmla="*/ 15765 w 37262"/>
                <a:gd name="csY15" fmla="*/ 84081 h 91724"/>
                <a:gd name="csX16" fmla="*/ 15765 w 37262"/>
                <a:gd name="csY16" fmla="*/ 83603 h 91724"/>
                <a:gd name="csX17" fmla="*/ 15765 w 37262"/>
                <a:gd name="csY17" fmla="*/ 83125 h 91724"/>
                <a:gd name="csX18" fmla="*/ 15287 w 37262"/>
                <a:gd name="csY18" fmla="*/ 82647 h 91724"/>
                <a:gd name="csX19" fmla="*/ 13376 w 37262"/>
                <a:gd name="csY19" fmla="*/ 80259 h 91724"/>
                <a:gd name="csX20" fmla="*/ 12421 w 37262"/>
                <a:gd name="csY20" fmla="*/ 78825 h 91724"/>
                <a:gd name="csX21" fmla="*/ 11943 w 37262"/>
                <a:gd name="csY21" fmla="*/ 78348 h 91724"/>
                <a:gd name="csX22" fmla="*/ 12421 w 37262"/>
                <a:gd name="csY22" fmla="*/ 77392 h 91724"/>
                <a:gd name="csX23" fmla="*/ 11943 w 37262"/>
                <a:gd name="csY23" fmla="*/ 76437 h 91724"/>
                <a:gd name="csX24" fmla="*/ 12421 w 37262"/>
                <a:gd name="csY24" fmla="*/ 75959 h 91724"/>
                <a:gd name="csX25" fmla="*/ 13376 w 37262"/>
                <a:gd name="csY25" fmla="*/ 75481 h 91724"/>
                <a:gd name="csX26" fmla="*/ 13376 w 37262"/>
                <a:gd name="csY26" fmla="*/ 75004 h 91724"/>
                <a:gd name="csX27" fmla="*/ 13376 w 37262"/>
                <a:gd name="csY27" fmla="*/ 73570 h 91724"/>
                <a:gd name="csX28" fmla="*/ 13854 w 37262"/>
                <a:gd name="csY28" fmla="*/ 71182 h 91724"/>
                <a:gd name="csX29" fmla="*/ 14332 w 37262"/>
                <a:gd name="csY29" fmla="*/ 68793 h 91724"/>
                <a:gd name="csX30" fmla="*/ 13376 w 37262"/>
                <a:gd name="csY30" fmla="*/ 68316 h 91724"/>
                <a:gd name="csX31" fmla="*/ 12421 w 37262"/>
                <a:gd name="csY31" fmla="*/ 68316 h 91724"/>
                <a:gd name="csX32" fmla="*/ 11943 w 37262"/>
                <a:gd name="csY32" fmla="*/ 67360 h 91724"/>
                <a:gd name="csX33" fmla="*/ 11465 w 37262"/>
                <a:gd name="csY33" fmla="*/ 66405 h 91724"/>
                <a:gd name="csX34" fmla="*/ 11465 w 37262"/>
                <a:gd name="csY34" fmla="*/ 65449 h 91724"/>
                <a:gd name="csX35" fmla="*/ 13854 w 37262"/>
                <a:gd name="csY35" fmla="*/ 62105 h 91724"/>
                <a:gd name="csX36" fmla="*/ 13376 w 37262"/>
                <a:gd name="csY36" fmla="*/ 54461 h 91724"/>
                <a:gd name="csX37" fmla="*/ 13854 w 37262"/>
                <a:gd name="csY37" fmla="*/ 53506 h 91724"/>
                <a:gd name="csX38" fmla="*/ 14809 w 37262"/>
                <a:gd name="csY38" fmla="*/ 52550 h 91724"/>
                <a:gd name="csX39" fmla="*/ 15287 w 37262"/>
                <a:gd name="csY39" fmla="*/ 51595 h 91724"/>
                <a:gd name="csX40" fmla="*/ 15287 w 37262"/>
                <a:gd name="csY40" fmla="*/ 50639 h 91724"/>
                <a:gd name="csX41" fmla="*/ 13854 w 37262"/>
                <a:gd name="csY41" fmla="*/ 48251 h 91724"/>
                <a:gd name="csX42" fmla="*/ 11465 w 37262"/>
                <a:gd name="csY42" fmla="*/ 46818 h 91724"/>
                <a:gd name="csX43" fmla="*/ 10032 w 37262"/>
                <a:gd name="csY43" fmla="*/ 45384 h 91724"/>
                <a:gd name="csX44" fmla="*/ 9077 w 37262"/>
                <a:gd name="csY44" fmla="*/ 43951 h 91724"/>
                <a:gd name="csX45" fmla="*/ 9077 w 37262"/>
                <a:gd name="csY45" fmla="*/ 43474 h 91724"/>
                <a:gd name="csX46" fmla="*/ 10988 w 37262"/>
                <a:gd name="csY46" fmla="*/ 42518 h 91724"/>
                <a:gd name="csX47" fmla="*/ 11465 w 37262"/>
                <a:gd name="csY47" fmla="*/ 41563 h 91724"/>
                <a:gd name="csX48" fmla="*/ 11465 w 37262"/>
                <a:gd name="csY48" fmla="*/ 40607 h 91724"/>
                <a:gd name="csX49" fmla="*/ 10988 w 37262"/>
                <a:gd name="csY49" fmla="*/ 39174 h 91724"/>
                <a:gd name="csX50" fmla="*/ 10988 w 37262"/>
                <a:gd name="csY50" fmla="*/ 36785 h 91724"/>
                <a:gd name="csX51" fmla="*/ 11465 w 37262"/>
                <a:gd name="csY51" fmla="*/ 34874 h 91724"/>
                <a:gd name="csX52" fmla="*/ 12421 w 37262"/>
                <a:gd name="csY52" fmla="*/ 32486 h 91724"/>
                <a:gd name="csX53" fmla="*/ 11943 w 37262"/>
                <a:gd name="csY53" fmla="*/ 31530 h 91724"/>
                <a:gd name="csX54" fmla="*/ 10510 w 37262"/>
                <a:gd name="csY54" fmla="*/ 30097 h 91724"/>
                <a:gd name="csX55" fmla="*/ 10032 w 37262"/>
                <a:gd name="csY55" fmla="*/ 30097 h 91724"/>
                <a:gd name="csX56" fmla="*/ 9077 w 37262"/>
                <a:gd name="csY56" fmla="*/ 30097 h 91724"/>
                <a:gd name="csX57" fmla="*/ 7644 w 37262"/>
                <a:gd name="csY57" fmla="*/ 31052 h 91724"/>
                <a:gd name="csX58" fmla="*/ 7166 w 37262"/>
                <a:gd name="csY58" fmla="*/ 31052 h 91724"/>
                <a:gd name="csX59" fmla="*/ 6688 w 37262"/>
                <a:gd name="csY59" fmla="*/ 31052 h 91724"/>
                <a:gd name="csX60" fmla="*/ 6210 w 37262"/>
                <a:gd name="csY60" fmla="*/ 30575 h 91724"/>
                <a:gd name="csX61" fmla="*/ 7166 w 37262"/>
                <a:gd name="csY61" fmla="*/ 30097 h 91724"/>
                <a:gd name="csX62" fmla="*/ 6688 w 37262"/>
                <a:gd name="csY62" fmla="*/ 29142 h 91724"/>
                <a:gd name="csX63" fmla="*/ 7166 w 37262"/>
                <a:gd name="csY63" fmla="*/ 28664 h 91724"/>
                <a:gd name="csX64" fmla="*/ 8121 w 37262"/>
                <a:gd name="csY64" fmla="*/ 28186 h 91724"/>
                <a:gd name="csX65" fmla="*/ 8599 w 37262"/>
                <a:gd name="csY65" fmla="*/ 27709 h 91724"/>
                <a:gd name="csX66" fmla="*/ 7166 w 37262"/>
                <a:gd name="csY66" fmla="*/ 27709 h 91724"/>
                <a:gd name="csX67" fmla="*/ 7166 w 37262"/>
                <a:gd name="csY67" fmla="*/ 27231 h 91724"/>
                <a:gd name="csX68" fmla="*/ 7166 w 37262"/>
                <a:gd name="csY68" fmla="*/ 26753 h 91724"/>
                <a:gd name="csX69" fmla="*/ 7644 w 37262"/>
                <a:gd name="csY69" fmla="*/ 26753 h 91724"/>
                <a:gd name="csX70" fmla="*/ 8121 w 37262"/>
                <a:gd name="csY70" fmla="*/ 26753 h 91724"/>
                <a:gd name="csX71" fmla="*/ 8121 w 37262"/>
                <a:gd name="csY71" fmla="*/ 26275 h 91724"/>
                <a:gd name="csX72" fmla="*/ 8599 w 37262"/>
                <a:gd name="csY72" fmla="*/ 24364 h 91724"/>
                <a:gd name="csX73" fmla="*/ 8599 w 37262"/>
                <a:gd name="csY73" fmla="*/ 23409 h 91724"/>
                <a:gd name="csX74" fmla="*/ 8599 w 37262"/>
                <a:gd name="csY74" fmla="*/ 21976 h 91724"/>
                <a:gd name="csX75" fmla="*/ 9077 w 37262"/>
                <a:gd name="csY75" fmla="*/ 16243 h 91724"/>
                <a:gd name="csX76" fmla="*/ 9077 w 37262"/>
                <a:gd name="csY76" fmla="*/ 15765 h 91724"/>
                <a:gd name="csX77" fmla="*/ 9077 w 37262"/>
                <a:gd name="csY77" fmla="*/ 15287 h 91724"/>
                <a:gd name="csX78" fmla="*/ 8121 w 37262"/>
                <a:gd name="csY78" fmla="*/ 14810 h 91724"/>
                <a:gd name="csX79" fmla="*/ 6210 w 37262"/>
                <a:gd name="csY79" fmla="*/ 13377 h 91724"/>
                <a:gd name="csX80" fmla="*/ 4777 w 37262"/>
                <a:gd name="csY80" fmla="*/ 12421 h 91724"/>
                <a:gd name="csX81" fmla="*/ 3344 w 37262"/>
                <a:gd name="csY81" fmla="*/ 10988 h 91724"/>
                <a:gd name="csX82" fmla="*/ 2389 w 37262"/>
                <a:gd name="csY82" fmla="*/ 10032 h 91724"/>
                <a:gd name="csX83" fmla="*/ 478 w 37262"/>
                <a:gd name="csY83" fmla="*/ 9077 h 91724"/>
                <a:gd name="csX84" fmla="*/ 0 w 37262"/>
                <a:gd name="csY84" fmla="*/ 8121 h 91724"/>
                <a:gd name="csX85" fmla="*/ 0 w 37262"/>
                <a:gd name="csY85" fmla="*/ 7644 h 91724"/>
                <a:gd name="csX86" fmla="*/ 478 w 37262"/>
                <a:gd name="csY86" fmla="*/ 5733 h 91724"/>
                <a:gd name="csX87" fmla="*/ 1433 w 37262"/>
                <a:gd name="csY87" fmla="*/ 4300 h 91724"/>
                <a:gd name="csX88" fmla="*/ 1911 w 37262"/>
                <a:gd name="csY88" fmla="*/ 1911 h 91724"/>
                <a:gd name="csX89" fmla="*/ 1433 w 37262"/>
                <a:gd name="csY89" fmla="*/ 956 h 91724"/>
                <a:gd name="csX90" fmla="*/ 478 w 37262"/>
                <a:gd name="csY90" fmla="*/ 0 h 91724"/>
                <a:gd name="csX91" fmla="*/ 4777 w 37262"/>
                <a:gd name="csY91" fmla="*/ 956 h 91724"/>
                <a:gd name="csX92" fmla="*/ 11465 w 37262"/>
                <a:gd name="csY92" fmla="*/ 2389 h 91724"/>
                <a:gd name="csX93" fmla="*/ 11465 w 37262"/>
                <a:gd name="csY93" fmla="*/ 2389 h 91724"/>
                <a:gd name="csX94" fmla="*/ 11465 w 37262"/>
                <a:gd name="csY94" fmla="*/ 2867 h 91724"/>
                <a:gd name="csX95" fmla="*/ 12899 w 37262"/>
                <a:gd name="csY95" fmla="*/ 2867 h 91724"/>
                <a:gd name="csX96" fmla="*/ 14332 w 37262"/>
                <a:gd name="csY96" fmla="*/ 2389 h 91724"/>
                <a:gd name="csX97" fmla="*/ 19587 w 37262"/>
                <a:gd name="csY97" fmla="*/ 2389 h 91724"/>
                <a:gd name="csX98" fmla="*/ 19109 w 37262"/>
                <a:gd name="csY98" fmla="*/ 4300 h 91724"/>
                <a:gd name="csX99" fmla="*/ 18154 w 37262"/>
                <a:gd name="csY99" fmla="*/ 6688 h 91724"/>
                <a:gd name="csX100" fmla="*/ 17198 w 37262"/>
                <a:gd name="csY100" fmla="*/ 7644 h 91724"/>
                <a:gd name="csX101" fmla="*/ 16721 w 37262"/>
                <a:gd name="csY101" fmla="*/ 13377 h 91724"/>
                <a:gd name="csX102" fmla="*/ 17198 w 37262"/>
                <a:gd name="csY102" fmla="*/ 13854 h 91724"/>
                <a:gd name="csX103" fmla="*/ 17676 w 37262"/>
                <a:gd name="csY103" fmla="*/ 14332 h 91724"/>
                <a:gd name="csX104" fmla="*/ 20542 w 37262"/>
                <a:gd name="csY104" fmla="*/ 16243 h 91724"/>
                <a:gd name="csX105" fmla="*/ 25320 w 37262"/>
                <a:gd name="csY105" fmla="*/ 18632 h 91724"/>
                <a:gd name="csX106" fmla="*/ 28186 w 37262"/>
                <a:gd name="csY106" fmla="*/ 20543 h 91724"/>
                <a:gd name="csX107" fmla="*/ 28186 w 37262"/>
                <a:gd name="csY107" fmla="*/ 21498 h 91724"/>
                <a:gd name="csX108" fmla="*/ 28186 w 37262"/>
                <a:gd name="csY108" fmla="*/ 25320 h 91724"/>
                <a:gd name="csX109" fmla="*/ 28664 w 37262"/>
                <a:gd name="csY109" fmla="*/ 28664 h 91724"/>
                <a:gd name="csX110" fmla="*/ 29141 w 37262"/>
                <a:gd name="csY110" fmla="*/ 30575 h 91724"/>
                <a:gd name="csX111" fmla="*/ 29141 w 37262"/>
                <a:gd name="csY111" fmla="*/ 32486 h 91724"/>
                <a:gd name="csX112" fmla="*/ 30097 w 37262"/>
                <a:gd name="csY112" fmla="*/ 33919 h 91724"/>
                <a:gd name="csX113" fmla="*/ 32963 w 37262"/>
                <a:gd name="csY113" fmla="*/ 36308 h 91724"/>
                <a:gd name="csX114" fmla="*/ 33441 w 37262"/>
                <a:gd name="csY114" fmla="*/ 38218 h 91724"/>
                <a:gd name="csX115" fmla="*/ 33441 w 37262"/>
                <a:gd name="csY115" fmla="*/ 42996 h 91724"/>
                <a:gd name="csX116" fmla="*/ 33441 w 37262"/>
                <a:gd name="csY116" fmla="*/ 46818 h 91724"/>
                <a:gd name="csX117" fmla="*/ 33919 w 37262"/>
                <a:gd name="csY117" fmla="*/ 52073 h 91724"/>
                <a:gd name="csX118" fmla="*/ 33919 w 37262"/>
                <a:gd name="csY118" fmla="*/ 56850 h 91724"/>
                <a:gd name="csX119" fmla="*/ 33919 w 37262"/>
                <a:gd name="csY119" fmla="*/ 62105 h 91724"/>
                <a:gd name="csX120" fmla="*/ 33919 w 37262"/>
                <a:gd name="csY120" fmla="*/ 68793 h 91724"/>
                <a:gd name="csX121" fmla="*/ 33919 w 37262"/>
                <a:gd name="csY121" fmla="*/ 75481 h 91724"/>
                <a:gd name="csX122" fmla="*/ 32008 w 37262"/>
                <a:gd name="csY122" fmla="*/ 75481 h 91724"/>
                <a:gd name="csX123" fmla="*/ 32963 w 37262"/>
                <a:gd name="csY123" fmla="*/ 77870 h 91724"/>
                <a:gd name="csX124" fmla="*/ 33441 w 37262"/>
                <a:gd name="csY124" fmla="*/ 79781 h 91724"/>
                <a:gd name="csX125" fmla="*/ 33441 w 37262"/>
                <a:gd name="csY125" fmla="*/ 80259 h 91724"/>
                <a:gd name="csX126" fmla="*/ 32963 w 37262"/>
                <a:gd name="csY126" fmla="*/ 81214 h 91724"/>
                <a:gd name="csX127" fmla="*/ 33441 w 37262"/>
                <a:gd name="csY127" fmla="*/ 82647 h 91724"/>
                <a:gd name="csX128" fmla="*/ 34397 w 37262"/>
                <a:gd name="csY128" fmla="*/ 83125 h 91724"/>
                <a:gd name="csX129" fmla="*/ 36307 w 37262"/>
                <a:gd name="csY129" fmla="*/ 85991 h 91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</a:cxnLst>
              <a:rect l="l" t="t" r="r" b="b"/>
              <a:pathLst>
                <a:path w="37262" h="91724">
                  <a:moveTo>
                    <a:pt x="36307" y="85991"/>
                  </a:moveTo>
                  <a:lnTo>
                    <a:pt x="37263" y="88380"/>
                  </a:lnTo>
                  <a:lnTo>
                    <a:pt x="33919" y="88858"/>
                  </a:lnTo>
                  <a:lnTo>
                    <a:pt x="33919" y="89813"/>
                  </a:lnTo>
                  <a:lnTo>
                    <a:pt x="27708" y="90769"/>
                  </a:lnTo>
                  <a:lnTo>
                    <a:pt x="25320" y="91724"/>
                  </a:lnTo>
                  <a:lnTo>
                    <a:pt x="25320" y="90769"/>
                  </a:lnTo>
                  <a:lnTo>
                    <a:pt x="24364" y="90769"/>
                  </a:lnTo>
                  <a:lnTo>
                    <a:pt x="23409" y="90291"/>
                  </a:lnTo>
                  <a:lnTo>
                    <a:pt x="22453" y="89813"/>
                  </a:lnTo>
                  <a:lnTo>
                    <a:pt x="21498" y="88858"/>
                  </a:lnTo>
                  <a:lnTo>
                    <a:pt x="21498" y="87902"/>
                  </a:lnTo>
                  <a:lnTo>
                    <a:pt x="20065" y="87425"/>
                  </a:lnTo>
                  <a:lnTo>
                    <a:pt x="18154" y="86469"/>
                  </a:lnTo>
                  <a:lnTo>
                    <a:pt x="16243" y="85514"/>
                  </a:lnTo>
                  <a:lnTo>
                    <a:pt x="15765" y="84081"/>
                  </a:lnTo>
                  <a:lnTo>
                    <a:pt x="15765" y="83603"/>
                  </a:lnTo>
                  <a:lnTo>
                    <a:pt x="15765" y="83125"/>
                  </a:lnTo>
                  <a:lnTo>
                    <a:pt x="15287" y="82647"/>
                  </a:lnTo>
                  <a:lnTo>
                    <a:pt x="13376" y="80259"/>
                  </a:lnTo>
                  <a:lnTo>
                    <a:pt x="12421" y="78825"/>
                  </a:lnTo>
                  <a:lnTo>
                    <a:pt x="11943" y="78348"/>
                  </a:lnTo>
                  <a:lnTo>
                    <a:pt x="12421" y="77392"/>
                  </a:lnTo>
                  <a:lnTo>
                    <a:pt x="11943" y="76437"/>
                  </a:lnTo>
                  <a:lnTo>
                    <a:pt x="12421" y="75959"/>
                  </a:lnTo>
                  <a:lnTo>
                    <a:pt x="13376" y="75481"/>
                  </a:lnTo>
                  <a:lnTo>
                    <a:pt x="13376" y="75004"/>
                  </a:lnTo>
                  <a:lnTo>
                    <a:pt x="13376" y="73570"/>
                  </a:lnTo>
                  <a:lnTo>
                    <a:pt x="13854" y="71182"/>
                  </a:lnTo>
                  <a:lnTo>
                    <a:pt x="14332" y="68793"/>
                  </a:lnTo>
                  <a:lnTo>
                    <a:pt x="13376" y="68316"/>
                  </a:lnTo>
                  <a:lnTo>
                    <a:pt x="12421" y="68316"/>
                  </a:lnTo>
                  <a:lnTo>
                    <a:pt x="11943" y="67360"/>
                  </a:lnTo>
                  <a:lnTo>
                    <a:pt x="11465" y="66405"/>
                  </a:lnTo>
                  <a:lnTo>
                    <a:pt x="11465" y="65449"/>
                  </a:lnTo>
                  <a:lnTo>
                    <a:pt x="13854" y="62105"/>
                  </a:lnTo>
                  <a:lnTo>
                    <a:pt x="13376" y="54461"/>
                  </a:lnTo>
                  <a:lnTo>
                    <a:pt x="13854" y="53506"/>
                  </a:lnTo>
                  <a:lnTo>
                    <a:pt x="14809" y="52550"/>
                  </a:lnTo>
                  <a:lnTo>
                    <a:pt x="15287" y="51595"/>
                  </a:lnTo>
                  <a:lnTo>
                    <a:pt x="15287" y="50639"/>
                  </a:lnTo>
                  <a:lnTo>
                    <a:pt x="13854" y="48251"/>
                  </a:lnTo>
                  <a:lnTo>
                    <a:pt x="11465" y="46818"/>
                  </a:lnTo>
                  <a:lnTo>
                    <a:pt x="10032" y="45384"/>
                  </a:lnTo>
                  <a:lnTo>
                    <a:pt x="9077" y="43951"/>
                  </a:lnTo>
                  <a:lnTo>
                    <a:pt x="9077" y="43474"/>
                  </a:lnTo>
                  <a:lnTo>
                    <a:pt x="10988" y="42518"/>
                  </a:lnTo>
                  <a:lnTo>
                    <a:pt x="11465" y="41563"/>
                  </a:lnTo>
                  <a:lnTo>
                    <a:pt x="11465" y="40607"/>
                  </a:lnTo>
                  <a:lnTo>
                    <a:pt x="10988" y="39174"/>
                  </a:lnTo>
                  <a:lnTo>
                    <a:pt x="10988" y="36785"/>
                  </a:lnTo>
                  <a:lnTo>
                    <a:pt x="11465" y="34874"/>
                  </a:lnTo>
                  <a:lnTo>
                    <a:pt x="12421" y="32486"/>
                  </a:lnTo>
                  <a:lnTo>
                    <a:pt x="11943" y="31530"/>
                  </a:lnTo>
                  <a:lnTo>
                    <a:pt x="10510" y="30097"/>
                  </a:lnTo>
                  <a:lnTo>
                    <a:pt x="10032" y="30097"/>
                  </a:lnTo>
                  <a:lnTo>
                    <a:pt x="9077" y="30097"/>
                  </a:lnTo>
                  <a:lnTo>
                    <a:pt x="7644" y="31052"/>
                  </a:lnTo>
                  <a:lnTo>
                    <a:pt x="7166" y="31052"/>
                  </a:lnTo>
                  <a:lnTo>
                    <a:pt x="6688" y="31052"/>
                  </a:lnTo>
                  <a:lnTo>
                    <a:pt x="6210" y="30575"/>
                  </a:lnTo>
                  <a:lnTo>
                    <a:pt x="7166" y="30097"/>
                  </a:lnTo>
                  <a:lnTo>
                    <a:pt x="6688" y="29142"/>
                  </a:lnTo>
                  <a:lnTo>
                    <a:pt x="7166" y="28664"/>
                  </a:lnTo>
                  <a:lnTo>
                    <a:pt x="8121" y="28186"/>
                  </a:lnTo>
                  <a:lnTo>
                    <a:pt x="8599" y="27709"/>
                  </a:lnTo>
                  <a:lnTo>
                    <a:pt x="7166" y="27709"/>
                  </a:lnTo>
                  <a:lnTo>
                    <a:pt x="7166" y="27231"/>
                  </a:lnTo>
                  <a:lnTo>
                    <a:pt x="7166" y="26753"/>
                  </a:lnTo>
                  <a:lnTo>
                    <a:pt x="7644" y="26753"/>
                  </a:lnTo>
                  <a:lnTo>
                    <a:pt x="8121" y="26753"/>
                  </a:lnTo>
                  <a:lnTo>
                    <a:pt x="8121" y="26275"/>
                  </a:lnTo>
                  <a:lnTo>
                    <a:pt x="8599" y="24364"/>
                  </a:lnTo>
                  <a:lnTo>
                    <a:pt x="8599" y="23409"/>
                  </a:lnTo>
                  <a:lnTo>
                    <a:pt x="8599" y="21976"/>
                  </a:lnTo>
                  <a:lnTo>
                    <a:pt x="9077" y="16243"/>
                  </a:lnTo>
                  <a:lnTo>
                    <a:pt x="9077" y="15765"/>
                  </a:lnTo>
                  <a:lnTo>
                    <a:pt x="9077" y="15287"/>
                  </a:lnTo>
                  <a:lnTo>
                    <a:pt x="8121" y="14810"/>
                  </a:lnTo>
                  <a:lnTo>
                    <a:pt x="6210" y="13377"/>
                  </a:lnTo>
                  <a:lnTo>
                    <a:pt x="4777" y="12421"/>
                  </a:lnTo>
                  <a:lnTo>
                    <a:pt x="3344" y="10988"/>
                  </a:lnTo>
                  <a:lnTo>
                    <a:pt x="2389" y="10032"/>
                  </a:lnTo>
                  <a:lnTo>
                    <a:pt x="478" y="9077"/>
                  </a:lnTo>
                  <a:lnTo>
                    <a:pt x="0" y="8121"/>
                  </a:lnTo>
                  <a:lnTo>
                    <a:pt x="0" y="7644"/>
                  </a:lnTo>
                  <a:lnTo>
                    <a:pt x="478" y="5733"/>
                  </a:lnTo>
                  <a:lnTo>
                    <a:pt x="1433" y="4300"/>
                  </a:lnTo>
                  <a:lnTo>
                    <a:pt x="1911" y="1911"/>
                  </a:lnTo>
                  <a:lnTo>
                    <a:pt x="1433" y="956"/>
                  </a:lnTo>
                  <a:lnTo>
                    <a:pt x="478" y="0"/>
                  </a:lnTo>
                  <a:lnTo>
                    <a:pt x="4777" y="956"/>
                  </a:lnTo>
                  <a:lnTo>
                    <a:pt x="11465" y="2389"/>
                  </a:lnTo>
                  <a:lnTo>
                    <a:pt x="11465" y="2389"/>
                  </a:lnTo>
                  <a:lnTo>
                    <a:pt x="11465" y="2867"/>
                  </a:lnTo>
                  <a:lnTo>
                    <a:pt x="12899" y="2867"/>
                  </a:lnTo>
                  <a:lnTo>
                    <a:pt x="14332" y="2389"/>
                  </a:lnTo>
                  <a:lnTo>
                    <a:pt x="19587" y="2389"/>
                  </a:lnTo>
                  <a:lnTo>
                    <a:pt x="19109" y="4300"/>
                  </a:lnTo>
                  <a:lnTo>
                    <a:pt x="18154" y="6688"/>
                  </a:lnTo>
                  <a:lnTo>
                    <a:pt x="17198" y="7644"/>
                  </a:lnTo>
                  <a:lnTo>
                    <a:pt x="16721" y="13377"/>
                  </a:lnTo>
                  <a:lnTo>
                    <a:pt x="17198" y="13854"/>
                  </a:lnTo>
                  <a:lnTo>
                    <a:pt x="17676" y="14332"/>
                  </a:lnTo>
                  <a:lnTo>
                    <a:pt x="20542" y="16243"/>
                  </a:lnTo>
                  <a:lnTo>
                    <a:pt x="25320" y="18632"/>
                  </a:lnTo>
                  <a:lnTo>
                    <a:pt x="28186" y="20543"/>
                  </a:lnTo>
                  <a:lnTo>
                    <a:pt x="28186" y="21498"/>
                  </a:lnTo>
                  <a:lnTo>
                    <a:pt x="28186" y="25320"/>
                  </a:lnTo>
                  <a:lnTo>
                    <a:pt x="28664" y="28664"/>
                  </a:lnTo>
                  <a:lnTo>
                    <a:pt x="29141" y="30575"/>
                  </a:lnTo>
                  <a:lnTo>
                    <a:pt x="29141" y="32486"/>
                  </a:lnTo>
                  <a:lnTo>
                    <a:pt x="30097" y="33919"/>
                  </a:lnTo>
                  <a:lnTo>
                    <a:pt x="32963" y="36308"/>
                  </a:lnTo>
                  <a:lnTo>
                    <a:pt x="33441" y="38218"/>
                  </a:lnTo>
                  <a:lnTo>
                    <a:pt x="33441" y="42996"/>
                  </a:lnTo>
                  <a:lnTo>
                    <a:pt x="33441" y="46818"/>
                  </a:lnTo>
                  <a:lnTo>
                    <a:pt x="33919" y="52073"/>
                  </a:lnTo>
                  <a:lnTo>
                    <a:pt x="33919" y="56850"/>
                  </a:lnTo>
                  <a:lnTo>
                    <a:pt x="33919" y="62105"/>
                  </a:lnTo>
                  <a:lnTo>
                    <a:pt x="33919" y="68793"/>
                  </a:lnTo>
                  <a:lnTo>
                    <a:pt x="33919" y="75481"/>
                  </a:lnTo>
                  <a:lnTo>
                    <a:pt x="32008" y="75481"/>
                  </a:lnTo>
                  <a:lnTo>
                    <a:pt x="32963" y="77870"/>
                  </a:lnTo>
                  <a:lnTo>
                    <a:pt x="33441" y="79781"/>
                  </a:lnTo>
                  <a:lnTo>
                    <a:pt x="33441" y="80259"/>
                  </a:lnTo>
                  <a:lnTo>
                    <a:pt x="32963" y="81214"/>
                  </a:lnTo>
                  <a:lnTo>
                    <a:pt x="33441" y="82647"/>
                  </a:lnTo>
                  <a:lnTo>
                    <a:pt x="34397" y="83125"/>
                  </a:lnTo>
                  <a:lnTo>
                    <a:pt x="36307" y="8599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5" name="Freeform 2254">
              <a:extLst>
                <a:ext uri="{FF2B5EF4-FFF2-40B4-BE49-F238E27FC236}">
                  <a16:creationId xmlns:a16="http://schemas.microsoft.com/office/drawing/2014/main" id="{090E3355-F46A-BE6E-4D54-57DCAB4A1C19}"/>
                </a:ext>
              </a:extLst>
            </p:cNvPr>
            <p:cNvSpPr/>
            <p:nvPr/>
          </p:nvSpPr>
          <p:spPr>
            <a:xfrm>
              <a:off x="5762066" y="3415885"/>
              <a:ext cx="156217" cy="269917"/>
            </a:xfrm>
            <a:custGeom>
              <a:avLst/>
              <a:gdLst>
                <a:gd name="csX0" fmla="*/ 156218 w 156217"/>
                <a:gd name="csY0" fmla="*/ 195869 h 269917"/>
                <a:gd name="csX1" fmla="*/ 156218 w 156217"/>
                <a:gd name="csY1" fmla="*/ 199213 h 269917"/>
                <a:gd name="csX2" fmla="*/ 155262 w 156217"/>
                <a:gd name="csY2" fmla="*/ 202080 h 269917"/>
                <a:gd name="csX3" fmla="*/ 154307 w 156217"/>
                <a:gd name="csY3" fmla="*/ 204468 h 269917"/>
                <a:gd name="csX4" fmla="*/ 153829 w 156217"/>
                <a:gd name="csY4" fmla="*/ 208290 h 269917"/>
                <a:gd name="csX5" fmla="*/ 153351 w 156217"/>
                <a:gd name="csY5" fmla="*/ 209246 h 269917"/>
                <a:gd name="csX6" fmla="*/ 152396 w 156217"/>
                <a:gd name="csY6" fmla="*/ 210201 h 269917"/>
                <a:gd name="csX7" fmla="*/ 149530 w 156217"/>
                <a:gd name="csY7" fmla="*/ 213067 h 269917"/>
                <a:gd name="csX8" fmla="*/ 147619 w 156217"/>
                <a:gd name="csY8" fmla="*/ 214023 h 269917"/>
                <a:gd name="csX9" fmla="*/ 147141 w 156217"/>
                <a:gd name="csY9" fmla="*/ 213545 h 269917"/>
                <a:gd name="csX10" fmla="*/ 146185 w 156217"/>
                <a:gd name="csY10" fmla="*/ 213545 h 269917"/>
                <a:gd name="csX11" fmla="*/ 146185 w 156217"/>
                <a:gd name="csY11" fmla="*/ 214500 h 269917"/>
                <a:gd name="csX12" fmla="*/ 147141 w 156217"/>
                <a:gd name="csY12" fmla="*/ 215934 h 269917"/>
                <a:gd name="csX13" fmla="*/ 147141 w 156217"/>
                <a:gd name="csY13" fmla="*/ 217367 h 269917"/>
                <a:gd name="csX14" fmla="*/ 145230 w 156217"/>
                <a:gd name="csY14" fmla="*/ 218800 h 269917"/>
                <a:gd name="csX15" fmla="*/ 143319 w 156217"/>
                <a:gd name="csY15" fmla="*/ 219278 h 269917"/>
                <a:gd name="csX16" fmla="*/ 140453 w 156217"/>
                <a:gd name="csY16" fmla="*/ 218800 h 269917"/>
                <a:gd name="csX17" fmla="*/ 136631 w 156217"/>
                <a:gd name="csY17" fmla="*/ 220711 h 269917"/>
                <a:gd name="csX18" fmla="*/ 139497 w 156217"/>
                <a:gd name="csY18" fmla="*/ 222144 h 269917"/>
                <a:gd name="csX19" fmla="*/ 139975 w 156217"/>
                <a:gd name="csY19" fmla="*/ 223100 h 269917"/>
                <a:gd name="csX20" fmla="*/ 139497 w 156217"/>
                <a:gd name="csY20" fmla="*/ 225488 h 269917"/>
                <a:gd name="csX21" fmla="*/ 137586 w 156217"/>
                <a:gd name="csY21" fmla="*/ 226444 h 269917"/>
                <a:gd name="csX22" fmla="*/ 135675 w 156217"/>
                <a:gd name="csY22" fmla="*/ 226921 h 269917"/>
                <a:gd name="csX23" fmla="*/ 133287 w 156217"/>
                <a:gd name="csY23" fmla="*/ 226921 h 269917"/>
                <a:gd name="csX24" fmla="*/ 131854 w 156217"/>
                <a:gd name="csY24" fmla="*/ 227399 h 269917"/>
                <a:gd name="csX25" fmla="*/ 129942 w 156217"/>
                <a:gd name="csY25" fmla="*/ 228832 h 269917"/>
                <a:gd name="csX26" fmla="*/ 132331 w 156217"/>
                <a:gd name="csY26" fmla="*/ 227877 h 269917"/>
                <a:gd name="csX27" fmla="*/ 133764 w 156217"/>
                <a:gd name="csY27" fmla="*/ 228355 h 269917"/>
                <a:gd name="csX28" fmla="*/ 134720 w 156217"/>
                <a:gd name="csY28" fmla="*/ 230266 h 269917"/>
                <a:gd name="csX29" fmla="*/ 135198 w 156217"/>
                <a:gd name="csY29" fmla="*/ 230743 h 269917"/>
                <a:gd name="csX30" fmla="*/ 139497 w 156217"/>
                <a:gd name="csY30" fmla="*/ 231699 h 269917"/>
                <a:gd name="csX31" fmla="*/ 141886 w 156217"/>
                <a:gd name="csY31" fmla="*/ 231699 h 269917"/>
                <a:gd name="csX32" fmla="*/ 146663 w 156217"/>
                <a:gd name="csY32" fmla="*/ 231221 h 269917"/>
                <a:gd name="csX33" fmla="*/ 149052 w 156217"/>
                <a:gd name="csY33" fmla="*/ 231221 h 269917"/>
                <a:gd name="csX34" fmla="*/ 149530 w 156217"/>
                <a:gd name="csY34" fmla="*/ 231699 h 269917"/>
                <a:gd name="csX35" fmla="*/ 149530 w 156217"/>
                <a:gd name="csY35" fmla="*/ 233132 h 269917"/>
                <a:gd name="csX36" fmla="*/ 149530 w 156217"/>
                <a:gd name="csY36" fmla="*/ 236954 h 269917"/>
                <a:gd name="csX37" fmla="*/ 148574 w 156217"/>
                <a:gd name="csY37" fmla="*/ 237432 h 269917"/>
                <a:gd name="csX38" fmla="*/ 142364 w 156217"/>
                <a:gd name="csY38" fmla="*/ 240776 h 269917"/>
                <a:gd name="csX39" fmla="*/ 140930 w 156217"/>
                <a:gd name="csY39" fmla="*/ 242687 h 269917"/>
                <a:gd name="csX40" fmla="*/ 140930 w 156217"/>
                <a:gd name="csY40" fmla="*/ 244120 h 269917"/>
                <a:gd name="csX41" fmla="*/ 137108 w 156217"/>
                <a:gd name="csY41" fmla="*/ 244120 h 269917"/>
                <a:gd name="csX42" fmla="*/ 135198 w 156217"/>
                <a:gd name="csY42" fmla="*/ 245553 h 269917"/>
                <a:gd name="csX43" fmla="*/ 132331 w 156217"/>
                <a:gd name="csY43" fmla="*/ 246508 h 269917"/>
                <a:gd name="csX44" fmla="*/ 129942 w 156217"/>
                <a:gd name="csY44" fmla="*/ 247464 h 269917"/>
                <a:gd name="csX45" fmla="*/ 127554 w 156217"/>
                <a:gd name="csY45" fmla="*/ 248419 h 269917"/>
                <a:gd name="csX46" fmla="*/ 125643 w 156217"/>
                <a:gd name="csY46" fmla="*/ 248897 h 269917"/>
                <a:gd name="csX47" fmla="*/ 117522 w 156217"/>
                <a:gd name="csY47" fmla="*/ 247464 h 269917"/>
                <a:gd name="csX48" fmla="*/ 112744 w 156217"/>
                <a:gd name="csY48" fmla="*/ 247464 h 269917"/>
                <a:gd name="csX49" fmla="*/ 106056 w 156217"/>
                <a:gd name="csY49" fmla="*/ 248897 h 269917"/>
                <a:gd name="csX50" fmla="*/ 104623 w 156217"/>
                <a:gd name="csY50" fmla="*/ 248419 h 269917"/>
                <a:gd name="csX51" fmla="*/ 101757 w 156217"/>
                <a:gd name="csY51" fmla="*/ 247464 h 269917"/>
                <a:gd name="csX52" fmla="*/ 99368 w 156217"/>
                <a:gd name="csY52" fmla="*/ 246508 h 269917"/>
                <a:gd name="csX53" fmla="*/ 96024 w 156217"/>
                <a:gd name="csY53" fmla="*/ 246031 h 269917"/>
                <a:gd name="csX54" fmla="*/ 93635 w 156217"/>
                <a:gd name="csY54" fmla="*/ 245075 h 269917"/>
                <a:gd name="csX55" fmla="*/ 95068 w 156217"/>
                <a:gd name="csY55" fmla="*/ 246986 h 269917"/>
                <a:gd name="csX56" fmla="*/ 91724 w 156217"/>
                <a:gd name="csY56" fmla="*/ 249375 h 269917"/>
                <a:gd name="csX57" fmla="*/ 89813 w 156217"/>
                <a:gd name="csY57" fmla="*/ 249853 h 269917"/>
                <a:gd name="csX58" fmla="*/ 88380 w 156217"/>
                <a:gd name="csY58" fmla="*/ 249853 h 269917"/>
                <a:gd name="csX59" fmla="*/ 84558 w 156217"/>
                <a:gd name="csY59" fmla="*/ 250330 h 269917"/>
                <a:gd name="csX60" fmla="*/ 81214 w 156217"/>
                <a:gd name="csY60" fmla="*/ 249853 h 269917"/>
                <a:gd name="csX61" fmla="*/ 81692 w 156217"/>
                <a:gd name="csY61" fmla="*/ 251286 h 269917"/>
                <a:gd name="csX62" fmla="*/ 82647 w 156217"/>
                <a:gd name="csY62" fmla="*/ 252719 h 269917"/>
                <a:gd name="csX63" fmla="*/ 82170 w 156217"/>
                <a:gd name="csY63" fmla="*/ 253197 h 269917"/>
                <a:gd name="csX64" fmla="*/ 81214 w 156217"/>
                <a:gd name="csY64" fmla="*/ 253674 h 269917"/>
                <a:gd name="csX65" fmla="*/ 75004 w 156217"/>
                <a:gd name="csY65" fmla="*/ 252241 h 269917"/>
                <a:gd name="csX66" fmla="*/ 74048 w 156217"/>
                <a:gd name="csY66" fmla="*/ 252719 h 269917"/>
                <a:gd name="csX67" fmla="*/ 73570 w 156217"/>
                <a:gd name="csY67" fmla="*/ 253674 h 269917"/>
                <a:gd name="csX68" fmla="*/ 71182 w 156217"/>
                <a:gd name="csY68" fmla="*/ 253197 h 269917"/>
                <a:gd name="csX69" fmla="*/ 68793 w 156217"/>
                <a:gd name="csY69" fmla="*/ 251763 h 269917"/>
                <a:gd name="csX70" fmla="*/ 66405 w 156217"/>
                <a:gd name="csY70" fmla="*/ 250330 h 269917"/>
                <a:gd name="csX71" fmla="*/ 64016 w 156217"/>
                <a:gd name="csY71" fmla="*/ 249853 h 269917"/>
                <a:gd name="csX72" fmla="*/ 62105 w 156217"/>
                <a:gd name="csY72" fmla="*/ 250330 h 269917"/>
                <a:gd name="csX73" fmla="*/ 53984 w 156217"/>
                <a:gd name="csY73" fmla="*/ 252719 h 269917"/>
                <a:gd name="csX74" fmla="*/ 52550 w 156217"/>
                <a:gd name="csY74" fmla="*/ 255108 h 269917"/>
                <a:gd name="csX75" fmla="*/ 51595 w 156217"/>
                <a:gd name="csY75" fmla="*/ 258452 h 269917"/>
                <a:gd name="csX76" fmla="*/ 50639 w 156217"/>
                <a:gd name="csY76" fmla="*/ 261318 h 269917"/>
                <a:gd name="csX77" fmla="*/ 48728 w 156217"/>
                <a:gd name="csY77" fmla="*/ 263707 h 269917"/>
                <a:gd name="csX78" fmla="*/ 46340 w 156217"/>
                <a:gd name="csY78" fmla="*/ 264184 h 269917"/>
                <a:gd name="csX79" fmla="*/ 44429 w 156217"/>
                <a:gd name="csY79" fmla="*/ 262273 h 269917"/>
                <a:gd name="csX80" fmla="*/ 40129 w 156217"/>
                <a:gd name="csY80" fmla="*/ 260840 h 269917"/>
                <a:gd name="csX81" fmla="*/ 39174 w 156217"/>
                <a:gd name="csY81" fmla="*/ 259407 h 269917"/>
                <a:gd name="csX82" fmla="*/ 38696 w 156217"/>
                <a:gd name="csY82" fmla="*/ 259407 h 269917"/>
                <a:gd name="csX83" fmla="*/ 38218 w 156217"/>
                <a:gd name="csY83" fmla="*/ 259885 h 269917"/>
                <a:gd name="csX84" fmla="*/ 36308 w 156217"/>
                <a:gd name="csY84" fmla="*/ 260363 h 269917"/>
                <a:gd name="csX85" fmla="*/ 34874 w 156217"/>
                <a:gd name="csY85" fmla="*/ 260363 h 269917"/>
                <a:gd name="csX86" fmla="*/ 32486 w 156217"/>
                <a:gd name="csY86" fmla="*/ 260840 h 269917"/>
                <a:gd name="csX87" fmla="*/ 27709 w 156217"/>
                <a:gd name="csY87" fmla="*/ 262273 h 269917"/>
                <a:gd name="csX88" fmla="*/ 26275 w 156217"/>
                <a:gd name="csY88" fmla="*/ 263229 h 269917"/>
                <a:gd name="csX89" fmla="*/ 22453 w 156217"/>
                <a:gd name="csY89" fmla="*/ 266095 h 269917"/>
                <a:gd name="csX90" fmla="*/ 21498 w 156217"/>
                <a:gd name="csY90" fmla="*/ 266573 h 269917"/>
                <a:gd name="csX91" fmla="*/ 20065 w 156217"/>
                <a:gd name="csY91" fmla="*/ 269439 h 269917"/>
                <a:gd name="csX92" fmla="*/ 18154 w 156217"/>
                <a:gd name="csY92" fmla="*/ 269917 h 269917"/>
                <a:gd name="csX93" fmla="*/ 16243 w 156217"/>
                <a:gd name="csY93" fmla="*/ 268484 h 269917"/>
                <a:gd name="csX94" fmla="*/ 13854 w 156217"/>
                <a:gd name="csY94" fmla="*/ 267529 h 269917"/>
                <a:gd name="csX95" fmla="*/ 11466 w 156217"/>
                <a:gd name="csY95" fmla="*/ 268006 h 269917"/>
                <a:gd name="csX96" fmla="*/ 10032 w 156217"/>
                <a:gd name="csY96" fmla="*/ 268962 h 269917"/>
                <a:gd name="csX97" fmla="*/ 9555 w 156217"/>
                <a:gd name="csY97" fmla="*/ 268484 h 269917"/>
                <a:gd name="csX98" fmla="*/ 9555 w 156217"/>
                <a:gd name="csY98" fmla="*/ 267051 h 269917"/>
                <a:gd name="csX99" fmla="*/ 10988 w 156217"/>
                <a:gd name="csY99" fmla="*/ 265140 h 269917"/>
                <a:gd name="csX100" fmla="*/ 15765 w 156217"/>
                <a:gd name="csY100" fmla="*/ 263707 h 269917"/>
                <a:gd name="csX101" fmla="*/ 19587 w 156217"/>
                <a:gd name="csY101" fmla="*/ 259885 h 269917"/>
                <a:gd name="csX102" fmla="*/ 21498 w 156217"/>
                <a:gd name="csY102" fmla="*/ 257974 h 269917"/>
                <a:gd name="csX103" fmla="*/ 22453 w 156217"/>
                <a:gd name="csY103" fmla="*/ 256541 h 269917"/>
                <a:gd name="csX104" fmla="*/ 23409 w 156217"/>
                <a:gd name="csY104" fmla="*/ 255585 h 269917"/>
                <a:gd name="csX105" fmla="*/ 24842 w 156217"/>
                <a:gd name="csY105" fmla="*/ 255585 h 269917"/>
                <a:gd name="csX106" fmla="*/ 25320 w 156217"/>
                <a:gd name="csY106" fmla="*/ 254152 h 269917"/>
                <a:gd name="csX107" fmla="*/ 30575 w 156217"/>
                <a:gd name="csY107" fmla="*/ 248419 h 269917"/>
                <a:gd name="csX108" fmla="*/ 31052 w 156217"/>
                <a:gd name="csY108" fmla="*/ 246986 h 269917"/>
                <a:gd name="csX109" fmla="*/ 31530 w 156217"/>
                <a:gd name="csY109" fmla="*/ 245075 h 269917"/>
                <a:gd name="csX110" fmla="*/ 32008 w 156217"/>
                <a:gd name="csY110" fmla="*/ 242687 h 269917"/>
                <a:gd name="csX111" fmla="*/ 36308 w 156217"/>
                <a:gd name="csY111" fmla="*/ 241253 h 269917"/>
                <a:gd name="csX112" fmla="*/ 38696 w 156217"/>
                <a:gd name="csY112" fmla="*/ 236476 h 269917"/>
                <a:gd name="csX113" fmla="*/ 39174 w 156217"/>
                <a:gd name="csY113" fmla="*/ 236476 h 269917"/>
                <a:gd name="csX114" fmla="*/ 45384 w 156217"/>
                <a:gd name="csY114" fmla="*/ 235521 h 269917"/>
                <a:gd name="csX115" fmla="*/ 50162 w 156217"/>
                <a:gd name="csY115" fmla="*/ 235521 h 269917"/>
                <a:gd name="csX116" fmla="*/ 54939 w 156217"/>
                <a:gd name="csY116" fmla="*/ 236476 h 269917"/>
                <a:gd name="csX117" fmla="*/ 57328 w 156217"/>
                <a:gd name="csY117" fmla="*/ 236476 h 269917"/>
                <a:gd name="csX118" fmla="*/ 59239 w 156217"/>
                <a:gd name="csY118" fmla="*/ 235998 h 269917"/>
                <a:gd name="csX119" fmla="*/ 61627 w 156217"/>
                <a:gd name="csY119" fmla="*/ 235043 h 269917"/>
                <a:gd name="csX120" fmla="*/ 64493 w 156217"/>
                <a:gd name="csY120" fmla="*/ 230266 h 269917"/>
                <a:gd name="csX121" fmla="*/ 66405 w 156217"/>
                <a:gd name="csY121" fmla="*/ 228355 h 269917"/>
                <a:gd name="csX122" fmla="*/ 68316 w 156217"/>
                <a:gd name="csY122" fmla="*/ 226444 h 269917"/>
                <a:gd name="csX123" fmla="*/ 70226 w 156217"/>
                <a:gd name="csY123" fmla="*/ 224533 h 269917"/>
                <a:gd name="csX124" fmla="*/ 73570 w 156217"/>
                <a:gd name="csY124" fmla="*/ 220711 h 269917"/>
                <a:gd name="csX125" fmla="*/ 71182 w 156217"/>
                <a:gd name="csY125" fmla="*/ 221666 h 269917"/>
                <a:gd name="csX126" fmla="*/ 68793 w 156217"/>
                <a:gd name="csY126" fmla="*/ 224055 h 269917"/>
                <a:gd name="csX127" fmla="*/ 67360 w 156217"/>
                <a:gd name="csY127" fmla="*/ 225011 h 269917"/>
                <a:gd name="csX128" fmla="*/ 62583 w 156217"/>
                <a:gd name="csY128" fmla="*/ 226444 h 269917"/>
                <a:gd name="csX129" fmla="*/ 60672 w 156217"/>
                <a:gd name="csY129" fmla="*/ 227877 h 269917"/>
                <a:gd name="csX130" fmla="*/ 56850 w 156217"/>
                <a:gd name="csY130" fmla="*/ 230743 h 269917"/>
                <a:gd name="csX131" fmla="*/ 56372 w 156217"/>
                <a:gd name="csY131" fmla="*/ 230743 h 269917"/>
                <a:gd name="csX132" fmla="*/ 51117 w 156217"/>
                <a:gd name="csY132" fmla="*/ 230266 h 269917"/>
                <a:gd name="csX133" fmla="*/ 46818 w 156217"/>
                <a:gd name="csY133" fmla="*/ 226444 h 269917"/>
                <a:gd name="csX134" fmla="*/ 44429 w 156217"/>
                <a:gd name="csY134" fmla="*/ 225011 h 269917"/>
                <a:gd name="csX135" fmla="*/ 43474 w 156217"/>
                <a:gd name="csY135" fmla="*/ 224533 h 269917"/>
                <a:gd name="csX136" fmla="*/ 42518 w 156217"/>
                <a:gd name="csY136" fmla="*/ 225011 h 269917"/>
                <a:gd name="csX137" fmla="*/ 40129 w 156217"/>
                <a:gd name="csY137" fmla="*/ 225488 h 269917"/>
                <a:gd name="csX138" fmla="*/ 37741 w 156217"/>
                <a:gd name="csY138" fmla="*/ 225488 h 269917"/>
                <a:gd name="csX139" fmla="*/ 39174 w 156217"/>
                <a:gd name="csY139" fmla="*/ 224055 h 269917"/>
                <a:gd name="csX140" fmla="*/ 40607 w 156217"/>
                <a:gd name="csY140" fmla="*/ 223100 h 269917"/>
                <a:gd name="csX141" fmla="*/ 36785 w 156217"/>
                <a:gd name="csY141" fmla="*/ 222144 h 269917"/>
                <a:gd name="csX142" fmla="*/ 35830 w 156217"/>
                <a:gd name="csY142" fmla="*/ 221666 h 269917"/>
                <a:gd name="csX143" fmla="*/ 34874 w 156217"/>
                <a:gd name="csY143" fmla="*/ 220711 h 269917"/>
                <a:gd name="csX144" fmla="*/ 32008 w 156217"/>
                <a:gd name="csY144" fmla="*/ 220233 h 269917"/>
                <a:gd name="csX145" fmla="*/ 30575 w 156217"/>
                <a:gd name="csY145" fmla="*/ 220711 h 269917"/>
                <a:gd name="csX146" fmla="*/ 28186 w 156217"/>
                <a:gd name="csY146" fmla="*/ 222144 h 269917"/>
                <a:gd name="csX147" fmla="*/ 24364 w 156217"/>
                <a:gd name="csY147" fmla="*/ 224055 h 269917"/>
                <a:gd name="csX148" fmla="*/ 20065 w 156217"/>
                <a:gd name="csY148" fmla="*/ 221666 h 269917"/>
                <a:gd name="csX149" fmla="*/ 19109 w 156217"/>
                <a:gd name="csY149" fmla="*/ 220711 h 269917"/>
                <a:gd name="csX150" fmla="*/ 19109 w 156217"/>
                <a:gd name="csY150" fmla="*/ 218800 h 269917"/>
                <a:gd name="csX151" fmla="*/ 18632 w 156217"/>
                <a:gd name="csY151" fmla="*/ 216889 h 269917"/>
                <a:gd name="csX152" fmla="*/ 17198 w 156217"/>
                <a:gd name="csY152" fmla="*/ 216412 h 269917"/>
                <a:gd name="csX153" fmla="*/ 19109 w 156217"/>
                <a:gd name="csY153" fmla="*/ 214500 h 269917"/>
                <a:gd name="csX154" fmla="*/ 21020 w 156217"/>
                <a:gd name="csY154" fmla="*/ 213067 h 269917"/>
                <a:gd name="csX155" fmla="*/ 24842 w 156217"/>
                <a:gd name="csY155" fmla="*/ 211634 h 269917"/>
                <a:gd name="csX156" fmla="*/ 31052 w 156217"/>
                <a:gd name="csY156" fmla="*/ 208290 h 269917"/>
                <a:gd name="csX157" fmla="*/ 34874 w 156217"/>
                <a:gd name="csY157" fmla="*/ 207335 h 269917"/>
                <a:gd name="csX158" fmla="*/ 38218 w 156217"/>
                <a:gd name="csY158" fmla="*/ 204468 h 269917"/>
                <a:gd name="csX159" fmla="*/ 39174 w 156217"/>
                <a:gd name="csY159" fmla="*/ 203513 h 269917"/>
                <a:gd name="csX160" fmla="*/ 40129 w 156217"/>
                <a:gd name="csY160" fmla="*/ 201124 h 269917"/>
                <a:gd name="csX161" fmla="*/ 41563 w 156217"/>
                <a:gd name="csY161" fmla="*/ 198735 h 269917"/>
                <a:gd name="csX162" fmla="*/ 42996 w 156217"/>
                <a:gd name="csY162" fmla="*/ 196825 h 269917"/>
                <a:gd name="csX163" fmla="*/ 41563 w 156217"/>
                <a:gd name="csY163" fmla="*/ 196347 h 269917"/>
                <a:gd name="csX164" fmla="*/ 40607 w 156217"/>
                <a:gd name="csY164" fmla="*/ 194914 h 269917"/>
                <a:gd name="csX165" fmla="*/ 41085 w 156217"/>
                <a:gd name="csY165" fmla="*/ 193480 h 269917"/>
                <a:gd name="csX166" fmla="*/ 41563 w 156217"/>
                <a:gd name="csY166" fmla="*/ 192047 h 269917"/>
                <a:gd name="csX167" fmla="*/ 41085 w 156217"/>
                <a:gd name="csY167" fmla="*/ 190136 h 269917"/>
                <a:gd name="csX168" fmla="*/ 40129 w 156217"/>
                <a:gd name="csY168" fmla="*/ 188703 h 269917"/>
                <a:gd name="csX169" fmla="*/ 40129 w 156217"/>
                <a:gd name="csY169" fmla="*/ 187270 h 269917"/>
                <a:gd name="csX170" fmla="*/ 40129 w 156217"/>
                <a:gd name="csY170" fmla="*/ 185837 h 269917"/>
                <a:gd name="csX171" fmla="*/ 37741 w 156217"/>
                <a:gd name="csY171" fmla="*/ 185837 h 269917"/>
                <a:gd name="csX172" fmla="*/ 35352 w 156217"/>
                <a:gd name="csY172" fmla="*/ 186314 h 269917"/>
                <a:gd name="csX173" fmla="*/ 32963 w 156217"/>
                <a:gd name="csY173" fmla="*/ 187270 h 269917"/>
                <a:gd name="csX174" fmla="*/ 30575 w 156217"/>
                <a:gd name="csY174" fmla="*/ 188703 h 269917"/>
                <a:gd name="csX175" fmla="*/ 28664 w 156217"/>
                <a:gd name="csY175" fmla="*/ 189181 h 269917"/>
                <a:gd name="csX176" fmla="*/ 28664 w 156217"/>
                <a:gd name="csY176" fmla="*/ 187748 h 269917"/>
                <a:gd name="csX177" fmla="*/ 29619 w 156217"/>
                <a:gd name="csY177" fmla="*/ 186314 h 269917"/>
                <a:gd name="csX178" fmla="*/ 32008 w 156217"/>
                <a:gd name="csY178" fmla="*/ 184404 h 269917"/>
                <a:gd name="csX179" fmla="*/ 34397 w 156217"/>
                <a:gd name="csY179" fmla="*/ 182493 h 269917"/>
                <a:gd name="csX180" fmla="*/ 35352 w 156217"/>
                <a:gd name="csY180" fmla="*/ 181537 h 269917"/>
                <a:gd name="csX181" fmla="*/ 35830 w 156217"/>
                <a:gd name="csY181" fmla="*/ 180104 h 269917"/>
                <a:gd name="csX182" fmla="*/ 37263 w 156217"/>
                <a:gd name="csY182" fmla="*/ 178671 h 269917"/>
                <a:gd name="csX183" fmla="*/ 40129 w 156217"/>
                <a:gd name="csY183" fmla="*/ 176282 h 269917"/>
                <a:gd name="csX184" fmla="*/ 46340 w 156217"/>
                <a:gd name="csY184" fmla="*/ 173893 h 269917"/>
                <a:gd name="csX185" fmla="*/ 46818 w 156217"/>
                <a:gd name="csY185" fmla="*/ 173893 h 269917"/>
                <a:gd name="csX186" fmla="*/ 49206 w 156217"/>
                <a:gd name="csY186" fmla="*/ 173893 h 269917"/>
                <a:gd name="csX187" fmla="*/ 51595 w 156217"/>
                <a:gd name="csY187" fmla="*/ 173893 h 269917"/>
                <a:gd name="csX188" fmla="*/ 53506 w 156217"/>
                <a:gd name="csY188" fmla="*/ 172938 h 269917"/>
                <a:gd name="csX189" fmla="*/ 55894 w 156217"/>
                <a:gd name="csY189" fmla="*/ 172460 h 269917"/>
                <a:gd name="csX190" fmla="*/ 60194 w 156217"/>
                <a:gd name="csY190" fmla="*/ 175327 h 269917"/>
                <a:gd name="csX191" fmla="*/ 58761 w 156217"/>
                <a:gd name="csY191" fmla="*/ 171027 h 269917"/>
                <a:gd name="csX192" fmla="*/ 60672 w 156217"/>
                <a:gd name="csY192" fmla="*/ 170072 h 269917"/>
                <a:gd name="csX193" fmla="*/ 64016 w 156217"/>
                <a:gd name="csY193" fmla="*/ 173893 h 269917"/>
                <a:gd name="csX194" fmla="*/ 64971 w 156217"/>
                <a:gd name="csY194" fmla="*/ 174371 h 269917"/>
                <a:gd name="csX195" fmla="*/ 67360 w 156217"/>
                <a:gd name="csY195" fmla="*/ 173893 h 269917"/>
                <a:gd name="csX196" fmla="*/ 66405 w 156217"/>
                <a:gd name="csY196" fmla="*/ 172938 h 269917"/>
                <a:gd name="csX197" fmla="*/ 65449 w 156217"/>
                <a:gd name="csY197" fmla="*/ 172938 h 269917"/>
                <a:gd name="csX198" fmla="*/ 64016 w 156217"/>
                <a:gd name="csY198" fmla="*/ 172460 h 269917"/>
                <a:gd name="csX199" fmla="*/ 62583 w 156217"/>
                <a:gd name="csY199" fmla="*/ 171505 h 269917"/>
                <a:gd name="csX200" fmla="*/ 60672 w 156217"/>
                <a:gd name="csY200" fmla="*/ 167683 h 269917"/>
                <a:gd name="csX201" fmla="*/ 61150 w 156217"/>
                <a:gd name="csY201" fmla="*/ 165294 h 269917"/>
                <a:gd name="csX202" fmla="*/ 62105 w 156217"/>
                <a:gd name="csY202" fmla="*/ 162906 h 269917"/>
                <a:gd name="csX203" fmla="*/ 63538 w 156217"/>
                <a:gd name="csY203" fmla="*/ 160995 h 269917"/>
                <a:gd name="csX204" fmla="*/ 62583 w 156217"/>
                <a:gd name="csY204" fmla="*/ 160517 h 269917"/>
                <a:gd name="csX205" fmla="*/ 61627 w 156217"/>
                <a:gd name="csY205" fmla="*/ 159562 h 269917"/>
                <a:gd name="csX206" fmla="*/ 61150 w 156217"/>
                <a:gd name="csY206" fmla="*/ 157173 h 269917"/>
                <a:gd name="csX207" fmla="*/ 61627 w 156217"/>
                <a:gd name="csY207" fmla="*/ 155262 h 269917"/>
                <a:gd name="csX208" fmla="*/ 64016 w 156217"/>
                <a:gd name="csY208" fmla="*/ 153829 h 269917"/>
                <a:gd name="csX209" fmla="*/ 64971 w 156217"/>
                <a:gd name="csY209" fmla="*/ 151440 h 269917"/>
                <a:gd name="csX210" fmla="*/ 65449 w 156217"/>
                <a:gd name="csY210" fmla="*/ 148574 h 269917"/>
                <a:gd name="csX211" fmla="*/ 64971 w 156217"/>
                <a:gd name="csY211" fmla="*/ 147141 h 269917"/>
                <a:gd name="csX212" fmla="*/ 62105 w 156217"/>
                <a:gd name="csY212" fmla="*/ 147141 h 269917"/>
                <a:gd name="csX213" fmla="*/ 61150 w 156217"/>
                <a:gd name="csY213" fmla="*/ 147618 h 269917"/>
                <a:gd name="csX214" fmla="*/ 60194 w 156217"/>
                <a:gd name="csY214" fmla="*/ 148574 h 269917"/>
                <a:gd name="csX215" fmla="*/ 58761 w 156217"/>
                <a:gd name="csY215" fmla="*/ 148574 h 269917"/>
                <a:gd name="csX216" fmla="*/ 55894 w 156217"/>
                <a:gd name="csY216" fmla="*/ 145707 h 269917"/>
                <a:gd name="csX217" fmla="*/ 53984 w 156217"/>
                <a:gd name="csY217" fmla="*/ 143319 h 269917"/>
                <a:gd name="csX218" fmla="*/ 50639 w 156217"/>
                <a:gd name="csY218" fmla="*/ 138064 h 269917"/>
                <a:gd name="csX219" fmla="*/ 50639 w 156217"/>
                <a:gd name="csY219" fmla="*/ 135198 h 269917"/>
                <a:gd name="csX220" fmla="*/ 53028 w 156217"/>
                <a:gd name="csY220" fmla="*/ 128509 h 269917"/>
                <a:gd name="csX221" fmla="*/ 56850 w 156217"/>
                <a:gd name="csY221" fmla="*/ 124210 h 269917"/>
                <a:gd name="csX222" fmla="*/ 61627 w 156217"/>
                <a:gd name="csY222" fmla="*/ 122777 h 269917"/>
                <a:gd name="csX223" fmla="*/ 60672 w 156217"/>
                <a:gd name="csY223" fmla="*/ 122299 h 269917"/>
                <a:gd name="csX224" fmla="*/ 53506 w 156217"/>
                <a:gd name="csY224" fmla="*/ 122299 h 269917"/>
                <a:gd name="csX225" fmla="*/ 51117 w 156217"/>
                <a:gd name="csY225" fmla="*/ 122777 h 269917"/>
                <a:gd name="csX226" fmla="*/ 49206 w 156217"/>
                <a:gd name="csY226" fmla="*/ 124687 h 269917"/>
                <a:gd name="csX227" fmla="*/ 47773 w 156217"/>
                <a:gd name="csY227" fmla="*/ 125165 h 269917"/>
                <a:gd name="csX228" fmla="*/ 46818 w 156217"/>
                <a:gd name="csY228" fmla="*/ 125643 h 269917"/>
                <a:gd name="csX229" fmla="*/ 45384 w 156217"/>
                <a:gd name="csY229" fmla="*/ 126121 h 269917"/>
                <a:gd name="csX230" fmla="*/ 44429 w 156217"/>
                <a:gd name="csY230" fmla="*/ 127554 h 269917"/>
                <a:gd name="csX231" fmla="*/ 42996 w 156217"/>
                <a:gd name="csY231" fmla="*/ 128509 h 269917"/>
                <a:gd name="csX232" fmla="*/ 40607 w 156217"/>
                <a:gd name="csY232" fmla="*/ 128032 h 269917"/>
                <a:gd name="csX233" fmla="*/ 39652 w 156217"/>
                <a:gd name="csY233" fmla="*/ 128509 h 269917"/>
                <a:gd name="csX234" fmla="*/ 38696 w 156217"/>
                <a:gd name="csY234" fmla="*/ 127554 h 269917"/>
                <a:gd name="csX235" fmla="*/ 38218 w 156217"/>
                <a:gd name="csY235" fmla="*/ 126598 h 269917"/>
                <a:gd name="csX236" fmla="*/ 37263 w 156217"/>
                <a:gd name="csY236" fmla="*/ 126121 h 269917"/>
                <a:gd name="csX237" fmla="*/ 36308 w 156217"/>
                <a:gd name="csY237" fmla="*/ 126598 h 269917"/>
                <a:gd name="csX238" fmla="*/ 34397 w 156217"/>
                <a:gd name="csY238" fmla="*/ 128032 h 269917"/>
                <a:gd name="csX239" fmla="*/ 32008 w 156217"/>
                <a:gd name="csY239" fmla="*/ 128987 h 269917"/>
                <a:gd name="csX240" fmla="*/ 29619 w 156217"/>
                <a:gd name="csY240" fmla="*/ 128032 h 269917"/>
                <a:gd name="csX241" fmla="*/ 26275 w 156217"/>
                <a:gd name="csY241" fmla="*/ 126121 h 269917"/>
                <a:gd name="csX242" fmla="*/ 25320 w 156217"/>
                <a:gd name="csY242" fmla="*/ 127076 h 269917"/>
                <a:gd name="csX243" fmla="*/ 24842 w 156217"/>
                <a:gd name="csY243" fmla="*/ 128509 h 269917"/>
                <a:gd name="csX244" fmla="*/ 24364 w 156217"/>
                <a:gd name="csY244" fmla="*/ 131376 h 269917"/>
                <a:gd name="csX245" fmla="*/ 21976 w 156217"/>
                <a:gd name="csY245" fmla="*/ 128987 h 269917"/>
                <a:gd name="csX246" fmla="*/ 20065 w 156217"/>
                <a:gd name="csY246" fmla="*/ 125643 h 269917"/>
                <a:gd name="csX247" fmla="*/ 19109 w 156217"/>
                <a:gd name="csY247" fmla="*/ 123732 h 269917"/>
                <a:gd name="csX248" fmla="*/ 19109 w 156217"/>
                <a:gd name="csY248" fmla="*/ 121821 h 269917"/>
                <a:gd name="csX249" fmla="*/ 20065 w 156217"/>
                <a:gd name="csY249" fmla="*/ 120866 h 269917"/>
                <a:gd name="csX250" fmla="*/ 21498 w 156217"/>
                <a:gd name="csY250" fmla="*/ 121821 h 269917"/>
                <a:gd name="csX251" fmla="*/ 23409 w 156217"/>
                <a:gd name="csY251" fmla="*/ 116566 h 269917"/>
                <a:gd name="csX252" fmla="*/ 26753 w 156217"/>
                <a:gd name="csY252" fmla="*/ 109878 h 269917"/>
                <a:gd name="csX253" fmla="*/ 28186 w 156217"/>
                <a:gd name="csY253" fmla="*/ 107967 h 269917"/>
                <a:gd name="csX254" fmla="*/ 28664 w 156217"/>
                <a:gd name="csY254" fmla="*/ 105578 h 269917"/>
                <a:gd name="csX255" fmla="*/ 28664 w 156217"/>
                <a:gd name="csY255" fmla="*/ 103667 h 269917"/>
                <a:gd name="csX256" fmla="*/ 28186 w 156217"/>
                <a:gd name="csY256" fmla="*/ 102234 h 269917"/>
                <a:gd name="csX257" fmla="*/ 24842 w 156217"/>
                <a:gd name="csY257" fmla="*/ 98890 h 269917"/>
                <a:gd name="csX258" fmla="*/ 24842 w 156217"/>
                <a:gd name="csY258" fmla="*/ 96501 h 269917"/>
                <a:gd name="csX259" fmla="*/ 24842 w 156217"/>
                <a:gd name="csY259" fmla="*/ 93157 h 269917"/>
                <a:gd name="csX260" fmla="*/ 25798 w 156217"/>
                <a:gd name="csY260" fmla="*/ 91724 h 269917"/>
                <a:gd name="csX261" fmla="*/ 26275 w 156217"/>
                <a:gd name="csY261" fmla="*/ 91246 h 269917"/>
                <a:gd name="csX262" fmla="*/ 30575 w 156217"/>
                <a:gd name="csY262" fmla="*/ 91246 h 269917"/>
                <a:gd name="csX263" fmla="*/ 29142 w 156217"/>
                <a:gd name="csY263" fmla="*/ 90291 h 269917"/>
                <a:gd name="csX264" fmla="*/ 25798 w 156217"/>
                <a:gd name="csY264" fmla="*/ 87425 h 269917"/>
                <a:gd name="csX265" fmla="*/ 25798 w 156217"/>
                <a:gd name="csY265" fmla="*/ 86469 h 269917"/>
                <a:gd name="csX266" fmla="*/ 26275 w 156217"/>
                <a:gd name="csY266" fmla="*/ 84080 h 269917"/>
                <a:gd name="csX267" fmla="*/ 26275 w 156217"/>
                <a:gd name="csY267" fmla="*/ 84558 h 269917"/>
                <a:gd name="csX268" fmla="*/ 25320 w 156217"/>
                <a:gd name="csY268" fmla="*/ 85514 h 269917"/>
                <a:gd name="csX269" fmla="*/ 23886 w 156217"/>
                <a:gd name="csY269" fmla="*/ 88380 h 269917"/>
                <a:gd name="csX270" fmla="*/ 22931 w 156217"/>
                <a:gd name="csY270" fmla="*/ 88858 h 269917"/>
                <a:gd name="csX271" fmla="*/ 20543 w 156217"/>
                <a:gd name="csY271" fmla="*/ 89813 h 269917"/>
                <a:gd name="csX272" fmla="*/ 20065 w 156217"/>
                <a:gd name="csY272" fmla="*/ 91246 h 269917"/>
                <a:gd name="csX273" fmla="*/ 20065 w 156217"/>
                <a:gd name="csY273" fmla="*/ 91246 h 269917"/>
                <a:gd name="csX274" fmla="*/ 18632 w 156217"/>
                <a:gd name="csY274" fmla="*/ 91724 h 269917"/>
                <a:gd name="csX275" fmla="*/ 18154 w 156217"/>
                <a:gd name="csY275" fmla="*/ 92679 h 269917"/>
                <a:gd name="csX276" fmla="*/ 18154 w 156217"/>
                <a:gd name="csY276" fmla="*/ 93157 h 269917"/>
                <a:gd name="csX277" fmla="*/ 17676 w 156217"/>
                <a:gd name="csY277" fmla="*/ 91724 h 269917"/>
                <a:gd name="csX278" fmla="*/ 17676 w 156217"/>
                <a:gd name="csY278" fmla="*/ 89335 h 269917"/>
                <a:gd name="csX279" fmla="*/ 18154 w 156217"/>
                <a:gd name="csY279" fmla="*/ 86947 h 269917"/>
                <a:gd name="csX280" fmla="*/ 19109 w 156217"/>
                <a:gd name="csY280" fmla="*/ 85514 h 269917"/>
                <a:gd name="csX281" fmla="*/ 22453 w 156217"/>
                <a:gd name="csY281" fmla="*/ 81692 h 269917"/>
                <a:gd name="csX282" fmla="*/ 21020 w 156217"/>
                <a:gd name="csY282" fmla="*/ 82647 h 269917"/>
                <a:gd name="csX283" fmla="*/ 16721 w 156217"/>
                <a:gd name="csY283" fmla="*/ 86469 h 269917"/>
                <a:gd name="csX284" fmla="*/ 14810 w 156217"/>
                <a:gd name="csY284" fmla="*/ 88858 h 269917"/>
                <a:gd name="csX285" fmla="*/ 14332 w 156217"/>
                <a:gd name="csY285" fmla="*/ 89335 h 269917"/>
                <a:gd name="csX286" fmla="*/ 14332 w 156217"/>
                <a:gd name="csY286" fmla="*/ 90291 h 269917"/>
                <a:gd name="csX287" fmla="*/ 14332 w 156217"/>
                <a:gd name="csY287" fmla="*/ 90769 h 269917"/>
                <a:gd name="csX288" fmla="*/ 15287 w 156217"/>
                <a:gd name="csY288" fmla="*/ 95068 h 269917"/>
                <a:gd name="csX289" fmla="*/ 14810 w 156217"/>
                <a:gd name="csY289" fmla="*/ 96501 h 269917"/>
                <a:gd name="csX290" fmla="*/ 11466 w 156217"/>
                <a:gd name="csY290" fmla="*/ 108922 h 269917"/>
                <a:gd name="csX291" fmla="*/ 10988 w 156217"/>
                <a:gd name="csY291" fmla="*/ 110356 h 269917"/>
                <a:gd name="csX292" fmla="*/ 10032 w 156217"/>
                <a:gd name="csY292" fmla="*/ 110833 h 269917"/>
                <a:gd name="csX293" fmla="*/ 9555 w 156217"/>
                <a:gd name="csY293" fmla="*/ 110833 h 269917"/>
                <a:gd name="csX294" fmla="*/ 8121 w 156217"/>
                <a:gd name="csY294" fmla="*/ 110833 h 269917"/>
                <a:gd name="csX295" fmla="*/ 7166 w 156217"/>
                <a:gd name="csY295" fmla="*/ 109878 h 269917"/>
                <a:gd name="csX296" fmla="*/ 7166 w 156217"/>
                <a:gd name="csY296" fmla="*/ 108922 h 269917"/>
                <a:gd name="csX297" fmla="*/ 7644 w 156217"/>
                <a:gd name="csY297" fmla="*/ 107011 h 269917"/>
                <a:gd name="csX298" fmla="*/ 9077 w 156217"/>
                <a:gd name="csY298" fmla="*/ 101279 h 269917"/>
                <a:gd name="csX299" fmla="*/ 9555 w 156217"/>
                <a:gd name="csY299" fmla="*/ 99845 h 269917"/>
                <a:gd name="csX300" fmla="*/ 10510 w 156217"/>
                <a:gd name="csY300" fmla="*/ 98412 h 269917"/>
                <a:gd name="csX301" fmla="*/ 12421 w 156217"/>
                <a:gd name="csY301" fmla="*/ 95546 h 269917"/>
                <a:gd name="csX302" fmla="*/ 12421 w 156217"/>
                <a:gd name="csY302" fmla="*/ 95546 h 269917"/>
                <a:gd name="csX303" fmla="*/ 10988 w 156217"/>
                <a:gd name="csY303" fmla="*/ 96024 h 269917"/>
                <a:gd name="csX304" fmla="*/ 10510 w 156217"/>
                <a:gd name="csY304" fmla="*/ 96024 h 269917"/>
                <a:gd name="csX305" fmla="*/ 10032 w 156217"/>
                <a:gd name="csY305" fmla="*/ 95546 h 269917"/>
                <a:gd name="csX306" fmla="*/ 10510 w 156217"/>
                <a:gd name="csY306" fmla="*/ 87425 h 269917"/>
                <a:gd name="csX307" fmla="*/ 11466 w 156217"/>
                <a:gd name="csY307" fmla="*/ 85036 h 269917"/>
                <a:gd name="csX308" fmla="*/ 11943 w 156217"/>
                <a:gd name="csY308" fmla="*/ 81214 h 269917"/>
                <a:gd name="csX309" fmla="*/ 12899 w 156217"/>
                <a:gd name="csY309" fmla="*/ 77870 h 269917"/>
                <a:gd name="csX310" fmla="*/ 13854 w 156217"/>
                <a:gd name="csY310" fmla="*/ 75481 h 269917"/>
                <a:gd name="csX311" fmla="*/ 14810 w 156217"/>
                <a:gd name="csY311" fmla="*/ 72615 h 269917"/>
                <a:gd name="csX312" fmla="*/ 15765 w 156217"/>
                <a:gd name="csY312" fmla="*/ 71182 h 269917"/>
                <a:gd name="csX313" fmla="*/ 16243 w 156217"/>
                <a:gd name="csY313" fmla="*/ 69271 h 269917"/>
                <a:gd name="csX314" fmla="*/ 17676 w 156217"/>
                <a:gd name="csY314" fmla="*/ 66882 h 269917"/>
                <a:gd name="csX315" fmla="*/ 18632 w 156217"/>
                <a:gd name="csY315" fmla="*/ 64493 h 269917"/>
                <a:gd name="csX316" fmla="*/ 18154 w 156217"/>
                <a:gd name="csY316" fmla="*/ 64493 h 269917"/>
                <a:gd name="csX317" fmla="*/ 11466 w 156217"/>
                <a:gd name="csY317" fmla="*/ 70704 h 269917"/>
                <a:gd name="csX318" fmla="*/ 9555 w 156217"/>
                <a:gd name="csY318" fmla="*/ 71659 h 269917"/>
                <a:gd name="csX319" fmla="*/ 7166 w 156217"/>
                <a:gd name="csY319" fmla="*/ 71659 h 269917"/>
                <a:gd name="csX320" fmla="*/ 5255 w 156217"/>
                <a:gd name="csY320" fmla="*/ 70704 h 269917"/>
                <a:gd name="csX321" fmla="*/ 3822 w 156217"/>
                <a:gd name="csY321" fmla="*/ 69271 h 269917"/>
                <a:gd name="csX322" fmla="*/ 3344 w 156217"/>
                <a:gd name="csY322" fmla="*/ 66882 h 269917"/>
                <a:gd name="csX323" fmla="*/ 1433 w 156217"/>
                <a:gd name="csY323" fmla="*/ 66404 h 269917"/>
                <a:gd name="csX324" fmla="*/ 0 w 156217"/>
                <a:gd name="csY324" fmla="*/ 65927 h 269917"/>
                <a:gd name="csX325" fmla="*/ 0 w 156217"/>
                <a:gd name="csY325" fmla="*/ 65927 h 269917"/>
                <a:gd name="csX326" fmla="*/ 1911 w 156217"/>
                <a:gd name="csY326" fmla="*/ 64016 h 269917"/>
                <a:gd name="csX327" fmla="*/ 5255 w 156217"/>
                <a:gd name="csY327" fmla="*/ 63538 h 269917"/>
                <a:gd name="csX328" fmla="*/ 8121 w 156217"/>
                <a:gd name="csY328" fmla="*/ 61149 h 269917"/>
                <a:gd name="csX329" fmla="*/ 5255 w 156217"/>
                <a:gd name="csY329" fmla="*/ 59716 h 269917"/>
                <a:gd name="csX330" fmla="*/ 5733 w 156217"/>
                <a:gd name="csY330" fmla="*/ 59238 h 269917"/>
                <a:gd name="csX331" fmla="*/ 7644 w 156217"/>
                <a:gd name="csY331" fmla="*/ 57805 h 269917"/>
                <a:gd name="csX332" fmla="*/ 10510 w 156217"/>
                <a:gd name="csY332" fmla="*/ 53028 h 269917"/>
                <a:gd name="csX333" fmla="*/ 11466 w 156217"/>
                <a:gd name="csY333" fmla="*/ 48728 h 269917"/>
                <a:gd name="csX334" fmla="*/ 10032 w 156217"/>
                <a:gd name="csY334" fmla="*/ 46340 h 269917"/>
                <a:gd name="csX335" fmla="*/ 9555 w 156217"/>
                <a:gd name="csY335" fmla="*/ 45384 h 269917"/>
                <a:gd name="csX336" fmla="*/ 6688 w 156217"/>
                <a:gd name="csY336" fmla="*/ 43473 h 269917"/>
                <a:gd name="csX337" fmla="*/ 6211 w 156217"/>
                <a:gd name="csY337" fmla="*/ 41563 h 269917"/>
                <a:gd name="csX338" fmla="*/ 6688 w 156217"/>
                <a:gd name="csY338" fmla="*/ 40607 h 269917"/>
                <a:gd name="csX339" fmla="*/ 7644 w 156217"/>
                <a:gd name="csY339" fmla="*/ 39652 h 269917"/>
                <a:gd name="csX340" fmla="*/ 8599 w 156217"/>
                <a:gd name="csY340" fmla="*/ 38696 h 269917"/>
                <a:gd name="csX341" fmla="*/ 10988 w 156217"/>
                <a:gd name="csY341" fmla="*/ 38218 h 269917"/>
                <a:gd name="csX342" fmla="*/ 9077 w 156217"/>
                <a:gd name="csY342" fmla="*/ 37263 h 269917"/>
                <a:gd name="csX343" fmla="*/ 8121 w 156217"/>
                <a:gd name="csY343" fmla="*/ 36307 h 269917"/>
                <a:gd name="csX344" fmla="*/ 7644 w 156217"/>
                <a:gd name="csY344" fmla="*/ 34874 h 269917"/>
                <a:gd name="csX345" fmla="*/ 7644 w 156217"/>
                <a:gd name="csY345" fmla="*/ 33919 h 269917"/>
                <a:gd name="csX346" fmla="*/ 8599 w 156217"/>
                <a:gd name="csY346" fmla="*/ 30097 h 269917"/>
                <a:gd name="csX347" fmla="*/ 9077 w 156217"/>
                <a:gd name="csY347" fmla="*/ 28664 h 269917"/>
                <a:gd name="csX348" fmla="*/ 10510 w 156217"/>
                <a:gd name="csY348" fmla="*/ 26753 h 269917"/>
                <a:gd name="csX349" fmla="*/ 15765 w 156217"/>
                <a:gd name="csY349" fmla="*/ 26753 h 269917"/>
                <a:gd name="csX350" fmla="*/ 16243 w 156217"/>
                <a:gd name="csY350" fmla="*/ 25797 h 269917"/>
                <a:gd name="csX351" fmla="*/ 16721 w 156217"/>
                <a:gd name="csY351" fmla="*/ 25797 h 269917"/>
                <a:gd name="csX352" fmla="*/ 19587 w 156217"/>
                <a:gd name="csY352" fmla="*/ 26753 h 269917"/>
                <a:gd name="csX353" fmla="*/ 19109 w 156217"/>
                <a:gd name="csY353" fmla="*/ 25797 h 269917"/>
                <a:gd name="csX354" fmla="*/ 14810 w 156217"/>
                <a:gd name="csY354" fmla="*/ 21020 h 269917"/>
                <a:gd name="csX355" fmla="*/ 14332 w 156217"/>
                <a:gd name="csY355" fmla="*/ 20065 h 269917"/>
                <a:gd name="csX356" fmla="*/ 15287 w 156217"/>
                <a:gd name="csY356" fmla="*/ 17676 h 269917"/>
                <a:gd name="csX357" fmla="*/ 15765 w 156217"/>
                <a:gd name="csY357" fmla="*/ 16721 h 269917"/>
                <a:gd name="csX358" fmla="*/ 15287 w 156217"/>
                <a:gd name="csY358" fmla="*/ 15287 h 269917"/>
                <a:gd name="csX359" fmla="*/ 15765 w 156217"/>
                <a:gd name="csY359" fmla="*/ 14332 h 269917"/>
                <a:gd name="csX360" fmla="*/ 17198 w 156217"/>
                <a:gd name="csY360" fmla="*/ 13854 h 269917"/>
                <a:gd name="csX361" fmla="*/ 21498 w 156217"/>
                <a:gd name="csY361" fmla="*/ 13854 h 269917"/>
                <a:gd name="csX362" fmla="*/ 22453 w 156217"/>
                <a:gd name="csY362" fmla="*/ 13377 h 269917"/>
                <a:gd name="csX363" fmla="*/ 21976 w 156217"/>
                <a:gd name="csY363" fmla="*/ 12421 h 269917"/>
                <a:gd name="csX364" fmla="*/ 21020 w 156217"/>
                <a:gd name="csY364" fmla="*/ 10510 h 269917"/>
                <a:gd name="csX365" fmla="*/ 20543 w 156217"/>
                <a:gd name="csY365" fmla="*/ 9555 h 269917"/>
                <a:gd name="csX366" fmla="*/ 21020 w 156217"/>
                <a:gd name="csY366" fmla="*/ 8121 h 269917"/>
                <a:gd name="csX367" fmla="*/ 21020 w 156217"/>
                <a:gd name="csY367" fmla="*/ 5733 h 269917"/>
                <a:gd name="csX368" fmla="*/ 21020 w 156217"/>
                <a:gd name="csY368" fmla="*/ 4777 h 269917"/>
                <a:gd name="csX369" fmla="*/ 21976 w 156217"/>
                <a:gd name="csY369" fmla="*/ 2866 h 269917"/>
                <a:gd name="csX370" fmla="*/ 22931 w 156217"/>
                <a:gd name="csY370" fmla="*/ 2389 h 269917"/>
                <a:gd name="csX371" fmla="*/ 23886 w 156217"/>
                <a:gd name="csY371" fmla="*/ 2389 h 269917"/>
                <a:gd name="csX372" fmla="*/ 26275 w 156217"/>
                <a:gd name="csY372" fmla="*/ 2866 h 269917"/>
                <a:gd name="csX373" fmla="*/ 27231 w 156217"/>
                <a:gd name="csY373" fmla="*/ 3344 h 269917"/>
                <a:gd name="csX374" fmla="*/ 28186 w 156217"/>
                <a:gd name="csY374" fmla="*/ 4777 h 269917"/>
                <a:gd name="csX375" fmla="*/ 28664 w 156217"/>
                <a:gd name="csY375" fmla="*/ 4777 h 269917"/>
                <a:gd name="csX376" fmla="*/ 31530 w 156217"/>
                <a:gd name="csY376" fmla="*/ 3344 h 269917"/>
                <a:gd name="csX377" fmla="*/ 32486 w 156217"/>
                <a:gd name="csY377" fmla="*/ 2866 h 269917"/>
                <a:gd name="csX378" fmla="*/ 33919 w 156217"/>
                <a:gd name="csY378" fmla="*/ 4777 h 269917"/>
                <a:gd name="csX379" fmla="*/ 38696 w 156217"/>
                <a:gd name="csY379" fmla="*/ 3344 h 269917"/>
                <a:gd name="csX380" fmla="*/ 44907 w 156217"/>
                <a:gd name="csY380" fmla="*/ 2866 h 269917"/>
                <a:gd name="csX381" fmla="*/ 49206 w 156217"/>
                <a:gd name="csY381" fmla="*/ 1911 h 269917"/>
                <a:gd name="csX382" fmla="*/ 53028 w 156217"/>
                <a:gd name="csY382" fmla="*/ 1433 h 269917"/>
                <a:gd name="csX383" fmla="*/ 56850 w 156217"/>
                <a:gd name="csY383" fmla="*/ 0 h 269917"/>
                <a:gd name="csX384" fmla="*/ 61150 w 156217"/>
                <a:gd name="csY384" fmla="*/ 478 h 269917"/>
                <a:gd name="csX385" fmla="*/ 61150 w 156217"/>
                <a:gd name="csY385" fmla="*/ 1433 h 269917"/>
                <a:gd name="csX386" fmla="*/ 61150 w 156217"/>
                <a:gd name="csY386" fmla="*/ 2389 h 269917"/>
                <a:gd name="csX387" fmla="*/ 60194 w 156217"/>
                <a:gd name="csY387" fmla="*/ 4777 h 269917"/>
                <a:gd name="csX388" fmla="*/ 60194 w 156217"/>
                <a:gd name="csY388" fmla="*/ 7644 h 269917"/>
                <a:gd name="csX389" fmla="*/ 59716 w 156217"/>
                <a:gd name="csY389" fmla="*/ 8599 h 269917"/>
                <a:gd name="csX390" fmla="*/ 59239 w 156217"/>
                <a:gd name="csY390" fmla="*/ 9555 h 269917"/>
                <a:gd name="csX391" fmla="*/ 57805 w 156217"/>
                <a:gd name="csY391" fmla="*/ 11465 h 269917"/>
                <a:gd name="csX392" fmla="*/ 53984 w 156217"/>
                <a:gd name="csY392" fmla="*/ 14332 h 269917"/>
                <a:gd name="csX393" fmla="*/ 46818 w 156217"/>
                <a:gd name="csY393" fmla="*/ 21020 h 269917"/>
                <a:gd name="csX394" fmla="*/ 42518 w 156217"/>
                <a:gd name="csY394" fmla="*/ 23886 h 269917"/>
                <a:gd name="csX395" fmla="*/ 42040 w 156217"/>
                <a:gd name="csY395" fmla="*/ 25320 h 269917"/>
                <a:gd name="csX396" fmla="*/ 41563 w 156217"/>
                <a:gd name="csY396" fmla="*/ 27708 h 269917"/>
                <a:gd name="csX397" fmla="*/ 43951 w 156217"/>
                <a:gd name="csY397" fmla="*/ 28186 h 269917"/>
                <a:gd name="csX398" fmla="*/ 45384 w 156217"/>
                <a:gd name="csY398" fmla="*/ 28664 h 269917"/>
                <a:gd name="csX399" fmla="*/ 44429 w 156217"/>
                <a:gd name="csY399" fmla="*/ 29619 h 269917"/>
                <a:gd name="csX400" fmla="*/ 40607 w 156217"/>
                <a:gd name="csY400" fmla="*/ 33441 h 269917"/>
                <a:gd name="csX401" fmla="*/ 39652 w 156217"/>
                <a:gd name="csY401" fmla="*/ 36785 h 269917"/>
                <a:gd name="csX402" fmla="*/ 42518 w 156217"/>
                <a:gd name="csY402" fmla="*/ 36785 h 269917"/>
                <a:gd name="csX403" fmla="*/ 44907 w 156217"/>
                <a:gd name="csY403" fmla="*/ 36307 h 269917"/>
                <a:gd name="csX404" fmla="*/ 49684 w 156217"/>
                <a:gd name="csY404" fmla="*/ 33919 h 269917"/>
                <a:gd name="csX405" fmla="*/ 53984 w 156217"/>
                <a:gd name="csY405" fmla="*/ 32486 h 269917"/>
                <a:gd name="csX406" fmla="*/ 56372 w 156217"/>
                <a:gd name="csY406" fmla="*/ 32486 h 269917"/>
                <a:gd name="csX407" fmla="*/ 60672 w 156217"/>
                <a:gd name="csY407" fmla="*/ 33919 h 269917"/>
                <a:gd name="csX408" fmla="*/ 61627 w 156217"/>
                <a:gd name="csY408" fmla="*/ 33919 h 269917"/>
                <a:gd name="csX409" fmla="*/ 63060 w 156217"/>
                <a:gd name="csY409" fmla="*/ 32963 h 269917"/>
                <a:gd name="csX410" fmla="*/ 64971 w 156217"/>
                <a:gd name="csY410" fmla="*/ 32963 h 269917"/>
                <a:gd name="csX411" fmla="*/ 77392 w 156217"/>
                <a:gd name="csY411" fmla="*/ 33441 h 269917"/>
                <a:gd name="csX412" fmla="*/ 80736 w 156217"/>
                <a:gd name="csY412" fmla="*/ 32486 h 269917"/>
                <a:gd name="csX413" fmla="*/ 82647 w 156217"/>
                <a:gd name="csY413" fmla="*/ 33441 h 269917"/>
                <a:gd name="csX414" fmla="*/ 84558 w 156217"/>
                <a:gd name="csY414" fmla="*/ 35830 h 269917"/>
                <a:gd name="csX415" fmla="*/ 86469 w 156217"/>
                <a:gd name="csY415" fmla="*/ 39652 h 269917"/>
                <a:gd name="csX416" fmla="*/ 86469 w 156217"/>
                <a:gd name="csY416" fmla="*/ 40607 h 269917"/>
                <a:gd name="csX417" fmla="*/ 85514 w 156217"/>
                <a:gd name="csY417" fmla="*/ 42518 h 269917"/>
                <a:gd name="csX418" fmla="*/ 83125 w 156217"/>
                <a:gd name="csY418" fmla="*/ 44429 h 269917"/>
                <a:gd name="csX419" fmla="*/ 81692 w 156217"/>
                <a:gd name="csY419" fmla="*/ 47773 h 269917"/>
                <a:gd name="csX420" fmla="*/ 81214 w 156217"/>
                <a:gd name="csY420" fmla="*/ 49206 h 269917"/>
                <a:gd name="csX421" fmla="*/ 80736 w 156217"/>
                <a:gd name="csY421" fmla="*/ 51117 h 269917"/>
                <a:gd name="csX422" fmla="*/ 80259 w 156217"/>
                <a:gd name="csY422" fmla="*/ 53028 h 269917"/>
                <a:gd name="csX423" fmla="*/ 76915 w 156217"/>
                <a:gd name="csY423" fmla="*/ 60672 h 269917"/>
                <a:gd name="csX424" fmla="*/ 73570 w 156217"/>
                <a:gd name="csY424" fmla="*/ 65449 h 269917"/>
                <a:gd name="csX425" fmla="*/ 72137 w 156217"/>
                <a:gd name="csY425" fmla="*/ 68315 h 269917"/>
                <a:gd name="csX426" fmla="*/ 70226 w 156217"/>
                <a:gd name="csY426" fmla="*/ 70704 h 269917"/>
                <a:gd name="csX427" fmla="*/ 68316 w 156217"/>
                <a:gd name="csY427" fmla="*/ 72615 h 269917"/>
                <a:gd name="csX428" fmla="*/ 66882 w 156217"/>
                <a:gd name="csY428" fmla="*/ 73570 h 269917"/>
                <a:gd name="csX429" fmla="*/ 61150 w 156217"/>
                <a:gd name="csY429" fmla="*/ 74526 h 269917"/>
                <a:gd name="csX430" fmla="*/ 59716 w 156217"/>
                <a:gd name="csY430" fmla="*/ 75481 h 269917"/>
                <a:gd name="csX431" fmla="*/ 57805 w 156217"/>
                <a:gd name="csY431" fmla="*/ 76914 h 269917"/>
                <a:gd name="csX432" fmla="*/ 55894 w 156217"/>
                <a:gd name="csY432" fmla="*/ 77392 h 269917"/>
                <a:gd name="csX433" fmla="*/ 58283 w 156217"/>
                <a:gd name="csY433" fmla="*/ 77392 h 269917"/>
                <a:gd name="csX434" fmla="*/ 60672 w 156217"/>
                <a:gd name="csY434" fmla="*/ 76437 h 269917"/>
                <a:gd name="csX435" fmla="*/ 64493 w 156217"/>
                <a:gd name="csY435" fmla="*/ 76437 h 269917"/>
                <a:gd name="csX436" fmla="*/ 69271 w 156217"/>
                <a:gd name="csY436" fmla="*/ 78825 h 269917"/>
                <a:gd name="csX437" fmla="*/ 68793 w 156217"/>
                <a:gd name="csY437" fmla="*/ 81214 h 269917"/>
                <a:gd name="csX438" fmla="*/ 66882 w 156217"/>
                <a:gd name="csY438" fmla="*/ 82647 h 269917"/>
                <a:gd name="csX439" fmla="*/ 62583 w 156217"/>
                <a:gd name="csY439" fmla="*/ 83125 h 269917"/>
                <a:gd name="csX440" fmla="*/ 58761 w 156217"/>
                <a:gd name="csY440" fmla="*/ 86469 h 269917"/>
                <a:gd name="csX441" fmla="*/ 56850 w 156217"/>
                <a:gd name="csY441" fmla="*/ 87902 h 269917"/>
                <a:gd name="csX442" fmla="*/ 54939 w 156217"/>
                <a:gd name="csY442" fmla="*/ 88380 h 269917"/>
                <a:gd name="csX443" fmla="*/ 52550 w 156217"/>
                <a:gd name="csY443" fmla="*/ 88380 h 269917"/>
                <a:gd name="csX444" fmla="*/ 48251 w 156217"/>
                <a:gd name="csY444" fmla="*/ 87425 h 269917"/>
                <a:gd name="csX445" fmla="*/ 46340 w 156217"/>
                <a:gd name="csY445" fmla="*/ 85991 h 269917"/>
                <a:gd name="csX446" fmla="*/ 48251 w 156217"/>
                <a:gd name="csY446" fmla="*/ 87902 h 269917"/>
                <a:gd name="csX447" fmla="*/ 50162 w 156217"/>
                <a:gd name="csY447" fmla="*/ 88858 h 269917"/>
                <a:gd name="csX448" fmla="*/ 61150 w 156217"/>
                <a:gd name="csY448" fmla="*/ 90769 h 269917"/>
                <a:gd name="csX449" fmla="*/ 62105 w 156217"/>
                <a:gd name="csY449" fmla="*/ 90769 h 269917"/>
                <a:gd name="csX450" fmla="*/ 65449 w 156217"/>
                <a:gd name="csY450" fmla="*/ 88380 h 269917"/>
                <a:gd name="csX451" fmla="*/ 70226 w 156217"/>
                <a:gd name="csY451" fmla="*/ 88380 h 269917"/>
                <a:gd name="csX452" fmla="*/ 79303 w 156217"/>
                <a:gd name="csY452" fmla="*/ 92679 h 269917"/>
                <a:gd name="csX453" fmla="*/ 81692 w 156217"/>
                <a:gd name="csY453" fmla="*/ 95546 h 269917"/>
                <a:gd name="csX454" fmla="*/ 85514 w 156217"/>
                <a:gd name="csY454" fmla="*/ 99845 h 269917"/>
                <a:gd name="csX455" fmla="*/ 87425 w 156217"/>
                <a:gd name="csY455" fmla="*/ 101756 h 269917"/>
                <a:gd name="csX456" fmla="*/ 88858 w 156217"/>
                <a:gd name="csY456" fmla="*/ 103190 h 269917"/>
                <a:gd name="csX457" fmla="*/ 89813 w 156217"/>
                <a:gd name="csY457" fmla="*/ 105578 h 269917"/>
                <a:gd name="csX458" fmla="*/ 91246 w 156217"/>
                <a:gd name="csY458" fmla="*/ 113222 h 269917"/>
                <a:gd name="csX459" fmla="*/ 93635 w 156217"/>
                <a:gd name="csY459" fmla="*/ 120388 h 269917"/>
                <a:gd name="csX460" fmla="*/ 96024 w 156217"/>
                <a:gd name="csY460" fmla="*/ 128509 h 269917"/>
                <a:gd name="csX461" fmla="*/ 97457 w 156217"/>
                <a:gd name="csY461" fmla="*/ 130898 h 269917"/>
                <a:gd name="csX462" fmla="*/ 98890 w 156217"/>
                <a:gd name="csY462" fmla="*/ 132331 h 269917"/>
                <a:gd name="csX463" fmla="*/ 106534 w 156217"/>
                <a:gd name="csY463" fmla="*/ 135675 h 269917"/>
                <a:gd name="csX464" fmla="*/ 108445 w 156217"/>
                <a:gd name="csY464" fmla="*/ 137108 h 269917"/>
                <a:gd name="csX465" fmla="*/ 111311 w 156217"/>
                <a:gd name="csY465" fmla="*/ 140452 h 269917"/>
                <a:gd name="csX466" fmla="*/ 114177 w 156217"/>
                <a:gd name="csY466" fmla="*/ 143797 h 269917"/>
                <a:gd name="csX467" fmla="*/ 117044 w 156217"/>
                <a:gd name="csY467" fmla="*/ 146663 h 269917"/>
                <a:gd name="csX468" fmla="*/ 119910 w 156217"/>
                <a:gd name="csY468" fmla="*/ 149052 h 269917"/>
                <a:gd name="csX469" fmla="*/ 118477 w 156217"/>
                <a:gd name="csY469" fmla="*/ 150007 h 269917"/>
                <a:gd name="csX470" fmla="*/ 117522 w 156217"/>
                <a:gd name="csY470" fmla="*/ 151918 h 269917"/>
                <a:gd name="csX471" fmla="*/ 118477 w 156217"/>
                <a:gd name="csY471" fmla="*/ 154307 h 269917"/>
                <a:gd name="csX472" fmla="*/ 119432 w 156217"/>
                <a:gd name="csY472" fmla="*/ 156695 h 269917"/>
                <a:gd name="csX473" fmla="*/ 121821 w 156217"/>
                <a:gd name="csY473" fmla="*/ 160517 h 269917"/>
                <a:gd name="csX474" fmla="*/ 124210 w 156217"/>
                <a:gd name="csY474" fmla="*/ 164817 h 269917"/>
                <a:gd name="csX475" fmla="*/ 123254 w 156217"/>
                <a:gd name="csY475" fmla="*/ 163861 h 269917"/>
                <a:gd name="csX476" fmla="*/ 122299 w 156217"/>
                <a:gd name="csY476" fmla="*/ 163861 h 269917"/>
                <a:gd name="csX477" fmla="*/ 121343 w 156217"/>
                <a:gd name="csY477" fmla="*/ 163861 h 269917"/>
                <a:gd name="csX478" fmla="*/ 120388 w 156217"/>
                <a:gd name="csY478" fmla="*/ 163384 h 269917"/>
                <a:gd name="csX479" fmla="*/ 118477 w 156217"/>
                <a:gd name="csY479" fmla="*/ 162428 h 269917"/>
                <a:gd name="csX480" fmla="*/ 116566 w 156217"/>
                <a:gd name="csY480" fmla="*/ 160517 h 269917"/>
                <a:gd name="csX481" fmla="*/ 112744 w 156217"/>
                <a:gd name="csY481" fmla="*/ 161473 h 269917"/>
                <a:gd name="csX482" fmla="*/ 110356 w 156217"/>
                <a:gd name="csY482" fmla="*/ 160995 h 269917"/>
                <a:gd name="csX483" fmla="*/ 108445 w 156217"/>
                <a:gd name="csY483" fmla="*/ 160995 h 269917"/>
                <a:gd name="csX484" fmla="*/ 112266 w 156217"/>
                <a:gd name="csY484" fmla="*/ 161950 h 269917"/>
                <a:gd name="csX485" fmla="*/ 116088 w 156217"/>
                <a:gd name="csY485" fmla="*/ 161950 h 269917"/>
                <a:gd name="csX486" fmla="*/ 124210 w 156217"/>
                <a:gd name="csY486" fmla="*/ 168639 h 269917"/>
                <a:gd name="csX487" fmla="*/ 127076 w 156217"/>
                <a:gd name="csY487" fmla="*/ 172938 h 269917"/>
                <a:gd name="csX488" fmla="*/ 128987 w 156217"/>
                <a:gd name="csY488" fmla="*/ 178193 h 269917"/>
                <a:gd name="csX489" fmla="*/ 127554 w 156217"/>
                <a:gd name="csY489" fmla="*/ 180582 h 269917"/>
                <a:gd name="csX490" fmla="*/ 125643 w 156217"/>
                <a:gd name="csY490" fmla="*/ 182015 h 269917"/>
                <a:gd name="csX491" fmla="*/ 124210 w 156217"/>
                <a:gd name="csY491" fmla="*/ 183926 h 269917"/>
                <a:gd name="csX492" fmla="*/ 122777 w 156217"/>
                <a:gd name="csY492" fmla="*/ 185837 h 269917"/>
                <a:gd name="csX493" fmla="*/ 127076 w 156217"/>
                <a:gd name="csY493" fmla="*/ 188703 h 269917"/>
                <a:gd name="csX494" fmla="*/ 128032 w 156217"/>
                <a:gd name="csY494" fmla="*/ 188703 h 269917"/>
                <a:gd name="csX495" fmla="*/ 129465 w 156217"/>
                <a:gd name="csY495" fmla="*/ 188225 h 269917"/>
                <a:gd name="csX496" fmla="*/ 130420 w 156217"/>
                <a:gd name="csY496" fmla="*/ 187270 h 269917"/>
                <a:gd name="csX497" fmla="*/ 131854 w 156217"/>
                <a:gd name="csY497" fmla="*/ 184881 h 269917"/>
                <a:gd name="csX498" fmla="*/ 132809 w 156217"/>
                <a:gd name="csY498" fmla="*/ 183926 h 269917"/>
                <a:gd name="csX499" fmla="*/ 135675 w 156217"/>
                <a:gd name="csY499" fmla="*/ 183926 h 269917"/>
                <a:gd name="csX500" fmla="*/ 138064 w 156217"/>
                <a:gd name="csY500" fmla="*/ 183926 h 269917"/>
                <a:gd name="csX501" fmla="*/ 140453 w 156217"/>
                <a:gd name="csY501" fmla="*/ 184404 h 269917"/>
                <a:gd name="csX502" fmla="*/ 142364 w 156217"/>
                <a:gd name="csY502" fmla="*/ 184404 h 269917"/>
                <a:gd name="csX503" fmla="*/ 146663 w 156217"/>
                <a:gd name="csY503" fmla="*/ 185359 h 269917"/>
                <a:gd name="csX504" fmla="*/ 149052 w 156217"/>
                <a:gd name="csY504" fmla="*/ 186314 h 269917"/>
                <a:gd name="csX505" fmla="*/ 154307 w 156217"/>
                <a:gd name="csY505" fmla="*/ 190614 h 269917"/>
                <a:gd name="csX506" fmla="*/ 155740 w 156217"/>
                <a:gd name="csY506" fmla="*/ 193003 h 269917"/>
                <a:gd name="csX507" fmla="*/ 156218 w 156217"/>
                <a:gd name="csY507" fmla="*/ 195869 h 269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</a:cxnLst>
              <a:rect l="l" t="t" r="r" b="b"/>
              <a:pathLst>
                <a:path w="156217" h="269917">
                  <a:moveTo>
                    <a:pt x="156218" y="195869"/>
                  </a:moveTo>
                  <a:lnTo>
                    <a:pt x="156218" y="199213"/>
                  </a:lnTo>
                  <a:lnTo>
                    <a:pt x="155262" y="202080"/>
                  </a:lnTo>
                  <a:lnTo>
                    <a:pt x="154307" y="204468"/>
                  </a:lnTo>
                  <a:lnTo>
                    <a:pt x="153829" y="208290"/>
                  </a:lnTo>
                  <a:lnTo>
                    <a:pt x="153351" y="209246"/>
                  </a:lnTo>
                  <a:lnTo>
                    <a:pt x="152396" y="210201"/>
                  </a:lnTo>
                  <a:lnTo>
                    <a:pt x="149530" y="213067"/>
                  </a:lnTo>
                  <a:lnTo>
                    <a:pt x="147619" y="214023"/>
                  </a:lnTo>
                  <a:lnTo>
                    <a:pt x="147141" y="213545"/>
                  </a:lnTo>
                  <a:lnTo>
                    <a:pt x="146185" y="213545"/>
                  </a:lnTo>
                  <a:lnTo>
                    <a:pt x="146185" y="214500"/>
                  </a:lnTo>
                  <a:lnTo>
                    <a:pt x="147141" y="215934"/>
                  </a:lnTo>
                  <a:lnTo>
                    <a:pt x="147141" y="217367"/>
                  </a:lnTo>
                  <a:lnTo>
                    <a:pt x="145230" y="218800"/>
                  </a:lnTo>
                  <a:lnTo>
                    <a:pt x="143319" y="219278"/>
                  </a:lnTo>
                  <a:lnTo>
                    <a:pt x="140453" y="218800"/>
                  </a:lnTo>
                  <a:lnTo>
                    <a:pt x="136631" y="220711"/>
                  </a:lnTo>
                  <a:lnTo>
                    <a:pt x="139497" y="222144"/>
                  </a:lnTo>
                  <a:lnTo>
                    <a:pt x="139975" y="223100"/>
                  </a:lnTo>
                  <a:lnTo>
                    <a:pt x="139497" y="225488"/>
                  </a:lnTo>
                  <a:lnTo>
                    <a:pt x="137586" y="226444"/>
                  </a:lnTo>
                  <a:lnTo>
                    <a:pt x="135675" y="226921"/>
                  </a:lnTo>
                  <a:lnTo>
                    <a:pt x="133287" y="226921"/>
                  </a:lnTo>
                  <a:lnTo>
                    <a:pt x="131854" y="227399"/>
                  </a:lnTo>
                  <a:lnTo>
                    <a:pt x="129942" y="228832"/>
                  </a:lnTo>
                  <a:lnTo>
                    <a:pt x="132331" y="227877"/>
                  </a:lnTo>
                  <a:lnTo>
                    <a:pt x="133764" y="228355"/>
                  </a:lnTo>
                  <a:lnTo>
                    <a:pt x="134720" y="230266"/>
                  </a:lnTo>
                  <a:lnTo>
                    <a:pt x="135198" y="230743"/>
                  </a:lnTo>
                  <a:lnTo>
                    <a:pt x="139497" y="231699"/>
                  </a:lnTo>
                  <a:lnTo>
                    <a:pt x="141886" y="231699"/>
                  </a:lnTo>
                  <a:lnTo>
                    <a:pt x="146663" y="231221"/>
                  </a:lnTo>
                  <a:lnTo>
                    <a:pt x="149052" y="231221"/>
                  </a:lnTo>
                  <a:lnTo>
                    <a:pt x="149530" y="231699"/>
                  </a:lnTo>
                  <a:lnTo>
                    <a:pt x="149530" y="233132"/>
                  </a:lnTo>
                  <a:lnTo>
                    <a:pt x="149530" y="236954"/>
                  </a:lnTo>
                  <a:lnTo>
                    <a:pt x="148574" y="237432"/>
                  </a:lnTo>
                  <a:lnTo>
                    <a:pt x="142364" y="240776"/>
                  </a:lnTo>
                  <a:lnTo>
                    <a:pt x="140930" y="242687"/>
                  </a:lnTo>
                  <a:lnTo>
                    <a:pt x="140930" y="244120"/>
                  </a:lnTo>
                  <a:lnTo>
                    <a:pt x="137108" y="244120"/>
                  </a:lnTo>
                  <a:lnTo>
                    <a:pt x="135198" y="245553"/>
                  </a:lnTo>
                  <a:lnTo>
                    <a:pt x="132331" y="246508"/>
                  </a:lnTo>
                  <a:lnTo>
                    <a:pt x="129942" y="247464"/>
                  </a:lnTo>
                  <a:lnTo>
                    <a:pt x="127554" y="248419"/>
                  </a:lnTo>
                  <a:lnTo>
                    <a:pt x="125643" y="248897"/>
                  </a:lnTo>
                  <a:lnTo>
                    <a:pt x="117522" y="247464"/>
                  </a:lnTo>
                  <a:lnTo>
                    <a:pt x="112744" y="247464"/>
                  </a:lnTo>
                  <a:lnTo>
                    <a:pt x="106056" y="248897"/>
                  </a:lnTo>
                  <a:lnTo>
                    <a:pt x="104623" y="248419"/>
                  </a:lnTo>
                  <a:lnTo>
                    <a:pt x="101757" y="247464"/>
                  </a:lnTo>
                  <a:lnTo>
                    <a:pt x="99368" y="246508"/>
                  </a:lnTo>
                  <a:lnTo>
                    <a:pt x="96024" y="246031"/>
                  </a:lnTo>
                  <a:lnTo>
                    <a:pt x="93635" y="245075"/>
                  </a:lnTo>
                  <a:lnTo>
                    <a:pt x="95068" y="246986"/>
                  </a:lnTo>
                  <a:lnTo>
                    <a:pt x="91724" y="249375"/>
                  </a:lnTo>
                  <a:lnTo>
                    <a:pt x="89813" y="249853"/>
                  </a:lnTo>
                  <a:lnTo>
                    <a:pt x="88380" y="249853"/>
                  </a:lnTo>
                  <a:lnTo>
                    <a:pt x="84558" y="250330"/>
                  </a:lnTo>
                  <a:lnTo>
                    <a:pt x="81214" y="249853"/>
                  </a:lnTo>
                  <a:lnTo>
                    <a:pt x="81692" y="251286"/>
                  </a:lnTo>
                  <a:lnTo>
                    <a:pt x="82647" y="252719"/>
                  </a:lnTo>
                  <a:lnTo>
                    <a:pt x="82170" y="253197"/>
                  </a:lnTo>
                  <a:lnTo>
                    <a:pt x="81214" y="253674"/>
                  </a:lnTo>
                  <a:lnTo>
                    <a:pt x="75004" y="252241"/>
                  </a:lnTo>
                  <a:lnTo>
                    <a:pt x="74048" y="252719"/>
                  </a:lnTo>
                  <a:lnTo>
                    <a:pt x="73570" y="253674"/>
                  </a:lnTo>
                  <a:lnTo>
                    <a:pt x="71182" y="253197"/>
                  </a:lnTo>
                  <a:lnTo>
                    <a:pt x="68793" y="251763"/>
                  </a:lnTo>
                  <a:lnTo>
                    <a:pt x="66405" y="250330"/>
                  </a:lnTo>
                  <a:lnTo>
                    <a:pt x="64016" y="249853"/>
                  </a:lnTo>
                  <a:lnTo>
                    <a:pt x="62105" y="250330"/>
                  </a:lnTo>
                  <a:lnTo>
                    <a:pt x="53984" y="252719"/>
                  </a:lnTo>
                  <a:lnTo>
                    <a:pt x="52550" y="255108"/>
                  </a:lnTo>
                  <a:lnTo>
                    <a:pt x="51595" y="258452"/>
                  </a:lnTo>
                  <a:lnTo>
                    <a:pt x="50639" y="261318"/>
                  </a:lnTo>
                  <a:lnTo>
                    <a:pt x="48728" y="263707"/>
                  </a:lnTo>
                  <a:lnTo>
                    <a:pt x="46340" y="264184"/>
                  </a:lnTo>
                  <a:lnTo>
                    <a:pt x="44429" y="262273"/>
                  </a:lnTo>
                  <a:lnTo>
                    <a:pt x="40129" y="260840"/>
                  </a:lnTo>
                  <a:lnTo>
                    <a:pt x="39174" y="259407"/>
                  </a:lnTo>
                  <a:lnTo>
                    <a:pt x="38696" y="259407"/>
                  </a:lnTo>
                  <a:lnTo>
                    <a:pt x="38218" y="259885"/>
                  </a:lnTo>
                  <a:lnTo>
                    <a:pt x="36308" y="260363"/>
                  </a:lnTo>
                  <a:lnTo>
                    <a:pt x="34874" y="260363"/>
                  </a:lnTo>
                  <a:lnTo>
                    <a:pt x="32486" y="260840"/>
                  </a:lnTo>
                  <a:lnTo>
                    <a:pt x="27709" y="262273"/>
                  </a:lnTo>
                  <a:lnTo>
                    <a:pt x="26275" y="263229"/>
                  </a:lnTo>
                  <a:lnTo>
                    <a:pt x="22453" y="266095"/>
                  </a:lnTo>
                  <a:lnTo>
                    <a:pt x="21498" y="266573"/>
                  </a:lnTo>
                  <a:lnTo>
                    <a:pt x="20065" y="269439"/>
                  </a:lnTo>
                  <a:lnTo>
                    <a:pt x="18154" y="269917"/>
                  </a:lnTo>
                  <a:lnTo>
                    <a:pt x="16243" y="268484"/>
                  </a:lnTo>
                  <a:lnTo>
                    <a:pt x="13854" y="267529"/>
                  </a:lnTo>
                  <a:lnTo>
                    <a:pt x="11466" y="268006"/>
                  </a:lnTo>
                  <a:lnTo>
                    <a:pt x="10032" y="268962"/>
                  </a:lnTo>
                  <a:lnTo>
                    <a:pt x="9555" y="268484"/>
                  </a:lnTo>
                  <a:lnTo>
                    <a:pt x="9555" y="267051"/>
                  </a:lnTo>
                  <a:lnTo>
                    <a:pt x="10988" y="265140"/>
                  </a:lnTo>
                  <a:lnTo>
                    <a:pt x="15765" y="263707"/>
                  </a:lnTo>
                  <a:lnTo>
                    <a:pt x="19587" y="259885"/>
                  </a:lnTo>
                  <a:lnTo>
                    <a:pt x="21498" y="257974"/>
                  </a:lnTo>
                  <a:lnTo>
                    <a:pt x="22453" y="256541"/>
                  </a:lnTo>
                  <a:lnTo>
                    <a:pt x="23409" y="255585"/>
                  </a:lnTo>
                  <a:lnTo>
                    <a:pt x="24842" y="255585"/>
                  </a:lnTo>
                  <a:lnTo>
                    <a:pt x="25320" y="254152"/>
                  </a:lnTo>
                  <a:lnTo>
                    <a:pt x="30575" y="248419"/>
                  </a:lnTo>
                  <a:lnTo>
                    <a:pt x="31052" y="246986"/>
                  </a:lnTo>
                  <a:lnTo>
                    <a:pt x="31530" y="245075"/>
                  </a:lnTo>
                  <a:lnTo>
                    <a:pt x="32008" y="242687"/>
                  </a:lnTo>
                  <a:lnTo>
                    <a:pt x="36308" y="241253"/>
                  </a:lnTo>
                  <a:lnTo>
                    <a:pt x="38696" y="236476"/>
                  </a:lnTo>
                  <a:lnTo>
                    <a:pt x="39174" y="236476"/>
                  </a:lnTo>
                  <a:lnTo>
                    <a:pt x="45384" y="235521"/>
                  </a:lnTo>
                  <a:lnTo>
                    <a:pt x="50162" y="235521"/>
                  </a:lnTo>
                  <a:lnTo>
                    <a:pt x="54939" y="236476"/>
                  </a:lnTo>
                  <a:lnTo>
                    <a:pt x="57328" y="236476"/>
                  </a:lnTo>
                  <a:lnTo>
                    <a:pt x="59239" y="235998"/>
                  </a:lnTo>
                  <a:lnTo>
                    <a:pt x="61627" y="235043"/>
                  </a:lnTo>
                  <a:lnTo>
                    <a:pt x="64493" y="230266"/>
                  </a:lnTo>
                  <a:lnTo>
                    <a:pt x="66405" y="228355"/>
                  </a:lnTo>
                  <a:lnTo>
                    <a:pt x="68316" y="226444"/>
                  </a:lnTo>
                  <a:lnTo>
                    <a:pt x="70226" y="224533"/>
                  </a:lnTo>
                  <a:lnTo>
                    <a:pt x="73570" y="220711"/>
                  </a:lnTo>
                  <a:lnTo>
                    <a:pt x="71182" y="221666"/>
                  </a:lnTo>
                  <a:lnTo>
                    <a:pt x="68793" y="224055"/>
                  </a:lnTo>
                  <a:lnTo>
                    <a:pt x="67360" y="225011"/>
                  </a:lnTo>
                  <a:lnTo>
                    <a:pt x="62583" y="226444"/>
                  </a:lnTo>
                  <a:lnTo>
                    <a:pt x="60672" y="227877"/>
                  </a:lnTo>
                  <a:lnTo>
                    <a:pt x="56850" y="230743"/>
                  </a:lnTo>
                  <a:lnTo>
                    <a:pt x="56372" y="230743"/>
                  </a:lnTo>
                  <a:lnTo>
                    <a:pt x="51117" y="230266"/>
                  </a:lnTo>
                  <a:lnTo>
                    <a:pt x="46818" y="226444"/>
                  </a:lnTo>
                  <a:lnTo>
                    <a:pt x="44429" y="225011"/>
                  </a:lnTo>
                  <a:lnTo>
                    <a:pt x="43474" y="224533"/>
                  </a:lnTo>
                  <a:lnTo>
                    <a:pt x="42518" y="225011"/>
                  </a:lnTo>
                  <a:lnTo>
                    <a:pt x="40129" y="225488"/>
                  </a:lnTo>
                  <a:lnTo>
                    <a:pt x="37741" y="225488"/>
                  </a:lnTo>
                  <a:lnTo>
                    <a:pt x="39174" y="224055"/>
                  </a:lnTo>
                  <a:lnTo>
                    <a:pt x="40607" y="223100"/>
                  </a:lnTo>
                  <a:lnTo>
                    <a:pt x="36785" y="222144"/>
                  </a:lnTo>
                  <a:lnTo>
                    <a:pt x="35830" y="221666"/>
                  </a:lnTo>
                  <a:lnTo>
                    <a:pt x="34874" y="220711"/>
                  </a:lnTo>
                  <a:lnTo>
                    <a:pt x="32008" y="220233"/>
                  </a:lnTo>
                  <a:lnTo>
                    <a:pt x="30575" y="220711"/>
                  </a:lnTo>
                  <a:lnTo>
                    <a:pt x="28186" y="222144"/>
                  </a:lnTo>
                  <a:lnTo>
                    <a:pt x="24364" y="224055"/>
                  </a:lnTo>
                  <a:lnTo>
                    <a:pt x="20065" y="221666"/>
                  </a:lnTo>
                  <a:lnTo>
                    <a:pt x="19109" y="220711"/>
                  </a:lnTo>
                  <a:lnTo>
                    <a:pt x="19109" y="218800"/>
                  </a:lnTo>
                  <a:lnTo>
                    <a:pt x="18632" y="216889"/>
                  </a:lnTo>
                  <a:lnTo>
                    <a:pt x="17198" y="216412"/>
                  </a:lnTo>
                  <a:lnTo>
                    <a:pt x="19109" y="214500"/>
                  </a:lnTo>
                  <a:lnTo>
                    <a:pt x="21020" y="213067"/>
                  </a:lnTo>
                  <a:lnTo>
                    <a:pt x="24842" y="211634"/>
                  </a:lnTo>
                  <a:lnTo>
                    <a:pt x="31052" y="208290"/>
                  </a:lnTo>
                  <a:lnTo>
                    <a:pt x="34874" y="207335"/>
                  </a:lnTo>
                  <a:lnTo>
                    <a:pt x="38218" y="204468"/>
                  </a:lnTo>
                  <a:lnTo>
                    <a:pt x="39174" y="203513"/>
                  </a:lnTo>
                  <a:lnTo>
                    <a:pt x="40129" y="201124"/>
                  </a:lnTo>
                  <a:lnTo>
                    <a:pt x="41563" y="198735"/>
                  </a:lnTo>
                  <a:lnTo>
                    <a:pt x="42996" y="196825"/>
                  </a:lnTo>
                  <a:lnTo>
                    <a:pt x="41563" y="196347"/>
                  </a:lnTo>
                  <a:lnTo>
                    <a:pt x="40607" y="194914"/>
                  </a:lnTo>
                  <a:lnTo>
                    <a:pt x="41085" y="193480"/>
                  </a:lnTo>
                  <a:lnTo>
                    <a:pt x="41563" y="192047"/>
                  </a:lnTo>
                  <a:lnTo>
                    <a:pt x="41085" y="190136"/>
                  </a:lnTo>
                  <a:lnTo>
                    <a:pt x="40129" y="188703"/>
                  </a:lnTo>
                  <a:lnTo>
                    <a:pt x="40129" y="187270"/>
                  </a:lnTo>
                  <a:lnTo>
                    <a:pt x="40129" y="185837"/>
                  </a:lnTo>
                  <a:lnTo>
                    <a:pt x="37741" y="185837"/>
                  </a:lnTo>
                  <a:lnTo>
                    <a:pt x="35352" y="186314"/>
                  </a:lnTo>
                  <a:lnTo>
                    <a:pt x="32963" y="187270"/>
                  </a:lnTo>
                  <a:lnTo>
                    <a:pt x="30575" y="188703"/>
                  </a:lnTo>
                  <a:lnTo>
                    <a:pt x="28664" y="189181"/>
                  </a:lnTo>
                  <a:lnTo>
                    <a:pt x="28664" y="187748"/>
                  </a:lnTo>
                  <a:lnTo>
                    <a:pt x="29619" y="186314"/>
                  </a:lnTo>
                  <a:lnTo>
                    <a:pt x="32008" y="184404"/>
                  </a:lnTo>
                  <a:lnTo>
                    <a:pt x="34397" y="182493"/>
                  </a:lnTo>
                  <a:lnTo>
                    <a:pt x="35352" y="181537"/>
                  </a:lnTo>
                  <a:lnTo>
                    <a:pt x="35830" y="180104"/>
                  </a:lnTo>
                  <a:lnTo>
                    <a:pt x="37263" y="178671"/>
                  </a:lnTo>
                  <a:lnTo>
                    <a:pt x="40129" y="176282"/>
                  </a:lnTo>
                  <a:lnTo>
                    <a:pt x="46340" y="173893"/>
                  </a:lnTo>
                  <a:lnTo>
                    <a:pt x="46818" y="173893"/>
                  </a:lnTo>
                  <a:lnTo>
                    <a:pt x="49206" y="173893"/>
                  </a:lnTo>
                  <a:lnTo>
                    <a:pt x="51595" y="173893"/>
                  </a:lnTo>
                  <a:lnTo>
                    <a:pt x="53506" y="172938"/>
                  </a:lnTo>
                  <a:lnTo>
                    <a:pt x="55894" y="172460"/>
                  </a:lnTo>
                  <a:lnTo>
                    <a:pt x="60194" y="175327"/>
                  </a:lnTo>
                  <a:lnTo>
                    <a:pt x="58761" y="171027"/>
                  </a:lnTo>
                  <a:lnTo>
                    <a:pt x="60672" y="170072"/>
                  </a:lnTo>
                  <a:lnTo>
                    <a:pt x="64016" y="173893"/>
                  </a:lnTo>
                  <a:lnTo>
                    <a:pt x="64971" y="174371"/>
                  </a:lnTo>
                  <a:lnTo>
                    <a:pt x="67360" y="173893"/>
                  </a:lnTo>
                  <a:lnTo>
                    <a:pt x="66405" y="172938"/>
                  </a:lnTo>
                  <a:lnTo>
                    <a:pt x="65449" y="172938"/>
                  </a:lnTo>
                  <a:lnTo>
                    <a:pt x="64016" y="172460"/>
                  </a:lnTo>
                  <a:lnTo>
                    <a:pt x="62583" y="171505"/>
                  </a:lnTo>
                  <a:lnTo>
                    <a:pt x="60672" y="167683"/>
                  </a:lnTo>
                  <a:lnTo>
                    <a:pt x="61150" y="165294"/>
                  </a:lnTo>
                  <a:lnTo>
                    <a:pt x="62105" y="162906"/>
                  </a:lnTo>
                  <a:lnTo>
                    <a:pt x="63538" y="160995"/>
                  </a:lnTo>
                  <a:lnTo>
                    <a:pt x="62583" y="160517"/>
                  </a:lnTo>
                  <a:lnTo>
                    <a:pt x="61627" y="159562"/>
                  </a:lnTo>
                  <a:lnTo>
                    <a:pt x="61150" y="157173"/>
                  </a:lnTo>
                  <a:lnTo>
                    <a:pt x="61627" y="155262"/>
                  </a:lnTo>
                  <a:lnTo>
                    <a:pt x="64016" y="153829"/>
                  </a:lnTo>
                  <a:lnTo>
                    <a:pt x="64971" y="151440"/>
                  </a:lnTo>
                  <a:lnTo>
                    <a:pt x="65449" y="148574"/>
                  </a:lnTo>
                  <a:lnTo>
                    <a:pt x="64971" y="147141"/>
                  </a:lnTo>
                  <a:lnTo>
                    <a:pt x="62105" y="147141"/>
                  </a:lnTo>
                  <a:lnTo>
                    <a:pt x="61150" y="147618"/>
                  </a:lnTo>
                  <a:lnTo>
                    <a:pt x="60194" y="148574"/>
                  </a:lnTo>
                  <a:lnTo>
                    <a:pt x="58761" y="148574"/>
                  </a:lnTo>
                  <a:lnTo>
                    <a:pt x="55894" y="145707"/>
                  </a:lnTo>
                  <a:lnTo>
                    <a:pt x="53984" y="143319"/>
                  </a:lnTo>
                  <a:lnTo>
                    <a:pt x="50639" y="138064"/>
                  </a:lnTo>
                  <a:lnTo>
                    <a:pt x="50639" y="135198"/>
                  </a:lnTo>
                  <a:lnTo>
                    <a:pt x="53028" y="128509"/>
                  </a:lnTo>
                  <a:lnTo>
                    <a:pt x="56850" y="124210"/>
                  </a:lnTo>
                  <a:lnTo>
                    <a:pt x="61627" y="122777"/>
                  </a:lnTo>
                  <a:lnTo>
                    <a:pt x="60672" y="122299"/>
                  </a:lnTo>
                  <a:lnTo>
                    <a:pt x="53506" y="122299"/>
                  </a:lnTo>
                  <a:lnTo>
                    <a:pt x="51117" y="122777"/>
                  </a:lnTo>
                  <a:lnTo>
                    <a:pt x="49206" y="124687"/>
                  </a:lnTo>
                  <a:lnTo>
                    <a:pt x="47773" y="125165"/>
                  </a:lnTo>
                  <a:lnTo>
                    <a:pt x="46818" y="125643"/>
                  </a:lnTo>
                  <a:lnTo>
                    <a:pt x="45384" y="126121"/>
                  </a:lnTo>
                  <a:lnTo>
                    <a:pt x="44429" y="127554"/>
                  </a:lnTo>
                  <a:lnTo>
                    <a:pt x="42996" y="128509"/>
                  </a:lnTo>
                  <a:lnTo>
                    <a:pt x="40607" y="128032"/>
                  </a:lnTo>
                  <a:lnTo>
                    <a:pt x="39652" y="128509"/>
                  </a:lnTo>
                  <a:lnTo>
                    <a:pt x="38696" y="127554"/>
                  </a:lnTo>
                  <a:lnTo>
                    <a:pt x="38218" y="126598"/>
                  </a:lnTo>
                  <a:lnTo>
                    <a:pt x="37263" y="126121"/>
                  </a:lnTo>
                  <a:lnTo>
                    <a:pt x="36308" y="126598"/>
                  </a:lnTo>
                  <a:lnTo>
                    <a:pt x="34397" y="128032"/>
                  </a:lnTo>
                  <a:lnTo>
                    <a:pt x="32008" y="128987"/>
                  </a:lnTo>
                  <a:lnTo>
                    <a:pt x="29619" y="128032"/>
                  </a:lnTo>
                  <a:lnTo>
                    <a:pt x="26275" y="126121"/>
                  </a:lnTo>
                  <a:lnTo>
                    <a:pt x="25320" y="127076"/>
                  </a:lnTo>
                  <a:lnTo>
                    <a:pt x="24842" y="128509"/>
                  </a:lnTo>
                  <a:lnTo>
                    <a:pt x="24364" y="131376"/>
                  </a:lnTo>
                  <a:lnTo>
                    <a:pt x="21976" y="128987"/>
                  </a:lnTo>
                  <a:lnTo>
                    <a:pt x="20065" y="125643"/>
                  </a:lnTo>
                  <a:lnTo>
                    <a:pt x="19109" y="123732"/>
                  </a:lnTo>
                  <a:lnTo>
                    <a:pt x="19109" y="121821"/>
                  </a:lnTo>
                  <a:lnTo>
                    <a:pt x="20065" y="120866"/>
                  </a:lnTo>
                  <a:lnTo>
                    <a:pt x="21498" y="121821"/>
                  </a:lnTo>
                  <a:lnTo>
                    <a:pt x="23409" y="116566"/>
                  </a:lnTo>
                  <a:lnTo>
                    <a:pt x="26753" y="109878"/>
                  </a:lnTo>
                  <a:lnTo>
                    <a:pt x="28186" y="107967"/>
                  </a:lnTo>
                  <a:lnTo>
                    <a:pt x="28664" y="105578"/>
                  </a:lnTo>
                  <a:lnTo>
                    <a:pt x="28664" y="103667"/>
                  </a:lnTo>
                  <a:lnTo>
                    <a:pt x="28186" y="102234"/>
                  </a:lnTo>
                  <a:lnTo>
                    <a:pt x="24842" y="98890"/>
                  </a:lnTo>
                  <a:lnTo>
                    <a:pt x="24842" y="96501"/>
                  </a:lnTo>
                  <a:lnTo>
                    <a:pt x="24842" y="93157"/>
                  </a:lnTo>
                  <a:lnTo>
                    <a:pt x="25798" y="91724"/>
                  </a:lnTo>
                  <a:lnTo>
                    <a:pt x="26275" y="91246"/>
                  </a:lnTo>
                  <a:lnTo>
                    <a:pt x="30575" y="91246"/>
                  </a:lnTo>
                  <a:lnTo>
                    <a:pt x="29142" y="90291"/>
                  </a:lnTo>
                  <a:lnTo>
                    <a:pt x="25798" y="87425"/>
                  </a:lnTo>
                  <a:lnTo>
                    <a:pt x="25798" y="86469"/>
                  </a:lnTo>
                  <a:lnTo>
                    <a:pt x="26275" y="84080"/>
                  </a:lnTo>
                  <a:lnTo>
                    <a:pt x="26275" y="84558"/>
                  </a:lnTo>
                  <a:lnTo>
                    <a:pt x="25320" y="85514"/>
                  </a:lnTo>
                  <a:lnTo>
                    <a:pt x="23886" y="88380"/>
                  </a:lnTo>
                  <a:lnTo>
                    <a:pt x="22931" y="88858"/>
                  </a:lnTo>
                  <a:lnTo>
                    <a:pt x="20543" y="89813"/>
                  </a:lnTo>
                  <a:lnTo>
                    <a:pt x="20065" y="91246"/>
                  </a:lnTo>
                  <a:lnTo>
                    <a:pt x="20065" y="91246"/>
                  </a:lnTo>
                  <a:lnTo>
                    <a:pt x="18632" y="91724"/>
                  </a:lnTo>
                  <a:lnTo>
                    <a:pt x="18154" y="92679"/>
                  </a:lnTo>
                  <a:lnTo>
                    <a:pt x="18154" y="93157"/>
                  </a:lnTo>
                  <a:lnTo>
                    <a:pt x="17676" y="91724"/>
                  </a:lnTo>
                  <a:lnTo>
                    <a:pt x="17676" y="89335"/>
                  </a:lnTo>
                  <a:lnTo>
                    <a:pt x="18154" y="86947"/>
                  </a:lnTo>
                  <a:lnTo>
                    <a:pt x="19109" y="85514"/>
                  </a:lnTo>
                  <a:lnTo>
                    <a:pt x="22453" y="81692"/>
                  </a:lnTo>
                  <a:lnTo>
                    <a:pt x="21020" y="82647"/>
                  </a:lnTo>
                  <a:lnTo>
                    <a:pt x="16721" y="86469"/>
                  </a:lnTo>
                  <a:lnTo>
                    <a:pt x="14810" y="88858"/>
                  </a:lnTo>
                  <a:lnTo>
                    <a:pt x="14332" y="89335"/>
                  </a:lnTo>
                  <a:lnTo>
                    <a:pt x="14332" y="90291"/>
                  </a:lnTo>
                  <a:lnTo>
                    <a:pt x="14332" y="90769"/>
                  </a:lnTo>
                  <a:lnTo>
                    <a:pt x="15287" y="95068"/>
                  </a:lnTo>
                  <a:lnTo>
                    <a:pt x="14810" y="96501"/>
                  </a:lnTo>
                  <a:lnTo>
                    <a:pt x="11466" y="108922"/>
                  </a:lnTo>
                  <a:lnTo>
                    <a:pt x="10988" y="110356"/>
                  </a:lnTo>
                  <a:lnTo>
                    <a:pt x="10032" y="110833"/>
                  </a:lnTo>
                  <a:lnTo>
                    <a:pt x="9555" y="110833"/>
                  </a:lnTo>
                  <a:lnTo>
                    <a:pt x="8121" y="110833"/>
                  </a:lnTo>
                  <a:lnTo>
                    <a:pt x="7166" y="109878"/>
                  </a:lnTo>
                  <a:lnTo>
                    <a:pt x="7166" y="108922"/>
                  </a:lnTo>
                  <a:lnTo>
                    <a:pt x="7644" y="107011"/>
                  </a:lnTo>
                  <a:lnTo>
                    <a:pt x="9077" y="101279"/>
                  </a:lnTo>
                  <a:lnTo>
                    <a:pt x="9555" y="99845"/>
                  </a:lnTo>
                  <a:lnTo>
                    <a:pt x="10510" y="98412"/>
                  </a:lnTo>
                  <a:lnTo>
                    <a:pt x="12421" y="95546"/>
                  </a:lnTo>
                  <a:lnTo>
                    <a:pt x="12421" y="95546"/>
                  </a:lnTo>
                  <a:lnTo>
                    <a:pt x="10988" y="96024"/>
                  </a:lnTo>
                  <a:lnTo>
                    <a:pt x="10510" y="96024"/>
                  </a:lnTo>
                  <a:lnTo>
                    <a:pt x="10032" y="95546"/>
                  </a:lnTo>
                  <a:lnTo>
                    <a:pt x="10510" y="87425"/>
                  </a:lnTo>
                  <a:lnTo>
                    <a:pt x="11466" y="85036"/>
                  </a:lnTo>
                  <a:lnTo>
                    <a:pt x="11943" y="81214"/>
                  </a:lnTo>
                  <a:lnTo>
                    <a:pt x="12899" y="77870"/>
                  </a:lnTo>
                  <a:lnTo>
                    <a:pt x="13854" y="75481"/>
                  </a:lnTo>
                  <a:lnTo>
                    <a:pt x="14810" y="72615"/>
                  </a:lnTo>
                  <a:lnTo>
                    <a:pt x="15765" y="71182"/>
                  </a:lnTo>
                  <a:lnTo>
                    <a:pt x="16243" y="69271"/>
                  </a:lnTo>
                  <a:lnTo>
                    <a:pt x="17676" y="66882"/>
                  </a:lnTo>
                  <a:lnTo>
                    <a:pt x="18632" y="64493"/>
                  </a:lnTo>
                  <a:lnTo>
                    <a:pt x="18154" y="64493"/>
                  </a:lnTo>
                  <a:lnTo>
                    <a:pt x="11466" y="70704"/>
                  </a:lnTo>
                  <a:lnTo>
                    <a:pt x="9555" y="71659"/>
                  </a:lnTo>
                  <a:lnTo>
                    <a:pt x="7166" y="71659"/>
                  </a:lnTo>
                  <a:lnTo>
                    <a:pt x="5255" y="70704"/>
                  </a:lnTo>
                  <a:lnTo>
                    <a:pt x="3822" y="69271"/>
                  </a:lnTo>
                  <a:lnTo>
                    <a:pt x="3344" y="66882"/>
                  </a:lnTo>
                  <a:lnTo>
                    <a:pt x="1433" y="66404"/>
                  </a:lnTo>
                  <a:lnTo>
                    <a:pt x="0" y="65927"/>
                  </a:lnTo>
                  <a:lnTo>
                    <a:pt x="0" y="65927"/>
                  </a:lnTo>
                  <a:lnTo>
                    <a:pt x="1911" y="64016"/>
                  </a:lnTo>
                  <a:lnTo>
                    <a:pt x="5255" y="63538"/>
                  </a:lnTo>
                  <a:lnTo>
                    <a:pt x="8121" y="61149"/>
                  </a:lnTo>
                  <a:lnTo>
                    <a:pt x="5255" y="59716"/>
                  </a:lnTo>
                  <a:lnTo>
                    <a:pt x="5733" y="59238"/>
                  </a:lnTo>
                  <a:lnTo>
                    <a:pt x="7644" y="57805"/>
                  </a:lnTo>
                  <a:lnTo>
                    <a:pt x="10510" y="53028"/>
                  </a:lnTo>
                  <a:lnTo>
                    <a:pt x="11466" y="48728"/>
                  </a:lnTo>
                  <a:lnTo>
                    <a:pt x="10032" y="46340"/>
                  </a:lnTo>
                  <a:lnTo>
                    <a:pt x="9555" y="45384"/>
                  </a:lnTo>
                  <a:lnTo>
                    <a:pt x="6688" y="43473"/>
                  </a:lnTo>
                  <a:lnTo>
                    <a:pt x="6211" y="41563"/>
                  </a:lnTo>
                  <a:lnTo>
                    <a:pt x="6688" y="40607"/>
                  </a:lnTo>
                  <a:lnTo>
                    <a:pt x="7644" y="39652"/>
                  </a:lnTo>
                  <a:lnTo>
                    <a:pt x="8599" y="38696"/>
                  </a:lnTo>
                  <a:lnTo>
                    <a:pt x="10988" y="38218"/>
                  </a:lnTo>
                  <a:lnTo>
                    <a:pt x="9077" y="37263"/>
                  </a:lnTo>
                  <a:lnTo>
                    <a:pt x="8121" y="36307"/>
                  </a:lnTo>
                  <a:lnTo>
                    <a:pt x="7644" y="34874"/>
                  </a:lnTo>
                  <a:lnTo>
                    <a:pt x="7644" y="33919"/>
                  </a:lnTo>
                  <a:lnTo>
                    <a:pt x="8599" y="30097"/>
                  </a:lnTo>
                  <a:lnTo>
                    <a:pt x="9077" y="28664"/>
                  </a:lnTo>
                  <a:lnTo>
                    <a:pt x="10510" y="26753"/>
                  </a:lnTo>
                  <a:lnTo>
                    <a:pt x="15765" y="26753"/>
                  </a:lnTo>
                  <a:lnTo>
                    <a:pt x="16243" y="25797"/>
                  </a:lnTo>
                  <a:lnTo>
                    <a:pt x="16721" y="25797"/>
                  </a:lnTo>
                  <a:lnTo>
                    <a:pt x="19587" y="26753"/>
                  </a:lnTo>
                  <a:lnTo>
                    <a:pt x="19109" y="25797"/>
                  </a:lnTo>
                  <a:lnTo>
                    <a:pt x="14810" y="21020"/>
                  </a:lnTo>
                  <a:lnTo>
                    <a:pt x="14332" y="20065"/>
                  </a:lnTo>
                  <a:lnTo>
                    <a:pt x="15287" y="17676"/>
                  </a:lnTo>
                  <a:lnTo>
                    <a:pt x="15765" y="16721"/>
                  </a:lnTo>
                  <a:lnTo>
                    <a:pt x="15287" y="15287"/>
                  </a:lnTo>
                  <a:lnTo>
                    <a:pt x="15765" y="14332"/>
                  </a:lnTo>
                  <a:lnTo>
                    <a:pt x="17198" y="13854"/>
                  </a:lnTo>
                  <a:lnTo>
                    <a:pt x="21498" y="13854"/>
                  </a:lnTo>
                  <a:lnTo>
                    <a:pt x="22453" y="13377"/>
                  </a:lnTo>
                  <a:lnTo>
                    <a:pt x="21976" y="12421"/>
                  </a:lnTo>
                  <a:lnTo>
                    <a:pt x="21020" y="10510"/>
                  </a:lnTo>
                  <a:lnTo>
                    <a:pt x="20543" y="9555"/>
                  </a:lnTo>
                  <a:lnTo>
                    <a:pt x="21020" y="8121"/>
                  </a:lnTo>
                  <a:lnTo>
                    <a:pt x="21020" y="5733"/>
                  </a:lnTo>
                  <a:lnTo>
                    <a:pt x="21020" y="4777"/>
                  </a:lnTo>
                  <a:lnTo>
                    <a:pt x="21976" y="2866"/>
                  </a:lnTo>
                  <a:lnTo>
                    <a:pt x="22931" y="2389"/>
                  </a:lnTo>
                  <a:lnTo>
                    <a:pt x="23886" y="2389"/>
                  </a:lnTo>
                  <a:lnTo>
                    <a:pt x="26275" y="2866"/>
                  </a:lnTo>
                  <a:lnTo>
                    <a:pt x="27231" y="3344"/>
                  </a:lnTo>
                  <a:lnTo>
                    <a:pt x="28186" y="4777"/>
                  </a:lnTo>
                  <a:lnTo>
                    <a:pt x="28664" y="4777"/>
                  </a:lnTo>
                  <a:lnTo>
                    <a:pt x="31530" y="3344"/>
                  </a:lnTo>
                  <a:lnTo>
                    <a:pt x="32486" y="2866"/>
                  </a:lnTo>
                  <a:lnTo>
                    <a:pt x="33919" y="4777"/>
                  </a:lnTo>
                  <a:lnTo>
                    <a:pt x="38696" y="3344"/>
                  </a:lnTo>
                  <a:lnTo>
                    <a:pt x="44907" y="2866"/>
                  </a:lnTo>
                  <a:lnTo>
                    <a:pt x="49206" y="1911"/>
                  </a:lnTo>
                  <a:lnTo>
                    <a:pt x="53028" y="1433"/>
                  </a:lnTo>
                  <a:lnTo>
                    <a:pt x="56850" y="0"/>
                  </a:lnTo>
                  <a:lnTo>
                    <a:pt x="61150" y="478"/>
                  </a:lnTo>
                  <a:lnTo>
                    <a:pt x="61150" y="1433"/>
                  </a:lnTo>
                  <a:lnTo>
                    <a:pt x="61150" y="2389"/>
                  </a:lnTo>
                  <a:lnTo>
                    <a:pt x="60194" y="4777"/>
                  </a:lnTo>
                  <a:lnTo>
                    <a:pt x="60194" y="7644"/>
                  </a:lnTo>
                  <a:lnTo>
                    <a:pt x="59716" y="8599"/>
                  </a:lnTo>
                  <a:lnTo>
                    <a:pt x="59239" y="9555"/>
                  </a:lnTo>
                  <a:lnTo>
                    <a:pt x="57805" y="11465"/>
                  </a:lnTo>
                  <a:lnTo>
                    <a:pt x="53984" y="14332"/>
                  </a:lnTo>
                  <a:lnTo>
                    <a:pt x="46818" y="21020"/>
                  </a:lnTo>
                  <a:lnTo>
                    <a:pt x="42518" y="23886"/>
                  </a:lnTo>
                  <a:lnTo>
                    <a:pt x="42040" y="25320"/>
                  </a:lnTo>
                  <a:lnTo>
                    <a:pt x="41563" y="27708"/>
                  </a:lnTo>
                  <a:lnTo>
                    <a:pt x="43951" y="28186"/>
                  </a:lnTo>
                  <a:lnTo>
                    <a:pt x="45384" y="28664"/>
                  </a:lnTo>
                  <a:lnTo>
                    <a:pt x="44429" y="29619"/>
                  </a:lnTo>
                  <a:lnTo>
                    <a:pt x="40607" y="33441"/>
                  </a:lnTo>
                  <a:lnTo>
                    <a:pt x="39652" y="36785"/>
                  </a:lnTo>
                  <a:lnTo>
                    <a:pt x="42518" y="36785"/>
                  </a:lnTo>
                  <a:lnTo>
                    <a:pt x="44907" y="36307"/>
                  </a:lnTo>
                  <a:lnTo>
                    <a:pt x="49684" y="33919"/>
                  </a:lnTo>
                  <a:lnTo>
                    <a:pt x="53984" y="32486"/>
                  </a:lnTo>
                  <a:lnTo>
                    <a:pt x="56372" y="32486"/>
                  </a:lnTo>
                  <a:lnTo>
                    <a:pt x="60672" y="33919"/>
                  </a:lnTo>
                  <a:lnTo>
                    <a:pt x="61627" y="33919"/>
                  </a:lnTo>
                  <a:lnTo>
                    <a:pt x="63060" y="32963"/>
                  </a:lnTo>
                  <a:lnTo>
                    <a:pt x="64971" y="32963"/>
                  </a:lnTo>
                  <a:lnTo>
                    <a:pt x="77392" y="33441"/>
                  </a:lnTo>
                  <a:lnTo>
                    <a:pt x="80736" y="32486"/>
                  </a:lnTo>
                  <a:lnTo>
                    <a:pt x="82647" y="33441"/>
                  </a:lnTo>
                  <a:lnTo>
                    <a:pt x="84558" y="35830"/>
                  </a:lnTo>
                  <a:lnTo>
                    <a:pt x="86469" y="39652"/>
                  </a:lnTo>
                  <a:lnTo>
                    <a:pt x="86469" y="40607"/>
                  </a:lnTo>
                  <a:lnTo>
                    <a:pt x="85514" y="42518"/>
                  </a:lnTo>
                  <a:lnTo>
                    <a:pt x="83125" y="44429"/>
                  </a:lnTo>
                  <a:lnTo>
                    <a:pt x="81692" y="47773"/>
                  </a:lnTo>
                  <a:lnTo>
                    <a:pt x="81214" y="49206"/>
                  </a:lnTo>
                  <a:lnTo>
                    <a:pt x="80736" y="51117"/>
                  </a:lnTo>
                  <a:lnTo>
                    <a:pt x="80259" y="53028"/>
                  </a:lnTo>
                  <a:lnTo>
                    <a:pt x="76915" y="60672"/>
                  </a:lnTo>
                  <a:lnTo>
                    <a:pt x="73570" y="65449"/>
                  </a:lnTo>
                  <a:lnTo>
                    <a:pt x="72137" y="68315"/>
                  </a:lnTo>
                  <a:lnTo>
                    <a:pt x="70226" y="70704"/>
                  </a:lnTo>
                  <a:lnTo>
                    <a:pt x="68316" y="72615"/>
                  </a:lnTo>
                  <a:lnTo>
                    <a:pt x="66882" y="73570"/>
                  </a:lnTo>
                  <a:lnTo>
                    <a:pt x="61150" y="74526"/>
                  </a:lnTo>
                  <a:lnTo>
                    <a:pt x="59716" y="75481"/>
                  </a:lnTo>
                  <a:lnTo>
                    <a:pt x="57805" y="76914"/>
                  </a:lnTo>
                  <a:lnTo>
                    <a:pt x="55894" y="77392"/>
                  </a:lnTo>
                  <a:lnTo>
                    <a:pt x="58283" y="77392"/>
                  </a:lnTo>
                  <a:lnTo>
                    <a:pt x="60672" y="76437"/>
                  </a:lnTo>
                  <a:lnTo>
                    <a:pt x="64493" y="76437"/>
                  </a:lnTo>
                  <a:lnTo>
                    <a:pt x="69271" y="78825"/>
                  </a:lnTo>
                  <a:lnTo>
                    <a:pt x="68793" y="81214"/>
                  </a:lnTo>
                  <a:lnTo>
                    <a:pt x="66882" y="82647"/>
                  </a:lnTo>
                  <a:lnTo>
                    <a:pt x="62583" y="83125"/>
                  </a:lnTo>
                  <a:lnTo>
                    <a:pt x="58761" y="86469"/>
                  </a:lnTo>
                  <a:lnTo>
                    <a:pt x="56850" y="87902"/>
                  </a:lnTo>
                  <a:lnTo>
                    <a:pt x="54939" y="88380"/>
                  </a:lnTo>
                  <a:lnTo>
                    <a:pt x="52550" y="88380"/>
                  </a:lnTo>
                  <a:lnTo>
                    <a:pt x="48251" y="87425"/>
                  </a:lnTo>
                  <a:lnTo>
                    <a:pt x="46340" y="85991"/>
                  </a:lnTo>
                  <a:lnTo>
                    <a:pt x="48251" y="87902"/>
                  </a:lnTo>
                  <a:lnTo>
                    <a:pt x="50162" y="88858"/>
                  </a:lnTo>
                  <a:lnTo>
                    <a:pt x="61150" y="90769"/>
                  </a:lnTo>
                  <a:lnTo>
                    <a:pt x="62105" y="90769"/>
                  </a:lnTo>
                  <a:lnTo>
                    <a:pt x="65449" y="88380"/>
                  </a:lnTo>
                  <a:lnTo>
                    <a:pt x="70226" y="88380"/>
                  </a:lnTo>
                  <a:lnTo>
                    <a:pt x="79303" y="92679"/>
                  </a:lnTo>
                  <a:lnTo>
                    <a:pt x="81692" y="95546"/>
                  </a:lnTo>
                  <a:lnTo>
                    <a:pt x="85514" y="99845"/>
                  </a:lnTo>
                  <a:lnTo>
                    <a:pt x="87425" y="101756"/>
                  </a:lnTo>
                  <a:lnTo>
                    <a:pt x="88858" y="103190"/>
                  </a:lnTo>
                  <a:lnTo>
                    <a:pt x="89813" y="105578"/>
                  </a:lnTo>
                  <a:lnTo>
                    <a:pt x="91246" y="113222"/>
                  </a:lnTo>
                  <a:lnTo>
                    <a:pt x="93635" y="120388"/>
                  </a:lnTo>
                  <a:lnTo>
                    <a:pt x="96024" y="128509"/>
                  </a:lnTo>
                  <a:lnTo>
                    <a:pt x="97457" y="130898"/>
                  </a:lnTo>
                  <a:lnTo>
                    <a:pt x="98890" y="132331"/>
                  </a:lnTo>
                  <a:lnTo>
                    <a:pt x="106534" y="135675"/>
                  </a:lnTo>
                  <a:lnTo>
                    <a:pt x="108445" y="137108"/>
                  </a:lnTo>
                  <a:lnTo>
                    <a:pt x="111311" y="140452"/>
                  </a:lnTo>
                  <a:lnTo>
                    <a:pt x="114177" y="143797"/>
                  </a:lnTo>
                  <a:lnTo>
                    <a:pt x="117044" y="146663"/>
                  </a:lnTo>
                  <a:lnTo>
                    <a:pt x="119910" y="149052"/>
                  </a:lnTo>
                  <a:lnTo>
                    <a:pt x="118477" y="150007"/>
                  </a:lnTo>
                  <a:lnTo>
                    <a:pt x="117522" y="151918"/>
                  </a:lnTo>
                  <a:lnTo>
                    <a:pt x="118477" y="154307"/>
                  </a:lnTo>
                  <a:lnTo>
                    <a:pt x="119432" y="156695"/>
                  </a:lnTo>
                  <a:lnTo>
                    <a:pt x="121821" y="160517"/>
                  </a:lnTo>
                  <a:lnTo>
                    <a:pt x="124210" y="164817"/>
                  </a:lnTo>
                  <a:lnTo>
                    <a:pt x="123254" y="163861"/>
                  </a:lnTo>
                  <a:lnTo>
                    <a:pt x="122299" y="163861"/>
                  </a:lnTo>
                  <a:lnTo>
                    <a:pt x="121343" y="163861"/>
                  </a:lnTo>
                  <a:lnTo>
                    <a:pt x="120388" y="163384"/>
                  </a:lnTo>
                  <a:lnTo>
                    <a:pt x="118477" y="162428"/>
                  </a:lnTo>
                  <a:lnTo>
                    <a:pt x="116566" y="160517"/>
                  </a:lnTo>
                  <a:lnTo>
                    <a:pt x="112744" y="161473"/>
                  </a:lnTo>
                  <a:lnTo>
                    <a:pt x="110356" y="160995"/>
                  </a:lnTo>
                  <a:lnTo>
                    <a:pt x="108445" y="160995"/>
                  </a:lnTo>
                  <a:lnTo>
                    <a:pt x="112266" y="161950"/>
                  </a:lnTo>
                  <a:lnTo>
                    <a:pt x="116088" y="161950"/>
                  </a:lnTo>
                  <a:lnTo>
                    <a:pt x="124210" y="168639"/>
                  </a:lnTo>
                  <a:lnTo>
                    <a:pt x="127076" y="172938"/>
                  </a:lnTo>
                  <a:lnTo>
                    <a:pt x="128987" y="178193"/>
                  </a:lnTo>
                  <a:lnTo>
                    <a:pt x="127554" y="180582"/>
                  </a:lnTo>
                  <a:lnTo>
                    <a:pt x="125643" y="182015"/>
                  </a:lnTo>
                  <a:lnTo>
                    <a:pt x="124210" y="183926"/>
                  </a:lnTo>
                  <a:lnTo>
                    <a:pt x="122777" y="185837"/>
                  </a:lnTo>
                  <a:lnTo>
                    <a:pt x="127076" y="188703"/>
                  </a:lnTo>
                  <a:lnTo>
                    <a:pt x="128032" y="188703"/>
                  </a:lnTo>
                  <a:lnTo>
                    <a:pt x="129465" y="188225"/>
                  </a:lnTo>
                  <a:lnTo>
                    <a:pt x="130420" y="187270"/>
                  </a:lnTo>
                  <a:lnTo>
                    <a:pt x="131854" y="184881"/>
                  </a:lnTo>
                  <a:lnTo>
                    <a:pt x="132809" y="183926"/>
                  </a:lnTo>
                  <a:lnTo>
                    <a:pt x="135675" y="183926"/>
                  </a:lnTo>
                  <a:lnTo>
                    <a:pt x="138064" y="183926"/>
                  </a:lnTo>
                  <a:lnTo>
                    <a:pt x="140453" y="184404"/>
                  </a:lnTo>
                  <a:lnTo>
                    <a:pt x="142364" y="184404"/>
                  </a:lnTo>
                  <a:lnTo>
                    <a:pt x="146663" y="185359"/>
                  </a:lnTo>
                  <a:lnTo>
                    <a:pt x="149052" y="186314"/>
                  </a:lnTo>
                  <a:lnTo>
                    <a:pt x="154307" y="190614"/>
                  </a:lnTo>
                  <a:lnTo>
                    <a:pt x="155740" y="193003"/>
                  </a:lnTo>
                  <a:lnTo>
                    <a:pt x="156218" y="19586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6" name="Freeform 2255">
              <a:extLst>
                <a:ext uri="{FF2B5EF4-FFF2-40B4-BE49-F238E27FC236}">
                  <a16:creationId xmlns:a16="http://schemas.microsoft.com/office/drawing/2014/main" id="{1ADE189F-AFA3-5449-7BE0-C835E11766E7}"/>
                </a:ext>
              </a:extLst>
            </p:cNvPr>
            <p:cNvSpPr/>
            <p:nvPr/>
          </p:nvSpPr>
          <p:spPr>
            <a:xfrm>
              <a:off x="5911596" y="3880238"/>
              <a:ext cx="6688" cy="4777"/>
            </a:xfrm>
            <a:custGeom>
              <a:avLst/>
              <a:gdLst>
                <a:gd name="csX0" fmla="*/ 6688 w 6688"/>
                <a:gd name="csY0" fmla="*/ 1433 h 4777"/>
                <a:gd name="csX1" fmla="*/ 6688 w 6688"/>
                <a:gd name="csY1" fmla="*/ 1911 h 4777"/>
                <a:gd name="csX2" fmla="*/ 6210 w 6688"/>
                <a:gd name="csY2" fmla="*/ 2867 h 4777"/>
                <a:gd name="csX3" fmla="*/ 5733 w 6688"/>
                <a:gd name="csY3" fmla="*/ 3344 h 4777"/>
                <a:gd name="csX4" fmla="*/ 5255 w 6688"/>
                <a:gd name="csY4" fmla="*/ 3344 h 4777"/>
                <a:gd name="csX5" fmla="*/ 3822 w 6688"/>
                <a:gd name="csY5" fmla="*/ 4300 h 4777"/>
                <a:gd name="csX6" fmla="*/ 2389 w 6688"/>
                <a:gd name="csY6" fmla="*/ 4777 h 4777"/>
                <a:gd name="csX7" fmla="*/ 1433 w 6688"/>
                <a:gd name="csY7" fmla="*/ 4777 h 4777"/>
                <a:gd name="csX8" fmla="*/ 955 w 6688"/>
                <a:gd name="csY8" fmla="*/ 4777 h 4777"/>
                <a:gd name="csX9" fmla="*/ 478 w 6688"/>
                <a:gd name="csY9" fmla="*/ 4300 h 4777"/>
                <a:gd name="csX10" fmla="*/ 478 w 6688"/>
                <a:gd name="csY10" fmla="*/ 3344 h 4777"/>
                <a:gd name="csX11" fmla="*/ 478 w 6688"/>
                <a:gd name="csY11" fmla="*/ 2389 h 4777"/>
                <a:gd name="csX12" fmla="*/ 0 w 6688"/>
                <a:gd name="csY12" fmla="*/ 1911 h 4777"/>
                <a:gd name="csX13" fmla="*/ 478 w 6688"/>
                <a:gd name="csY13" fmla="*/ 956 h 4777"/>
                <a:gd name="csX14" fmla="*/ 478 w 6688"/>
                <a:gd name="csY14" fmla="*/ 956 h 4777"/>
                <a:gd name="csX15" fmla="*/ 955 w 6688"/>
                <a:gd name="csY15" fmla="*/ 478 h 4777"/>
                <a:gd name="csX16" fmla="*/ 1911 w 6688"/>
                <a:gd name="csY16" fmla="*/ 0 h 4777"/>
                <a:gd name="csX17" fmla="*/ 3344 w 6688"/>
                <a:gd name="csY17" fmla="*/ 0 h 4777"/>
                <a:gd name="csX18" fmla="*/ 6210 w 6688"/>
                <a:gd name="csY18" fmla="*/ 956 h 4777"/>
                <a:gd name="csX19" fmla="*/ 6688 w 6688"/>
                <a:gd name="csY19" fmla="*/ 1433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6688" h="4777">
                  <a:moveTo>
                    <a:pt x="6688" y="1433"/>
                  </a:moveTo>
                  <a:lnTo>
                    <a:pt x="6688" y="1911"/>
                  </a:lnTo>
                  <a:lnTo>
                    <a:pt x="6210" y="2867"/>
                  </a:lnTo>
                  <a:lnTo>
                    <a:pt x="5733" y="3344"/>
                  </a:lnTo>
                  <a:lnTo>
                    <a:pt x="5255" y="3344"/>
                  </a:lnTo>
                  <a:lnTo>
                    <a:pt x="3822" y="4300"/>
                  </a:lnTo>
                  <a:lnTo>
                    <a:pt x="2389" y="4777"/>
                  </a:lnTo>
                  <a:lnTo>
                    <a:pt x="1433" y="4777"/>
                  </a:lnTo>
                  <a:lnTo>
                    <a:pt x="955" y="4777"/>
                  </a:lnTo>
                  <a:lnTo>
                    <a:pt x="478" y="4300"/>
                  </a:lnTo>
                  <a:lnTo>
                    <a:pt x="478" y="3344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955" y="478"/>
                  </a:lnTo>
                  <a:lnTo>
                    <a:pt x="1911" y="0"/>
                  </a:lnTo>
                  <a:lnTo>
                    <a:pt x="3344" y="0"/>
                  </a:lnTo>
                  <a:lnTo>
                    <a:pt x="6210" y="956"/>
                  </a:lnTo>
                  <a:lnTo>
                    <a:pt x="668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7" name="Freeform 2256">
              <a:extLst>
                <a:ext uri="{FF2B5EF4-FFF2-40B4-BE49-F238E27FC236}">
                  <a16:creationId xmlns:a16="http://schemas.microsoft.com/office/drawing/2014/main" id="{7B050ACE-9E4C-3044-826B-406B7AF699F9}"/>
                </a:ext>
              </a:extLst>
            </p:cNvPr>
            <p:cNvSpPr/>
            <p:nvPr/>
          </p:nvSpPr>
          <p:spPr>
            <a:xfrm>
              <a:off x="5913506" y="3880238"/>
              <a:ext cx="4299" cy="955"/>
            </a:xfrm>
            <a:custGeom>
              <a:avLst/>
              <a:gdLst>
                <a:gd name="csX0" fmla="*/ 4300 w 4299"/>
                <a:gd name="csY0" fmla="*/ 956 h 955"/>
                <a:gd name="csX1" fmla="*/ 1433 w 4299"/>
                <a:gd name="csY1" fmla="*/ 0 h 955"/>
                <a:gd name="csX2" fmla="*/ 0 w 4299"/>
                <a:gd name="csY2" fmla="*/ 0 h 955"/>
                <a:gd name="csX3" fmla="*/ 1433 w 4299"/>
                <a:gd name="csY3" fmla="*/ 0 h 955"/>
                <a:gd name="csX4" fmla="*/ 4300 w 4299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955">
                  <a:moveTo>
                    <a:pt x="4300" y="956"/>
                  </a:moveTo>
                  <a:lnTo>
                    <a:pt x="1433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430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8" name="Freeform 2257">
              <a:extLst>
                <a:ext uri="{FF2B5EF4-FFF2-40B4-BE49-F238E27FC236}">
                  <a16:creationId xmlns:a16="http://schemas.microsoft.com/office/drawing/2014/main" id="{FEDD7912-4E28-485A-A5FB-2FBB6DD34ADB}"/>
                </a:ext>
              </a:extLst>
            </p:cNvPr>
            <p:cNvSpPr/>
            <p:nvPr/>
          </p:nvSpPr>
          <p:spPr>
            <a:xfrm>
              <a:off x="5907773" y="3964318"/>
              <a:ext cx="8121" cy="6210"/>
            </a:xfrm>
            <a:custGeom>
              <a:avLst/>
              <a:gdLst>
                <a:gd name="csX0" fmla="*/ 8121 w 8121"/>
                <a:gd name="csY0" fmla="*/ 956 h 6210"/>
                <a:gd name="csX1" fmla="*/ 8121 w 8121"/>
                <a:gd name="csY1" fmla="*/ 1911 h 6210"/>
                <a:gd name="csX2" fmla="*/ 5733 w 8121"/>
                <a:gd name="csY2" fmla="*/ 4777 h 6210"/>
                <a:gd name="csX3" fmla="*/ 4777 w 8121"/>
                <a:gd name="csY3" fmla="*/ 4777 h 6210"/>
                <a:gd name="csX4" fmla="*/ 3822 w 8121"/>
                <a:gd name="csY4" fmla="*/ 6210 h 6210"/>
                <a:gd name="csX5" fmla="*/ 956 w 8121"/>
                <a:gd name="csY5" fmla="*/ 5733 h 6210"/>
                <a:gd name="csX6" fmla="*/ 0 w 8121"/>
                <a:gd name="csY6" fmla="*/ 5255 h 6210"/>
                <a:gd name="csX7" fmla="*/ 956 w 8121"/>
                <a:gd name="csY7" fmla="*/ 3822 h 6210"/>
                <a:gd name="csX8" fmla="*/ 1911 w 8121"/>
                <a:gd name="csY8" fmla="*/ 3344 h 6210"/>
                <a:gd name="csX9" fmla="*/ 1911 w 8121"/>
                <a:gd name="csY9" fmla="*/ 2389 h 6210"/>
                <a:gd name="csX10" fmla="*/ 2867 w 8121"/>
                <a:gd name="csY10" fmla="*/ 956 h 6210"/>
                <a:gd name="csX11" fmla="*/ 7166 w 8121"/>
                <a:gd name="csY11" fmla="*/ 0 h 6210"/>
                <a:gd name="csX12" fmla="*/ 8121 w 8121"/>
                <a:gd name="csY12" fmla="*/ 95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121" h="6210">
                  <a:moveTo>
                    <a:pt x="8121" y="956"/>
                  </a:moveTo>
                  <a:lnTo>
                    <a:pt x="8121" y="1911"/>
                  </a:lnTo>
                  <a:lnTo>
                    <a:pt x="5733" y="4777"/>
                  </a:lnTo>
                  <a:lnTo>
                    <a:pt x="4777" y="4777"/>
                  </a:lnTo>
                  <a:lnTo>
                    <a:pt x="3822" y="6210"/>
                  </a:lnTo>
                  <a:lnTo>
                    <a:pt x="956" y="5733"/>
                  </a:lnTo>
                  <a:lnTo>
                    <a:pt x="0" y="5255"/>
                  </a:lnTo>
                  <a:lnTo>
                    <a:pt x="956" y="3822"/>
                  </a:lnTo>
                  <a:lnTo>
                    <a:pt x="1911" y="3344"/>
                  </a:lnTo>
                  <a:lnTo>
                    <a:pt x="1911" y="2389"/>
                  </a:lnTo>
                  <a:lnTo>
                    <a:pt x="2867" y="956"/>
                  </a:lnTo>
                  <a:lnTo>
                    <a:pt x="7166" y="0"/>
                  </a:lnTo>
                  <a:lnTo>
                    <a:pt x="81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9" name="Freeform 2258">
              <a:extLst>
                <a:ext uri="{FF2B5EF4-FFF2-40B4-BE49-F238E27FC236}">
                  <a16:creationId xmlns:a16="http://schemas.microsoft.com/office/drawing/2014/main" id="{8D6957AA-EB2A-4D8B-5977-C3DF7BEE958F}"/>
                </a:ext>
              </a:extLst>
            </p:cNvPr>
            <p:cNvSpPr/>
            <p:nvPr/>
          </p:nvSpPr>
          <p:spPr>
            <a:xfrm>
              <a:off x="5911596" y="3972918"/>
              <a:ext cx="3821" cy="2388"/>
            </a:xfrm>
            <a:custGeom>
              <a:avLst/>
              <a:gdLst>
                <a:gd name="csX0" fmla="*/ 3822 w 3821"/>
                <a:gd name="csY0" fmla="*/ 1433 h 2388"/>
                <a:gd name="csX1" fmla="*/ 3822 w 3821"/>
                <a:gd name="csY1" fmla="*/ 1911 h 2388"/>
                <a:gd name="csX2" fmla="*/ 3344 w 3821"/>
                <a:gd name="csY2" fmla="*/ 2389 h 2388"/>
                <a:gd name="csX3" fmla="*/ 1911 w 3821"/>
                <a:gd name="csY3" fmla="*/ 1911 h 2388"/>
                <a:gd name="csX4" fmla="*/ 0 w 3821"/>
                <a:gd name="csY4" fmla="*/ 1911 h 2388"/>
                <a:gd name="csX5" fmla="*/ 0 w 3821"/>
                <a:gd name="csY5" fmla="*/ 956 h 2388"/>
                <a:gd name="csX6" fmla="*/ 478 w 3821"/>
                <a:gd name="csY6" fmla="*/ 478 h 2388"/>
                <a:gd name="csX7" fmla="*/ 478 w 3821"/>
                <a:gd name="csY7" fmla="*/ 0 h 2388"/>
                <a:gd name="csX8" fmla="*/ 1911 w 3821"/>
                <a:gd name="csY8" fmla="*/ 956 h 2388"/>
                <a:gd name="csX9" fmla="*/ 3822 w 3821"/>
                <a:gd name="csY9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2388">
                  <a:moveTo>
                    <a:pt x="3822" y="1433"/>
                  </a:moveTo>
                  <a:lnTo>
                    <a:pt x="3822" y="1911"/>
                  </a:lnTo>
                  <a:lnTo>
                    <a:pt x="3344" y="2389"/>
                  </a:lnTo>
                  <a:lnTo>
                    <a:pt x="1911" y="1911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911" y="956"/>
                  </a:lnTo>
                  <a:lnTo>
                    <a:pt x="38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0" name="Freeform 2259">
              <a:extLst>
                <a:ext uri="{FF2B5EF4-FFF2-40B4-BE49-F238E27FC236}">
                  <a16:creationId xmlns:a16="http://schemas.microsoft.com/office/drawing/2014/main" id="{B4C61B21-0D2F-791E-2333-5397595ACA79}"/>
                </a:ext>
              </a:extLst>
            </p:cNvPr>
            <p:cNvSpPr/>
            <p:nvPr/>
          </p:nvSpPr>
          <p:spPr>
            <a:xfrm>
              <a:off x="5912551" y="3880238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1" name="Freeform 2260">
              <a:extLst>
                <a:ext uri="{FF2B5EF4-FFF2-40B4-BE49-F238E27FC236}">
                  <a16:creationId xmlns:a16="http://schemas.microsoft.com/office/drawing/2014/main" id="{E02CDF79-96A9-44AE-D777-E613CCFE3F88}"/>
                </a:ext>
              </a:extLst>
            </p:cNvPr>
            <p:cNvSpPr/>
            <p:nvPr/>
          </p:nvSpPr>
          <p:spPr>
            <a:xfrm>
              <a:off x="5907773" y="3878327"/>
              <a:ext cx="2866" cy="477"/>
            </a:xfrm>
            <a:custGeom>
              <a:avLst/>
              <a:gdLst>
                <a:gd name="csX0" fmla="*/ 2867 w 2866"/>
                <a:gd name="csY0" fmla="*/ 478 h 477"/>
                <a:gd name="csX1" fmla="*/ 1433 w 2866"/>
                <a:gd name="csY1" fmla="*/ 0 h 477"/>
                <a:gd name="csX2" fmla="*/ 0 w 2866"/>
                <a:gd name="csY2" fmla="*/ 0 h 477"/>
                <a:gd name="csX3" fmla="*/ 1433 w 2866"/>
                <a:gd name="csY3" fmla="*/ 0 h 477"/>
                <a:gd name="csX4" fmla="*/ 2867 w 2866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">
                  <a:moveTo>
                    <a:pt x="2867" y="478"/>
                  </a:moveTo>
                  <a:lnTo>
                    <a:pt x="1433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2" name="Freeform 2261">
              <a:extLst>
                <a:ext uri="{FF2B5EF4-FFF2-40B4-BE49-F238E27FC236}">
                  <a16:creationId xmlns:a16="http://schemas.microsoft.com/office/drawing/2014/main" id="{5DA9895E-7C46-3F5E-5E49-6CA2459D61E9}"/>
                </a:ext>
              </a:extLst>
            </p:cNvPr>
            <p:cNvSpPr/>
            <p:nvPr/>
          </p:nvSpPr>
          <p:spPr>
            <a:xfrm>
              <a:off x="5897741" y="3874983"/>
              <a:ext cx="10032" cy="3344"/>
            </a:xfrm>
            <a:custGeom>
              <a:avLst/>
              <a:gdLst>
                <a:gd name="csX0" fmla="*/ 10032 w 10032"/>
                <a:gd name="csY0" fmla="*/ 3344 h 3344"/>
                <a:gd name="csX1" fmla="*/ 8121 w 10032"/>
                <a:gd name="csY1" fmla="*/ 2866 h 3344"/>
                <a:gd name="csX2" fmla="*/ 6210 w 10032"/>
                <a:gd name="csY2" fmla="*/ 1911 h 3344"/>
                <a:gd name="csX3" fmla="*/ 956 w 10032"/>
                <a:gd name="csY3" fmla="*/ 478 h 3344"/>
                <a:gd name="csX4" fmla="*/ 0 w 10032"/>
                <a:gd name="csY4" fmla="*/ 0 h 3344"/>
                <a:gd name="csX5" fmla="*/ 956 w 10032"/>
                <a:gd name="csY5" fmla="*/ 478 h 3344"/>
                <a:gd name="csX6" fmla="*/ 6210 w 10032"/>
                <a:gd name="csY6" fmla="*/ 1911 h 3344"/>
                <a:gd name="csX7" fmla="*/ 8121 w 10032"/>
                <a:gd name="csY7" fmla="*/ 2389 h 3344"/>
                <a:gd name="csX8" fmla="*/ 10032 w 10032"/>
                <a:gd name="csY8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0032" h="3344">
                  <a:moveTo>
                    <a:pt x="10032" y="3344"/>
                  </a:moveTo>
                  <a:lnTo>
                    <a:pt x="8121" y="2866"/>
                  </a:lnTo>
                  <a:lnTo>
                    <a:pt x="6210" y="1911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6210" y="1911"/>
                  </a:lnTo>
                  <a:lnTo>
                    <a:pt x="8121" y="2389"/>
                  </a:lnTo>
                  <a:lnTo>
                    <a:pt x="10032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3" name="Freeform 2262">
              <a:extLst>
                <a:ext uri="{FF2B5EF4-FFF2-40B4-BE49-F238E27FC236}">
                  <a16:creationId xmlns:a16="http://schemas.microsoft.com/office/drawing/2014/main" id="{EF6195DA-25FB-3268-A158-EC8AE689FA60}"/>
                </a:ext>
              </a:extLst>
            </p:cNvPr>
            <p:cNvSpPr/>
            <p:nvPr/>
          </p:nvSpPr>
          <p:spPr>
            <a:xfrm>
              <a:off x="5819394" y="4531383"/>
              <a:ext cx="87902" cy="117043"/>
            </a:xfrm>
            <a:custGeom>
              <a:avLst/>
              <a:gdLst>
                <a:gd name="csX0" fmla="*/ 87902 w 87902"/>
                <a:gd name="csY0" fmla="*/ 91724 h 117043"/>
                <a:gd name="csX1" fmla="*/ 87902 w 87902"/>
                <a:gd name="csY1" fmla="*/ 92679 h 117043"/>
                <a:gd name="csX2" fmla="*/ 86469 w 87902"/>
                <a:gd name="csY2" fmla="*/ 93635 h 117043"/>
                <a:gd name="csX3" fmla="*/ 85036 w 87902"/>
                <a:gd name="csY3" fmla="*/ 94590 h 117043"/>
                <a:gd name="csX4" fmla="*/ 84081 w 87902"/>
                <a:gd name="csY4" fmla="*/ 96501 h 117043"/>
                <a:gd name="csX5" fmla="*/ 83125 w 87902"/>
                <a:gd name="csY5" fmla="*/ 97935 h 117043"/>
                <a:gd name="csX6" fmla="*/ 79303 w 87902"/>
                <a:gd name="csY6" fmla="*/ 98890 h 117043"/>
                <a:gd name="csX7" fmla="*/ 77870 w 87902"/>
                <a:gd name="csY7" fmla="*/ 98890 h 117043"/>
                <a:gd name="csX8" fmla="*/ 69271 w 87902"/>
                <a:gd name="csY8" fmla="*/ 98890 h 117043"/>
                <a:gd name="csX9" fmla="*/ 61627 w 87902"/>
                <a:gd name="csY9" fmla="*/ 102234 h 117043"/>
                <a:gd name="csX10" fmla="*/ 57328 w 87902"/>
                <a:gd name="csY10" fmla="*/ 103667 h 117043"/>
                <a:gd name="csX11" fmla="*/ 54939 w 87902"/>
                <a:gd name="csY11" fmla="*/ 105578 h 117043"/>
                <a:gd name="csX12" fmla="*/ 51117 w 87902"/>
                <a:gd name="csY12" fmla="*/ 107011 h 117043"/>
                <a:gd name="csX13" fmla="*/ 48728 w 87902"/>
                <a:gd name="csY13" fmla="*/ 108444 h 117043"/>
                <a:gd name="csX14" fmla="*/ 43474 w 87902"/>
                <a:gd name="csY14" fmla="*/ 109400 h 117043"/>
                <a:gd name="csX15" fmla="*/ 34397 w 87902"/>
                <a:gd name="csY15" fmla="*/ 112266 h 117043"/>
                <a:gd name="csX16" fmla="*/ 32008 w 87902"/>
                <a:gd name="csY16" fmla="*/ 113222 h 117043"/>
                <a:gd name="csX17" fmla="*/ 29142 w 87902"/>
                <a:gd name="csY17" fmla="*/ 115133 h 117043"/>
                <a:gd name="csX18" fmla="*/ 24842 w 87902"/>
                <a:gd name="csY18" fmla="*/ 117044 h 117043"/>
                <a:gd name="csX19" fmla="*/ 22931 w 87902"/>
                <a:gd name="csY19" fmla="*/ 117044 h 117043"/>
                <a:gd name="csX20" fmla="*/ 19587 w 87902"/>
                <a:gd name="csY20" fmla="*/ 115133 h 117043"/>
                <a:gd name="csX21" fmla="*/ 16721 w 87902"/>
                <a:gd name="csY21" fmla="*/ 114177 h 117043"/>
                <a:gd name="csX22" fmla="*/ 10510 w 87902"/>
                <a:gd name="csY22" fmla="*/ 112266 h 117043"/>
                <a:gd name="csX23" fmla="*/ 5733 w 87902"/>
                <a:gd name="csY23" fmla="*/ 111789 h 117043"/>
                <a:gd name="csX24" fmla="*/ 3344 w 87902"/>
                <a:gd name="csY24" fmla="*/ 111311 h 117043"/>
                <a:gd name="csX25" fmla="*/ 2389 w 87902"/>
                <a:gd name="csY25" fmla="*/ 111311 h 117043"/>
                <a:gd name="csX26" fmla="*/ 3344 w 87902"/>
                <a:gd name="csY26" fmla="*/ 110355 h 117043"/>
                <a:gd name="csX27" fmla="*/ 4300 w 87902"/>
                <a:gd name="csY27" fmla="*/ 110355 h 117043"/>
                <a:gd name="csX28" fmla="*/ 5733 w 87902"/>
                <a:gd name="csY28" fmla="*/ 110355 h 117043"/>
                <a:gd name="csX29" fmla="*/ 7166 w 87902"/>
                <a:gd name="csY29" fmla="*/ 109878 h 117043"/>
                <a:gd name="csX30" fmla="*/ 8599 w 87902"/>
                <a:gd name="csY30" fmla="*/ 109878 h 117043"/>
                <a:gd name="csX31" fmla="*/ 8599 w 87902"/>
                <a:gd name="csY31" fmla="*/ 109878 h 117043"/>
                <a:gd name="csX32" fmla="*/ 9077 w 87902"/>
                <a:gd name="csY32" fmla="*/ 109400 h 117043"/>
                <a:gd name="csX33" fmla="*/ 9077 w 87902"/>
                <a:gd name="csY33" fmla="*/ 109400 h 117043"/>
                <a:gd name="csX34" fmla="*/ 9077 w 87902"/>
                <a:gd name="csY34" fmla="*/ 107967 h 117043"/>
                <a:gd name="csX35" fmla="*/ 9077 w 87902"/>
                <a:gd name="csY35" fmla="*/ 106534 h 117043"/>
                <a:gd name="csX36" fmla="*/ 9555 w 87902"/>
                <a:gd name="csY36" fmla="*/ 106056 h 117043"/>
                <a:gd name="csX37" fmla="*/ 9555 w 87902"/>
                <a:gd name="csY37" fmla="*/ 106056 h 117043"/>
                <a:gd name="csX38" fmla="*/ 9555 w 87902"/>
                <a:gd name="csY38" fmla="*/ 105100 h 117043"/>
                <a:gd name="csX39" fmla="*/ 9077 w 87902"/>
                <a:gd name="csY39" fmla="*/ 102712 h 117043"/>
                <a:gd name="csX40" fmla="*/ 9077 w 87902"/>
                <a:gd name="csY40" fmla="*/ 101756 h 117043"/>
                <a:gd name="csX41" fmla="*/ 9077 w 87902"/>
                <a:gd name="csY41" fmla="*/ 101756 h 117043"/>
                <a:gd name="csX42" fmla="*/ 8599 w 87902"/>
                <a:gd name="csY42" fmla="*/ 101278 h 117043"/>
                <a:gd name="csX43" fmla="*/ 5733 w 87902"/>
                <a:gd name="csY43" fmla="*/ 100801 h 117043"/>
                <a:gd name="csX44" fmla="*/ 5255 w 87902"/>
                <a:gd name="csY44" fmla="*/ 100323 h 117043"/>
                <a:gd name="csX45" fmla="*/ 4777 w 87902"/>
                <a:gd name="csY45" fmla="*/ 99845 h 117043"/>
                <a:gd name="csX46" fmla="*/ 4300 w 87902"/>
                <a:gd name="csY46" fmla="*/ 98412 h 117043"/>
                <a:gd name="csX47" fmla="*/ 3822 w 87902"/>
                <a:gd name="csY47" fmla="*/ 96024 h 117043"/>
                <a:gd name="csX48" fmla="*/ 2867 w 87902"/>
                <a:gd name="csY48" fmla="*/ 93157 h 117043"/>
                <a:gd name="csX49" fmla="*/ 956 w 87902"/>
                <a:gd name="csY49" fmla="*/ 88380 h 117043"/>
                <a:gd name="csX50" fmla="*/ 478 w 87902"/>
                <a:gd name="csY50" fmla="*/ 86469 h 117043"/>
                <a:gd name="csX51" fmla="*/ 0 w 87902"/>
                <a:gd name="csY51" fmla="*/ 85036 h 117043"/>
                <a:gd name="csX52" fmla="*/ 0 w 87902"/>
                <a:gd name="csY52" fmla="*/ 82647 h 117043"/>
                <a:gd name="csX53" fmla="*/ 478 w 87902"/>
                <a:gd name="csY53" fmla="*/ 82169 h 117043"/>
                <a:gd name="csX54" fmla="*/ 478 w 87902"/>
                <a:gd name="csY54" fmla="*/ 80736 h 117043"/>
                <a:gd name="csX55" fmla="*/ 0 w 87902"/>
                <a:gd name="csY55" fmla="*/ 79781 h 117043"/>
                <a:gd name="csX56" fmla="*/ 1433 w 87902"/>
                <a:gd name="csY56" fmla="*/ 77392 h 117043"/>
                <a:gd name="csX57" fmla="*/ 4300 w 87902"/>
                <a:gd name="csY57" fmla="*/ 74526 h 117043"/>
                <a:gd name="csX58" fmla="*/ 4777 w 87902"/>
                <a:gd name="csY58" fmla="*/ 73570 h 117043"/>
                <a:gd name="csX59" fmla="*/ 4777 w 87902"/>
                <a:gd name="csY59" fmla="*/ 73093 h 117043"/>
                <a:gd name="csX60" fmla="*/ 5255 w 87902"/>
                <a:gd name="csY60" fmla="*/ 72615 h 117043"/>
                <a:gd name="csX61" fmla="*/ 5255 w 87902"/>
                <a:gd name="csY61" fmla="*/ 71659 h 117043"/>
                <a:gd name="csX62" fmla="*/ 5733 w 87902"/>
                <a:gd name="csY62" fmla="*/ 68315 h 117043"/>
                <a:gd name="csX63" fmla="*/ 7166 w 87902"/>
                <a:gd name="csY63" fmla="*/ 64016 h 117043"/>
                <a:gd name="csX64" fmla="*/ 7644 w 87902"/>
                <a:gd name="csY64" fmla="*/ 62105 h 117043"/>
                <a:gd name="csX65" fmla="*/ 8121 w 87902"/>
                <a:gd name="csY65" fmla="*/ 61627 h 117043"/>
                <a:gd name="csX66" fmla="*/ 9077 w 87902"/>
                <a:gd name="csY66" fmla="*/ 60194 h 117043"/>
                <a:gd name="csX67" fmla="*/ 9077 w 87902"/>
                <a:gd name="csY67" fmla="*/ 59238 h 117043"/>
                <a:gd name="csX68" fmla="*/ 11466 w 87902"/>
                <a:gd name="csY68" fmla="*/ 57805 h 117043"/>
                <a:gd name="csX69" fmla="*/ 12421 w 87902"/>
                <a:gd name="csY69" fmla="*/ 57328 h 117043"/>
                <a:gd name="csX70" fmla="*/ 12421 w 87902"/>
                <a:gd name="csY70" fmla="*/ 57328 h 117043"/>
                <a:gd name="csX71" fmla="*/ 12899 w 87902"/>
                <a:gd name="csY71" fmla="*/ 56850 h 117043"/>
                <a:gd name="csX72" fmla="*/ 12421 w 87902"/>
                <a:gd name="csY72" fmla="*/ 55894 h 117043"/>
                <a:gd name="csX73" fmla="*/ 12421 w 87902"/>
                <a:gd name="csY73" fmla="*/ 55417 h 117043"/>
                <a:gd name="csX74" fmla="*/ 12899 w 87902"/>
                <a:gd name="csY74" fmla="*/ 55417 h 117043"/>
                <a:gd name="csX75" fmla="*/ 13854 w 87902"/>
                <a:gd name="csY75" fmla="*/ 54939 h 117043"/>
                <a:gd name="csX76" fmla="*/ 14810 w 87902"/>
                <a:gd name="csY76" fmla="*/ 54461 h 117043"/>
                <a:gd name="csX77" fmla="*/ 13854 w 87902"/>
                <a:gd name="csY77" fmla="*/ 49206 h 117043"/>
                <a:gd name="csX78" fmla="*/ 12899 w 87902"/>
                <a:gd name="csY78" fmla="*/ 43951 h 117043"/>
                <a:gd name="csX79" fmla="*/ 12899 w 87902"/>
                <a:gd name="csY79" fmla="*/ 43473 h 117043"/>
                <a:gd name="csX80" fmla="*/ 12421 w 87902"/>
                <a:gd name="csY80" fmla="*/ 42996 h 117043"/>
                <a:gd name="csX81" fmla="*/ 11943 w 87902"/>
                <a:gd name="csY81" fmla="*/ 40607 h 117043"/>
                <a:gd name="csX82" fmla="*/ 10988 w 87902"/>
                <a:gd name="csY82" fmla="*/ 39651 h 117043"/>
                <a:gd name="csX83" fmla="*/ 10032 w 87902"/>
                <a:gd name="csY83" fmla="*/ 39174 h 117043"/>
                <a:gd name="csX84" fmla="*/ 10032 w 87902"/>
                <a:gd name="csY84" fmla="*/ 37740 h 117043"/>
                <a:gd name="csX85" fmla="*/ 10988 w 87902"/>
                <a:gd name="csY85" fmla="*/ 35830 h 117043"/>
                <a:gd name="csX86" fmla="*/ 11466 w 87902"/>
                <a:gd name="csY86" fmla="*/ 34874 h 117043"/>
                <a:gd name="csX87" fmla="*/ 10988 w 87902"/>
                <a:gd name="csY87" fmla="*/ 34396 h 117043"/>
                <a:gd name="csX88" fmla="*/ 10510 w 87902"/>
                <a:gd name="csY88" fmla="*/ 33441 h 117043"/>
                <a:gd name="csX89" fmla="*/ 10988 w 87902"/>
                <a:gd name="csY89" fmla="*/ 32008 h 117043"/>
                <a:gd name="csX90" fmla="*/ 10988 w 87902"/>
                <a:gd name="csY90" fmla="*/ 31052 h 117043"/>
                <a:gd name="csX91" fmla="*/ 10510 w 87902"/>
                <a:gd name="csY91" fmla="*/ 30097 h 117043"/>
                <a:gd name="csX92" fmla="*/ 9555 w 87902"/>
                <a:gd name="csY92" fmla="*/ 27708 h 117043"/>
                <a:gd name="csX93" fmla="*/ 9077 w 87902"/>
                <a:gd name="csY93" fmla="*/ 26275 h 117043"/>
                <a:gd name="csX94" fmla="*/ 10032 w 87902"/>
                <a:gd name="csY94" fmla="*/ 25320 h 117043"/>
                <a:gd name="csX95" fmla="*/ 10032 w 87902"/>
                <a:gd name="csY95" fmla="*/ 23409 h 117043"/>
                <a:gd name="csX96" fmla="*/ 9077 w 87902"/>
                <a:gd name="csY96" fmla="*/ 20064 h 117043"/>
                <a:gd name="csX97" fmla="*/ 9077 w 87902"/>
                <a:gd name="csY97" fmla="*/ 18154 h 117043"/>
                <a:gd name="csX98" fmla="*/ 9555 w 87902"/>
                <a:gd name="csY98" fmla="*/ 17198 h 117043"/>
                <a:gd name="csX99" fmla="*/ 9077 w 87902"/>
                <a:gd name="csY99" fmla="*/ 16243 h 117043"/>
                <a:gd name="csX100" fmla="*/ 8599 w 87902"/>
                <a:gd name="csY100" fmla="*/ 15765 h 117043"/>
                <a:gd name="csX101" fmla="*/ 8121 w 87902"/>
                <a:gd name="csY101" fmla="*/ 14809 h 117043"/>
                <a:gd name="csX102" fmla="*/ 9077 w 87902"/>
                <a:gd name="csY102" fmla="*/ 14332 h 117043"/>
                <a:gd name="csX103" fmla="*/ 9077 w 87902"/>
                <a:gd name="csY103" fmla="*/ 13376 h 117043"/>
                <a:gd name="csX104" fmla="*/ 8121 w 87902"/>
                <a:gd name="csY104" fmla="*/ 13376 h 117043"/>
                <a:gd name="csX105" fmla="*/ 7166 w 87902"/>
                <a:gd name="csY105" fmla="*/ 12421 h 117043"/>
                <a:gd name="csX106" fmla="*/ 6688 w 87902"/>
                <a:gd name="csY106" fmla="*/ 10510 h 117043"/>
                <a:gd name="csX107" fmla="*/ 6688 w 87902"/>
                <a:gd name="csY107" fmla="*/ 8121 h 117043"/>
                <a:gd name="csX108" fmla="*/ 8121 w 87902"/>
                <a:gd name="csY108" fmla="*/ 3822 h 117043"/>
                <a:gd name="csX109" fmla="*/ 8121 w 87902"/>
                <a:gd name="csY109" fmla="*/ 3344 h 117043"/>
                <a:gd name="csX110" fmla="*/ 10032 w 87902"/>
                <a:gd name="csY110" fmla="*/ 3344 h 117043"/>
                <a:gd name="csX111" fmla="*/ 10032 w 87902"/>
                <a:gd name="csY111" fmla="*/ 3344 h 117043"/>
                <a:gd name="csX112" fmla="*/ 14810 w 87902"/>
                <a:gd name="csY112" fmla="*/ 3344 h 117043"/>
                <a:gd name="csX113" fmla="*/ 20065 w 87902"/>
                <a:gd name="csY113" fmla="*/ 3344 h 117043"/>
                <a:gd name="csX114" fmla="*/ 26753 w 87902"/>
                <a:gd name="csY114" fmla="*/ 3344 h 117043"/>
                <a:gd name="csX115" fmla="*/ 32486 w 87902"/>
                <a:gd name="csY115" fmla="*/ 3344 h 117043"/>
                <a:gd name="csX116" fmla="*/ 32963 w 87902"/>
                <a:gd name="csY116" fmla="*/ 2866 h 117043"/>
                <a:gd name="csX117" fmla="*/ 33919 w 87902"/>
                <a:gd name="csY117" fmla="*/ 2866 h 117043"/>
                <a:gd name="csX118" fmla="*/ 39652 w 87902"/>
                <a:gd name="csY118" fmla="*/ 3344 h 117043"/>
                <a:gd name="csX119" fmla="*/ 43474 w 87902"/>
                <a:gd name="csY119" fmla="*/ 2866 h 117043"/>
                <a:gd name="csX120" fmla="*/ 45384 w 87902"/>
                <a:gd name="csY120" fmla="*/ 3344 h 117043"/>
                <a:gd name="csX121" fmla="*/ 46340 w 87902"/>
                <a:gd name="csY121" fmla="*/ 3344 h 117043"/>
                <a:gd name="csX122" fmla="*/ 49206 w 87902"/>
                <a:gd name="csY122" fmla="*/ 3344 h 117043"/>
                <a:gd name="csX123" fmla="*/ 50639 w 87902"/>
                <a:gd name="csY123" fmla="*/ 3344 h 117043"/>
                <a:gd name="csX124" fmla="*/ 51595 w 87902"/>
                <a:gd name="csY124" fmla="*/ 4299 h 117043"/>
                <a:gd name="csX125" fmla="*/ 52073 w 87902"/>
                <a:gd name="csY125" fmla="*/ 4299 h 117043"/>
                <a:gd name="csX126" fmla="*/ 52550 w 87902"/>
                <a:gd name="csY126" fmla="*/ 3822 h 117043"/>
                <a:gd name="csX127" fmla="*/ 53506 w 87902"/>
                <a:gd name="csY127" fmla="*/ 3344 h 117043"/>
                <a:gd name="csX128" fmla="*/ 54461 w 87902"/>
                <a:gd name="csY128" fmla="*/ 2866 h 117043"/>
                <a:gd name="csX129" fmla="*/ 55417 w 87902"/>
                <a:gd name="csY129" fmla="*/ 1911 h 117043"/>
                <a:gd name="csX130" fmla="*/ 55894 w 87902"/>
                <a:gd name="csY130" fmla="*/ 1433 h 117043"/>
                <a:gd name="csX131" fmla="*/ 56372 w 87902"/>
                <a:gd name="csY131" fmla="*/ 1433 h 117043"/>
                <a:gd name="csX132" fmla="*/ 57328 w 87902"/>
                <a:gd name="csY132" fmla="*/ 1433 h 117043"/>
                <a:gd name="csX133" fmla="*/ 58283 w 87902"/>
                <a:gd name="csY133" fmla="*/ 955 h 117043"/>
                <a:gd name="csX134" fmla="*/ 58283 w 87902"/>
                <a:gd name="csY134" fmla="*/ 0 h 117043"/>
                <a:gd name="csX135" fmla="*/ 63060 w 87902"/>
                <a:gd name="csY135" fmla="*/ 955 h 117043"/>
                <a:gd name="csX136" fmla="*/ 64016 w 87902"/>
                <a:gd name="csY136" fmla="*/ 1911 h 117043"/>
                <a:gd name="csX137" fmla="*/ 64493 w 87902"/>
                <a:gd name="csY137" fmla="*/ 2866 h 117043"/>
                <a:gd name="csX138" fmla="*/ 64016 w 87902"/>
                <a:gd name="csY138" fmla="*/ 5255 h 117043"/>
                <a:gd name="csX139" fmla="*/ 63060 w 87902"/>
                <a:gd name="csY139" fmla="*/ 6688 h 117043"/>
                <a:gd name="csX140" fmla="*/ 62583 w 87902"/>
                <a:gd name="csY140" fmla="*/ 8599 h 117043"/>
                <a:gd name="csX141" fmla="*/ 62583 w 87902"/>
                <a:gd name="csY141" fmla="*/ 9077 h 117043"/>
                <a:gd name="csX142" fmla="*/ 63060 w 87902"/>
                <a:gd name="csY142" fmla="*/ 10032 h 117043"/>
                <a:gd name="csX143" fmla="*/ 64971 w 87902"/>
                <a:gd name="csY143" fmla="*/ 10988 h 117043"/>
                <a:gd name="csX144" fmla="*/ 65927 w 87902"/>
                <a:gd name="csY144" fmla="*/ 11943 h 117043"/>
                <a:gd name="csX145" fmla="*/ 67360 w 87902"/>
                <a:gd name="csY145" fmla="*/ 13376 h 117043"/>
                <a:gd name="csX146" fmla="*/ 68793 w 87902"/>
                <a:gd name="csY146" fmla="*/ 14332 h 117043"/>
                <a:gd name="csX147" fmla="*/ 70704 w 87902"/>
                <a:gd name="csY147" fmla="*/ 15765 h 117043"/>
                <a:gd name="csX148" fmla="*/ 71659 w 87902"/>
                <a:gd name="csY148" fmla="*/ 16243 h 117043"/>
                <a:gd name="csX149" fmla="*/ 71659 w 87902"/>
                <a:gd name="csY149" fmla="*/ 16721 h 117043"/>
                <a:gd name="csX150" fmla="*/ 71659 w 87902"/>
                <a:gd name="csY150" fmla="*/ 17198 h 117043"/>
                <a:gd name="csX151" fmla="*/ 71182 w 87902"/>
                <a:gd name="csY151" fmla="*/ 22931 h 117043"/>
                <a:gd name="csX152" fmla="*/ 71182 w 87902"/>
                <a:gd name="csY152" fmla="*/ 24364 h 117043"/>
                <a:gd name="csX153" fmla="*/ 71182 w 87902"/>
                <a:gd name="csY153" fmla="*/ 25320 h 117043"/>
                <a:gd name="csX154" fmla="*/ 70704 w 87902"/>
                <a:gd name="csY154" fmla="*/ 27230 h 117043"/>
                <a:gd name="csX155" fmla="*/ 70704 w 87902"/>
                <a:gd name="csY155" fmla="*/ 27708 h 117043"/>
                <a:gd name="csX156" fmla="*/ 70226 w 87902"/>
                <a:gd name="csY156" fmla="*/ 27708 h 117043"/>
                <a:gd name="csX157" fmla="*/ 69749 w 87902"/>
                <a:gd name="csY157" fmla="*/ 27708 h 117043"/>
                <a:gd name="csX158" fmla="*/ 69749 w 87902"/>
                <a:gd name="csY158" fmla="*/ 28186 h 117043"/>
                <a:gd name="csX159" fmla="*/ 69749 w 87902"/>
                <a:gd name="csY159" fmla="*/ 28664 h 117043"/>
                <a:gd name="csX160" fmla="*/ 71182 w 87902"/>
                <a:gd name="csY160" fmla="*/ 28664 h 117043"/>
                <a:gd name="csX161" fmla="*/ 70704 w 87902"/>
                <a:gd name="csY161" fmla="*/ 29141 h 117043"/>
                <a:gd name="csX162" fmla="*/ 69749 w 87902"/>
                <a:gd name="csY162" fmla="*/ 29619 h 117043"/>
                <a:gd name="csX163" fmla="*/ 69271 w 87902"/>
                <a:gd name="csY163" fmla="*/ 30097 h 117043"/>
                <a:gd name="csX164" fmla="*/ 69749 w 87902"/>
                <a:gd name="csY164" fmla="*/ 31052 h 117043"/>
                <a:gd name="csX165" fmla="*/ 68793 w 87902"/>
                <a:gd name="csY165" fmla="*/ 31530 h 117043"/>
                <a:gd name="csX166" fmla="*/ 69271 w 87902"/>
                <a:gd name="csY166" fmla="*/ 32008 h 117043"/>
                <a:gd name="csX167" fmla="*/ 69749 w 87902"/>
                <a:gd name="csY167" fmla="*/ 32008 h 117043"/>
                <a:gd name="csX168" fmla="*/ 70226 w 87902"/>
                <a:gd name="csY168" fmla="*/ 32008 h 117043"/>
                <a:gd name="csX169" fmla="*/ 71659 w 87902"/>
                <a:gd name="csY169" fmla="*/ 31052 h 117043"/>
                <a:gd name="csX170" fmla="*/ 72615 w 87902"/>
                <a:gd name="csY170" fmla="*/ 31052 h 117043"/>
                <a:gd name="csX171" fmla="*/ 73093 w 87902"/>
                <a:gd name="csY171" fmla="*/ 31052 h 117043"/>
                <a:gd name="csX172" fmla="*/ 74526 w 87902"/>
                <a:gd name="csY172" fmla="*/ 32486 h 117043"/>
                <a:gd name="csX173" fmla="*/ 75004 w 87902"/>
                <a:gd name="csY173" fmla="*/ 33441 h 117043"/>
                <a:gd name="csX174" fmla="*/ 74048 w 87902"/>
                <a:gd name="csY174" fmla="*/ 35830 h 117043"/>
                <a:gd name="csX175" fmla="*/ 73570 w 87902"/>
                <a:gd name="csY175" fmla="*/ 37740 h 117043"/>
                <a:gd name="csX176" fmla="*/ 73570 w 87902"/>
                <a:gd name="csY176" fmla="*/ 40129 h 117043"/>
                <a:gd name="csX177" fmla="*/ 74048 w 87902"/>
                <a:gd name="csY177" fmla="*/ 41562 h 117043"/>
                <a:gd name="csX178" fmla="*/ 74048 w 87902"/>
                <a:gd name="csY178" fmla="*/ 42518 h 117043"/>
                <a:gd name="csX179" fmla="*/ 73570 w 87902"/>
                <a:gd name="csY179" fmla="*/ 43473 h 117043"/>
                <a:gd name="csX180" fmla="*/ 71659 w 87902"/>
                <a:gd name="csY180" fmla="*/ 44429 h 117043"/>
                <a:gd name="csX181" fmla="*/ 71659 w 87902"/>
                <a:gd name="csY181" fmla="*/ 44906 h 117043"/>
                <a:gd name="csX182" fmla="*/ 72615 w 87902"/>
                <a:gd name="csY182" fmla="*/ 46340 h 117043"/>
                <a:gd name="csX183" fmla="*/ 74048 w 87902"/>
                <a:gd name="csY183" fmla="*/ 47773 h 117043"/>
                <a:gd name="csX184" fmla="*/ 76437 w 87902"/>
                <a:gd name="csY184" fmla="*/ 49206 h 117043"/>
                <a:gd name="csX185" fmla="*/ 77870 w 87902"/>
                <a:gd name="csY185" fmla="*/ 51595 h 117043"/>
                <a:gd name="csX186" fmla="*/ 77870 w 87902"/>
                <a:gd name="csY186" fmla="*/ 52550 h 117043"/>
                <a:gd name="csX187" fmla="*/ 77392 w 87902"/>
                <a:gd name="csY187" fmla="*/ 53505 h 117043"/>
                <a:gd name="csX188" fmla="*/ 76437 w 87902"/>
                <a:gd name="csY188" fmla="*/ 54461 h 117043"/>
                <a:gd name="csX189" fmla="*/ 75959 w 87902"/>
                <a:gd name="csY189" fmla="*/ 55417 h 117043"/>
                <a:gd name="csX190" fmla="*/ 76437 w 87902"/>
                <a:gd name="csY190" fmla="*/ 63060 h 117043"/>
                <a:gd name="csX191" fmla="*/ 74048 w 87902"/>
                <a:gd name="csY191" fmla="*/ 66404 h 117043"/>
                <a:gd name="csX192" fmla="*/ 74048 w 87902"/>
                <a:gd name="csY192" fmla="*/ 67360 h 117043"/>
                <a:gd name="csX193" fmla="*/ 74526 w 87902"/>
                <a:gd name="csY193" fmla="*/ 68315 h 117043"/>
                <a:gd name="csX194" fmla="*/ 75004 w 87902"/>
                <a:gd name="csY194" fmla="*/ 69271 h 117043"/>
                <a:gd name="csX195" fmla="*/ 75004 w 87902"/>
                <a:gd name="csY195" fmla="*/ 69271 h 117043"/>
                <a:gd name="csX196" fmla="*/ 75959 w 87902"/>
                <a:gd name="csY196" fmla="*/ 69271 h 117043"/>
                <a:gd name="csX197" fmla="*/ 76915 w 87902"/>
                <a:gd name="csY197" fmla="*/ 69748 h 117043"/>
                <a:gd name="csX198" fmla="*/ 76437 w 87902"/>
                <a:gd name="csY198" fmla="*/ 72137 h 117043"/>
                <a:gd name="csX199" fmla="*/ 75959 w 87902"/>
                <a:gd name="csY199" fmla="*/ 74526 h 117043"/>
                <a:gd name="csX200" fmla="*/ 75959 w 87902"/>
                <a:gd name="csY200" fmla="*/ 75959 h 117043"/>
                <a:gd name="csX201" fmla="*/ 75959 w 87902"/>
                <a:gd name="csY201" fmla="*/ 76437 h 117043"/>
                <a:gd name="csX202" fmla="*/ 75004 w 87902"/>
                <a:gd name="csY202" fmla="*/ 76914 h 117043"/>
                <a:gd name="csX203" fmla="*/ 74526 w 87902"/>
                <a:gd name="csY203" fmla="*/ 77392 h 117043"/>
                <a:gd name="csX204" fmla="*/ 75004 w 87902"/>
                <a:gd name="csY204" fmla="*/ 78347 h 117043"/>
                <a:gd name="csX205" fmla="*/ 74526 w 87902"/>
                <a:gd name="csY205" fmla="*/ 79303 h 117043"/>
                <a:gd name="csX206" fmla="*/ 75004 w 87902"/>
                <a:gd name="csY206" fmla="*/ 79781 h 117043"/>
                <a:gd name="csX207" fmla="*/ 75959 w 87902"/>
                <a:gd name="csY207" fmla="*/ 81214 h 117043"/>
                <a:gd name="csX208" fmla="*/ 77870 w 87902"/>
                <a:gd name="csY208" fmla="*/ 83603 h 117043"/>
                <a:gd name="csX209" fmla="*/ 78348 w 87902"/>
                <a:gd name="csY209" fmla="*/ 84080 h 117043"/>
                <a:gd name="csX210" fmla="*/ 78348 w 87902"/>
                <a:gd name="csY210" fmla="*/ 84558 h 117043"/>
                <a:gd name="csX211" fmla="*/ 78348 w 87902"/>
                <a:gd name="csY211" fmla="*/ 85036 h 117043"/>
                <a:gd name="csX212" fmla="*/ 78825 w 87902"/>
                <a:gd name="csY212" fmla="*/ 86469 h 117043"/>
                <a:gd name="csX213" fmla="*/ 80736 w 87902"/>
                <a:gd name="csY213" fmla="*/ 87424 h 117043"/>
                <a:gd name="csX214" fmla="*/ 82647 w 87902"/>
                <a:gd name="csY214" fmla="*/ 88380 h 117043"/>
                <a:gd name="csX215" fmla="*/ 84081 w 87902"/>
                <a:gd name="csY215" fmla="*/ 88858 h 117043"/>
                <a:gd name="csX216" fmla="*/ 84081 w 87902"/>
                <a:gd name="csY216" fmla="*/ 89813 h 117043"/>
                <a:gd name="csX217" fmla="*/ 85036 w 87902"/>
                <a:gd name="csY217" fmla="*/ 90769 h 117043"/>
                <a:gd name="csX218" fmla="*/ 85991 w 87902"/>
                <a:gd name="csY218" fmla="*/ 91246 h 117043"/>
                <a:gd name="csX219" fmla="*/ 86947 w 87902"/>
                <a:gd name="csY219" fmla="*/ 91724 h 117043"/>
                <a:gd name="csX220" fmla="*/ 87902 w 87902"/>
                <a:gd name="csY220" fmla="*/ 91724 h 117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</a:cxnLst>
              <a:rect l="l" t="t" r="r" b="b"/>
              <a:pathLst>
                <a:path w="87902" h="117043">
                  <a:moveTo>
                    <a:pt x="87902" y="91724"/>
                  </a:moveTo>
                  <a:lnTo>
                    <a:pt x="87902" y="92679"/>
                  </a:lnTo>
                  <a:lnTo>
                    <a:pt x="86469" y="93635"/>
                  </a:lnTo>
                  <a:lnTo>
                    <a:pt x="85036" y="94590"/>
                  </a:lnTo>
                  <a:lnTo>
                    <a:pt x="84081" y="96501"/>
                  </a:lnTo>
                  <a:lnTo>
                    <a:pt x="83125" y="97935"/>
                  </a:lnTo>
                  <a:lnTo>
                    <a:pt x="79303" y="98890"/>
                  </a:lnTo>
                  <a:lnTo>
                    <a:pt x="77870" y="98890"/>
                  </a:lnTo>
                  <a:lnTo>
                    <a:pt x="69271" y="98890"/>
                  </a:lnTo>
                  <a:lnTo>
                    <a:pt x="61627" y="102234"/>
                  </a:lnTo>
                  <a:lnTo>
                    <a:pt x="57328" y="103667"/>
                  </a:lnTo>
                  <a:lnTo>
                    <a:pt x="54939" y="105578"/>
                  </a:lnTo>
                  <a:lnTo>
                    <a:pt x="51117" y="107011"/>
                  </a:lnTo>
                  <a:lnTo>
                    <a:pt x="48728" y="108444"/>
                  </a:lnTo>
                  <a:lnTo>
                    <a:pt x="43474" y="109400"/>
                  </a:lnTo>
                  <a:lnTo>
                    <a:pt x="34397" y="112266"/>
                  </a:lnTo>
                  <a:lnTo>
                    <a:pt x="32008" y="113222"/>
                  </a:lnTo>
                  <a:lnTo>
                    <a:pt x="29142" y="115133"/>
                  </a:lnTo>
                  <a:lnTo>
                    <a:pt x="24842" y="117044"/>
                  </a:lnTo>
                  <a:lnTo>
                    <a:pt x="22931" y="117044"/>
                  </a:lnTo>
                  <a:lnTo>
                    <a:pt x="19587" y="115133"/>
                  </a:lnTo>
                  <a:lnTo>
                    <a:pt x="16721" y="114177"/>
                  </a:lnTo>
                  <a:lnTo>
                    <a:pt x="10510" y="112266"/>
                  </a:lnTo>
                  <a:lnTo>
                    <a:pt x="5733" y="111789"/>
                  </a:lnTo>
                  <a:lnTo>
                    <a:pt x="3344" y="111311"/>
                  </a:lnTo>
                  <a:lnTo>
                    <a:pt x="2389" y="111311"/>
                  </a:lnTo>
                  <a:lnTo>
                    <a:pt x="3344" y="110355"/>
                  </a:lnTo>
                  <a:lnTo>
                    <a:pt x="4300" y="110355"/>
                  </a:lnTo>
                  <a:lnTo>
                    <a:pt x="5733" y="110355"/>
                  </a:lnTo>
                  <a:lnTo>
                    <a:pt x="7166" y="109878"/>
                  </a:lnTo>
                  <a:lnTo>
                    <a:pt x="8599" y="109878"/>
                  </a:lnTo>
                  <a:lnTo>
                    <a:pt x="8599" y="109878"/>
                  </a:lnTo>
                  <a:lnTo>
                    <a:pt x="9077" y="109400"/>
                  </a:lnTo>
                  <a:lnTo>
                    <a:pt x="9077" y="109400"/>
                  </a:lnTo>
                  <a:lnTo>
                    <a:pt x="9077" y="107967"/>
                  </a:lnTo>
                  <a:lnTo>
                    <a:pt x="9077" y="106534"/>
                  </a:lnTo>
                  <a:lnTo>
                    <a:pt x="9555" y="106056"/>
                  </a:lnTo>
                  <a:lnTo>
                    <a:pt x="9555" y="106056"/>
                  </a:lnTo>
                  <a:lnTo>
                    <a:pt x="9555" y="105100"/>
                  </a:lnTo>
                  <a:lnTo>
                    <a:pt x="9077" y="102712"/>
                  </a:lnTo>
                  <a:lnTo>
                    <a:pt x="9077" y="101756"/>
                  </a:lnTo>
                  <a:lnTo>
                    <a:pt x="9077" y="101756"/>
                  </a:lnTo>
                  <a:lnTo>
                    <a:pt x="8599" y="101278"/>
                  </a:lnTo>
                  <a:lnTo>
                    <a:pt x="5733" y="100801"/>
                  </a:lnTo>
                  <a:lnTo>
                    <a:pt x="5255" y="100323"/>
                  </a:lnTo>
                  <a:lnTo>
                    <a:pt x="4777" y="99845"/>
                  </a:lnTo>
                  <a:lnTo>
                    <a:pt x="4300" y="98412"/>
                  </a:lnTo>
                  <a:lnTo>
                    <a:pt x="3822" y="96024"/>
                  </a:lnTo>
                  <a:lnTo>
                    <a:pt x="2867" y="93157"/>
                  </a:lnTo>
                  <a:lnTo>
                    <a:pt x="956" y="88380"/>
                  </a:lnTo>
                  <a:lnTo>
                    <a:pt x="478" y="86469"/>
                  </a:lnTo>
                  <a:lnTo>
                    <a:pt x="0" y="85036"/>
                  </a:lnTo>
                  <a:lnTo>
                    <a:pt x="0" y="82647"/>
                  </a:lnTo>
                  <a:lnTo>
                    <a:pt x="478" y="82169"/>
                  </a:lnTo>
                  <a:lnTo>
                    <a:pt x="478" y="80736"/>
                  </a:lnTo>
                  <a:lnTo>
                    <a:pt x="0" y="79781"/>
                  </a:lnTo>
                  <a:lnTo>
                    <a:pt x="1433" y="77392"/>
                  </a:lnTo>
                  <a:lnTo>
                    <a:pt x="4300" y="74526"/>
                  </a:lnTo>
                  <a:lnTo>
                    <a:pt x="4777" y="73570"/>
                  </a:lnTo>
                  <a:lnTo>
                    <a:pt x="4777" y="73093"/>
                  </a:lnTo>
                  <a:lnTo>
                    <a:pt x="5255" y="72615"/>
                  </a:lnTo>
                  <a:lnTo>
                    <a:pt x="5255" y="71659"/>
                  </a:lnTo>
                  <a:lnTo>
                    <a:pt x="5733" y="68315"/>
                  </a:lnTo>
                  <a:lnTo>
                    <a:pt x="7166" y="64016"/>
                  </a:lnTo>
                  <a:lnTo>
                    <a:pt x="7644" y="62105"/>
                  </a:lnTo>
                  <a:lnTo>
                    <a:pt x="8121" y="61627"/>
                  </a:lnTo>
                  <a:lnTo>
                    <a:pt x="9077" y="60194"/>
                  </a:lnTo>
                  <a:lnTo>
                    <a:pt x="9077" y="59238"/>
                  </a:lnTo>
                  <a:lnTo>
                    <a:pt x="11466" y="57805"/>
                  </a:lnTo>
                  <a:lnTo>
                    <a:pt x="12421" y="57328"/>
                  </a:lnTo>
                  <a:lnTo>
                    <a:pt x="12421" y="57328"/>
                  </a:lnTo>
                  <a:lnTo>
                    <a:pt x="12899" y="56850"/>
                  </a:lnTo>
                  <a:lnTo>
                    <a:pt x="12421" y="55894"/>
                  </a:lnTo>
                  <a:lnTo>
                    <a:pt x="12421" y="55417"/>
                  </a:lnTo>
                  <a:lnTo>
                    <a:pt x="12899" y="55417"/>
                  </a:lnTo>
                  <a:lnTo>
                    <a:pt x="13854" y="54939"/>
                  </a:lnTo>
                  <a:lnTo>
                    <a:pt x="14810" y="54461"/>
                  </a:lnTo>
                  <a:lnTo>
                    <a:pt x="13854" y="49206"/>
                  </a:lnTo>
                  <a:lnTo>
                    <a:pt x="12899" y="43951"/>
                  </a:lnTo>
                  <a:lnTo>
                    <a:pt x="12899" y="43473"/>
                  </a:lnTo>
                  <a:lnTo>
                    <a:pt x="12421" y="42996"/>
                  </a:lnTo>
                  <a:lnTo>
                    <a:pt x="11943" y="40607"/>
                  </a:lnTo>
                  <a:lnTo>
                    <a:pt x="10988" y="39651"/>
                  </a:lnTo>
                  <a:lnTo>
                    <a:pt x="10032" y="39174"/>
                  </a:lnTo>
                  <a:lnTo>
                    <a:pt x="10032" y="37740"/>
                  </a:lnTo>
                  <a:lnTo>
                    <a:pt x="10988" y="35830"/>
                  </a:lnTo>
                  <a:lnTo>
                    <a:pt x="11466" y="34874"/>
                  </a:lnTo>
                  <a:lnTo>
                    <a:pt x="10988" y="34396"/>
                  </a:lnTo>
                  <a:lnTo>
                    <a:pt x="10510" y="33441"/>
                  </a:lnTo>
                  <a:lnTo>
                    <a:pt x="10988" y="32008"/>
                  </a:lnTo>
                  <a:lnTo>
                    <a:pt x="10988" y="31052"/>
                  </a:lnTo>
                  <a:lnTo>
                    <a:pt x="10510" y="30097"/>
                  </a:lnTo>
                  <a:lnTo>
                    <a:pt x="9555" y="27708"/>
                  </a:lnTo>
                  <a:lnTo>
                    <a:pt x="9077" y="26275"/>
                  </a:lnTo>
                  <a:lnTo>
                    <a:pt x="10032" y="25320"/>
                  </a:lnTo>
                  <a:lnTo>
                    <a:pt x="10032" y="23409"/>
                  </a:lnTo>
                  <a:lnTo>
                    <a:pt x="9077" y="20064"/>
                  </a:lnTo>
                  <a:lnTo>
                    <a:pt x="9077" y="18154"/>
                  </a:lnTo>
                  <a:lnTo>
                    <a:pt x="9555" y="17198"/>
                  </a:lnTo>
                  <a:lnTo>
                    <a:pt x="9077" y="16243"/>
                  </a:lnTo>
                  <a:lnTo>
                    <a:pt x="8599" y="15765"/>
                  </a:lnTo>
                  <a:lnTo>
                    <a:pt x="8121" y="14809"/>
                  </a:lnTo>
                  <a:lnTo>
                    <a:pt x="9077" y="14332"/>
                  </a:lnTo>
                  <a:lnTo>
                    <a:pt x="9077" y="13376"/>
                  </a:lnTo>
                  <a:lnTo>
                    <a:pt x="8121" y="13376"/>
                  </a:lnTo>
                  <a:lnTo>
                    <a:pt x="7166" y="12421"/>
                  </a:lnTo>
                  <a:lnTo>
                    <a:pt x="6688" y="10510"/>
                  </a:lnTo>
                  <a:lnTo>
                    <a:pt x="6688" y="8121"/>
                  </a:lnTo>
                  <a:lnTo>
                    <a:pt x="8121" y="3822"/>
                  </a:lnTo>
                  <a:lnTo>
                    <a:pt x="8121" y="3344"/>
                  </a:lnTo>
                  <a:lnTo>
                    <a:pt x="10032" y="3344"/>
                  </a:lnTo>
                  <a:lnTo>
                    <a:pt x="10032" y="3344"/>
                  </a:lnTo>
                  <a:lnTo>
                    <a:pt x="14810" y="3344"/>
                  </a:lnTo>
                  <a:lnTo>
                    <a:pt x="20065" y="3344"/>
                  </a:lnTo>
                  <a:lnTo>
                    <a:pt x="26753" y="3344"/>
                  </a:lnTo>
                  <a:lnTo>
                    <a:pt x="32486" y="3344"/>
                  </a:lnTo>
                  <a:lnTo>
                    <a:pt x="32963" y="2866"/>
                  </a:lnTo>
                  <a:lnTo>
                    <a:pt x="33919" y="2866"/>
                  </a:lnTo>
                  <a:lnTo>
                    <a:pt x="39652" y="3344"/>
                  </a:lnTo>
                  <a:lnTo>
                    <a:pt x="43474" y="2866"/>
                  </a:lnTo>
                  <a:lnTo>
                    <a:pt x="45384" y="3344"/>
                  </a:lnTo>
                  <a:lnTo>
                    <a:pt x="46340" y="3344"/>
                  </a:lnTo>
                  <a:lnTo>
                    <a:pt x="49206" y="3344"/>
                  </a:lnTo>
                  <a:lnTo>
                    <a:pt x="50639" y="3344"/>
                  </a:lnTo>
                  <a:lnTo>
                    <a:pt x="51595" y="4299"/>
                  </a:lnTo>
                  <a:lnTo>
                    <a:pt x="52073" y="4299"/>
                  </a:lnTo>
                  <a:lnTo>
                    <a:pt x="52550" y="3822"/>
                  </a:lnTo>
                  <a:lnTo>
                    <a:pt x="53506" y="3344"/>
                  </a:lnTo>
                  <a:lnTo>
                    <a:pt x="54461" y="2866"/>
                  </a:lnTo>
                  <a:lnTo>
                    <a:pt x="55417" y="1911"/>
                  </a:lnTo>
                  <a:lnTo>
                    <a:pt x="55894" y="1433"/>
                  </a:lnTo>
                  <a:lnTo>
                    <a:pt x="56372" y="1433"/>
                  </a:lnTo>
                  <a:lnTo>
                    <a:pt x="57328" y="1433"/>
                  </a:lnTo>
                  <a:lnTo>
                    <a:pt x="58283" y="955"/>
                  </a:lnTo>
                  <a:lnTo>
                    <a:pt x="58283" y="0"/>
                  </a:lnTo>
                  <a:lnTo>
                    <a:pt x="63060" y="955"/>
                  </a:lnTo>
                  <a:lnTo>
                    <a:pt x="64016" y="1911"/>
                  </a:lnTo>
                  <a:lnTo>
                    <a:pt x="64493" y="2866"/>
                  </a:lnTo>
                  <a:lnTo>
                    <a:pt x="64016" y="5255"/>
                  </a:lnTo>
                  <a:lnTo>
                    <a:pt x="63060" y="6688"/>
                  </a:lnTo>
                  <a:lnTo>
                    <a:pt x="62583" y="8599"/>
                  </a:lnTo>
                  <a:lnTo>
                    <a:pt x="62583" y="9077"/>
                  </a:lnTo>
                  <a:lnTo>
                    <a:pt x="63060" y="10032"/>
                  </a:lnTo>
                  <a:lnTo>
                    <a:pt x="64971" y="10988"/>
                  </a:lnTo>
                  <a:lnTo>
                    <a:pt x="65927" y="11943"/>
                  </a:lnTo>
                  <a:lnTo>
                    <a:pt x="67360" y="13376"/>
                  </a:lnTo>
                  <a:lnTo>
                    <a:pt x="68793" y="14332"/>
                  </a:lnTo>
                  <a:lnTo>
                    <a:pt x="70704" y="15765"/>
                  </a:lnTo>
                  <a:lnTo>
                    <a:pt x="71659" y="16243"/>
                  </a:lnTo>
                  <a:lnTo>
                    <a:pt x="71659" y="16721"/>
                  </a:lnTo>
                  <a:lnTo>
                    <a:pt x="71659" y="17198"/>
                  </a:lnTo>
                  <a:lnTo>
                    <a:pt x="71182" y="22931"/>
                  </a:lnTo>
                  <a:lnTo>
                    <a:pt x="71182" y="24364"/>
                  </a:lnTo>
                  <a:lnTo>
                    <a:pt x="71182" y="25320"/>
                  </a:lnTo>
                  <a:lnTo>
                    <a:pt x="70704" y="27230"/>
                  </a:lnTo>
                  <a:lnTo>
                    <a:pt x="70704" y="27708"/>
                  </a:lnTo>
                  <a:lnTo>
                    <a:pt x="70226" y="27708"/>
                  </a:lnTo>
                  <a:lnTo>
                    <a:pt x="69749" y="27708"/>
                  </a:lnTo>
                  <a:lnTo>
                    <a:pt x="69749" y="28186"/>
                  </a:lnTo>
                  <a:lnTo>
                    <a:pt x="69749" y="28664"/>
                  </a:lnTo>
                  <a:lnTo>
                    <a:pt x="71182" y="28664"/>
                  </a:lnTo>
                  <a:lnTo>
                    <a:pt x="70704" y="29141"/>
                  </a:lnTo>
                  <a:lnTo>
                    <a:pt x="69749" y="29619"/>
                  </a:lnTo>
                  <a:lnTo>
                    <a:pt x="69271" y="30097"/>
                  </a:lnTo>
                  <a:lnTo>
                    <a:pt x="69749" y="31052"/>
                  </a:lnTo>
                  <a:lnTo>
                    <a:pt x="68793" y="31530"/>
                  </a:lnTo>
                  <a:lnTo>
                    <a:pt x="69271" y="32008"/>
                  </a:lnTo>
                  <a:lnTo>
                    <a:pt x="69749" y="32008"/>
                  </a:lnTo>
                  <a:lnTo>
                    <a:pt x="70226" y="32008"/>
                  </a:lnTo>
                  <a:lnTo>
                    <a:pt x="71659" y="31052"/>
                  </a:lnTo>
                  <a:lnTo>
                    <a:pt x="72615" y="31052"/>
                  </a:lnTo>
                  <a:lnTo>
                    <a:pt x="73093" y="31052"/>
                  </a:lnTo>
                  <a:lnTo>
                    <a:pt x="74526" y="32486"/>
                  </a:lnTo>
                  <a:lnTo>
                    <a:pt x="75004" y="33441"/>
                  </a:lnTo>
                  <a:lnTo>
                    <a:pt x="74048" y="35830"/>
                  </a:lnTo>
                  <a:lnTo>
                    <a:pt x="73570" y="37740"/>
                  </a:lnTo>
                  <a:lnTo>
                    <a:pt x="73570" y="40129"/>
                  </a:lnTo>
                  <a:lnTo>
                    <a:pt x="74048" y="41562"/>
                  </a:lnTo>
                  <a:lnTo>
                    <a:pt x="74048" y="42518"/>
                  </a:lnTo>
                  <a:lnTo>
                    <a:pt x="73570" y="43473"/>
                  </a:lnTo>
                  <a:lnTo>
                    <a:pt x="71659" y="44429"/>
                  </a:lnTo>
                  <a:lnTo>
                    <a:pt x="71659" y="44906"/>
                  </a:lnTo>
                  <a:lnTo>
                    <a:pt x="72615" y="46340"/>
                  </a:lnTo>
                  <a:lnTo>
                    <a:pt x="74048" y="47773"/>
                  </a:lnTo>
                  <a:lnTo>
                    <a:pt x="76437" y="49206"/>
                  </a:lnTo>
                  <a:lnTo>
                    <a:pt x="77870" y="51595"/>
                  </a:lnTo>
                  <a:lnTo>
                    <a:pt x="77870" y="52550"/>
                  </a:lnTo>
                  <a:lnTo>
                    <a:pt x="77392" y="53505"/>
                  </a:lnTo>
                  <a:lnTo>
                    <a:pt x="76437" y="54461"/>
                  </a:lnTo>
                  <a:lnTo>
                    <a:pt x="75959" y="55417"/>
                  </a:lnTo>
                  <a:lnTo>
                    <a:pt x="76437" y="63060"/>
                  </a:lnTo>
                  <a:lnTo>
                    <a:pt x="74048" y="66404"/>
                  </a:lnTo>
                  <a:lnTo>
                    <a:pt x="74048" y="67360"/>
                  </a:lnTo>
                  <a:lnTo>
                    <a:pt x="74526" y="68315"/>
                  </a:lnTo>
                  <a:lnTo>
                    <a:pt x="75004" y="69271"/>
                  </a:lnTo>
                  <a:lnTo>
                    <a:pt x="75004" y="69271"/>
                  </a:lnTo>
                  <a:lnTo>
                    <a:pt x="75959" y="69271"/>
                  </a:lnTo>
                  <a:lnTo>
                    <a:pt x="76915" y="69748"/>
                  </a:lnTo>
                  <a:lnTo>
                    <a:pt x="76437" y="72137"/>
                  </a:lnTo>
                  <a:lnTo>
                    <a:pt x="75959" y="74526"/>
                  </a:lnTo>
                  <a:lnTo>
                    <a:pt x="75959" y="75959"/>
                  </a:lnTo>
                  <a:lnTo>
                    <a:pt x="75959" y="76437"/>
                  </a:lnTo>
                  <a:lnTo>
                    <a:pt x="75004" y="76914"/>
                  </a:lnTo>
                  <a:lnTo>
                    <a:pt x="74526" y="77392"/>
                  </a:lnTo>
                  <a:lnTo>
                    <a:pt x="75004" y="78347"/>
                  </a:lnTo>
                  <a:lnTo>
                    <a:pt x="74526" y="79303"/>
                  </a:lnTo>
                  <a:lnTo>
                    <a:pt x="75004" y="79781"/>
                  </a:lnTo>
                  <a:lnTo>
                    <a:pt x="75959" y="81214"/>
                  </a:lnTo>
                  <a:lnTo>
                    <a:pt x="77870" y="83603"/>
                  </a:lnTo>
                  <a:lnTo>
                    <a:pt x="78348" y="84080"/>
                  </a:lnTo>
                  <a:lnTo>
                    <a:pt x="78348" y="84558"/>
                  </a:lnTo>
                  <a:lnTo>
                    <a:pt x="78348" y="85036"/>
                  </a:lnTo>
                  <a:lnTo>
                    <a:pt x="78825" y="86469"/>
                  </a:lnTo>
                  <a:lnTo>
                    <a:pt x="80736" y="87424"/>
                  </a:lnTo>
                  <a:lnTo>
                    <a:pt x="82647" y="88380"/>
                  </a:lnTo>
                  <a:lnTo>
                    <a:pt x="84081" y="88858"/>
                  </a:lnTo>
                  <a:lnTo>
                    <a:pt x="84081" y="89813"/>
                  </a:lnTo>
                  <a:lnTo>
                    <a:pt x="85036" y="90769"/>
                  </a:lnTo>
                  <a:lnTo>
                    <a:pt x="85991" y="91246"/>
                  </a:lnTo>
                  <a:lnTo>
                    <a:pt x="86947" y="91724"/>
                  </a:lnTo>
                  <a:lnTo>
                    <a:pt x="87902" y="9172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" name="Freeform 2263">
              <a:extLst>
                <a:ext uri="{FF2B5EF4-FFF2-40B4-BE49-F238E27FC236}">
                  <a16:creationId xmlns:a16="http://schemas.microsoft.com/office/drawing/2014/main" id="{4AB6C5A3-6D88-6E70-5748-274A95CC904D}"/>
                </a:ext>
              </a:extLst>
            </p:cNvPr>
            <p:cNvSpPr/>
            <p:nvPr/>
          </p:nvSpPr>
          <p:spPr>
            <a:xfrm>
              <a:off x="5896786" y="3874983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5" name="Freeform 2264">
              <a:extLst>
                <a:ext uri="{FF2B5EF4-FFF2-40B4-BE49-F238E27FC236}">
                  <a16:creationId xmlns:a16="http://schemas.microsoft.com/office/drawing/2014/main" id="{C18BF6B3-B181-37D4-9354-49E61A68F502}"/>
                </a:ext>
              </a:extLst>
            </p:cNvPr>
            <p:cNvSpPr/>
            <p:nvPr/>
          </p:nvSpPr>
          <p:spPr>
            <a:xfrm>
              <a:off x="5893920" y="4599699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6" name="Freeform 2265">
              <a:extLst>
                <a:ext uri="{FF2B5EF4-FFF2-40B4-BE49-F238E27FC236}">
                  <a16:creationId xmlns:a16="http://schemas.microsoft.com/office/drawing/2014/main" id="{7ACA2A6D-37DD-797B-8F18-907C83FB95DC}"/>
                </a:ext>
              </a:extLst>
            </p:cNvPr>
            <p:cNvSpPr/>
            <p:nvPr/>
          </p:nvSpPr>
          <p:spPr>
            <a:xfrm>
              <a:off x="5883409" y="3878327"/>
              <a:ext cx="5254" cy="477"/>
            </a:xfrm>
            <a:custGeom>
              <a:avLst/>
              <a:gdLst>
                <a:gd name="csX0" fmla="*/ 5255 w 5254"/>
                <a:gd name="csY0" fmla="*/ 478 h 477"/>
                <a:gd name="csX1" fmla="*/ 4300 w 5254"/>
                <a:gd name="csY1" fmla="*/ 0 h 477"/>
                <a:gd name="csX2" fmla="*/ 0 w 5254"/>
                <a:gd name="csY2" fmla="*/ 478 h 477"/>
                <a:gd name="csX3" fmla="*/ 4300 w 5254"/>
                <a:gd name="csY3" fmla="*/ 0 h 477"/>
                <a:gd name="csX4" fmla="*/ 5255 w 5254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477">
                  <a:moveTo>
                    <a:pt x="5255" y="478"/>
                  </a:moveTo>
                  <a:lnTo>
                    <a:pt x="4300" y="0"/>
                  </a:lnTo>
                  <a:lnTo>
                    <a:pt x="0" y="478"/>
                  </a:lnTo>
                  <a:lnTo>
                    <a:pt x="4300" y="0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7" name="Freeform 2266">
              <a:extLst>
                <a:ext uri="{FF2B5EF4-FFF2-40B4-BE49-F238E27FC236}">
                  <a16:creationId xmlns:a16="http://schemas.microsoft.com/office/drawing/2014/main" id="{56479FA4-FA90-F400-C233-656653CFCB57}"/>
                </a:ext>
              </a:extLst>
            </p:cNvPr>
            <p:cNvSpPr/>
            <p:nvPr/>
          </p:nvSpPr>
          <p:spPr>
            <a:xfrm>
              <a:off x="5877677" y="3875461"/>
              <a:ext cx="3344" cy="1911"/>
            </a:xfrm>
            <a:custGeom>
              <a:avLst/>
              <a:gdLst>
                <a:gd name="csX0" fmla="*/ 3344 w 3344"/>
                <a:gd name="csY0" fmla="*/ 1911 h 1911"/>
                <a:gd name="csX1" fmla="*/ 3344 w 3344"/>
                <a:gd name="csY1" fmla="*/ 1911 h 1911"/>
                <a:gd name="csX2" fmla="*/ 1911 w 3344"/>
                <a:gd name="csY2" fmla="*/ 956 h 1911"/>
                <a:gd name="csX3" fmla="*/ 956 w 3344"/>
                <a:gd name="csY3" fmla="*/ 478 h 1911"/>
                <a:gd name="csX4" fmla="*/ 0 w 3344"/>
                <a:gd name="csY4" fmla="*/ 0 h 1911"/>
                <a:gd name="csX5" fmla="*/ 956 w 3344"/>
                <a:gd name="csY5" fmla="*/ 478 h 1911"/>
                <a:gd name="csX6" fmla="*/ 1911 w 3344"/>
                <a:gd name="csY6" fmla="*/ 956 h 1911"/>
                <a:gd name="csX7" fmla="*/ 3344 w 3344"/>
                <a:gd name="csY7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1911">
                  <a:moveTo>
                    <a:pt x="3344" y="1911"/>
                  </a:moveTo>
                  <a:lnTo>
                    <a:pt x="3344" y="1911"/>
                  </a:lnTo>
                  <a:lnTo>
                    <a:pt x="1911" y="956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911" y="956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8" name="Freeform 2267">
              <a:extLst>
                <a:ext uri="{FF2B5EF4-FFF2-40B4-BE49-F238E27FC236}">
                  <a16:creationId xmlns:a16="http://schemas.microsoft.com/office/drawing/2014/main" id="{AD4E7BE8-EA90-E7AA-7C94-A0D383658D0B}"/>
                </a:ext>
              </a:extLst>
            </p:cNvPr>
            <p:cNvSpPr/>
            <p:nvPr/>
          </p:nvSpPr>
          <p:spPr>
            <a:xfrm>
              <a:off x="5875766" y="3875461"/>
              <a:ext cx="1910" cy="477"/>
            </a:xfrm>
            <a:custGeom>
              <a:avLst/>
              <a:gdLst>
                <a:gd name="csX0" fmla="*/ 1911 w 1910"/>
                <a:gd name="csY0" fmla="*/ 0 h 477"/>
                <a:gd name="csX1" fmla="*/ 1433 w 1910"/>
                <a:gd name="csY1" fmla="*/ 0 h 477"/>
                <a:gd name="csX2" fmla="*/ 0 w 1910"/>
                <a:gd name="csY2" fmla="*/ 478 h 477"/>
                <a:gd name="csX3" fmla="*/ 1433 w 1910"/>
                <a:gd name="csY3" fmla="*/ 0 h 477"/>
                <a:gd name="csX4" fmla="*/ 1911 w 1910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477">
                  <a:moveTo>
                    <a:pt x="1911" y="0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9" name="Freeform 2268">
              <a:extLst>
                <a:ext uri="{FF2B5EF4-FFF2-40B4-BE49-F238E27FC236}">
                  <a16:creationId xmlns:a16="http://schemas.microsoft.com/office/drawing/2014/main" id="{1F5902B8-3CCD-CCCF-DAD2-47574692E5F7}"/>
                </a:ext>
              </a:extLst>
            </p:cNvPr>
            <p:cNvSpPr/>
            <p:nvPr/>
          </p:nvSpPr>
          <p:spPr>
            <a:xfrm>
              <a:off x="5872899" y="3875938"/>
              <a:ext cx="2866" cy="477"/>
            </a:xfrm>
            <a:custGeom>
              <a:avLst/>
              <a:gdLst>
                <a:gd name="csX0" fmla="*/ 2867 w 2866"/>
                <a:gd name="csY0" fmla="*/ 0 h 477"/>
                <a:gd name="csX1" fmla="*/ 2867 w 2866"/>
                <a:gd name="csY1" fmla="*/ 0 h 477"/>
                <a:gd name="csX2" fmla="*/ 1433 w 2866"/>
                <a:gd name="csY2" fmla="*/ 478 h 477"/>
                <a:gd name="csX3" fmla="*/ 0 w 2866"/>
                <a:gd name="csY3" fmla="*/ 0 h 477"/>
                <a:gd name="csX4" fmla="*/ 1433 w 2866"/>
                <a:gd name="csY4" fmla="*/ 478 h 477"/>
                <a:gd name="csX5" fmla="*/ 2867 w 2866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477">
                  <a:moveTo>
                    <a:pt x="2867" y="0"/>
                  </a:moveTo>
                  <a:lnTo>
                    <a:pt x="2867" y="0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0" name="Freeform 2269">
              <a:extLst>
                <a:ext uri="{FF2B5EF4-FFF2-40B4-BE49-F238E27FC236}">
                  <a16:creationId xmlns:a16="http://schemas.microsoft.com/office/drawing/2014/main" id="{4661A6B6-3B69-C3D2-C7EB-FBA5D2584516}"/>
                </a:ext>
              </a:extLst>
            </p:cNvPr>
            <p:cNvSpPr/>
            <p:nvPr/>
          </p:nvSpPr>
          <p:spPr>
            <a:xfrm>
              <a:off x="5869078" y="3873550"/>
              <a:ext cx="3821" cy="2866"/>
            </a:xfrm>
            <a:custGeom>
              <a:avLst/>
              <a:gdLst>
                <a:gd name="csX0" fmla="*/ 3822 w 3821"/>
                <a:gd name="csY0" fmla="*/ 2389 h 2866"/>
                <a:gd name="csX1" fmla="*/ 2866 w 3821"/>
                <a:gd name="csY1" fmla="*/ 2866 h 2866"/>
                <a:gd name="csX2" fmla="*/ 0 w 3821"/>
                <a:gd name="csY2" fmla="*/ 0 h 2866"/>
                <a:gd name="csX3" fmla="*/ 2866 w 3821"/>
                <a:gd name="csY3" fmla="*/ 2866 h 2866"/>
                <a:gd name="csX4" fmla="*/ 3822 w 3821"/>
                <a:gd name="csY4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2866">
                  <a:moveTo>
                    <a:pt x="3822" y="2389"/>
                  </a:moveTo>
                  <a:lnTo>
                    <a:pt x="2866" y="2866"/>
                  </a:lnTo>
                  <a:lnTo>
                    <a:pt x="0" y="0"/>
                  </a:lnTo>
                  <a:lnTo>
                    <a:pt x="2866" y="2866"/>
                  </a:lnTo>
                  <a:lnTo>
                    <a:pt x="3822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1" name="Freeform 2270">
              <a:extLst>
                <a:ext uri="{FF2B5EF4-FFF2-40B4-BE49-F238E27FC236}">
                  <a16:creationId xmlns:a16="http://schemas.microsoft.com/office/drawing/2014/main" id="{5D3CABC2-3AFA-0151-98BB-85390CB17C9B}"/>
                </a:ext>
              </a:extLst>
            </p:cNvPr>
            <p:cNvSpPr/>
            <p:nvPr/>
          </p:nvSpPr>
          <p:spPr>
            <a:xfrm>
              <a:off x="5865256" y="3337537"/>
              <a:ext cx="3344" cy="5255"/>
            </a:xfrm>
            <a:custGeom>
              <a:avLst/>
              <a:gdLst>
                <a:gd name="csX0" fmla="*/ 3344 w 3344"/>
                <a:gd name="csY0" fmla="*/ 478 h 5255"/>
                <a:gd name="csX1" fmla="*/ 3344 w 3344"/>
                <a:gd name="csY1" fmla="*/ 956 h 5255"/>
                <a:gd name="csX2" fmla="*/ 1911 w 3344"/>
                <a:gd name="csY2" fmla="*/ 4300 h 5255"/>
                <a:gd name="csX3" fmla="*/ 1911 w 3344"/>
                <a:gd name="csY3" fmla="*/ 5255 h 5255"/>
                <a:gd name="csX4" fmla="*/ 478 w 3344"/>
                <a:gd name="csY4" fmla="*/ 5255 h 5255"/>
                <a:gd name="csX5" fmla="*/ 0 w 3344"/>
                <a:gd name="csY5" fmla="*/ 4777 h 5255"/>
                <a:gd name="csX6" fmla="*/ 0 w 3344"/>
                <a:gd name="csY6" fmla="*/ 2866 h 5255"/>
                <a:gd name="csX7" fmla="*/ 0 w 3344"/>
                <a:gd name="csY7" fmla="*/ 956 h 5255"/>
                <a:gd name="csX8" fmla="*/ 478 w 3344"/>
                <a:gd name="csY8" fmla="*/ 478 h 5255"/>
                <a:gd name="csX9" fmla="*/ 956 w 3344"/>
                <a:gd name="csY9" fmla="*/ 478 h 5255"/>
                <a:gd name="csX10" fmla="*/ 1433 w 3344"/>
                <a:gd name="csY10" fmla="*/ 956 h 5255"/>
                <a:gd name="csX11" fmla="*/ 2389 w 3344"/>
                <a:gd name="csY11" fmla="*/ 0 h 5255"/>
                <a:gd name="csX12" fmla="*/ 2389 w 3344"/>
                <a:gd name="csY12" fmla="*/ 0 h 5255"/>
                <a:gd name="csX13" fmla="*/ 3344 w 3344"/>
                <a:gd name="csY13" fmla="*/ 478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344" h="5255">
                  <a:moveTo>
                    <a:pt x="3344" y="478"/>
                  </a:moveTo>
                  <a:lnTo>
                    <a:pt x="3344" y="956"/>
                  </a:lnTo>
                  <a:lnTo>
                    <a:pt x="1911" y="4300"/>
                  </a:lnTo>
                  <a:lnTo>
                    <a:pt x="1911" y="5255"/>
                  </a:lnTo>
                  <a:lnTo>
                    <a:pt x="478" y="5255"/>
                  </a:lnTo>
                  <a:lnTo>
                    <a:pt x="0" y="4777"/>
                  </a:lnTo>
                  <a:lnTo>
                    <a:pt x="0" y="286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6" y="478"/>
                  </a:lnTo>
                  <a:lnTo>
                    <a:pt x="1433" y="956"/>
                  </a:lnTo>
                  <a:lnTo>
                    <a:pt x="2389" y="0"/>
                  </a:lnTo>
                  <a:lnTo>
                    <a:pt x="2389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2" name="Freeform 2271">
              <a:extLst>
                <a:ext uri="{FF2B5EF4-FFF2-40B4-BE49-F238E27FC236}">
                  <a16:creationId xmlns:a16="http://schemas.microsoft.com/office/drawing/2014/main" id="{7CA95FA7-E47F-1699-CC9D-B84A455EF59E}"/>
                </a:ext>
              </a:extLst>
            </p:cNvPr>
            <p:cNvSpPr/>
            <p:nvPr/>
          </p:nvSpPr>
          <p:spPr>
            <a:xfrm>
              <a:off x="5860478" y="3870683"/>
              <a:ext cx="6688" cy="1911"/>
            </a:xfrm>
            <a:custGeom>
              <a:avLst/>
              <a:gdLst>
                <a:gd name="csX0" fmla="*/ 6688 w 6688"/>
                <a:gd name="csY0" fmla="*/ 1911 h 1911"/>
                <a:gd name="csX1" fmla="*/ 4777 w 6688"/>
                <a:gd name="csY1" fmla="*/ 1911 h 1911"/>
                <a:gd name="csX2" fmla="*/ 0 w 6688"/>
                <a:gd name="csY2" fmla="*/ 0 h 1911"/>
                <a:gd name="csX3" fmla="*/ 4777 w 6688"/>
                <a:gd name="csY3" fmla="*/ 1911 h 1911"/>
                <a:gd name="csX4" fmla="*/ 6688 w 6688"/>
                <a:gd name="csY4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1911">
                  <a:moveTo>
                    <a:pt x="6688" y="1911"/>
                  </a:moveTo>
                  <a:lnTo>
                    <a:pt x="4777" y="1911"/>
                  </a:lnTo>
                  <a:lnTo>
                    <a:pt x="0" y="0"/>
                  </a:lnTo>
                  <a:lnTo>
                    <a:pt x="4777" y="1911"/>
                  </a:lnTo>
                  <a:lnTo>
                    <a:pt x="668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" name="Freeform 2272">
              <a:extLst>
                <a:ext uri="{FF2B5EF4-FFF2-40B4-BE49-F238E27FC236}">
                  <a16:creationId xmlns:a16="http://schemas.microsoft.com/office/drawing/2014/main" id="{305B4063-F988-7212-634F-4B9D6914D078}"/>
                </a:ext>
              </a:extLst>
            </p:cNvPr>
            <p:cNvSpPr/>
            <p:nvPr/>
          </p:nvSpPr>
          <p:spPr>
            <a:xfrm>
              <a:off x="5860478" y="3341359"/>
              <a:ext cx="3344" cy="8121"/>
            </a:xfrm>
            <a:custGeom>
              <a:avLst/>
              <a:gdLst>
                <a:gd name="csX0" fmla="*/ 3344 w 3344"/>
                <a:gd name="csY0" fmla="*/ 478 h 8121"/>
                <a:gd name="csX1" fmla="*/ 3344 w 3344"/>
                <a:gd name="csY1" fmla="*/ 1433 h 8121"/>
                <a:gd name="csX2" fmla="*/ 3344 w 3344"/>
                <a:gd name="csY2" fmla="*/ 2389 h 8121"/>
                <a:gd name="csX3" fmla="*/ 2389 w 3344"/>
                <a:gd name="csY3" fmla="*/ 2389 h 8121"/>
                <a:gd name="csX4" fmla="*/ 2389 w 3344"/>
                <a:gd name="csY4" fmla="*/ 2866 h 8121"/>
                <a:gd name="csX5" fmla="*/ 2866 w 3344"/>
                <a:gd name="csY5" fmla="*/ 4777 h 8121"/>
                <a:gd name="csX6" fmla="*/ 2866 w 3344"/>
                <a:gd name="csY6" fmla="*/ 7166 h 8121"/>
                <a:gd name="csX7" fmla="*/ 2389 w 3344"/>
                <a:gd name="csY7" fmla="*/ 7644 h 8121"/>
                <a:gd name="csX8" fmla="*/ 1911 w 3344"/>
                <a:gd name="csY8" fmla="*/ 8121 h 8121"/>
                <a:gd name="csX9" fmla="*/ 0 w 3344"/>
                <a:gd name="csY9" fmla="*/ 4300 h 8121"/>
                <a:gd name="csX10" fmla="*/ 1433 w 3344"/>
                <a:gd name="csY10" fmla="*/ 0 h 8121"/>
                <a:gd name="csX11" fmla="*/ 3344 w 3344"/>
                <a:gd name="csY11" fmla="*/ 478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4" h="8121">
                  <a:moveTo>
                    <a:pt x="3344" y="478"/>
                  </a:moveTo>
                  <a:lnTo>
                    <a:pt x="3344" y="1433"/>
                  </a:lnTo>
                  <a:lnTo>
                    <a:pt x="3344" y="2389"/>
                  </a:lnTo>
                  <a:lnTo>
                    <a:pt x="2389" y="2389"/>
                  </a:lnTo>
                  <a:lnTo>
                    <a:pt x="2389" y="2866"/>
                  </a:lnTo>
                  <a:lnTo>
                    <a:pt x="2866" y="4777"/>
                  </a:lnTo>
                  <a:lnTo>
                    <a:pt x="2866" y="7166"/>
                  </a:lnTo>
                  <a:lnTo>
                    <a:pt x="2389" y="7644"/>
                  </a:lnTo>
                  <a:lnTo>
                    <a:pt x="1911" y="8121"/>
                  </a:lnTo>
                  <a:lnTo>
                    <a:pt x="0" y="4300"/>
                  </a:lnTo>
                  <a:lnTo>
                    <a:pt x="1433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" name="Freeform 2273">
              <a:extLst>
                <a:ext uri="{FF2B5EF4-FFF2-40B4-BE49-F238E27FC236}">
                  <a16:creationId xmlns:a16="http://schemas.microsoft.com/office/drawing/2014/main" id="{2CD6E387-891F-51DD-35AF-C81FA2D9E11D}"/>
                </a:ext>
              </a:extLst>
            </p:cNvPr>
            <p:cNvSpPr/>
            <p:nvPr/>
          </p:nvSpPr>
          <p:spPr>
            <a:xfrm>
              <a:off x="5850924" y="3345659"/>
              <a:ext cx="11943" cy="26752"/>
            </a:xfrm>
            <a:custGeom>
              <a:avLst/>
              <a:gdLst>
                <a:gd name="csX0" fmla="*/ 11943 w 11943"/>
                <a:gd name="csY0" fmla="*/ 6210 h 26752"/>
                <a:gd name="csX1" fmla="*/ 11465 w 11943"/>
                <a:gd name="csY1" fmla="*/ 8121 h 26752"/>
                <a:gd name="csX2" fmla="*/ 10510 w 11943"/>
                <a:gd name="csY2" fmla="*/ 14809 h 26752"/>
                <a:gd name="csX3" fmla="*/ 10032 w 11943"/>
                <a:gd name="csY3" fmla="*/ 15765 h 26752"/>
                <a:gd name="csX4" fmla="*/ 9555 w 11943"/>
                <a:gd name="csY4" fmla="*/ 17676 h 26752"/>
                <a:gd name="csX5" fmla="*/ 9555 w 11943"/>
                <a:gd name="csY5" fmla="*/ 18154 h 26752"/>
                <a:gd name="csX6" fmla="*/ 9077 w 11943"/>
                <a:gd name="csY6" fmla="*/ 21975 h 26752"/>
                <a:gd name="csX7" fmla="*/ 8121 w 11943"/>
                <a:gd name="csY7" fmla="*/ 23409 h 26752"/>
                <a:gd name="csX8" fmla="*/ 7166 w 11943"/>
                <a:gd name="csY8" fmla="*/ 26275 h 26752"/>
                <a:gd name="csX9" fmla="*/ 7166 w 11943"/>
                <a:gd name="csY9" fmla="*/ 26753 h 26752"/>
                <a:gd name="csX10" fmla="*/ 5733 w 11943"/>
                <a:gd name="csY10" fmla="*/ 25320 h 26752"/>
                <a:gd name="csX11" fmla="*/ 7166 w 11943"/>
                <a:gd name="csY11" fmla="*/ 21020 h 26752"/>
                <a:gd name="csX12" fmla="*/ 7644 w 11943"/>
                <a:gd name="csY12" fmla="*/ 18154 h 26752"/>
                <a:gd name="csX13" fmla="*/ 7166 w 11943"/>
                <a:gd name="csY13" fmla="*/ 16721 h 26752"/>
                <a:gd name="csX14" fmla="*/ 6688 w 11943"/>
                <a:gd name="csY14" fmla="*/ 15287 h 26752"/>
                <a:gd name="csX15" fmla="*/ 4777 w 11943"/>
                <a:gd name="csY15" fmla="*/ 15287 h 26752"/>
                <a:gd name="csX16" fmla="*/ 3344 w 11943"/>
                <a:gd name="csY16" fmla="*/ 15765 h 26752"/>
                <a:gd name="csX17" fmla="*/ 3344 w 11943"/>
                <a:gd name="csY17" fmla="*/ 15287 h 26752"/>
                <a:gd name="csX18" fmla="*/ 2866 w 11943"/>
                <a:gd name="csY18" fmla="*/ 14332 h 26752"/>
                <a:gd name="csX19" fmla="*/ 2866 w 11943"/>
                <a:gd name="csY19" fmla="*/ 13854 h 26752"/>
                <a:gd name="csX20" fmla="*/ 956 w 11943"/>
                <a:gd name="csY20" fmla="*/ 13854 h 26752"/>
                <a:gd name="csX21" fmla="*/ 478 w 11943"/>
                <a:gd name="csY21" fmla="*/ 13854 h 26752"/>
                <a:gd name="csX22" fmla="*/ 0 w 11943"/>
                <a:gd name="csY22" fmla="*/ 12899 h 26752"/>
                <a:gd name="csX23" fmla="*/ 0 w 11943"/>
                <a:gd name="csY23" fmla="*/ 11943 h 26752"/>
                <a:gd name="csX24" fmla="*/ 1433 w 11943"/>
                <a:gd name="csY24" fmla="*/ 11465 h 26752"/>
                <a:gd name="csX25" fmla="*/ 3344 w 11943"/>
                <a:gd name="csY25" fmla="*/ 11465 h 26752"/>
                <a:gd name="csX26" fmla="*/ 5733 w 11943"/>
                <a:gd name="csY26" fmla="*/ 10032 h 26752"/>
                <a:gd name="csX27" fmla="*/ 4299 w 11943"/>
                <a:gd name="csY27" fmla="*/ 5255 h 26752"/>
                <a:gd name="csX28" fmla="*/ 1911 w 11943"/>
                <a:gd name="csY28" fmla="*/ 4777 h 26752"/>
                <a:gd name="csX29" fmla="*/ 1433 w 11943"/>
                <a:gd name="csY29" fmla="*/ 4300 h 26752"/>
                <a:gd name="csX30" fmla="*/ 1911 w 11943"/>
                <a:gd name="csY30" fmla="*/ 3344 h 26752"/>
                <a:gd name="csX31" fmla="*/ 3344 w 11943"/>
                <a:gd name="csY31" fmla="*/ 2866 h 26752"/>
                <a:gd name="csX32" fmla="*/ 4777 w 11943"/>
                <a:gd name="csY32" fmla="*/ 478 h 26752"/>
                <a:gd name="csX33" fmla="*/ 5733 w 11943"/>
                <a:gd name="csY33" fmla="*/ 0 h 26752"/>
                <a:gd name="csX34" fmla="*/ 7166 w 11943"/>
                <a:gd name="csY34" fmla="*/ 0 h 26752"/>
                <a:gd name="csX35" fmla="*/ 6688 w 11943"/>
                <a:gd name="csY35" fmla="*/ 2389 h 26752"/>
                <a:gd name="csX36" fmla="*/ 7166 w 11943"/>
                <a:gd name="csY36" fmla="*/ 5255 h 26752"/>
                <a:gd name="csX37" fmla="*/ 8121 w 11943"/>
                <a:gd name="csY37" fmla="*/ 4300 h 26752"/>
                <a:gd name="csX38" fmla="*/ 10032 w 11943"/>
                <a:gd name="csY38" fmla="*/ 7166 h 26752"/>
                <a:gd name="csX39" fmla="*/ 10510 w 11943"/>
                <a:gd name="csY39" fmla="*/ 7166 h 26752"/>
                <a:gd name="csX40" fmla="*/ 11943 w 11943"/>
                <a:gd name="csY40" fmla="*/ 6210 h 26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11943" h="26752">
                  <a:moveTo>
                    <a:pt x="11943" y="6210"/>
                  </a:moveTo>
                  <a:lnTo>
                    <a:pt x="11465" y="8121"/>
                  </a:lnTo>
                  <a:lnTo>
                    <a:pt x="10510" y="14809"/>
                  </a:lnTo>
                  <a:lnTo>
                    <a:pt x="10032" y="15765"/>
                  </a:lnTo>
                  <a:lnTo>
                    <a:pt x="9555" y="17676"/>
                  </a:lnTo>
                  <a:lnTo>
                    <a:pt x="9555" y="18154"/>
                  </a:lnTo>
                  <a:lnTo>
                    <a:pt x="9077" y="21975"/>
                  </a:lnTo>
                  <a:lnTo>
                    <a:pt x="8121" y="23409"/>
                  </a:lnTo>
                  <a:lnTo>
                    <a:pt x="7166" y="26275"/>
                  </a:lnTo>
                  <a:lnTo>
                    <a:pt x="7166" y="26753"/>
                  </a:lnTo>
                  <a:lnTo>
                    <a:pt x="5733" y="25320"/>
                  </a:lnTo>
                  <a:lnTo>
                    <a:pt x="7166" y="21020"/>
                  </a:lnTo>
                  <a:lnTo>
                    <a:pt x="7644" y="18154"/>
                  </a:lnTo>
                  <a:lnTo>
                    <a:pt x="7166" y="16721"/>
                  </a:lnTo>
                  <a:lnTo>
                    <a:pt x="6688" y="15287"/>
                  </a:lnTo>
                  <a:lnTo>
                    <a:pt x="4777" y="15287"/>
                  </a:lnTo>
                  <a:lnTo>
                    <a:pt x="3344" y="15765"/>
                  </a:lnTo>
                  <a:lnTo>
                    <a:pt x="3344" y="15287"/>
                  </a:lnTo>
                  <a:lnTo>
                    <a:pt x="2866" y="14332"/>
                  </a:lnTo>
                  <a:lnTo>
                    <a:pt x="2866" y="13854"/>
                  </a:lnTo>
                  <a:lnTo>
                    <a:pt x="956" y="13854"/>
                  </a:lnTo>
                  <a:lnTo>
                    <a:pt x="478" y="13854"/>
                  </a:lnTo>
                  <a:lnTo>
                    <a:pt x="0" y="12899"/>
                  </a:lnTo>
                  <a:lnTo>
                    <a:pt x="0" y="11943"/>
                  </a:lnTo>
                  <a:lnTo>
                    <a:pt x="1433" y="11465"/>
                  </a:lnTo>
                  <a:lnTo>
                    <a:pt x="3344" y="11465"/>
                  </a:lnTo>
                  <a:lnTo>
                    <a:pt x="5733" y="10032"/>
                  </a:lnTo>
                  <a:lnTo>
                    <a:pt x="4299" y="5255"/>
                  </a:lnTo>
                  <a:lnTo>
                    <a:pt x="1911" y="4777"/>
                  </a:lnTo>
                  <a:lnTo>
                    <a:pt x="1433" y="4300"/>
                  </a:lnTo>
                  <a:lnTo>
                    <a:pt x="1911" y="3344"/>
                  </a:lnTo>
                  <a:lnTo>
                    <a:pt x="3344" y="2866"/>
                  </a:lnTo>
                  <a:lnTo>
                    <a:pt x="4777" y="478"/>
                  </a:lnTo>
                  <a:lnTo>
                    <a:pt x="5733" y="0"/>
                  </a:lnTo>
                  <a:lnTo>
                    <a:pt x="7166" y="0"/>
                  </a:lnTo>
                  <a:lnTo>
                    <a:pt x="6688" y="2389"/>
                  </a:lnTo>
                  <a:lnTo>
                    <a:pt x="7166" y="5255"/>
                  </a:lnTo>
                  <a:lnTo>
                    <a:pt x="8121" y="4300"/>
                  </a:lnTo>
                  <a:lnTo>
                    <a:pt x="10032" y="7166"/>
                  </a:lnTo>
                  <a:lnTo>
                    <a:pt x="10510" y="7166"/>
                  </a:lnTo>
                  <a:lnTo>
                    <a:pt x="11943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5" name="Freeform 2274">
              <a:extLst>
                <a:ext uri="{FF2B5EF4-FFF2-40B4-BE49-F238E27FC236}">
                  <a16:creationId xmlns:a16="http://schemas.microsoft.com/office/drawing/2014/main" id="{2A08DDD7-F086-CFDB-BA09-AEDBCBF8E337}"/>
                </a:ext>
              </a:extLst>
            </p:cNvPr>
            <p:cNvSpPr/>
            <p:nvPr/>
          </p:nvSpPr>
          <p:spPr>
            <a:xfrm>
              <a:off x="5622569" y="4037411"/>
              <a:ext cx="239819" cy="176759"/>
            </a:xfrm>
            <a:custGeom>
              <a:avLst/>
              <a:gdLst>
                <a:gd name="csX0" fmla="*/ 239342 w 239819"/>
                <a:gd name="csY0" fmla="*/ 74048 h 176759"/>
                <a:gd name="csX1" fmla="*/ 239820 w 239819"/>
                <a:gd name="csY1" fmla="*/ 75959 h 176759"/>
                <a:gd name="csX2" fmla="*/ 237909 w 239819"/>
                <a:gd name="csY2" fmla="*/ 77392 h 176759"/>
                <a:gd name="csX3" fmla="*/ 236476 w 239819"/>
                <a:gd name="csY3" fmla="*/ 78825 h 176759"/>
                <a:gd name="csX4" fmla="*/ 235998 w 239819"/>
                <a:gd name="csY4" fmla="*/ 80258 h 176759"/>
                <a:gd name="csX5" fmla="*/ 236954 w 239819"/>
                <a:gd name="csY5" fmla="*/ 82170 h 176759"/>
                <a:gd name="csX6" fmla="*/ 236954 w 239819"/>
                <a:gd name="csY6" fmla="*/ 83603 h 176759"/>
                <a:gd name="csX7" fmla="*/ 235998 w 239819"/>
                <a:gd name="csY7" fmla="*/ 84080 h 176759"/>
                <a:gd name="csX8" fmla="*/ 231699 w 239819"/>
                <a:gd name="csY8" fmla="*/ 83603 h 176759"/>
                <a:gd name="csX9" fmla="*/ 228832 w 239819"/>
                <a:gd name="csY9" fmla="*/ 83603 h 176759"/>
                <a:gd name="csX10" fmla="*/ 225010 w 239819"/>
                <a:gd name="csY10" fmla="*/ 83603 h 176759"/>
                <a:gd name="csX11" fmla="*/ 220233 w 239819"/>
                <a:gd name="csY11" fmla="*/ 83603 h 176759"/>
                <a:gd name="csX12" fmla="*/ 216889 w 239819"/>
                <a:gd name="csY12" fmla="*/ 83125 h 176759"/>
                <a:gd name="csX13" fmla="*/ 212590 w 239819"/>
                <a:gd name="csY13" fmla="*/ 83125 h 176759"/>
                <a:gd name="csX14" fmla="*/ 211156 w 239819"/>
                <a:gd name="csY14" fmla="*/ 83125 h 176759"/>
                <a:gd name="csX15" fmla="*/ 207334 w 239819"/>
                <a:gd name="csY15" fmla="*/ 83603 h 176759"/>
                <a:gd name="csX16" fmla="*/ 204468 w 239819"/>
                <a:gd name="csY16" fmla="*/ 84080 h 176759"/>
                <a:gd name="csX17" fmla="*/ 203990 w 239819"/>
                <a:gd name="csY17" fmla="*/ 84558 h 176759"/>
                <a:gd name="csX18" fmla="*/ 203035 w 239819"/>
                <a:gd name="csY18" fmla="*/ 85036 h 176759"/>
                <a:gd name="csX19" fmla="*/ 202557 w 239819"/>
                <a:gd name="csY19" fmla="*/ 86469 h 176759"/>
                <a:gd name="csX20" fmla="*/ 202079 w 239819"/>
                <a:gd name="csY20" fmla="*/ 88380 h 176759"/>
                <a:gd name="csX21" fmla="*/ 201124 w 239819"/>
                <a:gd name="csY21" fmla="*/ 89335 h 176759"/>
                <a:gd name="csX22" fmla="*/ 193003 w 239819"/>
                <a:gd name="csY22" fmla="*/ 92202 h 176759"/>
                <a:gd name="csX23" fmla="*/ 189658 w 239819"/>
                <a:gd name="csY23" fmla="*/ 92680 h 176759"/>
                <a:gd name="csX24" fmla="*/ 187748 w 239819"/>
                <a:gd name="csY24" fmla="*/ 92202 h 176759"/>
                <a:gd name="csX25" fmla="*/ 186314 w 239819"/>
                <a:gd name="csY25" fmla="*/ 92680 h 176759"/>
                <a:gd name="csX26" fmla="*/ 185359 w 239819"/>
                <a:gd name="csY26" fmla="*/ 93157 h 176759"/>
                <a:gd name="csX27" fmla="*/ 184881 w 239819"/>
                <a:gd name="csY27" fmla="*/ 94113 h 176759"/>
                <a:gd name="csX28" fmla="*/ 184881 w 239819"/>
                <a:gd name="csY28" fmla="*/ 95068 h 176759"/>
                <a:gd name="csX29" fmla="*/ 184881 w 239819"/>
                <a:gd name="csY29" fmla="*/ 96024 h 176759"/>
                <a:gd name="csX30" fmla="*/ 185837 w 239819"/>
                <a:gd name="csY30" fmla="*/ 97935 h 176759"/>
                <a:gd name="csX31" fmla="*/ 185837 w 239819"/>
                <a:gd name="csY31" fmla="*/ 99368 h 176759"/>
                <a:gd name="csX32" fmla="*/ 185359 w 239819"/>
                <a:gd name="csY32" fmla="*/ 100801 h 176759"/>
                <a:gd name="csX33" fmla="*/ 185359 w 239819"/>
                <a:gd name="csY33" fmla="*/ 101756 h 176759"/>
                <a:gd name="csX34" fmla="*/ 185359 w 239819"/>
                <a:gd name="csY34" fmla="*/ 102712 h 176759"/>
                <a:gd name="csX35" fmla="*/ 185359 w 239819"/>
                <a:gd name="csY35" fmla="*/ 103667 h 176759"/>
                <a:gd name="csX36" fmla="*/ 186314 w 239819"/>
                <a:gd name="csY36" fmla="*/ 103667 h 176759"/>
                <a:gd name="csX37" fmla="*/ 187270 w 239819"/>
                <a:gd name="csY37" fmla="*/ 104145 h 176759"/>
                <a:gd name="csX38" fmla="*/ 188225 w 239819"/>
                <a:gd name="csY38" fmla="*/ 104623 h 176759"/>
                <a:gd name="csX39" fmla="*/ 189181 w 239819"/>
                <a:gd name="csY39" fmla="*/ 105578 h 176759"/>
                <a:gd name="csX40" fmla="*/ 189181 w 239819"/>
                <a:gd name="csY40" fmla="*/ 107012 h 176759"/>
                <a:gd name="csX41" fmla="*/ 188225 w 239819"/>
                <a:gd name="csY41" fmla="*/ 107967 h 176759"/>
                <a:gd name="csX42" fmla="*/ 187748 w 239819"/>
                <a:gd name="csY42" fmla="*/ 108445 h 176759"/>
                <a:gd name="csX43" fmla="*/ 184403 w 239819"/>
                <a:gd name="csY43" fmla="*/ 108445 h 176759"/>
                <a:gd name="csX44" fmla="*/ 182015 w 239819"/>
                <a:gd name="csY44" fmla="*/ 108922 h 176759"/>
                <a:gd name="csX45" fmla="*/ 178671 w 239819"/>
                <a:gd name="csY45" fmla="*/ 111311 h 176759"/>
                <a:gd name="csX46" fmla="*/ 175326 w 239819"/>
                <a:gd name="csY46" fmla="*/ 113222 h 176759"/>
                <a:gd name="csX47" fmla="*/ 171505 w 239819"/>
                <a:gd name="csY47" fmla="*/ 115133 h 176759"/>
                <a:gd name="csX48" fmla="*/ 169594 w 239819"/>
                <a:gd name="csY48" fmla="*/ 115611 h 176759"/>
                <a:gd name="csX49" fmla="*/ 166250 w 239819"/>
                <a:gd name="csY49" fmla="*/ 116566 h 176759"/>
                <a:gd name="csX50" fmla="*/ 162428 w 239819"/>
                <a:gd name="csY50" fmla="*/ 118477 h 176759"/>
                <a:gd name="csX51" fmla="*/ 160995 w 239819"/>
                <a:gd name="csY51" fmla="*/ 121343 h 176759"/>
                <a:gd name="csX52" fmla="*/ 158606 w 239819"/>
                <a:gd name="csY52" fmla="*/ 124687 h 176759"/>
                <a:gd name="csX53" fmla="*/ 156217 w 239819"/>
                <a:gd name="csY53" fmla="*/ 127076 h 176759"/>
                <a:gd name="csX54" fmla="*/ 153351 w 239819"/>
                <a:gd name="csY54" fmla="*/ 128987 h 176759"/>
                <a:gd name="csX55" fmla="*/ 150485 w 239819"/>
                <a:gd name="csY55" fmla="*/ 129942 h 176759"/>
                <a:gd name="csX56" fmla="*/ 146663 w 239819"/>
                <a:gd name="csY56" fmla="*/ 130898 h 176759"/>
                <a:gd name="csX57" fmla="*/ 141885 w 239819"/>
                <a:gd name="csY57" fmla="*/ 131853 h 176759"/>
                <a:gd name="csX58" fmla="*/ 139019 w 239819"/>
                <a:gd name="csY58" fmla="*/ 131853 h 176759"/>
                <a:gd name="csX59" fmla="*/ 138064 w 239819"/>
                <a:gd name="csY59" fmla="*/ 131853 h 176759"/>
                <a:gd name="csX60" fmla="*/ 135197 w 239819"/>
                <a:gd name="csY60" fmla="*/ 131853 h 176759"/>
                <a:gd name="csX61" fmla="*/ 133764 w 239819"/>
                <a:gd name="csY61" fmla="*/ 131853 h 176759"/>
                <a:gd name="csX62" fmla="*/ 132809 w 239819"/>
                <a:gd name="csY62" fmla="*/ 131853 h 176759"/>
                <a:gd name="csX63" fmla="*/ 132331 w 239819"/>
                <a:gd name="csY63" fmla="*/ 131853 h 176759"/>
                <a:gd name="csX64" fmla="*/ 132331 w 239819"/>
                <a:gd name="csY64" fmla="*/ 132809 h 176759"/>
                <a:gd name="csX65" fmla="*/ 131853 w 239819"/>
                <a:gd name="csY65" fmla="*/ 133764 h 176759"/>
                <a:gd name="csX66" fmla="*/ 131853 w 239819"/>
                <a:gd name="csY66" fmla="*/ 135197 h 176759"/>
                <a:gd name="csX67" fmla="*/ 130898 w 239819"/>
                <a:gd name="csY67" fmla="*/ 136153 h 176759"/>
                <a:gd name="csX68" fmla="*/ 130420 w 239819"/>
                <a:gd name="csY68" fmla="*/ 136631 h 176759"/>
                <a:gd name="csX69" fmla="*/ 129465 w 239819"/>
                <a:gd name="csY69" fmla="*/ 137108 h 176759"/>
                <a:gd name="csX70" fmla="*/ 127076 w 239819"/>
                <a:gd name="csY70" fmla="*/ 136631 h 176759"/>
                <a:gd name="csX71" fmla="*/ 125165 w 239819"/>
                <a:gd name="csY71" fmla="*/ 136631 h 176759"/>
                <a:gd name="csX72" fmla="*/ 120388 w 239819"/>
                <a:gd name="csY72" fmla="*/ 135675 h 176759"/>
                <a:gd name="csX73" fmla="*/ 119432 w 239819"/>
                <a:gd name="csY73" fmla="*/ 136153 h 176759"/>
                <a:gd name="csX74" fmla="*/ 118954 w 239819"/>
                <a:gd name="csY74" fmla="*/ 136153 h 176759"/>
                <a:gd name="csX75" fmla="*/ 117521 w 239819"/>
                <a:gd name="csY75" fmla="*/ 137108 h 176759"/>
                <a:gd name="csX76" fmla="*/ 115610 w 239819"/>
                <a:gd name="csY76" fmla="*/ 138542 h 176759"/>
                <a:gd name="csX77" fmla="*/ 113700 w 239819"/>
                <a:gd name="csY77" fmla="*/ 139975 h 176759"/>
                <a:gd name="csX78" fmla="*/ 112744 w 239819"/>
                <a:gd name="csY78" fmla="*/ 140930 h 176759"/>
                <a:gd name="csX79" fmla="*/ 109878 w 239819"/>
                <a:gd name="csY79" fmla="*/ 140930 h 176759"/>
                <a:gd name="csX80" fmla="*/ 108922 w 239819"/>
                <a:gd name="csY80" fmla="*/ 141408 h 176759"/>
                <a:gd name="csX81" fmla="*/ 103667 w 239819"/>
                <a:gd name="csY81" fmla="*/ 145230 h 176759"/>
                <a:gd name="csX82" fmla="*/ 102712 w 239819"/>
                <a:gd name="csY82" fmla="*/ 146185 h 176759"/>
                <a:gd name="csX83" fmla="*/ 97457 w 239819"/>
                <a:gd name="csY83" fmla="*/ 149052 h 176759"/>
                <a:gd name="csX84" fmla="*/ 95546 w 239819"/>
                <a:gd name="csY84" fmla="*/ 150485 h 176759"/>
                <a:gd name="csX85" fmla="*/ 94590 w 239819"/>
                <a:gd name="csY85" fmla="*/ 151440 h 176759"/>
                <a:gd name="csX86" fmla="*/ 91246 w 239819"/>
                <a:gd name="csY86" fmla="*/ 153829 h 176759"/>
                <a:gd name="csX87" fmla="*/ 89335 w 239819"/>
                <a:gd name="csY87" fmla="*/ 154784 h 176759"/>
                <a:gd name="csX88" fmla="*/ 88858 w 239819"/>
                <a:gd name="csY88" fmla="*/ 155262 h 176759"/>
                <a:gd name="csX89" fmla="*/ 88858 w 239819"/>
                <a:gd name="csY89" fmla="*/ 156695 h 176759"/>
                <a:gd name="csX90" fmla="*/ 88858 w 239819"/>
                <a:gd name="csY90" fmla="*/ 160039 h 176759"/>
                <a:gd name="csX91" fmla="*/ 88858 w 239819"/>
                <a:gd name="csY91" fmla="*/ 162906 h 176759"/>
                <a:gd name="csX92" fmla="*/ 88858 w 239819"/>
                <a:gd name="csY92" fmla="*/ 167205 h 176759"/>
                <a:gd name="csX93" fmla="*/ 88858 w 239819"/>
                <a:gd name="csY93" fmla="*/ 171505 h 176759"/>
                <a:gd name="csX94" fmla="*/ 88858 w 239819"/>
                <a:gd name="csY94" fmla="*/ 176282 h 176759"/>
                <a:gd name="csX95" fmla="*/ 86469 w 239819"/>
                <a:gd name="csY95" fmla="*/ 176282 h 176759"/>
                <a:gd name="csX96" fmla="*/ 86469 w 239819"/>
                <a:gd name="csY96" fmla="*/ 176282 h 176759"/>
                <a:gd name="csX97" fmla="*/ 0 w 239819"/>
                <a:gd name="csY97" fmla="*/ 176760 h 176759"/>
                <a:gd name="csX98" fmla="*/ 0 w 239819"/>
                <a:gd name="csY98" fmla="*/ 176282 h 176759"/>
                <a:gd name="csX99" fmla="*/ 2389 w 239819"/>
                <a:gd name="csY99" fmla="*/ 174371 h 176759"/>
                <a:gd name="csX100" fmla="*/ 4299 w 239819"/>
                <a:gd name="csY100" fmla="*/ 171027 h 176759"/>
                <a:gd name="csX101" fmla="*/ 7644 w 239819"/>
                <a:gd name="csY101" fmla="*/ 170072 h 176759"/>
                <a:gd name="csX102" fmla="*/ 13854 w 239819"/>
                <a:gd name="csY102" fmla="*/ 169116 h 176759"/>
                <a:gd name="csX103" fmla="*/ 23409 w 239819"/>
                <a:gd name="csY103" fmla="*/ 166728 h 176759"/>
                <a:gd name="csX104" fmla="*/ 32008 w 239819"/>
                <a:gd name="csY104" fmla="*/ 162906 h 176759"/>
                <a:gd name="csX105" fmla="*/ 34396 w 239819"/>
                <a:gd name="csY105" fmla="*/ 161473 h 176759"/>
                <a:gd name="csX106" fmla="*/ 37263 w 239819"/>
                <a:gd name="csY106" fmla="*/ 158606 h 176759"/>
                <a:gd name="csX107" fmla="*/ 41562 w 239819"/>
                <a:gd name="csY107" fmla="*/ 154784 h 176759"/>
                <a:gd name="csX108" fmla="*/ 49684 w 239819"/>
                <a:gd name="csY108" fmla="*/ 150007 h 176759"/>
                <a:gd name="csX109" fmla="*/ 53028 w 239819"/>
                <a:gd name="csY109" fmla="*/ 147619 h 176759"/>
                <a:gd name="csX110" fmla="*/ 58761 w 239819"/>
                <a:gd name="csY110" fmla="*/ 140930 h 176759"/>
                <a:gd name="csX111" fmla="*/ 62582 w 239819"/>
                <a:gd name="csY111" fmla="*/ 135675 h 176759"/>
                <a:gd name="csX112" fmla="*/ 65927 w 239819"/>
                <a:gd name="csY112" fmla="*/ 131853 h 176759"/>
                <a:gd name="csX113" fmla="*/ 67837 w 239819"/>
                <a:gd name="csY113" fmla="*/ 128987 h 176759"/>
                <a:gd name="csX114" fmla="*/ 69271 w 239819"/>
                <a:gd name="csY114" fmla="*/ 125643 h 176759"/>
                <a:gd name="csX115" fmla="*/ 70226 w 239819"/>
                <a:gd name="csY115" fmla="*/ 120865 h 176759"/>
                <a:gd name="csX116" fmla="*/ 69748 w 239819"/>
                <a:gd name="csY116" fmla="*/ 118477 h 176759"/>
                <a:gd name="csX117" fmla="*/ 67360 w 239819"/>
                <a:gd name="csY117" fmla="*/ 115611 h 176759"/>
                <a:gd name="csX118" fmla="*/ 65927 w 239819"/>
                <a:gd name="csY118" fmla="*/ 114655 h 176759"/>
                <a:gd name="csX119" fmla="*/ 65449 w 239819"/>
                <a:gd name="csY119" fmla="*/ 113222 h 176759"/>
                <a:gd name="csX120" fmla="*/ 66404 w 239819"/>
                <a:gd name="csY120" fmla="*/ 110355 h 176759"/>
                <a:gd name="csX121" fmla="*/ 66404 w 239819"/>
                <a:gd name="csY121" fmla="*/ 105578 h 176759"/>
                <a:gd name="csX122" fmla="*/ 66404 w 239819"/>
                <a:gd name="csY122" fmla="*/ 97935 h 176759"/>
                <a:gd name="csX123" fmla="*/ 69271 w 239819"/>
                <a:gd name="csY123" fmla="*/ 92202 h 176759"/>
                <a:gd name="csX124" fmla="*/ 75959 w 239819"/>
                <a:gd name="csY124" fmla="*/ 84080 h 176759"/>
                <a:gd name="csX125" fmla="*/ 76914 w 239819"/>
                <a:gd name="csY125" fmla="*/ 80736 h 176759"/>
                <a:gd name="csX126" fmla="*/ 77870 w 239819"/>
                <a:gd name="csY126" fmla="*/ 75481 h 176759"/>
                <a:gd name="csX127" fmla="*/ 77870 w 239819"/>
                <a:gd name="csY127" fmla="*/ 73570 h 176759"/>
                <a:gd name="csX128" fmla="*/ 85991 w 239819"/>
                <a:gd name="csY128" fmla="*/ 65927 h 176759"/>
                <a:gd name="csX129" fmla="*/ 90769 w 239819"/>
                <a:gd name="csY129" fmla="*/ 60194 h 176759"/>
                <a:gd name="csX130" fmla="*/ 92202 w 239819"/>
                <a:gd name="csY130" fmla="*/ 58761 h 176759"/>
                <a:gd name="csX131" fmla="*/ 96501 w 239819"/>
                <a:gd name="csY131" fmla="*/ 56372 h 176759"/>
                <a:gd name="csX132" fmla="*/ 111311 w 239819"/>
                <a:gd name="csY132" fmla="*/ 50639 h 176759"/>
                <a:gd name="csX133" fmla="*/ 119432 w 239819"/>
                <a:gd name="csY133" fmla="*/ 46340 h 176759"/>
                <a:gd name="csX134" fmla="*/ 124210 w 239819"/>
                <a:gd name="csY134" fmla="*/ 43473 h 176759"/>
                <a:gd name="csX135" fmla="*/ 127076 w 239819"/>
                <a:gd name="csY135" fmla="*/ 39651 h 176759"/>
                <a:gd name="csX136" fmla="*/ 135197 w 239819"/>
                <a:gd name="csY136" fmla="*/ 25798 h 176759"/>
                <a:gd name="csX137" fmla="*/ 142841 w 239819"/>
                <a:gd name="csY137" fmla="*/ 5733 h 176759"/>
                <a:gd name="csX138" fmla="*/ 143796 w 239819"/>
                <a:gd name="csY138" fmla="*/ 3344 h 176759"/>
                <a:gd name="csX139" fmla="*/ 147141 w 239819"/>
                <a:gd name="csY139" fmla="*/ 2389 h 176759"/>
                <a:gd name="csX140" fmla="*/ 149529 w 239819"/>
                <a:gd name="csY140" fmla="*/ 2389 h 176759"/>
                <a:gd name="csX141" fmla="*/ 151440 w 239819"/>
                <a:gd name="csY141" fmla="*/ 1433 h 176759"/>
                <a:gd name="csX142" fmla="*/ 154307 w 239819"/>
                <a:gd name="csY142" fmla="*/ 0 h 176759"/>
                <a:gd name="csX143" fmla="*/ 156695 w 239819"/>
                <a:gd name="csY143" fmla="*/ 478 h 176759"/>
                <a:gd name="csX144" fmla="*/ 155262 w 239819"/>
                <a:gd name="csY144" fmla="*/ 1433 h 176759"/>
                <a:gd name="csX145" fmla="*/ 155262 w 239819"/>
                <a:gd name="csY145" fmla="*/ 4300 h 176759"/>
                <a:gd name="csX146" fmla="*/ 157173 w 239819"/>
                <a:gd name="csY146" fmla="*/ 7166 h 176759"/>
                <a:gd name="csX147" fmla="*/ 160039 w 239819"/>
                <a:gd name="csY147" fmla="*/ 10510 h 176759"/>
                <a:gd name="csX148" fmla="*/ 165294 w 239819"/>
                <a:gd name="csY148" fmla="*/ 14332 h 176759"/>
                <a:gd name="csX149" fmla="*/ 169594 w 239819"/>
                <a:gd name="csY149" fmla="*/ 16243 h 176759"/>
                <a:gd name="csX150" fmla="*/ 175326 w 239819"/>
                <a:gd name="csY150" fmla="*/ 17198 h 176759"/>
                <a:gd name="csX151" fmla="*/ 182015 w 239819"/>
                <a:gd name="csY151" fmla="*/ 15287 h 176759"/>
                <a:gd name="csX152" fmla="*/ 185837 w 239819"/>
                <a:gd name="csY152" fmla="*/ 15287 h 176759"/>
                <a:gd name="csX153" fmla="*/ 187748 w 239819"/>
                <a:gd name="csY153" fmla="*/ 14332 h 176759"/>
                <a:gd name="csX154" fmla="*/ 190136 w 239819"/>
                <a:gd name="csY154" fmla="*/ 15765 h 176759"/>
                <a:gd name="csX155" fmla="*/ 193958 w 239819"/>
                <a:gd name="csY155" fmla="*/ 15765 h 176759"/>
                <a:gd name="csX156" fmla="*/ 197780 w 239819"/>
                <a:gd name="csY156" fmla="*/ 15287 h 176759"/>
                <a:gd name="csX157" fmla="*/ 200646 w 239819"/>
                <a:gd name="csY157" fmla="*/ 13854 h 176759"/>
                <a:gd name="csX158" fmla="*/ 202079 w 239819"/>
                <a:gd name="csY158" fmla="*/ 11466 h 176759"/>
                <a:gd name="csX159" fmla="*/ 202557 w 239819"/>
                <a:gd name="csY159" fmla="*/ 12421 h 176759"/>
                <a:gd name="csX160" fmla="*/ 202557 w 239819"/>
                <a:gd name="csY160" fmla="*/ 13854 h 176759"/>
                <a:gd name="csX161" fmla="*/ 203035 w 239819"/>
                <a:gd name="csY161" fmla="*/ 14332 h 176759"/>
                <a:gd name="csX162" fmla="*/ 204468 w 239819"/>
                <a:gd name="csY162" fmla="*/ 16721 h 176759"/>
                <a:gd name="csX163" fmla="*/ 204946 w 239819"/>
                <a:gd name="csY163" fmla="*/ 17676 h 176759"/>
                <a:gd name="csX164" fmla="*/ 206857 w 239819"/>
                <a:gd name="csY164" fmla="*/ 17676 h 176759"/>
                <a:gd name="csX165" fmla="*/ 208768 w 239819"/>
                <a:gd name="csY165" fmla="*/ 18154 h 176759"/>
                <a:gd name="csX166" fmla="*/ 213067 w 239819"/>
                <a:gd name="csY166" fmla="*/ 18154 h 176759"/>
                <a:gd name="csX167" fmla="*/ 217367 w 239819"/>
                <a:gd name="csY167" fmla="*/ 18632 h 176759"/>
                <a:gd name="csX168" fmla="*/ 217845 w 239819"/>
                <a:gd name="csY168" fmla="*/ 20065 h 176759"/>
                <a:gd name="csX169" fmla="*/ 218800 w 239819"/>
                <a:gd name="csY169" fmla="*/ 21498 h 176759"/>
                <a:gd name="csX170" fmla="*/ 223099 w 239819"/>
                <a:gd name="csY170" fmla="*/ 24364 h 176759"/>
                <a:gd name="csX171" fmla="*/ 225488 w 239819"/>
                <a:gd name="csY171" fmla="*/ 26275 h 176759"/>
                <a:gd name="csX172" fmla="*/ 225488 w 239819"/>
                <a:gd name="csY172" fmla="*/ 26753 h 176759"/>
                <a:gd name="csX173" fmla="*/ 225010 w 239819"/>
                <a:gd name="csY173" fmla="*/ 28186 h 176759"/>
                <a:gd name="csX174" fmla="*/ 224533 w 239819"/>
                <a:gd name="csY174" fmla="*/ 29141 h 176759"/>
                <a:gd name="csX175" fmla="*/ 225010 w 239819"/>
                <a:gd name="csY175" fmla="*/ 30575 h 176759"/>
                <a:gd name="csX176" fmla="*/ 226921 w 239819"/>
                <a:gd name="csY176" fmla="*/ 32008 h 176759"/>
                <a:gd name="csX177" fmla="*/ 226921 w 239819"/>
                <a:gd name="csY177" fmla="*/ 32486 h 176759"/>
                <a:gd name="csX178" fmla="*/ 226444 w 239819"/>
                <a:gd name="csY178" fmla="*/ 33441 h 176759"/>
                <a:gd name="csX179" fmla="*/ 225488 w 239819"/>
                <a:gd name="csY179" fmla="*/ 34397 h 176759"/>
                <a:gd name="csX180" fmla="*/ 227399 w 239819"/>
                <a:gd name="csY180" fmla="*/ 38696 h 176759"/>
                <a:gd name="csX181" fmla="*/ 227399 w 239819"/>
                <a:gd name="csY181" fmla="*/ 42996 h 176759"/>
                <a:gd name="csX182" fmla="*/ 226921 w 239819"/>
                <a:gd name="csY182" fmla="*/ 45862 h 176759"/>
                <a:gd name="csX183" fmla="*/ 227399 w 239819"/>
                <a:gd name="csY183" fmla="*/ 47295 h 176759"/>
                <a:gd name="csX184" fmla="*/ 227399 w 239819"/>
                <a:gd name="csY184" fmla="*/ 48728 h 176759"/>
                <a:gd name="csX185" fmla="*/ 228832 w 239819"/>
                <a:gd name="csY185" fmla="*/ 52073 h 176759"/>
                <a:gd name="csX186" fmla="*/ 227877 w 239819"/>
                <a:gd name="csY186" fmla="*/ 57328 h 176759"/>
                <a:gd name="csX187" fmla="*/ 228832 w 239819"/>
                <a:gd name="csY187" fmla="*/ 60194 h 176759"/>
                <a:gd name="csX188" fmla="*/ 230265 w 239819"/>
                <a:gd name="csY188" fmla="*/ 62582 h 176759"/>
                <a:gd name="csX189" fmla="*/ 231221 w 239819"/>
                <a:gd name="csY189" fmla="*/ 66882 h 176759"/>
                <a:gd name="csX190" fmla="*/ 232654 w 239819"/>
                <a:gd name="csY190" fmla="*/ 68793 h 176759"/>
                <a:gd name="csX191" fmla="*/ 234565 w 239819"/>
                <a:gd name="csY191" fmla="*/ 70704 h 176759"/>
                <a:gd name="csX192" fmla="*/ 235521 w 239819"/>
                <a:gd name="csY192" fmla="*/ 71182 h 176759"/>
                <a:gd name="csX193" fmla="*/ 237431 w 239819"/>
                <a:gd name="csY193" fmla="*/ 72615 h 176759"/>
                <a:gd name="csX194" fmla="*/ 239342 w 239819"/>
                <a:gd name="csY194" fmla="*/ 74048 h 176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</a:cxnLst>
              <a:rect l="l" t="t" r="r" b="b"/>
              <a:pathLst>
                <a:path w="239819" h="176759">
                  <a:moveTo>
                    <a:pt x="239342" y="74048"/>
                  </a:moveTo>
                  <a:lnTo>
                    <a:pt x="239820" y="75959"/>
                  </a:lnTo>
                  <a:lnTo>
                    <a:pt x="237909" y="77392"/>
                  </a:lnTo>
                  <a:lnTo>
                    <a:pt x="236476" y="78825"/>
                  </a:lnTo>
                  <a:lnTo>
                    <a:pt x="235998" y="80258"/>
                  </a:lnTo>
                  <a:lnTo>
                    <a:pt x="236954" y="82170"/>
                  </a:lnTo>
                  <a:lnTo>
                    <a:pt x="236954" y="83603"/>
                  </a:lnTo>
                  <a:lnTo>
                    <a:pt x="235998" y="84080"/>
                  </a:lnTo>
                  <a:lnTo>
                    <a:pt x="231699" y="83603"/>
                  </a:lnTo>
                  <a:lnTo>
                    <a:pt x="228832" y="83603"/>
                  </a:lnTo>
                  <a:lnTo>
                    <a:pt x="225010" y="83603"/>
                  </a:lnTo>
                  <a:lnTo>
                    <a:pt x="220233" y="83603"/>
                  </a:lnTo>
                  <a:lnTo>
                    <a:pt x="216889" y="83125"/>
                  </a:lnTo>
                  <a:lnTo>
                    <a:pt x="212590" y="83125"/>
                  </a:lnTo>
                  <a:lnTo>
                    <a:pt x="211156" y="83125"/>
                  </a:lnTo>
                  <a:lnTo>
                    <a:pt x="207334" y="83603"/>
                  </a:lnTo>
                  <a:lnTo>
                    <a:pt x="204468" y="84080"/>
                  </a:lnTo>
                  <a:lnTo>
                    <a:pt x="203990" y="84558"/>
                  </a:lnTo>
                  <a:lnTo>
                    <a:pt x="203035" y="85036"/>
                  </a:lnTo>
                  <a:lnTo>
                    <a:pt x="202557" y="86469"/>
                  </a:lnTo>
                  <a:lnTo>
                    <a:pt x="202079" y="88380"/>
                  </a:lnTo>
                  <a:lnTo>
                    <a:pt x="201124" y="89335"/>
                  </a:lnTo>
                  <a:lnTo>
                    <a:pt x="193003" y="92202"/>
                  </a:lnTo>
                  <a:lnTo>
                    <a:pt x="189658" y="92680"/>
                  </a:lnTo>
                  <a:lnTo>
                    <a:pt x="187748" y="92202"/>
                  </a:lnTo>
                  <a:lnTo>
                    <a:pt x="186314" y="92680"/>
                  </a:lnTo>
                  <a:lnTo>
                    <a:pt x="185359" y="93157"/>
                  </a:lnTo>
                  <a:lnTo>
                    <a:pt x="184881" y="94113"/>
                  </a:lnTo>
                  <a:lnTo>
                    <a:pt x="184881" y="95068"/>
                  </a:lnTo>
                  <a:lnTo>
                    <a:pt x="184881" y="96024"/>
                  </a:lnTo>
                  <a:lnTo>
                    <a:pt x="185837" y="97935"/>
                  </a:lnTo>
                  <a:lnTo>
                    <a:pt x="185837" y="99368"/>
                  </a:lnTo>
                  <a:lnTo>
                    <a:pt x="185359" y="100801"/>
                  </a:lnTo>
                  <a:lnTo>
                    <a:pt x="185359" y="101756"/>
                  </a:lnTo>
                  <a:lnTo>
                    <a:pt x="185359" y="102712"/>
                  </a:lnTo>
                  <a:lnTo>
                    <a:pt x="185359" y="103667"/>
                  </a:lnTo>
                  <a:lnTo>
                    <a:pt x="186314" y="103667"/>
                  </a:lnTo>
                  <a:lnTo>
                    <a:pt x="187270" y="104145"/>
                  </a:lnTo>
                  <a:lnTo>
                    <a:pt x="188225" y="104623"/>
                  </a:lnTo>
                  <a:lnTo>
                    <a:pt x="189181" y="105578"/>
                  </a:lnTo>
                  <a:lnTo>
                    <a:pt x="189181" y="107012"/>
                  </a:lnTo>
                  <a:lnTo>
                    <a:pt x="188225" y="107967"/>
                  </a:lnTo>
                  <a:lnTo>
                    <a:pt x="187748" y="108445"/>
                  </a:lnTo>
                  <a:lnTo>
                    <a:pt x="184403" y="108445"/>
                  </a:lnTo>
                  <a:lnTo>
                    <a:pt x="182015" y="108922"/>
                  </a:lnTo>
                  <a:lnTo>
                    <a:pt x="178671" y="111311"/>
                  </a:lnTo>
                  <a:lnTo>
                    <a:pt x="175326" y="113222"/>
                  </a:lnTo>
                  <a:lnTo>
                    <a:pt x="171505" y="115133"/>
                  </a:lnTo>
                  <a:lnTo>
                    <a:pt x="169594" y="115611"/>
                  </a:lnTo>
                  <a:lnTo>
                    <a:pt x="166250" y="116566"/>
                  </a:lnTo>
                  <a:lnTo>
                    <a:pt x="162428" y="118477"/>
                  </a:lnTo>
                  <a:lnTo>
                    <a:pt x="160995" y="121343"/>
                  </a:lnTo>
                  <a:lnTo>
                    <a:pt x="158606" y="124687"/>
                  </a:lnTo>
                  <a:lnTo>
                    <a:pt x="156217" y="127076"/>
                  </a:lnTo>
                  <a:lnTo>
                    <a:pt x="153351" y="128987"/>
                  </a:lnTo>
                  <a:lnTo>
                    <a:pt x="150485" y="129942"/>
                  </a:lnTo>
                  <a:lnTo>
                    <a:pt x="146663" y="130898"/>
                  </a:lnTo>
                  <a:lnTo>
                    <a:pt x="141885" y="131853"/>
                  </a:lnTo>
                  <a:lnTo>
                    <a:pt x="139019" y="131853"/>
                  </a:lnTo>
                  <a:lnTo>
                    <a:pt x="138064" y="131853"/>
                  </a:lnTo>
                  <a:lnTo>
                    <a:pt x="135197" y="131853"/>
                  </a:lnTo>
                  <a:lnTo>
                    <a:pt x="133764" y="131853"/>
                  </a:lnTo>
                  <a:lnTo>
                    <a:pt x="132809" y="131853"/>
                  </a:lnTo>
                  <a:lnTo>
                    <a:pt x="132331" y="131853"/>
                  </a:lnTo>
                  <a:lnTo>
                    <a:pt x="132331" y="132809"/>
                  </a:lnTo>
                  <a:lnTo>
                    <a:pt x="131853" y="133764"/>
                  </a:lnTo>
                  <a:lnTo>
                    <a:pt x="131853" y="135197"/>
                  </a:lnTo>
                  <a:lnTo>
                    <a:pt x="130898" y="136153"/>
                  </a:lnTo>
                  <a:lnTo>
                    <a:pt x="130420" y="136631"/>
                  </a:lnTo>
                  <a:lnTo>
                    <a:pt x="129465" y="137108"/>
                  </a:lnTo>
                  <a:lnTo>
                    <a:pt x="127076" y="136631"/>
                  </a:lnTo>
                  <a:lnTo>
                    <a:pt x="125165" y="136631"/>
                  </a:lnTo>
                  <a:lnTo>
                    <a:pt x="120388" y="135675"/>
                  </a:lnTo>
                  <a:lnTo>
                    <a:pt x="119432" y="136153"/>
                  </a:lnTo>
                  <a:lnTo>
                    <a:pt x="118954" y="136153"/>
                  </a:lnTo>
                  <a:lnTo>
                    <a:pt x="117521" y="137108"/>
                  </a:lnTo>
                  <a:lnTo>
                    <a:pt x="115610" y="138542"/>
                  </a:lnTo>
                  <a:lnTo>
                    <a:pt x="113700" y="139975"/>
                  </a:lnTo>
                  <a:lnTo>
                    <a:pt x="112744" y="140930"/>
                  </a:lnTo>
                  <a:lnTo>
                    <a:pt x="109878" y="140930"/>
                  </a:lnTo>
                  <a:lnTo>
                    <a:pt x="108922" y="141408"/>
                  </a:lnTo>
                  <a:lnTo>
                    <a:pt x="103667" y="145230"/>
                  </a:lnTo>
                  <a:lnTo>
                    <a:pt x="102712" y="146185"/>
                  </a:lnTo>
                  <a:lnTo>
                    <a:pt x="97457" y="149052"/>
                  </a:lnTo>
                  <a:lnTo>
                    <a:pt x="95546" y="150485"/>
                  </a:lnTo>
                  <a:lnTo>
                    <a:pt x="94590" y="151440"/>
                  </a:lnTo>
                  <a:lnTo>
                    <a:pt x="91246" y="153829"/>
                  </a:lnTo>
                  <a:lnTo>
                    <a:pt x="89335" y="154784"/>
                  </a:lnTo>
                  <a:lnTo>
                    <a:pt x="88858" y="155262"/>
                  </a:lnTo>
                  <a:lnTo>
                    <a:pt x="88858" y="156695"/>
                  </a:lnTo>
                  <a:lnTo>
                    <a:pt x="88858" y="160039"/>
                  </a:lnTo>
                  <a:lnTo>
                    <a:pt x="88858" y="162906"/>
                  </a:lnTo>
                  <a:lnTo>
                    <a:pt x="88858" y="167205"/>
                  </a:lnTo>
                  <a:lnTo>
                    <a:pt x="88858" y="171505"/>
                  </a:lnTo>
                  <a:lnTo>
                    <a:pt x="88858" y="176282"/>
                  </a:lnTo>
                  <a:lnTo>
                    <a:pt x="86469" y="176282"/>
                  </a:lnTo>
                  <a:lnTo>
                    <a:pt x="86469" y="176282"/>
                  </a:lnTo>
                  <a:lnTo>
                    <a:pt x="0" y="176760"/>
                  </a:lnTo>
                  <a:lnTo>
                    <a:pt x="0" y="176282"/>
                  </a:lnTo>
                  <a:lnTo>
                    <a:pt x="2389" y="174371"/>
                  </a:lnTo>
                  <a:lnTo>
                    <a:pt x="4299" y="171027"/>
                  </a:lnTo>
                  <a:lnTo>
                    <a:pt x="7644" y="170072"/>
                  </a:lnTo>
                  <a:lnTo>
                    <a:pt x="13854" y="169116"/>
                  </a:lnTo>
                  <a:lnTo>
                    <a:pt x="23409" y="166728"/>
                  </a:lnTo>
                  <a:lnTo>
                    <a:pt x="32008" y="162906"/>
                  </a:lnTo>
                  <a:lnTo>
                    <a:pt x="34396" y="161473"/>
                  </a:lnTo>
                  <a:lnTo>
                    <a:pt x="37263" y="158606"/>
                  </a:lnTo>
                  <a:lnTo>
                    <a:pt x="41562" y="154784"/>
                  </a:lnTo>
                  <a:lnTo>
                    <a:pt x="49684" y="150007"/>
                  </a:lnTo>
                  <a:lnTo>
                    <a:pt x="53028" y="147619"/>
                  </a:lnTo>
                  <a:lnTo>
                    <a:pt x="58761" y="140930"/>
                  </a:lnTo>
                  <a:lnTo>
                    <a:pt x="62582" y="135675"/>
                  </a:lnTo>
                  <a:lnTo>
                    <a:pt x="65927" y="131853"/>
                  </a:lnTo>
                  <a:lnTo>
                    <a:pt x="67837" y="128987"/>
                  </a:lnTo>
                  <a:lnTo>
                    <a:pt x="69271" y="125643"/>
                  </a:lnTo>
                  <a:lnTo>
                    <a:pt x="70226" y="120865"/>
                  </a:lnTo>
                  <a:lnTo>
                    <a:pt x="69748" y="118477"/>
                  </a:lnTo>
                  <a:lnTo>
                    <a:pt x="67360" y="115611"/>
                  </a:lnTo>
                  <a:lnTo>
                    <a:pt x="65927" y="114655"/>
                  </a:lnTo>
                  <a:lnTo>
                    <a:pt x="65449" y="113222"/>
                  </a:lnTo>
                  <a:lnTo>
                    <a:pt x="66404" y="110355"/>
                  </a:lnTo>
                  <a:lnTo>
                    <a:pt x="66404" y="105578"/>
                  </a:lnTo>
                  <a:lnTo>
                    <a:pt x="66404" y="97935"/>
                  </a:lnTo>
                  <a:lnTo>
                    <a:pt x="69271" y="92202"/>
                  </a:lnTo>
                  <a:lnTo>
                    <a:pt x="75959" y="84080"/>
                  </a:lnTo>
                  <a:lnTo>
                    <a:pt x="76914" y="80736"/>
                  </a:lnTo>
                  <a:lnTo>
                    <a:pt x="77870" y="75481"/>
                  </a:lnTo>
                  <a:lnTo>
                    <a:pt x="77870" y="73570"/>
                  </a:lnTo>
                  <a:lnTo>
                    <a:pt x="85991" y="65927"/>
                  </a:lnTo>
                  <a:lnTo>
                    <a:pt x="90769" y="60194"/>
                  </a:lnTo>
                  <a:lnTo>
                    <a:pt x="92202" y="58761"/>
                  </a:lnTo>
                  <a:lnTo>
                    <a:pt x="96501" y="56372"/>
                  </a:lnTo>
                  <a:lnTo>
                    <a:pt x="111311" y="50639"/>
                  </a:lnTo>
                  <a:lnTo>
                    <a:pt x="119432" y="46340"/>
                  </a:lnTo>
                  <a:lnTo>
                    <a:pt x="124210" y="43473"/>
                  </a:lnTo>
                  <a:lnTo>
                    <a:pt x="127076" y="39651"/>
                  </a:lnTo>
                  <a:lnTo>
                    <a:pt x="135197" y="25798"/>
                  </a:lnTo>
                  <a:lnTo>
                    <a:pt x="142841" y="5733"/>
                  </a:lnTo>
                  <a:lnTo>
                    <a:pt x="143796" y="3344"/>
                  </a:lnTo>
                  <a:lnTo>
                    <a:pt x="147141" y="2389"/>
                  </a:lnTo>
                  <a:lnTo>
                    <a:pt x="149529" y="2389"/>
                  </a:lnTo>
                  <a:lnTo>
                    <a:pt x="151440" y="1433"/>
                  </a:lnTo>
                  <a:lnTo>
                    <a:pt x="154307" y="0"/>
                  </a:lnTo>
                  <a:lnTo>
                    <a:pt x="156695" y="478"/>
                  </a:lnTo>
                  <a:lnTo>
                    <a:pt x="155262" y="1433"/>
                  </a:lnTo>
                  <a:lnTo>
                    <a:pt x="155262" y="4300"/>
                  </a:lnTo>
                  <a:lnTo>
                    <a:pt x="157173" y="7166"/>
                  </a:lnTo>
                  <a:lnTo>
                    <a:pt x="160039" y="10510"/>
                  </a:lnTo>
                  <a:lnTo>
                    <a:pt x="165294" y="14332"/>
                  </a:lnTo>
                  <a:lnTo>
                    <a:pt x="169594" y="16243"/>
                  </a:lnTo>
                  <a:lnTo>
                    <a:pt x="175326" y="17198"/>
                  </a:lnTo>
                  <a:lnTo>
                    <a:pt x="182015" y="15287"/>
                  </a:lnTo>
                  <a:lnTo>
                    <a:pt x="185837" y="15287"/>
                  </a:lnTo>
                  <a:lnTo>
                    <a:pt x="187748" y="14332"/>
                  </a:lnTo>
                  <a:lnTo>
                    <a:pt x="190136" y="15765"/>
                  </a:lnTo>
                  <a:lnTo>
                    <a:pt x="193958" y="15765"/>
                  </a:lnTo>
                  <a:lnTo>
                    <a:pt x="197780" y="15287"/>
                  </a:lnTo>
                  <a:lnTo>
                    <a:pt x="200646" y="13854"/>
                  </a:lnTo>
                  <a:lnTo>
                    <a:pt x="202079" y="11466"/>
                  </a:lnTo>
                  <a:lnTo>
                    <a:pt x="202557" y="12421"/>
                  </a:lnTo>
                  <a:lnTo>
                    <a:pt x="202557" y="13854"/>
                  </a:lnTo>
                  <a:lnTo>
                    <a:pt x="203035" y="14332"/>
                  </a:lnTo>
                  <a:lnTo>
                    <a:pt x="204468" y="16721"/>
                  </a:lnTo>
                  <a:lnTo>
                    <a:pt x="204946" y="17676"/>
                  </a:lnTo>
                  <a:lnTo>
                    <a:pt x="206857" y="17676"/>
                  </a:lnTo>
                  <a:lnTo>
                    <a:pt x="208768" y="18154"/>
                  </a:lnTo>
                  <a:lnTo>
                    <a:pt x="213067" y="18154"/>
                  </a:lnTo>
                  <a:lnTo>
                    <a:pt x="217367" y="18632"/>
                  </a:lnTo>
                  <a:lnTo>
                    <a:pt x="217845" y="20065"/>
                  </a:lnTo>
                  <a:lnTo>
                    <a:pt x="218800" y="21498"/>
                  </a:lnTo>
                  <a:lnTo>
                    <a:pt x="223099" y="24364"/>
                  </a:lnTo>
                  <a:lnTo>
                    <a:pt x="225488" y="26275"/>
                  </a:lnTo>
                  <a:lnTo>
                    <a:pt x="225488" y="26753"/>
                  </a:lnTo>
                  <a:lnTo>
                    <a:pt x="225010" y="28186"/>
                  </a:lnTo>
                  <a:lnTo>
                    <a:pt x="224533" y="29141"/>
                  </a:lnTo>
                  <a:lnTo>
                    <a:pt x="225010" y="30575"/>
                  </a:lnTo>
                  <a:lnTo>
                    <a:pt x="226921" y="32008"/>
                  </a:lnTo>
                  <a:lnTo>
                    <a:pt x="226921" y="32486"/>
                  </a:lnTo>
                  <a:lnTo>
                    <a:pt x="226444" y="33441"/>
                  </a:lnTo>
                  <a:lnTo>
                    <a:pt x="225488" y="34397"/>
                  </a:lnTo>
                  <a:lnTo>
                    <a:pt x="227399" y="38696"/>
                  </a:lnTo>
                  <a:lnTo>
                    <a:pt x="227399" y="42996"/>
                  </a:lnTo>
                  <a:lnTo>
                    <a:pt x="226921" y="45862"/>
                  </a:lnTo>
                  <a:lnTo>
                    <a:pt x="227399" y="47295"/>
                  </a:lnTo>
                  <a:lnTo>
                    <a:pt x="227399" y="48728"/>
                  </a:lnTo>
                  <a:lnTo>
                    <a:pt x="228832" y="52073"/>
                  </a:lnTo>
                  <a:lnTo>
                    <a:pt x="227877" y="57328"/>
                  </a:lnTo>
                  <a:lnTo>
                    <a:pt x="228832" y="60194"/>
                  </a:lnTo>
                  <a:lnTo>
                    <a:pt x="230265" y="62582"/>
                  </a:lnTo>
                  <a:lnTo>
                    <a:pt x="231221" y="66882"/>
                  </a:lnTo>
                  <a:lnTo>
                    <a:pt x="232654" y="68793"/>
                  </a:lnTo>
                  <a:lnTo>
                    <a:pt x="234565" y="70704"/>
                  </a:lnTo>
                  <a:lnTo>
                    <a:pt x="235521" y="71182"/>
                  </a:lnTo>
                  <a:lnTo>
                    <a:pt x="237431" y="72615"/>
                  </a:lnTo>
                  <a:lnTo>
                    <a:pt x="239342" y="7404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6" name="Freeform 2275">
              <a:extLst>
                <a:ext uri="{FF2B5EF4-FFF2-40B4-BE49-F238E27FC236}">
                  <a16:creationId xmlns:a16="http://schemas.microsoft.com/office/drawing/2014/main" id="{E7F32E4D-738C-4D70-3926-031997CD7F1A}"/>
                </a:ext>
              </a:extLst>
            </p:cNvPr>
            <p:cNvSpPr/>
            <p:nvPr/>
          </p:nvSpPr>
          <p:spPr>
            <a:xfrm>
              <a:off x="5852835" y="3664304"/>
              <a:ext cx="9554" cy="5255"/>
            </a:xfrm>
            <a:custGeom>
              <a:avLst/>
              <a:gdLst>
                <a:gd name="csX0" fmla="*/ 9555 w 9554"/>
                <a:gd name="csY0" fmla="*/ 2389 h 5255"/>
                <a:gd name="csX1" fmla="*/ 8121 w 9554"/>
                <a:gd name="csY1" fmla="*/ 3344 h 5255"/>
                <a:gd name="csX2" fmla="*/ 7644 w 9554"/>
                <a:gd name="csY2" fmla="*/ 4777 h 5255"/>
                <a:gd name="csX3" fmla="*/ 7166 w 9554"/>
                <a:gd name="csY3" fmla="*/ 5255 h 5255"/>
                <a:gd name="csX4" fmla="*/ 6211 w 9554"/>
                <a:gd name="csY4" fmla="*/ 5255 h 5255"/>
                <a:gd name="csX5" fmla="*/ 4777 w 9554"/>
                <a:gd name="csY5" fmla="*/ 5255 h 5255"/>
                <a:gd name="csX6" fmla="*/ 956 w 9554"/>
                <a:gd name="csY6" fmla="*/ 3344 h 5255"/>
                <a:gd name="csX7" fmla="*/ 0 w 9554"/>
                <a:gd name="csY7" fmla="*/ 3344 h 5255"/>
                <a:gd name="csX8" fmla="*/ 956 w 9554"/>
                <a:gd name="csY8" fmla="*/ 2389 h 5255"/>
                <a:gd name="csX9" fmla="*/ 3344 w 9554"/>
                <a:gd name="csY9" fmla="*/ 1433 h 5255"/>
                <a:gd name="csX10" fmla="*/ 4777 w 9554"/>
                <a:gd name="csY10" fmla="*/ 0 h 5255"/>
                <a:gd name="csX11" fmla="*/ 8121 w 9554"/>
                <a:gd name="csY11" fmla="*/ 1433 h 5255"/>
                <a:gd name="csX12" fmla="*/ 9555 w 9554"/>
                <a:gd name="csY12" fmla="*/ 2389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554" h="5255">
                  <a:moveTo>
                    <a:pt x="9555" y="2389"/>
                  </a:moveTo>
                  <a:lnTo>
                    <a:pt x="8121" y="3344"/>
                  </a:lnTo>
                  <a:lnTo>
                    <a:pt x="7644" y="4777"/>
                  </a:lnTo>
                  <a:lnTo>
                    <a:pt x="7166" y="5255"/>
                  </a:lnTo>
                  <a:lnTo>
                    <a:pt x="6211" y="5255"/>
                  </a:lnTo>
                  <a:lnTo>
                    <a:pt x="4777" y="5255"/>
                  </a:lnTo>
                  <a:lnTo>
                    <a:pt x="956" y="3344"/>
                  </a:lnTo>
                  <a:lnTo>
                    <a:pt x="0" y="3344"/>
                  </a:lnTo>
                  <a:lnTo>
                    <a:pt x="956" y="2389"/>
                  </a:lnTo>
                  <a:lnTo>
                    <a:pt x="3344" y="1433"/>
                  </a:lnTo>
                  <a:lnTo>
                    <a:pt x="4777" y="0"/>
                  </a:lnTo>
                  <a:lnTo>
                    <a:pt x="8121" y="1433"/>
                  </a:lnTo>
                  <a:lnTo>
                    <a:pt x="955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7" name="Freeform 2276">
              <a:extLst>
                <a:ext uri="{FF2B5EF4-FFF2-40B4-BE49-F238E27FC236}">
                  <a16:creationId xmlns:a16="http://schemas.microsoft.com/office/drawing/2014/main" id="{8E86690F-C228-7F60-AAF6-0E13435AE193}"/>
                </a:ext>
              </a:extLst>
            </p:cNvPr>
            <p:cNvSpPr/>
            <p:nvPr/>
          </p:nvSpPr>
          <p:spPr>
            <a:xfrm>
              <a:off x="5856179" y="3793769"/>
              <a:ext cx="4299" cy="6210"/>
            </a:xfrm>
            <a:custGeom>
              <a:avLst/>
              <a:gdLst>
                <a:gd name="csX0" fmla="*/ 1911 w 4299"/>
                <a:gd name="csY0" fmla="*/ 956 h 6210"/>
                <a:gd name="csX1" fmla="*/ 4300 w 4299"/>
                <a:gd name="csY1" fmla="*/ 3822 h 6210"/>
                <a:gd name="csX2" fmla="*/ 3344 w 4299"/>
                <a:gd name="csY2" fmla="*/ 6210 h 6210"/>
                <a:gd name="csX3" fmla="*/ 1911 w 4299"/>
                <a:gd name="csY3" fmla="*/ 3822 h 6210"/>
                <a:gd name="csX4" fmla="*/ 478 w 4299"/>
                <a:gd name="csY4" fmla="*/ 1911 h 6210"/>
                <a:gd name="csX5" fmla="*/ 0 w 4299"/>
                <a:gd name="csY5" fmla="*/ 478 h 6210"/>
                <a:gd name="csX6" fmla="*/ 0 w 4299"/>
                <a:gd name="csY6" fmla="*/ 0 h 6210"/>
                <a:gd name="csX7" fmla="*/ 1911 w 4299"/>
                <a:gd name="csY7" fmla="*/ 95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6210">
                  <a:moveTo>
                    <a:pt x="1911" y="956"/>
                  </a:moveTo>
                  <a:lnTo>
                    <a:pt x="4300" y="3822"/>
                  </a:lnTo>
                  <a:lnTo>
                    <a:pt x="3344" y="6210"/>
                  </a:lnTo>
                  <a:lnTo>
                    <a:pt x="1911" y="3822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8" name="Freeform 2277">
              <a:extLst>
                <a:ext uri="{FF2B5EF4-FFF2-40B4-BE49-F238E27FC236}">
                  <a16:creationId xmlns:a16="http://schemas.microsoft.com/office/drawing/2014/main" id="{97FC1278-70A1-B0F9-97ED-E711E0F6E1E8}"/>
                </a:ext>
              </a:extLst>
            </p:cNvPr>
            <p:cNvSpPr/>
            <p:nvPr/>
          </p:nvSpPr>
          <p:spPr>
            <a:xfrm>
              <a:off x="5857612" y="3868773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478 h 477"/>
                <a:gd name="csX2" fmla="*/ 478 w 477"/>
                <a:gd name="csY2" fmla="*/ 0 h 477"/>
                <a:gd name="csX3" fmla="*/ 0 w 477"/>
                <a:gd name="csY3" fmla="*/ 0 h 477"/>
                <a:gd name="csX4" fmla="*/ 0 w 477"/>
                <a:gd name="csY4" fmla="*/ 0 h 477"/>
                <a:gd name="csX5" fmla="*/ 478 w 477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478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9" name="Freeform 2278">
              <a:extLst>
                <a:ext uri="{FF2B5EF4-FFF2-40B4-BE49-F238E27FC236}">
                  <a16:creationId xmlns:a16="http://schemas.microsoft.com/office/drawing/2014/main" id="{C2167384-5A63-3BFC-54BB-09841383A5D5}"/>
                </a:ext>
              </a:extLst>
            </p:cNvPr>
            <p:cNvSpPr/>
            <p:nvPr/>
          </p:nvSpPr>
          <p:spPr>
            <a:xfrm>
              <a:off x="5856179" y="3870206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0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0" name="Freeform 2279">
              <a:extLst>
                <a:ext uri="{FF2B5EF4-FFF2-40B4-BE49-F238E27FC236}">
                  <a16:creationId xmlns:a16="http://schemas.microsoft.com/office/drawing/2014/main" id="{153B7DF6-F733-A686-56B5-D00B66AE9AA9}"/>
                </a:ext>
              </a:extLst>
            </p:cNvPr>
            <p:cNvSpPr/>
            <p:nvPr/>
          </p:nvSpPr>
          <p:spPr>
            <a:xfrm>
              <a:off x="5849013" y="3863040"/>
              <a:ext cx="3821" cy="1433"/>
            </a:xfrm>
            <a:custGeom>
              <a:avLst/>
              <a:gdLst>
                <a:gd name="csX0" fmla="*/ 3822 w 3821"/>
                <a:gd name="csY0" fmla="*/ 1433 h 1433"/>
                <a:gd name="csX1" fmla="*/ 2389 w 3821"/>
                <a:gd name="csY1" fmla="*/ 1433 h 1433"/>
                <a:gd name="csX2" fmla="*/ 956 w 3821"/>
                <a:gd name="csY2" fmla="*/ 478 h 1433"/>
                <a:gd name="csX3" fmla="*/ 0 w 3821"/>
                <a:gd name="csY3" fmla="*/ 0 h 1433"/>
                <a:gd name="csX4" fmla="*/ 0 w 3821"/>
                <a:gd name="csY4" fmla="*/ 0 h 1433"/>
                <a:gd name="csX5" fmla="*/ 956 w 3821"/>
                <a:gd name="csY5" fmla="*/ 478 h 1433"/>
                <a:gd name="csX6" fmla="*/ 2389 w 3821"/>
                <a:gd name="csY6" fmla="*/ 956 h 1433"/>
                <a:gd name="csX7" fmla="*/ 3822 w 3821"/>
                <a:gd name="csY7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1433">
                  <a:moveTo>
                    <a:pt x="3822" y="1433"/>
                  </a:moveTo>
                  <a:lnTo>
                    <a:pt x="2389" y="1433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2389" y="956"/>
                  </a:lnTo>
                  <a:lnTo>
                    <a:pt x="38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1" name="Freeform 2280">
              <a:extLst>
                <a:ext uri="{FF2B5EF4-FFF2-40B4-BE49-F238E27FC236}">
                  <a16:creationId xmlns:a16="http://schemas.microsoft.com/office/drawing/2014/main" id="{097659B5-EA01-0EAE-F99F-B81548F9DDD7}"/>
                </a:ext>
              </a:extLst>
            </p:cNvPr>
            <p:cNvSpPr/>
            <p:nvPr/>
          </p:nvSpPr>
          <p:spPr>
            <a:xfrm>
              <a:off x="5839458" y="3706822"/>
              <a:ext cx="4299" cy="2866"/>
            </a:xfrm>
            <a:custGeom>
              <a:avLst/>
              <a:gdLst>
                <a:gd name="csX0" fmla="*/ 4300 w 4299"/>
                <a:gd name="csY0" fmla="*/ 956 h 2866"/>
                <a:gd name="csX1" fmla="*/ 4300 w 4299"/>
                <a:gd name="csY1" fmla="*/ 2389 h 2866"/>
                <a:gd name="csX2" fmla="*/ 3344 w 4299"/>
                <a:gd name="csY2" fmla="*/ 2866 h 2866"/>
                <a:gd name="csX3" fmla="*/ 2867 w 4299"/>
                <a:gd name="csY3" fmla="*/ 2389 h 2866"/>
                <a:gd name="csX4" fmla="*/ 1433 w 4299"/>
                <a:gd name="csY4" fmla="*/ 2389 h 2866"/>
                <a:gd name="csX5" fmla="*/ 0 w 4299"/>
                <a:gd name="csY5" fmla="*/ 2866 h 2866"/>
                <a:gd name="csX6" fmla="*/ 478 w 4299"/>
                <a:gd name="csY6" fmla="*/ 0 h 2866"/>
                <a:gd name="csX7" fmla="*/ 2867 w 4299"/>
                <a:gd name="csY7" fmla="*/ 478 h 2866"/>
                <a:gd name="csX8" fmla="*/ 4300 w 4299"/>
                <a:gd name="csY8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2866">
                  <a:moveTo>
                    <a:pt x="4300" y="956"/>
                  </a:moveTo>
                  <a:lnTo>
                    <a:pt x="4300" y="2389"/>
                  </a:lnTo>
                  <a:lnTo>
                    <a:pt x="3344" y="2866"/>
                  </a:lnTo>
                  <a:lnTo>
                    <a:pt x="2867" y="2389"/>
                  </a:lnTo>
                  <a:lnTo>
                    <a:pt x="1433" y="2389"/>
                  </a:lnTo>
                  <a:lnTo>
                    <a:pt x="0" y="2866"/>
                  </a:lnTo>
                  <a:lnTo>
                    <a:pt x="478" y="0"/>
                  </a:lnTo>
                  <a:lnTo>
                    <a:pt x="2867" y="478"/>
                  </a:lnTo>
                  <a:lnTo>
                    <a:pt x="430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" name="Freeform 2281">
              <a:extLst>
                <a:ext uri="{FF2B5EF4-FFF2-40B4-BE49-F238E27FC236}">
                  <a16:creationId xmlns:a16="http://schemas.microsoft.com/office/drawing/2014/main" id="{382E7C4B-9458-EDDA-EE8C-C8DDAF87EAA6}"/>
                </a:ext>
              </a:extLst>
            </p:cNvPr>
            <p:cNvSpPr/>
            <p:nvPr/>
          </p:nvSpPr>
          <p:spPr>
            <a:xfrm>
              <a:off x="5830859" y="3392954"/>
              <a:ext cx="5254" cy="2388"/>
            </a:xfrm>
            <a:custGeom>
              <a:avLst/>
              <a:gdLst>
                <a:gd name="csX0" fmla="*/ 5255 w 5254"/>
                <a:gd name="csY0" fmla="*/ 0 h 2388"/>
                <a:gd name="csX1" fmla="*/ 4777 w 5254"/>
                <a:gd name="csY1" fmla="*/ 955 h 2388"/>
                <a:gd name="csX2" fmla="*/ 2389 w 5254"/>
                <a:gd name="csY2" fmla="*/ 2389 h 2388"/>
                <a:gd name="csX3" fmla="*/ 0 w 5254"/>
                <a:gd name="csY3" fmla="*/ 2389 h 2388"/>
                <a:gd name="csX4" fmla="*/ 1433 w 5254"/>
                <a:gd name="csY4" fmla="*/ 478 h 2388"/>
                <a:gd name="csX5" fmla="*/ 2389 w 5254"/>
                <a:gd name="csY5" fmla="*/ 0 h 2388"/>
                <a:gd name="csX6" fmla="*/ 5255 w 5254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4" h="2388">
                  <a:moveTo>
                    <a:pt x="5255" y="0"/>
                  </a:moveTo>
                  <a:lnTo>
                    <a:pt x="4777" y="955"/>
                  </a:lnTo>
                  <a:lnTo>
                    <a:pt x="2389" y="2389"/>
                  </a:lnTo>
                  <a:lnTo>
                    <a:pt x="0" y="2389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" name="Freeform 2282">
              <a:extLst>
                <a:ext uri="{FF2B5EF4-FFF2-40B4-BE49-F238E27FC236}">
                  <a16:creationId xmlns:a16="http://schemas.microsoft.com/office/drawing/2014/main" id="{79A49B6F-D3E9-3C75-DA25-A442E827C664}"/>
                </a:ext>
              </a:extLst>
            </p:cNvPr>
            <p:cNvSpPr/>
            <p:nvPr/>
          </p:nvSpPr>
          <p:spPr>
            <a:xfrm>
              <a:off x="5713338" y="4539505"/>
              <a:ext cx="120865" cy="116566"/>
            </a:xfrm>
            <a:custGeom>
              <a:avLst/>
              <a:gdLst>
                <a:gd name="csX0" fmla="*/ 119910 w 120865"/>
                <a:gd name="csY0" fmla="*/ 41085 h 116566"/>
                <a:gd name="csX1" fmla="*/ 120865 w 120865"/>
                <a:gd name="csY1" fmla="*/ 46340 h 116566"/>
                <a:gd name="csX2" fmla="*/ 119910 w 120865"/>
                <a:gd name="csY2" fmla="*/ 46818 h 116566"/>
                <a:gd name="csX3" fmla="*/ 118954 w 120865"/>
                <a:gd name="csY3" fmla="*/ 46818 h 116566"/>
                <a:gd name="csX4" fmla="*/ 118477 w 120865"/>
                <a:gd name="csY4" fmla="*/ 47295 h 116566"/>
                <a:gd name="csX5" fmla="*/ 118477 w 120865"/>
                <a:gd name="csY5" fmla="*/ 47773 h 116566"/>
                <a:gd name="csX6" fmla="*/ 118954 w 120865"/>
                <a:gd name="csY6" fmla="*/ 48728 h 116566"/>
                <a:gd name="csX7" fmla="*/ 118477 w 120865"/>
                <a:gd name="csY7" fmla="*/ 49206 h 116566"/>
                <a:gd name="csX8" fmla="*/ 117521 w 120865"/>
                <a:gd name="csY8" fmla="*/ 49684 h 116566"/>
                <a:gd name="csX9" fmla="*/ 115133 w 120865"/>
                <a:gd name="csY9" fmla="*/ 51117 h 116566"/>
                <a:gd name="csX10" fmla="*/ 115133 w 120865"/>
                <a:gd name="csY10" fmla="*/ 52073 h 116566"/>
                <a:gd name="csX11" fmla="*/ 114177 w 120865"/>
                <a:gd name="csY11" fmla="*/ 53506 h 116566"/>
                <a:gd name="csX12" fmla="*/ 113700 w 120865"/>
                <a:gd name="csY12" fmla="*/ 53984 h 116566"/>
                <a:gd name="csX13" fmla="*/ 113222 w 120865"/>
                <a:gd name="csY13" fmla="*/ 55894 h 116566"/>
                <a:gd name="csX14" fmla="*/ 111789 w 120865"/>
                <a:gd name="csY14" fmla="*/ 60194 h 116566"/>
                <a:gd name="csX15" fmla="*/ 111311 w 120865"/>
                <a:gd name="csY15" fmla="*/ 63538 h 116566"/>
                <a:gd name="csX16" fmla="*/ 111311 w 120865"/>
                <a:gd name="csY16" fmla="*/ 64493 h 116566"/>
                <a:gd name="csX17" fmla="*/ 110833 w 120865"/>
                <a:gd name="csY17" fmla="*/ 64971 h 116566"/>
                <a:gd name="csX18" fmla="*/ 110833 w 120865"/>
                <a:gd name="csY18" fmla="*/ 65449 h 116566"/>
                <a:gd name="csX19" fmla="*/ 110355 w 120865"/>
                <a:gd name="csY19" fmla="*/ 66405 h 116566"/>
                <a:gd name="csX20" fmla="*/ 107489 w 120865"/>
                <a:gd name="csY20" fmla="*/ 69271 h 116566"/>
                <a:gd name="csX21" fmla="*/ 106056 w 120865"/>
                <a:gd name="csY21" fmla="*/ 71659 h 116566"/>
                <a:gd name="csX22" fmla="*/ 106534 w 120865"/>
                <a:gd name="csY22" fmla="*/ 72615 h 116566"/>
                <a:gd name="csX23" fmla="*/ 106534 w 120865"/>
                <a:gd name="csY23" fmla="*/ 74048 h 116566"/>
                <a:gd name="csX24" fmla="*/ 106056 w 120865"/>
                <a:gd name="csY24" fmla="*/ 74526 h 116566"/>
                <a:gd name="csX25" fmla="*/ 106056 w 120865"/>
                <a:gd name="csY25" fmla="*/ 76915 h 116566"/>
                <a:gd name="csX26" fmla="*/ 106534 w 120865"/>
                <a:gd name="csY26" fmla="*/ 78348 h 116566"/>
                <a:gd name="csX27" fmla="*/ 107011 w 120865"/>
                <a:gd name="csY27" fmla="*/ 80259 h 116566"/>
                <a:gd name="csX28" fmla="*/ 108922 w 120865"/>
                <a:gd name="csY28" fmla="*/ 85036 h 116566"/>
                <a:gd name="csX29" fmla="*/ 109878 w 120865"/>
                <a:gd name="csY29" fmla="*/ 87902 h 116566"/>
                <a:gd name="csX30" fmla="*/ 110355 w 120865"/>
                <a:gd name="csY30" fmla="*/ 90291 h 116566"/>
                <a:gd name="csX31" fmla="*/ 110833 w 120865"/>
                <a:gd name="csY31" fmla="*/ 91724 h 116566"/>
                <a:gd name="csX32" fmla="*/ 111311 w 120865"/>
                <a:gd name="csY32" fmla="*/ 92202 h 116566"/>
                <a:gd name="csX33" fmla="*/ 111789 w 120865"/>
                <a:gd name="csY33" fmla="*/ 92680 h 116566"/>
                <a:gd name="csX34" fmla="*/ 111789 w 120865"/>
                <a:gd name="csY34" fmla="*/ 93157 h 116566"/>
                <a:gd name="csX35" fmla="*/ 114655 w 120865"/>
                <a:gd name="csY35" fmla="*/ 93157 h 116566"/>
                <a:gd name="csX36" fmla="*/ 115133 w 120865"/>
                <a:gd name="csY36" fmla="*/ 93635 h 116566"/>
                <a:gd name="csX37" fmla="*/ 115133 w 120865"/>
                <a:gd name="csY37" fmla="*/ 94591 h 116566"/>
                <a:gd name="csX38" fmla="*/ 115610 w 120865"/>
                <a:gd name="csY38" fmla="*/ 96501 h 116566"/>
                <a:gd name="csX39" fmla="*/ 115610 w 120865"/>
                <a:gd name="csY39" fmla="*/ 97935 h 116566"/>
                <a:gd name="csX40" fmla="*/ 115610 w 120865"/>
                <a:gd name="csY40" fmla="*/ 97935 h 116566"/>
                <a:gd name="csX41" fmla="*/ 115133 w 120865"/>
                <a:gd name="csY41" fmla="*/ 98412 h 116566"/>
                <a:gd name="csX42" fmla="*/ 115133 w 120865"/>
                <a:gd name="csY42" fmla="*/ 99846 h 116566"/>
                <a:gd name="csX43" fmla="*/ 115133 w 120865"/>
                <a:gd name="csY43" fmla="*/ 101279 h 116566"/>
                <a:gd name="csX44" fmla="*/ 115133 w 120865"/>
                <a:gd name="csY44" fmla="*/ 101279 h 116566"/>
                <a:gd name="csX45" fmla="*/ 114655 w 120865"/>
                <a:gd name="csY45" fmla="*/ 101757 h 116566"/>
                <a:gd name="csX46" fmla="*/ 113222 w 120865"/>
                <a:gd name="csY46" fmla="*/ 101757 h 116566"/>
                <a:gd name="csX47" fmla="*/ 111789 w 120865"/>
                <a:gd name="csY47" fmla="*/ 102234 h 116566"/>
                <a:gd name="csX48" fmla="*/ 110355 w 120865"/>
                <a:gd name="csY48" fmla="*/ 102234 h 116566"/>
                <a:gd name="csX49" fmla="*/ 110355 w 120865"/>
                <a:gd name="csY49" fmla="*/ 101757 h 116566"/>
                <a:gd name="csX50" fmla="*/ 109400 w 120865"/>
                <a:gd name="csY50" fmla="*/ 101757 h 116566"/>
                <a:gd name="csX51" fmla="*/ 107489 w 120865"/>
                <a:gd name="csY51" fmla="*/ 100801 h 116566"/>
                <a:gd name="csX52" fmla="*/ 107967 w 120865"/>
                <a:gd name="csY52" fmla="*/ 98412 h 116566"/>
                <a:gd name="csX53" fmla="*/ 107011 w 120865"/>
                <a:gd name="csY53" fmla="*/ 97935 h 116566"/>
                <a:gd name="csX54" fmla="*/ 106056 w 120865"/>
                <a:gd name="csY54" fmla="*/ 98412 h 116566"/>
                <a:gd name="csX55" fmla="*/ 104623 w 120865"/>
                <a:gd name="csY55" fmla="*/ 101757 h 116566"/>
                <a:gd name="csX56" fmla="*/ 104145 w 120865"/>
                <a:gd name="csY56" fmla="*/ 102234 h 116566"/>
                <a:gd name="csX57" fmla="*/ 93635 w 120865"/>
                <a:gd name="csY57" fmla="*/ 100323 h 116566"/>
                <a:gd name="csX58" fmla="*/ 91246 w 120865"/>
                <a:gd name="csY58" fmla="*/ 99368 h 116566"/>
                <a:gd name="csX59" fmla="*/ 88858 w 120865"/>
                <a:gd name="csY59" fmla="*/ 98890 h 116566"/>
                <a:gd name="csX60" fmla="*/ 84080 w 120865"/>
                <a:gd name="csY60" fmla="*/ 98890 h 116566"/>
                <a:gd name="csX61" fmla="*/ 80258 w 120865"/>
                <a:gd name="csY61" fmla="*/ 99368 h 116566"/>
                <a:gd name="csX62" fmla="*/ 78825 w 120865"/>
                <a:gd name="csY62" fmla="*/ 100323 h 116566"/>
                <a:gd name="csX63" fmla="*/ 88858 w 120865"/>
                <a:gd name="csY63" fmla="*/ 99846 h 116566"/>
                <a:gd name="csX64" fmla="*/ 89813 w 120865"/>
                <a:gd name="csY64" fmla="*/ 99846 h 116566"/>
                <a:gd name="csX65" fmla="*/ 90291 w 120865"/>
                <a:gd name="csY65" fmla="*/ 100323 h 116566"/>
                <a:gd name="csX66" fmla="*/ 77870 w 120865"/>
                <a:gd name="csY66" fmla="*/ 101279 h 116566"/>
                <a:gd name="csX67" fmla="*/ 73093 w 120865"/>
                <a:gd name="csY67" fmla="*/ 102234 h 116566"/>
                <a:gd name="csX68" fmla="*/ 71659 w 120865"/>
                <a:gd name="csY68" fmla="*/ 101757 h 116566"/>
                <a:gd name="csX69" fmla="*/ 70704 w 120865"/>
                <a:gd name="csY69" fmla="*/ 100801 h 116566"/>
                <a:gd name="csX70" fmla="*/ 65449 w 120865"/>
                <a:gd name="csY70" fmla="*/ 100801 h 116566"/>
                <a:gd name="csX71" fmla="*/ 64493 w 120865"/>
                <a:gd name="csY71" fmla="*/ 101279 h 116566"/>
                <a:gd name="csX72" fmla="*/ 64016 w 120865"/>
                <a:gd name="csY72" fmla="*/ 101757 h 116566"/>
                <a:gd name="csX73" fmla="*/ 65927 w 120865"/>
                <a:gd name="csY73" fmla="*/ 101757 h 116566"/>
                <a:gd name="csX74" fmla="*/ 69271 w 120865"/>
                <a:gd name="csY74" fmla="*/ 101757 h 116566"/>
                <a:gd name="csX75" fmla="*/ 70226 w 120865"/>
                <a:gd name="csY75" fmla="*/ 102234 h 116566"/>
                <a:gd name="csX76" fmla="*/ 60194 w 120865"/>
                <a:gd name="csY76" fmla="*/ 103190 h 116566"/>
                <a:gd name="csX77" fmla="*/ 53028 w 120865"/>
                <a:gd name="csY77" fmla="*/ 104145 h 116566"/>
                <a:gd name="csX78" fmla="*/ 50162 w 120865"/>
                <a:gd name="csY78" fmla="*/ 105578 h 116566"/>
                <a:gd name="csX79" fmla="*/ 40607 w 120865"/>
                <a:gd name="csY79" fmla="*/ 108923 h 116566"/>
                <a:gd name="csX80" fmla="*/ 34874 w 120865"/>
                <a:gd name="csY80" fmla="*/ 110356 h 116566"/>
                <a:gd name="csX81" fmla="*/ 32963 w 120865"/>
                <a:gd name="csY81" fmla="*/ 111311 h 116566"/>
                <a:gd name="csX82" fmla="*/ 30575 w 120865"/>
                <a:gd name="csY82" fmla="*/ 112744 h 116566"/>
                <a:gd name="csX83" fmla="*/ 27230 w 120865"/>
                <a:gd name="csY83" fmla="*/ 113700 h 116566"/>
                <a:gd name="csX84" fmla="*/ 22931 w 120865"/>
                <a:gd name="csY84" fmla="*/ 116088 h 116566"/>
                <a:gd name="csX85" fmla="*/ 21020 w 120865"/>
                <a:gd name="csY85" fmla="*/ 116566 h 116566"/>
                <a:gd name="csX86" fmla="*/ 20064 w 120865"/>
                <a:gd name="csY86" fmla="*/ 115611 h 116566"/>
                <a:gd name="csX87" fmla="*/ 20064 w 120865"/>
                <a:gd name="csY87" fmla="*/ 112266 h 116566"/>
                <a:gd name="csX88" fmla="*/ 20064 w 120865"/>
                <a:gd name="csY88" fmla="*/ 107967 h 116566"/>
                <a:gd name="csX89" fmla="*/ 20064 w 120865"/>
                <a:gd name="csY89" fmla="*/ 106056 h 116566"/>
                <a:gd name="csX90" fmla="*/ 20064 w 120865"/>
                <a:gd name="csY90" fmla="*/ 104623 h 116566"/>
                <a:gd name="csX91" fmla="*/ 20064 w 120865"/>
                <a:gd name="csY91" fmla="*/ 103190 h 116566"/>
                <a:gd name="csX92" fmla="*/ 21498 w 120865"/>
                <a:gd name="csY92" fmla="*/ 102712 h 116566"/>
                <a:gd name="csX93" fmla="*/ 21975 w 120865"/>
                <a:gd name="csY93" fmla="*/ 102234 h 116566"/>
                <a:gd name="csX94" fmla="*/ 21975 w 120865"/>
                <a:gd name="csY94" fmla="*/ 100323 h 116566"/>
                <a:gd name="csX95" fmla="*/ 22931 w 120865"/>
                <a:gd name="csY95" fmla="*/ 98890 h 116566"/>
                <a:gd name="csX96" fmla="*/ 22931 w 120865"/>
                <a:gd name="csY96" fmla="*/ 96024 h 116566"/>
                <a:gd name="csX97" fmla="*/ 23409 w 120865"/>
                <a:gd name="csY97" fmla="*/ 95546 h 116566"/>
                <a:gd name="csX98" fmla="*/ 23409 w 120865"/>
                <a:gd name="csY98" fmla="*/ 95068 h 116566"/>
                <a:gd name="csX99" fmla="*/ 23886 w 120865"/>
                <a:gd name="csY99" fmla="*/ 94591 h 116566"/>
                <a:gd name="csX100" fmla="*/ 23409 w 120865"/>
                <a:gd name="csY100" fmla="*/ 93157 h 116566"/>
                <a:gd name="csX101" fmla="*/ 23409 w 120865"/>
                <a:gd name="csY101" fmla="*/ 92680 h 116566"/>
                <a:gd name="csX102" fmla="*/ 22453 w 120865"/>
                <a:gd name="csY102" fmla="*/ 89335 h 116566"/>
                <a:gd name="csX103" fmla="*/ 22453 w 120865"/>
                <a:gd name="csY103" fmla="*/ 89335 h 116566"/>
                <a:gd name="csX104" fmla="*/ 22453 w 120865"/>
                <a:gd name="csY104" fmla="*/ 88858 h 116566"/>
                <a:gd name="csX105" fmla="*/ 21975 w 120865"/>
                <a:gd name="csY105" fmla="*/ 89335 h 116566"/>
                <a:gd name="csX106" fmla="*/ 21498 w 120865"/>
                <a:gd name="csY106" fmla="*/ 89335 h 116566"/>
                <a:gd name="csX107" fmla="*/ 19109 w 120865"/>
                <a:gd name="csY107" fmla="*/ 87902 h 116566"/>
                <a:gd name="csX108" fmla="*/ 17198 w 120865"/>
                <a:gd name="csY108" fmla="*/ 87902 h 116566"/>
                <a:gd name="csX109" fmla="*/ 15765 w 120865"/>
                <a:gd name="csY109" fmla="*/ 86947 h 116566"/>
                <a:gd name="csX110" fmla="*/ 15765 w 120865"/>
                <a:gd name="csY110" fmla="*/ 85991 h 116566"/>
                <a:gd name="csX111" fmla="*/ 15765 w 120865"/>
                <a:gd name="csY111" fmla="*/ 85514 h 116566"/>
                <a:gd name="csX112" fmla="*/ 15287 w 120865"/>
                <a:gd name="csY112" fmla="*/ 85036 h 116566"/>
                <a:gd name="csX113" fmla="*/ 14809 w 120865"/>
                <a:gd name="csY113" fmla="*/ 83603 h 116566"/>
                <a:gd name="csX114" fmla="*/ 13854 w 120865"/>
                <a:gd name="csY114" fmla="*/ 82170 h 116566"/>
                <a:gd name="csX115" fmla="*/ 11943 w 120865"/>
                <a:gd name="csY115" fmla="*/ 81214 h 116566"/>
                <a:gd name="csX116" fmla="*/ 10510 w 120865"/>
                <a:gd name="csY116" fmla="*/ 80736 h 116566"/>
                <a:gd name="csX117" fmla="*/ 9077 w 120865"/>
                <a:gd name="csY117" fmla="*/ 81214 h 116566"/>
                <a:gd name="csX118" fmla="*/ 7644 w 120865"/>
                <a:gd name="csY118" fmla="*/ 81214 h 116566"/>
                <a:gd name="csX119" fmla="*/ 6210 w 120865"/>
                <a:gd name="csY119" fmla="*/ 80736 h 116566"/>
                <a:gd name="csX120" fmla="*/ 5733 w 120865"/>
                <a:gd name="csY120" fmla="*/ 80259 h 116566"/>
                <a:gd name="csX121" fmla="*/ 4777 w 120865"/>
                <a:gd name="csY121" fmla="*/ 79781 h 116566"/>
                <a:gd name="csX122" fmla="*/ 3822 w 120865"/>
                <a:gd name="csY122" fmla="*/ 78825 h 116566"/>
                <a:gd name="csX123" fmla="*/ 3822 w 120865"/>
                <a:gd name="csY123" fmla="*/ 78825 h 116566"/>
                <a:gd name="csX124" fmla="*/ 2866 w 120865"/>
                <a:gd name="csY124" fmla="*/ 77870 h 116566"/>
                <a:gd name="csX125" fmla="*/ 1911 w 120865"/>
                <a:gd name="csY125" fmla="*/ 77870 h 116566"/>
                <a:gd name="csX126" fmla="*/ 955 w 120865"/>
                <a:gd name="csY126" fmla="*/ 77870 h 116566"/>
                <a:gd name="csX127" fmla="*/ 955 w 120865"/>
                <a:gd name="csY127" fmla="*/ 77870 h 116566"/>
                <a:gd name="csX128" fmla="*/ 0 w 120865"/>
                <a:gd name="csY128" fmla="*/ 77392 h 116566"/>
                <a:gd name="csX129" fmla="*/ 0 w 120865"/>
                <a:gd name="csY129" fmla="*/ 77392 h 116566"/>
                <a:gd name="csX130" fmla="*/ 3822 w 120865"/>
                <a:gd name="csY130" fmla="*/ 73570 h 116566"/>
                <a:gd name="csX131" fmla="*/ 3822 w 120865"/>
                <a:gd name="csY131" fmla="*/ 73570 h 116566"/>
                <a:gd name="csX132" fmla="*/ 5255 w 120865"/>
                <a:gd name="csY132" fmla="*/ 71659 h 116566"/>
                <a:gd name="csX133" fmla="*/ 5255 w 120865"/>
                <a:gd name="csY133" fmla="*/ 70704 h 116566"/>
                <a:gd name="csX134" fmla="*/ 5255 w 120865"/>
                <a:gd name="csY134" fmla="*/ 70704 h 116566"/>
                <a:gd name="csX135" fmla="*/ 5255 w 120865"/>
                <a:gd name="csY135" fmla="*/ 69749 h 116566"/>
                <a:gd name="csX136" fmla="*/ 5733 w 120865"/>
                <a:gd name="csY136" fmla="*/ 68793 h 116566"/>
                <a:gd name="csX137" fmla="*/ 5733 w 120865"/>
                <a:gd name="csY137" fmla="*/ 66882 h 116566"/>
                <a:gd name="csX138" fmla="*/ 3822 w 120865"/>
                <a:gd name="csY138" fmla="*/ 60672 h 116566"/>
                <a:gd name="csX139" fmla="*/ 2866 w 120865"/>
                <a:gd name="csY139" fmla="*/ 58761 h 116566"/>
                <a:gd name="csX140" fmla="*/ 2866 w 120865"/>
                <a:gd name="csY140" fmla="*/ 58761 h 116566"/>
                <a:gd name="csX141" fmla="*/ 2389 w 120865"/>
                <a:gd name="csY141" fmla="*/ 58283 h 116566"/>
                <a:gd name="csX142" fmla="*/ 1911 w 120865"/>
                <a:gd name="csY142" fmla="*/ 57805 h 116566"/>
                <a:gd name="csX143" fmla="*/ 3344 w 120865"/>
                <a:gd name="csY143" fmla="*/ 57328 h 116566"/>
                <a:gd name="csX144" fmla="*/ 4777 w 120865"/>
                <a:gd name="csY144" fmla="*/ 57328 h 116566"/>
                <a:gd name="csX145" fmla="*/ 7166 w 120865"/>
                <a:gd name="csY145" fmla="*/ 58283 h 116566"/>
                <a:gd name="csX146" fmla="*/ 7644 w 120865"/>
                <a:gd name="csY146" fmla="*/ 57328 h 116566"/>
                <a:gd name="csX147" fmla="*/ 9555 w 120865"/>
                <a:gd name="csY147" fmla="*/ 54461 h 116566"/>
                <a:gd name="csX148" fmla="*/ 9555 w 120865"/>
                <a:gd name="csY148" fmla="*/ 53028 h 116566"/>
                <a:gd name="csX149" fmla="*/ 9077 w 120865"/>
                <a:gd name="csY149" fmla="*/ 52550 h 116566"/>
                <a:gd name="csX150" fmla="*/ 10510 w 120865"/>
                <a:gd name="csY150" fmla="*/ 50162 h 116566"/>
                <a:gd name="csX151" fmla="*/ 10988 w 120865"/>
                <a:gd name="csY151" fmla="*/ 49684 h 116566"/>
                <a:gd name="csX152" fmla="*/ 10988 w 120865"/>
                <a:gd name="csY152" fmla="*/ 49206 h 116566"/>
                <a:gd name="csX153" fmla="*/ 11465 w 120865"/>
                <a:gd name="csY153" fmla="*/ 48728 h 116566"/>
                <a:gd name="csX154" fmla="*/ 11465 w 120865"/>
                <a:gd name="csY154" fmla="*/ 47295 h 116566"/>
                <a:gd name="csX155" fmla="*/ 11465 w 120865"/>
                <a:gd name="csY155" fmla="*/ 47295 h 116566"/>
                <a:gd name="csX156" fmla="*/ 11465 w 120865"/>
                <a:gd name="csY156" fmla="*/ 47295 h 116566"/>
                <a:gd name="csX157" fmla="*/ 10988 w 120865"/>
                <a:gd name="csY157" fmla="*/ 46818 h 116566"/>
                <a:gd name="csX158" fmla="*/ 10032 w 120865"/>
                <a:gd name="csY158" fmla="*/ 46818 h 116566"/>
                <a:gd name="csX159" fmla="*/ 9077 w 120865"/>
                <a:gd name="csY159" fmla="*/ 46818 h 116566"/>
                <a:gd name="csX160" fmla="*/ 7644 w 120865"/>
                <a:gd name="csY160" fmla="*/ 45862 h 116566"/>
                <a:gd name="csX161" fmla="*/ 6688 w 120865"/>
                <a:gd name="csY161" fmla="*/ 45384 h 116566"/>
                <a:gd name="csX162" fmla="*/ 6688 w 120865"/>
                <a:gd name="csY162" fmla="*/ 42518 h 116566"/>
                <a:gd name="csX163" fmla="*/ 7166 w 120865"/>
                <a:gd name="csY163" fmla="*/ 41563 h 116566"/>
                <a:gd name="csX164" fmla="*/ 7644 w 120865"/>
                <a:gd name="csY164" fmla="*/ 41085 h 116566"/>
                <a:gd name="csX165" fmla="*/ 8599 w 120865"/>
                <a:gd name="csY165" fmla="*/ 41085 h 116566"/>
                <a:gd name="csX166" fmla="*/ 10988 w 120865"/>
                <a:gd name="csY166" fmla="*/ 41085 h 116566"/>
                <a:gd name="csX167" fmla="*/ 12898 w 120865"/>
                <a:gd name="csY167" fmla="*/ 41085 h 116566"/>
                <a:gd name="csX168" fmla="*/ 14332 w 120865"/>
                <a:gd name="csY168" fmla="*/ 41563 h 116566"/>
                <a:gd name="csX169" fmla="*/ 15287 w 120865"/>
                <a:gd name="csY169" fmla="*/ 41563 h 116566"/>
                <a:gd name="csX170" fmla="*/ 15765 w 120865"/>
                <a:gd name="csY170" fmla="*/ 42040 h 116566"/>
                <a:gd name="csX171" fmla="*/ 15765 w 120865"/>
                <a:gd name="csY171" fmla="*/ 42518 h 116566"/>
                <a:gd name="csX172" fmla="*/ 16721 w 120865"/>
                <a:gd name="csY172" fmla="*/ 42996 h 116566"/>
                <a:gd name="csX173" fmla="*/ 17676 w 120865"/>
                <a:gd name="csY173" fmla="*/ 42996 h 116566"/>
                <a:gd name="csX174" fmla="*/ 17676 w 120865"/>
                <a:gd name="csY174" fmla="*/ 42996 h 116566"/>
                <a:gd name="csX175" fmla="*/ 18154 w 120865"/>
                <a:gd name="csY175" fmla="*/ 42518 h 116566"/>
                <a:gd name="csX176" fmla="*/ 17676 w 120865"/>
                <a:gd name="csY176" fmla="*/ 40129 h 116566"/>
                <a:gd name="csX177" fmla="*/ 17676 w 120865"/>
                <a:gd name="csY177" fmla="*/ 39652 h 116566"/>
                <a:gd name="csX178" fmla="*/ 17198 w 120865"/>
                <a:gd name="csY178" fmla="*/ 38218 h 116566"/>
                <a:gd name="csX179" fmla="*/ 16243 w 120865"/>
                <a:gd name="csY179" fmla="*/ 36785 h 116566"/>
                <a:gd name="csX180" fmla="*/ 16243 w 120865"/>
                <a:gd name="csY180" fmla="*/ 36785 h 116566"/>
                <a:gd name="csX181" fmla="*/ 12898 w 120865"/>
                <a:gd name="csY181" fmla="*/ 35352 h 116566"/>
                <a:gd name="csX182" fmla="*/ 12421 w 120865"/>
                <a:gd name="csY182" fmla="*/ 33919 h 116566"/>
                <a:gd name="csX183" fmla="*/ 12898 w 120865"/>
                <a:gd name="csY183" fmla="*/ 32008 h 116566"/>
                <a:gd name="csX184" fmla="*/ 13854 w 120865"/>
                <a:gd name="csY184" fmla="*/ 31530 h 116566"/>
                <a:gd name="csX185" fmla="*/ 16243 w 120865"/>
                <a:gd name="csY185" fmla="*/ 30097 h 116566"/>
                <a:gd name="csX186" fmla="*/ 16243 w 120865"/>
                <a:gd name="csY186" fmla="*/ 30097 h 116566"/>
                <a:gd name="csX187" fmla="*/ 15765 w 120865"/>
                <a:gd name="csY187" fmla="*/ 30097 h 116566"/>
                <a:gd name="csX188" fmla="*/ 15765 w 120865"/>
                <a:gd name="csY188" fmla="*/ 29619 h 116566"/>
                <a:gd name="csX189" fmla="*/ 15765 w 120865"/>
                <a:gd name="csY189" fmla="*/ 29619 h 116566"/>
                <a:gd name="csX190" fmla="*/ 14809 w 120865"/>
                <a:gd name="csY190" fmla="*/ 29142 h 116566"/>
                <a:gd name="csX191" fmla="*/ 13376 w 120865"/>
                <a:gd name="csY191" fmla="*/ 28186 h 116566"/>
                <a:gd name="csX192" fmla="*/ 13854 w 120865"/>
                <a:gd name="csY192" fmla="*/ 26275 h 116566"/>
                <a:gd name="csX193" fmla="*/ 13854 w 120865"/>
                <a:gd name="csY193" fmla="*/ 23886 h 116566"/>
                <a:gd name="csX194" fmla="*/ 13854 w 120865"/>
                <a:gd name="csY194" fmla="*/ 23886 h 116566"/>
                <a:gd name="csX195" fmla="*/ 12421 w 120865"/>
                <a:gd name="csY195" fmla="*/ 24364 h 116566"/>
                <a:gd name="csX196" fmla="*/ 10988 w 120865"/>
                <a:gd name="csY196" fmla="*/ 24364 h 116566"/>
                <a:gd name="csX197" fmla="*/ 10032 w 120865"/>
                <a:gd name="csY197" fmla="*/ 23886 h 116566"/>
                <a:gd name="csX198" fmla="*/ 9555 w 120865"/>
                <a:gd name="csY198" fmla="*/ 23409 h 116566"/>
                <a:gd name="csX199" fmla="*/ 9077 w 120865"/>
                <a:gd name="csY199" fmla="*/ 22453 h 116566"/>
                <a:gd name="csX200" fmla="*/ 9077 w 120865"/>
                <a:gd name="csY200" fmla="*/ 19587 h 116566"/>
                <a:gd name="csX201" fmla="*/ 9077 w 120865"/>
                <a:gd name="csY201" fmla="*/ 15765 h 116566"/>
                <a:gd name="csX202" fmla="*/ 8599 w 120865"/>
                <a:gd name="csY202" fmla="*/ 14332 h 116566"/>
                <a:gd name="csX203" fmla="*/ 8599 w 120865"/>
                <a:gd name="csY203" fmla="*/ 13854 h 116566"/>
                <a:gd name="csX204" fmla="*/ 9077 w 120865"/>
                <a:gd name="csY204" fmla="*/ 12899 h 116566"/>
                <a:gd name="csX205" fmla="*/ 10032 w 120865"/>
                <a:gd name="csY205" fmla="*/ 12421 h 116566"/>
                <a:gd name="csX206" fmla="*/ 10032 w 120865"/>
                <a:gd name="csY206" fmla="*/ 12421 h 116566"/>
                <a:gd name="csX207" fmla="*/ 11465 w 120865"/>
                <a:gd name="csY207" fmla="*/ 10988 h 116566"/>
                <a:gd name="csX208" fmla="*/ 11943 w 120865"/>
                <a:gd name="csY208" fmla="*/ 10510 h 116566"/>
                <a:gd name="csX209" fmla="*/ 12421 w 120865"/>
                <a:gd name="csY209" fmla="*/ 10510 h 116566"/>
                <a:gd name="csX210" fmla="*/ 13854 w 120865"/>
                <a:gd name="csY210" fmla="*/ 10032 h 116566"/>
                <a:gd name="csX211" fmla="*/ 15287 w 120865"/>
                <a:gd name="csY211" fmla="*/ 9077 h 116566"/>
                <a:gd name="csX212" fmla="*/ 16721 w 120865"/>
                <a:gd name="csY212" fmla="*/ 7166 h 116566"/>
                <a:gd name="csX213" fmla="*/ 18631 w 120865"/>
                <a:gd name="csY213" fmla="*/ 5733 h 116566"/>
                <a:gd name="csX214" fmla="*/ 18631 w 120865"/>
                <a:gd name="csY214" fmla="*/ 5733 h 116566"/>
                <a:gd name="csX215" fmla="*/ 20542 w 120865"/>
                <a:gd name="csY215" fmla="*/ 5733 h 116566"/>
                <a:gd name="csX216" fmla="*/ 21020 w 120865"/>
                <a:gd name="csY216" fmla="*/ 5255 h 116566"/>
                <a:gd name="csX217" fmla="*/ 21020 w 120865"/>
                <a:gd name="csY217" fmla="*/ 5255 h 116566"/>
                <a:gd name="csX218" fmla="*/ 21498 w 120865"/>
                <a:gd name="csY218" fmla="*/ 5255 h 116566"/>
                <a:gd name="csX219" fmla="*/ 22453 w 120865"/>
                <a:gd name="csY219" fmla="*/ 6211 h 116566"/>
                <a:gd name="csX220" fmla="*/ 22453 w 120865"/>
                <a:gd name="csY220" fmla="*/ 6211 h 116566"/>
                <a:gd name="csX221" fmla="*/ 22931 w 120865"/>
                <a:gd name="csY221" fmla="*/ 6688 h 116566"/>
                <a:gd name="csX222" fmla="*/ 23409 w 120865"/>
                <a:gd name="csY222" fmla="*/ 7166 h 116566"/>
                <a:gd name="csX223" fmla="*/ 23886 w 120865"/>
                <a:gd name="csY223" fmla="*/ 7166 h 116566"/>
                <a:gd name="csX224" fmla="*/ 24364 w 120865"/>
                <a:gd name="csY224" fmla="*/ 8599 h 116566"/>
                <a:gd name="csX225" fmla="*/ 24364 w 120865"/>
                <a:gd name="csY225" fmla="*/ 8599 h 116566"/>
                <a:gd name="csX226" fmla="*/ 28186 w 120865"/>
                <a:gd name="csY226" fmla="*/ 9077 h 116566"/>
                <a:gd name="csX227" fmla="*/ 29619 w 120865"/>
                <a:gd name="csY227" fmla="*/ 9555 h 116566"/>
                <a:gd name="csX228" fmla="*/ 31052 w 120865"/>
                <a:gd name="csY228" fmla="*/ 10988 h 116566"/>
                <a:gd name="csX229" fmla="*/ 31052 w 120865"/>
                <a:gd name="csY229" fmla="*/ 10988 h 116566"/>
                <a:gd name="csX230" fmla="*/ 32008 w 120865"/>
                <a:gd name="csY230" fmla="*/ 10510 h 116566"/>
                <a:gd name="csX231" fmla="*/ 32008 w 120865"/>
                <a:gd name="csY231" fmla="*/ 10032 h 116566"/>
                <a:gd name="csX232" fmla="*/ 32008 w 120865"/>
                <a:gd name="csY232" fmla="*/ 10032 h 116566"/>
                <a:gd name="csX233" fmla="*/ 32486 w 120865"/>
                <a:gd name="csY233" fmla="*/ 9555 h 116566"/>
                <a:gd name="csX234" fmla="*/ 32008 w 120865"/>
                <a:gd name="csY234" fmla="*/ 8599 h 116566"/>
                <a:gd name="csX235" fmla="*/ 32008 w 120865"/>
                <a:gd name="csY235" fmla="*/ 8121 h 116566"/>
                <a:gd name="csX236" fmla="*/ 32486 w 120865"/>
                <a:gd name="csY236" fmla="*/ 7166 h 116566"/>
                <a:gd name="csX237" fmla="*/ 33441 w 120865"/>
                <a:gd name="csY237" fmla="*/ 7166 h 116566"/>
                <a:gd name="csX238" fmla="*/ 34874 w 120865"/>
                <a:gd name="csY238" fmla="*/ 6688 h 116566"/>
                <a:gd name="csX239" fmla="*/ 36307 w 120865"/>
                <a:gd name="csY239" fmla="*/ 6688 h 116566"/>
                <a:gd name="csX240" fmla="*/ 37740 w 120865"/>
                <a:gd name="csY240" fmla="*/ 7166 h 116566"/>
                <a:gd name="csX241" fmla="*/ 37740 w 120865"/>
                <a:gd name="csY241" fmla="*/ 7166 h 116566"/>
                <a:gd name="csX242" fmla="*/ 38218 w 120865"/>
                <a:gd name="csY242" fmla="*/ 6211 h 116566"/>
                <a:gd name="csX243" fmla="*/ 37740 w 120865"/>
                <a:gd name="csY243" fmla="*/ 3822 h 116566"/>
                <a:gd name="csX244" fmla="*/ 37740 w 120865"/>
                <a:gd name="csY244" fmla="*/ 2867 h 116566"/>
                <a:gd name="csX245" fmla="*/ 38218 w 120865"/>
                <a:gd name="csY245" fmla="*/ 1911 h 116566"/>
                <a:gd name="csX246" fmla="*/ 38696 w 120865"/>
                <a:gd name="csY246" fmla="*/ 1433 h 116566"/>
                <a:gd name="csX247" fmla="*/ 40129 w 120865"/>
                <a:gd name="csY247" fmla="*/ 2867 h 116566"/>
                <a:gd name="csX248" fmla="*/ 42040 w 120865"/>
                <a:gd name="csY248" fmla="*/ 3344 h 116566"/>
                <a:gd name="csX249" fmla="*/ 42996 w 120865"/>
                <a:gd name="csY249" fmla="*/ 3344 h 116566"/>
                <a:gd name="csX250" fmla="*/ 42996 w 120865"/>
                <a:gd name="csY250" fmla="*/ 3344 h 116566"/>
                <a:gd name="csX251" fmla="*/ 43473 w 120865"/>
                <a:gd name="csY251" fmla="*/ 2867 h 116566"/>
                <a:gd name="csX252" fmla="*/ 43473 w 120865"/>
                <a:gd name="csY252" fmla="*/ 2867 h 116566"/>
                <a:gd name="csX253" fmla="*/ 42996 w 120865"/>
                <a:gd name="csY253" fmla="*/ 1433 h 116566"/>
                <a:gd name="csX254" fmla="*/ 42996 w 120865"/>
                <a:gd name="csY254" fmla="*/ 956 h 116566"/>
                <a:gd name="csX255" fmla="*/ 43473 w 120865"/>
                <a:gd name="csY255" fmla="*/ 956 h 116566"/>
                <a:gd name="csX256" fmla="*/ 43951 w 120865"/>
                <a:gd name="csY256" fmla="*/ 478 h 116566"/>
                <a:gd name="csX257" fmla="*/ 46340 w 120865"/>
                <a:gd name="csY257" fmla="*/ 0 h 116566"/>
                <a:gd name="csX258" fmla="*/ 46340 w 120865"/>
                <a:gd name="csY258" fmla="*/ 478 h 116566"/>
                <a:gd name="csX259" fmla="*/ 46817 w 120865"/>
                <a:gd name="csY259" fmla="*/ 2389 h 116566"/>
                <a:gd name="csX260" fmla="*/ 46817 w 120865"/>
                <a:gd name="csY260" fmla="*/ 3344 h 116566"/>
                <a:gd name="csX261" fmla="*/ 47295 w 120865"/>
                <a:gd name="csY261" fmla="*/ 4777 h 116566"/>
                <a:gd name="csX262" fmla="*/ 47773 w 120865"/>
                <a:gd name="csY262" fmla="*/ 6211 h 116566"/>
                <a:gd name="csX263" fmla="*/ 47773 w 120865"/>
                <a:gd name="csY263" fmla="*/ 6688 h 116566"/>
                <a:gd name="csX264" fmla="*/ 47295 w 120865"/>
                <a:gd name="csY264" fmla="*/ 7644 h 116566"/>
                <a:gd name="csX265" fmla="*/ 46817 w 120865"/>
                <a:gd name="csY265" fmla="*/ 8121 h 116566"/>
                <a:gd name="csX266" fmla="*/ 46817 w 120865"/>
                <a:gd name="csY266" fmla="*/ 8599 h 116566"/>
                <a:gd name="csX267" fmla="*/ 47295 w 120865"/>
                <a:gd name="csY267" fmla="*/ 9077 h 116566"/>
                <a:gd name="csX268" fmla="*/ 49206 w 120865"/>
                <a:gd name="csY268" fmla="*/ 9555 h 116566"/>
                <a:gd name="csX269" fmla="*/ 50639 w 120865"/>
                <a:gd name="csY269" fmla="*/ 10032 h 116566"/>
                <a:gd name="csX270" fmla="*/ 51595 w 120865"/>
                <a:gd name="csY270" fmla="*/ 9077 h 116566"/>
                <a:gd name="csX271" fmla="*/ 52550 w 120865"/>
                <a:gd name="csY271" fmla="*/ 8121 h 116566"/>
                <a:gd name="csX272" fmla="*/ 53028 w 120865"/>
                <a:gd name="csY272" fmla="*/ 7644 h 116566"/>
                <a:gd name="csX273" fmla="*/ 53028 w 120865"/>
                <a:gd name="csY273" fmla="*/ 7644 h 116566"/>
                <a:gd name="csX274" fmla="*/ 53505 w 120865"/>
                <a:gd name="csY274" fmla="*/ 6688 h 116566"/>
                <a:gd name="csX275" fmla="*/ 54461 w 120865"/>
                <a:gd name="csY275" fmla="*/ 6211 h 116566"/>
                <a:gd name="csX276" fmla="*/ 57328 w 120865"/>
                <a:gd name="csY276" fmla="*/ 5255 h 116566"/>
                <a:gd name="csX277" fmla="*/ 60194 w 120865"/>
                <a:gd name="csY277" fmla="*/ 5255 h 116566"/>
                <a:gd name="csX278" fmla="*/ 60194 w 120865"/>
                <a:gd name="csY278" fmla="*/ 5255 h 116566"/>
                <a:gd name="csX279" fmla="*/ 60671 w 120865"/>
                <a:gd name="csY279" fmla="*/ 5733 h 116566"/>
                <a:gd name="csX280" fmla="*/ 62105 w 120865"/>
                <a:gd name="csY280" fmla="*/ 6688 h 116566"/>
                <a:gd name="csX281" fmla="*/ 63538 w 120865"/>
                <a:gd name="csY281" fmla="*/ 7644 h 116566"/>
                <a:gd name="csX282" fmla="*/ 65927 w 120865"/>
                <a:gd name="csY282" fmla="*/ 7644 h 116566"/>
                <a:gd name="csX283" fmla="*/ 67837 w 120865"/>
                <a:gd name="csY283" fmla="*/ 8121 h 116566"/>
                <a:gd name="csX284" fmla="*/ 69271 w 120865"/>
                <a:gd name="csY284" fmla="*/ 9077 h 116566"/>
                <a:gd name="csX285" fmla="*/ 70226 w 120865"/>
                <a:gd name="csY285" fmla="*/ 10988 h 116566"/>
                <a:gd name="csX286" fmla="*/ 71182 w 120865"/>
                <a:gd name="csY286" fmla="*/ 12421 h 116566"/>
                <a:gd name="csX287" fmla="*/ 71659 w 120865"/>
                <a:gd name="csY287" fmla="*/ 14810 h 116566"/>
                <a:gd name="csX288" fmla="*/ 73570 w 120865"/>
                <a:gd name="csY288" fmla="*/ 15765 h 116566"/>
                <a:gd name="csX289" fmla="*/ 75003 w 120865"/>
                <a:gd name="csY289" fmla="*/ 16243 h 116566"/>
                <a:gd name="csX290" fmla="*/ 76914 w 120865"/>
                <a:gd name="csY290" fmla="*/ 17676 h 116566"/>
                <a:gd name="csX291" fmla="*/ 78825 w 120865"/>
                <a:gd name="csY291" fmla="*/ 18632 h 116566"/>
                <a:gd name="csX292" fmla="*/ 80736 w 120865"/>
                <a:gd name="csY292" fmla="*/ 18632 h 116566"/>
                <a:gd name="csX293" fmla="*/ 81692 w 120865"/>
                <a:gd name="csY293" fmla="*/ 19109 h 116566"/>
                <a:gd name="csX294" fmla="*/ 83125 w 120865"/>
                <a:gd name="csY294" fmla="*/ 20065 h 116566"/>
                <a:gd name="csX295" fmla="*/ 84558 w 120865"/>
                <a:gd name="csY295" fmla="*/ 20065 h 116566"/>
                <a:gd name="csX296" fmla="*/ 85991 w 120865"/>
                <a:gd name="csY296" fmla="*/ 18154 h 116566"/>
                <a:gd name="csX297" fmla="*/ 87424 w 120865"/>
                <a:gd name="csY297" fmla="*/ 17198 h 116566"/>
                <a:gd name="csX298" fmla="*/ 91724 w 120865"/>
                <a:gd name="csY298" fmla="*/ 16243 h 116566"/>
                <a:gd name="csX299" fmla="*/ 93635 w 120865"/>
                <a:gd name="csY299" fmla="*/ 15287 h 116566"/>
                <a:gd name="csX300" fmla="*/ 95068 w 120865"/>
                <a:gd name="csY300" fmla="*/ 14810 h 116566"/>
                <a:gd name="csX301" fmla="*/ 99368 w 120865"/>
                <a:gd name="csY301" fmla="*/ 14810 h 116566"/>
                <a:gd name="csX302" fmla="*/ 103189 w 120865"/>
                <a:gd name="csY302" fmla="*/ 15287 h 116566"/>
                <a:gd name="csX303" fmla="*/ 105100 w 120865"/>
                <a:gd name="csY303" fmla="*/ 15765 h 116566"/>
                <a:gd name="csX304" fmla="*/ 106534 w 120865"/>
                <a:gd name="csY304" fmla="*/ 15287 h 116566"/>
                <a:gd name="csX305" fmla="*/ 107489 w 120865"/>
                <a:gd name="csY305" fmla="*/ 16243 h 116566"/>
                <a:gd name="csX306" fmla="*/ 108922 w 120865"/>
                <a:gd name="csY306" fmla="*/ 18154 h 116566"/>
                <a:gd name="csX307" fmla="*/ 109878 w 120865"/>
                <a:gd name="csY307" fmla="*/ 18632 h 116566"/>
                <a:gd name="csX308" fmla="*/ 111311 w 120865"/>
                <a:gd name="csY308" fmla="*/ 19109 h 116566"/>
                <a:gd name="csX309" fmla="*/ 111789 w 120865"/>
                <a:gd name="csY309" fmla="*/ 20543 h 116566"/>
                <a:gd name="csX310" fmla="*/ 112744 w 120865"/>
                <a:gd name="csY310" fmla="*/ 21976 h 116566"/>
                <a:gd name="csX311" fmla="*/ 113222 w 120865"/>
                <a:gd name="csY311" fmla="*/ 22453 h 116566"/>
                <a:gd name="csX312" fmla="*/ 114655 w 120865"/>
                <a:gd name="csY312" fmla="*/ 23886 h 116566"/>
                <a:gd name="csX313" fmla="*/ 115610 w 120865"/>
                <a:gd name="csY313" fmla="*/ 23886 h 116566"/>
                <a:gd name="csX314" fmla="*/ 116566 w 120865"/>
                <a:gd name="csY314" fmla="*/ 23409 h 116566"/>
                <a:gd name="csX315" fmla="*/ 117044 w 120865"/>
                <a:gd name="csY315" fmla="*/ 22931 h 116566"/>
                <a:gd name="csX316" fmla="*/ 117044 w 120865"/>
                <a:gd name="csY316" fmla="*/ 23886 h 116566"/>
                <a:gd name="csX317" fmla="*/ 116566 w 120865"/>
                <a:gd name="csY317" fmla="*/ 25320 h 116566"/>
                <a:gd name="csX318" fmla="*/ 117044 w 120865"/>
                <a:gd name="csY318" fmla="*/ 26275 h 116566"/>
                <a:gd name="csX319" fmla="*/ 117521 w 120865"/>
                <a:gd name="csY319" fmla="*/ 26753 h 116566"/>
                <a:gd name="csX320" fmla="*/ 117044 w 120865"/>
                <a:gd name="csY320" fmla="*/ 27709 h 116566"/>
                <a:gd name="csX321" fmla="*/ 116088 w 120865"/>
                <a:gd name="csY321" fmla="*/ 29619 h 116566"/>
                <a:gd name="csX322" fmla="*/ 116088 w 120865"/>
                <a:gd name="csY322" fmla="*/ 31052 h 116566"/>
                <a:gd name="csX323" fmla="*/ 117044 w 120865"/>
                <a:gd name="csY323" fmla="*/ 31530 h 116566"/>
                <a:gd name="csX324" fmla="*/ 117999 w 120865"/>
                <a:gd name="csY324" fmla="*/ 32486 h 116566"/>
                <a:gd name="csX325" fmla="*/ 118477 w 120865"/>
                <a:gd name="csY325" fmla="*/ 34874 h 116566"/>
                <a:gd name="csX326" fmla="*/ 118954 w 120865"/>
                <a:gd name="csY326" fmla="*/ 35352 h 116566"/>
                <a:gd name="csX327" fmla="*/ 118954 w 120865"/>
                <a:gd name="csY327" fmla="*/ 35830 h 116566"/>
                <a:gd name="csX328" fmla="*/ 119910 w 120865"/>
                <a:gd name="csY328" fmla="*/ 41085 h 1165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</a:cxnLst>
              <a:rect l="l" t="t" r="r" b="b"/>
              <a:pathLst>
                <a:path w="120865" h="116566">
                  <a:moveTo>
                    <a:pt x="119910" y="41085"/>
                  </a:moveTo>
                  <a:lnTo>
                    <a:pt x="120865" y="46340"/>
                  </a:lnTo>
                  <a:lnTo>
                    <a:pt x="119910" y="46818"/>
                  </a:lnTo>
                  <a:lnTo>
                    <a:pt x="118954" y="46818"/>
                  </a:lnTo>
                  <a:lnTo>
                    <a:pt x="118477" y="47295"/>
                  </a:lnTo>
                  <a:lnTo>
                    <a:pt x="118477" y="47773"/>
                  </a:lnTo>
                  <a:lnTo>
                    <a:pt x="118954" y="48728"/>
                  </a:lnTo>
                  <a:lnTo>
                    <a:pt x="118477" y="49206"/>
                  </a:lnTo>
                  <a:lnTo>
                    <a:pt x="117521" y="49684"/>
                  </a:lnTo>
                  <a:lnTo>
                    <a:pt x="115133" y="51117"/>
                  </a:lnTo>
                  <a:lnTo>
                    <a:pt x="115133" y="52073"/>
                  </a:lnTo>
                  <a:lnTo>
                    <a:pt x="114177" y="53506"/>
                  </a:lnTo>
                  <a:lnTo>
                    <a:pt x="113700" y="53984"/>
                  </a:lnTo>
                  <a:lnTo>
                    <a:pt x="113222" y="55894"/>
                  </a:lnTo>
                  <a:lnTo>
                    <a:pt x="111789" y="60194"/>
                  </a:lnTo>
                  <a:lnTo>
                    <a:pt x="111311" y="63538"/>
                  </a:lnTo>
                  <a:lnTo>
                    <a:pt x="111311" y="64493"/>
                  </a:lnTo>
                  <a:lnTo>
                    <a:pt x="110833" y="64971"/>
                  </a:lnTo>
                  <a:lnTo>
                    <a:pt x="110833" y="65449"/>
                  </a:lnTo>
                  <a:lnTo>
                    <a:pt x="110355" y="66405"/>
                  </a:lnTo>
                  <a:lnTo>
                    <a:pt x="107489" y="69271"/>
                  </a:lnTo>
                  <a:lnTo>
                    <a:pt x="106056" y="71659"/>
                  </a:lnTo>
                  <a:lnTo>
                    <a:pt x="106534" y="72615"/>
                  </a:lnTo>
                  <a:lnTo>
                    <a:pt x="106534" y="74048"/>
                  </a:lnTo>
                  <a:lnTo>
                    <a:pt x="106056" y="74526"/>
                  </a:lnTo>
                  <a:lnTo>
                    <a:pt x="106056" y="76915"/>
                  </a:lnTo>
                  <a:lnTo>
                    <a:pt x="106534" y="78348"/>
                  </a:lnTo>
                  <a:lnTo>
                    <a:pt x="107011" y="80259"/>
                  </a:lnTo>
                  <a:lnTo>
                    <a:pt x="108922" y="85036"/>
                  </a:lnTo>
                  <a:lnTo>
                    <a:pt x="109878" y="87902"/>
                  </a:lnTo>
                  <a:lnTo>
                    <a:pt x="110355" y="90291"/>
                  </a:lnTo>
                  <a:lnTo>
                    <a:pt x="110833" y="91724"/>
                  </a:lnTo>
                  <a:lnTo>
                    <a:pt x="111311" y="92202"/>
                  </a:lnTo>
                  <a:lnTo>
                    <a:pt x="111789" y="92680"/>
                  </a:lnTo>
                  <a:lnTo>
                    <a:pt x="111789" y="93157"/>
                  </a:lnTo>
                  <a:lnTo>
                    <a:pt x="114655" y="93157"/>
                  </a:lnTo>
                  <a:lnTo>
                    <a:pt x="115133" y="93635"/>
                  </a:lnTo>
                  <a:lnTo>
                    <a:pt x="115133" y="94591"/>
                  </a:lnTo>
                  <a:lnTo>
                    <a:pt x="115610" y="96501"/>
                  </a:lnTo>
                  <a:lnTo>
                    <a:pt x="115610" y="97935"/>
                  </a:lnTo>
                  <a:lnTo>
                    <a:pt x="115610" y="97935"/>
                  </a:lnTo>
                  <a:lnTo>
                    <a:pt x="115133" y="98412"/>
                  </a:lnTo>
                  <a:lnTo>
                    <a:pt x="115133" y="99846"/>
                  </a:lnTo>
                  <a:lnTo>
                    <a:pt x="115133" y="101279"/>
                  </a:lnTo>
                  <a:lnTo>
                    <a:pt x="115133" y="101279"/>
                  </a:lnTo>
                  <a:lnTo>
                    <a:pt x="114655" y="101757"/>
                  </a:lnTo>
                  <a:lnTo>
                    <a:pt x="113222" y="101757"/>
                  </a:lnTo>
                  <a:lnTo>
                    <a:pt x="111789" y="102234"/>
                  </a:lnTo>
                  <a:lnTo>
                    <a:pt x="110355" y="102234"/>
                  </a:lnTo>
                  <a:lnTo>
                    <a:pt x="110355" y="101757"/>
                  </a:lnTo>
                  <a:lnTo>
                    <a:pt x="109400" y="101757"/>
                  </a:lnTo>
                  <a:lnTo>
                    <a:pt x="107489" y="100801"/>
                  </a:lnTo>
                  <a:lnTo>
                    <a:pt x="107967" y="98412"/>
                  </a:lnTo>
                  <a:lnTo>
                    <a:pt x="107011" y="97935"/>
                  </a:lnTo>
                  <a:lnTo>
                    <a:pt x="106056" y="98412"/>
                  </a:lnTo>
                  <a:lnTo>
                    <a:pt x="104623" y="101757"/>
                  </a:lnTo>
                  <a:lnTo>
                    <a:pt x="104145" y="102234"/>
                  </a:lnTo>
                  <a:lnTo>
                    <a:pt x="93635" y="100323"/>
                  </a:lnTo>
                  <a:lnTo>
                    <a:pt x="91246" y="99368"/>
                  </a:lnTo>
                  <a:lnTo>
                    <a:pt x="88858" y="98890"/>
                  </a:lnTo>
                  <a:lnTo>
                    <a:pt x="84080" y="98890"/>
                  </a:lnTo>
                  <a:lnTo>
                    <a:pt x="80258" y="99368"/>
                  </a:lnTo>
                  <a:lnTo>
                    <a:pt x="78825" y="100323"/>
                  </a:lnTo>
                  <a:lnTo>
                    <a:pt x="88858" y="99846"/>
                  </a:lnTo>
                  <a:lnTo>
                    <a:pt x="89813" y="99846"/>
                  </a:lnTo>
                  <a:lnTo>
                    <a:pt x="90291" y="100323"/>
                  </a:lnTo>
                  <a:lnTo>
                    <a:pt x="77870" y="101279"/>
                  </a:lnTo>
                  <a:lnTo>
                    <a:pt x="73093" y="102234"/>
                  </a:lnTo>
                  <a:lnTo>
                    <a:pt x="71659" y="101757"/>
                  </a:lnTo>
                  <a:lnTo>
                    <a:pt x="70704" y="100801"/>
                  </a:lnTo>
                  <a:lnTo>
                    <a:pt x="65449" y="100801"/>
                  </a:lnTo>
                  <a:lnTo>
                    <a:pt x="64493" y="101279"/>
                  </a:lnTo>
                  <a:lnTo>
                    <a:pt x="64016" y="101757"/>
                  </a:lnTo>
                  <a:lnTo>
                    <a:pt x="65927" y="101757"/>
                  </a:lnTo>
                  <a:lnTo>
                    <a:pt x="69271" y="101757"/>
                  </a:lnTo>
                  <a:lnTo>
                    <a:pt x="70226" y="102234"/>
                  </a:lnTo>
                  <a:lnTo>
                    <a:pt x="60194" y="103190"/>
                  </a:lnTo>
                  <a:lnTo>
                    <a:pt x="53028" y="104145"/>
                  </a:lnTo>
                  <a:lnTo>
                    <a:pt x="50162" y="105578"/>
                  </a:lnTo>
                  <a:lnTo>
                    <a:pt x="40607" y="108923"/>
                  </a:lnTo>
                  <a:lnTo>
                    <a:pt x="34874" y="110356"/>
                  </a:lnTo>
                  <a:lnTo>
                    <a:pt x="32963" y="111311"/>
                  </a:lnTo>
                  <a:lnTo>
                    <a:pt x="30575" y="112744"/>
                  </a:lnTo>
                  <a:lnTo>
                    <a:pt x="27230" y="113700"/>
                  </a:lnTo>
                  <a:lnTo>
                    <a:pt x="22931" y="116088"/>
                  </a:lnTo>
                  <a:lnTo>
                    <a:pt x="21020" y="116566"/>
                  </a:lnTo>
                  <a:lnTo>
                    <a:pt x="20064" y="115611"/>
                  </a:lnTo>
                  <a:lnTo>
                    <a:pt x="20064" y="112266"/>
                  </a:lnTo>
                  <a:lnTo>
                    <a:pt x="20064" y="107967"/>
                  </a:lnTo>
                  <a:lnTo>
                    <a:pt x="20064" y="106056"/>
                  </a:lnTo>
                  <a:lnTo>
                    <a:pt x="20064" y="104623"/>
                  </a:lnTo>
                  <a:lnTo>
                    <a:pt x="20064" y="103190"/>
                  </a:lnTo>
                  <a:lnTo>
                    <a:pt x="21498" y="102712"/>
                  </a:lnTo>
                  <a:lnTo>
                    <a:pt x="21975" y="102234"/>
                  </a:lnTo>
                  <a:lnTo>
                    <a:pt x="21975" y="100323"/>
                  </a:lnTo>
                  <a:lnTo>
                    <a:pt x="22931" y="98890"/>
                  </a:lnTo>
                  <a:lnTo>
                    <a:pt x="22931" y="96024"/>
                  </a:lnTo>
                  <a:lnTo>
                    <a:pt x="23409" y="95546"/>
                  </a:lnTo>
                  <a:lnTo>
                    <a:pt x="23409" y="95068"/>
                  </a:lnTo>
                  <a:lnTo>
                    <a:pt x="23886" y="94591"/>
                  </a:lnTo>
                  <a:lnTo>
                    <a:pt x="23409" y="93157"/>
                  </a:lnTo>
                  <a:lnTo>
                    <a:pt x="23409" y="92680"/>
                  </a:lnTo>
                  <a:lnTo>
                    <a:pt x="22453" y="89335"/>
                  </a:lnTo>
                  <a:lnTo>
                    <a:pt x="22453" y="89335"/>
                  </a:lnTo>
                  <a:lnTo>
                    <a:pt x="22453" y="88858"/>
                  </a:lnTo>
                  <a:lnTo>
                    <a:pt x="21975" y="89335"/>
                  </a:lnTo>
                  <a:lnTo>
                    <a:pt x="21498" y="89335"/>
                  </a:lnTo>
                  <a:lnTo>
                    <a:pt x="19109" y="87902"/>
                  </a:lnTo>
                  <a:lnTo>
                    <a:pt x="17198" y="87902"/>
                  </a:lnTo>
                  <a:lnTo>
                    <a:pt x="15765" y="86947"/>
                  </a:lnTo>
                  <a:lnTo>
                    <a:pt x="15765" y="85991"/>
                  </a:lnTo>
                  <a:lnTo>
                    <a:pt x="15765" y="85514"/>
                  </a:lnTo>
                  <a:lnTo>
                    <a:pt x="15287" y="85036"/>
                  </a:lnTo>
                  <a:lnTo>
                    <a:pt x="14809" y="83603"/>
                  </a:lnTo>
                  <a:lnTo>
                    <a:pt x="13854" y="82170"/>
                  </a:lnTo>
                  <a:lnTo>
                    <a:pt x="11943" y="81214"/>
                  </a:lnTo>
                  <a:lnTo>
                    <a:pt x="10510" y="80736"/>
                  </a:lnTo>
                  <a:lnTo>
                    <a:pt x="9077" y="81214"/>
                  </a:lnTo>
                  <a:lnTo>
                    <a:pt x="7644" y="81214"/>
                  </a:lnTo>
                  <a:lnTo>
                    <a:pt x="6210" y="80736"/>
                  </a:lnTo>
                  <a:lnTo>
                    <a:pt x="5733" y="80259"/>
                  </a:lnTo>
                  <a:lnTo>
                    <a:pt x="4777" y="79781"/>
                  </a:lnTo>
                  <a:lnTo>
                    <a:pt x="3822" y="78825"/>
                  </a:lnTo>
                  <a:lnTo>
                    <a:pt x="3822" y="78825"/>
                  </a:lnTo>
                  <a:lnTo>
                    <a:pt x="2866" y="77870"/>
                  </a:lnTo>
                  <a:lnTo>
                    <a:pt x="1911" y="77870"/>
                  </a:lnTo>
                  <a:lnTo>
                    <a:pt x="955" y="77870"/>
                  </a:lnTo>
                  <a:lnTo>
                    <a:pt x="955" y="77870"/>
                  </a:lnTo>
                  <a:lnTo>
                    <a:pt x="0" y="77392"/>
                  </a:lnTo>
                  <a:lnTo>
                    <a:pt x="0" y="77392"/>
                  </a:lnTo>
                  <a:lnTo>
                    <a:pt x="3822" y="73570"/>
                  </a:lnTo>
                  <a:lnTo>
                    <a:pt x="3822" y="73570"/>
                  </a:lnTo>
                  <a:lnTo>
                    <a:pt x="5255" y="71659"/>
                  </a:lnTo>
                  <a:lnTo>
                    <a:pt x="5255" y="70704"/>
                  </a:lnTo>
                  <a:lnTo>
                    <a:pt x="5255" y="70704"/>
                  </a:lnTo>
                  <a:lnTo>
                    <a:pt x="5255" y="69749"/>
                  </a:lnTo>
                  <a:lnTo>
                    <a:pt x="5733" y="68793"/>
                  </a:lnTo>
                  <a:lnTo>
                    <a:pt x="5733" y="66882"/>
                  </a:lnTo>
                  <a:lnTo>
                    <a:pt x="3822" y="60672"/>
                  </a:lnTo>
                  <a:lnTo>
                    <a:pt x="2866" y="58761"/>
                  </a:lnTo>
                  <a:lnTo>
                    <a:pt x="2866" y="58761"/>
                  </a:lnTo>
                  <a:lnTo>
                    <a:pt x="2389" y="58283"/>
                  </a:lnTo>
                  <a:lnTo>
                    <a:pt x="1911" y="57805"/>
                  </a:lnTo>
                  <a:lnTo>
                    <a:pt x="3344" y="57328"/>
                  </a:lnTo>
                  <a:lnTo>
                    <a:pt x="4777" y="57328"/>
                  </a:lnTo>
                  <a:lnTo>
                    <a:pt x="7166" y="58283"/>
                  </a:lnTo>
                  <a:lnTo>
                    <a:pt x="7644" y="57328"/>
                  </a:lnTo>
                  <a:lnTo>
                    <a:pt x="9555" y="54461"/>
                  </a:lnTo>
                  <a:lnTo>
                    <a:pt x="9555" y="53028"/>
                  </a:lnTo>
                  <a:lnTo>
                    <a:pt x="9077" y="52550"/>
                  </a:lnTo>
                  <a:lnTo>
                    <a:pt x="10510" y="50162"/>
                  </a:lnTo>
                  <a:lnTo>
                    <a:pt x="10988" y="49684"/>
                  </a:lnTo>
                  <a:lnTo>
                    <a:pt x="10988" y="49206"/>
                  </a:lnTo>
                  <a:lnTo>
                    <a:pt x="11465" y="48728"/>
                  </a:lnTo>
                  <a:lnTo>
                    <a:pt x="11465" y="47295"/>
                  </a:lnTo>
                  <a:lnTo>
                    <a:pt x="11465" y="47295"/>
                  </a:lnTo>
                  <a:lnTo>
                    <a:pt x="11465" y="47295"/>
                  </a:lnTo>
                  <a:lnTo>
                    <a:pt x="10988" y="46818"/>
                  </a:lnTo>
                  <a:lnTo>
                    <a:pt x="10032" y="46818"/>
                  </a:lnTo>
                  <a:lnTo>
                    <a:pt x="9077" y="46818"/>
                  </a:lnTo>
                  <a:lnTo>
                    <a:pt x="7644" y="45862"/>
                  </a:lnTo>
                  <a:lnTo>
                    <a:pt x="6688" y="45384"/>
                  </a:lnTo>
                  <a:lnTo>
                    <a:pt x="6688" y="42518"/>
                  </a:lnTo>
                  <a:lnTo>
                    <a:pt x="7166" y="41563"/>
                  </a:lnTo>
                  <a:lnTo>
                    <a:pt x="7644" y="41085"/>
                  </a:lnTo>
                  <a:lnTo>
                    <a:pt x="8599" y="41085"/>
                  </a:lnTo>
                  <a:lnTo>
                    <a:pt x="10988" y="41085"/>
                  </a:lnTo>
                  <a:lnTo>
                    <a:pt x="12898" y="41085"/>
                  </a:lnTo>
                  <a:lnTo>
                    <a:pt x="14332" y="41563"/>
                  </a:lnTo>
                  <a:lnTo>
                    <a:pt x="15287" y="41563"/>
                  </a:lnTo>
                  <a:lnTo>
                    <a:pt x="15765" y="42040"/>
                  </a:lnTo>
                  <a:lnTo>
                    <a:pt x="15765" y="42518"/>
                  </a:lnTo>
                  <a:lnTo>
                    <a:pt x="16721" y="42996"/>
                  </a:lnTo>
                  <a:lnTo>
                    <a:pt x="17676" y="42996"/>
                  </a:lnTo>
                  <a:lnTo>
                    <a:pt x="17676" y="42996"/>
                  </a:lnTo>
                  <a:lnTo>
                    <a:pt x="18154" y="42518"/>
                  </a:lnTo>
                  <a:lnTo>
                    <a:pt x="17676" y="40129"/>
                  </a:lnTo>
                  <a:lnTo>
                    <a:pt x="17676" y="39652"/>
                  </a:lnTo>
                  <a:lnTo>
                    <a:pt x="17198" y="38218"/>
                  </a:lnTo>
                  <a:lnTo>
                    <a:pt x="16243" y="36785"/>
                  </a:lnTo>
                  <a:lnTo>
                    <a:pt x="16243" y="36785"/>
                  </a:lnTo>
                  <a:lnTo>
                    <a:pt x="12898" y="35352"/>
                  </a:lnTo>
                  <a:lnTo>
                    <a:pt x="12421" y="33919"/>
                  </a:lnTo>
                  <a:lnTo>
                    <a:pt x="12898" y="32008"/>
                  </a:lnTo>
                  <a:lnTo>
                    <a:pt x="13854" y="31530"/>
                  </a:lnTo>
                  <a:lnTo>
                    <a:pt x="16243" y="30097"/>
                  </a:lnTo>
                  <a:lnTo>
                    <a:pt x="16243" y="30097"/>
                  </a:lnTo>
                  <a:lnTo>
                    <a:pt x="15765" y="30097"/>
                  </a:lnTo>
                  <a:lnTo>
                    <a:pt x="15765" y="29619"/>
                  </a:lnTo>
                  <a:lnTo>
                    <a:pt x="15765" y="29619"/>
                  </a:lnTo>
                  <a:lnTo>
                    <a:pt x="14809" y="29142"/>
                  </a:lnTo>
                  <a:lnTo>
                    <a:pt x="13376" y="28186"/>
                  </a:lnTo>
                  <a:lnTo>
                    <a:pt x="13854" y="26275"/>
                  </a:lnTo>
                  <a:lnTo>
                    <a:pt x="13854" y="23886"/>
                  </a:lnTo>
                  <a:lnTo>
                    <a:pt x="13854" y="23886"/>
                  </a:lnTo>
                  <a:lnTo>
                    <a:pt x="12421" y="24364"/>
                  </a:lnTo>
                  <a:lnTo>
                    <a:pt x="10988" y="24364"/>
                  </a:lnTo>
                  <a:lnTo>
                    <a:pt x="10032" y="23886"/>
                  </a:lnTo>
                  <a:lnTo>
                    <a:pt x="9555" y="23409"/>
                  </a:lnTo>
                  <a:lnTo>
                    <a:pt x="9077" y="22453"/>
                  </a:lnTo>
                  <a:lnTo>
                    <a:pt x="9077" y="19587"/>
                  </a:lnTo>
                  <a:lnTo>
                    <a:pt x="9077" y="15765"/>
                  </a:lnTo>
                  <a:lnTo>
                    <a:pt x="8599" y="14332"/>
                  </a:lnTo>
                  <a:lnTo>
                    <a:pt x="8599" y="13854"/>
                  </a:lnTo>
                  <a:lnTo>
                    <a:pt x="9077" y="12899"/>
                  </a:lnTo>
                  <a:lnTo>
                    <a:pt x="10032" y="12421"/>
                  </a:lnTo>
                  <a:lnTo>
                    <a:pt x="10032" y="12421"/>
                  </a:lnTo>
                  <a:lnTo>
                    <a:pt x="11465" y="10988"/>
                  </a:lnTo>
                  <a:lnTo>
                    <a:pt x="11943" y="10510"/>
                  </a:lnTo>
                  <a:lnTo>
                    <a:pt x="12421" y="10510"/>
                  </a:lnTo>
                  <a:lnTo>
                    <a:pt x="13854" y="10032"/>
                  </a:lnTo>
                  <a:lnTo>
                    <a:pt x="15287" y="9077"/>
                  </a:lnTo>
                  <a:lnTo>
                    <a:pt x="16721" y="7166"/>
                  </a:lnTo>
                  <a:lnTo>
                    <a:pt x="18631" y="5733"/>
                  </a:lnTo>
                  <a:lnTo>
                    <a:pt x="18631" y="5733"/>
                  </a:lnTo>
                  <a:lnTo>
                    <a:pt x="20542" y="5733"/>
                  </a:lnTo>
                  <a:lnTo>
                    <a:pt x="21020" y="5255"/>
                  </a:lnTo>
                  <a:lnTo>
                    <a:pt x="21020" y="5255"/>
                  </a:lnTo>
                  <a:lnTo>
                    <a:pt x="21498" y="5255"/>
                  </a:lnTo>
                  <a:lnTo>
                    <a:pt x="22453" y="6211"/>
                  </a:lnTo>
                  <a:lnTo>
                    <a:pt x="22453" y="6211"/>
                  </a:lnTo>
                  <a:lnTo>
                    <a:pt x="22931" y="6688"/>
                  </a:lnTo>
                  <a:lnTo>
                    <a:pt x="23409" y="7166"/>
                  </a:lnTo>
                  <a:lnTo>
                    <a:pt x="23886" y="7166"/>
                  </a:lnTo>
                  <a:lnTo>
                    <a:pt x="24364" y="8599"/>
                  </a:lnTo>
                  <a:lnTo>
                    <a:pt x="24364" y="8599"/>
                  </a:lnTo>
                  <a:lnTo>
                    <a:pt x="28186" y="9077"/>
                  </a:lnTo>
                  <a:lnTo>
                    <a:pt x="29619" y="9555"/>
                  </a:lnTo>
                  <a:lnTo>
                    <a:pt x="31052" y="10988"/>
                  </a:lnTo>
                  <a:lnTo>
                    <a:pt x="31052" y="10988"/>
                  </a:lnTo>
                  <a:lnTo>
                    <a:pt x="32008" y="10510"/>
                  </a:lnTo>
                  <a:lnTo>
                    <a:pt x="32008" y="10032"/>
                  </a:lnTo>
                  <a:lnTo>
                    <a:pt x="32008" y="10032"/>
                  </a:lnTo>
                  <a:lnTo>
                    <a:pt x="32486" y="9555"/>
                  </a:lnTo>
                  <a:lnTo>
                    <a:pt x="32008" y="8599"/>
                  </a:lnTo>
                  <a:lnTo>
                    <a:pt x="32008" y="8121"/>
                  </a:lnTo>
                  <a:lnTo>
                    <a:pt x="32486" y="7166"/>
                  </a:lnTo>
                  <a:lnTo>
                    <a:pt x="33441" y="7166"/>
                  </a:lnTo>
                  <a:lnTo>
                    <a:pt x="34874" y="6688"/>
                  </a:lnTo>
                  <a:lnTo>
                    <a:pt x="36307" y="6688"/>
                  </a:lnTo>
                  <a:lnTo>
                    <a:pt x="37740" y="7166"/>
                  </a:lnTo>
                  <a:lnTo>
                    <a:pt x="37740" y="7166"/>
                  </a:lnTo>
                  <a:lnTo>
                    <a:pt x="38218" y="6211"/>
                  </a:lnTo>
                  <a:lnTo>
                    <a:pt x="37740" y="3822"/>
                  </a:lnTo>
                  <a:lnTo>
                    <a:pt x="37740" y="2867"/>
                  </a:lnTo>
                  <a:lnTo>
                    <a:pt x="38218" y="1911"/>
                  </a:lnTo>
                  <a:lnTo>
                    <a:pt x="38696" y="1433"/>
                  </a:lnTo>
                  <a:lnTo>
                    <a:pt x="40129" y="2867"/>
                  </a:lnTo>
                  <a:lnTo>
                    <a:pt x="42040" y="3344"/>
                  </a:lnTo>
                  <a:lnTo>
                    <a:pt x="42996" y="3344"/>
                  </a:lnTo>
                  <a:lnTo>
                    <a:pt x="42996" y="3344"/>
                  </a:lnTo>
                  <a:lnTo>
                    <a:pt x="43473" y="2867"/>
                  </a:lnTo>
                  <a:lnTo>
                    <a:pt x="43473" y="2867"/>
                  </a:lnTo>
                  <a:lnTo>
                    <a:pt x="42996" y="1433"/>
                  </a:lnTo>
                  <a:lnTo>
                    <a:pt x="42996" y="956"/>
                  </a:lnTo>
                  <a:lnTo>
                    <a:pt x="43473" y="956"/>
                  </a:lnTo>
                  <a:lnTo>
                    <a:pt x="43951" y="478"/>
                  </a:lnTo>
                  <a:lnTo>
                    <a:pt x="46340" y="0"/>
                  </a:lnTo>
                  <a:lnTo>
                    <a:pt x="46340" y="478"/>
                  </a:lnTo>
                  <a:lnTo>
                    <a:pt x="46817" y="2389"/>
                  </a:lnTo>
                  <a:lnTo>
                    <a:pt x="46817" y="3344"/>
                  </a:lnTo>
                  <a:lnTo>
                    <a:pt x="47295" y="4777"/>
                  </a:lnTo>
                  <a:lnTo>
                    <a:pt x="47773" y="6211"/>
                  </a:lnTo>
                  <a:lnTo>
                    <a:pt x="47773" y="6688"/>
                  </a:lnTo>
                  <a:lnTo>
                    <a:pt x="47295" y="7644"/>
                  </a:lnTo>
                  <a:lnTo>
                    <a:pt x="46817" y="8121"/>
                  </a:lnTo>
                  <a:lnTo>
                    <a:pt x="46817" y="8599"/>
                  </a:lnTo>
                  <a:lnTo>
                    <a:pt x="47295" y="9077"/>
                  </a:lnTo>
                  <a:lnTo>
                    <a:pt x="49206" y="9555"/>
                  </a:lnTo>
                  <a:lnTo>
                    <a:pt x="50639" y="10032"/>
                  </a:lnTo>
                  <a:lnTo>
                    <a:pt x="51595" y="9077"/>
                  </a:lnTo>
                  <a:lnTo>
                    <a:pt x="52550" y="8121"/>
                  </a:lnTo>
                  <a:lnTo>
                    <a:pt x="53028" y="7644"/>
                  </a:lnTo>
                  <a:lnTo>
                    <a:pt x="53028" y="7644"/>
                  </a:lnTo>
                  <a:lnTo>
                    <a:pt x="53505" y="6688"/>
                  </a:lnTo>
                  <a:lnTo>
                    <a:pt x="54461" y="6211"/>
                  </a:lnTo>
                  <a:lnTo>
                    <a:pt x="57328" y="5255"/>
                  </a:lnTo>
                  <a:lnTo>
                    <a:pt x="60194" y="5255"/>
                  </a:lnTo>
                  <a:lnTo>
                    <a:pt x="60194" y="5255"/>
                  </a:lnTo>
                  <a:lnTo>
                    <a:pt x="60671" y="5733"/>
                  </a:lnTo>
                  <a:lnTo>
                    <a:pt x="62105" y="6688"/>
                  </a:lnTo>
                  <a:lnTo>
                    <a:pt x="63538" y="7644"/>
                  </a:lnTo>
                  <a:lnTo>
                    <a:pt x="65927" y="7644"/>
                  </a:lnTo>
                  <a:lnTo>
                    <a:pt x="67837" y="8121"/>
                  </a:lnTo>
                  <a:lnTo>
                    <a:pt x="69271" y="9077"/>
                  </a:lnTo>
                  <a:lnTo>
                    <a:pt x="70226" y="10988"/>
                  </a:lnTo>
                  <a:lnTo>
                    <a:pt x="71182" y="12421"/>
                  </a:lnTo>
                  <a:lnTo>
                    <a:pt x="71659" y="14810"/>
                  </a:lnTo>
                  <a:lnTo>
                    <a:pt x="73570" y="15765"/>
                  </a:lnTo>
                  <a:lnTo>
                    <a:pt x="75003" y="16243"/>
                  </a:lnTo>
                  <a:lnTo>
                    <a:pt x="76914" y="17676"/>
                  </a:lnTo>
                  <a:lnTo>
                    <a:pt x="78825" y="18632"/>
                  </a:lnTo>
                  <a:lnTo>
                    <a:pt x="80736" y="18632"/>
                  </a:lnTo>
                  <a:lnTo>
                    <a:pt x="81692" y="19109"/>
                  </a:lnTo>
                  <a:lnTo>
                    <a:pt x="83125" y="20065"/>
                  </a:lnTo>
                  <a:lnTo>
                    <a:pt x="84558" y="20065"/>
                  </a:lnTo>
                  <a:lnTo>
                    <a:pt x="85991" y="18154"/>
                  </a:lnTo>
                  <a:lnTo>
                    <a:pt x="87424" y="17198"/>
                  </a:lnTo>
                  <a:lnTo>
                    <a:pt x="91724" y="16243"/>
                  </a:lnTo>
                  <a:lnTo>
                    <a:pt x="93635" y="15287"/>
                  </a:lnTo>
                  <a:lnTo>
                    <a:pt x="95068" y="14810"/>
                  </a:lnTo>
                  <a:lnTo>
                    <a:pt x="99368" y="14810"/>
                  </a:lnTo>
                  <a:lnTo>
                    <a:pt x="103189" y="15287"/>
                  </a:lnTo>
                  <a:lnTo>
                    <a:pt x="105100" y="15765"/>
                  </a:lnTo>
                  <a:lnTo>
                    <a:pt x="106534" y="15287"/>
                  </a:lnTo>
                  <a:lnTo>
                    <a:pt x="107489" y="16243"/>
                  </a:lnTo>
                  <a:lnTo>
                    <a:pt x="108922" y="18154"/>
                  </a:lnTo>
                  <a:lnTo>
                    <a:pt x="109878" y="18632"/>
                  </a:lnTo>
                  <a:lnTo>
                    <a:pt x="111311" y="19109"/>
                  </a:lnTo>
                  <a:lnTo>
                    <a:pt x="111789" y="20543"/>
                  </a:lnTo>
                  <a:lnTo>
                    <a:pt x="112744" y="21976"/>
                  </a:lnTo>
                  <a:lnTo>
                    <a:pt x="113222" y="22453"/>
                  </a:lnTo>
                  <a:lnTo>
                    <a:pt x="114655" y="23886"/>
                  </a:lnTo>
                  <a:lnTo>
                    <a:pt x="115610" y="23886"/>
                  </a:lnTo>
                  <a:lnTo>
                    <a:pt x="116566" y="23409"/>
                  </a:lnTo>
                  <a:lnTo>
                    <a:pt x="117044" y="22931"/>
                  </a:lnTo>
                  <a:lnTo>
                    <a:pt x="117044" y="23886"/>
                  </a:lnTo>
                  <a:lnTo>
                    <a:pt x="116566" y="25320"/>
                  </a:lnTo>
                  <a:lnTo>
                    <a:pt x="117044" y="26275"/>
                  </a:lnTo>
                  <a:lnTo>
                    <a:pt x="117521" y="26753"/>
                  </a:lnTo>
                  <a:lnTo>
                    <a:pt x="117044" y="27709"/>
                  </a:lnTo>
                  <a:lnTo>
                    <a:pt x="116088" y="29619"/>
                  </a:lnTo>
                  <a:lnTo>
                    <a:pt x="116088" y="31052"/>
                  </a:lnTo>
                  <a:lnTo>
                    <a:pt x="117044" y="31530"/>
                  </a:lnTo>
                  <a:lnTo>
                    <a:pt x="117999" y="32486"/>
                  </a:lnTo>
                  <a:lnTo>
                    <a:pt x="118477" y="34874"/>
                  </a:lnTo>
                  <a:lnTo>
                    <a:pt x="118954" y="35352"/>
                  </a:lnTo>
                  <a:lnTo>
                    <a:pt x="118954" y="35830"/>
                  </a:lnTo>
                  <a:lnTo>
                    <a:pt x="119910" y="4108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" name="Freeform 2283">
              <a:extLst>
                <a:ext uri="{FF2B5EF4-FFF2-40B4-BE49-F238E27FC236}">
                  <a16:creationId xmlns:a16="http://schemas.microsoft.com/office/drawing/2014/main" id="{E17F1557-F812-23F8-4984-464CFB3DC492}"/>
                </a:ext>
              </a:extLst>
            </p:cNvPr>
            <p:cNvSpPr/>
            <p:nvPr/>
          </p:nvSpPr>
          <p:spPr>
            <a:xfrm>
              <a:off x="5831337" y="3700134"/>
              <a:ext cx="2388" cy="2388"/>
            </a:xfrm>
            <a:custGeom>
              <a:avLst/>
              <a:gdLst>
                <a:gd name="csX0" fmla="*/ 2389 w 2388"/>
                <a:gd name="csY0" fmla="*/ 0 h 2388"/>
                <a:gd name="csX1" fmla="*/ 2389 w 2388"/>
                <a:gd name="csY1" fmla="*/ 478 h 2388"/>
                <a:gd name="csX2" fmla="*/ 1911 w 2388"/>
                <a:gd name="csY2" fmla="*/ 2389 h 2388"/>
                <a:gd name="csX3" fmla="*/ 0 w 2388"/>
                <a:gd name="csY3" fmla="*/ 1911 h 2388"/>
                <a:gd name="csX4" fmla="*/ 0 w 2388"/>
                <a:gd name="csY4" fmla="*/ 1433 h 2388"/>
                <a:gd name="csX5" fmla="*/ 1911 w 2388"/>
                <a:gd name="csY5" fmla="*/ 0 h 2388"/>
                <a:gd name="csX6" fmla="*/ 2389 w 2388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2389" y="0"/>
                  </a:moveTo>
                  <a:lnTo>
                    <a:pt x="2389" y="478"/>
                  </a:lnTo>
                  <a:lnTo>
                    <a:pt x="1911" y="2389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1911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5" name="Freeform 2284">
              <a:extLst>
                <a:ext uri="{FF2B5EF4-FFF2-40B4-BE49-F238E27FC236}">
                  <a16:creationId xmlns:a16="http://schemas.microsoft.com/office/drawing/2014/main" id="{EC737184-5D82-2FFA-7B12-BD68EE03D52D}"/>
                </a:ext>
              </a:extLst>
            </p:cNvPr>
            <p:cNvSpPr/>
            <p:nvPr/>
          </p:nvSpPr>
          <p:spPr>
            <a:xfrm>
              <a:off x="5827993" y="4562913"/>
              <a:ext cx="1910" cy="477"/>
            </a:xfrm>
            <a:custGeom>
              <a:avLst/>
              <a:gdLst>
                <a:gd name="csX0" fmla="*/ 1911 w 1910"/>
                <a:gd name="csY0" fmla="*/ 0 h 477"/>
                <a:gd name="csX1" fmla="*/ 955 w 1910"/>
                <a:gd name="csY1" fmla="*/ 478 h 477"/>
                <a:gd name="csX2" fmla="*/ 0 w 1910"/>
                <a:gd name="csY2" fmla="*/ 478 h 477"/>
                <a:gd name="csX3" fmla="*/ 955 w 1910"/>
                <a:gd name="csY3" fmla="*/ 478 h 477"/>
                <a:gd name="csX4" fmla="*/ 1911 w 1910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477">
                  <a:moveTo>
                    <a:pt x="1911" y="0"/>
                  </a:moveTo>
                  <a:lnTo>
                    <a:pt x="955" y="478"/>
                  </a:lnTo>
                  <a:lnTo>
                    <a:pt x="0" y="478"/>
                  </a:lnTo>
                  <a:lnTo>
                    <a:pt x="955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6" name="Freeform 2285">
              <a:extLst>
                <a:ext uri="{FF2B5EF4-FFF2-40B4-BE49-F238E27FC236}">
                  <a16:creationId xmlns:a16="http://schemas.microsoft.com/office/drawing/2014/main" id="{880D678F-4C35-60FB-2DD7-F1773A69029A}"/>
                </a:ext>
              </a:extLst>
            </p:cNvPr>
            <p:cNvSpPr/>
            <p:nvPr/>
          </p:nvSpPr>
          <p:spPr>
            <a:xfrm>
              <a:off x="5823216" y="3391521"/>
              <a:ext cx="6688" cy="6688"/>
            </a:xfrm>
            <a:custGeom>
              <a:avLst/>
              <a:gdLst>
                <a:gd name="csX0" fmla="*/ 6210 w 6688"/>
                <a:gd name="csY0" fmla="*/ 4300 h 6688"/>
                <a:gd name="csX1" fmla="*/ 6688 w 6688"/>
                <a:gd name="csY1" fmla="*/ 4300 h 6688"/>
                <a:gd name="csX2" fmla="*/ 6210 w 6688"/>
                <a:gd name="csY2" fmla="*/ 5733 h 6688"/>
                <a:gd name="csX3" fmla="*/ 4777 w 6688"/>
                <a:gd name="csY3" fmla="*/ 6688 h 6688"/>
                <a:gd name="csX4" fmla="*/ 3822 w 6688"/>
                <a:gd name="csY4" fmla="*/ 5733 h 6688"/>
                <a:gd name="csX5" fmla="*/ 3822 w 6688"/>
                <a:gd name="csY5" fmla="*/ 3344 h 6688"/>
                <a:gd name="csX6" fmla="*/ 1911 w 6688"/>
                <a:gd name="csY6" fmla="*/ 2389 h 6688"/>
                <a:gd name="csX7" fmla="*/ 955 w 6688"/>
                <a:gd name="csY7" fmla="*/ 1911 h 6688"/>
                <a:gd name="csX8" fmla="*/ 0 w 6688"/>
                <a:gd name="csY8" fmla="*/ 956 h 6688"/>
                <a:gd name="csX9" fmla="*/ 0 w 6688"/>
                <a:gd name="csY9" fmla="*/ 478 h 6688"/>
                <a:gd name="csX10" fmla="*/ 1433 w 6688"/>
                <a:gd name="csY10" fmla="*/ 0 h 6688"/>
                <a:gd name="csX11" fmla="*/ 3822 w 6688"/>
                <a:gd name="csY11" fmla="*/ 1911 h 6688"/>
                <a:gd name="csX12" fmla="*/ 4777 w 6688"/>
                <a:gd name="csY12" fmla="*/ 3822 h 6688"/>
                <a:gd name="csX13" fmla="*/ 6210 w 6688"/>
                <a:gd name="csY13" fmla="*/ 430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688" h="6688">
                  <a:moveTo>
                    <a:pt x="6210" y="4300"/>
                  </a:moveTo>
                  <a:lnTo>
                    <a:pt x="6688" y="4300"/>
                  </a:lnTo>
                  <a:lnTo>
                    <a:pt x="6210" y="5733"/>
                  </a:lnTo>
                  <a:lnTo>
                    <a:pt x="4777" y="6688"/>
                  </a:lnTo>
                  <a:lnTo>
                    <a:pt x="3822" y="5733"/>
                  </a:lnTo>
                  <a:lnTo>
                    <a:pt x="3822" y="3344"/>
                  </a:lnTo>
                  <a:lnTo>
                    <a:pt x="1911" y="2389"/>
                  </a:lnTo>
                  <a:lnTo>
                    <a:pt x="955" y="1911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3822" y="1911"/>
                  </a:lnTo>
                  <a:lnTo>
                    <a:pt x="4777" y="3822"/>
                  </a:lnTo>
                  <a:lnTo>
                    <a:pt x="6210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7" name="Freeform 2286">
              <a:extLst>
                <a:ext uri="{FF2B5EF4-FFF2-40B4-BE49-F238E27FC236}">
                  <a16:creationId xmlns:a16="http://schemas.microsoft.com/office/drawing/2014/main" id="{B18D202F-AB3E-7B62-8E9E-2412132BB4E2}"/>
                </a:ext>
              </a:extLst>
            </p:cNvPr>
            <p:cNvSpPr/>
            <p:nvPr/>
          </p:nvSpPr>
          <p:spPr>
            <a:xfrm>
              <a:off x="5817005" y="3398687"/>
              <a:ext cx="11943" cy="9076"/>
            </a:xfrm>
            <a:custGeom>
              <a:avLst/>
              <a:gdLst>
                <a:gd name="csX0" fmla="*/ 11943 w 11943"/>
                <a:gd name="csY0" fmla="*/ 6688 h 9076"/>
                <a:gd name="csX1" fmla="*/ 11466 w 11943"/>
                <a:gd name="csY1" fmla="*/ 8121 h 9076"/>
                <a:gd name="csX2" fmla="*/ 10510 w 11943"/>
                <a:gd name="csY2" fmla="*/ 8599 h 9076"/>
                <a:gd name="csX3" fmla="*/ 10032 w 11943"/>
                <a:gd name="csY3" fmla="*/ 9077 h 9076"/>
                <a:gd name="csX4" fmla="*/ 7166 w 11943"/>
                <a:gd name="csY4" fmla="*/ 7166 h 9076"/>
                <a:gd name="csX5" fmla="*/ 3822 w 11943"/>
                <a:gd name="csY5" fmla="*/ 7644 h 9076"/>
                <a:gd name="csX6" fmla="*/ 3344 w 11943"/>
                <a:gd name="csY6" fmla="*/ 7644 h 9076"/>
                <a:gd name="csX7" fmla="*/ 2867 w 11943"/>
                <a:gd name="csY7" fmla="*/ 7166 h 9076"/>
                <a:gd name="csX8" fmla="*/ 2389 w 11943"/>
                <a:gd name="csY8" fmla="*/ 6688 h 9076"/>
                <a:gd name="csX9" fmla="*/ 2389 w 11943"/>
                <a:gd name="csY9" fmla="*/ 5255 h 9076"/>
                <a:gd name="csX10" fmla="*/ 2389 w 11943"/>
                <a:gd name="csY10" fmla="*/ 5255 h 9076"/>
                <a:gd name="csX11" fmla="*/ 1433 w 11943"/>
                <a:gd name="csY11" fmla="*/ 6211 h 9076"/>
                <a:gd name="csX12" fmla="*/ 478 w 11943"/>
                <a:gd name="csY12" fmla="*/ 6211 h 9076"/>
                <a:gd name="csX13" fmla="*/ 478 w 11943"/>
                <a:gd name="csY13" fmla="*/ 5255 h 9076"/>
                <a:gd name="csX14" fmla="*/ 0 w 11943"/>
                <a:gd name="csY14" fmla="*/ 4300 h 9076"/>
                <a:gd name="csX15" fmla="*/ 478 w 11943"/>
                <a:gd name="csY15" fmla="*/ 2866 h 9076"/>
                <a:gd name="csX16" fmla="*/ 956 w 11943"/>
                <a:gd name="csY16" fmla="*/ 478 h 9076"/>
                <a:gd name="csX17" fmla="*/ 2389 w 11943"/>
                <a:gd name="csY17" fmla="*/ 0 h 9076"/>
                <a:gd name="csX18" fmla="*/ 4300 w 11943"/>
                <a:gd name="csY18" fmla="*/ 0 h 9076"/>
                <a:gd name="csX19" fmla="*/ 6211 w 11943"/>
                <a:gd name="csY19" fmla="*/ 1433 h 9076"/>
                <a:gd name="csX20" fmla="*/ 6688 w 11943"/>
                <a:gd name="csY20" fmla="*/ 2389 h 9076"/>
                <a:gd name="csX21" fmla="*/ 6688 w 11943"/>
                <a:gd name="csY21" fmla="*/ 2866 h 9076"/>
                <a:gd name="csX22" fmla="*/ 6211 w 11943"/>
                <a:gd name="csY22" fmla="*/ 3822 h 9076"/>
                <a:gd name="csX23" fmla="*/ 5733 w 11943"/>
                <a:gd name="csY23" fmla="*/ 4777 h 9076"/>
                <a:gd name="csX24" fmla="*/ 7166 w 11943"/>
                <a:gd name="csY24" fmla="*/ 4777 h 9076"/>
                <a:gd name="csX25" fmla="*/ 9555 w 11943"/>
                <a:gd name="csY25" fmla="*/ 5733 h 9076"/>
                <a:gd name="csX26" fmla="*/ 10988 w 11943"/>
                <a:gd name="csY26" fmla="*/ 5733 h 9076"/>
                <a:gd name="csX27" fmla="*/ 11943 w 11943"/>
                <a:gd name="csY27" fmla="*/ 6688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1943" h="9076">
                  <a:moveTo>
                    <a:pt x="11943" y="6688"/>
                  </a:moveTo>
                  <a:lnTo>
                    <a:pt x="11466" y="8121"/>
                  </a:lnTo>
                  <a:lnTo>
                    <a:pt x="10510" y="8599"/>
                  </a:lnTo>
                  <a:lnTo>
                    <a:pt x="10032" y="9077"/>
                  </a:lnTo>
                  <a:lnTo>
                    <a:pt x="7166" y="7166"/>
                  </a:lnTo>
                  <a:lnTo>
                    <a:pt x="3822" y="7644"/>
                  </a:lnTo>
                  <a:lnTo>
                    <a:pt x="3344" y="7644"/>
                  </a:lnTo>
                  <a:lnTo>
                    <a:pt x="2867" y="7166"/>
                  </a:lnTo>
                  <a:lnTo>
                    <a:pt x="2389" y="6688"/>
                  </a:lnTo>
                  <a:lnTo>
                    <a:pt x="2389" y="5255"/>
                  </a:lnTo>
                  <a:lnTo>
                    <a:pt x="2389" y="5255"/>
                  </a:lnTo>
                  <a:lnTo>
                    <a:pt x="1433" y="6211"/>
                  </a:lnTo>
                  <a:lnTo>
                    <a:pt x="478" y="6211"/>
                  </a:lnTo>
                  <a:lnTo>
                    <a:pt x="478" y="5255"/>
                  </a:lnTo>
                  <a:lnTo>
                    <a:pt x="0" y="4300"/>
                  </a:lnTo>
                  <a:lnTo>
                    <a:pt x="478" y="2866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4300" y="0"/>
                  </a:lnTo>
                  <a:lnTo>
                    <a:pt x="6211" y="1433"/>
                  </a:lnTo>
                  <a:lnTo>
                    <a:pt x="6688" y="2389"/>
                  </a:lnTo>
                  <a:lnTo>
                    <a:pt x="6688" y="2866"/>
                  </a:lnTo>
                  <a:lnTo>
                    <a:pt x="6211" y="3822"/>
                  </a:lnTo>
                  <a:lnTo>
                    <a:pt x="5733" y="4777"/>
                  </a:lnTo>
                  <a:lnTo>
                    <a:pt x="7166" y="4777"/>
                  </a:lnTo>
                  <a:lnTo>
                    <a:pt x="9555" y="5733"/>
                  </a:lnTo>
                  <a:lnTo>
                    <a:pt x="10988" y="5733"/>
                  </a:lnTo>
                  <a:lnTo>
                    <a:pt x="11943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" name="Freeform 2287">
              <a:extLst>
                <a:ext uri="{FF2B5EF4-FFF2-40B4-BE49-F238E27FC236}">
                  <a16:creationId xmlns:a16="http://schemas.microsoft.com/office/drawing/2014/main" id="{4810428D-B32A-79B0-366B-9E82AF0A2051}"/>
                </a:ext>
              </a:extLst>
            </p:cNvPr>
            <p:cNvSpPr/>
            <p:nvPr/>
          </p:nvSpPr>
          <p:spPr>
            <a:xfrm>
              <a:off x="5827993" y="4632662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" name="Freeform 2288">
              <a:extLst>
                <a:ext uri="{FF2B5EF4-FFF2-40B4-BE49-F238E27FC236}">
                  <a16:creationId xmlns:a16="http://schemas.microsoft.com/office/drawing/2014/main" id="{F94CD504-1F87-E99F-3A85-0D7A0EE8CBC7}"/>
                </a:ext>
              </a:extLst>
            </p:cNvPr>
            <p:cNvSpPr/>
            <p:nvPr/>
          </p:nvSpPr>
          <p:spPr>
            <a:xfrm>
              <a:off x="5825126" y="4632184"/>
              <a:ext cx="2866" cy="477"/>
            </a:xfrm>
            <a:custGeom>
              <a:avLst/>
              <a:gdLst>
                <a:gd name="csX0" fmla="*/ 2867 w 2866"/>
                <a:gd name="csY0" fmla="*/ 478 h 477"/>
                <a:gd name="csX1" fmla="*/ 0 w 2866"/>
                <a:gd name="csY1" fmla="*/ 478 h 477"/>
                <a:gd name="csX2" fmla="*/ 0 w 2866"/>
                <a:gd name="csY2" fmla="*/ 0 h 477"/>
                <a:gd name="csX3" fmla="*/ 2867 w 2866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477">
                  <a:moveTo>
                    <a:pt x="2867" y="478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0" name="Freeform 2289">
              <a:extLst>
                <a:ext uri="{FF2B5EF4-FFF2-40B4-BE49-F238E27FC236}">
                  <a16:creationId xmlns:a16="http://schemas.microsoft.com/office/drawing/2014/main" id="{DEC65867-DB28-870F-2E32-C6CF19F8C909}"/>
                </a:ext>
              </a:extLst>
            </p:cNvPr>
            <p:cNvSpPr/>
            <p:nvPr/>
          </p:nvSpPr>
          <p:spPr>
            <a:xfrm>
              <a:off x="5823693" y="3409675"/>
              <a:ext cx="2866" cy="3344"/>
            </a:xfrm>
            <a:custGeom>
              <a:avLst/>
              <a:gdLst>
                <a:gd name="csX0" fmla="*/ 2866 w 2866"/>
                <a:gd name="csY0" fmla="*/ 0 h 3344"/>
                <a:gd name="csX1" fmla="*/ 2389 w 2866"/>
                <a:gd name="csY1" fmla="*/ 955 h 3344"/>
                <a:gd name="csX2" fmla="*/ 1911 w 2866"/>
                <a:gd name="csY2" fmla="*/ 2866 h 3344"/>
                <a:gd name="csX3" fmla="*/ 1911 w 2866"/>
                <a:gd name="csY3" fmla="*/ 3344 h 3344"/>
                <a:gd name="csX4" fmla="*/ 956 w 2866"/>
                <a:gd name="csY4" fmla="*/ 2389 h 3344"/>
                <a:gd name="csX5" fmla="*/ 0 w 2866"/>
                <a:gd name="csY5" fmla="*/ 478 h 3344"/>
                <a:gd name="csX6" fmla="*/ 1911 w 2866"/>
                <a:gd name="csY6" fmla="*/ 0 h 3344"/>
                <a:gd name="csX7" fmla="*/ 2866 w 2866"/>
                <a:gd name="csY7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344">
                  <a:moveTo>
                    <a:pt x="2866" y="0"/>
                  </a:moveTo>
                  <a:lnTo>
                    <a:pt x="2389" y="955"/>
                  </a:lnTo>
                  <a:lnTo>
                    <a:pt x="1911" y="2866"/>
                  </a:lnTo>
                  <a:lnTo>
                    <a:pt x="1911" y="3344"/>
                  </a:lnTo>
                  <a:lnTo>
                    <a:pt x="956" y="2389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1" name="Freeform 2290">
              <a:extLst>
                <a:ext uri="{FF2B5EF4-FFF2-40B4-BE49-F238E27FC236}">
                  <a16:creationId xmlns:a16="http://schemas.microsoft.com/office/drawing/2014/main" id="{97F732BA-0648-C601-D2B1-FE8549C91A4B}"/>
                </a:ext>
              </a:extLst>
            </p:cNvPr>
            <p:cNvSpPr/>
            <p:nvPr/>
          </p:nvSpPr>
          <p:spPr>
            <a:xfrm>
              <a:off x="5823693" y="4604476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478 h 1433"/>
                <a:gd name="csX2" fmla="*/ 0 w 477"/>
                <a:gd name="csY2" fmla="*/ 1433 h 1433"/>
                <a:gd name="csX3" fmla="*/ 478 w 477"/>
                <a:gd name="csY3" fmla="*/ 478 h 1433"/>
                <a:gd name="csX4" fmla="*/ 478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478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2" name="Freeform 2291">
              <a:extLst>
                <a:ext uri="{FF2B5EF4-FFF2-40B4-BE49-F238E27FC236}">
                  <a16:creationId xmlns:a16="http://schemas.microsoft.com/office/drawing/2014/main" id="{7557C8CB-8621-0D80-3D09-8E4D863BE93B}"/>
                </a:ext>
              </a:extLst>
            </p:cNvPr>
            <p:cNvSpPr/>
            <p:nvPr/>
          </p:nvSpPr>
          <p:spPr>
            <a:xfrm>
              <a:off x="5819394" y="4641261"/>
              <a:ext cx="3344" cy="1433"/>
            </a:xfrm>
            <a:custGeom>
              <a:avLst/>
              <a:gdLst>
                <a:gd name="csX0" fmla="*/ 3344 w 3344"/>
                <a:gd name="csY0" fmla="*/ 478 h 1433"/>
                <a:gd name="csX1" fmla="*/ 2389 w 3344"/>
                <a:gd name="csY1" fmla="*/ 1433 h 1433"/>
                <a:gd name="csX2" fmla="*/ 0 w 3344"/>
                <a:gd name="csY2" fmla="*/ 955 h 1433"/>
                <a:gd name="csX3" fmla="*/ 478 w 3344"/>
                <a:gd name="csY3" fmla="*/ 0 h 1433"/>
                <a:gd name="csX4" fmla="*/ 3344 w 3344"/>
                <a:gd name="csY4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1433">
                  <a:moveTo>
                    <a:pt x="3344" y="478"/>
                  </a:moveTo>
                  <a:lnTo>
                    <a:pt x="2389" y="1433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3" name="Freeform 2292">
              <a:extLst>
                <a:ext uri="{FF2B5EF4-FFF2-40B4-BE49-F238E27FC236}">
                  <a16:creationId xmlns:a16="http://schemas.microsoft.com/office/drawing/2014/main" id="{1F1AD8BE-61BA-BFEC-6ED6-A005A63245A5}"/>
                </a:ext>
              </a:extLst>
            </p:cNvPr>
            <p:cNvSpPr/>
            <p:nvPr/>
          </p:nvSpPr>
          <p:spPr>
            <a:xfrm>
              <a:off x="5820827" y="4555747"/>
              <a:ext cx="1433" cy="1911"/>
            </a:xfrm>
            <a:custGeom>
              <a:avLst/>
              <a:gdLst>
                <a:gd name="csX0" fmla="*/ 478 w 1433"/>
                <a:gd name="csY0" fmla="*/ 0 h 1911"/>
                <a:gd name="csX1" fmla="*/ 1433 w 1433"/>
                <a:gd name="csY1" fmla="*/ 1911 h 1911"/>
                <a:gd name="csX2" fmla="*/ 0 w 1433"/>
                <a:gd name="csY2" fmla="*/ 0 h 1911"/>
                <a:gd name="csX3" fmla="*/ 478 w 1433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911">
                  <a:moveTo>
                    <a:pt x="478" y="0"/>
                  </a:moveTo>
                  <a:lnTo>
                    <a:pt x="1433" y="1911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4" name="Freeform 2293">
              <a:extLst>
                <a:ext uri="{FF2B5EF4-FFF2-40B4-BE49-F238E27FC236}">
                  <a16:creationId xmlns:a16="http://schemas.microsoft.com/office/drawing/2014/main" id="{28B6C47C-4791-A63A-A7B0-16FD218A11CE}"/>
                </a:ext>
              </a:extLst>
            </p:cNvPr>
            <p:cNvSpPr/>
            <p:nvPr/>
          </p:nvSpPr>
          <p:spPr>
            <a:xfrm>
              <a:off x="5816527" y="3406330"/>
              <a:ext cx="4777" cy="5255"/>
            </a:xfrm>
            <a:custGeom>
              <a:avLst/>
              <a:gdLst>
                <a:gd name="csX0" fmla="*/ 4777 w 4777"/>
                <a:gd name="csY0" fmla="*/ 4300 h 5255"/>
                <a:gd name="csX1" fmla="*/ 4300 w 4777"/>
                <a:gd name="csY1" fmla="*/ 4777 h 5255"/>
                <a:gd name="csX2" fmla="*/ 3344 w 4777"/>
                <a:gd name="csY2" fmla="*/ 5255 h 5255"/>
                <a:gd name="csX3" fmla="*/ 2389 w 4777"/>
                <a:gd name="csY3" fmla="*/ 5255 h 5255"/>
                <a:gd name="csX4" fmla="*/ 478 w 4777"/>
                <a:gd name="csY4" fmla="*/ 2866 h 5255"/>
                <a:gd name="csX5" fmla="*/ 0 w 4777"/>
                <a:gd name="csY5" fmla="*/ 1433 h 5255"/>
                <a:gd name="csX6" fmla="*/ 0 w 4777"/>
                <a:gd name="csY6" fmla="*/ 478 h 5255"/>
                <a:gd name="csX7" fmla="*/ 478 w 4777"/>
                <a:gd name="csY7" fmla="*/ 0 h 5255"/>
                <a:gd name="csX8" fmla="*/ 2389 w 4777"/>
                <a:gd name="csY8" fmla="*/ 478 h 5255"/>
                <a:gd name="csX9" fmla="*/ 3344 w 4777"/>
                <a:gd name="csY9" fmla="*/ 2389 h 5255"/>
                <a:gd name="csX10" fmla="*/ 3344 w 4777"/>
                <a:gd name="csY10" fmla="*/ 3344 h 5255"/>
                <a:gd name="csX11" fmla="*/ 3344 w 4777"/>
                <a:gd name="csY11" fmla="*/ 3822 h 5255"/>
                <a:gd name="csX12" fmla="*/ 4777 w 4777"/>
                <a:gd name="csY12" fmla="*/ 430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77" h="5255">
                  <a:moveTo>
                    <a:pt x="4777" y="4300"/>
                  </a:moveTo>
                  <a:lnTo>
                    <a:pt x="4300" y="4777"/>
                  </a:lnTo>
                  <a:lnTo>
                    <a:pt x="3344" y="5255"/>
                  </a:lnTo>
                  <a:lnTo>
                    <a:pt x="2389" y="5255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3344" y="2389"/>
                  </a:lnTo>
                  <a:lnTo>
                    <a:pt x="3344" y="3344"/>
                  </a:lnTo>
                  <a:lnTo>
                    <a:pt x="3344" y="3822"/>
                  </a:lnTo>
                  <a:lnTo>
                    <a:pt x="4777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5" name="Freeform 2294">
              <a:extLst>
                <a:ext uri="{FF2B5EF4-FFF2-40B4-BE49-F238E27FC236}">
                  <a16:creationId xmlns:a16="http://schemas.microsoft.com/office/drawing/2014/main" id="{EE069C39-6870-0756-A0FE-05469D3E5CE1}"/>
                </a:ext>
              </a:extLst>
            </p:cNvPr>
            <p:cNvSpPr/>
            <p:nvPr/>
          </p:nvSpPr>
          <p:spPr>
            <a:xfrm>
              <a:off x="5793118" y="3586434"/>
              <a:ext cx="10510" cy="8599"/>
            </a:xfrm>
            <a:custGeom>
              <a:avLst/>
              <a:gdLst>
                <a:gd name="csX0" fmla="*/ 10510 w 10510"/>
                <a:gd name="csY0" fmla="*/ 3344 h 8599"/>
                <a:gd name="csX1" fmla="*/ 9555 w 10510"/>
                <a:gd name="csY1" fmla="*/ 4777 h 8599"/>
                <a:gd name="csX2" fmla="*/ 7166 w 10510"/>
                <a:gd name="csY2" fmla="*/ 5733 h 8599"/>
                <a:gd name="csX3" fmla="*/ 5733 w 10510"/>
                <a:gd name="csY3" fmla="*/ 7166 h 8599"/>
                <a:gd name="csX4" fmla="*/ 3822 w 10510"/>
                <a:gd name="csY4" fmla="*/ 8599 h 8599"/>
                <a:gd name="csX5" fmla="*/ 2867 w 10510"/>
                <a:gd name="csY5" fmla="*/ 7166 h 8599"/>
                <a:gd name="csX6" fmla="*/ 1911 w 10510"/>
                <a:gd name="csY6" fmla="*/ 7166 h 8599"/>
                <a:gd name="csX7" fmla="*/ 478 w 10510"/>
                <a:gd name="csY7" fmla="*/ 4777 h 8599"/>
                <a:gd name="csX8" fmla="*/ 0 w 10510"/>
                <a:gd name="csY8" fmla="*/ 955 h 8599"/>
                <a:gd name="csX9" fmla="*/ 2389 w 10510"/>
                <a:gd name="csY9" fmla="*/ 0 h 8599"/>
                <a:gd name="csX10" fmla="*/ 5255 w 10510"/>
                <a:gd name="csY10" fmla="*/ 0 h 8599"/>
                <a:gd name="csX11" fmla="*/ 7166 w 10510"/>
                <a:gd name="csY11" fmla="*/ 2866 h 8599"/>
                <a:gd name="csX12" fmla="*/ 8121 w 10510"/>
                <a:gd name="csY12" fmla="*/ 3344 h 8599"/>
                <a:gd name="csX13" fmla="*/ 10510 w 10510"/>
                <a:gd name="csY13" fmla="*/ 3344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0510" h="8599">
                  <a:moveTo>
                    <a:pt x="10510" y="3344"/>
                  </a:moveTo>
                  <a:lnTo>
                    <a:pt x="9555" y="4777"/>
                  </a:lnTo>
                  <a:lnTo>
                    <a:pt x="7166" y="5733"/>
                  </a:lnTo>
                  <a:lnTo>
                    <a:pt x="5733" y="7166"/>
                  </a:lnTo>
                  <a:lnTo>
                    <a:pt x="3822" y="8599"/>
                  </a:lnTo>
                  <a:lnTo>
                    <a:pt x="2867" y="7166"/>
                  </a:lnTo>
                  <a:lnTo>
                    <a:pt x="1911" y="7166"/>
                  </a:lnTo>
                  <a:lnTo>
                    <a:pt x="478" y="4777"/>
                  </a:lnTo>
                  <a:lnTo>
                    <a:pt x="0" y="955"/>
                  </a:lnTo>
                  <a:lnTo>
                    <a:pt x="2389" y="0"/>
                  </a:lnTo>
                  <a:lnTo>
                    <a:pt x="5255" y="0"/>
                  </a:lnTo>
                  <a:lnTo>
                    <a:pt x="7166" y="2866"/>
                  </a:lnTo>
                  <a:lnTo>
                    <a:pt x="8121" y="3344"/>
                  </a:lnTo>
                  <a:lnTo>
                    <a:pt x="1051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6" name="Freeform 2295">
              <a:extLst>
                <a:ext uri="{FF2B5EF4-FFF2-40B4-BE49-F238E27FC236}">
                  <a16:creationId xmlns:a16="http://schemas.microsoft.com/office/drawing/2014/main" id="{7DEB3E91-0F44-EDE5-6F24-DC031F070AE8}"/>
                </a:ext>
              </a:extLst>
            </p:cNvPr>
            <p:cNvSpPr/>
            <p:nvPr/>
          </p:nvSpPr>
          <p:spPr>
            <a:xfrm>
              <a:off x="5788819" y="3555860"/>
              <a:ext cx="9076" cy="10987"/>
            </a:xfrm>
            <a:custGeom>
              <a:avLst/>
              <a:gdLst>
                <a:gd name="csX0" fmla="*/ 8121 w 9076"/>
                <a:gd name="csY0" fmla="*/ 478 h 10987"/>
                <a:gd name="csX1" fmla="*/ 9077 w 9076"/>
                <a:gd name="csY1" fmla="*/ 4300 h 10987"/>
                <a:gd name="csX2" fmla="*/ 7644 w 9076"/>
                <a:gd name="csY2" fmla="*/ 5733 h 10987"/>
                <a:gd name="csX3" fmla="*/ 7644 w 9076"/>
                <a:gd name="csY3" fmla="*/ 6688 h 10987"/>
                <a:gd name="csX4" fmla="*/ 3344 w 9076"/>
                <a:gd name="csY4" fmla="*/ 10988 h 10987"/>
                <a:gd name="csX5" fmla="*/ 1911 w 9076"/>
                <a:gd name="csY5" fmla="*/ 10032 h 10987"/>
                <a:gd name="csX6" fmla="*/ 478 w 9076"/>
                <a:gd name="csY6" fmla="*/ 10510 h 10987"/>
                <a:gd name="csX7" fmla="*/ 0 w 9076"/>
                <a:gd name="csY7" fmla="*/ 10510 h 10987"/>
                <a:gd name="csX8" fmla="*/ 956 w 9076"/>
                <a:gd name="csY8" fmla="*/ 9077 h 10987"/>
                <a:gd name="csX9" fmla="*/ 1911 w 9076"/>
                <a:gd name="csY9" fmla="*/ 5733 h 10987"/>
                <a:gd name="csX10" fmla="*/ 3344 w 9076"/>
                <a:gd name="csY10" fmla="*/ 4300 h 10987"/>
                <a:gd name="csX11" fmla="*/ 5733 w 9076"/>
                <a:gd name="csY11" fmla="*/ 955 h 10987"/>
                <a:gd name="csX12" fmla="*/ 7166 w 9076"/>
                <a:gd name="csY12" fmla="*/ 0 h 10987"/>
                <a:gd name="csX13" fmla="*/ 7644 w 9076"/>
                <a:gd name="csY13" fmla="*/ 0 h 10987"/>
                <a:gd name="csX14" fmla="*/ 8121 w 9076"/>
                <a:gd name="csY14" fmla="*/ 478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076" h="10987">
                  <a:moveTo>
                    <a:pt x="8121" y="478"/>
                  </a:moveTo>
                  <a:lnTo>
                    <a:pt x="9077" y="4300"/>
                  </a:lnTo>
                  <a:lnTo>
                    <a:pt x="7644" y="5733"/>
                  </a:lnTo>
                  <a:lnTo>
                    <a:pt x="7644" y="6688"/>
                  </a:lnTo>
                  <a:lnTo>
                    <a:pt x="3344" y="10988"/>
                  </a:lnTo>
                  <a:lnTo>
                    <a:pt x="1911" y="10032"/>
                  </a:lnTo>
                  <a:lnTo>
                    <a:pt x="478" y="10510"/>
                  </a:lnTo>
                  <a:lnTo>
                    <a:pt x="0" y="10510"/>
                  </a:lnTo>
                  <a:lnTo>
                    <a:pt x="956" y="9077"/>
                  </a:lnTo>
                  <a:lnTo>
                    <a:pt x="1911" y="5733"/>
                  </a:lnTo>
                  <a:lnTo>
                    <a:pt x="3344" y="4300"/>
                  </a:lnTo>
                  <a:lnTo>
                    <a:pt x="5733" y="955"/>
                  </a:lnTo>
                  <a:lnTo>
                    <a:pt x="7166" y="0"/>
                  </a:lnTo>
                  <a:lnTo>
                    <a:pt x="7644" y="0"/>
                  </a:lnTo>
                  <a:lnTo>
                    <a:pt x="81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7" name="Freeform 2296">
              <a:extLst>
                <a:ext uri="{FF2B5EF4-FFF2-40B4-BE49-F238E27FC236}">
                  <a16:creationId xmlns:a16="http://schemas.microsoft.com/office/drawing/2014/main" id="{F2C5A4F9-90DE-4D01-9948-1AD1B8BE60C3}"/>
                </a:ext>
              </a:extLst>
            </p:cNvPr>
            <p:cNvSpPr/>
            <p:nvPr/>
          </p:nvSpPr>
          <p:spPr>
            <a:xfrm>
              <a:off x="5545177" y="4221337"/>
              <a:ext cx="242686" cy="243642"/>
            </a:xfrm>
            <a:custGeom>
              <a:avLst/>
              <a:gdLst>
                <a:gd name="csX0" fmla="*/ 242686 w 242686"/>
                <a:gd name="csY0" fmla="*/ 46340 h 243642"/>
                <a:gd name="csX1" fmla="*/ 235998 w 242686"/>
                <a:gd name="csY1" fmla="*/ 46340 h 243642"/>
                <a:gd name="csX2" fmla="*/ 226921 w 242686"/>
                <a:gd name="csY2" fmla="*/ 46340 h 243642"/>
                <a:gd name="csX3" fmla="*/ 220233 w 242686"/>
                <a:gd name="csY3" fmla="*/ 46340 h 243642"/>
                <a:gd name="csX4" fmla="*/ 214023 w 242686"/>
                <a:gd name="csY4" fmla="*/ 46340 h 243642"/>
                <a:gd name="csX5" fmla="*/ 207812 w 242686"/>
                <a:gd name="csY5" fmla="*/ 46340 h 243642"/>
                <a:gd name="csX6" fmla="*/ 208290 w 242686"/>
                <a:gd name="csY6" fmla="*/ 50639 h 243642"/>
                <a:gd name="csX7" fmla="*/ 208768 w 242686"/>
                <a:gd name="csY7" fmla="*/ 55894 h 243642"/>
                <a:gd name="csX8" fmla="*/ 209245 w 242686"/>
                <a:gd name="csY8" fmla="*/ 60672 h 243642"/>
                <a:gd name="csX9" fmla="*/ 210201 w 242686"/>
                <a:gd name="csY9" fmla="*/ 65449 h 243642"/>
                <a:gd name="csX10" fmla="*/ 210679 w 242686"/>
                <a:gd name="csY10" fmla="*/ 70704 h 243642"/>
                <a:gd name="csX11" fmla="*/ 211156 w 242686"/>
                <a:gd name="csY11" fmla="*/ 75481 h 243642"/>
                <a:gd name="csX12" fmla="*/ 211634 w 242686"/>
                <a:gd name="csY12" fmla="*/ 80258 h 243642"/>
                <a:gd name="csX13" fmla="*/ 212112 w 242686"/>
                <a:gd name="csY13" fmla="*/ 85514 h 243642"/>
                <a:gd name="csX14" fmla="*/ 212590 w 242686"/>
                <a:gd name="csY14" fmla="*/ 90291 h 243642"/>
                <a:gd name="csX15" fmla="*/ 213545 w 242686"/>
                <a:gd name="csY15" fmla="*/ 95068 h 243642"/>
                <a:gd name="csX16" fmla="*/ 214023 w 242686"/>
                <a:gd name="csY16" fmla="*/ 99846 h 243642"/>
                <a:gd name="csX17" fmla="*/ 214500 w 242686"/>
                <a:gd name="csY17" fmla="*/ 104623 h 243642"/>
                <a:gd name="csX18" fmla="*/ 214978 w 242686"/>
                <a:gd name="csY18" fmla="*/ 109400 h 243642"/>
                <a:gd name="csX19" fmla="*/ 215456 w 242686"/>
                <a:gd name="csY19" fmla="*/ 114655 h 243642"/>
                <a:gd name="csX20" fmla="*/ 216411 w 242686"/>
                <a:gd name="csY20" fmla="*/ 119432 h 243642"/>
                <a:gd name="csX21" fmla="*/ 216889 w 242686"/>
                <a:gd name="csY21" fmla="*/ 124210 h 243642"/>
                <a:gd name="csX22" fmla="*/ 217367 w 242686"/>
                <a:gd name="csY22" fmla="*/ 128987 h 243642"/>
                <a:gd name="csX23" fmla="*/ 217845 w 242686"/>
                <a:gd name="csY23" fmla="*/ 133764 h 243642"/>
                <a:gd name="csX24" fmla="*/ 218322 w 242686"/>
                <a:gd name="csY24" fmla="*/ 138542 h 243642"/>
                <a:gd name="csX25" fmla="*/ 219278 w 242686"/>
                <a:gd name="csY25" fmla="*/ 143319 h 243642"/>
                <a:gd name="csX26" fmla="*/ 219756 w 242686"/>
                <a:gd name="csY26" fmla="*/ 148096 h 243642"/>
                <a:gd name="csX27" fmla="*/ 220233 w 242686"/>
                <a:gd name="csY27" fmla="*/ 152873 h 243642"/>
                <a:gd name="csX28" fmla="*/ 220711 w 242686"/>
                <a:gd name="csY28" fmla="*/ 157651 h 243642"/>
                <a:gd name="csX29" fmla="*/ 221189 w 242686"/>
                <a:gd name="csY29" fmla="*/ 162428 h 243642"/>
                <a:gd name="csX30" fmla="*/ 221666 w 242686"/>
                <a:gd name="csY30" fmla="*/ 167205 h 243642"/>
                <a:gd name="csX31" fmla="*/ 222622 w 242686"/>
                <a:gd name="csY31" fmla="*/ 171983 h 243642"/>
                <a:gd name="csX32" fmla="*/ 223100 w 242686"/>
                <a:gd name="csY32" fmla="*/ 176760 h 243642"/>
                <a:gd name="csX33" fmla="*/ 223577 w 242686"/>
                <a:gd name="csY33" fmla="*/ 181537 h 243642"/>
                <a:gd name="csX34" fmla="*/ 224055 w 242686"/>
                <a:gd name="csY34" fmla="*/ 186314 h 243642"/>
                <a:gd name="csX35" fmla="*/ 224533 w 242686"/>
                <a:gd name="csY35" fmla="*/ 190614 h 243642"/>
                <a:gd name="csX36" fmla="*/ 225010 w 242686"/>
                <a:gd name="csY36" fmla="*/ 195391 h 243642"/>
                <a:gd name="csX37" fmla="*/ 225966 w 242686"/>
                <a:gd name="csY37" fmla="*/ 200169 h 243642"/>
                <a:gd name="csX38" fmla="*/ 226444 w 242686"/>
                <a:gd name="csY38" fmla="*/ 204946 h 243642"/>
                <a:gd name="csX39" fmla="*/ 226921 w 242686"/>
                <a:gd name="csY39" fmla="*/ 209723 h 243642"/>
                <a:gd name="csX40" fmla="*/ 229310 w 242686"/>
                <a:gd name="csY40" fmla="*/ 212112 h 243642"/>
                <a:gd name="csX41" fmla="*/ 232176 w 242686"/>
                <a:gd name="csY41" fmla="*/ 214978 h 243642"/>
                <a:gd name="csX42" fmla="*/ 231221 w 242686"/>
                <a:gd name="csY42" fmla="*/ 219278 h 243642"/>
                <a:gd name="csX43" fmla="*/ 230266 w 242686"/>
                <a:gd name="csY43" fmla="*/ 224055 h 243642"/>
                <a:gd name="csX44" fmla="*/ 229310 w 242686"/>
                <a:gd name="csY44" fmla="*/ 229788 h 243642"/>
                <a:gd name="csX45" fmla="*/ 225010 w 242686"/>
                <a:gd name="csY45" fmla="*/ 229788 h 243642"/>
                <a:gd name="csX46" fmla="*/ 221189 w 242686"/>
                <a:gd name="csY46" fmla="*/ 229788 h 243642"/>
                <a:gd name="csX47" fmla="*/ 216889 w 242686"/>
                <a:gd name="csY47" fmla="*/ 229788 h 243642"/>
                <a:gd name="csX48" fmla="*/ 213067 w 242686"/>
                <a:gd name="csY48" fmla="*/ 229788 h 243642"/>
                <a:gd name="csX49" fmla="*/ 208768 w 242686"/>
                <a:gd name="csY49" fmla="*/ 229788 h 243642"/>
                <a:gd name="csX50" fmla="*/ 204946 w 242686"/>
                <a:gd name="csY50" fmla="*/ 229788 h 243642"/>
                <a:gd name="csX51" fmla="*/ 200646 w 242686"/>
                <a:gd name="csY51" fmla="*/ 229788 h 243642"/>
                <a:gd name="csX52" fmla="*/ 196825 w 242686"/>
                <a:gd name="csY52" fmla="*/ 229788 h 243642"/>
                <a:gd name="csX53" fmla="*/ 192525 w 242686"/>
                <a:gd name="csY53" fmla="*/ 229788 h 243642"/>
                <a:gd name="csX54" fmla="*/ 188703 w 242686"/>
                <a:gd name="csY54" fmla="*/ 229788 h 243642"/>
                <a:gd name="csX55" fmla="*/ 184403 w 242686"/>
                <a:gd name="csY55" fmla="*/ 229788 h 243642"/>
                <a:gd name="csX56" fmla="*/ 180582 w 242686"/>
                <a:gd name="csY56" fmla="*/ 229788 h 243642"/>
                <a:gd name="csX57" fmla="*/ 176760 w 242686"/>
                <a:gd name="csY57" fmla="*/ 229788 h 243642"/>
                <a:gd name="csX58" fmla="*/ 172460 w 242686"/>
                <a:gd name="csY58" fmla="*/ 229788 h 243642"/>
                <a:gd name="csX59" fmla="*/ 168638 w 242686"/>
                <a:gd name="csY59" fmla="*/ 229788 h 243642"/>
                <a:gd name="csX60" fmla="*/ 164339 w 242686"/>
                <a:gd name="csY60" fmla="*/ 229788 h 243642"/>
                <a:gd name="csX61" fmla="*/ 160517 w 242686"/>
                <a:gd name="csY61" fmla="*/ 229788 h 243642"/>
                <a:gd name="csX62" fmla="*/ 156695 w 242686"/>
                <a:gd name="csY62" fmla="*/ 229788 h 243642"/>
                <a:gd name="csX63" fmla="*/ 154307 w 242686"/>
                <a:gd name="csY63" fmla="*/ 229788 h 243642"/>
                <a:gd name="csX64" fmla="*/ 153351 w 242686"/>
                <a:gd name="csY64" fmla="*/ 229310 h 243642"/>
                <a:gd name="csX65" fmla="*/ 153351 w 242686"/>
                <a:gd name="csY65" fmla="*/ 226444 h 243642"/>
                <a:gd name="csX66" fmla="*/ 153351 w 242686"/>
                <a:gd name="csY66" fmla="*/ 226444 h 243642"/>
                <a:gd name="csX67" fmla="*/ 152396 w 242686"/>
                <a:gd name="csY67" fmla="*/ 226444 h 243642"/>
                <a:gd name="csX68" fmla="*/ 151918 w 242686"/>
                <a:gd name="csY68" fmla="*/ 227399 h 243642"/>
                <a:gd name="csX69" fmla="*/ 151440 w 242686"/>
                <a:gd name="csY69" fmla="*/ 227399 h 243642"/>
                <a:gd name="csX70" fmla="*/ 151440 w 242686"/>
                <a:gd name="csY70" fmla="*/ 228355 h 243642"/>
                <a:gd name="csX71" fmla="*/ 151440 w 242686"/>
                <a:gd name="csY71" fmla="*/ 229310 h 243642"/>
                <a:gd name="csX72" fmla="*/ 151440 w 242686"/>
                <a:gd name="csY72" fmla="*/ 230266 h 243642"/>
                <a:gd name="csX73" fmla="*/ 148574 w 242686"/>
                <a:gd name="csY73" fmla="*/ 230743 h 243642"/>
                <a:gd name="csX74" fmla="*/ 145230 w 242686"/>
                <a:gd name="csY74" fmla="*/ 231699 h 243642"/>
                <a:gd name="csX75" fmla="*/ 141408 w 242686"/>
                <a:gd name="csY75" fmla="*/ 232176 h 243642"/>
                <a:gd name="csX76" fmla="*/ 137586 w 242686"/>
                <a:gd name="csY76" fmla="*/ 231699 h 243642"/>
                <a:gd name="csX77" fmla="*/ 136631 w 242686"/>
                <a:gd name="csY77" fmla="*/ 231699 h 243642"/>
                <a:gd name="csX78" fmla="*/ 135197 w 242686"/>
                <a:gd name="csY78" fmla="*/ 231221 h 243642"/>
                <a:gd name="csX79" fmla="*/ 135197 w 242686"/>
                <a:gd name="csY79" fmla="*/ 231221 h 243642"/>
                <a:gd name="csX80" fmla="*/ 132331 w 242686"/>
                <a:gd name="csY80" fmla="*/ 230743 h 243642"/>
                <a:gd name="csX81" fmla="*/ 130420 w 242686"/>
                <a:gd name="csY81" fmla="*/ 230743 h 243642"/>
                <a:gd name="csX82" fmla="*/ 128509 w 242686"/>
                <a:gd name="csY82" fmla="*/ 230743 h 243642"/>
                <a:gd name="csX83" fmla="*/ 126598 w 242686"/>
                <a:gd name="csY83" fmla="*/ 231221 h 243642"/>
                <a:gd name="csX84" fmla="*/ 126598 w 242686"/>
                <a:gd name="csY84" fmla="*/ 231221 h 243642"/>
                <a:gd name="csX85" fmla="*/ 125643 w 242686"/>
                <a:gd name="csY85" fmla="*/ 231699 h 243642"/>
                <a:gd name="csX86" fmla="*/ 124210 w 242686"/>
                <a:gd name="csY86" fmla="*/ 233610 h 243642"/>
                <a:gd name="csX87" fmla="*/ 122299 w 242686"/>
                <a:gd name="csY87" fmla="*/ 235998 h 243642"/>
                <a:gd name="csX88" fmla="*/ 121343 w 242686"/>
                <a:gd name="csY88" fmla="*/ 235998 h 243642"/>
                <a:gd name="csX89" fmla="*/ 120388 w 242686"/>
                <a:gd name="csY89" fmla="*/ 234565 h 243642"/>
                <a:gd name="csX90" fmla="*/ 117044 w 242686"/>
                <a:gd name="csY90" fmla="*/ 232176 h 243642"/>
                <a:gd name="csX91" fmla="*/ 117044 w 242686"/>
                <a:gd name="csY91" fmla="*/ 232176 h 243642"/>
                <a:gd name="csX92" fmla="*/ 113222 w 242686"/>
                <a:gd name="csY92" fmla="*/ 228833 h 243642"/>
                <a:gd name="csX93" fmla="*/ 111311 w 242686"/>
                <a:gd name="csY93" fmla="*/ 227399 h 243642"/>
                <a:gd name="csX94" fmla="*/ 110355 w 242686"/>
                <a:gd name="csY94" fmla="*/ 226921 h 243642"/>
                <a:gd name="csX95" fmla="*/ 108445 w 242686"/>
                <a:gd name="csY95" fmla="*/ 228355 h 243642"/>
                <a:gd name="csX96" fmla="*/ 107011 w 242686"/>
                <a:gd name="csY96" fmla="*/ 229310 h 243642"/>
                <a:gd name="csX97" fmla="*/ 105578 w 242686"/>
                <a:gd name="csY97" fmla="*/ 230743 h 243642"/>
                <a:gd name="csX98" fmla="*/ 104623 w 242686"/>
                <a:gd name="csY98" fmla="*/ 232654 h 243642"/>
                <a:gd name="csX99" fmla="*/ 104145 w 242686"/>
                <a:gd name="csY99" fmla="*/ 234565 h 243642"/>
                <a:gd name="csX100" fmla="*/ 103667 w 242686"/>
                <a:gd name="csY100" fmla="*/ 236476 h 243642"/>
                <a:gd name="csX101" fmla="*/ 103189 w 242686"/>
                <a:gd name="csY101" fmla="*/ 238865 h 243642"/>
                <a:gd name="csX102" fmla="*/ 101756 w 242686"/>
                <a:gd name="csY102" fmla="*/ 241253 h 243642"/>
                <a:gd name="csX103" fmla="*/ 100323 w 242686"/>
                <a:gd name="csY103" fmla="*/ 242687 h 243642"/>
                <a:gd name="csX104" fmla="*/ 98890 w 242686"/>
                <a:gd name="csY104" fmla="*/ 243164 h 243642"/>
                <a:gd name="csX105" fmla="*/ 98412 w 242686"/>
                <a:gd name="csY105" fmla="*/ 243642 h 243642"/>
                <a:gd name="csX106" fmla="*/ 95068 w 242686"/>
                <a:gd name="csY106" fmla="*/ 242687 h 243642"/>
                <a:gd name="csX107" fmla="*/ 94590 w 242686"/>
                <a:gd name="csY107" fmla="*/ 242209 h 243642"/>
                <a:gd name="csX108" fmla="*/ 92679 w 242686"/>
                <a:gd name="csY108" fmla="*/ 241253 h 243642"/>
                <a:gd name="csX109" fmla="*/ 91724 w 242686"/>
                <a:gd name="csY109" fmla="*/ 239342 h 243642"/>
                <a:gd name="csX110" fmla="*/ 91246 w 242686"/>
                <a:gd name="csY110" fmla="*/ 239342 h 243642"/>
                <a:gd name="csX111" fmla="*/ 89813 w 242686"/>
                <a:gd name="csY111" fmla="*/ 238387 h 243642"/>
                <a:gd name="csX112" fmla="*/ 87424 w 242686"/>
                <a:gd name="csY112" fmla="*/ 237432 h 243642"/>
                <a:gd name="csX113" fmla="*/ 85991 w 242686"/>
                <a:gd name="csY113" fmla="*/ 236476 h 243642"/>
                <a:gd name="csX114" fmla="*/ 85513 w 242686"/>
                <a:gd name="csY114" fmla="*/ 235521 h 243642"/>
                <a:gd name="csX115" fmla="*/ 85513 w 242686"/>
                <a:gd name="csY115" fmla="*/ 235521 h 243642"/>
                <a:gd name="csX116" fmla="*/ 84558 w 242686"/>
                <a:gd name="csY116" fmla="*/ 234565 h 243642"/>
                <a:gd name="csX117" fmla="*/ 83603 w 242686"/>
                <a:gd name="csY117" fmla="*/ 234565 h 243642"/>
                <a:gd name="csX118" fmla="*/ 83603 w 242686"/>
                <a:gd name="csY118" fmla="*/ 234087 h 243642"/>
                <a:gd name="csX119" fmla="*/ 83603 w 242686"/>
                <a:gd name="csY119" fmla="*/ 233610 h 243642"/>
                <a:gd name="csX120" fmla="*/ 83603 w 242686"/>
                <a:gd name="csY120" fmla="*/ 232654 h 243642"/>
                <a:gd name="csX121" fmla="*/ 82170 w 242686"/>
                <a:gd name="csY121" fmla="*/ 230266 h 243642"/>
                <a:gd name="csX122" fmla="*/ 82170 w 242686"/>
                <a:gd name="csY122" fmla="*/ 230266 h 243642"/>
                <a:gd name="csX123" fmla="*/ 80736 w 242686"/>
                <a:gd name="csY123" fmla="*/ 229310 h 243642"/>
                <a:gd name="csX124" fmla="*/ 79781 w 242686"/>
                <a:gd name="csY124" fmla="*/ 229788 h 243642"/>
                <a:gd name="csX125" fmla="*/ 79303 w 242686"/>
                <a:gd name="csY125" fmla="*/ 229310 h 243642"/>
                <a:gd name="csX126" fmla="*/ 78825 w 242686"/>
                <a:gd name="csY126" fmla="*/ 228833 h 243642"/>
                <a:gd name="csX127" fmla="*/ 78825 w 242686"/>
                <a:gd name="csY127" fmla="*/ 228355 h 243642"/>
                <a:gd name="csX128" fmla="*/ 78825 w 242686"/>
                <a:gd name="csY128" fmla="*/ 228355 h 243642"/>
                <a:gd name="csX129" fmla="*/ 77870 w 242686"/>
                <a:gd name="csY129" fmla="*/ 227877 h 243642"/>
                <a:gd name="csX130" fmla="*/ 76914 w 242686"/>
                <a:gd name="csY130" fmla="*/ 227399 h 243642"/>
                <a:gd name="csX131" fmla="*/ 75481 w 242686"/>
                <a:gd name="csY131" fmla="*/ 225966 h 243642"/>
                <a:gd name="csX132" fmla="*/ 75004 w 242686"/>
                <a:gd name="csY132" fmla="*/ 223100 h 243642"/>
                <a:gd name="csX133" fmla="*/ 74048 w 242686"/>
                <a:gd name="csY133" fmla="*/ 220711 h 243642"/>
                <a:gd name="csX134" fmla="*/ 72615 w 242686"/>
                <a:gd name="csY134" fmla="*/ 219278 h 243642"/>
                <a:gd name="csX135" fmla="*/ 72615 w 242686"/>
                <a:gd name="csY135" fmla="*/ 219278 h 243642"/>
                <a:gd name="csX136" fmla="*/ 71659 w 242686"/>
                <a:gd name="csY136" fmla="*/ 218322 h 243642"/>
                <a:gd name="csX137" fmla="*/ 71182 w 242686"/>
                <a:gd name="csY137" fmla="*/ 218322 h 243642"/>
                <a:gd name="csX138" fmla="*/ 70704 w 242686"/>
                <a:gd name="csY138" fmla="*/ 218322 h 243642"/>
                <a:gd name="csX139" fmla="*/ 70704 w 242686"/>
                <a:gd name="csY139" fmla="*/ 217845 h 243642"/>
                <a:gd name="csX140" fmla="*/ 69748 w 242686"/>
                <a:gd name="csY140" fmla="*/ 217367 h 243642"/>
                <a:gd name="csX141" fmla="*/ 69748 w 242686"/>
                <a:gd name="csY141" fmla="*/ 217367 h 243642"/>
                <a:gd name="csX142" fmla="*/ 68315 w 242686"/>
                <a:gd name="csY142" fmla="*/ 217845 h 243642"/>
                <a:gd name="csX143" fmla="*/ 67360 w 242686"/>
                <a:gd name="csY143" fmla="*/ 217845 h 243642"/>
                <a:gd name="csX144" fmla="*/ 66882 w 242686"/>
                <a:gd name="csY144" fmla="*/ 216889 h 243642"/>
                <a:gd name="csX145" fmla="*/ 66404 w 242686"/>
                <a:gd name="csY145" fmla="*/ 216889 h 243642"/>
                <a:gd name="csX146" fmla="*/ 65927 w 242686"/>
                <a:gd name="csY146" fmla="*/ 216889 h 243642"/>
                <a:gd name="csX147" fmla="*/ 64971 w 242686"/>
                <a:gd name="csY147" fmla="*/ 217367 h 243642"/>
                <a:gd name="csX148" fmla="*/ 63538 w 242686"/>
                <a:gd name="csY148" fmla="*/ 217367 h 243642"/>
                <a:gd name="csX149" fmla="*/ 63538 w 242686"/>
                <a:gd name="csY149" fmla="*/ 217367 h 243642"/>
                <a:gd name="csX150" fmla="*/ 62105 w 242686"/>
                <a:gd name="csY150" fmla="*/ 216411 h 243642"/>
                <a:gd name="csX151" fmla="*/ 61627 w 242686"/>
                <a:gd name="csY151" fmla="*/ 215456 h 243642"/>
                <a:gd name="csX152" fmla="*/ 61627 w 242686"/>
                <a:gd name="csY152" fmla="*/ 215456 h 243642"/>
                <a:gd name="csX153" fmla="*/ 61627 w 242686"/>
                <a:gd name="csY153" fmla="*/ 214501 h 243642"/>
                <a:gd name="csX154" fmla="*/ 59238 w 242686"/>
                <a:gd name="csY154" fmla="*/ 212112 h 243642"/>
                <a:gd name="csX155" fmla="*/ 54939 w 242686"/>
                <a:gd name="csY155" fmla="*/ 209245 h 243642"/>
                <a:gd name="csX156" fmla="*/ 54939 w 242686"/>
                <a:gd name="csY156" fmla="*/ 209245 h 243642"/>
                <a:gd name="csX157" fmla="*/ 50162 w 242686"/>
                <a:gd name="csY157" fmla="*/ 207812 h 243642"/>
                <a:gd name="csX158" fmla="*/ 45384 w 242686"/>
                <a:gd name="csY158" fmla="*/ 207812 h 243642"/>
                <a:gd name="csX159" fmla="*/ 42518 w 242686"/>
                <a:gd name="csY159" fmla="*/ 207812 h 243642"/>
                <a:gd name="csX160" fmla="*/ 42040 w 242686"/>
                <a:gd name="csY160" fmla="*/ 207335 h 243642"/>
                <a:gd name="csX161" fmla="*/ 41085 w 242686"/>
                <a:gd name="csY161" fmla="*/ 207335 h 243642"/>
                <a:gd name="csX162" fmla="*/ 40607 w 242686"/>
                <a:gd name="csY162" fmla="*/ 207812 h 243642"/>
                <a:gd name="csX163" fmla="*/ 40129 w 242686"/>
                <a:gd name="csY163" fmla="*/ 208290 h 243642"/>
                <a:gd name="csX164" fmla="*/ 39174 w 242686"/>
                <a:gd name="csY164" fmla="*/ 207812 h 243642"/>
                <a:gd name="csX165" fmla="*/ 39174 w 242686"/>
                <a:gd name="csY165" fmla="*/ 207812 h 243642"/>
                <a:gd name="csX166" fmla="*/ 38696 w 242686"/>
                <a:gd name="csY166" fmla="*/ 208290 h 243642"/>
                <a:gd name="csX167" fmla="*/ 38696 w 242686"/>
                <a:gd name="csY167" fmla="*/ 208290 h 243642"/>
                <a:gd name="csX168" fmla="*/ 38696 w 242686"/>
                <a:gd name="csY168" fmla="*/ 208768 h 243642"/>
                <a:gd name="csX169" fmla="*/ 36785 w 242686"/>
                <a:gd name="csY169" fmla="*/ 209245 h 243642"/>
                <a:gd name="csX170" fmla="*/ 33441 w 242686"/>
                <a:gd name="csY170" fmla="*/ 209245 h 243642"/>
                <a:gd name="csX171" fmla="*/ 33441 w 242686"/>
                <a:gd name="csY171" fmla="*/ 209245 h 243642"/>
                <a:gd name="csX172" fmla="*/ 31052 w 242686"/>
                <a:gd name="csY172" fmla="*/ 209723 h 243642"/>
                <a:gd name="csX173" fmla="*/ 28664 w 242686"/>
                <a:gd name="csY173" fmla="*/ 210679 h 243642"/>
                <a:gd name="csX174" fmla="*/ 25797 w 242686"/>
                <a:gd name="csY174" fmla="*/ 211156 h 243642"/>
                <a:gd name="csX175" fmla="*/ 21975 w 242686"/>
                <a:gd name="csY175" fmla="*/ 211156 h 243642"/>
                <a:gd name="csX176" fmla="*/ 19587 w 242686"/>
                <a:gd name="csY176" fmla="*/ 210679 h 243642"/>
                <a:gd name="csX177" fmla="*/ 19109 w 242686"/>
                <a:gd name="csY177" fmla="*/ 210201 h 243642"/>
                <a:gd name="csX178" fmla="*/ 18154 w 242686"/>
                <a:gd name="csY178" fmla="*/ 209723 h 243642"/>
                <a:gd name="csX179" fmla="*/ 16721 w 242686"/>
                <a:gd name="csY179" fmla="*/ 210201 h 243642"/>
                <a:gd name="csX180" fmla="*/ 16721 w 242686"/>
                <a:gd name="csY180" fmla="*/ 210201 h 243642"/>
                <a:gd name="csX181" fmla="*/ 16721 w 242686"/>
                <a:gd name="csY181" fmla="*/ 210201 h 243642"/>
                <a:gd name="csX182" fmla="*/ 15287 w 242686"/>
                <a:gd name="csY182" fmla="*/ 211634 h 243642"/>
                <a:gd name="csX183" fmla="*/ 15287 w 242686"/>
                <a:gd name="csY183" fmla="*/ 211634 h 243642"/>
                <a:gd name="csX184" fmla="*/ 14332 w 242686"/>
                <a:gd name="csY184" fmla="*/ 214501 h 243642"/>
                <a:gd name="csX185" fmla="*/ 13376 w 242686"/>
                <a:gd name="csY185" fmla="*/ 215934 h 243642"/>
                <a:gd name="csX186" fmla="*/ 13376 w 242686"/>
                <a:gd name="csY186" fmla="*/ 215934 h 243642"/>
                <a:gd name="csX187" fmla="*/ 12421 w 242686"/>
                <a:gd name="csY187" fmla="*/ 216411 h 243642"/>
                <a:gd name="csX188" fmla="*/ 12421 w 242686"/>
                <a:gd name="csY188" fmla="*/ 216411 h 243642"/>
                <a:gd name="csX189" fmla="*/ 11943 w 242686"/>
                <a:gd name="csY189" fmla="*/ 218322 h 243642"/>
                <a:gd name="csX190" fmla="*/ 11465 w 242686"/>
                <a:gd name="csY190" fmla="*/ 221667 h 243642"/>
                <a:gd name="csX191" fmla="*/ 10510 w 242686"/>
                <a:gd name="csY191" fmla="*/ 223100 h 243642"/>
                <a:gd name="csX192" fmla="*/ 10510 w 242686"/>
                <a:gd name="csY192" fmla="*/ 214978 h 243642"/>
                <a:gd name="csX193" fmla="*/ 11943 w 242686"/>
                <a:gd name="csY193" fmla="*/ 211634 h 243642"/>
                <a:gd name="csX194" fmla="*/ 11943 w 242686"/>
                <a:gd name="csY194" fmla="*/ 208768 h 243642"/>
                <a:gd name="csX195" fmla="*/ 14332 w 242686"/>
                <a:gd name="csY195" fmla="*/ 202557 h 243642"/>
                <a:gd name="csX196" fmla="*/ 17198 w 242686"/>
                <a:gd name="csY196" fmla="*/ 197780 h 243642"/>
                <a:gd name="csX197" fmla="*/ 19587 w 242686"/>
                <a:gd name="csY197" fmla="*/ 191092 h 243642"/>
                <a:gd name="csX198" fmla="*/ 20542 w 242686"/>
                <a:gd name="csY198" fmla="*/ 184403 h 243642"/>
                <a:gd name="csX199" fmla="*/ 20542 w 242686"/>
                <a:gd name="csY199" fmla="*/ 178193 h 243642"/>
                <a:gd name="csX200" fmla="*/ 19587 w 242686"/>
                <a:gd name="csY200" fmla="*/ 172460 h 243642"/>
                <a:gd name="csX201" fmla="*/ 18154 w 242686"/>
                <a:gd name="csY201" fmla="*/ 168638 h 243642"/>
                <a:gd name="csX202" fmla="*/ 17198 w 242686"/>
                <a:gd name="csY202" fmla="*/ 163384 h 243642"/>
                <a:gd name="csX203" fmla="*/ 15287 w 242686"/>
                <a:gd name="csY203" fmla="*/ 160517 h 243642"/>
                <a:gd name="csX204" fmla="*/ 11943 w 242686"/>
                <a:gd name="csY204" fmla="*/ 157651 h 243642"/>
                <a:gd name="csX205" fmla="*/ 10988 w 242686"/>
                <a:gd name="csY205" fmla="*/ 156218 h 243642"/>
                <a:gd name="csX206" fmla="*/ 11943 w 242686"/>
                <a:gd name="csY206" fmla="*/ 155740 h 243642"/>
                <a:gd name="csX207" fmla="*/ 13854 w 242686"/>
                <a:gd name="csY207" fmla="*/ 155262 h 243642"/>
                <a:gd name="csX208" fmla="*/ 15287 w 242686"/>
                <a:gd name="csY208" fmla="*/ 153351 h 243642"/>
                <a:gd name="csX209" fmla="*/ 12421 w 242686"/>
                <a:gd name="csY209" fmla="*/ 154307 h 243642"/>
                <a:gd name="csX210" fmla="*/ 15765 w 242686"/>
                <a:gd name="csY210" fmla="*/ 148096 h 243642"/>
                <a:gd name="csX211" fmla="*/ 16721 w 242686"/>
                <a:gd name="csY211" fmla="*/ 144274 h 243642"/>
                <a:gd name="csX212" fmla="*/ 16721 w 242686"/>
                <a:gd name="csY212" fmla="*/ 141408 h 243642"/>
                <a:gd name="csX213" fmla="*/ 17198 w 242686"/>
                <a:gd name="csY213" fmla="*/ 139975 h 243642"/>
                <a:gd name="csX214" fmla="*/ 14809 w 242686"/>
                <a:gd name="csY214" fmla="*/ 136153 h 243642"/>
                <a:gd name="csX215" fmla="*/ 12899 w 242686"/>
                <a:gd name="csY215" fmla="*/ 131376 h 243642"/>
                <a:gd name="csX216" fmla="*/ 11943 w 242686"/>
                <a:gd name="csY216" fmla="*/ 130898 h 243642"/>
                <a:gd name="csX217" fmla="*/ 10988 w 242686"/>
                <a:gd name="csY217" fmla="*/ 130420 h 243642"/>
                <a:gd name="csX218" fmla="*/ 10510 w 242686"/>
                <a:gd name="csY218" fmla="*/ 131376 h 243642"/>
                <a:gd name="csX219" fmla="*/ 10032 w 242686"/>
                <a:gd name="csY219" fmla="*/ 132331 h 243642"/>
                <a:gd name="csX220" fmla="*/ 9077 w 242686"/>
                <a:gd name="csY220" fmla="*/ 131853 h 243642"/>
                <a:gd name="csX221" fmla="*/ 6688 w 242686"/>
                <a:gd name="csY221" fmla="*/ 128509 h 243642"/>
                <a:gd name="csX222" fmla="*/ 3822 w 242686"/>
                <a:gd name="csY222" fmla="*/ 123254 h 243642"/>
                <a:gd name="csX223" fmla="*/ 2866 w 242686"/>
                <a:gd name="csY223" fmla="*/ 122777 h 243642"/>
                <a:gd name="csX224" fmla="*/ 1911 w 242686"/>
                <a:gd name="csY224" fmla="*/ 123254 h 243642"/>
                <a:gd name="csX225" fmla="*/ 1433 w 242686"/>
                <a:gd name="csY225" fmla="*/ 124210 h 243642"/>
                <a:gd name="csX226" fmla="*/ 478 w 242686"/>
                <a:gd name="csY226" fmla="*/ 128509 h 243642"/>
                <a:gd name="csX227" fmla="*/ 0 w 242686"/>
                <a:gd name="csY227" fmla="*/ 126598 h 243642"/>
                <a:gd name="csX228" fmla="*/ 478 w 242686"/>
                <a:gd name="csY228" fmla="*/ 124687 h 243642"/>
                <a:gd name="csX229" fmla="*/ 1433 w 242686"/>
                <a:gd name="csY229" fmla="*/ 122299 h 243642"/>
                <a:gd name="csX230" fmla="*/ 2389 w 242686"/>
                <a:gd name="csY230" fmla="*/ 118477 h 243642"/>
                <a:gd name="csX231" fmla="*/ 4777 w 242686"/>
                <a:gd name="csY231" fmla="*/ 118477 h 243642"/>
                <a:gd name="csX232" fmla="*/ 9077 w 242686"/>
                <a:gd name="csY232" fmla="*/ 118477 h 243642"/>
                <a:gd name="csX233" fmla="*/ 13854 w 242686"/>
                <a:gd name="csY233" fmla="*/ 118477 h 243642"/>
                <a:gd name="csX234" fmla="*/ 18631 w 242686"/>
                <a:gd name="csY234" fmla="*/ 118477 h 243642"/>
                <a:gd name="csX235" fmla="*/ 22931 w 242686"/>
                <a:gd name="csY235" fmla="*/ 118477 h 243642"/>
                <a:gd name="csX236" fmla="*/ 27708 w 242686"/>
                <a:gd name="csY236" fmla="*/ 118477 h 243642"/>
                <a:gd name="csX237" fmla="*/ 32008 w 242686"/>
                <a:gd name="csY237" fmla="*/ 118477 h 243642"/>
                <a:gd name="csX238" fmla="*/ 36785 w 242686"/>
                <a:gd name="csY238" fmla="*/ 118477 h 243642"/>
                <a:gd name="csX239" fmla="*/ 41085 w 242686"/>
                <a:gd name="csY239" fmla="*/ 118477 h 243642"/>
                <a:gd name="csX240" fmla="*/ 45862 w 242686"/>
                <a:gd name="csY240" fmla="*/ 118477 h 243642"/>
                <a:gd name="csX241" fmla="*/ 50162 w 242686"/>
                <a:gd name="csY241" fmla="*/ 118477 h 243642"/>
                <a:gd name="csX242" fmla="*/ 54939 w 242686"/>
                <a:gd name="csY242" fmla="*/ 118477 h 243642"/>
                <a:gd name="csX243" fmla="*/ 54939 w 242686"/>
                <a:gd name="csY243" fmla="*/ 118477 h 243642"/>
                <a:gd name="csX244" fmla="*/ 59238 w 242686"/>
                <a:gd name="csY244" fmla="*/ 118477 h 243642"/>
                <a:gd name="csX245" fmla="*/ 64016 w 242686"/>
                <a:gd name="csY245" fmla="*/ 118477 h 243642"/>
                <a:gd name="csX246" fmla="*/ 68315 w 242686"/>
                <a:gd name="csY246" fmla="*/ 118477 h 243642"/>
                <a:gd name="csX247" fmla="*/ 73093 w 242686"/>
                <a:gd name="csY247" fmla="*/ 118477 h 243642"/>
                <a:gd name="csX248" fmla="*/ 77392 w 242686"/>
                <a:gd name="csY248" fmla="*/ 118477 h 243642"/>
                <a:gd name="csX249" fmla="*/ 80258 w 242686"/>
                <a:gd name="csY249" fmla="*/ 118477 h 243642"/>
                <a:gd name="csX250" fmla="*/ 80736 w 242686"/>
                <a:gd name="csY250" fmla="*/ 118477 h 243642"/>
                <a:gd name="csX251" fmla="*/ 80258 w 242686"/>
                <a:gd name="csY251" fmla="*/ 115611 h 243642"/>
                <a:gd name="csX252" fmla="*/ 80258 w 242686"/>
                <a:gd name="csY252" fmla="*/ 113700 h 243642"/>
                <a:gd name="csX253" fmla="*/ 80258 w 242686"/>
                <a:gd name="csY253" fmla="*/ 110833 h 243642"/>
                <a:gd name="csX254" fmla="*/ 79781 w 242686"/>
                <a:gd name="csY254" fmla="*/ 108445 h 243642"/>
                <a:gd name="csX255" fmla="*/ 79781 w 242686"/>
                <a:gd name="csY255" fmla="*/ 105578 h 243642"/>
                <a:gd name="csX256" fmla="*/ 79303 w 242686"/>
                <a:gd name="csY256" fmla="*/ 102712 h 243642"/>
                <a:gd name="csX257" fmla="*/ 79303 w 242686"/>
                <a:gd name="csY257" fmla="*/ 100323 h 243642"/>
                <a:gd name="csX258" fmla="*/ 79303 w 242686"/>
                <a:gd name="csY258" fmla="*/ 97935 h 243642"/>
                <a:gd name="csX259" fmla="*/ 78825 w 242686"/>
                <a:gd name="csY259" fmla="*/ 95546 h 243642"/>
                <a:gd name="csX260" fmla="*/ 78825 w 242686"/>
                <a:gd name="csY260" fmla="*/ 94590 h 243642"/>
                <a:gd name="csX261" fmla="*/ 77870 w 242686"/>
                <a:gd name="csY261" fmla="*/ 91724 h 243642"/>
                <a:gd name="csX262" fmla="*/ 77392 w 242686"/>
                <a:gd name="csY262" fmla="*/ 90769 h 243642"/>
                <a:gd name="csX263" fmla="*/ 77870 w 242686"/>
                <a:gd name="csY263" fmla="*/ 89335 h 243642"/>
                <a:gd name="csX264" fmla="*/ 78347 w 242686"/>
                <a:gd name="csY264" fmla="*/ 87902 h 243642"/>
                <a:gd name="csX265" fmla="*/ 80258 w 242686"/>
                <a:gd name="csY265" fmla="*/ 85991 h 243642"/>
                <a:gd name="csX266" fmla="*/ 83125 w 242686"/>
                <a:gd name="csY266" fmla="*/ 84080 h 243642"/>
                <a:gd name="csX267" fmla="*/ 85991 w 242686"/>
                <a:gd name="csY267" fmla="*/ 82170 h 243642"/>
                <a:gd name="csX268" fmla="*/ 88380 w 242686"/>
                <a:gd name="csY268" fmla="*/ 80736 h 243642"/>
                <a:gd name="csX269" fmla="*/ 89813 w 242686"/>
                <a:gd name="csY269" fmla="*/ 80258 h 243642"/>
                <a:gd name="csX270" fmla="*/ 93157 w 242686"/>
                <a:gd name="csY270" fmla="*/ 79781 h 243642"/>
                <a:gd name="csX271" fmla="*/ 93157 w 242686"/>
                <a:gd name="csY271" fmla="*/ 79781 h 243642"/>
                <a:gd name="csX272" fmla="*/ 96024 w 242686"/>
                <a:gd name="csY272" fmla="*/ 78348 h 243642"/>
                <a:gd name="csX273" fmla="*/ 98890 w 242686"/>
                <a:gd name="csY273" fmla="*/ 77392 h 243642"/>
                <a:gd name="csX274" fmla="*/ 100323 w 242686"/>
                <a:gd name="csY274" fmla="*/ 76437 h 243642"/>
                <a:gd name="csX275" fmla="*/ 100323 w 242686"/>
                <a:gd name="csY275" fmla="*/ 74526 h 243642"/>
                <a:gd name="csX276" fmla="*/ 100323 w 242686"/>
                <a:gd name="csY276" fmla="*/ 72137 h 243642"/>
                <a:gd name="csX277" fmla="*/ 100323 w 242686"/>
                <a:gd name="csY277" fmla="*/ 69271 h 243642"/>
                <a:gd name="csX278" fmla="*/ 100323 w 242686"/>
                <a:gd name="csY278" fmla="*/ 66882 h 243642"/>
                <a:gd name="csX279" fmla="*/ 100323 w 242686"/>
                <a:gd name="csY279" fmla="*/ 64016 h 243642"/>
                <a:gd name="csX280" fmla="*/ 100323 w 242686"/>
                <a:gd name="csY280" fmla="*/ 61149 h 243642"/>
                <a:gd name="csX281" fmla="*/ 100323 w 242686"/>
                <a:gd name="csY281" fmla="*/ 58761 h 243642"/>
                <a:gd name="csX282" fmla="*/ 100323 w 242686"/>
                <a:gd name="csY282" fmla="*/ 55894 h 243642"/>
                <a:gd name="csX283" fmla="*/ 100323 w 242686"/>
                <a:gd name="csY283" fmla="*/ 53028 h 243642"/>
                <a:gd name="csX284" fmla="*/ 100323 w 242686"/>
                <a:gd name="csY284" fmla="*/ 50639 h 243642"/>
                <a:gd name="csX285" fmla="*/ 100323 w 242686"/>
                <a:gd name="csY285" fmla="*/ 47773 h 243642"/>
                <a:gd name="csX286" fmla="*/ 100323 w 242686"/>
                <a:gd name="csY286" fmla="*/ 44907 h 243642"/>
                <a:gd name="csX287" fmla="*/ 100323 w 242686"/>
                <a:gd name="csY287" fmla="*/ 42518 h 243642"/>
                <a:gd name="csX288" fmla="*/ 100323 w 242686"/>
                <a:gd name="csY288" fmla="*/ 39651 h 243642"/>
                <a:gd name="csX289" fmla="*/ 100323 w 242686"/>
                <a:gd name="csY289" fmla="*/ 36785 h 243642"/>
                <a:gd name="csX290" fmla="*/ 100323 w 242686"/>
                <a:gd name="csY290" fmla="*/ 33919 h 243642"/>
                <a:gd name="csX291" fmla="*/ 100323 w 242686"/>
                <a:gd name="csY291" fmla="*/ 31530 h 243642"/>
                <a:gd name="csX292" fmla="*/ 100323 w 242686"/>
                <a:gd name="csY292" fmla="*/ 28664 h 243642"/>
                <a:gd name="csX293" fmla="*/ 100323 w 242686"/>
                <a:gd name="csY293" fmla="*/ 26275 h 243642"/>
                <a:gd name="csX294" fmla="*/ 103189 w 242686"/>
                <a:gd name="csY294" fmla="*/ 26275 h 243642"/>
                <a:gd name="csX295" fmla="*/ 107011 w 242686"/>
                <a:gd name="csY295" fmla="*/ 26275 h 243642"/>
                <a:gd name="csX296" fmla="*/ 110833 w 242686"/>
                <a:gd name="csY296" fmla="*/ 26275 h 243642"/>
                <a:gd name="csX297" fmla="*/ 114177 w 242686"/>
                <a:gd name="csY297" fmla="*/ 26275 h 243642"/>
                <a:gd name="csX298" fmla="*/ 117999 w 242686"/>
                <a:gd name="csY298" fmla="*/ 26275 h 243642"/>
                <a:gd name="csX299" fmla="*/ 121821 w 242686"/>
                <a:gd name="csY299" fmla="*/ 26275 h 243642"/>
                <a:gd name="csX300" fmla="*/ 125643 w 242686"/>
                <a:gd name="csY300" fmla="*/ 26275 h 243642"/>
                <a:gd name="csX301" fmla="*/ 128987 w 242686"/>
                <a:gd name="csY301" fmla="*/ 26275 h 243642"/>
                <a:gd name="csX302" fmla="*/ 132809 w 242686"/>
                <a:gd name="csY302" fmla="*/ 26275 h 243642"/>
                <a:gd name="csX303" fmla="*/ 136631 w 242686"/>
                <a:gd name="csY303" fmla="*/ 26275 h 243642"/>
                <a:gd name="csX304" fmla="*/ 140452 w 242686"/>
                <a:gd name="csY304" fmla="*/ 26275 h 243642"/>
                <a:gd name="csX305" fmla="*/ 143796 w 242686"/>
                <a:gd name="csY305" fmla="*/ 26275 h 243642"/>
                <a:gd name="csX306" fmla="*/ 147618 w 242686"/>
                <a:gd name="csY306" fmla="*/ 26275 h 243642"/>
                <a:gd name="csX307" fmla="*/ 151440 w 242686"/>
                <a:gd name="csY307" fmla="*/ 26275 h 243642"/>
                <a:gd name="csX308" fmla="*/ 155262 w 242686"/>
                <a:gd name="csY308" fmla="*/ 26275 h 243642"/>
                <a:gd name="csX309" fmla="*/ 158606 w 242686"/>
                <a:gd name="csY309" fmla="*/ 26275 h 243642"/>
                <a:gd name="csX310" fmla="*/ 162428 w 242686"/>
                <a:gd name="csY310" fmla="*/ 26275 h 243642"/>
                <a:gd name="csX311" fmla="*/ 166250 w 242686"/>
                <a:gd name="csY311" fmla="*/ 26275 h 243642"/>
                <a:gd name="csX312" fmla="*/ 166250 w 242686"/>
                <a:gd name="csY312" fmla="*/ 26275 h 243642"/>
                <a:gd name="csX313" fmla="*/ 166250 w 242686"/>
                <a:gd name="csY313" fmla="*/ 23886 h 243642"/>
                <a:gd name="csX314" fmla="*/ 166250 w 242686"/>
                <a:gd name="csY314" fmla="*/ 20542 h 243642"/>
                <a:gd name="csX315" fmla="*/ 166250 w 242686"/>
                <a:gd name="csY315" fmla="*/ 16243 h 243642"/>
                <a:gd name="csX316" fmla="*/ 166250 w 242686"/>
                <a:gd name="csY316" fmla="*/ 11466 h 243642"/>
                <a:gd name="csX317" fmla="*/ 166250 w 242686"/>
                <a:gd name="csY317" fmla="*/ 7644 h 243642"/>
                <a:gd name="csX318" fmla="*/ 166250 w 242686"/>
                <a:gd name="csY318" fmla="*/ 3344 h 243642"/>
                <a:gd name="csX319" fmla="*/ 166250 w 242686"/>
                <a:gd name="csY319" fmla="*/ 0 h 243642"/>
                <a:gd name="csX320" fmla="*/ 170072 w 242686"/>
                <a:gd name="csY320" fmla="*/ 2389 h 243642"/>
                <a:gd name="csX321" fmla="*/ 173893 w 242686"/>
                <a:gd name="csY321" fmla="*/ 4777 h 243642"/>
                <a:gd name="csX322" fmla="*/ 173893 w 242686"/>
                <a:gd name="csY322" fmla="*/ 4777 h 243642"/>
                <a:gd name="csX323" fmla="*/ 177715 w 242686"/>
                <a:gd name="csY323" fmla="*/ 6688 h 243642"/>
                <a:gd name="csX324" fmla="*/ 181537 w 242686"/>
                <a:gd name="csY324" fmla="*/ 9077 h 243642"/>
                <a:gd name="csX325" fmla="*/ 184881 w 242686"/>
                <a:gd name="csY325" fmla="*/ 11466 h 243642"/>
                <a:gd name="csX326" fmla="*/ 188703 w 242686"/>
                <a:gd name="csY326" fmla="*/ 13376 h 243642"/>
                <a:gd name="csX327" fmla="*/ 192525 w 242686"/>
                <a:gd name="csY327" fmla="*/ 15765 h 243642"/>
                <a:gd name="csX328" fmla="*/ 196347 w 242686"/>
                <a:gd name="csY328" fmla="*/ 18154 h 243642"/>
                <a:gd name="csX329" fmla="*/ 196347 w 242686"/>
                <a:gd name="csY329" fmla="*/ 18154 h 243642"/>
                <a:gd name="csX330" fmla="*/ 200168 w 242686"/>
                <a:gd name="csY330" fmla="*/ 20542 h 243642"/>
                <a:gd name="csX331" fmla="*/ 201124 w 242686"/>
                <a:gd name="csY331" fmla="*/ 21020 h 243642"/>
                <a:gd name="csX332" fmla="*/ 203513 w 242686"/>
                <a:gd name="csY332" fmla="*/ 22453 h 243642"/>
                <a:gd name="csX333" fmla="*/ 207334 w 242686"/>
                <a:gd name="csY333" fmla="*/ 24842 h 243642"/>
                <a:gd name="csX334" fmla="*/ 211156 w 242686"/>
                <a:gd name="csY334" fmla="*/ 27231 h 243642"/>
                <a:gd name="csX335" fmla="*/ 211156 w 242686"/>
                <a:gd name="csY335" fmla="*/ 27231 h 243642"/>
                <a:gd name="csX336" fmla="*/ 214978 w 242686"/>
                <a:gd name="csY336" fmla="*/ 29141 h 243642"/>
                <a:gd name="csX337" fmla="*/ 218322 w 242686"/>
                <a:gd name="csY337" fmla="*/ 31530 h 243642"/>
                <a:gd name="csX338" fmla="*/ 218800 w 242686"/>
                <a:gd name="csY338" fmla="*/ 31530 h 243642"/>
                <a:gd name="csX339" fmla="*/ 222144 w 242686"/>
                <a:gd name="csY339" fmla="*/ 33919 h 243642"/>
                <a:gd name="csX340" fmla="*/ 225966 w 242686"/>
                <a:gd name="csY340" fmla="*/ 35830 h 243642"/>
                <a:gd name="csX341" fmla="*/ 229310 w 242686"/>
                <a:gd name="csY341" fmla="*/ 37741 h 243642"/>
                <a:gd name="csX342" fmla="*/ 234087 w 242686"/>
                <a:gd name="csY342" fmla="*/ 40607 h 243642"/>
                <a:gd name="csX343" fmla="*/ 235043 w 242686"/>
                <a:gd name="csY343" fmla="*/ 41563 h 243642"/>
                <a:gd name="csX344" fmla="*/ 238387 w 242686"/>
                <a:gd name="csY344" fmla="*/ 43473 h 243642"/>
                <a:gd name="csX345" fmla="*/ 242686 w 242686"/>
                <a:gd name="csY345" fmla="*/ 46340 h 243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</a:cxnLst>
              <a:rect l="l" t="t" r="r" b="b"/>
              <a:pathLst>
                <a:path w="242686" h="243642">
                  <a:moveTo>
                    <a:pt x="242686" y="46340"/>
                  </a:moveTo>
                  <a:lnTo>
                    <a:pt x="235998" y="46340"/>
                  </a:lnTo>
                  <a:lnTo>
                    <a:pt x="226921" y="46340"/>
                  </a:lnTo>
                  <a:lnTo>
                    <a:pt x="220233" y="46340"/>
                  </a:lnTo>
                  <a:lnTo>
                    <a:pt x="214023" y="46340"/>
                  </a:lnTo>
                  <a:lnTo>
                    <a:pt x="207812" y="46340"/>
                  </a:lnTo>
                  <a:lnTo>
                    <a:pt x="208290" y="50639"/>
                  </a:lnTo>
                  <a:lnTo>
                    <a:pt x="208768" y="55894"/>
                  </a:lnTo>
                  <a:lnTo>
                    <a:pt x="209245" y="60672"/>
                  </a:lnTo>
                  <a:lnTo>
                    <a:pt x="210201" y="65449"/>
                  </a:lnTo>
                  <a:lnTo>
                    <a:pt x="210679" y="70704"/>
                  </a:lnTo>
                  <a:lnTo>
                    <a:pt x="211156" y="75481"/>
                  </a:lnTo>
                  <a:lnTo>
                    <a:pt x="211634" y="80258"/>
                  </a:lnTo>
                  <a:lnTo>
                    <a:pt x="212112" y="85514"/>
                  </a:lnTo>
                  <a:lnTo>
                    <a:pt x="212590" y="90291"/>
                  </a:lnTo>
                  <a:lnTo>
                    <a:pt x="213545" y="95068"/>
                  </a:lnTo>
                  <a:lnTo>
                    <a:pt x="214023" y="99846"/>
                  </a:lnTo>
                  <a:lnTo>
                    <a:pt x="214500" y="104623"/>
                  </a:lnTo>
                  <a:lnTo>
                    <a:pt x="214978" y="109400"/>
                  </a:lnTo>
                  <a:lnTo>
                    <a:pt x="215456" y="114655"/>
                  </a:lnTo>
                  <a:lnTo>
                    <a:pt x="216411" y="119432"/>
                  </a:lnTo>
                  <a:lnTo>
                    <a:pt x="216889" y="124210"/>
                  </a:lnTo>
                  <a:lnTo>
                    <a:pt x="217367" y="128987"/>
                  </a:lnTo>
                  <a:lnTo>
                    <a:pt x="217845" y="133764"/>
                  </a:lnTo>
                  <a:lnTo>
                    <a:pt x="218322" y="138542"/>
                  </a:lnTo>
                  <a:lnTo>
                    <a:pt x="219278" y="143319"/>
                  </a:lnTo>
                  <a:lnTo>
                    <a:pt x="219756" y="148096"/>
                  </a:lnTo>
                  <a:lnTo>
                    <a:pt x="220233" y="152873"/>
                  </a:lnTo>
                  <a:lnTo>
                    <a:pt x="220711" y="157651"/>
                  </a:lnTo>
                  <a:lnTo>
                    <a:pt x="221189" y="162428"/>
                  </a:lnTo>
                  <a:lnTo>
                    <a:pt x="221666" y="167205"/>
                  </a:lnTo>
                  <a:lnTo>
                    <a:pt x="222622" y="171983"/>
                  </a:lnTo>
                  <a:lnTo>
                    <a:pt x="223100" y="176760"/>
                  </a:lnTo>
                  <a:lnTo>
                    <a:pt x="223577" y="181537"/>
                  </a:lnTo>
                  <a:lnTo>
                    <a:pt x="224055" y="186314"/>
                  </a:lnTo>
                  <a:lnTo>
                    <a:pt x="224533" y="190614"/>
                  </a:lnTo>
                  <a:lnTo>
                    <a:pt x="225010" y="195391"/>
                  </a:lnTo>
                  <a:lnTo>
                    <a:pt x="225966" y="200169"/>
                  </a:lnTo>
                  <a:lnTo>
                    <a:pt x="226444" y="204946"/>
                  </a:lnTo>
                  <a:lnTo>
                    <a:pt x="226921" y="209723"/>
                  </a:lnTo>
                  <a:lnTo>
                    <a:pt x="229310" y="212112"/>
                  </a:lnTo>
                  <a:lnTo>
                    <a:pt x="232176" y="214978"/>
                  </a:lnTo>
                  <a:lnTo>
                    <a:pt x="231221" y="219278"/>
                  </a:lnTo>
                  <a:lnTo>
                    <a:pt x="230266" y="224055"/>
                  </a:lnTo>
                  <a:lnTo>
                    <a:pt x="229310" y="229788"/>
                  </a:lnTo>
                  <a:lnTo>
                    <a:pt x="225010" y="229788"/>
                  </a:lnTo>
                  <a:lnTo>
                    <a:pt x="221189" y="229788"/>
                  </a:lnTo>
                  <a:lnTo>
                    <a:pt x="216889" y="229788"/>
                  </a:lnTo>
                  <a:lnTo>
                    <a:pt x="213067" y="229788"/>
                  </a:lnTo>
                  <a:lnTo>
                    <a:pt x="208768" y="229788"/>
                  </a:lnTo>
                  <a:lnTo>
                    <a:pt x="204946" y="229788"/>
                  </a:lnTo>
                  <a:lnTo>
                    <a:pt x="200646" y="229788"/>
                  </a:lnTo>
                  <a:lnTo>
                    <a:pt x="196825" y="229788"/>
                  </a:lnTo>
                  <a:lnTo>
                    <a:pt x="192525" y="229788"/>
                  </a:lnTo>
                  <a:lnTo>
                    <a:pt x="188703" y="229788"/>
                  </a:lnTo>
                  <a:lnTo>
                    <a:pt x="184403" y="229788"/>
                  </a:lnTo>
                  <a:lnTo>
                    <a:pt x="180582" y="229788"/>
                  </a:lnTo>
                  <a:lnTo>
                    <a:pt x="176760" y="229788"/>
                  </a:lnTo>
                  <a:lnTo>
                    <a:pt x="172460" y="229788"/>
                  </a:lnTo>
                  <a:lnTo>
                    <a:pt x="168638" y="229788"/>
                  </a:lnTo>
                  <a:lnTo>
                    <a:pt x="164339" y="229788"/>
                  </a:lnTo>
                  <a:lnTo>
                    <a:pt x="160517" y="229788"/>
                  </a:lnTo>
                  <a:lnTo>
                    <a:pt x="156695" y="229788"/>
                  </a:lnTo>
                  <a:lnTo>
                    <a:pt x="154307" y="229788"/>
                  </a:lnTo>
                  <a:lnTo>
                    <a:pt x="153351" y="229310"/>
                  </a:lnTo>
                  <a:lnTo>
                    <a:pt x="153351" y="226444"/>
                  </a:lnTo>
                  <a:lnTo>
                    <a:pt x="153351" y="226444"/>
                  </a:lnTo>
                  <a:lnTo>
                    <a:pt x="152396" y="226444"/>
                  </a:lnTo>
                  <a:lnTo>
                    <a:pt x="151918" y="227399"/>
                  </a:lnTo>
                  <a:lnTo>
                    <a:pt x="151440" y="227399"/>
                  </a:lnTo>
                  <a:lnTo>
                    <a:pt x="151440" y="228355"/>
                  </a:lnTo>
                  <a:lnTo>
                    <a:pt x="151440" y="229310"/>
                  </a:lnTo>
                  <a:lnTo>
                    <a:pt x="151440" y="230266"/>
                  </a:lnTo>
                  <a:lnTo>
                    <a:pt x="148574" y="230743"/>
                  </a:lnTo>
                  <a:lnTo>
                    <a:pt x="145230" y="231699"/>
                  </a:lnTo>
                  <a:lnTo>
                    <a:pt x="141408" y="232176"/>
                  </a:lnTo>
                  <a:lnTo>
                    <a:pt x="137586" y="231699"/>
                  </a:lnTo>
                  <a:lnTo>
                    <a:pt x="136631" y="231699"/>
                  </a:lnTo>
                  <a:lnTo>
                    <a:pt x="135197" y="231221"/>
                  </a:lnTo>
                  <a:lnTo>
                    <a:pt x="135197" y="231221"/>
                  </a:lnTo>
                  <a:lnTo>
                    <a:pt x="132331" y="230743"/>
                  </a:lnTo>
                  <a:lnTo>
                    <a:pt x="130420" y="230743"/>
                  </a:lnTo>
                  <a:lnTo>
                    <a:pt x="128509" y="230743"/>
                  </a:lnTo>
                  <a:lnTo>
                    <a:pt x="126598" y="231221"/>
                  </a:lnTo>
                  <a:lnTo>
                    <a:pt x="126598" y="231221"/>
                  </a:lnTo>
                  <a:lnTo>
                    <a:pt x="125643" y="231699"/>
                  </a:lnTo>
                  <a:lnTo>
                    <a:pt x="124210" y="233610"/>
                  </a:lnTo>
                  <a:lnTo>
                    <a:pt x="122299" y="235998"/>
                  </a:lnTo>
                  <a:lnTo>
                    <a:pt x="121343" y="235998"/>
                  </a:lnTo>
                  <a:lnTo>
                    <a:pt x="120388" y="234565"/>
                  </a:lnTo>
                  <a:lnTo>
                    <a:pt x="117044" y="232176"/>
                  </a:lnTo>
                  <a:lnTo>
                    <a:pt x="117044" y="232176"/>
                  </a:lnTo>
                  <a:lnTo>
                    <a:pt x="113222" y="228833"/>
                  </a:lnTo>
                  <a:lnTo>
                    <a:pt x="111311" y="227399"/>
                  </a:lnTo>
                  <a:lnTo>
                    <a:pt x="110355" y="226921"/>
                  </a:lnTo>
                  <a:lnTo>
                    <a:pt x="108445" y="228355"/>
                  </a:lnTo>
                  <a:lnTo>
                    <a:pt x="107011" y="229310"/>
                  </a:lnTo>
                  <a:lnTo>
                    <a:pt x="105578" y="230743"/>
                  </a:lnTo>
                  <a:lnTo>
                    <a:pt x="104623" y="232654"/>
                  </a:lnTo>
                  <a:lnTo>
                    <a:pt x="104145" y="234565"/>
                  </a:lnTo>
                  <a:lnTo>
                    <a:pt x="103667" y="236476"/>
                  </a:lnTo>
                  <a:lnTo>
                    <a:pt x="103189" y="238865"/>
                  </a:lnTo>
                  <a:lnTo>
                    <a:pt x="101756" y="241253"/>
                  </a:lnTo>
                  <a:lnTo>
                    <a:pt x="100323" y="242687"/>
                  </a:lnTo>
                  <a:lnTo>
                    <a:pt x="98890" y="243164"/>
                  </a:lnTo>
                  <a:lnTo>
                    <a:pt x="98412" y="243642"/>
                  </a:lnTo>
                  <a:lnTo>
                    <a:pt x="95068" y="242687"/>
                  </a:lnTo>
                  <a:lnTo>
                    <a:pt x="94590" y="242209"/>
                  </a:lnTo>
                  <a:lnTo>
                    <a:pt x="92679" y="241253"/>
                  </a:lnTo>
                  <a:lnTo>
                    <a:pt x="91724" y="239342"/>
                  </a:lnTo>
                  <a:lnTo>
                    <a:pt x="91246" y="239342"/>
                  </a:lnTo>
                  <a:lnTo>
                    <a:pt x="89813" y="238387"/>
                  </a:lnTo>
                  <a:lnTo>
                    <a:pt x="87424" y="237432"/>
                  </a:lnTo>
                  <a:lnTo>
                    <a:pt x="85991" y="236476"/>
                  </a:lnTo>
                  <a:lnTo>
                    <a:pt x="85513" y="235521"/>
                  </a:lnTo>
                  <a:lnTo>
                    <a:pt x="85513" y="235521"/>
                  </a:lnTo>
                  <a:lnTo>
                    <a:pt x="84558" y="234565"/>
                  </a:lnTo>
                  <a:lnTo>
                    <a:pt x="83603" y="234565"/>
                  </a:lnTo>
                  <a:lnTo>
                    <a:pt x="83603" y="234087"/>
                  </a:lnTo>
                  <a:lnTo>
                    <a:pt x="83603" y="233610"/>
                  </a:lnTo>
                  <a:lnTo>
                    <a:pt x="83603" y="232654"/>
                  </a:lnTo>
                  <a:lnTo>
                    <a:pt x="82170" y="230266"/>
                  </a:lnTo>
                  <a:lnTo>
                    <a:pt x="82170" y="230266"/>
                  </a:lnTo>
                  <a:lnTo>
                    <a:pt x="80736" y="229310"/>
                  </a:lnTo>
                  <a:lnTo>
                    <a:pt x="79781" y="229788"/>
                  </a:lnTo>
                  <a:lnTo>
                    <a:pt x="79303" y="229310"/>
                  </a:lnTo>
                  <a:lnTo>
                    <a:pt x="78825" y="228833"/>
                  </a:lnTo>
                  <a:lnTo>
                    <a:pt x="78825" y="228355"/>
                  </a:lnTo>
                  <a:lnTo>
                    <a:pt x="78825" y="228355"/>
                  </a:lnTo>
                  <a:lnTo>
                    <a:pt x="77870" y="227877"/>
                  </a:lnTo>
                  <a:lnTo>
                    <a:pt x="76914" y="227399"/>
                  </a:lnTo>
                  <a:lnTo>
                    <a:pt x="75481" y="225966"/>
                  </a:lnTo>
                  <a:lnTo>
                    <a:pt x="75004" y="223100"/>
                  </a:lnTo>
                  <a:lnTo>
                    <a:pt x="74048" y="220711"/>
                  </a:lnTo>
                  <a:lnTo>
                    <a:pt x="72615" y="219278"/>
                  </a:lnTo>
                  <a:lnTo>
                    <a:pt x="72615" y="219278"/>
                  </a:lnTo>
                  <a:lnTo>
                    <a:pt x="71659" y="218322"/>
                  </a:lnTo>
                  <a:lnTo>
                    <a:pt x="71182" y="218322"/>
                  </a:lnTo>
                  <a:lnTo>
                    <a:pt x="70704" y="218322"/>
                  </a:lnTo>
                  <a:lnTo>
                    <a:pt x="70704" y="217845"/>
                  </a:lnTo>
                  <a:lnTo>
                    <a:pt x="69748" y="217367"/>
                  </a:lnTo>
                  <a:lnTo>
                    <a:pt x="69748" y="217367"/>
                  </a:lnTo>
                  <a:lnTo>
                    <a:pt x="68315" y="217845"/>
                  </a:lnTo>
                  <a:lnTo>
                    <a:pt x="67360" y="217845"/>
                  </a:lnTo>
                  <a:lnTo>
                    <a:pt x="66882" y="216889"/>
                  </a:lnTo>
                  <a:lnTo>
                    <a:pt x="66404" y="216889"/>
                  </a:lnTo>
                  <a:lnTo>
                    <a:pt x="65927" y="216889"/>
                  </a:lnTo>
                  <a:lnTo>
                    <a:pt x="64971" y="217367"/>
                  </a:lnTo>
                  <a:lnTo>
                    <a:pt x="63538" y="217367"/>
                  </a:lnTo>
                  <a:lnTo>
                    <a:pt x="63538" y="217367"/>
                  </a:lnTo>
                  <a:lnTo>
                    <a:pt x="62105" y="216411"/>
                  </a:lnTo>
                  <a:lnTo>
                    <a:pt x="61627" y="215456"/>
                  </a:lnTo>
                  <a:lnTo>
                    <a:pt x="61627" y="215456"/>
                  </a:lnTo>
                  <a:lnTo>
                    <a:pt x="61627" y="214501"/>
                  </a:lnTo>
                  <a:lnTo>
                    <a:pt x="59238" y="212112"/>
                  </a:lnTo>
                  <a:lnTo>
                    <a:pt x="54939" y="209245"/>
                  </a:lnTo>
                  <a:lnTo>
                    <a:pt x="54939" y="209245"/>
                  </a:lnTo>
                  <a:lnTo>
                    <a:pt x="50162" y="207812"/>
                  </a:lnTo>
                  <a:lnTo>
                    <a:pt x="45384" y="207812"/>
                  </a:lnTo>
                  <a:lnTo>
                    <a:pt x="42518" y="207812"/>
                  </a:lnTo>
                  <a:lnTo>
                    <a:pt x="42040" y="207335"/>
                  </a:lnTo>
                  <a:lnTo>
                    <a:pt x="41085" y="207335"/>
                  </a:lnTo>
                  <a:lnTo>
                    <a:pt x="40607" y="207812"/>
                  </a:lnTo>
                  <a:lnTo>
                    <a:pt x="40129" y="208290"/>
                  </a:lnTo>
                  <a:lnTo>
                    <a:pt x="39174" y="207812"/>
                  </a:lnTo>
                  <a:lnTo>
                    <a:pt x="39174" y="207812"/>
                  </a:lnTo>
                  <a:lnTo>
                    <a:pt x="38696" y="208290"/>
                  </a:lnTo>
                  <a:lnTo>
                    <a:pt x="38696" y="208290"/>
                  </a:lnTo>
                  <a:lnTo>
                    <a:pt x="38696" y="208768"/>
                  </a:lnTo>
                  <a:lnTo>
                    <a:pt x="36785" y="209245"/>
                  </a:lnTo>
                  <a:lnTo>
                    <a:pt x="33441" y="209245"/>
                  </a:lnTo>
                  <a:lnTo>
                    <a:pt x="33441" y="209245"/>
                  </a:lnTo>
                  <a:lnTo>
                    <a:pt x="31052" y="209723"/>
                  </a:lnTo>
                  <a:lnTo>
                    <a:pt x="28664" y="210679"/>
                  </a:lnTo>
                  <a:lnTo>
                    <a:pt x="25797" y="211156"/>
                  </a:lnTo>
                  <a:lnTo>
                    <a:pt x="21975" y="211156"/>
                  </a:lnTo>
                  <a:lnTo>
                    <a:pt x="19587" y="210679"/>
                  </a:lnTo>
                  <a:lnTo>
                    <a:pt x="19109" y="210201"/>
                  </a:lnTo>
                  <a:lnTo>
                    <a:pt x="18154" y="209723"/>
                  </a:lnTo>
                  <a:lnTo>
                    <a:pt x="16721" y="210201"/>
                  </a:lnTo>
                  <a:lnTo>
                    <a:pt x="16721" y="210201"/>
                  </a:lnTo>
                  <a:lnTo>
                    <a:pt x="16721" y="210201"/>
                  </a:lnTo>
                  <a:lnTo>
                    <a:pt x="15287" y="211634"/>
                  </a:lnTo>
                  <a:lnTo>
                    <a:pt x="15287" y="211634"/>
                  </a:lnTo>
                  <a:lnTo>
                    <a:pt x="14332" y="214501"/>
                  </a:lnTo>
                  <a:lnTo>
                    <a:pt x="13376" y="215934"/>
                  </a:lnTo>
                  <a:lnTo>
                    <a:pt x="13376" y="215934"/>
                  </a:lnTo>
                  <a:lnTo>
                    <a:pt x="12421" y="216411"/>
                  </a:lnTo>
                  <a:lnTo>
                    <a:pt x="12421" y="216411"/>
                  </a:lnTo>
                  <a:lnTo>
                    <a:pt x="11943" y="218322"/>
                  </a:lnTo>
                  <a:lnTo>
                    <a:pt x="11465" y="221667"/>
                  </a:lnTo>
                  <a:lnTo>
                    <a:pt x="10510" y="223100"/>
                  </a:lnTo>
                  <a:lnTo>
                    <a:pt x="10510" y="214978"/>
                  </a:lnTo>
                  <a:lnTo>
                    <a:pt x="11943" y="211634"/>
                  </a:lnTo>
                  <a:lnTo>
                    <a:pt x="11943" y="208768"/>
                  </a:lnTo>
                  <a:lnTo>
                    <a:pt x="14332" y="202557"/>
                  </a:lnTo>
                  <a:lnTo>
                    <a:pt x="17198" y="197780"/>
                  </a:lnTo>
                  <a:lnTo>
                    <a:pt x="19587" y="191092"/>
                  </a:lnTo>
                  <a:lnTo>
                    <a:pt x="20542" y="184403"/>
                  </a:lnTo>
                  <a:lnTo>
                    <a:pt x="20542" y="178193"/>
                  </a:lnTo>
                  <a:lnTo>
                    <a:pt x="19587" y="172460"/>
                  </a:lnTo>
                  <a:lnTo>
                    <a:pt x="18154" y="168638"/>
                  </a:lnTo>
                  <a:lnTo>
                    <a:pt x="17198" y="163384"/>
                  </a:lnTo>
                  <a:lnTo>
                    <a:pt x="15287" y="160517"/>
                  </a:lnTo>
                  <a:lnTo>
                    <a:pt x="11943" y="157651"/>
                  </a:lnTo>
                  <a:lnTo>
                    <a:pt x="10988" y="156218"/>
                  </a:lnTo>
                  <a:lnTo>
                    <a:pt x="11943" y="155740"/>
                  </a:lnTo>
                  <a:lnTo>
                    <a:pt x="13854" y="155262"/>
                  </a:lnTo>
                  <a:lnTo>
                    <a:pt x="15287" y="153351"/>
                  </a:lnTo>
                  <a:lnTo>
                    <a:pt x="12421" y="154307"/>
                  </a:lnTo>
                  <a:lnTo>
                    <a:pt x="15765" y="148096"/>
                  </a:lnTo>
                  <a:lnTo>
                    <a:pt x="16721" y="144274"/>
                  </a:lnTo>
                  <a:lnTo>
                    <a:pt x="16721" y="141408"/>
                  </a:lnTo>
                  <a:lnTo>
                    <a:pt x="17198" y="139975"/>
                  </a:lnTo>
                  <a:lnTo>
                    <a:pt x="14809" y="136153"/>
                  </a:lnTo>
                  <a:lnTo>
                    <a:pt x="12899" y="131376"/>
                  </a:lnTo>
                  <a:lnTo>
                    <a:pt x="11943" y="130898"/>
                  </a:lnTo>
                  <a:lnTo>
                    <a:pt x="10988" y="130420"/>
                  </a:lnTo>
                  <a:lnTo>
                    <a:pt x="10510" y="131376"/>
                  </a:lnTo>
                  <a:lnTo>
                    <a:pt x="10032" y="132331"/>
                  </a:lnTo>
                  <a:lnTo>
                    <a:pt x="9077" y="131853"/>
                  </a:lnTo>
                  <a:lnTo>
                    <a:pt x="6688" y="128509"/>
                  </a:lnTo>
                  <a:lnTo>
                    <a:pt x="3822" y="123254"/>
                  </a:lnTo>
                  <a:lnTo>
                    <a:pt x="2866" y="122777"/>
                  </a:lnTo>
                  <a:lnTo>
                    <a:pt x="1911" y="123254"/>
                  </a:lnTo>
                  <a:lnTo>
                    <a:pt x="1433" y="124210"/>
                  </a:lnTo>
                  <a:lnTo>
                    <a:pt x="478" y="128509"/>
                  </a:lnTo>
                  <a:lnTo>
                    <a:pt x="0" y="126598"/>
                  </a:lnTo>
                  <a:lnTo>
                    <a:pt x="478" y="124687"/>
                  </a:lnTo>
                  <a:lnTo>
                    <a:pt x="1433" y="122299"/>
                  </a:lnTo>
                  <a:lnTo>
                    <a:pt x="2389" y="118477"/>
                  </a:lnTo>
                  <a:lnTo>
                    <a:pt x="4777" y="118477"/>
                  </a:lnTo>
                  <a:lnTo>
                    <a:pt x="9077" y="118477"/>
                  </a:lnTo>
                  <a:lnTo>
                    <a:pt x="13854" y="118477"/>
                  </a:lnTo>
                  <a:lnTo>
                    <a:pt x="18631" y="118477"/>
                  </a:lnTo>
                  <a:lnTo>
                    <a:pt x="22931" y="118477"/>
                  </a:lnTo>
                  <a:lnTo>
                    <a:pt x="27708" y="118477"/>
                  </a:lnTo>
                  <a:lnTo>
                    <a:pt x="32008" y="118477"/>
                  </a:lnTo>
                  <a:lnTo>
                    <a:pt x="36785" y="118477"/>
                  </a:lnTo>
                  <a:lnTo>
                    <a:pt x="41085" y="118477"/>
                  </a:lnTo>
                  <a:lnTo>
                    <a:pt x="45862" y="118477"/>
                  </a:lnTo>
                  <a:lnTo>
                    <a:pt x="50162" y="118477"/>
                  </a:lnTo>
                  <a:lnTo>
                    <a:pt x="54939" y="118477"/>
                  </a:lnTo>
                  <a:lnTo>
                    <a:pt x="54939" y="118477"/>
                  </a:lnTo>
                  <a:lnTo>
                    <a:pt x="59238" y="118477"/>
                  </a:lnTo>
                  <a:lnTo>
                    <a:pt x="64016" y="118477"/>
                  </a:lnTo>
                  <a:lnTo>
                    <a:pt x="68315" y="118477"/>
                  </a:lnTo>
                  <a:lnTo>
                    <a:pt x="73093" y="118477"/>
                  </a:lnTo>
                  <a:lnTo>
                    <a:pt x="77392" y="118477"/>
                  </a:lnTo>
                  <a:lnTo>
                    <a:pt x="80258" y="118477"/>
                  </a:lnTo>
                  <a:lnTo>
                    <a:pt x="80736" y="118477"/>
                  </a:lnTo>
                  <a:lnTo>
                    <a:pt x="80258" y="115611"/>
                  </a:lnTo>
                  <a:lnTo>
                    <a:pt x="80258" y="113700"/>
                  </a:lnTo>
                  <a:lnTo>
                    <a:pt x="80258" y="110833"/>
                  </a:lnTo>
                  <a:lnTo>
                    <a:pt x="79781" y="108445"/>
                  </a:lnTo>
                  <a:lnTo>
                    <a:pt x="79781" y="105578"/>
                  </a:lnTo>
                  <a:lnTo>
                    <a:pt x="79303" y="102712"/>
                  </a:lnTo>
                  <a:lnTo>
                    <a:pt x="79303" y="100323"/>
                  </a:lnTo>
                  <a:lnTo>
                    <a:pt x="79303" y="97935"/>
                  </a:lnTo>
                  <a:lnTo>
                    <a:pt x="78825" y="95546"/>
                  </a:lnTo>
                  <a:lnTo>
                    <a:pt x="78825" y="94590"/>
                  </a:lnTo>
                  <a:lnTo>
                    <a:pt x="77870" y="91724"/>
                  </a:lnTo>
                  <a:lnTo>
                    <a:pt x="77392" y="90769"/>
                  </a:lnTo>
                  <a:lnTo>
                    <a:pt x="77870" y="89335"/>
                  </a:lnTo>
                  <a:lnTo>
                    <a:pt x="78347" y="87902"/>
                  </a:lnTo>
                  <a:lnTo>
                    <a:pt x="80258" y="85991"/>
                  </a:lnTo>
                  <a:lnTo>
                    <a:pt x="83125" y="84080"/>
                  </a:lnTo>
                  <a:lnTo>
                    <a:pt x="85991" y="82170"/>
                  </a:lnTo>
                  <a:lnTo>
                    <a:pt x="88380" y="80736"/>
                  </a:lnTo>
                  <a:lnTo>
                    <a:pt x="89813" y="80258"/>
                  </a:lnTo>
                  <a:lnTo>
                    <a:pt x="93157" y="79781"/>
                  </a:lnTo>
                  <a:lnTo>
                    <a:pt x="93157" y="79781"/>
                  </a:lnTo>
                  <a:lnTo>
                    <a:pt x="96024" y="78348"/>
                  </a:lnTo>
                  <a:lnTo>
                    <a:pt x="98890" y="77392"/>
                  </a:lnTo>
                  <a:lnTo>
                    <a:pt x="100323" y="76437"/>
                  </a:lnTo>
                  <a:lnTo>
                    <a:pt x="100323" y="74526"/>
                  </a:lnTo>
                  <a:lnTo>
                    <a:pt x="100323" y="72137"/>
                  </a:lnTo>
                  <a:lnTo>
                    <a:pt x="100323" y="69271"/>
                  </a:lnTo>
                  <a:lnTo>
                    <a:pt x="100323" y="66882"/>
                  </a:lnTo>
                  <a:lnTo>
                    <a:pt x="100323" y="64016"/>
                  </a:lnTo>
                  <a:lnTo>
                    <a:pt x="100323" y="61149"/>
                  </a:lnTo>
                  <a:lnTo>
                    <a:pt x="100323" y="58761"/>
                  </a:lnTo>
                  <a:lnTo>
                    <a:pt x="100323" y="55894"/>
                  </a:lnTo>
                  <a:lnTo>
                    <a:pt x="100323" y="53028"/>
                  </a:lnTo>
                  <a:lnTo>
                    <a:pt x="100323" y="50639"/>
                  </a:lnTo>
                  <a:lnTo>
                    <a:pt x="100323" y="47773"/>
                  </a:lnTo>
                  <a:lnTo>
                    <a:pt x="100323" y="44907"/>
                  </a:lnTo>
                  <a:lnTo>
                    <a:pt x="100323" y="42518"/>
                  </a:lnTo>
                  <a:lnTo>
                    <a:pt x="100323" y="39651"/>
                  </a:lnTo>
                  <a:lnTo>
                    <a:pt x="100323" y="36785"/>
                  </a:lnTo>
                  <a:lnTo>
                    <a:pt x="100323" y="33919"/>
                  </a:lnTo>
                  <a:lnTo>
                    <a:pt x="100323" y="31530"/>
                  </a:lnTo>
                  <a:lnTo>
                    <a:pt x="100323" y="28664"/>
                  </a:lnTo>
                  <a:lnTo>
                    <a:pt x="100323" y="26275"/>
                  </a:lnTo>
                  <a:lnTo>
                    <a:pt x="103189" y="26275"/>
                  </a:lnTo>
                  <a:lnTo>
                    <a:pt x="107011" y="26275"/>
                  </a:lnTo>
                  <a:lnTo>
                    <a:pt x="110833" y="26275"/>
                  </a:lnTo>
                  <a:lnTo>
                    <a:pt x="114177" y="26275"/>
                  </a:lnTo>
                  <a:lnTo>
                    <a:pt x="117999" y="26275"/>
                  </a:lnTo>
                  <a:lnTo>
                    <a:pt x="121821" y="26275"/>
                  </a:lnTo>
                  <a:lnTo>
                    <a:pt x="125643" y="26275"/>
                  </a:lnTo>
                  <a:lnTo>
                    <a:pt x="128987" y="26275"/>
                  </a:lnTo>
                  <a:lnTo>
                    <a:pt x="132809" y="26275"/>
                  </a:lnTo>
                  <a:lnTo>
                    <a:pt x="136631" y="26275"/>
                  </a:lnTo>
                  <a:lnTo>
                    <a:pt x="140452" y="26275"/>
                  </a:lnTo>
                  <a:lnTo>
                    <a:pt x="143796" y="26275"/>
                  </a:lnTo>
                  <a:lnTo>
                    <a:pt x="147618" y="26275"/>
                  </a:lnTo>
                  <a:lnTo>
                    <a:pt x="151440" y="26275"/>
                  </a:lnTo>
                  <a:lnTo>
                    <a:pt x="155262" y="26275"/>
                  </a:lnTo>
                  <a:lnTo>
                    <a:pt x="158606" y="26275"/>
                  </a:lnTo>
                  <a:lnTo>
                    <a:pt x="162428" y="26275"/>
                  </a:lnTo>
                  <a:lnTo>
                    <a:pt x="166250" y="26275"/>
                  </a:lnTo>
                  <a:lnTo>
                    <a:pt x="166250" y="26275"/>
                  </a:lnTo>
                  <a:lnTo>
                    <a:pt x="166250" y="23886"/>
                  </a:lnTo>
                  <a:lnTo>
                    <a:pt x="166250" y="20542"/>
                  </a:lnTo>
                  <a:lnTo>
                    <a:pt x="166250" y="16243"/>
                  </a:lnTo>
                  <a:lnTo>
                    <a:pt x="166250" y="11466"/>
                  </a:lnTo>
                  <a:lnTo>
                    <a:pt x="166250" y="7644"/>
                  </a:lnTo>
                  <a:lnTo>
                    <a:pt x="166250" y="3344"/>
                  </a:lnTo>
                  <a:lnTo>
                    <a:pt x="166250" y="0"/>
                  </a:lnTo>
                  <a:lnTo>
                    <a:pt x="170072" y="2389"/>
                  </a:lnTo>
                  <a:lnTo>
                    <a:pt x="173893" y="4777"/>
                  </a:lnTo>
                  <a:lnTo>
                    <a:pt x="173893" y="4777"/>
                  </a:lnTo>
                  <a:lnTo>
                    <a:pt x="177715" y="6688"/>
                  </a:lnTo>
                  <a:lnTo>
                    <a:pt x="181537" y="9077"/>
                  </a:lnTo>
                  <a:lnTo>
                    <a:pt x="184881" y="11466"/>
                  </a:lnTo>
                  <a:lnTo>
                    <a:pt x="188703" y="13376"/>
                  </a:lnTo>
                  <a:lnTo>
                    <a:pt x="192525" y="15765"/>
                  </a:lnTo>
                  <a:lnTo>
                    <a:pt x="196347" y="18154"/>
                  </a:lnTo>
                  <a:lnTo>
                    <a:pt x="196347" y="18154"/>
                  </a:lnTo>
                  <a:lnTo>
                    <a:pt x="200168" y="20542"/>
                  </a:lnTo>
                  <a:lnTo>
                    <a:pt x="201124" y="21020"/>
                  </a:lnTo>
                  <a:lnTo>
                    <a:pt x="203513" y="22453"/>
                  </a:lnTo>
                  <a:lnTo>
                    <a:pt x="207334" y="24842"/>
                  </a:lnTo>
                  <a:lnTo>
                    <a:pt x="211156" y="27231"/>
                  </a:lnTo>
                  <a:lnTo>
                    <a:pt x="211156" y="27231"/>
                  </a:lnTo>
                  <a:lnTo>
                    <a:pt x="214978" y="29141"/>
                  </a:lnTo>
                  <a:lnTo>
                    <a:pt x="218322" y="31530"/>
                  </a:lnTo>
                  <a:lnTo>
                    <a:pt x="218800" y="31530"/>
                  </a:lnTo>
                  <a:lnTo>
                    <a:pt x="222144" y="33919"/>
                  </a:lnTo>
                  <a:lnTo>
                    <a:pt x="225966" y="35830"/>
                  </a:lnTo>
                  <a:lnTo>
                    <a:pt x="229310" y="37741"/>
                  </a:lnTo>
                  <a:lnTo>
                    <a:pt x="234087" y="40607"/>
                  </a:lnTo>
                  <a:lnTo>
                    <a:pt x="235043" y="41563"/>
                  </a:lnTo>
                  <a:lnTo>
                    <a:pt x="238387" y="43473"/>
                  </a:lnTo>
                  <a:lnTo>
                    <a:pt x="242686" y="4634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8" name="Freeform 2297">
              <a:extLst>
                <a:ext uri="{FF2B5EF4-FFF2-40B4-BE49-F238E27FC236}">
                  <a16:creationId xmlns:a16="http://schemas.microsoft.com/office/drawing/2014/main" id="{7909B427-6041-0428-19A0-7C58DD570D6C}"/>
                </a:ext>
              </a:extLst>
            </p:cNvPr>
            <p:cNvSpPr/>
            <p:nvPr/>
          </p:nvSpPr>
          <p:spPr>
            <a:xfrm>
              <a:off x="5780220" y="4262899"/>
              <a:ext cx="7643" cy="4777"/>
            </a:xfrm>
            <a:custGeom>
              <a:avLst/>
              <a:gdLst>
                <a:gd name="csX0" fmla="*/ 7644 w 7643"/>
                <a:gd name="csY0" fmla="*/ 4777 h 4777"/>
                <a:gd name="csX1" fmla="*/ 3344 w 7643"/>
                <a:gd name="csY1" fmla="*/ 1911 h 4777"/>
                <a:gd name="csX2" fmla="*/ 0 w 7643"/>
                <a:gd name="csY2" fmla="*/ 0 h 4777"/>
                <a:gd name="csX3" fmla="*/ 3344 w 7643"/>
                <a:gd name="csY3" fmla="*/ 1911 h 4777"/>
                <a:gd name="csX4" fmla="*/ 7644 w 7643"/>
                <a:gd name="csY4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4777">
                  <a:moveTo>
                    <a:pt x="7644" y="4777"/>
                  </a:moveTo>
                  <a:lnTo>
                    <a:pt x="3344" y="1911"/>
                  </a:lnTo>
                  <a:lnTo>
                    <a:pt x="0" y="0"/>
                  </a:lnTo>
                  <a:lnTo>
                    <a:pt x="3344" y="1911"/>
                  </a:lnTo>
                  <a:lnTo>
                    <a:pt x="7644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9" name="Freeform 2298">
              <a:extLst>
                <a:ext uri="{FF2B5EF4-FFF2-40B4-BE49-F238E27FC236}">
                  <a16:creationId xmlns:a16="http://schemas.microsoft.com/office/drawing/2014/main" id="{3A1519A9-C018-F404-4703-7CDC6B52ED74}"/>
                </a:ext>
              </a:extLst>
            </p:cNvPr>
            <p:cNvSpPr/>
            <p:nvPr/>
          </p:nvSpPr>
          <p:spPr>
            <a:xfrm>
              <a:off x="5776876" y="3514297"/>
              <a:ext cx="5732" cy="8599"/>
            </a:xfrm>
            <a:custGeom>
              <a:avLst/>
              <a:gdLst>
                <a:gd name="csX0" fmla="*/ 5733 w 5732"/>
                <a:gd name="csY0" fmla="*/ 4777 h 8599"/>
                <a:gd name="csX1" fmla="*/ 5733 w 5732"/>
                <a:gd name="csY1" fmla="*/ 7166 h 8599"/>
                <a:gd name="csX2" fmla="*/ 5733 w 5732"/>
                <a:gd name="csY2" fmla="*/ 8599 h 8599"/>
                <a:gd name="csX3" fmla="*/ 3344 w 5732"/>
                <a:gd name="csY3" fmla="*/ 8599 h 8599"/>
                <a:gd name="csX4" fmla="*/ 2389 w 5732"/>
                <a:gd name="csY4" fmla="*/ 8599 h 8599"/>
                <a:gd name="csX5" fmla="*/ 956 w 5732"/>
                <a:gd name="csY5" fmla="*/ 7644 h 8599"/>
                <a:gd name="csX6" fmla="*/ 0 w 5732"/>
                <a:gd name="csY6" fmla="*/ 3344 h 8599"/>
                <a:gd name="csX7" fmla="*/ 478 w 5732"/>
                <a:gd name="csY7" fmla="*/ 1433 h 8599"/>
                <a:gd name="csX8" fmla="*/ 956 w 5732"/>
                <a:gd name="csY8" fmla="*/ 956 h 8599"/>
                <a:gd name="csX9" fmla="*/ 1433 w 5732"/>
                <a:gd name="csY9" fmla="*/ 478 h 8599"/>
                <a:gd name="csX10" fmla="*/ 2866 w 5732"/>
                <a:gd name="csY10" fmla="*/ 0 h 8599"/>
                <a:gd name="csX11" fmla="*/ 4299 w 5732"/>
                <a:gd name="csY11" fmla="*/ 956 h 8599"/>
                <a:gd name="csX12" fmla="*/ 4299 w 5732"/>
                <a:gd name="csY12" fmla="*/ 1433 h 8599"/>
                <a:gd name="csX13" fmla="*/ 5733 w 5732"/>
                <a:gd name="csY13" fmla="*/ 4777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2" h="8599">
                  <a:moveTo>
                    <a:pt x="5733" y="4777"/>
                  </a:moveTo>
                  <a:lnTo>
                    <a:pt x="5733" y="7166"/>
                  </a:lnTo>
                  <a:lnTo>
                    <a:pt x="5733" y="8599"/>
                  </a:lnTo>
                  <a:lnTo>
                    <a:pt x="3344" y="8599"/>
                  </a:lnTo>
                  <a:lnTo>
                    <a:pt x="2389" y="8599"/>
                  </a:lnTo>
                  <a:lnTo>
                    <a:pt x="956" y="7644"/>
                  </a:lnTo>
                  <a:lnTo>
                    <a:pt x="0" y="3344"/>
                  </a:lnTo>
                  <a:lnTo>
                    <a:pt x="478" y="1433"/>
                  </a:lnTo>
                  <a:lnTo>
                    <a:pt x="956" y="956"/>
                  </a:lnTo>
                  <a:lnTo>
                    <a:pt x="1433" y="478"/>
                  </a:lnTo>
                  <a:lnTo>
                    <a:pt x="2866" y="0"/>
                  </a:lnTo>
                  <a:lnTo>
                    <a:pt x="4299" y="956"/>
                  </a:lnTo>
                  <a:lnTo>
                    <a:pt x="4299" y="1433"/>
                  </a:lnTo>
                  <a:lnTo>
                    <a:pt x="5733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0" name="Freeform 2299">
              <a:extLst>
                <a:ext uri="{FF2B5EF4-FFF2-40B4-BE49-F238E27FC236}">
                  <a16:creationId xmlns:a16="http://schemas.microsoft.com/office/drawing/2014/main" id="{C037F0D3-DA0B-D487-D77C-8F8EC0C9BC44}"/>
                </a:ext>
              </a:extLst>
            </p:cNvPr>
            <p:cNvSpPr/>
            <p:nvPr/>
          </p:nvSpPr>
          <p:spPr>
            <a:xfrm>
              <a:off x="5777353" y="4032156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478 w 477"/>
                <a:gd name="csY1" fmla="*/ 478 h 955"/>
                <a:gd name="csX2" fmla="*/ 478 w 477"/>
                <a:gd name="csY2" fmla="*/ 478 h 955"/>
                <a:gd name="csX3" fmla="*/ 478 w 477"/>
                <a:gd name="csY3" fmla="*/ 955 h 955"/>
                <a:gd name="csX4" fmla="*/ 478 w 477"/>
                <a:gd name="csY4" fmla="*/ 955 h 955"/>
                <a:gd name="csX5" fmla="*/ 0 w 477"/>
                <a:gd name="csY5" fmla="*/ 955 h 955"/>
                <a:gd name="csX6" fmla="*/ 0 w 477"/>
                <a:gd name="csY6" fmla="*/ 478 h 955"/>
                <a:gd name="csX7" fmla="*/ 478 w 477"/>
                <a:gd name="csY7" fmla="*/ 478 h 955"/>
                <a:gd name="csX8" fmla="*/ 478 w 477"/>
                <a:gd name="csY8" fmla="*/ 0 h 955"/>
                <a:gd name="csX9" fmla="*/ 478 w 477"/>
                <a:gd name="csY9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478" y="478"/>
                  </a:lnTo>
                  <a:lnTo>
                    <a:pt x="478" y="478"/>
                  </a:lnTo>
                  <a:lnTo>
                    <a:pt x="478" y="955"/>
                  </a:lnTo>
                  <a:lnTo>
                    <a:pt x="478" y="955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1" name="Freeform 2300">
              <a:extLst>
                <a:ext uri="{FF2B5EF4-FFF2-40B4-BE49-F238E27FC236}">
                  <a16:creationId xmlns:a16="http://schemas.microsoft.com/office/drawing/2014/main" id="{C2923634-DC18-5007-2CD1-4626003C46C2}"/>
                </a:ext>
              </a:extLst>
            </p:cNvPr>
            <p:cNvSpPr/>
            <p:nvPr/>
          </p:nvSpPr>
          <p:spPr>
            <a:xfrm>
              <a:off x="5766843" y="4388542"/>
              <a:ext cx="10510" cy="47772"/>
            </a:xfrm>
            <a:custGeom>
              <a:avLst/>
              <a:gdLst>
                <a:gd name="csX0" fmla="*/ 7644 w 10510"/>
                <a:gd name="csY0" fmla="*/ 44907 h 47772"/>
                <a:gd name="csX1" fmla="*/ 10510 w 10510"/>
                <a:gd name="csY1" fmla="*/ 47773 h 47772"/>
                <a:gd name="csX2" fmla="*/ 7644 w 10510"/>
                <a:gd name="csY2" fmla="*/ 44907 h 47772"/>
                <a:gd name="csX3" fmla="*/ 5255 w 10510"/>
                <a:gd name="csY3" fmla="*/ 42518 h 47772"/>
                <a:gd name="csX4" fmla="*/ 4777 w 10510"/>
                <a:gd name="csY4" fmla="*/ 37741 h 47772"/>
                <a:gd name="csX5" fmla="*/ 4300 w 10510"/>
                <a:gd name="csY5" fmla="*/ 32963 h 47772"/>
                <a:gd name="csX6" fmla="*/ 3344 w 10510"/>
                <a:gd name="csY6" fmla="*/ 28186 h 47772"/>
                <a:gd name="csX7" fmla="*/ 2867 w 10510"/>
                <a:gd name="csY7" fmla="*/ 23409 h 47772"/>
                <a:gd name="csX8" fmla="*/ 2389 w 10510"/>
                <a:gd name="csY8" fmla="*/ 19109 h 47772"/>
                <a:gd name="csX9" fmla="*/ 1911 w 10510"/>
                <a:gd name="csY9" fmla="*/ 14332 h 47772"/>
                <a:gd name="csX10" fmla="*/ 1433 w 10510"/>
                <a:gd name="csY10" fmla="*/ 9555 h 47772"/>
                <a:gd name="csX11" fmla="*/ 956 w 10510"/>
                <a:gd name="csY11" fmla="*/ 4777 h 47772"/>
                <a:gd name="csX12" fmla="*/ 0 w 10510"/>
                <a:gd name="csY12" fmla="*/ 0 h 47772"/>
                <a:gd name="csX13" fmla="*/ 956 w 10510"/>
                <a:gd name="csY13" fmla="*/ 4777 h 47772"/>
                <a:gd name="csX14" fmla="*/ 1433 w 10510"/>
                <a:gd name="csY14" fmla="*/ 9555 h 47772"/>
                <a:gd name="csX15" fmla="*/ 1911 w 10510"/>
                <a:gd name="csY15" fmla="*/ 14332 h 47772"/>
                <a:gd name="csX16" fmla="*/ 2389 w 10510"/>
                <a:gd name="csY16" fmla="*/ 19109 h 47772"/>
                <a:gd name="csX17" fmla="*/ 2867 w 10510"/>
                <a:gd name="csY17" fmla="*/ 23409 h 47772"/>
                <a:gd name="csX18" fmla="*/ 3822 w 10510"/>
                <a:gd name="csY18" fmla="*/ 28186 h 47772"/>
                <a:gd name="csX19" fmla="*/ 4300 w 10510"/>
                <a:gd name="csY19" fmla="*/ 32963 h 47772"/>
                <a:gd name="csX20" fmla="*/ 4777 w 10510"/>
                <a:gd name="csY20" fmla="*/ 37741 h 47772"/>
                <a:gd name="csX21" fmla="*/ 5255 w 10510"/>
                <a:gd name="csY21" fmla="*/ 42518 h 47772"/>
                <a:gd name="csX22" fmla="*/ 7644 w 10510"/>
                <a:gd name="csY22" fmla="*/ 44907 h 47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510" h="47772">
                  <a:moveTo>
                    <a:pt x="7644" y="44907"/>
                  </a:moveTo>
                  <a:lnTo>
                    <a:pt x="10510" y="47773"/>
                  </a:lnTo>
                  <a:lnTo>
                    <a:pt x="7644" y="44907"/>
                  </a:lnTo>
                  <a:lnTo>
                    <a:pt x="5255" y="42518"/>
                  </a:lnTo>
                  <a:lnTo>
                    <a:pt x="4777" y="37741"/>
                  </a:lnTo>
                  <a:lnTo>
                    <a:pt x="4300" y="32963"/>
                  </a:lnTo>
                  <a:lnTo>
                    <a:pt x="3344" y="28186"/>
                  </a:lnTo>
                  <a:lnTo>
                    <a:pt x="2867" y="23409"/>
                  </a:lnTo>
                  <a:lnTo>
                    <a:pt x="2389" y="19109"/>
                  </a:lnTo>
                  <a:lnTo>
                    <a:pt x="1911" y="14332"/>
                  </a:lnTo>
                  <a:lnTo>
                    <a:pt x="1433" y="9555"/>
                  </a:lnTo>
                  <a:lnTo>
                    <a:pt x="956" y="4777"/>
                  </a:lnTo>
                  <a:lnTo>
                    <a:pt x="0" y="0"/>
                  </a:lnTo>
                  <a:lnTo>
                    <a:pt x="956" y="4777"/>
                  </a:lnTo>
                  <a:lnTo>
                    <a:pt x="1433" y="9555"/>
                  </a:lnTo>
                  <a:lnTo>
                    <a:pt x="1911" y="14332"/>
                  </a:lnTo>
                  <a:lnTo>
                    <a:pt x="2389" y="19109"/>
                  </a:lnTo>
                  <a:lnTo>
                    <a:pt x="2867" y="23409"/>
                  </a:lnTo>
                  <a:lnTo>
                    <a:pt x="3822" y="28186"/>
                  </a:lnTo>
                  <a:lnTo>
                    <a:pt x="4300" y="32963"/>
                  </a:lnTo>
                  <a:lnTo>
                    <a:pt x="4777" y="37741"/>
                  </a:lnTo>
                  <a:lnTo>
                    <a:pt x="5255" y="42518"/>
                  </a:lnTo>
                  <a:lnTo>
                    <a:pt x="7644" y="4490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2" name="Freeform 2301">
              <a:extLst>
                <a:ext uri="{FF2B5EF4-FFF2-40B4-BE49-F238E27FC236}">
                  <a16:creationId xmlns:a16="http://schemas.microsoft.com/office/drawing/2014/main" id="{C5590888-93EA-4B3A-A52B-66ACD9AE39D2}"/>
                </a:ext>
              </a:extLst>
            </p:cNvPr>
            <p:cNvSpPr/>
            <p:nvPr/>
          </p:nvSpPr>
          <p:spPr>
            <a:xfrm>
              <a:off x="5774487" y="4440615"/>
              <a:ext cx="1910" cy="10509"/>
            </a:xfrm>
            <a:custGeom>
              <a:avLst/>
              <a:gdLst>
                <a:gd name="csX0" fmla="*/ 1911 w 1910"/>
                <a:gd name="csY0" fmla="*/ 0 h 10509"/>
                <a:gd name="csX1" fmla="*/ 956 w 1910"/>
                <a:gd name="csY1" fmla="*/ 4777 h 10509"/>
                <a:gd name="csX2" fmla="*/ 0 w 1910"/>
                <a:gd name="csY2" fmla="*/ 10510 h 10509"/>
                <a:gd name="csX3" fmla="*/ 0 w 1910"/>
                <a:gd name="csY3" fmla="*/ 10510 h 10509"/>
                <a:gd name="csX4" fmla="*/ 956 w 1910"/>
                <a:gd name="csY4" fmla="*/ 4777 h 10509"/>
                <a:gd name="csX5" fmla="*/ 1911 w 1910"/>
                <a:gd name="csY5" fmla="*/ 0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10509">
                  <a:moveTo>
                    <a:pt x="1911" y="0"/>
                  </a:moveTo>
                  <a:lnTo>
                    <a:pt x="956" y="4777"/>
                  </a:lnTo>
                  <a:lnTo>
                    <a:pt x="0" y="10510"/>
                  </a:lnTo>
                  <a:lnTo>
                    <a:pt x="0" y="10510"/>
                  </a:lnTo>
                  <a:lnTo>
                    <a:pt x="956" y="4777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3" name="Freeform 2302">
              <a:extLst>
                <a:ext uri="{FF2B5EF4-FFF2-40B4-BE49-F238E27FC236}">
                  <a16:creationId xmlns:a16="http://schemas.microsoft.com/office/drawing/2014/main" id="{D99205D5-D9B1-BD38-84F8-BA1869C93CF0}"/>
                </a:ext>
              </a:extLst>
            </p:cNvPr>
            <p:cNvSpPr/>
            <p:nvPr/>
          </p:nvSpPr>
          <p:spPr>
            <a:xfrm>
              <a:off x="5722415" y="3529585"/>
              <a:ext cx="53028" cy="37262"/>
            </a:xfrm>
            <a:custGeom>
              <a:avLst/>
              <a:gdLst>
                <a:gd name="csX0" fmla="*/ 52550 w 53028"/>
                <a:gd name="csY0" fmla="*/ 21498 h 37262"/>
                <a:gd name="csX1" fmla="*/ 53028 w 53028"/>
                <a:gd name="csY1" fmla="*/ 23409 h 37262"/>
                <a:gd name="csX2" fmla="*/ 52550 w 53028"/>
                <a:gd name="csY2" fmla="*/ 25320 h 37262"/>
                <a:gd name="csX3" fmla="*/ 51595 w 53028"/>
                <a:gd name="csY3" fmla="*/ 24364 h 37262"/>
                <a:gd name="csX4" fmla="*/ 50639 w 53028"/>
                <a:gd name="csY4" fmla="*/ 22931 h 37262"/>
                <a:gd name="csX5" fmla="*/ 50162 w 53028"/>
                <a:gd name="csY5" fmla="*/ 22453 h 37262"/>
                <a:gd name="csX6" fmla="*/ 48728 w 53028"/>
                <a:gd name="csY6" fmla="*/ 21975 h 37262"/>
                <a:gd name="csX7" fmla="*/ 49206 w 53028"/>
                <a:gd name="csY7" fmla="*/ 23886 h 37262"/>
                <a:gd name="csX8" fmla="*/ 49206 w 53028"/>
                <a:gd name="csY8" fmla="*/ 27230 h 37262"/>
                <a:gd name="csX9" fmla="*/ 49684 w 53028"/>
                <a:gd name="csY9" fmla="*/ 27230 h 37262"/>
                <a:gd name="csX10" fmla="*/ 51117 w 53028"/>
                <a:gd name="csY10" fmla="*/ 27230 h 37262"/>
                <a:gd name="csX11" fmla="*/ 50162 w 53028"/>
                <a:gd name="csY11" fmla="*/ 30575 h 37262"/>
                <a:gd name="csX12" fmla="*/ 48251 w 53028"/>
                <a:gd name="csY12" fmla="*/ 31052 h 37262"/>
                <a:gd name="csX13" fmla="*/ 45862 w 53028"/>
                <a:gd name="csY13" fmla="*/ 31530 h 37262"/>
                <a:gd name="csX14" fmla="*/ 45384 w 53028"/>
                <a:gd name="csY14" fmla="*/ 32486 h 37262"/>
                <a:gd name="csX15" fmla="*/ 44907 w 53028"/>
                <a:gd name="csY15" fmla="*/ 33919 h 37262"/>
                <a:gd name="csX16" fmla="*/ 43474 w 53028"/>
                <a:gd name="csY16" fmla="*/ 36307 h 37262"/>
                <a:gd name="csX17" fmla="*/ 42040 w 53028"/>
                <a:gd name="csY17" fmla="*/ 37263 h 37262"/>
                <a:gd name="csX18" fmla="*/ 40129 w 53028"/>
                <a:gd name="csY18" fmla="*/ 37263 h 37262"/>
                <a:gd name="csX19" fmla="*/ 38218 w 53028"/>
                <a:gd name="csY19" fmla="*/ 36307 h 37262"/>
                <a:gd name="csX20" fmla="*/ 38218 w 53028"/>
                <a:gd name="csY20" fmla="*/ 36307 h 37262"/>
                <a:gd name="csX21" fmla="*/ 36308 w 53028"/>
                <a:gd name="csY21" fmla="*/ 35830 h 37262"/>
                <a:gd name="csX22" fmla="*/ 35352 w 53028"/>
                <a:gd name="csY22" fmla="*/ 36307 h 37262"/>
                <a:gd name="csX23" fmla="*/ 34397 w 53028"/>
                <a:gd name="csY23" fmla="*/ 36785 h 37262"/>
                <a:gd name="csX24" fmla="*/ 33441 w 53028"/>
                <a:gd name="csY24" fmla="*/ 36785 h 37262"/>
                <a:gd name="csX25" fmla="*/ 31530 w 53028"/>
                <a:gd name="csY25" fmla="*/ 37263 h 37262"/>
                <a:gd name="csX26" fmla="*/ 29619 w 53028"/>
                <a:gd name="csY26" fmla="*/ 37263 h 37262"/>
                <a:gd name="csX27" fmla="*/ 29142 w 53028"/>
                <a:gd name="csY27" fmla="*/ 36307 h 37262"/>
                <a:gd name="csX28" fmla="*/ 29619 w 53028"/>
                <a:gd name="csY28" fmla="*/ 33919 h 37262"/>
                <a:gd name="csX29" fmla="*/ 29142 w 53028"/>
                <a:gd name="csY29" fmla="*/ 32963 h 37262"/>
                <a:gd name="csX30" fmla="*/ 27231 w 53028"/>
                <a:gd name="csY30" fmla="*/ 32963 h 37262"/>
                <a:gd name="csX31" fmla="*/ 26275 w 53028"/>
                <a:gd name="csY31" fmla="*/ 32008 h 37262"/>
                <a:gd name="csX32" fmla="*/ 25320 w 53028"/>
                <a:gd name="csY32" fmla="*/ 30575 h 37262"/>
                <a:gd name="csX33" fmla="*/ 25320 w 53028"/>
                <a:gd name="csY33" fmla="*/ 29619 h 37262"/>
                <a:gd name="csX34" fmla="*/ 24842 w 53028"/>
                <a:gd name="csY34" fmla="*/ 28664 h 37262"/>
                <a:gd name="csX35" fmla="*/ 23886 w 53028"/>
                <a:gd name="csY35" fmla="*/ 27230 h 37262"/>
                <a:gd name="csX36" fmla="*/ 22453 w 53028"/>
                <a:gd name="csY36" fmla="*/ 26275 h 37262"/>
                <a:gd name="csX37" fmla="*/ 21498 w 53028"/>
                <a:gd name="csY37" fmla="*/ 26275 h 37262"/>
                <a:gd name="csX38" fmla="*/ 20065 w 53028"/>
                <a:gd name="csY38" fmla="*/ 27708 h 37262"/>
                <a:gd name="csX39" fmla="*/ 20065 w 53028"/>
                <a:gd name="csY39" fmla="*/ 27708 h 37262"/>
                <a:gd name="csX40" fmla="*/ 18632 w 53028"/>
                <a:gd name="csY40" fmla="*/ 29619 h 37262"/>
                <a:gd name="csX41" fmla="*/ 19109 w 53028"/>
                <a:gd name="csY41" fmla="*/ 30575 h 37262"/>
                <a:gd name="csX42" fmla="*/ 19587 w 53028"/>
                <a:gd name="csY42" fmla="*/ 31530 h 37262"/>
                <a:gd name="csX43" fmla="*/ 18632 w 53028"/>
                <a:gd name="csY43" fmla="*/ 32008 h 37262"/>
                <a:gd name="csX44" fmla="*/ 16243 w 53028"/>
                <a:gd name="csY44" fmla="*/ 33919 h 37262"/>
                <a:gd name="csX45" fmla="*/ 16243 w 53028"/>
                <a:gd name="csY45" fmla="*/ 33919 h 37262"/>
                <a:gd name="csX46" fmla="*/ 16243 w 53028"/>
                <a:gd name="csY46" fmla="*/ 34874 h 37262"/>
                <a:gd name="csX47" fmla="*/ 15287 w 53028"/>
                <a:gd name="csY47" fmla="*/ 35352 h 37262"/>
                <a:gd name="csX48" fmla="*/ 14332 w 53028"/>
                <a:gd name="csY48" fmla="*/ 34874 h 37262"/>
                <a:gd name="csX49" fmla="*/ 11943 w 53028"/>
                <a:gd name="csY49" fmla="*/ 34874 h 37262"/>
                <a:gd name="csX50" fmla="*/ 10510 w 53028"/>
                <a:gd name="csY50" fmla="*/ 34396 h 37262"/>
                <a:gd name="csX51" fmla="*/ 9077 w 53028"/>
                <a:gd name="csY51" fmla="*/ 32963 h 37262"/>
                <a:gd name="csX52" fmla="*/ 5733 w 53028"/>
                <a:gd name="csY52" fmla="*/ 32008 h 37262"/>
                <a:gd name="csX53" fmla="*/ 4777 w 53028"/>
                <a:gd name="csY53" fmla="*/ 30097 h 37262"/>
                <a:gd name="csX54" fmla="*/ 4777 w 53028"/>
                <a:gd name="csY54" fmla="*/ 30097 h 37262"/>
                <a:gd name="csX55" fmla="*/ 4300 w 53028"/>
                <a:gd name="csY55" fmla="*/ 29619 h 37262"/>
                <a:gd name="csX56" fmla="*/ 4300 w 53028"/>
                <a:gd name="csY56" fmla="*/ 29619 h 37262"/>
                <a:gd name="csX57" fmla="*/ 478 w 53028"/>
                <a:gd name="csY57" fmla="*/ 25797 h 37262"/>
                <a:gd name="csX58" fmla="*/ 0 w 53028"/>
                <a:gd name="csY58" fmla="*/ 24842 h 37262"/>
                <a:gd name="csX59" fmla="*/ 478 w 53028"/>
                <a:gd name="csY59" fmla="*/ 23886 h 37262"/>
                <a:gd name="csX60" fmla="*/ 1911 w 53028"/>
                <a:gd name="csY60" fmla="*/ 22931 h 37262"/>
                <a:gd name="csX61" fmla="*/ 6688 w 53028"/>
                <a:gd name="csY61" fmla="*/ 21020 h 37262"/>
                <a:gd name="csX62" fmla="*/ 7644 w 53028"/>
                <a:gd name="csY62" fmla="*/ 20542 h 37262"/>
                <a:gd name="csX63" fmla="*/ 7644 w 53028"/>
                <a:gd name="csY63" fmla="*/ 20542 h 37262"/>
                <a:gd name="csX64" fmla="*/ 7644 w 53028"/>
                <a:gd name="csY64" fmla="*/ 19587 h 37262"/>
                <a:gd name="csX65" fmla="*/ 6210 w 53028"/>
                <a:gd name="csY65" fmla="*/ 19109 h 37262"/>
                <a:gd name="csX66" fmla="*/ 6210 w 53028"/>
                <a:gd name="csY66" fmla="*/ 19109 h 37262"/>
                <a:gd name="csX67" fmla="*/ 4777 w 53028"/>
                <a:gd name="csY67" fmla="*/ 18154 h 37262"/>
                <a:gd name="csX68" fmla="*/ 4300 w 53028"/>
                <a:gd name="csY68" fmla="*/ 17676 h 37262"/>
                <a:gd name="csX69" fmla="*/ 4300 w 53028"/>
                <a:gd name="csY69" fmla="*/ 17198 h 37262"/>
                <a:gd name="csX70" fmla="*/ 5255 w 53028"/>
                <a:gd name="csY70" fmla="*/ 16721 h 37262"/>
                <a:gd name="csX71" fmla="*/ 6688 w 53028"/>
                <a:gd name="csY71" fmla="*/ 16721 h 37262"/>
                <a:gd name="csX72" fmla="*/ 6688 w 53028"/>
                <a:gd name="csY72" fmla="*/ 16721 h 37262"/>
                <a:gd name="csX73" fmla="*/ 8121 w 53028"/>
                <a:gd name="csY73" fmla="*/ 16721 h 37262"/>
                <a:gd name="csX74" fmla="*/ 8599 w 53028"/>
                <a:gd name="csY74" fmla="*/ 16243 h 37262"/>
                <a:gd name="csX75" fmla="*/ 10510 w 53028"/>
                <a:gd name="csY75" fmla="*/ 15765 h 37262"/>
                <a:gd name="csX76" fmla="*/ 10988 w 53028"/>
                <a:gd name="csY76" fmla="*/ 15287 h 37262"/>
                <a:gd name="csX77" fmla="*/ 11466 w 53028"/>
                <a:gd name="csY77" fmla="*/ 14809 h 37262"/>
                <a:gd name="csX78" fmla="*/ 11466 w 53028"/>
                <a:gd name="csY78" fmla="*/ 14809 h 37262"/>
                <a:gd name="csX79" fmla="*/ 12421 w 53028"/>
                <a:gd name="csY79" fmla="*/ 12899 h 37262"/>
                <a:gd name="csX80" fmla="*/ 13376 w 53028"/>
                <a:gd name="csY80" fmla="*/ 11465 h 37262"/>
                <a:gd name="csX81" fmla="*/ 13854 w 53028"/>
                <a:gd name="csY81" fmla="*/ 10510 h 37262"/>
                <a:gd name="csX82" fmla="*/ 14332 w 53028"/>
                <a:gd name="csY82" fmla="*/ 7644 h 37262"/>
                <a:gd name="csX83" fmla="*/ 15287 w 53028"/>
                <a:gd name="csY83" fmla="*/ 6688 h 37262"/>
                <a:gd name="csX84" fmla="*/ 18154 w 53028"/>
                <a:gd name="csY84" fmla="*/ 4777 h 37262"/>
                <a:gd name="csX85" fmla="*/ 19109 w 53028"/>
                <a:gd name="csY85" fmla="*/ 5733 h 37262"/>
                <a:gd name="csX86" fmla="*/ 20542 w 53028"/>
                <a:gd name="csY86" fmla="*/ 6210 h 37262"/>
                <a:gd name="csX87" fmla="*/ 21976 w 53028"/>
                <a:gd name="csY87" fmla="*/ 5255 h 37262"/>
                <a:gd name="csX88" fmla="*/ 23409 w 53028"/>
                <a:gd name="csY88" fmla="*/ 1911 h 37262"/>
                <a:gd name="csX89" fmla="*/ 24842 w 53028"/>
                <a:gd name="csY89" fmla="*/ 1433 h 37262"/>
                <a:gd name="csX90" fmla="*/ 25798 w 53028"/>
                <a:gd name="csY90" fmla="*/ 1911 h 37262"/>
                <a:gd name="csX91" fmla="*/ 28664 w 53028"/>
                <a:gd name="csY91" fmla="*/ 1433 h 37262"/>
                <a:gd name="csX92" fmla="*/ 32963 w 53028"/>
                <a:gd name="csY92" fmla="*/ 0 h 37262"/>
                <a:gd name="csX93" fmla="*/ 34874 w 53028"/>
                <a:gd name="csY93" fmla="*/ 0 h 37262"/>
                <a:gd name="csX94" fmla="*/ 37741 w 53028"/>
                <a:gd name="csY94" fmla="*/ 955 h 37262"/>
                <a:gd name="csX95" fmla="*/ 39651 w 53028"/>
                <a:gd name="csY95" fmla="*/ 955 h 37262"/>
                <a:gd name="csX96" fmla="*/ 41563 w 53028"/>
                <a:gd name="csY96" fmla="*/ 2866 h 37262"/>
                <a:gd name="csX97" fmla="*/ 42518 w 53028"/>
                <a:gd name="csY97" fmla="*/ 6688 h 37262"/>
                <a:gd name="csX98" fmla="*/ 44907 w 53028"/>
                <a:gd name="csY98" fmla="*/ 10510 h 37262"/>
                <a:gd name="csX99" fmla="*/ 47773 w 53028"/>
                <a:gd name="csY99" fmla="*/ 13376 h 37262"/>
                <a:gd name="csX100" fmla="*/ 48251 w 53028"/>
                <a:gd name="csY100" fmla="*/ 15287 h 37262"/>
                <a:gd name="csX101" fmla="*/ 46817 w 53028"/>
                <a:gd name="csY101" fmla="*/ 16243 h 37262"/>
                <a:gd name="csX102" fmla="*/ 44907 w 53028"/>
                <a:gd name="csY102" fmla="*/ 17676 h 37262"/>
                <a:gd name="csX103" fmla="*/ 44907 w 53028"/>
                <a:gd name="csY103" fmla="*/ 19109 h 37262"/>
                <a:gd name="csX104" fmla="*/ 46340 w 53028"/>
                <a:gd name="csY104" fmla="*/ 18154 h 37262"/>
                <a:gd name="csX105" fmla="*/ 47773 w 53028"/>
                <a:gd name="csY105" fmla="*/ 18154 h 37262"/>
                <a:gd name="csX106" fmla="*/ 50639 w 53028"/>
                <a:gd name="csY106" fmla="*/ 18154 h 37262"/>
                <a:gd name="csX107" fmla="*/ 51595 w 53028"/>
                <a:gd name="csY107" fmla="*/ 19587 h 37262"/>
                <a:gd name="csX108" fmla="*/ 52550 w 53028"/>
                <a:gd name="csY108" fmla="*/ 21498 h 37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</a:cxnLst>
              <a:rect l="l" t="t" r="r" b="b"/>
              <a:pathLst>
                <a:path w="53028" h="37262">
                  <a:moveTo>
                    <a:pt x="52550" y="21498"/>
                  </a:moveTo>
                  <a:lnTo>
                    <a:pt x="53028" y="23409"/>
                  </a:lnTo>
                  <a:lnTo>
                    <a:pt x="52550" y="25320"/>
                  </a:lnTo>
                  <a:lnTo>
                    <a:pt x="51595" y="24364"/>
                  </a:lnTo>
                  <a:lnTo>
                    <a:pt x="50639" y="22931"/>
                  </a:lnTo>
                  <a:lnTo>
                    <a:pt x="50162" y="22453"/>
                  </a:lnTo>
                  <a:lnTo>
                    <a:pt x="48728" y="21975"/>
                  </a:lnTo>
                  <a:lnTo>
                    <a:pt x="49206" y="23886"/>
                  </a:lnTo>
                  <a:lnTo>
                    <a:pt x="49206" y="27230"/>
                  </a:lnTo>
                  <a:lnTo>
                    <a:pt x="49684" y="27230"/>
                  </a:lnTo>
                  <a:lnTo>
                    <a:pt x="51117" y="27230"/>
                  </a:lnTo>
                  <a:lnTo>
                    <a:pt x="50162" y="30575"/>
                  </a:lnTo>
                  <a:lnTo>
                    <a:pt x="48251" y="31052"/>
                  </a:lnTo>
                  <a:lnTo>
                    <a:pt x="45862" y="31530"/>
                  </a:lnTo>
                  <a:lnTo>
                    <a:pt x="45384" y="32486"/>
                  </a:lnTo>
                  <a:lnTo>
                    <a:pt x="44907" y="33919"/>
                  </a:lnTo>
                  <a:lnTo>
                    <a:pt x="43474" y="36307"/>
                  </a:lnTo>
                  <a:lnTo>
                    <a:pt x="42040" y="37263"/>
                  </a:lnTo>
                  <a:lnTo>
                    <a:pt x="40129" y="37263"/>
                  </a:lnTo>
                  <a:lnTo>
                    <a:pt x="38218" y="36307"/>
                  </a:lnTo>
                  <a:lnTo>
                    <a:pt x="38218" y="36307"/>
                  </a:lnTo>
                  <a:lnTo>
                    <a:pt x="36308" y="35830"/>
                  </a:lnTo>
                  <a:lnTo>
                    <a:pt x="35352" y="36307"/>
                  </a:lnTo>
                  <a:lnTo>
                    <a:pt x="34397" y="36785"/>
                  </a:lnTo>
                  <a:lnTo>
                    <a:pt x="33441" y="36785"/>
                  </a:lnTo>
                  <a:lnTo>
                    <a:pt x="31530" y="37263"/>
                  </a:lnTo>
                  <a:lnTo>
                    <a:pt x="29619" y="37263"/>
                  </a:lnTo>
                  <a:lnTo>
                    <a:pt x="29142" y="36307"/>
                  </a:lnTo>
                  <a:lnTo>
                    <a:pt x="29619" y="33919"/>
                  </a:lnTo>
                  <a:lnTo>
                    <a:pt x="29142" y="32963"/>
                  </a:lnTo>
                  <a:lnTo>
                    <a:pt x="27231" y="32963"/>
                  </a:lnTo>
                  <a:lnTo>
                    <a:pt x="26275" y="32008"/>
                  </a:lnTo>
                  <a:lnTo>
                    <a:pt x="25320" y="30575"/>
                  </a:lnTo>
                  <a:lnTo>
                    <a:pt x="25320" y="29619"/>
                  </a:lnTo>
                  <a:lnTo>
                    <a:pt x="24842" y="28664"/>
                  </a:lnTo>
                  <a:lnTo>
                    <a:pt x="23886" y="27230"/>
                  </a:lnTo>
                  <a:lnTo>
                    <a:pt x="22453" y="26275"/>
                  </a:lnTo>
                  <a:lnTo>
                    <a:pt x="21498" y="26275"/>
                  </a:lnTo>
                  <a:lnTo>
                    <a:pt x="20065" y="27708"/>
                  </a:lnTo>
                  <a:lnTo>
                    <a:pt x="20065" y="27708"/>
                  </a:lnTo>
                  <a:lnTo>
                    <a:pt x="18632" y="29619"/>
                  </a:lnTo>
                  <a:lnTo>
                    <a:pt x="19109" y="30575"/>
                  </a:lnTo>
                  <a:lnTo>
                    <a:pt x="19587" y="31530"/>
                  </a:lnTo>
                  <a:lnTo>
                    <a:pt x="18632" y="32008"/>
                  </a:lnTo>
                  <a:lnTo>
                    <a:pt x="16243" y="33919"/>
                  </a:lnTo>
                  <a:lnTo>
                    <a:pt x="16243" y="33919"/>
                  </a:lnTo>
                  <a:lnTo>
                    <a:pt x="16243" y="34874"/>
                  </a:lnTo>
                  <a:lnTo>
                    <a:pt x="15287" y="35352"/>
                  </a:lnTo>
                  <a:lnTo>
                    <a:pt x="14332" y="34874"/>
                  </a:lnTo>
                  <a:lnTo>
                    <a:pt x="11943" y="34874"/>
                  </a:lnTo>
                  <a:lnTo>
                    <a:pt x="10510" y="34396"/>
                  </a:lnTo>
                  <a:lnTo>
                    <a:pt x="9077" y="32963"/>
                  </a:lnTo>
                  <a:lnTo>
                    <a:pt x="5733" y="32008"/>
                  </a:lnTo>
                  <a:lnTo>
                    <a:pt x="4777" y="30097"/>
                  </a:lnTo>
                  <a:lnTo>
                    <a:pt x="4777" y="30097"/>
                  </a:lnTo>
                  <a:lnTo>
                    <a:pt x="4300" y="29619"/>
                  </a:lnTo>
                  <a:lnTo>
                    <a:pt x="4300" y="29619"/>
                  </a:lnTo>
                  <a:lnTo>
                    <a:pt x="478" y="25797"/>
                  </a:lnTo>
                  <a:lnTo>
                    <a:pt x="0" y="24842"/>
                  </a:lnTo>
                  <a:lnTo>
                    <a:pt x="478" y="23886"/>
                  </a:lnTo>
                  <a:lnTo>
                    <a:pt x="1911" y="22931"/>
                  </a:lnTo>
                  <a:lnTo>
                    <a:pt x="6688" y="21020"/>
                  </a:lnTo>
                  <a:lnTo>
                    <a:pt x="7644" y="20542"/>
                  </a:lnTo>
                  <a:lnTo>
                    <a:pt x="7644" y="20542"/>
                  </a:lnTo>
                  <a:lnTo>
                    <a:pt x="7644" y="19587"/>
                  </a:lnTo>
                  <a:lnTo>
                    <a:pt x="6210" y="19109"/>
                  </a:lnTo>
                  <a:lnTo>
                    <a:pt x="6210" y="19109"/>
                  </a:lnTo>
                  <a:lnTo>
                    <a:pt x="4777" y="18154"/>
                  </a:lnTo>
                  <a:lnTo>
                    <a:pt x="4300" y="17676"/>
                  </a:lnTo>
                  <a:lnTo>
                    <a:pt x="4300" y="17198"/>
                  </a:lnTo>
                  <a:lnTo>
                    <a:pt x="5255" y="16721"/>
                  </a:lnTo>
                  <a:lnTo>
                    <a:pt x="6688" y="16721"/>
                  </a:lnTo>
                  <a:lnTo>
                    <a:pt x="6688" y="16721"/>
                  </a:lnTo>
                  <a:lnTo>
                    <a:pt x="8121" y="16721"/>
                  </a:lnTo>
                  <a:lnTo>
                    <a:pt x="8599" y="16243"/>
                  </a:lnTo>
                  <a:lnTo>
                    <a:pt x="10510" y="15765"/>
                  </a:lnTo>
                  <a:lnTo>
                    <a:pt x="10988" y="15287"/>
                  </a:lnTo>
                  <a:lnTo>
                    <a:pt x="11466" y="14809"/>
                  </a:lnTo>
                  <a:lnTo>
                    <a:pt x="11466" y="14809"/>
                  </a:lnTo>
                  <a:lnTo>
                    <a:pt x="12421" y="12899"/>
                  </a:lnTo>
                  <a:lnTo>
                    <a:pt x="13376" y="11465"/>
                  </a:lnTo>
                  <a:lnTo>
                    <a:pt x="13854" y="10510"/>
                  </a:lnTo>
                  <a:lnTo>
                    <a:pt x="14332" y="7644"/>
                  </a:lnTo>
                  <a:lnTo>
                    <a:pt x="15287" y="6688"/>
                  </a:lnTo>
                  <a:lnTo>
                    <a:pt x="18154" y="4777"/>
                  </a:lnTo>
                  <a:lnTo>
                    <a:pt x="19109" y="5733"/>
                  </a:lnTo>
                  <a:lnTo>
                    <a:pt x="20542" y="6210"/>
                  </a:lnTo>
                  <a:lnTo>
                    <a:pt x="21976" y="5255"/>
                  </a:lnTo>
                  <a:lnTo>
                    <a:pt x="23409" y="1911"/>
                  </a:lnTo>
                  <a:lnTo>
                    <a:pt x="24842" y="1433"/>
                  </a:lnTo>
                  <a:lnTo>
                    <a:pt x="25798" y="1911"/>
                  </a:lnTo>
                  <a:lnTo>
                    <a:pt x="28664" y="1433"/>
                  </a:lnTo>
                  <a:lnTo>
                    <a:pt x="32963" y="0"/>
                  </a:lnTo>
                  <a:lnTo>
                    <a:pt x="34874" y="0"/>
                  </a:lnTo>
                  <a:lnTo>
                    <a:pt x="37741" y="955"/>
                  </a:lnTo>
                  <a:lnTo>
                    <a:pt x="39651" y="955"/>
                  </a:lnTo>
                  <a:lnTo>
                    <a:pt x="41563" y="2866"/>
                  </a:lnTo>
                  <a:lnTo>
                    <a:pt x="42518" y="6688"/>
                  </a:lnTo>
                  <a:lnTo>
                    <a:pt x="44907" y="10510"/>
                  </a:lnTo>
                  <a:lnTo>
                    <a:pt x="47773" y="13376"/>
                  </a:lnTo>
                  <a:lnTo>
                    <a:pt x="48251" y="15287"/>
                  </a:lnTo>
                  <a:lnTo>
                    <a:pt x="46817" y="16243"/>
                  </a:lnTo>
                  <a:lnTo>
                    <a:pt x="44907" y="17676"/>
                  </a:lnTo>
                  <a:lnTo>
                    <a:pt x="44907" y="19109"/>
                  </a:lnTo>
                  <a:lnTo>
                    <a:pt x="46340" y="18154"/>
                  </a:lnTo>
                  <a:lnTo>
                    <a:pt x="47773" y="18154"/>
                  </a:lnTo>
                  <a:lnTo>
                    <a:pt x="50639" y="18154"/>
                  </a:lnTo>
                  <a:lnTo>
                    <a:pt x="51595" y="19587"/>
                  </a:lnTo>
                  <a:lnTo>
                    <a:pt x="52550" y="214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4" name="Freeform 2303">
              <a:extLst>
                <a:ext uri="{FF2B5EF4-FFF2-40B4-BE49-F238E27FC236}">
                  <a16:creationId xmlns:a16="http://schemas.microsoft.com/office/drawing/2014/main" id="{A7163257-23F6-EF3C-5E35-6FD44DC7386B}"/>
                </a:ext>
              </a:extLst>
            </p:cNvPr>
            <p:cNvSpPr/>
            <p:nvPr/>
          </p:nvSpPr>
          <p:spPr>
            <a:xfrm>
              <a:off x="5769232" y="5025833"/>
              <a:ext cx="2388" cy="1910"/>
            </a:xfrm>
            <a:custGeom>
              <a:avLst/>
              <a:gdLst>
                <a:gd name="csX0" fmla="*/ 2389 w 2388"/>
                <a:gd name="csY0" fmla="*/ 0 h 1910"/>
                <a:gd name="csX1" fmla="*/ 2389 w 2388"/>
                <a:gd name="csY1" fmla="*/ 955 h 1910"/>
                <a:gd name="csX2" fmla="*/ 1433 w 2388"/>
                <a:gd name="csY2" fmla="*/ 1911 h 1910"/>
                <a:gd name="csX3" fmla="*/ 0 w 2388"/>
                <a:gd name="csY3" fmla="*/ 1911 h 1910"/>
                <a:gd name="csX4" fmla="*/ 0 w 2388"/>
                <a:gd name="csY4" fmla="*/ 955 h 1910"/>
                <a:gd name="csX5" fmla="*/ 1433 w 2388"/>
                <a:gd name="csY5" fmla="*/ 0 h 1910"/>
                <a:gd name="csX6" fmla="*/ 2389 w 2388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910">
                  <a:moveTo>
                    <a:pt x="2389" y="0"/>
                  </a:moveTo>
                  <a:lnTo>
                    <a:pt x="2389" y="955"/>
                  </a:lnTo>
                  <a:lnTo>
                    <a:pt x="1433" y="1911"/>
                  </a:lnTo>
                  <a:lnTo>
                    <a:pt x="0" y="1911"/>
                  </a:lnTo>
                  <a:lnTo>
                    <a:pt x="0" y="955"/>
                  </a:lnTo>
                  <a:lnTo>
                    <a:pt x="1433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5" name="Freeform 2304">
              <a:extLst>
                <a:ext uri="{FF2B5EF4-FFF2-40B4-BE49-F238E27FC236}">
                  <a16:creationId xmlns:a16="http://schemas.microsoft.com/office/drawing/2014/main" id="{54DA902D-51B3-E894-2DAB-D1410AAD7D0B}"/>
                </a:ext>
              </a:extLst>
            </p:cNvPr>
            <p:cNvSpPr/>
            <p:nvPr/>
          </p:nvSpPr>
          <p:spPr>
            <a:xfrm>
              <a:off x="5749645" y="3449804"/>
              <a:ext cx="21497" cy="21020"/>
            </a:xfrm>
            <a:custGeom>
              <a:avLst/>
              <a:gdLst>
                <a:gd name="csX0" fmla="*/ 21498 w 21497"/>
                <a:gd name="csY0" fmla="*/ 13854 h 21020"/>
                <a:gd name="csX1" fmla="*/ 21498 w 21497"/>
                <a:gd name="csY1" fmla="*/ 14810 h 21020"/>
                <a:gd name="csX2" fmla="*/ 21020 w 21497"/>
                <a:gd name="csY2" fmla="*/ 15765 h 21020"/>
                <a:gd name="csX3" fmla="*/ 19109 w 21497"/>
                <a:gd name="csY3" fmla="*/ 17676 h 21020"/>
                <a:gd name="csX4" fmla="*/ 16721 w 21497"/>
                <a:gd name="csY4" fmla="*/ 20542 h 21020"/>
                <a:gd name="csX5" fmla="*/ 16243 w 21497"/>
                <a:gd name="csY5" fmla="*/ 21020 h 21020"/>
                <a:gd name="csX6" fmla="*/ 15287 w 21497"/>
                <a:gd name="csY6" fmla="*/ 21020 h 21020"/>
                <a:gd name="csX7" fmla="*/ 14809 w 21497"/>
                <a:gd name="csY7" fmla="*/ 20542 h 21020"/>
                <a:gd name="csX8" fmla="*/ 14332 w 21497"/>
                <a:gd name="csY8" fmla="*/ 15765 h 21020"/>
                <a:gd name="csX9" fmla="*/ 11943 w 21497"/>
                <a:gd name="csY9" fmla="*/ 16243 h 21020"/>
                <a:gd name="csX10" fmla="*/ 10032 w 21497"/>
                <a:gd name="csY10" fmla="*/ 16243 h 21020"/>
                <a:gd name="csX11" fmla="*/ 8599 w 21497"/>
                <a:gd name="csY11" fmla="*/ 15765 h 21020"/>
                <a:gd name="csX12" fmla="*/ 8121 w 21497"/>
                <a:gd name="csY12" fmla="*/ 14332 h 21020"/>
                <a:gd name="csX13" fmla="*/ 6210 w 21497"/>
                <a:gd name="csY13" fmla="*/ 11465 h 21020"/>
                <a:gd name="csX14" fmla="*/ 1911 w 21497"/>
                <a:gd name="csY14" fmla="*/ 10510 h 21020"/>
                <a:gd name="csX15" fmla="*/ 478 w 21497"/>
                <a:gd name="csY15" fmla="*/ 8599 h 21020"/>
                <a:gd name="csX16" fmla="*/ 0 w 21497"/>
                <a:gd name="csY16" fmla="*/ 7644 h 21020"/>
                <a:gd name="csX17" fmla="*/ 0 w 21497"/>
                <a:gd name="csY17" fmla="*/ 7166 h 21020"/>
                <a:gd name="csX18" fmla="*/ 956 w 21497"/>
                <a:gd name="csY18" fmla="*/ 5733 h 21020"/>
                <a:gd name="csX19" fmla="*/ 2389 w 21497"/>
                <a:gd name="csY19" fmla="*/ 6210 h 21020"/>
                <a:gd name="csX20" fmla="*/ 2866 w 21497"/>
                <a:gd name="csY20" fmla="*/ 6210 h 21020"/>
                <a:gd name="csX21" fmla="*/ 3344 w 21497"/>
                <a:gd name="csY21" fmla="*/ 5255 h 21020"/>
                <a:gd name="csX22" fmla="*/ 3344 w 21497"/>
                <a:gd name="csY22" fmla="*/ 4777 h 21020"/>
                <a:gd name="csX23" fmla="*/ 2866 w 21497"/>
                <a:gd name="csY23" fmla="*/ 3822 h 21020"/>
                <a:gd name="csX24" fmla="*/ 2866 w 21497"/>
                <a:gd name="csY24" fmla="*/ 3344 h 21020"/>
                <a:gd name="csX25" fmla="*/ 7644 w 21497"/>
                <a:gd name="csY25" fmla="*/ 2389 h 21020"/>
                <a:gd name="csX26" fmla="*/ 8121 w 21497"/>
                <a:gd name="csY26" fmla="*/ 0 h 21020"/>
                <a:gd name="csX27" fmla="*/ 9077 w 21497"/>
                <a:gd name="csY27" fmla="*/ 0 h 21020"/>
                <a:gd name="csX28" fmla="*/ 10032 w 21497"/>
                <a:gd name="csY28" fmla="*/ 478 h 21020"/>
                <a:gd name="csX29" fmla="*/ 11943 w 21497"/>
                <a:gd name="csY29" fmla="*/ 2866 h 21020"/>
                <a:gd name="csX30" fmla="*/ 12421 w 21497"/>
                <a:gd name="csY30" fmla="*/ 5255 h 21020"/>
                <a:gd name="csX31" fmla="*/ 12421 w 21497"/>
                <a:gd name="csY31" fmla="*/ 7166 h 21020"/>
                <a:gd name="csX32" fmla="*/ 11943 w 21497"/>
                <a:gd name="csY32" fmla="*/ 8599 h 21020"/>
                <a:gd name="csX33" fmla="*/ 12421 w 21497"/>
                <a:gd name="csY33" fmla="*/ 10510 h 21020"/>
                <a:gd name="csX34" fmla="*/ 12421 w 21497"/>
                <a:gd name="csY34" fmla="*/ 11943 h 21020"/>
                <a:gd name="csX35" fmla="*/ 13376 w 21497"/>
                <a:gd name="csY35" fmla="*/ 12421 h 21020"/>
                <a:gd name="csX36" fmla="*/ 13854 w 21497"/>
                <a:gd name="csY36" fmla="*/ 12899 h 21020"/>
                <a:gd name="csX37" fmla="*/ 17676 w 21497"/>
                <a:gd name="csY37" fmla="*/ 13854 h 21020"/>
                <a:gd name="csX38" fmla="*/ 21020 w 21497"/>
                <a:gd name="csY38" fmla="*/ 13376 h 21020"/>
                <a:gd name="csX39" fmla="*/ 21498 w 21497"/>
                <a:gd name="csY39" fmla="*/ 13854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1497" h="21020">
                  <a:moveTo>
                    <a:pt x="21498" y="13854"/>
                  </a:moveTo>
                  <a:lnTo>
                    <a:pt x="21498" y="14810"/>
                  </a:lnTo>
                  <a:lnTo>
                    <a:pt x="21020" y="15765"/>
                  </a:lnTo>
                  <a:lnTo>
                    <a:pt x="19109" y="17676"/>
                  </a:lnTo>
                  <a:lnTo>
                    <a:pt x="16721" y="20542"/>
                  </a:lnTo>
                  <a:lnTo>
                    <a:pt x="16243" y="21020"/>
                  </a:lnTo>
                  <a:lnTo>
                    <a:pt x="15287" y="21020"/>
                  </a:lnTo>
                  <a:lnTo>
                    <a:pt x="14809" y="20542"/>
                  </a:lnTo>
                  <a:lnTo>
                    <a:pt x="14332" y="15765"/>
                  </a:lnTo>
                  <a:lnTo>
                    <a:pt x="11943" y="16243"/>
                  </a:lnTo>
                  <a:lnTo>
                    <a:pt x="10032" y="16243"/>
                  </a:lnTo>
                  <a:lnTo>
                    <a:pt x="8599" y="15765"/>
                  </a:lnTo>
                  <a:lnTo>
                    <a:pt x="8121" y="14332"/>
                  </a:lnTo>
                  <a:lnTo>
                    <a:pt x="6210" y="11465"/>
                  </a:lnTo>
                  <a:lnTo>
                    <a:pt x="1911" y="10510"/>
                  </a:lnTo>
                  <a:lnTo>
                    <a:pt x="478" y="8599"/>
                  </a:lnTo>
                  <a:lnTo>
                    <a:pt x="0" y="7644"/>
                  </a:lnTo>
                  <a:lnTo>
                    <a:pt x="0" y="7166"/>
                  </a:lnTo>
                  <a:lnTo>
                    <a:pt x="956" y="5733"/>
                  </a:lnTo>
                  <a:lnTo>
                    <a:pt x="2389" y="6210"/>
                  </a:lnTo>
                  <a:lnTo>
                    <a:pt x="2866" y="6210"/>
                  </a:lnTo>
                  <a:lnTo>
                    <a:pt x="3344" y="5255"/>
                  </a:lnTo>
                  <a:lnTo>
                    <a:pt x="3344" y="4777"/>
                  </a:lnTo>
                  <a:lnTo>
                    <a:pt x="2866" y="3822"/>
                  </a:lnTo>
                  <a:lnTo>
                    <a:pt x="2866" y="3344"/>
                  </a:lnTo>
                  <a:lnTo>
                    <a:pt x="7644" y="2389"/>
                  </a:lnTo>
                  <a:lnTo>
                    <a:pt x="8121" y="0"/>
                  </a:lnTo>
                  <a:lnTo>
                    <a:pt x="9077" y="0"/>
                  </a:lnTo>
                  <a:lnTo>
                    <a:pt x="10032" y="478"/>
                  </a:lnTo>
                  <a:lnTo>
                    <a:pt x="11943" y="2866"/>
                  </a:lnTo>
                  <a:lnTo>
                    <a:pt x="12421" y="5255"/>
                  </a:lnTo>
                  <a:lnTo>
                    <a:pt x="12421" y="7166"/>
                  </a:lnTo>
                  <a:lnTo>
                    <a:pt x="11943" y="8599"/>
                  </a:lnTo>
                  <a:lnTo>
                    <a:pt x="12421" y="10510"/>
                  </a:lnTo>
                  <a:lnTo>
                    <a:pt x="12421" y="11943"/>
                  </a:lnTo>
                  <a:lnTo>
                    <a:pt x="13376" y="12421"/>
                  </a:lnTo>
                  <a:lnTo>
                    <a:pt x="13854" y="12899"/>
                  </a:lnTo>
                  <a:lnTo>
                    <a:pt x="17676" y="13854"/>
                  </a:lnTo>
                  <a:lnTo>
                    <a:pt x="21020" y="13376"/>
                  </a:lnTo>
                  <a:lnTo>
                    <a:pt x="21498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6" name="Freeform 2305">
              <a:extLst>
                <a:ext uri="{FF2B5EF4-FFF2-40B4-BE49-F238E27FC236}">
                  <a16:creationId xmlns:a16="http://schemas.microsoft.com/office/drawing/2014/main" id="{B1368D8B-5F43-648F-4C50-205804983008}"/>
                </a:ext>
              </a:extLst>
            </p:cNvPr>
            <p:cNvSpPr/>
            <p:nvPr/>
          </p:nvSpPr>
          <p:spPr>
            <a:xfrm>
              <a:off x="5763499" y="3501398"/>
              <a:ext cx="6688" cy="10032"/>
            </a:xfrm>
            <a:custGeom>
              <a:avLst/>
              <a:gdLst>
                <a:gd name="csX0" fmla="*/ 6688 w 6688"/>
                <a:gd name="csY0" fmla="*/ 0 h 10032"/>
                <a:gd name="csX1" fmla="*/ 5255 w 6688"/>
                <a:gd name="csY1" fmla="*/ 3344 h 10032"/>
                <a:gd name="csX2" fmla="*/ 1911 w 6688"/>
                <a:gd name="csY2" fmla="*/ 9555 h 10032"/>
                <a:gd name="csX3" fmla="*/ 1433 w 6688"/>
                <a:gd name="csY3" fmla="*/ 10032 h 10032"/>
                <a:gd name="csX4" fmla="*/ 478 w 6688"/>
                <a:gd name="csY4" fmla="*/ 10032 h 10032"/>
                <a:gd name="csX5" fmla="*/ 0 w 6688"/>
                <a:gd name="csY5" fmla="*/ 9555 h 10032"/>
                <a:gd name="csX6" fmla="*/ 0 w 6688"/>
                <a:gd name="csY6" fmla="*/ 8599 h 10032"/>
                <a:gd name="csX7" fmla="*/ 0 w 6688"/>
                <a:gd name="csY7" fmla="*/ 7166 h 10032"/>
                <a:gd name="csX8" fmla="*/ 478 w 6688"/>
                <a:gd name="csY8" fmla="*/ 6211 h 10032"/>
                <a:gd name="csX9" fmla="*/ 2866 w 6688"/>
                <a:gd name="csY9" fmla="*/ 4777 h 10032"/>
                <a:gd name="csX10" fmla="*/ 1911 w 6688"/>
                <a:gd name="csY10" fmla="*/ 3822 h 10032"/>
                <a:gd name="csX11" fmla="*/ 1911 w 6688"/>
                <a:gd name="csY11" fmla="*/ 3822 h 10032"/>
                <a:gd name="csX12" fmla="*/ 2389 w 6688"/>
                <a:gd name="csY12" fmla="*/ 2389 h 10032"/>
                <a:gd name="csX13" fmla="*/ 5255 w 6688"/>
                <a:gd name="csY13" fmla="*/ 0 h 10032"/>
                <a:gd name="csX14" fmla="*/ 5733 w 6688"/>
                <a:gd name="csY14" fmla="*/ 0 h 10032"/>
                <a:gd name="csX15" fmla="*/ 6688 w 6688"/>
                <a:gd name="csY15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688" h="10032">
                  <a:moveTo>
                    <a:pt x="6688" y="0"/>
                  </a:moveTo>
                  <a:lnTo>
                    <a:pt x="5255" y="3344"/>
                  </a:lnTo>
                  <a:lnTo>
                    <a:pt x="1911" y="9555"/>
                  </a:lnTo>
                  <a:lnTo>
                    <a:pt x="1433" y="10032"/>
                  </a:lnTo>
                  <a:lnTo>
                    <a:pt x="478" y="10032"/>
                  </a:lnTo>
                  <a:lnTo>
                    <a:pt x="0" y="9555"/>
                  </a:lnTo>
                  <a:lnTo>
                    <a:pt x="0" y="8599"/>
                  </a:lnTo>
                  <a:lnTo>
                    <a:pt x="0" y="7166"/>
                  </a:lnTo>
                  <a:lnTo>
                    <a:pt x="478" y="6211"/>
                  </a:lnTo>
                  <a:lnTo>
                    <a:pt x="2866" y="4777"/>
                  </a:lnTo>
                  <a:lnTo>
                    <a:pt x="1911" y="3822"/>
                  </a:lnTo>
                  <a:lnTo>
                    <a:pt x="1911" y="3822"/>
                  </a:lnTo>
                  <a:lnTo>
                    <a:pt x="2389" y="2389"/>
                  </a:lnTo>
                  <a:lnTo>
                    <a:pt x="5255" y="0"/>
                  </a:lnTo>
                  <a:lnTo>
                    <a:pt x="5733" y="0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7" name="Freeform 2306">
              <a:extLst>
                <a:ext uri="{FF2B5EF4-FFF2-40B4-BE49-F238E27FC236}">
                  <a16:creationId xmlns:a16="http://schemas.microsoft.com/office/drawing/2014/main" id="{8C954916-E1ED-21A9-A9C0-91BF6F66A038}"/>
                </a:ext>
              </a:extLst>
            </p:cNvPr>
            <p:cNvSpPr/>
            <p:nvPr/>
          </p:nvSpPr>
          <p:spPr>
            <a:xfrm>
              <a:off x="5758244" y="3483723"/>
              <a:ext cx="11465" cy="11943"/>
            </a:xfrm>
            <a:custGeom>
              <a:avLst/>
              <a:gdLst>
                <a:gd name="csX0" fmla="*/ 11466 w 11465"/>
                <a:gd name="csY0" fmla="*/ 5255 h 11943"/>
                <a:gd name="csX1" fmla="*/ 10988 w 11465"/>
                <a:gd name="csY1" fmla="*/ 10032 h 11943"/>
                <a:gd name="csX2" fmla="*/ 2867 w 11465"/>
                <a:gd name="csY2" fmla="*/ 11943 h 11943"/>
                <a:gd name="csX3" fmla="*/ 478 w 11465"/>
                <a:gd name="csY3" fmla="*/ 11943 h 11943"/>
                <a:gd name="csX4" fmla="*/ 0 w 11465"/>
                <a:gd name="csY4" fmla="*/ 10988 h 11943"/>
                <a:gd name="csX5" fmla="*/ 478 w 11465"/>
                <a:gd name="csY5" fmla="*/ 10510 h 11943"/>
                <a:gd name="csX6" fmla="*/ 2867 w 11465"/>
                <a:gd name="csY6" fmla="*/ 10032 h 11943"/>
                <a:gd name="csX7" fmla="*/ 3822 w 11465"/>
                <a:gd name="csY7" fmla="*/ 5255 h 11943"/>
                <a:gd name="csX8" fmla="*/ 478 w 11465"/>
                <a:gd name="csY8" fmla="*/ 3344 h 11943"/>
                <a:gd name="csX9" fmla="*/ 0 w 11465"/>
                <a:gd name="csY9" fmla="*/ 2866 h 11943"/>
                <a:gd name="csX10" fmla="*/ 478 w 11465"/>
                <a:gd name="csY10" fmla="*/ 1911 h 11943"/>
                <a:gd name="csX11" fmla="*/ 956 w 11465"/>
                <a:gd name="csY11" fmla="*/ 1433 h 11943"/>
                <a:gd name="csX12" fmla="*/ 2867 w 11465"/>
                <a:gd name="csY12" fmla="*/ 478 h 11943"/>
                <a:gd name="csX13" fmla="*/ 3822 w 11465"/>
                <a:gd name="csY13" fmla="*/ 0 h 11943"/>
                <a:gd name="csX14" fmla="*/ 4300 w 11465"/>
                <a:gd name="csY14" fmla="*/ 478 h 11943"/>
                <a:gd name="csX15" fmla="*/ 5733 w 11465"/>
                <a:gd name="csY15" fmla="*/ 1433 h 11943"/>
                <a:gd name="csX16" fmla="*/ 7644 w 11465"/>
                <a:gd name="csY16" fmla="*/ 3822 h 11943"/>
                <a:gd name="csX17" fmla="*/ 9555 w 11465"/>
                <a:gd name="csY17" fmla="*/ 4300 h 11943"/>
                <a:gd name="csX18" fmla="*/ 11466 w 11465"/>
                <a:gd name="csY18" fmla="*/ 5255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1465" h="11943">
                  <a:moveTo>
                    <a:pt x="11466" y="5255"/>
                  </a:moveTo>
                  <a:lnTo>
                    <a:pt x="10988" y="10032"/>
                  </a:lnTo>
                  <a:lnTo>
                    <a:pt x="2867" y="11943"/>
                  </a:lnTo>
                  <a:lnTo>
                    <a:pt x="478" y="11943"/>
                  </a:lnTo>
                  <a:lnTo>
                    <a:pt x="0" y="10988"/>
                  </a:lnTo>
                  <a:lnTo>
                    <a:pt x="478" y="10510"/>
                  </a:lnTo>
                  <a:lnTo>
                    <a:pt x="2867" y="10032"/>
                  </a:lnTo>
                  <a:lnTo>
                    <a:pt x="3822" y="5255"/>
                  </a:lnTo>
                  <a:lnTo>
                    <a:pt x="478" y="3344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956" y="1433"/>
                  </a:lnTo>
                  <a:lnTo>
                    <a:pt x="2867" y="478"/>
                  </a:lnTo>
                  <a:lnTo>
                    <a:pt x="3822" y="0"/>
                  </a:lnTo>
                  <a:lnTo>
                    <a:pt x="4300" y="478"/>
                  </a:lnTo>
                  <a:lnTo>
                    <a:pt x="5733" y="1433"/>
                  </a:lnTo>
                  <a:lnTo>
                    <a:pt x="7644" y="3822"/>
                  </a:lnTo>
                  <a:lnTo>
                    <a:pt x="9555" y="4300"/>
                  </a:lnTo>
                  <a:lnTo>
                    <a:pt x="11466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8" name="Freeform 2307">
              <a:extLst>
                <a:ext uri="{FF2B5EF4-FFF2-40B4-BE49-F238E27FC236}">
                  <a16:creationId xmlns:a16="http://schemas.microsoft.com/office/drawing/2014/main" id="{23C0D709-28CC-2F5E-A38B-F0B78FED2232}"/>
                </a:ext>
              </a:extLst>
            </p:cNvPr>
            <p:cNvSpPr/>
            <p:nvPr/>
          </p:nvSpPr>
          <p:spPr>
            <a:xfrm>
              <a:off x="5766366" y="4546193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0 w 477"/>
                <a:gd name="csY2" fmla="*/ 956 h 955"/>
                <a:gd name="csX3" fmla="*/ 478 w 477"/>
                <a:gd name="csY3" fmla="*/ 0 h 955"/>
                <a:gd name="csX4" fmla="*/ 478 w 477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9" name="Freeform 2308">
              <a:extLst>
                <a:ext uri="{FF2B5EF4-FFF2-40B4-BE49-F238E27FC236}">
                  <a16:creationId xmlns:a16="http://schemas.microsoft.com/office/drawing/2014/main" id="{19955EEE-DEB8-7E13-7A2D-BC7E15995E46}"/>
                </a:ext>
              </a:extLst>
            </p:cNvPr>
            <p:cNvSpPr/>
            <p:nvPr/>
          </p:nvSpPr>
          <p:spPr>
            <a:xfrm>
              <a:off x="5677508" y="3525763"/>
              <a:ext cx="86946" cy="118476"/>
            </a:xfrm>
            <a:custGeom>
              <a:avLst/>
              <a:gdLst>
                <a:gd name="csX0" fmla="*/ 86469 w 86946"/>
                <a:gd name="csY0" fmla="*/ 70704 h 118476"/>
                <a:gd name="csX1" fmla="*/ 86947 w 86946"/>
                <a:gd name="csY1" fmla="*/ 75481 h 118476"/>
                <a:gd name="csX2" fmla="*/ 85991 w 86946"/>
                <a:gd name="csY2" fmla="*/ 77392 h 118476"/>
                <a:gd name="csX3" fmla="*/ 84558 w 86946"/>
                <a:gd name="csY3" fmla="*/ 78825 h 118476"/>
                <a:gd name="csX4" fmla="*/ 84080 w 86946"/>
                <a:gd name="csY4" fmla="*/ 81214 h 118476"/>
                <a:gd name="csX5" fmla="*/ 83125 w 86946"/>
                <a:gd name="csY5" fmla="*/ 83125 h 118476"/>
                <a:gd name="csX6" fmla="*/ 83125 w 86946"/>
                <a:gd name="csY6" fmla="*/ 86947 h 118476"/>
                <a:gd name="csX7" fmla="*/ 80258 w 86946"/>
                <a:gd name="csY7" fmla="*/ 91246 h 118476"/>
                <a:gd name="csX8" fmla="*/ 79303 w 86946"/>
                <a:gd name="csY8" fmla="*/ 92202 h 118476"/>
                <a:gd name="csX9" fmla="*/ 77870 w 86946"/>
                <a:gd name="csY9" fmla="*/ 92679 h 118476"/>
                <a:gd name="csX10" fmla="*/ 80736 w 86946"/>
                <a:gd name="csY10" fmla="*/ 95546 h 118476"/>
                <a:gd name="csX11" fmla="*/ 78347 w 86946"/>
                <a:gd name="csY11" fmla="*/ 96979 h 118476"/>
                <a:gd name="csX12" fmla="*/ 75959 w 86946"/>
                <a:gd name="csY12" fmla="*/ 97457 h 118476"/>
                <a:gd name="csX13" fmla="*/ 73570 w 86946"/>
                <a:gd name="csY13" fmla="*/ 96501 h 118476"/>
                <a:gd name="csX14" fmla="*/ 71659 w 86946"/>
                <a:gd name="csY14" fmla="*/ 96979 h 118476"/>
                <a:gd name="csX15" fmla="*/ 70226 w 86946"/>
                <a:gd name="csY15" fmla="*/ 97935 h 118476"/>
                <a:gd name="csX16" fmla="*/ 69748 w 86946"/>
                <a:gd name="csY16" fmla="*/ 98412 h 118476"/>
                <a:gd name="csX17" fmla="*/ 69271 w 86946"/>
                <a:gd name="csY17" fmla="*/ 97935 h 118476"/>
                <a:gd name="csX18" fmla="*/ 68315 w 86946"/>
                <a:gd name="csY18" fmla="*/ 95546 h 118476"/>
                <a:gd name="csX19" fmla="*/ 67360 w 86946"/>
                <a:gd name="csY19" fmla="*/ 97935 h 118476"/>
                <a:gd name="csX20" fmla="*/ 65927 w 86946"/>
                <a:gd name="csY20" fmla="*/ 98890 h 118476"/>
                <a:gd name="csX21" fmla="*/ 63060 w 86946"/>
                <a:gd name="csY21" fmla="*/ 98890 h 118476"/>
                <a:gd name="csX22" fmla="*/ 58761 w 86946"/>
                <a:gd name="csY22" fmla="*/ 99368 h 118476"/>
                <a:gd name="csX23" fmla="*/ 56850 w 86946"/>
                <a:gd name="csY23" fmla="*/ 100323 h 118476"/>
                <a:gd name="csX24" fmla="*/ 56372 w 86946"/>
                <a:gd name="csY24" fmla="*/ 101279 h 118476"/>
                <a:gd name="csX25" fmla="*/ 55894 w 86946"/>
                <a:gd name="csY25" fmla="*/ 102234 h 118476"/>
                <a:gd name="csX26" fmla="*/ 54939 w 86946"/>
                <a:gd name="csY26" fmla="*/ 103190 h 118476"/>
                <a:gd name="csX27" fmla="*/ 54461 w 86946"/>
                <a:gd name="csY27" fmla="*/ 103667 h 118476"/>
                <a:gd name="csX28" fmla="*/ 50639 w 86946"/>
                <a:gd name="csY28" fmla="*/ 104623 h 118476"/>
                <a:gd name="csX29" fmla="*/ 50162 w 86946"/>
                <a:gd name="csY29" fmla="*/ 105100 h 118476"/>
                <a:gd name="csX30" fmla="*/ 48728 w 86946"/>
                <a:gd name="csY30" fmla="*/ 107011 h 118476"/>
                <a:gd name="csX31" fmla="*/ 46340 w 86946"/>
                <a:gd name="csY31" fmla="*/ 107967 h 118476"/>
                <a:gd name="csX32" fmla="*/ 44906 w 86946"/>
                <a:gd name="csY32" fmla="*/ 108445 h 118476"/>
                <a:gd name="csX33" fmla="*/ 42996 w 86946"/>
                <a:gd name="csY33" fmla="*/ 107489 h 118476"/>
                <a:gd name="csX34" fmla="*/ 42518 w 86946"/>
                <a:gd name="csY34" fmla="*/ 106534 h 118476"/>
                <a:gd name="csX35" fmla="*/ 42040 w 86946"/>
                <a:gd name="csY35" fmla="*/ 106056 h 118476"/>
                <a:gd name="csX36" fmla="*/ 39651 w 86946"/>
                <a:gd name="csY36" fmla="*/ 106534 h 118476"/>
                <a:gd name="csX37" fmla="*/ 40129 w 86946"/>
                <a:gd name="csY37" fmla="*/ 106534 h 118476"/>
                <a:gd name="csX38" fmla="*/ 40607 w 86946"/>
                <a:gd name="csY38" fmla="*/ 107489 h 118476"/>
                <a:gd name="csX39" fmla="*/ 41085 w 86946"/>
                <a:gd name="csY39" fmla="*/ 108922 h 118476"/>
                <a:gd name="csX40" fmla="*/ 40607 w 86946"/>
                <a:gd name="csY40" fmla="*/ 110833 h 118476"/>
                <a:gd name="csX41" fmla="*/ 39651 w 86946"/>
                <a:gd name="csY41" fmla="*/ 111311 h 118476"/>
                <a:gd name="csX42" fmla="*/ 38218 w 86946"/>
                <a:gd name="csY42" fmla="*/ 111789 h 118476"/>
                <a:gd name="csX43" fmla="*/ 35830 w 86946"/>
                <a:gd name="csY43" fmla="*/ 113222 h 118476"/>
                <a:gd name="csX44" fmla="*/ 32963 w 86946"/>
                <a:gd name="csY44" fmla="*/ 113700 h 118476"/>
                <a:gd name="csX45" fmla="*/ 31530 w 86946"/>
                <a:gd name="csY45" fmla="*/ 115133 h 118476"/>
                <a:gd name="csX46" fmla="*/ 21975 w 86946"/>
                <a:gd name="csY46" fmla="*/ 117999 h 118476"/>
                <a:gd name="csX47" fmla="*/ 21498 w 86946"/>
                <a:gd name="csY47" fmla="*/ 117999 h 118476"/>
                <a:gd name="csX48" fmla="*/ 20064 w 86946"/>
                <a:gd name="csY48" fmla="*/ 117044 h 118476"/>
                <a:gd name="csX49" fmla="*/ 18631 w 86946"/>
                <a:gd name="csY49" fmla="*/ 117044 h 118476"/>
                <a:gd name="csX50" fmla="*/ 17198 w 86946"/>
                <a:gd name="csY50" fmla="*/ 117044 h 118476"/>
                <a:gd name="csX51" fmla="*/ 13376 w 86946"/>
                <a:gd name="csY51" fmla="*/ 118477 h 118476"/>
                <a:gd name="csX52" fmla="*/ 10988 w 86946"/>
                <a:gd name="csY52" fmla="*/ 117999 h 118476"/>
                <a:gd name="csX53" fmla="*/ 13854 w 86946"/>
                <a:gd name="csY53" fmla="*/ 114655 h 118476"/>
                <a:gd name="csX54" fmla="*/ 17198 w 86946"/>
                <a:gd name="csY54" fmla="*/ 112744 h 118476"/>
                <a:gd name="csX55" fmla="*/ 17198 w 86946"/>
                <a:gd name="csY55" fmla="*/ 112266 h 118476"/>
                <a:gd name="csX56" fmla="*/ 16243 w 86946"/>
                <a:gd name="csY56" fmla="*/ 112266 h 118476"/>
                <a:gd name="csX57" fmla="*/ 10032 w 86946"/>
                <a:gd name="csY57" fmla="*/ 113222 h 118476"/>
                <a:gd name="csX58" fmla="*/ 7644 w 86946"/>
                <a:gd name="csY58" fmla="*/ 114655 h 118476"/>
                <a:gd name="csX59" fmla="*/ 5733 w 86946"/>
                <a:gd name="csY59" fmla="*/ 114655 h 118476"/>
                <a:gd name="csX60" fmla="*/ 6688 w 86946"/>
                <a:gd name="csY60" fmla="*/ 113222 h 118476"/>
                <a:gd name="csX61" fmla="*/ 9555 w 86946"/>
                <a:gd name="csY61" fmla="*/ 110833 h 118476"/>
                <a:gd name="csX62" fmla="*/ 10988 w 86946"/>
                <a:gd name="csY62" fmla="*/ 109878 h 118476"/>
                <a:gd name="csX63" fmla="*/ 11943 w 86946"/>
                <a:gd name="csY63" fmla="*/ 109400 h 118476"/>
                <a:gd name="csX64" fmla="*/ 12898 w 86946"/>
                <a:gd name="csY64" fmla="*/ 108445 h 118476"/>
                <a:gd name="csX65" fmla="*/ 15765 w 86946"/>
                <a:gd name="csY65" fmla="*/ 106534 h 118476"/>
                <a:gd name="csX66" fmla="*/ 6210 w 86946"/>
                <a:gd name="csY66" fmla="*/ 109878 h 118476"/>
                <a:gd name="csX67" fmla="*/ 3822 w 86946"/>
                <a:gd name="csY67" fmla="*/ 109400 h 118476"/>
                <a:gd name="csX68" fmla="*/ 3344 w 86946"/>
                <a:gd name="csY68" fmla="*/ 108445 h 118476"/>
                <a:gd name="csX69" fmla="*/ 955 w 86946"/>
                <a:gd name="csY69" fmla="*/ 108922 h 118476"/>
                <a:gd name="csX70" fmla="*/ 478 w 86946"/>
                <a:gd name="csY70" fmla="*/ 107011 h 118476"/>
                <a:gd name="csX71" fmla="*/ 3344 w 86946"/>
                <a:gd name="csY71" fmla="*/ 103667 h 118476"/>
                <a:gd name="csX72" fmla="*/ 5255 w 86946"/>
                <a:gd name="csY72" fmla="*/ 102234 h 118476"/>
                <a:gd name="csX73" fmla="*/ 7166 w 86946"/>
                <a:gd name="csY73" fmla="*/ 101756 h 118476"/>
                <a:gd name="csX74" fmla="*/ 9077 w 86946"/>
                <a:gd name="csY74" fmla="*/ 100801 h 118476"/>
                <a:gd name="csX75" fmla="*/ 9555 w 86946"/>
                <a:gd name="csY75" fmla="*/ 99368 h 118476"/>
                <a:gd name="csX76" fmla="*/ 8599 w 86946"/>
                <a:gd name="csY76" fmla="*/ 98890 h 118476"/>
                <a:gd name="csX77" fmla="*/ 2866 w 86946"/>
                <a:gd name="csY77" fmla="*/ 99368 h 118476"/>
                <a:gd name="csX78" fmla="*/ 0 w 86946"/>
                <a:gd name="csY78" fmla="*/ 98890 h 118476"/>
                <a:gd name="csX79" fmla="*/ 478 w 86946"/>
                <a:gd name="csY79" fmla="*/ 97935 h 118476"/>
                <a:gd name="csX80" fmla="*/ 955 w 86946"/>
                <a:gd name="csY80" fmla="*/ 96979 h 118476"/>
                <a:gd name="csX81" fmla="*/ 3822 w 86946"/>
                <a:gd name="csY81" fmla="*/ 95068 h 118476"/>
                <a:gd name="csX82" fmla="*/ 5255 w 86946"/>
                <a:gd name="csY82" fmla="*/ 94591 h 118476"/>
                <a:gd name="csX83" fmla="*/ 6688 w 86946"/>
                <a:gd name="csY83" fmla="*/ 95068 h 118476"/>
                <a:gd name="csX84" fmla="*/ 8121 w 86946"/>
                <a:gd name="csY84" fmla="*/ 95546 h 118476"/>
                <a:gd name="csX85" fmla="*/ 9077 w 86946"/>
                <a:gd name="csY85" fmla="*/ 96024 h 118476"/>
                <a:gd name="csX86" fmla="*/ 12421 w 86946"/>
                <a:gd name="csY86" fmla="*/ 95546 h 118476"/>
                <a:gd name="csX87" fmla="*/ 10988 w 86946"/>
                <a:gd name="csY87" fmla="*/ 94591 h 118476"/>
                <a:gd name="csX88" fmla="*/ 10988 w 86946"/>
                <a:gd name="csY88" fmla="*/ 91724 h 118476"/>
                <a:gd name="csX89" fmla="*/ 9555 w 86946"/>
                <a:gd name="csY89" fmla="*/ 91246 h 118476"/>
                <a:gd name="csX90" fmla="*/ 10988 w 86946"/>
                <a:gd name="csY90" fmla="*/ 89813 h 118476"/>
                <a:gd name="csX91" fmla="*/ 12421 w 86946"/>
                <a:gd name="csY91" fmla="*/ 89335 h 118476"/>
                <a:gd name="csX92" fmla="*/ 15287 w 86946"/>
                <a:gd name="csY92" fmla="*/ 86947 h 118476"/>
                <a:gd name="csX93" fmla="*/ 16243 w 86946"/>
                <a:gd name="csY93" fmla="*/ 86469 h 118476"/>
                <a:gd name="csX94" fmla="*/ 21020 w 86946"/>
                <a:gd name="csY94" fmla="*/ 85991 h 118476"/>
                <a:gd name="csX95" fmla="*/ 26753 w 86946"/>
                <a:gd name="csY95" fmla="*/ 84558 h 118476"/>
                <a:gd name="csX96" fmla="*/ 32008 w 86946"/>
                <a:gd name="csY96" fmla="*/ 82647 h 118476"/>
                <a:gd name="csX97" fmla="*/ 29141 w 86946"/>
                <a:gd name="csY97" fmla="*/ 81692 h 118476"/>
                <a:gd name="csX98" fmla="*/ 28186 w 86946"/>
                <a:gd name="csY98" fmla="*/ 80736 h 118476"/>
                <a:gd name="csX99" fmla="*/ 25797 w 86946"/>
                <a:gd name="csY99" fmla="*/ 83125 h 118476"/>
                <a:gd name="csX100" fmla="*/ 24364 w 86946"/>
                <a:gd name="csY100" fmla="*/ 84080 h 118476"/>
                <a:gd name="csX101" fmla="*/ 20064 w 86946"/>
                <a:gd name="csY101" fmla="*/ 84558 h 118476"/>
                <a:gd name="csX102" fmla="*/ 18631 w 86946"/>
                <a:gd name="csY102" fmla="*/ 84558 h 118476"/>
                <a:gd name="csX103" fmla="*/ 16721 w 86946"/>
                <a:gd name="csY103" fmla="*/ 83603 h 118476"/>
                <a:gd name="csX104" fmla="*/ 16243 w 86946"/>
                <a:gd name="csY104" fmla="*/ 84080 h 118476"/>
                <a:gd name="csX105" fmla="*/ 15287 w 86946"/>
                <a:gd name="csY105" fmla="*/ 84558 h 118476"/>
                <a:gd name="csX106" fmla="*/ 12421 w 86946"/>
                <a:gd name="csY106" fmla="*/ 85991 h 118476"/>
                <a:gd name="csX107" fmla="*/ 9555 w 86946"/>
                <a:gd name="csY107" fmla="*/ 85991 h 118476"/>
                <a:gd name="csX108" fmla="*/ 12898 w 86946"/>
                <a:gd name="csY108" fmla="*/ 83603 h 118476"/>
                <a:gd name="csX109" fmla="*/ 17676 w 86946"/>
                <a:gd name="csY109" fmla="*/ 79781 h 118476"/>
                <a:gd name="csX110" fmla="*/ 18631 w 86946"/>
                <a:gd name="csY110" fmla="*/ 78348 h 118476"/>
                <a:gd name="csX111" fmla="*/ 20064 w 86946"/>
                <a:gd name="csY111" fmla="*/ 76437 h 118476"/>
                <a:gd name="csX112" fmla="*/ 19587 w 86946"/>
                <a:gd name="csY112" fmla="*/ 75481 h 118476"/>
                <a:gd name="csX113" fmla="*/ 18631 w 86946"/>
                <a:gd name="csY113" fmla="*/ 75004 h 118476"/>
                <a:gd name="csX114" fmla="*/ 21975 w 86946"/>
                <a:gd name="csY114" fmla="*/ 70226 h 118476"/>
                <a:gd name="csX115" fmla="*/ 22931 w 86946"/>
                <a:gd name="csY115" fmla="*/ 69271 h 118476"/>
                <a:gd name="csX116" fmla="*/ 24842 w 86946"/>
                <a:gd name="csY116" fmla="*/ 69271 h 118476"/>
                <a:gd name="csX117" fmla="*/ 26753 w 86946"/>
                <a:gd name="csY117" fmla="*/ 68793 h 118476"/>
                <a:gd name="csX118" fmla="*/ 27230 w 86946"/>
                <a:gd name="csY118" fmla="*/ 68793 h 118476"/>
                <a:gd name="csX119" fmla="*/ 27708 w 86946"/>
                <a:gd name="csY119" fmla="*/ 68315 h 118476"/>
                <a:gd name="csX120" fmla="*/ 29141 w 86946"/>
                <a:gd name="csY120" fmla="*/ 66882 h 118476"/>
                <a:gd name="csX121" fmla="*/ 27230 w 86946"/>
                <a:gd name="csY121" fmla="*/ 65927 h 118476"/>
                <a:gd name="csX122" fmla="*/ 24842 w 86946"/>
                <a:gd name="csY122" fmla="*/ 65449 h 118476"/>
                <a:gd name="csX123" fmla="*/ 18631 w 86946"/>
                <a:gd name="csY123" fmla="*/ 65927 h 118476"/>
                <a:gd name="csX124" fmla="*/ 17676 w 86946"/>
                <a:gd name="csY124" fmla="*/ 65927 h 118476"/>
                <a:gd name="csX125" fmla="*/ 16721 w 86946"/>
                <a:gd name="csY125" fmla="*/ 65449 h 118476"/>
                <a:gd name="csX126" fmla="*/ 16243 w 86946"/>
                <a:gd name="csY126" fmla="*/ 64971 h 118476"/>
                <a:gd name="csX127" fmla="*/ 15765 w 86946"/>
                <a:gd name="csY127" fmla="*/ 63538 h 118476"/>
                <a:gd name="csX128" fmla="*/ 15287 w 86946"/>
                <a:gd name="csY128" fmla="*/ 63060 h 118476"/>
                <a:gd name="csX129" fmla="*/ 13854 w 86946"/>
                <a:gd name="csY129" fmla="*/ 63060 h 118476"/>
                <a:gd name="csX130" fmla="*/ 12421 w 86946"/>
                <a:gd name="csY130" fmla="*/ 63538 h 118476"/>
                <a:gd name="csX131" fmla="*/ 11465 w 86946"/>
                <a:gd name="csY131" fmla="*/ 63538 h 118476"/>
                <a:gd name="csX132" fmla="*/ 10510 w 86946"/>
                <a:gd name="csY132" fmla="*/ 63060 h 118476"/>
                <a:gd name="csX133" fmla="*/ 11943 w 86946"/>
                <a:gd name="csY133" fmla="*/ 61149 h 118476"/>
                <a:gd name="csX134" fmla="*/ 10032 w 86946"/>
                <a:gd name="csY134" fmla="*/ 60672 h 118476"/>
                <a:gd name="csX135" fmla="*/ 7644 w 86946"/>
                <a:gd name="csY135" fmla="*/ 61149 h 118476"/>
                <a:gd name="csX136" fmla="*/ 6210 w 86946"/>
                <a:gd name="csY136" fmla="*/ 60672 h 118476"/>
                <a:gd name="csX137" fmla="*/ 6210 w 86946"/>
                <a:gd name="csY137" fmla="*/ 59716 h 118476"/>
                <a:gd name="csX138" fmla="*/ 6688 w 86946"/>
                <a:gd name="csY138" fmla="*/ 58761 h 118476"/>
                <a:gd name="csX139" fmla="*/ 5733 w 86946"/>
                <a:gd name="csY139" fmla="*/ 57805 h 118476"/>
                <a:gd name="csX140" fmla="*/ 5733 w 86946"/>
                <a:gd name="csY140" fmla="*/ 56372 h 118476"/>
                <a:gd name="csX141" fmla="*/ 6688 w 86946"/>
                <a:gd name="csY141" fmla="*/ 55894 h 118476"/>
                <a:gd name="csX142" fmla="*/ 8121 w 86946"/>
                <a:gd name="csY142" fmla="*/ 56372 h 118476"/>
                <a:gd name="csX143" fmla="*/ 10510 w 86946"/>
                <a:gd name="csY143" fmla="*/ 55417 h 118476"/>
                <a:gd name="csX144" fmla="*/ 13376 w 86946"/>
                <a:gd name="csY144" fmla="*/ 54939 h 118476"/>
                <a:gd name="csX145" fmla="*/ 10988 w 86946"/>
                <a:gd name="csY145" fmla="*/ 53984 h 118476"/>
                <a:gd name="csX146" fmla="*/ 9555 w 86946"/>
                <a:gd name="csY146" fmla="*/ 53028 h 118476"/>
                <a:gd name="csX147" fmla="*/ 9555 w 86946"/>
                <a:gd name="csY147" fmla="*/ 52072 h 118476"/>
                <a:gd name="csX148" fmla="*/ 10032 w 86946"/>
                <a:gd name="csY148" fmla="*/ 51117 h 118476"/>
                <a:gd name="csX149" fmla="*/ 12898 w 86946"/>
                <a:gd name="csY149" fmla="*/ 49206 h 118476"/>
                <a:gd name="csX150" fmla="*/ 16243 w 86946"/>
                <a:gd name="csY150" fmla="*/ 48728 h 118476"/>
                <a:gd name="csX151" fmla="*/ 16243 w 86946"/>
                <a:gd name="csY151" fmla="*/ 47773 h 118476"/>
                <a:gd name="csX152" fmla="*/ 16243 w 86946"/>
                <a:gd name="csY152" fmla="*/ 46340 h 118476"/>
                <a:gd name="csX153" fmla="*/ 12898 w 86946"/>
                <a:gd name="csY153" fmla="*/ 45862 h 118476"/>
                <a:gd name="csX154" fmla="*/ 9555 w 86946"/>
                <a:gd name="csY154" fmla="*/ 46818 h 118476"/>
                <a:gd name="csX155" fmla="*/ 10032 w 86946"/>
                <a:gd name="csY155" fmla="*/ 44429 h 118476"/>
                <a:gd name="csX156" fmla="*/ 10988 w 86946"/>
                <a:gd name="csY156" fmla="*/ 42518 h 118476"/>
                <a:gd name="csX157" fmla="*/ 10988 w 86946"/>
                <a:gd name="csY157" fmla="*/ 41085 h 118476"/>
                <a:gd name="csX158" fmla="*/ 10988 w 86946"/>
                <a:gd name="csY158" fmla="*/ 39652 h 118476"/>
                <a:gd name="csX159" fmla="*/ 9077 w 86946"/>
                <a:gd name="csY159" fmla="*/ 40607 h 118476"/>
                <a:gd name="csX160" fmla="*/ 9077 w 86946"/>
                <a:gd name="csY160" fmla="*/ 38218 h 118476"/>
                <a:gd name="csX161" fmla="*/ 8599 w 86946"/>
                <a:gd name="csY161" fmla="*/ 36785 h 118476"/>
                <a:gd name="csX162" fmla="*/ 6210 w 86946"/>
                <a:gd name="csY162" fmla="*/ 37741 h 118476"/>
                <a:gd name="csX163" fmla="*/ 6210 w 86946"/>
                <a:gd name="csY163" fmla="*/ 35830 h 118476"/>
                <a:gd name="csX164" fmla="*/ 6688 w 86946"/>
                <a:gd name="csY164" fmla="*/ 34874 h 118476"/>
                <a:gd name="csX165" fmla="*/ 8121 w 86946"/>
                <a:gd name="csY165" fmla="*/ 33919 h 118476"/>
                <a:gd name="csX166" fmla="*/ 9077 w 86946"/>
                <a:gd name="csY166" fmla="*/ 34397 h 118476"/>
                <a:gd name="csX167" fmla="*/ 11465 w 86946"/>
                <a:gd name="csY167" fmla="*/ 34397 h 118476"/>
                <a:gd name="csX168" fmla="*/ 13376 w 86946"/>
                <a:gd name="csY168" fmla="*/ 33441 h 118476"/>
                <a:gd name="csX169" fmla="*/ 16721 w 86946"/>
                <a:gd name="csY169" fmla="*/ 32963 h 118476"/>
                <a:gd name="csX170" fmla="*/ 21498 w 86946"/>
                <a:gd name="csY170" fmla="*/ 33441 h 118476"/>
                <a:gd name="csX171" fmla="*/ 24842 w 86946"/>
                <a:gd name="csY171" fmla="*/ 36307 h 118476"/>
                <a:gd name="csX172" fmla="*/ 25797 w 86946"/>
                <a:gd name="csY172" fmla="*/ 35830 h 118476"/>
                <a:gd name="csX173" fmla="*/ 27230 w 86946"/>
                <a:gd name="csY173" fmla="*/ 33919 h 118476"/>
                <a:gd name="csX174" fmla="*/ 27708 w 86946"/>
                <a:gd name="csY174" fmla="*/ 33919 h 118476"/>
                <a:gd name="csX175" fmla="*/ 32963 w 86946"/>
                <a:gd name="csY175" fmla="*/ 34397 h 118476"/>
                <a:gd name="csX176" fmla="*/ 35830 w 86946"/>
                <a:gd name="csY176" fmla="*/ 35352 h 118476"/>
                <a:gd name="csX177" fmla="*/ 36785 w 86946"/>
                <a:gd name="csY177" fmla="*/ 35352 h 118476"/>
                <a:gd name="csX178" fmla="*/ 36307 w 86946"/>
                <a:gd name="csY178" fmla="*/ 33441 h 118476"/>
                <a:gd name="csX179" fmla="*/ 35352 w 86946"/>
                <a:gd name="csY179" fmla="*/ 32008 h 118476"/>
                <a:gd name="csX180" fmla="*/ 36785 w 86946"/>
                <a:gd name="csY180" fmla="*/ 30097 h 118476"/>
                <a:gd name="csX181" fmla="*/ 38218 w 86946"/>
                <a:gd name="csY181" fmla="*/ 29142 h 118476"/>
                <a:gd name="csX182" fmla="*/ 39174 w 86946"/>
                <a:gd name="csY182" fmla="*/ 28186 h 118476"/>
                <a:gd name="csX183" fmla="*/ 42040 w 86946"/>
                <a:gd name="csY183" fmla="*/ 27708 h 118476"/>
                <a:gd name="csX184" fmla="*/ 42996 w 86946"/>
                <a:gd name="csY184" fmla="*/ 26753 h 118476"/>
                <a:gd name="csX185" fmla="*/ 43951 w 86946"/>
                <a:gd name="csY185" fmla="*/ 24842 h 118476"/>
                <a:gd name="csX186" fmla="*/ 44906 w 86946"/>
                <a:gd name="csY186" fmla="*/ 22931 h 118476"/>
                <a:gd name="csX187" fmla="*/ 38696 w 86946"/>
                <a:gd name="csY187" fmla="*/ 23886 h 118476"/>
                <a:gd name="csX188" fmla="*/ 32486 w 86946"/>
                <a:gd name="csY188" fmla="*/ 21498 h 118476"/>
                <a:gd name="csX189" fmla="*/ 33441 w 86946"/>
                <a:gd name="csY189" fmla="*/ 20065 h 118476"/>
                <a:gd name="csX190" fmla="*/ 34874 w 86946"/>
                <a:gd name="csY190" fmla="*/ 19109 h 118476"/>
                <a:gd name="csX191" fmla="*/ 36785 w 86946"/>
                <a:gd name="csY191" fmla="*/ 18154 h 118476"/>
                <a:gd name="csX192" fmla="*/ 37263 w 86946"/>
                <a:gd name="csY192" fmla="*/ 17198 h 118476"/>
                <a:gd name="csX193" fmla="*/ 38218 w 86946"/>
                <a:gd name="csY193" fmla="*/ 16721 h 118476"/>
                <a:gd name="csX194" fmla="*/ 40129 w 86946"/>
                <a:gd name="csY194" fmla="*/ 14810 h 118476"/>
                <a:gd name="csX195" fmla="*/ 39651 w 86946"/>
                <a:gd name="csY195" fmla="*/ 12421 h 118476"/>
                <a:gd name="csX196" fmla="*/ 39651 w 86946"/>
                <a:gd name="csY196" fmla="*/ 10988 h 118476"/>
                <a:gd name="csX197" fmla="*/ 41085 w 86946"/>
                <a:gd name="csY197" fmla="*/ 9555 h 118476"/>
                <a:gd name="csX198" fmla="*/ 41562 w 86946"/>
                <a:gd name="csY198" fmla="*/ 8121 h 118476"/>
                <a:gd name="csX199" fmla="*/ 42040 w 86946"/>
                <a:gd name="csY199" fmla="*/ 6688 h 118476"/>
                <a:gd name="csX200" fmla="*/ 44906 w 86946"/>
                <a:gd name="csY200" fmla="*/ 6211 h 118476"/>
                <a:gd name="csX201" fmla="*/ 47295 w 86946"/>
                <a:gd name="csY201" fmla="*/ 5255 h 118476"/>
                <a:gd name="csX202" fmla="*/ 48251 w 86946"/>
                <a:gd name="csY202" fmla="*/ 5255 h 118476"/>
                <a:gd name="csX203" fmla="*/ 51595 w 86946"/>
                <a:gd name="csY203" fmla="*/ 5255 h 118476"/>
                <a:gd name="csX204" fmla="*/ 52550 w 86946"/>
                <a:gd name="csY204" fmla="*/ 5733 h 118476"/>
                <a:gd name="csX205" fmla="*/ 52072 w 86946"/>
                <a:gd name="csY205" fmla="*/ 3344 h 118476"/>
                <a:gd name="csX206" fmla="*/ 53983 w 86946"/>
                <a:gd name="csY206" fmla="*/ 3344 h 118476"/>
                <a:gd name="csX207" fmla="*/ 54939 w 86946"/>
                <a:gd name="csY207" fmla="*/ 3822 h 118476"/>
                <a:gd name="csX208" fmla="*/ 55416 w 86946"/>
                <a:gd name="csY208" fmla="*/ 5255 h 118476"/>
                <a:gd name="csX209" fmla="*/ 55894 w 86946"/>
                <a:gd name="csY209" fmla="*/ 6211 h 118476"/>
                <a:gd name="csX210" fmla="*/ 56372 w 86946"/>
                <a:gd name="csY210" fmla="*/ 7644 h 118476"/>
                <a:gd name="csX211" fmla="*/ 55894 w 86946"/>
                <a:gd name="csY211" fmla="*/ 8599 h 118476"/>
                <a:gd name="csX212" fmla="*/ 54939 w 86946"/>
                <a:gd name="csY212" fmla="*/ 9555 h 118476"/>
                <a:gd name="csX213" fmla="*/ 55894 w 86946"/>
                <a:gd name="csY213" fmla="*/ 10510 h 118476"/>
                <a:gd name="csX214" fmla="*/ 54461 w 86946"/>
                <a:gd name="csY214" fmla="*/ 12421 h 118476"/>
                <a:gd name="csX215" fmla="*/ 55894 w 86946"/>
                <a:gd name="csY215" fmla="*/ 11465 h 118476"/>
                <a:gd name="csX216" fmla="*/ 57805 w 86946"/>
                <a:gd name="csY216" fmla="*/ 10032 h 118476"/>
                <a:gd name="csX217" fmla="*/ 57805 w 86946"/>
                <a:gd name="csY217" fmla="*/ 8599 h 118476"/>
                <a:gd name="csX218" fmla="*/ 57328 w 86946"/>
                <a:gd name="csY218" fmla="*/ 6688 h 118476"/>
                <a:gd name="csX219" fmla="*/ 56850 w 86946"/>
                <a:gd name="csY219" fmla="*/ 5255 h 118476"/>
                <a:gd name="csX220" fmla="*/ 57328 w 86946"/>
                <a:gd name="csY220" fmla="*/ 3344 h 118476"/>
                <a:gd name="csX221" fmla="*/ 58283 w 86946"/>
                <a:gd name="csY221" fmla="*/ 2389 h 118476"/>
                <a:gd name="csX222" fmla="*/ 61627 w 86946"/>
                <a:gd name="csY222" fmla="*/ 1911 h 118476"/>
                <a:gd name="csX223" fmla="*/ 60194 w 86946"/>
                <a:gd name="csY223" fmla="*/ 0 h 118476"/>
                <a:gd name="csX224" fmla="*/ 61149 w 86946"/>
                <a:gd name="csY224" fmla="*/ 0 h 118476"/>
                <a:gd name="csX225" fmla="*/ 62582 w 86946"/>
                <a:gd name="csY225" fmla="*/ 0 h 118476"/>
                <a:gd name="csX226" fmla="*/ 64493 w 86946"/>
                <a:gd name="csY226" fmla="*/ 1911 h 118476"/>
                <a:gd name="csX227" fmla="*/ 66404 w 86946"/>
                <a:gd name="csY227" fmla="*/ 2866 h 118476"/>
                <a:gd name="csX228" fmla="*/ 68315 w 86946"/>
                <a:gd name="csY228" fmla="*/ 3822 h 118476"/>
                <a:gd name="csX229" fmla="*/ 66404 w 86946"/>
                <a:gd name="csY229" fmla="*/ 5733 h 118476"/>
                <a:gd name="csX230" fmla="*/ 64016 w 86946"/>
                <a:gd name="csY230" fmla="*/ 7166 h 118476"/>
                <a:gd name="csX231" fmla="*/ 63060 w 86946"/>
                <a:gd name="csY231" fmla="*/ 8599 h 118476"/>
                <a:gd name="csX232" fmla="*/ 60194 w 86946"/>
                <a:gd name="csY232" fmla="*/ 10510 h 118476"/>
                <a:gd name="csX233" fmla="*/ 59716 w 86946"/>
                <a:gd name="csY233" fmla="*/ 10510 h 118476"/>
                <a:gd name="csX234" fmla="*/ 59238 w 86946"/>
                <a:gd name="csY234" fmla="*/ 11465 h 118476"/>
                <a:gd name="csX235" fmla="*/ 58761 w 86946"/>
                <a:gd name="csY235" fmla="*/ 14332 h 118476"/>
                <a:gd name="csX236" fmla="*/ 58283 w 86946"/>
                <a:gd name="csY236" fmla="*/ 15287 h 118476"/>
                <a:gd name="csX237" fmla="*/ 57328 w 86946"/>
                <a:gd name="csY237" fmla="*/ 16721 h 118476"/>
                <a:gd name="csX238" fmla="*/ 56372 w 86946"/>
                <a:gd name="csY238" fmla="*/ 18631 h 118476"/>
                <a:gd name="csX239" fmla="*/ 55894 w 86946"/>
                <a:gd name="csY239" fmla="*/ 19109 h 118476"/>
                <a:gd name="csX240" fmla="*/ 55416 w 86946"/>
                <a:gd name="csY240" fmla="*/ 19587 h 118476"/>
                <a:gd name="csX241" fmla="*/ 53505 w 86946"/>
                <a:gd name="csY241" fmla="*/ 20065 h 118476"/>
                <a:gd name="csX242" fmla="*/ 53028 w 86946"/>
                <a:gd name="csY242" fmla="*/ 20542 h 118476"/>
                <a:gd name="csX243" fmla="*/ 51595 w 86946"/>
                <a:gd name="csY243" fmla="*/ 20542 h 118476"/>
                <a:gd name="csX244" fmla="*/ 51595 w 86946"/>
                <a:gd name="csY244" fmla="*/ 20542 h 118476"/>
                <a:gd name="csX245" fmla="*/ 50162 w 86946"/>
                <a:gd name="csY245" fmla="*/ 20542 h 118476"/>
                <a:gd name="csX246" fmla="*/ 49206 w 86946"/>
                <a:gd name="csY246" fmla="*/ 21020 h 118476"/>
                <a:gd name="csX247" fmla="*/ 49206 w 86946"/>
                <a:gd name="csY247" fmla="*/ 21020 h 118476"/>
                <a:gd name="csX248" fmla="*/ 49206 w 86946"/>
                <a:gd name="csY248" fmla="*/ 21498 h 118476"/>
                <a:gd name="csX249" fmla="*/ 49684 w 86946"/>
                <a:gd name="csY249" fmla="*/ 21976 h 118476"/>
                <a:gd name="csX250" fmla="*/ 49684 w 86946"/>
                <a:gd name="csY250" fmla="*/ 21976 h 118476"/>
                <a:gd name="csX251" fmla="*/ 51117 w 86946"/>
                <a:gd name="csY251" fmla="*/ 22931 h 118476"/>
                <a:gd name="csX252" fmla="*/ 51117 w 86946"/>
                <a:gd name="csY252" fmla="*/ 22931 h 118476"/>
                <a:gd name="csX253" fmla="*/ 52550 w 86946"/>
                <a:gd name="csY253" fmla="*/ 23409 h 118476"/>
                <a:gd name="csX254" fmla="*/ 52550 w 86946"/>
                <a:gd name="csY254" fmla="*/ 24364 h 118476"/>
                <a:gd name="csX255" fmla="*/ 51595 w 86946"/>
                <a:gd name="csY255" fmla="*/ 24842 h 118476"/>
                <a:gd name="csX256" fmla="*/ 46817 w 86946"/>
                <a:gd name="csY256" fmla="*/ 26753 h 118476"/>
                <a:gd name="csX257" fmla="*/ 45384 w 86946"/>
                <a:gd name="csY257" fmla="*/ 27708 h 118476"/>
                <a:gd name="csX258" fmla="*/ 44906 w 86946"/>
                <a:gd name="csY258" fmla="*/ 28664 h 118476"/>
                <a:gd name="csX259" fmla="*/ 45384 w 86946"/>
                <a:gd name="csY259" fmla="*/ 29619 h 118476"/>
                <a:gd name="csX260" fmla="*/ 45384 w 86946"/>
                <a:gd name="csY260" fmla="*/ 30097 h 118476"/>
                <a:gd name="csX261" fmla="*/ 49206 w 86946"/>
                <a:gd name="csY261" fmla="*/ 33441 h 118476"/>
                <a:gd name="csX262" fmla="*/ 49206 w 86946"/>
                <a:gd name="csY262" fmla="*/ 33441 h 118476"/>
                <a:gd name="csX263" fmla="*/ 49684 w 86946"/>
                <a:gd name="csY263" fmla="*/ 33919 h 118476"/>
                <a:gd name="csX264" fmla="*/ 50639 w 86946"/>
                <a:gd name="csY264" fmla="*/ 35830 h 118476"/>
                <a:gd name="csX265" fmla="*/ 53983 w 86946"/>
                <a:gd name="csY265" fmla="*/ 36785 h 118476"/>
                <a:gd name="csX266" fmla="*/ 55416 w 86946"/>
                <a:gd name="csY266" fmla="*/ 38218 h 118476"/>
                <a:gd name="csX267" fmla="*/ 56850 w 86946"/>
                <a:gd name="csY267" fmla="*/ 38696 h 118476"/>
                <a:gd name="csX268" fmla="*/ 59238 w 86946"/>
                <a:gd name="csY268" fmla="*/ 38696 h 118476"/>
                <a:gd name="csX269" fmla="*/ 60194 w 86946"/>
                <a:gd name="csY269" fmla="*/ 39174 h 118476"/>
                <a:gd name="csX270" fmla="*/ 61149 w 86946"/>
                <a:gd name="csY270" fmla="*/ 38696 h 118476"/>
                <a:gd name="csX271" fmla="*/ 61149 w 86946"/>
                <a:gd name="csY271" fmla="*/ 37741 h 118476"/>
                <a:gd name="csX272" fmla="*/ 63538 w 86946"/>
                <a:gd name="csY272" fmla="*/ 35830 h 118476"/>
                <a:gd name="csX273" fmla="*/ 63538 w 86946"/>
                <a:gd name="csY273" fmla="*/ 35830 h 118476"/>
                <a:gd name="csX274" fmla="*/ 64493 w 86946"/>
                <a:gd name="csY274" fmla="*/ 35352 h 118476"/>
                <a:gd name="csX275" fmla="*/ 64016 w 86946"/>
                <a:gd name="csY275" fmla="*/ 34397 h 118476"/>
                <a:gd name="csX276" fmla="*/ 63538 w 86946"/>
                <a:gd name="csY276" fmla="*/ 33441 h 118476"/>
                <a:gd name="csX277" fmla="*/ 64971 w 86946"/>
                <a:gd name="csY277" fmla="*/ 31530 h 118476"/>
                <a:gd name="csX278" fmla="*/ 66404 w 86946"/>
                <a:gd name="csY278" fmla="*/ 30097 h 118476"/>
                <a:gd name="csX279" fmla="*/ 67360 w 86946"/>
                <a:gd name="csY279" fmla="*/ 30097 h 118476"/>
                <a:gd name="csX280" fmla="*/ 68793 w 86946"/>
                <a:gd name="csY280" fmla="*/ 31052 h 118476"/>
                <a:gd name="csX281" fmla="*/ 69748 w 86946"/>
                <a:gd name="csY281" fmla="*/ 32486 h 118476"/>
                <a:gd name="csX282" fmla="*/ 70226 w 86946"/>
                <a:gd name="csY282" fmla="*/ 33441 h 118476"/>
                <a:gd name="csX283" fmla="*/ 70226 w 86946"/>
                <a:gd name="csY283" fmla="*/ 34397 h 118476"/>
                <a:gd name="csX284" fmla="*/ 71182 w 86946"/>
                <a:gd name="csY284" fmla="*/ 35830 h 118476"/>
                <a:gd name="csX285" fmla="*/ 71182 w 86946"/>
                <a:gd name="csY285" fmla="*/ 35830 h 118476"/>
                <a:gd name="csX286" fmla="*/ 72137 w 86946"/>
                <a:gd name="csY286" fmla="*/ 36785 h 118476"/>
                <a:gd name="csX287" fmla="*/ 74048 w 86946"/>
                <a:gd name="csY287" fmla="*/ 36785 h 118476"/>
                <a:gd name="csX288" fmla="*/ 74526 w 86946"/>
                <a:gd name="csY288" fmla="*/ 37741 h 118476"/>
                <a:gd name="csX289" fmla="*/ 74048 w 86946"/>
                <a:gd name="csY289" fmla="*/ 40129 h 118476"/>
                <a:gd name="csX290" fmla="*/ 74526 w 86946"/>
                <a:gd name="csY290" fmla="*/ 41085 h 118476"/>
                <a:gd name="csX291" fmla="*/ 74526 w 86946"/>
                <a:gd name="csY291" fmla="*/ 41085 h 118476"/>
                <a:gd name="csX292" fmla="*/ 76437 w 86946"/>
                <a:gd name="csY292" fmla="*/ 41085 h 118476"/>
                <a:gd name="csX293" fmla="*/ 78347 w 86946"/>
                <a:gd name="csY293" fmla="*/ 40607 h 118476"/>
                <a:gd name="csX294" fmla="*/ 79303 w 86946"/>
                <a:gd name="csY294" fmla="*/ 40607 h 118476"/>
                <a:gd name="csX295" fmla="*/ 80258 w 86946"/>
                <a:gd name="csY295" fmla="*/ 40129 h 118476"/>
                <a:gd name="csX296" fmla="*/ 81214 w 86946"/>
                <a:gd name="csY296" fmla="*/ 39652 h 118476"/>
                <a:gd name="csX297" fmla="*/ 83125 w 86946"/>
                <a:gd name="csY297" fmla="*/ 40129 h 118476"/>
                <a:gd name="csX298" fmla="*/ 83125 w 86946"/>
                <a:gd name="csY298" fmla="*/ 40129 h 118476"/>
                <a:gd name="csX299" fmla="*/ 83603 w 86946"/>
                <a:gd name="csY299" fmla="*/ 41085 h 118476"/>
                <a:gd name="csX300" fmla="*/ 84080 w 86946"/>
                <a:gd name="csY300" fmla="*/ 42040 h 118476"/>
                <a:gd name="csX301" fmla="*/ 82647 w 86946"/>
                <a:gd name="csY301" fmla="*/ 42518 h 118476"/>
                <a:gd name="csX302" fmla="*/ 81214 w 86946"/>
                <a:gd name="csY302" fmla="*/ 42518 h 118476"/>
                <a:gd name="csX303" fmla="*/ 80258 w 86946"/>
                <a:gd name="csY303" fmla="*/ 42996 h 118476"/>
                <a:gd name="csX304" fmla="*/ 80258 w 86946"/>
                <a:gd name="csY304" fmla="*/ 44429 h 118476"/>
                <a:gd name="csX305" fmla="*/ 80736 w 86946"/>
                <a:gd name="csY305" fmla="*/ 46340 h 118476"/>
                <a:gd name="csX306" fmla="*/ 81692 w 86946"/>
                <a:gd name="csY306" fmla="*/ 47773 h 118476"/>
                <a:gd name="csX307" fmla="*/ 82647 w 86946"/>
                <a:gd name="csY307" fmla="*/ 50639 h 118476"/>
                <a:gd name="csX308" fmla="*/ 83603 w 86946"/>
                <a:gd name="csY308" fmla="*/ 53506 h 118476"/>
                <a:gd name="csX309" fmla="*/ 84558 w 86946"/>
                <a:gd name="csY309" fmla="*/ 55894 h 118476"/>
                <a:gd name="csX310" fmla="*/ 84558 w 86946"/>
                <a:gd name="csY310" fmla="*/ 58283 h 118476"/>
                <a:gd name="csX311" fmla="*/ 84558 w 86946"/>
                <a:gd name="csY311" fmla="*/ 59238 h 118476"/>
                <a:gd name="csX312" fmla="*/ 84558 w 86946"/>
                <a:gd name="csY312" fmla="*/ 61149 h 118476"/>
                <a:gd name="csX313" fmla="*/ 84080 w 86946"/>
                <a:gd name="csY313" fmla="*/ 62105 h 118476"/>
                <a:gd name="csX314" fmla="*/ 84558 w 86946"/>
                <a:gd name="csY314" fmla="*/ 64016 h 118476"/>
                <a:gd name="csX315" fmla="*/ 85991 w 86946"/>
                <a:gd name="csY315" fmla="*/ 68315 h 118476"/>
                <a:gd name="csX316" fmla="*/ 86469 w 86946"/>
                <a:gd name="csY316" fmla="*/ 70704 h 1184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</a:cxnLst>
              <a:rect l="l" t="t" r="r" b="b"/>
              <a:pathLst>
                <a:path w="86946" h="118476">
                  <a:moveTo>
                    <a:pt x="86469" y="70704"/>
                  </a:moveTo>
                  <a:lnTo>
                    <a:pt x="86947" y="75481"/>
                  </a:lnTo>
                  <a:lnTo>
                    <a:pt x="85991" y="77392"/>
                  </a:lnTo>
                  <a:lnTo>
                    <a:pt x="84558" y="78825"/>
                  </a:lnTo>
                  <a:lnTo>
                    <a:pt x="84080" y="81214"/>
                  </a:lnTo>
                  <a:lnTo>
                    <a:pt x="83125" y="83125"/>
                  </a:lnTo>
                  <a:lnTo>
                    <a:pt x="83125" y="86947"/>
                  </a:lnTo>
                  <a:lnTo>
                    <a:pt x="80258" y="91246"/>
                  </a:lnTo>
                  <a:lnTo>
                    <a:pt x="79303" y="92202"/>
                  </a:lnTo>
                  <a:lnTo>
                    <a:pt x="77870" y="92679"/>
                  </a:lnTo>
                  <a:lnTo>
                    <a:pt x="80736" y="95546"/>
                  </a:lnTo>
                  <a:lnTo>
                    <a:pt x="78347" y="96979"/>
                  </a:lnTo>
                  <a:lnTo>
                    <a:pt x="75959" y="97457"/>
                  </a:lnTo>
                  <a:lnTo>
                    <a:pt x="73570" y="96501"/>
                  </a:lnTo>
                  <a:lnTo>
                    <a:pt x="71659" y="96979"/>
                  </a:lnTo>
                  <a:lnTo>
                    <a:pt x="70226" y="97935"/>
                  </a:lnTo>
                  <a:lnTo>
                    <a:pt x="69748" y="98412"/>
                  </a:lnTo>
                  <a:lnTo>
                    <a:pt x="69271" y="97935"/>
                  </a:lnTo>
                  <a:lnTo>
                    <a:pt x="68315" y="95546"/>
                  </a:lnTo>
                  <a:lnTo>
                    <a:pt x="67360" y="97935"/>
                  </a:lnTo>
                  <a:lnTo>
                    <a:pt x="65927" y="98890"/>
                  </a:lnTo>
                  <a:lnTo>
                    <a:pt x="63060" y="98890"/>
                  </a:lnTo>
                  <a:lnTo>
                    <a:pt x="58761" y="99368"/>
                  </a:lnTo>
                  <a:lnTo>
                    <a:pt x="56850" y="100323"/>
                  </a:lnTo>
                  <a:lnTo>
                    <a:pt x="56372" y="101279"/>
                  </a:lnTo>
                  <a:lnTo>
                    <a:pt x="55894" y="102234"/>
                  </a:lnTo>
                  <a:lnTo>
                    <a:pt x="54939" y="103190"/>
                  </a:lnTo>
                  <a:lnTo>
                    <a:pt x="54461" y="103667"/>
                  </a:lnTo>
                  <a:lnTo>
                    <a:pt x="50639" y="104623"/>
                  </a:lnTo>
                  <a:lnTo>
                    <a:pt x="50162" y="105100"/>
                  </a:lnTo>
                  <a:lnTo>
                    <a:pt x="48728" y="107011"/>
                  </a:lnTo>
                  <a:lnTo>
                    <a:pt x="46340" y="107967"/>
                  </a:lnTo>
                  <a:lnTo>
                    <a:pt x="44906" y="108445"/>
                  </a:lnTo>
                  <a:lnTo>
                    <a:pt x="42996" y="107489"/>
                  </a:lnTo>
                  <a:lnTo>
                    <a:pt x="42518" y="106534"/>
                  </a:lnTo>
                  <a:lnTo>
                    <a:pt x="42040" y="106056"/>
                  </a:lnTo>
                  <a:lnTo>
                    <a:pt x="39651" y="106534"/>
                  </a:lnTo>
                  <a:lnTo>
                    <a:pt x="40129" y="106534"/>
                  </a:lnTo>
                  <a:lnTo>
                    <a:pt x="40607" y="107489"/>
                  </a:lnTo>
                  <a:lnTo>
                    <a:pt x="41085" y="108922"/>
                  </a:lnTo>
                  <a:lnTo>
                    <a:pt x="40607" y="110833"/>
                  </a:lnTo>
                  <a:lnTo>
                    <a:pt x="39651" y="111311"/>
                  </a:lnTo>
                  <a:lnTo>
                    <a:pt x="38218" y="111789"/>
                  </a:lnTo>
                  <a:lnTo>
                    <a:pt x="35830" y="113222"/>
                  </a:lnTo>
                  <a:lnTo>
                    <a:pt x="32963" y="113700"/>
                  </a:lnTo>
                  <a:lnTo>
                    <a:pt x="31530" y="115133"/>
                  </a:lnTo>
                  <a:lnTo>
                    <a:pt x="21975" y="117999"/>
                  </a:lnTo>
                  <a:lnTo>
                    <a:pt x="21498" y="117999"/>
                  </a:lnTo>
                  <a:lnTo>
                    <a:pt x="20064" y="117044"/>
                  </a:lnTo>
                  <a:lnTo>
                    <a:pt x="18631" y="117044"/>
                  </a:lnTo>
                  <a:lnTo>
                    <a:pt x="17198" y="117044"/>
                  </a:lnTo>
                  <a:lnTo>
                    <a:pt x="13376" y="118477"/>
                  </a:lnTo>
                  <a:lnTo>
                    <a:pt x="10988" y="117999"/>
                  </a:lnTo>
                  <a:lnTo>
                    <a:pt x="13854" y="114655"/>
                  </a:lnTo>
                  <a:lnTo>
                    <a:pt x="17198" y="112744"/>
                  </a:lnTo>
                  <a:lnTo>
                    <a:pt x="17198" y="112266"/>
                  </a:lnTo>
                  <a:lnTo>
                    <a:pt x="16243" y="112266"/>
                  </a:lnTo>
                  <a:lnTo>
                    <a:pt x="10032" y="113222"/>
                  </a:lnTo>
                  <a:lnTo>
                    <a:pt x="7644" y="114655"/>
                  </a:lnTo>
                  <a:lnTo>
                    <a:pt x="5733" y="114655"/>
                  </a:lnTo>
                  <a:lnTo>
                    <a:pt x="6688" y="113222"/>
                  </a:lnTo>
                  <a:lnTo>
                    <a:pt x="9555" y="110833"/>
                  </a:lnTo>
                  <a:lnTo>
                    <a:pt x="10988" y="109878"/>
                  </a:lnTo>
                  <a:lnTo>
                    <a:pt x="11943" y="109400"/>
                  </a:lnTo>
                  <a:lnTo>
                    <a:pt x="12898" y="108445"/>
                  </a:lnTo>
                  <a:lnTo>
                    <a:pt x="15765" y="106534"/>
                  </a:lnTo>
                  <a:lnTo>
                    <a:pt x="6210" y="109878"/>
                  </a:lnTo>
                  <a:lnTo>
                    <a:pt x="3822" y="109400"/>
                  </a:lnTo>
                  <a:lnTo>
                    <a:pt x="3344" y="108445"/>
                  </a:lnTo>
                  <a:lnTo>
                    <a:pt x="955" y="108922"/>
                  </a:lnTo>
                  <a:lnTo>
                    <a:pt x="478" y="107011"/>
                  </a:lnTo>
                  <a:lnTo>
                    <a:pt x="3344" y="103667"/>
                  </a:lnTo>
                  <a:lnTo>
                    <a:pt x="5255" y="102234"/>
                  </a:lnTo>
                  <a:lnTo>
                    <a:pt x="7166" y="101756"/>
                  </a:lnTo>
                  <a:lnTo>
                    <a:pt x="9077" y="100801"/>
                  </a:lnTo>
                  <a:lnTo>
                    <a:pt x="9555" y="99368"/>
                  </a:lnTo>
                  <a:lnTo>
                    <a:pt x="8599" y="98890"/>
                  </a:lnTo>
                  <a:lnTo>
                    <a:pt x="2866" y="99368"/>
                  </a:lnTo>
                  <a:lnTo>
                    <a:pt x="0" y="98890"/>
                  </a:lnTo>
                  <a:lnTo>
                    <a:pt x="478" y="97935"/>
                  </a:lnTo>
                  <a:lnTo>
                    <a:pt x="955" y="96979"/>
                  </a:lnTo>
                  <a:lnTo>
                    <a:pt x="3822" y="95068"/>
                  </a:lnTo>
                  <a:lnTo>
                    <a:pt x="5255" y="94591"/>
                  </a:lnTo>
                  <a:lnTo>
                    <a:pt x="6688" y="95068"/>
                  </a:lnTo>
                  <a:lnTo>
                    <a:pt x="8121" y="95546"/>
                  </a:lnTo>
                  <a:lnTo>
                    <a:pt x="9077" y="96024"/>
                  </a:lnTo>
                  <a:lnTo>
                    <a:pt x="12421" y="95546"/>
                  </a:lnTo>
                  <a:lnTo>
                    <a:pt x="10988" y="94591"/>
                  </a:lnTo>
                  <a:lnTo>
                    <a:pt x="10988" y="91724"/>
                  </a:lnTo>
                  <a:lnTo>
                    <a:pt x="9555" y="91246"/>
                  </a:lnTo>
                  <a:lnTo>
                    <a:pt x="10988" y="89813"/>
                  </a:lnTo>
                  <a:lnTo>
                    <a:pt x="12421" y="89335"/>
                  </a:lnTo>
                  <a:lnTo>
                    <a:pt x="15287" y="86947"/>
                  </a:lnTo>
                  <a:lnTo>
                    <a:pt x="16243" y="86469"/>
                  </a:lnTo>
                  <a:lnTo>
                    <a:pt x="21020" y="85991"/>
                  </a:lnTo>
                  <a:lnTo>
                    <a:pt x="26753" y="84558"/>
                  </a:lnTo>
                  <a:lnTo>
                    <a:pt x="32008" y="82647"/>
                  </a:lnTo>
                  <a:lnTo>
                    <a:pt x="29141" y="81692"/>
                  </a:lnTo>
                  <a:lnTo>
                    <a:pt x="28186" y="80736"/>
                  </a:lnTo>
                  <a:lnTo>
                    <a:pt x="25797" y="83125"/>
                  </a:lnTo>
                  <a:lnTo>
                    <a:pt x="24364" y="84080"/>
                  </a:lnTo>
                  <a:lnTo>
                    <a:pt x="20064" y="84558"/>
                  </a:lnTo>
                  <a:lnTo>
                    <a:pt x="18631" y="84558"/>
                  </a:lnTo>
                  <a:lnTo>
                    <a:pt x="16721" y="83603"/>
                  </a:lnTo>
                  <a:lnTo>
                    <a:pt x="16243" y="84080"/>
                  </a:lnTo>
                  <a:lnTo>
                    <a:pt x="15287" y="84558"/>
                  </a:lnTo>
                  <a:lnTo>
                    <a:pt x="12421" y="85991"/>
                  </a:lnTo>
                  <a:lnTo>
                    <a:pt x="9555" y="85991"/>
                  </a:lnTo>
                  <a:lnTo>
                    <a:pt x="12898" y="83603"/>
                  </a:lnTo>
                  <a:lnTo>
                    <a:pt x="17676" y="79781"/>
                  </a:lnTo>
                  <a:lnTo>
                    <a:pt x="18631" y="78348"/>
                  </a:lnTo>
                  <a:lnTo>
                    <a:pt x="20064" y="76437"/>
                  </a:lnTo>
                  <a:lnTo>
                    <a:pt x="19587" y="75481"/>
                  </a:lnTo>
                  <a:lnTo>
                    <a:pt x="18631" y="75004"/>
                  </a:lnTo>
                  <a:lnTo>
                    <a:pt x="21975" y="70226"/>
                  </a:lnTo>
                  <a:lnTo>
                    <a:pt x="22931" y="69271"/>
                  </a:lnTo>
                  <a:lnTo>
                    <a:pt x="24842" y="69271"/>
                  </a:lnTo>
                  <a:lnTo>
                    <a:pt x="26753" y="68793"/>
                  </a:lnTo>
                  <a:lnTo>
                    <a:pt x="27230" y="68793"/>
                  </a:lnTo>
                  <a:lnTo>
                    <a:pt x="27708" y="68315"/>
                  </a:lnTo>
                  <a:lnTo>
                    <a:pt x="29141" y="66882"/>
                  </a:lnTo>
                  <a:lnTo>
                    <a:pt x="27230" y="65927"/>
                  </a:lnTo>
                  <a:lnTo>
                    <a:pt x="24842" y="65449"/>
                  </a:lnTo>
                  <a:lnTo>
                    <a:pt x="18631" y="65927"/>
                  </a:lnTo>
                  <a:lnTo>
                    <a:pt x="17676" y="65927"/>
                  </a:lnTo>
                  <a:lnTo>
                    <a:pt x="16721" y="65449"/>
                  </a:lnTo>
                  <a:lnTo>
                    <a:pt x="16243" y="64971"/>
                  </a:lnTo>
                  <a:lnTo>
                    <a:pt x="15765" y="63538"/>
                  </a:lnTo>
                  <a:lnTo>
                    <a:pt x="15287" y="63060"/>
                  </a:lnTo>
                  <a:lnTo>
                    <a:pt x="13854" y="63060"/>
                  </a:lnTo>
                  <a:lnTo>
                    <a:pt x="12421" y="63538"/>
                  </a:lnTo>
                  <a:lnTo>
                    <a:pt x="11465" y="63538"/>
                  </a:lnTo>
                  <a:lnTo>
                    <a:pt x="10510" y="63060"/>
                  </a:lnTo>
                  <a:lnTo>
                    <a:pt x="11943" y="61149"/>
                  </a:lnTo>
                  <a:lnTo>
                    <a:pt x="10032" y="60672"/>
                  </a:lnTo>
                  <a:lnTo>
                    <a:pt x="7644" y="61149"/>
                  </a:lnTo>
                  <a:lnTo>
                    <a:pt x="6210" y="60672"/>
                  </a:lnTo>
                  <a:lnTo>
                    <a:pt x="6210" y="59716"/>
                  </a:lnTo>
                  <a:lnTo>
                    <a:pt x="6688" y="58761"/>
                  </a:lnTo>
                  <a:lnTo>
                    <a:pt x="5733" y="57805"/>
                  </a:lnTo>
                  <a:lnTo>
                    <a:pt x="5733" y="56372"/>
                  </a:lnTo>
                  <a:lnTo>
                    <a:pt x="6688" y="55894"/>
                  </a:lnTo>
                  <a:lnTo>
                    <a:pt x="8121" y="56372"/>
                  </a:lnTo>
                  <a:lnTo>
                    <a:pt x="10510" y="55417"/>
                  </a:lnTo>
                  <a:lnTo>
                    <a:pt x="13376" y="54939"/>
                  </a:lnTo>
                  <a:lnTo>
                    <a:pt x="10988" y="53984"/>
                  </a:lnTo>
                  <a:lnTo>
                    <a:pt x="9555" y="53028"/>
                  </a:lnTo>
                  <a:lnTo>
                    <a:pt x="9555" y="52072"/>
                  </a:lnTo>
                  <a:lnTo>
                    <a:pt x="10032" y="51117"/>
                  </a:lnTo>
                  <a:lnTo>
                    <a:pt x="12898" y="49206"/>
                  </a:lnTo>
                  <a:lnTo>
                    <a:pt x="16243" y="48728"/>
                  </a:lnTo>
                  <a:lnTo>
                    <a:pt x="16243" y="47773"/>
                  </a:lnTo>
                  <a:lnTo>
                    <a:pt x="16243" y="46340"/>
                  </a:lnTo>
                  <a:lnTo>
                    <a:pt x="12898" y="45862"/>
                  </a:lnTo>
                  <a:lnTo>
                    <a:pt x="9555" y="46818"/>
                  </a:lnTo>
                  <a:lnTo>
                    <a:pt x="10032" y="44429"/>
                  </a:lnTo>
                  <a:lnTo>
                    <a:pt x="10988" y="42518"/>
                  </a:lnTo>
                  <a:lnTo>
                    <a:pt x="10988" y="41085"/>
                  </a:lnTo>
                  <a:lnTo>
                    <a:pt x="10988" y="39652"/>
                  </a:lnTo>
                  <a:lnTo>
                    <a:pt x="9077" y="40607"/>
                  </a:lnTo>
                  <a:lnTo>
                    <a:pt x="9077" y="38218"/>
                  </a:lnTo>
                  <a:lnTo>
                    <a:pt x="8599" y="36785"/>
                  </a:lnTo>
                  <a:lnTo>
                    <a:pt x="6210" y="37741"/>
                  </a:lnTo>
                  <a:lnTo>
                    <a:pt x="6210" y="35830"/>
                  </a:lnTo>
                  <a:lnTo>
                    <a:pt x="6688" y="34874"/>
                  </a:lnTo>
                  <a:lnTo>
                    <a:pt x="8121" y="33919"/>
                  </a:lnTo>
                  <a:lnTo>
                    <a:pt x="9077" y="34397"/>
                  </a:lnTo>
                  <a:lnTo>
                    <a:pt x="11465" y="34397"/>
                  </a:lnTo>
                  <a:lnTo>
                    <a:pt x="13376" y="33441"/>
                  </a:lnTo>
                  <a:lnTo>
                    <a:pt x="16721" y="32963"/>
                  </a:lnTo>
                  <a:lnTo>
                    <a:pt x="21498" y="33441"/>
                  </a:lnTo>
                  <a:lnTo>
                    <a:pt x="24842" y="36307"/>
                  </a:lnTo>
                  <a:lnTo>
                    <a:pt x="25797" y="35830"/>
                  </a:lnTo>
                  <a:lnTo>
                    <a:pt x="27230" y="33919"/>
                  </a:lnTo>
                  <a:lnTo>
                    <a:pt x="27708" y="33919"/>
                  </a:lnTo>
                  <a:lnTo>
                    <a:pt x="32963" y="34397"/>
                  </a:lnTo>
                  <a:lnTo>
                    <a:pt x="35830" y="35352"/>
                  </a:lnTo>
                  <a:lnTo>
                    <a:pt x="36785" y="35352"/>
                  </a:lnTo>
                  <a:lnTo>
                    <a:pt x="36307" y="33441"/>
                  </a:lnTo>
                  <a:lnTo>
                    <a:pt x="35352" y="32008"/>
                  </a:lnTo>
                  <a:lnTo>
                    <a:pt x="36785" y="30097"/>
                  </a:lnTo>
                  <a:lnTo>
                    <a:pt x="38218" y="29142"/>
                  </a:lnTo>
                  <a:lnTo>
                    <a:pt x="39174" y="28186"/>
                  </a:lnTo>
                  <a:lnTo>
                    <a:pt x="42040" y="27708"/>
                  </a:lnTo>
                  <a:lnTo>
                    <a:pt x="42996" y="26753"/>
                  </a:lnTo>
                  <a:lnTo>
                    <a:pt x="43951" y="24842"/>
                  </a:lnTo>
                  <a:lnTo>
                    <a:pt x="44906" y="22931"/>
                  </a:lnTo>
                  <a:lnTo>
                    <a:pt x="38696" y="23886"/>
                  </a:lnTo>
                  <a:lnTo>
                    <a:pt x="32486" y="21498"/>
                  </a:lnTo>
                  <a:lnTo>
                    <a:pt x="33441" y="20065"/>
                  </a:lnTo>
                  <a:lnTo>
                    <a:pt x="34874" y="19109"/>
                  </a:lnTo>
                  <a:lnTo>
                    <a:pt x="36785" y="18154"/>
                  </a:lnTo>
                  <a:lnTo>
                    <a:pt x="37263" y="17198"/>
                  </a:lnTo>
                  <a:lnTo>
                    <a:pt x="38218" y="16721"/>
                  </a:lnTo>
                  <a:lnTo>
                    <a:pt x="40129" y="14810"/>
                  </a:lnTo>
                  <a:lnTo>
                    <a:pt x="39651" y="12421"/>
                  </a:lnTo>
                  <a:lnTo>
                    <a:pt x="39651" y="10988"/>
                  </a:lnTo>
                  <a:lnTo>
                    <a:pt x="41085" y="9555"/>
                  </a:lnTo>
                  <a:lnTo>
                    <a:pt x="41562" y="8121"/>
                  </a:lnTo>
                  <a:lnTo>
                    <a:pt x="42040" y="6688"/>
                  </a:lnTo>
                  <a:lnTo>
                    <a:pt x="44906" y="6211"/>
                  </a:lnTo>
                  <a:lnTo>
                    <a:pt x="47295" y="5255"/>
                  </a:lnTo>
                  <a:lnTo>
                    <a:pt x="48251" y="5255"/>
                  </a:lnTo>
                  <a:lnTo>
                    <a:pt x="51595" y="5255"/>
                  </a:lnTo>
                  <a:lnTo>
                    <a:pt x="52550" y="5733"/>
                  </a:lnTo>
                  <a:lnTo>
                    <a:pt x="52072" y="3344"/>
                  </a:lnTo>
                  <a:lnTo>
                    <a:pt x="53983" y="3344"/>
                  </a:lnTo>
                  <a:lnTo>
                    <a:pt x="54939" y="3822"/>
                  </a:lnTo>
                  <a:lnTo>
                    <a:pt x="55416" y="5255"/>
                  </a:lnTo>
                  <a:lnTo>
                    <a:pt x="55894" y="6211"/>
                  </a:lnTo>
                  <a:lnTo>
                    <a:pt x="56372" y="7644"/>
                  </a:lnTo>
                  <a:lnTo>
                    <a:pt x="55894" y="8599"/>
                  </a:lnTo>
                  <a:lnTo>
                    <a:pt x="54939" y="9555"/>
                  </a:lnTo>
                  <a:lnTo>
                    <a:pt x="55894" y="10510"/>
                  </a:lnTo>
                  <a:lnTo>
                    <a:pt x="54461" y="12421"/>
                  </a:lnTo>
                  <a:lnTo>
                    <a:pt x="55894" y="11465"/>
                  </a:lnTo>
                  <a:lnTo>
                    <a:pt x="57805" y="10032"/>
                  </a:lnTo>
                  <a:lnTo>
                    <a:pt x="57805" y="8599"/>
                  </a:lnTo>
                  <a:lnTo>
                    <a:pt x="57328" y="6688"/>
                  </a:lnTo>
                  <a:lnTo>
                    <a:pt x="56850" y="5255"/>
                  </a:lnTo>
                  <a:lnTo>
                    <a:pt x="57328" y="3344"/>
                  </a:lnTo>
                  <a:lnTo>
                    <a:pt x="58283" y="2389"/>
                  </a:lnTo>
                  <a:lnTo>
                    <a:pt x="61627" y="1911"/>
                  </a:lnTo>
                  <a:lnTo>
                    <a:pt x="60194" y="0"/>
                  </a:lnTo>
                  <a:lnTo>
                    <a:pt x="61149" y="0"/>
                  </a:lnTo>
                  <a:lnTo>
                    <a:pt x="62582" y="0"/>
                  </a:lnTo>
                  <a:lnTo>
                    <a:pt x="64493" y="1911"/>
                  </a:lnTo>
                  <a:lnTo>
                    <a:pt x="66404" y="2866"/>
                  </a:lnTo>
                  <a:lnTo>
                    <a:pt x="68315" y="3822"/>
                  </a:lnTo>
                  <a:lnTo>
                    <a:pt x="66404" y="5733"/>
                  </a:lnTo>
                  <a:lnTo>
                    <a:pt x="64016" y="7166"/>
                  </a:lnTo>
                  <a:lnTo>
                    <a:pt x="63060" y="8599"/>
                  </a:lnTo>
                  <a:lnTo>
                    <a:pt x="60194" y="10510"/>
                  </a:lnTo>
                  <a:lnTo>
                    <a:pt x="59716" y="10510"/>
                  </a:lnTo>
                  <a:lnTo>
                    <a:pt x="59238" y="11465"/>
                  </a:lnTo>
                  <a:lnTo>
                    <a:pt x="58761" y="14332"/>
                  </a:lnTo>
                  <a:lnTo>
                    <a:pt x="58283" y="15287"/>
                  </a:lnTo>
                  <a:lnTo>
                    <a:pt x="57328" y="16721"/>
                  </a:lnTo>
                  <a:lnTo>
                    <a:pt x="56372" y="18631"/>
                  </a:lnTo>
                  <a:lnTo>
                    <a:pt x="55894" y="19109"/>
                  </a:lnTo>
                  <a:lnTo>
                    <a:pt x="55416" y="19587"/>
                  </a:lnTo>
                  <a:lnTo>
                    <a:pt x="53505" y="20065"/>
                  </a:lnTo>
                  <a:lnTo>
                    <a:pt x="53028" y="20542"/>
                  </a:lnTo>
                  <a:lnTo>
                    <a:pt x="51595" y="20542"/>
                  </a:lnTo>
                  <a:lnTo>
                    <a:pt x="51595" y="20542"/>
                  </a:lnTo>
                  <a:lnTo>
                    <a:pt x="50162" y="20542"/>
                  </a:lnTo>
                  <a:lnTo>
                    <a:pt x="49206" y="21020"/>
                  </a:lnTo>
                  <a:lnTo>
                    <a:pt x="49206" y="21020"/>
                  </a:lnTo>
                  <a:lnTo>
                    <a:pt x="49206" y="21498"/>
                  </a:lnTo>
                  <a:lnTo>
                    <a:pt x="49684" y="21976"/>
                  </a:lnTo>
                  <a:lnTo>
                    <a:pt x="49684" y="21976"/>
                  </a:lnTo>
                  <a:lnTo>
                    <a:pt x="51117" y="22931"/>
                  </a:lnTo>
                  <a:lnTo>
                    <a:pt x="51117" y="22931"/>
                  </a:lnTo>
                  <a:lnTo>
                    <a:pt x="52550" y="23409"/>
                  </a:lnTo>
                  <a:lnTo>
                    <a:pt x="52550" y="24364"/>
                  </a:lnTo>
                  <a:lnTo>
                    <a:pt x="51595" y="24842"/>
                  </a:lnTo>
                  <a:lnTo>
                    <a:pt x="46817" y="26753"/>
                  </a:lnTo>
                  <a:lnTo>
                    <a:pt x="45384" y="27708"/>
                  </a:lnTo>
                  <a:lnTo>
                    <a:pt x="44906" y="28664"/>
                  </a:lnTo>
                  <a:lnTo>
                    <a:pt x="45384" y="29619"/>
                  </a:lnTo>
                  <a:lnTo>
                    <a:pt x="45384" y="30097"/>
                  </a:lnTo>
                  <a:lnTo>
                    <a:pt x="49206" y="33441"/>
                  </a:lnTo>
                  <a:lnTo>
                    <a:pt x="49206" y="33441"/>
                  </a:lnTo>
                  <a:lnTo>
                    <a:pt x="49684" y="33919"/>
                  </a:lnTo>
                  <a:lnTo>
                    <a:pt x="50639" y="35830"/>
                  </a:lnTo>
                  <a:lnTo>
                    <a:pt x="53983" y="36785"/>
                  </a:lnTo>
                  <a:lnTo>
                    <a:pt x="55416" y="38218"/>
                  </a:lnTo>
                  <a:lnTo>
                    <a:pt x="56850" y="38696"/>
                  </a:lnTo>
                  <a:lnTo>
                    <a:pt x="59238" y="38696"/>
                  </a:lnTo>
                  <a:lnTo>
                    <a:pt x="60194" y="39174"/>
                  </a:lnTo>
                  <a:lnTo>
                    <a:pt x="61149" y="38696"/>
                  </a:lnTo>
                  <a:lnTo>
                    <a:pt x="61149" y="37741"/>
                  </a:lnTo>
                  <a:lnTo>
                    <a:pt x="63538" y="35830"/>
                  </a:lnTo>
                  <a:lnTo>
                    <a:pt x="63538" y="35830"/>
                  </a:lnTo>
                  <a:lnTo>
                    <a:pt x="64493" y="35352"/>
                  </a:lnTo>
                  <a:lnTo>
                    <a:pt x="64016" y="34397"/>
                  </a:lnTo>
                  <a:lnTo>
                    <a:pt x="63538" y="33441"/>
                  </a:lnTo>
                  <a:lnTo>
                    <a:pt x="64971" y="31530"/>
                  </a:lnTo>
                  <a:lnTo>
                    <a:pt x="66404" y="30097"/>
                  </a:lnTo>
                  <a:lnTo>
                    <a:pt x="67360" y="30097"/>
                  </a:lnTo>
                  <a:lnTo>
                    <a:pt x="68793" y="31052"/>
                  </a:lnTo>
                  <a:lnTo>
                    <a:pt x="69748" y="32486"/>
                  </a:lnTo>
                  <a:lnTo>
                    <a:pt x="70226" y="33441"/>
                  </a:lnTo>
                  <a:lnTo>
                    <a:pt x="70226" y="34397"/>
                  </a:lnTo>
                  <a:lnTo>
                    <a:pt x="71182" y="35830"/>
                  </a:lnTo>
                  <a:lnTo>
                    <a:pt x="71182" y="35830"/>
                  </a:lnTo>
                  <a:lnTo>
                    <a:pt x="72137" y="36785"/>
                  </a:lnTo>
                  <a:lnTo>
                    <a:pt x="74048" y="36785"/>
                  </a:lnTo>
                  <a:lnTo>
                    <a:pt x="74526" y="37741"/>
                  </a:lnTo>
                  <a:lnTo>
                    <a:pt x="74048" y="40129"/>
                  </a:lnTo>
                  <a:lnTo>
                    <a:pt x="74526" y="41085"/>
                  </a:lnTo>
                  <a:lnTo>
                    <a:pt x="74526" y="41085"/>
                  </a:lnTo>
                  <a:lnTo>
                    <a:pt x="76437" y="41085"/>
                  </a:lnTo>
                  <a:lnTo>
                    <a:pt x="78347" y="40607"/>
                  </a:lnTo>
                  <a:lnTo>
                    <a:pt x="79303" y="40607"/>
                  </a:lnTo>
                  <a:lnTo>
                    <a:pt x="80258" y="40129"/>
                  </a:lnTo>
                  <a:lnTo>
                    <a:pt x="81214" y="39652"/>
                  </a:lnTo>
                  <a:lnTo>
                    <a:pt x="83125" y="40129"/>
                  </a:lnTo>
                  <a:lnTo>
                    <a:pt x="83125" y="40129"/>
                  </a:lnTo>
                  <a:lnTo>
                    <a:pt x="83603" y="41085"/>
                  </a:lnTo>
                  <a:lnTo>
                    <a:pt x="84080" y="42040"/>
                  </a:lnTo>
                  <a:lnTo>
                    <a:pt x="82647" y="42518"/>
                  </a:lnTo>
                  <a:lnTo>
                    <a:pt x="81214" y="42518"/>
                  </a:lnTo>
                  <a:lnTo>
                    <a:pt x="80258" y="42996"/>
                  </a:lnTo>
                  <a:lnTo>
                    <a:pt x="80258" y="44429"/>
                  </a:lnTo>
                  <a:lnTo>
                    <a:pt x="80736" y="46340"/>
                  </a:lnTo>
                  <a:lnTo>
                    <a:pt x="81692" y="47773"/>
                  </a:lnTo>
                  <a:lnTo>
                    <a:pt x="82647" y="50639"/>
                  </a:lnTo>
                  <a:lnTo>
                    <a:pt x="83603" y="53506"/>
                  </a:lnTo>
                  <a:lnTo>
                    <a:pt x="84558" y="55894"/>
                  </a:lnTo>
                  <a:lnTo>
                    <a:pt x="84558" y="58283"/>
                  </a:lnTo>
                  <a:lnTo>
                    <a:pt x="84558" y="59238"/>
                  </a:lnTo>
                  <a:lnTo>
                    <a:pt x="84558" y="61149"/>
                  </a:lnTo>
                  <a:lnTo>
                    <a:pt x="84080" y="62105"/>
                  </a:lnTo>
                  <a:lnTo>
                    <a:pt x="84558" y="64016"/>
                  </a:lnTo>
                  <a:lnTo>
                    <a:pt x="85991" y="68315"/>
                  </a:lnTo>
                  <a:lnTo>
                    <a:pt x="86469" y="7070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0" name="Freeform 2309">
              <a:extLst>
                <a:ext uri="{FF2B5EF4-FFF2-40B4-BE49-F238E27FC236}">
                  <a16:creationId xmlns:a16="http://schemas.microsoft.com/office/drawing/2014/main" id="{932BFEE1-5955-601E-431C-8E6DA22A85E9}"/>
                </a:ext>
              </a:extLst>
            </p:cNvPr>
            <p:cNvSpPr/>
            <p:nvPr/>
          </p:nvSpPr>
          <p:spPr>
            <a:xfrm>
              <a:off x="5756333" y="4248567"/>
              <a:ext cx="7165" cy="4299"/>
            </a:xfrm>
            <a:custGeom>
              <a:avLst/>
              <a:gdLst>
                <a:gd name="csX0" fmla="*/ 3822 w 7165"/>
                <a:gd name="csY0" fmla="*/ 1911 h 4299"/>
                <a:gd name="csX1" fmla="*/ 7166 w 7165"/>
                <a:gd name="csY1" fmla="*/ 4299 h 4299"/>
                <a:gd name="csX2" fmla="*/ 3822 w 7165"/>
                <a:gd name="csY2" fmla="*/ 1911 h 4299"/>
                <a:gd name="csX3" fmla="*/ 0 w 7165"/>
                <a:gd name="csY3" fmla="*/ 0 h 4299"/>
                <a:gd name="csX4" fmla="*/ 3822 w 7165"/>
                <a:gd name="csY4" fmla="*/ 1911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65" h="4299">
                  <a:moveTo>
                    <a:pt x="3822" y="1911"/>
                  </a:moveTo>
                  <a:lnTo>
                    <a:pt x="7166" y="4299"/>
                  </a:lnTo>
                  <a:lnTo>
                    <a:pt x="3822" y="1911"/>
                  </a:lnTo>
                  <a:lnTo>
                    <a:pt x="0" y="0"/>
                  </a:lnTo>
                  <a:lnTo>
                    <a:pt x="3822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1" name="Freeform 2310">
              <a:extLst>
                <a:ext uri="{FF2B5EF4-FFF2-40B4-BE49-F238E27FC236}">
                  <a16:creationId xmlns:a16="http://schemas.microsoft.com/office/drawing/2014/main" id="{8178BC14-943A-5E96-71A3-DBB24B363D56}"/>
                </a:ext>
              </a:extLst>
            </p:cNvPr>
            <p:cNvSpPr/>
            <p:nvPr/>
          </p:nvSpPr>
          <p:spPr>
            <a:xfrm>
              <a:off x="5754900" y="3507609"/>
              <a:ext cx="8599" cy="10032"/>
            </a:xfrm>
            <a:custGeom>
              <a:avLst/>
              <a:gdLst>
                <a:gd name="csX0" fmla="*/ 8599 w 8599"/>
                <a:gd name="csY0" fmla="*/ 6688 h 10032"/>
                <a:gd name="csX1" fmla="*/ 8599 w 8599"/>
                <a:gd name="csY1" fmla="*/ 7644 h 10032"/>
                <a:gd name="csX2" fmla="*/ 8121 w 8599"/>
                <a:gd name="csY2" fmla="*/ 8599 h 10032"/>
                <a:gd name="csX3" fmla="*/ 4777 w 8599"/>
                <a:gd name="csY3" fmla="*/ 10032 h 10032"/>
                <a:gd name="csX4" fmla="*/ 3822 w 8599"/>
                <a:gd name="csY4" fmla="*/ 10032 h 10032"/>
                <a:gd name="csX5" fmla="*/ 3822 w 8599"/>
                <a:gd name="csY5" fmla="*/ 10032 h 10032"/>
                <a:gd name="csX6" fmla="*/ 4300 w 8599"/>
                <a:gd name="csY6" fmla="*/ 8121 h 10032"/>
                <a:gd name="csX7" fmla="*/ 3822 w 8599"/>
                <a:gd name="csY7" fmla="*/ 6210 h 10032"/>
                <a:gd name="csX8" fmla="*/ 4300 w 8599"/>
                <a:gd name="csY8" fmla="*/ 4777 h 10032"/>
                <a:gd name="csX9" fmla="*/ 3822 w 8599"/>
                <a:gd name="csY9" fmla="*/ 4777 h 10032"/>
                <a:gd name="csX10" fmla="*/ 3344 w 8599"/>
                <a:gd name="csY10" fmla="*/ 4777 h 10032"/>
                <a:gd name="csX11" fmla="*/ 956 w 8599"/>
                <a:gd name="csY11" fmla="*/ 7166 h 10032"/>
                <a:gd name="csX12" fmla="*/ 0 w 8599"/>
                <a:gd name="csY12" fmla="*/ 7166 h 10032"/>
                <a:gd name="csX13" fmla="*/ 0 w 8599"/>
                <a:gd name="csY13" fmla="*/ 6688 h 10032"/>
                <a:gd name="csX14" fmla="*/ 478 w 8599"/>
                <a:gd name="csY14" fmla="*/ 4777 h 10032"/>
                <a:gd name="csX15" fmla="*/ 478 w 8599"/>
                <a:gd name="csY15" fmla="*/ 3822 h 10032"/>
                <a:gd name="csX16" fmla="*/ 956 w 8599"/>
                <a:gd name="csY16" fmla="*/ 2866 h 10032"/>
                <a:gd name="csX17" fmla="*/ 1433 w 8599"/>
                <a:gd name="csY17" fmla="*/ 2389 h 10032"/>
                <a:gd name="csX18" fmla="*/ 2389 w 8599"/>
                <a:gd name="csY18" fmla="*/ 1911 h 10032"/>
                <a:gd name="csX19" fmla="*/ 2867 w 8599"/>
                <a:gd name="csY19" fmla="*/ 1433 h 10032"/>
                <a:gd name="csX20" fmla="*/ 3822 w 8599"/>
                <a:gd name="csY20" fmla="*/ 2389 h 10032"/>
                <a:gd name="csX21" fmla="*/ 5733 w 8599"/>
                <a:gd name="csY21" fmla="*/ 478 h 10032"/>
                <a:gd name="csX22" fmla="*/ 7166 w 8599"/>
                <a:gd name="csY22" fmla="*/ 0 h 10032"/>
                <a:gd name="csX23" fmla="*/ 8121 w 8599"/>
                <a:gd name="csY23" fmla="*/ 3822 h 10032"/>
                <a:gd name="csX24" fmla="*/ 8599 w 8599"/>
                <a:gd name="csY24" fmla="*/ 6688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8599" h="10032">
                  <a:moveTo>
                    <a:pt x="8599" y="6688"/>
                  </a:moveTo>
                  <a:lnTo>
                    <a:pt x="8599" y="7644"/>
                  </a:lnTo>
                  <a:lnTo>
                    <a:pt x="8121" y="8599"/>
                  </a:lnTo>
                  <a:lnTo>
                    <a:pt x="4777" y="10032"/>
                  </a:lnTo>
                  <a:lnTo>
                    <a:pt x="3822" y="10032"/>
                  </a:lnTo>
                  <a:lnTo>
                    <a:pt x="3822" y="10032"/>
                  </a:lnTo>
                  <a:lnTo>
                    <a:pt x="4300" y="8121"/>
                  </a:lnTo>
                  <a:lnTo>
                    <a:pt x="3822" y="6210"/>
                  </a:lnTo>
                  <a:lnTo>
                    <a:pt x="4300" y="4777"/>
                  </a:lnTo>
                  <a:lnTo>
                    <a:pt x="3822" y="4777"/>
                  </a:lnTo>
                  <a:lnTo>
                    <a:pt x="3344" y="4777"/>
                  </a:lnTo>
                  <a:lnTo>
                    <a:pt x="956" y="7166"/>
                  </a:lnTo>
                  <a:lnTo>
                    <a:pt x="0" y="7166"/>
                  </a:lnTo>
                  <a:lnTo>
                    <a:pt x="0" y="6688"/>
                  </a:lnTo>
                  <a:lnTo>
                    <a:pt x="478" y="4777"/>
                  </a:lnTo>
                  <a:lnTo>
                    <a:pt x="478" y="3822"/>
                  </a:lnTo>
                  <a:lnTo>
                    <a:pt x="956" y="2866"/>
                  </a:lnTo>
                  <a:lnTo>
                    <a:pt x="1433" y="2389"/>
                  </a:lnTo>
                  <a:lnTo>
                    <a:pt x="2389" y="1911"/>
                  </a:lnTo>
                  <a:lnTo>
                    <a:pt x="2867" y="1433"/>
                  </a:lnTo>
                  <a:lnTo>
                    <a:pt x="3822" y="2389"/>
                  </a:lnTo>
                  <a:lnTo>
                    <a:pt x="5733" y="478"/>
                  </a:lnTo>
                  <a:lnTo>
                    <a:pt x="7166" y="0"/>
                  </a:lnTo>
                  <a:lnTo>
                    <a:pt x="8121" y="3822"/>
                  </a:lnTo>
                  <a:lnTo>
                    <a:pt x="8599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2" name="Freeform 2311">
              <a:extLst>
                <a:ext uri="{FF2B5EF4-FFF2-40B4-BE49-F238E27FC236}">
                  <a16:creationId xmlns:a16="http://schemas.microsoft.com/office/drawing/2014/main" id="{D53918E7-948A-A6CC-4D82-4FE417E519C1}"/>
                </a:ext>
              </a:extLst>
            </p:cNvPr>
            <p:cNvSpPr/>
            <p:nvPr/>
          </p:nvSpPr>
          <p:spPr>
            <a:xfrm>
              <a:off x="5741524" y="3895525"/>
              <a:ext cx="19587" cy="11465"/>
            </a:xfrm>
            <a:custGeom>
              <a:avLst/>
              <a:gdLst>
                <a:gd name="csX0" fmla="*/ 19587 w 19587"/>
                <a:gd name="csY0" fmla="*/ 10032 h 11465"/>
                <a:gd name="csX1" fmla="*/ 19587 w 19587"/>
                <a:gd name="csY1" fmla="*/ 10988 h 11465"/>
                <a:gd name="csX2" fmla="*/ 19109 w 19587"/>
                <a:gd name="csY2" fmla="*/ 10988 h 11465"/>
                <a:gd name="csX3" fmla="*/ 19109 w 19587"/>
                <a:gd name="csY3" fmla="*/ 11466 h 11465"/>
                <a:gd name="csX4" fmla="*/ 19109 w 19587"/>
                <a:gd name="csY4" fmla="*/ 10988 h 11465"/>
                <a:gd name="csX5" fmla="*/ 18632 w 19587"/>
                <a:gd name="csY5" fmla="*/ 10032 h 11465"/>
                <a:gd name="csX6" fmla="*/ 17198 w 19587"/>
                <a:gd name="csY6" fmla="*/ 9077 h 11465"/>
                <a:gd name="csX7" fmla="*/ 15287 w 19587"/>
                <a:gd name="csY7" fmla="*/ 8599 h 11465"/>
                <a:gd name="csX8" fmla="*/ 13854 w 19587"/>
                <a:gd name="csY8" fmla="*/ 8599 h 11465"/>
                <a:gd name="csX9" fmla="*/ 12421 w 19587"/>
                <a:gd name="csY9" fmla="*/ 8121 h 11465"/>
                <a:gd name="csX10" fmla="*/ 12421 w 19587"/>
                <a:gd name="csY10" fmla="*/ 7644 h 11465"/>
                <a:gd name="csX11" fmla="*/ 12421 w 19587"/>
                <a:gd name="csY11" fmla="*/ 5255 h 11465"/>
                <a:gd name="csX12" fmla="*/ 12421 w 19587"/>
                <a:gd name="csY12" fmla="*/ 3344 h 11465"/>
                <a:gd name="csX13" fmla="*/ 11943 w 19587"/>
                <a:gd name="csY13" fmla="*/ 2389 h 11465"/>
                <a:gd name="csX14" fmla="*/ 10988 w 19587"/>
                <a:gd name="csY14" fmla="*/ 1911 h 11465"/>
                <a:gd name="csX15" fmla="*/ 9555 w 19587"/>
                <a:gd name="csY15" fmla="*/ 1911 h 11465"/>
                <a:gd name="csX16" fmla="*/ 7644 w 19587"/>
                <a:gd name="csY16" fmla="*/ 1433 h 11465"/>
                <a:gd name="csX17" fmla="*/ 6688 w 19587"/>
                <a:gd name="csY17" fmla="*/ 1433 h 11465"/>
                <a:gd name="csX18" fmla="*/ 6210 w 19587"/>
                <a:gd name="csY18" fmla="*/ 1911 h 11465"/>
                <a:gd name="csX19" fmla="*/ 2867 w 19587"/>
                <a:gd name="csY19" fmla="*/ 1433 h 11465"/>
                <a:gd name="csX20" fmla="*/ 1433 w 19587"/>
                <a:gd name="csY20" fmla="*/ 1433 h 11465"/>
                <a:gd name="csX21" fmla="*/ 478 w 19587"/>
                <a:gd name="csY21" fmla="*/ 956 h 11465"/>
                <a:gd name="csX22" fmla="*/ 0 w 19587"/>
                <a:gd name="csY22" fmla="*/ 956 h 11465"/>
                <a:gd name="csX23" fmla="*/ 0 w 19587"/>
                <a:gd name="csY23" fmla="*/ 478 h 11465"/>
                <a:gd name="csX24" fmla="*/ 478 w 19587"/>
                <a:gd name="csY24" fmla="*/ 0 h 11465"/>
                <a:gd name="csX25" fmla="*/ 956 w 19587"/>
                <a:gd name="csY25" fmla="*/ 0 h 11465"/>
                <a:gd name="csX26" fmla="*/ 1911 w 19587"/>
                <a:gd name="csY26" fmla="*/ 478 h 11465"/>
                <a:gd name="csX27" fmla="*/ 3344 w 19587"/>
                <a:gd name="csY27" fmla="*/ 478 h 11465"/>
                <a:gd name="csX28" fmla="*/ 6688 w 19587"/>
                <a:gd name="csY28" fmla="*/ 956 h 11465"/>
                <a:gd name="csX29" fmla="*/ 7166 w 19587"/>
                <a:gd name="csY29" fmla="*/ 478 h 11465"/>
                <a:gd name="csX30" fmla="*/ 8599 w 19587"/>
                <a:gd name="csY30" fmla="*/ 478 h 11465"/>
                <a:gd name="csX31" fmla="*/ 10032 w 19587"/>
                <a:gd name="csY31" fmla="*/ 956 h 11465"/>
                <a:gd name="csX32" fmla="*/ 11466 w 19587"/>
                <a:gd name="csY32" fmla="*/ 956 h 11465"/>
                <a:gd name="csX33" fmla="*/ 12421 w 19587"/>
                <a:gd name="csY33" fmla="*/ 1433 h 11465"/>
                <a:gd name="csX34" fmla="*/ 12899 w 19587"/>
                <a:gd name="csY34" fmla="*/ 2389 h 11465"/>
                <a:gd name="csX35" fmla="*/ 12899 w 19587"/>
                <a:gd name="csY35" fmla="*/ 4300 h 11465"/>
                <a:gd name="csX36" fmla="*/ 12899 w 19587"/>
                <a:gd name="csY36" fmla="*/ 6688 h 11465"/>
                <a:gd name="csX37" fmla="*/ 12899 w 19587"/>
                <a:gd name="csY37" fmla="*/ 7166 h 11465"/>
                <a:gd name="csX38" fmla="*/ 14332 w 19587"/>
                <a:gd name="csY38" fmla="*/ 7644 h 11465"/>
                <a:gd name="csX39" fmla="*/ 16243 w 19587"/>
                <a:gd name="csY39" fmla="*/ 7644 h 11465"/>
                <a:gd name="csX40" fmla="*/ 17676 w 19587"/>
                <a:gd name="csY40" fmla="*/ 8121 h 11465"/>
                <a:gd name="csX41" fmla="*/ 19109 w 19587"/>
                <a:gd name="csY41" fmla="*/ 9077 h 11465"/>
                <a:gd name="csX42" fmla="*/ 19587 w 19587"/>
                <a:gd name="csY42" fmla="*/ 10032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19587" h="11465">
                  <a:moveTo>
                    <a:pt x="19587" y="10032"/>
                  </a:moveTo>
                  <a:lnTo>
                    <a:pt x="19587" y="10988"/>
                  </a:lnTo>
                  <a:lnTo>
                    <a:pt x="19109" y="10988"/>
                  </a:lnTo>
                  <a:lnTo>
                    <a:pt x="19109" y="11466"/>
                  </a:lnTo>
                  <a:lnTo>
                    <a:pt x="19109" y="10988"/>
                  </a:lnTo>
                  <a:lnTo>
                    <a:pt x="18632" y="10032"/>
                  </a:lnTo>
                  <a:lnTo>
                    <a:pt x="17198" y="9077"/>
                  </a:lnTo>
                  <a:lnTo>
                    <a:pt x="15287" y="8599"/>
                  </a:lnTo>
                  <a:lnTo>
                    <a:pt x="13854" y="8599"/>
                  </a:lnTo>
                  <a:lnTo>
                    <a:pt x="12421" y="8121"/>
                  </a:lnTo>
                  <a:lnTo>
                    <a:pt x="12421" y="7644"/>
                  </a:lnTo>
                  <a:lnTo>
                    <a:pt x="12421" y="5255"/>
                  </a:lnTo>
                  <a:lnTo>
                    <a:pt x="12421" y="3344"/>
                  </a:lnTo>
                  <a:lnTo>
                    <a:pt x="11943" y="2389"/>
                  </a:lnTo>
                  <a:lnTo>
                    <a:pt x="10988" y="1911"/>
                  </a:lnTo>
                  <a:lnTo>
                    <a:pt x="9555" y="1911"/>
                  </a:lnTo>
                  <a:lnTo>
                    <a:pt x="7644" y="1433"/>
                  </a:lnTo>
                  <a:lnTo>
                    <a:pt x="6688" y="1433"/>
                  </a:lnTo>
                  <a:lnTo>
                    <a:pt x="6210" y="1911"/>
                  </a:lnTo>
                  <a:lnTo>
                    <a:pt x="2867" y="1433"/>
                  </a:lnTo>
                  <a:lnTo>
                    <a:pt x="1433" y="1433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911" y="478"/>
                  </a:lnTo>
                  <a:lnTo>
                    <a:pt x="3344" y="478"/>
                  </a:lnTo>
                  <a:lnTo>
                    <a:pt x="6688" y="956"/>
                  </a:lnTo>
                  <a:lnTo>
                    <a:pt x="7166" y="478"/>
                  </a:lnTo>
                  <a:lnTo>
                    <a:pt x="8599" y="478"/>
                  </a:lnTo>
                  <a:lnTo>
                    <a:pt x="10032" y="956"/>
                  </a:lnTo>
                  <a:lnTo>
                    <a:pt x="11466" y="956"/>
                  </a:lnTo>
                  <a:lnTo>
                    <a:pt x="12421" y="1433"/>
                  </a:lnTo>
                  <a:lnTo>
                    <a:pt x="12899" y="2389"/>
                  </a:lnTo>
                  <a:lnTo>
                    <a:pt x="12899" y="4300"/>
                  </a:lnTo>
                  <a:lnTo>
                    <a:pt x="12899" y="6688"/>
                  </a:lnTo>
                  <a:lnTo>
                    <a:pt x="12899" y="7166"/>
                  </a:lnTo>
                  <a:lnTo>
                    <a:pt x="14332" y="7644"/>
                  </a:lnTo>
                  <a:lnTo>
                    <a:pt x="16243" y="7644"/>
                  </a:lnTo>
                  <a:lnTo>
                    <a:pt x="17676" y="8121"/>
                  </a:lnTo>
                  <a:lnTo>
                    <a:pt x="19109" y="9077"/>
                  </a:lnTo>
                  <a:lnTo>
                    <a:pt x="19587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3" name="Freeform 2312">
              <a:extLst>
                <a:ext uri="{FF2B5EF4-FFF2-40B4-BE49-F238E27FC236}">
                  <a16:creationId xmlns:a16="http://schemas.microsoft.com/office/drawing/2014/main" id="{A7D386B9-0F64-2568-00FE-20BA68CA5520}"/>
                </a:ext>
              </a:extLst>
            </p:cNvPr>
            <p:cNvSpPr/>
            <p:nvPr/>
          </p:nvSpPr>
          <p:spPr>
            <a:xfrm>
              <a:off x="5742957" y="3421140"/>
              <a:ext cx="18153" cy="25797"/>
            </a:xfrm>
            <a:custGeom>
              <a:avLst/>
              <a:gdLst>
                <a:gd name="csX0" fmla="*/ 17676 w 18153"/>
                <a:gd name="csY0" fmla="*/ 478 h 25797"/>
                <a:gd name="csX1" fmla="*/ 18154 w 18153"/>
                <a:gd name="csY1" fmla="*/ 2389 h 25797"/>
                <a:gd name="csX2" fmla="*/ 17676 w 18153"/>
                <a:gd name="csY2" fmla="*/ 4777 h 25797"/>
                <a:gd name="csX3" fmla="*/ 15287 w 18153"/>
                <a:gd name="csY3" fmla="*/ 10988 h 25797"/>
                <a:gd name="csX4" fmla="*/ 14332 w 18153"/>
                <a:gd name="csY4" fmla="*/ 10988 h 25797"/>
                <a:gd name="csX5" fmla="*/ 13377 w 18153"/>
                <a:gd name="csY5" fmla="*/ 12421 h 25797"/>
                <a:gd name="csX6" fmla="*/ 10988 w 18153"/>
                <a:gd name="csY6" fmla="*/ 14332 h 25797"/>
                <a:gd name="csX7" fmla="*/ 12899 w 18153"/>
                <a:gd name="csY7" fmla="*/ 14332 h 25797"/>
                <a:gd name="csX8" fmla="*/ 13854 w 18153"/>
                <a:gd name="csY8" fmla="*/ 14810 h 25797"/>
                <a:gd name="csX9" fmla="*/ 13854 w 18153"/>
                <a:gd name="csY9" fmla="*/ 15765 h 25797"/>
                <a:gd name="csX10" fmla="*/ 13377 w 18153"/>
                <a:gd name="csY10" fmla="*/ 16721 h 25797"/>
                <a:gd name="csX11" fmla="*/ 10510 w 18153"/>
                <a:gd name="csY11" fmla="*/ 19109 h 25797"/>
                <a:gd name="csX12" fmla="*/ 8121 w 18153"/>
                <a:gd name="csY12" fmla="*/ 20542 h 25797"/>
                <a:gd name="csX13" fmla="*/ 6211 w 18153"/>
                <a:gd name="csY13" fmla="*/ 23409 h 25797"/>
                <a:gd name="csX14" fmla="*/ 4777 w 18153"/>
                <a:gd name="csY14" fmla="*/ 23409 h 25797"/>
                <a:gd name="csX15" fmla="*/ 3822 w 18153"/>
                <a:gd name="csY15" fmla="*/ 24842 h 25797"/>
                <a:gd name="csX16" fmla="*/ 2867 w 18153"/>
                <a:gd name="csY16" fmla="*/ 25797 h 25797"/>
                <a:gd name="csX17" fmla="*/ 2389 w 18153"/>
                <a:gd name="csY17" fmla="*/ 25797 h 25797"/>
                <a:gd name="csX18" fmla="*/ 1911 w 18153"/>
                <a:gd name="csY18" fmla="*/ 25320 h 25797"/>
                <a:gd name="csX19" fmla="*/ 478 w 18153"/>
                <a:gd name="csY19" fmla="*/ 23886 h 25797"/>
                <a:gd name="csX20" fmla="*/ 2867 w 18153"/>
                <a:gd name="csY20" fmla="*/ 21976 h 25797"/>
                <a:gd name="csX21" fmla="*/ 2867 w 18153"/>
                <a:gd name="csY21" fmla="*/ 21020 h 25797"/>
                <a:gd name="csX22" fmla="*/ 4777 w 18153"/>
                <a:gd name="csY22" fmla="*/ 20065 h 25797"/>
                <a:gd name="csX23" fmla="*/ 4777 w 18153"/>
                <a:gd name="csY23" fmla="*/ 19587 h 25797"/>
                <a:gd name="csX24" fmla="*/ 1911 w 18153"/>
                <a:gd name="csY24" fmla="*/ 18154 h 25797"/>
                <a:gd name="csX25" fmla="*/ 956 w 18153"/>
                <a:gd name="csY25" fmla="*/ 17198 h 25797"/>
                <a:gd name="csX26" fmla="*/ 956 w 18153"/>
                <a:gd name="csY26" fmla="*/ 16721 h 25797"/>
                <a:gd name="csX27" fmla="*/ 2389 w 18153"/>
                <a:gd name="csY27" fmla="*/ 15765 h 25797"/>
                <a:gd name="csX28" fmla="*/ 1433 w 18153"/>
                <a:gd name="csY28" fmla="*/ 15287 h 25797"/>
                <a:gd name="csX29" fmla="*/ 1433 w 18153"/>
                <a:gd name="csY29" fmla="*/ 14810 h 25797"/>
                <a:gd name="csX30" fmla="*/ 478 w 18153"/>
                <a:gd name="csY30" fmla="*/ 14810 h 25797"/>
                <a:gd name="csX31" fmla="*/ 0 w 18153"/>
                <a:gd name="csY31" fmla="*/ 13854 h 25797"/>
                <a:gd name="csX32" fmla="*/ 0 w 18153"/>
                <a:gd name="csY32" fmla="*/ 12421 h 25797"/>
                <a:gd name="csX33" fmla="*/ 478 w 18153"/>
                <a:gd name="csY33" fmla="*/ 10988 h 25797"/>
                <a:gd name="csX34" fmla="*/ 956 w 18153"/>
                <a:gd name="csY34" fmla="*/ 10510 h 25797"/>
                <a:gd name="csX35" fmla="*/ 1433 w 18153"/>
                <a:gd name="csY35" fmla="*/ 9555 h 25797"/>
                <a:gd name="csX36" fmla="*/ 1911 w 18153"/>
                <a:gd name="csY36" fmla="*/ 9555 h 25797"/>
                <a:gd name="csX37" fmla="*/ 2867 w 18153"/>
                <a:gd name="csY37" fmla="*/ 10032 h 25797"/>
                <a:gd name="csX38" fmla="*/ 4300 w 18153"/>
                <a:gd name="csY38" fmla="*/ 10988 h 25797"/>
                <a:gd name="csX39" fmla="*/ 5733 w 18153"/>
                <a:gd name="csY39" fmla="*/ 10510 h 25797"/>
                <a:gd name="csX40" fmla="*/ 7166 w 18153"/>
                <a:gd name="csY40" fmla="*/ 10988 h 25797"/>
                <a:gd name="csX41" fmla="*/ 7644 w 18153"/>
                <a:gd name="csY41" fmla="*/ 10510 h 25797"/>
                <a:gd name="csX42" fmla="*/ 6211 w 18153"/>
                <a:gd name="csY42" fmla="*/ 7644 h 25797"/>
                <a:gd name="csX43" fmla="*/ 6211 w 18153"/>
                <a:gd name="csY43" fmla="*/ 7166 h 25797"/>
                <a:gd name="csX44" fmla="*/ 7166 w 18153"/>
                <a:gd name="csY44" fmla="*/ 6210 h 25797"/>
                <a:gd name="csX45" fmla="*/ 10988 w 18153"/>
                <a:gd name="csY45" fmla="*/ 4300 h 25797"/>
                <a:gd name="csX46" fmla="*/ 15765 w 18153"/>
                <a:gd name="csY46" fmla="*/ 478 h 25797"/>
                <a:gd name="csX47" fmla="*/ 17198 w 18153"/>
                <a:gd name="csY47" fmla="*/ 0 h 25797"/>
                <a:gd name="csX48" fmla="*/ 17676 w 18153"/>
                <a:gd name="csY48" fmla="*/ 478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18153" h="25797">
                  <a:moveTo>
                    <a:pt x="17676" y="478"/>
                  </a:moveTo>
                  <a:lnTo>
                    <a:pt x="18154" y="2389"/>
                  </a:lnTo>
                  <a:lnTo>
                    <a:pt x="17676" y="4777"/>
                  </a:lnTo>
                  <a:lnTo>
                    <a:pt x="15287" y="10988"/>
                  </a:lnTo>
                  <a:lnTo>
                    <a:pt x="14332" y="10988"/>
                  </a:lnTo>
                  <a:lnTo>
                    <a:pt x="13377" y="12421"/>
                  </a:lnTo>
                  <a:lnTo>
                    <a:pt x="10988" y="14332"/>
                  </a:lnTo>
                  <a:lnTo>
                    <a:pt x="12899" y="14332"/>
                  </a:lnTo>
                  <a:lnTo>
                    <a:pt x="13854" y="14810"/>
                  </a:lnTo>
                  <a:lnTo>
                    <a:pt x="13854" y="15765"/>
                  </a:lnTo>
                  <a:lnTo>
                    <a:pt x="13377" y="16721"/>
                  </a:lnTo>
                  <a:lnTo>
                    <a:pt x="10510" y="19109"/>
                  </a:lnTo>
                  <a:lnTo>
                    <a:pt x="8121" y="20542"/>
                  </a:lnTo>
                  <a:lnTo>
                    <a:pt x="6211" y="23409"/>
                  </a:lnTo>
                  <a:lnTo>
                    <a:pt x="4777" y="23409"/>
                  </a:lnTo>
                  <a:lnTo>
                    <a:pt x="3822" y="24842"/>
                  </a:lnTo>
                  <a:lnTo>
                    <a:pt x="2867" y="25797"/>
                  </a:lnTo>
                  <a:lnTo>
                    <a:pt x="2389" y="25797"/>
                  </a:lnTo>
                  <a:lnTo>
                    <a:pt x="1911" y="25320"/>
                  </a:lnTo>
                  <a:lnTo>
                    <a:pt x="478" y="23886"/>
                  </a:lnTo>
                  <a:lnTo>
                    <a:pt x="2867" y="21976"/>
                  </a:lnTo>
                  <a:lnTo>
                    <a:pt x="2867" y="21020"/>
                  </a:lnTo>
                  <a:lnTo>
                    <a:pt x="4777" y="20065"/>
                  </a:lnTo>
                  <a:lnTo>
                    <a:pt x="4777" y="19587"/>
                  </a:lnTo>
                  <a:lnTo>
                    <a:pt x="1911" y="18154"/>
                  </a:lnTo>
                  <a:lnTo>
                    <a:pt x="956" y="17198"/>
                  </a:lnTo>
                  <a:lnTo>
                    <a:pt x="956" y="16721"/>
                  </a:lnTo>
                  <a:lnTo>
                    <a:pt x="2389" y="15765"/>
                  </a:lnTo>
                  <a:lnTo>
                    <a:pt x="1433" y="15287"/>
                  </a:lnTo>
                  <a:lnTo>
                    <a:pt x="1433" y="14810"/>
                  </a:lnTo>
                  <a:lnTo>
                    <a:pt x="478" y="14810"/>
                  </a:lnTo>
                  <a:lnTo>
                    <a:pt x="0" y="13854"/>
                  </a:lnTo>
                  <a:lnTo>
                    <a:pt x="0" y="12421"/>
                  </a:lnTo>
                  <a:lnTo>
                    <a:pt x="478" y="10988"/>
                  </a:lnTo>
                  <a:lnTo>
                    <a:pt x="956" y="10510"/>
                  </a:lnTo>
                  <a:lnTo>
                    <a:pt x="1433" y="9555"/>
                  </a:lnTo>
                  <a:lnTo>
                    <a:pt x="1911" y="9555"/>
                  </a:lnTo>
                  <a:lnTo>
                    <a:pt x="2867" y="10032"/>
                  </a:lnTo>
                  <a:lnTo>
                    <a:pt x="4300" y="10988"/>
                  </a:lnTo>
                  <a:lnTo>
                    <a:pt x="5733" y="10510"/>
                  </a:lnTo>
                  <a:lnTo>
                    <a:pt x="7166" y="10988"/>
                  </a:lnTo>
                  <a:lnTo>
                    <a:pt x="7644" y="10510"/>
                  </a:lnTo>
                  <a:lnTo>
                    <a:pt x="6211" y="7644"/>
                  </a:lnTo>
                  <a:lnTo>
                    <a:pt x="6211" y="7166"/>
                  </a:lnTo>
                  <a:lnTo>
                    <a:pt x="7166" y="6210"/>
                  </a:lnTo>
                  <a:lnTo>
                    <a:pt x="10988" y="4300"/>
                  </a:lnTo>
                  <a:lnTo>
                    <a:pt x="15765" y="478"/>
                  </a:lnTo>
                  <a:lnTo>
                    <a:pt x="17198" y="0"/>
                  </a:lnTo>
                  <a:lnTo>
                    <a:pt x="1767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4" name="Freeform 2313">
              <a:extLst>
                <a:ext uri="{FF2B5EF4-FFF2-40B4-BE49-F238E27FC236}">
                  <a16:creationId xmlns:a16="http://schemas.microsoft.com/office/drawing/2014/main" id="{B37D2BAE-D803-44FF-4399-9DBF26FFD878}"/>
                </a:ext>
              </a:extLst>
            </p:cNvPr>
            <p:cNvSpPr/>
            <p:nvPr/>
          </p:nvSpPr>
          <p:spPr>
            <a:xfrm>
              <a:off x="5696617" y="3892659"/>
              <a:ext cx="64015" cy="119432"/>
            </a:xfrm>
            <a:custGeom>
              <a:avLst/>
              <a:gdLst>
                <a:gd name="csX0" fmla="*/ 64016 w 64015"/>
                <a:gd name="csY0" fmla="*/ 13854 h 119432"/>
                <a:gd name="csX1" fmla="*/ 64016 w 64015"/>
                <a:gd name="csY1" fmla="*/ 14332 h 119432"/>
                <a:gd name="csX2" fmla="*/ 63538 w 64015"/>
                <a:gd name="csY2" fmla="*/ 14809 h 119432"/>
                <a:gd name="csX3" fmla="*/ 63060 w 64015"/>
                <a:gd name="csY3" fmla="*/ 15287 h 119432"/>
                <a:gd name="csX4" fmla="*/ 63060 w 64015"/>
                <a:gd name="csY4" fmla="*/ 15765 h 119432"/>
                <a:gd name="csX5" fmla="*/ 60671 w 64015"/>
                <a:gd name="csY5" fmla="*/ 17676 h 119432"/>
                <a:gd name="csX6" fmla="*/ 57328 w 64015"/>
                <a:gd name="csY6" fmla="*/ 19109 h 119432"/>
                <a:gd name="csX7" fmla="*/ 54939 w 64015"/>
                <a:gd name="csY7" fmla="*/ 21498 h 119432"/>
                <a:gd name="csX8" fmla="*/ 53505 w 64015"/>
                <a:gd name="csY8" fmla="*/ 23886 h 119432"/>
                <a:gd name="csX9" fmla="*/ 51117 w 64015"/>
                <a:gd name="csY9" fmla="*/ 24842 h 119432"/>
                <a:gd name="csX10" fmla="*/ 50639 w 64015"/>
                <a:gd name="csY10" fmla="*/ 25320 h 119432"/>
                <a:gd name="csX11" fmla="*/ 50162 w 64015"/>
                <a:gd name="csY11" fmla="*/ 26275 h 119432"/>
                <a:gd name="csX12" fmla="*/ 50162 w 64015"/>
                <a:gd name="csY12" fmla="*/ 26275 h 119432"/>
                <a:gd name="csX13" fmla="*/ 49684 w 64015"/>
                <a:gd name="csY13" fmla="*/ 27231 h 119432"/>
                <a:gd name="csX14" fmla="*/ 51117 w 64015"/>
                <a:gd name="csY14" fmla="*/ 30097 h 119432"/>
                <a:gd name="csX15" fmla="*/ 51595 w 64015"/>
                <a:gd name="csY15" fmla="*/ 32963 h 119432"/>
                <a:gd name="csX16" fmla="*/ 52072 w 64015"/>
                <a:gd name="csY16" fmla="*/ 35830 h 119432"/>
                <a:gd name="csX17" fmla="*/ 51595 w 64015"/>
                <a:gd name="csY17" fmla="*/ 36785 h 119432"/>
                <a:gd name="csX18" fmla="*/ 51595 w 64015"/>
                <a:gd name="csY18" fmla="*/ 39651 h 119432"/>
                <a:gd name="csX19" fmla="*/ 51117 w 64015"/>
                <a:gd name="csY19" fmla="*/ 40607 h 119432"/>
                <a:gd name="csX20" fmla="*/ 51595 w 64015"/>
                <a:gd name="csY20" fmla="*/ 41563 h 119432"/>
                <a:gd name="csX21" fmla="*/ 52072 w 64015"/>
                <a:gd name="csY21" fmla="*/ 42518 h 119432"/>
                <a:gd name="csX22" fmla="*/ 52072 w 64015"/>
                <a:gd name="csY22" fmla="*/ 42996 h 119432"/>
                <a:gd name="csX23" fmla="*/ 51595 w 64015"/>
                <a:gd name="csY23" fmla="*/ 42996 h 119432"/>
                <a:gd name="csX24" fmla="*/ 50162 w 64015"/>
                <a:gd name="csY24" fmla="*/ 44429 h 119432"/>
                <a:gd name="csX25" fmla="*/ 48728 w 64015"/>
                <a:gd name="csY25" fmla="*/ 45384 h 119432"/>
                <a:gd name="csX26" fmla="*/ 48251 w 64015"/>
                <a:gd name="csY26" fmla="*/ 45862 h 119432"/>
                <a:gd name="csX27" fmla="*/ 48251 w 64015"/>
                <a:gd name="csY27" fmla="*/ 46340 h 119432"/>
                <a:gd name="csX28" fmla="*/ 47773 w 64015"/>
                <a:gd name="csY28" fmla="*/ 47295 h 119432"/>
                <a:gd name="csX29" fmla="*/ 47773 w 64015"/>
                <a:gd name="csY29" fmla="*/ 47773 h 119432"/>
                <a:gd name="csX30" fmla="*/ 50162 w 64015"/>
                <a:gd name="csY30" fmla="*/ 49684 h 119432"/>
                <a:gd name="csX31" fmla="*/ 50639 w 64015"/>
                <a:gd name="csY31" fmla="*/ 50639 h 119432"/>
                <a:gd name="csX32" fmla="*/ 50162 w 64015"/>
                <a:gd name="csY32" fmla="*/ 52550 h 119432"/>
                <a:gd name="csX33" fmla="*/ 49206 w 64015"/>
                <a:gd name="csY33" fmla="*/ 55894 h 119432"/>
                <a:gd name="csX34" fmla="*/ 48251 w 64015"/>
                <a:gd name="csY34" fmla="*/ 56850 h 119432"/>
                <a:gd name="csX35" fmla="*/ 47773 w 64015"/>
                <a:gd name="csY35" fmla="*/ 57328 h 119432"/>
                <a:gd name="csX36" fmla="*/ 46817 w 64015"/>
                <a:gd name="csY36" fmla="*/ 57805 h 119432"/>
                <a:gd name="csX37" fmla="*/ 40129 w 64015"/>
                <a:gd name="csY37" fmla="*/ 57805 h 119432"/>
                <a:gd name="csX38" fmla="*/ 38218 w 64015"/>
                <a:gd name="csY38" fmla="*/ 58283 h 119432"/>
                <a:gd name="csX39" fmla="*/ 38696 w 64015"/>
                <a:gd name="csY39" fmla="*/ 58761 h 119432"/>
                <a:gd name="csX40" fmla="*/ 38696 w 64015"/>
                <a:gd name="csY40" fmla="*/ 58761 h 119432"/>
                <a:gd name="csX41" fmla="*/ 37740 w 64015"/>
                <a:gd name="csY41" fmla="*/ 59238 h 119432"/>
                <a:gd name="csX42" fmla="*/ 37740 w 64015"/>
                <a:gd name="csY42" fmla="*/ 59716 h 119432"/>
                <a:gd name="csX43" fmla="*/ 39651 w 64015"/>
                <a:gd name="csY43" fmla="*/ 62105 h 119432"/>
                <a:gd name="csX44" fmla="*/ 41085 w 64015"/>
                <a:gd name="csY44" fmla="*/ 63538 h 119432"/>
                <a:gd name="csX45" fmla="*/ 41562 w 64015"/>
                <a:gd name="csY45" fmla="*/ 64016 h 119432"/>
                <a:gd name="csX46" fmla="*/ 42518 w 64015"/>
                <a:gd name="csY46" fmla="*/ 66882 h 119432"/>
                <a:gd name="csX47" fmla="*/ 44906 w 64015"/>
                <a:gd name="csY47" fmla="*/ 71659 h 119432"/>
                <a:gd name="csX48" fmla="*/ 47773 w 64015"/>
                <a:gd name="csY48" fmla="*/ 72137 h 119432"/>
                <a:gd name="csX49" fmla="*/ 48251 w 64015"/>
                <a:gd name="csY49" fmla="*/ 73570 h 119432"/>
                <a:gd name="csX50" fmla="*/ 48251 w 64015"/>
                <a:gd name="csY50" fmla="*/ 75004 h 119432"/>
                <a:gd name="csX51" fmla="*/ 47773 w 64015"/>
                <a:gd name="csY51" fmla="*/ 76437 h 119432"/>
                <a:gd name="csX52" fmla="*/ 46340 w 64015"/>
                <a:gd name="csY52" fmla="*/ 77870 h 119432"/>
                <a:gd name="csX53" fmla="*/ 44429 w 64015"/>
                <a:gd name="csY53" fmla="*/ 79303 h 119432"/>
                <a:gd name="csX54" fmla="*/ 43473 w 64015"/>
                <a:gd name="csY54" fmla="*/ 80258 h 119432"/>
                <a:gd name="csX55" fmla="*/ 43473 w 64015"/>
                <a:gd name="csY55" fmla="*/ 80736 h 119432"/>
                <a:gd name="csX56" fmla="*/ 42996 w 64015"/>
                <a:gd name="csY56" fmla="*/ 81214 h 119432"/>
                <a:gd name="csX57" fmla="*/ 42518 w 64015"/>
                <a:gd name="csY57" fmla="*/ 82647 h 119432"/>
                <a:gd name="csX58" fmla="*/ 42518 w 64015"/>
                <a:gd name="csY58" fmla="*/ 84558 h 119432"/>
                <a:gd name="csX59" fmla="*/ 41562 w 64015"/>
                <a:gd name="csY59" fmla="*/ 86469 h 119432"/>
                <a:gd name="csX60" fmla="*/ 41562 w 64015"/>
                <a:gd name="csY60" fmla="*/ 87424 h 119432"/>
                <a:gd name="csX61" fmla="*/ 46340 w 64015"/>
                <a:gd name="csY61" fmla="*/ 93635 h 119432"/>
                <a:gd name="csX62" fmla="*/ 48728 w 64015"/>
                <a:gd name="csY62" fmla="*/ 93157 h 119432"/>
                <a:gd name="csX63" fmla="*/ 49206 w 64015"/>
                <a:gd name="csY63" fmla="*/ 93635 h 119432"/>
                <a:gd name="csX64" fmla="*/ 48728 w 64015"/>
                <a:gd name="csY64" fmla="*/ 95068 h 119432"/>
                <a:gd name="csX65" fmla="*/ 48251 w 64015"/>
                <a:gd name="csY65" fmla="*/ 96024 h 119432"/>
                <a:gd name="csX66" fmla="*/ 47773 w 64015"/>
                <a:gd name="csY66" fmla="*/ 96024 h 119432"/>
                <a:gd name="csX67" fmla="*/ 45384 w 64015"/>
                <a:gd name="csY67" fmla="*/ 96979 h 119432"/>
                <a:gd name="csX68" fmla="*/ 42996 w 64015"/>
                <a:gd name="csY68" fmla="*/ 98890 h 119432"/>
                <a:gd name="csX69" fmla="*/ 42518 w 64015"/>
                <a:gd name="csY69" fmla="*/ 99845 h 119432"/>
                <a:gd name="csX70" fmla="*/ 41562 w 64015"/>
                <a:gd name="csY70" fmla="*/ 101756 h 119432"/>
                <a:gd name="csX71" fmla="*/ 40129 w 64015"/>
                <a:gd name="csY71" fmla="*/ 103189 h 119432"/>
                <a:gd name="csX72" fmla="*/ 40129 w 64015"/>
                <a:gd name="csY72" fmla="*/ 103667 h 119432"/>
                <a:gd name="csX73" fmla="*/ 39651 w 64015"/>
                <a:gd name="csY73" fmla="*/ 104145 h 119432"/>
                <a:gd name="csX74" fmla="*/ 38218 w 64015"/>
                <a:gd name="csY74" fmla="*/ 107489 h 119432"/>
                <a:gd name="csX75" fmla="*/ 38696 w 64015"/>
                <a:gd name="csY75" fmla="*/ 108922 h 119432"/>
                <a:gd name="csX76" fmla="*/ 39174 w 64015"/>
                <a:gd name="csY76" fmla="*/ 110833 h 119432"/>
                <a:gd name="csX77" fmla="*/ 40129 w 64015"/>
                <a:gd name="csY77" fmla="*/ 115611 h 119432"/>
                <a:gd name="csX78" fmla="*/ 39174 w 64015"/>
                <a:gd name="csY78" fmla="*/ 116088 h 119432"/>
                <a:gd name="csX79" fmla="*/ 32486 w 64015"/>
                <a:gd name="csY79" fmla="*/ 119432 h 119432"/>
                <a:gd name="csX80" fmla="*/ 30097 w 64015"/>
                <a:gd name="csY80" fmla="*/ 119432 h 119432"/>
                <a:gd name="csX81" fmla="*/ 26275 w 64015"/>
                <a:gd name="csY81" fmla="*/ 117999 h 119432"/>
                <a:gd name="csX82" fmla="*/ 19587 w 64015"/>
                <a:gd name="csY82" fmla="*/ 117521 h 119432"/>
                <a:gd name="csX83" fmla="*/ 17198 w 64015"/>
                <a:gd name="csY83" fmla="*/ 117044 h 119432"/>
                <a:gd name="csX84" fmla="*/ 14332 w 64015"/>
                <a:gd name="csY84" fmla="*/ 117999 h 119432"/>
                <a:gd name="csX85" fmla="*/ 12421 w 64015"/>
                <a:gd name="csY85" fmla="*/ 117999 h 119432"/>
                <a:gd name="csX86" fmla="*/ 10510 w 64015"/>
                <a:gd name="csY86" fmla="*/ 119432 h 119432"/>
                <a:gd name="csX87" fmla="*/ 9077 w 64015"/>
                <a:gd name="csY87" fmla="*/ 118954 h 119432"/>
                <a:gd name="csX88" fmla="*/ 10988 w 64015"/>
                <a:gd name="csY88" fmla="*/ 116088 h 119432"/>
                <a:gd name="csX89" fmla="*/ 12898 w 64015"/>
                <a:gd name="csY89" fmla="*/ 109878 h 119432"/>
                <a:gd name="csX90" fmla="*/ 12898 w 64015"/>
                <a:gd name="csY90" fmla="*/ 106056 h 119432"/>
                <a:gd name="csX91" fmla="*/ 13376 w 64015"/>
                <a:gd name="csY91" fmla="*/ 103189 h 119432"/>
                <a:gd name="csX92" fmla="*/ 12898 w 64015"/>
                <a:gd name="csY92" fmla="*/ 99845 h 119432"/>
                <a:gd name="csX93" fmla="*/ 11465 w 64015"/>
                <a:gd name="csY93" fmla="*/ 97935 h 119432"/>
                <a:gd name="csX94" fmla="*/ 13376 w 64015"/>
                <a:gd name="csY94" fmla="*/ 92679 h 119432"/>
                <a:gd name="csX95" fmla="*/ 12898 w 64015"/>
                <a:gd name="csY95" fmla="*/ 89813 h 119432"/>
                <a:gd name="csX96" fmla="*/ 11465 w 64015"/>
                <a:gd name="csY96" fmla="*/ 86469 h 119432"/>
                <a:gd name="csX97" fmla="*/ 15765 w 64015"/>
                <a:gd name="csY97" fmla="*/ 86947 h 119432"/>
                <a:gd name="csX98" fmla="*/ 14332 w 64015"/>
                <a:gd name="csY98" fmla="*/ 85991 h 119432"/>
                <a:gd name="csX99" fmla="*/ 13376 w 64015"/>
                <a:gd name="csY99" fmla="*/ 85036 h 119432"/>
                <a:gd name="csX100" fmla="*/ 11943 w 64015"/>
                <a:gd name="csY100" fmla="*/ 85036 h 119432"/>
                <a:gd name="csX101" fmla="*/ 10988 w 64015"/>
                <a:gd name="csY101" fmla="*/ 85036 h 119432"/>
                <a:gd name="csX102" fmla="*/ 7166 w 64015"/>
                <a:gd name="csY102" fmla="*/ 86469 h 119432"/>
                <a:gd name="csX103" fmla="*/ 5733 w 64015"/>
                <a:gd name="csY103" fmla="*/ 86947 h 119432"/>
                <a:gd name="csX104" fmla="*/ 5255 w 64015"/>
                <a:gd name="csY104" fmla="*/ 86469 h 119432"/>
                <a:gd name="csX105" fmla="*/ 5255 w 64015"/>
                <a:gd name="csY105" fmla="*/ 84558 h 119432"/>
                <a:gd name="csX106" fmla="*/ 4299 w 64015"/>
                <a:gd name="csY106" fmla="*/ 81692 h 119432"/>
                <a:gd name="csX107" fmla="*/ 5733 w 64015"/>
                <a:gd name="csY107" fmla="*/ 81214 h 119432"/>
                <a:gd name="csX108" fmla="*/ 7644 w 64015"/>
                <a:gd name="csY108" fmla="*/ 80736 h 119432"/>
                <a:gd name="csX109" fmla="*/ 9077 w 64015"/>
                <a:gd name="csY109" fmla="*/ 79781 h 119432"/>
                <a:gd name="csX110" fmla="*/ 9555 w 64015"/>
                <a:gd name="csY110" fmla="*/ 78347 h 119432"/>
                <a:gd name="csX111" fmla="*/ 9077 w 64015"/>
                <a:gd name="csY111" fmla="*/ 75959 h 119432"/>
                <a:gd name="csX112" fmla="*/ 10510 w 64015"/>
                <a:gd name="csY112" fmla="*/ 73570 h 119432"/>
                <a:gd name="csX113" fmla="*/ 13376 w 64015"/>
                <a:gd name="csY113" fmla="*/ 71659 h 119432"/>
                <a:gd name="csX114" fmla="*/ 11943 w 64015"/>
                <a:gd name="csY114" fmla="*/ 72137 h 119432"/>
                <a:gd name="csX115" fmla="*/ 10032 w 64015"/>
                <a:gd name="csY115" fmla="*/ 73570 h 119432"/>
                <a:gd name="csX116" fmla="*/ 7644 w 64015"/>
                <a:gd name="csY116" fmla="*/ 77392 h 119432"/>
                <a:gd name="csX117" fmla="*/ 6688 w 64015"/>
                <a:gd name="csY117" fmla="*/ 79781 h 119432"/>
                <a:gd name="csX118" fmla="*/ 4299 w 64015"/>
                <a:gd name="csY118" fmla="*/ 80258 h 119432"/>
                <a:gd name="csX119" fmla="*/ 2389 w 64015"/>
                <a:gd name="csY119" fmla="*/ 80736 h 119432"/>
                <a:gd name="csX120" fmla="*/ 955 w 64015"/>
                <a:gd name="csY120" fmla="*/ 80736 h 119432"/>
                <a:gd name="csX121" fmla="*/ 0 w 64015"/>
                <a:gd name="csY121" fmla="*/ 79781 h 119432"/>
                <a:gd name="csX122" fmla="*/ 0 w 64015"/>
                <a:gd name="csY122" fmla="*/ 78347 h 119432"/>
                <a:gd name="csX123" fmla="*/ 0 w 64015"/>
                <a:gd name="csY123" fmla="*/ 77392 h 119432"/>
                <a:gd name="csX124" fmla="*/ 955 w 64015"/>
                <a:gd name="csY124" fmla="*/ 74526 h 119432"/>
                <a:gd name="csX125" fmla="*/ 955 w 64015"/>
                <a:gd name="csY125" fmla="*/ 71182 h 119432"/>
                <a:gd name="csX126" fmla="*/ 2389 w 64015"/>
                <a:gd name="csY126" fmla="*/ 67838 h 119432"/>
                <a:gd name="csX127" fmla="*/ 2389 w 64015"/>
                <a:gd name="csY127" fmla="*/ 66882 h 119432"/>
                <a:gd name="csX128" fmla="*/ 1911 w 64015"/>
                <a:gd name="csY128" fmla="*/ 65927 h 119432"/>
                <a:gd name="csX129" fmla="*/ 2866 w 64015"/>
                <a:gd name="csY129" fmla="*/ 64493 h 119432"/>
                <a:gd name="csX130" fmla="*/ 4299 w 64015"/>
                <a:gd name="csY130" fmla="*/ 64016 h 119432"/>
                <a:gd name="csX131" fmla="*/ 6210 w 64015"/>
                <a:gd name="csY131" fmla="*/ 61149 h 119432"/>
                <a:gd name="csX132" fmla="*/ 9077 w 64015"/>
                <a:gd name="csY132" fmla="*/ 54461 h 119432"/>
                <a:gd name="csX133" fmla="*/ 12421 w 64015"/>
                <a:gd name="csY133" fmla="*/ 47773 h 119432"/>
                <a:gd name="csX134" fmla="*/ 12421 w 64015"/>
                <a:gd name="csY134" fmla="*/ 46817 h 119432"/>
                <a:gd name="csX135" fmla="*/ 11465 w 64015"/>
                <a:gd name="csY135" fmla="*/ 45862 h 119432"/>
                <a:gd name="csX136" fmla="*/ 11943 w 64015"/>
                <a:gd name="csY136" fmla="*/ 43951 h 119432"/>
                <a:gd name="csX137" fmla="*/ 13854 w 64015"/>
                <a:gd name="csY137" fmla="*/ 35830 h 119432"/>
                <a:gd name="csX138" fmla="*/ 14809 w 64015"/>
                <a:gd name="csY138" fmla="*/ 34874 h 119432"/>
                <a:gd name="csX139" fmla="*/ 15765 w 64015"/>
                <a:gd name="csY139" fmla="*/ 32486 h 119432"/>
                <a:gd name="csX140" fmla="*/ 15765 w 64015"/>
                <a:gd name="csY140" fmla="*/ 28186 h 119432"/>
                <a:gd name="csX141" fmla="*/ 16243 w 64015"/>
                <a:gd name="csY141" fmla="*/ 25797 h 119432"/>
                <a:gd name="csX142" fmla="*/ 16243 w 64015"/>
                <a:gd name="csY142" fmla="*/ 24364 h 119432"/>
                <a:gd name="csX143" fmla="*/ 15765 w 64015"/>
                <a:gd name="csY143" fmla="*/ 22931 h 119432"/>
                <a:gd name="csX144" fmla="*/ 14332 w 64015"/>
                <a:gd name="csY144" fmla="*/ 19587 h 119432"/>
                <a:gd name="csX145" fmla="*/ 12898 w 64015"/>
                <a:gd name="csY145" fmla="*/ 12899 h 119432"/>
                <a:gd name="csX146" fmla="*/ 12898 w 64015"/>
                <a:gd name="csY146" fmla="*/ 10510 h 119432"/>
                <a:gd name="csX147" fmla="*/ 14332 w 64015"/>
                <a:gd name="csY147" fmla="*/ 9555 h 119432"/>
                <a:gd name="csX148" fmla="*/ 12421 w 64015"/>
                <a:gd name="csY148" fmla="*/ 9555 h 119432"/>
                <a:gd name="csX149" fmla="*/ 11465 w 64015"/>
                <a:gd name="csY149" fmla="*/ 8121 h 119432"/>
                <a:gd name="csX150" fmla="*/ 11943 w 64015"/>
                <a:gd name="csY150" fmla="*/ 6210 h 119432"/>
                <a:gd name="csX151" fmla="*/ 12898 w 64015"/>
                <a:gd name="csY151" fmla="*/ 4777 h 119432"/>
                <a:gd name="csX152" fmla="*/ 12898 w 64015"/>
                <a:gd name="csY152" fmla="*/ 4777 h 119432"/>
                <a:gd name="csX153" fmla="*/ 14809 w 64015"/>
                <a:gd name="csY153" fmla="*/ 2866 h 119432"/>
                <a:gd name="csX154" fmla="*/ 16721 w 64015"/>
                <a:gd name="csY154" fmla="*/ 1911 h 119432"/>
                <a:gd name="csX155" fmla="*/ 17676 w 64015"/>
                <a:gd name="csY155" fmla="*/ 1433 h 119432"/>
                <a:gd name="csX156" fmla="*/ 21975 w 64015"/>
                <a:gd name="csY156" fmla="*/ 478 h 119432"/>
                <a:gd name="csX157" fmla="*/ 23409 w 64015"/>
                <a:gd name="csY157" fmla="*/ 0 h 119432"/>
                <a:gd name="csX158" fmla="*/ 24364 w 64015"/>
                <a:gd name="csY158" fmla="*/ 0 h 119432"/>
                <a:gd name="csX159" fmla="*/ 24364 w 64015"/>
                <a:gd name="csY159" fmla="*/ 478 h 119432"/>
                <a:gd name="csX160" fmla="*/ 25320 w 64015"/>
                <a:gd name="csY160" fmla="*/ 1433 h 119432"/>
                <a:gd name="csX161" fmla="*/ 25797 w 64015"/>
                <a:gd name="csY161" fmla="*/ 2389 h 119432"/>
                <a:gd name="csX162" fmla="*/ 25797 w 64015"/>
                <a:gd name="csY162" fmla="*/ 2866 h 119432"/>
                <a:gd name="csX163" fmla="*/ 24842 w 64015"/>
                <a:gd name="csY163" fmla="*/ 3822 h 119432"/>
                <a:gd name="csX164" fmla="*/ 24842 w 64015"/>
                <a:gd name="csY164" fmla="*/ 4299 h 119432"/>
                <a:gd name="csX165" fmla="*/ 24364 w 64015"/>
                <a:gd name="csY165" fmla="*/ 5255 h 119432"/>
                <a:gd name="csX166" fmla="*/ 23886 w 64015"/>
                <a:gd name="csY166" fmla="*/ 5733 h 119432"/>
                <a:gd name="csX167" fmla="*/ 24842 w 64015"/>
                <a:gd name="csY167" fmla="*/ 7166 h 119432"/>
                <a:gd name="csX168" fmla="*/ 25320 w 64015"/>
                <a:gd name="csY168" fmla="*/ 7644 h 119432"/>
                <a:gd name="csX169" fmla="*/ 25320 w 64015"/>
                <a:gd name="csY169" fmla="*/ 7644 h 119432"/>
                <a:gd name="csX170" fmla="*/ 26753 w 64015"/>
                <a:gd name="csY170" fmla="*/ 7644 h 119432"/>
                <a:gd name="csX171" fmla="*/ 28664 w 64015"/>
                <a:gd name="csY171" fmla="*/ 6688 h 119432"/>
                <a:gd name="csX172" fmla="*/ 30097 w 64015"/>
                <a:gd name="csY172" fmla="*/ 6210 h 119432"/>
                <a:gd name="csX173" fmla="*/ 30575 w 64015"/>
                <a:gd name="csY173" fmla="*/ 6210 h 119432"/>
                <a:gd name="csX174" fmla="*/ 34396 w 64015"/>
                <a:gd name="csY174" fmla="*/ 6210 h 119432"/>
                <a:gd name="csX175" fmla="*/ 35352 w 64015"/>
                <a:gd name="csY175" fmla="*/ 6210 h 119432"/>
                <a:gd name="csX176" fmla="*/ 36307 w 64015"/>
                <a:gd name="csY176" fmla="*/ 6688 h 119432"/>
                <a:gd name="csX177" fmla="*/ 38218 w 64015"/>
                <a:gd name="csY177" fmla="*/ 7166 h 119432"/>
                <a:gd name="csX178" fmla="*/ 40129 w 64015"/>
                <a:gd name="csY178" fmla="*/ 7166 h 119432"/>
                <a:gd name="csX179" fmla="*/ 42996 w 64015"/>
                <a:gd name="csY179" fmla="*/ 6688 h 119432"/>
                <a:gd name="csX180" fmla="*/ 44429 w 64015"/>
                <a:gd name="csY180" fmla="*/ 5733 h 119432"/>
                <a:gd name="csX181" fmla="*/ 44429 w 64015"/>
                <a:gd name="csY181" fmla="*/ 5255 h 119432"/>
                <a:gd name="csX182" fmla="*/ 44906 w 64015"/>
                <a:gd name="csY182" fmla="*/ 4777 h 119432"/>
                <a:gd name="csX183" fmla="*/ 44906 w 64015"/>
                <a:gd name="csY183" fmla="*/ 3822 h 119432"/>
                <a:gd name="csX184" fmla="*/ 44906 w 64015"/>
                <a:gd name="csY184" fmla="*/ 3822 h 119432"/>
                <a:gd name="csX185" fmla="*/ 45384 w 64015"/>
                <a:gd name="csY185" fmla="*/ 3822 h 119432"/>
                <a:gd name="csX186" fmla="*/ 46340 w 64015"/>
                <a:gd name="csY186" fmla="*/ 4299 h 119432"/>
                <a:gd name="csX187" fmla="*/ 47773 w 64015"/>
                <a:gd name="csY187" fmla="*/ 4299 h 119432"/>
                <a:gd name="csX188" fmla="*/ 51117 w 64015"/>
                <a:gd name="csY188" fmla="*/ 4777 h 119432"/>
                <a:gd name="csX189" fmla="*/ 51595 w 64015"/>
                <a:gd name="csY189" fmla="*/ 4299 h 119432"/>
                <a:gd name="csX190" fmla="*/ 52550 w 64015"/>
                <a:gd name="csY190" fmla="*/ 4299 h 119432"/>
                <a:gd name="csX191" fmla="*/ 54461 w 64015"/>
                <a:gd name="csY191" fmla="*/ 4777 h 119432"/>
                <a:gd name="csX192" fmla="*/ 55894 w 64015"/>
                <a:gd name="csY192" fmla="*/ 4777 h 119432"/>
                <a:gd name="csX193" fmla="*/ 56850 w 64015"/>
                <a:gd name="csY193" fmla="*/ 5255 h 119432"/>
                <a:gd name="csX194" fmla="*/ 57328 w 64015"/>
                <a:gd name="csY194" fmla="*/ 6210 h 119432"/>
                <a:gd name="csX195" fmla="*/ 57328 w 64015"/>
                <a:gd name="csY195" fmla="*/ 8121 h 119432"/>
                <a:gd name="csX196" fmla="*/ 57328 w 64015"/>
                <a:gd name="csY196" fmla="*/ 10510 h 119432"/>
                <a:gd name="csX197" fmla="*/ 57328 w 64015"/>
                <a:gd name="csY197" fmla="*/ 10988 h 119432"/>
                <a:gd name="csX198" fmla="*/ 58761 w 64015"/>
                <a:gd name="csY198" fmla="*/ 11465 h 119432"/>
                <a:gd name="csX199" fmla="*/ 60194 w 64015"/>
                <a:gd name="csY199" fmla="*/ 11465 h 119432"/>
                <a:gd name="csX200" fmla="*/ 62105 w 64015"/>
                <a:gd name="csY200" fmla="*/ 11943 h 119432"/>
                <a:gd name="csX201" fmla="*/ 63538 w 64015"/>
                <a:gd name="csY201" fmla="*/ 12899 h 119432"/>
                <a:gd name="csX202" fmla="*/ 64016 w 64015"/>
                <a:gd name="csY202" fmla="*/ 13854 h 119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</a:cxnLst>
              <a:rect l="l" t="t" r="r" b="b"/>
              <a:pathLst>
                <a:path w="64015" h="119432">
                  <a:moveTo>
                    <a:pt x="64016" y="13854"/>
                  </a:moveTo>
                  <a:lnTo>
                    <a:pt x="64016" y="14332"/>
                  </a:lnTo>
                  <a:lnTo>
                    <a:pt x="63538" y="14809"/>
                  </a:lnTo>
                  <a:lnTo>
                    <a:pt x="63060" y="15287"/>
                  </a:lnTo>
                  <a:lnTo>
                    <a:pt x="63060" y="15765"/>
                  </a:lnTo>
                  <a:lnTo>
                    <a:pt x="60671" y="17676"/>
                  </a:lnTo>
                  <a:lnTo>
                    <a:pt x="57328" y="19109"/>
                  </a:lnTo>
                  <a:lnTo>
                    <a:pt x="54939" y="21498"/>
                  </a:lnTo>
                  <a:lnTo>
                    <a:pt x="53505" y="23886"/>
                  </a:lnTo>
                  <a:lnTo>
                    <a:pt x="51117" y="24842"/>
                  </a:lnTo>
                  <a:lnTo>
                    <a:pt x="50639" y="25320"/>
                  </a:lnTo>
                  <a:lnTo>
                    <a:pt x="50162" y="26275"/>
                  </a:lnTo>
                  <a:lnTo>
                    <a:pt x="50162" y="26275"/>
                  </a:lnTo>
                  <a:lnTo>
                    <a:pt x="49684" y="27231"/>
                  </a:lnTo>
                  <a:lnTo>
                    <a:pt x="51117" y="30097"/>
                  </a:lnTo>
                  <a:lnTo>
                    <a:pt x="51595" y="32963"/>
                  </a:lnTo>
                  <a:lnTo>
                    <a:pt x="52072" y="35830"/>
                  </a:lnTo>
                  <a:lnTo>
                    <a:pt x="51595" y="36785"/>
                  </a:lnTo>
                  <a:lnTo>
                    <a:pt x="51595" y="39651"/>
                  </a:lnTo>
                  <a:lnTo>
                    <a:pt x="51117" y="40607"/>
                  </a:lnTo>
                  <a:lnTo>
                    <a:pt x="51595" y="41563"/>
                  </a:lnTo>
                  <a:lnTo>
                    <a:pt x="52072" y="42518"/>
                  </a:lnTo>
                  <a:lnTo>
                    <a:pt x="52072" y="42996"/>
                  </a:lnTo>
                  <a:lnTo>
                    <a:pt x="51595" y="42996"/>
                  </a:lnTo>
                  <a:lnTo>
                    <a:pt x="50162" y="44429"/>
                  </a:lnTo>
                  <a:lnTo>
                    <a:pt x="48728" y="45384"/>
                  </a:lnTo>
                  <a:lnTo>
                    <a:pt x="48251" y="45862"/>
                  </a:lnTo>
                  <a:lnTo>
                    <a:pt x="48251" y="46340"/>
                  </a:lnTo>
                  <a:lnTo>
                    <a:pt x="47773" y="47295"/>
                  </a:lnTo>
                  <a:lnTo>
                    <a:pt x="47773" y="47773"/>
                  </a:lnTo>
                  <a:lnTo>
                    <a:pt x="50162" y="49684"/>
                  </a:lnTo>
                  <a:lnTo>
                    <a:pt x="50639" y="50639"/>
                  </a:lnTo>
                  <a:lnTo>
                    <a:pt x="50162" y="52550"/>
                  </a:lnTo>
                  <a:lnTo>
                    <a:pt x="49206" y="55894"/>
                  </a:lnTo>
                  <a:lnTo>
                    <a:pt x="48251" y="56850"/>
                  </a:lnTo>
                  <a:lnTo>
                    <a:pt x="47773" y="57328"/>
                  </a:lnTo>
                  <a:lnTo>
                    <a:pt x="46817" y="57805"/>
                  </a:lnTo>
                  <a:lnTo>
                    <a:pt x="40129" y="57805"/>
                  </a:lnTo>
                  <a:lnTo>
                    <a:pt x="38218" y="58283"/>
                  </a:lnTo>
                  <a:lnTo>
                    <a:pt x="38696" y="58761"/>
                  </a:lnTo>
                  <a:lnTo>
                    <a:pt x="38696" y="58761"/>
                  </a:lnTo>
                  <a:lnTo>
                    <a:pt x="37740" y="59238"/>
                  </a:lnTo>
                  <a:lnTo>
                    <a:pt x="37740" y="59716"/>
                  </a:lnTo>
                  <a:lnTo>
                    <a:pt x="39651" y="62105"/>
                  </a:lnTo>
                  <a:lnTo>
                    <a:pt x="41085" y="63538"/>
                  </a:lnTo>
                  <a:lnTo>
                    <a:pt x="41562" y="64016"/>
                  </a:lnTo>
                  <a:lnTo>
                    <a:pt x="42518" y="66882"/>
                  </a:lnTo>
                  <a:lnTo>
                    <a:pt x="44906" y="71659"/>
                  </a:lnTo>
                  <a:lnTo>
                    <a:pt x="47773" y="72137"/>
                  </a:lnTo>
                  <a:lnTo>
                    <a:pt x="48251" y="73570"/>
                  </a:lnTo>
                  <a:lnTo>
                    <a:pt x="48251" y="75004"/>
                  </a:lnTo>
                  <a:lnTo>
                    <a:pt x="47773" y="76437"/>
                  </a:lnTo>
                  <a:lnTo>
                    <a:pt x="46340" y="77870"/>
                  </a:lnTo>
                  <a:lnTo>
                    <a:pt x="44429" y="79303"/>
                  </a:lnTo>
                  <a:lnTo>
                    <a:pt x="43473" y="80258"/>
                  </a:lnTo>
                  <a:lnTo>
                    <a:pt x="43473" y="80736"/>
                  </a:lnTo>
                  <a:lnTo>
                    <a:pt x="42996" y="81214"/>
                  </a:lnTo>
                  <a:lnTo>
                    <a:pt x="42518" y="82647"/>
                  </a:lnTo>
                  <a:lnTo>
                    <a:pt x="42518" y="84558"/>
                  </a:lnTo>
                  <a:lnTo>
                    <a:pt x="41562" y="86469"/>
                  </a:lnTo>
                  <a:lnTo>
                    <a:pt x="41562" y="87424"/>
                  </a:lnTo>
                  <a:lnTo>
                    <a:pt x="46340" y="93635"/>
                  </a:lnTo>
                  <a:lnTo>
                    <a:pt x="48728" y="93157"/>
                  </a:lnTo>
                  <a:lnTo>
                    <a:pt x="49206" y="93635"/>
                  </a:lnTo>
                  <a:lnTo>
                    <a:pt x="48728" y="95068"/>
                  </a:lnTo>
                  <a:lnTo>
                    <a:pt x="48251" y="96024"/>
                  </a:lnTo>
                  <a:lnTo>
                    <a:pt x="47773" y="96024"/>
                  </a:lnTo>
                  <a:lnTo>
                    <a:pt x="45384" y="96979"/>
                  </a:lnTo>
                  <a:lnTo>
                    <a:pt x="42996" y="98890"/>
                  </a:lnTo>
                  <a:lnTo>
                    <a:pt x="42518" y="99845"/>
                  </a:lnTo>
                  <a:lnTo>
                    <a:pt x="41562" y="101756"/>
                  </a:lnTo>
                  <a:lnTo>
                    <a:pt x="40129" y="103189"/>
                  </a:lnTo>
                  <a:lnTo>
                    <a:pt x="40129" y="103667"/>
                  </a:lnTo>
                  <a:lnTo>
                    <a:pt x="39651" y="104145"/>
                  </a:lnTo>
                  <a:lnTo>
                    <a:pt x="38218" y="107489"/>
                  </a:lnTo>
                  <a:lnTo>
                    <a:pt x="38696" y="108922"/>
                  </a:lnTo>
                  <a:lnTo>
                    <a:pt x="39174" y="110833"/>
                  </a:lnTo>
                  <a:lnTo>
                    <a:pt x="40129" y="115611"/>
                  </a:lnTo>
                  <a:lnTo>
                    <a:pt x="39174" y="116088"/>
                  </a:lnTo>
                  <a:lnTo>
                    <a:pt x="32486" y="119432"/>
                  </a:lnTo>
                  <a:lnTo>
                    <a:pt x="30097" y="119432"/>
                  </a:lnTo>
                  <a:lnTo>
                    <a:pt x="26275" y="117999"/>
                  </a:lnTo>
                  <a:lnTo>
                    <a:pt x="19587" y="117521"/>
                  </a:lnTo>
                  <a:lnTo>
                    <a:pt x="17198" y="117044"/>
                  </a:lnTo>
                  <a:lnTo>
                    <a:pt x="14332" y="117999"/>
                  </a:lnTo>
                  <a:lnTo>
                    <a:pt x="12421" y="117999"/>
                  </a:lnTo>
                  <a:lnTo>
                    <a:pt x="10510" y="119432"/>
                  </a:lnTo>
                  <a:lnTo>
                    <a:pt x="9077" y="118954"/>
                  </a:lnTo>
                  <a:lnTo>
                    <a:pt x="10988" y="116088"/>
                  </a:lnTo>
                  <a:lnTo>
                    <a:pt x="12898" y="109878"/>
                  </a:lnTo>
                  <a:lnTo>
                    <a:pt x="12898" y="106056"/>
                  </a:lnTo>
                  <a:lnTo>
                    <a:pt x="13376" y="103189"/>
                  </a:lnTo>
                  <a:lnTo>
                    <a:pt x="12898" y="99845"/>
                  </a:lnTo>
                  <a:lnTo>
                    <a:pt x="11465" y="97935"/>
                  </a:lnTo>
                  <a:lnTo>
                    <a:pt x="13376" y="92679"/>
                  </a:lnTo>
                  <a:lnTo>
                    <a:pt x="12898" y="89813"/>
                  </a:lnTo>
                  <a:lnTo>
                    <a:pt x="11465" y="86469"/>
                  </a:lnTo>
                  <a:lnTo>
                    <a:pt x="15765" y="86947"/>
                  </a:lnTo>
                  <a:lnTo>
                    <a:pt x="14332" y="85991"/>
                  </a:lnTo>
                  <a:lnTo>
                    <a:pt x="13376" y="85036"/>
                  </a:lnTo>
                  <a:lnTo>
                    <a:pt x="11943" y="85036"/>
                  </a:lnTo>
                  <a:lnTo>
                    <a:pt x="10988" y="85036"/>
                  </a:lnTo>
                  <a:lnTo>
                    <a:pt x="7166" y="86469"/>
                  </a:lnTo>
                  <a:lnTo>
                    <a:pt x="5733" y="86947"/>
                  </a:lnTo>
                  <a:lnTo>
                    <a:pt x="5255" y="86469"/>
                  </a:lnTo>
                  <a:lnTo>
                    <a:pt x="5255" y="84558"/>
                  </a:lnTo>
                  <a:lnTo>
                    <a:pt x="4299" y="81692"/>
                  </a:lnTo>
                  <a:lnTo>
                    <a:pt x="5733" y="81214"/>
                  </a:lnTo>
                  <a:lnTo>
                    <a:pt x="7644" y="80736"/>
                  </a:lnTo>
                  <a:lnTo>
                    <a:pt x="9077" y="79781"/>
                  </a:lnTo>
                  <a:lnTo>
                    <a:pt x="9555" y="78347"/>
                  </a:lnTo>
                  <a:lnTo>
                    <a:pt x="9077" y="75959"/>
                  </a:lnTo>
                  <a:lnTo>
                    <a:pt x="10510" y="73570"/>
                  </a:lnTo>
                  <a:lnTo>
                    <a:pt x="13376" y="71659"/>
                  </a:lnTo>
                  <a:lnTo>
                    <a:pt x="11943" y="72137"/>
                  </a:lnTo>
                  <a:lnTo>
                    <a:pt x="10032" y="73570"/>
                  </a:lnTo>
                  <a:lnTo>
                    <a:pt x="7644" y="77392"/>
                  </a:lnTo>
                  <a:lnTo>
                    <a:pt x="6688" y="79781"/>
                  </a:lnTo>
                  <a:lnTo>
                    <a:pt x="4299" y="80258"/>
                  </a:lnTo>
                  <a:lnTo>
                    <a:pt x="2389" y="80736"/>
                  </a:lnTo>
                  <a:lnTo>
                    <a:pt x="955" y="80736"/>
                  </a:lnTo>
                  <a:lnTo>
                    <a:pt x="0" y="79781"/>
                  </a:lnTo>
                  <a:lnTo>
                    <a:pt x="0" y="78347"/>
                  </a:lnTo>
                  <a:lnTo>
                    <a:pt x="0" y="77392"/>
                  </a:lnTo>
                  <a:lnTo>
                    <a:pt x="955" y="74526"/>
                  </a:lnTo>
                  <a:lnTo>
                    <a:pt x="955" y="71182"/>
                  </a:lnTo>
                  <a:lnTo>
                    <a:pt x="2389" y="67838"/>
                  </a:lnTo>
                  <a:lnTo>
                    <a:pt x="2389" y="66882"/>
                  </a:lnTo>
                  <a:lnTo>
                    <a:pt x="1911" y="65927"/>
                  </a:lnTo>
                  <a:lnTo>
                    <a:pt x="2866" y="64493"/>
                  </a:lnTo>
                  <a:lnTo>
                    <a:pt x="4299" y="64016"/>
                  </a:lnTo>
                  <a:lnTo>
                    <a:pt x="6210" y="61149"/>
                  </a:lnTo>
                  <a:lnTo>
                    <a:pt x="9077" y="54461"/>
                  </a:lnTo>
                  <a:lnTo>
                    <a:pt x="12421" y="47773"/>
                  </a:lnTo>
                  <a:lnTo>
                    <a:pt x="12421" y="46817"/>
                  </a:lnTo>
                  <a:lnTo>
                    <a:pt x="11465" y="45862"/>
                  </a:lnTo>
                  <a:lnTo>
                    <a:pt x="11943" y="43951"/>
                  </a:lnTo>
                  <a:lnTo>
                    <a:pt x="13854" y="35830"/>
                  </a:lnTo>
                  <a:lnTo>
                    <a:pt x="14809" y="34874"/>
                  </a:lnTo>
                  <a:lnTo>
                    <a:pt x="15765" y="32486"/>
                  </a:lnTo>
                  <a:lnTo>
                    <a:pt x="15765" y="28186"/>
                  </a:lnTo>
                  <a:lnTo>
                    <a:pt x="16243" y="25797"/>
                  </a:lnTo>
                  <a:lnTo>
                    <a:pt x="16243" y="24364"/>
                  </a:lnTo>
                  <a:lnTo>
                    <a:pt x="15765" y="22931"/>
                  </a:lnTo>
                  <a:lnTo>
                    <a:pt x="14332" y="19587"/>
                  </a:lnTo>
                  <a:lnTo>
                    <a:pt x="12898" y="12899"/>
                  </a:lnTo>
                  <a:lnTo>
                    <a:pt x="12898" y="10510"/>
                  </a:lnTo>
                  <a:lnTo>
                    <a:pt x="14332" y="9555"/>
                  </a:lnTo>
                  <a:lnTo>
                    <a:pt x="12421" y="9555"/>
                  </a:lnTo>
                  <a:lnTo>
                    <a:pt x="11465" y="8121"/>
                  </a:lnTo>
                  <a:lnTo>
                    <a:pt x="11943" y="6210"/>
                  </a:lnTo>
                  <a:lnTo>
                    <a:pt x="12898" y="4777"/>
                  </a:lnTo>
                  <a:lnTo>
                    <a:pt x="12898" y="4777"/>
                  </a:lnTo>
                  <a:lnTo>
                    <a:pt x="14809" y="2866"/>
                  </a:lnTo>
                  <a:lnTo>
                    <a:pt x="16721" y="1911"/>
                  </a:lnTo>
                  <a:lnTo>
                    <a:pt x="17676" y="1433"/>
                  </a:lnTo>
                  <a:lnTo>
                    <a:pt x="21975" y="478"/>
                  </a:lnTo>
                  <a:lnTo>
                    <a:pt x="23409" y="0"/>
                  </a:lnTo>
                  <a:lnTo>
                    <a:pt x="24364" y="0"/>
                  </a:lnTo>
                  <a:lnTo>
                    <a:pt x="24364" y="478"/>
                  </a:lnTo>
                  <a:lnTo>
                    <a:pt x="25320" y="1433"/>
                  </a:lnTo>
                  <a:lnTo>
                    <a:pt x="25797" y="2389"/>
                  </a:lnTo>
                  <a:lnTo>
                    <a:pt x="25797" y="2866"/>
                  </a:lnTo>
                  <a:lnTo>
                    <a:pt x="24842" y="3822"/>
                  </a:lnTo>
                  <a:lnTo>
                    <a:pt x="24842" y="4299"/>
                  </a:lnTo>
                  <a:lnTo>
                    <a:pt x="24364" y="5255"/>
                  </a:lnTo>
                  <a:lnTo>
                    <a:pt x="23886" y="5733"/>
                  </a:lnTo>
                  <a:lnTo>
                    <a:pt x="24842" y="7166"/>
                  </a:lnTo>
                  <a:lnTo>
                    <a:pt x="25320" y="7644"/>
                  </a:lnTo>
                  <a:lnTo>
                    <a:pt x="25320" y="7644"/>
                  </a:lnTo>
                  <a:lnTo>
                    <a:pt x="26753" y="7644"/>
                  </a:lnTo>
                  <a:lnTo>
                    <a:pt x="28664" y="6688"/>
                  </a:lnTo>
                  <a:lnTo>
                    <a:pt x="30097" y="6210"/>
                  </a:lnTo>
                  <a:lnTo>
                    <a:pt x="30575" y="6210"/>
                  </a:lnTo>
                  <a:lnTo>
                    <a:pt x="34396" y="6210"/>
                  </a:lnTo>
                  <a:lnTo>
                    <a:pt x="35352" y="6210"/>
                  </a:lnTo>
                  <a:lnTo>
                    <a:pt x="36307" y="6688"/>
                  </a:lnTo>
                  <a:lnTo>
                    <a:pt x="38218" y="7166"/>
                  </a:lnTo>
                  <a:lnTo>
                    <a:pt x="40129" y="7166"/>
                  </a:lnTo>
                  <a:lnTo>
                    <a:pt x="42996" y="6688"/>
                  </a:lnTo>
                  <a:lnTo>
                    <a:pt x="44429" y="5733"/>
                  </a:lnTo>
                  <a:lnTo>
                    <a:pt x="44429" y="5255"/>
                  </a:lnTo>
                  <a:lnTo>
                    <a:pt x="44906" y="4777"/>
                  </a:lnTo>
                  <a:lnTo>
                    <a:pt x="44906" y="3822"/>
                  </a:lnTo>
                  <a:lnTo>
                    <a:pt x="44906" y="3822"/>
                  </a:lnTo>
                  <a:lnTo>
                    <a:pt x="45384" y="3822"/>
                  </a:lnTo>
                  <a:lnTo>
                    <a:pt x="46340" y="4299"/>
                  </a:lnTo>
                  <a:lnTo>
                    <a:pt x="47773" y="4299"/>
                  </a:lnTo>
                  <a:lnTo>
                    <a:pt x="51117" y="4777"/>
                  </a:lnTo>
                  <a:lnTo>
                    <a:pt x="51595" y="4299"/>
                  </a:lnTo>
                  <a:lnTo>
                    <a:pt x="52550" y="4299"/>
                  </a:lnTo>
                  <a:lnTo>
                    <a:pt x="54461" y="4777"/>
                  </a:lnTo>
                  <a:lnTo>
                    <a:pt x="55894" y="4777"/>
                  </a:lnTo>
                  <a:lnTo>
                    <a:pt x="56850" y="5255"/>
                  </a:lnTo>
                  <a:lnTo>
                    <a:pt x="57328" y="6210"/>
                  </a:lnTo>
                  <a:lnTo>
                    <a:pt x="57328" y="8121"/>
                  </a:lnTo>
                  <a:lnTo>
                    <a:pt x="57328" y="10510"/>
                  </a:lnTo>
                  <a:lnTo>
                    <a:pt x="57328" y="10988"/>
                  </a:lnTo>
                  <a:lnTo>
                    <a:pt x="58761" y="11465"/>
                  </a:lnTo>
                  <a:lnTo>
                    <a:pt x="60194" y="11465"/>
                  </a:lnTo>
                  <a:lnTo>
                    <a:pt x="62105" y="11943"/>
                  </a:lnTo>
                  <a:lnTo>
                    <a:pt x="63538" y="12899"/>
                  </a:lnTo>
                  <a:lnTo>
                    <a:pt x="64016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5" name="Freeform 2314">
              <a:extLst>
                <a:ext uri="{FF2B5EF4-FFF2-40B4-BE49-F238E27FC236}">
                  <a16:creationId xmlns:a16="http://schemas.microsoft.com/office/drawing/2014/main" id="{7448A7D9-1CCB-065F-E373-45139B1E3D25}"/>
                </a:ext>
              </a:extLst>
            </p:cNvPr>
            <p:cNvSpPr/>
            <p:nvPr/>
          </p:nvSpPr>
          <p:spPr>
            <a:xfrm>
              <a:off x="5756333" y="3470824"/>
              <a:ext cx="3343" cy="2866"/>
            </a:xfrm>
            <a:custGeom>
              <a:avLst/>
              <a:gdLst>
                <a:gd name="csX0" fmla="*/ 3344 w 3343"/>
                <a:gd name="csY0" fmla="*/ 956 h 2866"/>
                <a:gd name="csX1" fmla="*/ 3344 w 3343"/>
                <a:gd name="csY1" fmla="*/ 1911 h 2866"/>
                <a:gd name="csX2" fmla="*/ 2866 w 3343"/>
                <a:gd name="csY2" fmla="*/ 2866 h 2866"/>
                <a:gd name="csX3" fmla="*/ 2389 w 3343"/>
                <a:gd name="csY3" fmla="*/ 2866 h 2866"/>
                <a:gd name="csX4" fmla="*/ 1433 w 3343"/>
                <a:gd name="csY4" fmla="*/ 2866 h 2866"/>
                <a:gd name="csX5" fmla="*/ 955 w 3343"/>
                <a:gd name="csY5" fmla="*/ 2389 h 2866"/>
                <a:gd name="csX6" fmla="*/ 0 w 3343"/>
                <a:gd name="csY6" fmla="*/ 956 h 2866"/>
                <a:gd name="csX7" fmla="*/ 1911 w 3343"/>
                <a:gd name="csY7" fmla="*/ 0 h 2866"/>
                <a:gd name="csX8" fmla="*/ 2866 w 3343"/>
                <a:gd name="csY8" fmla="*/ 478 h 2866"/>
                <a:gd name="csX9" fmla="*/ 3344 w 3343"/>
                <a:gd name="csY9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3" h="2866">
                  <a:moveTo>
                    <a:pt x="3344" y="956"/>
                  </a:moveTo>
                  <a:lnTo>
                    <a:pt x="3344" y="1911"/>
                  </a:lnTo>
                  <a:lnTo>
                    <a:pt x="2866" y="2866"/>
                  </a:lnTo>
                  <a:lnTo>
                    <a:pt x="2389" y="2866"/>
                  </a:lnTo>
                  <a:lnTo>
                    <a:pt x="1433" y="2866"/>
                  </a:lnTo>
                  <a:lnTo>
                    <a:pt x="955" y="2389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2866" y="478"/>
                  </a:lnTo>
                  <a:lnTo>
                    <a:pt x="33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6" name="Freeform 2315">
              <a:extLst>
                <a:ext uri="{FF2B5EF4-FFF2-40B4-BE49-F238E27FC236}">
                  <a16:creationId xmlns:a16="http://schemas.microsoft.com/office/drawing/2014/main" id="{507C827D-3D5D-16DC-81C8-EA9879CA03FE}"/>
                </a:ext>
              </a:extLst>
            </p:cNvPr>
            <p:cNvSpPr/>
            <p:nvPr/>
          </p:nvSpPr>
          <p:spPr>
            <a:xfrm>
              <a:off x="5757289" y="4306851"/>
              <a:ext cx="1433" cy="9554"/>
            </a:xfrm>
            <a:custGeom>
              <a:avLst/>
              <a:gdLst>
                <a:gd name="csX0" fmla="*/ 956 w 1433"/>
                <a:gd name="csY0" fmla="*/ 4777 h 9554"/>
                <a:gd name="csX1" fmla="*/ 1433 w 1433"/>
                <a:gd name="csY1" fmla="*/ 9555 h 9554"/>
                <a:gd name="csX2" fmla="*/ 478 w 1433"/>
                <a:gd name="csY2" fmla="*/ 4777 h 9554"/>
                <a:gd name="csX3" fmla="*/ 0 w 1433"/>
                <a:gd name="csY3" fmla="*/ 0 h 9554"/>
                <a:gd name="csX4" fmla="*/ 956 w 1433"/>
                <a:gd name="csY4" fmla="*/ 4777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9554">
                  <a:moveTo>
                    <a:pt x="956" y="4777"/>
                  </a:moveTo>
                  <a:lnTo>
                    <a:pt x="1433" y="9555"/>
                  </a:lnTo>
                  <a:lnTo>
                    <a:pt x="478" y="4777"/>
                  </a:lnTo>
                  <a:lnTo>
                    <a:pt x="0" y="0"/>
                  </a:lnTo>
                  <a:lnTo>
                    <a:pt x="95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7" name="Freeform 2316">
              <a:extLst>
                <a:ext uri="{FF2B5EF4-FFF2-40B4-BE49-F238E27FC236}">
                  <a16:creationId xmlns:a16="http://schemas.microsoft.com/office/drawing/2014/main" id="{AC70C371-43AD-2290-33B9-CB0F9F82A8BE}"/>
                </a:ext>
              </a:extLst>
            </p:cNvPr>
            <p:cNvSpPr/>
            <p:nvPr/>
          </p:nvSpPr>
          <p:spPr>
            <a:xfrm>
              <a:off x="5755856" y="4292041"/>
              <a:ext cx="1433" cy="14809"/>
            </a:xfrm>
            <a:custGeom>
              <a:avLst/>
              <a:gdLst>
                <a:gd name="csX0" fmla="*/ 956 w 1433"/>
                <a:gd name="csY0" fmla="*/ 9555 h 14809"/>
                <a:gd name="csX1" fmla="*/ 1433 w 1433"/>
                <a:gd name="csY1" fmla="*/ 14810 h 14809"/>
                <a:gd name="csX2" fmla="*/ 956 w 1433"/>
                <a:gd name="csY2" fmla="*/ 9555 h 14809"/>
                <a:gd name="csX3" fmla="*/ 478 w 1433"/>
                <a:gd name="csY3" fmla="*/ 4777 h 14809"/>
                <a:gd name="csX4" fmla="*/ 0 w 1433"/>
                <a:gd name="csY4" fmla="*/ 0 h 14809"/>
                <a:gd name="csX5" fmla="*/ 478 w 1433"/>
                <a:gd name="csY5" fmla="*/ 4777 h 14809"/>
                <a:gd name="csX6" fmla="*/ 956 w 1433"/>
                <a:gd name="csY6" fmla="*/ 9555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14809">
                  <a:moveTo>
                    <a:pt x="956" y="9555"/>
                  </a:moveTo>
                  <a:lnTo>
                    <a:pt x="1433" y="14810"/>
                  </a:lnTo>
                  <a:lnTo>
                    <a:pt x="956" y="9555"/>
                  </a:lnTo>
                  <a:lnTo>
                    <a:pt x="478" y="4777"/>
                  </a:lnTo>
                  <a:lnTo>
                    <a:pt x="0" y="0"/>
                  </a:lnTo>
                  <a:lnTo>
                    <a:pt x="478" y="4777"/>
                  </a:lnTo>
                  <a:lnTo>
                    <a:pt x="956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8" name="Freeform 2317">
              <a:extLst>
                <a:ext uri="{FF2B5EF4-FFF2-40B4-BE49-F238E27FC236}">
                  <a16:creationId xmlns:a16="http://schemas.microsoft.com/office/drawing/2014/main" id="{445421EB-C553-2AEA-6636-65BBADBECCA6}"/>
                </a:ext>
              </a:extLst>
            </p:cNvPr>
            <p:cNvSpPr/>
            <p:nvPr/>
          </p:nvSpPr>
          <p:spPr>
            <a:xfrm>
              <a:off x="5753467" y="3279254"/>
              <a:ext cx="3344" cy="6688"/>
            </a:xfrm>
            <a:custGeom>
              <a:avLst/>
              <a:gdLst>
                <a:gd name="csX0" fmla="*/ 3344 w 3344"/>
                <a:gd name="csY0" fmla="*/ 3822 h 6688"/>
                <a:gd name="csX1" fmla="*/ 2389 w 3344"/>
                <a:gd name="csY1" fmla="*/ 6688 h 6688"/>
                <a:gd name="csX2" fmla="*/ 956 w 3344"/>
                <a:gd name="csY2" fmla="*/ 6211 h 6688"/>
                <a:gd name="csX3" fmla="*/ 478 w 3344"/>
                <a:gd name="csY3" fmla="*/ 5733 h 6688"/>
                <a:gd name="csX4" fmla="*/ 0 w 3344"/>
                <a:gd name="csY4" fmla="*/ 5255 h 6688"/>
                <a:gd name="csX5" fmla="*/ 478 w 3344"/>
                <a:gd name="csY5" fmla="*/ 2866 h 6688"/>
                <a:gd name="csX6" fmla="*/ 478 w 3344"/>
                <a:gd name="csY6" fmla="*/ 0 h 6688"/>
                <a:gd name="csX7" fmla="*/ 1911 w 3344"/>
                <a:gd name="csY7" fmla="*/ 2389 h 6688"/>
                <a:gd name="csX8" fmla="*/ 3344 w 3344"/>
                <a:gd name="csY8" fmla="*/ 3822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6688">
                  <a:moveTo>
                    <a:pt x="3344" y="3822"/>
                  </a:moveTo>
                  <a:lnTo>
                    <a:pt x="2389" y="6688"/>
                  </a:lnTo>
                  <a:lnTo>
                    <a:pt x="956" y="6211"/>
                  </a:lnTo>
                  <a:lnTo>
                    <a:pt x="478" y="5733"/>
                  </a:lnTo>
                  <a:lnTo>
                    <a:pt x="0" y="5255"/>
                  </a:lnTo>
                  <a:lnTo>
                    <a:pt x="478" y="2866"/>
                  </a:lnTo>
                  <a:lnTo>
                    <a:pt x="478" y="0"/>
                  </a:lnTo>
                  <a:lnTo>
                    <a:pt x="1911" y="2389"/>
                  </a:lnTo>
                  <a:lnTo>
                    <a:pt x="33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9" name="Freeform 2318">
              <a:extLst>
                <a:ext uri="{FF2B5EF4-FFF2-40B4-BE49-F238E27FC236}">
                  <a16:creationId xmlns:a16="http://schemas.microsoft.com/office/drawing/2014/main" id="{3F2FBEB6-65DC-C365-E816-2E9BB85096FB}"/>
                </a:ext>
              </a:extLst>
            </p:cNvPr>
            <p:cNvSpPr/>
            <p:nvPr/>
          </p:nvSpPr>
          <p:spPr>
            <a:xfrm>
              <a:off x="5756333" y="4540460"/>
              <a:ext cx="477" cy="1911"/>
            </a:xfrm>
            <a:custGeom>
              <a:avLst/>
              <a:gdLst>
                <a:gd name="csX0" fmla="*/ 0 w 477"/>
                <a:gd name="csY0" fmla="*/ 478 h 1911"/>
                <a:gd name="csX1" fmla="*/ 478 w 477"/>
                <a:gd name="csY1" fmla="*/ 1911 h 1911"/>
                <a:gd name="csX2" fmla="*/ 478 w 477"/>
                <a:gd name="csY2" fmla="*/ 1911 h 1911"/>
                <a:gd name="csX3" fmla="*/ 0 w 477"/>
                <a:gd name="csY3" fmla="*/ 478 h 1911"/>
                <a:gd name="csX4" fmla="*/ 0 w 477"/>
                <a:gd name="csY4" fmla="*/ 0 h 1911"/>
                <a:gd name="csX5" fmla="*/ 0 w 477"/>
                <a:gd name="csY5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1911">
                  <a:moveTo>
                    <a:pt x="0" y="478"/>
                  </a:moveTo>
                  <a:lnTo>
                    <a:pt x="478" y="1911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0" name="Freeform 2319">
              <a:extLst>
                <a:ext uri="{FF2B5EF4-FFF2-40B4-BE49-F238E27FC236}">
                  <a16:creationId xmlns:a16="http://schemas.microsoft.com/office/drawing/2014/main" id="{FB829D87-E035-184B-F702-9E100618C583}"/>
                </a:ext>
              </a:extLst>
            </p:cNvPr>
            <p:cNvSpPr/>
            <p:nvPr/>
          </p:nvSpPr>
          <p:spPr>
            <a:xfrm>
              <a:off x="5746301" y="4242357"/>
              <a:ext cx="10032" cy="6210"/>
            </a:xfrm>
            <a:custGeom>
              <a:avLst/>
              <a:gdLst>
                <a:gd name="csX0" fmla="*/ 6210 w 10032"/>
                <a:gd name="csY0" fmla="*/ 3822 h 6210"/>
                <a:gd name="csX1" fmla="*/ 10032 w 10032"/>
                <a:gd name="csY1" fmla="*/ 6210 h 6210"/>
                <a:gd name="csX2" fmla="*/ 6210 w 10032"/>
                <a:gd name="csY2" fmla="*/ 3822 h 6210"/>
                <a:gd name="csX3" fmla="*/ 2389 w 10032"/>
                <a:gd name="csY3" fmla="*/ 1433 h 6210"/>
                <a:gd name="csX4" fmla="*/ 0 w 10032"/>
                <a:gd name="csY4" fmla="*/ 0 h 6210"/>
                <a:gd name="csX5" fmla="*/ 2867 w 10032"/>
                <a:gd name="csY5" fmla="*/ 1433 h 6210"/>
                <a:gd name="csX6" fmla="*/ 6210 w 10032"/>
                <a:gd name="csY6" fmla="*/ 3822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032" h="6210">
                  <a:moveTo>
                    <a:pt x="6210" y="3822"/>
                  </a:moveTo>
                  <a:lnTo>
                    <a:pt x="10032" y="6210"/>
                  </a:lnTo>
                  <a:lnTo>
                    <a:pt x="6210" y="3822"/>
                  </a:lnTo>
                  <a:lnTo>
                    <a:pt x="2389" y="1433"/>
                  </a:lnTo>
                  <a:lnTo>
                    <a:pt x="0" y="0"/>
                  </a:lnTo>
                  <a:lnTo>
                    <a:pt x="2867" y="1433"/>
                  </a:lnTo>
                  <a:lnTo>
                    <a:pt x="6210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1" name="Freeform 2320">
              <a:extLst>
                <a:ext uri="{FF2B5EF4-FFF2-40B4-BE49-F238E27FC236}">
                  <a16:creationId xmlns:a16="http://schemas.microsoft.com/office/drawing/2014/main" id="{97EF0837-95BB-6AD0-EDB6-D3695D82A906}"/>
                </a:ext>
              </a:extLst>
            </p:cNvPr>
            <p:cNvSpPr/>
            <p:nvPr/>
          </p:nvSpPr>
          <p:spPr>
            <a:xfrm>
              <a:off x="5751556" y="3483245"/>
              <a:ext cx="3821" cy="2866"/>
            </a:xfrm>
            <a:custGeom>
              <a:avLst/>
              <a:gdLst>
                <a:gd name="csX0" fmla="*/ 3822 w 3821"/>
                <a:gd name="csY0" fmla="*/ 0 h 2866"/>
                <a:gd name="csX1" fmla="*/ 2866 w 3821"/>
                <a:gd name="csY1" fmla="*/ 1433 h 2866"/>
                <a:gd name="csX2" fmla="*/ 955 w 3821"/>
                <a:gd name="csY2" fmla="*/ 2866 h 2866"/>
                <a:gd name="csX3" fmla="*/ 0 w 3821"/>
                <a:gd name="csY3" fmla="*/ 2866 h 2866"/>
                <a:gd name="csX4" fmla="*/ 0 w 3821"/>
                <a:gd name="csY4" fmla="*/ 2389 h 2866"/>
                <a:gd name="csX5" fmla="*/ 1911 w 3821"/>
                <a:gd name="csY5" fmla="*/ 478 h 2866"/>
                <a:gd name="csX6" fmla="*/ 3344 w 3821"/>
                <a:gd name="csY6" fmla="*/ 0 h 2866"/>
                <a:gd name="csX7" fmla="*/ 3822 w 3821"/>
                <a:gd name="csY7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2866">
                  <a:moveTo>
                    <a:pt x="3822" y="0"/>
                  </a:moveTo>
                  <a:lnTo>
                    <a:pt x="2866" y="1433"/>
                  </a:lnTo>
                  <a:lnTo>
                    <a:pt x="955" y="2866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1911" y="478"/>
                  </a:lnTo>
                  <a:lnTo>
                    <a:pt x="3344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2" name="Freeform 2321">
              <a:extLst>
                <a:ext uri="{FF2B5EF4-FFF2-40B4-BE49-F238E27FC236}">
                  <a16:creationId xmlns:a16="http://schemas.microsoft.com/office/drawing/2014/main" id="{0312A092-15AB-0C86-7042-5229F30B5957}"/>
                </a:ext>
              </a:extLst>
            </p:cNvPr>
            <p:cNvSpPr/>
            <p:nvPr/>
          </p:nvSpPr>
          <p:spPr>
            <a:xfrm>
              <a:off x="5747257" y="3296930"/>
              <a:ext cx="5254" cy="4777"/>
            </a:xfrm>
            <a:custGeom>
              <a:avLst/>
              <a:gdLst>
                <a:gd name="csX0" fmla="*/ 5255 w 5254"/>
                <a:gd name="csY0" fmla="*/ 2866 h 4777"/>
                <a:gd name="csX1" fmla="*/ 5255 w 5254"/>
                <a:gd name="csY1" fmla="*/ 3344 h 4777"/>
                <a:gd name="csX2" fmla="*/ 4777 w 5254"/>
                <a:gd name="csY2" fmla="*/ 4777 h 4777"/>
                <a:gd name="csX3" fmla="*/ 4300 w 5254"/>
                <a:gd name="csY3" fmla="*/ 4777 h 4777"/>
                <a:gd name="csX4" fmla="*/ 2389 w 5254"/>
                <a:gd name="csY4" fmla="*/ 3344 h 4777"/>
                <a:gd name="csX5" fmla="*/ 956 w 5254"/>
                <a:gd name="csY5" fmla="*/ 2389 h 4777"/>
                <a:gd name="csX6" fmla="*/ 478 w 5254"/>
                <a:gd name="csY6" fmla="*/ 1433 h 4777"/>
                <a:gd name="csX7" fmla="*/ 0 w 5254"/>
                <a:gd name="csY7" fmla="*/ 0 h 4777"/>
                <a:gd name="csX8" fmla="*/ 956 w 5254"/>
                <a:gd name="csY8" fmla="*/ 0 h 4777"/>
                <a:gd name="csX9" fmla="*/ 1911 w 5254"/>
                <a:gd name="csY9" fmla="*/ 0 h 4777"/>
                <a:gd name="csX10" fmla="*/ 4300 w 5254"/>
                <a:gd name="csY10" fmla="*/ 1433 h 4777"/>
                <a:gd name="csX11" fmla="*/ 5255 w 5254"/>
                <a:gd name="csY11" fmla="*/ 286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4" h="4777">
                  <a:moveTo>
                    <a:pt x="5255" y="2866"/>
                  </a:moveTo>
                  <a:lnTo>
                    <a:pt x="5255" y="3344"/>
                  </a:lnTo>
                  <a:lnTo>
                    <a:pt x="4777" y="4777"/>
                  </a:lnTo>
                  <a:lnTo>
                    <a:pt x="4300" y="4777"/>
                  </a:lnTo>
                  <a:lnTo>
                    <a:pt x="2389" y="3344"/>
                  </a:lnTo>
                  <a:lnTo>
                    <a:pt x="956" y="2389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4300" y="1433"/>
                  </a:lnTo>
                  <a:lnTo>
                    <a:pt x="52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3" name="Freeform 2322">
              <a:extLst>
                <a:ext uri="{FF2B5EF4-FFF2-40B4-BE49-F238E27FC236}">
                  <a16:creationId xmlns:a16="http://schemas.microsoft.com/office/drawing/2014/main" id="{EBEB3240-5144-4784-34A4-27826A04CA3C}"/>
                </a:ext>
              </a:extLst>
            </p:cNvPr>
            <p:cNvSpPr/>
            <p:nvPr/>
          </p:nvSpPr>
          <p:spPr>
            <a:xfrm>
              <a:off x="5741524" y="3280688"/>
              <a:ext cx="10510" cy="14331"/>
            </a:xfrm>
            <a:custGeom>
              <a:avLst/>
              <a:gdLst>
                <a:gd name="csX0" fmla="*/ 10510 w 10510"/>
                <a:gd name="csY0" fmla="*/ 3344 h 14331"/>
                <a:gd name="csX1" fmla="*/ 10032 w 10510"/>
                <a:gd name="csY1" fmla="*/ 8599 h 14331"/>
                <a:gd name="csX2" fmla="*/ 9555 w 10510"/>
                <a:gd name="csY2" fmla="*/ 8599 h 14331"/>
                <a:gd name="csX3" fmla="*/ 8121 w 10510"/>
                <a:gd name="csY3" fmla="*/ 7166 h 14331"/>
                <a:gd name="csX4" fmla="*/ 6688 w 10510"/>
                <a:gd name="csY4" fmla="*/ 6688 h 14331"/>
                <a:gd name="csX5" fmla="*/ 6688 w 10510"/>
                <a:gd name="csY5" fmla="*/ 7644 h 14331"/>
                <a:gd name="csX6" fmla="*/ 6688 w 10510"/>
                <a:gd name="csY6" fmla="*/ 8599 h 14331"/>
                <a:gd name="csX7" fmla="*/ 7166 w 10510"/>
                <a:gd name="csY7" fmla="*/ 9077 h 14331"/>
                <a:gd name="csX8" fmla="*/ 9077 w 10510"/>
                <a:gd name="csY8" fmla="*/ 12421 h 14331"/>
                <a:gd name="csX9" fmla="*/ 9077 w 10510"/>
                <a:gd name="csY9" fmla="*/ 13854 h 14331"/>
                <a:gd name="csX10" fmla="*/ 8599 w 10510"/>
                <a:gd name="csY10" fmla="*/ 14332 h 14331"/>
                <a:gd name="csX11" fmla="*/ 7166 w 10510"/>
                <a:gd name="csY11" fmla="*/ 13376 h 14331"/>
                <a:gd name="csX12" fmla="*/ 3344 w 10510"/>
                <a:gd name="csY12" fmla="*/ 8599 h 14331"/>
                <a:gd name="csX13" fmla="*/ 0 w 10510"/>
                <a:gd name="csY13" fmla="*/ 955 h 14331"/>
                <a:gd name="csX14" fmla="*/ 4300 w 10510"/>
                <a:gd name="csY14" fmla="*/ 0 h 14331"/>
                <a:gd name="csX15" fmla="*/ 7166 w 10510"/>
                <a:gd name="csY15" fmla="*/ 1911 h 14331"/>
                <a:gd name="csX16" fmla="*/ 10510 w 10510"/>
                <a:gd name="csY16" fmla="*/ 3344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510" h="14331">
                  <a:moveTo>
                    <a:pt x="10510" y="3344"/>
                  </a:moveTo>
                  <a:lnTo>
                    <a:pt x="10032" y="8599"/>
                  </a:lnTo>
                  <a:lnTo>
                    <a:pt x="9555" y="8599"/>
                  </a:lnTo>
                  <a:lnTo>
                    <a:pt x="8121" y="7166"/>
                  </a:lnTo>
                  <a:lnTo>
                    <a:pt x="6688" y="6688"/>
                  </a:lnTo>
                  <a:lnTo>
                    <a:pt x="6688" y="7644"/>
                  </a:lnTo>
                  <a:lnTo>
                    <a:pt x="6688" y="8599"/>
                  </a:lnTo>
                  <a:lnTo>
                    <a:pt x="7166" y="9077"/>
                  </a:lnTo>
                  <a:lnTo>
                    <a:pt x="9077" y="12421"/>
                  </a:lnTo>
                  <a:lnTo>
                    <a:pt x="9077" y="13854"/>
                  </a:lnTo>
                  <a:lnTo>
                    <a:pt x="8599" y="14332"/>
                  </a:lnTo>
                  <a:lnTo>
                    <a:pt x="7166" y="13376"/>
                  </a:lnTo>
                  <a:lnTo>
                    <a:pt x="3344" y="8599"/>
                  </a:lnTo>
                  <a:lnTo>
                    <a:pt x="0" y="955"/>
                  </a:lnTo>
                  <a:lnTo>
                    <a:pt x="4300" y="0"/>
                  </a:lnTo>
                  <a:lnTo>
                    <a:pt x="7166" y="1911"/>
                  </a:lnTo>
                  <a:lnTo>
                    <a:pt x="1051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4" name="Freeform 2323">
              <a:extLst>
                <a:ext uri="{FF2B5EF4-FFF2-40B4-BE49-F238E27FC236}">
                  <a16:creationId xmlns:a16="http://schemas.microsoft.com/office/drawing/2014/main" id="{AE64B045-E633-BD2F-B9BA-04ABDE53C065}"/>
                </a:ext>
              </a:extLst>
            </p:cNvPr>
            <p:cNvSpPr/>
            <p:nvPr/>
          </p:nvSpPr>
          <p:spPr>
            <a:xfrm>
              <a:off x="5751556" y="3562548"/>
              <a:ext cx="477" cy="3344"/>
            </a:xfrm>
            <a:custGeom>
              <a:avLst/>
              <a:gdLst>
                <a:gd name="csX0" fmla="*/ 0 w 477"/>
                <a:gd name="csY0" fmla="*/ 0 h 3344"/>
                <a:gd name="csX1" fmla="*/ 478 w 477"/>
                <a:gd name="csY1" fmla="*/ 955 h 3344"/>
                <a:gd name="csX2" fmla="*/ 0 w 477"/>
                <a:gd name="csY2" fmla="*/ 3344 h 3344"/>
                <a:gd name="csX3" fmla="*/ 478 w 477"/>
                <a:gd name="csY3" fmla="*/ 955 h 3344"/>
                <a:gd name="csX4" fmla="*/ 0 w 477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3344">
                  <a:moveTo>
                    <a:pt x="0" y="0"/>
                  </a:moveTo>
                  <a:lnTo>
                    <a:pt x="478" y="955"/>
                  </a:lnTo>
                  <a:lnTo>
                    <a:pt x="0" y="3344"/>
                  </a:lnTo>
                  <a:lnTo>
                    <a:pt x="478" y="95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5" name="Freeform 2324">
              <a:extLst>
                <a:ext uri="{FF2B5EF4-FFF2-40B4-BE49-F238E27FC236}">
                  <a16:creationId xmlns:a16="http://schemas.microsoft.com/office/drawing/2014/main" id="{7C94D90A-5F3F-5DCF-502E-8421C494F1C5}"/>
                </a:ext>
              </a:extLst>
            </p:cNvPr>
            <p:cNvSpPr/>
            <p:nvPr/>
          </p:nvSpPr>
          <p:spPr>
            <a:xfrm>
              <a:off x="5751556" y="3565892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6" name="Freeform 2325">
              <a:extLst>
                <a:ext uri="{FF2B5EF4-FFF2-40B4-BE49-F238E27FC236}">
                  <a16:creationId xmlns:a16="http://schemas.microsoft.com/office/drawing/2014/main" id="{B8D91380-B529-37A0-CB11-8688139DFFAC}"/>
                </a:ext>
              </a:extLst>
            </p:cNvPr>
            <p:cNvSpPr/>
            <p:nvPr/>
          </p:nvSpPr>
          <p:spPr>
            <a:xfrm>
              <a:off x="5751078" y="4545715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5 h 955"/>
                <a:gd name="csX2" fmla="*/ 0 w 477"/>
                <a:gd name="csY2" fmla="*/ 955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5"/>
                  </a:lnTo>
                  <a:lnTo>
                    <a:pt x="0" y="955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7" name="Freeform 2326">
              <a:extLst>
                <a:ext uri="{FF2B5EF4-FFF2-40B4-BE49-F238E27FC236}">
                  <a16:creationId xmlns:a16="http://schemas.microsoft.com/office/drawing/2014/main" id="{30674BE0-5567-55CF-62A2-ADA04CBB3EB9}"/>
                </a:ext>
              </a:extLst>
            </p:cNvPr>
            <p:cNvSpPr/>
            <p:nvPr/>
          </p:nvSpPr>
          <p:spPr>
            <a:xfrm>
              <a:off x="5751078" y="4541416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0 w 477"/>
                <a:gd name="csY2" fmla="*/ 0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8" name="Freeform 2327">
              <a:extLst>
                <a:ext uri="{FF2B5EF4-FFF2-40B4-BE49-F238E27FC236}">
                  <a16:creationId xmlns:a16="http://schemas.microsoft.com/office/drawing/2014/main" id="{5C210839-6A0B-A1DF-F949-8E9AFC8B5889}"/>
                </a:ext>
              </a:extLst>
            </p:cNvPr>
            <p:cNvSpPr/>
            <p:nvPr/>
          </p:nvSpPr>
          <p:spPr>
            <a:xfrm>
              <a:off x="5746301" y="3306963"/>
              <a:ext cx="4777" cy="8599"/>
            </a:xfrm>
            <a:custGeom>
              <a:avLst/>
              <a:gdLst>
                <a:gd name="csX0" fmla="*/ 4777 w 4777"/>
                <a:gd name="csY0" fmla="*/ 7166 h 8599"/>
                <a:gd name="csX1" fmla="*/ 4777 w 4777"/>
                <a:gd name="csY1" fmla="*/ 8599 h 8599"/>
                <a:gd name="csX2" fmla="*/ 4300 w 4777"/>
                <a:gd name="csY2" fmla="*/ 8121 h 8599"/>
                <a:gd name="csX3" fmla="*/ 3344 w 4777"/>
                <a:gd name="csY3" fmla="*/ 7166 h 8599"/>
                <a:gd name="csX4" fmla="*/ 956 w 4777"/>
                <a:gd name="csY4" fmla="*/ 3822 h 8599"/>
                <a:gd name="csX5" fmla="*/ 0 w 4777"/>
                <a:gd name="csY5" fmla="*/ 1433 h 8599"/>
                <a:gd name="csX6" fmla="*/ 0 w 4777"/>
                <a:gd name="csY6" fmla="*/ 0 h 8599"/>
                <a:gd name="csX7" fmla="*/ 478 w 4777"/>
                <a:gd name="csY7" fmla="*/ 0 h 8599"/>
                <a:gd name="csX8" fmla="*/ 956 w 4777"/>
                <a:gd name="csY8" fmla="*/ 1433 h 8599"/>
                <a:gd name="csX9" fmla="*/ 3344 w 4777"/>
                <a:gd name="csY9" fmla="*/ 1911 h 8599"/>
                <a:gd name="csX10" fmla="*/ 3822 w 4777"/>
                <a:gd name="csY10" fmla="*/ 2389 h 8599"/>
                <a:gd name="csX11" fmla="*/ 3822 w 4777"/>
                <a:gd name="csY11" fmla="*/ 3822 h 8599"/>
                <a:gd name="csX12" fmla="*/ 4300 w 4777"/>
                <a:gd name="csY12" fmla="*/ 5255 h 8599"/>
                <a:gd name="csX13" fmla="*/ 4777 w 4777"/>
                <a:gd name="csY13" fmla="*/ 7166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777" h="8599">
                  <a:moveTo>
                    <a:pt x="4777" y="7166"/>
                  </a:moveTo>
                  <a:lnTo>
                    <a:pt x="4777" y="8599"/>
                  </a:lnTo>
                  <a:lnTo>
                    <a:pt x="4300" y="8121"/>
                  </a:lnTo>
                  <a:lnTo>
                    <a:pt x="3344" y="7166"/>
                  </a:lnTo>
                  <a:lnTo>
                    <a:pt x="956" y="3822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1433"/>
                  </a:lnTo>
                  <a:lnTo>
                    <a:pt x="3344" y="1911"/>
                  </a:lnTo>
                  <a:lnTo>
                    <a:pt x="3822" y="2389"/>
                  </a:lnTo>
                  <a:lnTo>
                    <a:pt x="3822" y="3822"/>
                  </a:lnTo>
                  <a:lnTo>
                    <a:pt x="4300" y="5255"/>
                  </a:lnTo>
                  <a:lnTo>
                    <a:pt x="4777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9" name="Freeform 2328">
              <a:extLst>
                <a:ext uri="{FF2B5EF4-FFF2-40B4-BE49-F238E27FC236}">
                  <a16:creationId xmlns:a16="http://schemas.microsoft.com/office/drawing/2014/main" id="{C6E0162C-76B5-FFF1-C3E3-A207C8C3363A}"/>
                </a:ext>
              </a:extLst>
            </p:cNvPr>
            <p:cNvSpPr/>
            <p:nvPr/>
          </p:nvSpPr>
          <p:spPr>
            <a:xfrm>
              <a:off x="5746301" y="3918934"/>
              <a:ext cx="2866" cy="16720"/>
            </a:xfrm>
            <a:custGeom>
              <a:avLst/>
              <a:gdLst>
                <a:gd name="csX0" fmla="*/ 2867 w 2866"/>
                <a:gd name="csY0" fmla="*/ 15287 h 16720"/>
                <a:gd name="csX1" fmla="*/ 2867 w 2866"/>
                <a:gd name="csY1" fmla="*/ 15765 h 16720"/>
                <a:gd name="csX2" fmla="*/ 2389 w 2866"/>
                <a:gd name="csY2" fmla="*/ 16721 h 16720"/>
                <a:gd name="csX3" fmla="*/ 2389 w 2866"/>
                <a:gd name="csY3" fmla="*/ 16243 h 16720"/>
                <a:gd name="csX4" fmla="*/ 1911 w 2866"/>
                <a:gd name="csY4" fmla="*/ 15287 h 16720"/>
                <a:gd name="csX5" fmla="*/ 1433 w 2866"/>
                <a:gd name="csY5" fmla="*/ 14332 h 16720"/>
                <a:gd name="csX6" fmla="*/ 1911 w 2866"/>
                <a:gd name="csY6" fmla="*/ 13376 h 16720"/>
                <a:gd name="csX7" fmla="*/ 1911 w 2866"/>
                <a:gd name="csY7" fmla="*/ 10510 h 16720"/>
                <a:gd name="csX8" fmla="*/ 2389 w 2866"/>
                <a:gd name="csY8" fmla="*/ 9555 h 16720"/>
                <a:gd name="csX9" fmla="*/ 1911 w 2866"/>
                <a:gd name="csY9" fmla="*/ 6688 h 16720"/>
                <a:gd name="csX10" fmla="*/ 1433 w 2866"/>
                <a:gd name="csY10" fmla="*/ 3822 h 16720"/>
                <a:gd name="csX11" fmla="*/ 0 w 2866"/>
                <a:gd name="csY11" fmla="*/ 956 h 16720"/>
                <a:gd name="csX12" fmla="*/ 478 w 2866"/>
                <a:gd name="csY12" fmla="*/ 0 h 16720"/>
                <a:gd name="csX13" fmla="*/ 478 w 2866"/>
                <a:gd name="csY13" fmla="*/ 0 h 16720"/>
                <a:gd name="csX14" fmla="*/ 1911 w 2866"/>
                <a:gd name="csY14" fmla="*/ 2866 h 16720"/>
                <a:gd name="csX15" fmla="*/ 2389 w 2866"/>
                <a:gd name="csY15" fmla="*/ 5733 h 16720"/>
                <a:gd name="csX16" fmla="*/ 2867 w 2866"/>
                <a:gd name="csY16" fmla="*/ 8599 h 16720"/>
                <a:gd name="csX17" fmla="*/ 2867 w 2866"/>
                <a:gd name="csY17" fmla="*/ 9077 h 16720"/>
                <a:gd name="csX18" fmla="*/ 2389 w 2866"/>
                <a:gd name="csY18" fmla="*/ 12421 h 16720"/>
                <a:gd name="csX19" fmla="*/ 2389 w 2866"/>
                <a:gd name="csY19" fmla="*/ 13376 h 16720"/>
                <a:gd name="csX20" fmla="*/ 2389 w 2866"/>
                <a:gd name="csY20" fmla="*/ 14332 h 16720"/>
                <a:gd name="csX21" fmla="*/ 2867 w 2866"/>
                <a:gd name="csY21" fmla="*/ 15287 h 16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866" h="16720">
                  <a:moveTo>
                    <a:pt x="2867" y="15287"/>
                  </a:moveTo>
                  <a:lnTo>
                    <a:pt x="2867" y="15765"/>
                  </a:lnTo>
                  <a:lnTo>
                    <a:pt x="2389" y="16721"/>
                  </a:lnTo>
                  <a:lnTo>
                    <a:pt x="2389" y="16243"/>
                  </a:lnTo>
                  <a:lnTo>
                    <a:pt x="1911" y="15287"/>
                  </a:lnTo>
                  <a:lnTo>
                    <a:pt x="1433" y="14332"/>
                  </a:lnTo>
                  <a:lnTo>
                    <a:pt x="1911" y="13376"/>
                  </a:lnTo>
                  <a:lnTo>
                    <a:pt x="1911" y="10510"/>
                  </a:lnTo>
                  <a:lnTo>
                    <a:pt x="2389" y="9555"/>
                  </a:lnTo>
                  <a:lnTo>
                    <a:pt x="1911" y="6688"/>
                  </a:lnTo>
                  <a:lnTo>
                    <a:pt x="1433" y="3822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1911" y="2866"/>
                  </a:lnTo>
                  <a:lnTo>
                    <a:pt x="2389" y="5733"/>
                  </a:lnTo>
                  <a:lnTo>
                    <a:pt x="2867" y="8599"/>
                  </a:lnTo>
                  <a:lnTo>
                    <a:pt x="2867" y="9077"/>
                  </a:lnTo>
                  <a:lnTo>
                    <a:pt x="2389" y="12421"/>
                  </a:lnTo>
                  <a:lnTo>
                    <a:pt x="2389" y="13376"/>
                  </a:lnTo>
                  <a:lnTo>
                    <a:pt x="2389" y="14332"/>
                  </a:lnTo>
                  <a:lnTo>
                    <a:pt x="2867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" name="Freeform 2329">
              <a:extLst>
                <a:ext uri="{FF2B5EF4-FFF2-40B4-BE49-F238E27FC236}">
                  <a16:creationId xmlns:a16="http://schemas.microsoft.com/office/drawing/2014/main" id="{0F3D4193-1261-CBFB-F44B-710EE9CB2A76}"/>
                </a:ext>
              </a:extLst>
            </p:cNvPr>
            <p:cNvSpPr/>
            <p:nvPr/>
          </p:nvSpPr>
          <p:spPr>
            <a:xfrm>
              <a:off x="5747734" y="3560159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6 w 955"/>
                <a:gd name="csY1" fmla="*/ 1433 h 1433"/>
                <a:gd name="csX2" fmla="*/ 956 w 955"/>
                <a:gd name="csY2" fmla="*/ 1433 h 1433"/>
                <a:gd name="csX3" fmla="*/ 0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6" y="1433"/>
                  </a:lnTo>
                  <a:lnTo>
                    <a:pt x="956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1" name="Freeform 2330">
              <a:extLst>
                <a:ext uri="{FF2B5EF4-FFF2-40B4-BE49-F238E27FC236}">
                  <a16:creationId xmlns:a16="http://schemas.microsoft.com/office/drawing/2014/main" id="{9C5792C3-79FF-71A2-DA82-4AF41BC9F2C7}"/>
                </a:ext>
              </a:extLst>
            </p:cNvPr>
            <p:cNvSpPr/>
            <p:nvPr/>
          </p:nvSpPr>
          <p:spPr>
            <a:xfrm>
              <a:off x="5744390" y="3938521"/>
              <a:ext cx="3343" cy="10032"/>
            </a:xfrm>
            <a:custGeom>
              <a:avLst/>
              <a:gdLst>
                <a:gd name="csX0" fmla="*/ 2866 w 3343"/>
                <a:gd name="csY0" fmla="*/ 2867 h 10032"/>
                <a:gd name="csX1" fmla="*/ 3344 w 3343"/>
                <a:gd name="csY1" fmla="*/ 3822 h 10032"/>
                <a:gd name="csX2" fmla="*/ 2866 w 3343"/>
                <a:gd name="csY2" fmla="*/ 5733 h 10032"/>
                <a:gd name="csX3" fmla="*/ 1911 w 3343"/>
                <a:gd name="csY3" fmla="*/ 9077 h 10032"/>
                <a:gd name="csX4" fmla="*/ 1433 w 3343"/>
                <a:gd name="csY4" fmla="*/ 10032 h 10032"/>
                <a:gd name="csX5" fmla="*/ 2389 w 3343"/>
                <a:gd name="csY5" fmla="*/ 6688 h 10032"/>
                <a:gd name="csX6" fmla="*/ 2866 w 3343"/>
                <a:gd name="csY6" fmla="*/ 4777 h 10032"/>
                <a:gd name="csX7" fmla="*/ 2389 w 3343"/>
                <a:gd name="csY7" fmla="*/ 3822 h 10032"/>
                <a:gd name="csX8" fmla="*/ 0 w 3343"/>
                <a:gd name="csY8" fmla="*/ 1911 h 10032"/>
                <a:gd name="csX9" fmla="*/ 0 w 3343"/>
                <a:gd name="csY9" fmla="*/ 1433 h 10032"/>
                <a:gd name="csX10" fmla="*/ 478 w 3343"/>
                <a:gd name="csY10" fmla="*/ 478 h 10032"/>
                <a:gd name="csX11" fmla="*/ 478 w 3343"/>
                <a:gd name="csY11" fmla="*/ 0 h 10032"/>
                <a:gd name="csX12" fmla="*/ 478 w 3343"/>
                <a:gd name="csY12" fmla="*/ 478 h 10032"/>
                <a:gd name="csX13" fmla="*/ 478 w 3343"/>
                <a:gd name="csY13" fmla="*/ 956 h 10032"/>
                <a:gd name="csX14" fmla="*/ 2866 w 3343"/>
                <a:gd name="csY14" fmla="*/ 2867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343" h="10032">
                  <a:moveTo>
                    <a:pt x="2866" y="2867"/>
                  </a:moveTo>
                  <a:lnTo>
                    <a:pt x="3344" y="3822"/>
                  </a:lnTo>
                  <a:lnTo>
                    <a:pt x="2866" y="5733"/>
                  </a:lnTo>
                  <a:lnTo>
                    <a:pt x="1911" y="9077"/>
                  </a:lnTo>
                  <a:lnTo>
                    <a:pt x="1433" y="10032"/>
                  </a:lnTo>
                  <a:lnTo>
                    <a:pt x="2389" y="6688"/>
                  </a:lnTo>
                  <a:lnTo>
                    <a:pt x="2866" y="4777"/>
                  </a:lnTo>
                  <a:lnTo>
                    <a:pt x="2389" y="3822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478" y="478"/>
                  </a:lnTo>
                  <a:lnTo>
                    <a:pt x="478" y="956"/>
                  </a:lnTo>
                  <a:lnTo>
                    <a:pt x="2866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2" name="Freeform 2331">
              <a:extLst>
                <a:ext uri="{FF2B5EF4-FFF2-40B4-BE49-F238E27FC236}">
                  <a16:creationId xmlns:a16="http://schemas.microsoft.com/office/drawing/2014/main" id="{896C4156-340F-9BB4-5C66-9B8B54B3FF3C}"/>
                </a:ext>
              </a:extLst>
            </p:cNvPr>
            <p:cNvSpPr/>
            <p:nvPr/>
          </p:nvSpPr>
          <p:spPr>
            <a:xfrm>
              <a:off x="5738180" y="3973395"/>
              <a:ext cx="8121" cy="15287"/>
            </a:xfrm>
            <a:custGeom>
              <a:avLst/>
              <a:gdLst>
                <a:gd name="csX0" fmla="*/ 8121 w 8121"/>
                <a:gd name="csY0" fmla="*/ 11943 h 15287"/>
                <a:gd name="csX1" fmla="*/ 7644 w 8121"/>
                <a:gd name="csY1" fmla="*/ 13377 h 15287"/>
                <a:gd name="csX2" fmla="*/ 7166 w 8121"/>
                <a:gd name="csY2" fmla="*/ 15287 h 15287"/>
                <a:gd name="csX3" fmla="*/ 6688 w 8121"/>
                <a:gd name="csY3" fmla="*/ 15287 h 15287"/>
                <a:gd name="csX4" fmla="*/ 7166 w 8121"/>
                <a:gd name="csY4" fmla="*/ 14332 h 15287"/>
                <a:gd name="csX5" fmla="*/ 7644 w 8121"/>
                <a:gd name="csY5" fmla="*/ 12899 h 15287"/>
                <a:gd name="csX6" fmla="*/ 7166 w 8121"/>
                <a:gd name="csY6" fmla="*/ 12421 h 15287"/>
                <a:gd name="csX7" fmla="*/ 4777 w 8121"/>
                <a:gd name="csY7" fmla="*/ 12899 h 15287"/>
                <a:gd name="csX8" fmla="*/ 0 w 8121"/>
                <a:gd name="csY8" fmla="*/ 6688 h 15287"/>
                <a:gd name="csX9" fmla="*/ 0 w 8121"/>
                <a:gd name="csY9" fmla="*/ 5733 h 15287"/>
                <a:gd name="csX10" fmla="*/ 956 w 8121"/>
                <a:gd name="csY10" fmla="*/ 3822 h 15287"/>
                <a:gd name="csX11" fmla="*/ 956 w 8121"/>
                <a:gd name="csY11" fmla="*/ 1911 h 15287"/>
                <a:gd name="csX12" fmla="*/ 1433 w 8121"/>
                <a:gd name="csY12" fmla="*/ 478 h 15287"/>
                <a:gd name="csX13" fmla="*/ 1911 w 8121"/>
                <a:gd name="csY13" fmla="*/ 0 h 15287"/>
                <a:gd name="csX14" fmla="*/ 1911 w 8121"/>
                <a:gd name="csY14" fmla="*/ 956 h 15287"/>
                <a:gd name="csX15" fmla="*/ 1433 w 8121"/>
                <a:gd name="csY15" fmla="*/ 2867 h 15287"/>
                <a:gd name="csX16" fmla="*/ 956 w 8121"/>
                <a:gd name="csY16" fmla="*/ 4777 h 15287"/>
                <a:gd name="csX17" fmla="*/ 478 w 8121"/>
                <a:gd name="csY17" fmla="*/ 5733 h 15287"/>
                <a:gd name="csX18" fmla="*/ 5255 w 8121"/>
                <a:gd name="csY18" fmla="*/ 11943 h 15287"/>
                <a:gd name="csX19" fmla="*/ 8121 w 8121"/>
                <a:gd name="csY19" fmla="*/ 11466 h 15287"/>
                <a:gd name="csX20" fmla="*/ 8121 w 8121"/>
                <a:gd name="csY20" fmla="*/ 11943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8121" h="15287">
                  <a:moveTo>
                    <a:pt x="8121" y="11943"/>
                  </a:moveTo>
                  <a:lnTo>
                    <a:pt x="7644" y="13377"/>
                  </a:lnTo>
                  <a:lnTo>
                    <a:pt x="7166" y="15287"/>
                  </a:lnTo>
                  <a:lnTo>
                    <a:pt x="6688" y="15287"/>
                  </a:lnTo>
                  <a:lnTo>
                    <a:pt x="7166" y="14332"/>
                  </a:lnTo>
                  <a:lnTo>
                    <a:pt x="7644" y="12899"/>
                  </a:lnTo>
                  <a:lnTo>
                    <a:pt x="7166" y="12421"/>
                  </a:lnTo>
                  <a:lnTo>
                    <a:pt x="4777" y="12899"/>
                  </a:lnTo>
                  <a:lnTo>
                    <a:pt x="0" y="6688"/>
                  </a:lnTo>
                  <a:lnTo>
                    <a:pt x="0" y="5733"/>
                  </a:lnTo>
                  <a:lnTo>
                    <a:pt x="956" y="3822"/>
                  </a:lnTo>
                  <a:lnTo>
                    <a:pt x="956" y="1911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1911" y="956"/>
                  </a:lnTo>
                  <a:lnTo>
                    <a:pt x="1433" y="2867"/>
                  </a:lnTo>
                  <a:lnTo>
                    <a:pt x="956" y="4777"/>
                  </a:lnTo>
                  <a:lnTo>
                    <a:pt x="478" y="5733"/>
                  </a:lnTo>
                  <a:lnTo>
                    <a:pt x="5255" y="11943"/>
                  </a:lnTo>
                  <a:lnTo>
                    <a:pt x="8121" y="11466"/>
                  </a:lnTo>
                  <a:lnTo>
                    <a:pt x="8121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3" name="Freeform 2332">
              <a:extLst>
                <a:ext uri="{FF2B5EF4-FFF2-40B4-BE49-F238E27FC236}">
                  <a16:creationId xmlns:a16="http://schemas.microsoft.com/office/drawing/2014/main" id="{42F9283D-F65E-8C4B-84B9-562CBB5359FE}"/>
                </a:ext>
              </a:extLst>
            </p:cNvPr>
            <p:cNvSpPr/>
            <p:nvPr/>
          </p:nvSpPr>
          <p:spPr>
            <a:xfrm>
              <a:off x="5744868" y="4546670"/>
              <a:ext cx="955" cy="2388"/>
            </a:xfrm>
            <a:custGeom>
              <a:avLst/>
              <a:gdLst>
                <a:gd name="csX0" fmla="*/ 956 w 955"/>
                <a:gd name="csY0" fmla="*/ 0 h 2388"/>
                <a:gd name="csX1" fmla="*/ 478 w 955"/>
                <a:gd name="csY1" fmla="*/ 956 h 2388"/>
                <a:gd name="csX2" fmla="*/ 478 w 955"/>
                <a:gd name="csY2" fmla="*/ 1433 h 2388"/>
                <a:gd name="csX3" fmla="*/ 956 w 955"/>
                <a:gd name="csY3" fmla="*/ 2389 h 2388"/>
                <a:gd name="csX4" fmla="*/ 0 w 955"/>
                <a:gd name="csY4" fmla="*/ 1433 h 2388"/>
                <a:gd name="csX5" fmla="*/ 478 w 955"/>
                <a:gd name="csY5" fmla="*/ 956 h 2388"/>
                <a:gd name="csX6" fmla="*/ 956 w 955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2388">
                  <a:moveTo>
                    <a:pt x="956" y="0"/>
                  </a:moveTo>
                  <a:lnTo>
                    <a:pt x="478" y="956"/>
                  </a:lnTo>
                  <a:lnTo>
                    <a:pt x="478" y="1433"/>
                  </a:lnTo>
                  <a:lnTo>
                    <a:pt x="956" y="2389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4" name="Freeform 2333">
              <a:extLst>
                <a:ext uri="{FF2B5EF4-FFF2-40B4-BE49-F238E27FC236}">
                  <a16:creationId xmlns:a16="http://schemas.microsoft.com/office/drawing/2014/main" id="{24014C1C-CCFD-34A6-8A1E-ACAE2CE07861}"/>
                </a:ext>
              </a:extLst>
            </p:cNvPr>
            <p:cNvSpPr/>
            <p:nvPr/>
          </p:nvSpPr>
          <p:spPr>
            <a:xfrm>
              <a:off x="5734358" y="3951420"/>
              <a:ext cx="11465" cy="17676"/>
            </a:xfrm>
            <a:custGeom>
              <a:avLst/>
              <a:gdLst>
                <a:gd name="csX0" fmla="*/ 10510 w 11465"/>
                <a:gd name="csY0" fmla="*/ 12421 h 17676"/>
                <a:gd name="csX1" fmla="*/ 11466 w 11465"/>
                <a:gd name="csY1" fmla="*/ 13854 h 17676"/>
                <a:gd name="csX2" fmla="*/ 10988 w 11465"/>
                <a:gd name="csY2" fmla="*/ 15287 h 17676"/>
                <a:gd name="csX3" fmla="*/ 10510 w 11465"/>
                <a:gd name="csY3" fmla="*/ 17198 h 17676"/>
                <a:gd name="csX4" fmla="*/ 10032 w 11465"/>
                <a:gd name="csY4" fmla="*/ 17676 h 17676"/>
                <a:gd name="csX5" fmla="*/ 10510 w 11465"/>
                <a:gd name="csY5" fmla="*/ 16243 h 17676"/>
                <a:gd name="csX6" fmla="*/ 10510 w 11465"/>
                <a:gd name="csY6" fmla="*/ 14809 h 17676"/>
                <a:gd name="csX7" fmla="*/ 10032 w 11465"/>
                <a:gd name="csY7" fmla="*/ 13376 h 17676"/>
                <a:gd name="csX8" fmla="*/ 7166 w 11465"/>
                <a:gd name="csY8" fmla="*/ 12899 h 17676"/>
                <a:gd name="csX9" fmla="*/ 4777 w 11465"/>
                <a:gd name="csY9" fmla="*/ 8121 h 17676"/>
                <a:gd name="csX10" fmla="*/ 3822 w 11465"/>
                <a:gd name="csY10" fmla="*/ 5255 h 17676"/>
                <a:gd name="csX11" fmla="*/ 3344 w 11465"/>
                <a:gd name="csY11" fmla="*/ 4777 h 17676"/>
                <a:gd name="csX12" fmla="*/ 1911 w 11465"/>
                <a:gd name="csY12" fmla="*/ 3344 h 17676"/>
                <a:gd name="csX13" fmla="*/ 0 w 11465"/>
                <a:gd name="csY13" fmla="*/ 956 h 17676"/>
                <a:gd name="csX14" fmla="*/ 0 w 11465"/>
                <a:gd name="csY14" fmla="*/ 478 h 17676"/>
                <a:gd name="csX15" fmla="*/ 956 w 11465"/>
                <a:gd name="csY15" fmla="*/ 0 h 17676"/>
                <a:gd name="csX16" fmla="*/ 2389 w 11465"/>
                <a:gd name="csY16" fmla="*/ 2389 h 17676"/>
                <a:gd name="csX17" fmla="*/ 3822 w 11465"/>
                <a:gd name="csY17" fmla="*/ 3822 h 17676"/>
                <a:gd name="csX18" fmla="*/ 4777 w 11465"/>
                <a:gd name="csY18" fmla="*/ 4300 h 17676"/>
                <a:gd name="csX19" fmla="*/ 5255 w 11465"/>
                <a:gd name="csY19" fmla="*/ 7166 h 17676"/>
                <a:gd name="csX20" fmla="*/ 7644 w 11465"/>
                <a:gd name="csY20" fmla="*/ 11943 h 17676"/>
                <a:gd name="csX21" fmla="*/ 10510 w 11465"/>
                <a:gd name="csY21" fmla="*/ 12421 h 1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1465" h="17676">
                  <a:moveTo>
                    <a:pt x="10510" y="12421"/>
                  </a:moveTo>
                  <a:lnTo>
                    <a:pt x="11466" y="13854"/>
                  </a:lnTo>
                  <a:lnTo>
                    <a:pt x="10988" y="15287"/>
                  </a:lnTo>
                  <a:lnTo>
                    <a:pt x="10510" y="17198"/>
                  </a:lnTo>
                  <a:lnTo>
                    <a:pt x="10032" y="17676"/>
                  </a:lnTo>
                  <a:lnTo>
                    <a:pt x="10510" y="16243"/>
                  </a:lnTo>
                  <a:lnTo>
                    <a:pt x="10510" y="14809"/>
                  </a:lnTo>
                  <a:lnTo>
                    <a:pt x="10032" y="13376"/>
                  </a:lnTo>
                  <a:lnTo>
                    <a:pt x="7166" y="12899"/>
                  </a:lnTo>
                  <a:lnTo>
                    <a:pt x="4777" y="8121"/>
                  </a:lnTo>
                  <a:lnTo>
                    <a:pt x="3822" y="5255"/>
                  </a:lnTo>
                  <a:lnTo>
                    <a:pt x="3344" y="4777"/>
                  </a:lnTo>
                  <a:lnTo>
                    <a:pt x="1911" y="3344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389" y="2389"/>
                  </a:lnTo>
                  <a:lnTo>
                    <a:pt x="3822" y="3822"/>
                  </a:lnTo>
                  <a:lnTo>
                    <a:pt x="4777" y="4300"/>
                  </a:lnTo>
                  <a:lnTo>
                    <a:pt x="5255" y="7166"/>
                  </a:lnTo>
                  <a:lnTo>
                    <a:pt x="7644" y="11943"/>
                  </a:lnTo>
                  <a:lnTo>
                    <a:pt x="10510" y="124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5" name="Freeform 2334">
              <a:extLst>
                <a:ext uri="{FF2B5EF4-FFF2-40B4-BE49-F238E27FC236}">
                  <a16:creationId xmlns:a16="http://schemas.microsoft.com/office/drawing/2014/main" id="{1FADA7A2-92DC-A91D-FA02-770483453B62}"/>
                </a:ext>
              </a:extLst>
            </p:cNvPr>
            <p:cNvSpPr/>
            <p:nvPr/>
          </p:nvSpPr>
          <p:spPr>
            <a:xfrm>
              <a:off x="5745345" y="4549059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6" name="Freeform 2335">
              <a:extLst>
                <a:ext uri="{FF2B5EF4-FFF2-40B4-BE49-F238E27FC236}">
                  <a16:creationId xmlns:a16="http://schemas.microsoft.com/office/drawing/2014/main" id="{08F4085E-D1D8-7108-10FE-09DAAC1C803A}"/>
                </a:ext>
              </a:extLst>
            </p:cNvPr>
            <p:cNvSpPr/>
            <p:nvPr/>
          </p:nvSpPr>
          <p:spPr>
            <a:xfrm>
              <a:off x="5736746" y="3286898"/>
              <a:ext cx="6688" cy="4299"/>
            </a:xfrm>
            <a:custGeom>
              <a:avLst/>
              <a:gdLst>
                <a:gd name="csX0" fmla="*/ 6210 w 6688"/>
                <a:gd name="csY0" fmla="*/ 2389 h 4299"/>
                <a:gd name="csX1" fmla="*/ 6688 w 6688"/>
                <a:gd name="csY1" fmla="*/ 3344 h 4299"/>
                <a:gd name="csX2" fmla="*/ 5733 w 6688"/>
                <a:gd name="csY2" fmla="*/ 4300 h 4299"/>
                <a:gd name="csX3" fmla="*/ 4777 w 6688"/>
                <a:gd name="csY3" fmla="*/ 4300 h 4299"/>
                <a:gd name="csX4" fmla="*/ 3344 w 6688"/>
                <a:gd name="csY4" fmla="*/ 4300 h 4299"/>
                <a:gd name="csX5" fmla="*/ 478 w 6688"/>
                <a:gd name="csY5" fmla="*/ 3344 h 4299"/>
                <a:gd name="csX6" fmla="*/ 0 w 6688"/>
                <a:gd name="csY6" fmla="*/ 478 h 4299"/>
                <a:gd name="csX7" fmla="*/ 1433 w 6688"/>
                <a:gd name="csY7" fmla="*/ 478 h 4299"/>
                <a:gd name="csX8" fmla="*/ 3344 w 6688"/>
                <a:gd name="csY8" fmla="*/ 0 h 4299"/>
                <a:gd name="csX9" fmla="*/ 4300 w 6688"/>
                <a:gd name="csY9" fmla="*/ 478 h 4299"/>
                <a:gd name="csX10" fmla="*/ 6210 w 6688"/>
                <a:gd name="csY10" fmla="*/ 238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8" h="4299">
                  <a:moveTo>
                    <a:pt x="6210" y="2389"/>
                  </a:moveTo>
                  <a:lnTo>
                    <a:pt x="6688" y="3344"/>
                  </a:lnTo>
                  <a:lnTo>
                    <a:pt x="5733" y="4300"/>
                  </a:lnTo>
                  <a:lnTo>
                    <a:pt x="4777" y="4300"/>
                  </a:lnTo>
                  <a:lnTo>
                    <a:pt x="3344" y="4300"/>
                  </a:lnTo>
                  <a:lnTo>
                    <a:pt x="478" y="3344"/>
                  </a:lnTo>
                  <a:lnTo>
                    <a:pt x="0" y="478"/>
                  </a:lnTo>
                  <a:lnTo>
                    <a:pt x="1433" y="478"/>
                  </a:lnTo>
                  <a:lnTo>
                    <a:pt x="3344" y="0"/>
                  </a:lnTo>
                  <a:lnTo>
                    <a:pt x="4300" y="478"/>
                  </a:lnTo>
                  <a:lnTo>
                    <a:pt x="621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7" name="Freeform 2336">
              <a:extLst>
                <a:ext uri="{FF2B5EF4-FFF2-40B4-BE49-F238E27FC236}">
                  <a16:creationId xmlns:a16="http://schemas.microsoft.com/office/drawing/2014/main" id="{EA56F4D0-E377-A99D-9285-D5721CF07030}"/>
                </a:ext>
              </a:extLst>
            </p:cNvPr>
            <p:cNvSpPr/>
            <p:nvPr/>
          </p:nvSpPr>
          <p:spPr>
            <a:xfrm>
              <a:off x="5734836" y="3449326"/>
              <a:ext cx="8121" cy="4777"/>
            </a:xfrm>
            <a:custGeom>
              <a:avLst/>
              <a:gdLst>
                <a:gd name="csX0" fmla="*/ 8121 w 8121"/>
                <a:gd name="csY0" fmla="*/ 1911 h 4777"/>
                <a:gd name="csX1" fmla="*/ 6688 w 8121"/>
                <a:gd name="csY1" fmla="*/ 4777 h 4777"/>
                <a:gd name="csX2" fmla="*/ 3822 w 8121"/>
                <a:gd name="csY2" fmla="*/ 4777 h 4777"/>
                <a:gd name="csX3" fmla="*/ 0 w 8121"/>
                <a:gd name="csY3" fmla="*/ 2866 h 4777"/>
                <a:gd name="csX4" fmla="*/ 0 w 8121"/>
                <a:gd name="csY4" fmla="*/ 2389 h 4777"/>
                <a:gd name="csX5" fmla="*/ 0 w 8121"/>
                <a:gd name="csY5" fmla="*/ 1433 h 4777"/>
                <a:gd name="csX6" fmla="*/ 955 w 8121"/>
                <a:gd name="csY6" fmla="*/ 956 h 4777"/>
                <a:gd name="csX7" fmla="*/ 1433 w 8121"/>
                <a:gd name="csY7" fmla="*/ 956 h 4777"/>
                <a:gd name="csX8" fmla="*/ 2389 w 8121"/>
                <a:gd name="csY8" fmla="*/ 1433 h 4777"/>
                <a:gd name="csX9" fmla="*/ 3822 w 8121"/>
                <a:gd name="csY9" fmla="*/ 478 h 4777"/>
                <a:gd name="csX10" fmla="*/ 4777 w 8121"/>
                <a:gd name="csY10" fmla="*/ 956 h 4777"/>
                <a:gd name="csX11" fmla="*/ 6210 w 8121"/>
                <a:gd name="csY11" fmla="*/ 0 h 4777"/>
                <a:gd name="csX12" fmla="*/ 8121 w 8121"/>
                <a:gd name="csY12" fmla="*/ 1911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121" h="4777">
                  <a:moveTo>
                    <a:pt x="8121" y="1911"/>
                  </a:moveTo>
                  <a:lnTo>
                    <a:pt x="6688" y="4777"/>
                  </a:lnTo>
                  <a:lnTo>
                    <a:pt x="3822" y="4777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955" y="956"/>
                  </a:lnTo>
                  <a:lnTo>
                    <a:pt x="1433" y="956"/>
                  </a:lnTo>
                  <a:lnTo>
                    <a:pt x="2389" y="1433"/>
                  </a:lnTo>
                  <a:lnTo>
                    <a:pt x="3822" y="478"/>
                  </a:lnTo>
                  <a:lnTo>
                    <a:pt x="4777" y="956"/>
                  </a:lnTo>
                  <a:lnTo>
                    <a:pt x="6210" y="0"/>
                  </a:lnTo>
                  <a:lnTo>
                    <a:pt x="812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8" name="Freeform 2337">
              <a:extLst>
                <a:ext uri="{FF2B5EF4-FFF2-40B4-BE49-F238E27FC236}">
                  <a16:creationId xmlns:a16="http://schemas.microsoft.com/office/drawing/2014/main" id="{7A3B40F2-724E-782A-D8CE-332AD855670D}"/>
                </a:ext>
              </a:extLst>
            </p:cNvPr>
            <p:cNvSpPr/>
            <p:nvPr/>
          </p:nvSpPr>
          <p:spPr>
            <a:xfrm>
              <a:off x="5733880" y="4234713"/>
              <a:ext cx="7643" cy="4777"/>
            </a:xfrm>
            <a:custGeom>
              <a:avLst/>
              <a:gdLst>
                <a:gd name="csX0" fmla="*/ 3822 w 7643"/>
                <a:gd name="csY0" fmla="*/ 2389 h 4777"/>
                <a:gd name="csX1" fmla="*/ 7644 w 7643"/>
                <a:gd name="csY1" fmla="*/ 4777 h 4777"/>
                <a:gd name="csX2" fmla="*/ 3822 w 7643"/>
                <a:gd name="csY2" fmla="*/ 2389 h 4777"/>
                <a:gd name="csX3" fmla="*/ 0 w 7643"/>
                <a:gd name="csY3" fmla="*/ 0 h 4777"/>
                <a:gd name="csX4" fmla="*/ 3822 w 7643"/>
                <a:gd name="csY4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4777">
                  <a:moveTo>
                    <a:pt x="3822" y="2389"/>
                  </a:moveTo>
                  <a:lnTo>
                    <a:pt x="7644" y="4777"/>
                  </a:lnTo>
                  <a:lnTo>
                    <a:pt x="3822" y="2389"/>
                  </a:lnTo>
                  <a:lnTo>
                    <a:pt x="0" y="0"/>
                  </a:lnTo>
                  <a:lnTo>
                    <a:pt x="3822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9" name="Freeform 2338">
              <a:extLst>
                <a:ext uri="{FF2B5EF4-FFF2-40B4-BE49-F238E27FC236}">
                  <a16:creationId xmlns:a16="http://schemas.microsoft.com/office/drawing/2014/main" id="{562989CE-15AC-ECB2-74D1-BE595B5F63D0}"/>
                </a:ext>
              </a:extLst>
            </p:cNvPr>
            <p:cNvSpPr/>
            <p:nvPr/>
          </p:nvSpPr>
          <p:spPr>
            <a:xfrm>
              <a:off x="5720504" y="3896958"/>
              <a:ext cx="20542" cy="3344"/>
            </a:xfrm>
            <a:custGeom>
              <a:avLst/>
              <a:gdLst>
                <a:gd name="csX0" fmla="*/ 20542 w 20542"/>
                <a:gd name="csY0" fmla="*/ 956 h 3344"/>
                <a:gd name="csX1" fmla="*/ 20542 w 20542"/>
                <a:gd name="csY1" fmla="*/ 1433 h 3344"/>
                <a:gd name="csX2" fmla="*/ 19109 w 20542"/>
                <a:gd name="csY2" fmla="*/ 2389 h 3344"/>
                <a:gd name="csX3" fmla="*/ 16243 w 20542"/>
                <a:gd name="csY3" fmla="*/ 2867 h 3344"/>
                <a:gd name="csX4" fmla="*/ 14332 w 20542"/>
                <a:gd name="csY4" fmla="*/ 2867 h 3344"/>
                <a:gd name="csX5" fmla="*/ 12421 w 20542"/>
                <a:gd name="csY5" fmla="*/ 2389 h 3344"/>
                <a:gd name="csX6" fmla="*/ 11465 w 20542"/>
                <a:gd name="csY6" fmla="*/ 1911 h 3344"/>
                <a:gd name="csX7" fmla="*/ 10510 w 20542"/>
                <a:gd name="csY7" fmla="*/ 1911 h 3344"/>
                <a:gd name="csX8" fmla="*/ 6688 w 20542"/>
                <a:gd name="csY8" fmla="*/ 1911 h 3344"/>
                <a:gd name="csX9" fmla="*/ 6210 w 20542"/>
                <a:gd name="csY9" fmla="*/ 1911 h 3344"/>
                <a:gd name="csX10" fmla="*/ 4777 w 20542"/>
                <a:gd name="csY10" fmla="*/ 2389 h 3344"/>
                <a:gd name="csX11" fmla="*/ 2866 w 20542"/>
                <a:gd name="csY11" fmla="*/ 3344 h 3344"/>
                <a:gd name="csX12" fmla="*/ 1433 w 20542"/>
                <a:gd name="csY12" fmla="*/ 3344 h 3344"/>
                <a:gd name="csX13" fmla="*/ 1433 w 20542"/>
                <a:gd name="csY13" fmla="*/ 3344 h 3344"/>
                <a:gd name="csX14" fmla="*/ 955 w 20542"/>
                <a:gd name="csY14" fmla="*/ 2867 h 3344"/>
                <a:gd name="csX15" fmla="*/ 0 w 20542"/>
                <a:gd name="csY15" fmla="*/ 1433 h 3344"/>
                <a:gd name="csX16" fmla="*/ 478 w 20542"/>
                <a:gd name="csY16" fmla="*/ 956 h 3344"/>
                <a:gd name="csX17" fmla="*/ 955 w 20542"/>
                <a:gd name="csY17" fmla="*/ 0 h 3344"/>
                <a:gd name="csX18" fmla="*/ 955 w 20542"/>
                <a:gd name="csY18" fmla="*/ 478 h 3344"/>
                <a:gd name="csX19" fmla="*/ 1433 w 20542"/>
                <a:gd name="csY19" fmla="*/ 1911 h 3344"/>
                <a:gd name="csX20" fmla="*/ 1911 w 20542"/>
                <a:gd name="csY20" fmla="*/ 2389 h 3344"/>
                <a:gd name="csX21" fmla="*/ 2389 w 20542"/>
                <a:gd name="csY21" fmla="*/ 2389 h 3344"/>
                <a:gd name="csX22" fmla="*/ 3344 w 20542"/>
                <a:gd name="csY22" fmla="*/ 2389 h 3344"/>
                <a:gd name="csX23" fmla="*/ 5255 w 20542"/>
                <a:gd name="csY23" fmla="*/ 1433 h 3344"/>
                <a:gd name="csX24" fmla="*/ 6688 w 20542"/>
                <a:gd name="csY24" fmla="*/ 956 h 3344"/>
                <a:gd name="csX25" fmla="*/ 7166 w 20542"/>
                <a:gd name="csY25" fmla="*/ 956 h 3344"/>
                <a:gd name="csX26" fmla="*/ 11465 w 20542"/>
                <a:gd name="csY26" fmla="*/ 478 h 3344"/>
                <a:gd name="csX27" fmla="*/ 12421 w 20542"/>
                <a:gd name="csY27" fmla="*/ 956 h 3344"/>
                <a:gd name="csX28" fmla="*/ 12898 w 20542"/>
                <a:gd name="csY28" fmla="*/ 1433 h 3344"/>
                <a:gd name="csX29" fmla="*/ 14809 w 20542"/>
                <a:gd name="csY29" fmla="*/ 1911 h 3344"/>
                <a:gd name="csX30" fmla="*/ 17198 w 20542"/>
                <a:gd name="csY30" fmla="*/ 1911 h 3344"/>
                <a:gd name="csX31" fmla="*/ 19587 w 20542"/>
                <a:gd name="csY31" fmla="*/ 1433 h 3344"/>
                <a:gd name="csX32" fmla="*/ 20542 w 20542"/>
                <a:gd name="csY32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0542" h="3344">
                  <a:moveTo>
                    <a:pt x="20542" y="956"/>
                  </a:moveTo>
                  <a:lnTo>
                    <a:pt x="20542" y="1433"/>
                  </a:lnTo>
                  <a:lnTo>
                    <a:pt x="19109" y="2389"/>
                  </a:lnTo>
                  <a:lnTo>
                    <a:pt x="16243" y="2867"/>
                  </a:lnTo>
                  <a:lnTo>
                    <a:pt x="14332" y="2867"/>
                  </a:lnTo>
                  <a:lnTo>
                    <a:pt x="12421" y="2389"/>
                  </a:lnTo>
                  <a:lnTo>
                    <a:pt x="11465" y="1911"/>
                  </a:lnTo>
                  <a:lnTo>
                    <a:pt x="10510" y="1911"/>
                  </a:lnTo>
                  <a:lnTo>
                    <a:pt x="6688" y="1911"/>
                  </a:lnTo>
                  <a:lnTo>
                    <a:pt x="6210" y="1911"/>
                  </a:lnTo>
                  <a:lnTo>
                    <a:pt x="4777" y="2389"/>
                  </a:lnTo>
                  <a:lnTo>
                    <a:pt x="2866" y="3344"/>
                  </a:lnTo>
                  <a:lnTo>
                    <a:pt x="1433" y="3344"/>
                  </a:lnTo>
                  <a:lnTo>
                    <a:pt x="1433" y="3344"/>
                  </a:lnTo>
                  <a:lnTo>
                    <a:pt x="955" y="2867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955" y="0"/>
                  </a:lnTo>
                  <a:lnTo>
                    <a:pt x="955" y="478"/>
                  </a:lnTo>
                  <a:lnTo>
                    <a:pt x="1433" y="1911"/>
                  </a:lnTo>
                  <a:lnTo>
                    <a:pt x="1911" y="2389"/>
                  </a:lnTo>
                  <a:lnTo>
                    <a:pt x="2389" y="2389"/>
                  </a:lnTo>
                  <a:lnTo>
                    <a:pt x="3344" y="2389"/>
                  </a:lnTo>
                  <a:lnTo>
                    <a:pt x="5255" y="1433"/>
                  </a:lnTo>
                  <a:lnTo>
                    <a:pt x="6688" y="956"/>
                  </a:lnTo>
                  <a:lnTo>
                    <a:pt x="7166" y="956"/>
                  </a:lnTo>
                  <a:lnTo>
                    <a:pt x="11465" y="478"/>
                  </a:lnTo>
                  <a:lnTo>
                    <a:pt x="12421" y="956"/>
                  </a:lnTo>
                  <a:lnTo>
                    <a:pt x="12898" y="1433"/>
                  </a:lnTo>
                  <a:lnTo>
                    <a:pt x="14809" y="1911"/>
                  </a:lnTo>
                  <a:lnTo>
                    <a:pt x="17198" y="1911"/>
                  </a:lnTo>
                  <a:lnTo>
                    <a:pt x="19587" y="1433"/>
                  </a:lnTo>
                  <a:lnTo>
                    <a:pt x="2054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0" name="Freeform 2339">
              <a:extLst>
                <a:ext uri="{FF2B5EF4-FFF2-40B4-BE49-F238E27FC236}">
                  <a16:creationId xmlns:a16="http://schemas.microsoft.com/office/drawing/2014/main" id="{F4088239-7BD2-ED99-C516-DD421AF36B11}"/>
                </a:ext>
              </a:extLst>
            </p:cNvPr>
            <p:cNvSpPr/>
            <p:nvPr/>
          </p:nvSpPr>
          <p:spPr>
            <a:xfrm>
              <a:off x="5736746" y="3459358"/>
              <a:ext cx="3344" cy="9076"/>
            </a:xfrm>
            <a:custGeom>
              <a:avLst/>
              <a:gdLst>
                <a:gd name="csX0" fmla="*/ 3344 w 3344"/>
                <a:gd name="csY0" fmla="*/ 8599 h 9076"/>
                <a:gd name="csX1" fmla="*/ 3344 w 3344"/>
                <a:gd name="csY1" fmla="*/ 9077 h 9076"/>
                <a:gd name="csX2" fmla="*/ 2389 w 3344"/>
                <a:gd name="csY2" fmla="*/ 9077 h 9076"/>
                <a:gd name="csX3" fmla="*/ 1433 w 3344"/>
                <a:gd name="csY3" fmla="*/ 9077 h 9076"/>
                <a:gd name="csX4" fmla="*/ 478 w 3344"/>
                <a:gd name="csY4" fmla="*/ 8599 h 9076"/>
                <a:gd name="csX5" fmla="*/ 0 w 3344"/>
                <a:gd name="csY5" fmla="*/ 6688 h 9076"/>
                <a:gd name="csX6" fmla="*/ 0 w 3344"/>
                <a:gd name="csY6" fmla="*/ 5255 h 9076"/>
                <a:gd name="csX7" fmla="*/ 0 w 3344"/>
                <a:gd name="csY7" fmla="*/ 2866 h 9076"/>
                <a:gd name="csX8" fmla="*/ 0 w 3344"/>
                <a:gd name="csY8" fmla="*/ 0 h 9076"/>
                <a:gd name="csX9" fmla="*/ 2389 w 3344"/>
                <a:gd name="csY9" fmla="*/ 0 h 9076"/>
                <a:gd name="csX10" fmla="*/ 2867 w 3344"/>
                <a:gd name="csY10" fmla="*/ 478 h 9076"/>
                <a:gd name="csX11" fmla="*/ 3344 w 3344"/>
                <a:gd name="csY11" fmla="*/ 8599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4" h="9076">
                  <a:moveTo>
                    <a:pt x="3344" y="8599"/>
                  </a:moveTo>
                  <a:lnTo>
                    <a:pt x="3344" y="9077"/>
                  </a:lnTo>
                  <a:lnTo>
                    <a:pt x="2389" y="9077"/>
                  </a:lnTo>
                  <a:lnTo>
                    <a:pt x="1433" y="9077"/>
                  </a:lnTo>
                  <a:lnTo>
                    <a:pt x="478" y="8599"/>
                  </a:lnTo>
                  <a:lnTo>
                    <a:pt x="0" y="6688"/>
                  </a:lnTo>
                  <a:lnTo>
                    <a:pt x="0" y="5255"/>
                  </a:lnTo>
                  <a:lnTo>
                    <a:pt x="0" y="2866"/>
                  </a:lnTo>
                  <a:lnTo>
                    <a:pt x="0" y="0"/>
                  </a:lnTo>
                  <a:lnTo>
                    <a:pt x="2389" y="0"/>
                  </a:lnTo>
                  <a:lnTo>
                    <a:pt x="2867" y="478"/>
                  </a:lnTo>
                  <a:lnTo>
                    <a:pt x="3344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1" name="Freeform 2340">
              <a:extLst>
                <a:ext uri="{FF2B5EF4-FFF2-40B4-BE49-F238E27FC236}">
                  <a16:creationId xmlns:a16="http://schemas.microsoft.com/office/drawing/2014/main" id="{838D2B03-0B89-3CD7-CAF8-D158F357A62A}"/>
                </a:ext>
              </a:extLst>
            </p:cNvPr>
            <p:cNvSpPr/>
            <p:nvPr/>
          </p:nvSpPr>
          <p:spPr>
            <a:xfrm>
              <a:off x="5734836" y="3996326"/>
              <a:ext cx="2866" cy="11943"/>
            </a:xfrm>
            <a:custGeom>
              <a:avLst/>
              <a:gdLst>
                <a:gd name="csX0" fmla="*/ 1433 w 2866"/>
                <a:gd name="csY0" fmla="*/ 6210 h 11943"/>
                <a:gd name="csX1" fmla="*/ 2866 w 2866"/>
                <a:gd name="csY1" fmla="*/ 11943 h 11943"/>
                <a:gd name="csX2" fmla="*/ 1911 w 2866"/>
                <a:gd name="csY2" fmla="*/ 11943 h 11943"/>
                <a:gd name="csX3" fmla="*/ 955 w 2866"/>
                <a:gd name="csY3" fmla="*/ 7166 h 11943"/>
                <a:gd name="csX4" fmla="*/ 478 w 2866"/>
                <a:gd name="csY4" fmla="*/ 5255 h 11943"/>
                <a:gd name="csX5" fmla="*/ 0 w 2866"/>
                <a:gd name="csY5" fmla="*/ 3822 h 11943"/>
                <a:gd name="csX6" fmla="*/ 1433 w 2866"/>
                <a:gd name="csY6" fmla="*/ 478 h 11943"/>
                <a:gd name="csX7" fmla="*/ 1911 w 2866"/>
                <a:gd name="csY7" fmla="*/ 0 h 11943"/>
                <a:gd name="csX8" fmla="*/ 478 w 2866"/>
                <a:gd name="csY8" fmla="*/ 2866 h 11943"/>
                <a:gd name="csX9" fmla="*/ 955 w 2866"/>
                <a:gd name="csY9" fmla="*/ 4299 h 11943"/>
                <a:gd name="csX10" fmla="*/ 1433 w 2866"/>
                <a:gd name="csY10" fmla="*/ 6210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866" h="11943">
                  <a:moveTo>
                    <a:pt x="1433" y="6210"/>
                  </a:moveTo>
                  <a:lnTo>
                    <a:pt x="2866" y="11943"/>
                  </a:lnTo>
                  <a:lnTo>
                    <a:pt x="1911" y="11943"/>
                  </a:lnTo>
                  <a:lnTo>
                    <a:pt x="955" y="7166"/>
                  </a:lnTo>
                  <a:lnTo>
                    <a:pt x="478" y="5255"/>
                  </a:lnTo>
                  <a:lnTo>
                    <a:pt x="0" y="3822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478" y="2866"/>
                  </a:lnTo>
                  <a:lnTo>
                    <a:pt x="955" y="4299"/>
                  </a:lnTo>
                  <a:lnTo>
                    <a:pt x="1433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2" name="Freeform 2341">
              <a:extLst>
                <a:ext uri="{FF2B5EF4-FFF2-40B4-BE49-F238E27FC236}">
                  <a16:creationId xmlns:a16="http://schemas.microsoft.com/office/drawing/2014/main" id="{6E7011D0-AA81-3F27-0F56-E6AC7940786F}"/>
                </a:ext>
              </a:extLst>
            </p:cNvPr>
            <p:cNvSpPr/>
            <p:nvPr/>
          </p:nvSpPr>
          <p:spPr>
            <a:xfrm>
              <a:off x="5736746" y="3536273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0 w 955"/>
                <a:gd name="csY1" fmla="*/ 955 h 955"/>
                <a:gd name="csX2" fmla="*/ 478 w 955"/>
                <a:gd name="csY2" fmla="*/ 0 h 955"/>
                <a:gd name="csX3" fmla="*/ 956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0" y="955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3" name="Freeform 2342">
              <a:extLst>
                <a:ext uri="{FF2B5EF4-FFF2-40B4-BE49-F238E27FC236}">
                  <a16:creationId xmlns:a16="http://schemas.microsoft.com/office/drawing/2014/main" id="{61497A2E-BC95-4E29-F631-20A804466001}"/>
                </a:ext>
              </a:extLst>
            </p:cNvPr>
            <p:cNvSpPr/>
            <p:nvPr/>
          </p:nvSpPr>
          <p:spPr>
            <a:xfrm>
              <a:off x="5736269" y="4546193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478 w 955"/>
                <a:gd name="csY1" fmla="*/ 478 h 477"/>
                <a:gd name="csX2" fmla="*/ 0 w 955"/>
                <a:gd name="csY2" fmla="*/ 0 h 477"/>
                <a:gd name="csX3" fmla="*/ 478 w 955"/>
                <a:gd name="csY3" fmla="*/ 478 h 477"/>
                <a:gd name="csX4" fmla="*/ 956 w 955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4" name="Freeform 2343">
              <a:extLst>
                <a:ext uri="{FF2B5EF4-FFF2-40B4-BE49-F238E27FC236}">
                  <a16:creationId xmlns:a16="http://schemas.microsoft.com/office/drawing/2014/main" id="{A3A8D433-21AB-BF57-C747-7B86234B4412}"/>
                </a:ext>
              </a:extLst>
            </p:cNvPr>
            <p:cNvSpPr/>
            <p:nvPr/>
          </p:nvSpPr>
          <p:spPr>
            <a:xfrm>
              <a:off x="5734358" y="3471779"/>
              <a:ext cx="2866" cy="1910"/>
            </a:xfrm>
            <a:custGeom>
              <a:avLst/>
              <a:gdLst>
                <a:gd name="csX0" fmla="*/ 2389 w 2866"/>
                <a:gd name="csY0" fmla="*/ 478 h 1910"/>
                <a:gd name="csX1" fmla="*/ 2867 w 2866"/>
                <a:gd name="csY1" fmla="*/ 955 h 1910"/>
                <a:gd name="csX2" fmla="*/ 2389 w 2866"/>
                <a:gd name="csY2" fmla="*/ 1433 h 1910"/>
                <a:gd name="csX3" fmla="*/ 478 w 2866"/>
                <a:gd name="csY3" fmla="*/ 1911 h 1910"/>
                <a:gd name="csX4" fmla="*/ 0 w 2866"/>
                <a:gd name="csY4" fmla="*/ 1911 h 1910"/>
                <a:gd name="csX5" fmla="*/ 0 w 2866"/>
                <a:gd name="csY5" fmla="*/ 1433 h 1910"/>
                <a:gd name="csX6" fmla="*/ 0 w 2866"/>
                <a:gd name="csY6" fmla="*/ 478 h 1910"/>
                <a:gd name="csX7" fmla="*/ 1433 w 2866"/>
                <a:gd name="csY7" fmla="*/ 0 h 1910"/>
                <a:gd name="csX8" fmla="*/ 2389 w 2866"/>
                <a:gd name="csY8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1910">
                  <a:moveTo>
                    <a:pt x="2389" y="478"/>
                  </a:moveTo>
                  <a:lnTo>
                    <a:pt x="2867" y="955"/>
                  </a:lnTo>
                  <a:lnTo>
                    <a:pt x="2389" y="1433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5" name="Freeform 2344">
              <a:extLst>
                <a:ext uri="{FF2B5EF4-FFF2-40B4-BE49-F238E27FC236}">
                  <a16:creationId xmlns:a16="http://schemas.microsoft.com/office/drawing/2014/main" id="{11D8FD5E-2251-229B-4786-5287C344DEE0}"/>
                </a:ext>
              </a:extLst>
            </p:cNvPr>
            <p:cNvSpPr/>
            <p:nvPr/>
          </p:nvSpPr>
          <p:spPr>
            <a:xfrm>
              <a:off x="5736746" y="4632662"/>
              <a:ext cx="477" cy="1911"/>
            </a:xfrm>
            <a:custGeom>
              <a:avLst/>
              <a:gdLst>
                <a:gd name="csX0" fmla="*/ 0 w 477"/>
                <a:gd name="csY0" fmla="*/ 0 h 1911"/>
                <a:gd name="csX1" fmla="*/ 478 w 477"/>
                <a:gd name="csY1" fmla="*/ 1433 h 1911"/>
                <a:gd name="csX2" fmla="*/ 0 w 477"/>
                <a:gd name="csY2" fmla="*/ 1911 h 1911"/>
                <a:gd name="csX3" fmla="*/ 0 w 477"/>
                <a:gd name="csY3" fmla="*/ 1433 h 1911"/>
                <a:gd name="csX4" fmla="*/ 0 w 477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911">
                  <a:moveTo>
                    <a:pt x="0" y="0"/>
                  </a:moveTo>
                  <a:lnTo>
                    <a:pt x="478" y="1433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6" name="Freeform 2345">
              <a:extLst>
                <a:ext uri="{FF2B5EF4-FFF2-40B4-BE49-F238E27FC236}">
                  <a16:creationId xmlns:a16="http://schemas.microsoft.com/office/drawing/2014/main" id="{84DB1737-99D1-C4EC-11A9-B23273479FE5}"/>
                </a:ext>
              </a:extLst>
            </p:cNvPr>
            <p:cNvSpPr/>
            <p:nvPr/>
          </p:nvSpPr>
          <p:spPr>
            <a:xfrm>
              <a:off x="5655532" y="4579634"/>
              <a:ext cx="81214" cy="76436"/>
            </a:xfrm>
            <a:custGeom>
              <a:avLst/>
              <a:gdLst>
                <a:gd name="csX0" fmla="*/ 81214 w 81214"/>
                <a:gd name="csY0" fmla="*/ 53028 h 76436"/>
                <a:gd name="csX1" fmla="*/ 81214 w 81214"/>
                <a:gd name="csY1" fmla="*/ 54461 h 76436"/>
                <a:gd name="csX2" fmla="*/ 81214 w 81214"/>
                <a:gd name="csY2" fmla="*/ 54939 h 76436"/>
                <a:gd name="csX3" fmla="*/ 81214 w 81214"/>
                <a:gd name="csY3" fmla="*/ 55417 h 76436"/>
                <a:gd name="csX4" fmla="*/ 80736 w 81214"/>
                <a:gd name="csY4" fmla="*/ 55894 h 76436"/>
                <a:gd name="csX5" fmla="*/ 80736 w 81214"/>
                <a:gd name="csY5" fmla="*/ 58761 h 76436"/>
                <a:gd name="csX6" fmla="*/ 79781 w 81214"/>
                <a:gd name="csY6" fmla="*/ 60194 h 76436"/>
                <a:gd name="csX7" fmla="*/ 79781 w 81214"/>
                <a:gd name="csY7" fmla="*/ 62105 h 76436"/>
                <a:gd name="csX8" fmla="*/ 79303 w 81214"/>
                <a:gd name="csY8" fmla="*/ 62582 h 76436"/>
                <a:gd name="csX9" fmla="*/ 77870 w 81214"/>
                <a:gd name="csY9" fmla="*/ 63060 h 76436"/>
                <a:gd name="csX10" fmla="*/ 77870 w 81214"/>
                <a:gd name="csY10" fmla="*/ 64493 h 76436"/>
                <a:gd name="csX11" fmla="*/ 77870 w 81214"/>
                <a:gd name="csY11" fmla="*/ 65927 h 76436"/>
                <a:gd name="csX12" fmla="*/ 77870 w 81214"/>
                <a:gd name="csY12" fmla="*/ 67838 h 76436"/>
                <a:gd name="csX13" fmla="*/ 77870 w 81214"/>
                <a:gd name="csY13" fmla="*/ 72137 h 76436"/>
                <a:gd name="csX14" fmla="*/ 77870 w 81214"/>
                <a:gd name="csY14" fmla="*/ 75481 h 76436"/>
                <a:gd name="csX15" fmla="*/ 78348 w 81214"/>
                <a:gd name="csY15" fmla="*/ 76437 h 76436"/>
                <a:gd name="csX16" fmla="*/ 76437 w 81214"/>
                <a:gd name="csY16" fmla="*/ 75959 h 76436"/>
                <a:gd name="csX17" fmla="*/ 69749 w 81214"/>
                <a:gd name="csY17" fmla="*/ 73570 h 76436"/>
                <a:gd name="csX18" fmla="*/ 64493 w 81214"/>
                <a:gd name="csY18" fmla="*/ 71659 h 76436"/>
                <a:gd name="csX19" fmla="*/ 47295 w 81214"/>
                <a:gd name="csY19" fmla="*/ 63538 h 76436"/>
                <a:gd name="csX20" fmla="*/ 42518 w 81214"/>
                <a:gd name="csY20" fmla="*/ 60194 h 76436"/>
                <a:gd name="csX21" fmla="*/ 36785 w 81214"/>
                <a:gd name="csY21" fmla="*/ 54939 h 76436"/>
                <a:gd name="csX22" fmla="*/ 24364 w 81214"/>
                <a:gd name="csY22" fmla="*/ 44907 h 76436"/>
                <a:gd name="csX23" fmla="*/ 21498 w 81214"/>
                <a:gd name="csY23" fmla="*/ 43473 h 76436"/>
                <a:gd name="csX24" fmla="*/ 18154 w 81214"/>
                <a:gd name="csY24" fmla="*/ 42518 h 76436"/>
                <a:gd name="csX25" fmla="*/ 15765 w 81214"/>
                <a:gd name="csY25" fmla="*/ 41563 h 76436"/>
                <a:gd name="csX26" fmla="*/ 14332 w 81214"/>
                <a:gd name="csY26" fmla="*/ 40607 h 76436"/>
                <a:gd name="csX27" fmla="*/ 12899 w 81214"/>
                <a:gd name="csY27" fmla="*/ 37741 h 76436"/>
                <a:gd name="csX28" fmla="*/ 10032 w 81214"/>
                <a:gd name="csY28" fmla="*/ 36307 h 76436"/>
                <a:gd name="csX29" fmla="*/ 4300 w 81214"/>
                <a:gd name="csY29" fmla="*/ 33919 h 76436"/>
                <a:gd name="csX30" fmla="*/ 0 w 81214"/>
                <a:gd name="csY30" fmla="*/ 29619 h 76436"/>
                <a:gd name="csX31" fmla="*/ 956 w 81214"/>
                <a:gd name="csY31" fmla="*/ 29141 h 76436"/>
                <a:gd name="csX32" fmla="*/ 2389 w 81214"/>
                <a:gd name="csY32" fmla="*/ 26275 h 76436"/>
                <a:gd name="csX33" fmla="*/ 4777 w 81214"/>
                <a:gd name="csY33" fmla="*/ 23886 h 76436"/>
                <a:gd name="csX34" fmla="*/ 6688 w 81214"/>
                <a:gd name="csY34" fmla="*/ 22453 h 76436"/>
                <a:gd name="csX35" fmla="*/ 8599 w 81214"/>
                <a:gd name="csY35" fmla="*/ 21020 h 76436"/>
                <a:gd name="csX36" fmla="*/ 10032 w 81214"/>
                <a:gd name="csY36" fmla="*/ 19587 h 76436"/>
                <a:gd name="csX37" fmla="*/ 12421 w 81214"/>
                <a:gd name="csY37" fmla="*/ 18154 h 76436"/>
                <a:gd name="csX38" fmla="*/ 16243 w 81214"/>
                <a:gd name="csY38" fmla="*/ 14809 h 76436"/>
                <a:gd name="csX39" fmla="*/ 17198 w 81214"/>
                <a:gd name="csY39" fmla="*/ 14332 h 76436"/>
                <a:gd name="csX40" fmla="*/ 17198 w 81214"/>
                <a:gd name="csY40" fmla="*/ 14332 h 76436"/>
                <a:gd name="csX41" fmla="*/ 17676 w 81214"/>
                <a:gd name="csY41" fmla="*/ 11943 h 76436"/>
                <a:gd name="csX42" fmla="*/ 18632 w 81214"/>
                <a:gd name="csY42" fmla="*/ 8599 h 76436"/>
                <a:gd name="csX43" fmla="*/ 19587 w 81214"/>
                <a:gd name="csY43" fmla="*/ 7644 h 76436"/>
                <a:gd name="csX44" fmla="*/ 21976 w 81214"/>
                <a:gd name="csY44" fmla="*/ 7166 h 76436"/>
                <a:gd name="csX45" fmla="*/ 21976 w 81214"/>
                <a:gd name="csY45" fmla="*/ 7166 h 76436"/>
                <a:gd name="csX46" fmla="*/ 22931 w 81214"/>
                <a:gd name="csY46" fmla="*/ 6688 h 76436"/>
                <a:gd name="csX47" fmla="*/ 23886 w 81214"/>
                <a:gd name="csY47" fmla="*/ 4300 h 76436"/>
                <a:gd name="csX48" fmla="*/ 24364 w 81214"/>
                <a:gd name="csY48" fmla="*/ 1433 h 76436"/>
                <a:gd name="csX49" fmla="*/ 24364 w 81214"/>
                <a:gd name="csY49" fmla="*/ 956 h 76436"/>
                <a:gd name="csX50" fmla="*/ 25320 w 81214"/>
                <a:gd name="csY50" fmla="*/ 956 h 76436"/>
                <a:gd name="csX51" fmla="*/ 26753 w 81214"/>
                <a:gd name="csY51" fmla="*/ 478 h 76436"/>
                <a:gd name="csX52" fmla="*/ 27708 w 81214"/>
                <a:gd name="csY52" fmla="*/ 478 h 76436"/>
                <a:gd name="csX53" fmla="*/ 28186 w 81214"/>
                <a:gd name="csY53" fmla="*/ 1433 h 76436"/>
                <a:gd name="csX54" fmla="*/ 28664 w 81214"/>
                <a:gd name="csY54" fmla="*/ 1911 h 76436"/>
                <a:gd name="csX55" fmla="*/ 33919 w 81214"/>
                <a:gd name="csY55" fmla="*/ 478 h 76436"/>
                <a:gd name="csX56" fmla="*/ 34397 w 81214"/>
                <a:gd name="csY56" fmla="*/ 0 h 76436"/>
                <a:gd name="csX57" fmla="*/ 34397 w 81214"/>
                <a:gd name="csY57" fmla="*/ 0 h 76436"/>
                <a:gd name="csX58" fmla="*/ 35352 w 81214"/>
                <a:gd name="csY58" fmla="*/ 1433 h 76436"/>
                <a:gd name="csX59" fmla="*/ 35352 w 81214"/>
                <a:gd name="csY59" fmla="*/ 1433 h 76436"/>
                <a:gd name="csX60" fmla="*/ 35830 w 81214"/>
                <a:gd name="csY60" fmla="*/ 956 h 76436"/>
                <a:gd name="csX61" fmla="*/ 36308 w 81214"/>
                <a:gd name="csY61" fmla="*/ 956 h 76436"/>
                <a:gd name="csX62" fmla="*/ 36308 w 81214"/>
                <a:gd name="csY62" fmla="*/ 1433 h 76436"/>
                <a:gd name="csX63" fmla="*/ 36785 w 81214"/>
                <a:gd name="csY63" fmla="*/ 1911 h 76436"/>
                <a:gd name="csX64" fmla="*/ 37741 w 81214"/>
                <a:gd name="csY64" fmla="*/ 2389 h 76436"/>
                <a:gd name="csX65" fmla="*/ 38696 w 81214"/>
                <a:gd name="csY65" fmla="*/ 2866 h 76436"/>
                <a:gd name="csX66" fmla="*/ 39651 w 81214"/>
                <a:gd name="csY66" fmla="*/ 3344 h 76436"/>
                <a:gd name="csX67" fmla="*/ 39174 w 81214"/>
                <a:gd name="csY67" fmla="*/ 5255 h 76436"/>
                <a:gd name="csX68" fmla="*/ 39651 w 81214"/>
                <a:gd name="csY68" fmla="*/ 6688 h 76436"/>
                <a:gd name="csX69" fmla="*/ 40129 w 81214"/>
                <a:gd name="csY69" fmla="*/ 7166 h 76436"/>
                <a:gd name="csX70" fmla="*/ 40607 w 81214"/>
                <a:gd name="csY70" fmla="*/ 8121 h 76436"/>
                <a:gd name="csX71" fmla="*/ 40607 w 81214"/>
                <a:gd name="csY71" fmla="*/ 9077 h 76436"/>
                <a:gd name="csX72" fmla="*/ 40607 w 81214"/>
                <a:gd name="csY72" fmla="*/ 9555 h 76436"/>
                <a:gd name="csX73" fmla="*/ 41085 w 81214"/>
                <a:gd name="csY73" fmla="*/ 10510 h 76436"/>
                <a:gd name="csX74" fmla="*/ 41085 w 81214"/>
                <a:gd name="csY74" fmla="*/ 11466 h 76436"/>
                <a:gd name="csX75" fmla="*/ 41085 w 81214"/>
                <a:gd name="csY75" fmla="*/ 12421 h 76436"/>
                <a:gd name="csX76" fmla="*/ 42040 w 81214"/>
                <a:gd name="csY76" fmla="*/ 13376 h 76436"/>
                <a:gd name="csX77" fmla="*/ 42518 w 81214"/>
                <a:gd name="csY77" fmla="*/ 15287 h 76436"/>
                <a:gd name="csX78" fmla="*/ 42518 w 81214"/>
                <a:gd name="csY78" fmla="*/ 16721 h 76436"/>
                <a:gd name="csX79" fmla="*/ 42040 w 81214"/>
                <a:gd name="csY79" fmla="*/ 17676 h 76436"/>
                <a:gd name="csX80" fmla="*/ 41563 w 81214"/>
                <a:gd name="csY80" fmla="*/ 18632 h 76436"/>
                <a:gd name="csX81" fmla="*/ 40607 w 81214"/>
                <a:gd name="csY81" fmla="*/ 20065 h 76436"/>
                <a:gd name="csX82" fmla="*/ 40607 w 81214"/>
                <a:gd name="csY82" fmla="*/ 20542 h 76436"/>
                <a:gd name="csX83" fmla="*/ 41085 w 81214"/>
                <a:gd name="csY83" fmla="*/ 21020 h 76436"/>
                <a:gd name="csX84" fmla="*/ 42040 w 81214"/>
                <a:gd name="csY84" fmla="*/ 21020 h 76436"/>
                <a:gd name="csX85" fmla="*/ 42518 w 81214"/>
                <a:gd name="csY85" fmla="*/ 20542 h 76436"/>
                <a:gd name="csX86" fmla="*/ 44429 w 81214"/>
                <a:gd name="csY86" fmla="*/ 21498 h 76436"/>
                <a:gd name="csX87" fmla="*/ 45384 w 81214"/>
                <a:gd name="csY87" fmla="*/ 21975 h 76436"/>
                <a:gd name="csX88" fmla="*/ 46340 w 81214"/>
                <a:gd name="csY88" fmla="*/ 22931 h 76436"/>
                <a:gd name="csX89" fmla="*/ 47295 w 81214"/>
                <a:gd name="csY89" fmla="*/ 23409 h 76436"/>
                <a:gd name="csX90" fmla="*/ 47295 w 81214"/>
                <a:gd name="csY90" fmla="*/ 24364 h 76436"/>
                <a:gd name="csX91" fmla="*/ 48728 w 81214"/>
                <a:gd name="csY91" fmla="*/ 23886 h 76436"/>
                <a:gd name="csX92" fmla="*/ 50162 w 81214"/>
                <a:gd name="csY92" fmla="*/ 23409 h 76436"/>
                <a:gd name="csX93" fmla="*/ 50639 w 81214"/>
                <a:gd name="csY93" fmla="*/ 22931 h 76436"/>
                <a:gd name="csX94" fmla="*/ 51117 w 81214"/>
                <a:gd name="csY94" fmla="*/ 23409 h 76436"/>
                <a:gd name="csX95" fmla="*/ 52073 w 81214"/>
                <a:gd name="csY95" fmla="*/ 23409 h 76436"/>
                <a:gd name="csX96" fmla="*/ 52550 w 81214"/>
                <a:gd name="csY96" fmla="*/ 22453 h 76436"/>
                <a:gd name="csX97" fmla="*/ 53028 w 81214"/>
                <a:gd name="csY97" fmla="*/ 21020 h 76436"/>
                <a:gd name="csX98" fmla="*/ 54461 w 81214"/>
                <a:gd name="csY98" fmla="*/ 19587 h 76436"/>
                <a:gd name="csX99" fmla="*/ 54939 w 81214"/>
                <a:gd name="csY99" fmla="*/ 19109 h 76436"/>
                <a:gd name="csX100" fmla="*/ 54939 w 81214"/>
                <a:gd name="csY100" fmla="*/ 18154 h 76436"/>
                <a:gd name="csX101" fmla="*/ 54939 w 81214"/>
                <a:gd name="csY101" fmla="*/ 17198 h 76436"/>
                <a:gd name="csX102" fmla="*/ 55417 w 81214"/>
                <a:gd name="csY102" fmla="*/ 16243 h 76436"/>
                <a:gd name="csX103" fmla="*/ 56372 w 81214"/>
                <a:gd name="csY103" fmla="*/ 15765 h 76436"/>
                <a:gd name="csX104" fmla="*/ 57328 w 81214"/>
                <a:gd name="csY104" fmla="*/ 15765 h 76436"/>
                <a:gd name="csX105" fmla="*/ 58283 w 81214"/>
                <a:gd name="csY105" fmla="*/ 15765 h 76436"/>
                <a:gd name="csX106" fmla="*/ 58283 w 81214"/>
                <a:gd name="csY106" fmla="*/ 16721 h 76436"/>
                <a:gd name="csX107" fmla="*/ 59239 w 81214"/>
                <a:gd name="csY107" fmla="*/ 17676 h 76436"/>
                <a:gd name="csX108" fmla="*/ 59716 w 81214"/>
                <a:gd name="csY108" fmla="*/ 18154 h 76436"/>
                <a:gd name="csX109" fmla="*/ 60194 w 81214"/>
                <a:gd name="csY109" fmla="*/ 18154 h 76436"/>
                <a:gd name="csX110" fmla="*/ 60672 w 81214"/>
                <a:gd name="csY110" fmla="*/ 18632 h 76436"/>
                <a:gd name="csX111" fmla="*/ 61627 w 81214"/>
                <a:gd name="csY111" fmla="*/ 20542 h 76436"/>
                <a:gd name="csX112" fmla="*/ 63538 w 81214"/>
                <a:gd name="csY112" fmla="*/ 26753 h 76436"/>
                <a:gd name="csX113" fmla="*/ 63538 w 81214"/>
                <a:gd name="csY113" fmla="*/ 28664 h 76436"/>
                <a:gd name="csX114" fmla="*/ 63060 w 81214"/>
                <a:gd name="csY114" fmla="*/ 29619 h 76436"/>
                <a:gd name="csX115" fmla="*/ 63060 w 81214"/>
                <a:gd name="csY115" fmla="*/ 30575 h 76436"/>
                <a:gd name="csX116" fmla="*/ 63060 w 81214"/>
                <a:gd name="csY116" fmla="*/ 30575 h 76436"/>
                <a:gd name="csX117" fmla="*/ 63060 w 81214"/>
                <a:gd name="csY117" fmla="*/ 31530 h 76436"/>
                <a:gd name="csX118" fmla="*/ 61627 w 81214"/>
                <a:gd name="csY118" fmla="*/ 33441 h 76436"/>
                <a:gd name="csX119" fmla="*/ 57805 w 81214"/>
                <a:gd name="csY119" fmla="*/ 37263 h 76436"/>
                <a:gd name="csX120" fmla="*/ 57805 w 81214"/>
                <a:gd name="csY120" fmla="*/ 37263 h 76436"/>
                <a:gd name="csX121" fmla="*/ 58761 w 81214"/>
                <a:gd name="csY121" fmla="*/ 37741 h 76436"/>
                <a:gd name="csX122" fmla="*/ 58761 w 81214"/>
                <a:gd name="csY122" fmla="*/ 37741 h 76436"/>
                <a:gd name="csX123" fmla="*/ 59716 w 81214"/>
                <a:gd name="csY123" fmla="*/ 38218 h 76436"/>
                <a:gd name="csX124" fmla="*/ 60672 w 81214"/>
                <a:gd name="csY124" fmla="*/ 37741 h 76436"/>
                <a:gd name="csX125" fmla="*/ 61627 w 81214"/>
                <a:gd name="csY125" fmla="*/ 38696 h 76436"/>
                <a:gd name="csX126" fmla="*/ 62583 w 81214"/>
                <a:gd name="csY126" fmla="*/ 39651 h 76436"/>
                <a:gd name="csX127" fmla="*/ 62583 w 81214"/>
                <a:gd name="csY127" fmla="*/ 40129 h 76436"/>
                <a:gd name="csX128" fmla="*/ 63538 w 81214"/>
                <a:gd name="csY128" fmla="*/ 40129 h 76436"/>
                <a:gd name="csX129" fmla="*/ 64016 w 81214"/>
                <a:gd name="csY129" fmla="*/ 40607 h 76436"/>
                <a:gd name="csX130" fmla="*/ 65449 w 81214"/>
                <a:gd name="csY130" fmla="*/ 41085 h 76436"/>
                <a:gd name="csX131" fmla="*/ 66882 w 81214"/>
                <a:gd name="csY131" fmla="*/ 41085 h 76436"/>
                <a:gd name="csX132" fmla="*/ 68315 w 81214"/>
                <a:gd name="csY132" fmla="*/ 41085 h 76436"/>
                <a:gd name="csX133" fmla="*/ 69749 w 81214"/>
                <a:gd name="csY133" fmla="*/ 41085 h 76436"/>
                <a:gd name="csX134" fmla="*/ 71659 w 81214"/>
                <a:gd name="csY134" fmla="*/ 42040 h 76436"/>
                <a:gd name="csX135" fmla="*/ 72615 w 81214"/>
                <a:gd name="csY135" fmla="*/ 43473 h 76436"/>
                <a:gd name="csX136" fmla="*/ 73093 w 81214"/>
                <a:gd name="csY136" fmla="*/ 44907 h 76436"/>
                <a:gd name="csX137" fmla="*/ 73570 w 81214"/>
                <a:gd name="csY137" fmla="*/ 45384 h 76436"/>
                <a:gd name="csX138" fmla="*/ 73570 w 81214"/>
                <a:gd name="csY138" fmla="*/ 45862 h 76436"/>
                <a:gd name="csX139" fmla="*/ 73570 w 81214"/>
                <a:gd name="csY139" fmla="*/ 46817 h 76436"/>
                <a:gd name="csX140" fmla="*/ 73570 w 81214"/>
                <a:gd name="csY140" fmla="*/ 46817 h 76436"/>
                <a:gd name="csX141" fmla="*/ 75004 w 81214"/>
                <a:gd name="csY141" fmla="*/ 47773 h 76436"/>
                <a:gd name="csX142" fmla="*/ 76915 w 81214"/>
                <a:gd name="csY142" fmla="*/ 47773 h 76436"/>
                <a:gd name="csX143" fmla="*/ 79303 w 81214"/>
                <a:gd name="csY143" fmla="*/ 49206 h 76436"/>
                <a:gd name="csX144" fmla="*/ 79781 w 81214"/>
                <a:gd name="csY144" fmla="*/ 49206 h 76436"/>
                <a:gd name="csX145" fmla="*/ 80258 w 81214"/>
                <a:gd name="csY145" fmla="*/ 49206 h 76436"/>
                <a:gd name="csX146" fmla="*/ 80258 w 81214"/>
                <a:gd name="csY146" fmla="*/ 49206 h 76436"/>
                <a:gd name="csX147" fmla="*/ 81214 w 81214"/>
                <a:gd name="csY147" fmla="*/ 52550 h 76436"/>
                <a:gd name="csX148" fmla="*/ 81214 w 81214"/>
                <a:gd name="csY148" fmla="*/ 53028 h 76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81214" h="76436">
                  <a:moveTo>
                    <a:pt x="81214" y="53028"/>
                  </a:moveTo>
                  <a:lnTo>
                    <a:pt x="81214" y="54461"/>
                  </a:lnTo>
                  <a:lnTo>
                    <a:pt x="81214" y="54939"/>
                  </a:lnTo>
                  <a:lnTo>
                    <a:pt x="81214" y="55417"/>
                  </a:lnTo>
                  <a:lnTo>
                    <a:pt x="80736" y="55894"/>
                  </a:lnTo>
                  <a:lnTo>
                    <a:pt x="80736" y="58761"/>
                  </a:lnTo>
                  <a:lnTo>
                    <a:pt x="79781" y="60194"/>
                  </a:lnTo>
                  <a:lnTo>
                    <a:pt x="79781" y="62105"/>
                  </a:lnTo>
                  <a:lnTo>
                    <a:pt x="79303" y="62582"/>
                  </a:lnTo>
                  <a:lnTo>
                    <a:pt x="77870" y="63060"/>
                  </a:lnTo>
                  <a:lnTo>
                    <a:pt x="77870" y="64493"/>
                  </a:lnTo>
                  <a:lnTo>
                    <a:pt x="77870" y="65927"/>
                  </a:lnTo>
                  <a:lnTo>
                    <a:pt x="77870" y="67838"/>
                  </a:lnTo>
                  <a:lnTo>
                    <a:pt x="77870" y="72137"/>
                  </a:lnTo>
                  <a:lnTo>
                    <a:pt x="77870" y="75481"/>
                  </a:lnTo>
                  <a:lnTo>
                    <a:pt x="78348" y="76437"/>
                  </a:lnTo>
                  <a:lnTo>
                    <a:pt x="76437" y="75959"/>
                  </a:lnTo>
                  <a:lnTo>
                    <a:pt x="69749" y="73570"/>
                  </a:lnTo>
                  <a:lnTo>
                    <a:pt x="64493" y="71659"/>
                  </a:lnTo>
                  <a:lnTo>
                    <a:pt x="47295" y="63538"/>
                  </a:lnTo>
                  <a:lnTo>
                    <a:pt x="42518" y="60194"/>
                  </a:lnTo>
                  <a:lnTo>
                    <a:pt x="36785" y="54939"/>
                  </a:lnTo>
                  <a:lnTo>
                    <a:pt x="24364" y="44907"/>
                  </a:lnTo>
                  <a:lnTo>
                    <a:pt x="21498" y="43473"/>
                  </a:lnTo>
                  <a:lnTo>
                    <a:pt x="18154" y="42518"/>
                  </a:lnTo>
                  <a:lnTo>
                    <a:pt x="15765" y="41563"/>
                  </a:lnTo>
                  <a:lnTo>
                    <a:pt x="14332" y="40607"/>
                  </a:lnTo>
                  <a:lnTo>
                    <a:pt x="12899" y="37741"/>
                  </a:lnTo>
                  <a:lnTo>
                    <a:pt x="10032" y="36307"/>
                  </a:lnTo>
                  <a:lnTo>
                    <a:pt x="4300" y="33919"/>
                  </a:lnTo>
                  <a:lnTo>
                    <a:pt x="0" y="29619"/>
                  </a:lnTo>
                  <a:lnTo>
                    <a:pt x="956" y="29141"/>
                  </a:lnTo>
                  <a:lnTo>
                    <a:pt x="2389" y="26275"/>
                  </a:lnTo>
                  <a:lnTo>
                    <a:pt x="4777" y="23886"/>
                  </a:lnTo>
                  <a:lnTo>
                    <a:pt x="6688" y="22453"/>
                  </a:lnTo>
                  <a:lnTo>
                    <a:pt x="8599" y="21020"/>
                  </a:lnTo>
                  <a:lnTo>
                    <a:pt x="10032" y="19587"/>
                  </a:lnTo>
                  <a:lnTo>
                    <a:pt x="12421" y="18154"/>
                  </a:lnTo>
                  <a:lnTo>
                    <a:pt x="16243" y="14809"/>
                  </a:lnTo>
                  <a:lnTo>
                    <a:pt x="17198" y="14332"/>
                  </a:lnTo>
                  <a:lnTo>
                    <a:pt x="17198" y="14332"/>
                  </a:lnTo>
                  <a:lnTo>
                    <a:pt x="17676" y="11943"/>
                  </a:lnTo>
                  <a:lnTo>
                    <a:pt x="18632" y="8599"/>
                  </a:lnTo>
                  <a:lnTo>
                    <a:pt x="19587" y="7644"/>
                  </a:lnTo>
                  <a:lnTo>
                    <a:pt x="21976" y="7166"/>
                  </a:lnTo>
                  <a:lnTo>
                    <a:pt x="21976" y="7166"/>
                  </a:lnTo>
                  <a:lnTo>
                    <a:pt x="22931" y="6688"/>
                  </a:lnTo>
                  <a:lnTo>
                    <a:pt x="23886" y="4300"/>
                  </a:lnTo>
                  <a:lnTo>
                    <a:pt x="24364" y="1433"/>
                  </a:lnTo>
                  <a:lnTo>
                    <a:pt x="24364" y="956"/>
                  </a:lnTo>
                  <a:lnTo>
                    <a:pt x="25320" y="956"/>
                  </a:lnTo>
                  <a:lnTo>
                    <a:pt x="26753" y="478"/>
                  </a:lnTo>
                  <a:lnTo>
                    <a:pt x="27708" y="478"/>
                  </a:lnTo>
                  <a:lnTo>
                    <a:pt x="28186" y="1433"/>
                  </a:lnTo>
                  <a:lnTo>
                    <a:pt x="28664" y="1911"/>
                  </a:lnTo>
                  <a:lnTo>
                    <a:pt x="33919" y="478"/>
                  </a:lnTo>
                  <a:lnTo>
                    <a:pt x="34397" y="0"/>
                  </a:lnTo>
                  <a:lnTo>
                    <a:pt x="34397" y="0"/>
                  </a:lnTo>
                  <a:lnTo>
                    <a:pt x="35352" y="1433"/>
                  </a:lnTo>
                  <a:lnTo>
                    <a:pt x="35352" y="1433"/>
                  </a:lnTo>
                  <a:lnTo>
                    <a:pt x="35830" y="956"/>
                  </a:lnTo>
                  <a:lnTo>
                    <a:pt x="36308" y="956"/>
                  </a:lnTo>
                  <a:lnTo>
                    <a:pt x="36308" y="1433"/>
                  </a:lnTo>
                  <a:lnTo>
                    <a:pt x="36785" y="1911"/>
                  </a:lnTo>
                  <a:lnTo>
                    <a:pt x="37741" y="2389"/>
                  </a:lnTo>
                  <a:lnTo>
                    <a:pt x="38696" y="2866"/>
                  </a:lnTo>
                  <a:lnTo>
                    <a:pt x="39651" y="3344"/>
                  </a:lnTo>
                  <a:lnTo>
                    <a:pt x="39174" y="5255"/>
                  </a:lnTo>
                  <a:lnTo>
                    <a:pt x="39651" y="6688"/>
                  </a:lnTo>
                  <a:lnTo>
                    <a:pt x="40129" y="7166"/>
                  </a:lnTo>
                  <a:lnTo>
                    <a:pt x="40607" y="8121"/>
                  </a:lnTo>
                  <a:lnTo>
                    <a:pt x="40607" y="9077"/>
                  </a:lnTo>
                  <a:lnTo>
                    <a:pt x="40607" y="9555"/>
                  </a:lnTo>
                  <a:lnTo>
                    <a:pt x="41085" y="10510"/>
                  </a:lnTo>
                  <a:lnTo>
                    <a:pt x="41085" y="11466"/>
                  </a:lnTo>
                  <a:lnTo>
                    <a:pt x="41085" y="12421"/>
                  </a:lnTo>
                  <a:lnTo>
                    <a:pt x="42040" y="13376"/>
                  </a:lnTo>
                  <a:lnTo>
                    <a:pt x="42518" y="15287"/>
                  </a:lnTo>
                  <a:lnTo>
                    <a:pt x="42518" y="16721"/>
                  </a:lnTo>
                  <a:lnTo>
                    <a:pt x="42040" y="17676"/>
                  </a:lnTo>
                  <a:lnTo>
                    <a:pt x="41563" y="18632"/>
                  </a:lnTo>
                  <a:lnTo>
                    <a:pt x="40607" y="20065"/>
                  </a:lnTo>
                  <a:lnTo>
                    <a:pt x="40607" y="20542"/>
                  </a:lnTo>
                  <a:lnTo>
                    <a:pt x="41085" y="21020"/>
                  </a:lnTo>
                  <a:lnTo>
                    <a:pt x="42040" y="21020"/>
                  </a:lnTo>
                  <a:lnTo>
                    <a:pt x="42518" y="20542"/>
                  </a:lnTo>
                  <a:lnTo>
                    <a:pt x="44429" y="21498"/>
                  </a:lnTo>
                  <a:lnTo>
                    <a:pt x="45384" y="21975"/>
                  </a:lnTo>
                  <a:lnTo>
                    <a:pt x="46340" y="22931"/>
                  </a:lnTo>
                  <a:lnTo>
                    <a:pt x="47295" y="23409"/>
                  </a:lnTo>
                  <a:lnTo>
                    <a:pt x="47295" y="24364"/>
                  </a:lnTo>
                  <a:lnTo>
                    <a:pt x="48728" y="23886"/>
                  </a:lnTo>
                  <a:lnTo>
                    <a:pt x="50162" y="23409"/>
                  </a:lnTo>
                  <a:lnTo>
                    <a:pt x="50639" y="22931"/>
                  </a:lnTo>
                  <a:lnTo>
                    <a:pt x="51117" y="23409"/>
                  </a:lnTo>
                  <a:lnTo>
                    <a:pt x="52073" y="23409"/>
                  </a:lnTo>
                  <a:lnTo>
                    <a:pt x="52550" y="22453"/>
                  </a:lnTo>
                  <a:lnTo>
                    <a:pt x="53028" y="21020"/>
                  </a:lnTo>
                  <a:lnTo>
                    <a:pt x="54461" y="19587"/>
                  </a:lnTo>
                  <a:lnTo>
                    <a:pt x="54939" y="19109"/>
                  </a:lnTo>
                  <a:lnTo>
                    <a:pt x="54939" y="18154"/>
                  </a:lnTo>
                  <a:lnTo>
                    <a:pt x="54939" y="17198"/>
                  </a:lnTo>
                  <a:lnTo>
                    <a:pt x="55417" y="16243"/>
                  </a:lnTo>
                  <a:lnTo>
                    <a:pt x="56372" y="15765"/>
                  </a:lnTo>
                  <a:lnTo>
                    <a:pt x="57328" y="15765"/>
                  </a:lnTo>
                  <a:lnTo>
                    <a:pt x="58283" y="15765"/>
                  </a:lnTo>
                  <a:lnTo>
                    <a:pt x="58283" y="16721"/>
                  </a:lnTo>
                  <a:lnTo>
                    <a:pt x="59239" y="17676"/>
                  </a:lnTo>
                  <a:lnTo>
                    <a:pt x="59716" y="18154"/>
                  </a:lnTo>
                  <a:lnTo>
                    <a:pt x="60194" y="18154"/>
                  </a:lnTo>
                  <a:lnTo>
                    <a:pt x="60672" y="18632"/>
                  </a:lnTo>
                  <a:lnTo>
                    <a:pt x="61627" y="20542"/>
                  </a:lnTo>
                  <a:lnTo>
                    <a:pt x="63538" y="26753"/>
                  </a:lnTo>
                  <a:lnTo>
                    <a:pt x="63538" y="28664"/>
                  </a:lnTo>
                  <a:lnTo>
                    <a:pt x="63060" y="29619"/>
                  </a:lnTo>
                  <a:lnTo>
                    <a:pt x="63060" y="30575"/>
                  </a:lnTo>
                  <a:lnTo>
                    <a:pt x="63060" y="30575"/>
                  </a:lnTo>
                  <a:lnTo>
                    <a:pt x="63060" y="31530"/>
                  </a:lnTo>
                  <a:lnTo>
                    <a:pt x="61627" y="33441"/>
                  </a:lnTo>
                  <a:lnTo>
                    <a:pt x="57805" y="37263"/>
                  </a:lnTo>
                  <a:lnTo>
                    <a:pt x="57805" y="37263"/>
                  </a:lnTo>
                  <a:lnTo>
                    <a:pt x="58761" y="37741"/>
                  </a:lnTo>
                  <a:lnTo>
                    <a:pt x="58761" y="37741"/>
                  </a:lnTo>
                  <a:lnTo>
                    <a:pt x="59716" y="38218"/>
                  </a:lnTo>
                  <a:lnTo>
                    <a:pt x="60672" y="37741"/>
                  </a:lnTo>
                  <a:lnTo>
                    <a:pt x="61627" y="38696"/>
                  </a:lnTo>
                  <a:lnTo>
                    <a:pt x="62583" y="39651"/>
                  </a:lnTo>
                  <a:lnTo>
                    <a:pt x="62583" y="40129"/>
                  </a:lnTo>
                  <a:lnTo>
                    <a:pt x="63538" y="40129"/>
                  </a:lnTo>
                  <a:lnTo>
                    <a:pt x="64016" y="40607"/>
                  </a:lnTo>
                  <a:lnTo>
                    <a:pt x="65449" y="41085"/>
                  </a:lnTo>
                  <a:lnTo>
                    <a:pt x="66882" y="41085"/>
                  </a:lnTo>
                  <a:lnTo>
                    <a:pt x="68315" y="41085"/>
                  </a:lnTo>
                  <a:lnTo>
                    <a:pt x="69749" y="41085"/>
                  </a:lnTo>
                  <a:lnTo>
                    <a:pt x="71659" y="42040"/>
                  </a:lnTo>
                  <a:lnTo>
                    <a:pt x="72615" y="43473"/>
                  </a:lnTo>
                  <a:lnTo>
                    <a:pt x="73093" y="44907"/>
                  </a:lnTo>
                  <a:lnTo>
                    <a:pt x="73570" y="45384"/>
                  </a:lnTo>
                  <a:lnTo>
                    <a:pt x="73570" y="45862"/>
                  </a:lnTo>
                  <a:lnTo>
                    <a:pt x="73570" y="46817"/>
                  </a:lnTo>
                  <a:lnTo>
                    <a:pt x="73570" y="46817"/>
                  </a:lnTo>
                  <a:lnTo>
                    <a:pt x="75004" y="47773"/>
                  </a:lnTo>
                  <a:lnTo>
                    <a:pt x="76915" y="47773"/>
                  </a:lnTo>
                  <a:lnTo>
                    <a:pt x="79303" y="49206"/>
                  </a:lnTo>
                  <a:lnTo>
                    <a:pt x="79781" y="49206"/>
                  </a:lnTo>
                  <a:lnTo>
                    <a:pt x="80258" y="49206"/>
                  </a:lnTo>
                  <a:lnTo>
                    <a:pt x="80258" y="49206"/>
                  </a:lnTo>
                  <a:lnTo>
                    <a:pt x="81214" y="52550"/>
                  </a:lnTo>
                  <a:lnTo>
                    <a:pt x="81214" y="5302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7" name="Freeform 2346">
              <a:extLst>
                <a:ext uri="{FF2B5EF4-FFF2-40B4-BE49-F238E27FC236}">
                  <a16:creationId xmlns:a16="http://schemas.microsoft.com/office/drawing/2014/main" id="{542584C9-4EAE-6883-F048-0FF6BAC28F0F}"/>
                </a:ext>
              </a:extLst>
            </p:cNvPr>
            <p:cNvSpPr/>
            <p:nvPr/>
          </p:nvSpPr>
          <p:spPr>
            <a:xfrm>
              <a:off x="5731969" y="4544760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1911 w 2388"/>
                <a:gd name="csY1" fmla="*/ 478 h 477"/>
                <a:gd name="csX2" fmla="*/ 0 w 2388"/>
                <a:gd name="csY2" fmla="*/ 478 h 477"/>
                <a:gd name="csX3" fmla="*/ 1911 w 2388"/>
                <a:gd name="csY3" fmla="*/ 478 h 477"/>
                <a:gd name="csX4" fmla="*/ 2389 w 2388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1911" y="478"/>
                  </a:lnTo>
                  <a:lnTo>
                    <a:pt x="0" y="478"/>
                  </a:lnTo>
                  <a:lnTo>
                    <a:pt x="1911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8" name="Freeform 2347">
              <a:extLst>
                <a:ext uri="{FF2B5EF4-FFF2-40B4-BE49-F238E27FC236}">
                  <a16:creationId xmlns:a16="http://schemas.microsoft.com/office/drawing/2014/main" id="{6B3DFCA5-F56C-B938-B59C-5A410AA76219}"/>
                </a:ext>
              </a:extLst>
            </p:cNvPr>
            <p:cNvSpPr/>
            <p:nvPr/>
          </p:nvSpPr>
          <p:spPr>
            <a:xfrm>
              <a:off x="5733402" y="4655115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6 w 955"/>
                <a:gd name="csY1" fmla="*/ 956 h 955"/>
                <a:gd name="csX2" fmla="*/ 478 w 955"/>
                <a:gd name="csY2" fmla="*/ 956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6" y="956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9" name="Freeform 2348">
              <a:extLst>
                <a:ext uri="{FF2B5EF4-FFF2-40B4-BE49-F238E27FC236}">
                  <a16:creationId xmlns:a16="http://schemas.microsoft.com/office/drawing/2014/main" id="{C80947CF-E7F3-7081-1751-54711628A9A1}"/>
                </a:ext>
              </a:extLst>
            </p:cNvPr>
            <p:cNvSpPr/>
            <p:nvPr/>
          </p:nvSpPr>
          <p:spPr>
            <a:xfrm>
              <a:off x="5728147" y="3561592"/>
              <a:ext cx="4777" cy="2388"/>
            </a:xfrm>
            <a:custGeom>
              <a:avLst/>
              <a:gdLst>
                <a:gd name="csX0" fmla="*/ 4777 w 4777"/>
                <a:gd name="csY0" fmla="*/ 2389 h 2388"/>
                <a:gd name="csX1" fmla="*/ 3344 w 4777"/>
                <a:gd name="csY1" fmla="*/ 956 h 2388"/>
                <a:gd name="csX2" fmla="*/ 0 w 4777"/>
                <a:gd name="csY2" fmla="*/ 0 h 2388"/>
                <a:gd name="csX3" fmla="*/ 3344 w 4777"/>
                <a:gd name="csY3" fmla="*/ 956 h 2388"/>
                <a:gd name="csX4" fmla="*/ 4777 w 4777"/>
                <a:gd name="csY4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2388">
                  <a:moveTo>
                    <a:pt x="4777" y="2389"/>
                  </a:moveTo>
                  <a:lnTo>
                    <a:pt x="3344" y="956"/>
                  </a:lnTo>
                  <a:lnTo>
                    <a:pt x="0" y="0"/>
                  </a:lnTo>
                  <a:lnTo>
                    <a:pt x="3344" y="956"/>
                  </a:lnTo>
                  <a:lnTo>
                    <a:pt x="477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0" name="Freeform 2349">
              <a:extLst>
                <a:ext uri="{FF2B5EF4-FFF2-40B4-BE49-F238E27FC236}">
                  <a16:creationId xmlns:a16="http://schemas.microsoft.com/office/drawing/2014/main" id="{AB6A79F2-E256-9B73-7E1B-91082CDF696D}"/>
                </a:ext>
              </a:extLst>
            </p:cNvPr>
            <p:cNvSpPr/>
            <p:nvPr/>
          </p:nvSpPr>
          <p:spPr>
            <a:xfrm>
              <a:off x="5731014" y="4579634"/>
              <a:ext cx="477" cy="2866"/>
            </a:xfrm>
            <a:custGeom>
              <a:avLst/>
              <a:gdLst>
                <a:gd name="csX0" fmla="*/ 0 w 477"/>
                <a:gd name="csY0" fmla="*/ 0 h 2866"/>
                <a:gd name="csX1" fmla="*/ 478 w 477"/>
                <a:gd name="csY1" fmla="*/ 2389 h 2866"/>
                <a:gd name="csX2" fmla="*/ 0 w 477"/>
                <a:gd name="csY2" fmla="*/ 2866 h 2866"/>
                <a:gd name="csX3" fmla="*/ 478 w 477"/>
                <a:gd name="csY3" fmla="*/ 2389 h 2866"/>
                <a:gd name="csX4" fmla="*/ 0 w 477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866">
                  <a:moveTo>
                    <a:pt x="0" y="0"/>
                  </a:moveTo>
                  <a:lnTo>
                    <a:pt x="478" y="2389"/>
                  </a:lnTo>
                  <a:lnTo>
                    <a:pt x="0" y="2866"/>
                  </a:lnTo>
                  <a:lnTo>
                    <a:pt x="478" y="23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1" name="Freeform 2350">
              <a:extLst>
                <a:ext uri="{FF2B5EF4-FFF2-40B4-BE49-F238E27FC236}">
                  <a16:creationId xmlns:a16="http://schemas.microsoft.com/office/drawing/2014/main" id="{41680D99-778A-F003-EA3C-510D2C84B0C6}"/>
                </a:ext>
              </a:extLst>
            </p:cNvPr>
            <p:cNvSpPr/>
            <p:nvPr/>
          </p:nvSpPr>
          <p:spPr>
            <a:xfrm>
              <a:off x="5585306" y="4503675"/>
              <a:ext cx="146185" cy="100323"/>
            </a:xfrm>
            <a:custGeom>
              <a:avLst/>
              <a:gdLst>
                <a:gd name="csX0" fmla="*/ 0 w 146185"/>
                <a:gd name="csY0" fmla="*/ 32008 h 100323"/>
                <a:gd name="csX1" fmla="*/ 956 w 146185"/>
                <a:gd name="csY1" fmla="*/ 31052 h 100323"/>
                <a:gd name="csX2" fmla="*/ 1911 w 146185"/>
                <a:gd name="csY2" fmla="*/ 29619 h 100323"/>
                <a:gd name="csX3" fmla="*/ 5255 w 146185"/>
                <a:gd name="csY3" fmla="*/ 23409 h 100323"/>
                <a:gd name="csX4" fmla="*/ 6688 w 146185"/>
                <a:gd name="csY4" fmla="*/ 21976 h 100323"/>
                <a:gd name="csX5" fmla="*/ 7166 w 146185"/>
                <a:gd name="csY5" fmla="*/ 21498 h 100323"/>
                <a:gd name="csX6" fmla="*/ 8599 w 146185"/>
                <a:gd name="csY6" fmla="*/ 21498 h 100323"/>
                <a:gd name="csX7" fmla="*/ 11943 w 146185"/>
                <a:gd name="csY7" fmla="*/ 20543 h 100323"/>
                <a:gd name="csX8" fmla="*/ 14332 w 146185"/>
                <a:gd name="csY8" fmla="*/ 19109 h 100323"/>
                <a:gd name="csX9" fmla="*/ 15765 w 146185"/>
                <a:gd name="csY9" fmla="*/ 18632 h 100323"/>
                <a:gd name="csX10" fmla="*/ 18154 w 146185"/>
                <a:gd name="csY10" fmla="*/ 18632 h 100323"/>
                <a:gd name="csX11" fmla="*/ 21976 w 146185"/>
                <a:gd name="csY11" fmla="*/ 18632 h 100323"/>
                <a:gd name="csX12" fmla="*/ 26275 w 146185"/>
                <a:gd name="csY12" fmla="*/ 17198 h 100323"/>
                <a:gd name="csX13" fmla="*/ 26275 w 146185"/>
                <a:gd name="csY13" fmla="*/ 15287 h 100323"/>
                <a:gd name="csX14" fmla="*/ 26275 w 146185"/>
                <a:gd name="csY14" fmla="*/ 13377 h 100323"/>
                <a:gd name="csX15" fmla="*/ 25798 w 146185"/>
                <a:gd name="csY15" fmla="*/ 12421 h 100323"/>
                <a:gd name="csX16" fmla="*/ 24364 w 146185"/>
                <a:gd name="csY16" fmla="*/ 11466 h 100323"/>
                <a:gd name="csX17" fmla="*/ 23409 w 146185"/>
                <a:gd name="csY17" fmla="*/ 10510 h 100323"/>
                <a:gd name="csX18" fmla="*/ 22931 w 146185"/>
                <a:gd name="csY18" fmla="*/ 9555 h 100323"/>
                <a:gd name="csX19" fmla="*/ 21976 w 146185"/>
                <a:gd name="csY19" fmla="*/ 9077 h 100323"/>
                <a:gd name="csX20" fmla="*/ 21976 w 146185"/>
                <a:gd name="csY20" fmla="*/ 8599 h 100323"/>
                <a:gd name="csX21" fmla="*/ 22931 w 146185"/>
                <a:gd name="csY21" fmla="*/ 7644 h 100323"/>
                <a:gd name="csX22" fmla="*/ 23886 w 146185"/>
                <a:gd name="csY22" fmla="*/ 7644 h 100323"/>
                <a:gd name="csX23" fmla="*/ 25798 w 146185"/>
                <a:gd name="csY23" fmla="*/ 7644 h 100323"/>
                <a:gd name="csX24" fmla="*/ 26275 w 146185"/>
                <a:gd name="csY24" fmla="*/ 7166 h 100323"/>
                <a:gd name="csX25" fmla="*/ 26753 w 146185"/>
                <a:gd name="csY25" fmla="*/ 6688 h 100323"/>
                <a:gd name="csX26" fmla="*/ 27231 w 146185"/>
                <a:gd name="csY26" fmla="*/ 5255 h 100323"/>
                <a:gd name="csX27" fmla="*/ 27231 w 146185"/>
                <a:gd name="csY27" fmla="*/ 3822 h 100323"/>
                <a:gd name="csX28" fmla="*/ 26275 w 146185"/>
                <a:gd name="csY28" fmla="*/ 1433 h 100323"/>
                <a:gd name="csX29" fmla="*/ 26275 w 146185"/>
                <a:gd name="csY29" fmla="*/ 0 h 100323"/>
                <a:gd name="csX30" fmla="*/ 32486 w 146185"/>
                <a:gd name="csY30" fmla="*/ 0 h 100323"/>
                <a:gd name="csX31" fmla="*/ 33441 w 146185"/>
                <a:gd name="csY31" fmla="*/ 478 h 100323"/>
                <a:gd name="csX32" fmla="*/ 36308 w 146185"/>
                <a:gd name="csY32" fmla="*/ 478 h 100323"/>
                <a:gd name="csX33" fmla="*/ 37741 w 146185"/>
                <a:gd name="csY33" fmla="*/ 478 h 100323"/>
                <a:gd name="csX34" fmla="*/ 39174 w 146185"/>
                <a:gd name="csY34" fmla="*/ 478 h 100323"/>
                <a:gd name="csX35" fmla="*/ 39652 w 146185"/>
                <a:gd name="csY35" fmla="*/ 956 h 100323"/>
                <a:gd name="csX36" fmla="*/ 39174 w 146185"/>
                <a:gd name="csY36" fmla="*/ 1433 h 100323"/>
                <a:gd name="csX37" fmla="*/ 39174 w 146185"/>
                <a:gd name="csY37" fmla="*/ 2389 h 100323"/>
                <a:gd name="csX38" fmla="*/ 39174 w 146185"/>
                <a:gd name="csY38" fmla="*/ 3344 h 100323"/>
                <a:gd name="csX39" fmla="*/ 40607 w 146185"/>
                <a:gd name="csY39" fmla="*/ 3822 h 100323"/>
                <a:gd name="csX40" fmla="*/ 41085 w 146185"/>
                <a:gd name="csY40" fmla="*/ 3344 h 100323"/>
                <a:gd name="csX41" fmla="*/ 41563 w 146185"/>
                <a:gd name="csY41" fmla="*/ 2867 h 100323"/>
                <a:gd name="csX42" fmla="*/ 42040 w 146185"/>
                <a:gd name="csY42" fmla="*/ 2389 h 100323"/>
                <a:gd name="csX43" fmla="*/ 42996 w 146185"/>
                <a:gd name="csY43" fmla="*/ 2867 h 100323"/>
                <a:gd name="csX44" fmla="*/ 44429 w 146185"/>
                <a:gd name="csY44" fmla="*/ 4300 h 100323"/>
                <a:gd name="csX45" fmla="*/ 46340 w 146185"/>
                <a:gd name="csY45" fmla="*/ 4300 h 100323"/>
                <a:gd name="csX46" fmla="*/ 48251 w 146185"/>
                <a:gd name="csY46" fmla="*/ 5255 h 100323"/>
                <a:gd name="csX47" fmla="*/ 49684 w 146185"/>
                <a:gd name="csY47" fmla="*/ 5733 h 100323"/>
                <a:gd name="csX48" fmla="*/ 51595 w 146185"/>
                <a:gd name="csY48" fmla="*/ 5255 h 100323"/>
                <a:gd name="csX49" fmla="*/ 52550 w 146185"/>
                <a:gd name="csY49" fmla="*/ 6211 h 100323"/>
                <a:gd name="csX50" fmla="*/ 54461 w 146185"/>
                <a:gd name="csY50" fmla="*/ 6211 h 100323"/>
                <a:gd name="csX51" fmla="*/ 57328 w 146185"/>
                <a:gd name="csY51" fmla="*/ 5255 h 100323"/>
                <a:gd name="csX52" fmla="*/ 59716 w 146185"/>
                <a:gd name="csY52" fmla="*/ 5255 h 100323"/>
                <a:gd name="csX53" fmla="*/ 62583 w 146185"/>
                <a:gd name="csY53" fmla="*/ 4777 h 100323"/>
                <a:gd name="csX54" fmla="*/ 64493 w 146185"/>
                <a:gd name="csY54" fmla="*/ 5255 h 100323"/>
                <a:gd name="csX55" fmla="*/ 68793 w 146185"/>
                <a:gd name="csY55" fmla="*/ 4777 h 100323"/>
                <a:gd name="csX56" fmla="*/ 71182 w 146185"/>
                <a:gd name="csY56" fmla="*/ 4777 h 100323"/>
                <a:gd name="csX57" fmla="*/ 72615 w 146185"/>
                <a:gd name="csY57" fmla="*/ 4777 h 100323"/>
                <a:gd name="csX58" fmla="*/ 72137 w 146185"/>
                <a:gd name="csY58" fmla="*/ 5255 h 100323"/>
                <a:gd name="csX59" fmla="*/ 71182 w 146185"/>
                <a:gd name="csY59" fmla="*/ 6688 h 100323"/>
                <a:gd name="csX60" fmla="*/ 70704 w 146185"/>
                <a:gd name="csY60" fmla="*/ 7644 h 100323"/>
                <a:gd name="csX61" fmla="*/ 70226 w 146185"/>
                <a:gd name="csY61" fmla="*/ 8599 h 100323"/>
                <a:gd name="csX62" fmla="*/ 70704 w 146185"/>
                <a:gd name="csY62" fmla="*/ 9555 h 100323"/>
                <a:gd name="csX63" fmla="*/ 72137 w 146185"/>
                <a:gd name="csY63" fmla="*/ 10510 h 100323"/>
                <a:gd name="csX64" fmla="*/ 74048 w 146185"/>
                <a:gd name="csY64" fmla="*/ 11943 h 100323"/>
                <a:gd name="csX65" fmla="*/ 75004 w 146185"/>
                <a:gd name="csY65" fmla="*/ 12421 h 100323"/>
                <a:gd name="csX66" fmla="*/ 75959 w 146185"/>
                <a:gd name="csY66" fmla="*/ 11943 h 100323"/>
                <a:gd name="csX67" fmla="*/ 77870 w 146185"/>
                <a:gd name="csY67" fmla="*/ 10510 h 100323"/>
                <a:gd name="csX68" fmla="*/ 78825 w 146185"/>
                <a:gd name="csY68" fmla="*/ 9077 h 100323"/>
                <a:gd name="csX69" fmla="*/ 80259 w 146185"/>
                <a:gd name="csY69" fmla="*/ 8599 h 100323"/>
                <a:gd name="csX70" fmla="*/ 81692 w 146185"/>
                <a:gd name="csY70" fmla="*/ 8599 h 100323"/>
                <a:gd name="csX71" fmla="*/ 82647 w 146185"/>
                <a:gd name="csY71" fmla="*/ 9555 h 100323"/>
                <a:gd name="csX72" fmla="*/ 84081 w 146185"/>
                <a:gd name="csY72" fmla="*/ 11943 h 100323"/>
                <a:gd name="csX73" fmla="*/ 85514 w 146185"/>
                <a:gd name="csY73" fmla="*/ 13854 h 100323"/>
                <a:gd name="csX74" fmla="*/ 85514 w 146185"/>
                <a:gd name="csY74" fmla="*/ 13854 h 100323"/>
                <a:gd name="csX75" fmla="*/ 85991 w 146185"/>
                <a:gd name="csY75" fmla="*/ 14332 h 100323"/>
                <a:gd name="csX76" fmla="*/ 86469 w 146185"/>
                <a:gd name="csY76" fmla="*/ 14332 h 100323"/>
                <a:gd name="csX77" fmla="*/ 87425 w 146185"/>
                <a:gd name="csY77" fmla="*/ 13854 h 100323"/>
                <a:gd name="csX78" fmla="*/ 87902 w 146185"/>
                <a:gd name="csY78" fmla="*/ 13377 h 100323"/>
                <a:gd name="csX79" fmla="*/ 87902 w 146185"/>
                <a:gd name="csY79" fmla="*/ 13377 h 100323"/>
                <a:gd name="csX80" fmla="*/ 88380 w 146185"/>
                <a:gd name="csY80" fmla="*/ 12421 h 100323"/>
                <a:gd name="csX81" fmla="*/ 90769 w 146185"/>
                <a:gd name="csY81" fmla="*/ 10032 h 100323"/>
                <a:gd name="csX82" fmla="*/ 92680 w 146185"/>
                <a:gd name="csY82" fmla="*/ 9077 h 100323"/>
                <a:gd name="csX83" fmla="*/ 93157 w 146185"/>
                <a:gd name="csY83" fmla="*/ 9077 h 100323"/>
                <a:gd name="csX84" fmla="*/ 94591 w 146185"/>
                <a:gd name="csY84" fmla="*/ 8599 h 100323"/>
                <a:gd name="csX85" fmla="*/ 96979 w 146185"/>
                <a:gd name="csY85" fmla="*/ 9077 h 100323"/>
                <a:gd name="csX86" fmla="*/ 99846 w 146185"/>
                <a:gd name="csY86" fmla="*/ 10510 h 100323"/>
                <a:gd name="csX87" fmla="*/ 103667 w 146185"/>
                <a:gd name="csY87" fmla="*/ 11466 h 100323"/>
                <a:gd name="csX88" fmla="*/ 105100 w 146185"/>
                <a:gd name="csY88" fmla="*/ 11943 h 100323"/>
                <a:gd name="csX89" fmla="*/ 105578 w 146185"/>
                <a:gd name="csY89" fmla="*/ 11466 h 100323"/>
                <a:gd name="csX90" fmla="*/ 107012 w 146185"/>
                <a:gd name="csY90" fmla="*/ 9555 h 100323"/>
                <a:gd name="csX91" fmla="*/ 108445 w 146185"/>
                <a:gd name="csY91" fmla="*/ 9077 h 100323"/>
                <a:gd name="csX92" fmla="*/ 110356 w 146185"/>
                <a:gd name="csY92" fmla="*/ 8121 h 100323"/>
                <a:gd name="csX93" fmla="*/ 111789 w 146185"/>
                <a:gd name="csY93" fmla="*/ 7644 h 100323"/>
                <a:gd name="csX94" fmla="*/ 112744 w 146185"/>
                <a:gd name="csY94" fmla="*/ 7644 h 100323"/>
                <a:gd name="csX95" fmla="*/ 113222 w 146185"/>
                <a:gd name="csY95" fmla="*/ 7166 h 100323"/>
                <a:gd name="csX96" fmla="*/ 113222 w 146185"/>
                <a:gd name="csY96" fmla="*/ 6688 h 100323"/>
                <a:gd name="csX97" fmla="*/ 113222 w 146185"/>
                <a:gd name="csY97" fmla="*/ 5733 h 100323"/>
                <a:gd name="csX98" fmla="*/ 112266 w 146185"/>
                <a:gd name="csY98" fmla="*/ 4300 h 100323"/>
                <a:gd name="csX99" fmla="*/ 112266 w 146185"/>
                <a:gd name="csY99" fmla="*/ 3822 h 100323"/>
                <a:gd name="csX100" fmla="*/ 112744 w 146185"/>
                <a:gd name="csY100" fmla="*/ 3822 h 100323"/>
                <a:gd name="csX101" fmla="*/ 114177 w 146185"/>
                <a:gd name="csY101" fmla="*/ 3344 h 100323"/>
                <a:gd name="csX102" fmla="*/ 115611 w 146185"/>
                <a:gd name="csY102" fmla="*/ 3344 h 100323"/>
                <a:gd name="csX103" fmla="*/ 117522 w 146185"/>
                <a:gd name="csY103" fmla="*/ 4300 h 100323"/>
                <a:gd name="csX104" fmla="*/ 118955 w 146185"/>
                <a:gd name="csY104" fmla="*/ 4777 h 100323"/>
                <a:gd name="csX105" fmla="*/ 119910 w 146185"/>
                <a:gd name="csY105" fmla="*/ 6211 h 100323"/>
                <a:gd name="csX106" fmla="*/ 120866 w 146185"/>
                <a:gd name="csY106" fmla="*/ 8121 h 100323"/>
                <a:gd name="csX107" fmla="*/ 121821 w 146185"/>
                <a:gd name="csY107" fmla="*/ 10510 h 100323"/>
                <a:gd name="csX108" fmla="*/ 123732 w 146185"/>
                <a:gd name="csY108" fmla="*/ 13854 h 100323"/>
                <a:gd name="csX109" fmla="*/ 123732 w 146185"/>
                <a:gd name="csY109" fmla="*/ 16243 h 100323"/>
                <a:gd name="csX110" fmla="*/ 123254 w 146185"/>
                <a:gd name="csY110" fmla="*/ 18632 h 100323"/>
                <a:gd name="csX111" fmla="*/ 124210 w 146185"/>
                <a:gd name="csY111" fmla="*/ 19109 h 100323"/>
                <a:gd name="csX112" fmla="*/ 125165 w 146185"/>
                <a:gd name="csY112" fmla="*/ 19109 h 100323"/>
                <a:gd name="csX113" fmla="*/ 125643 w 146185"/>
                <a:gd name="csY113" fmla="*/ 19587 h 100323"/>
                <a:gd name="csX114" fmla="*/ 126598 w 146185"/>
                <a:gd name="csY114" fmla="*/ 21498 h 100323"/>
                <a:gd name="csX115" fmla="*/ 127554 w 146185"/>
                <a:gd name="csY115" fmla="*/ 21976 h 100323"/>
                <a:gd name="csX116" fmla="*/ 128509 w 146185"/>
                <a:gd name="csY116" fmla="*/ 21976 h 100323"/>
                <a:gd name="csX117" fmla="*/ 130420 w 146185"/>
                <a:gd name="csY117" fmla="*/ 23409 h 100323"/>
                <a:gd name="csX118" fmla="*/ 131854 w 146185"/>
                <a:gd name="csY118" fmla="*/ 23886 h 100323"/>
                <a:gd name="csX119" fmla="*/ 131854 w 146185"/>
                <a:gd name="csY119" fmla="*/ 23886 h 100323"/>
                <a:gd name="csX120" fmla="*/ 131854 w 146185"/>
                <a:gd name="csY120" fmla="*/ 24842 h 100323"/>
                <a:gd name="csX121" fmla="*/ 131376 w 146185"/>
                <a:gd name="csY121" fmla="*/ 25320 h 100323"/>
                <a:gd name="csX122" fmla="*/ 130420 w 146185"/>
                <a:gd name="csY122" fmla="*/ 25798 h 100323"/>
                <a:gd name="csX123" fmla="*/ 129465 w 146185"/>
                <a:gd name="csY123" fmla="*/ 26753 h 100323"/>
                <a:gd name="csX124" fmla="*/ 128509 w 146185"/>
                <a:gd name="csY124" fmla="*/ 27709 h 100323"/>
                <a:gd name="csX125" fmla="*/ 126598 w 146185"/>
                <a:gd name="csY125" fmla="*/ 30097 h 100323"/>
                <a:gd name="csX126" fmla="*/ 126598 w 146185"/>
                <a:gd name="csY126" fmla="*/ 30575 h 100323"/>
                <a:gd name="csX127" fmla="*/ 127076 w 146185"/>
                <a:gd name="csY127" fmla="*/ 31052 h 100323"/>
                <a:gd name="csX128" fmla="*/ 127554 w 146185"/>
                <a:gd name="csY128" fmla="*/ 31052 h 100323"/>
                <a:gd name="csX129" fmla="*/ 128509 w 146185"/>
                <a:gd name="csY129" fmla="*/ 31052 h 100323"/>
                <a:gd name="csX130" fmla="*/ 130420 w 146185"/>
                <a:gd name="csY130" fmla="*/ 30097 h 100323"/>
                <a:gd name="csX131" fmla="*/ 131854 w 146185"/>
                <a:gd name="csY131" fmla="*/ 30097 h 100323"/>
                <a:gd name="csX132" fmla="*/ 133287 w 146185"/>
                <a:gd name="csY132" fmla="*/ 31052 h 100323"/>
                <a:gd name="csX133" fmla="*/ 133764 w 146185"/>
                <a:gd name="csY133" fmla="*/ 32008 h 100323"/>
                <a:gd name="csX134" fmla="*/ 133764 w 146185"/>
                <a:gd name="csY134" fmla="*/ 32963 h 100323"/>
                <a:gd name="csX135" fmla="*/ 133287 w 146185"/>
                <a:gd name="csY135" fmla="*/ 33919 h 100323"/>
                <a:gd name="csX136" fmla="*/ 133287 w 146185"/>
                <a:gd name="csY136" fmla="*/ 35352 h 100323"/>
                <a:gd name="csX137" fmla="*/ 133764 w 146185"/>
                <a:gd name="csY137" fmla="*/ 37741 h 100323"/>
                <a:gd name="csX138" fmla="*/ 134720 w 146185"/>
                <a:gd name="csY138" fmla="*/ 40129 h 100323"/>
                <a:gd name="csX139" fmla="*/ 135198 w 146185"/>
                <a:gd name="csY139" fmla="*/ 41085 h 100323"/>
                <a:gd name="csX140" fmla="*/ 139497 w 146185"/>
                <a:gd name="csY140" fmla="*/ 43474 h 100323"/>
                <a:gd name="csX141" fmla="*/ 139975 w 146185"/>
                <a:gd name="csY141" fmla="*/ 43951 h 100323"/>
                <a:gd name="csX142" fmla="*/ 140453 w 146185"/>
                <a:gd name="csY142" fmla="*/ 44907 h 100323"/>
                <a:gd name="csX143" fmla="*/ 139975 w 146185"/>
                <a:gd name="csY143" fmla="*/ 46340 h 100323"/>
                <a:gd name="csX144" fmla="*/ 139497 w 146185"/>
                <a:gd name="csY144" fmla="*/ 46818 h 100323"/>
                <a:gd name="csX145" fmla="*/ 138064 w 146185"/>
                <a:gd name="csY145" fmla="*/ 48251 h 100323"/>
                <a:gd name="csX146" fmla="*/ 138064 w 146185"/>
                <a:gd name="csY146" fmla="*/ 48251 h 100323"/>
                <a:gd name="csX147" fmla="*/ 137108 w 146185"/>
                <a:gd name="csY147" fmla="*/ 48728 h 100323"/>
                <a:gd name="csX148" fmla="*/ 137108 w 146185"/>
                <a:gd name="csY148" fmla="*/ 48728 h 100323"/>
                <a:gd name="csX149" fmla="*/ 136631 w 146185"/>
                <a:gd name="csY149" fmla="*/ 49684 h 100323"/>
                <a:gd name="csX150" fmla="*/ 136631 w 146185"/>
                <a:gd name="csY150" fmla="*/ 50162 h 100323"/>
                <a:gd name="csX151" fmla="*/ 136631 w 146185"/>
                <a:gd name="csY151" fmla="*/ 51595 h 100323"/>
                <a:gd name="csX152" fmla="*/ 136631 w 146185"/>
                <a:gd name="csY152" fmla="*/ 55417 h 100323"/>
                <a:gd name="csX153" fmla="*/ 137108 w 146185"/>
                <a:gd name="csY153" fmla="*/ 58283 h 100323"/>
                <a:gd name="csX154" fmla="*/ 137586 w 146185"/>
                <a:gd name="csY154" fmla="*/ 59239 h 100323"/>
                <a:gd name="csX155" fmla="*/ 138064 w 146185"/>
                <a:gd name="csY155" fmla="*/ 59716 h 100323"/>
                <a:gd name="csX156" fmla="*/ 138064 w 146185"/>
                <a:gd name="csY156" fmla="*/ 59716 h 100323"/>
                <a:gd name="csX157" fmla="*/ 139019 w 146185"/>
                <a:gd name="csY157" fmla="*/ 60194 h 100323"/>
                <a:gd name="csX158" fmla="*/ 140453 w 146185"/>
                <a:gd name="csY158" fmla="*/ 60194 h 100323"/>
                <a:gd name="csX159" fmla="*/ 141886 w 146185"/>
                <a:gd name="csY159" fmla="*/ 59716 h 100323"/>
                <a:gd name="csX160" fmla="*/ 141886 w 146185"/>
                <a:gd name="csY160" fmla="*/ 62105 h 100323"/>
                <a:gd name="csX161" fmla="*/ 141408 w 146185"/>
                <a:gd name="csY161" fmla="*/ 64016 h 100323"/>
                <a:gd name="csX162" fmla="*/ 142841 w 146185"/>
                <a:gd name="csY162" fmla="*/ 64971 h 100323"/>
                <a:gd name="csX163" fmla="*/ 143797 w 146185"/>
                <a:gd name="csY163" fmla="*/ 65449 h 100323"/>
                <a:gd name="csX164" fmla="*/ 143797 w 146185"/>
                <a:gd name="csY164" fmla="*/ 65927 h 100323"/>
                <a:gd name="csX165" fmla="*/ 144274 w 146185"/>
                <a:gd name="csY165" fmla="*/ 65927 h 100323"/>
                <a:gd name="csX166" fmla="*/ 141886 w 146185"/>
                <a:gd name="csY166" fmla="*/ 67360 h 100323"/>
                <a:gd name="csX167" fmla="*/ 140930 w 146185"/>
                <a:gd name="csY167" fmla="*/ 67838 h 100323"/>
                <a:gd name="csX168" fmla="*/ 140453 w 146185"/>
                <a:gd name="csY168" fmla="*/ 69749 h 100323"/>
                <a:gd name="csX169" fmla="*/ 140930 w 146185"/>
                <a:gd name="csY169" fmla="*/ 71182 h 100323"/>
                <a:gd name="csX170" fmla="*/ 140930 w 146185"/>
                <a:gd name="csY170" fmla="*/ 71659 h 100323"/>
                <a:gd name="csX171" fmla="*/ 144274 w 146185"/>
                <a:gd name="csY171" fmla="*/ 72615 h 100323"/>
                <a:gd name="csX172" fmla="*/ 145230 w 146185"/>
                <a:gd name="csY172" fmla="*/ 74048 h 100323"/>
                <a:gd name="csX173" fmla="*/ 145707 w 146185"/>
                <a:gd name="csY173" fmla="*/ 75481 h 100323"/>
                <a:gd name="csX174" fmla="*/ 145707 w 146185"/>
                <a:gd name="csY174" fmla="*/ 75959 h 100323"/>
                <a:gd name="csX175" fmla="*/ 146185 w 146185"/>
                <a:gd name="csY175" fmla="*/ 78348 h 100323"/>
                <a:gd name="csX176" fmla="*/ 145707 w 146185"/>
                <a:gd name="csY176" fmla="*/ 78825 h 100323"/>
                <a:gd name="csX177" fmla="*/ 144752 w 146185"/>
                <a:gd name="csY177" fmla="*/ 78825 h 100323"/>
                <a:gd name="csX178" fmla="*/ 143797 w 146185"/>
                <a:gd name="csY178" fmla="*/ 77870 h 100323"/>
                <a:gd name="csX179" fmla="*/ 143319 w 146185"/>
                <a:gd name="csY179" fmla="*/ 77392 h 100323"/>
                <a:gd name="csX180" fmla="*/ 143319 w 146185"/>
                <a:gd name="csY180" fmla="*/ 77392 h 100323"/>
                <a:gd name="csX181" fmla="*/ 142364 w 146185"/>
                <a:gd name="csY181" fmla="*/ 77392 h 100323"/>
                <a:gd name="csX182" fmla="*/ 140453 w 146185"/>
                <a:gd name="csY182" fmla="*/ 76915 h 100323"/>
                <a:gd name="csX183" fmla="*/ 138542 w 146185"/>
                <a:gd name="csY183" fmla="*/ 76915 h 100323"/>
                <a:gd name="csX184" fmla="*/ 136631 w 146185"/>
                <a:gd name="csY184" fmla="*/ 76915 h 100323"/>
                <a:gd name="csX185" fmla="*/ 135675 w 146185"/>
                <a:gd name="csY185" fmla="*/ 76915 h 100323"/>
                <a:gd name="csX186" fmla="*/ 135198 w 146185"/>
                <a:gd name="csY186" fmla="*/ 77392 h 100323"/>
                <a:gd name="csX187" fmla="*/ 135198 w 146185"/>
                <a:gd name="csY187" fmla="*/ 77392 h 100323"/>
                <a:gd name="csX188" fmla="*/ 134720 w 146185"/>
                <a:gd name="csY188" fmla="*/ 78348 h 100323"/>
                <a:gd name="csX189" fmla="*/ 134720 w 146185"/>
                <a:gd name="csY189" fmla="*/ 81214 h 100323"/>
                <a:gd name="csX190" fmla="*/ 134720 w 146185"/>
                <a:gd name="csY190" fmla="*/ 81214 h 100323"/>
                <a:gd name="csX191" fmla="*/ 135675 w 146185"/>
                <a:gd name="csY191" fmla="*/ 81692 h 100323"/>
                <a:gd name="csX192" fmla="*/ 137108 w 146185"/>
                <a:gd name="csY192" fmla="*/ 82647 h 100323"/>
                <a:gd name="csX193" fmla="*/ 138064 w 146185"/>
                <a:gd name="csY193" fmla="*/ 82647 h 100323"/>
                <a:gd name="csX194" fmla="*/ 139019 w 146185"/>
                <a:gd name="csY194" fmla="*/ 82647 h 100323"/>
                <a:gd name="csX195" fmla="*/ 139497 w 146185"/>
                <a:gd name="csY195" fmla="*/ 83125 h 100323"/>
                <a:gd name="csX196" fmla="*/ 139497 w 146185"/>
                <a:gd name="csY196" fmla="*/ 83125 h 100323"/>
                <a:gd name="csX197" fmla="*/ 139497 w 146185"/>
                <a:gd name="csY197" fmla="*/ 84558 h 100323"/>
                <a:gd name="csX198" fmla="*/ 139019 w 146185"/>
                <a:gd name="csY198" fmla="*/ 85036 h 100323"/>
                <a:gd name="csX199" fmla="*/ 139019 w 146185"/>
                <a:gd name="csY199" fmla="*/ 85514 h 100323"/>
                <a:gd name="csX200" fmla="*/ 138542 w 146185"/>
                <a:gd name="csY200" fmla="*/ 85991 h 100323"/>
                <a:gd name="csX201" fmla="*/ 138542 w 146185"/>
                <a:gd name="csY201" fmla="*/ 85991 h 100323"/>
                <a:gd name="csX202" fmla="*/ 137108 w 146185"/>
                <a:gd name="csY202" fmla="*/ 88380 h 100323"/>
                <a:gd name="csX203" fmla="*/ 137586 w 146185"/>
                <a:gd name="csY203" fmla="*/ 88858 h 100323"/>
                <a:gd name="csX204" fmla="*/ 137586 w 146185"/>
                <a:gd name="csY204" fmla="*/ 90291 h 100323"/>
                <a:gd name="csX205" fmla="*/ 135675 w 146185"/>
                <a:gd name="csY205" fmla="*/ 93157 h 100323"/>
                <a:gd name="csX206" fmla="*/ 135198 w 146185"/>
                <a:gd name="csY206" fmla="*/ 94113 h 100323"/>
                <a:gd name="csX207" fmla="*/ 132809 w 146185"/>
                <a:gd name="csY207" fmla="*/ 93157 h 100323"/>
                <a:gd name="csX208" fmla="*/ 131376 w 146185"/>
                <a:gd name="csY208" fmla="*/ 93157 h 100323"/>
                <a:gd name="csX209" fmla="*/ 129942 w 146185"/>
                <a:gd name="csY209" fmla="*/ 93635 h 100323"/>
                <a:gd name="csX210" fmla="*/ 129942 w 146185"/>
                <a:gd name="csY210" fmla="*/ 94113 h 100323"/>
                <a:gd name="csX211" fmla="*/ 129465 w 146185"/>
                <a:gd name="csY211" fmla="*/ 93635 h 100323"/>
                <a:gd name="csX212" fmla="*/ 128509 w 146185"/>
                <a:gd name="csY212" fmla="*/ 92680 h 100323"/>
                <a:gd name="csX213" fmla="*/ 128509 w 146185"/>
                <a:gd name="csY213" fmla="*/ 91724 h 100323"/>
                <a:gd name="csX214" fmla="*/ 127554 w 146185"/>
                <a:gd name="csY214" fmla="*/ 91724 h 100323"/>
                <a:gd name="csX215" fmla="*/ 126598 w 146185"/>
                <a:gd name="csY215" fmla="*/ 91724 h 100323"/>
                <a:gd name="csX216" fmla="*/ 125643 w 146185"/>
                <a:gd name="csY216" fmla="*/ 92202 h 100323"/>
                <a:gd name="csX217" fmla="*/ 125165 w 146185"/>
                <a:gd name="csY217" fmla="*/ 93157 h 100323"/>
                <a:gd name="csX218" fmla="*/ 125165 w 146185"/>
                <a:gd name="csY218" fmla="*/ 94113 h 100323"/>
                <a:gd name="csX219" fmla="*/ 125165 w 146185"/>
                <a:gd name="csY219" fmla="*/ 95068 h 100323"/>
                <a:gd name="csX220" fmla="*/ 124688 w 146185"/>
                <a:gd name="csY220" fmla="*/ 95546 h 100323"/>
                <a:gd name="csX221" fmla="*/ 123254 w 146185"/>
                <a:gd name="csY221" fmla="*/ 96979 h 100323"/>
                <a:gd name="csX222" fmla="*/ 122777 w 146185"/>
                <a:gd name="csY222" fmla="*/ 98412 h 100323"/>
                <a:gd name="csX223" fmla="*/ 122299 w 146185"/>
                <a:gd name="csY223" fmla="*/ 99368 h 100323"/>
                <a:gd name="csX224" fmla="*/ 121343 w 146185"/>
                <a:gd name="csY224" fmla="*/ 99368 h 100323"/>
                <a:gd name="csX225" fmla="*/ 120866 w 146185"/>
                <a:gd name="csY225" fmla="*/ 98890 h 100323"/>
                <a:gd name="csX226" fmla="*/ 120388 w 146185"/>
                <a:gd name="csY226" fmla="*/ 99368 h 100323"/>
                <a:gd name="csX227" fmla="*/ 118955 w 146185"/>
                <a:gd name="csY227" fmla="*/ 99846 h 100323"/>
                <a:gd name="csX228" fmla="*/ 117522 w 146185"/>
                <a:gd name="csY228" fmla="*/ 100323 h 100323"/>
                <a:gd name="csX229" fmla="*/ 117522 w 146185"/>
                <a:gd name="csY229" fmla="*/ 99368 h 100323"/>
                <a:gd name="csX230" fmla="*/ 116566 w 146185"/>
                <a:gd name="csY230" fmla="*/ 98890 h 100323"/>
                <a:gd name="csX231" fmla="*/ 115611 w 146185"/>
                <a:gd name="csY231" fmla="*/ 97935 h 100323"/>
                <a:gd name="csX232" fmla="*/ 114655 w 146185"/>
                <a:gd name="csY232" fmla="*/ 97457 h 100323"/>
                <a:gd name="csX233" fmla="*/ 112744 w 146185"/>
                <a:gd name="csY233" fmla="*/ 96501 h 100323"/>
                <a:gd name="csX234" fmla="*/ 112266 w 146185"/>
                <a:gd name="csY234" fmla="*/ 96979 h 100323"/>
                <a:gd name="csX235" fmla="*/ 111311 w 146185"/>
                <a:gd name="csY235" fmla="*/ 96979 h 100323"/>
                <a:gd name="csX236" fmla="*/ 110833 w 146185"/>
                <a:gd name="csY236" fmla="*/ 96501 h 100323"/>
                <a:gd name="csX237" fmla="*/ 110833 w 146185"/>
                <a:gd name="csY237" fmla="*/ 96024 h 100323"/>
                <a:gd name="csX238" fmla="*/ 111789 w 146185"/>
                <a:gd name="csY238" fmla="*/ 94591 h 100323"/>
                <a:gd name="csX239" fmla="*/ 112266 w 146185"/>
                <a:gd name="csY239" fmla="*/ 93635 h 100323"/>
                <a:gd name="csX240" fmla="*/ 112744 w 146185"/>
                <a:gd name="csY240" fmla="*/ 92680 h 100323"/>
                <a:gd name="csX241" fmla="*/ 112744 w 146185"/>
                <a:gd name="csY241" fmla="*/ 91247 h 100323"/>
                <a:gd name="csX242" fmla="*/ 112266 w 146185"/>
                <a:gd name="csY242" fmla="*/ 89335 h 100323"/>
                <a:gd name="csX243" fmla="*/ 111311 w 146185"/>
                <a:gd name="csY243" fmla="*/ 88380 h 100323"/>
                <a:gd name="csX244" fmla="*/ 111311 w 146185"/>
                <a:gd name="csY244" fmla="*/ 87425 h 100323"/>
                <a:gd name="csX245" fmla="*/ 111311 w 146185"/>
                <a:gd name="csY245" fmla="*/ 86469 h 100323"/>
                <a:gd name="csX246" fmla="*/ 110833 w 146185"/>
                <a:gd name="csY246" fmla="*/ 85514 h 100323"/>
                <a:gd name="csX247" fmla="*/ 110833 w 146185"/>
                <a:gd name="csY247" fmla="*/ 85036 h 100323"/>
                <a:gd name="csX248" fmla="*/ 110833 w 146185"/>
                <a:gd name="csY248" fmla="*/ 84081 h 100323"/>
                <a:gd name="csX249" fmla="*/ 110356 w 146185"/>
                <a:gd name="csY249" fmla="*/ 83125 h 100323"/>
                <a:gd name="csX250" fmla="*/ 109878 w 146185"/>
                <a:gd name="csY250" fmla="*/ 82647 h 100323"/>
                <a:gd name="csX251" fmla="*/ 109400 w 146185"/>
                <a:gd name="csY251" fmla="*/ 81214 h 100323"/>
                <a:gd name="csX252" fmla="*/ 109878 w 146185"/>
                <a:gd name="csY252" fmla="*/ 79303 h 100323"/>
                <a:gd name="csX253" fmla="*/ 108923 w 146185"/>
                <a:gd name="csY253" fmla="*/ 78825 h 100323"/>
                <a:gd name="csX254" fmla="*/ 107967 w 146185"/>
                <a:gd name="csY254" fmla="*/ 78348 h 100323"/>
                <a:gd name="csX255" fmla="*/ 107012 w 146185"/>
                <a:gd name="csY255" fmla="*/ 77870 h 100323"/>
                <a:gd name="csX256" fmla="*/ 106534 w 146185"/>
                <a:gd name="csY256" fmla="*/ 77392 h 100323"/>
                <a:gd name="csX257" fmla="*/ 106534 w 146185"/>
                <a:gd name="csY257" fmla="*/ 76915 h 100323"/>
                <a:gd name="csX258" fmla="*/ 106056 w 146185"/>
                <a:gd name="csY258" fmla="*/ 76915 h 100323"/>
                <a:gd name="csX259" fmla="*/ 105578 w 146185"/>
                <a:gd name="csY259" fmla="*/ 77392 h 100323"/>
                <a:gd name="csX260" fmla="*/ 105578 w 146185"/>
                <a:gd name="csY260" fmla="*/ 77392 h 100323"/>
                <a:gd name="csX261" fmla="*/ 104623 w 146185"/>
                <a:gd name="csY261" fmla="*/ 75959 h 100323"/>
                <a:gd name="csX262" fmla="*/ 104623 w 146185"/>
                <a:gd name="csY262" fmla="*/ 75959 h 100323"/>
                <a:gd name="csX263" fmla="*/ 104145 w 146185"/>
                <a:gd name="csY263" fmla="*/ 76437 h 100323"/>
                <a:gd name="csX264" fmla="*/ 98890 w 146185"/>
                <a:gd name="csY264" fmla="*/ 77870 h 100323"/>
                <a:gd name="csX265" fmla="*/ 98412 w 146185"/>
                <a:gd name="csY265" fmla="*/ 77392 h 100323"/>
                <a:gd name="csX266" fmla="*/ 97935 w 146185"/>
                <a:gd name="csY266" fmla="*/ 76437 h 100323"/>
                <a:gd name="csX267" fmla="*/ 96979 w 146185"/>
                <a:gd name="csY267" fmla="*/ 76437 h 100323"/>
                <a:gd name="csX268" fmla="*/ 95546 w 146185"/>
                <a:gd name="csY268" fmla="*/ 76915 h 100323"/>
                <a:gd name="csX269" fmla="*/ 94591 w 146185"/>
                <a:gd name="csY269" fmla="*/ 76915 h 100323"/>
                <a:gd name="csX270" fmla="*/ 93157 w 146185"/>
                <a:gd name="csY270" fmla="*/ 76915 h 100323"/>
                <a:gd name="csX271" fmla="*/ 92202 w 146185"/>
                <a:gd name="csY271" fmla="*/ 76915 h 100323"/>
                <a:gd name="csX272" fmla="*/ 92202 w 146185"/>
                <a:gd name="csY272" fmla="*/ 76915 h 100323"/>
                <a:gd name="csX273" fmla="*/ 90291 w 146185"/>
                <a:gd name="csY273" fmla="*/ 79303 h 100323"/>
                <a:gd name="csX274" fmla="*/ 88858 w 146185"/>
                <a:gd name="csY274" fmla="*/ 80259 h 100323"/>
                <a:gd name="csX275" fmla="*/ 88380 w 146185"/>
                <a:gd name="csY275" fmla="*/ 79781 h 100323"/>
                <a:gd name="csX276" fmla="*/ 87425 w 146185"/>
                <a:gd name="csY276" fmla="*/ 79781 h 100323"/>
                <a:gd name="csX277" fmla="*/ 86947 w 146185"/>
                <a:gd name="csY277" fmla="*/ 79781 h 100323"/>
                <a:gd name="csX278" fmla="*/ 86469 w 146185"/>
                <a:gd name="csY278" fmla="*/ 79781 h 100323"/>
                <a:gd name="csX279" fmla="*/ 85991 w 146185"/>
                <a:gd name="csY279" fmla="*/ 79781 h 100323"/>
                <a:gd name="csX280" fmla="*/ 85991 w 146185"/>
                <a:gd name="csY280" fmla="*/ 79303 h 100323"/>
                <a:gd name="csX281" fmla="*/ 86469 w 146185"/>
                <a:gd name="csY281" fmla="*/ 78348 h 100323"/>
                <a:gd name="csX282" fmla="*/ 87425 w 146185"/>
                <a:gd name="csY282" fmla="*/ 75959 h 100323"/>
                <a:gd name="csX283" fmla="*/ 90291 w 146185"/>
                <a:gd name="csY283" fmla="*/ 73570 h 100323"/>
                <a:gd name="csX284" fmla="*/ 90291 w 146185"/>
                <a:gd name="csY284" fmla="*/ 73570 h 100323"/>
                <a:gd name="csX285" fmla="*/ 90291 w 146185"/>
                <a:gd name="csY285" fmla="*/ 73093 h 100323"/>
                <a:gd name="csX286" fmla="*/ 89335 w 146185"/>
                <a:gd name="csY286" fmla="*/ 72137 h 100323"/>
                <a:gd name="csX287" fmla="*/ 89335 w 146185"/>
                <a:gd name="csY287" fmla="*/ 71659 h 100323"/>
                <a:gd name="csX288" fmla="*/ 87902 w 146185"/>
                <a:gd name="csY288" fmla="*/ 69749 h 100323"/>
                <a:gd name="csX289" fmla="*/ 87902 w 146185"/>
                <a:gd name="csY289" fmla="*/ 67838 h 100323"/>
                <a:gd name="csX290" fmla="*/ 87902 w 146185"/>
                <a:gd name="csY290" fmla="*/ 66405 h 100323"/>
                <a:gd name="csX291" fmla="*/ 87902 w 146185"/>
                <a:gd name="csY291" fmla="*/ 66405 h 100323"/>
                <a:gd name="csX292" fmla="*/ 85514 w 146185"/>
                <a:gd name="csY292" fmla="*/ 65927 h 100323"/>
                <a:gd name="csX293" fmla="*/ 85514 w 146185"/>
                <a:gd name="csY293" fmla="*/ 65927 h 100323"/>
                <a:gd name="csX294" fmla="*/ 85514 w 146185"/>
                <a:gd name="csY294" fmla="*/ 65449 h 100323"/>
                <a:gd name="csX295" fmla="*/ 85991 w 146185"/>
                <a:gd name="csY295" fmla="*/ 64016 h 100323"/>
                <a:gd name="csX296" fmla="*/ 86469 w 146185"/>
                <a:gd name="csY296" fmla="*/ 62583 h 100323"/>
                <a:gd name="csX297" fmla="*/ 86469 w 146185"/>
                <a:gd name="csY297" fmla="*/ 62583 h 100323"/>
                <a:gd name="csX298" fmla="*/ 86469 w 146185"/>
                <a:gd name="csY298" fmla="*/ 62583 h 100323"/>
                <a:gd name="csX299" fmla="*/ 86469 w 146185"/>
                <a:gd name="csY299" fmla="*/ 62105 h 100323"/>
                <a:gd name="csX300" fmla="*/ 86469 w 146185"/>
                <a:gd name="csY300" fmla="*/ 61627 h 100323"/>
                <a:gd name="csX301" fmla="*/ 85036 w 146185"/>
                <a:gd name="csY301" fmla="*/ 60672 h 100323"/>
                <a:gd name="csX302" fmla="*/ 83125 w 146185"/>
                <a:gd name="csY302" fmla="*/ 58283 h 100323"/>
                <a:gd name="csX303" fmla="*/ 83125 w 146185"/>
                <a:gd name="csY303" fmla="*/ 58283 h 100323"/>
                <a:gd name="csX304" fmla="*/ 81214 w 146185"/>
                <a:gd name="csY304" fmla="*/ 55417 h 100323"/>
                <a:gd name="csX305" fmla="*/ 79303 w 146185"/>
                <a:gd name="csY305" fmla="*/ 53028 h 100323"/>
                <a:gd name="csX306" fmla="*/ 77870 w 146185"/>
                <a:gd name="csY306" fmla="*/ 52073 h 100323"/>
                <a:gd name="csX307" fmla="*/ 76915 w 146185"/>
                <a:gd name="csY307" fmla="*/ 50639 h 100323"/>
                <a:gd name="csX308" fmla="*/ 76437 w 146185"/>
                <a:gd name="csY308" fmla="*/ 49684 h 100323"/>
                <a:gd name="csX309" fmla="*/ 76437 w 146185"/>
                <a:gd name="csY309" fmla="*/ 49684 h 100323"/>
                <a:gd name="csX310" fmla="*/ 75004 w 146185"/>
                <a:gd name="csY310" fmla="*/ 49206 h 100323"/>
                <a:gd name="csX311" fmla="*/ 71182 w 146185"/>
                <a:gd name="csY311" fmla="*/ 49206 h 100323"/>
                <a:gd name="csX312" fmla="*/ 66405 w 146185"/>
                <a:gd name="csY312" fmla="*/ 49206 h 100323"/>
                <a:gd name="csX313" fmla="*/ 62105 w 146185"/>
                <a:gd name="csY313" fmla="*/ 49206 h 100323"/>
                <a:gd name="csX314" fmla="*/ 62105 w 146185"/>
                <a:gd name="csY314" fmla="*/ 49206 h 100323"/>
                <a:gd name="csX315" fmla="*/ 62105 w 146185"/>
                <a:gd name="csY315" fmla="*/ 50639 h 100323"/>
                <a:gd name="csX316" fmla="*/ 57805 w 146185"/>
                <a:gd name="csY316" fmla="*/ 51595 h 100323"/>
                <a:gd name="csX317" fmla="*/ 54939 w 146185"/>
                <a:gd name="csY317" fmla="*/ 50639 h 100323"/>
                <a:gd name="csX318" fmla="*/ 52073 w 146185"/>
                <a:gd name="csY318" fmla="*/ 51117 h 100323"/>
                <a:gd name="csX319" fmla="*/ 50639 w 146185"/>
                <a:gd name="csY319" fmla="*/ 51595 h 100323"/>
                <a:gd name="csX320" fmla="*/ 50639 w 146185"/>
                <a:gd name="csY320" fmla="*/ 51595 h 100323"/>
                <a:gd name="csX321" fmla="*/ 50162 w 146185"/>
                <a:gd name="csY321" fmla="*/ 53028 h 100323"/>
                <a:gd name="csX322" fmla="*/ 49206 w 146185"/>
                <a:gd name="csY322" fmla="*/ 54461 h 100323"/>
                <a:gd name="csX323" fmla="*/ 48728 w 146185"/>
                <a:gd name="csY323" fmla="*/ 55417 h 100323"/>
                <a:gd name="csX324" fmla="*/ 48728 w 146185"/>
                <a:gd name="csY324" fmla="*/ 55894 h 100323"/>
                <a:gd name="csX325" fmla="*/ 48251 w 146185"/>
                <a:gd name="csY325" fmla="*/ 56372 h 100323"/>
                <a:gd name="csX326" fmla="*/ 47773 w 146185"/>
                <a:gd name="csY326" fmla="*/ 57328 h 100323"/>
                <a:gd name="csX327" fmla="*/ 46818 w 146185"/>
                <a:gd name="csY327" fmla="*/ 58761 h 100323"/>
                <a:gd name="csX328" fmla="*/ 45384 w 146185"/>
                <a:gd name="csY328" fmla="*/ 60672 h 100323"/>
                <a:gd name="csX329" fmla="*/ 43951 w 146185"/>
                <a:gd name="csY329" fmla="*/ 62105 h 100323"/>
                <a:gd name="csX330" fmla="*/ 41563 w 146185"/>
                <a:gd name="csY330" fmla="*/ 62583 h 100323"/>
                <a:gd name="csX331" fmla="*/ 41563 w 146185"/>
                <a:gd name="csY331" fmla="*/ 62583 h 100323"/>
                <a:gd name="csX332" fmla="*/ 40607 w 146185"/>
                <a:gd name="csY332" fmla="*/ 64971 h 100323"/>
                <a:gd name="csX333" fmla="*/ 40129 w 146185"/>
                <a:gd name="csY333" fmla="*/ 65449 h 100323"/>
                <a:gd name="csX334" fmla="*/ 39174 w 146185"/>
                <a:gd name="csY334" fmla="*/ 66405 h 100323"/>
                <a:gd name="csX335" fmla="*/ 38218 w 146185"/>
                <a:gd name="csY335" fmla="*/ 66882 h 100323"/>
                <a:gd name="csX336" fmla="*/ 38218 w 146185"/>
                <a:gd name="csY336" fmla="*/ 66882 h 100323"/>
                <a:gd name="csX337" fmla="*/ 37263 w 146185"/>
                <a:gd name="csY337" fmla="*/ 66405 h 100323"/>
                <a:gd name="csX338" fmla="*/ 35830 w 146185"/>
                <a:gd name="csY338" fmla="*/ 66405 h 100323"/>
                <a:gd name="csX339" fmla="*/ 35830 w 146185"/>
                <a:gd name="csY339" fmla="*/ 66405 h 100323"/>
                <a:gd name="csX340" fmla="*/ 34874 w 146185"/>
                <a:gd name="csY340" fmla="*/ 66405 h 100323"/>
                <a:gd name="csX341" fmla="*/ 34397 w 146185"/>
                <a:gd name="csY341" fmla="*/ 65927 h 100323"/>
                <a:gd name="csX342" fmla="*/ 35352 w 146185"/>
                <a:gd name="csY342" fmla="*/ 64493 h 100323"/>
                <a:gd name="csX343" fmla="*/ 34874 w 146185"/>
                <a:gd name="csY343" fmla="*/ 63538 h 100323"/>
                <a:gd name="csX344" fmla="*/ 32963 w 146185"/>
                <a:gd name="csY344" fmla="*/ 61627 h 100323"/>
                <a:gd name="csX345" fmla="*/ 32486 w 146185"/>
                <a:gd name="csY345" fmla="*/ 61150 h 100323"/>
                <a:gd name="csX346" fmla="*/ 32008 w 146185"/>
                <a:gd name="csY346" fmla="*/ 59716 h 100323"/>
                <a:gd name="csX347" fmla="*/ 29142 w 146185"/>
                <a:gd name="csY347" fmla="*/ 57805 h 100323"/>
                <a:gd name="csX348" fmla="*/ 26753 w 146185"/>
                <a:gd name="csY348" fmla="*/ 57805 h 100323"/>
                <a:gd name="csX349" fmla="*/ 27709 w 146185"/>
                <a:gd name="csY349" fmla="*/ 55894 h 100323"/>
                <a:gd name="csX350" fmla="*/ 27709 w 146185"/>
                <a:gd name="csY350" fmla="*/ 53506 h 100323"/>
                <a:gd name="csX351" fmla="*/ 26753 w 146185"/>
                <a:gd name="csY351" fmla="*/ 52073 h 100323"/>
                <a:gd name="csX352" fmla="*/ 26753 w 146185"/>
                <a:gd name="csY352" fmla="*/ 50639 h 100323"/>
                <a:gd name="csX353" fmla="*/ 26753 w 146185"/>
                <a:gd name="csY353" fmla="*/ 50639 h 100323"/>
                <a:gd name="csX354" fmla="*/ 25798 w 146185"/>
                <a:gd name="csY354" fmla="*/ 51595 h 100323"/>
                <a:gd name="csX355" fmla="*/ 24364 w 146185"/>
                <a:gd name="csY355" fmla="*/ 51117 h 100323"/>
                <a:gd name="csX356" fmla="*/ 21498 w 146185"/>
                <a:gd name="csY356" fmla="*/ 49684 h 100323"/>
                <a:gd name="csX357" fmla="*/ 20543 w 146185"/>
                <a:gd name="csY357" fmla="*/ 48251 h 100323"/>
                <a:gd name="csX358" fmla="*/ 20065 w 146185"/>
                <a:gd name="csY358" fmla="*/ 47295 h 100323"/>
                <a:gd name="csX359" fmla="*/ 20065 w 146185"/>
                <a:gd name="csY359" fmla="*/ 46818 h 100323"/>
                <a:gd name="csX360" fmla="*/ 19109 w 146185"/>
                <a:gd name="csY360" fmla="*/ 46818 h 100323"/>
                <a:gd name="csX361" fmla="*/ 17198 w 146185"/>
                <a:gd name="csY361" fmla="*/ 46818 h 100323"/>
                <a:gd name="csX362" fmla="*/ 12421 w 146185"/>
                <a:gd name="csY362" fmla="*/ 44907 h 100323"/>
                <a:gd name="csX363" fmla="*/ 8599 w 146185"/>
                <a:gd name="csY363" fmla="*/ 39174 h 100323"/>
                <a:gd name="csX364" fmla="*/ 8599 w 146185"/>
                <a:gd name="csY364" fmla="*/ 37741 h 100323"/>
                <a:gd name="csX365" fmla="*/ 9077 w 146185"/>
                <a:gd name="csY365" fmla="*/ 35830 h 100323"/>
                <a:gd name="csX366" fmla="*/ 9077 w 146185"/>
                <a:gd name="csY366" fmla="*/ 35352 h 100323"/>
                <a:gd name="csX367" fmla="*/ 7166 w 146185"/>
                <a:gd name="csY367" fmla="*/ 36785 h 100323"/>
                <a:gd name="csX368" fmla="*/ 7166 w 146185"/>
                <a:gd name="csY368" fmla="*/ 35830 h 100323"/>
                <a:gd name="csX369" fmla="*/ 5733 w 146185"/>
                <a:gd name="csY369" fmla="*/ 33441 h 100323"/>
                <a:gd name="csX370" fmla="*/ 5255 w 146185"/>
                <a:gd name="csY370" fmla="*/ 32008 h 100323"/>
                <a:gd name="csX371" fmla="*/ 4300 w 146185"/>
                <a:gd name="csY371" fmla="*/ 31530 h 100323"/>
                <a:gd name="csX372" fmla="*/ 3344 w 146185"/>
                <a:gd name="csY372" fmla="*/ 31530 h 100323"/>
                <a:gd name="csX373" fmla="*/ 2389 w 146185"/>
                <a:gd name="csY373" fmla="*/ 32008 h 100323"/>
                <a:gd name="csX374" fmla="*/ 1433 w 146185"/>
                <a:gd name="csY374" fmla="*/ 34397 h 100323"/>
                <a:gd name="csX375" fmla="*/ 478 w 146185"/>
                <a:gd name="csY375" fmla="*/ 34397 h 100323"/>
                <a:gd name="csX376" fmla="*/ 0 w 146185"/>
                <a:gd name="csY376" fmla="*/ 33919 h 100323"/>
                <a:gd name="csX377" fmla="*/ 0 w 146185"/>
                <a:gd name="csY377" fmla="*/ 32008 h 100323"/>
                <a:gd name="csX378" fmla="*/ 0 w 146185"/>
                <a:gd name="csY378" fmla="*/ 32008 h 100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</a:cxnLst>
              <a:rect l="l" t="t" r="r" b="b"/>
              <a:pathLst>
                <a:path w="146185" h="100323">
                  <a:moveTo>
                    <a:pt x="0" y="32008"/>
                  </a:moveTo>
                  <a:lnTo>
                    <a:pt x="956" y="31052"/>
                  </a:lnTo>
                  <a:lnTo>
                    <a:pt x="1911" y="29619"/>
                  </a:lnTo>
                  <a:lnTo>
                    <a:pt x="5255" y="23409"/>
                  </a:lnTo>
                  <a:lnTo>
                    <a:pt x="6688" y="21976"/>
                  </a:lnTo>
                  <a:lnTo>
                    <a:pt x="7166" y="21498"/>
                  </a:lnTo>
                  <a:lnTo>
                    <a:pt x="8599" y="21498"/>
                  </a:lnTo>
                  <a:lnTo>
                    <a:pt x="11943" y="20543"/>
                  </a:lnTo>
                  <a:lnTo>
                    <a:pt x="14332" y="19109"/>
                  </a:lnTo>
                  <a:lnTo>
                    <a:pt x="15765" y="18632"/>
                  </a:lnTo>
                  <a:lnTo>
                    <a:pt x="18154" y="18632"/>
                  </a:lnTo>
                  <a:lnTo>
                    <a:pt x="21976" y="18632"/>
                  </a:lnTo>
                  <a:lnTo>
                    <a:pt x="26275" y="17198"/>
                  </a:lnTo>
                  <a:lnTo>
                    <a:pt x="26275" y="15287"/>
                  </a:lnTo>
                  <a:lnTo>
                    <a:pt x="26275" y="13377"/>
                  </a:lnTo>
                  <a:lnTo>
                    <a:pt x="25798" y="12421"/>
                  </a:lnTo>
                  <a:lnTo>
                    <a:pt x="24364" y="11466"/>
                  </a:lnTo>
                  <a:lnTo>
                    <a:pt x="23409" y="10510"/>
                  </a:lnTo>
                  <a:lnTo>
                    <a:pt x="22931" y="9555"/>
                  </a:lnTo>
                  <a:lnTo>
                    <a:pt x="21976" y="9077"/>
                  </a:lnTo>
                  <a:lnTo>
                    <a:pt x="21976" y="8599"/>
                  </a:lnTo>
                  <a:lnTo>
                    <a:pt x="22931" y="7644"/>
                  </a:lnTo>
                  <a:lnTo>
                    <a:pt x="23886" y="7644"/>
                  </a:lnTo>
                  <a:lnTo>
                    <a:pt x="25798" y="7644"/>
                  </a:lnTo>
                  <a:lnTo>
                    <a:pt x="26275" y="7166"/>
                  </a:lnTo>
                  <a:lnTo>
                    <a:pt x="26753" y="6688"/>
                  </a:lnTo>
                  <a:lnTo>
                    <a:pt x="27231" y="5255"/>
                  </a:lnTo>
                  <a:lnTo>
                    <a:pt x="27231" y="3822"/>
                  </a:lnTo>
                  <a:lnTo>
                    <a:pt x="26275" y="1433"/>
                  </a:lnTo>
                  <a:lnTo>
                    <a:pt x="26275" y="0"/>
                  </a:lnTo>
                  <a:lnTo>
                    <a:pt x="32486" y="0"/>
                  </a:lnTo>
                  <a:lnTo>
                    <a:pt x="33441" y="478"/>
                  </a:lnTo>
                  <a:lnTo>
                    <a:pt x="36308" y="478"/>
                  </a:lnTo>
                  <a:lnTo>
                    <a:pt x="37741" y="478"/>
                  </a:lnTo>
                  <a:lnTo>
                    <a:pt x="39174" y="478"/>
                  </a:lnTo>
                  <a:lnTo>
                    <a:pt x="39652" y="956"/>
                  </a:lnTo>
                  <a:lnTo>
                    <a:pt x="39174" y="1433"/>
                  </a:lnTo>
                  <a:lnTo>
                    <a:pt x="39174" y="2389"/>
                  </a:lnTo>
                  <a:lnTo>
                    <a:pt x="39174" y="3344"/>
                  </a:lnTo>
                  <a:lnTo>
                    <a:pt x="40607" y="3822"/>
                  </a:lnTo>
                  <a:lnTo>
                    <a:pt x="41085" y="3344"/>
                  </a:lnTo>
                  <a:lnTo>
                    <a:pt x="41563" y="2867"/>
                  </a:lnTo>
                  <a:lnTo>
                    <a:pt x="42040" y="2389"/>
                  </a:lnTo>
                  <a:lnTo>
                    <a:pt x="42996" y="2867"/>
                  </a:lnTo>
                  <a:lnTo>
                    <a:pt x="44429" y="4300"/>
                  </a:lnTo>
                  <a:lnTo>
                    <a:pt x="46340" y="4300"/>
                  </a:lnTo>
                  <a:lnTo>
                    <a:pt x="48251" y="5255"/>
                  </a:lnTo>
                  <a:lnTo>
                    <a:pt x="49684" y="5733"/>
                  </a:lnTo>
                  <a:lnTo>
                    <a:pt x="51595" y="5255"/>
                  </a:lnTo>
                  <a:lnTo>
                    <a:pt x="52550" y="6211"/>
                  </a:lnTo>
                  <a:lnTo>
                    <a:pt x="54461" y="6211"/>
                  </a:lnTo>
                  <a:lnTo>
                    <a:pt x="57328" y="5255"/>
                  </a:lnTo>
                  <a:lnTo>
                    <a:pt x="59716" y="5255"/>
                  </a:lnTo>
                  <a:lnTo>
                    <a:pt x="62583" y="4777"/>
                  </a:lnTo>
                  <a:lnTo>
                    <a:pt x="64493" y="5255"/>
                  </a:lnTo>
                  <a:lnTo>
                    <a:pt x="68793" y="4777"/>
                  </a:lnTo>
                  <a:lnTo>
                    <a:pt x="71182" y="4777"/>
                  </a:lnTo>
                  <a:lnTo>
                    <a:pt x="72615" y="4777"/>
                  </a:lnTo>
                  <a:lnTo>
                    <a:pt x="72137" y="5255"/>
                  </a:lnTo>
                  <a:lnTo>
                    <a:pt x="71182" y="6688"/>
                  </a:lnTo>
                  <a:lnTo>
                    <a:pt x="70704" y="7644"/>
                  </a:lnTo>
                  <a:lnTo>
                    <a:pt x="70226" y="8599"/>
                  </a:lnTo>
                  <a:lnTo>
                    <a:pt x="70704" y="9555"/>
                  </a:lnTo>
                  <a:lnTo>
                    <a:pt x="72137" y="10510"/>
                  </a:lnTo>
                  <a:lnTo>
                    <a:pt x="74048" y="11943"/>
                  </a:lnTo>
                  <a:lnTo>
                    <a:pt x="75004" y="12421"/>
                  </a:lnTo>
                  <a:lnTo>
                    <a:pt x="75959" y="11943"/>
                  </a:lnTo>
                  <a:lnTo>
                    <a:pt x="77870" y="10510"/>
                  </a:lnTo>
                  <a:lnTo>
                    <a:pt x="78825" y="9077"/>
                  </a:lnTo>
                  <a:lnTo>
                    <a:pt x="80259" y="8599"/>
                  </a:lnTo>
                  <a:lnTo>
                    <a:pt x="81692" y="8599"/>
                  </a:lnTo>
                  <a:lnTo>
                    <a:pt x="82647" y="9555"/>
                  </a:lnTo>
                  <a:lnTo>
                    <a:pt x="84081" y="11943"/>
                  </a:lnTo>
                  <a:lnTo>
                    <a:pt x="85514" y="13854"/>
                  </a:lnTo>
                  <a:lnTo>
                    <a:pt x="85514" y="13854"/>
                  </a:lnTo>
                  <a:lnTo>
                    <a:pt x="85991" y="14332"/>
                  </a:lnTo>
                  <a:lnTo>
                    <a:pt x="86469" y="14332"/>
                  </a:lnTo>
                  <a:lnTo>
                    <a:pt x="87425" y="13854"/>
                  </a:lnTo>
                  <a:lnTo>
                    <a:pt x="87902" y="13377"/>
                  </a:lnTo>
                  <a:lnTo>
                    <a:pt x="87902" y="13377"/>
                  </a:lnTo>
                  <a:lnTo>
                    <a:pt x="88380" y="12421"/>
                  </a:lnTo>
                  <a:lnTo>
                    <a:pt x="90769" y="10032"/>
                  </a:lnTo>
                  <a:lnTo>
                    <a:pt x="92680" y="9077"/>
                  </a:lnTo>
                  <a:lnTo>
                    <a:pt x="93157" y="9077"/>
                  </a:lnTo>
                  <a:lnTo>
                    <a:pt x="94591" y="8599"/>
                  </a:lnTo>
                  <a:lnTo>
                    <a:pt x="96979" y="9077"/>
                  </a:lnTo>
                  <a:lnTo>
                    <a:pt x="99846" y="10510"/>
                  </a:lnTo>
                  <a:lnTo>
                    <a:pt x="103667" y="11466"/>
                  </a:lnTo>
                  <a:lnTo>
                    <a:pt x="105100" y="11943"/>
                  </a:lnTo>
                  <a:lnTo>
                    <a:pt x="105578" y="11466"/>
                  </a:lnTo>
                  <a:lnTo>
                    <a:pt x="107012" y="9555"/>
                  </a:lnTo>
                  <a:lnTo>
                    <a:pt x="108445" y="9077"/>
                  </a:lnTo>
                  <a:lnTo>
                    <a:pt x="110356" y="8121"/>
                  </a:lnTo>
                  <a:lnTo>
                    <a:pt x="111789" y="7644"/>
                  </a:lnTo>
                  <a:lnTo>
                    <a:pt x="112744" y="7644"/>
                  </a:lnTo>
                  <a:lnTo>
                    <a:pt x="113222" y="7166"/>
                  </a:lnTo>
                  <a:lnTo>
                    <a:pt x="113222" y="6688"/>
                  </a:lnTo>
                  <a:lnTo>
                    <a:pt x="113222" y="5733"/>
                  </a:lnTo>
                  <a:lnTo>
                    <a:pt x="112266" y="4300"/>
                  </a:lnTo>
                  <a:lnTo>
                    <a:pt x="112266" y="3822"/>
                  </a:lnTo>
                  <a:lnTo>
                    <a:pt x="112744" y="3822"/>
                  </a:lnTo>
                  <a:lnTo>
                    <a:pt x="114177" y="3344"/>
                  </a:lnTo>
                  <a:lnTo>
                    <a:pt x="115611" y="3344"/>
                  </a:lnTo>
                  <a:lnTo>
                    <a:pt x="117522" y="4300"/>
                  </a:lnTo>
                  <a:lnTo>
                    <a:pt x="118955" y="4777"/>
                  </a:lnTo>
                  <a:lnTo>
                    <a:pt x="119910" y="6211"/>
                  </a:lnTo>
                  <a:lnTo>
                    <a:pt x="120866" y="8121"/>
                  </a:lnTo>
                  <a:lnTo>
                    <a:pt x="121821" y="10510"/>
                  </a:lnTo>
                  <a:lnTo>
                    <a:pt x="123732" y="13854"/>
                  </a:lnTo>
                  <a:lnTo>
                    <a:pt x="123732" y="16243"/>
                  </a:lnTo>
                  <a:lnTo>
                    <a:pt x="123254" y="18632"/>
                  </a:lnTo>
                  <a:lnTo>
                    <a:pt x="124210" y="19109"/>
                  </a:lnTo>
                  <a:lnTo>
                    <a:pt x="125165" y="19109"/>
                  </a:lnTo>
                  <a:lnTo>
                    <a:pt x="125643" y="19587"/>
                  </a:lnTo>
                  <a:lnTo>
                    <a:pt x="126598" y="21498"/>
                  </a:lnTo>
                  <a:lnTo>
                    <a:pt x="127554" y="21976"/>
                  </a:lnTo>
                  <a:lnTo>
                    <a:pt x="128509" y="21976"/>
                  </a:lnTo>
                  <a:lnTo>
                    <a:pt x="130420" y="23409"/>
                  </a:lnTo>
                  <a:lnTo>
                    <a:pt x="131854" y="23886"/>
                  </a:lnTo>
                  <a:lnTo>
                    <a:pt x="131854" y="23886"/>
                  </a:lnTo>
                  <a:lnTo>
                    <a:pt x="131854" y="24842"/>
                  </a:lnTo>
                  <a:lnTo>
                    <a:pt x="131376" y="25320"/>
                  </a:lnTo>
                  <a:lnTo>
                    <a:pt x="130420" y="25798"/>
                  </a:lnTo>
                  <a:lnTo>
                    <a:pt x="129465" y="26753"/>
                  </a:lnTo>
                  <a:lnTo>
                    <a:pt x="128509" y="27709"/>
                  </a:lnTo>
                  <a:lnTo>
                    <a:pt x="126598" y="30097"/>
                  </a:lnTo>
                  <a:lnTo>
                    <a:pt x="126598" y="30575"/>
                  </a:lnTo>
                  <a:lnTo>
                    <a:pt x="127076" y="31052"/>
                  </a:lnTo>
                  <a:lnTo>
                    <a:pt x="127554" y="31052"/>
                  </a:lnTo>
                  <a:lnTo>
                    <a:pt x="128509" y="31052"/>
                  </a:lnTo>
                  <a:lnTo>
                    <a:pt x="130420" y="30097"/>
                  </a:lnTo>
                  <a:lnTo>
                    <a:pt x="131854" y="30097"/>
                  </a:lnTo>
                  <a:lnTo>
                    <a:pt x="133287" y="31052"/>
                  </a:lnTo>
                  <a:lnTo>
                    <a:pt x="133764" y="32008"/>
                  </a:lnTo>
                  <a:lnTo>
                    <a:pt x="133764" y="32963"/>
                  </a:lnTo>
                  <a:lnTo>
                    <a:pt x="133287" y="33919"/>
                  </a:lnTo>
                  <a:lnTo>
                    <a:pt x="133287" y="35352"/>
                  </a:lnTo>
                  <a:lnTo>
                    <a:pt x="133764" y="37741"/>
                  </a:lnTo>
                  <a:lnTo>
                    <a:pt x="134720" y="40129"/>
                  </a:lnTo>
                  <a:lnTo>
                    <a:pt x="135198" y="41085"/>
                  </a:lnTo>
                  <a:lnTo>
                    <a:pt x="139497" y="43474"/>
                  </a:lnTo>
                  <a:lnTo>
                    <a:pt x="139975" y="43951"/>
                  </a:lnTo>
                  <a:lnTo>
                    <a:pt x="140453" y="44907"/>
                  </a:lnTo>
                  <a:lnTo>
                    <a:pt x="139975" y="46340"/>
                  </a:lnTo>
                  <a:lnTo>
                    <a:pt x="139497" y="46818"/>
                  </a:lnTo>
                  <a:lnTo>
                    <a:pt x="138064" y="48251"/>
                  </a:lnTo>
                  <a:lnTo>
                    <a:pt x="138064" y="48251"/>
                  </a:lnTo>
                  <a:lnTo>
                    <a:pt x="137108" y="48728"/>
                  </a:lnTo>
                  <a:lnTo>
                    <a:pt x="137108" y="48728"/>
                  </a:lnTo>
                  <a:lnTo>
                    <a:pt x="136631" y="49684"/>
                  </a:lnTo>
                  <a:lnTo>
                    <a:pt x="136631" y="50162"/>
                  </a:lnTo>
                  <a:lnTo>
                    <a:pt x="136631" y="51595"/>
                  </a:lnTo>
                  <a:lnTo>
                    <a:pt x="136631" y="55417"/>
                  </a:lnTo>
                  <a:lnTo>
                    <a:pt x="137108" y="58283"/>
                  </a:lnTo>
                  <a:lnTo>
                    <a:pt x="137586" y="59239"/>
                  </a:lnTo>
                  <a:lnTo>
                    <a:pt x="138064" y="59716"/>
                  </a:lnTo>
                  <a:lnTo>
                    <a:pt x="138064" y="59716"/>
                  </a:lnTo>
                  <a:lnTo>
                    <a:pt x="139019" y="60194"/>
                  </a:lnTo>
                  <a:lnTo>
                    <a:pt x="140453" y="60194"/>
                  </a:lnTo>
                  <a:lnTo>
                    <a:pt x="141886" y="59716"/>
                  </a:lnTo>
                  <a:lnTo>
                    <a:pt x="141886" y="62105"/>
                  </a:lnTo>
                  <a:lnTo>
                    <a:pt x="141408" y="64016"/>
                  </a:lnTo>
                  <a:lnTo>
                    <a:pt x="142841" y="64971"/>
                  </a:lnTo>
                  <a:lnTo>
                    <a:pt x="143797" y="65449"/>
                  </a:lnTo>
                  <a:lnTo>
                    <a:pt x="143797" y="65927"/>
                  </a:lnTo>
                  <a:lnTo>
                    <a:pt x="144274" y="65927"/>
                  </a:lnTo>
                  <a:lnTo>
                    <a:pt x="141886" y="67360"/>
                  </a:lnTo>
                  <a:lnTo>
                    <a:pt x="140930" y="67838"/>
                  </a:lnTo>
                  <a:lnTo>
                    <a:pt x="140453" y="69749"/>
                  </a:lnTo>
                  <a:lnTo>
                    <a:pt x="140930" y="71182"/>
                  </a:lnTo>
                  <a:lnTo>
                    <a:pt x="140930" y="71659"/>
                  </a:lnTo>
                  <a:lnTo>
                    <a:pt x="144274" y="72615"/>
                  </a:lnTo>
                  <a:lnTo>
                    <a:pt x="145230" y="74048"/>
                  </a:lnTo>
                  <a:lnTo>
                    <a:pt x="145707" y="75481"/>
                  </a:lnTo>
                  <a:lnTo>
                    <a:pt x="145707" y="75959"/>
                  </a:lnTo>
                  <a:lnTo>
                    <a:pt x="146185" y="78348"/>
                  </a:lnTo>
                  <a:lnTo>
                    <a:pt x="145707" y="78825"/>
                  </a:lnTo>
                  <a:lnTo>
                    <a:pt x="144752" y="78825"/>
                  </a:lnTo>
                  <a:lnTo>
                    <a:pt x="143797" y="77870"/>
                  </a:lnTo>
                  <a:lnTo>
                    <a:pt x="143319" y="77392"/>
                  </a:lnTo>
                  <a:lnTo>
                    <a:pt x="143319" y="77392"/>
                  </a:lnTo>
                  <a:lnTo>
                    <a:pt x="142364" y="77392"/>
                  </a:lnTo>
                  <a:lnTo>
                    <a:pt x="140453" y="76915"/>
                  </a:lnTo>
                  <a:lnTo>
                    <a:pt x="138542" y="76915"/>
                  </a:lnTo>
                  <a:lnTo>
                    <a:pt x="136631" y="76915"/>
                  </a:lnTo>
                  <a:lnTo>
                    <a:pt x="135675" y="76915"/>
                  </a:lnTo>
                  <a:lnTo>
                    <a:pt x="135198" y="77392"/>
                  </a:lnTo>
                  <a:lnTo>
                    <a:pt x="135198" y="77392"/>
                  </a:lnTo>
                  <a:lnTo>
                    <a:pt x="134720" y="78348"/>
                  </a:lnTo>
                  <a:lnTo>
                    <a:pt x="134720" y="81214"/>
                  </a:lnTo>
                  <a:lnTo>
                    <a:pt x="134720" y="81214"/>
                  </a:lnTo>
                  <a:lnTo>
                    <a:pt x="135675" y="81692"/>
                  </a:lnTo>
                  <a:lnTo>
                    <a:pt x="137108" y="82647"/>
                  </a:lnTo>
                  <a:lnTo>
                    <a:pt x="138064" y="82647"/>
                  </a:lnTo>
                  <a:lnTo>
                    <a:pt x="139019" y="82647"/>
                  </a:lnTo>
                  <a:lnTo>
                    <a:pt x="139497" y="83125"/>
                  </a:lnTo>
                  <a:lnTo>
                    <a:pt x="139497" y="83125"/>
                  </a:lnTo>
                  <a:lnTo>
                    <a:pt x="139497" y="84558"/>
                  </a:lnTo>
                  <a:lnTo>
                    <a:pt x="139019" y="85036"/>
                  </a:lnTo>
                  <a:lnTo>
                    <a:pt x="139019" y="85514"/>
                  </a:lnTo>
                  <a:lnTo>
                    <a:pt x="138542" y="85991"/>
                  </a:lnTo>
                  <a:lnTo>
                    <a:pt x="138542" y="85991"/>
                  </a:lnTo>
                  <a:lnTo>
                    <a:pt x="137108" y="88380"/>
                  </a:lnTo>
                  <a:lnTo>
                    <a:pt x="137586" y="88858"/>
                  </a:lnTo>
                  <a:lnTo>
                    <a:pt x="137586" y="90291"/>
                  </a:lnTo>
                  <a:lnTo>
                    <a:pt x="135675" y="93157"/>
                  </a:lnTo>
                  <a:lnTo>
                    <a:pt x="135198" y="94113"/>
                  </a:lnTo>
                  <a:lnTo>
                    <a:pt x="132809" y="93157"/>
                  </a:lnTo>
                  <a:lnTo>
                    <a:pt x="131376" y="93157"/>
                  </a:lnTo>
                  <a:lnTo>
                    <a:pt x="129942" y="93635"/>
                  </a:lnTo>
                  <a:lnTo>
                    <a:pt x="129942" y="94113"/>
                  </a:lnTo>
                  <a:lnTo>
                    <a:pt x="129465" y="93635"/>
                  </a:lnTo>
                  <a:lnTo>
                    <a:pt x="128509" y="92680"/>
                  </a:lnTo>
                  <a:lnTo>
                    <a:pt x="128509" y="91724"/>
                  </a:lnTo>
                  <a:lnTo>
                    <a:pt x="127554" y="91724"/>
                  </a:lnTo>
                  <a:lnTo>
                    <a:pt x="126598" y="91724"/>
                  </a:lnTo>
                  <a:lnTo>
                    <a:pt x="125643" y="92202"/>
                  </a:lnTo>
                  <a:lnTo>
                    <a:pt x="125165" y="93157"/>
                  </a:lnTo>
                  <a:lnTo>
                    <a:pt x="125165" y="94113"/>
                  </a:lnTo>
                  <a:lnTo>
                    <a:pt x="125165" y="95068"/>
                  </a:lnTo>
                  <a:lnTo>
                    <a:pt x="124688" y="95546"/>
                  </a:lnTo>
                  <a:lnTo>
                    <a:pt x="123254" y="96979"/>
                  </a:lnTo>
                  <a:lnTo>
                    <a:pt x="122777" y="98412"/>
                  </a:lnTo>
                  <a:lnTo>
                    <a:pt x="122299" y="99368"/>
                  </a:lnTo>
                  <a:lnTo>
                    <a:pt x="121343" y="99368"/>
                  </a:lnTo>
                  <a:lnTo>
                    <a:pt x="120866" y="98890"/>
                  </a:lnTo>
                  <a:lnTo>
                    <a:pt x="120388" y="99368"/>
                  </a:lnTo>
                  <a:lnTo>
                    <a:pt x="118955" y="99846"/>
                  </a:lnTo>
                  <a:lnTo>
                    <a:pt x="117522" y="100323"/>
                  </a:lnTo>
                  <a:lnTo>
                    <a:pt x="117522" y="99368"/>
                  </a:lnTo>
                  <a:lnTo>
                    <a:pt x="116566" y="98890"/>
                  </a:lnTo>
                  <a:lnTo>
                    <a:pt x="115611" y="97935"/>
                  </a:lnTo>
                  <a:lnTo>
                    <a:pt x="114655" y="97457"/>
                  </a:lnTo>
                  <a:lnTo>
                    <a:pt x="112744" y="96501"/>
                  </a:lnTo>
                  <a:lnTo>
                    <a:pt x="112266" y="96979"/>
                  </a:lnTo>
                  <a:lnTo>
                    <a:pt x="111311" y="96979"/>
                  </a:lnTo>
                  <a:lnTo>
                    <a:pt x="110833" y="96501"/>
                  </a:lnTo>
                  <a:lnTo>
                    <a:pt x="110833" y="96024"/>
                  </a:lnTo>
                  <a:lnTo>
                    <a:pt x="111789" y="94591"/>
                  </a:lnTo>
                  <a:lnTo>
                    <a:pt x="112266" y="93635"/>
                  </a:lnTo>
                  <a:lnTo>
                    <a:pt x="112744" y="92680"/>
                  </a:lnTo>
                  <a:lnTo>
                    <a:pt x="112744" y="91247"/>
                  </a:lnTo>
                  <a:lnTo>
                    <a:pt x="112266" y="89335"/>
                  </a:lnTo>
                  <a:lnTo>
                    <a:pt x="111311" y="88380"/>
                  </a:lnTo>
                  <a:lnTo>
                    <a:pt x="111311" y="87425"/>
                  </a:lnTo>
                  <a:lnTo>
                    <a:pt x="111311" y="86469"/>
                  </a:lnTo>
                  <a:lnTo>
                    <a:pt x="110833" y="85514"/>
                  </a:lnTo>
                  <a:lnTo>
                    <a:pt x="110833" y="85036"/>
                  </a:lnTo>
                  <a:lnTo>
                    <a:pt x="110833" y="84081"/>
                  </a:lnTo>
                  <a:lnTo>
                    <a:pt x="110356" y="83125"/>
                  </a:lnTo>
                  <a:lnTo>
                    <a:pt x="109878" y="82647"/>
                  </a:lnTo>
                  <a:lnTo>
                    <a:pt x="109400" y="81214"/>
                  </a:lnTo>
                  <a:lnTo>
                    <a:pt x="109878" y="79303"/>
                  </a:lnTo>
                  <a:lnTo>
                    <a:pt x="108923" y="78825"/>
                  </a:lnTo>
                  <a:lnTo>
                    <a:pt x="107967" y="78348"/>
                  </a:lnTo>
                  <a:lnTo>
                    <a:pt x="107012" y="77870"/>
                  </a:lnTo>
                  <a:lnTo>
                    <a:pt x="106534" y="77392"/>
                  </a:lnTo>
                  <a:lnTo>
                    <a:pt x="106534" y="76915"/>
                  </a:lnTo>
                  <a:lnTo>
                    <a:pt x="106056" y="76915"/>
                  </a:lnTo>
                  <a:lnTo>
                    <a:pt x="105578" y="77392"/>
                  </a:lnTo>
                  <a:lnTo>
                    <a:pt x="105578" y="77392"/>
                  </a:lnTo>
                  <a:lnTo>
                    <a:pt x="104623" y="75959"/>
                  </a:lnTo>
                  <a:lnTo>
                    <a:pt x="104623" y="75959"/>
                  </a:lnTo>
                  <a:lnTo>
                    <a:pt x="104145" y="76437"/>
                  </a:lnTo>
                  <a:lnTo>
                    <a:pt x="98890" y="77870"/>
                  </a:lnTo>
                  <a:lnTo>
                    <a:pt x="98412" y="77392"/>
                  </a:lnTo>
                  <a:lnTo>
                    <a:pt x="97935" y="76437"/>
                  </a:lnTo>
                  <a:lnTo>
                    <a:pt x="96979" y="76437"/>
                  </a:lnTo>
                  <a:lnTo>
                    <a:pt x="95546" y="76915"/>
                  </a:lnTo>
                  <a:lnTo>
                    <a:pt x="94591" y="76915"/>
                  </a:lnTo>
                  <a:lnTo>
                    <a:pt x="93157" y="76915"/>
                  </a:lnTo>
                  <a:lnTo>
                    <a:pt x="92202" y="76915"/>
                  </a:lnTo>
                  <a:lnTo>
                    <a:pt x="92202" y="76915"/>
                  </a:lnTo>
                  <a:lnTo>
                    <a:pt x="90291" y="79303"/>
                  </a:lnTo>
                  <a:lnTo>
                    <a:pt x="88858" y="80259"/>
                  </a:lnTo>
                  <a:lnTo>
                    <a:pt x="88380" y="79781"/>
                  </a:lnTo>
                  <a:lnTo>
                    <a:pt x="87425" y="79781"/>
                  </a:lnTo>
                  <a:lnTo>
                    <a:pt x="86947" y="79781"/>
                  </a:lnTo>
                  <a:lnTo>
                    <a:pt x="86469" y="79781"/>
                  </a:lnTo>
                  <a:lnTo>
                    <a:pt x="85991" y="79781"/>
                  </a:lnTo>
                  <a:lnTo>
                    <a:pt x="85991" y="79303"/>
                  </a:lnTo>
                  <a:lnTo>
                    <a:pt x="86469" y="78348"/>
                  </a:lnTo>
                  <a:lnTo>
                    <a:pt x="87425" y="75959"/>
                  </a:lnTo>
                  <a:lnTo>
                    <a:pt x="90291" y="73570"/>
                  </a:lnTo>
                  <a:lnTo>
                    <a:pt x="90291" y="73570"/>
                  </a:lnTo>
                  <a:lnTo>
                    <a:pt x="90291" y="73093"/>
                  </a:lnTo>
                  <a:lnTo>
                    <a:pt x="89335" y="72137"/>
                  </a:lnTo>
                  <a:lnTo>
                    <a:pt x="89335" y="71659"/>
                  </a:lnTo>
                  <a:lnTo>
                    <a:pt x="87902" y="69749"/>
                  </a:lnTo>
                  <a:lnTo>
                    <a:pt x="87902" y="67838"/>
                  </a:lnTo>
                  <a:lnTo>
                    <a:pt x="87902" y="66405"/>
                  </a:lnTo>
                  <a:lnTo>
                    <a:pt x="87902" y="66405"/>
                  </a:lnTo>
                  <a:lnTo>
                    <a:pt x="85514" y="65927"/>
                  </a:lnTo>
                  <a:lnTo>
                    <a:pt x="85514" y="65927"/>
                  </a:lnTo>
                  <a:lnTo>
                    <a:pt x="85514" y="65449"/>
                  </a:lnTo>
                  <a:lnTo>
                    <a:pt x="85991" y="64016"/>
                  </a:lnTo>
                  <a:lnTo>
                    <a:pt x="86469" y="62583"/>
                  </a:lnTo>
                  <a:lnTo>
                    <a:pt x="86469" y="62583"/>
                  </a:lnTo>
                  <a:lnTo>
                    <a:pt x="86469" y="62583"/>
                  </a:lnTo>
                  <a:lnTo>
                    <a:pt x="86469" y="62105"/>
                  </a:lnTo>
                  <a:lnTo>
                    <a:pt x="86469" y="61627"/>
                  </a:lnTo>
                  <a:lnTo>
                    <a:pt x="85036" y="60672"/>
                  </a:lnTo>
                  <a:lnTo>
                    <a:pt x="83125" y="58283"/>
                  </a:lnTo>
                  <a:lnTo>
                    <a:pt x="83125" y="58283"/>
                  </a:lnTo>
                  <a:lnTo>
                    <a:pt x="81214" y="55417"/>
                  </a:lnTo>
                  <a:lnTo>
                    <a:pt x="79303" y="53028"/>
                  </a:lnTo>
                  <a:lnTo>
                    <a:pt x="77870" y="52073"/>
                  </a:lnTo>
                  <a:lnTo>
                    <a:pt x="76915" y="50639"/>
                  </a:lnTo>
                  <a:lnTo>
                    <a:pt x="76437" y="49684"/>
                  </a:lnTo>
                  <a:lnTo>
                    <a:pt x="76437" y="49684"/>
                  </a:lnTo>
                  <a:lnTo>
                    <a:pt x="75004" y="49206"/>
                  </a:lnTo>
                  <a:lnTo>
                    <a:pt x="71182" y="49206"/>
                  </a:lnTo>
                  <a:lnTo>
                    <a:pt x="66405" y="49206"/>
                  </a:lnTo>
                  <a:lnTo>
                    <a:pt x="62105" y="49206"/>
                  </a:lnTo>
                  <a:lnTo>
                    <a:pt x="62105" y="49206"/>
                  </a:lnTo>
                  <a:lnTo>
                    <a:pt x="62105" y="50639"/>
                  </a:lnTo>
                  <a:lnTo>
                    <a:pt x="57805" y="51595"/>
                  </a:lnTo>
                  <a:lnTo>
                    <a:pt x="54939" y="50639"/>
                  </a:lnTo>
                  <a:lnTo>
                    <a:pt x="52073" y="51117"/>
                  </a:lnTo>
                  <a:lnTo>
                    <a:pt x="50639" y="51595"/>
                  </a:lnTo>
                  <a:lnTo>
                    <a:pt x="50639" y="51595"/>
                  </a:lnTo>
                  <a:lnTo>
                    <a:pt x="50162" y="53028"/>
                  </a:lnTo>
                  <a:lnTo>
                    <a:pt x="49206" y="54461"/>
                  </a:lnTo>
                  <a:lnTo>
                    <a:pt x="48728" y="55417"/>
                  </a:lnTo>
                  <a:lnTo>
                    <a:pt x="48728" y="55894"/>
                  </a:lnTo>
                  <a:lnTo>
                    <a:pt x="48251" y="56372"/>
                  </a:lnTo>
                  <a:lnTo>
                    <a:pt x="47773" y="57328"/>
                  </a:lnTo>
                  <a:lnTo>
                    <a:pt x="46818" y="58761"/>
                  </a:lnTo>
                  <a:lnTo>
                    <a:pt x="45384" y="60672"/>
                  </a:lnTo>
                  <a:lnTo>
                    <a:pt x="43951" y="62105"/>
                  </a:lnTo>
                  <a:lnTo>
                    <a:pt x="41563" y="62583"/>
                  </a:lnTo>
                  <a:lnTo>
                    <a:pt x="41563" y="62583"/>
                  </a:lnTo>
                  <a:lnTo>
                    <a:pt x="40607" y="64971"/>
                  </a:lnTo>
                  <a:lnTo>
                    <a:pt x="40129" y="65449"/>
                  </a:lnTo>
                  <a:lnTo>
                    <a:pt x="39174" y="66405"/>
                  </a:lnTo>
                  <a:lnTo>
                    <a:pt x="38218" y="66882"/>
                  </a:lnTo>
                  <a:lnTo>
                    <a:pt x="38218" y="66882"/>
                  </a:lnTo>
                  <a:lnTo>
                    <a:pt x="37263" y="66405"/>
                  </a:lnTo>
                  <a:lnTo>
                    <a:pt x="35830" y="66405"/>
                  </a:lnTo>
                  <a:lnTo>
                    <a:pt x="35830" y="66405"/>
                  </a:lnTo>
                  <a:lnTo>
                    <a:pt x="34874" y="66405"/>
                  </a:lnTo>
                  <a:lnTo>
                    <a:pt x="34397" y="65927"/>
                  </a:lnTo>
                  <a:lnTo>
                    <a:pt x="35352" y="64493"/>
                  </a:lnTo>
                  <a:lnTo>
                    <a:pt x="34874" y="63538"/>
                  </a:lnTo>
                  <a:lnTo>
                    <a:pt x="32963" y="61627"/>
                  </a:lnTo>
                  <a:lnTo>
                    <a:pt x="32486" y="61150"/>
                  </a:lnTo>
                  <a:lnTo>
                    <a:pt x="32008" y="59716"/>
                  </a:lnTo>
                  <a:lnTo>
                    <a:pt x="29142" y="57805"/>
                  </a:lnTo>
                  <a:lnTo>
                    <a:pt x="26753" y="57805"/>
                  </a:lnTo>
                  <a:lnTo>
                    <a:pt x="27709" y="55894"/>
                  </a:lnTo>
                  <a:lnTo>
                    <a:pt x="27709" y="53506"/>
                  </a:lnTo>
                  <a:lnTo>
                    <a:pt x="26753" y="52073"/>
                  </a:lnTo>
                  <a:lnTo>
                    <a:pt x="26753" y="50639"/>
                  </a:lnTo>
                  <a:lnTo>
                    <a:pt x="26753" y="50639"/>
                  </a:lnTo>
                  <a:lnTo>
                    <a:pt x="25798" y="51595"/>
                  </a:lnTo>
                  <a:lnTo>
                    <a:pt x="24364" y="51117"/>
                  </a:lnTo>
                  <a:lnTo>
                    <a:pt x="21498" y="49684"/>
                  </a:lnTo>
                  <a:lnTo>
                    <a:pt x="20543" y="48251"/>
                  </a:lnTo>
                  <a:lnTo>
                    <a:pt x="20065" y="47295"/>
                  </a:lnTo>
                  <a:lnTo>
                    <a:pt x="20065" y="46818"/>
                  </a:lnTo>
                  <a:lnTo>
                    <a:pt x="19109" y="46818"/>
                  </a:lnTo>
                  <a:lnTo>
                    <a:pt x="17198" y="46818"/>
                  </a:lnTo>
                  <a:lnTo>
                    <a:pt x="12421" y="44907"/>
                  </a:lnTo>
                  <a:lnTo>
                    <a:pt x="8599" y="39174"/>
                  </a:lnTo>
                  <a:lnTo>
                    <a:pt x="8599" y="37741"/>
                  </a:lnTo>
                  <a:lnTo>
                    <a:pt x="9077" y="35830"/>
                  </a:lnTo>
                  <a:lnTo>
                    <a:pt x="9077" y="35352"/>
                  </a:lnTo>
                  <a:lnTo>
                    <a:pt x="7166" y="36785"/>
                  </a:lnTo>
                  <a:lnTo>
                    <a:pt x="7166" y="35830"/>
                  </a:lnTo>
                  <a:lnTo>
                    <a:pt x="5733" y="33441"/>
                  </a:lnTo>
                  <a:lnTo>
                    <a:pt x="5255" y="32008"/>
                  </a:lnTo>
                  <a:lnTo>
                    <a:pt x="4300" y="31530"/>
                  </a:lnTo>
                  <a:lnTo>
                    <a:pt x="3344" y="31530"/>
                  </a:lnTo>
                  <a:lnTo>
                    <a:pt x="2389" y="32008"/>
                  </a:lnTo>
                  <a:lnTo>
                    <a:pt x="1433" y="34397"/>
                  </a:lnTo>
                  <a:lnTo>
                    <a:pt x="478" y="34397"/>
                  </a:lnTo>
                  <a:lnTo>
                    <a:pt x="0" y="33919"/>
                  </a:lnTo>
                  <a:lnTo>
                    <a:pt x="0" y="32008"/>
                  </a:lnTo>
                  <a:lnTo>
                    <a:pt x="0" y="320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" name="Freeform 2351">
              <a:extLst>
                <a:ext uri="{FF2B5EF4-FFF2-40B4-BE49-F238E27FC236}">
                  <a16:creationId xmlns:a16="http://schemas.microsoft.com/office/drawing/2014/main" id="{7F98F756-F49A-722E-8605-C707B6DD4DC2}"/>
                </a:ext>
              </a:extLst>
            </p:cNvPr>
            <p:cNvSpPr/>
            <p:nvPr/>
          </p:nvSpPr>
          <p:spPr>
            <a:xfrm>
              <a:off x="5729103" y="4581545"/>
              <a:ext cx="1910" cy="955"/>
            </a:xfrm>
            <a:custGeom>
              <a:avLst/>
              <a:gdLst>
                <a:gd name="csX0" fmla="*/ 1911 w 1910"/>
                <a:gd name="csY0" fmla="*/ 955 h 955"/>
                <a:gd name="csX1" fmla="*/ 1911 w 1910"/>
                <a:gd name="csY1" fmla="*/ 955 h 955"/>
                <a:gd name="csX2" fmla="*/ 956 w 1910"/>
                <a:gd name="csY2" fmla="*/ 955 h 955"/>
                <a:gd name="csX3" fmla="*/ 0 w 1910"/>
                <a:gd name="csY3" fmla="*/ 478 h 955"/>
                <a:gd name="csX4" fmla="*/ 0 w 1910"/>
                <a:gd name="csY4" fmla="*/ 0 h 955"/>
                <a:gd name="csX5" fmla="*/ 956 w 1910"/>
                <a:gd name="csY5" fmla="*/ 955 h 955"/>
                <a:gd name="csX6" fmla="*/ 1911 w 1910"/>
                <a:gd name="csY6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955">
                  <a:moveTo>
                    <a:pt x="1911" y="955"/>
                  </a:moveTo>
                  <a:lnTo>
                    <a:pt x="1911" y="955"/>
                  </a:lnTo>
                  <a:lnTo>
                    <a:pt x="956" y="955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6" y="955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3" name="Freeform 2352">
              <a:extLst>
                <a:ext uri="{FF2B5EF4-FFF2-40B4-BE49-F238E27FC236}">
                  <a16:creationId xmlns:a16="http://schemas.microsoft.com/office/drawing/2014/main" id="{1DC6E17F-9FAC-692D-6DF3-4A3A1C7AB3E3}"/>
                </a:ext>
              </a:extLst>
            </p:cNvPr>
            <p:cNvSpPr/>
            <p:nvPr/>
          </p:nvSpPr>
          <p:spPr>
            <a:xfrm>
              <a:off x="5728625" y="3548694"/>
              <a:ext cx="1433" cy="1433"/>
            </a:xfrm>
            <a:custGeom>
              <a:avLst/>
              <a:gdLst>
                <a:gd name="csX0" fmla="*/ 1433 w 1433"/>
                <a:gd name="csY0" fmla="*/ 478 h 1433"/>
                <a:gd name="csX1" fmla="*/ 1433 w 1433"/>
                <a:gd name="csY1" fmla="*/ 1433 h 1433"/>
                <a:gd name="csX2" fmla="*/ 1433 w 1433"/>
                <a:gd name="csY2" fmla="*/ 1433 h 1433"/>
                <a:gd name="csX3" fmla="*/ 1433 w 1433"/>
                <a:gd name="csY3" fmla="*/ 478 h 1433"/>
                <a:gd name="csX4" fmla="*/ 0 w 1433"/>
                <a:gd name="csY4" fmla="*/ 0 h 1433"/>
                <a:gd name="csX5" fmla="*/ 1433 w 1433"/>
                <a:gd name="csY5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1433">
                  <a:moveTo>
                    <a:pt x="1433" y="478"/>
                  </a:moveTo>
                  <a:lnTo>
                    <a:pt x="1433" y="1433"/>
                  </a:lnTo>
                  <a:lnTo>
                    <a:pt x="1433" y="1433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4" name="Freeform 2353">
              <a:extLst>
                <a:ext uri="{FF2B5EF4-FFF2-40B4-BE49-F238E27FC236}">
                  <a16:creationId xmlns:a16="http://schemas.microsoft.com/office/drawing/2014/main" id="{31508188-CDCE-AC90-0608-ED277638017E}"/>
                </a:ext>
              </a:extLst>
            </p:cNvPr>
            <p:cNvSpPr/>
            <p:nvPr/>
          </p:nvSpPr>
          <p:spPr>
            <a:xfrm>
              <a:off x="5727192" y="4546670"/>
              <a:ext cx="2866" cy="2866"/>
            </a:xfrm>
            <a:custGeom>
              <a:avLst/>
              <a:gdLst>
                <a:gd name="csX0" fmla="*/ 2867 w 2866"/>
                <a:gd name="csY0" fmla="*/ 0 h 2866"/>
                <a:gd name="csX1" fmla="*/ 1433 w 2866"/>
                <a:gd name="csY1" fmla="*/ 1911 h 2866"/>
                <a:gd name="csX2" fmla="*/ 0 w 2866"/>
                <a:gd name="csY2" fmla="*/ 2867 h 2866"/>
                <a:gd name="csX3" fmla="*/ 1433 w 2866"/>
                <a:gd name="csY3" fmla="*/ 1911 h 2866"/>
                <a:gd name="csX4" fmla="*/ 2867 w 2866"/>
                <a:gd name="csY4" fmla="*/ 0 h 2866"/>
                <a:gd name="csX5" fmla="*/ 2867 w 2866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866">
                  <a:moveTo>
                    <a:pt x="2867" y="0"/>
                  </a:moveTo>
                  <a:lnTo>
                    <a:pt x="1433" y="1911"/>
                  </a:lnTo>
                  <a:lnTo>
                    <a:pt x="0" y="2867"/>
                  </a:lnTo>
                  <a:lnTo>
                    <a:pt x="1433" y="1911"/>
                  </a:lnTo>
                  <a:lnTo>
                    <a:pt x="2867" y="0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5" name="Freeform 2354">
              <a:extLst>
                <a:ext uri="{FF2B5EF4-FFF2-40B4-BE49-F238E27FC236}">
                  <a16:creationId xmlns:a16="http://schemas.microsoft.com/office/drawing/2014/main" id="{AF443949-7DB2-43EA-6038-29084DBA8C25}"/>
                </a:ext>
              </a:extLst>
            </p:cNvPr>
            <p:cNvSpPr/>
            <p:nvPr/>
          </p:nvSpPr>
          <p:spPr>
            <a:xfrm>
              <a:off x="5727192" y="4569602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2389 w 2388"/>
                <a:gd name="csY1" fmla="*/ 0 h 1433"/>
                <a:gd name="csX2" fmla="*/ 0 w 2388"/>
                <a:gd name="csY2" fmla="*/ 1433 h 1433"/>
                <a:gd name="csX3" fmla="*/ 2389 w 2388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2389" y="0"/>
                  </a:lnTo>
                  <a:lnTo>
                    <a:pt x="0" y="1433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6" name="Freeform 2355">
              <a:extLst>
                <a:ext uri="{FF2B5EF4-FFF2-40B4-BE49-F238E27FC236}">
                  <a16:creationId xmlns:a16="http://schemas.microsoft.com/office/drawing/2014/main" id="{8D811194-7C82-04A9-3E38-50E018BB5E60}"/>
                </a:ext>
              </a:extLst>
            </p:cNvPr>
            <p:cNvSpPr/>
            <p:nvPr/>
          </p:nvSpPr>
          <p:spPr>
            <a:xfrm>
              <a:off x="5727192" y="3547738"/>
              <a:ext cx="1433" cy="955"/>
            </a:xfrm>
            <a:custGeom>
              <a:avLst/>
              <a:gdLst>
                <a:gd name="csX0" fmla="*/ 0 w 1433"/>
                <a:gd name="csY0" fmla="*/ 0 h 955"/>
                <a:gd name="csX1" fmla="*/ 1433 w 1433"/>
                <a:gd name="csY1" fmla="*/ 956 h 955"/>
                <a:gd name="csX2" fmla="*/ 0 w 1433"/>
                <a:gd name="csY2" fmla="*/ 0 h 955"/>
                <a:gd name="csX3" fmla="*/ 0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0" y="0"/>
                  </a:moveTo>
                  <a:lnTo>
                    <a:pt x="1433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7" name="Freeform 2356">
              <a:extLst>
                <a:ext uri="{FF2B5EF4-FFF2-40B4-BE49-F238E27FC236}">
                  <a16:creationId xmlns:a16="http://schemas.microsoft.com/office/drawing/2014/main" id="{0AF616AA-8BED-91FB-1E17-DE8356AA0D77}"/>
                </a:ext>
              </a:extLst>
            </p:cNvPr>
            <p:cNvSpPr/>
            <p:nvPr/>
          </p:nvSpPr>
          <p:spPr>
            <a:xfrm>
              <a:off x="5720504" y="4580589"/>
              <a:ext cx="8121" cy="477"/>
            </a:xfrm>
            <a:custGeom>
              <a:avLst/>
              <a:gdLst>
                <a:gd name="csX0" fmla="*/ 8121 w 8121"/>
                <a:gd name="csY0" fmla="*/ 478 h 477"/>
                <a:gd name="csX1" fmla="*/ 8121 w 8121"/>
                <a:gd name="csY1" fmla="*/ 478 h 477"/>
                <a:gd name="csX2" fmla="*/ 7166 w 8121"/>
                <a:gd name="csY2" fmla="*/ 478 h 477"/>
                <a:gd name="csX3" fmla="*/ 5733 w 8121"/>
                <a:gd name="csY3" fmla="*/ 0 h 477"/>
                <a:gd name="csX4" fmla="*/ 3822 w 8121"/>
                <a:gd name="csY4" fmla="*/ 0 h 477"/>
                <a:gd name="csX5" fmla="*/ 1433 w 8121"/>
                <a:gd name="csY5" fmla="*/ 0 h 477"/>
                <a:gd name="csX6" fmla="*/ 478 w 8121"/>
                <a:gd name="csY6" fmla="*/ 0 h 477"/>
                <a:gd name="csX7" fmla="*/ 0 w 8121"/>
                <a:gd name="csY7" fmla="*/ 478 h 477"/>
                <a:gd name="csX8" fmla="*/ 0 w 8121"/>
                <a:gd name="csY8" fmla="*/ 478 h 477"/>
                <a:gd name="csX9" fmla="*/ 478 w 8121"/>
                <a:gd name="csY9" fmla="*/ 0 h 477"/>
                <a:gd name="csX10" fmla="*/ 1433 w 8121"/>
                <a:gd name="csY10" fmla="*/ 0 h 477"/>
                <a:gd name="csX11" fmla="*/ 3344 w 8121"/>
                <a:gd name="csY11" fmla="*/ 0 h 477"/>
                <a:gd name="csX12" fmla="*/ 5255 w 8121"/>
                <a:gd name="csY12" fmla="*/ 0 h 477"/>
                <a:gd name="csX13" fmla="*/ 7166 w 8121"/>
                <a:gd name="csY13" fmla="*/ 478 h 477"/>
                <a:gd name="csX14" fmla="*/ 8121 w 8121"/>
                <a:gd name="csY1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121" h="477">
                  <a:moveTo>
                    <a:pt x="8121" y="478"/>
                  </a:moveTo>
                  <a:lnTo>
                    <a:pt x="8121" y="478"/>
                  </a:lnTo>
                  <a:lnTo>
                    <a:pt x="7166" y="478"/>
                  </a:lnTo>
                  <a:lnTo>
                    <a:pt x="5733" y="0"/>
                  </a:lnTo>
                  <a:lnTo>
                    <a:pt x="3822" y="0"/>
                  </a:lnTo>
                  <a:lnTo>
                    <a:pt x="1433" y="0"/>
                  </a:lnTo>
                  <a:lnTo>
                    <a:pt x="478" y="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3344" y="0"/>
                  </a:lnTo>
                  <a:lnTo>
                    <a:pt x="5255" y="0"/>
                  </a:lnTo>
                  <a:lnTo>
                    <a:pt x="7166" y="478"/>
                  </a:lnTo>
                  <a:lnTo>
                    <a:pt x="81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8" name="Freeform 2357">
              <a:extLst>
                <a:ext uri="{FF2B5EF4-FFF2-40B4-BE49-F238E27FC236}">
                  <a16:creationId xmlns:a16="http://schemas.microsoft.com/office/drawing/2014/main" id="{21616AE9-2B7D-BA73-E5D8-EA9EB498271F}"/>
                </a:ext>
              </a:extLst>
            </p:cNvPr>
            <p:cNvSpPr/>
            <p:nvPr/>
          </p:nvSpPr>
          <p:spPr>
            <a:xfrm>
              <a:off x="5727192" y="3559682"/>
              <a:ext cx="955" cy="1910"/>
            </a:xfrm>
            <a:custGeom>
              <a:avLst/>
              <a:gdLst>
                <a:gd name="csX0" fmla="*/ 0 w 955"/>
                <a:gd name="csY0" fmla="*/ 0 h 1910"/>
                <a:gd name="csX1" fmla="*/ 956 w 955"/>
                <a:gd name="csY1" fmla="*/ 1911 h 1910"/>
                <a:gd name="csX2" fmla="*/ 0 w 955"/>
                <a:gd name="csY2" fmla="*/ 0 h 1910"/>
                <a:gd name="csX3" fmla="*/ 0 w 955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0">
                  <a:moveTo>
                    <a:pt x="0" y="0"/>
                  </a:moveTo>
                  <a:lnTo>
                    <a:pt x="956" y="19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9" name="Freeform 2358">
              <a:extLst>
                <a:ext uri="{FF2B5EF4-FFF2-40B4-BE49-F238E27FC236}">
                  <a16:creationId xmlns:a16="http://schemas.microsoft.com/office/drawing/2014/main" id="{305A833F-C106-934A-E993-6897FA8A6C4A}"/>
                </a:ext>
              </a:extLst>
            </p:cNvPr>
            <p:cNvSpPr/>
            <p:nvPr/>
          </p:nvSpPr>
          <p:spPr>
            <a:xfrm>
              <a:off x="5725281" y="4549537"/>
              <a:ext cx="1910" cy="477"/>
            </a:xfrm>
            <a:custGeom>
              <a:avLst/>
              <a:gdLst>
                <a:gd name="csX0" fmla="*/ 1911 w 1910"/>
                <a:gd name="csY0" fmla="*/ 0 h 477"/>
                <a:gd name="csX1" fmla="*/ 478 w 1910"/>
                <a:gd name="csY1" fmla="*/ 478 h 477"/>
                <a:gd name="csX2" fmla="*/ 0 w 1910"/>
                <a:gd name="csY2" fmla="*/ 478 h 477"/>
                <a:gd name="csX3" fmla="*/ 478 w 1910"/>
                <a:gd name="csY3" fmla="*/ 478 h 477"/>
                <a:gd name="csX4" fmla="*/ 1911 w 1910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477">
                  <a:moveTo>
                    <a:pt x="1911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0" name="Freeform 2359">
              <a:extLst>
                <a:ext uri="{FF2B5EF4-FFF2-40B4-BE49-F238E27FC236}">
                  <a16:creationId xmlns:a16="http://schemas.microsoft.com/office/drawing/2014/main" id="{072819AE-E02A-C618-109F-392061F81368}"/>
                </a:ext>
              </a:extLst>
            </p:cNvPr>
            <p:cNvSpPr/>
            <p:nvPr/>
          </p:nvSpPr>
          <p:spPr>
            <a:xfrm>
              <a:off x="5722892" y="3555382"/>
              <a:ext cx="3821" cy="3821"/>
            </a:xfrm>
            <a:custGeom>
              <a:avLst/>
              <a:gdLst>
                <a:gd name="csX0" fmla="*/ 0 w 3821"/>
                <a:gd name="csY0" fmla="*/ 0 h 3821"/>
                <a:gd name="csX1" fmla="*/ 3822 w 3821"/>
                <a:gd name="csY1" fmla="*/ 3822 h 3821"/>
                <a:gd name="csX2" fmla="*/ 0 w 3821"/>
                <a:gd name="csY2" fmla="*/ 478 h 3821"/>
                <a:gd name="csX3" fmla="*/ 0 w 3821"/>
                <a:gd name="csY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1" h="3821">
                  <a:moveTo>
                    <a:pt x="0" y="0"/>
                  </a:moveTo>
                  <a:lnTo>
                    <a:pt x="3822" y="3822"/>
                  </a:lnTo>
                  <a:lnTo>
                    <a:pt x="0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1" name="Freeform 2360">
              <a:extLst>
                <a:ext uri="{FF2B5EF4-FFF2-40B4-BE49-F238E27FC236}">
                  <a16:creationId xmlns:a16="http://schemas.microsoft.com/office/drawing/2014/main" id="{76100BD5-BA8A-FC0D-153A-6966E97AE31D}"/>
                </a:ext>
              </a:extLst>
            </p:cNvPr>
            <p:cNvSpPr/>
            <p:nvPr/>
          </p:nvSpPr>
          <p:spPr>
            <a:xfrm>
              <a:off x="5724326" y="4586800"/>
              <a:ext cx="477" cy="1911"/>
            </a:xfrm>
            <a:custGeom>
              <a:avLst/>
              <a:gdLst>
                <a:gd name="csX0" fmla="*/ 478 w 477"/>
                <a:gd name="csY0" fmla="*/ 0 h 1911"/>
                <a:gd name="csX1" fmla="*/ 478 w 477"/>
                <a:gd name="csY1" fmla="*/ 1433 h 1911"/>
                <a:gd name="csX2" fmla="*/ 0 w 477"/>
                <a:gd name="csY2" fmla="*/ 1911 h 1911"/>
                <a:gd name="csX3" fmla="*/ 478 w 477"/>
                <a:gd name="csY3" fmla="*/ 1433 h 1911"/>
                <a:gd name="csX4" fmla="*/ 478 w 477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911">
                  <a:moveTo>
                    <a:pt x="478" y="0"/>
                  </a:moveTo>
                  <a:lnTo>
                    <a:pt x="478" y="1433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2" name="Freeform 2361">
              <a:extLst>
                <a:ext uri="{FF2B5EF4-FFF2-40B4-BE49-F238E27FC236}">
                  <a16:creationId xmlns:a16="http://schemas.microsoft.com/office/drawing/2014/main" id="{656B71FE-6480-ACD2-A1FC-6B90685D3B64}"/>
                </a:ext>
              </a:extLst>
            </p:cNvPr>
            <p:cNvSpPr/>
            <p:nvPr/>
          </p:nvSpPr>
          <p:spPr>
            <a:xfrm>
              <a:off x="5723848" y="4589188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3" name="Freeform 2362">
              <a:extLst>
                <a:ext uri="{FF2B5EF4-FFF2-40B4-BE49-F238E27FC236}">
                  <a16:creationId xmlns:a16="http://schemas.microsoft.com/office/drawing/2014/main" id="{367FAF51-4467-995A-AED8-3E2AF4D21594}"/>
                </a:ext>
              </a:extLst>
            </p:cNvPr>
            <p:cNvSpPr/>
            <p:nvPr/>
          </p:nvSpPr>
          <p:spPr>
            <a:xfrm>
              <a:off x="5722415" y="4551926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4" name="Freeform 2363">
              <a:extLst>
                <a:ext uri="{FF2B5EF4-FFF2-40B4-BE49-F238E27FC236}">
                  <a16:creationId xmlns:a16="http://schemas.microsoft.com/office/drawing/2014/main" id="{2D6E3E58-BD4A-FAE5-1D99-9B7E0CCC8278}"/>
                </a:ext>
              </a:extLst>
            </p:cNvPr>
            <p:cNvSpPr/>
            <p:nvPr/>
          </p:nvSpPr>
          <p:spPr>
            <a:xfrm>
              <a:off x="5709516" y="3891704"/>
              <a:ext cx="13854" cy="5732"/>
            </a:xfrm>
            <a:custGeom>
              <a:avLst/>
              <a:gdLst>
                <a:gd name="csX0" fmla="*/ 13377 w 13854"/>
                <a:gd name="csY0" fmla="*/ 2389 h 5732"/>
                <a:gd name="csX1" fmla="*/ 13854 w 13854"/>
                <a:gd name="csY1" fmla="*/ 2866 h 5732"/>
                <a:gd name="csX2" fmla="*/ 12899 w 13854"/>
                <a:gd name="csY2" fmla="*/ 3822 h 5732"/>
                <a:gd name="csX3" fmla="*/ 12899 w 13854"/>
                <a:gd name="csY3" fmla="*/ 3344 h 5732"/>
                <a:gd name="csX4" fmla="*/ 12421 w 13854"/>
                <a:gd name="csY4" fmla="*/ 2389 h 5732"/>
                <a:gd name="csX5" fmla="*/ 11466 w 13854"/>
                <a:gd name="csY5" fmla="*/ 1433 h 5732"/>
                <a:gd name="csX6" fmla="*/ 11466 w 13854"/>
                <a:gd name="csY6" fmla="*/ 956 h 5732"/>
                <a:gd name="csX7" fmla="*/ 10510 w 13854"/>
                <a:gd name="csY7" fmla="*/ 956 h 5732"/>
                <a:gd name="csX8" fmla="*/ 9077 w 13854"/>
                <a:gd name="csY8" fmla="*/ 1433 h 5732"/>
                <a:gd name="csX9" fmla="*/ 4777 w 13854"/>
                <a:gd name="csY9" fmla="*/ 2389 h 5732"/>
                <a:gd name="csX10" fmla="*/ 3822 w 13854"/>
                <a:gd name="csY10" fmla="*/ 2866 h 5732"/>
                <a:gd name="csX11" fmla="*/ 1911 w 13854"/>
                <a:gd name="csY11" fmla="*/ 3822 h 5732"/>
                <a:gd name="csX12" fmla="*/ 0 w 13854"/>
                <a:gd name="csY12" fmla="*/ 5733 h 5732"/>
                <a:gd name="csX13" fmla="*/ 0 w 13854"/>
                <a:gd name="csY13" fmla="*/ 5733 h 5732"/>
                <a:gd name="csX14" fmla="*/ 956 w 13854"/>
                <a:gd name="csY14" fmla="*/ 4777 h 5732"/>
                <a:gd name="csX15" fmla="*/ 2867 w 13854"/>
                <a:gd name="csY15" fmla="*/ 2866 h 5732"/>
                <a:gd name="csX16" fmla="*/ 4777 w 13854"/>
                <a:gd name="csY16" fmla="*/ 1911 h 5732"/>
                <a:gd name="csX17" fmla="*/ 5733 w 13854"/>
                <a:gd name="csY17" fmla="*/ 1433 h 5732"/>
                <a:gd name="csX18" fmla="*/ 10032 w 13854"/>
                <a:gd name="csY18" fmla="*/ 478 h 5732"/>
                <a:gd name="csX19" fmla="*/ 10988 w 13854"/>
                <a:gd name="csY19" fmla="*/ 0 h 5732"/>
                <a:gd name="csX20" fmla="*/ 11943 w 13854"/>
                <a:gd name="csY20" fmla="*/ 0 h 5732"/>
                <a:gd name="csX21" fmla="*/ 12421 w 13854"/>
                <a:gd name="csY21" fmla="*/ 478 h 5732"/>
                <a:gd name="csX22" fmla="*/ 12899 w 13854"/>
                <a:gd name="csY22" fmla="*/ 1433 h 5732"/>
                <a:gd name="csX23" fmla="*/ 13377 w 13854"/>
                <a:gd name="csY23" fmla="*/ 2389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3854" h="5732">
                  <a:moveTo>
                    <a:pt x="13377" y="2389"/>
                  </a:moveTo>
                  <a:lnTo>
                    <a:pt x="13854" y="2866"/>
                  </a:lnTo>
                  <a:lnTo>
                    <a:pt x="12899" y="3822"/>
                  </a:lnTo>
                  <a:lnTo>
                    <a:pt x="12899" y="3344"/>
                  </a:lnTo>
                  <a:lnTo>
                    <a:pt x="12421" y="2389"/>
                  </a:lnTo>
                  <a:lnTo>
                    <a:pt x="11466" y="1433"/>
                  </a:lnTo>
                  <a:lnTo>
                    <a:pt x="11466" y="956"/>
                  </a:lnTo>
                  <a:lnTo>
                    <a:pt x="10510" y="956"/>
                  </a:lnTo>
                  <a:lnTo>
                    <a:pt x="9077" y="1433"/>
                  </a:lnTo>
                  <a:lnTo>
                    <a:pt x="4777" y="2389"/>
                  </a:lnTo>
                  <a:lnTo>
                    <a:pt x="3822" y="2866"/>
                  </a:lnTo>
                  <a:lnTo>
                    <a:pt x="1911" y="3822"/>
                  </a:lnTo>
                  <a:lnTo>
                    <a:pt x="0" y="5733"/>
                  </a:lnTo>
                  <a:lnTo>
                    <a:pt x="0" y="5733"/>
                  </a:lnTo>
                  <a:lnTo>
                    <a:pt x="956" y="4777"/>
                  </a:lnTo>
                  <a:lnTo>
                    <a:pt x="2867" y="2866"/>
                  </a:lnTo>
                  <a:lnTo>
                    <a:pt x="4777" y="1911"/>
                  </a:lnTo>
                  <a:lnTo>
                    <a:pt x="5733" y="1433"/>
                  </a:lnTo>
                  <a:lnTo>
                    <a:pt x="10032" y="478"/>
                  </a:lnTo>
                  <a:lnTo>
                    <a:pt x="10988" y="0"/>
                  </a:lnTo>
                  <a:lnTo>
                    <a:pt x="11943" y="0"/>
                  </a:lnTo>
                  <a:lnTo>
                    <a:pt x="12421" y="478"/>
                  </a:lnTo>
                  <a:lnTo>
                    <a:pt x="12899" y="1433"/>
                  </a:lnTo>
                  <a:lnTo>
                    <a:pt x="1337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5" name="Freeform 2364">
              <a:extLst>
                <a:ext uri="{FF2B5EF4-FFF2-40B4-BE49-F238E27FC236}">
                  <a16:creationId xmlns:a16="http://schemas.microsoft.com/office/drawing/2014/main" id="{D4A4BD05-2652-1487-7B4C-FA05E42D4FB3}"/>
                </a:ext>
              </a:extLst>
            </p:cNvPr>
            <p:cNvSpPr/>
            <p:nvPr/>
          </p:nvSpPr>
          <p:spPr>
            <a:xfrm>
              <a:off x="5721937" y="4553836"/>
              <a:ext cx="955" cy="9076"/>
            </a:xfrm>
            <a:custGeom>
              <a:avLst/>
              <a:gdLst>
                <a:gd name="csX0" fmla="*/ 478 w 955"/>
                <a:gd name="csY0" fmla="*/ 8121 h 9076"/>
                <a:gd name="csX1" fmla="*/ 956 w 955"/>
                <a:gd name="csY1" fmla="*/ 9077 h 9076"/>
                <a:gd name="csX2" fmla="*/ 478 w 955"/>
                <a:gd name="csY2" fmla="*/ 8121 h 9076"/>
                <a:gd name="csX3" fmla="*/ 0 w 955"/>
                <a:gd name="csY3" fmla="*/ 5255 h 9076"/>
                <a:gd name="csX4" fmla="*/ 0 w 955"/>
                <a:gd name="csY4" fmla="*/ 1433 h 9076"/>
                <a:gd name="csX5" fmla="*/ 0 w 955"/>
                <a:gd name="csY5" fmla="*/ 0 h 9076"/>
                <a:gd name="csX6" fmla="*/ 478 w 955"/>
                <a:gd name="csY6" fmla="*/ 1433 h 9076"/>
                <a:gd name="csX7" fmla="*/ 478 w 955"/>
                <a:gd name="csY7" fmla="*/ 5255 h 9076"/>
                <a:gd name="csX8" fmla="*/ 478 w 955"/>
                <a:gd name="csY8" fmla="*/ 8121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" h="9076">
                  <a:moveTo>
                    <a:pt x="478" y="8121"/>
                  </a:moveTo>
                  <a:lnTo>
                    <a:pt x="956" y="9077"/>
                  </a:lnTo>
                  <a:lnTo>
                    <a:pt x="478" y="8121"/>
                  </a:lnTo>
                  <a:lnTo>
                    <a:pt x="0" y="5255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478" y="1433"/>
                  </a:lnTo>
                  <a:lnTo>
                    <a:pt x="478" y="5255"/>
                  </a:lnTo>
                  <a:lnTo>
                    <a:pt x="478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6" name="Freeform 2365">
              <a:extLst>
                <a:ext uri="{FF2B5EF4-FFF2-40B4-BE49-F238E27FC236}">
                  <a16:creationId xmlns:a16="http://schemas.microsoft.com/office/drawing/2014/main" id="{6C5BD064-42F0-AF40-9D5F-57384AF5FB90}"/>
                </a:ext>
              </a:extLst>
            </p:cNvPr>
            <p:cNvSpPr/>
            <p:nvPr/>
          </p:nvSpPr>
          <p:spPr>
            <a:xfrm>
              <a:off x="5715249" y="4596832"/>
              <a:ext cx="5255" cy="955"/>
            </a:xfrm>
            <a:custGeom>
              <a:avLst/>
              <a:gdLst>
                <a:gd name="csX0" fmla="*/ 5255 w 5255"/>
                <a:gd name="csY0" fmla="*/ 956 h 955"/>
                <a:gd name="csX1" fmla="*/ 2867 w 5255"/>
                <a:gd name="csY1" fmla="*/ 0 h 955"/>
                <a:gd name="csX2" fmla="*/ 1433 w 5255"/>
                <a:gd name="csY2" fmla="*/ 0 h 955"/>
                <a:gd name="csX3" fmla="*/ 0 w 5255"/>
                <a:gd name="csY3" fmla="*/ 478 h 955"/>
                <a:gd name="csX4" fmla="*/ 1433 w 5255"/>
                <a:gd name="csY4" fmla="*/ 0 h 955"/>
                <a:gd name="csX5" fmla="*/ 2867 w 5255"/>
                <a:gd name="csY5" fmla="*/ 0 h 955"/>
                <a:gd name="csX6" fmla="*/ 5255 w 5255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5" h="955">
                  <a:moveTo>
                    <a:pt x="5255" y="956"/>
                  </a:moveTo>
                  <a:lnTo>
                    <a:pt x="2867" y="0"/>
                  </a:ln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867" y="0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7" name="Freeform 2366">
              <a:extLst>
                <a:ext uri="{FF2B5EF4-FFF2-40B4-BE49-F238E27FC236}">
                  <a16:creationId xmlns:a16="http://schemas.microsoft.com/office/drawing/2014/main" id="{9A8DD53E-B858-F0A9-5592-03E575153E3F}"/>
                </a:ext>
              </a:extLst>
            </p:cNvPr>
            <p:cNvSpPr/>
            <p:nvPr/>
          </p:nvSpPr>
          <p:spPr>
            <a:xfrm>
              <a:off x="5718593" y="4608298"/>
              <a:ext cx="477" cy="1911"/>
            </a:xfrm>
            <a:custGeom>
              <a:avLst/>
              <a:gdLst>
                <a:gd name="csX0" fmla="*/ 478 w 477"/>
                <a:gd name="csY0" fmla="*/ 0 h 1911"/>
                <a:gd name="csX1" fmla="*/ 0 w 477"/>
                <a:gd name="csY1" fmla="*/ 956 h 1911"/>
                <a:gd name="csX2" fmla="*/ 0 w 477"/>
                <a:gd name="csY2" fmla="*/ 1911 h 1911"/>
                <a:gd name="csX3" fmla="*/ 0 w 477"/>
                <a:gd name="csY3" fmla="*/ 956 h 1911"/>
                <a:gd name="csX4" fmla="*/ 478 w 477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911">
                  <a:moveTo>
                    <a:pt x="478" y="0"/>
                  </a:moveTo>
                  <a:lnTo>
                    <a:pt x="0" y="956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8" name="Freeform 2367">
              <a:extLst>
                <a:ext uri="{FF2B5EF4-FFF2-40B4-BE49-F238E27FC236}">
                  <a16:creationId xmlns:a16="http://schemas.microsoft.com/office/drawing/2014/main" id="{C8C15546-DA68-6300-55F8-BE420A1D6FDC}"/>
                </a:ext>
              </a:extLst>
            </p:cNvPr>
            <p:cNvSpPr/>
            <p:nvPr/>
          </p:nvSpPr>
          <p:spPr>
            <a:xfrm>
              <a:off x="5711427" y="4221337"/>
              <a:ext cx="7643" cy="4777"/>
            </a:xfrm>
            <a:custGeom>
              <a:avLst/>
              <a:gdLst>
                <a:gd name="csX0" fmla="*/ 3822 w 7643"/>
                <a:gd name="csY0" fmla="*/ 2389 h 4777"/>
                <a:gd name="csX1" fmla="*/ 7644 w 7643"/>
                <a:gd name="csY1" fmla="*/ 4777 h 4777"/>
                <a:gd name="csX2" fmla="*/ 3822 w 7643"/>
                <a:gd name="csY2" fmla="*/ 2389 h 4777"/>
                <a:gd name="csX3" fmla="*/ 0 w 7643"/>
                <a:gd name="csY3" fmla="*/ 0 h 4777"/>
                <a:gd name="csX4" fmla="*/ 0 w 7643"/>
                <a:gd name="csY4" fmla="*/ 0 h 4777"/>
                <a:gd name="csX5" fmla="*/ 3822 w 7643"/>
                <a:gd name="csY5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43" h="4777">
                  <a:moveTo>
                    <a:pt x="3822" y="2389"/>
                  </a:moveTo>
                  <a:lnTo>
                    <a:pt x="7644" y="4777"/>
                  </a:lnTo>
                  <a:lnTo>
                    <a:pt x="3822" y="2389"/>
                  </a:lnTo>
                  <a:lnTo>
                    <a:pt x="0" y="0"/>
                  </a:lnTo>
                  <a:lnTo>
                    <a:pt x="0" y="0"/>
                  </a:lnTo>
                  <a:lnTo>
                    <a:pt x="3822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9" name="Freeform 2368">
              <a:extLst>
                <a:ext uri="{FF2B5EF4-FFF2-40B4-BE49-F238E27FC236}">
                  <a16:creationId xmlns:a16="http://schemas.microsoft.com/office/drawing/2014/main" id="{4E2B4108-2489-28E5-6B3D-DF732FC5A497}"/>
                </a:ext>
              </a:extLst>
            </p:cNvPr>
            <p:cNvSpPr/>
            <p:nvPr/>
          </p:nvSpPr>
          <p:spPr>
            <a:xfrm>
              <a:off x="5717160" y="4610209"/>
              <a:ext cx="1433" cy="2866"/>
            </a:xfrm>
            <a:custGeom>
              <a:avLst/>
              <a:gdLst>
                <a:gd name="csX0" fmla="*/ 1433 w 1433"/>
                <a:gd name="csY0" fmla="*/ 0 h 2866"/>
                <a:gd name="csX1" fmla="*/ 1433 w 1433"/>
                <a:gd name="csY1" fmla="*/ 955 h 2866"/>
                <a:gd name="csX2" fmla="*/ 0 w 1433"/>
                <a:gd name="csY2" fmla="*/ 2866 h 2866"/>
                <a:gd name="csX3" fmla="*/ 0 w 1433"/>
                <a:gd name="csY3" fmla="*/ 2866 h 2866"/>
                <a:gd name="csX4" fmla="*/ 1433 w 1433"/>
                <a:gd name="csY4" fmla="*/ 955 h 2866"/>
                <a:gd name="csX5" fmla="*/ 1433 w 1433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2866">
                  <a:moveTo>
                    <a:pt x="1433" y="0"/>
                  </a:moveTo>
                  <a:lnTo>
                    <a:pt x="1433" y="955"/>
                  </a:lnTo>
                  <a:lnTo>
                    <a:pt x="0" y="2866"/>
                  </a:lnTo>
                  <a:lnTo>
                    <a:pt x="0" y="2866"/>
                  </a:lnTo>
                  <a:lnTo>
                    <a:pt x="1433" y="955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0" name="Freeform 2369">
              <a:extLst>
                <a:ext uri="{FF2B5EF4-FFF2-40B4-BE49-F238E27FC236}">
                  <a16:creationId xmlns:a16="http://schemas.microsoft.com/office/drawing/2014/main" id="{2F77CA6E-F752-9E3E-A029-EAFE67E5EEF8}"/>
                </a:ext>
              </a:extLst>
            </p:cNvPr>
            <p:cNvSpPr/>
            <p:nvPr/>
          </p:nvSpPr>
          <p:spPr>
            <a:xfrm>
              <a:off x="5544699" y="4213693"/>
              <a:ext cx="166727" cy="136152"/>
            </a:xfrm>
            <a:custGeom>
              <a:avLst/>
              <a:gdLst>
                <a:gd name="csX0" fmla="*/ 166728 w 166727"/>
                <a:gd name="csY0" fmla="*/ 31530 h 136152"/>
                <a:gd name="csX1" fmla="*/ 166728 w 166727"/>
                <a:gd name="csY1" fmla="*/ 33919 h 136152"/>
                <a:gd name="csX2" fmla="*/ 162906 w 166727"/>
                <a:gd name="csY2" fmla="*/ 33919 h 136152"/>
                <a:gd name="csX3" fmla="*/ 159084 w 166727"/>
                <a:gd name="csY3" fmla="*/ 33919 h 136152"/>
                <a:gd name="csX4" fmla="*/ 155740 w 166727"/>
                <a:gd name="csY4" fmla="*/ 33919 h 136152"/>
                <a:gd name="csX5" fmla="*/ 151918 w 166727"/>
                <a:gd name="csY5" fmla="*/ 33919 h 136152"/>
                <a:gd name="csX6" fmla="*/ 148096 w 166727"/>
                <a:gd name="csY6" fmla="*/ 33919 h 136152"/>
                <a:gd name="csX7" fmla="*/ 144274 w 166727"/>
                <a:gd name="csY7" fmla="*/ 33919 h 136152"/>
                <a:gd name="csX8" fmla="*/ 140930 w 166727"/>
                <a:gd name="csY8" fmla="*/ 33919 h 136152"/>
                <a:gd name="csX9" fmla="*/ 137108 w 166727"/>
                <a:gd name="csY9" fmla="*/ 33919 h 136152"/>
                <a:gd name="csX10" fmla="*/ 133287 w 166727"/>
                <a:gd name="csY10" fmla="*/ 33919 h 136152"/>
                <a:gd name="csX11" fmla="*/ 129465 w 166727"/>
                <a:gd name="csY11" fmla="*/ 33919 h 136152"/>
                <a:gd name="csX12" fmla="*/ 126121 w 166727"/>
                <a:gd name="csY12" fmla="*/ 33919 h 136152"/>
                <a:gd name="csX13" fmla="*/ 122299 w 166727"/>
                <a:gd name="csY13" fmla="*/ 33919 h 136152"/>
                <a:gd name="csX14" fmla="*/ 118477 w 166727"/>
                <a:gd name="csY14" fmla="*/ 33919 h 136152"/>
                <a:gd name="csX15" fmla="*/ 114655 w 166727"/>
                <a:gd name="csY15" fmla="*/ 33919 h 136152"/>
                <a:gd name="csX16" fmla="*/ 111311 w 166727"/>
                <a:gd name="csY16" fmla="*/ 33919 h 136152"/>
                <a:gd name="csX17" fmla="*/ 107489 w 166727"/>
                <a:gd name="csY17" fmla="*/ 33919 h 136152"/>
                <a:gd name="csX18" fmla="*/ 103667 w 166727"/>
                <a:gd name="csY18" fmla="*/ 33919 h 136152"/>
                <a:gd name="csX19" fmla="*/ 100801 w 166727"/>
                <a:gd name="csY19" fmla="*/ 33919 h 136152"/>
                <a:gd name="csX20" fmla="*/ 100801 w 166727"/>
                <a:gd name="csY20" fmla="*/ 33919 h 136152"/>
                <a:gd name="csX21" fmla="*/ 100801 w 166727"/>
                <a:gd name="csY21" fmla="*/ 36307 h 136152"/>
                <a:gd name="csX22" fmla="*/ 100801 w 166727"/>
                <a:gd name="csY22" fmla="*/ 39174 h 136152"/>
                <a:gd name="csX23" fmla="*/ 100801 w 166727"/>
                <a:gd name="csY23" fmla="*/ 41562 h 136152"/>
                <a:gd name="csX24" fmla="*/ 100801 w 166727"/>
                <a:gd name="csY24" fmla="*/ 44429 h 136152"/>
                <a:gd name="csX25" fmla="*/ 100801 w 166727"/>
                <a:gd name="csY25" fmla="*/ 47295 h 136152"/>
                <a:gd name="csX26" fmla="*/ 100801 w 166727"/>
                <a:gd name="csY26" fmla="*/ 50162 h 136152"/>
                <a:gd name="csX27" fmla="*/ 100801 w 166727"/>
                <a:gd name="csY27" fmla="*/ 52550 h 136152"/>
                <a:gd name="csX28" fmla="*/ 100801 w 166727"/>
                <a:gd name="csY28" fmla="*/ 55417 h 136152"/>
                <a:gd name="csX29" fmla="*/ 100801 w 166727"/>
                <a:gd name="csY29" fmla="*/ 58283 h 136152"/>
                <a:gd name="csX30" fmla="*/ 100801 w 166727"/>
                <a:gd name="csY30" fmla="*/ 60671 h 136152"/>
                <a:gd name="csX31" fmla="*/ 100801 w 166727"/>
                <a:gd name="csY31" fmla="*/ 63538 h 136152"/>
                <a:gd name="csX32" fmla="*/ 100801 w 166727"/>
                <a:gd name="csY32" fmla="*/ 66404 h 136152"/>
                <a:gd name="csX33" fmla="*/ 100801 w 166727"/>
                <a:gd name="csY33" fmla="*/ 68793 h 136152"/>
                <a:gd name="csX34" fmla="*/ 100801 w 166727"/>
                <a:gd name="csY34" fmla="*/ 71659 h 136152"/>
                <a:gd name="csX35" fmla="*/ 100801 w 166727"/>
                <a:gd name="csY35" fmla="*/ 74526 h 136152"/>
                <a:gd name="csX36" fmla="*/ 100801 w 166727"/>
                <a:gd name="csY36" fmla="*/ 76914 h 136152"/>
                <a:gd name="csX37" fmla="*/ 100801 w 166727"/>
                <a:gd name="csY37" fmla="*/ 79781 h 136152"/>
                <a:gd name="csX38" fmla="*/ 100801 w 166727"/>
                <a:gd name="csY38" fmla="*/ 82169 h 136152"/>
                <a:gd name="csX39" fmla="*/ 100801 w 166727"/>
                <a:gd name="csY39" fmla="*/ 84080 h 136152"/>
                <a:gd name="csX40" fmla="*/ 99368 w 166727"/>
                <a:gd name="csY40" fmla="*/ 85036 h 136152"/>
                <a:gd name="csX41" fmla="*/ 96501 w 166727"/>
                <a:gd name="csY41" fmla="*/ 85991 h 136152"/>
                <a:gd name="csX42" fmla="*/ 93635 w 166727"/>
                <a:gd name="csY42" fmla="*/ 87424 h 136152"/>
                <a:gd name="csX43" fmla="*/ 93635 w 166727"/>
                <a:gd name="csY43" fmla="*/ 87424 h 136152"/>
                <a:gd name="csX44" fmla="*/ 89813 w 166727"/>
                <a:gd name="csY44" fmla="*/ 87902 h 136152"/>
                <a:gd name="csX45" fmla="*/ 88858 w 166727"/>
                <a:gd name="csY45" fmla="*/ 87902 h 136152"/>
                <a:gd name="csX46" fmla="*/ 86469 w 166727"/>
                <a:gd name="csY46" fmla="*/ 89813 h 136152"/>
                <a:gd name="csX47" fmla="*/ 83603 w 166727"/>
                <a:gd name="csY47" fmla="*/ 91724 h 136152"/>
                <a:gd name="csX48" fmla="*/ 80736 w 166727"/>
                <a:gd name="csY48" fmla="*/ 93635 h 136152"/>
                <a:gd name="csX49" fmla="*/ 80736 w 166727"/>
                <a:gd name="csY49" fmla="*/ 93635 h 136152"/>
                <a:gd name="csX50" fmla="*/ 78825 w 166727"/>
                <a:gd name="csY50" fmla="*/ 95546 h 136152"/>
                <a:gd name="csX51" fmla="*/ 78348 w 166727"/>
                <a:gd name="csY51" fmla="*/ 96979 h 136152"/>
                <a:gd name="csX52" fmla="*/ 77870 w 166727"/>
                <a:gd name="csY52" fmla="*/ 98412 h 136152"/>
                <a:gd name="csX53" fmla="*/ 78348 w 166727"/>
                <a:gd name="csY53" fmla="*/ 99368 h 136152"/>
                <a:gd name="csX54" fmla="*/ 79303 w 166727"/>
                <a:gd name="csY54" fmla="*/ 102234 h 136152"/>
                <a:gd name="csX55" fmla="*/ 79303 w 166727"/>
                <a:gd name="csY55" fmla="*/ 103189 h 136152"/>
                <a:gd name="csX56" fmla="*/ 79303 w 166727"/>
                <a:gd name="csY56" fmla="*/ 105578 h 136152"/>
                <a:gd name="csX57" fmla="*/ 79781 w 166727"/>
                <a:gd name="csY57" fmla="*/ 107967 h 136152"/>
                <a:gd name="csX58" fmla="*/ 79781 w 166727"/>
                <a:gd name="csY58" fmla="*/ 110355 h 136152"/>
                <a:gd name="csX59" fmla="*/ 80259 w 166727"/>
                <a:gd name="csY59" fmla="*/ 113222 h 136152"/>
                <a:gd name="csX60" fmla="*/ 80259 w 166727"/>
                <a:gd name="csY60" fmla="*/ 116088 h 136152"/>
                <a:gd name="csX61" fmla="*/ 80259 w 166727"/>
                <a:gd name="csY61" fmla="*/ 118477 h 136152"/>
                <a:gd name="csX62" fmla="*/ 80736 w 166727"/>
                <a:gd name="csY62" fmla="*/ 121343 h 136152"/>
                <a:gd name="csX63" fmla="*/ 80736 w 166727"/>
                <a:gd name="csY63" fmla="*/ 123254 h 136152"/>
                <a:gd name="csX64" fmla="*/ 80736 w 166727"/>
                <a:gd name="csY64" fmla="*/ 126120 h 136152"/>
                <a:gd name="csX65" fmla="*/ 77870 w 166727"/>
                <a:gd name="csY65" fmla="*/ 126120 h 136152"/>
                <a:gd name="csX66" fmla="*/ 73570 w 166727"/>
                <a:gd name="csY66" fmla="*/ 126120 h 136152"/>
                <a:gd name="csX67" fmla="*/ 68793 w 166727"/>
                <a:gd name="csY67" fmla="*/ 126120 h 136152"/>
                <a:gd name="csX68" fmla="*/ 64493 w 166727"/>
                <a:gd name="csY68" fmla="*/ 126120 h 136152"/>
                <a:gd name="csX69" fmla="*/ 59716 w 166727"/>
                <a:gd name="csY69" fmla="*/ 126120 h 136152"/>
                <a:gd name="csX70" fmla="*/ 55417 w 166727"/>
                <a:gd name="csY70" fmla="*/ 126120 h 136152"/>
                <a:gd name="csX71" fmla="*/ 55417 w 166727"/>
                <a:gd name="csY71" fmla="*/ 126120 h 136152"/>
                <a:gd name="csX72" fmla="*/ 50639 w 166727"/>
                <a:gd name="csY72" fmla="*/ 126120 h 136152"/>
                <a:gd name="csX73" fmla="*/ 45862 w 166727"/>
                <a:gd name="csY73" fmla="*/ 126120 h 136152"/>
                <a:gd name="csX74" fmla="*/ 41563 w 166727"/>
                <a:gd name="csY74" fmla="*/ 126120 h 136152"/>
                <a:gd name="csX75" fmla="*/ 37263 w 166727"/>
                <a:gd name="csY75" fmla="*/ 126120 h 136152"/>
                <a:gd name="csX76" fmla="*/ 32486 w 166727"/>
                <a:gd name="csY76" fmla="*/ 126120 h 136152"/>
                <a:gd name="csX77" fmla="*/ 28186 w 166727"/>
                <a:gd name="csY77" fmla="*/ 126120 h 136152"/>
                <a:gd name="csX78" fmla="*/ 23409 w 166727"/>
                <a:gd name="csY78" fmla="*/ 126120 h 136152"/>
                <a:gd name="csX79" fmla="*/ 19109 w 166727"/>
                <a:gd name="csY79" fmla="*/ 126120 h 136152"/>
                <a:gd name="csX80" fmla="*/ 14332 w 166727"/>
                <a:gd name="csY80" fmla="*/ 126120 h 136152"/>
                <a:gd name="csX81" fmla="*/ 9555 w 166727"/>
                <a:gd name="csY81" fmla="*/ 126120 h 136152"/>
                <a:gd name="csX82" fmla="*/ 5255 w 166727"/>
                <a:gd name="csY82" fmla="*/ 126120 h 136152"/>
                <a:gd name="csX83" fmla="*/ 2867 w 166727"/>
                <a:gd name="csY83" fmla="*/ 126120 h 136152"/>
                <a:gd name="csX84" fmla="*/ 2389 w 166727"/>
                <a:gd name="csY84" fmla="*/ 126120 h 136152"/>
                <a:gd name="csX85" fmla="*/ 1911 w 166727"/>
                <a:gd name="csY85" fmla="*/ 129942 h 136152"/>
                <a:gd name="csX86" fmla="*/ 956 w 166727"/>
                <a:gd name="csY86" fmla="*/ 132331 h 136152"/>
                <a:gd name="csX87" fmla="*/ 478 w 166727"/>
                <a:gd name="csY87" fmla="*/ 134242 h 136152"/>
                <a:gd name="csX88" fmla="*/ 956 w 166727"/>
                <a:gd name="csY88" fmla="*/ 136153 h 136152"/>
                <a:gd name="csX89" fmla="*/ 0 w 166727"/>
                <a:gd name="csY89" fmla="*/ 135197 h 136152"/>
                <a:gd name="csX90" fmla="*/ 1911 w 166727"/>
                <a:gd name="csY90" fmla="*/ 125165 h 136152"/>
                <a:gd name="csX91" fmla="*/ 1911 w 166727"/>
                <a:gd name="csY91" fmla="*/ 124210 h 136152"/>
                <a:gd name="csX92" fmla="*/ 3344 w 166727"/>
                <a:gd name="csY92" fmla="*/ 115133 h 136152"/>
                <a:gd name="csX93" fmla="*/ 6211 w 166727"/>
                <a:gd name="csY93" fmla="*/ 109878 h 136152"/>
                <a:gd name="csX94" fmla="*/ 8121 w 166727"/>
                <a:gd name="csY94" fmla="*/ 107489 h 136152"/>
                <a:gd name="csX95" fmla="*/ 11466 w 166727"/>
                <a:gd name="csY95" fmla="*/ 106534 h 136152"/>
                <a:gd name="csX96" fmla="*/ 14810 w 166727"/>
                <a:gd name="csY96" fmla="*/ 101278 h 136152"/>
                <a:gd name="csX97" fmla="*/ 15765 w 166727"/>
                <a:gd name="csY97" fmla="*/ 96501 h 136152"/>
                <a:gd name="csX98" fmla="*/ 17676 w 166727"/>
                <a:gd name="csY98" fmla="*/ 94590 h 136152"/>
                <a:gd name="csX99" fmla="*/ 18154 w 166727"/>
                <a:gd name="csY99" fmla="*/ 92679 h 136152"/>
                <a:gd name="csX100" fmla="*/ 17676 w 166727"/>
                <a:gd name="csY100" fmla="*/ 91724 h 136152"/>
                <a:gd name="csX101" fmla="*/ 19587 w 166727"/>
                <a:gd name="csY101" fmla="*/ 88858 h 136152"/>
                <a:gd name="csX102" fmla="*/ 21976 w 166727"/>
                <a:gd name="csY102" fmla="*/ 85036 h 136152"/>
                <a:gd name="csX103" fmla="*/ 22931 w 166727"/>
                <a:gd name="csY103" fmla="*/ 82647 h 136152"/>
                <a:gd name="csX104" fmla="*/ 25798 w 166727"/>
                <a:gd name="csY104" fmla="*/ 78825 h 136152"/>
                <a:gd name="csX105" fmla="*/ 25798 w 166727"/>
                <a:gd name="csY105" fmla="*/ 77870 h 136152"/>
                <a:gd name="csX106" fmla="*/ 25798 w 166727"/>
                <a:gd name="csY106" fmla="*/ 76914 h 136152"/>
                <a:gd name="csX107" fmla="*/ 24842 w 166727"/>
                <a:gd name="csY107" fmla="*/ 77870 h 136152"/>
                <a:gd name="csX108" fmla="*/ 23409 w 166727"/>
                <a:gd name="csY108" fmla="*/ 79303 h 136152"/>
                <a:gd name="csX109" fmla="*/ 21976 w 166727"/>
                <a:gd name="csY109" fmla="*/ 80258 h 136152"/>
                <a:gd name="csX110" fmla="*/ 22931 w 166727"/>
                <a:gd name="csY110" fmla="*/ 78825 h 136152"/>
                <a:gd name="csX111" fmla="*/ 23886 w 166727"/>
                <a:gd name="csY111" fmla="*/ 76914 h 136152"/>
                <a:gd name="csX112" fmla="*/ 26275 w 166727"/>
                <a:gd name="csY112" fmla="*/ 74526 h 136152"/>
                <a:gd name="csX113" fmla="*/ 30097 w 166727"/>
                <a:gd name="csY113" fmla="*/ 72137 h 136152"/>
                <a:gd name="csX114" fmla="*/ 37741 w 166727"/>
                <a:gd name="csY114" fmla="*/ 64493 h 136152"/>
                <a:gd name="csX115" fmla="*/ 40607 w 166727"/>
                <a:gd name="csY115" fmla="*/ 63060 h 136152"/>
                <a:gd name="csX116" fmla="*/ 43474 w 166727"/>
                <a:gd name="csY116" fmla="*/ 59238 h 136152"/>
                <a:gd name="csX117" fmla="*/ 44429 w 166727"/>
                <a:gd name="csY117" fmla="*/ 56372 h 136152"/>
                <a:gd name="csX118" fmla="*/ 44907 w 166727"/>
                <a:gd name="csY118" fmla="*/ 49684 h 136152"/>
                <a:gd name="csX119" fmla="*/ 45862 w 166727"/>
                <a:gd name="csY119" fmla="*/ 45862 h 136152"/>
                <a:gd name="csX120" fmla="*/ 47295 w 166727"/>
                <a:gd name="csY120" fmla="*/ 42996 h 136152"/>
                <a:gd name="csX121" fmla="*/ 49684 w 166727"/>
                <a:gd name="csY121" fmla="*/ 37740 h 136152"/>
                <a:gd name="csX122" fmla="*/ 51117 w 166727"/>
                <a:gd name="csY122" fmla="*/ 35352 h 136152"/>
                <a:gd name="csX123" fmla="*/ 52073 w 166727"/>
                <a:gd name="csY123" fmla="*/ 30575 h 136152"/>
                <a:gd name="csX124" fmla="*/ 53028 w 166727"/>
                <a:gd name="csY124" fmla="*/ 28664 h 136152"/>
                <a:gd name="csX125" fmla="*/ 55417 w 166727"/>
                <a:gd name="csY125" fmla="*/ 27708 h 136152"/>
                <a:gd name="csX126" fmla="*/ 58283 w 166727"/>
                <a:gd name="csY126" fmla="*/ 25320 h 136152"/>
                <a:gd name="csX127" fmla="*/ 62583 w 166727"/>
                <a:gd name="csY127" fmla="*/ 23886 h 136152"/>
                <a:gd name="csX128" fmla="*/ 67360 w 166727"/>
                <a:gd name="csY128" fmla="*/ 21020 h 136152"/>
                <a:gd name="csX129" fmla="*/ 69749 w 166727"/>
                <a:gd name="csY129" fmla="*/ 19109 h 136152"/>
                <a:gd name="csX130" fmla="*/ 71182 w 166727"/>
                <a:gd name="csY130" fmla="*/ 16243 h 136152"/>
                <a:gd name="csX131" fmla="*/ 73093 w 166727"/>
                <a:gd name="csY131" fmla="*/ 10510 h 136152"/>
                <a:gd name="csX132" fmla="*/ 75959 w 166727"/>
                <a:gd name="csY132" fmla="*/ 4777 h 136152"/>
                <a:gd name="csX133" fmla="*/ 77870 w 166727"/>
                <a:gd name="csY133" fmla="*/ 478 h 136152"/>
                <a:gd name="csX134" fmla="*/ 164339 w 166727"/>
                <a:gd name="csY134" fmla="*/ 0 h 136152"/>
                <a:gd name="csX135" fmla="*/ 164339 w 166727"/>
                <a:gd name="csY135" fmla="*/ 0 h 136152"/>
                <a:gd name="csX136" fmla="*/ 166728 w 166727"/>
                <a:gd name="csY136" fmla="*/ 0 h 136152"/>
                <a:gd name="csX137" fmla="*/ 166728 w 166727"/>
                <a:gd name="csY137" fmla="*/ 3822 h 136152"/>
                <a:gd name="csX138" fmla="*/ 166728 w 166727"/>
                <a:gd name="csY138" fmla="*/ 7644 h 136152"/>
                <a:gd name="csX139" fmla="*/ 166728 w 166727"/>
                <a:gd name="csY139" fmla="*/ 10988 h 136152"/>
                <a:gd name="csX140" fmla="*/ 166728 w 166727"/>
                <a:gd name="csY140" fmla="*/ 15287 h 136152"/>
                <a:gd name="csX141" fmla="*/ 166728 w 166727"/>
                <a:gd name="csY141" fmla="*/ 19109 h 136152"/>
                <a:gd name="csX142" fmla="*/ 166728 w 166727"/>
                <a:gd name="csY142" fmla="*/ 23886 h 136152"/>
                <a:gd name="csX143" fmla="*/ 166728 w 166727"/>
                <a:gd name="csY143" fmla="*/ 28186 h 136152"/>
                <a:gd name="csX144" fmla="*/ 166728 w 166727"/>
                <a:gd name="csY144" fmla="*/ 31530 h 13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</a:cxnLst>
              <a:rect l="l" t="t" r="r" b="b"/>
              <a:pathLst>
                <a:path w="166727" h="136152">
                  <a:moveTo>
                    <a:pt x="166728" y="31530"/>
                  </a:moveTo>
                  <a:lnTo>
                    <a:pt x="166728" y="33919"/>
                  </a:lnTo>
                  <a:lnTo>
                    <a:pt x="162906" y="33919"/>
                  </a:lnTo>
                  <a:lnTo>
                    <a:pt x="159084" y="33919"/>
                  </a:lnTo>
                  <a:lnTo>
                    <a:pt x="155740" y="33919"/>
                  </a:lnTo>
                  <a:lnTo>
                    <a:pt x="151918" y="33919"/>
                  </a:lnTo>
                  <a:lnTo>
                    <a:pt x="148096" y="33919"/>
                  </a:lnTo>
                  <a:lnTo>
                    <a:pt x="144274" y="33919"/>
                  </a:lnTo>
                  <a:lnTo>
                    <a:pt x="140930" y="33919"/>
                  </a:lnTo>
                  <a:lnTo>
                    <a:pt x="137108" y="33919"/>
                  </a:lnTo>
                  <a:lnTo>
                    <a:pt x="133287" y="33919"/>
                  </a:lnTo>
                  <a:lnTo>
                    <a:pt x="129465" y="33919"/>
                  </a:lnTo>
                  <a:lnTo>
                    <a:pt x="126121" y="33919"/>
                  </a:lnTo>
                  <a:lnTo>
                    <a:pt x="122299" y="33919"/>
                  </a:lnTo>
                  <a:lnTo>
                    <a:pt x="118477" y="33919"/>
                  </a:lnTo>
                  <a:lnTo>
                    <a:pt x="114655" y="33919"/>
                  </a:lnTo>
                  <a:lnTo>
                    <a:pt x="111311" y="33919"/>
                  </a:lnTo>
                  <a:lnTo>
                    <a:pt x="107489" y="33919"/>
                  </a:lnTo>
                  <a:lnTo>
                    <a:pt x="103667" y="33919"/>
                  </a:lnTo>
                  <a:lnTo>
                    <a:pt x="100801" y="33919"/>
                  </a:lnTo>
                  <a:lnTo>
                    <a:pt x="100801" y="33919"/>
                  </a:lnTo>
                  <a:lnTo>
                    <a:pt x="100801" y="36307"/>
                  </a:lnTo>
                  <a:lnTo>
                    <a:pt x="100801" y="39174"/>
                  </a:lnTo>
                  <a:lnTo>
                    <a:pt x="100801" y="41562"/>
                  </a:lnTo>
                  <a:lnTo>
                    <a:pt x="100801" y="44429"/>
                  </a:lnTo>
                  <a:lnTo>
                    <a:pt x="100801" y="47295"/>
                  </a:lnTo>
                  <a:lnTo>
                    <a:pt x="100801" y="50162"/>
                  </a:lnTo>
                  <a:lnTo>
                    <a:pt x="100801" y="52550"/>
                  </a:lnTo>
                  <a:lnTo>
                    <a:pt x="100801" y="55417"/>
                  </a:lnTo>
                  <a:lnTo>
                    <a:pt x="100801" y="58283"/>
                  </a:lnTo>
                  <a:lnTo>
                    <a:pt x="100801" y="60671"/>
                  </a:lnTo>
                  <a:lnTo>
                    <a:pt x="100801" y="63538"/>
                  </a:lnTo>
                  <a:lnTo>
                    <a:pt x="100801" y="66404"/>
                  </a:lnTo>
                  <a:lnTo>
                    <a:pt x="100801" y="68793"/>
                  </a:lnTo>
                  <a:lnTo>
                    <a:pt x="100801" y="71659"/>
                  </a:lnTo>
                  <a:lnTo>
                    <a:pt x="100801" y="74526"/>
                  </a:lnTo>
                  <a:lnTo>
                    <a:pt x="100801" y="76914"/>
                  </a:lnTo>
                  <a:lnTo>
                    <a:pt x="100801" y="79781"/>
                  </a:lnTo>
                  <a:lnTo>
                    <a:pt x="100801" y="82169"/>
                  </a:lnTo>
                  <a:lnTo>
                    <a:pt x="100801" y="84080"/>
                  </a:lnTo>
                  <a:lnTo>
                    <a:pt x="99368" y="85036"/>
                  </a:lnTo>
                  <a:lnTo>
                    <a:pt x="96501" y="85991"/>
                  </a:lnTo>
                  <a:lnTo>
                    <a:pt x="93635" y="87424"/>
                  </a:lnTo>
                  <a:lnTo>
                    <a:pt x="93635" y="87424"/>
                  </a:lnTo>
                  <a:lnTo>
                    <a:pt x="89813" y="87902"/>
                  </a:lnTo>
                  <a:lnTo>
                    <a:pt x="88858" y="87902"/>
                  </a:lnTo>
                  <a:lnTo>
                    <a:pt x="86469" y="89813"/>
                  </a:lnTo>
                  <a:lnTo>
                    <a:pt x="83603" y="91724"/>
                  </a:lnTo>
                  <a:lnTo>
                    <a:pt x="80736" y="93635"/>
                  </a:lnTo>
                  <a:lnTo>
                    <a:pt x="80736" y="93635"/>
                  </a:lnTo>
                  <a:lnTo>
                    <a:pt x="78825" y="95546"/>
                  </a:lnTo>
                  <a:lnTo>
                    <a:pt x="78348" y="96979"/>
                  </a:lnTo>
                  <a:lnTo>
                    <a:pt x="77870" y="98412"/>
                  </a:lnTo>
                  <a:lnTo>
                    <a:pt x="78348" y="99368"/>
                  </a:lnTo>
                  <a:lnTo>
                    <a:pt x="79303" y="102234"/>
                  </a:lnTo>
                  <a:lnTo>
                    <a:pt x="79303" y="103189"/>
                  </a:lnTo>
                  <a:lnTo>
                    <a:pt x="79303" y="105578"/>
                  </a:lnTo>
                  <a:lnTo>
                    <a:pt x="79781" y="107967"/>
                  </a:lnTo>
                  <a:lnTo>
                    <a:pt x="79781" y="110355"/>
                  </a:lnTo>
                  <a:lnTo>
                    <a:pt x="80259" y="113222"/>
                  </a:lnTo>
                  <a:lnTo>
                    <a:pt x="80259" y="116088"/>
                  </a:lnTo>
                  <a:lnTo>
                    <a:pt x="80259" y="118477"/>
                  </a:lnTo>
                  <a:lnTo>
                    <a:pt x="80736" y="121343"/>
                  </a:lnTo>
                  <a:lnTo>
                    <a:pt x="80736" y="123254"/>
                  </a:lnTo>
                  <a:lnTo>
                    <a:pt x="80736" y="126120"/>
                  </a:lnTo>
                  <a:lnTo>
                    <a:pt x="77870" y="126120"/>
                  </a:lnTo>
                  <a:lnTo>
                    <a:pt x="73570" y="126120"/>
                  </a:lnTo>
                  <a:lnTo>
                    <a:pt x="68793" y="126120"/>
                  </a:lnTo>
                  <a:lnTo>
                    <a:pt x="64493" y="126120"/>
                  </a:lnTo>
                  <a:lnTo>
                    <a:pt x="59716" y="126120"/>
                  </a:lnTo>
                  <a:lnTo>
                    <a:pt x="55417" y="126120"/>
                  </a:lnTo>
                  <a:lnTo>
                    <a:pt x="55417" y="126120"/>
                  </a:lnTo>
                  <a:lnTo>
                    <a:pt x="50639" y="126120"/>
                  </a:lnTo>
                  <a:lnTo>
                    <a:pt x="45862" y="126120"/>
                  </a:lnTo>
                  <a:lnTo>
                    <a:pt x="41563" y="126120"/>
                  </a:lnTo>
                  <a:lnTo>
                    <a:pt x="37263" y="126120"/>
                  </a:lnTo>
                  <a:lnTo>
                    <a:pt x="32486" y="126120"/>
                  </a:lnTo>
                  <a:lnTo>
                    <a:pt x="28186" y="126120"/>
                  </a:lnTo>
                  <a:lnTo>
                    <a:pt x="23409" y="126120"/>
                  </a:lnTo>
                  <a:lnTo>
                    <a:pt x="19109" y="126120"/>
                  </a:lnTo>
                  <a:lnTo>
                    <a:pt x="14332" y="126120"/>
                  </a:lnTo>
                  <a:lnTo>
                    <a:pt x="9555" y="126120"/>
                  </a:lnTo>
                  <a:lnTo>
                    <a:pt x="5255" y="126120"/>
                  </a:lnTo>
                  <a:lnTo>
                    <a:pt x="2867" y="126120"/>
                  </a:lnTo>
                  <a:lnTo>
                    <a:pt x="2389" y="126120"/>
                  </a:lnTo>
                  <a:lnTo>
                    <a:pt x="1911" y="129942"/>
                  </a:lnTo>
                  <a:lnTo>
                    <a:pt x="956" y="132331"/>
                  </a:lnTo>
                  <a:lnTo>
                    <a:pt x="478" y="134242"/>
                  </a:lnTo>
                  <a:lnTo>
                    <a:pt x="956" y="136153"/>
                  </a:lnTo>
                  <a:lnTo>
                    <a:pt x="0" y="135197"/>
                  </a:lnTo>
                  <a:lnTo>
                    <a:pt x="1911" y="125165"/>
                  </a:lnTo>
                  <a:lnTo>
                    <a:pt x="1911" y="124210"/>
                  </a:lnTo>
                  <a:lnTo>
                    <a:pt x="3344" y="115133"/>
                  </a:lnTo>
                  <a:lnTo>
                    <a:pt x="6211" y="109878"/>
                  </a:lnTo>
                  <a:lnTo>
                    <a:pt x="8121" y="107489"/>
                  </a:lnTo>
                  <a:lnTo>
                    <a:pt x="11466" y="106534"/>
                  </a:lnTo>
                  <a:lnTo>
                    <a:pt x="14810" y="101278"/>
                  </a:lnTo>
                  <a:lnTo>
                    <a:pt x="15765" y="96501"/>
                  </a:lnTo>
                  <a:lnTo>
                    <a:pt x="17676" y="94590"/>
                  </a:lnTo>
                  <a:lnTo>
                    <a:pt x="18154" y="92679"/>
                  </a:lnTo>
                  <a:lnTo>
                    <a:pt x="17676" y="91724"/>
                  </a:lnTo>
                  <a:lnTo>
                    <a:pt x="19587" y="88858"/>
                  </a:lnTo>
                  <a:lnTo>
                    <a:pt x="21976" y="85036"/>
                  </a:lnTo>
                  <a:lnTo>
                    <a:pt x="22931" y="82647"/>
                  </a:lnTo>
                  <a:lnTo>
                    <a:pt x="25798" y="78825"/>
                  </a:lnTo>
                  <a:lnTo>
                    <a:pt x="25798" y="77870"/>
                  </a:lnTo>
                  <a:lnTo>
                    <a:pt x="25798" y="76914"/>
                  </a:lnTo>
                  <a:lnTo>
                    <a:pt x="24842" y="77870"/>
                  </a:lnTo>
                  <a:lnTo>
                    <a:pt x="23409" y="79303"/>
                  </a:lnTo>
                  <a:lnTo>
                    <a:pt x="21976" y="80258"/>
                  </a:lnTo>
                  <a:lnTo>
                    <a:pt x="22931" y="78825"/>
                  </a:lnTo>
                  <a:lnTo>
                    <a:pt x="23886" y="76914"/>
                  </a:lnTo>
                  <a:lnTo>
                    <a:pt x="26275" y="74526"/>
                  </a:lnTo>
                  <a:lnTo>
                    <a:pt x="30097" y="72137"/>
                  </a:lnTo>
                  <a:lnTo>
                    <a:pt x="37741" y="64493"/>
                  </a:lnTo>
                  <a:lnTo>
                    <a:pt x="40607" y="63060"/>
                  </a:lnTo>
                  <a:lnTo>
                    <a:pt x="43474" y="59238"/>
                  </a:lnTo>
                  <a:lnTo>
                    <a:pt x="44429" y="56372"/>
                  </a:lnTo>
                  <a:lnTo>
                    <a:pt x="44907" y="49684"/>
                  </a:lnTo>
                  <a:lnTo>
                    <a:pt x="45862" y="45862"/>
                  </a:lnTo>
                  <a:lnTo>
                    <a:pt x="47295" y="42996"/>
                  </a:lnTo>
                  <a:lnTo>
                    <a:pt x="49684" y="37740"/>
                  </a:lnTo>
                  <a:lnTo>
                    <a:pt x="51117" y="35352"/>
                  </a:lnTo>
                  <a:lnTo>
                    <a:pt x="52073" y="30575"/>
                  </a:lnTo>
                  <a:lnTo>
                    <a:pt x="53028" y="28664"/>
                  </a:lnTo>
                  <a:lnTo>
                    <a:pt x="55417" y="27708"/>
                  </a:lnTo>
                  <a:lnTo>
                    <a:pt x="58283" y="25320"/>
                  </a:lnTo>
                  <a:lnTo>
                    <a:pt x="62583" y="23886"/>
                  </a:lnTo>
                  <a:lnTo>
                    <a:pt x="67360" y="21020"/>
                  </a:lnTo>
                  <a:lnTo>
                    <a:pt x="69749" y="19109"/>
                  </a:lnTo>
                  <a:lnTo>
                    <a:pt x="71182" y="16243"/>
                  </a:lnTo>
                  <a:lnTo>
                    <a:pt x="73093" y="10510"/>
                  </a:lnTo>
                  <a:lnTo>
                    <a:pt x="75959" y="4777"/>
                  </a:lnTo>
                  <a:lnTo>
                    <a:pt x="77870" y="478"/>
                  </a:lnTo>
                  <a:lnTo>
                    <a:pt x="164339" y="0"/>
                  </a:lnTo>
                  <a:lnTo>
                    <a:pt x="164339" y="0"/>
                  </a:lnTo>
                  <a:lnTo>
                    <a:pt x="166728" y="0"/>
                  </a:lnTo>
                  <a:lnTo>
                    <a:pt x="166728" y="3822"/>
                  </a:lnTo>
                  <a:lnTo>
                    <a:pt x="166728" y="7644"/>
                  </a:lnTo>
                  <a:lnTo>
                    <a:pt x="166728" y="10988"/>
                  </a:lnTo>
                  <a:lnTo>
                    <a:pt x="166728" y="15287"/>
                  </a:lnTo>
                  <a:lnTo>
                    <a:pt x="166728" y="19109"/>
                  </a:lnTo>
                  <a:lnTo>
                    <a:pt x="166728" y="23886"/>
                  </a:lnTo>
                  <a:lnTo>
                    <a:pt x="166728" y="28186"/>
                  </a:lnTo>
                  <a:lnTo>
                    <a:pt x="166728" y="3153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1" name="Freeform 2370">
              <a:extLst>
                <a:ext uri="{FF2B5EF4-FFF2-40B4-BE49-F238E27FC236}">
                  <a16:creationId xmlns:a16="http://schemas.microsoft.com/office/drawing/2014/main" id="{09B16A54-7D8B-5182-A8B9-31AA337EEC4A}"/>
                </a:ext>
              </a:extLst>
            </p:cNvPr>
            <p:cNvSpPr/>
            <p:nvPr/>
          </p:nvSpPr>
          <p:spPr>
            <a:xfrm>
              <a:off x="5696617" y="4448736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0 w 477"/>
                <a:gd name="csY2" fmla="*/ 0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2" name="Freeform 2371">
              <a:extLst>
                <a:ext uri="{FF2B5EF4-FFF2-40B4-BE49-F238E27FC236}">
                  <a16:creationId xmlns:a16="http://schemas.microsoft.com/office/drawing/2014/main" id="{ED569100-76AC-5EA2-B1D6-0F71F466D41D}"/>
                </a:ext>
              </a:extLst>
            </p:cNvPr>
            <p:cNvSpPr/>
            <p:nvPr/>
          </p:nvSpPr>
          <p:spPr>
            <a:xfrm>
              <a:off x="5680374" y="3567803"/>
              <a:ext cx="6210" cy="4299"/>
            </a:xfrm>
            <a:custGeom>
              <a:avLst/>
              <a:gdLst>
                <a:gd name="csX0" fmla="*/ 5733 w 6210"/>
                <a:gd name="csY0" fmla="*/ 955 h 4299"/>
                <a:gd name="csX1" fmla="*/ 6210 w 6210"/>
                <a:gd name="csY1" fmla="*/ 3344 h 4299"/>
                <a:gd name="csX2" fmla="*/ 6210 w 6210"/>
                <a:gd name="csY2" fmla="*/ 4300 h 4299"/>
                <a:gd name="csX3" fmla="*/ 4300 w 6210"/>
                <a:gd name="csY3" fmla="*/ 3344 h 4299"/>
                <a:gd name="csX4" fmla="*/ 3822 w 6210"/>
                <a:gd name="csY4" fmla="*/ 1911 h 4299"/>
                <a:gd name="csX5" fmla="*/ 0 w 6210"/>
                <a:gd name="csY5" fmla="*/ 1433 h 4299"/>
                <a:gd name="csX6" fmla="*/ 1433 w 6210"/>
                <a:gd name="csY6" fmla="*/ 0 h 4299"/>
                <a:gd name="csX7" fmla="*/ 2389 w 6210"/>
                <a:gd name="csY7" fmla="*/ 478 h 4299"/>
                <a:gd name="csX8" fmla="*/ 5255 w 6210"/>
                <a:gd name="csY8" fmla="*/ 478 h 4299"/>
                <a:gd name="csX9" fmla="*/ 5733 w 6210"/>
                <a:gd name="csY9" fmla="*/ 955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210" h="4299">
                  <a:moveTo>
                    <a:pt x="5733" y="955"/>
                  </a:moveTo>
                  <a:lnTo>
                    <a:pt x="6210" y="3344"/>
                  </a:lnTo>
                  <a:lnTo>
                    <a:pt x="6210" y="4300"/>
                  </a:lnTo>
                  <a:lnTo>
                    <a:pt x="4300" y="3344"/>
                  </a:lnTo>
                  <a:lnTo>
                    <a:pt x="3822" y="1911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2389" y="478"/>
                  </a:lnTo>
                  <a:lnTo>
                    <a:pt x="5255" y="478"/>
                  </a:lnTo>
                  <a:lnTo>
                    <a:pt x="5733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3" name="Freeform 2372">
              <a:extLst>
                <a:ext uri="{FF2B5EF4-FFF2-40B4-BE49-F238E27FC236}">
                  <a16:creationId xmlns:a16="http://schemas.microsoft.com/office/drawing/2014/main" id="{8EC07D01-1EE2-7B3E-D6DC-1E35310F4FB0}"/>
                </a:ext>
              </a:extLst>
            </p:cNvPr>
            <p:cNvSpPr/>
            <p:nvPr/>
          </p:nvSpPr>
          <p:spPr>
            <a:xfrm>
              <a:off x="5620181" y="4552881"/>
              <a:ext cx="59716" cy="56372"/>
            </a:xfrm>
            <a:custGeom>
              <a:avLst/>
              <a:gdLst>
                <a:gd name="csX0" fmla="*/ 59716 w 59716"/>
                <a:gd name="csY0" fmla="*/ 27708 h 56372"/>
                <a:gd name="csX1" fmla="*/ 59716 w 59716"/>
                <a:gd name="csY1" fmla="*/ 28186 h 56372"/>
                <a:gd name="csX2" fmla="*/ 59238 w 59716"/>
                <a:gd name="csY2" fmla="*/ 31052 h 56372"/>
                <a:gd name="csX3" fmla="*/ 58283 w 59716"/>
                <a:gd name="csY3" fmla="*/ 33441 h 56372"/>
                <a:gd name="csX4" fmla="*/ 57328 w 59716"/>
                <a:gd name="csY4" fmla="*/ 33919 h 56372"/>
                <a:gd name="csX5" fmla="*/ 54939 w 59716"/>
                <a:gd name="csY5" fmla="*/ 34396 h 56372"/>
                <a:gd name="csX6" fmla="*/ 53983 w 59716"/>
                <a:gd name="csY6" fmla="*/ 35352 h 56372"/>
                <a:gd name="csX7" fmla="*/ 53028 w 59716"/>
                <a:gd name="csY7" fmla="*/ 38696 h 56372"/>
                <a:gd name="csX8" fmla="*/ 52550 w 59716"/>
                <a:gd name="csY8" fmla="*/ 41085 h 56372"/>
                <a:gd name="csX9" fmla="*/ 51595 w 59716"/>
                <a:gd name="csY9" fmla="*/ 41562 h 56372"/>
                <a:gd name="csX10" fmla="*/ 47773 w 59716"/>
                <a:gd name="csY10" fmla="*/ 44906 h 56372"/>
                <a:gd name="csX11" fmla="*/ 45384 w 59716"/>
                <a:gd name="csY11" fmla="*/ 46340 h 56372"/>
                <a:gd name="csX12" fmla="*/ 43951 w 59716"/>
                <a:gd name="csY12" fmla="*/ 47773 h 56372"/>
                <a:gd name="csX13" fmla="*/ 42040 w 59716"/>
                <a:gd name="csY13" fmla="*/ 49206 h 56372"/>
                <a:gd name="csX14" fmla="*/ 40129 w 59716"/>
                <a:gd name="csY14" fmla="*/ 50639 h 56372"/>
                <a:gd name="csX15" fmla="*/ 40129 w 59716"/>
                <a:gd name="csY15" fmla="*/ 50639 h 56372"/>
                <a:gd name="csX16" fmla="*/ 37740 w 59716"/>
                <a:gd name="csY16" fmla="*/ 53028 h 56372"/>
                <a:gd name="csX17" fmla="*/ 36307 w 59716"/>
                <a:gd name="csY17" fmla="*/ 55894 h 56372"/>
                <a:gd name="csX18" fmla="*/ 35352 w 59716"/>
                <a:gd name="csY18" fmla="*/ 56372 h 56372"/>
                <a:gd name="csX19" fmla="*/ 34396 w 59716"/>
                <a:gd name="csY19" fmla="*/ 55894 h 56372"/>
                <a:gd name="csX20" fmla="*/ 31052 w 59716"/>
                <a:gd name="csY20" fmla="*/ 53028 h 56372"/>
                <a:gd name="csX21" fmla="*/ 27230 w 59716"/>
                <a:gd name="csY21" fmla="*/ 51595 h 56372"/>
                <a:gd name="csX22" fmla="*/ 18631 w 59716"/>
                <a:gd name="csY22" fmla="*/ 48728 h 56372"/>
                <a:gd name="csX23" fmla="*/ 15765 w 59716"/>
                <a:gd name="csY23" fmla="*/ 47773 h 56372"/>
                <a:gd name="csX24" fmla="*/ 16243 w 59716"/>
                <a:gd name="csY24" fmla="*/ 46817 h 56372"/>
                <a:gd name="csX25" fmla="*/ 17198 w 59716"/>
                <a:gd name="csY25" fmla="*/ 44906 h 56372"/>
                <a:gd name="csX26" fmla="*/ 15287 w 59716"/>
                <a:gd name="csY26" fmla="*/ 42518 h 56372"/>
                <a:gd name="csX27" fmla="*/ 16243 w 59716"/>
                <a:gd name="csY27" fmla="*/ 41085 h 56372"/>
                <a:gd name="csX28" fmla="*/ 15287 w 59716"/>
                <a:gd name="csY28" fmla="*/ 41085 h 56372"/>
                <a:gd name="csX29" fmla="*/ 14332 w 59716"/>
                <a:gd name="csY29" fmla="*/ 42040 h 56372"/>
                <a:gd name="csX30" fmla="*/ 11943 w 59716"/>
                <a:gd name="csY30" fmla="*/ 42040 h 56372"/>
                <a:gd name="csX31" fmla="*/ 10032 w 59716"/>
                <a:gd name="csY31" fmla="*/ 40607 h 56372"/>
                <a:gd name="csX32" fmla="*/ 8599 w 59716"/>
                <a:gd name="csY32" fmla="*/ 40129 h 56372"/>
                <a:gd name="csX33" fmla="*/ 8121 w 59716"/>
                <a:gd name="csY33" fmla="*/ 39174 h 56372"/>
                <a:gd name="csX34" fmla="*/ 7166 w 59716"/>
                <a:gd name="csY34" fmla="*/ 35830 h 56372"/>
                <a:gd name="csX35" fmla="*/ 6688 w 59716"/>
                <a:gd name="csY35" fmla="*/ 33919 h 56372"/>
                <a:gd name="csX36" fmla="*/ 5255 w 59716"/>
                <a:gd name="csY36" fmla="*/ 32963 h 56372"/>
                <a:gd name="csX37" fmla="*/ 2866 w 59716"/>
                <a:gd name="csY37" fmla="*/ 32486 h 56372"/>
                <a:gd name="csX38" fmla="*/ 1911 w 59716"/>
                <a:gd name="csY38" fmla="*/ 30575 h 56372"/>
                <a:gd name="csX39" fmla="*/ 478 w 59716"/>
                <a:gd name="csY39" fmla="*/ 28664 h 56372"/>
                <a:gd name="csX40" fmla="*/ 478 w 59716"/>
                <a:gd name="csY40" fmla="*/ 27708 h 56372"/>
                <a:gd name="csX41" fmla="*/ 1911 w 59716"/>
                <a:gd name="csY41" fmla="*/ 27708 h 56372"/>
                <a:gd name="csX42" fmla="*/ 2866 w 59716"/>
                <a:gd name="csY42" fmla="*/ 28664 h 56372"/>
                <a:gd name="csX43" fmla="*/ 4299 w 59716"/>
                <a:gd name="csY43" fmla="*/ 28664 h 56372"/>
                <a:gd name="csX44" fmla="*/ 5733 w 59716"/>
                <a:gd name="csY44" fmla="*/ 27230 h 56372"/>
                <a:gd name="csX45" fmla="*/ 7644 w 59716"/>
                <a:gd name="csY45" fmla="*/ 25797 h 56372"/>
                <a:gd name="csX46" fmla="*/ 8121 w 59716"/>
                <a:gd name="csY46" fmla="*/ 25320 h 56372"/>
                <a:gd name="csX47" fmla="*/ 7644 w 59716"/>
                <a:gd name="csY47" fmla="*/ 24842 h 56372"/>
                <a:gd name="csX48" fmla="*/ 6688 w 59716"/>
                <a:gd name="csY48" fmla="*/ 25320 h 56372"/>
                <a:gd name="csX49" fmla="*/ 3822 w 59716"/>
                <a:gd name="csY49" fmla="*/ 25320 h 56372"/>
                <a:gd name="csX50" fmla="*/ 3344 w 59716"/>
                <a:gd name="csY50" fmla="*/ 25797 h 56372"/>
                <a:gd name="csX51" fmla="*/ 2389 w 59716"/>
                <a:gd name="csY51" fmla="*/ 26275 h 56372"/>
                <a:gd name="csX52" fmla="*/ 1433 w 59716"/>
                <a:gd name="csY52" fmla="*/ 23886 h 56372"/>
                <a:gd name="csX53" fmla="*/ 1433 w 59716"/>
                <a:gd name="csY53" fmla="*/ 22453 h 56372"/>
                <a:gd name="csX54" fmla="*/ 1911 w 59716"/>
                <a:gd name="csY54" fmla="*/ 21020 h 56372"/>
                <a:gd name="csX55" fmla="*/ 4299 w 59716"/>
                <a:gd name="csY55" fmla="*/ 21020 h 56372"/>
                <a:gd name="csX56" fmla="*/ 4777 w 59716"/>
                <a:gd name="csY56" fmla="*/ 20542 h 56372"/>
                <a:gd name="csX57" fmla="*/ 2866 w 59716"/>
                <a:gd name="csY57" fmla="*/ 20064 h 56372"/>
                <a:gd name="csX58" fmla="*/ 478 w 59716"/>
                <a:gd name="csY58" fmla="*/ 18631 h 56372"/>
                <a:gd name="csX59" fmla="*/ 0 w 59716"/>
                <a:gd name="csY59" fmla="*/ 17676 h 56372"/>
                <a:gd name="csX60" fmla="*/ 955 w 59716"/>
                <a:gd name="csY60" fmla="*/ 17198 h 56372"/>
                <a:gd name="csX61" fmla="*/ 2389 w 59716"/>
                <a:gd name="csY61" fmla="*/ 17198 h 56372"/>
                <a:gd name="csX62" fmla="*/ 3344 w 59716"/>
                <a:gd name="csY62" fmla="*/ 17676 h 56372"/>
                <a:gd name="csX63" fmla="*/ 3344 w 59716"/>
                <a:gd name="csY63" fmla="*/ 17676 h 56372"/>
                <a:gd name="csX64" fmla="*/ 4299 w 59716"/>
                <a:gd name="csY64" fmla="*/ 17198 h 56372"/>
                <a:gd name="csX65" fmla="*/ 5255 w 59716"/>
                <a:gd name="csY65" fmla="*/ 16243 h 56372"/>
                <a:gd name="csX66" fmla="*/ 5733 w 59716"/>
                <a:gd name="csY66" fmla="*/ 15765 h 56372"/>
                <a:gd name="csX67" fmla="*/ 6688 w 59716"/>
                <a:gd name="csY67" fmla="*/ 13376 h 56372"/>
                <a:gd name="csX68" fmla="*/ 9077 w 59716"/>
                <a:gd name="csY68" fmla="*/ 12898 h 56372"/>
                <a:gd name="csX69" fmla="*/ 9077 w 59716"/>
                <a:gd name="csY69" fmla="*/ 12898 h 56372"/>
                <a:gd name="csX70" fmla="*/ 10510 w 59716"/>
                <a:gd name="csY70" fmla="*/ 11465 h 56372"/>
                <a:gd name="csX71" fmla="*/ 10510 w 59716"/>
                <a:gd name="csY71" fmla="*/ 11465 h 56372"/>
                <a:gd name="csX72" fmla="*/ 11943 w 59716"/>
                <a:gd name="csY72" fmla="*/ 9555 h 56372"/>
                <a:gd name="csX73" fmla="*/ 12898 w 59716"/>
                <a:gd name="csY73" fmla="*/ 8121 h 56372"/>
                <a:gd name="csX74" fmla="*/ 13376 w 59716"/>
                <a:gd name="csY74" fmla="*/ 7166 h 56372"/>
                <a:gd name="csX75" fmla="*/ 13854 w 59716"/>
                <a:gd name="csY75" fmla="*/ 6688 h 56372"/>
                <a:gd name="csX76" fmla="*/ 13854 w 59716"/>
                <a:gd name="csY76" fmla="*/ 6210 h 56372"/>
                <a:gd name="csX77" fmla="*/ 14332 w 59716"/>
                <a:gd name="csY77" fmla="*/ 5255 h 56372"/>
                <a:gd name="csX78" fmla="*/ 15287 w 59716"/>
                <a:gd name="csY78" fmla="*/ 3822 h 56372"/>
                <a:gd name="csX79" fmla="*/ 15765 w 59716"/>
                <a:gd name="csY79" fmla="*/ 2389 h 56372"/>
                <a:gd name="csX80" fmla="*/ 17198 w 59716"/>
                <a:gd name="csY80" fmla="*/ 1911 h 56372"/>
                <a:gd name="csX81" fmla="*/ 20064 w 59716"/>
                <a:gd name="csY81" fmla="*/ 1433 h 56372"/>
                <a:gd name="csX82" fmla="*/ 22931 w 59716"/>
                <a:gd name="csY82" fmla="*/ 2389 h 56372"/>
                <a:gd name="csX83" fmla="*/ 27230 w 59716"/>
                <a:gd name="csY83" fmla="*/ 1433 h 56372"/>
                <a:gd name="csX84" fmla="*/ 27230 w 59716"/>
                <a:gd name="csY84" fmla="*/ 1433 h 56372"/>
                <a:gd name="csX85" fmla="*/ 27230 w 59716"/>
                <a:gd name="csY85" fmla="*/ 0 h 56372"/>
                <a:gd name="csX86" fmla="*/ 31530 w 59716"/>
                <a:gd name="csY86" fmla="*/ 0 h 56372"/>
                <a:gd name="csX87" fmla="*/ 36307 w 59716"/>
                <a:gd name="csY87" fmla="*/ 0 h 56372"/>
                <a:gd name="csX88" fmla="*/ 40129 w 59716"/>
                <a:gd name="csY88" fmla="*/ 0 h 56372"/>
                <a:gd name="csX89" fmla="*/ 41562 w 59716"/>
                <a:gd name="csY89" fmla="*/ 478 h 56372"/>
                <a:gd name="csX90" fmla="*/ 42040 w 59716"/>
                <a:gd name="csY90" fmla="*/ 1433 h 56372"/>
                <a:gd name="csX91" fmla="*/ 42996 w 59716"/>
                <a:gd name="csY91" fmla="*/ 2866 h 56372"/>
                <a:gd name="csX92" fmla="*/ 44429 w 59716"/>
                <a:gd name="csY92" fmla="*/ 3822 h 56372"/>
                <a:gd name="csX93" fmla="*/ 46340 w 59716"/>
                <a:gd name="csY93" fmla="*/ 6210 h 56372"/>
                <a:gd name="csX94" fmla="*/ 48251 w 59716"/>
                <a:gd name="csY94" fmla="*/ 9077 h 56372"/>
                <a:gd name="csX95" fmla="*/ 48251 w 59716"/>
                <a:gd name="csY95" fmla="*/ 9077 h 56372"/>
                <a:gd name="csX96" fmla="*/ 50162 w 59716"/>
                <a:gd name="csY96" fmla="*/ 11465 h 56372"/>
                <a:gd name="csX97" fmla="*/ 51595 w 59716"/>
                <a:gd name="csY97" fmla="*/ 12421 h 56372"/>
                <a:gd name="csX98" fmla="*/ 51595 w 59716"/>
                <a:gd name="csY98" fmla="*/ 12898 h 56372"/>
                <a:gd name="csX99" fmla="*/ 51595 w 59716"/>
                <a:gd name="csY99" fmla="*/ 13376 h 56372"/>
                <a:gd name="csX100" fmla="*/ 51595 w 59716"/>
                <a:gd name="csY100" fmla="*/ 13376 h 56372"/>
                <a:gd name="csX101" fmla="*/ 51117 w 59716"/>
                <a:gd name="csY101" fmla="*/ 14809 h 56372"/>
                <a:gd name="csX102" fmla="*/ 50639 w 59716"/>
                <a:gd name="csY102" fmla="*/ 16243 h 56372"/>
                <a:gd name="csX103" fmla="*/ 50162 w 59716"/>
                <a:gd name="csY103" fmla="*/ 16243 h 56372"/>
                <a:gd name="csX104" fmla="*/ 50639 w 59716"/>
                <a:gd name="csY104" fmla="*/ 16721 h 56372"/>
                <a:gd name="csX105" fmla="*/ 50639 w 59716"/>
                <a:gd name="csY105" fmla="*/ 16721 h 56372"/>
                <a:gd name="csX106" fmla="*/ 53028 w 59716"/>
                <a:gd name="csY106" fmla="*/ 17198 h 56372"/>
                <a:gd name="csX107" fmla="*/ 53028 w 59716"/>
                <a:gd name="csY107" fmla="*/ 18631 h 56372"/>
                <a:gd name="csX108" fmla="*/ 53028 w 59716"/>
                <a:gd name="csY108" fmla="*/ 20542 h 56372"/>
                <a:gd name="csX109" fmla="*/ 54461 w 59716"/>
                <a:gd name="csY109" fmla="*/ 22453 h 56372"/>
                <a:gd name="csX110" fmla="*/ 54461 w 59716"/>
                <a:gd name="csY110" fmla="*/ 22931 h 56372"/>
                <a:gd name="csX111" fmla="*/ 55416 w 59716"/>
                <a:gd name="csY111" fmla="*/ 23886 h 56372"/>
                <a:gd name="csX112" fmla="*/ 55416 w 59716"/>
                <a:gd name="csY112" fmla="*/ 24364 h 56372"/>
                <a:gd name="csX113" fmla="*/ 52550 w 59716"/>
                <a:gd name="csY113" fmla="*/ 26753 h 56372"/>
                <a:gd name="csX114" fmla="*/ 52550 w 59716"/>
                <a:gd name="csY114" fmla="*/ 26753 h 56372"/>
                <a:gd name="csX115" fmla="*/ 51595 w 59716"/>
                <a:gd name="csY115" fmla="*/ 29141 h 56372"/>
                <a:gd name="csX116" fmla="*/ 51117 w 59716"/>
                <a:gd name="csY116" fmla="*/ 30097 h 56372"/>
                <a:gd name="csX117" fmla="*/ 51117 w 59716"/>
                <a:gd name="csY117" fmla="*/ 30575 h 56372"/>
                <a:gd name="csX118" fmla="*/ 51117 w 59716"/>
                <a:gd name="csY118" fmla="*/ 30575 h 56372"/>
                <a:gd name="csX119" fmla="*/ 51595 w 59716"/>
                <a:gd name="csY119" fmla="*/ 30575 h 56372"/>
                <a:gd name="csX120" fmla="*/ 52072 w 59716"/>
                <a:gd name="csY120" fmla="*/ 30575 h 56372"/>
                <a:gd name="csX121" fmla="*/ 52550 w 59716"/>
                <a:gd name="csY121" fmla="*/ 30575 h 56372"/>
                <a:gd name="csX122" fmla="*/ 53505 w 59716"/>
                <a:gd name="csY122" fmla="*/ 30575 h 56372"/>
                <a:gd name="csX123" fmla="*/ 53983 w 59716"/>
                <a:gd name="csY123" fmla="*/ 31052 h 56372"/>
                <a:gd name="csX124" fmla="*/ 55416 w 59716"/>
                <a:gd name="csY124" fmla="*/ 30097 h 56372"/>
                <a:gd name="csX125" fmla="*/ 55416 w 59716"/>
                <a:gd name="csY125" fmla="*/ 30097 h 56372"/>
                <a:gd name="csX126" fmla="*/ 57328 w 59716"/>
                <a:gd name="csY126" fmla="*/ 27708 h 56372"/>
                <a:gd name="csX127" fmla="*/ 58283 w 59716"/>
                <a:gd name="csY127" fmla="*/ 27708 h 56372"/>
                <a:gd name="csX128" fmla="*/ 59716 w 59716"/>
                <a:gd name="csY128" fmla="*/ 27708 h 56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59716" h="56372">
                  <a:moveTo>
                    <a:pt x="59716" y="27708"/>
                  </a:moveTo>
                  <a:lnTo>
                    <a:pt x="59716" y="28186"/>
                  </a:lnTo>
                  <a:lnTo>
                    <a:pt x="59238" y="31052"/>
                  </a:lnTo>
                  <a:lnTo>
                    <a:pt x="58283" y="33441"/>
                  </a:lnTo>
                  <a:lnTo>
                    <a:pt x="57328" y="33919"/>
                  </a:lnTo>
                  <a:lnTo>
                    <a:pt x="54939" y="34396"/>
                  </a:lnTo>
                  <a:lnTo>
                    <a:pt x="53983" y="35352"/>
                  </a:lnTo>
                  <a:lnTo>
                    <a:pt x="53028" y="38696"/>
                  </a:lnTo>
                  <a:lnTo>
                    <a:pt x="52550" y="41085"/>
                  </a:lnTo>
                  <a:lnTo>
                    <a:pt x="51595" y="41562"/>
                  </a:lnTo>
                  <a:lnTo>
                    <a:pt x="47773" y="44906"/>
                  </a:lnTo>
                  <a:lnTo>
                    <a:pt x="45384" y="46340"/>
                  </a:lnTo>
                  <a:lnTo>
                    <a:pt x="43951" y="47773"/>
                  </a:lnTo>
                  <a:lnTo>
                    <a:pt x="42040" y="49206"/>
                  </a:lnTo>
                  <a:lnTo>
                    <a:pt x="40129" y="50639"/>
                  </a:lnTo>
                  <a:lnTo>
                    <a:pt x="40129" y="50639"/>
                  </a:lnTo>
                  <a:lnTo>
                    <a:pt x="37740" y="53028"/>
                  </a:lnTo>
                  <a:lnTo>
                    <a:pt x="36307" y="55894"/>
                  </a:lnTo>
                  <a:lnTo>
                    <a:pt x="35352" y="56372"/>
                  </a:lnTo>
                  <a:lnTo>
                    <a:pt x="34396" y="55894"/>
                  </a:lnTo>
                  <a:lnTo>
                    <a:pt x="31052" y="53028"/>
                  </a:lnTo>
                  <a:lnTo>
                    <a:pt x="27230" y="51595"/>
                  </a:lnTo>
                  <a:lnTo>
                    <a:pt x="18631" y="48728"/>
                  </a:lnTo>
                  <a:lnTo>
                    <a:pt x="15765" y="47773"/>
                  </a:lnTo>
                  <a:lnTo>
                    <a:pt x="16243" y="46817"/>
                  </a:lnTo>
                  <a:lnTo>
                    <a:pt x="17198" y="44906"/>
                  </a:lnTo>
                  <a:lnTo>
                    <a:pt x="15287" y="42518"/>
                  </a:lnTo>
                  <a:lnTo>
                    <a:pt x="16243" y="41085"/>
                  </a:lnTo>
                  <a:lnTo>
                    <a:pt x="15287" y="41085"/>
                  </a:lnTo>
                  <a:lnTo>
                    <a:pt x="14332" y="42040"/>
                  </a:lnTo>
                  <a:lnTo>
                    <a:pt x="11943" y="42040"/>
                  </a:lnTo>
                  <a:lnTo>
                    <a:pt x="10032" y="40607"/>
                  </a:lnTo>
                  <a:lnTo>
                    <a:pt x="8599" y="40129"/>
                  </a:lnTo>
                  <a:lnTo>
                    <a:pt x="8121" y="39174"/>
                  </a:lnTo>
                  <a:lnTo>
                    <a:pt x="7166" y="35830"/>
                  </a:lnTo>
                  <a:lnTo>
                    <a:pt x="6688" y="33919"/>
                  </a:lnTo>
                  <a:lnTo>
                    <a:pt x="5255" y="32963"/>
                  </a:lnTo>
                  <a:lnTo>
                    <a:pt x="2866" y="32486"/>
                  </a:lnTo>
                  <a:lnTo>
                    <a:pt x="1911" y="30575"/>
                  </a:lnTo>
                  <a:lnTo>
                    <a:pt x="478" y="28664"/>
                  </a:lnTo>
                  <a:lnTo>
                    <a:pt x="478" y="27708"/>
                  </a:lnTo>
                  <a:lnTo>
                    <a:pt x="1911" y="27708"/>
                  </a:lnTo>
                  <a:lnTo>
                    <a:pt x="2866" y="28664"/>
                  </a:lnTo>
                  <a:lnTo>
                    <a:pt x="4299" y="28664"/>
                  </a:lnTo>
                  <a:lnTo>
                    <a:pt x="5733" y="27230"/>
                  </a:lnTo>
                  <a:lnTo>
                    <a:pt x="7644" y="25797"/>
                  </a:lnTo>
                  <a:lnTo>
                    <a:pt x="8121" y="25320"/>
                  </a:lnTo>
                  <a:lnTo>
                    <a:pt x="7644" y="24842"/>
                  </a:lnTo>
                  <a:lnTo>
                    <a:pt x="6688" y="25320"/>
                  </a:lnTo>
                  <a:lnTo>
                    <a:pt x="3822" y="25320"/>
                  </a:lnTo>
                  <a:lnTo>
                    <a:pt x="3344" y="25797"/>
                  </a:lnTo>
                  <a:lnTo>
                    <a:pt x="2389" y="26275"/>
                  </a:lnTo>
                  <a:lnTo>
                    <a:pt x="1433" y="23886"/>
                  </a:lnTo>
                  <a:lnTo>
                    <a:pt x="1433" y="22453"/>
                  </a:lnTo>
                  <a:lnTo>
                    <a:pt x="1911" y="21020"/>
                  </a:lnTo>
                  <a:lnTo>
                    <a:pt x="4299" y="21020"/>
                  </a:lnTo>
                  <a:lnTo>
                    <a:pt x="4777" y="20542"/>
                  </a:lnTo>
                  <a:lnTo>
                    <a:pt x="2866" y="20064"/>
                  </a:lnTo>
                  <a:lnTo>
                    <a:pt x="478" y="18631"/>
                  </a:lnTo>
                  <a:lnTo>
                    <a:pt x="0" y="17676"/>
                  </a:lnTo>
                  <a:lnTo>
                    <a:pt x="955" y="17198"/>
                  </a:lnTo>
                  <a:lnTo>
                    <a:pt x="2389" y="17198"/>
                  </a:lnTo>
                  <a:lnTo>
                    <a:pt x="3344" y="17676"/>
                  </a:lnTo>
                  <a:lnTo>
                    <a:pt x="3344" y="17676"/>
                  </a:lnTo>
                  <a:lnTo>
                    <a:pt x="4299" y="17198"/>
                  </a:lnTo>
                  <a:lnTo>
                    <a:pt x="5255" y="16243"/>
                  </a:lnTo>
                  <a:lnTo>
                    <a:pt x="5733" y="15765"/>
                  </a:lnTo>
                  <a:lnTo>
                    <a:pt x="6688" y="13376"/>
                  </a:lnTo>
                  <a:lnTo>
                    <a:pt x="9077" y="12898"/>
                  </a:lnTo>
                  <a:lnTo>
                    <a:pt x="9077" y="12898"/>
                  </a:lnTo>
                  <a:lnTo>
                    <a:pt x="10510" y="11465"/>
                  </a:lnTo>
                  <a:lnTo>
                    <a:pt x="10510" y="11465"/>
                  </a:lnTo>
                  <a:lnTo>
                    <a:pt x="11943" y="9555"/>
                  </a:lnTo>
                  <a:lnTo>
                    <a:pt x="12898" y="8121"/>
                  </a:lnTo>
                  <a:lnTo>
                    <a:pt x="13376" y="7166"/>
                  </a:lnTo>
                  <a:lnTo>
                    <a:pt x="13854" y="6688"/>
                  </a:lnTo>
                  <a:lnTo>
                    <a:pt x="13854" y="6210"/>
                  </a:lnTo>
                  <a:lnTo>
                    <a:pt x="14332" y="5255"/>
                  </a:lnTo>
                  <a:lnTo>
                    <a:pt x="15287" y="3822"/>
                  </a:lnTo>
                  <a:lnTo>
                    <a:pt x="15765" y="2389"/>
                  </a:lnTo>
                  <a:lnTo>
                    <a:pt x="17198" y="1911"/>
                  </a:lnTo>
                  <a:lnTo>
                    <a:pt x="20064" y="1433"/>
                  </a:lnTo>
                  <a:lnTo>
                    <a:pt x="22931" y="2389"/>
                  </a:lnTo>
                  <a:lnTo>
                    <a:pt x="27230" y="1433"/>
                  </a:lnTo>
                  <a:lnTo>
                    <a:pt x="27230" y="1433"/>
                  </a:lnTo>
                  <a:lnTo>
                    <a:pt x="27230" y="0"/>
                  </a:lnTo>
                  <a:lnTo>
                    <a:pt x="31530" y="0"/>
                  </a:lnTo>
                  <a:lnTo>
                    <a:pt x="36307" y="0"/>
                  </a:lnTo>
                  <a:lnTo>
                    <a:pt x="40129" y="0"/>
                  </a:lnTo>
                  <a:lnTo>
                    <a:pt x="41562" y="478"/>
                  </a:lnTo>
                  <a:lnTo>
                    <a:pt x="42040" y="1433"/>
                  </a:lnTo>
                  <a:lnTo>
                    <a:pt x="42996" y="2866"/>
                  </a:lnTo>
                  <a:lnTo>
                    <a:pt x="44429" y="3822"/>
                  </a:lnTo>
                  <a:lnTo>
                    <a:pt x="46340" y="6210"/>
                  </a:lnTo>
                  <a:lnTo>
                    <a:pt x="48251" y="9077"/>
                  </a:lnTo>
                  <a:lnTo>
                    <a:pt x="48251" y="9077"/>
                  </a:lnTo>
                  <a:lnTo>
                    <a:pt x="50162" y="11465"/>
                  </a:lnTo>
                  <a:lnTo>
                    <a:pt x="51595" y="12421"/>
                  </a:lnTo>
                  <a:lnTo>
                    <a:pt x="51595" y="12898"/>
                  </a:lnTo>
                  <a:lnTo>
                    <a:pt x="51595" y="13376"/>
                  </a:lnTo>
                  <a:lnTo>
                    <a:pt x="51595" y="13376"/>
                  </a:lnTo>
                  <a:lnTo>
                    <a:pt x="51117" y="14809"/>
                  </a:lnTo>
                  <a:lnTo>
                    <a:pt x="50639" y="16243"/>
                  </a:lnTo>
                  <a:lnTo>
                    <a:pt x="50162" y="16243"/>
                  </a:lnTo>
                  <a:lnTo>
                    <a:pt x="50639" y="16721"/>
                  </a:lnTo>
                  <a:lnTo>
                    <a:pt x="50639" y="16721"/>
                  </a:lnTo>
                  <a:lnTo>
                    <a:pt x="53028" y="17198"/>
                  </a:lnTo>
                  <a:lnTo>
                    <a:pt x="53028" y="18631"/>
                  </a:lnTo>
                  <a:lnTo>
                    <a:pt x="53028" y="20542"/>
                  </a:lnTo>
                  <a:lnTo>
                    <a:pt x="54461" y="22453"/>
                  </a:lnTo>
                  <a:lnTo>
                    <a:pt x="54461" y="22931"/>
                  </a:lnTo>
                  <a:lnTo>
                    <a:pt x="55416" y="23886"/>
                  </a:lnTo>
                  <a:lnTo>
                    <a:pt x="55416" y="24364"/>
                  </a:lnTo>
                  <a:lnTo>
                    <a:pt x="52550" y="26753"/>
                  </a:lnTo>
                  <a:lnTo>
                    <a:pt x="52550" y="26753"/>
                  </a:lnTo>
                  <a:lnTo>
                    <a:pt x="51595" y="29141"/>
                  </a:lnTo>
                  <a:lnTo>
                    <a:pt x="51117" y="30097"/>
                  </a:lnTo>
                  <a:lnTo>
                    <a:pt x="51117" y="30575"/>
                  </a:lnTo>
                  <a:lnTo>
                    <a:pt x="51117" y="30575"/>
                  </a:lnTo>
                  <a:lnTo>
                    <a:pt x="51595" y="30575"/>
                  </a:lnTo>
                  <a:lnTo>
                    <a:pt x="52072" y="30575"/>
                  </a:lnTo>
                  <a:lnTo>
                    <a:pt x="52550" y="30575"/>
                  </a:lnTo>
                  <a:lnTo>
                    <a:pt x="53505" y="30575"/>
                  </a:lnTo>
                  <a:lnTo>
                    <a:pt x="53983" y="31052"/>
                  </a:lnTo>
                  <a:lnTo>
                    <a:pt x="55416" y="30097"/>
                  </a:lnTo>
                  <a:lnTo>
                    <a:pt x="55416" y="30097"/>
                  </a:lnTo>
                  <a:lnTo>
                    <a:pt x="57328" y="27708"/>
                  </a:lnTo>
                  <a:lnTo>
                    <a:pt x="58283" y="27708"/>
                  </a:lnTo>
                  <a:lnTo>
                    <a:pt x="59716" y="277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4" name="Freeform 2373">
              <a:extLst>
                <a:ext uri="{FF2B5EF4-FFF2-40B4-BE49-F238E27FC236}">
                  <a16:creationId xmlns:a16="http://schemas.microsoft.com/office/drawing/2014/main" id="{EA62AA34-D6E6-4150-48E8-7DCA6300D80C}"/>
                </a:ext>
              </a:extLst>
            </p:cNvPr>
            <p:cNvSpPr/>
            <p:nvPr/>
          </p:nvSpPr>
          <p:spPr>
            <a:xfrm>
              <a:off x="5674164" y="4582978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1433 w 1433"/>
                <a:gd name="csY1" fmla="*/ 0 h 955"/>
                <a:gd name="csX2" fmla="*/ 0 w 1433"/>
                <a:gd name="csY2" fmla="*/ 956 h 955"/>
                <a:gd name="csX3" fmla="*/ 1433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1433" y="0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5" name="Freeform 2374">
              <a:extLst>
                <a:ext uri="{FF2B5EF4-FFF2-40B4-BE49-F238E27FC236}">
                  <a16:creationId xmlns:a16="http://schemas.microsoft.com/office/drawing/2014/main" id="{6343AF5F-2CC6-187B-B3EF-DADA3C91B8F4}"/>
                </a:ext>
              </a:extLst>
            </p:cNvPr>
            <p:cNvSpPr/>
            <p:nvPr/>
          </p:nvSpPr>
          <p:spPr>
            <a:xfrm>
              <a:off x="5674642" y="4575812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6 w 955"/>
                <a:gd name="csY1" fmla="*/ 956 h 1433"/>
                <a:gd name="csX2" fmla="*/ 956 w 955"/>
                <a:gd name="csY2" fmla="*/ 1433 h 1433"/>
                <a:gd name="csX3" fmla="*/ 956 w 955"/>
                <a:gd name="csY3" fmla="*/ 1433 h 1433"/>
                <a:gd name="csX4" fmla="*/ 956 w 955"/>
                <a:gd name="csY4" fmla="*/ 956 h 1433"/>
                <a:gd name="csX5" fmla="*/ 0 w 955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6" y="956"/>
                  </a:lnTo>
                  <a:lnTo>
                    <a:pt x="956" y="1433"/>
                  </a:lnTo>
                  <a:lnTo>
                    <a:pt x="956" y="1433"/>
                  </a:lnTo>
                  <a:lnTo>
                    <a:pt x="956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6" name="Freeform 2375">
              <a:extLst>
                <a:ext uri="{FF2B5EF4-FFF2-40B4-BE49-F238E27FC236}">
                  <a16:creationId xmlns:a16="http://schemas.microsoft.com/office/drawing/2014/main" id="{678E9569-C478-80A6-79DB-03C60C69B0D8}"/>
                </a:ext>
              </a:extLst>
            </p:cNvPr>
            <p:cNvSpPr/>
            <p:nvPr/>
          </p:nvSpPr>
          <p:spPr>
            <a:xfrm>
              <a:off x="5672253" y="4583456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1433 w 1911"/>
                <a:gd name="csY1" fmla="*/ 0 h 477"/>
                <a:gd name="csX2" fmla="*/ 478 w 1911"/>
                <a:gd name="csY2" fmla="*/ 0 h 477"/>
                <a:gd name="csX3" fmla="*/ 0 w 1911"/>
                <a:gd name="csY3" fmla="*/ 0 h 477"/>
                <a:gd name="csX4" fmla="*/ 478 w 1911"/>
                <a:gd name="csY4" fmla="*/ 0 h 477"/>
                <a:gd name="csX5" fmla="*/ 1433 w 1911"/>
                <a:gd name="csY5" fmla="*/ 0 h 477"/>
                <a:gd name="csX6" fmla="*/ 1911 w 1911"/>
                <a:gd name="csY6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1433" y="0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7" name="Freeform 2376">
              <a:extLst>
                <a:ext uri="{FF2B5EF4-FFF2-40B4-BE49-F238E27FC236}">
                  <a16:creationId xmlns:a16="http://schemas.microsoft.com/office/drawing/2014/main" id="{5DDDC9DC-6556-5524-33A5-AED5CDF0A4B7}"/>
                </a:ext>
              </a:extLst>
            </p:cNvPr>
            <p:cNvSpPr/>
            <p:nvPr/>
          </p:nvSpPr>
          <p:spPr>
            <a:xfrm>
              <a:off x="5670342" y="4569124"/>
              <a:ext cx="2866" cy="955"/>
            </a:xfrm>
            <a:custGeom>
              <a:avLst/>
              <a:gdLst>
                <a:gd name="csX0" fmla="*/ 2866 w 2866"/>
                <a:gd name="csY0" fmla="*/ 956 h 955"/>
                <a:gd name="csX1" fmla="*/ 2866 w 2866"/>
                <a:gd name="csY1" fmla="*/ 956 h 955"/>
                <a:gd name="csX2" fmla="*/ 478 w 2866"/>
                <a:gd name="csY2" fmla="*/ 478 h 955"/>
                <a:gd name="csX3" fmla="*/ 478 w 2866"/>
                <a:gd name="csY3" fmla="*/ 478 h 955"/>
                <a:gd name="csX4" fmla="*/ 0 w 2866"/>
                <a:gd name="csY4" fmla="*/ 0 h 955"/>
                <a:gd name="csX5" fmla="*/ 478 w 2866"/>
                <a:gd name="csY5" fmla="*/ 0 h 955"/>
                <a:gd name="csX6" fmla="*/ 478 w 2866"/>
                <a:gd name="csY6" fmla="*/ 478 h 955"/>
                <a:gd name="csX7" fmla="*/ 478 w 2866"/>
                <a:gd name="csY7" fmla="*/ 478 h 955"/>
                <a:gd name="csX8" fmla="*/ 2866 w 2866"/>
                <a:gd name="csY8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955">
                  <a:moveTo>
                    <a:pt x="2866" y="956"/>
                  </a:moveTo>
                  <a:lnTo>
                    <a:pt x="2866" y="956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8" name="Freeform 2377">
              <a:extLst>
                <a:ext uri="{FF2B5EF4-FFF2-40B4-BE49-F238E27FC236}">
                  <a16:creationId xmlns:a16="http://schemas.microsoft.com/office/drawing/2014/main" id="{1B398C11-D4DE-48A7-10E7-05E8D1222A04}"/>
                </a:ext>
              </a:extLst>
            </p:cNvPr>
            <p:cNvSpPr/>
            <p:nvPr/>
          </p:nvSpPr>
          <p:spPr>
            <a:xfrm>
              <a:off x="5672731" y="4591577"/>
              <a:ext cx="477" cy="2388"/>
            </a:xfrm>
            <a:custGeom>
              <a:avLst/>
              <a:gdLst>
                <a:gd name="csX0" fmla="*/ 478 w 477"/>
                <a:gd name="csY0" fmla="*/ 0 h 2388"/>
                <a:gd name="csX1" fmla="*/ 0 w 477"/>
                <a:gd name="csY1" fmla="*/ 2389 h 2388"/>
                <a:gd name="csX2" fmla="*/ 0 w 477"/>
                <a:gd name="csY2" fmla="*/ 2389 h 2388"/>
                <a:gd name="csX3" fmla="*/ 478 w 477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2388">
                  <a:moveTo>
                    <a:pt x="478" y="0"/>
                  </a:moveTo>
                  <a:lnTo>
                    <a:pt x="0" y="2389"/>
                  </a:lnTo>
                  <a:lnTo>
                    <a:pt x="0" y="2389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9" name="Freeform 2378">
              <a:extLst>
                <a:ext uri="{FF2B5EF4-FFF2-40B4-BE49-F238E27FC236}">
                  <a16:creationId xmlns:a16="http://schemas.microsoft.com/office/drawing/2014/main" id="{5FEDBC7D-FB71-AA47-C00E-B9B2EFD6346A}"/>
                </a:ext>
              </a:extLst>
            </p:cNvPr>
            <p:cNvSpPr/>
            <p:nvPr/>
          </p:nvSpPr>
          <p:spPr>
            <a:xfrm>
              <a:off x="5672731" y="4517051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0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0" name="Freeform 2379">
              <a:extLst>
                <a:ext uri="{FF2B5EF4-FFF2-40B4-BE49-F238E27FC236}">
                  <a16:creationId xmlns:a16="http://schemas.microsoft.com/office/drawing/2014/main" id="{60DF3325-7224-6958-2CFD-F531743B3007}"/>
                </a:ext>
              </a:extLst>
            </p:cNvPr>
            <p:cNvSpPr/>
            <p:nvPr/>
          </p:nvSpPr>
          <p:spPr>
            <a:xfrm>
              <a:off x="5668431" y="4561958"/>
              <a:ext cx="3344" cy="3821"/>
            </a:xfrm>
            <a:custGeom>
              <a:avLst/>
              <a:gdLst>
                <a:gd name="csX0" fmla="*/ 3344 w 3344"/>
                <a:gd name="csY0" fmla="*/ 3344 h 3821"/>
                <a:gd name="csX1" fmla="*/ 3344 w 3344"/>
                <a:gd name="csY1" fmla="*/ 3822 h 3821"/>
                <a:gd name="csX2" fmla="*/ 3344 w 3344"/>
                <a:gd name="csY2" fmla="*/ 3344 h 3821"/>
                <a:gd name="csX3" fmla="*/ 1911 w 3344"/>
                <a:gd name="csY3" fmla="*/ 2389 h 3821"/>
                <a:gd name="csX4" fmla="*/ 0 w 3344"/>
                <a:gd name="csY4" fmla="*/ 0 h 3821"/>
                <a:gd name="csX5" fmla="*/ 1911 w 3344"/>
                <a:gd name="csY5" fmla="*/ 2389 h 3821"/>
                <a:gd name="csX6" fmla="*/ 3344 w 3344"/>
                <a:gd name="csY6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3821">
                  <a:moveTo>
                    <a:pt x="3344" y="3344"/>
                  </a:moveTo>
                  <a:lnTo>
                    <a:pt x="3344" y="3822"/>
                  </a:lnTo>
                  <a:lnTo>
                    <a:pt x="3344" y="3344"/>
                  </a:lnTo>
                  <a:lnTo>
                    <a:pt x="1911" y="2389"/>
                  </a:lnTo>
                  <a:lnTo>
                    <a:pt x="0" y="0"/>
                  </a:lnTo>
                  <a:lnTo>
                    <a:pt x="1911" y="2389"/>
                  </a:lnTo>
                  <a:lnTo>
                    <a:pt x="3344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1" name="Freeform 2380">
              <a:extLst>
                <a:ext uri="{FF2B5EF4-FFF2-40B4-BE49-F238E27FC236}">
                  <a16:creationId xmlns:a16="http://schemas.microsoft.com/office/drawing/2014/main" id="{A9139CC7-BBCF-8F58-4E4F-9D5201053CB0}"/>
                </a:ext>
              </a:extLst>
            </p:cNvPr>
            <p:cNvSpPr/>
            <p:nvPr/>
          </p:nvSpPr>
          <p:spPr>
            <a:xfrm>
              <a:off x="5667476" y="4453036"/>
              <a:ext cx="3344" cy="4299"/>
            </a:xfrm>
            <a:custGeom>
              <a:avLst/>
              <a:gdLst>
                <a:gd name="csX0" fmla="*/ 3344 w 3344"/>
                <a:gd name="csY0" fmla="*/ 0 h 4299"/>
                <a:gd name="csX1" fmla="*/ 1911 w 3344"/>
                <a:gd name="csY1" fmla="*/ 1911 h 4299"/>
                <a:gd name="csX2" fmla="*/ 478 w 3344"/>
                <a:gd name="csY2" fmla="*/ 4300 h 4299"/>
                <a:gd name="csX3" fmla="*/ 0 w 3344"/>
                <a:gd name="csY3" fmla="*/ 4300 h 4299"/>
                <a:gd name="csX4" fmla="*/ 1911 w 3344"/>
                <a:gd name="csY4" fmla="*/ 1911 h 4299"/>
                <a:gd name="csX5" fmla="*/ 3344 w 3344"/>
                <a:gd name="csY5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4299">
                  <a:moveTo>
                    <a:pt x="3344" y="0"/>
                  </a:moveTo>
                  <a:lnTo>
                    <a:pt x="1911" y="1911"/>
                  </a:lnTo>
                  <a:lnTo>
                    <a:pt x="478" y="4300"/>
                  </a:lnTo>
                  <a:lnTo>
                    <a:pt x="0" y="4300"/>
                  </a:lnTo>
                  <a:lnTo>
                    <a:pt x="1911" y="1911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2" name="Freeform 2381">
              <a:extLst>
                <a:ext uri="{FF2B5EF4-FFF2-40B4-BE49-F238E27FC236}">
                  <a16:creationId xmlns:a16="http://schemas.microsoft.com/office/drawing/2014/main" id="{D70F6B48-1AE7-5EE5-1CA4-66FC5D9F07F0}"/>
                </a:ext>
              </a:extLst>
            </p:cNvPr>
            <p:cNvSpPr/>
            <p:nvPr/>
          </p:nvSpPr>
          <p:spPr>
            <a:xfrm>
              <a:off x="5661743" y="4553359"/>
              <a:ext cx="6688" cy="8599"/>
            </a:xfrm>
            <a:custGeom>
              <a:avLst/>
              <a:gdLst>
                <a:gd name="csX0" fmla="*/ 4777 w 6688"/>
                <a:gd name="csY0" fmla="*/ 5733 h 8599"/>
                <a:gd name="csX1" fmla="*/ 6688 w 6688"/>
                <a:gd name="csY1" fmla="*/ 8599 h 8599"/>
                <a:gd name="csX2" fmla="*/ 4777 w 6688"/>
                <a:gd name="csY2" fmla="*/ 5733 h 8599"/>
                <a:gd name="csX3" fmla="*/ 2867 w 6688"/>
                <a:gd name="csY3" fmla="*/ 3344 h 8599"/>
                <a:gd name="csX4" fmla="*/ 1433 w 6688"/>
                <a:gd name="csY4" fmla="*/ 2389 h 8599"/>
                <a:gd name="csX5" fmla="*/ 478 w 6688"/>
                <a:gd name="csY5" fmla="*/ 956 h 8599"/>
                <a:gd name="csX6" fmla="*/ 0 w 6688"/>
                <a:gd name="csY6" fmla="*/ 0 h 8599"/>
                <a:gd name="csX7" fmla="*/ 478 w 6688"/>
                <a:gd name="csY7" fmla="*/ 956 h 8599"/>
                <a:gd name="csX8" fmla="*/ 1433 w 6688"/>
                <a:gd name="csY8" fmla="*/ 2389 h 8599"/>
                <a:gd name="csX9" fmla="*/ 2867 w 6688"/>
                <a:gd name="csY9" fmla="*/ 3344 h 8599"/>
                <a:gd name="csX10" fmla="*/ 4777 w 6688"/>
                <a:gd name="csY10" fmla="*/ 5733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8" h="8599">
                  <a:moveTo>
                    <a:pt x="4777" y="5733"/>
                  </a:moveTo>
                  <a:lnTo>
                    <a:pt x="6688" y="8599"/>
                  </a:lnTo>
                  <a:lnTo>
                    <a:pt x="4777" y="5733"/>
                  </a:lnTo>
                  <a:lnTo>
                    <a:pt x="2867" y="3344"/>
                  </a:lnTo>
                  <a:lnTo>
                    <a:pt x="1433" y="2389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956"/>
                  </a:lnTo>
                  <a:lnTo>
                    <a:pt x="1433" y="2389"/>
                  </a:lnTo>
                  <a:lnTo>
                    <a:pt x="2867" y="3344"/>
                  </a:lnTo>
                  <a:lnTo>
                    <a:pt x="4777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3" name="Freeform 2382">
              <a:extLst>
                <a:ext uri="{FF2B5EF4-FFF2-40B4-BE49-F238E27FC236}">
                  <a16:creationId xmlns:a16="http://schemas.microsoft.com/office/drawing/2014/main" id="{8D3FC759-0A39-4A2B-E2E1-119439EA1F19}"/>
                </a:ext>
              </a:extLst>
            </p:cNvPr>
            <p:cNvSpPr/>
            <p:nvPr/>
          </p:nvSpPr>
          <p:spPr>
            <a:xfrm>
              <a:off x="5647411" y="4552881"/>
              <a:ext cx="14331" cy="477"/>
            </a:xfrm>
            <a:custGeom>
              <a:avLst/>
              <a:gdLst>
                <a:gd name="csX0" fmla="*/ 14332 w 14331"/>
                <a:gd name="csY0" fmla="*/ 478 h 477"/>
                <a:gd name="csX1" fmla="*/ 14332 w 14331"/>
                <a:gd name="csY1" fmla="*/ 478 h 477"/>
                <a:gd name="csX2" fmla="*/ 12899 w 14331"/>
                <a:gd name="csY2" fmla="*/ 0 h 477"/>
                <a:gd name="csX3" fmla="*/ 9077 w 14331"/>
                <a:gd name="csY3" fmla="*/ 0 h 477"/>
                <a:gd name="csX4" fmla="*/ 4300 w 14331"/>
                <a:gd name="csY4" fmla="*/ 0 h 477"/>
                <a:gd name="csX5" fmla="*/ 0 w 14331"/>
                <a:gd name="csY5" fmla="*/ 0 h 477"/>
                <a:gd name="csX6" fmla="*/ 0 w 14331"/>
                <a:gd name="csY6" fmla="*/ 0 h 477"/>
                <a:gd name="csX7" fmla="*/ 4300 w 14331"/>
                <a:gd name="csY7" fmla="*/ 0 h 477"/>
                <a:gd name="csX8" fmla="*/ 9077 w 14331"/>
                <a:gd name="csY8" fmla="*/ 0 h 477"/>
                <a:gd name="csX9" fmla="*/ 12899 w 14331"/>
                <a:gd name="csY9" fmla="*/ 0 h 477"/>
                <a:gd name="csX10" fmla="*/ 14332 w 14331"/>
                <a:gd name="csY10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331" h="477">
                  <a:moveTo>
                    <a:pt x="14332" y="478"/>
                  </a:moveTo>
                  <a:lnTo>
                    <a:pt x="14332" y="478"/>
                  </a:lnTo>
                  <a:lnTo>
                    <a:pt x="12899" y="0"/>
                  </a:lnTo>
                  <a:lnTo>
                    <a:pt x="9077" y="0"/>
                  </a:lnTo>
                  <a:lnTo>
                    <a:pt x="430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300" y="0"/>
                  </a:lnTo>
                  <a:lnTo>
                    <a:pt x="9077" y="0"/>
                  </a:lnTo>
                  <a:lnTo>
                    <a:pt x="12899" y="0"/>
                  </a:lnTo>
                  <a:lnTo>
                    <a:pt x="1433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4" name="Freeform 2383">
              <a:extLst>
                <a:ext uri="{FF2B5EF4-FFF2-40B4-BE49-F238E27FC236}">
                  <a16:creationId xmlns:a16="http://schemas.microsoft.com/office/drawing/2014/main" id="{0BF1D2E1-B117-52F1-EA85-122F22806D0B}"/>
                </a:ext>
              </a:extLst>
            </p:cNvPr>
            <p:cNvSpPr/>
            <p:nvPr/>
          </p:nvSpPr>
          <p:spPr>
            <a:xfrm>
              <a:off x="5536100" y="4428672"/>
              <a:ext cx="121821" cy="81214"/>
            </a:xfrm>
            <a:custGeom>
              <a:avLst/>
              <a:gdLst>
                <a:gd name="csX0" fmla="*/ 121821 w 121821"/>
                <a:gd name="csY0" fmla="*/ 78825 h 81214"/>
                <a:gd name="csX1" fmla="*/ 121821 w 121821"/>
                <a:gd name="csY1" fmla="*/ 79781 h 81214"/>
                <a:gd name="csX2" fmla="*/ 120388 w 121821"/>
                <a:gd name="csY2" fmla="*/ 79781 h 81214"/>
                <a:gd name="csX3" fmla="*/ 117999 w 121821"/>
                <a:gd name="csY3" fmla="*/ 79781 h 81214"/>
                <a:gd name="csX4" fmla="*/ 113700 w 121821"/>
                <a:gd name="csY4" fmla="*/ 80258 h 81214"/>
                <a:gd name="csX5" fmla="*/ 111789 w 121821"/>
                <a:gd name="csY5" fmla="*/ 79781 h 81214"/>
                <a:gd name="csX6" fmla="*/ 108922 w 121821"/>
                <a:gd name="csY6" fmla="*/ 80258 h 81214"/>
                <a:gd name="csX7" fmla="*/ 106534 w 121821"/>
                <a:gd name="csY7" fmla="*/ 80258 h 81214"/>
                <a:gd name="csX8" fmla="*/ 103667 w 121821"/>
                <a:gd name="csY8" fmla="*/ 81214 h 81214"/>
                <a:gd name="csX9" fmla="*/ 101756 w 121821"/>
                <a:gd name="csY9" fmla="*/ 81214 h 81214"/>
                <a:gd name="csX10" fmla="*/ 100801 w 121821"/>
                <a:gd name="csY10" fmla="*/ 80258 h 81214"/>
                <a:gd name="csX11" fmla="*/ 98890 w 121821"/>
                <a:gd name="csY11" fmla="*/ 80736 h 81214"/>
                <a:gd name="csX12" fmla="*/ 97457 w 121821"/>
                <a:gd name="csY12" fmla="*/ 80258 h 81214"/>
                <a:gd name="csX13" fmla="*/ 95546 w 121821"/>
                <a:gd name="csY13" fmla="*/ 79303 h 81214"/>
                <a:gd name="csX14" fmla="*/ 93635 w 121821"/>
                <a:gd name="csY14" fmla="*/ 79303 h 81214"/>
                <a:gd name="csX15" fmla="*/ 92202 w 121821"/>
                <a:gd name="csY15" fmla="*/ 77870 h 81214"/>
                <a:gd name="csX16" fmla="*/ 91246 w 121821"/>
                <a:gd name="csY16" fmla="*/ 77392 h 81214"/>
                <a:gd name="csX17" fmla="*/ 90769 w 121821"/>
                <a:gd name="csY17" fmla="*/ 77870 h 81214"/>
                <a:gd name="csX18" fmla="*/ 90291 w 121821"/>
                <a:gd name="csY18" fmla="*/ 78347 h 81214"/>
                <a:gd name="csX19" fmla="*/ 89813 w 121821"/>
                <a:gd name="csY19" fmla="*/ 78825 h 81214"/>
                <a:gd name="csX20" fmla="*/ 88380 w 121821"/>
                <a:gd name="csY20" fmla="*/ 78347 h 81214"/>
                <a:gd name="csX21" fmla="*/ 88380 w 121821"/>
                <a:gd name="csY21" fmla="*/ 77392 h 81214"/>
                <a:gd name="csX22" fmla="*/ 88380 w 121821"/>
                <a:gd name="csY22" fmla="*/ 76437 h 81214"/>
                <a:gd name="csX23" fmla="*/ 88858 w 121821"/>
                <a:gd name="csY23" fmla="*/ 75959 h 81214"/>
                <a:gd name="csX24" fmla="*/ 88380 w 121821"/>
                <a:gd name="csY24" fmla="*/ 75481 h 81214"/>
                <a:gd name="csX25" fmla="*/ 86947 w 121821"/>
                <a:gd name="csY25" fmla="*/ 75481 h 81214"/>
                <a:gd name="csX26" fmla="*/ 85514 w 121821"/>
                <a:gd name="csY26" fmla="*/ 75481 h 81214"/>
                <a:gd name="csX27" fmla="*/ 82647 w 121821"/>
                <a:gd name="csY27" fmla="*/ 75481 h 81214"/>
                <a:gd name="csX28" fmla="*/ 81692 w 121821"/>
                <a:gd name="csY28" fmla="*/ 75003 h 81214"/>
                <a:gd name="csX29" fmla="*/ 75481 w 121821"/>
                <a:gd name="csY29" fmla="*/ 75003 h 81214"/>
                <a:gd name="csX30" fmla="*/ 68793 w 121821"/>
                <a:gd name="csY30" fmla="*/ 75003 h 81214"/>
                <a:gd name="csX31" fmla="*/ 63060 w 121821"/>
                <a:gd name="csY31" fmla="*/ 75003 h 81214"/>
                <a:gd name="csX32" fmla="*/ 55894 w 121821"/>
                <a:gd name="csY32" fmla="*/ 75003 h 81214"/>
                <a:gd name="csX33" fmla="*/ 51117 w 121821"/>
                <a:gd name="csY33" fmla="*/ 75003 h 81214"/>
                <a:gd name="csX34" fmla="*/ 46340 w 121821"/>
                <a:gd name="csY34" fmla="*/ 75003 h 81214"/>
                <a:gd name="csX35" fmla="*/ 46340 w 121821"/>
                <a:gd name="csY35" fmla="*/ 75003 h 81214"/>
                <a:gd name="csX36" fmla="*/ 42518 w 121821"/>
                <a:gd name="csY36" fmla="*/ 76437 h 81214"/>
                <a:gd name="csX37" fmla="*/ 38696 w 121821"/>
                <a:gd name="csY37" fmla="*/ 78347 h 81214"/>
                <a:gd name="csX38" fmla="*/ 33441 w 121821"/>
                <a:gd name="csY38" fmla="*/ 79303 h 81214"/>
                <a:gd name="csX39" fmla="*/ 27708 w 121821"/>
                <a:gd name="csY39" fmla="*/ 78825 h 81214"/>
                <a:gd name="csX40" fmla="*/ 25798 w 121821"/>
                <a:gd name="csY40" fmla="*/ 79303 h 81214"/>
                <a:gd name="csX41" fmla="*/ 23409 w 121821"/>
                <a:gd name="csY41" fmla="*/ 80258 h 81214"/>
                <a:gd name="csX42" fmla="*/ 21976 w 121821"/>
                <a:gd name="csY42" fmla="*/ 80736 h 81214"/>
                <a:gd name="csX43" fmla="*/ 20065 w 121821"/>
                <a:gd name="csY43" fmla="*/ 80736 h 81214"/>
                <a:gd name="csX44" fmla="*/ 17198 w 121821"/>
                <a:gd name="csY44" fmla="*/ 80736 h 81214"/>
                <a:gd name="csX45" fmla="*/ 16243 w 121821"/>
                <a:gd name="csY45" fmla="*/ 80736 h 81214"/>
                <a:gd name="csX46" fmla="*/ 15765 w 121821"/>
                <a:gd name="csY46" fmla="*/ 80258 h 81214"/>
                <a:gd name="csX47" fmla="*/ 14810 w 121821"/>
                <a:gd name="csY47" fmla="*/ 78825 h 81214"/>
                <a:gd name="csX48" fmla="*/ 15287 w 121821"/>
                <a:gd name="csY48" fmla="*/ 77870 h 81214"/>
                <a:gd name="csX49" fmla="*/ 16721 w 121821"/>
                <a:gd name="csY49" fmla="*/ 76914 h 81214"/>
                <a:gd name="csX50" fmla="*/ 19587 w 121821"/>
                <a:gd name="csY50" fmla="*/ 76437 h 81214"/>
                <a:gd name="csX51" fmla="*/ 20542 w 121821"/>
                <a:gd name="csY51" fmla="*/ 76437 h 81214"/>
                <a:gd name="csX52" fmla="*/ 21498 w 121821"/>
                <a:gd name="csY52" fmla="*/ 76437 h 81214"/>
                <a:gd name="csX53" fmla="*/ 21498 w 121821"/>
                <a:gd name="csY53" fmla="*/ 75959 h 81214"/>
                <a:gd name="csX54" fmla="*/ 21498 w 121821"/>
                <a:gd name="csY54" fmla="*/ 75959 h 81214"/>
                <a:gd name="csX55" fmla="*/ 19587 w 121821"/>
                <a:gd name="csY55" fmla="*/ 75003 h 81214"/>
                <a:gd name="csX56" fmla="*/ 18632 w 121821"/>
                <a:gd name="csY56" fmla="*/ 74048 h 81214"/>
                <a:gd name="csX57" fmla="*/ 17676 w 121821"/>
                <a:gd name="csY57" fmla="*/ 74526 h 81214"/>
                <a:gd name="csX58" fmla="*/ 17198 w 121821"/>
                <a:gd name="csY58" fmla="*/ 75959 h 81214"/>
                <a:gd name="csX59" fmla="*/ 16243 w 121821"/>
                <a:gd name="csY59" fmla="*/ 76437 h 81214"/>
                <a:gd name="csX60" fmla="*/ 15765 w 121821"/>
                <a:gd name="csY60" fmla="*/ 76437 h 81214"/>
                <a:gd name="csX61" fmla="*/ 15287 w 121821"/>
                <a:gd name="csY61" fmla="*/ 75959 h 81214"/>
                <a:gd name="csX62" fmla="*/ 14810 w 121821"/>
                <a:gd name="csY62" fmla="*/ 75003 h 81214"/>
                <a:gd name="csX63" fmla="*/ 15287 w 121821"/>
                <a:gd name="csY63" fmla="*/ 74526 h 81214"/>
                <a:gd name="csX64" fmla="*/ 15287 w 121821"/>
                <a:gd name="csY64" fmla="*/ 71182 h 81214"/>
                <a:gd name="csX65" fmla="*/ 15287 w 121821"/>
                <a:gd name="csY65" fmla="*/ 69271 h 81214"/>
                <a:gd name="csX66" fmla="*/ 15287 w 121821"/>
                <a:gd name="csY66" fmla="*/ 67837 h 81214"/>
                <a:gd name="csX67" fmla="*/ 16243 w 121821"/>
                <a:gd name="csY67" fmla="*/ 66882 h 81214"/>
                <a:gd name="csX68" fmla="*/ 17676 w 121821"/>
                <a:gd name="csY68" fmla="*/ 65927 h 81214"/>
                <a:gd name="csX69" fmla="*/ 21976 w 121821"/>
                <a:gd name="csY69" fmla="*/ 65927 h 81214"/>
                <a:gd name="csX70" fmla="*/ 25798 w 121821"/>
                <a:gd name="csY70" fmla="*/ 65927 h 81214"/>
                <a:gd name="csX71" fmla="*/ 29619 w 121821"/>
                <a:gd name="csY71" fmla="*/ 65927 h 81214"/>
                <a:gd name="csX72" fmla="*/ 33441 w 121821"/>
                <a:gd name="csY72" fmla="*/ 65927 h 81214"/>
                <a:gd name="csX73" fmla="*/ 33919 w 121821"/>
                <a:gd name="csY73" fmla="*/ 63060 h 81214"/>
                <a:gd name="csX74" fmla="*/ 35352 w 121821"/>
                <a:gd name="csY74" fmla="*/ 62582 h 81214"/>
                <a:gd name="csX75" fmla="*/ 37263 w 121821"/>
                <a:gd name="csY75" fmla="*/ 62105 h 81214"/>
                <a:gd name="csX76" fmla="*/ 40607 w 121821"/>
                <a:gd name="csY76" fmla="*/ 62105 h 81214"/>
                <a:gd name="csX77" fmla="*/ 44429 w 121821"/>
                <a:gd name="csY77" fmla="*/ 61627 h 81214"/>
                <a:gd name="csX78" fmla="*/ 45384 w 121821"/>
                <a:gd name="csY78" fmla="*/ 61149 h 81214"/>
                <a:gd name="csX79" fmla="*/ 45862 w 121821"/>
                <a:gd name="csY79" fmla="*/ 59716 h 81214"/>
                <a:gd name="csX80" fmla="*/ 46340 w 121821"/>
                <a:gd name="csY80" fmla="*/ 58761 h 81214"/>
                <a:gd name="csX81" fmla="*/ 47295 w 121821"/>
                <a:gd name="csY81" fmla="*/ 58761 h 81214"/>
                <a:gd name="csX82" fmla="*/ 48251 w 121821"/>
                <a:gd name="csY82" fmla="*/ 58761 h 81214"/>
                <a:gd name="csX83" fmla="*/ 49684 w 121821"/>
                <a:gd name="csY83" fmla="*/ 59238 h 81214"/>
                <a:gd name="csX84" fmla="*/ 51117 w 121821"/>
                <a:gd name="csY84" fmla="*/ 60194 h 81214"/>
                <a:gd name="csX85" fmla="*/ 53028 w 121821"/>
                <a:gd name="csY85" fmla="*/ 60671 h 81214"/>
                <a:gd name="csX86" fmla="*/ 53983 w 121821"/>
                <a:gd name="csY86" fmla="*/ 61149 h 81214"/>
                <a:gd name="csX87" fmla="*/ 56850 w 121821"/>
                <a:gd name="csY87" fmla="*/ 62582 h 81214"/>
                <a:gd name="csX88" fmla="*/ 61149 w 121821"/>
                <a:gd name="csY88" fmla="*/ 64016 h 81214"/>
                <a:gd name="csX89" fmla="*/ 64971 w 121821"/>
                <a:gd name="csY89" fmla="*/ 64493 h 81214"/>
                <a:gd name="csX90" fmla="*/ 69749 w 121821"/>
                <a:gd name="csY90" fmla="*/ 63538 h 81214"/>
                <a:gd name="csX91" fmla="*/ 73093 w 121821"/>
                <a:gd name="csY91" fmla="*/ 62582 h 81214"/>
                <a:gd name="csX92" fmla="*/ 73570 w 121821"/>
                <a:gd name="csY92" fmla="*/ 61149 h 81214"/>
                <a:gd name="csX93" fmla="*/ 73093 w 121821"/>
                <a:gd name="csY93" fmla="*/ 60194 h 81214"/>
                <a:gd name="csX94" fmla="*/ 70226 w 121821"/>
                <a:gd name="csY94" fmla="*/ 58761 h 81214"/>
                <a:gd name="csX95" fmla="*/ 66882 w 121821"/>
                <a:gd name="csY95" fmla="*/ 58761 h 81214"/>
                <a:gd name="csX96" fmla="*/ 65927 w 121821"/>
                <a:gd name="csY96" fmla="*/ 59238 h 81214"/>
                <a:gd name="csX97" fmla="*/ 64493 w 121821"/>
                <a:gd name="csY97" fmla="*/ 59716 h 81214"/>
                <a:gd name="csX98" fmla="*/ 63538 w 121821"/>
                <a:gd name="csY98" fmla="*/ 59716 h 81214"/>
                <a:gd name="csX99" fmla="*/ 62105 w 121821"/>
                <a:gd name="csY99" fmla="*/ 59716 h 81214"/>
                <a:gd name="csX100" fmla="*/ 60194 w 121821"/>
                <a:gd name="csY100" fmla="*/ 58283 h 81214"/>
                <a:gd name="csX101" fmla="*/ 58761 w 121821"/>
                <a:gd name="csY101" fmla="*/ 57328 h 81214"/>
                <a:gd name="csX102" fmla="*/ 56850 w 121821"/>
                <a:gd name="csY102" fmla="*/ 56850 h 81214"/>
                <a:gd name="csX103" fmla="*/ 54939 w 121821"/>
                <a:gd name="csY103" fmla="*/ 56372 h 81214"/>
                <a:gd name="csX104" fmla="*/ 51595 w 121821"/>
                <a:gd name="csY104" fmla="*/ 54461 h 81214"/>
                <a:gd name="csX105" fmla="*/ 49684 w 121821"/>
                <a:gd name="csY105" fmla="*/ 53983 h 81214"/>
                <a:gd name="csX106" fmla="*/ 47773 w 121821"/>
                <a:gd name="csY106" fmla="*/ 53983 h 81214"/>
                <a:gd name="csX107" fmla="*/ 44907 w 121821"/>
                <a:gd name="csY107" fmla="*/ 54461 h 81214"/>
                <a:gd name="csX108" fmla="*/ 41563 w 121821"/>
                <a:gd name="csY108" fmla="*/ 55417 h 81214"/>
                <a:gd name="csX109" fmla="*/ 40129 w 121821"/>
                <a:gd name="csY109" fmla="*/ 57805 h 81214"/>
                <a:gd name="csX110" fmla="*/ 36785 w 121821"/>
                <a:gd name="csY110" fmla="*/ 57805 h 81214"/>
                <a:gd name="csX111" fmla="*/ 30097 w 121821"/>
                <a:gd name="csY111" fmla="*/ 57805 h 81214"/>
                <a:gd name="csX112" fmla="*/ 24364 w 121821"/>
                <a:gd name="csY112" fmla="*/ 57805 h 81214"/>
                <a:gd name="csX113" fmla="*/ 19109 w 121821"/>
                <a:gd name="csY113" fmla="*/ 57805 h 81214"/>
                <a:gd name="csX114" fmla="*/ 18632 w 121821"/>
                <a:gd name="csY114" fmla="*/ 55894 h 81214"/>
                <a:gd name="csX115" fmla="*/ 17676 w 121821"/>
                <a:gd name="csY115" fmla="*/ 54461 h 81214"/>
                <a:gd name="csX116" fmla="*/ 15765 w 121821"/>
                <a:gd name="csY116" fmla="*/ 53505 h 81214"/>
                <a:gd name="csX117" fmla="*/ 15287 w 121821"/>
                <a:gd name="csY117" fmla="*/ 52072 h 81214"/>
                <a:gd name="csX118" fmla="*/ 15765 w 121821"/>
                <a:gd name="csY118" fmla="*/ 51117 h 81214"/>
                <a:gd name="csX119" fmla="*/ 17676 w 121821"/>
                <a:gd name="csY119" fmla="*/ 50162 h 81214"/>
                <a:gd name="csX120" fmla="*/ 18154 w 121821"/>
                <a:gd name="csY120" fmla="*/ 49684 h 81214"/>
                <a:gd name="csX121" fmla="*/ 17198 w 121821"/>
                <a:gd name="csY121" fmla="*/ 49684 h 81214"/>
                <a:gd name="csX122" fmla="*/ 15765 w 121821"/>
                <a:gd name="csY122" fmla="*/ 50162 h 81214"/>
                <a:gd name="csX123" fmla="*/ 14810 w 121821"/>
                <a:gd name="csY123" fmla="*/ 50162 h 81214"/>
                <a:gd name="csX124" fmla="*/ 14332 w 121821"/>
                <a:gd name="csY124" fmla="*/ 48728 h 81214"/>
                <a:gd name="csX125" fmla="*/ 12899 w 121821"/>
                <a:gd name="csY125" fmla="*/ 46340 h 81214"/>
                <a:gd name="csX126" fmla="*/ 10988 w 121821"/>
                <a:gd name="csY126" fmla="*/ 42996 h 81214"/>
                <a:gd name="csX127" fmla="*/ 9077 w 121821"/>
                <a:gd name="csY127" fmla="*/ 41085 h 81214"/>
                <a:gd name="csX128" fmla="*/ 7166 w 121821"/>
                <a:gd name="csY128" fmla="*/ 38218 h 81214"/>
                <a:gd name="csX129" fmla="*/ 5255 w 121821"/>
                <a:gd name="csY129" fmla="*/ 37263 h 81214"/>
                <a:gd name="csX130" fmla="*/ 3822 w 121821"/>
                <a:gd name="csY130" fmla="*/ 36785 h 81214"/>
                <a:gd name="csX131" fmla="*/ 2389 w 121821"/>
                <a:gd name="csY131" fmla="*/ 36785 h 81214"/>
                <a:gd name="csX132" fmla="*/ 1433 w 121821"/>
                <a:gd name="csY132" fmla="*/ 38218 h 81214"/>
                <a:gd name="csX133" fmla="*/ 0 w 121821"/>
                <a:gd name="csY133" fmla="*/ 36307 h 81214"/>
                <a:gd name="csX134" fmla="*/ 2389 w 121821"/>
                <a:gd name="csY134" fmla="*/ 35352 h 81214"/>
                <a:gd name="csX135" fmla="*/ 7644 w 121821"/>
                <a:gd name="csY135" fmla="*/ 32963 h 81214"/>
                <a:gd name="csX136" fmla="*/ 13854 w 121821"/>
                <a:gd name="csY136" fmla="*/ 26275 h 81214"/>
                <a:gd name="csX137" fmla="*/ 19109 w 121821"/>
                <a:gd name="csY137" fmla="*/ 17676 h 81214"/>
                <a:gd name="csX138" fmla="*/ 19587 w 121821"/>
                <a:gd name="csY138" fmla="*/ 15765 h 81214"/>
                <a:gd name="csX139" fmla="*/ 19587 w 121821"/>
                <a:gd name="csY139" fmla="*/ 15765 h 81214"/>
                <a:gd name="csX140" fmla="*/ 19587 w 121821"/>
                <a:gd name="csY140" fmla="*/ 15765 h 81214"/>
                <a:gd name="csX141" fmla="*/ 20542 w 121821"/>
                <a:gd name="csY141" fmla="*/ 14332 h 81214"/>
                <a:gd name="csX142" fmla="*/ 21020 w 121821"/>
                <a:gd name="csY142" fmla="*/ 10988 h 81214"/>
                <a:gd name="csX143" fmla="*/ 21498 w 121821"/>
                <a:gd name="csY143" fmla="*/ 9077 h 81214"/>
                <a:gd name="csX144" fmla="*/ 22453 w 121821"/>
                <a:gd name="csY144" fmla="*/ 8599 h 81214"/>
                <a:gd name="csX145" fmla="*/ 22453 w 121821"/>
                <a:gd name="csY145" fmla="*/ 8599 h 81214"/>
                <a:gd name="csX146" fmla="*/ 23409 w 121821"/>
                <a:gd name="csY146" fmla="*/ 7166 h 81214"/>
                <a:gd name="csX147" fmla="*/ 24364 w 121821"/>
                <a:gd name="csY147" fmla="*/ 4299 h 81214"/>
                <a:gd name="csX148" fmla="*/ 24364 w 121821"/>
                <a:gd name="csY148" fmla="*/ 4299 h 81214"/>
                <a:gd name="csX149" fmla="*/ 25798 w 121821"/>
                <a:gd name="csY149" fmla="*/ 2866 h 81214"/>
                <a:gd name="csX150" fmla="*/ 25798 w 121821"/>
                <a:gd name="csY150" fmla="*/ 2866 h 81214"/>
                <a:gd name="csX151" fmla="*/ 27231 w 121821"/>
                <a:gd name="csY151" fmla="*/ 2389 h 81214"/>
                <a:gd name="csX152" fmla="*/ 28186 w 121821"/>
                <a:gd name="csY152" fmla="*/ 2866 h 81214"/>
                <a:gd name="csX153" fmla="*/ 28664 w 121821"/>
                <a:gd name="csY153" fmla="*/ 3344 h 81214"/>
                <a:gd name="csX154" fmla="*/ 31052 w 121821"/>
                <a:gd name="csY154" fmla="*/ 3822 h 81214"/>
                <a:gd name="csX155" fmla="*/ 34874 w 121821"/>
                <a:gd name="csY155" fmla="*/ 3822 h 81214"/>
                <a:gd name="csX156" fmla="*/ 37741 w 121821"/>
                <a:gd name="csY156" fmla="*/ 3344 h 81214"/>
                <a:gd name="csX157" fmla="*/ 40129 w 121821"/>
                <a:gd name="csY157" fmla="*/ 2389 h 81214"/>
                <a:gd name="csX158" fmla="*/ 42518 w 121821"/>
                <a:gd name="csY158" fmla="*/ 1911 h 81214"/>
                <a:gd name="csX159" fmla="*/ 42518 w 121821"/>
                <a:gd name="csY159" fmla="*/ 1911 h 81214"/>
                <a:gd name="csX160" fmla="*/ 45862 w 121821"/>
                <a:gd name="csY160" fmla="*/ 1911 h 81214"/>
                <a:gd name="csX161" fmla="*/ 47773 w 121821"/>
                <a:gd name="csY161" fmla="*/ 1433 h 81214"/>
                <a:gd name="csX162" fmla="*/ 47773 w 121821"/>
                <a:gd name="csY162" fmla="*/ 1433 h 81214"/>
                <a:gd name="csX163" fmla="*/ 47773 w 121821"/>
                <a:gd name="csY163" fmla="*/ 1433 h 81214"/>
                <a:gd name="csX164" fmla="*/ 47773 w 121821"/>
                <a:gd name="csY164" fmla="*/ 955 h 81214"/>
                <a:gd name="csX165" fmla="*/ 48251 w 121821"/>
                <a:gd name="csY165" fmla="*/ 478 h 81214"/>
                <a:gd name="csX166" fmla="*/ 49206 w 121821"/>
                <a:gd name="csY166" fmla="*/ 955 h 81214"/>
                <a:gd name="csX167" fmla="*/ 49684 w 121821"/>
                <a:gd name="csY167" fmla="*/ 478 h 81214"/>
                <a:gd name="csX168" fmla="*/ 50162 w 121821"/>
                <a:gd name="csY168" fmla="*/ 0 h 81214"/>
                <a:gd name="csX169" fmla="*/ 51117 w 121821"/>
                <a:gd name="csY169" fmla="*/ 0 h 81214"/>
                <a:gd name="csX170" fmla="*/ 51595 w 121821"/>
                <a:gd name="csY170" fmla="*/ 478 h 81214"/>
                <a:gd name="csX171" fmla="*/ 54461 w 121821"/>
                <a:gd name="csY171" fmla="*/ 478 h 81214"/>
                <a:gd name="csX172" fmla="*/ 59239 w 121821"/>
                <a:gd name="csY172" fmla="*/ 478 h 81214"/>
                <a:gd name="csX173" fmla="*/ 64016 w 121821"/>
                <a:gd name="csY173" fmla="*/ 1911 h 81214"/>
                <a:gd name="csX174" fmla="*/ 64016 w 121821"/>
                <a:gd name="csY174" fmla="*/ 1911 h 81214"/>
                <a:gd name="csX175" fmla="*/ 68315 w 121821"/>
                <a:gd name="csY175" fmla="*/ 5255 h 81214"/>
                <a:gd name="csX176" fmla="*/ 70704 w 121821"/>
                <a:gd name="csY176" fmla="*/ 7166 h 81214"/>
                <a:gd name="csX177" fmla="*/ 70704 w 121821"/>
                <a:gd name="csY177" fmla="*/ 8121 h 81214"/>
                <a:gd name="csX178" fmla="*/ 70704 w 121821"/>
                <a:gd name="csY178" fmla="*/ 8121 h 81214"/>
                <a:gd name="csX179" fmla="*/ 71182 w 121821"/>
                <a:gd name="csY179" fmla="*/ 9077 h 81214"/>
                <a:gd name="csX180" fmla="*/ 71182 w 121821"/>
                <a:gd name="csY180" fmla="*/ 9077 h 81214"/>
                <a:gd name="csX181" fmla="*/ 72615 w 121821"/>
                <a:gd name="csY181" fmla="*/ 10032 h 81214"/>
                <a:gd name="csX182" fmla="*/ 72615 w 121821"/>
                <a:gd name="csY182" fmla="*/ 10032 h 81214"/>
                <a:gd name="csX183" fmla="*/ 73570 w 121821"/>
                <a:gd name="csY183" fmla="*/ 10510 h 81214"/>
                <a:gd name="csX184" fmla="*/ 74048 w 121821"/>
                <a:gd name="csY184" fmla="*/ 10032 h 81214"/>
                <a:gd name="csX185" fmla="*/ 75004 w 121821"/>
                <a:gd name="csY185" fmla="*/ 9555 h 81214"/>
                <a:gd name="csX186" fmla="*/ 75481 w 121821"/>
                <a:gd name="csY186" fmla="*/ 9555 h 81214"/>
                <a:gd name="csX187" fmla="*/ 76437 w 121821"/>
                <a:gd name="csY187" fmla="*/ 10510 h 81214"/>
                <a:gd name="csX188" fmla="*/ 76437 w 121821"/>
                <a:gd name="csY188" fmla="*/ 10510 h 81214"/>
                <a:gd name="csX189" fmla="*/ 77392 w 121821"/>
                <a:gd name="csY189" fmla="*/ 10510 h 81214"/>
                <a:gd name="csX190" fmla="*/ 78825 w 121821"/>
                <a:gd name="csY190" fmla="*/ 10032 h 81214"/>
                <a:gd name="csX191" fmla="*/ 79781 w 121821"/>
                <a:gd name="csY191" fmla="*/ 10510 h 81214"/>
                <a:gd name="csX192" fmla="*/ 79781 w 121821"/>
                <a:gd name="csY192" fmla="*/ 10988 h 81214"/>
                <a:gd name="csX193" fmla="*/ 80258 w 121821"/>
                <a:gd name="csY193" fmla="*/ 10988 h 81214"/>
                <a:gd name="csX194" fmla="*/ 80736 w 121821"/>
                <a:gd name="csY194" fmla="*/ 10988 h 81214"/>
                <a:gd name="csX195" fmla="*/ 81692 w 121821"/>
                <a:gd name="csY195" fmla="*/ 11943 h 81214"/>
                <a:gd name="csX196" fmla="*/ 83125 w 121821"/>
                <a:gd name="csY196" fmla="*/ 13376 h 81214"/>
                <a:gd name="csX197" fmla="*/ 84081 w 121821"/>
                <a:gd name="csY197" fmla="*/ 15765 h 81214"/>
                <a:gd name="csX198" fmla="*/ 84558 w 121821"/>
                <a:gd name="csY198" fmla="*/ 18631 h 81214"/>
                <a:gd name="csX199" fmla="*/ 85514 w 121821"/>
                <a:gd name="csY199" fmla="*/ 20064 h 81214"/>
                <a:gd name="csX200" fmla="*/ 85991 w 121821"/>
                <a:gd name="csY200" fmla="*/ 20064 h 81214"/>
                <a:gd name="csX201" fmla="*/ 86947 w 121821"/>
                <a:gd name="csY201" fmla="*/ 20542 h 81214"/>
                <a:gd name="csX202" fmla="*/ 87902 w 121821"/>
                <a:gd name="csY202" fmla="*/ 21020 h 81214"/>
                <a:gd name="csX203" fmla="*/ 87902 w 121821"/>
                <a:gd name="csY203" fmla="*/ 21498 h 81214"/>
                <a:gd name="csX204" fmla="*/ 88380 w 121821"/>
                <a:gd name="csY204" fmla="*/ 21975 h 81214"/>
                <a:gd name="csX205" fmla="*/ 88380 w 121821"/>
                <a:gd name="csY205" fmla="*/ 21975 h 81214"/>
                <a:gd name="csX206" fmla="*/ 88858 w 121821"/>
                <a:gd name="csY206" fmla="*/ 22453 h 81214"/>
                <a:gd name="csX207" fmla="*/ 89813 w 121821"/>
                <a:gd name="csY207" fmla="*/ 21975 h 81214"/>
                <a:gd name="csX208" fmla="*/ 91246 w 121821"/>
                <a:gd name="csY208" fmla="*/ 22931 h 81214"/>
                <a:gd name="csX209" fmla="*/ 92680 w 121821"/>
                <a:gd name="csY209" fmla="*/ 25320 h 81214"/>
                <a:gd name="csX210" fmla="*/ 92680 w 121821"/>
                <a:gd name="csY210" fmla="*/ 26275 h 81214"/>
                <a:gd name="csX211" fmla="*/ 92680 w 121821"/>
                <a:gd name="csY211" fmla="*/ 26753 h 81214"/>
                <a:gd name="csX212" fmla="*/ 92680 w 121821"/>
                <a:gd name="csY212" fmla="*/ 27230 h 81214"/>
                <a:gd name="csX213" fmla="*/ 93635 w 121821"/>
                <a:gd name="csY213" fmla="*/ 27230 h 81214"/>
                <a:gd name="csX214" fmla="*/ 94590 w 121821"/>
                <a:gd name="csY214" fmla="*/ 28186 h 81214"/>
                <a:gd name="csX215" fmla="*/ 95068 w 121821"/>
                <a:gd name="csY215" fmla="*/ 29141 h 81214"/>
                <a:gd name="csX216" fmla="*/ 96501 w 121821"/>
                <a:gd name="csY216" fmla="*/ 30097 h 81214"/>
                <a:gd name="csX217" fmla="*/ 98890 w 121821"/>
                <a:gd name="csY217" fmla="*/ 31052 h 81214"/>
                <a:gd name="csX218" fmla="*/ 100323 w 121821"/>
                <a:gd name="csY218" fmla="*/ 32008 h 81214"/>
                <a:gd name="csX219" fmla="*/ 101756 w 121821"/>
                <a:gd name="csY219" fmla="*/ 33919 h 81214"/>
                <a:gd name="csX220" fmla="*/ 101756 w 121821"/>
                <a:gd name="csY220" fmla="*/ 33919 h 81214"/>
                <a:gd name="csX221" fmla="*/ 103667 w 121821"/>
                <a:gd name="csY221" fmla="*/ 34874 h 81214"/>
                <a:gd name="csX222" fmla="*/ 104145 w 121821"/>
                <a:gd name="csY222" fmla="*/ 35352 h 81214"/>
                <a:gd name="csX223" fmla="*/ 106056 w 121821"/>
                <a:gd name="csY223" fmla="*/ 38218 h 81214"/>
                <a:gd name="csX224" fmla="*/ 105578 w 121821"/>
                <a:gd name="csY224" fmla="*/ 39651 h 81214"/>
                <a:gd name="csX225" fmla="*/ 105100 w 121821"/>
                <a:gd name="csY225" fmla="*/ 41562 h 81214"/>
                <a:gd name="csX226" fmla="*/ 106056 w 121821"/>
                <a:gd name="csY226" fmla="*/ 43473 h 81214"/>
                <a:gd name="csX227" fmla="*/ 107489 w 121821"/>
                <a:gd name="csY227" fmla="*/ 44429 h 81214"/>
                <a:gd name="csX228" fmla="*/ 108445 w 121821"/>
                <a:gd name="csY228" fmla="*/ 45384 h 81214"/>
                <a:gd name="csX229" fmla="*/ 109400 w 121821"/>
                <a:gd name="csY229" fmla="*/ 46340 h 81214"/>
                <a:gd name="csX230" fmla="*/ 109400 w 121821"/>
                <a:gd name="csY230" fmla="*/ 49206 h 81214"/>
                <a:gd name="csX231" fmla="*/ 109400 w 121821"/>
                <a:gd name="csY231" fmla="*/ 50639 h 81214"/>
                <a:gd name="csX232" fmla="*/ 109878 w 121821"/>
                <a:gd name="csY232" fmla="*/ 51595 h 81214"/>
                <a:gd name="csX233" fmla="*/ 110356 w 121821"/>
                <a:gd name="csY233" fmla="*/ 52550 h 81214"/>
                <a:gd name="csX234" fmla="*/ 110356 w 121821"/>
                <a:gd name="csY234" fmla="*/ 53505 h 81214"/>
                <a:gd name="csX235" fmla="*/ 109878 w 121821"/>
                <a:gd name="csY235" fmla="*/ 54461 h 81214"/>
                <a:gd name="csX236" fmla="*/ 108922 w 121821"/>
                <a:gd name="csY236" fmla="*/ 55417 h 81214"/>
                <a:gd name="csX237" fmla="*/ 108445 w 121821"/>
                <a:gd name="csY237" fmla="*/ 57328 h 81214"/>
                <a:gd name="csX238" fmla="*/ 110356 w 121821"/>
                <a:gd name="csY238" fmla="*/ 59238 h 81214"/>
                <a:gd name="csX239" fmla="*/ 111789 w 121821"/>
                <a:gd name="csY239" fmla="*/ 60671 h 81214"/>
                <a:gd name="csX240" fmla="*/ 111789 w 121821"/>
                <a:gd name="csY240" fmla="*/ 61149 h 81214"/>
                <a:gd name="csX241" fmla="*/ 112266 w 121821"/>
                <a:gd name="csY241" fmla="*/ 62105 h 81214"/>
                <a:gd name="csX242" fmla="*/ 113222 w 121821"/>
                <a:gd name="csY242" fmla="*/ 63060 h 81214"/>
                <a:gd name="csX243" fmla="*/ 113700 w 121821"/>
                <a:gd name="csY243" fmla="*/ 63060 h 81214"/>
                <a:gd name="csX244" fmla="*/ 114177 w 121821"/>
                <a:gd name="csY244" fmla="*/ 62105 h 81214"/>
                <a:gd name="csX245" fmla="*/ 114655 w 121821"/>
                <a:gd name="csY245" fmla="*/ 61627 h 81214"/>
                <a:gd name="csX246" fmla="*/ 116088 w 121821"/>
                <a:gd name="csY246" fmla="*/ 61627 h 81214"/>
                <a:gd name="csX247" fmla="*/ 117044 w 121821"/>
                <a:gd name="csY247" fmla="*/ 62105 h 81214"/>
                <a:gd name="csX248" fmla="*/ 117999 w 121821"/>
                <a:gd name="csY248" fmla="*/ 63538 h 81214"/>
                <a:gd name="csX249" fmla="*/ 118477 w 121821"/>
                <a:gd name="csY249" fmla="*/ 64493 h 81214"/>
                <a:gd name="csX250" fmla="*/ 118477 w 121821"/>
                <a:gd name="csY250" fmla="*/ 65927 h 81214"/>
                <a:gd name="csX251" fmla="*/ 119910 w 121821"/>
                <a:gd name="csY251" fmla="*/ 67360 h 81214"/>
                <a:gd name="csX252" fmla="*/ 120865 w 121821"/>
                <a:gd name="csY252" fmla="*/ 68315 h 81214"/>
                <a:gd name="csX253" fmla="*/ 120865 w 121821"/>
                <a:gd name="csY253" fmla="*/ 69271 h 81214"/>
                <a:gd name="csX254" fmla="*/ 121821 w 121821"/>
                <a:gd name="csY254" fmla="*/ 69748 h 81214"/>
                <a:gd name="csX255" fmla="*/ 121343 w 121821"/>
                <a:gd name="csY255" fmla="*/ 72137 h 81214"/>
                <a:gd name="csX256" fmla="*/ 121343 w 121821"/>
                <a:gd name="csY256" fmla="*/ 73093 h 81214"/>
                <a:gd name="csX257" fmla="*/ 120865 w 121821"/>
                <a:gd name="csY257" fmla="*/ 75959 h 81214"/>
                <a:gd name="csX258" fmla="*/ 120388 w 121821"/>
                <a:gd name="csY258" fmla="*/ 76914 h 81214"/>
                <a:gd name="csX259" fmla="*/ 120388 w 121821"/>
                <a:gd name="csY259" fmla="*/ 77392 h 81214"/>
                <a:gd name="csX260" fmla="*/ 121821 w 121821"/>
                <a:gd name="csY260" fmla="*/ 78825 h 81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</a:cxnLst>
              <a:rect l="l" t="t" r="r" b="b"/>
              <a:pathLst>
                <a:path w="121821" h="81214">
                  <a:moveTo>
                    <a:pt x="121821" y="78825"/>
                  </a:moveTo>
                  <a:lnTo>
                    <a:pt x="121821" y="79781"/>
                  </a:lnTo>
                  <a:lnTo>
                    <a:pt x="120388" y="79781"/>
                  </a:lnTo>
                  <a:lnTo>
                    <a:pt x="117999" y="79781"/>
                  </a:lnTo>
                  <a:lnTo>
                    <a:pt x="113700" y="80258"/>
                  </a:lnTo>
                  <a:lnTo>
                    <a:pt x="111789" y="79781"/>
                  </a:lnTo>
                  <a:lnTo>
                    <a:pt x="108922" y="80258"/>
                  </a:lnTo>
                  <a:lnTo>
                    <a:pt x="106534" y="80258"/>
                  </a:lnTo>
                  <a:lnTo>
                    <a:pt x="103667" y="81214"/>
                  </a:lnTo>
                  <a:lnTo>
                    <a:pt x="101756" y="81214"/>
                  </a:lnTo>
                  <a:lnTo>
                    <a:pt x="100801" y="80258"/>
                  </a:lnTo>
                  <a:lnTo>
                    <a:pt x="98890" y="80736"/>
                  </a:lnTo>
                  <a:lnTo>
                    <a:pt x="97457" y="80258"/>
                  </a:lnTo>
                  <a:lnTo>
                    <a:pt x="95546" y="79303"/>
                  </a:lnTo>
                  <a:lnTo>
                    <a:pt x="93635" y="79303"/>
                  </a:lnTo>
                  <a:lnTo>
                    <a:pt x="92202" y="77870"/>
                  </a:lnTo>
                  <a:lnTo>
                    <a:pt x="91246" y="77392"/>
                  </a:lnTo>
                  <a:lnTo>
                    <a:pt x="90769" y="77870"/>
                  </a:lnTo>
                  <a:lnTo>
                    <a:pt x="90291" y="78347"/>
                  </a:lnTo>
                  <a:lnTo>
                    <a:pt x="89813" y="78825"/>
                  </a:lnTo>
                  <a:lnTo>
                    <a:pt x="88380" y="78347"/>
                  </a:lnTo>
                  <a:lnTo>
                    <a:pt x="88380" y="77392"/>
                  </a:lnTo>
                  <a:lnTo>
                    <a:pt x="88380" y="76437"/>
                  </a:lnTo>
                  <a:lnTo>
                    <a:pt x="88858" y="75959"/>
                  </a:lnTo>
                  <a:lnTo>
                    <a:pt x="88380" y="75481"/>
                  </a:lnTo>
                  <a:lnTo>
                    <a:pt x="86947" y="75481"/>
                  </a:lnTo>
                  <a:lnTo>
                    <a:pt x="85514" y="75481"/>
                  </a:lnTo>
                  <a:lnTo>
                    <a:pt x="82647" y="75481"/>
                  </a:lnTo>
                  <a:lnTo>
                    <a:pt x="81692" y="75003"/>
                  </a:lnTo>
                  <a:lnTo>
                    <a:pt x="75481" y="75003"/>
                  </a:lnTo>
                  <a:lnTo>
                    <a:pt x="68793" y="75003"/>
                  </a:lnTo>
                  <a:lnTo>
                    <a:pt x="63060" y="75003"/>
                  </a:lnTo>
                  <a:lnTo>
                    <a:pt x="55894" y="75003"/>
                  </a:lnTo>
                  <a:lnTo>
                    <a:pt x="51117" y="75003"/>
                  </a:lnTo>
                  <a:lnTo>
                    <a:pt x="46340" y="75003"/>
                  </a:lnTo>
                  <a:lnTo>
                    <a:pt x="46340" y="75003"/>
                  </a:lnTo>
                  <a:lnTo>
                    <a:pt x="42518" y="76437"/>
                  </a:lnTo>
                  <a:lnTo>
                    <a:pt x="38696" y="78347"/>
                  </a:lnTo>
                  <a:lnTo>
                    <a:pt x="33441" y="79303"/>
                  </a:lnTo>
                  <a:lnTo>
                    <a:pt x="27708" y="78825"/>
                  </a:lnTo>
                  <a:lnTo>
                    <a:pt x="25798" y="79303"/>
                  </a:lnTo>
                  <a:lnTo>
                    <a:pt x="23409" y="80258"/>
                  </a:lnTo>
                  <a:lnTo>
                    <a:pt x="21976" y="80736"/>
                  </a:lnTo>
                  <a:lnTo>
                    <a:pt x="20065" y="80736"/>
                  </a:lnTo>
                  <a:lnTo>
                    <a:pt x="17198" y="80736"/>
                  </a:lnTo>
                  <a:lnTo>
                    <a:pt x="16243" y="80736"/>
                  </a:lnTo>
                  <a:lnTo>
                    <a:pt x="15765" y="80258"/>
                  </a:lnTo>
                  <a:lnTo>
                    <a:pt x="14810" y="78825"/>
                  </a:lnTo>
                  <a:lnTo>
                    <a:pt x="15287" y="77870"/>
                  </a:lnTo>
                  <a:lnTo>
                    <a:pt x="16721" y="76914"/>
                  </a:lnTo>
                  <a:lnTo>
                    <a:pt x="19587" y="76437"/>
                  </a:lnTo>
                  <a:lnTo>
                    <a:pt x="20542" y="76437"/>
                  </a:lnTo>
                  <a:lnTo>
                    <a:pt x="21498" y="76437"/>
                  </a:lnTo>
                  <a:lnTo>
                    <a:pt x="21498" y="75959"/>
                  </a:lnTo>
                  <a:lnTo>
                    <a:pt x="21498" y="75959"/>
                  </a:lnTo>
                  <a:lnTo>
                    <a:pt x="19587" y="75003"/>
                  </a:lnTo>
                  <a:lnTo>
                    <a:pt x="18632" y="74048"/>
                  </a:lnTo>
                  <a:lnTo>
                    <a:pt x="17676" y="74526"/>
                  </a:lnTo>
                  <a:lnTo>
                    <a:pt x="17198" y="75959"/>
                  </a:lnTo>
                  <a:lnTo>
                    <a:pt x="16243" y="76437"/>
                  </a:lnTo>
                  <a:lnTo>
                    <a:pt x="15765" y="76437"/>
                  </a:lnTo>
                  <a:lnTo>
                    <a:pt x="15287" y="75959"/>
                  </a:lnTo>
                  <a:lnTo>
                    <a:pt x="14810" y="75003"/>
                  </a:lnTo>
                  <a:lnTo>
                    <a:pt x="15287" y="74526"/>
                  </a:lnTo>
                  <a:lnTo>
                    <a:pt x="15287" y="71182"/>
                  </a:lnTo>
                  <a:lnTo>
                    <a:pt x="15287" y="69271"/>
                  </a:lnTo>
                  <a:lnTo>
                    <a:pt x="15287" y="67837"/>
                  </a:lnTo>
                  <a:lnTo>
                    <a:pt x="16243" y="66882"/>
                  </a:lnTo>
                  <a:lnTo>
                    <a:pt x="17676" y="65927"/>
                  </a:lnTo>
                  <a:lnTo>
                    <a:pt x="21976" y="65927"/>
                  </a:lnTo>
                  <a:lnTo>
                    <a:pt x="25798" y="65927"/>
                  </a:lnTo>
                  <a:lnTo>
                    <a:pt x="29619" y="65927"/>
                  </a:lnTo>
                  <a:lnTo>
                    <a:pt x="33441" y="65927"/>
                  </a:lnTo>
                  <a:lnTo>
                    <a:pt x="33919" y="63060"/>
                  </a:lnTo>
                  <a:lnTo>
                    <a:pt x="35352" y="62582"/>
                  </a:lnTo>
                  <a:lnTo>
                    <a:pt x="37263" y="62105"/>
                  </a:lnTo>
                  <a:lnTo>
                    <a:pt x="40607" y="62105"/>
                  </a:lnTo>
                  <a:lnTo>
                    <a:pt x="44429" y="61627"/>
                  </a:lnTo>
                  <a:lnTo>
                    <a:pt x="45384" y="61149"/>
                  </a:lnTo>
                  <a:lnTo>
                    <a:pt x="45862" y="59716"/>
                  </a:lnTo>
                  <a:lnTo>
                    <a:pt x="46340" y="58761"/>
                  </a:lnTo>
                  <a:lnTo>
                    <a:pt x="47295" y="58761"/>
                  </a:lnTo>
                  <a:lnTo>
                    <a:pt x="48251" y="58761"/>
                  </a:lnTo>
                  <a:lnTo>
                    <a:pt x="49684" y="59238"/>
                  </a:lnTo>
                  <a:lnTo>
                    <a:pt x="51117" y="60194"/>
                  </a:lnTo>
                  <a:lnTo>
                    <a:pt x="53028" y="60671"/>
                  </a:lnTo>
                  <a:lnTo>
                    <a:pt x="53983" y="61149"/>
                  </a:lnTo>
                  <a:lnTo>
                    <a:pt x="56850" y="62582"/>
                  </a:lnTo>
                  <a:lnTo>
                    <a:pt x="61149" y="64016"/>
                  </a:lnTo>
                  <a:lnTo>
                    <a:pt x="64971" y="64493"/>
                  </a:lnTo>
                  <a:lnTo>
                    <a:pt x="69749" y="63538"/>
                  </a:lnTo>
                  <a:lnTo>
                    <a:pt x="73093" y="62582"/>
                  </a:lnTo>
                  <a:lnTo>
                    <a:pt x="73570" y="61149"/>
                  </a:lnTo>
                  <a:lnTo>
                    <a:pt x="73093" y="60194"/>
                  </a:lnTo>
                  <a:lnTo>
                    <a:pt x="70226" y="58761"/>
                  </a:lnTo>
                  <a:lnTo>
                    <a:pt x="66882" y="58761"/>
                  </a:lnTo>
                  <a:lnTo>
                    <a:pt x="65927" y="59238"/>
                  </a:lnTo>
                  <a:lnTo>
                    <a:pt x="64493" y="59716"/>
                  </a:lnTo>
                  <a:lnTo>
                    <a:pt x="63538" y="59716"/>
                  </a:lnTo>
                  <a:lnTo>
                    <a:pt x="62105" y="59716"/>
                  </a:lnTo>
                  <a:lnTo>
                    <a:pt x="60194" y="58283"/>
                  </a:lnTo>
                  <a:lnTo>
                    <a:pt x="58761" y="57328"/>
                  </a:lnTo>
                  <a:lnTo>
                    <a:pt x="56850" y="56850"/>
                  </a:lnTo>
                  <a:lnTo>
                    <a:pt x="54939" y="56372"/>
                  </a:lnTo>
                  <a:lnTo>
                    <a:pt x="51595" y="54461"/>
                  </a:lnTo>
                  <a:lnTo>
                    <a:pt x="49684" y="53983"/>
                  </a:lnTo>
                  <a:lnTo>
                    <a:pt x="47773" y="53983"/>
                  </a:lnTo>
                  <a:lnTo>
                    <a:pt x="44907" y="54461"/>
                  </a:lnTo>
                  <a:lnTo>
                    <a:pt x="41563" y="55417"/>
                  </a:lnTo>
                  <a:lnTo>
                    <a:pt x="40129" y="57805"/>
                  </a:lnTo>
                  <a:lnTo>
                    <a:pt x="36785" y="57805"/>
                  </a:lnTo>
                  <a:lnTo>
                    <a:pt x="30097" y="57805"/>
                  </a:lnTo>
                  <a:lnTo>
                    <a:pt x="24364" y="57805"/>
                  </a:lnTo>
                  <a:lnTo>
                    <a:pt x="19109" y="57805"/>
                  </a:lnTo>
                  <a:lnTo>
                    <a:pt x="18632" y="55894"/>
                  </a:lnTo>
                  <a:lnTo>
                    <a:pt x="17676" y="54461"/>
                  </a:lnTo>
                  <a:lnTo>
                    <a:pt x="15765" y="53505"/>
                  </a:lnTo>
                  <a:lnTo>
                    <a:pt x="15287" y="52072"/>
                  </a:lnTo>
                  <a:lnTo>
                    <a:pt x="15765" y="51117"/>
                  </a:lnTo>
                  <a:lnTo>
                    <a:pt x="17676" y="50162"/>
                  </a:lnTo>
                  <a:lnTo>
                    <a:pt x="18154" y="49684"/>
                  </a:lnTo>
                  <a:lnTo>
                    <a:pt x="17198" y="49684"/>
                  </a:lnTo>
                  <a:lnTo>
                    <a:pt x="15765" y="50162"/>
                  </a:lnTo>
                  <a:lnTo>
                    <a:pt x="14810" y="50162"/>
                  </a:lnTo>
                  <a:lnTo>
                    <a:pt x="14332" y="48728"/>
                  </a:lnTo>
                  <a:lnTo>
                    <a:pt x="12899" y="46340"/>
                  </a:lnTo>
                  <a:lnTo>
                    <a:pt x="10988" y="42996"/>
                  </a:lnTo>
                  <a:lnTo>
                    <a:pt x="9077" y="41085"/>
                  </a:lnTo>
                  <a:lnTo>
                    <a:pt x="7166" y="38218"/>
                  </a:lnTo>
                  <a:lnTo>
                    <a:pt x="5255" y="37263"/>
                  </a:lnTo>
                  <a:lnTo>
                    <a:pt x="3822" y="36785"/>
                  </a:lnTo>
                  <a:lnTo>
                    <a:pt x="2389" y="36785"/>
                  </a:lnTo>
                  <a:lnTo>
                    <a:pt x="1433" y="38218"/>
                  </a:lnTo>
                  <a:lnTo>
                    <a:pt x="0" y="36307"/>
                  </a:lnTo>
                  <a:lnTo>
                    <a:pt x="2389" y="35352"/>
                  </a:lnTo>
                  <a:lnTo>
                    <a:pt x="7644" y="32963"/>
                  </a:lnTo>
                  <a:lnTo>
                    <a:pt x="13854" y="26275"/>
                  </a:lnTo>
                  <a:lnTo>
                    <a:pt x="19109" y="17676"/>
                  </a:lnTo>
                  <a:lnTo>
                    <a:pt x="19587" y="15765"/>
                  </a:lnTo>
                  <a:lnTo>
                    <a:pt x="19587" y="15765"/>
                  </a:lnTo>
                  <a:lnTo>
                    <a:pt x="19587" y="15765"/>
                  </a:lnTo>
                  <a:lnTo>
                    <a:pt x="20542" y="14332"/>
                  </a:lnTo>
                  <a:lnTo>
                    <a:pt x="21020" y="10988"/>
                  </a:lnTo>
                  <a:lnTo>
                    <a:pt x="21498" y="9077"/>
                  </a:lnTo>
                  <a:lnTo>
                    <a:pt x="22453" y="8599"/>
                  </a:lnTo>
                  <a:lnTo>
                    <a:pt x="22453" y="8599"/>
                  </a:lnTo>
                  <a:lnTo>
                    <a:pt x="23409" y="7166"/>
                  </a:lnTo>
                  <a:lnTo>
                    <a:pt x="24364" y="4299"/>
                  </a:lnTo>
                  <a:lnTo>
                    <a:pt x="24364" y="4299"/>
                  </a:lnTo>
                  <a:lnTo>
                    <a:pt x="25798" y="2866"/>
                  </a:lnTo>
                  <a:lnTo>
                    <a:pt x="25798" y="2866"/>
                  </a:lnTo>
                  <a:lnTo>
                    <a:pt x="27231" y="2389"/>
                  </a:lnTo>
                  <a:lnTo>
                    <a:pt x="28186" y="2866"/>
                  </a:lnTo>
                  <a:lnTo>
                    <a:pt x="28664" y="3344"/>
                  </a:lnTo>
                  <a:lnTo>
                    <a:pt x="31052" y="3822"/>
                  </a:lnTo>
                  <a:lnTo>
                    <a:pt x="34874" y="3822"/>
                  </a:lnTo>
                  <a:lnTo>
                    <a:pt x="37741" y="3344"/>
                  </a:lnTo>
                  <a:lnTo>
                    <a:pt x="40129" y="2389"/>
                  </a:lnTo>
                  <a:lnTo>
                    <a:pt x="42518" y="1911"/>
                  </a:lnTo>
                  <a:lnTo>
                    <a:pt x="42518" y="1911"/>
                  </a:lnTo>
                  <a:lnTo>
                    <a:pt x="45862" y="1911"/>
                  </a:lnTo>
                  <a:lnTo>
                    <a:pt x="47773" y="1433"/>
                  </a:lnTo>
                  <a:lnTo>
                    <a:pt x="47773" y="1433"/>
                  </a:lnTo>
                  <a:lnTo>
                    <a:pt x="47773" y="1433"/>
                  </a:lnTo>
                  <a:lnTo>
                    <a:pt x="47773" y="955"/>
                  </a:lnTo>
                  <a:lnTo>
                    <a:pt x="48251" y="478"/>
                  </a:lnTo>
                  <a:lnTo>
                    <a:pt x="49206" y="955"/>
                  </a:lnTo>
                  <a:lnTo>
                    <a:pt x="49684" y="478"/>
                  </a:lnTo>
                  <a:lnTo>
                    <a:pt x="50162" y="0"/>
                  </a:lnTo>
                  <a:lnTo>
                    <a:pt x="51117" y="0"/>
                  </a:lnTo>
                  <a:lnTo>
                    <a:pt x="51595" y="478"/>
                  </a:lnTo>
                  <a:lnTo>
                    <a:pt x="54461" y="478"/>
                  </a:lnTo>
                  <a:lnTo>
                    <a:pt x="59239" y="478"/>
                  </a:lnTo>
                  <a:lnTo>
                    <a:pt x="64016" y="1911"/>
                  </a:lnTo>
                  <a:lnTo>
                    <a:pt x="64016" y="1911"/>
                  </a:lnTo>
                  <a:lnTo>
                    <a:pt x="68315" y="5255"/>
                  </a:lnTo>
                  <a:lnTo>
                    <a:pt x="70704" y="7166"/>
                  </a:lnTo>
                  <a:lnTo>
                    <a:pt x="70704" y="8121"/>
                  </a:lnTo>
                  <a:lnTo>
                    <a:pt x="70704" y="8121"/>
                  </a:lnTo>
                  <a:lnTo>
                    <a:pt x="71182" y="9077"/>
                  </a:lnTo>
                  <a:lnTo>
                    <a:pt x="71182" y="9077"/>
                  </a:lnTo>
                  <a:lnTo>
                    <a:pt x="72615" y="10032"/>
                  </a:lnTo>
                  <a:lnTo>
                    <a:pt x="72615" y="10032"/>
                  </a:lnTo>
                  <a:lnTo>
                    <a:pt x="73570" y="10510"/>
                  </a:lnTo>
                  <a:lnTo>
                    <a:pt x="74048" y="10032"/>
                  </a:lnTo>
                  <a:lnTo>
                    <a:pt x="75004" y="9555"/>
                  </a:lnTo>
                  <a:lnTo>
                    <a:pt x="75481" y="9555"/>
                  </a:lnTo>
                  <a:lnTo>
                    <a:pt x="76437" y="10510"/>
                  </a:lnTo>
                  <a:lnTo>
                    <a:pt x="76437" y="10510"/>
                  </a:lnTo>
                  <a:lnTo>
                    <a:pt x="77392" y="10510"/>
                  </a:lnTo>
                  <a:lnTo>
                    <a:pt x="78825" y="10032"/>
                  </a:lnTo>
                  <a:lnTo>
                    <a:pt x="79781" y="10510"/>
                  </a:lnTo>
                  <a:lnTo>
                    <a:pt x="79781" y="10988"/>
                  </a:lnTo>
                  <a:lnTo>
                    <a:pt x="80258" y="10988"/>
                  </a:lnTo>
                  <a:lnTo>
                    <a:pt x="80736" y="10988"/>
                  </a:lnTo>
                  <a:lnTo>
                    <a:pt x="81692" y="11943"/>
                  </a:lnTo>
                  <a:lnTo>
                    <a:pt x="83125" y="13376"/>
                  </a:lnTo>
                  <a:lnTo>
                    <a:pt x="84081" y="15765"/>
                  </a:lnTo>
                  <a:lnTo>
                    <a:pt x="84558" y="18631"/>
                  </a:lnTo>
                  <a:lnTo>
                    <a:pt x="85514" y="20064"/>
                  </a:lnTo>
                  <a:lnTo>
                    <a:pt x="85991" y="20064"/>
                  </a:lnTo>
                  <a:lnTo>
                    <a:pt x="86947" y="20542"/>
                  </a:lnTo>
                  <a:lnTo>
                    <a:pt x="87902" y="21020"/>
                  </a:lnTo>
                  <a:lnTo>
                    <a:pt x="87902" y="21498"/>
                  </a:lnTo>
                  <a:lnTo>
                    <a:pt x="88380" y="21975"/>
                  </a:lnTo>
                  <a:lnTo>
                    <a:pt x="88380" y="21975"/>
                  </a:lnTo>
                  <a:lnTo>
                    <a:pt x="88858" y="22453"/>
                  </a:lnTo>
                  <a:lnTo>
                    <a:pt x="89813" y="21975"/>
                  </a:lnTo>
                  <a:lnTo>
                    <a:pt x="91246" y="22931"/>
                  </a:lnTo>
                  <a:lnTo>
                    <a:pt x="92680" y="25320"/>
                  </a:lnTo>
                  <a:lnTo>
                    <a:pt x="92680" y="26275"/>
                  </a:lnTo>
                  <a:lnTo>
                    <a:pt x="92680" y="26753"/>
                  </a:lnTo>
                  <a:lnTo>
                    <a:pt x="92680" y="27230"/>
                  </a:lnTo>
                  <a:lnTo>
                    <a:pt x="93635" y="27230"/>
                  </a:lnTo>
                  <a:lnTo>
                    <a:pt x="94590" y="28186"/>
                  </a:lnTo>
                  <a:lnTo>
                    <a:pt x="95068" y="29141"/>
                  </a:lnTo>
                  <a:lnTo>
                    <a:pt x="96501" y="30097"/>
                  </a:lnTo>
                  <a:lnTo>
                    <a:pt x="98890" y="31052"/>
                  </a:lnTo>
                  <a:lnTo>
                    <a:pt x="100323" y="32008"/>
                  </a:lnTo>
                  <a:lnTo>
                    <a:pt x="101756" y="33919"/>
                  </a:lnTo>
                  <a:lnTo>
                    <a:pt x="101756" y="33919"/>
                  </a:lnTo>
                  <a:lnTo>
                    <a:pt x="103667" y="34874"/>
                  </a:lnTo>
                  <a:lnTo>
                    <a:pt x="104145" y="35352"/>
                  </a:lnTo>
                  <a:lnTo>
                    <a:pt x="106056" y="38218"/>
                  </a:lnTo>
                  <a:lnTo>
                    <a:pt x="105578" y="39651"/>
                  </a:lnTo>
                  <a:lnTo>
                    <a:pt x="105100" y="41562"/>
                  </a:lnTo>
                  <a:lnTo>
                    <a:pt x="106056" y="43473"/>
                  </a:lnTo>
                  <a:lnTo>
                    <a:pt x="107489" y="44429"/>
                  </a:lnTo>
                  <a:lnTo>
                    <a:pt x="108445" y="45384"/>
                  </a:lnTo>
                  <a:lnTo>
                    <a:pt x="109400" y="46340"/>
                  </a:lnTo>
                  <a:lnTo>
                    <a:pt x="109400" y="49206"/>
                  </a:lnTo>
                  <a:lnTo>
                    <a:pt x="109400" y="50639"/>
                  </a:lnTo>
                  <a:lnTo>
                    <a:pt x="109878" y="51595"/>
                  </a:lnTo>
                  <a:lnTo>
                    <a:pt x="110356" y="52550"/>
                  </a:lnTo>
                  <a:lnTo>
                    <a:pt x="110356" y="53505"/>
                  </a:lnTo>
                  <a:lnTo>
                    <a:pt x="109878" y="54461"/>
                  </a:lnTo>
                  <a:lnTo>
                    <a:pt x="108922" y="55417"/>
                  </a:lnTo>
                  <a:lnTo>
                    <a:pt x="108445" y="57328"/>
                  </a:lnTo>
                  <a:lnTo>
                    <a:pt x="110356" y="59238"/>
                  </a:lnTo>
                  <a:lnTo>
                    <a:pt x="111789" y="60671"/>
                  </a:lnTo>
                  <a:lnTo>
                    <a:pt x="111789" y="61149"/>
                  </a:lnTo>
                  <a:lnTo>
                    <a:pt x="112266" y="62105"/>
                  </a:lnTo>
                  <a:lnTo>
                    <a:pt x="113222" y="63060"/>
                  </a:lnTo>
                  <a:lnTo>
                    <a:pt x="113700" y="63060"/>
                  </a:lnTo>
                  <a:lnTo>
                    <a:pt x="114177" y="62105"/>
                  </a:lnTo>
                  <a:lnTo>
                    <a:pt x="114655" y="61627"/>
                  </a:lnTo>
                  <a:lnTo>
                    <a:pt x="116088" y="61627"/>
                  </a:lnTo>
                  <a:lnTo>
                    <a:pt x="117044" y="62105"/>
                  </a:lnTo>
                  <a:lnTo>
                    <a:pt x="117999" y="63538"/>
                  </a:lnTo>
                  <a:lnTo>
                    <a:pt x="118477" y="64493"/>
                  </a:lnTo>
                  <a:lnTo>
                    <a:pt x="118477" y="65927"/>
                  </a:lnTo>
                  <a:lnTo>
                    <a:pt x="119910" y="67360"/>
                  </a:lnTo>
                  <a:lnTo>
                    <a:pt x="120865" y="68315"/>
                  </a:lnTo>
                  <a:lnTo>
                    <a:pt x="120865" y="69271"/>
                  </a:lnTo>
                  <a:lnTo>
                    <a:pt x="121821" y="69748"/>
                  </a:lnTo>
                  <a:lnTo>
                    <a:pt x="121343" y="72137"/>
                  </a:lnTo>
                  <a:lnTo>
                    <a:pt x="121343" y="73093"/>
                  </a:lnTo>
                  <a:lnTo>
                    <a:pt x="120865" y="75959"/>
                  </a:lnTo>
                  <a:lnTo>
                    <a:pt x="120388" y="76914"/>
                  </a:lnTo>
                  <a:lnTo>
                    <a:pt x="120388" y="77392"/>
                  </a:lnTo>
                  <a:lnTo>
                    <a:pt x="121821" y="7882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5" name="Freeform 2384">
              <a:extLst>
                <a:ext uri="{FF2B5EF4-FFF2-40B4-BE49-F238E27FC236}">
                  <a16:creationId xmlns:a16="http://schemas.microsoft.com/office/drawing/2014/main" id="{58042BA6-D786-2CEE-7C9B-084A7A79B886}"/>
                </a:ext>
              </a:extLst>
            </p:cNvPr>
            <p:cNvSpPr/>
            <p:nvPr/>
          </p:nvSpPr>
          <p:spPr>
            <a:xfrm>
              <a:off x="4439711" y="1735711"/>
              <a:ext cx="1217254" cy="1639089"/>
            </a:xfrm>
            <a:custGeom>
              <a:avLst/>
              <a:gdLst>
                <a:gd name="csX0" fmla="*/ 1214866 w 1217254"/>
                <a:gd name="csY0" fmla="*/ 296192 h 1639089"/>
                <a:gd name="csX1" fmla="*/ 1217255 w 1217254"/>
                <a:gd name="csY1" fmla="*/ 298581 h 1639089"/>
                <a:gd name="csX2" fmla="*/ 1217255 w 1217254"/>
                <a:gd name="csY2" fmla="*/ 301447 h 1639089"/>
                <a:gd name="csX3" fmla="*/ 1215344 w 1217254"/>
                <a:gd name="csY3" fmla="*/ 305747 h 1639089"/>
                <a:gd name="csX4" fmla="*/ 1201490 w 1217254"/>
                <a:gd name="csY4" fmla="*/ 319601 h 1639089"/>
                <a:gd name="csX5" fmla="*/ 1196712 w 1217254"/>
                <a:gd name="csY5" fmla="*/ 328678 h 1639089"/>
                <a:gd name="csX6" fmla="*/ 1183814 w 1217254"/>
                <a:gd name="csY6" fmla="*/ 345876 h 1639089"/>
                <a:gd name="csX7" fmla="*/ 1177125 w 1217254"/>
                <a:gd name="csY7" fmla="*/ 351609 h 1639089"/>
                <a:gd name="csX8" fmla="*/ 1170437 w 1217254"/>
                <a:gd name="csY8" fmla="*/ 353998 h 1639089"/>
                <a:gd name="csX9" fmla="*/ 1162316 w 1217254"/>
                <a:gd name="csY9" fmla="*/ 354475 h 1639089"/>
                <a:gd name="csX10" fmla="*/ 1157538 w 1217254"/>
                <a:gd name="csY10" fmla="*/ 356864 h 1639089"/>
                <a:gd name="csX11" fmla="*/ 1156583 w 1217254"/>
                <a:gd name="csY11" fmla="*/ 359253 h 1639089"/>
                <a:gd name="csX12" fmla="*/ 1160405 w 1217254"/>
                <a:gd name="csY12" fmla="*/ 366418 h 1639089"/>
                <a:gd name="csX13" fmla="*/ 1161838 w 1217254"/>
                <a:gd name="csY13" fmla="*/ 371196 h 1639089"/>
                <a:gd name="csX14" fmla="*/ 1161838 w 1217254"/>
                <a:gd name="csY14" fmla="*/ 375495 h 1639089"/>
                <a:gd name="csX15" fmla="*/ 1158016 w 1217254"/>
                <a:gd name="csY15" fmla="*/ 381706 h 1639089"/>
                <a:gd name="csX16" fmla="*/ 1156583 w 1217254"/>
                <a:gd name="csY16" fmla="*/ 383139 h 1639089"/>
                <a:gd name="csX17" fmla="*/ 1142729 w 1217254"/>
                <a:gd name="csY17" fmla="*/ 387916 h 1639089"/>
                <a:gd name="csX18" fmla="*/ 1135563 w 1217254"/>
                <a:gd name="csY18" fmla="*/ 396038 h 1639089"/>
                <a:gd name="csX19" fmla="*/ 1126964 w 1217254"/>
                <a:gd name="csY19" fmla="*/ 396993 h 1639089"/>
                <a:gd name="csX20" fmla="*/ 1120276 w 1217254"/>
                <a:gd name="csY20" fmla="*/ 396038 h 1639089"/>
                <a:gd name="csX21" fmla="*/ 1111676 w 1217254"/>
                <a:gd name="csY21" fmla="*/ 404637 h 1639089"/>
                <a:gd name="csX22" fmla="*/ 1115021 w 1217254"/>
                <a:gd name="csY22" fmla="*/ 411325 h 1639089"/>
                <a:gd name="csX23" fmla="*/ 1118365 w 1217254"/>
                <a:gd name="csY23" fmla="*/ 414669 h 1639089"/>
                <a:gd name="csX24" fmla="*/ 1127919 w 1217254"/>
                <a:gd name="csY24" fmla="*/ 420880 h 1639089"/>
                <a:gd name="csX25" fmla="*/ 1127919 w 1217254"/>
                <a:gd name="csY25" fmla="*/ 424224 h 1639089"/>
                <a:gd name="csX26" fmla="*/ 1123620 w 1217254"/>
                <a:gd name="csY26" fmla="*/ 431390 h 1639089"/>
                <a:gd name="csX27" fmla="*/ 1116931 w 1217254"/>
                <a:gd name="csY27" fmla="*/ 439511 h 1639089"/>
                <a:gd name="csX28" fmla="*/ 1109288 w 1217254"/>
                <a:gd name="csY28" fmla="*/ 445244 h 1639089"/>
                <a:gd name="csX29" fmla="*/ 1106422 w 1217254"/>
                <a:gd name="csY29" fmla="*/ 446199 h 1639089"/>
                <a:gd name="csX30" fmla="*/ 1103077 w 1217254"/>
                <a:gd name="csY30" fmla="*/ 444766 h 1639089"/>
                <a:gd name="csX31" fmla="*/ 1099733 w 1217254"/>
                <a:gd name="csY31" fmla="*/ 445244 h 1639089"/>
                <a:gd name="csX32" fmla="*/ 1092567 w 1217254"/>
                <a:gd name="csY32" fmla="*/ 447632 h 1639089"/>
                <a:gd name="csX33" fmla="*/ 1085879 w 1217254"/>
                <a:gd name="csY33" fmla="*/ 448110 h 1639089"/>
                <a:gd name="csX34" fmla="*/ 1073458 w 1217254"/>
                <a:gd name="csY34" fmla="*/ 444288 h 1639089"/>
                <a:gd name="csX35" fmla="*/ 1066770 w 1217254"/>
                <a:gd name="csY35" fmla="*/ 439989 h 1639089"/>
                <a:gd name="csX36" fmla="*/ 1062948 w 1217254"/>
                <a:gd name="csY36" fmla="*/ 438556 h 1639089"/>
                <a:gd name="csX37" fmla="*/ 1058649 w 1217254"/>
                <a:gd name="csY37" fmla="*/ 439033 h 1639089"/>
                <a:gd name="csX38" fmla="*/ 1057215 w 1217254"/>
                <a:gd name="csY38" fmla="*/ 440944 h 1639089"/>
                <a:gd name="csX39" fmla="*/ 1050049 w 1217254"/>
                <a:gd name="csY39" fmla="*/ 450977 h 1639089"/>
                <a:gd name="csX40" fmla="*/ 1046705 w 1217254"/>
                <a:gd name="csY40" fmla="*/ 458143 h 1639089"/>
                <a:gd name="csX41" fmla="*/ 1044317 w 1217254"/>
                <a:gd name="csY41" fmla="*/ 465309 h 1639089"/>
                <a:gd name="csX42" fmla="*/ 1043361 w 1217254"/>
                <a:gd name="csY42" fmla="*/ 472952 h 1639089"/>
                <a:gd name="csX43" fmla="*/ 1043839 w 1217254"/>
                <a:gd name="csY43" fmla="*/ 481074 h 1639089"/>
                <a:gd name="csX44" fmla="*/ 1044794 w 1217254"/>
                <a:gd name="csY44" fmla="*/ 486806 h 1639089"/>
                <a:gd name="csX45" fmla="*/ 1046227 w 1217254"/>
                <a:gd name="csY45" fmla="*/ 489673 h 1639089"/>
                <a:gd name="csX46" fmla="*/ 1047661 w 1217254"/>
                <a:gd name="csY46" fmla="*/ 491584 h 1639089"/>
                <a:gd name="csX47" fmla="*/ 1050527 w 1217254"/>
                <a:gd name="csY47" fmla="*/ 492539 h 1639089"/>
                <a:gd name="csX48" fmla="*/ 1056738 w 1217254"/>
                <a:gd name="csY48" fmla="*/ 491584 h 1639089"/>
                <a:gd name="csX49" fmla="*/ 1059604 w 1217254"/>
                <a:gd name="csY49" fmla="*/ 492061 h 1639089"/>
                <a:gd name="csX50" fmla="*/ 1060082 w 1217254"/>
                <a:gd name="csY50" fmla="*/ 493972 h 1639089"/>
                <a:gd name="csX51" fmla="*/ 1061515 w 1217254"/>
                <a:gd name="csY51" fmla="*/ 499227 h 1639089"/>
                <a:gd name="csX52" fmla="*/ 1061515 w 1217254"/>
                <a:gd name="csY52" fmla="*/ 504005 h 1639089"/>
                <a:gd name="csX53" fmla="*/ 1060082 w 1217254"/>
                <a:gd name="csY53" fmla="*/ 510693 h 1639089"/>
                <a:gd name="csX54" fmla="*/ 1059126 w 1217254"/>
                <a:gd name="csY54" fmla="*/ 518814 h 1639089"/>
                <a:gd name="csX55" fmla="*/ 1058649 w 1217254"/>
                <a:gd name="csY55" fmla="*/ 527413 h 1639089"/>
                <a:gd name="csX56" fmla="*/ 1059126 w 1217254"/>
                <a:gd name="csY56" fmla="*/ 532668 h 1639089"/>
                <a:gd name="csX57" fmla="*/ 1061515 w 1217254"/>
                <a:gd name="csY57" fmla="*/ 533624 h 1639089"/>
                <a:gd name="csX58" fmla="*/ 1062948 w 1217254"/>
                <a:gd name="csY58" fmla="*/ 533146 h 1639089"/>
                <a:gd name="csX59" fmla="*/ 1064381 w 1217254"/>
                <a:gd name="csY59" fmla="*/ 535057 h 1639089"/>
                <a:gd name="csX60" fmla="*/ 1065815 w 1217254"/>
                <a:gd name="csY60" fmla="*/ 538401 h 1639089"/>
                <a:gd name="csX61" fmla="*/ 1066770 w 1217254"/>
                <a:gd name="csY61" fmla="*/ 542223 h 1639089"/>
                <a:gd name="csX62" fmla="*/ 1067725 w 1217254"/>
                <a:gd name="csY62" fmla="*/ 546045 h 1639089"/>
                <a:gd name="csX63" fmla="*/ 1067248 w 1217254"/>
                <a:gd name="csY63" fmla="*/ 549389 h 1639089"/>
                <a:gd name="csX64" fmla="*/ 1065815 w 1217254"/>
                <a:gd name="csY64" fmla="*/ 551778 h 1639089"/>
                <a:gd name="csX65" fmla="*/ 1061993 w 1217254"/>
                <a:gd name="csY65" fmla="*/ 554644 h 1639089"/>
                <a:gd name="csX66" fmla="*/ 1052916 w 1217254"/>
                <a:gd name="csY66" fmla="*/ 559899 h 1639089"/>
                <a:gd name="csX67" fmla="*/ 1051960 w 1217254"/>
                <a:gd name="csY67" fmla="*/ 561810 h 1639089"/>
                <a:gd name="csX68" fmla="*/ 1051483 w 1217254"/>
                <a:gd name="csY68" fmla="*/ 565154 h 1639089"/>
                <a:gd name="csX69" fmla="*/ 1050527 w 1217254"/>
                <a:gd name="csY69" fmla="*/ 570409 h 1639089"/>
                <a:gd name="csX70" fmla="*/ 1049572 w 1217254"/>
                <a:gd name="csY70" fmla="*/ 574709 h 1639089"/>
                <a:gd name="csX71" fmla="*/ 1048139 w 1217254"/>
                <a:gd name="csY71" fmla="*/ 579008 h 1639089"/>
                <a:gd name="csX72" fmla="*/ 1046227 w 1217254"/>
                <a:gd name="csY72" fmla="*/ 581397 h 1639089"/>
                <a:gd name="csX73" fmla="*/ 1043361 w 1217254"/>
                <a:gd name="csY73" fmla="*/ 582352 h 1639089"/>
                <a:gd name="csX74" fmla="*/ 1039539 w 1217254"/>
                <a:gd name="csY74" fmla="*/ 582352 h 1639089"/>
                <a:gd name="csX75" fmla="*/ 1035240 w 1217254"/>
                <a:gd name="csY75" fmla="*/ 584741 h 1639089"/>
                <a:gd name="csX76" fmla="*/ 1024730 w 1217254"/>
                <a:gd name="csY76" fmla="*/ 598117 h 1639089"/>
                <a:gd name="csX77" fmla="*/ 1024730 w 1217254"/>
                <a:gd name="csY77" fmla="*/ 600028 h 1639089"/>
                <a:gd name="csX78" fmla="*/ 1028551 w 1217254"/>
                <a:gd name="csY78" fmla="*/ 604328 h 1639089"/>
                <a:gd name="csX79" fmla="*/ 1028551 w 1217254"/>
                <a:gd name="csY79" fmla="*/ 607672 h 1639089"/>
                <a:gd name="csX80" fmla="*/ 1023774 w 1217254"/>
                <a:gd name="csY80" fmla="*/ 623915 h 1639089"/>
                <a:gd name="csX81" fmla="*/ 1022341 w 1217254"/>
                <a:gd name="csY81" fmla="*/ 631558 h 1639089"/>
                <a:gd name="csX82" fmla="*/ 1021385 w 1217254"/>
                <a:gd name="csY82" fmla="*/ 642068 h 1639089"/>
                <a:gd name="csX83" fmla="*/ 1019475 w 1217254"/>
                <a:gd name="csY83" fmla="*/ 651145 h 1639089"/>
                <a:gd name="csX84" fmla="*/ 1017564 w 1217254"/>
                <a:gd name="csY84" fmla="*/ 658311 h 1639089"/>
                <a:gd name="csX85" fmla="*/ 1015175 w 1217254"/>
                <a:gd name="csY85" fmla="*/ 666433 h 1639089"/>
                <a:gd name="csX86" fmla="*/ 1012786 w 1217254"/>
                <a:gd name="csY86" fmla="*/ 675510 h 1639089"/>
                <a:gd name="csX87" fmla="*/ 1013264 w 1217254"/>
                <a:gd name="csY87" fmla="*/ 682675 h 1639089"/>
                <a:gd name="csX88" fmla="*/ 1016131 w 1217254"/>
                <a:gd name="csY88" fmla="*/ 687453 h 1639089"/>
                <a:gd name="csX89" fmla="*/ 1019952 w 1217254"/>
                <a:gd name="csY89" fmla="*/ 683631 h 1639089"/>
                <a:gd name="csX90" fmla="*/ 1024730 w 1217254"/>
                <a:gd name="csY90" fmla="*/ 670732 h 1639089"/>
                <a:gd name="csX91" fmla="*/ 1030462 w 1217254"/>
                <a:gd name="csY91" fmla="*/ 665477 h 1639089"/>
                <a:gd name="csX92" fmla="*/ 1036195 w 1217254"/>
                <a:gd name="csY92" fmla="*/ 666910 h 1639089"/>
                <a:gd name="csX93" fmla="*/ 1040973 w 1217254"/>
                <a:gd name="csY93" fmla="*/ 669777 h 1639089"/>
                <a:gd name="csX94" fmla="*/ 1047661 w 1217254"/>
                <a:gd name="csY94" fmla="*/ 674554 h 1639089"/>
                <a:gd name="csX95" fmla="*/ 1052916 w 1217254"/>
                <a:gd name="csY95" fmla="*/ 677898 h 1639089"/>
                <a:gd name="csX96" fmla="*/ 1057693 w 1217254"/>
                <a:gd name="csY96" fmla="*/ 681720 h 1639089"/>
                <a:gd name="csX97" fmla="*/ 1059604 w 1217254"/>
                <a:gd name="csY97" fmla="*/ 685542 h 1639089"/>
                <a:gd name="csX98" fmla="*/ 1061515 w 1217254"/>
                <a:gd name="csY98" fmla="*/ 690319 h 1639089"/>
                <a:gd name="csX99" fmla="*/ 1061515 w 1217254"/>
                <a:gd name="csY99" fmla="*/ 693185 h 1639089"/>
                <a:gd name="csX100" fmla="*/ 1058171 w 1217254"/>
                <a:gd name="csY100" fmla="*/ 695096 h 1639089"/>
                <a:gd name="csX101" fmla="*/ 1056738 w 1217254"/>
                <a:gd name="csY101" fmla="*/ 694141 h 1639089"/>
                <a:gd name="csX102" fmla="*/ 1048139 w 1217254"/>
                <a:gd name="csY102" fmla="*/ 686497 h 1639089"/>
                <a:gd name="csX103" fmla="*/ 1044317 w 1217254"/>
                <a:gd name="csY103" fmla="*/ 684109 h 1639089"/>
                <a:gd name="csX104" fmla="*/ 1038584 w 1217254"/>
                <a:gd name="csY104" fmla="*/ 686975 h 1639089"/>
                <a:gd name="csX105" fmla="*/ 1033807 w 1217254"/>
                <a:gd name="csY105" fmla="*/ 690319 h 1639089"/>
                <a:gd name="csX106" fmla="*/ 1038106 w 1217254"/>
                <a:gd name="csY106" fmla="*/ 704651 h 1639089"/>
                <a:gd name="csX107" fmla="*/ 1042883 w 1217254"/>
                <a:gd name="csY107" fmla="*/ 711339 h 1639089"/>
                <a:gd name="csX108" fmla="*/ 1051005 w 1217254"/>
                <a:gd name="csY108" fmla="*/ 714206 h 1639089"/>
                <a:gd name="csX109" fmla="*/ 1055782 w 1217254"/>
                <a:gd name="csY109" fmla="*/ 717550 h 1639089"/>
                <a:gd name="csX110" fmla="*/ 1058649 w 1217254"/>
                <a:gd name="csY110" fmla="*/ 721371 h 1639089"/>
                <a:gd name="csX111" fmla="*/ 1061037 w 1217254"/>
                <a:gd name="csY111" fmla="*/ 723760 h 1639089"/>
                <a:gd name="csX112" fmla="*/ 1064859 w 1217254"/>
                <a:gd name="csY112" fmla="*/ 722805 h 1639089"/>
                <a:gd name="csX113" fmla="*/ 1069158 w 1217254"/>
                <a:gd name="csY113" fmla="*/ 718983 h 1639089"/>
                <a:gd name="csX114" fmla="*/ 1075369 w 1217254"/>
                <a:gd name="csY114" fmla="*/ 718505 h 1639089"/>
                <a:gd name="csX115" fmla="*/ 1078235 w 1217254"/>
                <a:gd name="csY115" fmla="*/ 720416 h 1639089"/>
                <a:gd name="csX116" fmla="*/ 1080146 w 1217254"/>
                <a:gd name="csY116" fmla="*/ 724238 h 1639089"/>
                <a:gd name="csX117" fmla="*/ 1081102 w 1217254"/>
                <a:gd name="csY117" fmla="*/ 730926 h 1639089"/>
                <a:gd name="csX118" fmla="*/ 1081102 w 1217254"/>
                <a:gd name="csY118" fmla="*/ 740481 h 1639089"/>
                <a:gd name="csX119" fmla="*/ 1080624 w 1217254"/>
                <a:gd name="csY119" fmla="*/ 748124 h 1639089"/>
                <a:gd name="csX120" fmla="*/ 1079191 w 1217254"/>
                <a:gd name="csY120" fmla="*/ 752902 h 1639089"/>
                <a:gd name="csX121" fmla="*/ 1076802 w 1217254"/>
                <a:gd name="csY121" fmla="*/ 759590 h 1639089"/>
                <a:gd name="csX122" fmla="*/ 1074891 w 1217254"/>
                <a:gd name="csY122" fmla="*/ 760545 h 1639089"/>
                <a:gd name="csX123" fmla="*/ 1072503 w 1217254"/>
                <a:gd name="csY123" fmla="*/ 760068 h 1639089"/>
                <a:gd name="csX124" fmla="*/ 1070114 w 1217254"/>
                <a:gd name="csY124" fmla="*/ 759112 h 1639089"/>
                <a:gd name="csX125" fmla="*/ 1067725 w 1217254"/>
                <a:gd name="csY125" fmla="*/ 756724 h 1639089"/>
                <a:gd name="csX126" fmla="*/ 1063904 w 1217254"/>
                <a:gd name="csY126" fmla="*/ 754813 h 1639089"/>
                <a:gd name="csX127" fmla="*/ 1057215 w 1217254"/>
                <a:gd name="csY127" fmla="*/ 752902 h 1639089"/>
                <a:gd name="csX128" fmla="*/ 1050049 w 1217254"/>
                <a:gd name="csY128" fmla="*/ 748602 h 1639089"/>
                <a:gd name="csX129" fmla="*/ 1046227 w 1217254"/>
                <a:gd name="csY129" fmla="*/ 747647 h 1639089"/>
                <a:gd name="csX130" fmla="*/ 1037628 w 1217254"/>
                <a:gd name="csY130" fmla="*/ 748124 h 1639089"/>
                <a:gd name="csX131" fmla="*/ 1028551 w 1217254"/>
                <a:gd name="csY131" fmla="*/ 750513 h 1639089"/>
                <a:gd name="csX132" fmla="*/ 1028551 w 1217254"/>
                <a:gd name="csY132" fmla="*/ 754335 h 1639089"/>
                <a:gd name="csX133" fmla="*/ 1015175 w 1217254"/>
                <a:gd name="csY133" fmla="*/ 766756 h 1639089"/>
                <a:gd name="csX134" fmla="*/ 1012786 w 1217254"/>
                <a:gd name="csY134" fmla="*/ 766278 h 1639089"/>
                <a:gd name="csX135" fmla="*/ 1008965 w 1217254"/>
                <a:gd name="csY135" fmla="*/ 762456 h 1639089"/>
                <a:gd name="csX136" fmla="*/ 1004187 w 1217254"/>
                <a:gd name="csY136" fmla="*/ 758157 h 1639089"/>
                <a:gd name="csX137" fmla="*/ 1001321 w 1217254"/>
                <a:gd name="csY137" fmla="*/ 758157 h 1639089"/>
                <a:gd name="csX138" fmla="*/ 996544 w 1217254"/>
                <a:gd name="csY138" fmla="*/ 763412 h 1639089"/>
                <a:gd name="csX139" fmla="*/ 995588 w 1217254"/>
                <a:gd name="csY139" fmla="*/ 765323 h 1639089"/>
                <a:gd name="csX140" fmla="*/ 995588 w 1217254"/>
                <a:gd name="csY140" fmla="*/ 767234 h 1639089"/>
                <a:gd name="csX141" fmla="*/ 998932 w 1217254"/>
                <a:gd name="csY141" fmla="*/ 771533 h 1639089"/>
                <a:gd name="csX142" fmla="*/ 1000366 w 1217254"/>
                <a:gd name="csY142" fmla="*/ 772489 h 1639089"/>
                <a:gd name="csX143" fmla="*/ 1001799 w 1217254"/>
                <a:gd name="csY143" fmla="*/ 773444 h 1639089"/>
                <a:gd name="csX144" fmla="*/ 1007532 w 1217254"/>
                <a:gd name="csY144" fmla="*/ 774399 h 1639089"/>
                <a:gd name="csX145" fmla="*/ 1010398 w 1217254"/>
                <a:gd name="csY145" fmla="*/ 775355 h 1639089"/>
                <a:gd name="csX146" fmla="*/ 1012309 w 1217254"/>
                <a:gd name="csY146" fmla="*/ 789209 h 1639089"/>
                <a:gd name="csX147" fmla="*/ 1016131 w 1217254"/>
                <a:gd name="csY147" fmla="*/ 797331 h 1639089"/>
                <a:gd name="csX148" fmla="*/ 1018042 w 1217254"/>
                <a:gd name="csY148" fmla="*/ 798764 h 1639089"/>
                <a:gd name="csX149" fmla="*/ 1019475 w 1217254"/>
                <a:gd name="csY149" fmla="*/ 799719 h 1639089"/>
                <a:gd name="csX150" fmla="*/ 1023774 w 1217254"/>
                <a:gd name="csY150" fmla="*/ 799241 h 1639089"/>
                <a:gd name="csX151" fmla="*/ 1029985 w 1217254"/>
                <a:gd name="csY151" fmla="*/ 796375 h 1639089"/>
                <a:gd name="csX152" fmla="*/ 1031896 w 1217254"/>
                <a:gd name="csY152" fmla="*/ 798764 h 1639089"/>
                <a:gd name="csX153" fmla="*/ 1036195 w 1217254"/>
                <a:gd name="csY153" fmla="*/ 801152 h 1639089"/>
                <a:gd name="csX154" fmla="*/ 1038584 w 1217254"/>
                <a:gd name="csY154" fmla="*/ 802108 h 1639089"/>
                <a:gd name="csX155" fmla="*/ 1041928 w 1217254"/>
                <a:gd name="csY155" fmla="*/ 802108 h 1639089"/>
                <a:gd name="csX156" fmla="*/ 1045272 w 1217254"/>
                <a:gd name="csY156" fmla="*/ 803063 h 1639089"/>
                <a:gd name="csX157" fmla="*/ 1050049 w 1217254"/>
                <a:gd name="csY157" fmla="*/ 810707 h 1639089"/>
                <a:gd name="csX158" fmla="*/ 1048139 w 1217254"/>
                <a:gd name="csY158" fmla="*/ 819784 h 1639089"/>
                <a:gd name="csX159" fmla="*/ 1051005 w 1217254"/>
                <a:gd name="csY159" fmla="*/ 827427 h 1639089"/>
                <a:gd name="csX160" fmla="*/ 1055782 w 1217254"/>
                <a:gd name="csY160" fmla="*/ 835071 h 1639089"/>
                <a:gd name="csX161" fmla="*/ 1057215 w 1217254"/>
                <a:gd name="csY161" fmla="*/ 837460 h 1639089"/>
                <a:gd name="csX162" fmla="*/ 1057693 w 1217254"/>
                <a:gd name="csY162" fmla="*/ 842715 h 1639089"/>
                <a:gd name="csX163" fmla="*/ 1057693 w 1217254"/>
                <a:gd name="csY163" fmla="*/ 846059 h 1639089"/>
                <a:gd name="csX164" fmla="*/ 1058171 w 1217254"/>
                <a:gd name="csY164" fmla="*/ 848925 h 1639089"/>
                <a:gd name="csX165" fmla="*/ 1058649 w 1217254"/>
                <a:gd name="csY165" fmla="*/ 851792 h 1639089"/>
                <a:gd name="csX166" fmla="*/ 1059126 w 1217254"/>
                <a:gd name="csY166" fmla="*/ 857047 h 1639089"/>
                <a:gd name="csX167" fmla="*/ 1060082 w 1217254"/>
                <a:gd name="csY167" fmla="*/ 864690 h 1639089"/>
                <a:gd name="csX168" fmla="*/ 1059604 w 1217254"/>
                <a:gd name="csY168" fmla="*/ 870901 h 1639089"/>
                <a:gd name="csX169" fmla="*/ 1058649 w 1217254"/>
                <a:gd name="csY169" fmla="*/ 876156 h 1639089"/>
                <a:gd name="csX170" fmla="*/ 1056738 w 1217254"/>
                <a:gd name="csY170" fmla="*/ 879500 h 1639089"/>
                <a:gd name="csX171" fmla="*/ 1053871 w 1217254"/>
                <a:gd name="csY171" fmla="*/ 881889 h 1639089"/>
                <a:gd name="csX172" fmla="*/ 1051483 w 1217254"/>
                <a:gd name="csY172" fmla="*/ 880933 h 1639089"/>
                <a:gd name="csX173" fmla="*/ 1049572 w 1217254"/>
                <a:gd name="csY173" fmla="*/ 877589 h 1639089"/>
                <a:gd name="csX174" fmla="*/ 1046705 w 1217254"/>
                <a:gd name="csY174" fmla="*/ 874245 h 1639089"/>
                <a:gd name="csX175" fmla="*/ 1043361 w 1217254"/>
                <a:gd name="csY175" fmla="*/ 870423 h 1639089"/>
                <a:gd name="csX176" fmla="*/ 1037628 w 1217254"/>
                <a:gd name="csY176" fmla="*/ 869945 h 1639089"/>
                <a:gd name="csX177" fmla="*/ 1029507 w 1217254"/>
                <a:gd name="csY177" fmla="*/ 880933 h 1639089"/>
                <a:gd name="csX178" fmla="*/ 1025685 w 1217254"/>
                <a:gd name="csY178" fmla="*/ 881889 h 1639089"/>
                <a:gd name="csX179" fmla="*/ 1022819 w 1217254"/>
                <a:gd name="csY179" fmla="*/ 882844 h 1639089"/>
                <a:gd name="csX180" fmla="*/ 1019475 w 1217254"/>
                <a:gd name="csY180" fmla="*/ 887621 h 1639089"/>
                <a:gd name="csX181" fmla="*/ 1014697 w 1217254"/>
                <a:gd name="csY181" fmla="*/ 890488 h 1639089"/>
                <a:gd name="csX182" fmla="*/ 1010398 w 1217254"/>
                <a:gd name="csY182" fmla="*/ 889532 h 1639089"/>
                <a:gd name="csX183" fmla="*/ 1003232 w 1217254"/>
                <a:gd name="csY183" fmla="*/ 883800 h 1639089"/>
                <a:gd name="csX184" fmla="*/ 1005620 w 1217254"/>
                <a:gd name="csY184" fmla="*/ 887621 h 1639089"/>
                <a:gd name="csX185" fmla="*/ 1009442 w 1217254"/>
                <a:gd name="csY185" fmla="*/ 891921 h 1639089"/>
                <a:gd name="csX186" fmla="*/ 1011831 w 1217254"/>
                <a:gd name="csY186" fmla="*/ 894310 h 1639089"/>
                <a:gd name="csX187" fmla="*/ 1013742 w 1217254"/>
                <a:gd name="csY187" fmla="*/ 894787 h 1639089"/>
                <a:gd name="csX188" fmla="*/ 1015653 w 1217254"/>
                <a:gd name="csY188" fmla="*/ 894310 h 1639089"/>
                <a:gd name="csX189" fmla="*/ 1018519 w 1217254"/>
                <a:gd name="csY189" fmla="*/ 892399 h 1639089"/>
                <a:gd name="csX190" fmla="*/ 1024730 w 1217254"/>
                <a:gd name="csY190" fmla="*/ 887621 h 1639089"/>
                <a:gd name="csX191" fmla="*/ 1026163 w 1217254"/>
                <a:gd name="csY191" fmla="*/ 886666 h 1639089"/>
                <a:gd name="csX192" fmla="*/ 1027596 w 1217254"/>
                <a:gd name="csY192" fmla="*/ 887144 h 1639089"/>
                <a:gd name="csX193" fmla="*/ 1029029 w 1217254"/>
                <a:gd name="csY193" fmla="*/ 888577 h 1639089"/>
                <a:gd name="csX194" fmla="*/ 1030462 w 1217254"/>
                <a:gd name="csY194" fmla="*/ 892876 h 1639089"/>
                <a:gd name="csX195" fmla="*/ 1031896 w 1217254"/>
                <a:gd name="csY195" fmla="*/ 900042 h 1639089"/>
                <a:gd name="csX196" fmla="*/ 1031418 w 1217254"/>
                <a:gd name="csY196" fmla="*/ 905775 h 1639089"/>
                <a:gd name="csX197" fmla="*/ 1029507 w 1217254"/>
                <a:gd name="csY197" fmla="*/ 910552 h 1639089"/>
                <a:gd name="csX198" fmla="*/ 1028074 w 1217254"/>
                <a:gd name="csY198" fmla="*/ 913896 h 1639089"/>
                <a:gd name="csX199" fmla="*/ 1026641 w 1217254"/>
                <a:gd name="csY199" fmla="*/ 915330 h 1639089"/>
                <a:gd name="csX200" fmla="*/ 1026641 w 1217254"/>
                <a:gd name="csY200" fmla="*/ 916285 h 1639089"/>
                <a:gd name="csX201" fmla="*/ 1030462 w 1217254"/>
                <a:gd name="csY201" fmla="*/ 917718 h 1639089"/>
                <a:gd name="csX202" fmla="*/ 1035240 w 1217254"/>
                <a:gd name="csY202" fmla="*/ 911030 h 1639089"/>
                <a:gd name="csX203" fmla="*/ 1036673 w 1217254"/>
                <a:gd name="csY203" fmla="*/ 903386 h 1639089"/>
                <a:gd name="csX204" fmla="*/ 1039062 w 1217254"/>
                <a:gd name="csY204" fmla="*/ 893832 h 1639089"/>
                <a:gd name="csX205" fmla="*/ 1043361 w 1217254"/>
                <a:gd name="csY205" fmla="*/ 890966 h 1639089"/>
                <a:gd name="csX206" fmla="*/ 1047661 w 1217254"/>
                <a:gd name="csY206" fmla="*/ 893832 h 1639089"/>
                <a:gd name="csX207" fmla="*/ 1051483 w 1217254"/>
                <a:gd name="csY207" fmla="*/ 902431 h 1639089"/>
                <a:gd name="csX208" fmla="*/ 1056738 w 1217254"/>
                <a:gd name="csY208" fmla="*/ 918196 h 1639089"/>
                <a:gd name="csX209" fmla="*/ 1058649 w 1217254"/>
                <a:gd name="csY209" fmla="*/ 920107 h 1639089"/>
                <a:gd name="csX210" fmla="*/ 1061515 w 1217254"/>
                <a:gd name="csY210" fmla="*/ 923451 h 1639089"/>
                <a:gd name="csX211" fmla="*/ 1062948 w 1217254"/>
                <a:gd name="csY211" fmla="*/ 928228 h 1639089"/>
                <a:gd name="csX212" fmla="*/ 1062470 w 1217254"/>
                <a:gd name="csY212" fmla="*/ 933483 h 1639089"/>
                <a:gd name="csX213" fmla="*/ 1061993 w 1217254"/>
                <a:gd name="csY213" fmla="*/ 937305 h 1639089"/>
                <a:gd name="csX214" fmla="*/ 1061037 w 1217254"/>
                <a:gd name="csY214" fmla="*/ 939694 h 1639089"/>
                <a:gd name="csX215" fmla="*/ 1060082 w 1217254"/>
                <a:gd name="csY215" fmla="*/ 941605 h 1639089"/>
                <a:gd name="csX216" fmla="*/ 1058171 w 1217254"/>
                <a:gd name="csY216" fmla="*/ 942560 h 1639089"/>
                <a:gd name="csX217" fmla="*/ 1054349 w 1217254"/>
                <a:gd name="csY217" fmla="*/ 943038 h 1639089"/>
                <a:gd name="csX218" fmla="*/ 1046227 w 1217254"/>
                <a:gd name="csY218" fmla="*/ 941605 h 1639089"/>
                <a:gd name="csX219" fmla="*/ 1042406 w 1217254"/>
                <a:gd name="csY219" fmla="*/ 941605 h 1639089"/>
                <a:gd name="csX220" fmla="*/ 1042883 w 1217254"/>
                <a:gd name="csY220" fmla="*/ 946860 h 1639089"/>
                <a:gd name="csX221" fmla="*/ 1034284 w 1217254"/>
                <a:gd name="csY221" fmla="*/ 951159 h 1639089"/>
                <a:gd name="csX222" fmla="*/ 1025208 w 1217254"/>
                <a:gd name="csY222" fmla="*/ 953070 h 1639089"/>
                <a:gd name="csX223" fmla="*/ 1016131 w 1217254"/>
                <a:gd name="csY223" fmla="*/ 949726 h 1639089"/>
                <a:gd name="csX224" fmla="*/ 1008487 w 1217254"/>
                <a:gd name="csY224" fmla="*/ 943993 h 1639089"/>
                <a:gd name="csX225" fmla="*/ 1010876 w 1217254"/>
                <a:gd name="csY225" fmla="*/ 936350 h 1639089"/>
                <a:gd name="csX226" fmla="*/ 1012309 w 1217254"/>
                <a:gd name="csY226" fmla="*/ 928228 h 1639089"/>
                <a:gd name="csX227" fmla="*/ 1008965 w 1217254"/>
                <a:gd name="csY227" fmla="*/ 922496 h 1639089"/>
                <a:gd name="csX228" fmla="*/ 1008009 w 1217254"/>
                <a:gd name="csY228" fmla="*/ 922018 h 1639089"/>
                <a:gd name="csX229" fmla="*/ 1009442 w 1217254"/>
                <a:gd name="csY229" fmla="*/ 931095 h 1639089"/>
                <a:gd name="csX230" fmla="*/ 1008487 w 1217254"/>
                <a:gd name="csY230" fmla="*/ 934439 h 1639089"/>
                <a:gd name="csX231" fmla="*/ 1004187 w 1217254"/>
                <a:gd name="csY231" fmla="*/ 938261 h 1639089"/>
                <a:gd name="csX232" fmla="*/ 1001321 w 1217254"/>
                <a:gd name="csY232" fmla="*/ 940172 h 1639089"/>
                <a:gd name="csX233" fmla="*/ 1001321 w 1217254"/>
                <a:gd name="csY233" fmla="*/ 941127 h 1639089"/>
                <a:gd name="csX234" fmla="*/ 1002276 w 1217254"/>
                <a:gd name="csY234" fmla="*/ 942082 h 1639089"/>
                <a:gd name="csX235" fmla="*/ 1003232 w 1217254"/>
                <a:gd name="csY235" fmla="*/ 943993 h 1639089"/>
                <a:gd name="csX236" fmla="*/ 1003710 w 1217254"/>
                <a:gd name="csY236" fmla="*/ 946860 h 1639089"/>
                <a:gd name="csX237" fmla="*/ 1003232 w 1217254"/>
                <a:gd name="csY237" fmla="*/ 949248 h 1639089"/>
                <a:gd name="csX238" fmla="*/ 1001799 w 1217254"/>
                <a:gd name="csY238" fmla="*/ 952115 h 1639089"/>
                <a:gd name="csX239" fmla="*/ 1001321 w 1217254"/>
                <a:gd name="csY239" fmla="*/ 954503 h 1639089"/>
                <a:gd name="csX240" fmla="*/ 1001321 w 1217254"/>
                <a:gd name="csY240" fmla="*/ 955937 h 1639089"/>
                <a:gd name="csX241" fmla="*/ 1002276 w 1217254"/>
                <a:gd name="csY241" fmla="*/ 958325 h 1639089"/>
                <a:gd name="csX242" fmla="*/ 1005143 w 1217254"/>
                <a:gd name="csY242" fmla="*/ 961192 h 1639089"/>
                <a:gd name="csX243" fmla="*/ 1008009 w 1217254"/>
                <a:gd name="csY243" fmla="*/ 962147 h 1639089"/>
                <a:gd name="csX244" fmla="*/ 1021385 w 1217254"/>
                <a:gd name="csY244" fmla="*/ 962625 h 1639089"/>
                <a:gd name="csX245" fmla="*/ 1027118 w 1217254"/>
                <a:gd name="csY245" fmla="*/ 964058 h 1639089"/>
                <a:gd name="csX246" fmla="*/ 1040017 w 1217254"/>
                <a:gd name="csY246" fmla="*/ 970268 h 1639089"/>
                <a:gd name="csX247" fmla="*/ 1040495 w 1217254"/>
                <a:gd name="csY247" fmla="*/ 972180 h 1639089"/>
                <a:gd name="csX248" fmla="*/ 1038584 w 1217254"/>
                <a:gd name="csY248" fmla="*/ 983167 h 1639089"/>
                <a:gd name="csX249" fmla="*/ 1037151 w 1217254"/>
                <a:gd name="csY249" fmla="*/ 993200 h 1639089"/>
                <a:gd name="csX250" fmla="*/ 1034762 w 1217254"/>
                <a:gd name="csY250" fmla="*/ 995110 h 1639089"/>
                <a:gd name="csX251" fmla="*/ 1020908 w 1217254"/>
                <a:gd name="csY251" fmla="*/ 995588 h 1639089"/>
                <a:gd name="csX252" fmla="*/ 1016608 w 1217254"/>
                <a:gd name="csY252" fmla="*/ 997021 h 1639089"/>
                <a:gd name="csX253" fmla="*/ 1010398 w 1217254"/>
                <a:gd name="csY253" fmla="*/ 1001799 h 1639089"/>
                <a:gd name="csX254" fmla="*/ 1004187 w 1217254"/>
                <a:gd name="csY254" fmla="*/ 1007531 h 1639089"/>
                <a:gd name="csX255" fmla="*/ 1000843 w 1217254"/>
                <a:gd name="csY255" fmla="*/ 1007531 h 1639089"/>
                <a:gd name="csX256" fmla="*/ 987944 w 1217254"/>
                <a:gd name="csY256" fmla="*/ 1002754 h 1639089"/>
                <a:gd name="csX257" fmla="*/ 983167 w 1217254"/>
                <a:gd name="csY257" fmla="*/ 999410 h 1639089"/>
                <a:gd name="csX258" fmla="*/ 972657 w 1217254"/>
                <a:gd name="csY258" fmla="*/ 989855 h 1639089"/>
                <a:gd name="csX259" fmla="*/ 965013 w 1217254"/>
                <a:gd name="csY259" fmla="*/ 975524 h 1639089"/>
                <a:gd name="csX260" fmla="*/ 961192 w 1217254"/>
                <a:gd name="csY260" fmla="*/ 981734 h 1639089"/>
                <a:gd name="csX261" fmla="*/ 959281 w 1217254"/>
                <a:gd name="csY261" fmla="*/ 984600 h 1639089"/>
                <a:gd name="csX262" fmla="*/ 956892 w 1217254"/>
                <a:gd name="csY262" fmla="*/ 986034 h 1639089"/>
                <a:gd name="csX263" fmla="*/ 954503 w 1217254"/>
                <a:gd name="csY263" fmla="*/ 986511 h 1639089"/>
                <a:gd name="csX264" fmla="*/ 952593 w 1217254"/>
                <a:gd name="csY264" fmla="*/ 985078 h 1639089"/>
                <a:gd name="csX265" fmla="*/ 950204 w 1217254"/>
                <a:gd name="csY265" fmla="*/ 983167 h 1639089"/>
                <a:gd name="csX266" fmla="*/ 945904 w 1217254"/>
                <a:gd name="csY266" fmla="*/ 977912 h 1639089"/>
                <a:gd name="csX267" fmla="*/ 941127 w 1217254"/>
                <a:gd name="csY267" fmla="*/ 972657 h 1639089"/>
                <a:gd name="csX268" fmla="*/ 937783 w 1217254"/>
                <a:gd name="csY268" fmla="*/ 970268 h 1639089"/>
                <a:gd name="csX269" fmla="*/ 937783 w 1217254"/>
                <a:gd name="csY269" fmla="*/ 970746 h 1639089"/>
                <a:gd name="csX270" fmla="*/ 939694 w 1217254"/>
                <a:gd name="csY270" fmla="*/ 973613 h 1639089"/>
                <a:gd name="csX271" fmla="*/ 942560 w 1217254"/>
                <a:gd name="csY271" fmla="*/ 977434 h 1639089"/>
                <a:gd name="csX272" fmla="*/ 950204 w 1217254"/>
                <a:gd name="csY272" fmla="*/ 987467 h 1639089"/>
                <a:gd name="csX273" fmla="*/ 952593 w 1217254"/>
                <a:gd name="csY273" fmla="*/ 990333 h 1639089"/>
                <a:gd name="csX274" fmla="*/ 952593 w 1217254"/>
                <a:gd name="csY274" fmla="*/ 992244 h 1639089"/>
                <a:gd name="csX275" fmla="*/ 947815 w 1217254"/>
                <a:gd name="csY275" fmla="*/ 993677 h 1639089"/>
                <a:gd name="csX276" fmla="*/ 942083 w 1217254"/>
                <a:gd name="csY276" fmla="*/ 997021 h 1639089"/>
                <a:gd name="csX277" fmla="*/ 939216 w 1217254"/>
                <a:gd name="csY277" fmla="*/ 999888 h 1639089"/>
                <a:gd name="csX278" fmla="*/ 934917 w 1217254"/>
                <a:gd name="csY278" fmla="*/ 1006098 h 1639089"/>
                <a:gd name="csX279" fmla="*/ 933483 w 1217254"/>
                <a:gd name="csY279" fmla="*/ 1007054 h 1639089"/>
                <a:gd name="csX280" fmla="*/ 927273 w 1217254"/>
                <a:gd name="csY280" fmla="*/ 1008487 h 1639089"/>
                <a:gd name="csX281" fmla="*/ 924884 w 1217254"/>
                <a:gd name="csY281" fmla="*/ 1008009 h 1639089"/>
                <a:gd name="csX282" fmla="*/ 920107 w 1217254"/>
                <a:gd name="csY282" fmla="*/ 1004665 h 1639089"/>
                <a:gd name="csX283" fmla="*/ 913419 w 1217254"/>
                <a:gd name="csY283" fmla="*/ 1002276 h 1639089"/>
                <a:gd name="csX284" fmla="*/ 909119 w 1217254"/>
                <a:gd name="csY284" fmla="*/ 1000366 h 1639089"/>
                <a:gd name="csX285" fmla="*/ 903387 w 1217254"/>
                <a:gd name="csY285" fmla="*/ 997021 h 1639089"/>
                <a:gd name="csX286" fmla="*/ 905297 w 1217254"/>
                <a:gd name="csY286" fmla="*/ 1000843 h 1639089"/>
                <a:gd name="csX287" fmla="*/ 916285 w 1217254"/>
                <a:gd name="csY287" fmla="*/ 1006576 h 1639089"/>
                <a:gd name="csX288" fmla="*/ 917718 w 1217254"/>
                <a:gd name="csY288" fmla="*/ 1008487 h 1639089"/>
                <a:gd name="csX289" fmla="*/ 915330 w 1217254"/>
                <a:gd name="csY289" fmla="*/ 1012309 h 1639089"/>
                <a:gd name="csX290" fmla="*/ 913896 w 1217254"/>
                <a:gd name="csY290" fmla="*/ 1013742 h 1639089"/>
                <a:gd name="csX291" fmla="*/ 911508 w 1217254"/>
                <a:gd name="csY291" fmla="*/ 1013742 h 1639089"/>
                <a:gd name="csX292" fmla="*/ 907208 w 1217254"/>
                <a:gd name="csY292" fmla="*/ 1013264 h 1639089"/>
                <a:gd name="csX293" fmla="*/ 903387 w 1217254"/>
                <a:gd name="csY293" fmla="*/ 1013264 h 1639089"/>
                <a:gd name="csX294" fmla="*/ 899087 w 1217254"/>
                <a:gd name="csY294" fmla="*/ 1014220 h 1639089"/>
                <a:gd name="csX295" fmla="*/ 897654 w 1217254"/>
                <a:gd name="csY295" fmla="*/ 1015653 h 1639089"/>
                <a:gd name="csX296" fmla="*/ 898131 w 1217254"/>
                <a:gd name="csY296" fmla="*/ 1017086 h 1639089"/>
                <a:gd name="csX297" fmla="*/ 899087 w 1217254"/>
                <a:gd name="csY297" fmla="*/ 1018997 h 1639089"/>
                <a:gd name="csX298" fmla="*/ 900520 w 1217254"/>
                <a:gd name="csY298" fmla="*/ 1019952 h 1639089"/>
                <a:gd name="csX299" fmla="*/ 901476 w 1217254"/>
                <a:gd name="csY299" fmla="*/ 1019952 h 1639089"/>
                <a:gd name="csX300" fmla="*/ 904820 w 1217254"/>
                <a:gd name="csY300" fmla="*/ 1016131 h 1639089"/>
                <a:gd name="csX301" fmla="*/ 907208 w 1217254"/>
                <a:gd name="csY301" fmla="*/ 1015653 h 1639089"/>
                <a:gd name="csX302" fmla="*/ 913419 w 1217254"/>
                <a:gd name="csY302" fmla="*/ 1016608 h 1639089"/>
                <a:gd name="csX303" fmla="*/ 919629 w 1217254"/>
                <a:gd name="csY303" fmla="*/ 1013742 h 1639089"/>
                <a:gd name="csX304" fmla="*/ 924406 w 1217254"/>
                <a:gd name="csY304" fmla="*/ 1012309 h 1639089"/>
                <a:gd name="csX305" fmla="*/ 927751 w 1217254"/>
                <a:gd name="csY305" fmla="*/ 1011831 h 1639089"/>
                <a:gd name="csX306" fmla="*/ 940171 w 1217254"/>
                <a:gd name="csY306" fmla="*/ 1007054 h 1639089"/>
                <a:gd name="csX307" fmla="*/ 943038 w 1217254"/>
                <a:gd name="csY307" fmla="*/ 1001799 h 1639089"/>
                <a:gd name="csX308" fmla="*/ 947337 w 1217254"/>
                <a:gd name="csY308" fmla="*/ 999410 h 1639089"/>
                <a:gd name="csX309" fmla="*/ 956414 w 1217254"/>
                <a:gd name="csY309" fmla="*/ 997499 h 1639089"/>
                <a:gd name="csX310" fmla="*/ 965491 w 1217254"/>
                <a:gd name="csY310" fmla="*/ 998455 h 1639089"/>
                <a:gd name="csX311" fmla="*/ 970269 w 1217254"/>
                <a:gd name="csY311" fmla="*/ 999410 h 1639089"/>
                <a:gd name="csX312" fmla="*/ 974090 w 1217254"/>
                <a:gd name="csY312" fmla="*/ 1004665 h 1639089"/>
                <a:gd name="csX313" fmla="*/ 978868 w 1217254"/>
                <a:gd name="csY313" fmla="*/ 1008009 h 1639089"/>
                <a:gd name="csX314" fmla="*/ 983167 w 1217254"/>
                <a:gd name="csY314" fmla="*/ 1012309 h 1639089"/>
                <a:gd name="csX315" fmla="*/ 987944 w 1217254"/>
                <a:gd name="csY315" fmla="*/ 1013742 h 1639089"/>
                <a:gd name="csX316" fmla="*/ 990811 w 1217254"/>
                <a:gd name="csY316" fmla="*/ 1018997 h 1639089"/>
                <a:gd name="csX317" fmla="*/ 998932 w 1217254"/>
                <a:gd name="csY317" fmla="*/ 1025207 h 1639089"/>
                <a:gd name="csX318" fmla="*/ 1003710 w 1217254"/>
                <a:gd name="csY318" fmla="*/ 1026641 h 1639089"/>
                <a:gd name="csX319" fmla="*/ 1007054 w 1217254"/>
                <a:gd name="csY319" fmla="*/ 1029507 h 1639089"/>
                <a:gd name="csX320" fmla="*/ 1007054 w 1217254"/>
                <a:gd name="csY320" fmla="*/ 1041450 h 1639089"/>
                <a:gd name="csX321" fmla="*/ 1007532 w 1217254"/>
                <a:gd name="csY321" fmla="*/ 1046705 h 1639089"/>
                <a:gd name="csX322" fmla="*/ 1006098 w 1217254"/>
                <a:gd name="csY322" fmla="*/ 1061037 h 1639089"/>
                <a:gd name="csX323" fmla="*/ 1002276 w 1217254"/>
                <a:gd name="csY323" fmla="*/ 1064381 h 1639089"/>
                <a:gd name="csX324" fmla="*/ 1003232 w 1217254"/>
                <a:gd name="csY324" fmla="*/ 1072025 h 1639089"/>
                <a:gd name="csX325" fmla="*/ 1001799 w 1217254"/>
                <a:gd name="csY325" fmla="*/ 1077758 h 1639089"/>
                <a:gd name="csX326" fmla="*/ 997977 w 1217254"/>
                <a:gd name="csY326" fmla="*/ 1075369 h 1639089"/>
                <a:gd name="csX327" fmla="*/ 993677 w 1217254"/>
                <a:gd name="csY327" fmla="*/ 1071547 h 1639089"/>
                <a:gd name="csX328" fmla="*/ 983645 w 1217254"/>
                <a:gd name="csY328" fmla="*/ 1065337 h 1639089"/>
                <a:gd name="csX329" fmla="*/ 974568 w 1217254"/>
                <a:gd name="csY329" fmla="*/ 1061515 h 1639089"/>
                <a:gd name="csX330" fmla="*/ 970746 w 1217254"/>
                <a:gd name="csY330" fmla="*/ 1057693 h 1639089"/>
                <a:gd name="csX331" fmla="*/ 966925 w 1217254"/>
                <a:gd name="csY331" fmla="*/ 1054827 h 1639089"/>
                <a:gd name="csX332" fmla="*/ 960714 w 1217254"/>
                <a:gd name="csY332" fmla="*/ 1043839 h 1639089"/>
                <a:gd name="csX333" fmla="*/ 957370 w 1217254"/>
                <a:gd name="csY333" fmla="*/ 1029029 h 1639089"/>
                <a:gd name="csX334" fmla="*/ 955459 w 1217254"/>
                <a:gd name="csY334" fmla="*/ 1021863 h 1639089"/>
                <a:gd name="csX335" fmla="*/ 952593 w 1217254"/>
                <a:gd name="csY335" fmla="*/ 1021386 h 1639089"/>
                <a:gd name="csX336" fmla="*/ 948293 w 1217254"/>
                <a:gd name="csY336" fmla="*/ 1023296 h 1639089"/>
                <a:gd name="csX337" fmla="*/ 944949 w 1217254"/>
                <a:gd name="csY337" fmla="*/ 1025685 h 1639089"/>
                <a:gd name="csX338" fmla="*/ 943038 w 1217254"/>
                <a:gd name="csY338" fmla="*/ 1029029 h 1639089"/>
                <a:gd name="csX339" fmla="*/ 931095 w 1217254"/>
                <a:gd name="csY339" fmla="*/ 1033807 h 1639089"/>
                <a:gd name="csX340" fmla="*/ 926795 w 1217254"/>
                <a:gd name="csY340" fmla="*/ 1037151 h 1639089"/>
                <a:gd name="csX341" fmla="*/ 924406 w 1217254"/>
                <a:gd name="csY341" fmla="*/ 1037151 h 1639089"/>
                <a:gd name="csX342" fmla="*/ 915330 w 1217254"/>
                <a:gd name="csY342" fmla="*/ 1041928 h 1639089"/>
                <a:gd name="csX343" fmla="*/ 919152 w 1217254"/>
                <a:gd name="csY343" fmla="*/ 1044317 h 1639089"/>
                <a:gd name="csX344" fmla="*/ 920585 w 1217254"/>
                <a:gd name="csY344" fmla="*/ 1044317 h 1639089"/>
                <a:gd name="csX345" fmla="*/ 924406 w 1217254"/>
                <a:gd name="csY345" fmla="*/ 1043361 h 1639089"/>
                <a:gd name="csX346" fmla="*/ 926318 w 1217254"/>
                <a:gd name="csY346" fmla="*/ 1041450 h 1639089"/>
                <a:gd name="csX347" fmla="*/ 934439 w 1217254"/>
                <a:gd name="csY347" fmla="*/ 1036673 h 1639089"/>
                <a:gd name="csX348" fmla="*/ 941127 w 1217254"/>
                <a:gd name="csY348" fmla="*/ 1036195 h 1639089"/>
                <a:gd name="csX349" fmla="*/ 943516 w 1217254"/>
                <a:gd name="csY349" fmla="*/ 1034284 h 1639089"/>
                <a:gd name="csX350" fmla="*/ 948771 w 1217254"/>
                <a:gd name="csY350" fmla="*/ 1031418 h 1639089"/>
                <a:gd name="csX351" fmla="*/ 952115 w 1217254"/>
                <a:gd name="csY351" fmla="*/ 1030462 h 1639089"/>
                <a:gd name="csX352" fmla="*/ 952593 w 1217254"/>
                <a:gd name="csY352" fmla="*/ 1030940 h 1639089"/>
                <a:gd name="csX353" fmla="*/ 952593 w 1217254"/>
                <a:gd name="csY353" fmla="*/ 1032373 h 1639089"/>
                <a:gd name="csX354" fmla="*/ 954981 w 1217254"/>
                <a:gd name="csY354" fmla="*/ 1050049 h 1639089"/>
                <a:gd name="csX355" fmla="*/ 954026 w 1217254"/>
                <a:gd name="csY355" fmla="*/ 1054827 h 1639089"/>
                <a:gd name="csX356" fmla="*/ 951637 w 1217254"/>
                <a:gd name="csY356" fmla="*/ 1056738 h 1639089"/>
                <a:gd name="csX357" fmla="*/ 945904 w 1217254"/>
                <a:gd name="csY357" fmla="*/ 1059604 h 1639089"/>
                <a:gd name="csX358" fmla="*/ 943994 w 1217254"/>
                <a:gd name="csY358" fmla="*/ 1061515 h 1639089"/>
                <a:gd name="csX359" fmla="*/ 945904 w 1217254"/>
                <a:gd name="csY359" fmla="*/ 1064381 h 1639089"/>
                <a:gd name="csX360" fmla="*/ 951159 w 1217254"/>
                <a:gd name="csY360" fmla="*/ 1061515 h 1639089"/>
                <a:gd name="csX361" fmla="*/ 954981 w 1217254"/>
                <a:gd name="csY361" fmla="*/ 1058648 h 1639089"/>
                <a:gd name="csX362" fmla="*/ 956892 w 1217254"/>
                <a:gd name="csY362" fmla="*/ 1059604 h 1639089"/>
                <a:gd name="csX363" fmla="*/ 959759 w 1217254"/>
                <a:gd name="csY363" fmla="*/ 1063904 h 1639089"/>
                <a:gd name="csX364" fmla="*/ 963103 w 1217254"/>
                <a:gd name="csY364" fmla="*/ 1066292 h 1639089"/>
                <a:gd name="csX365" fmla="*/ 972179 w 1217254"/>
                <a:gd name="csY365" fmla="*/ 1072980 h 1639089"/>
                <a:gd name="csX366" fmla="*/ 976479 w 1217254"/>
                <a:gd name="csY366" fmla="*/ 1076325 h 1639089"/>
                <a:gd name="csX367" fmla="*/ 982212 w 1217254"/>
                <a:gd name="csY367" fmla="*/ 1080146 h 1639089"/>
                <a:gd name="csX368" fmla="*/ 988900 w 1217254"/>
                <a:gd name="csY368" fmla="*/ 1084924 h 1639089"/>
                <a:gd name="csX369" fmla="*/ 990333 w 1217254"/>
                <a:gd name="csY369" fmla="*/ 1086357 h 1639089"/>
                <a:gd name="csX370" fmla="*/ 996544 w 1217254"/>
                <a:gd name="csY370" fmla="*/ 1089223 h 1639089"/>
                <a:gd name="csX371" fmla="*/ 997977 w 1217254"/>
                <a:gd name="csY371" fmla="*/ 1089701 h 1639089"/>
                <a:gd name="csX372" fmla="*/ 1000366 w 1217254"/>
                <a:gd name="csY372" fmla="*/ 1098300 h 1639089"/>
                <a:gd name="csX373" fmla="*/ 1002276 w 1217254"/>
                <a:gd name="csY373" fmla="*/ 1099255 h 1639089"/>
                <a:gd name="csX374" fmla="*/ 1008487 w 1217254"/>
                <a:gd name="csY374" fmla="*/ 1099733 h 1639089"/>
                <a:gd name="csX375" fmla="*/ 1007532 w 1217254"/>
                <a:gd name="csY375" fmla="*/ 1103077 h 1639089"/>
                <a:gd name="csX376" fmla="*/ 1001799 w 1217254"/>
                <a:gd name="csY376" fmla="*/ 1110243 h 1639089"/>
                <a:gd name="csX377" fmla="*/ 998455 w 1217254"/>
                <a:gd name="csY377" fmla="*/ 1112632 h 1639089"/>
                <a:gd name="csX378" fmla="*/ 997977 w 1217254"/>
                <a:gd name="csY378" fmla="*/ 1114065 h 1639089"/>
                <a:gd name="csX379" fmla="*/ 997977 w 1217254"/>
                <a:gd name="csY379" fmla="*/ 1116454 h 1639089"/>
                <a:gd name="csX380" fmla="*/ 998455 w 1217254"/>
                <a:gd name="csY380" fmla="*/ 1120753 h 1639089"/>
                <a:gd name="csX381" fmla="*/ 999410 w 1217254"/>
                <a:gd name="csY381" fmla="*/ 1128397 h 1639089"/>
                <a:gd name="csX382" fmla="*/ 1000843 w 1217254"/>
                <a:gd name="csY382" fmla="*/ 1121231 h 1639089"/>
                <a:gd name="csX383" fmla="*/ 1001799 w 1217254"/>
                <a:gd name="csY383" fmla="*/ 1117887 h 1639089"/>
                <a:gd name="csX384" fmla="*/ 1003232 w 1217254"/>
                <a:gd name="csY384" fmla="*/ 1116932 h 1639089"/>
                <a:gd name="csX385" fmla="*/ 1004187 w 1217254"/>
                <a:gd name="csY385" fmla="*/ 1116454 h 1639089"/>
                <a:gd name="csX386" fmla="*/ 1008487 w 1217254"/>
                <a:gd name="csY386" fmla="*/ 1113587 h 1639089"/>
                <a:gd name="csX387" fmla="*/ 1012786 w 1217254"/>
                <a:gd name="csY387" fmla="*/ 1115021 h 1639089"/>
                <a:gd name="csX388" fmla="*/ 1013742 w 1217254"/>
                <a:gd name="csY388" fmla="*/ 1123142 h 1639089"/>
                <a:gd name="csX389" fmla="*/ 1014220 w 1217254"/>
                <a:gd name="csY389" fmla="*/ 1130308 h 1639089"/>
                <a:gd name="csX390" fmla="*/ 1013742 w 1217254"/>
                <a:gd name="csY390" fmla="*/ 1136996 h 1639089"/>
                <a:gd name="csX391" fmla="*/ 1014220 w 1217254"/>
                <a:gd name="csY391" fmla="*/ 1146551 h 1639089"/>
                <a:gd name="csX392" fmla="*/ 1014220 w 1217254"/>
                <a:gd name="csY392" fmla="*/ 1149895 h 1639089"/>
                <a:gd name="csX393" fmla="*/ 1015175 w 1217254"/>
                <a:gd name="csY393" fmla="*/ 1152761 h 1639089"/>
                <a:gd name="csX394" fmla="*/ 1016131 w 1217254"/>
                <a:gd name="csY394" fmla="*/ 1164704 h 1639089"/>
                <a:gd name="csX395" fmla="*/ 1017086 w 1217254"/>
                <a:gd name="csY395" fmla="*/ 1168049 h 1639089"/>
                <a:gd name="csX396" fmla="*/ 1015175 w 1217254"/>
                <a:gd name="csY396" fmla="*/ 1171393 h 1639089"/>
                <a:gd name="csX397" fmla="*/ 1008965 w 1217254"/>
                <a:gd name="csY397" fmla="*/ 1172826 h 1639089"/>
                <a:gd name="csX398" fmla="*/ 1006576 w 1217254"/>
                <a:gd name="csY398" fmla="*/ 1171393 h 1639089"/>
                <a:gd name="csX399" fmla="*/ 1000366 w 1217254"/>
                <a:gd name="csY399" fmla="*/ 1171870 h 1639089"/>
                <a:gd name="csX400" fmla="*/ 1000366 w 1217254"/>
                <a:gd name="csY400" fmla="*/ 1169004 h 1639089"/>
                <a:gd name="csX401" fmla="*/ 999888 w 1217254"/>
                <a:gd name="csY401" fmla="*/ 1165660 h 1639089"/>
                <a:gd name="csX402" fmla="*/ 999888 w 1217254"/>
                <a:gd name="csY402" fmla="*/ 1163749 h 1639089"/>
                <a:gd name="csX403" fmla="*/ 999410 w 1217254"/>
                <a:gd name="csY403" fmla="*/ 1161360 h 1639089"/>
                <a:gd name="csX404" fmla="*/ 998932 w 1217254"/>
                <a:gd name="csY404" fmla="*/ 1149895 h 1639089"/>
                <a:gd name="csX405" fmla="*/ 997499 w 1217254"/>
                <a:gd name="csY405" fmla="*/ 1152761 h 1639089"/>
                <a:gd name="csX406" fmla="*/ 997021 w 1217254"/>
                <a:gd name="csY406" fmla="*/ 1155150 h 1639089"/>
                <a:gd name="csX407" fmla="*/ 996544 w 1217254"/>
                <a:gd name="csY407" fmla="*/ 1157539 h 1639089"/>
                <a:gd name="csX408" fmla="*/ 995588 w 1217254"/>
                <a:gd name="csY408" fmla="*/ 1169960 h 1639089"/>
                <a:gd name="csX409" fmla="*/ 994155 w 1217254"/>
                <a:gd name="csY409" fmla="*/ 1173304 h 1639089"/>
                <a:gd name="csX410" fmla="*/ 988900 w 1217254"/>
                <a:gd name="csY410" fmla="*/ 1172348 h 1639089"/>
                <a:gd name="csX411" fmla="*/ 984123 w 1217254"/>
                <a:gd name="csY411" fmla="*/ 1172826 h 1639089"/>
                <a:gd name="csX412" fmla="*/ 981256 w 1217254"/>
                <a:gd name="csY412" fmla="*/ 1172348 h 1639089"/>
                <a:gd name="csX413" fmla="*/ 972179 w 1217254"/>
                <a:gd name="csY413" fmla="*/ 1166615 h 1639089"/>
                <a:gd name="csX414" fmla="*/ 968835 w 1217254"/>
                <a:gd name="csY414" fmla="*/ 1161360 h 1639089"/>
                <a:gd name="csX415" fmla="*/ 965491 w 1217254"/>
                <a:gd name="csY415" fmla="*/ 1153717 h 1639089"/>
                <a:gd name="csX416" fmla="*/ 963580 w 1217254"/>
                <a:gd name="csY416" fmla="*/ 1146551 h 1639089"/>
                <a:gd name="csX417" fmla="*/ 962625 w 1217254"/>
                <a:gd name="csY417" fmla="*/ 1139385 h 1639089"/>
                <a:gd name="csX418" fmla="*/ 960714 w 1217254"/>
                <a:gd name="csY418" fmla="*/ 1134130 h 1639089"/>
                <a:gd name="csX419" fmla="*/ 956892 w 1217254"/>
                <a:gd name="csY419" fmla="*/ 1129353 h 1639089"/>
                <a:gd name="csX420" fmla="*/ 952593 w 1217254"/>
                <a:gd name="csY420" fmla="*/ 1126008 h 1639089"/>
                <a:gd name="csX421" fmla="*/ 947815 w 1217254"/>
                <a:gd name="csY421" fmla="*/ 1123142 h 1639089"/>
                <a:gd name="csX422" fmla="*/ 943038 w 1217254"/>
                <a:gd name="csY422" fmla="*/ 1119798 h 1639089"/>
                <a:gd name="csX423" fmla="*/ 939216 w 1217254"/>
                <a:gd name="csY423" fmla="*/ 1115498 h 1639089"/>
                <a:gd name="csX424" fmla="*/ 935394 w 1217254"/>
                <a:gd name="csY424" fmla="*/ 1112154 h 1639089"/>
                <a:gd name="csX425" fmla="*/ 930617 w 1217254"/>
                <a:gd name="csY425" fmla="*/ 1109766 h 1639089"/>
                <a:gd name="csX426" fmla="*/ 924406 w 1217254"/>
                <a:gd name="csY426" fmla="*/ 1108810 h 1639089"/>
                <a:gd name="csX427" fmla="*/ 914852 w 1217254"/>
                <a:gd name="csY427" fmla="*/ 1109288 h 1639089"/>
                <a:gd name="csX428" fmla="*/ 908641 w 1217254"/>
                <a:gd name="csY428" fmla="*/ 1106421 h 1639089"/>
                <a:gd name="csX429" fmla="*/ 906730 w 1217254"/>
                <a:gd name="csY429" fmla="*/ 1106421 h 1639089"/>
                <a:gd name="csX430" fmla="*/ 905297 w 1217254"/>
                <a:gd name="csY430" fmla="*/ 1107855 h 1639089"/>
                <a:gd name="csX431" fmla="*/ 906730 w 1217254"/>
                <a:gd name="csY431" fmla="*/ 1112154 h 1639089"/>
                <a:gd name="csX432" fmla="*/ 913896 w 1217254"/>
                <a:gd name="csY432" fmla="*/ 1113587 h 1639089"/>
                <a:gd name="csX433" fmla="*/ 919629 w 1217254"/>
                <a:gd name="csY433" fmla="*/ 1114065 h 1639089"/>
                <a:gd name="csX434" fmla="*/ 926795 w 1217254"/>
                <a:gd name="csY434" fmla="*/ 1114065 h 1639089"/>
                <a:gd name="csX435" fmla="*/ 931572 w 1217254"/>
                <a:gd name="csY435" fmla="*/ 1115021 h 1639089"/>
                <a:gd name="csX436" fmla="*/ 933006 w 1217254"/>
                <a:gd name="csY436" fmla="*/ 1117409 h 1639089"/>
                <a:gd name="csX437" fmla="*/ 934439 w 1217254"/>
                <a:gd name="csY437" fmla="*/ 1121231 h 1639089"/>
                <a:gd name="csX438" fmla="*/ 934917 w 1217254"/>
                <a:gd name="csY438" fmla="*/ 1127442 h 1639089"/>
                <a:gd name="csX439" fmla="*/ 933483 w 1217254"/>
                <a:gd name="csY439" fmla="*/ 1131741 h 1639089"/>
                <a:gd name="csX440" fmla="*/ 928228 w 1217254"/>
                <a:gd name="csY440" fmla="*/ 1136996 h 1639089"/>
                <a:gd name="csX441" fmla="*/ 925362 w 1217254"/>
                <a:gd name="csY441" fmla="*/ 1139385 h 1639089"/>
                <a:gd name="csX442" fmla="*/ 917241 w 1217254"/>
                <a:gd name="csY442" fmla="*/ 1143684 h 1639089"/>
                <a:gd name="csX443" fmla="*/ 914374 w 1217254"/>
                <a:gd name="csY443" fmla="*/ 1144640 h 1639089"/>
                <a:gd name="csX444" fmla="*/ 907208 w 1217254"/>
                <a:gd name="csY444" fmla="*/ 1145118 h 1639089"/>
                <a:gd name="csX445" fmla="*/ 901953 w 1217254"/>
                <a:gd name="csY445" fmla="*/ 1144640 h 1639089"/>
                <a:gd name="csX446" fmla="*/ 894787 w 1217254"/>
                <a:gd name="csY446" fmla="*/ 1142729 h 1639089"/>
                <a:gd name="csX447" fmla="*/ 890965 w 1217254"/>
                <a:gd name="csY447" fmla="*/ 1142251 h 1639089"/>
                <a:gd name="csX448" fmla="*/ 882844 w 1217254"/>
                <a:gd name="csY448" fmla="*/ 1141774 h 1639089"/>
                <a:gd name="csX449" fmla="*/ 880933 w 1217254"/>
                <a:gd name="csY449" fmla="*/ 1142729 h 1639089"/>
                <a:gd name="csX450" fmla="*/ 882844 w 1217254"/>
                <a:gd name="csY450" fmla="*/ 1145118 h 1639089"/>
                <a:gd name="csX451" fmla="*/ 886666 w 1217254"/>
                <a:gd name="csY451" fmla="*/ 1146073 h 1639089"/>
                <a:gd name="csX452" fmla="*/ 889055 w 1217254"/>
                <a:gd name="csY452" fmla="*/ 1147984 h 1639089"/>
                <a:gd name="csX453" fmla="*/ 889055 w 1217254"/>
                <a:gd name="csY453" fmla="*/ 1150850 h 1639089"/>
                <a:gd name="csX454" fmla="*/ 888099 w 1217254"/>
                <a:gd name="csY454" fmla="*/ 1155628 h 1639089"/>
                <a:gd name="csX455" fmla="*/ 887144 w 1217254"/>
                <a:gd name="csY455" fmla="*/ 1158972 h 1639089"/>
                <a:gd name="csX456" fmla="*/ 885711 w 1217254"/>
                <a:gd name="csY456" fmla="*/ 1161360 h 1639089"/>
                <a:gd name="csX457" fmla="*/ 880455 w 1217254"/>
                <a:gd name="csY457" fmla="*/ 1165660 h 1639089"/>
                <a:gd name="csX458" fmla="*/ 878067 w 1217254"/>
                <a:gd name="csY458" fmla="*/ 1167093 h 1639089"/>
                <a:gd name="csX459" fmla="*/ 868034 w 1217254"/>
                <a:gd name="csY459" fmla="*/ 1171870 h 1639089"/>
                <a:gd name="csX460" fmla="*/ 867557 w 1217254"/>
                <a:gd name="csY460" fmla="*/ 1172826 h 1639089"/>
                <a:gd name="csX461" fmla="*/ 869945 w 1217254"/>
                <a:gd name="csY461" fmla="*/ 1172348 h 1639089"/>
                <a:gd name="csX462" fmla="*/ 876156 w 1217254"/>
                <a:gd name="csY462" fmla="*/ 1170915 h 1639089"/>
                <a:gd name="csX463" fmla="*/ 878067 w 1217254"/>
                <a:gd name="csY463" fmla="*/ 1170915 h 1639089"/>
                <a:gd name="csX464" fmla="*/ 888577 w 1217254"/>
                <a:gd name="csY464" fmla="*/ 1174737 h 1639089"/>
                <a:gd name="csX465" fmla="*/ 896698 w 1217254"/>
                <a:gd name="csY465" fmla="*/ 1174737 h 1639089"/>
                <a:gd name="csX466" fmla="*/ 913419 w 1217254"/>
                <a:gd name="csY466" fmla="*/ 1170915 h 1639089"/>
                <a:gd name="csX467" fmla="*/ 914852 w 1217254"/>
                <a:gd name="csY467" fmla="*/ 1170915 h 1639089"/>
                <a:gd name="csX468" fmla="*/ 916285 w 1217254"/>
                <a:gd name="csY468" fmla="*/ 1171870 h 1639089"/>
                <a:gd name="csX469" fmla="*/ 917241 w 1217254"/>
                <a:gd name="csY469" fmla="*/ 1172826 h 1639089"/>
                <a:gd name="csX470" fmla="*/ 918196 w 1217254"/>
                <a:gd name="csY470" fmla="*/ 1175215 h 1639089"/>
                <a:gd name="csX471" fmla="*/ 917241 w 1217254"/>
                <a:gd name="csY471" fmla="*/ 1177603 h 1639089"/>
                <a:gd name="csX472" fmla="*/ 912941 w 1217254"/>
                <a:gd name="csY472" fmla="*/ 1179514 h 1639089"/>
                <a:gd name="csX473" fmla="*/ 907208 w 1217254"/>
                <a:gd name="csY473" fmla="*/ 1181425 h 1639089"/>
                <a:gd name="csX474" fmla="*/ 904820 w 1217254"/>
                <a:gd name="csY474" fmla="*/ 1182858 h 1639089"/>
                <a:gd name="csX475" fmla="*/ 901953 w 1217254"/>
                <a:gd name="csY475" fmla="*/ 1184769 h 1639089"/>
                <a:gd name="csX476" fmla="*/ 897654 w 1217254"/>
                <a:gd name="csY476" fmla="*/ 1190024 h 1639089"/>
                <a:gd name="csX477" fmla="*/ 896221 w 1217254"/>
                <a:gd name="csY477" fmla="*/ 1194801 h 1639089"/>
                <a:gd name="csX478" fmla="*/ 900998 w 1217254"/>
                <a:gd name="csY478" fmla="*/ 1197190 h 1639089"/>
                <a:gd name="csX479" fmla="*/ 903387 w 1217254"/>
                <a:gd name="csY479" fmla="*/ 1194324 h 1639089"/>
                <a:gd name="csX480" fmla="*/ 905775 w 1217254"/>
                <a:gd name="csY480" fmla="*/ 1189069 h 1639089"/>
                <a:gd name="csX481" fmla="*/ 908164 w 1217254"/>
                <a:gd name="csY481" fmla="*/ 1185725 h 1639089"/>
                <a:gd name="csX482" fmla="*/ 913419 w 1217254"/>
                <a:gd name="csY482" fmla="*/ 1183814 h 1639089"/>
                <a:gd name="csX483" fmla="*/ 920107 w 1217254"/>
                <a:gd name="csY483" fmla="*/ 1184769 h 1639089"/>
                <a:gd name="csX484" fmla="*/ 925362 w 1217254"/>
                <a:gd name="csY484" fmla="*/ 1183336 h 1639089"/>
                <a:gd name="csX485" fmla="*/ 935872 w 1217254"/>
                <a:gd name="csY485" fmla="*/ 1178081 h 1639089"/>
                <a:gd name="csX486" fmla="*/ 937783 w 1217254"/>
                <a:gd name="csY486" fmla="*/ 1177603 h 1639089"/>
                <a:gd name="csX487" fmla="*/ 953070 w 1217254"/>
                <a:gd name="csY487" fmla="*/ 1180947 h 1639089"/>
                <a:gd name="csX488" fmla="*/ 967402 w 1217254"/>
                <a:gd name="csY488" fmla="*/ 1186680 h 1639089"/>
                <a:gd name="csX489" fmla="*/ 974568 w 1217254"/>
                <a:gd name="csY489" fmla="*/ 1189069 h 1639089"/>
                <a:gd name="csX490" fmla="*/ 984601 w 1217254"/>
                <a:gd name="csY490" fmla="*/ 1190502 h 1639089"/>
                <a:gd name="csX491" fmla="*/ 1002276 w 1217254"/>
                <a:gd name="csY491" fmla="*/ 1190024 h 1639089"/>
                <a:gd name="csX492" fmla="*/ 1003710 w 1217254"/>
                <a:gd name="csY492" fmla="*/ 1190980 h 1639089"/>
                <a:gd name="csX493" fmla="*/ 1003232 w 1217254"/>
                <a:gd name="csY493" fmla="*/ 1192890 h 1639089"/>
                <a:gd name="csX494" fmla="*/ 1002276 w 1217254"/>
                <a:gd name="csY494" fmla="*/ 1194801 h 1639089"/>
                <a:gd name="csX495" fmla="*/ 998932 w 1217254"/>
                <a:gd name="csY495" fmla="*/ 1197190 h 1639089"/>
                <a:gd name="csX496" fmla="*/ 995588 w 1217254"/>
                <a:gd name="csY496" fmla="*/ 1199101 h 1639089"/>
                <a:gd name="csX497" fmla="*/ 993200 w 1217254"/>
                <a:gd name="csY497" fmla="*/ 1199579 h 1639089"/>
                <a:gd name="csX498" fmla="*/ 991289 w 1217254"/>
                <a:gd name="csY498" fmla="*/ 1200534 h 1639089"/>
                <a:gd name="csX499" fmla="*/ 987467 w 1217254"/>
                <a:gd name="csY499" fmla="*/ 1201967 h 1639089"/>
                <a:gd name="csX500" fmla="*/ 986034 w 1217254"/>
                <a:gd name="csY500" fmla="*/ 1202923 h 1639089"/>
                <a:gd name="csX501" fmla="*/ 987467 w 1217254"/>
                <a:gd name="csY501" fmla="*/ 1206745 h 1639089"/>
                <a:gd name="csX502" fmla="*/ 986989 w 1217254"/>
                <a:gd name="csY502" fmla="*/ 1207700 h 1639089"/>
                <a:gd name="csX503" fmla="*/ 983167 w 1217254"/>
                <a:gd name="csY503" fmla="*/ 1207700 h 1639089"/>
                <a:gd name="csX504" fmla="*/ 976957 w 1217254"/>
                <a:gd name="csY504" fmla="*/ 1210089 h 1639089"/>
                <a:gd name="csX505" fmla="*/ 971702 w 1217254"/>
                <a:gd name="csY505" fmla="*/ 1210089 h 1639089"/>
                <a:gd name="csX506" fmla="*/ 970746 w 1217254"/>
                <a:gd name="csY506" fmla="*/ 1210567 h 1639089"/>
                <a:gd name="csX507" fmla="*/ 971702 w 1217254"/>
                <a:gd name="csY507" fmla="*/ 1211522 h 1639089"/>
                <a:gd name="csX508" fmla="*/ 972657 w 1217254"/>
                <a:gd name="csY508" fmla="*/ 1213433 h 1639089"/>
                <a:gd name="csX509" fmla="*/ 974090 w 1217254"/>
                <a:gd name="csY509" fmla="*/ 1216299 h 1639089"/>
                <a:gd name="csX510" fmla="*/ 973135 w 1217254"/>
                <a:gd name="csY510" fmla="*/ 1218210 h 1639089"/>
                <a:gd name="csX511" fmla="*/ 970746 w 1217254"/>
                <a:gd name="csY511" fmla="*/ 1219643 h 1639089"/>
                <a:gd name="csX512" fmla="*/ 969313 w 1217254"/>
                <a:gd name="csY512" fmla="*/ 1219643 h 1639089"/>
                <a:gd name="csX513" fmla="*/ 963103 w 1217254"/>
                <a:gd name="csY513" fmla="*/ 1218210 h 1639089"/>
                <a:gd name="csX514" fmla="*/ 962147 w 1217254"/>
                <a:gd name="csY514" fmla="*/ 1218210 h 1639089"/>
                <a:gd name="csX515" fmla="*/ 963103 w 1217254"/>
                <a:gd name="csY515" fmla="*/ 1219643 h 1639089"/>
                <a:gd name="csX516" fmla="*/ 963580 w 1217254"/>
                <a:gd name="csY516" fmla="*/ 1221554 h 1639089"/>
                <a:gd name="csX517" fmla="*/ 963580 w 1217254"/>
                <a:gd name="csY517" fmla="*/ 1223943 h 1639089"/>
                <a:gd name="csX518" fmla="*/ 962147 w 1217254"/>
                <a:gd name="csY518" fmla="*/ 1225854 h 1639089"/>
                <a:gd name="csX519" fmla="*/ 959281 w 1217254"/>
                <a:gd name="csY519" fmla="*/ 1227765 h 1639089"/>
                <a:gd name="csX520" fmla="*/ 953548 w 1217254"/>
                <a:gd name="csY520" fmla="*/ 1232064 h 1639089"/>
                <a:gd name="csX521" fmla="*/ 950682 w 1217254"/>
                <a:gd name="csY521" fmla="*/ 1233497 h 1639089"/>
                <a:gd name="csX522" fmla="*/ 945427 w 1217254"/>
                <a:gd name="csY522" fmla="*/ 1234453 h 1639089"/>
                <a:gd name="csX523" fmla="*/ 944471 w 1217254"/>
                <a:gd name="csY523" fmla="*/ 1235408 h 1639089"/>
                <a:gd name="csX524" fmla="*/ 946860 w 1217254"/>
                <a:gd name="csY524" fmla="*/ 1238753 h 1639089"/>
                <a:gd name="csX525" fmla="*/ 946382 w 1217254"/>
                <a:gd name="csY525" fmla="*/ 1240186 h 1639089"/>
                <a:gd name="csX526" fmla="*/ 943038 w 1217254"/>
                <a:gd name="csY526" fmla="*/ 1244008 h 1639089"/>
                <a:gd name="csX527" fmla="*/ 937305 w 1217254"/>
                <a:gd name="csY527" fmla="*/ 1246396 h 1639089"/>
                <a:gd name="csX528" fmla="*/ 936828 w 1217254"/>
                <a:gd name="csY528" fmla="*/ 1247352 h 1639089"/>
                <a:gd name="csX529" fmla="*/ 936350 w 1217254"/>
                <a:gd name="csY529" fmla="*/ 1250696 h 1639089"/>
                <a:gd name="csX530" fmla="*/ 935872 w 1217254"/>
                <a:gd name="csY530" fmla="*/ 1252129 h 1639089"/>
                <a:gd name="csX531" fmla="*/ 934439 w 1217254"/>
                <a:gd name="csY531" fmla="*/ 1254040 h 1639089"/>
                <a:gd name="csX532" fmla="*/ 929184 w 1217254"/>
                <a:gd name="csY532" fmla="*/ 1257862 h 1639089"/>
                <a:gd name="csX533" fmla="*/ 925840 w 1217254"/>
                <a:gd name="csY533" fmla="*/ 1259773 h 1639089"/>
                <a:gd name="csX534" fmla="*/ 923929 w 1217254"/>
                <a:gd name="csY534" fmla="*/ 1261206 h 1639089"/>
                <a:gd name="csX535" fmla="*/ 921540 w 1217254"/>
                <a:gd name="csY535" fmla="*/ 1263595 h 1639089"/>
                <a:gd name="csX536" fmla="*/ 918674 w 1217254"/>
                <a:gd name="csY536" fmla="*/ 1265028 h 1639089"/>
                <a:gd name="csX537" fmla="*/ 915330 w 1217254"/>
                <a:gd name="csY537" fmla="*/ 1265028 h 1639089"/>
                <a:gd name="csX538" fmla="*/ 912463 w 1217254"/>
                <a:gd name="csY538" fmla="*/ 1265983 h 1639089"/>
                <a:gd name="csX539" fmla="*/ 907208 w 1217254"/>
                <a:gd name="csY539" fmla="*/ 1268372 h 1639089"/>
                <a:gd name="csX540" fmla="*/ 903387 w 1217254"/>
                <a:gd name="csY540" fmla="*/ 1269327 h 1639089"/>
                <a:gd name="csX541" fmla="*/ 891921 w 1217254"/>
                <a:gd name="csY541" fmla="*/ 1274104 h 1639089"/>
                <a:gd name="csX542" fmla="*/ 886188 w 1217254"/>
                <a:gd name="csY542" fmla="*/ 1274582 h 1639089"/>
                <a:gd name="csX543" fmla="*/ 881411 w 1217254"/>
                <a:gd name="csY543" fmla="*/ 1276015 h 1639089"/>
                <a:gd name="csX544" fmla="*/ 871856 w 1217254"/>
                <a:gd name="csY544" fmla="*/ 1280315 h 1639089"/>
                <a:gd name="csX545" fmla="*/ 867079 w 1217254"/>
                <a:gd name="csY545" fmla="*/ 1281748 h 1639089"/>
                <a:gd name="csX546" fmla="*/ 864213 w 1217254"/>
                <a:gd name="csY546" fmla="*/ 1283659 h 1639089"/>
                <a:gd name="csX547" fmla="*/ 860391 w 1217254"/>
                <a:gd name="csY547" fmla="*/ 1284137 h 1639089"/>
                <a:gd name="csX548" fmla="*/ 854658 w 1217254"/>
                <a:gd name="csY548" fmla="*/ 1282704 h 1639089"/>
                <a:gd name="csX549" fmla="*/ 851792 w 1217254"/>
                <a:gd name="csY549" fmla="*/ 1282704 h 1639089"/>
                <a:gd name="csX550" fmla="*/ 849881 w 1217254"/>
                <a:gd name="csY550" fmla="*/ 1283659 h 1639089"/>
                <a:gd name="csX551" fmla="*/ 847970 w 1217254"/>
                <a:gd name="csY551" fmla="*/ 1284615 h 1639089"/>
                <a:gd name="csX552" fmla="*/ 845104 w 1217254"/>
                <a:gd name="csY552" fmla="*/ 1288436 h 1639089"/>
                <a:gd name="csX553" fmla="*/ 842715 w 1217254"/>
                <a:gd name="csY553" fmla="*/ 1288914 h 1639089"/>
                <a:gd name="csX554" fmla="*/ 834593 w 1217254"/>
                <a:gd name="csY554" fmla="*/ 1286048 h 1639089"/>
                <a:gd name="csX555" fmla="*/ 835071 w 1217254"/>
                <a:gd name="csY555" fmla="*/ 1287003 h 1639089"/>
                <a:gd name="csX556" fmla="*/ 836982 w 1217254"/>
                <a:gd name="csY556" fmla="*/ 1290347 h 1639089"/>
                <a:gd name="csX557" fmla="*/ 836982 w 1217254"/>
                <a:gd name="csY557" fmla="*/ 1292258 h 1639089"/>
                <a:gd name="csX558" fmla="*/ 832205 w 1217254"/>
                <a:gd name="csY558" fmla="*/ 1294647 h 1639089"/>
                <a:gd name="csX559" fmla="*/ 829816 w 1217254"/>
                <a:gd name="csY559" fmla="*/ 1295125 h 1639089"/>
                <a:gd name="csX560" fmla="*/ 825994 w 1217254"/>
                <a:gd name="csY560" fmla="*/ 1294169 h 1639089"/>
                <a:gd name="csX561" fmla="*/ 820739 w 1217254"/>
                <a:gd name="csY561" fmla="*/ 1291781 h 1639089"/>
                <a:gd name="csX562" fmla="*/ 814529 w 1217254"/>
                <a:gd name="csY562" fmla="*/ 1287003 h 1639089"/>
                <a:gd name="csX563" fmla="*/ 806885 w 1217254"/>
                <a:gd name="csY563" fmla="*/ 1279360 h 1639089"/>
                <a:gd name="csX564" fmla="*/ 803063 w 1217254"/>
                <a:gd name="csY564" fmla="*/ 1276493 h 1639089"/>
                <a:gd name="csX565" fmla="*/ 803063 w 1217254"/>
                <a:gd name="csY565" fmla="*/ 1278882 h 1639089"/>
                <a:gd name="csX566" fmla="*/ 804019 w 1217254"/>
                <a:gd name="csY566" fmla="*/ 1281748 h 1639089"/>
                <a:gd name="csX567" fmla="*/ 805452 w 1217254"/>
                <a:gd name="csY567" fmla="*/ 1283659 h 1639089"/>
                <a:gd name="csX568" fmla="*/ 805930 w 1217254"/>
                <a:gd name="csY568" fmla="*/ 1285570 h 1639089"/>
                <a:gd name="csX569" fmla="*/ 804974 w 1217254"/>
                <a:gd name="csY569" fmla="*/ 1286525 h 1639089"/>
                <a:gd name="csX570" fmla="*/ 804019 w 1217254"/>
                <a:gd name="csY570" fmla="*/ 1287003 h 1639089"/>
                <a:gd name="csX571" fmla="*/ 802585 w 1217254"/>
                <a:gd name="csY571" fmla="*/ 1287003 h 1639089"/>
                <a:gd name="csX572" fmla="*/ 802108 w 1217254"/>
                <a:gd name="csY572" fmla="*/ 1287959 h 1639089"/>
                <a:gd name="csX573" fmla="*/ 804497 w 1217254"/>
                <a:gd name="csY573" fmla="*/ 1291303 h 1639089"/>
                <a:gd name="csX574" fmla="*/ 806407 w 1217254"/>
                <a:gd name="csY574" fmla="*/ 1295125 h 1639089"/>
                <a:gd name="csX575" fmla="*/ 805930 w 1217254"/>
                <a:gd name="csY575" fmla="*/ 1298469 h 1639089"/>
                <a:gd name="csX576" fmla="*/ 804019 w 1217254"/>
                <a:gd name="csY576" fmla="*/ 1301813 h 1639089"/>
                <a:gd name="csX577" fmla="*/ 802108 w 1217254"/>
                <a:gd name="csY577" fmla="*/ 1303724 h 1639089"/>
                <a:gd name="csX578" fmla="*/ 800675 w 1217254"/>
                <a:gd name="csY578" fmla="*/ 1304202 h 1639089"/>
                <a:gd name="csX579" fmla="*/ 791120 w 1217254"/>
                <a:gd name="csY579" fmla="*/ 1312323 h 1639089"/>
                <a:gd name="csX580" fmla="*/ 788731 w 1217254"/>
                <a:gd name="csY580" fmla="*/ 1313756 h 1639089"/>
                <a:gd name="csX581" fmla="*/ 787298 w 1217254"/>
                <a:gd name="csY581" fmla="*/ 1314711 h 1639089"/>
                <a:gd name="csX582" fmla="*/ 786343 w 1217254"/>
                <a:gd name="csY582" fmla="*/ 1316145 h 1639089"/>
                <a:gd name="csX583" fmla="*/ 783954 w 1217254"/>
                <a:gd name="csY583" fmla="*/ 1322833 h 1639089"/>
                <a:gd name="csX584" fmla="*/ 782521 w 1217254"/>
                <a:gd name="csY584" fmla="*/ 1324744 h 1639089"/>
                <a:gd name="csX585" fmla="*/ 780610 w 1217254"/>
                <a:gd name="csY585" fmla="*/ 1327610 h 1639089"/>
                <a:gd name="csX586" fmla="*/ 779655 w 1217254"/>
                <a:gd name="csY586" fmla="*/ 1328088 h 1639089"/>
                <a:gd name="csX587" fmla="*/ 779177 w 1217254"/>
                <a:gd name="csY587" fmla="*/ 1329043 h 1639089"/>
                <a:gd name="csX588" fmla="*/ 779655 w 1217254"/>
                <a:gd name="csY588" fmla="*/ 1330477 h 1639089"/>
                <a:gd name="csX589" fmla="*/ 779177 w 1217254"/>
                <a:gd name="csY589" fmla="*/ 1333343 h 1639089"/>
                <a:gd name="csX590" fmla="*/ 777743 w 1217254"/>
                <a:gd name="csY590" fmla="*/ 1337643 h 1639089"/>
                <a:gd name="csX591" fmla="*/ 772011 w 1217254"/>
                <a:gd name="csY591" fmla="*/ 1348153 h 1639089"/>
                <a:gd name="csX592" fmla="*/ 767711 w 1217254"/>
                <a:gd name="csY592" fmla="*/ 1358185 h 1639089"/>
                <a:gd name="csX593" fmla="*/ 765800 w 1217254"/>
                <a:gd name="csY593" fmla="*/ 1361529 h 1639089"/>
                <a:gd name="csX594" fmla="*/ 764367 w 1217254"/>
                <a:gd name="csY594" fmla="*/ 1362962 h 1639089"/>
                <a:gd name="csX595" fmla="*/ 763412 w 1217254"/>
                <a:gd name="csY595" fmla="*/ 1362484 h 1639089"/>
                <a:gd name="csX596" fmla="*/ 761501 w 1217254"/>
                <a:gd name="csY596" fmla="*/ 1362484 h 1639089"/>
                <a:gd name="csX597" fmla="*/ 760545 w 1217254"/>
                <a:gd name="csY597" fmla="*/ 1364395 h 1639089"/>
                <a:gd name="csX598" fmla="*/ 759590 w 1217254"/>
                <a:gd name="csY598" fmla="*/ 1367739 h 1639089"/>
                <a:gd name="csX599" fmla="*/ 758157 w 1217254"/>
                <a:gd name="csY599" fmla="*/ 1370128 h 1639089"/>
                <a:gd name="csX600" fmla="*/ 757201 w 1217254"/>
                <a:gd name="csY600" fmla="*/ 1371561 h 1639089"/>
                <a:gd name="csX601" fmla="*/ 748602 w 1217254"/>
                <a:gd name="csY601" fmla="*/ 1378727 h 1639089"/>
                <a:gd name="csX602" fmla="*/ 746213 w 1217254"/>
                <a:gd name="csY602" fmla="*/ 1380160 h 1639089"/>
                <a:gd name="csX603" fmla="*/ 744302 w 1217254"/>
                <a:gd name="csY603" fmla="*/ 1379205 h 1639089"/>
                <a:gd name="csX604" fmla="*/ 741914 w 1217254"/>
                <a:gd name="csY604" fmla="*/ 1379683 h 1639089"/>
                <a:gd name="csX605" fmla="*/ 736659 w 1217254"/>
                <a:gd name="csY605" fmla="*/ 1375861 h 1639089"/>
                <a:gd name="csX606" fmla="*/ 735703 w 1217254"/>
                <a:gd name="csY606" fmla="*/ 1374428 h 1639089"/>
                <a:gd name="csX607" fmla="*/ 732837 w 1217254"/>
                <a:gd name="csY607" fmla="*/ 1371084 h 1639089"/>
                <a:gd name="csX608" fmla="*/ 732837 w 1217254"/>
                <a:gd name="csY608" fmla="*/ 1372995 h 1639089"/>
                <a:gd name="csX609" fmla="*/ 733315 w 1217254"/>
                <a:gd name="csY609" fmla="*/ 1373950 h 1639089"/>
                <a:gd name="csX610" fmla="*/ 733793 w 1217254"/>
                <a:gd name="csY610" fmla="*/ 1374905 h 1639089"/>
                <a:gd name="csX611" fmla="*/ 734748 w 1217254"/>
                <a:gd name="csY611" fmla="*/ 1376816 h 1639089"/>
                <a:gd name="csX612" fmla="*/ 737614 w 1217254"/>
                <a:gd name="csY612" fmla="*/ 1384938 h 1639089"/>
                <a:gd name="csX613" fmla="*/ 735703 w 1217254"/>
                <a:gd name="csY613" fmla="*/ 1386371 h 1639089"/>
                <a:gd name="csX614" fmla="*/ 733793 w 1217254"/>
                <a:gd name="csY614" fmla="*/ 1388282 h 1639089"/>
                <a:gd name="csX615" fmla="*/ 729015 w 1217254"/>
                <a:gd name="csY615" fmla="*/ 1391626 h 1639089"/>
                <a:gd name="csX616" fmla="*/ 724238 w 1217254"/>
                <a:gd name="csY616" fmla="*/ 1397359 h 1639089"/>
                <a:gd name="csX617" fmla="*/ 722805 w 1217254"/>
                <a:gd name="csY617" fmla="*/ 1398792 h 1639089"/>
                <a:gd name="csX618" fmla="*/ 722327 w 1217254"/>
                <a:gd name="csY618" fmla="*/ 1394492 h 1639089"/>
                <a:gd name="csX619" fmla="*/ 722327 w 1217254"/>
                <a:gd name="csY619" fmla="*/ 1393059 h 1639089"/>
                <a:gd name="csX620" fmla="*/ 719461 w 1217254"/>
                <a:gd name="csY620" fmla="*/ 1390670 h 1639089"/>
                <a:gd name="csX621" fmla="*/ 719938 w 1217254"/>
                <a:gd name="csY621" fmla="*/ 1392581 h 1639089"/>
                <a:gd name="csX622" fmla="*/ 719461 w 1217254"/>
                <a:gd name="csY622" fmla="*/ 1394015 h 1639089"/>
                <a:gd name="csX623" fmla="*/ 717550 w 1217254"/>
                <a:gd name="csY623" fmla="*/ 1399747 h 1639089"/>
                <a:gd name="csX624" fmla="*/ 717072 w 1217254"/>
                <a:gd name="csY624" fmla="*/ 1400703 h 1639089"/>
                <a:gd name="csX625" fmla="*/ 716117 w 1217254"/>
                <a:gd name="csY625" fmla="*/ 1400225 h 1639089"/>
                <a:gd name="csX626" fmla="*/ 713728 w 1217254"/>
                <a:gd name="csY626" fmla="*/ 1401181 h 1639089"/>
                <a:gd name="csX627" fmla="*/ 711817 w 1217254"/>
                <a:gd name="csY627" fmla="*/ 1400703 h 1639089"/>
                <a:gd name="csX628" fmla="*/ 709906 w 1217254"/>
                <a:gd name="csY628" fmla="*/ 1398314 h 1639089"/>
                <a:gd name="csX629" fmla="*/ 708951 w 1217254"/>
                <a:gd name="csY629" fmla="*/ 1396881 h 1639089"/>
                <a:gd name="csX630" fmla="*/ 705606 w 1217254"/>
                <a:gd name="csY630" fmla="*/ 1400703 h 1639089"/>
                <a:gd name="csX631" fmla="*/ 704173 w 1217254"/>
                <a:gd name="csY631" fmla="*/ 1400703 h 1639089"/>
                <a:gd name="csX632" fmla="*/ 703695 w 1217254"/>
                <a:gd name="csY632" fmla="*/ 1403569 h 1639089"/>
                <a:gd name="csX633" fmla="*/ 702262 w 1217254"/>
                <a:gd name="csY633" fmla="*/ 1406436 h 1639089"/>
                <a:gd name="csX634" fmla="*/ 699874 w 1217254"/>
                <a:gd name="csY634" fmla="*/ 1407391 h 1639089"/>
                <a:gd name="csX635" fmla="*/ 697007 w 1217254"/>
                <a:gd name="csY635" fmla="*/ 1407391 h 1639089"/>
                <a:gd name="csX636" fmla="*/ 695096 w 1217254"/>
                <a:gd name="csY636" fmla="*/ 1409302 h 1639089"/>
                <a:gd name="csX637" fmla="*/ 691275 w 1217254"/>
                <a:gd name="csY637" fmla="*/ 1407391 h 1639089"/>
                <a:gd name="csX638" fmla="*/ 690319 w 1217254"/>
                <a:gd name="csY638" fmla="*/ 1404047 h 1639089"/>
                <a:gd name="csX639" fmla="*/ 693663 w 1217254"/>
                <a:gd name="csY639" fmla="*/ 1399270 h 1639089"/>
                <a:gd name="csX640" fmla="*/ 694619 w 1217254"/>
                <a:gd name="csY640" fmla="*/ 1397359 h 1639089"/>
                <a:gd name="csX641" fmla="*/ 693663 w 1217254"/>
                <a:gd name="csY641" fmla="*/ 1394970 h 1639089"/>
                <a:gd name="csX642" fmla="*/ 694619 w 1217254"/>
                <a:gd name="csY642" fmla="*/ 1392104 h 1639089"/>
                <a:gd name="csX643" fmla="*/ 700829 w 1217254"/>
                <a:gd name="csY643" fmla="*/ 1382549 h 1639089"/>
                <a:gd name="csX644" fmla="*/ 704651 w 1217254"/>
                <a:gd name="csY644" fmla="*/ 1377294 h 1639089"/>
                <a:gd name="csX645" fmla="*/ 704651 w 1217254"/>
                <a:gd name="csY645" fmla="*/ 1376816 h 1639089"/>
                <a:gd name="csX646" fmla="*/ 698918 w 1217254"/>
                <a:gd name="csY646" fmla="*/ 1375383 h 1639089"/>
                <a:gd name="csX647" fmla="*/ 694141 w 1217254"/>
                <a:gd name="csY647" fmla="*/ 1373950 h 1639089"/>
                <a:gd name="csX648" fmla="*/ 689364 w 1217254"/>
                <a:gd name="csY648" fmla="*/ 1372995 h 1639089"/>
                <a:gd name="csX649" fmla="*/ 687453 w 1217254"/>
                <a:gd name="csY649" fmla="*/ 1373950 h 1639089"/>
                <a:gd name="csX650" fmla="*/ 690797 w 1217254"/>
                <a:gd name="csY650" fmla="*/ 1376816 h 1639089"/>
                <a:gd name="csX651" fmla="*/ 695096 w 1217254"/>
                <a:gd name="csY651" fmla="*/ 1379205 h 1639089"/>
                <a:gd name="csX652" fmla="*/ 693186 w 1217254"/>
                <a:gd name="csY652" fmla="*/ 1382071 h 1639089"/>
                <a:gd name="csX653" fmla="*/ 691275 w 1217254"/>
                <a:gd name="csY653" fmla="*/ 1384938 h 1639089"/>
                <a:gd name="csX654" fmla="*/ 688886 w 1217254"/>
                <a:gd name="csY654" fmla="*/ 1392581 h 1639089"/>
                <a:gd name="csX655" fmla="*/ 687453 w 1217254"/>
                <a:gd name="csY655" fmla="*/ 1395448 h 1639089"/>
                <a:gd name="csX656" fmla="*/ 682675 w 1217254"/>
                <a:gd name="csY656" fmla="*/ 1392104 h 1639089"/>
                <a:gd name="csX657" fmla="*/ 680287 w 1217254"/>
                <a:gd name="csY657" fmla="*/ 1390670 h 1639089"/>
                <a:gd name="csX658" fmla="*/ 681720 w 1217254"/>
                <a:gd name="csY658" fmla="*/ 1394492 h 1639089"/>
                <a:gd name="csX659" fmla="*/ 686020 w 1217254"/>
                <a:gd name="csY659" fmla="*/ 1398314 h 1639089"/>
                <a:gd name="csX660" fmla="*/ 686497 w 1217254"/>
                <a:gd name="csY660" fmla="*/ 1399747 h 1639089"/>
                <a:gd name="csX661" fmla="*/ 686497 w 1217254"/>
                <a:gd name="csY661" fmla="*/ 1404047 h 1639089"/>
                <a:gd name="csX662" fmla="*/ 677898 w 1217254"/>
                <a:gd name="csY662" fmla="*/ 1407869 h 1639089"/>
                <a:gd name="csX663" fmla="*/ 668821 w 1217254"/>
                <a:gd name="csY663" fmla="*/ 1408346 h 1639089"/>
                <a:gd name="csX664" fmla="*/ 662611 w 1217254"/>
                <a:gd name="csY664" fmla="*/ 1409302 h 1639089"/>
                <a:gd name="csX665" fmla="*/ 651623 w 1217254"/>
                <a:gd name="csY665" fmla="*/ 1410735 h 1639089"/>
                <a:gd name="csX666" fmla="*/ 647323 w 1217254"/>
                <a:gd name="csY666" fmla="*/ 1410735 h 1639089"/>
                <a:gd name="csX667" fmla="*/ 646846 w 1217254"/>
                <a:gd name="csY667" fmla="*/ 1412168 h 1639089"/>
                <a:gd name="csX668" fmla="*/ 657356 w 1217254"/>
                <a:gd name="csY668" fmla="*/ 1418857 h 1639089"/>
                <a:gd name="csX669" fmla="*/ 659267 w 1217254"/>
                <a:gd name="csY669" fmla="*/ 1420290 h 1639089"/>
                <a:gd name="csX670" fmla="*/ 657834 w 1217254"/>
                <a:gd name="csY670" fmla="*/ 1422678 h 1639089"/>
                <a:gd name="csX671" fmla="*/ 655445 w 1217254"/>
                <a:gd name="csY671" fmla="*/ 1424111 h 1639089"/>
                <a:gd name="csX672" fmla="*/ 652101 w 1217254"/>
                <a:gd name="csY672" fmla="*/ 1428889 h 1639089"/>
                <a:gd name="csX673" fmla="*/ 650190 w 1217254"/>
                <a:gd name="csY673" fmla="*/ 1430800 h 1639089"/>
                <a:gd name="csX674" fmla="*/ 645890 w 1217254"/>
                <a:gd name="csY674" fmla="*/ 1432711 h 1639089"/>
                <a:gd name="csX675" fmla="*/ 637291 w 1217254"/>
                <a:gd name="csY675" fmla="*/ 1430322 h 1639089"/>
                <a:gd name="csX676" fmla="*/ 633469 w 1217254"/>
                <a:gd name="csY676" fmla="*/ 1431277 h 1639089"/>
                <a:gd name="csX677" fmla="*/ 629170 w 1217254"/>
                <a:gd name="csY677" fmla="*/ 1430800 h 1639089"/>
                <a:gd name="csX678" fmla="*/ 629170 w 1217254"/>
                <a:gd name="csY678" fmla="*/ 1433666 h 1639089"/>
                <a:gd name="csX679" fmla="*/ 630125 w 1217254"/>
                <a:gd name="csY679" fmla="*/ 1435577 h 1639089"/>
                <a:gd name="csX680" fmla="*/ 631558 w 1217254"/>
                <a:gd name="csY680" fmla="*/ 1440354 h 1639089"/>
                <a:gd name="csX681" fmla="*/ 634425 w 1217254"/>
                <a:gd name="csY681" fmla="*/ 1440354 h 1639089"/>
                <a:gd name="csX682" fmla="*/ 637769 w 1217254"/>
                <a:gd name="csY682" fmla="*/ 1438443 h 1639089"/>
                <a:gd name="csX683" fmla="*/ 640635 w 1217254"/>
                <a:gd name="csY683" fmla="*/ 1442265 h 1639089"/>
                <a:gd name="csX684" fmla="*/ 642068 w 1217254"/>
                <a:gd name="csY684" fmla="*/ 1448953 h 1639089"/>
                <a:gd name="csX685" fmla="*/ 645413 w 1217254"/>
                <a:gd name="csY685" fmla="*/ 1452298 h 1639089"/>
                <a:gd name="csX686" fmla="*/ 646368 w 1217254"/>
                <a:gd name="csY686" fmla="*/ 1454686 h 1639089"/>
                <a:gd name="csX687" fmla="*/ 647323 w 1217254"/>
                <a:gd name="csY687" fmla="*/ 1457075 h 1639089"/>
                <a:gd name="csX688" fmla="*/ 645413 w 1217254"/>
                <a:gd name="csY688" fmla="*/ 1459464 h 1639089"/>
                <a:gd name="csX689" fmla="*/ 641113 w 1217254"/>
                <a:gd name="csY689" fmla="*/ 1462808 h 1639089"/>
                <a:gd name="csX690" fmla="*/ 636813 w 1217254"/>
                <a:gd name="csY690" fmla="*/ 1463285 h 1639089"/>
                <a:gd name="csX691" fmla="*/ 637291 w 1217254"/>
                <a:gd name="csY691" fmla="*/ 1466152 h 1639089"/>
                <a:gd name="csX692" fmla="*/ 635380 w 1217254"/>
                <a:gd name="csY692" fmla="*/ 1468063 h 1639089"/>
                <a:gd name="csX693" fmla="*/ 631081 w 1217254"/>
                <a:gd name="csY693" fmla="*/ 1467585 h 1639089"/>
                <a:gd name="csX694" fmla="*/ 629170 w 1217254"/>
                <a:gd name="csY694" fmla="*/ 1466152 h 1639089"/>
                <a:gd name="csX695" fmla="*/ 627259 w 1217254"/>
                <a:gd name="csY695" fmla="*/ 1465674 h 1639089"/>
                <a:gd name="csX696" fmla="*/ 619615 w 1217254"/>
                <a:gd name="csY696" fmla="*/ 1464718 h 1639089"/>
                <a:gd name="csX697" fmla="*/ 627259 w 1217254"/>
                <a:gd name="csY697" fmla="*/ 1469974 h 1639089"/>
                <a:gd name="csX698" fmla="*/ 630125 w 1217254"/>
                <a:gd name="csY698" fmla="*/ 1472362 h 1639089"/>
                <a:gd name="csX699" fmla="*/ 631558 w 1217254"/>
                <a:gd name="csY699" fmla="*/ 1470929 h 1639089"/>
                <a:gd name="csX700" fmla="*/ 634425 w 1217254"/>
                <a:gd name="csY700" fmla="*/ 1470451 h 1639089"/>
                <a:gd name="csX701" fmla="*/ 638724 w 1217254"/>
                <a:gd name="csY701" fmla="*/ 1471884 h 1639089"/>
                <a:gd name="csX702" fmla="*/ 637769 w 1217254"/>
                <a:gd name="csY702" fmla="*/ 1480006 h 1639089"/>
                <a:gd name="csX703" fmla="*/ 639680 w 1217254"/>
                <a:gd name="csY703" fmla="*/ 1487172 h 1639089"/>
                <a:gd name="csX704" fmla="*/ 639680 w 1217254"/>
                <a:gd name="csY704" fmla="*/ 1488605 h 1639089"/>
                <a:gd name="csX705" fmla="*/ 635380 w 1217254"/>
                <a:gd name="csY705" fmla="*/ 1492427 h 1639089"/>
                <a:gd name="csX706" fmla="*/ 635380 w 1217254"/>
                <a:gd name="csY706" fmla="*/ 1496249 h 1639089"/>
                <a:gd name="csX707" fmla="*/ 632992 w 1217254"/>
                <a:gd name="csY707" fmla="*/ 1497204 h 1639089"/>
                <a:gd name="csX708" fmla="*/ 630125 w 1217254"/>
                <a:gd name="csY708" fmla="*/ 1497204 h 1639089"/>
                <a:gd name="csX709" fmla="*/ 629647 w 1217254"/>
                <a:gd name="csY709" fmla="*/ 1501026 h 1639089"/>
                <a:gd name="csX710" fmla="*/ 627737 w 1217254"/>
                <a:gd name="csY710" fmla="*/ 1503892 h 1639089"/>
                <a:gd name="csX711" fmla="*/ 628214 w 1217254"/>
                <a:gd name="csY711" fmla="*/ 1505325 h 1639089"/>
                <a:gd name="csX712" fmla="*/ 628692 w 1217254"/>
                <a:gd name="csY712" fmla="*/ 1506759 h 1639089"/>
                <a:gd name="csX713" fmla="*/ 627259 w 1217254"/>
                <a:gd name="csY713" fmla="*/ 1509625 h 1639089"/>
                <a:gd name="csX714" fmla="*/ 625348 w 1217254"/>
                <a:gd name="csY714" fmla="*/ 1512491 h 1639089"/>
                <a:gd name="csX715" fmla="*/ 623437 w 1217254"/>
                <a:gd name="csY715" fmla="*/ 1515358 h 1639089"/>
                <a:gd name="csX716" fmla="*/ 622004 w 1217254"/>
                <a:gd name="csY716" fmla="*/ 1515358 h 1639089"/>
                <a:gd name="csX717" fmla="*/ 618660 w 1217254"/>
                <a:gd name="csY717" fmla="*/ 1515358 h 1639089"/>
                <a:gd name="csX718" fmla="*/ 614360 w 1217254"/>
                <a:gd name="csY718" fmla="*/ 1514880 h 1639089"/>
                <a:gd name="csX719" fmla="*/ 610538 w 1217254"/>
                <a:gd name="csY719" fmla="*/ 1511536 h 1639089"/>
                <a:gd name="csX720" fmla="*/ 609105 w 1217254"/>
                <a:gd name="csY720" fmla="*/ 1510103 h 1639089"/>
                <a:gd name="csX721" fmla="*/ 607672 w 1217254"/>
                <a:gd name="csY721" fmla="*/ 1509625 h 1639089"/>
                <a:gd name="csX722" fmla="*/ 608150 w 1217254"/>
                <a:gd name="csY722" fmla="*/ 1512014 h 1639089"/>
                <a:gd name="csX723" fmla="*/ 609105 w 1217254"/>
                <a:gd name="csY723" fmla="*/ 1512969 h 1639089"/>
                <a:gd name="csX724" fmla="*/ 612449 w 1217254"/>
                <a:gd name="csY724" fmla="*/ 1515836 h 1639089"/>
                <a:gd name="csX725" fmla="*/ 618182 w 1217254"/>
                <a:gd name="csY725" fmla="*/ 1519180 h 1639089"/>
                <a:gd name="csX726" fmla="*/ 618182 w 1217254"/>
                <a:gd name="csY726" fmla="*/ 1521091 h 1639089"/>
                <a:gd name="csX727" fmla="*/ 616749 w 1217254"/>
                <a:gd name="csY727" fmla="*/ 1522046 h 1639089"/>
                <a:gd name="csX728" fmla="*/ 612927 w 1217254"/>
                <a:gd name="csY728" fmla="*/ 1528257 h 1639089"/>
                <a:gd name="csX729" fmla="*/ 611494 w 1217254"/>
                <a:gd name="csY729" fmla="*/ 1528257 h 1639089"/>
                <a:gd name="csX730" fmla="*/ 610061 w 1217254"/>
                <a:gd name="csY730" fmla="*/ 1530167 h 1639089"/>
                <a:gd name="csX731" fmla="*/ 604806 w 1217254"/>
                <a:gd name="csY731" fmla="*/ 1529690 h 1639089"/>
                <a:gd name="csX732" fmla="*/ 602895 w 1217254"/>
                <a:gd name="csY732" fmla="*/ 1528734 h 1639089"/>
                <a:gd name="csX733" fmla="*/ 596206 w 1217254"/>
                <a:gd name="csY733" fmla="*/ 1529212 h 1639089"/>
                <a:gd name="csX734" fmla="*/ 594296 w 1217254"/>
                <a:gd name="csY734" fmla="*/ 1528734 h 1639089"/>
                <a:gd name="csX735" fmla="*/ 592385 w 1217254"/>
                <a:gd name="csY735" fmla="*/ 1529212 h 1639089"/>
                <a:gd name="csX736" fmla="*/ 594296 w 1217254"/>
                <a:gd name="csY736" fmla="*/ 1530645 h 1639089"/>
                <a:gd name="csX737" fmla="*/ 597640 w 1217254"/>
                <a:gd name="csY737" fmla="*/ 1532078 h 1639089"/>
                <a:gd name="csX738" fmla="*/ 601939 w 1217254"/>
                <a:gd name="csY738" fmla="*/ 1533989 h 1639089"/>
                <a:gd name="csX739" fmla="*/ 608150 w 1217254"/>
                <a:gd name="csY739" fmla="*/ 1534945 h 1639089"/>
                <a:gd name="csX740" fmla="*/ 607672 w 1217254"/>
                <a:gd name="csY740" fmla="*/ 1537333 h 1639089"/>
                <a:gd name="csX741" fmla="*/ 606239 w 1217254"/>
                <a:gd name="csY741" fmla="*/ 1539244 h 1639089"/>
                <a:gd name="csX742" fmla="*/ 607194 w 1217254"/>
                <a:gd name="csY742" fmla="*/ 1541633 h 1639089"/>
                <a:gd name="csX743" fmla="*/ 606239 w 1217254"/>
                <a:gd name="csY743" fmla="*/ 1543544 h 1639089"/>
                <a:gd name="csX744" fmla="*/ 606239 w 1217254"/>
                <a:gd name="csY744" fmla="*/ 1545933 h 1639089"/>
                <a:gd name="csX745" fmla="*/ 604806 w 1217254"/>
                <a:gd name="csY745" fmla="*/ 1551188 h 1639089"/>
                <a:gd name="csX746" fmla="*/ 606239 w 1217254"/>
                <a:gd name="csY746" fmla="*/ 1555009 h 1639089"/>
                <a:gd name="csX747" fmla="*/ 608150 w 1217254"/>
                <a:gd name="csY747" fmla="*/ 1556920 h 1639089"/>
                <a:gd name="csX748" fmla="*/ 608150 w 1217254"/>
                <a:gd name="csY748" fmla="*/ 1558831 h 1639089"/>
                <a:gd name="csX749" fmla="*/ 609105 w 1217254"/>
                <a:gd name="csY749" fmla="*/ 1562653 h 1639089"/>
                <a:gd name="csX750" fmla="*/ 606239 w 1217254"/>
                <a:gd name="csY750" fmla="*/ 1565997 h 1639089"/>
                <a:gd name="csX751" fmla="*/ 603850 w 1217254"/>
                <a:gd name="csY751" fmla="*/ 1565997 h 1639089"/>
                <a:gd name="csX752" fmla="*/ 600506 w 1217254"/>
                <a:gd name="csY752" fmla="*/ 1566475 h 1639089"/>
                <a:gd name="csX753" fmla="*/ 599550 w 1217254"/>
                <a:gd name="csY753" fmla="*/ 1567908 h 1639089"/>
                <a:gd name="csX754" fmla="*/ 604806 w 1217254"/>
                <a:gd name="csY754" fmla="*/ 1569341 h 1639089"/>
                <a:gd name="csX755" fmla="*/ 604328 w 1217254"/>
                <a:gd name="csY755" fmla="*/ 1571730 h 1639089"/>
                <a:gd name="csX756" fmla="*/ 602895 w 1217254"/>
                <a:gd name="csY756" fmla="*/ 1575074 h 1639089"/>
                <a:gd name="csX757" fmla="*/ 601461 w 1217254"/>
                <a:gd name="csY757" fmla="*/ 1581762 h 1639089"/>
                <a:gd name="csX758" fmla="*/ 598117 w 1217254"/>
                <a:gd name="csY758" fmla="*/ 1592750 h 1639089"/>
                <a:gd name="csX759" fmla="*/ 596684 w 1217254"/>
                <a:gd name="csY759" fmla="*/ 1604216 h 1639089"/>
                <a:gd name="csX760" fmla="*/ 590474 w 1217254"/>
                <a:gd name="csY760" fmla="*/ 1612815 h 1639089"/>
                <a:gd name="csX761" fmla="*/ 588085 w 1217254"/>
                <a:gd name="csY761" fmla="*/ 1613292 h 1639089"/>
                <a:gd name="csX762" fmla="*/ 587607 w 1217254"/>
                <a:gd name="csY762" fmla="*/ 1613770 h 1639089"/>
                <a:gd name="csX763" fmla="*/ 584263 w 1217254"/>
                <a:gd name="csY763" fmla="*/ 1613292 h 1639089"/>
                <a:gd name="csX764" fmla="*/ 579486 w 1217254"/>
                <a:gd name="csY764" fmla="*/ 1610904 h 1639089"/>
                <a:gd name="csX765" fmla="*/ 575664 w 1217254"/>
                <a:gd name="csY765" fmla="*/ 1610426 h 1639089"/>
                <a:gd name="csX766" fmla="*/ 572798 w 1217254"/>
                <a:gd name="csY766" fmla="*/ 1610426 h 1639089"/>
                <a:gd name="csX767" fmla="*/ 572798 w 1217254"/>
                <a:gd name="csY767" fmla="*/ 1611381 h 1639089"/>
                <a:gd name="csX768" fmla="*/ 574708 w 1217254"/>
                <a:gd name="csY768" fmla="*/ 1613292 h 1639089"/>
                <a:gd name="csX769" fmla="*/ 578053 w 1217254"/>
                <a:gd name="csY769" fmla="*/ 1613770 h 1639089"/>
                <a:gd name="csX770" fmla="*/ 580919 w 1217254"/>
                <a:gd name="csY770" fmla="*/ 1614726 h 1639089"/>
                <a:gd name="csX771" fmla="*/ 585219 w 1217254"/>
                <a:gd name="csY771" fmla="*/ 1616159 h 1639089"/>
                <a:gd name="csX772" fmla="*/ 587130 w 1217254"/>
                <a:gd name="csY772" fmla="*/ 1618070 h 1639089"/>
                <a:gd name="csX773" fmla="*/ 588085 w 1217254"/>
                <a:gd name="csY773" fmla="*/ 1619981 h 1639089"/>
                <a:gd name="csX774" fmla="*/ 588085 w 1217254"/>
                <a:gd name="csY774" fmla="*/ 1621414 h 1639089"/>
                <a:gd name="csX775" fmla="*/ 588085 w 1217254"/>
                <a:gd name="csY775" fmla="*/ 1622369 h 1639089"/>
                <a:gd name="csX776" fmla="*/ 589040 w 1217254"/>
                <a:gd name="csY776" fmla="*/ 1630013 h 1639089"/>
                <a:gd name="csX777" fmla="*/ 586652 w 1217254"/>
                <a:gd name="csY777" fmla="*/ 1632402 h 1639089"/>
                <a:gd name="csX778" fmla="*/ 584741 w 1217254"/>
                <a:gd name="csY778" fmla="*/ 1634790 h 1639089"/>
                <a:gd name="csX779" fmla="*/ 579008 w 1217254"/>
                <a:gd name="csY779" fmla="*/ 1634312 h 1639089"/>
                <a:gd name="csX780" fmla="*/ 578053 w 1217254"/>
                <a:gd name="csY780" fmla="*/ 1633835 h 1639089"/>
                <a:gd name="csX781" fmla="*/ 572320 w 1217254"/>
                <a:gd name="csY781" fmla="*/ 1631446 h 1639089"/>
                <a:gd name="csX782" fmla="*/ 572798 w 1217254"/>
                <a:gd name="csY782" fmla="*/ 1632402 h 1639089"/>
                <a:gd name="csX783" fmla="*/ 576620 w 1217254"/>
                <a:gd name="csY783" fmla="*/ 1635746 h 1639089"/>
                <a:gd name="csX784" fmla="*/ 578053 w 1217254"/>
                <a:gd name="csY784" fmla="*/ 1637179 h 1639089"/>
                <a:gd name="csX785" fmla="*/ 577097 w 1217254"/>
                <a:gd name="csY785" fmla="*/ 1637657 h 1639089"/>
                <a:gd name="csX786" fmla="*/ 575664 w 1217254"/>
                <a:gd name="csY786" fmla="*/ 1637657 h 1639089"/>
                <a:gd name="csX787" fmla="*/ 573275 w 1217254"/>
                <a:gd name="csY787" fmla="*/ 1639090 h 1639089"/>
                <a:gd name="csX788" fmla="*/ 568976 w 1217254"/>
                <a:gd name="csY788" fmla="*/ 1638134 h 1639089"/>
                <a:gd name="csX789" fmla="*/ 569454 w 1217254"/>
                <a:gd name="csY789" fmla="*/ 1636701 h 1639089"/>
                <a:gd name="csX790" fmla="*/ 570409 w 1217254"/>
                <a:gd name="csY790" fmla="*/ 1634790 h 1639089"/>
                <a:gd name="csX791" fmla="*/ 568498 w 1217254"/>
                <a:gd name="csY791" fmla="*/ 1635268 h 1639089"/>
                <a:gd name="csX792" fmla="*/ 566109 w 1217254"/>
                <a:gd name="csY792" fmla="*/ 1636223 h 1639089"/>
                <a:gd name="csX793" fmla="*/ 564676 w 1217254"/>
                <a:gd name="csY793" fmla="*/ 1635746 h 1639089"/>
                <a:gd name="csX794" fmla="*/ 563721 w 1217254"/>
                <a:gd name="csY794" fmla="*/ 1635746 h 1639089"/>
                <a:gd name="csX795" fmla="*/ 563243 w 1217254"/>
                <a:gd name="csY795" fmla="*/ 1634790 h 1639089"/>
                <a:gd name="csX796" fmla="*/ 562288 w 1217254"/>
                <a:gd name="csY796" fmla="*/ 1631446 h 1639089"/>
                <a:gd name="csX797" fmla="*/ 563243 w 1217254"/>
                <a:gd name="csY797" fmla="*/ 1630013 h 1639089"/>
                <a:gd name="csX798" fmla="*/ 567065 w 1217254"/>
                <a:gd name="csY798" fmla="*/ 1625713 h 1639089"/>
                <a:gd name="csX799" fmla="*/ 568020 w 1217254"/>
                <a:gd name="csY799" fmla="*/ 1623325 h 1639089"/>
                <a:gd name="csX800" fmla="*/ 567065 w 1217254"/>
                <a:gd name="csY800" fmla="*/ 1622369 h 1639089"/>
                <a:gd name="csX801" fmla="*/ 564676 w 1217254"/>
                <a:gd name="csY801" fmla="*/ 1624758 h 1639089"/>
                <a:gd name="csX802" fmla="*/ 561810 w 1217254"/>
                <a:gd name="csY802" fmla="*/ 1628580 h 1639089"/>
                <a:gd name="csX803" fmla="*/ 560854 w 1217254"/>
                <a:gd name="csY803" fmla="*/ 1630968 h 1639089"/>
                <a:gd name="csX804" fmla="*/ 559421 w 1217254"/>
                <a:gd name="csY804" fmla="*/ 1631446 h 1639089"/>
                <a:gd name="csX805" fmla="*/ 555122 w 1217254"/>
                <a:gd name="csY805" fmla="*/ 1630491 h 1639089"/>
                <a:gd name="csX806" fmla="*/ 544134 w 1217254"/>
                <a:gd name="csY806" fmla="*/ 1624758 h 1639089"/>
                <a:gd name="csX807" fmla="*/ 544612 w 1217254"/>
                <a:gd name="csY807" fmla="*/ 1621414 h 1639089"/>
                <a:gd name="csX808" fmla="*/ 544134 w 1217254"/>
                <a:gd name="csY808" fmla="*/ 1618547 h 1639089"/>
                <a:gd name="csX809" fmla="*/ 547478 w 1217254"/>
                <a:gd name="csY809" fmla="*/ 1618070 h 1639089"/>
                <a:gd name="csX810" fmla="*/ 549867 w 1217254"/>
                <a:gd name="csY810" fmla="*/ 1617114 h 1639089"/>
                <a:gd name="csX811" fmla="*/ 552255 w 1217254"/>
                <a:gd name="csY811" fmla="*/ 1615681 h 1639089"/>
                <a:gd name="csX812" fmla="*/ 554644 w 1217254"/>
                <a:gd name="csY812" fmla="*/ 1612815 h 1639089"/>
                <a:gd name="csX813" fmla="*/ 556555 w 1217254"/>
                <a:gd name="csY813" fmla="*/ 1608037 h 1639089"/>
                <a:gd name="csX814" fmla="*/ 556555 w 1217254"/>
                <a:gd name="csY814" fmla="*/ 1607560 h 1639089"/>
                <a:gd name="csX815" fmla="*/ 549867 w 1217254"/>
                <a:gd name="csY815" fmla="*/ 1613770 h 1639089"/>
                <a:gd name="csX816" fmla="*/ 546045 w 1217254"/>
                <a:gd name="csY816" fmla="*/ 1615681 h 1639089"/>
                <a:gd name="csX817" fmla="*/ 544134 w 1217254"/>
                <a:gd name="csY817" fmla="*/ 1616159 h 1639089"/>
                <a:gd name="csX818" fmla="*/ 543178 w 1217254"/>
                <a:gd name="csY818" fmla="*/ 1615203 h 1639089"/>
                <a:gd name="csX819" fmla="*/ 539834 w 1217254"/>
                <a:gd name="csY819" fmla="*/ 1613292 h 1639089"/>
                <a:gd name="csX820" fmla="*/ 537924 w 1217254"/>
                <a:gd name="csY820" fmla="*/ 1612337 h 1639089"/>
                <a:gd name="csX821" fmla="*/ 533146 w 1217254"/>
                <a:gd name="csY821" fmla="*/ 1610904 h 1639089"/>
                <a:gd name="csX822" fmla="*/ 532191 w 1217254"/>
                <a:gd name="csY822" fmla="*/ 1610426 h 1639089"/>
                <a:gd name="csX823" fmla="*/ 530758 w 1217254"/>
                <a:gd name="csY823" fmla="*/ 1609471 h 1639089"/>
                <a:gd name="csX824" fmla="*/ 528847 w 1217254"/>
                <a:gd name="csY824" fmla="*/ 1603738 h 1639089"/>
                <a:gd name="csX825" fmla="*/ 531235 w 1217254"/>
                <a:gd name="csY825" fmla="*/ 1596572 h 1639089"/>
                <a:gd name="csX826" fmla="*/ 533146 w 1217254"/>
                <a:gd name="csY826" fmla="*/ 1594183 h 1639089"/>
                <a:gd name="csX827" fmla="*/ 534101 w 1217254"/>
                <a:gd name="csY827" fmla="*/ 1591795 h 1639089"/>
                <a:gd name="csX828" fmla="*/ 534579 w 1217254"/>
                <a:gd name="csY828" fmla="*/ 1588451 h 1639089"/>
                <a:gd name="csX829" fmla="*/ 534579 w 1217254"/>
                <a:gd name="csY829" fmla="*/ 1587017 h 1639089"/>
                <a:gd name="csX830" fmla="*/ 532668 w 1217254"/>
                <a:gd name="csY830" fmla="*/ 1587495 h 1639089"/>
                <a:gd name="csX831" fmla="*/ 532191 w 1217254"/>
                <a:gd name="csY831" fmla="*/ 1588928 h 1639089"/>
                <a:gd name="csX832" fmla="*/ 532191 w 1217254"/>
                <a:gd name="csY832" fmla="*/ 1590361 h 1639089"/>
                <a:gd name="csX833" fmla="*/ 531713 w 1217254"/>
                <a:gd name="csY833" fmla="*/ 1591795 h 1639089"/>
                <a:gd name="csX834" fmla="*/ 525980 w 1217254"/>
                <a:gd name="csY834" fmla="*/ 1594661 h 1639089"/>
                <a:gd name="csX835" fmla="*/ 520247 w 1217254"/>
                <a:gd name="csY835" fmla="*/ 1596572 h 1639089"/>
                <a:gd name="csX836" fmla="*/ 517381 w 1217254"/>
                <a:gd name="csY836" fmla="*/ 1598960 h 1639089"/>
                <a:gd name="csX837" fmla="*/ 515948 w 1217254"/>
                <a:gd name="csY837" fmla="*/ 1600394 h 1639089"/>
                <a:gd name="csX838" fmla="*/ 514515 w 1217254"/>
                <a:gd name="csY838" fmla="*/ 1602305 h 1639089"/>
                <a:gd name="csX839" fmla="*/ 512604 w 1217254"/>
                <a:gd name="csY839" fmla="*/ 1601827 h 1639089"/>
                <a:gd name="csX840" fmla="*/ 509260 w 1217254"/>
                <a:gd name="csY840" fmla="*/ 1602305 h 1639089"/>
                <a:gd name="csX841" fmla="*/ 507349 w 1217254"/>
                <a:gd name="csY841" fmla="*/ 1603260 h 1639089"/>
                <a:gd name="csX842" fmla="*/ 504482 w 1217254"/>
                <a:gd name="csY842" fmla="*/ 1602782 h 1639089"/>
                <a:gd name="csX843" fmla="*/ 502571 w 1217254"/>
                <a:gd name="csY843" fmla="*/ 1601349 h 1639089"/>
                <a:gd name="csX844" fmla="*/ 500660 w 1217254"/>
                <a:gd name="csY844" fmla="*/ 1600871 h 1639089"/>
                <a:gd name="csX845" fmla="*/ 497794 w 1217254"/>
                <a:gd name="csY845" fmla="*/ 1601827 h 1639089"/>
                <a:gd name="csX846" fmla="*/ 496361 w 1217254"/>
                <a:gd name="csY846" fmla="*/ 1601827 h 1639089"/>
                <a:gd name="csX847" fmla="*/ 496361 w 1217254"/>
                <a:gd name="csY847" fmla="*/ 1602782 h 1639089"/>
                <a:gd name="csX848" fmla="*/ 497317 w 1217254"/>
                <a:gd name="csY848" fmla="*/ 1605649 h 1639089"/>
                <a:gd name="csX849" fmla="*/ 495405 w 1217254"/>
                <a:gd name="csY849" fmla="*/ 1605649 h 1639089"/>
                <a:gd name="csX850" fmla="*/ 492061 w 1217254"/>
                <a:gd name="csY850" fmla="*/ 1605649 h 1639089"/>
                <a:gd name="csX851" fmla="*/ 490151 w 1217254"/>
                <a:gd name="csY851" fmla="*/ 1604693 h 1639089"/>
                <a:gd name="csX852" fmla="*/ 488717 w 1217254"/>
                <a:gd name="csY852" fmla="*/ 1603738 h 1639089"/>
                <a:gd name="csX853" fmla="*/ 487284 w 1217254"/>
                <a:gd name="csY853" fmla="*/ 1602305 h 1639089"/>
                <a:gd name="csX854" fmla="*/ 488240 w 1217254"/>
                <a:gd name="csY854" fmla="*/ 1600871 h 1639089"/>
                <a:gd name="csX855" fmla="*/ 493972 w 1217254"/>
                <a:gd name="csY855" fmla="*/ 1597527 h 1639089"/>
                <a:gd name="csX856" fmla="*/ 496839 w 1217254"/>
                <a:gd name="csY856" fmla="*/ 1595616 h 1639089"/>
                <a:gd name="csX857" fmla="*/ 494928 w 1217254"/>
                <a:gd name="csY857" fmla="*/ 1594661 h 1639089"/>
                <a:gd name="csX858" fmla="*/ 489195 w 1217254"/>
                <a:gd name="csY858" fmla="*/ 1595139 h 1639089"/>
                <a:gd name="csX859" fmla="*/ 488240 w 1217254"/>
                <a:gd name="csY859" fmla="*/ 1594661 h 1639089"/>
                <a:gd name="csX860" fmla="*/ 484418 w 1217254"/>
                <a:gd name="csY860" fmla="*/ 1595139 h 1639089"/>
                <a:gd name="csX861" fmla="*/ 484418 w 1217254"/>
                <a:gd name="csY861" fmla="*/ 1590361 h 1639089"/>
                <a:gd name="csX862" fmla="*/ 483462 w 1217254"/>
                <a:gd name="csY862" fmla="*/ 1588928 h 1639089"/>
                <a:gd name="csX863" fmla="*/ 483462 w 1217254"/>
                <a:gd name="csY863" fmla="*/ 1588451 h 1639089"/>
                <a:gd name="csX864" fmla="*/ 482507 w 1217254"/>
                <a:gd name="csY864" fmla="*/ 1587017 h 1639089"/>
                <a:gd name="csX865" fmla="*/ 481074 w 1217254"/>
                <a:gd name="csY865" fmla="*/ 1586540 h 1639089"/>
                <a:gd name="csX866" fmla="*/ 480118 w 1217254"/>
                <a:gd name="csY866" fmla="*/ 1586062 h 1639089"/>
                <a:gd name="csX867" fmla="*/ 473908 w 1217254"/>
                <a:gd name="csY867" fmla="*/ 1584629 h 1639089"/>
                <a:gd name="csX868" fmla="*/ 472952 w 1217254"/>
                <a:gd name="csY868" fmla="*/ 1582240 h 1639089"/>
                <a:gd name="csX869" fmla="*/ 472475 w 1217254"/>
                <a:gd name="csY869" fmla="*/ 1579374 h 1639089"/>
                <a:gd name="csX870" fmla="*/ 471519 w 1217254"/>
                <a:gd name="csY870" fmla="*/ 1575552 h 1639089"/>
                <a:gd name="csX871" fmla="*/ 468175 w 1217254"/>
                <a:gd name="csY871" fmla="*/ 1574596 h 1639089"/>
                <a:gd name="csX872" fmla="*/ 466742 w 1217254"/>
                <a:gd name="csY872" fmla="*/ 1573163 h 1639089"/>
                <a:gd name="csX873" fmla="*/ 467697 w 1217254"/>
                <a:gd name="csY873" fmla="*/ 1571252 h 1639089"/>
                <a:gd name="csX874" fmla="*/ 468653 w 1217254"/>
                <a:gd name="csY874" fmla="*/ 1569341 h 1639089"/>
                <a:gd name="csX875" fmla="*/ 467219 w 1217254"/>
                <a:gd name="csY875" fmla="*/ 1568386 h 1639089"/>
                <a:gd name="csX876" fmla="*/ 466264 w 1217254"/>
                <a:gd name="csY876" fmla="*/ 1566953 h 1639089"/>
                <a:gd name="csX877" fmla="*/ 466264 w 1217254"/>
                <a:gd name="csY877" fmla="*/ 1565997 h 1639089"/>
                <a:gd name="csX878" fmla="*/ 465309 w 1217254"/>
                <a:gd name="csY878" fmla="*/ 1563609 h 1639089"/>
                <a:gd name="csX879" fmla="*/ 464831 w 1217254"/>
                <a:gd name="csY879" fmla="*/ 1561220 h 1639089"/>
                <a:gd name="csX880" fmla="*/ 466264 w 1217254"/>
                <a:gd name="csY880" fmla="*/ 1559787 h 1639089"/>
                <a:gd name="csX881" fmla="*/ 469608 w 1217254"/>
                <a:gd name="csY881" fmla="*/ 1557398 h 1639089"/>
                <a:gd name="csX882" fmla="*/ 471041 w 1217254"/>
                <a:gd name="csY882" fmla="*/ 1556443 h 1639089"/>
                <a:gd name="csX883" fmla="*/ 471519 w 1217254"/>
                <a:gd name="csY883" fmla="*/ 1555487 h 1639089"/>
                <a:gd name="csX884" fmla="*/ 475819 w 1217254"/>
                <a:gd name="csY884" fmla="*/ 1554054 h 1639089"/>
                <a:gd name="csX885" fmla="*/ 471997 w 1217254"/>
                <a:gd name="csY885" fmla="*/ 1553098 h 1639089"/>
                <a:gd name="csX886" fmla="*/ 470086 w 1217254"/>
                <a:gd name="csY886" fmla="*/ 1552621 h 1639089"/>
                <a:gd name="csX887" fmla="*/ 468175 w 1217254"/>
                <a:gd name="csY887" fmla="*/ 1553576 h 1639089"/>
                <a:gd name="csX888" fmla="*/ 466742 w 1217254"/>
                <a:gd name="csY888" fmla="*/ 1555487 h 1639089"/>
                <a:gd name="csX889" fmla="*/ 465309 w 1217254"/>
                <a:gd name="csY889" fmla="*/ 1556920 h 1639089"/>
                <a:gd name="csX890" fmla="*/ 460053 w 1217254"/>
                <a:gd name="csY890" fmla="*/ 1557398 h 1639089"/>
                <a:gd name="csX891" fmla="*/ 459098 w 1217254"/>
                <a:gd name="csY891" fmla="*/ 1556443 h 1639089"/>
                <a:gd name="csX892" fmla="*/ 458620 w 1217254"/>
                <a:gd name="csY892" fmla="*/ 1553576 h 1639089"/>
                <a:gd name="csX893" fmla="*/ 459098 w 1217254"/>
                <a:gd name="csY893" fmla="*/ 1551188 h 1639089"/>
                <a:gd name="csX894" fmla="*/ 461487 w 1217254"/>
                <a:gd name="csY894" fmla="*/ 1548321 h 1639089"/>
                <a:gd name="csX895" fmla="*/ 458620 w 1217254"/>
                <a:gd name="csY895" fmla="*/ 1546410 h 1639089"/>
                <a:gd name="csX896" fmla="*/ 456232 w 1217254"/>
                <a:gd name="csY896" fmla="*/ 1545933 h 1639089"/>
                <a:gd name="csX897" fmla="*/ 453365 w 1217254"/>
                <a:gd name="csY897" fmla="*/ 1544499 h 1639089"/>
                <a:gd name="csX898" fmla="*/ 450977 w 1217254"/>
                <a:gd name="csY898" fmla="*/ 1543066 h 1639089"/>
                <a:gd name="csX899" fmla="*/ 449066 w 1217254"/>
                <a:gd name="csY899" fmla="*/ 1541155 h 1639089"/>
                <a:gd name="csX900" fmla="*/ 446677 w 1217254"/>
                <a:gd name="csY900" fmla="*/ 1539244 h 1639089"/>
                <a:gd name="csX901" fmla="*/ 446199 w 1217254"/>
                <a:gd name="csY901" fmla="*/ 1538767 h 1639089"/>
                <a:gd name="csX902" fmla="*/ 446677 w 1217254"/>
                <a:gd name="csY902" fmla="*/ 1536378 h 1639089"/>
                <a:gd name="csX903" fmla="*/ 447155 w 1217254"/>
                <a:gd name="csY903" fmla="*/ 1534467 h 1639089"/>
                <a:gd name="csX904" fmla="*/ 447633 w 1217254"/>
                <a:gd name="csY904" fmla="*/ 1530645 h 1639089"/>
                <a:gd name="csX905" fmla="*/ 446677 w 1217254"/>
                <a:gd name="csY905" fmla="*/ 1528734 h 1639089"/>
                <a:gd name="csX906" fmla="*/ 448588 w 1217254"/>
                <a:gd name="csY906" fmla="*/ 1525390 h 1639089"/>
                <a:gd name="csX907" fmla="*/ 450977 w 1217254"/>
                <a:gd name="csY907" fmla="*/ 1521568 h 1639089"/>
                <a:gd name="csX908" fmla="*/ 456710 w 1217254"/>
                <a:gd name="csY908" fmla="*/ 1515836 h 1639089"/>
                <a:gd name="csX909" fmla="*/ 450499 w 1217254"/>
                <a:gd name="csY909" fmla="*/ 1518702 h 1639089"/>
                <a:gd name="csX910" fmla="*/ 445722 w 1217254"/>
                <a:gd name="csY910" fmla="*/ 1524912 h 1639089"/>
                <a:gd name="csX911" fmla="*/ 444766 w 1217254"/>
                <a:gd name="csY911" fmla="*/ 1524912 h 1639089"/>
                <a:gd name="csX912" fmla="*/ 444288 w 1217254"/>
                <a:gd name="csY912" fmla="*/ 1523957 h 1639089"/>
                <a:gd name="csX913" fmla="*/ 442378 w 1217254"/>
                <a:gd name="csY913" fmla="*/ 1520135 h 1639089"/>
                <a:gd name="csX914" fmla="*/ 440944 w 1217254"/>
                <a:gd name="csY914" fmla="*/ 1519180 h 1639089"/>
                <a:gd name="csX915" fmla="*/ 440467 w 1217254"/>
                <a:gd name="csY915" fmla="*/ 1517746 h 1639089"/>
                <a:gd name="csX916" fmla="*/ 437600 w 1217254"/>
                <a:gd name="csY916" fmla="*/ 1515836 h 1639089"/>
                <a:gd name="csX917" fmla="*/ 436645 w 1217254"/>
                <a:gd name="csY917" fmla="*/ 1514402 h 1639089"/>
                <a:gd name="csX918" fmla="*/ 434734 w 1217254"/>
                <a:gd name="csY918" fmla="*/ 1511058 h 1639089"/>
                <a:gd name="csX919" fmla="*/ 432345 w 1217254"/>
                <a:gd name="csY919" fmla="*/ 1507714 h 1639089"/>
                <a:gd name="csX920" fmla="*/ 429001 w 1217254"/>
                <a:gd name="csY920" fmla="*/ 1500071 h 1639089"/>
                <a:gd name="csX921" fmla="*/ 423268 w 1217254"/>
                <a:gd name="csY921" fmla="*/ 1491949 h 1639089"/>
                <a:gd name="csX922" fmla="*/ 421835 w 1217254"/>
                <a:gd name="csY922" fmla="*/ 1487172 h 1639089"/>
                <a:gd name="csX923" fmla="*/ 423746 w 1217254"/>
                <a:gd name="csY923" fmla="*/ 1480961 h 1639089"/>
                <a:gd name="csX924" fmla="*/ 421835 w 1217254"/>
                <a:gd name="csY924" fmla="*/ 1477139 h 1639089"/>
                <a:gd name="csX925" fmla="*/ 427090 w 1217254"/>
                <a:gd name="csY925" fmla="*/ 1474751 h 1639089"/>
                <a:gd name="csX926" fmla="*/ 434734 w 1217254"/>
                <a:gd name="csY926" fmla="*/ 1472840 h 1639089"/>
                <a:gd name="csX927" fmla="*/ 438556 w 1217254"/>
                <a:gd name="csY927" fmla="*/ 1470929 h 1639089"/>
                <a:gd name="csX928" fmla="*/ 440944 w 1217254"/>
                <a:gd name="csY928" fmla="*/ 1470451 h 1639089"/>
                <a:gd name="csX929" fmla="*/ 445722 w 1217254"/>
                <a:gd name="csY929" fmla="*/ 1469974 h 1639089"/>
                <a:gd name="csX930" fmla="*/ 447155 w 1217254"/>
                <a:gd name="csY930" fmla="*/ 1468063 h 1639089"/>
                <a:gd name="csX931" fmla="*/ 444766 w 1217254"/>
                <a:gd name="csY931" fmla="*/ 1468540 h 1639089"/>
                <a:gd name="csX932" fmla="*/ 442855 w 1217254"/>
                <a:gd name="csY932" fmla="*/ 1468540 h 1639089"/>
                <a:gd name="csX933" fmla="*/ 442855 w 1217254"/>
                <a:gd name="csY933" fmla="*/ 1467585 h 1639089"/>
                <a:gd name="csX934" fmla="*/ 443333 w 1217254"/>
                <a:gd name="csY934" fmla="*/ 1466152 h 1639089"/>
                <a:gd name="csX935" fmla="*/ 443811 w 1217254"/>
                <a:gd name="csY935" fmla="*/ 1464241 h 1639089"/>
                <a:gd name="csX936" fmla="*/ 442855 w 1217254"/>
                <a:gd name="csY936" fmla="*/ 1464718 h 1639089"/>
                <a:gd name="csX937" fmla="*/ 438078 w 1217254"/>
                <a:gd name="csY937" fmla="*/ 1468063 h 1639089"/>
                <a:gd name="csX938" fmla="*/ 431390 w 1217254"/>
                <a:gd name="csY938" fmla="*/ 1470451 h 1639089"/>
                <a:gd name="csX939" fmla="*/ 425657 w 1217254"/>
                <a:gd name="csY939" fmla="*/ 1471884 h 1639089"/>
                <a:gd name="csX940" fmla="*/ 424702 w 1217254"/>
                <a:gd name="csY940" fmla="*/ 1471884 h 1639089"/>
                <a:gd name="csX941" fmla="*/ 422791 w 1217254"/>
                <a:gd name="csY941" fmla="*/ 1472840 h 1639089"/>
                <a:gd name="csX942" fmla="*/ 421835 w 1217254"/>
                <a:gd name="csY942" fmla="*/ 1473318 h 1639089"/>
                <a:gd name="csX943" fmla="*/ 420880 w 1217254"/>
                <a:gd name="csY943" fmla="*/ 1472840 h 1639089"/>
                <a:gd name="csX944" fmla="*/ 418969 w 1217254"/>
                <a:gd name="csY944" fmla="*/ 1470451 h 1639089"/>
                <a:gd name="csX945" fmla="*/ 418491 w 1217254"/>
                <a:gd name="csY945" fmla="*/ 1468540 h 1639089"/>
                <a:gd name="csX946" fmla="*/ 421835 w 1217254"/>
                <a:gd name="csY946" fmla="*/ 1464241 h 1639089"/>
                <a:gd name="csX947" fmla="*/ 424702 w 1217254"/>
                <a:gd name="csY947" fmla="*/ 1457553 h 1639089"/>
                <a:gd name="csX948" fmla="*/ 428046 w 1217254"/>
                <a:gd name="csY948" fmla="*/ 1453731 h 1639089"/>
                <a:gd name="csX949" fmla="*/ 430434 w 1217254"/>
                <a:gd name="csY949" fmla="*/ 1453253 h 1639089"/>
                <a:gd name="csX950" fmla="*/ 434734 w 1217254"/>
                <a:gd name="csY950" fmla="*/ 1453253 h 1639089"/>
                <a:gd name="csX951" fmla="*/ 436167 w 1217254"/>
                <a:gd name="csY951" fmla="*/ 1453731 h 1639089"/>
                <a:gd name="csX952" fmla="*/ 435689 w 1217254"/>
                <a:gd name="csY952" fmla="*/ 1451342 h 1639089"/>
                <a:gd name="csX953" fmla="*/ 435689 w 1217254"/>
                <a:gd name="csY953" fmla="*/ 1449909 h 1639089"/>
                <a:gd name="csX954" fmla="*/ 439033 w 1217254"/>
                <a:gd name="csY954" fmla="*/ 1448476 h 1639089"/>
                <a:gd name="csX955" fmla="*/ 442855 w 1217254"/>
                <a:gd name="csY955" fmla="*/ 1447998 h 1639089"/>
                <a:gd name="csX956" fmla="*/ 445244 w 1217254"/>
                <a:gd name="csY956" fmla="*/ 1448476 h 1639089"/>
                <a:gd name="csX957" fmla="*/ 447155 w 1217254"/>
                <a:gd name="csY957" fmla="*/ 1451342 h 1639089"/>
                <a:gd name="csX958" fmla="*/ 449544 w 1217254"/>
                <a:gd name="csY958" fmla="*/ 1456597 h 1639089"/>
                <a:gd name="csX959" fmla="*/ 452410 w 1217254"/>
                <a:gd name="csY959" fmla="*/ 1458508 h 1639089"/>
                <a:gd name="csX960" fmla="*/ 452410 w 1217254"/>
                <a:gd name="csY960" fmla="*/ 1455642 h 1639089"/>
                <a:gd name="csX961" fmla="*/ 450499 w 1217254"/>
                <a:gd name="csY961" fmla="*/ 1452775 h 1639089"/>
                <a:gd name="csX962" fmla="*/ 450021 w 1217254"/>
                <a:gd name="csY962" fmla="*/ 1447520 h 1639089"/>
                <a:gd name="csX963" fmla="*/ 448110 w 1217254"/>
                <a:gd name="csY963" fmla="*/ 1445609 h 1639089"/>
                <a:gd name="csX964" fmla="*/ 446677 w 1217254"/>
                <a:gd name="csY964" fmla="*/ 1444176 h 1639089"/>
                <a:gd name="csX965" fmla="*/ 442378 w 1217254"/>
                <a:gd name="csY965" fmla="*/ 1445132 h 1639089"/>
                <a:gd name="csX966" fmla="*/ 439511 w 1217254"/>
                <a:gd name="csY966" fmla="*/ 1441310 h 1639089"/>
                <a:gd name="csX967" fmla="*/ 439033 w 1217254"/>
                <a:gd name="csY967" fmla="*/ 1439877 h 1639089"/>
                <a:gd name="csX968" fmla="*/ 439033 w 1217254"/>
                <a:gd name="csY968" fmla="*/ 1437966 h 1639089"/>
                <a:gd name="csX969" fmla="*/ 436167 w 1217254"/>
                <a:gd name="csY969" fmla="*/ 1432711 h 1639089"/>
                <a:gd name="csX970" fmla="*/ 435689 w 1217254"/>
                <a:gd name="csY970" fmla="*/ 1429844 h 1639089"/>
                <a:gd name="csX971" fmla="*/ 434256 w 1217254"/>
                <a:gd name="csY971" fmla="*/ 1426500 h 1639089"/>
                <a:gd name="csX972" fmla="*/ 433301 w 1217254"/>
                <a:gd name="csY972" fmla="*/ 1426023 h 1639089"/>
                <a:gd name="csX973" fmla="*/ 434256 w 1217254"/>
                <a:gd name="csY973" fmla="*/ 1430800 h 1639089"/>
                <a:gd name="csX974" fmla="*/ 435689 w 1217254"/>
                <a:gd name="csY974" fmla="*/ 1433666 h 1639089"/>
                <a:gd name="csX975" fmla="*/ 437122 w 1217254"/>
                <a:gd name="csY975" fmla="*/ 1440832 h 1639089"/>
                <a:gd name="csX976" fmla="*/ 438078 w 1217254"/>
                <a:gd name="csY976" fmla="*/ 1443698 h 1639089"/>
                <a:gd name="csX977" fmla="*/ 437122 w 1217254"/>
                <a:gd name="csY977" fmla="*/ 1445609 h 1639089"/>
                <a:gd name="csX978" fmla="*/ 434734 w 1217254"/>
                <a:gd name="csY978" fmla="*/ 1447998 h 1639089"/>
                <a:gd name="csX979" fmla="*/ 432823 w 1217254"/>
                <a:gd name="csY979" fmla="*/ 1449431 h 1639089"/>
                <a:gd name="csX980" fmla="*/ 428523 w 1217254"/>
                <a:gd name="csY980" fmla="*/ 1450864 h 1639089"/>
                <a:gd name="csX981" fmla="*/ 429479 w 1217254"/>
                <a:gd name="csY981" fmla="*/ 1447520 h 1639089"/>
                <a:gd name="csX982" fmla="*/ 429957 w 1217254"/>
                <a:gd name="csY982" fmla="*/ 1444176 h 1639089"/>
                <a:gd name="csX983" fmla="*/ 427568 w 1217254"/>
                <a:gd name="csY983" fmla="*/ 1445132 h 1639089"/>
                <a:gd name="csX984" fmla="*/ 425657 w 1217254"/>
                <a:gd name="csY984" fmla="*/ 1447520 h 1639089"/>
                <a:gd name="csX985" fmla="*/ 424702 w 1217254"/>
                <a:gd name="csY985" fmla="*/ 1450864 h 1639089"/>
                <a:gd name="csX986" fmla="*/ 423268 w 1217254"/>
                <a:gd name="csY986" fmla="*/ 1454209 h 1639089"/>
                <a:gd name="csX987" fmla="*/ 419446 w 1217254"/>
                <a:gd name="csY987" fmla="*/ 1461374 h 1639089"/>
                <a:gd name="csX988" fmla="*/ 417536 w 1217254"/>
                <a:gd name="csY988" fmla="*/ 1465674 h 1639089"/>
                <a:gd name="csX989" fmla="*/ 416103 w 1217254"/>
                <a:gd name="csY989" fmla="*/ 1467585 h 1639089"/>
                <a:gd name="csX990" fmla="*/ 414191 w 1217254"/>
                <a:gd name="csY990" fmla="*/ 1468063 h 1639089"/>
                <a:gd name="csX991" fmla="*/ 412758 w 1217254"/>
                <a:gd name="csY991" fmla="*/ 1466630 h 1639089"/>
                <a:gd name="csX992" fmla="*/ 411803 w 1217254"/>
                <a:gd name="csY992" fmla="*/ 1462808 h 1639089"/>
                <a:gd name="csX993" fmla="*/ 410847 w 1217254"/>
                <a:gd name="csY993" fmla="*/ 1459941 h 1639089"/>
                <a:gd name="csX994" fmla="*/ 410847 w 1217254"/>
                <a:gd name="csY994" fmla="*/ 1452298 h 1639089"/>
                <a:gd name="csX995" fmla="*/ 410847 w 1217254"/>
                <a:gd name="csY995" fmla="*/ 1448476 h 1639089"/>
                <a:gd name="csX996" fmla="*/ 410370 w 1217254"/>
                <a:gd name="csY996" fmla="*/ 1443698 h 1639089"/>
                <a:gd name="csX997" fmla="*/ 407981 w 1217254"/>
                <a:gd name="csY997" fmla="*/ 1432233 h 1639089"/>
                <a:gd name="csX998" fmla="*/ 407503 w 1217254"/>
                <a:gd name="csY998" fmla="*/ 1428411 h 1639089"/>
                <a:gd name="csX999" fmla="*/ 404159 w 1217254"/>
                <a:gd name="csY999" fmla="*/ 1426023 h 1639089"/>
                <a:gd name="csX1000" fmla="*/ 403681 w 1217254"/>
                <a:gd name="csY1000" fmla="*/ 1425545 h 1639089"/>
                <a:gd name="csX1001" fmla="*/ 402726 w 1217254"/>
                <a:gd name="csY1001" fmla="*/ 1423156 h 1639089"/>
                <a:gd name="csX1002" fmla="*/ 402248 w 1217254"/>
                <a:gd name="csY1002" fmla="*/ 1420767 h 1639089"/>
                <a:gd name="csX1003" fmla="*/ 402726 w 1217254"/>
                <a:gd name="csY1003" fmla="*/ 1419812 h 1639089"/>
                <a:gd name="csX1004" fmla="*/ 403681 w 1217254"/>
                <a:gd name="csY1004" fmla="*/ 1419334 h 1639089"/>
                <a:gd name="csX1005" fmla="*/ 409414 w 1217254"/>
                <a:gd name="csY1005" fmla="*/ 1415512 h 1639089"/>
                <a:gd name="csX1006" fmla="*/ 413236 w 1217254"/>
                <a:gd name="csY1006" fmla="*/ 1411691 h 1639089"/>
                <a:gd name="csX1007" fmla="*/ 418491 w 1217254"/>
                <a:gd name="csY1007" fmla="*/ 1405480 h 1639089"/>
                <a:gd name="csX1008" fmla="*/ 420402 w 1217254"/>
                <a:gd name="csY1008" fmla="*/ 1403569 h 1639089"/>
                <a:gd name="csX1009" fmla="*/ 427568 w 1217254"/>
                <a:gd name="csY1009" fmla="*/ 1402136 h 1639089"/>
                <a:gd name="csX1010" fmla="*/ 430912 w 1217254"/>
                <a:gd name="csY1010" fmla="*/ 1402136 h 1639089"/>
                <a:gd name="csX1011" fmla="*/ 430912 w 1217254"/>
                <a:gd name="csY1011" fmla="*/ 1401181 h 1639089"/>
                <a:gd name="csX1012" fmla="*/ 429957 w 1217254"/>
                <a:gd name="csY1012" fmla="*/ 1400703 h 1639089"/>
                <a:gd name="csX1013" fmla="*/ 424702 w 1217254"/>
                <a:gd name="csY1013" fmla="*/ 1400703 h 1639089"/>
                <a:gd name="csX1014" fmla="*/ 418491 w 1217254"/>
                <a:gd name="csY1014" fmla="*/ 1403569 h 1639089"/>
                <a:gd name="csX1015" fmla="*/ 417058 w 1217254"/>
                <a:gd name="csY1015" fmla="*/ 1404047 h 1639089"/>
                <a:gd name="csX1016" fmla="*/ 414191 w 1217254"/>
                <a:gd name="csY1016" fmla="*/ 1407869 h 1639089"/>
                <a:gd name="csX1017" fmla="*/ 412280 w 1217254"/>
                <a:gd name="csY1017" fmla="*/ 1410257 h 1639089"/>
                <a:gd name="csX1018" fmla="*/ 406070 w 1217254"/>
                <a:gd name="csY1018" fmla="*/ 1415035 h 1639089"/>
                <a:gd name="csX1019" fmla="*/ 401771 w 1217254"/>
                <a:gd name="csY1019" fmla="*/ 1415035 h 1639089"/>
                <a:gd name="csX1020" fmla="*/ 397949 w 1217254"/>
                <a:gd name="csY1020" fmla="*/ 1409302 h 1639089"/>
                <a:gd name="csX1021" fmla="*/ 393171 w 1217254"/>
                <a:gd name="csY1021" fmla="*/ 1410257 h 1639089"/>
                <a:gd name="csX1022" fmla="*/ 389827 w 1217254"/>
                <a:gd name="csY1022" fmla="*/ 1409780 h 1639089"/>
                <a:gd name="csX1023" fmla="*/ 388872 w 1217254"/>
                <a:gd name="csY1023" fmla="*/ 1409302 h 1639089"/>
                <a:gd name="csX1024" fmla="*/ 388394 w 1217254"/>
                <a:gd name="csY1024" fmla="*/ 1401181 h 1639089"/>
                <a:gd name="csX1025" fmla="*/ 390783 w 1217254"/>
                <a:gd name="csY1025" fmla="*/ 1392104 h 1639089"/>
                <a:gd name="csX1026" fmla="*/ 387916 w 1217254"/>
                <a:gd name="csY1026" fmla="*/ 1392104 h 1639089"/>
                <a:gd name="csX1027" fmla="*/ 387439 w 1217254"/>
                <a:gd name="csY1027" fmla="*/ 1391626 h 1639089"/>
                <a:gd name="csX1028" fmla="*/ 386005 w 1217254"/>
                <a:gd name="csY1028" fmla="*/ 1389715 h 1639089"/>
                <a:gd name="csX1029" fmla="*/ 385050 w 1217254"/>
                <a:gd name="csY1029" fmla="*/ 1388760 h 1639089"/>
                <a:gd name="csX1030" fmla="*/ 386005 w 1217254"/>
                <a:gd name="csY1030" fmla="*/ 1387804 h 1639089"/>
                <a:gd name="csX1031" fmla="*/ 392694 w 1217254"/>
                <a:gd name="csY1031" fmla="*/ 1383504 h 1639089"/>
                <a:gd name="csX1032" fmla="*/ 402726 w 1217254"/>
                <a:gd name="csY1032" fmla="*/ 1374905 h 1639089"/>
                <a:gd name="csX1033" fmla="*/ 407026 w 1217254"/>
                <a:gd name="csY1033" fmla="*/ 1371561 h 1639089"/>
                <a:gd name="csX1034" fmla="*/ 409892 w 1217254"/>
                <a:gd name="csY1034" fmla="*/ 1369650 h 1639089"/>
                <a:gd name="csX1035" fmla="*/ 411803 w 1217254"/>
                <a:gd name="csY1035" fmla="*/ 1368217 h 1639089"/>
                <a:gd name="csX1036" fmla="*/ 414191 w 1217254"/>
                <a:gd name="csY1036" fmla="*/ 1364395 h 1639089"/>
                <a:gd name="csX1037" fmla="*/ 415147 w 1217254"/>
                <a:gd name="csY1037" fmla="*/ 1362962 h 1639089"/>
                <a:gd name="csX1038" fmla="*/ 416580 w 1217254"/>
                <a:gd name="csY1038" fmla="*/ 1361529 h 1639089"/>
                <a:gd name="csX1039" fmla="*/ 419446 w 1217254"/>
                <a:gd name="csY1039" fmla="*/ 1360096 h 1639089"/>
                <a:gd name="csX1040" fmla="*/ 422313 w 1217254"/>
                <a:gd name="csY1040" fmla="*/ 1357707 h 1639089"/>
                <a:gd name="csX1041" fmla="*/ 427568 w 1217254"/>
                <a:gd name="csY1041" fmla="*/ 1352930 h 1639089"/>
                <a:gd name="csX1042" fmla="*/ 428046 w 1217254"/>
                <a:gd name="csY1042" fmla="*/ 1351019 h 1639089"/>
                <a:gd name="csX1043" fmla="*/ 427090 w 1217254"/>
                <a:gd name="csY1043" fmla="*/ 1350541 h 1639089"/>
                <a:gd name="csX1044" fmla="*/ 424702 w 1217254"/>
                <a:gd name="csY1044" fmla="*/ 1352452 h 1639089"/>
                <a:gd name="csX1045" fmla="*/ 419924 w 1217254"/>
                <a:gd name="csY1045" fmla="*/ 1356752 h 1639089"/>
                <a:gd name="csX1046" fmla="*/ 416103 w 1217254"/>
                <a:gd name="csY1046" fmla="*/ 1359618 h 1639089"/>
                <a:gd name="csX1047" fmla="*/ 404637 w 1217254"/>
                <a:gd name="csY1047" fmla="*/ 1371084 h 1639089"/>
                <a:gd name="csX1048" fmla="*/ 399382 w 1217254"/>
                <a:gd name="csY1048" fmla="*/ 1374905 h 1639089"/>
                <a:gd name="csX1049" fmla="*/ 396515 w 1217254"/>
                <a:gd name="csY1049" fmla="*/ 1377772 h 1639089"/>
                <a:gd name="csX1050" fmla="*/ 394605 w 1217254"/>
                <a:gd name="csY1050" fmla="*/ 1380160 h 1639089"/>
                <a:gd name="csX1051" fmla="*/ 392216 w 1217254"/>
                <a:gd name="csY1051" fmla="*/ 1382071 h 1639089"/>
                <a:gd name="csX1052" fmla="*/ 389827 w 1217254"/>
                <a:gd name="csY1052" fmla="*/ 1383027 h 1639089"/>
                <a:gd name="csX1053" fmla="*/ 385050 w 1217254"/>
                <a:gd name="csY1053" fmla="*/ 1383982 h 1639089"/>
                <a:gd name="csX1054" fmla="*/ 382184 w 1217254"/>
                <a:gd name="csY1054" fmla="*/ 1384938 h 1639089"/>
                <a:gd name="csX1055" fmla="*/ 380750 w 1217254"/>
                <a:gd name="csY1055" fmla="*/ 1383982 h 1639089"/>
                <a:gd name="csX1056" fmla="*/ 380273 w 1217254"/>
                <a:gd name="csY1056" fmla="*/ 1378727 h 1639089"/>
                <a:gd name="csX1057" fmla="*/ 380750 w 1217254"/>
                <a:gd name="csY1057" fmla="*/ 1375383 h 1639089"/>
                <a:gd name="csX1058" fmla="*/ 380273 w 1217254"/>
                <a:gd name="csY1058" fmla="*/ 1372517 h 1639089"/>
                <a:gd name="csX1059" fmla="*/ 381706 w 1217254"/>
                <a:gd name="csY1059" fmla="*/ 1367739 h 1639089"/>
                <a:gd name="csX1060" fmla="*/ 383617 w 1217254"/>
                <a:gd name="csY1060" fmla="*/ 1364873 h 1639089"/>
                <a:gd name="csX1061" fmla="*/ 384572 w 1217254"/>
                <a:gd name="csY1061" fmla="*/ 1362962 h 1639089"/>
                <a:gd name="csX1062" fmla="*/ 384572 w 1217254"/>
                <a:gd name="csY1062" fmla="*/ 1361529 h 1639089"/>
                <a:gd name="csX1063" fmla="*/ 388394 w 1217254"/>
                <a:gd name="csY1063" fmla="*/ 1358185 h 1639089"/>
                <a:gd name="csX1064" fmla="*/ 390783 w 1217254"/>
                <a:gd name="csY1064" fmla="*/ 1356752 h 1639089"/>
                <a:gd name="csX1065" fmla="*/ 392216 w 1217254"/>
                <a:gd name="csY1065" fmla="*/ 1353408 h 1639089"/>
                <a:gd name="csX1066" fmla="*/ 400815 w 1217254"/>
                <a:gd name="csY1066" fmla="*/ 1352452 h 1639089"/>
                <a:gd name="csX1067" fmla="*/ 403204 w 1217254"/>
                <a:gd name="csY1067" fmla="*/ 1352452 h 1639089"/>
                <a:gd name="csX1068" fmla="*/ 404159 w 1217254"/>
                <a:gd name="csY1068" fmla="*/ 1351974 h 1639089"/>
                <a:gd name="csX1069" fmla="*/ 405115 w 1217254"/>
                <a:gd name="csY1069" fmla="*/ 1351019 h 1639089"/>
                <a:gd name="csX1070" fmla="*/ 404159 w 1217254"/>
                <a:gd name="csY1070" fmla="*/ 1350063 h 1639089"/>
                <a:gd name="csX1071" fmla="*/ 401771 w 1217254"/>
                <a:gd name="csY1071" fmla="*/ 1349586 h 1639089"/>
                <a:gd name="csX1072" fmla="*/ 394605 w 1217254"/>
                <a:gd name="csY1072" fmla="*/ 1349586 h 1639089"/>
                <a:gd name="csX1073" fmla="*/ 388394 w 1217254"/>
                <a:gd name="csY1073" fmla="*/ 1349108 h 1639089"/>
                <a:gd name="csX1074" fmla="*/ 385528 w 1217254"/>
                <a:gd name="csY1074" fmla="*/ 1348630 h 1639089"/>
                <a:gd name="csX1075" fmla="*/ 384095 w 1217254"/>
                <a:gd name="csY1075" fmla="*/ 1349108 h 1639089"/>
                <a:gd name="csX1076" fmla="*/ 381706 w 1217254"/>
                <a:gd name="csY1076" fmla="*/ 1348153 h 1639089"/>
                <a:gd name="csX1077" fmla="*/ 379317 w 1217254"/>
                <a:gd name="csY1077" fmla="*/ 1346242 h 1639089"/>
                <a:gd name="csX1078" fmla="*/ 375496 w 1217254"/>
                <a:gd name="csY1078" fmla="*/ 1339076 h 1639089"/>
                <a:gd name="csX1079" fmla="*/ 376929 w 1217254"/>
                <a:gd name="csY1079" fmla="*/ 1329999 h 1639089"/>
                <a:gd name="csX1080" fmla="*/ 376929 w 1217254"/>
                <a:gd name="csY1080" fmla="*/ 1325699 h 1639089"/>
                <a:gd name="csX1081" fmla="*/ 382184 w 1217254"/>
                <a:gd name="csY1081" fmla="*/ 1321877 h 1639089"/>
                <a:gd name="csX1082" fmla="*/ 384572 w 1217254"/>
                <a:gd name="csY1082" fmla="*/ 1320922 h 1639089"/>
                <a:gd name="csX1083" fmla="*/ 388394 w 1217254"/>
                <a:gd name="csY1083" fmla="*/ 1318056 h 1639089"/>
                <a:gd name="csX1084" fmla="*/ 393649 w 1217254"/>
                <a:gd name="csY1084" fmla="*/ 1312801 h 1639089"/>
                <a:gd name="csX1085" fmla="*/ 399382 w 1217254"/>
                <a:gd name="csY1085" fmla="*/ 1309934 h 1639089"/>
                <a:gd name="csX1086" fmla="*/ 402726 w 1217254"/>
                <a:gd name="csY1086" fmla="*/ 1309456 h 1639089"/>
                <a:gd name="csX1087" fmla="*/ 405115 w 1217254"/>
                <a:gd name="csY1087" fmla="*/ 1309934 h 1639089"/>
                <a:gd name="csX1088" fmla="*/ 414669 w 1217254"/>
                <a:gd name="csY1088" fmla="*/ 1314234 h 1639089"/>
                <a:gd name="csX1089" fmla="*/ 419446 w 1217254"/>
                <a:gd name="csY1089" fmla="*/ 1315189 h 1639089"/>
                <a:gd name="csX1090" fmla="*/ 423746 w 1217254"/>
                <a:gd name="csY1090" fmla="*/ 1313756 h 1639089"/>
                <a:gd name="csX1091" fmla="*/ 429001 w 1217254"/>
                <a:gd name="csY1091" fmla="*/ 1315667 h 1639089"/>
                <a:gd name="csX1092" fmla="*/ 438556 w 1217254"/>
                <a:gd name="csY1092" fmla="*/ 1321400 h 1639089"/>
                <a:gd name="csX1093" fmla="*/ 440467 w 1217254"/>
                <a:gd name="csY1093" fmla="*/ 1320444 h 1639089"/>
                <a:gd name="csX1094" fmla="*/ 439989 w 1217254"/>
                <a:gd name="csY1094" fmla="*/ 1319011 h 1639089"/>
                <a:gd name="csX1095" fmla="*/ 429479 w 1217254"/>
                <a:gd name="csY1095" fmla="*/ 1312801 h 1639089"/>
                <a:gd name="csX1096" fmla="*/ 429479 w 1217254"/>
                <a:gd name="csY1096" fmla="*/ 1310890 h 1639089"/>
                <a:gd name="csX1097" fmla="*/ 431868 w 1217254"/>
                <a:gd name="csY1097" fmla="*/ 1310412 h 1639089"/>
                <a:gd name="csX1098" fmla="*/ 434734 w 1217254"/>
                <a:gd name="csY1098" fmla="*/ 1308501 h 1639089"/>
                <a:gd name="csX1099" fmla="*/ 433301 w 1217254"/>
                <a:gd name="csY1099" fmla="*/ 1307068 h 1639089"/>
                <a:gd name="csX1100" fmla="*/ 426135 w 1217254"/>
                <a:gd name="csY1100" fmla="*/ 1308501 h 1639089"/>
                <a:gd name="csX1101" fmla="*/ 424224 w 1217254"/>
                <a:gd name="csY1101" fmla="*/ 1309934 h 1639089"/>
                <a:gd name="csX1102" fmla="*/ 417536 w 1217254"/>
                <a:gd name="csY1102" fmla="*/ 1310412 h 1639089"/>
                <a:gd name="csX1103" fmla="*/ 413714 w 1217254"/>
                <a:gd name="csY1103" fmla="*/ 1309456 h 1639089"/>
                <a:gd name="csX1104" fmla="*/ 410847 w 1217254"/>
                <a:gd name="csY1104" fmla="*/ 1308501 h 1639089"/>
                <a:gd name="csX1105" fmla="*/ 406070 w 1217254"/>
                <a:gd name="csY1105" fmla="*/ 1305635 h 1639089"/>
                <a:gd name="csX1106" fmla="*/ 401771 w 1217254"/>
                <a:gd name="csY1106" fmla="*/ 1306590 h 1639089"/>
                <a:gd name="csX1107" fmla="*/ 399382 w 1217254"/>
                <a:gd name="csY1107" fmla="*/ 1308023 h 1639089"/>
                <a:gd name="csX1108" fmla="*/ 395082 w 1217254"/>
                <a:gd name="csY1108" fmla="*/ 1308979 h 1639089"/>
                <a:gd name="csX1109" fmla="*/ 393171 w 1217254"/>
                <a:gd name="csY1109" fmla="*/ 1309456 h 1639089"/>
                <a:gd name="csX1110" fmla="*/ 384572 w 1217254"/>
                <a:gd name="csY1110" fmla="*/ 1318533 h 1639089"/>
                <a:gd name="csX1111" fmla="*/ 381228 w 1217254"/>
                <a:gd name="csY1111" fmla="*/ 1320444 h 1639089"/>
                <a:gd name="csX1112" fmla="*/ 378362 w 1217254"/>
                <a:gd name="csY1112" fmla="*/ 1319489 h 1639089"/>
                <a:gd name="csX1113" fmla="*/ 380273 w 1217254"/>
                <a:gd name="csY1113" fmla="*/ 1313756 h 1639089"/>
                <a:gd name="csX1114" fmla="*/ 380750 w 1217254"/>
                <a:gd name="csY1114" fmla="*/ 1311845 h 1639089"/>
                <a:gd name="csX1115" fmla="*/ 380750 w 1217254"/>
                <a:gd name="csY1115" fmla="*/ 1309456 h 1639089"/>
                <a:gd name="csX1116" fmla="*/ 381706 w 1217254"/>
                <a:gd name="csY1116" fmla="*/ 1306112 h 1639089"/>
                <a:gd name="csX1117" fmla="*/ 386005 w 1217254"/>
                <a:gd name="csY1117" fmla="*/ 1299424 h 1639089"/>
                <a:gd name="csX1118" fmla="*/ 388872 w 1217254"/>
                <a:gd name="csY1118" fmla="*/ 1292258 h 1639089"/>
                <a:gd name="csX1119" fmla="*/ 389827 w 1217254"/>
                <a:gd name="csY1119" fmla="*/ 1287959 h 1639089"/>
                <a:gd name="csX1120" fmla="*/ 392216 w 1217254"/>
                <a:gd name="csY1120" fmla="*/ 1287481 h 1639089"/>
                <a:gd name="csX1121" fmla="*/ 395082 w 1217254"/>
                <a:gd name="csY1121" fmla="*/ 1287959 h 1639089"/>
                <a:gd name="csX1122" fmla="*/ 404159 w 1217254"/>
                <a:gd name="csY1122" fmla="*/ 1290825 h 1639089"/>
                <a:gd name="csX1123" fmla="*/ 411803 w 1217254"/>
                <a:gd name="csY1123" fmla="*/ 1294169 h 1639089"/>
                <a:gd name="csX1124" fmla="*/ 417058 w 1217254"/>
                <a:gd name="csY1124" fmla="*/ 1295125 h 1639089"/>
                <a:gd name="csX1125" fmla="*/ 420880 w 1217254"/>
                <a:gd name="csY1125" fmla="*/ 1295125 h 1639089"/>
                <a:gd name="csX1126" fmla="*/ 422313 w 1217254"/>
                <a:gd name="csY1126" fmla="*/ 1294169 h 1639089"/>
                <a:gd name="csX1127" fmla="*/ 423746 w 1217254"/>
                <a:gd name="csY1127" fmla="*/ 1292258 h 1639089"/>
                <a:gd name="csX1128" fmla="*/ 424224 w 1217254"/>
                <a:gd name="csY1128" fmla="*/ 1290825 h 1639089"/>
                <a:gd name="csX1129" fmla="*/ 424224 w 1217254"/>
                <a:gd name="csY1129" fmla="*/ 1288436 h 1639089"/>
                <a:gd name="csX1130" fmla="*/ 424702 w 1217254"/>
                <a:gd name="csY1130" fmla="*/ 1287481 h 1639089"/>
                <a:gd name="csX1131" fmla="*/ 426135 w 1217254"/>
                <a:gd name="csY1131" fmla="*/ 1286048 h 1639089"/>
                <a:gd name="csX1132" fmla="*/ 428523 w 1217254"/>
                <a:gd name="csY1132" fmla="*/ 1282226 h 1639089"/>
                <a:gd name="csX1133" fmla="*/ 429479 w 1217254"/>
                <a:gd name="csY1133" fmla="*/ 1278882 h 1639089"/>
                <a:gd name="csX1134" fmla="*/ 428523 w 1217254"/>
                <a:gd name="csY1134" fmla="*/ 1277449 h 1639089"/>
                <a:gd name="csX1135" fmla="*/ 426612 w 1217254"/>
                <a:gd name="csY1135" fmla="*/ 1277449 h 1639089"/>
                <a:gd name="csX1136" fmla="*/ 423746 w 1217254"/>
                <a:gd name="csY1136" fmla="*/ 1278882 h 1639089"/>
                <a:gd name="csX1137" fmla="*/ 423268 w 1217254"/>
                <a:gd name="csY1137" fmla="*/ 1279360 h 1639089"/>
                <a:gd name="csX1138" fmla="*/ 423268 w 1217254"/>
                <a:gd name="csY1138" fmla="*/ 1279837 h 1639089"/>
                <a:gd name="csX1139" fmla="*/ 419924 w 1217254"/>
                <a:gd name="csY1139" fmla="*/ 1284615 h 1639089"/>
                <a:gd name="csX1140" fmla="*/ 416580 w 1217254"/>
                <a:gd name="csY1140" fmla="*/ 1285570 h 1639089"/>
                <a:gd name="csX1141" fmla="*/ 408937 w 1217254"/>
                <a:gd name="csY1141" fmla="*/ 1287003 h 1639089"/>
                <a:gd name="csX1142" fmla="*/ 405115 w 1217254"/>
                <a:gd name="csY1142" fmla="*/ 1287481 h 1639089"/>
                <a:gd name="csX1143" fmla="*/ 398904 w 1217254"/>
                <a:gd name="csY1143" fmla="*/ 1285092 h 1639089"/>
                <a:gd name="csX1144" fmla="*/ 397949 w 1217254"/>
                <a:gd name="csY1144" fmla="*/ 1284137 h 1639089"/>
                <a:gd name="csX1145" fmla="*/ 397471 w 1217254"/>
                <a:gd name="csY1145" fmla="*/ 1282704 h 1639089"/>
                <a:gd name="csX1146" fmla="*/ 389349 w 1217254"/>
                <a:gd name="csY1146" fmla="*/ 1283181 h 1639089"/>
                <a:gd name="csX1147" fmla="*/ 387439 w 1217254"/>
                <a:gd name="csY1147" fmla="*/ 1283659 h 1639089"/>
                <a:gd name="csX1148" fmla="*/ 385528 w 1217254"/>
                <a:gd name="csY1148" fmla="*/ 1283659 h 1639089"/>
                <a:gd name="csX1149" fmla="*/ 386483 w 1217254"/>
                <a:gd name="csY1149" fmla="*/ 1280793 h 1639089"/>
                <a:gd name="csX1150" fmla="*/ 388872 w 1217254"/>
                <a:gd name="csY1150" fmla="*/ 1277926 h 1639089"/>
                <a:gd name="csX1151" fmla="*/ 392216 w 1217254"/>
                <a:gd name="csY1151" fmla="*/ 1267894 h 1639089"/>
                <a:gd name="csX1152" fmla="*/ 395082 w 1217254"/>
                <a:gd name="csY1152" fmla="*/ 1265505 h 1639089"/>
                <a:gd name="csX1153" fmla="*/ 400815 w 1217254"/>
                <a:gd name="csY1153" fmla="*/ 1263117 h 1639089"/>
                <a:gd name="csX1154" fmla="*/ 407026 w 1217254"/>
                <a:gd name="csY1154" fmla="*/ 1263595 h 1639089"/>
                <a:gd name="csX1155" fmla="*/ 417058 w 1217254"/>
                <a:gd name="csY1155" fmla="*/ 1271238 h 1639089"/>
                <a:gd name="csX1156" fmla="*/ 420402 w 1217254"/>
                <a:gd name="csY1156" fmla="*/ 1271716 h 1639089"/>
                <a:gd name="csX1157" fmla="*/ 423268 w 1217254"/>
                <a:gd name="csY1157" fmla="*/ 1271238 h 1639089"/>
                <a:gd name="csX1158" fmla="*/ 429957 w 1217254"/>
                <a:gd name="csY1158" fmla="*/ 1268372 h 1639089"/>
                <a:gd name="csX1159" fmla="*/ 431390 w 1217254"/>
                <a:gd name="csY1159" fmla="*/ 1267416 h 1639089"/>
                <a:gd name="csX1160" fmla="*/ 433778 w 1217254"/>
                <a:gd name="csY1160" fmla="*/ 1264550 h 1639089"/>
                <a:gd name="csX1161" fmla="*/ 436645 w 1217254"/>
                <a:gd name="csY1161" fmla="*/ 1258817 h 1639089"/>
                <a:gd name="csX1162" fmla="*/ 436645 w 1217254"/>
                <a:gd name="csY1162" fmla="*/ 1257384 h 1639089"/>
                <a:gd name="csX1163" fmla="*/ 431868 w 1217254"/>
                <a:gd name="csY1163" fmla="*/ 1260728 h 1639089"/>
                <a:gd name="csX1164" fmla="*/ 429479 w 1217254"/>
                <a:gd name="csY1164" fmla="*/ 1261683 h 1639089"/>
                <a:gd name="csX1165" fmla="*/ 427568 w 1217254"/>
                <a:gd name="csY1165" fmla="*/ 1261683 h 1639089"/>
                <a:gd name="csX1166" fmla="*/ 429479 w 1217254"/>
                <a:gd name="csY1166" fmla="*/ 1251651 h 1639089"/>
                <a:gd name="csX1167" fmla="*/ 430434 w 1217254"/>
                <a:gd name="csY1167" fmla="*/ 1243530 h 1639089"/>
                <a:gd name="csX1168" fmla="*/ 430912 w 1217254"/>
                <a:gd name="csY1168" fmla="*/ 1241619 h 1639089"/>
                <a:gd name="csX1169" fmla="*/ 436645 w 1217254"/>
                <a:gd name="csY1169" fmla="*/ 1242574 h 1639089"/>
                <a:gd name="csX1170" fmla="*/ 444766 w 1217254"/>
                <a:gd name="csY1170" fmla="*/ 1241619 h 1639089"/>
                <a:gd name="csX1171" fmla="*/ 446677 w 1217254"/>
                <a:gd name="csY1171" fmla="*/ 1239708 h 1639089"/>
                <a:gd name="csX1172" fmla="*/ 446677 w 1217254"/>
                <a:gd name="csY1172" fmla="*/ 1238753 h 1639089"/>
                <a:gd name="csX1173" fmla="*/ 443333 w 1217254"/>
                <a:gd name="csY1173" fmla="*/ 1237797 h 1639089"/>
                <a:gd name="csX1174" fmla="*/ 441900 w 1217254"/>
                <a:gd name="csY1174" fmla="*/ 1235886 h 1639089"/>
                <a:gd name="csX1175" fmla="*/ 439033 w 1217254"/>
                <a:gd name="csY1175" fmla="*/ 1236364 h 1639089"/>
                <a:gd name="csX1176" fmla="*/ 435689 w 1217254"/>
                <a:gd name="csY1176" fmla="*/ 1237797 h 1639089"/>
                <a:gd name="csX1177" fmla="*/ 430912 w 1217254"/>
                <a:gd name="csY1177" fmla="*/ 1237797 h 1639089"/>
                <a:gd name="csX1178" fmla="*/ 431390 w 1217254"/>
                <a:gd name="csY1178" fmla="*/ 1234453 h 1639089"/>
                <a:gd name="csX1179" fmla="*/ 434734 w 1217254"/>
                <a:gd name="csY1179" fmla="*/ 1227287 h 1639089"/>
                <a:gd name="csX1180" fmla="*/ 435212 w 1217254"/>
                <a:gd name="csY1180" fmla="*/ 1223943 h 1639089"/>
                <a:gd name="csX1181" fmla="*/ 436167 w 1217254"/>
                <a:gd name="csY1181" fmla="*/ 1217732 h 1639089"/>
                <a:gd name="csX1182" fmla="*/ 436645 w 1217254"/>
                <a:gd name="csY1182" fmla="*/ 1214388 h 1639089"/>
                <a:gd name="csX1183" fmla="*/ 438078 w 1217254"/>
                <a:gd name="csY1183" fmla="*/ 1211044 h 1639089"/>
                <a:gd name="csX1184" fmla="*/ 443333 w 1217254"/>
                <a:gd name="csY1184" fmla="*/ 1208656 h 1639089"/>
                <a:gd name="csX1185" fmla="*/ 445722 w 1217254"/>
                <a:gd name="csY1185" fmla="*/ 1207222 h 1639089"/>
                <a:gd name="csX1186" fmla="*/ 445722 w 1217254"/>
                <a:gd name="csY1186" fmla="*/ 1205789 h 1639089"/>
                <a:gd name="csX1187" fmla="*/ 442378 w 1217254"/>
                <a:gd name="csY1187" fmla="*/ 1200056 h 1639089"/>
                <a:gd name="csX1188" fmla="*/ 443333 w 1217254"/>
                <a:gd name="csY1188" fmla="*/ 1198146 h 1639089"/>
                <a:gd name="csX1189" fmla="*/ 445722 w 1217254"/>
                <a:gd name="csY1189" fmla="*/ 1196712 h 1639089"/>
                <a:gd name="csX1190" fmla="*/ 446677 w 1217254"/>
                <a:gd name="csY1190" fmla="*/ 1195757 h 1639089"/>
                <a:gd name="csX1191" fmla="*/ 446199 w 1217254"/>
                <a:gd name="csY1191" fmla="*/ 1194801 h 1639089"/>
                <a:gd name="csX1192" fmla="*/ 443811 w 1217254"/>
                <a:gd name="csY1192" fmla="*/ 1194324 h 1639089"/>
                <a:gd name="csX1193" fmla="*/ 440467 w 1217254"/>
                <a:gd name="csY1193" fmla="*/ 1195757 h 1639089"/>
                <a:gd name="csX1194" fmla="*/ 436645 w 1217254"/>
                <a:gd name="csY1194" fmla="*/ 1196235 h 1639089"/>
                <a:gd name="csX1195" fmla="*/ 433301 w 1217254"/>
                <a:gd name="csY1195" fmla="*/ 1194324 h 1639089"/>
                <a:gd name="csX1196" fmla="*/ 430434 w 1217254"/>
                <a:gd name="csY1196" fmla="*/ 1193368 h 1639089"/>
                <a:gd name="csX1197" fmla="*/ 429001 w 1217254"/>
                <a:gd name="csY1197" fmla="*/ 1193846 h 1639089"/>
                <a:gd name="csX1198" fmla="*/ 424224 w 1217254"/>
                <a:gd name="csY1198" fmla="*/ 1197190 h 1639089"/>
                <a:gd name="csX1199" fmla="*/ 422791 w 1217254"/>
                <a:gd name="csY1199" fmla="*/ 1197190 h 1639089"/>
                <a:gd name="csX1200" fmla="*/ 420880 w 1217254"/>
                <a:gd name="csY1200" fmla="*/ 1196235 h 1639089"/>
                <a:gd name="csX1201" fmla="*/ 407981 w 1217254"/>
                <a:gd name="csY1201" fmla="*/ 1193368 h 1639089"/>
                <a:gd name="csX1202" fmla="*/ 406070 w 1217254"/>
                <a:gd name="csY1202" fmla="*/ 1192413 h 1639089"/>
                <a:gd name="csX1203" fmla="*/ 401293 w 1217254"/>
                <a:gd name="csY1203" fmla="*/ 1187158 h 1639089"/>
                <a:gd name="csX1204" fmla="*/ 397471 w 1217254"/>
                <a:gd name="csY1204" fmla="*/ 1183814 h 1639089"/>
                <a:gd name="csX1205" fmla="*/ 392694 w 1217254"/>
                <a:gd name="csY1205" fmla="*/ 1180469 h 1639089"/>
                <a:gd name="csX1206" fmla="*/ 386005 w 1217254"/>
                <a:gd name="csY1206" fmla="*/ 1177603 h 1639089"/>
                <a:gd name="csX1207" fmla="*/ 377884 w 1217254"/>
                <a:gd name="csY1207" fmla="*/ 1175692 h 1639089"/>
                <a:gd name="csX1208" fmla="*/ 372629 w 1217254"/>
                <a:gd name="csY1208" fmla="*/ 1173781 h 1639089"/>
                <a:gd name="csX1209" fmla="*/ 370240 w 1217254"/>
                <a:gd name="csY1209" fmla="*/ 1171393 h 1639089"/>
                <a:gd name="csX1210" fmla="*/ 366419 w 1217254"/>
                <a:gd name="csY1210" fmla="*/ 1165660 h 1639089"/>
                <a:gd name="csX1211" fmla="*/ 363074 w 1217254"/>
                <a:gd name="csY1211" fmla="*/ 1160883 h 1639089"/>
                <a:gd name="csX1212" fmla="*/ 362597 w 1217254"/>
                <a:gd name="csY1212" fmla="*/ 1158494 h 1639089"/>
                <a:gd name="csX1213" fmla="*/ 364508 w 1217254"/>
                <a:gd name="csY1213" fmla="*/ 1155628 h 1639089"/>
                <a:gd name="csX1214" fmla="*/ 366419 w 1217254"/>
                <a:gd name="csY1214" fmla="*/ 1153717 h 1639089"/>
                <a:gd name="csX1215" fmla="*/ 369763 w 1217254"/>
                <a:gd name="csY1215" fmla="*/ 1151806 h 1639089"/>
                <a:gd name="csX1216" fmla="*/ 375973 w 1217254"/>
                <a:gd name="csY1216" fmla="*/ 1152283 h 1639089"/>
                <a:gd name="csX1217" fmla="*/ 379317 w 1217254"/>
                <a:gd name="csY1217" fmla="*/ 1153239 h 1639089"/>
                <a:gd name="csX1218" fmla="*/ 382661 w 1217254"/>
                <a:gd name="csY1218" fmla="*/ 1154672 h 1639089"/>
                <a:gd name="csX1219" fmla="*/ 385528 w 1217254"/>
                <a:gd name="csY1219" fmla="*/ 1155150 h 1639089"/>
                <a:gd name="csX1220" fmla="*/ 391261 w 1217254"/>
                <a:gd name="csY1220" fmla="*/ 1154672 h 1639089"/>
                <a:gd name="csX1221" fmla="*/ 396993 w 1217254"/>
                <a:gd name="csY1221" fmla="*/ 1155628 h 1639089"/>
                <a:gd name="csX1222" fmla="*/ 400337 w 1217254"/>
                <a:gd name="csY1222" fmla="*/ 1157061 h 1639089"/>
                <a:gd name="csX1223" fmla="*/ 404637 w 1217254"/>
                <a:gd name="csY1223" fmla="*/ 1159449 h 1639089"/>
                <a:gd name="csX1224" fmla="*/ 417058 w 1217254"/>
                <a:gd name="csY1224" fmla="*/ 1169482 h 1639089"/>
                <a:gd name="csX1225" fmla="*/ 422313 w 1217254"/>
                <a:gd name="csY1225" fmla="*/ 1172826 h 1639089"/>
                <a:gd name="csX1226" fmla="*/ 424702 w 1217254"/>
                <a:gd name="csY1226" fmla="*/ 1173304 h 1639089"/>
                <a:gd name="csX1227" fmla="*/ 433778 w 1217254"/>
                <a:gd name="csY1227" fmla="*/ 1177125 h 1639089"/>
                <a:gd name="csX1228" fmla="*/ 435212 w 1217254"/>
                <a:gd name="csY1228" fmla="*/ 1176648 h 1639089"/>
                <a:gd name="csX1229" fmla="*/ 439033 w 1217254"/>
                <a:gd name="csY1229" fmla="*/ 1175215 h 1639089"/>
                <a:gd name="csX1230" fmla="*/ 439511 w 1217254"/>
                <a:gd name="csY1230" fmla="*/ 1173781 h 1639089"/>
                <a:gd name="csX1231" fmla="*/ 438078 w 1217254"/>
                <a:gd name="csY1231" fmla="*/ 1172826 h 1639089"/>
                <a:gd name="csX1232" fmla="*/ 433778 w 1217254"/>
                <a:gd name="csY1232" fmla="*/ 1171870 h 1639089"/>
                <a:gd name="csX1233" fmla="*/ 429001 w 1217254"/>
                <a:gd name="csY1233" fmla="*/ 1168049 h 1639089"/>
                <a:gd name="csX1234" fmla="*/ 426135 w 1217254"/>
                <a:gd name="csY1234" fmla="*/ 1164704 h 1639089"/>
                <a:gd name="csX1235" fmla="*/ 426135 w 1217254"/>
                <a:gd name="csY1235" fmla="*/ 1159449 h 1639089"/>
                <a:gd name="csX1236" fmla="*/ 426135 w 1217254"/>
                <a:gd name="csY1236" fmla="*/ 1156105 h 1639089"/>
                <a:gd name="csX1237" fmla="*/ 427090 w 1217254"/>
                <a:gd name="csY1237" fmla="*/ 1154672 h 1639089"/>
                <a:gd name="csX1238" fmla="*/ 427568 w 1217254"/>
                <a:gd name="csY1238" fmla="*/ 1149895 h 1639089"/>
                <a:gd name="csX1239" fmla="*/ 424702 w 1217254"/>
                <a:gd name="csY1239" fmla="*/ 1147506 h 1639089"/>
                <a:gd name="csX1240" fmla="*/ 422791 w 1217254"/>
                <a:gd name="csY1240" fmla="*/ 1146551 h 1639089"/>
                <a:gd name="csX1241" fmla="*/ 417536 w 1217254"/>
                <a:gd name="csY1241" fmla="*/ 1142251 h 1639089"/>
                <a:gd name="csX1242" fmla="*/ 417058 w 1217254"/>
                <a:gd name="csY1242" fmla="*/ 1141296 h 1639089"/>
                <a:gd name="csX1243" fmla="*/ 419924 w 1217254"/>
                <a:gd name="csY1243" fmla="*/ 1140818 h 1639089"/>
                <a:gd name="csX1244" fmla="*/ 422313 w 1217254"/>
                <a:gd name="csY1244" fmla="*/ 1141296 h 1639089"/>
                <a:gd name="csX1245" fmla="*/ 427568 w 1217254"/>
                <a:gd name="csY1245" fmla="*/ 1143207 h 1639089"/>
                <a:gd name="csX1246" fmla="*/ 429957 w 1217254"/>
                <a:gd name="csY1246" fmla="*/ 1143684 h 1639089"/>
                <a:gd name="csX1247" fmla="*/ 431868 w 1217254"/>
                <a:gd name="csY1247" fmla="*/ 1142729 h 1639089"/>
                <a:gd name="csX1248" fmla="*/ 432345 w 1217254"/>
                <a:gd name="csY1248" fmla="*/ 1141774 h 1639089"/>
                <a:gd name="csX1249" fmla="*/ 429001 w 1217254"/>
                <a:gd name="csY1249" fmla="*/ 1139385 h 1639089"/>
                <a:gd name="csX1250" fmla="*/ 425179 w 1217254"/>
                <a:gd name="csY1250" fmla="*/ 1135085 h 1639089"/>
                <a:gd name="csX1251" fmla="*/ 417058 w 1217254"/>
                <a:gd name="csY1251" fmla="*/ 1134608 h 1639089"/>
                <a:gd name="csX1252" fmla="*/ 411803 w 1217254"/>
                <a:gd name="csY1252" fmla="*/ 1135085 h 1639089"/>
                <a:gd name="csX1253" fmla="*/ 407981 w 1217254"/>
                <a:gd name="csY1253" fmla="*/ 1133652 h 1639089"/>
                <a:gd name="csX1254" fmla="*/ 404637 w 1217254"/>
                <a:gd name="csY1254" fmla="*/ 1131263 h 1639089"/>
                <a:gd name="csX1255" fmla="*/ 402248 w 1217254"/>
                <a:gd name="csY1255" fmla="*/ 1130786 h 1639089"/>
                <a:gd name="csX1256" fmla="*/ 397471 w 1217254"/>
                <a:gd name="csY1256" fmla="*/ 1132219 h 1639089"/>
                <a:gd name="csX1257" fmla="*/ 395082 w 1217254"/>
                <a:gd name="csY1257" fmla="*/ 1132219 h 1639089"/>
                <a:gd name="csX1258" fmla="*/ 392694 w 1217254"/>
                <a:gd name="csY1258" fmla="*/ 1131741 h 1639089"/>
                <a:gd name="csX1259" fmla="*/ 390783 w 1217254"/>
                <a:gd name="csY1259" fmla="*/ 1124097 h 1639089"/>
                <a:gd name="csX1260" fmla="*/ 391261 w 1217254"/>
                <a:gd name="csY1260" fmla="*/ 1122187 h 1639089"/>
                <a:gd name="csX1261" fmla="*/ 392694 w 1217254"/>
                <a:gd name="csY1261" fmla="*/ 1121231 h 1639089"/>
                <a:gd name="csX1262" fmla="*/ 394127 w 1217254"/>
                <a:gd name="csY1262" fmla="*/ 1118842 h 1639089"/>
                <a:gd name="csX1263" fmla="*/ 395082 w 1217254"/>
                <a:gd name="csY1263" fmla="*/ 1115976 h 1639089"/>
                <a:gd name="csX1264" fmla="*/ 397949 w 1217254"/>
                <a:gd name="csY1264" fmla="*/ 1113587 h 1639089"/>
                <a:gd name="csX1265" fmla="*/ 413236 w 1217254"/>
                <a:gd name="csY1265" fmla="*/ 1107855 h 1639089"/>
                <a:gd name="csX1266" fmla="*/ 417536 w 1217254"/>
                <a:gd name="csY1266" fmla="*/ 1103555 h 1639089"/>
                <a:gd name="csX1267" fmla="*/ 417058 w 1217254"/>
                <a:gd name="csY1267" fmla="*/ 1103077 h 1639089"/>
                <a:gd name="csX1268" fmla="*/ 414669 w 1217254"/>
                <a:gd name="csY1268" fmla="*/ 1104033 h 1639089"/>
                <a:gd name="csX1269" fmla="*/ 411325 w 1217254"/>
                <a:gd name="csY1269" fmla="*/ 1105944 h 1639089"/>
                <a:gd name="csX1270" fmla="*/ 408937 w 1217254"/>
                <a:gd name="csY1270" fmla="*/ 1105944 h 1639089"/>
                <a:gd name="csX1271" fmla="*/ 399860 w 1217254"/>
                <a:gd name="csY1271" fmla="*/ 1103555 h 1639089"/>
                <a:gd name="csX1272" fmla="*/ 398426 w 1217254"/>
                <a:gd name="csY1272" fmla="*/ 1104033 h 1639089"/>
                <a:gd name="csX1273" fmla="*/ 394605 w 1217254"/>
                <a:gd name="csY1273" fmla="*/ 1107855 h 1639089"/>
                <a:gd name="csX1274" fmla="*/ 389827 w 1217254"/>
                <a:gd name="csY1274" fmla="*/ 1111676 h 1639089"/>
                <a:gd name="csX1275" fmla="*/ 387439 w 1217254"/>
                <a:gd name="csY1275" fmla="*/ 1111199 h 1639089"/>
                <a:gd name="csX1276" fmla="*/ 384095 w 1217254"/>
                <a:gd name="csY1276" fmla="*/ 1109288 h 1639089"/>
                <a:gd name="csX1277" fmla="*/ 383617 w 1217254"/>
                <a:gd name="csY1277" fmla="*/ 1107377 h 1639089"/>
                <a:gd name="csX1278" fmla="*/ 383617 w 1217254"/>
                <a:gd name="csY1278" fmla="*/ 1105466 h 1639089"/>
                <a:gd name="csX1279" fmla="*/ 386961 w 1217254"/>
                <a:gd name="csY1279" fmla="*/ 1103077 h 1639089"/>
                <a:gd name="csX1280" fmla="*/ 387916 w 1217254"/>
                <a:gd name="csY1280" fmla="*/ 1101644 h 1639089"/>
                <a:gd name="csX1281" fmla="*/ 390305 w 1217254"/>
                <a:gd name="csY1281" fmla="*/ 1097822 h 1639089"/>
                <a:gd name="csX1282" fmla="*/ 390305 w 1217254"/>
                <a:gd name="csY1282" fmla="*/ 1095911 h 1639089"/>
                <a:gd name="csX1283" fmla="*/ 386483 w 1217254"/>
                <a:gd name="csY1283" fmla="*/ 1096867 h 1639089"/>
                <a:gd name="csX1284" fmla="*/ 386005 w 1217254"/>
                <a:gd name="csY1284" fmla="*/ 1094956 h 1639089"/>
                <a:gd name="csX1285" fmla="*/ 386005 w 1217254"/>
                <a:gd name="csY1285" fmla="*/ 1092090 h 1639089"/>
                <a:gd name="csX1286" fmla="*/ 385528 w 1217254"/>
                <a:gd name="csY1286" fmla="*/ 1088268 h 1639089"/>
                <a:gd name="csX1287" fmla="*/ 384572 w 1217254"/>
                <a:gd name="csY1287" fmla="*/ 1084446 h 1639089"/>
                <a:gd name="csX1288" fmla="*/ 381706 w 1217254"/>
                <a:gd name="csY1288" fmla="*/ 1078713 h 1639089"/>
                <a:gd name="csX1289" fmla="*/ 380273 w 1217254"/>
                <a:gd name="csY1289" fmla="*/ 1077280 h 1639089"/>
                <a:gd name="csX1290" fmla="*/ 379317 w 1217254"/>
                <a:gd name="csY1290" fmla="*/ 1075369 h 1639089"/>
                <a:gd name="csX1291" fmla="*/ 376929 w 1217254"/>
                <a:gd name="csY1291" fmla="*/ 1067248 h 1639089"/>
                <a:gd name="csX1292" fmla="*/ 377406 w 1217254"/>
                <a:gd name="csY1292" fmla="*/ 1065337 h 1639089"/>
                <a:gd name="csX1293" fmla="*/ 379795 w 1217254"/>
                <a:gd name="csY1293" fmla="*/ 1063904 h 1639089"/>
                <a:gd name="csX1294" fmla="*/ 380273 w 1217254"/>
                <a:gd name="csY1294" fmla="*/ 1062948 h 1639089"/>
                <a:gd name="csX1295" fmla="*/ 375018 w 1217254"/>
                <a:gd name="csY1295" fmla="*/ 1064381 h 1639089"/>
                <a:gd name="csX1296" fmla="*/ 374540 w 1217254"/>
                <a:gd name="csY1296" fmla="*/ 1065814 h 1639089"/>
                <a:gd name="csX1297" fmla="*/ 375496 w 1217254"/>
                <a:gd name="csY1297" fmla="*/ 1067725 h 1639089"/>
                <a:gd name="csX1298" fmla="*/ 375973 w 1217254"/>
                <a:gd name="csY1298" fmla="*/ 1070592 h 1639089"/>
                <a:gd name="csX1299" fmla="*/ 376451 w 1217254"/>
                <a:gd name="csY1299" fmla="*/ 1073936 h 1639089"/>
                <a:gd name="csX1300" fmla="*/ 377406 w 1217254"/>
                <a:gd name="csY1300" fmla="*/ 1076802 h 1639089"/>
                <a:gd name="csX1301" fmla="*/ 378839 w 1217254"/>
                <a:gd name="csY1301" fmla="*/ 1080146 h 1639089"/>
                <a:gd name="csX1302" fmla="*/ 380273 w 1217254"/>
                <a:gd name="csY1302" fmla="*/ 1081580 h 1639089"/>
                <a:gd name="csX1303" fmla="*/ 382661 w 1217254"/>
                <a:gd name="csY1303" fmla="*/ 1085879 h 1639089"/>
                <a:gd name="csX1304" fmla="*/ 383617 w 1217254"/>
                <a:gd name="csY1304" fmla="*/ 1090656 h 1639089"/>
                <a:gd name="csX1305" fmla="*/ 383617 w 1217254"/>
                <a:gd name="csY1305" fmla="*/ 1093523 h 1639089"/>
                <a:gd name="csX1306" fmla="*/ 381706 w 1217254"/>
                <a:gd name="csY1306" fmla="*/ 1095911 h 1639089"/>
                <a:gd name="csX1307" fmla="*/ 378839 w 1217254"/>
                <a:gd name="csY1307" fmla="*/ 1098778 h 1639089"/>
                <a:gd name="csX1308" fmla="*/ 377884 w 1217254"/>
                <a:gd name="csY1308" fmla="*/ 1101167 h 1639089"/>
                <a:gd name="csX1309" fmla="*/ 377406 w 1217254"/>
                <a:gd name="csY1309" fmla="*/ 1103555 h 1639089"/>
                <a:gd name="csX1310" fmla="*/ 375018 w 1217254"/>
                <a:gd name="csY1310" fmla="*/ 1105466 h 1639089"/>
                <a:gd name="csX1311" fmla="*/ 374062 w 1217254"/>
                <a:gd name="csY1311" fmla="*/ 1104511 h 1639089"/>
                <a:gd name="csX1312" fmla="*/ 372629 w 1217254"/>
                <a:gd name="csY1312" fmla="*/ 1104511 h 1639089"/>
                <a:gd name="csX1313" fmla="*/ 374062 w 1217254"/>
                <a:gd name="csY1313" fmla="*/ 1108332 h 1639089"/>
                <a:gd name="csX1314" fmla="*/ 375018 w 1217254"/>
                <a:gd name="csY1314" fmla="*/ 1112154 h 1639089"/>
                <a:gd name="csX1315" fmla="*/ 374062 w 1217254"/>
                <a:gd name="csY1315" fmla="*/ 1115976 h 1639089"/>
                <a:gd name="csX1316" fmla="*/ 371196 w 1217254"/>
                <a:gd name="csY1316" fmla="*/ 1118365 h 1639089"/>
                <a:gd name="csX1317" fmla="*/ 369763 w 1217254"/>
                <a:gd name="csY1317" fmla="*/ 1118365 h 1639089"/>
                <a:gd name="csX1318" fmla="*/ 366896 w 1217254"/>
                <a:gd name="csY1318" fmla="*/ 1120276 h 1639089"/>
                <a:gd name="csX1319" fmla="*/ 359730 w 1217254"/>
                <a:gd name="csY1319" fmla="*/ 1121231 h 1639089"/>
                <a:gd name="csX1320" fmla="*/ 356864 w 1217254"/>
                <a:gd name="csY1320" fmla="*/ 1120753 h 1639089"/>
                <a:gd name="csX1321" fmla="*/ 352087 w 1217254"/>
                <a:gd name="csY1321" fmla="*/ 1118842 h 1639089"/>
                <a:gd name="csX1322" fmla="*/ 346832 w 1217254"/>
                <a:gd name="csY1322" fmla="*/ 1117887 h 1639089"/>
                <a:gd name="csX1323" fmla="*/ 344443 w 1217254"/>
                <a:gd name="csY1323" fmla="*/ 1115498 h 1639089"/>
                <a:gd name="csX1324" fmla="*/ 341577 w 1217254"/>
                <a:gd name="csY1324" fmla="*/ 1110721 h 1639089"/>
                <a:gd name="csX1325" fmla="*/ 340143 w 1217254"/>
                <a:gd name="csY1325" fmla="*/ 1106421 h 1639089"/>
                <a:gd name="csX1326" fmla="*/ 340143 w 1217254"/>
                <a:gd name="csY1326" fmla="*/ 1102600 h 1639089"/>
                <a:gd name="csX1327" fmla="*/ 340621 w 1217254"/>
                <a:gd name="csY1327" fmla="*/ 1099733 h 1639089"/>
                <a:gd name="csX1328" fmla="*/ 342532 w 1217254"/>
                <a:gd name="csY1328" fmla="*/ 1098300 h 1639089"/>
                <a:gd name="csX1329" fmla="*/ 344443 w 1217254"/>
                <a:gd name="csY1329" fmla="*/ 1087312 h 1639089"/>
                <a:gd name="csX1330" fmla="*/ 347309 w 1217254"/>
                <a:gd name="csY1330" fmla="*/ 1078235 h 1639089"/>
                <a:gd name="csX1331" fmla="*/ 353998 w 1217254"/>
                <a:gd name="csY1331" fmla="*/ 1068681 h 1639089"/>
                <a:gd name="csX1332" fmla="*/ 355908 w 1217254"/>
                <a:gd name="csY1332" fmla="*/ 1065337 h 1639089"/>
                <a:gd name="csX1333" fmla="*/ 356386 w 1217254"/>
                <a:gd name="csY1333" fmla="*/ 1063426 h 1639089"/>
                <a:gd name="csX1334" fmla="*/ 356386 w 1217254"/>
                <a:gd name="csY1334" fmla="*/ 1061993 h 1639089"/>
                <a:gd name="csX1335" fmla="*/ 355431 w 1217254"/>
                <a:gd name="csY1335" fmla="*/ 1061037 h 1639089"/>
                <a:gd name="csX1336" fmla="*/ 346832 w 1217254"/>
                <a:gd name="csY1336" fmla="*/ 1072980 h 1639089"/>
                <a:gd name="csX1337" fmla="*/ 341577 w 1217254"/>
                <a:gd name="csY1337" fmla="*/ 1073936 h 1639089"/>
                <a:gd name="csX1338" fmla="*/ 340143 w 1217254"/>
                <a:gd name="csY1338" fmla="*/ 1071547 h 1639089"/>
                <a:gd name="csX1339" fmla="*/ 340621 w 1217254"/>
                <a:gd name="csY1339" fmla="*/ 1066770 h 1639089"/>
                <a:gd name="csX1340" fmla="*/ 341577 w 1217254"/>
                <a:gd name="csY1340" fmla="*/ 1065814 h 1639089"/>
                <a:gd name="csX1341" fmla="*/ 345876 w 1217254"/>
                <a:gd name="csY1341" fmla="*/ 1066292 h 1639089"/>
                <a:gd name="csX1342" fmla="*/ 347309 w 1217254"/>
                <a:gd name="csY1342" fmla="*/ 1063426 h 1639089"/>
                <a:gd name="csX1343" fmla="*/ 344921 w 1217254"/>
                <a:gd name="csY1343" fmla="*/ 1059604 h 1639089"/>
                <a:gd name="csX1344" fmla="*/ 342054 w 1217254"/>
                <a:gd name="csY1344" fmla="*/ 1058648 h 1639089"/>
                <a:gd name="csX1345" fmla="*/ 341577 w 1217254"/>
                <a:gd name="csY1345" fmla="*/ 1057693 h 1639089"/>
                <a:gd name="csX1346" fmla="*/ 344443 w 1217254"/>
                <a:gd name="csY1346" fmla="*/ 1054827 h 1639089"/>
                <a:gd name="csX1347" fmla="*/ 351131 w 1217254"/>
                <a:gd name="csY1347" fmla="*/ 1054827 h 1639089"/>
                <a:gd name="csX1348" fmla="*/ 352564 w 1217254"/>
                <a:gd name="csY1348" fmla="*/ 1052916 h 1639089"/>
                <a:gd name="csX1349" fmla="*/ 354953 w 1217254"/>
                <a:gd name="csY1349" fmla="*/ 1050527 h 1639089"/>
                <a:gd name="csX1350" fmla="*/ 357342 w 1217254"/>
                <a:gd name="csY1350" fmla="*/ 1046228 h 1639089"/>
                <a:gd name="csX1351" fmla="*/ 358297 w 1217254"/>
                <a:gd name="csY1351" fmla="*/ 1042406 h 1639089"/>
                <a:gd name="csX1352" fmla="*/ 358775 w 1217254"/>
                <a:gd name="csY1352" fmla="*/ 1039539 h 1639089"/>
                <a:gd name="csX1353" fmla="*/ 358297 w 1217254"/>
                <a:gd name="csY1353" fmla="*/ 1037151 h 1639089"/>
                <a:gd name="csX1354" fmla="*/ 357819 w 1217254"/>
                <a:gd name="csY1354" fmla="*/ 1034762 h 1639089"/>
                <a:gd name="csX1355" fmla="*/ 358297 w 1217254"/>
                <a:gd name="csY1355" fmla="*/ 1031896 h 1639089"/>
                <a:gd name="csX1356" fmla="*/ 357819 w 1217254"/>
                <a:gd name="csY1356" fmla="*/ 1029507 h 1639089"/>
                <a:gd name="csX1357" fmla="*/ 355908 w 1217254"/>
                <a:gd name="csY1357" fmla="*/ 1026163 h 1639089"/>
                <a:gd name="csX1358" fmla="*/ 352087 w 1217254"/>
                <a:gd name="csY1358" fmla="*/ 1023296 h 1639089"/>
                <a:gd name="csX1359" fmla="*/ 350654 w 1217254"/>
                <a:gd name="csY1359" fmla="*/ 1026641 h 1639089"/>
                <a:gd name="csX1360" fmla="*/ 349220 w 1217254"/>
                <a:gd name="csY1360" fmla="*/ 1028074 h 1639089"/>
                <a:gd name="csX1361" fmla="*/ 347787 w 1217254"/>
                <a:gd name="csY1361" fmla="*/ 1028074 h 1639089"/>
                <a:gd name="csX1362" fmla="*/ 345876 w 1217254"/>
                <a:gd name="csY1362" fmla="*/ 1027118 h 1639089"/>
                <a:gd name="csX1363" fmla="*/ 344443 w 1217254"/>
                <a:gd name="csY1363" fmla="*/ 1026163 h 1639089"/>
                <a:gd name="csX1364" fmla="*/ 342532 w 1217254"/>
                <a:gd name="csY1364" fmla="*/ 1025207 h 1639089"/>
                <a:gd name="csX1365" fmla="*/ 340621 w 1217254"/>
                <a:gd name="csY1365" fmla="*/ 1024730 h 1639089"/>
                <a:gd name="csX1366" fmla="*/ 340143 w 1217254"/>
                <a:gd name="csY1366" fmla="*/ 1023774 h 1639089"/>
                <a:gd name="csX1367" fmla="*/ 339666 w 1217254"/>
                <a:gd name="csY1367" fmla="*/ 1020908 h 1639089"/>
                <a:gd name="csX1368" fmla="*/ 339666 w 1217254"/>
                <a:gd name="csY1368" fmla="*/ 1017086 h 1639089"/>
                <a:gd name="csX1369" fmla="*/ 341577 w 1217254"/>
                <a:gd name="csY1369" fmla="*/ 1015175 h 1639089"/>
                <a:gd name="csX1370" fmla="*/ 344443 w 1217254"/>
                <a:gd name="csY1370" fmla="*/ 1014220 h 1639089"/>
                <a:gd name="csX1371" fmla="*/ 346354 w 1217254"/>
                <a:gd name="csY1371" fmla="*/ 1011353 h 1639089"/>
                <a:gd name="csX1372" fmla="*/ 347309 w 1217254"/>
                <a:gd name="csY1372" fmla="*/ 1007531 h 1639089"/>
                <a:gd name="csX1373" fmla="*/ 347787 w 1217254"/>
                <a:gd name="csY1373" fmla="*/ 1003710 h 1639089"/>
                <a:gd name="csX1374" fmla="*/ 346832 w 1217254"/>
                <a:gd name="csY1374" fmla="*/ 998932 h 1639089"/>
                <a:gd name="csX1375" fmla="*/ 344443 w 1217254"/>
                <a:gd name="csY1375" fmla="*/ 995110 h 1639089"/>
                <a:gd name="csX1376" fmla="*/ 340143 w 1217254"/>
                <a:gd name="csY1376" fmla="*/ 998932 h 1639089"/>
                <a:gd name="csX1377" fmla="*/ 338710 w 1217254"/>
                <a:gd name="csY1377" fmla="*/ 999888 h 1639089"/>
                <a:gd name="csX1378" fmla="*/ 338232 w 1217254"/>
                <a:gd name="csY1378" fmla="*/ 997021 h 1639089"/>
                <a:gd name="csX1379" fmla="*/ 337755 w 1217254"/>
                <a:gd name="csY1379" fmla="*/ 995110 h 1639089"/>
                <a:gd name="csX1380" fmla="*/ 335844 w 1217254"/>
                <a:gd name="csY1380" fmla="*/ 992244 h 1639089"/>
                <a:gd name="csX1381" fmla="*/ 333455 w 1217254"/>
                <a:gd name="csY1381" fmla="*/ 990333 h 1639089"/>
                <a:gd name="csX1382" fmla="*/ 331544 w 1217254"/>
                <a:gd name="csY1382" fmla="*/ 988900 h 1639089"/>
                <a:gd name="csX1383" fmla="*/ 331544 w 1217254"/>
                <a:gd name="csY1383" fmla="*/ 986989 h 1639089"/>
                <a:gd name="csX1384" fmla="*/ 332022 w 1217254"/>
                <a:gd name="csY1384" fmla="*/ 984600 h 1639089"/>
                <a:gd name="csX1385" fmla="*/ 332977 w 1217254"/>
                <a:gd name="csY1385" fmla="*/ 981734 h 1639089"/>
                <a:gd name="csX1386" fmla="*/ 333933 w 1217254"/>
                <a:gd name="csY1386" fmla="*/ 976001 h 1639089"/>
                <a:gd name="csX1387" fmla="*/ 335366 w 1217254"/>
                <a:gd name="csY1387" fmla="*/ 976479 h 1639089"/>
                <a:gd name="csX1388" fmla="*/ 336799 w 1217254"/>
                <a:gd name="csY1388" fmla="*/ 976001 h 1639089"/>
                <a:gd name="csX1389" fmla="*/ 335844 w 1217254"/>
                <a:gd name="csY1389" fmla="*/ 971224 h 1639089"/>
                <a:gd name="csX1390" fmla="*/ 334889 w 1217254"/>
                <a:gd name="csY1390" fmla="*/ 966924 h 1639089"/>
                <a:gd name="csX1391" fmla="*/ 333455 w 1217254"/>
                <a:gd name="csY1391" fmla="*/ 964536 h 1639089"/>
                <a:gd name="csX1392" fmla="*/ 333455 w 1217254"/>
                <a:gd name="csY1392" fmla="*/ 963580 h 1639089"/>
                <a:gd name="csX1393" fmla="*/ 332977 w 1217254"/>
                <a:gd name="csY1393" fmla="*/ 962625 h 1639089"/>
                <a:gd name="csX1394" fmla="*/ 332022 w 1217254"/>
                <a:gd name="csY1394" fmla="*/ 959759 h 1639089"/>
                <a:gd name="csX1395" fmla="*/ 331066 w 1217254"/>
                <a:gd name="csY1395" fmla="*/ 957370 h 1639089"/>
                <a:gd name="csX1396" fmla="*/ 329156 w 1217254"/>
                <a:gd name="csY1396" fmla="*/ 951637 h 1639089"/>
                <a:gd name="csX1397" fmla="*/ 327723 w 1217254"/>
                <a:gd name="csY1397" fmla="*/ 949248 h 1639089"/>
                <a:gd name="csX1398" fmla="*/ 325812 w 1217254"/>
                <a:gd name="csY1398" fmla="*/ 948293 h 1639089"/>
                <a:gd name="csX1399" fmla="*/ 323901 w 1217254"/>
                <a:gd name="csY1399" fmla="*/ 947815 h 1639089"/>
                <a:gd name="csX1400" fmla="*/ 320557 w 1217254"/>
                <a:gd name="csY1400" fmla="*/ 949726 h 1639089"/>
                <a:gd name="csX1401" fmla="*/ 314346 w 1217254"/>
                <a:gd name="csY1401" fmla="*/ 951637 h 1639089"/>
                <a:gd name="csX1402" fmla="*/ 310047 w 1217254"/>
                <a:gd name="csY1402" fmla="*/ 952115 h 1639089"/>
                <a:gd name="csX1403" fmla="*/ 309091 w 1217254"/>
                <a:gd name="csY1403" fmla="*/ 951637 h 1639089"/>
                <a:gd name="csX1404" fmla="*/ 311480 w 1217254"/>
                <a:gd name="csY1404" fmla="*/ 949726 h 1639089"/>
                <a:gd name="csX1405" fmla="*/ 314824 w 1217254"/>
                <a:gd name="csY1405" fmla="*/ 947338 h 1639089"/>
                <a:gd name="csX1406" fmla="*/ 319601 w 1217254"/>
                <a:gd name="csY1406" fmla="*/ 945427 h 1639089"/>
                <a:gd name="csX1407" fmla="*/ 321034 w 1217254"/>
                <a:gd name="csY1407" fmla="*/ 941605 h 1639089"/>
                <a:gd name="csX1408" fmla="*/ 320079 w 1217254"/>
                <a:gd name="csY1408" fmla="*/ 938261 h 1639089"/>
                <a:gd name="csX1409" fmla="*/ 320557 w 1217254"/>
                <a:gd name="csY1409" fmla="*/ 934917 h 1639089"/>
                <a:gd name="csX1410" fmla="*/ 319123 w 1217254"/>
                <a:gd name="csY1410" fmla="*/ 931573 h 1639089"/>
                <a:gd name="csX1411" fmla="*/ 320557 w 1217254"/>
                <a:gd name="csY1411" fmla="*/ 929661 h 1639089"/>
                <a:gd name="csX1412" fmla="*/ 324856 w 1217254"/>
                <a:gd name="csY1412" fmla="*/ 927751 h 1639089"/>
                <a:gd name="csX1413" fmla="*/ 326767 w 1217254"/>
                <a:gd name="csY1413" fmla="*/ 927273 h 1639089"/>
                <a:gd name="csX1414" fmla="*/ 328200 w 1217254"/>
                <a:gd name="csY1414" fmla="*/ 924884 h 1639089"/>
                <a:gd name="csX1415" fmla="*/ 322945 w 1217254"/>
                <a:gd name="csY1415" fmla="*/ 918674 h 1639089"/>
                <a:gd name="csX1416" fmla="*/ 317690 w 1217254"/>
                <a:gd name="csY1416" fmla="*/ 914852 h 1639089"/>
                <a:gd name="csX1417" fmla="*/ 316257 w 1217254"/>
                <a:gd name="csY1417" fmla="*/ 913419 h 1639089"/>
                <a:gd name="csX1418" fmla="*/ 314824 w 1217254"/>
                <a:gd name="csY1418" fmla="*/ 910552 h 1639089"/>
                <a:gd name="csX1419" fmla="*/ 313868 w 1217254"/>
                <a:gd name="csY1419" fmla="*/ 906731 h 1639089"/>
                <a:gd name="csX1420" fmla="*/ 312435 w 1217254"/>
                <a:gd name="csY1420" fmla="*/ 903386 h 1639089"/>
                <a:gd name="csX1421" fmla="*/ 310047 w 1217254"/>
                <a:gd name="csY1421" fmla="*/ 899565 h 1639089"/>
                <a:gd name="csX1422" fmla="*/ 306225 w 1217254"/>
                <a:gd name="csY1422" fmla="*/ 895743 h 1639089"/>
                <a:gd name="csX1423" fmla="*/ 297625 w 1217254"/>
                <a:gd name="csY1423" fmla="*/ 889054 h 1639089"/>
                <a:gd name="csX1424" fmla="*/ 294282 w 1217254"/>
                <a:gd name="csY1424" fmla="*/ 884755 h 1639089"/>
                <a:gd name="csX1425" fmla="*/ 291893 w 1217254"/>
                <a:gd name="csY1425" fmla="*/ 877589 h 1639089"/>
                <a:gd name="csX1426" fmla="*/ 290459 w 1217254"/>
                <a:gd name="csY1426" fmla="*/ 874723 h 1639089"/>
                <a:gd name="csX1427" fmla="*/ 289026 w 1217254"/>
                <a:gd name="csY1427" fmla="*/ 872334 h 1639089"/>
                <a:gd name="csX1428" fmla="*/ 282816 w 1217254"/>
                <a:gd name="csY1428" fmla="*/ 867079 h 1639089"/>
                <a:gd name="csX1429" fmla="*/ 281860 w 1217254"/>
                <a:gd name="csY1429" fmla="*/ 864690 h 1639089"/>
                <a:gd name="csX1430" fmla="*/ 288071 w 1217254"/>
                <a:gd name="csY1430" fmla="*/ 858480 h 1639089"/>
                <a:gd name="csX1431" fmla="*/ 289026 w 1217254"/>
                <a:gd name="csY1431" fmla="*/ 856091 h 1639089"/>
                <a:gd name="csX1432" fmla="*/ 286160 w 1217254"/>
                <a:gd name="csY1432" fmla="*/ 847970 h 1639089"/>
                <a:gd name="csX1433" fmla="*/ 283771 w 1217254"/>
                <a:gd name="csY1433" fmla="*/ 842715 h 1639089"/>
                <a:gd name="csX1434" fmla="*/ 280905 w 1217254"/>
                <a:gd name="csY1434" fmla="*/ 840326 h 1639089"/>
                <a:gd name="csX1435" fmla="*/ 276605 w 1217254"/>
                <a:gd name="csY1435" fmla="*/ 839371 h 1639089"/>
                <a:gd name="csX1436" fmla="*/ 272306 w 1217254"/>
                <a:gd name="csY1436" fmla="*/ 836982 h 1639089"/>
                <a:gd name="csX1437" fmla="*/ 268962 w 1217254"/>
                <a:gd name="csY1437" fmla="*/ 832682 h 1639089"/>
                <a:gd name="csX1438" fmla="*/ 265140 w 1217254"/>
                <a:gd name="csY1438" fmla="*/ 829816 h 1639089"/>
                <a:gd name="csX1439" fmla="*/ 259885 w 1217254"/>
                <a:gd name="csY1439" fmla="*/ 826950 h 1639089"/>
                <a:gd name="csX1440" fmla="*/ 250808 w 1217254"/>
                <a:gd name="csY1440" fmla="*/ 819784 h 1639089"/>
                <a:gd name="csX1441" fmla="*/ 236954 w 1217254"/>
                <a:gd name="csY1441" fmla="*/ 812140 h 1639089"/>
                <a:gd name="csX1442" fmla="*/ 230743 w 1217254"/>
                <a:gd name="csY1442" fmla="*/ 807363 h 1639089"/>
                <a:gd name="csX1443" fmla="*/ 226921 w 1217254"/>
                <a:gd name="csY1443" fmla="*/ 805930 h 1639089"/>
                <a:gd name="csX1444" fmla="*/ 222144 w 1217254"/>
                <a:gd name="csY1444" fmla="*/ 805452 h 1639089"/>
                <a:gd name="csX1445" fmla="*/ 212590 w 1217254"/>
                <a:gd name="csY1445" fmla="*/ 801152 h 1639089"/>
                <a:gd name="csX1446" fmla="*/ 204468 w 1217254"/>
                <a:gd name="csY1446" fmla="*/ 799719 h 1639089"/>
                <a:gd name="csX1447" fmla="*/ 199691 w 1217254"/>
                <a:gd name="csY1447" fmla="*/ 800197 h 1639089"/>
                <a:gd name="csX1448" fmla="*/ 198258 w 1217254"/>
                <a:gd name="csY1448" fmla="*/ 799719 h 1639089"/>
                <a:gd name="csX1449" fmla="*/ 194436 w 1217254"/>
                <a:gd name="csY1449" fmla="*/ 794942 h 1639089"/>
                <a:gd name="csX1450" fmla="*/ 188703 w 1217254"/>
                <a:gd name="csY1450" fmla="*/ 792553 h 1639089"/>
                <a:gd name="csX1451" fmla="*/ 185837 w 1217254"/>
                <a:gd name="csY1451" fmla="*/ 793509 h 1639089"/>
                <a:gd name="csX1452" fmla="*/ 182493 w 1217254"/>
                <a:gd name="csY1452" fmla="*/ 798286 h 1639089"/>
                <a:gd name="csX1453" fmla="*/ 178193 w 1217254"/>
                <a:gd name="csY1453" fmla="*/ 803063 h 1639089"/>
                <a:gd name="csX1454" fmla="*/ 175804 w 1217254"/>
                <a:gd name="csY1454" fmla="*/ 803541 h 1639089"/>
                <a:gd name="csX1455" fmla="*/ 171983 w 1217254"/>
                <a:gd name="csY1455" fmla="*/ 799241 h 1639089"/>
                <a:gd name="csX1456" fmla="*/ 170549 w 1217254"/>
                <a:gd name="csY1456" fmla="*/ 796375 h 1639089"/>
                <a:gd name="csX1457" fmla="*/ 168638 w 1217254"/>
                <a:gd name="csY1457" fmla="*/ 795420 h 1639089"/>
                <a:gd name="csX1458" fmla="*/ 167205 w 1217254"/>
                <a:gd name="csY1458" fmla="*/ 796375 h 1639089"/>
                <a:gd name="csX1459" fmla="*/ 163861 w 1217254"/>
                <a:gd name="csY1459" fmla="*/ 800197 h 1639089"/>
                <a:gd name="csX1460" fmla="*/ 160995 w 1217254"/>
                <a:gd name="csY1460" fmla="*/ 803063 h 1639089"/>
                <a:gd name="csX1461" fmla="*/ 156695 w 1217254"/>
                <a:gd name="csY1461" fmla="*/ 806407 h 1639089"/>
                <a:gd name="csX1462" fmla="*/ 153351 w 1217254"/>
                <a:gd name="csY1462" fmla="*/ 807840 h 1639089"/>
                <a:gd name="csX1463" fmla="*/ 149052 w 1217254"/>
                <a:gd name="csY1463" fmla="*/ 808318 h 1639089"/>
                <a:gd name="csX1464" fmla="*/ 147619 w 1217254"/>
                <a:gd name="csY1464" fmla="*/ 809752 h 1639089"/>
                <a:gd name="csX1465" fmla="*/ 146185 w 1217254"/>
                <a:gd name="csY1465" fmla="*/ 809752 h 1639089"/>
                <a:gd name="csX1466" fmla="*/ 143797 w 1217254"/>
                <a:gd name="csY1466" fmla="*/ 808318 h 1639089"/>
                <a:gd name="csX1467" fmla="*/ 141408 w 1217254"/>
                <a:gd name="csY1467" fmla="*/ 806407 h 1639089"/>
                <a:gd name="csX1468" fmla="*/ 139497 w 1217254"/>
                <a:gd name="csY1468" fmla="*/ 803063 h 1639089"/>
                <a:gd name="csX1469" fmla="*/ 137586 w 1217254"/>
                <a:gd name="csY1469" fmla="*/ 801152 h 1639089"/>
                <a:gd name="csX1470" fmla="*/ 136153 w 1217254"/>
                <a:gd name="csY1470" fmla="*/ 801152 h 1639089"/>
                <a:gd name="csX1471" fmla="*/ 132331 w 1217254"/>
                <a:gd name="csY1471" fmla="*/ 802586 h 1639089"/>
                <a:gd name="csX1472" fmla="*/ 128031 w 1217254"/>
                <a:gd name="csY1472" fmla="*/ 807840 h 1639089"/>
                <a:gd name="csX1473" fmla="*/ 126121 w 1217254"/>
                <a:gd name="csY1473" fmla="*/ 808796 h 1639089"/>
                <a:gd name="csX1474" fmla="*/ 124210 w 1217254"/>
                <a:gd name="csY1474" fmla="*/ 808318 h 1639089"/>
                <a:gd name="csX1475" fmla="*/ 122299 w 1217254"/>
                <a:gd name="csY1475" fmla="*/ 806885 h 1639089"/>
                <a:gd name="csX1476" fmla="*/ 117999 w 1217254"/>
                <a:gd name="csY1476" fmla="*/ 803063 h 1639089"/>
                <a:gd name="csX1477" fmla="*/ 115611 w 1217254"/>
                <a:gd name="csY1477" fmla="*/ 803063 h 1639089"/>
                <a:gd name="csX1478" fmla="*/ 113700 w 1217254"/>
                <a:gd name="csY1478" fmla="*/ 804496 h 1639089"/>
                <a:gd name="csX1479" fmla="*/ 114177 w 1217254"/>
                <a:gd name="csY1479" fmla="*/ 807840 h 1639089"/>
                <a:gd name="csX1480" fmla="*/ 118477 w 1217254"/>
                <a:gd name="csY1480" fmla="*/ 815484 h 1639089"/>
                <a:gd name="csX1481" fmla="*/ 121821 w 1217254"/>
                <a:gd name="csY1481" fmla="*/ 821217 h 1639089"/>
                <a:gd name="csX1482" fmla="*/ 118955 w 1217254"/>
                <a:gd name="csY1482" fmla="*/ 821695 h 1639089"/>
                <a:gd name="csX1483" fmla="*/ 92680 w 1217254"/>
                <a:gd name="csY1483" fmla="*/ 814529 h 1639089"/>
                <a:gd name="csX1484" fmla="*/ 89335 w 1217254"/>
                <a:gd name="csY1484" fmla="*/ 812618 h 1639089"/>
                <a:gd name="csX1485" fmla="*/ 84558 w 1217254"/>
                <a:gd name="csY1485" fmla="*/ 807840 h 1639089"/>
                <a:gd name="csX1486" fmla="*/ 80258 w 1217254"/>
                <a:gd name="csY1486" fmla="*/ 805452 h 1639089"/>
                <a:gd name="csX1487" fmla="*/ 73570 w 1217254"/>
                <a:gd name="csY1487" fmla="*/ 798286 h 1639089"/>
                <a:gd name="csX1488" fmla="*/ 68315 w 1217254"/>
                <a:gd name="csY1488" fmla="*/ 793986 h 1639089"/>
                <a:gd name="csX1489" fmla="*/ 66405 w 1217254"/>
                <a:gd name="csY1489" fmla="*/ 791120 h 1639089"/>
                <a:gd name="csX1490" fmla="*/ 65927 w 1217254"/>
                <a:gd name="csY1490" fmla="*/ 789209 h 1639089"/>
                <a:gd name="csX1491" fmla="*/ 67838 w 1217254"/>
                <a:gd name="csY1491" fmla="*/ 786343 h 1639089"/>
                <a:gd name="csX1492" fmla="*/ 78348 w 1217254"/>
                <a:gd name="csY1492" fmla="*/ 776310 h 1639089"/>
                <a:gd name="csX1493" fmla="*/ 82647 w 1217254"/>
                <a:gd name="csY1493" fmla="*/ 774399 h 1639089"/>
                <a:gd name="csX1494" fmla="*/ 90769 w 1217254"/>
                <a:gd name="csY1494" fmla="*/ 772011 h 1639089"/>
                <a:gd name="csX1495" fmla="*/ 92680 w 1217254"/>
                <a:gd name="csY1495" fmla="*/ 770578 h 1639089"/>
                <a:gd name="csX1496" fmla="*/ 93157 w 1217254"/>
                <a:gd name="csY1496" fmla="*/ 769144 h 1639089"/>
                <a:gd name="csX1497" fmla="*/ 91246 w 1217254"/>
                <a:gd name="csY1497" fmla="*/ 767234 h 1639089"/>
                <a:gd name="csX1498" fmla="*/ 80258 w 1217254"/>
                <a:gd name="csY1498" fmla="*/ 768189 h 1639089"/>
                <a:gd name="csX1499" fmla="*/ 70704 w 1217254"/>
                <a:gd name="csY1499" fmla="*/ 766756 h 1639089"/>
                <a:gd name="csX1500" fmla="*/ 62105 w 1217254"/>
                <a:gd name="csY1500" fmla="*/ 762456 h 1639089"/>
                <a:gd name="csX1501" fmla="*/ 60672 w 1217254"/>
                <a:gd name="csY1501" fmla="*/ 761501 h 1639089"/>
                <a:gd name="csX1502" fmla="*/ 59239 w 1217254"/>
                <a:gd name="csY1502" fmla="*/ 759112 h 1639089"/>
                <a:gd name="csX1503" fmla="*/ 58283 w 1217254"/>
                <a:gd name="csY1503" fmla="*/ 755290 h 1639089"/>
                <a:gd name="csX1504" fmla="*/ 58283 w 1217254"/>
                <a:gd name="csY1504" fmla="*/ 751468 h 1639089"/>
                <a:gd name="csX1505" fmla="*/ 60194 w 1217254"/>
                <a:gd name="csY1505" fmla="*/ 747169 h 1639089"/>
                <a:gd name="csX1506" fmla="*/ 61627 w 1217254"/>
                <a:gd name="csY1506" fmla="*/ 743825 h 1639089"/>
                <a:gd name="csX1507" fmla="*/ 62105 w 1217254"/>
                <a:gd name="csY1507" fmla="*/ 742392 h 1639089"/>
                <a:gd name="csX1508" fmla="*/ 51595 w 1217254"/>
                <a:gd name="csY1508" fmla="*/ 753379 h 1639089"/>
                <a:gd name="csX1509" fmla="*/ 47295 w 1217254"/>
                <a:gd name="csY1509" fmla="*/ 756724 h 1639089"/>
                <a:gd name="csX1510" fmla="*/ 43474 w 1217254"/>
                <a:gd name="csY1510" fmla="*/ 755768 h 1639089"/>
                <a:gd name="csX1511" fmla="*/ 41085 w 1217254"/>
                <a:gd name="csY1511" fmla="*/ 753857 h 1639089"/>
                <a:gd name="csX1512" fmla="*/ 40129 w 1217254"/>
                <a:gd name="csY1512" fmla="*/ 751946 h 1639089"/>
                <a:gd name="csX1513" fmla="*/ 40129 w 1217254"/>
                <a:gd name="csY1513" fmla="*/ 749558 h 1639089"/>
                <a:gd name="csX1514" fmla="*/ 40607 w 1217254"/>
                <a:gd name="csY1514" fmla="*/ 748124 h 1639089"/>
                <a:gd name="csX1515" fmla="*/ 41085 w 1217254"/>
                <a:gd name="csY1515" fmla="*/ 747169 h 1639089"/>
                <a:gd name="csX1516" fmla="*/ 35830 w 1217254"/>
                <a:gd name="csY1516" fmla="*/ 742869 h 1639089"/>
                <a:gd name="csX1517" fmla="*/ 33441 w 1217254"/>
                <a:gd name="csY1517" fmla="*/ 739047 h 1639089"/>
                <a:gd name="csX1518" fmla="*/ 32963 w 1217254"/>
                <a:gd name="csY1518" fmla="*/ 735703 h 1639089"/>
                <a:gd name="csX1519" fmla="*/ 34874 w 1217254"/>
                <a:gd name="csY1519" fmla="*/ 731882 h 1639089"/>
                <a:gd name="csX1520" fmla="*/ 36785 w 1217254"/>
                <a:gd name="csY1520" fmla="*/ 729015 h 1639089"/>
                <a:gd name="csX1521" fmla="*/ 38696 w 1217254"/>
                <a:gd name="csY1521" fmla="*/ 727104 h 1639089"/>
                <a:gd name="csX1522" fmla="*/ 43951 w 1217254"/>
                <a:gd name="csY1522" fmla="*/ 725671 h 1639089"/>
                <a:gd name="csX1523" fmla="*/ 62583 w 1217254"/>
                <a:gd name="csY1523" fmla="*/ 722805 h 1639089"/>
                <a:gd name="csX1524" fmla="*/ 75959 w 1217254"/>
                <a:gd name="csY1524" fmla="*/ 725671 h 1639089"/>
                <a:gd name="csX1525" fmla="*/ 80736 w 1217254"/>
                <a:gd name="csY1525" fmla="*/ 716594 h 1639089"/>
                <a:gd name="csX1526" fmla="*/ 83603 w 1217254"/>
                <a:gd name="csY1526" fmla="*/ 713250 h 1639089"/>
                <a:gd name="csX1527" fmla="*/ 92680 w 1217254"/>
                <a:gd name="csY1527" fmla="*/ 710384 h 1639089"/>
                <a:gd name="csX1528" fmla="*/ 106534 w 1217254"/>
                <a:gd name="csY1528" fmla="*/ 709906 h 1639089"/>
                <a:gd name="csX1529" fmla="*/ 116566 w 1217254"/>
                <a:gd name="csY1529" fmla="*/ 711817 h 1639089"/>
                <a:gd name="csX1530" fmla="*/ 121343 w 1217254"/>
                <a:gd name="csY1530" fmla="*/ 713728 h 1639089"/>
                <a:gd name="csX1531" fmla="*/ 127554 w 1217254"/>
                <a:gd name="csY1531" fmla="*/ 718505 h 1639089"/>
                <a:gd name="csX1532" fmla="*/ 128031 w 1217254"/>
                <a:gd name="csY1532" fmla="*/ 717072 h 1639089"/>
                <a:gd name="csX1533" fmla="*/ 126121 w 1217254"/>
                <a:gd name="csY1533" fmla="*/ 712772 h 1639089"/>
                <a:gd name="csX1534" fmla="*/ 126121 w 1217254"/>
                <a:gd name="csY1534" fmla="*/ 709428 h 1639089"/>
                <a:gd name="csX1535" fmla="*/ 128987 w 1217254"/>
                <a:gd name="csY1535" fmla="*/ 702740 h 1639089"/>
                <a:gd name="csX1536" fmla="*/ 129942 w 1217254"/>
                <a:gd name="csY1536" fmla="*/ 698918 h 1639089"/>
                <a:gd name="csX1537" fmla="*/ 128987 w 1217254"/>
                <a:gd name="csY1537" fmla="*/ 694619 h 1639089"/>
                <a:gd name="csX1538" fmla="*/ 126121 w 1217254"/>
                <a:gd name="csY1538" fmla="*/ 690319 h 1639089"/>
                <a:gd name="csX1539" fmla="*/ 121343 w 1217254"/>
                <a:gd name="csY1539" fmla="*/ 685064 h 1639089"/>
                <a:gd name="csX1540" fmla="*/ 118955 w 1217254"/>
                <a:gd name="csY1540" fmla="*/ 684586 h 1639089"/>
                <a:gd name="csX1541" fmla="*/ 116088 w 1217254"/>
                <a:gd name="csY1541" fmla="*/ 686020 h 1639089"/>
                <a:gd name="csX1542" fmla="*/ 112266 w 1217254"/>
                <a:gd name="csY1542" fmla="*/ 688886 h 1639089"/>
                <a:gd name="csX1543" fmla="*/ 105100 w 1217254"/>
                <a:gd name="csY1543" fmla="*/ 696530 h 1639089"/>
                <a:gd name="csX1544" fmla="*/ 101756 w 1217254"/>
                <a:gd name="csY1544" fmla="*/ 698440 h 1639089"/>
                <a:gd name="csX1545" fmla="*/ 96024 w 1217254"/>
                <a:gd name="csY1545" fmla="*/ 698440 h 1639089"/>
                <a:gd name="csX1546" fmla="*/ 92680 w 1217254"/>
                <a:gd name="csY1546" fmla="*/ 697485 h 1639089"/>
                <a:gd name="csX1547" fmla="*/ 89813 w 1217254"/>
                <a:gd name="csY1547" fmla="*/ 696530 h 1639089"/>
                <a:gd name="csX1548" fmla="*/ 85036 w 1217254"/>
                <a:gd name="csY1548" fmla="*/ 692708 h 1639089"/>
                <a:gd name="csX1549" fmla="*/ 83125 w 1217254"/>
                <a:gd name="csY1549" fmla="*/ 691752 h 1639089"/>
                <a:gd name="csX1550" fmla="*/ 81214 w 1217254"/>
                <a:gd name="csY1550" fmla="*/ 693663 h 1639089"/>
                <a:gd name="csX1551" fmla="*/ 78825 w 1217254"/>
                <a:gd name="csY1551" fmla="*/ 697963 h 1639089"/>
                <a:gd name="csX1552" fmla="*/ 75959 w 1217254"/>
                <a:gd name="csY1552" fmla="*/ 700829 h 1639089"/>
                <a:gd name="csX1553" fmla="*/ 74048 w 1217254"/>
                <a:gd name="csY1553" fmla="*/ 702740 h 1639089"/>
                <a:gd name="csX1554" fmla="*/ 71659 w 1217254"/>
                <a:gd name="csY1554" fmla="*/ 703218 h 1639089"/>
                <a:gd name="csX1555" fmla="*/ 68793 w 1217254"/>
                <a:gd name="csY1555" fmla="*/ 703218 h 1639089"/>
                <a:gd name="csX1556" fmla="*/ 56372 w 1217254"/>
                <a:gd name="csY1556" fmla="*/ 696052 h 1639089"/>
                <a:gd name="csX1557" fmla="*/ 53506 w 1217254"/>
                <a:gd name="csY1557" fmla="*/ 693185 h 1639089"/>
                <a:gd name="csX1558" fmla="*/ 53506 w 1217254"/>
                <a:gd name="csY1558" fmla="*/ 688886 h 1639089"/>
                <a:gd name="csX1559" fmla="*/ 49684 w 1217254"/>
                <a:gd name="csY1559" fmla="*/ 684109 h 1639089"/>
                <a:gd name="csX1560" fmla="*/ 45384 w 1217254"/>
                <a:gd name="csY1560" fmla="*/ 683153 h 1639089"/>
                <a:gd name="csX1561" fmla="*/ 44907 w 1217254"/>
                <a:gd name="csY1561" fmla="*/ 681720 h 1639089"/>
                <a:gd name="csX1562" fmla="*/ 50162 w 1217254"/>
                <a:gd name="csY1562" fmla="*/ 675032 h 1639089"/>
                <a:gd name="csX1563" fmla="*/ 54461 w 1217254"/>
                <a:gd name="csY1563" fmla="*/ 672165 h 1639089"/>
                <a:gd name="csX1564" fmla="*/ 53506 w 1217254"/>
                <a:gd name="csY1564" fmla="*/ 671210 h 1639089"/>
                <a:gd name="csX1565" fmla="*/ 47773 w 1217254"/>
                <a:gd name="csY1565" fmla="*/ 671210 h 1639089"/>
                <a:gd name="csX1566" fmla="*/ 43951 w 1217254"/>
                <a:gd name="csY1566" fmla="*/ 674554 h 1639089"/>
                <a:gd name="csX1567" fmla="*/ 41563 w 1217254"/>
                <a:gd name="csY1567" fmla="*/ 675510 h 1639089"/>
                <a:gd name="csX1568" fmla="*/ 36308 w 1217254"/>
                <a:gd name="csY1568" fmla="*/ 675510 h 1639089"/>
                <a:gd name="csX1569" fmla="*/ 30575 w 1217254"/>
                <a:gd name="csY1569" fmla="*/ 673599 h 1639089"/>
                <a:gd name="csX1570" fmla="*/ 28186 w 1217254"/>
                <a:gd name="csY1570" fmla="*/ 672165 h 1639089"/>
                <a:gd name="csX1571" fmla="*/ 25798 w 1217254"/>
                <a:gd name="csY1571" fmla="*/ 668344 h 1639089"/>
                <a:gd name="csX1572" fmla="*/ 22931 w 1217254"/>
                <a:gd name="csY1572" fmla="*/ 665955 h 1639089"/>
                <a:gd name="csX1573" fmla="*/ 14810 w 1217254"/>
                <a:gd name="csY1573" fmla="*/ 663089 h 1639089"/>
                <a:gd name="csX1574" fmla="*/ 12899 w 1217254"/>
                <a:gd name="csY1574" fmla="*/ 661178 h 1639089"/>
                <a:gd name="csX1575" fmla="*/ 11466 w 1217254"/>
                <a:gd name="csY1575" fmla="*/ 658311 h 1639089"/>
                <a:gd name="csX1576" fmla="*/ 4777 w 1217254"/>
                <a:gd name="csY1576" fmla="*/ 649712 h 1639089"/>
                <a:gd name="csX1577" fmla="*/ 478 w 1217254"/>
                <a:gd name="csY1577" fmla="*/ 643979 h 1639089"/>
                <a:gd name="csX1578" fmla="*/ 0 w 1217254"/>
                <a:gd name="csY1578" fmla="*/ 640157 h 1639089"/>
                <a:gd name="csX1579" fmla="*/ 4777 w 1217254"/>
                <a:gd name="csY1579" fmla="*/ 632514 h 1639089"/>
                <a:gd name="csX1580" fmla="*/ 4777 w 1217254"/>
                <a:gd name="csY1580" fmla="*/ 631081 h 1639089"/>
                <a:gd name="csX1581" fmla="*/ 2867 w 1217254"/>
                <a:gd name="csY1581" fmla="*/ 627737 h 1639089"/>
                <a:gd name="csX1582" fmla="*/ 1911 w 1217254"/>
                <a:gd name="csY1582" fmla="*/ 625348 h 1639089"/>
                <a:gd name="csX1583" fmla="*/ 2867 w 1217254"/>
                <a:gd name="csY1583" fmla="*/ 622004 h 1639089"/>
                <a:gd name="csX1584" fmla="*/ 6688 w 1217254"/>
                <a:gd name="csY1584" fmla="*/ 614360 h 1639089"/>
                <a:gd name="csX1585" fmla="*/ 8121 w 1217254"/>
                <a:gd name="csY1585" fmla="*/ 612449 h 1639089"/>
                <a:gd name="csX1586" fmla="*/ 15765 w 1217254"/>
                <a:gd name="csY1586" fmla="*/ 607672 h 1639089"/>
                <a:gd name="csX1587" fmla="*/ 22931 w 1217254"/>
                <a:gd name="csY1587" fmla="*/ 601461 h 1639089"/>
                <a:gd name="csX1588" fmla="*/ 25798 w 1217254"/>
                <a:gd name="csY1588" fmla="*/ 600028 h 1639089"/>
                <a:gd name="csX1589" fmla="*/ 28186 w 1217254"/>
                <a:gd name="csY1589" fmla="*/ 599550 h 1639089"/>
                <a:gd name="csX1590" fmla="*/ 37741 w 1217254"/>
                <a:gd name="csY1590" fmla="*/ 600028 h 1639089"/>
                <a:gd name="csX1591" fmla="*/ 41085 w 1217254"/>
                <a:gd name="csY1591" fmla="*/ 598595 h 1639089"/>
                <a:gd name="csX1592" fmla="*/ 43474 w 1217254"/>
                <a:gd name="csY1592" fmla="*/ 595251 h 1639089"/>
                <a:gd name="csX1593" fmla="*/ 47773 w 1217254"/>
                <a:gd name="csY1593" fmla="*/ 591907 h 1639089"/>
                <a:gd name="csX1594" fmla="*/ 56372 w 1217254"/>
                <a:gd name="csY1594" fmla="*/ 587130 h 1639089"/>
                <a:gd name="csX1595" fmla="*/ 75959 w 1217254"/>
                <a:gd name="csY1595" fmla="*/ 579486 h 1639089"/>
                <a:gd name="csX1596" fmla="*/ 76915 w 1217254"/>
                <a:gd name="csY1596" fmla="*/ 578530 h 1639089"/>
                <a:gd name="csX1597" fmla="*/ 77392 w 1217254"/>
                <a:gd name="csY1597" fmla="*/ 577097 h 1639089"/>
                <a:gd name="csX1598" fmla="*/ 75481 w 1217254"/>
                <a:gd name="csY1598" fmla="*/ 573275 h 1639089"/>
                <a:gd name="csX1599" fmla="*/ 75004 w 1217254"/>
                <a:gd name="csY1599" fmla="*/ 571364 h 1639089"/>
                <a:gd name="csX1600" fmla="*/ 78825 w 1217254"/>
                <a:gd name="csY1600" fmla="*/ 568020 h 1639089"/>
                <a:gd name="csX1601" fmla="*/ 87902 w 1217254"/>
                <a:gd name="csY1601" fmla="*/ 562288 h 1639089"/>
                <a:gd name="csX1602" fmla="*/ 94113 w 1217254"/>
                <a:gd name="csY1602" fmla="*/ 559899 h 1639089"/>
                <a:gd name="csX1603" fmla="*/ 97935 w 1217254"/>
                <a:gd name="csY1603" fmla="*/ 559421 h 1639089"/>
                <a:gd name="csX1604" fmla="*/ 101279 w 1217254"/>
                <a:gd name="csY1604" fmla="*/ 558466 h 1639089"/>
                <a:gd name="csX1605" fmla="*/ 105578 w 1217254"/>
                <a:gd name="csY1605" fmla="*/ 555122 h 1639089"/>
                <a:gd name="csX1606" fmla="*/ 108445 w 1217254"/>
                <a:gd name="csY1606" fmla="*/ 554166 h 1639089"/>
                <a:gd name="csX1607" fmla="*/ 123732 w 1217254"/>
                <a:gd name="csY1607" fmla="*/ 552733 h 1639089"/>
                <a:gd name="csX1608" fmla="*/ 130420 w 1217254"/>
                <a:gd name="csY1608" fmla="*/ 554644 h 1639089"/>
                <a:gd name="csX1609" fmla="*/ 133764 w 1217254"/>
                <a:gd name="csY1609" fmla="*/ 554644 h 1639089"/>
                <a:gd name="csX1610" fmla="*/ 135675 w 1217254"/>
                <a:gd name="csY1610" fmla="*/ 553689 h 1639089"/>
                <a:gd name="csX1611" fmla="*/ 138542 w 1217254"/>
                <a:gd name="csY1611" fmla="*/ 549389 h 1639089"/>
                <a:gd name="csX1612" fmla="*/ 143797 w 1217254"/>
                <a:gd name="csY1612" fmla="*/ 539357 h 1639089"/>
                <a:gd name="csX1613" fmla="*/ 146663 w 1217254"/>
                <a:gd name="csY1613" fmla="*/ 533146 h 1639089"/>
                <a:gd name="csX1614" fmla="*/ 149052 w 1217254"/>
                <a:gd name="csY1614" fmla="*/ 523592 h 1639089"/>
                <a:gd name="csX1615" fmla="*/ 152873 w 1217254"/>
                <a:gd name="csY1615" fmla="*/ 508304 h 1639089"/>
                <a:gd name="csX1616" fmla="*/ 155262 w 1217254"/>
                <a:gd name="csY1616" fmla="*/ 493495 h 1639089"/>
                <a:gd name="csX1617" fmla="*/ 156695 w 1217254"/>
                <a:gd name="csY1617" fmla="*/ 478685 h 1639089"/>
                <a:gd name="csX1618" fmla="*/ 158129 w 1217254"/>
                <a:gd name="csY1618" fmla="*/ 469608 h 1639089"/>
                <a:gd name="csX1619" fmla="*/ 159084 w 1217254"/>
                <a:gd name="csY1619" fmla="*/ 466264 h 1639089"/>
                <a:gd name="csX1620" fmla="*/ 162428 w 1217254"/>
                <a:gd name="csY1620" fmla="*/ 461964 h 1639089"/>
                <a:gd name="csX1621" fmla="*/ 165772 w 1217254"/>
                <a:gd name="csY1621" fmla="*/ 458620 h 1639089"/>
                <a:gd name="csX1622" fmla="*/ 171505 w 1217254"/>
                <a:gd name="csY1622" fmla="*/ 455754 h 1639089"/>
                <a:gd name="csX1623" fmla="*/ 170549 w 1217254"/>
                <a:gd name="csY1623" fmla="*/ 454321 h 1639089"/>
                <a:gd name="csX1624" fmla="*/ 168161 w 1217254"/>
                <a:gd name="csY1624" fmla="*/ 451932 h 1639089"/>
                <a:gd name="csX1625" fmla="*/ 166250 w 1217254"/>
                <a:gd name="csY1625" fmla="*/ 451454 h 1639089"/>
                <a:gd name="csX1626" fmla="*/ 163861 w 1217254"/>
                <a:gd name="csY1626" fmla="*/ 451932 h 1639089"/>
                <a:gd name="csX1627" fmla="*/ 160039 w 1217254"/>
                <a:gd name="csY1627" fmla="*/ 455276 h 1639089"/>
                <a:gd name="csX1628" fmla="*/ 155262 w 1217254"/>
                <a:gd name="csY1628" fmla="*/ 457665 h 1639089"/>
                <a:gd name="csX1629" fmla="*/ 150485 w 1217254"/>
                <a:gd name="csY1629" fmla="*/ 457187 h 1639089"/>
                <a:gd name="csX1630" fmla="*/ 147141 w 1217254"/>
                <a:gd name="csY1630" fmla="*/ 458143 h 1639089"/>
                <a:gd name="csX1631" fmla="*/ 144274 w 1217254"/>
                <a:gd name="csY1631" fmla="*/ 461009 h 1639089"/>
                <a:gd name="csX1632" fmla="*/ 139019 w 1217254"/>
                <a:gd name="csY1632" fmla="*/ 463875 h 1639089"/>
                <a:gd name="csX1633" fmla="*/ 135675 w 1217254"/>
                <a:gd name="csY1633" fmla="*/ 463398 h 1639089"/>
                <a:gd name="csX1634" fmla="*/ 129465 w 1217254"/>
                <a:gd name="csY1634" fmla="*/ 458620 h 1639089"/>
                <a:gd name="csX1635" fmla="*/ 126121 w 1217254"/>
                <a:gd name="csY1635" fmla="*/ 457665 h 1639089"/>
                <a:gd name="csX1636" fmla="*/ 118477 w 1217254"/>
                <a:gd name="csY1636" fmla="*/ 458143 h 1639089"/>
                <a:gd name="csX1637" fmla="*/ 116088 w 1217254"/>
                <a:gd name="csY1637" fmla="*/ 456709 h 1639089"/>
                <a:gd name="csX1638" fmla="*/ 114177 w 1217254"/>
                <a:gd name="csY1638" fmla="*/ 453365 h 1639089"/>
                <a:gd name="csX1639" fmla="*/ 112744 w 1217254"/>
                <a:gd name="csY1639" fmla="*/ 448588 h 1639089"/>
                <a:gd name="csX1640" fmla="*/ 111311 w 1217254"/>
                <a:gd name="csY1640" fmla="*/ 442855 h 1639089"/>
                <a:gd name="csX1641" fmla="*/ 111311 w 1217254"/>
                <a:gd name="csY1641" fmla="*/ 436645 h 1639089"/>
                <a:gd name="csX1642" fmla="*/ 114177 w 1217254"/>
                <a:gd name="csY1642" fmla="*/ 425179 h 1639089"/>
                <a:gd name="csX1643" fmla="*/ 115611 w 1217254"/>
                <a:gd name="csY1643" fmla="*/ 422313 h 1639089"/>
                <a:gd name="csX1644" fmla="*/ 123254 w 1217254"/>
                <a:gd name="csY1644" fmla="*/ 409414 h 1639089"/>
                <a:gd name="csX1645" fmla="*/ 128031 w 1217254"/>
                <a:gd name="csY1645" fmla="*/ 403204 h 1639089"/>
                <a:gd name="csX1646" fmla="*/ 132331 w 1217254"/>
                <a:gd name="csY1646" fmla="*/ 398904 h 1639089"/>
                <a:gd name="csX1647" fmla="*/ 135675 w 1217254"/>
                <a:gd name="csY1647" fmla="*/ 396038 h 1639089"/>
                <a:gd name="csX1648" fmla="*/ 139019 w 1217254"/>
                <a:gd name="csY1648" fmla="*/ 394605 h 1639089"/>
                <a:gd name="csX1649" fmla="*/ 142363 w 1217254"/>
                <a:gd name="csY1649" fmla="*/ 391738 h 1639089"/>
                <a:gd name="csX1650" fmla="*/ 148096 w 1217254"/>
                <a:gd name="csY1650" fmla="*/ 382661 h 1639089"/>
                <a:gd name="csX1651" fmla="*/ 153829 w 1217254"/>
                <a:gd name="csY1651" fmla="*/ 375018 h 1639089"/>
                <a:gd name="csX1652" fmla="*/ 160995 w 1217254"/>
                <a:gd name="csY1652" fmla="*/ 359730 h 1639089"/>
                <a:gd name="csX1653" fmla="*/ 164817 w 1217254"/>
                <a:gd name="csY1653" fmla="*/ 355908 h 1639089"/>
                <a:gd name="csX1654" fmla="*/ 177238 w 1217254"/>
                <a:gd name="csY1654" fmla="*/ 349220 h 1639089"/>
                <a:gd name="csX1655" fmla="*/ 180582 w 1217254"/>
                <a:gd name="csY1655" fmla="*/ 349220 h 1639089"/>
                <a:gd name="csX1656" fmla="*/ 182970 w 1217254"/>
                <a:gd name="csY1656" fmla="*/ 351131 h 1639089"/>
                <a:gd name="csX1657" fmla="*/ 185837 w 1217254"/>
                <a:gd name="csY1657" fmla="*/ 354475 h 1639089"/>
                <a:gd name="csX1658" fmla="*/ 193480 w 1217254"/>
                <a:gd name="csY1658" fmla="*/ 369285 h 1639089"/>
                <a:gd name="csX1659" fmla="*/ 193958 w 1217254"/>
                <a:gd name="csY1659" fmla="*/ 368807 h 1639089"/>
                <a:gd name="csX1660" fmla="*/ 193003 w 1217254"/>
                <a:gd name="csY1660" fmla="*/ 363074 h 1639089"/>
                <a:gd name="csX1661" fmla="*/ 190136 w 1217254"/>
                <a:gd name="csY1661" fmla="*/ 346354 h 1639089"/>
                <a:gd name="csX1662" fmla="*/ 190614 w 1217254"/>
                <a:gd name="csY1662" fmla="*/ 339188 h 1639089"/>
                <a:gd name="csX1663" fmla="*/ 194914 w 1217254"/>
                <a:gd name="csY1663" fmla="*/ 331544 h 1639089"/>
                <a:gd name="csX1664" fmla="*/ 196347 w 1217254"/>
                <a:gd name="csY1664" fmla="*/ 330111 h 1639089"/>
                <a:gd name="csX1665" fmla="*/ 201124 w 1217254"/>
                <a:gd name="csY1665" fmla="*/ 330589 h 1639089"/>
                <a:gd name="csX1666" fmla="*/ 208768 w 1217254"/>
                <a:gd name="csY1666" fmla="*/ 332977 h 1639089"/>
                <a:gd name="csX1667" fmla="*/ 213545 w 1217254"/>
                <a:gd name="csY1667" fmla="*/ 335844 h 1639089"/>
                <a:gd name="csX1668" fmla="*/ 217367 w 1217254"/>
                <a:gd name="csY1668" fmla="*/ 339666 h 1639089"/>
                <a:gd name="csX1669" fmla="*/ 221667 w 1217254"/>
                <a:gd name="csY1669" fmla="*/ 342532 h 1639089"/>
                <a:gd name="csX1670" fmla="*/ 224055 w 1217254"/>
                <a:gd name="csY1670" fmla="*/ 342054 h 1639089"/>
                <a:gd name="csX1671" fmla="*/ 225488 w 1217254"/>
                <a:gd name="csY1671" fmla="*/ 340143 h 1639089"/>
                <a:gd name="csX1672" fmla="*/ 227877 w 1217254"/>
                <a:gd name="csY1672" fmla="*/ 333933 h 1639089"/>
                <a:gd name="csX1673" fmla="*/ 231221 w 1217254"/>
                <a:gd name="csY1673" fmla="*/ 322945 h 1639089"/>
                <a:gd name="csX1674" fmla="*/ 232177 w 1217254"/>
                <a:gd name="csY1674" fmla="*/ 309091 h 1639089"/>
                <a:gd name="csX1675" fmla="*/ 231699 w 1217254"/>
                <a:gd name="csY1675" fmla="*/ 292370 h 1639089"/>
                <a:gd name="csX1676" fmla="*/ 230743 w 1217254"/>
                <a:gd name="csY1676" fmla="*/ 279949 h 1639089"/>
                <a:gd name="csX1677" fmla="*/ 229788 w 1217254"/>
                <a:gd name="csY1677" fmla="*/ 271828 h 1639089"/>
                <a:gd name="csX1678" fmla="*/ 230266 w 1217254"/>
                <a:gd name="csY1678" fmla="*/ 265140 h 1639089"/>
                <a:gd name="csX1679" fmla="*/ 234087 w 1217254"/>
                <a:gd name="csY1679" fmla="*/ 257496 h 1639089"/>
                <a:gd name="csX1680" fmla="*/ 237432 w 1217254"/>
                <a:gd name="csY1680" fmla="*/ 251286 h 1639089"/>
                <a:gd name="csX1681" fmla="*/ 245553 w 1217254"/>
                <a:gd name="csY1681" fmla="*/ 243164 h 1639089"/>
                <a:gd name="csX1682" fmla="*/ 252241 w 1217254"/>
                <a:gd name="csY1682" fmla="*/ 240776 h 1639089"/>
                <a:gd name="csX1683" fmla="*/ 256063 w 1217254"/>
                <a:gd name="csY1683" fmla="*/ 241253 h 1639089"/>
                <a:gd name="csX1684" fmla="*/ 261318 w 1217254"/>
                <a:gd name="csY1684" fmla="*/ 245553 h 1639089"/>
                <a:gd name="csX1685" fmla="*/ 268484 w 1217254"/>
                <a:gd name="csY1685" fmla="*/ 247942 h 1639089"/>
                <a:gd name="csX1686" fmla="*/ 274694 w 1217254"/>
                <a:gd name="csY1686" fmla="*/ 255108 h 1639089"/>
                <a:gd name="csX1687" fmla="*/ 285205 w 1217254"/>
                <a:gd name="csY1687" fmla="*/ 272306 h 1639089"/>
                <a:gd name="csX1688" fmla="*/ 292370 w 1217254"/>
                <a:gd name="csY1688" fmla="*/ 280905 h 1639089"/>
                <a:gd name="csX1689" fmla="*/ 298103 w 1217254"/>
                <a:gd name="csY1689" fmla="*/ 284727 h 1639089"/>
                <a:gd name="csX1690" fmla="*/ 303836 w 1217254"/>
                <a:gd name="csY1690" fmla="*/ 291415 h 1639089"/>
                <a:gd name="csX1691" fmla="*/ 311957 w 1217254"/>
                <a:gd name="csY1691" fmla="*/ 304791 h 1639089"/>
                <a:gd name="csX1692" fmla="*/ 316257 w 1217254"/>
                <a:gd name="csY1692" fmla="*/ 310524 h 1639089"/>
                <a:gd name="csX1693" fmla="*/ 319123 w 1217254"/>
                <a:gd name="csY1693" fmla="*/ 312435 h 1639089"/>
                <a:gd name="csX1694" fmla="*/ 321034 w 1217254"/>
                <a:gd name="csY1694" fmla="*/ 312913 h 1639089"/>
                <a:gd name="csX1695" fmla="*/ 320557 w 1217254"/>
                <a:gd name="csY1695" fmla="*/ 309091 h 1639089"/>
                <a:gd name="csX1696" fmla="*/ 316257 w 1217254"/>
                <a:gd name="csY1696" fmla="*/ 300970 h 1639089"/>
                <a:gd name="csX1697" fmla="*/ 310524 w 1217254"/>
                <a:gd name="csY1697" fmla="*/ 292370 h 1639089"/>
                <a:gd name="csX1698" fmla="*/ 296670 w 1217254"/>
                <a:gd name="csY1698" fmla="*/ 276128 h 1639089"/>
                <a:gd name="csX1699" fmla="*/ 289026 w 1217254"/>
                <a:gd name="csY1699" fmla="*/ 264662 h 1639089"/>
                <a:gd name="csX1700" fmla="*/ 282338 w 1217254"/>
                <a:gd name="csY1700" fmla="*/ 251286 h 1639089"/>
                <a:gd name="csX1701" fmla="*/ 277561 w 1217254"/>
                <a:gd name="csY1701" fmla="*/ 243164 h 1639089"/>
                <a:gd name="csX1702" fmla="*/ 268484 w 1217254"/>
                <a:gd name="csY1702" fmla="*/ 235043 h 1639089"/>
                <a:gd name="csX1703" fmla="*/ 268962 w 1217254"/>
                <a:gd name="csY1703" fmla="*/ 231699 h 1639089"/>
                <a:gd name="csX1704" fmla="*/ 279472 w 1217254"/>
                <a:gd name="csY1704" fmla="*/ 220711 h 1639089"/>
                <a:gd name="csX1705" fmla="*/ 299536 w 1217254"/>
                <a:gd name="csY1705" fmla="*/ 210679 h 1639089"/>
                <a:gd name="csX1706" fmla="*/ 321990 w 1217254"/>
                <a:gd name="csY1706" fmla="*/ 202557 h 1639089"/>
                <a:gd name="csX1707" fmla="*/ 329156 w 1217254"/>
                <a:gd name="csY1707" fmla="*/ 203513 h 1639089"/>
                <a:gd name="csX1708" fmla="*/ 342532 w 1217254"/>
                <a:gd name="csY1708" fmla="*/ 200169 h 1639089"/>
                <a:gd name="csX1709" fmla="*/ 343488 w 1217254"/>
                <a:gd name="csY1709" fmla="*/ 194914 h 1639089"/>
                <a:gd name="csX1710" fmla="*/ 346354 w 1217254"/>
                <a:gd name="csY1710" fmla="*/ 193003 h 1639089"/>
                <a:gd name="csX1711" fmla="*/ 358775 w 1217254"/>
                <a:gd name="csY1711" fmla="*/ 185837 h 1639089"/>
                <a:gd name="csX1712" fmla="*/ 362119 w 1217254"/>
                <a:gd name="csY1712" fmla="*/ 185837 h 1639089"/>
                <a:gd name="csX1713" fmla="*/ 367852 w 1217254"/>
                <a:gd name="csY1713" fmla="*/ 189181 h 1639089"/>
                <a:gd name="csX1714" fmla="*/ 373584 w 1217254"/>
                <a:gd name="csY1714" fmla="*/ 195391 h 1639089"/>
                <a:gd name="csX1715" fmla="*/ 375973 w 1217254"/>
                <a:gd name="csY1715" fmla="*/ 201124 h 1639089"/>
                <a:gd name="csX1716" fmla="*/ 379795 w 1217254"/>
                <a:gd name="csY1716" fmla="*/ 211156 h 1639089"/>
                <a:gd name="csX1717" fmla="*/ 381228 w 1217254"/>
                <a:gd name="csY1717" fmla="*/ 224533 h 1639089"/>
                <a:gd name="csX1718" fmla="*/ 381228 w 1217254"/>
                <a:gd name="csY1718" fmla="*/ 266573 h 1639089"/>
                <a:gd name="csX1719" fmla="*/ 381228 w 1217254"/>
                <a:gd name="csY1719" fmla="*/ 274217 h 1639089"/>
                <a:gd name="csX1720" fmla="*/ 382184 w 1217254"/>
                <a:gd name="csY1720" fmla="*/ 277083 h 1639089"/>
                <a:gd name="csX1721" fmla="*/ 384572 w 1217254"/>
                <a:gd name="csY1721" fmla="*/ 272784 h 1639089"/>
                <a:gd name="csX1722" fmla="*/ 387439 w 1217254"/>
                <a:gd name="csY1722" fmla="*/ 264662 h 1639089"/>
                <a:gd name="csX1723" fmla="*/ 390305 w 1217254"/>
                <a:gd name="csY1723" fmla="*/ 258452 h 1639089"/>
                <a:gd name="csX1724" fmla="*/ 392216 w 1217254"/>
                <a:gd name="csY1724" fmla="*/ 249375 h 1639089"/>
                <a:gd name="csX1725" fmla="*/ 393649 w 1217254"/>
                <a:gd name="csY1725" fmla="*/ 236954 h 1639089"/>
                <a:gd name="csX1726" fmla="*/ 394605 w 1217254"/>
                <a:gd name="csY1726" fmla="*/ 227877 h 1639089"/>
                <a:gd name="csX1727" fmla="*/ 390783 w 1217254"/>
                <a:gd name="csY1727" fmla="*/ 216889 h 1639089"/>
                <a:gd name="csX1728" fmla="*/ 390783 w 1217254"/>
                <a:gd name="csY1728" fmla="*/ 199213 h 1639089"/>
                <a:gd name="csX1729" fmla="*/ 392694 w 1217254"/>
                <a:gd name="csY1729" fmla="*/ 189659 h 1639089"/>
                <a:gd name="csX1730" fmla="*/ 397471 w 1217254"/>
                <a:gd name="csY1730" fmla="*/ 189659 h 1639089"/>
                <a:gd name="csX1731" fmla="*/ 417536 w 1217254"/>
                <a:gd name="csY1731" fmla="*/ 222622 h 1639089"/>
                <a:gd name="csX1732" fmla="*/ 425657 w 1217254"/>
                <a:gd name="csY1732" fmla="*/ 229310 h 1639089"/>
                <a:gd name="csX1733" fmla="*/ 434734 w 1217254"/>
                <a:gd name="csY1733" fmla="*/ 246508 h 1639089"/>
                <a:gd name="csX1734" fmla="*/ 445244 w 1217254"/>
                <a:gd name="csY1734" fmla="*/ 244597 h 1639089"/>
                <a:gd name="csX1735" fmla="*/ 455276 w 1217254"/>
                <a:gd name="csY1735" fmla="*/ 246508 h 1639089"/>
                <a:gd name="csX1736" fmla="*/ 459576 w 1217254"/>
                <a:gd name="csY1736" fmla="*/ 246031 h 1639089"/>
                <a:gd name="csX1737" fmla="*/ 461487 w 1217254"/>
                <a:gd name="csY1737" fmla="*/ 243164 h 1639089"/>
                <a:gd name="csX1738" fmla="*/ 458620 w 1217254"/>
                <a:gd name="csY1738" fmla="*/ 236476 h 1639089"/>
                <a:gd name="csX1739" fmla="*/ 444766 w 1217254"/>
                <a:gd name="csY1739" fmla="*/ 216889 h 1639089"/>
                <a:gd name="csX1740" fmla="*/ 438556 w 1217254"/>
                <a:gd name="csY1740" fmla="*/ 201124 h 1639089"/>
                <a:gd name="csX1741" fmla="*/ 433778 w 1217254"/>
                <a:gd name="csY1741" fmla="*/ 181537 h 1639089"/>
                <a:gd name="csX1742" fmla="*/ 432823 w 1217254"/>
                <a:gd name="csY1742" fmla="*/ 171027 h 1639089"/>
                <a:gd name="csX1743" fmla="*/ 436167 w 1217254"/>
                <a:gd name="csY1743" fmla="*/ 168639 h 1639089"/>
                <a:gd name="csX1744" fmla="*/ 451932 w 1217254"/>
                <a:gd name="csY1744" fmla="*/ 169116 h 1639089"/>
                <a:gd name="csX1745" fmla="*/ 474863 w 1217254"/>
                <a:gd name="csY1745" fmla="*/ 178193 h 1639089"/>
                <a:gd name="csX1746" fmla="*/ 504960 w 1217254"/>
                <a:gd name="csY1746" fmla="*/ 209723 h 1639089"/>
                <a:gd name="csX1747" fmla="*/ 519770 w 1217254"/>
                <a:gd name="csY1747" fmla="*/ 219756 h 1639089"/>
                <a:gd name="csX1748" fmla="*/ 546045 w 1217254"/>
                <a:gd name="csY1748" fmla="*/ 255108 h 1639089"/>
                <a:gd name="csX1749" fmla="*/ 553689 w 1217254"/>
                <a:gd name="csY1749" fmla="*/ 259885 h 1639089"/>
                <a:gd name="csX1750" fmla="*/ 557033 w 1217254"/>
                <a:gd name="csY1750" fmla="*/ 261318 h 1639089"/>
                <a:gd name="csX1751" fmla="*/ 559421 w 1217254"/>
                <a:gd name="csY1751" fmla="*/ 257018 h 1639089"/>
                <a:gd name="csX1752" fmla="*/ 560854 w 1217254"/>
                <a:gd name="csY1752" fmla="*/ 252241 h 1639089"/>
                <a:gd name="csX1753" fmla="*/ 560854 w 1217254"/>
                <a:gd name="csY1753" fmla="*/ 246031 h 1639089"/>
                <a:gd name="csX1754" fmla="*/ 559899 w 1217254"/>
                <a:gd name="csY1754" fmla="*/ 238387 h 1639089"/>
                <a:gd name="csX1755" fmla="*/ 558943 w 1217254"/>
                <a:gd name="csY1755" fmla="*/ 229310 h 1639089"/>
                <a:gd name="csX1756" fmla="*/ 558943 w 1217254"/>
                <a:gd name="csY1756" fmla="*/ 218800 h 1639089"/>
                <a:gd name="csX1757" fmla="*/ 560854 w 1217254"/>
                <a:gd name="csY1757" fmla="*/ 198258 h 1639089"/>
                <a:gd name="csX1758" fmla="*/ 564676 w 1217254"/>
                <a:gd name="csY1758" fmla="*/ 191092 h 1639089"/>
                <a:gd name="csX1759" fmla="*/ 566587 w 1217254"/>
                <a:gd name="csY1759" fmla="*/ 183448 h 1639089"/>
                <a:gd name="csX1760" fmla="*/ 565154 w 1217254"/>
                <a:gd name="csY1760" fmla="*/ 169116 h 1639089"/>
                <a:gd name="csX1761" fmla="*/ 559899 w 1217254"/>
                <a:gd name="csY1761" fmla="*/ 159084 h 1639089"/>
                <a:gd name="csX1762" fmla="*/ 540790 w 1217254"/>
                <a:gd name="csY1762" fmla="*/ 133287 h 1639089"/>
                <a:gd name="csX1763" fmla="*/ 540790 w 1217254"/>
                <a:gd name="csY1763" fmla="*/ 130420 h 1639089"/>
                <a:gd name="csX1764" fmla="*/ 544612 w 1217254"/>
                <a:gd name="csY1764" fmla="*/ 126598 h 1639089"/>
                <a:gd name="csX1765" fmla="*/ 550344 w 1217254"/>
                <a:gd name="csY1765" fmla="*/ 124687 h 1639089"/>
                <a:gd name="csX1766" fmla="*/ 598117 w 1217254"/>
                <a:gd name="csY1766" fmla="*/ 130898 h 1639089"/>
                <a:gd name="csX1767" fmla="*/ 606716 w 1217254"/>
                <a:gd name="csY1767" fmla="*/ 133287 h 1639089"/>
                <a:gd name="csX1768" fmla="*/ 610061 w 1217254"/>
                <a:gd name="csY1768" fmla="*/ 135675 h 1639089"/>
                <a:gd name="csX1769" fmla="*/ 611494 w 1217254"/>
                <a:gd name="csY1769" fmla="*/ 138542 h 1639089"/>
                <a:gd name="csX1770" fmla="*/ 613405 w 1217254"/>
                <a:gd name="csY1770" fmla="*/ 139975 h 1639089"/>
                <a:gd name="csX1771" fmla="*/ 623915 w 1217254"/>
                <a:gd name="csY1771" fmla="*/ 136153 h 1639089"/>
                <a:gd name="csX1772" fmla="*/ 623437 w 1217254"/>
                <a:gd name="csY1772" fmla="*/ 129942 h 1639089"/>
                <a:gd name="csX1773" fmla="*/ 622481 w 1217254"/>
                <a:gd name="csY1773" fmla="*/ 125643 h 1639089"/>
                <a:gd name="csX1774" fmla="*/ 566587 w 1217254"/>
                <a:gd name="csY1774" fmla="*/ 114177 h 1639089"/>
                <a:gd name="csX1775" fmla="*/ 556555 w 1217254"/>
                <a:gd name="csY1775" fmla="*/ 110356 h 1639089"/>
                <a:gd name="csX1776" fmla="*/ 550822 w 1217254"/>
                <a:gd name="csY1776" fmla="*/ 110356 h 1639089"/>
                <a:gd name="csX1777" fmla="*/ 545567 w 1217254"/>
                <a:gd name="csY1777" fmla="*/ 113222 h 1639089"/>
                <a:gd name="csX1778" fmla="*/ 534101 w 1217254"/>
                <a:gd name="csY1778" fmla="*/ 114655 h 1639089"/>
                <a:gd name="csX1779" fmla="*/ 528847 w 1217254"/>
                <a:gd name="csY1779" fmla="*/ 114177 h 1639089"/>
                <a:gd name="csX1780" fmla="*/ 522158 w 1217254"/>
                <a:gd name="csY1780" fmla="*/ 100323 h 1639089"/>
                <a:gd name="csX1781" fmla="*/ 528369 w 1217254"/>
                <a:gd name="csY1781" fmla="*/ 83603 h 1639089"/>
                <a:gd name="csX1782" fmla="*/ 533624 w 1217254"/>
                <a:gd name="csY1782" fmla="*/ 84080 h 1639089"/>
                <a:gd name="csX1783" fmla="*/ 543178 w 1217254"/>
                <a:gd name="csY1783" fmla="*/ 90291 h 1639089"/>
                <a:gd name="csX1784" fmla="*/ 549389 w 1217254"/>
                <a:gd name="csY1784" fmla="*/ 81214 h 1639089"/>
                <a:gd name="csX1785" fmla="*/ 558466 w 1217254"/>
                <a:gd name="csY1785" fmla="*/ 73570 h 1639089"/>
                <a:gd name="csX1786" fmla="*/ 567543 w 1217254"/>
                <a:gd name="csY1786" fmla="*/ 71182 h 1639089"/>
                <a:gd name="csX1787" fmla="*/ 587607 w 1217254"/>
                <a:gd name="csY1787" fmla="*/ 54461 h 1639089"/>
                <a:gd name="csX1788" fmla="*/ 590951 w 1217254"/>
                <a:gd name="csY1788" fmla="*/ 53028 h 1639089"/>
                <a:gd name="csX1789" fmla="*/ 595729 w 1217254"/>
                <a:gd name="csY1789" fmla="*/ 53983 h 1639089"/>
                <a:gd name="csX1790" fmla="*/ 606239 w 1217254"/>
                <a:gd name="csY1790" fmla="*/ 58283 h 1639089"/>
                <a:gd name="csX1791" fmla="*/ 610061 w 1217254"/>
                <a:gd name="csY1791" fmla="*/ 62105 h 1639089"/>
                <a:gd name="csX1792" fmla="*/ 614838 w 1217254"/>
                <a:gd name="csY1792" fmla="*/ 71182 h 1639089"/>
                <a:gd name="csX1793" fmla="*/ 617227 w 1217254"/>
                <a:gd name="csY1793" fmla="*/ 73570 h 1639089"/>
                <a:gd name="csX1794" fmla="*/ 620571 w 1217254"/>
                <a:gd name="csY1794" fmla="*/ 74048 h 1639089"/>
                <a:gd name="csX1795" fmla="*/ 624870 w 1217254"/>
                <a:gd name="csY1795" fmla="*/ 78348 h 1639089"/>
                <a:gd name="csX1796" fmla="*/ 631558 w 1217254"/>
                <a:gd name="csY1796" fmla="*/ 65449 h 1639089"/>
                <a:gd name="csX1797" fmla="*/ 637291 w 1217254"/>
                <a:gd name="csY1797" fmla="*/ 51595 h 1639089"/>
                <a:gd name="csX1798" fmla="*/ 643502 w 1217254"/>
                <a:gd name="csY1798" fmla="*/ 42518 h 1639089"/>
                <a:gd name="csX1799" fmla="*/ 653056 w 1217254"/>
                <a:gd name="csY1799" fmla="*/ 47773 h 1639089"/>
                <a:gd name="csX1800" fmla="*/ 658789 w 1217254"/>
                <a:gd name="csY1800" fmla="*/ 54461 h 1639089"/>
                <a:gd name="csX1801" fmla="*/ 664522 w 1217254"/>
                <a:gd name="csY1801" fmla="*/ 62583 h 1639089"/>
                <a:gd name="csX1802" fmla="*/ 672165 w 1217254"/>
                <a:gd name="csY1802" fmla="*/ 66882 h 1639089"/>
                <a:gd name="csX1803" fmla="*/ 685064 w 1217254"/>
                <a:gd name="csY1803" fmla="*/ 93635 h 1639089"/>
                <a:gd name="csX1804" fmla="*/ 687453 w 1217254"/>
                <a:gd name="csY1804" fmla="*/ 93635 h 1639089"/>
                <a:gd name="csX1805" fmla="*/ 688408 w 1217254"/>
                <a:gd name="csY1805" fmla="*/ 91246 h 1639089"/>
                <a:gd name="csX1806" fmla="*/ 689841 w 1217254"/>
                <a:gd name="csY1806" fmla="*/ 86469 h 1639089"/>
                <a:gd name="csX1807" fmla="*/ 690319 w 1217254"/>
                <a:gd name="csY1807" fmla="*/ 79303 h 1639089"/>
                <a:gd name="csX1808" fmla="*/ 691752 w 1217254"/>
                <a:gd name="csY1808" fmla="*/ 69271 h 1639089"/>
                <a:gd name="csX1809" fmla="*/ 690797 w 1217254"/>
                <a:gd name="csY1809" fmla="*/ 65449 h 1639089"/>
                <a:gd name="csX1810" fmla="*/ 679809 w 1217254"/>
                <a:gd name="csY1810" fmla="*/ 53983 h 1639089"/>
                <a:gd name="csX1811" fmla="*/ 677898 w 1217254"/>
                <a:gd name="csY1811" fmla="*/ 49684 h 1639089"/>
                <a:gd name="csX1812" fmla="*/ 675510 w 1217254"/>
                <a:gd name="csY1812" fmla="*/ 42518 h 1639089"/>
                <a:gd name="csX1813" fmla="*/ 675510 w 1217254"/>
                <a:gd name="csY1813" fmla="*/ 36307 h 1639089"/>
                <a:gd name="csX1814" fmla="*/ 677420 w 1217254"/>
                <a:gd name="csY1814" fmla="*/ 31530 h 1639089"/>
                <a:gd name="csX1815" fmla="*/ 679809 w 1217254"/>
                <a:gd name="csY1815" fmla="*/ 29619 h 1639089"/>
                <a:gd name="csX1816" fmla="*/ 686497 w 1217254"/>
                <a:gd name="csY1816" fmla="*/ 31530 h 1639089"/>
                <a:gd name="csX1817" fmla="*/ 688886 w 1217254"/>
                <a:gd name="csY1817" fmla="*/ 30097 h 1639089"/>
                <a:gd name="csX1818" fmla="*/ 691275 w 1217254"/>
                <a:gd name="csY1818" fmla="*/ 25797 h 1639089"/>
                <a:gd name="csX1819" fmla="*/ 693663 w 1217254"/>
                <a:gd name="csY1819" fmla="*/ 18154 h 1639089"/>
                <a:gd name="csX1820" fmla="*/ 696052 w 1217254"/>
                <a:gd name="csY1820" fmla="*/ 16243 h 1639089"/>
                <a:gd name="csX1821" fmla="*/ 700829 w 1217254"/>
                <a:gd name="csY1821" fmla="*/ 16243 h 1639089"/>
                <a:gd name="csX1822" fmla="*/ 707995 w 1217254"/>
                <a:gd name="csY1822" fmla="*/ 21020 h 1639089"/>
                <a:gd name="csX1823" fmla="*/ 714206 w 1217254"/>
                <a:gd name="csY1823" fmla="*/ 21498 h 1639089"/>
                <a:gd name="csX1824" fmla="*/ 716594 w 1217254"/>
                <a:gd name="csY1824" fmla="*/ 19109 h 1639089"/>
                <a:gd name="csX1825" fmla="*/ 716594 w 1217254"/>
                <a:gd name="csY1825" fmla="*/ 14332 h 1639089"/>
                <a:gd name="csX1826" fmla="*/ 717550 w 1217254"/>
                <a:gd name="csY1826" fmla="*/ 11466 h 1639089"/>
                <a:gd name="csX1827" fmla="*/ 718027 w 1217254"/>
                <a:gd name="csY1827" fmla="*/ 10032 h 1639089"/>
                <a:gd name="csX1828" fmla="*/ 740959 w 1217254"/>
                <a:gd name="csY1828" fmla="*/ 9555 h 1639089"/>
                <a:gd name="csX1829" fmla="*/ 746691 w 1217254"/>
                <a:gd name="csY1829" fmla="*/ 8599 h 1639089"/>
                <a:gd name="csX1830" fmla="*/ 750991 w 1217254"/>
                <a:gd name="csY1830" fmla="*/ 4777 h 1639089"/>
                <a:gd name="csX1831" fmla="*/ 756724 w 1217254"/>
                <a:gd name="csY1831" fmla="*/ 4300 h 1639089"/>
                <a:gd name="csX1832" fmla="*/ 761501 w 1217254"/>
                <a:gd name="csY1832" fmla="*/ 6688 h 1639089"/>
                <a:gd name="csX1833" fmla="*/ 767234 w 1217254"/>
                <a:gd name="csY1833" fmla="*/ 11466 h 1639089"/>
                <a:gd name="csX1834" fmla="*/ 772966 w 1217254"/>
                <a:gd name="csY1834" fmla="*/ 10988 h 1639089"/>
                <a:gd name="csX1835" fmla="*/ 781566 w 1217254"/>
                <a:gd name="csY1835" fmla="*/ 3344 h 1639089"/>
                <a:gd name="csX1836" fmla="*/ 789687 w 1217254"/>
                <a:gd name="csY1836" fmla="*/ 0 h 1639089"/>
                <a:gd name="csX1837" fmla="*/ 835071 w 1217254"/>
                <a:gd name="csY1837" fmla="*/ 955 h 1639089"/>
                <a:gd name="csX1838" fmla="*/ 849881 w 1217254"/>
                <a:gd name="csY1838" fmla="*/ 5255 h 1639089"/>
                <a:gd name="csX1839" fmla="*/ 868990 w 1217254"/>
                <a:gd name="csY1839" fmla="*/ 15287 h 1639089"/>
                <a:gd name="csX1840" fmla="*/ 879022 w 1217254"/>
                <a:gd name="csY1840" fmla="*/ 26275 h 1639089"/>
                <a:gd name="csX1841" fmla="*/ 881411 w 1217254"/>
                <a:gd name="csY1841" fmla="*/ 25797 h 1639089"/>
                <a:gd name="csX1842" fmla="*/ 894787 w 1217254"/>
                <a:gd name="csY1842" fmla="*/ 30097 h 1639089"/>
                <a:gd name="csX1843" fmla="*/ 907686 w 1217254"/>
                <a:gd name="csY1843" fmla="*/ 35352 h 1639089"/>
                <a:gd name="csX1844" fmla="*/ 929662 w 1217254"/>
                <a:gd name="csY1844" fmla="*/ 49206 h 1639089"/>
                <a:gd name="csX1845" fmla="*/ 932528 w 1217254"/>
                <a:gd name="csY1845" fmla="*/ 53506 h 1639089"/>
                <a:gd name="csX1846" fmla="*/ 930139 w 1217254"/>
                <a:gd name="csY1846" fmla="*/ 57328 h 1639089"/>
                <a:gd name="csX1847" fmla="*/ 924884 w 1217254"/>
                <a:gd name="csY1847" fmla="*/ 59716 h 1639089"/>
                <a:gd name="csX1848" fmla="*/ 897176 w 1217254"/>
                <a:gd name="csY1848" fmla="*/ 64016 h 1639089"/>
                <a:gd name="csX1849" fmla="*/ 847492 w 1217254"/>
                <a:gd name="csY1849" fmla="*/ 69749 h 1639089"/>
                <a:gd name="csX1850" fmla="*/ 818828 w 1217254"/>
                <a:gd name="csY1850" fmla="*/ 79781 h 1639089"/>
                <a:gd name="csX1851" fmla="*/ 809751 w 1217254"/>
                <a:gd name="csY1851" fmla="*/ 80259 h 1639089"/>
                <a:gd name="csX1852" fmla="*/ 808796 w 1217254"/>
                <a:gd name="csY1852" fmla="*/ 95546 h 1639089"/>
                <a:gd name="csX1853" fmla="*/ 812618 w 1217254"/>
                <a:gd name="csY1853" fmla="*/ 96501 h 1639089"/>
                <a:gd name="csX1854" fmla="*/ 818828 w 1217254"/>
                <a:gd name="csY1854" fmla="*/ 94590 h 1639089"/>
                <a:gd name="csX1855" fmla="*/ 841282 w 1217254"/>
                <a:gd name="csY1855" fmla="*/ 79303 h 1639089"/>
                <a:gd name="csX1856" fmla="*/ 849881 w 1217254"/>
                <a:gd name="csY1856" fmla="*/ 76914 h 1639089"/>
                <a:gd name="csX1857" fmla="*/ 865646 w 1217254"/>
                <a:gd name="csY1857" fmla="*/ 77870 h 1639089"/>
                <a:gd name="csX1858" fmla="*/ 885711 w 1217254"/>
                <a:gd name="csY1858" fmla="*/ 83603 h 1639089"/>
                <a:gd name="csX1859" fmla="*/ 893832 w 1217254"/>
                <a:gd name="csY1859" fmla="*/ 81692 h 1639089"/>
                <a:gd name="csX1860" fmla="*/ 908641 w 1217254"/>
                <a:gd name="csY1860" fmla="*/ 83125 h 1639089"/>
                <a:gd name="csX1861" fmla="*/ 925840 w 1217254"/>
                <a:gd name="csY1861" fmla="*/ 78825 h 1639089"/>
                <a:gd name="csX1862" fmla="*/ 945904 w 1217254"/>
                <a:gd name="csY1862" fmla="*/ 69271 h 1639089"/>
                <a:gd name="csX1863" fmla="*/ 951159 w 1217254"/>
                <a:gd name="csY1863" fmla="*/ 90769 h 1639089"/>
                <a:gd name="csX1864" fmla="*/ 958803 w 1217254"/>
                <a:gd name="csY1864" fmla="*/ 111311 h 1639089"/>
                <a:gd name="csX1865" fmla="*/ 964536 w 1217254"/>
                <a:gd name="csY1865" fmla="*/ 109400 h 1639089"/>
                <a:gd name="csX1866" fmla="*/ 969791 w 1217254"/>
                <a:gd name="csY1866" fmla="*/ 110356 h 1639089"/>
                <a:gd name="csX1867" fmla="*/ 971224 w 1217254"/>
                <a:gd name="csY1867" fmla="*/ 117044 h 1639089"/>
                <a:gd name="csX1868" fmla="*/ 974090 w 1217254"/>
                <a:gd name="csY1868" fmla="*/ 119910 h 1639089"/>
                <a:gd name="csX1869" fmla="*/ 979823 w 1217254"/>
                <a:gd name="csY1869" fmla="*/ 118477 h 1639089"/>
                <a:gd name="csX1870" fmla="*/ 997499 w 1217254"/>
                <a:gd name="csY1870" fmla="*/ 124210 h 1639089"/>
                <a:gd name="csX1871" fmla="*/ 1009442 w 1217254"/>
                <a:gd name="csY1871" fmla="*/ 134720 h 1639089"/>
                <a:gd name="csX1872" fmla="*/ 1013742 w 1217254"/>
                <a:gd name="csY1872" fmla="*/ 139497 h 1639089"/>
                <a:gd name="csX1873" fmla="*/ 1016131 w 1217254"/>
                <a:gd name="csY1873" fmla="*/ 146663 h 1639089"/>
                <a:gd name="csX1874" fmla="*/ 1017086 w 1217254"/>
                <a:gd name="csY1874" fmla="*/ 151918 h 1639089"/>
                <a:gd name="csX1875" fmla="*/ 1015175 w 1217254"/>
                <a:gd name="csY1875" fmla="*/ 158606 h 1639089"/>
                <a:gd name="csX1876" fmla="*/ 1008009 w 1217254"/>
                <a:gd name="csY1876" fmla="*/ 170549 h 1639089"/>
                <a:gd name="csX1877" fmla="*/ 998455 w 1217254"/>
                <a:gd name="csY1877" fmla="*/ 181537 h 1639089"/>
                <a:gd name="csX1878" fmla="*/ 985556 w 1217254"/>
                <a:gd name="csY1878" fmla="*/ 189659 h 1639089"/>
                <a:gd name="csX1879" fmla="*/ 970746 w 1217254"/>
                <a:gd name="csY1879" fmla="*/ 194914 h 1639089"/>
                <a:gd name="csX1880" fmla="*/ 857524 w 1217254"/>
                <a:gd name="csY1880" fmla="*/ 211634 h 1639089"/>
                <a:gd name="csX1881" fmla="*/ 853703 w 1217254"/>
                <a:gd name="csY1881" fmla="*/ 215456 h 1639089"/>
                <a:gd name="csX1882" fmla="*/ 851314 w 1217254"/>
                <a:gd name="csY1882" fmla="*/ 225966 h 1639089"/>
                <a:gd name="csX1883" fmla="*/ 852747 w 1217254"/>
                <a:gd name="csY1883" fmla="*/ 238865 h 1639089"/>
                <a:gd name="csX1884" fmla="*/ 858002 w 1217254"/>
                <a:gd name="csY1884" fmla="*/ 240776 h 1639089"/>
                <a:gd name="csX1885" fmla="*/ 870423 w 1217254"/>
                <a:gd name="csY1885" fmla="*/ 233610 h 1639089"/>
                <a:gd name="csX1886" fmla="*/ 891921 w 1217254"/>
                <a:gd name="csY1886" fmla="*/ 226444 h 1639089"/>
                <a:gd name="csX1887" fmla="*/ 907686 w 1217254"/>
                <a:gd name="csY1887" fmla="*/ 226921 h 1639089"/>
                <a:gd name="csX1888" fmla="*/ 945427 w 1217254"/>
                <a:gd name="csY1888" fmla="*/ 232654 h 1639089"/>
                <a:gd name="csX1889" fmla="*/ 956414 w 1217254"/>
                <a:gd name="csY1889" fmla="*/ 247942 h 1639089"/>
                <a:gd name="csX1890" fmla="*/ 962147 w 1217254"/>
                <a:gd name="csY1890" fmla="*/ 271350 h 1639089"/>
                <a:gd name="csX1891" fmla="*/ 975046 w 1217254"/>
                <a:gd name="csY1891" fmla="*/ 266095 h 1639089"/>
                <a:gd name="csX1892" fmla="*/ 977912 w 1217254"/>
                <a:gd name="csY1892" fmla="*/ 262274 h 1639089"/>
                <a:gd name="csX1893" fmla="*/ 980301 w 1217254"/>
                <a:gd name="csY1893" fmla="*/ 255108 h 1639089"/>
                <a:gd name="csX1894" fmla="*/ 981734 w 1217254"/>
                <a:gd name="csY1894" fmla="*/ 247942 h 1639089"/>
                <a:gd name="csX1895" fmla="*/ 983167 w 1217254"/>
                <a:gd name="csY1895" fmla="*/ 239820 h 1639089"/>
                <a:gd name="csX1896" fmla="*/ 984123 w 1217254"/>
                <a:gd name="csY1896" fmla="*/ 234087 h 1639089"/>
                <a:gd name="csX1897" fmla="*/ 986034 w 1217254"/>
                <a:gd name="csY1897" fmla="*/ 231221 h 1639089"/>
                <a:gd name="csX1898" fmla="*/ 988900 w 1217254"/>
                <a:gd name="csY1898" fmla="*/ 228832 h 1639089"/>
                <a:gd name="csX1899" fmla="*/ 996544 w 1217254"/>
                <a:gd name="csY1899" fmla="*/ 225966 h 1639089"/>
                <a:gd name="csX1900" fmla="*/ 1016131 w 1217254"/>
                <a:gd name="csY1900" fmla="*/ 223100 h 1639089"/>
                <a:gd name="csX1901" fmla="*/ 1020908 w 1217254"/>
                <a:gd name="csY1901" fmla="*/ 224055 h 1639089"/>
                <a:gd name="csX1902" fmla="*/ 1024252 w 1217254"/>
                <a:gd name="csY1902" fmla="*/ 235043 h 1639089"/>
                <a:gd name="csX1903" fmla="*/ 1025208 w 1217254"/>
                <a:gd name="csY1903" fmla="*/ 241731 h 1639089"/>
                <a:gd name="csX1904" fmla="*/ 1025208 w 1217254"/>
                <a:gd name="csY1904" fmla="*/ 249853 h 1639089"/>
                <a:gd name="csX1905" fmla="*/ 1025208 w 1217254"/>
                <a:gd name="csY1905" fmla="*/ 259885 h 1639089"/>
                <a:gd name="csX1906" fmla="*/ 1024730 w 1217254"/>
                <a:gd name="csY1906" fmla="*/ 271828 h 1639089"/>
                <a:gd name="csX1907" fmla="*/ 1022819 w 1217254"/>
                <a:gd name="csY1907" fmla="*/ 283771 h 1639089"/>
                <a:gd name="csX1908" fmla="*/ 1017564 w 1217254"/>
                <a:gd name="csY1908" fmla="*/ 303836 h 1639089"/>
                <a:gd name="csX1909" fmla="*/ 1013264 w 1217254"/>
                <a:gd name="csY1909" fmla="*/ 314824 h 1639089"/>
                <a:gd name="csX1910" fmla="*/ 1008487 w 1217254"/>
                <a:gd name="csY1910" fmla="*/ 322467 h 1639089"/>
                <a:gd name="csX1911" fmla="*/ 999410 w 1217254"/>
                <a:gd name="csY1911" fmla="*/ 340143 h 1639089"/>
                <a:gd name="csX1912" fmla="*/ 996544 w 1217254"/>
                <a:gd name="csY1912" fmla="*/ 344921 h 1639089"/>
                <a:gd name="csX1913" fmla="*/ 986511 w 1217254"/>
                <a:gd name="csY1913" fmla="*/ 364508 h 1639089"/>
                <a:gd name="csX1914" fmla="*/ 984123 w 1217254"/>
                <a:gd name="csY1914" fmla="*/ 373584 h 1639089"/>
                <a:gd name="csX1915" fmla="*/ 983645 w 1217254"/>
                <a:gd name="csY1915" fmla="*/ 380273 h 1639089"/>
                <a:gd name="csX1916" fmla="*/ 985556 w 1217254"/>
                <a:gd name="csY1916" fmla="*/ 381706 h 1639089"/>
                <a:gd name="csX1917" fmla="*/ 988422 w 1217254"/>
                <a:gd name="csY1917" fmla="*/ 375495 h 1639089"/>
                <a:gd name="csX1918" fmla="*/ 989378 w 1217254"/>
                <a:gd name="csY1918" fmla="*/ 370718 h 1639089"/>
                <a:gd name="csX1919" fmla="*/ 991289 w 1217254"/>
                <a:gd name="csY1919" fmla="*/ 366418 h 1639089"/>
                <a:gd name="csX1920" fmla="*/ 1006098 w 1217254"/>
                <a:gd name="csY1920" fmla="*/ 353520 h 1639089"/>
                <a:gd name="csX1921" fmla="*/ 1008965 w 1217254"/>
                <a:gd name="csY1921" fmla="*/ 350176 h 1639089"/>
                <a:gd name="csX1922" fmla="*/ 1018519 w 1217254"/>
                <a:gd name="csY1922" fmla="*/ 335366 h 1639089"/>
                <a:gd name="csX1923" fmla="*/ 1024730 w 1217254"/>
                <a:gd name="csY1923" fmla="*/ 329633 h 1639089"/>
                <a:gd name="csX1924" fmla="*/ 1029985 w 1217254"/>
                <a:gd name="csY1924" fmla="*/ 323423 h 1639089"/>
                <a:gd name="csX1925" fmla="*/ 1032373 w 1217254"/>
                <a:gd name="csY1925" fmla="*/ 319123 h 1639089"/>
                <a:gd name="csX1926" fmla="*/ 1047183 w 1217254"/>
                <a:gd name="csY1926" fmla="*/ 288549 h 1639089"/>
                <a:gd name="csX1927" fmla="*/ 1054827 w 1217254"/>
                <a:gd name="csY1927" fmla="*/ 278994 h 1639089"/>
                <a:gd name="csX1928" fmla="*/ 1062948 w 1217254"/>
                <a:gd name="csY1928" fmla="*/ 278994 h 1639089"/>
                <a:gd name="csX1929" fmla="*/ 1064381 w 1217254"/>
                <a:gd name="csY1929" fmla="*/ 294759 h 1639089"/>
                <a:gd name="csX1930" fmla="*/ 1073936 w 1217254"/>
                <a:gd name="csY1930" fmla="*/ 297148 h 1639089"/>
                <a:gd name="csX1931" fmla="*/ 1078235 w 1217254"/>
                <a:gd name="csY1931" fmla="*/ 296670 h 1639089"/>
                <a:gd name="csX1932" fmla="*/ 1084924 w 1217254"/>
                <a:gd name="csY1932" fmla="*/ 300492 h 1639089"/>
                <a:gd name="csX1933" fmla="*/ 1087790 w 1217254"/>
                <a:gd name="csY1933" fmla="*/ 303358 h 1639089"/>
                <a:gd name="csX1934" fmla="*/ 1092567 w 1217254"/>
                <a:gd name="csY1934" fmla="*/ 305269 h 1639089"/>
                <a:gd name="csX1935" fmla="*/ 1097822 w 1217254"/>
                <a:gd name="csY1935" fmla="*/ 308613 h 1639089"/>
                <a:gd name="csX1936" fmla="*/ 1102600 w 1217254"/>
                <a:gd name="csY1936" fmla="*/ 304791 h 1639089"/>
                <a:gd name="csX1937" fmla="*/ 1103555 w 1217254"/>
                <a:gd name="csY1937" fmla="*/ 302403 h 1639089"/>
                <a:gd name="csX1938" fmla="*/ 1108332 w 1217254"/>
                <a:gd name="csY1938" fmla="*/ 290937 h 1639089"/>
                <a:gd name="csX1939" fmla="*/ 1114065 w 1217254"/>
                <a:gd name="csY1939" fmla="*/ 280427 h 1639089"/>
                <a:gd name="csX1940" fmla="*/ 1119798 w 1217254"/>
                <a:gd name="csY1940" fmla="*/ 267529 h 1639089"/>
                <a:gd name="csX1941" fmla="*/ 1121231 w 1217254"/>
                <a:gd name="csY1941" fmla="*/ 264662 h 1639089"/>
                <a:gd name="csX1942" fmla="*/ 1124097 w 1217254"/>
                <a:gd name="csY1942" fmla="*/ 261796 h 1639089"/>
                <a:gd name="csX1943" fmla="*/ 1127442 w 1217254"/>
                <a:gd name="csY1943" fmla="*/ 260363 h 1639089"/>
                <a:gd name="csX1944" fmla="*/ 1135563 w 1217254"/>
                <a:gd name="csY1944" fmla="*/ 254630 h 1639089"/>
                <a:gd name="csX1945" fmla="*/ 1137474 w 1217254"/>
                <a:gd name="csY1945" fmla="*/ 254152 h 1639089"/>
                <a:gd name="csX1946" fmla="*/ 1142251 w 1217254"/>
                <a:gd name="csY1946" fmla="*/ 256063 h 1639089"/>
                <a:gd name="csX1947" fmla="*/ 1161360 w 1217254"/>
                <a:gd name="csY1947" fmla="*/ 257018 h 1639089"/>
                <a:gd name="csX1948" fmla="*/ 1172348 w 1217254"/>
                <a:gd name="csY1948" fmla="*/ 259885 h 1639089"/>
                <a:gd name="csX1949" fmla="*/ 1187158 w 1217254"/>
                <a:gd name="csY1949" fmla="*/ 268962 h 1639089"/>
                <a:gd name="csX1950" fmla="*/ 1197190 w 1217254"/>
                <a:gd name="csY1950" fmla="*/ 273739 h 1639089"/>
                <a:gd name="csX1951" fmla="*/ 1202445 w 1217254"/>
                <a:gd name="csY1951" fmla="*/ 278039 h 1639089"/>
                <a:gd name="csX1952" fmla="*/ 1209133 w 1217254"/>
                <a:gd name="csY1952" fmla="*/ 286638 h 1639089"/>
                <a:gd name="csX1953" fmla="*/ 1214866 w 1217254"/>
                <a:gd name="csY1953" fmla="*/ 296192 h 1639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</a:cxnLst>
              <a:rect l="l" t="t" r="r" b="b"/>
              <a:pathLst>
                <a:path w="1217254" h="1639089">
                  <a:moveTo>
                    <a:pt x="1214866" y="296192"/>
                  </a:moveTo>
                  <a:lnTo>
                    <a:pt x="1217255" y="298581"/>
                  </a:lnTo>
                  <a:lnTo>
                    <a:pt x="1217255" y="301447"/>
                  </a:lnTo>
                  <a:lnTo>
                    <a:pt x="1215344" y="305747"/>
                  </a:lnTo>
                  <a:lnTo>
                    <a:pt x="1201490" y="319601"/>
                  </a:lnTo>
                  <a:lnTo>
                    <a:pt x="1196712" y="328678"/>
                  </a:lnTo>
                  <a:lnTo>
                    <a:pt x="1183814" y="345876"/>
                  </a:lnTo>
                  <a:lnTo>
                    <a:pt x="1177125" y="351609"/>
                  </a:lnTo>
                  <a:lnTo>
                    <a:pt x="1170437" y="353998"/>
                  </a:lnTo>
                  <a:lnTo>
                    <a:pt x="1162316" y="354475"/>
                  </a:lnTo>
                  <a:lnTo>
                    <a:pt x="1157538" y="356864"/>
                  </a:lnTo>
                  <a:lnTo>
                    <a:pt x="1156583" y="359253"/>
                  </a:lnTo>
                  <a:lnTo>
                    <a:pt x="1160405" y="366418"/>
                  </a:lnTo>
                  <a:lnTo>
                    <a:pt x="1161838" y="371196"/>
                  </a:lnTo>
                  <a:lnTo>
                    <a:pt x="1161838" y="375495"/>
                  </a:lnTo>
                  <a:lnTo>
                    <a:pt x="1158016" y="381706"/>
                  </a:lnTo>
                  <a:lnTo>
                    <a:pt x="1156583" y="383139"/>
                  </a:lnTo>
                  <a:lnTo>
                    <a:pt x="1142729" y="387916"/>
                  </a:lnTo>
                  <a:lnTo>
                    <a:pt x="1135563" y="396038"/>
                  </a:lnTo>
                  <a:lnTo>
                    <a:pt x="1126964" y="396993"/>
                  </a:lnTo>
                  <a:lnTo>
                    <a:pt x="1120276" y="396038"/>
                  </a:lnTo>
                  <a:lnTo>
                    <a:pt x="1111676" y="404637"/>
                  </a:lnTo>
                  <a:lnTo>
                    <a:pt x="1115021" y="411325"/>
                  </a:lnTo>
                  <a:lnTo>
                    <a:pt x="1118365" y="414669"/>
                  </a:lnTo>
                  <a:lnTo>
                    <a:pt x="1127919" y="420880"/>
                  </a:lnTo>
                  <a:lnTo>
                    <a:pt x="1127919" y="424224"/>
                  </a:lnTo>
                  <a:lnTo>
                    <a:pt x="1123620" y="431390"/>
                  </a:lnTo>
                  <a:lnTo>
                    <a:pt x="1116931" y="439511"/>
                  </a:lnTo>
                  <a:lnTo>
                    <a:pt x="1109288" y="445244"/>
                  </a:lnTo>
                  <a:lnTo>
                    <a:pt x="1106422" y="446199"/>
                  </a:lnTo>
                  <a:lnTo>
                    <a:pt x="1103077" y="444766"/>
                  </a:lnTo>
                  <a:lnTo>
                    <a:pt x="1099733" y="445244"/>
                  </a:lnTo>
                  <a:lnTo>
                    <a:pt x="1092567" y="447632"/>
                  </a:lnTo>
                  <a:lnTo>
                    <a:pt x="1085879" y="448110"/>
                  </a:lnTo>
                  <a:lnTo>
                    <a:pt x="1073458" y="444288"/>
                  </a:lnTo>
                  <a:lnTo>
                    <a:pt x="1066770" y="439989"/>
                  </a:lnTo>
                  <a:lnTo>
                    <a:pt x="1062948" y="438556"/>
                  </a:lnTo>
                  <a:lnTo>
                    <a:pt x="1058649" y="439033"/>
                  </a:lnTo>
                  <a:lnTo>
                    <a:pt x="1057215" y="440944"/>
                  </a:lnTo>
                  <a:lnTo>
                    <a:pt x="1050049" y="450977"/>
                  </a:lnTo>
                  <a:lnTo>
                    <a:pt x="1046705" y="458143"/>
                  </a:lnTo>
                  <a:lnTo>
                    <a:pt x="1044317" y="465309"/>
                  </a:lnTo>
                  <a:lnTo>
                    <a:pt x="1043361" y="472952"/>
                  </a:lnTo>
                  <a:lnTo>
                    <a:pt x="1043839" y="481074"/>
                  </a:lnTo>
                  <a:lnTo>
                    <a:pt x="1044794" y="486806"/>
                  </a:lnTo>
                  <a:lnTo>
                    <a:pt x="1046227" y="489673"/>
                  </a:lnTo>
                  <a:lnTo>
                    <a:pt x="1047661" y="491584"/>
                  </a:lnTo>
                  <a:lnTo>
                    <a:pt x="1050527" y="492539"/>
                  </a:lnTo>
                  <a:lnTo>
                    <a:pt x="1056738" y="491584"/>
                  </a:lnTo>
                  <a:lnTo>
                    <a:pt x="1059604" y="492061"/>
                  </a:lnTo>
                  <a:lnTo>
                    <a:pt x="1060082" y="493972"/>
                  </a:lnTo>
                  <a:lnTo>
                    <a:pt x="1061515" y="499227"/>
                  </a:lnTo>
                  <a:lnTo>
                    <a:pt x="1061515" y="504005"/>
                  </a:lnTo>
                  <a:lnTo>
                    <a:pt x="1060082" y="510693"/>
                  </a:lnTo>
                  <a:lnTo>
                    <a:pt x="1059126" y="518814"/>
                  </a:lnTo>
                  <a:lnTo>
                    <a:pt x="1058649" y="527413"/>
                  </a:lnTo>
                  <a:lnTo>
                    <a:pt x="1059126" y="532668"/>
                  </a:lnTo>
                  <a:lnTo>
                    <a:pt x="1061515" y="533624"/>
                  </a:lnTo>
                  <a:lnTo>
                    <a:pt x="1062948" y="533146"/>
                  </a:lnTo>
                  <a:lnTo>
                    <a:pt x="1064381" y="535057"/>
                  </a:lnTo>
                  <a:lnTo>
                    <a:pt x="1065815" y="538401"/>
                  </a:lnTo>
                  <a:lnTo>
                    <a:pt x="1066770" y="542223"/>
                  </a:lnTo>
                  <a:lnTo>
                    <a:pt x="1067725" y="546045"/>
                  </a:lnTo>
                  <a:lnTo>
                    <a:pt x="1067248" y="549389"/>
                  </a:lnTo>
                  <a:lnTo>
                    <a:pt x="1065815" y="551778"/>
                  </a:lnTo>
                  <a:lnTo>
                    <a:pt x="1061993" y="554644"/>
                  </a:lnTo>
                  <a:lnTo>
                    <a:pt x="1052916" y="559899"/>
                  </a:lnTo>
                  <a:lnTo>
                    <a:pt x="1051960" y="561810"/>
                  </a:lnTo>
                  <a:lnTo>
                    <a:pt x="1051483" y="565154"/>
                  </a:lnTo>
                  <a:lnTo>
                    <a:pt x="1050527" y="570409"/>
                  </a:lnTo>
                  <a:lnTo>
                    <a:pt x="1049572" y="574709"/>
                  </a:lnTo>
                  <a:lnTo>
                    <a:pt x="1048139" y="579008"/>
                  </a:lnTo>
                  <a:lnTo>
                    <a:pt x="1046227" y="581397"/>
                  </a:lnTo>
                  <a:lnTo>
                    <a:pt x="1043361" y="582352"/>
                  </a:lnTo>
                  <a:lnTo>
                    <a:pt x="1039539" y="582352"/>
                  </a:lnTo>
                  <a:lnTo>
                    <a:pt x="1035240" y="584741"/>
                  </a:lnTo>
                  <a:lnTo>
                    <a:pt x="1024730" y="598117"/>
                  </a:lnTo>
                  <a:lnTo>
                    <a:pt x="1024730" y="600028"/>
                  </a:lnTo>
                  <a:lnTo>
                    <a:pt x="1028551" y="604328"/>
                  </a:lnTo>
                  <a:lnTo>
                    <a:pt x="1028551" y="607672"/>
                  </a:lnTo>
                  <a:lnTo>
                    <a:pt x="1023774" y="623915"/>
                  </a:lnTo>
                  <a:lnTo>
                    <a:pt x="1022341" y="631558"/>
                  </a:lnTo>
                  <a:lnTo>
                    <a:pt x="1021385" y="642068"/>
                  </a:lnTo>
                  <a:lnTo>
                    <a:pt x="1019475" y="651145"/>
                  </a:lnTo>
                  <a:lnTo>
                    <a:pt x="1017564" y="658311"/>
                  </a:lnTo>
                  <a:lnTo>
                    <a:pt x="1015175" y="666433"/>
                  </a:lnTo>
                  <a:lnTo>
                    <a:pt x="1012786" y="675510"/>
                  </a:lnTo>
                  <a:lnTo>
                    <a:pt x="1013264" y="682675"/>
                  </a:lnTo>
                  <a:lnTo>
                    <a:pt x="1016131" y="687453"/>
                  </a:lnTo>
                  <a:lnTo>
                    <a:pt x="1019952" y="683631"/>
                  </a:lnTo>
                  <a:lnTo>
                    <a:pt x="1024730" y="670732"/>
                  </a:lnTo>
                  <a:lnTo>
                    <a:pt x="1030462" y="665477"/>
                  </a:lnTo>
                  <a:lnTo>
                    <a:pt x="1036195" y="666910"/>
                  </a:lnTo>
                  <a:lnTo>
                    <a:pt x="1040973" y="669777"/>
                  </a:lnTo>
                  <a:lnTo>
                    <a:pt x="1047661" y="674554"/>
                  </a:lnTo>
                  <a:lnTo>
                    <a:pt x="1052916" y="677898"/>
                  </a:lnTo>
                  <a:lnTo>
                    <a:pt x="1057693" y="681720"/>
                  </a:lnTo>
                  <a:lnTo>
                    <a:pt x="1059604" y="685542"/>
                  </a:lnTo>
                  <a:lnTo>
                    <a:pt x="1061515" y="690319"/>
                  </a:lnTo>
                  <a:lnTo>
                    <a:pt x="1061515" y="693185"/>
                  </a:lnTo>
                  <a:lnTo>
                    <a:pt x="1058171" y="695096"/>
                  </a:lnTo>
                  <a:lnTo>
                    <a:pt x="1056738" y="694141"/>
                  </a:lnTo>
                  <a:lnTo>
                    <a:pt x="1048139" y="686497"/>
                  </a:lnTo>
                  <a:lnTo>
                    <a:pt x="1044317" y="684109"/>
                  </a:lnTo>
                  <a:lnTo>
                    <a:pt x="1038584" y="686975"/>
                  </a:lnTo>
                  <a:lnTo>
                    <a:pt x="1033807" y="690319"/>
                  </a:lnTo>
                  <a:lnTo>
                    <a:pt x="1038106" y="704651"/>
                  </a:lnTo>
                  <a:lnTo>
                    <a:pt x="1042883" y="711339"/>
                  </a:lnTo>
                  <a:lnTo>
                    <a:pt x="1051005" y="714206"/>
                  </a:lnTo>
                  <a:lnTo>
                    <a:pt x="1055782" y="717550"/>
                  </a:lnTo>
                  <a:lnTo>
                    <a:pt x="1058649" y="721371"/>
                  </a:lnTo>
                  <a:lnTo>
                    <a:pt x="1061037" y="723760"/>
                  </a:lnTo>
                  <a:lnTo>
                    <a:pt x="1064859" y="722805"/>
                  </a:lnTo>
                  <a:lnTo>
                    <a:pt x="1069158" y="718983"/>
                  </a:lnTo>
                  <a:lnTo>
                    <a:pt x="1075369" y="718505"/>
                  </a:lnTo>
                  <a:lnTo>
                    <a:pt x="1078235" y="720416"/>
                  </a:lnTo>
                  <a:lnTo>
                    <a:pt x="1080146" y="724238"/>
                  </a:lnTo>
                  <a:lnTo>
                    <a:pt x="1081102" y="730926"/>
                  </a:lnTo>
                  <a:lnTo>
                    <a:pt x="1081102" y="740481"/>
                  </a:lnTo>
                  <a:lnTo>
                    <a:pt x="1080624" y="748124"/>
                  </a:lnTo>
                  <a:lnTo>
                    <a:pt x="1079191" y="752902"/>
                  </a:lnTo>
                  <a:lnTo>
                    <a:pt x="1076802" y="759590"/>
                  </a:lnTo>
                  <a:lnTo>
                    <a:pt x="1074891" y="760545"/>
                  </a:lnTo>
                  <a:lnTo>
                    <a:pt x="1072503" y="760068"/>
                  </a:lnTo>
                  <a:lnTo>
                    <a:pt x="1070114" y="759112"/>
                  </a:lnTo>
                  <a:lnTo>
                    <a:pt x="1067725" y="756724"/>
                  </a:lnTo>
                  <a:lnTo>
                    <a:pt x="1063904" y="754813"/>
                  </a:lnTo>
                  <a:lnTo>
                    <a:pt x="1057215" y="752902"/>
                  </a:lnTo>
                  <a:lnTo>
                    <a:pt x="1050049" y="748602"/>
                  </a:lnTo>
                  <a:lnTo>
                    <a:pt x="1046227" y="747647"/>
                  </a:lnTo>
                  <a:lnTo>
                    <a:pt x="1037628" y="748124"/>
                  </a:lnTo>
                  <a:lnTo>
                    <a:pt x="1028551" y="750513"/>
                  </a:lnTo>
                  <a:lnTo>
                    <a:pt x="1028551" y="754335"/>
                  </a:lnTo>
                  <a:lnTo>
                    <a:pt x="1015175" y="766756"/>
                  </a:lnTo>
                  <a:lnTo>
                    <a:pt x="1012786" y="766278"/>
                  </a:lnTo>
                  <a:lnTo>
                    <a:pt x="1008965" y="762456"/>
                  </a:lnTo>
                  <a:lnTo>
                    <a:pt x="1004187" y="758157"/>
                  </a:lnTo>
                  <a:lnTo>
                    <a:pt x="1001321" y="758157"/>
                  </a:lnTo>
                  <a:lnTo>
                    <a:pt x="996544" y="763412"/>
                  </a:lnTo>
                  <a:lnTo>
                    <a:pt x="995588" y="765323"/>
                  </a:lnTo>
                  <a:lnTo>
                    <a:pt x="995588" y="767234"/>
                  </a:lnTo>
                  <a:lnTo>
                    <a:pt x="998932" y="771533"/>
                  </a:lnTo>
                  <a:lnTo>
                    <a:pt x="1000366" y="772489"/>
                  </a:lnTo>
                  <a:lnTo>
                    <a:pt x="1001799" y="773444"/>
                  </a:lnTo>
                  <a:lnTo>
                    <a:pt x="1007532" y="774399"/>
                  </a:lnTo>
                  <a:lnTo>
                    <a:pt x="1010398" y="775355"/>
                  </a:lnTo>
                  <a:lnTo>
                    <a:pt x="1012309" y="789209"/>
                  </a:lnTo>
                  <a:lnTo>
                    <a:pt x="1016131" y="797331"/>
                  </a:lnTo>
                  <a:lnTo>
                    <a:pt x="1018042" y="798764"/>
                  </a:lnTo>
                  <a:lnTo>
                    <a:pt x="1019475" y="799719"/>
                  </a:lnTo>
                  <a:lnTo>
                    <a:pt x="1023774" y="799241"/>
                  </a:lnTo>
                  <a:lnTo>
                    <a:pt x="1029985" y="796375"/>
                  </a:lnTo>
                  <a:lnTo>
                    <a:pt x="1031896" y="798764"/>
                  </a:lnTo>
                  <a:lnTo>
                    <a:pt x="1036195" y="801152"/>
                  </a:lnTo>
                  <a:lnTo>
                    <a:pt x="1038584" y="802108"/>
                  </a:lnTo>
                  <a:lnTo>
                    <a:pt x="1041928" y="802108"/>
                  </a:lnTo>
                  <a:lnTo>
                    <a:pt x="1045272" y="803063"/>
                  </a:lnTo>
                  <a:lnTo>
                    <a:pt x="1050049" y="810707"/>
                  </a:lnTo>
                  <a:lnTo>
                    <a:pt x="1048139" y="819784"/>
                  </a:lnTo>
                  <a:lnTo>
                    <a:pt x="1051005" y="827427"/>
                  </a:lnTo>
                  <a:lnTo>
                    <a:pt x="1055782" y="835071"/>
                  </a:lnTo>
                  <a:lnTo>
                    <a:pt x="1057215" y="837460"/>
                  </a:lnTo>
                  <a:lnTo>
                    <a:pt x="1057693" y="842715"/>
                  </a:lnTo>
                  <a:lnTo>
                    <a:pt x="1057693" y="846059"/>
                  </a:lnTo>
                  <a:lnTo>
                    <a:pt x="1058171" y="848925"/>
                  </a:lnTo>
                  <a:lnTo>
                    <a:pt x="1058649" y="851792"/>
                  </a:lnTo>
                  <a:lnTo>
                    <a:pt x="1059126" y="857047"/>
                  </a:lnTo>
                  <a:lnTo>
                    <a:pt x="1060082" y="864690"/>
                  </a:lnTo>
                  <a:lnTo>
                    <a:pt x="1059604" y="870901"/>
                  </a:lnTo>
                  <a:lnTo>
                    <a:pt x="1058649" y="876156"/>
                  </a:lnTo>
                  <a:lnTo>
                    <a:pt x="1056738" y="879500"/>
                  </a:lnTo>
                  <a:lnTo>
                    <a:pt x="1053871" y="881889"/>
                  </a:lnTo>
                  <a:lnTo>
                    <a:pt x="1051483" y="880933"/>
                  </a:lnTo>
                  <a:lnTo>
                    <a:pt x="1049572" y="877589"/>
                  </a:lnTo>
                  <a:lnTo>
                    <a:pt x="1046705" y="874245"/>
                  </a:lnTo>
                  <a:lnTo>
                    <a:pt x="1043361" y="870423"/>
                  </a:lnTo>
                  <a:lnTo>
                    <a:pt x="1037628" y="869945"/>
                  </a:lnTo>
                  <a:lnTo>
                    <a:pt x="1029507" y="880933"/>
                  </a:lnTo>
                  <a:lnTo>
                    <a:pt x="1025685" y="881889"/>
                  </a:lnTo>
                  <a:lnTo>
                    <a:pt x="1022819" y="882844"/>
                  </a:lnTo>
                  <a:lnTo>
                    <a:pt x="1019475" y="887621"/>
                  </a:lnTo>
                  <a:lnTo>
                    <a:pt x="1014697" y="890488"/>
                  </a:lnTo>
                  <a:lnTo>
                    <a:pt x="1010398" y="889532"/>
                  </a:lnTo>
                  <a:lnTo>
                    <a:pt x="1003232" y="883800"/>
                  </a:lnTo>
                  <a:lnTo>
                    <a:pt x="1005620" y="887621"/>
                  </a:lnTo>
                  <a:lnTo>
                    <a:pt x="1009442" y="891921"/>
                  </a:lnTo>
                  <a:lnTo>
                    <a:pt x="1011831" y="894310"/>
                  </a:lnTo>
                  <a:lnTo>
                    <a:pt x="1013742" y="894787"/>
                  </a:lnTo>
                  <a:lnTo>
                    <a:pt x="1015653" y="894310"/>
                  </a:lnTo>
                  <a:lnTo>
                    <a:pt x="1018519" y="892399"/>
                  </a:lnTo>
                  <a:lnTo>
                    <a:pt x="1024730" y="887621"/>
                  </a:lnTo>
                  <a:lnTo>
                    <a:pt x="1026163" y="886666"/>
                  </a:lnTo>
                  <a:lnTo>
                    <a:pt x="1027596" y="887144"/>
                  </a:lnTo>
                  <a:lnTo>
                    <a:pt x="1029029" y="888577"/>
                  </a:lnTo>
                  <a:lnTo>
                    <a:pt x="1030462" y="892876"/>
                  </a:lnTo>
                  <a:lnTo>
                    <a:pt x="1031896" y="900042"/>
                  </a:lnTo>
                  <a:lnTo>
                    <a:pt x="1031418" y="905775"/>
                  </a:lnTo>
                  <a:lnTo>
                    <a:pt x="1029507" y="910552"/>
                  </a:lnTo>
                  <a:lnTo>
                    <a:pt x="1028074" y="913896"/>
                  </a:lnTo>
                  <a:lnTo>
                    <a:pt x="1026641" y="915330"/>
                  </a:lnTo>
                  <a:lnTo>
                    <a:pt x="1026641" y="916285"/>
                  </a:lnTo>
                  <a:lnTo>
                    <a:pt x="1030462" y="917718"/>
                  </a:lnTo>
                  <a:lnTo>
                    <a:pt x="1035240" y="911030"/>
                  </a:lnTo>
                  <a:lnTo>
                    <a:pt x="1036673" y="903386"/>
                  </a:lnTo>
                  <a:lnTo>
                    <a:pt x="1039062" y="893832"/>
                  </a:lnTo>
                  <a:lnTo>
                    <a:pt x="1043361" y="890966"/>
                  </a:lnTo>
                  <a:lnTo>
                    <a:pt x="1047661" y="893832"/>
                  </a:lnTo>
                  <a:lnTo>
                    <a:pt x="1051483" y="902431"/>
                  </a:lnTo>
                  <a:lnTo>
                    <a:pt x="1056738" y="918196"/>
                  </a:lnTo>
                  <a:lnTo>
                    <a:pt x="1058649" y="920107"/>
                  </a:lnTo>
                  <a:lnTo>
                    <a:pt x="1061515" y="923451"/>
                  </a:lnTo>
                  <a:lnTo>
                    <a:pt x="1062948" y="928228"/>
                  </a:lnTo>
                  <a:lnTo>
                    <a:pt x="1062470" y="933483"/>
                  </a:lnTo>
                  <a:lnTo>
                    <a:pt x="1061993" y="937305"/>
                  </a:lnTo>
                  <a:lnTo>
                    <a:pt x="1061037" y="939694"/>
                  </a:lnTo>
                  <a:lnTo>
                    <a:pt x="1060082" y="941605"/>
                  </a:lnTo>
                  <a:lnTo>
                    <a:pt x="1058171" y="942560"/>
                  </a:lnTo>
                  <a:lnTo>
                    <a:pt x="1054349" y="943038"/>
                  </a:lnTo>
                  <a:lnTo>
                    <a:pt x="1046227" y="941605"/>
                  </a:lnTo>
                  <a:lnTo>
                    <a:pt x="1042406" y="941605"/>
                  </a:lnTo>
                  <a:lnTo>
                    <a:pt x="1042883" y="946860"/>
                  </a:lnTo>
                  <a:lnTo>
                    <a:pt x="1034284" y="951159"/>
                  </a:lnTo>
                  <a:lnTo>
                    <a:pt x="1025208" y="953070"/>
                  </a:lnTo>
                  <a:lnTo>
                    <a:pt x="1016131" y="949726"/>
                  </a:lnTo>
                  <a:lnTo>
                    <a:pt x="1008487" y="943993"/>
                  </a:lnTo>
                  <a:lnTo>
                    <a:pt x="1010876" y="936350"/>
                  </a:lnTo>
                  <a:lnTo>
                    <a:pt x="1012309" y="928228"/>
                  </a:lnTo>
                  <a:lnTo>
                    <a:pt x="1008965" y="922496"/>
                  </a:lnTo>
                  <a:lnTo>
                    <a:pt x="1008009" y="922018"/>
                  </a:lnTo>
                  <a:lnTo>
                    <a:pt x="1009442" y="931095"/>
                  </a:lnTo>
                  <a:lnTo>
                    <a:pt x="1008487" y="934439"/>
                  </a:lnTo>
                  <a:lnTo>
                    <a:pt x="1004187" y="938261"/>
                  </a:lnTo>
                  <a:lnTo>
                    <a:pt x="1001321" y="940172"/>
                  </a:lnTo>
                  <a:lnTo>
                    <a:pt x="1001321" y="941127"/>
                  </a:lnTo>
                  <a:lnTo>
                    <a:pt x="1002276" y="942082"/>
                  </a:lnTo>
                  <a:lnTo>
                    <a:pt x="1003232" y="943993"/>
                  </a:lnTo>
                  <a:lnTo>
                    <a:pt x="1003710" y="946860"/>
                  </a:lnTo>
                  <a:lnTo>
                    <a:pt x="1003232" y="949248"/>
                  </a:lnTo>
                  <a:lnTo>
                    <a:pt x="1001799" y="952115"/>
                  </a:lnTo>
                  <a:lnTo>
                    <a:pt x="1001321" y="954503"/>
                  </a:lnTo>
                  <a:lnTo>
                    <a:pt x="1001321" y="955937"/>
                  </a:lnTo>
                  <a:lnTo>
                    <a:pt x="1002276" y="958325"/>
                  </a:lnTo>
                  <a:lnTo>
                    <a:pt x="1005143" y="961192"/>
                  </a:lnTo>
                  <a:lnTo>
                    <a:pt x="1008009" y="962147"/>
                  </a:lnTo>
                  <a:lnTo>
                    <a:pt x="1021385" y="962625"/>
                  </a:lnTo>
                  <a:lnTo>
                    <a:pt x="1027118" y="964058"/>
                  </a:lnTo>
                  <a:lnTo>
                    <a:pt x="1040017" y="970268"/>
                  </a:lnTo>
                  <a:lnTo>
                    <a:pt x="1040495" y="972180"/>
                  </a:lnTo>
                  <a:lnTo>
                    <a:pt x="1038584" y="983167"/>
                  </a:lnTo>
                  <a:lnTo>
                    <a:pt x="1037151" y="993200"/>
                  </a:lnTo>
                  <a:lnTo>
                    <a:pt x="1034762" y="995110"/>
                  </a:lnTo>
                  <a:lnTo>
                    <a:pt x="1020908" y="995588"/>
                  </a:lnTo>
                  <a:lnTo>
                    <a:pt x="1016608" y="997021"/>
                  </a:lnTo>
                  <a:lnTo>
                    <a:pt x="1010398" y="1001799"/>
                  </a:lnTo>
                  <a:lnTo>
                    <a:pt x="1004187" y="1007531"/>
                  </a:lnTo>
                  <a:lnTo>
                    <a:pt x="1000843" y="1007531"/>
                  </a:lnTo>
                  <a:lnTo>
                    <a:pt x="987944" y="1002754"/>
                  </a:lnTo>
                  <a:lnTo>
                    <a:pt x="983167" y="999410"/>
                  </a:lnTo>
                  <a:lnTo>
                    <a:pt x="972657" y="989855"/>
                  </a:lnTo>
                  <a:lnTo>
                    <a:pt x="965013" y="975524"/>
                  </a:lnTo>
                  <a:lnTo>
                    <a:pt x="961192" y="981734"/>
                  </a:lnTo>
                  <a:lnTo>
                    <a:pt x="959281" y="984600"/>
                  </a:lnTo>
                  <a:lnTo>
                    <a:pt x="956892" y="986034"/>
                  </a:lnTo>
                  <a:lnTo>
                    <a:pt x="954503" y="986511"/>
                  </a:lnTo>
                  <a:lnTo>
                    <a:pt x="952593" y="985078"/>
                  </a:lnTo>
                  <a:lnTo>
                    <a:pt x="950204" y="983167"/>
                  </a:lnTo>
                  <a:lnTo>
                    <a:pt x="945904" y="977912"/>
                  </a:lnTo>
                  <a:lnTo>
                    <a:pt x="941127" y="972657"/>
                  </a:lnTo>
                  <a:lnTo>
                    <a:pt x="937783" y="970268"/>
                  </a:lnTo>
                  <a:lnTo>
                    <a:pt x="937783" y="970746"/>
                  </a:lnTo>
                  <a:lnTo>
                    <a:pt x="939694" y="973613"/>
                  </a:lnTo>
                  <a:lnTo>
                    <a:pt x="942560" y="977434"/>
                  </a:lnTo>
                  <a:lnTo>
                    <a:pt x="950204" y="987467"/>
                  </a:lnTo>
                  <a:lnTo>
                    <a:pt x="952593" y="990333"/>
                  </a:lnTo>
                  <a:lnTo>
                    <a:pt x="952593" y="992244"/>
                  </a:lnTo>
                  <a:lnTo>
                    <a:pt x="947815" y="993677"/>
                  </a:lnTo>
                  <a:lnTo>
                    <a:pt x="942083" y="997021"/>
                  </a:lnTo>
                  <a:lnTo>
                    <a:pt x="939216" y="999888"/>
                  </a:lnTo>
                  <a:lnTo>
                    <a:pt x="934917" y="1006098"/>
                  </a:lnTo>
                  <a:lnTo>
                    <a:pt x="933483" y="1007054"/>
                  </a:lnTo>
                  <a:lnTo>
                    <a:pt x="927273" y="1008487"/>
                  </a:lnTo>
                  <a:lnTo>
                    <a:pt x="924884" y="1008009"/>
                  </a:lnTo>
                  <a:lnTo>
                    <a:pt x="920107" y="1004665"/>
                  </a:lnTo>
                  <a:lnTo>
                    <a:pt x="913419" y="1002276"/>
                  </a:lnTo>
                  <a:lnTo>
                    <a:pt x="909119" y="1000366"/>
                  </a:lnTo>
                  <a:lnTo>
                    <a:pt x="903387" y="997021"/>
                  </a:lnTo>
                  <a:lnTo>
                    <a:pt x="905297" y="1000843"/>
                  </a:lnTo>
                  <a:lnTo>
                    <a:pt x="916285" y="1006576"/>
                  </a:lnTo>
                  <a:lnTo>
                    <a:pt x="917718" y="1008487"/>
                  </a:lnTo>
                  <a:lnTo>
                    <a:pt x="915330" y="1012309"/>
                  </a:lnTo>
                  <a:lnTo>
                    <a:pt x="913896" y="1013742"/>
                  </a:lnTo>
                  <a:lnTo>
                    <a:pt x="911508" y="1013742"/>
                  </a:lnTo>
                  <a:lnTo>
                    <a:pt x="907208" y="1013264"/>
                  </a:lnTo>
                  <a:lnTo>
                    <a:pt x="903387" y="1013264"/>
                  </a:lnTo>
                  <a:lnTo>
                    <a:pt x="899087" y="1014220"/>
                  </a:lnTo>
                  <a:lnTo>
                    <a:pt x="897654" y="1015653"/>
                  </a:lnTo>
                  <a:lnTo>
                    <a:pt x="898131" y="1017086"/>
                  </a:lnTo>
                  <a:lnTo>
                    <a:pt x="899087" y="1018997"/>
                  </a:lnTo>
                  <a:lnTo>
                    <a:pt x="900520" y="1019952"/>
                  </a:lnTo>
                  <a:lnTo>
                    <a:pt x="901476" y="1019952"/>
                  </a:lnTo>
                  <a:lnTo>
                    <a:pt x="904820" y="1016131"/>
                  </a:lnTo>
                  <a:lnTo>
                    <a:pt x="907208" y="1015653"/>
                  </a:lnTo>
                  <a:lnTo>
                    <a:pt x="913419" y="1016608"/>
                  </a:lnTo>
                  <a:lnTo>
                    <a:pt x="919629" y="1013742"/>
                  </a:lnTo>
                  <a:lnTo>
                    <a:pt x="924406" y="1012309"/>
                  </a:lnTo>
                  <a:lnTo>
                    <a:pt x="927751" y="1011831"/>
                  </a:lnTo>
                  <a:lnTo>
                    <a:pt x="940171" y="1007054"/>
                  </a:lnTo>
                  <a:lnTo>
                    <a:pt x="943038" y="1001799"/>
                  </a:lnTo>
                  <a:lnTo>
                    <a:pt x="947337" y="999410"/>
                  </a:lnTo>
                  <a:lnTo>
                    <a:pt x="956414" y="997499"/>
                  </a:lnTo>
                  <a:lnTo>
                    <a:pt x="965491" y="998455"/>
                  </a:lnTo>
                  <a:lnTo>
                    <a:pt x="970269" y="999410"/>
                  </a:lnTo>
                  <a:lnTo>
                    <a:pt x="974090" y="1004665"/>
                  </a:lnTo>
                  <a:lnTo>
                    <a:pt x="978868" y="1008009"/>
                  </a:lnTo>
                  <a:lnTo>
                    <a:pt x="983167" y="1012309"/>
                  </a:lnTo>
                  <a:lnTo>
                    <a:pt x="987944" y="1013742"/>
                  </a:lnTo>
                  <a:lnTo>
                    <a:pt x="990811" y="1018997"/>
                  </a:lnTo>
                  <a:lnTo>
                    <a:pt x="998932" y="1025207"/>
                  </a:lnTo>
                  <a:lnTo>
                    <a:pt x="1003710" y="1026641"/>
                  </a:lnTo>
                  <a:lnTo>
                    <a:pt x="1007054" y="1029507"/>
                  </a:lnTo>
                  <a:lnTo>
                    <a:pt x="1007054" y="1041450"/>
                  </a:lnTo>
                  <a:lnTo>
                    <a:pt x="1007532" y="1046705"/>
                  </a:lnTo>
                  <a:lnTo>
                    <a:pt x="1006098" y="1061037"/>
                  </a:lnTo>
                  <a:lnTo>
                    <a:pt x="1002276" y="1064381"/>
                  </a:lnTo>
                  <a:lnTo>
                    <a:pt x="1003232" y="1072025"/>
                  </a:lnTo>
                  <a:lnTo>
                    <a:pt x="1001799" y="1077758"/>
                  </a:lnTo>
                  <a:lnTo>
                    <a:pt x="997977" y="1075369"/>
                  </a:lnTo>
                  <a:lnTo>
                    <a:pt x="993677" y="1071547"/>
                  </a:lnTo>
                  <a:lnTo>
                    <a:pt x="983645" y="1065337"/>
                  </a:lnTo>
                  <a:lnTo>
                    <a:pt x="974568" y="1061515"/>
                  </a:lnTo>
                  <a:lnTo>
                    <a:pt x="970746" y="1057693"/>
                  </a:lnTo>
                  <a:lnTo>
                    <a:pt x="966925" y="1054827"/>
                  </a:lnTo>
                  <a:lnTo>
                    <a:pt x="960714" y="1043839"/>
                  </a:lnTo>
                  <a:lnTo>
                    <a:pt x="957370" y="1029029"/>
                  </a:lnTo>
                  <a:lnTo>
                    <a:pt x="955459" y="1021863"/>
                  </a:lnTo>
                  <a:lnTo>
                    <a:pt x="952593" y="1021386"/>
                  </a:lnTo>
                  <a:lnTo>
                    <a:pt x="948293" y="1023296"/>
                  </a:lnTo>
                  <a:lnTo>
                    <a:pt x="944949" y="1025685"/>
                  </a:lnTo>
                  <a:lnTo>
                    <a:pt x="943038" y="1029029"/>
                  </a:lnTo>
                  <a:lnTo>
                    <a:pt x="931095" y="1033807"/>
                  </a:lnTo>
                  <a:lnTo>
                    <a:pt x="926795" y="1037151"/>
                  </a:lnTo>
                  <a:lnTo>
                    <a:pt x="924406" y="1037151"/>
                  </a:lnTo>
                  <a:lnTo>
                    <a:pt x="915330" y="1041928"/>
                  </a:lnTo>
                  <a:lnTo>
                    <a:pt x="919152" y="1044317"/>
                  </a:lnTo>
                  <a:lnTo>
                    <a:pt x="920585" y="1044317"/>
                  </a:lnTo>
                  <a:lnTo>
                    <a:pt x="924406" y="1043361"/>
                  </a:lnTo>
                  <a:lnTo>
                    <a:pt x="926318" y="1041450"/>
                  </a:lnTo>
                  <a:lnTo>
                    <a:pt x="934439" y="1036673"/>
                  </a:lnTo>
                  <a:lnTo>
                    <a:pt x="941127" y="1036195"/>
                  </a:lnTo>
                  <a:lnTo>
                    <a:pt x="943516" y="1034284"/>
                  </a:lnTo>
                  <a:lnTo>
                    <a:pt x="948771" y="1031418"/>
                  </a:lnTo>
                  <a:lnTo>
                    <a:pt x="952115" y="1030462"/>
                  </a:lnTo>
                  <a:lnTo>
                    <a:pt x="952593" y="1030940"/>
                  </a:lnTo>
                  <a:lnTo>
                    <a:pt x="952593" y="1032373"/>
                  </a:lnTo>
                  <a:lnTo>
                    <a:pt x="954981" y="1050049"/>
                  </a:lnTo>
                  <a:lnTo>
                    <a:pt x="954026" y="1054827"/>
                  </a:lnTo>
                  <a:lnTo>
                    <a:pt x="951637" y="1056738"/>
                  </a:lnTo>
                  <a:lnTo>
                    <a:pt x="945904" y="1059604"/>
                  </a:lnTo>
                  <a:lnTo>
                    <a:pt x="943994" y="1061515"/>
                  </a:lnTo>
                  <a:lnTo>
                    <a:pt x="945904" y="1064381"/>
                  </a:lnTo>
                  <a:lnTo>
                    <a:pt x="951159" y="1061515"/>
                  </a:lnTo>
                  <a:lnTo>
                    <a:pt x="954981" y="1058648"/>
                  </a:lnTo>
                  <a:lnTo>
                    <a:pt x="956892" y="1059604"/>
                  </a:lnTo>
                  <a:lnTo>
                    <a:pt x="959759" y="1063904"/>
                  </a:lnTo>
                  <a:lnTo>
                    <a:pt x="963103" y="1066292"/>
                  </a:lnTo>
                  <a:lnTo>
                    <a:pt x="972179" y="1072980"/>
                  </a:lnTo>
                  <a:lnTo>
                    <a:pt x="976479" y="1076325"/>
                  </a:lnTo>
                  <a:lnTo>
                    <a:pt x="982212" y="1080146"/>
                  </a:lnTo>
                  <a:lnTo>
                    <a:pt x="988900" y="1084924"/>
                  </a:lnTo>
                  <a:lnTo>
                    <a:pt x="990333" y="1086357"/>
                  </a:lnTo>
                  <a:lnTo>
                    <a:pt x="996544" y="1089223"/>
                  </a:lnTo>
                  <a:lnTo>
                    <a:pt x="997977" y="1089701"/>
                  </a:lnTo>
                  <a:lnTo>
                    <a:pt x="1000366" y="1098300"/>
                  </a:lnTo>
                  <a:lnTo>
                    <a:pt x="1002276" y="1099255"/>
                  </a:lnTo>
                  <a:lnTo>
                    <a:pt x="1008487" y="1099733"/>
                  </a:lnTo>
                  <a:lnTo>
                    <a:pt x="1007532" y="1103077"/>
                  </a:lnTo>
                  <a:lnTo>
                    <a:pt x="1001799" y="1110243"/>
                  </a:lnTo>
                  <a:lnTo>
                    <a:pt x="998455" y="1112632"/>
                  </a:lnTo>
                  <a:lnTo>
                    <a:pt x="997977" y="1114065"/>
                  </a:lnTo>
                  <a:lnTo>
                    <a:pt x="997977" y="1116454"/>
                  </a:lnTo>
                  <a:lnTo>
                    <a:pt x="998455" y="1120753"/>
                  </a:lnTo>
                  <a:lnTo>
                    <a:pt x="999410" y="1128397"/>
                  </a:lnTo>
                  <a:lnTo>
                    <a:pt x="1000843" y="1121231"/>
                  </a:lnTo>
                  <a:lnTo>
                    <a:pt x="1001799" y="1117887"/>
                  </a:lnTo>
                  <a:lnTo>
                    <a:pt x="1003232" y="1116932"/>
                  </a:lnTo>
                  <a:lnTo>
                    <a:pt x="1004187" y="1116454"/>
                  </a:lnTo>
                  <a:lnTo>
                    <a:pt x="1008487" y="1113587"/>
                  </a:lnTo>
                  <a:lnTo>
                    <a:pt x="1012786" y="1115021"/>
                  </a:lnTo>
                  <a:lnTo>
                    <a:pt x="1013742" y="1123142"/>
                  </a:lnTo>
                  <a:lnTo>
                    <a:pt x="1014220" y="1130308"/>
                  </a:lnTo>
                  <a:lnTo>
                    <a:pt x="1013742" y="1136996"/>
                  </a:lnTo>
                  <a:lnTo>
                    <a:pt x="1014220" y="1146551"/>
                  </a:lnTo>
                  <a:lnTo>
                    <a:pt x="1014220" y="1149895"/>
                  </a:lnTo>
                  <a:lnTo>
                    <a:pt x="1015175" y="1152761"/>
                  </a:lnTo>
                  <a:lnTo>
                    <a:pt x="1016131" y="1164704"/>
                  </a:lnTo>
                  <a:lnTo>
                    <a:pt x="1017086" y="1168049"/>
                  </a:lnTo>
                  <a:lnTo>
                    <a:pt x="1015175" y="1171393"/>
                  </a:lnTo>
                  <a:lnTo>
                    <a:pt x="1008965" y="1172826"/>
                  </a:lnTo>
                  <a:lnTo>
                    <a:pt x="1006576" y="1171393"/>
                  </a:lnTo>
                  <a:lnTo>
                    <a:pt x="1000366" y="1171870"/>
                  </a:lnTo>
                  <a:lnTo>
                    <a:pt x="1000366" y="1169004"/>
                  </a:lnTo>
                  <a:lnTo>
                    <a:pt x="999888" y="1165660"/>
                  </a:lnTo>
                  <a:lnTo>
                    <a:pt x="999888" y="1163749"/>
                  </a:lnTo>
                  <a:lnTo>
                    <a:pt x="999410" y="1161360"/>
                  </a:lnTo>
                  <a:lnTo>
                    <a:pt x="998932" y="1149895"/>
                  </a:lnTo>
                  <a:lnTo>
                    <a:pt x="997499" y="1152761"/>
                  </a:lnTo>
                  <a:lnTo>
                    <a:pt x="997021" y="1155150"/>
                  </a:lnTo>
                  <a:lnTo>
                    <a:pt x="996544" y="1157539"/>
                  </a:lnTo>
                  <a:lnTo>
                    <a:pt x="995588" y="1169960"/>
                  </a:lnTo>
                  <a:lnTo>
                    <a:pt x="994155" y="1173304"/>
                  </a:lnTo>
                  <a:lnTo>
                    <a:pt x="988900" y="1172348"/>
                  </a:lnTo>
                  <a:lnTo>
                    <a:pt x="984123" y="1172826"/>
                  </a:lnTo>
                  <a:lnTo>
                    <a:pt x="981256" y="1172348"/>
                  </a:lnTo>
                  <a:lnTo>
                    <a:pt x="972179" y="1166615"/>
                  </a:lnTo>
                  <a:lnTo>
                    <a:pt x="968835" y="1161360"/>
                  </a:lnTo>
                  <a:lnTo>
                    <a:pt x="965491" y="1153717"/>
                  </a:lnTo>
                  <a:lnTo>
                    <a:pt x="963580" y="1146551"/>
                  </a:lnTo>
                  <a:lnTo>
                    <a:pt x="962625" y="1139385"/>
                  </a:lnTo>
                  <a:lnTo>
                    <a:pt x="960714" y="1134130"/>
                  </a:lnTo>
                  <a:lnTo>
                    <a:pt x="956892" y="1129353"/>
                  </a:lnTo>
                  <a:lnTo>
                    <a:pt x="952593" y="1126008"/>
                  </a:lnTo>
                  <a:lnTo>
                    <a:pt x="947815" y="1123142"/>
                  </a:lnTo>
                  <a:lnTo>
                    <a:pt x="943038" y="1119798"/>
                  </a:lnTo>
                  <a:lnTo>
                    <a:pt x="939216" y="1115498"/>
                  </a:lnTo>
                  <a:lnTo>
                    <a:pt x="935394" y="1112154"/>
                  </a:lnTo>
                  <a:lnTo>
                    <a:pt x="930617" y="1109766"/>
                  </a:lnTo>
                  <a:lnTo>
                    <a:pt x="924406" y="1108810"/>
                  </a:lnTo>
                  <a:lnTo>
                    <a:pt x="914852" y="1109288"/>
                  </a:lnTo>
                  <a:lnTo>
                    <a:pt x="908641" y="1106421"/>
                  </a:lnTo>
                  <a:lnTo>
                    <a:pt x="906730" y="1106421"/>
                  </a:lnTo>
                  <a:lnTo>
                    <a:pt x="905297" y="1107855"/>
                  </a:lnTo>
                  <a:lnTo>
                    <a:pt x="906730" y="1112154"/>
                  </a:lnTo>
                  <a:lnTo>
                    <a:pt x="913896" y="1113587"/>
                  </a:lnTo>
                  <a:lnTo>
                    <a:pt x="919629" y="1114065"/>
                  </a:lnTo>
                  <a:lnTo>
                    <a:pt x="926795" y="1114065"/>
                  </a:lnTo>
                  <a:lnTo>
                    <a:pt x="931572" y="1115021"/>
                  </a:lnTo>
                  <a:lnTo>
                    <a:pt x="933006" y="1117409"/>
                  </a:lnTo>
                  <a:lnTo>
                    <a:pt x="934439" y="1121231"/>
                  </a:lnTo>
                  <a:lnTo>
                    <a:pt x="934917" y="1127442"/>
                  </a:lnTo>
                  <a:lnTo>
                    <a:pt x="933483" y="1131741"/>
                  </a:lnTo>
                  <a:lnTo>
                    <a:pt x="928228" y="1136996"/>
                  </a:lnTo>
                  <a:lnTo>
                    <a:pt x="925362" y="1139385"/>
                  </a:lnTo>
                  <a:lnTo>
                    <a:pt x="917241" y="1143684"/>
                  </a:lnTo>
                  <a:lnTo>
                    <a:pt x="914374" y="1144640"/>
                  </a:lnTo>
                  <a:lnTo>
                    <a:pt x="907208" y="1145118"/>
                  </a:lnTo>
                  <a:lnTo>
                    <a:pt x="901953" y="1144640"/>
                  </a:lnTo>
                  <a:lnTo>
                    <a:pt x="894787" y="1142729"/>
                  </a:lnTo>
                  <a:lnTo>
                    <a:pt x="890965" y="1142251"/>
                  </a:lnTo>
                  <a:lnTo>
                    <a:pt x="882844" y="1141774"/>
                  </a:lnTo>
                  <a:lnTo>
                    <a:pt x="880933" y="1142729"/>
                  </a:lnTo>
                  <a:lnTo>
                    <a:pt x="882844" y="1145118"/>
                  </a:lnTo>
                  <a:lnTo>
                    <a:pt x="886666" y="1146073"/>
                  </a:lnTo>
                  <a:lnTo>
                    <a:pt x="889055" y="1147984"/>
                  </a:lnTo>
                  <a:lnTo>
                    <a:pt x="889055" y="1150850"/>
                  </a:lnTo>
                  <a:lnTo>
                    <a:pt x="888099" y="1155628"/>
                  </a:lnTo>
                  <a:lnTo>
                    <a:pt x="887144" y="1158972"/>
                  </a:lnTo>
                  <a:lnTo>
                    <a:pt x="885711" y="1161360"/>
                  </a:lnTo>
                  <a:lnTo>
                    <a:pt x="880455" y="1165660"/>
                  </a:lnTo>
                  <a:lnTo>
                    <a:pt x="878067" y="1167093"/>
                  </a:lnTo>
                  <a:lnTo>
                    <a:pt x="868034" y="1171870"/>
                  </a:lnTo>
                  <a:lnTo>
                    <a:pt x="867557" y="1172826"/>
                  </a:lnTo>
                  <a:lnTo>
                    <a:pt x="869945" y="1172348"/>
                  </a:lnTo>
                  <a:lnTo>
                    <a:pt x="876156" y="1170915"/>
                  </a:lnTo>
                  <a:lnTo>
                    <a:pt x="878067" y="1170915"/>
                  </a:lnTo>
                  <a:lnTo>
                    <a:pt x="888577" y="1174737"/>
                  </a:lnTo>
                  <a:lnTo>
                    <a:pt x="896698" y="1174737"/>
                  </a:lnTo>
                  <a:lnTo>
                    <a:pt x="913419" y="1170915"/>
                  </a:lnTo>
                  <a:lnTo>
                    <a:pt x="914852" y="1170915"/>
                  </a:lnTo>
                  <a:lnTo>
                    <a:pt x="916285" y="1171870"/>
                  </a:lnTo>
                  <a:lnTo>
                    <a:pt x="917241" y="1172826"/>
                  </a:lnTo>
                  <a:lnTo>
                    <a:pt x="918196" y="1175215"/>
                  </a:lnTo>
                  <a:lnTo>
                    <a:pt x="917241" y="1177603"/>
                  </a:lnTo>
                  <a:lnTo>
                    <a:pt x="912941" y="1179514"/>
                  </a:lnTo>
                  <a:lnTo>
                    <a:pt x="907208" y="1181425"/>
                  </a:lnTo>
                  <a:lnTo>
                    <a:pt x="904820" y="1182858"/>
                  </a:lnTo>
                  <a:lnTo>
                    <a:pt x="901953" y="1184769"/>
                  </a:lnTo>
                  <a:lnTo>
                    <a:pt x="897654" y="1190024"/>
                  </a:lnTo>
                  <a:lnTo>
                    <a:pt x="896221" y="1194801"/>
                  </a:lnTo>
                  <a:lnTo>
                    <a:pt x="900998" y="1197190"/>
                  </a:lnTo>
                  <a:lnTo>
                    <a:pt x="903387" y="1194324"/>
                  </a:lnTo>
                  <a:lnTo>
                    <a:pt x="905775" y="1189069"/>
                  </a:lnTo>
                  <a:lnTo>
                    <a:pt x="908164" y="1185725"/>
                  </a:lnTo>
                  <a:lnTo>
                    <a:pt x="913419" y="1183814"/>
                  </a:lnTo>
                  <a:lnTo>
                    <a:pt x="920107" y="1184769"/>
                  </a:lnTo>
                  <a:lnTo>
                    <a:pt x="925362" y="1183336"/>
                  </a:lnTo>
                  <a:lnTo>
                    <a:pt x="935872" y="1178081"/>
                  </a:lnTo>
                  <a:lnTo>
                    <a:pt x="937783" y="1177603"/>
                  </a:lnTo>
                  <a:lnTo>
                    <a:pt x="953070" y="1180947"/>
                  </a:lnTo>
                  <a:lnTo>
                    <a:pt x="967402" y="1186680"/>
                  </a:lnTo>
                  <a:lnTo>
                    <a:pt x="974568" y="1189069"/>
                  </a:lnTo>
                  <a:lnTo>
                    <a:pt x="984601" y="1190502"/>
                  </a:lnTo>
                  <a:lnTo>
                    <a:pt x="1002276" y="1190024"/>
                  </a:lnTo>
                  <a:lnTo>
                    <a:pt x="1003710" y="1190980"/>
                  </a:lnTo>
                  <a:lnTo>
                    <a:pt x="1003232" y="1192890"/>
                  </a:lnTo>
                  <a:lnTo>
                    <a:pt x="1002276" y="1194801"/>
                  </a:lnTo>
                  <a:lnTo>
                    <a:pt x="998932" y="1197190"/>
                  </a:lnTo>
                  <a:lnTo>
                    <a:pt x="995588" y="1199101"/>
                  </a:lnTo>
                  <a:lnTo>
                    <a:pt x="993200" y="1199579"/>
                  </a:lnTo>
                  <a:lnTo>
                    <a:pt x="991289" y="1200534"/>
                  </a:lnTo>
                  <a:lnTo>
                    <a:pt x="987467" y="1201967"/>
                  </a:lnTo>
                  <a:lnTo>
                    <a:pt x="986034" y="1202923"/>
                  </a:lnTo>
                  <a:lnTo>
                    <a:pt x="987467" y="1206745"/>
                  </a:lnTo>
                  <a:lnTo>
                    <a:pt x="986989" y="1207700"/>
                  </a:lnTo>
                  <a:lnTo>
                    <a:pt x="983167" y="1207700"/>
                  </a:lnTo>
                  <a:lnTo>
                    <a:pt x="976957" y="1210089"/>
                  </a:lnTo>
                  <a:lnTo>
                    <a:pt x="971702" y="1210089"/>
                  </a:lnTo>
                  <a:lnTo>
                    <a:pt x="970746" y="1210567"/>
                  </a:lnTo>
                  <a:lnTo>
                    <a:pt x="971702" y="1211522"/>
                  </a:lnTo>
                  <a:lnTo>
                    <a:pt x="972657" y="1213433"/>
                  </a:lnTo>
                  <a:lnTo>
                    <a:pt x="974090" y="1216299"/>
                  </a:lnTo>
                  <a:lnTo>
                    <a:pt x="973135" y="1218210"/>
                  </a:lnTo>
                  <a:lnTo>
                    <a:pt x="970746" y="1219643"/>
                  </a:lnTo>
                  <a:lnTo>
                    <a:pt x="969313" y="1219643"/>
                  </a:lnTo>
                  <a:lnTo>
                    <a:pt x="963103" y="1218210"/>
                  </a:lnTo>
                  <a:lnTo>
                    <a:pt x="962147" y="1218210"/>
                  </a:lnTo>
                  <a:lnTo>
                    <a:pt x="963103" y="1219643"/>
                  </a:lnTo>
                  <a:lnTo>
                    <a:pt x="963580" y="1221554"/>
                  </a:lnTo>
                  <a:lnTo>
                    <a:pt x="963580" y="1223943"/>
                  </a:lnTo>
                  <a:lnTo>
                    <a:pt x="962147" y="1225854"/>
                  </a:lnTo>
                  <a:lnTo>
                    <a:pt x="959281" y="1227765"/>
                  </a:lnTo>
                  <a:lnTo>
                    <a:pt x="953548" y="1232064"/>
                  </a:lnTo>
                  <a:lnTo>
                    <a:pt x="950682" y="1233497"/>
                  </a:lnTo>
                  <a:lnTo>
                    <a:pt x="945427" y="1234453"/>
                  </a:lnTo>
                  <a:lnTo>
                    <a:pt x="944471" y="1235408"/>
                  </a:lnTo>
                  <a:lnTo>
                    <a:pt x="946860" y="1238753"/>
                  </a:lnTo>
                  <a:lnTo>
                    <a:pt x="946382" y="1240186"/>
                  </a:lnTo>
                  <a:lnTo>
                    <a:pt x="943038" y="1244008"/>
                  </a:lnTo>
                  <a:lnTo>
                    <a:pt x="937305" y="1246396"/>
                  </a:lnTo>
                  <a:lnTo>
                    <a:pt x="936828" y="1247352"/>
                  </a:lnTo>
                  <a:lnTo>
                    <a:pt x="936350" y="1250696"/>
                  </a:lnTo>
                  <a:lnTo>
                    <a:pt x="935872" y="1252129"/>
                  </a:lnTo>
                  <a:lnTo>
                    <a:pt x="934439" y="1254040"/>
                  </a:lnTo>
                  <a:lnTo>
                    <a:pt x="929184" y="1257862"/>
                  </a:lnTo>
                  <a:lnTo>
                    <a:pt x="925840" y="1259773"/>
                  </a:lnTo>
                  <a:lnTo>
                    <a:pt x="923929" y="1261206"/>
                  </a:lnTo>
                  <a:lnTo>
                    <a:pt x="921540" y="1263595"/>
                  </a:lnTo>
                  <a:lnTo>
                    <a:pt x="918674" y="1265028"/>
                  </a:lnTo>
                  <a:lnTo>
                    <a:pt x="915330" y="1265028"/>
                  </a:lnTo>
                  <a:lnTo>
                    <a:pt x="912463" y="1265983"/>
                  </a:lnTo>
                  <a:lnTo>
                    <a:pt x="907208" y="1268372"/>
                  </a:lnTo>
                  <a:lnTo>
                    <a:pt x="903387" y="1269327"/>
                  </a:lnTo>
                  <a:lnTo>
                    <a:pt x="891921" y="1274104"/>
                  </a:lnTo>
                  <a:lnTo>
                    <a:pt x="886188" y="1274582"/>
                  </a:lnTo>
                  <a:lnTo>
                    <a:pt x="881411" y="1276015"/>
                  </a:lnTo>
                  <a:lnTo>
                    <a:pt x="871856" y="1280315"/>
                  </a:lnTo>
                  <a:lnTo>
                    <a:pt x="867079" y="1281748"/>
                  </a:lnTo>
                  <a:lnTo>
                    <a:pt x="864213" y="1283659"/>
                  </a:lnTo>
                  <a:lnTo>
                    <a:pt x="860391" y="1284137"/>
                  </a:lnTo>
                  <a:lnTo>
                    <a:pt x="854658" y="1282704"/>
                  </a:lnTo>
                  <a:lnTo>
                    <a:pt x="851792" y="1282704"/>
                  </a:lnTo>
                  <a:lnTo>
                    <a:pt x="849881" y="1283659"/>
                  </a:lnTo>
                  <a:lnTo>
                    <a:pt x="847970" y="1284615"/>
                  </a:lnTo>
                  <a:lnTo>
                    <a:pt x="845104" y="1288436"/>
                  </a:lnTo>
                  <a:lnTo>
                    <a:pt x="842715" y="1288914"/>
                  </a:lnTo>
                  <a:lnTo>
                    <a:pt x="834593" y="1286048"/>
                  </a:lnTo>
                  <a:lnTo>
                    <a:pt x="835071" y="1287003"/>
                  </a:lnTo>
                  <a:lnTo>
                    <a:pt x="836982" y="1290347"/>
                  </a:lnTo>
                  <a:lnTo>
                    <a:pt x="836982" y="1292258"/>
                  </a:lnTo>
                  <a:lnTo>
                    <a:pt x="832205" y="1294647"/>
                  </a:lnTo>
                  <a:lnTo>
                    <a:pt x="829816" y="1295125"/>
                  </a:lnTo>
                  <a:lnTo>
                    <a:pt x="825994" y="1294169"/>
                  </a:lnTo>
                  <a:lnTo>
                    <a:pt x="820739" y="1291781"/>
                  </a:lnTo>
                  <a:lnTo>
                    <a:pt x="814529" y="1287003"/>
                  </a:lnTo>
                  <a:lnTo>
                    <a:pt x="806885" y="1279360"/>
                  </a:lnTo>
                  <a:lnTo>
                    <a:pt x="803063" y="1276493"/>
                  </a:lnTo>
                  <a:lnTo>
                    <a:pt x="803063" y="1278882"/>
                  </a:lnTo>
                  <a:lnTo>
                    <a:pt x="804019" y="1281748"/>
                  </a:lnTo>
                  <a:lnTo>
                    <a:pt x="805452" y="1283659"/>
                  </a:lnTo>
                  <a:lnTo>
                    <a:pt x="805930" y="1285570"/>
                  </a:lnTo>
                  <a:lnTo>
                    <a:pt x="804974" y="1286525"/>
                  </a:lnTo>
                  <a:lnTo>
                    <a:pt x="804019" y="1287003"/>
                  </a:lnTo>
                  <a:lnTo>
                    <a:pt x="802585" y="1287003"/>
                  </a:lnTo>
                  <a:lnTo>
                    <a:pt x="802108" y="1287959"/>
                  </a:lnTo>
                  <a:lnTo>
                    <a:pt x="804497" y="1291303"/>
                  </a:lnTo>
                  <a:lnTo>
                    <a:pt x="806407" y="1295125"/>
                  </a:lnTo>
                  <a:lnTo>
                    <a:pt x="805930" y="1298469"/>
                  </a:lnTo>
                  <a:lnTo>
                    <a:pt x="804019" y="1301813"/>
                  </a:lnTo>
                  <a:lnTo>
                    <a:pt x="802108" y="1303724"/>
                  </a:lnTo>
                  <a:lnTo>
                    <a:pt x="800675" y="1304202"/>
                  </a:lnTo>
                  <a:lnTo>
                    <a:pt x="791120" y="1312323"/>
                  </a:lnTo>
                  <a:lnTo>
                    <a:pt x="788731" y="1313756"/>
                  </a:lnTo>
                  <a:lnTo>
                    <a:pt x="787298" y="1314711"/>
                  </a:lnTo>
                  <a:lnTo>
                    <a:pt x="786343" y="1316145"/>
                  </a:lnTo>
                  <a:lnTo>
                    <a:pt x="783954" y="1322833"/>
                  </a:lnTo>
                  <a:lnTo>
                    <a:pt x="782521" y="1324744"/>
                  </a:lnTo>
                  <a:lnTo>
                    <a:pt x="780610" y="1327610"/>
                  </a:lnTo>
                  <a:lnTo>
                    <a:pt x="779655" y="1328088"/>
                  </a:lnTo>
                  <a:lnTo>
                    <a:pt x="779177" y="1329043"/>
                  </a:lnTo>
                  <a:lnTo>
                    <a:pt x="779655" y="1330477"/>
                  </a:lnTo>
                  <a:lnTo>
                    <a:pt x="779177" y="1333343"/>
                  </a:lnTo>
                  <a:lnTo>
                    <a:pt x="777743" y="1337643"/>
                  </a:lnTo>
                  <a:lnTo>
                    <a:pt x="772011" y="1348153"/>
                  </a:lnTo>
                  <a:lnTo>
                    <a:pt x="767711" y="1358185"/>
                  </a:lnTo>
                  <a:lnTo>
                    <a:pt x="765800" y="1361529"/>
                  </a:lnTo>
                  <a:lnTo>
                    <a:pt x="764367" y="1362962"/>
                  </a:lnTo>
                  <a:lnTo>
                    <a:pt x="763412" y="1362484"/>
                  </a:lnTo>
                  <a:lnTo>
                    <a:pt x="761501" y="1362484"/>
                  </a:lnTo>
                  <a:lnTo>
                    <a:pt x="760545" y="1364395"/>
                  </a:lnTo>
                  <a:lnTo>
                    <a:pt x="759590" y="1367739"/>
                  </a:lnTo>
                  <a:lnTo>
                    <a:pt x="758157" y="1370128"/>
                  </a:lnTo>
                  <a:lnTo>
                    <a:pt x="757201" y="1371561"/>
                  </a:lnTo>
                  <a:lnTo>
                    <a:pt x="748602" y="1378727"/>
                  </a:lnTo>
                  <a:lnTo>
                    <a:pt x="746213" y="1380160"/>
                  </a:lnTo>
                  <a:lnTo>
                    <a:pt x="744302" y="1379205"/>
                  </a:lnTo>
                  <a:lnTo>
                    <a:pt x="741914" y="1379683"/>
                  </a:lnTo>
                  <a:lnTo>
                    <a:pt x="736659" y="1375861"/>
                  </a:lnTo>
                  <a:lnTo>
                    <a:pt x="735703" y="1374428"/>
                  </a:lnTo>
                  <a:lnTo>
                    <a:pt x="732837" y="1371084"/>
                  </a:lnTo>
                  <a:lnTo>
                    <a:pt x="732837" y="1372995"/>
                  </a:lnTo>
                  <a:lnTo>
                    <a:pt x="733315" y="1373950"/>
                  </a:lnTo>
                  <a:lnTo>
                    <a:pt x="733793" y="1374905"/>
                  </a:lnTo>
                  <a:lnTo>
                    <a:pt x="734748" y="1376816"/>
                  </a:lnTo>
                  <a:lnTo>
                    <a:pt x="737614" y="1384938"/>
                  </a:lnTo>
                  <a:lnTo>
                    <a:pt x="735703" y="1386371"/>
                  </a:lnTo>
                  <a:lnTo>
                    <a:pt x="733793" y="1388282"/>
                  </a:lnTo>
                  <a:lnTo>
                    <a:pt x="729015" y="1391626"/>
                  </a:lnTo>
                  <a:lnTo>
                    <a:pt x="724238" y="1397359"/>
                  </a:lnTo>
                  <a:lnTo>
                    <a:pt x="722805" y="1398792"/>
                  </a:lnTo>
                  <a:lnTo>
                    <a:pt x="722327" y="1394492"/>
                  </a:lnTo>
                  <a:lnTo>
                    <a:pt x="722327" y="1393059"/>
                  </a:lnTo>
                  <a:lnTo>
                    <a:pt x="719461" y="1390670"/>
                  </a:lnTo>
                  <a:lnTo>
                    <a:pt x="719938" y="1392581"/>
                  </a:lnTo>
                  <a:lnTo>
                    <a:pt x="719461" y="1394015"/>
                  </a:lnTo>
                  <a:lnTo>
                    <a:pt x="717550" y="1399747"/>
                  </a:lnTo>
                  <a:lnTo>
                    <a:pt x="717072" y="1400703"/>
                  </a:lnTo>
                  <a:lnTo>
                    <a:pt x="716117" y="1400225"/>
                  </a:lnTo>
                  <a:lnTo>
                    <a:pt x="713728" y="1401181"/>
                  </a:lnTo>
                  <a:lnTo>
                    <a:pt x="711817" y="1400703"/>
                  </a:lnTo>
                  <a:lnTo>
                    <a:pt x="709906" y="1398314"/>
                  </a:lnTo>
                  <a:lnTo>
                    <a:pt x="708951" y="1396881"/>
                  </a:lnTo>
                  <a:lnTo>
                    <a:pt x="705606" y="1400703"/>
                  </a:lnTo>
                  <a:lnTo>
                    <a:pt x="704173" y="1400703"/>
                  </a:lnTo>
                  <a:lnTo>
                    <a:pt x="703695" y="1403569"/>
                  </a:lnTo>
                  <a:lnTo>
                    <a:pt x="702262" y="1406436"/>
                  </a:lnTo>
                  <a:lnTo>
                    <a:pt x="699874" y="1407391"/>
                  </a:lnTo>
                  <a:lnTo>
                    <a:pt x="697007" y="1407391"/>
                  </a:lnTo>
                  <a:lnTo>
                    <a:pt x="695096" y="1409302"/>
                  </a:lnTo>
                  <a:lnTo>
                    <a:pt x="691275" y="1407391"/>
                  </a:lnTo>
                  <a:lnTo>
                    <a:pt x="690319" y="1404047"/>
                  </a:lnTo>
                  <a:lnTo>
                    <a:pt x="693663" y="1399270"/>
                  </a:lnTo>
                  <a:lnTo>
                    <a:pt x="694619" y="1397359"/>
                  </a:lnTo>
                  <a:lnTo>
                    <a:pt x="693663" y="1394970"/>
                  </a:lnTo>
                  <a:lnTo>
                    <a:pt x="694619" y="1392104"/>
                  </a:lnTo>
                  <a:lnTo>
                    <a:pt x="700829" y="1382549"/>
                  </a:lnTo>
                  <a:lnTo>
                    <a:pt x="704651" y="1377294"/>
                  </a:lnTo>
                  <a:lnTo>
                    <a:pt x="704651" y="1376816"/>
                  </a:lnTo>
                  <a:lnTo>
                    <a:pt x="698918" y="1375383"/>
                  </a:lnTo>
                  <a:lnTo>
                    <a:pt x="694141" y="1373950"/>
                  </a:lnTo>
                  <a:lnTo>
                    <a:pt x="689364" y="1372995"/>
                  </a:lnTo>
                  <a:lnTo>
                    <a:pt x="687453" y="1373950"/>
                  </a:lnTo>
                  <a:lnTo>
                    <a:pt x="690797" y="1376816"/>
                  </a:lnTo>
                  <a:lnTo>
                    <a:pt x="695096" y="1379205"/>
                  </a:lnTo>
                  <a:lnTo>
                    <a:pt x="693186" y="1382071"/>
                  </a:lnTo>
                  <a:lnTo>
                    <a:pt x="691275" y="1384938"/>
                  </a:lnTo>
                  <a:lnTo>
                    <a:pt x="688886" y="1392581"/>
                  </a:lnTo>
                  <a:lnTo>
                    <a:pt x="687453" y="1395448"/>
                  </a:lnTo>
                  <a:lnTo>
                    <a:pt x="682675" y="1392104"/>
                  </a:lnTo>
                  <a:lnTo>
                    <a:pt x="680287" y="1390670"/>
                  </a:lnTo>
                  <a:lnTo>
                    <a:pt x="681720" y="1394492"/>
                  </a:lnTo>
                  <a:lnTo>
                    <a:pt x="686020" y="1398314"/>
                  </a:lnTo>
                  <a:lnTo>
                    <a:pt x="686497" y="1399747"/>
                  </a:lnTo>
                  <a:lnTo>
                    <a:pt x="686497" y="1404047"/>
                  </a:lnTo>
                  <a:lnTo>
                    <a:pt x="677898" y="1407869"/>
                  </a:lnTo>
                  <a:lnTo>
                    <a:pt x="668821" y="1408346"/>
                  </a:lnTo>
                  <a:lnTo>
                    <a:pt x="662611" y="1409302"/>
                  </a:lnTo>
                  <a:lnTo>
                    <a:pt x="651623" y="1410735"/>
                  </a:lnTo>
                  <a:lnTo>
                    <a:pt x="647323" y="1410735"/>
                  </a:lnTo>
                  <a:lnTo>
                    <a:pt x="646846" y="1412168"/>
                  </a:lnTo>
                  <a:lnTo>
                    <a:pt x="657356" y="1418857"/>
                  </a:lnTo>
                  <a:lnTo>
                    <a:pt x="659267" y="1420290"/>
                  </a:lnTo>
                  <a:lnTo>
                    <a:pt x="657834" y="1422678"/>
                  </a:lnTo>
                  <a:lnTo>
                    <a:pt x="655445" y="1424111"/>
                  </a:lnTo>
                  <a:lnTo>
                    <a:pt x="652101" y="1428889"/>
                  </a:lnTo>
                  <a:lnTo>
                    <a:pt x="650190" y="1430800"/>
                  </a:lnTo>
                  <a:lnTo>
                    <a:pt x="645890" y="1432711"/>
                  </a:lnTo>
                  <a:lnTo>
                    <a:pt x="637291" y="1430322"/>
                  </a:lnTo>
                  <a:lnTo>
                    <a:pt x="633469" y="1431277"/>
                  </a:lnTo>
                  <a:lnTo>
                    <a:pt x="629170" y="1430800"/>
                  </a:lnTo>
                  <a:lnTo>
                    <a:pt x="629170" y="1433666"/>
                  </a:lnTo>
                  <a:lnTo>
                    <a:pt x="630125" y="1435577"/>
                  </a:lnTo>
                  <a:lnTo>
                    <a:pt x="631558" y="1440354"/>
                  </a:lnTo>
                  <a:lnTo>
                    <a:pt x="634425" y="1440354"/>
                  </a:lnTo>
                  <a:lnTo>
                    <a:pt x="637769" y="1438443"/>
                  </a:lnTo>
                  <a:lnTo>
                    <a:pt x="640635" y="1442265"/>
                  </a:lnTo>
                  <a:lnTo>
                    <a:pt x="642068" y="1448953"/>
                  </a:lnTo>
                  <a:lnTo>
                    <a:pt x="645413" y="1452298"/>
                  </a:lnTo>
                  <a:lnTo>
                    <a:pt x="646368" y="1454686"/>
                  </a:lnTo>
                  <a:lnTo>
                    <a:pt x="647323" y="1457075"/>
                  </a:lnTo>
                  <a:lnTo>
                    <a:pt x="645413" y="1459464"/>
                  </a:lnTo>
                  <a:lnTo>
                    <a:pt x="641113" y="1462808"/>
                  </a:lnTo>
                  <a:lnTo>
                    <a:pt x="636813" y="1463285"/>
                  </a:lnTo>
                  <a:lnTo>
                    <a:pt x="637291" y="1466152"/>
                  </a:lnTo>
                  <a:lnTo>
                    <a:pt x="635380" y="1468063"/>
                  </a:lnTo>
                  <a:lnTo>
                    <a:pt x="631081" y="1467585"/>
                  </a:lnTo>
                  <a:lnTo>
                    <a:pt x="629170" y="1466152"/>
                  </a:lnTo>
                  <a:lnTo>
                    <a:pt x="627259" y="1465674"/>
                  </a:lnTo>
                  <a:lnTo>
                    <a:pt x="619615" y="1464718"/>
                  </a:lnTo>
                  <a:lnTo>
                    <a:pt x="627259" y="1469974"/>
                  </a:lnTo>
                  <a:lnTo>
                    <a:pt x="630125" y="1472362"/>
                  </a:lnTo>
                  <a:lnTo>
                    <a:pt x="631558" y="1470929"/>
                  </a:lnTo>
                  <a:lnTo>
                    <a:pt x="634425" y="1470451"/>
                  </a:lnTo>
                  <a:lnTo>
                    <a:pt x="638724" y="1471884"/>
                  </a:lnTo>
                  <a:lnTo>
                    <a:pt x="637769" y="1480006"/>
                  </a:lnTo>
                  <a:lnTo>
                    <a:pt x="639680" y="1487172"/>
                  </a:lnTo>
                  <a:lnTo>
                    <a:pt x="639680" y="1488605"/>
                  </a:lnTo>
                  <a:lnTo>
                    <a:pt x="635380" y="1492427"/>
                  </a:lnTo>
                  <a:lnTo>
                    <a:pt x="635380" y="1496249"/>
                  </a:lnTo>
                  <a:lnTo>
                    <a:pt x="632992" y="1497204"/>
                  </a:lnTo>
                  <a:lnTo>
                    <a:pt x="630125" y="1497204"/>
                  </a:lnTo>
                  <a:lnTo>
                    <a:pt x="629647" y="1501026"/>
                  </a:lnTo>
                  <a:lnTo>
                    <a:pt x="627737" y="1503892"/>
                  </a:lnTo>
                  <a:lnTo>
                    <a:pt x="628214" y="1505325"/>
                  </a:lnTo>
                  <a:lnTo>
                    <a:pt x="628692" y="1506759"/>
                  </a:lnTo>
                  <a:lnTo>
                    <a:pt x="627259" y="1509625"/>
                  </a:lnTo>
                  <a:lnTo>
                    <a:pt x="625348" y="1512491"/>
                  </a:lnTo>
                  <a:lnTo>
                    <a:pt x="623437" y="1515358"/>
                  </a:lnTo>
                  <a:lnTo>
                    <a:pt x="622004" y="1515358"/>
                  </a:lnTo>
                  <a:lnTo>
                    <a:pt x="618660" y="1515358"/>
                  </a:lnTo>
                  <a:lnTo>
                    <a:pt x="614360" y="1514880"/>
                  </a:lnTo>
                  <a:lnTo>
                    <a:pt x="610538" y="1511536"/>
                  </a:lnTo>
                  <a:lnTo>
                    <a:pt x="609105" y="1510103"/>
                  </a:lnTo>
                  <a:lnTo>
                    <a:pt x="607672" y="1509625"/>
                  </a:lnTo>
                  <a:lnTo>
                    <a:pt x="608150" y="1512014"/>
                  </a:lnTo>
                  <a:lnTo>
                    <a:pt x="609105" y="1512969"/>
                  </a:lnTo>
                  <a:lnTo>
                    <a:pt x="612449" y="1515836"/>
                  </a:lnTo>
                  <a:lnTo>
                    <a:pt x="618182" y="1519180"/>
                  </a:lnTo>
                  <a:lnTo>
                    <a:pt x="618182" y="1521091"/>
                  </a:lnTo>
                  <a:lnTo>
                    <a:pt x="616749" y="1522046"/>
                  </a:lnTo>
                  <a:lnTo>
                    <a:pt x="612927" y="1528257"/>
                  </a:lnTo>
                  <a:lnTo>
                    <a:pt x="611494" y="1528257"/>
                  </a:lnTo>
                  <a:lnTo>
                    <a:pt x="610061" y="1530167"/>
                  </a:lnTo>
                  <a:lnTo>
                    <a:pt x="604806" y="1529690"/>
                  </a:lnTo>
                  <a:lnTo>
                    <a:pt x="602895" y="1528734"/>
                  </a:lnTo>
                  <a:lnTo>
                    <a:pt x="596206" y="1529212"/>
                  </a:lnTo>
                  <a:lnTo>
                    <a:pt x="594296" y="1528734"/>
                  </a:lnTo>
                  <a:lnTo>
                    <a:pt x="592385" y="1529212"/>
                  </a:lnTo>
                  <a:lnTo>
                    <a:pt x="594296" y="1530645"/>
                  </a:lnTo>
                  <a:lnTo>
                    <a:pt x="597640" y="1532078"/>
                  </a:lnTo>
                  <a:lnTo>
                    <a:pt x="601939" y="1533989"/>
                  </a:lnTo>
                  <a:lnTo>
                    <a:pt x="608150" y="1534945"/>
                  </a:lnTo>
                  <a:lnTo>
                    <a:pt x="607672" y="1537333"/>
                  </a:lnTo>
                  <a:lnTo>
                    <a:pt x="606239" y="1539244"/>
                  </a:lnTo>
                  <a:lnTo>
                    <a:pt x="607194" y="1541633"/>
                  </a:lnTo>
                  <a:lnTo>
                    <a:pt x="606239" y="1543544"/>
                  </a:lnTo>
                  <a:lnTo>
                    <a:pt x="606239" y="1545933"/>
                  </a:lnTo>
                  <a:lnTo>
                    <a:pt x="604806" y="1551188"/>
                  </a:lnTo>
                  <a:lnTo>
                    <a:pt x="606239" y="1555009"/>
                  </a:lnTo>
                  <a:lnTo>
                    <a:pt x="608150" y="1556920"/>
                  </a:lnTo>
                  <a:lnTo>
                    <a:pt x="608150" y="1558831"/>
                  </a:lnTo>
                  <a:lnTo>
                    <a:pt x="609105" y="1562653"/>
                  </a:lnTo>
                  <a:lnTo>
                    <a:pt x="606239" y="1565997"/>
                  </a:lnTo>
                  <a:lnTo>
                    <a:pt x="603850" y="1565997"/>
                  </a:lnTo>
                  <a:lnTo>
                    <a:pt x="600506" y="1566475"/>
                  </a:lnTo>
                  <a:lnTo>
                    <a:pt x="599550" y="1567908"/>
                  </a:lnTo>
                  <a:lnTo>
                    <a:pt x="604806" y="1569341"/>
                  </a:lnTo>
                  <a:lnTo>
                    <a:pt x="604328" y="1571730"/>
                  </a:lnTo>
                  <a:lnTo>
                    <a:pt x="602895" y="1575074"/>
                  </a:lnTo>
                  <a:lnTo>
                    <a:pt x="601461" y="1581762"/>
                  </a:lnTo>
                  <a:lnTo>
                    <a:pt x="598117" y="1592750"/>
                  </a:lnTo>
                  <a:lnTo>
                    <a:pt x="596684" y="1604216"/>
                  </a:lnTo>
                  <a:lnTo>
                    <a:pt x="590474" y="1612815"/>
                  </a:lnTo>
                  <a:lnTo>
                    <a:pt x="588085" y="1613292"/>
                  </a:lnTo>
                  <a:lnTo>
                    <a:pt x="587607" y="1613770"/>
                  </a:lnTo>
                  <a:lnTo>
                    <a:pt x="584263" y="1613292"/>
                  </a:lnTo>
                  <a:lnTo>
                    <a:pt x="579486" y="1610904"/>
                  </a:lnTo>
                  <a:lnTo>
                    <a:pt x="575664" y="1610426"/>
                  </a:lnTo>
                  <a:lnTo>
                    <a:pt x="572798" y="1610426"/>
                  </a:lnTo>
                  <a:lnTo>
                    <a:pt x="572798" y="1611381"/>
                  </a:lnTo>
                  <a:lnTo>
                    <a:pt x="574708" y="1613292"/>
                  </a:lnTo>
                  <a:lnTo>
                    <a:pt x="578053" y="1613770"/>
                  </a:lnTo>
                  <a:lnTo>
                    <a:pt x="580919" y="1614726"/>
                  </a:lnTo>
                  <a:lnTo>
                    <a:pt x="585219" y="1616159"/>
                  </a:lnTo>
                  <a:lnTo>
                    <a:pt x="587130" y="1618070"/>
                  </a:lnTo>
                  <a:lnTo>
                    <a:pt x="588085" y="1619981"/>
                  </a:lnTo>
                  <a:lnTo>
                    <a:pt x="588085" y="1621414"/>
                  </a:lnTo>
                  <a:lnTo>
                    <a:pt x="588085" y="1622369"/>
                  </a:lnTo>
                  <a:lnTo>
                    <a:pt x="589040" y="1630013"/>
                  </a:lnTo>
                  <a:lnTo>
                    <a:pt x="586652" y="1632402"/>
                  </a:lnTo>
                  <a:lnTo>
                    <a:pt x="584741" y="1634790"/>
                  </a:lnTo>
                  <a:lnTo>
                    <a:pt x="579008" y="1634312"/>
                  </a:lnTo>
                  <a:lnTo>
                    <a:pt x="578053" y="1633835"/>
                  </a:lnTo>
                  <a:lnTo>
                    <a:pt x="572320" y="1631446"/>
                  </a:lnTo>
                  <a:lnTo>
                    <a:pt x="572798" y="1632402"/>
                  </a:lnTo>
                  <a:lnTo>
                    <a:pt x="576620" y="1635746"/>
                  </a:lnTo>
                  <a:lnTo>
                    <a:pt x="578053" y="1637179"/>
                  </a:lnTo>
                  <a:lnTo>
                    <a:pt x="577097" y="1637657"/>
                  </a:lnTo>
                  <a:lnTo>
                    <a:pt x="575664" y="1637657"/>
                  </a:lnTo>
                  <a:lnTo>
                    <a:pt x="573275" y="1639090"/>
                  </a:lnTo>
                  <a:lnTo>
                    <a:pt x="568976" y="1638134"/>
                  </a:lnTo>
                  <a:lnTo>
                    <a:pt x="569454" y="1636701"/>
                  </a:lnTo>
                  <a:lnTo>
                    <a:pt x="570409" y="1634790"/>
                  </a:lnTo>
                  <a:lnTo>
                    <a:pt x="568498" y="1635268"/>
                  </a:lnTo>
                  <a:lnTo>
                    <a:pt x="566109" y="1636223"/>
                  </a:lnTo>
                  <a:lnTo>
                    <a:pt x="564676" y="1635746"/>
                  </a:lnTo>
                  <a:lnTo>
                    <a:pt x="563721" y="1635746"/>
                  </a:lnTo>
                  <a:lnTo>
                    <a:pt x="563243" y="1634790"/>
                  </a:lnTo>
                  <a:lnTo>
                    <a:pt x="562288" y="1631446"/>
                  </a:lnTo>
                  <a:lnTo>
                    <a:pt x="563243" y="1630013"/>
                  </a:lnTo>
                  <a:lnTo>
                    <a:pt x="567065" y="1625713"/>
                  </a:lnTo>
                  <a:lnTo>
                    <a:pt x="568020" y="1623325"/>
                  </a:lnTo>
                  <a:lnTo>
                    <a:pt x="567065" y="1622369"/>
                  </a:lnTo>
                  <a:lnTo>
                    <a:pt x="564676" y="1624758"/>
                  </a:lnTo>
                  <a:lnTo>
                    <a:pt x="561810" y="1628580"/>
                  </a:lnTo>
                  <a:lnTo>
                    <a:pt x="560854" y="1630968"/>
                  </a:lnTo>
                  <a:lnTo>
                    <a:pt x="559421" y="1631446"/>
                  </a:lnTo>
                  <a:lnTo>
                    <a:pt x="555122" y="1630491"/>
                  </a:lnTo>
                  <a:lnTo>
                    <a:pt x="544134" y="1624758"/>
                  </a:lnTo>
                  <a:lnTo>
                    <a:pt x="544612" y="1621414"/>
                  </a:lnTo>
                  <a:lnTo>
                    <a:pt x="544134" y="1618547"/>
                  </a:lnTo>
                  <a:lnTo>
                    <a:pt x="547478" y="1618070"/>
                  </a:lnTo>
                  <a:lnTo>
                    <a:pt x="549867" y="1617114"/>
                  </a:lnTo>
                  <a:lnTo>
                    <a:pt x="552255" y="1615681"/>
                  </a:lnTo>
                  <a:lnTo>
                    <a:pt x="554644" y="1612815"/>
                  </a:lnTo>
                  <a:lnTo>
                    <a:pt x="556555" y="1608037"/>
                  </a:lnTo>
                  <a:lnTo>
                    <a:pt x="556555" y="1607560"/>
                  </a:lnTo>
                  <a:lnTo>
                    <a:pt x="549867" y="1613770"/>
                  </a:lnTo>
                  <a:lnTo>
                    <a:pt x="546045" y="1615681"/>
                  </a:lnTo>
                  <a:lnTo>
                    <a:pt x="544134" y="1616159"/>
                  </a:lnTo>
                  <a:lnTo>
                    <a:pt x="543178" y="1615203"/>
                  </a:lnTo>
                  <a:lnTo>
                    <a:pt x="539834" y="1613292"/>
                  </a:lnTo>
                  <a:lnTo>
                    <a:pt x="537924" y="1612337"/>
                  </a:lnTo>
                  <a:lnTo>
                    <a:pt x="533146" y="1610904"/>
                  </a:lnTo>
                  <a:lnTo>
                    <a:pt x="532191" y="1610426"/>
                  </a:lnTo>
                  <a:lnTo>
                    <a:pt x="530758" y="1609471"/>
                  </a:lnTo>
                  <a:lnTo>
                    <a:pt x="528847" y="1603738"/>
                  </a:lnTo>
                  <a:lnTo>
                    <a:pt x="531235" y="1596572"/>
                  </a:lnTo>
                  <a:lnTo>
                    <a:pt x="533146" y="1594183"/>
                  </a:lnTo>
                  <a:lnTo>
                    <a:pt x="534101" y="1591795"/>
                  </a:lnTo>
                  <a:lnTo>
                    <a:pt x="534579" y="1588451"/>
                  </a:lnTo>
                  <a:lnTo>
                    <a:pt x="534579" y="1587017"/>
                  </a:lnTo>
                  <a:lnTo>
                    <a:pt x="532668" y="1587495"/>
                  </a:lnTo>
                  <a:lnTo>
                    <a:pt x="532191" y="1588928"/>
                  </a:lnTo>
                  <a:lnTo>
                    <a:pt x="532191" y="1590361"/>
                  </a:lnTo>
                  <a:lnTo>
                    <a:pt x="531713" y="1591795"/>
                  </a:lnTo>
                  <a:lnTo>
                    <a:pt x="525980" y="1594661"/>
                  </a:lnTo>
                  <a:lnTo>
                    <a:pt x="520247" y="1596572"/>
                  </a:lnTo>
                  <a:lnTo>
                    <a:pt x="517381" y="1598960"/>
                  </a:lnTo>
                  <a:lnTo>
                    <a:pt x="515948" y="1600394"/>
                  </a:lnTo>
                  <a:lnTo>
                    <a:pt x="514515" y="1602305"/>
                  </a:lnTo>
                  <a:lnTo>
                    <a:pt x="512604" y="1601827"/>
                  </a:lnTo>
                  <a:lnTo>
                    <a:pt x="509260" y="1602305"/>
                  </a:lnTo>
                  <a:lnTo>
                    <a:pt x="507349" y="1603260"/>
                  </a:lnTo>
                  <a:lnTo>
                    <a:pt x="504482" y="1602782"/>
                  </a:lnTo>
                  <a:lnTo>
                    <a:pt x="502571" y="1601349"/>
                  </a:lnTo>
                  <a:lnTo>
                    <a:pt x="500660" y="1600871"/>
                  </a:lnTo>
                  <a:lnTo>
                    <a:pt x="497794" y="1601827"/>
                  </a:lnTo>
                  <a:lnTo>
                    <a:pt x="496361" y="1601827"/>
                  </a:lnTo>
                  <a:lnTo>
                    <a:pt x="496361" y="1602782"/>
                  </a:lnTo>
                  <a:lnTo>
                    <a:pt x="497317" y="1605649"/>
                  </a:lnTo>
                  <a:lnTo>
                    <a:pt x="495405" y="1605649"/>
                  </a:lnTo>
                  <a:lnTo>
                    <a:pt x="492061" y="1605649"/>
                  </a:lnTo>
                  <a:lnTo>
                    <a:pt x="490151" y="1604693"/>
                  </a:lnTo>
                  <a:lnTo>
                    <a:pt x="488717" y="1603738"/>
                  </a:lnTo>
                  <a:lnTo>
                    <a:pt x="487284" y="1602305"/>
                  </a:lnTo>
                  <a:lnTo>
                    <a:pt x="488240" y="1600871"/>
                  </a:lnTo>
                  <a:lnTo>
                    <a:pt x="493972" y="1597527"/>
                  </a:lnTo>
                  <a:lnTo>
                    <a:pt x="496839" y="1595616"/>
                  </a:lnTo>
                  <a:lnTo>
                    <a:pt x="494928" y="1594661"/>
                  </a:lnTo>
                  <a:lnTo>
                    <a:pt x="489195" y="1595139"/>
                  </a:lnTo>
                  <a:lnTo>
                    <a:pt x="488240" y="1594661"/>
                  </a:lnTo>
                  <a:lnTo>
                    <a:pt x="484418" y="1595139"/>
                  </a:lnTo>
                  <a:lnTo>
                    <a:pt x="484418" y="1590361"/>
                  </a:lnTo>
                  <a:lnTo>
                    <a:pt x="483462" y="1588928"/>
                  </a:lnTo>
                  <a:lnTo>
                    <a:pt x="483462" y="1588451"/>
                  </a:lnTo>
                  <a:lnTo>
                    <a:pt x="482507" y="1587017"/>
                  </a:lnTo>
                  <a:lnTo>
                    <a:pt x="481074" y="1586540"/>
                  </a:lnTo>
                  <a:lnTo>
                    <a:pt x="480118" y="1586062"/>
                  </a:lnTo>
                  <a:lnTo>
                    <a:pt x="473908" y="1584629"/>
                  </a:lnTo>
                  <a:lnTo>
                    <a:pt x="472952" y="1582240"/>
                  </a:lnTo>
                  <a:lnTo>
                    <a:pt x="472475" y="1579374"/>
                  </a:lnTo>
                  <a:lnTo>
                    <a:pt x="471519" y="1575552"/>
                  </a:lnTo>
                  <a:lnTo>
                    <a:pt x="468175" y="1574596"/>
                  </a:lnTo>
                  <a:lnTo>
                    <a:pt x="466742" y="1573163"/>
                  </a:lnTo>
                  <a:lnTo>
                    <a:pt x="467697" y="1571252"/>
                  </a:lnTo>
                  <a:lnTo>
                    <a:pt x="468653" y="1569341"/>
                  </a:lnTo>
                  <a:lnTo>
                    <a:pt x="467219" y="1568386"/>
                  </a:lnTo>
                  <a:lnTo>
                    <a:pt x="466264" y="1566953"/>
                  </a:lnTo>
                  <a:lnTo>
                    <a:pt x="466264" y="1565997"/>
                  </a:lnTo>
                  <a:lnTo>
                    <a:pt x="465309" y="1563609"/>
                  </a:lnTo>
                  <a:lnTo>
                    <a:pt x="464831" y="1561220"/>
                  </a:lnTo>
                  <a:lnTo>
                    <a:pt x="466264" y="1559787"/>
                  </a:lnTo>
                  <a:lnTo>
                    <a:pt x="469608" y="1557398"/>
                  </a:lnTo>
                  <a:lnTo>
                    <a:pt x="471041" y="1556443"/>
                  </a:lnTo>
                  <a:lnTo>
                    <a:pt x="471519" y="1555487"/>
                  </a:lnTo>
                  <a:lnTo>
                    <a:pt x="475819" y="1554054"/>
                  </a:lnTo>
                  <a:lnTo>
                    <a:pt x="471997" y="1553098"/>
                  </a:lnTo>
                  <a:lnTo>
                    <a:pt x="470086" y="1552621"/>
                  </a:lnTo>
                  <a:lnTo>
                    <a:pt x="468175" y="1553576"/>
                  </a:lnTo>
                  <a:lnTo>
                    <a:pt x="466742" y="1555487"/>
                  </a:lnTo>
                  <a:lnTo>
                    <a:pt x="465309" y="1556920"/>
                  </a:lnTo>
                  <a:lnTo>
                    <a:pt x="460053" y="1557398"/>
                  </a:lnTo>
                  <a:lnTo>
                    <a:pt x="459098" y="1556443"/>
                  </a:lnTo>
                  <a:lnTo>
                    <a:pt x="458620" y="1553576"/>
                  </a:lnTo>
                  <a:lnTo>
                    <a:pt x="459098" y="1551188"/>
                  </a:lnTo>
                  <a:lnTo>
                    <a:pt x="461487" y="1548321"/>
                  </a:lnTo>
                  <a:lnTo>
                    <a:pt x="458620" y="1546410"/>
                  </a:lnTo>
                  <a:lnTo>
                    <a:pt x="456232" y="1545933"/>
                  </a:lnTo>
                  <a:lnTo>
                    <a:pt x="453365" y="1544499"/>
                  </a:lnTo>
                  <a:lnTo>
                    <a:pt x="450977" y="1543066"/>
                  </a:lnTo>
                  <a:lnTo>
                    <a:pt x="449066" y="1541155"/>
                  </a:lnTo>
                  <a:lnTo>
                    <a:pt x="446677" y="1539244"/>
                  </a:lnTo>
                  <a:lnTo>
                    <a:pt x="446199" y="1538767"/>
                  </a:lnTo>
                  <a:lnTo>
                    <a:pt x="446677" y="1536378"/>
                  </a:lnTo>
                  <a:lnTo>
                    <a:pt x="447155" y="1534467"/>
                  </a:lnTo>
                  <a:lnTo>
                    <a:pt x="447633" y="1530645"/>
                  </a:lnTo>
                  <a:lnTo>
                    <a:pt x="446677" y="1528734"/>
                  </a:lnTo>
                  <a:lnTo>
                    <a:pt x="448588" y="1525390"/>
                  </a:lnTo>
                  <a:lnTo>
                    <a:pt x="450977" y="1521568"/>
                  </a:lnTo>
                  <a:lnTo>
                    <a:pt x="456710" y="1515836"/>
                  </a:lnTo>
                  <a:lnTo>
                    <a:pt x="450499" y="1518702"/>
                  </a:lnTo>
                  <a:lnTo>
                    <a:pt x="445722" y="1524912"/>
                  </a:lnTo>
                  <a:lnTo>
                    <a:pt x="444766" y="1524912"/>
                  </a:lnTo>
                  <a:lnTo>
                    <a:pt x="444288" y="1523957"/>
                  </a:lnTo>
                  <a:lnTo>
                    <a:pt x="442378" y="1520135"/>
                  </a:lnTo>
                  <a:lnTo>
                    <a:pt x="440944" y="1519180"/>
                  </a:lnTo>
                  <a:lnTo>
                    <a:pt x="440467" y="1517746"/>
                  </a:lnTo>
                  <a:lnTo>
                    <a:pt x="437600" y="1515836"/>
                  </a:lnTo>
                  <a:lnTo>
                    <a:pt x="436645" y="1514402"/>
                  </a:lnTo>
                  <a:lnTo>
                    <a:pt x="434734" y="1511058"/>
                  </a:lnTo>
                  <a:lnTo>
                    <a:pt x="432345" y="1507714"/>
                  </a:lnTo>
                  <a:lnTo>
                    <a:pt x="429001" y="1500071"/>
                  </a:lnTo>
                  <a:lnTo>
                    <a:pt x="423268" y="1491949"/>
                  </a:lnTo>
                  <a:lnTo>
                    <a:pt x="421835" y="1487172"/>
                  </a:lnTo>
                  <a:lnTo>
                    <a:pt x="423746" y="1480961"/>
                  </a:lnTo>
                  <a:lnTo>
                    <a:pt x="421835" y="1477139"/>
                  </a:lnTo>
                  <a:lnTo>
                    <a:pt x="427090" y="1474751"/>
                  </a:lnTo>
                  <a:lnTo>
                    <a:pt x="434734" y="1472840"/>
                  </a:lnTo>
                  <a:lnTo>
                    <a:pt x="438556" y="1470929"/>
                  </a:lnTo>
                  <a:lnTo>
                    <a:pt x="440944" y="1470451"/>
                  </a:lnTo>
                  <a:lnTo>
                    <a:pt x="445722" y="1469974"/>
                  </a:lnTo>
                  <a:lnTo>
                    <a:pt x="447155" y="1468063"/>
                  </a:lnTo>
                  <a:lnTo>
                    <a:pt x="444766" y="1468540"/>
                  </a:lnTo>
                  <a:lnTo>
                    <a:pt x="442855" y="1468540"/>
                  </a:lnTo>
                  <a:lnTo>
                    <a:pt x="442855" y="1467585"/>
                  </a:lnTo>
                  <a:lnTo>
                    <a:pt x="443333" y="1466152"/>
                  </a:lnTo>
                  <a:lnTo>
                    <a:pt x="443811" y="1464241"/>
                  </a:lnTo>
                  <a:lnTo>
                    <a:pt x="442855" y="1464718"/>
                  </a:lnTo>
                  <a:lnTo>
                    <a:pt x="438078" y="1468063"/>
                  </a:lnTo>
                  <a:lnTo>
                    <a:pt x="431390" y="1470451"/>
                  </a:lnTo>
                  <a:lnTo>
                    <a:pt x="425657" y="1471884"/>
                  </a:lnTo>
                  <a:lnTo>
                    <a:pt x="424702" y="1471884"/>
                  </a:lnTo>
                  <a:lnTo>
                    <a:pt x="422791" y="1472840"/>
                  </a:lnTo>
                  <a:lnTo>
                    <a:pt x="421835" y="1473318"/>
                  </a:lnTo>
                  <a:lnTo>
                    <a:pt x="420880" y="1472840"/>
                  </a:lnTo>
                  <a:lnTo>
                    <a:pt x="418969" y="1470451"/>
                  </a:lnTo>
                  <a:lnTo>
                    <a:pt x="418491" y="1468540"/>
                  </a:lnTo>
                  <a:lnTo>
                    <a:pt x="421835" y="1464241"/>
                  </a:lnTo>
                  <a:lnTo>
                    <a:pt x="424702" y="1457553"/>
                  </a:lnTo>
                  <a:lnTo>
                    <a:pt x="428046" y="1453731"/>
                  </a:lnTo>
                  <a:lnTo>
                    <a:pt x="430434" y="1453253"/>
                  </a:lnTo>
                  <a:lnTo>
                    <a:pt x="434734" y="1453253"/>
                  </a:lnTo>
                  <a:lnTo>
                    <a:pt x="436167" y="1453731"/>
                  </a:lnTo>
                  <a:lnTo>
                    <a:pt x="435689" y="1451342"/>
                  </a:lnTo>
                  <a:lnTo>
                    <a:pt x="435689" y="1449909"/>
                  </a:lnTo>
                  <a:lnTo>
                    <a:pt x="439033" y="1448476"/>
                  </a:lnTo>
                  <a:lnTo>
                    <a:pt x="442855" y="1447998"/>
                  </a:lnTo>
                  <a:lnTo>
                    <a:pt x="445244" y="1448476"/>
                  </a:lnTo>
                  <a:lnTo>
                    <a:pt x="447155" y="1451342"/>
                  </a:lnTo>
                  <a:lnTo>
                    <a:pt x="449544" y="1456597"/>
                  </a:lnTo>
                  <a:lnTo>
                    <a:pt x="452410" y="1458508"/>
                  </a:lnTo>
                  <a:lnTo>
                    <a:pt x="452410" y="1455642"/>
                  </a:lnTo>
                  <a:lnTo>
                    <a:pt x="450499" y="1452775"/>
                  </a:lnTo>
                  <a:lnTo>
                    <a:pt x="450021" y="1447520"/>
                  </a:lnTo>
                  <a:lnTo>
                    <a:pt x="448110" y="1445609"/>
                  </a:lnTo>
                  <a:lnTo>
                    <a:pt x="446677" y="1444176"/>
                  </a:lnTo>
                  <a:lnTo>
                    <a:pt x="442378" y="1445132"/>
                  </a:lnTo>
                  <a:lnTo>
                    <a:pt x="439511" y="1441310"/>
                  </a:lnTo>
                  <a:lnTo>
                    <a:pt x="439033" y="1439877"/>
                  </a:lnTo>
                  <a:lnTo>
                    <a:pt x="439033" y="1437966"/>
                  </a:lnTo>
                  <a:lnTo>
                    <a:pt x="436167" y="1432711"/>
                  </a:lnTo>
                  <a:lnTo>
                    <a:pt x="435689" y="1429844"/>
                  </a:lnTo>
                  <a:lnTo>
                    <a:pt x="434256" y="1426500"/>
                  </a:lnTo>
                  <a:lnTo>
                    <a:pt x="433301" y="1426023"/>
                  </a:lnTo>
                  <a:lnTo>
                    <a:pt x="434256" y="1430800"/>
                  </a:lnTo>
                  <a:lnTo>
                    <a:pt x="435689" y="1433666"/>
                  </a:lnTo>
                  <a:lnTo>
                    <a:pt x="437122" y="1440832"/>
                  </a:lnTo>
                  <a:lnTo>
                    <a:pt x="438078" y="1443698"/>
                  </a:lnTo>
                  <a:lnTo>
                    <a:pt x="437122" y="1445609"/>
                  </a:lnTo>
                  <a:lnTo>
                    <a:pt x="434734" y="1447998"/>
                  </a:lnTo>
                  <a:lnTo>
                    <a:pt x="432823" y="1449431"/>
                  </a:lnTo>
                  <a:lnTo>
                    <a:pt x="428523" y="1450864"/>
                  </a:lnTo>
                  <a:lnTo>
                    <a:pt x="429479" y="1447520"/>
                  </a:lnTo>
                  <a:lnTo>
                    <a:pt x="429957" y="1444176"/>
                  </a:lnTo>
                  <a:lnTo>
                    <a:pt x="427568" y="1445132"/>
                  </a:lnTo>
                  <a:lnTo>
                    <a:pt x="425657" y="1447520"/>
                  </a:lnTo>
                  <a:lnTo>
                    <a:pt x="424702" y="1450864"/>
                  </a:lnTo>
                  <a:lnTo>
                    <a:pt x="423268" y="1454209"/>
                  </a:lnTo>
                  <a:lnTo>
                    <a:pt x="419446" y="1461374"/>
                  </a:lnTo>
                  <a:lnTo>
                    <a:pt x="417536" y="1465674"/>
                  </a:lnTo>
                  <a:lnTo>
                    <a:pt x="416103" y="1467585"/>
                  </a:lnTo>
                  <a:lnTo>
                    <a:pt x="414191" y="1468063"/>
                  </a:lnTo>
                  <a:lnTo>
                    <a:pt x="412758" y="1466630"/>
                  </a:lnTo>
                  <a:lnTo>
                    <a:pt x="411803" y="1462808"/>
                  </a:lnTo>
                  <a:lnTo>
                    <a:pt x="410847" y="1459941"/>
                  </a:lnTo>
                  <a:lnTo>
                    <a:pt x="410847" y="1452298"/>
                  </a:lnTo>
                  <a:lnTo>
                    <a:pt x="410847" y="1448476"/>
                  </a:lnTo>
                  <a:lnTo>
                    <a:pt x="410370" y="1443698"/>
                  </a:lnTo>
                  <a:lnTo>
                    <a:pt x="407981" y="1432233"/>
                  </a:lnTo>
                  <a:lnTo>
                    <a:pt x="407503" y="1428411"/>
                  </a:lnTo>
                  <a:lnTo>
                    <a:pt x="404159" y="1426023"/>
                  </a:lnTo>
                  <a:lnTo>
                    <a:pt x="403681" y="1425545"/>
                  </a:lnTo>
                  <a:lnTo>
                    <a:pt x="402726" y="1423156"/>
                  </a:lnTo>
                  <a:lnTo>
                    <a:pt x="402248" y="1420767"/>
                  </a:lnTo>
                  <a:lnTo>
                    <a:pt x="402726" y="1419812"/>
                  </a:lnTo>
                  <a:lnTo>
                    <a:pt x="403681" y="1419334"/>
                  </a:lnTo>
                  <a:lnTo>
                    <a:pt x="409414" y="1415512"/>
                  </a:lnTo>
                  <a:lnTo>
                    <a:pt x="413236" y="1411691"/>
                  </a:lnTo>
                  <a:lnTo>
                    <a:pt x="418491" y="1405480"/>
                  </a:lnTo>
                  <a:lnTo>
                    <a:pt x="420402" y="1403569"/>
                  </a:lnTo>
                  <a:lnTo>
                    <a:pt x="427568" y="1402136"/>
                  </a:lnTo>
                  <a:lnTo>
                    <a:pt x="430912" y="1402136"/>
                  </a:lnTo>
                  <a:lnTo>
                    <a:pt x="430912" y="1401181"/>
                  </a:lnTo>
                  <a:lnTo>
                    <a:pt x="429957" y="1400703"/>
                  </a:lnTo>
                  <a:lnTo>
                    <a:pt x="424702" y="1400703"/>
                  </a:lnTo>
                  <a:lnTo>
                    <a:pt x="418491" y="1403569"/>
                  </a:lnTo>
                  <a:lnTo>
                    <a:pt x="417058" y="1404047"/>
                  </a:lnTo>
                  <a:lnTo>
                    <a:pt x="414191" y="1407869"/>
                  </a:lnTo>
                  <a:lnTo>
                    <a:pt x="412280" y="1410257"/>
                  </a:lnTo>
                  <a:lnTo>
                    <a:pt x="406070" y="1415035"/>
                  </a:lnTo>
                  <a:lnTo>
                    <a:pt x="401771" y="1415035"/>
                  </a:lnTo>
                  <a:lnTo>
                    <a:pt x="397949" y="1409302"/>
                  </a:lnTo>
                  <a:lnTo>
                    <a:pt x="393171" y="1410257"/>
                  </a:lnTo>
                  <a:lnTo>
                    <a:pt x="389827" y="1409780"/>
                  </a:lnTo>
                  <a:lnTo>
                    <a:pt x="388872" y="1409302"/>
                  </a:lnTo>
                  <a:lnTo>
                    <a:pt x="388394" y="1401181"/>
                  </a:lnTo>
                  <a:lnTo>
                    <a:pt x="390783" y="1392104"/>
                  </a:lnTo>
                  <a:lnTo>
                    <a:pt x="387916" y="1392104"/>
                  </a:lnTo>
                  <a:lnTo>
                    <a:pt x="387439" y="1391626"/>
                  </a:lnTo>
                  <a:lnTo>
                    <a:pt x="386005" y="1389715"/>
                  </a:lnTo>
                  <a:lnTo>
                    <a:pt x="385050" y="1388760"/>
                  </a:lnTo>
                  <a:lnTo>
                    <a:pt x="386005" y="1387804"/>
                  </a:lnTo>
                  <a:lnTo>
                    <a:pt x="392694" y="1383504"/>
                  </a:lnTo>
                  <a:lnTo>
                    <a:pt x="402726" y="1374905"/>
                  </a:lnTo>
                  <a:lnTo>
                    <a:pt x="407026" y="1371561"/>
                  </a:lnTo>
                  <a:lnTo>
                    <a:pt x="409892" y="1369650"/>
                  </a:lnTo>
                  <a:lnTo>
                    <a:pt x="411803" y="1368217"/>
                  </a:lnTo>
                  <a:lnTo>
                    <a:pt x="414191" y="1364395"/>
                  </a:lnTo>
                  <a:lnTo>
                    <a:pt x="415147" y="1362962"/>
                  </a:lnTo>
                  <a:lnTo>
                    <a:pt x="416580" y="1361529"/>
                  </a:lnTo>
                  <a:lnTo>
                    <a:pt x="419446" y="1360096"/>
                  </a:lnTo>
                  <a:lnTo>
                    <a:pt x="422313" y="1357707"/>
                  </a:lnTo>
                  <a:lnTo>
                    <a:pt x="427568" y="1352930"/>
                  </a:lnTo>
                  <a:lnTo>
                    <a:pt x="428046" y="1351019"/>
                  </a:lnTo>
                  <a:lnTo>
                    <a:pt x="427090" y="1350541"/>
                  </a:lnTo>
                  <a:lnTo>
                    <a:pt x="424702" y="1352452"/>
                  </a:lnTo>
                  <a:lnTo>
                    <a:pt x="419924" y="1356752"/>
                  </a:lnTo>
                  <a:lnTo>
                    <a:pt x="416103" y="1359618"/>
                  </a:lnTo>
                  <a:lnTo>
                    <a:pt x="404637" y="1371084"/>
                  </a:lnTo>
                  <a:lnTo>
                    <a:pt x="399382" y="1374905"/>
                  </a:lnTo>
                  <a:lnTo>
                    <a:pt x="396515" y="1377772"/>
                  </a:lnTo>
                  <a:lnTo>
                    <a:pt x="394605" y="1380160"/>
                  </a:lnTo>
                  <a:lnTo>
                    <a:pt x="392216" y="1382071"/>
                  </a:lnTo>
                  <a:lnTo>
                    <a:pt x="389827" y="1383027"/>
                  </a:lnTo>
                  <a:lnTo>
                    <a:pt x="385050" y="1383982"/>
                  </a:lnTo>
                  <a:lnTo>
                    <a:pt x="382184" y="1384938"/>
                  </a:lnTo>
                  <a:lnTo>
                    <a:pt x="380750" y="1383982"/>
                  </a:lnTo>
                  <a:lnTo>
                    <a:pt x="380273" y="1378727"/>
                  </a:lnTo>
                  <a:lnTo>
                    <a:pt x="380750" y="1375383"/>
                  </a:lnTo>
                  <a:lnTo>
                    <a:pt x="380273" y="1372517"/>
                  </a:lnTo>
                  <a:lnTo>
                    <a:pt x="381706" y="1367739"/>
                  </a:lnTo>
                  <a:lnTo>
                    <a:pt x="383617" y="1364873"/>
                  </a:lnTo>
                  <a:lnTo>
                    <a:pt x="384572" y="1362962"/>
                  </a:lnTo>
                  <a:lnTo>
                    <a:pt x="384572" y="1361529"/>
                  </a:lnTo>
                  <a:lnTo>
                    <a:pt x="388394" y="1358185"/>
                  </a:lnTo>
                  <a:lnTo>
                    <a:pt x="390783" y="1356752"/>
                  </a:lnTo>
                  <a:lnTo>
                    <a:pt x="392216" y="1353408"/>
                  </a:lnTo>
                  <a:lnTo>
                    <a:pt x="400815" y="1352452"/>
                  </a:lnTo>
                  <a:lnTo>
                    <a:pt x="403204" y="1352452"/>
                  </a:lnTo>
                  <a:lnTo>
                    <a:pt x="404159" y="1351974"/>
                  </a:lnTo>
                  <a:lnTo>
                    <a:pt x="405115" y="1351019"/>
                  </a:lnTo>
                  <a:lnTo>
                    <a:pt x="404159" y="1350063"/>
                  </a:lnTo>
                  <a:lnTo>
                    <a:pt x="401771" y="1349586"/>
                  </a:lnTo>
                  <a:lnTo>
                    <a:pt x="394605" y="1349586"/>
                  </a:lnTo>
                  <a:lnTo>
                    <a:pt x="388394" y="1349108"/>
                  </a:lnTo>
                  <a:lnTo>
                    <a:pt x="385528" y="1348630"/>
                  </a:lnTo>
                  <a:lnTo>
                    <a:pt x="384095" y="1349108"/>
                  </a:lnTo>
                  <a:lnTo>
                    <a:pt x="381706" y="1348153"/>
                  </a:lnTo>
                  <a:lnTo>
                    <a:pt x="379317" y="1346242"/>
                  </a:lnTo>
                  <a:lnTo>
                    <a:pt x="375496" y="1339076"/>
                  </a:lnTo>
                  <a:lnTo>
                    <a:pt x="376929" y="1329999"/>
                  </a:lnTo>
                  <a:lnTo>
                    <a:pt x="376929" y="1325699"/>
                  </a:lnTo>
                  <a:lnTo>
                    <a:pt x="382184" y="1321877"/>
                  </a:lnTo>
                  <a:lnTo>
                    <a:pt x="384572" y="1320922"/>
                  </a:lnTo>
                  <a:lnTo>
                    <a:pt x="388394" y="1318056"/>
                  </a:lnTo>
                  <a:lnTo>
                    <a:pt x="393649" y="1312801"/>
                  </a:lnTo>
                  <a:lnTo>
                    <a:pt x="399382" y="1309934"/>
                  </a:lnTo>
                  <a:lnTo>
                    <a:pt x="402726" y="1309456"/>
                  </a:lnTo>
                  <a:lnTo>
                    <a:pt x="405115" y="1309934"/>
                  </a:lnTo>
                  <a:lnTo>
                    <a:pt x="414669" y="1314234"/>
                  </a:lnTo>
                  <a:lnTo>
                    <a:pt x="419446" y="1315189"/>
                  </a:lnTo>
                  <a:lnTo>
                    <a:pt x="423746" y="1313756"/>
                  </a:lnTo>
                  <a:lnTo>
                    <a:pt x="429001" y="1315667"/>
                  </a:lnTo>
                  <a:lnTo>
                    <a:pt x="438556" y="1321400"/>
                  </a:lnTo>
                  <a:lnTo>
                    <a:pt x="440467" y="1320444"/>
                  </a:lnTo>
                  <a:lnTo>
                    <a:pt x="439989" y="1319011"/>
                  </a:lnTo>
                  <a:lnTo>
                    <a:pt x="429479" y="1312801"/>
                  </a:lnTo>
                  <a:lnTo>
                    <a:pt x="429479" y="1310890"/>
                  </a:lnTo>
                  <a:lnTo>
                    <a:pt x="431868" y="1310412"/>
                  </a:lnTo>
                  <a:lnTo>
                    <a:pt x="434734" y="1308501"/>
                  </a:lnTo>
                  <a:lnTo>
                    <a:pt x="433301" y="1307068"/>
                  </a:lnTo>
                  <a:lnTo>
                    <a:pt x="426135" y="1308501"/>
                  </a:lnTo>
                  <a:lnTo>
                    <a:pt x="424224" y="1309934"/>
                  </a:lnTo>
                  <a:lnTo>
                    <a:pt x="417536" y="1310412"/>
                  </a:lnTo>
                  <a:lnTo>
                    <a:pt x="413714" y="1309456"/>
                  </a:lnTo>
                  <a:lnTo>
                    <a:pt x="410847" y="1308501"/>
                  </a:lnTo>
                  <a:lnTo>
                    <a:pt x="406070" y="1305635"/>
                  </a:lnTo>
                  <a:lnTo>
                    <a:pt x="401771" y="1306590"/>
                  </a:lnTo>
                  <a:lnTo>
                    <a:pt x="399382" y="1308023"/>
                  </a:lnTo>
                  <a:lnTo>
                    <a:pt x="395082" y="1308979"/>
                  </a:lnTo>
                  <a:lnTo>
                    <a:pt x="393171" y="1309456"/>
                  </a:lnTo>
                  <a:lnTo>
                    <a:pt x="384572" y="1318533"/>
                  </a:lnTo>
                  <a:lnTo>
                    <a:pt x="381228" y="1320444"/>
                  </a:lnTo>
                  <a:lnTo>
                    <a:pt x="378362" y="1319489"/>
                  </a:lnTo>
                  <a:lnTo>
                    <a:pt x="380273" y="1313756"/>
                  </a:lnTo>
                  <a:lnTo>
                    <a:pt x="380750" y="1311845"/>
                  </a:lnTo>
                  <a:lnTo>
                    <a:pt x="380750" y="1309456"/>
                  </a:lnTo>
                  <a:lnTo>
                    <a:pt x="381706" y="1306112"/>
                  </a:lnTo>
                  <a:lnTo>
                    <a:pt x="386005" y="1299424"/>
                  </a:lnTo>
                  <a:lnTo>
                    <a:pt x="388872" y="1292258"/>
                  </a:lnTo>
                  <a:lnTo>
                    <a:pt x="389827" y="1287959"/>
                  </a:lnTo>
                  <a:lnTo>
                    <a:pt x="392216" y="1287481"/>
                  </a:lnTo>
                  <a:lnTo>
                    <a:pt x="395082" y="1287959"/>
                  </a:lnTo>
                  <a:lnTo>
                    <a:pt x="404159" y="1290825"/>
                  </a:lnTo>
                  <a:lnTo>
                    <a:pt x="411803" y="1294169"/>
                  </a:lnTo>
                  <a:lnTo>
                    <a:pt x="417058" y="1295125"/>
                  </a:lnTo>
                  <a:lnTo>
                    <a:pt x="420880" y="1295125"/>
                  </a:lnTo>
                  <a:lnTo>
                    <a:pt x="422313" y="1294169"/>
                  </a:lnTo>
                  <a:lnTo>
                    <a:pt x="423746" y="1292258"/>
                  </a:lnTo>
                  <a:lnTo>
                    <a:pt x="424224" y="1290825"/>
                  </a:lnTo>
                  <a:lnTo>
                    <a:pt x="424224" y="1288436"/>
                  </a:lnTo>
                  <a:lnTo>
                    <a:pt x="424702" y="1287481"/>
                  </a:lnTo>
                  <a:lnTo>
                    <a:pt x="426135" y="1286048"/>
                  </a:lnTo>
                  <a:lnTo>
                    <a:pt x="428523" y="1282226"/>
                  </a:lnTo>
                  <a:lnTo>
                    <a:pt x="429479" y="1278882"/>
                  </a:lnTo>
                  <a:lnTo>
                    <a:pt x="428523" y="1277449"/>
                  </a:lnTo>
                  <a:lnTo>
                    <a:pt x="426612" y="1277449"/>
                  </a:lnTo>
                  <a:lnTo>
                    <a:pt x="423746" y="1278882"/>
                  </a:lnTo>
                  <a:lnTo>
                    <a:pt x="423268" y="1279360"/>
                  </a:lnTo>
                  <a:lnTo>
                    <a:pt x="423268" y="1279837"/>
                  </a:lnTo>
                  <a:lnTo>
                    <a:pt x="419924" y="1284615"/>
                  </a:lnTo>
                  <a:lnTo>
                    <a:pt x="416580" y="1285570"/>
                  </a:lnTo>
                  <a:lnTo>
                    <a:pt x="408937" y="1287003"/>
                  </a:lnTo>
                  <a:lnTo>
                    <a:pt x="405115" y="1287481"/>
                  </a:lnTo>
                  <a:lnTo>
                    <a:pt x="398904" y="1285092"/>
                  </a:lnTo>
                  <a:lnTo>
                    <a:pt x="397949" y="1284137"/>
                  </a:lnTo>
                  <a:lnTo>
                    <a:pt x="397471" y="1282704"/>
                  </a:lnTo>
                  <a:lnTo>
                    <a:pt x="389349" y="1283181"/>
                  </a:lnTo>
                  <a:lnTo>
                    <a:pt x="387439" y="1283659"/>
                  </a:lnTo>
                  <a:lnTo>
                    <a:pt x="385528" y="1283659"/>
                  </a:lnTo>
                  <a:lnTo>
                    <a:pt x="386483" y="1280793"/>
                  </a:lnTo>
                  <a:lnTo>
                    <a:pt x="388872" y="1277926"/>
                  </a:lnTo>
                  <a:lnTo>
                    <a:pt x="392216" y="1267894"/>
                  </a:lnTo>
                  <a:lnTo>
                    <a:pt x="395082" y="1265505"/>
                  </a:lnTo>
                  <a:lnTo>
                    <a:pt x="400815" y="1263117"/>
                  </a:lnTo>
                  <a:lnTo>
                    <a:pt x="407026" y="1263595"/>
                  </a:lnTo>
                  <a:lnTo>
                    <a:pt x="417058" y="1271238"/>
                  </a:lnTo>
                  <a:lnTo>
                    <a:pt x="420402" y="1271716"/>
                  </a:lnTo>
                  <a:lnTo>
                    <a:pt x="423268" y="1271238"/>
                  </a:lnTo>
                  <a:lnTo>
                    <a:pt x="429957" y="1268372"/>
                  </a:lnTo>
                  <a:lnTo>
                    <a:pt x="431390" y="1267416"/>
                  </a:lnTo>
                  <a:lnTo>
                    <a:pt x="433778" y="1264550"/>
                  </a:lnTo>
                  <a:lnTo>
                    <a:pt x="436645" y="1258817"/>
                  </a:lnTo>
                  <a:lnTo>
                    <a:pt x="436645" y="1257384"/>
                  </a:lnTo>
                  <a:lnTo>
                    <a:pt x="431868" y="1260728"/>
                  </a:lnTo>
                  <a:lnTo>
                    <a:pt x="429479" y="1261683"/>
                  </a:lnTo>
                  <a:lnTo>
                    <a:pt x="427568" y="1261683"/>
                  </a:lnTo>
                  <a:lnTo>
                    <a:pt x="429479" y="1251651"/>
                  </a:lnTo>
                  <a:lnTo>
                    <a:pt x="430434" y="1243530"/>
                  </a:lnTo>
                  <a:lnTo>
                    <a:pt x="430912" y="1241619"/>
                  </a:lnTo>
                  <a:lnTo>
                    <a:pt x="436645" y="1242574"/>
                  </a:lnTo>
                  <a:lnTo>
                    <a:pt x="444766" y="1241619"/>
                  </a:lnTo>
                  <a:lnTo>
                    <a:pt x="446677" y="1239708"/>
                  </a:lnTo>
                  <a:lnTo>
                    <a:pt x="446677" y="1238753"/>
                  </a:lnTo>
                  <a:lnTo>
                    <a:pt x="443333" y="1237797"/>
                  </a:lnTo>
                  <a:lnTo>
                    <a:pt x="441900" y="1235886"/>
                  </a:lnTo>
                  <a:lnTo>
                    <a:pt x="439033" y="1236364"/>
                  </a:lnTo>
                  <a:lnTo>
                    <a:pt x="435689" y="1237797"/>
                  </a:lnTo>
                  <a:lnTo>
                    <a:pt x="430912" y="1237797"/>
                  </a:lnTo>
                  <a:lnTo>
                    <a:pt x="431390" y="1234453"/>
                  </a:lnTo>
                  <a:lnTo>
                    <a:pt x="434734" y="1227287"/>
                  </a:lnTo>
                  <a:lnTo>
                    <a:pt x="435212" y="1223943"/>
                  </a:lnTo>
                  <a:lnTo>
                    <a:pt x="436167" y="1217732"/>
                  </a:lnTo>
                  <a:lnTo>
                    <a:pt x="436645" y="1214388"/>
                  </a:lnTo>
                  <a:lnTo>
                    <a:pt x="438078" y="1211044"/>
                  </a:lnTo>
                  <a:lnTo>
                    <a:pt x="443333" y="1208656"/>
                  </a:lnTo>
                  <a:lnTo>
                    <a:pt x="445722" y="1207222"/>
                  </a:lnTo>
                  <a:lnTo>
                    <a:pt x="445722" y="1205789"/>
                  </a:lnTo>
                  <a:lnTo>
                    <a:pt x="442378" y="1200056"/>
                  </a:lnTo>
                  <a:lnTo>
                    <a:pt x="443333" y="1198146"/>
                  </a:lnTo>
                  <a:lnTo>
                    <a:pt x="445722" y="1196712"/>
                  </a:lnTo>
                  <a:lnTo>
                    <a:pt x="446677" y="1195757"/>
                  </a:lnTo>
                  <a:lnTo>
                    <a:pt x="446199" y="1194801"/>
                  </a:lnTo>
                  <a:lnTo>
                    <a:pt x="443811" y="1194324"/>
                  </a:lnTo>
                  <a:lnTo>
                    <a:pt x="440467" y="1195757"/>
                  </a:lnTo>
                  <a:lnTo>
                    <a:pt x="436645" y="1196235"/>
                  </a:lnTo>
                  <a:lnTo>
                    <a:pt x="433301" y="1194324"/>
                  </a:lnTo>
                  <a:lnTo>
                    <a:pt x="430434" y="1193368"/>
                  </a:lnTo>
                  <a:lnTo>
                    <a:pt x="429001" y="1193846"/>
                  </a:lnTo>
                  <a:lnTo>
                    <a:pt x="424224" y="1197190"/>
                  </a:lnTo>
                  <a:lnTo>
                    <a:pt x="422791" y="1197190"/>
                  </a:lnTo>
                  <a:lnTo>
                    <a:pt x="420880" y="1196235"/>
                  </a:lnTo>
                  <a:lnTo>
                    <a:pt x="407981" y="1193368"/>
                  </a:lnTo>
                  <a:lnTo>
                    <a:pt x="406070" y="1192413"/>
                  </a:lnTo>
                  <a:lnTo>
                    <a:pt x="401293" y="1187158"/>
                  </a:lnTo>
                  <a:lnTo>
                    <a:pt x="397471" y="1183814"/>
                  </a:lnTo>
                  <a:lnTo>
                    <a:pt x="392694" y="1180469"/>
                  </a:lnTo>
                  <a:lnTo>
                    <a:pt x="386005" y="1177603"/>
                  </a:lnTo>
                  <a:lnTo>
                    <a:pt x="377884" y="1175692"/>
                  </a:lnTo>
                  <a:lnTo>
                    <a:pt x="372629" y="1173781"/>
                  </a:lnTo>
                  <a:lnTo>
                    <a:pt x="370240" y="1171393"/>
                  </a:lnTo>
                  <a:lnTo>
                    <a:pt x="366419" y="1165660"/>
                  </a:lnTo>
                  <a:lnTo>
                    <a:pt x="363074" y="1160883"/>
                  </a:lnTo>
                  <a:lnTo>
                    <a:pt x="362597" y="1158494"/>
                  </a:lnTo>
                  <a:lnTo>
                    <a:pt x="364508" y="1155628"/>
                  </a:lnTo>
                  <a:lnTo>
                    <a:pt x="366419" y="1153717"/>
                  </a:lnTo>
                  <a:lnTo>
                    <a:pt x="369763" y="1151806"/>
                  </a:lnTo>
                  <a:lnTo>
                    <a:pt x="375973" y="1152283"/>
                  </a:lnTo>
                  <a:lnTo>
                    <a:pt x="379317" y="1153239"/>
                  </a:lnTo>
                  <a:lnTo>
                    <a:pt x="382661" y="1154672"/>
                  </a:lnTo>
                  <a:lnTo>
                    <a:pt x="385528" y="1155150"/>
                  </a:lnTo>
                  <a:lnTo>
                    <a:pt x="391261" y="1154672"/>
                  </a:lnTo>
                  <a:lnTo>
                    <a:pt x="396993" y="1155628"/>
                  </a:lnTo>
                  <a:lnTo>
                    <a:pt x="400337" y="1157061"/>
                  </a:lnTo>
                  <a:lnTo>
                    <a:pt x="404637" y="1159449"/>
                  </a:lnTo>
                  <a:lnTo>
                    <a:pt x="417058" y="1169482"/>
                  </a:lnTo>
                  <a:lnTo>
                    <a:pt x="422313" y="1172826"/>
                  </a:lnTo>
                  <a:lnTo>
                    <a:pt x="424702" y="1173304"/>
                  </a:lnTo>
                  <a:lnTo>
                    <a:pt x="433778" y="1177125"/>
                  </a:lnTo>
                  <a:lnTo>
                    <a:pt x="435212" y="1176648"/>
                  </a:lnTo>
                  <a:lnTo>
                    <a:pt x="439033" y="1175215"/>
                  </a:lnTo>
                  <a:lnTo>
                    <a:pt x="439511" y="1173781"/>
                  </a:lnTo>
                  <a:lnTo>
                    <a:pt x="438078" y="1172826"/>
                  </a:lnTo>
                  <a:lnTo>
                    <a:pt x="433778" y="1171870"/>
                  </a:lnTo>
                  <a:lnTo>
                    <a:pt x="429001" y="1168049"/>
                  </a:lnTo>
                  <a:lnTo>
                    <a:pt x="426135" y="1164704"/>
                  </a:lnTo>
                  <a:lnTo>
                    <a:pt x="426135" y="1159449"/>
                  </a:lnTo>
                  <a:lnTo>
                    <a:pt x="426135" y="1156105"/>
                  </a:lnTo>
                  <a:lnTo>
                    <a:pt x="427090" y="1154672"/>
                  </a:lnTo>
                  <a:lnTo>
                    <a:pt x="427568" y="1149895"/>
                  </a:lnTo>
                  <a:lnTo>
                    <a:pt x="424702" y="1147506"/>
                  </a:lnTo>
                  <a:lnTo>
                    <a:pt x="422791" y="1146551"/>
                  </a:lnTo>
                  <a:lnTo>
                    <a:pt x="417536" y="1142251"/>
                  </a:lnTo>
                  <a:lnTo>
                    <a:pt x="417058" y="1141296"/>
                  </a:lnTo>
                  <a:lnTo>
                    <a:pt x="419924" y="1140818"/>
                  </a:lnTo>
                  <a:lnTo>
                    <a:pt x="422313" y="1141296"/>
                  </a:lnTo>
                  <a:lnTo>
                    <a:pt x="427568" y="1143207"/>
                  </a:lnTo>
                  <a:lnTo>
                    <a:pt x="429957" y="1143684"/>
                  </a:lnTo>
                  <a:lnTo>
                    <a:pt x="431868" y="1142729"/>
                  </a:lnTo>
                  <a:lnTo>
                    <a:pt x="432345" y="1141774"/>
                  </a:lnTo>
                  <a:lnTo>
                    <a:pt x="429001" y="1139385"/>
                  </a:lnTo>
                  <a:lnTo>
                    <a:pt x="425179" y="1135085"/>
                  </a:lnTo>
                  <a:lnTo>
                    <a:pt x="417058" y="1134608"/>
                  </a:lnTo>
                  <a:lnTo>
                    <a:pt x="411803" y="1135085"/>
                  </a:lnTo>
                  <a:lnTo>
                    <a:pt x="407981" y="1133652"/>
                  </a:lnTo>
                  <a:lnTo>
                    <a:pt x="404637" y="1131263"/>
                  </a:lnTo>
                  <a:lnTo>
                    <a:pt x="402248" y="1130786"/>
                  </a:lnTo>
                  <a:lnTo>
                    <a:pt x="397471" y="1132219"/>
                  </a:lnTo>
                  <a:lnTo>
                    <a:pt x="395082" y="1132219"/>
                  </a:lnTo>
                  <a:lnTo>
                    <a:pt x="392694" y="1131741"/>
                  </a:lnTo>
                  <a:lnTo>
                    <a:pt x="390783" y="1124097"/>
                  </a:lnTo>
                  <a:lnTo>
                    <a:pt x="391261" y="1122187"/>
                  </a:lnTo>
                  <a:lnTo>
                    <a:pt x="392694" y="1121231"/>
                  </a:lnTo>
                  <a:lnTo>
                    <a:pt x="394127" y="1118842"/>
                  </a:lnTo>
                  <a:lnTo>
                    <a:pt x="395082" y="1115976"/>
                  </a:lnTo>
                  <a:lnTo>
                    <a:pt x="397949" y="1113587"/>
                  </a:lnTo>
                  <a:lnTo>
                    <a:pt x="413236" y="1107855"/>
                  </a:lnTo>
                  <a:lnTo>
                    <a:pt x="417536" y="1103555"/>
                  </a:lnTo>
                  <a:lnTo>
                    <a:pt x="417058" y="1103077"/>
                  </a:lnTo>
                  <a:lnTo>
                    <a:pt x="414669" y="1104033"/>
                  </a:lnTo>
                  <a:lnTo>
                    <a:pt x="411325" y="1105944"/>
                  </a:lnTo>
                  <a:lnTo>
                    <a:pt x="408937" y="1105944"/>
                  </a:lnTo>
                  <a:lnTo>
                    <a:pt x="399860" y="1103555"/>
                  </a:lnTo>
                  <a:lnTo>
                    <a:pt x="398426" y="1104033"/>
                  </a:lnTo>
                  <a:lnTo>
                    <a:pt x="394605" y="1107855"/>
                  </a:lnTo>
                  <a:lnTo>
                    <a:pt x="389827" y="1111676"/>
                  </a:lnTo>
                  <a:lnTo>
                    <a:pt x="387439" y="1111199"/>
                  </a:lnTo>
                  <a:lnTo>
                    <a:pt x="384095" y="1109288"/>
                  </a:lnTo>
                  <a:lnTo>
                    <a:pt x="383617" y="1107377"/>
                  </a:lnTo>
                  <a:lnTo>
                    <a:pt x="383617" y="1105466"/>
                  </a:lnTo>
                  <a:lnTo>
                    <a:pt x="386961" y="1103077"/>
                  </a:lnTo>
                  <a:lnTo>
                    <a:pt x="387916" y="1101644"/>
                  </a:lnTo>
                  <a:lnTo>
                    <a:pt x="390305" y="1097822"/>
                  </a:lnTo>
                  <a:lnTo>
                    <a:pt x="390305" y="1095911"/>
                  </a:lnTo>
                  <a:lnTo>
                    <a:pt x="386483" y="1096867"/>
                  </a:lnTo>
                  <a:lnTo>
                    <a:pt x="386005" y="1094956"/>
                  </a:lnTo>
                  <a:lnTo>
                    <a:pt x="386005" y="1092090"/>
                  </a:lnTo>
                  <a:lnTo>
                    <a:pt x="385528" y="1088268"/>
                  </a:lnTo>
                  <a:lnTo>
                    <a:pt x="384572" y="1084446"/>
                  </a:lnTo>
                  <a:lnTo>
                    <a:pt x="381706" y="1078713"/>
                  </a:lnTo>
                  <a:lnTo>
                    <a:pt x="380273" y="1077280"/>
                  </a:lnTo>
                  <a:lnTo>
                    <a:pt x="379317" y="1075369"/>
                  </a:lnTo>
                  <a:lnTo>
                    <a:pt x="376929" y="1067248"/>
                  </a:lnTo>
                  <a:lnTo>
                    <a:pt x="377406" y="1065337"/>
                  </a:lnTo>
                  <a:lnTo>
                    <a:pt x="379795" y="1063904"/>
                  </a:lnTo>
                  <a:lnTo>
                    <a:pt x="380273" y="1062948"/>
                  </a:lnTo>
                  <a:lnTo>
                    <a:pt x="375018" y="1064381"/>
                  </a:lnTo>
                  <a:lnTo>
                    <a:pt x="374540" y="1065814"/>
                  </a:lnTo>
                  <a:lnTo>
                    <a:pt x="375496" y="1067725"/>
                  </a:lnTo>
                  <a:lnTo>
                    <a:pt x="375973" y="1070592"/>
                  </a:lnTo>
                  <a:lnTo>
                    <a:pt x="376451" y="1073936"/>
                  </a:lnTo>
                  <a:lnTo>
                    <a:pt x="377406" y="1076802"/>
                  </a:lnTo>
                  <a:lnTo>
                    <a:pt x="378839" y="1080146"/>
                  </a:lnTo>
                  <a:lnTo>
                    <a:pt x="380273" y="1081580"/>
                  </a:lnTo>
                  <a:lnTo>
                    <a:pt x="382661" y="1085879"/>
                  </a:lnTo>
                  <a:lnTo>
                    <a:pt x="383617" y="1090656"/>
                  </a:lnTo>
                  <a:lnTo>
                    <a:pt x="383617" y="1093523"/>
                  </a:lnTo>
                  <a:lnTo>
                    <a:pt x="381706" y="1095911"/>
                  </a:lnTo>
                  <a:lnTo>
                    <a:pt x="378839" y="1098778"/>
                  </a:lnTo>
                  <a:lnTo>
                    <a:pt x="377884" y="1101167"/>
                  </a:lnTo>
                  <a:lnTo>
                    <a:pt x="377406" y="1103555"/>
                  </a:lnTo>
                  <a:lnTo>
                    <a:pt x="375018" y="1105466"/>
                  </a:lnTo>
                  <a:lnTo>
                    <a:pt x="374062" y="1104511"/>
                  </a:lnTo>
                  <a:lnTo>
                    <a:pt x="372629" y="1104511"/>
                  </a:lnTo>
                  <a:lnTo>
                    <a:pt x="374062" y="1108332"/>
                  </a:lnTo>
                  <a:lnTo>
                    <a:pt x="375018" y="1112154"/>
                  </a:lnTo>
                  <a:lnTo>
                    <a:pt x="374062" y="1115976"/>
                  </a:lnTo>
                  <a:lnTo>
                    <a:pt x="371196" y="1118365"/>
                  </a:lnTo>
                  <a:lnTo>
                    <a:pt x="369763" y="1118365"/>
                  </a:lnTo>
                  <a:lnTo>
                    <a:pt x="366896" y="1120276"/>
                  </a:lnTo>
                  <a:lnTo>
                    <a:pt x="359730" y="1121231"/>
                  </a:lnTo>
                  <a:lnTo>
                    <a:pt x="356864" y="1120753"/>
                  </a:lnTo>
                  <a:lnTo>
                    <a:pt x="352087" y="1118842"/>
                  </a:lnTo>
                  <a:lnTo>
                    <a:pt x="346832" y="1117887"/>
                  </a:lnTo>
                  <a:lnTo>
                    <a:pt x="344443" y="1115498"/>
                  </a:lnTo>
                  <a:lnTo>
                    <a:pt x="341577" y="1110721"/>
                  </a:lnTo>
                  <a:lnTo>
                    <a:pt x="340143" y="1106421"/>
                  </a:lnTo>
                  <a:lnTo>
                    <a:pt x="340143" y="1102600"/>
                  </a:lnTo>
                  <a:lnTo>
                    <a:pt x="340621" y="1099733"/>
                  </a:lnTo>
                  <a:lnTo>
                    <a:pt x="342532" y="1098300"/>
                  </a:lnTo>
                  <a:lnTo>
                    <a:pt x="344443" y="1087312"/>
                  </a:lnTo>
                  <a:lnTo>
                    <a:pt x="347309" y="1078235"/>
                  </a:lnTo>
                  <a:lnTo>
                    <a:pt x="353998" y="1068681"/>
                  </a:lnTo>
                  <a:lnTo>
                    <a:pt x="355908" y="1065337"/>
                  </a:lnTo>
                  <a:lnTo>
                    <a:pt x="356386" y="1063426"/>
                  </a:lnTo>
                  <a:lnTo>
                    <a:pt x="356386" y="1061993"/>
                  </a:lnTo>
                  <a:lnTo>
                    <a:pt x="355431" y="1061037"/>
                  </a:lnTo>
                  <a:lnTo>
                    <a:pt x="346832" y="1072980"/>
                  </a:lnTo>
                  <a:lnTo>
                    <a:pt x="341577" y="1073936"/>
                  </a:lnTo>
                  <a:lnTo>
                    <a:pt x="340143" y="1071547"/>
                  </a:lnTo>
                  <a:lnTo>
                    <a:pt x="340621" y="1066770"/>
                  </a:lnTo>
                  <a:lnTo>
                    <a:pt x="341577" y="1065814"/>
                  </a:lnTo>
                  <a:lnTo>
                    <a:pt x="345876" y="1066292"/>
                  </a:lnTo>
                  <a:lnTo>
                    <a:pt x="347309" y="1063426"/>
                  </a:lnTo>
                  <a:lnTo>
                    <a:pt x="344921" y="1059604"/>
                  </a:lnTo>
                  <a:lnTo>
                    <a:pt x="342054" y="1058648"/>
                  </a:lnTo>
                  <a:lnTo>
                    <a:pt x="341577" y="1057693"/>
                  </a:lnTo>
                  <a:lnTo>
                    <a:pt x="344443" y="1054827"/>
                  </a:lnTo>
                  <a:lnTo>
                    <a:pt x="351131" y="1054827"/>
                  </a:lnTo>
                  <a:lnTo>
                    <a:pt x="352564" y="1052916"/>
                  </a:lnTo>
                  <a:lnTo>
                    <a:pt x="354953" y="1050527"/>
                  </a:lnTo>
                  <a:lnTo>
                    <a:pt x="357342" y="1046228"/>
                  </a:lnTo>
                  <a:lnTo>
                    <a:pt x="358297" y="1042406"/>
                  </a:lnTo>
                  <a:lnTo>
                    <a:pt x="358775" y="1039539"/>
                  </a:lnTo>
                  <a:lnTo>
                    <a:pt x="358297" y="1037151"/>
                  </a:lnTo>
                  <a:lnTo>
                    <a:pt x="357819" y="1034762"/>
                  </a:lnTo>
                  <a:lnTo>
                    <a:pt x="358297" y="1031896"/>
                  </a:lnTo>
                  <a:lnTo>
                    <a:pt x="357819" y="1029507"/>
                  </a:lnTo>
                  <a:lnTo>
                    <a:pt x="355908" y="1026163"/>
                  </a:lnTo>
                  <a:lnTo>
                    <a:pt x="352087" y="1023296"/>
                  </a:lnTo>
                  <a:lnTo>
                    <a:pt x="350654" y="1026641"/>
                  </a:lnTo>
                  <a:lnTo>
                    <a:pt x="349220" y="1028074"/>
                  </a:lnTo>
                  <a:lnTo>
                    <a:pt x="347787" y="1028074"/>
                  </a:lnTo>
                  <a:lnTo>
                    <a:pt x="345876" y="1027118"/>
                  </a:lnTo>
                  <a:lnTo>
                    <a:pt x="344443" y="1026163"/>
                  </a:lnTo>
                  <a:lnTo>
                    <a:pt x="342532" y="1025207"/>
                  </a:lnTo>
                  <a:lnTo>
                    <a:pt x="340621" y="1024730"/>
                  </a:lnTo>
                  <a:lnTo>
                    <a:pt x="340143" y="1023774"/>
                  </a:lnTo>
                  <a:lnTo>
                    <a:pt x="339666" y="1020908"/>
                  </a:lnTo>
                  <a:lnTo>
                    <a:pt x="339666" y="1017086"/>
                  </a:lnTo>
                  <a:lnTo>
                    <a:pt x="341577" y="1015175"/>
                  </a:lnTo>
                  <a:lnTo>
                    <a:pt x="344443" y="1014220"/>
                  </a:lnTo>
                  <a:lnTo>
                    <a:pt x="346354" y="1011353"/>
                  </a:lnTo>
                  <a:lnTo>
                    <a:pt x="347309" y="1007531"/>
                  </a:lnTo>
                  <a:lnTo>
                    <a:pt x="347787" y="1003710"/>
                  </a:lnTo>
                  <a:lnTo>
                    <a:pt x="346832" y="998932"/>
                  </a:lnTo>
                  <a:lnTo>
                    <a:pt x="344443" y="995110"/>
                  </a:lnTo>
                  <a:lnTo>
                    <a:pt x="340143" y="998932"/>
                  </a:lnTo>
                  <a:lnTo>
                    <a:pt x="338710" y="999888"/>
                  </a:lnTo>
                  <a:lnTo>
                    <a:pt x="338232" y="997021"/>
                  </a:lnTo>
                  <a:lnTo>
                    <a:pt x="337755" y="995110"/>
                  </a:lnTo>
                  <a:lnTo>
                    <a:pt x="335844" y="992244"/>
                  </a:lnTo>
                  <a:lnTo>
                    <a:pt x="333455" y="990333"/>
                  </a:lnTo>
                  <a:lnTo>
                    <a:pt x="331544" y="988900"/>
                  </a:lnTo>
                  <a:lnTo>
                    <a:pt x="331544" y="986989"/>
                  </a:lnTo>
                  <a:lnTo>
                    <a:pt x="332022" y="984600"/>
                  </a:lnTo>
                  <a:lnTo>
                    <a:pt x="332977" y="981734"/>
                  </a:lnTo>
                  <a:lnTo>
                    <a:pt x="333933" y="976001"/>
                  </a:lnTo>
                  <a:lnTo>
                    <a:pt x="335366" y="976479"/>
                  </a:lnTo>
                  <a:lnTo>
                    <a:pt x="336799" y="976001"/>
                  </a:lnTo>
                  <a:lnTo>
                    <a:pt x="335844" y="971224"/>
                  </a:lnTo>
                  <a:lnTo>
                    <a:pt x="334889" y="966924"/>
                  </a:lnTo>
                  <a:lnTo>
                    <a:pt x="333455" y="964536"/>
                  </a:lnTo>
                  <a:lnTo>
                    <a:pt x="333455" y="963580"/>
                  </a:lnTo>
                  <a:lnTo>
                    <a:pt x="332977" y="962625"/>
                  </a:lnTo>
                  <a:lnTo>
                    <a:pt x="332022" y="959759"/>
                  </a:lnTo>
                  <a:lnTo>
                    <a:pt x="331066" y="957370"/>
                  </a:lnTo>
                  <a:lnTo>
                    <a:pt x="329156" y="951637"/>
                  </a:lnTo>
                  <a:lnTo>
                    <a:pt x="327723" y="949248"/>
                  </a:lnTo>
                  <a:lnTo>
                    <a:pt x="325812" y="948293"/>
                  </a:lnTo>
                  <a:lnTo>
                    <a:pt x="323901" y="947815"/>
                  </a:lnTo>
                  <a:lnTo>
                    <a:pt x="320557" y="949726"/>
                  </a:lnTo>
                  <a:lnTo>
                    <a:pt x="314346" y="951637"/>
                  </a:lnTo>
                  <a:lnTo>
                    <a:pt x="310047" y="952115"/>
                  </a:lnTo>
                  <a:lnTo>
                    <a:pt x="309091" y="951637"/>
                  </a:lnTo>
                  <a:lnTo>
                    <a:pt x="311480" y="949726"/>
                  </a:lnTo>
                  <a:lnTo>
                    <a:pt x="314824" y="947338"/>
                  </a:lnTo>
                  <a:lnTo>
                    <a:pt x="319601" y="945427"/>
                  </a:lnTo>
                  <a:lnTo>
                    <a:pt x="321034" y="941605"/>
                  </a:lnTo>
                  <a:lnTo>
                    <a:pt x="320079" y="938261"/>
                  </a:lnTo>
                  <a:lnTo>
                    <a:pt x="320557" y="934917"/>
                  </a:lnTo>
                  <a:lnTo>
                    <a:pt x="319123" y="931573"/>
                  </a:lnTo>
                  <a:lnTo>
                    <a:pt x="320557" y="929661"/>
                  </a:lnTo>
                  <a:lnTo>
                    <a:pt x="324856" y="927751"/>
                  </a:lnTo>
                  <a:lnTo>
                    <a:pt x="326767" y="927273"/>
                  </a:lnTo>
                  <a:lnTo>
                    <a:pt x="328200" y="924884"/>
                  </a:lnTo>
                  <a:lnTo>
                    <a:pt x="322945" y="918674"/>
                  </a:lnTo>
                  <a:lnTo>
                    <a:pt x="317690" y="914852"/>
                  </a:lnTo>
                  <a:lnTo>
                    <a:pt x="316257" y="913419"/>
                  </a:lnTo>
                  <a:lnTo>
                    <a:pt x="314824" y="910552"/>
                  </a:lnTo>
                  <a:lnTo>
                    <a:pt x="313868" y="906731"/>
                  </a:lnTo>
                  <a:lnTo>
                    <a:pt x="312435" y="903386"/>
                  </a:lnTo>
                  <a:lnTo>
                    <a:pt x="310047" y="899565"/>
                  </a:lnTo>
                  <a:lnTo>
                    <a:pt x="306225" y="895743"/>
                  </a:lnTo>
                  <a:lnTo>
                    <a:pt x="297625" y="889054"/>
                  </a:lnTo>
                  <a:lnTo>
                    <a:pt x="294282" y="884755"/>
                  </a:lnTo>
                  <a:lnTo>
                    <a:pt x="291893" y="877589"/>
                  </a:lnTo>
                  <a:lnTo>
                    <a:pt x="290459" y="874723"/>
                  </a:lnTo>
                  <a:lnTo>
                    <a:pt x="289026" y="872334"/>
                  </a:lnTo>
                  <a:lnTo>
                    <a:pt x="282816" y="867079"/>
                  </a:lnTo>
                  <a:lnTo>
                    <a:pt x="281860" y="864690"/>
                  </a:lnTo>
                  <a:lnTo>
                    <a:pt x="288071" y="858480"/>
                  </a:lnTo>
                  <a:lnTo>
                    <a:pt x="289026" y="856091"/>
                  </a:lnTo>
                  <a:lnTo>
                    <a:pt x="286160" y="847970"/>
                  </a:lnTo>
                  <a:lnTo>
                    <a:pt x="283771" y="842715"/>
                  </a:lnTo>
                  <a:lnTo>
                    <a:pt x="280905" y="840326"/>
                  </a:lnTo>
                  <a:lnTo>
                    <a:pt x="276605" y="839371"/>
                  </a:lnTo>
                  <a:lnTo>
                    <a:pt x="272306" y="836982"/>
                  </a:lnTo>
                  <a:lnTo>
                    <a:pt x="268962" y="832682"/>
                  </a:lnTo>
                  <a:lnTo>
                    <a:pt x="265140" y="829816"/>
                  </a:lnTo>
                  <a:lnTo>
                    <a:pt x="259885" y="826950"/>
                  </a:lnTo>
                  <a:lnTo>
                    <a:pt x="250808" y="819784"/>
                  </a:lnTo>
                  <a:lnTo>
                    <a:pt x="236954" y="812140"/>
                  </a:lnTo>
                  <a:lnTo>
                    <a:pt x="230743" y="807363"/>
                  </a:lnTo>
                  <a:lnTo>
                    <a:pt x="226921" y="805930"/>
                  </a:lnTo>
                  <a:lnTo>
                    <a:pt x="222144" y="805452"/>
                  </a:lnTo>
                  <a:lnTo>
                    <a:pt x="212590" y="801152"/>
                  </a:lnTo>
                  <a:lnTo>
                    <a:pt x="204468" y="799719"/>
                  </a:lnTo>
                  <a:lnTo>
                    <a:pt x="199691" y="800197"/>
                  </a:lnTo>
                  <a:lnTo>
                    <a:pt x="198258" y="799719"/>
                  </a:lnTo>
                  <a:lnTo>
                    <a:pt x="194436" y="794942"/>
                  </a:lnTo>
                  <a:lnTo>
                    <a:pt x="188703" y="792553"/>
                  </a:lnTo>
                  <a:lnTo>
                    <a:pt x="185837" y="793509"/>
                  </a:lnTo>
                  <a:lnTo>
                    <a:pt x="182493" y="798286"/>
                  </a:lnTo>
                  <a:lnTo>
                    <a:pt x="178193" y="803063"/>
                  </a:lnTo>
                  <a:lnTo>
                    <a:pt x="175804" y="803541"/>
                  </a:lnTo>
                  <a:lnTo>
                    <a:pt x="171983" y="799241"/>
                  </a:lnTo>
                  <a:lnTo>
                    <a:pt x="170549" y="796375"/>
                  </a:lnTo>
                  <a:lnTo>
                    <a:pt x="168638" y="795420"/>
                  </a:lnTo>
                  <a:lnTo>
                    <a:pt x="167205" y="796375"/>
                  </a:lnTo>
                  <a:lnTo>
                    <a:pt x="163861" y="800197"/>
                  </a:lnTo>
                  <a:lnTo>
                    <a:pt x="160995" y="803063"/>
                  </a:lnTo>
                  <a:lnTo>
                    <a:pt x="156695" y="806407"/>
                  </a:lnTo>
                  <a:lnTo>
                    <a:pt x="153351" y="807840"/>
                  </a:lnTo>
                  <a:lnTo>
                    <a:pt x="149052" y="808318"/>
                  </a:lnTo>
                  <a:lnTo>
                    <a:pt x="147619" y="809752"/>
                  </a:lnTo>
                  <a:lnTo>
                    <a:pt x="146185" y="809752"/>
                  </a:lnTo>
                  <a:lnTo>
                    <a:pt x="143797" y="808318"/>
                  </a:lnTo>
                  <a:lnTo>
                    <a:pt x="141408" y="806407"/>
                  </a:lnTo>
                  <a:lnTo>
                    <a:pt x="139497" y="803063"/>
                  </a:lnTo>
                  <a:lnTo>
                    <a:pt x="137586" y="801152"/>
                  </a:lnTo>
                  <a:lnTo>
                    <a:pt x="136153" y="801152"/>
                  </a:lnTo>
                  <a:lnTo>
                    <a:pt x="132331" y="802586"/>
                  </a:lnTo>
                  <a:lnTo>
                    <a:pt x="128031" y="807840"/>
                  </a:lnTo>
                  <a:lnTo>
                    <a:pt x="126121" y="808796"/>
                  </a:lnTo>
                  <a:lnTo>
                    <a:pt x="124210" y="808318"/>
                  </a:lnTo>
                  <a:lnTo>
                    <a:pt x="122299" y="806885"/>
                  </a:lnTo>
                  <a:lnTo>
                    <a:pt x="117999" y="803063"/>
                  </a:lnTo>
                  <a:lnTo>
                    <a:pt x="115611" y="803063"/>
                  </a:lnTo>
                  <a:lnTo>
                    <a:pt x="113700" y="804496"/>
                  </a:lnTo>
                  <a:lnTo>
                    <a:pt x="114177" y="807840"/>
                  </a:lnTo>
                  <a:lnTo>
                    <a:pt x="118477" y="815484"/>
                  </a:lnTo>
                  <a:lnTo>
                    <a:pt x="121821" y="821217"/>
                  </a:lnTo>
                  <a:lnTo>
                    <a:pt x="118955" y="821695"/>
                  </a:lnTo>
                  <a:lnTo>
                    <a:pt x="92680" y="814529"/>
                  </a:lnTo>
                  <a:lnTo>
                    <a:pt x="89335" y="812618"/>
                  </a:lnTo>
                  <a:lnTo>
                    <a:pt x="84558" y="807840"/>
                  </a:lnTo>
                  <a:lnTo>
                    <a:pt x="80258" y="805452"/>
                  </a:lnTo>
                  <a:lnTo>
                    <a:pt x="73570" y="798286"/>
                  </a:lnTo>
                  <a:lnTo>
                    <a:pt x="68315" y="793986"/>
                  </a:lnTo>
                  <a:lnTo>
                    <a:pt x="66405" y="791120"/>
                  </a:lnTo>
                  <a:lnTo>
                    <a:pt x="65927" y="789209"/>
                  </a:lnTo>
                  <a:lnTo>
                    <a:pt x="67838" y="786343"/>
                  </a:lnTo>
                  <a:lnTo>
                    <a:pt x="78348" y="776310"/>
                  </a:lnTo>
                  <a:lnTo>
                    <a:pt x="82647" y="774399"/>
                  </a:lnTo>
                  <a:lnTo>
                    <a:pt x="90769" y="772011"/>
                  </a:lnTo>
                  <a:lnTo>
                    <a:pt x="92680" y="770578"/>
                  </a:lnTo>
                  <a:lnTo>
                    <a:pt x="93157" y="769144"/>
                  </a:lnTo>
                  <a:lnTo>
                    <a:pt x="91246" y="767234"/>
                  </a:lnTo>
                  <a:lnTo>
                    <a:pt x="80258" y="768189"/>
                  </a:lnTo>
                  <a:lnTo>
                    <a:pt x="70704" y="766756"/>
                  </a:lnTo>
                  <a:lnTo>
                    <a:pt x="62105" y="762456"/>
                  </a:lnTo>
                  <a:lnTo>
                    <a:pt x="60672" y="761501"/>
                  </a:lnTo>
                  <a:lnTo>
                    <a:pt x="59239" y="759112"/>
                  </a:lnTo>
                  <a:lnTo>
                    <a:pt x="58283" y="755290"/>
                  </a:lnTo>
                  <a:lnTo>
                    <a:pt x="58283" y="751468"/>
                  </a:lnTo>
                  <a:lnTo>
                    <a:pt x="60194" y="747169"/>
                  </a:lnTo>
                  <a:lnTo>
                    <a:pt x="61627" y="743825"/>
                  </a:lnTo>
                  <a:lnTo>
                    <a:pt x="62105" y="742392"/>
                  </a:lnTo>
                  <a:lnTo>
                    <a:pt x="51595" y="753379"/>
                  </a:lnTo>
                  <a:lnTo>
                    <a:pt x="47295" y="756724"/>
                  </a:lnTo>
                  <a:lnTo>
                    <a:pt x="43474" y="755768"/>
                  </a:lnTo>
                  <a:lnTo>
                    <a:pt x="41085" y="753857"/>
                  </a:lnTo>
                  <a:lnTo>
                    <a:pt x="40129" y="751946"/>
                  </a:lnTo>
                  <a:lnTo>
                    <a:pt x="40129" y="749558"/>
                  </a:lnTo>
                  <a:lnTo>
                    <a:pt x="40607" y="748124"/>
                  </a:lnTo>
                  <a:lnTo>
                    <a:pt x="41085" y="747169"/>
                  </a:lnTo>
                  <a:lnTo>
                    <a:pt x="35830" y="742869"/>
                  </a:lnTo>
                  <a:lnTo>
                    <a:pt x="33441" y="739047"/>
                  </a:lnTo>
                  <a:lnTo>
                    <a:pt x="32963" y="735703"/>
                  </a:lnTo>
                  <a:lnTo>
                    <a:pt x="34874" y="731882"/>
                  </a:lnTo>
                  <a:lnTo>
                    <a:pt x="36785" y="729015"/>
                  </a:lnTo>
                  <a:lnTo>
                    <a:pt x="38696" y="727104"/>
                  </a:lnTo>
                  <a:lnTo>
                    <a:pt x="43951" y="725671"/>
                  </a:lnTo>
                  <a:lnTo>
                    <a:pt x="62583" y="722805"/>
                  </a:lnTo>
                  <a:lnTo>
                    <a:pt x="75959" y="725671"/>
                  </a:lnTo>
                  <a:lnTo>
                    <a:pt x="80736" y="716594"/>
                  </a:lnTo>
                  <a:lnTo>
                    <a:pt x="83603" y="713250"/>
                  </a:lnTo>
                  <a:lnTo>
                    <a:pt x="92680" y="710384"/>
                  </a:lnTo>
                  <a:lnTo>
                    <a:pt x="106534" y="709906"/>
                  </a:lnTo>
                  <a:lnTo>
                    <a:pt x="116566" y="711817"/>
                  </a:lnTo>
                  <a:lnTo>
                    <a:pt x="121343" y="713728"/>
                  </a:lnTo>
                  <a:lnTo>
                    <a:pt x="127554" y="718505"/>
                  </a:lnTo>
                  <a:lnTo>
                    <a:pt x="128031" y="717072"/>
                  </a:lnTo>
                  <a:lnTo>
                    <a:pt x="126121" y="712772"/>
                  </a:lnTo>
                  <a:lnTo>
                    <a:pt x="126121" y="709428"/>
                  </a:lnTo>
                  <a:lnTo>
                    <a:pt x="128987" y="702740"/>
                  </a:lnTo>
                  <a:lnTo>
                    <a:pt x="129942" y="698918"/>
                  </a:lnTo>
                  <a:lnTo>
                    <a:pt x="128987" y="694619"/>
                  </a:lnTo>
                  <a:lnTo>
                    <a:pt x="126121" y="690319"/>
                  </a:lnTo>
                  <a:lnTo>
                    <a:pt x="121343" y="685064"/>
                  </a:lnTo>
                  <a:lnTo>
                    <a:pt x="118955" y="684586"/>
                  </a:lnTo>
                  <a:lnTo>
                    <a:pt x="116088" y="686020"/>
                  </a:lnTo>
                  <a:lnTo>
                    <a:pt x="112266" y="688886"/>
                  </a:lnTo>
                  <a:lnTo>
                    <a:pt x="105100" y="696530"/>
                  </a:lnTo>
                  <a:lnTo>
                    <a:pt x="101756" y="698440"/>
                  </a:lnTo>
                  <a:lnTo>
                    <a:pt x="96024" y="698440"/>
                  </a:lnTo>
                  <a:lnTo>
                    <a:pt x="92680" y="697485"/>
                  </a:lnTo>
                  <a:lnTo>
                    <a:pt x="89813" y="696530"/>
                  </a:lnTo>
                  <a:lnTo>
                    <a:pt x="85036" y="692708"/>
                  </a:lnTo>
                  <a:lnTo>
                    <a:pt x="83125" y="691752"/>
                  </a:lnTo>
                  <a:lnTo>
                    <a:pt x="81214" y="693663"/>
                  </a:lnTo>
                  <a:lnTo>
                    <a:pt x="78825" y="697963"/>
                  </a:lnTo>
                  <a:lnTo>
                    <a:pt x="75959" y="700829"/>
                  </a:lnTo>
                  <a:lnTo>
                    <a:pt x="74048" y="702740"/>
                  </a:lnTo>
                  <a:lnTo>
                    <a:pt x="71659" y="703218"/>
                  </a:lnTo>
                  <a:lnTo>
                    <a:pt x="68793" y="703218"/>
                  </a:lnTo>
                  <a:lnTo>
                    <a:pt x="56372" y="696052"/>
                  </a:lnTo>
                  <a:lnTo>
                    <a:pt x="53506" y="693185"/>
                  </a:lnTo>
                  <a:lnTo>
                    <a:pt x="53506" y="688886"/>
                  </a:lnTo>
                  <a:lnTo>
                    <a:pt x="49684" y="684109"/>
                  </a:lnTo>
                  <a:lnTo>
                    <a:pt x="45384" y="683153"/>
                  </a:lnTo>
                  <a:lnTo>
                    <a:pt x="44907" y="681720"/>
                  </a:lnTo>
                  <a:lnTo>
                    <a:pt x="50162" y="675032"/>
                  </a:lnTo>
                  <a:lnTo>
                    <a:pt x="54461" y="672165"/>
                  </a:lnTo>
                  <a:lnTo>
                    <a:pt x="53506" y="671210"/>
                  </a:lnTo>
                  <a:lnTo>
                    <a:pt x="47773" y="671210"/>
                  </a:lnTo>
                  <a:lnTo>
                    <a:pt x="43951" y="674554"/>
                  </a:lnTo>
                  <a:lnTo>
                    <a:pt x="41563" y="675510"/>
                  </a:lnTo>
                  <a:lnTo>
                    <a:pt x="36308" y="675510"/>
                  </a:lnTo>
                  <a:lnTo>
                    <a:pt x="30575" y="673599"/>
                  </a:lnTo>
                  <a:lnTo>
                    <a:pt x="28186" y="672165"/>
                  </a:lnTo>
                  <a:lnTo>
                    <a:pt x="25798" y="668344"/>
                  </a:lnTo>
                  <a:lnTo>
                    <a:pt x="22931" y="665955"/>
                  </a:lnTo>
                  <a:lnTo>
                    <a:pt x="14810" y="663089"/>
                  </a:lnTo>
                  <a:lnTo>
                    <a:pt x="12899" y="661178"/>
                  </a:lnTo>
                  <a:lnTo>
                    <a:pt x="11466" y="658311"/>
                  </a:lnTo>
                  <a:lnTo>
                    <a:pt x="4777" y="649712"/>
                  </a:lnTo>
                  <a:lnTo>
                    <a:pt x="478" y="643979"/>
                  </a:lnTo>
                  <a:lnTo>
                    <a:pt x="0" y="640157"/>
                  </a:lnTo>
                  <a:lnTo>
                    <a:pt x="4777" y="632514"/>
                  </a:lnTo>
                  <a:lnTo>
                    <a:pt x="4777" y="631081"/>
                  </a:lnTo>
                  <a:lnTo>
                    <a:pt x="2867" y="627737"/>
                  </a:lnTo>
                  <a:lnTo>
                    <a:pt x="1911" y="625348"/>
                  </a:lnTo>
                  <a:lnTo>
                    <a:pt x="2867" y="622004"/>
                  </a:lnTo>
                  <a:lnTo>
                    <a:pt x="6688" y="614360"/>
                  </a:lnTo>
                  <a:lnTo>
                    <a:pt x="8121" y="612449"/>
                  </a:lnTo>
                  <a:lnTo>
                    <a:pt x="15765" y="607672"/>
                  </a:lnTo>
                  <a:lnTo>
                    <a:pt x="22931" y="601461"/>
                  </a:lnTo>
                  <a:lnTo>
                    <a:pt x="25798" y="600028"/>
                  </a:lnTo>
                  <a:lnTo>
                    <a:pt x="28186" y="599550"/>
                  </a:lnTo>
                  <a:lnTo>
                    <a:pt x="37741" y="600028"/>
                  </a:lnTo>
                  <a:lnTo>
                    <a:pt x="41085" y="598595"/>
                  </a:lnTo>
                  <a:lnTo>
                    <a:pt x="43474" y="595251"/>
                  </a:lnTo>
                  <a:lnTo>
                    <a:pt x="47773" y="591907"/>
                  </a:lnTo>
                  <a:lnTo>
                    <a:pt x="56372" y="587130"/>
                  </a:lnTo>
                  <a:lnTo>
                    <a:pt x="75959" y="579486"/>
                  </a:lnTo>
                  <a:lnTo>
                    <a:pt x="76915" y="578530"/>
                  </a:lnTo>
                  <a:lnTo>
                    <a:pt x="77392" y="577097"/>
                  </a:lnTo>
                  <a:lnTo>
                    <a:pt x="75481" y="573275"/>
                  </a:lnTo>
                  <a:lnTo>
                    <a:pt x="75004" y="571364"/>
                  </a:lnTo>
                  <a:lnTo>
                    <a:pt x="78825" y="568020"/>
                  </a:lnTo>
                  <a:lnTo>
                    <a:pt x="87902" y="562288"/>
                  </a:lnTo>
                  <a:lnTo>
                    <a:pt x="94113" y="559899"/>
                  </a:lnTo>
                  <a:lnTo>
                    <a:pt x="97935" y="559421"/>
                  </a:lnTo>
                  <a:lnTo>
                    <a:pt x="101279" y="558466"/>
                  </a:lnTo>
                  <a:lnTo>
                    <a:pt x="105578" y="555122"/>
                  </a:lnTo>
                  <a:lnTo>
                    <a:pt x="108445" y="554166"/>
                  </a:lnTo>
                  <a:lnTo>
                    <a:pt x="123732" y="552733"/>
                  </a:lnTo>
                  <a:lnTo>
                    <a:pt x="130420" y="554644"/>
                  </a:lnTo>
                  <a:lnTo>
                    <a:pt x="133764" y="554644"/>
                  </a:lnTo>
                  <a:lnTo>
                    <a:pt x="135675" y="553689"/>
                  </a:lnTo>
                  <a:lnTo>
                    <a:pt x="138542" y="549389"/>
                  </a:lnTo>
                  <a:lnTo>
                    <a:pt x="143797" y="539357"/>
                  </a:lnTo>
                  <a:lnTo>
                    <a:pt x="146663" y="533146"/>
                  </a:lnTo>
                  <a:lnTo>
                    <a:pt x="149052" y="523592"/>
                  </a:lnTo>
                  <a:lnTo>
                    <a:pt x="152873" y="508304"/>
                  </a:lnTo>
                  <a:lnTo>
                    <a:pt x="155262" y="493495"/>
                  </a:lnTo>
                  <a:lnTo>
                    <a:pt x="156695" y="478685"/>
                  </a:lnTo>
                  <a:lnTo>
                    <a:pt x="158129" y="469608"/>
                  </a:lnTo>
                  <a:lnTo>
                    <a:pt x="159084" y="466264"/>
                  </a:lnTo>
                  <a:lnTo>
                    <a:pt x="162428" y="461964"/>
                  </a:lnTo>
                  <a:lnTo>
                    <a:pt x="165772" y="458620"/>
                  </a:lnTo>
                  <a:lnTo>
                    <a:pt x="171505" y="455754"/>
                  </a:lnTo>
                  <a:lnTo>
                    <a:pt x="170549" y="454321"/>
                  </a:lnTo>
                  <a:lnTo>
                    <a:pt x="168161" y="451932"/>
                  </a:lnTo>
                  <a:lnTo>
                    <a:pt x="166250" y="451454"/>
                  </a:lnTo>
                  <a:lnTo>
                    <a:pt x="163861" y="451932"/>
                  </a:lnTo>
                  <a:lnTo>
                    <a:pt x="160039" y="455276"/>
                  </a:lnTo>
                  <a:lnTo>
                    <a:pt x="155262" y="457665"/>
                  </a:lnTo>
                  <a:lnTo>
                    <a:pt x="150485" y="457187"/>
                  </a:lnTo>
                  <a:lnTo>
                    <a:pt x="147141" y="458143"/>
                  </a:lnTo>
                  <a:lnTo>
                    <a:pt x="144274" y="461009"/>
                  </a:lnTo>
                  <a:lnTo>
                    <a:pt x="139019" y="463875"/>
                  </a:lnTo>
                  <a:lnTo>
                    <a:pt x="135675" y="463398"/>
                  </a:lnTo>
                  <a:lnTo>
                    <a:pt x="129465" y="458620"/>
                  </a:lnTo>
                  <a:lnTo>
                    <a:pt x="126121" y="457665"/>
                  </a:lnTo>
                  <a:lnTo>
                    <a:pt x="118477" y="458143"/>
                  </a:lnTo>
                  <a:lnTo>
                    <a:pt x="116088" y="456709"/>
                  </a:lnTo>
                  <a:lnTo>
                    <a:pt x="114177" y="453365"/>
                  </a:lnTo>
                  <a:lnTo>
                    <a:pt x="112744" y="448588"/>
                  </a:lnTo>
                  <a:lnTo>
                    <a:pt x="111311" y="442855"/>
                  </a:lnTo>
                  <a:lnTo>
                    <a:pt x="111311" y="436645"/>
                  </a:lnTo>
                  <a:lnTo>
                    <a:pt x="114177" y="425179"/>
                  </a:lnTo>
                  <a:lnTo>
                    <a:pt x="115611" y="422313"/>
                  </a:lnTo>
                  <a:lnTo>
                    <a:pt x="123254" y="409414"/>
                  </a:lnTo>
                  <a:lnTo>
                    <a:pt x="128031" y="403204"/>
                  </a:lnTo>
                  <a:lnTo>
                    <a:pt x="132331" y="398904"/>
                  </a:lnTo>
                  <a:lnTo>
                    <a:pt x="135675" y="396038"/>
                  </a:lnTo>
                  <a:lnTo>
                    <a:pt x="139019" y="394605"/>
                  </a:lnTo>
                  <a:lnTo>
                    <a:pt x="142363" y="391738"/>
                  </a:lnTo>
                  <a:lnTo>
                    <a:pt x="148096" y="382661"/>
                  </a:lnTo>
                  <a:lnTo>
                    <a:pt x="153829" y="375018"/>
                  </a:lnTo>
                  <a:lnTo>
                    <a:pt x="160995" y="359730"/>
                  </a:lnTo>
                  <a:lnTo>
                    <a:pt x="164817" y="355908"/>
                  </a:lnTo>
                  <a:lnTo>
                    <a:pt x="177238" y="349220"/>
                  </a:lnTo>
                  <a:lnTo>
                    <a:pt x="180582" y="349220"/>
                  </a:lnTo>
                  <a:lnTo>
                    <a:pt x="182970" y="351131"/>
                  </a:lnTo>
                  <a:lnTo>
                    <a:pt x="185837" y="354475"/>
                  </a:lnTo>
                  <a:lnTo>
                    <a:pt x="193480" y="369285"/>
                  </a:lnTo>
                  <a:lnTo>
                    <a:pt x="193958" y="368807"/>
                  </a:lnTo>
                  <a:lnTo>
                    <a:pt x="193003" y="363074"/>
                  </a:lnTo>
                  <a:lnTo>
                    <a:pt x="190136" y="346354"/>
                  </a:lnTo>
                  <a:lnTo>
                    <a:pt x="190614" y="339188"/>
                  </a:lnTo>
                  <a:lnTo>
                    <a:pt x="194914" y="331544"/>
                  </a:lnTo>
                  <a:lnTo>
                    <a:pt x="196347" y="330111"/>
                  </a:lnTo>
                  <a:lnTo>
                    <a:pt x="201124" y="330589"/>
                  </a:lnTo>
                  <a:lnTo>
                    <a:pt x="208768" y="332977"/>
                  </a:lnTo>
                  <a:lnTo>
                    <a:pt x="213545" y="335844"/>
                  </a:lnTo>
                  <a:lnTo>
                    <a:pt x="217367" y="339666"/>
                  </a:lnTo>
                  <a:lnTo>
                    <a:pt x="221667" y="342532"/>
                  </a:lnTo>
                  <a:lnTo>
                    <a:pt x="224055" y="342054"/>
                  </a:lnTo>
                  <a:lnTo>
                    <a:pt x="225488" y="340143"/>
                  </a:lnTo>
                  <a:lnTo>
                    <a:pt x="227877" y="333933"/>
                  </a:lnTo>
                  <a:lnTo>
                    <a:pt x="231221" y="322945"/>
                  </a:lnTo>
                  <a:lnTo>
                    <a:pt x="232177" y="309091"/>
                  </a:lnTo>
                  <a:lnTo>
                    <a:pt x="231699" y="292370"/>
                  </a:lnTo>
                  <a:lnTo>
                    <a:pt x="230743" y="279949"/>
                  </a:lnTo>
                  <a:lnTo>
                    <a:pt x="229788" y="271828"/>
                  </a:lnTo>
                  <a:lnTo>
                    <a:pt x="230266" y="265140"/>
                  </a:lnTo>
                  <a:lnTo>
                    <a:pt x="234087" y="257496"/>
                  </a:lnTo>
                  <a:lnTo>
                    <a:pt x="237432" y="251286"/>
                  </a:lnTo>
                  <a:lnTo>
                    <a:pt x="245553" y="243164"/>
                  </a:lnTo>
                  <a:lnTo>
                    <a:pt x="252241" y="240776"/>
                  </a:lnTo>
                  <a:lnTo>
                    <a:pt x="256063" y="241253"/>
                  </a:lnTo>
                  <a:lnTo>
                    <a:pt x="261318" y="245553"/>
                  </a:lnTo>
                  <a:lnTo>
                    <a:pt x="268484" y="247942"/>
                  </a:lnTo>
                  <a:lnTo>
                    <a:pt x="274694" y="255108"/>
                  </a:lnTo>
                  <a:lnTo>
                    <a:pt x="285205" y="272306"/>
                  </a:lnTo>
                  <a:lnTo>
                    <a:pt x="292370" y="280905"/>
                  </a:lnTo>
                  <a:lnTo>
                    <a:pt x="298103" y="284727"/>
                  </a:lnTo>
                  <a:lnTo>
                    <a:pt x="303836" y="291415"/>
                  </a:lnTo>
                  <a:lnTo>
                    <a:pt x="311957" y="304791"/>
                  </a:lnTo>
                  <a:lnTo>
                    <a:pt x="316257" y="310524"/>
                  </a:lnTo>
                  <a:lnTo>
                    <a:pt x="319123" y="312435"/>
                  </a:lnTo>
                  <a:lnTo>
                    <a:pt x="321034" y="312913"/>
                  </a:lnTo>
                  <a:lnTo>
                    <a:pt x="320557" y="309091"/>
                  </a:lnTo>
                  <a:lnTo>
                    <a:pt x="316257" y="300970"/>
                  </a:lnTo>
                  <a:lnTo>
                    <a:pt x="310524" y="292370"/>
                  </a:lnTo>
                  <a:lnTo>
                    <a:pt x="296670" y="276128"/>
                  </a:lnTo>
                  <a:lnTo>
                    <a:pt x="289026" y="264662"/>
                  </a:lnTo>
                  <a:lnTo>
                    <a:pt x="282338" y="251286"/>
                  </a:lnTo>
                  <a:lnTo>
                    <a:pt x="277561" y="243164"/>
                  </a:lnTo>
                  <a:lnTo>
                    <a:pt x="268484" y="235043"/>
                  </a:lnTo>
                  <a:lnTo>
                    <a:pt x="268962" y="231699"/>
                  </a:lnTo>
                  <a:lnTo>
                    <a:pt x="279472" y="220711"/>
                  </a:lnTo>
                  <a:lnTo>
                    <a:pt x="299536" y="210679"/>
                  </a:lnTo>
                  <a:lnTo>
                    <a:pt x="321990" y="202557"/>
                  </a:lnTo>
                  <a:lnTo>
                    <a:pt x="329156" y="203513"/>
                  </a:lnTo>
                  <a:lnTo>
                    <a:pt x="342532" y="200169"/>
                  </a:lnTo>
                  <a:lnTo>
                    <a:pt x="343488" y="194914"/>
                  </a:lnTo>
                  <a:lnTo>
                    <a:pt x="346354" y="193003"/>
                  </a:lnTo>
                  <a:lnTo>
                    <a:pt x="358775" y="185837"/>
                  </a:lnTo>
                  <a:lnTo>
                    <a:pt x="362119" y="185837"/>
                  </a:lnTo>
                  <a:lnTo>
                    <a:pt x="367852" y="189181"/>
                  </a:lnTo>
                  <a:lnTo>
                    <a:pt x="373584" y="195391"/>
                  </a:lnTo>
                  <a:lnTo>
                    <a:pt x="375973" y="201124"/>
                  </a:lnTo>
                  <a:lnTo>
                    <a:pt x="379795" y="211156"/>
                  </a:lnTo>
                  <a:lnTo>
                    <a:pt x="381228" y="224533"/>
                  </a:lnTo>
                  <a:lnTo>
                    <a:pt x="381228" y="266573"/>
                  </a:lnTo>
                  <a:lnTo>
                    <a:pt x="381228" y="274217"/>
                  </a:lnTo>
                  <a:lnTo>
                    <a:pt x="382184" y="277083"/>
                  </a:lnTo>
                  <a:lnTo>
                    <a:pt x="384572" y="272784"/>
                  </a:lnTo>
                  <a:lnTo>
                    <a:pt x="387439" y="264662"/>
                  </a:lnTo>
                  <a:lnTo>
                    <a:pt x="390305" y="258452"/>
                  </a:lnTo>
                  <a:lnTo>
                    <a:pt x="392216" y="249375"/>
                  </a:lnTo>
                  <a:lnTo>
                    <a:pt x="393649" y="236954"/>
                  </a:lnTo>
                  <a:lnTo>
                    <a:pt x="394605" y="227877"/>
                  </a:lnTo>
                  <a:lnTo>
                    <a:pt x="390783" y="216889"/>
                  </a:lnTo>
                  <a:lnTo>
                    <a:pt x="390783" y="199213"/>
                  </a:lnTo>
                  <a:lnTo>
                    <a:pt x="392694" y="189659"/>
                  </a:lnTo>
                  <a:lnTo>
                    <a:pt x="397471" y="189659"/>
                  </a:lnTo>
                  <a:lnTo>
                    <a:pt x="417536" y="222622"/>
                  </a:lnTo>
                  <a:lnTo>
                    <a:pt x="425657" y="229310"/>
                  </a:lnTo>
                  <a:lnTo>
                    <a:pt x="434734" y="246508"/>
                  </a:lnTo>
                  <a:lnTo>
                    <a:pt x="445244" y="244597"/>
                  </a:lnTo>
                  <a:lnTo>
                    <a:pt x="455276" y="246508"/>
                  </a:lnTo>
                  <a:lnTo>
                    <a:pt x="459576" y="246031"/>
                  </a:lnTo>
                  <a:lnTo>
                    <a:pt x="461487" y="243164"/>
                  </a:lnTo>
                  <a:lnTo>
                    <a:pt x="458620" y="236476"/>
                  </a:lnTo>
                  <a:lnTo>
                    <a:pt x="444766" y="216889"/>
                  </a:lnTo>
                  <a:lnTo>
                    <a:pt x="438556" y="201124"/>
                  </a:lnTo>
                  <a:lnTo>
                    <a:pt x="433778" y="181537"/>
                  </a:lnTo>
                  <a:lnTo>
                    <a:pt x="432823" y="171027"/>
                  </a:lnTo>
                  <a:lnTo>
                    <a:pt x="436167" y="168639"/>
                  </a:lnTo>
                  <a:lnTo>
                    <a:pt x="451932" y="169116"/>
                  </a:lnTo>
                  <a:lnTo>
                    <a:pt x="474863" y="178193"/>
                  </a:lnTo>
                  <a:lnTo>
                    <a:pt x="504960" y="209723"/>
                  </a:lnTo>
                  <a:lnTo>
                    <a:pt x="519770" y="219756"/>
                  </a:lnTo>
                  <a:lnTo>
                    <a:pt x="546045" y="255108"/>
                  </a:lnTo>
                  <a:lnTo>
                    <a:pt x="553689" y="259885"/>
                  </a:lnTo>
                  <a:lnTo>
                    <a:pt x="557033" y="261318"/>
                  </a:lnTo>
                  <a:lnTo>
                    <a:pt x="559421" y="257018"/>
                  </a:lnTo>
                  <a:lnTo>
                    <a:pt x="560854" y="252241"/>
                  </a:lnTo>
                  <a:lnTo>
                    <a:pt x="560854" y="246031"/>
                  </a:lnTo>
                  <a:lnTo>
                    <a:pt x="559899" y="238387"/>
                  </a:lnTo>
                  <a:lnTo>
                    <a:pt x="558943" y="229310"/>
                  </a:lnTo>
                  <a:lnTo>
                    <a:pt x="558943" y="218800"/>
                  </a:lnTo>
                  <a:lnTo>
                    <a:pt x="560854" y="198258"/>
                  </a:lnTo>
                  <a:lnTo>
                    <a:pt x="564676" y="191092"/>
                  </a:lnTo>
                  <a:lnTo>
                    <a:pt x="566587" y="183448"/>
                  </a:lnTo>
                  <a:lnTo>
                    <a:pt x="565154" y="169116"/>
                  </a:lnTo>
                  <a:lnTo>
                    <a:pt x="559899" y="159084"/>
                  </a:lnTo>
                  <a:lnTo>
                    <a:pt x="540790" y="133287"/>
                  </a:lnTo>
                  <a:lnTo>
                    <a:pt x="540790" y="130420"/>
                  </a:lnTo>
                  <a:lnTo>
                    <a:pt x="544612" y="126598"/>
                  </a:lnTo>
                  <a:lnTo>
                    <a:pt x="550344" y="124687"/>
                  </a:lnTo>
                  <a:lnTo>
                    <a:pt x="598117" y="130898"/>
                  </a:lnTo>
                  <a:lnTo>
                    <a:pt x="606716" y="133287"/>
                  </a:lnTo>
                  <a:lnTo>
                    <a:pt x="610061" y="135675"/>
                  </a:lnTo>
                  <a:lnTo>
                    <a:pt x="611494" y="138542"/>
                  </a:lnTo>
                  <a:lnTo>
                    <a:pt x="613405" y="139975"/>
                  </a:lnTo>
                  <a:lnTo>
                    <a:pt x="623915" y="136153"/>
                  </a:lnTo>
                  <a:lnTo>
                    <a:pt x="623437" y="129942"/>
                  </a:lnTo>
                  <a:lnTo>
                    <a:pt x="622481" y="125643"/>
                  </a:lnTo>
                  <a:lnTo>
                    <a:pt x="566587" y="114177"/>
                  </a:lnTo>
                  <a:lnTo>
                    <a:pt x="556555" y="110356"/>
                  </a:lnTo>
                  <a:lnTo>
                    <a:pt x="550822" y="110356"/>
                  </a:lnTo>
                  <a:lnTo>
                    <a:pt x="545567" y="113222"/>
                  </a:lnTo>
                  <a:lnTo>
                    <a:pt x="534101" y="114655"/>
                  </a:lnTo>
                  <a:lnTo>
                    <a:pt x="528847" y="114177"/>
                  </a:lnTo>
                  <a:lnTo>
                    <a:pt x="522158" y="100323"/>
                  </a:lnTo>
                  <a:lnTo>
                    <a:pt x="528369" y="83603"/>
                  </a:lnTo>
                  <a:lnTo>
                    <a:pt x="533624" y="84080"/>
                  </a:lnTo>
                  <a:lnTo>
                    <a:pt x="543178" y="90291"/>
                  </a:lnTo>
                  <a:lnTo>
                    <a:pt x="549389" y="81214"/>
                  </a:lnTo>
                  <a:lnTo>
                    <a:pt x="558466" y="73570"/>
                  </a:lnTo>
                  <a:lnTo>
                    <a:pt x="567543" y="71182"/>
                  </a:lnTo>
                  <a:lnTo>
                    <a:pt x="587607" y="54461"/>
                  </a:lnTo>
                  <a:lnTo>
                    <a:pt x="590951" y="53028"/>
                  </a:lnTo>
                  <a:lnTo>
                    <a:pt x="595729" y="53983"/>
                  </a:lnTo>
                  <a:lnTo>
                    <a:pt x="606239" y="58283"/>
                  </a:lnTo>
                  <a:lnTo>
                    <a:pt x="610061" y="62105"/>
                  </a:lnTo>
                  <a:lnTo>
                    <a:pt x="614838" y="71182"/>
                  </a:lnTo>
                  <a:lnTo>
                    <a:pt x="617227" y="73570"/>
                  </a:lnTo>
                  <a:lnTo>
                    <a:pt x="620571" y="74048"/>
                  </a:lnTo>
                  <a:lnTo>
                    <a:pt x="624870" y="78348"/>
                  </a:lnTo>
                  <a:lnTo>
                    <a:pt x="631558" y="65449"/>
                  </a:lnTo>
                  <a:lnTo>
                    <a:pt x="637291" y="51595"/>
                  </a:lnTo>
                  <a:lnTo>
                    <a:pt x="643502" y="42518"/>
                  </a:lnTo>
                  <a:lnTo>
                    <a:pt x="653056" y="47773"/>
                  </a:lnTo>
                  <a:lnTo>
                    <a:pt x="658789" y="54461"/>
                  </a:lnTo>
                  <a:lnTo>
                    <a:pt x="664522" y="62583"/>
                  </a:lnTo>
                  <a:lnTo>
                    <a:pt x="672165" y="66882"/>
                  </a:lnTo>
                  <a:lnTo>
                    <a:pt x="685064" y="93635"/>
                  </a:lnTo>
                  <a:lnTo>
                    <a:pt x="687453" y="93635"/>
                  </a:lnTo>
                  <a:lnTo>
                    <a:pt x="688408" y="91246"/>
                  </a:lnTo>
                  <a:lnTo>
                    <a:pt x="689841" y="86469"/>
                  </a:lnTo>
                  <a:lnTo>
                    <a:pt x="690319" y="79303"/>
                  </a:lnTo>
                  <a:lnTo>
                    <a:pt x="691752" y="69271"/>
                  </a:lnTo>
                  <a:lnTo>
                    <a:pt x="690797" y="65449"/>
                  </a:lnTo>
                  <a:lnTo>
                    <a:pt x="679809" y="53983"/>
                  </a:lnTo>
                  <a:lnTo>
                    <a:pt x="677898" y="49684"/>
                  </a:lnTo>
                  <a:lnTo>
                    <a:pt x="675510" y="42518"/>
                  </a:lnTo>
                  <a:lnTo>
                    <a:pt x="675510" y="36307"/>
                  </a:lnTo>
                  <a:lnTo>
                    <a:pt x="677420" y="31530"/>
                  </a:lnTo>
                  <a:lnTo>
                    <a:pt x="679809" y="29619"/>
                  </a:lnTo>
                  <a:lnTo>
                    <a:pt x="686497" y="31530"/>
                  </a:lnTo>
                  <a:lnTo>
                    <a:pt x="688886" y="30097"/>
                  </a:lnTo>
                  <a:lnTo>
                    <a:pt x="691275" y="25797"/>
                  </a:lnTo>
                  <a:lnTo>
                    <a:pt x="693663" y="18154"/>
                  </a:lnTo>
                  <a:lnTo>
                    <a:pt x="696052" y="16243"/>
                  </a:lnTo>
                  <a:lnTo>
                    <a:pt x="700829" y="16243"/>
                  </a:lnTo>
                  <a:lnTo>
                    <a:pt x="707995" y="21020"/>
                  </a:lnTo>
                  <a:lnTo>
                    <a:pt x="714206" y="21498"/>
                  </a:lnTo>
                  <a:lnTo>
                    <a:pt x="716594" y="19109"/>
                  </a:lnTo>
                  <a:lnTo>
                    <a:pt x="716594" y="14332"/>
                  </a:lnTo>
                  <a:lnTo>
                    <a:pt x="717550" y="11466"/>
                  </a:lnTo>
                  <a:lnTo>
                    <a:pt x="718027" y="10032"/>
                  </a:lnTo>
                  <a:lnTo>
                    <a:pt x="740959" y="9555"/>
                  </a:lnTo>
                  <a:lnTo>
                    <a:pt x="746691" y="8599"/>
                  </a:lnTo>
                  <a:lnTo>
                    <a:pt x="750991" y="4777"/>
                  </a:lnTo>
                  <a:lnTo>
                    <a:pt x="756724" y="4300"/>
                  </a:lnTo>
                  <a:lnTo>
                    <a:pt x="761501" y="6688"/>
                  </a:lnTo>
                  <a:lnTo>
                    <a:pt x="767234" y="11466"/>
                  </a:lnTo>
                  <a:lnTo>
                    <a:pt x="772966" y="10988"/>
                  </a:lnTo>
                  <a:lnTo>
                    <a:pt x="781566" y="3344"/>
                  </a:lnTo>
                  <a:lnTo>
                    <a:pt x="789687" y="0"/>
                  </a:lnTo>
                  <a:lnTo>
                    <a:pt x="835071" y="955"/>
                  </a:lnTo>
                  <a:lnTo>
                    <a:pt x="849881" y="5255"/>
                  </a:lnTo>
                  <a:lnTo>
                    <a:pt x="868990" y="15287"/>
                  </a:lnTo>
                  <a:lnTo>
                    <a:pt x="879022" y="26275"/>
                  </a:lnTo>
                  <a:lnTo>
                    <a:pt x="881411" y="25797"/>
                  </a:lnTo>
                  <a:lnTo>
                    <a:pt x="894787" y="30097"/>
                  </a:lnTo>
                  <a:lnTo>
                    <a:pt x="907686" y="35352"/>
                  </a:lnTo>
                  <a:lnTo>
                    <a:pt x="929662" y="49206"/>
                  </a:lnTo>
                  <a:lnTo>
                    <a:pt x="932528" y="53506"/>
                  </a:lnTo>
                  <a:lnTo>
                    <a:pt x="930139" y="57328"/>
                  </a:lnTo>
                  <a:lnTo>
                    <a:pt x="924884" y="59716"/>
                  </a:lnTo>
                  <a:lnTo>
                    <a:pt x="897176" y="64016"/>
                  </a:lnTo>
                  <a:lnTo>
                    <a:pt x="847492" y="69749"/>
                  </a:lnTo>
                  <a:lnTo>
                    <a:pt x="818828" y="79781"/>
                  </a:lnTo>
                  <a:lnTo>
                    <a:pt x="809751" y="80259"/>
                  </a:lnTo>
                  <a:lnTo>
                    <a:pt x="808796" y="95546"/>
                  </a:lnTo>
                  <a:lnTo>
                    <a:pt x="812618" y="96501"/>
                  </a:lnTo>
                  <a:lnTo>
                    <a:pt x="818828" y="94590"/>
                  </a:lnTo>
                  <a:lnTo>
                    <a:pt x="841282" y="79303"/>
                  </a:lnTo>
                  <a:lnTo>
                    <a:pt x="849881" y="76914"/>
                  </a:lnTo>
                  <a:lnTo>
                    <a:pt x="865646" y="77870"/>
                  </a:lnTo>
                  <a:lnTo>
                    <a:pt x="885711" y="83603"/>
                  </a:lnTo>
                  <a:lnTo>
                    <a:pt x="893832" y="81692"/>
                  </a:lnTo>
                  <a:lnTo>
                    <a:pt x="908641" y="83125"/>
                  </a:lnTo>
                  <a:lnTo>
                    <a:pt x="925840" y="78825"/>
                  </a:lnTo>
                  <a:lnTo>
                    <a:pt x="945904" y="69271"/>
                  </a:lnTo>
                  <a:lnTo>
                    <a:pt x="951159" y="90769"/>
                  </a:lnTo>
                  <a:lnTo>
                    <a:pt x="958803" y="111311"/>
                  </a:lnTo>
                  <a:lnTo>
                    <a:pt x="964536" y="109400"/>
                  </a:lnTo>
                  <a:lnTo>
                    <a:pt x="969791" y="110356"/>
                  </a:lnTo>
                  <a:lnTo>
                    <a:pt x="971224" y="117044"/>
                  </a:lnTo>
                  <a:lnTo>
                    <a:pt x="974090" y="119910"/>
                  </a:lnTo>
                  <a:lnTo>
                    <a:pt x="979823" y="118477"/>
                  </a:lnTo>
                  <a:lnTo>
                    <a:pt x="997499" y="124210"/>
                  </a:lnTo>
                  <a:lnTo>
                    <a:pt x="1009442" y="134720"/>
                  </a:lnTo>
                  <a:lnTo>
                    <a:pt x="1013742" y="139497"/>
                  </a:lnTo>
                  <a:lnTo>
                    <a:pt x="1016131" y="146663"/>
                  </a:lnTo>
                  <a:lnTo>
                    <a:pt x="1017086" y="151918"/>
                  </a:lnTo>
                  <a:lnTo>
                    <a:pt x="1015175" y="158606"/>
                  </a:lnTo>
                  <a:lnTo>
                    <a:pt x="1008009" y="170549"/>
                  </a:lnTo>
                  <a:lnTo>
                    <a:pt x="998455" y="181537"/>
                  </a:lnTo>
                  <a:lnTo>
                    <a:pt x="985556" y="189659"/>
                  </a:lnTo>
                  <a:lnTo>
                    <a:pt x="970746" y="194914"/>
                  </a:lnTo>
                  <a:lnTo>
                    <a:pt x="857524" y="211634"/>
                  </a:lnTo>
                  <a:lnTo>
                    <a:pt x="853703" y="215456"/>
                  </a:lnTo>
                  <a:lnTo>
                    <a:pt x="851314" y="225966"/>
                  </a:lnTo>
                  <a:lnTo>
                    <a:pt x="852747" y="238865"/>
                  </a:lnTo>
                  <a:lnTo>
                    <a:pt x="858002" y="240776"/>
                  </a:lnTo>
                  <a:lnTo>
                    <a:pt x="870423" y="233610"/>
                  </a:lnTo>
                  <a:lnTo>
                    <a:pt x="891921" y="226444"/>
                  </a:lnTo>
                  <a:lnTo>
                    <a:pt x="907686" y="226921"/>
                  </a:lnTo>
                  <a:lnTo>
                    <a:pt x="945427" y="232654"/>
                  </a:lnTo>
                  <a:lnTo>
                    <a:pt x="956414" y="247942"/>
                  </a:lnTo>
                  <a:lnTo>
                    <a:pt x="962147" y="271350"/>
                  </a:lnTo>
                  <a:lnTo>
                    <a:pt x="975046" y="266095"/>
                  </a:lnTo>
                  <a:lnTo>
                    <a:pt x="977912" y="262274"/>
                  </a:lnTo>
                  <a:lnTo>
                    <a:pt x="980301" y="255108"/>
                  </a:lnTo>
                  <a:lnTo>
                    <a:pt x="981734" y="247942"/>
                  </a:lnTo>
                  <a:lnTo>
                    <a:pt x="983167" y="239820"/>
                  </a:lnTo>
                  <a:lnTo>
                    <a:pt x="984123" y="234087"/>
                  </a:lnTo>
                  <a:lnTo>
                    <a:pt x="986034" y="231221"/>
                  </a:lnTo>
                  <a:lnTo>
                    <a:pt x="988900" y="228832"/>
                  </a:lnTo>
                  <a:lnTo>
                    <a:pt x="996544" y="225966"/>
                  </a:lnTo>
                  <a:lnTo>
                    <a:pt x="1016131" y="223100"/>
                  </a:lnTo>
                  <a:lnTo>
                    <a:pt x="1020908" y="224055"/>
                  </a:lnTo>
                  <a:lnTo>
                    <a:pt x="1024252" y="235043"/>
                  </a:lnTo>
                  <a:lnTo>
                    <a:pt x="1025208" y="241731"/>
                  </a:lnTo>
                  <a:lnTo>
                    <a:pt x="1025208" y="249853"/>
                  </a:lnTo>
                  <a:lnTo>
                    <a:pt x="1025208" y="259885"/>
                  </a:lnTo>
                  <a:lnTo>
                    <a:pt x="1024730" y="271828"/>
                  </a:lnTo>
                  <a:lnTo>
                    <a:pt x="1022819" y="283771"/>
                  </a:lnTo>
                  <a:lnTo>
                    <a:pt x="1017564" y="303836"/>
                  </a:lnTo>
                  <a:lnTo>
                    <a:pt x="1013264" y="314824"/>
                  </a:lnTo>
                  <a:lnTo>
                    <a:pt x="1008487" y="322467"/>
                  </a:lnTo>
                  <a:lnTo>
                    <a:pt x="999410" y="340143"/>
                  </a:lnTo>
                  <a:lnTo>
                    <a:pt x="996544" y="344921"/>
                  </a:lnTo>
                  <a:lnTo>
                    <a:pt x="986511" y="364508"/>
                  </a:lnTo>
                  <a:lnTo>
                    <a:pt x="984123" y="373584"/>
                  </a:lnTo>
                  <a:lnTo>
                    <a:pt x="983645" y="380273"/>
                  </a:lnTo>
                  <a:lnTo>
                    <a:pt x="985556" y="381706"/>
                  </a:lnTo>
                  <a:lnTo>
                    <a:pt x="988422" y="375495"/>
                  </a:lnTo>
                  <a:lnTo>
                    <a:pt x="989378" y="370718"/>
                  </a:lnTo>
                  <a:lnTo>
                    <a:pt x="991289" y="366418"/>
                  </a:lnTo>
                  <a:lnTo>
                    <a:pt x="1006098" y="353520"/>
                  </a:lnTo>
                  <a:lnTo>
                    <a:pt x="1008965" y="350176"/>
                  </a:lnTo>
                  <a:lnTo>
                    <a:pt x="1018519" y="335366"/>
                  </a:lnTo>
                  <a:lnTo>
                    <a:pt x="1024730" y="329633"/>
                  </a:lnTo>
                  <a:lnTo>
                    <a:pt x="1029985" y="323423"/>
                  </a:lnTo>
                  <a:lnTo>
                    <a:pt x="1032373" y="319123"/>
                  </a:lnTo>
                  <a:lnTo>
                    <a:pt x="1047183" y="288549"/>
                  </a:lnTo>
                  <a:lnTo>
                    <a:pt x="1054827" y="278994"/>
                  </a:lnTo>
                  <a:lnTo>
                    <a:pt x="1062948" y="278994"/>
                  </a:lnTo>
                  <a:lnTo>
                    <a:pt x="1064381" y="294759"/>
                  </a:lnTo>
                  <a:lnTo>
                    <a:pt x="1073936" y="297148"/>
                  </a:lnTo>
                  <a:lnTo>
                    <a:pt x="1078235" y="296670"/>
                  </a:lnTo>
                  <a:lnTo>
                    <a:pt x="1084924" y="300492"/>
                  </a:lnTo>
                  <a:lnTo>
                    <a:pt x="1087790" y="303358"/>
                  </a:lnTo>
                  <a:lnTo>
                    <a:pt x="1092567" y="305269"/>
                  </a:lnTo>
                  <a:lnTo>
                    <a:pt x="1097822" y="308613"/>
                  </a:lnTo>
                  <a:lnTo>
                    <a:pt x="1102600" y="304791"/>
                  </a:lnTo>
                  <a:lnTo>
                    <a:pt x="1103555" y="302403"/>
                  </a:lnTo>
                  <a:lnTo>
                    <a:pt x="1108332" y="290937"/>
                  </a:lnTo>
                  <a:lnTo>
                    <a:pt x="1114065" y="280427"/>
                  </a:lnTo>
                  <a:lnTo>
                    <a:pt x="1119798" y="267529"/>
                  </a:lnTo>
                  <a:lnTo>
                    <a:pt x="1121231" y="264662"/>
                  </a:lnTo>
                  <a:lnTo>
                    <a:pt x="1124097" y="261796"/>
                  </a:lnTo>
                  <a:lnTo>
                    <a:pt x="1127442" y="260363"/>
                  </a:lnTo>
                  <a:lnTo>
                    <a:pt x="1135563" y="254630"/>
                  </a:lnTo>
                  <a:lnTo>
                    <a:pt x="1137474" y="254152"/>
                  </a:lnTo>
                  <a:lnTo>
                    <a:pt x="1142251" y="256063"/>
                  </a:lnTo>
                  <a:lnTo>
                    <a:pt x="1161360" y="257018"/>
                  </a:lnTo>
                  <a:lnTo>
                    <a:pt x="1172348" y="259885"/>
                  </a:lnTo>
                  <a:lnTo>
                    <a:pt x="1187158" y="268962"/>
                  </a:lnTo>
                  <a:lnTo>
                    <a:pt x="1197190" y="273739"/>
                  </a:lnTo>
                  <a:lnTo>
                    <a:pt x="1202445" y="278039"/>
                  </a:lnTo>
                  <a:lnTo>
                    <a:pt x="1209133" y="286638"/>
                  </a:lnTo>
                  <a:lnTo>
                    <a:pt x="1214866" y="29619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6" name="Freeform 2385">
              <a:extLst>
                <a:ext uri="{FF2B5EF4-FFF2-40B4-BE49-F238E27FC236}">
                  <a16:creationId xmlns:a16="http://schemas.microsoft.com/office/drawing/2014/main" id="{916BC550-E5CD-4D09-7AAC-A182688BD374}"/>
                </a:ext>
              </a:extLst>
            </p:cNvPr>
            <p:cNvSpPr/>
            <p:nvPr/>
          </p:nvSpPr>
          <p:spPr>
            <a:xfrm>
              <a:off x="5646933" y="4453991"/>
              <a:ext cx="2866" cy="8599"/>
            </a:xfrm>
            <a:custGeom>
              <a:avLst/>
              <a:gdLst>
                <a:gd name="csX0" fmla="*/ 2866 w 2866"/>
                <a:gd name="csY0" fmla="*/ 0 h 8599"/>
                <a:gd name="csX1" fmla="*/ 2389 w 2866"/>
                <a:gd name="csY1" fmla="*/ 1911 h 8599"/>
                <a:gd name="csX2" fmla="*/ 1911 w 2866"/>
                <a:gd name="csY2" fmla="*/ 3822 h 8599"/>
                <a:gd name="csX3" fmla="*/ 1433 w 2866"/>
                <a:gd name="csY3" fmla="*/ 6210 h 8599"/>
                <a:gd name="csX4" fmla="*/ 0 w 2866"/>
                <a:gd name="csY4" fmla="*/ 8599 h 8599"/>
                <a:gd name="csX5" fmla="*/ 0 w 2866"/>
                <a:gd name="csY5" fmla="*/ 8599 h 8599"/>
                <a:gd name="csX6" fmla="*/ 1433 w 2866"/>
                <a:gd name="csY6" fmla="*/ 6210 h 8599"/>
                <a:gd name="csX7" fmla="*/ 1911 w 2866"/>
                <a:gd name="csY7" fmla="*/ 3822 h 8599"/>
                <a:gd name="csX8" fmla="*/ 2389 w 2866"/>
                <a:gd name="csY8" fmla="*/ 1911 h 8599"/>
                <a:gd name="csX9" fmla="*/ 2866 w 2866"/>
                <a:gd name="csY9" fmla="*/ 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8599">
                  <a:moveTo>
                    <a:pt x="2866" y="0"/>
                  </a:moveTo>
                  <a:lnTo>
                    <a:pt x="2389" y="1911"/>
                  </a:lnTo>
                  <a:lnTo>
                    <a:pt x="1911" y="3822"/>
                  </a:lnTo>
                  <a:lnTo>
                    <a:pt x="1433" y="6210"/>
                  </a:lnTo>
                  <a:lnTo>
                    <a:pt x="0" y="8599"/>
                  </a:lnTo>
                  <a:lnTo>
                    <a:pt x="0" y="8599"/>
                  </a:lnTo>
                  <a:lnTo>
                    <a:pt x="1433" y="6210"/>
                  </a:lnTo>
                  <a:lnTo>
                    <a:pt x="1911" y="3822"/>
                  </a:lnTo>
                  <a:lnTo>
                    <a:pt x="2389" y="1911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7" name="Freeform 2386">
              <a:extLst>
                <a:ext uri="{FF2B5EF4-FFF2-40B4-BE49-F238E27FC236}">
                  <a16:creationId xmlns:a16="http://schemas.microsoft.com/office/drawing/2014/main" id="{6F8A3BD1-F3E3-B34B-3EC2-D86CD82A4BA9}"/>
                </a:ext>
              </a:extLst>
            </p:cNvPr>
            <p:cNvSpPr/>
            <p:nvPr/>
          </p:nvSpPr>
          <p:spPr>
            <a:xfrm>
              <a:off x="5635946" y="4554314"/>
              <a:ext cx="11465" cy="955"/>
            </a:xfrm>
            <a:custGeom>
              <a:avLst/>
              <a:gdLst>
                <a:gd name="csX0" fmla="*/ 11465 w 11465"/>
                <a:gd name="csY0" fmla="*/ 0 h 955"/>
                <a:gd name="csX1" fmla="*/ 11465 w 11465"/>
                <a:gd name="csY1" fmla="*/ 0 h 955"/>
                <a:gd name="csX2" fmla="*/ 7166 w 11465"/>
                <a:gd name="csY2" fmla="*/ 956 h 955"/>
                <a:gd name="csX3" fmla="*/ 4299 w 11465"/>
                <a:gd name="csY3" fmla="*/ 0 h 955"/>
                <a:gd name="csX4" fmla="*/ 1433 w 11465"/>
                <a:gd name="csY4" fmla="*/ 478 h 955"/>
                <a:gd name="csX5" fmla="*/ 0 w 11465"/>
                <a:gd name="csY5" fmla="*/ 956 h 955"/>
                <a:gd name="csX6" fmla="*/ 0 w 11465"/>
                <a:gd name="csY6" fmla="*/ 956 h 955"/>
                <a:gd name="csX7" fmla="*/ 1433 w 11465"/>
                <a:gd name="csY7" fmla="*/ 478 h 955"/>
                <a:gd name="csX8" fmla="*/ 4299 w 11465"/>
                <a:gd name="csY8" fmla="*/ 0 h 955"/>
                <a:gd name="csX9" fmla="*/ 7166 w 11465"/>
                <a:gd name="csY9" fmla="*/ 956 h 955"/>
                <a:gd name="csX10" fmla="*/ 11465 w 11465"/>
                <a:gd name="csY10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1465" h="955">
                  <a:moveTo>
                    <a:pt x="11465" y="0"/>
                  </a:moveTo>
                  <a:lnTo>
                    <a:pt x="11465" y="0"/>
                  </a:lnTo>
                  <a:lnTo>
                    <a:pt x="7166" y="956"/>
                  </a:lnTo>
                  <a:lnTo>
                    <a:pt x="4299" y="0"/>
                  </a:lnTo>
                  <a:lnTo>
                    <a:pt x="1433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1433" y="478"/>
                  </a:lnTo>
                  <a:lnTo>
                    <a:pt x="4299" y="0"/>
                  </a:lnTo>
                  <a:lnTo>
                    <a:pt x="7166" y="956"/>
                  </a:lnTo>
                  <a:lnTo>
                    <a:pt x="1146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8" name="Freeform 2387">
              <a:extLst>
                <a:ext uri="{FF2B5EF4-FFF2-40B4-BE49-F238E27FC236}">
                  <a16:creationId xmlns:a16="http://schemas.microsoft.com/office/drawing/2014/main" id="{0830F541-27E0-D1EE-6763-F31C1F391CD8}"/>
                </a:ext>
              </a:extLst>
            </p:cNvPr>
            <p:cNvSpPr/>
            <p:nvPr/>
          </p:nvSpPr>
          <p:spPr>
            <a:xfrm>
              <a:off x="5626869" y="4596354"/>
              <a:ext cx="9076" cy="3821"/>
            </a:xfrm>
            <a:custGeom>
              <a:avLst/>
              <a:gdLst>
                <a:gd name="csX0" fmla="*/ 8599 w 9076"/>
                <a:gd name="csY0" fmla="*/ 956 h 3821"/>
                <a:gd name="csX1" fmla="*/ 9077 w 9076"/>
                <a:gd name="csY1" fmla="*/ 1433 h 3821"/>
                <a:gd name="csX2" fmla="*/ 8599 w 9076"/>
                <a:gd name="csY2" fmla="*/ 3344 h 3821"/>
                <a:gd name="csX3" fmla="*/ 8121 w 9076"/>
                <a:gd name="csY3" fmla="*/ 3822 h 3821"/>
                <a:gd name="csX4" fmla="*/ 6688 w 9076"/>
                <a:gd name="csY4" fmla="*/ 2866 h 3821"/>
                <a:gd name="csX5" fmla="*/ 0 w 9076"/>
                <a:gd name="csY5" fmla="*/ 956 h 3821"/>
                <a:gd name="csX6" fmla="*/ 1911 w 9076"/>
                <a:gd name="csY6" fmla="*/ 0 h 3821"/>
                <a:gd name="csX7" fmla="*/ 6688 w 9076"/>
                <a:gd name="csY7" fmla="*/ 0 h 3821"/>
                <a:gd name="csX8" fmla="*/ 8121 w 9076"/>
                <a:gd name="csY8" fmla="*/ 478 h 3821"/>
                <a:gd name="csX9" fmla="*/ 8599 w 9076"/>
                <a:gd name="csY9" fmla="*/ 95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076" h="3821">
                  <a:moveTo>
                    <a:pt x="8599" y="956"/>
                  </a:moveTo>
                  <a:lnTo>
                    <a:pt x="9077" y="1433"/>
                  </a:lnTo>
                  <a:lnTo>
                    <a:pt x="8599" y="3344"/>
                  </a:lnTo>
                  <a:lnTo>
                    <a:pt x="8121" y="3822"/>
                  </a:lnTo>
                  <a:lnTo>
                    <a:pt x="6688" y="2866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6688" y="0"/>
                  </a:lnTo>
                  <a:lnTo>
                    <a:pt x="8121" y="478"/>
                  </a:lnTo>
                  <a:lnTo>
                    <a:pt x="859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9" name="Freeform 2388">
              <a:extLst>
                <a:ext uri="{FF2B5EF4-FFF2-40B4-BE49-F238E27FC236}">
                  <a16:creationId xmlns:a16="http://schemas.microsoft.com/office/drawing/2014/main" id="{D7AF204A-1E10-A19C-18FC-FEC6436EBABC}"/>
                </a:ext>
              </a:extLst>
            </p:cNvPr>
            <p:cNvSpPr/>
            <p:nvPr/>
          </p:nvSpPr>
          <p:spPr>
            <a:xfrm>
              <a:off x="5629257" y="4564346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1433 w 1433"/>
                <a:gd name="csY1" fmla="*/ 0 h 1433"/>
                <a:gd name="csX2" fmla="*/ 0 w 1433"/>
                <a:gd name="csY2" fmla="*/ 1433 h 1433"/>
                <a:gd name="csX3" fmla="*/ 1433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1433" y="0"/>
                  </a:lnTo>
                  <a:lnTo>
                    <a:pt x="0" y="1433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0" name="Freeform 2389">
              <a:extLst>
                <a:ext uri="{FF2B5EF4-FFF2-40B4-BE49-F238E27FC236}">
                  <a16:creationId xmlns:a16="http://schemas.microsoft.com/office/drawing/2014/main" id="{72A2356F-CB33-C82B-4A80-7B2C4E527A72}"/>
                </a:ext>
              </a:extLst>
            </p:cNvPr>
            <p:cNvSpPr/>
            <p:nvPr/>
          </p:nvSpPr>
          <p:spPr>
            <a:xfrm>
              <a:off x="5626869" y="4565780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2389 w 2388"/>
                <a:gd name="csY1" fmla="*/ 0 h 477"/>
                <a:gd name="csX2" fmla="*/ 0 w 2388"/>
                <a:gd name="csY2" fmla="*/ 478 h 477"/>
                <a:gd name="csX3" fmla="*/ 0 w 2388"/>
                <a:gd name="csY3" fmla="*/ 478 h 477"/>
                <a:gd name="csX4" fmla="*/ 2389 w 2388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2389" y="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1" name="Freeform 2390">
              <a:extLst>
                <a:ext uri="{FF2B5EF4-FFF2-40B4-BE49-F238E27FC236}">
                  <a16:creationId xmlns:a16="http://schemas.microsoft.com/office/drawing/2014/main" id="{922A5606-F83E-5F06-4366-086ABFF18E7E}"/>
                </a:ext>
              </a:extLst>
            </p:cNvPr>
            <p:cNvSpPr/>
            <p:nvPr/>
          </p:nvSpPr>
          <p:spPr>
            <a:xfrm>
              <a:off x="5621136" y="4570079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1433 w 2388"/>
                <a:gd name="csY1" fmla="*/ 0 h 477"/>
                <a:gd name="csX2" fmla="*/ 0 w 2388"/>
                <a:gd name="csY2" fmla="*/ 0 h 477"/>
                <a:gd name="csX3" fmla="*/ 0 w 2388"/>
                <a:gd name="csY3" fmla="*/ 0 h 477"/>
                <a:gd name="csX4" fmla="*/ 1433 w 2388"/>
                <a:gd name="csY4" fmla="*/ 0 h 477"/>
                <a:gd name="csX5" fmla="*/ 2389 w 2388"/>
                <a:gd name="csY5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143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2" name="Freeform 2391">
              <a:extLst>
                <a:ext uri="{FF2B5EF4-FFF2-40B4-BE49-F238E27FC236}">
                  <a16:creationId xmlns:a16="http://schemas.microsoft.com/office/drawing/2014/main" id="{5B42B75C-284D-6D2D-F7C9-2A0D927554EF}"/>
                </a:ext>
              </a:extLst>
            </p:cNvPr>
            <p:cNvSpPr/>
            <p:nvPr/>
          </p:nvSpPr>
          <p:spPr>
            <a:xfrm>
              <a:off x="5620181" y="4570079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0 w 955"/>
                <a:gd name="csY1" fmla="*/ 478 h 477"/>
                <a:gd name="csX2" fmla="*/ 0 w 955"/>
                <a:gd name="csY2" fmla="*/ 0 h 477"/>
                <a:gd name="csX3" fmla="*/ 955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3" name="Freeform 2392">
              <a:extLst>
                <a:ext uri="{FF2B5EF4-FFF2-40B4-BE49-F238E27FC236}">
                  <a16:creationId xmlns:a16="http://schemas.microsoft.com/office/drawing/2014/main" id="{98302D4C-4953-B9B3-18C8-B314E9E8C115}"/>
                </a:ext>
              </a:extLst>
            </p:cNvPr>
            <p:cNvSpPr/>
            <p:nvPr/>
          </p:nvSpPr>
          <p:spPr>
            <a:xfrm>
              <a:off x="5608715" y="4181207"/>
              <a:ext cx="9076" cy="8121"/>
            </a:xfrm>
            <a:custGeom>
              <a:avLst/>
              <a:gdLst>
                <a:gd name="csX0" fmla="*/ 9077 w 9076"/>
                <a:gd name="csY0" fmla="*/ 956 h 8121"/>
                <a:gd name="csX1" fmla="*/ 8121 w 9076"/>
                <a:gd name="csY1" fmla="*/ 1911 h 8121"/>
                <a:gd name="csX2" fmla="*/ 7644 w 9076"/>
                <a:gd name="csY2" fmla="*/ 4777 h 8121"/>
                <a:gd name="csX3" fmla="*/ 6210 w 9076"/>
                <a:gd name="csY3" fmla="*/ 5733 h 8121"/>
                <a:gd name="csX4" fmla="*/ 2866 w 9076"/>
                <a:gd name="csY4" fmla="*/ 7166 h 8121"/>
                <a:gd name="csX5" fmla="*/ 1433 w 9076"/>
                <a:gd name="csY5" fmla="*/ 8121 h 8121"/>
                <a:gd name="csX6" fmla="*/ 0 w 9076"/>
                <a:gd name="csY6" fmla="*/ 7644 h 8121"/>
                <a:gd name="csX7" fmla="*/ 956 w 9076"/>
                <a:gd name="csY7" fmla="*/ 4777 h 8121"/>
                <a:gd name="csX8" fmla="*/ 1433 w 9076"/>
                <a:gd name="csY8" fmla="*/ 3822 h 8121"/>
                <a:gd name="csX9" fmla="*/ 4300 w 9076"/>
                <a:gd name="csY9" fmla="*/ 2389 h 8121"/>
                <a:gd name="csX10" fmla="*/ 6688 w 9076"/>
                <a:gd name="csY10" fmla="*/ 1911 h 8121"/>
                <a:gd name="csX11" fmla="*/ 7166 w 9076"/>
                <a:gd name="csY11" fmla="*/ 478 h 8121"/>
                <a:gd name="csX12" fmla="*/ 8121 w 9076"/>
                <a:gd name="csY12" fmla="*/ 0 h 8121"/>
                <a:gd name="csX13" fmla="*/ 9077 w 9076"/>
                <a:gd name="csY13" fmla="*/ 95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076" h="8121">
                  <a:moveTo>
                    <a:pt x="9077" y="956"/>
                  </a:moveTo>
                  <a:lnTo>
                    <a:pt x="8121" y="1911"/>
                  </a:lnTo>
                  <a:lnTo>
                    <a:pt x="7644" y="4777"/>
                  </a:lnTo>
                  <a:lnTo>
                    <a:pt x="6210" y="5733"/>
                  </a:lnTo>
                  <a:lnTo>
                    <a:pt x="2866" y="7166"/>
                  </a:lnTo>
                  <a:lnTo>
                    <a:pt x="1433" y="8121"/>
                  </a:lnTo>
                  <a:lnTo>
                    <a:pt x="0" y="7644"/>
                  </a:lnTo>
                  <a:lnTo>
                    <a:pt x="956" y="4777"/>
                  </a:lnTo>
                  <a:lnTo>
                    <a:pt x="1433" y="3822"/>
                  </a:lnTo>
                  <a:lnTo>
                    <a:pt x="4300" y="2389"/>
                  </a:lnTo>
                  <a:lnTo>
                    <a:pt x="6688" y="1911"/>
                  </a:lnTo>
                  <a:lnTo>
                    <a:pt x="7166" y="478"/>
                  </a:lnTo>
                  <a:lnTo>
                    <a:pt x="8121" y="0"/>
                  </a:lnTo>
                  <a:lnTo>
                    <a:pt x="907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4" name="Freeform 2393">
              <a:extLst>
                <a:ext uri="{FF2B5EF4-FFF2-40B4-BE49-F238E27FC236}">
                  <a16:creationId xmlns:a16="http://schemas.microsoft.com/office/drawing/2014/main" id="{57ACDBEB-7E8B-763C-3768-E96089FC5206}"/>
                </a:ext>
              </a:extLst>
            </p:cNvPr>
            <p:cNvSpPr/>
            <p:nvPr/>
          </p:nvSpPr>
          <p:spPr>
            <a:xfrm>
              <a:off x="5398514" y="3102972"/>
              <a:ext cx="216411" cy="134242"/>
            </a:xfrm>
            <a:custGeom>
              <a:avLst/>
              <a:gdLst>
                <a:gd name="csX0" fmla="*/ 216411 w 216411"/>
                <a:gd name="csY0" fmla="*/ 62583 h 134242"/>
                <a:gd name="csX1" fmla="*/ 216411 w 216411"/>
                <a:gd name="csY1" fmla="*/ 63538 h 134242"/>
                <a:gd name="csX2" fmla="*/ 215934 w 216411"/>
                <a:gd name="csY2" fmla="*/ 64971 h 134242"/>
                <a:gd name="csX3" fmla="*/ 215456 w 216411"/>
                <a:gd name="csY3" fmla="*/ 66404 h 134242"/>
                <a:gd name="csX4" fmla="*/ 214501 w 216411"/>
                <a:gd name="csY4" fmla="*/ 66882 h 134242"/>
                <a:gd name="csX5" fmla="*/ 212112 w 216411"/>
                <a:gd name="csY5" fmla="*/ 67360 h 134242"/>
                <a:gd name="csX6" fmla="*/ 210679 w 216411"/>
                <a:gd name="csY6" fmla="*/ 67838 h 134242"/>
                <a:gd name="csX7" fmla="*/ 211156 w 216411"/>
                <a:gd name="csY7" fmla="*/ 69271 h 134242"/>
                <a:gd name="csX8" fmla="*/ 211156 w 216411"/>
                <a:gd name="csY8" fmla="*/ 71182 h 134242"/>
                <a:gd name="csX9" fmla="*/ 210679 w 216411"/>
                <a:gd name="csY9" fmla="*/ 73570 h 134242"/>
                <a:gd name="csX10" fmla="*/ 208768 w 216411"/>
                <a:gd name="csY10" fmla="*/ 76914 h 134242"/>
                <a:gd name="csX11" fmla="*/ 206857 w 216411"/>
                <a:gd name="csY11" fmla="*/ 78825 h 134242"/>
                <a:gd name="csX12" fmla="*/ 204946 w 216411"/>
                <a:gd name="csY12" fmla="*/ 79781 h 134242"/>
                <a:gd name="csX13" fmla="*/ 201602 w 216411"/>
                <a:gd name="csY13" fmla="*/ 79303 h 134242"/>
                <a:gd name="csX14" fmla="*/ 200169 w 216411"/>
                <a:gd name="csY14" fmla="*/ 78825 h 134242"/>
                <a:gd name="csX15" fmla="*/ 200169 w 216411"/>
                <a:gd name="csY15" fmla="*/ 81692 h 134242"/>
                <a:gd name="csX16" fmla="*/ 198258 w 216411"/>
                <a:gd name="csY16" fmla="*/ 83125 h 134242"/>
                <a:gd name="csX17" fmla="*/ 198735 w 216411"/>
                <a:gd name="csY17" fmla="*/ 84558 h 134242"/>
                <a:gd name="csX18" fmla="*/ 199213 w 216411"/>
                <a:gd name="csY18" fmla="*/ 85514 h 134242"/>
                <a:gd name="csX19" fmla="*/ 199213 w 216411"/>
                <a:gd name="csY19" fmla="*/ 87425 h 134242"/>
                <a:gd name="csX20" fmla="*/ 198258 w 216411"/>
                <a:gd name="csY20" fmla="*/ 89335 h 134242"/>
                <a:gd name="csX21" fmla="*/ 196825 w 216411"/>
                <a:gd name="csY21" fmla="*/ 91246 h 134242"/>
                <a:gd name="csX22" fmla="*/ 194914 w 216411"/>
                <a:gd name="csY22" fmla="*/ 92679 h 134242"/>
                <a:gd name="csX23" fmla="*/ 192047 w 216411"/>
                <a:gd name="csY23" fmla="*/ 94113 h 134242"/>
                <a:gd name="csX24" fmla="*/ 189181 w 216411"/>
                <a:gd name="csY24" fmla="*/ 96501 h 134242"/>
                <a:gd name="csX25" fmla="*/ 187270 w 216411"/>
                <a:gd name="csY25" fmla="*/ 97457 h 134242"/>
                <a:gd name="csX26" fmla="*/ 182493 w 216411"/>
                <a:gd name="csY26" fmla="*/ 97457 h 134242"/>
                <a:gd name="csX27" fmla="*/ 177715 w 216411"/>
                <a:gd name="csY27" fmla="*/ 99368 h 134242"/>
                <a:gd name="csX28" fmla="*/ 171027 w 216411"/>
                <a:gd name="csY28" fmla="*/ 102712 h 134242"/>
                <a:gd name="csX29" fmla="*/ 166728 w 216411"/>
                <a:gd name="csY29" fmla="*/ 105100 h 134242"/>
                <a:gd name="csX30" fmla="*/ 163384 w 216411"/>
                <a:gd name="csY30" fmla="*/ 108445 h 134242"/>
                <a:gd name="csX31" fmla="*/ 158606 w 216411"/>
                <a:gd name="csY31" fmla="*/ 113222 h 134242"/>
                <a:gd name="csX32" fmla="*/ 155262 w 216411"/>
                <a:gd name="csY32" fmla="*/ 115611 h 134242"/>
                <a:gd name="csX33" fmla="*/ 153351 w 216411"/>
                <a:gd name="csY33" fmla="*/ 116088 h 134242"/>
                <a:gd name="csX34" fmla="*/ 149529 w 216411"/>
                <a:gd name="csY34" fmla="*/ 116566 h 134242"/>
                <a:gd name="csX35" fmla="*/ 146185 w 216411"/>
                <a:gd name="csY35" fmla="*/ 117999 h 134242"/>
                <a:gd name="csX36" fmla="*/ 135675 w 216411"/>
                <a:gd name="csY36" fmla="*/ 120388 h 134242"/>
                <a:gd name="csX37" fmla="*/ 131853 w 216411"/>
                <a:gd name="csY37" fmla="*/ 121821 h 134242"/>
                <a:gd name="csX38" fmla="*/ 131376 w 216411"/>
                <a:gd name="csY38" fmla="*/ 123254 h 134242"/>
                <a:gd name="csX39" fmla="*/ 129942 w 216411"/>
                <a:gd name="csY39" fmla="*/ 124687 h 134242"/>
                <a:gd name="csX40" fmla="*/ 129942 w 216411"/>
                <a:gd name="csY40" fmla="*/ 125643 h 134242"/>
                <a:gd name="csX41" fmla="*/ 130420 w 216411"/>
                <a:gd name="csY41" fmla="*/ 126121 h 134242"/>
                <a:gd name="csX42" fmla="*/ 130420 w 216411"/>
                <a:gd name="csY42" fmla="*/ 126598 h 134242"/>
                <a:gd name="csX43" fmla="*/ 129465 w 216411"/>
                <a:gd name="csY43" fmla="*/ 128987 h 134242"/>
                <a:gd name="csX44" fmla="*/ 126598 w 216411"/>
                <a:gd name="csY44" fmla="*/ 130420 h 134242"/>
                <a:gd name="csX45" fmla="*/ 125643 w 216411"/>
                <a:gd name="csY45" fmla="*/ 130420 h 134242"/>
                <a:gd name="csX46" fmla="*/ 123732 w 216411"/>
                <a:gd name="csY46" fmla="*/ 128987 h 134242"/>
                <a:gd name="csX47" fmla="*/ 123254 w 216411"/>
                <a:gd name="csY47" fmla="*/ 129465 h 134242"/>
                <a:gd name="csX48" fmla="*/ 122777 w 216411"/>
                <a:gd name="csY48" fmla="*/ 129465 h 134242"/>
                <a:gd name="csX49" fmla="*/ 122777 w 216411"/>
                <a:gd name="csY49" fmla="*/ 129942 h 134242"/>
                <a:gd name="csX50" fmla="*/ 123732 w 216411"/>
                <a:gd name="csY50" fmla="*/ 131376 h 134242"/>
                <a:gd name="csX51" fmla="*/ 122299 w 216411"/>
                <a:gd name="csY51" fmla="*/ 132331 h 134242"/>
                <a:gd name="csX52" fmla="*/ 115133 w 216411"/>
                <a:gd name="csY52" fmla="*/ 134242 h 134242"/>
                <a:gd name="csX53" fmla="*/ 103667 w 216411"/>
                <a:gd name="csY53" fmla="*/ 132809 h 134242"/>
                <a:gd name="csX54" fmla="*/ 98890 w 216411"/>
                <a:gd name="csY54" fmla="*/ 131376 h 134242"/>
                <a:gd name="csX55" fmla="*/ 93157 w 216411"/>
                <a:gd name="csY55" fmla="*/ 128987 h 134242"/>
                <a:gd name="csX56" fmla="*/ 89813 w 216411"/>
                <a:gd name="csY56" fmla="*/ 128509 h 134242"/>
                <a:gd name="csX57" fmla="*/ 84558 w 216411"/>
                <a:gd name="csY57" fmla="*/ 128032 h 134242"/>
                <a:gd name="csX58" fmla="*/ 80736 w 216411"/>
                <a:gd name="csY58" fmla="*/ 124687 h 134242"/>
                <a:gd name="csX59" fmla="*/ 78825 w 216411"/>
                <a:gd name="csY59" fmla="*/ 122777 h 134242"/>
                <a:gd name="csX60" fmla="*/ 78825 w 216411"/>
                <a:gd name="csY60" fmla="*/ 121821 h 134242"/>
                <a:gd name="csX61" fmla="*/ 78825 w 216411"/>
                <a:gd name="csY61" fmla="*/ 120866 h 134242"/>
                <a:gd name="csX62" fmla="*/ 79303 w 216411"/>
                <a:gd name="csY62" fmla="*/ 120388 h 134242"/>
                <a:gd name="csX63" fmla="*/ 79781 w 216411"/>
                <a:gd name="csY63" fmla="*/ 119910 h 134242"/>
                <a:gd name="csX64" fmla="*/ 81214 w 216411"/>
                <a:gd name="csY64" fmla="*/ 119910 h 134242"/>
                <a:gd name="csX65" fmla="*/ 81214 w 216411"/>
                <a:gd name="csY65" fmla="*/ 119432 h 134242"/>
                <a:gd name="csX66" fmla="*/ 80258 w 216411"/>
                <a:gd name="csY66" fmla="*/ 117999 h 134242"/>
                <a:gd name="csX67" fmla="*/ 79303 w 216411"/>
                <a:gd name="csY67" fmla="*/ 118477 h 134242"/>
                <a:gd name="csX68" fmla="*/ 76914 w 216411"/>
                <a:gd name="csY68" fmla="*/ 120866 h 134242"/>
                <a:gd name="csX69" fmla="*/ 75481 w 216411"/>
                <a:gd name="csY69" fmla="*/ 120866 h 134242"/>
                <a:gd name="csX70" fmla="*/ 74048 w 216411"/>
                <a:gd name="csY70" fmla="*/ 119432 h 134242"/>
                <a:gd name="csX71" fmla="*/ 74048 w 216411"/>
                <a:gd name="csY71" fmla="*/ 118477 h 134242"/>
                <a:gd name="csX72" fmla="*/ 71182 w 216411"/>
                <a:gd name="csY72" fmla="*/ 117999 h 134242"/>
                <a:gd name="csX73" fmla="*/ 68793 w 216411"/>
                <a:gd name="csY73" fmla="*/ 116566 h 134242"/>
                <a:gd name="csX74" fmla="*/ 65927 w 216411"/>
                <a:gd name="csY74" fmla="*/ 114655 h 134242"/>
                <a:gd name="csX75" fmla="*/ 65449 w 216411"/>
                <a:gd name="csY75" fmla="*/ 113700 h 134242"/>
                <a:gd name="csX76" fmla="*/ 66882 w 216411"/>
                <a:gd name="csY76" fmla="*/ 112744 h 134242"/>
                <a:gd name="csX77" fmla="*/ 66882 w 216411"/>
                <a:gd name="csY77" fmla="*/ 112266 h 134242"/>
                <a:gd name="csX78" fmla="*/ 65927 w 216411"/>
                <a:gd name="csY78" fmla="*/ 112266 h 134242"/>
                <a:gd name="csX79" fmla="*/ 64016 w 216411"/>
                <a:gd name="csY79" fmla="*/ 112744 h 134242"/>
                <a:gd name="csX80" fmla="*/ 61149 w 216411"/>
                <a:gd name="csY80" fmla="*/ 115133 h 134242"/>
                <a:gd name="csX81" fmla="*/ 59716 w 216411"/>
                <a:gd name="csY81" fmla="*/ 115611 h 134242"/>
                <a:gd name="csX82" fmla="*/ 41563 w 216411"/>
                <a:gd name="csY82" fmla="*/ 116566 h 134242"/>
                <a:gd name="csX83" fmla="*/ 36785 w 216411"/>
                <a:gd name="csY83" fmla="*/ 116566 h 134242"/>
                <a:gd name="csX84" fmla="*/ 35830 w 216411"/>
                <a:gd name="csY84" fmla="*/ 117044 h 134242"/>
                <a:gd name="csX85" fmla="*/ 35352 w 216411"/>
                <a:gd name="csY85" fmla="*/ 115611 h 134242"/>
                <a:gd name="csX86" fmla="*/ 34397 w 216411"/>
                <a:gd name="csY86" fmla="*/ 111789 h 134242"/>
                <a:gd name="csX87" fmla="*/ 34397 w 216411"/>
                <a:gd name="csY87" fmla="*/ 108922 h 134242"/>
                <a:gd name="csX88" fmla="*/ 34397 w 216411"/>
                <a:gd name="csY88" fmla="*/ 107967 h 134242"/>
                <a:gd name="csX89" fmla="*/ 34874 w 216411"/>
                <a:gd name="csY89" fmla="*/ 106534 h 134242"/>
                <a:gd name="csX90" fmla="*/ 35830 w 216411"/>
                <a:gd name="csY90" fmla="*/ 106534 h 134242"/>
                <a:gd name="csX91" fmla="*/ 36785 w 216411"/>
                <a:gd name="csY91" fmla="*/ 107967 h 134242"/>
                <a:gd name="csX92" fmla="*/ 37741 w 216411"/>
                <a:gd name="csY92" fmla="*/ 109400 h 134242"/>
                <a:gd name="csX93" fmla="*/ 38696 w 216411"/>
                <a:gd name="csY93" fmla="*/ 110356 h 134242"/>
                <a:gd name="csX94" fmla="*/ 45384 w 216411"/>
                <a:gd name="csY94" fmla="*/ 108445 h 134242"/>
                <a:gd name="csX95" fmla="*/ 47773 w 216411"/>
                <a:gd name="csY95" fmla="*/ 107011 h 134242"/>
                <a:gd name="csX96" fmla="*/ 48728 w 216411"/>
                <a:gd name="csY96" fmla="*/ 105578 h 134242"/>
                <a:gd name="csX97" fmla="*/ 50162 w 216411"/>
                <a:gd name="csY97" fmla="*/ 103667 h 134242"/>
                <a:gd name="csX98" fmla="*/ 51595 w 216411"/>
                <a:gd name="csY98" fmla="*/ 102234 h 134242"/>
                <a:gd name="csX99" fmla="*/ 52073 w 216411"/>
                <a:gd name="csY99" fmla="*/ 101279 h 134242"/>
                <a:gd name="csX100" fmla="*/ 53506 w 216411"/>
                <a:gd name="csY100" fmla="*/ 97935 h 134242"/>
                <a:gd name="csX101" fmla="*/ 54461 w 216411"/>
                <a:gd name="csY101" fmla="*/ 96501 h 134242"/>
                <a:gd name="csX102" fmla="*/ 55416 w 216411"/>
                <a:gd name="csY102" fmla="*/ 95546 h 134242"/>
                <a:gd name="csX103" fmla="*/ 56850 w 216411"/>
                <a:gd name="csY103" fmla="*/ 94591 h 134242"/>
                <a:gd name="csX104" fmla="*/ 59716 w 216411"/>
                <a:gd name="csY104" fmla="*/ 94113 h 134242"/>
                <a:gd name="csX105" fmla="*/ 57805 w 216411"/>
                <a:gd name="csY105" fmla="*/ 93157 h 134242"/>
                <a:gd name="csX106" fmla="*/ 55894 w 216411"/>
                <a:gd name="csY106" fmla="*/ 93157 h 134242"/>
                <a:gd name="csX107" fmla="*/ 50162 w 216411"/>
                <a:gd name="csY107" fmla="*/ 96979 h 134242"/>
                <a:gd name="csX108" fmla="*/ 47773 w 216411"/>
                <a:gd name="csY108" fmla="*/ 96979 h 134242"/>
                <a:gd name="csX109" fmla="*/ 47773 w 216411"/>
                <a:gd name="csY109" fmla="*/ 96501 h 134242"/>
                <a:gd name="csX110" fmla="*/ 48728 w 216411"/>
                <a:gd name="csY110" fmla="*/ 95546 h 134242"/>
                <a:gd name="csX111" fmla="*/ 51117 w 216411"/>
                <a:gd name="csY111" fmla="*/ 93635 h 134242"/>
                <a:gd name="csX112" fmla="*/ 49684 w 216411"/>
                <a:gd name="csY112" fmla="*/ 93635 h 134242"/>
                <a:gd name="csX113" fmla="*/ 48728 w 216411"/>
                <a:gd name="csY113" fmla="*/ 92679 h 134242"/>
                <a:gd name="csX114" fmla="*/ 48728 w 216411"/>
                <a:gd name="csY114" fmla="*/ 91246 h 134242"/>
                <a:gd name="csX115" fmla="*/ 50162 w 216411"/>
                <a:gd name="csY115" fmla="*/ 88380 h 134242"/>
                <a:gd name="csX116" fmla="*/ 54939 w 216411"/>
                <a:gd name="csY116" fmla="*/ 85036 h 134242"/>
                <a:gd name="csX117" fmla="*/ 56372 w 216411"/>
                <a:gd name="csY117" fmla="*/ 84558 h 134242"/>
                <a:gd name="csX118" fmla="*/ 56850 w 216411"/>
                <a:gd name="csY118" fmla="*/ 83603 h 134242"/>
                <a:gd name="csX119" fmla="*/ 56372 w 216411"/>
                <a:gd name="csY119" fmla="*/ 83125 h 134242"/>
                <a:gd name="csX120" fmla="*/ 55416 w 216411"/>
                <a:gd name="csY120" fmla="*/ 82647 h 134242"/>
                <a:gd name="csX121" fmla="*/ 50639 w 216411"/>
                <a:gd name="csY121" fmla="*/ 86469 h 134242"/>
                <a:gd name="csX122" fmla="*/ 46817 w 216411"/>
                <a:gd name="csY122" fmla="*/ 87425 h 134242"/>
                <a:gd name="csX123" fmla="*/ 45862 w 216411"/>
                <a:gd name="csY123" fmla="*/ 87425 h 134242"/>
                <a:gd name="csX124" fmla="*/ 43951 w 216411"/>
                <a:gd name="csY124" fmla="*/ 85991 h 134242"/>
                <a:gd name="csX125" fmla="*/ 43473 w 216411"/>
                <a:gd name="csY125" fmla="*/ 85514 h 134242"/>
                <a:gd name="csX126" fmla="*/ 42518 w 216411"/>
                <a:gd name="csY126" fmla="*/ 83603 h 134242"/>
                <a:gd name="csX127" fmla="*/ 42518 w 216411"/>
                <a:gd name="csY127" fmla="*/ 82647 h 134242"/>
                <a:gd name="csX128" fmla="*/ 44429 w 216411"/>
                <a:gd name="csY128" fmla="*/ 79781 h 134242"/>
                <a:gd name="csX129" fmla="*/ 43951 w 216411"/>
                <a:gd name="csY129" fmla="*/ 79303 h 134242"/>
                <a:gd name="csX130" fmla="*/ 42996 w 216411"/>
                <a:gd name="csY130" fmla="*/ 79303 h 134242"/>
                <a:gd name="csX131" fmla="*/ 39651 w 216411"/>
                <a:gd name="csY131" fmla="*/ 76437 h 134242"/>
                <a:gd name="csX132" fmla="*/ 34874 w 216411"/>
                <a:gd name="csY132" fmla="*/ 76914 h 134242"/>
                <a:gd name="csX133" fmla="*/ 21975 w 216411"/>
                <a:gd name="csY133" fmla="*/ 75004 h 134242"/>
                <a:gd name="csX134" fmla="*/ 19587 w 216411"/>
                <a:gd name="csY134" fmla="*/ 75959 h 134242"/>
                <a:gd name="csX135" fmla="*/ 15287 w 216411"/>
                <a:gd name="csY135" fmla="*/ 78348 h 134242"/>
                <a:gd name="csX136" fmla="*/ 12899 w 216411"/>
                <a:gd name="csY136" fmla="*/ 78825 h 134242"/>
                <a:gd name="csX137" fmla="*/ 11466 w 216411"/>
                <a:gd name="csY137" fmla="*/ 78348 h 134242"/>
                <a:gd name="csX138" fmla="*/ 10510 w 216411"/>
                <a:gd name="csY138" fmla="*/ 77392 h 134242"/>
                <a:gd name="csX139" fmla="*/ 9555 w 216411"/>
                <a:gd name="csY139" fmla="*/ 75481 h 134242"/>
                <a:gd name="csX140" fmla="*/ 8599 w 216411"/>
                <a:gd name="csY140" fmla="*/ 73570 h 134242"/>
                <a:gd name="csX141" fmla="*/ 9077 w 216411"/>
                <a:gd name="csY141" fmla="*/ 72137 h 134242"/>
                <a:gd name="csX142" fmla="*/ 10988 w 216411"/>
                <a:gd name="csY142" fmla="*/ 71182 h 134242"/>
                <a:gd name="csX143" fmla="*/ 11943 w 216411"/>
                <a:gd name="csY143" fmla="*/ 71182 h 134242"/>
                <a:gd name="csX144" fmla="*/ 15287 w 216411"/>
                <a:gd name="csY144" fmla="*/ 71659 h 134242"/>
                <a:gd name="csX145" fmla="*/ 19587 w 216411"/>
                <a:gd name="csY145" fmla="*/ 70226 h 134242"/>
                <a:gd name="csX146" fmla="*/ 21975 w 216411"/>
                <a:gd name="csY146" fmla="*/ 69749 h 134242"/>
                <a:gd name="csX147" fmla="*/ 22931 w 216411"/>
                <a:gd name="csY147" fmla="*/ 69271 h 134242"/>
                <a:gd name="csX148" fmla="*/ 24364 w 216411"/>
                <a:gd name="csY148" fmla="*/ 67838 h 134242"/>
                <a:gd name="csX149" fmla="*/ 25320 w 216411"/>
                <a:gd name="csY149" fmla="*/ 67838 h 134242"/>
                <a:gd name="csX150" fmla="*/ 26275 w 216411"/>
                <a:gd name="csY150" fmla="*/ 68315 h 134242"/>
                <a:gd name="csX151" fmla="*/ 26753 w 216411"/>
                <a:gd name="csY151" fmla="*/ 69271 h 134242"/>
                <a:gd name="csX152" fmla="*/ 31052 w 216411"/>
                <a:gd name="csY152" fmla="*/ 67360 h 134242"/>
                <a:gd name="csX153" fmla="*/ 32486 w 216411"/>
                <a:gd name="csY153" fmla="*/ 66882 h 134242"/>
                <a:gd name="csX154" fmla="*/ 32486 w 216411"/>
                <a:gd name="csY154" fmla="*/ 66404 h 134242"/>
                <a:gd name="csX155" fmla="*/ 33441 w 216411"/>
                <a:gd name="csY155" fmla="*/ 65927 h 134242"/>
                <a:gd name="csX156" fmla="*/ 35352 w 216411"/>
                <a:gd name="csY156" fmla="*/ 66404 h 134242"/>
                <a:gd name="csX157" fmla="*/ 37263 w 216411"/>
                <a:gd name="csY157" fmla="*/ 66404 h 134242"/>
                <a:gd name="csX158" fmla="*/ 39174 w 216411"/>
                <a:gd name="csY158" fmla="*/ 65927 h 134242"/>
                <a:gd name="csX159" fmla="*/ 42996 w 216411"/>
                <a:gd name="csY159" fmla="*/ 65927 h 134242"/>
                <a:gd name="csX160" fmla="*/ 51117 w 216411"/>
                <a:gd name="csY160" fmla="*/ 65449 h 134242"/>
                <a:gd name="csX161" fmla="*/ 52073 w 216411"/>
                <a:gd name="csY161" fmla="*/ 64493 h 134242"/>
                <a:gd name="csX162" fmla="*/ 53028 w 216411"/>
                <a:gd name="csY162" fmla="*/ 63060 h 134242"/>
                <a:gd name="csX163" fmla="*/ 53506 w 216411"/>
                <a:gd name="csY163" fmla="*/ 60194 h 134242"/>
                <a:gd name="csX164" fmla="*/ 53506 w 216411"/>
                <a:gd name="csY164" fmla="*/ 59716 h 134242"/>
                <a:gd name="csX165" fmla="*/ 48251 w 216411"/>
                <a:gd name="csY165" fmla="*/ 62583 h 134242"/>
                <a:gd name="csX166" fmla="*/ 46817 w 216411"/>
                <a:gd name="csY166" fmla="*/ 62105 h 134242"/>
                <a:gd name="csX167" fmla="*/ 41085 w 216411"/>
                <a:gd name="csY167" fmla="*/ 60672 h 134242"/>
                <a:gd name="csX168" fmla="*/ 38696 w 216411"/>
                <a:gd name="csY168" fmla="*/ 59238 h 134242"/>
                <a:gd name="csX169" fmla="*/ 39651 w 216411"/>
                <a:gd name="csY169" fmla="*/ 57805 h 134242"/>
                <a:gd name="csX170" fmla="*/ 42518 w 216411"/>
                <a:gd name="csY170" fmla="*/ 54939 h 134242"/>
                <a:gd name="csX171" fmla="*/ 45862 w 216411"/>
                <a:gd name="csY171" fmla="*/ 53028 h 134242"/>
                <a:gd name="csX172" fmla="*/ 50639 w 216411"/>
                <a:gd name="csY172" fmla="*/ 50639 h 134242"/>
                <a:gd name="csX173" fmla="*/ 52073 w 216411"/>
                <a:gd name="csY173" fmla="*/ 49684 h 134242"/>
                <a:gd name="csX174" fmla="*/ 52073 w 216411"/>
                <a:gd name="csY174" fmla="*/ 48251 h 134242"/>
                <a:gd name="csX175" fmla="*/ 48728 w 216411"/>
                <a:gd name="csY175" fmla="*/ 46340 h 134242"/>
                <a:gd name="csX176" fmla="*/ 42996 w 216411"/>
                <a:gd name="csY176" fmla="*/ 46818 h 134242"/>
                <a:gd name="csX177" fmla="*/ 41085 w 216411"/>
                <a:gd name="csY177" fmla="*/ 44429 h 134242"/>
                <a:gd name="csX178" fmla="*/ 36307 w 216411"/>
                <a:gd name="csY178" fmla="*/ 42996 h 134242"/>
                <a:gd name="csX179" fmla="*/ 32963 w 216411"/>
                <a:gd name="csY179" fmla="*/ 43951 h 134242"/>
                <a:gd name="csX180" fmla="*/ 31052 w 216411"/>
                <a:gd name="csY180" fmla="*/ 42518 h 134242"/>
                <a:gd name="csX181" fmla="*/ 26753 w 216411"/>
                <a:gd name="csY181" fmla="*/ 44429 h 134242"/>
                <a:gd name="csX182" fmla="*/ 17198 w 216411"/>
                <a:gd name="csY182" fmla="*/ 47295 h 134242"/>
                <a:gd name="csX183" fmla="*/ 13376 w 216411"/>
                <a:gd name="csY183" fmla="*/ 49206 h 134242"/>
                <a:gd name="csX184" fmla="*/ 11466 w 216411"/>
                <a:gd name="csY184" fmla="*/ 50162 h 134242"/>
                <a:gd name="csX185" fmla="*/ 9077 w 216411"/>
                <a:gd name="csY185" fmla="*/ 48251 h 134242"/>
                <a:gd name="csX186" fmla="*/ 4777 w 216411"/>
                <a:gd name="csY186" fmla="*/ 46818 h 134242"/>
                <a:gd name="csX187" fmla="*/ 478 w 216411"/>
                <a:gd name="csY187" fmla="*/ 45862 h 134242"/>
                <a:gd name="csX188" fmla="*/ 0 w 216411"/>
                <a:gd name="csY188" fmla="*/ 44907 h 134242"/>
                <a:gd name="csX189" fmla="*/ 2389 w 216411"/>
                <a:gd name="csY189" fmla="*/ 41563 h 134242"/>
                <a:gd name="csX190" fmla="*/ 4300 w 216411"/>
                <a:gd name="csY190" fmla="*/ 41085 h 134242"/>
                <a:gd name="csX191" fmla="*/ 6210 w 216411"/>
                <a:gd name="csY191" fmla="*/ 41085 h 134242"/>
                <a:gd name="csX192" fmla="*/ 9555 w 216411"/>
                <a:gd name="csY192" fmla="*/ 43473 h 134242"/>
                <a:gd name="csX193" fmla="*/ 11943 w 216411"/>
                <a:gd name="csY193" fmla="*/ 44429 h 134242"/>
                <a:gd name="csX194" fmla="*/ 9077 w 216411"/>
                <a:gd name="csY194" fmla="*/ 41085 h 134242"/>
                <a:gd name="csX195" fmla="*/ 9077 w 216411"/>
                <a:gd name="csY195" fmla="*/ 39652 h 134242"/>
                <a:gd name="csX196" fmla="*/ 9077 w 216411"/>
                <a:gd name="csY196" fmla="*/ 37741 h 134242"/>
                <a:gd name="csX197" fmla="*/ 8121 w 216411"/>
                <a:gd name="csY197" fmla="*/ 36785 h 134242"/>
                <a:gd name="csX198" fmla="*/ 7166 w 216411"/>
                <a:gd name="csY198" fmla="*/ 34397 h 134242"/>
                <a:gd name="csX199" fmla="*/ 7644 w 216411"/>
                <a:gd name="csY199" fmla="*/ 33919 h 134242"/>
                <a:gd name="csX200" fmla="*/ 8599 w 216411"/>
                <a:gd name="csY200" fmla="*/ 33441 h 134242"/>
                <a:gd name="csX201" fmla="*/ 10988 w 216411"/>
                <a:gd name="csY201" fmla="*/ 34397 h 134242"/>
                <a:gd name="csX202" fmla="*/ 16721 w 216411"/>
                <a:gd name="csY202" fmla="*/ 38218 h 134242"/>
                <a:gd name="csX203" fmla="*/ 19587 w 216411"/>
                <a:gd name="csY203" fmla="*/ 37263 h 134242"/>
                <a:gd name="csX204" fmla="*/ 21498 w 216411"/>
                <a:gd name="csY204" fmla="*/ 35830 h 134242"/>
                <a:gd name="csX205" fmla="*/ 23409 w 216411"/>
                <a:gd name="csY205" fmla="*/ 34874 h 134242"/>
                <a:gd name="csX206" fmla="*/ 22931 w 216411"/>
                <a:gd name="csY206" fmla="*/ 34397 h 134242"/>
                <a:gd name="csX207" fmla="*/ 17676 w 216411"/>
                <a:gd name="csY207" fmla="*/ 34397 h 134242"/>
                <a:gd name="csX208" fmla="*/ 15287 w 216411"/>
                <a:gd name="csY208" fmla="*/ 33441 h 134242"/>
                <a:gd name="csX209" fmla="*/ 13854 w 216411"/>
                <a:gd name="csY209" fmla="*/ 32486 h 134242"/>
                <a:gd name="csX210" fmla="*/ 12421 w 216411"/>
                <a:gd name="csY210" fmla="*/ 30575 h 134242"/>
                <a:gd name="csX211" fmla="*/ 12899 w 216411"/>
                <a:gd name="csY211" fmla="*/ 29619 h 134242"/>
                <a:gd name="csX212" fmla="*/ 14332 w 216411"/>
                <a:gd name="csY212" fmla="*/ 29142 h 134242"/>
                <a:gd name="csX213" fmla="*/ 18632 w 216411"/>
                <a:gd name="csY213" fmla="*/ 29142 h 134242"/>
                <a:gd name="csX214" fmla="*/ 15765 w 216411"/>
                <a:gd name="csY214" fmla="*/ 25797 h 134242"/>
                <a:gd name="csX215" fmla="*/ 13854 w 216411"/>
                <a:gd name="csY215" fmla="*/ 23886 h 134242"/>
                <a:gd name="csX216" fmla="*/ 13854 w 216411"/>
                <a:gd name="csY216" fmla="*/ 22931 h 134242"/>
                <a:gd name="csX217" fmla="*/ 13854 w 216411"/>
                <a:gd name="csY217" fmla="*/ 21976 h 134242"/>
                <a:gd name="csX218" fmla="*/ 14332 w 216411"/>
                <a:gd name="csY218" fmla="*/ 21020 h 134242"/>
                <a:gd name="csX219" fmla="*/ 14332 w 216411"/>
                <a:gd name="csY219" fmla="*/ 21020 h 134242"/>
                <a:gd name="csX220" fmla="*/ 19587 w 216411"/>
                <a:gd name="csY220" fmla="*/ 22931 h 134242"/>
                <a:gd name="csX221" fmla="*/ 20542 w 216411"/>
                <a:gd name="csY221" fmla="*/ 22931 h 134242"/>
                <a:gd name="csX222" fmla="*/ 19587 w 216411"/>
                <a:gd name="csY222" fmla="*/ 21498 h 134242"/>
                <a:gd name="csX223" fmla="*/ 17198 w 216411"/>
                <a:gd name="csY223" fmla="*/ 19587 h 134242"/>
                <a:gd name="csX224" fmla="*/ 17198 w 216411"/>
                <a:gd name="csY224" fmla="*/ 19109 h 134242"/>
                <a:gd name="csX225" fmla="*/ 18154 w 216411"/>
                <a:gd name="csY225" fmla="*/ 18631 h 134242"/>
                <a:gd name="csX226" fmla="*/ 18632 w 216411"/>
                <a:gd name="csY226" fmla="*/ 17198 h 134242"/>
                <a:gd name="csX227" fmla="*/ 18632 w 216411"/>
                <a:gd name="csY227" fmla="*/ 16721 h 134242"/>
                <a:gd name="csX228" fmla="*/ 20065 w 216411"/>
                <a:gd name="csY228" fmla="*/ 15765 h 134242"/>
                <a:gd name="csX229" fmla="*/ 21498 w 216411"/>
                <a:gd name="csY229" fmla="*/ 15765 h 134242"/>
                <a:gd name="csX230" fmla="*/ 22931 w 216411"/>
                <a:gd name="csY230" fmla="*/ 16243 h 134242"/>
                <a:gd name="csX231" fmla="*/ 27708 w 216411"/>
                <a:gd name="csY231" fmla="*/ 20065 h 134242"/>
                <a:gd name="csX232" fmla="*/ 28664 w 216411"/>
                <a:gd name="csY232" fmla="*/ 21020 h 134242"/>
                <a:gd name="csX233" fmla="*/ 28664 w 216411"/>
                <a:gd name="csY233" fmla="*/ 22453 h 134242"/>
                <a:gd name="csX234" fmla="*/ 28664 w 216411"/>
                <a:gd name="csY234" fmla="*/ 23886 h 134242"/>
                <a:gd name="csX235" fmla="*/ 28664 w 216411"/>
                <a:gd name="csY235" fmla="*/ 24842 h 134242"/>
                <a:gd name="csX236" fmla="*/ 30575 w 216411"/>
                <a:gd name="csY236" fmla="*/ 23886 h 134242"/>
                <a:gd name="csX237" fmla="*/ 32008 w 216411"/>
                <a:gd name="csY237" fmla="*/ 24842 h 134242"/>
                <a:gd name="csX238" fmla="*/ 32963 w 216411"/>
                <a:gd name="csY238" fmla="*/ 24842 h 134242"/>
                <a:gd name="csX239" fmla="*/ 34397 w 216411"/>
                <a:gd name="csY239" fmla="*/ 21976 h 134242"/>
                <a:gd name="csX240" fmla="*/ 35830 w 216411"/>
                <a:gd name="csY240" fmla="*/ 22931 h 134242"/>
                <a:gd name="csX241" fmla="*/ 36785 w 216411"/>
                <a:gd name="csY241" fmla="*/ 23886 h 134242"/>
                <a:gd name="csX242" fmla="*/ 36785 w 216411"/>
                <a:gd name="csY242" fmla="*/ 24842 h 134242"/>
                <a:gd name="csX243" fmla="*/ 36785 w 216411"/>
                <a:gd name="csY243" fmla="*/ 26275 h 134242"/>
                <a:gd name="csX244" fmla="*/ 36785 w 216411"/>
                <a:gd name="csY244" fmla="*/ 29619 h 134242"/>
                <a:gd name="csX245" fmla="*/ 36785 w 216411"/>
                <a:gd name="csY245" fmla="*/ 29619 h 134242"/>
                <a:gd name="csX246" fmla="*/ 38218 w 216411"/>
                <a:gd name="csY246" fmla="*/ 28186 h 134242"/>
                <a:gd name="csX247" fmla="*/ 40129 w 216411"/>
                <a:gd name="csY247" fmla="*/ 28186 h 134242"/>
                <a:gd name="csX248" fmla="*/ 40607 w 216411"/>
                <a:gd name="csY248" fmla="*/ 27231 h 134242"/>
                <a:gd name="csX249" fmla="*/ 40607 w 216411"/>
                <a:gd name="csY249" fmla="*/ 23886 h 134242"/>
                <a:gd name="csX250" fmla="*/ 40607 w 216411"/>
                <a:gd name="csY250" fmla="*/ 21498 h 134242"/>
                <a:gd name="csX251" fmla="*/ 40129 w 216411"/>
                <a:gd name="csY251" fmla="*/ 21020 h 134242"/>
                <a:gd name="csX252" fmla="*/ 32963 w 216411"/>
                <a:gd name="csY252" fmla="*/ 17198 h 134242"/>
                <a:gd name="csX253" fmla="*/ 31530 w 216411"/>
                <a:gd name="csY253" fmla="*/ 16243 h 134242"/>
                <a:gd name="csX254" fmla="*/ 30097 w 216411"/>
                <a:gd name="csY254" fmla="*/ 14332 h 134242"/>
                <a:gd name="csX255" fmla="*/ 30575 w 216411"/>
                <a:gd name="csY255" fmla="*/ 13377 h 134242"/>
                <a:gd name="csX256" fmla="*/ 32008 w 216411"/>
                <a:gd name="csY256" fmla="*/ 12421 h 134242"/>
                <a:gd name="csX257" fmla="*/ 33919 w 216411"/>
                <a:gd name="csY257" fmla="*/ 12421 h 134242"/>
                <a:gd name="csX258" fmla="*/ 38696 w 216411"/>
                <a:gd name="csY258" fmla="*/ 12421 h 134242"/>
                <a:gd name="csX259" fmla="*/ 39174 w 216411"/>
                <a:gd name="csY259" fmla="*/ 11943 h 134242"/>
                <a:gd name="csX260" fmla="*/ 38218 w 216411"/>
                <a:gd name="csY260" fmla="*/ 10988 h 134242"/>
                <a:gd name="csX261" fmla="*/ 36307 w 216411"/>
                <a:gd name="csY261" fmla="*/ 10510 h 134242"/>
                <a:gd name="csX262" fmla="*/ 35830 w 216411"/>
                <a:gd name="csY262" fmla="*/ 9555 h 134242"/>
                <a:gd name="csX263" fmla="*/ 35352 w 216411"/>
                <a:gd name="csY263" fmla="*/ 8599 h 134242"/>
                <a:gd name="csX264" fmla="*/ 32486 w 216411"/>
                <a:gd name="csY264" fmla="*/ 9555 h 134242"/>
                <a:gd name="csX265" fmla="*/ 29619 w 216411"/>
                <a:gd name="csY265" fmla="*/ 9555 h 134242"/>
                <a:gd name="csX266" fmla="*/ 26753 w 216411"/>
                <a:gd name="csY266" fmla="*/ 8599 h 134242"/>
                <a:gd name="csX267" fmla="*/ 26753 w 216411"/>
                <a:gd name="csY267" fmla="*/ 7644 h 134242"/>
                <a:gd name="csX268" fmla="*/ 27708 w 216411"/>
                <a:gd name="csY268" fmla="*/ 6688 h 134242"/>
                <a:gd name="csX269" fmla="*/ 30097 w 216411"/>
                <a:gd name="csY269" fmla="*/ 4777 h 134242"/>
                <a:gd name="csX270" fmla="*/ 31530 w 216411"/>
                <a:gd name="csY270" fmla="*/ 3822 h 134242"/>
                <a:gd name="csX271" fmla="*/ 34397 w 216411"/>
                <a:gd name="csY271" fmla="*/ 4300 h 134242"/>
                <a:gd name="csX272" fmla="*/ 37741 w 216411"/>
                <a:gd name="csY272" fmla="*/ 3822 h 134242"/>
                <a:gd name="csX273" fmla="*/ 40607 w 216411"/>
                <a:gd name="csY273" fmla="*/ 4777 h 134242"/>
                <a:gd name="csX274" fmla="*/ 42518 w 216411"/>
                <a:gd name="csY274" fmla="*/ 6688 h 134242"/>
                <a:gd name="csX275" fmla="*/ 45384 w 216411"/>
                <a:gd name="csY275" fmla="*/ 10032 h 134242"/>
                <a:gd name="csX276" fmla="*/ 49684 w 216411"/>
                <a:gd name="csY276" fmla="*/ 12421 h 134242"/>
                <a:gd name="csX277" fmla="*/ 50162 w 216411"/>
                <a:gd name="csY277" fmla="*/ 12899 h 134242"/>
                <a:gd name="csX278" fmla="*/ 52073 w 216411"/>
                <a:gd name="csY278" fmla="*/ 14810 h 134242"/>
                <a:gd name="csX279" fmla="*/ 56372 w 216411"/>
                <a:gd name="csY279" fmla="*/ 20065 h 134242"/>
                <a:gd name="csX280" fmla="*/ 60672 w 216411"/>
                <a:gd name="csY280" fmla="*/ 22931 h 134242"/>
                <a:gd name="csX281" fmla="*/ 60672 w 216411"/>
                <a:gd name="csY281" fmla="*/ 23409 h 134242"/>
                <a:gd name="csX282" fmla="*/ 60194 w 216411"/>
                <a:gd name="csY282" fmla="*/ 24364 h 134242"/>
                <a:gd name="csX283" fmla="*/ 58761 w 216411"/>
                <a:gd name="csY283" fmla="*/ 25320 h 134242"/>
                <a:gd name="csX284" fmla="*/ 58761 w 216411"/>
                <a:gd name="csY284" fmla="*/ 25797 h 134242"/>
                <a:gd name="csX285" fmla="*/ 61149 w 216411"/>
                <a:gd name="csY285" fmla="*/ 26753 h 134242"/>
                <a:gd name="csX286" fmla="*/ 62582 w 216411"/>
                <a:gd name="csY286" fmla="*/ 28664 h 134242"/>
                <a:gd name="csX287" fmla="*/ 62582 w 216411"/>
                <a:gd name="csY287" fmla="*/ 29619 h 134242"/>
                <a:gd name="csX288" fmla="*/ 61149 w 216411"/>
                <a:gd name="csY288" fmla="*/ 35352 h 134242"/>
                <a:gd name="csX289" fmla="*/ 60672 w 216411"/>
                <a:gd name="csY289" fmla="*/ 36785 h 134242"/>
                <a:gd name="csX290" fmla="*/ 59716 w 216411"/>
                <a:gd name="csY290" fmla="*/ 37263 h 134242"/>
                <a:gd name="csX291" fmla="*/ 55894 w 216411"/>
                <a:gd name="csY291" fmla="*/ 36307 h 134242"/>
                <a:gd name="csX292" fmla="*/ 56850 w 216411"/>
                <a:gd name="csY292" fmla="*/ 38218 h 134242"/>
                <a:gd name="csX293" fmla="*/ 59716 w 216411"/>
                <a:gd name="csY293" fmla="*/ 40129 h 134242"/>
                <a:gd name="csX294" fmla="*/ 60194 w 216411"/>
                <a:gd name="csY294" fmla="*/ 41085 h 134242"/>
                <a:gd name="csX295" fmla="*/ 59716 w 216411"/>
                <a:gd name="csY295" fmla="*/ 42040 h 134242"/>
                <a:gd name="csX296" fmla="*/ 60194 w 216411"/>
                <a:gd name="csY296" fmla="*/ 42518 h 134242"/>
                <a:gd name="csX297" fmla="*/ 61149 w 216411"/>
                <a:gd name="csY297" fmla="*/ 42040 h 134242"/>
                <a:gd name="csX298" fmla="*/ 61627 w 216411"/>
                <a:gd name="csY298" fmla="*/ 42518 h 134242"/>
                <a:gd name="csX299" fmla="*/ 61149 w 216411"/>
                <a:gd name="csY299" fmla="*/ 44429 h 134242"/>
                <a:gd name="csX300" fmla="*/ 60672 w 216411"/>
                <a:gd name="csY300" fmla="*/ 45862 h 134242"/>
                <a:gd name="csX301" fmla="*/ 60194 w 216411"/>
                <a:gd name="csY301" fmla="*/ 47295 h 134242"/>
                <a:gd name="csX302" fmla="*/ 60194 w 216411"/>
                <a:gd name="csY302" fmla="*/ 47773 h 134242"/>
                <a:gd name="csX303" fmla="*/ 61627 w 216411"/>
                <a:gd name="csY303" fmla="*/ 47295 h 134242"/>
                <a:gd name="csX304" fmla="*/ 62582 w 216411"/>
                <a:gd name="csY304" fmla="*/ 47773 h 134242"/>
                <a:gd name="csX305" fmla="*/ 64016 w 216411"/>
                <a:gd name="csY305" fmla="*/ 49684 h 134242"/>
                <a:gd name="csX306" fmla="*/ 65449 w 216411"/>
                <a:gd name="csY306" fmla="*/ 54461 h 134242"/>
                <a:gd name="csX307" fmla="*/ 66405 w 216411"/>
                <a:gd name="csY307" fmla="*/ 56372 h 134242"/>
                <a:gd name="csX308" fmla="*/ 66882 w 216411"/>
                <a:gd name="csY308" fmla="*/ 54939 h 134242"/>
                <a:gd name="csX309" fmla="*/ 67360 w 216411"/>
                <a:gd name="csY309" fmla="*/ 51117 h 134242"/>
                <a:gd name="csX310" fmla="*/ 67838 w 216411"/>
                <a:gd name="csY310" fmla="*/ 49206 h 134242"/>
                <a:gd name="csX311" fmla="*/ 68315 w 216411"/>
                <a:gd name="csY311" fmla="*/ 49206 h 134242"/>
                <a:gd name="csX312" fmla="*/ 68793 w 216411"/>
                <a:gd name="csY312" fmla="*/ 48251 h 134242"/>
                <a:gd name="csX313" fmla="*/ 69271 w 216411"/>
                <a:gd name="csY313" fmla="*/ 47295 h 134242"/>
                <a:gd name="csX314" fmla="*/ 69748 w 216411"/>
                <a:gd name="csY314" fmla="*/ 42996 h 134242"/>
                <a:gd name="csX315" fmla="*/ 72615 w 216411"/>
                <a:gd name="csY315" fmla="*/ 40129 h 134242"/>
                <a:gd name="csX316" fmla="*/ 74048 w 216411"/>
                <a:gd name="csY316" fmla="*/ 39174 h 134242"/>
                <a:gd name="csX317" fmla="*/ 75004 w 216411"/>
                <a:gd name="csY317" fmla="*/ 38696 h 134242"/>
                <a:gd name="csX318" fmla="*/ 75959 w 216411"/>
                <a:gd name="csY318" fmla="*/ 39174 h 134242"/>
                <a:gd name="csX319" fmla="*/ 77870 w 216411"/>
                <a:gd name="csY319" fmla="*/ 42518 h 134242"/>
                <a:gd name="csX320" fmla="*/ 78825 w 216411"/>
                <a:gd name="csY320" fmla="*/ 42996 h 134242"/>
                <a:gd name="csX321" fmla="*/ 79781 w 216411"/>
                <a:gd name="csY321" fmla="*/ 42996 h 134242"/>
                <a:gd name="csX322" fmla="*/ 80258 w 216411"/>
                <a:gd name="csY322" fmla="*/ 40607 h 134242"/>
                <a:gd name="csX323" fmla="*/ 81692 w 216411"/>
                <a:gd name="csY323" fmla="*/ 36307 h 134242"/>
                <a:gd name="csX324" fmla="*/ 81692 w 216411"/>
                <a:gd name="csY324" fmla="*/ 31530 h 134242"/>
                <a:gd name="csX325" fmla="*/ 81214 w 216411"/>
                <a:gd name="csY325" fmla="*/ 26275 h 134242"/>
                <a:gd name="csX326" fmla="*/ 81692 w 216411"/>
                <a:gd name="csY326" fmla="*/ 22453 h 134242"/>
                <a:gd name="csX327" fmla="*/ 82647 w 216411"/>
                <a:gd name="csY327" fmla="*/ 20065 h 134242"/>
                <a:gd name="csX328" fmla="*/ 84558 w 216411"/>
                <a:gd name="csY328" fmla="*/ 19587 h 134242"/>
                <a:gd name="csX329" fmla="*/ 86469 w 216411"/>
                <a:gd name="csY329" fmla="*/ 20065 h 134242"/>
                <a:gd name="csX330" fmla="*/ 87902 w 216411"/>
                <a:gd name="csY330" fmla="*/ 21498 h 134242"/>
                <a:gd name="csX331" fmla="*/ 91246 w 216411"/>
                <a:gd name="csY331" fmla="*/ 27231 h 134242"/>
                <a:gd name="csX332" fmla="*/ 93635 w 216411"/>
                <a:gd name="csY332" fmla="*/ 29619 h 134242"/>
                <a:gd name="csX333" fmla="*/ 95546 w 216411"/>
                <a:gd name="csY333" fmla="*/ 32963 h 134242"/>
                <a:gd name="csX334" fmla="*/ 96501 w 216411"/>
                <a:gd name="csY334" fmla="*/ 33919 h 134242"/>
                <a:gd name="csX335" fmla="*/ 98890 w 216411"/>
                <a:gd name="csY335" fmla="*/ 34397 h 134242"/>
                <a:gd name="csX336" fmla="*/ 99368 w 216411"/>
                <a:gd name="csY336" fmla="*/ 33919 h 134242"/>
                <a:gd name="csX337" fmla="*/ 99846 w 216411"/>
                <a:gd name="csY337" fmla="*/ 33441 h 134242"/>
                <a:gd name="csX338" fmla="*/ 99846 w 216411"/>
                <a:gd name="csY338" fmla="*/ 32008 h 134242"/>
                <a:gd name="csX339" fmla="*/ 99368 w 216411"/>
                <a:gd name="csY339" fmla="*/ 24364 h 134242"/>
                <a:gd name="csX340" fmla="*/ 99846 w 216411"/>
                <a:gd name="csY340" fmla="*/ 21976 h 134242"/>
                <a:gd name="csX341" fmla="*/ 100801 w 216411"/>
                <a:gd name="csY341" fmla="*/ 20542 h 134242"/>
                <a:gd name="csX342" fmla="*/ 104623 w 216411"/>
                <a:gd name="csY342" fmla="*/ 19587 h 134242"/>
                <a:gd name="csX343" fmla="*/ 106534 w 216411"/>
                <a:gd name="csY343" fmla="*/ 18631 h 134242"/>
                <a:gd name="csX344" fmla="*/ 108445 w 216411"/>
                <a:gd name="csY344" fmla="*/ 16721 h 134242"/>
                <a:gd name="csX345" fmla="*/ 110355 w 216411"/>
                <a:gd name="csY345" fmla="*/ 15765 h 134242"/>
                <a:gd name="csX346" fmla="*/ 111311 w 216411"/>
                <a:gd name="csY346" fmla="*/ 15765 h 134242"/>
                <a:gd name="csX347" fmla="*/ 112744 w 216411"/>
                <a:gd name="csY347" fmla="*/ 16243 h 134242"/>
                <a:gd name="csX348" fmla="*/ 114177 w 216411"/>
                <a:gd name="csY348" fmla="*/ 17676 h 134242"/>
                <a:gd name="csX349" fmla="*/ 116566 w 216411"/>
                <a:gd name="csY349" fmla="*/ 20542 h 134242"/>
                <a:gd name="csX350" fmla="*/ 119432 w 216411"/>
                <a:gd name="csY350" fmla="*/ 25320 h 134242"/>
                <a:gd name="csX351" fmla="*/ 122777 w 216411"/>
                <a:gd name="csY351" fmla="*/ 29142 h 134242"/>
                <a:gd name="csX352" fmla="*/ 124687 w 216411"/>
                <a:gd name="csY352" fmla="*/ 34874 h 134242"/>
                <a:gd name="csX353" fmla="*/ 125165 w 216411"/>
                <a:gd name="csY353" fmla="*/ 35352 h 134242"/>
                <a:gd name="csX354" fmla="*/ 125643 w 216411"/>
                <a:gd name="csY354" fmla="*/ 35830 h 134242"/>
                <a:gd name="csX355" fmla="*/ 126121 w 216411"/>
                <a:gd name="csY355" fmla="*/ 34874 h 134242"/>
                <a:gd name="csX356" fmla="*/ 126121 w 216411"/>
                <a:gd name="csY356" fmla="*/ 33919 h 134242"/>
                <a:gd name="csX357" fmla="*/ 126121 w 216411"/>
                <a:gd name="csY357" fmla="*/ 31530 h 134242"/>
                <a:gd name="csX358" fmla="*/ 125165 w 216411"/>
                <a:gd name="csY358" fmla="*/ 28186 h 134242"/>
                <a:gd name="csX359" fmla="*/ 121821 w 216411"/>
                <a:gd name="csY359" fmla="*/ 19587 h 134242"/>
                <a:gd name="csX360" fmla="*/ 121821 w 216411"/>
                <a:gd name="csY360" fmla="*/ 18154 h 134242"/>
                <a:gd name="csX361" fmla="*/ 122299 w 216411"/>
                <a:gd name="csY361" fmla="*/ 16721 h 134242"/>
                <a:gd name="csX362" fmla="*/ 124687 w 216411"/>
                <a:gd name="csY362" fmla="*/ 16721 h 134242"/>
                <a:gd name="csX363" fmla="*/ 129942 w 216411"/>
                <a:gd name="csY363" fmla="*/ 17676 h 134242"/>
                <a:gd name="csX364" fmla="*/ 131853 w 216411"/>
                <a:gd name="csY364" fmla="*/ 18631 h 134242"/>
                <a:gd name="csX365" fmla="*/ 135675 w 216411"/>
                <a:gd name="csY365" fmla="*/ 23886 h 134242"/>
                <a:gd name="csX366" fmla="*/ 136631 w 216411"/>
                <a:gd name="csY366" fmla="*/ 25320 h 134242"/>
                <a:gd name="csX367" fmla="*/ 137108 w 216411"/>
                <a:gd name="csY367" fmla="*/ 25320 h 134242"/>
                <a:gd name="csX368" fmla="*/ 137586 w 216411"/>
                <a:gd name="csY368" fmla="*/ 24842 h 134242"/>
                <a:gd name="csX369" fmla="*/ 139019 w 216411"/>
                <a:gd name="csY369" fmla="*/ 23886 h 134242"/>
                <a:gd name="csX370" fmla="*/ 139975 w 216411"/>
                <a:gd name="csY370" fmla="*/ 22931 h 134242"/>
                <a:gd name="csX371" fmla="*/ 141408 w 216411"/>
                <a:gd name="csY371" fmla="*/ 20065 h 134242"/>
                <a:gd name="csX372" fmla="*/ 145230 w 216411"/>
                <a:gd name="csY372" fmla="*/ 14810 h 134242"/>
                <a:gd name="csX373" fmla="*/ 145707 w 216411"/>
                <a:gd name="csY373" fmla="*/ 14810 h 134242"/>
                <a:gd name="csX374" fmla="*/ 146663 w 216411"/>
                <a:gd name="csY374" fmla="*/ 15287 h 134242"/>
                <a:gd name="csX375" fmla="*/ 148574 w 216411"/>
                <a:gd name="csY375" fmla="*/ 16243 h 134242"/>
                <a:gd name="csX376" fmla="*/ 149529 w 216411"/>
                <a:gd name="csY376" fmla="*/ 17676 h 134242"/>
                <a:gd name="csX377" fmla="*/ 151440 w 216411"/>
                <a:gd name="csY377" fmla="*/ 18154 h 134242"/>
                <a:gd name="csX378" fmla="*/ 152873 w 216411"/>
                <a:gd name="csY378" fmla="*/ 18154 h 134242"/>
                <a:gd name="csX379" fmla="*/ 155740 w 216411"/>
                <a:gd name="csY379" fmla="*/ 16243 h 134242"/>
                <a:gd name="csX380" fmla="*/ 158128 w 216411"/>
                <a:gd name="csY380" fmla="*/ 15287 h 134242"/>
                <a:gd name="csX381" fmla="*/ 159084 w 216411"/>
                <a:gd name="csY381" fmla="*/ 12421 h 134242"/>
                <a:gd name="csX382" fmla="*/ 159562 w 216411"/>
                <a:gd name="csY382" fmla="*/ 11465 h 134242"/>
                <a:gd name="csX383" fmla="*/ 157173 w 216411"/>
                <a:gd name="csY383" fmla="*/ 3822 h 134242"/>
                <a:gd name="csX384" fmla="*/ 158128 w 216411"/>
                <a:gd name="csY384" fmla="*/ 2389 h 134242"/>
                <a:gd name="csX385" fmla="*/ 162906 w 216411"/>
                <a:gd name="csY385" fmla="*/ 478 h 134242"/>
                <a:gd name="csX386" fmla="*/ 167205 w 216411"/>
                <a:gd name="csY386" fmla="*/ 0 h 134242"/>
                <a:gd name="csX387" fmla="*/ 168161 w 216411"/>
                <a:gd name="csY387" fmla="*/ 478 h 134242"/>
                <a:gd name="csX388" fmla="*/ 171027 w 216411"/>
                <a:gd name="csY388" fmla="*/ 4300 h 134242"/>
                <a:gd name="csX389" fmla="*/ 172938 w 216411"/>
                <a:gd name="csY389" fmla="*/ 6211 h 134242"/>
                <a:gd name="csX390" fmla="*/ 173416 w 216411"/>
                <a:gd name="csY390" fmla="*/ 7644 h 134242"/>
                <a:gd name="csX391" fmla="*/ 173894 w 216411"/>
                <a:gd name="csY391" fmla="*/ 10988 h 134242"/>
                <a:gd name="csX392" fmla="*/ 174849 w 216411"/>
                <a:gd name="csY392" fmla="*/ 12421 h 134242"/>
                <a:gd name="csX393" fmla="*/ 176760 w 216411"/>
                <a:gd name="csY393" fmla="*/ 13854 h 134242"/>
                <a:gd name="csX394" fmla="*/ 179149 w 216411"/>
                <a:gd name="csY394" fmla="*/ 13854 h 134242"/>
                <a:gd name="csX395" fmla="*/ 182970 w 216411"/>
                <a:gd name="csY395" fmla="*/ 12421 h 134242"/>
                <a:gd name="csX396" fmla="*/ 184403 w 216411"/>
                <a:gd name="csY396" fmla="*/ 11465 h 134242"/>
                <a:gd name="csX397" fmla="*/ 188226 w 216411"/>
                <a:gd name="csY397" fmla="*/ 7644 h 134242"/>
                <a:gd name="csX398" fmla="*/ 190614 w 216411"/>
                <a:gd name="csY398" fmla="*/ 6688 h 134242"/>
                <a:gd name="csX399" fmla="*/ 193958 w 216411"/>
                <a:gd name="csY399" fmla="*/ 7166 h 134242"/>
                <a:gd name="csX400" fmla="*/ 195869 w 216411"/>
                <a:gd name="csY400" fmla="*/ 6688 h 134242"/>
                <a:gd name="csX401" fmla="*/ 195869 w 216411"/>
                <a:gd name="csY401" fmla="*/ 7166 h 134242"/>
                <a:gd name="csX402" fmla="*/ 193480 w 216411"/>
                <a:gd name="csY402" fmla="*/ 8599 h 134242"/>
                <a:gd name="csX403" fmla="*/ 192047 w 216411"/>
                <a:gd name="csY403" fmla="*/ 9077 h 134242"/>
                <a:gd name="csX404" fmla="*/ 189659 w 216411"/>
                <a:gd name="csY404" fmla="*/ 10988 h 134242"/>
                <a:gd name="csX405" fmla="*/ 187270 w 216411"/>
                <a:gd name="csY405" fmla="*/ 15765 h 134242"/>
                <a:gd name="csX406" fmla="*/ 185359 w 216411"/>
                <a:gd name="csY406" fmla="*/ 18154 h 134242"/>
                <a:gd name="csX407" fmla="*/ 185359 w 216411"/>
                <a:gd name="csY407" fmla="*/ 19109 h 134242"/>
                <a:gd name="csX408" fmla="*/ 187748 w 216411"/>
                <a:gd name="csY408" fmla="*/ 21020 h 134242"/>
                <a:gd name="csX409" fmla="*/ 189659 w 216411"/>
                <a:gd name="csY409" fmla="*/ 21976 h 134242"/>
                <a:gd name="csX410" fmla="*/ 192047 w 216411"/>
                <a:gd name="csY410" fmla="*/ 21020 h 134242"/>
                <a:gd name="csX411" fmla="*/ 193003 w 216411"/>
                <a:gd name="csY411" fmla="*/ 21498 h 134242"/>
                <a:gd name="csX412" fmla="*/ 193958 w 216411"/>
                <a:gd name="csY412" fmla="*/ 22931 h 134242"/>
                <a:gd name="csX413" fmla="*/ 193958 w 216411"/>
                <a:gd name="csY413" fmla="*/ 24364 h 134242"/>
                <a:gd name="csX414" fmla="*/ 194436 w 216411"/>
                <a:gd name="csY414" fmla="*/ 25797 h 134242"/>
                <a:gd name="csX415" fmla="*/ 193958 w 216411"/>
                <a:gd name="csY415" fmla="*/ 28664 h 134242"/>
                <a:gd name="csX416" fmla="*/ 192525 w 216411"/>
                <a:gd name="csY416" fmla="*/ 31530 h 134242"/>
                <a:gd name="csX417" fmla="*/ 191092 w 216411"/>
                <a:gd name="csY417" fmla="*/ 33441 h 134242"/>
                <a:gd name="csX418" fmla="*/ 191092 w 216411"/>
                <a:gd name="csY418" fmla="*/ 34397 h 134242"/>
                <a:gd name="csX419" fmla="*/ 192525 w 216411"/>
                <a:gd name="csY419" fmla="*/ 34874 h 134242"/>
                <a:gd name="csX420" fmla="*/ 199213 w 216411"/>
                <a:gd name="csY420" fmla="*/ 33441 h 134242"/>
                <a:gd name="csX421" fmla="*/ 199691 w 216411"/>
                <a:gd name="csY421" fmla="*/ 33441 h 134242"/>
                <a:gd name="csX422" fmla="*/ 200169 w 216411"/>
                <a:gd name="csY422" fmla="*/ 33919 h 134242"/>
                <a:gd name="csX423" fmla="*/ 200169 w 216411"/>
                <a:gd name="csY423" fmla="*/ 35352 h 134242"/>
                <a:gd name="csX424" fmla="*/ 200646 w 216411"/>
                <a:gd name="csY424" fmla="*/ 36785 h 134242"/>
                <a:gd name="csX425" fmla="*/ 201124 w 216411"/>
                <a:gd name="csY425" fmla="*/ 37741 h 134242"/>
                <a:gd name="csX426" fmla="*/ 201124 w 216411"/>
                <a:gd name="csY426" fmla="*/ 39174 h 134242"/>
                <a:gd name="csX427" fmla="*/ 198258 w 216411"/>
                <a:gd name="csY427" fmla="*/ 42518 h 134242"/>
                <a:gd name="csX428" fmla="*/ 201602 w 216411"/>
                <a:gd name="csY428" fmla="*/ 40607 h 134242"/>
                <a:gd name="csX429" fmla="*/ 204468 w 216411"/>
                <a:gd name="csY429" fmla="*/ 39652 h 134242"/>
                <a:gd name="csX430" fmla="*/ 208768 w 216411"/>
                <a:gd name="csY430" fmla="*/ 41085 h 134242"/>
                <a:gd name="csX431" fmla="*/ 210679 w 216411"/>
                <a:gd name="csY431" fmla="*/ 42040 h 134242"/>
                <a:gd name="csX432" fmla="*/ 211634 w 216411"/>
                <a:gd name="csY432" fmla="*/ 44429 h 134242"/>
                <a:gd name="csX433" fmla="*/ 213545 w 216411"/>
                <a:gd name="csY433" fmla="*/ 43951 h 134242"/>
                <a:gd name="csX434" fmla="*/ 214023 w 216411"/>
                <a:gd name="csY434" fmla="*/ 43951 h 134242"/>
                <a:gd name="csX435" fmla="*/ 214978 w 216411"/>
                <a:gd name="csY435" fmla="*/ 44907 h 134242"/>
                <a:gd name="csX436" fmla="*/ 215456 w 216411"/>
                <a:gd name="csY436" fmla="*/ 46818 h 134242"/>
                <a:gd name="csX437" fmla="*/ 214501 w 216411"/>
                <a:gd name="csY437" fmla="*/ 48728 h 134242"/>
                <a:gd name="csX438" fmla="*/ 214023 w 216411"/>
                <a:gd name="csY438" fmla="*/ 50639 h 134242"/>
                <a:gd name="csX439" fmla="*/ 213545 w 216411"/>
                <a:gd name="csY439" fmla="*/ 51117 h 134242"/>
                <a:gd name="csX440" fmla="*/ 212112 w 216411"/>
                <a:gd name="csY440" fmla="*/ 51595 h 134242"/>
                <a:gd name="csX441" fmla="*/ 211634 w 216411"/>
                <a:gd name="csY441" fmla="*/ 52550 h 134242"/>
                <a:gd name="csX442" fmla="*/ 212112 w 216411"/>
                <a:gd name="csY442" fmla="*/ 53984 h 134242"/>
                <a:gd name="csX443" fmla="*/ 213067 w 216411"/>
                <a:gd name="csY443" fmla="*/ 54939 h 134242"/>
                <a:gd name="csX444" fmla="*/ 214501 w 216411"/>
                <a:gd name="csY444" fmla="*/ 55417 h 134242"/>
                <a:gd name="csX445" fmla="*/ 214501 w 216411"/>
                <a:gd name="csY445" fmla="*/ 55894 h 134242"/>
                <a:gd name="csX446" fmla="*/ 214501 w 216411"/>
                <a:gd name="csY446" fmla="*/ 56850 h 134242"/>
                <a:gd name="csX447" fmla="*/ 214501 w 216411"/>
                <a:gd name="csY447" fmla="*/ 57328 h 134242"/>
                <a:gd name="csX448" fmla="*/ 214023 w 216411"/>
                <a:gd name="csY448" fmla="*/ 58283 h 134242"/>
                <a:gd name="csX449" fmla="*/ 213545 w 216411"/>
                <a:gd name="csY449" fmla="*/ 58283 h 134242"/>
                <a:gd name="csX450" fmla="*/ 212590 w 216411"/>
                <a:gd name="csY450" fmla="*/ 59238 h 134242"/>
                <a:gd name="csX451" fmla="*/ 215934 w 216411"/>
                <a:gd name="csY451" fmla="*/ 61627 h 134242"/>
                <a:gd name="csX452" fmla="*/ 216411 w 216411"/>
                <a:gd name="csY452" fmla="*/ 62583 h 134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</a:cxnLst>
              <a:rect l="l" t="t" r="r" b="b"/>
              <a:pathLst>
                <a:path w="216411" h="134242">
                  <a:moveTo>
                    <a:pt x="216411" y="62583"/>
                  </a:moveTo>
                  <a:lnTo>
                    <a:pt x="216411" y="63538"/>
                  </a:lnTo>
                  <a:lnTo>
                    <a:pt x="215934" y="64971"/>
                  </a:lnTo>
                  <a:lnTo>
                    <a:pt x="215456" y="66404"/>
                  </a:lnTo>
                  <a:lnTo>
                    <a:pt x="214501" y="66882"/>
                  </a:lnTo>
                  <a:lnTo>
                    <a:pt x="212112" y="67360"/>
                  </a:lnTo>
                  <a:lnTo>
                    <a:pt x="210679" y="67838"/>
                  </a:lnTo>
                  <a:lnTo>
                    <a:pt x="211156" y="69271"/>
                  </a:lnTo>
                  <a:lnTo>
                    <a:pt x="211156" y="71182"/>
                  </a:lnTo>
                  <a:lnTo>
                    <a:pt x="210679" y="73570"/>
                  </a:lnTo>
                  <a:lnTo>
                    <a:pt x="208768" y="76914"/>
                  </a:lnTo>
                  <a:lnTo>
                    <a:pt x="206857" y="78825"/>
                  </a:lnTo>
                  <a:lnTo>
                    <a:pt x="204946" y="79781"/>
                  </a:lnTo>
                  <a:lnTo>
                    <a:pt x="201602" y="79303"/>
                  </a:lnTo>
                  <a:lnTo>
                    <a:pt x="200169" y="78825"/>
                  </a:lnTo>
                  <a:lnTo>
                    <a:pt x="200169" y="81692"/>
                  </a:lnTo>
                  <a:lnTo>
                    <a:pt x="198258" y="83125"/>
                  </a:lnTo>
                  <a:lnTo>
                    <a:pt x="198735" y="84558"/>
                  </a:lnTo>
                  <a:lnTo>
                    <a:pt x="199213" y="85514"/>
                  </a:lnTo>
                  <a:lnTo>
                    <a:pt x="199213" y="87425"/>
                  </a:lnTo>
                  <a:lnTo>
                    <a:pt x="198258" y="89335"/>
                  </a:lnTo>
                  <a:lnTo>
                    <a:pt x="196825" y="91246"/>
                  </a:lnTo>
                  <a:lnTo>
                    <a:pt x="194914" y="92679"/>
                  </a:lnTo>
                  <a:lnTo>
                    <a:pt x="192047" y="94113"/>
                  </a:lnTo>
                  <a:lnTo>
                    <a:pt x="189181" y="96501"/>
                  </a:lnTo>
                  <a:lnTo>
                    <a:pt x="187270" y="97457"/>
                  </a:lnTo>
                  <a:lnTo>
                    <a:pt x="182493" y="97457"/>
                  </a:lnTo>
                  <a:lnTo>
                    <a:pt x="177715" y="99368"/>
                  </a:lnTo>
                  <a:lnTo>
                    <a:pt x="171027" y="102712"/>
                  </a:lnTo>
                  <a:lnTo>
                    <a:pt x="166728" y="105100"/>
                  </a:lnTo>
                  <a:lnTo>
                    <a:pt x="163384" y="108445"/>
                  </a:lnTo>
                  <a:lnTo>
                    <a:pt x="158606" y="113222"/>
                  </a:lnTo>
                  <a:lnTo>
                    <a:pt x="155262" y="115611"/>
                  </a:lnTo>
                  <a:lnTo>
                    <a:pt x="153351" y="116088"/>
                  </a:lnTo>
                  <a:lnTo>
                    <a:pt x="149529" y="116566"/>
                  </a:lnTo>
                  <a:lnTo>
                    <a:pt x="146185" y="117999"/>
                  </a:lnTo>
                  <a:lnTo>
                    <a:pt x="135675" y="120388"/>
                  </a:lnTo>
                  <a:lnTo>
                    <a:pt x="131853" y="121821"/>
                  </a:lnTo>
                  <a:lnTo>
                    <a:pt x="131376" y="123254"/>
                  </a:lnTo>
                  <a:lnTo>
                    <a:pt x="129942" y="124687"/>
                  </a:lnTo>
                  <a:lnTo>
                    <a:pt x="129942" y="125643"/>
                  </a:lnTo>
                  <a:lnTo>
                    <a:pt x="130420" y="126121"/>
                  </a:lnTo>
                  <a:lnTo>
                    <a:pt x="130420" y="126598"/>
                  </a:lnTo>
                  <a:lnTo>
                    <a:pt x="129465" y="128987"/>
                  </a:lnTo>
                  <a:lnTo>
                    <a:pt x="126598" y="130420"/>
                  </a:lnTo>
                  <a:lnTo>
                    <a:pt x="125643" y="130420"/>
                  </a:lnTo>
                  <a:lnTo>
                    <a:pt x="123732" y="128987"/>
                  </a:lnTo>
                  <a:lnTo>
                    <a:pt x="123254" y="129465"/>
                  </a:lnTo>
                  <a:lnTo>
                    <a:pt x="122777" y="129465"/>
                  </a:lnTo>
                  <a:lnTo>
                    <a:pt x="122777" y="129942"/>
                  </a:lnTo>
                  <a:lnTo>
                    <a:pt x="123732" y="131376"/>
                  </a:lnTo>
                  <a:lnTo>
                    <a:pt x="122299" y="132331"/>
                  </a:lnTo>
                  <a:lnTo>
                    <a:pt x="115133" y="134242"/>
                  </a:lnTo>
                  <a:lnTo>
                    <a:pt x="103667" y="132809"/>
                  </a:lnTo>
                  <a:lnTo>
                    <a:pt x="98890" y="131376"/>
                  </a:lnTo>
                  <a:lnTo>
                    <a:pt x="93157" y="128987"/>
                  </a:lnTo>
                  <a:lnTo>
                    <a:pt x="89813" y="128509"/>
                  </a:lnTo>
                  <a:lnTo>
                    <a:pt x="84558" y="128032"/>
                  </a:lnTo>
                  <a:lnTo>
                    <a:pt x="80736" y="124687"/>
                  </a:lnTo>
                  <a:lnTo>
                    <a:pt x="78825" y="122777"/>
                  </a:lnTo>
                  <a:lnTo>
                    <a:pt x="78825" y="121821"/>
                  </a:lnTo>
                  <a:lnTo>
                    <a:pt x="78825" y="120866"/>
                  </a:lnTo>
                  <a:lnTo>
                    <a:pt x="79303" y="120388"/>
                  </a:lnTo>
                  <a:lnTo>
                    <a:pt x="79781" y="119910"/>
                  </a:lnTo>
                  <a:lnTo>
                    <a:pt x="81214" y="119910"/>
                  </a:lnTo>
                  <a:lnTo>
                    <a:pt x="81214" y="119432"/>
                  </a:lnTo>
                  <a:lnTo>
                    <a:pt x="80258" y="117999"/>
                  </a:lnTo>
                  <a:lnTo>
                    <a:pt x="79303" y="118477"/>
                  </a:lnTo>
                  <a:lnTo>
                    <a:pt x="76914" y="120866"/>
                  </a:lnTo>
                  <a:lnTo>
                    <a:pt x="75481" y="120866"/>
                  </a:lnTo>
                  <a:lnTo>
                    <a:pt x="74048" y="119432"/>
                  </a:lnTo>
                  <a:lnTo>
                    <a:pt x="74048" y="118477"/>
                  </a:lnTo>
                  <a:lnTo>
                    <a:pt x="71182" y="117999"/>
                  </a:lnTo>
                  <a:lnTo>
                    <a:pt x="68793" y="116566"/>
                  </a:lnTo>
                  <a:lnTo>
                    <a:pt x="65927" y="114655"/>
                  </a:lnTo>
                  <a:lnTo>
                    <a:pt x="65449" y="113700"/>
                  </a:lnTo>
                  <a:lnTo>
                    <a:pt x="66882" y="112744"/>
                  </a:lnTo>
                  <a:lnTo>
                    <a:pt x="66882" y="112266"/>
                  </a:lnTo>
                  <a:lnTo>
                    <a:pt x="65927" y="112266"/>
                  </a:lnTo>
                  <a:lnTo>
                    <a:pt x="64016" y="112744"/>
                  </a:lnTo>
                  <a:lnTo>
                    <a:pt x="61149" y="115133"/>
                  </a:lnTo>
                  <a:lnTo>
                    <a:pt x="59716" y="115611"/>
                  </a:lnTo>
                  <a:lnTo>
                    <a:pt x="41563" y="116566"/>
                  </a:lnTo>
                  <a:lnTo>
                    <a:pt x="36785" y="116566"/>
                  </a:lnTo>
                  <a:lnTo>
                    <a:pt x="35830" y="117044"/>
                  </a:lnTo>
                  <a:lnTo>
                    <a:pt x="35352" y="115611"/>
                  </a:lnTo>
                  <a:lnTo>
                    <a:pt x="34397" y="111789"/>
                  </a:lnTo>
                  <a:lnTo>
                    <a:pt x="34397" y="108922"/>
                  </a:lnTo>
                  <a:lnTo>
                    <a:pt x="34397" y="107967"/>
                  </a:lnTo>
                  <a:lnTo>
                    <a:pt x="34874" y="106534"/>
                  </a:lnTo>
                  <a:lnTo>
                    <a:pt x="35830" y="106534"/>
                  </a:lnTo>
                  <a:lnTo>
                    <a:pt x="36785" y="107967"/>
                  </a:lnTo>
                  <a:lnTo>
                    <a:pt x="37741" y="109400"/>
                  </a:lnTo>
                  <a:lnTo>
                    <a:pt x="38696" y="110356"/>
                  </a:lnTo>
                  <a:lnTo>
                    <a:pt x="45384" y="108445"/>
                  </a:lnTo>
                  <a:lnTo>
                    <a:pt x="47773" y="107011"/>
                  </a:lnTo>
                  <a:lnTo>
                    <a:pt x="48728" y="105578"/>
                  </a:lnTo>
                  <a:lnTo>
                    <a:pt x="50162" y="103667"/>
                  </a:lnTo>
                  <a:lnTo>
                    <a:pt x="51595" y="102234"/>
                  </a:lnTo>
                  <a:lnTo>
                    <a:pt x="52073" y="101279"/>
                  </a:lnTo>
                  <a:lnTo>
                    <a:pt x="53506" y="97935"/>
                  </a:lnTo>
                  <a:lnTo>
                    <a:pt x="54461" y="96501"/>
                  </a:lnTo>
                  <a:lnTo>
                    <a:pt x="55416" y="95546"/>
                  </a:lnTo>
                  <a:lnTo>
                    <a:pt x="56850" y="94591"/>
                  </a:lnTo>
                  <a:lnTo>
                    <a:pt x="59716" y="94113"/>
                  </a:lnTo>
                  <a:lnTo>
                    <a:pt x="57805" y="93157"/>
                  </a:lnTo>
                  <a:lnTo>
                    <a:pt x="55894" y="93157"/>
                  </a:lnTo>
                  <a:lnTo>
                    <a:pt x="50162" y="96979"/>
                  </a:lnTo>
                  <a:lnTo>
                    <a:pt x="47773" y="96979"/>
                  </a:lnTo>
                  <a:lnTo>
                    <a:pt x="47773" y="96501"/>
                  </a:lnTo>
                  <a:lnTo>
                    <a:pt x="48728" y="95546"/>
                  </a:lnTo>
                  <a:lnTo>
                    <a:pt x="51117" y="93635"/>
                  </a:lnTo>
                  <a:lnTo>
                    <a:pt x="49684" y="93635"/>
                  </a:lnTo>
                  <a:lnTo>
                    <a:pt x="48728" y="92679"/>
                  </a:lnTo>
                  <a:lnTo>
                    <a:pt x="48728" y="91246"/>
                  </a:lnTo>
                  <a:lnTo>
                    <a:pt x="50162" y="88380"/>
                  </a:lnTo>
                  <a:lnTo>
                    <a:pt x="54939" y="85036"/>
                  </a:lnTo>
                  <a:lnTo>
                    <a:pt x="56372" y="84558"/>
                  </a:lnTo>
                  <a:lnTo>
                    <a:pt x="56850" y="83603"/>
                  </a:lnTo>
                  <a:lnTo>
                    <a:pt x="56372" y="83125"/>
                  </a:lnTo>
                  <a:lnTo>
                    <a:pt x="55416" y="82647"/>
                  </a:lnTo>
                  <a:lnTo>
                    <a:pt x="50639" y="86469"/>
                  </a:lnTo>
                  <a:lnTo>
                    <a:pt x="46817" y="87425"/>
                  </a:lnTo>
                  <a:lnTo>
                    <a:pt x="45862" y="87425"/>
                  </a:lnTo>
                  <a:lnTo>
                    <a:pt x="43951" y="85991"/>
                  </a:lnTo>
                  <a:lnTo>
                    <a:pt x="43473" y="85514"/>
                  </a:lnTo>
                  <a:lnTo>
                    <a:pt x="42518" y="83603"/>
                  </a:lnTo>
                  <a:lnTo>
                    <a:pt x="42518" y="82647"/>
                  </a:lnTo>
                  <a:lnTo>
                    <a:pt x="44429" y="79781"/>
                  </a:lnTo>
                  <a:lnTo>
                    <a:pt x="43951" y="79303"/>
                  </a:lnTo>
                  <a:lnTo>
                    <a:pt x="42996" y="79303"/>
                  </a:lnTo>
                  <a:lnTo>
                    <a:pt x="39651" y="76437"/>
                  </a:lnTo>
                  <a:lnTo>
                    <a:pt x="34874" y="76914"/>
                  </a:lnTo>
                  <a:lnTo>
                    <a:pt x="21975" y="75004"/>
                  </a:lnTo>
                  <a:lnTo>
                    <a:pt x="19587" y="75959"/>
                  </a:lnTo>
                  <a:lnTo>
                    <a:pt x="15287" y="78348"/>
                  </a:lnTo>
                  <a:lnTo>
                    <a:pt x="12899" y="78825"/>
                  </a:lnTo>
                  <a:lnTo>
                    <a:pt x="11466" y="78348"/>
                  </a:lnTo>
                  <a:lnTo>
                    <a:pt x="10510" y="77392"/>
                  </a:lnTo>
                  <a:lnTo>
                    <a:pt x="9555" y="75481"/>
                  </a:lnTo>
                  <a:lnTo>
                    <a:pt x="8599" y="73570"/>
                  </a:lnTo>
                  <a:lnTo>
                    <a:pt x="9077" y="72137"/>
                  </a:lnTo>
                  <a:lnTo>
                    <a:pt x="10988" y="71182"/>
                  </a:lnTo>
                  <a:lnTo>
                    <a:pt x="11943" y="71182"/>
                  </a:lnTo>
                  <a:lnTo>
                    <a:pt x="15287" y="71659"/>
                  </a:lnTo>
                  <a:lnTo>
                    <a:pt x="19587" y="70226"/>
                  </a:lnTo>
                  <a:lnTo>
                    <a:pt x="21975" y="69749"/>
                  </a:lnTo>
                  <a:lnTo>
                    <a:pt x="22931" y="69271"/>
                  </a:lnTo>
                  <a:lnTo>
                    <a:pt x="24364" y="67838"/>
                  </a:lnTo>
                  <a:lnTo>
                    <a:pt x="25320" y="67838"/>
                  </a:lnTo>
                  <a:lnTo>
                    <a:pt x="26275" y="68315"/>
                  </a:lnTo>
                  <a:lnTo>
                    <a:pt x="26753" y="69271"/>
                  </a:lnTo>
                  <a:lnTo>
                    <a:pt x="31052" y="67360"/>
                  </a:lnTo>
                  <a:lnTo>
                    <a:pt x="32486" y="66882"/>
                  </a:lnTo>
                  <a:lnTo>
                    <a:pt x="32486" y="66404"/>
                  </a:lnTo>
                  <a:lnTo>
                    <a:pt x="33441" y="65927"/>
                  </a:lnTo>
                  <a:lnTo>
                    <a:pt x="35352" y="66404"/>
                  </a:lnTo>
                  <a:lnTo>
                    <a:pt x="37263" y="66404"/>
                  </a:lnTo>
                  <a:lnTo>
                    <a:pt x="39174" y="65927"/>
                  </a:lnTo>
                  <a:lnTo>
                    <a:pt x="42996" y="65927"/>
                  </a:lnTo>
                  <a:lnTo>
                    <a:pt x="51117" y="65449"/>
                  </a:lnTo>
                  <a:lnTo>
                    <a:pt x="52073" y="64493"/>
                  </a:lnTo>
                  <a:lnTo>
                    <a:pt x="53028" y="63060"/>
                  </a:lnTo>
                  <a:lnTo>
                    <a:pt x="53506" y="60194"/>
                  </a:lnTo>
                  <a:lnTo>
                    <a:pt x="53506" y="59716"/>
                  </a:lnTo>
                  <a:lnTo>
                    <a:pt x="48251" y="62583"/>
                  </a:lnTo>
                  <a:lnTo>
                    <a:pt x="46817" y="62105"/>
                  </a:lnTo>
                  <a:lnTo>
                    <a:pt x="41085" y="60672"/>
                  </a:lnTo>
                  <a:lnTo>
                    <a:pt x="38696" y="59238"/>
                  </a:lnTo>
                  <a:lnTo>
                    <a:pt x="39651" y="57805"/>
                  </a:lnTo>
                  <a:lnTo>
                    <a:pt x="42518" y="54939"/>
                  </a:lnTo>
                  <a:lnTo>
                    <a:pt x="45862" y="53028"/>
                  </a:lnTo>
                  <a:lnTo>
                    <a:pt x="50639" y="50639"/>
                  </a:lnTo>
                  <a:lnTo>
                    <a:pt x="52073" y="49684"/>
                  </a:lnTo>
                  <a:lnTo>
                    <a:pt x="52073" y="48251"/>
                  </a:lnTo>
                  <a:lnTo>
                    <a:pt x="48728" y="46340"/>
                  </a:lnTo>
                  <a:lnTo>
                    <a:pt x="42996" y="46818"/>
                  </a:lnTo>
                  <a:lnTo>
                    <a:pt x="41085" y="44429"/>
                  </a:lnTo>
                  <a:lnTo>
                    <a:pt x="36307" y="42996"/>
                  </a:lnTo>
                  <a:lnTo>
                    <a:pt x="32963" y="43951"/>
                  </a:lnTo>
                  <a:lnTo>
                    <a:pt x="31052" y="42518"/>
                  </a:lnTo>
                  <a:lnTo>
                    <a:pt x="26753" y="44429"/>
                  </a:lnTo>
                  <a:lnTo>
                    <a:pt x="17198" y="47295"/>
                  </a:lnTo>
                  <a:lnTo>
                    <a:pt x="13376" y="49206"/>
                  </a:lnTo>
                  <a:lnTo>
                    <a:pt x="11466" y="50162"/>
                  </a:lnTo>
                  <a:lnTo>
                    <a:pt x="9077" y="48251"/>
                  </a:lnTo>
                  <a:lnTo>
                    <a:pt x="4777" y="46818"/>
                  </a:lnTo>
                  <a:lnTo>
                    <a:pt x="478" y="45862"/>
                  </a:lnTo>
                  <a:lnTo>
                    <a:pt x="0" y="44907"/>
                  </a:lnTo>
                  <a:lnTo>
                    <a:pt x="2389" y="41563"/>
                  </a:lnTo>
                  <a:lnTo>
                    <a:pt x="4300" y="41085"/>
                  </a:lnTo>
                  <a:lnTo>
                    <a:pt x="6210" y="41085"/>
                  </a:lnTo>
                  <a:lnTo>
                    <a:pt x="9555" y="43473"/>
                  </a:lnTo>
                  <a:lnTo>
                    <a:pt x="11943" y="44429"/>
                  </a:lnTo>
                  <a:lnTo>
                    <a:pt x="9077" y="41085"/>
                  </a:lnTo>
                  <a:lnTo>
                    <a:pt x="9077" y="39652"/>
                  </a:lnTo>
                  <a:lnTo>
                    <a:pt x="9077" y="37741"/>
                  </a:lnTo>
                  <a:lnTo>
                    <a:pt x="8121" y="36785"/>
                  </a:lnTo>
                  <a:lnTo>
                    <a:pt x="7166" y="34397"/>
                  </a:lnTo>
                  <a:lnTo>
                    <a:pt x="7644" y="33919"/>
                  </a:lnTo>
                  <a:lnTo>
                    <a:pt x="8599" y="33441"/>
                  </a:lnTo>
                  <a:lnTo>
                    <a:pt x="10988" y="34397"/>
                  </a:lnTo>
                  <a:lnTo>
                    <a:pt x="16721" y="38218"/>
                  </a:lnTo>
                  <a:lnTo>
                    <a:pt x="19587" y="37263"/>
                  </a:lnTo>
                  <a:lnTo>
                    <a:pt x="21498" y="35830"/>
                  </a:lnTo>
                  <a:lnTo>
                    <a:pt x="23409" y="34874"/>
                  </a:lnTo>
                  <a:lnTo>
                    <a:pt x="22931" y="34397"/>
                  </a:lnTo>
                  <a:lnTo>
                    <a:pt x="17676" y="34397"/>
                  </a:lnTo>
                  <a:lnTo>
                    <a:pt x="15287" y="33441"/>
                  </a:lnTo>
                  <a:lnTo>
                    <a:pt x="13854" y="32486"/>
                  </a:lnTo>
                  <a:lnTo>
                    <a:pt x="12421" y="30575"/>
                  </a:lnTo>
                  <a:lnTo>
                    <a:pt x="12899" y="29619"/>
                  </a:lnTo>
                  <a:lnTo>
                    <a:pt x="14332" y="29142"/>
                  </a:lnTo>
                  <a:lnTo>
                    <a:pt x="18632" y="29142"/>
                  </a:lnTo>
                  <a:lnTo>
                    <a:pt x="15765" y="25797"/>
                  </a:lnTo>
                  <a:lnTo>
                    <a:pt x="13854" y="23886"/>
                  </a:lnTo>
                  <a:lnTo>
                    <a:pt x="13854" y="22931"/>
                  </a:lnTo>
                  <a:lnTo>
                    <a:pt x="13854" y="21976"/>
                  </a:lnTo>
                  <a:lnTo>
                    <a:pt x="14332" y="21020"/>
                  </a:lnTo>
                  <a:lnTo>
                    <a:pt x="14332" y="21020"/>
                  </a:lnTo>
                  <a:lnTo>
                    <a:pt x="19587" y="22931"/>
                  </a:lnTo>
                  <a:lnTo>
                    <a:pt x="20542" y="22931"/>
                  </a:lnTo>
                  <a:lnTo>
                    <a:pt x="19587" y="21498"/>
                  </a:lnTo>
                  <a:lnTo>
                    <a:pt x="17198" y="19587"/>
                  </a:lnTo>
                  <a:lnTo>
                    <a:pt x="17198" y="19109"/>
                  </a:lnTo>
                  <a:lnTo>
                    <a:pt x="18154" y="18631"/>
                  </a:lnTo>
                  <a:lnTo>
                    <a:pt x="18632" y="17198"/>
                  </a:lnTo>
                  <a:lnTo>
                    <a:pt x="18632" y="16721"/>
                  </a:lnTo>
                  <a:lnTo>
                    <a:pt x="20065" y="15765"/>
                  </a:lnTo>
                  <a:lnTo>
                    <a:pt x="21498" y="15765"/>
                  </a:lnTo>
                  <a:lnTo>
                    <a:pt x="22931" y="16243"/>
                  </a:lnTo>
                  <a:lnTo>
                    <a:pt x="27708" y="20065"/>
                  </a:lnTo>
                  <a:lnTo>
                    <a:pt x="28664" y="21020"/>
                  </a:lnTo>
                  <a:lnTo>
                    <a:pt x="28664" y="22453"/>
                  </a:lnTo>
                  <a:lnTo>
                    <a:pt x="28664" y="23886"/>
                  </a:lnTo>
                  <a:lnTo>
                    <a:pt x="28664" y="24842"/>
                  </a:lnTo>
                  <a:lnTo>
                    <a:pt x="30575" y="23886"/>
                  </a:lnTo>
                  <a:lnTo>
                    <a:pt x="32008" y="24842"/>
                  </a:lnTo>
                  <a:lnTo>
                    <a:pt x="32963" y="24842"/>
                  </a:lnTo>
                  <a:lnTo>
                    <a:pt x="34397" y="21976"/>
                  </a:lnTo>
                  <a:lnTo>
                    <a:pt x="35830" y="22931"/>
                  </a:lnTo>
                  <a:lnTo>
                    <a:pt x="36785" y="23886"/>
                  </a:lnTo>
                  <a:lnTo>
                    <a:pt x="36785" y="24842"/>
                  </a:lnTo>
                  <a:lnTo>
                    <a:pt x="36785" y="26275"/>
                  </a:lnTo>
                  <a:lnTo>
                    <a:pt x="36785" y="29619"/>
                  </a:lnTo>
                  <a:lnTo>
                    <a:pt x="36785" y="29619"/>
                  </a:lnTo>
                  <a:lnTo>
                    <a:pt x="38218" y="28186"/>
                  </a:lnTo>
                  <a:lnTo>
                    <a:pt x="40129" y="28186"/>
                  </a:lnTo>
                  <a:lnTo>
                    <a:pt x="40607" y="27231"/>
                  </a:lnTo>
                  <a:lnTo>
                    <a:pt x="40607" y="23886"/>
                  </a:lnTo>
                  <a:lnTo>
                    <a:pt x="40607" y="21498"/>
                  </a:lnTo>
                  <a:lnTo>
                    <a:pt x="40129" y="21020"/>
                  </a:lnTo>
                  <a:lnTo>
                    <a:pt x="32963" y="17198"/>
                  </a:lnTo>
                  <a:lnTo>
                    <a:pt x="31530" y="16243"/>
                  </a:lnTo>
                  <a:lnTo>
                    <a:pt x="30097" y="14332"/>
                  </a:lnTo>
                  <a:lnTo>
                    <a:pt x="30575" y="13377"/>
                  </a:lnTo>
                  <a:lnTo>
                    <a:pt x="32008" y="12421"/>
                  </a:lnTo>
                  <a:lnTo>
                    <a:pt x="33919" y="12421"/>
                  </a:lnTo>
                  <a:lnTo>
                    <a:pt x="38696" y="12421"/>
                  </a:lnTo>
                  <a:lnTo>
                    <a:pt x="39174" y="11943"/>
                  </a:lnTo>
                  <a:lnTo>
                    <a:pt x="38218" y="10988"/>
                  </a:lnTo>
                  <a:lnTo>
                    <a:pt x="36307" y="10510"/>
                  </a:lnTo>
                  <a:lnTo>
                    <a:pt x="35830" y="9555"/>
                  </a:lnTo>
                  <a:lnTo>
                    <a:pt x="35352" y="8599"/>
                  </a:lnTo>
                  <a:lnTo>
                    <a:pt x="32486" y="9555"/>
                  </a:lnTo>
                  <a:lnTo>
                    <a:pt x="29619" y="9555"/>
                  </a:lnTo>
                  <a:lnTo>
                    <a:pt x="26753" y="8599"/>
                  </a:lnTo>
                  <a:lnTo>
                    <a:pt x="26753" y="7644"/>
                  </a:lnTo>
                  <a:lnTo>
                    <a:pt x="27708" y="6688"/>
                  </a:lnTo>
                  <a:lnTo>
                    <a:pt x="30097" y="4777"/>
                  </a:lnTo>
                  <a:lnTo>
                    <a:pt x="31530" y="3822"/>
                  </a:lnTo>
                  <a:lnTo>
                    <a:pt x="34397" y="4300"/>
                  </a:lnTo>
                  <a:lnTo>
                    <a:pt x="37741" y="3822"/>
                  </a:lnTo>
                  <a:lnTo>
                    <a:pt x="40607" y="4777"/>
                  </a:lnTo>
                  <a:lnTo>
                    <a:pt x="42518" y="6688"/>
                  </a:lnTo>
                  <a:lnTo>
                    <a:pt x="45384" y="10032"/>
                  </a:lnTo>
                  <a:lnTo>
                    <a:pt x="49684" y="12421"/>
                  </a:lnTo>
                  <a:lnTo>
                    <a:pt x="50162" y="12899"/>
                  </a:lnTo>
                  <a:lnTo>
                    <a:pt x="52073" y="14810"/>
                  </a:lnTo>
                  <a:lnTo>
                    <a:pt x="56372" y="20065"/>
                  </a:lnTo>
                  <a:lnTo>
                    <a:pt x="60672" y="22931"/>
                  </a:lnTo>
                  <a:lnTo>
                    <a:pt x="60672" y="23409"/>
                  </a:lnTo>
                  <a:lnTo>
                    <a:pt x="60194" y="24364"/>
                  </a:lnTo>
                  <a:lnTo>
                    <a:pt x="58761" y="25320"/>
                  </a:lnTo>
                  <a:lnTo>
                    <a:pt x="58761" y="25797"/>
                  </a:lnTo>
                  <a:lnTo>
                    <a:pt x="61149" y="26753"/>
                  </a:lnTo>
                  <a:lnTo>
                    <a:pt x="62582" y="28664"/>
                  </a:lnTo>
                  <a:lnTo>
                    <a:pt x="62582" y="29619"/>
                  </a:lnTo>
                  <a:lnTo>
                    <a:pt x="61149" y="35352"/>
                  </a:lnTo>
                  <a:lnTo>
                    <a:pt x="60672" y="36785"/>
                  </a:lnTo>
                  <a:lnTo>
                    <a:pt x="59716" y="37263"/>
                  </a:lnTo>
                  <a:lnTo>
                    <a:pt x="55894" y="36307"/>
                  </a:lnTo>
                  <a:lnTo>
                    <a:pt x="56850" y="38218"/>
                  </a:lnTo>
                  <a:lnTo>
                    <a:pt x="59716" y="40129"/>
                  </a:lnTo>
                  <a:lnTo>
                    <a:pt x="60194" y="41085"/>
                  </a:lnTo>
                  <a:lnTo>
                    <a:pt x="59716" y="42040"/>
                  </a:lnTo>
                  <a:lnTo>
                    <a:pt x="60194" y="42518"/>
                  </a:lnTo>
                  <a:lnTo>
                    <a:pt x="61149" y="42040"/>
                  </a:lnTo>
                  <a:lnTo>
                    <a:pt x="61627" y="42518"/>
                  </a:lnTo>
                  <a:lnTo>
                    <a:pt x="61149" y="44429"/>
                  </a:lnTo>
                  <a:lnTo>
                    <a:pt x="60672" y="45862"/>
                  </a:lnTo>
                  <a:lnTo>
                    <a:pt x="60194" y="47295"/>
                  </a:lnTo>
                  <a:lnTo>
                    <a:pt x="60194" y="47773"/>
                  </a:lnTo>
                  <a:lnTo>
                    <a:pt x="61627" y="47295"/>
                  </a:lnTo>
                  <a:lnTo>
                    <a:pt x="62582" y="47773"/>
                  </a:lnTo>
                  <a:lnTo>
                    <a:pt x="64016" y="49684"/>
                  </a:lnTo>
                  <a:lnTo>
                    <a:pt x="65449" y="54461"/>
                  </a:lnTo>
                  <a:lnTo>
                    <a:pt x="66405" y="56372"/>
                  </a:lnTo>
                  <a:lnTo>
                    <a:pt x="66882" y="54939"/>
                  </a:lnTo>
                  <a:lnTo>
                    <a:pt x="67360" y="51117"/>
                  </a:lnTo>
                  <a:lnTo>
                    <a:pt x="67838" y="49206"/>
                  </a:lnTo>
                  <a:lnTo>
                    <a:pt x="68315" y="49206"/>
                  </a:lnTo>
                  <a:lnTo>
                    <a:pt x="68793" y="48251"/>
                  </a:lnTo>
                  <a:lnTo>
                    <a:pt x="69271" y="47295"/>
                  </a:lnTo>
                  <a:lnTo>
                    <a:pt x="69748" y="42996"/>
                  </a:lnTo>
                  <a:lnTo>
                    <a:pt x="72615" y="40129"/>
                  </a:lnTo>
                  <a:lnTo>
                    <a:pt x="74048" y="39174"/>
                  </a:lnTo>
                  <a:lnTo>
                    <a:pt x="75004" y="38696"/>
                  </a:lnTo>
                  <a:lnTo>
                    <a:pt x="75959" y="39174"/>
                  </a:lnTo>
                  <a:lnTo>
                    <a:pt x="77870" y="42518"/>
                  </a:lnTo>
                  <a:lnTo>
                    <a:pt x="78825" y="42996"/>
                  </a:lnTo>
                  <a:lnTo>
                    <a:pt x="79781" y="42996"/>
                  </a:lnTo>
                  <a:lnTo>
                    <a:pt x="80258" y="40607"/>
                  </a:lnTo>
                  <a:lnTo>
                    <a:pt x="81692" y="36307"/>
                  </a:lnTo>
                  <a:lnTo>
                    <a:pt x="81692" y="31530"/>
                  </a:lnTo>
                  <a:lnTo>
                    <a:pt x="81214" y="26275"/>
                  </a:lnTo>
                  <a:lnTo>
                    <a:pt x="81692" y="22453"/>
                  </a:lnTo>
                  <a:lnTo>
                    <a:pt x="82647" y="20065"/>
                  </a:lnTo>
                  <a:lnTo>
                    <a:pt x="84558" y="19587"/>
                  </a:lnTo>
                  <a:lnTo>
                    <a:pt x="86469" y="20065"/>
                  </a:lnTo>
                  <a:lnTo>
                    <a:pt x="87902" y="21498"/>
                  </a:lnTo>
                  <a:lnTo>
                    <a:pt x="91246" y="27231"/>
                  </a:lnTo>
                  <a:lnTo>
                    <a:pt x="93635" y="29619"/>
                  </a:lnTo>
                  <a:lnTo>
                    <a:pt x="95546" y="32963"/>
                  </a:lnTo>
                  <a:lnTo>
                    <a:pt x="96501" y="33919"/>
                  </a:lnTo>
                  <a:lnTo>
                    <a:pt x="98890" y="34397"/>
                  </a:lnTo>
                  <a:lnTo>
                    <a:pt x="99368" y="33919"/>
                  </a:lnTo>
                  <a:lnTo>
                    <a:pt x="99846" y="33441"/>
                  </a:lnTo>
                  <a:lnTo>
                    <a:pt x="99846" y="32008"/>
                  </a:lnTo>
                  <a:lnTo>
                    <a:pt x="99368" y="24364"/>
                  </a:lnTo>
                  <a:lnTo>
                    <a:pt x="99846" y="21976"/>
                  </a:lnTo>
                  <a:lnTo>
                    <a:pt x="100801" y="20542"/>
                  </a:lnTo>
                  <a:lnTo>
                    <a:pt x="104623" y="19587"/>
                  </a:lnTo>
                  <a:lnTo>
                    <a:pt x="106534" y="18631"/>
                  </a:lnTo>
                  <a:lnTo>
                    <a:pt x="108445" y="16721"/>
                  </a:lnTo>
                  <a:lnTo>
                    <a:pt x="110355" y="15765"/>
                  </a:lnTo>
                  <a:lnTo>
                    <a:pt x="111311" y="15765"/>
                  </a:lnTo>
                  <a:lnTo>
                    <a:pt x="112744" y="16243"/>
                  </a:lnTo>
                  <a:lnTo>
                    <a:pt x="114177" y="17676"/>
                  </a:lnTo>
                  <a:lnTo>
                    <a:pt x="116566" y="20542"/>
                  </a:lnTo>
                  <a:lnTo>
                    <a:pt x="119432" y="25320"/>
                  </a:lnTo>
                  <a:lnTo>
                    <a:pt x="122777" y="29142"/>
                  </a:lnTo>
                  <a:lnTo>
                    <a:pt x="124687" y="34874"/>
                  </a:lnTo>
                  <a:lnTo>
                    <a:pt x="125165" y="35352"/>
                  </a:lnTo>
                  <a:lnTo>
                    <a:pt x="125643" y="35830"/>
                  </a:lnTo>
                  <a:lnTo>
                    <a:pt x="126121" y="34874"/>
                  </a:lnTo>
                  <a:lnTo>
                    <a:pt x="126121" y="33919"/>
                  </a:lnTo>
                  <a:lnTo>
                    <a:pt x="126121" y="31530"/>
                  </a:lnTo>
                  <a:lnTo>
                    <a:pt x="125165" y="28186"/>
                  </a:lnTo>
                  <a:lnTo>
                    <a:pt x="121821" y="19587"/>
                  </a:lnTo>
                  <a:lnTo>
                    <a:pt x="121821" y="18154"/>
                  </a:lnTo>
                  <a:lnTo>
                    <a:pt x="122299" y="16721"/>
                  </a:lnTo>
                  <a:lnTo>
                    <a:pt x="124687" y="16721"/>
                  </a:lnTo>
                  <a:lnTo>
                    <a:pt x="129942" y="17676"/>
                  </a:lnTo>
                  <a:lnTo>
                    <a:pt x="131853" y="18631"/>
                  </a:lnTo>
                  <a:lnTo>
                    <a:pt x="135675" y="23886"/>
                  </a:lnTo>
                  <a:lnTo>
                    <a:pt x="136631" y="25320"/>
                  </a:lnTo>
                  <a:lnTo>
                    <a:pt x="137108" y="25320"/>
                  </a:lnTo>
                  <a:lnTo>
                    <a:pt x="137586" y="24842"/>
                  </a:lnTo>
                  <a:lnTo>
                    <a:pt x="139019" y="23886"/>
                  </a:lnTo>
                  <a:lnTo>
                    <a:pt x="139975" y="22931"/>
                  </a:lnTo>
                  <a:lnTo>
                    <a:pt x="141408" y="20065"/>
                  </a:lnTo>
                  <a:lnTo>
                    <a:pt x="145230" y="14810"/>
                  </a:lnTo>
                  <a:lnTo>
                    <a:pt x="145707" y="14810"/>
                  </a:lnTo>
                  <a:lnTo>
                    <a:pt x="146663" y="15287"/>
                  </a:lnTo>
                  <a:lnTo>
                    <a:pt x="148574" y="16243"/>
                  </a:lnTo>
                  <a:lnTo>
                    <a:pt x="149529" y="17676"/>
                  </a:lnTo>
                  <a:lnTo>
                    <a:pt x="151440" y="18154"/>
                  </a:lnTo>
                  <a:lnTo>
                    <a:pt x="152873" y="18154"/>
                  </a:lnTo>
                  <a:lnTo>
                    <a:pt x="155740" y="16243"/>
                  </a:lnTo>
                  <a:lnTo>
                    <a:pt x="158128" y="15287"/>
                  </a:lnTo>
                  <a:lnTo>
                    <a:pt x="159084" y="12421"/>
                  </a:lnTo>
                  <a:lnTo>
                    <a:pt x="159562" y="11465"/>
                  </a:lnTo>
                  <a:lnTo>
                    <a:pt x="157173" y="3822"/>
                  </a:lnTo>
                  <a:lnTo>
                    <a:pt x="158128" y="2389"/>
                  </a:lnTo>
                  <a:lnTo>
                    <a:pt x="162906" y="478"/>
                  </a:lnTo>
                  <a:lnTo>
                    <a:pt x="167205" y="0"/>
                  </a:lnTo>
                  <a:lnTo>
                    <a:pt x="168161" y="478"/>
                  </a:lnTo>
                  <a:lnTo>
                    <a:pt x="171027" y="4300"/>
                  </a:lnTo>
                  <a:lnTo>
                    <a:pt x="172938" y="6211"/>
                  </a:lnTo>
                  <a:lnTo>
                    <a:pt x="173416" y="7644"/>
                  </a:lnTo>
                  <a:lnTo>
                    <a:pt x="173894" y="10988"/>
                  </a:lnTo>
                  <a:lnTo>
                    <a:pt x="174849" y="12421"/>
                  </a:lnTo>
                  <a:lnTo>
                    <a:pt x="176760" y="13854"/>
                  </a:lnTo>
                  <a:lnTo>
                    <a:pt x="179149" y="13854"/>
                  </a:lnTo>
                  <a:lnTo>
                    <a:pt x="182970" y="12421"/>
                  </a:lnTo>
                  <a:lnTo>
                    <a:pt x="184403" y="11465"/>
                  </a:lnTo>
                  <a:lnTo>
                    <a:pt x="188226" y="7644"/>
                  </a:lnTo>
                  <a:lnTo>
                    <a:pt x="190614" y="6688"/>
                  </a:lnTo>
                  <a:lnTo>
                    <a:pt x="193958" y="7166"/>
                  </a:lnTo>
                  <a:lnTo>
                    <a:pt x="195869" y="6688"/>
                  </a:lnTo>
                  <a:lnTo>
                    <a:pt x="195869" y="7166"/>
                  </a:lnTo>
                  <a:lnTo>
                    <a:pt x="193480" y="8599"/>
                  </a:lnTo>
                  <a:lnTo>
                    <a:pt x="192047" y="9077"/>
                  </a:lnTo>
                  <a:lnTo>
                    <a:pt x="189659" y="10988"/>
                  </a:lnTo>
                  <a:lnTo>
                    <a:pt x="187270" y="15765"/>
                  </a:lnTo>
                  <a:lnTo>
                    <a:pt x="185359" y="18154"/>
                  </a:lnTo>
                  <a:lnTo>
                    <a:pt x="185359" y="19109"/>
                  </a:lnTo>
                  <a:lnTo>
                    <a:pt x="187748" y="21020"/>
                  </a:lnTo>
                  <a:lnTo>
                    <a:pt x="189659" y="21976"/>
                  </a:lnTo>
                  <a:lnTo>
                    <a:pt x="192047" y="21020"/>
                  </a:lnTo>
                  <a:lnTo>
                    <a:pt x="193003" y="21498"/>
                  </a:lnTo>
                  <a:lnTo>
                    <a:pt x="193958" y="22931"/>
                  </a:lnTo>
                  <a:lnTo>
                    <a:pt x="193958" y="24364"/>
                  </a:lnTo>
                  <a:lnTo>
                    <a:pt x="194436" y="25797"/>
                  </a:lnTo>
                  <a:lnTo>
                    <a:pt x="193958" y="28664"/>
                  </a:lnTo>
                  <a:lnTo>
                    <a:pt x="192525" y="31530"/>
                  </a:lnTo>
                  <a:lnTo>
                    <a:pt x="191092" y="33441"/>
                  </a:lnTo>
                  <a:lnTo>
                    <a:pt x="191092" y="34397"/>
                  </a:lnTo>
                  <a:lnTo>
                    <a:pt x="192525" y="34874"/>
                  </a:lnTo>
                  <a:lnTo>
                    <a:pt x="199213" y="33441"/>
                  </a:lnTo>
                  <a:lnTo>
                    <a:pt x="199691" y="33441"/>
                  </a:lnTo>
                  <a:lnTo>
                    <a:pt x="200169" y="33919"/>
                  </a:lnTo>
                  <a:lnTo>
                    <a:pt x="200169" y="35352"/>
                  </a:lnTo>
                  <a:lnTo>
                    <a:pt x="200646" y="36785"/>
                  </a:lnTo>
                  <a:lnTo>
                    <a:pt x="201124" y="37741"/>
                  </a:lnTo>
                  <a:lnTo>
                    <a:pt x="201124" y="39174"/>
                  </a:lnTo>
                  <a:lnTo>
                    <a:pt x="198258" y="42518"/>
                  </a:lnTo>
                  <a:lnTo>
                    <a:pt x="201602" y="40607"/>
                  </a:lnTo>
                  <a:lnTo>
                    <a:pt x="204468" y="39652"/>
                  </a:lnTo>
                  <a:lnTo>
                    <a:pt x="208768" y="41085"/>
                  </a:lnTo>
                  <a:lnTo>
                    <a:pt x="210679" y="42040"/>
                  </a:lnTo>
                  <a:lnTo>
                    <a:pt x="211634" y="44429"/>
                  </a:lnTo>
                  <a:lnTo>
                    <a:pt x="213545" y="43951"/>
                  </a:lnTo>
                  <a:lnTo>
                    <a:pt x="214023" y="43951"/>
                  </a:lnTo>
                  <a:lnTo>
                    <a:pt x="214978" y="44907"/>
                  </a:lnTo>
                  <a:lnTo>
                    <a:pt x="215456" y="46818"/>
                  </a:lnTo>
                  <a:lnTo>
                    <a:pt x="214501" y="48728"/>
                  </a:lnTo>
                  <a:lnTo>
                    <a:pt x="214023" y="50639"/>
                  </a:lnTo>
                  <a:lnTo>
                    <a:pt x="213545" y="51117"/>
                  </a:lnTo>
                  <a:lnTo>
                    <a:pt x="212112" y="51595"/>
                  </a:lnTo>
                  <a:lnTo>
                    <a:pt x="211634" y="52550"/>
                  </a:lnTo>
                  <a:lnTo>
                    <a:pt x="212112" y="53984"/>
                  </a:lnTo>
                  <a:lnTo>
                    <a:pt x="213067" y="54939"/>
                  </a:lnTo>
                  <a:lnTo>
                    <a:pt x="214501" y="55417"/>
                  </a:lnTo>
                  <a:lnTo>
                    <a:pt x="214501" y="55894"/>
                  </a:lnTo>
                  <a:lnTo>
                    <a:pt x="214501" y="56850"/>
                  </a:lnTo>
                  <a:lnTo>
                    <a:pt x="214501" y="57328"/>
                  </a:lnTo>
                  <a:lnTo>
                    <a:pt x="214023" y="58283"/>
                  </a:lnTo>
                  <a:lnTo>
                    <a:pt x="213545" y="58283"/>
                  </a:lnTo>
                  <a:lnTo>
                    <a:pt x="212590" y="59238"/>
                  </a:lnTo>
                  <a:lnTo>
                    <a:pt x="215934" y="61627"/>
                  </a:lnTo>
                  <a:lnTo>
                    <a:pt x="216411" y="6258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5" name="Freeform 2394">
              <a:extLst>
                <a:ext uri="{FF2B5EF4-FFF2-40B4-BE49-F238E27FC236}">
                  <a16:creationId xmlns:a16="http://schemas.microsoft.com/office/drawing/2014/main" id="{E52FF27B-DB50-05EE-0CCC-4D41A2770408}"/>
                </a:ext>
              </a:extLst>
            </p:cNvPr>
            <p:cNvSpPr/>
            <p:nvPr/>
          </p:nvSpPr>
          <p:spPr>
            <a:xfrm>
              <a:off x="5552343" y="4503675"/>
              <a:ext cx="60193" cy="32007"/>
            </a:xfrm>
            <a:custGeom>
              <a:avLst/>
              <a:gdLst>
                <a:gd name="csX0" fmla="*/ 59238 w 60193"/>
                <a:gd name="csY0" fmla="*/ 1433 h 32007"/>
                <a:gd name="csX1" fmla="*/ 60194 w 60193"/>
                <a:gd name="csY1" fmla="*/ 3822 h 32007"/>
                <a:gd name="csX2" fmla="*/ 60194 w 60193"/>
                <a:gd name="csY2" fmla="*/ 5255 h 32007"/>
                <a:gd name="csX3" fmla="*/ 59716 w 60193"/>
                <a:gd name="csY3" fmla="*/ 6688 h 32007"/>
                <a:gd name="csX4" fmla="*/ 59238 w 60193"/>
                <a:gd name="csY4" fmla="*/ 7166 h 32007"/>
                <a:gd name="csX5" fmla="*/ 58761 w 60193"/>
                <a:gd name="csY5" fmla="*/ 7644 h 32007"/>
                <a:gd name="csX6" fmla="*/ 56850 w 60193"/>
                <a:gd name="csY6" fmla="*/ 7644 h 32007"/>
                <a:gd name="csX7" fmla="*/ 55894 w 60193"/>
                <a:gd name="csY7" fmla="*/ 7644 h 32007"/>
                <a:gd name="csX8" fmla="*/ 54939 w 60193"/>
                <a:gd name="csY8" fmla="*/ 8599 h 32007"/>
                <a:gd name="csX9" fmla="*/ 54939 w 60193"/>
                <a:gd name="csY9" fmla="*/ 9077 h 32007"/>
                <a:gd name="csX10" fmla="*/ 55894 w 60193"/>
                <a:gd name="csY10" fmla="*/ 9555 h 32007"/>
                <a:gd name="csX11" fmla="*/ 56372 w 60193"/>
                <a:gd name="csY11" fmla="*/ 10510 h 32007"/>
                <a:gd name="csX12" fmla="*/ 57328 w 60193"/>
                <a:gd name="csY12" fmla="*/ 11466 h 32007"/>
                <a:gd name="csX13" fmla="*/ 58761 w 60193"/>
                <a:gd name="csY13" fmla="*/ 12421 h 32007"/>
                <a:gd name="csX14" fmla="*/ 59238 w 60193"/>
                <a:gd name="csY14" fmla="*/ 13377 h 32007"/>
                <a:gd name="csX15" fmla="*/ 59238 w 60193"/>
                <a:gd name="csY15" fmla="*/ 15287 h 32007"/>
                <a:gd name="csX16" fmla="*/ 59238 w 60193"/>
                <a:gd name="csY16" fmla="*/ 17198 h 32007"/>
                <a:gd name="csX17" fmla="*/ 54939 w 60193"/>
                <a:gd name="csY17" fmla="*/ 18632 h 32007"/>
                <a:gd name="csX18" fmla="*/ 51117 w 60193"/>
                <a:gd name="csY18" fmla="*/ 18632 h 32007"/>
                <a:gd name="csX19" fmla="*/ 48728 w 60193"/>
                <a:gd name="csY19" fmla="*/ 18632 h 32007"/>
                <a:gd name="csX20" fmla="*/ 47295 w 60193"/>
                <a:gd name="csY20" fmla="*/ 19109 h 32007"/>
                <a:gd name="csX21" fmla="*/ 44906 w 60193"/>
                <a:gd name="csY21" fmla="*/ 20543 h 32007"/>
                <a:gd name="csX22" fmla="*/ 41563 w 60193"/>
                <a:gd name="csY22" fmla="*/ 21498 h 32007"/>
                <a:gd name="csX23" fmla="*/ 40129 w 60193"/>
                <a:gd name="csY23" fmla="*/ 21498 h 32007"/>
                <a:gd name="csX24" fmla="*/ 39651 w 60193"/>
                <a:gd name="csY24" fmla="*/ 21976 h 32007"/>
                <a:gd name="csX25" fmla="*/ 38218 w 60193"/>
                <a:gd name="csY25" fmla="*/ 23409 h 32007"/>
                <a:gd name="csX26" fmla="*/ 34874 w 60193"/>
                <a:gd name="csY26" fmla="*/ 29619 h 32007"/>
                <a:gd name="csX27" fmla="*/ 33919 w 60193"/>
                <a:gd name="csY27" fmla="*/ 31052 h 32007"/>
                <a:gd name="csX28" fmla="*/ 32963 w 60193"/>
                <a:gd name="csY28" fmla="*/ 32008 h 32007"/>
                <a:gd name="csX29" fmla="*/ 32008 w 60193"/>
                <a:gd name="csY29" fmla="*/ 30575 h 32007"/>
                <a:gd name="csX30" fmla="*/ 32963 w 60193"/>
                <a:gd name="csY30" fmla="*/ 28186 h 32007"/>
                <a:gd name="csX31" fmla="*/ 32008 w 60193"/>
                <a:gd name="csY31" fmla="*/ 28186 h 32007"/>
                <a:gd name="csX32" fmla="*/ 30575 w 60193"/>
                <a:gd name="csY32" fmla="*/ 30097 h 32007"/>
                <a:gd name="csX33" fmla="*/ 29619 w 60193"/>
                <a:gd name="csY33" fmla="*/ 30097 h 32007"/>
                <a:gd name="csX34" fmla="*/ 29619 w 60193"/>
                <a:gd name="csY34" fmla="*/ 28186 h 32007"/>
                <a:gd name="csX35" fmla="*/ 28664 w 60193"/>
                <a:gd name="csY35" fmla="*/ 27709 h 32007"/>
                <a:gd name="csX36" fmla="*/ 27708 w 60193"/>
                <a:gd name="csY36" fmla="*/ 28186 h 32007"/>
                <a:gd name="csX37" fmla="*/ 26275 w 60193"/>
                <a:gd name="csY37" fmla="*/ 26753 h 32007"/>
                <a:gd name="csX38" fmla="*/ 25797 w 60193"/>
                <a:gd name="csY38" fmla="*/ 25798 h 32007"/>
                <a:gd name="csX39" fmla="*/ 26275 w 60193"/>
                <a:gd name="csY39" fmla="*/ 24842 h 32007"/>
                <a:gd name="csX40" fmla="*/ 27231 w 60193"/>
                <a:gd name="csY40" fmla="*/ 23886 h 32007"/>
                <a:gd name="csX41" fmla="*/ 26753 w 60193"/>
                <a:gd name="csY41" fmla="*/ 23409 h 32007"/>
                <a:gd name="csX42" fmla="*/ 25797 w 60193"/>
                <a:gd name="csY42" fmla="*/ 23409 h 32007"/>
                <a:gd name="csX43" fmla="*/ 24842 w 60193"/>
                <a:gd name="csY43" fmla="*/ 23886 h 32007"/>
                <a:gd name="csX44" fmla="*/ 24364 w 60193"/>
                <a:gd name="csY44" fmla="*/ 23409 h 32007"/>
                <a:gd name="csX45" fmla="*/ 25320 w 60193"/>
                <a:gd name="csY45" fmla="*/ 21498 h 32007"/>
                <a:gd name="csX46" fmla="*/ 29141 w 60193"/>
                <a:gd name="csY46" fmla="*/ 20065 h 32007"/>
                <a:gd name="csX47" fmla="*/ 30575 w 60193"/>
                <a:gd name="csY47" fmla="*/ 20065 h 32007"/>
                <a:gd name="csX48" fmla="*/ 32486 w 60193"/>
                <a:gd name="csY48" fmla="*/ 20065 h 32007"/>
                <a:gd name="csX49" fmla="*/ 31530 w 60193"/>
                <a:gd name="csY49" fmla="*/ 18632 h 32007"/>
                <a:gd name="csX50" fmla="*/ 29141 w 60193"/>
                <a:gd name="csY50" fmla="*/ 18154 h 32007"/>
                <a:gd name="csX51" fmla="*/ 27708 w 60193"/>
                <a:gd name="csY51" fmla="*/ 18632 h 32007"/>
                <a:gd name="csX52" fmla="*/ 26753 w 60193"/>
                <a:gd name="csY52" fmla="*/ 19587 h 32007"/>
                <a:gd name="csX53" fmla="*/ 25797 w 60193"/>
                <a:gd name="csY53" fmla="*/ 19587 h 32007"/>
                <a:gd name="csX54" fmla="*/ 23886 w 60193"/>
                <a:gd name="csY54" fmla="*/ 17676 h 32007"/>
                <a:gd name="csX55" fmla="*/ 23886 w 60193"/>
                <a:gd name="csY55" fmla="*/ 16721 h 32007"/>
                <a:gd name="csX56" fmla="*/ 24842 w 60193"/>
                <a:gd name="csY56" fmla="*/ 15287 h 32007"/>
                <a:gd name="csX57" fmla="*/ 25797 w 60193"/>
                <a:gd name="csY57" fmla="*/ 14810 h 32007"/>
                <a:gd name="csX58" fmla="*/ 29619 w 60193"/>
                <a:gd name="csY58" fmla="*/ 14810 h 32007"/>
                <a:gd name="csX59" fmla="*/ 31530 w 60193"/>
                <a:gd name="csY59" fmla="*/ 14332 h 32007"/>
                <a:gd name="csX60" fmla="*/ 32008 w 60193"/>
                <a:gd name="csY60" fmla="*/ 13854 h 32007"/>
                <a:gd name="csX61" fmla="*/ 32486 w 60193"/>
                <a:gd name="csY61" fmla="*/ 13377 h 32007"/>
                <a:gd name="csX62" fmla="*/ 32486 w 60193"/>
                <a:gd name="csY62" fmla="*/ 12899 h 32007"/>
                <a:gd name="csX63" fmla="*/ 31530 w 60193"/>
                <a:gd name="csY63" fmla="*/ 12899 h 32007"/>
                <a:gd name="csX64" fmla="*/ 30097 w 60193"/>
                <a:gd name="csY64" fmla="*/ 13854 h 32007"/>
                <a:gd name="csX65" fmla="*/ 25320 w 60193"/>
                <a:gd name="csY65" fmla="*/ 13377 h 32007"/>
                <a:gd name="csX66" fmla="*/ 23886 w 60193"/>
                <a:gd name="csY66" fmla="*/ 13854 h 32007"/>
                <a:gd name="csX67" fmla="*/ 21020 w 60193"/>
                <a:gd name="csY67" fmla="*/ 15765 h 32007"/>
                <a:gd name="csX68" fmla="*/ 17676 w 60193"/>
                <a:gd name="csY68" fmla="*/ 16721 h 32007"/>
                <a:gd name="csX69" fmla="*/ 15287 w 60193"/>
                <a:gd name="csY69" fmla="*/ 16243 h 32007"/>
                <a:gd name="csX70" fmla="*/ 16243 w 60193"/>
                <a:gd name="csY70" fmla="*/ 13854 h 32007"/>
                <a:gd name="csX71" fmla="*/ 15765 w 60193"/>
                <a:gd name="csY71" fmla="*/ 13377 h 32007"/>
                <a:gd name="csX72" fmla="*/ 14809 w 60193"/>
                <a:gd name="csY72" fmla="*/ 13377 h 32007"/>
                <a:gd name="csX73" fmla="*/ 11465 w 60193"/>
                <a:gd name="csY73" fmla="*/ 13854 h 32007"/>
                <a:gd name="csX74" fmla="*/ 8599 w 60193"/>
                <a:gd name="csY74" fmla="*/ 12899 h 32007"/>
                <a:gd name="csX75" fmla="*/ 7644 w 60193"/>
                <a:gd name="csY75" fmla="*/ 11466 h 32007"/>
                <a:gd name="csX76" fmla="*/ 7644 w 60193"/>
                <a:gd name="csY76" fmla="*/ 9555 h 32007"/>
                <a:gd name="csX77" fmla="*/ 9077 w 60193"/>
                <a:gd name="csY77" fmla="*/ 8599 h 32007"/>
                <a:gd name="csX78" fmla="*/ 9077 w 60193"/>
                <a:gd name="csY78" fmla="*/ 8121 h 32007"/>
                <a:gd name="csX79" fmla="*/ 8121 w 60193"/>
                <a:gd name="csY79" fmla="*/ 8121 h 32007"/>
                <a:gd name="csX80" fmla="*/ 5255 w 60193"/>
                <a:gd name="csY80" fmla="*/ 8599 h 32007"/>
                <a:gd name="csX81" fmla="*/ 0 w 60193"/>
                <a:gd name="csY81" fmla="*/ 5733 h 32007"/>
                <a:gd name="csX82" fmla="*/ 956 w 60193"/>
                <a:gd name="csY82" fmla="*/ 5733 h 32007"/>
                <a:gd name="csX83" fmla="*/ 3822 w 60193"/>
                <a:gd name="csY83" fmla="*/ 6211 h 32007"/>
                <a:gd name="csX84" fmla="*/ 5733 w 60193"/>
                <a:gd name="csY84" fmla="*/ 5733 h 32007"/>
                <a:gd name="csX85" fmla="*/ 7166 w 60193"/>
                <a:gd name="csY85" fmla="*/ 5255 h 32007"/>
                <a:gd name="csX86" fmla="*/ 9555 w 60193"/>
                <a:gd name="csY86" fmla="*/ 4300 h 32007"/>
                <a:gd name="csX87" fmla="*/ 11465 w 60193"/>
                <a:gd name="csY87" fmla="*/ 3822 h 32007"/>
                <a:gd name="csX88" fmla="*/ 17198 w 60193"/>
                <a:gd name="csY88" fmla="*/ 4300 h 32007"/>
                <a:gd name="csX89" fmla="*/ 22453 w 60193"/>
                <a:gd name="csY89" fmla="*/ 3344 h 32007"/>
                <a:gd name="csX90" fmla="*/ 26275 w 60193"/>
                <a:gd name="csY90" fmla="*/ 1433 h 32007"/>
                <a:gd name="csX91" fmla="*/ 30097 w 60193"/>
                <a:gd name="csY91" fmla="*/ 0 h 32007"/>
                <a:gd name="csX92" fmla="*/ 30097 w 60193"/>
                <a:gd name="csY92" fmla="*/ 0 h 32007"/>
                <a:gd name="csX93" fmla="*/ 34874 w 60193"/>
                <a:gd name="csY93" fmla="*/ 0 h 32007"/>
                <a:gd name="csX94" fmla="*/ 39651 w 60193"/>
                <a:gd name="csY94" fmla="*/ 0 h 32007"/>
                <a:gd name="csX95" fmla="*/ 46817 w 60193"/>
                <a:gd name="csY95" fmla="*/ 0 h 32007"/>
                <a:gd name="csX96" fmla="*/ 52550 w 60193"/>
                <a:gd name="csY96" fmla="*/ 0 h 32007"/>
                <a:gd name="csX97" fmla="*/ 59238 w 60193"/>
                <a:gd name="csY97" fmla="*/ 0 h 32007"/>
                <a:gd name="csX98" fmla="*/ 59238 w 60193"/>
                <a:gd name="csY98" fmla="*/ 1433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</a:cxnLst>
              <a:rect l="l" t="t" r="r" b="b"/>
              <a:pathLst>
                <a:path w="60193" h="32007">
                  <a:moveTo>
                    <a:pt x="59238" y="1433"/>
                  </a:moveTo>
                  <a:lnTo>
                    <a:pt x="60194" y="3822"/>
                  </a:lnTo>
                  <a:lnTo>
                    <a:pt x="60194" y="5255"/>
                  </a:lnTo>
                  <a:lnTo>
                    <a:pt x="59716" y="6688"/>
                  </a:lnTo>
                  <a:lnTo>
                    <a:pt x="59238" y="7166"/>
                  </a:lnTo>
                  <a:lnTo>
                    <a:pt x="58761" y="7644"/>
                  </a:lnTo>
                  <a:lnTo>
                    <a:pt x="56850" y="7644"/>
                  </a:lnTo>
                  <a:lnTo>
                    <a:pt x="55894" y="7644"/>
                  </a:lnTo>
                  <a:lnTo>
                    <a:pt x="54939" y="8599"/>
                  </a:lnTo>
                  <a:lnTo>
                    <a:pt x="54939" y="9077"/>
                  </a:lnTo>
                  <a:lnTo>
                    <a:pt x="55894" y="9555"/>
                  </a:lnTo>
                  <a:lnTo>
                    <a:pt x="56372" y="10510"/>
                  </a:lnTo>
                  <a:lnTo>
                    <a:pt x="57328" y="11466"/>
                  </a:lnTo>
                  <a:lnTo>
                    <a:pt x="58761" y="12421"/>
                  </a:lnTo>
                  <a:lnTo>
                    <a:pt x="59238" y="13377"/>
                  </a:lnTo>
                  <a:lnTo>
                    <a:pt x="59238" y="15287"/>
                  </a:lnTo>
                  <a:lnTo>
                    <a:pt x="59238" y="17198"/>
                  </a:lnTo>
                  <a:lnTo>
                    <a:pt x="54939" y="18632"/>
                  </a:lnTo>
                  <a:lnTo>
                    <a:pt x="51117" y="18632"/>
                  </a:lnTo>
                  <a:lnTo>
                    <a:pt x="48728" y="18632"/>
                  </a:lnTo>
                  <a:lnTo>
                    <a:pt x="47295" y="19109"/>
                  </a:lnTo>
                  <a:lnTo>
                    <a:pt x="44906" y="20543"/>
                  </a:lnTo>
                  <a:lnTo>
                    <a:pt x="41563" y="21498"/>
                  </a:lnTo>
                  <a:lnTo>
                    <a:pt x="40129" y="21498"/>
                  </a:lnTo>
                  <a:lnTo>
                    <a:pt x="39651" y="21976"/>
                  </a:lnTo>
                  <a:lnTo>
                    <a:pt x="38218" y="23409"/>
                  </a:lnTo>
                  <a:lnTo>
                    <a:pt x="34874" y="29619"/>
                  </a:lnTo>
                  <a:lnTo>
                    <a:pt x="33919" y="31052"/>
                  </a:lnTo>
                  <a:lnTo>
                    <a:pt x="32963" y="32008"/>
                  </a:lnTo>
                  <a:lnTo>
                    <a:pt x="32008" y="30575"/>
                  </a:lnTo>
                  <a:lnTo>
                    <a:pt x="32963" y="28186"/>
                  </a:lnTo>
                  <a:lnTo>
                    <a:pt x="32008" y="28186"/>
                  </a:lnTo>
                  <a:lnTo>
                    <a:pt x="30575" y="30097"/>
                  </a:lnTo>
                  <a:lnTo>
                    <a:pt x="29619" y="30097"/>
                  </a:lnTo>
                  <a:lnTo>
                    <a:pt x="29619" y="28186"/>
                  </a:lnTo>
                  <a:lnTo>
                    <a:pt x="28664" y="27709"/>
                  </a:lnTo>
                  <a:lnTo>
                    <a:pt x="27708" y="28186"/>
                  </a:lnTo>
                  <a:lnTo>
                    <a:pt x="26275" y="26753"/>
                  </a:lnTo>
                  <a:lnTo>
                    <a:pt x="25797" y="25798"/>
                  </a:lnTo>
                  <a:lnTo>
                    <a:pt x="26275" y="24842"/>
                  </a:lnTo>
                  <a:lnTo>
                    <a:pt x="27231" y="23886"/>
                  </a:lnTo>
                  <a:lnTo>
                    <a:pt x="26753" y="23409"/>
                  </a:lnTo>
                  <a:lnTo>
                    <a:pt x="25797" y="23409"/>
                  </a:lnTo>
                  <a:lnTo>
                    <a:pt x="24842" y="23886"/>
                  </a:lnTo>
                  <a:lnTo>
                    <a:pt x="24364" y="23409"/>
                  </a:lnTo>
                  <a:lnTo>
                    <a:pt x="25320" y="21498"/>
                  </a:lnTo>
                  <a:lnTo>
                    <a:pt x="29141" y="20065"/>
                  </a:lnTo>
                  <a:lnTo>
                    <a:pt x="30575" y="20065"/>
                  </a:lnTo>
                  <a:lnTo>
                    <a:pt x="32486" y="20065"/>
                  </a:lnTo>
                  <a:lnTo>
                    <a:pt x="31530" y="18632"/>
                  </a:lnTo>
                  <a:lnTo>
                    <a:pt x="29141" y="18154"/>
                  </a:lnTo>
                  <a:lnTo>
                    <a:pt x="27708" y="18632"/>
                  </a:lnTo>
                  <a:lnTo>
                    <a:pt x="26753" y="19587"/>
                  </a:lnTo>
                  <a:lnTo>
                    <a:pt x="25797" y="19587"/>
                  </a:lnTo>
                  <a:lnTo>
                    <a:pt x="23886" y="17676"/>
                  </a:lnTo>
                  <a:lnTo>
                    <a:pt x="23886" y="16721"/>
                  </a:lnTo>
                  <a:lnTo>
                    <a:pt x="24842" y="15287"/>
                  </a:lnTo>
                  <a:lnTo>
                    <a:pt x="25797" y="14810"/>
                  </a:lnTo>
                  <a:lnTo>
                    <a:pt x="29619" y="14810"/>
                  </a:lnTo>
                  <a:lnTo>
                    <a:pt x="31530" y="14332"/>
                  </a:lnTo>
                  <a:lnTo>
                    <a:pt x="32008" y="13854"/>
                  </a:lnTo>
                  <a:lnTo>
                    <a:pt x="32486" y="13377"/>
                  </a:lnTo>
                  <a:lnTo>
                    <a:pt x="32486" y="12899"/>
                  </a:lnTo>
                  <a:lnTo>
                    <a:pt x="31530" y="12899"/>
                  </a:lnTo>
                  <a:lnTo>
                    <a:pt x="30097" y="13854"/>
                  </a:lnTo>
                  <a:lnTo>
                    <a:pt x="25320" y="13377"/>
                  </a:lnTo>
                  <a:lnTo>
                    <a:pt x="23886" y="13854"/>
                  </a:lnTo>
                  <a:lnTo>
                    <a:pt x="21020" y="15765"/>
                  </a:lnTo>
                  <a:lnTo>
                    <a:pt x="17676" y="16721"/>
                  </a:lnTo>
                  <a:lnTo>
                    <a:pt x="15287" y="16243"/>
                  </a:lnTo>
                  <a:lnTo>
                    <a:pt x="16243" y="13854"/>
                  </a:lnTo>
                  <a:lnTo>
                    <a:pt x="15765" y="13377"/>
                  </a:lnTo>
                  <a:lnTo>
                    <a:pt x="14809" y="13377"/>
                  </a:lnTo>
                  <a:lnTo>
                    <a:pt x="11465" y="13854"/>
                  </a:lnTo>
                  <a:lnTo>
                    <a:pt x="8599" y="12899"/>
                  </a:lnTo>
                  <a:lnTo>
                    <a:pt x="7644" y="11466"/>
                  </a:lnTo>
                  <a:lnTo>
                    <a:pt x="7644" y="9555"/>
                  </a:lnTo>
                  <a:lnTo>
                    <a:pt x="9077" y="8599"/>
                  </a:lnTo>
                  <a:lnTo>
                    <a:pt x="9077" y="8121"/>
                  </a:lnTo>
                  <a:lnTo>
                    <a:pt x="8121" y="8121"/>
                  </a:lnTo>
                  <a:lnTo>
                    <a:pt x="5255" y="8599"/>
                  </a:lnTo>
                  <a:lnTo>
                    <a:pt x="0" y="5733"/>
                  </a:lnTo>
                  <a:lnTo>
                    <a:pt x="956" y="5733"/>
                  </a:lnTo>
                  <a:lnTo>
                    <a:pt x="3822" y="6211"/>
                  </a:lnTo>
                  <a:lnTo>
                    <a:pt x="5733" y="5733"/>
                  </a:lnTo>
                  <a:lnTo>
                    <a:pt x="7166" y="5255"/>
                  </a:lnTo>
                  <a:lnTo>
                    <a:pt x="9555" y="4300"/>
                  </a:lnTo>
                  <a:lnTo>
                    <a:pt x="11465" y="3822"/>
                  </a:lnTo>
                  <a:lnTo>
                    <a:pt x="17198" y="4300"/>
                  </a:lnTo>
                  <a:lnTo>
                    <a:pt x="22453" y="3344"/>
                  </a:lnTo>
                  <a:lnTo>
                    <a:pt x="26275" y="1433"/>
                  </a:lnTo>
                  <a:lnTo>
                    <a:pt x="30097" y="0"/>
                  </a:lnTo>
                  <a:lnTo>
                    <a:pt x="30097" y="0"/>
                  </a:lnTo>
                  <a:lnTo>
                    <a:pt x="34874" y="0"/>
                  </a:lnTo>
                  <a:lnTo>
                    <a:pt x="39651" y="0"/>
                  </a:lnTo>
                  <a:lnTo>
                    <a:pt x="46817" y="0"/>
                  </a:lnTo>
                  <a:lnTo>
                    <a:pt x="52550" y="0"/>
                  </a:lnTo>
                  <a:lnTo>
                    <a:pt x="59238" y="0"/>
                  </a:lnTo>
                  <a:lnTo>
                    <a:pt x="5923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6" name="Freeform 2395">
              <a:extLst>
                <a:ext uri="{FF2B5EF4-FFF2-40B4-BE49-F238E27FC236}">
                  <a16:creationId xmlns:a16="http://schemas.microsoft.com/office/drawing/2014/main" id="{DD1C5648-4F46-2F68-68B0-9AD67375E90C}"/>
                </a:ext>
              </a:extLst>
            </p:cNvPr>
            <p:cNvSpPr/>
            <p:nvPr/>
          </p:nvSpPr>
          <p:spPr>
            <a:xfrm>
              <a:off x="5596294" y="4191718"/>
              <a:ext cx="13376" cy="13854"/>
            </a:xfrm>
            <a:custGeom>
              <a:avLst/>
              <a:gdLst>
                <a:gd name="csX0" fmla="*/ 13376 w 13376"/>
                <a:gd name="csY0" fmla="*/ 956 h 13854"/>
                <a:gd name="csX1" fmla="*/ 13376 w 13376"/>
                <a:gd name="csY1" fmla="*/ 3344 h 13854"/>
                <a:gd name="csX2" fmla="*/ 12421 w 13376"/>
                <a:gd name="csY2" fmla="*/ 6688 h 13854"/>
                <a:gd name="csX3" fmla="*/ 11465 w 13376"/>
                <a:gd name="csY3" fmla="*/ 10032 h 13854"/>
                <a:gd name="csX4" fmla="*/ 5733 w 13376"/>
                <a:gd name="csY4" fmla="*/ 11466 h 13854"/>
                <a:gd name="csX5" fmla="*/ 3344 w 13376"/>
                <a:gd name="csY5" fmla="*/ 13854 h 13854"/>
                <a:gd name="csX6" fmla="*/ 478 w 13376"/>
                <a:gd name="csY6" fmla="*/ 13376 h 13854"/>
                <a:gd name="csX7" fmla="*/ 0 w 13376"/>
                <a:gd name="csY7" fmla="*/ 12899 h 13854"/>
                <a:gd name="csX8" fmla="*/ 2866 w 13376"/>
                <a:gd name="csY8" fmla="*/ 12421 h 13854"/>
                <a:gd name="csX9" fmla="*/ 5255 w 13376"/>
                <a:gd name="csY9" fmla="*/ 10510 h 13854"/>
                <a:gd name="csX10" fmla="*/ 6688 w 13376"/>
                <a:gd name="csY10" fmla="*/ 6688 h 13854"/>
                <a:gd name="csX11" fmla="*/ 9077 w 13376"/>
                <a:gd name="csY11" fmla="*/ 2389 h 13854"/>
                <a:gd name="csX12" fmla="*/ 9555 w 13376"/>
                <a:gd name="csY12" fmla="*/ 478 h 13854"/>
                <a:gd name="csX13" fmla="*/ 10988 w 13376"/>
                <a:gd name="csY13" fmla="*/ 0 h 13854"/>
                <a:gd name="csX14" fmla="*/ 11943 w 13376"/>
                <a:gd name="csY14" fmla="*/ 0 h 13854"/>
                <a:gd name="csX15" fmla="*/ 12898 w 13376"/>
                <a:gd name="csY15" fmla="*/ 0 h 13854"/>
                <a:gd name="csX16" fmla="*/ 13376 w 13376"/>
                <a:gd name="csY16" fmla="*/ 956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3376" h="13854">
                  <a:moveTo>
                    <a:pt x="13376" y="956"/>
                  </a:moveTo>
                  <a:lnTo>
                    <a:pt x="13376" y="3344"/>
                  </a:lnTo>
                  <a:lnTo>
                    <a:pt x="12421" y="6688"/>
                  </a:lnTo>
                  <a:lnTo>
                    <a:pt x="11465" y="10032"/>
                  </a:lnTo>
                  <a:lnTo>
                    <a:pt x="5733" y="11466"/>
                  </a:lnTo>
                  <a:lnTo>
                    <a:pt x="3344" y="13854"/>
                  </a:lnTo>
                  <a:lnTo>
                    <a:pt x="478" y="13376"/>
                  </a:lnTo>
                  <a:lnTo>
                    <a:pt x="0" y="12899"/>
                  </a:lnTo>
                  <a:lnTo>
                    <a:pt x="2866" y="12421"/>
                  </a:lnTo>
                  <a:lnTo>
                    <a:pt x="5255" y="10510"/>
                  </a:lnTo>
                  <a:lnTo>
                    <a:pt x="6688" y="6688"/>
                  </a:lnTo>
                  <a:lnTo>
                    <a:pt x="9077" y="2389"/>
                  </a:lnTo>
                  <a:lnTo>
                    <a:pt x="9555" y="478"/>
                  </a:lnTo>
                  <a:lnTo>
                    <a:pt x="10988" y="0"/>
                  </a:lnTo>
                  <a:lnTo>
                    <a:pt x="11943" y="0"/>
                  </a:lnTo>
                  <a:lnTo>
                    <a:pt x="12898" y="0"/>
                  </a:lnTo>
                  <a:lnTo>
                    <a:pt x="1337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7" name="Freeform 2396">
              <a:extLst>
                <a:ext uri="{FF2B5EF4-FFF2-40B4-BE49-F238E27FC236}">
                  <a16:creationId xmlns:a16="http://schemas.microsoft.com/office/drawing/2014/main" id="{F726D416-D308-08FF-6204-27F6C213FF87}"/>
                </a:ext>
              </a:extLst>
            </p:cNvPr>
            <p:cNvSpPr/>
            <p:nvPr/>
          </p:nvSpPr>
          <p:spPr>
            <a:xfrm>
              <a:off x="5549954" y="4482655"/>
              <a:ext cx="59716" cy="13853"/>
            </a:xfrm>
            <a:custGeom>
              <a:avLst/>
              <a:gdLst>
                <a:gd name="csX0" fmla="*/ 59238 w 59716"/>
                <a:gd name="csY0" fmla="*/ 6210 h 13853"/>
                <a:gd name="csX1" fmla="*/ 59716 w 59716"/>
                <a:gd name="csY1" fmla="*/ 7166 h 13853"/>
                <a:gd name="csX2" fmla="*/ 59238 w 59716"/>
                <a:gd name="csY2" fmla="*/ 8599 h 13853"/>
                <a:gd name="csX3" fmla="*/ 55894 w 59716"/>
                <a:gd name="csY3" fmla="*/ 9555 h 13853"/>
                <a:gd name="csX4" fmla="*/ 51117 w 59716"/>
                <a:gd name="csY4" fmla="*/ 10510 h 13853"/>
                <a:gd name="csX5" fmla="*/ 47295 w 59716"/>
                <a:gd name="csY5" fmla="*/ 10032 h 13853"/>
                <a:gd name="csX6" fmla="*/ 42996 w 59716"/>
                <a:gd name="csY6" fmla="*/ 8599 h 13853"/>
                <a:gd name="csX7" fmla="*/ 40129 w 59716"/>
                <a:gd name="csY7" fmla="*/ 7166 h 13853"/>
                <a:gd name="csX8" fmla="*/ 39174 w 59716"/>
                <a:gd name="csY8" fmla="*/ 6688 h 13853"/>
                <a:gd name="csX9" fmla="*/ 37263 w 59716"/>
                <a:gd name="csY9" fmla="*/ 6210 h 13853"/>
                <a:gd name="csX10" fmla="*/ 35830 w 59716"/>
                <a:gd name="csY10" fmla="*/ 5255 h 13853"/>
                <a:gd name="csX11" fmla="*/ 34397 w 59716"/>
                <a:gd name="csY11" fmla="*/ 4777 h 13853"/>
                <a:gd name="csX12" fmla="*/ 33441 w 59716"/>
                <a:gd name="csY12" fmla="*/ 4777 h 13853"/>
                <a:gd name="csX13" fmla="*/ 32486 w 59716"/>
                <a:gd name="csY13" fmla="*/ 4777 h 13853"/>
                <a:gd name="csX14" fmla="*/ 32008 w 59716"/>
                <a:gd name="csY14" fmla="*/ 5733 h 13853"/>
                <a:gd name="csX15" fmla="*/ 31530 w 59716"/>
                <a:gd name="csY15" fmla="*/ 7166 h 13853"/>
                <a:gd name="csX16" fmla="*/ 30575 w 59716"/>
                <a:gd name="csY16" fmla="*/ 7644 h 13853"/>
                <a:gd name="csX17" fmla="*/ 26753 w 59716"/>
                <a:gd name="csY17" fmla="*/ 8121 h 13853"/>
                <a:gd name="csX18" fmla="*/ 23409 w 59716"/>
                <a:gd name="csY18" fmla="*/ 8121 h 13853"/>
                <a:gd name="csX19" fmla="*/ 21498 w 59716"/>
                <a:gd name="csY19" fmla="*/ 8599 h 13853"/>
                <a:gd name="csX20" fmla="*/ 20065 w 59716"/>
                <a:gd name="csY20" fmla="*/ 9077 h 13853"/>
                <a:gd name="csX21" fmla="*/ 19587 w 59716"/>
                <a:gd name="csY21" fmla="*/ 11943 h 13853"/>
                <a:gd name="csX22" fmla="*/ 15765 w 59716"/>
                <a:gd name="csY22" fmla="*/ 11943 h 13853"/>
                <a:gd name="csX23" fmla="*/ 11943 w 59716"/>
                <a:gd name="csY23" fmla="*/ 11943 h 13853"/>
                <a:gd name="csX24" fmla="*/ 8121 w 59716"/>
                <a:gd name="csY24" fmla="*/ 11943 h 13853"/>
                <a:gd name="csX25" fmla="*/ 3822 w 59716"/>
                <a:gd name="csY25" fmla="*/ 11943 h 13853"/>
                <a:gd name="csX26" fmla="*/ 2389 w 59716"/>
                <a:gd name="csY26" fmla="*/ 12899 h 13853"/>
                <a:gd name="csX27" fmla="*/ 1433 w 59716"/>
                <a:gd name="csY27" fmla="*/ 13854 h 13853"/>
                <a:gd name="csX28" fmla="*/ 1433 w 59716"/>
                <a:gd name="csY28" fmla="*/ 11943 h 13853"/>
                <a:gd name="csX29" fmla="*/ 0 w 59716"/>
                <a:gd name="csY29" fmla="*/ 8599 h 13853"/>
                <a:gd name="csX30" fmla="*/ 1433 w 59716"/>
                <a:gd name="csY30" fmla="*/ 7166 h 13853"/>
                <a:gd name="csX31" fmla="*/ 3344 w 59716"/>
                <a:gd name="csY31" fmla="*/ 6210 h 13853"/>
                <a:gd name="csX32" fmla="*/ 4299 w 59716"/>
                <a:gd name="csY32" fmla="*/ 6688 h 13853"/>
                <a:gd name="csX33" fmla="*/ 4777 w 59716"/>
                <a:gd name="csY33" fmla="*/ 8121 h 13853"/>
                <a:gd name="csX34" fmla="*/ 5255 w 59716"/>
                <a:gd name="csY34" fmla="*/ 9077 h 13853"/>
                <a:gd name="csX35" fmla="*/ 8121 w 59716"/>
                <a:gd name="csY35" fmla="*/ 10032 h 13853"/>
                <a:gd name="csX36" fmla="*/ 10988 w 59716"/>
                <a:gd name="csY36" fmla="*/ 9555 h 13853"/>
                <a:gd name="csX37" fmla="*/ 12899 w 59716"/>
                <a:gd name="csY37" fmla="*/ 9555 h 13853"/>
                <a:gd name="csX38" fmla="*/ 12899 w 59716"/>
                <a:gd name="csY38" fmla="*/ 9077 h 13853"/>
                <a:gd name="csX39" fmla="*/ 13376 w 59716"/>
                <a:gd name="csY39" fmla="*/ 7644 h 13853"/>
                <a:gd name="csX40" fmla="*/ 16721 w 59716"/>
                <a:gd name="csY40" fmla="*/ 7166 h 13853"/>
                <a:gd name="csX41" fmla="*/ 20542 w 59716"/>
                <a:gd name="csY41" fmla="*/ 7166 h 13853"/>
                <a:gd name="csX42" fmla="*/ 23886 w 59716"/>
                <a:gd name="csY42" fmla="*/ 6210 h 13853"/>
                <a:gd name="csX43" fmla="*/ 27231 w 59716"/>
                <a:gd name="csY43" fmla="*/ 6210 h 13853"/>
                <a:gd name="csX44" fmla="*/ 27708 w 59716"/>
                <a:gd name="csY44" fmla="*/ 6210 h 13853"/>
                <a:gd name="csX45" fmla="*/ 27708 w 59716"/>
                <a:gd name="csY45" fmla="*/ 5733 h 13853"/>
                <a:gd name="csX46" fmla="*/ 24842 w 59716"/>
                <a:gd name="csY46" fmla="*/ 5733 h 13853"/>
                <a:gd name="csX47" fmla="*/ 19587 w 59716"/>
                <a:gd name="csY47" fmla="*/ 6210 h 13853"/>
                <a:gd name="csX48" fmla="*/ 13854 w 59716"/>
                <a:gd name="csY48" fmla="*/ 6688 h 13853"/>
                <a:gd name="csX49" fmla="*/ 9555 w 59716"/>
                <a:gd name="csY49" fmla="*/ 8599 h 13853"/>
                <a:gd name="csX50" fmla="*/ 7644 w 59716"/>
                <a:gd name="csY50" fmla="*/ 8121 h 13853"/>
                <a:gd name="csX51" fmla="*/ 5733 w 59716"/>
                <a:gd name="csY51" fmla="*/ 6210 h 13853"/>
                <a:gd name="csX52" fmla="*/ 5255 w 59716"/>
                <a:gd name="csY52" fmla="*/ 3822 h 13853"/>
                <a:gd name="csX53" fmla="*/ 10510 w 59716"/>
                <a:gd name="csY53" fmla="*/ 3822 h 13853"/>
                <a:gd name="csX54" fmla="*/ 16243 w 59716"/>
                <a:gd name="csY54" fmla="*/ 3822 h 13853"/>
                <a:gd name="csX55" fmla="*/ 22931 w 59716"/>
                <a:gd name="csY55" fmla="*/ 3822 h 13853"/>
                <a:gd name="csX56" fmla="*/ 26275 w 59716"/>
                <a:gd name="csY56" fmla="*/ 3822 h 13853"/>
                <a:gd name="csX57" fmla="*/ 27708 w 59716"/>
                <a:gd name="csY57" fmla="*/ 1433 h 13853"/>
                <a:gd name="csX58" fmla="*/ 31052 w 59716"/>
                <a:gd name="csY58" fmla="*/ 478 h 13853"/>
                <a:gd name="csX59" fmla="*/ 33919 w 59716"/>
                <a:gd name="csY59" fmla="*/ 0 h 13853"/>
                <a:gd name="csX60" fmla="*/ 35830 w 59716"/>
                <a:gd name="csY60" fmla="*/ 0 h 13853"/>
                <a:gd name="csX61" fmla="*/ 37740 w 59716"/>
                <a:gd name="csY61" fmla="*/ 478 h 13853"/>
                <a:gd name="csX62" fmla="*/ 41085 w 59716"/>
                <a:gd name="csY62" fmla="*/ 2389 h 13853"/>
                <a:gd name="csX63" fmla="*/ 42996 w 59716"/>
                <a:gd name="csY63" fmla="*/ 2866 h 13853"/>
                <a:gd name="csX64" fmla="*/ 44906 w 59716"/>
                <a:gd name="csY64" fmla="*/ 3344 h 13853"/>
                <a:gd name="csX65" fmla="*/ 46340 w 59716"/>
                <a:gd name="csY65" fmla="*/ 4299 h 13853"/>
                <a:gd name="csX66" fmla="*/ 48251 w 59716"/>
                <a:gd name="csY66" fmla="*/ 5733 h 13853"/>
                <a:gd name="csX67" fmla="*/ 49684 w 59716"/>
                <a:gd name="csY67" fmla="*/ 5733 h 13853"/>
                <a:gd name="csX68" fmla="*/ 50639 w 59716"/>
                <a:gd name="csY68" fmla="*/ 5733 h 13853"/>
                <a:gd name="csX69" fmla="*/ 52072 w 59716"/>
                <a:gd name="csY69" fmla="*/ 5255 h 13853"/>
                <a:gd name="csX70" fmla="*/ 53028 w 59716"/>
                <a:gd name="csY70" fmla="*/ 4777 h 13853"/>
                <a:gd name="csX71" fmla="*/ 56372 w 59716"/>
                <a:gd name="csY71" fmla="*/ 4777 h 13853"/>
                <a:gd name="csX72" fmla="*/ 59238 w 59716"/>
                <a:gd name="csY72" fmla="*/ 6210 h 13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59716" h="13853">
                  <a:moveTo>
                    <a:pt x="59238" y="6210"/>
                  </a:moveTo>
                  <a:lnTo>
                    <a:pt x="59716" y="7166"/>
                  </a:lnTo>
                  <a:lnTo>
                    <a:pt x="59238" y="8599"/>
                  </a:lnTo>
                  <a:lnTo>
                    <a:pt x="55894" y="9555"/>
                  </a:lnTo>
                  <a:lnTo>
                    <a:pt x="51117" y="10510"/>
                  </a:lnTo>
                  <a:lnTo>
                    <a:pt x="47295" y="10032"/>
                  </a:lnTo>
                  <a:lnTo>
                    <a:pt x="42996" y="8599"/>
                  </a:lnTo>
                  <a:lnTo>
                    <a:pt x="40129" y="7166"/>
                  </a:lnTo>
                  <a:lnTo>
                    <a:pt x="39174" y="6688"/>
                  </a:lnTo>
                  <a:lnTo>
                    <a:pt x="37263" y="6210"/>
                  </a:lnTo>
                  <a:lnTo>
                    <a:pt x="35830" y="5255"/>
                  </a:lnTo>
                  <a:lnTo>
                    <a:pt x="34397" y="4777"/>
                  </a:lnTo>
                  <a:lnTo>
                    <a:pt x="33441" y="4777"/>
                  </a:lnTo>
                  <a:lnTo>
                    <a:pt x="32486" y="4777"/>
                  </a:lnTo>
                  <a:lnTo>
                    <a:pt x="32008" y="5733"/>
                  </a:lnTo>
                  <a:lnTo>
                    <a:pt x="31530" y="7166"/>
                  </a:lnTo>
                  <a:lnTo>
                    <a:pt x="30575" y="7644"/>
                  </a:lnTo>
                  <a:lnTo>
                    <a:pt x="26753" y="8121"/>
                  </a:lnTo>
                  <a:lnTo>
                    <a:pt x="23409" y="8121"/>
                  </a:lnTo>
                  <a:lnTo>
                    <a:pt x="21498" y="8599"/>
                  </a:lnTo>
                  <a:lnTo>
                    <a:pt x="20065" y="9077"/>
                  </a:lnTo>
                  <a:lnTo>
                    <a:pt x="19587" y="11943"/>
                  </a:lnTo>
                  <a:lnTo>
                    <a:pt x="15765" y="11943"/>
                  </a:lnTo>
                  <a:lnTo>
                    <a:pt x="11943" y="11943"/>
                  </a:lnTo>
                  <a:lnTo>
                    <a:pt x="8121" y="11943"/>
                  </a:lnTo>
                  <a:lnTo>
                    <a:pt x="3822" y="11943"/>
                  </a:lnTo>
                  <a:lnTo>
                    <a:pt x="2389" y="12899"/>
                  </a:lnTo>
                  <a:lnTo>
                    <a:pt x="1433" y="13854"/>
                  </a:lnTo>
                  <a:lnTo>
                    <a:pt x="1433" y="11943"/>
                  </a:lnTo>
                  <a:lnTo>
                    <a:pt x="0" y="8599"/>
                  </a:lnTo>
                  <a:lnTo>
                    <a:pt x="1433" y="7166"/>
                  </a:lnTo>
                  <a:lnTo>
                    <a:pt x="3344" y="6210"/>
                  </a:lnTo>
                  <a:lnTo>
                    <a:pt x="4299" y="6688"/>
                  </a:lnTo>
                  <a:lnTo>
                    <a:pt x="4777" y="8121"/>
                  </a:lnTo>
                  <a:lnTo>
                    <a:pt x="5255" y="9077"/>
                  </a:lnTo>
                  <a:lnTo>
                    <a:pt x="8121" y="10032"/>
                  </a:lnTo>
                  <a:lnTo>
                    <a:pt x="10988" y="9555"/>
                  </a:lnTo>
                  <a:lnTo>
                    <a:pt x="12899" y="9555"/>
                  </a:lnTo>
                  <a:lnTo>
                    <a:pt x="12899" y="9077"/>
                  </a:lnTo>
                  <a:lnTo>
                    <a:pt x="13376" y="7644"/>
                  </a:lnTo>
                  <a:lnTo>
                    <a:pt x="16721" y="7166"/>
                  </a:lnTo>
                  <a:lnTo>
                    <a:pt x="20542" y="7166"/>
                  </a:lnTo>
                  <a:lnTo>
                    <a:pt x="23886" y="6210"/>
                  </a:lnTo>
                  <a:lnTo>
                    <a:pt x="27231" y="6210"/>
                  </a:lnTo>
                  <a:lnTo>
                    <a:pt x="27708" y="6210"/>
                  </a:lnTo>
                  <a:lnTo>
                    <a:pt x="27708" y="5733"/>
                  </a:lnTo>
                  <a:lnTo>
                    <a:pt x="24842" y="5733"/>
                  </a:lnTo>
                  <a:lnTo>
                    <a:pt x="19587" y="6210"/>
                  </a:lnTo>
                  <a:lnTo>
                    <a:pt x="13854" y="6688"/>
                  </a:lnTo>
                  <a:lnTo>
                    <a:pt x="9555" y="8599"/>
                  </a:lnTo>
                  <a:lnTo>
                    <a:pt x="7644" y="8121"/>
                  </a:lnTo>
                  <a:lnTo>
                    <a:pt x="5733" y="6210"/>
                  </a:lnTo>
                  <a:lnTo>
                    <a:pt x="5255" y="3822"/>
                  </a:lnTo>
                  <a:lnTo>
                    <a:pt x="10510" y="3822"/>
                  </a:lnTo>
                  <a:lnTo>
                    <a:pt x="16243" y="3822"/>
                  </a:lnTo>
                  <a:lnTo>
                    <a:pt x="22931" y="3822"/>
                  </a:lnTo>
                  <a:lnTo>
                    <a:pt x="26275" y="3822"/>
                  </a:lnTo>
                  <a:lnTo>
                    <a:pt x="27708" y="1433"/>
                  </a:lnTo>
                  <a:lnTo>
                    <a:pt x="31052" y="478"/>
                  </a:lnTo>
                  <a:lnTo>
                    <a:pt x="33919" y="0"/>
                  </a:lnTo>
                  <a:lnTo>
                    <a:pt x="35830" y="0"/>
                  </a:lnTo>
                  <a:lnTo>
                    <a:pt x="37740" y="478"/>
                  </a:lnTo>
                  <a:lnTo>
                    <a:pt x="41085" y="2389"/>
                  </a:lnTo>
                  <a:lnTo>
                    <a:pt x="42996" y="2866"/>
                  </a:lnTo>
                  <a:lnTo>
                    <a:pt x="44906" y="3344"/>
                  </a:lnTo>
                  <a:lnTo>
                    <a:pt x="46340" y="4299"/>
                  </a:lnTo>
                  <a:lnTo>
                    <a:pt x="48251" y="5733"/>
                  </a:lnTo>
                  <a:lnTo>
                    <a:pt x="49684" y="5733"/>
                  </a:lnTo>
                  <a:lnTo>
                    <a:pt x="50639" y="5733"/>
                  </a:lnTo>
                  <a:lnTo>
                    <a:pt x="52072" y="5255"/>
                  </a:lnTo>
                  <a:lnTo>
                    <a:pt x="53028" y="4777"/>
                  </a:lnTo>
                  <a:lnTo>
                    <a:pt x="56372" y="4777"/>
                  </a:lnTo>
                  <a:lnTo>
                    <a:pt x="59238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8" name="Freeform 2397">
              <a:extLst>
                <a:ext uri="{FF2B5EF4-FFF2-40B4-BE49-F238E27FC236}">
                  <a16:creationId xmlns:a16="http://schemas.microsoft.com/office/drawing/2014/main" id="{6CCB4FEF-07D4-4462-6248-4D786F0A6618}"/>
                </a:ext>
              </a:extLst>
            </p:cNvPr>
            <p:cNvSpPr/>
            <p:nvPr/>
          </p:nvSpPr>
          <p:spPr>
            <a:xfrm>
              <a:off x="5597727" y="4877259"/>
              <a:ext cx="2388" cy="1911"/>
            </a:xfrm>
            <a:custGeom>
              <a:avLst/>
              <a:gdLst>
                <a:gd name="csX0" fmla="*/ 2389 w 2388"/>
                <a:gd name="csY0" fmla="*/ 956 h 1911"/>
                <a:gd name="csX1" fmla="*/ 1911 w 2388"/>
                <a:gd name="csY1" fmla="*/ 1433 h 1911"/>
                <a:gd name="csX2" fmla="*/ 956 w 2388"/>
                <a:gd name="csY2" fmla="*/ 1911 h 1911"/>
                <a:gd name="csX3" fmla="*/ 478 w 2388"/>
                <a:gd name="csY3" fmla="*/ 1911 h 1911"/>
                <a:gd name="csX4" fmla="*/ 478 w 2388"/>
                <a:gd name="csY4" fmla="*/ 1911 h 1911"/>
                <a:gd name="csX5" fmla="*/ 0 w 2388"/>
                <a:gd name="csY5" fmla="*/ 1433 h 1911"/>
                <a:gd name="csX6" fmla="*/ 478 w 2388"/>
                <a:gd name="csY6" fmla="*/ 478 h 1911"/>
                <a:gd name="csX7" fmla="*/ 956 w 2388"/>
                <a:gd name="csY7" fmla="*/ 0 h 1911"/>
                <a:gd name="csX8" fmla="*/ 1433 w 2388"/>
                <a:gd name="csY8" fmla="*/ 478 h 1911"/>
                <a:gd name="csX9" fmla="*/ 1911 w 2388"/>
                <a:gd name="csY9" fmla="*/ 956 h 1911"/>
                <a:gd name="csX10" fmla="*/ 2389 w 2388"/>
                <a:gd name="csY10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1911">
                  <a:moveTo>
                    <a:pt x="2389" y="956"/>
                  </a:moveTo>
                  <a:lnTo>
                    <a:pt x="1911" y="1433"/>
                  </a:lnTo>
                  <a:lnTo>
                    <a:pt x="956" y="1911"/>
                  </a:lnTo>
                  <a:lnTo>
                    <a:pt x="478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433" y="478"/>
                  </a:lnTo>
                  <a:lnTo>
                    <a:pt x="1911" y="956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9" name="Freeform 2398">
              <a:extLst>
                <a:ext uri="{FF2B5EF4-FFF2-40B4-BE49-F238E27FC236}">
                  <a16:creationId xmlns:a16="http://schemas.microsoft.com/office/drawing/2014/main" id="{5D446C11-933E-8C2E-06BF-EB364E92C7CB}"/>
                </a:ext>
              </a:extLst>
            </p:cNvPr>
            <p:cNvSpPr/>
            <p:nvPr/>
          </p:nvSpPr>
          <p:spPr>
            <a:xfrm>
              <a:off x="5574796" y="4503675"/>
              <a:ext cx="7643" cy="3344"/>
            </a:xfrm>
            <a:custGeom>
              <a:avLst/>
              <a:gdLst>
                <a:gd name="csX0" fmla="*/ 7644 w 7643"/>
                <a:gd name="csY0" fmla="*/ 0 h 3344"/>
                <a:gd name="csX1" fmla="*/ 3822 w 7643"/>
                <a:gd name="csY1" fmla="*/ 1433 h 3344"/>
                <a:gd name="csX2" fmla="*/ 0 w 7643"/>
                <a:gd name="csY2" fmla="*/ 3344 h 3344"/>
                <a:gd name="csX3" fmla="*/ 3822 w 7643"/>
                <a:gd name="csY3" fmla="*/ 1433 h 3344"/>
                <a:gd name="csX4" fmla="*/ 7644 w 7643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3344">
                  <a:moveTo>
                    <a:pt x="7644" y="0"/>
                  </a:moveTo>
                  <a:lnTo>
                    <a:pt x="3822" y="1433"/>
                  </a:lnTo>
                  <a:lnTo>
                    <a:pt x="0" y="3344"/>
                  </a:lnTo>
                  <a:lnTo>
                    <a:pt x="3822" y="1433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0" name="Freeform 2399">
              <a:extLst>
                <a:ext uri="{FF2B5EF4-FFF2-40B4-BE49-F238E27FC236}">
                  <a16:creationId xmlns:a16="http://schemas.microsoft.com/office/drawing/2014/main" id="{006CC260-8AF0-8B57-7AA3-1AADE206F9D8}"/>
                </a:ext>
              </a:extLst>
            </p:cNvPr>
            <p:cNvSpPr/>
            <p:nvPr/>
          </p:nvSpPr>
          <p:spPr>
            <a:xfrm>
              <a:off x="5570019" y="4203661"/>
              <a:ext cx="8599" cy="8599"/>
            </a:xfrm>
            <a:custGeom>
              <a:avLst/>
              <a:gdLst>
                <a:gd name="csX0" fmla="*/ 8121 w 8599"/>
                <a:gd name="csY0" fmla="*/ 1911 h 8599"/>
                <a:gd name="csX1" fmla="*/ 8599 w 8599"/>
                <a:gd name="csY1" fmla="*/ 3344 h 8599"/>
                <a:gd name="csX2" fmla="*/ 8599 w 8599"/>
                <a:gd name="csY2" fmla="*/ 5733 h 8599"/>
                <a:gd name="csX3" fmla="*/ 7644 w 8599"/>
                <a:gd name="csY3" fmla="*/ 7166 h 8599"/>
                <a:gd name="csX4" fmla="*/ 5255 w 8599"/>
                <a:gd name="csY4" fmla="*/ 8599 h 8599"/>
                <a:gd name="csX5" fmla="*/ 3344 w 8599"/>
                <a:gd name="csY5" fmla="*/ 8121 h 8599"/>
                <a:gd name="csX6" fmla="*/ 2389 w 8599"/>
                <a:gd name="csY6" fmla="*/ 7644 h 8599"/>
                <a:gd name="csX7" fmla="*/ 478 w 8599"/>
                <a:gd name="csY7" fmla="*/ 5733 h 8599"/>
                <a:gd name="csX8" fmla="*/ 0 w 8599"/>
                <a:gd name="csY8" fmla="*/ 3344 h 8599"/>
                <a:gd name="csX9" fmla="*/ 1911 w 8599"/>
                <a:gd name="csY9" fmla="*/ 1911 h 8599"/>
                <a:gd name="csX10" fmla="*/ 2866 w 8599"/>
                <a:gd name="csY10" fmla="*/ 0 h 8599"/>
                <a:gd name="csX11" fmla="*/ 7166 w 8599"/>
                <a:gd name="csY11" fmla="*/ 478 h 8599"/>
                <a:gd name="csX12" fmla="*/ 7644 w 8599"/>
                <a:gd name="csY12" fmla="*/ 0 h 8599"/>
                <a:gd name="csX13" fmla="*/ 8121 w 8599"/>
                <a:gd name="csY13" fmla="*/ 0 h 8599"/>
                <a:gd name="csX14" fmla="*/ 8121 w 8599"/>
                <a:gd name="csY14" fmla="*/ 0 h 8599"/>
                <a:gd name="csX15" fmla="*/ 8121 w 8599"/>
                <a:gd name="csY15" fmla="*/ 1911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599" h="8599">
                  <a:moveTo>
                    <a:pt x="8121" y="1911"/>
                  </a:moveTo>
                  <a:lnTo>
                    <a:pt x="8599" y="3344"/>
                  </a:lnTo>
                  <a:lnTo>
                    <a:pt x="8599" y="5733"/>
                  </a:lnTo>
                  <a:lnTo>
                    <a:pt x="7644" y="7166"/>
                  </a:lnTo>
                  <a:lnTo>
                    <a:pt x="5255" y="8599"/>
                  </a:lnTo>
                  <a:lnTo>
                    <a:pt x="3344" y="8121"/>
                  </a:lnTo>
                  <a:lnTo>
                    <a:pt x="2389" y="7644"/>
                  </a:lnTo>
                  <a:lnTo>
                    <a:pt x="478" y="5733"/>
                  </a:lnTo>
                  <a:lnTo>
                    <a:pt x="0" y="3344"/>
                  </a:lnTo>
                  <a:lnTo>
                    <a:pt x="1911" y="1911"/>
                  </a:lnTo>
                  <a:lnTo>
                    <a:pt x="2866" y="0"/>
                  </a:lnTo>
                  <a:lnTo>
                    <a:pt x="7166" y="478"/>
                  </a:lnTo>
                  <a:lnTo>
                    <a:pt x="7644" y="0"/>
                  </a:lnTo>
                  <a:lnTo>
                    <a:pt x="8121" y="0"/>
                  </a:lnTo>
                  <a:lnTo>
                    <a:pt x="8121" y="0"/>
                  </a:lnTo>
                  <a:lnTo>
                    <a:pt x="812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1" name="Freeform 2400">
              <a:extLst>
                <a:ext uri="{FF2B5EF4-FFF2-40B4-BE49-F238E27FC236}">
                  <a16:creationId xmlns:a16="http://schemas.microsoft.com/office/drawing/2014/main" id="{939EA67A-DCAB-D130-E359-C122DE32A5AE}"/>
                </a:ext>
              </a:extLst>
            </p:cNvPr>
            <p:cNvSpPr/>
            <p:nvPr/>
          </p:nvSpPr>
          <p:spPr>
            <a:xfrm>
              <a:off x="5573841" y="4522784"/>
              <a:ext cx="2866" cy="2388"/>
            </a:xfrm>
            <a:custGeom>
              <a:avLst/>
              <a:gdLst>
                <a:gd name="csX0" fmla="*/ 2866 w 2866"/>
                <a:gd name="csY0" fmla="*/ 0 h 2388"/>
                <a:gd name="csX1" fmla="*/ 2866 w 2866"/>
                <a:gd name="csY1" fmla="*/ 1433 h 2388"/>
                <a:gd name="csX2" fmla="*/ 1911 w 2866"/>
                <a:gd name="csY2" fmla="*/ 1433 h 2388"/>
                <a:gd name="csX3" fmla="*/ 1433 w 2866"/>
                <a:gd name="csY3" fmla="*/ 1911 h 2388"/>
                <a:gd name="csX4" fmla="*/ 1433 w 2866"/>
                <a:gd name="csY4" fmla="*/ 2389 h 2388"/>
                <a:gd name="csX5" fmla="*/ 0 w 2866"/>
                <a:gd name="csY5" fmla="*/ 1911 h 2388"/>
                <a:gd name="csX6" fmla="*/ 1911 w 2866"/>
                <a:gd name="csY6" fmla="*/ 478 h 2388"/>
                <a:gd name="csX7" fmla="*/ 2866 w 2866"/>
                <a:gd name="csY7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388">
                  <a:moveTo>
                    <a:pt x="2866" y="0"/>
                  </a:moveTo>
                  <a:lnTo>
                    <a:pt x="2866" y="1433"/>
                  </a:lnTo>
                  <a:lnTo>
                    <a:pt x="1911" y="1433"/>
                  </a:lnTo>
                  <a:lnTo>
                    <a:pt x="1433" y="1911"/>
                  </a:lnTo>
                  <a:lnTo>
                    <a:pt x="1433" y="2389"/>
                  </a:lnTo>
                  <a:lnTo>
                    <a:pt x="0" y="1911"/>
                  </a:lnTo>
                  <a:lnTo>
                    <a:pt x="1911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2" name="Freeform 2401">
              <a:extLst>
                <a:ext uri="{FF2B5EF4-FFF2-40B4-BE49-F238E27FC236}">
                  <a16:creationId xmlns:a16="http://schemas.microsoft.com/office/drawing/2014/main" id="{73A762C7-F82C-642D-92C2-B2F9CE00EFE1}"/>
                </a:ext>
              </a:extLst>
            </p:cNvPr>
            <p:cNvSpPr/>
            <p:nvPr/>
          </p:nvSpPr>
          <p:spPr>
            <a:xfrm>
              <a:off x="5570974" y="4528995"/>
              <a:ext cx="2388" cy="2388"/>
            </a:xfrm>
            <a:custGeom>
              <a:avLst/>
              <a:gdLst>
                <a:gd name="csX0" fmla="*/ 2389 w 2388"/>
                <a:gd name="csY0" fmla="*/ 478 h 2388"/>
                <a:gd name="csX1" fmla="*/ 1911 w 2388"/>
                <a:gd name="csY1" fmla="*/ 955 h 2388"/>
                <a:gd name="csX2" fmla="*/ 1433 w 2388"/>
                <a:gd name="csY2" fmla="*/ 1433 h 2388"/>
                <a:gd name="csX3" fmla="*/ 956 w 2388"/>
                <a:gd name="csY3" fmla="*/ 1433 h 2388"/>
                <a:gd name="csX4" fmla="*/ 956 w 2388"/>
                <a:gd name="csY4" fmla="*/ 2389 h 2388"/>
                <a:gd name="csX5" fmla="*/ 0 w 2388"/>
                <a:gd name="csY5" fmla="*/ 2389 h 2388"/>
                <a:gd name="csX6" fmla="*/ 0 w 2388"/>
                <a:gd name="csY6" fmla="*/ 1911 h 2388"/>
                <a:gd name="csX7" fmla="*/ 478 w 2388"/>
                <a:gd name="csY7" fmla="*/ 478 h 2388"/>
                <a:gd name="csX8" fmla="*/ 956 w 2388"/>
                <a:gd name="csY8" fmla="*/ 0 h 2388"/>
                <a:gd name="csX9" fmla="*/ 1911 w 2388"/>
                <a:gd name="csY9" fmla="*/ 0 h 2388"/>
                <a:gd name="csX10" fmla="*/ 2389 w 2388"/>
                <a:gd name="csY10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2388">
                  <a:moveTo>
                    <a:pt x="2389" y="478"/>
                  </a:moveTo>
                  <a:lnTo>
                    <a:pt x="1911" y="955"/>
                  </a:lnTo>
                  <a:lnTo>
                    <a:pt x="1433" y="1433"/>
                  </a:lnTo>
                  <a:lnTo>
                    <a:pt x="956" y="1433"/>
                  </a:lnTo>
                  <a:lnTo>
                    <a:pt x="956" y="2389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3" name="Freeform 2402">
              <a:extLst>
                <a:ext uri="{FF2B5EF4-FFF2-40B4-BE49-F238E27FC236}">
                  <a16:creationId xmlns:a16="http://schemas.microsoft.com/office/drawing/2014/main" id="{041269C3-E01D-17C4-AD1F-718EC9A2772A}"/>
                </a:ext>
              </a:extLst>
            </p:cNvPr>
            <p:cNvSpPr/>
            <p:nvPr/>
          </p:nvSpPr>
          <p:spPr>
            <a:xfrm>
              <a:off x="5561898" y="4507497"/>
              <a:ext cx="7643" cy="477"/>
            </a:xfrm>
            <a:custGeom>
              <a:avLst/>
              <a:gdLst>
                <a:gd name="csX0" fmla="*/ 7644 w 7643"/>
                <a:gd name="csY0" fmla="*/ 478 h 477"/>
                <a:gd name="csX1" fmla="*/ 1911 w 7643"/>
                <a:gd name="csY1" fmla="*/ 0 h 477"/>
                <a:gd name="csX2" fmla="*/ 0 w 7643"/>
                <a:gd name="csY2" fmla="*/ 478 h 477"/>
                <a:gd name="csX3" fmla="*/ 1911 w 7643"/>
                <a:gd name="csY3" fmla="*/ 0 h 477"/>
                <a:gd name="csX4" fmla="*/ 7644 w 7643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477">
                  <a:moveTo>
                    <a:pt x="7644" y="478"/>
                  </a:moveTo>
                  <a:lnTo>
                    <a:pt x="1911" y="0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76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4" name="Freeform 2403">
              <a:extLst>
                <a:ext uri="{FF2B5EF4-FFF2-40B4-BE49-F238E27FC236}">
                  <a16:creationId xmlns:a16="http://schemas.microsoft.com/office/drawing/2014/main" id="{25DDEB49-819B-6F2D-51C5-9774A2A8B9F3}"/>
                </a:ext>
              </a:extLst>
            </p:cNvPr>
            <p:cNvSpPr/>
            <p:nvPr/>
          </p:nvSpPr>
          <p:spPr>
            <a:xfrm>
              <a:off x="5567152" y="4530905"/>
              <a:ext cx="1433" cy="2388"/>
            </a:xfrm>
            <a:custGeom>
              <a:avLst/>
              <a:gdLst>
                <a:gd name="csX0" fmla="*/ 956 w 1433"/>
                <a:gd name="csY0" fmla="*/ 956 h 2388"/>
                <a:gd name="csX1" fmla="*/ 1433 w 1433"/>
                <a:gd name="csY1" fmla="*/ 1911 h 2388"/>
                <a:gd name="csX2" fmla="*/ 1433 w 1433"/>
                <a:gd name="csY2" fmla="*/ 2389 h 2388"/>
                <a:gd name="csX3" fmla="*/ 0 w 1433"/>
                <a:gd name="csY3" fmla="*/ 2389 h 2388"/>
                <a:gd name="csX4" fmla="*/ 478 w 1433"/>
                <a:gd name="csY4" fmla="*/ 1911 h 2388"/>
                <a:gd name="csX5" fmla="*/ 0 w 1433"/>
                <a:gd name="csY5" fmla="*/ 1911 h 2388"/>
                <a:gd name="csX6" fmla="*/ 478 w 1433"/>
                <a:gd name="csY6" fmla="*/ 478 h 2388"/>
                <a:gd name="csX7" fmla="*/ 478 w 1433"/>
                <a:gd name="csY7" fmla="*/ 0 h 2388"/>
                <a:gd name="csX8" fmla="*/ 956 w 1433"/>
                <a:gd name="csY8" fmla="*/ 478 h 2388"/>
                <a:gd name="csX9" fmla="*/ 956 w 1433"/>
                <a:gd name="csY9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33" h="2388">
                  <a:moveTo>
                    <a:pt x="956" y="956"/>
                  </a:moveTo>
                  <a:lnTo>
                    <a:pt x="1433" y="1911"/>
                  </a:lnTo>
                  <a:lnTo>
                    <a:pt x="1433" y="2389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956" y="478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5" name="Freeform 2404">
              <a:extLst>
                <a:ext uri="{FF2B5EF4-FFF2-40B4-BE49-F238E27FC236}">
                  <a16:creationId xmlns:a16="http://schemas.microsoft.com/office/drawing/2014/main" id="{639C64F9-C0D9-BA9D-6BEE-B9E00D1AA511}"/>
                </a:ext>
              </a:extLst>
            </p:cNvPr>
            <p:cNvSpPr/>
            <p:nvPr/>
          </p:nvSpPr>
          <p:spPr>
            <a:xfrm>
              <a:off x="5566197" y="4523739"/>
              <a:ext cx="2388" cy="2866"/>
            </a:xfrm>
            <a:custGeom>
              <a:avLst/>
              <a:gdLst>
                <a:gd name="csX0" fmla="*/ 1911 w 2388"/>
                <a:gd name="csY0" fmla="*/ 0 h 2866"/>
                <a:gd name="csX1" fmla="*/ 2389 w 2388"/>
                <a:gd name="csY1" fmla="*/ 2389 h 2866"/>
                <a:gd name="csX2" fmla="*/ 1433 w 2388"/>
                <a:gd name="csY2" fmla="*/ 2867 h 2866"/>
                <a:gd name="csX3" fmla="*/ 478 w 2388"/>
                <a:gd name="csY3" fmla="*/ 2389 h 2866"/>
                <a:gd name="csX4" fmla="*/ 0 w 2388"/>
                <a:gd name="csY4" fmla="*/ 1911 h 2866"/>
                <a:gd name="csX5" fmla="*/ 0 w 2388"/>
                <a:gd name="csY5" fmla="*/ 956 h 2866"/>
                <a:gd name="csX6" fmla="*/ 956 w 2388"/>
                <a:gd name="csY6" fmla="*/ 0 h 2866"/>
                <a:gd name="csX7" fmla="*/ 1911 w 2388"/>
                <a:gd name="csY7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866">
                  <a:moveTo>
                    <a:pt x="1911" y="0"/>
                  </a:moveTo>
                  <a:lnTo>
                    <a:pt x="2389" y="2389"/>
                  </a:lnTo>
                  <a:lnTo>
                    <a:pt x="1433" y="2867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6" name="Freeform 2405">
              <a:extLst>
                <a:ext uri="{FF2B5EF4-FFF2-40B4-BE49-F238E27FC236}">
                  <a16:creationId xmlns:a16="http://schemas.microsoft.com/office/drawing/2014/main" id="{587C45A7-9541-8460-9F75-5895BB516AB7}"/>
                </a:ext>
              </a:extLst>
            </p:cNvPr>
            <p:cNvSpPr/>
            <p:nvPr/>
          </p:nvSpPr>
          <p:spPr>
            <a:xfrm>
              <a:off x="5563331" y="4518007"/>
              <a:ext cx="3344" cy="2388"/>
            </a:xfrm>
            <a:custGeom>
              <a:avLst/>
              <a:gdLst>
                <a:gd name="csX0" fmla="*/ 3344 w 3344"/>
                <a:gd name="csY0" fmla="*/ 478 h 2388"/>
                <a:gd name="csX1" fmla="*/ 2389 w 3344"/>
                <a:gd name="csY1" fmla="*/ 2389 h 2388"/>
                <a:gd name="csX2" fmla="*/ 956 w 3344"/>
                <a:gd name="csY2" fmla="*/ 2389 h 2388"/>
                <a:gd name="csX3" fmla="*/ 0 w 3344"/>
                <a:gd name="csY3" fmla="*/ 956 h 2388"/>
                <a:gd name="csX4" fmla="*/ 0 w 3344"/>
                <a:gd name="csY4" fmla="*/ 478 h 2388"/>
                <a:gd name="csX5" fmla="*/ 2866 w 3344"/>
                <a:gd name="csY5" fmla="*/ 0 h 2388"/>
                <a:gd name="csX6" fmla="*/ 3344 w 3344"/>
                <a:gd name="csY6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2388">
                  <a:moveTo>
                    <a:pt x="3344" y="478"/>
                  </a:moveTo>
                  <a:lnTo>
                    <a:pt x="2389" y="2389"/>
                  </a:lnTo>
                  <a:lnTo>
                    <a:pt x="956" y="2389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2866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7" name="Freeform 2406">
              <a:extLst>
                <a:ext uri="{FF2B5EF4-FFF2-40B4-BE49-F238E27FC236}">
                  <a16:creationId xmlns:a16="http://schemas.microsoft.com/office/drawing/2014/main" id="{1DCF8B65-1945-7E27-AB23-6A2442AD540F}"/>
                </a:ext>
              </a:extLst>
            </p:cNvPr>
            <p:cNvSpPr/>
            <p:nvPr/>
          </p:nvSpPr>
          <p:spPr>
            <a:xfrm>
              <a:off x="5561898" y="4530905"/>
              <a:ext cx="3344" cy="2866"/>
            </a:xfrm>
            <a:custGeom>
              <a:avLst/>
              <a:gdLst>
                <a:gd name="csX0" fmla="*/ 3344 w 3344"/>
                <a:gd name="csY0" fmla="*/ 0 h 2866"/>
                <a:gd name="csX1" fmla="*/ 3344 w 3344"/>
                <a:gd name="csY1" fmla="*/ 1433 h 2866"/>
                <a:gd name="csX2" fmla="*/ 3344 w 3344"/>
                <a:gd name="csY2" fmla="*/ 1911 h 2866"/>
                <a:gd name="csX3" fmla="*/ 2389 w 3344"/>
                <a:gd name="csY3" fmla="*/ 2389 h 2866"/>
                <a:gd name="csX4" fmla="*/ 478 w 3344"/>
                <a:gd name="csY4" fmla="*/ 2867 h 2866"/>
                <a:gd name="csX5" fmla="*/ 0 w 3344"/>
                <a:gd name="csY5" fmla="*/ 1911 h 2866"/>
                <a:gd name="csX6" fmla="*/ 0 w 3344"/>
                <a:gd name="csY6" fmla="*/ 1433 h 2866"/>
                <a:gd name="csX7" fmla="*/ 478 w 3344"/>
                <a:gd name="csY7" fmla="*/ 1433 h 2866"/>
                <a:gd name="csX8" fmla="*/ 956 w 3344"/>
                <a:gd name="csY8" fmla="*/ 1433 h 2866"/>
                <a:gd name="csX9" fmla="*/ 1911 w 3344"/>
                <a:gd name="csY9" fmla="*/ 478 h 2866"/>
                <a:gd name="csX10" fmla="*/ 2389 w 3344"/>
                <a:gd name="csY10" fmla="*/ 0 h 2866"/>
                <a:gd name="csX11" fmla="*/ 2866 w 3344"/>
                <a:gd name="csY11" fmla="*/ 0 h 2866"/>
                <a:gd name="csX12" fmla="*/ 3344 w 3344"/>
                <a:gd name="csY1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344" h="2866">
                  <a:moveTo>
                    <a:pt x="3344" y="0"/>
                  </a:moveTo>
                  <a:lnTo>
                    <a:pt x="3344" y="1433"/>
                  </a:lnTo>
                  <a:lnTo>
                    <a:pt x="3344" y="1911"/>
                  </a:lnTo>
                  <a:lnTo>
                    <a:pt x="2389" y="2389"/>
                  </a:lnTo>
                  <a:lnTo>
                    <a:pt x="478" y="2867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1433"/>
                  </a:lnTo>
                  <a:lnTo>
                    <a:pt x="956" y="1433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8" name="Freeform 2407">
              <a:extLst>
                <a:ext uri="{FF2B5EF4-FFF2-40B4-BE49-F238E27FC236}">
                  <a16:creationId xmlns:a16="http://schemas.microsoft.com/office/drawing/2014/main" id="{9A2363F0-4BEB-DF2C-523B-435925A8D80C}"/>
                </a:ext>
              </a:extLst>
            </p:cNvPr>
            <p:cNvSpPr/>
            <p:nvPr/>
          </p:nvSpPr>
          <p:spPr>
            <a:xfrm>
              <a:off x="5548521" y="4195062"/>
              <a:ext cx="15765" cy="11943"/>
            </a:xfrm>
            <a:custGeom>
              <a:avLst/>
              <a:gdLst>
                <a:gd name="csX0" fmla="*/ 15287 w 15765"/>
                <a:gd name="csY0" fmla="*/ 0 h 11943"/>
                <a:gd name="csX1" fmla="*/ 15765 w 15765"/>
                <a:gd name="csY1" fmla="*/ 956 h 11943"/>
                <a:gd name="csX2" fmla="*/ 11465 w 15765"/>
                <a:gd name="csY2" fmla="*/ 3822 h 11943"/>
                <a:gd name="csX3" fmla="*/ 9555 w 15765"/>
                <a:gd name="csY3" fmla="*/ 8599 h 11943"/>
                <a:gd name="csX4" fmla="*/ 8121 w 15765"/>
                <a:gd name="csY4" fmla="*/ 10510 h 11943"/>
                <a:gd name="csX5" fmla="*/ 7166 w 15765"/>
                <a:gd name="csY5" fmla="*/ 10988 h 11943"/>
                <a:gd name="csX6" fmla="*/ 4777 w 15765"/>
                <a:gd name="csY6" fmla="*/ 11943 h 11943"/>
                <a:gd name="csX7" fmla="*/ 2389 w 15765"/>
                <a:gd name="csY7" fmla="*/ 8599 h 11943"/>
                <a:gd name="csX8" fmla="*/ 955 w 15765"/>
                <a:gd name="csY8" fmla="*/ 5733 h 11943"/>
                <a:gd name="csX9" fmla="*/ 0 w 15765"/>
                <a:gd name="csY9" fmla="*/ 4777 h 11943"/>
                <a:gd name="csX10" fmla="*/ 1433 w 15765"/>
                <a:gd name="csY10" fmla="*/ 4300 h 11943"/>
                <a:gd name="csX11" fmla="*/ 2866 w 15765"/>
                <a:gd name="csY11" fmla="*/ 4300 h 11943"/>
                <a:gd name="csX12" fmla="*/ 6688 w 15765"/>
                <a:gd name="csY12" fmla="*/ 3822 h 11943"/>
                <a:gd name="csX13" fmla="*/ 7644 w 15765"/>
                <a:gd name="csY13" fmla="*/ 3344 h 11943"/>
                <a:gd name="csX14" fmla="*/ 11465 w 15765"/>
                <a:gd name="csY14" fmla="*/ 478 h 11943"/>
                <a:gd name="csX15" fmla="*/ 15287 w 15765"/>
                <a:gd name="csY15" fmla="*/ 0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5765" h="11943">
                  <a:moveTo>
                    <a:pt x="15287" y="0"/>
                  </a:moveTo>
                  <a:lnTo>
                    <a:pt x="15765" y="956"/>
                  </a:lnTo>
                  <a:lnTo>
                    <a:pt x="11465" y="3822"/>
                  </a:lnTo>
                  <a:lnTo>
                    <a:pt x="9555" y="8599"/>
                  </a:lnTo>
                  <a:lnTo>
                    <a:pt x="8121" y="10510"/>
                  </a:lnTo>
                  <a:lnTo>
                    <a:pt x="7166" y="10988"/>
                  </a:lnTo>
                  <a:lnTo>
                    <a:pt x="4777" y="11943"/>
                  </a:lnTo>
                  <a:lnTo>
                    <a:pt x="2389" y="8599"/>
                  </a:lnTo>
                  <a:lnTo>
                    <a:pt x="955" y="5733"/>
                  </a:lnTo>
                  <a:lnTo>
                    <a:pt x="0" y="4777"/>
                  </a:lnTo>
                  <a:lnTo>
                    <a:pt x="1433" y="4300"/>
                  </a:lnTo>
                  <a:lnTo>
                    <a:pt x="2866" y="4300"/>
                  </a:lnTo>
                  <a:lnTo>
                    <a:pt x="6688" y="3822"/>
                  </a:lnTo>
                  <a:lnTo>
                    <a:pt x="7644" y="3344"/>
                  </a:lnTo>
                  <a:lnTo>
                    <a:pt x="11465" y="478"/>
                  </a:lnTo>
                  <a:lnTo>
                    <a:pt x="1528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9" name="Freeform 2408">
              <a:extLst>
                <a:ext uri="{FF2B5EF4-FFF2-40B4-BE49-F238E27FC236}">
                  <a16:creationId xmlns:a16="http://schemas.microsoft.com/office/drawing/2014/main" id="{0EDF9B2C-AD24-4935-FFF5-CA9580581EDF}"/>
                </a:ext>
              </a:extLst>
            </p:cNvPr>
            <p:cNvSpPr/>
            <p:nvPr/>
          </p:nvSpPr>
          <p:spPr>
            <a:xfrm>
              <a:off x="5560464" y="4431538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0 w 1433"/>
                <a:gd name="csY1" fmla="*/ 1433 h 1433"/>
                <a:gd name="csX2" fmla="*/ 1433 w 1433"/>
                <a:gd name="csY2" fmla="*/ 0 h 1433"/>
                <a:gd name="csX3" fmla="*/ 1433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0" y="1433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0" name="Freeform 2409">
              <a:extLst>
                <a:ext uri="{FF2B5EF4-FFF2-40B4-BE49-F238E27FC236}">
                  <a16:creationId xmlns:a16="http://schemas.microsoft.com/office/drawing/2014/main" id="{FD767868-87C8-61B0-C838-CEA43EA23292}"/>
                </a:ext>
              </a:extLst>
            </p:cNvPr>
            <p:cNvSpPr/>
            <p:nvPr/>
          </p:nvSpPr>
          <p:spPr>
            <a:xfrm>
              <a:off x="5558553" y="4432971"/>
              <a:ext cx="1911" cy="4299"/>
            </a:xfrm>
            <a:custGeom>
              <a:avLst/>
              <a:gdLst>
                <a:gd name="csX0" fmla="*/ 1911 w 1911"/>
                <a:gd name="csY0" fmla="*/ 0 h 4299"/>
                <a:gd name="csX1" fmla="*/ 956 w 1911"/>
                <a:gd name="csY1" fmla="*/ 2867 h 4299"/>
                <a:gd name="csX2" fmla="*/ 0 w 1911"/>
                <a:gd name="csY2" fmla="*/ 4300 h 4299"/>
                <a:gd name="csX3" fmla="*/ 956 w 1911"/>
                <a:gd name="csY3" fmla="*/ 2867 h 4299"/>
                <a:gd name="csX4" fmla="*/ 1911 w 1911"/>
                <a:gd name="csY4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4299">
                  <a:moveTo>
                    <a:pt x="1911" y="0"/>
                  </a:moveTo>
                  <a:lnTo>
                    <a:pt x="956" y="2867"/>
                  </a:lnTo>
                  <a:lnTo>
                    <a:pt x="0" y="4300"/>
                  </a:lnTo>
                  <a:lnTo>
                    <a:pt x="956" y="2867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1" name="Freeform 2410">
              <a:extLst>
                <a:ext uri="{FF2B5EF4-FFF2-40B4-BE49-F238E27FC236}">
                  <a16:creationId xmlns:a16="http://schemas.microsoft.com/office/drawing/2014/main" id="{C95A5ACC-FCF0-2178-9EBB-0E41694AB325}"/>
                </a:ext>
              </a:extLst>
            </p:cNvPr>
            <p:cNvSpPr/>
            <p:nvPr/>
          </p:nvSpPr>
          <p:spPr>
            <a:xfrm>
              <a:off x="5557120" y="4368000"/>
              <a:ext cx="2388" cy="4777"/>
            </a:xfrm>
            <a:custGeom>
              <a:avLst/>
              <a:gdLst>
                <a:gd name="csX0" fmla="*/ 2389 w 2388"/>
                <a:gd name="csY0" fmla="*/ 0 h 4777"/>
                <a:gd name="csX1" fmla="*/ 1911 w 2388"/>
                <a:gd name="csY1" fmla="*/ 3344 h 4777"/>
                <a:gd name="csX2" fmla="*/ 478 w 2388"/>
                <a:gd name="csY2" fmla="*/ 4777 h 4777"/>
                <a:gd name="csX3" fmla="*/ 0 w 2388"/>
                <a:gd name="csY3" fmla="*/ 4299 h 4777"/>
                <a:gd name="csX4" fmla="*/ 0 w 2388"/>
                <a:gd name="csY4" fmla="*/ 2866 h 4777"/>
                <a:gd name="csX5" fmla="*/ 956 w 2388"/>
                <a:gd name="csY5" fmla="*/ 1433 h 4777"/>
                <a:gd name="csX6" fmla="*/ 1433 w 2388"/>
                <a:gd name="csY6" fmla="*/ 478 h 4777"/>
                <a:gd name="csX7" fmla="*/ 2389 w 2388"/>
                <a:gd name="csY7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4777">
                  <a:moveTo>
                    <a:pt x="2389" y="0"/>
                  </a:moveTo>
                  <a:lnTo>
                    <a:pt x="1911" y="3344"/>
                  </a:lnTo>
                  <a:lnTo>
                    <a:pt x="478" y="4777"/>
                  </a:lnTo>
                  <a:lnTo>
                    <a:pt x="0" y="4299"/>
                  </a:lnTo>
                  <a:lnTo>
                    <a:pt x="0" y="2866"/>
                  </a:lnTo>
                  <a:lnTo>
                    <a:pt x="956" y="1433"/>
                  </a:lnTo>
                  <a:lnTo>
                    <a:pt x="1433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2" name="Freeform 2411">
              <a:extLst>
                <a:ext uri="{FF2B5EF4-FFF2-40B4-BE49-F238E27FC236}">
                  <a16:creationId xmlns:a16="http://schemas.microsoft.com/office/drawing/2014/main" id="{28CA427C-E7F4-1081-622A-AEEDA290AE43}"/>
                </a:ext>
              </a:extLst>
            </p:cNvPr>
            <p:cNvSpPr/>
            <p:nvPr/>
          </p:nvSpPr>
          <p:spPr>
            <a:xfrm>
              <a:off x="5553298" y="4509408"/>
              <a:ext cx="4777" cy="477"/>
            </a:xfrm>
            <a:custGeom>
              <a:avLst/>
              <a:gdLst>
                <a:gd name="csX0" fmla="*/ 4777 w 4777"/>
                <a:gd name="csY0" fmla="*/ 0 h 477"/>
                <a:gd name="csX1" fmla="*/ 2866 w 4777"/>
                <a:gd name="csY1" fmla="*/ 478 h 477"/>
                <a:gd name="csX2" fmla="*/ 0 w 4777"/>
                <a:gd name="csY2" fmla="*/ 0 h 477"/>
                <a:gd name="csX3" fmla="*/ 2866 w 4777"/>
                <a:gd name="csY3" fmla="*/ 0 h 477"/>
                <a:gd name="csX4" fmla="*/ 4777 w 4777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477">
                  <a:moveTo>
                    <a:pt x="4777" y="0"/>
                  </a:moveTo>
                  <a:lnTo>
                    <a:pt x="2866" y="478"/>
                  </a:lnTo>
                  <a:lnTo>
                    <a:pt x="0" y="0"/>
                  </a:lnTo>
                  <a:lnTo>
                    <a:pt x="2866" y="0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3" name="Freeform 2412">
              <a:extLst>
                <a:ext uri="{FF2B5EF4-FFF2-40B4-BE49-F238E27FC236}">
                  <a16:creationId xmlns:a16="http://schemas.microsoft.com/office/drawing/2014/main" id="{62646FF1-87E5-F0D3-50EE-D89B3A820C7C}"/>
                </a:ext>
              </a:extLst>
            </p:cNvPr>
            <p:cNvSpPr/>
            <p:nvPr/>
          </p:nvSpPr>
          <p:spPr>
            <a:xfrm>
              <a:off x="5555687" y="4437748"/>
              <a:ext cx="1910" cy="6688"/>
            </a:xfrm>
            <a:custGeom>
              <a:avLst/>
              <a:gdLst>
                <a:gd name="csX0" fmla="*/ 1911 w 1910"/>
                <a:gd name="csY0" fmla="*/ 0 h 6688"/>
                <a:gd name="csX1" fmla="*/ 1433 w 1910"/>
                <a:gd name="csY1" fmla="*/ 1911 h 6688"/>
                <a:gd name="csX2" fmla="*/ 955 w 1910"/>
                <a:gd name="csY2" fmla="*/ 5255 h 6688"/>
                <a:gd name="csX3" fmla="*/ 0 w 1910"/>
                <a:gd name="csY3" fmla="*/ 6688 h 6688"/>
                <a:gd name="csX4" fmla="*/ 0 w 1910"/>
                <a:gd name="csY4" fmla="*/ 6688 h 6688"/>
                <a:gd name="csX5" fmla="*/ 955 w 1910"/>
                <a:gd name="csY5" fmla="*/ 5255 h 6688"/>
                <a:gd name="csX6" fmla="*/ 1433 w 1910"/>
                <a:gd name="csY6" fmla="*/ 1911 h 6688"/>
                <a:gd name="csX7" fmla="*/ 1911 w 1910"/>
                <a:gd name="csY7" fmla="*/ 0 h 6688"/>
                <a:gd name="csX8" fmla="*/ 1911 w 1910"/>
                <a:gd name="csY8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0" h="6688">
                  <a:moveTo>
                    <a:pt x="1911" y="0"/>
                  </a:moveTo>
                  <a:lnTo>
                    <a:pt x="1433" y="1911"/>
                  </a:lnTo>
                  <a:lnTo>
                    <a:pt x="955" y="5255"/>
                  </a:lnTo>
                  <a:lnTo>
                    <a:pt x="0" y="6688"/>
                  </a:lnTo>
                  <a:lnTo>
                    <a:pt x="0" y="6688"/>
                  </a:lnTo>
                  <a:lnTo>
                    <a:pt x="955" y="5255"/>
                  </a:lnTo>
                  <a:lnTo>
                    <a:pt x="1433" y="1911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4" name="Freeform 2413">
              <a:extLst>
                <a:ext uri="{FF2B5EF4-FFF2-40B4-BE49-F238E27FC236}">
                  <a16:creationId xmlns:a16="http://schemas.microsoft.com/office/drawing/2014/main" id="{05FDBE4C-3358-1FC0-5515-EA36FDDB4B5A}"/>
                </a:ext>
              </a:extLst>
            </p:cNvPr>
            <p:cNvSpPr/>
            <p:nvPr/>
          </p:nvSpPr>
          <p:spPr>
            <a:xfrm>
              <a:off x="5542310" y="4103815"/>
              <a:ext cx="10988" cy="4777"/>
            </a:xfrm>
            <a:custGeom>
              <a:avLst/>
              <a:gdLst>
                <a:gd name="csX0" fmla="*/ 10988 w 10988"/>
                <a:gd name="csY0" fmla="*/ 2389 h 4777"/>
                <a:gd name="csX1" fmla="*/ 9555 w 10988"/>
                <a:gd name="csY1" fmla="*/ 3344 h 4777"/>
                <a:gd name="csX2" fmla="*/ 8121 w 10988"/>
                <a:gd name="csY2" fmla="*/ 4777 h 4777"/>
                <a:gd name="csX3" fmla="*/ 4777 w 10988"/>
                <a:gd name="csY3" fmla="*/ 4299 h 4777"/>
                <a:gd name="csX4" fmla="*/ 1433 w 10988"/>
                <a:gd name="csY4" fmla="*/ 2866 h 4777"/>
                <a:gd name="csX5" fmla="*/ 478 w 10988"/>
                <a:gd name="csY5" fmla="*/ 1911 h 4777"/>
                <a:gd name="csX6" fmla="*/ 0 w 10988"/>
                <a:gd name="csY6" fmla="*/ 1433 h 4777"/>
                <a:gd name="csX7" fmla="*/ 956 w 10988"/>
                <a:gd name="csY7" fmla="*/ 0 h 4777"/>
                <a:gd name="csX8" fmla="*/ 3822 w 10988"/>
                <a:gd name="csY8" fmla="*/ 955 h 4777"/>
                <a:gd name="csX9" fmla="*/ 6211 w 10988"/>
                <a:gd name="csY9" fmla="*/ 478 h 4777"/>
                <a:gd name="csX10" fmla="*/ 9555 w 10988"/>
                <a:gd name="csY10" fmla="*/ 1911 h 4777"/>
                <a:gd name="csX11" fmla="*/ 10988 w 10988"/>
                <a:gd name="csY11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988" h="4777">
                  <a:moveTo>
                    <a:pt x="10988" y="2389"/>
                  </a:moveTo>
                  <a:lnTo>
                    <a:pt x="9555" y="3344"/>
                  </a:lnTo>
                  <a:lnTo>
                    <a:pt x="8121" y="4777"/>
                  </a:lnTo>
                  <a:lnTo>
                    <a:pt x="4777" y="4299"/>
                  </a:lnTo>
                  <a:lnTo>
                    <a:pt x="1433" y="2866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956" y="0"/>
                  </a:lnTo>
                  <a:lnTo>
                    <a:pt x="3822" y="955"/>
                  </a:lnTo>
                  <a:lnTo>
                    <a:pt x="6211" y="478"/>
                  </a:lnTo>
                  <a:lnTo>
                    <a:pt x="9555" y="1911"/>
                  </a:lnTo>
                  <a:lnTo>
                    <a:pt x="1098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5" name="Freeform 2414">
              <a:extLst>
                <a:ext uri="{FF2B5EF4-FFF2-40B4-BE49-F238E27FC236}">
                  <a16:creationId xmlns:a16="http://schemas.microsoft.com/office/drawing/2014/main" id="{C90E143B-38D2-B29A-8023-BACBF18F1F1B}"/>
                </a:ext>
              </a:extLst>
            </p:cNvPr>
            <p:cNvSpPr/>
            <p:nvPr/>
          </p:nvSpPr>
          <p:spPr>
            <a:xfrm>
              <a:off x="5540400" y="4202705"/>
              <a:ext cx="4299" cy="3822"/>
            </a:xfrm>
            <a:custGeom>
              <a:avLst/>
              <a:gdLst>
                <a:gd name="csX0" fmla="*/ 4299 w 4299"/>
                <a:gd name="csY0" fmla="*/ 1911 h 3822"/>
                <a:gd name="csX1" fmla="*/ 4299 w 4299"/>
                <a:gd name="csY1" fmla="*/ 2389 h 3822"/>
                <a:gd name="csX2" fmla="*/ 2389 w 4299"/>
                <a:gd name="csY2" fmla="*/ 3822 h 3822"/>
                <a:gd name="csX3" fmla="*/ 1911 w 4299"/>
                <a:gd name="csY3" fmla="*/ 3822 h 3822"/>
                <a:gd name="csX4" fmla="*/ 956 w 4299"/>
                <a:gd name="csY4" fmla="*/ 3344 h 3822"/>
                <a:gd name="csX5" fmla="*/ 0 w 4299"/>
                <a:gd name="csY5" fmla="*/ 1911 h 3822"/>
                <a:gd name="csX6" fmla="*/ 478 w 4299"/>
                <a:gd name="csY6" fmla="*/ 478 h 3822"/>
                <a:gd name="csX7" fmla="*/ 956 w 4299"/>
                <a:gd name="csY7" fmla="*/ 0 h 3822"/>
                <a:gd name="csX8" fmla="*/ 1911 w 4299"/>
                <a:gd name="csY8" fmla="*/ 0 h 3822"/>
                <a:gd name="csX9" fmla="*/ 3822 w 4299"/>
                <a:gd name="csY9" fmla="*/ 956 h 3822"/>
                <a:gd name="csX10" fmla="*/ 4299 w 4299"/>
                <a:gd name="csY10" fmla="*/ 1911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3822">
                  <a:moveTo>
                    <a:pt x="4299" y="1911"/>
                  </a:moveTo>
                  <a:lnTo>
                    <a:pt x="4299" y="2389"/>
                  </a:lnTo>
                  <a:lnTo>
                    <a:pt x="2389" y="3822"/>
                  </a:lnTo>
                  <a:lnTo>
                    <a:pt x="1911" y="3822"/>
                  </a:lnTo>
                  <a:lnTo>
                    <a:pt x="956" y="3344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3822" y="956"/>
                  </a:lnTo>
                  <a:lnTo>
                    <a:pt x="429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6" name="Freeform 2415">
              <a:extLst>
                <a:ext uri="{FF2B5EF4-FFF2-40B4-BE49-F238E27FC236}">
                  <a16:creationId xmlns:a16="http://schemas.microsoft.com/office/drawing/2014/main" id="{FFA4A71D-89A0-DE71-F702-9B69F2BA6F15}"/>
                </a:ext>
              </a:extLst>
            </p:cNvPr>
            <p:cNvSpPr/>
            <p:nvPr/>
          </p:nvSpPr>
          <p:spPr>
            <a:xfrm>
              <a:off x="5509347" y="2598968"/>
              <a:ext cx="29619" cy="29619"/>
            </a:xfrm>
            <a:custGeom>
              <a:avLst/>
              <a:gdLst>
                <a:gd name="csX0" fmla="*/ 27231 w 29619"/>
                <a:gd name="csY0" fmla="*/ 18154 h 29619"/>
                <a:gd name="csX1" fmla="*/ 29619 w 29619"/>
                <a:gd name="csY1" fmla="*/ 26275 h 29619"/>
                <a:gd name="csX2" fmla="*/ 25797 w 29619"/>
                <a:gd name="csY2" fmla="*/ 29619 h 29619"/>
                <a:gd name="csX3" fmla="*/ 10510 w 29619"/>
                <a:gd name="csY3" fmla="*/ 28186 h 29619"/>
                <a:gd name="csX4" fmla="*/ 4299 w 29619"/>
                <a:gd name="csY4" fmla="*/ 28664 h 29619"/>
                <a:gd name="csX5" fmla="*/ 0 w 29619"/>
                <a:gd name="csY5" fmla="*/ 23886 h 29619"/>
                <a:gd name="csX6" fmla="*/ 0 w 29619"/>
                <a:gd name="csY6" fmla="*/ 15287 h 29619"/>
                <a:gd name="csX7" fmla="*/ 478 w 29619"/>
                <a:gd name="csY7" fmla="*/ 6211 h 29619"/>
                <a:gd name="csX8" fmla="*/ 4777 w 29619"/>
                <a:gd name="csY8" fmla="*/ 1433 h 29619"/>
                <a:gd name="csX9" fmla="*/ 8599 w 29619"/>
                <a:gd name="csY9" fmla="*/ 5733 h 29619"/>
                <a:gd name="csX10" fmla="*/ 12899 w 29619"/>
                <a:gd name="csY10" fmla="*/ 2389 h 29619"/>
                <a:gd name="csX11" fmla="*/ 17676 w 29619"/>
                <a:gd name="csY11" fmla="*/ 0 h 29619"/>
                <a:gd name="csX12" fmla="*/ 19109 w 29619"/>
                <a:gd name="csY12" fmla="*/ 7644 h 29619"/>
                <a:gd name="csX13" fmla="*/ 19587 w 29619"/>
                <a:gd name="csY13" fmla="*/ 14332 h 29619"/>
                <a:gd name="csX14" fmla="*/ 21975 w 29619"/>
                <a:gd name="csY14" fmla="*/ 18631 h 29619"/>
                <a:gd name="csX15" fmla="*/ 27231 w 29619"/>
                <a:gd name="csY15" fmla="*/ 18154 h 29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9619" h="29619">
                  <a:moveTo>
                    <a:pt x="27231" y="18154"/>
                  </a:moveTo>
                  <a:lnTo>
                    <a:pt x="29619" y="26275"/>
                  </a:lnTo>
                  <a:lnTo>
                    <a:pt x="25797" y="29619"/>
                  </a:lnTo>
                  <a:lnTo>
                    <a:pt x="10510" y="28186"/>
                  </a:lnTo>
                  <a:lnTo>
                    <a:pt x="4299" y="28664"/>
                  </a:lnTo>
                  <a:lnTo>
                    <a:pt x="0" y="23886"/>
                  </a:lnTo>
                  <a:lnTo>
                    <a:pt x="0" y="15287"/>
                  </a:lnTo>
                  <a:lnTo>
                    <a:pt x="478" y="6211"/>
                  </a:lnTo>
                  <a:lnTo>
                    <a:pt x="4777" y="1433"/>
                  </a:lnTo>
                  <a:lnTo>
                    <a:pt x="8599" y="5733"/>
                  </a:lnTo>
                  <a:lnTo>
                    <a:pt x="12899" y="2389"/>
                  </a:lnTo>
                  <a:lnTo>
                    <a:pt x="17676" y="0"/>
                  </a:lnTo>
                  <a:lnTo>
                    <a:pt x="19109" y="7644"/>
                  </a:lnTo>
                  <a:lnTo>
                    <a:pt x="19587" y="14332"/>
                  </a:lnTo>
                  <a:lnTo>
                    <a:pt x="21975" y="18631"/>
                  </a:lnTo>
                  <a:lnTo>
                    <a:pt x="27231" y="181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7" name="Freeform 2416">
              <a:extLst>
                <a:ext uri="{FF2B5EF4-FFF2-40B4-BE49-F238E27FC236}">
                  <a16:creationId xmlns:a16="http://schemas.microsoft.com/office/drawing/2014/main" id="{194B0038-25F5-A188-265F-356BE3234FBE}"/>
                </a:ext>
              </a:extLst>
            </p:cNvPr>
            <p:cNvSpPr/>
            <p:nvPr/>
          </p:nvSpPr>
          <p:spPr>
            <a:xfrm>
              <a:off x="5504092" y="2196242"/>
              <a:ext cx="34396" cy="35829"/>
            </a:xfrm>
            <a:custGeom>
              <a:avLst/>
              <a:gdLst>
                <a:gd name="csX0" fmla="*/ 32963 w 34396"/>
                <a:gd name="csY0" fmla="*/ 2866 h 35829"/>
                <a:gd name="csX1" fmla="*/ 34397 w 34396"/>
                <a:gd name="csY1" fmla="*/ 11943 h 35829"/>
                <a:gd name="csX2" fmla="*/ 30575 w 34396"/>
                <a:gd name="csY2" fmla="*/ 23886 h 35829"/>
                <a:gd name="csX3" fmla="*/ 21976 w 34396"/>
                <a:gd name="csY3" fmla="*/ 35830 h 35829"/>
                <a:gd name="csX4" fmla="*/ 9555 w 34396"/>
                <a:gd name="csY4" fmla="*/ 34874 h 35829"/>
                <a:gd name="csX5" fmla="*/ 2389 w 34396"/>
                <a:gd name="csY5" fmla="*/ 29141 h 35829"/>
                <a:gd name="csX6" fmla="*/ 0 w 34396"/>
                <a:gd name="csY6" fmla="*/ 21020 h 35829"/>
                <a:gd name="csX7" fmla="*/ 2867 w 34396"/>
                <a:gd name="csY7" fmla="*/ 11943 h 35829"/>
                <a:gd name="csX8" fmla="*/ 11943 w 34396"/>
                <a:gd name="csY8" fmla="*/ 4777 h 35829"/>
                <a:gd name="csX9" fmla="*/ 22931 w 34396"/>
                <a:gd name="csY9" fmla="*/ 0 h 35829"/>
                <a:gd name="csX10" fmla="*/ 32963 w 34396"/>
                <a:gd name="csY10" fmla="*/ 2866 h 3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4396" h="35829">
                  <a:moveTo>
                    <a:pt x="32963" y="2866"/>
                  </a:moveTo>
                  <a:lnTo>
                    <a:pt x="34397" y="11943"/>
                  </a:lnTo>
                  <a:lnTo>
                    <a:pt x="30575" y="23886"/>
                  </a:lnTo>
                  <a:lnTo>
                    <a:pt x="21976" y="35830"/>
                  </a:lnTo>
                  <a:lnTo>
                    <a:pt x="9555" y="34874"/>
                  </a:lnTo>
                  <a:lnTo>
                    <a:pt x="2389" y="29141"/>
                  </a:lnTo>
                  <a:lnTo>
                    <a:pt x="0" y="21020"/>
                  </a:lnTo>
                  <a:lnTo>
                    <a:pt x="2867" y="11943"/>
                  </a:lnTo>
                  <a:lnTo>
                    <a:pt x="11943" y="4777"/>
                  </a:lnTo>
                  <a:lnTo>
                    <a:pt x="22931" y="0"/>
                  </a:lnTo>
                  <a:lnTo>
                    <a:pt x="3296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8" name="Freeform 2417">
              <a:extLst>
                <a:ext uri="{FF2B5EF4-FFF2-40B4-BE49-F238E27FC236}">
                  <a16:creationId xmlns:a16="http://schemas.microsoft.com/office/drawing/2014/main" id="{CE2301E3-F75B-9A38-6915-F36523C6D788}"/>
                </a:ext>
              </a:extLst>
            </p:cNvPr>
            <p:cNvSpPr/>
            <p:nvPr/>
          </p:nvSpPr>
          <p:spPr>
            <a:xfrm>
              <a:off x="5522246" y="2404054"/>
              <a:ext cx="11465" cy="20064"/>
            </a:xfrm>
            <a:custGeom>
              <a:avLst/>
              <a:gdLst>
                <a:gd name="csX0" fmla="*/ 10988 w 11465"/>
                <a:gd name="csY0" fmla="*/ 1433 h 20064"/>
                <a:gd name="csX1" fmla="*/ 11465 w 11465"/>
                <a:gd name="csY1" fmla="*/ 8121 h 20064"/>
                <a:gd name="csX2" fmla="*/ 10032 w 11465"/>
                <a:gd name="csY2" fmla="*/ 14810 h 20064"/>
                <a:gd name="csX3" fmla="*/ 5255 w 11465"/>
                <a:gd name="csY3" fmla="*/ 20065 h 20064"/>
                <a:gd name="csX4" fmla="*/ 1433 w 11465"/>
                <a:gd name="csY4" fmla="*/ 20065 h 20064"/>
                <a:gd name="csX5" fmla="*/ 0 w 11465"/>
                <a:gd name="csY5" fmla="*/ 17676 h 20064"/>
                <a:gd name="csX6" fmla="*/ 955 w 11465"/>
                <a:gd name="csY6" fmla="*/ 13854 h 20064"/>
                <a:gd name="csX7" fmla="*/ 6688 w 11465"/>
                <a:gd name="csY7" fmla="*/ 955 h 20064"/>
                <a:gd name="csX8" fmla="*/ 8121 w 11465"/>
                <a:gd name="csY8" fmla="*/ 0 h 20064"/>
                <a:gd name="csX9" fmla="*/ 10988 w 11465"/>
                <a:gd name="csY9" fmla="*/ 1433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465" h="20064">
                  <a:moveTo>
                    <a:pt x="10988" y="1433"/>
                  </a:moveTo>
                  <a:lnTo>
                    <a:pt x="11465" y="8121"/>
                  </a:lnTo>
                  <a:lnTo>
                    <a:pt x="10032" y="14810"/>
                  </a:lnTo>
                  <a:lnTo>
                    <a:pt x="5255" y="20065"/>
                  </a:lnTo>
                  <a:lnTo>
                    <a:pt x="1433" y="20065"/>
                  </a:lnTo>
                  <a:lnTo>
                    <a:pt x="0" y="17676"/>
                  </a:lnTo>
                  <a:lnTo>
                    <a:pt x="955" y="13854"/>
                  </a:lnTo>
                  <a:lnTo>
                    <a:pt x="6688" y="955"/>
                  </a:lnTo>
                  <a:lnTo>
                    <a:pt x="8121" y="0"/>
                  </a:lnTo>
                  <a:lnTo>
                    <a:pt x="1098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9" name="Freeform 2418">
              <a:extLst>
                <a:ext uri="{FF2B5EF4-FFF2-40B4-BE49-F238E27FC236}">
                  <a16:creationId xmlns:a16="http://schemas.microsoft.com/office/drawing/2014/main" id="{442170FF-3FD3-30D4-2BE8-83AF8A7229BC}"/>
                </a:ext>
              </a:extLst>
            </p:cNvPr>
            <p:cNvSpPr/>
            <p:nvPr/>
          </p:nvSpPr>
          <p:spPr>
            <a:xfrm>
              <a:off x="5527023" y="4189329"/>
              <a:ext cx="5254" cy="7643"/>
            </a:xfrm>
            <a:custGeom>
              <a:avLst/>
              <a:gdLst>
                <a:gd name="csX0" fmla="*/ 4777 w 5254"/>
                <a:gd name="csY0" fmla="*/ 1433 h 7643"/>
                <a:gd name="csX1" fmla="*/ 5255 w 5254"/>
                <a:gd name="csY1" fmla="*/ 2867 h 7643"/>
                <a:gd name="csX2" fmla="*/ 4777 w 5254"/>
                <a:gd name="csY2" fmla="*/ 3344 h 7643"/>
                <a:gd name="csX3" fmla="*/ 4777 w 5254"/>
                <a:gd name="csY3" fmla="*/ 4777 h 7643"/>
                <a:gd name="csX4" fmla="*/ 4777 w 5254"/>
                <a:gd name="csY4" fmla="*/ 5733 h 7643"/>
                <a:gd name="csX5" fmla="*/ 2866 w 5254"/>
                <a:gd name="csY5" fmla="*/ 7644 h 7643"/>
                <a:gd name="csX6" fmla="*/ 2389 w 5254"/>
                <a:gd name="csY6" fmla="*/ 7644 h 7643"/>
                <a:gd name="csX7" fmla="*/ 1911 w 5254"/>
                <a:gd name="csY7" fmla="*/ 5733 h 7643"/>
                <a:gd name="csX8" fmla="*/ 0 w 5254"/>
                <a:gd name="csY8" fmla="*/ 1911 h 7643"/>
                <a:gd name="csX9" fmla="*/ 955 w 5254"/>
                <a:gd name="csY9" fmla="*/ 0 h 7643"/>
                <a:gd name="csX10" fmla="*/ 3822 w 5254"/>
                <a:gd name="csY10" fmla="*/ 0 h 7643"/>
                <a:gd name="csX11" fmla="*/ 4777 w 5254"/>
                <a:gd name="csY11" fmla="*/ 1433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4" h="7643">
                  <a:moveTo>
                    <a:pt x="4777" y="1433"/>
                  </a:moveTo>
                  <a:lnTo>
                    <a:pt x="5255" y="2867"/>
                  </a:lnTo>
                  <a:lnTo>
                    <a:pt x="4777" y="3344"/>
                  </a:lnTo>
                  <a:lnTo>
                    <a:pt x="4777" y="4777"/>
                  </a:lnTo>
                  <a:lnTo>
                    <a:pt x="4777" y="5733"/>
                  </a:lnTo>
                  <a:lnTo>
                    <a:pt x="2866" y="7644"/>
                  </a:lnTo>
                  <a:lnTo>
                    <a:pt x="2389" y="7644"/>
                  </a:lnTo>
                  <a:lnTo>
                    <a:pt x="1911" y="5733"/>
                  </a:lnTo>
                  <a:lnTo>
                    <a:pt x="0" y="1911"/>
                  </a:lnTo>
                  <a:lnTo>
                    <a:pt x="955" y="0"/>
                  </a:lnTo>
                  <a:lnTo>
                    <a:pt x="3822" y="0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0" name="Freeform 2419">
              <a:extLst>
                <a:ext uri="{FF2B5EF4-FFF2-40B4-BE49-F238E27FC236}">
                  <a16:creationId xmlns:a16="http://schemas.microsoft.com/office/drawing/2014/main" id="{0F684AC2-1C97-0E68-9C50-7D0249E0F0E7}"/>
                </a:ext>
              </a:extLst>
            </p:cNvPr>
            <p:cNvSpPr/>
            <p:nvPr/>
          </p:nvSpPr>
          <p:spPr>
            <a:xfrm>
              <a:off x="5523679" y="4209871"/>
              <a:ext cx="5254" cy="4299"/>
            </a:xfrm>
            <a:custGeom>
              <a:avLst/>
              <a:gdLst>
                <a:gd name="csX0" fmla="*/ 4777 w 5254"/>
                <a:gd name="csY0" fmla="*/ 0 h 4299"/>
                <a:gd name="csX1" fmla="*/ 5255 w 5254"/>
                <a:gd name="csY1" fmla="*/ 956 h 4299"/>
                <a:gd name="csX2" fmla="*/ 3344 w 5254"/>
                <a:gd name="csY2" fmla="*/ 4300 h 4299"/>
                <a:gd name="csX3" fmla="*/ 956 w 5254"/>
                <a:gd name="csY3" fmla="*/ 2867 h 4299"/>
                <a:gd name="csX4" fmla="*/ 478 w 5254"/>
                <a:gd name="csY4" fmla="*/ 2389 h 4299"/>
                <a:gd name="csX5" fmla="*/ 0 w 5254"/>
                <a:gd name="csY5" fmla="*/ 1911 h 4299"/>
                <a:gd name="csX6" fmla="*/ 2389 w 5254"/>
                <a:gd name="csY6" fmla="*/ 1911 h 4299"/>
                <a:gd name="csX7" fmla="*/ 4777 w 5254"/>
                <a:gd name="csY7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4299">
                  <a:moveTo>
                    <a:pt x="4777" y="0"/>
                  </a:moveTo>
                  <a:lnTo>
                    <a:pt x="5255" y="956"/>
                  </a:lnTo>
                  <a:lnTo>
                    <a:pt x="3344" y="4300"/>
                  </a:lnTo>
                  <a:lnTo>
                    <a:pt x="956" y="2867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2389" y="1911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1" name="Freeform 2420">
              <a:extLst>
                <a:ext uri="{FF2B5EF4-FFF2-40B4-BE49-F238E27FC236}">
                  <a16:creationId xmlns:a16="http://schemas.microsoft.com/office/drawing/2014/main" id="{CA3E91BD-8E32-A499-5E58-A1205AC512B8}"/>
                </a:ext>
              </a:extLst>
            </p:cNvPr>
            <p:cNvSpPr/>
            <p:nvPr/>
          </p:nvSpPr>
          <p:spPr>
            <a:xfrm>
              <a:off x="5505048" y="2501033"/>
              <a:ext cx="10032" cy="53027"/>
            </a:xfrm>
            <a:custGeom>
              <a:avLst/>
              <a:gdLst>
                <a:gd name="csX0" fmla="*/ 8599 w 10032"/>
                <a:gd name="csY0" fmla="*/ 23409 h 53027"/>
                <a:gd name="csX1" fmla="*/ 10032 w 10032"/>
                <a:gd name="csY1" fmla="*/ 51117 h 53027"/>
                <a:gd name="csX2" fmla="*/ 8121 w 10032"/>
                <a:gd name="csY2" fmla="*/ 53028 h 53027"/>
                <a:gd name="csX3" fmla="*/ 0 w 10032"/>
                <a:gd name="csY3" fmla="*/ 21498 h 53027"/>
                <a:gd name="csX4" fmla="*/ 0 w 10032"/>
                <a:gd name="csY4" fmla="*/ 9555 h 53027"/>
                <a:gd name="csX5" fmla="*/ 478 w 10032"/>
                <a:gd name="csY5" fmla="*/ 478 h 53027"/>
                <a:gd name="csX6" fmla="*/ 4300 w 10032"/>
                <a:gd name="csY6" fmla="*/ 0 h 53027"/>
                <a:gd name="csX7" fmla="*/ 7166 w 10032"/>
                <a:gd name="csY7" fmla="*/ 4777 h 53027"/>
                <a:gd name="csX8" fmla="*/ 8599 w 10032"/>
                <a:gd name="csY8" fmla="*/ 23409 h 53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0032" h="53027">
                  <a:moveTo>
                    <a:pt x="8599" y="23409"/>
                  </a:moveTo>
                  <a:lnTo>
                    <a:pt x="10032" y="51117"/>
                  </a:lnTo>
                  <a:lnTo>
                    <a:pt x="8121" y="53028"/>
                  </a:lnTo>
                  <a:lnTo>
                    <a:pt x="0" y="21498"/>
                  </a:lnTo>
                  <a:lnTo>
                    <a:pt x="0" y="9555"/>
                  </a:lnTo>
                  <a:lnTo>
                    <a:pt x="478" y="478"/>
                  </a:lnTo>
                  <a:lnTo>
                    <a:pt x="4300" y="0"/>
                  </a:lnTo>
                  <a:lnTo>
                    <a:pt x="7166" y="4777"/>
                  </a:lnTo>
                  <a:lnTo>
                    <a:pt x="8599" y="234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2" name="Freeform 2421">
              <a:extLst>
                <a:ext uri="{FF2B5EF4-FFF2-40B4-BE49-F238E27FC236}">
                  <a16:creationId xmlns:a16="http://schemas.microsoft.com/office/drawing/2014/main" id="{4FBC8E93-C0D1-79FD-31BE-DF06E0953E44}"/>
                </a:ext>
              </a:extLst>
            </p:cNvPr>
            <p:cNvSpPr/>
            <p:nvPr/>
          </p:nvSpPr>
          <p:spPr>
            <a:xfrm>
              <a:off x="5495015" y="1952122"/>
              <a:ext cx="18631" cy="40607"/>
            </a:xfrm>
            <a:custGeom>
              <a:avLst/>
              <a:gdLst>
                <a:gd name="csX0" fmla="*/ 15765 w 18631"/>
                <a:gd name="csY0" fmla="*/ 22931 h 40607"/>
                <a:gd name="csX1" fmla="*/ 18631 w 18631"/>
                <a:gd name="csY1" fmla="*/ 36307 h 40607"/>
                <a:gd name="csX2" fmla="*/ 16721 w 18631"/>
                <a:gd name="csY2" fmla="*/ 40607 h 40607"/>
                <a:gd name="csX3" fmla="*/ 11465 w 18631"/>
                <a:gd name="csY3" fmla="*/ 38696 h 40607"/>
                <a:gd name="csX4" fmla="*/ 4777 w 18631"/>
                <a:gd name="csY4" fmla="*/ 27231 h 40607"/>
                <a:gd name="csX5" fmla="*/ 0 w 18631"/>
                <a:gd name="csY5" fmla="*/ 17676 h 40607"/>
                <a:gd name="csX6" fmla="*/ 0 w 18631"/>
                <a:gd name="csY6" fmla="*/ 6210 h 40607"/>
                <a:gd name="csX7" fmla="*/ 1911 w 18631"/>
                <a:gd name="csY7" fmla="*/ 955 h 40607"/>
                <a:gd name="csX8" fmla="*/ 5733 w 18631"/>
                <a:gd name="csY8" fmla="*/ 0 h 40607"/>
                <a:gd name="csX9" fmla="*/ 10510 w 18631"/>
                <a:gd name="csY9" fmla="*/ 10032 h 40607"/>
                <a:gd name="csX10" fmla="*/ 15765 w 18631"/>
                <a:gd name="csY10" fmla="*/ 22931 h 40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631" h="40607">
                  <a:moveTo>
                    <a:pt x="15765" y="22931"/>
                  </a:moveTo>
                  <a:lnTo>
                    <a:pt x="18631" y="36307"/>
                  </a:lnTo>
                  <a:lnTo>
                    <a:pt x="16721" y="40607"/>
                  </a:lnTo>
                  <a:lnTo>
                    <a:pt x="11465" y="38696"/>
                  </a:lnTo>
                  <a:lnTo>
                    <a:pt x="4777" y="27231"/>
                  </a:lnTo>
                  <a:lnTo>
                    <a:pt x="0" y="17676"/>
                  </a:lnTo>
                  <a:lnTo>
                    <a:pt x="0" y="6210"/>
                  </a:lnTo>
                  <a:lnTo>
                    <a:pt x="1911" y="955"/>
                  </a:lnTo>
                  <a:lnTo>
                    <a:pt x="5733" y="0"/>
                  </a:lnTo>
                  <a:lnTo>
                    <a:pt x="10510" y="10032"/>
                  </a:lnTo>
                  <a:lnTo>
                    <a:pt x="15765" y="2293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3" name="Freeform 2422">
              <a:extLst>
                <a:ext uri="{FF2B5EF4-FFF2-40B4-BE49-F238E27FC236}">
                  <a16:creationId xmlns:a16="http://schemas.microsoft.com/office/drawing/2014/main" id="{C70D0B9A-6CFF-38C4-5C23-EA8AEA5057BA}"/>
                </a:ext>
              </a:extLst>
            </p:cNvPr>
            <p:cNvSpPr/>
            <p:nvPr/>
          </p:nvSpPr>
          <p:spPr>
            <a:xfrm>
              <a:off x="5500748" y="2353892"/>
              <a:ext cx="8599" cy="44906"/>
            </a:xfrm>
            <a:custGeom>
              <a:avLst/>
              <a:gdLst>
                <a:gd name="csX0" fmla="*/ 7166 w 8599"/>
                <a:gd name="csY0" fmla="*/ 20542 h 44906"/>
                <a:gd name="csX1" fmla="*/ 8599 w 8599"/>
                <a:gd name="csY1" fmla="*/ 29141 h 44906"/>
                <a:gd name="csX2" fmla="*/ 6210 w 8599"/>
                <a:gd name="csY2" fmla="*/ 41562 h 44906"/>
                <a:gd name="csX3" fmla="*/ 3822 w 8599"/>
                <a:gd name="csY3" fmla="*/ 44907 h 44906"/>
                <a:gd name="csX4" fmla="*/ 1911 w 8599"/>
                <a:gd name="csY4" fmla="*/ 35352 h 44906"/>
                <a:gd name="csX5" fmla="*/ 478 w 8599"/>
                <a:gd name="csY5" fmla="*/ 22931 h 44906"/>
                <a:gd name="csX6" fmla="*/ 0 w 8599"/>
                <a:gd name="csY6" fmla="*/ 8599 h 44906"/>
                <a:gd name="csX7" fmla="*/ 3822 w 8599"/>
                <a:gd name="csY7" fmla="*/ 1433 h 44906"/>
                <a:gd name="csX8" fmla="*/ 6210 w 8599"/>
                <a:gd name="csY8" fmla="*/ 0 h 44906"/>
                <a:gd name="csX9" fmla="*/ 7644 w 8599"/>
                <a:gd name="csY9" fmla="*/ 1433 h 44906"/>
                <a:gd name="csX10" fmla="*/ 7166 w 8599"/>
                <a:gd name="csY10" fmla="*/ 8121 h 44906"/>
                <a:gd name="csX11" fmla="*/ 7166 w 8599"/>
                <a:gd name="csY11" fmla="*/ 20542 h 449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599" h="44906">
                  <a:moveTo>
                    <a:pt x="7166" y="20542"/>
                  </a:moveTo>
                  <a:lnTo>
                    <a:pt x="8599" y="29141"/>
                  </a:lnTo>
                  <a:lnTo>
                    <a:pt x="6210" y="41562"/>
                  </a:lnTo>
                  <a:lnTo>
                    <a:pt x="3822" y="44907"/>
                  </a:lnTo>
                  <a:lnTo>
                    <a:pt x="1911" y="35352"/>
                  </a:lnTo>
                  <a:lnTo>
                    <a:pt x="478" y="22931"/>
                  </a:lnTo>
                  <a:lnTo>
                    <a:pt x="0" y="8599"/>
                  </a:lnTo>
                  <a:lnTo>
                    <a:pt x="3822" y="1433"/>
                  </a:lnTo>
                  <a:lnTo>
                    <a:pt x="6210" y="0"/>
                  </a:lnTo>
                  <a:lnTo>
                    <a:pt x="7644" y="1433"/>
                  </a:lnTo>
                  <a:lnTo>
                    <a:pt x="7166" y="8121"/>
                  </a:lnTo>
                  <a:lnTo>
                    <a:pt x="7166" y="205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4" name="Freeform 2423">
              <a:extLst>
                <a:ext uri="{FF2B5EF4-FFF2-40B4-BE49-F238E27FC236}">
                  <a16:creationId xmlns:a16="http://schemas.microsoft.com/office/drawing/2014/main" id="{D74BE617-B162-801A-25CA-59D592017588}"/>
                </a:ext>
              </a:extLst>
            </p:cNvPr>
            <p:cNvSpPr/>
            <p:nvPr/>
          </p:nvSpPr>
          <p:spPr>
            <a:xfrm>
              <a:off x="5327810" y="2875573"/>
              <a:ext cx="53027" cy="32485"/>
            </a:xfrm>
            <a:custGeom>
              <a:avLst/>
              <a:gdLst>
                <a:gd name="csX0" fmla="*/ 53028 w 53027"/>
                <a:gd name="csY0" fmla="*/ 18154 h 32485"/>
                <a:gd name="csX1" fmla="*/ 53028 w 53027"/>
                <a:gd name="csY1" fmla="*/ 19109 h 32485"/>
                <a:gd name="csX2" fmla="*/ 52072 w 53027"/>
                <a:gd name="csY2" fmla="*/ 21498 h 32485"/>
                <a:gd name="csX3" fmla="*/ 44429 w 53027"/>
                <a:gd name="csY3" fmla="*/ 24364 h 32485"/>
                <a:gd name="csX4" fmla="*/ 42040 w 53027"/>
                <a:gd name="csY4" fmla="*/ 25798 h 32485"/>
                <a:gd name="csX5" fmla="*/ 39174 w 53027"/>
                <a:gd name="csY5" fmla="*/ 29142 h 32485"/>
                <a:gd name="csX6" fmla="*/ 35830 w 53027"/>
                <a:gd name="csY6" fmla="*/ 32486 h 32485"/>
                <a:gd name="csX7" fmla="*/ 34874 w 53027"/>
                <a:gd name="csY7" fmla="*/ 32486 h 32485"/>
                <a:gd name="csX8" fmla="*/ 33441 w 53027"/>
                <a:gd name="csY8" fmla="*/ 29142 h 32485"/>
                <a:gd name="csX9" fmla="*/ 28186 w 53027"/>
                <a:gd name="csY9" fmla="*/ 26753 h 32485"/>
                <a:gd name="csX10" fmla="*/ 18631 w 53027"/>
                <a:gd name="csY10" fmla="*/ 28186 h 32485"/>
                <a:gd name="csX11" fmla="*/ 6688 w 53027"/>
                <a:gd name="csY11" fmla="*/ 31052 h 32485"/>
                <a:gd name="csX12" fmla="*/ 2866 w 53027"/>
                <a:gd name="csY12" fmla="*/ 32486 h 32485"/>
                <a:gd name="csX13" fmla="*/ 478 w 53027"/>
                <a:gd name="csY13" fmla="*/ 31530 h 32485"/>
                <a:gd name="csX14" fmla="*/ 0 w 53027"/>
                <a:gd name="csY14" fmla="*/ 30575 h 32485"/>
                <a:gd name="csX15" fmla="*/ 0 w 53027"/>
                <a:gd name="csY15" fmla="*/ 29142 h 32485"/>
                <a:gd name="csX16" fmla="*/ 1433 w 53027"/>
                <a:gd name="csY16" fmla="*/ 24842 h 32485"/>
                <a:gd name="csX17" fmla="*/ 1911 w 53027"/>
                <a:gd name="csY17" fmla="*/ 23409 h 32485"/>
                <a:gd name="csX18" fmla="*/ 4777 w 53027"/>
                <a:gd name="csY18" fmla="*/ 21976 h 32485"/>
                <a:gd name="csX19" fmla="*/ 6210 w 53027"/>
                <a:gd name="csY19" fmla="*/ 18154 h 32485"/>
                <a:gd name="csX20" fmla="*/ 5733 w 53027"/>
                <a:gd name="csY20" fmla="*/ 13854 h 32485"/>
                <a:gd name="csX21" fmla="*/ 6210 w 53027"/>
                <a:gd name="csY21" fmla="*/ 8121 h 32485"/>
                <a:gd name="csX22" fmla="*/ 8121 w 53027"/>
                <a:gd name="csY22" fmla="*/ 7166 h 32485"/>
                <a:gd name="csX23" fmla="*/ 12899 w 53027"/>
                <a:gd name="csY23" fmla="*/ 9077 h 32485"/>
                <a:gd name="csX24" fmla="*/ 15765 w 53027"/>
                <a:gd name="csY24" fmla="*/ 9555 h 32485"/>
                <a:gd name="csX25" fmla="*/ 21020 w 53027"/>
                <a:gd name="csY25" fmla="*/ 10032 h 32485"/>
                <a:gd name="csX26" fmla="*/ 28186 w 53027"/>
                <a:gd name="csY26" fmla="*/ 9077 h 32485"/>
                <a:gd name="csX27" fmla="*/ 33441 w 53027"/>
                <a:gd name="csY27" fmla="*/ 6688 h 32485"/>
                <a:gd name="csX28" fmla="*/ 43951 w 53027"/>
                <a:gd name="csY28" fmla="*/ 0 h 32485"/>
                <a:gd name="csX29" fmla="*/ 45862 w 53027"/>
                <a:gd name="csY29" fmla="*/ 0 h 32485"/>
                <a:gd name="csX30" fmla="*/ 47295 w 53027"/>
                <a:gd name="csY30" fmla="*/ 2389 h 32485"/>
                <a:gd name="csX31" fmla="*/ 48251 w 53027"/>
                <a:gd name="csY31" fmla="*/ 3344 h 32485"/>
                <a:gd name="csX32" fmla="*/ 51117 w 53027"/>
                <a:gd name="csY32" fmla="*/ 5255 h 32485"/>
                <a:gd name="csX33" fmla="*/ 51595 w 53027"/>
                <a:gd name="csY33" fmla="*/ 6688 h 32485"/>
                <a:gd name="csX34" fmla="*/ 52072 w 53027"/>
                <a:gd name="csY34" fmla="*/ 10032 h 32485"/>
                <a:gd name="csX35" fmla="*/ 52550 w 53027"/>
                <a:gd name="csY35" fmla="*/ 11466 h 32485"/>
                <a:gd name="csX36" fmla="*/ 52072 w 53027"/>
                <a:gd name="csY36" fmla="*/ 12899 h 32485"/>
                <a:gd name="csX37" fmla="*/ 51595 w 53027"/>
                <a:gd name="csY37" fmla="*/ 13854 h 32485"/>
                <a:gd name="csX38" fmla="*/ 51117 w 53027"/>
                <a:gd name="csY38" fmla="*/ 14332 h 32485"/>
                <a:gd name="csX39" fmla="*/ 52550 w 53027"/>
                <a:gd name="csY39" fmla="*/ 16721 h 32485"/>
                <a:gd name="csX40" fmla="*/ 53028 w 53027"/>
                <a:gd name="csY40" fmla="*/ 18154 h 32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53027" h="32485">
                  <a:moveTo>
                    <a:pt x="53028" y="18154"/>
                  </a:moveTo>
                  <a:lnTo>
                    <a:pt x="53028" y="19109"/>
                  </a:lnTo>
                  <a:lnTo>
                    <a:pt x="52072" y="21498"/>
                  </a:lnTo>
                  <a:lnTo>
                    <a:pt x="44429" y="24364"/>
                  </a:lnTo>
                  <a:lnTo>
                    <a:pt x="42040" y="25798"/>
                  </a:lnTo>
                  <a:lnTo>
                    <a:pt x="39174" y="29142"/>
                  </a:lnTo>
                  <a:lnTo>
                    <a:pt x="35830" y="32486"/>
                  </a:lnTo>
                  <a:lnTo>
                    <a:pt x="34874" y="32486"/>
                  </a:lnTo>
                  <a:lnTo>
                    <a:pt x="33441" y="29142"/>
                  </a:lnTo>
                  <a:lnTo>
                    <a:pt x="28186" y="26753"/>
                  </a:lnTo>
                  <a:lnTo>
                    <a:pt x="18631" y="28186"/>
                  </a:lnTo>
                  <a:lnTo>
                    <a:pt x="6688" y="31052"/>
                  </a:lnTo>
                  <a:lnTo>
                    <a:pt x="2866" y="32486"/>
                  </a:lnTo>
                  <a:lnTo>
                    <a:pt x="478" y="31530"/>
                  </a:lnTo>
                  <a:lnTo>
                    <a:pt x="0" y="30575"/>
                  </a:lnTo>
                  <a:lnTo>
                    <a:pt x="0" y="29142"/>
                  </a:lnTo>
                  <a:lnTo>
                    <a:pt x="1433" y="24842"/>
                  </a:lnTo>
                  <a:lnTo>
                    <a:pt x="1911" y="23409"/>
                  </a:lnTo>
                  <a:lnTo>
                    <a:pt x="4777" y="21976"/>
                  </a:lnTo>
                  <a:lnTo>
                    <a:pt x="6210" y="18154"/>
                  </a:lnTo>
                  <a:lnTo>
                    <a:pt x="5733" y="13854"/>
                  </a:lnTo>
                  <a:lnTo>
                    <a:pt x="6210" y="8121"/>
                  </a:lnTo>
                  <a:lnTo>
                    <a:pt x="8121" y="7166"/>
                  </a:lnTo>
                  <a:lnTo>
                    <a:pt x="12899" y="9077"/>
                  </a:lnTo>
                  <a:lnTo>
                    <a:pt x="15765" y="9555"/>
                  </a:lnTo>
                  <a:lnTo>
                    <a:pt x="21020" y="10032"/>
                  </a:lnTo>
                  <a:lnTo>
                    <a:pt x="28186" y="9077"/>
                  </a:lnTo>
                  <a:lnTo>
                    <a:pt x="33441" y="6688"/>
                  </a:lnTo>
                  <a:lnTo>
                    <a:pt x="43951" y="0"/>
                  </a:lnTo>
                  <a:lnTo>
                    <a:pt x="45862" y="0"/>
                  </a:lnTo>
                  <a:lnTo>
                    <a:pt x="47295" y="2389"/>
                  </a:lnTo>
                  <a:lnTo>
                    <a:pt x="48251" y="3344"/>
                  </a:lnTo>
                  <a:lnTo>
                    <a:pt x="51117" y="5255"/>
                  </a:lnTo>
                  <a:lnTo>
                    <a:pt x="51595" y="6688"/>
                  </a:lnTo>
                  <a:lnTo>
                    <a:pt x="52072" y="10032"/>
                  </a:lnTo>
                  <a:lnTo>
                    <a:pt x="52550" y="11466"/>
                  </a:lnTo>
                  <a:lnTo>
                    <a:pt x="52072" y="12899"/>
                  </a:lnTo>
                  <a:lnTo>
                    <a:pt x="51595" y="13854"/>
                  </a:lnTo>
                  <a:lnTo>
                    <a:pt x="51117" y="14332"/>
                  </a:lnTo>
                  <a:lnTo>
                    <a:pt x="52550" y="16721"/>
                  </a:lnTo>
                  <a:lnTo>
                    <a:pt x="53028" y="181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5" name="Freeform 2424">
              <a:extLst>
                <a:ext uri="{FF2B5EF4-FFF2-40B4-BE49-F238E27FC236}">
                  <a16:creationId xmlns:a16="http://schemas.microsoft.com/office/drawing/2014/main" id="{401BA656-7BEC-3EC5-E201-F03F0C64EA06}"/>
                </a:ext>
              </a:extLst>
            </p:cNvPr>
            <p:cNvSpPr/>
            <p:nvPr/>
          </p:nvSpPr>
          <p:spPr>
            <a:xfrm>
              <a:off x="4416302" y="4639350"/>
              <a:ext cx="777265" cy="743824"/>
            </a:xfrm>
            <a:custGeom>
              <a:avLst/>
              <a:gdLst>
                <a:gd name="csX0" fmla="*/ 68315 w 777265"/>
                <a:gd name="csY0" fmla="*/ 266573 h 743824"/>
                <a:gd name="csX1" fmla="*/ 67360 w 777265"/>
                <a:gd name="csY1" fmla="*/ 267051 h 743824"/>
                <a:gd name="csX2" fmla="*/ 66404 w 777265"/>
                <a:gd name="csY2" fmla="*/ 267051 h 743824"/>
                <a:gd name="csX3" fmla="*/ 65927 w 777265"/>
                <a:gd name="csY3" fmla="*/ 268006 h 743824"/>
                <a:gd name="csX4" fmla="*/ 64493 w 777265"/>
                <a:gd name="csY4" fmla="*/ 268962 h 743824"/>
                <a:gd name="csX5" fmla="*/ 64016 w 777265"/>
                <a:gd name="csY5" fmla="*/ 268962 h 743824"/>
                <a:gd name="csX6" fmla="*/ 63060 w 777265"/>
                <a:gd name="csY6" fmla="*/ 269917 h 743824"/>
                <a:gd name="csX7" fmla="*/ 61627 w 777265"/>
                <a:gd name="csY7" fmla="*/ 270873 h 743824"/>
                <a:gd name="csX8" fmla="*/ 60194 w 777265"/>
                <a:gd name="csY8" fmla="*/ 272783 h 743824"/>
                <a:gd name="csX9" fmla="*/ 58761 w 777265"/>
                <a:gd name="csY9" fmla="*/ 273739 h 743824"/>
                <a:gd name="csX10" fmla="*/ 57328 w 777265"/>
                <a:gd name="csY10" fmla="*/ 274217 h 743824"/>
                <a:gd name="csX11" fmla="*/ 54939 w 777265"/>
                <a:gd name="csY11" fmla="*/ 276128 h 743824"/>
                <a:gd name="csX12" fmla="*/ 53028 w 777265"/>
                <a:gd name="csY12" fmla="*/ 276605 h 743824"/>
                <a:gd name="csX13" fmla="*/ 48251 w 777265"/>
                <a:gd name="csY13" fmla="*/ 277083 h 743824"/>
                <a:gd name="csX14" fmla="*/ 47295 w 777265"/>
                <a:gd name="csY14" fmla="*/ 277083 h 743824"/>
                <a:gd name="csX15" fmla="*/ 42040 w 777265"/>
                <a:gd name="csY15" fmla="*/ 277083 h 743824"/>
                <a:gd name="csX16" fmla="*/ 36785 w 777265"/>
                <a:gd name="csY16" fmla="*/ 277083 h 743824"/>
                <a:gd name="csX17" fmla="*/ 36307 w 777265"/>
                <a:gd name="csY17" fmla="*/ 277083 h 743824"/>
                <a:gd name="csX18" fmla="*/ 36307 w 777265"/>
                <a:gd name="csY18" fmla="*/ 275172 h 743824"/>
                <a:gd name="csX19" fmla="*/ 36307 w 777265"/>
                <a:gd name="csY19" fmla="*/ 273739 h 743824"/>
                <a:gd name="csX20" fmla="*/ 34396 w 777265"/>
                <a:gd name="csY20" fmla="*/ 272783 h 743824"/>
                <a:gd name="csX21" fmla="*/ 34396 w 777265"/>
                <a:gd name="csY21" fmla="*/ 270873 h 743824"/>
                <a:gd name="csX22" fmla="*/ 33919 w 777265"/>
                <a:gd name="csY22" fmla="*/ 269917 h 743824"/>
                <a:gd name="csX23" fmla="*/ 33441 w 777265"/>
                <a:gd name="csY23" fmla="*/ 268484 h 743824"/>
                <a:gd name="csX24" fmla="*/ 32008 w 777265"/>
                <a:gd name="csY24" fmla="*/ 268006 h 743824"/>
                <a:gd name="csX25" fmla="*/ 30575 w 777265"/>
                <a:gd name="csY25" fmla="*/ 267529 h 743824"/>
                <a:gd name="csX26" fmla="*/ 27708 w 777265"/>
                <a:gd name="csY26" fmla="*/ 266573 h 743824"/>
                <a:gd name="csX27" fmla="*/ 23409 w 777265"/>
                <a:gd name="csY27" fmla="*/ 266095 h 743824"/>
                <a:gd name="csX28" fmla="*/ 23409 w 777265"/>
                <a:gd name="csY28" fmla="*/ 266095 h 743824"/>
                <a:gd name="csX29" fmla="*/ 19587 w 777265"/>
                <a:gd name="csY29" fmla="*/ 266095 h 743824"/>
                <a:gd name="csX30" fmla="*/ 19587 w 777265"/>
                <a:gd name="csY30" fmla="*/ 266095 h 743824"/>
                <a:gd name="csX31" fmla="*/ 15765 w 777265"/>
                <a:gd name="csY31" fmla="*/ 266095 h 743824"/>
                <a:gd name="csX32" fmla="*/ 18154 w 777265"/>
                <a:gd name="csY32" fmla="*/ 263229 h 743824"/>
                <a:gd name="csX33" fmla="*/ 20542 w 777265"/>
                <a:gd name="csY33" fmla="*/ 260840 h 743824"/>
                <a:gd name="csX34" fmla="*/ 20542 w 777265"/>
                <a:gd name="csY34" fmla="*/ 258452 h 743824"/>
                <a:gd name="csX35" fmla="*/ 18631 w 777265"/>
                <a:gd name="csY35" fmla="*/ 256541 h 743824"/>
                <a:gd name="csX36" fmla="*/ 17676 w 777265"/>
                <a:gd name="csY36" fmla="*/ 255108 h 743824"/>
                <a:gd name="csX37" fmla="*/ 15765 w 777265"/>
                <a:gd name="csY37" fmla="*/ 253197 h 743824"/>
                <a:gd name="csX38" fmla="*/ 13854 w 777265"/>
                <a:gd name="csY38" fmla="*/ 252241 h 743824"/>
                <a:gd name="csX39" fmla="*/ 12898 w 777265"/>
                <a:gd name="csY39" fmla="*/ 250330 h 743824"/>
                <a:gd name="csX40" fmla="*/ 12898 w 777265"/>
                <a:gd name="csY40" fmla="*/ 249375 h 743824"/>
                <a:gd name="csX41" fmla="*/ 12898 w 777265"/>
                <a:gd name="csY41" fmla="*/ 248897 h 743824"/>
                <a:gd name="csX42" fmla="*/ 11943 w 777265"/>
                <a:gd name="csY42" fmla="*/ 248419 h 743824"/>
                <a:gd name="csX43" fmla="*/ 11465 w 777265"/>
                <a:gd name="csY43" fmla="*/ 247942 h 743824"/>
                <a:gd name="csX44" fmla="*/ 10032 w 777265"/>
                <a:gd name="csY44" fmla="*/ 247464 h 743824"/>
                <a:gd name="csX45" fmla="*/ 9077 w 777265"/>
                <a:gd name="csY45" fmla="*/ 246508 h 743824"/>
                <a:gd name="csX46" fmla="*/ 9077 w 777265"/>
                <a:gd name="csY46" fmla="*/ 245553 h 743824"/>
                <a:gd name="csX47" fmla="*/ 8599 w 777265"/>
                <a:gd name="csY47" fmla="*/ 244598 h 743824"/>
                <a:gd name="csX48" fmla="*/ 7644 w 777265"/>
                <a:gd name="csY48" fmla="*/ 243642 h 743824"/>
                <a:gd name="csX49" fmla="*/ 7644 w 777265"/>
                <a:gd name="csY49" fmla="*/ 242687 h 743824"/>
                <a:gd name="csX50" fmla="*/ 7166 w 777265"/>
                <a:gd name="csY50" fmla="*/ 241731 h 743824"/>
                <a:gd name="csX51" fmla="*/ 6210 w 777265"/>
                <a:gd name="csY51" fmla="*/ 240776 h 743824"/>
                <a:gd name="csX52" fmla="*/ 5733 w 777265"/>
                <a:gd name="csY52" fmla="*/ 239820 h 743824"/>
                <a:gd name="csX53" fmla="*/ 4299 w 777265"/>
                <a:gd name="csY53" fmla="*/ 238865 h 743824"/>
                <a:gd name="csX54" fmla="*/ 4777 w 777265"/>
                <a:gd name="csY54" fmla="*/ 238387 h 743824"/>
                <a:gd name="csX55" fmla="*/ 5255 w 777265"/>
                <a:gd name="csY55" fmla="*/ 237909 h 743824"/>
                <a:gd name="csX56" fmla="*/ 5733 w 777265"/>
                <a:gd name="csY56" fmla="*/ 236954 h 743824"/>
                <a:gd name="csX57" fmla="*/ 5733 w 777265"/>
                <a:gd name="csY57" fmla="*/ 235998 h 743824"/>
                <a:gd name="csX58" fmla="*/ 4777 w 777265"/>
                <a:gd name="csY58" fmla="*/ 235521 h 743824"/>
                <a:gd name="csX59" fmla="*/ 3344 w 777265"/>
                <a:gd name="csY59" fmla="*/ 235521 h 743824"/>
                <a:gd name="csX60" fmla="*/ 2389 w 777265"/>
                <a:gd name="csY60" fmla="*/ 234087 h 743824"/>
                <a:gd name="csX61" fmla="*/ 955 w 777265"/>
                <a:gd name="csY61" fmla="*/ 233132 h 743824"/>
                <a:gd name="csX62" fmla="*/ 478 w 777265"/>
                <a:gd name="csY62" fmla="*/ 232654 h 743824"/>
                <a:gd name="csX63" fmla="*/ 0 w 777265"/>
                <a:gd name="csY63" fmla="*/ 232176 h 743824"/>
                <a:gd name="csX64" fmla="*/ 478 w 777265"/>
                <a:gd name="csY64" fmla="*/ 231699 h 743824"/>
                <a:gd name="csX65" fmla="*/ 955 w 777265"/>
                <a:gd name="csY65" fmla="*/ 231221 h 743824"/>
                <a:gd name="csX66" fmla="*/ 955 w 777265"/>
                <a:gd name="csY66" fmla="*/ 230266 h 743824"/>
                <a:gd name="csX67" fmla="*/ 955 w 777265"/>
                <a:gd name="csY67" fmla="*/ 229788 h 743824"/>
                <a:gd name="csX68" fmla="*/ 955 w 777265"/>
                <a:gd name="csY68" fmla="*/ 228833 h 743824"/>
                <a:gd name="csX69" fmla="*/ 1433 w 777265"/>
                <a:gd name="csY69" fmla="*/ 228833 h 743824"/>
                <a:gd name="csX70" fmla="*/ 1911 w 777265"/>
                <a:gd name="csY70" fmla="*/ 228833 h 743824"/>
                <a:gd name="csX71" fmla="*/ 1911 w 777265"/>
                <a:gd name="csY71" fmla="*/ 228833 h 743824"/>
                <a:gd name="csX72" fmla="*/ 2389 w 777265"/>
                <a:gd name="csY72" fmla="*/ 228833 h 743824"/>
                <a:gd name="csX73" fmla="*/ 2866 w 777265"/>
                <a:gd name="csY73" fmla="*/ 228355 h 743824"/>
                <a:gd name="csX74" fmla="*/ 2866 w 777265"/>
                <a:gd name="csY74" fmla="*/ 228355 h 743824"/>
                <a:gd name="csX75" fmla="*/ 3822 w 777265"/>
                <a:gd name="csY75" fmla="*/ 228355 h 743824"/>
                <a:gd name="csX76" fmla="*/ 4777 w 777265"/>
                <a:gd name="csY76" fmla="*/ 228355 h 743824"/>
                <a:gd name="csX77" fmla="*/ 4777 w 777265"/>
                <a:gd name="csY77" fmla="*/ 227877 h 743824"/>
                <a:gd name="csX78" fmla="*/ 5255 w 777265"/>
                <a:gd name="csY78" fmla="*/ 227877 h 743824"/>
                <a:gd name="csX79" fmla="*/ 5733 w 777265"/>
                <a:gd name="csY79" fmla="*/ 227399 h 743824"/>
                <a:gd name="csX80" fmla="*/ 5733 w 777265"/>
                <a:gd name="csY80" fmla="*/ 226921 h 743824"/>
                <a:gd name="csX81" fmla="*/ 4777 w 777265"/>
                <a:gd name="csY81" fmla="*/ 225010 h 743824"/>
                <a:gd name="csX82" fmla="*/ 4299 w 777265"/>
                <a:gd name="csY82" fmla="*/ 224533 h 743824"/>
                <a:gd name="csX83" fmla="*/ 3822 w 777265"/>
                <a:gd name="csY83" fmla="*/ 223577 h 743824"/>
                <a:gd name="csX84" fmla="*/ 4299 w 777265"/>
                <a:gd name="csY84" fmla="*/ 221667 h 743824"/>
                <a:gd name="csX85" fmla="*/ 4777 w 777265"/>
                <a:gd name="csY85" fmla="*/ 220233 h 743824"/>
                <a:gd name="csX86" fmla="*/ 6210 w 777265"/>
                <a:gd name="csY86" fmla="*/ 218800 h 743824"/>
                <a:gd name="csX87" fmla="*/ 10032 w 777265"/>
                <a:gd name="csY87" fmla="*/ 216411 h 743824"/>
                <a:gd name="csX88" fmla="*/ 13376 w 777265"/>
                <a:gd name="csY88" fmla="*/ 214501 h 743824"/>
                <a:gd name="csX89" fmla="*/ 13376 w 777265"/>
                <a:gd name="csY89" fmla="*/ 214501 h 743824"/>
                <a:gd name="csX90" fmla="*/ 14809 w 777265"/>
                <a:gd name="csY90" fmla="*/ 214023 h 743824"/>
                <a:gd name="csX91" fmla="*/ 15287 w 777265"/>
                <a:gd name="csY91" fmla="*/ 214023 h 743824"/>
                <a:gd name="csX92" fmla="*/ 16243 w 777265"/>
                <a:gd name="csY92" fmla="*/ 213545 h 743824"/>
                <a:gd name="csX93" fmla="*/ 16243 w 777265"/>
                <a:gd name="csY93" fmla="*/ 213545 h 743824"/>
                <a:gd name="csX94" fmla="*/ 17198 w 777265"/>
                <a:gd name="csY94" fmla="*/ 212112 h 743824"/>
                <a:gd name="csX95" fmla="*/ 17198 w 777265"/>
                <a:gd name="csY95" fmla="*/ 211156 h 743824"/>
                <a:gd name="csX96" fmla="*/ 17198 w 777265"/>
                <a:gd name="csY96" fmla="*/ 210201 h 743824"/>
                <a:gd name="csX97" fmla="*/ 16721 w 777265"/>
                <a:gd name="csY97" fmla="*/ 208768 h 743824"/>
                <a:gd name="csX98" fmla="*/ 15765 w 777265"/>
                <a:gd name="csY98" fmla="*/ 206857 h 743824"/>
                <a:gd name="csX99" fmla="*/ 15287 w 777265"/>
                <a:gd name="csY99" fmla="*/ 205424 h 743824"/>
                <a:gd name="csX100" fmla="*/ 15765 w 777265"/>
                <a:gd name="csY100" fmla="*/ 204468 h 743824"/>
                <a:gd name="csX101" fmla="*/ 16721 w 777265"/>
                <a:gd name="csY101" fmla="*/ 202557 h 743824"/>
                <a:gd name="csX102" fmla="*/ 18631 w 777265"/>
                <a:gd name="csY102" fmla="*/ 200169 h 743824"/>
                <a:gd name="csX103" fmla="*/ 20064 w 777265"/>
                <a:gd name="csY103" fmla="*/ 197302 h 743824"/>
                <a:gd name="csX104" fmla="*/ 20542 w 777265"/>
                <a:gd name="csY104" fmla="*/ 196347 h 743824"/>
                <a:gd name="csX105" fmla="*/ 20542 w 777265"/>
                <a:gd name="csY105" fmla="*/ 194436 h 743824"/>
                <a:gd name="csX106" fmla="*/ 21498 w 777265"/>
                <a:gd name="csY106" fmla="*/ 191092 h 743824"/>
                <a:gd name="csX107" fmla="*/ 21975 w 777265"/>
                <a:gd name="csY107" fmla="*/ 189181 h 743824"/>
                <a:gd name="csX108" fmla="*/ 21975 w 777265"/>
                <a:gd name="csY108" fmla="*/ 188703 h 743824"/>
                <a:gd name="csX109" fmla="*/ 21975 w 777265"/>
                <a:gd name="csY109" fmla="*/ 187748 h 743824"/>
                <a:gd name="csX110" fmla="*/ 22931 w 777265"/>
                <a:gd name="csY110" fmla="*/ 187270 h 743824"/>
                <a:gd name="csX111" fmla="*/ 25797 w 777265"/>
                <a:gd name="csY111" fmla="*/ 186792 h 743824"/>
                <a:gd name="csX112" fmla="*/ 25797 w 777265"/>
                <a:gd name="csY112" fmla="*/ 186792 h 743824"/>
                <a:gd name="csX113" fmla="*/ 27708 w 777265"/>
                <a:gd name="csY113" fmla="*/ 185837 h 743824"/>
                <a:gd name="csX114" fmla="*/ 30575 w 777265"/>
                <a:gd name="csY114" fmla="*/ 183926 h 743824"/>
                <a:gd name="csX115" fmla="*/ 32963 w 777265"/>
                <a:gd name="csY115" fmla="*/ 182015 h 743824"/>
                <a:gd name="csX116" fmla="*/ 34396 w 777265"/>
                <a:gd name="csY116" fmla="*/ 181060 h 743824"/>
                <a:gd name="csX117" fmla="*/ 37740 w 777265"/>
                <a:gd name="csY117" fmla="*/ 179149 h 743824"/>
                <a:gd name="csX118" fmla="*/ 38218 w 777265"/>
                <a:gd name="csY118" fmla="*/ 179149 h 743824"/>
                <a:gd name="csX119" fmla="*/ 40129 w 777265"/>
                <a:gd name="csY119" fmla="*/ 178193 h 743824"/>
                <a:gd name="csX120" fmla="*/ 41085 w 777265"/>
                <a:gd name="csY120" fmla="*/ 177715 h 743824"/>
                <a:gd name="csX121" fmla="*/ 42996 w 777265"/>
                <a:gd name="csY121" fmla="*/ 176760 h 743824"/>
                <a:gd name="csX122" fmla="*/ 46340 w 777265"/>
                <a:gd name="csY122" fmla="*/ 176282 h 743824"/>
                <a:gd name="csX123" fmla="*/ 49206 w 777265"/>
                <a:gd name="csY123" fmla="*/ 176282 h 743824"/>
                <a:gd name="csX124" fmla="*/ 49206 w 777265"/>
                <a:gd name="csY124" fmla="*/ 176282 h 743824"/>
                <a:gd name="csX125" fmla="*/ 50639 w 777265"/>
                <a:gd name="csY125" fmla="*/ 175327 h 743824"/>
                <a:gd name="csX126" fmla="*/ 51595 w 777265"/>
                <a:gd name="csY126" fmla="*/ 175327 h 743824"/>
                <a:gd name="csX127" fmla="*/ 53028 w 777265"/>
                <a:gd name="csY127" fmla="*/ 175327 h 743824"/>
                <a:gd name="csX128" fmla="*/ 53028 w 777265"/>
                <a:gd name="csY128" fmla="*/ 175327 h 743824"/>
                <a:gd name="csX129" fmla="*/ 53505 w 777265"/>
                <a:gd name="csY129" fmla="*/ 175327 h 743824"/>
                <a:gd name="csX130" fmla="*/ 54939 w 777265"/>
                <a:gd name="csY130" fmla="*/ 174371 h 743824"/>
                <a:gd name="csX131" fmla="*/ 56372 w 777265"/>
                <a:gd name="csY131" fmla="*/ 174371 h 743824"/>
                <a:gd name="csX132" fmla="*/ 56850 w 777265"/>
                <a:gd name="csY132" fmla="*/ 174371 h 743824"/>
                <a:gd name="csX133" fmla="*/ 59716 w 777265"/>
                <a:gd name="csY133" fmla="*/ 173894 h 743824"/>
                <a:gd name="csX134" fmla="*/ 60194 w 777265"/>
                <a:gd name="csY134" fmla="*/ 173894 h 743824"/>
                <a:gd name="csX135" fmla="*/ 60194 w 777265"/>
                <a:gd name="csY135" fmla="*/ 173894 h 743824"/>
                <a:gd name="csX136" fmla="*/ 61149 w 777265"/>
                <a:gd name="csY136" fmla="*/ 172938 h 743824"/>
                <a:gd name="csX137" fmla="*/ 62105 w 777265"/>
                <a:gd name="csY137" fmla="*/ 171505 h 743824"/>
                <a:gd name="csX138" fmla="*/ 63538 w 777265"/>
                <a:gd name="csY138" fmla="*/ 170549 h 743824"/>
                <a:gd name="csX139" fmla="*/ 63538 w 777265"/>
                <a:gd name="csY139" fmla="*/ 170549 h 743824"/>
                <a:gd name="csX140" fmla="*/ 64493 w 777265"/>
                <a:gd name="csY140" fmla="*/ 170549 h 743824"/>
                <a:gd name="csX141" fmla="*/ 64971 w 777265"/>
                <a:gd name="csY141" fmla="*/ 170549 h 743824"/>
                <a:gd name="csX142" fmla="*/ 66882 w 777265"/>
                <a:gd name="csY142" fmla="*/ 170549 h 743824"/>
                <a:gd name="csX143" fmla="*/ 66882 w 777265"/>
                <a:gd name="csY143" fmla="*/ 170549 h 743824"/>
                <a:gd name="csX144" fmla="*/ 68793 w 777265"/>
                <a:gd name="csY144" fmla="*/ 170549 h 743824"/>
                <a:gd name="csX145" fmla="*/ 70704 w 777265"/>
                <a:gd name="csY145" fmla="*/ 170549 h 743824"/>
                <a:gd name="csX146" fmla="*/ 71182 w 777265"/>
                <a:gd name="csY146" fmla="*/ 170072 h 743824"/>
                <a:gd name="csX147" fmla="*/ 72615 w 777265"/>
                <a:gd name="csY147" fmla="*/ 171027 h 743824"/>
                <a:gd name="csX148" fmla="*/ 73093 w 777265"/>
                <a:gd name="csY148" fmla="*/ 171983 h 743824"/>
                <a:gd name="csX149" fmla="*/ 74526 w 777265"/>
                <a:gd name="csY149" fmla="*/ 172938 h 743824"/>
                <a:gd name="csX150" fmla="*/ 75481 w 777265"/>
                <a:gd name="csY150" fmla="*/ 172938 h 743824"/>
                <a:gd name="csX151" fmla="*/ 75959 w 777265"/>
                <a:gd name="csY151" fmla="*/ 172938 h 743824"/>
                <a:gd name="csX152" fmla="*/ 76914 w 777265"/>
                <a:gd name="csY152" fmla="*/ 172938 h 743824"/>
                <a:gd name="csX153" fmla="*/ 78347 w 777265"/>
                <a:gd name="csY153" fmla="*/ 173416 h 743824"/>
                <a:gd name="csX154" fmla="*/ 78347 w 777265"/>
                <a:gd name="csY154" fmla="*/ 173416 h 743824"/>
                <a:gd name="csX155" fmla="*/ 79303 w 777265"/>
                <a:gd name="csY155" fmla="*/ 173416 h 743824"/>
                <a:gd name="csX156" fmla="*/ 79303 w 777265"/>
                <a:gd name="csY156" fmla="*/ 173416 h 743824"/>
                <a:gd name="csX157" fmla="*/ 79781 w 777265"/>
                <a:gd name="csY157" fmla="*/ 172938 h 743824"/>
                <a:gd name="csX158" fmla="*/ 79781 w 777265"/>
                <a:gd name="csY158" fmla="*/ 172938 h 743824"/>
                <a:gd name="csX159" fmla="*/ 80258 w 777265"/>
                <a:gd name="csY159" fmla="*/ 171983 h 743824"/>
                <a:gd name="csX160" fmla="*/ 80258 w 777265"/>
                <a:gd name="csY160" fmla="*/ 171027 h 743824"/>
                <a:gd name="csX161" fmla="*/ 80258 w 777265"/>
                <a:gd name="csY161" fmla="*/ 171027 h 743824"/>
                <a:gd name="csX162" fmla="*/ 81214 w 777265"/>
                <a:gd name="csY162" fmla="*/ 167205 h 743824"/>
                <a:gd name="csX163" fmla="*/ 82169 w 777265"/>
                <a:gd name="csY163" fmla="*/ 161473 h 743824"/>
                <a:gd name="csX164" fmla="*/ 83603 w 777265"/>
                <a:gd name="csY164" fmla="*/ 155740 h 743824"/>
                <a:gd name="csX165" fmla="*/ 84558 w 777265"/>
                <a:gd name="csY165" fmla="*/ 149529 h 743824"/>
                <a:gd name="csX166" fmla="*/ 85991 w 777265"/>
                <a:gd name="csY166" fmla="*/ 143319 h 743824"/>
                <a:gd name="csX167" fmla="*/ 87424 w 777265"/>
                <a:gd name="csY167" fmla="*/ 137108 h 743824"/>
                <a:gd name="csX168" fmla="*/ 88380 w 777265"/>
                <a:gd name="csY168" fmla="*/ 131853 h 743824"/>
                <a:gd name="csX169" fmla="*/ 89335 w 777265"/>
                <a:gd name="csY169" fmla="*/ 127076 h 743824"/>
                <a:gd name="csX170" fmla="*/ 89813 w 777265"/>
                <a:gd name="csY170" fmla="*/ 124687 h 743824"/>
                <a:gd name="csX171" fmla="*/ 90769 w 777265"/>
                <a:gd name="csY171" fmla="*/ 120865 h 743824"/>
                <a:gd name="csX172" fmla="*/ 90769 w 777265"/>
                <a:gd name="csY172" fmla="*/ 117521 h 743824"/>
                <a:gd name="csX173" fmla="*/ 91246 w 777265"/>
                <a:gd name="csY173" fmla="*/ 116566 h 743824"/>
                <a:gd name="csX174" fmla="*/ 91246 w 777265"/>
                <a:gd name="csY174" fmla="*/ 116088 h 743824"/>
                <a:gd name="csX175" fmla="*/ 90291 w 777265"/>
                <a:gd name="csY175" fmla="*/ 115133 h 743824"/>
                <a:gd name="csX176" fmla="*/ 90291 w 777265"/>
                <a:gd name="csY176" fmla="*/ 114177 h 743824"/>
                <a:gd name="csX177" fmla="*/ 90291 w 777265"/>
                <a:gd name="csY177" fmla="*/ 113700 h 743824"/>
                <a:gd name="csX178" fmla="*/ 90291 w 777265"/>
                <a:gd name="csY178" fmla="*/ 113222 h 743824"/>
                <a:gd name="csX179" fmla="*/ 89335 w 777265"/>
                <a:gd name="csY179" fmla="*/ 112744 h 743824"/>
                <a:gd name="csX180" fmla="*/ 88858 w 777265"/>
                <a:gd name="csY180" fmla="*/ 112266 h 743824"/>
                <a:gd name="csX181" fmla="*/ 88380 w 777265"/>
                <a:gd name="csY181" fmla="*/ 111789 h 743824"/>
                <a:gd name="csX182" fmla="*/ 88380 w 777265"/>
                <a:gd name="csY182" fmla="*/ 110833 h 743824"/>
                <a:gd name="csX183" fmla="*/ 87902 w 777265"/>
                <a:gd name="csY183" fmla="*/ 110355 h 743824"/>
                <a:gd name="csX184" fmla="*/ 87424 w 777265"/>
                <a:gd name="csY184" fmla="*/ 109400 h 743824"/>
                <a:gd name="csX185" fmla="*/ 86947 w 777265"/>
                <a:gd name="csY185" fmla="*/ 108922 h 743824"/>
                <a:gd name="csX186" fmla="*/ 86947 w 777265"/>
                <a:gd name="csY186" fmla="*/ 108445 h 743824"/>
                <a:gd name="csX187" fmla="*/ 87424 w 777265"/>
                <a:gd name="csY187" fmla="*/ 107489 h 743824"/>
                <a:gd name="csX188" fmla="*/ 87424 w 777265"/>
                <a:gd name="csY188" fmla="*/ 106534 h 743824"/>
                <a:gd name="csX189" fmla="*/ 87424 w 777265"/>
                <a:gd name="csY189" fmla="*/ 106056 h 743824"/>
                <a:gd name="csX190" fmla="*/ 86947 w 777265"/>
                <a:gd name="csY190" fmla="*/ 105100 h 743824"/>
                <a:gd name="csX191" fmla="*/ 86469 w 777265"/>
                <a:gd name="csY191" fmla="*/ 104623 h 743824"/>
                <a:gd name="csX192" fmla="*/ 85991 w 777265"/>
                <a:gd name="csY192" fmla="*/ 103667 h 743824"/>
                <a:gd name="csX193" fmla="*/ 84558 w 777265"/>
                <a:gd name="csY193" fmla="*/ 103189 h 743824"/>
                <a:gd name="csX194" fmla="*/ 82647 w 777265"/>
                <a:gd name="csY194" fmla="*/ 102234 h 743824"/>
                <a:gd name="csX195" fmla="*/ 80736 w 777265"/>
                <a:gd name="csY195" fmla="*/ 100801 h 743824"/>
                <a:gd name="csX196" fmla="*/ 78347 w 777265"/>
                <a:gd name="csY196" fmla="*/ 98890 h 743824"/>
                <a:gd name="csX197" fmla="*/ 77870 w 777265"/>
                <a:gd name="csY197" fmla="*/ 97935 h 743824"/>
                <a:gd name="csX198" fmla="*/ 77870 w 777265"/>
                <a:gd name="csY198" fmla="*/ 95068 h 743824"/>
                <a:gd name="csX199" fmla="*/ 77870 w 777265"/>
                <a:gd name="csY199" fmla="*/ 91724 h 743824"/>
                <a:gd name="csX200" fmla="*/ 78347 w 777265"/>
                <a:gd name="csY200" fmla="*/ 86947 h 743824"/>
                <a:gd name="csX201" fmla="*/ 78347 w 777265"/>
                <a:gd name="csY201" fmla="*/ 84558 h 743824"/>
                <a:gd name="csX202" fmla="*/ 79781 w 777265"/>
                <a:gd name="csY202" fmla="*/ 84558 h 743824"/>
                <a:gd name="csX203" fmla="*/ 80736 w 777265"/>
                <a:gd name="csY203" fmla="*/ 84558 h 743824"/>
                <a:gd name="csX204" fmla="*/ 80736 w 777265"/>
                <a:gd name="csY204" fmla="*/ 84558 h 743824"/>
                <a:gd name="csX205" fmla="*/ 81214 w 777265"/>
                <a:gd name="csY205" fmla="*/ 84558 h 743824"/>
                <a:gd name="csX206" fmla="*/ 82169 w 777265"/>
                <a:gd name="csY206" fmla="*/ 84558 h 743824"/>
                <a:gd name="csX207" fmla="*/ 83125 w 777265"/>
                <a:gd name="csY207" fmla="*/ 84080 h 743824"/>
                <a:gd name="csX208" fmla="*/ 83125 w 777265"/>
                <a:gd name="csY208" fmla="*/ 84080 h 743824"/>
                <a:gd name="csX209" fmla="*/ 84080 w 777265"/>
                <a:gd name="csY209" fmla="*/ 84080 h 743824"/>
                <a:gd name="csX210" fmla="*/ 85036 w 777265"/>
                <a:gd name="csY210" fmla="*/ 83603 h 743824"/>
                <a:gd name="csX211" fmla="*/ 85513 w 777265"/>
                <a:gd name="csY211" fmla="*/ 83125 h 743824"/>
                <a:gd name="csX212" fmla="*/ 85991 w 777265"/>
                <a:gd name="csY212" fmla="*/ 83125 h 743824"/>
                <a:gd name="csX213" fmla="*/ 86469 w 777265"/>
                <a:gd name="csY213" fmla="*/ 83125 h 743824"/>
                <a:gd name="csX214" fmla="*/ 86469 w 777265"/>
                <a:gd name="csY214" fmla="*/ 83125 h 743824"/>
                <a:gd name="csX215" fmla="*/ 87424 w 777265"/>
                <a:gd name="csY215" fmla="*/ 83125 h 743824"/>
                <a:gd name="csX216" fmla="*/ 87902 w 777265"/>
                <a:gd name="csY216" fmla="*/ 82647 h 743824"/>
                <a:gd name="csX217" fmla="*/ 88858 w 777265"/>
                <a:gd name="csY217" fmla="*/ 82170 h 743824"/>
                <a:gd name="csX218" fmla="*/ 89813 w 777265"/>
                <a:gd name="csY218" fmla="*/ 82170 h 743824"/>
                <a:gd name="csX219" fmla="*/ 89813 w 777265"/>
                <a:gd name="csY219" fmla="*/ 82170 h 743824"/>
                <a:gd name="csX220" fmla="*/ 90769 w 777265"/>
                <a:gd name="csY220" fmla="*/ 82647 h 743824"/>
                <a:gd name="csX221" fmla="*/ 91246 w 777265"/>
                <a:gd name="csY221" fmla="*/ 83125 h 743824"/>
                <a:gd name="csX222" fmla="*/ 92202 w 777265"/>
                <a:gd name="csY222" fmla="*/ 83603 h 743824"/>
                <a:gd name="csX223" fmla="*/ 92679 w 777265"/>
                <a:gd name="csY223" fmla="*/ 83125 h 743824"/>
                <a:gd name="csX224" fmla="*/ 92679 w 777265"/>
                <a:gd name="csY224" fmla="*/ 83125 h 743824"/>
                <a:gd name="csX225" fmla="*/ 93157 w 777265"/>
                <a:gd name="csY225" fmla="*/ 83603 h 743824"/>
                <a:gd name="csX226" fmla="*/ 93635 w 777265"/>
                <a:gd name="csY226" fmla="*/ 84080 h 743824"/>
                <a:gd name="csX227" fmla="*/ 93635 w 777265"/>
                <a:gd name="csY227" fmla="*/ 84080 h 743824"/>
                <a:gd name="csX228" fmla="*/ 94112 w 777265"/>
                <a:gd name="csY228" fmla="*/ 84080 h 743824"/>
                <a:gd name="csX229" fmla="*/ 94590 w 777265"/>
                <a:gd name="csY229" fmla="*/ 83603 h 743824"/>
                <a:gd name="csX230" fmla="*/ 95068 w 777265"/>
                <a:gd name="csY230" fmla="*/ 83603 h 743824"/>
                <a:gd name="csX231" fmla="*/ 95068 w 777265"/>
                <a:gd name="csY231" fmla="*/ 83603 h 743824"/>
                <a:gd name="csX232" fmla="*/ 95546 w 777265"/>
                <a:gd name="csY232" fmla="*/ 83603 h 743824"/>
                <a:gd name="csX233" fmla="*/ 96024 w 777265"/>
                <a:gd name="csY233" fmla="*/ 83603 h 743824"/>
                <a:gd name="csX234" fmla="*/ 96024 w 777265"/>
                <a:gd name="csY234" fmla="*/ 83603 h 743824"/>
                <a:gd name="csX235" fmla="*/ 96024 w 777265"/>
                <a:gd name="csY235" fmla="*/ 83125 h 743824"/>
                <a:gd name="csX236" fmla="*/ 96024 w 777265"/>
                <a:gd name="csY236" fmla="*/ 82647 h 743824"/>
                <a:gd name="csX237" fmla="*/ 95546 w 777265"/>
                <a:gd name="csY237" fmla="*/ 82170 h 743824"/>
                <a:gd name="csX238" fmla="*/ 96024 w 777265"/>
                <a:gd name="csY238" fmla="*/ 81692 h 743824"/>
                <a:gd name="csX239" fmla="*/ 96024 w 777265"/>
                <a:gd name="csY239" fmla="*/ 80736 h 743824"/>
                <a:gd name="csX240" fmla="*/ 96024 w 777265"/>
                <a:gd name="csY240" fmla="*/ 79303 h 743824"/>
                <a:gd name="csX241" fmla="*/ 95546 w 777265"/>
                <a:gd name="csY241" fmla="*/ 78825 h 743824"/>
                <a:gd name="csX242" fmla="*/ 94590 w 777265"/>
                <a:gd name="csY242" fmla="*/ 77870 h 743824"/>
                <a:gd name="csX243" fmla="*/ 94112 w 777265"/>
                <a:gd name="csY243" fmla="*/ 76914 h 743824"/>
                <a:gd name="csX244" fmla="*/ 93157 w 777265"/>
                <a:gd name="csY244" fmla="*/ 75959 h 743824"/>
                <a:gd name="csX245" fmla="*/ 92202 w 777265"/>
                <a:gd name="csY245" fmla="*/ 75959 h 743824"/>
                <a:gd name="csX246" fmla="*/ 92202 w 777265"/>
                <a:gd name="csY246" fmla="*/ 75959 h 743824"/>
                <a:gd name="csX247" fmla="*/ 91246 w 777265"/>
                <a:gd name="csY247" fmla="*/ 76437 h 743824"/>
                <a:gd name="csX248" fmla="*/ 90291 w 777265"/>
                <a:gd name="csY248" fmla="*/ 76437 h 743824"/>
                <a:gd name="csX249" fmla="*/ 89813 w 777265"/>
                <a:gd name="csY249" fmla="*/ 75959 h 743824"/>
                <a:gd name="csX250" fmla="*/ 89813 w 777265"/>
                <a:gd name="csY250" fmla="*/ 75959 h 743824"/>
                <a:gd name="csX251" fmla="*/ 88858 w 777265"/>
                <a:gd name="csY251" fmla="*/ 75959 h 743824"/>
                <a:gd name="csX252" fmla="*/ 87902 w 777265"/>
                <a:gd name="csY252" fmla="*/ 75959 h 743824"/>
                <a:gd name="csX253" fmla="*/ 86947 w 777265"/>
                <a:gd name="csY253" fmla="*/ 75959 h 743824"/>
                <a:gd name="csX254" fmla="*/ 85513 w 777265"/>
                <a:gd name="csY254" fmla="*/ 75959 h 743824"/>
                <a:gd name="csX255" fmla="*/ 85036 w 777265"/>
                <a:gd name="csY255" fmla="*/ 75959 h 743824"/>
                <a:gd name="csX256" fmla="*/ 84558 w 777265"/>
                <a:gd name="csY256" fmla="*/ 75481 h 743824"/>
                <a:gd name="csX257" fmla="*/ 83603 w 777265"/>
                <a:gd name="csY257" fmla="*/ 75481 h 743824"/>
                <a:gd name="csX258" fmla="*/ 83125 w 777265"/>
                <a:gd name="csY258" fmla="*/ 75481 h 743824"/>
                <a:gd name="csX259" fmla="*/ 83125 w 777265"/>
                <a:gd name="csY259" fmla="*/ 75959 h 743824"/>
                <a:gd name="csX260" fmla="*/ 82169 w 777265"/>
                <a:gd name="csY260" fmla="*/ 75959 h 743824"/>
                <a:gd name="csX261" fmla="*/ 82169 w 777265"/>
                <a:gd name="csY261" fmla="*/ 71659 h 743824"/>
                <a:gd name="csX262" fmla="*/ 82647 w 777265"/>
                <a:gd name="csY262" fmla="*/ 67360 h 743824"/>
                <a:gd name="csX263" fmla="*/ 82647 w 777265"/>
                <a:gd name="csY263" fmla="*/ 64493 h 743824"/>
                <a:gd name="csX264" fmla="*/ 83125 w 777265"/>
                <a:gd name="csY264" fmla="*/ 64493 h 743824"/>
                <a:gd name="csX265" fmla="*/ 83603 w 777265"/>
                <a:gd name="csY265" fmla="*/ 64493 h 743824"/>
                <a:gd name="csX266" fmla="*/ 84558 w 777265"/>
                <a:gd name="csY266" fmla="*/ 64016 h 743824"/>
                <a:gd name="csX267" fmla="*/ 86469 w 777265"/>
                <a:gd name="csY267" fmla="*/ 64016 h 743824"/>
                <a:gd name="csX268" fmla="*/ 86469 w 777265"/>
                <a:gd name="csY268" fmla="*/ 63538 h 743824"/>
                <a:gd name="csX269" fmla="*/ 87424 w 777265"/>
                <a:gd name="csY269" fmla="*/ 63060 h 743824"/>
                <a:gd name="csX270" fmla="*/ 88380 w 777265"/>
                <a:gd name="csY270" fmla="*/ 63060 h 743824"/>
                <a:gd name="csX271" fmla="*/ 89813 w 777265"/>
                <a:gd name="csY271" fmla="*/ 63538 h 743824"/>
                <a:gd name="csX272" fmla="*/ 91246 w 777265"/>
                <a:gd name="csY272" fmla="*/ 64016 h 743824"/>
                <a:gd name="csX273" fmla="*/ 92679 w 777265"/>
                <a:gd name="csY273" fmla="*/ 64016 h 743824"/>
                <a:gd name="csX274" fmla="*/ 96501 w 777265"/>
                <a:gd name="csY274" fmla="*/ 64016 h 743824"/>
                <a:gd name="csX275" fmla="*/ 100801 w 777265"/>
                <a:gd name="csY275" fmla="*/ 64016 h 743824"/>
                <a:gd name="csX276" fmla="*/ 105578 w 777265"/>
                <a:gd name="csY276" fmla="*/ 64016 h 743824"/>
                <a:gd name="csX277" fmla="*/ 110355 w 777265"/>
                <a:gd name="csY277" fmla="*/ 64016 h 743824"/>
                <a:gd name="csX278" fmla="*/ 114177 w 777265"/>
                <a:gd name="csY278" fmla="*/ 64016 h 743824"/>
                <a:gd name="csX279" fmla="*/ 115610 w 777265"/>
                <a:gd name="csY279" fmla="*/ 64016 h 743824"/>
                <a:gd name="csX280" fmla="*/ 115610 w 777265"/>
                <a:gd name="csY280" fmla="*/ 64016 h 743824"/>
                <a:gd name="csX281" fmla="*/ 115610 w 777265"/>
                <a:gd name="csY281" fmla="*/ 64016 h 743824"/>
                <a:gd name="csX282" fmla="*/ 114655 w 777265"/>
                <a:gd name="csY282" fmla="*/ 63060 h 743824"/>
                <a:gd name="csX283" fmla="*/ 114177 w 777265"/>
                <a:gd name="csY283" fmla="*/ 61627 h 743824"/>
                <a:gd name="csX284" fmla="*/ 114177 w 777265"/>
                <a:gd name="csY284" fmla="*/ 60672 h 743824"/>
                <a:gd name="csX285" fmla="*/ 114655 w 777265"/>
                <a:gd name="csY285" fmla="*/ 59716 h 743824"/>
                <a:gd name="csX286" fmla="*/ 114655 w 777265"/>
                <a:gd name="csY286" fmla="*/ 59716 h 743824"/>
                <a:gd name="csX287" fmla="*/ 115133 w 777265"/>
                <a:gd name="csY287" fmla="*/ 59239 h 743824"/>
                <a:gd name="csX288" fmla="*/ 116566 w 777265"/>
                <a:gd name="csY288" fmla="*/ 59716 h 743824"/>
                <a:gd name="csX289" fmla="*/ 117521 w 777265"/>
                <a:gd name="csY289" fmla="*/ 61627 h 743824"/>
                <a:gd name="csX290" fmla="*/ 118477 w 777265"/>
                <a:gd name="csY290" fmla="*/ 63060 h 743824"/>
                <a:gd name="csX291" fmla="*/ 118954 w 777265"/>
                <a:gd name="csY291" fmla="*/ 63538 h 743824"/>
                <a:gd name="csX292" fmla="*/ 120388 w 777265"/>
                <a:gd name="csY292" fmla="*/ 63538 h 743824"/>
                <a:gd name="csX293" fmla="*/ 121343 w 777265"/>
                <a:gd name="csY293" fmla="*/ 63538 h 743824"/>
                <a:gd name="csX294" fmla="*/ 121343 w 777265"/>
                <a:gd name="csY294" fmla="*/ 63538 h 743824"/>
                <a:gd name="csX295" fmla="*/ 122776 w 777265"/>
                <a:gd name="csY295" fmla="*/ 63060 h 743824"/>
                <a:gd name="csX296" fmla="*/ 122776 w 777265"/>
                <a:gd name="csY296" fmla="*/ 63060 h 743824"/>
                <a:gd name="csX297" fmla="*/ 124687 w 777265"/>
                <a:gd name="csY297" fmla="*/ 60194 h 743824"/>
                <a:gd name="csX298" fmla="*/ 126598 w 777265"/>
                <a:gd name="csY298" fmla="*/ 58283 h 743824"/>
                <a:gd name="csX299" fmla="*/ 128031 w 777265"/>
                <a:gd name="csY299" fmla="*/ 57805 h 743824"/>
                <a:gd name="csX300" fmla="*/ 128987 w 777265"/>
                <a:gd name="csY300" fmla="*/ 57328 h 743824"/>
                <a:gd name="csX301" fmla="*/ 128987 w 777265"/>
                <a:gd name="csY301" fmla="*/ 56850 h 743824"/>
                <a:gd name="csX302" fmla="*/ 129942 w 777265"/>
                <a:gd name="csY302" fmla="*/ 56850 h 743824"/>
                <a:gd name="csX303" fmla="*/ 130898 w 777265"/>
                <a:gd name="csY303" fmla="*/ 56850 h 743824"/>
                <a:gd name="csX304" fmla="*/ 131853 w 777265"/>
                <a:gd name="csY304" fmla="*/ 57328 h 743824"/>
                <a:gd name="csX305" fmla="*/ 132331 w 777265"/>
                <a:gd name="csY305" fmla="*/ 58283 h 743824"/>
                <a:gd name="csX306" fmla="*/ 134719 w 777265"/>
                <a:gd name="csY306" fmla="*/ 62105 h 743824"/>
                <a:gd name="csX307" fmla="*/ 136631 w 777265"/>
                <a:gd name="csY307" fmla="*/ 64493 h 743824"/>
                <a:gd name="csX308" fmla="*/ 137108 w 777265"/>
                <a:gd name="csY308" fmla="*/ 65927 h 743824"/>
                <a:gd name="csX309" fmla="*/ 137108 w 777265"/>
                <a:gd name="csY309" fmla="*/ 69748 h 743824"/>
                <a:gd name="csX310" fmla="*/ 137108 w 777265"/>
                <a:gd name="csY310" fmla="*/ 73570 h 743824"/>
                <a:gd name="csX311" fmla="*/ 137108 w 777265"/>
                <a:gd name="csY311" fmla="*/ 73570 h 743824"/>
                <a:gd name="csX312" fmla="*/ 137586 w 777265"/>
                <a:gd name="csY312" fmla="*/ 74048 h 743824"/>
                <a:gd name="csX313" fmla="*/ 137586 w 777265"/>
                <a:gd name="csY313" fmla="*/ 74048 h 743824"/>
                <a:gd name="csX314" fmla="*/ 141408 w 777265"/>
                <a:gd name="csY314" fmla="*/ 73093 h 743824"/>
                <a:gd name="csX315" fmla="*/ 141408 w 777265"/>
                <a:gd name="csY315" fmla="*/ 73093 h 743824"/>
                <a:gd name="csX316" fmla="*/ 146185 w 777265"/>
                <a:gd name="csY316" fmla="*/ 77392 h 743824"/>
                <a:gd name="csX317" fmla="*/ 150007 w 777265"/>
                <a:gd name="csY317" fmla="*/ 80258 h 743824"/>
                <a:gd name="csX318" fmla="*/ 151440 w 777265"/>
                <a:gd name="csY318" fmla="*/ 81214 h 743824"/>
                <a:gd name="csX319" fmla="*/ 152396 w 777265"/>
                <a:gd name="csY319" fmla="*/ 81692 h 743824"/>
                <a:gd name="csX320" fmla="*/ 154307 w 777265"/>
                <a:gd name="csY320" fmla="*/ 81214 h 743824"/>
                <a:gd name="csX321" fmla="*/ 154784 w 777265"/>
                <a:gd name="csY321" fmla="*/ 81214 h 743824"/>
                <a:gd name="csX322" fmla="*/ 157173 w 777265"/>
                <a:gd name="csY322" fmla="*/ 81214 h 743824"/>
                <a:gd name="csX323" fmla="*/ 157651 w 777265"/>
                <a:gd name="csY323" fmla="*/ 81214 h 743824"/>
                <a:gd name="csX324" fmla="*/ 158606 w 777265"/>
                <a:gd name="csY324" fmla="*/ 80736 h 743824"/>
                <a:gd name="csX325" fmla="*/ 160039 w 777265"/>
                <a:gd name="csY325" fmla="*/ 79781 h 743824"/>
                <a:gd name="csX326" fmla="*/ 162428 w 777265"/>
                <a:gd name="csY326" fmla="*/ 78348 h 743824"/>
                <a:gd name="csX327" fmla="*/ 164339 w 777265"/>
                <a:gd name="csY327" fmla="*/ 77392 h 743824"/>
                <a:gd name="csX328" fmla="*/ 164817 w 777265"/>
                <a:gd name="csY328" fmla="*/ 77392 h 743824"/>
                <a:gd name="csX329" fmla="*/ 164817 w 777265"/>
                <a:gd name="csY329" fmla="*/ 77392 h 743824"/>
                <a:gd name="csX330" fmla="*/ 165772 w 777265"/>
                <a:gd name="csY330" fmla="*/ 77392 h 743824"/>
                <a:gd name="csX331" fmla="*/ 167205 w 777265"/>
                <a:gd name="csY331" fmla="*/ 78348 h 743824"/>
                <a:gd name="csX332" fmla="*/ 168161 w 777265"/>
                <a:gd name="csY332" fmla="*/ 79781 h 743824"/>
                <a:gd name="csX333" fmla="*/ 167205 w 777265"/>
                <a:gd name="csY333" fmla="*/ 81692 h 743824"/>
                <a:gd name="csX334" fmla="*/ 167205 w 777265"/>
                <a:gd name="csY334" fmla="*/ 82647 h 743824"/>
                <a:gd name="csX335" fmla="*/ 167683 w 777265"/>
                <a:gd name="csY335" fmla="*/ 82647 h 743824"/>
                <a:gd name="csX336" fmla="*/ 169116 w 777265"/>
                <a:gd name="csY336" fmla="*/ 82647 h 743824"/>
                <a:gd name="csX337" fmla="*/ 169116 w 777265"/>
                <a:gd name="csY337" fmla="*/ 82647 h 743824"/>
                <a:gd name="csX338" fmla="*/ 170549 w 777265"/>
                <a:gd name="csY338" fmla="*/ 80736 h 743824"/>
                <a:gd name="csX339" fmla="*/ 171505 w 777265"/>
                <a:gd name="csY339" fmla="*/ 79303 h 743824"/>
                <a:gd name="csX340" fmla="*/ 173416 w 777265"/>
                <a:gd name="csY340" fmla="*/ 78348 h 743824"/>
                <a:gd name="csX341" fmla="*/ 175326 w 777265"/>
                <a:gd name="csY341" fmla="*/ 76437 h 743824"/>
                <a:gd name="csX342" fmla="*/ 176282 w 777265"/>
                <a:gd name="csY342" fmla="*/ 75004 h 743824"/>
                <a:gd name="csX343" fmla="*/ 178193 w 777265"/>
                <a:gd name="csY343" fmla="*/ 74048 h 743824"/>
                <a:gd name="csX344" fmla="*/ 180104 w 777265"/>
                <a:gd name="csY344" fmla="*/ 73093 h 743824"/>
                <a:gd name="csX345" fmla="*/ 182015 w 777265"/>
                <a:gd name="csY345" fmla="*/ 72615 h 743824"/>
                <a:gd name="csX346" fmla="*/ 182015 w 777265"/>
                <a:gd name="csY346" fmla="*/ 72615 h 743824"/>
                <a:gd name="csX347" fmla="*/ 183926 w 777265"/>
                <a:gd name="csY347" fmla="*/ 72615 h 743824"/>
                <a:gd name="csX348" fmla="*/ 183926 w 777265"/>
                <a:gd name="csY348" fmla="*/ 72615 h 743824"/>
                <a:gd name="csX349" fmla="*/ 183926 w 777265"/>
                <a:gd name="csY349" fmla="*/ 72615 h 743824"/>
                <a:gd name="csX350" fmla="*/ 185359 w 777265"/>
                <a:gd name="csY350" fmla="*/ 71659 h 743824"/>
                <a:gd name="csX351" fmla="*/ 186792 w 777265"/>
                <a:gd name="csY351" fmla="*/ 70226 h 743824"/>
                <a:gd name="csX352" fmla="*/ 188225 w 777265"/>
                <a:gd name="csY352" fmla="*/ 69271 h 743824"/>
                <a:gd name="csX353" fmla="*/ 188703 w 777265"/>
                <a:gd name="csY353" fmla="*/ 68793 h 743824"/>
                <a:gd name="csX354" fmla="*/ 190136 w 777265"/>
                <a:gd name="csY354" fmla="*/ 68793 h 743824"/>
                <a:gd name="csX355" fmla="*/ 190614 w 777265"/>
                <a:gd name="csY355" fmla="*/ 68793 h 743824"/>
                <a:gd name="csX356" fmla="*/ 192047 w 777265"/>
                <a:gd name="csY356" fmla="*/ 68793 h 743824"/>
                <a:gd name="csX357" fmla="*/ 192047 w 777265"/>
                <a:gd name="csY357" fmla="*/ 68793 h 743824"/>
                <a:gd name="csX358" fmla="*/ 192525 w 777265"/>
                <a:gd name="csY358" fmla="*/ 68793 h 743824"/>
                <a:gd name="csX359" fmla="*/ 194436 w 777265"/>
                <a:gd name="csY359" fmla="*/ 67360 h 743824"/>
                <a:gd name="csX360" fmla="*/ 196347 w 777265"/>
                <a:gd name="csY360" fmla="*/ 65927 h 743824"/>
                <a:gd name="csX361" fmla="*/ 196824 w 777265"/>
                <a:gd name="csY361" fmla="*/ 63060 h 743824"/>
                <a:gd name="csX362" fmla="*/ 197780 w 777265"/>
                <a:gd name="csY362" fmla="*/ 60672 h 743824"/>
                <a:gd name="csX363" fmla="*/ 198258 w 777265"/>
                <a:gd name="csY363" fmla="*/ 60194 h 743824"/>
                <a:gd name="csX364" fmla="*/ 198735 w 777265"/>
                <a:gd name="csY364" fmla="*/ 59716 h 743824"/>
                <a:gd name="csX365" fmla="*/ 199691 w 777265"/>
                <a:gd name="csY365" fmla="*/ 59716 h 743824"/>
                <a:gd name="csX366" fmla="*/ 201124 w 777265"/>
                <a:gd name="csY366" fmla="*/ 59239 h 743824"/>
                <a:gd name="csX367" fmla="*/ 201602 w 777265"/>
                <a:gd name="csY367" fmla="*/ 59239 h 743824"/>
                <a:gd name="csX368" fmla="*/ 204468 w 777265"/>
                <a:gd name="csY368" fmla="*/ 58283 h 743824"/>
                <a:gd name="csX369" fmla="*/ 206857 w 777265"/>
                <a:gd name="csY369" fmla="*/ 56850 h 743824"/>
                <a:gd name="csX370" fmla="*/ 208768 w 777265"/>
                <a:gd name="csY370" fmla="*/ 56372 h 743824"/>
                <a:gd name="csX371" fmla="*/ 209245 w 777265"/>
                <a:gd name="csY371" fmla="*/ 56372 h 743824"/>
                <a:gd name="csX372" fmla="*/ 209723 w 777265"/>
                <a:gd name="csY372" fmla="*/ 56372 h 743824"/>
                <a:gd name="csX373" fmla="*/ 210201 w 777265"/>
                <a:gd name="csY373" fmla="*/ 54939 h 743824"/>
                <a:gd name="csX374" fmla="*/ 210679 w 777265"/>
                <a:gd name="csY374" fmla="*/ 53028 h 743824"/>
                <a:gd name="csX375" fmla="*/ 210679 w 777265"/>
                <a:gd name="csY375" fmla="*/ 51595 h 743824"/>
                <a:gd name="csX376" fmla="*/ 210201 w 777265"/>
                <a:gd name="csY376" fmla="*/ 51595 h 743824"/>
                <a:gd name="csX377" fmla="*/ 206379 w 777265"/>
                <a:gd name="csY377" fmla="*/ 51117 h 743824"/>
                <a:gd name="csX378" fmla="*/ 203990 w 777265"/>
                <a:gd name="csY378" fmla="*/ 51117 h 743824"/>
                <a:gd name="csX379" fmla="*/ 199691 w 777265"/>
                <a:gd name="csY379" fmla="*/ 50639 h 743824"/>
                <a:gd name="csX380" fmla="*/ 197780 w 777265"/>
                <a:gd name="csY380" fmla="*/ 50162 h 743824"/>
                <a:gd name="csX381" fmla="*/ 197302 w 777265"/>
                <a:gd name="csY381" fmla="*/ 50162 h 743824"/>
                <a:gd name="csX382" fmla="*/ 197302 w 777265"/>
                <a:gd name="csY382" fmla="*/ 49684 h 743824"/>
                <a:gd name="csX383" fmla="*/ 197780 w 777265"/>
                <a:gd name="csY383" fmla="*/ 48728 h 743824"/>
                <a:gd name="csX384" fmla="*/ 198258 w 777265"/>
                <a:gd name="csY384" fmla="*/ 46817 h 743824"/>
                <a:gd name="csX385" fmla="*/ 197780 w 777265"/>
                <a:gd name="csY385" fmla="*/ 44429 h 743824"/>
                <a:gd name="csX386" fmla="*/ 195391 w 777265"/>
                <a:gd name="csY386" fmla="*/ 40607 h 743824"/>
                <a:gd name="csX387" fmla="*/ 193958 w 777265"/>
                <a:gd name="csY387" fmla="*/ 37263 h 743824"/>
                <a:gd name="csX388" fmla="*/ 193958 w 777265"/>
                <a:gd name="csY388" fmla="*/ 34874 h 743824"/>
                <a:gd name="csX389" fmla="*/ 193958 w 777265"/>
                <a:gd name="csY389" fmla="*/ 32008 h 743824"/>
                <a:gd name="csX390" fmla="*/ 193958 w 777265"/>
                <a:gd name="csY390" fmla="*/ 30097 h 743824"/>
                <a:gd name="csX391" fmla="*/ 193003 w 777265"/>
                <a:gd name="csY391" fmla="*/ 29141 h 743824"/>
                <a:gd name="csX392" fmla="*/ 187270 w 777265"/>
                <a:gd name="csY392" fmla="*/ 24842 h 743824"/>
                <a:gd name="csX393" fmla="*/ 185359 w 777265"/>
                <a:gd name="csY393" fmla="*/ 22453 h 743824"/>
                <a:gd name="csX394" fmla="*/ 184403 w 777265"/>
                <a:gd name="csY394" fmla="*/ 21020 h 743824"/>
                <a:gd name="csX395" fmla="*/ 182015 w 777265"/>
                <a:gd name="csY395" fmla="*/ 18632 h 743824"/>
                <a:gd name="csX396" fmla="*/ 182970 w 777265"/>
                <a:gd name="csY396" fmla="*/ 17676 h 743824"/>
                <a:gd name="csX397" fmla="*/ 183926 w 777265"/>
                <a:gd name="csY397" fmla="*/ 17676 h 743824"/>
                <a:gd name="csX398" fmla="*/ 184881 w 777265"/>
                <a:gd name="csY398" fmla="*/ 18632 h 743824"/>
                <a:gd name="csX399" fmla="*/ 185837 w 777265"/>
                <a:gd name="csY399" fmla="*/ 20065 h 743824"/>
                <a:gd name="csX400" fmla="*/ 186792 w 777265"/>
                <a:gd name="csY400" fmla="*/ 20542 h 743824"/>
                <a:gd name="csX401" fmla="*/ 186792 w 777265"/>
                <a:gd name="csY401" fmla="*/ 20542 h 743824"/>
                <a:gd name="csX402" fmla="*/ 187748 w 777265"/>
                <a:gd name="csY402" fmla="*/ 20542 h 743824"/>
                <a:gd name="csX403" fmla="*/ 193003 w 777265"/>
                <a:gd name="csY403" fmla="*/ 20542 h 743824"/>
                <a:gd name="csX404" fmla="*/ 194436 w 777265"/>
                <a:gd name="csY404" fmla="*/ 20542 h 743824"/>
                <a:gd name="csX405" fmla="*/ 194914 w 777265"/>
                <a:gd name="csY405" fmla="*/ 21020 h 743824"/>
                <a:gd name="csX406" fmla="*/ 195869 w 777265"/>
                <a:gd name="csY406" fmla="*/ 21498 h 743824"/>
                <a:gd name="csX407" fmla="*/ 196824 w 777265"/>
                <a:gd name="csY407" fmla="*/ 23409 h 743824"/>
                <a:gd name="csX408" fmla="*/ 197780 w 777265"/>
                <a:gd name="csY408" fmla="*/ 24364 h 743824"/>
                <a:gd name="csX409" fmla="*/ 197780 w 777265"/>
                <a:gd name="csY409" fmla="*/ 24364 h 743824"/>
                <a:gd name="csX410" fmla="*/ 199691 w 777265"/>
                <a:gd name="csY410" fmla="*/ 24364 h 743824"/>
                <a:gd name="csX411" fmla="*/ 203035 w 777265"/>
                <a:gd name="csY411" fmla="*/ 23886 h 743824"/>
                <a:gd name="csX412" fmla="*/ 204946 w 777265"/>
                <a:gd name="csY412" fmla="*/ 23886 h 743824"/>
                <a:gd name="csX413" fmla="*/ 204946 w 777265"/>
                <a:gd name="csY413" fmla="*/ 23886 h 743824"/>
                <a:gd name="csX414" fmla="*/ 206379 w 777265"/>
                <a:gd name="csY414" fmla="*/ 24364 h 743824"/>
                <a:gd name="csX415" fmla="*/ 207812 w 777265"/>
                <a:gd name="csY415" fmla="*/ 24842 h 743824"/>
                <a:gd name="csX416" fmla="*/ 207812 w 777265"/>
                <a:gd name="csY416" fmla="*/ 24842 h 743824"/>
                <a:gd name="csX417" fmla="*/ 210679 w 777265"/>
                <a:gd name="csY417" fmla="*/ 23886 h 743824"/>
                <a:gd name="csX418" fmla="*/ 210679 w 777265"/>
                <a:gd name="csY418" fmla="*/ 23886 h 743824"/>
                <a:gd name="csX419" fmla="*/ 211156 w 777265"/>
                <a:gd name="csY419" fmla="*/ 23886 h 743824"/>
                <a:gd name="csX420" fmla="*/ 212112 w 777265"/>
                <a:gd name="csY420" fmla="*/ 24364 h 743824"/>
                <a:gd name="csX421" fmla="*/ 215456 w 777265"/>
                <a:gd name="csY421" fmla="*/ 27231 h 743824"/>
                <a:gd name="csX422" fmla="*/ 216889 w 777265"/>
                <a:gd name="csY422" fmla="*/ 28664 h 743824"/>
                <a:gd name="csX423" fmla="*/ 218800 w 777265"/>
                <a:gd name="csY423" fmla="*/ 30097 h 743824"/>
                <a:gd name="csX424" fmla="*/ 218800 w 777265"/>
                <a:gd name="csY424" fmla="*/ 30097 h 743824"/>
                <a:gd name="csX425" fmla="*/ 220711 w 777265"/>
                <a:gd name="csY425" fmla="*/ 30097 h 743824"/>
                <a:gd name="csX426" fmla="*/ 221189 w 777265"/>
                <a:gd name="csY426" fmla="*/ 30097 h 743824"/>
                <a:gd name="csX427" fmla="*/ 223099 w 777265"/>
                <a:gd name="csY427" fmla="*/ 28664 h 743824"/>
                <a:gd name="csX428" fmla="*/ 223577 w 777265"/>
                <a:gd name="csY428" fmla="*/ 23886 h 743824"/>
                <a:gd name="csX429" fmla="*/ 224055 w 777265"/>
                <a:gd name="csY429" fmla="*/ 22453 h 743824"/>
                <a:gd name="csX430" fmla="*/ 225010 w 777265"/>
                <a:gd name="csY430" fmla="*/ 21975 h 743824"/>
                <a:gd name="csX431" fmla="*/ 225966 w 777265"/>
                <a:gd name="csY431" fmla="*/ 21975 h 743824"/>
                <a:gd name="csX432" fmla="*/ 225966 w 777265"/>
                <a:gd name="csY432" fmla="*/ 21975 h 743824"/>
                <a:gd name="csX433" fmla="*/ 225966 w 777265"/>
                <a:gd name="csY433" fmla="*/ 21975 h 743824"/>
                <a:gd name="csX434" fmla="*/ 227399 w 777265"/>
                <a:gd name="csY434" fmla="*/ 21498 h 743824"/>
                <a:gd name="csX435" fmla="*/ 228832 w 777265"/>
                <a:gd name="csY435" fmla="*/ 20542 h 743824"/>
                <a:gd name="csX436" fmla="*/ 229788 w 777265"/>
                <a:gd name="csY436" fmla="*/ 20065 h 743824"/>
                <a:gd name="csX437" fmla="*/ 235043 w 777265"/>
                <a:gd name="csY437" fmla="*/ 21020 h 743824"/>
                <a:gd name="csX438" fmla="*/ 235043 w 777265"/>
                <a:gd name="csY438" fmla="*/ 21020 h 743824"/>
                <a:gd name="csX439" fmla="*/ 235043 w 777265"/>
                <a:gd name="csY439" fmla="*/ 21020 h 743824"/>
                <a:gd name="csX440" fmla="*/ 236476 w 777265"/>
                <a:gd name="csY440" fmla="*/ 20542 h 743824"/>
                <a:gd name="csX441" fmla="*/ 241731 w 777265"/>
                <a:gd name="csY441" fmla="*/ 19109 h 743824"/>
                <a:gd name="csX442" fmla="*/ 246986 w 777265"/>
                <a:gd name="csY442" fmla="*/ 17676 h 743824"/>
                <a:gd name="csX443" fmla="*/ 248419 w 777265"/>
                <a:gd name="csY443" fmla="*/ 15765 h 743824"/>
                <a:gd name="csX444" fmla="*/ 250330 w 777265"/>
                <a:gd name="csY444" fmla="*/ 14809 h 743824"/>
                <a:gd name="csX445" fmla="*/ 250808 w 777265"/>
                <a:gd name="csY445" fmla="*/ 14809 h 743824"/>
                <a:gd name="csX446" fmla="*/ 252241 w 777265"/>
                <a:gd name="csY446" fmla="*/ 13376 h 743824"/>
                <a:gd name="csX447" fmla="*/ 253674 w 777265"/>
                <a:gd name="csY447" fmla="*/ 13854 h 743824"/>
                <a:gd name="csX448" fmla="*/ 253674 w 777265"/>
                <a:gd name="csY448" fmla="*/ 13854 h 743824"/>
                <a:gd name="csX449" fmla="*/ 255585 w 777265"/>
                <a:gd name="csY449" fmla="*/ 13854 h 743824"/>
                <a:gd name="csX450" fmla="*/ 256063 w 777265"/>
                <a:gd name="csY450" fmla="*/ 13854 h 743824"/>
                <a:gd name="csX451" fmla="*/ 257018 w 777265"/>
                <a:gd name="csY451" fmla="*/ 13376 h 743824"/>
                <a:gd name="csX452" fmla="*/ 257018 w 777265"/>
                <a:gd name="csY452" fmla="*/ 13376 h 743824"/>
                <a:gd name="csX453" fmla="*/ 257974 w 777265"/>
                <a:gd name="csY453" fmla="*/ 13376 h 743824"/>
                <a:gd name="csX454" fmla="*/ 258452 w 777265"/>
                <a:gd name="csY454" fmla="*/ 12421 h 743824"/>
                <a:gd name="csX455" fmla="*/ 259885 w 777265"/>
                <a:gd name="csY455" fmla="*/ 10510 h 743824"/>
                <a:gd name="csX456" fmla="*/ 261318 w 777265"/>
                <a:gd name="csY456" fmla="*/ 9555 h 743824"/>
                <a:gd name="csX457" fmla="*/ 263229 w 777265"/>
                <a:gd name="csY457" fmla="*/ 9077 h 743824"/>
                <a:gd name="csX458" fmla="*/ 264184 w 777265"/>
                <a:gd name="csY458" fmla="*/ 8121 h 743824"/>
                <a:gd name="csX459" fmla="*/ 265140 w 777265"/>
                <a:gd name="csY459" fmla="*/ 6688 h 743824"/>
                <a:gd name="csX460" fmla="*/ 265617 w 777265"/>
                <a:gd name="csY460" fmla="*/ 5733 h 743824"/>
                <a:gd name="csX461" fmla="*/ 265617 w 777265"/>
                <a:gd name="csY461" fmla="*/ 4777 h 743824"/>
                <a:gd name="csX462" fmla="*/ 265140 w 777265"/>
                <a:gd name="csY462" fmla="*/ 3344 h 743824"/>
                <a:gd name="csX463" fmla="*/ 264184 w 777265"/>
                <a:gd name="csY463" fmla="*/ 1911 h 743824"/>
                <a:gd name="csX464" fmla="*/ 263706 w 777265"/>
                <a:gd name="csY464" fmla="*/ 1433 h 743824"/>
                <a:gd name="csX465" fmla="*/ 263229 w 777265"/>
                <a:gd name="csY465" fmla="*/ 956 h 743824"/>
                <a:gd name="csX466" fmla="*/ 264662 w 777265"/>
                <a:gd name="csY466" fmla="*/ 956 h 743824"/>
                <a:gd name="csX467" fmla="*/ 264662 w 777265"/>
                <a:gd name="csY467" fmla="*/ 956 h 743824"/>
                <a:gd name="csX468" fmla="*/ 266095 w 777265"/>
                <a:gd name="csY468" fmla="*/ 1433 h 743824"/>
                <a:gd name="csX469" fmla="*/ 266095 w 777265"/>
                <a:gd name="csY469" fmla="*/ 1433 h 743824"/>
                <a:gd name="csX470" fmla="*/ 268484 w 777265"/>
                <a:gd name="csY470" fmla="*/ 1433 h 743824"/>
                <a:gd name="csX471" fmla="*/ 268484 w 777265"/>
                <a:gd name="csY471" fmla="*/ 1433 h 743824"/>
                <a:gd name="csX472" fmla="*/ 268484 w 777265"/>
                <a:gd name="csY472" fmla="*/ 1433 h 743824"/>
                <a:gd name="csX473" fmla="*/ 269439 w 777265"/>
                <a:gd name="csY473" fmla="*/ 956 h 743824"/>
                <a:gd name="csX474" fmla="*/ 270872 w 777265"/>
                <a:gd name="csY474" fmla="*/ 956 h 743824"/>
                <a:gd name="csX475" fmla="*/ 270872 w 777265"/>
                <a:gd name="csY475" fmla="*/ 956 h 743824"/>
                <a:gd name="csX476" fmla="*/ 271350 w 777265"/>
                <a:gd name="csY476" fmla="*/ 956 h 743824"/>
                <a:gd name="csX477" fmla="*/ 272783 w 777265"/>
                <a:gd name="csY477" fmla="*/ 0 h 743824"/>
                <a:gd name="csX478" fmla="*/ 274217 w 777265"/>
                <a:gd name="csY478" fmla="*/ 478 h 743824"/>
                <a:gd name="csX479" fmla="*/ 274217 w 777265"/>
                <a:gd name="csY479" fmla="*/ 478 h 743824"/>
                <a:gd name="csX480" fmla="*/ 274694 w 777265"/>
                <a:gd name="csY480" fmla="*/ 478 h 743824"/>
                <a:gd name="csX481" fmla="*/ 275650 w 777265"/>
                <a:gd name="csY481" fmla="*/ 1433 h 743824"/>
                <a:gd name="csX482" fmla="*/ 276128 w 777265"/>
                <a:gd name="csY482" fmla="*/ 2389 h 743824"/>
                <a:gd name="csX483" fmla="*/ 277561 w 777265"/>
                <a:gd name="csY483" fmla="*/ 3344 h 743824"/>
                <a:gd name="csX484" fmla="*/ 277561 w 777265"/>
                <a:gd name="csY484" fmla="*/ 4777 h 743824"/>
                <a:gd name="csX485" fmla="*/ 277083 w 777265"/>
                <a:gd name="csY485" fmla="*/ 6210 h 743824"/>
                <a:gd name="csX486" fmla="*/ 277083 w 777265"/>
                <a:gd name="csY486" fmla="*/ 8121 h 743824"/>
                <a:gd name="csX487" fmla="*/ 277083 w 777265"/>
                <a:gd name="csY487" fmla="*/ 9555 h 743824"/>
                <a:gd name="csX488" fmla="*/ 276128 w 777265"/>
                <a:gd name="csY488" fmla="*/ 10988 h 743824"/>
                <a:gd name="csX489" fmla="*/ 275172 w 777265"/>
                <a:gd name="csY489" fmla="*/ 11943 h 743824"/>
                <a:gd name="csX490" fmla="*/ 274694 w 777265"/>
                <a:gd name="csY490" fmla="*/ 12421 h 743824"/>
                <a:gd name="csX491" fmla="*/ 274694 w 777265"/>
                <a:gd name="csY491" fmla="*/ 13376 h 743824"/>
                <a:gd name="csX492" fmla="*/ 275172 w 777265"/>
                <a:gd name="csY492" fmla="*/ 13854 h 743824"/>
                <a:gd name="csX493" fmla="*/ 275650 w 777265"/>
                <a:gd name="csY493" fmla="*/ 13854 h 743824"/>
                <a:gd name="csX494" fmla="*/ 276605 w 777265"/>
                <a:gd name="csY494" fmla="*/ 13854 h 743824"/>
                <a:gd name="csX495" fmla="*/ 278516 w 777265"/>
                <a:gd name="csY495" fmla="*/ 13854 h 743824"/>
                <a:gd name="csX496" fmla="*/ 279472 w 777265"/>
                <a:gd name="csY496" fmla="*/ 14332 h 743824"/>
                <a:gd name="csX497" fmla="*/ 280905 w 777265"/>
                <a:gd name="csY497" fmla="*/ 14332 h 743824"/>
                <a:gd name="csX498" fmla="*/ 282816 w 777265"/>
                <a:gd name="csY498" fmla="*/ 15287 h 743824"/>
                <a:gd name="csX499" fmla="*/ 283294 w 777265"/>
                <a:gd name="csY499" fmla="*/ 15765 h 743824"/>
                <a:gd name="csX500" fmla="*/ 283771 w 777265"/>
                <a:gd name="csY500" fmla="*/ 16721 h 743824"/>
                <a:gd name="csX501" fmla="*/ 282816 w 777265"/>
                <a:gd name="csY501" fmla="*/ 17676 h 743824"/>
                <a:gd name="csX502" fmla="*/ 282816 w 777265"/>
                <a:gd name="csY502" fmla="*/ 18632 h 743824"/>
                <a:gd name="csX503" fmla="*/ 283294 w 777265"/>
                <a:gd name="csY503" fmla="*/ 19587 h 743824"/>
                <a:gd name="csX504" fmla="*/ 283771 w 777265"/>
                <a:gd name="csY504" fmla="*/ 20065 h 743824"/>
                <a:gd name="csX505" fmla="*/ 285204 w 777265"/>
                <a:gd name="csY505" fmla="*/ 22453 h 743824"/>
                <a:gd name="csX506" fmla="*/ 285682 w 777265"/>
                <a:gd name="csY506" fmla="*/ 23409 h 743824"/>
                <a:gd name="csX507" fmla="*/ 286160 w 777265"/>
                <a:gd name="csY507" fmla="*/ 23409 h 743824"/>
                <a:gd name="csX508" fmla="*/ 286638 w 777265"/>
                <a:gd name="csY508" fmla="*/ 23886 h 743824"/>
                <a:gd name="csX509" fmla="*/ 286160 w 777265"/>
                <a:gd name="csY509" fmla="*/ 24842 h 743824"/>
                <a:gd name="csX510" fmla="*/ 285204 w 777265"/>
                <a:gd name="csY510" fmla="*/ 26275 h 743824"/>
                <a:gd name="csX511" fmla="*/ 284249 w 777265"/>
                <a:gd name="csY511" fmla="*/ 27231 h 743824"/>
                <a:gd name="csX512" fmla="*/ 283771 w 777265"/>
                <a:gd name="csY512" fmla="*/ 28186 h 743824"/>
                <a:gd name="csX513" fmla="*/ 282816 w 777265"/>
                <a:gd name="csY513" fmla="*/ 29141 h 743824"/>
                <a:gd name="csX514" fmla="*/ 280427 w 777265"/>
                <a:gd name="csY514" fmla="*/ 30097 h 743824"/>
                <a:gd name="csX515" fmla="*/ 280905 w 777265"/>
                <a:gd name="csY515" fmla="*/ 32486 h 743824"/>
                <a:gd name="csX516" fmla="*/ 280905 w 777265"/>
                <a:gd name="csY516" fmla="*/ 33919 h 743824"/>
                <a:gd name="csX517" fmla="*/ 280905 w 777265"/>
                <a:gd name="csY517" fmla="*/ 34874 h 743824"/>
                <a:gd name="csX518" fmla="*/ 279949 w 777265"/>
                <a:gd name="csY518" fmla="*/ 35830 h 743824"/>
                <a:gd name="csX519" fmla="*/ 278516 w 777265"/>
                <a:gd name="csY519" fmla="*/ 39174 h 743824"/>
                <a:gd name="csX520" fmla="*/ 278038 w 777265"/>
                <a:gd name="csY520" fmla="*/ 41085 h 743824"/>
                <a:gd name="csX521" fmla="*/ 277561 w 777265"/>
                <a:gd name="csY521" fmla="*/ 45384 h 743824"/>
                <a:gd name="csX522" fmla="*/ 277561 w 777265"/>
                <a:gd name="csY522" fmla="*/ 46817 h 743824"/>
                <a:gd name="csX523" fmla="*/ 278516 w 777265"/>
                <a:gd name="csY523" fmla="*/ 48251 h 743824"/>
                <a:gd name="csX524" fmla="*/ 279949 w 777265"/>
                <a:gd name="csY524" fmla="*/ 52550 h 743824"/>
                <a:gd name="csX525" fmla="*/ 280427 w 777265"/>
                <a:gd name="csY525" fmla="*/ 53028 h 743824"/>
                <a:gd name="csX526" fmla="*/ 282338 w 777265"/>
                <a:gd name="csY526" fmla="*/ 53983 h 743824"/>
                <a:gd name="csX527" fmla="*/ 282816 w 777265"/>
                <a:gd name="csY527" fmla="*/ 56850 h 743824"/>
                <a:gd name="csX528" fmla="*/ 282338 w 777265"/>
                <a:gd name="csY528" fmla="*/ 59716 h 743824"/>
                <a:gd name="csX529" fmla="*/ 282338 w 777265"/>
                <a:gd name="csY529" fmla="*/ 60672 h 743824"/>
                <a:gd name="csX530" fmla="*/ 282816 w 777265"/>
                <a:gd name="csY530" fmla="*/ 61149 h 743824"/>
                <a:gd name="csX531" fmla="*/ 283771 w 777265"/>
                <a:gd name="csY531" fmla="*/ 61627 h 743824"/>
                <a:gd name="csX532" fmla="*/ 284249 w 777265"/>
                <a:gd name="csY532" fmla="*/ 62105 h 743824"/>
                <a:gd name="csX533" fmla="*/ 284249 w 777265"/>
                <a:gd name="csY533" fmla="*/ 62582 h 743824"/>
                <a:gd name="csX534" fmla="*/ 284249 w 777265"/>
                <a:gd name="csY534" fmla="*/ 63538 h 743824"/>
                <a:gd name="csX535" fmla="*/ 285682 w 777265"/>
                <a:gd name="csY535" fmla="*/ 64016 h 743824"/>
                <a:gd name="csX536" fmla="*/ 286638 w 777265"/>
                <a:gd name="csY536" fmla="*/ 64493 h 743824"/>
                <a:gd name="csX537" fmla="*/ 288071 w 777265"/>
                <a:gd name="csY537" fmla="*/ 65927 h 743824"/>
                <a:gd name="csX538" fmla="*/ 289982 w 777265"/>
                <a:gd name="csY538" fmla="*/ 67838 h 743824"/>
                <a:gd name="csX539" fmla="*/ 290937 w 777265"/>
                <a:gd name="csY539" fmla="*/ 67838 h 743824"/>
                <a:gd name="csX540" fmla="*/ 290937 w 777265"/>
                <a:gd name="csY540" fmla="*/ 68793 h 743824"/>
                <a:gd name="csX541" fmla="*/ 292848 w 777265"/>
                <a:gd name="csY541" fmla="*/ 70226 h 743824"/>
                <a:gd name="csX542" fmla="*/ 295237 w 777265"/>
                <a:gd name="csY542" fmla="*/ 70704 h 743824"/>
                <a:gd name="csX543" fmla="*/ 298103 w 777265"/>
                <a:gd name="csY543" fmla="*/ 71659 h 743824"/>
                <a:gd name="csX544" fmla="*/ 299059 w 777265"/>
                <a:gd name="csY544" fmla="*/ 72615 h 743824"/>
                <a:gd name="csX545" fmla="*/ 300014 w 777265"/>
                <a:gd name="csY545" fmla="*/ 73570 h 743824"/>
                <a:gd name="csX546" fmla="*/ 300492 w 777265"/>
                <a:gd name="csY546" fmla="*/ 73570 h 743824"/>
                <a:gd name="csX547" fmla="*/ 300970 w 777265"/>
                <a:gd name="csY547" fmla="*/ 73570 h 743824"/>
                <a:gd name="csX548" fmla="*/ 300970 w 777265"/>
                <a:gd name="csY548" fmla="*/ 73570 h 743824"/>
                <a:gd name="csX549" fmla="*/ 301447 w 777265"/>
                <a:gd name="csY549" fmla="*/ 73570 h 743824"/>
                <a:gd name="csX550" fmla="*/ 301925 w 777265"/>
                <a:gd name="csY550" fmla="*/ 73570 h 743824"/>
                <a:gd name="csX551" fmla="*/ 302880 w 777265"/>
                <a:gd name="csY551" fmla="*/ 72615 h 743824"/>
                <a:gd name="csX552" fmla="*/ 303836 w 777265"/>
                <a:gd name="csY552" fmla="*/ 72137 h 743824"/>
                <a:gd name="csX553" fmla="*/ 305269 w 777265"/>
                <a:gd name="csY553" fmla="*/ 72137 h 743824"/>
                <a:gd name="csX554" fmla="*/ 307180 w 777265"/>
                <a:gd name="csY554" fmla="*/ 72137 h 743824"/>
                <a:gd name="csX555" fmla="*/ 307180 w 777265"/>
                <a:gd name="csY555" fmla="*/ 72137 h 743824"/>
                <a:gd name="csX556" fmla="*/ 307180 w 777265"/>
                <a:gd name="csY556" fmla="*/ 72137 h 743824"/>
                <a:gd name="csX557" fmla="*/ 307658 w 777265"/>
                <a:gd name="csY557" fmla="*/ 71659 h 743824"/>
                <a:gd name="csX558" fmla="*/ 307658 w 777265"/>
                <a:gd name="csY558" fmla="*/ 70704 h 743824"/>
                <a:gd name="csX559" fmla="*/ 307180 w 777265"/>
                <a:gd name="csY559" fmla="*/ 69271 h 743824"/>
                <a:gd name="csX560" fmla="*/ 308135 w 777265"/>
                <a:gd name="csY560" fmla="*/ 68793 h 743824"/>
                <a:gd name="csX561" fmla="*/ 309569 w 777265"/>
                <a:gd name="csY561" fmla="*/ 68315 h 743824"/>
                <a:gd name="csX562" fmla="*/ 309569 w 777265"/>
                <a:gd name="csY562" fmla="*/ 68315 h 743824"/>
                <a:gd name="csX563" fmla="*/ 310046 w 777265"/>
                <a:gd name="csY563" fmla="*/ 67360 h 743824"/>
                <a:gd name="csX564" fmla="*/ 310046 w 777265"/>
                <a:gd name="csY564" fmla="*/ 66882 h 743824"/>
                <a:gd name="csX565" fmla="*/ 310524 w 777265"/>
                <a:gd name="csY565" fmla="*/ 66405 h 743824"/>
                <a:gd name="csX566" fmla="*/ 311002 w 777265"/>
                <a:gd name="csY566" fmla="*/ 66405 h 743824"/>
                <a:gd name="csX567" fmla="*/ 311002 w 777265"/>
                <a:gd name="csY567" fmla="*/ 66405 h 743824"/>
                <a:gd name="csX568" fmla="*/ 311479 w 777265"/>
                <a:gd name="csY568" fmla="*/ 66882 h 743824"/>
                <a:gd name="csX569" fmla="*/ 312435 w 777265"/>
                <a:gd name="csY569" fmla="*/ 66882 h 743824"/>
                <a:gd name="csX570" fmla="*/ 313868 w 777265"/>
                <a:gd name="csY570" fmla="*/ 67360 h 743824"/>
                <a:gd name="csX571" fmla="*/ 314346 w 777265"/>
                <a:gd name="csY571" fmla="*/ 67838 h 743824"/>
                <a:gd name="csX572" fmla="*/ 314824 w 777265"/>
                <a:gd name="csY572" fmla="*/ 67838 h 743824"/>
                <a:gd name="csX573" fmla="*/ 315301 w 777265"/>
                <a:gd name="csY573" fmla="*/ 67838 h 743824"/>
                <a:gd name="csX574" fmla="*/ 316735 w 777265"/>
                <a:gd name="csY574" fmla="*/ 67838 h 743824"/>
                <a:gd name="csX575" fmla="*/ 316735 w 777265"/>
                <a:gd name="csY575" fmla="*/ 67838 h 743824"/>
                <a:gd name="csX576" fmla="*/ 317212 w 777265"/>
                <a:gd name="csY576" fmla="*/ 67360 h 743824"/>
                <a:gd name="csX577" fmla="*/ 317690 w 777265"/>
                <a:gd name="csY577" fmla="*/ 66882 h 743824"/>
                <a:gd name="csX578" fmla="*/ 317690 w 777265"/>
                <a:gd name="csY578" fmla="*/ 65449 h 743824"/>
                <a:gd name="csX579" fmla="*/ 318168 w 777265"/>
                <a:gd name="csY579" fmla="*/ 65449 h 743824"/>
                <a:gd name="csX580" fmla="*/ 319601 w 777265"/>
                <a:gd name="csY580" fmla="*/ 64971 h 743824"/>
                <a:gd name="csX581" fmla="*/ 320079 w 777265"/>
                <a:gd name="csY581" fmla="*/ 64971 h 743824"/>
                <a:gd name="csX582" fmla="*/ 321512 w 777265"/>
                <a:gd name="csY582" fmla="*/ 64493 h 743824"/>
                <a:gd name="csX583" fmla="*/ 323423 w 777265"/>
                <a:gd name="csY583" fmla="*/ 64493 h 743824"/>
                <a:gd name="csX584" fmla="*/ 325334 w 777265"/>
                <a:gd name="csY584" fmla="*/ 64493 h 743824"/>
                <a:gd name="csX585" fmla="*/ 325334 w 777265"/>
                <a:gd name="csY585" fmla="*/ 64493 h 743824"/>
                <a:gd name="csX586" fmla="*/ 326289 w 777265"/>
                <a:gd name="csY586" fmla="*/ 64016 h 743824"/>
                <a:gd name="csX587" fmla="*/ 327245 w 777265"/>
                <a:gd name="csY587" fmla="*/ 63060 h 743824"/>
                <a:gd name="csX588" fmla="*/ 329155 w 777265"/>
                <a:gd name="csY588" fmla="*/ 60672 h 743824"/>
                <a:gd name="csX589" fmla="*/ 330111 w 777265"/>
                <a:gd name="csY589" fmla="*/ 60194 h 743824"/>
                <a:gd name="csX590" fmla="*/ 330589 w 777265"/>
                <a:gd name="csY590" fmla="*/ 59716 h 743824"/>
                <a:gd name="csX591" fmla="*/ 331066 w 777265"/>
                <a:gd name="csY591" fmla="*/ 59716 h 743824"/>
                <a:gd name="csX592" fmla="*/ 331544 w 777265"/>
                <a:gd name="csY592" fmla="*/ 59716 h 743824"/>
                <a:gd name="csX593" fmla="*/ 331544 w 777265"/>
                <a:gd name="csY593" fmla="*/ 59716 h 743824"/>
                <a:gd name="csX594" fmla="*/ 332022 w 777265"/>
                <a:gd name="csY594" fmla="*/ 59716 h 743824"/>
                <a:gd name="csX595" fmla="*/ 333455 w 777265"/>
                <a:gd name="csY595" fmla="*/ 59239 h 743824"/>
                <a:gd name="csX596" fmla="*/ 334888 w 777265"/>
                <a:gd name="csY596" fmla="*/ 58761 h 743824"/>
                <a:gd name="csX597" fmla="*/ 335366 w 777265"/>
                <a:gd name="csY597" fmla="*/ 58761 h 743824"/>
                <a:gd name="csX598" fmla="*/ 336321 w 777265"/>
                <a:gd name="csY598" fmla="*/ 60194 h 743824"/>
                <a:gd name="csX599" fmla="*/ 336799 w 777265"/>
                <a:gd name="csY599" fmla="*/ 60672 h 743824"/>
                <a:gd name="csX600" fmla="*/ 336799 w 777265"/>
                <a:gd name="csY600" fmla="*/ 60672 h 743824"/>
                <a:gd name="csX601" fmla="*/ 337754 w 777265"/>
                <a:gd name="csY601" fmla="*/ 60672 h 743824"/>
                <a:gd name="csX602" fmla="*/ 340143 w 777265"/>
                <a:gd name="csY602" fmla="*/ 61149 h 743824"/>
                <a:gd name="csX603" fmla="*/ 340621 w 777265"/>
                <a:gd name="csY603" fmla="*/ 61149 h 743824"/>
                <a:gd name="csX604" fmla="*/ 341577 w 777265"/>
                <a:gd name="csY604" fmla="*/ 61149 h 743824"/>
                <a:gd name="csX605" fmla="*/ 343010 w 777265"/>
                <a:gd name="csY605" fmla="*/ 60672 h 743824"/>
                <a:gd name="csX606" fmla="*/ 344443 w 777265"/>
                <a:gd name="csY606" fmla="*/ 60672 h 743824"/>
                <a:gd name="csX607" fmla="*/ 345876 w 777265"/>
                <a:gd name="csY607" fmla="*/ 60672 h 743824"/>
                <a:gd name="csX608" fmla="*/ 345876 w 777265"/>
                <a:gd name="csY608" fmla="*/ 60672 h 743824"/>
                <a:gd name="csX609" fmla="*/ 345876 w 777265"/>
                <a:gd name="csY609" fmla="*/ 60672 h 743824"/>
                <a:gd name="csX610" fmla="*/ 346831 w 777265"/>
                <a:gd name="csY610" fmla="*/ 60194 h 743824"/>
                <a:gd name="csX611" fmla="*/ 347309 w 777265"/>
                <a:gd name="csY611" fmla="*/ 60194 h 743824"/>
                <a:gd name="csX612" fmla="*/ 347787 w 777265"/>
                <a:gd name="csY612" fmla="*/ 60194 h 743824"/>
                <a:gd name="csX613" fmla="*/ 349220 w 777265"/>
                <a:gd name="csY613" fmla="*/ 60194 h 743824"/>
                <a:gd name="csX614" fmla="*/ 352564 w 777265"/>
                <a:gd name="csY614" fmla="*/ 61149 h 743824"/>
                <a:gd name="csX615" fmla="*/ 356386 w 777265"/>
                <a:gd name="csY615" fmla="*/ 62105 h 743824"/>
                <a:gd name="csX616" fmla="*/ 357819 w 777265"/>
                <a:gd name="csY616" fmla="*/ 61627 h 743824"/>
                <a:gd name="csX617" fmla="*/ 358297 w 777265"/>
                <a:gd name="csY617" fmla="*/ 61149 h 743824"/>
                <a:gd name="csX618" fmla="*/ 358297 w 777265"/>
                <a:gd name="csY618" fmla="*/ 59716 h 743824"/>
                <a:gd name="csX619" fmla="*/ 358775 w 777265"/>
                <a:gd name="csY619" fmla="*/ 58283 h 743824"/>
                <a:gd name="csX620" fmla="*/ 357819 w 777265"/>
                <a:gd name="csY620" fmla="*/ 57328 h 743824"/>
                <a:gd name="csX621" fmla="*/ 356386 w 777265"/>
                <a:gd name="csY621" fmla="*/ 56372 h 743824"/>
                <a:gd name="csX622" fmla="*/ 355431 w 777265"/>
                <a:gd name="csY622" fmla="*/ 54939 h 743824"/>
                <a:gd name="csX623" fmla="*/ 355431 w 777265"/>
                <a:gd name="csY623" fmla="*/ 54939 h 743824"/>
                <a:gd name="csX624" fmla="*/ 353997 w 777265"/>
                <a:gd name="csY624" fmla="*/ 54461 h 743824"/>
                <a:gd name="csX625" fmla="*/ 354475 w 777265"/>
                <a:gd name="csY625" fmla="*/ 53506 h 743824"/>
                <a:gd name="csX626" fmla="*/ 354953 w 777265"/>
                <a:gd name="csY626" fmla="*/ 53506 h 743824"/>
                <a:gd name="csX627" fmla="*/ 354953 w 777265"/>
                <a:gd name="csY627" fmla="*/ 53028 h 743824"/>
                <a:gd name="csX628" fmla="*/ 355908 w 777265"/>
                <a:gd name="csY628" fmla="*/ 52550 h 743824"/>
                <a:gd name="csX629" fmla="*/ 356386 w 777265"/>
                <a:gd name="csY629" fmla="*/ 52073 h 743824"/>
                <a:gd name="csX630" fmla="*/ 356864 w 777265"/>
                <a:gd name="csY630" fmla="*/ 50162 h 743824"/>
                <a:gd name="csX631" fmla="*/ 357342 w 777265"/>
                <a:gd name="csY631" fmla="*/ 49684 h 743824"/>
                <a:gd name="csX632" fmla="*/ 357819 w 777265"/>
                <a:gd name="csY632" fmla="*/ 49684 h 743824"/>
                <a:gd name="csX633" fmla="*/ 358297 w 777265"/>
                <a:gd name="csY633" fmla="*/ 49684 h 743824"/>
                <a:gd name="csX634" fmla="*/ 359252 w 777265"/>
                <a:gd name="csY634" fmla="*/ 50162 h 743824"/>
                <a:gd name="csX635" fmla="*/ 362119 w 777265"/>
                <a:gd name="csY635" fmla="*/ 51595 h 743824"/>
                <a:gd name="csX636" fmla="*/ 363552 w 777265"/>
                <a:gd name="csY636" fmla="*/ 51595 h 743824"/>
                <a:gd name="csX637" fmla="*/ 369285 w 777265"/>
                <a:gd name="csY637" fmla="*/ 51117 h 743824"/>
                <a:gd name="csX638" fmla="*/ 369762 w 777265"/>
                <a:gd name="csY638" fmla="*/ 50162 h 743824"/>
                <a:gd name="csX639" fmla="*/ 371196 w 777265"/>
                <a:gd name="csY639" fmla="*/ 50162 h 743824"/>
                <a:gd name="csX640" fmla="*/ 373107 w 777265"/>
                <a:gd name="csY640" fmla="*/ 49206 h 743824"/>
                <a:gd name="csX641" fmla="*/ 373584 w 777265"/>
                <a:gd name="csY641" fmla="*/ 49206 h 743824"/>
                <a:gd name="csX642" fmla="*/ 373584 w 777265"/>
                <a:gd name="csY642" fmla="*/ 49206 h 743824"/>
                <a:gd name="csX643" fmla="*/ 374540 w 777265"/>
                <a:gd name="csY643" fmla="*/ 49206 h 743824"/>
                <a:gd name="csX644" fmla="*/ 375495 w 777265"/>
                <a:gd name="csY644" fmla="*/ 49206 h 743824"/>
                <a:gd name="csX645" fmla="*/ 376451 w 777265"/>
                <a:gd name="csY645" fmla="*/ 48251 h 743824"/>
                <a:gd name="csX646" fmla="*/ 376928 w 777265"/>
                <a:gd name="csY646" fmla="*/ 48251 h 743824"/>
                <a:gd name="csX647" fmla="*/ 377406 w 777265"/>
                <a:gd name="csY647" fmla="*/ 49206 h 743824"/>
                <a:gd name="csX648" fmla="*/ 377406 w 777265"/>
                <a:gd name="csY648" fmla="*/ 49206 h 743824"/>
                <a:gd name="csX649" fmla="*/ 378361 w 777265"/>
                <a:gd name="csY649" fmla="*/ 50162 h 743824"/>
                <a:gd name="csX650" fmla="*/ 379317 w 777265"/>
                <a:gd name="csY650" fmla="*/ 51117 h 743824"/>
                <a:gd name="csX651" fmla="*/ 379795 w 777265"/>
                <a:gd name="csY651" fmla="*/ 51117 h 743824"/>
                <a:gd name="csX652" fmla="*/ 381228 w 777265"/>
                <a:gd name="csY652" fmla="*/ 50639 h 743824"/>
                <a:gd name="csX653" fmla="*/ 382184 w 777265"/>
                <a:gd name="csY653" fmla="*/ 51117 h 743824"/>
                <a:gd name="csX654" fmla="*/ 382661 w 777265"/>
                <a:gd name="csY654" fmla="*/ 52073 h 743824"/>
                <a:gd name="csX655" fmla="*/ 382661 w 777265"/>
                <a:gd name="csY655" fmla="*/ 52550 h 743824"/>
                <a:gd name="csX656" fmla="*/ 383617 w 777265"/>
                <a:gd name="csY656" fmla="*/ 53028 h 743824"/>
                <a:gd name="csX657" fmla="*/ 384094 w 777265"/>
                <a:gd name="csY657" fmla="*/ 53028 h 743824"/>
                <a:gd name="csX658" fmla="*/ 384572 w 777265"/>
                <a:gd name="csY658" fmla="*/ 53028 h 743824"/>
                <a:gd name="csX659" fmla="*/ 385050 w 777265"/>
                <a:gd name="csY659" fmla="*/ 53506 h 743824"/>
                <a:gd name="csX660" fmla="*/ 385527 w 777265"/>
                <a:gd name="csY660" fmla="*/ 53983 h 743824"/>
                <a:gd name="csX661" fmla="*/ 386483 w 777265"/>
                <a:gd name="csY661" fmla="*/ 54461 h 743824"/>
                <a:gd name="csX662" fmla="*/ 387916 w 777265"/>
                <a:gd name="csY662" fmla="*/ 55417 h 743824"/>
                <a:gd name="csX663" fmla="*/ 390783 w 777265"/>
                <a:gd name="csY663" fmla="*/ 56372 h 743824"/>
                <a:gd name="csX664" fmla="*/ 392216 w 777265"/>
                <a:gd name="csY664" fmla="*/ 56372 h 743824"/>
                <a:gd name="csX665" fmla="*/ 393171 w 777265"/>
                <a:gd name="csY665" fmla="*/ 56372 h 743824"/>
                <a:gd name="csX666" fmla="*/ 394127 w 777265"/>
                <a:gd name="csY666" fmla="*/ 56850 h 743824"/>
                <a:gd name="csX667" fmla="*/ 394604 w 777265"/>
                <a:gd name="csY667" fmla="*/ 56372 h 743824"/>
                <a:gd name="csX668" fmla="*/ 396515 w 777265"/>
                <a:gd name="csY668" fmla="*/ 55417 h 743824"/>
                <a:gd name="csX669" fmla="*/ 397471 w 777265"/>
                <a:gd name="csY669" fmla="*/ 54939 h 743824"/>
                <a:gd name="csX670" fmla="*/ 398904 w 777265"/>
                <a:gd name="csY670" fmla="*/ 53983 h 743824"/>
                <a:gd name="csX671" fmla="*/ 399859 w 777265"/>
                <a:gd name="csY671" fmla="*/ 53506 h 743824"/>
                <a:gd name="csX672" fmla="*/ 400815 w 777265"/>
                <a:gd name="csY672" fmla="*/ 53028 h 743824"/>
                <a:gd name="csX673" fmla="*/ 401293 w 777265"/>
                <a:gd name="csY673" fmla="*/ 52550 h 743824"/>
                <a:gd name="csX674" fmla="*/ 401293 w 777265"/>
                <a:gd name="csY674" fmla="*/ 52550 h 743824"/>
                <a:gd name="csX675" fmla="*/ 401293 w 777265"/>
                <a:gd name="csY675" fmla="*/ 53028 h 743824"/>
                <a:gd name="csX676" fmla="*/ 401770 w 777265"/>
                <a:gd name="csY676" fmla="*/ 53506 h 743824"/>
                <a:gd name="csX677" fmla="*/ 401770 w 777265"/>
                <a:gd name="csY677" fmla="*/ 53506 h 743824"/>
                <a:gd name="csX678" fmla="*/ 402726 w 777265"/>
                <a:gd name="csY678" fmla="*/ 53983 h 743824"/>
                <a:gd name="csX679" fmla="*/ 405115 w 777265"/>
                <a:gd name="csY679" fmla="*/ 54461 h 743824"/>
                <a:gd name="csX680" fmla="*/ 406548 w 777265"/>
                <a:gd name="csY680" fmla="*/ 54461 h 743824"/>
                <a:gd name="csX681" fmla="*/ 407981 w 777265"/>
                <a:gd name="csY681" fmla="*/ 53983 h 743824"/>
                <a:gd name="csX682" fmla="*/ 408936 w 777265"/>
                <a:gd name="csY682" fmla="*/ 53028 h 743824"/>
                <a:gd name="csX683" fmla="*/ 409892 w 777265"/>
                <a:gd name="csY683" fmla="*/ 53028 h 743824"/>
                <a:gd name="csX684" fmla="*/ 410847 w 777265"/>
                <a:gd name="csY684" fmla="*/ 53506 h 743824"/>
                <a:gd name="csX685" fmla="*/ 411325 w 777265"/>
                <a:gd name="csY685" fmla="*/ 54939 h 743824"/>
                <a:gd name="csX686" fmla="*/ 411803 w 777265"/>
                <a:gd name="csY686" fmla="*/ 55417 h 743824"/>
                <a:gd name="csX687" fmla="*/ 412758 w 777265"/>
                <a:gd name="csY687" fmla="*/ 55417 h 743824"/>
                <a:gd name="csX688" fmla="*/ 414669 w 777265"/>
                <a:gd name="csY688" fmla="*/ 55417 h 743824"/>
                <a:gd name="csX689" fmla="*/ 416102 w 777265"/>
                <a:gd name="csY689" fmla="*/ 55894 h 743824"/>
                <a:gd name="csX690" fmla="*/ 417058 w 777265"/>
                <a:gd name="csY690" fmla="*/ 55894 h 743824"/>
                <a:gd name="csX691" fmla="*/ 418491 w 777265"/>
                <a:gd name="csY691" fmla="*/ 55417 h 743824"/>
                <a:gd name="csX692" fmla="*/ 418968 w 777265"/>
                <a:gd name="csY692" fmla="*/ 54461 h 743824"/>
                <a:gd name="csX693" fmla="*/ 420880 w 777265"/>
                <a:gd name="csY693" fmla="*/ 53506 h 743824"/>
                <a:gd name="csX694" fmla="*/ 422313 w 777265"/>
                <a:gd name="csY694" fmla="*/ 52550 h 743824"/>
                <a:gd name="csX695" fmla="*/ 423268 w 777265"/>
                <a:gd name="csY695" fmla="*/ 51595 h 743824"/>
                <a:gd name="csX696" fmla="*/ 424701 w 777265"/>
                <a:gd name="csY696" fmla="*/ 49684 h 743824"/>
                <a:gd name="csX697" fmla="*/ 425179 w 777265"/>
                <a:gd name="csY697" fmla="*/ 48728 h 743824"/>
                <a:gd name="csX698" fmla="*/ 425179 w 777265"/>
                <a:gd name="csY698" fmla="*/ 47295 h 743824"/>
                <a:gd name="csX699" fmla="*/ 427090 w 777265"/>
                <a:gd name="csY699" fmla="*/ 43473 h 743824"/>
                <a:gd name="csX700" fmla="*/ 428045 w 777265"/>
                <a:gd name="csY700" fmla="*/ 42518 h 743824"/>
                <a:gd name="csX701" fmla="*/ 428523 w 777265"/>
                <a:gd name="csY701" fmla="*/ 41563 h 743824"/>
                <a:gd name="csX702" fmla="*/ 429001 w 777265"/>
                <a:gd name="csY702" fmla="*/ 40129 h 743824"/>
                <a:gd name="csX703" fmla="*/ 429001 w 777265"/>
                <a:gd name="csY703" fmla="*/ 38696 h 743824"/>
                <a:gd name="csX704" fmla="*/ 429479 w 777265"/>
                <a:gd name="csY704" fmla="*/ 37741 h 743824"/>
                <a:gd name="csX705" fmla="*/ 430912 w 777265"/>
                <a:gd name="csY705" fmla="*/ 36785 h 743824"/>
                <a:gd name="csX706" fmla="*/ 431867 w 777265"/>
                <a:gd name="csY706" fmla="*/ 35830 h 743824"/>
                <a:gd name="csX707" fmla="*/ 432823 w 777265"/>
                <a:gd name="csY707" fmla="*/ 34397 h 743824"/>
                <a:gd name="csX708" fmla="*/ 433778 w 777265"/>
                <a:gd name="csY708" fmla="*/ 32963 h 743824"/>
                <a:gd name="csX709" fmla="*/ 436167 w 777265"/>
                <a:gd name="csY709" fmla="*/ 29141 h 743824"/>
                <a:gd name="csX710" fmla="*/ 436167 w 777265"/>
                <a:gd name="csY710" fmla="*/ 28186 h 743824"/>
                <a:gd name="csX711" fmla="*/ 437122 w 777265"/>
                <a:gd name="csY711" fmla="*/ 27708 h 743824"/>
                <a:gd name="csX712" fmla="*/ 437122 w 777265"/>
                <a:gd name="csY712" fmla="*/ 27708 h 743824"/>
                <a:gd name="csX713" fmla="*/ 437600 w 777265"/>
                <a:gd name="csY713" fmla="*/ 26753 h 743824"/>
                <a:gd name="csX714" fmla="*/ 438556 w 777265"/>
                <a:gd name="csY714" fmla="*/ 25798 h 743824"/>
                <a:gd name="csX715" fmla="*/ 439511 w 777265"/>
                <a:gd name="csY715" fmla="*/ 25320 h 743824"/>
                <a:gd name="csX716" fmla="*/ 439989 w 777265"/>
                <a:gd name="csY716" fmla="*/ 24364 h 743824"/>
                <a:gd name="csX717" fmla="*/ 440466 w 777265"/>
                <a:gd name="csY717" fmla="*/ 23409 h 743824"/>
                <a:gd name="csX718" fmla="*/ 440944 w 777265"/>
                <a:gd name="csY718" fmla="*/ 22931 h 743824"/>
                <a:gd name="csX719" fmla="*/ 442377 w 777265"/>
                <a:gd name="csY719" fmla="*/ 21975 h 743824"/>
                <a:gd name="csX720" fmla="*/ 442855 w 777265"/>
                <a:gd name="csY720" fmla="*/ 21975 h 743824"/>
                <a:gd name="csX721" fmla="*/ 442855 w 777265"/>
                <a:gd name="csY721" fmla="*/ 21498 h 743824"/>
                <a:gd name="csX722" fmla="*/ 444766 w 777265"/>
                <a:gd name="csY722" fmla="*/ 18632 h 743824"/>
                <a:gd name="csX723" fmla="*/ 445244 w 777265"/>
                <a:gd name="csY723" fmla="*/ 17198 h 743824"/>
                <a:gd name="csX724" fmla="*/ 447155 w 777265"/>
                <a:gd name="csY724" fmla="*/ 17198 h 743824"/>
                <a:gd name="csX725" fmla="*/ 449543 w 777265"/>
                <a:gd name="csY725" fmla="*/ 18632 h 743824"/>
                <a:gd name="csX726" fmla="*/ 451932 w 777265"/>
                <a:gd name="csY726" fmla="*/ 21020 h 743824"/>
                <a:gd name="csX727" fmla="*/ 454798 w 777265"/>
                <a:gd name="csY727" fmla="*/ 28664 h 743824"/>
                <a:gd name="csX728" fmla="*/ 454798 w 777265"/>
                <a:gd name="csY728" fmla="*/ 35830 h 743824"/>
                <a:gd name="csX729" fmla="*/ 456232 w 777265"/>
                <a:gd name="csY729" fmla="*/ 39651 h 743824"/>
                <a:gd name="csX730" fmla="*/ 459575 w 777265"/>
                <a:gd name="csY730" fmla="*/ 47295 h 743824"/>
                <a:gd name="csX731" fmla="*/ 459575 w 777265"/>
                <a:gd name="csY731" fmla="*/ 48728 h 743824"/>
                <a:gd name="csX732" fmla="*/ 460053 w 777265"/>
                <a:gd name="csY732" fmla="*/ 50639 h 743824"/>
                <a:gd name="csX733" fmla="*/ 461487 w 777265"/>
                <a:gd name="csY733" fmla="*/ 52073 h 743824"/>
                <a:gd name="csX734" fmla="*/ 462442 w 777265"/>
                <a:gd name="csY734" fmla="*/ 55417 h 743824"/>
                <a:gd name="csX735" fmla="*/ 462442 w 777265"/>
                <a:gd name="csY735" fmla="*/ 55894 h 743824"/>
                <a:gd name="csX736" fmla="*/ 461487 w 777265"/>
                <a:gd name="csY736" fmla="*/ 56850 h 743824"/>
                <a:gd name="csX737" fmla="*/ 462920 w 777265"/>
                <a:gd name="csY737" fmla="*/ 56850 h 743824"/>
                <a:gd name="csX738" fmla="*/ 463875 w 777265"/>
                <a:gd name="csY738" fmla="*/ 57328 h 743824"/>
                <a:gd name="csX739" fmla="*/ 464353 w 777265"/>
                <a:gd name="csY739" fmla="*/ 59239 h 743824"/>
                <a:gd name="csX740" fmla="*/ 465308 w 777265"/>
                <a:gd name="csY740" fmla="*/ 60194 h 743824"/>
                <a:gd name="csX741" fmla="*/ 466741 w 777265"/>
                <a:gd name="csY741" fmla="*/ 62105 h 743824"/>
                <a:gd name="csX742" fmla="*/ 470086 w 777265"/>
                <a:gd name="csY742" fmla="*/ 62582 h 743824"/>
                <a:gd name="csX743" fmla="*/ 471997 w 777265"/>
                <a:gd name="csY743" fmla="*/ 63060 h 743824"/>
                <a:gd name="csX744" fmla="*/ 474863 w 777265"/>
                <a:gd name="csY744" fmla="*/ 64016 h 743824"/>
                <a:gd name="csX745" fmla="*/ 476774 w 777265"/>
                <a:gd name="csY745" fmla="*/ 64971 h 743824"/>
                <a:gd name="csX746" fmla="*/ 478207 w 777265"/>
                <a:gd name="csY746" fmla="*/ 69748 h 743824"/>
                <a:gd name="csX747" fmla="*/ 477729 w 777265"/>
                <a:gd name="csY747" fmla="*/ 72137 h 743824"/>
                <a:gd name="csX748" fmla="*/ 477729 w 777265"/>
                <a:gd name="csY748" fmla="*/ 74048 h 743824"/>
                <a:gd name="csX749" fmla="*/ 477252 w 777265"/>
                <a:gd name="csY749" fmla="*/ 75004 h 743824"/>
                <a:gd name="csX750" fmla="*/ 474863 w 777265"/>
                <a:gd name="csY750" fmla="*/ 75959 h 743824"/>
                <a:gd name="csX751" fmla="*/ 474385 w 777265"/>
                <a:gd name="csY751" fmla="*/ 76914 h 743824"/>
                <a:gd name="csX752" fmla="*/ 470086 w 777265"/>
                <a:gd name="csY752" fmla="*/ 80258 h 743824"/>
                <a:gd name="csX753" fmla="*/ 469130 w 777265"/>
                <a:gd name="csY753" fmla="*/ 81692 h 743824"/>
                <a:gd name="csX754" fmla="*/ 466741 w 777265"/>
                <a:gd name="csY754" fmla="*/ 83603 h 743824"/>
                <a:gd name="csX755" fmla="*/ 464353 w 777265"/>
                <a:gd name="csY755" fmla="*/ 87424 h 743824"/>
                <a:gd name="csX756" fmla="*/ 461009 w 777265"/>
                <a:gd name="csY756" fmla="*/ 91246 h 743824"/>
                <a:gd name="csX757" fmla="*/ 459575 w 777265"/>
                <a:gd name="csY757" fmla="*/ 92202 h 743824"/>
                <a:gd name="csX758" fmla="*/ 457665 w 777265"/>
                <a:gd name="csY758" fmla="*/ 92202 h 743824"/>
                <a:gd name="csX759" fmla="*/ 456709 w 777265"/>
                <a:gd name="csY759" fmla="*/ 92680 h 743824"/>
                <a:gd name="csX760" fmla="*/ 453843 w 777265"/>
                <a:gd name="csY760" fmla="*/ 96024 h 743824"/>
                <a:gd name="csX761" fmla="*/ 450499 w 777265"/>
                <a:gd name="csY761" fmla="*/ 96979 h 743824"/>
                <a:gd name="csX762" fmla="*/ 450021 w 777265"/>
                <a:gd name="csY762" fmla="*/ 98412 h 743824"/>
                <a:gd name="csX763" fmla="*/ 448110 w 777265"/>
                <a:gd name="csY763" fmla="*/ 102234 h 743824"/>
                <a:gd name="csX764" fmla="*/ 446199 w 777265"/>
                <a:gd name="csY764" fmla="*/ 104623 h 743824"/>
                <a:gd name="csX765" fmla="*/ 445244 w 777265"/>
                <a:gd name="csY765" fmla="*/ 105100 h 743824"/>
                <a:gd name="csX766" fmla="*/ 441900 w 777265"/>
                <a:gd name="csY766" fmla="*/ 108922 h 743824"/>
                <a:gd name="csX767" fmla="*/ 441900 w 777265"/>
                <a:gd name="csY767" fmla="*/ 110833 h 743824"/>
                <a:gd name="csX768" fmla="*/ 441900 w 777265"/>
                <a:gd name="csY768" fmla="*/ 113700 h 743824"/>
                <a:gd name="csX769" fmla="*/ 439989 w 777265"/>
                <a:gd name="csY769" fmla="*/ 115611 h 743824"/>
                <a:gd name="csX770" fmla="*/ 437600 w 777265"/>
                <a:gd name="csY770" fmla="*/ 116566 h 743824"/>
                <a:gd name="csX771" fmla="*/ 437600 w 777265"/>
                <a:gd name="csY771" fmla="*/ 118955 h 743824"/>
                <a:gd name="csX772" fmla="*/ 436645 w 777265"/>
                <a:gd name="csY772" fmla="*/ 119910 h 743824"/>
                <a:gd name="csX773" fmla="*/ 435689 w 777265"/>
                <a:gd name="csY773" fmla="*/ 120388 h 743824"/>
                <a:gd name="csX774" fmla="*/ 431867 w 777265"/>
                <a:gd name="csY774" fmla="*/ 119910 h 743824"/>
                <a:gd name="csX775" fmla="*/ 425179 w 777265"/>
                <a:gd name="csY775" fmla="*/ 122777 h 743824"/>
                <a:gd name="csX776" fmla="*/ 423268 w 777265"/>
                <a:gd name="csY776" fmla="*/ 123254 h 743824"/>
                <a:gd name="csX777" fmla="*/ 429957 w 777265"/>
                <a:gd name="csY777" fmla="*/ 123254 h 743824"/>
                <a:gd name="csX778" fmla="*/ 432345 w 777265"/>
                <a:gd name="csY778" fmla="*/ 124687 h 743824"/>
                <a:gd name="csX779" fmla="*/ 437122 w 777265"/>
                <a:gd name="csY779" fmla="*/ 123732 h 743824"/>
                <a:gd name="csX780" fmla="*/ 443333 w 777265"/>
                <a:gd name="csY780" fmla="*/ 120388 h 743824"/>
                <a:gd name="csX781" fmla="*/ 445722 w 777265"/>
                <a:gd name="csY781" fmla="*/ 119432 h 743824"/>
                <a:gd name="csX782" fmla="*/ 450021 w 777265"/>
                <a:gd name="csY782" fmla="*/ 117521 h 743824"/>
                <a:gd name="csX783" fmla="*/ 451932 w 777265"/>
                <a:gd name="csY783" fmla="*/ 115611 h 743824"/>
                <a:gd name="csX784" fmla="*/ 455276 w 777265"/>
                <a:gd name="csY784" fmla="*/ 113700 h 743824"/>
                <a:gd name="csX785" fmla="*/ 456232 w 777265"/>
                <a:gd name="csY785" fmla="*/ 113222 h 743824"/>
                <a:gd name="csX786" fmla="*/ 458142 w 777265"/>
                <a:gd name="csY786" fmla="*/ 112266 h 743824"/>
                <a:gd name="csX787" fmla="*/ 459098 w 777265"/>
                <a:gd name="csY787" fmla="*/ 113222 h 743824"/>
                <a:gd name="csX788" fmla="*/ 459098 w 777265"/>
                <a:gd name="csY788" fmla="*/ 114177 h 743824"/>
                <a:gd name="csX789" fmla="*/ 457665 w 777265"/>
                <a:gd name="csY789" fmla="*/ 115133 h 743824"/>
                <a:gd name="csX790" fmla="*/ 458142 w 777265"/>
                <a:gd name="csY790" fmla="*/ 116088 h 743824"/>
                <a:gd name="csX791" fmla="*/ 459098 w 777265"/>
                <a:gd name="csY791" fmla="*/ 117521 h 743824"/>
                <a:gd name="csX792" fmla="*/ 459575 w 777265"/>
                <a:gd name="csY792" fmla="*/ 118955 h 743824"/>
                <a:gd name="csX793" fmla="*/ 459575 w 777265"/>
                <a:gd name="csY793" fmla="*/ 119910 h 743824"/>
                <a:gd name="csX794" fmla="*/ 460531 w 777265"/>
                <a:gd name="csY794" fmla="*/ 122299 h 743824"/>
                <a:gd name="csX795" fmla="*/ 462442 w 777265"/>
                <a:gd name="csY795" fmla="*/ 124687 h 743824"/>
                <a:gd name="csX796" fmla="*/ 462442 w 777265"/>
                <a:gd name="csY796" fmla="*/ 125643 h 743824"/>
                <a:gd name="csX797" fmla="*/ 462442 w 777265"/>
                <a:gd name="csY797" fmla="*/ 127076 h 743824"/>
                <a:gd name="csX798" fmla="*/ 463398 w 777265"/>
                <a:gd name="csY798" fmla="*/ 128031 h 743824"/>
                <a:gd name="csX799" fmla="*/ 464353 w 777265"/>
                <a:gd name="csY799" fmla="*/ 128509 h 743824"/>
                <a:gd name="csX800" fmla="*/ 467697 w 777265"/>
                <a:gd name="csY800" fmla="*/ 131853 h 743824"/>
                <a:gd name="csX801" fmla="*/ 470564 w 777265"/>
                <a:gd name="csY801" fmla="*/ 129942 h 743824"/>
                <a:gd name="csX802" fmla="*/ 472474 w 777265"/>
                <a:gd name="csY802" fmla="*/ 129465 h 743824"/>
                <a:gd name="csX803" fmla="*/ 473430 w 777265"/>
                <a:gd name="csY803" fmla="*/ 128509 h 743824"/>
                <a:gd name="csX804" fmla="*/ 475818 w 777265"/>
                <a:gd name="csY804" fmla="*/ 128509 h 743824"/>
                <a:gd name="csX805" fmla="*/ 477729 w 777265"/>
                <a:gd name="csY805" fmla="*/ 128987 h 743824"/>
                <a:gd name="csX806" fmla="*/ 481551 w 777265"/>
                <a:gd name="csY806" fmla="*/ 129942 h 743824"/>
                <a:gd name="csX807" fmla="*/ 483940 w 777265"/>
                <a:gd name="csY807" fmla="*/ 128987 h 743824"/>
                <a:gd name="csX808" fmla="*/ 489673 w 777265"/>
                <a:gd name="csY808" fmla="*/ 126598 h 743824"/>
                <a:gd name="csX809" fmla="*/ 487762 w 777265"/>
                <a:gd name="csY809" fmla="*/ 130898 h 743824"/>
                <a:gd name="csX810" fmla="*/ 486329 w 777265"/>
                <a:gd name="csY810" fmla="*/ 134720 h 743824"/>
                <a:gd name="csX811" fmla="*/ 485851 w 777265"/>
                <a:gd name="csY811" fmla="*/ 136631 h 743824"/>
                <a:gd name="csX812" fmla="*/ 484895 w 777265"/>
                <a:gd name="csY812" fmla="*/ 140930 h 743824"/>
                <a:gd name="csX813" fmla="*/ 483940 w 777265"/>
                <a:gd name="csY813" fmla="*/ 141886 h 743824"/>
                <a:gd name="csX814" fmla="*/ 482984 w 777265"/>
                <a:gd name="csY814" fmla="*/ 143319 h 743824"/>
                <a:gd name="csX815" fmla="*/ 484417 w 777265"/>
                <a:gd name="csY815" fmla="*/ 142841 h 743824"/>
                <a:gd name="csX816" fmla="*/ 485373 w 777265"/>
                <a:gd name="csY816" fmla="*/ 142363 h 743824"/>
                <a:gd name="csX817" fmla="*/ 486806 w 777265"/>
                <a:gd name="csY817" fmla="*/ 140453 h 743824"/>
                <a:gd name="csX818" fmla="*/ 487762 w 777265"/>
                <a:gd name="csY818" fmla="*/ 137586 h 743824"/>
                <a:gd name="csX819" fmla="*/ 491583 w 777265"/>
                <a:gd name="csY819" fmla="*/ 129942 h 743824"/>
                <a:gd name="csX820" fmla="*/ 492539 w 777265"/>
                <a:gd name="csY820" fmla="*/ 128987 h 743824"/>
                <a:gd name="csX821" fmla="*/ 495883 w 777265"/>
                <a:gd name="csY821" fmla="*/ 128031 h 743824"/>
                <a:gd name="csX822" fmla="*/ 501616 w 777265"/>
                <a:gd name="csY822" fmla="*/ 121821 h 743824"/>
                <a:gd name="csX823" fmla="*/ 503527 w 777265"/>
                <a:gd name="csY823" fmla="*/ 122299 h 743824"/>
                <a:gd name="csX824" fmla="*/ 504960 w 777265"/>
                <a:gd name="csY824" fmla="*/ 123732 h 743824"/>
                <a:gd name="csX825" fmla="*/ 506393 w 777265"/>
                <a:gd name="csY825" fmla="*/ 124210 h 743824"/>
                <a:gd name="csX826" fmla="*/ 506871 w 777265"/>
                <a:gd name="csY826" fmla="*/ 122777 h 743824"/>
                <a:gd name="csX827" fmla="*/ 508782 w 777265"/>
                <a:gd name="csY827" fmla="*/ 121821 h 743824"/>
                <a:gd name="csX828" fmla="*/ 506871 w 777265"/>
                <a:gd name="csY828" fmla="*/ 121343 h 743824"/>
                <a:gd name="csX829" fmla="*/ 506393 w 777265"/>
                <a:gd name="csY829" fmla="*/ 120388 h 743824"/>
                <a:gd name="csX830" fmla="*/ 505915 w 777265"/>
                <a:gd name="csY830" fmla="*/ 118955 h 743824"/>
                <a:gd name="csX831" fmla="*/ 507348 w 777265"/>
                <a:gd name="csY831" fmla="*/ 117521 h 743824"/>
                <a:gd name="csX832" fmla="*/ 506871 w 777265"/>
                <a:gd name="csY832" fmla="*/ 116088 h 743824"/>
                <a:gd name="csX833" fmla="*/ 509737 w 777265"/>
                <a:gd name="csY833" fmla="*/ 114177 h 743824"/>
                <a:gd name="csX834" fmla="*/ 509259 w 777265"/>
                <a:gd name="csY834" fmla="*/ 112744 h 743824"/>
                <a:gd name="csX835" fmla="*/ 510215 w 777265"/>
                <a:gd name="csY835" fmla="*/ 111311 h 743824"/>
                <a:gd name="csX836" fmla="*/ 511648 w 777265"/>
                <a:gd name="csY836" fmla="*/ 110355 h 743824"/>
                <a:gd name="csX837" fmla="*/ 513081 w 777265"/>
                <a:gd name="csY837" fmla="*/ 109400 h 743824"/>
                <a:gd name="csX838" fmla="*/ 513081 w 777265"/>
                <a:gd name="csY838" fmla="*/ 108445 h 743824"/>
                <a:gd name="csX839" fmla="*/ 514037 w 777265"/>
                <a:gd name="csY839" fmla="*/ 107967 h 743824"/>
                <a:gd name="csX840" fmla="*/ 514992 w 777265"/>
                <a:gd name="csY840" fmla="*/ 107967 h 743824"/>
                <a:gd name="csX841" fmla="*/ 516425 w 777265"/>
                <a:gd name="csY841" fmla="*/ 108922 h 743824"/>
                <a:gd name="csX842" fmla="*/ 517859 w 777265"/>
                <a:gd name="csY842" fmla="*/ 107489 h 743824"/>
                <a:gd name="csX843" fmla="*/ 519292 w 777265"/>
                <a:gd name="csY843" fmla="*/ 107012 h 743824"/>
                <a:gd name="csX844" fmla="*/ 520247 w 777265"/>
                <a:gd name="csY844" fmla="*/ 107489 h 743824"/>
                <a:gd name="csX845" fmla="*/ 520725 w 777265"/>
                <a:gd name="csY845" fmla="*/ 107967 h 743824"/>
                <a:gd name="csX846" fmla="*/ 521680 w 777265"/>
                <a:gd name="csY846" fmla="*/ 108445 h 743824"/>
                <a:gd name="csX847" fmla="*/ 522636 w 777265"/>
                <a:gd name="csY847" fmla="*/ 107967 h 743824"/>
                <a:gd name="csX848" fmla="*/ 524547 w 777265"/>
                <a:gd name="csY848" fmla="*/ 107489 h 743824"/>
                <a:gd name="csX849" fmla="*/ 525980 w 777265"/>
                <a:gd name="csY849" fmla="*/ 108922 h 743824"/>
                <a:gd name="csX850" fmla="*/ 526936 w 777265"/>
                <a:gd name="csY850" fmla="*/ 108922 h 743824"/>
                <a:gd name="csX851" fmla="*/ 526936 w 777265"/>
                <a:gd name="csY851" fmla="*/ 108445 h 743824"/>
                <a:gd name="csX852" fmla="*/ 526458 w 777265"/>
                <a:gd name="csY852" fmla="*/ 107489 h 743824"/>
                <a:gd name="csX853" fmla="*/ 526936 w 777265"/>
                <a:gd name="csY853" fmla="*/ 107012 h 743824"/>
                <a:gd name="csX854" fmla="*/ 527413 w 777265"/>
                <a:gd name="csY854" fmla="*/ 106534 h 743824"/>
                <a:gd name="csX855" fmla="*/ 530280 w 777265"/>
                <a:gd name="csY855" fmla="*/ 107012 h 743824"/>
                <a:gd name="csX856" fmla="*/ 531235 w 777265"/>
                <a:gd name="csY856" fmla="*/ 107489 h 743824"/>
                <a:gd name="csX857" fmla="*/ 533146 w 777265"/>
                <a:gd name="csY857" fmla="*/ 108445 h 743824"/>
                <a:gd name="csX858" fmla="*/ 535057 w 777265"/>
                <a:gd name="csY858" fmla="*/ 108922 h 743824"/>
                <a:gd name="csX859" fmla="*/ 536490 w 777265"/>
                <a:gd name="csY859" fmla="*/ 108445 h 743824"/>
                <a:gd name="csX860" fmla="*/ 537446 w 777265"/>
                <a:gd name="csY860" fmla="*/ 109400 h 743824"/>
                <a:gd name="csX861" fmla="*/ 539356 w 777265"/>
                <a:gd name="csY861" fmla="*/ 109400 h 743824"/>
                <a:gd name="csX862" fmla="*/ 539834 w 777265"/>
                <a:gd name="csY862" fmla="*/ 110355 h 743824"/>
                <a:gd name="csX863" fmla="*/ 542701 w 777265"/>
                <a:gd name="csY863" fmla="*/ 111789 h 743824"/>
                <a:gd name="csX864" fmla="*/ 543178 w 777265"/>
                <a:gd name="csY864" fmla="*/ 112744 h 743824"/>
                <a:gd name="csX865" fmla="*/ 545089 w 777265"/>
                <a:gd name="csY865" fmla="*/ 113222 h 743824"/>
                <a:gd name="csX866" fmla="*/ 547000 w 777265"/>
                <a:gd name="csY866" fmla="*/ 113700 h 743824"/>
                <a:gd name="csX867" fmla="*/ 548911 w 777265"/>
                <a:gd name="csY867" fmla="*/ 114177 h 743824"/>
                <a:gd name="csX868" fmla="*/ 550822 w 777265"/>
                <a:gd name="csY868" fmla="*/ 113700 h 743824"/>
                <a:gd name="csX869" fmla="*/ 550822 w 777265"/>
                <a:gd name="csY869" fmla="*/ 115133 h 743824"/>
                <a:gd name="csX870" fmla="*/ 552255 w 777265"/>
                <a:gd name="csY870" fmla="*/ 115611 h 743824"/>
                <a:gd name="csX871" fmla="*/ 554166 w 777265"/>
                <a:gd name="csY871" fmla="*/ 115133 h 743824"/>
                <a:gd name="csX872" fmla="*/ 555599 w 777265"/>
                <a:gd name="csY872" fmla="*/ 116566 h 743824"/>
                <a:gd name="csX873" fmla="*/ 559899 w 777265"/>
                <a:gd name="csY873" fmla="*/ 117999 h 743824"/>
                <a:gd name="csX874" fmla="*/ 562287 w 777265"/>
                <a:gd name="csY874" fmla="*/ 119432 h 743824"/>
                <a:gd name="csX875" fmla="*/ 564198 w 777265"/>
                <a:gd name="csY875" fmla="*/ 119432 h 743824"/>
                <a:gd name="csX876" fmla="*/ 566109 w 777265"/>
                <a:gd name="csY876" fmla="*/ 119910 h 743824"/>
                <a:gd name="csX877" fmla="*/ 568020 w 777265"/>
                <a:gd name="csY877" fmla="*/ 123732 h 743824"/>
                <a:gd name="csX878" fmla="*/ 568498 w 777265"/>
                <a:gd name="csY878" fmla="*/ 126121 h 743824"/>
                <a:gd name="csX879" fmla="*/ 569453 w 777265"/>
                <a:gd name="csY879" fmla="*/ 125643 h 743824"/>
                <a:gd name="csX880" fmla="*/ 570409 w 777265"/>
                <a:gd name="csY880" fmla="*/ 124687 h 743824"/>
                <a:gd name="csX881" fmla="*/ 571364 w 777265"/>
                <a:gd name="csY881" fmla="*/ 122299 h 743824"/>
                <a:gd name="csX882" fmla="*/ 573753 w 777265"/>
                <a:gd name="csY882" fmla="*/ 121821 h 743824"/>
                <a:gd name="csX883" fmla="*/ 574708 w 777265"/>
                <a:gd name="csY883" fmla="*/ 122777 h 743824"/>
                <a:gd name="csX884" fmla="*/ 576619 w 777265"/>
                <a:gd name="csY884" fmla="*/ 123732 h 743824"/>
                <a:gd name="csX885" fmla="*/ 578530 w 777265"/>
                <a:gd name="csY885" fmla="*/ 125643 h 743824"/>
                <a:gd name="csX886" fmla="*/ 579486 w 777265"/>
                <a:gd name="csY886" fmla="*/ 126598 h 743824"/>
                <a:gd name="csX887" fmla="*/ 580441 w 777265"/>
                <a:gd name="csY887" fmla="*/ 126598 h 743824"/>
                <a:gd name="csX888" fmla="*/ 579486 w 777265"/>
                <a:gd name="csY888" fmla="*/ 127554 h 743824"/>
                <a:gd name="csX889" fmla="*/ 580441 w 777265"/>
                <a:gd name="csY889" fmla="*/ 127554 h 743824"/>
                <a:gd name="csX890" fmla="*/ 581874 w 777265"/>
                <a:gd name="csY890" fmla="*/ 126598 h 743824"/>
                <a:gd name="csX891" fmla="*/ 583308 w 777265"/>
                <a:gd name="csY891" fmla="*/ 128509 h 743824"/>
                <a:gd name="csX892" fmla="*/ 584263 w 777265"/>
                <a:gd name="csY892" fmla="*/ 130420 h 743824"/>
                <a:gd name="csX893" fmla="*/ 584263 w 777265"/>
                <a:gd name="csY893" fmla="*/ 132331 h 743824"/>
                <a:gd name="csX894" fmla="*/ 583308 w 777265"/>
                <a:gd name="csY894" fmla="*/ 133287 h 743824"/>
                <a:gd name="csX895" fmla="*/ 582830 w 777265"/>
                <a:gd name="csY895" fmla="*/ 134242 h 743824"/>
                <a:gd name="csX896" fmla="*/ 581874 w 777265"/>
                <a:gd name="csY896" fmla="*/ 135675 h 743824"/>
                <a:gd name="csX897" fmla="*/ 580919 w 777265"/>
                <a:gd name="csY897" fmla="*/ 135675 h 743824"/>
                <a:gd name="csX898" fmla="*/ 579963 w 777265"/>
                <a:gd name="csY898" fmla="*/ 136153 h 743824"/>
                <a:gd name="csX899" fmla="*/ 580919 w 777265"/>
                <a:gd name="csY899" fmla="*/ 137108 h 743824"/>
                <a:gd name="csX900" fmla="*/ 581874 w 777265"/>
                <a:gd name="csY900" fmla="*/ 138064 h 743824"/>
                <a:gd name="csX901" fmla="*/ 583308 w 777265"/>
                <a:gd name="csY901" fmla="*/ 135675 h 743824"/>
                <a:gd name="csX902" fmla="*/ 584741 w 777265"/>
                <a:gd name="csY902" fmla="*/ 134720 h 743824"/>
                <a:gd name="csX903" fmla="*/ 586174 w 777265"/>
                <a:gd name="csY903" fmla="*/ 134242 h 743824"/>
                <a:gd name="csX904" fmla="*/ 587129 w 777265"/>
                <a:gd name="csY904" fmla="*/ 136153 h 743824"/>
                <a:gd name="csX905" fmla="*/ 587129 w 777265"/>
                <a:gd name="csY905" fmla="*/ 138064 h 743824"/>
                <a:gd name="csX906" fmla="*/ 584741 w 777265"/>
                <a:gd name="csY906" fmla="*/ 138542 h 743824"/>
                <a:gd name="csX907" fmla="*/ 584741 w 777265"/>
                <a:gd name="csY907" fmla="*/ 139975 h 743824"/>
                <a:gd name="csX908" fmla="*/ 583785 w 777265"/>
                <a:gd name="csY908" fmla="*/ 140930 h 743824"/>
                <a:gd name="csX909" fmla="*/ 583308 w 777265"/>
                <a:gd name="csY909" fmla="*/ 141886 h 743824"/>
                <a:gd name="csX910" fmla="*/ 582830 w 777265"/>
                <a:gd name="csY910" fmla="*/ 143796 h 743824"/>
                <a:gd name="csX911" fmla="*/ 582352 w 777265"/>
                <a:gd name="csY911" fmla="*/ 145230 h 743824"/>
                <a:gd name="csX912" fmla="*/ 580441 w 777265"/>
                <a:gd name="csY912" fmla="*/ 151918 h 743824"/>
                <a:gd name="csX913" fmla="*/ 580441 w 777265"/>
                <a:gd name="csY913" fmla="*/ 153351 h 743824"/>
                <a:gd name="csX914" fmla="*/ 582352 w 777265"/>
                <a:gd name="csY914" fmla="*/ 151918 h 743824"/>
                <a:gd name="csX915" fmla="*/ 586174 w 777265"/>
                <a:gd name="csY915" fmla="*/ 148574 h 743824"/>
                <a:gd name="csX916" fmla="*/ 587129 w 777265"/>
                <a:gd name="csY916" fmla="*/ 144752 h 743824"/>
                <a:gd name="csX917" fmla="*/ 589040 w 777265"/>
                <a:gd name="csY917" fmla="*/ 140930 h 743824"/>
                <a:gd name="csX918" fmla="*/ 590473 w 777265"/>
                <a:gd name="csY918" fmla="*/ 139975 h 743824"/>
                <a:gd name="csX919" fmla="*/ 591429 w 777265"/>
                <a:gd name="csY919" fmla="*/ 139975 h 743824"/>
                <a:gd name="csX920" fmla="*/ 592862 w 777265"/>
                <a:gd name="csY920" fmla="*/ 140453 h 743824"/>
                <a:gd name="csX921" fmla="*/ 592862 w 777265"/>
                <a:gd name="csY921" fmla="*/ 141408 h 743824"/>
                <a:gd name="csX922" fmla="*/ 592862 w 777265"/>
                <a:gd name="csY922" fmla="*/ 142363 h 743824"/>
                <a:gd name="csX923" fmla="*/ 590951 w 777265"/>
                <a:gd name="csY923" fmla="*/ 143796 h 743824"/>
                <a:gd name="csX924" fmla="*/ 590473 w 777265"/>
                <a:gd name="csY924" fmla="*/ 145230 h 743824"/>
                <a:gd name="csX925" fmla="*/ 590951 w 777265"/>
                <a:gd name="csY925" fmla="*/ 146185 h 743824"/>
                <a:gd name="csX926" fmla="*/ 594773 w 777265"/>
                <a:gd name="csY926" fmla="*/ 142841 h 743824"/>
                <a:gd name="csX927" fmla="*/ 596206 w 777265"/>
                <a:gd name="csY927" fmla="*/ 141886 h 743824"/>
                <a:gd name="csX928" fmla="*/ 597639 w 777265"/>
                <a:gd name="csY928" fmla="*/ 141886 h 743824"/>
                <a:gd name="csX929" fmla="*/ 600506 w 777265"/>
                <a:gd name="csY929" fmla="*/ 140453 h 743824"/>
                <a:gd name="csX930" fmla="*/ 605761 w 777265"/>
                <a:gd name="csY930" fmla="*/ 140453 h 743824"/>
                <a:gd name="csX931" fmla="*/ 606238 w 777265"/>
                <a:gd name="csY931" fmla="*/ 139019 h 743824"/>
                <a:gd name="csX932" fmla="*/ 607194 w 777265"/>
                <a:gd name="csY932" fmla="*/ 138064 h 743824"/>
                <a:gd name="csX933" fmla="*/ 610060 w 777265"/>
                <a:gd name="csY933" fmla="*/ 138542 h 743824"/>
                <a:gd name="csX934" fmla="*/ 615793 w 777265"/>
                <a:gd name="csY934" fmla="*/ 139497 h 743824"/>
                <a:gd name="csX935" fmla="*/ 618182 w 777265"/>
                <a:gd name="csY935" fmla="*/ 140930 h 743824"/>
                <a:gd name="csX936" fmla="*/ 621048 w 777265"/>
                <a:gd name="csY936" fmla="*/ 141886 h 743824"/>
                <a:gd name="csX937" fmla="*/ 622959 w 777265"/>
                <a:gd name="csY937" fmla="*/ 143319 h 743824"/>
                <a:gd name="csX938" fmla="*/ 629647 w 777265"/>
                <a:gd name="csY938" fmla="*/ 145707 h 743824"/>
                <a:gd name="csX939" fmla="*/ 634425 w 777265"/>
                <a:gd name="csY939" fmla="*/ 145707 h 743824"/>
                <a:gd name="csX940" fmla="*/ 637291 w 777265"/>
                <a:gd name="csY940" fmla="*/ 144752 h 743824"/>
                <a:gd name="csX941" fmla="*/ 640157 w 777265"/>
                <a:gd name="csY941" fmla="*/ 146185 h 743824"/>
                <a:gd name="csX942" fmla="*/ 641591 w 777265"/>
                <a:gd name="csY942" fmla="*/ 147141 h 743824"/>
                <a:gd name="csX943" fmla="*/ 644935 w 777265"/>
                <a:gd name="csY943" fmla="*/ 148096 h 743824"/>
                <a:gd name="csX944" fmla="*/ 648279 w 777265"/>
                <a:gd name="csY944" fmla="*/ 148096 h 743824"/>
                <a:gd name="csX945" fmla="*/ 650667 w 777265"/>
                <a:gd name="csY945" fmla="*/ 147141 h 743824"/>
                <a:gd name="csX946" fmla="*/ 656878 w 777265"/>
                <a:gd name="csY946" fmla="*/ 147141 h 743824"/>
                <a:gd name="csX947" fmla="*/ 664999 w 777265"/>
                <a:gd name="csY947" fmla="*/ 145707 h 743824"/>
                <a:gd name="csX948" fmla="*/ 669776 w 777265"/>
                <a:gd name="csY948" fmla="*/ 146185 h 743824"/>
                <a:gd name="csX949" fmla="*/ 675032 w 777265"/>
                <a:gd name="csY949" fmla="*/ 147141 h 743824"/>
                <a:gd name="csX950" fmla="*/ 678853 w 777265"/>
                <a:gd name="csY950" fmla="*/ 149052 h 743824"/>
                <a:gd name="csX951" fmla="*/ 682198 w 777265"/>
                <a:gd name="csY951" fmla="*/ 150485 h 743824"/>
                <a:gd name="csX952" fmla="*/ 684108 w 777265"/>
                <a:gd name="csY952" fmla="*/ 151440 h 743824"/>
                <a:gd name="csX953" fmla="*/ 686975 w 777265"/>
                <a:gd name="csY953" fmla="*/ 152873 h 743824"/>
                <a:gd name="csX954" fmla="*/ 693663 w 777265"/>
                <a:gd name="csY954" fmla="*/ 156695 h 743824"/>
                <a:gd name="csX955" fmla="*/ 696052 w 777265"/>
                <a:gd name="csY955" fmla="*/ 158606 h 743824"/>
                <a:gd name="csX956" fmla="*/ 700351 w 777265"/>
                <a:gd name="csY956" fmla="*/ 161473 h 743824"/>
                <a:gd name="csX957" fmla="*/ 704651 w 777265"/>
                <a:gd name="csY957" fmla="*/ 162428 h 743824"/>
                <a:gd name="csX958" fmla="*/ 706562 w 777265"/>
                <a:gd name="csY958" fmla="*/ 165294 h 743824"/>
                <a:gd name="csX959" fmla="*/ 708473 w 777265"/>
                <a:gd name="csY959" fmla="*/ 166728 h 743824"/>
                <a:gd name="csX960" fmla="*/ 712772 w 777265"/>
                <a:gd name="csY960" fmla="*/ 171505 h 743824"/>
                <a:gd name="csX961" fmla="*/ 718027 w 777265"/>
                <a:gd name="csY961" fmla="*/ 174849 h 743824"/>
                <a:gd name="csX962" fmla="*/ 721371 w 777265"/>
                <a:gd name="csY962" fmla="*/ 178193 h 743824"/>
                <a:gd name="csX963" fmla="*/ 727582 w 777265"/>
                <a:gd name="csY963" fmla="*/ 180582 h 743824"/>
                <a:gd name="csX964" fmla="*/ 730448 w 777265"/>
                <a:gd name="csY964" fmla="*/ 183926 h 743824"/>
                <a:gd name="csX965" fmla="*/ 734748 w 777265"/>
                <a:gd name="csY965" fmla="*/ 184403 h 743824"/>
                <a:gd name="csX966" fmla="*/ 736659 w 777265"/>
                <a:gd name="csY966" fmla="*/ 184881 h 743824"/>
                <a:gd name="csX967" fmla="*/ 738570 w 777265"/>
                <a:gd name="csY967" fmla="*/ 186792 h 743824"/>
                <a:gd name="csX968" fmla="*/ 741914 w 777265"/>
                <a:gd name="csY968" fmla="*/ 187270 h 743824"/>
                <a:gd name="csX969" fmla="*/ 745736 w 777265"/>
                <a:gd name="csY969" fmla="*/ 187270 h 743824"/>
                <a:gd name="csX970" fmla="*/ 750513 w 777265"/>
                <a:gd name="csY970" fmla="*/ 187270 h 743824"/>
                <a:gd name="csX971" fmla="*/ 753857 w 777265"/>
                <a:gd name="csY971" fmla="*/ 186792 h 743824"/>
                <a:gd name="csX972" fmla="*/ 762456 w 777265"/>
                <a:gd name="csY972" fmla="*/ 187748 h 743824"/>
                <a:gd name="csX973" fmla="*/ 763889 w 777265"/>
                <a:gd name="csY973" fmla="*/ 188703 h 743824"/>
                <a:gd name="csX974" fmla="*/ 765800 w 777265"/>
                <a:gd name="csY974" fmla="*/ 190136 h 743824"/>
                <a:gd name="csX975" fmla="*/ 768667 w 777265"/>
                <a:gd name="csY975" fmla="*/ 195869 h 743824"/>
                <a:gd name="csX976" fmla="*/ 770578 w 777265"/>
                <a:gd name="csY976" fmla="*/ 202080 h 743824"/>
                <a:gd name="csX977" fmla="*/ 771533 w 777265"/>
                <a:gd name="csY977" fmla="*/ 207335 h 743824"/>
                <a:gd name="csX978" fmla="*/ 773444 w 777265"/>
                <a:gd name="csY978" fmla="*/ 210679 h 743824"/>
                <a:gd name="csX979" fmla="*/ 774877 w 777265"/>
                <a:gd name="csY979" fmla="*/ 217845 h 743824"/>
                <a:gd name="csX980" fmla="*/ 775832 w 777265"/>
                <a:gd name="csY980" fmla="*/ 220233 h 743824"/>
                <a:gd name="csX981" fmla="*/ 775832 w 777265"/>
                <a:gd name="csY981" fmla="*/ 222144 h 743824"/>
                <a:gd name="csX982" fmla="*/ 776788 w 777265"/>
                <a:gd name="csY982" fmla="*/ 222622 h 743824"/>
                <a:gd name="csX983" fmla="*/ 777266 w 777265"/>
                <a:gd name="csY983" fmla="*/ 227399 h 743824"/>
                <a:gd name="csX984" fmla="*/ 777266 w 777265"/>
                <a:gd name="csY984" fmla="*/ 229310 h 743824"/>
                <a:gd name="csX985" fmla="*/ 776310 w 777265"/>
                <a:gd name="csY985" fmla="*/ 231699 h 743824"/>
                <a:gd name="csX986" fmla="*/ 776310 w 777265"/>
                <a:gd name="csY986" fmla="*/ 232654 h 743824"/>
                <a:gd name="csX987" fmla="*/ 776310 w 777265"/>
                <a:gd name="csY987" fmla="*/ 233610 h 743824"/>
                <a:gd name="csX988" fmla="*/ 775832 w 777265"/>
                <a:gd name="csY988" fmla="*/ 234565 h 743824"/>
                <a:gd name="csX989" fmla="*/ 775832 w 777265"/>
                <a:gd name="csY989" fmla="*/ 235521 h 743824"/>
                <a:gd name="csX990" fmla="*/ 776788 w 777265"/>
                <a:gd name="csY990" fmla="*/ 237909 h 743824"/>
                <a:gd name="csX991" fmla="*/ 776788 w 777265"/>
                <a:gd name="csY991" fmla="*/ 239820 h 743824"/>
                <a:gd name="csX992" fmla="*/ 775355 w 777265"/>
                <a:gd name="csY992" fmla="*/ 241731 h 743824"/>
                <a:gd name="csX993" fmla="*/ 773922 w 777265"/>
                <a:gd name="csY993" fmla="*/ 247464 h 743824"/>
                <a:gd name="csX994" fmla="*/ 770100 w 777265"/>
                <a:gd name="csY994" fmla="*/ 257018 h 743824"/>
                <a:gd name="csX995" fmla="*/ 766756 w 777265"/>
                <a:gd name="csY995" fmla="*/ 262751 h 743824"/>
                <a:gd name="csX996" fmla="*/ 761501 w 777265"/>
                <a:gd name="csY996" fmla="*/ 268484 h 743824"/>
                <a:gd name="csX997" fmla="*/ 758156 w 777265"/>
                <a:gd name="csY997" fmla="*/ 271350 h 743824"/>
                <a:gd name="csX998" fmla="*/ 757201 w 777265"/>
                <a:gd name="csY998" fmla="*/ 271828 h 743824"/>
                <a:gd name="csX999" fmla="*/ 755768 w 777265"/>
                <a:gd name="csY999" fmla="*/ 270873 h 743824"/>
                <a:gd name="csX1000" fmla="*/ 756723 w 777265"/>
                <a:gd name="csY1000" fmla="*/ 272783 h 743824"/>
                <a:gd name="csX1001" fmla="*/ 755768 w 777265"/>
                <a:gd name="csY1001" fmla="*/ 274217 h 743824"/>
                <a:gd name="csX1002" fmla="*/ 752424 w 777265"/>
                <a:gd name="csY1002" fmla="*/ 278039 h 743824"/>
                <a:gd name="csX1003" fmla="*/ 749080 w 777265"/>
                <a:gd name="csY1003" fmla="*/ 280905 h 743824"/>
                <a:gd name="csX1004" fmla="*/ 745736 w 777265"/>
                <a:gd name="csY1004" fmla="*/ 285682 h 743824"/>
                <a:gd name="csX1005" fmla="*/ 745258 w 777265"/>
                <a:gd name="csY1005" fmla="*/ 285682 h 743824"/>
                <a:gd name="csX1006" fmla="*/ 740958 w 777265"/>
                <a:gd name="csY1006" fmla="*/ 287593 h 743824"/>
                <a:gd name="csX1007" fmla="*/ 738570 w 777265"/>
                <a:gd name="csY1007" fmla="*/ 289026 h 743824"/>
                <a:gd name="csX1008" fmla="*/ 734748 w 777265"/>
                <a:gd name="csY1008" fmla="*/ 291893 h 743824"/>
                <a:gd name="csX1009" fmla="*/ 731881 w 777265"/>
                <a:gd name="csY1009" fmla="*/ 296192 h 743824"/>
                <a:gd name="csX1010" fmla="*/ 731404 w 777265"/>
                <a:gd name="csY1010" fmla="*/ 296670 h 743824"/>
                <a:gd name="csX1011" fmla="*/ 729971 w 777265"/>
                <a:gd name="csY1011" fmla="*/ 296670 h 743824"/>
                <a:gd name="csX1012" fmla="*/ 729971 w 777265"/>
                <a:gd name="csY1012" fmla="*/ 298581 h 743824"/>
                <a:gd name="csX1013" fmla="*/ 727582 w 777265"/>
                <a:gd name="csY1013" fmla="*/ 301925 h 743824"/>
                <a:gd name="csX1014" fmla="*/ 726626 w 777265"/>
                <a:gd name="csY1014" fmla="*/ 302403 h 743824"/>
                <a:gd name="csX1015" fmla="*/ 726626 w 777265"/>
                <a:gd name="csY1015" fmla="*/ 301447 h 743824"/>
                <a:gd name="csX1016" fmla="*/ 727104 w 777265"/>
                <a:gd name="csY1016" fmla="*/ 300970 h 743824"/>
                <a:gd name="csX1017" fmla="*/ 727582 w 777265"/>
                <a:gd name="csY1017" fmla="*/ 300014 h 743824"/>
                <a:gd name="csX1018" fmla="*/ 727582 w 777265"/>
                <a:gd name="csY1018" fmla="*/ 299059 h 743824"/>
                <a:gd name="csX1019" fmla="*/ 726626 w 777265"/>
                <a:gd name="csY1019" fmla="*/ 300014 h 743824"/>
                <a:gd name="csX1020" fmla="*/ 725193 w 777265"/>
                <a:gd name="csY1020" fmla="*/ 302403 h 743824"/>
                <a:gd name="csX1021" fmla="*/ 725671 w 777265"/>
                <a:gd name="csY1021" fmla="*/ 304314 h 743824"/>
                <a:gd name="csX1022" fmla="*/ 724238 w 777265"/>
                <a:gd name="csY1022" fmla="*/ 307180 h 743824"/>
                <a:gd name="csX1023" fmla="*/ 719938 w 777265"/>
                <a:gd name="csY1023" fmla="*/ 315301 h 743824"/>
                <a:gd name="csX1024" fmla="*/ 714683 w 777265"/>
                <a:gd name="csY1024" fmla="*/ 322467 h 743824"/>
                <a:gd name="csX1025" fmla="*/ 713728 w 777265"/>
                <a:gd name="csY1025" fmla="*/ 324378 h 743824"/>
                <a:gd name="csX1026" fmla="*/ 708950 w 777265"/>
                <a:gd name="csY1026" fmla="*/ 329156 h 743824"/>
                <a:gd name="csX1027" fmla="*/ 706084 w 777265"/>
                <a:gd name="csY1027" fmla="*/ 331544 h 743824"/>
                <a:gd name="csX1028" fmla="*/ 705129 w 777265"/>
                <a:gd name="csY1028" fmla="*/ 331544 h 743824"/>
                <a:gd name="csX1029" fmla="*/ 704173 w 777265"/>
                <a:gd name="csY1029" fmla="*/ 331544 h 743824"/>
                <a:gd name="csX1030" fmla="*/ 703695 w 777265"/>
                <a:gd name="csY1030" fmla="*/ 327722 h 743824"/>
                <a:gd name="csX1031" fmla="*/ 700829 w 777265"/>
                <a:gd name="csY1031" fmla="*/ 325334 h 743824"/>
                <a:gd name="csX1032" fmla="*/ 700351 w 777265"/>
                <a:gd name="csY1032" fmla="*/ 325334 h 743824"/>
                <a:gd name="csX1033" fmla="*/ 698918 w 777265"/>
                <a:gd name="csY1033" fmla="*/ 327245 h 743824"/>
                <a:gd name="csX1034" fmla="*/ 698440 w 777265"/>
                <a:gd name="csY1034" fmla="*/ 328200 h 743824"/>
                <a:gd name="csX1035" fmla="*/ 697007 w 777265"/>
                <a:gd name="csY1035" fmla="*/ 328200 h 743824"/>
                <a:gd name="csX1036" fmla="*/ 698440 w 777265"/>
                <a:gd name="csY1036" fmla="*/ 329156 h 743824"/>
                <a:gd name="csX1037" fmla="*/ 698918 w 777265"/>
                <a:gd name="csY1037" fmla="*/ 330589 h 743824"/>
                <a:gd name="csX1038" fmla="*/ 697485 w 777265"/>
                <a:gd name="csY1038" fmla="*/ 332500 h 743824"/>
                <a:gd name="csX1039" fmla="*/ 697485 w 777265"/>
                <a:gd name="csY1039" fmla="*/ 334888 h 743824"/>
                <a:gd name="csX1040" fmla="*/ 695096 w 777265"/>
                <a:gd name="csY1040" fmla="*/ 337277 h 743824"/>
                <a:gd name="csX1041" fmla="*/ 693663 w 777265"/>
                <a:gd name="csY1041" fmla="*/ 338710 h 743824"/>
                <a:gd name="csX1042" fmla="*/ 692708 w 777265"/>
                <a:gd name="csY1042" fmla="*/ 341099 h 743824"/>
                <a:gd name="csX1043" fmla="*/ 692230 w 777265"/>
                <a:gd name="csY1043" fmla="*/ 343010 h 743824"/>
                <a:gd name="csX1044" fmla="*/ 693185 w 777265"/>
                <a:gd name="csY1044" fmla="*/ 342532 h 743824"/>
                <a:gd name="csX1045" fmla="*/ 694141 w 777265"/>
                <a:gd name="csY1045" fmla="*/ 343010 h 743824"/>
                <a:gd name="csX1046" fmla="*/ 694141 w 777265"/>
                <a:gd name="csY1046" fmla="*/ 343488 h 743824"/>
                <a:gd name="csX1047" fmla="*/ 694141 w 777265"/>
                <a:gd name="csY1047" fmla="*/ 344443 h 743824"/>
                <a:gd name="csX1048" fmla="*/ 693185 w 777265"/>
                <a:gd name="csY1048" fmla="*/ 346354 h 743824"/>
                <a:gd name="csX1049" fmla="*/ 693185 w 777265"/>
                <a:gd name="csY1049" fmla="*/ 350654 h 743824"/>
                <a:gd name="csX1050" fmla="*/ 693185 w 777265"/>
                <a:gd name="csY1050" fmla="*/ 351609 h 743824"/>
                <a:gd name="csX1051" fmla="*/ 694141 w 777265"/>
                <a:gd name="csY1051" fmla="*/ 352564 h 743824"/>
                <a:gd name="csX1052" fmla="*/ 694618 w 777265"/>
                <a:gd name="csY1052" fmla="*/ 350654 h 743824"/>
                <a:gd name="csX1053" fmla="*/ 695096 w 777265"/>
                <a:gd name="csY1053" fmla="*/ 351131 h 743824"/>
                <a:gd name="csX1054" fmla="*/ 692708 w 777265"/>
                <a:gd name="csY1054" fmla="*/ 363074 h 743824"/>
                <a:gd name="csX1055" fmla="*/ 693663 w 777265"/>
                <a:gd name="csY1055" fmla="*/ 368329 h 743824"/>
                <a:gd name="csX1056" fmla="*/ 694141 w 777265"/>
                <a:gd name="csY1056" fmla="*/ 374062 h 743824"/>
                <a:gd name="csX1057" fmla="*/ 695096 w 777265"/>
                <a:gd name="csY1057" fmla="*/ 379795 h 743824"/>
                <a:gd name="csX1058" fmla="*/ 696529 w 777265"/>
                <a:gd name="csY1058" fmla="*/ 385050 h 743824"/>
                <a:gd name="csX1059" fmla="*/ 696529 w 777265"/>
                <a:gd name="csY1059" fmla="*/ 385528 h 743824"/>
                <a:gd name="csX1060" fmla="*/ 694618 w 777265"/>
                <a:gd name="csY1060" fmla="*/ 391738 h 743824"/>
                <a:gd name="csX1061" fmla="*/ 692708 w 777265"/>
                <a:gd name="csY1061" fmla="*/ 397471 h 743824"/>
                <a:gd name="csX1062" fmla="*/ 691752 w 777265"/>
                <a:gd name="csY1062" fmla="*/ 402726 h 743824"/>
                <a:gd name="csX1063" fmla="*/ 690797 w 777265"/>
                <a:gd name="csY1063" fmla="*/ 407981 h 743824"/>
                <a:gd name="csX1064" fmla="*/ 689841 w 777265"/>
                <a:gd name="csY1064" fmla="*/ 410370 h 743824"/>
                <a:gd name="csX1065" fmla="*/ 689841 w 777265"/>
                <a:gd name="csY1065" fmla="*/ 412758 h 743824"/>
                <a:gd name="csX1066" fmla="*/ 690797 w 777265"/>
                <a:gd name="csY1066" fmla="*/ 418969 h 743824"/>
                <a:gd name="csX1067" fmla="*/ 690797 w 777265"/>
                <a:gd name="csY1067" fmla="*/ 420402 h 743824"/>
                <a:gd name="csX1068" fmla="*/ 688408 w 777265"/>
                <a:gd name="csY1068" fmla="*/ 423268 h 743824"/>
                <a:gd name="csX1069" fmla="*/ 686019 w 777265"/>
                <a:gd name="csY1069" fmla="*/ 424224 h 743824"/>
                <a:gd name="csX1070" fmla="*/ 684586 w 777265"/>
                <a:gd name="csY1070" fmla="*/ 425657 h 743824"/>
                <a:gd name="csX1071" fmla="*/ 681242 w 777265"/>
                <a:gd name="csY1071" fmla="*/ 430912 h 743824"/>
                <a:gd name="csX1072" fmla="*/ 679331 w 777265"/>
                <a:gd name="csY1072" fmla="*/ 438078 h 743824"/>
                <a:gd name="csX1073" fmla="*/ 679331 w 777265"/>
                <a:gd name="csY1073" fmla="*/ 441900 h 743824"/>
                <a:gd name="csX1074" fmla="*/ 680287 w 777265"/>
                <a:gd name="csY1074" fmla="*/ 450499 h 743824"/>
                <a:gd name="csX1075" fmla="*/ 679809 w 777265"/>
                <a:gd name="csY1075" fmla="*/ 453843 h 743824"/>
                <a:gd name="csX1076" fmla="*/ 678376 w 777265"/>
                <a:gd name="csY1076" fmla="*/ 456232 h 743824"/>
                <a:gd name="csX1077" fmla="*/ 677420 w 777265"/>
                <a:gd name="csY1077" fmla="*/ 457665 h 743824"/>
                <a:gd name="csX1078" fmla="*/ 674076 w 777265"/>
                <a:gd name="csY1078" fmla="*/ 459098 h 743824"/>
                <a:gd name="csX1079" fmla="*/ 671210 w 777265"/>
                <a:gd name="csY1079" fmla="*/ 463398 h 743824"/>
                <a:gd name="csX1080" fmla="*/ 670254 w 777265"/>
                <a:gd name="csY1080" fmla="*/ 468175 h 743824"/>
                <a:gd name="csX1081" fmla="*/ 668343 w 777265"/>
                <a:gd name="csY1081" fmla="*/ 469608 h 743824"/>
                <a:gd name="csX1082" fmla="*/ 667866 w 777265"/>
                <a:gd name="csY1082" fmla="*/ 472475 h 743824"/>
                <a:gd name="csX1083" fmla="*/ 666433 w 777265"/>
                <a:gd name="csY1083" fmla="*/ 475341 h 743824"/>
                <a:gd name="csX1084" fmla="*/ 662611 w 777265"/>
                <a:gd name="csY1084" fmla="*/ 479163 h 743824"/>
                <a:gd name="csX1085" fmla="*/ 659744 w 777265"/>
                <a:gd name="csY1085" fmla="*/ 480596 h 743824"/>
                <a:gd name="csX1086" fmla="*/ 658789 w 777265"/>
                <a:gd name="csY1086" fmla="*/ 481551 h 743824"/>
                <a:gd name="csX1087" fmla="*/ 657833 w 777265"/>
                <a:gd name="csY1087" fmla="*/ 483940 h 743824"/>
                <a:gd name="csX1088" fmla="*/ 655445 w 777265"/>
                <a:gd name="csY1088" fmla="*/ 488240 h 743824"/>
                <a:gd name="csX1089" fmla="*/ 653534 w 777265"/>
                <a:gd name="csY1089" fmla="*/ 493494 h 743824"/>
                <a:gd name="csX1090" fmla="*/ 654011 w 777265"/>
                <a:gd name="csY1090" fmla="*/ 494928 h 743824"/>
                <a:gd name="csX1091" fmla="*/ 654011 w 777265"/>
                <a:gd name="csY1091" fmla="*/ 495406 h 743824"/>
                <a:gd name="csX1092" fmla="*/ 654489 w 777265"/>
                <a:gd name="csY1092" fmla="*/ 501616 h 743824"/>
                <a:gd name="csX1093" fmla="*/ 654489 w 777265"/>
                <a:gd name="csY1093" fmla="*/ 503049 h 743824"/>
                <a:gd name="csX1094" fmla="*/ 652101 w 777265"/>
                <a:gd name="csY1094" fmla="*/ 504482 h 743824"/>
                <a:gd name="csX1095" fmla="*/ 643024 w 777265"/>
                <a:gd name="csY1095" fmla="*/ 507826 h 743824"/>
                <a:gd name="csX1096" fmla="*/ 640635 w 777265"/>
                <a:gd name="csY1096" fmla="*/ 509259 h 743824"/>
                <a:gd name="csX1097" fmla="*/ 634902 w 777265"/>
                <a:gd name="csY1097" fmla="*/ 514515 h 743824"/>
                <a:gd name="csX1098" fmla="*/ 634425 w 777265"/>
                <a:gd name="csY1098" fmla="*/ 515470 h 743824"/>
                <a:gd name="csX1099" fmla="*/ 634902 w 777265"/>
                <a:gd name="csY1099" fmla="*/ 517381 h 743824"/>
                <a:gd name="csX1100" fmla="*/ 635858 w 777265"/>
                <a:gd name="csY1100" fmla="*/ 518336 h 743824"/>
                <a:gd name="csX1101" fmla="*/ 634902 w 777265"/>
                <a:gd name="csY1101" fmla="*/ 519292 h 743824"/>
                <a:gd name="csX1102" fmla="*/ 633947 w 777265"/>
                <a:gd name="csY1102" fmla="*/ 521681 h 743824"/>
                <a:gd name="csX1103" fmla="*/ 632036 w 777265"/>
                <a:gd name="csY1103" fmla="*/ 521203 h 743824"/>
                <a:gd name="csX1104" fmla="*/ 622959 w 777265"/>
                <a:gd name="csY1104" fmla="*/ 521203 h 743824"/>
                <a:gd name="csX1105" fmla="*/ 618182 w 777265"/>
                <a:gd name="csY1105" fmla="*/ 522158 h 743824"/>
                <a:gd name="csX1106" fmla="*/ 615793 w 777265"/>
                <a:gd name="csY1106" fmla="*/ 521681 h 743824"/>
                <a:gd name="csX1107" fmla="*/ 614360 w 777265"/>
                <a:gd name="csY1107" fmla="*/ 521203 h 743824"/>
                <a:gd name="csX1108" fmla="*/ 612927 w 777265"/>
                <a:gd name="csY1108" fmla="*/ 520725 h 743824"/>
                <a:gd name="csX1109" fmla="*/ 612927 w 777265"/>
                <a:gd name="csY1109" fmla="*/ 519770 h 743824"/>
                <a:gd name="csX1110" fmla="*/ 613404 w 777265"/>
                <a:gd name="csY1110" fmla="*/ 517859 h 743824"/>
                <a:gd name="csX1111" fmla="*/ 612927 w 777265"/>
                <a:gd name="csY1111" fmla="*/ 516903 h 743824"/>
                <a:gd name="csX1112" fmla="*/ 611494 w 777265"/>
                <a:gd name="csY1112" fmla="*/ 516903 h 743824"/>
                <a:gd name="csX1113" fmla="*/ 610060 w 777265"/>
                <a:gd name="csY1113" fmla="*/ 517381 h 743824"/>
                <a:gd name="csX1114" fmla="*/ 610060 w 777265"/>
                <a:gd name="csY1114" fmla="*/ 518336 h 743824"/>
                <a:gd name="csX1115" fmla="*/ 610060 w 777265"/>
                <a:gd name="csY1115" fmla="*/ 519292 h 743824"/>
                <a:gd name="csX1116" fmla="*/ 610538 w 777265"/>
                <a:gd name="csY1116" fmla="*/ 520247 h 743824"/>
                <a:gd name="csX1117" fmla="*/ 611016 w 777265"/>
                <a:gd name="csY1117" fmla="*/ 521203 h 743824"/>
                <a:gd name="csX1118" fmla="*/ 610538 w 777265"/>
                <a:gd name="csY1118" fmla="*/ 522158 h 743824"/>
                <a:gd name="csX1119" fmla="*/ 607194 w 777265"/>
                <a:gd name="csY1119" fmla="*/ 522636 h 743824"/>
                <a:gd name="csX1120" fmla="*/ 604328 w 777265"/>
                <a:gd name="csY1120" fmla="*/ 523591 h 743824"/>
                <a:gd name="csX1121" fmla="*/ 600028 w 777265"/>
                <a:gd name="csY1121" fmla="*/ 524069 h 743824"/>
                <a:gd name="csX1122" fmla="*/ 597162 w 777265"/>
                <a:gd name="csY1122" fmla="*/ 524547 h 743824"/>
                <a:gd name="csX1123" fmla="*/ 595251 w 777265"/>
                <a:gd name="csY1123" fmla="*/ 523591 h 743824"/>
                <a:gd name="csX1124" fmla="*/ 597162 w 777265"/>
                <a:gd name="csY1124" fmla="*/ 523114 h 743824"/>
                <a:gd name="csX1125" fmla="*/ 599073 w 777265"/>
                <a:gd name="csY1125" fmla="*/ 523591 h 743824"/>
                <a:gd name="csX1126" fmla="*/ 601461 w 777265"/>
                <a:gd name="csY1126" fmla="*/ 522636 h 743824"/>
                <a:gd name="csX1127" fmla="*/ 600984 w 777265"/>
                <a:gd name="csY1127" fmla="*/ 521681 h 743824"/>
                <a:gd name="csX1128" fmla="*/ 597639 w 777265"/>
                <a:gd name="csY1128" fmla="*/ 520725 h 743824"/>
                <a:gd name="csX1129" fmla="*/ 593818 w 777265"/>
                <a:gd name="csY1129" fmla="*/ 521681 h 743824"/>
                <a:gd name="csX1130" fmla="*/ 591907 w 777265"/>
                <a:gd name="csY1130" fmla="*/ 522636 h 743824"/>
                <a:gd name="csX1131" fmla="*/ 587607 w 777265"/>
                <a:gd name="csY1131" fmla="*/ 522636 h 743824"/>
                <a:gd name="csX1132" fmla="*/ 582352 w 777265"/>
                <a:gd name="csY1132" fmla="*/ 523591 h 743824"/>
                <a:gd name="csX1133" fmla="*/ 581397 w 777265"/>
                <a:gd name="csY1133" fmla="*/ 524547 h 743824"/>
                <a:gd name="csX1134" fmla="*/ 581397 w 777265"/>
                <a:gd name="csY1134" fmla="*/ 526458 h 743824"/>
                <a:gd name="csX1135" fmla="*/ 582830 w 777265"/>
                <a:gd name="csY1135" fmla="*/ 526936 h 743824"/>
                <a:gd name="csX1136" fmla="*/ 583785 w 777265"/>
                <a:gd name="csY1136" fmla="*/ 527891 h 743824"/>
                <a:gd name="csX1137" fmla="*/ 582830 w 777265"/>
                <a:gd name="csY1137" fmla="*/ 528847 h 743824"/>
                <a:gd name="csX1138" fmla="*/ 581874 w 777265"/>
                <a:gd name="csY1138" fmla="*/ 529324 h 743824"/>
                <a:gd name="csX1139" fmla="*/ 576142 w 777265"/>
                <a:gd name="csY1139" fmla="*/ 530280 h 743824"/>
                <a:gd name="csX1140" fmla="*/ 570887 w 777265"/>
                <a:gd name="csY1140" fmla="*/ 534101 h 743824"/>
                <a:gd name="csX1141" fmla="*/ 568498 w 777265"/>
                <a:gd name="csY1141" fmla="*/ 534579 h 743824"/>
                <a:gd name="csX1142" fmla="*/ 566587 w 777265"/>
                <a:gd name="csY1142" fmla="*/ 536013 h 743824"/>
                <a:gd name="csX1143" fmla="*/ 566587 w 777265"/>
                <a:gd name="csY1143" fmla="*/ 537446 h 743824"/>
                <a:gd name="csX1144" fmla="*/ 566109 w 777265"/>
                <a:gd name="csY1144" fmla="*/ 538401 h 743824"/>
                <a:gd name="csX1145" fmla="*/ 564676 w 777265"/>
                <a:gd name="csY1145" fmla="*/ 538401 h 743824"/>
                <a:gd name="csX1146" fmla="*/ 561810 w 777265"/>
                <a:gd name="csY1146" fmla="*/ 537446 h 743824"/>
                <a:gd name="csX1147" fmla="*/ 558466 w 777265"/>
                <a:gd name="csY1147" fmla="*/ 537446 h 743824"/>
                <a:gd name="csX1148" fmla="*/ 556077 w 777265"/>
                <a:gd name="csY1148" fmla="*/ 538401 h 743824"/>
                <a:gd name="csX1149" fmla="*/ 542701 w 777265"/>
                <a:gd name="csY1149" fmla="*/ 544612 h 743824"/>
                <a:gd name="csX1150" fmla="*/ 537923 w 777265"/>
                <a:gd name="csY1150" fmla="*/ 547000 h 743824"/>
                <a:gd name="csX1151" fmla="*/ 532668 w 777265"/>
                <a:gd name="csY1151" fmla="*/ 552255 h 743824"/>
                <a:gd name="csX1152" fmla="*/ 523591 w 777265"/>
                <a:gd name="csY1152" fmla="*/ 557988 h 743824"/>
                <a:gd name="csX1153" fmla="*/ 518814 w 777265"/>
                <a:gd name="csY1153" fmla="*/ 561332 h 743824"/>
                <a:gd name="csX1154" fmla="*/ 517859 w 777265"/>
                <a:gd name="csY1154" fmla="*/ 562288 h 743824"/>
                <a:gd name="csX1155" fmla="*/ 517381 w 777265"/>
                <a:gd name="csY1155" fmla="*/ 562288 h 743824"/>
                <a:gd name="csX1156" fmla="*/ 515948 w 777265"/>
                <a:gd name="csY1156" fmla="*/ 562765 h 743824"/>
                <a:gd name="csX1157" fmla="*/ 516425 w 777265"/>
                <a:gd name="csY1157" fmla="*/ 563243 h 743824"/>
                <a:gd name="csX1158" fmla="*/ 517381 w 777265"/>
                <a:gd name="csY1158" fmla="*/ 563721 h 743824"/>
                <a:gd name="csX1159" fmla="*/ 516903 w 777265"/>
                <a:gd name="csY1159" fmla="*/ 565632 h 743824"/>
                <a:gd name="csX1160" fmla="*/ 514992 w 777265"/>
                <a:gd name="csY1160" fmla="*/ 567065 h 743824"/>
                <a:gd name="csX1161" fmla="*/ 511648 w 777265"/>
                <a:gd name="csY1161" fmla="*/ 570409 h 743824"/>
                <a:gd name="csX1162" fmla="*/ 510693 w 777265"/>
                <a:gd name="csY1162" fmla="*/ 570409 h 743824"/>
                <a:gd name="csX1163" fmla="*/ 512126 w 777265"/>
                <a:gd name="csY1163" fmla="*/ 568498 h 743824"/>
                <a:gd name="csX1164" fmla="*/ 510215 w 777265"/>
                <a:gd name="csY1164" fmla="*/ 568498 h 743824"/>
                <a:gd name="csX1165" fmla="*/ 507826 w 777265"/>
                <a:gd name="csY1165" fmla="*/ 567543 h 743824"/>
                <a:gd name="csX1166" fmla="*/ 506393 w 777265"/>
                <a:gd name="csY1166" fmla="*/ 568498 h 743824"/>
                <a:gd name="csX1167" fmla="*/ 507348 w 777265"/>
                <a:gd name="csY1167" fmla="*/ 570409 h 743824"/>
                <a:gd name="csX1168" fmla="*/ 506393 w 777265"/>
                <a:gd name="csY1168" fmla="*/ 570887 h 743824"/>
                <a:gd name="csX1169" fmla="*/ 504482 w 777265"/>
                <a:gd name="csY1169" fmla="*/ 571364 h 743824"/>
                <a:gd name="csX1170" fmla="*/ 503049 w 777265"/>
                <a:gd name="csY1170" fmla="*/ 570887 h 743824"/>
                <a:gd name="csX1171" fmla="*/ 501138 w 777265"/>
                <a:gd name="csY1171" fmla="*/ 569454 h 743824"/>
                <a:gd name="csX1172" fmla="*/ 502094 w 777265"/>
                <a:gd name="csY1172" fmla="*/ 571842 h 743824"/>
                <a:gd name="csX1173" fmla="*/ 505438 w 777265"/>
                <a:gd name="csY1173" fmla="*/ 572798 h 743824"/>
                <a:gd name="csX1174" fmla="*/ 506871 w 777265"/>
                <a:gd name="csY1174" fmla="*/ 573275 h 743824"/>
                <a:gd name="csX1175" fmla="*/ 507826 w 777265"/>
                <a:gd name="csY1175" fmla="*/ 574231 h 743824"/>
                <a:gd name="csX1176" fmla="*/ 504960 w 777265"/>
                <a:gd name="csY1176" fmla="*/ 578530 h 743824"/>
                <a:gd name="csX1177" fmla="*/ 502571 w 777265"/>
                <a:gd name="csY1177" fmla="*/ 579008 h 743824"/>
                <a:gd name="csX1178" fmla="*/ 502094 w 777265"/>
                <a:gd name="csY1178" fmla="*/ 579486 h 743824"/>
                <a:gd name="csX1179" fmla="*/ 503527 w 777265"/>
                <a:gd name="csY1179" fmla="*/ 579486 h 743824"/>
                <a:gd name="csX1180" fmla="*/ 504005 w 777265"/>
                <a:gd name="csY1180" fmla="*/ 580919 h 743824"/>
                <a:gd name="csX1181" fmla="*/ 503527 w 777265"/>
                <a:gd name="csY1181" fmla="*/ 585696 h 743824"/>
                <a:gd name="csX1182" fmla="*/ 502094 w 777265"/>
                <a:gd name="csY1182" fmla="*/ 586652 h 743824"/>
                <a:gd name="csX1183" fmla="*/ 501616 w 777265"/>
                <a:gd name="csY1183" fmla="*/ 586652 h 743824"/>
                <a:gd name="csX1184" fmla="*/ 500660 w 777265"/>
                <a:gd name="csY1184" fmla="*/ 587607 h 743824"/>
                <a:gd name="csX1185" fmla="*/ 501616 w 777265"/>
                <a:gd name="csY1185" fmla="*/ 589040 h 743824"/>
                <a:gd name="csX1186" fmla="*/ 502571 w 777265"/>
                <a:gd name="csY1186" fmla="*/ 590474 h 743824"/>
                <a:gd name="csX1187" fmla="*/ 502571 w 777265"/>
                <a:gd name="csY1187" fmla="*/ 592862 h 743824"/>
                <a:gd name="csX1188" fmla="*/ 502094 w 777265"/>
                <a:gd name="csY1188" fmla="*/ 594773 h 743824"/>
                <a:gd name="csX1189" fmla="*/ 502094 w 777265"/>
                <a:gd name="csY1189" fmla="*/ 596206 h 743824"/>
                <a:gd name="csX1190" fmla="*/ 503527 w 777265"/>
                <a:gd name="csY1190" fmla="*/ 600028 h 743824"/>
                <a:gd name="csX1191" fmla="*/ 504005 w 777265"/>
                <a:gd name="csY1191" fmla="*/ 603372 h 743824"/>
                <a:gd name="csX1192" fmla="*/ 504482 w 777265"/>
                <a:gd name="csY1192" fmla="*/ 604805 h 743824"/>
                <a:gd name="csX1193" fmla="*/ 504482 w 777265"/>
                <a:gd name="csY1193" fmla="*/ 606239 h 743824"/>
                <a:gd name="csX1194" fmla="*/ 504005 w 777265"/>
                <a:gd name="csY1194" fmla="*/ 607672 h 743824"/>
                <a:gd name="csX1195" fmla="*/ 504482 w 777265"/>
                <a:gd name="csY1195" fmla="*/ 610061 h 743824"/>
                <a:gd name="csX1196" fmla="*/ 503049 w 777265"/>
                <a:gd name="csY1196" fmla="*/ 613882 h 743824"/>
                <a:gd name="csX1197" fmla="*/ 503527 w 777265"/>
                <a:gd name="csY1197" fmla="*/ 619137 h 743824"/>
                <a:gd name="csX1198" fmla="*/ 503527 w 777265"/>
                <a:gd name="csY1198" fmla="*/ 624392 h 743824"/>
                <a:gd name="csX1199" fmla="*/ 502571 w 777265"/>
                <a:gd name="csY1199" fmla="*/ 627259 h 743824"/>
                <a:gd name="csX1200" fmla="*/ 502094 w 777265"/>
                <a:gd name="csY1200" fmla="*/ 629170 h 743824"/>
                <a:gd name="csX1201" fmla="*/ 499705 w 777265"/>
                <a:gd name="csY1201" fmla="*/ 632036 h 743824"/>
                <a:gd name="csX1202" fmla="*/ 499705 w 777265"/>
                <a:gd name="csY1202" fmla="*/ 634425 h 743824"/>
                <a:gd name="csX1203" fmla="*/ 495405 w 777265"/>
                <a:gd name="csY1203" fmla="*/ 637291 h 743824"/>
                <a:gd name="csX1204" fmla="*/ 490628 w 777265"/>
                <a:gd name="csY1204" fmla="*/ 640635 h 743824"/>
                <a:gd name="csX1205" fmla="*/ 485851 w 777265"/>
                <a:gd name="csY1205" fmla="*/ 644935 h 743824"/>
                <a:gd name="csX1206" fmla="*/ 481073 w 777265"/>
                <a:gd name="csY1206" fmla="*/ 651145 h 743824"/>
                <a:gd name="csX1207" fmla="*/ 475341 w 777265"/>
                <a:gd name="csY1207" fmla="*/ 660222 h 743824"/>
                <a:gd name="csX1208" fmla="*/ 470086 w 777265"/>
                <a:gd name="csY1208" fmla="*/ 673121 h 743824"/>
                <a:gd name="csX1209" fmla="*/ 463875 w 777265"/>
                <a:gd name="csY1209" fmla="*/ 683153 h 743824"/>
                <a:gd name="csX1210" fmla="*/ 461009 w 777265"/>
                <a:gd name="csY1210" fmla="*/ 686497 h 743824"/>
                <a:gd name="csX1211" fmla="*/ 457665 w 777265"/>
                <a:gd name="csY1211" fmla="*/ 690797 h 743824"/>
                <a:gd name="csX1212" fmla="*/ 452887 w 777265"/>
                <a:gd name="csY1212" fmla="*/ 695574 h 743824"/>
                <a:gd name="csX1213" fmla="*/ 447155 w 777265"/>
                <a:gd name="csY1213" fmla="*/ 700351 h 743824"/>
                <a:gd name="csX1214" fmla="*/ 440466 w 777265"/>
                <a:gd name="csY1214" fmla="*/ 704173 h 743824"/>
                <a:gd name="csX1215" fmla="*/ 438078 w 777265"/>
                <a:gd name="csY1215" fmla="*/ 706084 h 743824"/>
                <a:gd name="csX1216" fmla="*/ 435689 w 777265"/>
                <a:gd name="csY1216" fmla="*/ 708951 h 743824"/>
                <a:gd name="csX1217" fmla="*/ 434734 w 777265"/>
                <a:gd name="csY1217" fmla="*/ 707995 h 743824"/>
                <a:gd name="csX1218" fmla="*/ 435211 w 777265"/>
                <a:gd name="csY1218" fmla="*/ 706084 h 743824"/>
                <a:gd name="csX1219" fmla="*/ 435211 w 777265"/>
                <a:gd name="csY1219" fmla="*/ 704651 h 743824"/>
                <a:gd name="csX1220" fmla="*/ 435211 w 777265"/>
                <a:gd name="csY1220" fmla="*/ 702740 h 743824"/>
                <a:gd name="csX1221" fmla="*/ 436167 w 777265"/>
                <a:gd name="csY1221" fmla="*/ 702740 h 743824"/>
                <a:gd name="csX1222" fmla="*/ 438556 w 777265"/>
                <a:gd name="csY1222" fmla="*/ 703695 h 743824"/>
                <a:gd name="csX1223" fmla="*/ 439511 w 777265"/>
                <a:gd name="csY1223" fmla="*/ 702740 h 743824"/>
                <a:gd name="csX1224" fmla="*/ 439989 w 777265"/>
                <a:gd name="csY1224" fmla="*/ 702262 h 743824"/>
                <a:gd name="csX1225" fmla="*/ 442855 w 777265"/>
                <a:gd name="csY1225" fmla="*/ 701785 h 743824"/>
                <a:gd name="csX1226" fmla="*/ 447155 w 777265"/>
                <a:gd name="csY1226" fmla="*/ 697007 h 743824"/>
                <a:gd name="csX1227" fmla="*/ 450976 w 777265"/>
                <a:gd name="csY1227" fmla="*/ 695096 h 743824"/>
                <a:gd name="csX1228" fmla="*/ 452887 w 777265"/>
                <a:gd name="csY1228" fmla="*/ 692230 h 743824"/>
                <a:gd name="csX1229" fmla="*/ 452887 w 777265"/>
                <a:gd name="csY1229" fmla="*/ 690797 h 743824"/>
                <a:gd name="csX1230" fmla="*/ 452887 w 777265"/>
                <a:gd name="csY1230" fmla="*/ 687930 h 743824"/>
                <a:gd name="csX1231" fmla="*/ 453843 w 777265"/>
                <a:gd name="csY1231" fmla="*/ 686975 h 743824"/>
                <a:gd name="csX1232" fmla="*/ 456709 w 777265"/>
                <a:gd name="csY1232" fmla="*/ 686975 h 743824"/>
                <a:gd name="csX1233" fmla="*/ 457187 w 777265"/>
                <a:gd name="csY1233" fmla="*/ 686497 h 743824"/>
                <a:gd name="csX1234" fmla="*/ 456709 w 777265"/>
                <a:gd name="csY1234" fmla="*/ 685542 h 743824"/>
                <a:gd name="csX1235" fmla="*/ 457187 w 777265"/>
                <a:gd name="csY1235" fmla="*/ 683153 h 743824"/>
                <a:gd name="csX1236" fmla="*/ 460531 w 777265"/>
                <a:gd name="csY1236" fmla="*/ 681242 h 743824"/>
                <a:gd name="csX1237" fmla="*/ 462442 w 777265"/>
                <a:gd name="csY1237" fmla="*/ 678853 h 743824"/>
                <a:gd name="csX1238" fmla="*/ 461964 w 777265"/>
                <a:gd name="csY1238" fmla="*/ 673121 h 743824"/>
                <a:gd name="csX1239" fmla="*/ 462442 w 777265"/>
                <a:gd name="csY1239" fmla="*/ 672643 h 743824"/>
                <a:gd name="csX1240" fmla="*/ 463875 w 777265"/>
                <a:gd name="csY1240" fmla="*/ 673599 h 743824"/>
                <a:gd name="csX1241" fmla="*/ 464353 w 777265"/>
                <a:gd name="csY1241" fmla="*/ 673599 h 743824"/>
                <a:gd name="csX1242" fmla="*/ 465308 w 777265"/>
                <a:gd name="csY1242" fmla="*/ 670732 h 743824"/>
                <a:gd name="csX1243" fmla="*/ 464831 w 777265"/>
                <a:gd name="csY1243" fmla="*/ 669299 h 743824"/>
                <a:gd name="csX1244" fmla="*/ 463398 w 777265"/>
                <a:gd name="csY1244" fmla="*/ 669299 h 743824"/>
                <a:gd name="csX1245" fmla="*/ 457665 w 777265"/>
                <a:gd name="csY1245" fmla="*/ 672165 h 743824"/>
                <a:gd name="csX1246" fmla="*/ 455754 w 777265"/>
                <a:gd name="csY1246" fmla="*/ 671688 h 743824"/>
                <a:gd name="csX1247" fmla="*/ 455276 w 777265"/>
                <a:gd name="csY1247" fmla="*/ 669777 h 743824"/>
                <a:gd name="csX1248" fmla="*/ 452410 w 777265"/>
                <a:gd name="csY1248" fmla="*/ 668821 h 743824"/>
                <a:gd name="csX1249" fmla="*/ 451454 w 777265"/>
                <a:gd name="csY1249" fmla="*/ 666910 h 743824"/>
                <a:gd name="csX1250" fmla="*/ 450976 w 777265"/>
                <a:gd name="csY1250" fmla="*/ 665477 h 743824"/>
                <a:gd name="csX1251" fmla="*/ 450021 w 777265"/>
                <a:gd name="csY1251" fmla="*/ 664999 h 743824"/>
                <a:gd name="csX1252" fmla="*/ 450499 w 777265"/>
                <a:gd name="csY1252" fmla="*/ 666910 h 743824"/>
                <a:gd name="csX1253" fmla="*/ 450499 w 777265"/>
                <a:gd name="csY1253" fmla="*/ 669299 h 743824"/>
                <a:gd name="csX1254" fmla="*/ 452887 w 777265"/>
                <a:gd name="csY1254" fmla="*/ 671688 h 743824"/>
                <a:gd name="csX1255" fmla="*/ 452410 w 777265"/>
                <a:gd name="csY1255" fmla="*/ 672643 h 743824"/>
                <a:gd name="csX1256" fmla="*/ 451454 w 777265"/>
                <a:gd name="csY1256" fmla="*/ 674076 h 743824"/>
                <a:gd name="csX1257" fmla="*/ 450499 w 777265"/>
                <a:gd name="csY1257" fmla="*/ 676465 h 743824"/>
                <a:gd name="csX1258" fmla="*/ 450499 w 777265"/>
                <a:gd name="csY1258" fmla="*/ 679809 h 743824"/>
                <a:gd name="csX1259" fmla="*/ 450021 w 777265"/>
                <a:gd name="csY1259" fmla="*/ 678853 h 743824"/>
                <a:gd name="csX1260" fmla="*/ 449066 w 777265"/>
                <a:gd name="csY1260" fmla="*/ 678376 h 743824"/>
                <a:gd name="csX1261" fmla="*/ 448588 w 777265"/>
                <a:gd name="csY1261" fmla="*/ 682198 h 743824"/>
                <a:gd name="csX1262" fmla="*/ 447155 w 777265"/>
                <a:gd name="csY1262" fmla="*/ 683153 h 743824"/>
                <a:gd name="csX1263" fmla="*/ 446677 w 777265"/>
                <a:gd name="csY1263" fmla="*/ 684586 h 743824"/>
                <a:gd name="csX1264" fmla="*/ 447155 w 777265"/>
                <a:gd name="csY1264" fmla="*/ 686497 h 743824"/>
                <a:gd name="csX1265" fmla="*/ 446199 w 777265"/>
                <a:gd name="csY1265" fmla="*/ 687453 h 743824"/>
                <a:gd name="csX1266" fmla="*/ 441900 w 777265"/>
                <a:gd name="csY1266" fmla="*/ 690319 h 743824"/>
                <a:gd name="csX1267" fmla="*/ 437600 w 777265"/>
                <a:gd name="csY1267" fmla="*/ 692230 h 743824"/>
                <a:gd name="csX1268" fmla="*/ 436645 w 777265"/>
                <a:gd name="csY1268" fmla="*/ 693185 h 743824"/>
                <a:gd name="csX1269" fmla="*/ 436167 w 777265"/>
                <a:gd name="csY1269" fmla="*/ 695574 h 743824"/>
                <a:gd name="csX1270" fmla="*/ 435689 w 777265"/>
                <a:gd name="csY1270" fmla="*/ 697963 h 743824"/>
                <a:gd name="csX1271" fmla="*/ 433778 w 777265"/>
                <a:gd name="csY1271" fmla="*/ 699874 h 743824"/>
                <a:gd name="csX1272" fmla="*/ 432345 w 777265"/>
                <a:gd name="csY1272" fmla="*/ 704173 h 743824"/>
                <a:gd name="csX1273" fmla="*/ 432345 w 777265"/>
                <a:gd name="csY1273" fmla="*/ 705606 h 743824"/>
                <a:gd name="csX1274" fmla="*/ 432823 w 777265"/>
                <a:gd name="csY1274" fmla="*/ 708473 h 743824"/>
                <a:gd name="csX1275" fmla="*/ 433778 w 777265"/>
                <a:gd name="csY1275" fmla="*/ 709906 h 743824"/>
                <a:gd name="csX1276" fmla="*/ 432345 w 777265"/>
                <a:gd name="csY1276" fmla="*/ 711339 h 743824"/>
                <a:gd name="csX1277" fmla="*/ 430912 w 777265"/>
                <a:gd name="csY1277" fmla="*/ 713250 h 743824"/>
                <a:gd name="csX1278" fmla="*/ 429479 w 777265"/>
                <a:gd name="csY1278" fmla="*/ 716117 h 743824"/>
                <a:gd name="csX1279" fmla="*/ 426134 w 777265"/>
                <a:gd name="csY1279" fmla="*/ 725193 h 743824"/>
                <a:gd name="csX1280" fmla="*/ 423268 w 777265"/>
                <a:gd name="csY1280" fmla="*/ 730926 h 743824"/>
                <a:gd name="csX1281" fmla="*/ 421357 w 777265"/>
                <a:gd name="csY1281" fmla="*/ 733792 h 743824"/>
                <a:gd name="csX1282" fmla="*/ 418013 w 777265"/>
                <a:gd name="csY1282" fmla="*/ 736659 h 743824"/>
                <a:gd name="csX1283" fmla="*/ 408936 w 777265"/>
                <a:gd name="csY1283" fmla="*/ 743825 h 743824"/>
                <a:gd name="csX1284" fmla="*/ 408459 w 777265"/>
                <a:gd name="csY1284" fmla="*/ 743825 h 743824"/>
                <a:gd name="csX1285" fmla="*/ 407503 w 777265"/>
                <a:gd name="csY1285" fmla="*/ 743347 h 743824"/>
                <a:gd name="csX1286" fmla="*/ 406070 w 777265"/>
                <a:gd name="csY1286" fmla="*/ 742392 h 743824"/>
                <a:gd name="csX1287" fmla="*/ 406070 w 777265"/>
                <a:gd name="csY1287" fmla="*/ 742392 h 743824"/>
                <a:gd name="csX1288" fmla="*/ 405592 w 777265"/>
                <a:gd name="csY1288" fmla="*/ 741436 h 743824"/>
                <a:gd name="csX1289" fmla="*/ 406070 w 777265"/>
                <a:gd name="csY1289" fmla="*/ 738570 h 743824"/>
                <a:gd name="csX1290" fmla="*/ 406070 w 777265"/>
                <a:gd name="csY1290" fmla="*/ 731404 h 743824"/>
                <a:gd name="csX1291" fmla="*/ 406548 w 777265"/>
                <a:gd name="csY1291" fmla="*/ 730448 h 743824"/>
                <a:gd name="csX1292" fmla="*/ 407025 w 777265"/>
                <a:gd name="csY1292" fmla="*/ 729493 h 743824"/>
                <a:gd name="csX1293" fmla="*/ 408459 w 777265"/>
                <a:gd name="csY1293" fmla="*/ 728060 h 743824"/>
                <a:gd name="csX1294" fmla="*/ 408459 w 777265"/>
                <a:gd name="csY1294" fmla="*/ 728060 h 743824"/>
                <a:gd name="csX1295" fmla="*/ 410369 w 777265"/>
                <a:gd name="csY1295" fmla="*/ 726149 h 743824"/>
                <a:gd name="csX1296" fmla="*/ 412280 w 777265"/>
                <a:gd name="csY1296" fmla="*/ 724238 h 743824"/>
                <a:gd name="csX1297" fmla="*/ 412280 w 777265"/>
                <a:gd name="csY1297" fmla="*/ 724238 h 743824"/>
                <a:gd name="csX1298" fmla="*/ 414191 w 777265"/>
                <a:gd name="csY1298" fmla="*/ 722327 h 743824"/>
                <a:gd name="csX1299" fmla="*/ 413236 w 777265"/>
                <a:gd name="csY1299" fmla="*/ 720894 h 743824"/>
                <a:gd name="csX1300" fmla="*/ 411803 w 777265"/>
                <a:gd name="csY1300" fmla="*/ 719938 h 743824"/>
                <a:gd name="csX1301" fmla="*/ 411803 w 777265"/>
                <a:gd name="csY1301" fmla="*/ 719938 h 743824"/>
                <a:gd name="csX1302" fmla="*/ 409414 w 777265"/>
                <a:gd name="csY1302" fmla="*/ 718983 h 743824"/>
                <a:gd name="csX1303" fmla="*/ 406548 w 777265"/>
                <a:gd name="csY1303" fmla="*/ 717072 h 743824"/>
                <a:gd name="csX1304" fmla="*/ 404637 w 777265"/>
                <a:gd name="csY1304" fmla="*/ 715161 h 743824"/>
                <a:gd name="csX1305" fmla="*/ 403681 w 777265"/>
                <a:gd name="csY1305" fmla="*/ 712772 h 743824"/>
                <a:gd name="csX1306" fmla="*/ 402726 w 777265"/>
                <a:gd name="csY1306" fmla="*/ 710384 h 743824"/>
                <a:gd name="csX1307" fmla="*/ 401770 w 777265"/>
                <a:gd name="csY1307" fmla="*/ 708473 h 743824"/>
                <a:gd name="csX1308" fmla="*/ 401293 w 777265"/>
                <a:gd name="csY1308" fmla="*/ 707517 h 743824"/>
                <a:gd name="csX1309" fmla="*/ 400337 w 777265"/>
                <a:gd name="csY1309" fmla="*/ 707517 h 743824"/>
                <a:gd name="csX1310" fmla="*/ 398904 w 777265"/>
                <a:gd name="csY1310" fmla="*/ 706562 h 743824"/>
                <a:gd name="csX1311" fmla="*/ 398426 w 777265"/>
                <a:gd name="csY1311" fmla="*/ 705606 h 743824"/>
                <a:gd name="csX1312" fmla="*/ 396993 w 777265"/>
                <a:gd name="csY1312" fmla="*/ 705129 h 743824"/>
                <a:gd name="csX1313" fmla="*/ 394604 w 777265"/>
                <a:gd name="csY1313" fmla="*/ 704173 h 743824"/>
                <a:gd name="csX1314" fmla="*/ 392216 w 777265"/>
                <a:gd name="csY1314" fmla="*/ 703218 h 743824"/>
                <a:gd name="csX1315" fmla="*/ 389349 w 777265"/>
                <a:gd name="csY1315" fmla="*/ 700829 h 743824"/>
                <a:gd name="csX1316" fmla="*/ 386961 w 777265"/>
                <a:gd name="csY1316" fmla="*/ 698441 h 743824"/>
                <a:gd name="csX1317" fmla="*/ 386005 w 777265"/>
                <a:gd name="csY1317" fmla="*/ 696530 h 743824"/>
                <a:gd name="csX1318" fmla="*/ 385050 w 777265"/>
                <a:gd name="csY1318" fmla="*/ 695574 h 743824"/>
                <a:gd name="csX1319" fmla="*/ 378839 w 777265"/>
                <a:gd name="csY1319" fmla="*/ 693663 h 743824"/>
                <a:gd name="csX1320" fmla="*/ 375973 w 777265"/>
                <a:gd name="csY1320" fmla="*/ 691275 h 743824"/>
                <a:gd name="csX1321" fmla="*/ 375973 w 777265"/>
                <a:gd name="csY1321" fmla="*/ 691275 h 743824"/>
                <a:gd name="csX1322" fmla="*/ 375018 w 777265"/>
                <a:gd name="csY1322" fmla="*/ 691752 h 743824"/>
                <a:gd name="csX1323" fmla="*/ 373584 w 777265"/>
                <a:gd name="csY1323" fmla="*/ 691275 h 743824"/>
                <a:gd name="csX1324" fmla="*/ 371673 w 777265"/>
                <a:gd name="csY1324" fmla="*/ 689841 h 743824"/>
                <a:gd name="csX1325" fmla="*/ 371196 w 777265"/>
                <a:gd name="csY1325" fmla="*/ 688886 h 743824"/>
                <a:gd name="csX1326" fmla="*/ 370718 w 777265"/>
                <a:gd name="csY1326" fmla="*/ 688408 h 743824"/>
                <a:gd name="csX1327" fmla="*/ 369762 w 777265"/>
                <a:gd name="csY1327" fmla="*/ 686975 h 743824"/>
                <a:gd name="csX1328" fmla="*/ 369762 w 777265"/>
                <a:gd name="csY1328" fmla="*/ 686019 h 743824"/>
                <a:gd name="csX1329" fmla="*/ 367852 w 777265"/>
                <a:gd name="csY1329" fmla="*/ 684586 h 743824"/>
                <a:gd name="csX1330" fmla="*/ 365941 w 777265"/>
                <a:gd name="csY1330" fmla="*/ 682676 h 743824"/>
                <a:gd name="csX1331" fmla="*/ 364985 w 777265"/>
                <a:gd name="csY1331" fmla="*/ 682198 h 743824"/>
                <a:gd name="csX1332" fmla="*/ 364985 w 777265"/>
                <a:gd name="csY1332" fmla="*/ 682198 h 743824"/>
                <a:gd name="csX1333" fmla="*/ 364508 w 777265"/>
                <a:gd name="csY1333" fmla="*/ 682198 h 743824"/>
                <a:gd name="csX1334" fmla="*/ 364508 w 777265"/>
                <a:gd name="csY1334" fmla="*/ 682198 h 743824"/>
                <a:gd name="csX1335" fmla="*/ 364508 w 777265"/>
                <a:gd name="csY1335" fmla="*/ 682198 h 743824"/>
                <a:gd name="csX1336" fmla="*/ 364030 w 777265"/>
                <a:gd name="csY1336" fmla="*/ 683153 h 743824"/>
                <a:gd name="csX1337" fmla="*/ 363552 w 777265"/>
                <a:gd name="csY1337" fmla="*/ 683631 h 743824"/>
                <a:gd name="csX1338" fmla="*/ 363552 w 777265"/>
                <a:gd name="csY1338" fmla="*/ 683631 h 743824"/>
                <a:gd name="csX1339" fmla="*/ 362596 w 777265"/>
                <a:gd name="csY1339" fmla="*/ 684109 h 743824"/>
                <a:gd name="csX1340" fmla="*/ 361641 w 777265"/>
                <a:gd name="csY1340" fmla="*/ 685064 h 743824"/>
                <a:gd name="csX1341" fmla="*/ 361641 w 777265"/>
                <a:gd name="csY1341" fmla="*/ 685064 h 743824"/>
                <a:gd name="csX1342" fmla="*/ 360686 w 777265"/>
                <a:gd name="csY1342" fmla="*/ 686019 h 743824"/>
                <a:gd name="csX1343" fmla="*/ 359730 w 777265"/>
                <a:gd name="csY1343" fmla="*/ 686497 h 743824"/>
                <a:gd name="csX1344" fmla="*/ 357819 w 777265"/>
                <a:gd name="csY1344" fmla="*/ 686975 h 743824"/>
                <a:gd name="csX1345" fmla="*/ 356864 w 777265"/>
                <a:gd name="csY1345" fmla="*/ 686975 h 743824"/>
                <a:gd name="csX1346" fmla="*/ 356864 w 777265"/>
                <a:gd name="csY1346" fmla="*/ 686497 h 743824"/>
                <a:gd name="csX1347" fmla="*/ 356864 w 777265"/>
                <a:gd name="csY1347" fmla="*/ 685064 h 743824"/>
                <a:gd name="csX1348" fmla="*/ 356864 w 777265"/>
                <a:gd name="csY1348" fmla="*/ 681720 h 743824"/>
                <a:gd name="csX1349" fmla="*/ 355908 w 777265"/>
                <a:gd name="csY1349" fmla="*/ 680287 h 743824"/>
                <a:gd name="csX1350" fmla="*/ 354953 w 777265"/>
                <a:gd name="csY1350" fmla="*/ 679331 h 743824"/>
                <a:gd name="csX1351" fmla="*/ 353520 w 777265"/>
                <a:gd name="csY1351" fmla="*/ 677420 h 743824"/>
                <a:gd name="csX1352" fmla="*/ 348742 w 777265"/>
                <a:gd name="csY1352" fmla="*/ 673599 h 743824"/>
                <a:gd name="csX1353" fmla="*/ 342532 w 777265"/>
                <a:gd name="csY1353" fmla="*/ 668344 h 743824"/>
                <a:gd name="csX1354" fmla="*/ 340621 w 777265"/>
                <a:gd name="csY1354" fmla="*/ 666433 h 743824"/>
                <a:gd name="csX1355" fmla="*/ 338232 w 777265"/>
                <a:gd name="csY1355" fmla="*/ 666433 h 743824"/>
                <a:gd name="csX1356" fmla="*/ 336321 w 777265"/>
                <a:gd name="csY1356" fmla="*/ 666433 h 743824"/>
                <a:gd name="csX1357" fmla="*/ 336321 w 777265"/>
                <a:gd name="csY1357" fmla="*/ 666433 h 743824"/>
                <a:gd name="csX1358" fmla="*/ 334888 w 777265"/>
                <a:gd name="csY1358" fmla="*/ 667388 h 743824"/>
                <a:gd name="csX1359" fmla="*/ 334888 w 777265"/>
                <a:gd name="csY1359" fmla="*/ 667388 h 743824"/>
                <a:gd name="csX1360" fmla="*/ 333455 w 777265"/>
                <a:gd name="csY1360" fmla="*/ 669777 h 743824"/>
                <a:gd name="csX1361" fmla="*/ 332977 w 777265"/>
                <a:gd name="csY1361" fmla="*/ 670254 h 743824"/>
                <a:gd name="csX1362" fmla="*/ 329633 w 777265"/>
                <a:gd name="csY1362" fmla="*/ 670254 h 743824"/>
                <a:gd name="csX1363" fmla="*/ 326289 w 777265"/>
                <a:gd name="csY1363" fmla="*/ 669777 h 743824"/>
                <a:gd name="csX1364" fmla="*/ 325334 w 777265"/>
                <a:gd name="csY1364" fmla="*/ 668344 h 743824"/>
                <a:gd name="csX1365" fmla="*/ 325811 w 777265"/>
                <a:gd name="csY1365" fmla="*/ 666910 h 743824"/>
                <a:gd name="csX1366" fmla="*/ 329155 w 777265"/>
                <a:gd name="csY1366" fmla="*/ 664999 h 743824"/>
                <a:gd name="csX1367" fmla="*/ 329155 w 777265"/>
                <a:gd name="csY1367" fmla="*/ 664999 h 743824"/>
                <a:gd name="csX1368" fmla="*/ 331066 w 777265"/>
                <a:gd name="csY1368" fmla="*/ 663088 h 743824"/>
                <a:gd name="csX1369" fmla="*/ 331066 w 777265"/>
                <a:gd name="csY1369" fmla="*/ 661178 h 743824"/>
                <a:gd name="csX1370" fmla="*/ 332500 w 777265"/>
                <a:gd name="csY1370" fmla="*/ 659744 h 743824"/>
                <a:gd name="csX1371" fmla="*/ 335366 w 777265"/>
                <a:gd name="csY1371" fmla="*/ 658311 h 743824"/>
                <a:gd name="csX1372" fmla="*/ 335366 w 777265"/>
                <a:gd name="csY1372" fmla="*/ 658311 h 743824"/>
                <a:gd name="csX1373" fmla="*/ 338232 w 777265"/>
                <a:gd name="csY1373" fmla="*/ 655923 h 743824"/>
                <a:gd name="csX1374" fmla="*/ 341577 w 777265"/>
                <a:gd name="csY1374" fmla="*/ 652101 h 743824"/>
                <a:gd name="csX1375" fmla="*/ 343487 w 777265"/>
                <a:gd name="csY1375" fmla="*/ 649234 h 743824"/>
                <a:gd name="csX1376" fmla="*/ 343487 w 777265"/>
                <a:gd name="csY1376" fmla="*/ 649234 h 743824"/>
                <a:gd name="csX1377" fmla="*/ 344443 w 777265"/>
                <a:gd name="csY1377" fmla="*/ 647801 h 743824"/>
                <a:gd name="csX1378" fmla="*/ 345398 w 777265"/>
                <a:gd name="csY1378" fmla="*/ 646368 h 743824"/>
                <a:gd name="csX1379" fmla="*/ 345876 w 777265"/>
                <a:gd name="csY1379" fmla="*/ 646368 h 743824"/>
                <a:gd name="csX1380" fmla="*/ 347309 w 777265"/>
                <a:gd name="csY1380" fmla="*/ 645412 h 743824"/>
                <a:gd name="csX1381" fmla="*/ 347309 w 777265"/>
                <a:gd name="csY1381" fmla="*/ 645412 h 743824"/>
                <a:gd name="csX1382" fmla="*/ 347309 w 777265"/>
                <a:gd name="csY1382" fmla="*/ 645412 h 743824"/>
                <a:gd name="csX1383" fmla="*/ 349220 w 777265"/>
                <a:gd name="csY1383" fmla="*/ 643502 h 743824"/>
                <a:gd name="csX1384" fmla="*/ 349220 w 777265"/>
                <a:gd name="csY1384" fmla="*/ 643502 h 743824"/>
                <a:gd name="csX1385" fmla="*/ 350653 w 777265"/>
                <a:gd name="csY1385" fmla="*/ 640157 h 743824"/>
                <a:gd name="csX1386" fmla="*/ 352564 w 777265"/>
                <a:gd name="csY1386" fmla="*/ 637769 h 743824"/>
                <a:gd name="csX1387" fmla="*/ 354953 w 777265"/>
                <a:gd name="csY1387" fmla="*/ 636336 h 743824"/>
                <a:gd name="csX1388" fmla="*/ 354953 w 777265"/>
                <a:gd name="csY1388" fmla="*/ 636336 h 743824"/>
                <a:gd name="csX1389" fmla="*/ 356386 w 777265"/>
                <a:gd name="csY1389" fmla="*/ 634903 h 743824"/>
                <a:gd name="csX1390" fmla="*/ 356386 w 777265"/>
                <a:gd name="csY1390" fmla="*/ 634903 h 743824"/>
                <a:gd name="csX1391" fmla="*/ 356386 w 777265"/>
                <a:gd name="csY1391" fmla="*/ 633469 h 743824"/>
                <a:gd name="csX1392" fmla="*/ 357342 w 777265"/>
                <a:gd name="csY1392" fmla="*/ 632992 h 743824"/>
                <a:gd name="csX1393" fmla="*/ 357342 w 777265"/>
                <a:gd name="csY1393" fmla="*/ 632992 h 743824"/>
                <a:gd name="csX1394" fmla="*/ 358297 w 777265"/>
                <a:gd name="csY1394" fmla="*/ 632514 h 743824"/>
                <a:gd name="csX1395" fmla="*/ 358297 w 777265"/>
                <a:gd name="csY1395" fmla="*/ 632514 h 743824"/>
                <a:gd name="csX1396" fmla="*/ 358297 w 777265"/>
                <a:gd name="csY1396" fmla="*/ 632514 h 743824"/>
                <a:gd name="csX1397" fmla="*/ 358775 w 777265"/>
                <a:gd name="csY1397" fmla="*/ 632036 h 743824"/>
                <a:gd name="csX1398" fmla="*/ 358775 w 777265"/>
                <a:gd name="csY1398" fmla="*/ 632036 h 743824"/>
                <a:gd name="csX1399" fmla="*/ 358775 w 777265"/>
                <a:gd name="csY1399" fmla="*/ 631081 h 743824"/>
                <a:gd name="csX1400" fmla="*/ 359252 w 777265"/>
                <a:gd name="csY1400" fmla="*/ 630603 h 743824"/>
                <a:gd name="csX1401" fmla="*/ 359252 w 777265"/>
                <a:gd name="csY1401" fmla="*/ 630603 h 743824"/>
                <a:gd name="csX1402" fmla="*/ 359730 w 777265"/>
                <a:gd name="csY1402" fmla="*/ 630125 h 743824"/>
                <a:gd name="csX1403" fmla="*/ 360686 w 777265"/>
                <a:gd name="csY1403" fmla="*/ 630125 h 743824"/>
                <a:gd name="csX1404" fmla="*/ 362119 w 777265"/>
                <a:gd name="csY1404" fmla="*/ 631081 h 743824"/>
                <a:gd name="csX1405" fmla="*/ 363074 w 777265"/>
                <a:gd name="csY1405" fmla="*/ 630603 h 743824"/>
                <a:gd name="csX1406" fmla="*/ 363074 w 777265"/>
                <a:gd name="csY1406" fmla="*/ 630603 h 743824"/>
                <a:gd name="csX1407" fmla="*/ 363074 w 777265"/>
                <a:gd name="csY1407" fmla="*/ 630603 h 743824"/>
                <a:gd name="csX1408" fmla="*/ 363552 w 777265"/>
                <a:gd name="csY1408" fmla="*/ 630125 h 743824"/>
                <a:gd name="csX1409" fmla="*/ 363074 w 777265"/>
                <a:gd name="csY1409" fmla="*/ 629170 h 743824"/>
                <a:gd name="csX1410" fmla="*/ 362119 w 777265"/>
                <a:gd name="csY1410" fmla="*/ 628214 h 743824"/>
                <a:gd name="csX1411" fmla="*/ 362596 w 777265"/>
                <a:gd name="csY1411" fmla="*/ 627259 h 743824"/>
                <a:gd name="csX1412" fmla="*/ 364985 w 777265"/>
                <a:gd name="csY1412" fmla="*/ 625348 h 743824"/>
                <a:gd name="csX1413" fmla="*/ 367374 w 777265"/>
                <a:gd name="csY1413" fmla="*/ 624870 h 743824"/>
                <a:gd name="csX1414" fmla="*/ 367374 w 777265"/>
                <a:gd name="csY1414" fmla="*/ 624870 h 743824"/>
                <a:gd name="csX1415" fmla="*/ 368807 w 777265"/>
                <a:gd name="csY1415" fmla="*/ 623437 h 743824"/>
                <a:gd name="csX1416" fmla="*/ 369762 w 777265"/>
                <a:gd name="csY1416" fmla="*/ 622004 h 743824"/>
                <a:gd name="csX1417" fmla="*/ 371673 w 777265"/>
                <a:gd name="csY1417" fmla="*/ 621048 h 743824"/>
                <a:gd name="csX1418" fmla="*/ 374540 w 777265"/>
                <a:gd name="csY1418" fmla="*/ 620093 h 743824"/>
                <a:gd name="csX1419" fmla="*/ 374540 w 777265"/>
                <a:gd name="csY1419" fmla="*/ 620093 h 743824"/>
                <a:gd name="csX1420" fmla="*/ 375018 w 777265"/>
                <a:gd name="csY1420" fmla="*/ 620093 h 743824"/>
                <a:gd name="csX1421" fmla="*/ 375495 w 777265"/>
                <a:gd name="csY1421" fmla="*/ 619615 h 743824"/>
                <a:gd name="csX1422" fmla="*/ 375495 w 777265"/>
                <a:gd name="csY1422" fmla="*/ 619615 h 743824"/>
                <a:gd name="csX1423" fmla="*/ 375495 w 777265"/>
                <a:gd name="csY1423" fmla="*/ 619615 h 743824"/>
                <a:gd name="csX1424" fmla="*/ 375495 w 777265"/>
                <a:gd name="csY1424" fmla="*/ 618660 h 743824"/>
                <a:gd name="csX1425" fmla="*/ 375973 w 777265"/>
                <a:gd name="csY1425" fmla="*/ 618182 h 743824"/>
                <a:gd name="csX1426" fmla="*/ 377406 w 777265"/>
                <a:gd name="csY1426" fmla="*/ 617704 h 743824"/>
                <a:gd name="csX1427" fmla="*/ 377884 w 777265"/>
                <a:gd name="csY1427" fmla="*/ 617704 h 743824"/>
                <a:gd name="csX1428" fmla="*/ 378361 w 777265"/>
                <a:gd name="csY1428" fmla="*/ 616749 h 743824"/>
                <a:gd name="csX1429" fmla="*/ 378361 w 777265"/>
                <a:gd name="csY1429" fmla="*/ 616749 h 743824"/>
                <a:gd name="csX1430" fmla="*/ 378839 w 777265"/>
                <a:gd name="csY1430" fmla="*/ 615793 h 743824"/>
                <a:gd name="csX1431" fmla="*/ 379317 w 777265"/>
                <a:gd name="csY1431" fmla="*/ 614838 h 743824"/>
                <a:gd name="csX1432" fmla="*/ 380273 w 777265"/>
                <a:gd name="csY1432" fmla="*/ 613882 h 743824"/>
                <a:gd name="csX1433" fmla="*/ 380273 w 777265"/>
                <a:gd name="csY1433" fmla="*/ 613882 h 743824"/>
                <a:gd name="csX1434" fmla="*/ 381228 w 777265"/>
                <a:gd name="csY1434" fmla="*/ 613405 h 743824"/>
                <a:gd name="csX1435" fmla="*/ 382184 w 777265"/>
                <a:gd name="csY1435" fmla="*/ 613405 h 743824"/>
                <a:gd name="csX1436" fmla="*/ 382184 w 777265"/>
                <a:gd name="csY1436" fmla="*/ 613405 h 743824"/>
                <a:gd name="csX1437" fmla="*/ 383139 w 777265"/>
                <a:gd name="csY1437" fmla="*/ 613405 h 743824"/>
                <a:gd name="csX1438" fmla="*/ 383617 w 777265"/>
                <a:gd name="csY1438" fmla="*/ 612927 h 743824"/>
                <a:gd name="csX1439" fmla="*/ 384094 w 777265"/>
                <a:gd name="csY1439" fmla="*/ 612449 h 743824"/>
                <a:gd name="csX1440" fmla="*/ 385527 w 777265"/>
                <a:gd name="csY1440" fmla="*/ 611971 h 743824"/>
                <a:gd name="csX1441" fmla="*/ 385527 w 777265"/>
                <a:gd name="csY1441" fmla="*/ 611971 h 743824"/>
                <a:gd name="csX1442" fmla="*/ 386961 w 777265"/>
                <a:gd name="csY1442" fmla="*/ 611971 h 743824"/>
                <a:gd name="csX1443" fmla="*/ 387438 w 777265"/>
                <a:gd name="csY1443" fmla="*/ 611494 h 743824"/>
                <a:gd name="csX1444" fmla="*/ 389827 w 777265"/>
                <a:gd name="csY1444" fmla="*/ 611016 h 743824"/>
                <a:gd name="csX1445" fmla="*/ 390305 w 777265"/>
                <a:gd name="csY1445" fmla="*/ 611016 h 743824"/>
                <a:gd name="csX1446" fmla="*/ 390305 w 777265"/>
                <a:gd name="csY1446" fmla="*/ 611016 h 743824"/>
                <a:gd name="csX1447" fmla="*/ 391738 w 777265"/>
                <a:gd name="csY1447" fmla="*/ 610061 h 743824"/>
                <a:gd name="csX1448" fmla="*/ 392693 w 777265"/>
                <a:gd name="csY1448" fmla="*/ 608150 h 743824"/>
                <a:gd name="csX1449" fmla="*/ 392693 w 777265"/>
                <a:gd name="csY1449" fmla="*/ 608150 h 743824"/>
                <a:gd name="csX1450" fmla="*/ 393649 w 777265"/>
                <a:gd name="csY1450" fmla="*/ 607672 h 743824"/>
                <a:gd name="csX1451" fmla="*/ 394127 w 777265"/>
                <a:gd name="csY1451" fmla="*/ 608150 h 743824"/>
                <a:gd name="csX1452" fmla="*/ 394604 w 777265"/>
                <a:gd name="csY1452" fmla="*/ 608150 h 743824"/>
                <a:gd name="csX1453" fmla="*/ 395560 w 777265"/>
                <a:gd name="csY1453" fmla="*/ 607672 h 743824"/>
                <a:gd name="csX1454" fmla="*/ 396038 w 777265"/>
                <a:gd name="csY1454" fmla="*/ 607194 h 743824"/>
                <a:gd name="csX1455" fmla="*/ 397949 w 777265"/>
                <a:gd name="csY1455" fmla="*/ 605761 h 743824"/>
                <a:gd name="csX1456" fmla="*/ 398426 w 777265"/>
                <a:gd name="csY1456" fmla="*/ 605761 h 743824"/>
                <a:gd name="csX1457" fmla="*/ 399859 w 777265"/>
                <a:gd name="csY1457" fmla="*/ 604805 h 743824"/>
                <a:gd name="csX1458" fmla="*/ 399859 w 777265"/>
                <a:gd name="csY1458" fmla="*/ 604805 h 743824"/>
                <a:gd name="csX1459" fmla="*/ 399859 w 777265"/>
                <a:gd name="csY1459" fmla="*/ 604805 h 743824"/>
                <a:gd name="csX1460" fmla="*/ 401293 w 777265"/>
                <a:gd name="csY1460" fmla="*/ 601939 h 743824"/>
                <a:gd name="csX1461" fmla="*/ 402248 w 777265"/>
                <a:gd name="csY1461" fmla="*/ 600028 h 743824"/>
                <a:gd name="csX1462" fmla="*/ 402248 w 777265"/>
                <a:gd name="csY1462" fmla="*/ 598595 h 743824"/>
                <a:gd name="csX1463" fmla="*/ 401293 w 777265"/>
                <a:gd name="csY1463" fmla="*/ 597162 h 743824"/>
                <a:gd name="csX1464" fmla="*/ 401770 w 777265"/>
                <a:gd name="csY1464" fmla="*/ 595729 h 743824"/>
                <a:gd name="csX1465" fmla="*/ 402248 w 777265"/>
                <a:gd name="csY1465" fmla="*/ 590951 h 743824"/>
                <a:gd name="csX1466" fmla="*/ 402248 w 777265"/>
                <a:gd name="csY1466" fmla="*/ 589518 h 743824"/>
                <a:gd name="csX1467" fmla="*/ 403203 w 777265"/>
                <a:gd name="csY1467" fmla="*/ 588085 h 743824"/>
                <a:gd name="csX1468" fmla="*/ 403203 w 777265"/>
                <a:gd name="csY1468" fmla="*/ 588085 h 743824"/>
                <a:gd name="csX1469" fmla="*/ 403203 w 777265"/>
                <a:gd name="csY1469" fmla="*/ 586652 h 743824"/>
                <a:gd name="csX1470" fmla="*/ 401770 w 777265"/>
                <a:gd name="csY1470" fmla="*/ 583785 h 743824"/>
                <a:gd name="csX1471" fmla="*/ 400337 w 777265"/>
                <a:gd name="csY1471" fmla="*/ 581397 h 743824"/>
                <a:gd name="csX1472" fmla="*/ 399382 w 777265"/>
                <a:gd name="csY1472" fmla="*/ 577097 h 743824"/>
                <a:gd name="csX1473" fmla="*/ 398904 w 777265"/>
                <a:gd name="csY1473" fmla="*/ 575664 h 743824"/>
                <a:gd name="csX1474" fmla="*/ 397471 w 777265"/>
                <a:gd name="csY1474" fmla="*/ 575186 h 743824"/>
                <a:gd name="csX1475" fmla="*/ 396515 w 777265"/>
                <a:gd name="csY1475" fmla="*/ 573753 h 743824"/>
                <a:gd name="csX1476" fmla="*/ 395082 w 777265"/>
                <a:gd name="csY1476" fmla="*/ 573753 h 743824"/>
                <a:gd name="csX1477" fmla="*/ 394127 w 777265"/>
                <a:gd name="csY1477" fmla="*/ 573275 h 743824"/>
                <a:gd name="csX1478" fmla="*/ 393649 w 777265"/>
                <a:gd name="csY1478" fmla="*/ 572798 h 743824"/>
                <a:gd name="csX1479" fmla="*/ 392693 w 777265"/>
                <a:gd name="csY1479" fmla="*/ 572798 h 743824"/>
                <a:gd name="csX1480" fmla="*/ 392693 w 777265"/>
                <a:gd name="csY1480" fmla="*/ 572798 h 743824"/>
                <a:gd name="csX1481" fmla="*/ 392216 w 777265"/>
                <a:gd name="csY1481" fmla="*/ 572798 h 743824"/>
                <a:gd name="csX1482" fmla="*/ 391738 w 777265"/>
                <a:gd name="csY1482" fmla="*/ 573753 h 743824"/>
                <a:gd name="csX1483" fmla="*/ 389827 w 777265"/>
                <a:gd name="csY1483" fmla="*/ 573753 h 743824"/>
                <a:gd name="csX1484" fmla="*/ 389827 w 777265"/>
                <a:gd name="csY1484" fmla="*/ 573753 h 743824"/>
                <a:gd name="csX1485" fmla="*/ 388872 w 777265"/>
                <a:gd name="csY1485" fmla="*/ 573753 h 743824"/>
                <a:gd name="csX1486" fmla="*/ 387916 w 777265"/>
                <a:gd name="csY1486" fmla="*/ 574708 h 743824"/>
                <a:gd name="csX1487" fmla="*/ 386961 w 777265"/>
                <a:gd name="csY1487" fmla="*/ 574231 h 743824"/>
                <a:gd name="csX1488" fmla="*/ 386005 w 777265"/>
                <a:gd name="csY1488" fmla="*/ 573753 h 743824"/>
                <a:gd name="csX1489" fmla="*/ 384572 w 777265"/>
                <a:gd name="csY1489" fmla="*/ 573753 h 743824"/>
                <a:gd name="csX1490" fmla="*/ 384572 w 777265"/>
                <a:gd name="csY1490" fmla="*/ 570887 h 743824"/>
                <a:gd name="csX1491" fmla="*/ 386961 w 777265"/>
                <a:gd name="csY1491" fmla="*/ 566587 h 743824"/>
                <a:gd name="csX1492" fmla="*/ 387438 w 777265"/>
                <a:gd name="csY1492" fmla="*/ 566587 h 743824"/>
                <a:gd name="csX1493" fmla="*/ 387916 w 777265"/>
                <a:gd name="csY1493" fmla="*/ 564676 h 743824"/>
                <a:gd name="csX1494" fmla="*/ 387438 w 777265"/>
                <a:gd name="csY1494" fmla="*/ 563243 h 743824"/>
                <a:gd name="csX1495" fmla="*/ 388394 w 777265"/>
                <a:gd name="csY1495" fmla="*/ 559421 h 743824"/>
                <a:gd name="csX1496" fmla="*/ 390305 w 777265"/>
                <a:gd name="csY1496" fmla="*/ 552733 h 743824"/>
                <a:gd name="csX1497" fmla="*/ 391260 w 777265"/>
                <a:gd name="csY1497" fmla="*/ 548433 h 743824"/>
                <a:gd name="csX1498" fmla="*/ 390305 w 777265"/>
                <a:gd name="csY1498" fmla="*/ 546045 h 743824"/>
                <a:gd name="csX1499" fmla="*/ 390305 w 777265"/>
                <a:gd name="csY1499" fmla="*/ 544612 h 743824"/>
                <a:gd name="csX1500" fmla="*/ 391260 w 777265"/>
                <a:gd name="csY1500" fmla="*/ 543656 h 743824"/>
                <a:gd name="csX1501" fmla="*/ 391738 w 777265"/>
                <a:gd name="csY1501" fmla="*/ 543178 h 743824"/>
                <a:gd name="csX1502" fmla="*/ 391738 w 777265"/>
                <a:gd name="csY1502" fmla="*/ 543178 h 743824"/>
                <a:gd name="csX1503" fmla="*/ 389349 w 777265"/>
                <a:gd name="csY1503" fmla="*/ 541745 h 743824"/>
                <a:gd name="csX1504" fmla="*/ 387916 w 777265"/>
                <a:gd name="csY1504" fmla="*/ 540312 h 743824"/>
                <a:gd name="csX1505" fmla="*/ 386005 w 777265"/>
                <a:gd name="csY1505" fmla="*/ 539357 h 743824"/>
                <a:gd name="csX1506" fmla="*/ 384094 w 777265"/>
                <a:gd name="csY1506" fmla="*/ 538401 h 743824"/>
                <a:gd name="csX1507" fmla="*/ 384094 w 777265"/>
                <a:gd name="csY1507" fmla="*/ 538401 h 743824"/>
                <a:gd name="csX1508" fmla="*/ 383139 w 777265"/>
                <a:gd name="csY1508" fmla="*/ 538879 h 743824"/>
                <a:gd name="csX1509" fmla="*/ 382184 w 777265"/>
                <a:gd name="csY1509" fmla="*/ 539357 h 743824"/>
                <a:gd name="csX1510" fmla="*/ 380273 w 777265"/>
                <a:gd name="csY1510" fmla="*/ 539834 h 743824"/>
                <a:gd name="csX1511" fmla="*/ 380273 w 777265"/>
                <a:gd name="csY1511" fmla="*/ 540312 h 743824"/>
                <a:gd name="csX1512" fmla="*/ 378361 w 777265"/>
                <a:gd name="csY1512" fmla="*/ 541267 h 743824"/>
                <a:gd name="csX1513" fmla="*/ 376928 w 777265"/>
                <a:gd name="csY1513" fmla="*/ 541745 h 743824"/>
                <a:gd name="csX1514" fmla="*/ 375018 w 777265"/>
                <a:gd name="csY1514" fmla="*/ 542223 h 743824"/>
                <a:gd name="csX1515" fmla="*/ 373107 w 777265"/>
                <a:gd name="csY1515" fmla="*/ 542701 h 743824"/>
                <a:gd name="csX1516" fmla="*/ 371196 w 777265"/>
                <a:gd name="csY1516" fmla="*/ 542223 h 743824"/>
                <a:gd name="csX1517" fmla="*/ 369762 w 777265"/>
                <a:gd name="csY1517" fmla="*/ 542223 h 743824"/>
                <a:gd name="csX1518" fmla="*/ 368807 w 777265"/>
                <a:gd name="csY1518" fmla="*/ 541267 h 743824"/>
                <a:gd name="csX1519" fmla="*/ 367852 w 777265"/>
                <a:gd name="csY1519" fmla="*/ 539357 h 743824"/>
                <a:gd name="csX1520" fmla="*/ 367852 w 777265"/>
                <a:gd name="csY1520" fmla="*/ 538401 h 743824"/>
                <a:gd name="csX1521" fmla="*/ 367852 w 777265"/>
                <a:gd name="csY1521" fmla="*/ 536013 h 743824"/>
                <a:gd name="csX1522" fmla="*/ 366418 w 777265"/>
                <a:gd name="csY1522" fmla="*/ 535057 h 743824"/>
                <a:gd name="csX1523" fmla="*/ 365941 w 777265"/>
                <a:gd name="csY1523" fmla="*/ 534101 h 743824"/>
                <a:gd name="csX1524" fmla="*/ 365941 w 777265"/>
                <a:gd name="csY1524" fmla="*/ 532668 h 743824"/>
                <a:gd name="csX1525" fmla="*/ 366418 w 777265"/>
                <a:gd name="csY1525" fmla="*/ 531713 h 743824"/>
                <a:gd name="csX1526" fmla="*/ 366418 w 777265"/>
                <a:gd name="csY1526" fmla="*/ 530757 h 743824"/>
                <a:gd name="csX1527" fmla="*/ 366418 w 777265"/>
                <a:gd name="csY1527" fmla="*/ 529802 h 743824"/>
                <a:gd name="csX1528" fmla="*/ 365941 w 777265"/>
                <a:gd name="csY1528" fmla="*/ 528847 h 743824"/>
                <a:gd name="csX1529" fmla="*/ 365941 w 777265"/>
                <a:gd name="csY1529" fmla="*/ 527413 h 743824"/>
                <a:gd name="csX1530" fmla="*/ 365941 w 777265"/>
                <a:gd name="csY1530" fmla="*/ 525502 h 743824"/>
                <a:gd name="csX1531" fmla="*/ 364985 w 777265"/>
                <a:gd name="csY1531" fmla="*/ 524547 h 743824"/>
                <a:gd name="csX1532" fmla="*/ 364508 w 777265"/>
                <a:gd name="csY1532" fmla="*/ 523114 h 743824"/>
                <a:gd name="csX1533" fmla="*/ 364508 w 777265"/>
                <a:gd name="csY1533" fmla="*/ 521681 h 743824"/>
                <a:gd name="csX1534" fmla="*/ 364030 w 777265"/>
                <a:gd name="csY1534" fmla="*/ 520247 h 743824"/>
                <a:gd name="csX1535" fmla="*/ 364030 w 777265"/>
                <a:gd name="csY1535" fmla="*/ 518814 h 743824"/>
                <a:gd name="csX1536" fmla="*/ 364508 w 777265"/>
                <a:gd name="csY1536" fmla="*/ 517381 h 743824"/>
                <a:gd name="csX1537" fmla="*/ 364508 w 777265"/>
                <a:gd name="csY1537" fmla="*/ 515948 h 743824"/>
                <a:gd name="csX1538" fmla="*/ 364030 w 777265"/>
                <a:gd name="csY1538" fmla="*/ 514992 h 743824"/>
                <a:gd name="csX1539" fmla="*/ 363074 w 777265"/>
                <a:gd name="csY1539" fmla="*/ 514515 h 743824"/>
                <a:gd name="csX1540" fmla="*/ 362119 w 777265"/>
                <a:gd name="csY1540" fmla="*/ 513082 h 743824"/>
                <a:gd name="csX1541" fmla="*/ 362119 w 777265"/>
                <a:gd name="csY1541" fmla="*/ 511171 h 743824"/>
                <a:gd name="csX1542" fmla="*/ 361163 w 777265"/>
                <a:gd name="csY1542" fmla="*/ 509737 h 743824"/>
                <a:gd name="csX1543" fmla="*/ 360208 w 777265"/>
                <a:gd name="csY1543" fmla="*/ 508782 h 743824"/>
                <a:gd name="csX1544" fmla="*/ 358775 w 777265"/>
                <a:gd name="csY1544" fmla="*/ 508782 h 743824"/>
                <a:gd name="csX1545" fmla="*/ 357342 w 777265"/>
                <a:gd name="csY1545" fmla="*/ 508304 h 743824"/>
                <a:gd name="csX1546" fmla="*/ 355908 w 777265"/>
                <a:gd name="csY1546" fmla="*/ 508304 h 743824"/>
                <a:gd name="csX1547" fmla="*/ 353042 w 777265"/>
                <a:gd name="csY1547" fmla="*/ 508304 h 743824"/>
                <a:gd name="csX1548" fmla="*/ 352086 w 777265"/>
                <a:gd name="csY1548" fmla="*/ 508304 h 743824"/>
                <a:gd name="csX1549" fmla="*/ 351609 w 777265"/>
                <a:gd name="csY1549" fmla="*/ 507349 h 743824"/>
                <a:gd name="csX1550" fmla="*/ 350176 w 777265"/>
                <a:gd name="csY1550" fmla="*/ 506393 h 743824"/>
                <a:gd name="csX1551" fmla="*/ 349220 w 777265"/>
                <a:gd name="csY1551" fmla="*/ 504960 h 743824"/>
                <a:gd name="csX1552" fmla="*/ 348265 w 777265"/>
                <a:gd name="csY1552" fmla="*/ 504482 h 743824"/>
                <a:gd name="csX1553" fmla="*/ 346831 w 777265"/>
                <a:gd name="csY1553" fmla="*/ 504960 h 743824"/>
                <a:gd name="csX1554" fmla="*/ 346354 w 777265"/>
                <a:gd name="csY1554" fmla="*/ 504960 h 743824"/>
                <a:gd name="csX1555" fmla="*/ 345876 w 777265"/>
                <a:gd name="csY1555" fmla="*/ 505438 h 743824"/>
                <a:gd name="csX1556" fmla="*/ 345398 w 777265"/>
                <a:gd name="csY1556" fmla="*/ 506393 h 743824"/>
                <a:gd name="csX1557" fmla="*/ 344443 w 777265"/>
                <a:gd name="csY1557" fmla="*/ 507349 h 743824"/>
                <a:gd name="csX1558" fmla="*/ 343010 w 777265"/>
                <a:gd name="csY1558" fmla="*/ 507349 h 743824"/>
                <a:gd name="csX1559" fmla="*/ 341577 w 777265"/>
                <a:gd name="csY1559" fmla="*/ 508304 h 743824"/>
                <a:gd name="csX1560" fmla="*/ 340143 w 777265"/>
                <a:gd name="csY1560" fmla="*/ 508304 h 743824"/>
                <a:gd name="csX1561" fmla="*/ 338232 w 777265"/>
                <a:gd name="csY1561" fmla="*/ 508304 h 743824"/>
                <a:gd name="csX1562" fmla="*/ 336799 w 777265"/>
                <a:gd name="csY1562" fmla="*/ 507826 h 743824"/>
                <a:gd name="csX1563" fmla="*/ 334411 w 777265"/>
                <a:gd name="csY1563" fmla="*/ 507349 h 743824"/>
                <a:gd name="csX1564" fmla="*/ 332500 w 777265"/>
                <a:gd name="csY1564" fmla="*/ 506871 h 743824"/>
                <a:gd name="csX1565" fmla="*/ 332500 w 777265"/>
                <a:gd name="csY1565" fmla="*/ 506871 h 743824"/>
                <a:gd name="csX1566" fmla="*/ 330589 w 777265"/>
                <a:gd name="csY1566" fmla="*/ 507349 h 743824"/>
                <a:gd name="csX1567" fmla="*/ 329155 w 777265"/>
                <a:gd name="csY1567" fmla="*/ 506871 h 743824"/>
                <a:gd name="csX1568" fmla="*/ 327722 w 777265"/>
                <a:gd name="csY1568" fmla="*/ 506393 h 743824"/>
                <a:gd name="csX1569" fmla="*/ 325811 w 777265"/>
                <a:gd name="csY1569" fmla="*/ 506393 h 743824"/>
                <a:gd name="csX1570" fmla="*/ 324378 w 777265"/>
                <a:gd name="csY1570" fmla="*/ 505438 h 743824"/>
                <a:gd name="csX1571" fmla="*/ 322945 w 777265"/>
                <a:gd name="csY1571" fmla="*/ 504960 h 743824"/>
                <a:gd name="csX1572" fmla="*/ 321989 w 777265"/>
                <a:gd name="csY1572" fmla="*/ 504960 h 743824"/>
                <a:gd name="csX1573" fmla="*/ 321989 w 777265"/>
                <a:gd name="csY1573" fmla="*/ 504960 h 743824"/>
                <a:gd name="csX1574" fmla="*/ 321034 w 777265"/>
                <a:gd name="csY1574" fmla="*/ 505916 h 743824"/>
                <a:gd name="csX1575" fmla="*/ 319601 w 777265"/>
                <a:gd name="csY1575" fmla="*/ 505438 h 743824"/>
                <a:gd name="csX1576" fmla="*/ 318168 w 777265"/>
                <a:gd name="csY1576" fmla="*/ 504960 h 743824"/>
                <a:gd name="csX1577" fmla="*/ 317690 w 777265"/>
                <a:gd name="csY1577" fmla="*/ 504005 h 743824"/>
                <a:gd name="csX1578" fmla="*/ 317690 w 777265"/>
                <a:gd name="csY1578" fmla="*/ 503049 h 743824"/>
                <a:gd name="csX1579" fmla="*/ 318168 w 777265"/>
                <a:gd name="csY1579" fmla="*/ 502094 h 743824"/>
                <a:gd name="csX1580" fmla="*/ 318645 w 777265"/>
                <a:gd name="csY1580" fmla="*/ 501138 h 743824"/>
                <a:gd name="csX1581" fmla="*/ 318168 w 777265"/>
                <a:gd name="csY1581" fmla="*/ 500183 h 743824"/>
                <a:gd name="csX1582" fmla="*/ 318645 w 777265"/>
                <a:gd name="csY1582" fmla="*/ 499227 h 743824"/>
                <a:gd name="csX1583" fmla="*/ 318645 w 777265"/>
                <a:gd name="csY1583" fmla="*/ 498272 h 743824"/>
                <a:gd name="csX1584" fmla="*/ 319123 w 777265"/>
                <a:gd name="csY1584" fmla="*/ 497316 h 743824"/>
                <a:gd name="csX1585" fmla="*/ 318645 w 777265"/>
                <a:gd name="csY1585" fmla="*/ 496361 h 743824"/>
                <a:gd name="csX1586" fmla="*/ 318645 w 777265"/>
                <a:gd name="csY1586" fmla="*/ 494928 h 743824"/>
                <a:gd name="csX1587" fmla="*/ 318645 w 777265"/>
                <a:gd name="csY1587" fmla="*/ 493972 h 743824"/>
                <a:gd name="csX1588" fmla="*/ 318645 w 777265"/>
                <a:gd name="csY1588" fmla="*/ 493017 h 743824"/>
                <a:gd name="csX1589" fmla="*/ 319123 w 777265"/>
                <a:gd name="csY1589" fmla="*/ 491584 h 743824"/>
                <a:gd name="csX1590" fmla="*/ 320079 w 777265"/>
                <a:gd name="csY1590" fmla="*/ 490628 h 743824"/>
                <a:gd name="csX1591" fmla="*/ 319601 w 777265"/>
                <a:gd name="csY1591" fmla="*/ 489195 h 743824"/>
                <a:gd name="csX1592" fmla="*/ 319601 w 777265"/>
                <a:gd name="csY1592" fmla="*/ 488717 h 743824"/>
                <a:gd name="csX1593" fmla="*/ 320079 w 777265"/>
                <a:gd name="csY1593" fmla="*/ 487284 h 743824"/>
                <a:gd name="csX1594" fmla="*/ 320556 w 777265"/>
                <a:gd name="csY1594" fmla="*/ 486329 h 743824"/>
                <a:gd name="csX1595" fmla="*/ 320556 w 777265"/>
                <a:gd name="csY1595" fmla="*/ 483462 h 743824"/>
                <a:gd name="csX1596" fmla="*/ 320079 w 777265"/>
                <a:gd name="csY1596" fmla="*/ 482029 h 743824"/>
                <a:gd name="csX1597" fmla="*/ 319601 w 777265"/>
                <a:gd name="csY1597" fmla="*/ 481551 h 743824"/>
                <a:gd name="csX1598" fmla="*/ 319123 w 777265"/>
                <a:gd name="csY1598" fmla="*/ 481074 h 743824"/>
                <a:gd name="csX1599" fmla="*/ 319601 w 777265"/>
                <a:gd name="csY1599" fmla="*/ 480596 h 743824"/>
                <a:gd name="csX1600" fmla="*/ 319123 w 777265"/>
                <a:gd name="csY1600" fmla="*/ 479640 h 743824"/>
                <a:gd name="csX1601" fmla="*/ 319123 w 777265"/>
                <a:gd name="csY1601" fmla="*/ 479163 h 743824"/>
                <a:gd name="csX1602" fmla="*/ 319601 w 777265"/>
                <a:gd name="csY1602" fmla="*/ 478685 h 743824"/>
                <a:gd name="csX1603" fmla="*/ 319123 w 777265"/>
                <a:gd name="csY1603" fmla="*/ 477729 h 743824"/>
                <a:gd name="csX1604" fmla="*/ 318168 w 777265"/>
                <a:gd name="csY1604" fmla="*/ 477252 h 743824"/>
                <a:gd name="csX1605" fmla="*/ 317690 w 777265"/>
                <a:gd name="csY1605" fmla="*/ 476774 h 743824"/>
                <a:gd name="csX1606" fmla="*/ 317690 w 777265"/>
                <a:gd name="csY1606" fmla="*/ 475818 h 743824"/>
                <a:gd name="csX1607" fmla="*/ 317212 w 777265"/>
                <a:gd name="csY1607" fmla="*/ 474385 h 743824"/>
                <a:gd name="csX1608" fmla="*/ 317212 w 777265"/>
                <a:gd name="csY1608" fmla="*/ 473430 h 743824"/>
                <a:gd name="csX1609" fmla="*/ 316735 w 777265"/>
                <a:gd name="csY1609" fmla="*/ 472475 h 743824"/>
                <a:gd name="csX1610" fmla="*/ 316257 w 777265"/>
                <a:gd name="csY1610" fmla="*/ 471519 h 743824"/>
                <a:gd name="csX1611" fmla="*/ 315779 w 777265"/>
                <a:gd name="csY1611" fmla="*/ 470564 h 743824"/>
                <a:gd name="csX1612" fmla="*/ 314824 w 777265"/>
                <a:gd name="csY1612" fmla="*/ 470086 h 743824"/>
                <a:gd name="csX1613" fmla="*/ 314824 w 777265"/>
                <a:gd name="csY1613" fmla="*/ 468652 h 743824"/>
                <a:gd name="csX1614" fmla="*/ 314346 w 777265"/>
                <a:gd name="csY1614" fmla="*/ 467697 h 743824"/>
                <a:gd name="csX1615" fmla="*/ 314346 w 777265"/>
                <a:gd name="csY1615" fmla="*/ 467219 h 743824"/>
                <a:gd name="csX1616" fmla="*/ 315301 w 777265"/>
                <a:gd name="csY1616" fmla="*/ 467219 h 743824"/>
                <a:gd name="csX1617" fmla="*/ 315301 w 777265"/>
                <a:gd name="csY1617" fmla="*/ 467219 h 743824"/>
                <a:gd name="csX1618" fmla="*/ 316257 w 777265"/>
                <a:gd name="csY1618" fmla="*/ 466264 h 743824"/>
                <a:gd name="csX1619" fmla="*/ 316735 w 777265"/>
                <a:gd name="csY1619" fmla="*/ 465309 h 743824"/>
                <a:gd name="csX1620" fmla="*/ 316735 w 777265"/>
                <a:gd name="csY1620" fmla="*/ 465309 h 743824"/>
                <a:gd name="csX1621" fmla="*/ 318168 w 777265"/>
                <a:gd name="csY1621" fmla="*/ 464831 h 743824"/>
                <a:gd name="csX1622" fmla="*/ 319601 w 777265"/>
                <a:gd name="csY1622" fmla="*/ 464831 h 743824"/>
                <a:gd name="csX1623" fmla="*/ 319601 w 777265"/>
                <a:gd name="csY1623" fmla="*/ 464831 h 743824"/>
                <a:gd name="csX1624" fmla="*/ 320079 w 777265"/>
                <a:gd name="csY1624" fmla="*/ 463875 h 743824"/>
                <a:gd name="csX1625" fmla="*/ 316735 w 777265"/>
                <a:gd name="csY1625" fmla="*/ 461009 h 743824"/>
                <a:gd name="csX1626" fmla="*/ 314824 w 777265"/>
                <a:gd name="csY1626" fmla="*/ 459098 h 743824"/>
                <a:gd name="csX1627" fmla="*/ 315779 w 777265"/>
                <a:gd name="csY1627" fmla="*/ 457187 h 743824"/>
                <a:gd name="csX1628" fmla="*/ 317690 w 777265"/>
                <a:gd name="csY1628" fmla="*/ 453365 h 743824"/>
                <a:gd name="csX1629" fmla="*/ 320079 w 777265"/>
                <a:gd name="csY1629" fmla="*/ 449543 h 743824"/>
                <a:gd name="csX1630" fmla="*/ 321512 w 777265"/>
                <a:gd name="csY1630" fmla="*/ 446677 h 743824"/>
                <a:gd name="csX1631" fmla="*/ 321512 w 777265"/>
                <a:gd name="csY1631" fmla="*/ 446199 h 743824"/>
                <a:gd name="csX1632" fmla="*/ 322945 w 777265"/>
                <a:gd name="csY1632" fmla="*/ 445722 h 743824"/>
                <a:gd name="csX1633" fmla="*/ 322945 w 777265"/>
                <a:gd name="csY1633" fmla="*/ 445722 h 743824"/>
                <a:gd name="csX1634" fmla="*/ 322945 w 777265"/>
                <a:gd name="csY1634" fmla="*/ 445722 h 743824"/>
                <a:gd name="csX1635" fmla="*/ 322945 w 777265"/>
                <a:gd name="csY1635" fmla="*/ 444288 h 743824"/>
                <a:gd name="csX1636" fmla="*/ 322467 w 777265"/>
                <a:gd name="csY1636" fmla="*/ 443333 h 743824"/>
                <a:gd name="csX1637" fmla="*/ 321512 w 777265"/>
                <a:gd name="csY1637" fmla="*/ 443333 h 743824"/>
                <a:gd name="csX1638" fmla="*/ 322945 w 777265"/>
                <a:gd name="csY1638" fmla="*/ 439989 h 743824"/>
                <a:gd name="csX1639" fmla="*/ 324378 w 777265"/>
                <a:gd name="csY1639" fmla="*/ 435211 h 743824"/>
                <a:gd name="csX1640" fmla="*/ 325811 w 777265"/>
                <a:gd name="csY1640" fmla="*/ 431390 h 743824"/>
                <a:gd name="csX1641" fmla="*/ 326289 w 777265"/>
                <a:gd name="csY1641" fmla="*/ 430912 h 743824"/>
                <a:gd name="csX1642" fmla="*/ 327245 w 777265"/>
                <a:gd name="csY1642" fmla="*/ 430434 h 743824"/>
                <a:gd name="csX1643" fmla="*/ 327245 w 777265"/>
                <a:gd name="csY1643" fmla="*/ 430434 h 743824"/>
                <a:gd name="csX1644" fmla="*/ 327245 w 777265"/>
                <a:gd name="csY1644" fmla="*/ 429957 h 743824"/>
                <a:gd name="csX1645" fmla="*/ 326289 w 777265"/>
                <a:gd name="csY1645" fmla="*/ 429479 h 743824"/>
                <a:gd name="csX1646" fmla="*/ 325334 w 777265"/>
                <a:gd name="csY1646" fmla="*/ 428523 h 743824"/>
                <a:gd name="csX1647" fmla="*/ 323901 w 777265"/>
                <a:gd name="csY1647" fmla="*/ 425179 h 743824"/>
                <a:gd name="csX1648" fmla="*/ 321512 w 777265"/>
                <a:gd name="csY1648" fmla="*/ 419924 h 743824"/>
                <a:gd name="csX1649" fmla="*/ 321512 w 777265"/>
                <a:gd name="csY1649" fmla="*/ 418013 h 743824"/>
                <a:gd name="csX1650" fmla="*/ 320556 w 777265"/>
                <a:gd name="csY1650" fmla="*/ 416580 h 743824"/>
                <a:gd name="csX1651" fmla="*/ 320556 w 777265"/>
                <a:gd name="csY1651" fmla="*/ 416580 h 743824"/>
                <a:gd name="csX1652" fmla="*/ 320556 w 777265"/>
                <a:gd name="csY1652" fmla="*/ 416580 h 743824"/>
                <a:gd name="csX1653" fmla="*/ 319123 w 777265"/>
                <a:gd name="csY1653" fmla="*/ 417058 h 743824"/>
                <a:gd name="csX1654" fmla="*/ 319123 w 777265"/>
                <a:gd name="csY1654" fmla="*/ 417058 h 743824"/>
                <a:gd name="csX1655" fmla="*/ 317690 w 777265"/>
                <a:gd name="csY1655" fmla="*/ 416580 h 743824"/>
                <a:gd name="csX1656" fmla="*/ 313390 w 777265"/>
                <a:gd name="csY1656" fmla="*/ 413714 h 743824"/>
                <a:gd name="csX1657" fmla="*/ 310524 w 777265"/>
                <a:gd name="csY1657" fmla="*/ 412280 h 743824"/>
                <a:gd name="csX1658" fmla="*/ 309569 w 777265"/>
                <a:gd name="csY1658" fmla="*/ 411325 h 743824"/>
                <a:gd name="csX1659" fmla="*/ 309091 w 777265"/>
                <a:gd name="csY1659" fmla="*/ 408459 h 743824"/>
                <a:gd name="csX1660" fmla="*/ 308135 w 777265"/>
                <a:gd name="csY1660" fmla="*/ 405115 h 743824"/>
                <a:gd name="csX1661" fmla="*/ 307658 w 777265"/>
                <a:gd name="csY1661" fmla="*/ 401293 h 743824"/>
                <a:gd name="csX1662" fmla="*/ 308135 w 777265"/>
                <a:gd name="csY1662" fmla="*/ 400337 h 743824"/>
                <a:gd name="csX1663" fmla="*/ 310524 w 777265"/>
                <a:gd name="csY1663" fmla="*/ 397471 h 743824"/>
                <a:gd name="csX1664" fmla="*/ 310524 w 777265"/>
                <a:gd name="csY1664" fmla="*/ 396038 h 743824"/>
                <a:gd name="csX1665" fmla="*/ 310524 w 777265"/>
                <a:gd name="csY1665" fmla="*/ 394604 h 743824"/>
                <a:gd name="csX1666" fmla="*/ 310524 w 777265"/>
                <a:gd name="csY1666" fmla="*/ 393649 h 743824"/>
                <a:gd name="csX1667" fmla="*/ 310046 w 777265"/>
                <a:gd name="csY1667" fmla="*/ 393649 h 743824"/>
                <a:gd name="csX1668" fmla="*/ 309569 w 777265"/>
                <a:gd name="csY1668" fmla="*/ 393649 h 743824"/>
                <a:gd name="csX1669" fmla="*/ 309091 w 777265"/>
                <a:gd name="csY1669" fmla="*/ 394127 h 743824"/>
                <a:gd name="csX1670" fmla="*/ 307658 w 777265"/>
                <a:gd name="csY1670" fmla="*/ 394127 h 743824"/>
                <a:gd name="csX1671" fmla="*/ 306702 w 777265"/>
                <a:gd name="csY1671" fmla="*/ 394604 h 743824"/>
                <a:gd name="csX1672" fmla="*/ 298581 w 777265"/>
                <a:gd name="csY1672" fmla="*/ 394127 h 743824"/>
                <a:gd name="csX1673" fmla="*/ 289026 w 777265"/>
                <a:gd name="csY1673" fmla="*/ 393649 h 743824"/>
                <a:gd name="csX1674" fmla="*/ 280905 w 777265"/>
                <a:gd name="csY1674" fmla="*/ 393649 h 743824"/>
                <a:gd name="csX1675" fmla="*/ 274217 w 777265"/>
                <a:gd name="csY1675" fmla="*/ 393171 h 743824"/>
                <a:gd name="csX1676" fmla="*/ 274217 w 777265"/>
                <a:gd name="csY1676" fmla="*/ 390783 h 743824"/>
                <a:gd name="csX1677" fmla="*/ 273739 w 777265"/>
                <a:gd name="csY1677" fmla="*/ 386483 h 743824"/>
                <a:gd name="csX1678" fmla="*/ 273261 w 777265"/>
                <a:gd name="csY1678" fmla="*/ 383139 h 743824"/>
                <a:gd name="csX1679" fmla="*/ 272783 w 777265"/>
                <a:gd name="csY1679" fmla="*/ 378362 h 743824"/>
                <a:gd name="csX1680" fmla="*/ 269917 w 777265"/>
                <a:gd name="csY1680" fmla="*/ 375495 h 743824"/>
                <a:gd name="csX1681" fmla="*/ 267051 w 777265"/>
                <a:gd name="csY1681" fmla="*/ 372151 h 743824"/>
                <a:gd name="csX1682" fmla="*/ 266095 w 777265"/>
                <a:gd name="csY1682" fmla="*/ 371196 h 743824"/>
                <a:gd name="csX1683" fmla="*/ 269439 w 777265"/>
                <a:gd name="csY1683" fmla="*/ 371196 h 743824"/>
                <a:gd name="csX1684" fmla="*/ 272306 w 777265"/>
                <a:gd name="csY1684" fmla="*/ 371196 h 743824"/>
                <a:gd name="csX1685" fmla="*/ 272306 w 777265"/>
                <a:gd name="csY1685" fmla="*/ 371196 h 743824"/>
                <a:gd name="csX1686" fmla="*/ 272306 w 777265"/>
                <a:gd name="csY1686" fmla="*/ 371196 h 743824"/>
                <a:gd name="csX1687" fmla="*/ 271828 w 777265"/>
                <a:gd name="csY1687" fmla="*/ 362119 h 743824"/>
                <a:gd name="csX1688" fmla="*/ 270872 w 777265"/>
                <a:gd name="csY1688" fmla="*/ 361641 h 743824"/>
                <a:gd name="csX1689" fmla="*/ 270395 w 777265"/>
                <a:gd name="csY1689" fmla="*/ 358775 h 743824"/>
                <a:gd name="csX1690" fmla="*/ 269917 w 777265"/>
                <a:gd name="csY1690" fmla="*/ 356864 h 743824"/>
                <a:gd name="csX1691" fmla="*/ 268484 w 777265"/>
                <a:gd name="csY1691" fmla="*/ 355431 h 743824"/>
                <a:gd name="csX1692" fmla="*/ 268484 w 777265"/>
                <a:gd name="csY1692" fmla="*/ 353997 h 743824"/>
                <a:gd name="csX1693" fmla="*/ 268484 w 777265"/>
                <a:gd name="csY1693" fmla="*/ 353042 h 743824"/>
                <a:gd name="csX1694" fmla="*/ 268962 w 777265"/>
                <a:gd name="csY1694" fmla="*/ 352564 h 743824"/>
                <a:gd name="csX1695" fmla="*/ 268962 w 777265"/>
                <a:gd name="csY1695" fmla="*/ 352564 h 743824"/>
                <a:gd name="csX1696" fmla="*/ 269439 w 777265"/>
                <a:gd name="csY1696" fmla="*/ 351131 h 743824"/>
                <a:gd name="csX1697" fmla="*/ 269439 w 777265"/>
                <a:gd name="csY1697" fmla="*/ 349698 h 743824"/>
                <a:gd name="csX1698" fmla="*/ 268484 w 777265"/>
                <a:gd name="csY1698" fmla="*/ 348265 h 743824"/>
                <a:gd name="csX1699" fmla="*/ 267528 w 777265"/>
                <a:gd name="csY1699" fmla="*/ 346831 h 743824"/>
                <a:gd name="csX1700" fmla="*/ 266095 w 777265"/>
                <a:gd name="csY1700" fmla="*/ 345876 h 743824"/>
                <a:gd name="csX1701" fmla="*/ 263229 w 777265"/>
                <a:gd name="csY1701" fmla="*/ 344443 h 743824"/>
                <a:gd name="csX1702" fmla="*/ 259407 w 777265"/>
                <a:gd name="csY1702" fmla="*/ 342532 h 743824"/>
                <a:gd name="csX1703" fmla="*/ 256540 w 777265"/>
                <a:gd name="csY1703" fmla="*/ 341099 h 743824"/>
                <a:gd name="csX1704" fmla="*/ 256063 w 777265"/>
                <a:gd name="csY1704" fmla="*/ 341099 h 743824"/>
                <a:gd name="csX1705" fmla="*/ 256063 w 777265"/>
                <a:gd name="csY1705" fmla="*/ 341099 h 743824"/>
                <a:gd name="csX1706" fmla="*/ 255107 w 777265"/>
                <a:gd name="csY1706" fmla="*/ 341577 h 743824"/>
                <a:gd name="csX1707" fmla="*/ 250808 w 777265"/>
                <a:gd name="csY1707" fmla="*/ 342054 h 743824"/>
                <a:gd name="csX1708" fmla="*/ 249852 w 777265"/>
                <a:gd name="csY1708" fmla="*/ 342054 h 743824"/>
                <a:gd name="csX1709" fmla="*/ 247941 w 777265"/>
                <a:gd name="csY1709" fmla="*/ 342054 h 743824"/>
                <a:gd name="csX1710" fmla="*/ 247464 w 777265"/>
                <a:gd name="csY1710" fmla="*/ 342054 h 743824"/>
                <a:gd name="csX1711" fmla="*/ 246508 w 777265"/>
                <a:gd name="csY1711" fmla="*/ 342054 h 743824"/>
                <a:gd name="csX1712" fmla="*/ 242209 w 777265"/>
                <a:gd name="csY1712" fmla="*/ 342054 h 743824"/>
                <a:gd name="csX1713" fmla="*/ 240298 w 777265"/>
                <a:gd name="csY1713" fmla="*/ 341099 h 743824"/>
                <a:gd name="csX1714" fmla="*/ 239342 w 777265"/>
                <a:gd name="csY1714" fmla="*/ 339666 h 743824"/>
                <a:gd name="csX1715" fmla="*/ 235998 w 777265"/>
                <a:gd name="csY1715" fmla="*/ 336799 h 743824"/>
                <a:gd name="csX1716" fmla="*/ 235521 w 777265"/>
                <a:gd name="csY1716" fmla="*/ 335366 h 743824"/>
                <a:gd name="csX1717" fmla="*/ 234565 w 777265"/>
                <a:gd name="csY1717" fmla="*/ 334411 h 743824"/>
                <a:gd name="csX1718" fmla="*/ 232654 w 777265"/>
                <a:gd name="csY1718" fmla="*/ 334888 h 743824"/>
                <a:gd name="csX1719" fmla="*/ 231221 w 777265"/>
                <a:gd name="csY1719" fmla="*/ 334411 h 743824"/>
                <a:gd name="csX1720" fmla="*/ 227877 w 777265"/>
                <a:gd name="csY1720" fmla="*/ 333455 h 743824"/>
                <a:gd name="csX1721" fmla="*/ 224533 w 777265"/>
                <a:gd name="csY1721" fmla="*/ 332022 h 743824"/>
                <a:gd name="csX1722" fmla="*/ 222622 w 777265"/>
                <a:gd name="csY1722" fmla="*/ 332022 h 743824"/>
                <a:gd name="csX1723" fmla="*/ 221666 w 777265"/>
                <a:gd name="csY1723" fmla="*/ 331544 h 743824"/>
                <a:gd name="csX1724" fmla="*/ 218800 w 777265"/>
                <a:gd name="csY1724" fmla="*/ 329156 h 743824"/>
                <a:gd name="csX1725" fmla="*/ 217845 w 777265"/>
                <a:gd name="csY1725" fmla="*/ 328678 h 743824"/>
                <a:gd name="csX1726" fmla="*/ 217367 w 777265"/>
                <a:gd name="csY1726" fmla="*/ 327722 h 743824"/>
                <a:gd name="csX1727" fmla="*/ 216889 w 777265"/>
                <a:gd name="csY1727" fmla="*/ 325812 h 743824"/>
                <a:gd name="csX1728" fmla="*/ 215933 w 777265"/>
                <a:gd name="csY1728" fmla="*/ 325812 h 743824"/>
                <a:gd name="csX1729" fmla="*/ 215933 w 777265"/>
                <a:gd name="csY1729" fmla="*/ 325812 h 743824"/>
                <a:gd name="csX1730" fmla="*/ 214500 w 777265"/>
                <a:gd name="csY1730" fmla="*/ 325812 h 743824"/>
                <a:gd name="csX1731" fmla="*/ 214500 w 777265"/>
                <a:gd name="csY1731" fmla="*/ 325812 h 743824"/>
                <a:gd name="csX1732" fmla="*/ 213067 w 777265"/>
                <a:gd name="csY1732" fmla="*/ 326767 h 743824"/>
                <a:gd name="csX1733" fmla="*/ 213067 w 777265"/>
                <a:gd name="csY1733" fmla="*/ 326767 h 743824"/>
                <a:gd name="csX1734" fmla="*/ 211156 w 777265"/>
                <a:gd name="csY1734" fmla="*/ 326289 h 743824"/>
                <a:gd name="csX1735" fmla="*/ 208768 w 777265"/>
                <a:gd name="csY1735" fmla="*/ 324856 h 743824"/>
                <a:gd name="csX1736" fmla="*/ 207334 w 777265"/>
                <a:gd name="csY1736" fmla="*/ 323901 h 743824"/>
                <a:gd name="csX1737" fmla="*/ 206379 w 777265"/>
                <a:gd name="csY1737" fmla="*/ 323423 h 743824"/>
                <a:gd name="csX1738" fmla="*/ 204468 w 777265"/>
                <a:gd name="csY1738" fmla="*/ 322467 h 743824"/>
                <a:gd name="csX1739" fmla="*/ 204468 w 777265"/>
                <a:gd name="csY1739" fmla="*/ 322467 h 743824"/>
                <a:gd name="csX1740" fmla="*/ 202557 w 777265"/>
                <a:gd name="csY1740" fmla="*/ 322467 h 743824"/>
                <a:gd name="csX1741" fmla="*/ 202557 w 777265"/>
                <a:gd name="csY1741" fmla="*/ 322467 h 743824"/>
                <a:gd name="csX1742" fmla="*/ 199691 w 777265"/>
                <a:gd name="csY1742" fmla="*/ 323423 h 743824"/>
                <a:gd name="csX1743" fmla="*/ 197302 w 777265"/>
                <a:gd name="csY1743" fmla="*/ 322945 h 743824"/>
                <a:gd name="csX1744" fmla="*/ 193480 w 777265"/>
                <a:gd name="csY1744" fmla="*/ 322467 h 743824"/>
                <a:gd name="csX1745" fmla="*/ 190136 w 777265"/>
                <a:gd name="csY1745" fmla="*/ 321990 h 743824"/>
                <a:gd name="csX1746" fmla="*/ 188703 w 777265"/>
                <a:gd name="csY1746" fmla="*/ 319601 h 743824"/>
                <a:gd name="csX1747" fmla="*/ 188225 w 777265"/>
                <a:gd name="csY1747" fmla="*/ 318168 h 743824"/>
                <a:gd name="csX1748" fmla="*/ 186314 w 777265"/>
                <a:gd name="csY1748" fmla="*/ 317212 h 743824"/>
                <a:gd name="csX1749" fmla="*/ 184881 w 777265"/>
                <a:gd name="csY1749" fmla="*/ 316257 h 743824"/>
                <a:gd name="csX1750" fmla="*/ 182970 w 777265"/>
                <a:gd name="csY1750" fmla="*/ 314824 h 743824"/>
                <a:gd name="csX1751" fmla="*/ 182015 w 777265"/>
                <a:gd name="csY1751" fmla="*/ 314346 h 743824"/>
                <a:gd name="csX1752" fmla="*/ 182015 w 777265"/>
                <a:gd name="csY1752" fmla="*/ 314346 h 743824"/>
                <a:gd name="csX1753" fmla="*/ 180104 w 777265"/>
                <a:gd name="csY1753" fmla="*/ 313868 h 743824"/>
                <a:gd name="csX1754" fmla="*/ 178671 w 777265"/>
                <a:gd name="csY1754" fmla="*/ 313390 h 743824"/>
                <a:gd name="csX1755" fmla="*/ 178671 w 777265"/>
                <a:gd name="csY1755" fmla="*/ 311957 h 743824"/>
                <a:gd name="csX1756" fmla="*/ 178193 w 777265"/>
                <a:gd name="csY1756" fmla="*/ 311002 h 743824"/>
                <a:gd name="csX1757" fmla="*/ 177715 w 777265"/>
                <a:gd name="csY1757" fmla="*/ 310524 h 743824"/>
                <a:gd name="csX1758" fmla="*/ 176760 w 777265"/>
                <a:gd name="csY1758" fmla="*/ 309091 h 743824"/>
                <a:gd name="csX1759" fmla="*/ 176760 w 777265"/>
                <a:gd name="csY1759" fmla="*/ 309091 h 743824"/>
                <a:gd name="csX1760" fmla="*/ 176282 w 777265"/>
                <a:gd name="csY1760" fmla="*/ 308613 h 743824"/>
                <a:gd name="csX1761" fmla="*/ 176282 w 777265"/>
                <a:gd name="csY1761" fmla="*/ 308613 h 743824"/>
                <a:gd name="csX1762" fmla="*/ 176282 w 777265"/>
                <a:gd name="csY1762" fmla="*/ 308613 h 743824"/>
                <a:gd name="csX1763" fmla="*/ 175804 w 777265"/>
                <a:gd name="csY1763" fmla="*/ 309091 h 743824"/>
                <a:gd name="csX1764" fmla="*/ 175804 w 777265"/>
                <a:gd name="csY1764" fmla="*/ 309091 h 743824"/>
                <a:gd name="csX1765" fmla="*/ 175326 w 777265"/>
                <a:gd name="csY1765" fmla="*/ 309091 h 743824"/>
                <a:gd name="csX1766" fmla="*/ 175326 w 777265"/>
                <a:gd name="csY1766" fmla="*/ 309091 h 743824"/>
                <a:gd name="csX1767" fmla="*/ 174849 w 777265"/>
                <a:gd name="csY1767" fmla="*/ 309091 h 743824"/>
                <a:gd name="csX1768" fmla="*/ 174849 w 777265"/>
                <a:gd name="csY1768" fmla="*/ 308136 h 743824"/>
                <a:gd name="csX1769" fmla="*/ 174849 w 777265"/>
                <a:gd name="csY1769" fmla="*/ 307180 h 743824"/>
                <a:gd name="csX1770" fmla="*/ 174371 w 777265"/>
                <a:gd name="csY1770" fmla="*/ 305747 h 743824"/>
                <a:gd name="csX1771" fmla="*/ 172938 w 777265"/>
                <a:gd name="csY1771" fmla="*/ 304791 h 743824"/>
                <a:gd name="csX1772" fmla="*/ 171983 w 777265"/>
                <a:gd name="csY1772" fmla="*/ 303358 h 743824"/>
                <a:gd name="csX1773" fmla="*/ 171983 w 777265"/>
                <a:gd name="csY1773" fmla="*/ 301925 h 743824"/>
                <a:gd name="csX1774" fmla="*/ 171983 w 777265"/>
                <a:gd name="csY1774" fmla="*/ 300970 h 743824"/>
                <a:gd name="csX1775" fmla="*/ 171027 w 777265"/>
                <a:gd name="csY1775" fmla="*/ 300492 h 743824"/>
                <a:gd name="csX1776" fmla="*/ 171027 w 777265"/>
                <a:gd name="csY1776" fmla="*/ 299536 h 743824"/>
                <a:gd name="csX1777" fmla="*/ 170549 w 777265"/>
                <a:gd name="csY1777" fmla="*/ 298581 h 743824"/>
                <a:gd name="csX1778" fmla="*/ 171027 w 777265"/>
                <a:gd name="csY1778" fmla="*/ 297148 h 743824"/>
                <a:gd name="csX1779" fmla="*/ 171983 w 777265"/>
                <a:gd name="csY1779" fmla="*/ 295715 h 743824"/>
                <a:gd name="csX1780" fmla="*/ 171983 w 777265"/>
                <a:gd name="csY1780" fmla="*/ 293326 h 743824"/>
                <a:gd name="csX1781" fmla="*/ 170549 w 777265"/>
                <a:gd name="csY1781" fmla="*/ 289982 h 743824"/>
                <a:gd name="csX1782" fmla="*/ 169594 w 777265"/>
                <a:gd name="csY1782" fmla="*/ 287593 h 743824"/>
                <a:gd name="csX1783" fmla="*/ 169594 w 777265"/>
                <a:gd name="csY1783" fmla="*/ 286160 h 743824"/>
                <a:gd name="csX1784" fmla="*/ 170072 w 777265"/>
                <a:gd name="csY1784" fmla="*/ 285205 h 743824"/>
                <a:gd name="csX1785" fmla="*/ 170549 w 777265"/>
                <a:gd name="csY1785" fmla="*/ 284249 h 743824"/>
                <a:gd name="csX1786" fmla="*/ 172460 w 777265"/>
                <a:gd name="csY1786" fmla="*/ 281383 h 743824"/>
                <a:gd name="csX1787" fmla="*/ 172460 w 777265"/>
                <a:gd name="csY1787" fmla="*/ 279472 h 743824"/>
                <a:gd name="csX1788" fmla="*/ 171983 w 777265"/>
                <a:gd name="csY1788" fmla="*/ 277561 h 743824"/>
                <a:gd name="csX1789" fmla="*/ 171983 w 777265"/>
                <a:gd name="csY1789" fmla="*/ 275650 h 743824"/>
                <a:gd name="csX1790" fmla="*/ 172460 w 777265"/>
                <a:gd name="csY1790" fmla="*/ 274694 h 743824"/>
                <a:gd name="csX1791" fmla="*/ 171983 w 777265"/>
                <a:gd name="csY1791" fmla="*/ 272783 h 743824"/>
                <a:gd name="csX1792" fmla="*/ 170549 w 777265"/>
                <a:gd name="csY1792" fmla="*/ 271350 h 743824"/>
                <a:gd name="csX1793" fmla="*/ 170072 w 777265"/>
                <a:gd name="csY1793" fmla="*/ 271350 h 743824"/>
                <a:gd name="csX1794" fmla="*/ 169594 w 777265"/>
                <a:gd name="csY1794" fmla="*/ 271350 h 743824"/>
                <a:gd name="csX1795" fmla="*/ 168638 w 777265"/>
                <a:gd name="csY1795" fmla="*/ 271828 h 743824"/>
                <a:gd name="csX1796" fmla="*/ 168638 w 777265"/>
                <a:gd name="csY1796" fmla="*/ 271828 h 743824"/>
                <a:gd name="csX1797" fmla="*/ 167205 w 777265"/>
                <a:gd name="csY1797" fmla="*/ 273261 h 743824"/>
                <a:gd name="csX1798" fmla="*/ 165772 w 777265"/>
                <a:gd name="csY1798" fmla="*/ 273261 h 743824"/>
                <a:gd name="csX1799" fmla="*/ 165772 w 777265"/>
                <a:gd name="csY1799" fmla="*/ 273261 h 743824"/>
                <a:gd name="csX1800" fmla="*/ 164339 w 777265"/>
                <a:gd name="csY1800" fmla="*/ 272783 h 743824"/>
                <a:gd name="csX1801" fmla="*/ 160995 w 777265"/>
                <a:gd name="csY1801" fmla="*/ 272783 h 743824"/>
                <a:gd name="csX1802" fmla="*/ 160039 w 777265"/>
                <a:gd name="csY1802" fmla="*/ 272783 h 743824"/>
                <a:gd name="csX1803" fmla="*/ 158606 w 777265"/>
                <a:gd name="csY1803" fmla="*/ 273261 h 743824"/>
                <a:gd name="csX1804" fmla="*/ 153351 w 777265"/>
                <a:gd name="csY1804" fmla="*/ 273739 h 743824"/>
                <a:gd name="csX1805" fmla="*/ 153351 w 777265"/>
                <a:gd name="csY1805" fmla="*/ 273739 h 743824"/>
                <a:gd name="csX1806" fmla="*/ 152873 w 777265"/>
                <a:gd name="csY1806" fmla="*/ 273739 h 743824"/>
                <a:gd name="csX1807" fmla="*/ 150485 w 777265"/>
                <a:gd name="csY1807" fmla="*/ 274217 h 743824"/>
                <a:gd name="csX1808" fmla="*/ 149051 w 777265"/>
                <a:gd name="csY1808" fmla="*/ 274694 h 743824"/>
                <a:gd name="csX1809" fmla="*/ 147141 w 777265"/>
                <a:gd name="csY1809" fmla="*/ 275172 h 743824"/>
                <a:gd name="csX1810" fmla="*/ 144274 w 777265"/>
                <a:gd name="csY1810" fmla="*/ 276605 h 743824"/>
                <a:gd name="csX1811" fmla="*/ 144274 w 777265"/>
                <a:gd name="csY1811" fmla="*/ 276605 h 743824"/>
                <a:gd name="csX1812" fmla="*/ 136631 w 777265"/>
                <a:gd name="csY1812" fmla="*/ 281860 h 743824"/>
                <a:gd name="csX1813" fmla="*/ 134719 w 777265"/>
                <a:gd name="csY1813" fmla="*/ 282338 h 743824"/>
                <a:gd name="csX1814" fmla="*/ 133286 w 777265"/>
                <a:gd name="csY1814" fmla="*/ 282816 h 743824"/>
                <a:gd name="csX1815" fmla="*/ 133286 w 777265"/>
                <a:gd name="csY1815" fmla="*/ 282816 h 743824"/>
                <a:gd name="csX1816" fmla="*/ 132331 w 777265"/>
                <a:gd name="csY1816" fmla="*/ 283294 h 743824"/>
                <a:gd name="csX1817" fmla="*/ 130420 w 777265"/>
                <a:gd name="csY1817" fmla="*/ 283771 h 743824"/>
                <a:gd name="csX1818" fmla="*/ 130420 w 777265"/>
                <a:gd name="csY1818" fmla="*/ 284249 h 743824"/>
                <a:gd name="csX1819" fmla="*/ 127076 w 777265"/>
                <a:gd name="csY1819" fmla="*/ 286160 h 743824"/>
                <a:gd name="csX1820" fmla="*/ 125643 w 777265"/>
                <a:gd name="csY1820" fmla="*/ 288071 h 743824"/>
                <a:gd name="csX1821" fmla="*/ 124687 w 777265"/>
                <a:gd name="csY1821" fmla="*/ 289504 h 743824"/>
                <a:gd name="csX1822" fmla="*/ 123254 w 777265"/>
                <a:gd name="csY1822" fmla="*/ 289504 h 743824"/>
                <a:gd name="csX1823" fmla="*/ 122299 w 777265"/>
                <a:gd name="csY1823" fmla="*/ 289026 h 743824"/>
                <a:gd name="csX1824" fmla="*/ 119432 w 777265"/>
                <a:gd name="csY1824" fmla="*/ 289026 h 743824"/>
                <a:gd name="csX1825" fmla="*/ 118954 w 777265"/>
                <a:gd name="csY1825" fmla="*/ 289026 h 743824"/>
                <a:gd name="csX1826" fmla="*/ 117521 w 777265"/>
                <a:gd name="csY1826" fmla="*/ 289982 h 743824"/>
                <a:gd name="csX1827" fmla="*/ 117521 w 777265"/>
                <a:gd name="csY1827" fmla="*/ 289982 h 743824"/>
                <a:gd name="csX1828" fmla="*/ 115610 w 777265"/>
                <a:gd name="csY1828" fmla="*/ 291415 h 743824"/>
                <a:gd name="csX1829" fmla="*/ 113700 w 777265"/>
                <a:gd name="csY1829" fmla="*/ 293804 h 743824"/>
                <a:gd name="csX1830" fmla="*/ 112744 w 777265"/>
                <a:gd name="csY1830" fmla="*/ 294759 h 743824"/>
                <a:gd name="csX1831" fmla="*/ 110833 w 777265"/>
                <a:gd name="csY1831" fmla="*/ 295715 h 743824"/>
                <a:gd name="csX1832" fmla="*/ 108922 w 777265"/>
                <a:gd name="csY1832" fmla="*/ 296192 h 743824"/>
                <a:gd name="csX1833" fmla="*/ 106534 w 777265"/>
                <a:gd name="csY1833" fmla="*/ 297148 h 743824"/>
                <a:gd name="csX1834" fmla="*/ 105578 w 777265"/>
                <a:gd name="csY1834" fmla="*/ 297148 h 743824"/>
                <a:gd name="csX1835" fmla="*/ 104623 w 777265"/>
                <a:gd name="csY1835" fmla="*/ 297625 h 743824"/>
                <a:gd name="csX1836" fmla="*/ 104623 w 777265"/>
                <a:gd name="csY1836" fmla="*/ 297625 h 743824"/>
                <a:gd name="csX1837" fmla="*/ 103667 w 777265"/>
                <a:gd name="csY1837" fmla="*/ 297148 h 743824"/>
                <a:gd name="csX1838" fmla="*/ 103667 w 777265"/>
                <a:gd name="csY1838" fmla="*/ 296192 h 743824"/>
                <a:gd name="csX1839" fmla="*/ 102234 w 777265"/>
                <a:gd name="csY1839" fmla="*/ 295237 h 743824"/>
                <a:gd name="csX1840" fmla="*/ 99368 w 777265"/>
                <a:gd name="csY1840" fmla="*/ 295237 h 743824"/>
                <a:gd name="csX1841" fmla="*/ 94590 w 777265"/>
                <a:gd name="csY1841" fmla="*/ 294281 h 743824"/>
                <a:gd name="csX1842" fmla="*/ 90291 w 777265"/>
                <a:gd name="csY1842" fmla="*/ 294281 h 743824"/>
                <a:gd name="csX1843" fmla="*/ 89813 w 777265"/>
                <a:gd name="csY1843" fmla="*/ 294281 h 743824"/>
                <a:gd name="csX1844" fmla="*/ 87902 w 777265"/>
                <a:gd name="csY1844" fmla="*/ 294281 h 743824"/>
                <a:gd name="csX1845" fmla="*/ 85991 w 777265"/>
                <a:gd name="csY1845" fmla="*/ 294281 h 743824"/>
                <a:gd name="csX1846" fmla="*/ 85513 w 777265"/>
                <a:gd name="csY1846" fmla="*/ 294281 h 743824"/>
                <a:gd name="csX1847" fmla="*/ 82647 w 777265"/>
                <a:gd name="csY1847" fmla="*/ 293804 h 743824"/>
                <a:gd name="csX1848" fmla="*/ 80258 w 777265"/>
                <a:gd name="csY1848" fmla="*/ 293804 h 743824"/>
                <a:gd name="csX1849" fmla="*/ 80258 w 777265"/>
                <a:gd name="csY1849" fmla="*/ 293804 h 743824"/>
                <a:gd name="csX1850" fmla="*/ 77870 w 777265"/>
                <a:gd name="csY1850" fmla="*/ 294759 h 743824"/>
                <a:gd name="csX1851" fmla="*/ 77870 w 777265"/>
                <a:gd name="csY1851" fmla="*/ 294759 h 743824"/>
                <a:gd name="csX1852" fmla="*/ 75003 w 777265"/>
                <a:gd name="csY1852" fmla="*/ 296192 h 743824"/>
                <a:gd name="csX1853" fmla="*/ 73570 w 777265"/>
                <a:gd name="csY1853" fmla="*/ 296192 h 743824"/>
                <a:gd name="csX1854" fmla="*/ 72615 w 777265"/>
                <a:gd name="csY1854" fmla="*/ 296670 h 743824"/>
                <a:gd name="csX1855" fmla="*/ 71659 w 777265"/>
                <a:gd name="csY1855" fmla="*/ 296192 h 743824"/>
                <a:gd name="csX1856" fmla="*/ 70226 w 777265"/>
                <a:gd name="csY1856" fmla="*/ 295715 h 743824"/>
                <a:gd name="csX1857" fmla="*/ 68793 w 777265"/>
                <a:gd name="csY1857" fmla="*/ 294281 h 743824"/>
                <a:gd name="csX1858" fmla="*/ 68793 w 777265"/>
                <a:gd name="csY1858" fmla="*/ 294281 h 743824"/>
                <a:gd name="csX1859" fmla="*/ 67360 w 777265"/>
                <a:gd name="csY1859" fmla="*/ 294759 h 743824"/>
                <a:gd name="csX1860" fmla="*/ 67360 w 777265"/>
                <a:gd name="csY1860" fmla="*/ 294759 h 743824"/>
                <a:gd name="csX1861" fmla="*/ 66882 w 777265"/>
                <a:gd name="csY1861" fmla="*/ 295237 h 743824"/>
                <a:gd name="csX1862" fmla="*/ 66882 w 777265"/>
                <a:gd name="csY1862" fmla="*/ 292370 h 743824"/>
                <a:gd name="csX1863" fmla="*/ 66882 w 777265"/>
                <a:gd name="csY1863" fmla="*/ 287593 h 743824"/>
                <a:gd name="csX1864" fmla="*/ 66882 w 777265"/>
                <a:gd name="csY1864" fmla="*/ 283294 h 743824"/>
                <a:gd name="csX1865" fmla="*/ 66882 w 777265"/>
                <a:gd name="csY1865" fmla="*/ 279949 h 743824"/>
                <a:gd name="csX1866" fmla="*/ 66882 w 777265"/>
                <a:gd name="csY1866" fmla="*/ 276128 h 743824"/>
                <a:gd name="csX1867" fmla="*/ 66882 w 777265"/>
                <a:gd name="csY1867" fmla="*/ 273739 h 743824"/>
                <a:gd name="csX1868" fmla="*/ 67837 w 777265"/>
                <a:gd name="csY1868" fmla="*/ 272783 h 743824"/>
                <a:gd name="csX1869" fmla="*/ 68315 w 777265"/>
                <a:gd name="csY1869" fmla="*/ 271350 h 743824"/>
                <a:gd name="csX1870" fmla="*/ 67360 w 777265"/>
                <a:gd name="csY1870" fmla="*/ 269917 h 743824"/>
                <a:gd name="csX1871" fmla="*/ 67837 w 777265"/>
                <a:gd name="csY1871" fmla="*/ 268484 h 743824"/>
                <a:gd name="csX1872" fmla="*/ 68315 w 777265"/>
                <a:gd name="csY1872" fmla="*/ 267529 h 743824"/>
                <a:gd name="csX1873" fmla="*/ 68793 w 777265"/>
                <a:gd name="csY1873" fmla="*/ 266573 h 743824"/>
                <a:gd name="csX1874" fmla="*/ 68315 w 777265"/>
                <a:gd name="csY1874" fmla="*/ 266573 h 743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</a:cxnLst>
              <a:rect l="l" t="t" r="r" b="b"/>
              <a:pathLst>
                <a:path w="777265" h="743824">
                  <a:moveTo>
                    <a:pt x="68315" y="266573"/>
                  </a:moveTo>
                  <a:lnTo>
                    <a:pt x="67360" y="267051"/>
                  </a:lnTo>
                  <a:lnTo>
                    <a:pt x="66404" y="267051"/>
                  </a:lnTo>
                  <a:lnTo>
                    <a:pt x="65927" y="268006"/>
                  </a:lnTo>
                  <a:lnTo>
                    <a:pt x="64493" y="268962"/>
                  </a:lnTo>
                  <a:lnTo>
                    <a:pt x="64016" y="268962"/>
                  </a:lnTo>
                  <a:lnTo>
                    <a:pt x="63060" y="269917"/>
                  </a:lnTo>
                  <a:lnTo>
                    <a:pt x="61627" y="270873"/>
                  </a:lnTo>
                  <a:lnTo>
                    <a:pt x="60194" y="272783"/>
                  </a:lnTo>
                  <a:lnTo>
                    <a:pt x="58761" y="273739"/>
                  </a:lnTo>
                  <a:lnTo>
                    <a:pt x="57328" y="274217"/>
                  </a:lnTo>
                  <a:lnTo>
                    <a:pt x="54939" y="276128"/>
                  </a:lnTo>
                  <a:lnTo>
                    <a:pt x="53028" y="276605"/>
                  </a:lnTo>
                  <a:lnTo>
                    <a:pt x="48251" y="277083"/>
                  </a:lnTo>
                  <a:lnTo>
                    <a:pt x="47295" y="277083"/>
                  </a:lnTo>
                  <a:lnTo>
                    <a:pt x="42040" y="277083"/>
                  </a:lnTo>
                  <a:lnTo>
                    <a:pt x="36785" y="277083"/>
                  </a:lnTo>
                  <a:lnTo>
                    <a:pt x="36307" y="277083"/>
                  </a:lnTo>
                  <a:lnTo>
                    <a:pt x="36307" y="275172"/>
                  </a:lnTo>
                  <a:lnTo>
                    <a:pt x="36307" y="273739"/>
                  </a:lnTo>
                  <a:lnTo>
                    <a:pt x="34396" y="272783"/>
                  </a:lnTo>
                  <a:lnTo>
                    <a:pt x="34396" y="270873"/>
                  </a:lnTo>
                  <a:lnTo>
                    <a:pt x="33919" y="269917"/>
                  </a:lnTo>
                  <a:lnTo>
                    <a:pt x="33441" y="268484"/>
                  </a:lnTo>
                  <a:lnTo>
                    <a:pt x="32008" y="268006"/>
                  </a:lnTo>
                  <a:lnTo>
                    <a:pt x="30575" y="267529"/>
                  </a:lnTo>
                  <a:lnTo>
                    <a:pt x="27708" y="266573"/>
                  </a:lnTo>
                  <a:lnTo>
                    <a:pt x="23409" y="266095"/>
                  </a:lnTo>
                  <a:lnTo>
                    <a:pt x="23409" y="266095"/>
                  </a:lnTo>
                  <a:lnTo>
                    <a:pt x="19587" y="266095"/>
                  </a:lnTo>
                  <a:lnTo>
                    <a:pt x="19587" y="266095"/>
                  </a:lnTo>
                  <a:lnTo>
                    <a:pt x="15765" y="266095"/>
                  </a:lnTo>
                  <a:lnTo>
                    <a:pt x="18154" y="263229"/>
                  </a:lnTo>
                  <a:lnTo>
                    <a:pt x="20542" y="260840"/>
                  </a:lnTo>
                  <a:lnTo>
                    <a:pt x="20542" y="258452"/>
                  </a:lnTo>
                  <a:lnTo>
                    <a:pt x="18631" y="256541"/>
                  </a:lnTo>
                  <a:lnTo>
                    <a:pt x="17676" y="255108"/>
                  </a:lnTo>
                  <a:lnTo>
                    <a:pt x="15765" y="253197"/>
                  </a:lnTo>
                  <a:lnTo>
                    <a:pt x="13854" y="252241"/>
                  </a:lnTo>
                  <a:lnTo>
                    <a:pt x="12898" y="250330"/>
                  </a:lnTo>
                  <a:lnTo>
                    <a:pt x="12898" y="249375"/>
                  </a:lnTo>
                  <a:lnTo>
                    <a:pt x="12898" y="248897"/>
                  </a:lnTo>
                  <a:lnTo>
                    <a:pt x="11943" y="248419"/>
                  </a:lnTo>
                  <a:lnTo>
                    <a:pt x="11465" y="247942"/>
                  </a:lnTo>
                  <a:lnTo>
                    <a:pt x="10032" y="247464"/>
                  </a:lnTo>
                  <a:lnTo>
                    <a:pt x="9077" y="246508"/>
                  </a:lnTo>
                  <a:lnTo>
                    <a:pt x="9077" y="245553"/>
                  </a:lnTo>
                  <a:lnTo>
                    <a:pt x="8599" y="244598"/>
                  </a:lnTo>
                  <a:lnTo>
                    <a:pt x="7644" y="243642"/>
                  </a:lnTo>
                  <a:lnTo>
                    <a:pt x="7644" y="242687"/>
                  </a:lnTo>
                  <a:lnTo>
                    <a:pt x="7166" y="241731"/>
                  </a:lnTo>
                  <a:lnTo>
                    <a:pt x="6210" y="240776"/>
                  </a:lnTo>
                  <a:lnTo>
                    <a:pt x="5733" y="239820"/>
                  </a:lnTo>
                  <a:lnTo>
                    <a:pt x="4299" y="238865"/>
                  </a:lnTo>
                  <a:lnTo>
                    <a:pt x="4777" y="238387"/>
                  </a:lnTo>
                  <a:lnTo>
                    <a:pt x="5255" y="237909"/>
                  </a:lnTo>
                  <a:lnTo>
                    <a:pt x="5733" y="236954"/>
                  </a:lnTo>
                  <a:lnTo>
                    <a:pt x="5733" y="235998"/>
                  </a:lnTo>
                  <a:lnTo>
                    <a:pt x="4777" y="235521"/>
                  </a:lnTo>
                  <a:lnTo>
                    <a:pt x="3344" y="235521"/>
                  </a:lnTo>
                  <a:lnTo>
                    <a:pt x="2389" y="234087"/>
                  </a:lnTo>
                  <a:lnTo>
                    <a:pt x="955" y="233132"/>
                  </a:lnTo>
                  <a:lnTo>
                    <a:pt x="478" y="232654"/>
                  </a:lnTo>
                  <a:lnTo>
                    <a:pt x="0" y="232176"/>
                  </a:lnTo>
                  <a:lnTo>
                    <a:pt x="478" y="231699"/>
                  </a:lnTo>
                  <a:lnTo>
                    <a:pt x="955" y="231221"/>
                  </a:lnTo>
                  <a:lnTo>
                    <a:pt x="955" y="230266"/>
                  </a:lnTo>
                  <a:lnTo>
                    <a:pt x="955" y="229788"/>
                  </a:lnTo>
                  <a:lnTo>
                    <a:pt x="955" y="228833"/>
                  </a:lnTo>
                  <a:lnTo>
                    <a:pt x="1433" y="228833"/>
                  </a:lnTo>
                  <a:lnTo>
                    <a:pt x="1911" y="228833"/>
                  </a:lnTo>
                  <a:lnTo>
                    <a:pt x="1911" y="228833"/>
                  </a:lnTo>
                  <a:lnTo>
                    <a:pt x="2389" y="228833"/>
                  </a:lnTo>
                  <a:lnTo>
                    <a:pt x="2866" y="228355"/>
                  </a:lnTo>
                  <a:lnTo>
                    <a:pt x="2866" y="228355"/>
                  </a:lnTo>
                  <a:lnTo>
                    <a:pt x="3822" y="228355"/>
                  </a:lnTo>
                  <a:lnTo>
                    <a:pt x="4777" y="228355"/>
                  </a:lnTo>
                  <a:lnTo>
                    <a:pt x="4777" y="227877"/>
                  </a:lnTo>
                  <a:lnTo>
                    <a:pt x="5255" y="227877"/>
                  </a:lnTo>
                  <a:lnTo>
                    <a:pt x="5733" y="227399"/>
                  </a:lnTo>
                  <a:lnTo>
                    <a:pt x="5733" y="226921"/>
                  </a:lnTo>
                  <a:lnTo>
                    <a:pt x="4777" y="225010"/>
                  </a:lnTo>
                  <a:lnTo>
                    <a:pt x="4299" y="224533"/>
                  </a:lnTo>
                  <a:lnTo>
                    <a:pt x="3822" y="223577"/>
                  </a:lnTo>
                  <a:lnTo>
                    <a:pt x="4299" y="221667"/>
                  </a:lnTo>
                  <a:lnTo>
                    <a:pt x="4777" y="220233"/>
                  </a:lnTo>
                  <a:lnTo>
                    <a:pt x="6210" y="218800"/>
                  </a:lnTo>
                  <a:lnTo>
                    <a:pt x="10032" y="216411"/>
                  </a:lnTo>
                  <a:lnTo>
                    <a:pt x="13376" y="214501"/>
                  </a:lnTo>
                  <a:lnTo>
                    <a:pt x="13376" y="214501"/>
                  </a:lnTo>
                  <a:lnTo>
                    <a:pt x="14809" y="214023"/>
                  </a:lnTo>
                  <a:lnTo>
                    <a:pt x="15287" y="214023"/>
                  </a:lnTo>
                  <a:lnTo>
                    <a:pt x="16243" y="213545"/>
                  </a:lnTo>
                  <a:lnTo>
                    <a:pt x="16243" y="213545"/>
                  </a:lnTo>
                  <a:lnTo>
                    <a:pt x="17198" y="212112"/>
                  </a:lnTo>
                  <a:lnTo>
                    <a:pt x="17198" y="211156"/>
                  </a:lnTo>
                  <a:lnTo>
                    <a:pt x="17198" y="210201"/>
                  </a:lnTo>
                  <a:lnTo>
                    <a:pt x="16721" y="208768"/>
                  </a:lnTo>
                  <a:lnTo>
                    <a:pt x="15765" y="206857"/>
                  </a:lnTo>
                  <a:lnTo>
                    <a:pt x="15287" y="205424"/>
                  </a:lnTo>
                  <a:lnTo>
                    <a:pt x="15765" y="204468"/>
                  </a:lnTo>
                  <a:lnTo>
                    <a:pt x="16721" y="202557"/>
                  </a:lnTo>
                  <a:lnTo>
                    <a:pt x="18631" y="200169"/>
                  </a:lnTo>
                  <a:lnTo>
                    <a:pt x="20064" y="197302"/>
                  </a:lnTo>
                  <a:lnTo>
                    <a:pt x="20542" y="196347"/>
                  </a:lnTo>
                  <a:lnTo>
                    <a:pt x="20542" y="194436"/>
                  </a:lnTo>
                  <a:lnTo>
                    <a:pt x="21498" y="191092"/>
                  </a:lnTo>
                  <a:lnTo>
                    <a:pt x="21975" y="189181"/>
                  </a:lnTo>
                  <a:lnTo>
                    <a:pt x="21975" y="188703"/>
                  </a:lnTo>
                  <a:lnTo>
                    <a:pt x="21975" y="187748"/>
                  </a:lnTo>
                  <a:lnTo>
                    <a:pt x="22931" y="187270"/>
                  </a:lnTo>
                  <a:lnTo>
                    <a:pt x="25797" y="186792"/>
                  </a:lnTo>
                  <a:lnTo>
                    <a:pt x="25797" y="186792"/>
                  </a:lnTo>
                  <a:lnTo>
                    <a:pt x="27708" y="185837"/>
                  </a:lnTo>
                  <a:lnTo>
                    <a:pt x="30575" y="183926"/>
                  </a:lnTo>
                  <a:lnTo>
                    <a:pt x="32963" y="182015"/>
                  </a:lnTo>
                  <a:lnTo>
                    <a:pt x="34396" y="181060"/>
                  </a:lnTo>
                  <a:lnTo>
                    <a:pt x="37740" y="179149"/>
                  </a:lnTo>
                  <a:lnTo>
                    <a:pt x="38218" y="179149"/>
                  </a:lnTo>
                  <a:lnTo>
                    <a:pt x="40129" y="178193"/>
                  </a:lnTo>
                  <a:lnTo>
                    <a:pt x="41085" y="177715"/>
                  </a:lnTo>
                  <a:lnTo>
                    <a:pt x="42996" y="176760"/>
                  </a:lnTo>
                  <a:lnTo>
                    <a:pt x="46340" y="176282"/>
                  </a:lnTo>
                  <a:lnTo>
                    <a:pt x="49206" y="176282"/>
                  </a:lnTo>
                  <a:lnTo>
                    <a:pt x="49206" y="176282"/>
                  </a:lnTo>
                  <a:lnTo>
                    <a:pt x="50639" y="175327"/>
                  </a:lnTo>
                  <a:lnTo>
                    <a:pt x="51595" y="175327"/>
                  </a:lnTo>
                  <a:lnTo>
                    <a:pt x="53028" y="175327"/>
                  </a:lnTo>
                  <a:lnTo>
                    <a:pt x="53028" y="175327"/>
                  </a:lnTo>
                  <a:lnTo>
                    <a:pt x="53505" y="175327"/>
                  </a:lnTo>
                  <a:lnTo>
                    <a:pt x="54939" y="174371"/>
                  </a:lnTo>
                  <a:lnTo>
                    <a:pt x="56372" y="174371"/>
                  </a:lnTo>
                  <a:lnTo>
                    <a:pt x="56850" y="174371"/>
                  </a:lnTo>
                  <a:lnTo>
                    <a:pt x="59716" y="173894"/>
                  </a:lnTo>
                  <a:lnTo>
                    <a:pt x="60194" y="173894"/>
                  </a:lnTo>
                  <a:lnTo>
                    <a:pt x="60194" y="173894"/>
                  </a:lnTo>
                  <a:lnTo>
                    <a:pt x="61149" y="172938"/>
                  </a:lnTo>
                  <a:lnTo>
                    <a:pt x="62105" y="171505"/>
                  </a:lnTo>
                  <a:lnTo>
                    <a:pt x="63538" y="170549"/>
                  </a:lnTo>
                  <a:lnTo>
                    <a:pt x="63538" y="170549"/>
                  </a:lnTo>
                  <a:lnTo>
                    <a:pt x="64493" y="170549"/>
                  </a:lnTo>
                  <a:lnTo>
                    <a:pt x="64971" y="170549"/>
                  </a:lnTo>
                  <a:lnTo>
                    <a:pt x="66882" y="170549"/>
                  </a:lnTo>
                  <a:lnTo>
                    <a:pt x="66882" y="170549"/>
                  </a:lnTo>
                  <a:lnTo>
                    <a:pt x="68793" y="170549"/>
                  </a:lnTo>
                  <a:lnTo>
                    <a:pt x="70704" y="170549"/>
                  </a:lnTo>
                  <a:lnTo>
                    <a:pt x="71182" y="170072"/>
                  </a:lnTo>
                  <a:lnTo>
                    <a:pt x="72615" y="171027"/>
                  </a:lnTo>
                  <a:lnTo>
                    <a:pt x="73093" y="171983"/>
                  </a:lnTo>
                  <a:lnTo>
                    <a:pt x="74526" y="172938"/>
                  </a:lnTo>
                  <a:lnTo>
                    <a:pt x="75481" y="172938"/>
                  </a:lnTo>
                  <a:lnTo>
                    <a:pt x="75959" y="172938"/>
                  </a:lnTo>
                  <a:lnTo>
                    <a:pt x="76914" y="172938"/>
                  </a:lnTo>
                  <a:lnTo>
                    <a:pt x="78347" y="173416"/>
                  </a:lnTo>
                  <a:lnTo>
                    <a:pt x="78347" y="173416"/>
                  </a:lnTo>
                  <a:lnTo>
                    <a:pt x="79303" y="173416"/>
                  </a:lnTo>
                  <a:lnTo>
                    <a:pt x="79303" y="173416"/>
                  </a:lnTo>
                  <a:lnTo>
                    <a:pt x="79781" y="172938"/>
                  </a:lnTo>
                  <a:lnTo>
                    <a:pt x="79781" y="172938"/>
                  </a:lnTo>
                  <a:lnTo>
                    <a:pt x="80258" y="171983"/>
                  </a:lnTo>
                  <a:lnTo>
                    <a:pt x="80258" y="171027"/>
                  </a:lnTo>
                  <a:lnTo>
                    <a:pt x="80258" y="171027"/>
                  </a:lnTo>
                  <a:lnTo>
                    <a:pt x="81214" y="167205"/>
                  </a:lnTo>
                  <a:lnTo>
                    <a:pt x="82169" y="161473"/>
                  </a:lnTo>
                  <a:lnTo>
                    <a:pt x="83603" y="155740"/>
                  </a:lnTo>
                  <a:lnTo>
                    <a:pt x="84558" y="149529"/>
                  </a:lnTo>
                  <a:lnTo>
                    <a:pt x="85991" y="143319"/>
                  </a:lnTo>
                  <a:lnTo>
                    <a:pt x="87424" y="137108"/>
                  </a:lnTo>
                  <a:lnTo>
                    <a:pt x="88380" y="131853"/>
                  </a:lnTo>
                  <a:lnTo>
                    <a:pt x="89335" y="127076"/>
                  </a:lnTo>
                  <a:lnTo>
                    <a:pt x="89813" y="124687"/>
                  </a:lnTo>
                  <a:lnTo>
                    <a:pt x="90769" y="120865"/>
                  </a:lnTo>
                  <a:lnTo>
                    <a:pt x="90769" y="117521"/>
                  </a:lnTo>
                  <a:lnTo>
                    <a:pt x="91246" y="116566"/>
                  </a:lnTo>
                  <a:lnTo>
                    <a:pt x="91246" y="116088"/>
                  </a:lnTo>
                  <a:lnTo>
                    <a:pt x="90291" y="115133"/>
                  </a:lnTo>
                  <a:lnTo>
                    <a:pt x="90291" y="114177"/>
                  </a:lnTo>
                  <a:lnTo>
                    <a:pt x="90291" y="113700"/>
                  </a:lnTo>
                  <a:lnTo>
                    <a:pt x="90291" y="113222"/>
                  </a:lnTo>
                  <a:lnTo>
                    <a:pt x="89335" y="112744"/>
                  </a:lnTo>
                  <a:lnTo>
                    <a:pt x="88858" y="112266"/>
                  </a:lnTo>
                  <a:lnTo>
                    <a:pt x="88380" y="111789"/>
                  </a:lnTo>
                  <a:lnTo>
                    <a:pt x="88380" y="110833"/>
                  </a:lnTo>
                  <a:lnTo>
                    <a:pt x="87902" y="110355"/>
                  </a:lnTo>
                  <a:lnTo>
                    <a:pt x="87424" y="109400"/>
                  </a:lnTo>
                  <a:lnTo>
                    <a:pt x="86947" y="108922"/>
                  </a:lnTo>
                  <a:lnTo>
                    <a:pt x="86947" y="108445"/>
                  </a:lnTo>
                  <a:lnTo>
                    <a:pt x="87424" y="107489"/>
                  </a:lnTo>
                  <a:lnTo>
                    <a:pt x="87424" y="106534"/>
                  </a:lnTo>
                  <a:lnTo>
                    <a:pt x="87424" y="106056"/>
                  </a:lnTo>
                  <a:lnTo>
                    <a:pt x="86947" y="105100"/>
                  </a:lnTo>
                  <a:lnTo>
                    <a:pt x="86469" y="104623"/>
                  </a:lnTo>
                  <a:lnTo>
                    <a:pt x="85991" y="103667"/>
                  </a:lnTo>
                  <a:lnTo>
                    <a:pt x="84558" y="103189"/>
                  </a:lnTo>
                  <a:lnTo>
                    <a:pt x="82647" y="102234"/>
                  </a:lnTo>
                  <a:lnTo>
                    <a:pt x="80736" y="100801"/>
                  </a:lnTo>
                  <a:lnTo>
                    <a:pt x="78347" y="98890"/>
                  </a:lnTo>
                  <a:lnTo>
                    <a:pt x="77870" y="97935"/>
                  </a:lnTo>
                  <a:lnTo>
                    <a:pt x="77870" y="95068"/>
                  </a:lnTo>
                  <a:lnTo>
                    <a:pt x="77870" y="91724"/>
                  </a:lnTo>
                  <a:lnTo>
                    <a:pt x="78347" y="86947"/>
                  </a:lnTo>
                  <a:lnTo>
                    <a:pt x="78347" y="84558"/>
                  </a:lnTo>
                  <a:lnTo>
                    <a:pt x="79781" y="84558"/>
                  </a:lnTo>
                  <a:lnTo>
                    <a:pt x="80736" y="84558"/>
                  </a:lnTo>
                  <a:lnTo>
                    <a:pt x="80736" y="84558"/>
                  </a:lnTo>
                  <a:lnTo>
                    <a:pt x="81214" y="84558"/>
                  </a:lnTo>
                  <a:lnTo>
                    <a:pt x="82169" y="84558"/>
                  </a:lnTo>
                  <a:lnTo>
                    <a:pt x="83125" y="84080"/>
                  </a:lnTo>
                  <a:lnTo>
                    <a:pt x="83125" y="84080"/>
                  </a:lnTo>
                  <a:lnTo>
                    <a:pt x="84080" y="84080"/>
                  </a:lnTo>
                  <a:lnTo>
                    <a:pt x="85036" y="83603"/>
                  </a:lnTo>
                  <a:lnTo>
                    <a:pt x="85513" y="83125"/>
                  </a:lnTo>
                  <a:lnTo>
                    <a:pt x="85991" y="83125"/>
                  </a:lnTo>
                  <a:lnTo>
                    <a:pt x="86469" y="83125"/>
                  </a:lnTo>
                  <a:lnTo>
                    <a:pt x="86469" y="83125"/>
                  </a:lnTo>
                  <a:lnTo>
                    <a:pt x="87424" y="83125"/>
                  </a:lnTo>
                  <a:lnTo>
                    <a:pt x="87902" y="82647"/>
                  </a:lnTo>
                  <a:lnTo>
                    <a:pt x="88858" y="82170"/>
                  </a:lnTo>
                  <a:lnTo>
                    <a:pt x="89813" y="82170"/>
                  </a:lnTo>
                  <a:lnTo>
                    <a:pt x="89813" y="82170"/>
                  </a:lnTo>
                  <a:lnTo>
                    <a:pt x="90769" y="82647"/>
                  </a:lnTo>
                  <a:lnTo>
                    <a:pt x="91246" y="83125"/>
                  </a:lnTo>
                  <a:lnTo>
                    <a:pt x="92202" y="83603"/>
                  </a:lnTo>
                  <a:lnTo>
                    <a:pt x="92679" y="83125"/>
                  </a:lnTo>
                  <a:lnTo>
                    <a:pt x="92679" y="83125"/>
                  </a:lnTo>
                  <a:lnTo>
                    <a:pt x="93157" y="83603"/>
                  </a:lnTo>
                  <a:lnTo>
                    <a:pt x="93635" y="84080"/>
                  </a:lnTo>
                  <a:lnTo>
                    <a:pt x="93635" y="84080"/>
                  </a:lnTo>
                  <a:lnTo>
                    <a:pt x="94112" y="84080"/>
                  </a:lnTo>
                  <a:lnTo>
                    <a:pt x="94590" y="83603"/>
                  </a:lnTo>
                  <a:lnTo>
                    <a:pt x="95068" y="83603"/>
                  </a:lnTo>
                  <a:lnTo>
                    <a:pt x="95068" y="83603"/>
                  </a:lnTo>
                  <a:lnTo>
                    <a:pt x="95546" y="83603"/>
                  </a:lnTo>
                  <a:lnTo>
                    <a:pt x="96024" y="83603"/>
                  </a:lnTo>
                  <a:lnTo>
                    <a:pt x="96024" y="83603"/>
                  </a:lnTo>
                  <a:lnTo>
                    <a:pt x="96024" y="83125"/>
                  </a:lnTo>
                  <a:lnTo>
                    <a:pt x="96024" y="82647"/>
                  </a:lnTo>
                  <a:lnTo>
                    <a:pt x="95546" y="82170"/>
                  </a:lnTo>
                  <a:lnTo>
                    <a:pt x="96024" y="81692"/>
                  </a:lnTo>
                  <a:lnTo>
                    <a:pt x="96024" y="80736"/>
                  </a:lnTo>
                  <a:lnTo>
                    <a:pt x="96024" y="79303"/>
                  </a:lnTo>
                  <a:lnTo>
                    <a:pt x="95546" y="78825"/>
                  </a:lnTo>
                  <a:lnTo>
                    <a:pt x="94590" y="77870"/>
                  </a:lnTo>
                  <a:lnTo>
                    <a:pt x="94112" y="76914"/>
                  </a:lnTo>
                  <a:lnTo>
                    <a:pt x="93157" y="75959"/>
                  </a:lnTo>
                  <a:lnTo>
                    <a:pt x="92202" y="75959"/>
                  </a:lnTo>
                  <a:lnTo>
                    <a:pt x="92202" y="75959"/>
                  </a:lnTo>
                  <a:lnTo>
                    <a:pt x="91246" y="76437"/>
                  </a:lnTo>
                  <a:lnTo>
                    <a:pt x="90291" y="76437"/>
                  </a:lnTo>
                  <a:lnTo>
                    <a:pt x="89813" y="75959"/>
                  </a:lnTo>
                  <a:lnTo>
                    <a:pt x="89813" y="75959"/>
                  </a:lnTo>
                  <a:lnTo>
                    <a:pt x="88858" y="75959"/>
                  </a:lnTo>
                  <a:lnTo>
                    <a:pt x="87902" y="75959"/>
                  </a:lnTo>
                  <a:lnTo>
                    <a:pt x="86947" y="75959"/>
                  </a:lnTo>
                  <a:lnTo>
                    <a:pt x="85513" y="75959"/>
                  </a:lnTo>
                  <a:lnTo>
                    <a:pt x="85036" y="75959"/>
                  </a:lnTo>
                  <a:lnTo>
                    <a:pt x="84558" y="75481"/>
                  </a:lnTo>
                  <a:lnTo>
                    <a:pt x="83603" y="75481"/>
                  </a:lnTo>
                  <a:lnTo>
                    <a:pt x="83125" y="75481"/>
                  </a:lnTo>
                  <a:lnTo>
                    <a:pt x="83125" y="75959"/>
                  </a:lnTo>
                  <a:lnTo>
                    <a:pt x="82169" y="75959"/>
                  </a:lnTo>
                  <a:lnTo>
                    <a:pt x="82169" y="71659"/>
                  </a:lnTo>
                  <a:lnTo>
                    <a:pt x="82647" y="67360"/>
                  </a:lnTo>
                  <a:lnTo>
                    <a:pt x="82647" y="64493"/>
                  </a:lnTo>
                  <a:lnTo>
                    <a:pt x="83125" y="64493"/>
                  </a:lnTo>
                  <a:lnTo>
                    <a:pt x="83603" y="64493"/>
                  </a:lnTo>
                  <a:lnTo>
                    <a:pt x="84558" y="64016"/>
                  </a:lnTo>
                  <a:lnTo>
                    <a:pt x="86469" y="64016"/>
                  </a:lnTo>
                  <a:lnTo>
                    <a:pt x="86469" y="63538"/>
                  </a:lnTo>
                  <a:lnTo>
                    <a:pt x="87424" y="63060"/>
                  </a:lnTo>
                  <a:lnTo>
                    <a:pt x="88380" y="63060"/>
                  </a:lnTo>
                  <a:lnTo>
                    <a:pt x="89813" y="63538"/>
                  </a:lnTo>
                  <a:lnTo>
                    <a:pt x="91246" y="64016"/>
                  </a:lnTo>
                  <a:lnTo>
                    <a:pt x="92679" y="64016"/>
                  </a:lnTo>
                  <a:lnTo>
                    <a:pt x="96501" y="64016"/>
                  </a:lnTo>
                  <a:lnTo>
                    <a:pt x="100801" y="64016"/>
                  </a:lnTo>
                  <a:lnTo>
                    <a:pt x="105578" y="64016"/>
                  </a:lnTo>
                  <a:lnTo>
                    <a:pt x="110355" y="64016"/>
                  </a:lnTo>
                  <a:lnTo>
                    <a:pt x="114177" y="64016"/>
                  </a:lnTo>
                  <a:lnTo>
                    <a:pt x="115610" y="64016"/>
                  </a:lnTo>
                  <a:lnTo>
                    <a:pt x="115610" y="64016"/>
                  </a:lnTo>
                  <a:lnTo>
                    <a:pt x="115610" y="64016"/>
                  </a:lnTo>
                  <a:lnTo>
                    <a:pt x="114655" y="63060"/>
                  </a:lnTo>
                  <a:lnTo>
                    <a:pt x="114177" y="61627"/>
                  </a:lnTo>
                  <a:lnTo>
                    <a:pt x="114177" y="60672"/>
                  </a:lnTo>
                  <a:lnTo>
                    <a:pt x="114655" y="59716"/>
                  </a:lnTo>
                  <a:lnTo>
                    <a:pt x="114655" y="59716"/>
                  </a:lnTo>
                  <a:lnTo>
                    <a:pt x="115133" y="59239"/>
                  </a:lnTo>
                  <a:lnTo>
                    <a:pt x="116566" y="59716"/>
                  </a:lnTo>
                  <a:lnTo>
                    <a:pt x="117521" y="61627"/>
                  </a:lnTo>
                  <a:lnTo>
                    <a:pt x="118477" y="63060"/>
                  </a:lnTo>
                  <a:lnTo>
                    <a:pt x="118954" y="63538"/>
                  </a:lnTo>
                  <a:lnTo>
                    <a:pt x="120388" y="63538"/>
                  </a:lnTo>
                  <a:lnTo>
                    <a:pt x="121343" y="63538"/>
                  </a:lnTo>
                  <a:lnTo>
                    <a:pt x="121343" y="63538"/>
                  </a:lnTo>
                  <a:lnTo>
                    <a:pt x="122776" y="63060"/>
                  </a:lnTo>
                  <a:lnTo>
                    <a:pt x="122776" y="63060"/>
                  </a:lnTo>
                  <a:lnTo>
                    <a:pt x="124687" y="60194"/>
                  </a:lnTo>
                  <a:lnTo>
                    <a:pt x="126598" y="58283"/>
                  </a:lnTo>
                  <a:lnTo>
                    <a:pt x="128031" y="57805"/>
                  </a:lnTo>
                  <a:lnTo>
                    <a:pt x="128987" y="57328"/>
                  </a:lnTo>
                  <a:lnTo>
                    <a:pt x="128987" y="56850"/>
                  </a:lnTo>
                  <a:lnTo>
                    <a:pt x="129942" y="56850"/>
                  </a:lnTo>
                  <a:lnTo>
                    <a:pt x="130898" y="56850"/>
                  </a:lnTo>
                  <a:lnTo>
                    <a:pt x="131853" y="57328"/>
                  </a:lnTo>
                  <a:lnTo>
                    <a:pt x="132331" y="58283"/>
                  </a:lnTo>
                  <a:lnTo>
                    <a:pt x="134719" y="62105"/>
                  </a:lnTo>
                  <a:lnTo>
                    <a:pt x="136631" y="64493"/>
                  </a:lnTo>
                  <a:lnTo>
                    <a:pt x="137108" y="65927"/>
                  </a:lnTo>
                  <a:lnTo>
                    <a:pt x="137108" y="69748"/>
                  </a:lnTo>
                  <a:lnTo>
                    <a:pt x="137108" y="73570"/>
                  </a:lnTo>
                  <a:lnTo>
                    <a:pt x="137108" y="73570"/>
                  </a:lnTo>
                  <a:lnTo>
                    <a:pt x="137586" y="74048"/>
                  </a:lnTo>
                  <a:lnTo>
                    <a:pt x="137586" y="74048"/>
                  </a:lnTo>
                  <a:lnTo>
                    <a:pt x="141408" y="73093"/>
                  </a:lnTo>
                  <a:lnTo>
                    <a:pt x="141408" y="73093"/>
                  </a:lnTo>
                  <a:lnTo>
                    <a:pt x="146185" y="77392"/>
                  </a:lnTo>
                  <a:lnTo>
                    <a:pt x="150007" y="80258"/>
                  </a:lnTo>
                  <a:lnTo>
                    <a:pt x="151440" y="81214"/>
                  </a:lnTo>
                  <a:lnTo>
                    <a:pt x="152396" y="81692"/>
                  </a:lnTo>
                  <a:lnTo>
                    <a:pt x="154307" y="81214"/>
                  </a:lnTo>
                  <a:lnTo>
                    <a:pt x="154784" y="81214"/>
                  </a:lnTo>
                  <a:lnTo>
                    <a:pt x="157173" y="81214"/>
                  </a:lnTo>
                  <a:lnTo>
                    <a:pt x="157651" y="81214"/>
                  </a:lnTo>
                  <a:lnTo>
                    <a:pt x="158606" y="80736"/>
                  </a:lnTo>
                  <a:lnTo>
                    <a:pt x="160039" y="79781"/>
                  </a:lnTo>
                  <a:lnTo>
                    <a:pt x="162428" y="78348"/>
                  </a:lnTo>
                  <a:lnTo>
                    <a:pt x="164339" y="77392"/>
                  </a:lnTo>
                  <a:lnTo>
                    <a:pt x="164817" y="77392"/>
                  </a:lnTo>
                  <a:lnTo>
                    <a:pt x="164817" y="77392"/>
                  </a:lnTo>
                  <a:lnTo>
                    <a:pt x="165772" y="77392"/>
                  </a:lnTo>
                  <a:lnTo>
                    <a:pt x="167205" y="78348"/>
                  </a:lnTo>
                  <a:lnTo>
                    <a:pt x="168161" y="79781"/>
                  </a:lnTo>
                  <a:lnTo>
                    <a:pt x="167205" y="81692"/>
                  </a:lnTo>
                  <a:lnTo>
                    <a:pt x="167205" y="82647"/>
                  </a:lnTo>
                  <a:lnTo>
                    <a:pt x="167683" y="82647"/>
                  </a:lnTo>
                  <a:lnTo>
                    <a:pt x="169116" y="82647"/>
                  </a:lnTo>
                  <a:lnTo>
                    <a:pt x="169116" y="82647"/>
                  </a:lnTo>
                  <a:lnTo>
                    <a:pt x="170549" y="80736"/>
                  </a:lnTo>
                  <a:lnTo>
                    <a:pt x="171505" y="79303"/>
                  </a:lnTo>
                  <a:lnTo>
                    <a:pt x="173416" y="78348"/>
                  </a:lnTo>
                  <a:lnTo>
                    <a:pt x="175326" y="76437"/>
                  </a:lnTo>
                  <a:lnTo>
                    <a:pt x="176282" y="75004"/>
                  </a:lnTo>
                  <a:lnTo>
                    <a:pt x="178193" y="74048"/>
                  </a:lnTo>
                  <a:lnTo>
                    <a:pt x="180104" y="73093"/>
                  </a:lnTo>
                  <a:lnTo>
                    <a:pt x="182015" y="72615"/>
                  </a:lnTo>
                  <a:lnTo>
                    <a:pt x="182015" y="72615"/>
                  </a:lnTo>
                  <a:lnTo>
                    <a:pt x="183926" y="72615"/>
                  </a:lnTo>
                  <a:lnTo>
                    <a:pt x="183926" y="72615"/>
                  </a:lnTo>
                  <a:lnTo>
                    <a:pt x="183926" y="72615"/>
                  </a:lnTo>
                  <a:lnTo>
                    <a:pt x="185359" y="71659"/>
                  </a:lnTo>
                  <a:lnTo>
                    <a:pt x="186792" y="70226"/>
                  </a:lnTo>
                  <a:lnTo>
                    <a:pt x="188225" y="69271"/>
                  </a:lnTo>
                  <a:lnTo>
                    <a:pt x="188703" y="68793"/>
                  </a:lnTo>
                  <a:lnTo>
                    <a:pt x="190136" y="68793"/>
                  </a:lnTo>
                  <a:lnTo>
                    <a:pt x="190614" y="68793"/>
                  </a:lnTo>
                  <a:lnTo>
                    <a:pt x="192047" y="68793"/>
                  </a:lnTo>
                  <a:lnTo>
                    <a:pt x="192047" y="68793"/>
                  </a:lnTo>
                  <a:lnTo>
                    <a:pt x="192525" y="68793"/>
                  </a:lnTo>
                  <a:lnTo>
                    <a:pt x="194436" y="67360"/>
                  </a:lnTo>
                  <a:lnTo>
                    <a:pt x="196347" y="65927"/>
                  </a:lnTo>
                  <a:lnTo>
                    <a:pt x="196824" y="63060"/>
                  </a:lnTo>
                  <a:lnTo>
                    <a:pt x="197780" y="60672"/>
                  </a:lnTo>
                  <a:lnTo>
                    <a:pt x="198258" y="60194"/>
                  </a:lnTo>
                  <a:lnTo>
                    <a:pt x="198735" y="59716"/>
                  </a:lnTo>
                  <a:lnTo>
                    <a:pt x="199691" y="59716"/>
                  </a:lnTo>
                  <a:lnTo>
                    <a:pt x="201124" y="59239"/>
                  </a:lnTo>
                  <a:lnTo>
                    <a:pt x="201602" y="59239"/>
                  </a:lnTo>
                  <a:lnTo>
                    <a:pt x="204468" y="58283"/>
                  </a:lnTo>
                  <a:lnTo>
                    <a:pt x="206857" y="56850"/>
                  </a:lnTo>
                  <a:lnTo>
                    <a:pt x="208768" y="56372"/>
                  </a:lnTo>
                  <a:lnTo>
                    <a:pt x="209245" y="56372"/>
                  </a:lnTo>
                  <a:lnTo>
                    <a:pt x="209723" y="56372"/>
                  </a:lnTo>
                  <a:lnTo>
                    <a:pt x="210201" y="54939"/>
                  </a:lnTo>
                  <a:lnTo>
                    <a:pt x="210679" y="53028"/>
                  </a:lnTo>
                  <a:lnTo>
                    <a:pt x="210679" y="51595"/>
                  </a:lnTo>
                  <a:lnTo>
                    <a:pt x="210201" y="51595"/>
                  </a:lnTo>
                  <a:lnTo>
                    <a:pt x="206379" y="51117"/>
                  </a:lnTo>
                  <a:lnTo>
                    <a:pt x="203990" y="51117"/>
                  </a:lnTo>
                  <a:lnTo>
                    <a:pt x="199691" y="50639"/>
                  </a:lnTo>
                  <a:lnTo>
                    <a:pt x="197780" y="50162"/>
                  </a:lnTo>
                  <a:lnTo>
                    <a:pt x="197302" y="50162"/>
                  </a:lnTo>
                  <a:lnTo>
                    <a:pt x="197302" y="49684"/>
                  </a:lnTo>
                  <a:lnTo>
                    <a:pt x="197780" y="48728"/>
                  </a:lnTo>
                  <a:lnTo>
                    <a:pt x="198258" y="46817"/>
                  </a:lnTo>
                  <a:lnTo>
                    <a:pt x="197780" y="44429"/>
                  </a:lnTo>
                  <a:lnTo>
                    <a:pt x="195391" y="40607"/>
                  </a:lnTo>
                  <a:lnTo>
                    <a:pt x="193958" y="37263"/>
                  </a:lnTo>
                  <a:lnTo>
                    <a:pt x="193958" y="34874"/>
                  </a:lnTo>
                  <a:lnTo>
                    <a:pt x="193958" y="32008"/>
                  </a:lnTo>
                  <a:lnTo>
                    <a:pt x="193958" y="30097"/>
                  </a:lnTo>
                  <a:lnTo>
                    <a:pt x="193003" y="29141"/>
                  </a:lnTo>
                  <a:lnTo>
                    <a:pt x="187270" y="24842"/>
                  </a:lnTo>
                  <a:lnTo>
                    <a:pt x="185359" y="22453"/>
                  </a:lnTo>
                  <a:lnTo>
                    <a:pt x="184403" y="21020"/>
                  </a:lnTo>
                  <a:lnTo>
                    <a:pt x="182015" y="18632"/>
                  </a:lnTo>
                  <a:lnTo>
                    <a:pt x="182970" y="17676"/>
                  </a:lnTo>
                  <a:lnTo>
                    <a:pt x="183926" y="17676"/>
                  </a:lnTo>
                  <a:lnTo>
                    <a:pt x="184881" y="18632"/>
                  </a:lnTo>
                  <a:lnTo>
                    <a:pt x="185837" y="20065"/>
                  </a:lnTo>
                  <a:lnTo>
                    <a:pt x="186792" y="20542"/>
                  </a:lnTo>
                  <a:lnTo>
                    <a:pt x="186792" y="20542"/>
                  </a:lnTo>
                  <a:lnTo>
                    <a:pt x="187748" y="20542"/>
                  </a:lnTo>
                  <a:lnTo>
                    <a:pt x="193003" y="20542"/>
                  </a:lnTo>
                  <a:lnTo>
                    <a:pt x="194436" y="20542"/>
                  </a:lnTo>
                  <a:lnTo>
                    <a:pt x="194914" y="21020"/>
                  </a:lnTo>
                  <a:lnTo>
                    <a:pt x="195869" y="21498"/>
                  </a:lnTo>
                  <a:lnTo>
                    <a:pt x="196824" y="23409"/>
                  </a:lnTo>
                  <a:lnTo>
                    <a:pt x="197780" y="24364"/>
                  </a:lnTo>
                  <a:lnTo>
                    <a:pt x="197780" y="24364"/>
                  </a:lnTo>
                  <a:lnTo>
                    <a:pt x="199691" y="24364"/>
                  </a:lnTo>
                  <a:lnTo>
                    <a:pt x="203035" y="23886"/>
                  </a:lnTo>
                  <a:lnTo>
                    <a:pt x="204946" y="23886"/>
                  </a:lnTo>
                  <a:lnTo>
                    <a:pt x="204946" y="23886"/>
                  </a:lnTo>
                  <a:lnTo>
                    <a:pt x="206379" y="24364"/>
                  </a:lnTo>
                  <a:lnTo>
                    <a:pt x="207812" y="24842"/>
                  </a:lnTo>
                  <a:lnTo>
                    <a:pt x="207812" y="24842"/>
                  </a:lnTo>
                  <a:lnTo>
                    <a:pt x="210679" y="23886"/>
                  </a:lnTo>
                  <a:lnTo>
                    <a:pt x="210679" y="23886"/>
                  </a:lnTo>
                  <a:lnTo>
                    <a:pt x="211156" y="23886"/>
                  </a:lnTo>
                  <a:lnTo>
                    <a:pt x="212112" y="24364"/>
                  </a:lnTo>
                  <a:lnTo>
                    <a:pt x="215456" y="27231"/>
                  </a:lnTo>
                  <a:lnTo>
                    <a:pt x="216889" y="28664"/>
                  </a:lnTo>
                  <a:lnTo>
                    <a:pt x="218800" y="30097"/>
                  </a:lnTo>
                  <a:lnTo>
                    <a:pt x="218800" y="30097"/>
                  </a:lnTo>
                  <a:lnTo>
                    <a:pt x="220711" y="30097"/>
                  </a:lnTo>
                  <a:lnTo>
                    <a:pt x="221189" y="30097"/>
                  </a:lnTo>
                  <a:lnTo>
                    <a:pt x="223099" y="28664"/>
                  </a:lnTo>
                  <a:lnTo>
                    <a:pt x="223577" y="23886"/>
                  </a:lnTo>
                  <a:lnTo>
                    <a:pt x="224055" y="22453"/>
                  </a:lnTo>
                  <a:lnTo>
                    <a:pt x="225010" y="21975"/>
                  </a:lnTo>
                  <a:lnTo>
                    <a:pt x="225966" y="21975"/>
                  </a:lnTo>
                  <a:lnTo>
                    <a:pt x="225966" y="21975"/>
                  </a:lnTo>
                  <a:lnTo>
                    <a:pt x="225966" y="21975"/>
                  </a:lnTo>
                  <a:lnTo>
                    <a:pt x="227399" y="21498"/>
                  </a:lnTo>
                  <a:lnTo>
                    <a:pt x="228832" y="20542"/>
                  </a:lnTo>
                  <a:lnTo>
                    <a:pt x="229788" y="20065"/>
                  </a:lnTo>
                  <a:lnTo>
                    <a:pt x="235043" y="21020"/>
                  </a:lnTo>
                  <a:lnTo>
                    <a:pt x="235043" y="21020"/>
                  </a:lnTo>
                  <a:lnTo>
                    <a:pt x="235043" y="21020"/>
                  </a:lnTo>
                  <a:lnTo>
                    <a:pt x="236476" y="20542"/>
                  </a:lnTo>
                  <a:lnTo>
                    <a:pt x="241731" y="19109"/>
                  </a:lnTo>
                  <a:lnTo>
                    <a:pt x="246986" y="17676"/>
                  </a:lnTo>
                  <a:lnTo>
                    <a:pt x="248419" y="15765"/>
                  </a:lnTo>
                  <a:lnTo>
                    <a:pt x="250330" y="14809"/>
                  </a:lnTo>
                  <a:lnTo>
                    <a:pt x="250808" y="14809"/>
                  </a:lnTo>
                  <a:lnTo>
                    <a:pt x="252241" y="13376"/>
                  </a:lnTo>
                  <a:lnTo>
                    <a:pt x="253674" y="13854"/>
                  </a:lnTo>
                  <a:lnTo>
                    <a:pt x="253674" y="13854"/>
                  </a:lnTo>
                  <a:lnTo>
                    <a:pt x="255585" y="13854"/>
                  </a:lnTo>
                  <a:lnTo>
                    <a:pt x="256063" y="13854"/>
                  </a:lnTo>
                  <a:lnTo>
                    <a:pt x="257018" y="13376"/>
                  </a:lnTo>
                  <a:lnTo>
                    <a:pt x="257018" y="13376"/>
                  </a:lnTo>
                  <a:lnTo>
                    <a:pt x="257974" y="13376"/>
                  </a:lnTo>
                  <a:lnTo>
                    <a:pt x="258452" y="12421"/>
                  </a:lnTo>
                  <a:lnTo>
                    <a:pt x="259885" y="10510"/>
                  </a:lnTo>
                  <a:lnTo>
                    <a:pt x="261318" y="9555"/>
                  </a:lnTo>
                  <a:lnTo>
                    <a:pt x="263229" y="9077"/>
                  </a:lnTo>
                  <a:lnTo>
                    <a:pt x="264184" y="8121"/>
                  </a:lnTo>
                  <a:lnTo>
                    <a:pt x="265140" y="6688"/>
                  </a:lnTo>
                  <a:lnTo>
                    <a:pt x="265617" y="5733"/>
                  </a:lnTo>
                  <a:lnTo>
                    <a:pt x="265617" y="4777"/>
                  </a:lnTo>
                  <a:lnTo>
                    <a:pt x="265140" y="3344"/>
                  </a:lnTo>
                  <a:lnTo>
                    <a:pt x="264184" y="1911"/>
                  </a:lnTo>
                  <a:lnTo>
                    <a:pt x="263706" y="1433"/>
                  </a:lnTo>
                  <a:lnTo>
                    <a:pt x="263229" y="956"/>
                  </a:lnTo>
                  <a:lnTo>
                    <a:pt x="264662" y="956"/>
                  </a:lnTo>
                  <a:lnTo>
                    <a:pt x="264662" y="956"/>
                  </a:lnTo>
                  <a:lnTo>
                    <a:pt x="266095" y="1433"/>
                  </a:lnTo>
                  <a:lnTo>
                    <a:pt x="266095" y="1433"/>
                  </a:lnTo>
                  <a:lnTo>
                    <a:pt x="268484" y="1433"/>
                  </a:lnTo>
                  <a:lnTo>
                    <a:pt x="268484" y="1433"/>
                  </a:lnTo>
                  <a:lnTo>
                    <a:pt x="268484" y="1433"/>
                  </a:lnTo>
                  <a:lnTo>
                    <a:pt x="269439" y="956"/>
                  </a:lnTo>
                  <a:lnTo>
                    <a:pt x="270872" y="956"/>
                  </a:lnTo>
                  <a:lnTo>
                    <a:pt x="270872" y="956"/>
                  </a:lnTo>
                  <a:lnTo>
                    <a:pt x="271350" y="956"/>
                  </a:lnTo>
                  <a:lnTo>
                    <a:pt x="272783" y="0"/>
                  </a:lnTo>
                  <a:lnTo>
                    <a:pt x="274217" y="478"/>
                  </a:lnTo>
                  <a:lnTo>
                    <a:pt x="274217" y="478"/>
                  </a:lnTo>
                  <a:lnTo>
                    <a:pt x="274694" y="478"/>
                  </a:lnTo>
                  <a:lnTo>
                    <a:pt x="275650" y="1433"/>
                  </a:lnTo>
                  <a:lnTo>
                    <a:pt x="276128" y="2389"/>
                  </a:lnTo>
                  <a:lnTo>
                    <a:pt x="277561" y="3344"/>
                  </a:lnTo>
                  <a:lnTo>
                    <a:pt x="277561" y="4777"/>
                  </a:lnTo>
                  <a:lnTo>
                    <a:pt x="277083" y="6210"/>
                  </a:lnTo>
                  <a:lnTo>
                    <a:pt x="277083" y="8121"/>
                  </a:lnTo>
                  <a:lnTo>
                    <a:pt x="277083" y="9555"/>
                  </a:lnTo>
                  <a:lnTo>
                    <a:pt x="276128" y="10988"/>
                  </a:lnTo>
                  <a:lnTo>
                    <a:pt x="275172" y="11943"/>
                  </a:lnTo>
                  <a:lnTo>
                    <a:pt x="274694" y="12421"/>
                  </a:lnTo>
                  <a:lnTo>
                    <a:pt x="274694" y="13376"/>
                  </a:lnTo>
                  <a:lnTo>
                    <a:pt x="275172" y="13854"/>
                  </a:lnTo>
                  <a:lnTo>
                    <a:pt x="275650" y="13854"/>
                  </a:lnTo>
                  <a:lnTo>
                    <a:pt x="276605" y="13854"/>
                  </a:lnTo>
                  <a:lnTo>
                    <a:pt x="278516" y="13854"/>
                  </a:lnTo>
                  <a:lnTo>
                    <a:pt x="279472" y="14332"/>
                  </a:lnTo>
                  <a:lnTo>
                    <a:pt x="280905" y="14332"/>
                  </a:lnTo>
                  <a:lnTo>
                    <a:pt x="282816" y="15287"/>
                  </a:lnTo>
                  <a:lnTo>
                    <a:pt x="283294" y="15765"/>
                  </a:lnTo>
                  <a:lnTo>
                    <a:pt x="283771" y="16721"/>
                  </a:lnTo>
                  <a:lnTo>
                    <a:pt x="282816" y="17676"/>
                  </a:lnTo>
                  <a:lnTo>
                    <a:pt x="282816" y="18632"/>
                  </a:lnTo>
                  <a:lnTo>
                    <a:pt x="283294" y="19587"/>
                  </a:lnTo>
                  <a:lnTo>
                    <a:pt x="283771" y="20065"/>
                  </a:lnTo>
                  <a:lnTo>
                    <a:pt x="285204" y="22453"/>
                  </a:lnTo>
                  <a:lnTo>
                    <a:pt x="285682" y="23409"/>
                  </a:lnTo>
                  <a:lnTo>
                    <a:pt x="286160" y="23409"/>
                  </a:lnTo>
                  <a:lnTo>
                    <a:pt x="286638" y="23886"/>
                  </a:lnTo>
                  <a:lnTo>
                    <a:pt x="286160" y="24842"/>
                  </a:lnTo>
                  <a:lnTo>
                    <a:pt x="285204" y="26275"/>
                  </a:lnTo>
                  <a:lnTo>
                    <a:pt x="284249" y="27231"/>
                  </a:lnTo>
                  <a:lnTo>
                    <a:pt x="283771" y="28186"/>
                  </a:lnTo>
                  <a:lnTo>
                    <a:pt x="282816" y="29141"/>
                  </a:lnTo>
                  <a:lnTo>
                    <a:pt x="280427" y="30097"/>
                  </a:lnTo>
                  <a:lnTo>
                    <a:pt x="280905" y="32486"/>
                  </a:lnTo>
                  <a:lnTo>
                    <a:pt x="280905" y="33919"/>
                  </a:lnTo>
                  <a:lnTo>
                    <a:pt x="280905" y="34874"/>
                  </a:lnTo>
                  <a:lnTo>
                    <a:pt x="279949" y="35830"/>
                  </a:lnTo>
                  <a:lnTo>
                    <a:pt x="278516" y="39174"/>
                  </a:lnTo>
                  <a:lnTo>
                    <a:pt x="278038" y="41085"/>
                  </a:lnTo>
                  <a:lnTo>
                    <a:pt x="277561" y="45384"/>
                  </a:lnTo>
                  <a:lnTo>
                    <a:pt x="277561" y="46817"/>
                  </a:lnTo>
                  <a:lnTo>
                    <a:pt x="278516" y="48251"/>
                  </a:lnTo>
                  <a:lnTo>
                    <a:pt x="279949" y="52550"/>
                  </a:lnTo>
                  <a:lnTo>
                    <a:pt x="280427" y="53028"/>
                  </a:lnTo>
                  <a:lnTo>
                    <a:pt x="282338" y="53983"/>
                  </a:lnTo>
                  <a:lnTo>
                    <a:pt x="282816" y="56850"/>
                  </a:lnTo>
                  <a:lnTo>
                    <a:pt x="282338" y="59716"/>
                  </a:lnTo>
                  <a:lnTo>
                    <a:pt x="282338" y="60672"/>
                  </a:lnTo>
                  <a:lnTo>
                    <a:pt x="282816" y="61149"/>
                  </a:lnTo>
                  <a:lnTo>
                    <a:pt x="283771" y="61627"/>
                  </a:lnTo>
                  <a:lnTo>
                    <a:pt x="284249" y="62105"/>
                  </a:lnTo>
                  <a:lnTo>
                    <a:pt x="284249" y="62582"/>
                  </a:lnTo>
                  <a:lnTo>
                    <a:pt x="284249" y="63538"/>
                  </a:lnTo>
                  <a:lnTo>
                    <a:pt x="285682" y="64016"/>
                  </a:lnTo>
                  <a:lnTo>
                    <a:pt x="286638" y="64493"/>
                  </a:lnTo>
                  <a:lnTo>
                    <a:pt x="288071" y="65927"/>
                  </a:lnTo>
                  <a:lnTo>
                    <a:pt x="289982" y="67838"/>
                  </a:lnTo>
                  <a:lnTo>
                    <a:pt x="290937" y="67838"/>
                  </a:lnTo>
                  <a:lnTo>
                    <a:pt x="290937" y="68793"/>
                  </a:lnTo>
                  <a:lnTo>
                    <a:pt x="292848" y="70226"/>
                  </a:lnTo>
                  <a:lnTo>
                    <a:pt x="295237" y="70704"/>
                  </a:lnTo>
                  <a:lnTo>
                    <a:pt x="298103" y="71659"/>
                  </a:lnTo>
                  <a:lnTo>
                    <a:pt x="299059" y="72615"/>
                  </a:lnTo>
                  <a:lnTo>
                    <a:pt x="300014" y="73570"/>
                  </a:lnTo>
                  <a:lnTo>
                    <a:pt x="300492" y="73570"/>
                  </a:lnTo>
                  <a:lnTo>
                    <a:pt x="300970" y="73570"/>
                  </a:lnTo>
                  <a:lnTo>
                    <a:pt x="300970" y="73570"/>
                  </a:lnTo>
                  <a:lnTo>
                    <a:pt x="301447" y="73570"/>
                  </a:lnTo>
                  <a:lnTo>
                    <a:pt x="301925" y="73570"/>
                  </a:lnTo>
                  <a:lnTo>
                    <a:pt x="302880" y="72615"/>
                  </a:lnTo>
                  <a:lnTo>
                    <a:pt x="303836" y="72137"/>
                  </a:lnTo>
                  <a:lnTo>
                    <a:pt x="305269" y="72137"/>
                  </a:lnTo>
                  <a:lnTo>
                    <a:pt x="307180" y="72137"/>
                  </a:lnTo>
                  <a:lnTo>
                    <a:pt x="307180" y="72137"/>
                  </a:lnTo>
                  <a:lnTo>
                    <a:pt x="307180" y="72137"/>
                  </a:lnTo>
                  <a:lnTo>
                    <a:pt x="307658" y="71659"/>
                  </a:lnTo>
                  <a:lnTo>
                    <a:pt x="307658" y="70704"/>
                  </a:lnTo>
                  <a:lnTo>
                    <a:pt x="307180" y="69271"/>
                  </a:lnTo>
                  <a:lnTo>
                    <a:pt x="308135" y="68793"/>
                  </a:lnTo>
                  <a:lnTo>
                    <a:pt x="309569" y="68315"/>
                  </a:lnTo>
                  <a:lnTo>
                    <a:pt x="309569" y="68315"/>
                  </a:lnTo>
                  <a:lnTo>
                    <a:pt x="310046" y="67360"/>
                  </a:lnTo>
                  <a:lnTo>
                    <a:pt x="310046" y="66882"/>
                  </a:lnTo>
                  <a:lnTo>
                    <a:pt x="310524" y="66405"/>
                  </a:lnTo>
                  <a:lnTo>
                    <a:pt x="311002" y="66405"/>
                  </a:lnTo>
                  <a:lnTo>
                    <a:pt x="311002" y="66405"/>
                  </a:lnTo>
                  <a:lnTo>
                    <a:pt x="311479" y="66882"/>
                  </a:lnTo>
                  <a:lnTo>
                    <a:pt x="312435" y="66882"/>
                  </a:lnTo>
                  <a:lnTo>
                    <a:pt x="313868" y="67360"/>
                  </a:lnTo>
                  <a:lnTo>
                    <a:pt x="314346" y="67838"/>
                  </a:lnTo>
                  <a:lnTo>
                    <a:pt x="314824" y="67838"/>
                  </a:lnTo>
                  <a:lnTo>
                    <a:pt x="315301" y="67838"/>
                  </a:lnTo>
                  <a:lnTo>
                    <a:pt x="316735" y="67838"/>
                  </a:lnTo>
                  <a:lnTo>
                    <a:pt x="316735" y="67838"/>
                  </a:lnTo>
                  <a:lnTo>
                    <a:pt x="317212" y="67360"/>
                  </a:lnTo>
                  <a:lnTo>
                    <a:pt x="317690" y="66882"/>
                  </a:lnTo>
                  <a:lnTo>
                    <a:pt x="317690" y="65449"/>
                  </a:lnTo>
                  <a:lnTo>
                    <a:pt x="318168" y="65449"/>
                  </a:lnTo>
                  <a:lnTo>
                    <a:pt x="319601" y="64971"/>
                  </a:lnTo>
                  <a:lnTo>
                    <a:pt x="320079" y="64971"/>
                  </a:lnTo>
                  <a:lnTo>
                    <a:pt x="321512" y="64493"/>
                  </a:lnTo>
                  <a:lnTo>
                    <a:pt x="323423" y="64493"/>
                  </a:lnTo>
                  <a:lnTo>
                    <a:pt x="325334" y="64493"/>
                  </a:lnTo>
                  <a:lnTo>
                    <a:pt x="325334" y="64493"/>
                  </a:lnTo>
                  <a:lnTo>
                    <a:pt x="326289" y="64016"/>
                  </a:lnTo>
                  <a:lnTo>
                    <a:pt x="327245" y="63060"/>
                  </a:lnTo>
                  <a:lnTo>
                    <a:pt x="329155" y="60672"/>
                  </a:lnTo>
                  <a:lnTo>
                    <a:pt x="330111" y="60194"/>
                  </a:lnTo>
                  <a:lnTo>
                    <a:pt x="330589" y="59716"/>
                  </a:lnTo>
                  <a:lnTo>
                    <a:pt x="331066" y="59716"/>
                  </a:lnTo>
                  <a:lnTo>
                    <a:pt x="331544" y="59716"/>
                  </a:lnTo>
                  <a:lnTo>
                    <a:pt x="331544" y="59716"/>
                  </a:lnTo>
                  <a:lnTo>
                    <a:pt x="332022" y="59716"/>
                  </a:lnTo>
                  <a:lnTo>
                    <a:pt x="333455" y="59239"/>
                  </a:lnTo>
                  <a:lnTo>
                    <a:pt x="334888" y="58761"/>
                  </a:lnTo>
                  <a:lnTo>
                    <a:pt x="335366" y="58761"/>
                  </a:lnTo>
                  <a:lnTo>
                    <a:pt x="336321" y="60194"/>
                  </a:lnTo>
                  <a:lnTo>
                    <a:pt x="336799" y="60672"/>
                  </a:lnTo>
                  <a:lnTo>
                    <a:pt x="336799" y="60672"/>
                  </a:lnTo>
                  <a:lnTo>
                    <a:pt x="337754" y="60672"/>
                  </a:lnTo>
                  <a:lnTo>
                    <a:pt x="340143" y="61149"/>
                  </a:lnTo>
                  <a:lnTo>
                    <a:pt x="340621" y="61149"/>
                  </a:lnTo>
                  <a:lnTo>
                    <a:pt x="341577" y="61149"/>
                  </a:lnTo>
                  <a:lnTo>
                    <a:pt x="343010" y="60672"/>
                  </a:lnTo>
                  <a:lnTo>
                    <a:pt x="344443" y="60672"/>
                  </a:lnTo>
                  <a:lnTo>
                    <a:pt x="345876" y="60672"/>
                  </a:lnTo>
                  <a:lnTo>
                    <a:pt x="345876" y="60672"/>
                  </a:lnTo>
                  <a:lnTo>
                    <a:pt x="345876" y="60672"/>
                  </a:lnTo>
                  <a:lnTo>
                    <a:pt x="346831" y="60194"/>
                  </a:lnTo>
                  <a:lnTo>
                    <a:pt x="347309" y="60194"/>
                  </a:lnTo>
                  <a:lnTo>
                    <a:pt x="347787" y="60194"/>
                  </a:lnTo>
                  <a:lnTo>
                    <a:pt x="349220" y="60194"/>
                  </a:lnTo>
                  <a:lnTo>
                    <a:pt x="352564" y="61149"/>
                  </a:lnTo>
                  <a:lnTo>
                    <a:pt x="356386" y="62105"/>
                  </a:lnTo>
                  <a:lnTo>
                    <a:pt x="357819" y="61627"/>
                  </a:lnTo>
                  <a:lnTo>
                    <a:pt x="358297" y="61149"/>
                  </a:lnTo>
                  <a:lnTo>
                    <a:pt x="358297" y="59716"/>
                  </a:lnTo>
                  <a:lnTo>
                    <a:pt x="358775" y="58283"/>
                  </a:lnTo>
                  <a:lnTo>
                    <a:pt x="357819" y="57328"/>
                  </a:lnTo>
                  <a:lnTo>
                    <a:pt x="356386" y="56372"/>
                  </a:lnTo>
                  <a:lnTo>
                    <a:pt x="355431" y="54939"/>
                  </a:lnTo>
                  <a:lnTo>
                    <a:pt x="355431" y="54939"/>
                  </a:lnTo>
                  <a:lnTo>
                    <a:pt x="353997" y="54461"/>
                  </a:lnTo>
                  <a:lnTo>
                    <a:pt x="354475" y="53506"/>
                  </a:lnTo>
                  <a:lnTo>
                    <a:pt x="354953" y="53506"/>
                  </a:lnTo>
                  <a:lnTo>
                    <a:pt x="354953" y="53028"/>
                  </a:lnTo>
                  <a:lnTo>
                    <a:pt x="355908" y="52550"/>
                  </a:lnTo>
                  <a:lnTo>
                    <a:pt x="356386" y="52073"/>
                  </a:lnTo>
                  <a:lnTo>
                    <a:pt x="356864" y="50162"/>
                  </a:lnTo>
                  <a:lnTo>
                    <a:pt x="357342" y="49684"/>
                  </a:lnTo>
                  <a:lnTo>
                    <a:pt x="357819" y="49684"/>
                  </a:lnTo>
                  <a:lnTo>
                    <a:pt x="358297" y="49684"/>
                  </a:lnTo>
                  <a:lnTo>
                    <a:pt x="359252" y="50162"/>
                  </a:lnTo>
                  <a:lnTo>
                    <a:pt x="362119" y="51595"/>
                  </a:lnTo>
                  <a:lnTo>
                    <a:pt x="363552" y="51595"/>
                  </a:lnTo>
                  <a:lnTo>
                    <a:pt x="369285" y="51117"/>
                  </a:lnTo>
                  <a:lnTo>
                    <a:pt x="369762" y="50162"/>
                  </a:lnTo>
                  <a:lnTo>
                    <a:pt x="371196" y="50162"/>
                  </a:lnTo>
                  <a:lnTo>
                    <a:pt x="373107" y="49206"/>
                  </a:lnTo>
                  <a:lnTo>
                    <a:pt x="373584" y="49206"/>
                  </a:lnTo>
                  <a:lnTo>
                    <a:pt x="373584" y="49206"/>
                  </a:lnTo>
                  <a:lnTo>
                    <a:pt x="374540" y="49206"/>
                  </a:lnTo>
                  <a:lnTo>
                    <a:pt x="375495" y="49206"/>
                  </a:lnTo>
                  <a:lnTo>
                    <a:pt x="376451" y="48251"/>
                  </a:lnTo>
                  <a:lnTo>
                    <a:pt x="376928" y="48251"/>
                  </a:lnTo>
                  <a:lnTo>
                    <a:pt x="377406" y="49206"/>
                  </a:lnTo>
                  <a:lnTo>
                    <a:pt x="377406" y="49206"/>
                  </a:lnTo>
                  <a:lnTo>
                    <a:pt x="378361" y="50162"/>
                  </a:lnTo>
                  <a:lnTo>
                    <a:pt x="379317" y="51117"/>
                  </a:lnTo>
                  <a:lnTo>
                    <a:pt x="379795" y="51117"/>
                  </a:lnTo>
                  <a:lnTo>
                    <a:pt x="381228" y="50639"/>
                  </a:lnTo>
                  <a:lnTo>
                    <a:pt x="382184" y="51117"/>
                  </a:lnTo>
                  <a:lnTo>
                    <a:pt x="382661" y="52073"/>
                  </a:lnTo>
                  <a:lnTo>
                    <a:pt x="382661" y="52550"/>
                  </a:lnTo>
                  <a:lnTo>
                    <a:pt x="383617" y="53028"/>
                  </a:lnTo>
                  <a:lnTo>
                    <a:pt x="384094" y="53028"/>
                  </a:lnTo>
                  <a:lnTo>
                    <a:pt x="384572" y="53028"/>
                  </a:lnTo>
                  <a:lnTo>
                    <a:pt x="385050" y="53506"/>
                  </a:lnTo>
                  <a:lnTo>
                    <a:pt x="385527" y="53983"/>
                  </a:lnTo>
                  <a:lnTo>
                    <a:pt x="386483" y="54461"/>
                  </a:lnTo>
                  <a:lnTo>
                    <a:pt x="387916" y="55417"/>
                  </a:lnTo>
                  <a:lnTo>
                    <a:pt x="390783" y="56372"/>
                  </a:lnTo>
                  <a:lnTo>
                    <a:pt x="392216" y="56372"/>
                  </a:lnTo>
                  <a:lnTo>
                    <a:pt x="393171" y="56372"/>
                  </a:lnTo>
                  <a:lnTo>
                    <a:pt x="394127" y="56850"/>
                  </a:lnTo>
                  <a:lnTo>
                    <a:pt x="394604" y="56372"/>
                  </a:lnTo>
                  <a:lnTo>
                    <a:pt x="396515" y="55417"/>
                  </a:lnTo>
                  <a:lnTo>
                    <a:pt x="397471" y="54939"/>
                  </a:lnTo>
                  <a:lnTo>
                    <a:pt x="398904" y="53983"/>
                  </a:lnTo>
                  <a:lnTo>
                    <a:pt x="399859" y="53506"/>
                  </a:lnTo>
                  <a:lnTo>
                    <a:pt x="400815" y="53028"/>
                  </a:lnTo>
                  <a:lnTo>
                    <a:pt x="401293" y="52550"/>
                  </a:lnTo>
                  <a:lnTo>
                    <a:pt x="401293" y="52550"/>
                  </a:lnTo>
                  <a:lnTo>
                    <a:pt x="401293" y="53028"/>
                  </a:lnTo>
                  <a:lnTo>
                    <a:pt x="401770" y="53506"/>
                  </a:lnTo>
                  <a:lnTo>
                    <a:pt x="401770" y="53506"/>
                  </a:lnTo>
                  <a:lnTo>
                    <a:pt x="402726" y="53983"/>
                  </a:lnTo>
                  <a:lnTo>
                    <a:pt x="405115" y="54461"/>
                  </a:lnTo>
                  <a:lnTo>
                    <a:pt x="406548" y="54461"/>
                  </a:lnTo>
                  <a:lnTo>
                    <a:pt x="407981" y="53983"/>
                  </a:lnTo>
                  <a:lnTo>
                    <a:pt x="408936" y="53028"/>
                  </a:lnTo>
                  <a:lnTo>
                    <a:pt x="409892" y="53028"/>
                  </a:lnTo>
                  <a:lnTo>
                    <a:pt x="410847" y="53506"/>
                  </a:lnTo>
                  <a:lnTo>
                    <a:pt x="411325" y="54939"/>
                  </a:lnTo>
                  <a:lnTo>
                    <a:pt x="411803" y="55417"/>
                  </a:lnTo>
                  <a:lnTo>
                    <a:pt x="412758" y="55417"/>
                  </a:lnTo>
                  <a:lnTo>
                    <a:pt x="414669" y="55417"/>
                  </a:lnTo>
                  <a:lnTo>
                    <a:pt x="416102" y="55894"/>
                  </a:lnTo>
                  <a:lnTo>
                    <a:pt x="417058" y="55894"/>
                  </a:lnTo>
                  <a:lnTo>
                    <a:pt x="418491" y="55417"/>
                  </a:lnTo>
                  <a:lnTo>
                    <a:pt x="418968" y="54461"/>
                  </a:lnTo>
                  <a:lnTo>
                    <a:pt x="420880" y="53506"/>
                  </a:lnTo>
                  <a:lnTo>
                    <a:pt x="422313" y="52550"/>
                  </a:lnTo>
                  <a:lnTo>
                    <a:pt x="423268" y="51595"/>
                  </a:lnTo>
                  <a:lnTo>
                    <a:pt x="424701" y="49684"/>
                  </a:lnTo>
                  <a:lnTo>
                    <a:pt x="425179" y="48728"/>
                  </a:lnTo>
                  <a:lnTo>
                    <a:pt x="425179" y="47295"/>
                  </a:lnTo>
                  <a:lnTo>
                    <a:pt x="427090" y="43473"/>
                  </a:lnTo>
                  <a:lnTo>
                    <a:pt x="428045" y="42518"/>
                  </a:lnTo>
                  <a:lnTo>
                    <a:pt x="428523" y="41563"/>
                  </a:lnTo>
                  <a:lnTo>
                    <a:pt x="429001" y="40129"/>
                  </a:lnTo>
                  <a:lnTo>
                    <a:pt x="429001" y="38696"/>
                  </a:lnTo>
                  <a:lnTo>
                    <a:pt x="429479" y="37741"/>
                  </a:lnTo>
                  <a:lnTo>
                    <a:pt x="430912" y="36785"/>
                  </a:lnTo>
                  <a:lnTo>
                    <a:pt x="431867" y="35830"/>
                  </a:lnTo>
                  <a:lnTo>
                    <a:pt x="432823" y="34397"/>
                  </a:lnTo>
                  <a:lnTo>
                    <a:pt x="433778" y="32963"/>
                  </a:lnTo>
                  <a:lnTo>
                    <a:pt x="436167" y="29141"/>
                  </a:lnTo>
                  <a:lnTo>
                    <a:pt x="436167" y="28186"/>
                  </a:lnTo>
                  <a:lnTo>
                    <a:pt x="437122" y="27708"/>
                  </a:lnTo>
                  <a:lnTo>
                    <a:pt x="437122" y="27708"/>
                  </a:lnTo>
                  <a:lnTo>
                    <a:pt x="437600" y="26753"/>
                  </a:lnTo>
                  <a:lnTo>
                    <a:pt x="438556" y="25798"/>
                  </a:lnTo>
                  <a:lnTo>
                    <a:pt x="439511" y="25320"/>
                  </a:lnTo>
                  <a:lnTo>
                    <a:pt x="439989" y="24364"/>
                  </a:lnTo>
                  <a:lnTo>
                    <a:pt x="440466" y="23409"/>
                  </a:lnTo>
                  <a:lnTo>
                    <a:pt x="440944" y="22931"/>
                  </a:lnTo>
                  <a:lnTo>
                    <a:pt x="442377" y="21975"/>
                  </a:lnTo>
                  <a:lnTo>
                    <a:pt x="442855" y="21975"/>
                  </a:lnTo>
                  <a:lnTo>
                    <a:pt x="442855" y="21498"/>
                  </a:lnTo>
                  <a:lnTo>
                    <a:pt x="444766" y="18632"/>
                  </a:lnTo>
                  <a:lnTo>
                    <a:pt x="445244" y="17198"/>
                  </a:lnTo>
                  <a:lnTo>
                    <a:pt x="447155" y="17198"/>
                  </a:lnTo>
                  <a:lnTo>
                    <a:pt x="449543" y="18632"/>
                  </a:lnTo>
                  <a:lnTo>
                    <a:pt x="451932" y="21020"/>
                  </a:lnTo>
                  <a:lnTo>
                    <a:pt x="454798" y="28664"/>
                  </a:lnTo>
                  <a:lnTo>
                    <a:pt x="454798" y="35830"/>
                  </a:lnTo>
                  <a:lnTo>
                    <a:pt x="456232" y="39651"/>
                  </a:lnTo>
                  <a:lnTo>
                    <a:pt x="459575" y="47295"/>
                  </a:lnTo>
                  <a:lnTo>
                    <a:pt x="459575" y="48728"/>
                  </a:lnTo>
                  <a:lnTo>
                    <a:pt x="460053" y="50639"/>
                  </a:lnTo>
                  <a:lnTo>
                    <a:pt x="461487" y="52073"/>
                  </a:lnTo>
                  <a:lnTo>
                    <a:pt x="462442" y="55417"/>
                  </a:lnTo>
                  <a:lnTo>
                    <a:pt x="462442" y="55894"/>
                  </a:lnTo>
                  <a:lnTo>
                    <a:pt x="461487" y="56850"/>
                  </a:lnTo>
                  <a:lnTo>
                    <a:pt x="462920" y="56850"/>
                  </a:lnTo>
                  <a:lnTo>
                    <a:pt x="463875" y="57328"/>
                  </a:lnTo>
                  <a:lnTo>
                    <a:pt x="464353" y="59239"/>
                  </a:lnTo>
                  <a:lnTo>
                    <a:pt x="465308" y="60194"/>
                  </a:lnTo>
                  <a:lnTo>
                    <a:pt x="466741" y="62105"/>
                  </a:lnTo>
                  <a:lnTo>
                    <a:pt x="470086" y="62582"/>
                  </a:lnTo>
                  <a:lnTo>
                    <a:pt x="471997" y="63060"/>
                  </a:lnTo>
                  <a:lnTo>
                    <a:pt x="474863" y="64016"/>
                  </a:lnTo>
                  <a:lnTo>
                    <a:pt x="476774" y="64971"/>
                  </a:lnTo>
                  <a:lnTo>
                    <a:pt x="478207" y="69748"/>
                  </a:lnTo>
                  <a:lnTo>
                    <a:pt x="477729" y="72137"/>
                  </a:lnTo>
                  <a:lnTo>
                    <a:pt x="477729" y="74048"/>
                  </a:lnTo>
                  <a:lnTo>
                    <a:pt x="477252" y="75004"/>
                  </a:lnTo>
                  <a:lnTo>
                    <a:pt x="474863" y="75959"/>
                  </a:lnTo>
                  <a:lnTo>
                    <a:pt x="474385" y="76914"/>
                  </a:lnTo>
                  <a:lnTo>
                    <a:pt x="470086" y="80258"/>
                  </a:lnTo>
                  <a:lnTo>
                    <a:pt x="469130" y="81692"/>
                  </a:lnTo>
                  <a:lnTo>
                    <a:pt x="466741" y="83603"/>
                  </a:lnTo>
                  <a:lnTo>
                    <a:pt x="464353" y="87424"/>
                  </a:lnTo>
                  <a:lnTo>
                    <a:pt x="461009" y="91246"/>
                  </a:lnTo>
                  <a:lnTo>
                    <a:pt x="459575" y="92202"/>
                  </a:lnTo>
                  <a:lnTo>
                    <a:pt x="457665" y="92202"/>
                  </a:lnTo>
                  <a:lnTo>
                    <a:pt x="456709" y="92680"/>
                  </a:lnTo>
                  <a:lnTo>
                    <a:pt x="453843" y="96024"/>
                  </a:lnTo>
                  <a:lnTo>
                    <a:pt x="450499" y="96979"/>
                  </a:lnTo>
                  <a:lnTo>
                    <a:pt x="450021" y="98412"/>
                  </a:lnTo>
                  <a:lnTo>
                    <a:pt x="448110" y="102234"/>
                  </a:lnTo>
                  <a:lnTo>
                    <a:pt x="446199" y="104623"/>
                  </a:lnTo>
                  <a:lnTo>
                    <a:pt x="445244" y="105100"/>
                  </a:lnTo>
                  <a:lnTo>
                    <a:pt x="441900" y="108922"/>
                  </a:lnTo>
                  <a:lnTo>
                    <a:pt x="441900" y="110833"/>
                  </a:lnTo>
                  <a:lnTo>
                    <a:pt x="441900" y="113700"/>
                  </a:lnTo>
                  <a:lnTo>
                    <a:pt x="439989" y="115611"/>
                  </a:lnTo>
                  <a:lnTo>
                    <a:pt x="437600" y="116566"/>
                  </a:lnTo>
                  <a:lnTo>
                    <a:pt x="437600" y="118955"/>
                  </a:lnTo>
                  <a:lnTo>
                    <a:pt x="436645" y="119910"/>
                  </a:lnTo>
                  <a:lnTo>
                    <a:pt x="435689" y="120388"/>
                  </a:lnTo>
                  <a:lnTo>
                    <a:pt x="431867" y="119910"/>
                  </a:lnTo>
                  <a:lnTo>
                    <a:pt x="425179" y="122777"/>
                  </a:lnTo>
                  <a:lnTo>
                    <a:pt x="423268" y="123254"/>
                  </a:lnTo>
                  <a:lnTo>
                    <a:pt x="429957" y="123254"/>
                  </a:lnTo>
                  <a:lnTo>
                    <a:pt x="432345" y="124687"/>
                  </a:lnTo>
                  <a:lnTo>
                    <a:pt x="437122" y="123732"/>
                  </a:lnTo>
                  <a:lnTo>
                    <a:pt x="443333" y="120388"/>
                  </a:lnTo>
                  <a:lnTo>
                    <a:pt x="445722" y="119432"/>
                  </a:lnTo>
                  <a:lnTo>
                    <a:pt x="450021" y="117521"/>
                  </a:lnTo>
                  <a:lnTo>
                    <a:pt x="451932" y="115611"/>
                  </a:lnTo>
                  <a:lnTo>
                    <a:pt x="455276" y="113700"/>
                  </a:lnTo>
                  <a:lnTo>
                    <a:pt x="456232" y="113222"/>
                  </a:lnTo>
                  <a:lnTo>
                    <a:pt x="458142" y="112266"/>
                  </a:lnTo>
                  <a:lnTo>
                    <a:pt x="459098" y="113222"/>
                  </a:lnTo>
                  <a:lnTo>
                    <a:pt x="459098" y="114177"/>
                  </a:lnTo>
                  <a:lnTo>
                    <a:pt x="457665" y="115133"/>
                  </a:lnTo>
                  <a:lnTo>
                    <a:pt x="458142" y="116088"/>
                  </a:lnTo>
                  <a:lnTo>
                    <a:pt x="459098" y="117521"/>
                  </a:lnTo>
                  <a:lnTo>
                    <a:pt x="459575" y="118955"/>
                  </a:lnTo>
                  <a:lnTo>
                    <a:pt x="459575" y="119910"/>
                  </a:lnTo>
                  <a:lnTo>
                    <a:pt x="460531" y="122299"/>
                  </a:lnTo>
                  <a:lnTo>
                    <a:pt x="462442" y="124687"/>
                  </a:lnTo>
                  <a:lnTo>
                    <a:pt x="462442" y="125643"/>
                  </a:lnTo>
                  <a:lnTo>
                    <a:pt x="462442" y="127076"/>
                  </a:lnTo>
                  <a:lnTo>
                    <a:pt x="463398" y="128031"/>
                  </a:lnTo>
                  <a:lnTo>
                    <a:pt x="464353" y="128509"/>
                  </a:lnTo>
                  <a:lnTo>
                    <a:pt x="467697" y="131853"/>
                  </a:lnTo>
                  <a:lnTo>
                    <a:pt x="470564" y="129942"/>
                  </a:lnTo>
                  <a:lnTo>
                    <a:pt x="472474" y="129465"/>
                  </a:lnTo>
                  <a:lnTo>
                    <a:pt x="473430" y="128509"/>
                  </a:lnTo>
                  <a:lnTo>
                    <a:pt x="475818" y="128509"/>
                  </a:lnTo>
                  <a:lnTo>
                    <a:pt x="477729" y="128987"/>
                  </a:lnTo>
                  <a:lnTo>
                    <a:pt x="481551" y="129942"/>
                  </a:lnTo>
                  <a:lnTo>
                    <a:pt x="483940" y="128987"/>
                  </a:lnTo>
                  <a:lnTo>
                    <a:pt x="489673" y="126598"/>
                  </a:lnTo>
                  <a:lnTo>
                    <a:pt x="487762" y="130898"/>
                  </a:lnTo>
                  <a:lnTo>
                    <a:pt x="486329" y="134720"/>
                  </a:lnTo>
                  <a:lnTo>
                    <a:pt x="485851" y="136631"/>
                  </a:lnTo>
                  <a:lnTo>
                    <a:pt x="484895" y="140930"/>
                  </a:lnTo>
                  <a:lnTo>
                    <a:pt x="483940" y="141886"/>
                  </a:lnTo>
                  <a:lnTo>
                    <a:pt x="482984" y="143319"/>
                  </a:lnTo>
                  <a:lnTo>
                    <a:pt x="484417" y="142841"/>
                  </a:lnTo>
                  <a:lnTo>
                    <a:pt x="485373" y="142363"/>
                  </a:lnTo>
                  <a:lnTo>
                    <a:pt x="486806" y="140453"/>
                  </a:lnTo>
                  <a:lnTo>
                    <a:pt x="487762" y="137586"/>
                  </a:lnTo>
                  <a:lnTo>
                    <a:pt x="491583" y="129942"/>
                  </a:lnTo>
                  <a:lnTo>
                    <a:pt x="492539" y="128987"/>
                  </a:lnTo>
                  <a:lnTo>
                    <a:pt x="495883" y="128031"/>
                  </a:lnTo>
                  <a:lnTo>
                    <a:pt x="501616" y="121821"/>
                  </a:lnTo>
                  <a:lnTo>
                    <a:pt x="503527" y="122299"/>
                  </a:lnTo>
                  <a:lnTo>
                    <a:pt x="504960" y="123732"/>
                  </a:lnTo>
                  <a:lnTo>
                    <a:pt x="506393" y="124210"/>
                  </a:lnTo>
                  <a:lnTo>
                    <a:pt x="506871" y="122777"/>
                  </a:lnTo>
                  <a:lnTo>
                    <a:pt x="508782" y="121821"/>
                  </a:lnTo>
                  <a:lnTo>
                    <a:pt x="506871" y="121343"/>
                  </a:lnTo>
                  <a:lnTo>
                    <a:pt x="506393" y="120388"/>
                  </a:lnTo>
                  <a:lnTo>
                    <a:pt x="505915" y="118955"/>
                  </a:lnTo>
                  <a:lnTo>
                    <a:pt x="507348" y="117521"/>
                  </a:lnTo>
                  <a:lnTo>
                    <a:pt x="506871" y="116088"/>
                  </a:lnTo>
                  <a:lnTo>
                    <a:pt x="509737" y="114177"/>
                  </a:lnTo>
                  <a:lnTo>
                    <a:pt x="509259" y="112744"/>
                  </a:lnTo>
                  <a:lnTo>
                    <a:pt x="510215" y="111311"/>
                  </a:lnTo>
                  <a:lnTo>
                    <a:pt x="511648" y="110355"/>
                  </a:lnTo>
                  <a:lnTo>
                    <a:pt x="513081" y="109400"/>
                  </a:lnTo>
                  <a:lnTo>
                    <a:pt x="513081" y="108445"/>
                  </a:lnTo>
                  <a:lnTo>
                    <a:pt x="514037" y="107967"/>
                  </a:lnTo>
                  <a:lnTo>
                    <a:pt x="514992" y="107967"/>
                  </a:lnTo>
                  <a:lnTo>
                    <a:pt x="516425" y="108922"/>
                  </a:lnTo>
                  <a:lnTo>
                    <a:pt x="517859" y="107489"/>
                  </a:lnTo>
                  <a:lnTo>
                    <a:pt x="519292" y="107012"/>
                  </a:lnTo>
                  <a:lnTo>
                    <a:pt x="520247" y="107489"/>
                  </a:lnTo>
                  <a:lnTo>
                    <a:pt x="520725" y="107967"/>
                  </a:lnTo>
                  <a:lnTo>
                    <a:pt x="521680" y="108445"/>
                  </a:lnTo>
                  <a:lnTo>
                    <a:pt x="522636" y="107967"/>
                  </a:lnTo>
                  <a:lnTo>
                    <a:pt x="524547" y="107489"/>
                  </a:lnTo>
                  <a:lnTo>
                    <a:pt x="525980" y="108922"/>
                  </a:lnTo>
                  <a:lnTo>
                    <a:pt x="526936" y="108922"/>
                  </a:lnTo>
                  <a:lnTo>
                    <a:pt x="526936" y="108445"/>
                  </a:lnTo>
                  <a:lnTo>
                    <a:pt x="526458" y="107489"/>
                  </a:lnTo>
                  <a:lnTo>
                    <a:pt x="526936" y="107012"/>
                  </a:lnTo>
                  <a:lnTo>
                    <a:pt x="527413" y="106534"/>
                  </a:lnTo>
                  <a:lnTo>
                    <a:pt x="530280" y="107012"/>
                  </a:lnTo>
                  <a:lnTo>
                    <a:pt x="531235" y="107489"/>
                  </a:lnTo>
                  <a:lnTo>
                    <a:pt x="533146" y="108445"/>
                  </a:lnTo>
                  <a:lnTo>
                    <a:pt x="535057" y="108922"/>
                  </a:lnTo>
                  <a:lnTo>
                    <a:pt x="536490" y="108445"/>
                  </a:lnTo>
                  <a:lnTo>
                    <a:pt x="537446" y="109400"/>
                  </a:lnTo>
                  <a:lnTo>
                    <a:pt x="539356" y="109400"/>
                  </a:lnTo>
                  <a:lnTo>
                    <a:pt x="539834" y="110355"/>
                  </a:lnTo>
                  <a:lnTo>
                    <a:pt x="542701" y="111789"/>
                  </a:lnTo>
                  <a:lnTo>
                    <a:pt x="543178" y="112744"/>
                  </a:lnTo>
                  <a:lnTo>
                    <a:pt x="545089" y="113222"/>
                  </a:lnTo>
                  <a:lnTo>
                    <a:pt x="547000" y="113700"/>
                  </a:lnTo>
                  <a:lnTo>
                    <a:pt x="548911" y="114177"/>
                  </a:lnTo>
                  <a:lnTo>
                    <a:pt x="550822" y="113700"/>
                  </a:lnTo>
                  <a:lnTo>
                    <a:pt x="550822" y="115133"/>
                  </a:lnTo>
                  <a:lnTo>
                    <a:pt x="552255" y="115611"/>
                  </a:lnTo>
                  <a:lnTo>
                    <a:pt x="554166" y="115133"/>
                  </a:lnTo>
                  <a:lnTo>
                    <a:pt x="555599" y="116566"/>
                  </a:lnTo>
                  <a:lnTo>
                    <a:pt x="559899" y="117999"/>
                  </a:lnTo>
                  <a:lnTo>
                    <a:pt x="562287" y="119432"/>
                  </a:lnTo>
                  <a:lnTo>
                    <a:pt x="564198" y="119432"/>
                  </a:lnTo>
                  <a:lnTo>
                    <a:pt x="566109" y="119910"/>
                  </a:lnTo>
                  <a:lnTo>
                    <a:pt x="568020" y="123732"/>
                  </a:lnTo>
                  <a:lnTo>
                    <a:pt x="568498" y="126121"/>
                  </a:lnTo>
                  <a:lnTo>
                    <a:pt x="569453" y="125643"/>
                  </a:lnTo>
                  <a:lnTo>
                    <a:pt x="570409" y="124687"/>
                  </a:lnTo>
                  <a:lnTo>
                    <a:pt x="571364" y="122299"/>
                  </a:lnTo>
                  <a:lnTo>
                    <a:pt x="573753" y="121821"/>
                  </a:lnTo>
                  <a:lnTo>
                    <a:pt x="574708" y="122777"/>
                  </a:lnTo>
                  <a:lnTo>
                    <a:pt x="576619" y="123732"/>
                  </a:lnTo>
                  <a:lnTo>
                    <a:pt x="578530" y="125643"/>
                  </a:lnTo>
                  <a:lnTo>
                    <a:pt x="579486" y="126598"/>
                  </a:lnTo>
                  <a:lnTo>
                    <a:pt x="580441" y="126598"/>
                  </a:lnTo>
                  <a:lnTo>
                    <a:pt x="579486" y="127554"/>
                  </a:lnTo>
                  <a:lnTo>
                    <a:pt x="580441" y="127554"/>
                  </a:lnTo>
                  <a:lnTo>
                    <a:pt x="581874" y="126598"/>
                  </a:lnTo>
                  <a:lnTo>
                    <a:pt x="583308" y="128509"/>
                  </a:lnTo>
                  <a:lnTo>
                    <a:pt x="584263" y="130420"/>
                  </a:lnTo>
                  <a:lnTo>
                    <a:pt x="584263" y="132331"/>
                  </a:lnTo>
                  <a:lnTo>
                    <a:pt x="583308" y="133287"/>
                  </a:lnTo>
                  <a:lnTo>
                    <a:pt x="582830" y="134242"/>
                  </a:lnTo>
                  <a:lnTo>
                    <a:pt x="581874" y="135675"/>
                  </a:lnTo>
                  <a:lnTo>
                    <a:pt x="580919" y="135675"/>
                  </a:lnTo>
                  <a:lnTo>
                    <a:pt x="579963" y="136153"/>
                  </a:lnTo>
                  <a:lnTo>
                    <a:pt x="580919" y="137108"/>
                  </a:lnTo>
                  <a:lnTo>
                    <a:pt x="581874" y="138064"/>
                  </a:lnTo>
                  <a:lnTo>
                    <a:pt x="583308" y="135675"/>
                  </a:lnTo>
                  <a:lnTo>
                    <a:pt x="584741" y="134720"/>
                  </a:lnTo>
                  <a:lnTo>
                    <a:pt x="586174" y="134242"/>
                  </a:lnTo>
                  <a:lnTo>
                    <a:pt x="587129" y="136153"/>
                  </a:lnTo>
                  <a:lnTo>
                    <a:pt x="587129" y="138064"/>
                  </a:lnTo>
                  <a:lnTo>
                    <a:pt x="584741" y="138542"/>
                  </a:lnTo>
                  <a:lnTo>
                    <a:pt x="584741" y="139975"/>
                  </a:lnTo>
                  <a:lnTo>
                    <a:pt x="583785" y="140930"/>
                  </a:lnTo>
                  <a:lnTo>
                    <a:pt x="583308" y="141886"/>
                  </a:lnTo>
                  <a:lnTo>
                    <a:pt x="582830" y="143796"/>
                  </a:lnTo>
                  <a:lnTo>
                    <a:pt x="582352" y="145230"/>
                  </a:lnTo>
                  <a:lnTo>
                    <a:pt x="580441" y="151918"/>
                  </a:lnTo>
                  <a:lnTo>
                    <a:pt x="580441" y="153351"/>
                  </a:lnTo>
                  <a:lnTo>
                    <a:pt x="582352" y="151918"/>
                  </a:lnTo>
                  <a:lnTo>
                    <a:pt x="586174" y="148574"/>
                  </a:lnTo>
                  <a:lnTo>
                    <a:pt x="587129" y="144752"/>
                  </a:lnTo>
                  <a:lnTo>
                    <a:pt x="589040" y="140930"/>
                  </a:lnTo>
                  <a:lnTo>
                    <a:pt x="590473" y="139975"/>
                  </a:lnTo>
                  <a:lnTo>
                    <a:pt x="591429" y="139975"/>
                  </a:lnTo>
                  <a:lnTo>
                    <a:pt x="592862" y="140453"/>
                  </a:lnTo>
                  <a:lnTo>
                    <a:pt x="592862" y="141408"/>
                  </a:lnTo>
                  <a:lnTo>
                    <a:pt x="592862" y="142363"/>
                  </a:lnTo>
                  <a:lnTo>
                    <a:pt x="590951" y="143796"/>
                  </a:lnTo>
                  <a:lnTo>
                    <a:pt x="590473" y="145230"/>
                  </a:lnTo>
                  <a:lnTo>
                    <a:pt x="590951" y="146185"/>
                  </a:lnTo>
                  <a:lnTo>
                    <a:pt x="594773" y="142841"/>
                  </a:lnTo>
                  <a:lnTo>
                    <a:pt x="596206" y="141886"/>
                  </a:lnTo>
                  <a:lnTo>
                    <a:pt x="597639" y="141886"/>
                  </a:lnTo>
                  <a:lnTo>
                    <a:pt x="600506" y="140453"/>
                  </a:lnTo>
                  <a:lnTo>
                    <a:pt x="605761" y="140453"/>
                  </a:lnTo>
                  <a:lnTo>
                    <a:pt x="606238" y="139019"/>
                  </a:lnTo>
                  <a:lnTo>
                    <a:pt x="607194" y="138064"/>
                  </a:lnTo>
                  <a:lnTo>
                    <a:pt x="610060" y="138542"/>
                  </a:lnTo>
                  <a:lnTo>
                    <a:pt x="615793" y="139497"/>
                  </a:lnTo>
                  <a:lnTo>
                    <a:pt x="618182" y="140930"/>
                  </a:lnTo>
                  <a:lnTo>
                    <a:pt x="621048" y="141886"/>
                  </a:lnTo>
                  <a:lnTo>
                    <a:pt x="622959" y="143319"/>
                  </a:lnTo>
                  <a:lnTo>
                    <a:pt x="629647" y="145707"/>
                  </a:lnTo>
                  <a:lnTo>
                    <a:pt x="634425" y="145707"/>
                  </a:lnTo>
                  <a:lnTo>
                    <a:pt x="637291" y="144752"/>
                  </a:lnTo>
                  <a:lnTo>
                    <a:pt x="640157" y="146185"/>
                  </a:lnTo>
                  <a:lnTo>
                    <a:pt x="641591" y="147141"/>
                  </a:lnTo>
                  <a:lnTo>
                    <a:pt x="644935" y="148096"/>
                  </a:lnTo>
                  <a:lnTo>
                    <a:pt x="648279" y="148096"/>
                  </a:lnTo>
                  <a:lnTo>
                    <a:pt x="650667" y="147141"/>
                  </a:lnTo>
                  <a:lnTo>
                    <a:pt x="656878" y="147141"/>
                  </a:lnTo>
                  <a:lnTo>
                    <a:pt x="664999" y="145707"/>
                  </a:lnTo>
                  <a:lnTo>
                    <a:pt x="669776" y="146185"/>
                  </a:lnTo>
                  <a:lnTo>
                    <a:pt x="675032" y="147141"/>
                  </a:lnTo>
                  <a:lnTo>
                    <a:pt x="678853" y="149052"/>
                  </a:lnTo>
                  <a:lnTo>
                    <a:pt x="682198" y="150485"/>
                  </a:lnTo>
                  <a:lnTo>
                    <a:pt x="684108" y="151440"/>
                  </a:lnTo>
                  <a:lnTo>
                    <a:pt x="686975" y="152873"/>
                  </a:lnTo>
                  <a:lnTo>
                    <a:pt x="693663" y="156695"/>
                  </a:lnTo>
                  <a:lnTo>
                    <a:pt x="696052" y="158606"/>
                  </a:lnTo>
                  <a:lnTo>
                    <a:pt x="700351" y="161473"/>
                  </a:lnTo>
                  <a:lnTo>
                    <a:pt x="704651" y="162428"/>
                  </a:lnTo>
                  <a:lnTo>
                    <a:pt x="706562" y="165294"/>
                  </a:lnTo>
                  <a:lnTo>
                    <a:pt x="708473" y="166728"/>
                  </a:lnTo>
                  <a:lnTo>
                    <a:pt x="712772" y="171505"/>
                  </a:lnTo>
                  <a:lnTo>
                    <a:pt x="718027" y="174849"/>
                  </a:lnTo>
                  <a:lnTo>
                    <a:pt x="721371" y="178193"/>
                  </a:lnTo>
                  <a:lnTo>
                    <a:pt x="727582" y="180582"/>
                  </a:lnTo>
                  <a:lnTo>
                    <a:pt x="730448" y="183926"/>
                  </a:lnTo>
                  <a:lnTo>
                    <a:pt x="734748" y="184403"/>
                  </a:lnTo>
                  <a:lnTo>
                    <a:pt x="736659" y="184881"/>
                  </a:lnTo>
                  <a:lnTo>
                    <a:pt x="738570" y="186792"/>
                  </a:lnTo>
                  <a:lnTo>
                    <a:pt x="741914" y="187270"/>
                  </a:lnTo>
                  <a:lnTo>
                    <a:pt x="745736" y="187270"/>
                  </a:lnTo>
                  <a:lnTo>
                    <a:pt x="750513" y="187270"/>
                  </a:lnTo>
                  <a:lnTo>
                    <a:pt x="753857" y="186792"/>
                  </a:lnTo>
                  <a:lnTo>
                    <a:pt x="762456" y="187748"/>
                  </a:lnTo>
                  <a:lnTo>
                    <a:pt x="763889" y="188703"/>
                  </a:lnTo>
                  <a:lnTo>
                    <a:pt x="765800" y="190136"/>
                  </a:lnTo>
                  <a:lnTo>
                    <a:pt x="768667" y="195869"/>
                  </a:lnTo>
                  <a:lnTo>
                    <a:pt x="770578" y="202080"/>
                  </a:lnTo>
                  <a:lnTo>
                    <a:pt x="771533" y="207335"/>
                  </a:lnTo>
                  <a:lnTo>
                    <a:pt x="773444" y="210679"/>
                  </a:lnTo>
                  <a:lnTo>
                    <a:pt x="774877" y="217845"/>
                  </a:lnTo>
                  <a:lnTo>
                    <a:pt x="775832" y="220233"/>
                  </a:lnTo>
                  <a:lnTo>
                    <a:pt x="775832" y="222144"/>
                  </a:lnTo>
                  <a:lnTo>
                    <a:pt x="776788" y="222622"/>
                  </a:lnTo>
                  <a:lnTo>
                    <a:pt x="777266" y="227399"/>
                  </a:lnTo>
                  <a:lnTo>
                    <a:pt x="777266" y="229310"/>
                  </a:lnTo>
                  <a:lnTo>
                    <a:pt x="776310" y="231699"/>
                  </a:lnTo>
                  <a:lnTo>
                    <a:pt x="776310" y="232654"/>
                  </a:lnTo>
                  <a:lnTo>
                    <a:pt x="776310" y="233610"/>
                  </a:lnTo>
                  <a:lnTo>
                    <a:pt x="775832" y="234565"/>
                  </a:lnTo>
                  <a:lnTo>
                    <a:pt x="775832" y="235521"/>
                  </a:lnTo>
                  <a:lnTo>
                    <a:pt x="776788" y="237909"/>
                  </a:lnTo>
                  <a:lnTo>
                    <a:pt x="776788" y="239820"/>
                  </a:lnTo>
                  <a:lnTo>
                    <a:pt x="775355" y="241731"/>
                  </a:lnTo>
                  <a:lnTo>
                    <a:pt x="773922" y="247464"/>
                  </a:lnTo>
                  <a:lnTo>
                    <a:pt x="770100" y="257018"/>
                  </a:lnTo>
                  <a:lnTo>
                    <a:pt x="766756" y="262751"/>
                  </a:lnTo>
                  <a:lnTo>
                    <a:pt x="761501" y="268484"/>
                  </a:lnTo>
                  <a:lnTo>
                    <a:pt x="758156" y="271350"/>
                  </a:lnTo>
                  <a:lnTo>
                    <a:pt x="757201" y="271828"/>
                  </a:lnTo>
                  <a:lnTo>
                    <a:pt x="755768" y="270873"/>
                  </a:lnTo>
                  <a:lnTo>
                    <a:pt x="756723" y="272783"/>
                  </a:lnTo>
                  <a:lnTo>
                    <a:pt x="755768" y="274217"/>
                  </a:lnTo>
                  <a:lnTo>
                    <a:pt x="752424" y="278039"/>
                  </a:lnTo>
                  <a:lnTo>
                    <a:pt x="749080" y="280905"/>
                  </a:lnTo>
                  <a:lnTo>
                    <a:pt x="745736" y="285682"/>
                  </a:lnTo>
                  <a:lnTo>
                    <a:pt x="745258" y="285682"/>
                  </a:lnTo>
                  <a:lnTo>
                    <a:pt x="740958" y="287593"/>
                  </a:lnTo>
                  <a:lnTo>
                    <a:pt x="738570" y="289026"/>
                  </a:lnTo>
                  <a:lnTo>
                    <a:pt x="734748" y="291893"/>
                  </a:lnTo>
                  <a:lnTo>
                    <a:pt x="731881" y="296192"/>
                  </a:lnTo>
                  <a:lnTo>
                    <a:pt x="731404" y="296670"/>
                  </a:lnTo>
                  <a:lnTo>
                    <a:pt x="729971" y="296670"/>
                  </a:lnTo>
                  <a:lnTo>
                    <a:pt x="729971" y="298581"/>
                  </a:lnTo>
                  <a:lnTo>
                    <a:pt x="727582" y="301925"/>
                  </a:lnTo>
                  <a:lnTo>
                    <a:pt x="726626" y="302403"/>
                  </a:lnTo>
                  <a:lnTo>
                    <a:pt x="726626" y="301447"/>
                  </a:lnTo>
                  <a:lnTo>
                    <a:pt x="727104" y="300970"/>
                  </a:lnTo>
                  <a:lnTo>
                    <a:pt x="727582" y="300014"/>
                  </a:lnTo>
                  <a:lnTo>
                    <a:pt x="727582" y="299059"/>
                  </a:lnTo>
                  <a:lnTo>
                    <a:pt x="726626" y="300014"/>
                  </a:lnTo>
                  <a:lnTo>
                    <a:pt x="725193" y="302403"/>
                  </a:lnTo>
                  <a:lnTo>
                    <a:pt x="725671" y="304314"/>
                  </a:lnTo>
                  <a:lnTo>
                    <a:pt x="724238" y="307180"/>
                  </a:lnTo>
                  <a:lnTo>
                    <a:pt x="719938" y="315301"/>
                  </a:lnTo>
                  <a:lnTo>
                    <a:pt x="714683" y="322467"/>
                  </a:lnTo>
                  <a:lnTo>
                    <a:pt x="713728" y="324378"/>
                  </a:lnTo>
                  <a:lnTo>
                    <a:pt x="708950" y="329156"/>
                  </a:lnTo>
                  <a:lnTo>
                    <a:pt x="706084" y="331544"/>
                  </a:lnTo>
                  <a:lnTo>
                    <a:pt x="705129" y="331544"/>
                  </a:lnTo>
                  <a:lnTo>
                    <a:pt x="704173" y="331544"/>
                  </a:lnTo>
                  <a:lnTo>
                    <a:pt x="703695" y="327722"/>
                  </a:lnTo>
                  <a:lnTo>
                    <a:pt x="700829" y="325334"/>
                  </a:lnTo>
                  <a:lnTo>
                    <a:pt x="700351" y="325334"/>
                  </a:lnTo>
                  <a:lnTo>
                    <a:pt x="698918" y="327245"/>
                  </a:lnTo>
                  <a:lnTo>
                    <a:pt x="698440" y="328200"/>
                  </a:lnTo>
                  <a:lnTo>
                    <a:pt x="697007" y="328200"/>
                  </a:lnTo>
                  <a:lnTo>
                    <a:pt x="698440" y="329156"/>
                  </a:lnTo>
                  <a:lnTo>
                    <a:pt x="698918" y="330589"/>
                  </a:lnTo>
                  <a:lnTo>
                    <a:pt x="697485" y="332500"/>
                  </a:lnTo>
                  <a:lnTo>
                    <a:pt x="697485" y="334888"/>
                  </a:lnTo>
                  <a:lnTo>
                    <a:pt x="695096" y="337277"/>
                  </a:lnTo>
                  <a:lnTo>
                    <a:pt x="693663" y="338710"/>
                  </a:lnTo>
                  <a:lnTo>
                    <a:pt x="692708" y="341099"/>
                  </a:lnTo>
                  <a:lnTo>
                    <a:pt x="692230" y="343010"/>
                  </a:lnTo>
                  <a:lnTo>
                    <a:pt x="693185" y="342532"/>
                  </a:lnTo>
                  <a:lnTo>
                    <a:pt x="694141" y="343010"/>
                  </a:lnTo>
                  <a:lnTo>
                    <a:pt x="694141" y="343488"/>
                  </a:lnTo>
                  <a:lnTo>
                    <a:pt x="694141" y="344443"/>
                  </a:lnTo>
                  <a:lnTo>
                    <a:pt x="693185" y="346354"/>
                  </a:lnTo>
                  <a:lnTo>
                    <a:pt x="693185" y="350654"/>
                  </a:lnTo>
                  <a:lnTo>
                    <a:pt x="693185" y="351609"/>
                  </a:lnTo>
                  <a:lnTo>
                    <a:pt x="694141" y="352564"/>
                  </a:lnTo>
                  <a:lnTo>
                    <a:pt x="694618" y="350654"/>
                  </a:lnTo>
                  <a:lnTo>
                    <a:pt x="695096" y="351131"/>
                  </a:lnTo>
                  <a:lnTo>
                    <a:pt x="692708" y="363074"/>
                  </a:lnTo>
                  <a:lnTo>
                    <a:pt x="693663" y="368329"/>
                  </a:lnTo>
                  <a:lnTo>
                    <a:pt x="694141" y="374062"/>
                  </a:lnTo>
                  <a:lnTo>
                    <a:pt x="695096" y="379795"/>
                  </a:lnTo>
                  <a:lnTo>
                    <a:pt x="696529" y="385050"/>
                  </a:lnTo>
                  <a:lnTo>
                    <a:pt x="696529" y="385528"/>
                  </a:lnTo>
                  <a:lnTo>
                    <a:pt x="694618" y="391738"/>
                  </a:lnTo>
                  <a:lnTo>
                    <a:pt x="692708" y="397471"/>
                  </a:lnTo>
                  <a:lnTo>
                    <a:pt x="691752" y="402726"/>
                  </a:lnTo>
                  <a:lnTo>
                    <a:pt x="690797" y="407981"/>
                  </a:lnTo>
                  <a:lnTo>
                    <a:pt x="689841" y="410370"/>
                  </a:lnTo>
                  <a:lnTo>
                    <a:pt x="689841" y="412758"/>
                  </a:lnTo>
                  <a:lnTo>
                    <a:pt x="690797" y="418969"/>
                  </a:lnTo>
                  <a:lnTo>
                    <a:pt x="690797" y="420402"/>
                  </a:lnTo>
                  <a:lnTo>
                    <a:pt x="688408" y="423268"/>
                  </a:lnTo>
                  <a:lnTo>
                    <a:pt x="686019" y="424224"/>
                  </a:lnTo>
                  <a:lnTo>
                    <a:pt x="684586" y="425657"/>
                  </a:lnTo>
                  <a:lnTo>
                    <a:pt x="681242" y="430912"/>
                  </a:lnTo>
                  <a:lnTo>
                    <a:pt x="679331" y="438078"/>
                  </a:lnTo>
                  <a:lnTo>
                    <a:pt x="679331" y="441900"/>
                  </a:lnTo>
                  <a:lnTo>
                    <a:pt x="680287" y="450499"/>
                  </a:lnTo>
                  <a:lnTo>
                    <a:pt x="679809" y="453843"/>
                  </a:lnTo>
                  <a:lnTo>
                    <a:pt x="678376" y="456232"/>
                  </a:lnTo>
                  <a:lnTo>
                    <a:pt x="677420" y="457665"/>
                  </a:lnTo>
                  <a:lnTo>
                    <a:pt x="674076" y="459098"/>
                  </a:lnTo>
                  <a:lnTo>
                    <a:pt x="671210" y="463398"/>
                  </a:lnTo>
                  <a:lnTo>
                    <a:pt x="670254" y="468175"/>
                  </a:lnTo>
                  <a:lnTo>
                    <a:pt x="668343" y="469608"/>
                  </a:lnTo>
                  <a:lnTo>
                    <a:pt x="667866" y="472475"/>
                  </a:lnTo>
                  <a:lnTo>
                    <a:pt x="666433" y="475341"/>
                  </a:lnTo>
                  <a:lnTo>
                    <a:pt x="662611" y="479163"/>
                  </a:lnTo>
                  <a:lnTo>
                    <a:pt x="659744" y="480596"/>
                  </a:lnTo>
                  <a:lnTo>
                    <a:pt x="658789" y="481551"/>
                  </a:lnTo>
                  <a:lnTo>
                    <a:pt x="657833" y="483940"/>
                  </a:lnTo>
                  <a:lnTo>
                    <a:pt x="655445" y="488240"/>
                  </a:lnTo>
                  <a:lnTo>
                    <a:pt x="653534" y="493494"/>
                  </a:lnTo>
                  <a:lnTo>
                    <a:pt x="654011" y="494928"/>
                  </a:lnTo>
                  <a:lnTo>
                    <a:pt x="654011" y="495406"/>
                  </a:lnTo>
                  <a:lnTo>
                    <a:pt x="654489" y="501616"/>
                  </a:lnTo>
                  <a:lnTo>
                    <a:pt x="654489" y="503049"/>
                  </a:lnTo>
                  <a:lnTo>
                    <a:pt x="652101" y="504482"/>
                  </a:lnTo>
                  <a:lnTo>
                    <a:pt x="643024" y="507826"/>
                  </a:lnTo>
                  <a:lnTo>
                    <a:pt x="640635" y="509259"/>
                  </a:lnTo>
                  <a:lnTo>
                    <a:pt x="634902" y="514515"/>
                  </a:lnTo>
                  <a:lnTo>
                    <a:pt x="634425" y="515470"/>
                  </a:lnTo>
                  <a:lnTo>
                    <a:pt x="634902" y="517381"/>
                  </a:lnTo>
                  <a:lnTo>
                    <a:pt x="635858" y="518336"/>
                  </a:lnTo>
                  <a:lnTo>
                    <a:pt x="634902" y="519292"/>
                  </a:lnTo>
                  <a:lnTo>
                    <a:pt x="633947" y="521681"/>
                  </a:lnTo>
                  <a:lnTo>
                    <a:pt x="632036" y="521203"/>
                  </a:lnTo>
                  <a:lnTo>
                    <a:pt x="622959" y="521203"/>
                  </a:lnTo>
                  <a:lnTo>
                    <a:pt x="618182" y="522158"/>
                  </a:lnTo>
                  <a:lnTo>
                    <a:pt x="615793" y="521681"/>
                  </a:lnTo>
                  <a:lnTo>
                    <a:pt x="614360" y="521203"/>
                  </a:lnTo>
                  <a:lnTo>
                    <a:pt x="612927" y="520725"/>
                  </a:lnTo>
                  <a:lnTo>
                    <a:pt x="612927" y="519770"/>
                  </a:lnTo>
                  <a:lnTo>
                    <a:pt x="613404" y="517859"/>
                  </a:lnTo>
                  <a:lnTo>
                    <a:pt x="612927" y="516903"/>
                  </a:lnTo>
                  <a:lnTo>
                    <a:pt x="611494" y="516903"/>
                  </a:lnTo>
                  <a:lnTo>
                    <a:pt x="610060" y="517381"/>
                  </a:lnTo>
                  <a:lnTo>
                    <a:pt x="610060" y="518336"/>
                  </a:lnTo>
                  <a:lnTo>
                    <a:pt x="610060" y="519292"/>
                  </a:lnTo>
                  <a:lnTo>
                    <a:pt x="610538" y="520247"/>
                  </a:lnTo>
                  <a:lnTo>
                    <a:pt x="611016" y="521203"/>
                  </a:lnTo>
                  <a:lnTo>
                    <a:pt x="610538" y="522158"/>
                  </a:lnTo>
                  <a:lnTo>
                    <a:pt x="607194" y="522636"/>
                  </a:lnTo>
                  <a:lnTo>
                    <a:pt x="604328" y="523591"/>
                  </a:lnTo>
                  <a:lnTo>
                    <a:pt x="600028" y="524069"/>
                  </a:lnTo>
                  <a:lnTo>
                    <a:pt x="597162" y="524547"/>
                  </a:lnTo>
                  <a:lnTo>
                    <a:pt x="595251" y="523591"/>
                  </a:lnTo>
                  <a:lnTo>
                    <a:pt x="597162" y="523114"/>
                  </a:lnTo>
                  <a:lnTo>
                    <a:pt x="599073" y="523591"/>
                  </a:lnTo>
                  <a:lnTo>
                    <a:pt x="601461" y="522636"/>
                  </a:lnTo>
                  <a:lnTo>
                    <a:pt x="600984" y="521681"/>
                  </a:lnTo>
                  <a:lnTo>
                    <a:pt x="597639" y="520725"/>
                  </a:lnTo>
                  <a:lnTo>
                    <a:pt x="593818" y="521681"/>
                  </a:lnTo>
                  <a:lnTo>
                    <a:pt x="591907" y="522636"/>
                  </a:lnTo>
                  <a:lnTo>
                    <a:pt x="587607" y="522636"/>
                  </a:lnTo>
                  <a:lnTo>
                    <a:pt x="582352" y="523591"/>
                  </a:lnTo>
                  <a:lnTo>
                    <a:pt x="581397" y="524547"/>
                  </a:lnTo>
                  <a:lnTo>
                    <a:pt x="581397" y="526458"/>
                  </a:lnTo>
                  <a:lnTo>
                    <a:pt x="582830" y="526936"/>
                  </a:lnTo>
                  <a:lnTo>
                    <a:pt x="583785" y="527891"/>
                  </a:lnTo>
                  <a:lnTo>
                    <a:pt x="582830" y="528847"/>
                  </a:lnTo>
                  <a:lnTo>
                    <a:pt x="581874" y="529324"/>
                  </a:lnTo>
                  <a:lnTo>
                    <a:pt x="576142" y="530280"/>
                  </a:lnTo>
                  <a:lnTo>
                    <a:pt x="570887" y="534101"/>
                  </a:lnTo>
                  <a:lnTo>
                    <a:pt x="568498" y="534579"/>
                  </a:lnTo>
                  <a:lnTo>
                    <a:pt x="566587" y="536013"/>
                  </a:lnTo>
                  <a:lnTo>
                    <a:pt x="566587" y="537446"/>
                  </a:lnTo>
                  <a:lnTo>
                    <a:pt x="566109" y="538401"/>
                  </a:lnTo>
                  <a:lnTo>
                    <a:pt x="564676" y="538401"/>
                  </a:lnTo>
                  <a:lnTo>
                    <a:pt x="561810" y="537446"/>
                  </a:lnTo>
                  <a:lnTo>
                    <a:pt x="558466" y="537446"/>
                  </a:lnTo>
                  <a:lnTo>
                    <a:pt x="556077" y="538401"/>
                  </a:lnTo>
                  <a:lnTo>
                    <a:pt x="542701" y="544612"/>
                  </a:lnTo>
                  <a:lnTo>
                    <a:pt x="537923" y="547000"/>
                  </a:lnTo>
                  <a:lnTo>
                    <a:pt x="532668" y="552255"/>
                  </a:lnTo>
                  <a:lnTo>
                    <a:pt x="523591" y="557988"/>
                  </a:lnTo>
                  <a:lnTo>
                    <a:pt x="518814" y="561332"/>
                  </a:lnTo>
                  <a:lnTo>
                    <a:pt x="517859" y="562288"/>
                  </a:lnTo>
                  <a:lnTo>
                    <a:pt x="517381" y="562288"/>
                  </a:lnTo>
                  <a:lnTo>
                    <a:pt x="515948" y="562765"/>
                  </a:lnTo>
                  <a:lnTo>
                    <a:pt x="516425" y="563243"/>
                  </a:lnTo>
                  <a:lnTo>
                    <a:pt x="517381" y="563721"/>
                  </a:lnTo>
                  <a:lnTo>
                    <a:pt x="516903" y="565632"/>
                  </a:lnTo>
                  <a:lnTo>
                    <a:pt x="514992" y="567065"/>
                  </a:lnTo>
                  <a:lnTo>
                    <a:pt x="511648" y="570409"/>
                  </a:lnTo>
                  <a:lnTo>
                    <a:pt x="510693" y="570409"/>
                  </a:lnTo>
                  <a:lnTo>
                    <a:pt x="512126" y="568498"/>
                  </a:lnTo>
                  <a:lnTo>
                    <a:pt x="510215" y="568498"/>
                  </a:lnTo>
                  <a:lnTo>
                    <a:pt x="507826" y="567543"/>
                  </a:lnTo>
                  <a:lnTo>
                    <a:pt x="506393" y="568498"/>
                  </a:lnTo>
                  <a:lnTo>
                    <a:pt x="507348" y="570409"/>
                  </a:lnTo>
                  <a:lnTo>
                    <a:pt x="506393" y="570887"/>
                  </a:lnTo>
                  <a:lnTo>
                    <a:pt x="504482" y="571364"/>
                  </a:lnTo>
                  <a:lnTo>
                    <a:pt x="503049" y="570887"/>
                  </a:lnTo>
                  <a:lnTo>
                    <a:pt x="501138" y="569454"/>
                  </a:lnTo>
                  <a:lnTo>
                    <a:pt x="502094" y="571842"/>
                  </a:lnTo>
                  <a:lnTo>
                    <a:pt x="505438" y="572798"/>
                  </a:lnTo>
                  <a:lnTo>
                    <a:pt x="506871" y="573275"/>
                  </a:lnTo>
                  <a:lnTo>
                    <a:pt x="507826" y="574231"/>
                  </a:lnTo>
                  <a:lnTo>
                    <a:pt x="504960" y="578530"/>
                  </a:lnTo>
                  <a:lnTo>
                    <a:pt x="502571" y="579008"/>
                  </a:lnTo>
                  <a:lnTo>
                    <a:pt x="502094" y="579486"/>
                  </a:lnTo>
                  <a:lnTo>
                    <a:pt x="503527" y="579486"/>
                  </a:lnTo>
                  <a:lnTo>
                    <a:pt x="504005" y="580919"/>
                  </a:lnTo>
                  <a:lnTo>
                    <a:pt x="503527" y="585696"/>
                  </a:lnTo>
                  <a:lnTo>
                    <a:pt x="502094" y="586652"/>
                  </a:lnTo>
                  <a:lnTo>
                    <a:pt x="501616" y="586652"/>
                  </a:lnTo>
                  <a:lnTo>
                    <a:pt x="500660" y="587607"/>
                  </a:lnTo>
                  <a:lnTo>
                    <a:pt x="501616" y="589040"/>
                  </a:lnTo>
                  <a:lnTo>
                    <a:pt x="502571" y="590474"/>
                  </a:lnTo>
                  <a:lnTo>
                    <a:pt x="502571" y="592862"/>
                  </a:lnTo>
                  <a:lnTo>
                    <a:pt x="502094" y="594773"/>
                  </a:lnTo>
                  <a:lnTo>
                    <a:pt x="502094" y="596206"/>
                  </a:lnTo>
                  <a:lnTo>
                    <a:pt x="503527" y="600028"/>
                  </a:lnTo>
                  <a:lnTo>
                    <a:pt x="504005" y="603372"/>
                  </a:lnTo>
                  <a:lnTo>
                    <a:pt x="504482" y="604805"/>
                  </a:lnTo>
                  <a:lnTo>
                    <a:pt x="504482" y="606239"/>
                  </a:lnTo>
                  <a:lnTo>
                    <a:pt x="504005" y="607672"/>
                  </a:lnTo>
                  <a:lnTo>
                    <a:pt x="504482" y="610061"/>
                  </a:lnTo>
                  <a:lnTo>
                    <a:pt x="503049" y="613882"/>
                  </a:lnTo>
                  <a:lnTo>
                    <a:pt x="503527" y="619137"/>
                  </a:lnTo>
                  <a:lnTo>
                    <a:pt x="503527" y="624392"/>
                  </a:lnTo>
                  <a:lnTo>
                    <a:pt x="502571" y="627259"/>
                  </a:lnTo>
                  <a:lnTo>
                    <a:pt x="502094" y="629170"/>
                  </a:lnTo>
                  <a:lnTo>
                    <a:pt x="499705" y="632036"/>
                  </a:lnTo>
                  <a:lnTo>
                    <a:pt x="499705" y="634425"/>
                  </a:lnTo>
                  <a:lnTo>
                    <a:pt x="495405" y="637291"/>
                  </a:lnTo>
                  <a:lnTo>
                    <a:pt x="490628" y="640635"/>
                  </a:lnTo>
                  <a:lnTo>
                    <a:pt x="485851" y="644935"/>
                  </a:lnTo>
                  <a:lnTo>
                    <a:pt x="481073" y="651145"/>
                  </a:lnTo>
                  <a:lnTo>
                    <a:pt x="475341" y="660222"/>
                  </a:lnTo>
                  <a:lnTo>
                    <a:pt x="470086" y="673121"/>
                  </a:lnTo>
                  <a:lnTo>
                    <a:pt x="463875" y="683153"/>
                  </a:lnTo>
                  <a:lnTo>
                    <a:pt x="461009" y="686497"/>
                  </a:lnTo>
                  <a:lnTo>
                    <a:pt x="457665" y="690797"/>
                  </a:lnTo>
                  <a:lnTo>
                    <a:pt x="452887" y="695574"/>
                  </a:lnTo>
                  <a:lnTo>
                    <a:pt x="447155" y="700351"/>
                  </a:lnTo>
                  <a:lnTo>
                    <a:pt x="440466" y="704173"/>
                  </a:lnTo>
                  <a:lnTo>
                    <a:pt x="438078" y="706084"/>
                  </a:lnTo>
                  <a:lnTo>
                    <a:pt x="435689" y="708951"/>
                  </a:lnTo>
                  <a:lnTo>
                    <a:pt x="434734" y="707995"/>
                  </a:lnTo>
                  <a:lnTo>
                    <a:pt x="435211" y="706084"/>
                  </a:lnTo>
                  <a:lnTo>
                    <a:pt x="435211" y="704651"/>
                  </a:lnTo>
                  <a:lnTo>
                    <a:pt x="435211" y="702740"/>
                  </a:lnTo>
                  <a:lnTo>
                    <a:pt x="436167" y="702740"/>
                  </a:lnTo>
                  <a:lnTo>
                    <a:pt x="438556" y="703695"/>
                  </a:lnTo>
                  <a:lnTo>
                    <a:pt x="439511" y="702740"/>
                  </a:lnTo>
                  <a:lnTo>
                    <a:pt x="439989" y="702262"/>
                  </a:lnTo>
                  <a:lnTo>
                    <a:pt x="442855" y="701785"/>
                  </a:lnTo>
                  <a:lnTo>
                    <a:pt x="447155" y="697007"/>
                  </a:lnTo>
                  <a:lnTo>
                    <a:pt x="450976" y="695096"/>
                  </a:lnTo>
                  <a:lnTo>
                    <a:pt x="452887" y="692230"/>
                  </a:lnTo>
                  <a:lnTo>
                    <a:pt x="452887" y="690797"/>
                  </a:lnTo>
                  <a:lnTo>
                    <a:pt x="452887" y="687930"/>
                  </a:lnTo>
                  <a:lnTo>
                    <a:pt x="453843" y="686975"/>
                  </a:lnTo>
                  <a:lnTo>
                    <a:pt x="456709" y="686975"/>
                  </a:lnTo>
                  <a:lnTo>
                    <a:pt x="457187" y="686497"/>
                  </a:lnTo>
                  <a:lnTo>
                    <a:pt x="456709" y="685542"/>
                  </a:lnTo>
                  <a:lnTo>
                    <a:pt x="457187" y="683153"/>
                  </a:lnTo>
                  <a:lnTo>
                    <a:pt x="460531" y="681242"/>
                  </a:lnTo>
                  <a:lnTo>
                    <a:pt x="462442" y="678853"/>
                  </a:lnTo>
                  <a:lnTo>
                    <a:pt x="461964" y="673121"/>
                  </a:lnTo>
                  <a:lnTo>
                    <a:pt x="462442" y="672643"/>
                  </a:lnTo>
                  <a:lnTo>
                    <a:pt x="463875" y="673599"/>
                  </a:lnTo>
                  <a:lnTo>
                    <a:pt x="464353" y="673599"/>
                  </a:lnTo>
                  <a:lnTo>
                    <a:pt x="465308" y="670732"/>
                  </a:lnTo>
                  <a:lnTo>
                    <a:pt x="464831" y="669299"/>
                  </a:lnTo>
                  <a:lnTo>
                    <a:pt x="463398" y="669299"/>
                  </a:lnTo>
                  <a:lnTo>
                    <a:pt x="457665" y="672165"/>
                  </a:lnTo>
                  <a:lnTo>
                    <a:pt x="455754" y="671688"/>
                  </a:lnTo>
                  <a:lnTo>
                    <a:pt x="455276" y="669777"/>
                  </a:lnTo>
                  <a:lnTo>
                    <a:pt x="452410" y="668821"/>
                  </a:lnTo>
                  <a:lnTo>
                    <a:pt x="451454" y="666910"/>
                  </a:lnTo>
                  <a:lnTo>
                    <a:pt x="450976" y="665477"/>
                  </a:lnTo>
                  <a:lnTo>
                    <a:pt x="450021" y="664999"/>
                  </a:lnTo>
                  <a:lnTo>
                    <a:pt x="450499" y="666910"/>
                  </a:lnTo>
                  <a:lnTo>
                    <a:pt x="450499" y="669299"/>
                  </a:lnTo>
                  <a:lnTo>
                    <a:pt x="452887" y="671688"/>
                  </a:lnTo>
                  <a:lnTo>
                    <a:pt x="452410" y="672643"/>
                  </a:lnTo>
                  <a:lnTo>
                    <a:pt x="451454" y="674076"/>
                  </a:lnTo>
                  <a:lnTo>
                    <a:pt x="450499" y="676465"/>
                  </a:lnTo>
                  <a:lnTo>
                    <a:pt x="450499" y="679809"/>
                  </a:lnTo>
                  <a:lnTo>
                    <a:pt x="450021" y="678853"/>
                  </a:lnTo>
                  <a:lnTo>
                    <a:pt x="449066" y="678376"/>
                  </a:lnTo>
                  <a:lnTo>
                    <a:pt x="448588" y="682198"/>
                  </a:lnTo>
                  <a:lnTo>
                    <a:pt x="447155" y="683153"/>
                  </a:lnTo>
                  <a:lnTo>
                    <a:pt x="446677" y="684586"/>
                  </a:lnTo>
                  <a:lnTo>
                    <a:pt x="447155" y="686497"/>
                  </a:lnTo>
                  <a:lnTo>
                    <a:pt x="446199" y="687453"/>
                  </a:lnTo>
                  <a:lnTo>
                    <a:pt x="441900" y="690319"/>
                  </a:lnTo>
                  <a:lnTo>
                    <a:pt x="437600" y="692230"/>
                  </a:lnTo>
                  <a:lnTo>
                    <a:pt x="436645" y="693185"/>
                  </a:lnTo>
                  <a:lnTo>
                    <a:pt x="436167" y="695574"/>
                  </a:lnTo>
                  <a:lnTo>
                    <a:pt x="435689" y="697963"/>
                  </a:lnTo>
                  <a:lnTo>
                    <a:pt x="433778" y="699874"/>
                  </a:lnTo>
                  <a:lnTo>
                    <a:pt x="432345" y="704173"/>
                  </a:lnTo>
                  <a:lnTo>
                    <a:pt x="432345" y="705606"/>
                  </a:lnTo>
                  <a:lnTo>
                    <a:pt x="432823" y="708473"/>
                  </a:lnTo>
                  <a:lnTo>
                    <a:pt x="433778" y="709906"/>
                  </a:lnTo>
                  <a:lnTo>
                    <a:pt x="432345" y="711339"/>
                  </a:lnTo>
                  <a:lnTo>
                    <a:pt x="430912" y="713250"/>
                  </a:lnTo>
                  <a:lnTo>
                    <a:pt x="429479" y="716117"/>
                  </a:lnTo>
                  <a:lnTo>
                    <a:pt x="426134" y="725193"/>
                  </a:lnTo>
                  <a:lnTo>
                    <a:pt x="423268" y="730926"/>
                  </a:lnTo>
                  <a:lnTo>
                    <a:pt x="421357" y="733792"/>
                  </a:lnTo>
                  <a:lnTo>
                    <a:pt x="418013" y="736659"/>
                  </a:lnTo>
                  <a:lnTo>
                    <a:pt x="408936" y="743825"/>
                  </a:lnTo>
                  <a:lnTo>
                    <a:pt x="408459" y="743825"/>
                  </a:lnTo>
                  <a:lnTo>
                    <a:pt x="407503" y="743347"/>
                  </a:lnTo>
                  <a:lnTo>
                    <a:pt x="406070" y="742392"/>
                  </a:lnTo>
                  <a:lnTo>
                    <a:pt x="406070" y="742392"/>
                  </a:lnTo>
                  <a:lnTo>
                    <a:pt x="405592" y="741436"/>
                  </a:lnTo>
                  <a:lnTo>
                    <a:pt x="406070" y="738570"/>
                  </a:lnTo>
                  <a:lnTo>
                    <a:pt x="406070" y="731404"/>
                  </a:lnTo>
                  <a:lnTo>
                    <a:pt x="406548" y="730448"/>
                  </a:lnTo>
                  <a:lnTo>
                    <a:pt x="407025" y="729493"/>
                  </a:lnTo>
                  <a:lnTo>
                    <a:pt x="408459" y="728060"/>
                  </a:lnTo>
                  <a:lnTo>
                    <a:pt x="408459" y="728060"/>
                  </a:lnTo>
                  <a:lnTo>
                    <a:pt x="410369" y="726149"/>
                  </a:lnTo>
                  <a:lnTo>
                    <a:pt x="412280" y="724238"/>
                  </a:lnTo>
                  <a:lnTo>
                    <a:pt x="412280" y="724238"/>
                  </a:lnTo>
                  <a:lnTo>
                    <a:pt x="414191" y="722327"/>
                  </a:lnTo>
                  <a:lnTo>
                    <a:pt x="413236" y="720894"/>
                  </a:lnTo>
                  <a:lnTo>
                    <a:pt x="411803" y="719938"/>
                  </a:lnTo>
                  <a:lnTo>
                    <a:pt x="411803" y="719938"/>
                  </a:lnTo>
                  <a:lnTo>
                    <a:pt x="409414" y="718983"/>
                  </a:lnTo>
                  <a:lnTo>
                    <a:pt x="406548" y="717072"/>
                  </a:lnTo>
                  <a:lnTo>
                    <a:pt x="404637" y="715161"/>
                  </a:lnTo>
                  <a:lnTo>
                    <a:pt x="403681" y="712772"/>
                  </a:lnTo>
                  <a:lnTo>
                    <a:pt x="402726" y="710384"/>
                  </a:lnTo>
                  <a:lnTo>
                    <a:pt x="401770" y="708473"/>
                  </a:lnTo>
                  <a:lnTo>
                    <a:pt x="401293" y="707517"/>
                  </a:lnTo>
                  <a:lnTo>
                    <a:pt x="400337" y="707517"/>
                  </a:lnTo>
                  <a:lnTo>
                    <a:pt x="398904" y="706562"/>
                  </a:lnTo>
                  <a:lnTo>
                    <a:pt x="398426" y="705606"/>
                  </a:lnTo>
                  <a:lnTo>
                    <a:pt x="396993" y="705129"/>
                  </a:lnTo>
                  <a:lnTo>
                    <a:pt x="394604" y="704173"/>
                  </a:lnTo>
                  <a:lnTo>
                    <a:pt x="392216" y="703218"/>
                  </a:lnTo>
                  <a:lnTo>
                    <a:pt x="389349" y="700829"/>
                  </a:lnTo>
                  <a:lnTo>
                    <a:pt x="386961" y="698441"/>
                  </a:lnTo>
                  <a:lnTo>
                    <a:pt x="386005" y="696530"/>
                  </a:lnTo>
                  <a:lnTo>
                    <a:pt x="385050" y="695574"/>
                  </a:lnTo>
                  <a:lnTo>
                    <a:pt x="378839" y="693663"/>
                  </a:lnTo>
                  <a:lnTo>
                    <a:pt x="375973" y="691275"/>
                  </a:lnTo>
                  <a:lnTo>
                    <a:pt x="375973" y="691275"/>
                  </a:lnTo>
                  <a:lnTo>
                    <a:pt x="375018" y="691752"/>
                  </a:lnTo>
                  <a:lnTo>
                    <a:pt x="373584" y="691275"/>
                  </a:lnTo>
                  <a:lnTo>
                    <a:pt x="371673" y="689841"/>
                  </a:lnTo>
                  <a:lnTo>
                    <a:pt x="371196" y="688886"/>
                  </a:lnTo>
                  <a:lnTo>
                    <a:pt x="370718" y="688408"/>
                  </a:lnTo>
                  <a:lnTo>
                    <a:pt x="369762" y="686975"/>
                  </a:lnTo>
                  <a:lnTo>
                    <a:pt x="369762" y="686019"/>
                  </a:lnTo>
                  <a:lnTo>
                    <a:pt x="367852" y="684586"/>
                  </a:lnTo>
                  <a:lnTo>
                    <a:pt x="365941" y="682676"/>
                  </a:lnTo>
                  <a:lnTo>
                    <a:pt x="364985" y="682198"/>
                  </a:lnTo>
                  <a:lnTo>
                    <a:pt x="364985" y="682198"/>
                  </a:lnTo>
                  <a:lnTo>
                    <a:pt x="364508" y="682198"/>
                  </a:lnTo>
                  <a:lnTo>
                    <a:pt x="364508" y="682198"/>
                  </a:lnTo>
                  <a:lnTo>
                    <a:pt x="364508" y="682198"/>
                  </a:lnTo>
                  <a:lnTo>
                    <a:pt x="364030" y="683153"/>
                  </a:lnTo>
                  <a:lnTo>
                    <a:pt x="363552" y="683631"/>
                  </a:lnTo>
                  <a:lnTo>
                    <a:pt x="363552" y="683631"/>
                  </a:lnTo>
                  <a:lnTo>
                    <a:pt x="362596" y="684109"/>
                  </a:lnTo>
                  <a:lnTo>
                    <a:pt x="361641" y="685064"/>
                  </a:lnTo>
                  <a:lnTo>
                    <a:pt x="361641" y="685064"/>
                  </a:lnTo>
                  <a:lnTo>
                    <a:pt x="360686" y="686019"/>
                  </a:lnTo>
                  <a:lnTo>
                    <a:pt x="359730" y="686497"/>
                  </a:lnTo>
                  <a:lnTo>
                    <a:pt x="357819" y="686975"/>
                  </a:lnTo>
                  <a:lnTo>
                    <a:pt x="356864" y="686975"/>
                  </a:lnTo>
                  <a:lnTo>
                    <a:pt x="356864" y="686497"/>
                  </a:lnTo>
                  <a:lnTo>
                    <a:pt x="356864" y="685064"/>
                  </a:lnTo>
                  <a:lnTo>
                    <a:pt x="356864" y="681720"/>
                  </a:lnTo>
                  <a:lnTo>
                    <a:pt x="355908" y="680287"/>
                  </a:lnTo>
                  <a:lnTo>
                    <a:pt x="354953" y="679331"/>
                  </a:lnTo>
                  <a:lnTo>
                    <a:pt x="353520" y="677420"/>
                  </a:lnTo>
                  <a:lnTo>
                    <a:pt x="348742" y="673599"/>
                  </a:lnTo>
                  <a:lnTo>
                    <a:pt x="342532" y="668344"/>
                  </a:lnTo>
                  <a:lnTo>
                    <a:pt x="340621" y="666433"/>
                  </a:lnTo>
                  <a:lnTo>
                    <a:pt x="338232" y="666433"/>
                  </a:lnTo>
                  <a:lnTo>
                    <a:pt x="336321" y="666433"/>
                  </a:lnTo>
                  <a:lnTo>
                    <a:pt x="336321" y="666433"/>
                  </a:lnTo>
                  <a:lnTo>
                    <a:pt x="334888" y="667388"/>
                  </a:lnTo>
                  <a:lnTo>
                    <a:pt x="334888" y="667388"/>
                  </a:lnTo>
                  <a:lnTo>
                    <a:pt x="333455" y="669777"/>
                  </a:lnTo>
                  <a:lnTo>
                    <a:pt x="332977" y="670254"/>
                  </a:lnTo>
                  <a:lnTo>
                    <a:pt x="329633" y="670254"/>
                  </a:lnTo>
                  <a:lnTo>
                    <a:pt x="326289" y="669777"/>
                  </a:lnTo>
                  <a:lnTo>
                    <a:pt x="325334" y="668344"/>
                  </a:lnTo>
                  <a:lnTo>
                    <a:pt x="325811" y="666910"/>
                  </a:lnTo>
                  <a:lnTo>
                    <a:pt x="329155" y="664999"/>
                  </a:lnTo>
                  <a:lnTo>
                    <a:pt x="329155" y="664999"/>
                  </a:lnTo>
                  <a:lnTo>
                    <a:pt x="331066" y="663088"/>
                  </a:lnTo>
                  <a:lnTo>
                    <a:pt x="331066" y="661178"/>
                  </a:lnTo>
                  <a:lnTo>
                    <a:pt x="332500" y="659744"/>
                  </a:lnTo>
                  <a:lnTo>
                    <a:pt x="335366" y="658311"/>
                  </a:lnTo>
                  <a:lnTo>
                    <a:pt x="335366" y="658311"/>
                  </a:lnTo>
                  <a:lnTo>
                    <a:pt x="338232" y="655923"/>
                  </a:lnTo>
                  <a:lnTo>
                    <a:pt x="341577" y="652101"/>
                  </a:lnTo>
                  <a:lnTo>
                    <a:pt x="343487" y="649234"/>
                  </a:lnTo>
                  <a:lnTo>
                    <a:pt x="343487" y="649234"/>
                  </a:lnTo>
                  <a:lnTo>
                    <a:pt x="344443" y="647801"/>
                  </a:lnTo>
                  <a:lnTo>
                    <a:pt x="345398" y="646368"/>
                  </a:lnTo>
                  <a:lnTo>
                    <a:pt x="345876" y="646368"/>
                  </a:lnTo>
                  <a:lnTo>
                    <a:pt x="347309" y="645412"/>
                  </a:lnTo>
                  <a:lnTo>
                    <a:pt x="347309" y="645412"/>
                  </a:lnTo>
                  <a:lnTo>
                    <a:pt x="347309" y="645412"/>
                  </a:lnTo>
                  <a:lnTo>
                    <a:pt x="349220" y="643502"/>
                  </a:lnTo>
                  <a:lnTo>
                    <a:pt x="349220" y="643502"/>
                  </a:lnTo>
                  <a:lnTo>
                    <a:pt x="350653" y="640157"/>
                  </a:lnTo>
                  <a:lnTo>
                    <a:pt x="352564" y="637769"/>
                  </a:lnTo>
                  <a:lnTo>
                    <a:pt x="354953" y="636336"/>
                  </a:lnTo>
                  <a:lnTo>
                    <a:pt x="354953" y="636336"/>
                  </a:lnTo>
                  <a:lnTo>
                    <a:pt x="356386" y="634903"/>
                  </a:lnTo>
                  <a:lnTo>
                    <a:pt x="356386" y="634903"/>
                  </a:lnTo>
                  <a:lnTo>
                    <a:pt x="356386" y="633469"/>
                  </a:lnTo>
                  <a:lnTo>
                    <a:pt x="357342" y="632992"/>
                  </a:lnTo>
                  <a:lnTo>
                    <a:pt x="357342" y="632992"/>
                  </a:lnTo>
                  <a:lnTo>
                    <a:pt x="358297" y="632514"/>
                  </a:lnTo>
                  <a:lnTo>
                    <a:pt x="358297" y="632514"/>
                  </a:lnTo>
                  <a:lnTo>
                    <a:pt x="358297" y="632514"/>
                  </a:lnTo>
                  <a:lnTo>
                    <a:pt x="358775" y="632036"/>
                  </a:lnTo>
                  <a:lnTo>
                    <a:pt x="358775" y="632036"/>
                  </a:lnTo>
                  <a:lnTo>
                    <a:pt x="358775" y="631081"/>
                  </a:lnTo>
                  <a:lnTo>
                    <a:pt x="359252" y="630603"/>
                  </a:lnTo>
                  <a:lnTo>
                    <a:pt x="359252" y="630603"/>
                  </a:lnTo>
                  <a:lnTo>
                    <a:pt x="359730" y="630125"/>
                  </a:lnTo>
                  <a:lnTo>
                    <a:pt x="360686" y="630125"/>
                  </a:lnTo>
                  <a:lnTo>
                    <a:pt x="362119" y="631081"/>
                  </a:lnTo>
                  <a:lnTo>
                    <a:pt x="363074" y="630603"/>
                  </a:lnTo>
                  <a:lnTo>
                    <a:pt x="363074" y="630603"/>
                  </a:lnTo>
                  <a:lnTo>
                    <a:pt x="363074" y="630603"/>
                  </a:lnTo>
                  <a:lnTo>
                    <a:pt x="363552" y="630125"/>
                  </a:lnTo>
                  <a:lnTo>
                    <a:pt x="363074" y="629170"/>
                  </a:lnTo>
                  <a:lnTo>
                    <a:pt x="362119" y="628214"/>
                  </a:lnTo>
                  <a:lnTo>
                    <a:pt x="362596" y="627259"/>
                  </a:lnTo>
                  <a:lnTo>
                    <a:pt x="364985" y="625348"/>
                  </a:lnTo>
                  <a:lnTo>
                    <a:pt x="367374" y="624870"/>
                  </a:lnTo>
                  <a:lnTo>
                    <a:pt x="367374" y="624870"/>
                  </a:lnTo>
                  <a:lnTo>
                    <a:pt x="368807" y="623437"/>
                  </a:lnTo>
                  <a:lnTo>
                    <a:pt x="369762" y="622004"/>
                  </a:lnTo>
                  <a:lnTo>
                    <a:pt x="371673" y="621048"/>
                  </a:lnTo>
                  <a:lnTo>
                    <a:pt x="374540" y="620093"/>
                  </a:lnTo>
                  <a:lnTo>
                    <a:pt x="374540" y="620093"/>
                  </a:lnTo>
                  <a:lnTo>
                    <a:pt x="375018" y="620093"/>
                  </a:lnTo>
                  <a:lnTo>
                    <a:pt x="375495" y="619615"/>
                  </a:lnTo>
                  <a:lnTo>
                    <a:pt x="375495" y="619615"/>
                  </a:lnTo>
                  <a:lnTo>
                    <a:pt x="375495" y="619615"/>
                  </a:lnTo>
                  <a:lnTo>
                    <a:pt x="375495" y="618660"/>
                  </a:lnTo>
                  <a:lnTo>
                    <a:pt x="375973" y="618182"/>
                  </a:lnTo>
                  <a:lnTo>
                    <a:pt x="377406" y="617704"/>
                  </a:lnTo>
                  <a:lnTo>
                    <a:pt x="377884" y="617704"/>
                  </a:lnTo>
                  <a:lnTo>
                    <a:pt x="378361" y="616749"/>
                  </a:lnTo>
                  <a:lnTo>
                    <a:pt x="378361" y="616749"/>
                  </a:lnTo>
                  <a:lnTo>
                    <a:pt x="378839" y="615793"/>
                  </a:lnTo>
                  <a:lnTo>
                    <a:pt x="379317" y="614838"/>
                  </a:lnTo>
                  <a:lnTo>
                    <a:pt x="380273" y="613882"/>
                  </a:lnTo>
                  <a:lnTo>
                    <a:pt x="380273" y="613882"/>
                  </a:lnTo>
                  <a:lnTo>
                    <a:pt x="381228" y="613405"/>
                  </a:lnTo>
                  <a:lnTo>
                    <a:pt x="382184" y="613405"/>
                  </a:lnTo>
                  <a:lnTo>
                    <a:pt x="382184" y="613405"/>
                  </a:lnTo>
                  <a:lnTo>
                    <a:pt x="383139" y="613405"/>
                  </a:lnTo>
                  <a:lnTo>
                    <a:pt x="383617" y="612927"/>
                  </a:lnTo>
                  <a:lnTo>
                    <a:pt x="384094" y="612449"/>
                  </a:lnTo>
                  <a:lnTo>
                    <a:pt x="385527" y="611971"/>
                  </a:lnTo>
                  <a:lnTo>
                    <a:pt x="385527" y="611971"/>
                  </a:lnTo>
                  <a:lnTo>
                    <a:pt x="386961" y="611971"/>
                  </a:lnTo>
                  <a:lnTo>
                    <a:pt x="387438" y="611494"/>
                  </a:lnTo>
                  <a:lnTo>
                    <a:pt x="389827" y="611016"/>
                  </a:lnTo>
                  <a:lnTo>
                    <a:pt x="390305" y="611016"/>
                  </a:lnTo>
                  <a:lnTo>
                    <a:pt x="390305" y="611016"/>
                  </a:lnTo>
                  <a:lnTo>
                    <a:pt x="391738" y="610061"/>
                  </a:lnTo>
                  <a:lnTo>
                    <a:pt x="392693" y="608150"/>
                  </a:lnTo>
                  <a:lnTo>
                    <a:pt x="392693" y="608150"/>
                  </a:lnTo>
                  <a:lnTo>
                    <a:pt x="393649" y="607672"/>
                  </a:lnTo>
                  <a:lnTo>
                    <a:pt x="394127" y="608150"/>
                  </a:lnTo>
                  <a:lnTo>
                    <a:pt x="394604" y="608150"/>
                  </a:lnTo>
                  <a:lnTo>
                    <a:pt x="395560" y="607672"/>
                  </a:lnTo>
                  <a:lnTo>
                    <a:pt x="396038" y="607194"/>
                  </a:lnTo>
                  <a:lnTo>
                    <a:pt x="397949" y="605761"/>
                  </a:lnTo>
                  <a:lnTo>
                    <a:pt x="398426" y="605761"/>
                  </a:lnTo>
                  <a:lnTo>
                    <a:pt x="399859" y="604805"/>
                  </a:lnTo>
                  <a:lnTo>
                    <a:pt x="399859" y="604805"/>
                  </a:lnTo>
                  <a:lnTo>
                    <a:pt x="399859" y="604805"/>
                  </a:lnTo>
                  <a:lnTo>
                    <a:pt x="401293" y="601939"/>
                  </a:lnTo>
                  <a:lnTo>
                    <a:pt x="402248" y="600028"/>
                  </a:lnTo>
                  <a:lnTo>
                    <a:pt x="402248" y="598595"/>
                  </a:lnTo>
                  <a:lnTo>
                    <a:pt x="401293" y="597162"/>
                  </a:lnTo>
                  <a:lnTo>
                    <a:pt x="401770" y="595729"/>
                  </a:lnTo>
                  <a:lnTo>
                    <a:pt x="402248" y="590951"/>
                  </a:lnTo>
                  <a:lnTo>
                    <a:pt x="402248" y="589518"/>
                  </a:lnTo>
                  <a:lnTo>
                    <a:pt x="403203" y="588085"/>
                  </a:lnTo>
                  <a:lnTo>
                    <a:pt x="403203" y="588085"/>
                  </a:lnTo>
                  <a:lnTo>
                    <a:pt x="403203" y="586652"/>
                  </a:lnTo>
                  <a:lnTo>
                    <a:pt x="401770" y="583785"/>
                  </a:lnTo>
                  <a:lnTo>
                    <a:pt x="400337" y="581397"/>
                  </a:lnTo>
                  <a:lnTo>
                    <a:pt x="399382" y="577097"/>
                  </a:lnTo>
                  <a:lnTo>
                    <a:pt x="398904" y="575664"/>
                  </a:lnTo>
                  <a:lnTo>
                    <a:pt x="397471" y="575186"/>
                  </a:lnTo>
                  <a:lnTo>
                    <a:pt x="396515" y="573753"/>
                  </a:lnTo>
                  <a:lnTo>
                    <a:pt x="395082" y="573753"/>
                  </a:lnTo>
                  <a:lnTo>
                    <a:pt x="394127" y="573275"/>
                  </a:lnTo>
                  <a:lnTo>
                    <a:pt x="393649" y="572798"/>
                  </a:lnTo>
                  <a:lnTo>
                    <a:pt x="392693" y="572798"/>
                  </a:lnTo>
                  <a:lnTo>
                    <a:pt x="392693" y="572798"/>
                  </a:lnTo>
                  <a:lnTo>
                    <a:pt x="392216" y="572798"/>
                  </a:lnTo>
                  <a:lnTo>
                    <a:pt x="391738" y="573753"/>
                  </a:lnTo>
                  <a:lnTo>
                    <a:pt x="389827" y="573753"/>
                  </a:lnTo>
                  <a:lnTo>
                    <a:pt x="389827" y="573753"/>
                  </a:lnTo>
                  <a:lnTo>
                    <a:pt x="388872" y="573753"/>
                  </a:lnTo>
                  <a:lnTo>
                    <a:pt x="387916" y="574708"/>
                  </a:lnTo>
                  <a:lnTo>
                    <a:pt x="386961" y="574231"/>
                  </a:lnTo>
                  <a:lnTo>
                    <a:pt x="386005" y="573753"/>
                  </a:lnTo>
                  <a:lnTo>
                    <a:pt x="384572" y="573753"/>
                  </a:lnTo>
                  <a:lnTo>
                    <a:pt x="384572" y="570887"/>
                  </a:lnTo>
                  <a:lnTo>
                    <a:pt x="386961" y="566587"/>
                  </a:lnTo>
                  <a:lnTo>
                    <a:pt x="387438" y="566587"/>
                  </a:lnTo>
                  <a:lnTo>
                    <a:pt x="387916" y="564676"/>
                  </a:lnTo>
                  <a:lnTo>
                    <a:pt x="387438" y="563243"/>
                  </a:lnTo>
                  <a:lnTo>
                    <a:pt x="388394" y="559421"/>
                  </a:lnTo>
                  <a:lnTo>
                    <a:pt x="390305" y="552733"/>
                  </a:lnTo>
                  <a:lnTo>
                    <a:pt x="391260" y="548433"/>
                  </a:lnTo>
                  <a:lnTo>
                    <a:pt x="390305" y="546045"/>
                  </a:lnTo>
                  <a:lnTo>
                    <a:pt x="390305" y="544612"/>
                  </a:lnTo>
                  <a:lnTo>
                    <a:pt x="391260" y="543656"/>
                  </a:lnTo>
                  <a:lnTo>
                    <a:pt x="391738" y="543178"/>
                  </a:lnTo>
                  <a:lnTo>
                    <a:pt x="391738" y="543178"/>
                  </a:lnTo>
                  <a:lnTo>
                    <a:pt x="389349" y="541745"/>
                  </a:lnTo>
                  <a:lnTo>
                    <a:pt x="387916" y="540312"/>
                  </a:lnTo>
                  <a:lnTo>
                    <a:pt x="386005" y="539357"/>
                  </a:lnTo>
                  <a:lnTo>
                    <a:pt x="384094" y="538401"/>
                  </a:lnTo>
                  <a:lnTo>
                    <a:pt x="384094" y="538401"/>
                  </a:lnTo>
                  <a:lnTo>
                    <a:pt x="383139" y="538879"/>
                  </a:lnTo>
                  <a:lnTo>
                    <a:pt x="382184" y="539357"/>
                  </a:lnTo>
                  <a:lnTo>
                    <a:pt x="380273" y="539834"/>
                  </a:lnTo>
                  <a:lnTo>
                    <a:pt x="380273" y="540312"/>
                  </a:lnTo>
                  <a:lnTo>
                    <a:pt x="378361" y="541267"/>
                  </a:lnTo>
                  <a:lnTo>
                    <a:pt x="376928" y="541745"/>
                  </a:lnTo>
                  <a:lnTo>
                    <a:pt x="375018" y="542223"/>
                  </a:lnTo>
                  <a:lnTo>
                    <a:pt x="373107" y="542701"/>
                  </a:lnTo>
                  <a:lnTo>
                    <a:pt x="371196" y="542223"/>
                  </a:lnTo>
                  <a:lnTo>
                    <a:pt x="369762" y="542223"/>
                  </a:lnTo>
                  <a:lnTo>
                    <a:pt x="368807" y="541267"/>
                  </a:lnTo>
                  <a:lnTo>
                    <a:pt x="367852" y="539357"/>
                  </a:lnTo>
                  <a:lnTo>
                    <a:pt x="367852" y="538401"/>
                  </a:lnTo>
                  <a:lnTo>
                    <a:pt x="367852" y="536013"/>
                  </a:lnTo>
                  <a:lnTo>
                    <a:pt x="366418" y="535057"/>
                  </a:lnTo>
                  <a:lnTo>
                    <a:pt x="365941" y="534101"/>
                  </a:lnTo>
                  <a:lnTo>
                    <a:pt x="365941" y="532668"/>
                  </a:lnTo>
                  <a:lnTo>
                    <a:pt x="366418" y="531713"/>
                  </a:lnTo>
                  <a:lnTo>
                    <a:pt x="366418" y="530757"/>
                  </a:lnTo>
                  <a:lnTo>
                    <a:pt x="366418" y="529802"/>
                  </a:lnTo>
                  <a:lnTo>
                    <a:pt x="365941" y="528847"/>
                  </a:lnTo>
                  <a:lnTo>
                    <a:pt x="365941" y="527413"/>
                  </a:lnTo>
                  <a:lnTo>
                    <a:pt x="365941" y="525502"/>
                  </a:lnTo>
                  <a:lnTo>
                    <a:pt x="364985" y="524547"/>
                  </a:lnTo>
                  <a:lnTo>
                    <a:pt x="364508" y="523114"/>
                  </a:lnTo>
                  <a:lnTo>
                    <a:pt x="364508" y="521681"/>
                  </a:lnTo>
                  <a:lnTo>
                    <a:pt x="364030" y="520247"/>
                  </a:lnTo>
                  <a:lnTo>
                    <a:pt x="364030" y="518814"/>
                  </a:lnTo>
                  <a:lnTo>
                    <a:pt x="364508" y="517381"/>
                  </a:lnTo>
                  <a:lnTo>
                    <a:pt x="364508" y="515948"/>
                  </a:lnTo>
                  <a:lnTo>
                    <a:pt x="364030" y="514992"/>
                  </a:lnTo>
                  <a:lnTo>
                    <a:pt x="363074" y="514515"/>
                  </a:lnTo>
                  <a:lnTo>
                    <a:pt x="362119" y="513082"/>
                  </a:lnTo>
                  <a:lnTo>
                    <a:pt x="362119" y="511171"/>
                  </a:lnTo>
                  <a:lnTo>
                    <a:pt x="361163" y="509737"/>
                  </a:lnTo>
                  <a:lnTo>
                    <a:pt x="360208" y="508782"/>
                  </a:lnTo>
                  <a:lnTo>
                    <a:pt x="358775" y="508782"/>
                  </a:lnTo>
                  <a:lnTo>
                    <a:pt x="357342" y="508304"/>
                  </a:lnTo>
                  <a:lnTo>
                    <a:pt x="355908" y="508304"/>
                  </a:lnTo>
                  <a:lnTo>
                    <a:pt x="353042" y="508304"/>
                  </a:lnTo>
                  <a:lnTo>
                    <a:pt x="352086" y="508304"/>
                  </a:lnTo>
                  <a:lnTo>
                    <a:pt x="351609" y="507349"/>
                  </a:lnTo>
                  <a:lnTo>
                    <a:pt x="350176" y="506393"/>
                  </a:lnTo>
                  <a:lnTo>
                    <a:pt x="349220" y="504960"/>
                  </a:lnTo>
                  <a:lnTo>
                    <a:pt x="348265" y="504482"/>
                  </a:lnTo>
                  <a:lnTo>
                    <a:pt x="346831" y="504960"/>
                  </a:lnTo>
                  <a:lnTo>
                    <a:pt x="346354" y="504960"/>
                  </a:lnTo>
                  <a:lnTo>
                    <a:pt x="345876" y="505438"/>
                  </a:lnTo>
                  <a:lnTo>
                    <a:pt x="345398" y="506393"/>
                  </a:lnTo>
                  <a:lnTo>
                    <a:pt x="344443" y="507349"/>
                  </a:lnTo>
                  <a:lnTo>
                    <a:pt x="343010" y="507349"/>
                  </a:lnTo>
                  <a:lnTo>
                    <a:pt x="341577" y="508304"/>
                  </a:lnTo>
                  <a:lnTo>
                    <a:pt x="340143" y="508304"/>
                  </a:lnTo>
                  <a:lnTo>
                    <a:pt x="338232" y="508304"/>
                  </a:lnTo>
                  <a:lnTo>
                    <a:pt x="336799" y="507826"/>
                  </a:lnTo>
                  <a:lnTo>
                    <a:pt x="334411" y="507349"/>
                  </a:lnTo>
                  <a:lnTo>
                    <a:pt x="332500" y="506871"/>
                  </a:lnTo>
                  <a:lnTo>
                    <a:pt x="332500" y="506871"/>
                  </a:lnTo>
                  <a:lnTo>
                    <a:pt x="330589" y="507349"/>
                  </a:lnTo>
                  <a:lnTo>
                    <a:pt x="329155" y="506871"/>
                  </a:lnTo>
                  <a:lnTo>
                    <a:pt x="327722" y="506393"/>
                  </a:lnTo>
                  <a:lnTo>
                    <a:pt x="325811" y="506393"/>
                  </a:lnTo>
                  <a:lnTo>
                    <a:pt x="324378" y="505438"/>
                  </a:lnTo>
                  <a:lnTo>
                    <a:pt x="322945" y="504960"/>
                  </a:lnTo>
                  <a:lnTo>
                    <a:pt x="321989" y="504960"/>
                  </a:lnTo>
                  <a:lnTo>
                    <a:pt x="321989" y="504960"/>
                  </a:lnTo>
                  <a:lnTo>
                    <a:pt x="321034" y="505916"/>
                  </a:lnTo>
                  <a:lnTo>
                    <a:pt x="319601" y="505438"/>
                  </a:lnTo>
                  <a:lnTo>
                    <a:pt x="318168" y="504960"/>
                  </a:lnTo>
                  <a:lnTo>
                    <a:pt x="317690" y="504005"/>
                  </a:lnTo>
                  <a:lnTo>
                    <a:pt x="317690" y="503049"/>
                  </a:lnTo>
                  <a:lnTo>
                    <a:pt x="318168" y="502094"/>
                  </a:lnTo>
                  <a:lnTo>
                    <a:pt x="318645" y="501138"/>
                  </a:lnTo>
                  <a:lnTo>
                    <a:pt x="318168" y="500183"/>
                  </a:lnTo>
                  <a:lnTo>
                    <a:pt x="318645" y="499227"/>
                  </a:lnTo>
                  <a:lnTo>
                    <a:pt x="318645" y="498272"/>
                  </a:lnTo>
                  <a:lnTo>
                    <a:pt x="319123" y="497316"/>
                  </a:lnTo>
                  <a:lnTo>
                    <a:pt x="318645" y="496361"/>
                  </a:lnTo>
                  <a:lnTo>
                    <a:pt x="318645" y="494928"/>
                  </a:lnTo>
                  <a:lnTo>
                    <a:pt x="318645" y="493972"/>
                  </a:lnTo>
                  <a:lnTo>
                    <a:pt x="318645" y="493017"/>
                  </a:lnTo>
                  <a:lnTo>
                    <a:pt x="319123" y="491584"/>
                  </a:lnTo>
                  <a:lnTo>
                    <a:pt x="320079" y="490628"/>
                  </a:lnTo>
                  <a:lnTo>
                    <a:pt x="319601" y="489195"/>
                  </a:lnTo>
                  <a:lnTo>
                    <a:pt x="319601" y="488717"/>
                  </a:lnTo>
                  <a:lnTo>
                    <a:pt x="320079" y="487284"/>
                  </a:lnTo>
                  <a:lnTo>
                    <a:pt x="320556" y="486329"/>
                  </a:lnTo>
                  <a:lnTo>
                    <a:pt x="320556" y="483462"/>
                  </a:lnTo>
                  <a:lnTo>
                    <a:pt x="320079" y="482029"/>
                  </a:lnTo>
                  <a:lnTo>
                    <a:pt x="319601" y="481551"/>
                  </a:lnTo>
                  <a:lnTo>
                    <a:pt x="319123" y="481074"/>
                  </a:lnTo>
                  <a:lnTo>
                    <a:pt x="319601" y="480596"/>
                  </a:lnTo>
                  <a:lnTo>
                    <a:pt x="319123" y="479640"/>
                  </a:lnTo>
                  <a:lnTo>
                    <a:pt x="319123" y="479163"/>
                  </a:lnTo>
                  <a:lnTo>
                    <a:pt x="319601" y="478685"/>
                  </a:lnTo>
                  <a:lnTo>
                    <a:pt x="319123" y="477729"/>
                  </a:lnTo>
                  <a:lnTo>
                    <a:pt x="318168" y="477252"/>
                  </a:lnTo>
                  <a:lnTo>
                    <a:pt x="317690" y="476774"/>
                  </a:lnTo>
                  <a:lnTo>
                    <a:pt x="317690" y="475818"/>
                  </a:lnTo>
                  <a:lnTo>
                    <a:pt x="317212" y="474385"/>
                  </a:lnTo>
                  <a:lnTo>
                    <a:pt x="317212" y="473430"/>
                  </a:lnTo>
                  <a:lnTo>
                    <a:pt x="316735" y="472475"/>
                  </a:lnTo>
                  <a:lnTo>
                    <a:pt x="316257" y="471519"/>
                  </a:lnTo>
                  <a:lnTo>
                    <a:pt x="315779" y="470564"/>
                  </a:lnTo>
                  <a:lnTo>
                    <a:pt x="314824" y="470086"/>
                  </a:lnTo>
                  <a:lnTo>
                    <a:pt x="314824" y="468652"/>
                  </a:lnTo>
                  <a:lnTo>
                    <a:pt x="314346" y="467697"/>
                  </a:lnTo>
                  <a:lnTo>
                    <a:pt x="314346" y="467219"/>
                  </a:lnTo>
                  <a:lnTo>
                    <a:pt x="315301" y="467219"/>
                  </a:lnTo>
                  <a:lnTo>
                    <a:pt x="315301" y="467219"/>
                  </a:lnTo>
                  <a:lnTo>
                    <a:pt x="316257" y="466264"/>
                  </a:lnTo>
                  <a:lnTo>
                    <a:pt x="316735" y="465309"/>
                  </a:lnTo>
                  <a:lnTo>
                    <a:pt x="316735" y="465309"/>
                  </a:lnTo>
                  <a:lnTo>
                    <a:pt x="318168" y="464831"/>
                  </a:lnTo>
                  <a:lnTo>
                    <a:pt x="319601" y="464831"/>
                  </a:lnTo>
                  <a:lnTo>
                    <a:pt x="319601" y="464831"/>
                  </a:lnTo>
                  <a:lnTo>
                    <a:pt x="320079" y="463875"/>
                  </a:lnTo>
                  <a:lnTo>
                    <a:pt x="316735" y="461009"/>
                  </a:lnTo>
                  <a:lnTo>
                    <a:pt x="314824" y="459098"/>
                  </a:lnTo>
                  <a:lnTo>
                    <a:pt x="315779" y="457187"/>
                  </a:lnTo>
                  <a:lnTo>
                    <a:pt x="317690" y="453365"/>
                  </a:lnTo>
                  <a:lnTo>
                    <a:pt x="320079" y="449543"/>
                  </a:lnTo>
                  <a:lnTo>
                    <a:pt x="321512" y="446677"/>
                  </a:lnTo>
                  <a:lnTo>
                    <a:pt x="321512" y="446199"/>
                  </a:lnTo>
                  <a:lnTo>
                    <a:pt x="322945" y="445722"/>
                  </a:lnTo>
                  <a:lnTo>
                    <a:pt x="322945" y="445722"/>
                  </a:lnTo>
                  <a:lnTo>
                    <a:pt x="322945" y="445722"/>
                  </a:lnTo>
                  <a:lnTo>
                    <a:pt x="322945" y="444288"/>
                  </a:lnTo>
                  <a:lnTo>
                    <a:pt x="322467" y="443333"/>
                  </a:lnTo>
                  <a:lnTo>
                    <a:pt x="321512" y="443333"/>
                  </a:lnTo>
                  <a:lnTo>
                    <a:pt x="322945" y="439989"/>
                  </a:lnTo>
                  <a:lnTo>
                    <a:pt x="324378" y="435211"/>
                  </a:lnTo>
                  <a:lnTo>
                    <a:pt x="325811" y="431390"/>
                  </a:lnTo>
                  <a:lnTo>
                    <a:pt x="326289" y="430912"/>
                  </a:lnTo>
                  <a:lnTo>
                    <a:pt x="327245" y="430434"/>
                  </a:lnTo>
                  <a:lnTo>
                    <a:pt x="327245" y="430434"/>
                  </a:lnTo>
                  <a:lnTo>
                    <a:pt x="327245" y="429957"/>
                  </a:lnTo>
                  <a:lnTo>
                    <a:pt x="326289" y="429479"/>
                  </a:lnTo>
                  <a:lnTo>
                    <a:pt x="325334" y="428523"/>
                  </a:lnTo>
                  <a:lnTo>
                    <a:pt x="323901" y="425179"/>
                  </a:lnTo>
                  <a:lnTo>
                    <a:pt x="321512" y="419924"/>
                  </a:lnTo>
                  <a:lnTo>
                    <a:pt x="321512" y="418013"/>
                  </a:lnTo>
                  <a:lnTo>
                    <a:pt x="320556" y="416580"/>
                  </a:lnTo>
                  <a:lnTo>
                    <a:pt x="320556" y="416580"/>
                  </a:lnTo>
                  <a:lnTo>
                    <a:pt x="320556" y="416580"/>
                  </a:lnTo>
                  <a:lnTo>
                    <a:pt x="319123" y="417058"/>
                  </a:lnTo>
                  <a:lnTo>
                    <a:pt x="319123" y="417058"/>
                  </a:lnTo>
                  <a:lnTo>
                    <a:pt x="317690" y="416580"/>
                  </a:lnTo>
                  <a:lnTo>
                    <a:pt x="313390" y="413714"/>
                  </a:lnTo>
                  <a:lnTo>
                    <a:pt x="310524" y="412280"/>
                  </a:lnTo>
                  <a:lnTo>
                    <a:pt x="309569" y="411325"/>
                  </a:lnTo>
                  <a:lnTo>
                    <a:pt x="309091" y="408459"/>
                  </a:lnTo>
                  <a:lnTo>
                    <a:pt x="308135" y="405115"/>
                  </a:lnTo>
                  <a:lnTo>
                    <a:pt x="307658" y="401293"/>
                  </a:lnTo>
                  <a:lnTo>
                    <a:pt x="308135" y="400337"/>
                  </a:lnTo>
                  <a:lnTo>
                    <a:pt x="310524" y="397471"/>
                  </a:lnTo>
                  <a:lnTo>
                    <a:pt x="310524" y="396038"/>
                  </a:lnTo>
                  <a:lnTo>
                    <a:pt x="310524" y="394604"/>
                  </a:lnTo>
                  <a:lnTo>
                    <a:pt x="310524" y="393649"/>
                  </a:lnTo>
                  <a:lnTo>
                    <a:pt x="310046" y="393649"/>
                  </a:lnTo>
                  <a:lnTo>
                    <a:pt x="309569" y="393649"/>
                  </a:lnTo>
                  <a:lnTo>
                    <a:pt x="309091" y="394127"/>
                  </a:lnTo>
                  <a:lnTo>
                    <a:pt x="307658" y="394127"/>
                  </a:lnTo>
                  <a:lnTo>
                    <a:pt x="306702" y="394604"/>
                  </a:lnTo>
                  <a:lnTo>
                    <a:pt x="298581" y="394127"/>
                  </a:lnTo>
                  <a:lnTo>
                    <a:pt x="289026" y="393649"/>
                  </a:lnTo>
                  <a:lnTo>
                    <a:pt x="280905" y="393649"/>
                  </a:lnTo>
                  <a:lnTo>
                    <a:pt x="274217" y="393171"/>
                  </a:lnTo>
                  <a:lnTo>
                    <a:pt x="274217" y="390783"/>
                  </a:lnTo>
                  <a:lnTo>
                    <a:pt x="273739" y="386483"/>
                  </a:lnTo>
                  <a:lnTo>
                    <a:pt x="273261" y="383139"/>
                  </a:lnTo>
                  <a:lnTo>
                    <a:pt x="272783" y="378362"/>
                  </a:lnTo>
                  <a:lnTo>
                    <a:pt x="269917" y="375495"/>
                  </a:lnTo>
                  <a:lnTo>
                    <a:pt x="267051" y="372151"/>
                  </a:lnTo>
                  <a:lnTo>
                    <a:pt x="266095" y="371196"/>
                  </a:lnTo>
                  <a:lnTo>
                    <a:pt x="269439" y="371196"/>
                  </a:lnTo>
                  <a:lnTo>
                    <a:pt x="272306" y="371196"/>
                  </a:lnTo>
                  <a:lnTo>
                    <a:pt x="272306" y="371196"/>
                  </a:lnTo>
                  <a:lnTo>
                    <a:pt x="272306" y="371196"/>
                  </a:lnTo>
                  <a:lnTo>
                    <a:pt x="271828" y="362119"/>
                  </a:lnTo>
                  <a:lnTo>
                    <a:pt x="270872" y="361641"/>
                  </a:lnTo>
                  <a:lnTo>
                    <a:pt x="270395" y="358775"/>
                  </a:lnTo>
                  <a:lnTo>
                    <a:pt x="269917" y="356864"/>
                  </a:lnTo>
                  <a:lnTo>
                    <a:pt x="268484" y="355431"/>
                  </a:lnTo>
                  <a:lnTo>
                    <a:pt x="268484" y="353997"/>
                  </a:lnTo>
                  <a:lnTo>
                    <a:pt x="268484" y="353042"/>
                  </a:lnTo>
                  <a:lnTo>
                    <a:pt x="268962" y="352564"/>
                  </a:lnTo>
                  <a:lnTo>
                    <a:pt x="268962" y="352564"/>
                  </a:lnTo>
                  <a:lnTo>
                    <a:pt x="269439" y="351131"/>
                  </a:lnTo>
                  <a:lnTo>
                    <a:pt x="269439" y="349698"/>
                  </a:lnTo>
                  <a:lnTo>
                    <a:pt x="268484" y="348265"/>
                  </a:lnTo>
                  <a:lnTo>
                    <a:pt x="267528" y="346831"/>
                  </a:lnTo>
                  <a:lnTo>
                    <a:pt x="266095" y="345876"/>
                  </a:lnTo>
                  <a:lnTo>
                    <a:pt x="263229" y="344443"/>
                  </a:lnTo>
                  <a:lnTo>
                    <a:pt x="259407" y="342532"/>
                  </a:lnTo>
                  <a:lnTo>
                    <a:pt x="256540" y="341099"/>
                  </a:lnTo>
                  <a:lnTo>
                    <a:pt x="256063" y="341099"/>
                  </a:lnTo>
                  <a:lnTo>
                    <a:pt x="256063" y="341099"/>
                  </a:lnTo>
                  <a:lnTo>
                    <a:pt x="255107" y="341577"/>
                  </a:lnTo>
                  <a:lnTo>
                    <a:pt x="250808" y="342054"/>
                  </a:lnTo>
                  <a:lnTo>
                    <a:pt x="249852" y="342054"/>
                  </a:lnTo>
                  <a:lnTo>
                    <a:pt x="247941" y="342054"/>
                  </a:lnTo>
                  <a:lnTo>
                    <a:pt x="247464" y="342054"/>
                  </a:lnTo>
                  <a:lnTo>
                    <a:pt x="246508" y="342054"/>
                  </a:lnTo>
                  <a:lnTo>
                    <a:pt x="242209" y="342054"/>
                  </a:lnTo>
                  <a:lnTo>
                    <a:pt x="240298" y="341099"/>
                  </a:lnTo>
                  <a:lnTo>
                    <a:pt x="239342" y="339666"/>
                  </a:lnTo>
                  <a:lnTo>
                    <a:pt x="235998" y="336799"/>
                  </a:lnTo>
                  <a:lnTo>
                    <a:pt x="235521" y="335366"/>
                  </a:lnTo>
                  <a:lnTo>
                    <a:pt x="234565" y="334411"/>
                  </a:lnTo>
                  <a:lnTo>
                    <a:pt x="232654" y="334888"/>
                  </a:lnTo>
                  <a:lnTo>
                    <a:pt x="231221" y="334411"/>
                  </a:lnTo>
                  <a:lnTo>
                    <a:pt x="227877" y="333455"/>
                  </a:lnTo>
                  <a:lnTo>
                    <a:pt x="224533" y="332022"/>
                  </a:lnTo>
                  <a:lnTo>
                    <a:pt x="222622" y="332022"/>
                  </a:lnTo>
                  <a:lnTo>
                    <a:pt x="221666" y="331544"/>
                  </a:lnTo>
                  <a:lnTo>
                    <a:pt x="218800" y="329156"/>
                  </a:lnTo>
                  <a:lnTo>
                    <a:pt x="217845" y="328678"/>
                  </a:lnTo>
                  <a:lnTo>
                    <a:pt x="217367" y="327722"/>
                  </a:lnTo>
                  <a:lnTo>
                    <a:pt x="216889" y="325812"/>
                  </a:lnTo>
                  <a:lnTo>
                    <a:pt x="215933" y="325812"/>
                  </a:lnTo>
                  <a:lnTo>
                    <a:pt x="215933" y="325812"/>
                  </a:lnTo>
                  <a:lnTo>
                    <a:pt x="214500" y="325812"/>
                  </a:lnTo>
                  <a:lnTo>
                    <a:pt x="214500" y="325812"/>
                  </a:lnTo>
                  <a:lnTo>
                    <a:pt x="213067" y="326767"/>
                  </a:lnTo>
                  <a:lnTo>
                    <a:pt x="213067" y="326767"/>
                  </a:lnTo>
                  <a:lnTo>
                    <a:pt x="211156" y="326289"/>
                  </a:lnTo>
                  <a:lnTo>
                    <a:pt x="208768" y="324856"/>
                  </a:lnTo>
                  <a:lnTo>
                    <a:pt x="207334" y="323901"/>
                  </a:lnTo>
                  <a:lnTo>
                    <a:pt x="206379" y="323423"/>
                  </a:lnTo>
                  <a:lnTo>
                    <a:pt x="204468" y="322467"/>
                  </a:lnTo>
                  <a:lnTo>
                    <a:pt x="204468" y="322467"/>
                  </a:lnTo>
                  <a:lnTo>
                    <a:pt x="202557" y="322467"/>
                  </a:lnTo>
                  <a:lnTo>
                    <a:pt x="202557" y="322467"/>
                  </a:lnTo>
                  <a:lnTo>
                    <a:pt x="199691" y="323423"/>
                  </a:lnTo>
                  <a:lnTo>
                    <a:pt x="197302" y="322945"/>
                  </a:lnTo>
                  <a:lnTo>
                    <a:pt x="193480" y="322467"/>
                  </a:lnTo>
                  <a:lnTo>
                    <a:pt x="190136" y="321990"/>
                  </a:lnTo>
                  <a:lnTo>
                    <a:pt x="188703" y="319601"/>
                  </a:lnTo>
                  <a:lnTo>
                    <a:pt x="188225" y="318168"/>
                  </a:lnTo>
                  <a:lnTo>
                    <a:pt x="186314" y="317212"/>
                  </a:lnTo>
                  <a:lnTo>
                    <a:pt x="184881" y="316257"/>
                  </a:lnTo>
                  <a:lnTo>
                    <a:pt x="182970" y="314824"/>
                  </a:lnTo>
                  <a:lnTo>
                    <a:pt x="182015" y="314346"/>
                  </a:lnTo>
                  <a:lnTo>
                    <a:pt x="182015" y="314346"/>
                  </a:lnTo>
                  <a:lnTo>
                    <a:pt x="180104" y="313868"/>
                  </a:lnTo>
                  <a:lnTo>
                    <a:pt x="178671" y="313390"/>
                  </a:lnTo>
                  <a:lnTo>
                    <a:pt x="178671" y="311957"/>
                  </a:lnTo>
                  <a:lnTo>
                    <a:pt x="178193" y="311002"/>
                  </a:lnTo>
                  <a:lnTo>
                    <a:pt x="177715" y="310524"/>
                  </a:lnTo>
                  <a:lnTo>
                    <a:pt x="176760" y="309091"/>
                  </a:lnTo>
                  <a:lnTo>
                    <a:pt x="176760" y="309091"/>
                  </a:lnTo>
                  <a:lnTo>
                    <a:pt x="176282" y="308613"/>
                  </a:lnTo>
                  <a:lnTo>
                    <a:pt x="176282" y="308613"/>
                  </a:lnTo>
                  <a:lnTo>
                    <a:pt x="176282" y="308613"/>
                  </a:lnTo>
                  <a:lnTo>
                    <a:pt x="175804" y="309091"/>
                  </a:lnTo>
                  <a:lnTo>
                    <a:pt x="175804" y="309091"/>
                  </a:lnTo>
                  <a:lnTo>
                    <a:pt x="175326" y="309091"/>
                  </a:lnTo>
                  <a:lnTo>
                    <a:pt x="175326" y="309091"/>
                  </a:lnTo>
                  <a:lnTo>
                    <a:pt x="174849" y="309091"/>
                  </a:lnTo>
                  <a:lnTo>
                    <a:pt x="174849" y="308136"/>
                  </a:lnTo>
                  <a:lnTo>
                    <a:pt x="174849" y="307180"/>
                  </a:lnTo>
                  <a:lnTo>
                    <a:pt x="174371" y="305747"/>
                  </a:lnTo>
                  <a:lnTo>
                    <a:pt x="172938" y="304791"/>
                  </a:lnTo>
                  <a:lnTo>
                    <a:pt x="171983" y="303358"/>
                  </a:lnTo>
                  <a:lnTo>
                    <a:pt x="171983" y="301925"/>
                  </a:lnTo>
                  <a:lnTo>
                    <a:pt x="171983" y="300970"/>
                  </a:lnTo>
                  <a:lnTo>
                    <a:pt x="171027" y="300492"/>
                  </a:lnTo>
                  <a:lnTo>
                    <a:pt x="171027" y="299536"/>
                  </a:lnTo>
                  <a:lnTo>
                    <a:pt x="170549" y="298581"/>
                  </a:lnTo>
                  <a:lnTo>
                    <a:pt x="171027" y="297148"/>
                  </a:lnTo>
                  <a:lnTo>
                    <a:pt x="171983" y="295715"/>
                  </a:lnTo>
                  <a:lnTo>
                    <a:pt x="171983" y="293326"/>
                  </a:lnTo>
                  <a:lnTo>
                    <a:pt x="170549" y="289982"/>
                  </a:lnTo>
                  <a:lnTo>
                    <a:pt x="169594" y="287593"/>
                  </a:lnTo>
                  <a:lnTo>
                    <a:pt x="169594" y="286160"/>
                  </a:lnTo>
                  <a:lnTo>
                    <a:pt x="170072" y="285205"/>
                  </a:lnTo>
                  <a:lnTo>
                    <a:pt x="170549" y="284249"/>
                  </a:lnTo>
                  <a:lnTo>
                    <a:pt x="172460" y="281383"/>
                  </a:lnTo>
                  <a:lnTo>
                    <a:pt x="172460" y="279472"/>
                  </a:lnTo>
                  <a:lnTo>
                    <a:pt x="171983" y="277561"/>
                  </a:lnTo>
                  <a:lnTo>
                    <a:pt x="171983" y="275650"/>
                  </a:lnTo>
                  <a:lnTo>
                    <a:pt x="172460" y="274694"/>
                  </a:lnTo>
                  <a:lnTo>
                    <a:pt x="171983" y="272783"/>
                  </a:lnTo>
                  <a:lnTo>
                    <a:pt x="170549" y="271350"/>
                  </a:lnTo>
                  <a:lnTo>
                    <a:pt x="170072" y="271350"/>
                  </a:lnTo>
                  <a:lnTo>
                    <a:pt x="169594" y="271350"/>
                  </a:lnTo>
                  <a:lnTo>
                    <a:pt x="168638" y="271828"/>
                  </a:lnTo>
                  <a:lnTo>
                    <a:pt x="168638" y="271828"/>
                  </a:lnTo>
                  <a:lnTo>
                    <a:pt x="167205" y="273261"/>
                  </a:lnTo>
                  <a:lnTo>
                    <a:pt x="165772" y="273261"/>
                  </a:lnTo>
                  <a:lnTo>
                    <a:pt x="165772" y="273261"/>
                  </a:lnTo>
                  <a:lnTo>
                    <a:pt x="164339" y="272783"/>
                  </a:lnTo>
                  <a:lnTo>
                    <a:pt x="160995" y="272783"/>
                  </a:lnTo>
                  <a:lnTo>
                    <a:pt x="160039" y="272783"/>
                  </a:lnTo>
                  <a:lnTo>
                    <a:pt x="158606" y="273261"/>
                  </a:lnTo>
                  <a:lnTo>
                    <a:pt x="153351" y="273739"/>
                  </a:lnTo>
                  <a:lnTo>
                    <a:pt x="153351" y="273739"/>
                  </a:lnTo>
                  <a:lnTo>
                    <a:pt x="152873" y="273739"/>
                  </a:lnTo>
                  <a:lnTo>
                    <a:pt x="150485" y="274217"/>
                  </a:lnTo>
                  <a:lnTo>
                    <a:pt x="149051" y="274694"/>
                  </a:lnTo>
                  <a:lnTo>
                    <a:pt x="147141" y="275172"/>
                  </a:lnTo>
                  <a:lnTo>
                    <a:pt x="144274" y="276605"/>
                  </a:lnTo>
                  <a:lnTo>
                    <a:pt x="144274" y="276605"/>
                  </a:lnTo>
                  <a:lnTo>
                    <a:pt x="136631" y="281860"/>
                  </a:lnTo>
                  <a:lnTo>
                    <a:pt x="134719" y="282338"/>
                  </a:lnTo>
                  <a:lnTo>
                    <a:pt x="133286" y="282816"/>
                  </a:lnTo>
                  <a:lnTo>
                    <a:pt x="133286" y="282816"/>
                  </a:lnTo>
                  <a:lnTo>
                    <a:pt x="132331" y="283294"/>
                  </a:lnTo>
                  <a:lnTo>
                    <a:pt x="130420" y="283771"/>
                  </a:lnTo>
                  <a:lnTo>
                    <a:pt x="130420" y="284249"/>
                  </a:lnTo>
                  <a:lnTo>
                    <a:pt x="127076" y="286160"/>
                  </a:lnTo>
                  <a:lnTo>
                    <a:pt x="125643" y="288071"/>
                  </a:lnTo>
                  <a:lnTo>
                    <a:pt x="124687" y="289504"/>
                  </a:lnTo>
                  <a:lnTo>
                    <a:pt x="123254" y="289504"/>
                  </a:lnTo>
                  <a:lnTo>
                    <a:pt x="122299" y="289026"/>
                  </a:lnTo>
                  <a:lnTo>
                    <a:pt x="119432" y="289026"/>
                  </a:lnTo>
                  <a:lnTo>
                    <a:pt x="118954" y="289026"/>
                  </a:lnTo>
                  <a:lnTo>
                    <a:pt x="117521" y="289982"/>
                  </a:lnTo>
                  <a:lnTo>
                    <a:pt x="117521" y="289982"/>
                  </a:lnTo>
                  <a:lnTo>
                    <a:pt x="115610" y="291415"/>
                  </a:lnTo>
                  <a:lnTo>
                    <a:pt x="113700" y="293804"/>
                  </a:lnTo>
                  <a:lnTo>
                    <a:pt x="112744" y="294759"/>
                  </a:lnTo>
                  <a:lnTo>
                    <a:pt x="110833" y="295715"/>
                  </a:lnTo>
                  <a:lnTo>
                    <a:pt x="108922" y="296192"/>
                  </a:lnTo>
                  <a:lnTo>
                    <a:pt x="106534" y="297148"/>
                  </a:lnTo>
                  <a:lnTo>
                    <a:pt x="105578" y="297148"/>
                  </a:lnTo>
                  <a:lnTo>
                    <a:pt x="104623" y="297625"/>
                  </a:lnTo>
                  <a:lnTo>
                    <a:pt x="104623" y="297625"/>
                  </a:lnTo>
                  <a:lnTo>
                    <a:pt x="103667" y="297148"/>
                  </a:lnTo>
                  <a:lnTo>
                    <a:pt x="103667" y="296192"/>
                  </a:lnTo>
                  <a:lnTo>
                    <a:pt x="102234" y="295237"/>
                  </a:lnTo>
                  <a:lnTo>
                    <a:pt x="99368" y="295237"/>
                  </a:lnTo>
                  <a:lnTo>
                    <a:pt x="94590" y="294281"/>
                  </a:lnTo>
                  <a:lnTo>
                    <a:pt x="90291" y="294281"/>
                  </a:lnTo>
                  <a:lnTo>
                    <a:pt x="89813" y="294281"/>
                  </a:lnTo>
                  <a:lnTo>
                    <a:pt x="87902" y="294281"/>
                  </a:lnTo>
                  <a:lnTo>
                    <a:pt x="85991" y="294281"/>
                  </a:lnTo>
                  <a:lnTo>
                    <a:pt x="85513" y="294281"/>
                  </a:lnTo>
                  <a:lnTo>
                    <a:pt x="82647" y="293804"/>
                  </a:lnTo>
                  <a:lnTo>
                    <a:pt x="80258" y="293804"/>
                  </a:lnTo>
                  <a:lnTo>
                    <a:pt x="80258" y="293804"/>
                  </a:lnTo>
                  <a:lnTo>
                    <a:pt x="77870" y="294759"/>
                  </a:lnTo>
                  <a:lnTo>
                    <a:pt x="77870" y="294759"/>
                  </a:lnTo>
                  <a:lnTo>
                    <a:pt x="75003" y="296192"/>
                  </a:lnTo>
                  <a:lnTo>
                    <a:pt x="73570" y="296192"/>
                  </a:lnTo>
                  <a:lnTo>
                    <a:pt x="72615" y="296670"/>
                  </a:lnTo>
                  <a:lnTo>
                    <a:pt x="71659" y="296192"/>
                  </a:lnTo>
                  <a:lnTo>
                    <a:pt x="70226" y="295715"/>
                  </a:lnTo>
                  <a:lnTo>
                    <a:pt x="68793" y="294281"/>
                  </a:lnTo>
                  <a:lnTo>
                    <a:pt x="68793" y="294281"/>
                  </a:lnTo>
                  <a:lnTo>
                    <a:pt x="67360" y="294759"/>
                  </a:lnTo>
                  <a:lnTo>
                    <a:pt x="67360" y="294759"/>
                  </a:lnTo>
                  <a:lnTo>
                    <a:pt x="66882" y="295237"/>
                  </a:lnTo>
                  <a:lnTo>
                    <a:pt x="66882" y="292370"/>
                  </a:lnTo>
                  <a:lnTo>
                    <a:pt x="66882" y="287593"/>
                  </a:lnTo>
                  <a:lnTo>
                    <a:pt x="66882" y="283294"/>
                  </a:lnTo>
                  <a:lnTo>
                    <a:pt x="66882" y="279949"/>
                  </a:lnTo>
                  <a:lnTo>
                    <a:pt x="66882" y="276128"/>
                  </a:lnTo>
                  <a:lnTo>
                    <a:pt x="66882" y="273739"/>
                  </a:lnTo>
                  <a:lnTo>
                    <a:pt x="67837" y="272783"/>
                  </a:lnTo>
                  <a:lnTo>
                    <a:pt x="68315" y="271350"/>
                  </a:lnTo>
                  <a:lnTo>
                    <a:pt x="67360" y="269917"/>
                  </a:lnTo>
                  <a:lnTo>
                    <a:pt x="67837" y="268484"/>
                  </a:lnTo>
                  <a:lnTo>
                    <a:pt x="68315" y="267529"/>
                  </a:lnTo>
                  <a:lnTo>
                    <a:pt x="68793" y="266573"/>
                  </a:lnTo>
                  <a:lnTo>
                    <a:pt x="68315" y="26657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6" name="Freeform 2425">
              <a:extLst>
                <a:ext uri="{FF2B5EF4-FFF2-40B4-BE49-F238E27FC236}">
                  <a16:creationId xmlns:a16="http://schemas.microsoft.com/office/drawing/2014/main" id="{4014A95D-9887-FA2E-C7D9-1BDA0E0E9391}"/>
                </a:ext>
              </a:extLst>
            </p:cNvPr>
            <p:cNvSpPr/>
            <p:nvPr/>
          </p:nvSpPr>
          <p:spPr>
            <a:xfrm>
              <a:off x="5145317" y="3139280"/>
              <a:ext cx="5732" cy="8121"/>
            </a:xfrm>
            <a:custGeom>
              <a:avLst/>
              <a:gdLst>
                <a:gd name="csX0" fmla="*/ 3822 w 5732"/>
                <a:gd name="csY0" fmla="*/ 0 h 8121"/>
                <a:gd name="csX1" fmla="*/ 5733 w 5732"/>
                <a:gd name="csY1" fmla="*/ 2389 h 8121"/>
                <a:gd name="csX2" fmla="*/ 4777 w 5732"/>
                <a:gd name="csY2" fmla="*/ 6210 h 8121"/>
                <a:gd name="csX3" fmla="*/ 3822 w 5732"/>
                <a:gd name="csY3" fmla="*/ 8121 h 8121"/>
                <a:gd name="csX4" fmla="*/ 956 w 5732"/>
                <a:gd name="csY4" fmla="*/ 8121 h 8121"/>
                <a:gd name="csX5" fmla="*/ 0 w 5732"/>
                <a:gd name="csY5" fmla="*/ 4777 h 8121"/>
                <a:gd name="csX6" fmla="*/ 0 w 5732"/>
                <a:gd name="csY6" fmla="*/ 956 h 8121"/>
                <a:gd name="csX7" fmla="*/ 3822 w 5732"/>
                <a:gd name="csY7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8121">
                  <a:moveTo>
                    <a:pt x="3822" y="0"/>
                  </a:moveTo>
                  <a:lnTo>
                    <a:pt x="5733" y="2389"/>
                  </a:lnTo>
                  <a:lnTo>
                    <a:pt x="4777" y="6210"/>
                  </a:lnTo>
                  <a:lnTo>
                    <a:pt x="3822" y="8121"/>
                  </a:lnTo>
                  <a:lnTo>
                    <a:pt x="956" y="8121"/>
                  </a:lnTo>
                  <a:lnTo>
                    <a:pt x="0" y="4777"/>
                  </a:lnTo>
                  <a:lnTo>
                    <a:pt x="0" y="956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7" name="Freeform 2426">
              <a:extLst>
                <a:ext uri="{FF2B5EF4-FFF2-40B4-BE49-F238E27FC236}">
                  <a16:creationId xmlns:a16="http://schemas.microsoft.com/office/drawing/2014/main" id="{15263651-5A09-A68D-F2A9-B9894A3C9AB9}"/>
                </a:ext>
              </a:extLst>
            </p:cNvPr>
            <p:cNvSpPr/>
            <p:nvPr/>
          </p:nvSpPr>
          <p:spPr>
            <a:xfrm>
              <a:off x="5114743" y="4969461"/>
              <a:ext cx="3344" cy="4299"/>
            </a:xfrm>
            <a:custGeom>
              <a:avLst/>
              <a:gdLst>
                <a:gd name="csX0" fmla="*/ 3344 w 3344"/>
                <a:gd name="csY0" fmla="*/ 478 h 4299"/>
                <a:gd name="csX1" fmla="*/ 3344 w 3344"/>
                <a:gd name="csY1" fmla="*/ 1433 h 4299"/>
                <a:gd name="csX2" fmla="*/ 3344 w 3344"/>
                <a:gd name="csY2" fmla="*/ 1911 h 4299"/>
                <a:gd name="csX3" fmla="*/ 478 w 3344"/>
                <a:gd name="csY3" fmla="*/ 3822 h 4299"/>
                <a:gd name="csX4" fmla="*/ 0 w 3344"/>
                <a:gd name="csY4" fmla="*/ 4300 h 4299"/>
                <a:gd name="csX5" fmla="*/ 0 w 3344"/>
                <a:gd name="csY5" fmla="*/ 3344 h 4299"/>
                <a:gd name="csX6" fmla="*/ 1911 w 3344"/>
                <a:gd name="csY6" fmla="*/ 1433 h 4299"/>
                <a:gd name="csX7" fmla="*/ 2389 w 3344"/>
                <a:gd name="csY7" fmla="*/ 0 h 4299"/>
                <a:gd name="csX8" fmla="*/ 3344 w 3344"/>
                <a:gd name="csY8" fmla="*/ 478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4299">
                  <a:moveTo>
                    <a:pt x="3344" y="478"/>
                  </a:moveTo>
                  <a:lnTo>
                    <a:pt x="3344" y="1433"/>
                  </a:lnTo>
                  <a:lnTo>
                    <a:pt x="3344" y="1911"/>
                  </a:lnTo>
                  <a:lnTo>
                    <a:pt x="478" y="3822"/>
                  </a:lnTo>
                  <a:lnTo>
                    <a:pt x="0" y="4300"/>
                  </a:lnTo>
                  <a:lnTo>
                    <a:pt x="0" y="3344"/>
                  </a:lnTo>
                  <a:lnTo>
                    <a:pt x="1911" y="1433"/>
                  </a:lnTo>
                  <a:lnTo>
                    <a:pt x="2389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8" name="Freeform 2427">
              <a:extLst>
                <a:ext uri="{FF2B5EF4-FFF2-40B4-BE49-F238E27FC236}">
                  <a16:creationId xmlns:a16="http://schemas.microsoft.com/office/drawing/2014/main" id="{DE27C153-BB2E-7048-C43F-3B5C0B4E09E6}"/>
                </a:ext>
              </a:extLst>
            </p:cNvPr>
            <p:cNvSpPr/>
            <p:nvPr/>
          </p:nvSpPr>
          <p:spPr>
            <a:xfrm>
              <a:off x="5109965" y="4979016"/>
              <a:ext cx="2388" cy="2388"/>
            </a:xfrm>
            <a:custGeom>
              <a:avLst/>
              <a:gdLst>
                <a:gd name="csX0" fmla="*/ 2389 w 2388"/>
                <a:gd name="csY0" fmla="*/ 0 h 2388"/>
                <a:gd name="csX1" fmla="*/ 2389 w 2388"/>
                <a:gd name="csY1" fmla="*/ 1433 h 2388"/>
                <a:gd name="csX2" fmla="*/ 1433 w 2388"/>
                <a:gd name="csY2" fmla="*/ 2389 h 2388"/>
                <a:gd name="csX3" fmla="*/ 956 w 2388"/>
                <a:gd name="csY3" fmla="*/ 2389 h 2388"/>
                <a:gd name="csX4" fmla="*/ 478 w 2388"/>
                <a:gd name="csY4" fmla="*/ 1433 h 2388"/>
                <a:gd name="csX5" fmla="*/ 0 w 2388"/>
                <a:gd name="csY5" fmla="*/ 956 h 2388"/>
                <a:gd name="csX6" fmla="*/ 478 w 2388"/>
                <a:gd name="csY6" fmla="*/ 478 h 2388"/>
                <a:gd name="csX7" fmla="*/ 956 w 2388"/>
                <a:gd name="csY7" fmla="*/ 0 h 2388"/>
                <a:gd name="csX8" fmla="*/ 2389 w 2388"/>
                <a:gd name="csY8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388">
                  <a:moveTo>
                    <a:pt x="2389" y="0"/>
                  </a:moveTo>
                  <a:lnTo>
                    <a:pt x="2389" y="1433"/>
                  </a:lnTo>
                  <a:lnTo>
                    <a:pt x="1433" y="2389"/>
                  </a:lnTo>
                  <a:lnTo>
                    <a:pt x="956" y="2389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9" name="Freeform 2428">
              <a:extLst>
                <a:ext uri="{FF2B5EF4-FFF2-40B4-BE49-F238E27FC236}">
                  <a16:creationId xmlns:a16="http://schemas.microsoft.com/office/drawing/2014/main" id="{CB8AF2FB-56FD-46D3-EACA-609794DEB968}"/>
                </a:ext>
              </a:extLst>
            </p:cNvPr>
            <p:cNvSpPr/>
            <p:nvPr/>
          </p:nvSpPr>
          <p:spPr>
            <a:xfrm>
              <a:off x="5003910" y="5163419"/>
              <a:ext cx="5254" cy="2866"/>
            </a:xfrm>
            <a:custGeom>
              <a:avLst/>
              <a:gdLst>
                <a:gd name="csX0" fmla="*/ 5255 w 5254"/>
                <a:gd name="csY0" fmla="*/ 1911 h 2866"/>
                <a:gd name="csX1" fmla="*/ 4299 w 5254"/>
                <a:gd name="csY1" fmla="*/ 1911 h 2866"/>
                <a:gd name="csX2" fmla="*/ 2866 w 5254"/>
                <a:gd name="csY2" fmla="*/ 2389 h 2866"/>
                <a:gd name="csX3" fmla="*/ 955 w 5254"/>
                <a:gd name="csY3" fmla="*/ 2866 h 2866"/>
                <a:gd name="csX4" fmla="*/ 0 w 5254"/>
                <a:gd name="csY4" fmla="*/ 1911 h 2866"/>
                <a:gd name="csX5" fmla="*/ 1911 w 5254"/>
                <a:gd name="csY5" fmla="*/ 956 h 2866"/>
                <a:gd name="csX6" fmla="*/ 2389 w 5254"/>
                <a:gd name="csY6" fmla="*/ 0 h 2866"/>
                <a:gd name="csX7" fmla="*/ 2866 w 5254"/>
                <a:gd name="csY7" fmla="*/ 0 h 2866"/>
                <a:gd name="csX8" fmla="*/ 3344 w 5254"/>
                <a:gd name="csY8" fmla="*/ 956 h 2866"/>
                <a:gd name="csX9" fmla="*/ 4777 w 5254"/>
                <a:gd name="csY9" fmla="*/ 1433 h 2866"/>
                <a:gd name="csX10" fmla="*/ 5255 w 5254"/>
                <a:gd name="csY10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4" h="2866">
                  <a:moveTo>
                    <a:pt x="5255" y="1911"/>
                  </a:moveTo>
                  <a:lnTo>
                    <a:pt x="4299" y="1911"/>
                  </a:lnTo>
                  <a:lnTo>
                    <a:pt x="2866" y="2389"/>
                  </a:lnTo>
                  <a:lnTo>
                    <a:pt x="955" y="2866"/>
                  </a:lnTo>
                  <a:lnTo>
                    <a:pt x="0" y="1911"/>
                  </a:lnTo>
                  <a:lnTo>
                    <a:pt x="1911" y="956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344" y="956"/>
                  </a:lnTo>
                  <a:lnTo>
                    <a:pt x="4777" y="1433"/>
                  </a:lnTo>
                  <a:lnTo>
                    <a:pt x="52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0" name="Freeform 2429">
              <a:extLst>
                <a:ext uri="{FF2B5EF4-FFF2-40B4-BE49-F238E27FC236}">
                  <a16:creationId xmlns:a16="http://schemas.microsoft.com/office/drawing/2014/main" id="{BCB82291-5237-C266-33CB-879175B8D5AA}"/>
                </a:ext>
              </a:extLst>
            </p:cNvPr>
            <p:cNvSpPr/>
            <p:nvPr/>
          </p:nvSpPr>
          <p:spPr>
            <a:xfrm>
              <a:off x="4999132" y="4783624"/>
              <a:ext cx="2388" cy="5732"/>
            </a:xfrm>
            <a:custGeom>
              <a:avLst/>
              <a:gdLst>
                <a:gd name="csX0" fmla="*/ 2389 w 2388"/>
                <a:gd name="csY0" fmla="*/ 0 h 5732"/>
                <a:gd name="csX1" fmla="*/ 2389 w 2388"/>
                <a:gd name="csY1" fmla="*/ 1433 h 5732"/>
                <a:gd name="csX2" fmla="*/ 2389 w 2388"/>
                <a:gd name="csY2" fmla="*/ 1911 h 5732"/>
                <a:gd name="csX3" fmla="*/ 2389 w 2388"/>
                <a:gd name="csY3" fmla="*/ 4299 h 5732"/>
                <a:gd name="csX4" fmla="*/ 0 w 2388"/>
                <a:gd name="csY4" fmla="*/ 5733 h 5732"/>
                <a:gd name="csX5" fmla="*/ 955 w 2388"/>
                <a:gd name="csY5" fmla="*/ 3822 h 5732"/>
                <a:gd name="csX6" fmla="*/ 478 w 2388"/>
                <a:gd name="csY6" fmla="*/ 2389 h 5732"/>
                <a:gd name="csX7" fmla="*/ 955 w 2388"/>
                <a:gd name="csY7" fmla="*/ 1433 h 5732"/>
                <a:gd name="csX8" fmla="*/ 1911 w 2388"/>
                <a:gd name="csY8" fmla="*/ 0 h 5732"/>
                <a:gd name="csX9" fmla="*/ 2389 w 2388"/>
                <a:gd name="csY9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5732">
                  <a:moveTo>
                    <a:pt x="2389" y="0"/>
                  </a:moveTo>
                  <a:lnTo>
                    <a:pt x="2389" y="1433"/>
                  </a:lnTo>
                  <a:lnTo>
                    <a:pt x="2389" y="1911"/>
                  </a:lnTo>
                  <a:lnTo>
                    <a:pt x="2389" y="4299"/>
                  </a:lnTo>
                  <a:lnTo>
                    <a:pt x="0" y="5733"/>
                  </a:lnTo>
                  <a:lnTo>
                    <a:pt x="955" y="3822"/>
                  </a:lnTo>
                  <a:lnTo>
                    <a:pt x="478" y="2389"/>
                  </a:lnTo>
                  <a:lnTo>
                    <a:pt x="955" y="1433"/>
                  </a:lnTo>
                  <a:lnTo>
                    <a:pt x="1911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1" name="Freeform 2430">
              <a:extLst>
                <a:ext uri="{FF2B5EF4-FFF2-40B4-BE49-F238E27FC236}">
                  <a16:creationId xmlns:a16="http://schemas.microsoft.com/office/drawing/2014/main" id="{14531B41-A370-3C14-5197-40B36FEB90C9}"/>
                </a:ext>
              </a:extLst>
            </p:cNvPr>
            <p:cNvSpPr/>
            <p:nvPr/>
          </p:nvSpPr>
          <p:spPr>
            <a:xfrm>
              <a:off x="4944671" y="1873774"/>
              <a:ext cx="51594" cy="85991"/>
            </a:xfrm>
            <a:custGeom>
              <a:avLst/>
              <a:gdLst>
                <a:gd name="csX0" fmla="*/ 48251 w 51594"/>
                <a:gd name="csY0" fmla="*/ 30097 h 85991"/>
                <a:gd name="csX1" fmla="*/ 51595 w 51594"/>
                <a:gd name="csY1" fmla="*/ 41085 h 85991"/>
                <a:gd name="csX2" fmla="*/ 51117 w 51594"/>
                <a:gd name="csY2" fmla="*/ 62583 h 85991"/>
                <a:gd name="csX3" fmla="*/ 49206 w 51594"/>
                <a:gd name="csY3" fmla="*/ 84080 h 85991"/>
                <a:gd name="csX4" fmla="*/ 45384 w 51594"/>
                <a:gd name="csY4" fmla="*/ 85991 h 85991"/>
                <a:gd name="csX5" fmla="*/ 36785 w 51594"/>
                <a:gd name="csY5" fmla="*/ 72137 h 85991"/>
                <a:gd name="csX6" fmla="*/ 23886 w 51594"/>
                <a:gd name="csY6" fmla="*/ 57805 h 85991"/>
                <a:gd name="csX7" fmla="*/ 11943 w 51594"/>
                <a:gd name="csY7" fmla="*/ 48251 h 85991"/>
                <a:gd name="csX8" fmla="*/ 956 w 51594"/>
                <a:gd name="csY8" fmla="*/ 22453 h 85991"/>
                <a:gd name="csX9" fmla="*/ 0 w 51594"/>
                <a:gd name="csY9" fmla="*/ 13376 h 85991"/>
                <a:gd name="csX10" fmla="*/ 1433 w 51594"/>
                <a:gd name="csY10" fmla="*/ 5255 h 85991"/>
                <a:gd name="csX11" fmla="*/ 11466 w 51594"/>
                <a:gd name="csY11" fmla="*/ 3822 h 85991"/>
                <a:gd name="csX12" fmla="*/ 19109 w 51594"/>
                <a:gd name="csY12" fmla="*/ 0 h 85991"/>
                <a:gd name="csX13" fmla="*/ 38696 w 51594"/>
                <a:gd name="csY13" fmla="*/ 16721 h 85991"/>
                <a:gd name="csX14" fmla="*/ 48251 w 51594"/>
                <a:gd name="csY14" fmla="*/ 30097 h 859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1594" h="85991">
                  <a:moveTo>
                    <a:pt x="48251" y="30097"/>
                  </a:moveTo>
                  <a:lnTo>
                    <a:pt x="51595" y="41085"/>
                  </a:lnTo>
                  <a:lnTo>
                    <a:pt x="51117" y="62583"/>
                  </a:lnTo>
                  <a:lnTo>
                    <a:pt x="49206" y="84080"/>
                  </a:lnTo>
                  <a:lnTo>
                    <a:pt x="45384" y="85991"/>
                  </a:lnTo>
                  <a:lnTo>
                    <a:pt x="36785" y="72137"/>
                  </a:lnTo>
                  <a:lnTo>
                    <a:pt x="23886" y="57805"/>
                  </a:lnTo>
                  <a:lnTo>
                    <a:pt x="11943" y="48251"/>
                  </a:lnTo>
                  <a:lnTo>
                    <a:pt x="956" y="22453"/>
                  </a:lnTo>
                  <a:lnTo>
                    <a:pt x="0" y="13376"/>
                  </a:lnTo>
                  <a:lnTo>
                    <a:pt x="1433" y="5255"/>
                  </a:lnTo>
                  <a:lnTo>
                    <a:pt x="11466" y="3822"/>
                  </a:lnTo>
                  <a:lnTo>
                    <a:pt x="19109" y="0"/>
                  </a:lnTo>
                  <a:lnTo>
                    <a:pt x="38696" y="16721"/>
                  </a:lnTo>
                  <a:lnTo>
                    <a:pt x="48251" y="3009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2" name="Freeform 2431">
              <a:extLst>
                <a:ext uri="{FF2B5EF4-FFF2-40B4-BE49-F238E27FC236}">
                  <a16:creationId xmlns:a16="http://schemas.microsoft.com/office/drawing/2014/main" id="{DE28BDDE-7A0A-BF48-A5B7-545E32844A4F}"/>
                </a:ext>
              </a:extLst>
            </p:cNvPr>
            <p:cNvSpPr/>
            <p:nvPr/>
          </p:nvSpPr>
          <p:spPr>
            <a:xfrm>
              <a:off x="4991011" y="4757349"/>
              <a:ext cx="2866" cy="2388"/>
            </a:xfrm>
            <a:custGeom>
              <a:avLst/>
              <a:gdLst>
                <a:gd name="csX0" fmla="*/ 2389 w 2866"/>
                <a:gd name="csY0" fmla="*/ 478 h 2388"/>
                <a:gd name="csX1" fmla="*/ 2866 w 2866"/>
                <a:gd name="csY1" fmla="*/ 956 h 2388"/>
                <a:gd name="csX2" fmla="*/ 1433 w 2866"/>
                <a:gd name="csY2" fmla="*/ 1911 h 2388"/>
                <a:gd name="csX3" fmla="*/ 956 w 2866"/>
                <a:gd name="csY3" fmla="*/ 2389 h 2388"/>
                <a:gd name="csX4" fmla="*/ 0 w 2866"/>
                <a:gd name="csY4" fmla="*/ 1911 h 2388"/>
                <a:gd name="csX5" fmla="*/ 0 w 2866"/>
                <a:gd name="csY5" fmla="*/ 1433 h 2388"/>
                <a:gd name="csX6" fmla="*/ 478 w 2866"/>
                <a:gd name="csY6" fmla="*/ 1433 h 2388"/>
                <a:gd name="csX7" fmla="*/ 956 w 2866"/>
                <a:gd name="csY7" fmla="*/ 0 h 2388"/>
                <a:gd name="csX8" fmla="*/ 2389 w 2866"/>
                <a:gd name="csY8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388">
                  <a:moveTo>
                    <a:pt x="2389" y="478"/>
                  </a:moveTo>
                  <a:lnTo>
                    <a:pt x="2866" y="956"/>
                  </a:lnTo>
                  <a:lnTo>
                    <a:pt x="1433" y="1911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1433"/>
                  </a:lnTo>
                  <a:lnTo>
                    <a:pt x="956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3" name="Freeform 2432">
              <a:extLst>
                <a:ext uri="{FF2B5EF4-FFF2-40B4-BE49-F238E27FC236}">
                  <a16:creationId xmlns:a16="http://schemas.microsoft.com/office/drawing/2014/main" id="{8C2783C9-EC3C-F0C7-E1EF-6D474036D010}"/>
                </a:ext>
              </a:extLst>
            </p:cNvPr>
            <p:cNvSpPr/>
            <p:nvPr/>
          </p:nvSpPr>
          <p:spPr>
            <a:xfrm>
              <a:off x="4982412" y="5176318"/>
              <a:ext cx="4299" cy="4299"/>
            </a:xfrm>
            <a:custGeom>
              <a:avLst/>
              <a:gdLst>
                <a:gd name="csX0" fmla="*/ 3822 w 4299"/>
                <a:gd name="csY0" fmla="*/ 955 h 4299"/>
                <a:gd name="csX1" fmla="*/ 4299 w 4299"/>
                <a:gd name="csY1" fmla="*/ 1911 h 4299"/>
                <a:gd name="csX2" fmla="*/ 3822 w 4299"/>
                <a:gd name="csY2" fmla="*/ 2389 h 4299"/>
                <a:gd name="csX3" fmla="*/ 3822 w 4299"/>
                <a:gd name="csY3" fmla="*/ 3344 h 4299"/>
                <a:gd name="csX4" fmla="*/ 3822 w 4299"/>
                <a:gd name="csY4" fmla="*/ 4299 h 4299"/>
                <a:gd name="csX5" fmla="*/ 2866 w 4299"/>
                <a:gd name="csY5" fmla="*/ 3822 h 4299"/>
                <a:gd name="csX6" fmla="*/ 478 w 4299"/>
                <a:gd name="csY6" fmla="*/ 4299 h 4299"/>
                <a:gd name="csX7" fmla="*/ 0 w 4299"/>
                <a:gd name="csY7" fmla="*/ 3344 h 4299"/>
                <a:gd name="csX8" fmla="*/ 2866 w 4299"/>
                <a:gd name="csY8" fmla="*/ 0 h 4299"/>
                <a:gd name="csX9" fmla="*/ 3344 w 4299"/>
                <a:gd name="csY9" fmla="*/ 478 h 4299"/>
                <a:gd name="csX10" fmla="*/ 3822 w 4299"/>
                <a:gd name="csY10" fmla="*/ 955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4299">
                  <a:moveTo>
                    <a:pt x="3822" y="955"/>
                  </a:moveTo>
                  <a:lnTo>
                    <a:pt x="4299" y="1911"/>
                  </a:lnTo>
                  <a:lnTo>
                    <a:pt x="3822" y="2389"/>
                  </a:lnTo>
                  <a:lnTo>
                    <a:pt x="3822" y="3344"/>
                  </a:lnTo>
                  <a:lnTo>
                    <a:pt x="3822" y="4299"/>
                  </a:lnTo>
                  <a:lnTo>
                    <a:pt x="2866" y="3822"/>
                  </a:lnTo>
                  <a:lnTo>
                    <a:pt x="478" y="4299"/>
                  </a:lnTo>
                  <a:lnTo>
                    <a:pt x="0" y="3344"/>
                  </a:lnTo>
                  <a:lnTo>
                    <a:pt x="2866" y="0"/>
                  </a:lnTo>
                  <a:lnTo>
                    <a:pt x="3344" y="478"/>
                  </a:lnTo>
                  <a:lnTo>
                    <a:pt x="3822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4" name="Freeform 2433">
              <a:extLst>
                <a:ext uri="{FF2B5EF4-FFF2-40B4-BE49-F238E27FC236}">
                  <a16:creationId xmlns:a16="http://schemas.microsoft.com/office/drawing/2014/main" id="{60210538-73BB-4AE3-D2F9-FE6A8BFB9B01}"/>
                </a:ext>
              </a:extLst>
            </p:cNvPr>
            <p:cNvSpPr/>
            <p:nvPr/>
          </p:nvSpPr>
          <p:spPr>
            <a:xfrm>
              <a:off x="4955659" y="3333238"/>
              <a:ext cx="11943" cy="10509"/>
            </a:xfrm>
            <a:custGeom>
              <a:avLst/>
              <a:gdLst>
                <a:gd name="csX0" fmla="*/ 11943 w 11943"/>
                <a:gd name="csY0" fmla="*/ 0 h 10509"/>
                <a:gd name="csX1" fmla="*/ 11466 w 11943"/>
                <a:gd name="csY1" fmla="*/ 1911 h 10509"/>
                <a:gd name="csX2" fmla="*/ 10988 w 11943"/>
                <a:gd name="csY2" fmla="*/ 3822 h 10509"/>
                <a:gd name="csX3" fmla="*/ 10510 w 11943"/>
                <a:gd name="csY3" fmla="*/ 6210 h 10509"/>
                <a:gd name="csX4" fmla="*/ 8121 w 11943"/>
                <a:gd name="csY4" fmla="*/ 10510 h 10509"/>
                <a:gd name="csX5" fmla="*/ 6210 w 11943"/>
                <a:gd name="csY5" fmla="*/ 9555 h 10509"/>
                <a:gd name="csX6" fmla="*/ 4777 w 11943"/>
                <a:gd name="csY6" fmla="*/ 7644 h 10509"/>
                <a:gd name="csX7" fmla="*/ 2867 w 11943"/>
                <a:gd name="csY7" fmla="*/ 6688 h 10509"/>
                <a:gd name="csX8" fmla="*/ 478 w 11943"/>
                <a:gd name="csY8" fmla="*/ 6688 h 10509"/>
                <a:gd name="csX9" fmla="*/ 0 w 11943"/>
                <a:gd name="csY9" fmla="*/ 6210 h 10509"/>
                <a:gd name="csX10" fmla="*/ 8121 w 11943"/>
                <a:gd name="csY10" fmla="*/ 1433 h 10509"/>
                <a:gd name="csX11" fmla="*/ 11943 w 11943"/>
                <a:gd name="csY11" fmla="*/ 0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1943" h="10509">
                  <a:moveTo>
                    <a:pt x="11943" y="0"/>
                  </a:moveTo>
                  <a:lnTo>
                    <a:pt x="11466" y="1911"/>
                  </a:lnTo>
                  <a:lnTo>
                    <a:pt x="10988" y="3822"/>
                  </a:lnTo>
                  <a:lnTo>
                    <a:pt x="10510" y="6210"/>
                  </a:lnTo>
                  <a:lnTo>
                    <a:pt x="8121" y="10510"/>
                  </a:lnTo>
                  <a:lnTo>
                    <a:pt x="6210" y="9555"/>
                  </a:lnTo>
                  <a:lnTo>
                    <a:pt x="4777" y="7644"/>
                  </a:lnTo>
                  <a:lnTo>
                    <a:pt x="2867" y="6688"/>
                  </a:lnTo>
                  <a:lnTo>
                    <a:pt x="478" y="6688"/>
                  </a:lnTo>
                  <a:lnTo>
                    <a:pt x="0" y="6210"/>
                  </a:lnTo>
                  <a:lnTo>
                    <a:pt x="8121" y="1433"/>
                  </a:lnTo>
                  <a:lnTo>
                    <a:pt x="1194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5" name="Freeform 2434">
              <a:extLst>
                <a:ext uri="{FF2B5EF4-FFF2-40B4-BE49-F238E27FC236}">
                  <a16:creationId xmlns:a16="http://schemas.microsoft.com/office/drawing/2014/main" id="{222DDDCB-695F-A049-3FC2-2D7037DD5D80}"/>
                </a:ext>
              </a:extLst>
            </p:cNvPr>
            <p:cNvSpPr/>
            <p:nvPr/>
          </p:nvSpPr>
          <p:spPr>
            <a:xfrm>
              <a:off x="4920785" y="5249888"/>
              <a:ext cx="3344" cy="8599"/>
            </a:xfrm>
            <a:custGeom>
              <a:avLst/>
              <a:gdLst>
                <a:gd name="csX0" fmla="*/ 2866 w 3344"/>
                <a:gd name="csY0" fmla="*/ 0 h 8599"/>
                <a:gd name="csX1" fmla="*/ 3344 w 3344"/>
                <a:gd name="csY1" fmla="*/ 956 h 8599"/>
                <a:gd name="csX2" fmla="*/ 2866 w 3344"/>
                <a:gd name="csY2" fmla="*/ 3344 h 8599"/>
                <a:gd name="csX3" fmla="*/ 1433 w 3344"/>
                <a:gd name="csY3" fmla="*/ 6210 h 8599"/>
                <a:gd name="csX4" fmla="*/ 1433 w 3344"/>
                <a:gd name="csY4" fmla="*/ 7644 h 8599"/>
                <a:gd name="csX5" fmla="*/ 0 w 3344"/>
                <a:gd name="csY5" fmla="*/ 8599 h 8599"/>
                <a:gd name="csX6" fmla="*/ 478 w 3344"/>
                <a:gd name="csY6" fmla="*/ 3822 h 8599"/>
                <a:gd name="csX7" fmla="*/ 956 w 3344"/>
                <a:gd name="csY7" fmla="*/ 1911 h 8599"/>
                <a:gd name="csX8" fmla="*/ 1911 w 3344"/>
                <a:gd name="csY8" fmla="*/ 956 h 8599"/>
                <a:gd name="csX9" fmla="*/ 2866 w 3344"/>
                <a:gd name="csY9" fmla="*/ 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8599">
                  <a:moveTo>
                    <a:pt x="2866" y="0"/>
                  </a:moveTo>
                  <a:lnTo>
                    <a:pt x="3344" y="956"/>
                  </a:lnTo>
                  <a:lnTo>
                    <a:pt x="2866" y="3344"/>
                  </a:lnTo>
                  <a:lnTo>
                    <a:pt x="1433" y="6210"/>
                  </a:lnTo>
                  <a:lnTo>
                    <a:pt x="1433" y="7644"/>
                  </a:lnTo>
                  <a:lnTo>
                    <a:pt x="0" y="8599"/>
                  </a:lnTo>
                  <a:lnTo>
                    <a:pt x="478" y="3822"/>
                  </a:lnTo>
                  <a:lnTo>
                    <a:pt x="956" y="1911"/>
                  </a:lnTo>
                  <a:lnTo>
                    <a:pt x="1911" y="956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6" name="Freeform 2435">
              <a:extLst>
                <a:ext uri="{FF2B5EF4-FFF2-40B4-BE49-F238E27FC236}">
                  <a16:creationId xmlns:a16="http://schemas.microsoft.com/office/drawing/2014/main" id="{36567493-CE4E-9386-FE06-5FA725AF5F7A}"/>
                </a:ext>
              </a:extLst>
            </p:cNvPr>
            <p:cNvSpPr/>
            <p:nvPr/>
          </p:nvSpPr>
          <p:spPr>
            <a:xfrm>
              <a:off x="4876356" y="4736807"/>
              <a:ext cx="47772" cy="30096"/>
            </a:xfrm>
            <a:custGeom>
              <a:avLst/>
              <a:gdLst>
                <a:gd name="csX0" fmla="*/ 47773 w 47772"/>
                <a:gd name="csY0" fmla="*/ 3344 h 30096"/>
                <a:gd name="csX1" fmla="*/ 47773 w 47772"/>
                <a:gd name="csY1" fmla="*/ 4299 h 30096"/>
                <a:gd name="csX2" fmla="*/ 46817 w 47772"/>
                <a:gd name="csY2" fmla="*/ 5733 h 30096"/>
                <a:gd name="csX3" fmla="*/ 46340 w 47772"/>
                <a:gd name="csY3" fmla="*/ 7644 h 30096"/>
                <a:gd name="csX4" fmla="*/ 45862 w 47772"/>
                <a:gd name="csY4" fmla="*/ 10032 h 30096"/>
                <a:gd name="csX5" fmla="*/ 44906 w 47772"/>
                <a:gd name="csY5" fmla="*/ 10032 h 30096"/>
                <a:gd name="csX6" fmla="*/ 44429 w 47772"/>
                <a:gd name="csY6" fmla="*/ 10032 h 30096"/>
                <a:gd name="csX7" fmla="*/ 44906 w 47772"/>
                <a:gd name="csY7" fmla="*/ 12421 h 30096"/>
                <a:gd name="csX8" fmla="*/ 44429 w 47772"/>
                <a:gd name="csY8" fmla="*/ 12898 h 30096"/>
                <a:gd name="csX9" fmla="*/ 43951 w 47772"/>
                <a:gd name="csY9" fmla="*/ 13854 h 30096"/>
                <a:gd name="csX10" fmla="*/ 42996 w 47772"/>
                <a:gd name="csY10" fmla="*/ 15765 h 30096"/>
                <a:gd name="csX11" fmla="*/ 41563 w 47772"/>
                <a:gd name="csY11" fmla="*/ 17676 h 30096"/>
                <a:gd name="csX12" fmla="*/ 41085 w 47772"/>
                <a:gd name="csY12" fmla="*/ 18154 h 30096"/>
                <a:gd name="csX13" fmla="*/ 39651 w 47772"/>
                <a:gd name="csY13" fmla="*/ 19109 h 30096"/>
                <a:gd name="csX14" fmla="*/ 38696 w 47772"/>
                <a:gd name="csY14" fmla="*/ 20064 h 30096"/>
                <a:gd name="csX15" fmla="*/ 39174 w 47772"/>
                <a:gd name="csY15" fmla="*/ 21020 h 30096"/>
                <a:gd name="csX16" fmla="*/ 39651 w 47772"/>
                <a:gd name="csY16" fmla="*/ 21498 h 30096"/>
                <a:gd name="csX17" fmla="*/ 39174 w 47772"/>
                <a:gd name="csY17" fmla="*/ 22931 h 30096"/>
                <a:gd name="csX18" fmla="*/ 37263 w 47772"/>
                <a:gd name="csY18" fmla="*/ 24364 h 30096"/>
                <a:gd name="csX19" fmla="*/ 35830 w 47772"/>
                <a:gd name="csY19" fmla="*/ 24842 h 30096"/>
                <a:gd name="csX20" fmla="*/ 34874 w 47772"/>
                <a:gd name="csY20" fmla="*/ 25320 h 30096"/>
                <a:gd name="csX21" fmla="*/ 33919 w 47772"/>
                <a:gd name="csY21" fmla="*/ 24842 h 30096"/>
                <a:gd name="csX22" fmla="*/ 32486 w 47772"/>
                <a:gd name="csY22" fmla="*/ 23409 h 30096"/>
                <a:gd name="csX23" fmla="*/ 32008 w 47772"/>
                <a:gd name="csY23" fmla="*/ 24364 h 30096"/>
                <a:gd name="csX24" fmla="*/ 31530 w 47772"/>
                <a:gd name="csY24" fmla="*/ 25797 h 30096"/>
                <a:gd name="csX25" fmla="*/ 31052 w 47772"/>
                <a:gd name="csY25" fmla="*/ 26753 h 30096"/>
                <a:gd name="csX26" fmla="*/ 28664 w 47772"/>
                <a:gd name="csY26" fmla="*/ 26753 h 30096"/>
                <a:gd name="csX27" fmla="*/ 27708 w 47772"/>
                <a:gd name="csY27" fmla="*/ 25797 h 30096"/>
                <a:gd name="csX28" fmla="*/ 25797 w 47772"/>
                <a:gd name="csY28" fmla="*/ 25320 h 30096"/>
                <a:gd name="csX29" fmla="*/ 25320 w 47772"/>
                <a:gd name="csY29" fmla="*/ 27230 h 30096"/>
                <a:gd name="csX30" fmla="*/ 23886 w 47772"/>
                <a:gd name="csY30" fmla="*/ 28664 h 30096"/>
                <a:gd name="csX31" fmla="*/ 22931 w 47772"/>
                <a:gd name="csY31" fmla="*/ 29141 h 30096"/>
                <a:gd name="csX32" fmla="*/ 20542 w 47772"/>
                <a:gd name="csY32" fmla="*/ 29619 h 30096"/>
                <a:gd name="csX33" fmla="*/ 19587 w 47772"/>
                <a:gd name="csY33" fmla="*/ 30097 h 30096"/>
                <a:gd name="csX34" fmla="*/ 17676 w 47772"/>
                <a:gd name="csY34" fmla="*/ 29619 h 30096"/>
                <a:gd name="csX35" fmla="*/ 15765 w 47772"/>
                <a:gd name="csY35" fmla="*/ 28664 h 30096"/>
                <a:gd name="csX36" fmla="*/ 14332 w 47772"/>
                <a:gd name="csY36" fmla="*/ 28664 h 30096"/>
                <a:gd name="csX37" fmla="*/ 13854 w 47772"/>
                <a:gd name="csY37" fmla="*/ 29141 h 30096"/>
                <a:gd name="csX38" fmla="*/ 9077 w 47772"/>
                <a:gd name="csY38" fmla="*/ 29619 h 30096"/>
                <a:gd name="csX39" fmla="*/ 7166 w 47772"/>
                <a:gd name="csY39" fmla="*/ 30097 h 30096"/>
                <a:gd name="csX40" fmla="*/ 5733 w 47772"/>
                <a:gd name="csY40" fmla="*/ 30097 h 30096"/>
                <a:gd name="csX41" fmla="*/ 3822 w 47772"/>
                <a:gd name="csY41" fmla="*/ 28664 h 30096"/>
                <a:gd name="csX42" fmla="*/ 3344 w 47772"/>
                <a:gd name="csY42" fmla="*/ 27230 h 30096"/>
                <a:gd name="csX43" fmla="*/ 2389 w 47772"/>
                <a:gd name="csY43" fmla="*/ 25320 h 30096"/>
                <a:gd name="csX44" fmla="*/ 1433 w 47772"/>
                <a:gd name="csY44" fmla="*/ 22453 h 30096"/>
                <a:gd name="csX45" fmla="*/ 956 w 47772"/>
                <a:gd name="csY45" fmla="*/ 20064 h 30096"/>
                <a:gd name="csX46" fmla="*/ 1433 w 47772"/>
                <a:gd name="csY46" fmla="*/ 18154 h 30096"/>
                <a:gd name="csX47" fmla="*/ 2389 w 47772"/>
                <a:gd name="csY47" fmla="*/ 18154 h 30096"/>
                <a:gd name="csX48" fmla="*/ 3822 w 47772"/>
                <a:gd name="csY48" fmla="*/ 18631 h 30096"/>
                <a:gd name="csX49" fmla="*/ 4299 w 47772"/>
                <a:gd name="csY49" fmla="*/ 18154 h 30096"/>
                <a:gd name="csX50" fmla="*/ 4299 w 47772"/>
                <a:gd name="csY50" fmla="*/ 17676 h 30096"/>
                <a:gd name="csX51" fmla="*/ 4299 w 47772"/>
                <a:gd name="csY51" fmla="*/ 17198 h 30096"/>
                <a:gd name="csX52" fmla="*/ 1911 w 47772"/>
                <a:gd name="csY52" fmla="*/ 17198 h 30096"/>
                <a:gd name="csX53" fmla="*/ 478 w 47772"/>
                <a:gd name="csY53" fmla="*/ 16243 h 30096"/>
                <a:gd name="csX54" fmla="*/ 0 w 47772"/>
                <a:gd name="csY54" fmla="*/ 14332 h 30096"/>
                <a:gd name="csX55" fmla="*/ 478 w 47772"/>
                <a:gd name="csY55" fmla="*/ 10032 h 30096"/>
                <a:gd name="csX56" fmla="*/ 478 w 47772"/>
                <a:gd name="csY56" fmla="*/ 9555 h 30096"/>
                <a:gd name="csX57" fmla="*/ 1433 w 47772"/>
                <a:gd name="csY57" fmla="*/ 8121 h 30096"/>
                <a:gd name="csX58" fmla="*/ 1911 w 47772"/>
                <a:gd name="csY58" fmla="*/ 7166 h 30096"/>
                <a:gd name="csX59" fmla="*/ 1433 w 47772"/>
                <a:gd name="csY59" fmla="*/ 6210 h 30096"/>
                <a:gd name="csX60" fmla="*/ 1911 w 47772"/>
                <a:gd name="csY60" fmla="*/ 4299 h 30096"/>
                <a:gd name="csX61" fmla="*/ 2866 w 47772"/>
                <a:gd name="csY61" fmla="*/ 2866 h 30096"/>
                <a:gd name="csX62" fmla="*/ 6688 w 47772"/>
                <a:gd name="csY62" fmla="*/ 478 h 30096"/>
                <a:gd name="csX63" fmla="*/ 10988 w 47772"/>
                <a:gd name="csY63" fmla="*/ 0 h 30096"/>
                <a:gd name="csX64" fmla="*/ 23409 w 47772"/>
                <a:gd name="csY64" fmla="*/ 1911 h 30096"/>
                <a:gd name="csX65" fmla="*/ 24842 w 47772"/>
                <a:gd name="csY65" fmla="*/ 1911 h 30096"/>
                <a:gd name="csX66" fmla="*/ 27708 w 47772"/>
                <a:gd name="csY66" fmla="*/ 1433 h 30096"/>
                <a:gd name="csX67" fmla="*/ 29619 w 47772"/>
                <a:gd name="csY67" fmla="*/ 955 h 30096"/>
                <a:gd name="csX68" fmla="*/ 31530 w 47772"/>
                <a:gd name="csY68" fmla="*/ 478 h 30096"/>
                <a:gd name="csX69" fmla="*/ 33441 w 47772"/>
                <a:gd name="csY69" fmla="*/ 478 h 30096"/>
                <a:gd name="csX70" fmla="*/ 40129 w 47772"/>
                <a:gd name="csY70" fmla="*/ 1433 h 30096"/>
                <a:gd name="csX71" fmla="*/ 43951 w 47772"/>
                <a:gd name="csY71" fmla="*/ 1911 h 30096"/>
                <a:gd name="csX72" fmla="*/ 45384 w 47772"/>
                <a:gd name="csY72" fmla="*/ 2389 h 30096"/>
                <a:gd name="csX73" fmla="*/ 46817 w 47772"/>
                <a:gd name="csY73" fmla="*/ 2866 h 30096"/>
                <a:gd name="csX74" fmla="*/ 47773 w 47772"/>
                <a:gd name="csY74" fmla="*/ 3344 h 300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</a:cxnLst>
              <a:rect l="l" t="t" r="r" b="b"/>
              <a:pathLst>
                <a:path w="47772" h="30096">
                  <a:moveTo>
                    <a:pt x="47773" y="3344"/>
                  </a:moveTo>
                  <a:lnTo>
                    <a:pt x="47773" y="4299"/>
                  </a:lnTo>
                  <a:lnTo>
                    <a:pt x="46817" y="5733"/>
                  </a:lnTo>
                  <a:lnTo>
                    <a:pt x="46340" y="7644"/>
                  </a:lnTo>
                  <a:lnTo>
                    <a:pt x="45862" y="10032"/>
                  </a:lnTo>
                  <a:lnTo>
                    <a:pt x="44906" y="10032"/>
                  </a:lnTo>
                  <a:lnTo>
                    <a:pt x="44429" y="10032"/>
                  </a:lnTo>
                  <a:lnTo>
                    <a:pt x="44906" y="12421"/>
                  </a:lnTo>
                  <a:lnTo>
                    <a:pt x="44429" y="12898"/>
                  </a:lnTo>
                  <a:lnTo>
                    <a:pt x="43951" y="13854"/>
                  </a:lnTo>
                  <a:lnTo>
                    <a:pt x="42996" y="15765"/>
                  </a:lnTo>
                  <a:lnTo>
                    <a:pt x="41563" y="17676"/>
                  </a:lnTo>
                  <a:lnTo>
                    <a:pt x="41085" y="18154"/>
                  </a:lnTo>
                  <a:lnTo>
                    <a:pt x="39651" y="19109"/>
                  </a:lnTo>
                  <a:lnTo>
                    <a:pt x="38696" y="20064"/>
                  </a:lnTo>
                  <a:lnTo>
                    <a:pt x="39174" y="21020"/>
                  </a:lnTo>
                  <a:lnTo>
                    <a:pt x="39651" y="21498"/>
                  </a:lnTo>
                  <a:lnTo>
                    <a:pt x="39174" y="22931"/>
                  </a:lnTo>
                  <a:lnTo>
                    <a:pt x="37263" y="24364"/>
                  </a:lnTo>
                  <a:lnTo>
                    <a:pt x="35830" y="24842"/>
                  </a:lnTo>
                  <a:lnTo>
                    <a:pt x="34874" y="25320"/>
                  </a:lnTo>
                  <a:lnTo>
                    <a:pt x="33919" y="24842"/>
                  </a:lnTo>
                  <a:lnTo>
                    <a:pt x="32486" y="23409"/>
                  </a:lnTo>
                  <a:lnTo>
                    <a:pt x="32008" y="24364"/>
                  </a:lnTo>
                  <a:lnTo>
                    <a:pt x="31530" y="25797"/>
                  </a:lnTo>
                  <a:lnTo>
                    <a:pt x="31052" y="26753"/>
                  </a:lnTo>
                  <a:lnTo>
                    <a:pt x="28664" y="26753"/>
                  </a:lnTo>
                  <a:lnTo>
                    <a:pt x="27708" y="25797"/>
                  </a:lnTo>
                  <a:lnTo>
                    <a:pt x="25797" y="25320"/>
                  </a:lnTo>
                  <a:lnTo>
                    <a:pt x="25320" y="27230"/>
                  </a:lnTo>
                  <a:lnTo>
                    <a:pt x="23886" y="28664"/>
                  </a:lnTo>
                  <a:lnTo>
                    <a:pt x="22931" y="29141"/>
                  </a:lnTo>
                  <a:lnTo>
                    <a:pt x="20542" y="29619"/>
                  </a:lnTo>
                  <a:lnTo>
                    <a:pt x="19587" y="30097"/>
                  </a:lnTo>
                  <a:lnTo>
                    <a:pt x="17676" y="29619"/>
                  </a:lnTo>
                  <a:lnTo>
                    <a:pt x="15765" y="28664"/>
                  </a:lnTo>
                  <a:lnTo>
                    <a:pt x="14332" y="28664"/>
                  </a:lnTo>
                  <a:lnTo>
                    <a:pt x="13854" y="29141"/>
                  </a:lnTo>
                  <a:lnTo>
                    <a:pt x="9077" y="29619"/>
                  </a:lnTo>
                  <a:lnTo>
                    <a:pt x="7166" y="30097"/>
                  </a:lnTo>
                  <a:lnTo>
                    <a:pt x="5733" y="30097"/>
                  </a:lnTo>
                  <a:lnTo>
                    <a:pt x="3822" y="28664"/>
                  </a:lnTo>
                  <a:lnTo>
                    <a:pt x="3344" y="27230"/>
                  </a:lnTo>
                  <a:lnTo>
                    <a:pt x="2389" y="25320"/>
                  </a:lnTo>
                  <a:lnTo>
                    <a:pt x="1433" y="22453"/>
                  </a:lnTo>
                  <a:lnTo>
                    <a:pt x="956" y="20064"/>
                  </a:lnTo>
                  <a:lnTo>
                    <a:pt x="1433" y="18154"/>
                  </a:lnTo>
                  <a:lnTo>
                    <a:pt x="2389" y="18154"/>
                  </a:lnTo>
                  <a:lnTo>
                    <a:pt x="3822" y="18631"/>
                  </a:lnTo>
                  <a:lnTo>
                    <a:pt x="4299" y="18154"/>
                  </a:lnTo>
                  <a:lnTo>
                    <a:pt x="4299" y="17676"/>
                  </a:lnTo>
                  <a:lnTo>
                    <a:pt x="4299" y="17198"/>
                  </a:lnTo>
                  <a:lnTo>
                    <a:pt x="1911" y="17198"/>
                  </a:lnTo>
                  <a:lnTo>
                    <a:pt x="478" y="16243"/>
                  </a:lnTo>
                  <a:lnTo>
                    <a:pt x="0" y="14332"/>
                  </a:lnTo>
                  <a:lnTo>
                    <a:pt x="478" y="10032"/>
                  </a:lnTo>
                  <a:lnTo>
                    <a:pt x="478" y="9555"/>
                  </a:lnTo>
                  <a:lnTo>
                    <a:pt x="1433" y="8121"/>
                  </a:lnTo>
                  <a:lnTo>
                    <a:pt x="1911" y="7166"/>
                  </a:lnTo>
                  <a:lnTo>
                    <a:pt x="1433" y="6210"/>
                  </a:lnTo>
                  <a:lnTo>
                    <a:pt x="1911" y="4299"/>
                  </a:lnTo>
                  <a:lnTo>
                    <a:pt x="2866" y="2866"/>
                  </a:lnTo>
                  <a:lnTo>
                    <a:pt x="6688" y="478"/>
                  </a:lnTo>
                  <a:lnTo>
                    <a:pt x="10988" y="0"/>
                  </a:lnTo>
                  <a:lnTo>
                    <a:pt x="23409" y="1911"/>
                  </a:lnTo>
                  <a:lnTo>
                    <a:pt x="24842" y="1911"/>
                  </a:lnTo>
                  <a:lnTo>
                    <a:pt x="27708" y="1433"/>
                  </a:lnTo>
                  <a:lnTo>
                    <a:pt x="29619" y="955"/>
                  </a:lnTo>
                  <a:lnTo>
                    <a:pt x="31530" y="478"/>
                  </a:lnTo>
                  <a:lnTo>
                    <a:pt x="33441" y="478"/>
                  </a:lnTo>
                  <a:lnTo>
                    <a:pt x="40129" y="1433"/>
                  </a:lnTo>
                  <a:lnTo>
                    <a:pt x="43951" y="1911"/>
                  </a:lnTo>
                  <a:lnTo>
                    <a:pt x="45384" y="2389"/>
                  </a:lnTo>
                  <a:lnTo>
                    <a:pt x="46817" y="2866"/>
                  </a:lnTo>
                  <a:lnTo>
                    <a:pt x="4777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7" name="Freeform 2436">
              <a:extLst>
                <a:ext uri="{FF2B5EF4-FFF2-40B4-BE49-F238E27FC236}">
                  <a16:creationId xmlns:a16="http://schemas.microsoft.com/office/drawing/2014/main" id="{625FC04E-4217-1F5A-4890-3A7226842FCD}"/>
                </a:ext>
              </a:extLst>
            </p:cNvPr>
            <p:cNvSpPr/>
            <p:nvPr/>
          </p:nvSpPr>
          <p:spPr>
            <a:xfrm>
              <a:off x="4918874" y="5225046"/>
              <a:ext cx="3344" cy="4777"/>
            </a:xfrm>
            <a:custGeom>
              <a:avLst/>
              <a:gdLst>
                <a:gd name="csX0" fmla="*/ 2389 w 3344"/>
                <a:gd name="csY0" fmla="*/ 0 h 4777"/>
                <a:gd name="csX1" fmla="*/ 3344 w 3344"/>
                <a:gd name="csY1" fmla="*/ 956 h 4777"/>
                <a:gd name="csX2" fmla="*/ 2389 w 3344"/>
                <a:gd name="csY2" fmla="*/ 2867 h 4777"/>
                <a:gd name="csX3" fmla="*/ 1911 w 3344"/>
                <a:gd name="csY3" fmla="*/ 4300 h 4777"/>
                <a:gd name="csX4" fmla="*/ 1433 w 3344"/>
                <a:gd name="csY4" fmla="*/ 4777 h 4777"/>
                <a:gd name="csX5" fmla="*/ 956 w 3344"/>
                <a:gd name="csY5" fmla="*/ 4777 h 4777"/>
                <a:gd name="csX6" fmla="*/ 0 w 3344"/>
                <a:gd name="csY6" fmla="*/ 2389 h 4777"/>
                <a:gd name="csX7" fmla="*/ 2389 w 3344"/>
                <a:gd name="csY7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4777">
                  <a:moveTo>
                    <a:pt x="2389" y="0"/>
                  </a:moveTo>
                  <a:lnTo>
                    <a:pt x="3344" y="956"/>
                  </a:lnTo>
                  <a:lnTo>
                    <a:pt x="2389" y="2867"/>
                  </a:lnTo>
                  <a:lnTo>
                    <a:pt x="1911" y="4300"/>
                  </a:lnTo>
                  <a:lnTo>
                    <a:pt x="1433" y="4777"/>
                  </a:lnTo>
                  <a:lnTo>
                    <a:pt x="956" y="4777"/>
                  </a:lnTo>
                  <a:lnTo>
                    <a:pt x="0" y="2389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8" name="Freeform 2437">
              <a:extLst>
                <a:ext uri="{FF2B5EF4-FFF2-40B4-BE49-F238E27FC236}">
                  <a16:creationId xmlns:a16="http://schemas.microsoft.com/office/drawing/2014/main" id="{DB48D710-8C7F-C469-4473-B13F674AAF95}"/>
                </a:ext>
              </a:extLst>
            </p:cNvPr>
            <p:cNvSpPr/>
            <p:nvPr/>
          </p:nvSpPr>
          <p:spPr>
            <a:xfrm>
              <a:off x="4895465" y="4732985"/>
              <a:ext cx="9076" cy="4299"/>
            </a:xfrm>
            <a:custGeom>
              <a:avLst/>
              <a:gdLst>
                <a:gd name="csX0" fmla="*/ 8599 w 9076"/>
                <a:gd name="csY0" fmla="*/ 478 h 4299"/>
                <a:gd name="csX1" fmla="*/ 9077 w 9076"/>
                <a:gd name="csY1" fmla="*/ 1433 h 4299"/>
                <a:gd name="csX2" fmla="*/ 9077 w 9076"/>
                <a:gd name="csY2" fmla="*/ 2389 h 4299"/>
                <a:gd name="csX3" fmla="*/ 7644 w 9076"/>
                <a:gd name="csY3" fmla="*/ 3822 h 4299"/>
                <a:gd name="csX4" fmla="*/ 2389 w 9076"/>
                <a:gd name="csY4" fmla="*/ 4300 h 4299"/>
                <a:gd name="csX5" fmla="*/ 0 w 9076"/>
                <a:gd name="csY5" fmla="*/ 3344 h 4299"/>
                <a:gd name="csX6" fmla="*/ 478 w 9076"/>
                <a:gd name="csY6" fmla="*/ 2389 h 4299"/>
                <a:gd name="csX7" fmla="*/ 2389 w 9076"/>
                <a:gd name="csY7" fmla="*/ 1433 h 4299"/>
                <a:gd name="csX8" fmla="*/ 4777 w 9076"/>
                <a:gd name="csY8" fmla="*/ 478 h 4299"/>
                <a:gd name="csX9" fmla="*/ 6688 w 9076"/>
                <a:gd name="csY9" fmla="*/ 0 h 4299"/>
                <a:gd name="csX10" fmla="*/ 8599 w 9076"/>
                <a:gd name="csY10" fmla="*/ 478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076" h="4299">
                  <a:moveTo>
                    <a:pt x="8599" y="478"/>
                  </a:moveTo>
                  <a:lnTo>
                    <a:pt x="9077" y="1433"/>
                  </a:lnTo>
                  <a:lnTo>
                    <a:pt x="9077" y="2389"/>
                  </a:lnTo>
                  <a:lnTo>
                    <a:pt x="7644" y="3822"/>
                  </a:lnTo>
                  <a:lnTo>
                    <a:pt x="2389" y="4300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2389" y="1433"/>
                  </a:lnTo>
                  <a:lnTo>
                    <a:pt x="4777" y="478"/>
                  </a:lnTo>
                  <a:lnTo>
                    <a:pt x="6688" y="0"/>
                  </a:lnTo>
                  <a:lnTo>
                    <a:pt x="859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9" name="Freeform 2438">
              <a:extLst>
                <a:ext uri="{FF2B5EF4-FFF2-40B4-BE49-F238E27FC236}">
                  <a16:creationId xmlns:a16="http://schemas.microsoft.com/office/drawing/2014/main" id="{776FE62D-40C9-12BB-9CD7-F94287A8D8BD}"/>
                </a:ext>
              </a:extLst>
            </p:cNvPr>
            <p:cNvSpPr/>
            <p:nvPr/>
          </p:nvSpPr>
          <p:spPr>
            <a:xfrm>
              <a:off x="4885433" y="4729163"/>
              <a:ext cx="12898" cy="5732"/>
            </a:xfrm>
            <a:custGeom>
              <a:avLst/>
              <a:gdLst>
                <a:gd name="csX0" fmla="*/ 11943 w 12898"/>
                <a:gd name="csY0" fmla="*/ 478 h 5732"/>
                <a:gd name="csX1" fmla="*/ 12899 w 12898"/>
                <a:gd name="csY1" fmla="*/ 1433 h 5732"/>
                <a:gd name="csX2" fmla="*/ 10032 w 12898"/>
                <a:gd name="csY2" fmla="*/ 5255 h 5732"/>
                <a:gd name="csX3" fmla="*/ 8599 w 12898"/>
                <a:gd name="csY3" fmla="*/ 5733 h 5732"/>
                <a:gd name="csX4" fmla="*/ 6688 w 12898"/>
                <a:gd name="csY4" fmla="*/ 5733 h 5732"/>
                <a:gd name="csX5" fmla="*/ 4300 w 12898"/>
                <a:gd name="csY5" fmla="*/ 4777 h 5732"/>
                <a:gd name="csX6" fmla="*/ 956 w 12898"/>
                <a:gd name="csY6" fmla="*/ 4777 h 5732"/>
                <a:gd name="csX7" fmla="*/ 0 w 12898"/>
                <a:gd name="csY7" fmla="*/ 4777 h 5732"/>
                <a:gd name="csX8" fmla="*/ 0 w 12898"/>
                <a:gd name="csY8" fmla="*/ 2867 h 5732"/>
                <a:gd name="csX9" fmla="*/ 1433 w 12898"/>
                <a:gd name="csY9" fmla="*/ 1433 h 5732"/>
                <a:gd name="csX10" fmla="*/ 4300 w 12898"/>
                <a:gd name="csY10" fmla="*/ 1433 h 5732"/>
                <a:gd name="csX11" fmla="*/ 9077 w 12898"/>
                <a:gd name="csY11" fmla="*/ 0 h 5732"/>
                <a:gd name="csX12" fmla="*/ 11943 w 12898"/>
                <a:gd name="csY12" fmla="*/ 478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2898" h="5732">
                  <a:moveTo>
                    <a:pt x="11943" y="478"/>
                  </a:moveTo>
                  <a:lnTo>
                    <a:pt x="12899" y="1433"/>
                  </a:lnTo>
                  <a:lnTo>
                    <a:pt x="10032" y="5255"/>
                  </a:lnTo>
                  <a:lnTo>
                    <a:pt x="8599" y="5733"/>
                  </a:lnTo>
                  <a:lnTo>
                    <a:pt x="6688" y="5733"/>
                  </a:lnTo>
                  <a:lnTo>
                    <a:pt x="4300" y="4777"/>
                  </a:lnTo>
                  <a:lnTo>
                    <a:pt x="956" y="4777"/>
                  </a:lnTo>
                  <a:lnTo>
                    <a:pt x="0" y="4777"/>
                  </a:lnTo>
                  <a:lnTo>
                    <a:pt x="0" y="2867"/>
                  </a:lnTo>
                  <a:lnTo>
                    <a:pt x="1433" y="1433"/>
                  </a:lnTo>
                  <a:lnTo>
                    <a:pt x="4300" y="1433"/>
                  </a:lnTo>
                  <a:lnTo>
                    <a:pt x="9077" y="0"/>
                  </a:lnTo>
                  <a:lnTo>
                    <a:pt x="1194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0" name="Freeform 2439">
              <a:extLst>
                <a:ext uri="{FF2B5EF4-FFF2-40B4-BE49-F238E27FC236}">
                  <a16:creationId xmlns:a16="http://schemas.microsoft.com/office/drawing/2014/main" id="{5C2A3E89-EE0E-FB03-AB85-4BD9C221E9A2}"/>
                </a:ext>
              </a:extLst>
            </p:cNvPr>
            <p:cNvSpPr/>
            <p:nvPr/>
          </p:nvSpPr>
          <p:spPr>
            <a:xfrm>
              <a:off x="4886388" y="4722953"/>
              <a:ext cx="5255" cy="5254"/>
            </a:xfrm>
            <a:custGeom>
              <a:avLst/>
              <a:gdLst>
                <a:gd name="csX0" fmla="*/ 4777 w 5255"/>
                <a:gd name="csY0" fmla="*/ 0 h 5254"/>
                <a:gd name="csX1" fmla="*/ 5255 w 5255"/>
                <a:gd name="csY1" fmla="*/ 956 h 5254"/>
                <a:gd name="csX2" fmla="*/ 4777 w 5255"/>
                <a:gd name="csY2" fmla="*/ 2389 h 5254"/>
                <a:gd name="csX3" fmla="*/ 2867 w 5255"/>
                <a:gd name="csY3" fmla="*/ 4300 h 5254"/>
                <a:gd name="csX4" fmla="*/ 478 w 5255"/>
                <a:gd name="csY4" fmla="*/ 5255 h 5254"/>
                <a:gd name="csX5" fmla="*/ 0 w 5255"/>
                <a:gd name="csY5" fmla="*/ 4777 h 5254"/>
                <a:gd name="csX6" fmla="*/ 0 w 5255"/>
                <a:gd name="csY6" fmla="*/ 2389 h 5254"/>
                <a:gd name="csX7" fmla="*/ 956 w 5255"/>
                <a:gd name="csY7" fmla="*/ 956 h 5254"/>
                <a:gd name="csX8" fmla="*/ 3344 w 5255"/>
                <a:gd name="csY8" fmla="*/ 478 h 5254"/>
                <a:gd name="csX9" fmla="*/ 3822 w 5255"/>
                <a:gd name="csY9" fmla="*/ 478 h 5254"/>
                <a:gd name="csX10" fmla="*/ 4777 w 5255"/>
                <a:gd name="csY10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5" h="5254">
                  <a:moveTo>
                    <a:pt x="4777" y="0"/>
                  </a:moveTo>
                  <a:lnTo>
                    <a:pt x="5255" y="956"/>
                  </a:lnTo>
                  <a:lnTo>
                    <a:pt x="4777" y="2389"/>
                  </a:lnTo>
                  <a:lnTo>
                    <a:pt x="2867" y="4300"/>
                  </a:lnTo>
                  <a:lnTo>
                    <a:pt x="478" y="5255"/>
                  </a:lnTo>
                  <a:lnTo>
                    <a:pt x="0" y="4777"/>
                  </a:lnTo>
                  <a:lnTo>
                    <a:pt x="0" y="2389"/>
                  </a:lnTo>
                  <a:lnTo>
                    <a:pt x="956" y="956"/>
                  </a:lnTo>
                  <a:lnTo>
                    <a:pt x="3344" y="478"/>
                  </a:lnTo>
                  <a:lnTo>
                    <a:pt x="3822" y="478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1" name="Freeform 2440">
              <a:extLst>
                <a:ext uri="{FF2B5EF4-FFF2-40B4-BE49-F238E27FC236}">
                  <a16:creationId xmlns:a16="http://schemas.microsoft.com/office/drawing/2014/main" id="{13DCB188-3966-4434-C6DA-80504BBD83F8}"/>
                </a:ext>
              </a:extLst>
            </p:cNvPr>
            <p:cNvSpPr/>
            <p:nvPr/>
          </p:nvSpPr>
          <p:spPr>
            <a:xfrm>
              <a:off x="4882089" y="4695722"/>
              <a:ext cx="4299" cy="4777"/>
            </a:xfrm>
            <a:custGeom>
              <a:avLst/>
              <a:gdLst>
                <a:gd name="csX0" fmla="*/ 3344 w 4299"/>
                <a:gd name="csY0" fmla="*/ 0 h 4777"/>
                <a:gd name="csX1" fmla="*/ 4299 w 4299"/>
                <a:gd name="csY1" fmla="*/ 2867 h 4777"/>
                <a:gd name="csX2" fmla="*/ 4299 w 4299"/>
                <a:gd name="csY2" fmla="*/ 3822 h 4777"/>
                <a:gd name="csX3" fmla="*/ 2389 w 4299"/>
                <a:gd name="csY3" fmla="*/ 4777 h 4777"/>
                <a:gd name="csX4" fmla="*/ 955 w 4299"/>
                <a:gd name="csY4" fmla="*/ 4300 h 4777"/>
                <a:gd name="csX5" fmla="*/ 0 w 4299"/>
                <a:gd name="csY5" fmla="*/ 1911 h 4777"/>
                <a:gd name="csX6" fmla="*/ 478 w 4299"/>
                <a:gd name="csY6" fmla="*/ 478 h 4777"/>
                <a:gd name="csX7" fmla="*/ 1911 w 4299"/>
                <a:gd name="csY7" fmla="*/ 0 h 4777"/>
                <a:gd name="csX8" fmla="*/ 2866 w 4299"/>
                <a:gd name="csY8" fmla="*/ 0 h 4777"/>
                <a:gd name="csX9" fmla="*/ 3344 w 4299"/>
                <a:gd name="csY9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4777">
                  <a:moveTo>
                    <a:pt x="3344" y="0"/>
                  </a:moveTo>
                  <a:lnTo>
                    <a:pt x="4299" y="2867"/>
                  </a:lnTo>
                  <a:lnTo>
                    <a:pt x="4299" y="3822"/>
                  </a:lnTo>
                  <a:lnTo>
                    <a:pt x="2389" y="4777"/>
                  </a:lnTo>
                  <a:lnTo>
                    <a:pt x="955" y="4300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866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2" name="Freeform 2441">
              <a:extLst>
                <a:ext uri="{FF2B5EF4-FFF2-40B4-BE49-F238E27FC236}">
                  <a16:creationId xmlns:a16="http://schemas.microsoft.com/office/drawing/2014/main" id="{C9FE22C0-9445-AE8B-7560-43792D1AE4E8}"/>
                </a:ext>
              </a:extLst>
            </p:cNvPr>
            <p:cNvSpPr/>
            <p:nvPr/>
          </p:nvSpPr>
          <p:spPr>
            <a:xfrm>
              <a:off x="4879700" y="4723908"/>
              <a:ext cx="5732" cy="10987"/>
            </a:xfrm>
            <a:custGeom>
              <a:avLst/>
              <a:gdLst>
                <a:gd name="csX0" fmla="*/ 5733 w 5732"/>
                <a:gd name="csY0" fmla="*/ 3822 h 10987"/>
                <a:gd name="csX1" fmla="*/ 5733 w 5732"/>
                <a:gd name="csY1" fmla="*/ 6210 h 10987"/>
                <a:gd name="csX2" fmla="*/ 3822 w 5732"/>
                <a:gd name="csY2" fmla="*/ 8121 h 10987"/>
                <a:gd name="csX3" fmla="*/ 3822 w 5732"/>
                <a:gd name="csY3" fmla="*/ 10988 h 10987"/>
                <a:gd name="csX4" fmla="*/ 0 w 5732"/>
                <a:gd name="csY4" fmla="*/ 9555 h 10987"/>
                <a:gd name="csX5" fmla="*/ 478 w 5732"/>
                <a:gd name="csY5" fmla="*/ 7166 h 10987"/>
                <a:gd name="csX6" fmla="*/ 1911 w 5732"/>
                <a:gd name="csY6" fmla="*/ 6210 h 10987"/>
                <a:gd name="csX7" fmla="*/ 3344 w 5732"/>
                <a:gd name="csY7" fmla="*/ 4777 h 10987"/>
                <a:gd name="csX8" fmla="*/ 3822 w 5732"/>
                <a:gd name="csY8" fmla="*/ 2866 h 10987"/>
                <a:gd name="csX9" fmla="*/ 3822 w 5732"/>
                <a:gd name="csY9" fmla="*/ 478 h 10987"/>
                <a:gd name="csX10" fmla="*/ 4777 w 5732"/>
                <a:gd name="csY10" fmla="*/ 0 h 10987"/>
                <a:gd name="csX11" fmla="*/ 5255 w 5732"/>
                <a:gd name="csY11" fmla="*/ 0 h 10987"/>
                <a:gd name="csX12" fmla="*/ 5733 w 5732"/>
                <a:gd name="csY12" fmla="*/ 0 h 10987"/>
                <a:gd name="csX13" fmla="*/ 5733 w 5732"/>
                <a:gd name="csY13" fmla="*/ 3822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2" h="10987">
                  <a:moveTo>
                    <a:pt x="5733" y="3822"/>
                  </a:moveTo>
                  <a:lnTo>
                    <a:pt x="5733" y="6210"/>
                  </a:lnTo>
                  <a:lnTo>
                    <a:pt x="3822" y="8121"/>
                  </a:lnTo>
                  <a:lnTo>
                    <a:pt x="3822" y="10988"/>
                  </a:lnTo>
                  <a:lnTo>
                    <a:pt x="0" y="9555"/>
                  </a:lnTo>
                  <a:lnTo>
                    <a:pt x="478" y="7166"/>
                  </a:lnTo>
                  <a:lnTo>
                    <a:pt x="1911" y="6210"/>
                  </a:lnTo>
                  <a:lnTo>
                    <a:pt x="3344" y="4777"/>
                  </a:lnTo>
                  <a:lnTo>
                    <a:pt x="3822" y="2866"/>
                  </a:lnTo>
                  <a:lnTo>
                    <a:pt x="3822" y="478"/>
                  </a:lnTo>
                  <a:lnTo>
                    <a:pt x="4777" y="0"/>
                  </a:lnTo>
                  <a:lnTo>
                    <a:pt x="5255" y="0"/>
                  </a:lnTo>
                  <a:lnTo>
                    <a:pt x="5733" y="0"/>
                  </a:lnTo>
                  <a:lnTo>
                    <a:pt x="57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3" name="Freeform 2442">
              <a:extLst>
                <a:ext uri="{FF2B5EF4-FFF2-40B4-BE49-F238E27FC236}">
                  <a16:creationId xmlns:a16="http://schemas.microsoft.com/office/drawing/2014/main" id="{5CA65FFA-8BC5-5C06-E160-9169F99EA805}"/>
                </a:ext>
              </a:extLst>
            </p:cNvPr>
            <p:cNvSpPr/>
            <p:nvPr/>
          </p:nvSpPr>
          <p:spPr>
            <a:xfrm>
              <a:off x="4871579" y="4735374"/>
              <a:ext cx="7643" cy="5255"/>
            </a:xfrm>
            <a:custGeom>
              <a:avLst/>
              <a:gdLst>
                <a:gd name="csX0" fmla="*/ 7166 w 7643"/>
                <a:gd name="csY0" fmla="*/ 0 h 5255"/>
                <a:gd name="csX1" fmla="*/ 7644 w 7643"/>
                <a:gd name="csY1" fmla="*/ 956 h 5255"/>
                <a:gd name="csX2" fmla="*/ 7644 w 7643"/>
                <a:gd name="csY2" fmla="*/ 1433 h 5255"/>
                <a:gd name="csX3" fmla="*/ 2389 w 7643"/>
                <a:gd name="csY3" fmla="*/ 5255 h 5255"/>
                <a:gd name="csX4" fmla="*/ 478 w 7643"/>
                <a:gd name="csY4" fmla="*/ 3822 h 5255"/>
                <a:gd name="csX5" fmla="*/ 0 w 7643"/>
                <a:gd name="csY5" fmla="*/ 3344 h 5255"/>
                <a:gd name="csX6" fmla="*/ 478 w 7643"/>
                <a:gd name="csY6" fmla="*/ 2389 h 5255"/>
                <a:gd name="csX7" fmla="*/ 478 w 7643"/>
                <a:gd name="csY7" fmla="*/ 2389 h 5255"/>
                <a:gd name="csX8" fmla="*/ 956 w 7643"/>
                <a:gd name="csY8" fmla="*/ 956 h 5255"/>
                <a:gd name="csX9" fmla="*/ 3822 w 7643"/>
                <a:gd name="csY9" fmla="*/ 0 h 5255"/>
                <a:gd name="csX10" fmla="*/ 5255 w 7643"/>
                <a:gd name="csY10" fmla="*/ 0 h 5255"/>
                <a:gd name="csX11" fmla="*/ 7166 w 7643"/>
                <a:gd name="csY11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643" h="5255">
                  <a:moveTo>
                    <a:pt x="7166" y="0"/>
                  </a:moveTo>
                  <a:lnTo>
                    <a:pt x="7644" y="956"/>
                  </a:lnTo>
                  <a:lnTo>
                    <a:pt x="7644" y="1433"/>
                  </a:lnTo>
                  <a:lnTo>
                    <a:pt x="2389" y="5255"/>
                  </a:lnTo>
                  <a:lnTo>
                    <a:pt x="478" y="3822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478" y="2389"/>
                  </a:lnTo>
                  <a:lnTo>
                    <a:pt x="956" y="956"/>
                  </a:lnTo>
                  <a:lnTo>
                    <a:pt x="3822" y="0"/>
                  </a:lnTo>
                  <a:lnTo>
                    <a:pt x="5255" y="0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4" name="Freeform 2443">
              <a:extLst>
                <a:ext uri="{FF2B5EF4-FFF2-40B4-BE49-F238E27FC236}">
                  <a16:creationId xmlns:a16="http://schemas.microsoft.com/office/drawing/2014/main" id="{3E9FE710-CAAA-F6C1-1C6F-C9B3E6C2B952}"/>
                </a:ext>
              </a:extLst>
            </p:cNvPr>
            <p:cNvSpPr/>
            <p:nvPr/>
          </p:nvSpPr>
          <p:spPr>
            <a:xfrm>
              <a:off x="4865368" y="2936245"/>
              <a:ext cx="13376" cy="21497"/>
            </a:xfrm>
            <a:custGeom>
              <a:avLst/>
              <a:gdLst>
                <a:gd name="csX0" fmla="*/ 13376 w 13376"/>
                <a:gd name="csY0" fmla="*/ 4300 h 21497"/>
                <a:gd name="csX1" fmla="*/ 12898 w 13376"/>
                <a:gd name="csY1" fmla="*/ 5255 h 21497"/>
                <a:gd name="csX2" fmla="*/ 11943 w 13376"/>
                <a:gd name="csY2" fmla="*/ 6688 h 21497"/>
                <a:gd name="csX3" fmla="*/ 8599 w 13376"/>
                <a:gd name="csY3" fmla="*/ 9077 h 21497"/>
                <a:gd name="csX4" fmla="*/ 7644 w 13376"/>
                <a:gd name="csY4" fmla="*/ 13854 h 21497"/>
                <a:gd name="csX5" fmla="*/ 7644 w 13376"/>
                <a:gd name="csY5" fmla="*/ 16243 h 21497"/>
                <a:gd name="csX6" fmla="*/ 7644 w 13376"/>
                <a:gd name="csY6" fmla="*/ 18154 h 21497"/>
                <a:gd name="csX7" fmla="*/ 6688 w 13376"/>
                <a:gd name="csY7" fmla="*/ 19587 h 21497"/>
                <a:gd name="csX8" fmla="*/ 3822 w 13376"/>
                <a:gd name="csY8" fmla="*/ 21498 h 21497"/>
                <a:gd name="csX9" fmla="*/ 2866 w 13376"/>
                <a:gd name="csY9" fmla="*/ 21020 h 21497"/>
                <a:gd name="csX10" fmla="*/ 2389 w 13376"/>
                <a:gd name="csY10" fmla="*/ 19587 h 21497"/>
                <a:gd name="csX11" fmla="*/ 955 w 13376"/>
                <a:gd name="csY11" fmla="*/ 13376 h 21497"/>
                <a:gd name="csX12" fmla="*/ 478 w 13376"/>
                <a:gd name="csY12" fmla="*/ 10032 h 21497"/>
                <a:gd name="csX13" fmla="*/ 478 w 13376"/>
                <a:gd name="csY13" fmla="*/ 6210 h 21497"/>
                <a:gd name="csX14" fmla="*/ 0 w 13376"/>
                <a:gd name="csY14" fmla="*/ 3822 h 21497"/>
                <a:gd name="csX15" fmla="*/ 2866 w 13376"/>
                <a:gd name="csY15" fmla="*/ 478 h 21497"/>
                <a:gd name="csX16" fmla="*/ 5255 w 13376"/>
                <a:gd name="csY16" fmla="*/ 0 h 21497"/>
                <a:gd name="csX17" fmla="*/ 8121 w 13376"/>
                <a:gd name="csY17" fmla="*/ 956 h 21497"/>
                <a:gd name="csX18" fmla="*/ 13376 w 13376"/>
                <a:gd name="csY18" fmla="*/ 4300 h 21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3376" h="21497">
                  <a:moveTo>
                    <a:pt x="13376" y="4300"/>
                  </a:moveTo>
                  <a:lnTo>
                    <a:pt x="12898" y="5255"/>
                  </a:lnTo>
                  <a:lnTo>
                    <a:pt x="11943" y="6688"/>
                  </a:lnTo>
                  <a:lnTo>
                    <a:pt x="8599" y="9077"/>
                  </a:lnTo>
                  <a:lnTo>
                    <a:pt x="7644" y="13854"/>
                  </a:lnTo>
                  <a:lnTo>
                    <a:pt x="7644" y="16243"/>
                  </a:lnTo>
                  <a:lnTo>
                    <a:pt x="7644" y="18154"/>
                  </a:lnTo>
                  <a:lnTo>
                    <a:pt x="6688" y="19587"/>
                  </a:lnTo>
                  <a:lnTo>
                    <a:pt x="3822" y="21498"/>
                  </a:lnTo>
                  <a:lnTo>
                    <a:pt x="2866" y="21020"/>
                  </a:lnTo>
                  <a:lnTo>
                    <a:pt x="2389" y="19587"/>
                  </a:lnTo>
                  <a:lnTo>
                    <a:pt x="955" y="13376"/>
                  </a:lnTo>
                  <a:lnTo>
                    <a:pt x="478" y="10032"/>
                  </a:lnTo>
                  <a:lnTo>
                    <a:pt x="478" y="6210"/>
                  </a:lnTo>
                  <a:lnTo>
                    <a:pt x="0" y="3822"/>
                  </a:lnTo>
                  <a:lnTo>
                    <a:pt x="2866" y="478"/>
                  </a:lnTo>
                  <a:lnTo>
                    <a:pt x="5255" y="0"/>
                  </a:lnTo>
                  <a:lnTo>
                    <a:pt x="8121" y="956"/>
                  </a:lnTo>
                  <a:lnTo>
                    <a:pt x="13376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5" name="Freeform 2444">
              <a:extLst>
                <a:ext uri="{FF2B5EF4-FFF2-40B4-BE49-F238E27FC236}">
                  <a16:creationId xmlns:a16="http://schemas.microsoft.com/office/drawing/2014/main" id="{C89D006C-FD4E-3410-9B82-90A0DBE265B7}"/>
                </a:ext>
              </a:extLst>
            </p:cNvPr>
            <p:cNvSpPr/>
            <p:nvPr/>
          </p:nvSpPr>
          <p:spPr>
            <a:xfrm>
              <a:off x="4853902" y="4744451"/>
              <a:ext cx="15287" cy="16242"/>
            </a:xfrm>
            <a:custGeom>
              <a:avLst/>
              <a:gdLst>
                <a:gd name="csX0" fmla="*/ 13376 w 15287"/>
                <a:gd name="csY0" fmla="*/ 0 h 16242"/>
                <a:gd name="csX1" fmla="*/ 15287 w 15287"/>
                <a:gd name="csY1" fmla="*/ 2389 h 16242"/>
                <a:gd name="csX2" fmla="*/ 12899 w 15287"/>
                <a:gd name="csY2" fmla="*/ 8599 h 16242"/>
                <a:gd name="csX3" fmla="*/ 12421 w 15287"/>
                <a:gd name="csY3" fmla="*/ 8599 h 16242"/>
                <a:gd name="csX4" fmla="*/ 9077 w 15287"/>
                <a:gd name="csY4" fmla="*/ 11943 h 16242"/>
                <a:gd name="csX5" fmla="*/ 5733 w 15287"/>
                <a:gd name="csY5" fmla="*/ 14332 h 16242"/>
                <a:gd name="csX6" fmla="*/ 1911 w 15287"/>
                <a:gd name="csY6" fmla="*/ 16243 h 16242"/>
                <a:gd name="csX7" fmla="*/ 0 w 15287"/>
                <a:gd name="csY7" fmla="*/ 16243 h 16242"/>
                <a:gd name="csX8" fmla="*/ 2389 w 15287"/>
                <a:gd name="csY8" fmla="*/ 11943 h 16242"/>
                <a:gd name="csX9" fmla="*/ 4777 w 15287"/>
                <a:gd name="csY9" fmla="*/ 9555 h 16242"/>
                <a:gd name="csX10" fmla="*/ 4777 w 15287"/>
                <a:gd name="csY10" fmla="*/ 5733 h 16242"/>
                <a:gd name="csX11" fmla="*/ 7644 w 15287"/>
                <a:gd name="csY11" fmla="*/ 1911 h 16242"/>
                <a:gd name="csX12" fmla="*/ 10032 w 15287"/>
                <a:gd name="csY12" fmla="*/ 478 h 16242"/>
                <a:gd name="csX13" fmla="*/ 13376 w 15287"/>
                <a:gd name="csY13" fmla="*/ 0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5287" h="16242">
                  <a:moveTo>
                    <a:pt x="13376" y="0"/>
                  </a:moveTo>
                  <a:lnTo>
                    <a:pt x="15287" y="2389"/>
                  </a:lnTo>
                  <a:lnTo>
                    <a:pt x="12899" y="8599"/>
                  </a:lnTo>
                  <a:lnTo>
                    <a:pt x="12421" y="8599"/>
                  </a:lnTo>
                  <a:lnTo>
                    <a:pt x="9077" y="11943"/>
                  </a:lnTo>
                  <a:lnTo>
                    <a:pt x="5733" y="14332"/>
                  </a:lnTo>
                  <a:lnTo>
                    <a:pt x="1911" y="16243"/>
                  </a:lnTo>
                  <a:lnTo>
                    <a:pt x="0" y="16243"/>
                  </a:lnTo>
                  <a:lnTo>
                    <a:pt x="2389" y="11943"/>
                  </a:lnTo>
                  <a:lnTo>
                    <a:pt x="4777" y="9555"/>
                  </a:lnTo>
                  <a:lnTo>
                    <a:pt x="4777" y="5733"/>
                  </a:lnTo>
                  <a:lnTo>
                    <a:pt x="7644" y="1911"/>
                  </a:lnTo>
                  <a:lnTo>
                    <a:pt x="10032" y="478"/>
                  </a:lnTo>
                  <a:lnTo>
                    <a:pt x="1337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6" name="Freeform 2445">
              <a:extLst>
                <a:ext uri="{FF2B5EF4-FFF2-40B4-BE49-F238E27FC236}">
                  <a16:creationId xmlns:a16="http://schemas.microsoft.com/office/drawing/2014/main" id="{877F7D67-9130-DDC6-A6F1-CEAEDB1992F0}"/>
                </a:ext>
              </a:extLst>
            </p:cNvPr>
            <p:cNvSpPr/>
            <p:nvPr/>
          </p:nvSpPr>
          <p:spPr>
            <a:xfrm>
              <a:off x="4849603" y="2878917"/>
              <a:ext cx="10510" cy="7165"/>
            </a:xfrm>
            <a:custGeom>
              <a:avLst/>
              <a:gdLst>
                <a:gd name="csX0" fmla="*/ 10032 w 10510"/>
                <a:gd name="csY0" fmla="*/ 4777 h 7165"/>
                <a:gd name="csX1" fmla="*/ 10510 w 10510"/>
                <a:gd name="csY1" fmla="*/ 6210 h 7165"/>
                <a:gd name="csX2" fmla="*/ 9555 w 10510"/>
                <a:gd name="csY2" fmla="*/ 7166 h 7165"/>
                <a:gd name="csX3" fmla="*/ 6688 w 10510"/>
                <a:gd name="csY3" fmla="*/ 7166 h 7165"/>
                <a:gd name="csX4" fmla="*/ 478 w 10510"/>
                <a:gd name="csY4" fmla="*/ 6210 h 7165"/>
                <a:gd name="csX5" fmla="*/ 0 w 10510"/>
                <a:gd name="csY5" fmla="*/ 5255 h 7165"/>
                <a:gd name="csX6" fmla="*/ 0 w 10510"/>
                <a:gd name="csY6" fmla="*/ 4300 h 7165"/>
                <a:gd name="csX7" fmla="*/ 956 w 10510"/>
                <a:gd name="csY7" fmla="*/ 478 h 7165"/>
                <a:gd name="csX8" fmla="*/ 3344 w 10510"/>
                <a:gd name="csY8" fmla="*/ 0 h 7165"/>
                <a:gd name="csX9" fmla="*/ 6688 w 10510"/>
                <a:gd name="csY9" fmla="*/ 1911 h 7165"/>
                <a:gd name="csX10" fmla="*/ 10032 w 10510"/>
                <a:gd name="csY10" fmla="*/ 4777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0510" h="7165">
                  <a:moveTo>
                    <a:pt x="10032" y="4777"/>
                  </a:moveTo>
                  <a:lnTo>
                    <a:pt x="10510" y="6210"/>
                  </a:lnTo>
                  <a:lnTo>
                    <a:pt x="9555" y="7166"/>
                  </a:lnTo>
                  <a:lnTo>
                    <a:pt x="6688" y="7166"/>
                  </a:lnTo>
                  <a:lnTo>
                    <a:pt x="478" y="6210"/>
                  </a:lnTo>
                  <a:lnTo>
                    <a:pt x="0" y="5255"/>
                  </a:lnTo>
                  <a:lnTo>
                    <a:pt x="0" y="4300"/>
                  </a:lnTo>
                  <a:lnTo>
                    <a:pt x="956" y="478"/>
                  </a:lnTo>
                  <a:lnTo>
                    <a:pt x="3344" y="0"/>
                  </a:lnTo>
                  <a:lnTo>
                    <a:pt x="6688" y="1911"/>
                  </a:lnTo>
                  <a:lnTo>
                    <a:pt x="10032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7" name="Freeform 2446">
              <a:extLst>
                <a:ext uri="{FF2B5EF4-FFF2-40B4-BE49-F238E27FC236}">
                  <a16:creationId xmlns:a16="http://schemas.microsoft.com/office/drawing/2014/main" id="{BB06F3E4-FDE3-6635-BA90-3066CF7A5922}"/>
                </a:ext>
              </a:extLst>
            </p:cNvPr>
            <p:cNvSpPr/>
            <p:nvPr/>
          </p:nvSpPr>
          <p:spPr>
            <a:xfrm>
              <a:off x="4800875" y="4629795"/>
              <a:ext cx="58282" cy="66404"/>
            </a:xfrm>
            <a:custGeom>
              <a:avLst/>
              <a:gdLst>
                <a:gd name="csX0" fmla="*/ 58283 w 58282"/>
                <a:gd name="csY0" fmla="*/ 28186 h 66404"/>
                <a:gd name="csX1" fmla="*/ 58283 w 58282"/>
                <a:gd name="csY1" fmla="*/ 30097 h 66404"/>
                <a:gd name="csX2" fmla="*/ 58283 w 58282"/>
                <a:gd name="csY2" fmla="*/ 30575 h 66404"/>
                <a:gd name="csX3" fmla="*/ 58283 w 58282"/>
                <a:gd name="csY3" fmla="*/ 31052 h 66404"/>
                <a:gd name="csX4" fmla="*/ 57805 w 58282"/>
                <a:gd name="csY4" fmla="*/ 31530 h 66404"/>
                <a:gd name="csX5" fmla="*/ 56372 w 58282"/>
                <a:gd name="csY5" fmla="*/ 32486 h 66404"/>
                <a:gd name="csX6" fmla="*/ 56372 w 58282"/>
                <a:gd name="csY6" fmla="*/ 32486 h 66404"/>
                <a:gd name="csX7" fmla="*/ 55894 w 58282"/>
                <a:gd name="csY7" fmla="*/ 32963 h 66404"/>
                <a:gd name="csX8" fmla="*/ 55416 w 58282"/>
                <a:gd name="csY8" fmla="*/ 33919 h 66404"/>
                <a:gd name="csX9" fmla="*/ 54939 w 58282"/>
                <a:gd name="csY9" fmla="*/ 34874 h 66404"/>
                <a:gd name="csX10" fmla="*/ 53983 w 58282"/>
                <a:gd name="csY10" fmla="*/ 35352 h 66404"/>
                <a:gd name="csX11" fmla="*/ 53983 w 58282"/>
                <a:gd name="csY11" fmla="*/ 35352 h 66404"/>
                <a:gd name="csX12" fmla="*/ 53028 w 58282"/>
                <a:gd name="csY12" fmla="*/ 36307 h 66404"/>
                <a:gd name="csX13" fmla="*/ 52550 w 58282"/>
                <a:gd name="csY13" fmla="*/ 37263 h 66404"/>
                <a:gd name="csX14" fmla="*/ 51595 w 58282"/>
                <a:gd name="csY14" fmla="*/ 37741 h 66404"/>
                <a:gd name="csX15" fmla="*/ 51595 w 58282"/>
                <a:gd name="csY15" fmla="*/ 38696 h 66404"/>
                <a:gd name="csX16" fmla="*/ 49206 w 58282"/>
                <a:gd name="csY16" fmla="*/ 42518 h 66404"/>
                <a:gd name="csX17" fmla="*/ 48251 w 58282"/>
                <a:gd name="csY17" fmla="*/ 43951 h 66404"/>
                <a:gd name="csX18" fmla="*/ 47295 w 58282"/>
                <a:gd name="csY18" fmla="*/ 45384 h 66404"/>
                <a:gd name="csX19" fmla="*/ 46340 w 58282"/>
                <a:gd name="csY19" fmla="*/ 46340 h 66404"/>
                <a:gd name="csX20" fmla="*/ 44906 w 58282"/>
                <a:gd name="csY20" fmla="*/ 47295 h 66404"/>
                <a:gd name="csX21" fmla="*/ 44429 w 58282"/>
                <a:gd name="csY21" fmla="*/ 48251 h 66404"/>
                <a:gd name="csX22" fmla="*/ 44429 w 58282"/>
                <a:gd name="csY22" fmla="*/ 49684 h 66404"/>
                <a:gd name="csX23" fmla="*/ 43951 w 58282"/>
                <a:gd name="csY23" fmla="*/ 51117 h 66404"/>
                <a:gd name="csX24" fmla="*/ 43473 w 58282"/>
                <a:gd name="csY24" fmla="*/ 52073 h 66404"/>
                <a:gd name="csX25" fmla="*/ 42518 w 58282"/>
                <a:gd name="csY25" fmla="*/ 53028 h 66404"/>
                <a:gd name="csX26" fmla="*/ 40607 w 58282"/>
                <a:gd name="csY26" fmla="*/ 56850 h 66404"/>
                <a:gd name="csX27" fmla="*/ 40607 w 58282"/>
                <a:gd name="csY27" fmla="*/ 58283 h 66404"/>
                <a:gd name="csX28" fmla="*/ 40129 w 58282"/>
                <a:gd name="csY28" fmla="*/ 59239 h 66404"/>
                <a:gd name="csX29" fmla="*/ 38696 w 58282"/>
                <a:gd name="csY29" fmla="*/ 61149 h 66404"/>
                <a:gd name="csX30" fmla="*/ 37740 w 58282"/>
                <a:gd name="csY30" fmla="*/ 62105 h 66404"/>
                <a:gd name="csX31" fmla="*/ 36307 w 58282"/>
                <a:gd name="csY31" fmla="*/ 63060 h 66404"/>
                <a:gd name="csX32" fmla="*/ 34396 w 58282"/>
                <a:gd name="csY32" fmla="*/ 64016 h 66404"/>
                <a:gd name="csX33" fmla="*/ 33919 w 58282"/>
                <a:gd name="csY33" fmla="*/ 64971 h 66404"/>
                <a:gd name="csX34" fmla="*/ 32486 w 58282"/>
                <a:gd name="csY34" fmla="*/ 65449 h 66404"/>
                <a:gd name="csX35" fmla="*/ 31530 w 58282"/>
                <a:gd name="csY35" fmla="*/ 65449 h 66404"/>
                <a:gd name="csX36" fmla="*/ 30097 w 58282"/>
                <a:gd name="csY36" fmla="*/ 64971 h 66404"/>
                <a:gd name="csX37" fmla="*/ 28186 w 58282"/>
                <a:gd name="csY37" fmla="*/ 64971 h 66404"/>
                <a:gd name="csX38" fmla="*/ 27230 w 58282"/>
                <a:gd name="csY38" fmla="*/ 64971 h 66404"/>
                <a:gd name="csX39" fmla="*/ 26753 w 58282"/>
                <a:gd name="csY39" fmla="*/ 64493 h 66404"/>
                <a:gd name="csX40" fmla="*/ 26275 w 58282"/>
                <a:gd name="csY40" fmla="*/ 63060 h 66404"/>
                <a:gd name="csX41" fmla="*/ 26275 w 58282"/>
                <a:gd name="csY41" fmla="*/ 63060 h 66404"/>
                <a:gd name="csX42" fmla="*/ 25320 w 58282"/>
                <a:gd name="csY42" fmla="*/ 62582 h 66404"/>
                <a:gd name="csX43" fmla="*/ 24364 w 58282"/>
                <a:gd name="csY43" fmla="*/ 62582 h 66404"/>
                <a:gd name="csX44" fmla="*/ 23409 w 58282"/>
                <a:gd name="csY44" fmla="*/ 63538 h 66404"/>
                <a:gd name="csX45" fmla="*/ 21975 w 58282"/>
                <a:gd name="csY45" fmla="*/ 64016 h 66404"/>
                <a:gd name="csX46" fmla="*/ 20542 w 58282"/>
                <a:gd name="csY46" fmla="*/ 64016 h 66404"/>
                <a:gd name="csX47" fmla="*/ 18154 w 58282"/>
                <a:gd name="csY47" fmla="*/ 63060 h 66404"/>
                <a:gd name="csX48" fmla="*/ 17198 w 58282"/>
                <a:gd name="csY48" fmla="*/ 63060 h 66404"/>
                <a:gd name="csX49" fmla="*/ 16721 w 58282"/>
                <a:gd name="csY49" fmla="*/ 62582 h 66404"/>
                <a:gd name="csX50" fmla="*/ 16721 w 58282"/>
                <a:gd name="csY50" fmla="*/ 62105 h 66404"/>
                <a:gd name="csX51" fmla="*/ 16721 w 58282"/>
                <a:gd name="csY51" fmla="*/ 62105 h 66404"/>
                <a:gd name="csX52" fmla="*/ 16243 w 58282"/>
                <a:gd name="csY52" fmla="*/ 62105 h 66404"/>
                <a:gd name="csX53" fmla="*/ 15287 w 58282"/>
                <a:gd name="csY53" fmla="*/ 63060 h 66404"/>
                <a:gd name="csX54" fmla="*/ 14332 w 58282"/>
                <a:gd name="csY54" fmla="*/ 63538 h 66404"/>
                <a:gd name="csX55" fmla="*/ 12898 w 58282"/>
                <a:gd name="csY55" fmla="*/ 64493 h 66404"/>
                <a:gd name="csX56" fmla="*/ 11943 w 58282"/>
                <a:gd name="csY56" fmla="*/ 64971 h 66404"/>
                <a:gd name="csX57" fmla="*/ 10032 w 58282"/>
                <a:gd name="csY57" fmla="*/ 65927 h 66404"/>
                <a:gd name="csX58" fmla="*/ 9555 w 58282"/>
                <a:gd name="csY58" fmla="*/ 66405 h 66404"/>
                <a:gd name="csX59" fmla="*/ 8599 w 58282"/>
                <a:gd name="csY59" fmla="*/ 65927 h 66404"/>
                <a:gd name="csX60" fmla="*/ 7644 w 58282"/>
                <a:gd name="csY60" fmla="*/ 65927 h 66404"/>
                <a:gd name="csX61" fmla="*/ 6210 w 58282"/>
                <a:gd name="csY61" fmla="*/ 65927 h 66404"/>
                <a:gd name="csX62" fmla="*/ 3344 w 58282"/>
                <a:gd name="csY62" fmla="*/ 64971 h 66404"/>
                <a:gd name="csX63" fmla="*/ 1911 w 58282"/>
                <a:gd name="csY63" fmla="*/ 64016 h 66404"/>
                <a:gd name="csX64" fmla="*/ 955 w 58282"/>
                <a:gd name="csY64" fmla="*/ 63538 h 66404"/>
                <a:gd name="csX65" fmla="*/ 955 w 58282"/>
                <a:gd name="csY65" fmla="*/ 63538 h 66404"/>
                <a:gd name="csX66" fmla="*/ 478 w 58282"/>
                <a:gd name="csY66" fmla="*/ 63060 h 66404"/>
                <a:gd name="csX67" fmla="*/ 0 w 58282"/>
                <a:gd name="csY67" fmla="*/ 62582 h 66404"/>
                <a:gd name="csX68" fmla="*/ 0 w 58282"/>
                <a:gd name="csY68" fmla="*/ 62582 h 66404"/>
                <a:gd name="csX69" fmla="*/ 478 w 58282"/>
                <a:gd name="csY69" fmla="*/ 62582 h 66404"/>
                <a:gd name="csX70" fmla="*/ 1433 w 58282"/>
                <a:gd name="csY70" fmla="*/ 62582 h 66404"/>
                <a:gd name="csX71" fmla="*/ 2389 w 58282"/>
                <a:gd name="csY71" fmla="*/ 61149 h 66404"/>
                <a:gd name="csX72" fmla="*/ 3822 w 58282"/>
                <a:gd name="csY72" fmla="*/ 60194 h 66404"/>
                <a:gd name="csX73" fmla="*/ 6688 w 58282"/>
                <a:gd name="csY73" fmla="*/ 55894 h 66404"/>
                <a:gd name="csX74" fmla="*/ 8121 w 58282"/>
                <a:gd name="csY74" fmla="*/ 53983 h 66404"/>
                <a:gd name="csX75" fmla="*/ 8121 w 58282"/>
                <a:gd name="csY75" fmla="*/ 53028 h 66404"/>
                <a:gd name="csX76" fmla="*/ 8599 w 58282"/>
                <a:gd name="csY76" fmla="*/ 50639 h 66404"/>
                <a:gd name="csX77" fmla="*/ 8121 w 58282"/>
                <a:gd name="csY77" fmla="*/ 48251 h 66404"/>
                <a:gd name="csX78" fmla="*/ 8121 w 58282"/>
                <a:gd name="csY78" fmla="*/ 47295 h 66404"/>
                <a:gd name="csX79" fmla="*/ 10510 w 58282"/>
                <a:gd name="csY79" fmla="*/ 43951 h 66404"/>
                <a:gd name="csX80" fmla="*/ 11943 w 58282"/>
                <a:gd name="csY80" fmla="*/ 42518 h 66404"/>
                <a:gd name="csX81" fmla="*/ 11943 w 58282"/>
                <a:gd name="csY81" fmla="*/ 41085 h 66404"/>
                <a:gd name="csX82" fmla="*/ 11943 w 58282"/>
                <a:gd name="csY82" fmla="*/ 39651 h 66404"/>
                <a:gd name="csX83" fmla="*/ 11943 w 58282"/>
                <a:gd name="csY83" fmla="*/ 39174 h 66404"/>
                <a:gd name="csX84" fmla="*/ 11465 w 58282"/>
                <a:gd name="csY84" fmla="*/ 39174 h 66404"/>
                <a:gd name="csX85" fmla="*/ 10510 w 58282"/>
                <a:gd name="csY85" fmla="*/ 37741 h 66404"/>
                <a:gd name="csX86" fmla="*/ 9555 w 58282"/>
                <a:gd name="csY86" fmla="*/ 36785 h 66404"/>
                <a:gd name="csX87" fmla="*/ 8121 w 58282"/>
                <a:gd name="csY87" fmla="*/ 35352 h 66404"/>
                <a:gd name="csX88" fmla="*/ 6688 w 58282"/>
                <a:gd name="csY88" fmla="*/ 34397 h 66404"/>
                <a:gd name="csX89" fmla="*/ 5255 w 58282"/>
                <a:gd name="csY89" fmla="*/ 31530 h 66404"/>
                <a:gd name="csX90" fmla="*/ 5255 w 58282"/>
                <a:gd name="csY90" fmla="*/ 30097 h 66404"/>
                <a:gd name="csX91" fmla="*/ 4777 w 58282"/>
                <a:gd name="csY91" fmla="*/ 29141 h 66404"/>
                <a:gd name="csX92" fmla="*/ 4299 w 58282"/>
                <a:gd name="csY92" fmla="*/ 28664 h 66404"/>
                <a:gd name="csX93" fmla="*/ 4299 w 58282"/>
                <a:gd name="csY93" fmla="*/ 28186 h 66404"/>
                <a:gd name="csX94" fmla="*/ 3822 w 58282"/>
                <a:gd name="csY94" fmla="*/ 26275 h 66404"/>
                <a:gd name="csX95" fmla="*/ 3344 w 58282"/>
                <a:gd name="csY95" fmla="*/ 24842 h 66404"/>
                <a:gd name="csX96" fmla="*/ 2866 w 58282"/>
                <a:gd name="csY96" fmla="*/ 23409 h 66404"/>
                <a:gd name="csX97" fmla="*/ 3344 w 58282"/>
                <a:gd name="csY97" fmla="*/ 21975 h 66404"/>
                <a:gd name="csX98" fmla="*/ 3344 w 58282"/>
                <a:gd name="csY98" fmla="*/ 20065 h 66404"/>
                <a:gd name="csX99" fmla="*/ 2389 w 58282"/>
                <a:gd name="csY99" fmla="*/ 18632 h 66404"/>
                <a:gd name="csX100" fmla="*/ 2389 w 58282"/>
                <a:gd name="csY100" fmla="*/ 17198 h 66404"/>
                <a:gd name="csX101" fmla="*/ 2389 w 58282"/>
                <a:gd name="csY101" fmla="*/ 15765 h 66404"/>
                <a:gd name="csX102" fmla="*/ 3344 w 58282"/>
                <a:gd name="csY102" fmla="*/ 14809 h 66404"/>
                <a:gd name="csX103" fmla="*/ 2866 w 58282"/>
                <a:gd name="csY103" fmla="*/ 13854 h 66404"/>
                <a:gd name="csX104" fmla="*/ 5255 w 58282"/>
                <a:gd name="csY104" fmla="*/ 10988 h 66404"/>
                <a:gd name="csX105" fmla="*/ 7166 w 58282"/>
                <a:gd name="csY105" fmla="*/ 9077 h 66404"/>
                <a:gd name="csX106" fmla="*/ 9077 w 58282"/>
                <a:gd name="csY106" fmla="*/ 7644 h 66404"/>
                <a:gd name="csX107" fmla="*/ 10032 w 58282"/>
                <a:gd name="csY107" fmla="*/ 6688 h 66404"/>
                <a:gd name="csX108" fmla="*/ 11943 w 58282"/>
                <a:gd name="csY108" fmla="*/ 1911 h 66404"/>
                <a:gd name="csX109" fmla="*/ 13376 w 58282"/>
                <a:gd name="csY109" fmla="*/ 478 h 66404"/>
                <a:gd name="csX110" fmla="*/ 14809 w 58282"/>
                <a:gd name="csY110" fmla="*/ 0 h 66404"/>
                <a:gd name="csX111" fmla="*/ 22931 w 58282"/>
                <a:gd name="csY111" fmla="*/ 3822 h 66404"/>
                <a:gd name="csX112" fmla="*/ 26275 w 58282"/>
                <a:gd name="csY112" fmla="*/ 4300 h 66404"/>
                <a:gd name="csX113" fmla="*/ 33919 w 58282"/>
                <a:gd name="csY113" fmla="*/ 6688 h 66404"/>
                <a:gd name="csX114" fmla="*/ 36307 w 58282"/>
                <a:gd name="csY114" fmla="*/ 9555 h 66404"/>
                <a:gd name="csX115" fmla="*/ 42518 w 58282"/>
                <a:gd name="csY115" fmla="*/ 13854 h 66404"/>
                <a:gd name="csX116" fmla="*/ 45862 w 58282"/>
                <a:gd name="csY116" fmla="*/ 15287 h 66404"/>
                <a:gd name="csX117" fmla="*/ 45862 w 58282"/>
                <a:gd name="csY117" fmla="*/ 16721 h 66404"/>
                <a:gd name="csX118" fmla="*/ 45384 w 58282"/>
                <a:gd name="csY118" fmla="*/ 18632 h 66404"/>
                <a:gd name="csX119" fmla="*/ 47295 w 58282"/>
                <a:gd name="csY119" fmla="*/ 16721 h 66404"/>
                <a:gd name="csX120" fmla="*/ 50639 w 58282"/>
                <a:gd name="csY120" fmla="*/ 19587 h 66404"/>
                <a:gd name="csX121" fmla="*/ 51595 w 58282"/>
                <a:gd name="csY121" fmla="*/ 20542 h 66404"/>
                <a:gd name="csX122" fmla="*/ 52550 w 58282"/>
                <a:gd name="csY122" fmla="*/ 22931 h 66404"/>
                <a:gd name="csX123" fmla="*/ 52072 w 58282"/>
                <a:gd name="csY123" fmla="*/ 24842 h 66404"/>
                <a:gd name="csX124" fmla="*/ 51595 w 58282"/>
                <a:gd name="csY124" fmla="*/ 25320 h 66404"/>
                <a:gd name="csX125" fmla="*/ 51595 w 58282"/>
                <a:gd name="csY125" fmla="*/ 26275 h 66404"/>
                <a:gd name="csX126" fmla="*/ 52550 w 58282"/>
                <a:gd name="csY126" fmla="*/ 25320 h 66404"/>
                <a:gd name="csX127" fmla="*/ 53028 w 58282"/>
                <a:gd name="csY127" fmla="*/ 24364 h 66404"/>
                <a:gd name="csX128" fmla="*/ 53028 w 58282"/>
                <a:gd name="csY128" fmla="*/ 22931 h 66404"/>
                <a:gd name="csX129" fmla="*/ 53983 w 58282"/>
                <a:gd name="csY129" fmla="*/ 21020 h 66404"/>
                <a:gd name="csX130" fmla="*/ 54939 w 58282"/>
                <a:gd name="csY130" fmla="*/ 21020 h 66404"/>
                <a:gd name="csX131" fmla="*/ 55894 w 58282"/>
                <a:gd name="csY131" fmla="*/ 21975 h 66404"/>
                <a:gd name="csX132" fmla="*/ 57805 w 58282"/>
                <a:gd name="csY132" fmla="*/ 27231 h 66404"/>
                <a:gd name="csX133" fmla="*/ 58283 w 58282"/>
                <a:gd name="csY133" fmla="*/ 28186 h 66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</a:cxnLst>
              <a:rect l="l" t="t" r="r" b="b"/>
              <a:pathLst>
                <a:path w="58282" h="66404">
                  <a:moveTo>
                    <a:pt x="58283" y="28186"/>
                  </a:moveTo>
                  <a:lnTo>
                    <a:pt x="58283" y="30097"/>
                  </a:lnTo>
                  <a:lnTo>
                    <a:pt x="58283" y="30575"/>
                  </a:lnTo>
                  <a:lnTo>
                    <a:pt x="58283" y="31052"/>
                  </a:lnTo>
                  <a:lnTo>
                    <a:pt x="57805" y="31530"/>
                  </a:lnTo>
                  <a:lnTo>
                    <a:pt x="56372" y="32486"/>
                  </a:lnTo>
                  <a:lnTo>
                    <a:pt x="56372" y="32486"/>
                  </a:lnTo>
                  <a:lnTo>
                    <a:pt x="55894" y="32963"/>
                  </a:lnTo>
                  <a:lnTo>
                    <a:pt x="55416" y="33919"/>
                  </a:lnTo>
                  <a:lnTo>
                    <a:pt x="54939" y="34874"/>
                  </a:lnTo>
                  <a:lnTo>
                    <a:pt x="53983" y="35352"/>
                  </a:lnTo>
                  <a:lnTo>
                    <a:pt x="53983" y="35352"/>
                  </a:lnTo>
                  <a:lnTo>
                    <a:pt x="53028" y="36307"/>
                  </a:lnTo>
                  <a:lnTo>
                    <a:pt x="52550" y="37263"/>
                  </a:lnTo>
                  <a:lnTo>
                    <a:pt x="51595" y="37741"/>
                  </a:lnTo>
                  <a:lnTo>
                    <a:pt x="51595" y="38696"/>
                  </a:lnTo>
                  <a:lnTo>
                    <a:pt x="49206" y="42518"/>
                  </a:lnTo>
                  <a:lnTo>
                    <a:pt x="48251" y="43951"/>
                  </a:lnTo>
                  <a:lnTo>
                    <a:pt x="47295" y="45384"/>
                  </a:lnTo>
                  <a:lnTo>
                    <a:pt x="46340" y="46340"/>
                  </a:lnTo>
                  <a:lnTo>
                    <a:pt x="44906" y="47295"/>
                  </a:lnTo>
                  <a:lnTo>
                    <a:pt x="44429" y="48251"/>
                  </a:lnTo>
                  <a:lnTo>
                    <a:pt x="44429" y="49684"/>
                  </a:lnTo>
                  <a:lnTo>
                    <a:pt x="43951" y="51117"/>
                  </a:lnTo>
                  <a:lnTo>
                    <a:pt x="43473" y="52073"/>
                  </a:lnTo>
                  <a:lnTo>
                    <a:pt x="42518" y="53028"/>
                  </a:lnTo>
                  <a:lnTo>
                    <a:pt x="40607" y="56850"/>
                  </a:lnTo>
                  <a:lnTo>
                    <a:pt x="40607" y="58283"/>
                  </a:lnTo>
                  <a:lnTo>
                    <a:pt x="40129" y="59239"/>
                  </a:lnTo>
                  <a:lnTo>
                    <a:pt x="38696" y="61149"/>
                  </a:lnTo>
                  <a:lnTo>
                    <a:pt x="37740" y="62105"/>
                  </a:lnTo>
                  <a:lnTo>
                    <a:pt x="36307" y="63060"/>
                  </a:lnTo>
                  <a:lnTo>
                    <a:pt x="34396" y="64016"/>
                  </a:lnTo>
                  <a:lnTo>
                    <a:pt x="33919" y="64971"/>
                  </a:lnTo>
                  <a:lnTo>
                    <a:pt x="32486" y="65449"/>
                  </a:lnTo>
                  <a:lnTo>
                    <a:pt x="31530" y="65449"/>
                  </a:lnTo>
                  <a:lnTo>
                    <a:pt x="30097" y="64971"/>
                  </a:lnTo>
                  <a:lnTo>
                    <a:pt x="28186" y="64971"/>
                  </a:lnTo>
                  <a:lnTo>
                    <a:pt x="27230" y="64971"/>
                  </a:lnTo>
                  <a:lnTo>
                    <a:pt x="26753" y="64493"/>
                  </a:lnTo>
                  <a:lnTo>
                    <a:pt x="26275" y="63060"/>
                  </a:lnTo>
                  <a:lnTo>
                    <a:pt x="26275" y="63060"/>
                  </a:lnTo>
                  <a:lnTo>
                    <a:pt x="25320" y="62582"/>
                  </a:lnTo>
                  <a:lnTo>
                    <a:pt x="24364" y="62582"/>
                  </a:lnTo>
                  <a:lnTo>
                    <a:pt x="23409" y="63538"/>
                  </a:lnTo>
                  <a:lnTo>
                    <a:pt x="21975" y="64016"/>
                  </a:lnTo>
                  <a:lnTo>
                    <a:pt x="20542" y="64016"/>
                  </a:lnTo>
                  <a:lnTo>
                    <a:pt x="18154" y="63060"/>
                  </a:lnTo>
                  <a:lnTo>
                    <a:pt x="17198" y="63060"/>
                  </a:lnTo>
                  <a:lnTo>
                    <a:pt x="16721" y="62582"/>
                  </a:lnTo>
                  <a:lnTo>
                    <a:pt x="16721" y="62105"/>
                  </a:lnTo>
                  <a:lnTo>
                    <a:pt x="16721" y="62105"/>
                  </a:lnTo>
                  <a:lnTo>
                    <a:pt x="16243" y="62105"/>
                  </a:lnTo>
                  <a:lnTo>
                    <a:pt x="15287" y="63060"/>
                  </a:lnTo>
                  <a:lnTo>
                    <a:pt x="14332" y="63538"/>
                  </a:lnTo>
                  <a:lnTo>
                    <a:pt x="12898" y="64493"/>
                  </a:lnTo>
                  <a:lnTo>
                    <a:pt x="11943" y="64971"/>
                  </a:lnTo>
                  <a:lnTo>
                    <a:pt x="10032" y="65927"/>
                  </a:lnTo>
                  <a:lnTo>
                    <a:pt x="9555" y="66405"/>
                  </a:lnTo>
                  <a:lnTo>
                    <a:pt x="8599" y="65927"/>
                  </a:lnTo>
                  <a:lnTo>
                    <a:pt x="7644" y="65927"/>
                  </a:lnTo>
                  <a:lnTo>
                    <a:pt x="6210" y="65927"/>
                  </a:lnTo>
                  <a:lnTo>
                    <a:pt x="3344" y="64971"/>
                  </a:lnTo>
                  <a:lnTo>
                    <a:pt x="1911" y="64016"/>
                  </a:lnTo>
                  <a:lnTo>
                    <a:pt x="955" y="63538"/>
                  </a:lnTo>
                  <a:lnTo>
                    <a:pt x="955" y="63538"/>
                  </a:lnTo>
                  <a:lnTo>
                    <a:pt x="478" y="63060"/>
                  </a:lnTo>
                  <a:lnTo>
                    <a:pt x="0" y="62582"/>
                  </a:lnTo>
                  <a:lnTo>
                    <a:pt x="0" y="62582"/>
                  </a:lnTo>
                  <a:lnTo>
                    <a:pt x="478" y="62582"/>
                  </a:lnTo>
                  <a:lnTo>
                    <a:pt x="1433" y="62582"/>
                  </a:lnTo>
                  <a:lnTo>
                    <a:pt x="2389" y="61149"/>
                  </a:lnTo>
                  <a:lnTo>
                    <a:pt x="3822" y="60194"/>
                  </a:lnTo>
                  <a:lnTo>
                    <a:pt x="6688" y="55894"/>
                  </a:lnTo>
                  <a:lnTo>
                    <a:pt x="8121" y="53983"/>
                  </a:lnTo>
                  <a:lnTo>
                    <a:pt x="8121" y="53028"/>
                  </a:lnTo>
                  <a:lnTo>
                    <a:pt x="8599" y="50639"/>
                  </a:lnTo>
                  <a:lnTo>
                    <a:pt x="8121" y="48251"/>
                  </a:lnTo>
                  <a:lnTo>
                    <a:pt x="8121" y="47295"/>
                  </a:lnTo>
                  <a:lnTo>
                    <a:pt x="10510" y="43951"/>
                  </a:lnTo>
                  <a:lnTo>
                    <a:pt x="11943" y="42518"/>
                  </a:lnTo>
                  <a:lnTo>
                    <a:pt x="11943" y="41085"/>
                  </a:lnTo>
                  <a:lnTo>
                    <a:pt x="11943" y="39651"/>
                  </a:lnTo>
                  <a:lnTo>
                    <a:pt x="11943" y="39174"/>
                  </a:lnTo>
                  <a:lnTo>
                    <a:pt x="11465" y="39174"/>
                  </a:lnTo>
                  <a:lnTo>
                    <a:pt x="10510" y="37741"/>
                  </a:lnTo>
                  <a:lnTo>
                    <a:pt x="9555" y="36785"/>
                  </a:lnTo>
                  <a:lnTo>
                    <a:pt x="8121" y="35352"/>
                  </a:lnTo>
                  <a:lnTo>
                    <a:pt x="6688" y="34397"/>
                  </a:lnTo>
                  <a:lnTo>
                    <a:pt x="5255" y="31530"/>
                  </a:lnTo>
                  <a:lnTo>
                    <a:pt x="5255" y="30097"/>
                  </a:lnTo>
                  <a:lnTo>
                    <a:pt x="4777" y="29141"/>
                  </a:lnTo>
                  <a:lnTo>
                    <a:pt x="4299" y="28664"/>
                  </a:lnTo>
                  <a:lnTo>
                    <a:pt x="4299" y="28186"/>
                  </a:lnTo>
                  <a:lnTo>
                    <a:pt x="3822" y="26275"/>
                  </a:lnTo>
                  <a:lnTo>
                    <a:pt x="3344" y="24842"/>
                  </a:lnTo>
                  <a:lnTo>
                    <a:pt x="2866" y="23409"/>
                  </a:lnTo>
                  <a:lnTo>
                    <a:pt x="3344" y="21975"/>
                  </a:lnTo>
                  <a:lnTo>
                    <a:pt x="3344" y="20065"/>
                  </a:lnTo>
                  <a:lnTo>
                    <a:pt x="2389" y="18632"/>
                  </a:lnTo>
                  <a:lnTo>
                    <a:pt x="2389" y="17198"/>
                  </a:lnTo>
                  <a:lnTo>
                    <a:pt x="2389" y="15765"/>
                  </a:lnTo>
                  <a:lnTo>
                    <a:pt x="3344" y="14809"/>
                  </a:lnTo>
                  <a:lnTo>
                    <a:pt x="2866" y="13854"/>
                  </a:lnTo>
                  <a:lnTo>
                    <a:pt x="5255" y="10988"/>
                  </a:lnTo>
                  <a:lnTo>
                    <a:pt x="7166" y="9077"/>
                  </a:lnTo>
                  <a:lnTo>
                    <a:pt x="9077" y="7644"/>
                  </a:lnTo>
                  <a:lnTo>
                    <a:pt x="10032" y="6688"/>
                  </a:lnTo>
                  <a:lnTo>
                    <a:pt x="11943" y="1911"/>
                  </a:lnTo>
                  <a:lnTo>
                    <a:pt x="13376" y="478"/>
                  </a:lnTo>
                  <a:lnTo>
                    <a:pt x="14809" y="0"/>
                  </a:lnTo>
                  <a:lnTo>
                    <a:pt x="22931" y="3822"/>
                  </a:lnTo>
                  <a:lnTo>
                    <a:pt x="26275" y="4300"/>
                  </a:lnTo>
                  <a:lnTo>
                    <a:pt x="33919" y="6688"/>
                  </a:lnTo>
                  <a:lnTo>
                    <a:pt x="36307" y="9555"/>
                  </a:lnTo>
                  <a:lnTo>
                    <a:pt x="42518" y="13854"/>
                  </a:lnTo>
                  <a:lnTo>
                    <a:pt x="45862" y="15287"/>
                  </a:lnTo>
                  <a:lnTo>
                    <a:pt x="45862" y="16721"/>
                  </a:lnTo>
                  <a:lnTo>
                    <a:pt x="45384" y="18632"/>
                  </a:lnTo>
                  <a:lnTo>
                    <a:pt x="47295" y="16721"/>
                  </a:lnTo>
                  <a:lnTo>
                    <a:pt x="50639" y="19587"/>
                  </a:lnTo>
                  <a:lnTo>
                    <a:pt x="51595" y="20542"/>
                  </a:lnTo>
                  <a:lnTo>
                    <a:pt x="52550" y="22931"/>
                  </a:lnTo>
                  <a:lnTo>
                    <a:pt x="52072" y="24842"/>
                  </a:lnTo>
                  <a:lnTo>
                    <a:pt x="51595" y="25320"/>
                  </a:lnTo>
                  <a:lnTo>
                    <a:pt x="51595" y="26275"/>
                  </a:lnTo>
                  <a:lnTo>
                    <a:pt x="52550" y="25320"/>
                  </a:lnTo>
                  <a:lnTo>
                    <a:pt x="53028" y="24364"/>
                  </a:lnTo>
                  <a:lnTo>
                    <a:pt x="53028" y="22931"/>
                  </a:lnTo>
                  <a:lnTo>
                    <a:pt x="53983" y="21020"/>
                  </a:lnTo>
                  <a:lnTo>
                    <a:pt x="54939" y="21020"/>
                  </a:lnTo>
                  <a:lnTo>
                    <a:pt x="55894" y="21975"/>
                  </a:lnTo>
                  <a:lnTo>
                    <a:pt x="57805" y="27231"/>
                  </a:lnTo>
                  <a:lnTo>
                    <a:pt x="58283" y="2818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8" name="Freeform 2447">
              <a:extLst>
                <a:ext uri="{FF2B5EF4-FFF2-40B4-BE49-F238E27FC236}">
                  <a16:creationId xmlns:a16="http://schemas.microsoft.com/office/drawing/2014/main" id="{ABE62B1A-06EF-1133-2AB4-72914999D287}"/>
                </a:ext>
              </a:extLst>
            </p:cNvPr>
            <p:cNvSpPr/>
            <p:nvPr/>
          </p:nvSpPr>
          <p:spPr>
            <a:xfrm>
              <a:off x="4857247" y="4660848"/>
              <a:ext cx="1910" cy="1433"/>
            </a:xfrm>
            <a:custGeom>
              <a:avLst/>
              <a:gdLst>
                <a:gd name="csX0" fmla="*/ 1911 w 1910"/>
                <a:gd name="csY0" fmla="*/ 0 h 1433"/>
                <a:gd name="csX1" fmla="*/ 1911 w 1910"/>
                <a:gd name="csY1" fmla="*/ 478 h 1433"/>
                <a:gd name="csX2" fmla="*/ 1433 w 1910"/>
                <a:gd name="csY2" fmla="*/ 478 h 1433"/>
                <a:gd name="csX3" fmla="*/ 0 w 1910"/>
                <a:gd name="csY3" fmla="*/ 1433 h 1433"/>
                <a:gd name="csX4" fmla="*/ 0 w 1910"/>
                <a:gd name="csY4" fmla="*/ 1433 h 1433"/>
                <a:gd name="csX5" fmla="*/ 1433 w 1910"/>
                <a:gd name="csY5" fmla="*/ 478 h 1433"/>
                <a:gd name="csX6" fmla="*/ 1911 w 1910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1433">
                  <a:moveTo>
                    <a:pt x="1911" y="0"/>
                  </a:moveTo>
                  <a:lnTo>
                    <a:pt x="1911" y="478"/>
                  </a:lnTo>
                  <a:lnTo>
                    <a:pt x="1433" y="478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9" name="Freeform 2448">
              <a:extLst>
                <a:ext uri="{FF2B5EF4-FFF2-40B4-BE49-F238E27FC236}">
                  <a16:creationId xmlns:a16="http://schemas.microsoft.com/office/drawing/2014/main" id="{E0B60282-A9EE-84BE-5A14-58FE240AEDFC}"/>
                </a:ext>
              </a:extLst>
            </p:cNvPr>
            <p:cNvSpPr/>
            <p:nvPr/>
          </p:nvSpPr>
          <p:spPr>
            <a:xfrm>
              <a:off x="4854858" y="4664670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0" name="Freeform 2449">
              <a:extLst>
                <a:ext uri="{FF2B5EF4-FFF2-40B4-BE49-F238E27FC236}">
                  <a16:creationId xmlns:a16="http://schemas.microsoft.com/office/drawing/2014/main" id="{C441E986-1BB0-B2A0-15DC-41A514C89B39}"/>
                </a:ext>
              </a:extLst>
            </p:cNvPr>
            <p:cNvSpPr/>
            <p:nvPr/>
          </p:nvSpPr>
          <p:spPr>
            <a:xfrm>
              <a:off x="4794664" y="2915225"/>
              <a:ext cx="59716" cy="55894"/>
            </a:xfrm>
            <a:custGeom>
              <a:avLst/>
              <a:gdLst>
                <a:gd name="csX0" fmla="*/ 59716 w 59716"/>
                <a:gd name="csY0" fmla="*/ 36307 h 55894"/>
                <a:gd name="csX1" fmla="*/ 59716 w 59716"/>
                <a:gd name="csY1" fmla="*/ 37741 h 55894"/>
                <a:gd name="csX2" fmla="*/ 58283 w 59716"/>
                <a:gd name="csY2" fmla="*/ 40607 h 55894"/>
                <a:gd name="csX3" fmla="*/ 55417 w 59716"/>
                <a:gd name="csY3" fmla="*/ 43951 h 55894"/>
                <a:gd name="csX4" fmla="*/ 42518 w 59716"/>
                <a:gd name="csY4" fmla="*/ 50162 h 55894"/>
                <a:gd name="csX5" fmla="*/ 37741 w 59716"/>
                <a:gd name="csY5" fmla="*/ 51595 h 55894"/>
                <a:gd name="csX6" fmla="*/ 26753 w 59716"/>
                <a:gd name="csY6" fmla="*/ 55894 h 55894"/>
                <a:gd name="csX7" fmla="*/ 22931 w 59716"/>
                <a:gd name="csY7" fmla="*/ 55894 h 55894"/>
                <a:gd name="csX8" fmla="*/ 22453 w 59716"/>
                <a:gd name="csY8" fmla="*/ 55417 h 55894"/>
                <a:gd name="csX9" fmla="*/ 20065 w 59716"/>
                <a:gd name="csY9" fmla="*/ 53506 h 55894"/>
                <a:gd name="csX10" fmla="*/ 17198 w 59716"/>
                <a:gd name="csY10" fmla="*/ 51595 h 55894"/>
                <a:gd name="csX11" fmla="*/ 15765 w 59716"/>
                <a:gd name="csY11" fmla="*/ 50162 h 55894"/>
                <a:gd name="csX12" fmla="*/ 14332 w 59716"/>
                <a:gd name="csY12" fmla="*/ 48251 h 55894"/>
                <a:gd name="csX13" fmla="*/ 15287 w 59716"/>
                <a:gd name="csY13" fmla="*/ 46817 h 55894"/>
                <a:gd name="csX14" fmla="*/ 17198 w 59716"/>
                <a:gd name="csY14" fmla="*/ 46340 h 55894"/>
                <a:gd name="csX15" fmla="*/ 20543 w 59716"/>
                <a:gd name="csY15" fmla="*/ 46340 h 55894"/>
                <a:gd name="csX16" fmla="*/ 24842 w 59716"/>
                <a:gd name="csY16" fmla="*/ 44907 h 55894"/>
                <a:gd name="csX17" fmla="*/ 23886 w 59716"/>
                <a:gd name="csY17" fmla="*/ 43951 h 55894"/>
                <a:gd name="csX18" fmla="*/ 22453 w 59716"/>
                <a:gd name="csY18" fmla="*/ 42996 h 55894"/>
                <a:gd name="csX19" fmla="*/ 21498 w 59716"/>
                <a:gd name="csY19" fmla="*/ 41085 h 55894"/>
                <a:gd name="csX20" fmla="*/ 19587 w 59716"/>
                <a:gd name="csY20" fmla="*/ 41562 h 55894"/>
                <a:gd name="csX21" fmla="*/ 18154 w 59716"/>
                <a:gd name="csY21" fmla="*/ 40607 h 55894"/>
                <a:gd name="csX22" fmla="*/ 15765 w 59716"/>
                <a:gd name="csY22" fmla="*/ 39651 h 55894"/>
                <a:gd name="csX23" fmla="*/ 8121 w 59716"/>
                <a:gd name="csY23" fmla="*/ 39174 h 55894"/>
                <a:gd name="csX24" fmla="*/ 3822 w 59716"/>
                <a:gd name="csY24" fmla="*/ 37741 h 55894"/>
                <a:gd name="csX25" fmla="*/ 2389 w 59716"/>
                <a:gd name="csY25" fmla="*/ 36307 h 55894"/>
                <a:gd name="csX26" fmla="*/ 956 w 59716"/>
                <a:gd name="csY26" fmla="*/ 34874 h 55894"/>
                <a:gd name="csX27" fmla="*/ 0 w 59716"/>
                <a:gd name="csY27" fmla="*/ 32008 h 55894"/>
                <a:gd name="csX28" fmla="*/ 1433 w 59716"/>
                <a:gd name="csY28" fmla="*/ 22453 h 55894"/>
                <a:gd name="csX29" fmla="*/ 2389 w 59716"/>
                <a:gd name="csY29" fmla="*/ 19587 h 55894"/>
                <a:gd name="csX30" fmla="*/ 4777 w 59716"/>
                <a:gd name="csY30" fmla="*/ 18631 h 55894"/>
                <a:gd name="csX31" fmla="*/ 10988 w 59716"/>
                <a:gd name="csY31" fmla="*/ 21020 h 55894"/>
                <a:gd name="csX32" fmla="*/ 11943 w 59716"/>
                <a:gd name="csY32" fmla="*/ 20065 h 55894"/>
                <a:gd name="csX33" fmla="*/ 5255 w 59716"/>
                <a:gd name="csY33" fmla="*/ 16243 h 55894"/>
                <a:gd name="csX34" fmla="*/ 2867 w 59716"/>
                <a:gd name="csY34" fmla="*/ 14332 h 55894"/>
                <a:gd name="csX35" fmla="*/ 1911 w 59716"/>
                <a:gd name="csY35" fmla="*/ 12421 h 55894"/>
                <a:gd name="csX36" fmla="*/ 1911 w 59716"/>
                <a:gd name="csY36" fmla="*/ 10032 h 55894"/>
                <a:gd name="csX37" fmla="*/ 1911 w 59716"/>
                <a:gd name="csY37" fmla="*/ 8599 h 55894"/>
                <a:gd name="csX38" fmla="*/ 1911 w 59716"/>
                <a:gd name="csY38" fmla="*/ 6688 h 55894"/>
                <a:gd name="csX39" fmla="*/ 2389 w 59716"/>
                <a:gd name="csY39" fmla="*/ 5255 h 55894"/>
                <a:gd name="csX40" fmla="*/ 4300 w 59716"/>
                <a:gd name="csY40" fmla="*/ 3344 h 55894"/>
                <a:gd name="csX41" fmla="*/ 10988 w 59716"/>
                <a:gd name="csY41" fmla="*/ 0 h 55894"/>
                <a:gd name="csX42" fmla="*/ 18154 w 59716"/>
                <a:gd name="csY42" fmla="*/ 955 h 55894"/>
                <a:gd name="csX43" fmla="*/ 30575 w 59716"/>
                <a:gd name="csY43" fmla="*/ 5255 h 55894"/>
                <a:gd name="csX44" fmla="*/ 32008 w 59716"/>
                <a:gd name="csY44" fmla="*/ 6210 h 55894"/>
                <a:gd name="csX45" fmla="*/ 35830 w 59716"/>
                <a:gd name="csY45" fmla="*/ 9555 h 55894"/>
                <a:gd name="csX46" fmla="*/ 43474 w 59716"/>
                <a:gd name="csY46" fmla="*/ 20065 h 55894"/>
                <a:gd name="csX47" fmla="*/ 50162 w 59716"/>
                <a:gd name="csY47" fmla="*/ 24364 h 55894"/>
                <a:gd name="csX48" fmla="*/ 56850 w 59716"/>
                <a:gd name="csY48" fmla="*/ 27230 h 55894"/>
                <a:gd name="csX49" fmla="*/ 57805 w 59716"/>
                <a:gd name="csY49" fmla="*/ 28664 h 55894"/>
                <a:gd name="csX50" fmla="*/ 58283 w 59716"/>
                <a:gd name="csY50" fmla="*/ 30575 h 55894"/>
                <a:gd name="csX51" fmla="*/ 58283 w 59716"/>
                <a:gd name="csY51" fmla="*/ 31530 h 55894"/>
                <a:gd name="csX52" fmla="*/ 58283 w 59716"/>
                <a:gd name="csY52" fmla="*/ 32486 h 55894"/>
                <a:gd name="csX53" fmla="*/ 57805 w 59716"/>
                <a:gd name="csY53" fmla="*/ 33441 h 55894"/>
                <a:gd name="csX54" fmla="*/ 58283 w 59716"/>
                <a:gd name="csY54" fmla="*/ 34874 h 55894"/>
                <a:gd name="csX55" fmla="*/ 59716 w 59716"/>
                <a:gd name="csY55" fmla="*/ 36307 h 5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</a:cxnLst>
              <a:rect l="l" t="t" r="r" b="b"/>
              <a:pathLst>
                <a:path w="59716" h="55894">
                  <a:moveTo>
                    <a:pt x="59716" y="36307"/>
                  </a:moveTo>
                  <a:lnTo>
                    <a:pt x="59716" y="37741"/>
                  </a:lnTo>
                  <a:lnTo>
                    <a:pt x="58283" y="40607"/>
                  </a:lnTo>
                  <a:lnTo>
                    <a:pt x="55417" y="43951"/>
                  </a:lnTo>
                  <a:lnTo>
                    <a:pt x="42518" y="50162"/>
                  </a:lnTo>
                  <a:lnTo>
                    <a:pt x="37741" y="51595"/>
                  </a:lnTo>
                  <a:lnTo>
                    <a:pt x="26753" y="55894"/>
                  </a:lnTo>
                  <a:lnTo>
                    <a:pt x="22931" y="55894"/>
                  </a:lnTo>
                  <a:lnTo>
                    <a:pt x="22453" y="55417"/>
                  </a:lnTo>
                  <a:lnTo>
                    <a:pt x="20065" y="53506"/>
                  </a:lnTo>
                  <a:lnTo>
                    <a:pt x="17198" y="51595"/>
                  </a:lnTo>
                  <a:lnTo>
                    <a:pt x="15765" y="50162"/>
                  </a:lnTo>
                  <a:lnTo>
                    <a:pt x="14332" y="48251"/>
                  </a:lnTo>
                  <a:lnTo>
                    <a:pt x="15287" y="46817"/>
                  </a:lnTo>
                  <a:lnTo>
                    <a:pt x="17198" y="46340"/>
                  </a:lnTo>
                  <a:lnTo>
                    <a:pt x="20543" y="46340"/>
                  </a:lnTo>
                  <a:lnTo>
                    <a:pt x="24842" y="44907"/>
                  </a:lnTo>
                  <a:lnTo>
                    <a:pt x="23886" y="43951"/>
                  </a:lnTo>
                  <a:lnTo>
                    <a:pt x="22453" y="42996"/>
                  </a:lnTo>
                  <a:lnTo>
                    <a:pt x="21498" y="41085"/>
                  </a:lnTo>
                  <a:lnTo>
                    <a:pt x="19587" y="41562"/>
                  </a:lnTo>
                  <a:lnTo>
                    <a:pt x="18154" y="40607"/>
                  </a:lnTo>
                  <a:lnTo>
                    <a:pt x="15765" y="39651"/>
                  </a:lnTo>
                  <a:lnTo>
                    <a:pt x="8121" y="39174"/>
                  </a:lnTo>
                  <a:lnTo>
                    <a:pt x="3822" y="37741"/>
                  </a:lnTo>
                  <a:lnTo>
                    <a:pt x="2389" y="36307"/>
                  </a:lnTo>
                  <a:lnTo>
                    <a:pt x="956" y="34874"/>
                  </a:lnTo>
                  <a:lnTo>
                    <a:pt x="0" y="32008"/>
                  </a:lnTo>
                  <a:lnTo>
                    <a:pt x="1433" y="22453"/>
                  </a:lnTo>
                  <a:lnTo>
                    <a:pt x="2389" y="19587"/>
                  </a:lnTo>
                  <a:lnTo>
                    <a:pt x="4777" y="18631"/>
                  </a:lnTo>
                  <a:lnTo>
                    <a:pt x="10988" y="21020"/>
                  </a:lnTo>
                  <a:lnTo>
                    <a:pt x="11943" y="20065"/>
                  </a:lnTo>
                  <a:lnTo>
                    <a:pt x="5255" y="16243"/>
                  </a:lnTo>
                  <a:lnTo>
                    <a:pt x="2867" y="14332"/>
                  </a:lnTo>
                  <a:lnTo>
                    <a:pt x="1911" y="12421"/>
                  </a:lnTo>
                  <a:lnTo>
                    <a:pt x="1911" y="10032"/>
                  </a:lnTo>
                  <a:lnTo>
                    <a:pt x="1911" y="8599"/>
                  </a:lnTo>
                  <a:lnTo>
                    <a:pt x="1911" y="6688"/>
                  </a:lnTo>
                  <a:lnTo>
                    <a:pt x="2389" y="5255"/>
                  </a:lnTo>
                  <a:lnTo>
                    <a:pt x="4300" y="3344"/>
                  </a:lnTo>
                  <a:lnTo>
                    <a:pt x="10988" y="0"/>
                  </a:lnTo>
                  <a:lnTo>
                    <a:pt x="18154" y="955"/>
                  </a:lnTo>
                  <a:lnTo>
                    <a:pt x="30575" y="5255"/>
                  </a:lnTo>
                  <a:lnTo>
                    <a:pt x="32008" y="6210"/>
                  </a:lnTo>
                  <a:lnTo>
                    <a:pt x="35830" y="9555"/>
                  </a:lnTo>
                  <a:lnTo>
                    <a:pt x="43474" y="20065"/>
                  </a:lnTo>
                  <a:lnTo>
                    <a:pt x="50162" y="24364"/>
                  </a:lnTo>
                  <a:lnTo>
                    <a:pt x="56850" y="27230"/>
                  </a:lnTo>
                  <a:lnTo>
                    <a:pt x="57805" y="28664"/>
                  </a:lnTo>
                  <a:lnTo>
                    <a:pt x="58283" y="30575"/>
                  </a:lnTo>
                  <a:lnTo>
                    <a:pt x="58283" y="31530"/>
                  </a:lnTo>
                  <a:lnTo>
                    <a:pt x="58283" y="32486"/>
                  </a:lnTo>
                  <a:lnTo>
                    <a:pt x="57805" y="33441"/>
                  </a:lnTo>
                  <a:lnTo>
                    <a:pt x="58283" y="34874"/>
                  </a:lnTo>
                  <a:lnTo>
                    <a:pt x="59716" y="3630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1" name="Freeform 2450">
              <a:extLst>
                <a:ext uri="{FF2B5EF4-FFF2-40B4-BE49-F238E27FC236}">
                  <a16:creationId xmlns:a16="http://schemas.microsoft.com/office/drawing/2014/main" id="{C19D36AD-F777-ED41-0D71-3D9BBD901A73}"/>
                </a:ext>
              </a:extLst>
            </p:cNvPr>
            <p:cNvSpPr/>
            <p:nvPr/>
          </p:nvSpPr>
          <p:spPr>
            <a:xfrm>
              <a:off x="4852469" y="4667058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956 w 955"/>
                <a:gd name="csY1" fmla="*/ 0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956" y="0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2" name="Freeform 2451">
              <a:extLst>
                <a:ext uri="{FF2B5EF4-FFF2-40B4-BE49-F238E27FC236}">
                  <a16:creationId xmlns:a16="http://schemas.microsoft.com/office/drawing/2014/main" id="{95663CE1-5546-3636-789A-79FD43E2CC13}"/>
                </a:ext>
              </a:extLst>
            </p:cNvPr>
            <p:cNvSpPr/>
            <p:nvPr/>
          </p:nvSpPr>
          <p:spPr>
            <a:xfrm>
              <a:off x="4706284" y="3640418"/>
              <a:ext cx="133286" cy="138063"/>
            </a:xfrm>
            <a:custGeom>
              <a:avLst/>
              <a:gdLst>
                <a:gd name="csX0" fmla="*/ 132809 w 133286"/>
                <a:gd name="csY0" fmla="*/ 111311 h 138063"/>
                <a:gd name="csX1" fmla="*/ 133287 w 133286"/>
                <a:gd name="csY1" fmla="*/ 113700 h 138063"/>
                <a:gd name="csX2" fmla="*/ 132809 w 133286"/>
                <a:gd name="csY2" fmla="*/ 115611 h 138063"/>
                <a:gd name="csX3" fmla="*/ 132809 w 133286"/>
                <a:gd name="csY3" fmla="*/ 116566 h 138063"/>
                <a:gd name="csX4" fmla="*/ 128032 w 133286"/>
                <a:gd name="csY4" fmla="*/ 125643 h 138063"/>
                <a:gd name="csX5" fmla="*/ 128509 w 133286"/>
                <a:gd name="csY5" fmla="*/ 127076 h 138063"/>
                <a:gd name="csX6" fmla="*/ 128509 w 133286"/>
                <a:gd name="csY6" fmla="*/ 128032 h 138063"/>
                <a:gd name="csX7" fmla="*/ 128509 w 133286"/>
                <a:gd name="csY7" fmla="*/ 128987 h 138063"/>
                <a:gd name="csX8" fmla="*/ 127076 w 133286"/>
                <a:gd name="csY8" fmla="*/ 132809 h 138063"/>
                <a:gd name="csX9" fmla="*/ 125643 w 133286"/>
                <a:gd name="csY9" fmla="*/ 135675 h 138063"/>
                <a:gd name="csX10" fmla="*/ 125165 w 133286"/>
                <a:gd name="csY10" fmla="*/ 136631 h 138063"/>
                <a:gd name="csX11" fmla="*/ 124210 w 133286"/>
                <a:gd name="csY11" fmla="*/ 137108 h 138063"/>
                <a:gd name="csX12" fmla="*/ 123254 w 133286"/>
                <a:gd name="csY12" fmla="*/ 137586 h 138063"/>
                <a:gd name="csX13" fmla="*/ 122299 w 133286"/>
                <a:gd name="csY13" fmla="*/ 137108 h 138063"/>
                <a:gd name="csX14" fmla="*/ 121343 w 133286"/>
                <a:gd name="csY14" fmla="*/ 136153 h 138063"/>
                <a:gd name="csX15" fmla="*/ 120388 w 133286"/>
                <a:gd name="csY15" fmla="*/ 135675 h 138063"/>
                <a:gd name="csX16" fmla="*/ 119910 w 133286"/>
                <a:gd name="csY16" fmla="*/ 135675 h 138063"/>
                <a:gd name="csX17" fmla="*/ 118955 w 133286"/>
                <a:gd name="csY17" fmla="*/ 135675 h 138063"/>
                <a:gd name="csX18" fmla="*/ 115611 w 133286"/>
                <a:gd name="csY18" fmla="*/ 138064 h 138063"/>
                <a:gd name="csX19" fmla="*/ 115133 w 133286"/>
                <a:gd name="csY19" fmla="*/ 138064 h 138063"/>
                <a:gd name="csX20" fmla="*/ 114655 w 133286"/>
                <a:gd name="csY20" fmla="*/ 137586 h 138063"/>
                <a:gd name="csX21" fmla="*/ 114177 w 133286"/>
                <a:gd name="csY21" fmla="*/ 136631 h 138063"/>
                <a:gd name="csX22" fmla="*/ 114655 w 133286"/>
                <a:gd name="csY22" fmla="*/ 131376 h 138063"/>
                <a:gd name="csX23" fmla="*/ 114655 w 133286"/>
                <a:gd name="csY23" fmla="*/ 129465 h 138063"/>
                <a:gd name="csX24" fmla="*/ 114177 w 133286"/>
                <a:gd name="csY24" fmla="*/ 128032 h 138063"/>
                <a:gd name="csX25" fmla="*/ 114655 w 133286"/>
                <a:gd name="csY25" fmla="*/ 125643 h 138063"/>
                <a:gd name="csX26" fmla="*/ 114655 w 133286"/>
                <a:gd name="csY26" fmla="*/ 124687 h 138063"/>
                <a:gd name="csX27" fmla="*/ 114655 w 133286"/>
                <a:gd name="csY27" fmla="*/ 124210 h 138063"/>
                <a:gd name="csX28" fmla="*/ 113700 w 133286"/>
                <a:gd name="csY28" fmla="*/ 124687 h 138063"/>
                <a:gd name="csX29" fmla="*/ 112744 w 133286"/>
                <a:gd name="csY29" fmla="*/ 125643 h 138063"/>
                <a:gd name="csX30" fmla="*/ 110833 w 133286"/>
                <a:gd name="csY30" fmla="*/ 128032 h 138063"/>
                <a:gd name="csX31" fmla="*/ 109400 w 133286"/>
                <a:gd name="csY31" fmla="*/ 129942 h 138063"/>
                <a:gd name="csX32" fmla="*/ 106534 w 133286"/>
                <a:gd name="csY32" fmla="*/ 132331 h 138063"/>
                <a:gd name="csX33" fmla="*/ 105100 w 133286"/>
                <a:gd name="csY33" fmla="*/ 132809 h 138063"/>
                <a:gd name="csX34" fmla="*/ 104623 w 133286"/>
                <a:gd name="csY34" fmla="*/ 132809 h 138063"/>
                <a:gd name="csX35" fmla="*/ 103667 w 133286"/>
                <a:gd name="csY35" fmla="*/ 132331 h 138063"/>
                <a:gd name="csX36" fmla="*/ 103190 w 133286"/>
                <a:gd name="csY36" fmla="*/ 131376 h 138063"/>
                <a:gd name="csX37" fmla="*/ 103190 w 133286"/>
                <a:gd name="csY37" fmla="*/ 130420 h 138063"/>
                <a:gd name="csX38" fmla="*/ 103667 w 133286"/>
                <a:gd name="csY38" fmla="*/ 128987 h 138063"/>
                <a:gd name="csX39" fmla="*/ 104623 w 133286"/>
                <a:gd name="csY39" fmla="*/ 126121 h 138063"/>
                <a:gd name="csX40" fmla="*/ 107012 w 133286"/>
                <a:gd name="csY40" fmla="*/ 121343 h 138063"/>
                <a:gd name="csX41" fmla="*/ 108923 w 133286"/>
                <a:gd name="csY41" fmla="*/ 117999 h 138063"/>
                <a:gd name="csX42" fmla="*/ 109400 w 133286"/>
                <a:gd name="csY42" fmla="*/ 116566 h 138063"/>
                <a:gd name="csX43" fmla="*/ 108923 w 133286"/>
                <a:gd name="csY43" fmla="*/ 115611 h 138063"/>
                <a:gd name="csX44" fmla="*/ 108445 w 133286"/>
                <a:gd name="csY44" fmla="*/ 114655 h 138063"/>
                <a:gd name="csX45" fmla="*/ 107489 w 133286"/>
                <a:gd name="csY45" fmla="*/ 110833 h 138063"/>
                <a:gd name="csX46" fmla="*/ 106534 w 133286"/>
                <a:gd name="csY46" fmla="*/ 107967 h 138063"/>
                <a:gd name="csX47" fmla="*/ 105578 w 133286"/>
                <a:gd name="csY47" fmla="*/ 106534 h 138063"/>
                <a:gd name="csX48" fmla="*/ 102712 w 133286"/>
                <a:gd name="csY48" fmla="*/ 105100 h 138063"/>
                <a:gd name="csX49" fmla="*/ 102234 w 133286"/>
                <a:gd name="csY49" fmla="*/ 105578 h 138063"/>
                <a:gd name="csX50" fmla="*/ 101757 w 133286"/>
                <a:gd name="csY50" fmla="*/ 107489 h 138063"/>
                <a:gd name="csX51" fmla="*/ 98412 w 133286"/>
                <a:gd name="csY51" fmla="*/ 113222 h 138063"/>
                <a:gd name="csX52" fmla="*/ 97935 w 133286"/>
                <a:gd name="csY52" fmla="*/ 115611 h 138063"/>
                <a:gd name="csX53" fmla="*/ 97457 w 133286"/>
                <a:gd name="csY53" fmla="*/ 116566 h 138063"/>
                <a:gd name="csX54" fmla="*/ 96979 w 133286"/>
                <a:gd name="csY54" fmla="*/ 117521 h 138063"/>
                <a:gd name="csX55" fmla="*/ 95546 w 133286"/>
                <a:gd name="csY55" fmla="*/ 117999 h 138063"/>
                <a:gd name="csX56" fmla="*/ 96024 w 133286"/>
                <a:gd name="csY56" fmla="*/ 117044 h 138063"/>
                <a:gd name="csX57" fmla="*/ 97457 w 133286"/>
                <a:gd name="csY57" fmla="*/ 113700 h 138063"/>
                <a:gd name="csX58" fmla="*/ 96979 w 133286"/>
                <a:gd name="csY58" fmla="*/ 113700 h 138063"/>
                <a:gd name="csX59" fmla="*/ 95068 w 133286"/>
                <a:gd name="csY59" fmla="*/ 116088 h 138063"/>
                <a:gd name="csX60" fmla="*/ 93635 w 133286"/>
                <a:gd name="csY60" fmla="*/ 117044 h 138063"/>
                <a:gd name="csX61" fmla="*/ 91724 w 133286"/>
                <a:gd name="csY61" fmla="*/ 117521 h 138063"/>
                <a:gd name="csX62" fmla="*/ 90769 w 133286"/>
                <a:gd name="csY62" fmla="*/ 117521 h 138063"/>
                <a:gd name="csX63" fmla="*/ 89335 w 133286"/>
                <a:gd name="csY63" fmla="*/ 117999 h 138063"/>
                <a:gd name="csX64" fmla="*/ 85036 w 133286"/>
                <a:gd name="csY64" fmla="*/ 123732 h 138063"/>
                <a:gd name="csX65" fmla="*/ 84558 w 133286"/>
                <a:gd name="csY65" fmla="*/ 125643 h 138063"/>
                <a:gd name="csX66" fmla="*/ 84081 w 133286"/>
                <a:gd name="csY66" fmla="*/ 127076 h 138063"/>
                <a:gd name="csX67" fmla="*/ 81692 w 133286"/>
                <a:gd name="csY67" fmla="*/ 129942 h 138063"/>
                <a:gd name="csX68" fmla="*/ 80259 w 133286"/>
                <a:gd name="csY68" fmla="*/ 130898 h 138063"/>
                <a:gd name="csX69" fmla="*/ 78825 w 133286"/>
                <a:gd name="csY69" fmla="*/ 130898 h 138063"/>
                <a:gd name="csX70" fmla="*/ 77392 w 133286"/>
                <a:gd name="csY70" fmla="*/ 130420 h 138063"/>
                <a:gd name="csX71" fmla="*/ 75959 w 133286"/>
                <a:gd name="csY71" fmla="*/ 130420 h 138063"/>
                <a:gd name="csX72" fmla="*/ 73570 w 133286"/>
                <a:gd name="csY72" fmla="*/ 131376 h 138063"/>
                <a:gd name="csX73" fmla="*/ 71182 w 133286"/>
                <a:gd name="csY73" fmla="*/ 131853 h 138063"/>
                <a:gd name="csX74" fmla="*/ 69749 w 133286"/>
                <a:gd name="csY74" fmla="*/ 131376 h 138063"/>
                <a:gd name="csX75" fmla="*/ 69271 w 133286"/>
                <a:gd name="csY75" fmla="*/ 131376 h 138063"/>
                <a:gd name="csX76" fmla="*/ 67838 w 133286"/>
                <a:gd name="csY76" fmla="*/ 129942 h 138063"/>
                <a:gd name="csX77" fmla="*/ 67838 w 133286"/>
                <a:gd name="csY77" fmla="*/ 129465 h 138063"/>
                <a:gd name="csX78" fmla="*/ 67838 w 133286"/>
                <a:gd name="csY78" fmla="*/ 128987 h 138063"/>
                <a:gd name="csX79" fmla="*/ 68316 w 133286"/>
                <a:gd name="csY79" fmla="*/ 127554 h 138063"/>
                <a:gd name="csX80" fmla="*/ 70226 w 133286"/>
                <a:gd name="csY80" fmla="*/ 126121 h 138063"/>
                <a:gd name="csX81" fmla="*/ 71182 w 133286"/>
                <a:gd name="csY81" fmla="*/ 125643 h 138063"/>
                <a:gd name="csX82" fmla="*/ 74526 w 133286"/>
                <a:gd name="csY82" fmla="*/ 125165 h 138063"/>
                <a:gd name="csX83" fmla="*/ 76915 w 133286"/>
                <a:gd name="csY83" fmla="*/ 123732 h 138063"/>
                <a:gd name="csX84" fmla="*/ 78825 w 133286"/>
                <a:gd name="csY84" fmla="*/ 122299 h 138063"/>
                <a:gd name="csX85" fmla="*/ 79781 w 133286"/>
                <a:gd name="csY85" fmla="*/ 121343 h 138063"/>
                <a:gd name="csX86" fmla="*/ 83125 w 133286"/>
                <a:gd name="csY86" fmla="*/ 116088 h 138063"/>
                <a:gd name="csX87" fmla="*/ 87425 w 133286"/>
                <a:gd name="csY87" fmla="*/ 114177 h 138063"/>
                <a:gd name="csX88" fmla="*/ 89335 w 133286"/>
                <a:gd name="csY88" fmla="*/ 112744 h 138063"/>
                <a:gd name="csX89" fmla="*/ 90769 w 133286"/>
                <a:gd name="csY89" fmla="*/ 110833 h 138063"/>
                <a:gd name="csX90" fmla="*/ 90769 w 133286"/>
                <a:gd name="csY90" fmla="*/ 110356 h 138063"/>
                <a:gd name="csX91" fmla="*/ 88858 w 133286"/>
                <a:gd name="csY91" fmla="*/ 111311 h 138063"/>
                <a:gd name="csX92" fmla="*/ 87902 w 133286"/>
                <a:gd name="csY92" fmla="*/ 111789 h 138063"/>
                <a:gd name="csX93" fmla="*/ 85991 w 133286"/>
                <a:gd name="csY93" fmla="*/ 111311 h 138063"/>
                <a:gd name="csX94" fmla="*/ 85036 w 133286"/>
                <a:gd name="csY94" fmla="*/ 110356 h 138063"/>
                <a:gd name="csX95" fmla="*/ 82647 w 133286"/>
                <a:gd name="csY95" fmla="*/ 110833 h 138063"/>
                <a:gd name="csX96" fmla="*/ 79303 w 133286"/>
                <a:gd name="csY96" fmla="*/ 110356 h 138063"/>
                <a:gd name="csX97" fmla="*/ 78825 w 133286"/>
                <a:gd name="csY97" fmla="*/ 110833 h 138063"/>
                <a:gd name="csX98" fmla="*/ 78348 w 133286"/>
                <a:gd name="csY98" fmla="*/ 113222 h 138063"/>
                <a:gd name="csX99" fmla="*/ 77870 w 133286"/>
                <a:gd name="csY99" fmla="*/ 114655 h 138063"/>
                <a:gd name="csX100" fmla="*/ 77392 w 133286"/>
                <a:gd name="csY100" fmla="*/ 115133 h 138063"/>
                <a:gd name="csX101" fmla="*/ 76915 w 133286"/>
                <a:gd name="csY101" fmla="*/ 115611 h 138063"/>
                <a:gd name="csX102" fmla="*/ 75481 w 133286"/>
                <a:gd name="csY102" fmla="*/ 115611 h 138063"/>
                <a:gd name="csX103" fmla="*/ 71182 w 133286"/>
                <a:gd name="csY103" fmla="*/ 114655 h 138063"/>
                <a:gd name="csX104" fmla="*/ 70704 w 133286"/>
                <a:gd name="csY104" fmla="*/ 114177 h 138063"/>
                <a:gd name="csX105" fmla="*/ 69749 w 133286"/>
                <a:gd name="csY105" fmla="*/ 114177 h 138063"/>
                <a:gd name="csX106" fmla="*/ 65449 w 133286"/>
                <a:gd name="csY106" fmla="*/ 114655 h 138063"/>
                <a:gd name="csX107" fmla="*/ 64493 w 133286"/>
                <a:gd name="csY107" fmla="*/ 114655 h 138063"/>
                <a:gd name="csX108" fmla="*/ 64971 w 133286"/>
                <a:gd name="csY108" fmla="*/ 114177 h 138063"/>
                <a:gd name="csX109" fmla="*/ 69271 w 133286"/>
                <a:gd name="csY109" fmla="*/ 112266 h 138063"/>
                <a:gd name="csX110" fmla="*/ 70226 w 133286"/>
                <a:gd name="csY110" fmla="*/ 107011 h 138063"/>
                <a:gd name="csX111" fmla="*/ 69749 w 133286"/>
                <a:gd name="csY111" fmla="*/ 106056 h 138063"/>
                <a:gd name="csX112" fmla="*/ 68316 w 133286"/>
                <a:gd name="csY112" fmla="*/ 107011 h 138063"/>
                <a:gd name="csX113" fmla="*/ 66405 w 133286"/>
                <a:gd name="csY113" fmla="*/ 107489 h 138063"/>
                <a:gd name="csX114" fmla="*/ 64971 w 133286"/>
                <a:gd name="csY114" fmla="*/ 107489 h 138063"/>
                <a:gd name="csX115" fmla="*/ 64493 w 133286"/>
                <a:gd name="csY115" fmla="*/ 107011 h 138063"/>
                <a:gd name="csX116" fmla="*/ 64016 w 133286"/>
                <a:gd name="csY116" fmla="*/ 107489 h 138063"/>
                <a:gd name="csX117" fmla="*/ 62583 w 133286"/>
                <a:gd name="csY117" fmla="*/ 110356 h 138063"/>
                <a:gd name="csX118" fmla="*/ 61627 w 133286"/>
                <a:gd name="csY118" fmla="*/ 110356 h 138063"/>
                <a:gd name="csX119" fmla="*/ 60194 w 133286"/>
                <a:gd name="csY119" fmla="*/ 110833 h 138063"/>
                <a:gd name="csX120" fmla="*/ 57805 w 133286"/>
                <a:gd name="csY120" fmla="*/ 111789 h 138063"/>
                <a:gd name="csX121" fmla="*/ 52550 w 133286"/>
                <a:gd name="csY121" fmla="*/ 112266 h 138063"/>
                <a:gd name="csX122" fmla="*/ 51595 w 133286"/>
                <a:gd name="csY122" fmla="*/ 113222 h 138063"/>
                <a:gd name="csX123" fmla="*/ 47773 w 133286"/>
                <a:gd name="csY123" fmla="*/ 112744 h 138063"/>
                <a:gd name="csX124" fmla="*/ 37741 w 133286"/>
                <a:gd name="csY124" fmla="*/ 111311 h 138063"/>
                <a:gd name="csX125" fmla="*/ 33919 w 133286"/>
                <a:gd name="csY125" fmla="*/ 111311 h 138063"/>
                <a:gd name="csX126" fmla="*/ 29619 w 133286"/>
                <a:gd name="csY126" fmla="*/ 110356 h 138063"/>
                <a:gd name="csX127" fmla="*/ 28664 w 133286"/>
                <a:gd name="csY127" fmla="*/ 110356 h 138063"/>
                <a:gd name="csX128" fmla="*/ 22453 w 133286"/>
                <a:gd name="csY128" fmla="*/ 110356 h 138063"/>
                <a:gd name="csX129" fmla="*/ 20543 w 133286"/>
                <a:gd name="csY129" fmla="*/ 109878 h 138063"/>
                <a:gd name="csX130" fmla="*/ 20543 w 133286"/>
                <a:gd name="csY130" fmla="*/ 108922 h 138063"/>
                <a:gd name="csX131" fmla="*/ 20543 w 133286"/>
                <a:gd name="csY131" fmla="*/ 108445 h 138063"/>
                <a:gd name="csX132" fmla="*/ 18632 w 133286"/>
                <a:gd name="csY132" fmla="*/ 109878 h 138063"/>
                <a:gd name="csX133" fmla="*/ 17198 w 133286"/>
                <a:gd name="csY133" fmla="*/ 110833 h 138063"/>
                <a:gd name="csX134" fmla="*/ 14810 w 133286"/>
                <a:gd name="csY134" fmla="*/ 111311 h 138063"/>
                <a:gd name="csX135" fmla="*/ 8599 w 133286"/>
                <a:gd name="csY135" fmla="*/ 112744 h 138063"/>
                <a:gd name="csX136" fmla="*/ 5255 w 133286"/>
                <a:gd name="csY136" fmla="*/ 112744 h 138063"/>
                <a:gd name="csX137" fmla="*/ 2867 w 133286"/>
                <a:gd name="csY137" fmla="*/ 112266 h 138063"/>
                <a:gd name="csX138" fmla="*/ 2389 w 133286"/>
                <a:gd name="csY138" fmla="*/ 111311 h 138063"/>
                <a:gd name="csX139" fmla="*/ 956 w 133286"/>
                <a:gd name="csY139" fmla="*/ 108445 h 138063"/>
                <a:gd name="csX140" fmla="*/ 0 w 133286"/>
                <a:gd name="csY140" fmla="*/ 105100 h 138063"/>
                <a:gd name="csX141" fmla="*/ 0 w 133286"/>
                <a:gd name="csY141" fmla="*/ 104145 h 138063"/>
                <a:gd name="csX142" fmla="*/ 478 w 133286"/>
                <a:gd name="csY142" fmla="*/ 103190 h 138063"/>
                <a:gd name="csX143" fmla="*/ 1911 w 133286"/>
                <a:gd name="csY143" fmla="*/ 101279 h 138063"/>
                <a:gd name="csX144" fmla="*/ 8121 w 133286"/>
                <a:gd name="csY144" fmla="*/ 96979 h 138063"/>
                <a:gd name="csX145" fmla="*/ 12899 w 133286"/>
                <a:gd name="csY145" fmla="*/ 92679 h 138063"/>
                <a:gd name="csX146" fmla="*/ 15287 w 133286"/>
                <a:gd name="csY146" fmla="*/ 90291 h 138063"/>
                <a:gd name="csX147" fmla="*/ 17198 w 133286"/>
                <a:gd name="csY147" fmla="*/ 89335 h 138063"/>
                <a:gd name="csX148" fmla="*/ 20543 w 133286"/>
                <a:gd name="csY148" fmla="*/ 87425 h 138063"/>
                <a:gd name="csX149" fmla="*/ 20543 w 133286"/>
                <a:gd name="csY149" fmla="*/ 86947 h 138063"/>
                <a:gd name="csX150" fmla="*/ 17676 w 133286"/>
                <a:gd name="csY150" fmla="*/ 87425 h 138063"/>
                <a:gd name="csX151" fmla="*/ 15287 w 133286"/>
                <a:gd name="csY151" fmla="*/ 86947 h 138063"/>
                <a:gd name="csX152" fmla="*/ 12899 w 133286"/>
                <a:gd name="csY152" fmla="*/ 86469 h 138063"/>
                <a:gd name="csX153" fmla="*/ 8599 w 133286"/>
                <a:gd name="csY153" fmla="*/ 86947 h 138063"/>
                <a:gd name="csX154" fmla="*/ 4300 w 133286"/>
                <a:gd name="csY154" fmla="*/ 86947 h 138063"/>
                <a:gd name="csX155" fmla="*/ 4300 w 133286"/>
                <a:gd name="csY155" fmla="*/ 85991 h 138063"/>
                <a:gd name="csX156" fmla="*/ 6211 w 133286"/>
                <a:gd name="csY156" fmla="*/ 84080 h 138063"/>
                <a:gd name="csX157" fmla="*/ 10510 w 133286"/>
                <a:gd name="csY157" fmla="*/ 80736 h 138063"/>
                <a:gd name="csX158" fmla="*/ 10988 w 133286"/>
                <a:gd name="csY158" fmla="*/ 80736 h 138063"/>
                <a:gd name="csX159" fmla="*/ 9555 w 133286"/>
                <a:gd name="csY159" fmla="*/ 82647 h 138063"/>
                <a:gd name="csX160" fmla="*/ 9077 w 133286"/>
                <a:gd name="csY160" fmla="*/ 83603 h 138063"/>
                <a:gd name="csX161" fmla="*/ 10032 w 133286"/>
                <a:gd name="csY161" fmla="*/ 84558 h 138063"/>
                <a:gd name="csX162" fmla="*/ 10510 w 133286"/>
                <a:gd name="csY162" fmla="*/ 85036 h 138063"/>
                <a:gd name="csX163" fmla="*/ 12899 w 133286"/>
                <a:gd name="csY163" fmla="*/ 85036 h 138063"/>
                <a:gd name="csX164" fmla="*/ 13377 w 133286"/>
                <a:gd name="csY164" fmla="*/ 84558 h 138063"/>
                <a:gd name="csX165" fmla="*/ 14332 w 133286"/>
                <a:gd name="csY165" fmla="*/ 80736 h 138063"/>
                <a:gd name="csX166" fmla="*/ 16243 w 133286"/>
                <a:gd name="csY166" fmla="*/ 76914 h 138063"/>
                <a:gd name="csX167" fmla="*/ 17676 w 133286"/>
                <a:gd name="csY167" fmla="*/ 74048 h 138063"/>
                <a:gd name="csX168" fmla="*/ 19109 w 133286"/>
                <a:gd name="csY168" fmla="*/ 71659 h 138063"/>
                <a:gd name="csX169" fmla="*/ 20065 w 133286"/>
                <a:gd name="csY169" fmla="*/ 71182 h 138063"/>
                <a:gd name="csX170" fmla="*/ 21020 w 133286"/>
                <a:gd name="csY170" fmla="*/ 71659 h 138063"/>
                <a:gd name="csX171" fmla="*/ 23409 w 133286"/>
                <a:gd name="csY171" fmla="*/ 72137 h 138063"/>
                <a:gd name="csX172" fmla="*/ 26275 w 133286"/>
                <a:gd name="csY172" fmla="*/ 74526 h 138063"/>
                <a:gd name="csX173" fmla="*/ 27231 w 133286"/>
                <a:gd name="csY173" fmla="*/ 74526 h 138063"/>
                <a:gd name="csX174" fmla="*/ 27231 w 133286"/>
                <a:gd name="csY174" fmla="*/ 74526 h 138063"/>
                <a:gd name="csX175" fmla="*/ 26275 w 133286"/>
                <a:gd name="csY175" fmla="*/ 73570 h 138063"/>
                <a:gd name="csX176" fmla="*/ 25798 w 133286"/>
                <a:gd name="csY176" fmla="*/ 72615 h 138063"/>
                <a:gd name="csX177" fmla="*/ 25320 w 133286"/>
                <a:gd name="csY177" fmla="*/ 71659 h 138063"/>
                <a:gd name="csX178" fmla="*/ 26275 w 133286"/>
                <a:gd name="csY178" fmla="*/ 68793 h 138063"/>
                <a:gd name="csX179" fmla="*/ 27231 w 133286"/>
                <a:gd name="csY179" fmla="*/ 68315 h 138063"/>
                <a:gd name="csX180" fmla="*/ 27709 w 133286"/>
                <a:gd name="csY180" fmla="*/ 67838 h 138063"/>
                <a:gd name="csX181" fmla="*/ 25320 w 133286"/>
                <a:gd name="csY181" fmla="*/ 67838 h 138063"/>
                <a:gd name="csX182" fmla="*/ 23409 w 133286"/>
                <a:gd name="csY182" fmla="*/ 66882 h 138063"/>
                <a:gd name="csX183" fmla="*/ 22931 w 133286"/>
                <a:gd name="csY183" fmla="*/ 65449 h 138063"/>
                <a:gd name="csX184" fmla="*/ 22931 w 133286"/>
                <a:gd name="csY184" fmla="*/ 63060 h 138063"/>
                <a:gd name="csX185" fmla="*/ 23409 w 133286"/>
                <a:gd name="csY185" fmla="*/ 62105 h 138063"/>
                <a:gd name="csX186" fmla="*/ 25320 w 133286"/>
                <a:gd name="csY186" fmla="*/ 60194 h 138063"/>
                <a:gd name="csX187" fmla="*/ 26753 w 133286"/>
                <a:gd name="csY187" fmla="*/ 58761 h 138063"/>
                <a:gd name="csX188" fmla="*/ 28186 w 133286"/>
                <a:gd name="csY188" fmla="*/ 59238 h 138063"/>
                <a:gd name="csX189" fmla="*/ 30097 w 133286"/>
                <a:gd name="csY189" fmla="*/ 60672 h 138063"/>
                <a:gd name="csX190" fmla="*/ 31530 w 133286"/>
                <a:gd name="csY190" fmla="*/ 60194 h 138063"/>
                <a:gd name="csX191" fmla="*/ 31052 w 133286"/>
                <a:gd name="csY191" fmla="*/ 59716 h 138063"/>
                <a:gd name="csX192" fmla="*/ 29142 w 133286"/>
                <a:gd name="csY192" fmla="*/ 57328 h 138063"/>
                <a:gd name="csX193" fmla="*/ 28664 w 133286"/>
                <a:gd name="csY193" fmla="*/ 55417 h 138063"/>
                <a:gd name="csX194" fmla="*/ 28664 w 133286"/>
                <a:gd name="csY194" fmla="*/ 54461 h 138063"/>
                <a:gd name="csX195" fmla="*/ 32963 w 133286"/>
                <a:gd name="csY195" fmla="*/ 45384 h 138063"/>
                <a:gd name="csX196" fmla="*/ 34874 w 133286"/>
                <a:gd name="csY196" fmla="*/ 40607 h 138063"/>
                <a:gd name="csX197" fmla="*/ 37741 w 133286"/>
                <a:gd name="csY197" fmla="*/ 32963 h 138063"/>
                <a:gd name="csX198" fmla="*/ 38696 w 133286"/>
                <a:gd name="csY198" fmla="*/ 31530 h 138063"/>
                <a:gd name="csX199" fmla="*/ 40129 w 133286"/>
                <a:gd name="csY199" fmla="*/ 29619 h 138063"/>
                <a:gd name="csX200" fmla="*/ 40607 w 133286"/>
                <a:gd name="csY200" fmla="*/ 28664 h 138063"/>
                <a:gd name="csX201" fmla="*/ 42518 w 133286"/>
                <a:gd name="csY201" fmla="*/ 28664 h 138063"/>
                <a:gd name="csX202" fmla="*/ 43474 w 133286"/>
                <a:gd name="csY202" fmla="*/ 28664 h 138063"/>
                <a:gd name="csX203" fmla="*/ 42040 w 133286"/>
                <a:gd name="csY203" fmla="*/ 27708 h 138063"/>
                <a:gd name="csX204" fmla="*/ 41085 w 133286"/>
                <a:gd name="csY204" fmla="*/ 26753 h 138063"/>
                <a:gd name="csX205" fmla="*/ 41085 w 133286"/>
                <a:gd name="csY205" fmla="*/ 26275 h 138063"/>
                <a:gd name="csX206" fmla="*/ 41563 w 133286"/>
                <a:gd name="csY206" fmla="*/ 25320 h 138063"/>
                <a:gd name="csX207" fmla="*/ 42040 w 133286"/>
                <a:gd name="csY207" fmla="*/ 24842 h 138063"/>
                <a:gd name="csX208" fmla="*/ 44429 w 133286"/>
                <a:gd name="csY208" fmla="*/ 23409 h 138063"/>
                <a:gd name="csX209" fmla="*/ 45862 w 133286"/>
                <a:gd name="csY209" fmla="*/ 21498 h 138063"/>
                <a:gd name="csX210" fmla="*/ 46818 w 133286"/>
                <a:gd name="csY210" fmla="*/ 19109 h 138063"/>
                <a:gd name="csX211" fmla="*/ 46818 w 133286"/>
                <a:gd name="csY211" fmla="*/ 18631 h 138063"/>
                <a:gd name="csX212" fmla="*/ 46340 w 133286"/>
                <a:gd name="csY212" fmla="*/ 17676 h 138063"/>
                <a:gd name="csX213" fmla="*/ 46340 w 133286"/>
                <a:gd name="csY213" fmla="*/ 17198 h 138063"/>
                <a:gd name="csX214" fmla="*/ 47773 w 133286"/>
                <a:gd name="csY214" fmla="*/ 16721 h 138063"/>
                <a:gd name="csX215" fmla="*/ 50639 w 133286"/>
                <a:gd name="csY215" fmla="*/ 13854 h 138063"/>
                <a:gd name="csX216" fmla="*/ 51117 w 133286"/>
                <a:gd name="csY216" fmla="*/ 13377 h 138063"/>
                <a:gd name="csX217" fmla="*/ 52073 w 133286"/>
                <a:gd name="csY217" fmla="*/ 9555 h 138063"/>
                <a:gd name="csX218" fmla="*/ 53506 w 133286"/>
                <a:gd name="csY218" fmla="*/ 8121 h 138063"/>
                <a:gd name="csX219" fmla="*/ 54461 w 133286"/>
                <a:gd name="csY219" fmla="*/ 7166 h 138063"/>
                <a:gd name="csX220" fmla="*/ 56372 w 133286"/>
                <a:gd name="csY220" fmla="*/ 5733 h 138063"/>
                <a:gd name="csX221" fmla="*/ 62583 w 133286"/>
                <a:gd name="csY221" fmla="*/ 3344 h 138063"/>
                <a:gd name="csX222" fmla="*/ 66405 w 133286"/>
                <a:gd name="csY222" fmla="*/ 956 h 138063"/>
                <a:gd name="csX223" fmla="*/ 68793 w 133286"/>
                <a:gd name="csY223" fmla="*/ 956 h 138063"/>
                <a:gd name="csX224" fmla="*/ 69749 w 133286"/>
                <a:gd name="csY224" fmla="*/ 2866 h 138063"/>
                <a:gd name="csX225" fmla="*/ 73093 w 133286"/>
                <a:gd name="csY225" fmla="*/ 3822 h 138063"/>
                <a:gd name="csX226" fmla="*/ 73570 w 133286"/>
                <a:gd name="csY226" fmla="*/ 2866 h 138063"/>
                <a:gd name="csX227" fmla="*/ 73093 w 133286"/>
                <a:gd name="csY227" fmla="*/ 1433 h 138063"/>
                <a:gd name="csX228" fmla="*/ 73570 w 133286"/>
                <a:gd name="csY228" fmla="*/ 478 h 138063"/>
                <a:gd name="csX229" fmla="*/ 76437 w 133286"/>
                <a:gd name="csY229" fmla="*/ 0 h 138063"/>
                <a:gd name="csX230" fmla="*/ 76915 w 133286"/>
                <a:gd name="csY230" fmla="*/ 478 h 138063"/>
                <a:gd name="csX231" fmla="*/ 77870 w 133286"/>
                <a:gd name="csY231" fmla="*/ 1433 h 138063"/>
                <a:gd name="csX232" fmla="*/ 77870 w 133286"/>
                <a:gd name="csY232" fmla="*/ 1911 h 138063"/>
                <a:gd name="csX233" fmla="*/ 77870 w 133286"/>
                <a:gd name="csY233" fmla="*/ 1911 h 138063"/>
                <a:gd name="csX234" fmla="*/ 75959 w 133286"/>
                <a:gd name="csY234" fmla="*/ 4777 h 138063"/>
                <a:gd name="csX235" fmla="*/ 75004 w 133286"/>
                <a:gd name="csY235" fmla="*/ 6211 h 138063"/>
                <a:gd name="csX236" fmla="*/ 74048 w 133286"/>
                <a:gd name="csY236" fmla="*/ 6688 h 138063"/>
                <a:gd name="csX237" fmla="*/ 72137 w 133286"/>
                <a:gd name="csY237" fmla="*/ 7166 h 138063"/>
                <a:gd name="csX238" fmla="*/ 68316 w 133286"/>
                <a:gd name="csY238" fmla="*/ 7644 h 138063"/>
                <a:gd name="csX239" fmla="*/ 66405 w 133286"/>
                <a:gd name="csY239" fmla="*/ 8121 h 138063"/>
                <a:gd name="csX240" fmla="*/ 65927 w 133286"/>
                <a:gd name="csY240" fmla="*/ 10032 h 138063"/>
                <a:gd name="csX241" fmla="*/ 66405 w 133286"/>
                <a:gd name="csY241" fmla="*/ 10988 h 138063"/>
                <a:gd name="csX242" fmla="*/ 66882 w 133286"/>
                <a:gd name="csY242" fmla="*/ 11943 h 138063"/>
                <a:gd name="csX243" fmla="*/ 67838 w 133286"/>
                <a:gd name="csY243" fmla="*/ 11943 h 138063"/>
                <a:gd name="csX244" fmla="*/ 69271 w 133286"/>
                <a:gd name="csY244" fmla="*/ 11465 h 138063"/>
                <a:gd name="csX245" fmla="*/ 70226 w 133286"/>
                <a:gd name="csY245" fmla="*/ 11465 h 138063"/>
                <a:gd name="csX246" fmla="*/ 70704 w 133286"/>
                <a:gd name="csY246" fmla="*/ 11943 h 138063"/>
                <a:gd name="csX247" fmla="*/ 71182 w 133286"/>
                <a:gd name="csY247" fmla="*/ 12899 h 138063"/>
                <a:gd name="csX248" fmla="*/ 71182 w 133286"/>
                <a:gd name="csY248" fmla="*/ 13854 h 138063"/>
                <a:gd name="csX249" fmla="*/ 71182 w 133286"/>
                <a:gd name="csY249" fmla="*/ 14810 h 138063"/>
                <a:gd name="csX250" fmla="*/ 70704 w 133286"/>
                <a:gd name="csY250" fmla="*/ 16721 h 138063"/>
                <a:gd name="csX251" fmla="*/ 69271 w 133286"/>
                <a:gd name="csY251" fmla="*/ 20065 h 138063"/>
                <a:gd name="csX252" fmla="*/ 67838 w 133286"/>
                <a:gd name="csY252" fmla="*/ 21976 h 138063"/>
                <a:gd name="csX253" fmla="*/ 65449 w 133286"/>
                <a:gd name="csY253" fmla="*/ 23886 h 138063"/>
                <a:gd name="csX254" fmla="*/ 64971 w 133286"/>
                <a:gd name="csY254" fmla="*/ 24364 h 138063"/>
                <a:gd name="csX255" fmla="*/ 64493 w 133286"/>
                <a:gd name="csY255" fmla="*/ 25320 h 138063"/>
                <a:gd name="csX256" fmla="*/ 64016 w 133286"/>
                <a:gd name="csY256" fmla="*/ 27708 h 138063"/>
                <a:gd name="csX257" fmla="*/ 63060 w 133286"/>
                <a:gd name="csY257" fmla="*/ 29619 h 138063"/>
                <a:gd name="csX258" fmla="*/ 59239 w 133286"/>
                <a:gd name="csY258" fmla="*/ 34397 h 138063"/>
                <a:gd name="csX259" fmla="*/ 57805 w 133286"/>
                <a:gd name="csY259" fmla="*/ 35352 h 138063"/>
                <a:gd name="csX260" fmla="*/ 57805 w 133286"/>
                <a:gd name="csY260" fmla="*/ 36307 h 138063"/>
                <a:gd name="csX261" fmla="*/ 57328 w 133286"/>
                <a:gd name="csY261" fmla="*/ 38218 h 138063"/>
                <a:gd name="csX262" fmla="*/ 56372 w 133286"/>
                <a:gd name="csY262" fmla="*/ 40129 h 138063"/>
                <a:gd name="csX263" fmla="*/ 53028 w 133286"/>
                <a:gd name="csY263" fmla="*/ 44429 h 138063"/>
                <a:gd name="csX264" fmla="*/ 52550 w 133286"/>
                <a:gd name="csY264" fmla="*/ 45862 h 138063"/>
                <a:gd name="csX265" fmla="*/ 52073 w 133286"/>
                <a:gd name="csY265" fmla="*/ 46818 h 138063"/>
                <a:gd name="csX266" fmla="*/ 52073 w 133286"/>
                <a:gd name="csY266" fmla="*/ 48728 h 138063"/>
                <a:gd name="csX267" fmla="*/ 52073 w 133286"/>
                <a:gd name="csY267" fmla="*/ 49206 h 138063"/>
                <a:gd name="csX268" fmla="*/ 51117 w 133286"/>
                <a:gd name="csY268" fmla="*/ 50639 h 138063"/>
                <a:gd name="csX269" fmla="*/ 50162 w 133286"/>
                <a:gd name="csY269" fmla="*/ 52072 h 138063"/>
                <a:gd name="csX270" fmla="*/ 50162 w 133286"/>
                <a:gd name="csY270" fmla="*/ 52550 h 138063"/>
                <a:gd name="csX271" fmla="*/ 50639 w 133286"/>
                <a:gd name="csY271" fmla="*/ 53984 h 138063"/>
                <a:gd name="csX272" fmla="*/ 50639 w 133286"/>
                <a:gd name="csY272" fmla="*/ 53984 h 138063"/>
                <a:gd name="csX273" fmla="*/ 50639 w 133286"/>
                <a:gd name="csY273" fmla="*/ 55417 h 138063"/>
                <a:gd name="csX274" fmla="*/ 50639 w 133286"/>
                <a:gd name="csY274" fmla="*/ 56850 h 138063"/>
                <a:gd name="csX275" fmla="*/ 52073 w 133286"/>
                <a:gd name="csY275" fmla="*/ 55894 h 138063"/>
                <a:gd name="csX276" fmla="*/ 54939 w 133286"/>
                <a:gd name="csY276" fmla="*/ 52072 h 138063"/>
                <a:gd name="csX277" fmla="*/ 56850 w 133286"/>
                <a:gd name="csY277" fmla="*/ 49684 h 138063"/>
                <a:gd name="csX278" fmla="*/ 58283 w 133286"/>
                <a:gd name="csY278" fmla="*/ 48728 h 138063"/>
                <a:gd name="csX279" fmla="*/ 59239 w 133286"/>
                <a:gd name="csY279" fmla="*/ 47773 h 138063"/>
                <a:gd name="csX280" fmla="*/ 60672 w 133286"/>
                <a:gd name="csY280" fmla="*/ 45862 h 138063"/>
                <a:gd name="csX281" fmla="*/ 62105 w 133286"/>
                <a:gd name="csY281" fmla="*/ 43473 h 138063"/>
                <a:gd name="csX282" fmla="*/ 63538 w 133286"/>
                <a:gd name="csY282" fmla="*/ 42996 h 138063"/>
                <a:gd name="csX283" fmla="*/ 64016 w 133286"/>
                <a:gd name="csY283" fmla="*/ 42996 h 138063"/>
                <a:gd name="csX284" fmla="*/ 64493 w 133286"/>
                <a:gd name="csY284" fmla="*/ 44429 h 138063"/>
                <a:gd name="csX285" fmla="*/ 64493 w 133286"/>
                <a:gd name="csY285" fmla="*/ 45862 h 138063"/>
                <a:gd name="csX286" fmla="*/ 63538 w 133286"/>
                <a:gd name="csY286" fmla="*/ 47295 h 138063"/>
                <a:gd name="csX287" fmla="*/ 63538 w 133286"/>
                <a:gd name="csY287" fmla="*/ 47773 h 138063"/>
                <a:gd name="csX288" fmla="*/ 65449 w 133286"/>
                <a:gd name="csY288" fmla="*/ 46340 h 138063"/>
                <a:gd name="csX289" fmla="*/ 68316 w 133286"/>
                <a:gd name="csY289" fmla="*/ 45384 h 138063"/>
                <a:gd name="csX290" fmla="*/ 69271 w 133286"/>
                <a:gd name="csY290" fmla="*/ 45862 h 138063"/>
                <a:gd name="csX291" fmla="*/ 71659 w 133286"/>
                <a:gd name="csY291" fmla="*/ 47295 h 138063"/>
                <a:gd name="csX292" fmla="*/ 73570 w 133286"/>
                <a:gd name="csY292" fmla="*/ 46818 h 138063"/>
                <a:gd name="csX293" fmla="*/ 76437 w 133286"/>
                <a:gd name="csY293" fmla="*/ 46340 h 138063"/>
                <a:gd name="csX294" fmla="*/ 76915 w 133286"/>
                <a:gd name="csY294" fmla="*/ 46340 h 138063"/>
                <a:gd name="csX295" fmla="*/ 76437 w 133286"/>
                <a:gd name="csY295" fmla="*/ 47773 h 138063"/>
                <a:gd name="csX296" fmla="*/ 75004 w 133286"/>
                <a:gd name="csY296" fmla="*/ 49206 h 138063"/>
                <a:gd name="csX297" fmla="*/ 72615 w 133286"/>
                <a:gd name="csY297" fmla="*/ 50639 h 138063"/>
                <a:gd name="csX298" fmla="*/ 65927 w 133286"/>
                <a:gd name="csY298" fmla="*/ 54461 h 138063"/>
                <a:gd name="csX299" fmla="*/ 64016 w 133286"/>
                <a:gd name="csY299" fmla="*/ 56850 h 138063"/>
                <a:gd name="csX300" fmla="*/ 64493 w 133286"/>
                <a:gd name="csY300" fmla="*/ 56850 h 138063"/>
                <a:gd name="csX301" fmla="*/ 65927 w 133286"/>
                <a:gd name="csY301" fmla="*/ 55417 h 138063"/>
                <a:gd name="csX302" fmla="*/ 67360 w 133286"/>
                <a:gd name="csY302" fmla="*/ 54939 h 138063"/>
                <a:gd name="csX303" fmla="*/ 68793 w 133286"/>
                <a:gd name="csY303" fmla="*/ 54939 h 138063"/>
                <a:gd name="csX304" fmla="*/ 69271 w 133286"/>
                <a:gd name="csY304" fmla="*/ 55417 h 138063"/>
                <a:gd name="csX305" fmla="*/ 69271 w 133286"/>
                <a:gd name="csY305" fmla="*/ 55894 h 138063"/>
                <a:gd name="csX306" fmla="*/ 69271 w 133286"/>
                <a:gd name="csY306" fmla="*/ 57805 h 138063"/>
                <a:gd name="csX307" fmla="*/ 64971 w 133286"/>
                <a:gd name="csY307" fmla="*/ 61627 h 138063"/>
                <a:gd name="csX308" fmla="*/ 65927 w 133286"/>
                <a:gd name="csY308" fmla="*/ 61149 h 138063"/>
                <a:gd name="csX309" fmla="*/ 70704 w 133286"/>
                <a:gd name="csY309" fmla="*/ 59716 h 138063"/>
                <a:gd name="csX310" fmla="*/ 73093 w 133286"/>
                <a:gd name="csY310" fmla="*/ 62105 h 138063"/>
                <a:gd name="csX311" fmla="*/ 76915 w 133286"/>
                <a:gd name="csY311" fmla="*/ 61149 h 138063"/>
                <a:gd name="csX312" fmla="*/ 79303 w 133286"/>
                <a:gd name="csY312" fmla="*/ 60194 h 138063"/>
                <a:gd name="csX313" fmla="*/ 79303 w 133286"/>
                <a:gd name="csY313" fmla="*/ 60672 h 138063"/>
                <a:gd name="csX314" fmla="*/ 79781 w 133286"/>
                <a:gd name="csY314" fmla="*/ 61627 h 138063"/>
                <a:gd name="csX315" fmla="*/ 79781 w 133286"/>
                <a:gd name="csY315" fmla="*/ 63538 h 138063"/>
                <a:gd name="csX316" fmla="*/ 79781 w 133286"/>
                <a:gd name="csY316" fmla="*/ 63538 h 138063"/>
                <a:gd name="csX317" fmla="*/ 80736 w 133286"/>
                <a:gd name="csY317" fmla="*/ 63060 h 138063"/>
                <a:gd name="csX318" fmla="*/ 81214 w 133286"/>
                <a:gd name="csY318" fmla="*/ 62583 h 138063"/>
                <a:gd name="csX319" fmla="*/ 81214 w 133286"/>
                <a:gd name="csY319" fmla="*/ 59716 h 138063"/>
                <a:gd name="csX320" fmla="*/ 81692 w 133286"/>
                <a:gd name="csY320" fmla="*/ 59238 h 138063"/>
                <a:gd name="csX321" fmla="*/ 82170 w 133286"/>
                <a:gd name="csY321" fmla="*/ 59716 h 138063"/>
                <a:gd name="csX322" fmla="*/ 82647 w 133286"/>
                <a:gd name="csY322" fmla="*/ 60672 h 138063"/>
                <a:gd name="csX323" fmla="*/ 82647 w 133286"/>
                <a:gd name="csY323" fmla="*/ 62583 h 138063"/>
                <a:gd name="csX324" fmla="*/ 82170 w 133286"/>
                <a:gd name="csY324" fmla="*/ 64493 h 138063"/>
                <a:gd name="csX325" fmla="*/ 81692 w 133286"/>
                <a:gd name="csY325" fmla="*/ 66404 h 138063"/>
                <a:gd name="csX326" fmla="*/ 79781 w 133286"/>
                <a:gd name="csY326" fmla="*/ 69271 h 138063"/>
                <a:gd name="csX327" fmla="*/ 80259 w 133286"/>
                <a:gd name="csY327" fmla="*/ 70704 h 138063"/>
                <a:gd name="csX328" fmla="*/ 79781 w 133286"/>
                <a:gd name="csY328" fmla="*/ 71659 h 138063"/>
                <a:gd name="csX329" fmla="*/ 80259 w 133286"/>
                <a:gd name="csY329" fmla="*/ 71659 h 138063"/>
                <a:gd name="csX330" fmla="*/ 81692 w 133286"/>
                <a:gd name="csY330" fmla="*/ 70704 h 138063"/>
                <a:gd name="csX331" fmla="*/ 81692 w 133286"/>
                <a:gd name="csY331" fmla="*/ 70226 h 138063"/>
                <a:gd name="csX332" fmla="*/ 81692 w 133286"/>
                <a:gd name="csY332" fmla="*/ 68793 h 138063"/>
                <a:gd name="csX333" fmla="*/ 81692 w 133286"/>
                <a:gd name="csY333" fmla="*/ 68315 h 138063"/>
                <a:gd name="csX334" fmla="*/ 83125 w 133286"/>
                <a:gd name="csY334" fmla="*/ 67360 h 138063"/>
                <a:gd name="csX335" fmla="*/ 85514 w 133286"/>
                <a:gd name="csY335" fmla="*/ 65927 h 138063"/>
                <a:gd name="csX336" fmla="*/ 85991 w 133286"/>
                <a:gd name="csY336" fmla="*/ 65449 h 138063"/>
                <a:gd name="csX337" fmla="*/ 86469 w 133286"/>
                <a:gd name="csY337" fmla="*/ 65927 h 138063"/>
                <a:gd name="csX338" fmla="*/ 86469 w 133286"/>
                <a:gd name="csY338" fmla="*/ 66882 h 138063"/>
                <a:gd name="csX339" fmla="*/ 86947 w 133286"/>
                <a:gd name="csY339" fmla="*/ 66404 h 138063"/>
                <a:gd name="csX340" fmla="*/ 88380 w 133286"/>
                <a:gd name="csY340" fmla="*/ 64971 h 138063"/>
                <a:gd name="csX341" fmla="*/ 89813 w 133286"/>
                <a:gd name="csY341" fmla="*/ 64493 h 138063"/>
                <a:gd name="csX342" fmla="*/ 91246 w 133286"/>
                <a:gd name="csY342" fmla="*/ 64016 h 138063"/>
                <a:gd name="csX343" fmla="*/ 92202 w 133286"/>
                <a:gd name="csY343" fmla="*/ 63060 h 138063"/>
                <a:gd name="csX344" fmla="*/ 93635 w 133286"/>
                <a:gd name="csY344" fmla="*/ 61627 h 138063"/>
                <a:gd name="csX345" fmla="*/ 95068 w 133286"/>
                <a:gd name="csY345" fmla="*/ 60194 h 138063"/>
                <a:gd name="csX346" fmla="*/ 96501 w 133286"/>
                <a:gd name="csY346" fmla="*/ 59238 h 138063"/>
                <a:gd name="csX347" fmla="*/ 97457 w 133286"/>
                <a:gd name="csY347" fmla="*/ 59238 h 138063"/>
                <a:gd name="csX348" fmla="*/ 96979 w 133286"/>
                <a:gd name="csY348" fmla="*/ 61149 h 138063"/>
                <a:gd name="csX349" fmla="*/ 97457 w 133286"/>
                <a:gd name="csY349" fmla="*/ 63060 h 138063"/>
                <a:gd name="csX350" fmla="*/ 97457 w 133286"/>
                <a:gd name="csY350" fmla="*/ 64493 h 138063"/>
                <a:gd name="csX351" fmla="*/ 97457 w 133286"/>
                <a:gd name="csY351" fmla="*/ 64971 h 138063"/>
                <a:gd name="csX352" fmla="*/ 98890 w 133286"/>
                <a:gd name="csY352" fmla="*/ 63060 h 138063"/>
                <a:gd name="csX353" fmla="*/ 99368 w 133286"/>
                <a:gd name="csY353" fmla="*/ 62583 h 138063"/>
                <a:gd name="csX354" fmla="*/ 100323 w 133286"/>
                <a:gd name="csY354" fmla="*/ 62105 h 138063"/>
                <a:gd name="csX355" fmla="*/ 101279 w 133286"/>
                <a:gd name="csY355" fmla="*/ 62105 h 138063"/>
                <a:gd name="csX356" fmla="*/ 107489 w 133286"/>
                <a:gd name="csY356" fmla="*/ 61627 h 138063"/>
                <a:gd name="csX357" fmla="*/ 109400 w 133286"/>
                <a:gd name="csY357" fmla="*/ 62105 h 138063"/>
                <a:gd name="csX358" fmla="*/ 111311 w 133286"/>
                <a:gd name="csY358" fmla="*/ 63060 h 138063"/>
                <a:gd name="csX359" fmla="*/ 114177 w 133286"/>
                <a:gd name="csY359" fmla="*/ 64971 h 138063"/>
                <a:gd name="csX360" fmla="*/ 115133 w 133286"/>
                <a:gd name="csY360" fmla="*/ 66404 h 138063"/>
                <a:gd name="csX361" fmla="*/ 115133 w 133286"/>
                <a:gd name="csY361" fmla="*/ 68793 h 138063"/>
                <a:gd name="csX362" fmla="*/ 115133 w 133286"/>
                <a:gd name="csY362" fmla="*/ 70226 h 138063"/>
                <a:gd name="csX363" fmla="*/ 113222 w 133286"/>
                <a:gd name="csY363" fmla="*/ 71659 h 138063"/>
                <a:gd name="csX364" fmla="*/ 111311 w 133286"/>
                <a:gd name="csY364" fmla="*/ 73093 h 138063"/>
                <a:gd name="csX365" fmla="*/ 110356 w 133286"/>
                <a:gd name="csY365" fmla="*/ 74048 h 138063"/>
                <a:gd name="csX366" fmla="*/ 109878 w 133286"/>
                <a:gd name="csY366" fmla="*/ 75481 h 138063"/>
                <a:gd name="csX367" fmla="*/ 109400 w 133286"/>
                <a:gd name="csY367" fmla="*/ 75959 h 138063"/>
                <a:gd name="csX368" fmla="*/ 108445 w 133286"/>
                <a:gd name="csY368" fmla="*/ 76914 h 138063"/>
                <a:gd name="csX369" fmla="*/ 103190 w 133286"/>
                <a:gd name="csY369" fmla="*/ 79781 h 138063"/>
                <a:gd name="csX370" fmla="*/ 104623 w 133286"/>
                <a:gd name="csY370" fmla="*/ 79781 h 138063"/>
                <a:gd name="csX371" fmla="*/ 107489 w 133286"/>
                <a:gd name="csY371" fmla="*/ 79303 h 138063"/>
                <a:gd name="csX372" fmla="*/ 109400 w 133286"/>
                <a:gd name="csY372" fmla="*/ 79303 h 138063"/>
                <a:gd name="csX373" fmla="*/ 109400 w 133286"/>
                <a:gd name="csY373" fmla="*/ 79781 h 138063"/>
                <a:gd name="csX374" fmla="*/ 108923 w 133286"/>
                <a:gd name="csY374" fmla="*/ 80259 h 138063"/>
                <a:gd name="csX375" fmla="*/ 107489 w 133286"/>
                <a:gd name="csY375" fmla="*/ 81214 h 138063"/>
                <a:gd name="csX376" fmla="*/ 107012 w 133286"/>
                <a:gd name="csY376" fmla="*/ 81692 h 138063"/>
                <a:gd name="csX377" fmla="*/ 107012 w 133286"/>
                <a:gd name="csY377" fmla="*/ 82170 h 138063"/>
                <a:gd name="csX378" fmla="*/ 108923 w 133286"/>
                <a:gd name="csY378" fmla="*/ 82647 h 138063"/>
                <a:gd name="csX379" fmla="*/ 110833 w 133286"/>
                <a:gd name="csY379" fmla="*/ 82170 h 138063"/>
                <a:gd name="csX380" fmla="*/ 112744 w 133286"/>
                <a:gd name="csY380" fmla="*/ 82647 h 138063"/>
                <a:gd name="csX381" fmla="*/ 112266 w 133286"/>
                <a:gd name="csY381" fmla="*/ 83603 h 138063"/>
                <a:gd name="csX382" fmla="*/ 110833 w 133286"/>
                <a:gd name="csY382" fmla="*/ 85514 h 138063"/>
                <a:gd name="csX383" fmla="*/ 110833 w 133286"/>
                <a:gd name="csY383" fmla="*/ 86947 h 138063"/>
                <a:gd name="csX384" fmla="*/ 108923 w 133286"/>
                <a:gd name="csY384" fmla="*/ 88380 h 138063"/>
                <a:gd name="csX385" fmla="*/ 105100 w 133286"/>
                <a:gd name="csY385" fmla="*/ 89813 h 138063"/>
                <a:gd name="csX386" fmla="*/ 104145 w 133286"/>
                <a:gd name="csY386" fmla="*/ 90769 h 138063"/>
                <a:gd name="csX387" fmla="*/ 104623 w 133286"/>
                <a:gd name="csY387" fmla="*/ 90769 h 138063"/>
                <a:gd name="csX388" fmla="*/ 107967 w 133286"/>
                <a:gd name="csY388" fmla="*/ 89335 h 138063"/>
                <a:gd name="csX389" fmla="*/ 109400 w 133286"/>
                <a:gd name="csY389" fmla="*/ 89335 h 138063"/>
                <a:gd name="csX390" fmla="*/ 110356 w 133286"/>
                <a:gd name="csY390" fmla="*/ 89335 h 138063"/>
                <a:gd name="csX391" fmla="*/ 111789 w 133286"/>
                <a:gd name="csY391" fmla="*/ 87902 h 138063"/>
                <a:gd name="csX392" fmla="*/ 113700 w 133286"/>
                <a:gd name="csY392" fmla="*/ 87425 h 138063"/>
                <a:gd name="csX393" fmla="*/ 115611 w 133286"/>
                <a:gd name="csY393" fmla="*/ 88380 h 138063"/>
                <a:gd name="csX394" fmla="*/ 117999 w 133286"/>
                <a:gd name="csY394" fmla="*/ 85991 h 138063"/>
                <a:gd name="csX395" fmla="*/ 119432 w 133286"/>
                <a:gd name="csY395" fmla="*/ 85514 h 138063"/>
                <a:gd name="csX396" fmla="*/ 120866 w 133286"/>
                <a:gd name="csY396" fmla="*/ 85991 h 138063"/>
                <a:gd name="csX397" fmla="*/ 121821 w 133286"/>
                <a:gd name="csY397" fmla="*/ 85514 h 138063"/>
                <a:gd name="csX398" fmla="*/ 123732 w 133286"/>
                <a:gd name="csY398" fmla="*/ 84080 h 138063"/>
                <a:gd name="csX399" fmla="*/ 125165 w 133286"/>
                <a:gd name="csY399" fmla="*/ 83603 h 138063"/>
                <a:gd name="csX400" fmla="*/ 125643 w 133286"/>
                <a:gd name="csY400" fmla="*/ 83603 h 138063"/>
                <a:gd name="csX401" fmla="*/ 125643 w 133286"/>
                <a:gd name="csY401" fmla="*/ 84080 h 138063"/>
                <a:gd name="csX402" fmla="*/ 126121 w 133286"/>
                <a:gd name="csY402" fmla="*/ 85514 h 138063"/>
                <a:gd name="csX403" fmla="*/ 125643 w 133286"/>
                <a:gd name="csY403" fmla="*/ 87425 h 138063"/>
                <a:gd name="csX404" fmla="*/ 125165 w 133286"/>
                <a:gd name="csY404" fmla="*/ 88380 h 138063"/>
                <a:gd name="csX405" fmla="*/ 123732 w 133286"/>
                <a:gd name="csY405" fmla="*/ 90291 h 138063"/>
                <a:gd name="csX406" fmla="*/ 122777 w 133286"/>
                <a:gd name="csY406" fmla="*/ 91246 h 138063"/>
                <a:gd name="csX407" fmla="*/ 121821 w 133286"/>
                <a:gd name="csY407" fmla="*/ 91246 h 138063"/>
                <a:gd name="csX408" fmla="*/ 120388 w 133286"/>
                <a:gd name="csY408" fmla="*/ 91246 h 138063"/>
                <a:gd name="csX409" fmla="*/ 119910 w 133286"/>
                <a:gd name="csY409" fmla="*/ 91724 h 138063"/>
                <a:gd name="csX410" fmla="*/ 118477 w 133286"/>
                <a:gd name="csY410" fmla="*/ 93157 h 138063"/>
                <a:gd name="csX411" fmla="*/ 115611 w 133286"/>
                <a:gd name="csY411" fmla="*/ 95068 h 138063"/>
                <a:gd name="csX412" fmla="*/ 114177 w 133286"/>
                <a:gd name="csY412" fmla="*/ 95546 h 138063"/>
                <a:gd name="csX413" fmla="*/ 115133 w 133286"/>
                <a:gd name="csY413" fmla="*/ 96501 h 138063"/>
                <a:gd name="csX414" fmla="*/ 115611 w 133286"/>
                <a:gd name="csY414" fmla="*/ 98412 h 138063"/>
                <a:gd name="csX415" fmla="*/ 115133 w 133286"/>
                <a:gd name="csY415" fmla="*/ 98890 h 138063"/>
                <a:gd name="csX416" fmla="*/ 112266 w 133286"/>
                <a:gd name="csY416" fmla="*/ 99368 h 138063"/>
                <a:gd name="csX417" fmla="*/ 112266 w 133286"/>
                <a:gd name="csY417" fmla="*/ 99845 h 138063"/>
                <a:gd name="csX418" fmla="*/ 111311 w 133286"/>
                <a:gd name="csY418" fmla="*/ 100323 h 138063"/>
                <a:gd name="csX419" fmla="*/ 108923 w 133286"/>
                <a:gd name="csY419" fmla="*/ 100801 h 138063"/>
                <a:gd name="csX420" fmla="*/ 110833 w 133286"/>
                <a:gd name="csY420" fmla="*/ 101279 h 138063"/>
                <a:gd name="csX421" fmla="*/ 113222 w 133286"/>
                <a:gd name="csY421" fmla="*/ 100801 h 138063"/>
                <a:gd name="csX422" fmla="*/ 113700 w 133286"/>
                <a:gd name="csY422" fmla="*/ 100801 h 138063"/>
                <a:gd name="csX423" fmla="*/ 113222 w 133286"/>
                <a:gd name="csY423" fmla="*/ 102234 h 138063"/>
                <a:gd name="csX424" fmla="*/ 112744 w 133286"/>
                <a:gd name="csY424" fmla="*/ 103667 h 138063"/>
                <a:gd name="csX425" fmla="*/ 109400 w 133286"/>
                <a:gd name="csY425" fmla="*/ 106534 h 138063"/>
                <a:gd name="csX426" fmla="*/ 109400 w 133286"/>
                <a:gd name="csY426" fmla="*/ 107011 h 138063"/>
                <a:gd name="csX427" fmla="*/ 109878 w 133286"/>
                <a:gd name="csY427" fmla="*/ 108445 h 138063"/>
                <a:gd name="csX428" fmla="*/ 110356 w 133286"/>
                <a:gd name="csY428" fmla="*/ 109878 h 138063"/>
                <a:gd name="csX429" fmla="*/ 111311 w 133286"/>
                <a:gd name="csY429" fmla="*/ 110833 h 138063"/>
                <a:gd name="csX430" fmla="*/ 113222 w 133286"/>
                <a:gd name="csY430" fmla="*/ 110833 h 138063"/>
                <a:gd name="csX431" fmla="*/ 114655 w 133286"/>
                <a:gd name="csY431" fmla="*/ 110356 h 138063"/>
                <a:gd name="csX432" fmla="*/ 116566 w 133286"/>
                <a:gd name="csY432" fmla="*/ 108445 h 138063"/>
                <a:gd name="csX433" fmla="*/ 120866 w 133286"/>
                <a:gd name="csY433" fmla="*/ 101279 h 138063"/>
                <a:gd name="csX434" fmla="*/ 124688 w 133286"/>
                <a:gd name="csY434" fmla="*/ 99368 h 138063"/>
                <a:gd name="csX435" fmla="*/ 128032 w 133286"/>
                <a:gd name="csY435" fmla="*/ 97457 h 138063"/>
                <a:gd name="csX436" fmla="*/ 128509 w 133286"/>
                <a:gd name="csY436" fmla="*/ 97935 h 138063"/>
                <a:gd name="csX437" fmla="*/ 128987 w 133286"/>
                <a:gd name="csY437" fmla="*/ 98412 h 138063"/>
                <a:gd name="csX438" fmla="*/ 128987 w 133286"/>
                <a:gd name="csY438" fmla="*/ 98890 h 138063"/>
                <a:gd name="csX439" fmla="*/ 127076 w 133286"/>
                <a:gd name="csY439" fmla="*/ 100323 h 138063"/>
                <a:gd name="csX440" fmla="*/ 126598 w 133286"/>
                <a:gd name="csY440" fmla="*/ 101756 h 138063"/>
                <a:gd name="csX441" fmla="*/ 124210 w 133286"/>
                <a:gd name="csY441" fmla="*/ 106534 h 138063"/>
                <a:gd name="csX442" fmla="*/ 123254 w 133286"/>
                <a:gd name="csY442" fmla="*/ 108445 h 138063"/>
                <a:gd name="csX443" fmla="*/ 122777 w 133286"/>
                <a:gd name="csY443" fmla="*/ 110833 h 138063"/>
                <a:gd name="csX444" fmla="*/ 122777 w 133286"/>
                <a:gd name="csY444" fmla="*/ 114655 h 138063"/>
                <a:gd name="csX445" fmla="*/ 123254 w 133286"/>
                <a:gd name="csY445" fmla="*/ 115133 h 138063"/>
                <a:gd name="csX446" fmla="*/ 123732 w 133286"/>
                <a:gd name="csY446" fmla="*/ 116088 h 138063"/>
                <a:gd name="csX447" fmla="*/ 125165 w 133286"/>
                <a:gd name="csY447" fmla="*/ 115133 h 138063"/>
                <a:gd name="csX448" fmla="*/ 127554 w 133286"/>
                <a:gd name="csY448" fmla="*/ 113222 h 138063"/>
                <a:gd name="csX449" fmla="*/ 128987 w 133286"/>
                <a:gd name="csY449" fmla="*/ 111789 h 138063"/>
                <a:gd name="csX450" fmla="*/ 129942 w 133286"/>
                <a:gd name="csY450" fmla="*/ 108445 h 138063"/>
                <a:gd name="csX451" fmla="*/ 130898 w 133286"/>
                <a:gd name="csY451" fmla="*/ 107489 h 138063"/>
                <a:gd name="csX452" fmla="*/ 131376 w 133286"/>
                <a:gd name="csY452" fmla="*/ 107489 h 138063"/>
                <a:gd name="csX453" fmla="*/ 131854 w 133286"/>
                <a:gd name="csY453" fmla="*/ 108445 h 138063"/>
                <a:gd name="csX454" fmla="*/ 132331 w 133286"/>
                <a:gd name="csY454" fmla="*/ 109400 h 138063"/>
                <a:gd name="csX455" fmla="*/ 132809 w 133286"/>
                <a:gd name="csY455" fmla="*/ 111311 h 138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</a:cxnLst>
              <a:rect l="l" t="t" r="r" b="b"/>
              <a:pathLst>
                <a:path w="133286" h="138063">
                  <a:moveTo>
                    <a:pt x="132809" y="111311"/>
                  </a:moveTo>
                  <a:lnTo>
                    <a:pt x="133287" y="113700"/>
                  </a:lnTo>
                  <a:lnTo>
                    <a:pt x="132809" y="115611"/>
                  </a:lnTo>
                  <a:lnTo>
                    <a:pt x="132809" y="116566"/>
                  </a:lnTo>
                  <a:lnTo>
                    <a:pt x="128032" y="125643"/>
                  </a:lnTo>
                  <a:lnTo>
                    <a:pt x="128509" y="127076"/>
                  </a:lnTo>
                  <a:lnTo>
                    <a:pt x="128509" y="128032"/>
                  </a:lnTo>
                  <a:lnTo>
                    <a:pt x="128509" y="128987"/>
                  </a:lnTo>
                  <a:lnTo>
                    <a:pt x="127076" y="132809"/>
                  </a:lnTo>
                  <a:lnTo>
                    <a:pt x="125643" y="135675"/>
                  </a:lnTo>
                  <a:lnTo>
                    <a:pt x="125165" y="136631"/>
                  </a:lnTo>
                  <a:lnTo>
                    <a:pt x="124210" y="137108"/>
                  </a:lnTo>
                  <a:lnTo>
                    <a:pt x="123254" y="137586"/>
                  </a:lnTo>
                  <a:lnTo>
                    <a:pt x="122299" y="137108"/>
                  </a:lnTo>
                  <a:lnTo>
                    <a:pt x="121343" y="136153"/>
                  </a:lnTo>
                  <a:lnTo>
                    <a:pt x="120388" y="135675"/>
                  </a:lnTo>
                  <a:lnTo>
                    <a:pt x="119910" y="135675"/>
                  </a:lnTo>
                  <a:lnTo>
                    <a:pt x="118955" y="135675"/>
                  </a:lnTo>
                  <a:lnTo>
                    <a:pt x="115611" y="138064"/>
                  </a:lnTo>
                  <a:lnTo>
                    <a:pt x="115133" y="138064"/>
                  </a:lnTo>
                  <a:lnTo>
                    <a:pt x="114655" y="137586"/>
                  </a:lnTo>
                  <a:lnTo>
                    <a:pt x="114177" y="136631"/>
                  </a:lnTo>
                  <a:lnTo>
                    <a:pt x="114655" y="131376"/>
                  </a:lnTo>
                  <a:lnTo>
                    <a:pt x="114655" y="129465"/>
                  </a:lnTo>
                  <a:lnTo>
                    <a:pt x="114177" y="128032"/>
                  </a:lnTo>
                  <a:lnTo>
                    <a:pt x="114655" y="125643"/>
                  </a:lnTo>
                  <a:lnTo>
                    <a:pt x="114655" y="124687"/>
                  </a:lnTo>
                  <a:lnTo>
                    <a:pt x="114655" y="124210"/>
                  </a:lnTo>
                  <a:lnTo>
                    <a:pt x="113700" y="124687"/>
                  </a:lnTo>
                  <a:lnTo>
                    <a:pt x="112744" y="125643"/>
                  </a:lnTo>
                  <a:lnTo>
                    <a:pt x="110833" y="128032"/>
                  </a:lnTo>
                  <a:lnTo>
                    <a:pt x="109400" y="129942"/>
                  </a:lnTo>
                  <a:lnTo>
                    <a:pt x="106534" y="132331"/>
                  </a:lnTo>
                  <a:lnTo>
                    <a:pt x="105100" y="132809"/>
                  </a:lnTo>
                  <a:lnTo>
                    <a:pt x="104623" y="132809"/>
                  </a:lnTo>
                  <a:lnTo>
                    <a:pt x="103667" y="132331"/>
                  </a:lnTo>
                  <a:lnTo>
                    <a:pt x="103190" y="131376"/>
                  </a:lnTo>
                  <a:lnTo>
                    <a:pt x="103190" y="130420"/>
                  </a:lnTo>
                  <a:lnTo>
                    <a:pt x="103667" y="128987"/>
                  </a:lnTo>
                  <a:lnTo>
                    <a:pt x="104623" y="126121"/>
                  </a:lnTo>
                  <a:lnTo>
                    <a:pt x="107012" y="121343"/>
                  </a:lnTo>
                  <a:lnTo>
                    <a:pt x="108923" y="117999"/>
                  </a:lnTo>
                  <a:lnTo>
                    <a:pt x="109400" y="116566"/>
                  </a:lnTo>
                  <a:lnTo>
                    <a:pt x="108923" y="115611"/>
                  </a:lnTo>
                  <a:lnTo>
                    <a:pt x="108445" y="114655"/>
                  </a:lnTo>
                  <a:lnTo>
                    <a:pt x="107489" y="110833"/>
                  </a:lnTo>
                  <a:lnTo>
                    <a:pt x="106534" y="107967"/>
                  </a:lnTo>
                  <a:lnTo>
                    <a:pt x="105578" y="106534"/>
                  </a:lnTo>
                  <a:lnTo>
                    <a:pt x="102712" y="105100"/>
                  </a:lnTo>
                  <a:lnTo>
                    <a:pt x="102234" y="105578"/>
                  </a:lnTo>
                  <a:lnTo>
                    <a:pt x="101757" y="107489"/>
                  </a:lnTo>
                  <a:lnTo>
                    <a:pt x="98412" y="113222"/>
                  </a:lnTo>
                  <a:lnTo>
                    <a:pt x="97935" y="115611"/>
                  </a:lnTo>
                  <a:lnTo>
                    <a:pt x="97457" y="116566"/>
                  </a:lnTo>
                  <a:lnTo>
                    <a:pt x="96979" y="117521"/>
                  </a:lnTo>
                  <a:lnTo>
                    <a:pt x="95546" y="117999"/>
                  </a:lnTo>
                  <a:lnTo>
                    <a:pt x="96024" y="117044"/>
                  </a:lnTo>
                  <a:lnTo>
                    <a:pt x="97457" y="113700"/>
                  </a:lnTo>
                  <a:lnTo>
                    <a:pt x="96979" y="113700"/>
                  </a:lnTo>
                  <a:lnTo>
                    <a:pt x="95068" y="116088"/>
                  </a:lnTo>
                  <a:lnTo>
                    <a:pt x="93635" y="117044"/>
                  </a:lnTo>
                  <a:lnTo>
                    <a:pt x="91724" y="117521"/>
                  </a:lnTo>
                  <a:lnTo>
                    <a:pt x="90769" y="117521"/>
                  </a:lnTo>
                  <a:lnTo>
                    <a:pt x="89335" y="117999"/>
                  </a:lnTo>
                  <a:lnTo>
                    <a:pt x="85036" y="123732"/>
                  </a:lnTo>
                  <a:lnTo>
                    <a:pt x="84558" y="125643"/>
                  </a:lnTo>
                  <a:lnTo>
                    <a:pt x="84081" y="127076"/>
                  </a:lnTo>
                  <a:lnTo>
                    <a:pt x="81692" y="129942"/>
                  </a:lnTo>
                  <a:lnTo>
                    <a:pt x="80259" y="130898"/>
                  </a:lnTo>
                  <a:lnTo>
                    <a:pt x="78825" y="130898"/>
                  </a:lnTo>
                  <a:lnTo>
                    <a:pt x="77392" y="130420"/>
                  </a:lnTo>
                  <a:lnTo>
                    <a:pt x="75959" y="130420"/>
                  </a:lnTo>
                  <a:lnTo>
                    <a:pt x="73570" y="131376"/>
                  </a:lnTo>
                  <a:lnTo>
                    <a:pt x="71182" y="131853"/>
                  </a:lnTo>
                  <a:lnTo>
                    <a:pt x="69749" y="131376"/>
                  </a:lnTo>
                  <a:lnTo>
                    <a:pt x="69271" y="131376"/>
                  </a:lnTo>
                  <a:lnTo>
                    <a:pt x="67838" y="129942"/>
                  </a:lnTo>
                  <a:lnTo>
                    <a:pt x="67838" y="129465"/>
                  </a:lnTo>
                  <a:lnTo>
                    <a:pt x="67838" y="128987"/>
                  </a:lnTo>
                  <a:lnTo>
                    <a:pt x="68316" y="127554"/>
                  </a:lnTo>
                  <a:lnTo>
                    <a:pt x="70226" y="126121"/>
                  </a:lnTo>
                  <a:lnTo>
                    <a:pt x="71182" y="125643"/>
                  </a:lnTo>
                  <a:lnTo>
                    <a:pt x="74526" y="125165"/>
                  </a:lnTo>
                  <a:lnTo>
                    <a:pt x="76915" y="123732"/>
                  </a:lnTo>
                  <a:lnTo>
                    <a:pt x="78825" y="122299"/>
                  </a:lnTo>
                  <a:lnTo>
                    <a:pt x="79781" y="121343"/>
                  </a:lnTo>
                  <a:lnTo>
                    <a:pt x="83125" y="116088"/>
                  </a:lnTo>
                  <a:lnTo>
                    <a:pt x="87425" y="114177"/>
                  </a:lnTo>
                  <a:lnTo>
                    <a:pt x="89335" y="112744"/>
                  </a:lnTo>
                  <a:lnTo>
                    <a:pt x="90769" y="110833"/>
                  </a:lnTo>
                  <a:lnTo>
                    <a:pt x="90769" y="110356"/>
                  </a:lnTo>
                  <a:lnTo>
                    <a:pt x="88858" y="111311"/>
                  </a:lnTo>
                  <a:lnTo>
                    <a:pt x="87902" y="111789"/>
                  </a:lnTo>
                  <a:lnTo>
                    <a:pt x="85991" y="111311"/>
                  </a:lnTo>
                  <a:lnTo>
                    <a:pt x="85036" y="110356"/>
                  </a:lnTo>
                  <a:lnTo>
                    <a:pt x="82647" y="110833"/>
                  </a:lnTo>
                  <a:lnTo>
                    <a:pt x="79303" y="110356"/>
                  </a:lnTo>
                  <a:lnTo>
                    <a:pt x="78825" y="110833"/>
                  </a:lnTo>
                  <a:lnTo>
                    <a:pt x="78348" y="113222"/>
                  </a:lnTo>
                  <a:lnTo>
                    <a:pt x="77870" y="114655"/>
                  </a:lnTo>
                  <a:lnTo>
                    <a:pt x="77392" y="115133"/>
                  </a:lnTo>
                  <a:lnTo>
                    <a:pt x="76915" y="115611"/>
                  </a:lnTo>
                  <a:lnTo>
                    <a:pt x="75481" y="115611"/>
                  </a:lnTo>
                  <a:lnTo>
                    <a:pt x="71182" y="114655"/>
                  </a:lnTo>
                  <a:lnTo>
                    <a:pt x="70704" y="114177"/>
                  </a:lnTo>
                  <a:lnTo>
                    <a:pt x="69749" y="114177"/>
                  </a:lnTo>
                  <a:lnTo>
                    <a:pt x="65449" y="114655"/>
                  </a:lnTo>
                  <a:lnTo>
                    <a:pt x="64493" y="114655"/>
                  </a:lnTo>
                  <a:lnTo>
                    <a:pt x="64971" y="114177"/>
                  </a:lnTo>
                  <a:lnTo>
                    <a:pt x="69271" y="112266"/>
                  </a:lnTo>
                  <a:lnTo>
                    <a:pt x="70226" y="107011"/>
                  </a:lnTo>
                  <a:lnTo>
                    <a:pt x="69749" y="106056"/>
                  </a:lnTo>
                  <a:lnTo>
                    <a:pt x="68316" y="107011"/>
                  </a:lnTo>
                  <a:lnTo>
                    <a:pt x="66405" y="107489"/>
                  </a:lnTo>
                  <a:lnTo>
                    <a:pt x="64971" y="107489"/>
                  </a:lnTo>
                  <a:lnTo>
                    <a:pt x="64493" y="107011"/>
                  </a:lnTo>
                  <a:lnTo>
                    <a:pt x="64016" y="107489"/>
                  </a:lnTo>
                  <a:lnTo>
                    <a:pt x="62583" y="110356"/>
                  </a:lnTo>
                  <a:lnTo>
                    <a:pt x="61627" y="110356"/>
                  </a:lnTo>
                  <a:lnTo>
                    <a:pt x="60194" y="110833"/>
                  </a:lnTo>
                  <a:lnTo>
                    <a:pt x="57805" y="111789"/>
                  </a:lnTo>
                  <a:lnTo>
                    <a:pt x="52550" y="112266"/>
                  </a:lnTo>
                  <a:lnTo>
                    <a:pt x="51595" y="113222"/>
                  </a:lnTo>
                  <a:lnTo>
                    <a:pt x="47773" y="112744"/>
                  </a:lnTo>
                  <a:lnTo>
                    <a:pt x="37741" y="111311"/>
                  </a:lnTo>
                  <a:lnTo>
                    <a:pt x="33919" y="111311"/>
                  </a:lnTo>
                  <a:lnTo>
                    <a:pt x="29619" y="110356"/>
                  </a:lnTo>
                  <a:lnTo>
                    <a:pt x="28664" y="110356"/>
                  </a:lnTo>
                  <a:lnTo>
                    <a:pt x="22453" y="110356"/>
                  </a:lnTo>
                  <a:lnTo>
                    <a:pt x="20543" y="109878"/>
                  </a:lnTo>
                  <a:lnTo>
                    <a:pt x="20543" y="108922"/>
                  </a:lnTo>
                  <a:lnTo>
                    <a:pt x="20543" y="108445"/>
                  </a:lnTo>
                  <a:lnTo>
                    <a:pt x="18632" y="109878"/>
                  </a:lnTo>
                  <a:lnTo>
                    <a:pt x="17198" y="110833"/>
                  </a:lnTo>
                  <a:lnTo>
                    <a:pt x="14810" y="111311"/>
                  </a:lnTo>
                  <a:lnTo>
                    <a:pt x="8599" y="112744"/>
                  </a:lnTo>
                  <a:lnTo>
                    <a:pt x="5255" y="112744"/>
                  </a:lnTo>
                  <a:lnTo>
                    <a:pt x="2867" y="112266"/>
                  </a:lnTo>
                  <a:lnTo>
                    <a:pt x="2389" y="111311"/>
                  </a:lnTo>
                  <a:lnTo>
                    <a:pt x="956" y="108445"/>
                  </a:lnTo>
                  <a:lnTo>
                    <a:pt x="0" y="105100"/>
                  </a:lnTo>
                  <a:lnTo>
                    <a:pt x="0" y="104145"/>
                  </a:lnTo>
                  <a:lnTo>
                    <a:pt x="478" y="103190"/>
                  </a:lnTo>
                  <a:lnTo>
                    <a:pt x="1911" y="101279"/>
                  </a:lnTo>
                  <a:lnTo>
                    <a:pt x="8121" y="96979"/>
                  </a:lnTo>
                  <a:lnTo>
                    <a:pt x="12899" y="92679"/>
                  </a:lnTo>
                  <a:lnTo>
                    <a:pt x="15287" y="90291"/>
                  </a:lnTo>
                  <a:lnTo>
                    <a:pt x="17198" y="89335"/>
                  </a:lnTo>
                  <a:lnTo>
                    <a:pt x="20543" y="87425"/>
                  </a:lnTo>
                  <a:lnTo>
                    <a:pt x="20543" y="86947"/>
                  </a:lnTo>
                  <a:lnTo>
                    <a:pt x="17676" y="87425"/>
                  </a:lnTo>
                  <a:lnTo>
                    <a:pt x="15287" y="86947"/>
                  </a:lnTo>
                  <a:lnTo>
                    <a:pt x="12899" y="86469"/>
                  </a:lnTo>
                  <a:lnTo>
                    <a:pt x="8599" y="86947"/>
                  </a:lnTo>
                  <a:lnTo>
                    <a:pt x="4300" y="86947"/>
                  </a:lnTo>
                  <a:lnTo>
                    <a:pt x="4300" y="85991"/>
                  </a:lnTo>
                  <a:lnTo>
                    <a:pt x="6211" y="84080"/>
                  </a:lnTo>
                  <a:lnTo>
                    <a:pt x="10510" y="80736"/>
                  </a:lnTo>
                  <a:lnTo>
                    <a:pt x="10988" y="80736"/>
                  </a:lnTo>
                  <a:lnTo>
                    <a:pt x="9555" y="82647"/>
                  </a:lnTo>
                  <a:lnTo>
                    <a:pt x="9077" y="83603"/>
                  </a:lnTo>
                  <a:lnTo>
                    <a:pt x="10032" y="84558"/>
                  </a:lnTo>
                  <a:lnTo>
                    <a:pt x="10510" y="85036"/>
                  </a:lnTo>
                  <a:lnTo>
                    <a:pt x="12899" y="85036"/>
                  </a:lnTo>
                  <a:lnTo>
                    <a:pt x="13377" y="84558"/>
                  </a:lnTo>
                  <a:lnTo>
                    <a:pt x="14332" y="80736"/>
                  </a:lnTo>
                  <a:lnTo>
                    <a:pt x="16243" y="76914"/>
                  </a:lnTo>
                  <a:lnTo>
                    <a:pt x="17676" y="74048"/>
                  </a:lnTo>
                  <a:lnTo>
                    <a:pt x="19109" y="71659"/>
                  </a:lnTo>
                  <a:lnTo>
                    <a:pt x="20065" y="71182"/>
                  </a:lnTo>
                  <a:lnTo>
                    <a:pt x="21020" y="71659"/>
                  </a:lnTo>
                  <a:lnTo>
                    <a:pt x="23409" y="72137"/>
                  </a:lnTo>
                  <a:lnTo>
                    <a:pt x="26275" y="74526"/>
                  </a:lnTo>
                  <a:lnTo>
                    <a:pt x="27231" y="74526"/>
                  </a:lnTo>
                  <a:lnTo>
                    <a:pt x="27231" y="74526"/>
                  </a:lnTo>
                  <a:lnTo>
                    <a:pt x="26275" y="73570"/>
                  </a:lnTo>
                  <a:lnTo>
                    <a:pt x="25798" y="72615"/>
                  </a:lnTo>
                  <a:lnTo>
                    <a:pt x="25320" y="71659"/>
                  </a:lnTo>
                  <a:lnTo>
                    <a:pt x="26275" y="68793"/>
                  </a:lnTo>
                  <a:lnTo>
                    <a:pt x="27231" y="68315"/>
                  </a:lnTo>
                  <a:lnTo>
                    <a:pt x="27709" y="67838"/>
                  </a:lnTo>
                  <a:lnTo>
                    <a:pt x="25320" y="67838"/>
                  </a:lnTo>
                  <a:lnTo>
                    <a:pt x="23409" y="66882"/>
                  </a:lnTo>
                  <a:lnTo>
                    <a:pt x="22931" y="65449"/>
                  </a:lnTo>
                  <a:lnTo>
                    <a:pt x="22931" y="63060"/>
                  </a:lnTo>
                  <a:lnTo>
                    <a:pt x="23409" y="62105"/>
                  </a:lnTo>
                  <a:lnTo>
                    <a:pt x="25320" y="60194"/>
                  </a:lnTo>
                  <a:lnTo>
                    <a:pt x="26753" y="58761"/>
                  </a:lnTo>
                  <a:lnTo>
                    <a:pt x="28186" y="59238"/>
                  </a:lnTo>
                  <a:lnTo>
                    <a:pt x="30097" y="60672"/>
                  </a:lnTo>
                  <a:lnTo>
                    <a:pt x="31530" y="60194"/>
                  </a:lnTo>
                  <a:lnTo>
                    <a:pt x="31052" y="59716"/>
                  </a:lnTo>
                  <a:lnTo>
                    <a:pt x="29142" y="57328"/>
                  </a:lnTo>
                  <a:lnTo>
                    <a:pt x="28664" y="55417"/>
                  </a:lnTo>
                  <a:lnTo>
                    <a:pt x="28664" y="54461"/>
                  </a:lnTo>
                  <a:lnTo>
                    <a:pt x="32963" y="45384"/>
                  </a:lnTo>
                  <a:lnTo>
                    <a:pt x="34874" y="40607"/>
                  </a:lnTo>
                  <a:lnTo>
                    <a:pt x="37741" y="32963"/>
                  </a:lnTo>
                  <a:lnTo>
                    <a:pt x="38696" y="31530"/>
                  </a:lnTo>
                  <a:lnTo>
                    <a:pt x="40129" y="29619"/>
                  </a:lnTo>
                  <a:lnTo>
                    <a:pt x="40607" y="28664"/>
                  </a:lnTo>
                  <a:lnTo>
                    <a:pt x="42518" y="28664"/>
                  </a:lnTo>
                  <a:lnTo>
                    <a:pt x="43474" y="28664"/>
                  </a:lnTo>
                  <a:lnTo>
                    <a:pt x="42040" y="27708"/>
                  </a:lnTo>
                  <a:lnTo>
                    <a:pt x="41085" y="26753"/>
                  </a:lnTo>
                  <a:lnTo>
                    <a:pt x="41085" y="26275"/>
                  </a:lnTo>
                  <a:lnTo>
                    <a:pt x="41563" y="25320"/>
                  </a:lnTo>
                  <a:lnTo>
                    <a:pt x="42040" y="24842"/>
                  </a:lnTo>
                  <a:lnTo>
                    <a:pt x="44429" y="23409"/>
                  </a:lnTo>
                  <a:lnTo>
                    <a:pt x="45862" y="21498"/>
                  </a:lnTo>
                  <a:lnTo>
                    <a:pt x="46818" y="19109"/>
                  </a:lnTo>
                  <a:lnTo>
                    <a:pt x="46818" y="18631"/>
                  </a:lnTo>
                  <a:lnTo>
                    <a:pt x="46340" y="17676"/>
                  </a:lnTo>
                  <a:lnTo>
                    <a:pt x="46340" y="17198"/>
                  </a:lnTo>
                  <a:lnTo>
                    <a:pt x="47773" y="16721"/>
                  </a:lnTo>
                  <a:lnTo>
                    <a:pt x="50639" y="13854"/>
                  </a:lnTo>
                  <a:lnTo>
                    <a:pt x="51117" y="13377"/>
                  </a:lnTo>
                  <a:lnTo>
                    <a:pt x="52073" y="9555"/>
                  </a:lnTo>
                  <a:lnTo>
                    <a:pt x="53506" y="8121"/>
                  </a:lnTo>
                  <a:lnTo>
                    <a:pt x="54461" y="7166"/>
                  </a:lnTo>
                  <a:lnTo>
                    <a:pt x="56372" y="5733"/>
                  </a:lnTo>
                  <a:lnTo>
                    <a:pt x="62583" y="3344"/>
                  </a:lnTo>
                  <a:lnTo>
                    <a:pt x="66405" y="956"/>
                  </a:lnTo>
                  <a:lnTo>
                    <a:pt x="68793" y="956"/>
                  </a:lnTo>
                  <a:lnTo>
                    <a:pt x="69749" y="2866"/>
                  </a:lnTo>
                  <a:lnTo>
                    <a:pt x="73093" y="3822"/>
                  </a:lnTo>
                  <a:lnTo>
                    <a:pt x="73570" y="2866"/>
                  </a:lnTo>
                  <a:lnTo>
                    <a:pt x="73093" y="1433"/>
                  </a:lnTo>
                  <a:lnTo>
                    <a:pt x="73570" y="478"/>
                  </a:lnTo>
                  <a:lnTo>
                    <a:pt x="76437" y="0"/>
                  </a:lnTo>
                  <a:lnTo>
                    <a:pt x="76915" y="478"/>
                  </a:lnTo>
                  <a:lnTo>
                    <a:pt x="77870" y="1433"/>
                  </a:lnTo>
                  <a:lnTo>
                    <a:pt x="77870" y="1911"/>
                  </a:lnTo>
                  <a:lnTo>
                    <a:pt x="77870" y="1911"/>
                  </a:lnTo>
                  <a:lnTo>
                    <a:pt x="75959" y="4777"/>
                  </a:lnTo>
                  <a:lnTo>
                    <a:pt x="75004" y="6211"/>
                  </a:lnTo>
                  <a:lnTo>
                    <a:pt x="74048" y="6688"/>
                  </a:lnTo>
                  <a:lnTo>
                    <a:pt x="72137" y="7166"/>
                  </a:lnTo>
                  <a:lnTo>
                    <a:pt x="68316" y="7644"/>
                  </a:lnTo>
                  <a:lnTo>
                    <a:pt x="66405" y="8121"/>
                  </a:lnTo>
                  <a:lnTo>
                    <a:pt x="65927" y="10032"/>
                  </a:lnTo>
                  <a:lnTo>
                    <a:pt x="66405" y="10988"/>
                  </a:lnTo>
                  <a:lnTo>
                    <a:pt x="66882" y="11943"/>
                  </a:lnTo>
                  <a:lnTo>
                    <a:pt x="67838" y="11943"/>
                  </a:lnTo>
                  <a:lnTo>
                    <a:pt x="69271" y="11465"/>
                  </a:lnTo>
                  <a:lnTo>
                    <a:pt x="70226" y="11465"/>
                  </a:lnTo>
                  <a:lnTo>
                    <a:pt x="70704" y="11943"/>
                  </a:lnTo>
                  <a:lnTo>
                    <a:pt x="71182" y="12899"/>
                  </a:lnTo>
                  <a:lnTo>
                    <a:pt x="71182" y="13854"/>
                  </a:lnTo>
                  <a:lnTo>
                    <a:pt x="71182" y="14810"/>
                  </a:lnTo>
                  <a:lnTo>
                    <a:pt x="70704" y="16721"/>
                  </a:lnTo>
                  <a:lnTo>
                    <a:pt x="69271" y="20065"/>
                  </a:lnTo>
                  <a:lnTo>
                    <a:pt x="67838" y="21976"/>
                  </a:lnTo>
                  <a:lnTo>
                    <a:pt x="65449" y="23886"/>
                  </a:lnTo>
                  <a:lnTo>
                    <a:pt x="64971" y="24364"/>
                  </a:lnTo>
                  <a:lnTo>
                    <a:pt x="64493" y="25320"/>
                  </a:lnTo>
                  <a:lnTo>
                    <a:pt x="64016" y="27708"/>
                  </a:lnTo>
                  <a:lnTo>
                    <a:pt x="63060" y="29619"/>
                  </a:lnTo>
                  <a:lnTo>
                    <a:pt x="59239" y="34397"/>
                  </a:lnTo>
                  <a:lnTo>
                    <a:pt x="57805" y="35352"/>
                  </a:lnTo>
                  <a:lnTo>
                    <a:pt x="57805" y="36307"/>
                  </a:lnTo>
                  <a:lnTo>
                    <a:pt x="57328" y="38218"/>
                  </a:lnTo>
                  <a:lnTo>
                    <a:pt x="56372" y="40129"/>
                  </a:lnTo>
                  <a:lnTo>
                    <a:pt x="53028" y="44429"/>
                  </a:lnTo>
                  <a:lnTo>
                    <a:pt x="52550" y="45862"/>
                  </a:lnTo>
                  <a:lnTo>
                    <a:pt x="52073" y="46818"/>
                  </a:lnTo>
                  <a:lnTo>
                    <a:pt x="52073" y="48728"/>
                  </a:lnTo>
                  <a:lnTo>
                    <a:pt x="52073" y="49206"/>
                  </a:lnTo>
                  <a:lnTo>
                    <a:pt x="51117" y="50639"/>
                  </a:lnTo>
                  <a:lnTo>
                    <a:pt x="50162" y="52072"/>
                  </a:lnTo>
                  <a:lnTo>
                    <a:pt x="50162" y="52550"/>
                  </a:lnTo>
                  <a:lnTo>
                    <a:pt x="50639" y="53984"/>
                  </a:lnTo>
                  <a:lnTo>
                    <a:pt x="50639" y="53984"/>
                  </a:lnTo>
                  <a:lnTo>
                    <a:pt x="50639" y="55417"/>
                  </a:lnTo>
                  <a:lnTo>
                    <a:pt x="50639" y="56850"/>
                  </a:lnTo>
                  <a:lnTo>
                    <a:pt x="52073" y="55894"/>
                  </a:lnTo>
                  <a:lnTo>
                    <a:pt x="54939" y="52072"/>
                  </a:lnTo>
                  <a:lnTo>
                    <a:pt x="56850" y="49684"/>
                  </a:lnTo>
                  <a:lnTo>
                    <a:pt x="58283" y="48728"/>
                  </a:lnTo>
                  <a:lnTo>
                    <a:pt x="59239" y="47773"/>
                  </a:lnTo>
                  <a:lnTo>
                    <a:pt x="60672" y="45862"/>
                  </a:lnTo>
                  <a:lnTo>
                    <a:pt x="62105" y="43473"/>
                  </a:lnTo>
                  <a:lnTo>
                    <a:pt x="63538" y="42996"/>
                  </a:lnTo>
                  <a:lnTo>
                    <a:pt x="64016" y="42996"/>
                  </a:lnTo>
                  <a:lnTo>
                    <a:pt x="64493" y="44429"/>
                  </a:lnTo>
                  <a:lnTo>
                    <a:pt x="64493" y="45862"/>
                  </a:lnTo>
                  <a:lnTo>
                    <a:pt x="63538" y="47295"/>
                  </a:lnTo>
                  <a:lnTo>
                    <a:pt x="63538" y="47773"/>
                  </a:lnTo>
                  <a:lnTo>
                    <a:pt x="65449" y="46340"/>
                  </a:lnTo>
                  <a:lnTo>
                    <a:pt x="68316" y="45384"/>
                  </a:lnTo>
                  <a:lnTo>
                    <a:pt x="69271" y="45862"/>
                  </a:lnTo>
                  <a:lnTo>
                    <a:pt x="71659" y="47295"/>
                  </a:lnTo>
                  <a:lnTo>
                    <a:pt x="73570" y="46818"/>
                  </a:lnTo>
                  <a:lnTo>
                    <a:pt x="76437" y="46340"/>
                  </a:lnTo>
                  <a:lnTo>
                    <a:pt x="76915" y="46340"/>
                  </a:lnTo>
                  <a:lnTo>
                    <a:pt x="76437" y="47773"/>
                  </a:lnTo>
                  <a:lnTo>
                    <a:pt x="75004" y="49206"/>
                  </a:lnTo>
                  <a:lnTo>
                    <a:pt x="72615" y="50639"/>
                  </a:lnTo>
                  <a:lnTo>
                    <a:pt x="65927" y="54461"/>
                  </a:lnTo>
                  <a:lnTo>
                    <a:pt x="64016" y="56850"/>
                  </a:lnTo>
                  <a:lnTo>
                    <a:pt x="64493" y="56850"/>
                  </a:lnTo>
                  <a:lnTo>
                    <a:pt x="65927" y="55417"/>
                  </a:lnTo>
                  <a:lnTo>
                    <a:pt x="67360" y="54939"/>
                  </a:lnTo>
                  <a:lnTo>
                    <a:pt x="68793" y="54939"/>
                  </a:lnTo>
                  <a:lnTo>
                    <a:pt x="69271" y="55417"/>
                  </a:lnTo>
                  <a:lnTo>
                    <a:pt x="69271" y="55894"/>
                  </a:lnTo>
                  <a:lnTo>
                    <a:pt x="69271" y="57805"/>
                  </a:lnTo>
                  <a:lnTo>
                    <a:pt x="64971" y="61627"/>
                  </a:lnTo>
                  <a:lnTo>
                    <a:pt x="65927" y="61149"/>
                  </a:lnTo>
                  <a:lnTo>
                    <a:pt x="70704" y="59716"/>
                  </a:lnTo>
                  <a:lnTo>
                    <a:pt x="73093" y="62105"/>
                  </a:lnTo>
                  <a:lnTo>
                    <a:pt x="76915" y="61149"/>
                  </a:lnTo>
                  <a:lnTo>
                    <a:pt x="79303" y="60194"/>
                  </a:lnTo>
                  <a:lnTo>
                    <a:pt x="79303" y="60672"/>
                  </a:lnTo>
                  <a:lnTo>
                    <a:pt x="79781" y="61627"/>
                  </a:lnTo>
                  <a:lnTo>
                    <a:pt x="79781" y="63538"/>
                  </a:lnTo>
                  <a:lnTo>
                    <a:pt x="79781" y="63538"/>
                  </a:lnTo>
                  <a:lnTo>
                    <a:pt x="80736" y="63060"/>
                  </a:lnTo>
                  <a:lnTo>
                    <a:pt x="81214" y="62583"/>
                  </a:lnTo>
                  <a:lnTo>
                    <a:pt x="81214" y="59716"/>
                  </a:lnTo>
                  <a:lnTo>
                    <a:pt x="81692" y="59238"/>
                  </a:lnTo>
                  <a:lnTo>
                    <a:pt x="82170" y="59716"/>
                  </a:lnTo>
                  <a:lnTo>
                    <a:pt x="82647" y="60672"/>
                  </a:lnTo>
                  <a:lnTo>
                    <a:pt x="82647" y="62583"/>
                  </a:lnTo>
                  <a:lnTo>
                    <a:pt x="82170" y="64493"/>
                  </a:lnTo>
                  <a:lnTo>
                    <a:pt x="81692" y="66404"/>
                  </a:lnTo>
                  <a:lnTo>
                    <a:pt x="79781" y="69271"/>
                  </a:lnTo>
                  <a:lnTo>
                    <a:pt x="80259" y="70704"/>
                  </a:lnTo>
                  <a:lnTo>
                    <a:pt x="79781" y="71659"/>
                  </a:lnTo>
                  <a:lnTo>
                    <a:pt x="80259" y="71659"/>
                  </a:lnTo>
                  <a:lnTo>
                    <a:pt x="81692" y="70704"/>
                  </a:lnTo>
                  <a:lnTo>
                    <a:pt x="81692" y="70226"/>
                  </a:lnTo>
                  <a:lnTo>
                    <a:pt x="81692" y="68793"/>
                  </a:lnTo>
                  <a:lnTo>
                    <a:pt x="81692" y="68315"/>
                  </a:lnTo>
                  <a:lnTo>
                    <a:pt x="83125" y="67360"/>
                  </a:lnTo>
                  <a:lnTo>
                    <a:pt x="85514" y="65927"/>
                  </a:lnTo>
                  <a:lnTo>
                    <a:pt x="85991" y="65449"/>
                  </a:lnTo>
                  <a:lnTo>
                    <a:pt x="86469" y="65927"/>
                  </a:lnTo>
                  <a:lnTo>
                    <a:pt x="86469" y="66882"/>
                  </a:lnTo>
                  <a:lnTo>
                    <a:pt x="86947" y="66404"/>
                  </a:lnTo>
                  <a:lnTo>
                    <a:pt x="88380" y="64971"/>
                  </a:lnTo>
                  <a:lnTo>
                    <a:pt x="89813" y="64493"/>
                  </a:lnTo>
                  <a:lnTo>
                    <a:pt x="91246" y="64016"/>
                  </a:lnTo>
                  <a:lnTo>
                    <a:pt x="92202" y="63060"/>
                  </a:lnTo>
                  <a:lnTo>
                    <a:pt x="93635" y="61627"/>
                  </a:lnTo>
                  <a:lnTo>
                    <a:pt x="95068" y="60194"/>
                  </a:lnTo>
                  <a:lnTo>
                    <a:pt x="96501" y="59238"/>
                  </a:lnTo>
                  <a:lnTo>
                    <a:pt x="97457" y="59238"/>
                  </a:lnTo>
                  <a:lnTo>
                    <a:pt x="96979" y="61149"/>
                  </a:lnTo>
                  <a:lnTo>
                    <a:pt x="97457" y="63060"/>
                  </a:lnTo>
                  <a:lnTo>
                    <a:pt x="97457" y="64493"/>
                  </a:lnTo>
                  <a:lnTo>
                    <a:pt x="97457" y="64971"/>
                  </a:lnTo>
                  <a:lnTo>
                    <a:pt x="98890" y="63060"/>
                  </a:lnTo>
                  <a:lnTo>
                    <a:pt x="99368" y="62583"/>
                  </a:lnTo>
                  <a:lnTo>
                    <a:pt x="100323" y="62105"/>
                  </a:lnTo>
                  <a:lnTo>
                    <a:pt x="101279" y="62105"/>
                  </a:lnTo>
                  <a:lnTo>
                    <a:pt x="107489" y="61627"/>
                  </a:lnTo>
                  <a:lnTo>
                    <a:pt x="109400" y="62105"/>
                  </a:lnTo>
                  <a:lnTo>
                    <a:pt x="111311" y="63060"/>
                  </a:lnTo>
                  <a:lnTo>
                    <a:pt x="114177" y="64971"/>
                  </a:lnTo>
                  <a:lnTo>
                    <a:pt x="115133" y="66404"/>
                  </a:lnTo>
                  <a:lnTo>
                    <a:pt x="115133" y="68793"/>
                  </a:lnTo>
                  <a:lnTo>
                    <a:pt x="115133" y="70226"/>
                  </a:lnTo>
                  <a:lnTo>
                    <a:pt x="113222" y="71659"/>
                  </a:lnTo>
                  <a:lnTo>
                    <a:pt x="111311" y="73093"/>
                  </a:lnTo>
                  <a:lnTo>
                    <a:pt x="110356" y="74048"/>
                  </a:lnTo>
                  <a:lnTo>
                    <a:pt x="109878" y="75481"/>
                  </a:lnTo>
                  <a:lnTo>
                    <a:pt x="109400" y="75959"/>
                  </a:lnTo>
                  <a:lnTo>
                    <a:pt x="108445" y="76914"/>
                  </a:lnTo>
                  <a:lnTo>
                    <a:pt x="103190" y="79781"/>
                  </a:lnTo>
                  <a:lnTo>
                    <a:pt x="104623" y="79781"/>
                  </a:lnTo>
                  <a:lnTo>
                    <a:pt x="107489" y="79303"/>
                  </a:lnTo>
                  <a:lnTo>
                    <a:pt x="109400" y="79303"/>
                  </a:lnTo>
                  <a:lnTo>
                    <a:pt x="109400" y="79781"/>
                  </a:lnTo>
                  <a:lnTo>
                    <a:pt x="108923" y="80259"/>
                  </a:lnTo>
                  <a:lnTo>
                    <a:pt x="107489" y="81214"/>
                  </a:lnTo>
                  <a:lnTo>
                    <a:pt x="107012" y="81692"/>
                  </a:lnTo>
                  <a:lnTo>
                    <a:pt x="107012" y="82170"/>
                  </a:lnTo>
                  <a:lnTo>
                    <a:pt x="108923" y="82647"/>
                  </a:lnTo>
                  <a:lnTo>
                    <a:pt x="110833" y="82170"/>
                  </a:lnTo>
                  <a:lnTo>
                    <a:pt x="112744" y="82647"/>
                  </a:lnTo>
                  <a:lnTo>
                    <a:pt x="112266" y="83603"/>
                  </a:lnTo>
                  <a:lnTo>
                    <a:pt x="110833" y="85514"/>
                  </a:lnTo>
                  <a:lnTo>
                    <a:pt x="110833" y="86947"/>
                  </a:lnTo>
                  <a:lnTo>
                    <a:pt x="108923" y="88380"/>
                  </a:lnTo>
                  <a:lnTo>
                    <a:pt x="105100" y="89813"/>
                  </a:lnTo>
                  <a:lnTo>
                    <a:pt x="104145" y="90769"/>
                  </a:lnTo>
                  <a:lnTo>
                    <a:pt x="104623" y="90769"/>
                  </a:lnTo>
                  <a:lnTo>
                    <a:pt x="107967" y="89335"/>
                  </a:lnTo>
                  <a:lnTo>
                    <a:pt x="109400" y="89335"/>
                  </a:lnTo>
                  <a:lnTo>
                    <a:pt x="110356" y="89335"/>
                  </a:lnTo>
                  <a:lnTo>
                    <a:pt x="111789" y="87902"/>
                  </a:lnTo>
                  <a:lnTo>
                    <a:pt x="113700" y="87425"/>
                  </a:lnTo>
                  <a:lnTo>
                    <a:pt x="115611" y="88380"/>
                  </a:lnTo>
                  <a:lnTo>
                    <a:pt x="117999" y="85991"/>
                  </a:lnTo>
                  <a:lnTo>
                    <a:pt x="119432" y="85514"/>
                  </a:lnTo>
                  <a:lnTo>
                    <a:pt x="120866" y="85991"/>
                  </a:lnTo>
                  <a:lnTo>
                    <a:pt x="121821" y="85514"/>
                  </a:lnTo>
                  <a:lnTo>
                    <a:pt x="123732" y="84080"/>
                  </a:lnTo>
                  <a:lnTo>
                    <a:pt x="125165" y="83603"/>
                  </a:lnTo>
                  <a:lnTo>
                    <a:pt x="125643" y="83603"/>
                  </a:lnTo>
                  <a:lnTo>
                    <a:pt x="125643" y="84080"/>
                  </a:lnTo>
                  <a:lnTo>
                    <a:pt x="126121" y="85514"/>
                  </a:lnTo>
                  <a:lnTo>
                    <a:pt x="125643" y="87425"/>
                  </a:lnTo>
                  <a:lnTo>
                    <a:pt x="125165" y="88380"/>
                  </a:lnTo>
                  <a:lnTo>
                    <a:pt x="123732" y="90291"/>
                  </a:lnTo>
                  <a:lnTo>
                    <a:pt x="122777" y="91246"/>
                  </a:lnTo>
                  <a:lnTo>
                    <a:pt x="121821" y="91246"/>
                  </a:lnTo>
                  <a:lnTo>
                    <a:pt x="120388" y="91246"/>
                  </a:lnTo>
                  <a:lnTo>
                    <a:pt x="119910" y="91724"/>
                  </a:lnTo>
                  <a:lnTo>
                    <a:pt x="118477" y="93157"/>
                  </a:lnTo>
                  <a:lnTo>
                    <a:pt x="115611" y="95068"/>
                  </a:lnTo>
                  <a:lnTo>
                    <a:pt x="114177" y="95546"/>
                  </a:lnTo>
                  <a:lnTo>
                    <a:pt x="115133" y="96501"/>
                  </a:lnTo>
                  <a:lnTo>
                    <a:pt x="115611" y="98412"/>
                  </a:lnTo>
                  <a:lnTo>
                    <a:pt x="115133" y="98890"/>
                  </a:lnTo>
                  <a:lnTo>
                    <a:pt x="112266" y="99368"/>
                  </a:lnTo>
                  <a:lnTo>
                    <a:pt x="112266" y="99845"/>
                  </a:lnTo>
                  <a:lnTo>
                    <a:pt x="111311" y="100323"/>
                  </a:lnTo>
                  <a:lnTo>
                    <a:pt x="108923" y="100801"/>
                  </a:lnTo>
                  <a:lnTo>
                    <a:pt x="110833" y="101279"/>
                  </a:lnTo>
                  <a:lnTo>
                    <a:pt x="113222" y="100801"/>
                  </a:lnTo>
                  <a:lnTo>
                    <a:pt x="113700" y="100801"/>
                  </a:lnTo>
                  <a:lnTo>
                    <a:pt x="113222" y="102234"/>
                  </a:lnTo>
                  <a:lnTo>
                    <a:pt x="112744" y="103667"/>
                  </a:lnTo>
                  <a:lnTo>
                    <a:pt x="109400" y="106534"/>
                  </a:lnTo>
                  <a:lnTo>
                    <a:pt x="109400" y="107011"/>
                  </a:lnTo>
                  <a:lnTo>
                    <a:pt x="109878" y="108445"/>
                  </a:lnTo>
                  <a:lnTo>
                    <a:pt x="110356" y="109878"/>
                  </a:lnTo>
                  <a:lnTo>
                    <a:pt x="111311" y="110833"/>
                  </a:lnTo>
                  <a:lnTo>
                    <a:pt x="113222" y="110833"/>
                  </a:lnTo>
                  <a:lnTo>
                    <a:pt x="114655" y="110356"/>
                  </a:lnTo>
                  <a:lnTo>
                    <a:pt x="116566" y="108445"/>
                  </a:lnTo>
                  <a:lnTo>
                    <a:pt x="120866" y="101279"/>
                  </a:lnTo>
                  <a:lnTo>
                    <a:pt x="124688" y="99368"/>
                  </a:lnTo>
                  <a:lnTo>
                    <a:pt x="128032" y="97457"/>
                  </a:lnTo>
                  <a:lnTo>
                    <a:pt x="128509" y="97935"/>
                  </a:lnTo>
                  <a:lnTo>
                    <a:pt x="128987" y="98412"/>
                  </a:lnTo>
                  <a:lnTo>
                    <a:pt x="128987" y="98890"/>
                  </a:lnTo>
                  <a:lnTo>
                    <a:pt x="127076" y="100323"/>
                  </a:lnTo>
                  <a:lnTo>
                    <a:pt x="126598" y="101756"/>
                  </a:lnTo>
                  <a:lnTo>
                    <a:pt x="124210" y="106534"/>
                  </a:lnTo>
                  <a:lnTo>
                    <a:pt x="123254" y="108445"/>
                  </a:lnTo>
                  <a:lnTo>
                    <a:pt x="122777" y="110833"/>
                  </a:lnTo>
                  <a:lnTo>
                    <a:pt x="122777" y="114655"/>
                  </a:lnTo>
                  <a:lnTo>
                    <a:pt x="123254" y="115133"/>
                  </a:lnTo>
                  <a:lnTo>
                    <a:pt x="123732" y="116088"/>
                  </a:lnTo>
                  <a:lnTo>
                    <a:pt x="125165" y="115133"/>
                  </a:lnTo>
                  <a:lnTo>
                    <a:pt x="127554" y="113222"/>
                  </a:lnTo>
                  <a:lnTo>
                    <a:pt x="128987" y="111789"/>
                  </a:lnTo>
                  <a:lnTo>
                    <a:pt x="129942" y="108445"/>
                  </a:lnTo>
                  <a:lnTo>
                    <a:pt x="130898" y="107489"/>
                  </a:lnTo>
                  <a:lnTo>
                    <a:pt x="131376" y="107489"/>
                  </a:lnTo>
                  <a:lnTo>
                    <a:pt x="131854" y="108445"/>
                  </a:lnTo>
                  <a:lnTo>
                    <a:pt x="132331" y="109400"/>
                  </a:lnTo>
                  <a:lnTo>
                    <a:pt x="132809" y="1113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3" name="Freeform 2452">
              <a:extLst>
                <a:ext uri="{FF2B5EF4-FFF2-40B4-BE49-F238E27FC236}">
                  <a16:creationId xmlns:a16="http://schemas.microsoft.com/office/drawing/2014/main" id="{56A4F1A3-DBCB-43E9-AFEE-E90A8D3E8490}"/>
                </a:ext>
              </a:extLst>
            </p:cNvPr>
            <p:cNvSpPr/>
            <p:nvPr/>
          </p:nvSpPr>
          <p:spPr>
            <a:xfrm>
              <a:off x="4830972" y="4694767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1433 w 2388"/>
                <a:gd name="csY1" fmla="*/ 478 h 477"/>
                <a:gd name="csX2" fmla="*/ 0 w 2388"/>
                <a:gd name="csY2" fmla="*/ 0 h 477"/>
                <a:gd name="csX3" fmla="*/ 1433 w 2388"/>
                <a:gd name="csY3" fmla="*/ 478 h 477"/>
                <a:gd name="csX4" fmla="*/ 2389 w 2388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4" name="Freeform 2453">
              <a:extLst>
                <a:ext uri="{FF2B5EF4-FFF2-40B4-BE49-F238E27FC236}">
                  <a16:creationId xmlns:a16="http://schemas.microsoft.com/office/drawing/2014/main" id="{C18DF848-DD5C-1635-1D23-31F9537C5441}"/>
                </a:ext>
              </a:extLst>
            </p:cNvPr>
            <p:cNvSpPr/>
            <p:nvPr/>
          </p:nvSpPr>
          <p:spPr>
            <a:xfrm>
              <a:off x="4724916" y="5305783"/>
              <a:ext cx="105100" cy="103667"/>
            </a:xfrm>
            <a:custGeom>
              <a:avLst/>
              <a:gdLst>
                <a:gd name="csX0" fmla="*/ 104623 w 105100"/>
                <a:gd name="csY0" fmla="*/ 54461 h 103667"/>
                <a:gd name="csX1" fmla="*/ 105100 w 105100"/>
                <a:gd name="csY1" fmla="*/ 55894 h 103667"/>
                <a:gd name="csX2" fmla="*/ 103667 w 105100"/>
                <a:gd name="csY2" fmla="*/ 57805 h 103667"/>
                <a:gd name="csX3" fmla="*/ 103667 w 105100"/>
                <a:gd name="csY3" fmla="*/ 57805 h 103667"/>
                <a:gd name="csX4" fmla="*/ 101756 w 105100"/>
                <a:gd name="csY4" fmla="*/ 60194 h 103667"/>
                <a:gd name="csX5" fmla="*/ 99846 w 105100"/>
                <a:gd name="csY5" fmla="*/ 61627 h 103667"/>
                <a:gd name="csX6" fmla="*/ 98412 w 105100"/>
                <a:gd name="csY6" fmla="*/ 63060 h 103667"/>
                <a:gd name="csX7" fmla="*/ 98412 w 105100"/>
                <a:gd name="csY7" fmla="*/ 63060 h 103667"/>
                <a:gd name="csX8" fmla="*/ 97935 w 105100"/>
                <a:gd name="csY8" fmla="*/ 64016 h 103667"/>
                <a:gd name="csX9" fmla="*/ 97457 w 105100"/>
                <a:gd name="csY9" fmla="*/ 64016 h 103667"/>
                <a:gd name="csX10" fmla="*/ 97457 w 105100"/>
                <a:gd name="csY10" fmla="*/ 65449 h 103667"/>
                <a:gd name="csX11" fmla="*/ 97457 w 105100"/>
                <a:gd name="csY11" fmla="*/ 72615 h 103667"/>
                <a:gd name="csX12" fmla="*/ 96979 w 105100"/>
                <a:gd name="csY12" fmla="*/ 75004 h 103667"/>
                <a:gd name="csX13" fmla="*/ 97457 w 105100"/>
                <a:gd name="csY13" fmla="*/ 75959 h 103667"/>
                <a:gd name="csX14" fmla="*/ 97457 w 105100"/>
                <a:gd name="csY14" fmla="*/ 76437 h 103667"/>
                <a:gd name="csX15" fmla="*/ 98412 w 105100"/>
                <a:gd name="csY15" fmla="*/ 76914 h 103667"/>
                <a:gd name="csX16" fmla="*/ 99846 w 105100"/>
                <a:gd name="csY16" fmla="*/ 77392 h 103667"/>
                <a:gd name="csX17" fmla="*/ 100323 w 105100"/>
                <a:gd name="csY17" fmla="*/ 77870 h 103667"/>
                <a:gd name="csX18" fmla="*/ 99368 w 105100"/>
                <a:gd name="csY18" fmla="*/ 78348 h 103667"/>
                <a:gd name="csX19" fmla="*/ 98412 w 105100"/>
                <a:gd name="csY19" fmla="*/ 79781 h 103667"/>
                <a:gd name="csX20" fmla="*/ 96979 w 105100"/>
                <a:gd name="csY20" fmla="*/ 83603 h 103667"/>
                <a:gd name="csX21" fmla="*/ 93157 w 105100"/>
                <a:gd name="csY21" fmla="*/ 88858 h 103667"/>
                <a:gd name="csX22" fmla="*/ 92202 w 105100"/>
                <a:gd name="csY22" fmla="*/ 91724 h 103667"/>
                <a:gd name="csX23" fmla="*/ 87902 w 105100"/>
                <a:gd name="csY23" fmla="*/ 94590 h 103667"/>
                <a:gd name="csX24" fmla="*/ 84558 w 105100"/>
                <a:gd name="csY24" fmla="*/ 97935 h 103667"/>
                <a:gd name="csX25" fmla="*/ 82647 w 105100"/>
                <a:gd name="csY25" fmla="*/ 97935 h 103667"/>
                <a:gd name="csX26" fmla="*/ 80736 w 105100"/>
                <a:gd name="csY26" fmla="*/ 99368 h 103667"/>
                <a:gd name="csX27" fmla="*/ 70226 w 105100"/>
                <a:gd name="csY27" fmla="*/ 103667 h 103667"/>
                <a:gd name="csX28" fmla="*/ 66405 w 105100"/>
                <a:gd name="csY28" fmla="*/ 102712 h 103667"/>
                <a:gd name="csX29" fmla="*/ 63538 w 105100"/>
                <a:gd name="csY29" fmla="*/ 102712 h 103667"/>
                <a:gd name="csX30" fmla="*/ 60672 w 105100"/>
                <a:gd name="csY30" fmla="*/ 100801 h 103667"/>
                <a:gd name="csX31" fmla="*/ 54939 w 105100"/>
                <a:gd name="csY31" fmla="*/ 100323 h 103667"/>
                <a:gd name="csX32" fmla="*/ 51117 w 105100"/>
                <a:gd name="csY32" fmla="*/ 101279 h 103667"/>
                <a:gd name="csX33" fmla="*/ 45862 w 105100"/>
                <a:gd name="csY33" fmla="*/ 103189 h 103667"/>
                <a:gd name="csX34" fmla="*/ 44429 w 105100"/>
                <a:gd name="csY34" fmla="*/ 103189 h 103667"/>
                <a:gd name="csX35" fmla="*/ 43473 w 105100"/>
                <a:gd name="csY35" fmla="*/ 103189 h 103667"/>
                <a:gd name="csX36" fmla="*/ 40607 w 105100"/>
                <a:gd name="csY36" fmla="*/ 102234 h 103667"/>
                <a:gd name="csX37" fmla="*/ 39174 w 105100"/>
                <a:gd name="csY37" fmla="*/ 100323 h 103667"/>
                <a:gd name="csX38" fmla="*/ 31530 w 105100"/>
                <a:gd name="csY38" fmla="*/ 97935 h 103667"/>
                <a:gd name="csX39" fmla="*/ 25320 w 105100"/>
                <a:gd name="csY39" fmla="*/ 93157 h 103667"/>
                <a:gd name="csX40" fmla="*/ 17676 w 105100"/>
                <a:gd name="csY40" fmla="*/ 93157 h 103667"/>
                <a:gd name="csX41" fmla="*/ 11943 w 105100"/>
                <a:gd name="csY41" fmla="*/ 93635 h 103667"/>
                <a:gd name="csX42" fmla="*/ 10988 w 105100"/>
                <a:gd name="csY42" fmla="*/ 93157 h 103667"/>
                <a:gd name="csX43" fmla="*/ 10510 w 105100"/>
                <a:gd name="csY43" fmla="*/ 91724 h 103667"/>
                <a:gd name="csX44" fmla="*/ 9555 w 105100"/>
                <a:gd name="csY44" fmla="*/ 89813 h 103667"/>
                <a:gd name="csX45" fmla="*/ 4300 w 105100"/>
                <a:gd name="csY45" fmla="*/ 85514 h 103667"/>
                <a:gd name="csX46" fmla="*/ 478 w 105100"/>
                <a:gd name="csY46" fmla="*/ 81214 h 103667"/>
                <a:gd name="csX47" fmla="*/ 0 w 105100"/>
                <a:gd name="csY47" fmla="*/ 76914 h 103667"/>
                <a:gd name="csX48" fmla="*/ 478 w 105100"/>
                <a:gd name="csY48" fmla="*/ 72615 h 103667"/>
                <a:gd name="csX49" fmla="*/ 1433 w 105100"/>
                <a:gd name="csY49" fmla="*/ 67360 h 103667"/>
                <a:gd name="csX50" fmla="*/ 1433 w 105100"/>
                <a:gd name="csY50" fmla="*/ 65449 h 103667"/>
                <a:gd name="csX51" fmla="*/ 2866 w 105100"/>
                <a:gd name="csY51" fmla="*/ 64493 h 103667"/>
                <a:gd name="csX52" fmla="*/ 4300 w 105100"/>
                <a:gd name="csY52" fmla="*/ 64493 h 103667"/>
                <a:gd name="csX53" fmla="*/ 5733 w 105100"/>
                <a:gd name="csY53" fmla="*/ 63060 h 103667"/>
                <a:gd name="csX54" fmla="*/ 6688 w 105100"/>
                <a:gd name="csY54" fmla="*/ 60672 h 103667"/>
                <a:gd name="csX55" fmla="*/ 7166 w 105100"/>
                <a:gd name="csY55" fmla="*/ 59239 h 103667"/>
                <a:gd name="csX56" fmla="*/ 6210 w 105100"/>
                <a:gd name="csY56" fmla="*/ 56372 h 103667"/>
                <a:gd name="csX57" fmla="*/ 5255 w 105100"/>
                <a:gd name="csY57" fmla="*/ 52073 h 103667"/>
                <a:gd name="csX58" fmla="*/ 4777 w 105100"/>
                <a:gd name="csY58" fmla="*/ 50162 h 103667"/>
                <a:gd name="csX59" fmla="*/ 6210 w 105100"/>
                <a:gd name="csY59" fmla="*/ 46817 h 103667"/>
                <a:gd name="csX60" fmla="*/ 6210 w 105100"/>
                <a:gd name="csY60" fmla="*/ 45384 h 103667"/>
                <a:gd name="csX61" fmla="*/ 5255 w 105100"/>
                <a:gd name="csY61" fmla="*/ 43951 h 103667"/>
                <a:gd name="csX62" fmla="*/ 5255 w 105100"/>
                <a:gd name="csY62" fmla="*/ 42518 h 103667"/>
                <a:gd name="csX63" fmla="*/ 5733 w 105100"/>
                <a:gd name="csY63" fmla="*/ 41085 h 103667"/>
                <a:gd name="csX64" fmla="*/ 5255 w 105100"/>
                <a:gd name="csY64" fmla="*/ 39651 h 103667"/>
                <a:gd name="csX65" fmla="*/ 4777 w 105100"/>
                <a:gd name="csY65" fmla="*/ 38696 h 103667"/>
                <a:gd name="csX66" fmla="*/ 5255 w 105100"/>
                <a:gd name="csY66" fmla="*/ 37263 h 103667"/>
                <a:gd name="csX67" fmla="*/ 6688 w 105100"/>
                <a:gd name="csY67" fmla="*/ 36307 h 103667"/>
                <a:gd name="csX68" fmla="*/ 7644 w 105100"/>
                <a:gd name="csY68" fmla="*/ 35352 h 103667"/>
                <a:gd name="csX69" fmla="*/ 8599 w 105100"/>
                <a:gd name="csY69" fmla="*/ 33441 h 103667"/>
                <a:gd name="csX70" fmla="*/ 8599 w 105100"/>
                <a:gd name="csY70" fmla="*/ 33441 h 103667"/>
                <a:gd name="csX71" fmla="*/ 9077 w 105100"/>
                <a:gd name="csY71" fmla="*/ 32008 h 103667"/>
                <a:gd name="csX72" fmla="*/ 9077 w 105100"/>
                <a:gd name="csY72" fmla="*/ 31052 h 103667"/>
                <a:gd name="csX73" fmla="*/ 9077 w 105100"/>
                <a:gd name="csY73" fmla="*/ 31052 h 103667"/>
                <a:gd name="csX74" fmla="*/ 8599 w 105100"/>
                <a:gd name="csY74" fmla="*/ 30097 h 103667"/>
                <a:gd name="csX75" fmla="*/ 7644 w 105100"/>
                <a:gd name="csY75" fmla="*/ 29141 h 103667"/>
                <a:gd name="csX76" fmla="*/ 8121 w 105100"/>
                <a:gd name="csY76" fmla="*/ 27708 h 103667"/>
                <a:gd name="csX77" fmla="*/ 9555 w 105100"/>
                <a:gd name="csY77" fmla="*/ 25320 h 103667"/>
                <a:gd name="csX78" fmla="*/ 10510 w 105100"/>
                <a:gd name="csY78" fmla="*/ 22931 h 103667"/>
                <a:gd name="csX79" fmla="*/ 10988 w 105100"/>
                <a:gd name="csY79" fmla="*/ 22931 h 103667"/>
                <a:gd name="csX80" fmla="*/ 10988 w 105100"/>
                <a:gd name="csY80" fmla="*/ 21498 h 103667"/>
                <a:gd name="csX81" fmla="*/ 10988 w 105100"/>
                <a:gd name="csY81" fmla="*/ 21020 h 103667"/>
                <a:gd name="csX82" fmla="*/ 10988 w 105100"/>
                <a:gd name="csY82" fmla="*/ 19587 h 103667"/>
                <a:gd name="csX83" fmla="*/ 10510 w 105100"/>
                <a:gd name="csY83" fmla="*/ 18154 h 103667"/>
                <a:gd name="csX84" fmla="*/ 10988 w 105100"/>
                <a:gd name="csY84" fmla="*/ 17676 h 103667"/>
                <a:gd name="csX85" fmla="*/ 10988 w 105100"/>
                <a:gd name="csY85" fmla="*/ 17676 h 103667"/>
                <a:gd name="csX86" fmla="*/ 11943 w 105100"/>
                <a:gd name="csY86" fmla="*/ 17198 h 103667"/>
                <a:gd name="csX87" fmla="*/ 12421 w 105100"/>
                <a:gd name="csY87" fmla="*/ 15765 h 103667"/>
                <a:gd name="csX88" fmla="*/ 12421 w 105100"/>
                <a:gd name="csY88" fmla="*/ 15765 h 103667"/>
                <a:gd name="csX89" fmla="*/ 12421 w 105100"/>
                <a:gd name="csY89" fmla="*/ 12899 h 103667"/>
                <a:gd name="csX90" fmla="*/ 10988 w 105100"/>
                <a:gd name="csY90" fmla="*/ 10032 h 103667"/>
                <a:gd name="csX91" fmla="*/ 11943 w 105100"/>
                <a:gd name="csY91" fmla="*/ 8121 h 103667"/>
                <a:gd name="csX92" fmla="*/ 14332 w 105100"/>
                <a:gd name="csY92" fmla="*/ 5733 h 103667"/>
                <a:gd name="csX93" fmla="*/ 15765 w 105100"/>
                <a:gd name="csY93" fmla="*/ 3822 h 103667"/>
                <a:gd name="csX94" fmla="*/ 15765 w 105100"/>
                <a:gd name="csY94" fmla="*/ 3822 h 103667"/>
                <a:gd name="csX95" fmla="*/ 15765 w 105100"/>
                <a:gd name="csY95" fmla="*/ 2389 h 103667"/>
                <a:gd name="csX96" fmla="*/ 16243 w 105100"/>
                <a:gd name="csY96" fmla="*/ 1911 h 103667"/>
                <a:gd name="csX97" fmla="*/ 16243 w 105100"/>
                <a:gd name="csY97" fmla="*/ 1911 h 103667"/>
                <a:gd name="csX98" fmla="*/ 17676 w 105100"/>
                <a:gd name="csY98" fmla="*/ 3344 h 103667"/>
                <a:gd name="csX99" fmla="*/ 21020 w 105100"/>
                <a:gd name="csY99" fmla="*/ 3822 h 103667"/>
                <a:gd name="csX100" fmla="*/ 24364 w 105100"/>
                <a:gd name="csY100" fmla="*/ 3822 h 103667"/>
                <a:gd name="csX101" fmla="*/ 24364 w 105100"/>
                <a:gd name="csY101" fmla="*/ 3822 h 103667"/>
                <a:gd name="csX102" fmla="*/ 24842 w 105100"/>
                <a:gd name="csY102" fmla="*/ 3344 h 103667"/>
                <a:gd name="csX103" fmla="*/ 24842 w 105100"/>
                <a:gd name="csY103" fmla="*/ 3344 h 103667"/>
                <a:gd name="csX104" fmla="*/ 26275 w 105100"/>
                <a:gd name="csY104" fmla="*/ 956 h 103667"/>
                <a:gd name="csX105" fmla="*/ 27708 w 105100"/>
                <a:gd name="csY105" fmla="*/ 0 h 103667"/>
                <a:gd name="csX106" fmla="*/ 29619 w 105100"/>
                <a:gd name="csY106" fmla="*/ 0 h 103667"/>
                <a:gd name="csX107" fmla="*/ 32008 w 105100"/>
                <a:gd name="csY107" fmla="*/ 0 h 103667"/>
                <a:gd name="csX108" fmla="*/ 33919 w 105100"/>
                <a:gd name="csY108" fmla="*/ 1911 h 103667"/>
                <a:gd name="csX109" fmla="*/ 40129 w 105100"/>
                <a:gd name="csY109" fmla="*/ 7166 h 103667"/>
                <a:gd name="csX110" fmla="*/ 44907 w 105100"/>
                <a:gd name="csY110" fmla="*/ 10988 h 103667"/>
                <a:gd name="csX111" fmla="*/ 46340 w 105100"/>
                <a:gd name="csY111" fmla="*/ 12899 h 103667"/>
                <a:gd name="csX112" fmla="*/ 47295 w 105100"/>
                <a:gd name="csY112" fmla="*/ 14332 h 103667"/>
                <a:gd name="csX113" fmla="*/ 48251 w 105100"/>
                <a:gd name="csY113" fmla="*/ 15287 h 103667"/>
                <a:gd name="csX114" fmla="*/ 47773 w 105100"/>
                <a:gd name="csY114" fmla="*/ 18632 h 103667"/>
                <a:gd name="csX115" fmla="*/ 47773 w 105100"/>
                <a:gd name="csY115" fmla="*/ 20065 h 103667"/>
                <a:gd name="csX116" fmla="*/ 48251 w 105100"/>
                <a:gd name="csY116" fmla="*/ 20542 h 103667"/>
                <a:gd name="csX117" fmla="*/ 49206 w 105100"/>
                <a:gd name="csY117" fmla="*/ 20542 h 103667"/>
                <a:gd name="csX118" fmla="*/ 50639 w 105100"/>
                <a:gd name="csY118" fmla="*/ 20542 h 103667"/>
                <a:gd name="csX119" fmla="*/ 51117 w 105100"/>
                <a:gd name="csY119" fmla="*/ 20065 h 103667"/>
                <a:gd name="csX120" fmla="*/ 52073 w 105100"/>
                <a:gd name="csY120" fmla="*/ 19587 h 103667"/>
                <a:gd name="csX121" fmla="*/ 52073 w 105100"/>
                <a:gd name="csY121" fmla="*/ 19587 h 103667"/>
                <a:gd name="csX122" fmla="*/ 53028 w 105100"/>
                <a:gd name="csY122" fmla="*/ 18632 h 103667"/>
                <a:gd name="csX123" fmla="*/ 53983 w 105100"/>
                <a:gd name="csY123" fmla="*/ 17676 h 103667"/>
                <a:gd name="csX124" fmla="*/ 54939 w 105100"/>
                <a:gd name="csY124" fmla="*/ 17198 h 103667"/>
                <a:gd name="csX125" fmla="*/ 54939 w 105100"/>
                <a:gd name="csY125" fmla="*/ 17198 h 103667"/>
                <a:gd name="csX126" fmla="*/ 54939 w 105100"/>
                <a:gd name="csY126" fmla="*/ 17198 h 103667"/>
                <a:gd name="csX127" fmla="*/ 55416 w 105100"/>
                <a:gd name="csY127" fmla="*/ 16721 h 103667"/>
                <a:gd name="csX128" fmla="*/ 55894 w 105100"/>
                <a:gd name="csY128" fmla="*/ 15765 h 103667"/>
                <a:gd name="csX129" fmla="*/ 55894 w 105100"/>
                <a:gd name="csY129" fmla="*/ 15765 h 103667"/>
                <a:gd name="csX130" fmla="*/ 56372 w 105100"/>
                <a:gd name="csY130" fmla="*/ 15765 h 103667"/>
                <a:gd name="csX131" fmla="*/ 56850 w 105100"/>
                <a:gd name="csY131" fmla="*/ 16243 h 103667"/>
                <a:gd name="csX132" fmla="*/ 59239 w 105100"/>
                <a:gd name="csY132" fmla="*/ 18154 h 103667"/>
                <a:gd name="csX133" fmla="*/ 60672 w 105100"/>
                <a:gd name="csY133" fmla="*/ 19587 h 103667"/>
                <a:gd name="csX134" fmla="*/ 61149 w 105100"/>
                <a:gd name="csY134" fmla="*/ 21020 h 103667"/>
                <a:gd name="csX135" fmla="*/ 62105 w 105100"/>
                <a:gd name="csY135" fmla="*/ 21975 h 103667"/>
                <a:gd name="csX136" fmla="*/ 62582 w 105100"/>
                <a:gd name="csY136" fmla="*/ 22931 h 103667"/>
                <a:gd name="csX137" fmla="*/ 63060 w 105100"/>
                <a:gd name="csY137" fmla="*/ 23409 h 103667"/>
                <a:gd name="csX138" fmla="*/ 64493 w 105100"/>
                <a:gd name="csY138" fmla="*/ 24842 h 103667"/>
                <a:gd name="csX139" fmla="*/ 66405 w 105100"/>
                <a:gd name="csY139" fmla="*/ 25320 h 103667"/>
                <a:gd name="csX140" fmla="*/ 66405 w 105100"/>
                <a:gd name="csY140" fmla="*/ 25320 h 103667"/>
                <a:gd name="csX141" fmla="*/ 67360 w 105100"/>
                <a:gd name="csY141" fmla="*/ 24842 h 103667"/>
                <a:gd name="csX142" fmla="*/ 70226 w 105100"/>
                <a:gd name="csY142" fmla="*/ 27231 h 103667"/>
                <a:gd name="csX143" fmla="*/ 76437 w 105100"/>
                <a:gd name="csY143" fmla="*/ 29141 h 103667"/>
                <a:gd name="csX144" fmla="*/ 77392 w 105100"/>
                <a:gd name="csY144" fmla="*/ 30097 h 103667"/>
                <a:gd name="csX145" fmla="*/ 78348 w 105100"/>
                <a:gd name="csY145" fmla="*/ 32008 h 103667"/>
                <a:gd name="csX146" fmla="*/ 80736 w 105100"/>
                <a:gd name="csY146" fmla="*/ 34874 h 103667"/>
                <a:gd name="csX147" fmla="*/ 83603 w 105100"/>
                <a:gd name="csY147" fmla="*/ 36785 h 103667"/>
                <a:gd name="csX148" fmla="*/ 85991 w 105100"/>
                <a:gd name="csY148" fmla="*/ 38218 h 103667"/>
                <a:gd name="csX149" fmla="*/ 88380 w 105100"/>
                <a:gd name="csY149" fmla="*/ 38696 h 103667"/>
                <a:gd name="csX150" fmla="*/ 89335 w 105100"/>
                <a:gd name="csY150" fmla="*/ 39174 h 103667"/>
                <a:gd name="csX151" fmla="*/ 90291 w 105100"/>
                <a:gd name="csY151" fmla="*/ 40129 h 103667"/>
                <a:gd name="csX152" fmla="*/ 91724 w 105100"/>
                <a:gd name="csY152" fmla="*/ 41085 h 103667"/>
                <a:gd name="csX153" fmla="*/ 92680 w 105100"/>
                <a:gd name="csY153" fmla="*/ 41085 h 103667"/>
                <a:gd name="csX154" fmla="*/ 93157 w 105100"/>
                <a:gd name="csY154" fmla="*/ 42040 h 103667"/>
                <a:gd name="csX155" fmla="*/ 94113 w 105100"/>
                <a:gd name="csY155" fmla="*/ 43951 h 103667"/>
                <a:gd name="csX156" fmla="*/ 95068 w 105100"/>
                <a:gd name="csY156" fmla="*/ 46340 h 103667"/>
                <a:gd name="csX157" fmla="*/ 96024 w 105100"/>
                <a:gd name="csY157" fmla="*/ 48728 h 103667"/>
                <a:gd name="csX158" fmla="*/ 97935 w 105100"/>
                <a:gd name="csY158" fmla="*/ 50639 h 103667"/>
                <a:gd name="csX159" fmla="*/ 100801 w 105100"/>
                <a:gd name="csY159" fmla="*/ 52550 h 103667"/>
                <a:gd name="csX160" fmla="*/ 103189 w 105100"/>
                <a:gd name="csY160" fmla="*/ 53506 h 103667"/>
                <a:gd name="csX161" fmla="*/ 103189 w 105100"/>
                <a:gd name="csY161" fmla="*/ 53506 h 103667"/>
                <a:gd name="csX162" fmla="*/ 104623 w 105100"/>
                <a:gd name="csY162" fmla="*/ 54461 h 1036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</a:cxnLst>
              <a:rect l="l" t="t" r="r" b="b"/>
              <a:pathLst>
                <a:path w="105100" h="103667">
                  <a:moveTo>
                    <a:pt x="104623" y="54461"/>
                  </a:moveTo>
                  <a:lnTo>
                    <a:pt x="105100" y="55894"/>
                  </a:lnTo>
                  <a:lnTo>
                    <a:pt x="103667" y="57805"/>
                  </a:lnTo>
                  <a:lnTo>
                    <a:pt x="103667" y="57805"/>
                  </a:lnTo>
                  <a:lnTo>
                    <a:pt x="101756" y="60194"/>
                  </a:lnTo>
                  <a:lnTo>
                    <a:pt x="99846" y="61627"/>
                  </a:lnTo>
                  <a:lnTo>
                    <a:pt x="98412" y="63060"/>
                  </a:lnTo>
                  <a:lnTo>
                    <a:pt x="98412" y="63060"/>
                  </a:lnTo>
                  <a:lnTo>
                    <a:pt x="97935" y="64016"/>
                  </a:lnTo>
                  <a:lnTo>
                    <a:pt x="97457" y="64016"/>
                  </a:lnTo>
                  <a:lnTo>
                    <a:pt x="97457" y="65449"/>
                  </a:lnTo>
                  <a:lnTo>
                    <a:pt x="97457" y="72615"/>
                  </a:lnTo>
                  <a:lnTo>
                    <a:pt x="96979" y="75004"/>
                  </a:lnTo>
                  <a:lnTo>
                    <a:pt x="97457" y="75959"/>
                  </a:lnTo>
                  <a:lnTo>
                    <a:pt x="97457" y="76437"/>
                  </a:lnTo>
                  <a:lnTo>
                    <a:pt x="98412" y="76914"/>
                  </a:lnTo>
                  <a:lnTo>
                    <a:pt x="99846" y="77392"/>
                  </a:lnTo>
                  <a:lnTo>
                    <a:pt x="100323" y="77870"/>
                  </a:lnTo>
                  <a:lnTo>
                    <a:pt x="99368" y="78348"/>
                  </a:lnTo>
                  <a:lnTo>
                    <a:pt x="98412" y="79781"/>
                  </a:lnTo>
                  <a:lnTo>
                    <a:pt x="96979" y="83603"/>
                  </a:lnTo>
                  <a:lnTo>
                    <a:pt x="93157" y="88858"/>
                  </a:lnTo>
                  <a:lnTo>
                    <a:pt x="92202" y="91724"/>
                  </a:lnTo>
                  <a:lnTo>
                    <a:pt x="87902" y="94590"/>
                  </a:lnTo>
                  <a:lnTo>
                    <a:pt x="84558" y="97935"/>
                  </a:lnTo>
                  <a:lnTo>
                    <a:pt x="82647" y="97935"/>
                  </a:lnTo>
                  <a:lnTo>
                    <a:pt x="80736" y="99368"/>
                  </a:lnTo>
                  <a:lnTo>
                    <a:pt x="70226" y="103667"/>
                  </a:lnTo>
                  <a:lnTo>
                    <a:pt x="66405" y="102712"/>
                  </a:lnTo>
                  <a:lnTo>
                    <a:pt x="63538" y="102712"/>
                  </a:lnTo>
                  <a:lnTo>
                    <a:pt x="60672" y="100801"/>
                  </a:lnTo>
                  <a:lnTo>
                    <a:pt x="54939" y="100323"/>
                  </a:lnTo>
                  <a:lnTo>
                    <a:pt x="51117" y="101279"/>
                  </a:lnTo>
                  <a:lnTo>
                    <a:pt x="45862" y="103189"/>
                  </a:lnTo>
                  <a:lnTo>
                    <a:pt x="44429" y="103189"/>
                  </a:lnTo>
                  <a:lnTo>
                    <a:pt x="43473" y="103189"/>
                  </a:lnTo>
                  <a:lnTo>
                    <a:pt x="40607" y="102234"/>
                  </a:lnTo>
                  <a:lnTo>
                    <a:pt x="39174" y="100323"/>
                  </a:lnTo>
                  <a:lnTo>
                    <a:pt x="31530" y="97935"/>
                  </a:lnTo>
                  <a:lnTo>
                    <a:pt x="25320" y="93157"/>
                  </a:lnTo>
                  <a:lnTo>
                    <a:pt x="17676" y="93157"/>
                  </a:lnTo>
                  <a:lnTo>
                    <a:pt x="11943" y="93635"/>
                  </a:lnTo>
                  <a:lnTo>
                    <a:pt x="10988" y="93157"/>
                  </a:lnTo>
                  <a:lnTo>
                    <a:pt x="10510" y="91724"/>
                  </a:lnTo>
                  <a:lnTo>
                    <a:pt x="9555" y="89813"/>
                  </a:lnTo>
                  <a:lnTo>
                    <a:pt x="4300" y="85514"/>
                  </a:lnTo>
                  <a:lnTo>
                    <a:pt x="478" y="81214"/>
                  </a:lnTo>
                  <a:lnTo>
                    <a:pt x="0" y="76914"/>
                  </a:lnTo>
                  <a:lnTo>
                    <a:pt x="478" y="72615"/>
                  </a:lnTo>
                  <a:lnTo>
                    <a:pt x="1433" y="67360"/>
                  </a:lnTo>
                  <a:lnTo>
                    <a:pt x="1433" y="65449"/>
                  </a:lnTo>
                  <a:lnTo>
                    <a:pt x="2866" y="64493"/>
                  </a:lnTo>
                  <a:lnTo>
                    <a:pt x="4300" y="64493"/>
                  </a:lnTo>
                  <a:lnTo>
                    <a:pt x="5733" y="63060"/>
                  </a:lnTo>
                  <a:lnTo>
                    <a:pt x="6688" y="60672"/>
                  </a:lnTo>
                  <a:lnTo>
                    <a:pt x="7166" y="59239"/>
                  </a:lnTo>
                  <a:lnTo>
                    <a:pt x="6210" y="56372"/>
                  </a:lnTo>
                  <a:lnTo>
                    <a:pt x="5255" y="52073"/>
                  </a:lnTo>
                  <a:lnTo>
                    <a:pt x="4777" y="50162"/>
                  </a:lnTo>
                  <a:lnTo>
                    <a:pt x="6210" y="46817"/>
                  </a:lnTo>
                  <a:lnTo>
                    <a:pt x="6210" y="45384"/>
                  </a:lnTo>
                  <a:lnTo>
                    <a:pt x="5255" y="43951"/>
                  </a:lnTo>
                  <a:lnTo>
                    <a:pt x="5255" y="42518"/>
                  </a:lnTo>
                  <a:lnTo>
                    <a:pt x="5733" y="41085"/>
                  </a:lnTo>
                  <a:lnTo>
                    <a:pt x="5255" y="39651"/>
                  </a:lnTo>
                  <a:lnTo>
                    <a:pt x="4777" y="38696"/>
                  </a:lnTo>
                  <a:lnTo>
                    <a:pt x="5255" y="37263"/>
                  </a:lnTo>
                  <a:lnTo>
                    <a:pt x="6688" y="36307"/>
                  </a:lnTo>
                  <a:lnTo>
                    <a:pt x="7644" y="35352"/>
                  </a:lnTo>
                  <a:lnTo>
                    <a:pt x="8599" y="33441"/>
                  </a:lnTo>
                  <a:lnTo>
                    <a:pt x="8599" y="33441"/>
                  </a:lnTo>
                  <a:lnTo>
                    <a:pt x="9077" y="32008"/>
                  </a:lnTo>
                  <a:lnTo>
                    <a:pt x="9077" y="31052"/>
                  </a:lnTo>
                  <a:lnTo>
                    <a:pt x="9077" y="31052"/>
                  </a:lnTo>
                  <a:lnTo>
                    <a:pt x="8599" y="30097"/>
                  </a:lnTo>
                  <a:lnTo>
                    <a:pt x="7644" y="29141"/>
                  </a:lnTo>
                  <a:lnTo>
                    <a:pt x="8121" y="27708"/>
                  </a:lnTo>
                  <a:lnTo>
                    <a:pt x="9555" y="25320"/>
                  </a:lnTo>
                  <a:lnTo>
                    <a:pt x="10510" y="22931"/>
                  </a:lnTo>
                  <a:lnTo>
                    <a:pt x="10988" y="22931"/>
                  </a:lnTo>
                  <a:lnTo>
                    <a:pt x="10988" y="21498"/>
                  </a:lnTo>
                  <a:lnTo>
                    <a:pt x="10988" y="21020"/>
                  </a:lnTo>
                  <a:lnTo>
                    <a:pt x="10988" y="19587"/>
                  </a:lnTo>
                  <a:lnTo>
                    <a:pt x="10510" y="18154"/>
                  </a:lnTo>
                  <a:lnTo>
                    <a:pt x="10988" y="17676"/>
                  </a:lnTo>
                  <a:lnTo>
                    <a:pt x="10988" y="17676"/>
                  </a:lnTo>
                  <a:lnTo>
                    <a:pt x="11943" y="17198"/>
                  </a:lnTo>
                  <a:lnTo>
                    <a:pt x="12421" y="15765"/>
                  </a:lnTo>
                  <a:lnTo>
                    <a:pt x="12421" y="15765"/>
                  </a:lnTo>
                  <a:lnTo>
                    <a:pt x="12421" y="12899"/>
                  </a:lnTo>
                  <a:lnTo>
                    <a:pt x="10988" y="10032"/>
                  </a:lnTo>
                  <a:lnTo>
                    <a:pt x="11943" y="8121"/>
                  </a:lnTo>
                  <a:lnTo>
                    <a:pt x="14332" y="5733"/>
                  </a:lnTo>
                  <a:lnTo>
                    <a:pt x="15765" y="3822"/>
                  </a:lnTo>
                  <a:lnTo>
                    <a:pt x="15765" y="3822"/>
                  </a:lnTo>
                  <a:lnTo>
                    <a:pt x="15765" y="2389"/>
                  </a:lnTo>
                  <a:lnTo>
                    <a:pt x="16243" y="1911"/>
                  </a:lnTo>
                  <a:lnTo>
                    <a:pt x="16243" y="1911"/>
                  </a:lnTo>
                  <a:lnTo>
                    <a:pt x="17676" y="3344"/>
                  </a:lnTo>
                  <a:lnTo>
                    <a:pt x="21020" y="3822"/>
                  </a:lnTo>
                  <a:lnTo>
                    <a:pt x="24364" y="3822"/>
                  </a:lnTo>
                  <a:lnTo>
                    <a:pt x="24364" y="3822"/>
                  </a:lnTo>
                  <a:lnTo>
                    <a:pt x="24842" y="3344"/>
                  </a:lnTo>
                  <a:lnTo>
                    <a:pt x="24842" y="3344"/>
                  </a:lnTo>
                  <a:lnTo>
                    <a:pt x="26275" y="956"/>
                  </a:lnTo>
                  <a:lnTo>
                    <a:pt x="27708" y="0"/>
                  </a:lnTo>
                  <a:lnTo>
                    <a:pt x="29619" y="0"/>
                  </a:lnTo>
                  <a:lnTo>
                    <a:pt x="32008" y="0"/>
                  </a:lnTo>
                  <a:lnTo>
                    <a:pt x="33919" y="1911"/>
                  </a:lnTo>
                  <a:lnTo>
                    <a:pt x="40129" y="7166"/>
                  </a:lnTo>
                  <a:lnTo>
                    <a:pt x="44907" y="10988"/>
                  </a:lnTo>
                  <a:lnTo>
                    <a:pt x="46340" y="12899"/>
                  </a:lnTo>
                  <a:lnTo>
                    <a:pt x="47295" y="14332"/>
                  </a:lnTo>
                  <a:lnTo>
                    <a:pt x="48251" y="15287"/>
                  </a:lnTo>
                  <a:lnTo>
                    <a:pt x="47773" y="18632"/>
                  </a:lnTo>
                  <a:lnTo>
                    <a:pt x="47773" y="20065"/>
                  </a:lnTo>
                  <a:lnTo>
                    <a:pt x="48251" y="20542"/>
                  </a:lnTo>
                  <a:lnTo>
                    <a:pt x="49206" y="20542"/>
                  </a:lnTo>
                  <a:lnTo>
                    <a:pt x="50639" y="20542"/>
                  </a:lnTo>
                  <a:lnTo>
                    <a:pt x="51117" y="20065"/>
                  </a:lnTo>
                  <a:lnTo>
                    <a:pt x="52073" y="19587"/>
                  </a:lnTo>
                  <a:lnTo>
                    <a:pt x="52073" y="19587"/>
                  </a:lnTo>
                  <a:lnTo>
                    <a:pt x="53028" y="18632"/>
                  </a:lnTo>
                  <a:lnTo>
                    <a:pt x="53983" y="17676"/>
                  </a:lnTo>
                  <a:lnTo>
                    <a:pt x="54939" y="17198"/>
                  </a:lnTo>
                  <a:lnTo>
                    <a:pt x="54939" y="17198"/>
                  </a:lnTo>
                  <a:lnTo>
                    <a:pt x="54939" y="17198"/>
                  </a:lnTo>
                  <a:lnTo>
                    <a:pt x="55416" y="16721"/>
                  </a:lnTo>
                  <a:lnTo>
                    <a:pt x="55894" y="15765"/>
                  </a:lnTo>
                  <a:lnTo>
                    <a:pt x="55894" y="15765"/>
                  </a:lnTo>
                  <a:lnTo>
                    <a:pt x="56372" y="15765"/>
                  </a:lnTo>
                  <a:lnTo>
                    <a:pt x="56850" y="16243"/>
                  </a:lnTo>
                  <a:lnTo>
                    <a:pt x="59239" y="18154"/>
                  </a:lnTo>
                  <a:lnTo>
                    <a:pt x="60672" y="19587"/>
                  </a:lnTo>
                  <a:lnTo>
                    <a:pt x="61149" y="21020"/>
                  </a:lnTo>
                  <a:lnTo>
                    <a:pt x="62105" y="21975"/>
                  </a:lnTo>
                  <a:lnTo>
                    <a:pt x="62582" y="22931"/>
                  </a:lnTo>
                  <a:lnTo>
                    <a:pt x="63060" y="23409"/>
                  </a:lnTo>
                  <a:lnTo>
                    <a:pt x="64493" y="24842"/>
                  </a:lnTo>
                  <a:lnTo>
                    <a:pt x="66405" y="25320"/>
                  </a:lnTo>
                  <a:lnTo>
                    <a:pt x="66405" y="25320"/>
                  </a:lnTo>
                  <a:lnTo>
                    <a:pt x="67360" y="24842"/>
                  </a:lnTo>
                  <a:lnTo>
                    <a:pt x="70226" y="27231"/>
                  </a:lnTo>
                  <a:lnTo>
                    <a:pt x="76437" y="29141"/>
                  </a:lnTo>
                  <a:lnTo>
                    <a:pt x="77392" y="30097"/>
                  </a:lnTo>
                  <a:lnTo>
                    <a:pt x="78348" y="32008"/>
                  </a:lnTo>
                  <a:lnTo>
                    <a:pt x="80736" y="34874"/>
                  </a:lnTo>
                  <a:lnTo>
                    <a:pt x="83603" y="36785"/>
                  </a:lnTo>
                  <a:lnTo>
                    <a:pt x="85991" y="38218"/>
                  </a:lnTo>
                  <a:lnTo>
                    <a:pt x="88380" y="38696"/>
                  </a:lnTo>
                  <a:lnTo>
                    <a:pt x="89335" y="39174"/>
                  </a:lnTo>
                  <a:lnTo>
                    <a:pt x="90291" y="40129"/>
                  </a:lnTo>
                  <a:lnTo>
                    <a:pt x="91724" y="41085"/>
                  </a:lnTo>
                  <a:lnTo>
                    <a:pt x="92680" y="41085"/>
                  </a:lnTo>
                  <a:lnTo>
                    <a:pt x="93157" y="42040"/>
                  </a:lnTo>
                  <a:lnTo>
                    <a:pt x="94113" y="43951"/>
                  </a:lnTo>
                  <a:lnTo>
                    <a:pt x="95068" y="46340"/>
                  </a:lnTo>
                  <a:lnTo>
                    <a:pt x="96024" y="48728"/>
                  </a:lnTo>
                  <a:lnTo>
                    <a:pt x="97935" y="50639"/>
                  </a:lnTo>
                  <a:lnTo>
                    <a:pt x="100801" y="52550"/>
                  </a:lnTo>
                  <a:lnTo>
                    <a:pt x="103189" y="53506"/>
                  </a:lnTo>
                  <a:lnTo>
                    <a:pt x="103189" y="53506"/>
                  </a:lnTo>
                  <a:lnTo>
                    <a:pt x="104623" y="5446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5" name="Freeform 2454">
              <a:extLst>
                <a:ext uri="{FF2B5EF4-FFF2-40B4-BE49-F238E27FC236}">
                  <a16:creationId xmlns:a16="http://schemas.microsoft.com/office/drawing/2014/main" id="{8E6B2ECF-E64C-CA22-DF55-453B58E4C024}"/>
                </a:ext>
              </a:extLst>
            </p:cNvPr>
            <p:cNvSpPr/>
            <p:nvPr/>
          </p:nvSpPr>
          <p:spPr>
            <a:xfrm>
              <a:off x="4827150" y="4692856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0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6" name="Freeform 2455">
              <a:extLst>
                <a:ext uri="{FF2B5EF4-FFF2-40B4-BE49-F238E27FC236}">
                  <a16:creationId xmlns:a16="http://schemas.microsoft.com/office/drawing/2014/main" id="{69CEA76B-2D4D-9E99-57CA-29F35789BB05}"/>
                </a:ext>
              </a:extLst>
            </p:cNvPr>
            <p:cNvSpPr/>
            <p:nvPr/>
          </p:nvSpPr>
          <p:spPr>
            <a:xfrm>
              <a:off x="4824283" y="4692378"/>
              <a:ext cx="2866" cy="955"/>
            </a:xfrm>
            <a:custGeom>
              <a:avLst/>
              <a:gdLst>
                <a:gd name="csX0" fmla="*/ 1911 w 2866"/>
                <a:gd name="csY0" fmla="*/ 0 h 955"/>
                <a:gd name="csX1" fmla="*/ 2867 w 2866"/>
                <a:gd name="csY1" fmla="*/ 478 h 955"/>
                <a:gd name="csX2" fmla="*/ 1911 w 2866"/>
                <a:gd name="csY2" fmla="*/ 0 h 955"/>
                <a:gd name="csX3" fmla="*/ 956 w 2866"/>
                <a:gd name="csY3" fmla="*/ 0 h 955"/>
                <a:gd name="csX4" fmla="*/ 0 w 2866"/>
                <a:gd name="csY4" fmla="*/ 956 h 955"/>
                <a:gd name="csX5" fmla="*/ 956 w 2866"/>
                <a:gd name="csY5" fmla="*/ 0 h 955"/>
                <a:gd name="csX6" fmla="*/ 1911 w 2866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955">
                  <a:moveTo>
                    <a:pt x="1911" y="0"/>
                  </a:moveTo>
                  <a:lnTo>
                    <a:pt x="2867" y="478"/>
                  </a:lnTo>
                  <a:lnTo>
                    <a:pt x="1911" y="0"/>
                  </a:lnTo>
                  <a:lnTo>
                    <a:pt x="956" y="0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7" name="Freeform 2456">
              <a:extLst>
                <a:ext uri="{FF2B5EF4-FFF2-40B4-BE49-F238E27FC236}">
                  <a16:creationId xmlns:a16="http://schemas.microsoft.com/office/drawing/2014/main" id="{EAB36364-0BC0-9D7C-4B89-3E6FDDB83B3F}"/>
                </a:ext>
              </a:extLst>
            </p:cNvPr>
            <p:cNvSpPr/>
            <p:nvPr/>
          </p:nvSpPr>
          <p:spPr>
            <a:xfrm>
              <a:off x="4813773" y="2861241"/>
              <a:ext cx="10510" cy="14809"/>
            </a:xfrm>
            <a:custGeom>
              <a:avLst/>
              <a:gdLst>
                <a:gd name="csX0" fmla="*/ 10032 w 10510"/>
                <a:gd name="csY0" fmla="*/ 6211 h 14809"/>
                <a:gd name="csX1" fmla="*/ 10510 w 10510"/>
                <a:gd name="csY1" fmla="*/ 8121 h 14809"/>
                <a:gd name="csX2" fmla="*/ 10032 w 10510"/>
                <a:gd name="csY2" fmla="*/ 10032 h 14809"/>
                <a:gd name="csX3" fmla="*/ 10032 w 10510"/>
                <a:gd name="csY3" fmla="*/ 11943 h 14809"/>
                <a:gd name="csX4" fmla="*/ 9077 w 10510"/>
                <a:gd name="csY4" fmla="*/ 13377 h 14809"/>
                <a:gd name="csX5" fmla="*/ 8121 w 10510"/>
                <a:gd name="csY5" fmla="*/ 14332 h 14809"/>
                <a:gd name="csX6" fmla="*/ 6211 w 10510"/>
                <a:gd name="csY6" fmla="*/ 14810 h 14809"/>
                <a:gd name="csX7" fmla="*/ 956 w 10510"/>
                <a:gd name="csY7" fmla="*/ 11943 h 14809"/>
                <a:gd name="csX8" fmla="*/ 0 w 10510"/>
                <a:gd name="csY8" fmla="*/ 10510 h 14809"/>
                <a:gd name="csX9" fmla="*/ 0 w 10510"/>
                <a:gd name="csY9" fmla="*/ 9555 h 14809"/>
                <a:gd name="csX10" fmla="*/ 0 w 10510"/>
                <a:gd name="csY10" fmla="*/ 7644 h 14809"/>
                <a:gd name="csX11" fmla="*/ 1911 w 10510"/>
                <a:gd name="csY11" fmla="*/ 4777 h 14809"/>
                <a:gd name="csX12" fmla="*/ 5255 w 10510"/>
                <a:gd name="csY12" fmla="*/ 478 h 14809"/>
                <a:gd name="csX13" fmla="*/ 7166 w 10510"/>
                <a:gd name="csY13" fmla="*/ 0 h 14809"/>
                <a:gd name="csX14" fmla="*/ 8599 w 10510"/>
                <a:gd name="csY14" fmla="*/ 2389 h 14809"/>
                <a:gd name="csX15" fmla="*/ 10032 w 10510"/>
                <a:gd name="csY15" fmla="*/ 6211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0510" h="14809">
                  <a:moveTo>
                    <a:pt x="10032" y="6211"/>
                  </a:moveTo>
                  <a:lnTo>
                    <a:pt x="10510" y="8121"/>
                  </a:lnTo>
                  <a:lnTo>
                    <a:pt x="10032" y="10032"/>
                  </a:lnTo>
                  <a:lnTo>
                    <a:pt x="10032" y="11943"/>
                  </a:lnTo>
                  <a:lnTo>
                    <a:pt x="9077" y="13377"/>
                  </a:lnTo>
                  <a:lnTo>
                    <a:pt x="8121" y="14332"/>
                  </a:lnTo>
                  <a:lnTo>
                    <a:pt x="6211" y="14810"/>
                  </a:lnTo>
                  <a:lnTo>
                    <a:pt x="956" y="11943"/>
                  </a:lnTo>
                  <a:lnTo>
                    <a:pt x="0" y="10510"/>
                  </a:lnTo>
                  <a:lnTo>
                    <a:pt x="0" y="9555"/>
                  </a:lnTo>
                  <a:lnTo>
                    <a:pt x="0" y="7644"/>
                  </a:lnTo>
                  <a:lnTo>
                    <a:pt x="1911" y="4777"/>
                  </a:lnTo>
                  <a:lnTo>
                    <a:pt x="5255" y="478"/>
                  </a:lnTo>
                  <a:lnTo>
                    <a:pt x="7166" y="0"/>
                  </a:lnTo>
                  <a:lnTo>
                    <a:pt x="8599" y="2389"/>
                  </a:lnTo>
                  <a:lnTo>
                    <a:pt x="10032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8" name="Freeform 2457">
              <a:extLst>
                <a:ext uri="{FF2B5EF4-FFF2-40B4-BE49-F238E27FC236}">
                  <a16:creationId xmlns:a16="http://schemas.microsoft.com/office/drawing/2014/main" id="{E8D41C15-F42E-AB01-D00A-96510A110410}"/>
                </a:ext>
              </a:extLst>
            </p:cNvPr>
            <p:cNvSpPr/>
            <p:nvPr/>
          </p:nvSpPr>
          <p:spPr>
            <a:xfrm>
              <a:off x="4818073" y="4692856"/>
              <a:ext cx="6210" cy="955"/>
            </a:xfrm>
            <a:custGeom>
              <a:avLst/>
              <a:gdLst>
                <a:gd name="csX0" fmla="*/ 6210 w 6210"/>
                <a:gd name="csY0" fmla="*/ 478 h 955"/>
                <a:gd name="csX1" fmla="*/ 4777 w 6210"/>
                <a:gd name="csY1" fmla="*/ 956 h 955"/>
                <a:gd name="csX2" fmla="*/ 3344 w 6210"/>
                <a:gd name="csY2" fmla="*/ 956 h 955"/>
                <a:gd name="csX3" fmla="*/ 956 w 6210"/>
                <a:gd name="csY3" fmla="*/ 478 h 955"/>
                <a:gd name="csX4" fmla="*/ 0 w 6210"/>
                <a:gd name="csY4" fmla="*/ 0 h 955"/>
                <a:gd name="csX5" fmla="*/ 0 w 6210"/>
                <a:gd name="csY5" fmla="*/ 0 h 955"/>
                <a:gd name="csX6" fmla="*/ 956 w 6210"/>
                <a:gd name="csY6" fmla="*/ 0 h 955"/>
                <a:gd name="csX7" fmla="*/ 3344 w 6210"/>
                <a:gd name="csY7" fmla="*/ 956 h 955"/>
                <a:gd name="csX8" fmla="*/ 4777 w 6210"/>
                <a:gd name="csY8" fmla="*/ 956 h 955"/>
                <a:gd name="csX9" fmla="*/ 6210 w 6210"/>
                <a:gd name="csY9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210" h="955">
                  <a:moveTo>
                    <a:pt x="6210" y="478"/>
                  </a:moveTo>
                  <a:lnTo>
                    <a:pt x="4777" y="956"/>
                  </a:lnTo>
                  <a:lnTo>
                    <a:pt x="3344" y="956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3344" y="956"/>
                  </a:lnTo>
                  <a:lnTo>
                    <a:pt x="4777" y="956"/>
                  </a:lnTo>
                  <a:lnTo>
                    <a:pt x="621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9" name="Freeform 2458">
              <a:extLst>
                <a:ext uri="{FF2B5EF4-FFF2-40B4-BE49-F238E27FC236}">
                  <a16:creationId xmlns:a16="http://schemas.microsoft.com/office/drawing/2014/main" id="{113B9ED7-7FCF-ECDE-9C56-ECBA42C4C125}"/>
                </a:ext>
              </a:extLst>
            </p:cNvPr>
            <p:cNvSpPr/>
            <p:nvPr/>
          </p:nvSpPr>
          <p:spPr>
            <a:xfrm>
              <a:off x="4424902" y="5138577"/>
              <a:ext cx="394604" cy="712294"/>
            </a:xfrm>
            <a:custGeom>
              <a:avLst/>
              <a:gdLst>
                <a:gd name="csX0" fmla="*/ 182970 w 394604"/>
                <a:gd name="csY0" fmla="*/ 20065 h 712294"/>
                <a:gd name="csX1" fmla="*/ 183448 w 394604"/>
                <a:gd name="csY1" fmla="*/ 20065 h 712294"/>
                <a:gd name="csX2" fmla="*/ 183448 w 394604"/>
                <a:gd name="csY2" fmla="*/ 19587 h 712294"/>
                <a:gd name="csX3" fmla="*/ 184403 w 394604"/>
                <a:gd name="csY3" fmla="*/ 15765 h 712294"/>
                <a:gd name="csX4" fmla="*/ 184403 w 394604"/>
                <a:gd name="csY4" fmla="*/ 15765 h 712294"/>
                <a:gd name="csX5" fmla="*/ 185359 w 394604"/>
                <a:gd name="csY5" fmla="*/ 13376 h 712294"/>
                <a:gd name="csX6" fmla="*/ 187270 w 394604"/>
                <a:gd name="csY6" fmla="*/ 10988 h 712294"/>
                <a:gd name="csX7" fmla="*/ 190136 w 394604"/>
                <a:gd name="csY7" fmla="*/ 5255 h 712294"/>
                <a:gd name="csX8" fmla="*/ 191092 w 394604"/>
                <a:gd name="csY8" fmla="*/ 4300 h 712294"/>
                <a:gd name="csX9" fmla="*/ 192525 w 394604"/>
                <a:gd name="csY9" fmla="*/ 3822 h 712294"/>
                <a:gd name="csX10" fmla="*/ 193003 w 394604"/>
                <a:gd name="csY10" fmla="*/ 3822 h 712294"/>
                <a:gd name="csX11" fmla="*/ 193958 w 394604"/>
                <a:gd name="csY11" fmla="*/ 4300 h 712294"/>
                <a:gd name="csX12" fmla="*/ 193958 w 394604"/>
                <a:gd name="csY12" fmla="*/ 4300 h 712294"/>
                <a:gd name="csX13" fmla="*/ 195391 w 394604"/>
                <a:gd name="csY13" fmla="*/ 4300 h 712294"/>
                <a:gd name="csX14" fmla="*/ 195869 w 394604"/>
                <a:gd name="csY14" fmla="*/ 3822 h 712294"/>
                <a:gd name="csX15" fmla="*/ 203991 w 394604"/>
                <a:gd name="csY15" fmla="*/ 3822 h 712294"/>
                <a:gd name="csX16" fmla="*/ 203991 w 394604"/>
                <a:gd name="csY16" fmla="*/ 3822 h 712294"/>
                <a:gd name="csX17" fmla="*/ 212590 w 394604"/>
                <a:gd name="csY17" fmla="*/ 3822 h 712294"/>
                <a:gd name="csX18" fmla="*/ 212590 w 394604"/>
                <a:gd name="csY18" fmla="*/ 3822 h 712294"/>
                <a:gd name="csX19" fmla="*/ 213067 w 394604"/>
                <a:gd name="csY19" fmla="*/ 4777 h 712294"/>
                <a:gd name="csX20" fmla="*/ 214500 w 394604"/>
                <a:gd name="csY20" fmla="*/ 6688 h 712294"/>
                <a:gd name="csX21" fmla="*/ 214500 w 394604"/>
                <a:gd name="csY21" fmla="*/ 7166 h 712294"/>
                <a:gd name="csX22" fmla="*/ 215934 w 394604"/>
                <a:gd name="csY22" fmla="*/ 8121 h 712294"/>
                <a:gd name="csX23" fmla="*/ 215934 w 394604"/>
                <a:gd name="csY23" fmla="*/ 8121 h 712294"/>
                <a:gd name="csX24" fmla="*/ 216411 w 394604"/>
                <a:gd name="csY24" fmla="*/ 8121 h 712294"/>
                <a:gd name="csX25" fmla="*/ 216889 w 394604"/>
                <a:gd name="csY25" fmla="*/ 9077 h 712294"/>
                <a:gd name="csX26" fmla="*/ 216889 w 394604"/>
                <a:gd name="csY26" fmla="*/ 9555 h 712294"/>
                <a:gd name="csX27" fmla="*/ 218800 w 394604"/>
                <a:gd name="csY27" fmla="*/ 10510 h 712294"/>
                <a:gd name="csX28" fmla="*/ 222144 w 394604"/>
                <a:gd name="csY28" fmla="*/ 12421 h 712294"/>
                <a:gd name="csX29" fmla="*/ 225010 w 394604"/>
                <a:gd name="csY29" fmla="*/ 15765 h 712294"/>
                <a:gd name="csX30" fmla="*/ 227877 w 394604"/>
                <a:gd name="csY30" fmla="*/ 21020 h 712294"/>
                <a:gd name="csX31" fmla="*/ 230743 w 394604"/>
                <a:gd name="csY31" fmla="*/ 24364 h 712294"/>
                <a:gd name="csX32" fmla="*/ 233132 w 394604"/>
                <a:gd name="csY32" fmla="*/ 26753 h 712294"/>
                <a:gd name="csX33" fmla="*/ 235521 w 394604"/>
                <a:gd name="csY33" fmla="*/ 28664 h 712294"/>
                <a:gd name="csX34" fmla="*/ 237909 w 394604"/>
                <a:gd name="csY34" fmla="*/ 29619 h 712294"/>
                <a:gd name="csX35" fmla="*/ 238865 w 394604"/>
                <a:gd name="csY35" fmla="*/ 30575 h 712294"/>
                <a:gd name="csX36" fmla="*/ 239342 w 394604"/>
                <a:gd name="csY36" fmla="*/ 31052 h 712294"/>
                <a:gd name="csX37" fmla="*/ 241253 w 394604"/>
                <a:gd name="csY37" fmla="*/ 32486 h 712294"/>
                <a:gd name="csX38" fmla="*/ 245075 w 394604"/>
                <a:gd name="csY38" fmla="*/ 34397 h 712294"/>
                <a:gd name="csX39" fmla="*/ 247464 w 394604"/>
                <a:gd name="csY39" fmla="*/ 36307 h 712294"/>
                <a:gd name="csX40" fmla="*/ 248419 w 394604"/>
                <a:gd name="csY40" fmla="*/ 38218 h 712294"/>
                <a:gd name="csX41" fmla="*/ 252241 w 394604"/>
                <a:gd name="csY41" fmla="*/ 40129 h 712294"/>
                <a:gd name="csX42" fmla="*/ 258929 w 394604"/>
                <a:gd name="csY42" fmla="*/ 42518 h 712294"/>
                <a:gd name="csX43" fmla="*/ 263707 w 394604"/>
                <a:gd name="csY43" fmla="*/ 43473 h 712294"/>
                <a:gd name="csX44" fmla="*/ 266573 w 394604"/>
                <a:gd name="csY44" fmla="*/ 43473 h 712294"/>
                <a:gd name="csX45" fmla="*/ 271350 w 394604"/>
                <a:gd name="csY45" fmla="*/ 44907 h 712294"/>
                <a:gd name="csX46" fmla="*/ 276605 w 394604"/>
                <a:gd name="csY46" fmla="*/ 48251 h 712294"/>
                <a:gd name="csX47" fmla="*/ 279949 w 394604"/>
                <a:gd name="csY47" fmla="*/ 50639 h 712294"/>
                <a:gd name="csX48" fmla="*/ 281382 w 394604"/>
                <a:gd name="csY48" fmla="*/ 52073 h 712294"/>
                <a:gd name="csX49" fmla="*/ 285205 w 394604"/>
                <a:gd name="csY49" fmla="*/ 54461 h 712294"/>
                <a:gd name="csX50" fmla="*/ 294281 w 394604"/>
                <a:gd name="csY50" fmla="*/ 58761 h 712294"/>
                <a:gd name="csX51" fmla="*/ 298103 w 394604"/>
                <a:gd name="csY51" fmla="*/ 59716 h 712294"/>
                <a:gd name="csX52" fmla="*/ 300014 w 394604"/>
                <a:gd name="csY52" fmla="*/ 60672 h 712294"/>
                <a:gd name="csX53" fmla="*/ 301447 w 394604"/>
                <a:gd name="csY53" fmla="*/ 62105 h 712294"/>
                <a:gd name="csX54" fmla="*/ 302403 w 394604"/>
                <a:gd name="csY54" fmla="*/ 62582 h 712294"/>
                <a:gd name="csX55" fmla="*/ 303836 w 394604"/>
                <a:gd name="csY55" fmla="*/ 62105 h 712294"/>
                <a:gd name="csX56" fmla="*/ 305747 w 394604"/>
                <a:gd name="csY56" fmla="*/ 62582 h 712294"/>
                <a:gd name="csX57" fmla="*/ 309569 w 394604"/>
                <a:gd name="csY57" fmla="*/ 64016 h 712294"/>
                <a:gd name="csX58" fmla="*/ 311957 w 394604"/>
                <a:gd name="csY58" fmla="*/ 65927 h 712294"/>
                <a:gd name="csX59" fmla="*/ 315779 w 394604"/>
                <a:gd name="csY59" fmla="*/ 69748 h 712294"/>
                <a:gd name="csX60" fmla="*/ 316735 w 394604"/>
                <a:gd name="csY60" fmla="*/ 71182 h 712294"/>
                <a:gd name="csX61" fmla="*/ 317212 w 394604"/>
                <a:gd name="csY61" fmla="*/ 72615 h 712294"/>
                <a:gd name="csX62" fmla="*/ 317212 w 394604"/>
                <a:gd name="csY62" fmla="*/ 73570 h 712294"/>
                <a:gd name="csX63" fmla="*/ 316257 w 394604"/>
                <a:gd name="csY63" fmla="*/ 75004 h 712294"/>
                <a:gd name="csX64" fmla="*/ 313868 w 394604"/>
                <a:gd name="csY64" fmla="*/ 76437 h 712294"/>
                <a:gd name="csX65" fmla="*/ 313390 w 394604"/>
                <a:gd name="csY65" fmla="*/ 76914 h 712294"/>
                <a:gd name="csX66" fmla="*/ 313390 w 394604"/>
                <a:gd name="csY66" fmla="*/ 76914 h 712294"/>
                <a:gd name="csX67" fmla="*/ 313390 w 394604"/>
                <a:gd name="csY67" fmla="*/ 77392 h 712294"/>
                <a:gd name="csX68" fmla="*/ 312913 w 394604"/>
                <a:gd name="csY68" fmla="*/ 78825 h 712294"/>
                <a:gd name="csX69" fmla="*/ 311480 w 394604"/>
                <a:gd name="csY69" fmla="*/ 81214 h 712294"/>
                <a:gd name="csX70" fmla="*/ 311002 w 394604"/>
                <a:gd name="csY70" fmla="*/ 82170 h 712294"/>
                <a:gd name="csX71" fmla="*/ 311002 w 394604"/>
                <a:gd name="csY71" fmla="*/ 82170 h 712294"/>
                <a:gd name="csX72" fmla="*/ 311002 w 394604"/>
                <a:gd name="csY72" fmla="*/ 82647 h 712294"/>
                <a:gd name="csX73" fmla="*/ 311002 w 394604"/>
                <a:gd name="csY73" fmla="*/ 83125 h 712294"/>
                <a:gd name="csX74" fmla="*/ 309569 w 394604"/>
                <a:gd name="csY74" fmla="*/ 84080 h 712294"/>
                <a:gd name="csX75" fmla="*/ 307180 w 394604"/>
                <a:gd name="csY75" fmla="*/ 85991 h 712294"/>
                <a:gd name="csX76" fmla="*/ 306224 w 394604"/>
                <a:gd name="csY76" fmla="*/ 86469 h 712294"/>
                <a:gd name="csX77" fmla="*/ 306224 w 394604"/>
                <a:gd name="csY77" fmla="*/ 87424 h 712294"/>
                <a:gd name="csX78" fmla="*/ 305747 w 394604"/>
                <a:gd name="csY78" fmla="*/ 87902 h 712294"/>
                <a:gd name="csX79" fmla="*/ 305747 w 394604"/>
                <a:gd name="csY79" fmla="*/ 88380 h 712294"/>
                <a:gd name="csX80" fmla="*/ 304791 w 394604"/>
                <a:gd name="csY80" fmla="*/ 89335 h 712294"/>
                <a:gd name="csX81" fmla="*/ 304791 w 394604"/>
                <a:gd name="csY81" fmla="*/ 89335 h 712294"/>
                <a:gd name="csX82" fmla="*/ 304791 w 394604"/>
                <a:gd name="csY82" fmla="*/ 90769 h 712294"/>
                <a:gd name="csX83" fmla="*/ 304314 w 394604"/>
                <a:gd name="csY83" fmla="*/ 92680 h 712294"/>
                <a:gd name="csX84" fmla="*/ 304791 w 394604"/>
                <a:gd name="csY84" fmla="*/ 95068 h 712294"/>
                <a:gd name="csX85" fmla="*/ 304791 w 394604"/>
                <a:gd name="csY85" fmla="*/ 95546 h 712294"/>
                <a:gd name="csX86" fmla="*/ 304314 w 394604"/>
                <a:gd name="csY86" fmla="*/ 96024 h 712294"/>
                <a:gd name="csX87" fmla="*/ 304314 w 394604"/>
                <a:gd name="csY87" fmla="*/ 96024 h 712294"/>
                <a:gd name="csX88" fmla="*/ 303836 w 394604"/>
                <a:gd name="csY88" fmla="*/ 96501 h 712294"/>
                <a:gd name="csX89" fmla="*/ 303836 w 394604"/>
                <a:gd name="csY89" fmla="*/ 97935 h 712294"/>
                <a:gd name="csX90" fmla="*/ 303358 w 394604"/>
                <a:gd name="csY90" fmla="*/ 98412 h 712294"/>
                <a:gd name="csX91" fmla="*/ 302403 w 394604"/>
                <a:gd name="csY91" fmla="*/ 98890 h 712294"/>
                <a:gd name="csX92" fmla="*/ 302403 w 394604"/>
                <a:gd name="csY92" fmla="*/ 98890 h 712294"/>
                <a:gd name="csX93" fmla="*/ 301925 w 394604"/>
                <a:gd name="csY93" fmla="*/ 99846 h 712294"/>
                <a:gd name="csX94" fmla="*/ 301925 w 394604"/>
                <a:gd name="csY94" fmla="*/ 99846 h 712294"/>
                <a:gd name="csX95" fmla="*/ 302403 w 394604"/>
                <a:gd name="csY95" fmla="*/ 100323 h 712294"/>
                <a:gd name="csX96" fmla="*/ 301447 w 394604"/>
                <a:gd name="csY96" fmla="*/ 100801 h 712294"/>
                <a:gd name="csX97" fmla="*/ 300014 w 394604"/>
                <a:gd name="csY97" fmla="*/ 101756 h 712294"/>
                <a:gd name="csX98" fmla="*/ 300014 w 394604"/>
                <a:gd name="csY98" fmla="*/ 101756 h 712294"/>
                <a:gd name="csX99" fmla="*/ 299059 w 394604"/>
                <a:gd name="csY99" fmla="*/ 102712 h 712294"/>
                <a:gd name="csX100" fmla="*/ 299059 w 394604"/>
                <a:gd name="csY100" fmla="*/ 102712 h 712294"/>
                <a:gd name="csX101" fmla="*/ 298581 w 394604"/>
                <a:gd name="csY101" fmla="*/ 103667 h 712294"/>
                <a:gd name="csX102" fmla="*/ 297625 w 394604"/>
                <a:gd name="csY102" fmla="*/ 105100 h 712294"/>
                <a:gd name="csX103" fmla="*/ 296192 w 394604"/>
                <a:gd name="csY103" fmla="*/ 106056 h 712294"/>
                <a:gd name="csX104" fmla="*/ 295714 w 394604"/>
                <a:gd name="csY104" fmla="*/ 107012 h 712294"/>
                <a:gd name="csX105" fmla="*/ 295714 w 394604"/>
                <a:gd name="csY105" fmla="*/ 107489 h 712294"/>
                <a:gd name="csX106" fmla="*/ 296670 w 394604"/>
                <a:gd name="csY106" fmla="*/ 109878 h 712294"/>
                <a:gd name="csX107" fmla="*/ 305269 w 394604"/>
                <a:gd name="csY107" fmla="*/ 108922 h 712294"/>
                <a:gd name="csX108" fmla="*/ 312435 w 394604"/>
                <a:gd name="csY108" fmla="*/ 109878 h 712294"/>
                <a:gd name="csX109" fmla="*/ 320556 w 394604"/>
                <a:gd name="csY109" fmla="*/ 112266 h 712294"/>
                <a:gd name="csX110" fmla="*/ 326289 w 394604"/>
                <a:gd name="csY110" fmla="*/ 112744 h 712294"/>
                <a:gd name="csX111" fmla="*/ 329155 w 394604"/>
                <a:gd name="csY111" fmla="*/ 112266 h 712294"/>
                <a:gd name="csX112" fmla="*/ 331066 w 394604"/>
                <a:gd name="csY112" fmla="*/ 112266 h 712294"/>
                <a:gd name="csX113" fmla="*/ 331066 w 394604"/>
                <a:gd name="csY113" fmla="*/ 112266 h 712294"/>
                <a:gd name="csX114" fmla="*/ 332500 w 394604"/>
                <a:gd name="csY114" fmla="*/ 113222 h 712294"/>
                <a:gd name="csX115" fmla="*/ 333933 w 394604"/>
                <a:gd name="csY115" fmla="*/ 113222 h 712294"/>
                <a:gd name="csX116" fmla="*/ 335844 w 394604"/>
                <a:gd name="csY116" fmla="*/ 112744 h 712294"/>
                <a:gd name="csX117" fmla="*/ 336321 w 394604"/>
                <a:gd name="csY117" fmla="*/ 112744 h 712294"/>
                <a:gd name="csX118" fmla="*/ 338232 w 394604"/>
                <a:gd name="csY118" fmla="*/ 113222 h 712294"/>
                <a:gd name="csX119" fmla="*/ 339666 w 394604"/>
                <a:gd name="csY119" fmla="*/ 114655 h 712294"/>
                <a:gd name="csX120" fmla="*/ 341099 w 394604"/>
                <a:gd name="csY120" fmla="*/ 114177 h 712294"/>
                <a:gd name="csX121" fmla="*/ 341099 w 394604"/>
                <a:gd name="csY121" fmla="*/ 114177 h 712294"/>
                <a:gd name="csX122" fmla="*/ 342054 w 394604"/>
                <a:gd name="csY122" fmla="*/ 112266 h 712294"/>
                <a:gd name="csX123" fmla="*/ 342054 w 394604"/>
                <a:gd name="csY123" fmla="*/ 112266 h 712294"/>
                <a:gd name="csX124" fmla="*/ 343487 w 394604"/>
                <a:gd name="csY124" fmla="*/ 110833 h 712294"/>
                <a:gd name="csX125" fmla="*/ 344921 w 394604"/>
                <a:gd name="csY125" fmla="*/ 109878 h 712294"/>
                <a:gd name="csX126" fmla="*/ 346831 w 394604"/>
                <a:gd name="csY126" fmla="*/ 109400 h 712294"/>
                <a:gd name="csX127" fmla="*/ 349220 w 394604"/>
                <a:gd name="csY127" fmla="*/ 109878 h 712294"/>
                <a:gd name="csX128" fmla="*/ 351131 w 394604"/>
                <a:gd name="csY128" fmla="*/ 110833 h 712294"/>
                <a:gd name="csX129" fmla="*/ 352564 w 394604"/>
                <a:gd name="csY129" fmla="*/ 111789 h 712294"/>
                <a:gd name="csX130" fmla="*/ 353997 w 394604"/>
                <a:gd name="csY130" fmla="*/ 111789 h 712294"/>
                <a:gd name="csX131" fmla="*/ 353997 w 394604"/>
                <a:gd name="csY131" fmla="*/ 111789 h 712294"/>
                <a:gd name="csX132" fmla="*/ 355431 w 394604"/>
                <a:gd name="csY132" fmla="*/ 110355 h 712294"/>
                <a:gd name="csX133" fmla="*/ 355431 w 394604"/>
                <a:gd name="csY133" fmla="*/ 110355 h 712294"/>
                <a:gd name="csX134" fmla="*/ 356386 w 394604"/>
                <a:gd name="csY134" fmla="*/ 108922 h 712294"/>
                <a:gd name="csX135" fmla="*/ 356386 w 394604"/>
                <a:gd name="csY135" fmla="*/ 107489 h 712294"/>
                <a:gd name="csX136" fmla="*/ 356864 w 394604"/>
                <a:gd name="csY136" fmla="*/ 106534 h 712294"/>
                <a:gd name="csX137" fmla="*/ 358297 w 394604"/>
                <a:gd name="csY137" fmla="*/ 105578 h 712294"/>
                <a:gd name="csX138" fmla="*/ 359253 w 394604"/>
                <a:gd name="csY138" fmla="*/ 104623 h 712294"/>
                <a:gd name="csX139" fmla="*/ 359730 w 394604"/>
                <a:gd name="csY139" fmla="*/ 103667 h 712294"/>
                <a:gd name="csX140" fmla="*/ 361163 w 394604"/>
                <a:gd name="csY140" fmla="*/ 102712 h 712294"/>
                <a:gd name="csX141" fmla="*/ 364030 w 394604"/>
                <a:gd name="csY141" fmla="*/ 102234 h 712294"/>
                <a:gd name="csX142" fmla="*/ 365463 w 394604"/>
                <a:gd name="csY142" fmla="*/ 101756 h 712294"/>
                <a:gd name="csX143" fmla="*/ 365463 w 394604"/>
                <a:gd name="csY143" fmla="*/ 101756 h 712294"/>
                <a:gd name="csX144" fmla="*/ 365463 w 394604"/>
                <a:gd name="csY144" fmla="*/ 101279 h 712294"/>
                <a:gd name="csX145" fmla="*/ 365463 w 394604"/>
                <a:gd name="csY145" fmla="*/ 100801 h 712294"/>
                <a:gd name="csX146" fmla="*/ 366419 w 394604"/>
                <a:gd name="csY146" fmla="*/ 100323 h 712294"/>
                <a:gd name="csX147" fmla="*/ 367852 w 394604"/>
                <a:gd name="csY147" fmla="*/ 99368 h 712294"/>
                <a:gd name="csX148" fmla="*/ 368807 w 394604"/>
                <a:gd name="csY148" fmla="*/ 98412 h 712294"/>
                <a:gd name="csX149" fmla="*/ 369285 w 394604"/>
                <a:gd name="csY149" fmla="*/ 96979 h 712294"/>
                <a:gd name="csX150" fmla="*/ 370240 w 394604"/>
                <a:gd name="csY150" fmla="*/ 96501 h 712294"/>
                <a:gd name="csX151" fmla="*/ 371196 w 394604"/>
                <a:gd name="csY151" fmla="*/ 96024 h 712294"/>
                <a:gd name="csX152" fmla="*/ 371673 w 394604"/>
                <a:gd name="csY152" fmla="*/ 96024 h 712294"/>
                <a:gd name="csX153" fmla="*/ 371673 w 394604"/>
                <a:gd name="csY153" fmla="*/ 96024 h 712294"/>
                <a:gd name="csX154" fmla="*/ 373107 w 394604"/>
                <a:gd name="csY154" fmla="*/ 93635 h 712294"/>
                <a:gd name="csX155" fmla="*/ 374540 w 394604"/>
                <a:gd name="csY155" fmla="*/ 89335 h 712294"/>
                <a:gd name="csX156" fmla="*/ 375495 w 394604"/>
                <a:gd name="csY156" fmla="*/ 83125 h 712294"/>
                <a:gd name="csX157" fmla="*/ 375495 w 394604"/>
                <a:gd name="csY157" fmla="*/ 74526 h 712294"/>
                <a:gd name="csX158" fmla="*/ 377406 w 394604"/>
                <a:gd name="csY158" fmla="*/ 74526 h 712294"/>
                <a:gd name="csX159" fmla="*/ 377884 w 394604"/>
                <a:gd name="csY159" fmla="*/ 75004 h 712294"/>
                <a:gd name="csX160" fmla="*/ 379317 w 394604"/>
                <a:gd name="csY160" fmla="*/ 75481 h 712294"/>
                <a:gd name="csX161" fmla="*/ 379317 w 394604"/>
                <a:gd name="csY161" fmla="*/ 75481 h 712294"/>
                <a:gd name="csX162" fmla="*/ 380273 w 394604"/>
                <a:gd name="csY162" fmla="*/ 74526 h 712294"/>
                <a:gd name="csX163" fmla="*/ 381228 w 394604"/>
                <a:gd name="csY163" fmla="*/ 74526 h 712294"/>
                <a:gd name="csX164" fmla="*/ 383139 w 394604"/>
                <a:gd name="csY164" fmla="*/ 74526 h 712294"/>
                <a:gd name="csX165" fmla="*/ 383139 w 394604"/>
                <a:gd name="csY165" fmla="*/ 74526 h 712294"/>
                <a:gd name="csX166" fmla="*/ 384094 w 394604"/>
                <a:gd name="csY166" fmla="*/ 73570 h 712294"/>
                <a:gd name="csX167" fmla="*/ 385050 w 394604"/>
                <a:gd name="csY167" fmla="*/ 73570 h 712294"/>
                <a:gd name="csX168" fmla="*/ 385528 w 394604"/>
                <a:gd name="csY168" fmla="*/ 74048 h 712294"/>
                <a:gd name="csX169" fmla="*/ 386005 w 394604"/>
                <a:gd name="csY169" fmla="*/ 74526 h 712294"/>
                <a:gd name="csX170" fmla="*/ 387916 w 394604"/>
                <a:gd name="csY170" fmla="*/ 74526 h 712294"/>
                <a:gd name="csX171" fmla="*/ 388872 w 394604"/>
                <a:gd name="csY171" fmla="*/ 75959 h 712294"/>
                <a:gd name="csX172" fmla="*/ 389827 w 394604"/>
                <a:gd name="csY172" fmla="*/ 76437 h 712294"/>
                <a:gd name="csX173" fmla="*/ 390783 w 394604"/>
                <a:gd name="csY173" fmla="*/ 77870 h 712294"/>
                <a:gd name="csX174" fmla="*/ 391260 w 394604"/>
                <a:gd name="csY174" fmla="*/ 82170 h 712294"/>
                <a:gd name="csX175" fmla="*/ 392694 w 394604"/>
                <a:gd name="csY175" fmla="*/ 84558 h 712294"/>
                <a:gd name="csX176" fmla="*/ 394604 w 394604"/>
                <a:gd name="csY176" fmla="*/ 87424 h 712294"/>
                <a:gd name="csX177" fmla="*/ 394604 w 394604"/>
                <a:gd name="csY177" fmla="*/ 88858 h 712294"/>
                <a:gd name="csX178" fmla="*/ 393649 w 394604"/>
                <a:gd name="csY178" fmla="*/ 90291 h 712294"/>
                <a:gd name="csX179" fmla="*/ 393649 w 394604"/>
                <a:gd name="csY179" fmla="*/ 90291 h 712294"/>
                <a:gd name="csX180" fmla="*/ 393649 w 394604"/>
                <a:gd name="csY180" fmla="*/ 92202 h 712294"/>
                <a:gd name="csX181" fmla="*/ 393171 w 394604"/>
                <a:gd name="csY181" fmla="*/ 96501 h 712294"/>
                <a:gd name="csX182" fmla="*/ 392694 w 394604"/>
                <a:gd name="csY182" fmla="*/ 97935 h 712294"/>
                <a:gd name="csX183" fmla="*/ 393171 w 394604"/>
                <a:gd name="csY183" fmla="*/ 99368 h 712294"/>
                <a:gd name="csX184" fmla="*/ 393649 w 394604"/>
                <a:gd name="csY184" fmla="*/ 100801 h 712294"/>
                <a:gd name="csX185" fmla="*/ 392694 w 394604"/>
                <a:gd name="csY185" fmla="*/ 102712 h 712294"/>
                <a:gd name="csX186" fmla="*/ 391260 w 394604"/>
                <a:gd name="csY186" fmla="*/ 105578 h 712294"/>
                <a:gd name="csX187" fmla="*/ 391260 w 394604"/>
                <a:gd name="csY187" fmla="*/ 105578 h 712294"/>
                <a:gd name="csX188" fmla="*/ 389827 w 394604"/>
                <a:gd name="csY188" fmla="*/ 106534 h 712294"/>
                <a:gd name="csX189" fmla="*/ 389349 w 394604"/>
                <a:gd name="csY189" fmla="*/ 106534 h 712294"/>
                <a:gd name="csX190" fmla="*/ 389349 w 394604"/>
                <a:gd name="csY190" fmla="*/ 106534 h 712294"/>
                <a:gd name="csX191" fmla="*/ 387438 w 394604"/>
                <a:gd name="csY191" fmla="*/ 107967 h 712294"/>
                <a:gd name="csX192" fmla="*/ 386005 w 394604"/>
                <a:gd name="csY192" fmla="*/ 108922 h 712294"/>
                <a:gd name="csX193" fmla="*/ 385050 w 394604"/>
                <a:gd name="csY193" fmla="*/ 108445 h 712294"/>
                <a:gd name="csX194" fmla="*/ 385050 w 394604"/>
                <a:gd name="csY194" fmla="*/ 108445 h 712294"/>
                <a:gd name="csX195" fmla="*/ 384094 w 394604"/>
                <a:gd name="csY195" fmla="*/ 108922 h 712294"/>
                <a:gd name="csX196" fmla="*/ 384094 w 394604"/>
                <a:gd name="csY196" fmla="*/ 108922 h 712294"/>
                <a:gd name="csX197" fmla="*/ 384094 w 394604"/>
                <a:gd name="csY197" fmla="*/ 109400 h 712294"/>
                <a:gd name="csX198" fmla="*/ 382661 w 394604"/>
                <a:gd name="csY198" fmla="*/ 110833 h 712294"/>
                <a:gd name="csX199" fmla="*/ 381706 w 394604"/>
                <a:gd name="csY199" fmla="*/ 111789 h 712294"/>
                <a:gd name="csX200" fmla="*/ 381706 w 394604"/>
                <a:gd name="csY200" fmla="*/ 111789 h 712294"/>
                <a:gd name="csX201" fmla="*/ 379317 w 394604"/>
                <a:gd name="csY201" fmla="*/ 112266 h 712294"/>
                <a:gd name="csX202" fmla="*/ 378362 w 394604"/>
                <a:gd name="csY202" fmla="*/ 112744 h 712294"/>
                <a:gd name="csX203" fmla="*/ 376928 w 394604"/>
                <a:gd name="csY203" fmla="*/ 112266 h 712294"/>
                <a:gd name="csX204" fmla="*/ 376928 w 394604"/>
                <a:gd name="csY204" fmla="*/ 112744 h 712294"/>
                <a:gd name="csX205" fmla="*/ 376928 w 394604"/>
                <a:gd name="csY205" fmla="*/ 112744 h 712294"/>
                <a:gd name="csX206" fmla="*/ 375973 w 394604"/>
                <a:gd name="csY206" fmla="*/ 112744 h 712294"/>
                <a:gd name="csX207" fmla="*/ 375495 w 394604"/>
                <a:gd name="csY207" fmla="*/ 113222 h 712294"/>
                <a:gd name="csX208" fmla="*/ 375018 w 394604"/>
                <a:gd name="csY208" fmla="*/ 113700 h 712294"/>
                <a:gd name="csX209" fmla="*/ 373584 w 394604"/>
                <a:gd name="csY209" fmla="*/ 114177 h 712294"/>
                <a:gd name="csX210" fmla="*/ 372629 w 394604"/>
                <a:gd name="csY210" fmla="*/ 114177 h 712294"/>
                <a:gd name="csX211" fmla="*/ 371673 w 394604"/>
                <a:gd name="csY211" fmla="*/ 114655 h 712294"/>
                <a:gd name="csX212" fmla="*/ 371673 w 394604"/>
                <a:gd name="csY212" fmla="*/ 114655 h 712294"/>
                <a:gd name="csX213" fmla="*/ 371673 w 394604"/>
                <a:gd name="csY213" fmla="*/ 114655 h 712294"/>
                <a:gd name="csX214" fmla="*/ 370718 w 394604"/>
                <a:gd name="csY214" fmla="*/ 115611 h 712294"/>
                <a:gd name="csX215" fmla="*/ 370718 w 394604"/>
                <a:gd name="csY215" fmla="*/ 115611 h 712294"/>
                <a:gd name="csX216" fmla="*/ 369762 w 394604"/>
                <a:gd name="csY216" fmla="*/ 116566 h 712294"/>
                <a:gd name="csX217" fmla="*/ 369762 w 394604"/>
                <a:gd name="csY217" fmla="*/ 117521 h 712294"/>
                <a:gd name="csX218" fmla="*/ 369285 w 394604"/>
                <a:gd name="csY218" fmla="*/ 118477 h 712294"/>
                <a:gd name="csX219" fmla="*/ 367374 w 394604"/>
                <a:gd name="csY219" fmla="*/ 118955 h 712294"/>
                <a:gd name="csX220" fmla="*/ 367374 w 394604"/>
                <a:gd name="csY220" fmla="*/ 118955 h 712294"/>
                <a:gd name="csX221" fmla="*/ 366896 w 394604"/>
                <a:gd name="csY221" fmla="*/ 119432 h 712294"/>
                <a:gd name="csX222" fmla="*/ 366896 w 394604"/>
                <a:gd name="csY222" fmla="*/ 119432 h 712294"/>
                <a:gd name="csX223" fmla="*/ 366896 w 394604"/>
                <a:gd name="csY223" fmla="*/ 120388 h 712294"/>
                <a:gd name="csX224" fmla="*/ 366896 w 394604"/>
                <a:gd name="csY224" fmla="*/ 120388 h 712294"/>
                <a:gd name="csX225" fmla="*/ 365941 w 394604"/>
                <a:gd name="csY225" fmla="*/ 120865 h 712294"/>
                <a:gd name="csX226" fmla="*/ 365941 w 394604"/>
                <a:gd name="csY226" fmla="*/ 120865 h 712294"/>
                <a:gd name="csX227" fmla="*/ 363552 w 394604"/>
                <a:gd name="csY227" fmla="*/ 121343 h 712294"/>
                <a:gd name="csX228" fmla="*/ 363074 w 394604"/>
                <a:gd name="csY228" fmla="*/ 121821 h 712294"/>
                <a:gd name="csX229" fmla="*/ 361163 w 394604"/>
                <a:gd name="csY229" fmla="*/ 122777 h 712294"/>
                <a:gd name="csX230" fmla="*/ 361163 w 394604"/>
                <a:gd name="csY230" fmla="*/ 122777 h 712294"/>
                <a:gd name="csX231" fmla="*/ 360208 w 394604"/>
                <a:gd name="csY231" fmla="*/ 124210 h 712294"/>
                <a:gd name="csX232" fmla="*/ 358775 w 394604"/>
                <a:gd name="csY232" fmla="*/ 125643 h 712294"/>
                <a:gd name="csX233" fmla="*/ 358775 w 394604"/>
                <a:gd name="csY233" fmla="*/ 125643 h 712294"/>
                <a:gd name="csX234" fmla="*/ 356864 w 394604"/>
                <a:gd name="csY234" fmla="*/ 126121 h 712294"/>
                <a:gd name="csX235" fmla="*/ 356386 w 394604"/>
                <a:gd name="csY235" fmla="*/ 126121 h 712294"/>
                <a:gd name="csX236" fmla="*/ 353997 w 394604"/>
                <a:gd name="csY236" fmla="*/ 128031 h 712294"/>
                <a:gd name="csX237" fmla="*/ 353520 w 394604"/>
                <a:gd name="csY237" fmla="*/ 128031 h 712294"/>
                <a:gd name="csX238" fmla="*/ 353520 w 394604"/>
                <a:gd name="csY238" fmla="*/ 128987 h 712294"/>
                <a:gd name="csX239" fmla="*/ 354475 w 394604"/>
                <a:gd name="csY239" fmla="*/ 129942 h 712294"/>
                <a:gd name="csX240" fmla="*/ 354953 w 394604"/>
                <a:gd name="csY240" fmla="*/ 130898 h 712294"/>
                <a:gd name="csX241" fmla="*/ 354475 w 394604"/>
                <a:gd name="csY241" fmla="*/ 131376 h 712294"/>
                <a:gd name="csX242" fmla="*/ 353520 w 394604"/>
                <a:gd name="csY242" fmla="*/ 131376 h 712294"/>
                <a:gd name="csX243" fmla="*/ 352087 w 394604"/>
                <a:gd name="csY243" fmla="*/ 130898 h 712294"/>
                <a:gd name="csX244" fmla="*/ 351131 w 394604"/>
                <a:gd name="csY244" fmla="*/ 130898 h 712294"/>
                <a:gd name="csX245" fmla="*/ 351131 w 394604"/>
                <a:gd name="csY245" fmla="*/ 130898 h 712294"/>
                <a:gd name="csX246" fmla="*/ 350653 w 394604"/>
                <a:gd name="csY246" fmla="*/ 131376 h 712294"/>
                <a:gd name="csX247" fmla="*/ 350653 w 394604"/>
                <a:gd name="csY247" fmla="*/ 131376 h 712294"/>
                <a:gd name="csX248" fmla="*/ 350653 w 394604"/>
                <a:gd name="csY248" fmla="*/ 131376 h 712294"/>
                <a:gd name="csX249" fmla="*/ 350176 w 394604"/>
                <a:gd name="csY249" fmla="*/ 131853 h 712294"/>
                <a:gd name="csX250" fmla="*/ 350176 w 394604"/>
                <a:gd name="csY250" fmla="*/ 132809 h 712294"/>
                <a:gd name="csX251" fmla="*/ 349698 w 394604"/>
                <a:gd name="csY251" fmla="*/ 133287 h 712294"/>
                <a:gd name="csX252" fmla="*/ 348742 w 394604"/>
                <a:gd name="csY252" fmla="*/ 133764 h 712294"/>
                <a:gd name="csX253" fmla="*/ 348742 w 394604"/>
                <a:gd name="csY253" fmla="*/ 133764 h 712294"/>
                <a:gd name="csX254" fmla="*/ 348742 w 394604"/>
                <a:gd name="csY254" fmla="*/ 133764 h 712294"/>
                <a:gd name="csX255" fmla="*/ 347787 w 394604"/>
                <a:gd name="csY255" fmla="*/ 134242 h 712294"/>
                <a:gd name="csX256" fmla="*/ 347787 w 394604"/>
                <a:gd name="csY256" fmla="*/ 134720 h 712294"/>
                <a:gd name="csX257" fmla="*/ 347787 w 394604"/>
                <a:gd name="csY257" fmla="*/ 135675 h 712294"/>
                <a:gd name="csX258" fmla="*/ 346354 w 394604"/>
                <a:gd name="csY258" fmla="*/ 137108 h 712294"/>
                <a:gd name="csX259" fmla="*/ 343965 w 394604"/>
                <a:gd name="csY259" fmla="*/ 138542 h 712294"/>
                <a:gd name="csX260" fmla="*/ 343965 w 394604"/>
                <a:gd name="csY260" fmla="*/ 139019 h 712294"/>
                <a:gd name="csX261" fmla="*/ 342054 w 394604"/>
                <a:gd name="csY261" fmla="*/ 140930 h 712294"/>
                <a:gd name="csX262" fmla="*/ 342054 w 394604"/>
                <a:gd name="csY262" fmla="*/ 141408 h 712294"/>
                <a:gd name="csX263" fmla="*/ 340621 w 394604"/>
                <a:gd name="csY263" fmla="*/ 144274 h 712294"/>
                <a:gd name="csX264" fmla="*/ 338710 w 394604"/>
                <a:gd name="csY264" fmla="*/ 146185 h 712294"/>
                <a:gd name="csX265" fmla="*/ 338710 w 394604"/>
                <a:gd name="csY265" fmla="*/ 146185 h 712294"/>
                <a:gd name="csX266" fmla="*/ 337277 w 394604"/>
                <a:gd name="csY266" fmla="*/ 147141 h 712294"/>
                <a:gd name="csX267" fmla="*/ 336799 w 394604"/>
                <a:gd name="csY267" fmla="*/ 147141 h 712294"/>
                <a:gd name="csX268" fmla="*/ 336799 w 394604"/>
                <a:gd name="csY268" fmla="*/ 147141 h 712294"/>
                <a:gd name="csX269" fmla="*/ 335844 w 394604"/>
                <a:gd name="csY269" fmla="*/ 148574 h 712294"/>
                <a:gd name="csX270" fmla="*/ 335844 w 394604"/>
                <a:gd name="csY270" fmla="*/ 148574 h 712294"/>
                <a:gd name="csX271" fmla="*/ 334888 w 394604"/>
                <a:gd name="csY271" fmla="*/ 150007 h 712294"/>
                <a:gd name="csX272" fmla="*/ 332977 w 394604"/>
                <a:gd name="csY272" fmla="*/ 152873 h 712294"/>
                <a:gd name="csX273" fmla="*/ 329633 w 394604"/>
                <a:gd name="csY273" fmla="*/ 156695 h 712294"/>
                <a:gd name="csX274" fmla="*/ 326767 w 394604"/>
                <a:gd name="csY274" fmla="*/ 159084 h 712294"/>
                <a:gd name="csX275" fmla="*/ 323901 w 394604"/>
                <a:gd name="csY275" fmla="*/ 160517 h 712294"/>
                <a:gd name="csX276" fmla="*/ 323901 w 394604"/>
                <a:gd name="csY276" fmla="*/ 160517 h 712294"/>
                <a:gd name="csX277" fmla="*/ 322467 w 394604"/>
                <a:gd name="csY277" fmla="*/ 161950 h 712294"/>
                <a:gd name="csX278" fmla="*/ 322467 w 394604"/>
                <a:gd name="csY278" fmla="*/ 161950 h 712294"/>
                <a:gd name="csX279" fmla="*/ 321989 w 394604"/>
                <a:gd name="csY279" fmla="*/ 163861 h 712294"/>
                <a:gd name="csX280" fmla="*/ 320556 w 394604"/>
                <a:gd name="csY280" fmla="*/ 165772 h 712294"/>
                <a:gd name="csX281" fmla="*/ 317212 w 394604"/>
                <a:gd name="csY281" fmla="*/ 167683 h 712294"/>
                <a:gd name="csX282" fmla="*/ 317212 w 394604"/>
                <a:gd name="csY282" fmla="*/ 168161 h 712294"/>
                <a:gd name="csX283" fmla="*/ 316257 w 394604"/>
                <a:gd name="csY283" fmla="*/ 169116 h 712294"/>
                <a:gd name="csX284" fmla="*/ 316257 w 394604"/>
                <a:gd name="csY284" fmla="*/ 169116 h 712294"/>
                <a:gd name="csX285" fmla="*/ 315779 w 394604"/>
                <a:gd name="csY285" fmla="*/ 169594 h 712294"/>
                <a:gd name="csX286" fmla="*/ 315779 w 394604"/>
                <a:gd name="csY286" fmla="*/ 171027 h 712294"/>
                <a:gd name="csX287" fmla="*/ 315779 w 394604"/>
                <a:gd name="csY287" fmla="*/ 171027 h 712294"/>
                <a:gd name="csX288" fmla="*/ 314346 w 394604"/>
                <a:gd name="csY288" fmla="*/ 172938 h 712294"/>
                <a:gd name="csX289" fmla="*/ 311957 w 394604"/>
                <a:gd name="csY289" fmla="*/ 175327 h 712294"/>
                <a:gd name="csX290" fmla="*/ 311957 w 394604"/>
                <a:gd name="csY290" fmla="*/ 175327 h 712294"/>
                <a:gd name="csX291" fmla="*/ 311002 w 394604"/>
                <a:gd name="csY291" fmla="*/ 177238 h 712294"/>
                <a:gd name="csX292" fmla="*/ 311957 w 394604"/>
                <a:gd name="csY292" fmla="*/ 180104 h 712294"/>
                <a:gd name="csX293" fmla="*/ 312435 w 394604"/>
                <a:gd name="csY293" fmla="*/ 182970 h 712294"/>
                <a:gd name="csX294" fmla="*/ 311957 w 394604"/>
                <a:gd name="csY294" fmla="*/ 184403 h 712294"/>
                <a:gd name="csX295" fmla="*/ 311002 w 394604"/>
                <a:gd name="csY295" fmla="*/ 184881 h 712294"/>
                <a:gd name="csX296" fmla="*/ 311002 w 394604"/>
                <a:gd name="csY296" fmla="*/ 184881 h 712294"/>
                <a:gd name="csX297" fmla="*/ 311002 w 394604"/>
                <a:gd name="csY297" fmla="*/ 184881 h 712294"/>
                <a:gd name="csX298" fmla="*/ 310524 w 394604"/>
                <a:gd name="csY298" fmla="*/ 185359 h 712294"/>
                <a:gd name="csX299" fmla="*/ 311002 w 394604"/>
                <a:gd name="csY299" fmla="*/ 186792 h 712294"/>
                <a:gd name="csX300" fmla="*/ 311002 w 394604"/>
                <a:gd name="csY300" fmla="*/ 188226 h 712294"/>
                <a:gd name="csX301" fmla="*/ 311002 w 394604"/>
                <a:gd name="csY301" fmla="*/ 188703 h 712294"/>
                <a:gd name="csX302" fmla="*/ 310524 w 394604"/>
                <a:gd name="csY302" fmla="*/ 190136 h 712294"/>
                <a:gd name="csX303" fmla="*/ 309569 w 394604"/>
                <a:gd name="csY303" fmla="*/ 192525 h 712294"/>
                <a:gd name="csX304" fmla="*/ 308135 w 394604"/>
                <a:gd name="csY304" fmla="*/ 194914 h 712294"/>
                <a:gd name="csX305" fmla="*/ 307658 w 394604"/>
                <a:gd name="csY305" fmla="*/ 196347 h 712294"/>
                <a:gd name="csX306" fmla="*/ 308613 w 394604"/>
                <a:gd name="csY306" fmla="*/ 197302 h 712294"/>
                <a:gd name="csX307" fmla="*/ 309091 w 394604"/>
                <a:gd name="csY307" fmla="*/ 198258 h 712294"/>
                <a:gd name="csX308" fmla="*/ 309091 w 394604"/>
                <a:gd name="csY308" fmla="*/ 198258 h 712294"/>
                <a:gd name="csX309" fmla="*/ 308613 w 394604"/>
                <a:gd name="csY309" fmla="*/ 199213 h 712294"/>
                <a:gd name="csX310" fmla="*/ 308613 w 394604"/>
                <a:gd name="csY310" fmla="*/ 200646 h 712294"/>
                <a:gd name="csX311" fmla="*/ 307658 w 394604"/>
                <a:gd name="csY311" fmla="*/ 202557 h 712294"/>
                <a:gd name="csX312" fmla="*/ 306702 w 394604"/>
                <a:gd name="csY312" fmla="*/ 203513 h 712294"/>
                <a:gd name="csX313" fmla="*/ 305269 w 394604"/>
                <a:gd name="csY313" fmla="*/ 204468 h 712294"/>
                <a:gd name="csX314" fmla="*/ 304791 w 394604"/>
                <a:gd name="csY314" fmla="*/ 205901 h 712294"/>
                <a:gd name="csX315" fmla="*/ 305269 w 394604"/>
                <a:gd name="csY315" fmla="*/ 206857 h 712294"/>
                <a:gd name="csX316" fmla="*/ 305269 w 394604"/>
                <a:gd name="csY316" fmla="*/ 208290 h 712294"/>
                <a:gd name="csX317" fmla="*/ 305269 w 394604"/>
                <a:gd name="csY317" fmla="*/ 209723 h 712294"/>
                <a:gd name="csX318" fmla="*/ 305269 w 394604"/>
                <a:gd name="csY318" fmla="*/ 211156 h 712294"/>
                <a:gd name="csX319" fmla="*/ 306224 w 394604"/>
                <a:gd name="csY319" fmla="*/ 212590 h 712294"/>
                <a:gd name="csX320" fmla="*/ 306224 w 394604"/>
                <a:gd name="csY320" fmla="*/ 214023 h 712294"/>
                <a:gd name="csX321" fmla="*/ 304791 w 394604"/>
                <a:gd name="csY321" fmla="*/ 217367 h 712294"/>
                <a:gd name="csX322" fmla="*/ 304791 w 394604"/>
                <a:gd name="csY322" fmla="*/ 217367 h 712294"/>
                <a:gd name="csX323" fmla="*/ 304314 w 394604"/>
                <a:gd name="csY323" fmla="*/ 219278 h 712294"/>
                <a:gd name="csX324" fmla="*/ 305269 w 394604"/>
                <a:gd name="csY324" fmla="*/ 227877 h 712294"/>
                <a:gd name="csX325" fmla="*/ 304791 w 394604"/>
                <a:gd name="csY325" fmla="*/ 229310 h 712294"/>
                <a:gd name="csX326" fmla="*/ 303836 w 394604"/>
                <a:gd name="csY326" fmla="*/ 230266 h 712294"/>
                <a:gd name="csX327" fmla="*/ 302403 w 394604"/>
                <a:gd name="csY327" fmla="*/ 230743 h 712294"/>
                <a:gd name="csX328" fmla="*/ 300970 w 394604"/>
                <a:gd name="csY328" fmla="*/ 230266 h 712294"/>
                <a:gd name="csX329" fmla="*/ 300014 w 394604"/>
                <a:gd name="csY329" fmla="*/ 231221 h 712294"/>
                <a:gd name="csX330" fmla="*/ 299536 w 394604"/>
                <a:gd name="csY330" fmla="*/ 235043 h 712294"/>
                <a:gd name="csX331" fmla="*/ 297625 w 394604"/>
                <a:gd name="csY331" fmla="*/ 243164 h 712294"/>
                <a:gd name="csX332" fmla="*/ 298103 w 394604"/>
                <a:gd name="csY332" fmla="*/ 245075 h 712294"/>
                <a:gd name="csX333" fmla="*/ 299536 w 394604"/>
                <a:gd name="csY333" fmla="*/ 248419 h 712294"/>
                <a:gd name="csX334" fmla="*/ 300014 w 394604"/>
                <a:gd name="csY334" fmla="*/ 250330 h 712294"/>
                <a:gd name="csX335" fmla="*/ 300492 w 394604"/>
                <a:gd name="csY335" fmla="*/ 251763 h 712294"/>
                <a:gd name="csX336" fmla="*/ 300970 w 394604"/>
                <a:gd name="csY336" fmla="*/ 254630 h 712294"/>
                <a:gd name="csX337" fmla="*/ 300014 w 394604"/>
                <a:gd name="csY337" fmla="*/ 256063 h 712294"/>
                <a:gd name="csX338" fmla="*/ 299059 w 394604"/>
                <a:gd name="csY338" fmla="*/ 256063 h 712294"/>
                <a:gd name="csX339" fmla="*/ 298103 w 394604"/>
                <a:gd name="csY339" fmla="*/ 257018 h 712294"/>
                <a:gd name="csX340" fmla="*/ 299536 w 394604"/>
                <a:gd name="csY340" fmla="*/ 260363 h 712294"/>
                <a:gd name="csX341" fmla="*/ 300492 w 394604"/>
                <a:gd name="csY341" fmla="*/ 262274 h 712294"/>
                <a:gd name="csX342" fmla="*/ 302880 w 394604"/>
                <a:gd name="csY342" fmla="*/ 265617 h 712294"/>
                <a:gd name="csX343" fmla="*/ 313390 w 394604"/>
                <a:gd name="csY343" fmla="*/ 269917 h 712294"/>
                <a:gd name="csX344" fmla="*/ 317690 w 394604"/>
                <a:gd name="csY344" fmla="*/ 272783 h 712294"/>
                <a:gd name="csX345" fmla="*/ 322467 w 394604"/>
                <a:gd name="csY345" fmla="*/ 276605 h 712294"/>
                <a:gd name="csX346" fmla="*/ 324856 w 394604"/>
                <a:gd name="csY346" fmla="*/ 280427 h 712294"/>
                <a:gd name="csX347" fmla="*/ 325334 w 394604"/>
                <a:gd name="csY347" fmla="*/ 283771 h 712294"/>
                <a:gd name="csX348" fmla="*/ 321512 w 394604"/>
                <a:gd name="csY348" fmla="*/ 288549 h 712294"/>
                <a:gd name="csX349" fmla="*/ 321034 w 394604"/>
                <a:gd name="csY349" fmla="*/ 292370 h 712294"/>
                <a:gd name="csX350" fmla="*/ 321989 w 394604"/>
                <a:gd name="csY350" fmla="*/ 295237 h 712294"/>
                <a:gd name="csX351" fmla="*/ 322945 w 394604"/>
                <a:gd name="csY351" fmla="*/ 298103 h 712294"/>
                <a:gd name="csX352" fmla="*/ 326767 w 394604"/>
                <a:gd name="csY352" fmla="*/ 301447 h 712294"/>
                <a:gd name="csX353" fmla="*/ 329633 w 394604"/>
                <a:gd name="csY353" fmla="*/ 302881 h 712294"/>
                <a:gd name="csX354" fmla="*/ 333455 w 394604"/>
                <a:gd name="csY354" fmla="*/ 302403 h 712294"/>
                <a:gd name="csX355" fmla="*/ 333933 w 394604"/>
                <a:gd name="csY355" fmla="*/ 303358 h 712294"/>
                <a:gd name="csX356" fmla="*/ 334411 w 394604"/>
                <a:gd name="csY356" fmla="*/ 304314 h 712294"/>
                <a:gd name="csX357" fmla="*/ 334888 w 394604"/>
                <a:gd name="csY357" fmla="*/ 311480 h 712294"/>
                <a:gd name="csX358" fmla="*/ 334888 w 394604"/>
                <a:gd name="csY358" fmla="*/ 313868 h 712294"/>
                <a:gd name="csX359" fmla="*/ 333933 w 394604"/>
                <a:gd name="csY359" fmla="*/ 316257 h 712294"/>
                <a:gd name="csX360" fmla="*/ 326767 w 394604"/>
                <a:gd name="csY360" fmla="*/ 327245 h 712294"/>
                <a:gd name="csX361" fmla="*/ 320556 w 394604"/>
                <a:gd name="csY361" fmla="*/ 334411 h 712294"/>
                <a:gd name="csX362" fmla="*/ 318168 w 394604"/>
                <a:gd name="csY362" fmla="*/ 338232 h 712294"/>
                <a:gd name="csX363" fmla="*/ 317690 w 394604"/>
                <a:gd name="csY363" fmla="*/ 342054 h 712294"/>
                <a:gd name="csX364" fmla="*/ 315779 w 394604"/>
                <a:gd name="csY364" fmla="*/ 343965 h 712294"/>
                <a:gd name="csX365" fmla="*/ 304791 w 394604"/>
                <a:gd name="csY365" fmla="*/ 350176 h 712294"/>
                <a:gd name="csX366" fmla="*/ 288548 w 394604"/>
                <a:gd name="csY366" fmla="*/ 355908 h 712294"/>
                <a:gd name="csX367" fmla="*/ 275172 w 394604"/>
                <a:gd name="csY367" fmla="*/ 358297 h 712294"/>
                <a:gd name="csX368" fmla="*/ 272306 w 394604"/>
                <a:gd name="csY368" fmla="*/ 359730 h 712294"/>
                <a:gd name="csX369" fmla="*/ 250808 w 394604"/>
                <a:gd name="csY369" fmla="*/ 362597 h 712294"/>
                <a:gd name="csX370" fmla="*/ 246986 w 394604"/>
                <a:gd name="csY370" fmla="*/ 363074 h 712294"/>
                <a:gd name="csX371" fmla="*/ 241253 w 394604"/>
                <a:gd name="csY371" fmla="*/ 362597 h 712294"/>
                <a:gd name="csX372" fmla="*/ 236954 w 394604"/>
                <a:gd name="csY372" fmla="*/ 363074 h 712294"/>
                <a:gd name="csX373" fmla="*/ 232176 w 394604"/>
                <a:gd name="csY373" fmla="*/ 362597 h 712294"/>
                <a:gd name="csX374" fmla="*/ 227877 w 394604"/>
                <a:gd name="csY374" fmla="*/ 361163 h 712294"/>
                <a:gd name="csX375" fmla="*/ 225488 w 394604"/>
                <a:gd name="csY375" fmla="*/ 358775 h 712294"/>
                <a:gd name="csX376" fmla="*/ 222622 w 394604"/>
                <a:gd name="csY376" fmla="*/ 358775 h 712294"/>
                <a:gd name="csX377" fmla="*/ 221666 w 394604"/>
                <a:gd name="csY377" fmla="*/ 359730 h 712294"/>
                <a:gd name="csX378" fmla="*/ 223100 w 394604"/>
                <a:gd name="csY378" fmla="*/ 363074 h 712294"/>
                <a:gd name="csX379" fmla="*/ 222622 w 394604"/>
                <a:gd name="csY379" fmla="*/ 366896 h 712294"/>
                <a:gd name="csX380" fmla="*/ 223577 w 394604"/>
                <a:gd name="csY380" fmla="*/ 368807 h 712294"/>
                <a:gd name="csX381" fmla="*/ 225010 w 394604"/>
                <a:gd name="csY381" fmla="*/ 369285 h 712294"/>
                <a:gd name="csX382" fmla="*/ 226921 w 394604"/>
                <a:gd name="csY382" fmla="*/ 370240 h 712294"/>
                <a:gd name="csX383" fmla="*/ 228355 w 394604"/>
                <a:gd name="csY383" fmla="*/ 372151 h 712294"/>
                <a:gd name="csX384" fmla="*/ 225966 w 394604"/>
                <a:gd name="csY384" fmla="*/ 372151 h 712294"/>
                <a:gd name="csX385" fmla="*/ 226921 w 394604"/>
                <a:gd name="csY385" fmla="*/ 373584 h 712294"/>
                <a:gd name="csX386" fmla="*/ 227877 w 394604"/>
                <a:gd name="csY386" fmla="*/ 374062 h 712294"/>
                <a:gd name="csX387" fmla="*/ 227877 w 394604"/>
                <a:gd name="csY387" fmla="*/ 376451 h 712294"/>
                <a:gd name="csX388" fmla="*/ 226444 w 394604"/>
                <a:gd name="csY388" fmla="*/ 382661 h 712294"/>
                <a:gd name="csX389" fmla="*/ 224055 w 394604"/>
                <a:gd name="csY389" fmla="*/ 384095 h 712294"/>
                <a:gd name="csX390" fmla="*/ 223577 w 394604"/>
                <a:gd name="csY390" fmla="*/ 384095 h 712294"/>
                <a:gd name="csX391" fmla="*/ 223100 w 394604"/>
                <a:gd name="csY391" fmla="*/ 385528 h 712294"/>
                <a:gd name="csX392" fmla="*/ 221189 w 394604"/>
                <a:gd name="csY392" fmla="*/ 391261 h 712294"/>
                <a:gd name="csX393" fmla="*/ 220711 w 394604"/>
                <a:gd name="csY393" fmla="*/ 395082 h 712294"/>
                <a:gd name="csX394" fmla="*/ 221666 w 394604"/>
                <a:gd name="csY394" fmla="*/ 397471 h 712294"/>
                <a:gd name="csX395" fmla="*/ 224533 w 394604"/>
                <a:gd name="csY395" fmla="*/ 402726 h 712294"/>
                <a:gd name="csX396" fmla="*/ 223100 w 394604"/>
                <a:gd name="csY396" fmla="*/ 406070 h 712294"/>
                <a:gd name="csX397" fmla="*/ 221666 w 394604"/>
                <a:gd name="csY397" fmla="*/ 407981 h 712294"/>
                <a:gd name="csX398" fmla="*/ 213545 w 394604"/>
                <a:gd name="csY398" fmla="*/ 411803 h 712294"/>
                <a:gd name="csX399" fmla="*/ 210201 w 394604"/>
                <a:gd name="csY399" fmla="*/ 413236 h 712294"/>
                <a:gd name="csX400" fmla="*/ 205424 w 394604"/>
                <a:gd name="csY400" fmla="*/ 414192 h 712294"/>
                <a:gd name="csX401" fmla="*/ 197302 w 394604"/>
                <a:gd name="csY401" fmla="*/ 414192 h 712294"/>
                <a:gd name="csX402" fmla="*/ 193958 w 394604"/>
                <a:gd name="csY402" fmla="*/ 414192 h 712294"/>
                <a:gd name="csX403" fmla="*/ 187270 w 394604"/>
                <a:gd name="csY403" fmla="*/ 410847 h 712294"/>
                <a:gd name="csX404" fmla="*/ 182015 w 394604"/>
                <a:gd name="csY404" fmla="*/ 408936 h 712294"/>
                <a:gd name="csX405" fmla="*/ 177238 w 394604"/>
                <a:gd name="csY405" fmla="*/ 407026 h 712294"/>
                <a:gd name="csX406" fmla="*/ 172460 w 394604"/>
                <a:gd name="csY406" fmla="*/ 406070 h 712294"/>
                <a:gd name="csX407" fmla="*/ 173416 w 394604"/>
                <a:gd name="csY407" fmla="*/ 405592 h 712294"/>
                <a:gd name="csX408" fmla="*/ 173416 w 394604"/>
                <a:gd name="csY408" fmla="*/ 404637 h 712294"/>
                <a:gd name="csX409" fmla="*/ 172460 w 394604"/>
                <a:gd name="csY409" fmla="*/ 404159 h 712294"/>
                <a:gd name="csX410" fmla="*/ 171505 w 394604"/>
                <a:gd name="csY410" fmla="*/ 404159 h 712294"/>
                <a:gd name="csX411" fmla="*/ 168638 w 394604"/>
                <a:gd name="csY411" fmla="*/ 406070 h 712294"/>
                <a:gd name="csX412" fmla="*/ 167205 w 394604"/>
                <a:gd name="csY412" fmla="*/ 407503 h 712294"/>
                <a:gd name="csX413" fmla="*/ 166727 w 394604"/>
                <a:gd name="csY413" fmla="*/ 409414 h 712294"/>
                <a:gd name="csX414" fmla="*/ 166727 w 394604"/>
                <a:gd name="csY414" fmla="*/ 413236 h 712294"/>
                <a:gd name="csX415" fmla="*/ 167205 w 394604"/>
                <a:gd name="csY415" fmla="*/ 416102 h 712294"/>
                <a:gd name="csX416" fmla="*/ 169594 w 394604"/>
                <a:gd name="csY416" fmla="*/ 424224 h 712294"/>
                <a:gd name="csX417" fmla="*/ 169594 w 394604"/>
                <a:gd name="csY417" fmla="*/ 428523 h 712294"/>
                <a:gd name="csX418" fmla="*/ 168638 w 394604"/>
                <a:gd name="csY418" fmla="*/ 434256 h 712294"/>
                <a:gd name="csX419" fmla="*/ 170072 w 394604"/>
                <a:gd name="csY419" fmla="*/ 437122 h 712294"/>
                <a:gd name="csX420" fmla="*/ 171983 w 394604"/>
                <a:gd name="csY420" fmla="*/ 438556 h 712294"/>
                <a:gd name="csX421" fmla="*/ 175804 w 394604"/>
                <a:gd name="csY421" fmla="*/ 439989 h 712294"/>
                <a:gd name="csX422" fmla="*/ 177238 w 394604"/>
                <a:gd name="csY422" fmla="*/ 440944 h 712294"/>
                <a:gd name="csX423" fmla="*/ 179149 w 394604"/>
                <a:gd name="csY423" fmla="*/ 440944 h 712294"/>
                <a:gd name="csX424" fmla="*/ 179626 w 394604"/>
                <a:gd name="csY424" fmla="*/ 441422 h 712294"/>
                <a:gd name="csX425" fmla="*/ 179149 w 394604"/>
                <a:gd name="csY425" fmla="*/ 441900 h 712294"/>
                <a:gd name="csX426" fmla="*/ 178193 w 394604"/>
                <a:gd name="csY426" fmla="*/ 443333 h 712294"/>
                <a:gd name="csX427" fmla="*/ 178193 w 394604"/>
                <a:gd name="csY427" fmla="*/ 444766 h 712294"/>
                <a:gd name="csX428" fmla="*/ 181059 w 394604"/>
                <a:gd name="csY428" fmla="*/ 445244 h 712294"/>
                <a:gd name="csX429" fmla="*/ 184403 w 394604"/>
                <a:gd name="csY429" fmla="*/ 445244 h 712294"/>
                <a:gd name="csX430" fmla="*/ 187748 w 394604"/>
                <a:gd name="csY430" fmla="*/ 444288 h 712294"/>
                <a:gd name="csX431" fmla="*/ 188225 w 394604"/>
                <a:gd name="csY431" fmla="*/ 443333 h 712294"/>
                <a:gd name="csX432" fmla="*/ 188225 w 394604"/>
                <a:gd name="csY432" fmla="*/ 441422 h 712294"/>
                <a:gd name="csX433" fmla="*/ 184403 w 394604"/>
                <a:gd name="csY433" fmla="*/ 440944 h 712294"/>
                <a:gd name="csX434" fmla="*/ 184881 w 394604"/>
                <a:gd name="csY434" fmla="*/ 439989 h 712294"/>
                <a:gd name="csX435" fmla="*/ 187748 w 394604"/>
                <a:gd name="csY435" fmla="*/ 439033 h 712294"/>
                <a:gd name="csX436" fmla="*/ 191569 w 394604"/>
                <a:gd name="csY436" fmla="*/ 437600 h 712294"/>
                <a:gd name="csX437" fmla="*/ 193480 w 394604"/>
                <a:gd name="csY437" fmla="*/ 437600 h 712294"/>
                <a:gd name="csX438" fmla="*/ 194914 w 394604"/>
                <a:gd name="csY438" fmla="*/ 438556 h 712294"/>
                <a:gd name="csX439" fmla="*/ 195869 w 394604"/>
                <a:gd name="csY439" fmla="*/ 439511 h 712294"/>
                <a:gd name="csX440" fmla="*/ 196825 w 394604"/>
                <a:gd name="csY440" fmla="*/ 441900 h 712294"/>
                <a:gd name="csX441" fmla="*/ 197780 w 394604"/>
                <a:gd name="csY441" fmla="*/ 444766 h 712294"/>
                <a:gd name="csX442" fmla="*/ 197780 w 394604"/>
                <a:gd name="csY442" fmla="*/ 448588 h 712294"/>
                <a:gd name="csX443" fmla="*/ 197302 w 394604"/>
                <a:gd name="csY443" fmla="*/ 451932 h 712294"/>
                <a:gd name="csX444" fmla="*/ 196825 w 394604"/>
                <a:gd name="csY444" fmla="*/ 452887 h 712294"/>
                <a:gd name="csX445" fmla="*/ 195869 w 394604"/>
                <a:gd name="csY445" fmla="*/ 454321 h 712294"/>
                <a:gd name="csX446" fmla="*/ 188703 w 394604"/>
                <a:gd name="csY446" fmla="*/ 456232 h 712294"/>
                <a:gd name="csX447" fmla="*/ 187270 w 394604"/>
                <a:gd name="csY447" fmla="*/ 455754 h 712294"/>
                <a:gd name="csX448" fmla="*/ 185359 w 394604"/>
                <a:gd name="csY448" fmla="*/ 453365 h 712294"/>
                <a:gd name="csX449" fmla="*/ 184881 w 394604"/>
                <a:gd name="csY449" fmla="*/ 450499 h 712294"/>
                <a:gd name="csX450" fmla="*/ 182970 w 394604"/>
                <a:gd name="csY450" fmla="*/ 448588 h 712294"/>
                <a:gd name="csX451" fmla="*/ 180104 w 394604"/>
                <a:gd name="csY451" fmla="*/ 447155 h 712294"/>
                <a:gd name="csX452" fmla="*/ 176760 w 394604"/>
                <a:gd name="csY452" fmla="*/ 447633 h 712294"/>
                <a:gd name="csX453" fmla="*/ 173416 w 394604"/>
                <a:gd name="csY453" fmla="*/ 450499 h 712294"/>
                <a:gd name="csX454" fmla="*/ 170549 w 394604"/>
                <a:gd name="csY454" fmla="*/ 450977 h 712294"/>
                <a:gd name="csX455" fmla="*/ 169116 w 394604"/>
                <a:gd name="csY455" fmla="*/ 453365 h 712294"/>
                <a:gd name="csX456" fmla="*/ 177238 w 394604"/>
                <a:gd name="csY456" fmla="*/ 457187 h 712294"/>
                <a:gd name="csX457" fmla="*/ 181059 w 394604"/>
                <a:gd name="csY457" fmla="*/ 458143 h 712294"/>
                <a:gd name="csX458" fmla="*/ 182015 w 394604"/>
                <a:gd name="csY458" fmla="*/ 458143 h 712294"/>
                <a:gd name="csX459" fmla="*/ 183448 w 394604"/>
                <a:gd name="csY459" fmla="*/ 458620 h 712294"/>
                <a:gd name="csX460" fmla="*/ 182015 w 394604"/>
                <a:gd name="csY460" fmla="*/ 460053 h 712294"/>
                <a:gd name="csX461" fmla="*/ 181059 w 394604"/>
                <a:gd name="csY461" fmla="*/ 461009 h 712294"/>
                <a:gd name="csX462" fmla="*/ 175327 w 394604"/>
                <a:gd name="csY462" fmla="*/ 462920 h 712294"/>
                <a:gd name="csX463" fmla="*/ 172938 w 394604"/>
                <a:gd name="csY463" fmla="*/ 463875 h 712294"/>
                <a:gd name="csX464" fmla="*/ 170072 w 394604"/>
                <a:gd name="csY464" fmla="*/ 466742 h 712294"/>
                <a:gd name="csX465" fmla="*/ 165772 w 394604"/>
                <a:gd name="csY465" fmla="*/ 472475 h 712294"/>
                <a:gd name="csX466" fmla="*/ 164817 w 394604"/>
                <a:gd name="csY466" fmla="*/ 473430 h 712294"/>
                <a:gd name="csX467" fmla="*/ 164339 w 394604"/>
                <a:gd name="csY467" fmla="*/ 474863 h 712294"/>
                <a:gd name="csX468" fmla="*/ 163861 w 394604"/>
                <a:gd name="csY468" fmla="*/ 479163 h 712294"/>
                <a:gd name="csX469" fmla="*/ 164817 w 394604"/>
                <a:gd name="csY469" fmla="*/ 485373 h 712294"/>
                <a:gd name="csX470" fmla="*/ 163861 w 394604"/>
                <a:gd name="csY470" fmla="*/ 488240 h 712294"/>
                <a:gd name="csX471" fmla="*/ 164339 w 394604"/>
                <a:gd name="csY471" fmla="*/ 491584 h 712294"/>
                <a:gd name="csX472" fmla="*/ 163861 w 394604"/>
                <a:gd name="csY472" fmla="*/ 493494 h 712294"/>
                <a:gd name="csX473" fmla="*/ 162428 w 394604"/>
                <a:gd name="csY473" fmla="*/ 496361 h 712294"/>
                <a:gd name="csX474" fmla="*/ 157173 w 394604"/>
                <a:gd name="csY474" fmla="*/ 501138 h 712294"/>
                <a:gd name="csX475" fmla="*/ 155740 w 394604"/>
                <a:gd name="csY475" fmla="*/ 504482 h 712294"/>
                <a:gd name="csX476" fmla="*/ 158128 w 394604"/>
                <a:gd name="csY476" fmla="*/ 506393 h 712294"/>
                <a:gd name="csX477" fmla="*/ 157651 w 394604"/>
                <a:gd name="csY477" fmla="*/ 508304 h 712294"/>
                <a:gd name="csX478" fmla="*/ 157173 w 394604"/>
                <a:gd name="csY478" fmla="*/ 509737 h 712294"/>
                <a:gd name="csX479" fmla="*/ 154784 w 394604"/>
                <a:gd name="csY479" fmla="*/ 509737 h 712294"/>
                <a:gd name="csX480" fmla="*/ 146185 w 394604"/>
                <a:gd name="csY480" fmla="*/ 508782 h 712294"/>
                <a:gd name="csX481" fmla="*/ 142841 w 394604"/>
                <a:gd name="csY481" fmla="*/ 510693 h 712294"/>
                <a:gd name="csX482" fmla="*/ 139975 w 394604"/>
                <a:gd name="csY482" fmla="*/ 512604 h 712294"/>
                <a:gd name="csX483" fmla="*/ 139497 w 394604"/>
                <a:gd name="csY483" fmla="*/ 513559 h 712294"/>
                <a:gd name="csX484" fmla="*/ 138542 w 394604"/>
                <a:gd name="csY484" fmla="*/ 514515 h 712294"/>
                <a:gd name="csX485" fmla="*/ 132331 w 394604"/>
                <a:gd name="csY485" fmla="*/ 515470 h 712294"/>
                <a:gd name="csX486" fmla="*/ 131376 w 394604"/>
                <a:gd name="csY486" fmla="*/ 516425 h 712294"/>
                <a:gd name="csX487" fmla="*/ 125165 w 394604"/>
                <a:gd name="csY487" fmla="*/ 524547 h 712294"/>
                <a:gd name="csX488" fmla="*/ 122299 w 394604"/>
                <a:gd name="csY488" fmla="*/ 529802 h 712294"/>
                <a:gd name="csX489" fmla="*/ 118954 w 394604"/>
                <a:gd name="csY489" fmla="*/ 535057 h 712294"/>
                <a:gd name="csX490" fmla="*/ 117999 w 394604"/>
                <a:gd name="csY490" fmla="*/ 536968 h 712294"/>
                <a:gd name="csX491" fmla="*/ 117999 w 394604"/>
                <a:gd name="csY491" fmla="*/ 539834 h 712294"/>
                <a:gd name="csX492" fmla="*/ 118477 w 394604"/>
                <a:gd name="csY492" fmla="*/ 542701 h 712294"/>
                <a:gd name="csX493" fmla="*/ 118954 w 394604"/>
                <a:gd name="csY493" fmla="*/ 544612 h 712294"/>
                <a:gd name="csX494" fmla="*/ 119910 w 394604"/>
                <a:gd name="csY494" fmla="*/ 547000 h 712294"/>
                <a:gd name="csX495" fmla="*/ 122299 w 394604"/>
                <a:gd name="csY495" fmla="*/ 550344 h 712294"/>
                <a:gd name="csX496" fmla="*/ 134720 w 394604"/>
                <a:gd name="csY496" fmla="*/ 562288 h 712294"/>
                <a:gd name="csX497" fmla="*/ 137108 w 394604"/>
                <a:gd name="csY497" fmla="*/ 563243 h 712294"/>
                <a:gd name="csX498" fmla="*/ 150007 w 394604"/>
                <a:gd name="csY498" fmla="*/ 564676 h 712294"/>
                <a:gd name="csX499" fmla="*/ 152873 w 394604"/>
                <a:gd name="csY499" fmla="*/ 566109 h 712294"/>
                <a:gd name="csX500" fmla="*/ 154307 w 394604"/>
                <a:gd name="csY500" fmla="*/ 568976 h 712294"/>
                <a:gd name="csX501" fmla="*/ 155262 w 394604"/>
                <a:gd name="csY501" fmla="*/ 571364 h 712294"/>
                <a:gd name="csX502" fmla="*/ 154307 w 394604"/>
                <a:gd name="csY502" fmla="*/ 577097 h 712294"/>
                <a:gd name="csX503" fmla="*/ 153829 w 394604"/>
                <a:gd name="csY503" fmla="*/ 579008 h 712294"/>
                <a:gd name="csX504" fmla="*/ 152396 w 394604"/>
                <a:gd name="csY504" fmla="*/ 580919 h 712294"/>
                <a:gd name="csX505" fmla="*/ 149052 w 394604"/>
                <a:gd name="csY505" fmla="*/ 582830 h 712294"/>
                <a:gd name="csX506" fmla="*/ 145707 w 394604"/>
                <a:gd name="csY506" fmla="*/ 584263 h 712294"/>
                <a:gd name="csX507" fmla="*/ 146663 w 394604"/>
                <a:gd name="csY507" fmla="*/ 584741 h 712294"/>
                <a:gd name="csX508" fmla="*/ 148096 w 394604"/>
                <a:gd name="csY508" fmla="*/ 584741 h 712294"/>
                <a:gd name="csX509" fmla="*/ 151440 w 394604"/>
                <a:gd name="csY509" fmla="*/ 584263 h 712294"/>
                <a:gd name="csX510" fmla="*/ 152396 w 394604"/>
                <a:gd name="csY510" fmla="*/ 584741 h 712294"/>
                <a:gd name="csX511" fmla="*/ 153829 w 394604"/>
                <a:gd name="csY511" fmla="*/ 587130 h 712294"/>
                <a:gd name="csX512" fmla="*/ 151440 w 394604"/>
                <a:gd name="csY512" fmla="*/ 588085 h 712294"/>
                <a:gd name="csX513" fmla="*/ 150962 w 394604"/>
                <a:gd name="csY513" fmla="*/ 589518 h 712294"/>
                <a:gd name="csX514" fmla="*/ 149529 w 394604"/>
                <a:gd name="csY514" fmla="*/ 590951 h 712294"/>
                <a:gd name="csX515" fmla="*/ 141886 w 394604"/>
                <a:gd name="csY515" fmla="*/ 598117 h 712294"/>
                <a:gd name="csX516" fmla="*/ 138064 w 394604"/>
                <a:gd name="csY516" fmla="*/ 600028 h 712294"/>
                <a:gd name="csX517" fmla="*/ 134242 w 394604"/>
                <a:gd name="csY517" fmla="*/ 602895 h 712294"/>
                <a:gd name="csX518" fmla="*/ 129465 w 394604"/>
                <a:gd name="csY518" fmla="*/ 605761 h 712294"/>
                <a:gd name="csX519" fmla="*/ 127554 w 394604"/>
                <a:gd name="csY519" fmla="*/ 607672 h 712294"/>
                <a:gd name="csX520" fmla="*/ 124687 w 394604"/>
                <a:gd name="csY520" fmla="*/ 611016 h 712294"/>
                <a:gd name="csX521" fmla="*/ 120865 w 394604"/>
                <a:gd name="csY521" fmla="*/ 614838 h 712294"/>
                <a:gd name="csX522" fmla="*/ 116566 w 394604"/>
                <a:gd name="csY522" fmla="*/ 622959 h 712294"/>
                <a:gd name="csX523" fmla="*/ 116566 w 394604"/>
                <a:gd name="csY523" fmla="*/ 624392 h 712294"/>
                <a:gd name="csX524" fmla="*/ 117044 w 394604"/>
                <a:gd name="csY524" fmla="*/ 625826 h 712294"/>
                <a:gd name="csX525" fmla="*/ 114655 w 394604"/>
                <a:gd name="csY525" fmla="*/ 640157 h 712294"/>
                <a:gd name="csX526" fmla="*/ 113700 w 394604"/>
                <a:gd name="csY526" fmla="*/ 642069 h 712294"/>
                <a:gd name="csX527" fmla="*/ 111789 w 394604"/>
                <a:gd name="csY527" fmla="*/ 643502 h 712294"/>
                <a:gd name="csX528" fmla="*/ 107489 w 394604"/>
                <a:gd name="csY528" fmla="*/ 646846 h 712294"/>
                <a:gd name="csX529" fmla="*/ 105100 w 394604"/>
                <a:gd name="csY529" fmla="*/ 646846 h 712294"/>
                <a:gd name="csX530" fmla="*/ 102234 w 394604"/>
                <a:gd name="csY530" fmla="*/ 645412 h 712294"/>
                <a:gd name="csX531" fmla="*/ 100801 w 394604"/>
                <a:gd name="csY531" fmla="*/ 643502 h 712294"/>
                <a:gd name="csX532" fmla="*/ 98890 w 394604"/>
                <a:gd name="csY532" fmla="*/ 640157 h 712294"/>
                <a:gd name="csX533" fmla="*/ 96979 w 394604"/>
                <a:gd name="csY533" fmla="*/ 637291 h 712294"/>
                <a:gd name="csX534" fmla="*/ 96979 w 394604"/>
                <a:gd name="csY534" fmla="*/ 638246 h 712294"/>
                <a:gd name="csX535" fmla="*/ 97457 w 394604"/>
                <a:gd name="csY535" fmla="*/ 640157 h 712294"/>
                <a:gd name="csX536" fmla="*/ 96979 w 394604"/>
                <a:gd name="csY536" fmla="*/ 642546 h 712294"/>
                <a:gd name="csX537" fmla="*/ 92202 w 394604"/>
                <a:gd name="csY537" fmla="*/ 643024 h 712294"/>
                <a:gd name="csX538" fmla="*/ 90769 w 394604"/>
                <a:gd name="csY538" fmla="*/ 643979 h 712294"/>
                <a:gd name="csX539" fmla="*/ 95546 w 394604"/>
                <a:gd name="csY539" fmla="*/ 643979 h 712294"/>
                <a:gd name="csX540" fmla="*/ 98412 w 394604"/>
                <a:gd name="csY540" fmla="*/ 644457 h 712294"/>
                <a:gd name="csX541" fmla="*/ 99845 w 394604"/>
                <a:gd name="csY541" fmla="*/ 644935 h 712294"/>
                <a:gd name="csX542" fmla="*/ 100801 w 394604"/>
                <a:gd name="csY542" fmla="*/ 646846 h 712294"/>
                <a:gd name="csX543" fmla="*/ 101756 w 394604"/>
                <a:gd name="csY543" fmla="*/ 648757 h 712294"/>
                <a:gd name="csX544" fmla="*/ 101279 w 394604"/>
                <a:gd name="csY544" fmla="*/ 649712 h 712294"/>
                <a:gd name="csX545" fmla="*/ 98412 w 394604"/>
                <a:gd name="csY545" fmla="*/ 650668 h 712294"/>
                <a:gd name="csX546" fmla="*/ 95546 w 394604"/>
                <a:gd name="csY546" fmla="*/ 652101 h 712294"/>
                <a:gd name="csX547" fmla="*/ 91724 w 394604"/>
                <a:gd name="csY547" fmla="*/ 654967 h 712294"/>
                <a:gd name="csX548" fmla="*/ 89813 w 394604"/>
                <a:gd name="csY548" fmla="*/ 658311 h 712294"/>
                <a:gd name="csX549" fmla="*/ 88858 w 394604"/>
                <a:gd name="csY549" fmla="*/ 660700 h 712294"/>
                <a:gd name="csX550" fmla="*/ 87902 w 394604"/>
                <a:gd name="csY550" fmla="*/ 665477 h 712294"/>
                <a:gd name="csX551" fmla="*/ 87424 w 394604"/>
                <a:gd name="csY551" fmla="*/ 668821 h 712294"/>
                <a:gd name="csX552" fmla="*/ 85991 w 394604"/>
                <a:gd name="csY552" fmla="*/ 671210 h 712294"/>
                <a:gd name="csX553" fmla="*/ 83125 w 394604"/>
                <a:gd name="csY553" fmla="*/ 673599 h 712294"/>
                <a:gd name="csX554" fmla="*/ 83603 w 394604"/>
                <a:gd name="csY554" fmla="*/ 674076 h 712294"/>
                <a:gd name="csX555" fmla="*/ 85036 w 394604"/>
                <a:gd name="csY555" fmla="*/ 672643 h 712294"/>
                <a:gd name="csX556" fmla="*/ 86469 w 394604"/>
                <a:gd name="csY556" fmla="*/ 672643 h 712294"/>
                <a:gd name="csX557" fmla="*/ 87424 w 394604"/>
                <a:gd name="csY557" fmla="*/ 675510 h 712294"/>
                <a:gd name="csX558" fmla="*/ 89335 w 394604"/>
                <a:gd name="csY558" fmla="*/ 681242 h 712294"/>
                <a:gd name="csX559" fmla="*/ 89813 w 394604"/>
                <a:gd name="csY559" fmla="*/ 685542 h 712294"/>
                <a:gd name="csX560" fmla="*/ 89813 w 394604"/>
                <a:gd name="csY560" fmla="*/ 686975 h 712294"/>
                <a:gd name="csX561" fmla="*/ 89335 w 394604"/>
                <a:gd name="csY561" fmla="*/ 688408 h 712294"/>
                <a:gd name="csX562" fmla="*/ 85991 w 394604"/>
                <a:gd name="csY562" fmla="*/ 688886 h 712294"/>
                <a:gd name="csX563" fmla="*/ 83125 w 394604"/>
                <a:gd name="csY563" fmla="*/ 688886 h 712294"/>
                <a:gd name="csX564" fmla="*/ 81214 w 394604"/>
                <a:gd name="csY564" fmla="*/ 689364 h 712294"/>
                <a:gd name="csX565" fmla="*/ 82170 w 394604"/>
                <a:gd name="csY565" fmla="*/ 690319 h 712294"/>
                <a:gd name="csX566" fmla="*/ 84080 w 394604"/>
                <a:gd name="csY566" fmla="*/ 690319 h 712294"/>
                <a:gd name="csX567" fmla="*/ 86947 w 394604"/>
                <a:gd name="csY567" fmla="*/ 691752 h 712294"/>
                <a:gd name="csX568" fmla="*/ 89813 w 394604"/>
                <a:gd name="csY568" fmla="*/ 691275 h 712294"/>
                <a:gd name="csX569" fmla="*/ 91246 w 394604"/>
                <a:gd name="csY569" fmla="*/ 692230 h 712294"/>
                <a:gd name="csX570" fmla="*/ 92202 w 394604"/>
                <a:gd name="csY570" fmla="*/ 693185 h 712294"/>
                <a:gd name="csX571" fmla="*/ 96501 w 394604"/>
                <a:gd name="csY571" fmla="*/ 702262 h 712294"/>
                <a:gd name="csX572" fmla="*/ 100323 w 394604"/>
                <a:gd name="csY572" fmla="*/ 707517 h 712294"/>
                <a:gd name="csX573" fmla="*/ 102712 w 394604"/>
                <a:gd name="csY573" fmla="*/ 710861 h 712294"/>
                <a:gd name="csX574" fmla="*/ 101756 w 394604"/>
                <a:gd name="csY574" fmla="*/ 712295 h 712294"/>
                <a:gd name="csX575" fmla="*/ 101279 w 394604"/>
                <a:gd name="csY575" fmla="*/ 710384 h 712294"/>
                <a:gd name="csX576" fmla="*/ 101279 w 394604"/>
                <a:gd name="csY576" fmla="*/ 710384 h 712294"/>
                <a:gd name="csX577" fmla="*/ 98412 w 394604"/>
                <a:gd name="csY577" fmla="*/ 709906 h 712294"/>
                <a:gd name="csX578" fmla="*/ 98412 w 394604"/>
                <a:gd name="csY578" fmla="*/ 709906 h 712294"/>
                <a:gd name="csX579" fmla="*/ 96024 w 394604"/>
                <a:gd name="csY579" fmla="*/ 709428 h 712294"/>
                <a:gd name="csX580" fmla="*/ 92202 w 394604"/>
                <a:gd name="csY580" fmla="*/ 707995 h 712294"/>
                <a:gd name="csX581" fmla="*/ 86469 w 394604"/>
                <a:gd name="csY581" fmla="*/ 705606 h 712294"/>
                <a:gd name="csX582" fmla="*/ 80736 w 394604"/>
                <a:gd name="csY582" fmla="*/ 705606 h 712294"/>
                <a:gd name="csX583" fmla="*/ 76437 w 394604"/>
                <a:gd name="csY583" fmla="*/ 704173 h 712294"/>
                <a:gd name="csX584" fmla="*/ 71659 w 394604"/>
                <a:gd name="csY584" fmla="*/ 701785 h 712294"/>
                <a:gd name="csX585" fmla="*/ 61149 w 394604"/>
                <a:gd name="csY585" fmla="*/ 701785 h 712294"/>
                <a:gd name="csX586" fmla="*/ 52072 w 394604"/>
                <a:gd name="csY586" fmla="*/ 701785 h 712294"/>
                <a:gd name="csX587" fmla="*/ 42518 w 394604"/>
                <a:gd name="csY587" fmla="*/ 701785 h 712294"/>
                <a:gd name="csX588" fmla="*/ 42518 w 394604"/>
                <a:gd name="csY588" fmla="*/ 701785 h 712294"/>
                <a:gd name="csX589" fmla="*/ 36785 w 394604"/>
                <a:gd name="csY589" fmla="*/ 701307 h 712294"/>
                <a:gd name="csX590" fmla="*/ 32486 w 394604"/>
                <a:gd name="csY590" fmla="*/ 701307 h 712294"/>
                <a:gd name="csX591" fmla="*/ 31530 w 394604"/>
                <a:gd name="csY591" fmla="*/ 700829 h 712294"/>
                <a:gd name="csX592" fmla="*/ 32008 w 394604"/>
                <a:gd name="csY592" fmla="*/ 698441 h 712294"/>
                <a:gd name="csX593" fmla="*/ 30575 w 394604"/>
                <a:gd name="csY593" fmla="*/ 696530 h 712294"/>
                <a:gd name="csX594" fmla="*/ 28186 w 394604"/>
                <a:gd name="csY594" fmla="*/ 694141 h 712294"/>
                <a:gd name="csX595" fmla="*/ 28186 w 394604"/>
                <a:gd name="csY595" fmla="*/ 694141 h 712294"/>
                <a:gd name="csX596" fmla="*/ 25797 w 394604"/>
                <a:gd name="csY596" fmla="*/ 692708 h 712294"/>
                <a:gd name="csX597" fmla="*/ 24364 w 394604"/>
                <a:gd name="csY597" fmla="*/ 690797 h 712294"/>
                <a:gd name="csX598" fmla="*/ 22931 w 394604"/>
                <a:gd name="csY598" fmla="*/ 688408 h 712294"/>
                <a:gd name="csX599" fmla="*/ 23886 w 394604"/>
                <a:gd name="csY599" fmla="*/ 686497 h 712294"/>
                <a:gd name="csX600" fmla="*/ 24842 w 394604"/>
                <a:gd name="csY600" fmla="*/ 681242 h 712294"/>
                <a:gd name="csX601" fmla="*/ 24842 w 394604"/>
                <a:gd name="csY601" fmla="*/ 678853 h 712294"/>
                <a:gd name="csX602" fmla="*/ 23886 w 394604"/>
                <a:gd name="csY602" fmla="*/ 677420 h 712294"/>
                <a:gd name="csX603" fmla="*/ 23409 w 394604"/>
                <a:gd name="csY603" fmla="*/ 675510 h 712294"/>
                <a:gd name="csX604" fmla="*/ 23886 w 394604"/>
                <a:gd name="csY604" fmla="*/ 674554 h 712294"/>
                <a:gd name="csX605" fmla="*/ 24842 w 394604"/>
                <a:gd name="csY605" fmla="*/ 673599 h 712294"/>
                <a:gd name="csX606" fmla="*/ 24842 w 394604"/>
                <a:gd name="csY606" fmla="*/ 673599 h 712294"/>
                <a:gd name="csX607" fmla="*/ 25320 w 394604"/>
                <a:gd name="csY607" fmla="*/ 670254 h 712294"/>
                <a:gd name="csX608" fmla="*/ 24842 w 394604"/>
                <a:gd name="csY608" fmla="*/ 666433 h 712294"/>
                <a:gd name="csX609" fmla="*/ 24364 w 394604"/>
                <a:gd name="csY609" fmla="*/ 663566 h 712294"/>
                <a:gd name="csX610" fmla="*/ 23409 w 394604"/>
                <a:gd name="csY610" fmla="*/ 662133 h 712294"/>
                <a:gd name="csX611" fmla="*/ 22931 w 394604"/>
                <a:gd name="csY611" fmla="*/ 662133 h 712294"/>
                <a:gd name="csX612" fmla="*/ 21975 w 394604"/>
                <a:gd name="csY612" fmla="*/ 661655 h 712294"/>
                <a:gd name="csX613" fmla="*/ 21020 w 394604"/>
                <a:gd name="csY613" fmla="*/ 661178 h 712294"/>
                <a:gd name="csX614" fmla="*/ 18631 w 394604"/>
                <a:gd name="csY614" fmla="*/ 662611 h 712294"/>
                <a:gd name="csX615" fmla="*/ 15287 w 394604"/>
                <a:gd name="csY615" fmla="*/ 662133 h 712294"/>
                <a:gd name="csX616" fmla="*/ 13854 w 394604"/>
                <a:gd name="csY616" fmla="*/ 662611 h 712294"/>
                <a:gd name="csX617" fmla="*/ 11943 w 394604"/>
                <a:gd name="csY617" fmla="*/ 664044 h 712294"/>
                <a:gd name="csX618" fmla="*/ 9555 w 394604"/>
                <a:gd name="csY618" fmla="*/ 665955 h 712294"/>
                <a:gd name="csX619" fmla="*/ 8121 w 394604"/>
                <a:gd name="csY619" fmla="*/ 664999 h 712294"/>
                <a:gd name="csX620" fmla="*/ 7644 w 394604"/>
                <a:gd name="csY620" fmla="*/ 663088 h 712294"/>
                <a:gd name="csX621" fmla="*/ 6688 w 394604"/>
                <a:gd name="csY621" fmla="*/ 661655 h 712294"/>
                <a:gd name="csX622" fmla="*/ 6210 w 394604"/>
                <a:gd name="csY622" fmla="*/ 659744 h 712294"/>
                <a:gd name="csX623" fmla="*/ 5733 w 394604"/>
                <a:gd name="csY623" fmla="*/ 657356 h 712294"/>
                <a:gd name="csX624" fmla="*/ 4777 w 394604"/>
                <a:gd name="csY624" fmla="*/ 654489 h 712294"/>
                <a:gd name="csX625" fmla="*/ 3344 w 394604"/>
                <a:gd name="csY625" fmla="*/ 650668 h 712294"/>
                <a:gd name="csX626" fmla="*/ 1433 w 394604"/>
                <a:gd name="csY626" fmla="*/ 647801 h 712294"/>
                <a:gd name="csX627" fmla="*/ 956 w 394604"/>
                <a:gd name="csY627" fmla="*/ 644935 h 712294"/>
                <a:gd name="csX628" fmla="*/ 956 w 394604"/>
                <a:gd name="csY628" fmla="*/ 641591 h 712294"/>
                <a:gd name="csX629" fmla="*/ 1911 w 394604"/>
                <a:gd name="csY629" fmla="*/ 638246 h 712294"/>
                <a:gd name="csX630" fmla="*/ 1911 w 394604"/>
                <a:gd name="csY630" fmla="*/ 638246 h 712294"/>
                <a:gd name="csX631" fmla="*/ 956 w 394604"/>
                <a:gd name="csY631" fmla="*/ 635380 h 712294"/>
                <a:gd name="csX632" fmla="*/ 0 w 394604"/>
                <a:gd name="csY632" fmla="*/ 632514 h 712294"/>
                <a:gd name="csX633" fmla="*/ 0 w 394604"/>
                <a:gd name="csY633" fmla="*/ 629170 h 712294"/>
                <a:gd name="csX634" fmla="*/ 1433 w 394604"/>
                <a:gd name="csY634" fmla="*/ 627259 h 712294"/>
                <a:gd name="csX635" fmla="*/ 1911 w 394604"/>
                <a:gd name="csY635" fmla="*/ 625348 h 712294"/>
                <a:gd name="csX636" fmla="*/ 1911 w 394604"/>
                <a:gd name="csY636" fmla="*/ 624870 h 712294"/>
                <a:gd name="csX637" fmla="*/ 8121 w 394604"/>
                <a:gd name="csY637" fmla="*/ 624392 h 712294"/>
                <a:gd name="csX638" fmla="*/ 8599 w 394604"/>
                <a:gd name="csY638" fmla="*/ 624392 h 712294"/>
                <a:gd name="csX639" fmla="*/ 8599 w 394604"/>
                <a:gd name="csY639" fmla="*/ 624392 h 712294"/>
                <a:gd name="csX640" fmla="*/ 8121 w 394604"/>
                <a:gd name="csY640" fmla="*/ 621526 h 712294"/>
                <a:gd name="csX641" fmla="*/ 9077 w 394604"/>
                <a:gd name="csY641" fmla="*/ 618660 h 712294"/>
                <a:gd name="csX642" fmla="*/ 9555 w 394604"/>
                <a:gd name="csY642" fmla="*/ 618660 h 712294"/>
                <a:gd name="csX643" fmla="*/ 10510 w 394604"/>
                <a:gd name="csY643" fmla="*/ 616749 h 712294"/>
                <a:gd name="csX644" fmla="*/ 11465 w 394604"/>
                <a:gd name="csY644" fmla="*/ 615315 h 712294"/>
                <a:gd name="csX645" fmla="*/ 13854 w 394604"/>
                <a:gd name="csY645" fmla="*/ 614838 h 712294"/>
                <a:gd name="csX646" fmla="*/ 16721 w 394604"/>
                <a:gd name="csY646" fmla="*/ 613405 h 712294"/>
                <a:gd name="csX647" fmla="*/ 18154 w 394604"/>
                <a:gd name="csY647" fmla="*/ 611971 h 712294"/>
                <a:gd name="csX648" fmla="*/ 18631 w 394604"/>
                <a:gd name="csY648" fmla="*/ 610538 h 712294"/>
                <a:gd name="csX649" fmla="*/ 19109 w 394604"/>
                <a:gd name="csY649" fmla="*/ 608627 h 712294"/>
                <a:gd name="csX650" fmla="*/ 19587 w 394604"/>
                <a:gd name="csY650" fmla="*/ 606716 h 712294"/>
                <a:gd name="csX651" fmla="*/ 19109 w 394604"/>
                <a:gd name="csY651" fmla="*/ 602895 h 712294"/>
                <a:gd name="csX652" fmla="*/ 19587 w 394604"/>
                <a:gd name="csY652" fmla="*/ 601939 h 712294"/>
                <a:gd name="csX653" fmla="*/ 21020 w 394604"/>
                <a:gd name="csY653" fmla="*/ 600028 h 712294"/>
                <a:gd name="csX654" fmla="*/ 23886 w 394604"/>
                <a:gd name="csY654" fmla="*/ 598595 h 712294"/>
                <a:gd name="csX655" fmla="*/ 23886 w 394604"/>
                <a:gd name="csY655" fmla="*/ 598595 h 712294"/>
                <a:gd name="csX656" fmla="*/ 25320 w 394604"/>
                <a:gd name="csY656" fmla="*/ 594773 h 712294"/>
                <a:gd name="csX657" fmla="*/ 24364 w 394604"/>
                <a:gd name="csY657" fmla="*/ 591907 h 712294"/>
                <a:gd name="csX658" fmla="*/ 22931 w 394604"/>
                <a:gd name="csY658" fmla="*/ 589040 h 712294"/>
                <a:gd name="csX659" fmla="*/ 21020 w 394604"/>
                <a:gd name="csY659" fmla="*/ 588085 h 712294"/>
                <a:gd name="csX660" fmla="*/ 20542 w 394604"/>
                <a:gd name="csY660" fmla="*/ 585219 h 712294"/>
                <a:gd name="csX661" fmla="*/ 21498 w 394604"/>
                <a:gd name="csY661" fmla="*/ 582830 h 712294"/>
                <a:gd name="csX662" fmla="*/ 22931 w 394604"/>
                <a:gd name="csY662" fmla="*/ 580441 h 712294"/>
                <a:gd name="csX663" fmla="*/ 24364 w 394604"/>
                <a:gd name="csY663" fmla="*/ 577097 h 712294"/>
                <a:gd name="csX664" fmla="*/ 24364 w 394604"/>
                <a:gd name="csY664" fmla="*/ 577097 h 712294"/>
                <a:gd name="csX665" fmla="*/ 24364 w 394604"/>
                <a:gd name="csY665" fmla="*/ 575186 h 712294"/>
                <a:gd name="csX666" fmla="*/ 25320 w 394604"/>
                <a:gd name="csY666" fmla="*/ 573753 h 712294"/>
                <a:gd name="csX667" fmla="*/ 28664 w 394604"/>
                <a:gd name="csY667" fmla="*/ 570887 h 712294"/>
                <a:gd name="csX668" fmla="*/ 29141 w 394604"/>
                <a:gd name="csY668" fmla="*/ 570887 h 712294"/>
                <a:gd name="csX669" fmla="*/ 30097 w 394604"/>
                <a:gd name="csY669" fmla="*/ 568498 h 712294"/>
                <a:gd name="csX670" fmla="*/ 31530 w 394604"/>
                <a:gd name="csY670" fmla="*/ 567543 h 712294"/>
                <a:gd name="csX671" fmla="*/ 32963 w 394604"/>
                <a:gd name="csY671" fmla="*/ 567543 h 712294"/>
                <a:gd name="csX672" fmla="*/ 32963 w 394604"/>
                <a:gd name="csY672" fmla="*/ 567543 h 712294"/>
                <a:gd name="csX673" fmla="*/ 32963 w 394604"/>
                <a:gd name="csY673" fmla="*/ 565632 h 712294"/>
                <a:gd name="csX674" fmla="*/ 32008 w 394604"/>
                <a:gd name="csY674" fmla="*/ 564198 h 712294"/>
                <a:gd name="csX675" fmla="*/ 31530 w 394604"/>
                <a:gd name="csY675" fmla="*/ 562288 h 712294"/>
                <a:gd name="csX676" fmla="*/ 32008 w 394604"/>
                <a:gd name="csY676" fmla="*/ 560377 h 712294"/>
                <a:gd name="csX677" fmla="*/ 32008 w 394604"/>
                <a:gd name="csY677" fmla="*/ 557510 h 712294"/>
                <a:gd name="csX678" fmla="*/ 33919 w 394604"/>
                <a:gd name="csY678" fmla="*/ 556555 h 712294"/>
                <a:gd name="csX679" fmla="*/ 36307 w 394604"/>
                <a:gd name="csY679" fmla="*/ 554166 h 712294"/>
                <a:gd name="csX680" fmla="*/ 36307 w 394604"/>
                <a:gd name="csY680" fmla="*/ 554166 h 712294"/>
                <a:gd name="csX681" fmla="*/ 36785 w 394604"/>
                <a:gd name="csY681" fmla="*/ 552733 h 712294"/>
                <a:gd name="csX682" fmla="*/ 37263 w 394604"/>
                <a:gd name="csY682" fmla="*/ 550822 h 712294"/>
                <a:gd name="csX683" fmla="*/ 36307 w 394604"/>
                <a:gd name="csY683" fmla="*/ 547000 h 712294"/>
                <a:gd name="csX684" fmla="*/ 35830 w 394604"/>
                <a:gd name="csY684" fmla="*/ 544134 h 712294"/>
                <a:gd name="csX685" fmla="*/ 35352 w 394604"/>
                <a:gd name="csY685" fmla="*/ 542701 h 712294"/>
                <a:gd name="csX686" fmla="*/ 34397 w 394604"/>
                <a:gd name="csY686" fmla="*/ 540790 h 712294"/>
                <a:gd name="csX687" fmla="*/ 33441 w 394604"/>
                <a:gd name="csY687" fmla="*/ 539834 h 712294"/>
                <a:gd name="csX688" fmla="*/ 34874 w 394604"/>
                <a:gd name="csY688" fmla="*/ 538401 h 712294"/>
                <a:gd name="csX689" fmla="*/ 37263 w 394604"/>
                <a:gd name="csY689" fmla="*/ 536490 h 712294"/>
                <a:gd name="csX690" fmla="*/ 38218 w 394604"/>
                <a:gd name="csY690" fmla="*/ 534579 h 712294"/>
                <a:gd name="csX691" fmla="*/ 37263 w 394604"/>
                <a:gd name="csY691" fmla="*/ 532668 h 712294"/>
                <a:gd name="csX692" fmla="*/ 37263 w 394604"/>
                <a:gd name="csY692" fmla="*/ 532668 h 712294"/>
                <a:gd name="csX693" fmla="*/ 35830 w 394604"/>
                <a:gd name="csY693" fmla="*/ 531235 h 712294"/>
                <a:gd name="csX694" fmla="*/ 35352 w 394604"/>
                <a:gd name="csY694" fmla="*/ 528369 h 712294"/>
                <a:gd name="csX695" fmla="*/ 35830 w 394604"/>
                <a:gd name="csY695" fmla="*/ 525025 h 712294"/>
                <a:gd name="csX696" fmla="*/ 35830 w 394604"/>
                <a:gd name="csY696" fmla="*/ 524547 h 712294"/>
                <a:gd name="csX697" fmla="*/ 36307 w 394604"/>
                <a:gd name="csY697" fmla="*/ 524069 h 712294"/>
                <a:gd name="csX698" fmla="*/ 37263 w 394604"/>
                <a:gd name="csY698" fmla="*/ 523591 h 712294"/>
                <a:gd name="csX699" fmla="*/ 40607 w 394604"/>
                <a:gd name="csY699" fmla="*/ 523114 h 712294"/>
                <a:gd name="csX700" fmla="*/ 40607 w 394604"/>
                <a:gd name="csY700" fmla="*/ 523114 h 712294"/>
                <a:gd name="csX701" fmla="*/ 41085 w 394604"/>
                <a:gd name="csY701" fmla="*/ 521203 h 712294"/>
                <a:gd name="csX702" fmla="*/ 43951 w 394604"/>
                <a:gd name="csY702" fmla="*/ 518336 h 712294"/>
                <a:gd name="csX703" fmla="*/ 43951 w 394604"/>
                <a:gd name="csY703" fmla="*/ 518336 h 712294"/>
                <a:gd name="csX704" fmla="*/ 43951 w 394604"/>
                <a:gd name="csY704" fmla="*/ 515470 h 712294"/>
                <a:gd name="csX705" fmla="*/ 42040 w 394604"/>
                <a:gd name="csY705" fmla="*/ 514037 h 712294"/>
                <a:gd name="csX706" fmla="*/ 40129 w 394604"/>
                <a:gd name="csY706" fmla="*/ 511648 h 712294"/>
                <a:gd name="csX707" fmla="*/ 39174 w 394604"/>
                <a:gd name="csY707" fmla="*/ 509259 h 712294"/>
                <a:gd name="csX708" fmla="*/ 39174 w 394604"/>
                <a:gd name="csY708" fmla="*/ 509259 h 712294"/>
                <a:gd name="csX709" fmla="*/ 34874 w 394604"/>
                <a:gd name="csY709" fmla="*/ 507826 h 712294"/>
                <a:gd name="csX710" fmla="*/ 30097 w 394604"/>
                <a:gd name="csY710" fmla="*/ 507349 h 712294"/>
                <a:gd name="csX711" fmla="*/ 29619 w 394604"/>
                <a:gd name="csY711" fmla="*/ 504960 h 712294"/>
                <a:gd name="csX712" fmla="*/ 29619 w 394604"/>
                <a:gd name="csY712" fmla="*/ 504005 h 712294"/>
                <a:gd name="csX713" fmla="*/ 32008 w 394604"/>
                <a:gd name="csY713" fmla="*/ 504482 h 712294"/>
                <a:gd name="csX714" fmla="*/ 32008 w 394604"/>
                <a:gd name="csY714" fmla="*/ 504482 h 712294"/>
                <a:gd name="csX715" fmla="*/ 32486 w 394604"/>
                <a:gd name="csY715" fmla="*/ 504482 h 712294"/>
                <a:gd name="csX716" fmla="*/ 35352 w 394604"/>
                <a:gd name="csY716" fmla="*/ 504005 h 712294"/>
                <a:gd name="csX717" fmla="*/ 37740 w 394604"/>
                <a:gd name="csY717" fmla="*/ 504005 h 712294"/>
                <a:gd name="csX718" fmla="*/ 37740 w 394604"/>
                <a:gd name="csY718" fmla="*/ 504005 h 712294"/>
                <a:gd name="csX719" fmla="*/ 39651 w 394604"/>
                <a:gd name="csY719" fmla="*/ 503527 h 712294"/>
                <a:gd name="csX720" fmla="*/ 42040 w 394604"/>
                <a:gd name="csY720" fmla="*/ 503527 h 712294"/>
                <a:gd name="csX721" fmla="*/ 43473 w 394604"/>
                <a:gd name="csY721" fmla="*/ 504482 h 712294"/>
                <a:gd name="csX722" fmla="*/ 44906 w 394604"/>
                <a:gd name="csY722" fmla="*/ 504005 h 712294"/>
                <a:gd name="csX723" fmla="*/ 45384 w 394604"/>
                <a:gd name="csY723" fmla="*/ 503527 h 712294"/>
                <a:gd name="csX724" fmla="*/ 45862 w 394604"/>
                <a:gd name="csY724" fmla="*/ 503527 h 712294"/>
                <a:gd name="csX725" fmla="*/ 46340 w 394604"/>
                <a:gd name="csY725" fmla="*/ 500183 h 712294"/>
                <a:gd name="csX726" fmla="*/ 47773 w 394604"/>
                <a:gd name="csY726" fmla="*/ 498750 h 712294"/>
                <a:gd name="csX727" fmla="*/ 47773 w 394604"/>
                <a:gd name="csY727" fmla="*/ 498272 h 712294"/>
                <a:gd name="csX728" fmla="*/ 47773 w 394604"/>
                <a:gd name="csY728" fmla="*/ 496839 h 712294"/>
                <a:gd name="csX729" fmla="*/ 46817 w 394604"/>
                <a:gd name="csY729" fmla="*/ 495406 h 712294"/>
                <a:gd name="csX730" fmla="*/ 44429 w 394604"/>
                <a:gd name="csY730" fmla="*/ 494928 h 712294"/>
                <a:gd name="csX731" fmla="*/ 34397 w 394604"/>
                <a:gd name="csY731" fmla="*/ 493972 h 712294"/>
                <a:gd name="csX732" fmla="*/ 34397 w 394604"/>
                <a:gd name="csY732" fmla="*/ 492539 h 712294"/>
                <a:gd name="csX733" fmla="*/ 34397 w 394604"/>
                <a:gd name="csY733" fmla="*/ 490150 h 712294"/>
                <a:gd name="csX734" fmla="*/ 34874 w 394604"/>
                <a:gd name="csY734" fmla="*/ 488240 h 712294"/>
                <a:gd name="csX735" fmla="*/ 34874 w 394604"/>
                <a:gd name="csY735" fmla="*/ 486806 h 712294"/>
                <a:gd name="csX736" fmla="*/ 35830 w 394604"/>
                <a:gd name="csY736" fmla="*/ 485851 h 712294"/>
                <a:gd name="csX737" fmla="*/ 36785 w 394604"/>
                <a:gd name="csY737" fmla="*/ 483940 h 712294"/>
                <a:gd name="csX738" fmla="*/ 37263 w 394604"/>
                <a:gd name="csY738" fmla="*/ 482507 h 712294"/>
                <a:gd name="csX739" fmla="*/ 37263 w 394604"/>
                <a:gd name="csY739" fmla="*/ 482507 h 712294"/>
                <a:gd name="csX740" fmla="*/ 36785 w 394604"/>
                <a:gd name="csY740" fmla="*/ 480596 h 712294"/>
                <a:gd name="csX741" fmla="*/ 34874 w 394604"/>
                <a:gd name="csY741" fmla="*/ 478207 h 712294"/>
                <a:gd name="csX742" fmla="*/ 36307 w 394604"/>
                <a:gd name="csY742" fmla="*/ 476774 h 712294"/>
                <a:gd name="csX743" fmla="*/ 36307 w 394604"/>
                <a:gd name="csY743" fmla="*/ 475341 h 712294"/>
                <a:gd name="csX744" fmla="*/ 35830 w 394604"/>
                <a:gd name="csY744" fmla="*/ 473908 h 712294"/>
                <a:gd name="csX745" fmla="*/ 35830 w 394604"/>
                <a:gd name="csY745" fmla="*/ 473908 h 712294"/>
                <a:gd name="csX746" fmla="*/ 34397 w 394604"/>
                <a:gd name="csY746" fmla="*/ 472475 h 712294"/>
                <a:gd name="csX747" fmla="*/ 32963 w 394604"/>
                <a:gd name="csY747" fmla="*/ 470086 h 712294"/>
                <a:gd name="csX748" fmla="*/ 32963 w 394604"/>
                <a:gd name="csY748" fmla="*/ 468175 h 712294"/>
                <a:gd name="csX749" fmla="*/ 32963 w 394604"/>
                <a:gd name="csY749" fmla="*/ 468175 h 712294"/>
                <a:gd name="csX750" fmla="*/ 34397 w 394604"/>
                <a:gd name="csY750" fmla="*/ 467219 h 712294"/>
                <a:gd name="csX751" fmla="*/ 35830 w 394604"/>
                <a:gd name="csY751" fmla="*/ 466742 h 712294"/>
                <a:gd name="csX752" fmla="*/ 35830 w 394604"/>
                <a:gd name="csY752" fmla="*/ 466742 h 712294"/>
                <a:gd name="csX753" fmla="*/ 35830 w 394604"/>
                <a:gd name="csY753" fmla="*/ 465309 h 712294"/>
                <a:gd name="csX754" fmla="*/ 35352 w 394604"/>
                <a:gd name="csY754" fmla="*/ 463398 h 712294"/>
                <a:gd name="csX755" fmla="*/ 35352 w 394604"/>
                <a:gd name="csY755" fmla="*/ 463398 h 712294"/>
                <a:gd name="csX756" fmla="*/ 32963 w 394604"/>
                <a:gd name="csY756" fmla="*/ 462920 h 712294"/>
                <a:gd name="csX757" fmla="*/ 32963 w 394604"/>
                <a:gd name="csY757" fmla="*/ 462920 h 712294"/>
                <a:gd name="csX758" fmla="*/ 30097 w 394604"/>
                <a:gd name="csY758" fmla="*/ 461964 h 712294"/>
                <a:gd name="csX759" fmla="*/ 29141 w 394604"/>
                <a:gd name="csY759" fmla="*/ 461009 h 712294"/>
                <a:gd name="csX760" fmla="*/ 28186 w 394604"/>
                <a:gd name="csY760" fmla="*/ 459098 h 712294"/>
                <a:gd name="csX761" fmla="*/ 28664 w 394604"/>
                <a:gd name="csY761" fmla="*/ 453843 h 712294"/>
                <a:gd name="csX762" fmla="*/ 28664 w 394604"/>
                <a:gd name="csY762" fmla="*/ 450499 h 712294"/>
                <a:gd name="csX763" fmla="*/ 28186 w 394604"/>
                <a:gd name="csY763" fmla="*/ 449066 h 712294"/>
                <a:gd name="csX764" fmla="*/ 28664 w 394604"/>
                <a:gd name="csY764" fmla="*/ 447633 h 712294"/>
                <a:gd name="csX765" fmla="*/ 30097 w 394604"/>
                <a:gd name="csY765" fmla="*/ 446199 h 712294"/>
                <a:gd name="csX766" fmla="*/ 30097 w 394604"/>
                <a:gd name="csY766" fmla="*/ 446199 h 712294"/>
                <a:gd name="csX767" fmla="*/ 29619 w 394604"/>
                <a:gd name="csY767" fmla="*/ 443333 h 712294"/>
                <a:gd name="csX768" fmla="*/ 28664 w 394604"/>
                <a:gd name="csY768" fmla="*/ 441900 h 712294"/>
                <a:gd name="csX769" fmla="*/ 28664 w 394604"/>
                <a:gd name="csY769" fmla="*/ 440944 h 712294"/>
                <a:gd name="csX770" fmla="*/ 29619 w 394604"/>
                <a:gd name="csY770" fmla="*/ 439989 h 712294"/>
                <a:gd name="csX771" fmla="*/ 29619 w 394604"/>
                <a:gd name="csY771" fmla="*/ 439511 h 712294"/>
                <a:gd name="csX772" fmla="*/ 30575 w 394604"/>
                <a:gd name="csY772" fmla="*/ 438078 h 712294"/>
                <a:gd name="csX773" fmla="*/ 31052 w 394604"/>
                <a:gd name="csY773" fmla="*/ 438078 h 712294"/>
                <a:gd name="csX774" fmla="*/ 32008 w 394604"/>
                <a:gd name="csY774" fmla="*/ 439033 h 712294"/>
                <a:gd name="csX775" fmla="*/ 32486 w 394604"/>
                <a:gd name="csY775" fmla="*/ 438556 h 712294"/>
                <a:gd name="csX776" fmla="*/ 33919 w 394604"/>
                <a:gd name="csY776" fmla="*/ 438556 h 712294"/>
                <a:gd name="csX777" fmla="*/ 35830 w 394604"/>
                <a:gd name="csY777" fmla="*/ 437122 h 712294"/>
                <a:gd name="csX778" fmla="*/ 35830 w 394604"/>
                <a:gd name="csY778" fmla="*/ 437122 h 712294"/>
                <a:gd name="csX779" fmla="*/ 35830 w 394604"/>
                <a:gd name="csY779" fmla="*/ 435689 h 712294"/>
                <a:gd name="csX780" fmla="*/ 35352 w 394604"/>
                <a:gd name="csY780" fmla="*/ 433778 h 712294"/>
                <a:gd name="csX781" fmla="*/ 33919 w 394604"/>
                <a:gd name="csY781" fmla="*/ 429001 h 712294"/>
                <a:gd name="csX782" fmla="*/ 32963 w 394604"/>
                <a:gd name="csY782" fmla="*/ 426135 h 712294"/>
                <a:gd name="csX783" fmla="*/ 32963 w 394604"/>
                <a:gd name="csY783" fmla="*/ 425179 h 712294"/>
                <a:gd name="csX784" fmla="*/ 33441 w 394604"/>
                <a:gd name="csY784" fmla="*/ 424224 h 712294"/>
                <a:gd name="csX785" fmla="*/ 33441 w 394604"/>
                <a:gd name="csY785" fmla="*/ 424224 h 712294"/>
                <a:gd name="csX786" fmla="*/ 32963 w 394604"/>
                <a:gd name="csY786" fmla="*/ 419924 h 712294"/>
                <a:gd name="csX787" fmla="*/ 32963 w 394604"/>
                <a:gd name="csY787" fmla="*/ 419924 h 712294"/>
                <a:gd name="csX788" fmla="*/ 32963 w 394604"/>
                <a:gd name="csY788" fmla="*/ 419924 h 712294"/>
                <a:gd name="csX789" fmla="*/ 33441 w 394604"/>
                <a:gd name="csY789" fmla="*/ 417536 h 712294"/>
                <a:gd name="csX790" fmla="*/ 33441 w 394604"/>
                <a:gd name="csY790" fmla="*/ 410370 h 712294"/>
                <a:gd name="csX791" fmla="*/ 33441 w 394604"/>
                <a:gd name="csY791" fmla="*/ 407981 h 712294"/>
                <a:gd name="csX792" fmla="*/ 32008 w 394604"/>
                <a:gd name="csY792" fmla="*/ 405592 h 712294"/>
                <a:gd name="csX793" fmla="*/ 32486 w 394604"/>
                <a:gd name="csY793" fmla="*/ 403204 h 712294"/>
                <a:gd name="csX794" fmla="*/ 33441 w 394604"/>
                <a:gd name="csY794" fmla="*/ 401293 h 712294"/>
                <a:gd name="csX795" fmla="*/ 34397 w 394604"/>
                <a:gd name="csY795" fmla="*/ 399382 h 712294"/>
                <a:gd name="csX796" fmla="*/ 34874 w 394604"/>
                <a:gd name="csY796" fmla="*/ 396993 h 712294"/>
                <a:gd name="csX797" fmla="*/ 35352 w 394604"/>
                <a:gd name="csY797" fmla="*/ 396038 h 712294"/>
                <a:gd name="csX798" fmla="*/ 35352 w 394604"/>
                <a:gd name="csY798" fmla="*/ 396038 h 712294"/>
                <a:gd name="csX799" fmla="*/ 36785 w 394604"/>
                <a:gd name="csY799" fmla="*/ 395560 h 712294"/>
                <a:gd name="csX800" fmla="*/ 36785 w 394604"/>
                <a:gd name="csY800" fmla="*/ 395560 h 712294"/>
                <a:gd name="csX801" fmla="*/ 37263 w 394604"/>
                <a:gd name="csY801" fmla="*/ 394604 h 712294"/>
                <a:gd name="csX802" fmla="*/ 36307 w 394604"/>
                <a:gd name="csY802" fmla="*/ 393649 h 712294"/>
                <a:gd name="csX803" fmla="*/ 36307 w 394604"/>
                <a:gd name="csY803" fmla="*/ 393649 h 712294"/>
                <a:gd name="csX804" fmla="*/ 34874 w 394604"/>
                <a:gd name="csY804" fmla="*/ 392694 h 712294"/>
                <a:gd name="csX805" fmla="*/ 34397 w 394604"/>
                <a:gd name="csY805" fmla="*/ 390783 h 712294"/>
                <a:gd name="csX806" fmla="*/ 34874 w 394604"/>
                <a:gd name="csY806" fmla="*/ 389827 h 712294"/>
                <a:gd name="csX807" fmla="*/ 35830 w 394604"/>
                <a:gd name="csY807" fmla="*/ 388872 h 712294"/>
                <a:gd name="csX808" fmla="*/ 36785 w 394604"/>
                <a:gd name="csY808" fmla="*/ 388872 h 712294"/>
                <a:gd name="csX809" fmla="*/ 36785 w 394604"/>
                <a:gd name="csY809" fmla="*/ 388872 h 712294"/>
                <a:gd name="csX810" fmla="*/ 36785 w 394604"/>
                <a:gd name="csY810" fmla="*/ 388872 h 712294"/>
                <a:gd name="csX811" fmla="*/ 37740 w 394604"/>
                <a:gd name="csY811" fmla="*/ 387438 h 712294"/>
                <a:gd name="csX812" fmla="*/ 38218 w 394604"/>
                <a:gd name="csY812" fmla="*/ 385050 h 712294"/>
                <a:gd name="csX813" fmla="*/ 38218 w 394604"/>
                <a:gd name="csY813" fmla="*/ 384095 h 712294"/>
                <a:gd name="csX814" fmla="*/ 37263 w 394604"/>
                <a:gd name="csY814" fmla="*/ 382661 h 712294"/>
                <a:gd name="csX815" fmla="*/ 36785 w 394604"/>
                <a:gd name="csY815" fmla="*/ 379795 h 712294"/>
                <a:gd name="csX816" fmla="*/ 36307 w 394604"/>
                <a:gd name="csY816" fmla="*/ 378362 h 712294"/>
                <a:gd name="csX817" fmla="*/ 37263 w 394604"/>
                <a:gd name="csY817" fmla="*/ 377406 h 712294"/>
                <a:gd name="csX818" fmla="*/ 37740 w 394604"/>
                <a:gd name="csY818" fmla="*/ 377406 h 712294"/>
                <a:gd name="csX819" fmla="*/ 39174 w 394604"/>
                <a:gd name="csY819" fmla="*/ 377406 h 712294"/>
                <a:gd name="csX820" fmla="*/ 40129 w 394604"/>
                <a:gd name="csY820" fmla="*/ 377406 h 712294"/>
                <a:gd name="csX821" fmla="*/ 40129 w 394604"/>
                <a:gd name="csY821" fmla="*/ 377406 h 712294"/>
                <a:gd name="csX822" fmla="*/ 40129 w 394604"/>
                <a:gd name="csY822" fmla="*/ 376451 h 712294"/>
                <a:gd name="csX823" fmla="*/ 40129 w 394604"/>
                <a:gd name="csY823" fmla="*/ 375495 h 712294"/>
                <a:gd name="csX824" fmla="*/ 40607 w 394604"/>
                <a:gd name="csY824" fmla="*/ 375018 h 712294"/>
                <a:gd name="csX825" fmla="*/ 41563 w 394604"/>
                <a:gd name="csY825" fmla="*/ 372629 h 712294"/>
                <a:gd name="csX826" fmla="*/ 42518 w 394604"/>
                <a:gd name="csY826" fmla="*/ 369763 h 712294"/>
                <a:gd name="csX827" fmla="*/ 42518 w 394604"/>
                <a:gd name="csY827" fmla="*/ 367852 h 712294"/>
                <a:gd name="csX828" fmla="*/ 42518 w 394604"/>
                <a:gd name="csY828" fmla="*/ 363074 h 712294"/>
                <a:gd name="csX829" fmla="*/ 42996 w 394604"/>
                <a:gd name="csY829" fmla="*/ 361641 h 712294"/>
                <a:gd name="csX830" fmla="*/ 43951 w 394604"/>
                <a:gd name="csY830" fmla="*/ 360686 h 712294"/>
                <a:gd name="csX831" fmla="*/ 45384 w 394604"/>
                <a:gd name="csY831" fmla="*/ 359730 h 712294"/>
                <a:gd name="csX832" fmla="*/ 46817 w 394604"/>
                <a:gd name="csY832" fmla="*/ 358775 h 712294"/>
                <a:gd name="csX833" fmla="*/ 49206 w 394604"/>
                <a:gd name="csY833" fmla="*/ 357819 h 712294"/>
                <a:gd name="csX834" fmla="*/ 49206 w 394604"/>
                <a:gd name="csY834" fmla="*/ 357819 h 712294"/>
                <a:gd name="csX835" fmla="*/ 51595 w 394604"/>
                <a:gd name="csY835" fmla="*/ 357342 h 712294"/>
                <a:gd name="csX836" fmla="*/ 51595 w 394604"/>
                <a:gd name="csY836" fmla="*/ 357342 h 712294"/>
                <a:gd name="csX837" fmla="*/ 53028 w 394604"/>
                <a:gd name="csY837" fmla="*/ 355908 h 712294"/>
                <a:gd name="csX838" fmla="*/ 53028 w 394604"/>
                <a:gd name="csY838" fmla="*/ 355908 h 712294"/>
                <a:gd name="csX839" fmla="*/ 53506 w 394604"/>
                <a:gd name="csY839" fmla="*/ 353997 h 712294"/>
                <a:gd name="csX840" fmla="*/ 53983 w 394604"/>
                <a:gd name="csY840" fmla="*/ 352564 h 712294"/>
                <a:gd name="csX841" fmla="*/ 53983 w 394604"/>
                <a:gd name="csY841" fmla="*/ 352564 h 712294"/>
                <a:gd name="csX842" fmla="*/ 53028 w 394604"/>
                <a:gd name="csY842" fmla="*/ 351609 h 712294"/>
                <a:gd name="csX843" fmla="*/ 51595 w 394604"/>
                <a:gd name="csY843" fmla="*/ 350176 h 712294"/>
                <a:gd name="csX844" fmla="*/ 50639 w 394604"/>
                <a:gd name="csY844" fmla="*/ 347309 h 712294"/>
                <a:gd name="csX845" fmla="*/ 50639 w 394604"/>
                <a:gd name="csY845" fmla="*/ 344443 h 712294"/>
                <a:gd name="csX846" fmla="*/ 50162 w 394604"/>
                <a:gd name="csY846" fmla="*/ 341099 h 712294"/>
                <a:gd name="csX847" fmla="*/ 50162 w 394604"/>
                <a:gd name="csY847" fmla="*/ 341099 h 712294"/>
                <a:gd name="csX848" fmla="*/ 48728 w 394604"/>
                <a:gd name="csY848" fmla="*/ 338232 h 712294"/>
                <a:gd name="csX849" fmla="*/ 47295 w 394604"/>
                <a:gd name="csY849" fmla="*/ 334888 h 712294"/>
                <a:gd name="csX850" fmla="*/ 47295 w 394604"/>
                <a:gd name="csY850" fmla="*/ 331544 h 712294"/>
                <a:gd name="csX851" fmla="*/ 47773 w 394604"/>
                <a:gd name="csY851" fmla="*/ 330111 h 712294"/>
                <a:gd name="csX852" fmla="*/ 48251 w 394604"/>
                <a:gd name="csY852" fmla="*/ 327245 h 712294"/>
                <a:gd name="csX853" fmla="*/ 47773 w 394604"/>
                <a:gd name="csY853" fmla="*/ 326289 h 712294"/>
                <a:gd name="csX854" fmla="*/ 46817 w 394604"/>
                <a:gd name="csY854" fmla="*/ 323901 h 712294"/>
                <a:gd name="csX855" fmla="*/ 47773 w 394604"/>
                <a:gd name="csY855" fmla="*/ 322467 h 712294"/>
                <a:gd name="csX856" fmla="*/ 47773 w 394604"/>
                <a:gd name="csY856" fmla="*/ 322467 h 712294"/>
                <a:gd name="csX857" fmla="*/ 48251 w 394604"/>
                <a:gd name="csY857" fmla="*/ 320079 h 712294"/>
                <a:gd name="csX858" fmla="*/ 48251 w 394604"/>
                <a:gd name="csY858" fmla="*/ 318646 h 712294"/>
                <a:gd name="csX859" fmla="*/ 48251 w 394604"/>
                <a:gd name="csY859" fmla="*/ 318646 h 712294"/>
                <a:gd name="csX860" fmla="*/ 48251 w 394604"/>
                <a:gd name="csY860" fmla="*/ 318168 h 712294"/>
                <a:gd name="csX861" fmla="*/ 47773 w 394604"/>
                <a:gd name="csY861" fmla="*/ 315301 h 712294"/>
                <a:gd name="csX862" fmla="*/ 46817 w 394604"/>
                <a:gd name="csY862" fmla="*/ 313868 h 712294"/>
                <a:gd name="csX863" fmla="*/ 47773 w 394604"/>
                <a:gd name="csY863" fmla="*/ 311957 h 712294"/>
                <a:gd name="csX864" fmla="*/ 48728 w 394604"/>
                <a:gd name="csY864" fmla="*/ 310047 h 712294"/>
                <a:gd name="csX865" fmla="*/ 49684 w 394604"/>
                <a:gd name="csY865" fmla="*/ 309091 h 712294"/>
                <a:gd name="csX866" fmla="*/ 49206 w 394604"/>
                <a:gd name="csY866" fmla="*/ 307658 h 712294"/>
                <a:gd name="csX867" fmla="*/ 49684 w 394604"/>
                <a:gd name="csY867" fmla="*/ 306702 h 712294"/>
                <a:gd name="csX868" fmla="*/ 51117 w 394604"/>
                <a:gd name="csY868" fmla="*/ 305747 h 712294"/>
                <a:gd name="csX869" fmla="*/ 52550 w 394604"/>
                <a:gd name="csY869" fmla="*/ 304314 h 712294"/>
                <a:gd name="csX870" fmla="*/ 53506 w 394604"/>
                <a:gd name="csY870" fmla="*/ 303836 h 712294"/>
                <a:gd name="csX871" fmla="*/ 53983 w 394604"/>
                <a:gd name="csY871" fmla="*/ 303836 h 712294"/>
                <a:gd name="csX872" fmla="*/ 54939 w 394604"/>
                <a:gd name="csY872" fmla="*/ 303836 h 712294"/>
                <a:gd name="csX873" fmla="*/ 55894 w 394604"/>
                <a:gd name="csY873" fmla="*/ 303358 h 712294"/>
                <a:gd name="csX874" fmla="*/ 55894 w 394604"/>
                <a:gd name="csY874" fmla="*/ 303358 h 712294"/>
                <a:gd name="csX875" fmla="*/ 55894 w 394604"/>
                <a:gd name="csY875" fmla="*/ 302403 h 712294"/>
                <a:gd name="csX876" fmla="*/ 56372 w 394604"/>
                <a:gd name="csY876" fmla="*/ 300970 h 712294"/>
                <a:gd name="csX877" fmla="*/ 58283 w 394604"/>
                <a:gd name="csY877" fmla="*/ 299536 h 712294"/>
                <a:gd name="csX878" fmla="*/ 58283 w 394604"/>
                <a:gd name="csY878" fmla="*/ 299536 h 712294"/>
                <a:gd name="csX879" fmla="*/ 59716 w 394604"/>
                <a:gd name="csY879" fmla="*/ 298103 h 712294"/>
                <a:gd name="csX880" fmla="*/ 61627 w 394604"/>
                <a:gd name="csY880" fmla="*/ 297625 h 712294"/>
                <a:gd name="csX881" fmla="*/ 61627 w 394604"/>
                <a:gd name="csY881" fmla="*/ 297625 h 712294"/>
                <a:gd name="csX882" fmla="*/ 62582 w 394604"/>
                <a:gd name="csY882" fmla="*/ 296192 h 712294"/>
                <a:gd name="csX883" fmla="*/ 62582 w 394604"/>
                <a:gd name="csY883" fmla="*/ 294281 h 712294"/>
                <a:gd name="csX884" fmla="*/ 62582 w 394604"/>
                <a:gd name="csY884" fmla="*/ 291893 h 712294"/>
                <a:gd name="csX885" fmla="*/ 63060 w 394604"/>
                <a:gd name="csY885" fmla="*/ 289504 h 712294"/>
                <a:gd name="csX886" fmla="*/ 62582 w 394604"/>
                <a:gd name="csY886" fmla="*/ 286160 h 712294"/>
                <a:gd name="csX887" fmla="*/ 62582 w 394604"/>
                <a:gd name="csY887" fmla="*/ 284249 h 712294"/>
                <a:gd name="csX888" fmla="*/ 62582 w 394604"/>
                <a:gd name="csY888" fmla="*/ 284249 h 712294"/>
                <a:gd name="csX889" fmla="*/ 61627 w 394604"/>
                <a:gd name="csY889" fmla="*/ 282338 h 712294"/>
                <a:gd name="csX890" fmla="*/ 61627 w 394604"/>
                <a:gd name="csY890" fmla="*/ 280905 h 712294"/>
                <a:gd name="csX891" fmla="*/ 61149 w 394604"/>
                <a:gd name="csY891" fmla="*/ 279472 h 712294"/>
                <a:gd name="csX892" fmla="*/ 61149 w 394604"/>
                <a:gd name="csY892" fmla="*/ 279472 h 712294"/>
                <a:gd name="csX893" fmla="*/ 60194 w 394604"/>
                <a:gd name="csY893" fmla="*/ 279472 h 712294"/>
                <a:gd name="csX894" fmla="*/ 60194 w 394604"/>
                <a:gd name="csY894" fmla="*/ 279472 h 712294"/>
                <a:gd name="csX895" fmla="*/ 59716 w 394604"/>
                <a:gd name="csY895" fmla="*/ 278039 h 712294"/>
                <a:gd name="csX896" fmla="*/ 60194 w 394604"/>
                <a:gd name="csY896" fmla="*/ 277083 h 712294"/>
                <a:gd name="csX897" fmla="*/ 61627 w 394604"/>
                <a:gd name="csY897" fmla="*/ 276605 h 712294"/>
                <a:gd name="csX898" fmla="*/ 62582 w 394604"/>
                <a:gd name="csY898" fmla="*/ 275650 h 712294"/>
                <a:gd name="csX899" fmla="*/ 63060 w 394604"/>
                <a:gd name="csY899" fmla="*/ 275650 h 712294"/>
                <a:gd name="csX900" fmla="*/ 64016 w 394604"/>
                <a:gd name="csY900" fmla="*/ 270873 h 712294"/>
                <a:gd name="csX901" fmla="*/ 64493 w 394604"/>
                <a:gd name="csY901" fmla="*/ 269440 h 712294"/>
                <a:gd name="csX902" fmla="*/ 64971 w 394604"/>
                <a:gd name="csY902" fmla="*/ 267529 h 712294"/>
                <a:gd name="csX903" fmla="*/ 64971 w 394604"/>
                <a:gd name="csY903" fmla="*/ 266573 h 712294"/>
                <a:gd name="csX904" fmla="*/ 65449 w 394604"/>
                <a:gd name="csY904" fmla="*/ 265140 h 712294"/>
                <a:gd name="csX905" fmla="*/ 66404 w 394604"/>
                <a:gd name="csY905" fmla="*/ 263229 h 712294"/>
                <a:gd name="csX906" fmla="*/ 67838 w 394604"/>
                <a:gd name="csY906" fmla="*/ 261318 h 712294"/>
                <a:gd name="csX907" fmla="*/ 68793 w 394604"/>
                <a:gd name="csY907" fmla="*/ 259885 h 712294"/>
                <a:gd name="csX908" fmla="*/ 69271 w 394604"/>
                <a:gd name="csY908" fmla="*/ 257974 h 712294"/>
                <a:gd name="csX909" fmla="*/ 69748 w 394604"/>
                <a:gd name="csY909" fmla="*/ 257018 h 712294"/>
                <a:gd name="csX910" fmla="*/ 70704 w 394604"/>
                <a:gd name="csY910" fmla="*/ 256541 h 712294"/>
                <a:gd name="csX911" fmla="*/ 71659 w 394604"/>
                <a:gd name="csY911" fmla="*/ 256541 h 712294"/>
                <a:gd name="csX912" fmla="*/ 73093 w 394604"/>
                <a:gd name="csY912" fmla="*/ 256063 h 712294"/>
                <a:gd name="csX913" fmla="*/ 73570 w 394604"/>
                <a:gd name="csY913" fmla="*/ 255585 h 712294"/>
                <a:gd name="csX914" fmla="*/ 73570 w 394604"/>
                <a:gd name="csY914" fmla="*/ 254630 h 712294"/>
                <a:gd name="csX915" fmla="*/ 73570 w 394604"/>
                <a:gd name="csY915" fmla="*/ 252241 h 712294"/>
                <a:gd name="csX916" fmla="*/ 73093 w 394604"/>
                <a:gd name="csY916" fmla="*/ 248897 h 712294"/>
                <a:gd name="csX917" fmla="*/ 72615 w 394604"/>
                <a:gd name="csY917" fmla="*/ 244598 h 712294"/>
                <a:gd name="csX918" fmla="*/ 73093 w 394604"/>
                <a:gd name="csY918" fmla="*/ 241731 h 712294"/>
                <a:gd name="csX919" fmla="*/ 74048 w 394604"/>
                <a:gd name="csY919" fmla="*/ 238865 h 712294"/>
                <a:gd name="csX920" fmla="*/ 74526 w 394604"/>
                <a:gd name="csY920" fmla="*/ 237432 h 712294"/>
                <a:gd name="csX921" fmla="*/ 74526 w 394604"/>
                <a:gd name="csY921" fmla="*/ 235998 h 712294"/>
                <a:gd name="csX922" fmla="*/ 74048 w 394604"/>
                <a:gd name="csY922" fmla="*/ 235043 h 712294"/>
                <a:gd name="csX923" fmla="*/ 74048 w 394604"/>
                <a:gd name="csY923" fmla="*/ 235043 h 712294"/>
                <a:gd name="csX924" fmla="*/ 72615 w 394604"/>
                <a:gd name="csY924" fmla="*/ 234087 h 712294"/>
                <a:gd name="csX925" fmla="*/ 71182 w 394604"/>
                <a:gd name="csY925" fmla="*/ 235043 h 712294"/>
                <a:gd name="csX926" fmla="*/ 70226 w 394604"/>
                <a:gd name="csY926" fmla="*/ 234565 h 712294"/>
                <a:gd name="csX927" fmla="*/ 68793 w 394604"/>
                <a:gd name="csY927" fmla="*/ 233132 h 712294"/>
                <a:gd name="csX928" fmla="*/ 68793 w 394604"/>
                <a:gd name="csY928" fmla="*/ 231699 h 712294"/>
                <a:gd name="csX929" fmla="*/ 68793 w 394604"/>
                <a:gd name="csY929" fmla="*/ 229310 h 712294"/>
                <a:gd name="csX930" fmla="*/ 69748 w 394604"/>
                <a:gd name="csY930" fmla="*/ 227877 h 712294"/>
                <a:gd name="csX931" fmla="*/ 70226 w 394604"/>
                <a:gd name="csY931" fmla="*/ 226444 h 712294"/>
                <a:gd name="csX932" fmla="*/ 70226 w 394604"/>
                <a:gd name="csY932" fmla="*/ 226444 h 712294"/>
                <a:gd name="csX933" fmla="*/ 69748 w 394604"/>
                <a:gd name="csY933" fmla="*/ 225966 h 712294"/>
                <a:gd name="csX934" fmla="*/ 68315 w 394604"/>
                <a:gd name="csY934" fmla="*/ 224533 h 712294"/>
                <a:gd name="csX935" fmla="*/ 67360 w 394604"/>
                <a:gd name="csY935" fmla="*/ 220711 h 712294"/>
                <a:gd name="csX936" fmla="*/ 67360 w 394604"/>
                <a:gd name="csY936" fmla="*/ 217367 h 712294"/>
                <a:gd name="csX937" fmla="*/ 67360 w 394604"/>
                <a:gd name="csY937" fmla="*/ 217367 h 712294"/>
                <a:gd name="csX938" fmla="*/ 65927 w 394604"/>
                <a:gd name="csY938" fmla="*/ 216411 h 712294"/>
                <a:gd name="csX939" fmla="*/ 65449 w 394604"/>
                <a:gd name="csY939" fmla="*/ 214023 h 712294"/>
                <a:gd name="csX940" fmla="*/ 64493 w 394604"/>
                <a:gd name="csY940" fmla="*/ 213067 h 712294"/>
                <a:gd name="csX941" fmla="*/ 64016 w 394604"/>
                <a:gd name="csY941" fmla="*/ 211156 h 712294"/>
                <a:gd name="csX942" fmla="*/ 63538 w 394604"/>
                <a:gd name="csY942" fmla="*/ 209245 h 712294"/>
                <a:gd name="csX943" fmla="*/ 63538 w 394604"/>
                <a:gd name="csY943" fmla="*/ 208290 h 712294"/>
                <a:gd name="csX944" fmla="*/ 64971 w 394604"/>
                <a:gd name="csY944" fmla="*/ 207812 h 712294"/>
                <a:gd name="csX945" fmla="*/ 64971 w 394604"/>
                <a:gd name="csY945" fmla="*/ 207812 h 712294"/>
                <a:gd name="csX946" fmla="*/ 65449 w 394604"/>
                <a:gd name="csY946" fmla="*/ 206379 h 712294"/>
                <a:gd name="csX947" fmla="*/ 64971 w 394604"/>
                <a:gd name="csY947" fmla="*/ 205424 h 712294"/>
                <a:gd name="csX948" fmla="*/ 64016 w 394604"/>
                <a:gd name="csY948" fmla="*/ 204946 h 712294"/>
                <a:gd name="csX949" fmla="*/ 63060 w 394604"/>
                <a:gd name="csY949" fmla="*/ 204946 h 712294"/>
                <a:gd name="csX950" fmla="*/ 61627 w 394604"/>
                <a:gd name="csY950" fmla="*/ 203991 h 712294"/>
                <a:gd name="csX951" fmla="*/ 60194 w 394604"/>
                <a:gd name="csY951" fmla="*/ 200169 h 712294"/>
                <a:gd name="csX952" fmla="*/ 59238 w 394604"/>
                <a:gd name="csY952" fmla="*/ 198258 h 712294"/>
                <a:gd name="csX953" fmla="*/ 59238 w 394604"/>
                <a:gd name="csY953" fmla="*/ 194914 h 712294"/>
                <a:gd name="csX954" fmla="*/ 59716 w 394604"/>
                <a:gd name="csY954" fmla="*/ 192525 h 712294"/>
                <a:gd name="csX955" fmla="*/ 60194 w 394604"/>
                <a:gd name="csY955" fmla="*/ 190614 h 712294"/>
                <a:gd name="csX956" fmla="*/ 60194 w 394604"/>
                <a:gd name="csY956" fmla="*/ 189181 h 712294"/>
                <a:gd name="csX957" fmla="*/ 61149 w 394604"/>
                <a:gd name="csY957" fmla="*/ 188226 h 712294"/>
                <a:gd name="csX958" fmla="*/ 61149 w 394604"/>
                <a:gd name="csY958" fmla="*/ 188226 h 712294"/>
                <a:gd name="csX959" fmla="*/ 62105 w 394604"/>
                <a:gd name="csY959" fmla="*/ 188703 h 712294"/>
                <a:gd name="csX960" fmla="*/ 63060 w 394604"/>
                <a:gd name="csY960" fmla="*/ 188703 h 712294"/>
                <a:gd name="csX961" fmla="*/ 63060 w 394604"/>
                <a:gd name="csY961" fmla="*/ 188703 h 712294"/>
                <a:gd name="csX962" fmla="*/ 63538 w 394604"/>
                <a:gd name="csY962" fmla="*/ 187270 h 712294"/>
                <a:gd name="csX963" fmla="*/ 64493 w 394604"/>
                <a:gd name="csY963" fmla="*/ 186314 h 712294"/>
                <a:gd name="csX964" fmla="*/ 64493 w 394604"/>
                <a:gd name="csY964" fmla="*/ 185837 h 712294"/>
                <a:gd name="csX965" fmla="*/ 64016 w 394604"/>
                <a:gd name="csY965" fmla="*/ 185359 h 712294"/>
                <a:gd name="csX966" fmla="*/ 63538 w 394604"/>
                <a:gd name="csY966" fmla="*/ 183926 h 712294"/>
                <a:gd name="csX967" fmla="*/ 64493 w 394604"/>
                <a:gd name="csY967" fmla="*/ 182493 h 712294"/>
                <a:gd name="csX968" fmla="*/ 65449 w 394604"/>
                <a:gd name="csY968" fmla="*/ 179149 h 712294"/>
                <a:gd name="csX969" fmla="*/ 66882 w 394604"/>
                <a:gd name="csY969" fmla="*/ 175804 h 712294"/>
                <a:gd name="csX970" fmla="*/ 67360 w 394604"/>
                <a:gd name="csY970" fmla="*/ 174371 h 712294"/>
                <a:gd name="csX971" fmla="*/ 67360 w 394604"/>
                <a:gd name="csY971" fmla="*/ 172938 h 712294"/>
                <a:gd name="csX972" fmla="*/ 67838 w 394604"/>
                <a:gd name="csY972" fmla="*/ 172460 h 712294"/>
                <a:gd name="csX973" fmla="*/ 68793 w 394604"/>
                <a:gd name="csY973" fmla="*/ 173416 h 712294"/>
                <a:gd name="csX974" fmla="*/ 71659 w 394604"/>
                <a:gd name="csY974" fmla="*/ 172460 h 712294"/>
                <a:gd name="csX975" fmla="*/ 72615 w 394604"/>
                <a:gd name="csY975" fmla="*/ 171027 h 712294"/>
                <a:gd name="csX976" fmla="*/ 73093 w 394604"/>
                <a:gd name="csY976" fmla="*/ 169594 h 712294"/>
                <a:gd name="csX977" fmla="*/ 73570 w 394604"/>
                <a:gd name="csY977" fmla="*/ 168638 h 712294"/>
                <a:gd name="csX978" fmla="*/ 73570 w 394604"/>
                <a:gd name="csY978" fmla="*/ 168638 h 712294"/>
                <a:gd name="csX979" fmla="*/ 73570 w 394604"/>
                <a:gd name="csY979" fmla="*/ 167683 h 712294"/>
                <a:gd name="csX980" fmla="*/ 73093 w 394604"/>
                <a:gd name="csY980" fmla="*/ 167683 h 712294"/>
                <a:gd name="csX981" fmla="*/ 72137 w 394604"/>
                <a:gd name="csY981" fmla="*/ 167205 h 712294"/>
                <a:gd name="csX982" fmla="*/ 71659 w 394604"/>
                <a:gd name="csY982" fmla="*/ 166728 h 712294"/>
                <a:gd name="csX983" fmla="*/ 71659 w 394604"/>
                <a:gd name="csY983" fmla="*/ 165294 h 712294"/>
                <a:gd name="csX984" fmla="*/ 72137 w 394604"/>
                <a:gd name="csY984" fmla="*/ 162428 h 712294"/>
                <a:gd name="csX985" fmla="*/ 72137 w 394604"/>
                <a:gd name="csY985" fmla="*/ 160039 h 712294"/>
                <a:gd name="csX986" fmla="*/ 71182 w 394604"/>
                <a:gd name="csY986" fmla="*/ 155740 h 712294"/>
                <a:gd name="csX987" fmla="*/ 70226 w 394604"/>
                <a:gd name="csY987" fmla="*/ 151918 h 712294"/>
                <a:gd name="csX988" fmla="*/ 70226 w 394604"/>
                <a:gd name="csY988" fmla="*/ 150962 h 712294"/>
                <a:gd name="csX989" fmla="*/ 70704 w 394604"/>
                <a:gd name="csY989" fmla="*/ 149529 h 712294"/>
                <a:gd name="csX990" fmla="*/ 72615 w 394604"/>
                <a:gd name="csY990" fmla="*/ 147141 h 712294"/>
                <a:gd name="csX991" fmla="*/ 74048 w 394604"/>
                <a:gd name="csY991" fmla="*/ 146185 h 712294"/>
                <a:gd name="csX992" fmla="*/ 74048 w 394604"/>
                <a:gd name="csY992" fmla="*/ 146185 h 712294"/>
                <a:gd name="csX993" fmla="*/ 74526 w 394604"/>
                <a:gd name="csY993" fmla="*/ 145230 h 712294"/>
                <a:gd name="csX994" fmla="*/ 75959 w 394604"/>
                <a:gd name="csY994" fmla="*/ 139975 h 712294"/>
                <a:gd name="csX995" fmla="*/ 75959 w 394604"/>
                <a:gd name="csY995" fmla="*/ 136631 h 712294"/>
                <a:gd name="csX996" fmla="*/ 76914 w 394604"/>
                <a:gd name="csY996" fmla="*/ 135197 h 712294"/>
                <a:gd name="csX997" fmla="*/ 77392 w 394604"/>
                <a:gd name="csY997" fmla="*/ 132331 h 712294"/>
                <a:gd name="csX998" fmla="*/ 80258 w 394604"/>
                <a:gd name="csY998" fmla="*/ 129465 h 712294"/>
                <a:gd name="csX999" fmla="*/ 80736 w 394604"/>
                <a:gd name="csY999" fmla="*/ 127554 h 712294"/>
                <a:gd name="csX1000" fmla="*/ 81692 w 394604"/>
                <a:gd name="csY1000" fmla="*/ 127554 h 712294"/>
                <a:gd name="csX1001" fmla="*/ 82170 w 394604"/>
                <a:gd name="csY1001" fmla="*/ 127076 h 712294"/>
                <a:gd name="csX1002" fmla="*/ 83603 w 394604"/>
                <a:gd name="csY1002" fmla="*/ 125165 h 712294"/>
                <a:gd name="csX1003" fmla="*/ 85513 w 394604"/>
                <a:gd name="csY1003" fmla="*/ 123254 h 712294"/>
                <a:gd name="csX1004" fmla="*/ 86947 w 394604"/>
                <a:gd name="csY1004" fmla="*/ 122299 h 712294"/>
                <a:gd name="csX1005" fmla="*/ 87424 w 394604"/>
                <a:gd name="csY1005" fmla="*/ 120388 h 712294"/>
                <a:gd name="csX1006" fmla="*/ 88380 w 394604"/>
                <a:gd name="csY1006" fmla="*/ 118477 h 712294"/>
                <a:gd name="csX1007" fmla="*/ 89813 w 394604"/>
                <a:gd name="csY1007" fmla="*/ 114655 h 712294"/>
                <a:gd name="csX1008" fmla="*/ 90769 w 394604"/>
                <a:gd name="csY1008" fmla="*/ 112266 h 712294"/>
                <a:gd name="csX1009" fmla="*/ 91724 w 394604"/>
                <a:gd name="csY1009" fmla="*/ 111311 h 712294"/>
                <a:gd name="csX1010" fmla="*/ 91724 w 394604"/>
                <a:gd name="csY1010" fmla="*/ 111311 h 712294"/>
                <a:gd name="csX1011" fmla="*/ 93157 w 394604"/>
                <a:gd name="csY1011" fmla="*/ 108445 h 712294"/>
                <a:gd name="csX1012" fmla="*/ 93635 w 394604"/>
                <a:gd name="csY1012" fmla="*/ 106534 h 712294"/>
                <a:gd name="csX1013" fmla="*/ 95068 w 394604"/>
                <a:gd name="csY1013" fmla="*/ 105578 h 712294"/>
                <a:gd name="csX1014" fmla="*/ 95068 w 394604"/>
                <a:gd name="csY1014" fmla="*/ 105578 h 712294"/>
                <a:gd name="csX1015" fmla="*/ 96501 w 394604"/>
                <a:gd name="csY1015" fmla="*/ 105578 h 712294"/>
                <a:gd name="csX1016" fmla="*/ 97457 w 394604"/>
                <a:gd name="csY1016" fmla="*/ 106056 h 712294"/>
                <a:gd name="csX1017" fmla="*/ 98412 w 394604"/>
                <a:gd name="csY1017" fmla="*/ 106056 h 712294"/>
                <a:gd name="csX1018" fmla="*/ 99845 w 394604"/>
                <a:gd name="csY1018" fmla="*/ 105100 h 712294"/>
                <a:gd name="csX1019" fmla="*/ 102234 w 394604"/>
                <a:gd name="csY1019" fmla="*/ 104145 h 712294"/>
                <a:gd name="csX1020" fmla="*/ 103189 w 394604"/>
                <a:gd name="csY1020" fmla="*/ 103667 h 712294"/>
                <a:gd name="csX1021" fmla="*/ 103667 w 394604"/>
                <a:gd name="csY1021" fmla="*/ 103667 h 712294"/>
                <a:gd name="csX1022" fmla="*/ 104145 w 394604"/>
                <a:gd name="csY1022" fmla="*/ 102712 h 712294"/>
                <a:gd name="csX1023" fmla="*/ 104145 w 394604"/>
                <a:gd name="csY1023" fmla="*/ 100801 h 712294"/>
                <a:gd name="csX1024" fmla="*/ 103189 w 394604"/>
                <a:gd name="csY1024" fmla="*/ 99846 h 712294"/>
                <a:gd name="csX1025" fmla="*/ 102712 w 394604"/>
                <a:gd name="csY1025" fmla="*/ 99368 h 712294"/>
                <a:gd name="csX1026" fmla="*/ 100801 w 394604"/>
                <a:gd name="csY1026" fmla="*/ 96501 h 712294"/>
                <a:gd name="csX1027" fmla="*/ 98890 w 394604"/>
                <a:gd name="csY1027" fmla="*/ 93635 h 712294"/>
                <a:gd name="csX1028" fmla="*/ 98412 w 394604"/>
                <a:gd name="csY1028" fmla="*/ 92680 h 712294"/>
                <a:gd name="csX1029" fmla="*/ 98412 w 394604"/>
                <a:gd name="csY1029" fmla="*/ 91246 h 712294"/>
                <a:gd name="csX1030" fmla="*/ 98890 w 394604"/>
                <a:gd name="csY1030" fmla="*/ 90291 h 712294"/>
                <a:gd name="csX1031" fmla="*/ 99845 w 394604"/>
                <a:gd name="csY1031" fmla="*/ 88380 h 712294"/>
                <a:gd name="csX1032" fmla="*/ 102234 w 394604"/>
                <a:gd name="csY1032" fmla="*/ 85991 h 712294"/>
                <a:gd name="csX1033" fmla="*/ 101756 w 394604"/>
                <a:gd name="csY1033" fmla="*/ 84558 h 712294"/>
                <a:gd name="csX1034" fmla="*/ 100323 w 394604"/>
                <a:gd name="csY1034" fmla="*/ 77870 h 712294"/>
                <a:gd name="csX1035" fmla="*/ 99368 w 394604"/>
                <a:gd name="csY1035" fmla="*/ 75959 h 712294"/>
                <a:gd name="csX1036" fmla="*/ 98412 w 394604"/>
                <a:gd name="csY1036" fmla="*/ 72615 h 712294"/>
                <a:gd name="csX1037" fmla="*/ 98412 w 394604"/>
                <a:gd name="csY1037" fmla="*/ 71182 h 712294"/>
                <a:gd name="csX1038" fmla="*/ 99368 w 394604"/>
                <a:gd name="csY1038" fmla="*/ 67838 h 712294"/>
                <a:gd name="csX1039" fmla="*/ 99368 w 394604"/>
                <a:gd name="csY1039" fmla="*/ 67838 h 712294"/>
                <a:gd name="csX1040" fmla="*/ 100323 w 394604"/>
                <a:gd name="csY1040" fmla="*/ 66405 h 712294"/>
                <a:gd name="csX1041" fmla="*/ 101756 w 394604"/>
                <a:gd name="csY1041" fmla="*/ 65927 h 712294"/>
                <a:gd name="csX1042" fmla="*/ 102712 w 394604"/>
                <a:gd name="csY1042" fmla="*/ 65449 h 712294"/>
                <a:gd name="csX1043" fmla="*/ 102712 w 394604"/>
                <a:gd name="csY1043" fmla="*/ 64971 h 712294"/>
                <a:gd name="csX1044" fmla="*/ 102712 w 394604"/>
                <a:gd name="csY1044" fmla="*/ 64971 h 712294"/>
                <a:gd name="csX1045" fmla="*/ 101756 w 394604"/>
                <a:gd name="csY1045" fmla="*/ 64016 h 712294"/>
                <a:gd name="csX1046" fmla="*/ 101279 w 394604"/>
                <a:gd name="csY1046" fmla="*/ 63060 h 712294"/>
                <a:gd name="csX1047" fmla="*/ 101279 w 394604"/>
                <a:gd name="csY1047" fmla="*/ 61627 h 712294"/>
                <a:gd name="csX1048" fmla="*/ 101279 w 394604"/>
                <a:gd name="csY1048" fmla="*/ 61627 h 712294"/>
                <a:gd name="csX1049" fmla="*/ 99845 w 394604"/>
                <a:gd name="csY1049" fmla="*/ 61149 h 712294"/>
                <a:gd name="csX1050" fmla="*/ 99845 w 394604"/>
                <a:gd name="csY1050" fmla="*/ 61149 h 712294"/>
                <a:gd name="csX1051" fmla="*/ 99368 w 394604"/>
                <a:gd name="csY1051" fmla="*/ 59716 h 712294"/>
                <a:gd name="csX1052" fmla="*/ 99368 w 394604"/>
                <a:gd name="csY1052" fmla="*/ 57805 h 712294"/>
                <a:gd name="csX1053" fmla="*/ 100323 w 394604"/>
                <a:gd name="csY1053" fmla="*/ 55417 h 712294"/>
                <a:gd name="csX1054" fmla="*/ 101279 w 394604"/>
                <a:gd name="csY1054" fmla="*/ 54939 h 712294"/>
                <a:gd name="csX1055" fmla="*/ 101279 w 394604"/>
                <a:gd name="csY1055" fmla="*/ 54939 h 712294"/>
                <a:gd name="csX1056" fmla="*/ 101756 w 394604"/>
                <a:gd name="csY1056" fmla="*/ 53983 h 712294"/>
                <a:gd name="csX1057" fmla="*/ 103189 w 394604"/>
                <a:gd name="csY1057" fmla="*/ 53028 h 712294"/>
                <a:gd name="csX1058" fmla="*/ 104145 w 394604"/>
                <a:gd name="csY1058" fmla="*/ 52073 h 712294"/>
                <a:gd name="csX1059" fmla="*/ 104623 w 394604"/>
                <a:gd name="csY1059" fmla="*/ 52073 h 712294"/>
                <a:gd name="csX1060" fmla="*/ 105578 w 394604"/>
                <a:gd name="csY1060" fmla="*/ 50639 h 712294"/>
                <a:gd name="csX1061" fmla="*/ 109400 w 394604"/>
                <a:gd name="csY1061" fmla="*/ 49206 h 712294"/>
                <a:gd name="csX1062" fmla="*/ 112744 w 394604"/>
                <a:gd name="csY1062" fmla="*/ 47773 h 712294"/>
                <a:gd name="csX1063" fmla="*/ 112744 w 394604"/>
                <a:gd name="csY1063" fmla="*/ 47773 h 712294"/>
                <a:gd name="csX1064" fmla="*/ 118954 w 394604"/>
                <a:gd name="csY1064" fmla="*/ 45384 h 712294"/>
                <a:gd name="csX1065" fmla="*/ 123254 w 394604"/>
                <a:gd name="csY1065" fmla="*/ 43951 h 712294"/>
                <a:gd name="csX1066" fmla="*/ 123254 w 394604"/>
                <a:gd name="csY1066" fmla="*/ 43951 h 712294"/>
                <a:gd name="csX1067" fmla="*/ 123254 w 394604"/>
                <a:gd name="csY1067" fmla="*/ 42518 h 712294"/>
                <a:gd name="csX1068" fmla="*/ 123732 w 394604"/>
                <a:gd name="csY1068" fmla="*/ 42040 h 712294"/>
                <a:gd name="csX1069" fmla="*/ 125643 w 394604"/>
                <a:gd name="csY1069" fmla="*/ 35830 h 712294"/>
                <a:gd name="csX1070" fmla="*/ 128509 w 394604"/>
                <a:gd name="csY1070" fmla="*/ 28186 h 712294"/>
                <a:gd name="csX1071" fmla="*/ 129942 w 394604"/>
                <a:gd name="csY1071" fmla="*/ 23409 h 712294"/>
                <a:gd name="csX1072" fmla="*/ 129942 w 394604"/>
                <a:gd name="csY1072" fmla="*/ 23409 h 712294"/>
                <a:gd name="csX1073" fmla="*/ 128031 w 394604"/>
                <a:gd name="csY1073" fmla="*/ 21498 h 712294"/>
                <a:gd name="csX1074" fmla="*/ 126120 w 394604"/>
                <a:gd name="csY1074" fmla="*/ 20065 h 712294"/>
                <a:gd name="csX1075" fmla="*/ 127076 w 394604"/>
                <a:gd name="csY1075" fmla="*/ 19109 h 712294"/>
                <a:gd name="csX1076" fmla="*/ 128987 w 394604"/>
                <a:gd name="csY1076" fmla="*/ 16721 h 712294"/>
                <a:gd name="csX1077" fmla="*/ 129465 w 394604"/>
                <a:gd name="csY1077" fmla="*/ 14809 h 712294"/>
                <a:gd name="csX1078" fmla="*/ 130420 w 394604"/>
                <a:gd name="csY1078" fmla="*/ 13854 h 712294"/>
                <a:gd name="csX1079" fmla="*/ 134242 w 394604"/>
                <a:gd name="csY1079" fmla="*/ 11943 h 712294"/>
                <a:gd name="csX1080" fmla="*/ 134720 w 394604"/>
                <a:gd name="csY1080" fmla="*/ 10510 h 712294"/>
                <a:gd name="csX1081" fmla="*/ 135197 w 394604"/>
                <a:gd name="csY1081" fmla="*/ 9077 h 712294"/>
                <a:gd name="csX1082" fmla="*/ 135197 w 394604"/>
                <a:gd name="csY1082" fmla="*/ 9077 h 712294"/>
                <a:gd name="csX1083" fmla="*/ 135675 w 394604"/>
                <a:gd name="csY1083" fmla="*/ 8121 h 712294"/>
                <a:gd name="csX1084" fmla="*/ 137108 w 394604"/>
                <a:gd name="csY1084" fmla="*/ 7644 h 712294"/>
                <a:gd name="csX1085" fmla="*/ 139975 w 394604"/>
                <a:gd name="csY1085" fmla="*/ 6688 h 712294"/>
                <a:gd name="csX1086" fmla="*/ 142841 w 394604"/>
                <a:gd name="csY1086" fmla="*/ 6210 h 712294"/>
                <a:gd name="csX1087" fmla="*/ 142841 w 394604"/>
                <a:gd name="csY1087" fmla="*/ 6210 h 712294"/>
                <a:gd name="csX1088" fmla="*/ 143796 w 394604"/>
                <a:gd name="csY1088" fmla="*/ 4777 h 712294"/>
                <a:gd name="csX1089" fmla="*/ 143796 w 394604"/>
                <a:gd name="csY1089" fmla="*/ 4777 h 712294"/>
                <a:gd name="csX1090" fmla="*/ 144274 w 394604"/>
                <a:gd name="csY1090" fmla="*/ 2866 h 712294"/>
                <a:gd name="csX1091" fmla="*/ 145230 w 394604"/>
                <a:gd name="csY1091" fmla="*/ 478 h 712294"/>
                <a:gd name="csX1092" fmla="*/ 145707 w 394604"/>
                <a:gd name="csY1092" fmla="*/ 0 h 712294"/>
                <a:gd name="csX1093" fmla="*/ 146663 w 394604"/>
                <a:gd name="csY1093" fmla="*/ 0 h 712294"/>
                <a:gd name="csX1094" fmla="*/ 148096 w 394604"/>
                <a:gd name="csY1094" fmla="*/ 478 h 712294"/>
                <a:gd name="csX1095" fmla="*/ 148574 w 394604"/>
                <a:gd name="csY1095" fmla="*/ 1433 h 712294"/>
                <a:gd name="csX1096" fmla="*/ 152873 w 394604"/>
                <a:gd name="csY1096" fmla="*/ 4300 h 712294"/>
                <a:gd name="csX1097" fmla="*/ 154307 w 394604"/>
                <a:gd name="csY1097" fmla="*/ 5733 h 712294"/>
                <a:gd name="csX1098" fmla="*/ 154307 w 394604"/>
                <a:gd name="csY1098" fmla="*/ 5733 h 712294"/>
                <a:gd name="csX1099" fmla="*/ 156218 w 394604"/>
                <a:gd name="csY1099" fmla="*/ 5733 h 712294"/>
                <a:gd name="csX1100" fmla="*/ 156218 w 394604"/>
                <a:gd name="csY1100" fmla="*/ 5733 h 712294"/>
                <a:gd name="csX1101" fmla="*/ 159561 w 394604"/>
                <a:gd name="csY1101" fmla="*/ 5733 h 712294"/>
                <a:gd name="csX1102" fmla="*/ 160039 w 394604"/>
                <a:gd name="csY1102" fmla="*/ 5733 h 712294"/>
                <a:gd name="csX1103" fmla="*/ 160039 w 394604"/>
                <a:gd name="csY1103" fmla="*/ 5733 h 712294"/>
                <a:gd name="csX1104" fmla="*/ 160039 w 394604"/>
                <a:gd name="csY1104" fmla="*/ 5733 h 712294"/>
                <a:gd name="csX1105" fmla="*/ 168638 w 394604"/>
                <a:gd name="csY1105" fmla="*/ 5733 h 712294"/>
                <a:gd name="csX1106" fmla="*/ 170072 w 394604"/>
                <a:gd name="csY1106" fmla="*/ 5733 h 712294"/>
                <a:gd name="csX1107" fmla="*/ 172938 w 394604"/>
                <a:gd name="csY1107" fmla="*/ 6688 h 712294"/>
                <a:gd name="csX1108" fmla="*/ 173416 w 394604"/>
                <a:gd name="csY1108" fmla="*/ 6688 h 712294"/>
                <a:gd name="csX1109" fmla="*/ 174849 w 394604"/>
                <a:gd name="csY1109" fmla="*/ 7166 h 712294"/>
                <a:gd name="csX1110" fmla="*/ 175804 w 394604"/>
                <a:gd name="csY1110" fmla="*/ 7644 h 712294"/>
                <a:gd name="csX1111" fmla="*/ 177715 w 394604"/>
                <a:gd name="csY1111" fmla="*/ 8121 h 712294"/>
                <a:gd name="csX1112" fmla="*/ 179149 w 394604"/>
                <a:gd name="csY1112" fmla="*/ 10988 h 712294"/>
                <a:gd name="csX1113" fmla="*/ 180104 w 394604"/>
                <a:gd name="csY1113" fmla="*/ 13376 h 712294"/>
                <a:gd name="csX1114" fmla="*/ 180582 w 394604"/>
                <a:gd name="csY1114" fmla="*/ 15287 h 712294"/>
                <a:gd name="csX1115" fmla="*/ 180582 w 394604"/>
                <a:gd name="csY1115" fmla="*/ 15287 h 712294"/>
                <a:gd name="csX1116" fmla="*/ 182493 w 394604"/>
                <a:gd name="csY1116" fmla="*/ 18632 h 712294"/>
                <a:gd name="csX1117" fmla="*/ 182970 w 394604"/>
                <a:gd name="csY1117" fmla="*/ 20065 h 712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</a:cxnLst>
              <a:rect l="l" t="t" r="r" b="b"/>
              <a:pathLst>
                <a:path w="394604" h="712294">
                  <a:moveTo>
                    <a:pt x="182970" y="20065"/>
                  </a:moveTo>
                  <a:lnTo>
                    <a:pt x="183448" y="20065"/>
                  </a:lnTo>
                  <a:lnTo>
                    <a:pt x="183448" y="19587"/>
                  </a:lnTo>
                  <a:lnTo>
                    <a:pt x="184403" y="15765"/>
                  </a:lnTo>
                  <a:lnTo>
                    <a:pt x="184403" y="15765"/>
                  </a:lnTo>
                  <a:lnTo>
                    <a:pt x="185359" y="13376"/>
                  </a:lnTo>
                  <a:lnTo>
                    <a:pt x="187270" y="10988"/>
                  </a:lnTo>
                  <a:lnTo>
                    <a:pt x="190136" y="5255"/>
                  </a:lnTo>
                  <a:lnTo>
                    <a:pt x="191092" y="4300"/>
                  </a:lnTo>
                  <a:lnTo>
                    <a:pt x="192525" y="3822"/>
                  </a:lnTo>
                  <a:lnTo>
                    <a:pt x="193003" y="3822"/>
                  </a:lnTo>
                  <a:lnTo>
                    <a:pt x="193958" y="4300"/>
                  </a:lnTo>
                  <a:lnTo>
                    <a:pt x="193958" y="4300"/>
                  </a:lnTo>
                  <a:lnTo>
                    <a:pt x="195391" y="4300"/>
                  </a:lnTo>
                  <a:lnTo>
                    <a:pt x="195869" y="3822"/>
                  </a:lnTo>
                  <a:lnTo>
                    <a:pt x="203991" y="3822"/>
                  </a:lnTo>
                  <a:lnTo>
                    <a:pt x="203991" y="3822"/>
                  </a:lnTo>
                  <a:lnTo>
                    <a:pt x="212590" y="3822"/>
                  </a:lnTo>
                  <a:lnTo>
                    <a:pt x="212590" y="3822"/>
                  </a:lnTo>
                  <a:lnTo>
                    <a:pt x="213067" y="4777"/>
                  </a:lnTo>
                  <a:lnTo>
                    <a:pt x="214500" y="6688"/>
                  </a:lnTo>
                  <a:lnTo>
                    <a:pt x="214500" y="7166"/>
                  </a:lnTo>
                  <a:lnTo>
                    <a:pt x="215934" y="8121"/>
                  </a:lnTo>
                  <a:lnTo>
                    <a:pt x="215934" y="8121"/>
                  </a:lnTo>
                  <a:lnTo>
                    <a:pt x="216411" y="8121"/>
                  </a:lnTo>
                  <a:lnTo>
                    <a:pt x="216889" y="9077"/>
                  </a:lnTo>
                  <a:lnTo>
                    <a:pt x="216889" y="9555"/>
                  </a:lnTo>
                  <a:lnTo>
                    <a:pt x="218800" y="10510"/>
                  </a:lnTo>
                  <a:lnTo>
                    <a:pt x="222144" y="12421"/>
                  </a:lnTo>
                  <a:lnTo>
                    <a:pt x="225010" y="15765"/>
                  </a:lnTo>
                  <a:lnTo>
                    <a:pt x="227877" y="21020"/>
                  </a:lnTo>
                  <a:lnTo>
                    <a:pt x="230743" y="24364"/>
                  </a:lnTo>
                  <a:lnTo>
                    <a:pt x="233132" y="26753"/>
                  </a:lnTo>
                  <a:lnTo>
                    <a:pt x="235521" y="28664"/>
                  </a:lnTo>
                  <a:lnTo>
                    <a:pt x="237909" y="29619"/>
                  </a:lnTo>
                  <a:lnTo>
                    <a:pt x="238865" y="30575"/>
                  </a:lnTo>
                  <a:lnTo>
                    <a:pt x="239342" y="31052"/>
                  </a:lnTo>
                  <a:lnTo>
                    <a:pt x="241253" y="32486"/>
                  </a:lnTo>
                  <a:lnTo>
                    <a:pt x="245075" y="34397"/>
                  </a:lnTo>
                  <a:lnTo>
                    <a:pt x="247464" y="36307"/>
                  </a:lnTo>
                  <a:lnTo>
                    <a:pt x="248419" y="38218"/>
                  </a:lnTo>
                  <a:lnTo>
                    <a:pt x="252241" y="40129"/>
                  </a:lnTo>
                  <a:lnTo>
                    <a:pt x="258929" y="42518"/>
                  </a:lnTo>
                  <a:lnTo>
                    <a:pt x="263707" y="43473"/>
                  </a:lnTo>
                  <a:lnTo>
                    <a:pt x="266573" y="43473"/>
                  </a:lnTo>
                  <a:lnTo>
                    <a:pt x="271350" y="44907"/>
                  </a:lnTo>
                  <a:lnTo>
                    <a:pt x="276605" y="48251"/>
                  </a:lnTo>
                  <a:lnTo>
                    <a:pt x="279949" y="50639"/>
                  </a:lnTo>
                  <a:lnTo>
                    <a:pt x="281382" y="52073"/>
                  </a:lnTo>
                  <a:lnTo>
                    <a:pt x="285205" y="54461"/>
                  </a:lnTo>
                  <a:lnTo>
                    <a:pt x="294281" y="58761"/>
                  </a:lnTo>
                  <a:lnTo>
                    <a:pt x="298103" y="59716"/>
                  </a:lnTo>
                  <a:lnTo>
                    <a:pt x="300014" y="60672"/>
                  </a:lnTo>
                  <a:lnTo>
                    <a:pt x="301447" y="62105"/>
                  </a:lnTo>
                  <a:lnTo>
                    <a:pt x="302403" y="62582"/>
                  </a:lnTo>
                  <a:lnTo>
                    <a:pt x="303836" y="62105"/>
                  </a:lnTo>
                  <a:lnTo>
                    <a:pt x="305747" y="62582"/>
                  </a:lnTo>
                  <a:lnTo>
                    <a:pt x="309569" y="64016"/>
                  </a:lnTo>
                  <a:lnTo>
                    <a:pt x="311957" y="65927"/>
                  </a:lnTo>
                  <a:lnTo>
                    <a:pt x="315779" y="69748"/>
                  </a:lnTo>
                  <a:lnTo>
                    <a:pt x="316735" y="71182"/>
                  </a:lnTo>
                  <a:lnTo>
                    <a:pt x="317212" y="72615"/>
                  </a:lnTo>
                  <a:lnTo>
                    <a:pt x="317212" y="73570"/>
                  </a:lnTo>
                  <a:lnTo>
                    <a:pt x="316257" y="75004"/>
                  </a:lnTo>
                  <a:lnTo>
                    <a:pt x="313868" y="76437"/>
                  </a:lnTo>
                  <a:lnTo>
                    <a:pt x="313390" y="76914"/>
                  </a:lnTo>
                  <a:lnTo>
                    <a:pt x="313390" y="76914"/>
                  </a:lnTo>
                  <a:lnTo>
                    <a:pt x="313390" y="77392"/>
                  </a:lnTo>
                  <a:lnTo>
                    <a:pt x="312913" y="78825"/>
                  </a:lnTo>
                  <a:lnTo>
                    <a:pt x="311480" y="81214"/>
                  </a:lnTo>
                  <a:lnTo>
                    <a:pt x="311002" y="82170"/>
                  </a:lnTo>
                  <a:lnTo>
                    <a:pt x="311002" y="82170"/>
                  </a:lnTo>
                  <a:lnTo>
                    <a:pt x="311002" y="82647"/>
                  </a:lnTo>
                  <a:lnTo>
                    <a:pt x="311002" y="83125"/>
                  </a:lnTo>
                  <a:lnTo>
                    <a:pt x="309569" y="84080"/>
                  </a:lnTo>
                  <a:lnTo>
                    <a:pt x="307180" y="85991"/>
                  </a:lnTo>
                  <a:lnTo>
                    <a:pt x="306224" y="86469"/>
                  </a:lnTo>
                  <a:lnTo>
                    <a:pt x="306224" y="87424"/>
                  </a:lnTo>
                  <a:lnTo>
                    <a:pt x="305747" y="87902"/>
                  </a:lnTo>
                  <a:lnTo>
                    <a:pt x="305747" y="88380"/>
                  </a:lnTo>
                  <a:lnTo>
                    <a:pt x="304791" y="89335"/>
                  </a:lnTo>
                  <a:lnTo>
                    <a:pt x="304791" y="89335"/>
                  </a:lnTo>
                  <a:lnTo>
                    <a:pt x="304791" y="90769"/>
                  </a:lnTo>
                  <a:lnTo>
                    <a:pt x="304314" y="92680"/>
                  </a:lnTo>
                  <a:lnTo>
                    <a:pt x="304791" y="95068"/>
                  </a:lnTo>
                  <a:lnTo>
                    <a:pt x="304791" y="95546"/>
                  </a:lnTo>
                  <a:lnTo>
                    <a:pt x="304314" y="96024"/>
                  </a:lnTo>
                  <a:lnTo>
                    <a:pt x="304314" y="96024"/>
                  </a:lnTo>
                  <a:lnTo>
                    <a:pt x="303836" y="96501"/>
                  </a:lnTo>
                  <a:lnTo>
                    <a:pt x="303836" y="97935"/>
                  </a:lnTo>
                  <a:lnTo>
                    <a:pt x="303358" y="98412"/>
                  </a:lnTo>
                  <a:lnTo>
                    <a:pt x="302403" y="98890"/>
                  </a:lnTo>
                  <a:lnTo>
                    <a:pt x="302403" y="98890"/>
                  </a:lnTo>
                  <a:lnTo>
                    <a:pt x="301925" y="99846"/>
                  </a:lnTo>
                  <a:lnTo>
                    <a:pt x="301925" y="99846"/>
                  </a:lnTo>
                  <a:lnTo>
                    <a:pt x="302403" y="100323"/>
                  </a:lnTo>
                  <a:lnTo>
                    <a:pt x="301447" y="100801"/>
                  </a:lnTo>
                  <a:lnTo>
                    <a:pt x="300014" y="101756"/>
                  </a:lnTo>
                  <a:lnTo>
                    <a:pt x="300014" y="101756"/>
                  </a:lnTo>
                  <a:lnTo>
                    <a:pt x="299059" y="102712"/>
                  </a:lnTo>
                  <a:lnTo>
                    <a:pt x="299059" y="102712"/>
                  </a:lnTo>
                  <a:lnTo>
                    <a:pt x="298581" y="103667"/>
                  </a:lnTo>
                  <a:lnTo>
                    <a:pt x="297625" y="105100"/>
                  </a:lnTo>
                  <a:lnTo>
                    <a:pt x="296192" y="106056"/>
                  </a:lnTo>
                  <a:lnTo>
                    <a:pt x="295714" y="107012"/>
                  </a:lnTo>
                  <a:lnTo>
                    <a:pt x="295714" y="107489"/>
                  </a:lnTo>
                  <a:lnTo>
                    <a:pt x="296670" y="109878"/>
                  </a:lnTo>
                  <a:lnTo>
                    <a:pt x="305269" y="108922"/>
                  </a:lnTo>
                  <a:lnTo>
                    <a:pt x="312435" y="109878"/>
                  </a:lnTo>
                  <a:lnTo>
                    <a:pt x="320556" y="112266"/>
                  </a:lnTo>
                  <a:lnTo>
                    <a:pt x="326289" y="112744"/>
                  </a:lnTo>
                  <a:lnTo>
                    <a:pt x="329155" y="112266"/>
                  </a:lnTo>
                  <a:lnTo>
                    <a:pt x="331066" y="112266"/>
                  </a:lnTo>
                  <a:lnTo>
                    <a:pt x="331066" y="112266"/>
                  </a:lnTo>
                  <a:lnTo>
                    <a:pt x="332500" y="113222"/>
                  </a:lnTo>
                  <a:lnTo>
                    <a:pt x="333933" y="113222"/>
                  </a:lnTo>
                  <a:lnTo>
                    <a:pt x="335844" y="112744"/>
                  </a:lnTo>
                  <a:lnTo>
                    <a:pt x="336321" y="112744"/>
                  </a:lnTo>
                  <a:lnTo>
                    <a:pt x="338232" y="113222"/>
                  </a:lnTo>
                  <a:lnTo>
                    <a:pt x="339666" y="114655"/>
                  </a:lnTo>
                  <a:lnTo>
                    <a:pt x="341099" y="114177"/>
                  </a:lnTo>
                  <a:lnTo>
                    <a:pt x="341099" y="114177"/>
                  </a:lnTo>
                  <a:lnTo>
                    <a:pt x="342054" y="112266"/>
                  </a:lnTo>
                  <a:lnTo>
                    <a:pt x="342054" y="112266"/>
                  </a:lnTo>
                  <a:lnTo>
                    <a:pt x="343487" y="110833"/>
                  </a:lnTo>
                  <a:lnTo>
                    <a:pt x="344921" y="109878"/>
                  </a:lnTo>
                  <a:lnTo>
                    <a:pt x="346831" y="109400"/>
                  </a:lnTo>
                  <a:lnTo>
                    <a:pt x="349220" y="109878"/>
                  </a:lnTo>
                  <a:lnTo>
                    <a:pt x="351131" y="110833"/>
                  </a:lnTo>
                  <a:lnTo>
                    <a:pt x="352564" y="111789"/>
                  </a:lnTo>
                  <a:lnTo>
                    <a:pt x="353997" y="111789"/>
                  </a:lnTo>
                  <a:lnTo>
                    <a:pt x="353997" y="111789"/>
                  </a:lnTo>
                  <a:lnTo>
                    <a:pt x="355431" y="110355"/>
                  </a:lnTo>
                  <a:lnTo>
                    <a:pt x="355431" y="110355"/>
                  </a:lnTo>
                  <a:lnTo>
                    <a:pt x="356386" y="108922"/>
                  </a:lnTo>
                  <a:lnTo>
                    <a:pt x="356386" y="107489"/>
                  </a:lnTo>
                  <a:lnTo>
                    <a:pt x="356864" y="106534"/>
                  </a:lnTo>
                  <a:lnTo>
                    <a:pt x="358297" y="105578"/>
                  </a:lnTo>
                  <a:lnTo>
                    <a:pt x="359253" y="104623"/>
                  </a:lnTo>
                  <a:lnTo>
                    <a:pt x="359730" y="103667"/>
                  </a:lnTo>
                  <a:lnTo>
                    <a:pt x="361163" y="102712"/>
                  </a:lnTo>
                  <a:lnTo>
                    <a:pt x="364030" y="102234"/>
                  </a:lnTo>
                  <a:lnTo>
                    <a:pt x="365463" y="101756"/>
                  </a:lnTo>
                  <a:lnTo>
                    <a:pt x="365463" y="101756"/>
                  </a:lnTo>
                  <a:lnTo>
                    <a:pt x="365463" y="101279"/>
                  </a:lnTo>
                  <a:lnTo>
                    <a:pt x="365463" y="100801"/>
                  </a:lnTo>
                  <a:lnTo>
                    <a:pt x="366419" y="100323"/>
                  </a:lnTo>
                  <a:lnTo>
                    <a:pt x="367852" y="99368"/>
                  </a:lnTo>
                  <a:lnTo>
                    <a:pt x="368807" y="98412"/>
                  </a:lnTo>
                  <a:lnTo>
                    <a:pt x="369285" y="96979"/>
                  </a:lnTo>
                  <a:lnTo>
                    <a:pt x="370240" y="96501"/>
                  </a:lnTo>
                  <a:lnTo>
                    <a:pt x="371196" y="96024"/>
                  </a:lnTo>
                  <a:lnTo>
                    <a:pt x="371673" y="96024"/>
                  </a:lnTo>
                  <a:lnTo>
                    <a:pt x="371673" y="96024"/>
                  </a:lnTo>
                  <a:lnTo>
                    <a:pt x="373107" y="93635"/>
                  </a:lnTo>
                  <a:lnTo>
                    <a:pt x="374540" y="89335"/>
                  </a:lnTo>
                  <a:lnTo>
                    <a:pt x="375495" y="83125"/>
                  </a:lnTo>
                  <a:lnTo>
                    <a:pt x="375495" y="74526"/>
                  </a:lnTo>
                  <a:lnTo>
                    <a:pt x="377406" y="74526"/>
                  </a:lnTo>
                  <a:lnTo>
                    <a:pt x="377884" y="75004"/>
                  </a:lnTo>
                  <a:lnTo>
                    <a:pt x="379317" y="75481"/>
                  </a:lnTo>
                  <a:lnTo>
                    <a:pt x="379317" y="75481"/>
                  </a:lnTo>
                  <a:lnTo>
                    <a:pt x="380273" y="74526"/>
                  </a:lnTo>
                  <a:lnTo>
                    <a:pt x="381228" y="74526"/>
                  </a:lnTo>
                  <a:lnTo>
                    <a:pt x="383139" y="74526"/>
                  </a:lnTo>
                  <a:lnTo>
                    <a:pt x="383139" y="74526"/>
                  </a:lnTo>
                  <a:lnTo>
                    <a:pt x="384094" y="73570"/>
                  </a:lnTo>
                  <a:lnTo>
                    <a:pt x="385050" y="73570"/>
                  </a:lnTo>
                  <a:lnTo>
                    <a:pt x="385528" y="74048"/>
                  </a:lnTo>
                  <a:lnTo>
                    <a:pt x="386005" y="74526"/>
                  </a:lnTo>
                  <a:lnTo>
                    <a:pt x="387916" y="74526"/>
                  </a:lnTo>
                  <a:lnTo>
                    <a:pt x="388872" y="75959"/>
                  </a:lnTo>
                  <a:lnTo>
                    <a:pt x="389827" y="76437"/>
                  </a:lnTo>
                  <a:lnTo>
                    <a:pt x="390783" y="77870"/>
                  </a:lnTo>
                  <a:lnTo>
                    <a:pt x="391260" y="82170"/>
                  </a:lnTo>
                  <a:lnTo>
                    <a:pt x="392694" y="84558"/>
                  </a:lnTo>
                  <a:lnTo>
                    <a:pt x="394604" y="87424"/>
                  </a:lnTo>
                  <a:lnTo>
                    <a:pt x="394604" y="88858"/>
                  </a:lnTo>
                  <a:lnTo>
                    <a:pt x="393649" y="90291"/>
                  </a:lnTo>
                  <a:lnTo>
                    <a:pt x="393649" y="90291"/>
                  </a:lnTo>
                  <a:lnTo>
                    <a:pt x="393649" y="92202"/>
                  </a:lnTo>
                  <a:lnTo>
                    <a:pt x="393171" y="96501"/>
                  </a:lnTo>
                  <a:lnTo>
                    <a:pt x="392694" y="97935"/>
                  </a:lnTo>
                  <a:lnTo>
                    <a:pt x="393171" y="99368"/>
                  </a:lnTo>
                  <a:lnTo>
                    <a:pt x="393649" y="100801"/>
                  </a:lnTo>
                  <a:lnTo>
                    <a:pt x="392694" y="102712"/>
                  </a:lnTo>
                  <a:lnTo>
                    <a:pt x="391260" y="105578"/>
                  </a:lnTo>
                  <a:lnTo>
                    <a:pt x="391260" y="105578"/>
                  </a:lnTo>
                  <a:lnTo>
                    <a:pt x="389827" y="106534"/>
                  </a:lnTo>
                  <a:lnTo>
                    <a:pt x="389349" y="106534"/>
                  </a:lnTo>
                  <a:lnTo>
                    <a:pt x="389349" y="106534"/>
                  </a:lnTo>
                  <a:lnTo>
                    <a:pt x="387438" y="107967"/>
                  </a:lnTo>
                  <a:lnTo>
                    <a:pt x="386005" y="108922"/>
                  </a:lnTo>
                  <a:lnTo>
                    <a:pt x="385050" y="108445"/>
                  </a:lnTo>
                  <a:lnTo>
                    <a:pt x="385050" y="108445"/>
                  </a:lnTo>
                  <a:lnTo>
                    <a:pt x="384094" y="108922"/>
                  </a:lnTo>
                  <a:lnTo>
                    <a:pt x="384094" y="108922"/>
                  </a:lnTo>
                  <a:lnTo>
                    <a:pt x="384094" y="109400"/>
                  </a:lnTo>
                  <a:lnTo>
                    <a:pt x="382661" y="110833"/>
                  </a:lnTo>
                  <a:lnTo>
                    <a:pt x="381706" y="111789"/>
                  </a:lnTo>
                  <a:lnTo>
                    <a:pt x="381706" y="111789"/>
                  </a:lnTo>
                  <a:lnTo>
                    <a:pt x="379317" y="112266"/>
                  </a:lnTo>
                  <a:lnTo>
                    <a:pt x="378362" y="112744"/>
                  </a:lnTo>
                  <a:lnTo>
                    <a:pt x="376928" y="112266"/>
                  </a:lnTo>
                  <a:lnTo>
                    <a:pt x="376928" y="112744"/>
                  </a:lnTo>
                  <a:lnTo>
                    <a:pt x="376928" y="112744"/>
                  </a:lnTo>
                  <a:lnTo>
                    <a:pt x="375973" y="112744"/>
                  </a:lnTo>
                  <a:lnTo>
                    <a:pt x="375495" y="113222"/>
                  </a:lnTo>
                  <a:lnTo>
                    <a:pt x="375018" y="113700"/>
                  </a:lnTo>
                  <a:lnTo>
                    <a:pt x="373584" y="114177"/>
                  </a:lnTo>
                  <a:lnTo>
                    <a:pt x="372629" y="114177"/>
                  </a:lnTo>
                  <a:lnTo>
                    <a:pt x="371673" y="114655"/>
                  </a:lnTo>
                  <a:lnTo>
                    <a:pt x="371673" y="114655"/>
                  </a:lnTo>
                  <a:lnTo>
                    <a:pt x="371673" y="114655"/>
                  </a:lnTo>
                  <a:lnTo>
                    <a:pt x="370718" y="115611"/>
                  </a:lnTo>
                  <a:lnTo>
                    <a:pt x="370718" y="115611"/>
                  </a:lnTo>
                  <a:lnTo>
                    <a:pt x="369762" y="116566"/>
                  </a:lnTo>
                  <a:lnTo>
                    <a:pt x="369762" y="117521"/>
                  </a:lnTo>
                  <a:lnTo>
                    <a:pt x="369285" y="118477"/>
                  </a:lnTo>
                  <a:lnTo>
                    <a:pt x="367374" y="118955"/>
                  </a:lnTo>
                  <a:lnTo>
                    <a:pt x="367374" y="118955"/>
                  </a:lnTo>
                  <a:lnTo>
                    <a:pt x="366896" y="119432"/>
                  </a:lnTo>
                  <a:lnTo>
                    <a:pt x="366896" y="119432"/>
                  </a:lnTo>
                  <a:lnTo>
                    <a:pt x="366896" y="120388"/>
                  </a:lnTo>
                  <a:lnTo>
                    <a:pt x="366896" y="120388"/>
                  </a:lnTo>
                  <a:lnTo>
                    <a:pt x="365941" y="120865"/>
                  </a:lnTo>
                  <a:lnTo>
                    <a:pt x="365941" y="120865"/>
                  </a:lnTo>
                  <a:lnTo>
                    <a:pt x="363552" y="121343"/>
                  </a:lnTo>
                  <a:lnTo>
                    <a:pt x="363074" y="121821"/>
                  </a:lnTo>
                  <a:lnTo>
                    <a:pt x="361163" y="122777"/>
                  </a:lnTo>
                  <a:lnTo>
                    <a:pt x="361163" y="122777"/>
                  </a:lnTo>
                  <a:lnTo>
                    <a:pt x="360208" y="124210"/>
                  </a:lnTo>
                  <a:lnTo>
                    <a:pt x="358775" y="125643"/>
                  </a:lnTo>
                  <a:lnTo>
                    <a:pt x="358775" y="125643"/>
                  </a:lnTo>
                  <a:lnTo>
                    <a:pt x="356864" y="126121"/>
                  </a:lnTo>
                  <a:lnTo>
                    <a:pt x="356386" y="126121"/>
                  </a:lnTo>
                  <a:lnTo>
                    <a:pt x="353997" y="128031"/>
                  </a:lnTo>
                  <a:lnTo>
                    <a:pt x="353520" y="128031"/>
                  </a:lnTo>
                  <a:lnTo>
                    <a:pt x="353520" y="128987"/>
                  </a:lnTo>
                  <a:lnTo>
                    <a:pt x="354475" y="129942"/>
                  </a:lnTo>
                  <a:lnTo>
                    <a:pt x="354953" y="130898"/>
                  </a:lnTo>
                  <a:lnTo>
                    <a:pt x="354475" y="131376"/>
                  </a:lnTo>
                  <a:lnTo>
                    <a:pt x="353520" y="131376"/>
                  </a:lnTo>
                  <a:lnTo>
                    <a:pt x="352087" y="130898"/>
                  </a:lnTo>
                  <a:lnTo>
                    <a:pt x="351131" y="130898"/>
                  </a:lnTo>
                  <a:lnTo>
                    <a:pt x="351131" y="130898"/>
                  </a:lnTo>
                  <a:lnTo>
                    <a:pt x="350653" y="131376"/>
                  </a:lnTo>
                  <a:lnTo>
                    <a:pt x="350653" y="131376"/>
                  </a:lnTo>
                  <a:lnTo>
                    <a:pt x="350653" y="131376"/>
                  </a:lnTo>
                  <a:lnTo>
                    <a:pt x="350176" y="131853"/>
                  </a:lnTo>
                  <a:lnTo>
                    <a:pt x="350176" y="132809"/>
                  </a:lnTo>
                  <a:lnTo>
                    <a:pt x="349698" y="133287"/>
                  </a:lnTo>
                  <a:lnTo>
                    <a:pt x="348742" y="133764"/>
                  </a:lnTo>
                  <a:lnTo>
                    <a:pt x="348742" y="133764"/>
                  </a:lnTo>
                  <a:lnTo>
                    <a:pt x="348742" y="133764"/>
                  </a:lnTo>
                  <a:lnTo>
                    <a:pt x="347787" y="134242"/>
                  </a:lnTo>
                  <a:lnTo>
                    <a:pt x="347787" y="134720"/>
                  </a:lnTo>
                  <a:lnTo>
                    <a:pt x="347787" y="135675"/>
                  </a:lnTo>
                  <a:lnTo>
                    <a:pt x="346354" y="137108"/>
                  </a:lnTo>
                  <a:lnTo>
                    <a:pt x="343965" y="138542"/>
                  </a:lnTo>
                  <a:lnTo>
                    <a:pt x="343965" y="139019"/>
                  </a:lnTo>
                  <a:lnTo>
                    <a:pt x="342054" y="140930"/>
                  </a:lnTo>
                  <a:lnTo>
                    <a:pt x="342054" y="141408"/>
                  </a:lnTo>
                  <a:lnTo>
                    <a:pt x="340621" y="144274"/>
                  </a:lnTo>
                  <a:lnTo>
                    <a:pt x="338710" y="146185"/>
                  </a:lnTo>
                  <a:lnTo>
                    <a:pt x="338710" y="146185"/>
                  </a:lnTo>
                  <a:lnTo>
                    <a:pt x="337277" y="147141"/>
                  </a:lnTo>
                  <a:lnTo>
                    <a:pt x="336799" y="147141"/>
                  </a:lnTo>
                  <a:lnTo>
                    <a:pt x="336799" y="147141"/>
                  </a:lnTo>
                  <a:lnTo>
                    <a:pt x="335844" y="148574"/>
                  </a:lnTo>
                  <a:lnTo>
                    <a:pt x="335844" y="148574"/>
                  </a:lnTo>
                  <a:lnTo>
                    <a:pt x="334888" y="150007"/>
                  </a:lnTo>
                  <a:lnTo>
                    <a:pt x="332977" y="152873"/>
                  </a:lnTo>
                  <a:lnTo>
                    <a:pt x="329633" y="156695"/>
                  </a:lnTo>
                  <a:lnTo>
                    <a:pt x="326767" y="159084"/>
                  </a:lnTo>
                  <a:lnTo>
                    <a:pt x="323901" y="160517"/>
                  </a:lnTo>
                  <a:lnTo>
                    <a:pt x="323901" y="160517"/>
                  </a:lnTo>
                  <a:lnTo>
                    <a:pt x="322467" y="161950"/>
                  </a:lnTo>
                  <a:lnTo>
                    <a:pt x="322467" y="161950"/>
                  </a:lnTo>
                  <a:lnTo>
                    <a:pt x="321989" y="163861"/>
                  </a:lnTo>
                  <a:lnTo>
                    <a:pt x="320556" y="165772"/>
                  </a:lnTo>
                  <a:lnTo>
                    <a:pt x="317212" y="167683"/>
                  </a:lnTo>
                  <a:lnTo>
                    <a:pt x="317212" y="168161"/>
                  </a:lnTo>
                  <a:lnTo>
                    <a:pt x="316257" y="169116"/>
                  </a:lnTo>
                  <a:lnTo>
                    <a:pt x="316257" y="169116"/>
                  </a:lnTo>
                  <a:lnTo>
                    <a:pt x="315779" y="169594"/>
                  </a:lnTo>
                  <a:lnTo>
                    <a:pt x="315779" y="171027"/>
                  </a:lnTo>
                  <a:lnTo>
                    <a:pt x="315779" y="171027"/>
                  </a:lnTo>
                  <a:lnTo>
                    <a:pt x="314346" y="172938"/>
                  </a:lnTo>
                  <a:lnTo>
                    <a:pt x="311957" y="175327"/>
                  </a:lnTo>
                  <a:lnTo>
                    <a:pt x="311957" y="175327"/>
                  </a:lnTo>
                  <a:lnTo>
                    <a:pt x="311002" y="177238"/>
                  </a:lnTo>
                  <a:lnTo>
                    <a:pt x="311957" y="180104"/>
                  </a:lnTo>
                  <a:lnTo>
                    <a:pt x="312435" y="182970"/>
                  </a:lnTo>
                  <a:lnTo>
                    <a:pt x="311957" y="184403"/>
                  </a:lnTo>
                  <a:lnTo>
                    <a:pt x="311002" y="184881"/>
                  </a:lnTo>
                  <a:lnTo>
                    <a:pt x="311002" y="184881"/>
                  </a:lnTo>
                  <a:lnTo>
                    <a:pt x="311002" y="184881"/>
                  </a:lnTo>
                  <a:lnTo>
                    <a:pt x="310524" y="185359"/>
                  </a:lnTo>
                  <a:lnTo>
                    <a:pt x="311002" y="186792"/>
                  </a:lnTo>
                  <a:lnTo>
                    <a:pt x="311002" y="188226"/>
                  </a:lnTo>
                  <a:lnTo>
                    <a:pt x="311002" y="188703"/>
                  </a:lnTo>
                  <a:lnTo>
                    <a:pt x="310524" y="190136"/>
                  </a:lnTo>
                  <a:lnTo>
                    <a:pt x="309569" y="192525"/>
                  </a:lnTo>
                  <a:lnTo>
                    <a:pt x="308135" y="194914"/>
                  </a:lnTo>
                  <a:lnTo>
                    <a:pt x="307658" y="196347"/>
                  </a:lnTo>
                  <a:lnTo>
                    <a:pt x="308613" y="197302"/>
                  </a:lnTo>
                  <a:lnTo>
                    <a:pt x="309091" y="198258"/>
                  </a:lnTo>
                  <a:lnTo>
                    <a:pt x="309091" y="198258"/>
                  </a:lnTo>
                  <a:lnTo>
                    <a:pt x="308613" y="199213"/>
                  </a:lnTo>
                  <a:lnTo>
                    <a:pt x="308613" y="200646"/>
                  </a:lnTo>
                  <a:lnTo>
                    <a:pt x="307658" y="202557"/>
                  </a:lnTo>
                  <a:lnTo>
                    <a:pt x="306702" y="203513"/>
                  </a:lnTo>
                  <a:lnTo>
                    <a:pt x="305269" y="204468"/>
                  </a:lnTo>
                  <a:lnTo>
                    <a:pt x="304791" y="205901"/>
                  </a:lnTo>
                  <a:lnTo>
                    <a:pt x="305269" y="206857"/>
                  </a:lnTo>
                  <a:lnTo>
                    <a:pt x="305269" y="208290"/>
                  </a:lnTo>
                  <a:lnTo>
                    <a:pt x="305269" y="209723"/>
                  </a:lnTo>
                  <a:lnTo>
                    <a:pt x="305269" y="211156"/>
                  </a:lnTo>
                  <a:lnTo>
                    <a:pt x="306224" y="212590"/>
                  </a:lnTo>
                  <a:lnTo>
                    <a:pt x="306224" y="214023"/>
                  </a:lnTo>
                  <a:lnTo>
                    <a:pt x="304791" y="217367"/>
                  </a:lnTo>
                  <a:lnTo>
                    <a:pt x="304791" y="217367"/>
                  </a:lnTo>
                  <a:lnTo>
                    <a:pt x="304314" y="219278"/>
                  </a:lnTo>
                  <a:lnTo>
                    <a:pt x="305269" y="227877"/>
                  </a:lnTo>
                  <a:lnTo>
                    <a:pt x="304791" y="229310"/>
                  </a:lnTo>
                  <a:lnTo>
                    <a:pt x="303836" y="230266"/>
                  </a:lnTo>
                  <a:lnTo>
                    <a:pt x="302403" y="230743"/>
                  </a:lnTo>
                  <a:lnTo>
                    <a:pt x="300970" y="230266"/>
                  </a:lnTo>
                  <a:lnTo>
                    <a:pt x="300014" y="231221"/>
                  </a:lnTo>
                  <a:lnTo>
                    <a:pt x="299536" y="235043"/>
                  </a:lnTo>
                  <a:lnTo>
                    <a:pt x="297625" y="243164"/>
                  </a:lnTo>
                  <a:lnTo>
                    <a:pt x="298103" y="245075"/>
                  </a:lnTo>
                  <a:lnTo>
                    <a:pt x="299536" y="248419"/>
                  </a:lnTo>
                  <a:lnTo>
                    <a:pt x="300014" y="250330"/>
                  </a:lnTo>
                  <a:lnTo>
                    <a:pt x="300492" y="251763"/>
                  </a:lnTo>
                  <a:lnTo>
                    <a:pt x="300970" y="254630"/>
                  </a:lnTo>
                  <a:lnTo>
                    <a:pt x="300014" y="256063"/>
                  </a:lnTo>
                  <a:lnTo>
                    <a:pt x="299059" y="256063"/>
                  </a:lnTo>
                  <a:lnTo>
                    <a:pt x="298103" y="257018"/>
                  </a:lnTo>
                  <a:lnTo>
                    <a:pt x="299536" y="260363"/>
                  </a:lnTo>
                  <a:lnTo>
                    <a:pt x="300492" y="262274"/>
                  </a:lnTo>
                  <a:lnTo>
                    <a:pt x="302880" y="265617"/>
                  </a:lnTo>
                  <a:lnTo>
                    <a:pt x="313390" y="269917"/>
                  </a:lnTo>
                  <a:lnTo>
                    <a:pt x="317690" y="272783"/>
                  </a:lnTo>
                  <a:lnTo>
                    <a:pt x="322467" y="276605"/>
                  </a:lnTo>
                  <a:lnTo>
                    <a:pt x="324856" y="280427"/>
                  </a:lnTo>
                  <a:lnTo>
                    <a:pt x="325334" y="283771"/>
                  </a:lnTo>
                  <a:lnTo>
                    <a:pt x="321512" y="288549"/>
                  </a:lnTo>
                  <a:lnTo>
                    <a:pt x="321034" y="292370"/>
                  </a:lnTo>
                  <a:lnTo>
                    <a:pt x="321989" y="295237"/>
                  </a:lnTo>
                  <a:lnTo>
                    <a:pt x="322945" y="298103"/>
                  </a:lnTo>
                  <a:lnTo>
                    <a:pt x="326767" y="301447"/>
                  </a:lnTo>
                  <a:lnTo>
                    <a:pt x="329633" y="302881"/>
                  </a:lnTo>
                  <a:lnTo>
                    <a:pt x="333455" y="302403"/>
                  </a:lnTo>
                  <a:lnTo>
                    <a:pt x="333933" y="303358"/>
                  </a:lnTo>
                  <a:lnTo>
                    <a:pt x="334411" y="304314"/>
                  </a:lnTo>
                  <a:lnTo>
                    <a:pt x="334888" y="311480"/>
                  </a:lnTo>
                  <a:lnTo>
                    <a:pt x="334888" y="313868"/>
                  </a:lnTo>
                  <a:lnTo>
                    <a:pt x="333933" y="316257"/>
                  </a:lnTo>
                  <a:lnTo>
                    <a:pt x="326767" y="327245"/>
                  </a:lnTo>
                  <a:lnTo>
                    <a:pt x="320556" y="334411"/>
                  </a:lnTo>
                  <a:lnTo>
                    <a:pt x="318168" y="338232"/>
                  </a:lnTo>
                  <a:lnTo>
                    <a:pt x="317690" y="342054"/>
                  </a:lnTo>
                  <a:lnTo>
                    <a:pt x="315779" y="343965"/>
                  </a:lnTo>
                  <a:lnTo>
                    <a:pt x="304791" y="350176"/>
                  </a:lnTo>
                  <a:lnTo>
                    <a:pt x="288548" y="355908"/>
                  </a:lnTo>
                  <a:lnTo>
                    <a:pt x="275172" y="358297"/>
                  </a:lnTo>
                  <a:lnTo>
                    <a:pt x="272306" y="359730"/>
                  </a:lnTo>
                  <a:lnTo>
                    <a:pt x="250808" y="362597"/>
                  </a:lnTo>
                  <a:lnTo>
                    <a:pt x="246986" y="363074"/>
                  </a:lnTo>
                  <a:lnTo>
                    <a:pt x="241253" y="362597"/>
                  </a:lnTo>
                  <a:lnTo>
                    <a:pt x="236954" y="363074"/>
                  </a:lnTo>
                  <a:lnTo>
                    <a:pt x="232176" y="362597"/>
                  </a:lnTo>
                  <a:lnTo>
                    <a:pt x="227877" y="361163"/>
                  </a:lnTo>
                  <a:lnTo>
                    <a:pt x="225488" y="358775"/>
                  </a:lnTo>
                  <a:lnTo>
                    <a:pt x="222622" y="358775"/>
                  </a:lnTo>
                  <a:lnTo>
                    <a:pt x="221666" y="359730"/>
                  </a:lnTo>
                  <a:lnTo>
                    <a:pt x="223100" y="363074"/>
                  </a:lnTo>
                  <a:lnTo>
                    <a:pt x="222622" y="366896"/>
                  </a:lnTo>
                  <a:lnTo>
                    <a:pt x="223577" y="368807"/>
                  </a:lnTo>
                  <a:lnTo>
                    <a:pt x="225010" y="369285"/>
                  </a:lnTo>
                  <a:lnTo>
                    <a:pt x="226921" y="370240"/>
                  </a:lnTo>
                  <a:lnTo>
                    <a:pt x="228355" y="372151"/>
                  </a:lnTo>
                  <a:lnTo>
                    <a:pt x="225966" y="372151"/>
                  </a:lnTo>
                  <a:lnTo>
                    <a:pt x="226921" y="373584"/>
                  </a:lnTo>
                  <a:lnTo>
                    <a:pt x="227877" y="374062"/>
                  </a:lnTo>
                  <a:lnTo>
                    <a:pt x="227877" y="376451"/>
                  </a:lnTo>
                  <a:lnTo>
                    <a:pt x="226444" y="382661"/>
                  </a:lnTo>
                  <a:lnTo>
                    <a:pt x="224055" y="384095"/>
                  </a:lnTo>
                  <a:lnTo>
                    <a:pt x="223577" y="384095"/>
                  </a:lnTo>
                  <a:lnTo>
                    <a:pt x="223100" y="385528"/>
                  </a:lnTo>
                  <a:lnTo>
                    <a:pt x="221189" y="391261"/>
                  </a:lnTo>
                  <a:lnTo>
                    <a:pt x="220711" y="395082"/>
                  </a:lnTo>
                  <a:lnTo>
                    <a:pt x="221666" y="397471"/>
                  </a:lnTo>
                  <a:lnTo>
                    <a:pt x="224533" y="402726"/>
                  </a:lnTo>
                  <a:lnTo>
                    <a:pt x="223100" y="406070"/>
                  </a:lnTo>
                  <a:lnTo>
                    <a:pt x="221666" y="407981"/>
                  </a:lnTo>
                  <a:lnTo>
                    <a:pt x="213545" y="411803"/>
                  </a:lnTo>
                  <a:lnTo>
                    <a:pt x="210201" y="413236"/>
                  </a:lnTo>
                  <a:lnTo>
                    <a:pt x="205424" y="414192"/>
                  </a:lnTo>
                  <a:lnTo>
                    <a:pt x="197302" y="414192"/>
                  </a:lnTo>
                  <a:lnTo>
                    <a:pt x="193958" y="414192"/>
                  </a:lnTo>
                  <a:lnTo>
                    <a:pt x="187270" y="410847"/>
                  </a:lnTo>
                  <a:lnTo>
                    <a:pt x="182015" y="408936"/>
                  </a:lnTo>
                  <a:lnTo>
                    <a:pt x="177238" y="407026"/>
                  </a:lnTo>
                  <a:lnTo>
                    <a:pt x="172460" y="406070"/>
                  </a:lnTo>
                  <a:lnTo>
                    <a:pt x="173416" y="405592"/>
                  </a:lnTo>
                  <a:lnTo>
                    <a:pt x="173416" y="404637"/>
                  </a:lnTo>
                  <a:lnTo>
                    <a:pt x="172460" y="404159"/>
                  </a:lnTo>
                  <a:lnTo>
                    <a:pt x="171505" y="404159"/>
                  </a:lnTo>
                  <a:lnTo>
                    <a:pt x="168638" y="406070"/>
                  </a:lnTo>
                  <a:lnTo>
                    <a:pt x="167205" y="407503"/>
                  </a:lnTo>
                  <a:lnTo>
                    <a:pt x="166727" y="409414"/>
                  </a:lnTo>
                  <a:lnTo>
                    <a:pt x="166727" y="413236"/>
                  </a:lnTo>
                  <a:lnTo>
                    <a:pt x="167205" y="416102"/>
                  </a:lnTo>
                  <a:lnTo>
                    <a:pt x="169594" y="424224"/>
                  </a:lnTo>
                  <a:lnTo>
                    <a:pt x="169594" y="428523"/>
                  </a:lnTo>
                  <a:lnTo>
                    <a:pt x="168638" y="434256"/>
                  </a:lnTo>
                  <a:lnTo>
                    <a:pt x="170072" y="437122"/>
                  </a:lnTo>
                  <a:lnTo>
                    <a:pt x="171983" y="438556"/>
                  </a:lnTo>
                  <a:lnTo>
                    <a:pt x="175804" y="439989"/>
                  </a:lnTo>
                  <a:lnTo>
                    <a:pt x="177238" y="440944"/>
                  </a:lnTo>
                  <a:lnTo>
                    <a:pt x="179149" y="440944"/>
                  </a:lnTo>
                  <a:lnTo>
                    <a:pt x="179626" y="441422"/>
                  </a:lnTo>
                  <a:lnTo>
                    <a:pt x="179149" y="441900"/>
                  </a:lnTo>
                  <a:lnTo>
                    <a:pt x="178193" y="443333"/>
                  </a:lnTo>
                  <a:lnTo>
                    <a:pt x="178193" y="444766"/>
                  </a:lnTo>
                  <a:lnTo>
                    <a:pt x="181059" y="445244"/>
                  </a:lnTo>
                  <a:lnTo>
                    <a:pt x="184403" y="445244"/>
                  </a:lnTo>
                  <a:lnTo>
                    <a:pt x="187748" y="444288"/>
                  </a:lnTo>
                  <a:lnTo>
                    <a:pt x="188225" y="443333"/>
                  </a:lnTo>
                  <a:lnTo>
                    <a:pt x="188225" y="441422"/>
                  </a:lnTo>
                  <a:lnTo>
                    <a:pt x="184403" y="440944"/>
                  </a:lnTo>
                  <a:lnTo>
                    <a:pt x="184881" y="439989"/>
                  </a:lnTo>
                  <a:lnTo>
                    <a:pt x="187748" y="439033"/>
                  </a:lnTo>
                  <a:lnTo>
                    <a:pt x="191569" y="437600"/>
                  </a:lnTo>
                  <a:lnTo>
                    <a:pt x="193480" y="437600"/>
                  </a:lnTo>
                  <a:lnTo>
                    <a:pt x="194914" y="438556"/>
                  </a:lnTo>
                  <a:lnTo>
                    <a:pt x="195869" y="439511"/>
                  </a:lnTo>
                  <a:lnTo>
                    <a:pt x="196825" y="441900"/>
                  </a:lnTo>
                  <a:lnTo>
                    <a:pt x="197780" y="444766"/>
                  </a:lnTo>
                  <a:lnTo>
                    <a:pt x="197780" y="448588"/>
                  </a:lnTo>
                  <a:lnTo>
                    <a:pt x="197302" y="451932"/>
                  </a:lnTo>
                  <a:lnTo>
                    <a:pt x="196825" y="452887"/>
                  </a:lnTo>
                  <a:lnTo>
                    <a:pt x="195869" y="454321"/>
                  </a:lnTo>
                  <a:lnTo>
                    <a:pt x="188703" y="456232"/>
                  </a:lnTo>
                  <a:lnTo>
                    <a:pt x="187270" y="455754"/>
                  </a:lnTo>
                  <a:lnTo>
                    <a:pt x="185359" y="453365"/>
                  </a:lnTo>
                  <a:lnTo>
                    <a:pt x="184881" y="450499"/>
                  </a:lnTo>
                  <a:lnTo>
                    <a:pt x="182970" y="448588"/>
                  </a:lnTo>
                  <a:lnTo>
                    <a:pt x="180104" y="447155"/>
                  </a:lnTo>
                  <a:lnTo>
                    <a:pt x="176760" y="447633"/>
                  </a:lnTo>
                  <a:lnTo>
                    <a:pt x="173416" y="450499"/>
                  </a:lnTo>
                  <a:lnTo>
                    <a:pt x="170549" y="450977"/>
                  </a:lnTo>
                  <a:lnTo>
                    <a:pt x="169116" y="453365"/>
                  </a:lnTo>
                  <a:lnTo>
                    <a:pt x="177238" y="457187"/>
                  </a:lnTo>
                  <a:lnTo>
                    <a:pt x="181059" y="458143"/>
                  </a:lnTo>
                  <a:lnTo>
                    <a:pt x="182015" y="458143"/>
                  </a:lnTo>
                  <a:lnTo>
                    <a:pt x="183448" y="458620"/>
                  </a:lnTo>
                  <a:lnTo>
                    <a:pt x="182015" y="460053"/>
                  </a:lnTo>
                  <a:lnTo>
                    <a:pt x="181059" y="461009"/>
                  </a:lnTo>
                  <a:lnTo>
                    <a:pt x="175327" y="462920"/>
                  </a:lnTo>
                  <a:lnTo>
                    <a:pt x="172938" y="463875"/>
                  </a:lnTo>
                  <a:lnTo>
                    <a:pt x="170072" y="466742"/>
                  </a:lnTo>
                  <a:lnTo>
                    <a:pt x="165772" y="472475"/>
                  </a:lnTo>
                  <a:lnTo>
                    <a:pt x="164817" y="473430"/>
                  </a:lnTo>
                  <a:lnTo>
                    <a:pt x="164339" y="474863"/>
                  </a:lnTo>
                  <a:lnTo>
                    <a:pt x="163861" y="479163"/>
                  </a:lnTo>
                  <a:lnTo>
                    <a:pt x="164817" y="485373"/>
                  </a:lnTo>
                  <a:lnTo>
                    <a:pt x="163861" y="488240"/>
                  </a:lnTo>
                  <a:lnTo>
                    <a:pt x="164339" y="491584"/>
                  </a:lnTo>
                  <a:lnTo>
                    <a:pt x="163861" y="493494"/>
                  </a:lnTo>
                  <a:lnTo>
                    <a:pt x="162428" y="496361"/>
                  </a:lnTo>
                  <a:lnTo>
                    <a:pt x="157173" y="501138"/>
                  </a:lnTo>
                  <a:lnTo>
                    <a:pt x="155740" y="504482"/>
                  </a:lnTo>
                  <a:lnTo>
                    <a:pt x="158128" y="506393"/>
                  </a:lnTo>
                  <a:lnTo>
                    <a:pt x="157651" y="508304"/>
                  </a:lnTo>
                  <a:lnTo>
                    <a:pt x="157173" y="509737"/>
                  </a:lnTo>
                  <a:lnTo>
                    <a:pt x="154784" y="509737"/>
                  </a:lnTo>
                  <a:lnTo>
                    <a:pt x="146185" y="508782"/>
                  </a:lnTo>
                  <a:lnTo>
                    <a:pt x="142841" y="510693"/>
                  </a:lnTo>
                  <a:lnTo>
                    <a:pt x="139975" y="512604"/>
                  </a:lnTo>
                  <a:lnTo>
                    <a:pt x="139497" y="513559"/>
                  </a:lnTo>
                  <a:lnTo>
                    <a:pt x="138542" y="514515"/>
                  </a:lnTo>
                  <a:lnTo>
                    <a:pt x="132331" y="515470"/>
                  </a:lnTo>
                  <a:lnTo>
                    <a:pt x="131376" y="516425"/>
                  </a:lnTo>
                  <a:lnTo>
                    <a:pt x="125165" y="524547"/>
                  </a:lnTo>
                  <a:lnTo>
                    <a:pt x="122299" y="529802"/>
                  </a:lnTo>
                  <a:lnTo>
                    <a:pt x="118954" y="535057"/>
                  </a:lnTo>
                  <a:lnTo>
                    <a:pt x="117999" y="536968"/>
                  </a:lnTo>
                  <a:lnTo>
                    <a:pt x="117999" y="539834"/>
                  </a:lnTo>
                  <a:lnTo>
                    <a:pt x="118477" y="542701"/>
                  </a:lnTo>
                  <a:lnTo>
                    <a:pt x="118954" y="544612"/>
                  </a:lnTo>
                  <a:lnTo>
                    <a:pt x="119910" y="547000"/>
                  </a:lnTo>
                  <a:lnTo>
                    <a:pt x="122299" y="550344"/>
                  </a:lnTo>
                  <a:lnTo>
                    <a:pt x="134720" y="562288"/>
                  </a:lnTo>
                  <a:lnTo>
                    <a:pt x="137108" y="563243"/>
                  </a:lnTo>
                  <a:lnTo>
                    <a:pt x="150007" y="564676"/>
                  </a:lnTo>
                  <a:lnTo>
                    <a:pt x="152873" y="566109"/>
                  </a:lnTo>
                  <a:lnTo>
                    <a:pt x="154307" y="568976"/>
                  </a:lnTo>
                  <a:lnTo>
                    <a:pt x="155262" y="571364"/>
                  </a:lnTo>
                  <a:lnTo>
                    <a:pt x="154307" y="577097"/>
                  </a:lnTo>
                  <a:lnTo>
                    <a:pt x="153829" y="579008"/>
                  </a:lnTo>
                  <a:lnTo>
                    <a:pt x="152396" y="580919"/>
                  </a:lnTo>
                  <a:lnTo>
                    <a:pt x="149052" y="582830"/>
                  </a:lnTo>
                  <a:lnTo>
                    <a:pt x="145707" y="584263"/>
                  </a:lnTo>
                  <a:lnTo>
                    <a:pt x="146663" y="584741"/>
                  </a:lnTo>
                  <a:lnTo>
                    <a:pt x="148096" y="584741"/>
                  </a:lnTo>
                  <a:lnTo>
                    <a:pt x="151440" y="584263"/>
                  </a:lnTo>
                  <a:lnTo>
                    <a:pt x="152396" y="584741"/>
                  </a:lnTo>
                  <a:lnTo>
                    <a:pt x="153829" y="587130"/>
                  </a:lnTo>
                  <a:lnTo>
                    <a:pt x="151440" y="588085"/>
                  </a:lnTo>
                  <a:lnTo>
                    <a:pt x="150962" y="589518"/>
                  </a:lnTo>
                  <a:lnTo>
                    <a:pt x="149529" y="590951"/>
                  </a:lnTo>
                  <a:lnTo>
                    <a:pt x="141886" y="598117"/>
                  </a:lnTo>
                  <a:lnTo>
                    <a:pt x="138064" y="600028"/>
                  </a:lnTo>
                  <a:lnTo>
                    <a:pt x="134242" y="602895"/>
                  </a:lnTo>
                  <a:lnTo>
                    <a:pt x="129465" y="605761"/>
                  </a:lnTo>
                  <a:lnTo>
                    <a:pt x="127554" y="607672"/>
                  </a:lnTo>
                  <a:lnTo>
                    <a:pt x="124687" y="611016"/>
                  </a:lnTo>
                  <a:lnTo>
                    <a:pt x="120865" y="614838"/>
                  </a:lnTo>
                  <a:lnTo>
                    <a:pt x="116566" y="622959"/>
                  </a:lnTo>
                  <a:lnTo>
                    <a:pt x="116566" y="624392"/>
                  </a:lnTo>
                  <a:lnTo>
                    <a:pt x="117044" y="625826"/>
                  </a:lnTo>
                  <a:lnTo>
                    <a:pt x="114655" y="640157"/>
                  </a:lnTo>
                  <a:lnTo>
                    <a:pt x="113700" y="642069"/>
                  </a:lnTo>
                  <a:lnTo>
                    <a:pt x="111789" y="643502"/>
                  </a:lnTo>
                  <a:lnTo>
                    <a:pt x="107489" y="646846"/>
                  </a:lnTo>
                  <a:lnTo>
                    <a:pt x="105100" y="646846"/>
                  </a:lnTo>
                  <a:lnTo>
                    <a:pt x="102234" y="645412"/>
                  </a:lnTo>
                  <a:lnTo>
                    <a:pt x="100801" y="643502"/>
                  </a:lnTo>
                  <a:lnTo>
                    <a:pt x="98890" y="640157"/>
                  </a:lnTo>
                  <a:lnTo>
                    <a:pt x="96979" y="637291"/>
                  </a:lnTo>
                  <a:lnTo>
                    <a:pt x="96979" y="638246"/>
                  </a:lnTo>
                  <a:lnTo>
                    <a:pt x="97457" y="640157"/>
                  </a:lnTo>
                  <a:lnTo>
                    <a:pt x="96979" y="642546"/>
                  </a:lnTo>
                  <a:lnTo>
                    <a:pt x="92202" y="643024"/>
                  </a:lnTo>
                  <a:lnTo>
                    <a:pt x="90769" y="643979"/>
                  </a:lnTo>
                  <a:lnTo>
                    <a:pt x="95546" y="643979"/>
                  </a:lnTo>
                  <a:lnTo>
                    <a:pt x="98412" y="644457"/>
                  </a:lnTo>
                  <a:lnTo>
                    <a:pt x="99845" y="644935"/>
                  </a:lnTo>
                  <a:lnTo>
                    <a:pt x="100801" y="646846"/>
                  </a:lnTo>
                  <a:lnTo>
                    <a:pt x="101756" y="648757"/>
                  </a:lnTo>
                  <a:lnTo>
                    <a:pt x="101279" y="649712"/>
                  </a:lnTo>
                  <a:lnTo>
                    <a:pt x="98412" y="650668"/>
                  </a:lnTo>
                  <a:lnTo>
                    <a:pt x="95546" y="652101"/>
                  </a:lnTo>
                  <a:lnTo>
                    <a:pt x="91724" y="654967"/>
                  </a:lnTo>
                  <a:lnTo>
                    <a:pt x="89813" y="658311"/>
                  </a:lnTo>
                  <a:lnTo>
                    <a:pt x="88858" y="660700"/>
                  </a:lnTo>
                  <a:lnTo>
                    <a:pt x="87902" y="665477"/>
                  </a:lnTo>
                  <a:lnTo>
                    <a:pt x="87424" y="668821"/>
                  </a:lnTo>
                  <a:lnTo>
                    <a:pt x="85991" y="671210"/>
                  </a:lnTo>
                  <a:lnTo>
                    <a:pt x="83125" y="673599"/>
                  </a:lnTo>
                  <a:lnTo>
                    <a:pt x="83603" y="674076"/>
                  </a:lnTo>
                  <a:lnTo>
                    <a:pt x="85036" y="672643"/>
                  </a:lnTo>
                  <a:lnTo>
                    <a:pt x="86469" y="672643"/>
                  </a:lnTo>
                  <a:lnTo>
                    <a:pt x="87424" y="675510"/>
                  </a:lnTo>
                  <a:lnTo>
                    <a:pt x="89335" y="681242"/>
                  </a:lnTo>
                  <a:lnTo>
                    <a:pt x="89813" y="685542"/>
                  </a:lnTo>
                  <a:lnTo>
                    <a:pt x="89813" y="686975"/>
                  </a:lnTo>
                  <a:lnTo>
                    <a:pt x="89335" y="688408"/>
                  </a:lnTo>
                  <a:lnTo>
                    <a:pt x="85991" y="688886"/>
                  </a:lnTo>
                  <a:lnTo>
                    <a:pt x="83125" y="688886"/>
                  </a:lnTo>
                  <a:lnTo>
                    <a:pt x="81214" y="689364"/>
                  </a:lnTo>
                  <a:lnTo>
                    <a:pt x="82170" y="690319"/>
                  </a:lnTo>
                  <a:lnTo>
                    <a:pt x="84080" y="690319"/>
                  </a:lnTo>
                  <a:lnTo>
                    <a:pt x="86947" y="691752"/>
                  </a:lnTo>
                  <a:lnTo>
                    <a:pt x="89813" y="691275"/>
                  </a:lnTo>
                  <a:lnTo>
                    <a:pt x="91246" y="692230"/>
                  </a:lnTo>
                  <a:lnTo>
                    <a:pt x="92202" y="693185"/>
                  </a:lnTo>
                  <a:lnTo>
                    <a:pt x="96501" y="702262"/>
                  </a:lnTo>
                  <a:lnTo>
                    <a:pt x="100323" y="707517"/>
                  </a:lnTo>
                  <a:lnTo>
                    <a:pt x="102712" y="710861"/>
                  </a:lnTo>
                  <a:lnTo>
                    <a:pt x="101756" y="712295"/>
                  </a:lnTo>
                  <a:lnTo>
                    <a:pt x="101279" y="710384"/>
                  </a:lnTo>
                  <a:lnTo>
                    <a:pt x="101279" y="710384"/>
                  </a:lnTo>
                  <a:lnTo>
                    <a:pt x="98412" y="709906"/>
                  </a:lnTo>
                  <a:lnTo>
                    <a:pt x="98412" y="709906"/>
                  </a:lnTo>
                  <a:lnTo>
                    <a:pt x="96024" y="709428"/>
                  </a:lnTo>
                  <a:lnTo>
                    <a:pt x="92202" y="707995"/>
                  </a:lnTo>
                  <a:lnTo>
                    <a:pt x="86469" y="705606"/>
                  </a:lnTo>
                  <a:lnTo>
                    <a:pt x="80736" y="705606"/>
                  </a:lnTo>
                  <a:lnTo>
                    <a:pt x="76437" y="704173"/>
                  </a:lnTo>
                  <a:lnTo>
                    <a:pt x="71659" y="701785"/>
                  </a:lnTo>
                  <a:lnTo>
                    <a:pt x="61149" y="701785"/>
                  </a:lnTo>
                  <a:lnTo>
                    <a:pt x="52072" y="701785"/>
                  </a:lnTo>
                  <a:lnTo>
                    <a:pt x="42518" y="701785"/>
                  </a:lnTo>
                  <a:lnTo>
                    <a:pt x="42518" y="701785"/>
                  </a:lnTo>
                  <a:lnTo>
                    <a:pt x="36785" y="701307"/>
                  </a:lnTo>
                  <a:lnTo>
                    <a:pt x="32486" y="701307"/>
                  </a:lnTo>
                  <a:lnTo>
                    <a:pt x="31530" y="700829"/>
                  </a:lnTo>
                  <a:lnTo>
                    <a:pt x="32008" y="698441"/>
                  </a:lnTo>
                  <a:lnTo>
                    <a:pt x="30575" y="696530"/>
                  </a:lnTo>
                  <a:lnTo>
                    <a:pt x="28186" y="694141"/>
                  </a:lnTo>
                  <a:lnTo>
                    <a:pt x="28186" y="694141"/>
                  </a:lnTo>
                  <a:lnTo>
                    <a:pt x="25797" y="692708"/>
                  </a:lnTo>
                  <a:lnTo>
                    <a:pt x="24364" y="690797"/>
                  </a:lnTo>
                  <a:lnTo>
                    <a:pt x="22931" y="688408"/>
                  </a:lnTo>
                  <a:lnTo>
                    <a:pt x="23886" y="686497"/>
                  </a:lnTo>
                  <a:lnTo>
                    <a:pt x="24842" y="681242"/>
                  </a:lnTo>
                  <a:lnTo>
                    <a:pt x="24842" y="678853"/>
                  </a:lnTo>
                  <a:lnTo>
                    <a:pt x="23886" y="677420"/>
                  </a:lnTo>
                  <a:lnTo>
                    <a:pt x="23409" y="675510"/>
                  </a:lnTo>
                  <a:lnTo>
                    <a:pt x="23886" y="674554"/>
                  </a:lnTo>
                  <a:lnTo>
                    <a:pt x="24842" y="673599"/>
                  </a:lnTo>
                  <a:lnTo>
                    <a:pt x="24842" y="673599"/>
                  </a:lnTo>
                  <a:lnTo>
                    <a:pt x="25320" y="670254"/>
                  </a:lnTo>
                  <a:lnTo>
                    <a:pt x="24842" y="666433"/>
                  </a:lnTo>
                  <a:lnTo>
                    <a:pt x="24364" y="663566"/>
                  </a:lnTo>
                  <a:lnTo>
                    <a:pt x="23409" y="662133"/>
                  </a:lnTo>
                  <a:lnTo>
                    <a:pt x="22931" y="662133"/>
                  </a:lnTo>
                  <a:lnTo>
                    <a:pt x="21975" y="661655"/>
                  </a:lnTo>
                  <a:lnTo>
                    <a:pt x="21020" y="661178"/>
                  </a:lnTo>
                  <a:lnTo>
                    <a:pt x="18631" y="662611"/>
                  </a:lnTo>
                  <a:lnTo>
                    <a:pt x="15287" y="662133"/>
                  </a:lnTo>
                  <a:lnTo>
                    <a:pt x="13854" y="662611"/>
                  </a:lnTo>
                  <a:lnTo>
                    <a:pt x="11943" y="664044"/>
                  </a:lnTo>
                  <a:lnTo>
                    <a:pt x="9555" y="665955"/>
                  </a:lnTo>
                  <a:lnTo>
                    <a:pt x="8121" y="664999"/>
                  </a:lnTo>
                  <a:lnTo>
                    <a:pt x="7644" y="663088"/>
                  </a:lnTo>
                  <a:lnTo>
                    <a:pt x="6688" y="661655"/>
                  </a:lnTo>
                  <a:lnTo>
                    <a:pt x="6210" y="659744"/>
                  </a:lnTo>
                  <a:lnTo>
                    <a:pt x="5733" y="657356"/>
                  </a:lnTo>
                  <a:lnTo>
                    <a:pt x="4777" y="654489"/>
                  </a:lnTo>
                  <a:lnTo>
                    <a:pt x="3344" y="650668"/>
                  </a:lnTo>
                  <a:lnTo>
                    <a:pt x="1433" y="647801"/>
                  </a:lnTo>
                  <a:lnTo>
                    <a:pt x="956" y="644935"/>
                  </a:lnTo>
                  <a:lnTo>
                    <a:pt x="956" y="641591"/>
                  </a:lnTo>
                  <a:lnTo>
                    <a:pt x="1911" y="638246"/>
                  </a:lnTo>
                  <a:lnTo>
                    <a:pt x="1911" y="638246"/>
                  </a:lnTo>
                  <a:lnTo>
                    <a:pt x="956" y="635380"/>
                  </a:lnTo>
                  <a:lnTo>
                    <a:pt x="0" y="632514"/>
                  </a:lnTo>
                  <a:lnTo>
                    <a:pt x="0" y="629170"/>
                  </a:lnTo>
                  <a:lnTo>
                    <a:pt x="1433" y="627259"/>
                  </a:lnTo>
                  <a:lnTo>
                    <a:pt x="1911" y="625348"/>
                  </a:lnTo>
                  <a:lnTo>
                    <a:pt x="1911" y="624870"/>
                  </a:lnTo>
                  <a:lnTo>
                    <a:pt x="8121" y="624392"/>
                  </a:lnTo>
                  <a:lnTo>
                    <a:pt x="8599" y="624392"/>
                  </a:lnTo>
                  <a:lnTo>
                    <a:pt x="8599" y="624392"/>
                  </a:lnTo>
                  <a:lnTo>
                    <a:pt x="8121" y="621526"/>
                  </a:lnTo>
                  <a:lnTo>
                    <a:pt x="9077" y="618660"/>
                  </a:lnTo>
                  <a:lnTo>
                    <a:pt x="9555" y="618660"/>
                  </a:lnTo>
                  <a:lnTo>
                    <a:pt x="10510" y="616749"/>
                  </a:lnTo>
                  <a:lnTo>
                    <a:pt x="11465" y="615315"/>
                  </a:lnTo>
                  <a:lnTo>
                    <a:pt x="13854" y="614838"/>
                  </a:lnTo>
                  <a:lnTo>
                    <a:pt x="16721" y="613405"/>
                  </a:lnTo>
                  <a:lnTo>
                    <a:pt x="18154" y="611971"/>
                  </a:lnTo>
                  <a:lnTo>
                    <a:pt x="18631" y="610538"/>
                  </a:lnTo>
                  <a:lnTo>
                    <a:pt x="19109" y="608627"/>
                  </a:lnTo>
                  <a:lnTo>
                    <a:pt x="19587" y="606716"/>
                  </a:lnTo>
                  <a:lnTo>
                    <a:pt x="19109" y="602895"/>
                  </a:lnTo>
                  <a:lnTo>
                    <a:pt x="19587" y="601939"/>
                  </a:lnTo>
                  <a:lnTo>
                    <a:pt x="21020" y="600028"/>
                  </a:lnTo>
                  <a:lnTo>
                    <a:pt x="23886" y="598595"/>
                  </a:lnTo>
                  <a:lnTo>
                    <a:pt x="23886" y="598595"/>
                  </a:lnTo>
                  <a:lnTo>
                    <a:pt x="25320" y="594773"/>
                  </a:lnTo>
                  <a:lnTo>
                    <a:pt x="24364" y="591907"/>
                  </a:lnTo>
                  <a:lnTo>
                    <a:pt x="22931" y="589040"/>
                  </a:lnTo>
                  <a:lnTo>
                    <a:pt x="21020" y="588085"/>
                  </a:lnTo>
                  <a:lnTo>
                    <a:pt x="20542" y="585219"/>
                  </a:lnTo>
                  <a:lnTo>
                    <a:pt x="21498" y="582830"/>
                  </a:lnTo>
                  <a:lnTo>
                    <a:pt x="22931" y="580441"/>
                  </a:lnTo>
                  <a:lnTo>
                    <a:pt x="24364" y="577097"/>
                  </a:lnTo>
                  <a:lnTo>
                    <a:pt x="24364" y="577097"/>
                  </a:lnTo>
                  <a:lnTo>
                    <a:pt x="24364" y="575186"/>
                  </a:lnTo>
                  <a:lnTo>
                    <a:pt x="25320" y="573753"/>
                  </a:lnTo>
                  <a:lnTo>
                    <a:pt x="28664" y="570887"/>
                  </a:lnTo>
                  <a:lnTo>
                    <a:pt x="29141" y="570887"/>
                  </a:lnTo>
                  <a:lnTo>
                    <a:pt x="30097" y="568498"/>
                  </a:lnTo>
                  <a:lnTo>
                    <a:pt x="31530" y="567543"/>
                  </a:lnTo>
                  <a:lnTo>
                    <a:pt x="32963" y="567543"/>
                  </a:lnTo>
                  <a:lnTo>
                    <a:pt x="32963" y="567543"/>
                  </a:lnTo>
                  <a:lnTo>
                    <a:pt x="32963" y="565632"/>
                  </a:lnTo>
                  <a:lnTo>
                    <a:pt x="32008" y="564198"/>
                  </a:lnTo>
                  <a:lnTo>
                    <a:pt x="31530" y="562288"/>
                  </a:lnTo>
                  <a:lnTo>
                    <a:pt x="32008" y="560377"/>
                  </a:lnTo>
                  <a:lnTo>
                    <a:pt x="32008" y="557510"/>
                  </a:lnTo>
                  <a:lnTo>
                    <a:pt x="33919" y="556555"/>
                  </a:lnTo>
                  <a:lnTo>
                    <a:pt x="36307" y="554166"/>
                  </a:lnTo>
                  <a:lnTo>
                    <a:pt x="36307" y="554166"/>
                  </a:lnTo>
                  <a:lnTo>
                    <a:pt x="36785" y="552733"/>
                  </a:lnTo>
                  <a:lnTo>
                    <a:pt x="37263" y="550822"/>
                  </a:lnTo>
                  <a:lnTo>
                    <a:pt x="36307" y="547000"/>
                  </a:lnTo>
                  <a:lnTo>
                    <a:pt x="35830" y="544134"/>
                  </a:lnTo>
                  <a:lnTo>
                    <a:pt x="35352" y="542701"/>
                  </a:lnTo>
                  <a:lnTo>
                    <a:pt x="34397" y="540790"/>
                  </a:lnTo>
                  <a:lnTo>
                    <a:pt x="33441" y="539834"/>
                  </a:lnTo>
                  <a:lnTo>
                    <a:pt x="34874" y="538401"/>
                  </a:lnTo>
                  <a:lnTo>
                    <a:pt x="37263" y="536490"/>
                  </a:lnTo>
                  <a:lnTo>
                    <a:pt x="38218" y="534579"/>
                  </a:lnTo>
                  <a:lnTo>
                    <a:pt x="37263" y="532668"/>
                  </a:lnTo>
                  <a:lnTo>
                    <a:pt x="37263" y="532668"/>
                  </a:lnTo>
                  <a:lnTo>
                    <a:pt x="35830" y="531235"/>
                  </a:lnTo>
                  <a:lnTo>
                    <a:pt x="35352" y="528369"/>
                  </a:lnTo>
                  <a:lnTo>
                    <a:pt x="35830" y="525025"/>
                  </a:lnTo>
                  <a:lnTo>
                    <a:pt x="35830" y="524547"/>
                  </a:lnTo>
                  <a:lnTo>
                    <a:pt x="36307" y="524069"/>
                  </a:lnTo>
                  <a:lnTo>
                    <a:pt x="37263" y="523591"/>
                  </a:lnTo>
                  <a:lnTo>
                    <a:pt x="40607" y="523114"/>
                  </a:lnTo>
                  <a:lnTo>
                    <a:pt x="40607" y="523114"/>
                  </a:lnTo>
                  <a:lnTo>
                    <a:pt x="41085" y="521203"/>
                  </a:lnTo>
                  <a:lnTo>
                    <a:pt x="43951" y="518336"/>
                  </a:lnTo>
                  <a:lnTo>
                    <a:pt x="43951" y="518336"/>
                  </a:lnTo>
                  <a:lnTo>
                    <a:pt x="43951" y="515470"/>
                  </a:lnTo>
                  <a:lnTo>
                    <a:pt x="42040" y="514037"/>
                  </a:lnTo>
                  <a:lnTo>
                    <a:pt x="40129" y="511648"/>
                  </a:lnTo>
                  <a:lnTo>
                    <a:pt x="39174" y="509259"/>
                  </a:lnTo>
                  <a:lnTo>
                    <a:pt x="39174" y="509259"/>
                  </a:lnTo>
                  <a:lnTo>
                    <a:pt x="34874" y="507826"/>
                  </a:lnTo>
                  <a:lnTo>
                    <a:pt x="30097" y="507349"/>
                  </a:lnTo>
                  <a:lnTo>
                    <a:pt x="29619" y="504960"/>
                  </a:lnTo>
                  <a:lnTo>
                    <a:pt x="29619" y="504005"/>
                  </a:lnTo>
                  <a:lnTo>
                    <a:pt x="32008" y="504482"/>
                  </a:lnTo>
                  <a:lnTo>
                    <a:pt x="32008" y="504482"/>
                  </a:lnTo>
                  <a:lnTo>
                    <a:pt x="32486" y="504482"/>
                  </a:lnTo>
                  <a:lnTo>
                    <a:pt x="35352" y="504005"/>
                  </a:lnTo>
                  <a:lnTo>
                    <a:pt x="37740" y="504005"/>
                  </a:lnTo>
                  <a:lnTo>
                    <a:pt x="37740" y="504005"/>
                  </a:lnTo>
                  <a:lnTo>
                    <a:pt x="39651" y="503527"/>
                  </a:lnTo>
                  <a:lnTo>
                    <a:pt x="42040" y="503527"/>
                  </a:lnTo>
                  <a:lnTo>
                    <a:pt x="43473" y="504482"/>
                  </a:lnTo>
                  <a:lnTo>
                    <a:pt x="44906" y="504005"/>
                  </a:lnTo>
                  <a:lnTo>
                    <a:pt x="45384" y="503527"/>
                  </a:lnTo>
                  <a:lnTo>
                    <a:pt x="45862" y="503527"/>
                  </a:lnTo>
                  <a:lnTo>
                    <a:pt x="46340" y="500183"/>
                  </a:lnTo>
                  <a:lnTo>
                    <a:pt x="47773" y="498750"/>
                  </a:lnTo>
                  <a:lnTo>
                    <a:pt x="47773" y="498272"/>
                  </a:lnTo>
                  <a:lnTo>
                    <a:pt x="47773" y="496839"/>
                  </a:lnTo>
                  <a:lnTo>
                    <a:pt x="46817" y="495406"/>
                  </a:lnTo>
                  <a:lnTo>
                    <a:pt x="44429" y="494928"/>
                  </a:lnTo>
                  <a:lnTo>
                    <a:pt x="34397" y="493972"/>
                  </a:lnTo>
                  <a:lnTo>
                    <a:pt x="34397" y="492539"/>
                  </a:lnTo>
                  <a:lnTo>
                    <a:pt x="34397" y="490150"/>
                  </a:lnTo>
                  <a:lnTo>
                    <a:pt x="34874" y="488240"/>
                  </a:lnTo>
                  <a:lnTo>
                    <a:pt x="34874" y="486806"/>
                  </a:lnTo>
                  <a:lnTo>
                    <a:pt x="35830" y="485851"/>
                  </a:lnTo>
                  <a:lnTo>
                    <a:pt x="36785" y="483940"/>
                  </a:lnTo>
                  <a:lnTo>
                    <a:pt x="37263" y="482507"/>
                  </a:lnTo>
                  <a:lnTo>
                    <a:pt x="37263" y="482507"/>
                  </a:lnTo>
                  <a:lnTo>
                    <a:pt x="36785" y="480596"/>
                  </a:lnTo>
                  <a:lnTo>
                    <a:pt x="34874" y="478207"/>
                  </a:lnTo>
                  <a:lnTo>
                    <a:pt x="36307" y="476774"/>
                  </a:lnTo>
                  <a:lnTo>
                    <a:pt x="36307" y="475341"/>
                  </a:lnTo>
                  <a:lnTo>
                    <a:pt x="35830" y="473908"/>
                  </a:lnTo>
                  <a:lnTo>
                    <a:pt x="35830" y="473908"/>
                  </a:lnTo>
                  <a:lnTo>
                    <a:pt x="34397" y="472475"/>
                  </a:lnTo>
                  <a:lnTo>
                    <a:pt x="32963" y="470086"/>
                  </a:lnTo>
                  <a:lnTo>
                    <a:pt x="32963" y="468175"/>
                  </a:lnTo>
                  <a:lnTo>
                    <a:pt x="32963" y="468175"/>
                  </a:lnTo>
                  <a:lnTo>
                    <a:pt x="34397" y="467219"/>
                  </a:lnTo>
                  <a:lnTo>
                    <a:pt x="35830" y="466742"/>
                  </a:lnTo>
                  <a:lnTo>
                    <a:pt x="35830" y="466742"/>
                  </a:lnTo>
                  <a:lnTo>
                    <a:pt x="35830" y="465309"/>
                  </a:lnTo>
                  <a:lnTo>
                    <a:pt x="35352" y="463398"/>
                  </a:lnTo>
                  <a:lnTo>
                    <a:pt x="35352" y="463398"/>
                  </a:lnTo>
                  <a:lnTo>
                    <a:pt x="32963" y="462920"/>
                  </a:lnTo>
                  <a:lnTo>
                    <a:pt x="32963" y="462920"/>
                  </a:lnTo>
                  <a:lnTo>
                    <a:pt x="30097" y="461964"/>
                  </a:lnTo>
                  <a:lnTo>
                    <a:pt x="29141" y="461009"/>
                  </a:lnTo>
                  <a:lnTo>
                    <a:pt x="28186" y="459098"/>
                  </a:lnTo>
                  <a:lnTo>
                    <a:pt x="28664" y="453843"/>
                  </a:lnTo>
                  <a:lnTo>
                    <a:pt x="28664" y="450499"/>
                  </a:lnTo>
                  <a:lnTo>
                    <a:pt x="28186" y="449066"/>
                  </a:lnTo>
                  <a:lnTo>
                    <a:pt x="28664" y="447633"/>
                  </a:lnTo>
                  <a:lnTo>
                    <a:pt x="30097" y="446199"/>
                  </a:lnTo>
                  <a:lnTo>
                    <a:pt x="30097" y="446199"/>
                  </a:lnTo>
                  <a:lnTo>
                    <a:pt x="29619" y="443333"/>
                  </a:lnTo>
                  <a:lnTo>
                    <a:pt x="28664" y="441900"/>
                  </a:lnTo>
                  <a:lnTo>
                    <a:pt x="28664" y="440944"/>
                  </a:lnTo>
                  <a:lnTo>
                    <a:pt x="29619" y="439989"/>
                  </a:lnTo>
                  <a:lnTo>
                    <a:pt x="29619" y="439511"/>
                  </a:lnTo>
                  <a:lnTo>
                    <a:pt x="30575" y="438078"/>
                  </a:lnTo>
                  <a:lnTo>
                    <a:pt x="31052" y="438078"/>
                  </a:lnTo>
                  <a:lnTo>
                    <a:pt x="32008" y="439033"/>
                  </a:lnTo>
                  <a:lnTo>
                    <a:pt x="32486" y="438556"/>
                  </a:lnTo>
                  <a:lnTo>
                    <a:pt x="33919" y="438556"/>
                  </a:lnTo>
                  <a:lnTo>
                    <a:pt x="35830" y="437122"/>
                  </a:lnTo>
                  <a:lnTo>
                    <a:pt x="35830" y="437122"/>
                  </a:lnTo>
                  <a:lnTo>
                    <a:pt x="35830" y="435689"/>
                  </a:lnTo>
                  <a:lnTo>
                    <a:pt x="35352" y="433778"/>
                  </a:lnTo>
                  <a:lnTo>
                    <a:pt x="33919" y="429001"/>
                  </a:lnTo>
                  <a:lnTo>
                    <a:pt x="32963" y="426135"/>
                  </a:lnTo>
                  <a:lnTo>
                    <a:pt x="32963" y="425179"/>
                  </a:lnTo>
                  <a:lnTo>
                    <a:pt x="33441" y="424224"/>
                  </a:lnTo>
                  <a:lnTo>
                    <a:pt x="33441" y="424224"/>
                  </a:lnTo>
                  <a:lnTo>
                    <a:pt x="32963" y="419924"/>
                  </a:lnTo>
                  <a:lnTo>
                    <a:pt x="32963" y="419924"/>
                  </a:lnTo>
                  <a:lnTo>
                    <a:pt x="32963" y="419924"/>
                  </a:lnTo>
                  <a:lnTo>
                    <a:pt x="33441" y="417536"/>
                  </a:lnTo>
                  <a:lnTo>
                    <a:pt x="33441" y="410370"/>
                  </a:lnTo>
                  <a:lnTo>
                    <a:pt x="33441" y="407981"/>
                  </a:lnTo>
                  <a:lnTo>
                    <a:pt x="32008" y="405592"/>
                  </a:lnTo>
                  <a:lnTo>
                    <a:pt x="32486" y="403204"/>
                  </a:lnTo>
                  <a:lnTo>
                    <a:pt x="33441" y="401293"/>
                  </a:lnTo>
                  <a:lnTo>
                    <a:pt x="34397" y="399382"/>
                  </a:lnTo>
                  <a:lnTo>
                    <a:pt x="34874" y="396993"/>
                  </a:lnTo>
                  <a:lnTo>
                    <a:pt x="35352" y="396038"/>
                  </a:lnTo>
                  <a:lnTo>
                    <a:pt x="35352" y="396038"/>
                  </a:lnTo>
                  <a:lnTo>
                    <a:pt x="36785" y="395560"/>
                  </a:lnTo>
                  <a:lnTo>
                    <a:pt x="36785" y="395560"/>
                  </a:lnTo>
                  <a:lnTo>
                    <a:pt x="37263" y="394604"/>
                  </a:lnTo>
                  <a:lnTo>
                    <a:pt x="36307" y="393649"/>
                  </a:lnTo>
                  <a:lnTo>
                    <a:pt x="36307" y="393649"/>
                  </a:lnTo>
                  <a:lnTo>
                    <a:pt x="34874" y="392694"/>
                  </a:lnTo>
                  <a:lnTo>
                    <a:pt x="34397" y="390783"/>
                  </a:lnTo>
                  <a:lnTo>
                    <a:pt x="34874" y="389827"/>
                  </a:lnTo>
                  <a:lnTo>
                    <a:pt x="35830" y="388872"/>
                  </a:lnTo>
                  <a:lnTo>
                    <a:pt x="36785" y="388872"/>
                  </a:lnTo>
                  <a:lnTo>
                    <a:pt x="36785" y="388872"/>
                  </a:lnTo>
                  <a:lnTo>
                    <a:pt x="36785" y="388872"/>
                  </a:lnTo>
                  <a:lnTo>
                    <a:pt x="37740" y="387438"/>
                  </a:lnTo>
                  <a:lnTo>
                    <a:pt x="38218" y="385050"/>
                  </a:lnTo>
                  <a:lnTo>
                    <a:pt x="38218" y="384095"/>
                  </a:lnTo>
                  <a:lnTo>
                    <a:pt x="37263" y="382661"/>
                  </a:lnTo>
                  <a:lnTo>
                    <a:pt x="36785" y="379795"/>
                  </a:lnTo>
                  <a:lnTo>
                    <a:pt x="36307" y="378362"/>
                  </a:lnTo>
                  <a:lnTo>
                    <a:pt x="37263" y="377406"/>
                  </a:lnTo>
                  <a:lnTo>
                    <a:pt x="37740" y="377406"/>
                  </a:lnTo>
                  <a:lnTo>
                    <a:pt x="39174" y="377406"/>
                  </a:lnTo>
                  <a:lnTo>
                    <a:pt x="40129" y="377406"/>
                  </a:lnTo>
                  <a:lnTo>
                    <a:pt x="40129" y="377406"/>
                  </a:lnTo>
                  <a:lnTo>
                    <a:pt x="40129" y="376451"/>
                  </a:lnTo>
                  <a:lnTo>
                    <a:pt x="40129" y="375495"/>
                  </a:lnTo>
                  <a:lnTo>
                    <a:pt x="40607" y="375018"/>
                  </a:lnTo>
                  <a:lnTo>
                    <a:pt x="41563" y="372629"/>
                  </a:lnTo>
                  <a:lnTo>
                    <a:pt x="42518" y="369763"/>
                  </a:lnTo>
                  <a:lnTo>
                    <a:pt x="42518" y="367852"/>
                  </a:lnTo>
                  <a:lnTo>
                    <a:pt x="42518" y="363074"/>
                  </a:lnTo>
                  <a:lnTo>
                    <a:pt x="42996" y="361641"/>
                  </a:lnTo>
                  <a:lnTo>
                    <a:pt x="43951" y="360686"/>
                  </a:lnTo>
                  <a:lnTo>
                    <a:pt x="45384" y="359730"/>
                  </a:lnTo>
                  <a:lnTo>
                    <a:pt x="46817" y="358775"/>
                  </a:lnTo>
                  <a:lnTo>
                    <a:pt x="49206" y="357819"/>
                  </a:lnTo>
                  <a:lnTo>
                    <a:pt x="49206" y="357819"/>
                  </a:lnTo>
                  <a:lnTo>
                    <a:pt x="51595" y="357342"/>
                  </a:lnTo>
                  <a:lnTo>
                    <a:pt x="51595" y="357342"/>
                  </a:lnTo>
                  <a:lnTo>
                    <a:pt x="53028" y="355908"/>
                  </a:lnTo>
                  <a:lnTo>
                    <a:pt x="53028" y="355908"/>
                  </a:lnTo>
                  <a:lnTo>
                    <a:pt x="53506" y="353997"/>
                  </a:lnTo>
                  <a:lnTo>
                    <a:pt x="53983" y="352564"/>
                  </a:lnTo>
                  <a:lnTo>
                    <a:pt x="53983" y="352564"/>
                  </a:lnTo>
                  <a:lnTo>
                    <a:pt x="53028" y="351609"/>
                  </a:lnTo>
                  <a:lnTo>
                    <a:pt x="51595" y="350176"/>
                  </a:lnTo>
                  <a:lnTo>
                    <a:pt x="50639" y="347309"/>
                  </a:lnTo>
                  <a:lnTo>
                    <a:pt x="50639" y="344443"/>
                  </a:lnTo>
                  <a:lnTo>
                    <a:pt x="50162" y="341099"/>
                  </a:lnTo>
                  <a:lnTo>
                    <a:pt x="50162" y="341099"/>
                  </a:lnTo>
                  <a:lnTo>
                    <a:pt x="48728" y="338232"/>
                  </a:lnTo>
                  <a:lnTo>
                    <a:pt x="47295" y="334888"/>
                  </a:lnTo>
                  <a:lnTo>
                    <a:pt x="47295" y="331544"/>
                  </a:lnTo>
                  <a:lnTo>
                    <a:pt x="47773" y="330111"/>
                  </a:lnTo>
                  <a:lnTo>
                    <a:pt x="48251" y="327245"/>
                  </a:lnTo>
                  <a:lnTo>
                    <a:pt x="47773" y="326289"/>
                  </a:lnTo>
                  <a:lnTo>
                    <a:pt x="46817" y="323901"/>
                  </a:lnTo>
                  <a:lnTo>
                    <a:pt x="47773" y="322467"/>
                  </a:lnTo>
                  <a:lnTo>
                    <a:pt x="47773" y="322467"/>
                  </a:lnTo>
                  <a:lnTo>
                    <a:pt x="48251" y="320079"/>
                  </a:lnTo>
                  <a:lnTo>
                    <a:pt x="48251" y="318646"/>
                  </a:lnTo>
                  <a:lnTo>
                    <a:pt x="48251" y="318646"/>
                  </a:lnTo>
                  <a:lnTo>
                    <a:pt x="48251" y="318168"/>
                  </a:lnTo>
                  <a:lnTo>
                    <a:pt x="47773" y="315301"/>
                  </a:lnTo>
                  <a:lnTo>
                    <a:pt x="46817" y="313868"/>
                  </a:lnTo>
                  <a:lnTo>
                    <a:pt x="47773" y="311957"/>
                  </a:lnTo>
                  <a:lnTo>
                    <a:pt x="48728" y="310047"/>
                  </a:lnTo>
                  <a:lnTo>
                    <a:pt x="49684" y="309091"/>
                  </a:lnTo>
                  <a:lnTo>
                    <a:pt x="49206" y="307658"/>
                  </a:lnTo>
                  <a:lnTo>
                    <a:pt x="49684" y="306702"/>
                  </a:lnTo>
                  <a:lnTo>
                    <a:pt x="51117" y="305747"/>
                  </a:lnTo>
                  <a:lnTo>
                    <a:pt x="52550" y="304314"/>
                  </a:lnTo>
                  <a:lnTo>
                    <a:pt x="53506" y="303836"/>
                  </a:lnTo>
                  <a:lnTo>
                    <a:pt x="53983" y="303836"/>
                  </a:lnTo>
                  <a:lnTo>
                    <a:pt x="54939" y="303836"/>
                  </a:lnTo>
                  <a:lnTo>
                    <a:pt x="55894" y="303358"/>
                  </a:lnTo>
                  <a:lnTo>
                    <a:pt x="55894" y="303358"/>
                  </a:lnTo>
                  <a:lnTo>
                    <a:pt x="55894" y="302403"/>
                  </a:lnTo>
                  <a:lnTo>
                    <a:pt x="56372" y="300970"/>
                  </a:lnTo>
                  <a:lnTo>
                    <a:pt x="58283" y="299536"/>
                  </a:lnTo>
                  <a:lnTo>
                    <a:pt x="58283" y="299536"/>
                  </a:lnTo>
                  <a:lnTo>
                    <a:pt x="59716" y="298103"/>
                  </a:lnTo>
                  <a:lnTo>
                    <a:pt x="61627" y="297625"/>
                  </a:lnTo>
                  <a:lnTo>
                    <a:pt x="61627" y="297625"/>
                  </a:lnTo>
                  <a:lnTo>
                    <a:pt x="62582" y="296192"/>
                  </a:lnTo>
                  <a:lnTo>
                    <a:pt x="62582" y="294281"/>
                  </a:lnTo>
                  <a:lnTo>
                    <a:pt x="62582" y="291893"/>
                  </a:lnTo>
                  <a:lnTo>
                    <a:pt x="63060" y="289504"/>
                  </a:lnTo>
                  <a:lnTo>
                    <a:pt x="62582" y="286160"/>
                  </a:lnTo>
                  <a:lnTo>
                    <a:pt x="62582" y="284249"/>
                  </a:lnTo>
                  <a:lnTo>
                    <a:pt x="62582" y="284249"/>
                  </a:lnTo>
                  <a:lnTo>
                    <a:pt x="61627" y="282338"/>
                  </a:lnTo>
                  <a:lnTo>
                    <a:pt x="61627" y="280905"/>
                  </a:lnTo>
                  <a:lnTo>
                    <a:pt x="61149" y="279472"/>
                  </a:lnTo>
                  <a:lnTo>
                    <a:pt x="61149" y="279472"/>
                  </a:lnTo>
                  <a:lnTo>
                    <a:pt x="60194" y="279472"/>
                  </a:lnTo>
                  <a:lnTo>
                    <a:pt x="60194" y="279472"/>
                  </a:lnTo>
                  <a:lnTo>
                    <a:pt x="59716" y="278039"/>
                  </a:lnTo>
                  <a:lnTo>
                    <a:pt x="60194" y="277083"/>
                  </a:lnTo>
                  <a:lnTo>
                    <a:pt x="61627" y="276605"/>
                  </a:lnTo>
                  <a:lnTo>
                    <a:pt x="62582" y="275650"/>
                  </a:lnTo>
                  <a:lnTo>
                    <a:pt x="63060" y="275650"/>
                  </a:lnTo>
                  <a:lnTo>
                    <a:pt x="64016" y="270873"/>
                  </a:lnTo>
                  <a:lnTo>
                    <a:pt x="64493" y="269440"/>
                  </a:lnTo>
                  <a:lnTo>
                    <a:pt x="64971" y="267529"/>
                  </a:lnTo>
                  <a:lnTo>
                    <a:pt x="64971" y="266573"/>
                  </a:lnTo>
                  <a:lnTo>
                    <a:pt x="65449" y="265140"/>
                  </a:lnTo>
                  <a:lnTo>
                    <a:pt x="66404" y="263229"/>
                  </a:lnTo>
                  <a:lnTo>
                    <a:pt x="67838" y="261318"/>
                  </a:lnTo>
                  <a:lnTo>
                    <a:pt x="68793" y="259885"/>
                  </a:lnTo>
                  <a:lnTo>
                    <a:pt x="69271" y="257974"/>
                  </a:lnTo>
                  <a:lnTo>
                    <a:pt x="69748" y="257018"/>
                  </a:lnTo>
                  <a:lnTo>
                    <a:pt x="70704" y="256541"/>
                  </a:lnTo>
                  <a:lnTo>
                    <a:pt x="71659" y="256541"/>
                  </a:lnTo>
                  <a:lnTo>
                    <a:pt x="73093" y="256063"/>
                  </a:lnTo>
                  <a:lnTo>
                    <a:pt x="73570" y="255585"/>
                  </a:lnTo>
                  <a:lnTo>
                    <a:pt x="73570" y="254630"/>
                  </a:lnTo>
                  <a:lnTo>
                    <a:pt x="73570" y="252241"/>
                  </a:lnTo>
                  <a:lnTo>
                    <a:pt x="73093" y="248897"/>
                  </a:lnTo>
                  <a:lnTo>
                    <a:pt x="72615" y="244598"/>
                  </a:lnTo>
                  <a:lnTo>
                    <a:pt x="73093" y="241731"/>
                  </a:lnTo>
                  <a:lnTo>
                    <a:pt x="74048" y="238865"/>
                  </a:lnTo>
                  <a:lnTo>
                    <a:pt x="74526" y="237432"/>
                  </a:lnTo>
                  <a:lnTo>
                    <a:pt x="74526" y="235998"/>
                  </a:lnTo>
                  <a:lnTo>
                    <a:pt x="74048" y="235043"/>
                  </a:lnTo>
                  <a:lnTo>
                    <a:pt x="74048" y="235043"/>
                  </a:lnTo>
                  <a:lnTo>
                    <a:pt x="72615" y="234087"/>
                  </a:lnTo>
                  <a:lnTo>
                    <a:pt x="71182" y="235043"/>
                  </a:lnTo>
                  <a:lnTo>
                    <a:pt x="70226" y="234565"/>
                  </a:lnTo>
                  <a:lnTo>
                    <a:pt x="68793" y="233132"/>
                  </a:lnTo>
                  <a:lnTo>
                    <a:pt x="68793" y="231699"/>
                  </a:lnTo>
                  <a:lnTo>
                    <a:pt x="68793" y="229310"/>
                  </a:lnTo>
                  <a:lnTo>
                    <a:pt x="69748" y="227877"/>
                  </a:lnTo>
                  <a:lnTo>
                    <a:pt x="70226" y="226444"/>
                  </a:lnTo>
                  <a:lnTo>
                    <a:pt x="70226" y="226444"/>
                  </a:lnTo>
                  <a:lnTo>
                    <a:pt x="69748" y="225966"/>
                  </a:lnTo>
                  <a:lnTo>
                    <a:pt x="68315" y="224533"/>
                  </a:lnTo>
                  <a:lnTo>
                    <a:pt x="67360" y="220711"/>
                  </a:lnTo>
                  <a:lnTo>
                    <a:pt x="67360" y="217367"/>
                  </a:lnTo>
                  <a:lnTo>
                    <a:pt x="67360" y="217367"/>
                  </a:lnTo>
                  <a:lnTo>
                    <a:pt x="65927" y="216411"/>
                  </a:lnTo>
                  <a:lnTo>
                    <a:pt x="65449" y="214023"/>
                  </a:lnTo>
                  <a:lnTo>
                    <a:pt x="64493" y="213067"/>
                  </a:lnTo>
                  <a:lnTo>
                    <a:pt x="64016" y="211156"/>
                  </a:lnTo>
                  <a:lnTo>
                    <a:pt x="63538" y="209245"/>
                  </a:lnTo>
                  <a:lnTo>
                    <a:pt x="63538" y="208290"/>
                  </a:lnTo>
                  <a:lnTo>
                    <a:pt x="64971" y="207812"/>
                  </a:lnTo>
                  <a:lnTo>
                    <a:pt x="64971" y="207812"/>
                  </a:lnTo>
                  <a:lnTo>
                    <a:pt x="65449" y="206379"/>
                  </a:lnTo>
                  <a:lnTo>
                    <a:pt x="64971" y="205424"/>
                  </a:lnTo>
                  <a:lnTo>
                    <a:pt x="64016" y="204946"/>
                  </a:lnTo>
                  <a:lnTo>
                    <a:pt x="63060" y="204946"/>
                  </a:lnTo>
                  <a:lnTo>
                    <a:pt x="61627" y="203991"/>
                  </a:lnTo>
                  <a:lnTo>
                    <a:pt x="60194" y="200169"/>
                  </a:lnTo>
                  <a:lnTo>
                    <a:pt x="59238" y="198258"/>
                  </a:lnTo>
                  <a:lnTo>
                    <a:pt x="59238" y="194914"/>
                  </a:lnTo>
                  <a:lnTo>
                    <a:pt x="59716" y="192525"/>
                  </a:lnTo>
                  <a:lnTo>
                    <a:pt x="60194" y="190614"/>
                  </a:lnTo>
                  <a:lnTo>
                    <a:pt x="60194" y="189181"/>
                  </a:lnTo>
                  <a:lnTo>
                    <a:pt x="61149" y="188226"/>
                  </a:lnTo>
                  <a:lnTo>
                    <a:pt x="61149" y="188226"/>
                  </a:lnTo>
                  <a:lnTo>
                    <a:pt x="62105" y="188703"/>
                  </a:lnTo>
                  <a:lnTo>
                    <a:pt x="63060" y="188703"/>
                  </a:lnTo>
                  <a:lnTo>
                    <a:pt x="63060" y="188703"/>
                  </a:lnTo>
                  <a:lnTo>
                    <a:pt x="63538" y="187270"/>
                  </a:lnTo>
                  <a:lnTo>
                    <a:pt x="64493" y="186314"/>
                  </a:lnTo>
                  <a:lnTo>
                    <a:pt x="64493" y="185837"/>
                  </a:lnTo>
                  <a:lnTo>
                    <a:pt x="64016" y="185359"/>
                  </a:lnTo>
                  <a:lnTo>
                    <a:pt x="63538" y="183926"/>
                  </a:lnTo>
                  <a:lnTo>
                    <a:pt x="64493" y="182493"/>
                  </a:lnTo>
                  <a:lnTo>
                    <a:pt x="65449" y="179149"/>
                  </a:lnTo>
                  <a:lnTo>
                    <a:pt x="66882" y="175804"/>
                  </a:lnTo>
                  <a:lnTo>
                    <a:pt x="67360" y="174371"/>
                  </a:lnTo>
                  <a:lnTo>
                    <a:pt x="67360" y="172938"/>
                  </a:lnTo>
                  <a:lnTo>
                    <a:pt x="67838" y="172460"/>
                  </a:lnTo>
                  <a:lnTo>
                    <a:pt x="68793" y="173416"/>
                  </a:lnTo>
                  <a:lnTo>
                    <a:pt x="71659" y="172460"/>
                  </a:lnTo>
                  <a:lnTo>
                    <a:pt x="72615" y="171027"/>
                  </a:lnTo>
                  <a:lnTo>
                    <a:pt x="73093" y="169594"/>
                  </a:lnTo>
                  <a:lnTo>
                    <a:pt x="73570" y="168638"/>
                  </a:lnTo>
                  <a:lnTo>
                    <a:pt x="73570" y="168638"/>
                  </a:lnTo>
                  <a:lnTo>
                    <a:pt x="73570" y="167683"/>
                  </a:lnTo>
                  <a:lnTo>
                    <a:pt x="73093" y="167683"/>
                  </a:lnTo>
                  <a:lnTo>
                    <a:pt x="72137" y="167205"/>
                  </a:lnTo>
                  <a:lnTo>
                    <a:pt x="71659" y="166728"/>
                  </a:lnTo>
                  <a:lnTo>
                    <a:pt x="71659" y="165294"/>
                  </a:lnTo>
                  <a:lnTo>
                    <a:pt x="72137" y="162428"/>
                  </a:lnTo>
                  <a:lnTo>
                    <a:pt x="72137" y="160039"/>
                  </a:lnTo>
                  <a:lnTo>
                    <a:pt x="71182" y="155740"/>
                  </a:lnTo>
                  <a:lnTo>
                    <a:pt x="70226" y="151918"/>
                  </a:lnTo>
                  <a:lnTo>
                    <a:pt x="70226" y="150962"/>
                  </a:lnTo>
                  <a:lnTo>
                    <a:pt x="70704" y="149529"/>
                  </a:lnTo>
                  <a:lnTo>
                    <a:pt x="72615" y="147141"/>
                  </a:lnTo>
                  <a:lnTo>
                    <a:pt x="74048" y="146185"/>
                  </a:lnTo>
                  <a:lnTo>
                    <a:pt x="74048" y="146185"/>
                  </a:lnTo>
                  <a:lnTo>
                    <a:pt x="74526" y="145230"/>
                  </a:lnTo>
                  <a:lnTo>
                    <a:pt x="75959" y="139975"/>
                  </a:lnTo>
                  <a:lnTo>
                    <a:pt x="75959" y="136631"/>
                  </a:lnTo>
                  <a:lnTo>
                    <a:pt x="76914" y="135197"/>
                  </a:lnTo>
                  <a:lnTo>
                    <a:pt x="77392" y="132331"/>
                  </a:lnTo>
                  <a:lnTo>
                    <a:pt x="80258" y="129465"/>
                  </a:lnTo>
                  <a:lnTo>
                    <a:pt x="80736" y="127554"/>
                  </a:lnTo>
                  <a:lnTo>
                    <a:pt x="81692" y="127554"/>
                  </a:lnTo>
                  <a:lnTo>
                    <a:pt x="82170" y="127076"/>
                  </a:lnTo>
                  <a:lnTo>
                    <a:pt x="83603" y="125165"/>
                  </a:lnTo>
                  <a:lnTo>
                    <a:pt x="85513" y="123254"/>
                  </a:lnTo>
                  <a:lnTo>
                    <a:pt x="86947" y="122299"/>
                  </a:lnTo>
                  <a:lnTo>
                    <a:pt x="87424" y="120388"/>
                  </a:lnTo>
                  <a:lnTo>
                    <a:pt x="88380" y="118477"/>
                  </a:lnTo>
                  <a:lnTo>
                    <a:pt x="89813" y="114655"/>
                  </a:lnTo>
                  <a:lnTo>
                    <a:pt x="90769" y="112266"/>
                  </a:lnTo>
                  <a:lnTo>
                    <a:pt x="91724" y="111311"/>
                  </a:lnTo>
                  <a:lnTo>
                    <a:pt x="91724" y="111311"/>
                  </a:lnTo>
                  <a:lnTo>
                    <a:pt x="93157" y="108445"/>
                  </a:lnTo>
                  <a:lnTo>
                    <a:pt x="93635" y="106534"/>
                  </a:lnTo>
                  <a:lnTo>
                    <a:pt x="95068" y="105578"/>
                  </a:lnTo>
                  <a:lnTo>
                    <a:pt x="95068" y="105578"/>
                  </a:lnTo>
                  <a:lnTo>
                    <a:pt x="96501" y="105578"/>
                  </a:lnTo>
                  <a:lnTo>
                    <a:pt x="97457" y="106056"/>
                  </a:lnTo>
                  <a:lnTo>
                    <a:pt x="98412" y="106056"/>
                  </a:lnTo>
                  <a:lnTo>
                    <a:pt x="99845" y="105100"/>
                  </a:lnTo>
                  <a:lnTo>
                    <a:pt x="102234" y="104145"/>
                  </a:lnTo>
                  <a:lnTo>
                    <a:pt x="103189" y="103667"/>
                  </a:lnTo>
                  <a:lnTo>
                    <a:pt x="103667" y="103667"/>
                  </a:lnTo>
                  <a:lnTo>
                    <a:pt x="104145" y="102712"/>
                  </a:lnTo>
                  <a:lnTo>
                    <a:pt x="104145" y="100801"/>
                  </a:lnTo>
                  <a:lnTo>
                    <a:pt x="103189" y="99846"/>
                  </a:lnTo>
                  <a:lnTo>
                    <a:pt x="102712" y="99368"/>
                  </a:lnTo>
                  <a:lnTo>
                    <a:pt x="100801" y="96501"/>
                  </a:lnTo>
                  <a:lnTo>
                    <a:pt x="98890" y="93635"/>
                  </a:lnTo>
                  <a:lnTo>
                    <a:pt x="98412" y="92680"/>
                  </a:lnTo>
                  <a:lnTo>
                    <a:pt x="98412" y="91246"/>
                  </a:lnTo>
                  <a:lnTo>
                    <a:pt x="98890" y="90291"/>
                  </a:lnTo>
                  <a:lnTo>
                    <a:pt x="99845" y="88380"/>
                  </a:lnTo>
                  <a:lnTo>
                    <a:pt x="102234" y="85991"/>
                  </a:lnTo>
                  <a:lnTo>
                    <a:pt x="101756" y="84558"/>
                  </a:lnTo>
                  <a:lnTo>
                    <a:pt x="100323" y="77870"/>
                  </a:lnTo>
                  <a:lnTo>
                    <a:pt x="99368" y="75959"/>
                  </a:lnTo>
                  <a:lnTo>
                    <a:pt x="98412" y="72615"/>
                  </a:lnTo>
                  <a:lnTo>
                    <a:pt x="98412" y="71182"/>
                  </a:lnTo>
                  <a:lnTo>
                    <a:pt x="99368" y="67838"/>
                  </a:lnTo>
                  <a:lnTo>
                    <a:pt x="99368" y="67838"/>
                  </a:lnTo>
                  <a:lnTo>
                    <a:pt x="100323" y="66405"/>
                  </a:lnTo>
                  <a:lnTo>
                    <a:pt x="101756" y="65927"/>
                  </a:lnTo>
                  <a:lnTo>
                    <a:pt x="102712" y="65449"/>
                  </a:lnTo>
                  <a:lnTo>
                    <a:pt x="102712" y="64971"/>
                  </a:lnTo>
                  <a:lnTo>
                    <a:pt x="102712" y="64971"/>
                  </a:lnTo>
                  <a:lnTo>
                    <a:pt x="101756" y="64016"/>
                  </a:lnTo>
                  <a:lnTo>
                    <a:pt x="101279" y="63060"/>
                  </a:lnTo>
                  <a:lnTo>
                    <a:pt x="101279" y="61627"/>
                  </a:lnTo>
                  <a:lnTo>
                    <a:pt x="101279" y="61627"/>
                  </a:lnTo>
                  <a:lnTo>
                    <a:pt x="99845" y="61149"/>
                  </a:lnTo>
                  <a:lnTo>
                    <a:pt x="99845" y="61149"/>
                  </a:lnTo>
                  <a:lnTo>
                    <a:pt x="99368" y="59716"/>
                  </a:lnTo>
                  <a:lnTo>
                    <a:pt x="99368" y="57805"/>
                  </a:lnTo>
                  <a:lnTo>
                    <a:pt x="100323" y="55417"/>
                  </a:lnTo>
                  <a:lnTo>
                    <a:pt x="101279" y="54939"/>
                  </a:lnTo>
                  <a:lnTo>
                    <a:pt x="101279" y="54939"/>
                  </a:lnTo>
                  <a:lnTo>
                    <a:pt x="101756" y="53983"/>
                  </a:lnTo>
                  <a:lnTo>
                    <a:pt x="103189" y="53028"/>
                  </a:lnTo>
                  <a:lnTo>
                    <a:pt x="104145" y="52073"/>
                  </a:lnTo>
                  <a:lnTo>
                    <a:pt x="104623" y="52073"/>
                  </a:lnTo>
                  <a:lnTo>
                    <a:pt x="105578" y="50639"/>
                  </a:lnTo>
                  <a:lnTo>
                    <a:pt x="109400" y="49206"/>
                  </a:lnTo>
                  <a:lnTo>
                    <a:pt x="112744" y="47773"/>
                  </a:lnTo>
                  <a:lnTo>
                    <a:pt x="112744" y="47773"/>
                  </a:lnTo>
                  <a:lnTo>
                    <a:pt x="118954" y="45384"/>
                  </a:lnTo>
                  <a:lnTo>
                    <a:pt x="123254" y="43951"/>
                  </a:lnTo>
                  <a:lnTo>
                    <a:pt x="123254" y="43951"/>
                  </a:lnTo>
                  <a:lnTo>
                    <a:pt x="123254" y="42518"/>
                  </a:lnTo>
                  <a:lnTo>
                    <a:pt x="123732" y="42040"/>
                  </a:lnTo>
                  <a:lnTo>
                    <a:pt x="125643" y="35830"/>
                  </a:lnTo>
                  <a:lnTo>
                    <a:pt x="128509" y="28186"/>
                  </a:lnTo>
                  <a:lnTo>
                    <a:pt x="129942" y="23409"/>
                  </a:lnTo>
                  <a:lnTo>
                    <a:pt x="129942" y="23409"/>
                  </a:lnTo>
                  <a:lnTo>
                    <a:pt x="128031" y="21498"/>
                  </a:lnTo>
                  <a:lnTo>
                    <a:pt x="126120" y="20065"/>
                  </a:lnTo>
                  <a:lnTo>
                    <a:pt x="127076" y="19109"/>
                  </a:lnTo>
                  <a:lnTo>
                    <a:pt x="128987" y="16721"/>
                  </a:lnTo>
                  <a:lnTo>
                    <a:pt x="129465" y="14809"/>
                  </a:lnTo>
                  <a:lnTo>
                    <a:pt x="130420" y="13854"/>
                  </a:lnTo>
                  <a:lnTo>
                    <a:pt x="134242" y="11943"/>
                  </a:lnTo>
                  <a:lnTo>
                    <a:pt x="134720" y="10510"/>
                  </a:lnTo>
                  <a:lnTo>
                    <a:pt x="135197" y="9077"/>
                  </a:lnTo>
                  <a:lnTo>
                    <a:pt x="135197" y="9077"/>
                  </a:lnTo>
                  <a:lnTo>
                    <a:pt x="135675" y="8121"/>
                  </a:lnTo>
                  <a:lnTo>
                    <a:pt x="137108" y="7644"/>
                  </a:lnTo>
                  <a:lnTo>
                    <a:pt x="139975" y="6688"/>
                  </a:lnTo>
                  <a:lnTo>
                    <a:pt x="142841" y="6210"/>
                  </a:lnTo>
                  <a:lnTo>
                    <a:pt x="142841" y="6210"/>
                  </a:lnTo>
                  <a:lnTo>
                    <a:pt x="143796" y="4777"/>
                  </a:lnTo>
                  <a:lnTo>
                    <a:pt x="143796" y="4777"/>
                  </a:lnTo>
                  <a:lnTo>
                    <a:pt x="144274" y="2866"/>
                  </a:lnTo>
                  <a:lnTo>
                    <a:pt x="145230" y="478"/>
                  </a:lnTo>
                  <a:lnTo>
                    <a:pt x="145707" y="0"/>
                  </a:lnTo>
                  <a:lnTo>
                    <a:pt x="146663" y="0"/>
                  </a:lnTo>
                  <a:lnTo>
                    <a:pt x="148096" y="478"/>
                  </a:lnTo>
                  <a:lnTo>
                    <a:pt x="148574" y="1433"/>
                  </a:lnTo>
                  <a:lnTo>
                    <a:pt x="152873" y="4300"/>
                  </a:lnTo>
                  <a:lnTo>
                    <a:pt x="154307" y="5733"/>
                  </a:lnTo>
                  <a:lnTo>
                    <a:pt x="154307" y="5733"/>
                  </a:lnTo>
                  <a:lnTo>
                    <a:pt x="156218" y="5733"/>
                  </a:lnTo>
                  <a:lnTo>
                    <a:pt x="156218" y="5733"/>
                  </a:lnTo>
                  <a:lnTo>
                    <a:pt x="159561" y="5733"/>
                  </a:lnTo>
                  <a:lnTo>
                    <a:pt x="160039" y="5733"/>
                  </a:lnTo>
                  <a:lnTo>
                    <a:pt x="160039" y="5733"/>
                  </a:lnTo>
                  <a:lnTo>
                    <a:pt x="160039" y="5733"/>
                  </a:lnTo>
                  <a:lnTo>
                    <a:pt x="168638" y="5733"/>
                  </a:lnTo>
                  <a:lnTo>
                    <a:pt x="170072" y="5733"/>
                  </a:lnTo>
                  <a:lnTo>
                    <a:pt x="172938" y="6688"/>
                  </a:lnTo>
                  <a:lnTo>
                    <a:pt x="173416" y="6688"/>
                  </a:lnTo>
                  <a:lnTo>
                    <a:pt x="174849" y="7166"/>
                  </a:lnTo>
                  <a:lnTo>
                    <a:pt x="175804" y="7644"/>
                  </a:lnTo>
                  <a:lnTo>
                    <a:pt x="177715" y="8121"/>
                  </a:lnTo>
                  <a:lnTo>
                    <a:pt x="179149" y="10988"/>
                  </a:lnTo>
                  <a:lnTo>
                    <a:pt x="180104" y="13376"/>
                  </a:lnTo>
                  <a:lnTo>
                    <a:pt x="180582" y="15287"/>
                  </a:lnTo>
                  <a:lnTo>
                    <a:pt x="180582" y="15287"/>
                  </a:lnTo>
                  <a:lnTo>
                    <a:pt x="182493" y="18632"/>
                  </a:lnTo>
                  <a:lnTo>
                    <a:pt x="182970" y="200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0" name="Freeform 2459">
              <a:extLst>
                <a:ext uri="{FF2B5EF4-FFF2-40B4-BE49-F238E27FC236}">
                  <a16:creationId xmlns:a16="http://schemas.microsoft.com/office/drawing/2014/main" id="{7E47B27D-B87A-B0DE-965F-57E1E9771F20}"/>
                </a:ext>
              </a:extLst>
            </p:cNvPr>
            <p:cNvSpPr/>
            <p:nvPr/>
          </p:nvSpPr>
          <p:spPr>
            <a:xfrm>
              <a:off x="4816162" y="4691900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956 w 1433"/>
                <a:gd name="csY1" fmla="*/ 478 h 955"/>
                <a:gd name="csX2" fmla="*/ 0 w 1433"/>
                <a:gd name="csY2" fmla="*/ 956 h 955"/>
                <a:gd name="csX3" fmla="*/ 956 w 1433"/>
                <a:gd name="csY3" fmla="*/ 0 h 955"/>
                <a:gd name="csX4" fmla="*/ 1433 w 1433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956" y="478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" name="Freeform 2460">
              <a:extLst>
                <a:ext uri="{FF2B5EF4-FFF2-40B4-BE49-F238E27FC236}">
                  <a16:creationId xmlns:a16="http://schemas.microsoft.com/office/drawing/2014/main" id="{F106881E-7B80-3A7E-CA8D-AA416AEB0595}"/>
                </a:ext>
              </a:extLst>
            </p:cNvPr>
            <p:cNvSpPr/>
            <p:nvPr/>
          </p:nvSpPr>
          <p:spPr>
            <a:xfrm>
              <a:off x="4814251" y="5244155"/>
              <a:ext cx="1910" cy="955"/>
            </a:xfrm>
            <a:custGeom>
              <a:avLst/>
              <a:gdLst>
                <a:gd name="csX0" fmla="*/ 1911 w 1910"/>
                <a:gd name="csY0" fmla="*/ 0 h 955"/>
                <a:gd name="csX1" fmla="*/ 478 w 1910"/>
                <a:gd name="csY1" fmla="*/ 956 h 955"/>
                <a:gd name="csX2" fmla="*/ 0 w 1910"/>
                <a:gd name="csY2" fmla="*/ 956 h 955"/>
                <a:gd name="csX3" fmla="*/ 0 w 1910"/>
                <a:gd name="csY3" fmla="*/ 956 h 955"/>
                <a:gd name="csX4" fmla="*/ 478 w 1910"/>
                <a:gd name="csY4" fmla="*/ 956 h 955"/>
                <a:gd name="csX5" fmla="*/ 1911 w 1910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955">
                  <a:moveTo>
                    <a:pt x="1911" y="0"/>
                  </a:moveTo>
                  <a:lnTo>
                    <a:pt x="478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478" y="956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2" name="Freeform 2461">
              <a:extLst>
                <a:ext uri="{FF2B5EF4-FFF2-40B4-BE49-F238E27FC236}">
                  <a16:creationId xmlns:a16="http://schemas.microsoft.com/office/drawing/2014/main" id="{0B03E160-A50D-D06D-091C-BC231DE9797C}"/>
                </a:ext>
              </a:extLst>
            </p:cNvPr>
            <p:cNvSpPr/>
            <p:nvPr/>
          </p:nvSpPr>
          <p:spPr>
            <a:xfrm>
              <a:off x="4807085" y="3693446"/>
              <a:ext cx="6210" cy="4777"/>
            </a:xfrm>
            <a:custGeom>
              <a:avLst/>
              <a:gdLst>
                <a:gd name="csX0" fmla="*/ 6210 w 6210"/>
                <a:gd name="csY0" fmla="*/ 2389 h 4777"/>
                <a:gd name="csX1" fmla="*/ 956 w 6210"/>
                <a:gd name="csY1" fmla="*/ 4300 h 4777"/>
                <a:gd name="csX2" fmla="*/ 478 w 6210"/>
                <a:gd name="csY2" fmla="*/ 4777 h 4777"/>
                <a:gd name="csX3" fmla="*/ 0 w 6210"/>
                <a:gd name="csY3" fmla="*/ 4300 h 4777"/>
                <a:gd name="csX4" fmla="*/ 0 w 6210"/>
                <a:gd name="csY4" fmla="*/ 2389 h 4777"/>
                <a:gd name="csX5" fmla="*/ 478 w 6210"/>
                <a:gd name="csY5" fmla="*/ 956 h 4777"/>
                <a:gd name="csX6" fmla="*/ 478 w 6210"/>
                <a:gd name="csY6" fmla="*/ 956 h 4777"/>
                <a:gd name="csX7" fmla="*/ 1911 w 6210"/>
                <a:gd name="csY7" fmla="*/ 1911 h 4777"/>
                <a:gd name="csX8" fmla="*/ 2866 w 6210"/>
                <a:gd name="csY8" fmla="*/ 0 h 4777"/>
                <a:gd name="csX9" fmla="*/ 3822 w 6210"/>
                <a:gd name="csY9" fmla="*/ 0 h 4777"/>
                <a:gd name="csX10" fmla="*/ 5255 w 6210"/>
                <a:gd name="csY10" fmla="*/ 1911 h 4777"/>
                <a:gd name="csX11" fmla="*/ 6210 w 6210"/>
                <a:gd name="csY11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210" h="4777">
                  <a:moveTo>
                    <a:pt x="6210" y="2389"/>
                  </a:moveTo>
                  <a:lnTo>
                    <a:pt x="956" y="4300"/>
                  </a:lnTo>
                  <a:lnTo>
                    <a:pt x="478" y="4777"/>
                  </a:lnTo>
                  <a:lnTo>
                    <a:pt x="0" y="4300"/>
                  </a:lnTo>
                  <a:lnTo>
                    <a:pt x="0" y="2389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1911" y="1911"/>
                  </a:lnTo>
                  <a:lnTo>
                    <a:pt x="2866" y="0"/>
                  </a:lnTo>
                  <a:lnTo>
                    <a:pt x="3822" y="0"/>
                  </a:lnTo>
                  <a:lnTo>
                    <a:pt x="5255" y="1911"/>
                  </a:lnTo>
                  <a:lnTo>
                    <a:pt x="621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" name="Freeform 2462">
              <a:extLst>
                <a:ext uri="{FF2B5EF4-FFF2-40B4-BE49-F238E27FC236}">
                  <a16:creationId xmlns:a16="http://schemas.microsoft.com/office/drawing/2014/main" id="{19E0A547-ECD5-A9A4-275A-2CCBC8D75A03}"/>
                </a:ext>
              </a:extLst>
            </p:cNvPr>
            <p:cNvSpPr/>
            <p:nvPr/>
          </p:nvSpPr>
          <p:spPr>
            <a:xfrm>
              <a:off x="4732559" y="4625974"/>
              <a:ext cx="80258" cy="75481"/>
            </a:xfrm>
            <a:custGeom>
              <a:avLst/>
              <a:gdLst>
                <a:gd name="csX0" fmla="*/ 80259 w 80258"/>
                <a:gd name="csY0" fmla="*/ 42996 h 75481"/>
                <a:gd name="csX1" fmla="*/ 80259 w 80258"/>
                <a:gd name="csY1" fmla="*/ 43473 h 75481"/>
                <a:gd name="csX2" fmla="*/ 80259 w 80258"/>
                <a:gd name="csY2" fmla="*/ 44906 h 75481"/>
                <a:gd name="csX3" fmla="*/ 80259 w 80258"/>
                <a:gd name="csY3" fmla="*/ 46340 h 75481"/>
                <a:gd name="csX4" fmla="*/ 78825 w 80258"/>
                <a:gd name="csY4" fmla="*/ 47773 h 75481"/>
                <a:gd name="csX5" fmla="*/ 76437 w 80258"/>
                <a:gd name="csY5" fmla="*/ 51117 h 75481"/>
                <a:gd name="csX6" fmla="*/ 76437 w 80258"/>
                <a:gd name="csY6" fmla="*/ 52072 h 75481"/>
                <a:gd name="csX7" fmla="*/ 76915 w 80258"/>
                <a:gd name="csY7" fmla="*/ 54461 h 75481"/>
                <a:gd name="csX8" fmla="*/ 76437 w 80258"/>
                <a:gd name="csY8" fmla="*/ 56850 h 75481"/>
                <a:gd name="csX9" fmla="*/ 76437 w 80258"/>
                <a:gd name="csY9" fmla="*/ 57805 h 75481"/>
                <a:gd name="csX10" fmla="*/ 75004 w 80258"/>
                <a:gd name="csY10" fmla="*/ 59716 h 75481"/>
                <a:gd name="csX11" fmla="*/ 72137 w 80258"/>
                <a:gd name="csY11" fmla="*/ 64016 h 75481"/>
                <a:gd name="csX12" fmla="*/ 70704 w 80258"/>
                <a:gd name="csY12" fmla="*/ 64971 h 75481"/>
                <a:gd name="csX13" fmla="*/ 69749 w 80258"/>
                <a:gd name="csY13" fmla="*/ 66404 h 75481"/>
                <a:gd name="csX14" fmla="*/ 68793 w 80258"/>
                <a:gd name="csY14" fmla="*/ 66404 h 75481"/>
                <a:gd name="csX15" fmla="*/ 68316 w 80258"/>
                <a:gd name="csY15" fmla="*/ 66404 h 75481"/>
                <a:gd name="csX16" fmla="*/ 68316 w 80258"/>
                <a:gd name="csY16" fmla="*/ 66404 h 75481"/>
                <a:gd name="csX17" fmla="*/ 67838 w 80258"/>
                <a:gd name="csY17" fmla="*/ 66404 h 75481"/>
                <a:gd name="csX18" fmla="*/ 67360 w 80258"/>
                <a:gd name="csY18" fmla="*/ 66404 h 75481"/>
                <a:gd name="csX19" fmla="*/ 66405 w 80258"/>
                <a:gd name="csY19" fmla="*/ 65927 h 75481"/>
                <a:gd name="csX20" fmla="*/ 66405 w 80258"/>
                <a:gd name="csY20" fmla="*/ 65449 h 75481"/>
                <a:gd name="csX21" fmla="*/ 65927 w 80258"/>
                <a:gd name="csY21" fmla="*/ 64493 h 75481"/>
                <a:gd name="csX22" fmla="*/ 64971 w 80258"/>
                <a:gd name="csY22" fmla="*/ 64016 h 75481"/>
                <a:gd name="csX23" fmla="*/ 63538 w 80258"/>
                <a:gd name="csY23" fmla="*/ 64493 h 75481"/>
                <a:gd name="csX24" fmla="*/ 63060 w 80258"/>
                <a:gd name="csY24" fmla="*/ 64493 h 75481"/>
                <a:gd name="csX25" fmla="*/ 62105 w 80258"/>
                <a:gd name="csY25" fmla="*/ 63538 h 75481"/>
                <a:gd name="csX26" fmla="*/ 61150 w 80258"/>
                <a:gd name="csY26" fmla="*/ 62582 h 75481"/>
                <a:gd name="csX27" fmla="*/ 61150 w 80258"/>
                <a:gd name="csY27" fmla="*/ 62582 h 75481"/>
                <a:gd name="csX28" fmla="*/ 61150 w 80258"/>
                <a:gd name="csY28" fmla="*/ 61627 h 75481"/>
                <a:gd name="csX29" fmla="*/ 60194 w 80258"/>
                <a:gd name="csY29" fmla="*/ 61627 h 75481"/>
                <a:gd name="csX30" fmla="*/ 59239 w 80258"/>
                <a:gd name="csY30" fmla="*/ 62582 h 75481"/>
                <a:gd name="csX31" fmla="*/ 58283 w 80258"/>
                <a:gd name="csY31" fmla="*/ 62582 h 75481"/>
                <a:gd name="csX32" fmla="*/ 57328 w 80258"/>
                <a:gd name="csY32" fmla="*/ 62582 h 75481"/>
                <a:gd name="csX33" fmla="*/ 57328 w 80258"/>
                <a:gd name="csY33" fmla="*/ 62582 h 75481"/>
                <a:gd name="csX34" fmla="*/ 56850 w 80258"/>
                <a:gd name="csY34" fmla="*/ 62582 h 75481"/>
                <a:gd name="csX35" fmla="*/ 54939 w 80258"/>
                <a:gd name="csY35" fmla="*/ 63538 h 75481"/>
                <a:gd name="csX36" fmla="*/ 53506 w 80258"/>
                <a:gd name="csY36" fmla="*/ 63538 h 75481"/>
                <a:gd name="csX37" fmla="*/ 53506 w 80258"/>
                <a:gd name="csY37" fmla="*/ 63538 h 75481"/>
                <a:gd name="csX38" fmla="*/ 53028 w 80258"/>
                <a:gd name="csY38" fmla="*/ 64493 h 75481"/>
                <a:gd name="csX39" fmla="*/ 47295 w 80258"/>
                <a:gd name="csY39" fmla="*/ 64971 h 75481"/>
                <a:gd name="csX40" fmla="*/ 45862 w 80258"/>
                <a:gd name="csY40" fmla="*/ 64971 h 75481"/>
                <a:gd name="csX41" fmla="*/ 42996 w 80258"/>
                <a:gd name="csY41" fmla="*/ 63538 h 75481"/>
                <a:gd name="csX42" fmla="*/ 42040 w 80258"/>
                <a:gd name="csY42" fmla="*/ 63060 h 75481"/>
                <a:gd name="csX43" fmla="*/ 41563 w 80258"/>
                <a:gd name="csY43" fmla="*/ 63060 h 75481"/>
                <a:gd name="csX44" fmla="*/ 41085 w 80258"/>
                <a:gd name="csY44" fmla="*/ 63060 h 75481"/>
                <a:gd name="csX45" fmla="*/ 40607 w 80258"/>
                <a:gd name="csY45" fmla="*/ 63538 h 75481"/>
                <a:gd name="csX46" fmla="*/ 40129 w 80258"/>
                <a:gd name="csY46" fmla="*/ 65449 h 75481"/>
                <a:gd name="csX47" fmla="*/ 39652 w 80258"/>
                <a:gd name="csY47" fmla="*/ 65927 h 75481"/>
                <a:gd name="csX48" fmla="*/ 38696 w 80258"/>
                <a:gd name="csY48" fmla="*/ 66404 h 75481"/>
                <a:gd name="csX49" fmla="*/ 38696 w 80258"/>
                <a:gd name="csY49" fmla="*/ 66882 h 75481"/>
                <a:gd name="csX50" fmla="*/ 38218 w 80258"/>
                <a:gd name="csY50" fmla="*/ 66882 h 75481"/>
                <a:gd name="csX51" fmla="*/ 38218 w 80258"/>
                <a:gd name="csY51" fmla="*/ 66882 h 75481"/>
                <a:gd name="csX52" fmla="*/ 37741 w 80258"/>
                <a:gd name="csY52" fmla="*/ 67838 h 75481"/>
                <a:gd name="csX53" fmla="*/ 37741 w 80258"/>
                <a:gd name="csY53" fmla="*/ 67838 h 75481"/>
                <a:gd name="csX54" fmla="*/ 39174 w 80258"/>
                <a:gd name="csY54" fmla="*/ 68315 h 75481"/>
                <a:gd name="csX55" fmla="*/ 40129 w 80258"/>
                <a:gd name="csY55" fmla="*/ 69748 h 75481"/>
                <a:gd name="csX56" fmla="*/ 41563 w 80258"/>
                <a:gd name="csY56" fmla="*/ 70704 h 75481"/>
                <a:gd name="csX57" fmla="*/ 42518 w 80258"/>
                <a:gd name="csY57" fmla="*/ 71659 h 75481"/>
                <a:gd name="csX58" fmla="*/ 42040 w 80258"/>
                <a:gd name="csY58" fmla="*/ 73093 h 75481"/>
                <a:gd name="csX59" fmla="*/ 42040 w 80258"/>
                <a:gd name="csY59" fmla="*/ 74526 h 75481"/>
                <a:gd name="csX60" fmla="*/ 41563 w 80258"/>
                <a:gd name="csY60" fmla="*/ 75004 h 75481"/>
                <a:gd name="csX61" fmla="*/ 40129 w 80258"/>
                <a:gd name="csY61" fmla="*/ 75481 h 75481"/>
                <a:gd name="csX62" fmla="*/ 36308 w 80258"/>
                <a:gd name="csY62" fmla="*/ 74526 h 75481"/>
                <a:gd name="csX63" fmla="*/ 32963 w 80258"/>
                <a:gd name="csY63" fmla="*/ 73570 h 75481"/>
                <a:gd name="csX64" fmla="*/ 31530 w 80258"/>
                <a:gd name="csY64" fmla="*/ 73570 h 75481"/>
                <a:gd name="csX65" fmla="*/ 31052 w 80258"/>
                <a:gd name="csY65" fmla="*/ 73570 h 75481"/>
                <a:gd name="csX66" fmla="*/ 30097 w 80258"/>
                <a:gd name="csY66" fmla="*/ 73093 h 75481"/>
                <a:gd name="csX67" fmla="*/ 29619 w 80258"/>
                <a:gd name="csY67" fmla="*/ 72137 h 75481"/>
                <a:gd name="csX68" fmla="*/ 28186 w 80258"/>
                <a:gd name="csY68" fmla="*/ 72137 h 75481"/>
                <a:gd name="csX69" fmla="*/ 26753 w 80258"/>
                <a:gd name="csY69" fmla="*/ 71659 h 75481"/>
                <a:gd name="csX70" fmla="*/ 25320 w 80258"/>
                <a:gd name="csY70" fmla="*/ 70226 h 75481"/>
                <a:gd name="csX71" fmla="*/ 24364 w 80258"/>
                <a:gd name="csY71" fmla="*/ 68315 h 75481"/>
                <a:gd name="csX72" fmla="*/ 23886 w 80258"/>
                <a:gd name="csY72" fmla="*/ 67360 h 75481"/>
                <a:gd name="csX73" fmla="*/ 22931 w 80258"/>
                <a:gd name="csY73" fmla="*/ 66404 h 75481"/>
                <a:gd name="csX74" fmla="*/ 21976 w 80258"/>
                <a:gd name="csY74" fmla="*/ 65449 h 75481"/>
                <a:gd name="csX75" fmla="*/ 21976 w 80258"/>
                <a:gd name="csY75" fmla="*/ 64016 h 75481"/>
                <a:gd name="csX76" fmla="*/ 21020 w 80258"/>
                <a:gd name="csY76" fmla="*/ 63060 h 75481"/>
                <a:gd name="csX77" fmla="*/ 21020 w 80258"/>
                <a:gd name="csY77" fmla="*/ 63060 h 75481"/>
                <a:gd name="csX78" fmla="*/ 20543 w 80258"/>
                <a:gd name="csY78" fmla="*/ 61627 h 75481"/>
                <a:gd name="csX79" fmla="*/ 20065 w 80258"/>
                <a:gd name="csY79" fmla="*/ 61149 h 75481"/>
                <a:gd name="csX80" fmla="*/ 20065 w 80258"/>
                <a:gd name="csY80" fmla="*/ 60672 h 75481"/>
                <a:gd name="csX81" fmla="*/ 19587 w 80258"/>
                <a:gd name="csY81" fmla="*/ 60194 h 75481"/>
                <a:gd name="csX82" fmla="*/ 19109 w 80258"/>
                <a:gd name="csY82" fmla="*/ 58761 h 75481"/>
                <a:gd name="csX83" fmla="*/ 18632 w 80258"/>
                <a:gd name="csY83" fmla="*/ 58761 h 75481"/>
                <a:gd name="csX84" fmla="*/ 18632 w 80258"/>
                <a:gd name="csY84" fmla="*/ 58283 h 75481"/>
                <a:gd name="csX85" fmla="*/ 17676 w 80258"/>
                <a:gd name="csY85" fmla="*/ 57328 h 75481"/>
                <a:gd name="csX86" fmla="*/ 16721 w 80258"/>
                <a:gd name="csY86" fmla="*/ 56850 h 75481"/>
                <a:gd name="csX87" fmla="*/ 16721 w 80258"/>
                <a:gd name="csY87" fmla="*/ 56372 h 75481"/>
                <a:gd name="csX88" fmla="*/ 16721 w 80258"/>
                <a:gd name="csY88" fmla="*/ 54939 h 75481"/>
                <a:gd name="csX89" fmla="*/ 16243 w 80258"/>
                <a:gd name="csY89" fmla="*/ 54461 h 75481"/>
                <a:gd name="csX90" fmla="*/ 16243 w 80258"/>
                <a:gd name="csY90" fmla="*/ 53028 h 75481"/>
                <a:gd name="csX91" fmla="*/ 16243 w 80258"/>
                <a:gd name="csY91" fmla="*/ 52550 h 75481"/>
                <a:gd name="csX92" fmla="*/ 15765 w 80258"/>
                <a:gd name="csY92" fmla="*/ 51595 h 75481"/>
                <a:gd name="csX93" fmla="*/ 15287 w 80258"/>
                <a:gd name="csY93" fmla="*/ 51595 h 75481"/>
                <a:gd name="csX94" fmla="*/ 15287 w 80258"/>
                <a:gd name="csY94" fmla="*/ 50162 h 75481"/>
                <a:gd name="csX95" fmla="*/ 14810 w 80258"/>
                <a:gd name="csY95" fmla="*/ 47773 h 75481"/>
                <a:gd name="csX96" fmla="*/ 14810 w 80258"/>
                <a:gd name="csY96" fmla="*/ 47295 h 75481"/>
                <a:gd name="csX97" fmla="*/ 12421 w 80258"/>
                <a:gd name="csY97" fmla="*/ 47773 h 75481"/>
                <a:gd name="csX98" fmla="*/ 11943 w 80258"/>
                <a:gd name="csY98" fmla="*/ 47773 h 75481"/>
                <a:gd name="csX99" fmla="*/ 10988 w 80258"/>
                <a:gd name="csY99" fmla="*/ 47773 h 75481"/>
                <a:gd name="csX100" fmla="*/ 10032 w 80258"/>
                <a:gd name="csY100" fmla="*/ 47773 h 75481"/>
                <a:gd name="csX101" fmla="*/ 9077 w 80258"/>
                <a:gd name="csY101" fmla="*/ 47773 h 75481"/>
                <a:gd name="csX102" fmla="*/ 8121 w 80258"/>
                <a:gd name="csY102" fmla="*/ 47295 h 75481"/>
                <a:gd name="csX103" fmla="*/ 7644 w 80258"/>
                <a:gd name="csY103" fmla="*/ 46817 h 75481"/>
                <a:gd name="csX104" fmla="*/ 8121 w 80258"/>
                <a:gd name="csY104" fmla="*/ 44906 h 75481"/>
                <a:gd name="csX105" fmla="*/ 6688 w 80258"/>
                <a:gd name="csY105" fmla="*/ 43473 h 75481"/>
                <a:gd name="csX106" fmla="*/ 4300 w 80258"/>
                <a:gd name="csY106" fmla="*/ 42040 h 75481"/>
                <a:gd name="csX107" fmla="*/ 3822 w 80258"/>
                <a:gd name="csY107" fmla="*/ 40129 h 75481"/>
                <a:gd name="csX108" fmla="*/ 2867 w 80258"/>
                <a:gd name="csY108" fmla="*/ 38696 h 75481"/>
                <a:gd name="csX109" fmla="*/ 478 w 80258"/>
                <a:gd name="csY109" fmla="*/ 36307 h 75481"/>
                <a:gd name="csX110" fmla="*/ 0 w 80258"/>
                <a:gd name="csY110" fmla="*/ 34397 h 75481"/>
                <a:gd name="csX111" fmla="*/ 0 w 80258"/>
                <a:gd name="csY111" fmla="*/ 32963 h 75481"/>
                <a:gd name="csX112" fmla="*/ 956 w 80258"/>
                <a:gd name="csY112" fmla="*/ 32008 h 75481"/>
                <a:gd name="csX113" fmla="*/ 1911 w 80258"/>
                <a:gd name="csY113" fmla="*/ 30097 h 75481"/>
                <a:gd name="csX114" fmla="*/ 2389 w 80258"/>
                <a:gd name="csY114" fmla="*/ 28186 h 75481"/>
                <a:gd name="csX115" fmla="*/ 2867 w 80258"/>
                <a:gd name="csY115" fmla="*/ 27231 h 75481"/>
                <a:gd name="csX116" fmla="*/ 3344 w 80258"/>
                <a:gd name="csY116" fmla="*/ 25797 h 75481"/>
                <a:gd name="csX117" fmla="*/ 3822 w 80258"/>
                <a:gd name="csY117" fmla="*/ 24364 h 75481"/>
                <a:gd name="csX118" fmla="*/ 3822 w 80258"/>
                <a:gd name="csY118" fmla="*/ 22931 h 75481"/>
                <a:gd name="csX119" fmla="*/ 2867 w 80258"/>
                <a:gd name="csY119" fmla="*/ 21975 h 75481"/>
                <a:gd name="csX120" fmla="*/ 2389 w 80258"/>
                <a:gd name="csY120" fmla="*/ 21498 h 75481"/>
                <a:gd name="csX121" fmla="*/ 3344 w 80258"/>
                <a:gd name="csY121" fmla="*/ 20542 h 75481"/>
                <a:gd name="csX122" fmla="*/ 4300 w 80258"/>
                <a:gd name="csY122" fmla="*/ 19587 h 75481"/>
                <a:gd name="csX123" fmla="*/ 4777 w 80258"/>
                <a:gd name="csY123" fmla="*/ 19587 h 75481"/>
                <a:gd name="csX124" fmla="*/ 5733 w 80258"/>
                <a:gd name="csY124" fmla="*/ 19109 h 75481"/>
                <a:gd name="csX125" fmla="*/ 6688 w 80258"/>
                <a:gd name="csY125" fmla="*/ 18154 h 75481"/>
                <a:gd name="csX126" fmla="*/ 8121 w 80258"/>
                <a:gd name="csY126" fmla="*/ 18154 h 75481"/>
                <a:gd name="csX127" fmla="*/ 9555 w 80258"/>
                <a:gd name="csY127" fmla="*/ 18154 h 75481"/>
                <a:gd name="csX128" fmla="*/ 12421 w 80258"/>
                <a:gd name="csY128" fmla="*/ 18154 h 75481"/>
                <a:gd name="csX129" fmla="*/ 14332 w 80258"/>
                <a:gd name="csY129" fmla="*/ 17676 h 75481"/>
                <a:gd name="csX130" fmla="*/ 14810 w 80258"/>
                <a:gd name="csY130" fmla="*/ 17198 h 75481"/>
                <a:gd name="csX131" fmla="*/ 14810 w 80258"/>
                <a:gd name="csY131" fmla="*/ 16243 h 75481"/>
                <a:gd name="csX132" fmla="*/ 15287 w 80258"/>
                <a:gd name="csY132" fmla="*/ 15287 h 75481"/>
                <a:gd name="csX133" fmla="*/ 16243 w 80258"/>
                <a:gd name="csY133" fmla="*/ 14809 h 75481"/>
                <a:gd name="csX134" fmla="*/ 16721 w 80258"/>
                <a:gd name="csY134" fmla="*/ 14809 h 75481"/>
                <a:gd name="csX135" fmla="*/ 16721 w 80258"/>
                <a:gd name="csY135" fmla="*/ 14332 h 75481"/>
                <a:gd name="csX136" fmla="*/ 16721 w 80258"/>
                <a:gd name="csY136" fmla="*/ 13854 h 75481"/>
                <a:gd name="csX137" fmla="*/ 16243 w 80258"/>
                <a:gd name="csY137" fmla="*/ 13854 h 75481"/>
                <a:gd name="csX138" fmla="*/ 15287 w 80258"/>
                <a:gd name="csY138" fmla="*/ 13854 h 75481"/>
                <a:gd name="csX139" fmla="*/ 14332 w 80258"/>
                <a:gd name="csY139" fmla="*/ 11943 h 75481"/>
                <a:gd name="csX140" fmla="*/ 14810 w 80258"/>
                <a:gd name="csY140" fmla="*/ 11465 h 75481"/>
                <a:gd name="csX141" fmla="*/ 15765 w 80258"/>
                <a:gd name="csY141" fmla="*/ 10032 h 75481"/>
                <a:gd name="csX142" fmla="*/ 15765 w 80258"/>
                <a:gd name="csY142" fmla="*/ 9077 h 75481"/>
                <a:gd name="csX143" fmla="*/ 16721 w 80258"/>
                <a:gd name="csY143" fmla="*/ 8121 h 75481"/>
                <a:gd name="csX144" fmla="*/ 17198 w 80258"/>
                <a:gd name="csY144" fmla="*/ 8599 h 75481"/>
                <a:gd name="csX145" fmla="*/ 18154 w 80258"/>
                <a:gd name="csY145" fmla="*/ 6210 h 75481"/>
                <a:gd name="csX146" fmla="*/ 18154 w 80258"/>
                <a:gd name="csY146" fmla="*/ 4777 h 75481"/>
                <a:gd name="csX147" fmla="*/ 18632 w 80258"/>
                <a:gd name="csY147" fmla="*/ 2866 h 75481"/>
                <a:gd name="csX148" fmla="*/ 19587 w 80258"/>
                <a:gd name="csY148" fmla="*/ 956 h 75481"/>
                <a:gd name="csX149" fmla="*/ 21498 w 80258"/>
                <a:gd name="csY149" fmla="*/ 0 h 75481"/>
                <a:gd name="csX150" fmla="*/ 31530 w 80258"/>
                <a:gd name="csY150" fmla="*/ 956 h 75481"/>
                <a:gd name="csX151" fmla="*/ 35830 w 80258"/>
                <a:gd name="csY151" fmla="*/ 1911 h 75481"/>
                <a:gd name="csX152" fmla="*/ 42040 w 80258"/>
                <a:gd name="csY152" fmla="*/ 3822 h 75481"/>
                <a:gd name="csX153" fmla="*/ 42518 w 80258"/>
                <a:gd name="csY153" fmla="*/ 5255 h 75481"/>
                <a:gd name="csX154" fmla="*/ 42518 w 80258"/>
                <a:gd name="csY154" fmla="*/ 3822 h 75481"/>
                <a:gd name="csX155" fmla="*/ 42518 w 80258"/>
                <a:gd name="csY155" fmla="*/ 1911 h 75481"/>
                <a:gd name="csX156" fmla="*/ 43951 w 80258"/>
                <a:gd name="csY156" fmla="*/ 478 h 75481"/>
                <a:gd name="csX157" fmla="*/ 47773 w 80258"/>
                <a:gd name="csY157" fmla="*/ 0 h 75481"/>
                <a:gd name="csX158" fmla="*/ 53028 w 80258"/>
                <a:gd name="csY158" fmla="*/ 956 h 75481"/>
                <a:gd name="csX159" fmla="*/ 57328 w 80258"/>
                <a:gd name="csY159" fmla="*/ 0 h 75481"/>
                <a:gd name="csX160" fmla="*/ 64016 w 80258"/>
                <a:gd name="csY160" fmla="*/ 0 h 75481"/>
                <a:gd name="csX161" fmla="*/ 73093 w 80258"/>
                <a:gd name="csY161" fmla="*/ 1433 h 75481"/>
                <a:gd name="csX162" fmla="*/ 77392 w 80258"/>
                <a:gd name="csY162" fmla="*/ 2389 h 75481"/>
                <a:gd name="csX163" fmla="*/ 79303 w 80258"/>
                <a:gd name="csY163" fmla="*/ 3344 h 75481"/>
                <a:gd name="csX164" fmla="*/ 79303 w 80258"/>
                <a:gd name="csY164" fmla="*/ 5255 h 75481"/>
                <a:gd name="csX165" fmla="*/ 79303 w 80258"/>
                <a:gd name="csY165" fmla="*/ 7166 h 75481"/>
                <a:gd name="csX166" fmla="*/ 78825 w 80258"/>
                <a:gd name="csY166" fmla="*/ 9077 h 75481"/>
                <a:gd name="csX167" fmla="*/ 77392 w 80258"/>
                <a:gd name="csY167" fmla="*/ 11465 h 75481"/>
                <a:gd name="csX168" fmla="*/ 75481 w 80258"/>
                <a:gd name="csY168" fmla="*/ 12899 h 75481"/>
                <a:gd name="csX169" fmla="*/ 73570 w 80258"/>
                <a:gd name="csY169" fmla="*/ 14809 h 75481"/>
                <a:gd name="csX170" fmla="*/ 71182 w 80258"/>
                <a:gd name="csY170" fmla="*/ 17676 h 75481"/>
                <a:gd name="csX171" fmla="*/ 71659 w 80258"/>
                <a:gd name="csY171" fmla="*/ 18631 h 75481"/>
                <a:gd name="csX172" fmla="*/ 70704 w 80258"/>
                <a:gd name="csY172" fmla="*/ 19587 h 75481"/>
                <a:gd name="csX173" fmla="*/ 70704 w 80258"/>
                <a:gd name="csY173" fmla="*/ 21020 h 75481"/>
                <a:gd name="csX174" fmla="*/ 70704 w 80258"/>
                <a:gd name="csY174" fmla="*/ 22453 h 75481"/>
                <a:gd name="csX175" fmla="*/ 71659 w 80258"/>
                <a:gd name="csY175" fmla="*/ 23886 h 75481"/>
                <a:gd name="csX176" fmla="*/ 71659 w 80258"/>
                <a:gd name="csY176" fmla="*/ 25797 h 75481"/>
                <a:gd name="csX177" fmla="*/ 71182 w 80258"/>
                <a:gd name="csY177" fmla="*/ 27231 h 75481"/>
                <a:gd name="csX178" fmla="*/ 71659 w 80258"/>
                <a:gd name="csY178" fmla="*/ 28664 h 75481"/>
                <a:gd name="csX179" fmla="*/ 72137 w 80258"/>
                <a:gd name="csY179" fmla="*/ 30097 h 75481"/>
                <a:gd name="csX180" fmla="*/ 72615 w 80258"/>
                <a:gd name="csY180" fmla="*/ 32008 h 75481"/>
                <a:gd name="csX181" fmla="*/ 72615 w 80258"/>
                <a:gd name="csY181" fmla="*/ 32486 h 75481"/>
                <a:gd name="csX182" fmla="*/ 73093 w 80258"/>
                <a:gd name="csY182" fmla="*/ 32963 h 75481"/>
                <a:gd name="csX183" fmla="*/ 73570 w 80258"/>
                <a:gd name="csY183" fmla="*/ 33919 h 75481"/>
                <a:gd name="csX184" fmla="*/ 73570 w 80258"/>
                <a:gd name="csY184" fmla="*/ 35352 h 75481"/>
                <a:gd name="csX185" fmla="*/ 75004 w 80258"/>
                <a:gd name="csY185" fmla="*/ 38218 h 75481"/>
                <a:gd name="csX186" fmla="*/ 76437 w 80258"/>
                <a:gd name="csY186" fmla="*/ 39174 h 75481"/>
                <a:gd name="csX187" fmla="*/ 77870 w 80258"/>
                <a:gd name="csY187" fmla="*/ 40607 h 75481"/>
                <a:gd name="csX188" fmla="*/ 78825 w 80258"/>
                <a:gd name="csY188" fmla="*/ 41563 h 75481"/>
                <a:gd name="csX189" fmla="*/ 79781 w 80258"/>
                <a:gd name="csY189" fmla="*/ 42996 h 75481"/>
                <a:gd name="csX190" fmla="*/ 80259 w 80258"/>
                <a:gd name="csY190" fmla="*/ 42996 h 75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</a:cxnLst>
              <a:rect l="l" t="t" r="r" b="b"/>
              <a:pathLst>
                <a:path w="80258" h="75481">
                  <a:moveTo>
                    <a:pt x="80259" y="42996"/>
                  </a:moveTo>
                  <a:lnTo>
                    <a:pt x="80259" y="43473"/>
                  </a:lnTo>
                  <a:lnTo>
                    <a:pt x="80259" y="44906"/>
                  </a:lnTo>
                  <a:lnTo>
                    <a:pt x="80259" y="46340"/>
                  </a:lnTo>
                  <a:lnTo>
                    <a:pt x="78825" y="47773"/>
                  </a:lnTo>
                  <a:lnTo>
                    <a:pt x="76437" y="51117"/>
                  </a:lnTo>
                  <a:lnTo>
                    <a:pt x="76437" y="52072"/>
                  </a:lnTo>
                  <a:lnTo>
                    <a:pt x="76915" y="54461"/>
                  </a:lnTo>
                  <a:lnTo>
                    <a:pt x="76437" y="56850"/>
                  </a:lnTo>
                  <a:lnTo>
                    <a:pt x="76437" y="57805"/>
                  </a:lnTo>
                  <a:lnTo>
                    <a:pt x="75004" y="59716"/>
                  </a:lnTo>
                  <a:lnTo>
                    <a:pt x="72137" y="64016"/>
                  </a:lnTo>
                  <a:lnTo>
                    <a:pt x="70704" y="64971"/>
                  </a:lnTo>
                  <a:lnTo>
                    <a:pt x="69749" y="66404"/>
                  </a:lnTo>
                  <a:lnTo>
                    <a:pt x="68793" y="66404"/>
                  </a:lnTo>
                  <a:lnTo>
                    <a:pt x="68316" y="66404"/>
                  </a:lnTo>
                  <a:lnTo>
                    <a:pt x="68316" y="66404"/>
                  </a:lnTo>
                  <a:lnTo>
                    <a:pt x="67838" y="66404"/>
                  </a:lnTo>
                  <a:lnTo>
                    <a:pt x="67360" y="66404"/>
                  </a:lnTo>
                  <a:lnTo>
                    <a:pt x="66405" y="65927"/>
                  </a:lnTo>
                  <a:lnTo>
                    <a:pt x="66405" y="65449"/>
                  </a:lnTo>
                  <a:lnTo>
                    <a:pt x="65927" y="64493"/>
                  </a:lnTo>
                  <a:lnTo>
                    <a:pt x="64971" y="64016"/>
                  </a:lnTo>
                  <a:lnTo>
                    <a:pt x="63538" y="64493"/>
                  </a:lnTo>
                  <a:lnTo>
                    <a:pt x="63060" y="64493"/>
                  </a:lnTo>
                  <a:lnTo>
                    <a:pt x="62105" y="63538"/>
                  </a:lnTo>
                  <a:lnTo>
                    <a:pt x="61150" y="62582"/>
                  </a:lnTo>
                  <a:lnTo>
                    <a:pt x="61150" y="62582"/>
                  </a:lnTo>
                  <a:lnTo>
                    <a:pt x="61150" y="61627"/>
                  </a:lnTo>
                  <a:lnTo>
                    <a:pt x="60194" y="61627"/>
                  </a:lnTo>
                  <a:lnTo>
                    <a:pt x="59239" y="62582"/>
                  </a:lnTo>
                  <a:lnTo>
                    <a:pt x="58283" y="62582"/>
                  </a:lnTo>
                  <a:lnTo>
                    <a:pt x="57328" y="62582"/>
                  </a:lnTo>
                  <a:lnTo>
                    <a:pt x="57328" y="62582"/>
                  </a:lnTo>
                  <a:lnTo>
                    <a:pt x="56850" y="62582"/>
                  </a:lnTo>
                  <a:lnTo>
                    <a:pt x="54939" y="63538"/>
                  </a:lnTo>
                  <a:lnTo>
                    <a:pt x="53506" y="63538"/>
                  </a:lnTo>
                  <a:lnTo>
                    <a:pt x="53506" y="63538"/>
                  </a:lnTo>
                  <a:lnTo>
                    <a:pt x="53028" y="64493"/>
                  </a:lnTo>
                  <a:lnTo>
                    <a:pt x="47295" y="64971"/>
                  </a:lnTo>
                  <a:lnTo>
                    <a:pt x="45862" y="64971"/>
                  </a:lnTo>
                  <a:lnTo>
                    <a:pt x="42996" y="63538"/>
                  </a:lnTo>
                  <a:lnTo>
                    <a:pt x="42040" y="63060"/>
                  </a:lnTo>
                  <a:lnTo>
                    <a:pt x="41563" y="63060"/>
                  </a:lnTo>
                  <a:lnTo>
                    <a:pt x="41085" y="63060"/>
                  </a:lnTo>
                  <a:lnTo>
                    <a:pt x="40607" y="63538"/>
                  </a:lnTo>
                  <a:lnTo>
                    <a:pt x="40129" y="65449"/>
                  </a:lnTo>
                  <a:lnTo>
                    <a:pt x="39652" y="65927"/>
                  </a:lnTo>
                  <a:lnTo>
                    <a:pt x="38696" y="66404"/>
                  </a:lnTo>
                  <a:lnTo>
                    <a:pt x="38696" y="66882"/>
                  </a:lnTo>
                  <a:lnTo>
                    <a:pt x="38218" y="66882"/>
                  </a:lnTo>
                  <a:lnTo>
                    <a:pt x="38218" y="66882"/>
                  </a:lnTo>
                  <a:lnTo>
                    <a:pt x="37741" y="67838"/>
                  </a:lnTo>
                  <a:lnTo>
                    <a:pt x="37741" y="67838"/>
                  </a:lnTo>
                  <a:lnTo>
                    <a:pt x="39174" y="68315"/>
                  </a:lnTo>
                  <a:lnTo>
                    <a:pt x="40129" y="69748"/>
                  </a:lnTo>
                  <a:lnTo>
                    <a:pt x="41563" y="70704"/>
                  </a:lnTo>
                  <a:lnTo>
                    <a:pt x="42518" y="71659"/>
                  </a:lnTo>
                  <a:lnTo>
                    <a:pt x="42040" y="73093"/>
                  </a:lnTo>
                  <a:lnTo>
                    <a:pt x="42040" y="74526"/>
                  </a:lnTo>
                  <a:lnTo>
                    <a:pt x="41563" y="75004"/>
                  </a:lnTo>
                  <a:lnTo>
                    <a:pt x="40129" y="75481"/>
                  </a:lnTo>
                  <a:lnTo>
                    <a:pt x="36308" y="74526"/>
                  </a:lnTo>
                  <a:lnTo>
                    <a:pt x="32963" y="73570"/>
                  </a:lnTo>
                  <a:lnTo>
                    <a:pt x="31530" y="73570"/>
                  </a:lnTo>
                  <a:lnTo>
                    <a:pt x="31052" y="73570"/>
                  </a:lnTo>
                  <a:lnTo>
                    <a:pt x="30097" y="73093"/>
                  </a:lnTo>
                  <a:lnTo>
                    <a:pt x="29619" y="72137"/>
                  </a:lnTo>
                  <a:lnTo>
                    <a:pt x="28186" y="72137"/>
                  </a:lnTo>
                  <a:lnTo>
                    <a:pt x="26753" y="71659"/>
                  </a:lnTo>
                  <a:lnTo>
                    <a:pt x="25320" y="70226"/>
                  </a:lnTo>
                  <a:lnTo>
                    <a:pt x="24364" y="68315"/>
                  </a:lnTo>
                  <a:lnTo>
                    <a:pt x="23886" y="67360"/>
                  </a:lnTo>
                  <a:lnTo>
                    <a:pt x="22931" y="66404"/>
                  </a:lnTo>
                  <a:lnTo>
                    <a:pt x="21976" y="65449"/>
                  </a:lnTo>
                  <a:lnTo>
                    <a:pt x="21976" y="64016"/>
                  </a:lnTo>
                  <a:lnTo>
                    <a:pt x="21020" y="63060"/>
                  </a:lnTo>
                  <a:lnTo>
                    <a:pt x="21020" y="63060"/>
                  </a:lnTo>
                  <a:lnTo>
                    <a:pt x="20543" y="61627"/>
                  </a:lnTo>
                  <a:lnTo>
                    <a:pt x="20065" y="61149"/>
                  </a:lnTo>
                  <a:lnTo>
                    <a:pt x="20065" y="60672"/>
                  </a:lnTo>
                  <a:lnTo>
                    <a:pt x="19587" y="60194"/>
                  </a:lnTo>
                  <a:lnTo>
                    <a:pt x="19109" y="58761"/>
                  </a:lnTo>
                  <a:lnTo>
                    <a:pt x="18632" y="58761"/>
                  </a:lnTo>
                  <a:lnTo>
                    <a:pt x="18632" y="58283"/>
                  </a:lnTo>
                  <a:lnTo>
                    <a:pt x="17676" y="57328"/>
                  </a:lnTo>
                  <a:lnTo>
                    <a:pt x="16721" y="56850"/>
                  </a:lnTo>
                  <a:lnTo>
                    <a:pt x="16721" y="56372"/>
                  </a:lnTo>
                  <a:lnTo>
                    <a:pt x="16721" y="54939"/>
                  </a:lnTo>
                  <a:lnTo>
                    <a:pt x="16243" y="54461"/>
                  </a:lnTo>
                  <a:lnTo>
                    <a:pt x="16243" y="53028"/>
                  </a:lnTo>
                  <a:lnTo>
                    <a:pt x="16243" y="52550"/>
                  </a:lnTo>
                  <a:lnTo>
                    <a:pt x="15765" y="51595"/>
                  </a:lnTo>
                  <a:lnTo>
                    <a:pt x="15287" y="51595"/>
                  </a:lnTo>
                  <a:lnTo>
                    <a:pt x="15287" y="50162"/>
                  </a:lnTo>
                  <a:lnTo>
                    <a:pt x="14810" y="47773"/>
                  </a:lnTo>
                  <a:lnTo>
                    <a:pt x="14810" y="47295"/>
                  </a:lnTo>
                  <a:lnTo>
                    <a:pt x="12421" y="47773"/>
                  </a:lnTo>
                  <a:lnTo>
                    <a:pt x="11943" y="47773"/>
                  </a:lnTo>
                  <a:lnTo>
                    <a:pt x="10988" y="47773"/>
                  </a:lnTo>
                  <a:lnTo>
                    <a:pt x="10032" y="47773"/>
                  </a:lnTo>
                  <a:lnTo>
                    <a:pt x="9077" y="47773"/>
                  </a:lnTo>
                  <a:lnTo>
                    <a:pt x="8121" y="47295"/>
                  </a:lnTo>
                  <a:lnTo>
                    <a:pt x="7644" y="46817"/>
                  </a:lnTo>
                  <a:lnTo>
                    <a:pt x="8121" y="44906"/>
                  </a:lnTo>
                  <a:lnTo>
                    <a:pt x="6688" y="43473"/>
                  </a:lnTo>
                  <a:lnTo>
                    <a:pt x="4300" y="42040"/>
                  </a:lnTo>
                  <a:lnTo>
                    <a:pt x="3822" y="40129"/>
                  </a:lnTo>
                  <a:lnTo>
                    <a:pt x="2867" y="38696"/>
                  </a:lnTo>
                  <a:lnTo>
                    <a:pt x="478" y="36307"/>
                  </a:lnTo>
                  <a:lnTo>
                    <a:pt x="0" y="34397"/>
                  </a:lnTo>
                  <a:lnTo>
                    <a:pt x="0" y="32963"/>
                  </a:lnTo>
                  <a:lnTo>
                    <a:pt x="956" y="32008"/>
                  </a:lnTo>
                  <a:lnTo>
                    <a:pt x="1911" y="30097"/>
                  </a:lnTo>
                  <a:lnTo>
                    <a:pt x="2389" y="28186"/>
                  </a:lnTo>
                  <a:lnTo>
                    <a:pt x="2867" y="27231"/>
                  </a:lnTo>
                  <a:lnTo>
                    <a:pt x="3344" y="25797"/>
                  </a:lnTo>
                  <a:lnTo>
                    <a:pt x="3822" y="24364"/>
                  </a:lnTo>
                  <a:lnTo>
                    <a:pt x="3822" y="22931"/>
                  </a:lnTo>
                  <a:lnTo>
                    <a:pt x="2867" y="21975"/>
                  </a:lnTo>
                  <a:lnTo>
                    <a:pt x="2389" y="21498"/>
                  </a:lnTo>
                  <a:lnTo>
                    <a:pt x="3344" y="20542"/>
                  </a:lnTo>
                  <a:lnTo>
                    <a:pt x="4300" y="19587"/>
                  </a:lnTo>
                  <a:lnTo>
                    <a:pt x="4777" y="19587"/>
                  </a:lnTo>
                  <a:lnTo>
                    <a:pt x="5733" y="19109"/>
                  </a:lnTo>
                  <a:lnTo>
                    <a:pt x="6688" y="18154"/>
                  </a:lnTo>
                  <a:lnTo>
                    <a:pt x="8121" y="18154"/>
                  </a:lnTo>
                  <a:lnTo>
                    <a:pt x="9555" y="18154"/>
                  </a:lnTo>
                  <a:lnTo>
                    <a:pt x="12421" y="18154"/>
                  </a:lnTo>
                  <a:lnTo>
                    <a:pt x="14332" y="17676"/>
                  </a:lnTo>
                  <a:lnTo>
                    <a:pt x="14810" y="17198"/>
                  </a:lnTo>
                  <a:lnTo>
                    <a:pt x="14810" y="16243"/>
                  </a:lnTo>
                  <a:lnTo>
                    <a:pt x="15287" y="15287"/>
                  </a:lnTo>
                  <a:lnTo>
                    <a:pt x="16243" y="14809"/>
                  </a:lnTo>
                  <a:lnTo>
                    <a:pt x="16721" y="14809"/>
                  </a:lnTo>
                  <a:lnTo>
                    <a:pt x="16721" y="14332"/>
                  </a:lnTo>
                  <a:lnTo>
                    <a:pt x="16721" y="13854"/>
                  </a:lnTo>
                  <a:lnTo>
                    <a:pt x="16243" y="13854"/>
                  </a:lnTo>
                  <a:lnTo>
                    <a:pt x="15287" y="13854"/>
                  </a:lnTo>
                  <a:lnTo>
                    <a:pt x="14332" y="11943"/>
                  </a:lnTo>
                  <a:lnTo>
                    <a:pt x="14810" y="11465"/>
                  </a:lnTo>
                  <a:lnTo>
                    <a:pt x="15765" y="10032"/>
                  </a:lnTo>
                  <a:lnTo>
                    <a:pt x="15765" y="9077"/>
                  </a:lnTo>
                  <a:lnTo>
                    <a:pt x="16721" y="8121"/>
                  </a:lnTo>
                  <a:lnTo>
                    <a:pt x="17198" y="8599"/>
                  </a:lnTo>
                  <a:lnTo>
                    <a:pt x="18154" y="6210"/>
                  </a:lnTo>
                  <a:lnTo>
                    <a:pt x="18154" y="4777"/>
                  </a:lnTo>
                  <a:lnTo>
                    <a:pt x="18632" y="2866"/>
                  </a:lnTo>
                  <a:lnTo>
                    <a:pt x="19587" y="956"/>
                  </a:lnTo>
                  <a:lnTo>
                    <a:pt x="21498" y="0"/>
                  </a:lnTo>
                  <a:lnTo>
                    <a:pt x="31530" y="956"/>
                  </a:lnTo>
                  <a:lnTo>
                    <a:pt x="35830" y="1911"/>
                  </a:lnTo>
                  <a:lnTo>
                    <a:pt x="42040" y="3822"/>
                  </a:lnTo>
                  <a:lnTo>
                    <a:pt x="42518" y="5255"/>
                  </a:lnTo>
                  <a:lnTo>
                    <a:pt x="42518" y="3822"/>
                  </a:lnTo>
                  <a:lnTo>
                    <a:pt x="42518" y="1911"/>
                  </a:lnTo>
                  <a:lnTo>
                    <a:pt x="43951" y="478"/>
                  </a:lnTo>
                  <a:lnTo>
                    <a:pt x="47773" y="0"/>
                  </a:lnTo>
                  <a:lnTo>
                    <a:pt x="53028" y="956"/>
                  </a:lnTo>
                  <a:lnTo>
                    <a:pt x="57328" y="0"/>
                  </a:lnTo>
                  <a:lnTo>
                    <a:pt x="64016" y="0"/>
                  </a:lnTo>
                  <a:lnTo>
                    <a:pt x="73093" y="1433"/>
                  </a:lnTo>
                  <a:lnTo>
                    <a:pt x="77392" y="2389"/>
                  </a:lnTo>
                  <a:lnTo>
                    <a:pt x="79303" y="3344"/>
                  </a:lnTo>
                  <a:lnTo>
                    <a:pt x="79303" y="5255"/>
                  </a:lnTo>
                  <a:lnTo>
                    <a:pt x="79303" y="7166"/>
                  </a:lnTo>
                  <a:lnTo>
                    <a:pt x="78825" y="9077"/>
                  </a:lnTo>
                  <a:lnTo>
                    <a:pt x="77392" y="11465"/>
                  </a:lnTo>
                  <a:lnTo>
                    <a:pt x="75481" y="12899"/>
                  </a:lnTo>
                  <a:lnTo>
                    <a:pt x="73570" y="14809"/>
                  </a:lnTo>
                  <a:lnTo>
                    <a:pt x="71182" y="17676"/>
                  </a:lnTo>
                  <a:lnTo>
                    <a:pt x="71659" y="18631"/>
                  </a:lnTo>
                  <a:lnTo>
                    <a:pt x="70704" y="19587"/>
                  </a:lnTo>
                  <a:lnTo>
                    <a:pt x="70704" y="21020"/>
                  </a:lnTo>
                  <a:lnTo>
                    <a:pt x="70704" y="22453"/>
                  </a:lnTo>
                  <a:lnTo>
                    <a:pt x="71659" y="23886"/>
                  </a:lnTo>
                  <a:lnTo>
                    <a:pt x="71659" y="25797"/>
                  </a:lnTo>
                  <a:lnTo>
                    <a:pt x="71182" y="27231"/>
                  </a:lnTo>
                  <a:lnTo>
                    <a:pt x="71659" y="28664"/>
                  </a:lnTo>
                  <a:lnTo>
                    <a:pt x="72137" y="30097"/>
                  </a:lnTo>
                  <a:lnTo>
                    <a:pt x="72615" y="32008"/>
                  </a:lnTo>
                  <a:lnTo>
                    <a:pt x="72615" y="32486"/>
                  </a:lnTo>
                  <a:lnTo>
                    <a:pt x="73093" y="32963"/>
                  </a:lnTo>
                  <a:lnTo>
                    <a:pt x="73570" y="33919"/>
                  </a:lnTo>
                  <a:lnTo>
                    <a:pt x="73570" y="35352"/>
                  </a:lnTo>
                  <a:lnTo>
                    <a:pt x="75004" y="38218"/>
                  </a:lnTo>
                  <a:lnTo>
                    <a:pt x="76437" y="39174"/>
                  </a:lnTo>
                  <a:lnTo>
                    <a:pt x="77870" y="40607"/>
                  </a:lnTo>
                  <a:lnTo>
                    <a:pt x="78825" y="41563"/>
                  </a:lnTo>
                  <a:lnTo>
                    <a:pt x="79781" y="42996"/>
                  </a:lnTo>
                  <a:lnTo>
                    <a:pt x="80259" y="4299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4" name="Freeform 2463">
              <a:extLst>
                <a:ext uri="{FF2B5EF4-FFF2-40B4-BE49-F238E27FC236}">
                  <a16:creationId xmlns:a16="http://schemas.microsoft.com/office/drawing/2014/main" id="{D9E04A24-5C43-87D3-05DC-D0DB901D2B24}"/>
                </a:ext>
              </a:extLst>
            </p:cNvPr>
            <p:cNvSpPr/>
            <p:nvPr/>
          </p:nvSpPr>
          <p:spPr>
            <a:xfrm>
              <a:off x="4810429" y="4694767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478 w 2388"/>
                <a:gd name="csY1" fmla="*/ 956 h 1433"/>
                <a:gd name="csX2" fmla="*/ 0 w 2388"/>
                <a:gd name="csY2" fmla="*/ 1433 h 1433"/>
                <a:gd name="csX3" fmla="*/ 478 w 2388"/>
                <a:gd name="csY3" fmla="*/ 956 h 1433"/>
                <a:gd name="csX4" fmla="*/ 2389 w 2388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478" y="956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5" name="Freeform 2464">
              <a:extLst>
                <a:ext uri="{FF2B5EF4-FFF2-40B4-BE49-F238E27FC236}">
                  <a16:creationId xmlns:a16="http://schemas.microsoft.com/office/drawing/2014/main" id="{78AA03E9-2872-B36F-0DA8-14B9247ABB92}"/>
                </a:ext>
              </a:extLst>
            </p:cNvPr>
            <p:cNvSpPr/>
            <p:nvPr/>
          </p:nvSpPr>
          <p:spPr>
            <a:xfrm>
              <a:off x="4810907" y="5246544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956 w 1433"/>
                <a:gd name="csY1" fmla="*/ 478 h 955"/>
                <a:gd name="csX2" fmla="*/ 0 w 1433"/>
                <a:gd name="csY2" fmla="*/ 956 h 955"/>
                <a:gd name="csX3" fmla="*/ 1433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956" y="478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6" name="Freeform 2465">
              <a:extLst>
                <a:ext uri="{FF2B5EF4-FFF2-40B4-BE49-F238E27FC236}">
                  <a16:creationId xmlns:a16="http://schemas.microsoft.com/office/drawing/2014/main" id="{748E8222-75E5-3DD5-075A-D1128540299D}"/>
                </a:ext>
              </a:extLst>
            </p:cNvPr>
            <p:cNvSpPr/>
            <p:nvPr/>
          </p:nvSpPr>
          <p:spPr>
            <a:xfrm>
              <a:off x="4809951" y="5247022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478 w 955"/>
                <a:gd name="csY1" fmla="*/ 478 h 477"/>
                <a:gd name="csX2" fmla="*/ 0 w 955"/>
                <a:gd name="csY2" fmla="*/ 0 h 477"/>
                <a:gd name="csX3" fmla="*/ 0 w 955"/>
                <a:gd name="csY3" fmla="*/ 0 h 477"/>
                <a:gd name="csX4" fmla="*/ 956 w 955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7" name="Freeform 2466">
              <a:extLst>
                <a:ext uri="{FF2B5EF4-FFF2-40B4-BE49-F238E27FC236}">
                  <a16:creationId xmlns:a16="http://schemas.microsoft.com/office/drawing/2014/main" id="{D395867A-7F3D-08D0-A4CD-80329F24CDDD}"/>
                </a:ext>
              </a:extLst>
            </p:cNvPr>
            <p:cNvSpPr/>
            <p:nvPr/>
          </p:nvSpPr>
          <p:spPr>
            <a:xfrm>
              <a:off x="4806607" y="3751251"/>
              <a:ext cx="3822" cy="6688"/>
            </a:xfrm>
            <a:custGeom>
              <a:avLst/>
              <a:gdLst>
                <a:gd name="csX0" fmla="*/ 3822 w 3822"/>
                <a:gd name="csY0" fmla="*/ 0 h 6688"/>
                <a:gd name="csX1" fmla="*/ 3344 w 3822"/>
                <a:gd name="csY1" fmla="*/ 1911 h 6688"/>
                <a:gd name="csX2" fmla="*/ 1911 w 3822"/>
                <a:gd name="csY2" fmla="*/ 5733 h 6688"/>
                <a:gd name="csX3" fmla="*/ 956 w 3822"/>
                <a:gd name="csY3" fmla="*/ 6688 h 6688"/>
                <a:gd name="csX4" fmla="*/ 0 w 3822"/>
                <a:gd name="csY4" fmla="*/ 6210 h 6688"/>
                <a:gd name="csX5" fmla="*/ 0 w 3822"/>
                <a:gd name="csY5" fmla="*/ 5733 h 6688"/>
                <a:gd name="csX6" fmla="*/ 956 w 3822"/>
                <a:gd name="csY6" fmla="*/ 4300 h 6688"/>
                <a:gd name="csX7" fmla="*/ 1911 w 3822"/>
                <a:gd name="csY7" fmla="*/ 2866 h 6688"/>
                <a:gd name="csX8" fmla="*/ 1911 w 3822"/>
                <a:gd name="csY8" fmla="*/ 2389 h 6688"/>
                <a:gd name="csX9" fmla="*/ 1911 w 3822"/>
                <a:gd name="csY9" fmla="*/ 1911 h 6688"/>
                <a:gd name="csX10" fmla="*/ 2867 w 3822"/>
                <a:gd name="csY10" fmla="*/ 955 h 6688"/>
                <a:gd name="csX11" fmla="*/ 3822 w 3822"/>
                <a:gd name="csY11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6688">
                  <a:moveTo>
                    <a:pt x="3822" y="0"/>
                  </a:moveTo>
                  <a:lnTo>
                    <a:pt x="3344" y="1911"/>
                  </a:lnTo>
                  <a:lnTo>
                    <a:pt x="1911" y="5733"/>
                  </a:lnTo>
                  <a:lnTo>
                    <a:pt x="956" y="6688"/>
                  </a:lnTo>
                  <a:lnTo>
                    <a:pt x="0" y="6210"/>
                  </a:lnTo>
                  <a:lnTo>
                    <a:pt x="0" y="5733"/>
                  </a:lnTo>
                  <a:lnTo>
                    <a:pt x="956" y="4300"/>
                  </a:lnTo>
                  <a:lnTo>
                    <a:pt x="1911" y="2866"/>
                  </a:lnTo>
                  <a:lnTo>
                    <a:pt x="1911" y="2389"/>
                  </a:lnTo>
                  <a:lnTo>
                    <a:pt x="1911" y="1911"/>
                  </a:lnTo>
                  <a:lnTo>
                    <a:pt x="2867" y="955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8" name="Freeform 2467">
              <a:extLst>
                <a:ext uri="{FF2B5EF4-FFF2-40B4-BE49-F238E27FC236}">
                  <a16:creationId xmlns:a16="http://schemas.microsoft.com/office/drawing/2014/main" id="{B58EB217-174F-A598-CB1F-59D0164F5EE1}"/>
                </a:ext>
              </a:extLst>
            </p:cNvPr>
            <p:cNvSpPr/>
            <p:nvPr/>
          </p:nvSpPr>
          <p:spPr>
            <a:xfrm>
              <a:off x="4808041" y="5212148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0 w 955"/>
                <a:gd name="csY1" fmla="*/ 955 h 955"/>
                <a:gd name="csX2" fmla="*/ 478 w 955"/>
                <a:gd name="csY2" fmla="*/ 0 h 955"/>
                <a:gd name="csX3" fmla="*/ 955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0" y="955"/>
                  </a:lnTo>
                  <a:lnTo>
                    <a:pt x="478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9" name="Freeform 2468">
              <a:extLst>
                <a:ext uri="{FF2B5EF4-FFF2-40B4-BE49-F238E27FC236}">
                  <a16:creationId xmlns:a16="http://schemas.microsoft.com/office/drawing/2014/main" id="{598C864C-C72F-07AF-B20E-B01521F19DF8}"/>
                </a:ext>
              </a:extLst>
            </p:cNvPr>
            <p:cNvSpPr/>
            <p:nvPr/>
          </p:nvSpPr>
          <p:spPr>
            <a:xfrm>
              <a:off x="4641313" y="5089849"/>
              <a:ext cx="166727" cy="163383"/>
            </a:xfrm>
            <a:custGeom>
              <a:avLst/>
              <a:gdLst>
                <a:gd name="csX0" fmla="*/ 166728 w 166727"/>
                <a:gd name="csY0" fmla="*/ 92680 h 163383"/>
                <a:gd name="csX1" fmla="*/ 166250 w 166727"/>
                <a:gd name="csY1" fmla="*/ 93157 h 163383"/>
                <a:gd name="csX2" fmla="*/ 166250 w 166727"/>
                <a:gd name="csY2" fmla="*/ 93157 h 163383"/>
                <a:gd name="csX3" fmla="*/ 165294 w 166727"/>
                <a:gd name="csY3" fmla="*/ 94590 h 163383"/>
                <a:gd name="csX4" fmla="*/ 165294 w 166727"/>
                <a:gd name="csY4" fmla="*/ 96024 h 163383"/>
                <a:gd name="csX5" fmla="*/ 165772 w 166727"/>
                <a:gd name="csY5" fmla="*/ 97935 h 163383"/>
                <a:gd name="csX6" fmla="*/ 165294 w 166727"/>
                <a:gd name="csY6" fmla="*/ 102234 h 163383"/>
                <a:gd name="csX7" fmla="*/ 163384 w 166727"/>
                <a:gd name="csY7" fmla="*/ 108922 h 163383"/>
                <a:gd name="csX8" fmla="*/ 162428 w 166727"/>
                <a:gd name="csY8" fmla="*/ 113222 h 163383"/>
                <a:gd name="csX9" fmla="*/ 162906 w 166727"/>
                <a:gd name="csY9" fmla="*/ 114177 h 163383"/>
                <a:gd name="csX10" fmla="*/ 161950 w 166727"/>
                <a:gd name="csY10" fmla="*/ 116088 h 163383"/>
                <a:gd name="csX11" fmla="*/ 159562 w 166727"/>
                <a:gd name="csY11" fmla="*/ 120388 h 163383"/>
                <a:gd name="csX12" fmla="*/ 159562 w 166727"/>
                <a:gd name="csY12" fmla="*/ 120388 h 163383"/>
                <a:gd name="csX13" fmla="*/ 159084 w 166727"/>
                <a:gd name="csY13" fmla="*/ 123254 h 163383"/>
                <a:gd name="csX14" fmla="*/ 159084 w 166727"/>
                <a:gd name="csY14" fmla="*/ 131854 h 163383"/>
                <a:gd name="csX15" fmla="*/ 158128 w 166727"/>
                <a:gd name="csY15" fmla="*/ 138064 h 163383"/>
                <a:gd name="csX16" fmla="*/ 156695 w 166727"/>
                <a:gd name="csY16" fmla="*/ 142363 h 163383"/>
                <a:gd name="csX17" fmla="*/ 155262 w 166727"/>
                <a:gd name="csY17" fmla="*/ 144752 h 163383"/>
                <a:gd name="csX18" fmla="*/ 154784 w 166727"/>
                <a:gd name="csY18" fmla="*/ 144752 h 163383"/>
                <a:gd name="csX19" fmla="*/ 153829 w 166727"/>
                <a:gd name="csY19" fmla="*/ 145230 h 163383"/>
                <a:gd name="csX20" fmla="*/ 153829 w 166727"/>
                <a:gd name="csY20" fmla="*/ 145230 h 163383"/>
                <a:gd name="csX21" fmla="*/ 152873 w 166727"/>
                <a:gd name="csY21" fmla="*/ 145707 h 163383"/>
                <a:gd name="csX22" fmla="*/ 152396 w 166727"/>
                <a:gd name="csY22" fmla="*/ 147141 h 163383"/>
                <a:gd name="csX23" fmla="*/ 151440 w 166727"/>
                <a:gd name="csY23" fmla="*/ 148096 h 163383"/>
                <a:gd name="csX24" fmla="*/ 150007 w 166727"/>
                <a:gd name="csY24" fmla="*/ 149052 h 163383"/>
                <a:gd name="csX25" fmla="*/ 149052 w 166727"/>
                <a:gd name="csY25" fmla="*/ 149529 h 163383"/>
                <a:gd name="csX26" fmla="*/ 149052 w 166727"/>
                <a:gd name="csY26" fmla="*/ 150007 h 163383"/>
                <a:gd name="csX27" fmla="*/ 149052 w 166727"/>
                <a:gd name="csY27" fmla="*/ 150485 h 163383"/>
                <a:gd name="csX28" fmla="*/ 147619 w 166727"/>
                <a:gd name="csY28" fmla="*/ 150963 h 163383"/>
                <a:gd name="csX29" fmla="*/ 144752 w 166727"/>
                <a:gd name="csY29" fmla="*/ 151440 h 163383"/>
                <a:gd name="csX30" fmla="*/ 143319 w 166727"/>
                <a:gd name="csY30" fmla="*/ 152396 h 163383"/>
                <a:gd name="csX31" fmla="*/ 143319 w 166727"/>
                <a:gd name="csY31" fmla="*/ 152396 h 163383"/>
                <a:gd name="csX32" fmla="*/ 142841 w 166727"/>
                <a:gd name="csY32" fmla="*/ 153351 h 163383"/>
                <a:gd name="csX33" fmla="*/ 141886 w 166727"/>
                <a:gd name="csY33" fmla="*/ 154307 h 163383"/>
                <a:gd name="csX34" fmla="*/ 140453 w 166727"/>
                <a:gd name="csY34" fmla="*/ 155262 h 163383"/>
                <a:gd name="csX35" fmla="*/ 140453 w 166727"/>
                <a:gd name="csY35" fmla="*/ 155262 h 163383"/>
                <a:gd name="csX36" fmla="*/ 139975 w 166727"/>
                <a:gd name="csY36" fmla="*/ 156218 h 163383"/>
                <a:gd name="csX37" fmla="*/ 139975 w 166727"/>
                <a:gd name="csY37" fmla="*/ 157651 h 163383"/>
                <a:gd name="csX38" fmla="*/ 139019 w 166727"/>
                <a:gd name="csY38" fmla="*/ 159084 h 163383"/>
                <a:gd name="csX39" fmla="*/ 137586 w 166727"/>
                <a:gd name="csY39" fmla="*/ 160517 h 163383"/>
                <a:gd name="csX40" fmla="*/ 137586 w 166727"/>
                <a:gd name="csY40" fmla="*/ 160517 h 163383"/>
                <a:gd name="csX41" fmla="*/ 136153 w 166727"/>
                <a:gd name="csY41" fmla="*/ 160517 h 163383"/>
                <a:gd name="csX42" fmla="*/ 134720 w 166727"/>
                <a:gd name="csY42" fmla="*/ 159562 h 163383"/>
                <a:gd name="csX43" fmla="*/ 132809 w 166727"/>
                <a:gd name="csY43" fmla="*/ 158606 h 163383"/>
                <a:gd name="csX44" fmla="*/ 130420 w 166727"/>
                <a:gd name="csY44" fmla="*/ 158129 h 163383"/>
                <a:gd name="csX45" fmla="*/ 128509 w 166727"/>
                <a:gd name="csY45" fmla="*/ 158606 h 163383"/>
                <a:gd name="csX46" fmla="*/ 127076 w 166727"/>
                <a:gd name="csY46" fmla="*/ 159562 h 163383"/>
                <a:gd name="csX47" fmla="*/ 127076 w 166727"/>
                <a:gd name="csY47" fmla="*/ 159562 h 163383"/>
                <a:gd name="csX48" fmla="*/ 125643 w 166727"/>
                <a:gd name="csY48" fmla="*/ 160995 h 163383"/>
                <a:gd name="csX49" fmla="*/ 125643 w 166727"/>
                <a:gd name="csY49" fmla="*/ 160995 h 163383"/>
                <a:gd name="csX50" fmla="*/ 124687 w 166727"/>
                <a:gd name="csY50" fmla="*/ 162906 h 163383"/>
                <a:gd name="csX51" fmla="*/ 123254 w 166727"/>
                <a:gd name="csY51" fmla="*/ 163384 h 163383"/>
                <a:gd name="csX52" fmla="*/ 121821 w 166727"/>
                <a:gd name="csY52" fmla="*/ 161950 h 163383"/>
                <a:gd name="csX53" fmla="*/ 119910 w 166727"/>
                <a:gd name="csY53" fmla="*/ 161473 h 163383"/>
                <a:gd name="csX54" fmla="*/ 119432 w 166727"/>
                <a:gd name="csY54" fmla="*/ 161473 h 163383"/>
                <a:gd name="csX55" fmla="*/ 117521 w 166727"/>
                <a:gd name="csY55" fmla="*/ 161950 h 163383"/>
                <a:gd name="csX56" fmla="*/ 116088 w 166727"/>
                <a:gd name="csY56" fmla="*/ 161950 h 163383"/>
                <a:gd name="csX57" fmla="*/ 114655 w 166727"/>
                <a:gd name="csY57" fmla="*/ 160995 h 163383"/>
                <a:gd name="csX58" fmla="*/ 114655 w 166727"/>
                <a:gd name="csY58" fmla="*/ 160995 h 163383"/>
                <a:gd name="csX59" fmla="*/ 112744 w 166727"/>
                <a:gd name="csY59" fmla="*/ 160995 h 163383"/>
                <a:gd name="csX60" fmla="*/ 109878 w 166727"/>
                <a:gd name="csY60" fmla="*/ 161473 h 163383"/>
                <a:gd name="csX61" fmla="*/ 104145 w 166727"/>
                <a:gd name="csY61" fmla="*/ 160517 h 163383"/>
                <a:gd name="csX62" fmla="*/ 96024 w 166727"/>
                <a:gd name="csY62" fmla="*/ 158606 h 163383"/>
                <a:gd name="csX63" fmla="*/ 88858 w 166727"/>
                <a:gd name="csY63" fmla="*/ 157651 h 163383"/>
                <a:gd name="csX64" fmla="*/ 80258 w 166727"/>
                <a:gd name="csY64" fmla="*/ 158129 h 163383"/>
                <a:gd name="csX65" fmla="*/ 79303 w 166727"/>
                <a:gd name="csY65" fmla="*/ 155740 h 163383"/>
                <a:gd name="csX66" fmla="*/ 79781 w 166727"/>
                <a:gd name="csY66" fmla="*/ 154784 h 163383"/>
                <a:gd name="csX67" fmla="*/ 81214 w 166727"/>
                <a:gd name="csY67" fmla="*/ 153829 h 163383"/>
                <a:gd name="csX68" fmla="*/ 81214 w 166727"/>
                <a:gd name="csY68" fmla="*/ 153829 h 163383"/>
                <a:gd name="csX69" fmla="*/ 82170 w 166727"/>
                <a:gd name="csY69" fmla="*/ 152396 h 163383"/>
                <a:gd name="csX70" fmla="*/ 82647 w 166727"/>
                <a:gd name="csY70" fmla="*/ 151440 h 163383"/>
                <a:gd name="csX71" fmla="*/ 83603 w 166727"/>
                <a:gd name="csY71" fmla="*/ 150485 h 163383"/>
                <a:gd name="csX72" fmla="*/ 85036 w 166727"/>
                <a:gd name="csY72" fmla="*/ 149529 h 163383"/>
                <a:gd name="csX73" fmla="*/ 85991 w 166727"/>
                <a:gd name="csY73" fmla="*/ 149052 h 163383"/>
                <a:gd name="csX74" fmla="*/ 85514 w 166727"/>
                <a:gd name="csY74" fmla="*/ 148574 h 163383"/>
                <a:gd name="csX75" fmla="*/ 85991 w 166727"/>
                <a:gd name="csY75" fmla="*/ 147619 h 163383"/>
                <a:gd name="csX76" fmla="*/ 86947 w 166727"/>
                <a:gd name="csY76" fmla="*/ 147141 h 163383"/>
                <a:gd name="csX77" fmla="*/ 87424 w 166727"/>
                <a:gd name="csY77" fmla="*/ 146663 h 163383"/>
                <a:gd name="csX78" fmla="*/ 87424 w 166727"/>
                <a:gd name="csY78" fmla="*/ 145230 h 163383"/>
                <a:gd name="csX79" fmla="*/ 87902 w 166727"/>
                <a:gd name="csY79" fmla="*/ 144752 h 163383"/>
                <a:gd name="csX80" fmla="*/ 87902 w 166727"/>
                <a:gd name="csY80" fmla="*/ 144752 h 163383"/>
                <a:gd name="csX81" fmla="*/ 88380 w 166727"/>
                <a:gd name="csY81" fmla="*/ 144274 h 163383"/>
                <a:gd name="csX82" fmla="*/ 88380 w 166727"/>
                <a:gd name="csY82" fmla="*/ 144274 h 163383"/>
                <a:gd name="csX83" fmla="*/ 88380 w 166727"/>
                <a:gd name="csY83" fmla="*/ 143797 h 163383"/>
                <a:gd name="csX84" fmla="*/ 88380 w 166727"/>
                <a:gd name="csY84" fmla="*/ 141408 h 163383"/>
                <a:gd name="csX85" fmla="*/ 88380 w 166727"/>
                <a:gd name="csY85" fmla="*/ 139497 h 163383"/>
                <a:gd name="csX86" fmla="*/ 88380 w 166727"/>
                <a:gd name="csY86" fmla="*/ 138064 h 163383"/>
                <a:gd name="csX87" fmla="*/ 88380 w 166727"/>
                <a:gd name="csY87" fmla="*/ 138064 h 163383"/>
                <a:gd name="csX88" fmla="*/ 89335 w 166727"/>
                <a:gd name="csY88" fmla="*/ 137108 h 163383"/>
                <a:gd name="csX89" fmla="*/ 89335 w 166727"/>
                <a:gd name="csY89" fmla="*/ 136631 h 163383"/>
                <a:gd name="csX90" fmla="*/ 89813 w 166727"/>
                <a:gd name="csY90" fmla="*/ 136153 h 163383"/>
                <a:gd name="csX91" fmla="*/ 89813 w 166727"/>
                <a:gd name="csY91" fmla="*/ 135197 h 163383"/>
                <a:gd name="csX92" fmla="*/ 90769 w 166727"/>
                <a:gd name="csY92" fmla="*/ 134720 h 163383"/>
                <a:gd name="csX93" fmla="*/ 93157 w 166727"/>
                <a:gd name="csY93" fmla="*/ 132809 h 163383"/>
                <a:gd name="csX94" fmla="*/ 94590 w 166727"/>
                <a:gd name="csY94" fmla="*/ 131854 h 163383"/>
                <a:gd name="csX95" fmla="*/ 94590 w 166727"/>
                <a:gd name="csY95" fmla="*/ 131854 h 163383"/>
                <a:gd name="csX96" fmla="*/ 94590 w 166727"/>
                <a:gd name="csY96" fmla="*/ 131376 h 163383"/>
                <a:gd name="csX97" fmla="*/ 94590 w 166727"/>
                <a:gd name="csY97" fmla="*/ 130898 h 163383"/>
                <a:gd name="csX98" fmla="*/ 94590 w 166727"/>
                <a:gd name="csY98" fmla="*/ 130898 h 163383"/>
                <a:gd name="csX99" fmla="*/ 95068 w 166727"/>
                <a:gd name="csY99" fmla="*/ 129942 h 163383"/>
                <a:gd name="csX100" fmla="*/ 96501 w 166727"/>
                <a:gd name="csY100" fmla="*/ 127554 h 163383"/>
                <a:gd name="csX101" fmla="*/ 96979 w 166727"/>
                <a:gd name="csY101" fmla="*/ 126121 h 163383"/>
                <a:gd name="csX102" fmla="*/ 96979 w 166727"/>
                <a:gd name="csY102" fmla="*/ 125643 h 163383"/>
                <a:gd name="csX103" fmla="*/ 97457 w 166727"/>
                <a:gd name="csY103" fmla="*/ 125165 h 163383"/>
                <a:gd name="csX104" fmla="*/ 99846 w 166727"/>
                <a:gd name="csY104" fmla="*/ 123732 h 163383"/>
                <a:gd name="csX105" fmla="*/ 100801 w 166727"/>
                <a:gd name="csY105" fmla="*/ 122299 h 163383"/>
                <a:gd name="csX106" fmla="*/ 100801 w 166727"/>
                <a:gd name="csY106" fmla="*/ 121343 h 163383"/>
                <a:gd name="csX107" fmla="*/ 100323 w 166727"/>
                <a:gd name="csY107" fmla="*/ 119910 h 163383"/>
                <a:gd name="csX108" fmla="*/ 99368 w 166727"/>
                <a:gd name="csY108" fmla="*/ 118477 h 163383"/>
                <a:gd name="csX109" fmla="*/ 95546 w 166727"/>
                <a:gd name="csY109" fmla="*/ 114655 h 163383"/>
                <a:gd name="csX110" fmla="*/ 93157 w 166727"/>
                <a:gd name="csY110" fmla="*/ 112744 h 163383"/>
                <a:gd name="csX111" fmla="*/ 89335 w 166727"/>
                <a:gd name="csY111" fmla="*/ 111311 h 163383"/>
                <a:gd name="csX112" fmla="*/ 87424 w 166727"/>
                <a:gd name="csY112" fmla="*/ 110833 h 163383"/>
                <a:gd name="csX113" fmla="*/ 85991 w 166727"/>
                <a:gd name="csY113" fmla="*/ 111311 h 163383"/>
                <a:gd name="csX114" fmla="*/ 85036 w 166727"/>
                <a:gd name="csY114" fmla="*/ 110833 h 163383"/>
                <a:gd name="csX115" fmla="*/ 83603 w 166727"/>
                <a:gd name="csY115" fmla="*/ 109400 h 163383"/>
                <a:gd name="csX116" fmla="*/ 81692 w 166727"/>
                <a:gd name="csY116" fmla="*/ 108445 h 163383"/>
                <a:gd name="csX117" fmla="*/ 77870 w 166727"/>
                <a:gd name="csY117" fmla="*/ 107489 h 163383"/>
                <a:gd name="csX118" fmla="*/ 68793 w 166727"/>
                <a:gd name="csY118" fmla="*/ 103190 h 163383"/>
                <a:gd name="csX119" fmla="*/ 64971 w 166727"/>
                <a:gd name="csY119" fmla="*/ 100801 h 163383"/>
                <a:gd name="csX120" fmla="*/ 63538 w 166727"/>
                <a:gd name="csY120" fmla="*/ 99368 h 163383"/>
                <a:gd name="csX121" fmla="*/ 60194 w 166727"/>
                <a:gd name="csY121" fmla="*/ 96979 h 163383"/>
                <a:gd name="csX122" fmla="*/ 54939 w 166727"/>
                <a:gd name="csY122" fmla="*/ 93635 h 163383"/>
                <a:gd name="csX123" fmla="*/ 50162 w 166727"/>
                <a:gd name="csY123" fmla="*/ 92202 h 163383"/>
                <a:gd name="csX124" fmla="*/ 47295 w 166727"/>
                <a:gd name="csY124" fmla="*/ 92202 h 163383"/>
                <a:gd name="csX125" fmla="*/ 42518 w 166727"/>
                <a:gd name="csY125" fmla="*/ 91247 h 163383"/>
                <a:gd name="csX126" fmla="*/ 35830 w 166727"/>
                <a:gd name="csY126" fmla="*/ 88858 h 163383"/>
                <a:gd name="csX127" fmla="*/ 32008 w 166727"/>
                <a:gd name="csY127" fmla="*/ 86947 h 163383"/>
                <a:gd name="csX128" fmla="*/ 31052 w 166727"/>
                <a:gd name="csY128" fmla="*/ 85036 h 163383"/>
                <a:gd name="csX129" fmla="*/ 28664 w 166727"/>
                <a:gd name="csY129" fmla="*/ 83125 h 163383"/>
                <a:gd name="csX130" fmla="*/ 24842 w 166727"/>
                <a:gd name="csY130" fmla="*/ 81214 h 163383"/>
                <a:gd name="csX131" fmla="*/ 22931 w 166727"/>
                <a:gd name="csY131" fmla="*/ 79781 h 163383"/>
                <a:gd name="csX132" fmla="*/ 22453 w 166727"/>
                <a:gd name="csY132" fmla="*/ 79303 h 163383"/>
                <a:gd name="csX133" fmla="*/ 22453 w 166727"/>
                <a:gd name="csY133" fmla="*/ 79303 h 163383"/>
                <a:gd name="csX134" fmla="*/ 21498 w 166727"/>
                <a:gd name="csY134" fmla="*/ 78348 h 163383"/>
                <a:gd name="csX135" fmla="*/ 19109 w 166727"/>
                <a:gd name="csY135" fmla="*/ 77392 h 163383"/>
                <a:gd name="csX136" fmla="*/ 16721 w 166727"/>
                <a:gd name="csY136" fmla="*/ 75481 h 163383"/>
                <a:gd name="csX137" fmla="*/ 14332 w 166727"/>
                <a:gd name="csY137" fmla="*/ 73093 h 163383"/>
                <a:gd name="csX138" fmla="*/ 11466 w 166727"/>
                <a:gd name="csY138" fmla="*/ 69749 h 163383"/>
                <a:gd name="csX139" fmla="*/ 8599 w 166727"/>
                <a:gd name="csY139" fmla="*/ 64493 h 163383"/>
                <a:gd name="csX140" fmla="*/ 5733 w 166727"/>
                <a:gd name="csY140" fmla="*/ 61149 h 163383"/>
                <a:gd name="csX141" fmla="*/ 2389 w 166727"/>
                <a:gd name="csY141" fmla="*/ 59239 h 163383"/>
                <a:gd name="csX142" fmla="*/ 478 w 166727"/>
                <a:gd name="csY142" fmla="*/ 58283 h 163383"/>
                <a:gd name="csX143" fmla="*/ 478 w 166727"/>
                <a:gd name="csY143" fmla="*/ 57805 h 163383"/>
                <a:gd name="csX144" fmla="*/ 0 w 166727"/>
                <a:gd name="csY144" fmla="*/ 56850 h 163383"/>
                <a:gd name="csX145" fmla="*/ 478 w 166727"/>
                <a:gd name="csY145" fmla="*/ 55894 h 163383"/>
                <a:gd name="csX146" fmla="*/ 1911 w 166727"/>
                <a:gd name="csY146" fmla="*/ 52073 h 163383"/>
                <a:gd name="csX147" fmla="*/ 3344 w 166727"/>
                <a:gd name="csY147" fmla="*/ 46817 h 163383"/>
                <a:gd name="csX148" fmla="*/ 5255 w 166727"/>
                <a:gd name="csY148" fmla="*/ 41085 h 163383"/>
                <a:gd name="csX149" fmla="*/ 7644 w 166727"/>
                <a:gd name="csY149" fmla="*/ 34397 h 163383"/>
                <a:gd name="csX150" fmla="*/ 7644 w 166727"/>
                <a:gd name="csY150" fmla="*/ 29619 h 163383"/>
                <a:gd name="csX151" fmla="*/ 7644 w 166727"/>
                <a:gd name="csY151" fmla="*/ 24842 h 163383"/>
                <a:gd name="csX152" fmla="*/ 10510 w 166727"/>
                <a:gd name="csY152" fmla="*/ 20542 h 163383"/>
                <a:gd name="csX153" fmla="*/ 12421 w 166727"/>
                <a:gd name="csY153" fmla="*/ 17676 h 163383"/>
                <a:gd name="csX154" fmla="*/ 14332 w 166727"/>
                <a:gd name="csY154" fmla="*/ 14810 h 163383"/>
                <a:gd name="csX155" fmla="*/ 16243 w 166727"/>
                <a:gd name="csY155" fmla="*/ 10032 h 163383"/>
                <a:gd name="csX156" fmla="*/ 17676 w 166727"/>
                <a:gd name="csY156" fmla="*/ 7166 h 163383"/>
                <a:gd name="csX157" fmla="*/ 22453 w 166727"/>
                <a:gd name="csY157" fmla="*/ 6210 h 163383"/>
                <a:gd name="csX158" fmla="*/ 30575 w 166727"/>
                <a:gd name="csY158" fmla="*/ 4777 h 163383"/>
                <a:gd name="csX159" fmla="*/ 34874 w 166727"/>
                <a:gd name="csY159" fmla="*/ 3822 h 163383"/>
                <a:gd name="csX160" fmla="*/ 43473 w 166727"/>
                <a:gd name="csY160" fmla="*/ 1911 h 163383"/>
                <a:gd name="csX161" fmla="*/ 52550 w 166727"/>
                <a:gd name="csY161" fmla="*/ 478 h 163383"/>
                <a:gd name="csX162" fmla="*/ 61627 w 166727"/>
                <a:gd name="csY162" fmla="*/ 0 h 163383"/>
                <a:gd name="csX163" fmla="*/ 70704 w 166727"/>
                <a:gd name="csY163" fmla="*/ 0 h 163383"/>
                <a:gd name="csX164" fmla="*/ 77392 w 166727"/>
                <a:gd name="csY164" fmla="*/ 3822 h 163383"/>
                <a:gd name="csX165" fmla="*/ 82647 w 166727"/>
                <a:gd name="csY165" fmla="*/ 7166 h 163383"/>
                <a:gd name="csX166" fmla="*/ 88380 w 166727"/>
                <a:gd name="csY166" fmla="*/ 10510 h 163383"/>
                <a:gd name="csX167" fmla="*/ 88858 w 166727"/>
                <a:gd name="csY167" fmla="*/ 10988 h 163383"/>
                <a:gd name="csX168" fmla="*/ 89335 w 166727"/>
                <a:gd name="csY168" fmla="*/ 13854 h 163383"/>
                <a:gd name="csX169" fmla="*/ 88858 w 166727"/>
                <a:gd name="csY169" fmla="*/ 17198 h 163383"/>
                <a:gd name="csX170" fmla="*/ 89335 w 166727"/>
                <a:gd name="csY170" fmla="*/ 18154 h 163383"/>
                <a:gd name="csX171" fmla="*/ 89813 w 166727"/>
                <a:gd name="csY171" fmla="*/ 19587 h 163383"/>
                <a:gd name="csX172" fmla="*/ 90291 w 166727"/>
                <a:gd name="csY172" fmla="*/ 20065 h 163383"/>
                <a:gd name="csX173" fmla="*/ 91246 w 166727"/>
                <a:gd name="csY173" fmla="*/ 21020 h 163383"/>
                <a:gd name="csX174" fmla="*/ 91724 w 166727"/>
                <a:gd name="csY174" fmla="*/ 21976 h 163383"/>
                <a:gd name="csX175" fmla="*/ 92202 w 166727"/>
                <a:gd name="csY175" fmla="*/ 22931 h 163383"/>
                <a:gd name="csX176" fmla="*/ 92202 w 166727"/>
                <a:gd name="csY176" fmla="*/ 23886 h 163383"/>
                <a:gd name="csX177" fmla="*/ 92202 w 166727"/>
                <a:gd name="csY177" fmla="*/ 25320 h 163383"/>
                <a:gd name="csX178" fmla="*/ 92680 w 166727"/>
                <a:gd name="csY178" fmla="*/ 26275 h 163383"/>
                <a:gd name="csX179" fmla="*/ 93157 w 166727"/>
                <a:gd name="csY179" fmla="*/ 26753 h 163383"/>
                <a:gd name="csX180" fmla="*/ 94113 w 166727"/>
                <a:gd name="csY180" fmla="*/ 27231 h 163383"/>
                <a:gd name="csX181" fmla="*/ 94590 w 166727"/>
                <a:gd name="csY181" fmla="*/ 28186 h 163383"/>
                <a:gd name="csX182" fmla="*/ 94113 w 166727"/>
                <a:gd name="csY182" fmla="*/ 28664 h 163383"/>
                <a:gd name="csX183" fmla="*/ 94113 w 166727"/>
                <a:gd name="csY183" fmla="*/ 29619 h 163383"/>
                <a:gd name="csX184" fmla="*/ 94590 w 166727"/>
                <a:gd name="csY184" fmla="*/ 30097 h 163383"/>
                <a:gd name="csX185" fmla="*/ 94113 w 166727"/>
                <a:gd name="csY185" fmla="*/ 30575 h 163383"/>
                <a:gd name="csX186" fmla="*/ 94590 w 166727"/>
                <a:gd name="csY186" fmla="*/ 31052 h 163383"/>
                <a:gd name="csX187" fmla="*/ 95068 w 166727"/>
                <a:gd name="csY187" fmla="*/ 31530 h 163383"/>
                <a:gd name="csX188" fmla="*/ 95546 w 166727"/>
                <a:gd name="csY188" fmla="*/ 32963 h 163383"/>
                <a:gd name="csX189" fmla="*/ 95546 w 166727"/>
                <a:gd name="csY189" fmla="*/ 35830 h 163383"/>
                <a:gd name="csX190" fmla="*/ 95068 w 166727"/>
                <a:gd name="csY190" fmla="*/ 37263 h 163383"/>
                <a:gd name="csX191" fmla="*/ 94590 w 166727"/>
                <a:gd name="csY191" fmla="*/ 38218 h 163383"/>
                <a:gd name="csX192" fmla="*/ 94590 w 166727"/>
                <a:gd name="csY192" fmla="*/ 39174 h 163383"/>
                <a:gd name="csX193" fmla="*/ 94590 w 166727"/>
                <a:gd name="csY193" fmla="*/ 40129 h 163383"/>
                <a:gd name="csX194" fmla="*/ 94113 w 166727"/>
                <a:gd name="csY194" fmla="*/ 41085 h 163383"/>
                <a:gd name="csX195" fmla="*/ 93157 w 166727"/>
                <a:gd name="csY195" fmla="*/ 42518 h 163383"/>
                <a:gd name="csX196" fmla="*/ 93635 w 166727"/>
                <a:gd name="csY196" fmla="*/ 43474 h 163383"/>
                <a:gd name="csX197" fmla="*/ 93635 w 166727"/>
                <a:gd name="csY197" fmla="*/ 44429 h 163383"/>
                <a:gd name="csX198" fmla="*/ 93635 w 166727"/>
                <a:gd name="csY198" fmla="*/ 45862 h 163383"/>
                <a:gd name="csX199" fmla="*/ 94113 w 166727"/>
                <a:gd name="csY199" fmla="*/ 46817 h 163383"/>
                <a:gd name="csX200" fmla="*/ 93635 w 166727"/>
                <a:gd name="csY200" fmla="*/ 47773 h 163383"/>
                <a:gd name="csX201" fmla="*/ 93157 w 166727"/>
                <a:gd name="csY201" fmla="*/ 48728 h 163383"/>
                <a:gd name="csX202" fmla="*/ 93157 w 166727"/>
                <a:gd name="csY202" fmla="*/ 49684 h 163383"/>
                <a:gd name="csX203" fmla="*/ 93635 w 166727"/>
                <a:gd name="csY203" fmla="*/ 50639 h 163383"/>
                <a:gd name="csX204" fmla="*/ 93157 w 166727"/>
                <a:gd name="csY204" fmla="*/ 52073 h 163383"/>
                <a:gd name="csX205" fmla="*/ 92680 w 166727"/>
                <a:gd name="csY205" fmla="*/ 52550 h 163383"/>
                <a:gd name="csX206" fmla="*/ 92680 w 166727"/>
                <a:gd name="csY206" fmla="*/ 53506 h 163383"/>
                <a:gd name="csX207" fmla="*/ 93157 w 166727"/>
                <a:gd name="csY207" fmla="*/ 54461 h 163383"/>
                <a:gd name="csX208" fmla="*/ 94590 w 166727"/>
                <a:gd name="csY208" fmla="*/ 54939 h 163383"/>
                <a:gd name="csX209" fmla="*/ 95546 w 166727"/>
                <a:gd name="csY209" fmla="*/ 55417 h 163383"/>
                <a:gd name="csX210" fmla="*/ 96024 w 166727"/>
                <a:gd name="csY210" fmla="*/ 55417 h 163383"/>
                <a:gd name="csX211" fmla="*/ 96979 w 166727"/>
                <a:gd name="csY211" fmla="*/ 54461 h 163383"/>
                <a:gd name="csX212" fmla="*/ 96979 w 166727"/>
                <a:gd name="csY212" fmla="*/ 54461 h 163383"/>
                <a:gd name="csX213" fmla="*/ 97935 w 166727"/>
                <a:gd name="csY213" fmla="*/ 54461 h 163383"/>
                <a:gd name="csX214" fmla="*/ 99368 w 166727"/>
                <a:gd name="csY214" fmla="*/ 54939 h 163383"/>
                <a:gd name="csX215" fmla="*/ 100801 w 166727"/>
                <a:gd name="csY215" fmla="*/ 55894 h 163383"/>
                <a:gd name="csX216" fmla="*/ 102712 w 166727"/>
                <a:gd name="csY216" fmla="*/ 56372 h 163383"/>
                <a:gd name="csX217" fmla="*/ 104145 w 166727"/>
                <a:gd name="csY217" fmla="*/ 56372 h 163383"/>
                <a:gd name="csX218" fmla="*/ 105578 w 166727"/>
                <a:gd name="csY218" fmla="*/ 56850 h 163383"/>
                <a:gd name="csX219" fmla="*/ 105578 w 166727"/>
                <a:gd name="csY219" fmla="*/ 56850 h 163383"/>
                <a:gd name="csX220" fmla="*/ 107489 w 166727"/>
                <a:gd name="csY220" fmla="*/ 56372 h 163383"/>
                <a:gd name="csX221" fmla="*/ 109400 w 166727"/>
                <a:gd name="csY221" fmla="*/ 56850 h 163383"/>
                <a:gd name="csX222" fmla="*/ 111311 w 166727"/>
                <a:gd name="csY222" fmla="*/ 57328 h 163383"/>
                <a:gd name="csX223" fmla="*/ 113222 w 166727"/>
                <a:gd name="csY223" fmla="*/ 57805 h 163383"/>
                <a:gd name="csX224" fmla="*/ 115133 w 166727"/>
                <a:gd name="csY224" fmla="*/ 57805 h 163383"/>
                <a:gd name="csX225" fmla="*/ 116566 w 166727"/>
                <a:gd name="csY225" fmla="*/ 57805 h 163383"/>
                <a:gd name="csX226" fmla="*/ 116566 w 166727"/>
                <a:gd name="csY226" fmla="*/ 57805 h 163383"/>
                <a:gd name="csX227" fmla="*/ 117999 w 166727"/>
                <a:gd name="csY227" fmla="*/ 56850 h 163383"/>
                <a:gd name="csX228" fmla="*/ 119432 w 166727"/>
                <a:gd name="csY228" fmla="*/ 57328 h 163383"/>
                <a:gd name="csX229" fmla="*/ 119432 w 166727"/>
                <a:gd name="csY229" fmla="*/ 56850 h 163383"/>
                <a:gd name="csX230" fmla="*/ 119432 w 166727"/>
                <a:gd name="csY230" fmla="*/ 56850 h 163383"/>
                <a:gd name="csX231" fmla="*/ 120388 w 166727"/>
                <a:gd name="csY231" fmla="*/ 55894 h 163383"/>
                <a:gd name="csX232" fmla="*/ 121343 w 166727"/>
                <a:gd name="csY232" fmla="*/ 54939 h 163383"/>
                <a:gd name="csX233" fmla="*/ 121821 w 166727"/>
                <a:gd name="csY233" fmla="*/ 54461 h 163383"/>
                <a:gd name="csX234" fmla="*/ 122777 w 166727"/>
                <a:gd name="csY234" fmla="*/ 53983 h 163383"/>
                <a:gd name="csX235" fmla="*/ 124210 w 166727"/>
                <a:gd name="csY235" fmla="*/ 54461 h 163383"/>
                <a:gd name="csX236" fmla="*/ 124687 w 166727"/>
                <a:gd name="csY236" fmla="*/ 55894 h 163383"/>
                <a:gd name="csX237" fmla="*/ 126598 w 166727"/>
                <a:gd name="csY237" fmla="*/ 56850 h 163383"/>
                <a:gd name="csX238" fmla="*/ 127076 w 166727"/>
                <a:gd name="csY238" fmla="*/ 57805 h 163383"/>
                <a:gd name="csX239" fmla="*/ 128031 w 166727"/>
                <a:gd name="csY239" fmla="*/ 57805 h 163383"/>
                <a:gd name="csX240" fmla="*/ 130420 w 166727"/>
                <a:gd name="csY240" fmla="*/ 58283 h 163383"/>
                <a:gd name="csX241" fmla="*/ 131853 w 166727"/>
                <a:gd name="csY241" fmla="*/ 57805 h 163383"/>
                <a:gd name="csX242" fmla="*/ 133764 w 166727"/>
                <a:gd name="csY242" fmla="*/ 58761 h 163383"/>
                <a:gd name="csX243" fmla="*/ 134720 w 166727"/>
                <a:gd name="csY243" fmla="*/ 58761 h 163383"/>
                <a:gd name="csX244" fmla="*/ 135675 w 166727"/>
                <a:gd name="csY244" fmla="*/ 59239 h 163383"/>
                <a:gd name="csX245" fmla="*/ 136631 w 166727"/>
                <a:gd name="csY245" fmla="*/ 60672 h 163383"/>
                <a:gd name="csX246" fmla="*/ 137108 w 166727"/>
                <a:gd name="csY246" fmla="*/ 62583 h 163383"/>
                <a:gd name="csX247" fmla="*/ 137586 w 166727"/>
                <a:gd name="csY247" fmla="*/ 64016 h 163383"/>
                <a:gd name="csX248" fmla="*/ 139019 w 166727"/>
                <a:gd name="csY248" fmla="*/ 64493 h 163383"/>
                <a:gd name="csX249" fmla="*/ 139497 w 166727"/>
                <a:gd name="csY249" fmla="*/ 65449 h 163383"/>
                <a:gd name="csX250" fmla="*/ 139497 w 166727"/>
                <a:gd name="csY250" fmla="*/ 66882 h 163383"/>
                <a:gd name="csX251" fmla="*/ 138542 w 166727"/>
                <a:gd name="csY251" fmla="*/ 68315 h 163383"/>
                <a:gd name="csX252" fmla="*/ 139019 w 166727"/>
                <a:gd name="csY252" fmla="*/ 69749 h 163383"/>
                <a:gd name="csX253" fmla="*/ 139497 w 166727"/>
                <a:gd name="csY253" fmla="*/ 71182 h 163383"/>
                <a:gd name="csX254" fmla="*/ 139497 w 166727"/>
                <a:gd name="csY254" fmla="*/ 72615 h 163383"/>
                <a:gd name="csX255" fmla="*/ 139975 w 166727"/>
                <a:gd name="csY255" fmla="*/ 74048 h 163383"/>
                <a:gd name="csX256" fmla="*/ 140453 w 166727"/>
                <a:gd name="csY256" fmla="*/ 75004 h 163383"/>
                <a:gd name="csX257" fmla="*/ 140930 w 166727"/>
                <a:gd name="csY257" fmla="*/ 76915 h 163383"/>
                <a:gd name="csX258" fmla="*/ 140930 w 166727"/>
                <a:gd name="csY258" fmla="*/ 78348 h 163383"/>
                <a:gd name="csX259" fmla="*/ 141408 w 166727"/>
                <a:gd name="csY259" fmla="*/ 79303 h 163383"/>
                <a:gd name="csX260" fmla="*/ 141408 w 166727"/>
                <a:gd name="csY260" fmla="*/ 80258 h 163383"/>
                <a:gd name="csX261" fmla="*/ 140930 w 166727"/>
                <a:gd name="csY261" fmla="*/ 81214 h 163383"/>
                <a:gd name="csX262" fmla="*/ 140930 w 166727"/>
                <a:gd name="csY262" fmla="*/ 82647 h 163383"/>
                <a:gd name="csX263" fmla="*/ 140930 w 166727"/>
                <a:gd name="csY263" fmla="*/ 83603 h 163383"/>
                <a:gd name="csX264" fmla="*/ 141408 w 166727"/>
                <a:gd name="csY264" fmla="*/ 84558 h 163383"/>
                <a:gd name="csX265" fmla="*/ 142841 w 166727"/>
                <a:gd name="csY265" fmla="*/ 85514 h 163383"/>
                <a:gd name="csX266" fmla="*/ 142841 w 166727"/>
                <a:gd name="csY266" fmla="*/ 87902 h 163383"/>
                <a:gd name="csX267" fmla="*/ 142841 w 166727"/>
                <a:gd name="csY267" fmla="*/ 89335 h 163383"/>
                <a:gd name="csX268" fmla="*/ 143319 w 166727"/>
                <a:gd name="csY268" fmla="*/ 90769 h 163383"/>
                <a:gd name="csX269" fmla="*/ 144274 w 166727"/>
                <a:gd name="csY269" fmla="*/ 91724 h 163383"/>
                <a:gd name="csX270" fmla="*/ 146185 w 166727"/>
                <a:gd name="csY270" fmla="*/ 91724 h 163383"/>
                <a:gd name="csX271" fmla="*/ 147619 w 166727"/>
                <a:gd name="csY271" fmla="*/ 92202 h 163383"/>
                <a:gd name="csX272" fmla="*/ 148096 w 166727"/>
                <a:gd name="csY272" fmla="*/ 92202 h 163383"/>
                <a:gd name="csX273" fmla="*/ 150007 w 166727"/>
                <a:gd name="csY273" fmla="*/ 91724 h 163383"/>
                <a:gd name="csX274" fmla="*/ 150007 w 166727"/>
                <a:gd name="csY274" fmla="*/ 91724 h 163383"/>
                <a:gd name="csX275" fmla="*/ 151918 w 166727"/>
                <a:gd name="csY275" fmla="*/ 91247 h 163383"/>
                <a:gd name="csX276" fmla="*/ 153351 w 166727"/>
                <a:gd name="csY276" fmla="*/ 90769 h 163383"/>
                <a:gd name="csX277" fmla="*/ 155262 w 166727"/>
                <a:gd name="csY277" fmla="*/ 89813 h 163383"/>
                <a:gd name="csX278" fmla="*/ 157173 w 166727"/>
                <a:gd name="csY278" fmla="*/ 88858 h 163383"/>
                <a:gd name="csX279" fmla="*/ 158128 w 166727"/>
                <a:gd name="csY279" fmla="*/ 88380 h 163383"/>
                <a:gd name="csX280" fmla="*/ 159084 w 166727"/>
                <a:gd name="csY280" fmla="*/ 87902 h 163383"/>
                <a:gd name="csX281" fmla="*/ 160995 w 166727"/>
                <a:gd name="csY281" fmla="*/ 88858 h 163383"/>
                <a:gd name="csX282" fmla="*/ 162906 w 166727"/>
                <a:gd name="csY282" fmla="*/ 89813 h 163383"/>
                <a:gd name="csX283" fmla="*/ 164339 w 166727"/>
                <a:gd name="csY283" fmla="*/ 91247 h 163383"/>
                <a:gd name="csX284" fmla="*/ 166728 w 166727"/>
                <a:gd name="csY284" fmla="*/ 92680 h 163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</a:cxnLst>
              <a:rect l="l" t="t" r="r" b="b"/>
              <a:pathLst>
                <a:path w="166727" h="163383">
                  <a:moveTo>
                    <a:pt x="166728" y="92680"/>
                  </a:moveTo>
                  <a:lnTo>
                    <a:pt x="166250" y="93157"/>
                  </a:lnTo>
                  <a:lnTo>
                    <a:pt x="166250" y="93157"/>
                  </a:lnTo>
                  <a:lnTo>
                    <a:pt x="165294" y="94590"/>
                  </a:lnTo>
                  <a:lnTo>
                    <a:pt x="165294" y="96024"/>
                  </a:lnTo>
                  <a:lnTo>
                    <a:pt x="165772" y="97935"/>
                  </a:lnTo>
                  <a:lnTo>
                    <a:pt x="165294" y="102234"/>
                  </a:lnTo>
                  <a:lnTo>
                    <a:pt x="163384" y="108922"/>
                  </a:lnTo>
                  <a:lnTo>
                    <a:pt x="162428" y="113222"/>
                  </a:lnTo>
                  <a:lnTo>
                    <a:pt x="162906" y="114177"/>
                  </a:lnTo>
                  <a:lnTo>
                    <a:pt x="161950" y="116088"/>
                  </a:lnTo>
                  <a:lnTo>
                    <a:pt x="159562" y="120388"/>
                  </a:lnTo>
                  <a:lnTo>
                    <a:pt x="159562" y="120388"/>
                  </a:lnTo>
                  <a:lnTo>
                    <a:pt x="159084" y="123254"/>
                  </a:lnTo>
                  <a:lnTo>
                    <a:pt x="159084" y="131854"/>
                  </a:lnTo>
                  <a:lnTo>
                    <a:pt x="158128" y="138064"/>
                  </a:lnTo>
                  <a:lnTo>
                    <a:pt x="156695" y="142363"/>
                  </a:lnTo>
                  <a:lnTo>
                    <a:pt x="155262" y="144752"/>
                  </a:lnTo>
                  <a:lnTo>
                    <a:pt x="154784" y="144752"/>
                  </a:lnTo>
                  <a:lnTo>
                    <a:pt x="153829" y="145230"/>
                  </a:lnTo>
                  <a:lnTo>
                    <a:pt x="153829" y="145230"/>
                  </a:lnTo>
                  <a:lnTo>
                    <a:pt x="152873" y="145707"/>
                  </a:lnTo>
                  <a:lnTo>
                    <a:pt x="152396" y="147141"/>
                  </a:lnTo>
                  <a:lnTo>
                    <a:pt x="151440" y="148096"/>
                  </a:lnTo>
                  <a:lnTo>
                    <a:pt x="150007" y="149052"/>
                  </a:lnTo>
                  <a:lnTo>
                    <a:pt x="149052" y="149529"/>
                  </a:lnTo>
                  <a:lnTo>
                    <a:pt x="149052" y="150007"/>
                  </a:lnTo>
                  <a:lnTo>
                    <a:pt x="149052" y="150485"/>
                  </a:lnTo>
                  <a:lnTo>
                    <a:pt x="147619" y="150963"/>
                  </a:lnTo>
                  <a:lnTo>
                    <a:pt x="144752" y="151440"/>
                  </a:lnTo>
                  <a:lnTo>
                    <a:pt x="143319" y="152396"/>
                  </a:lnTo>
                  <a:lnTo>
                    <a:pt x="143319" y="152396"/>
                  </a:lnTo>
                  <a:lnTo>
                    <a:pt x="142841" y="153351"/>
                  </a:lnTo>
                  <a:lnTo>
                    <a:pt x="141886" y="154307"/>
                  </a:lnTo>
                  <a:lnTo>
                    <a:pt x="140453" y="155262"/>
                  </a:lnTo>
                  <a:lnTo>
                    <a:pt x="140453" y="155262"/>
                  </a:lnTo>
                  <a:lnTo>
                    <a:pt x="139975" y="156218"/>
                  </a:lnTo>
                  <a:lnTo>
                    <a:pt x="139975" y="157651"/>
                  </a:lnTo>
                  <a:lnTo>
                    <a:pt x="139019" y="159084"/>
                  </a:lnTo>
                  <a:lnTo>
                    <a:pt x="137586" y="160517"/>
                  </a:lnTo>
                  <a:lnTo>
                    <a:pt x="137586" y="160517"/>
                  </a:lnTo>
                  <a:lnTo>
                    <a:pt x="136153" y="160517"/>
                  </a:lnTo>
                  <a:lnTo>
                    <a:pt x="134720" y="159562"/>
                  </a:lnTo>
                  <a:lnTo>
                    <a:pt x="132809" y="158606"/>
                  </a:lnTo>
                  <a:lnTo>
                    <a:pt x="130420" y="158129"/>
                  </a:lnTo>
                  <a:lnTo>
                    <a:pt x="128509" y="158606"/>
                  </a:lnTo>
                  <a:lnTo>
                    <a:pt x="127076" y="159562"/>
                  </a:lnTo>
                  <a:lnTo>
                    <a:pt x="127076" y="159562"/>
                  </a:lnTo>
                  <a:lnTo>
                    <a:pt x="125643" y="160995"/>
                  </a:lnTo>
                  <a:lnTo>
                    <a:pt x="125643" y="160995"/>
                  </a:lnTo>
                  <a:lnTo>
                    <a:pt x="124687" y="162906"/>
                  </a:lnTo>
                  <a:lnTo>
                    <a:pt x="123254" y="163384"/>
                  </a:lnTo>
                  <a:lnTo>
                    <a:pt x="121821" y="161950"/>
                  </a:lnTo>
                  <a:lnTo>
                    <a:pt x="119910" y="161473"/>
                  </a:lnTo>
                  <a:lnTo>
                    <a:pt x="119432" y="161473"/>
                  </a:lnTo>
                  <a:lnTo>
                    <a:pt x="117521" y="161950"/>
                  </a:lnTo>
                  <a:lnTo>
                    <a:pt x="116088" y="161950"/>
                  </a:lnTo>
                  <a:lnTo>
                    <a:pt x="114655" y="160995"/>
                  </a:lnTo>
                  <a:lnTo>
                    <a:pt x="114655" y="160995"/>
                  </a:lnTo>
                  <a:lnTo>
                    <a:pt x="112744" y="160995"/>
                  </a:lnTo>
                  <a:lnTo>
                    <a:pt x="109878" y="161473"/>
                  </a:lnTo>
                  <a:lnTo>
                    <a:pt x="104145" y="160517"/>
                  </a:lnTo>
                  <a:lnTo>
                    <a:pt x="96024" y="158606"/>
                  </a:lnTo>
                  <a:lnTo>
                    <a:pt x="88858" y="157651"/>
                  </a:lnTo>
                  <a:lnTo>
                    <a:pt x="80258" y="158129"/>
                  </a:lnTo>
                  <a:lnTo>
                    <a:pt x="79303" y="155740"/>
                  </a:lnTo>
                  <a:lnTo>
                    <a:pt x="79781" y="154784"/>
                  </a:lnTo>
                  <a:lnTo>
                    <a:pt x="81214" y="153829"/>
                  </a:lnTo>
                  <a:lnTo>
                    <a:pt x="81214" y="153829"/>
                  </a:lnTo>
                  <a:lnTo>
                    <a:pt x="82170" y="152396"/>
                  </a:lnTo>
                  <a:lnTo>
                    <a:pt x="82647" y="151440"/>
                  </a:lnTo>
                  <a:lnTo>
                    <a:pt x="83603" y="150485"/>
                  </a:lnTo>
                  <a:lnTo>
                    <a:pt x="85036" y="149529"/>
                  </a:lnTo>
                  <a:lnTo>
                    <a:pt x="85991" y="149052"/>
                  </a:lnTo>
                  <a:lnTo>
                    <a:pt x="85514" y="148574"/>
                  </a:lnTo>
                  <a:lnTo>
                    <a:pt x="85991" y="147619"/>
                  </a:lnTo>
                  <a:lnTo>
                    <a:pt x="86947" y="147141"/>
                  </a:lnTo>
                  <a:lnTo>
                    <a:pt x="87424" y="146663"/>
                  </a:lnTo>
                  <a:lnTo>
                    <a:pt x="87424" y="145230"/>
                  </a:lnTo>
                  <a:lnTo>
                    <a:pt x="87902" y="144752"/>
                  </a:lnTo>
                  <a:lnTo>
                    <a:pt x="87902" y="144752"/>
                  </a:lnTo>
                  <a:lnTo>
                    <a:pt x="88380" y="144274"/>
                  </a:lnTo>
                  <a:lnTo>
                    <a:pt x="88380" y="144274"/>
                  </a:lnTo>
                  <a:lnTo>
                    <a:pt x="88380" y="143797"/>
                  </a:lnTo>
                  <a:lnTo>
                    <a:pt x="88380" y="141408"/>
                  </a:lnTo>
                  <a:lnTo>
                    <a:pt x="88380" y="139497"/>
                  </a:lnTo>
                  <a:lnTo>
                    <a:pt x="88380" y="138064"/>
                  </a:lnTo>
                  <a:lnTo>
                    <a:pt x="88380" y="138064"/>
                  </a:lnTo>
                  <a:lnTo>
                    <a:pt x="89335" y="137108"/>
                  </a:lnTo>
                  <a:lnTo>
                    <a:pt x="89335" y="136631"/>
                  </a:lnTo>
                  <a:lnTo>
                    <a:pt x="89813" y="136153"/>
                  </a:lnTo>
                  <a:lnTo>
                    <a:pt x="89813" y="135197"/>
                  </a:lnTo>
                  <a:lnTo>
                    <a:pt x="90769" y="134720"/>
                  </a:lnTo>
                  <a:lnTo>
                    <a:pt x="93157" y="132809"/>
                  </a:lnTo>
                  <a:lnTo>
                    <a:pt x="94590" y="131854"/>
                  </a:lnTo>
                  <a:lnTo>
                    <a:pt x="94590" y="131854"/>
                  </a:lnTo>
                  <a:lnTo>
                    <a:pt x="94590" y="131376"/>
                  </a:lnTo>
                  <a:lnTo>
                    <a:pt x="94590" y="130898"/>
                  </a:lnTo>
                  <a:lnTo>
                    <a:pt x="94590" y="130898"/>
                  </a:lnTo>
                  <a:lnTo>
                    <a:pt x="95068" y="129942"/>
                  </a:lnTo>
                  <a:lnTo>
                    <a:pt x="96501" y="127554"/>
                  </a:lnTo>
                  <a:lnTo>
                    <a:pt x="96979" y="126121"/>
                  </a:lnTo>
                  <a:lnTo>
                    <a:pt x="96979" y="125643"/>
                  </a:lnTo>
                  <a:lnTo>
                    <a:pt x="97457" y="125165"/>
                  </a:lnTo>
                  <a:lnTo>
                    <a:pt x="99846" y="123732"/>
                  </a:lnTo>
                  <a:lnTo>
                    <a:pt x="100801" y="122299"/>
                  </a:lnTo>
                  <a:lnTo>
                    <a:pt x="100801" y="121343"/>
                  </a:lnTo>
                  <a:lnTo>
                    <a:pt x="100323" y="119910"/>
                  </a:lnTo>
                  <a:lnTo>
                    <a:pt x="99368" y="118477"/>
                  </a:lnTo>
                  <a:lnTo>
                    <a:pt x="95546" y="114655"/>
                  </a:lnTo>
                  <a:lnTo>
                    <a:pt x="93157" y="112744"/>
                  </a:lnTo>
                  <a:lnTo>
                    <a:pt x="89335" y="111311"/>
                  </a:lnTo>
                  <a:lnTo>
                    <a:pt x="87424" y="110833"/>
                  </a:lnTo>
                  <a:lnTo>
                    <a:pt x="85991" y="111311"/>
                  </a:lnTo>
                  <a:lnTo>
                    <a:pt x="85036" y="110833"/>
                  </a:lnTo>
                  <a:lnTo>
                    <a:pt x="83603" y="109400"/>
                  </a:lnTo>
                  <a:lnTo>
                    <a:pt x="81692" y="108445"/>
                  </a:lnTo>
                  <a:lnTo>
                    <a:pt x="77870" y="107489"/>
                  </a:lnTo>
                  <a:lnTo>
                    <a:pt x="68793" y="103190"/>
                  </a:lnTo>
                  <a:lnTo>
                    <a:pt x="64971" y="100801"/>
                  </a:lnTo>
                  <a:lnTo>
                    <a:pt x="63538" y="99368"/>
                  </a:lnTo>
                  <a:lnTo>
                    <a:pt x="60194" y="96979"/>
                  </a:lnTo>
                  <a:lnTo>
                    <a:pt x="54939" y="93635"/>
                  </a:lnTo>
                  <a:lnTo>
                    <a:pt x="50162" y="92202"/>
                  </a:lnTo>
                  <a:lnTo>
                    <a:pt x="47295" y="92202"/>
                  </a:lnTo>
                  <a:lnTo>
                    <a:pt x="42518" y="91247"/>
                  </a:lnTo>
                  <a:lnTo>
                    <a:pt x="35830" y="88858"/>
                  </a:lnTo>
                  <a:lnTo>
                    <a:pt x="32008" y="86947"/>
                  </a:lnTo>
                  <a:lnTo>
                    <a:pt x="31052" y="85036"/>
                  </a:lnTo>
                  <a:lnTo>
                    <a:pt x="28664" y="83125"/>
                  </a:lnTo>
                  <a:lnTo>
                    <a:pt x="24842" y="81214"/>
                  </a:lnTo>
                  <a:lnTo>
                    <a:pt x="22931" y="79781"/>
                  </a:lnTo>
                  <a:lnTo>
                    <a:pt x="22453" y="79303"/>
                  </a:lnTo>
                  <a:lnTo>
                    <a:pt x="22453" y="79303"/>
                  </a:lnTo>
                  <a:lnTo>
                    <a:pt x="21498" y="78348"/>
                  </a:lnTo>
                  <a:lnTo>
                    <a:pt x="19109" y="77392"/>
                  </a:lnTo>
                  <a:lnTo>
                    <a:pt x="16721" y="75481"/>
                  </a:lnTo>
                  <a:lnTo>
                    <a:pt x="14332" y="73093"/>
                  </a:lnTo>
                  <a:lnTo>
                    <a:pt x="11466" y="69749"/>
                  </a:lnTo>
                  <a:lnTo>
                    <a:pt x="8599" y="64493"/>
                  </a:lnTo>
                  <a:lnTo>
                    <a:pt x="5733" y="61149"/>
                  </a:lnTo>
                  <a:lnTo>
                    <a:pt x="2389" y="59239"/>
                  </a:lnTo>
                  <a:lnTo>
                    <a:pt x="478" y="58283"/>
                  </a:lnTo>
                  <a:lnTo>
                    <a:pt x="478" y="57805"/>
                  </a:lnTo>
                  <a:lnTo>
                    <a:pt x="0" y="56850"/>
                  </a:lnTo>
                  <a:lnTo>
                    <a:pt x="478" y="55894"/>
                  </a:lnTo>
                  <a:lnTo>
                    <a:pt x="1911" y="52073"/>
                  </a:lnTo>
                  <a:lnTo>
                    <a:pt x="3344" y="46817"/>
                  </a:lnTo>
                  <a:lnTo>
                    <a:pt x="5255" y="41085"/>
                  </a:lnTo>
                  <a:lnTo>
                    <a:pt x="7644" y="34397"/>
                  </a:lnTo>
                  <a:lnTo>
                    <a:pt x="7644" y="29619"/>
                  </a:lnTo>
                  <a:lnTo>
                    <a:pt x="7644" y="24842"/>
                  </a:lnTo>
                  <a:lnTo>
                    <a:pt x="10510" y="20542"/>
                  </a:lnTo>
                  <a:lnTo>
                    <a:pt x="12421" y="17676"/>
                  </a:lnTo>
                  <a:lnTo>
                    <a:pt x="14332" y="14810"/>
                  </a:lnTo>
                  <a:lnTo>
                    <a:pt x="16243" y="10032"/>
                  </a:lnTo>
                  <a:lnTo>
                    <a:pt x="17676" y="7166"/>
                  </a:lnTo>
                  <a:lnTo>
                    <a:pt x="22453" y="6210"/>
                  </a:lnTo>
                  <a:lnTo>
                    <a:pt x="30575" y="4777"/>
                  </a:lnTo>
                  <a:lnTo>
                    <a:pt x="34874" y="3822"/>
                  </a:lnTo>
                  <a:lnTo>
                    <a:pt x="43473" y="1911"/>
                  </a:lnTo>
                  <a:lnTo>
                    <a:pt x="52550" y="478"/>
                  </a:lnTo>
                  <a:lnTo>
                    <a:pt x="61627" y="0"/>
                  </a:lnTo>
                  <a:lnTo>
                    <a:pt x="70704" y="0"/>
                  </a:lnTo>
                  <a:lnTo>
                    <a:pt x="77392" y="3822"/>
                  </a:lnTo>
                  <a:lnTo>
                    <a:pt x="82647" y="7166"/>
                  </a:lnTo>
                  <a:lnTo>
                    <a:pt x="88380" y="10510"/>
                  </a:lnTo>
                  <a:lnTo>
                    <a:pt x="88858" y="10988"/>
                  </a:lnTo>
                  <a:lnTo>
                    <a:pt x="89335" y="13854"/>
                  </a:lnTo>
                  <a:lnTo>
                    <a:pt x="88858" y="17198"/>
                  </a:lnTo>
                  <a:lnTo>
                    <a:pt x="89335" y="18154"/>
                  </a:lnTo>
                  <a:lnTo>
                    <a:pt x="89813" y="19587"/>
                  </a:lnTo>
                  <a:lnTo>
                    <a:pt x="90291" y="20065"/>
                  </a:lnTo>
                  <a:lnTo>
                    <a:pt x="91246" y="21020"/>
                  </a:lnTo>
                  <a:lnTo>
                    <a:pt x="91724" y="21976"/>
                  </a:lnTo>
                  <a:lnTo>
                    <a:pt x="92202" y="22931"/>
                  </a:lnTo>
                  <a:lnTo>
                    <a:pt x="92202" y="23886"/>
                  </a:lnTo>
                  <a:lnTo>
                    <a:pt x="92202" y="25320"/>
                  </a:lnTo>
                  <a:lnTo>
                    <a:pt x="92680" y="26275"/>
                  </a:lnTo>
                  <a:lnTo>
                    <a:pt x="93157" y="26753"/>
                  </a:lnTo>
                  <a:lnTo>
                    <a:pt x="94113" y="27231"/>
                  </a:lnTo>
                  <a:lnTo>
                    <a:pt x="94590" y="28186"/>
                  </a:lnTo>
                  <a:lnTo>
                    <a:pt x="94113" y="28664"/>
                  </a:lnTo>
                  <a:lnTo>
                    <a:pt x="94113" y="29619"/>
                  </a:lnTo>
                  <a:lnTo>
                    <a:pt x="94590" y="30097"/>
                  </a:lnTo>
                  <a:lnTo>
                    <a:pt x="94113" y="30575"/>
                  </a:lnTo>
                  <a:lnTo>
                    <a:pt x="94590" y="31052"/>
                  </a:lnTo>
                  <a:lnTo>
                    <a:pt x="95068" y="31530"/>
                  </a:lnTo>
                  <a:lnTo>
                    <a:pt x="95546" y="32963"/>
                  </a:lnTo>
                  <a:lnTo>
                    <a:pt x="95546" y="35830"/>
                  </a:lnTo>
                  <a:lnTo>
                    <a:pt x="95068" y="37263"/>
                  </a:lnTo>
                  <a:lnTo>
                    <a:pt x="94590" y="38218"/>
                  </a:lnTo>
                  <a:lnTo>
                    <a:pt x="94590" y="39174"/>
                  </a:lnTo>
                  <a:lnTo>
                    <a:pt x="94590" y="40129"/>
                  </a:lnTo>
                  <a:lnTo>
                    <a:pt x="94113" y="41085"/>
                  </a:lnTo>
                  <a:lnTo>
                    <a:pt x="93157" y="42518"/>
                  </a:lnTo>
                  <a:lnTo>
                    <a:pt x="93635" y="43474"/>
                  </a:lnTo>
                  <a:lnTo>
                    <a:pt x="93635" y="44429"/>
                  </a:lnTo>
                  <a:lnTo>
                    <a:pt x="93635" y="45862"/>
                  </a:lnTo>
                  <a:lnTo>
                    <a:pt x="94113" y="46817"/>
                  </a:lnTo>
                  <a:lnTo>
                    <a:pt x="93635" y="47773"/>
                  </a:lnTo>
                  <a:lnTo>
                    <a:pt x="93157" y="48728"/>
                  </a:lnTo>
                  <a:lnTo>
                    <a:pt x="93157" y="49684"/>
                  </a:lnTo>
                  <a:lnTo>
                    <a:pt x="93635" y="50639"/>
                  </a:lnTo>
                  <a:lnTo>
                    <a:pt x="93157" y="52073"/>
                  </a:lnTo>
                  <a:lnTo>
                    <a:pt x="92680" y="52550"/>
                  </a:lnTo>
                  <a:lnTo>
                    <a:pt x="92680" y="53506"/>
                  </a:lnTo>
                  <a:lnTo>
                    <a:pt x="93157" y="54461"/>
                  </a:lnTo>
                  <a:lnTo>
                    <a:pt x="94590" y="54939"/>
                  </a:lnTo>
                  <a:lnTo>
                    <a:pt x="95546" y="55417"/>
                  </a:lnTo>
                  <a:lnTo>
                    <a:pt x="96024" y="55417"/>
                  </a:lnTo>
                  <a:lnTo>
                    <a:pt x="96979" y="54461"/>
                  </a:lnTo>
                  <a:lnTo>
                    <a:pt x="96979" y="54461"/>
                  </a:lnTo>
                  <a:lnTo>
                    <a:pt x="97935" y="54461"/>
                  </a:lnTo>
                  <a:lnTo>
                    <a:pt x="99368" y="54939"/>
                  </a:lnTo>
                  <a:lnTo>
                    <a:pt x="100801" y="55894"/>
                  </a:lnTo>
                  <a:lnTo>
                    <a:pt x="102712" y="56372"/>
                  </a:lnTo>
                  <a:lnTo>
                    <a:pt x="104145" y="56372"/>
                  </a:lnTo>
                  <a:lnTo>
                    <a:pt x="105578" y="56850"/>
                  </a:lnTo>
                  <a:lnTo>
                    <a:pt x="105578" y="56850"/>
                  </a:lnTo>
                  <a:lnTo>
                    <a:pt x="107489" y="56372"/>
                  </a:lnTo>
                  <a:lnTo>
                    <a:pt x="109400" y="56850"/>
                  </a:lnTo>
                  <a:lnTo>
                    <a:pt x="111311" y="57328"/>
                  </a:lnTo>
                  <a:lnTo>
                    <a:pt x="113222" y="57805"/>
                  </a:lnTo>
                  <a:lnTo>
                    <a:pt x="115133" y="57805"/>
                  </a:lnTo>
                  <a:lnTo>
                    <a:pt x="116566" y="57805"/>
                  </a:lnTo>
                  <a:lnTo>
                    <a:pt x="116566" y="57805"/>
                  </a:lnTo>
                  <a:lnTo>
                    <a:pt x="117999" y="56850"/>
                  </a:lnTo>
                  <a:lnTo>
                    <a:pt x="119432" y="57328"/>
                  </a:lnTo>
                  <a:lnTo>
                    <a:pt x="119432" y="56850"/>
                  </a:lnTo>
                  <a:lnTo>
                    <a:pt x="119432" y="56850"/>
                  </a:lnTo>
                  <a:lnTo>
                    <a:pt x="120388" y="55894"/>
                  </a:lnTo>
                  <a:lnTo>
                    <a:pt x="121343" y="54939"/>
                  </a:lnTo>
                  <a:lnTo>
                    <a:pt x="121821" y="54461"/>
                  </a:lnTo>
                  <a:lnTo>
                    <a:pt x="122777" y="53983"/>
                  </a:lnTo>
                  <a:lnTo>
                    <a:pt x="124210" y="54461"/>
                  </a:lnTo>
                  <a:lnTo>
                    <a:pt x="124687" y="55894"/>
                  </a:lnTo>
                  <a:lnTo>
                    <a:pt x="126598" y="56850"/>
                  </a:lnTo>
                  <a:lnTo>
                    <a:pt x="127076" y="57805"/>
                  </a:lnTo>
                  <a:lnTo>
                    <a:pt x="128031" y="57805"/>
                  </a:lnTo>
                  <a:lnTo>
                    <a:pt x="130420" y="58283"/>
                  </a:lnTo>
                  <a:lnTo>
                    <a:pt x="131853" y="57805"/>
                  </a:lnTo>
                  <a:lnTo>
                    <a:pt x="133764" y="58761"/>
                  </a:lnTo>
                  <a:lnTo>
                    <a:pt x="134720" y="58761"/>
                  </a:lnTo>
                  <a:lnTo>
                    <a:pt x="135675" y="59239"/>
                  </a:lnTo>
                  <a:lnTo>
                    <a:pt x="136631" y="60672"/>
                  </a:lnTo>
                  <a:lnTo>
                    <a:pt x="137108" y="62583"/>
                  </a:lnTo>
                  <a:lnTo>
                    <a:pt x="137586" y="64016"/>
                  </a:lnTo>
                  <a:lnTo>
                    <a:pt x="139019" y="64493"/>
                  </a:lnTo>
                  <a:lnTo>
                    <a:pt x="139497" y="65449"/>
                  </a:lnTo>
                  <a:lnTo>
                    <a:pt x="139497" y="66882"/>
                  </a:lnTo>
                  <a:lnTo>
                    <a:pt x="138542" y="68315"/>
                  </a:lnTo>
                  <a:lnTo>
                    <a:pt x="139019" y="69749"/>
                  </a:lnTo>
                  <a:lnTo>
                    <a:pt x="139497" y="71182"/>
                  </a:lnTo>
                  <a:lnTo>
                    <a:pt x="139497" y="72615"/>
                  </a:lnTo>
                  <a:lnTo>
                    <a:pt x="139975" y="74048"/>
                  </a:lnTo>
                  <a:lnTo>
                    <a:pt x="140453" y="75004"/>
                  </a:lnTo>
                  <a:lnTo>
                    <a:pt x="140930" y="76915"/>
                  </a:lnTo>
                  <a:lnTo>
                    <a:pt x="140930" y="78348"/>
                  </a:lnTo>
                  <a:lnTo>
                    <a:pt x="141408" y="79303"/>
                  </a:lnTo>
                  <a:lnTo>
                    <a:pt x="141408" y="80258"/>
                  </a:lnTo>
                  <a:lnTo>
                    <a:pt x="140930" y="81214"/>
                  </a:lnTo>
                  <a:lnTo>
                    <a:pt x="140930" y="82647"/>
                  </a:lnTo>
                  <a:lnTo>
                    <a:pt x="140930" y="83603"/>
                  </a:lnTo>
                  <a:lnTo>
                    <a:pt x="141408" y="84558"/>
                  </a:lnTo>
                  <a:lnTo>
                    <a:pt x="142841" y="85514"/>
                  </a:lnTo>
                  <a:lnTo>
                    <a:pt x="142841" y="87902"/>
                  </a:lnTo>
                  <a:lnTo>
                    <a:pt x="142841" y="89335"/>
                  </a:lnTo>
                  <a:lnTo>
                    <a:pt x="143319" y="90769"/>
                  </a:lnTo>
                  <a:lnTo>
                    <a:pt x="144274" y="91724"/>
                  </a:lnTo>
                  <a:lnTo>
                    <a:pt x="146185" y="91724"/>
                  </a:lnTo>
                  <a:lnTo>
                    <a:pt x="147619" y="92202"/>
                  </a:lnTo>
                  <a:lnTo>
                    <a:pt x="148096" y="92202"/>
                  </a:lnTo>
                  <a:lnTo>
                    <a:pt x="150007" y="91724"/>
                  </a:lnTo>
                  <a:lnTo>
                    <a:pt x="150007" y="91724"/>
                  </a:lnTo>
                  <a:lnTo>
                    <a:pt x="151918" y="91247"/>
                  </a:lnTo>
                  <a:lnTo>
                    <a:pt x="153351" y="90769"/>
                  </a:lnTo>
                  <a:lnTo>
                    <a:pt x="155262" y="89813"/>
                  </a:lnTo>
                  <a:lnTo>
                    <a:pt x="157173" y="88858"/>
                  </a:lnTo>
                  <a:lnTo>
                    <a:pt x="158128" y="88380"/>
                  </a:lnTo>
                  <a:lnTo>
                    <a:pt x="159084" y="87902"/>
                  </a:lnTo>
                  <a:lnTo>
                    <a:pt x="160995" y="88858"/>
                  </a:lnTo>
                  <a:lnTo>
                    <a:pt x="162906" y="89813"/>
                  </a:lnTo>
                  <a:lnTo>
                    <a:pt x="164339" y="91247"/>
                  </a:lnTo>
                  <a:lnTo>
                    <a:pt x="166728" y="9268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" name="Freeform 2469">
              <a:extLst>
                <a:ext uri="{FF2B5EF4-FFF2-40B4-BE49-F238E27FC236}">
                  <a16:creationId xmlns:a16="http://schemas.microsoft.com/office/drawing/2014/main" id="{D222FD50-62B7-C8ED-A1C0-F7052B2B31F5}"/>
                </a:ext>
              </a:extLst>
            </p:cNvPr>
            <p:cNvSpPr/>
            <p:nvPr/>
          </p:nvSpPr>
          <p:spPr>
            <a:xfrm>
              <a:off x="4801830" y="5250366"/>
              <a:ext cx="4777" cy="955"/>
            </a:xfrm>
            <a:custGeom>
              <a:avLst/>
              <a:gdLst>
                <a:gd name="csX0" fmla="*/ 4777 w 4777"/>
                <a:gd name="csY0" fmla="*/ 0 h 955"/>
                <a:gd name="csX1" fmla="*/ 4300 w 4777"/>
                <a:gd name="csY1" fmla="*/ 0 h 955"/>
                <a:gd name="csX2" fmla="*/ 1911 w 4777"/>
                <a:gd name="csY2" fmla="*/ 478 h 955"/>
                <a:gd name="csX3" fmla="*/ 1433 w 4777"/>
                <a:gd name="csY3" fmla="*/ 955 h 955"/>
                <a:gd name="csX4" fmla="*/ 0 w 4777"/>
                <a:gd name="csY4" fmla="*/ 955 h 955"/>
                <a:gd name="csX5" fmla="*/ 0 w 4777"/>
                <a:gd name="csY5" fmla="*/ 478 h 955"/>
                <a:gd name="csX6" fmla="*/ 1433 w 4777"/>
                <a:gd name="csY6" fmla="*/ 955 h 955"/>
                <a:gd name="csX7" fmla="*/ 2389 w 4777"/>
                <a:gd name="csY7" fmla="*/ 478 h 955"/>
                <a:gd name="csX8" fmla="*/ 4777 w 4777"/>
                <a:gd name="csY8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955">
                  <a:moveTo>
                    <a:pt x="4777" y="0"/>
                  </a:moveTo>
                  <a:lnTo>
                    <a:pt x="4300" y="0"/>
                  </a:lnTo>
                  <a:lnTo>
                    <a:pt x="1911" y="478"/>
                  </a:lnTo>
                  <a:lnTo>
                    <a:pt x="1433" y="955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1433" y="955"/>
                  </a:lnTo>
                  <a:lnTo>
                    <a:pt x="2389" y="478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" name="Freeform 2470">
              <a:extLst>
                <a:ext uri="{FF2B5EF4-FFF2-40B4-BE49-F238E27FC236}">
                  <a16:creationId xmlns:a16="http://schemas.microsoft.com/office/drawing/2014/main" id="{E22B75B5-02B8-7E03-39BF-35BF14CA489D}"/>
                </a:ext>
              </a:extLst>
            </p:cNvPr>
            <p:cNvSpPr/>
            <p:nvPr/>
          </p:nvSpPr>
          <p:spPr>
            <a:xfrm>
              <a:off x="4801830" y="4693333"/>
              <a:ext cx="955" cy="477"/>
            </a:xfrm>
            <a:custGeom>
              <a:avLst/>
              <a:gdLst>
                <a:gd name="csX0" fmla="*/ 0 w 955"/>
                <a:gd name="csY0" fmla="*/ 0 h 477"/>
                <a:gd name="csX1" fmla="*/ 956 w 955"/>
                <a:gd name="csY1" fmla="*/ 478 h 477"/>
                <a:gd name="csX2" fmla="*/ 0 w 955"/>
                <a:gd name="csY2" fmla="*/ 0 h 477"/>
                <a:gd name="csX3" fmla="*/ 0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0" y="0"/>
                  </a:move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" name="Freeform 2471">
              <a:extLst>
                <a:ext uri="{FF2B5EF4-FFF2-40B4-BE49-F238E27FC236}">
                  <a16:creationId xmlns:a16="http://schemas.microsoft.com/office/drawing/2014/main" id="{F49DAE99-BEE2-CC5E-5757-9BEAB83A68D5}"/>
                </a:ext>
              </a:extLst>
            </p:cNvPr>
            <p:cNvSpPr/>
            <p:nvPr/>
          </p:nvSpPr>
          <p:spPr>
            <a:xfrm>
              <a:off x="4795619" y="3696790"/>
              <a:ext cx="6688" cy="3821"/>
            </a:xfrm>
            <a:custGeom>
              <a:avLst/>
              <a:gdLst>
                <a:gd name="csX0" fmla="*/ 6688 w 6688"/>
                <a:gd name="csY0" fmla="*/ 478 h 3821"/>
                <a:gd name="csX1" fmla="*/ 6210 w 6688"/>
                <a:gd name="csY1" fmla="*/ 1433 h 3821"/>
                <a:gd name="csX2" fmla="*/ 3344 w 6688"/>
                <a:gd name="csY2" fmla="*/ 2866 h 3821"/>
                <a:gd name="csX3" fmla="*/ 2389 w 6688"/>
                <a:gd name="csY3" fmla="*/ 3344 h 3821"/>
                <a:gd name="csX4" fmla="*/ 1433 w 6688"/>
                <a:gd name="csY4" fmla="*/ 3822 h 3821"/>
                <a:gd name="csX5" fmla="*/ 956 w 6688"/>
                <a:gd name="csY5" fmla="*/ 3344 h 3821"/>
                <a:gd name="csX6" fmla="*/ 0 w 6688"/>
                <a:gd name="csY6" fmla="*/ 1433 h 3821"/>
                <a:gd name="csX7" fmla="*/ 478 w 6688"/>
                <a:gd name="csY7" fmla="*/ 955 h 3821"/>
                <a:gd name="csX8" fmla="*/ 956 w 6688"/>
                <a:gd name="csY8" fmla="*/ 955 h 3821"/>
                <a:gd name="csX9" fmla="*/ 1433 w 6688"/>
                <a:gd name="csY9" fmla="*/ 955 h 3821"/>
                <a:gd name="csX10" fmla="*/ 1911 w 6688"/>
                <a:gd name="csY10" fmla="*/ 1911 h 3821"/>
                <a:gd name="csX11" fmla="*/ 1911 w 6688"/>
                <a:gd name="csY11" fmla="*/ 1911 h 3821"/>
                <a:gd name="csX12" fmla="*/ 2867 w 6688"/>
                <a:gd name="csY12" fmla="*/ 1911 h 3821"/>
                <a:gd name="csX13" fmla="*/ 4777 w 6688"/>
                <a:gd name="csY13" fmla="*/ 478 h 3821"/>
                <a:gd name="csX14" fmla="*/ 6210 w 6688"/>
                <a:gd name="csY14" fmla="*/ 0 h 3821"/>
                <a:gd name="csX15" fmla="*/ 6688 w 6688"/>
                <a:gd name="csY15" fmla="*/ 478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688" h="3821">
                  <a:moveTo>
                    <a:pt x="6688" y="478"/>
                  </a:moveTo>
                  <a:lnTo>
                    <a:pt x="6210" y="1433"/>
                  </a:lnTo>
                  <a:lnTo>
                    <a:pt x="3344" y="2866"/>
                  </a:lnTo>
                  <a:lnTo>
                    <a:pt x="2389" y="3344"/>
                  </a:lnTo>
                  <a:lnTo>
                    <a:pt x="1433" y="3822"/>
                  </a:lnTo>
                  <a:lnTo>
                    <a:pt x="956" y="3344"/>
                  </a:lnTo>
                  <a:lnTo>
                    <a:pt x="0" y="1433"/>
                  </a:lnTo>
                  <a:lnTo>
                    <a:pt x="478" y="955"/>
                  </a:lnTo>
                  <a:lnTo>
                    <a:pt x="956" y="955"/>
                  </a:lnTo>
                  <a:lnTo>
                    <a:pt x="1433" y="955"/>
                  </a:lnTo>
                  <a:lnTo>
                    <a:pt x="1911" y="1911"/>
                  </a:lnTo>
                  <a:lnTo>
                    <a:pt x="1911" y="1911"/>
                  </a:lnTo>
                  <a:lnTo>
                    <a:pt x="2867" y="1911"/>
                  </a:lnTo>
                  <a:lnTo>
                    <a:pt x="4777" y="478"/>
                  </a:lnTo>
                  <a:lnTo>
                    <a:pt x="6210" y="0"/>
                  </a:lnTo>
                  <a:lnTo>
                    <a:pt x="668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" name="Freeform 2472">
              <a:extLst>
                <a:ext uri="{FF2B5EF4-FFF2-40B4-BE49-F238E27FC236}">
                  <a16:creationId xmlns:a16="http://schemas.microsoft.com/office/drawing/2014/main" id="{62C67F33-43CA-11F6-39E0-5CE8C1E394B2}"/>
                </a:ext>
              </a:extLst>
            </p:cNvPr>
            <p:cNvSpPr/>
            <p:nvPr/>
          </p:nvSpPr>
          <p:spPr>
            <a:xfrm>
              <a:off x="4800397" y="5251321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0 w 1433"/>
                <a:gd name="csY1" fmla="*/ 478 h 477"/>
                <a:gd name="csX2" fmla="*/ 478 w 1433"/>
                <a:gd name="csY2" fmla="*/ 0 h 477"/>
                <a:gd name="csX3" fmla="*/ 1433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4" name="Freeform 2473">
              <a:extLst>
                <a:ext uri="{FF2B5EF4-FFF2-40B4-BE49-F238E27FC236}">
                  <a16:creationId xmlns:a16="http://schemas.microsoft.com/office/drawing/2014/main" id="{7B575C18-AF15-0AEE-A82F-2BE294D9F0B5}"/>
                </a:ext>
              </a:extLst>
            </p:cNvPr>
            <p:cNvSpPr/>
            <p:nvPr/>
          </p:nvSpPr>
          <p:spPr>
            <a:xfrm>
              <a:off x="4798008" y="5213103"/>
              <a:ext cx="2388" cy="19109"/>
            </a:xfrm>
            <a:custGeom>
              <a:avLst/>
              <a:gdLst>
                <a:gd name="csX0" fmla="*/ 2389 w 2388"/>
                <a:gd name="csY0" fmla="*/ 0 h 19109"/>
                <a:gd name="csX1" fmla="*/ 2389 w 2388"/>
                <a:gd name="csY1" fmla="*/ 8599 h 19109"/>
                <a:gd name="csX2" fmla="*/ 1433 w 2388"/>
                <a:gd name="csY2" fmla="*/ 14810 h 19109"/>
                <a:gd name="csX3" fmla="*/ 0 w 2388"/>
                <a:gd name="csY3" fmla="*/ 19109 h 19109"/>
                <a:gd name="csX4" fmla="*/ 1433 w 2388"/>
                <a:gd name="csY4" fmla="*/ 14810 h 19109"/>
                <a:gd name="csX5" fmla="*/ 2389 w 2388"/>
                <a:gd name="csY5" fmla="*/ 8599 h 19109"/>
                <a:gd name="csX6" fmla="*/ 2389 w 2388"/>
                <a:gd name="csY6" fmla="*/ 0 h 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9109">
                  <a:moveTo>
                    <a:pt x="2389" y="0"/>
                  </a:moveTo>
                  <a:lnTo>
                    <a:pt x="2389" y="8599"/>
                  </a:lnTo>
                  <a:lnTo>
                    <a:pt x="1433" y="14810"/>
                  </a:lnTo>
                  <a:lnTo>
                    <a:pt x="0" y="19109"/>
                  </a:lnTo>
                  <a:lnTo>
                    <a:pt x="1433" y="14810"/>
                  </a:lnTo>
                  <a:lnTo>
                    <a:pt x="2389" y="8599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5" name="Freeform 2474">
              <a:extLst>
                <a:ext uri="{FF2B5EF4-FFF2-40B4-BE49-F238E27FC236}">
                  <a16:creationId xmlns:a16="http://schemas.microsoft.com/office/drawing/2014/main" id="{C28262C9-C131-BB40-FCEE-E4F1DBBB69BB}"/>
                </a:ext>
              </a:extLst>
            </p:cNvPr>
            <p:cNvSpPr/>
            <p:nvPr/>
          </p:nvSpPr>
          <p:spPr>
            <a:xfrm>
              <a:off x="4798964" y="4691900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956 w 1433"/>
                <a:gd name="csY1" fmla="*/ 478 h 477"/>
                <a:gd name="csX2" fmla="*/ 0 w 1433"/>
                <a:gd name="csY2" fmla="*/ 0 h 477"/>
                <a:gd name="csX3" fmla="*/ 956 w 1433"/>
                <a:gd name="csY3" fmla="*/ 478 h 477"/>
                <a:gd name="csX4" fmla="*/ 1433 w 1433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6" name="Freeform 2475">
              <a:extLst>
                <a:ext uri="{FF2B5EF4-FFF2-40B4-BE49-F238E27FC236}">
                  <a16:creationId xmlns:a16="http://schemas.microsoft.com/office/drawing/2014/main" id="{BEE0B99F-66BD-AAF1-BCF0-C09D009A6EBC}"/>
                </a:ext>
              </a:extLst>
            </p:cNvPr>
            <p:cNvSpPr/>
            <p:nvPr/>
          </p:nvSpPr>
          <p:spPr>
            <a:xfrm>
              <a:off x="4798486" y="5252277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955 w 1433"/>
                <a:gd name="csY1" fmla="*/ 478 h 477"/>
                <a:gd name="csX2" fmla="*/ 0 w 1433"/>
                <a:gd name="csY2" fmla="*/ 478 h 477"/>
                <a:gd name="csX3" fmla="*/ 1433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955" y="478"/>
                  </a:lnTo>
                  <a:lnTo>
                    <a:pt x="0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7" name="Freeform 2476">
              <a:extLst>
                <a:ext uri="{FF2B5EF4-FFF2-40B4-BE49-F238E27FC236}">
                  <a16:creationId xmlns:a16="http://schemas.microsoft.com/office/drawing/2014/main" id="{3D6F0A0E-521F-6B38-9837-6034DEEFF362}"/>
                </a:ext>
              </a:extLst>
            </p:cNvPr>
            <p:cNvSpPr/>
            <p:nvPr/>
          </p:nvSpPr>
          <p:spPr>
            <a:xfrm>
              <a:off x="4796575" y="5252755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1911 w 1911"/>
                <a:gd name="csY1" fmla="*/ 0 h 477"/>
                <a:gd name="csX2" fmla="*/ 956 w 1911"/>
                <a:gd name="csY2" fmla="*/ 0 h 477"/>
                <a:gd name="csX3" fmla="*/ 0 w 1911"/>
                <a:gd name="csY3" fmla="*/ 478 h 477"/>
                <a:gd name="csX4" fmla="*/ 956 w 1911"/>
                <a:gd name="csY4" fmla="*/ 0 h 477"/>
                <a:gd name="csX5" fmla="*/ 1911 w 1911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1911" y="0"/>
                  </a:lnTo>
                  <a:lnTo>
                    <a:pt x="956" y="0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8" name="Freeform 2477">
              <a:extLst>
                <a:ext uri="{FF2B5EF4-FFF2-40B4-BE49-F238E27FC236}">
                  <a16:creationId xmlns:a16="http://schemas.microsoft.com/office/drawing/2014/main" id="{CADF1840-931A-E6B2-2167-57E986ECCFEC}"/>
                </a:ext>
              </a:extLst>
            </p:cNvPr>
            <p:cNvSpPr/>
            <p:nvPr/>
          </p:nvSpPr>
          <p:spPr>
            <a:xfrm>
              <a:off x="4796575" y="5232212"/>
              <a:ext cx="1433" cy="2388"/>
            </a:xfrm>
            <a:custGeom>
              <a:avLst/>
              <a:gdLst>
                <a:gd name="csX0" fmla="*/ 1433 w 1433"/>
                <a:gd name="csY0" fmla="*/ 0 h 2388"/>
                <a:gd name="csX1" fmla="*/ 0 w 1433"/>
                <a:gd name="csY1" fmla="*/ 2389 h 2388"/>
                <a:gd name="csX2" fmla="*/ 0 w 1433"/>
                <a:gd name="csY2" fmla="*/ 2389 h 2388"/>
                <a:gd name="csX3" fmla="*/ 1433 w 1433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2388">
                  <a:moveTo>
                    <a:pt x="1433" y="0"/>
                  </a:moveTo>
                  <a:lnTo>
                    <a:pt x="0" y="2389"/>
                  </a:lnTo>
                  <a:lnTo>
                    <a:pt x="0" y="2389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9" name="Freeform 2478">
              <a:extLst>
                <a:ext uri="{FF2B5EF4-FFF2-40B4-BE49-F238E27FC236}">
                  <a16:creationId xmlns:a16="http://schemas.microsoft.com/office/drawing/2014/main" id="{46A8CB8F-BD00-4541-3180-8D24FFBAEBA2}"/>
                </a:ext>
              </a:extLst>
            </p:cNvPr>
            <p:cNvSpPr/>
            <p:nvPr/>
          </p:nvSpPr>
          <p:spPr>
            <a:xfrm>
              <a:off x="4795619" y="4689989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478 w 1911"/>
                <a:gd name="csY1" fmla="*/ 478 h 477"/>
                <a:gd name="csX2" fmla="*/ 0 w 1911"/>
                <a:gd name="csY2" fmla="*/ 478 h 477"/>
                <a:gd name="csX3" fmla="*/ 478 w 1911"/>
                <a:gd name="csY3" fmla="*/ 478 h 477"/>
                <a:gd name="csX4" fmla="*/ 1911 w 1911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0" name="Freeform 2479">
              <a:extLst>
                <a:ext uri="{FF2B5EF4-FFF2-40B4-BE49-F238E27FC236}">
                  <a16:creationId xmlns:a16="http://schemas.microsoft.com/office/drawing/2014/main" id="{61C81429-F55C-9B63-B297-88F64D57ECAA}"/>
                </a:ext>
              </a:extLst>
            </p:cNvPr>
            <p:cNvSpPr/>
            <p:nvPr/>
          </p:nvSpPr>
          <p:spPr>
            <a:xfrm>
              <a:off x="4792275" y="5257054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1433 w 1911"/>
                <a:gd name="csY1" fmla="*/ 0 h 477"/>
                <a:gd name="csX2" fmla="*/ 0 w 1911"/>
                <a:gd name="csY2" fmla="*/ 478 h 477"/>
                <a:gd name="csX3" fmla="*/ 1911 w 1911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1" name="Freeform 2480">
              <a:extLst>
                <a:ext uri="{FF2B5EF4-FFF2-40B4-BE49-F238E27FC236}">
                  <a16:creationId xmlns:a16="http://schemas.microsoft.com/office/drawing/2014/main" id="{2AB48CB1-E537-3EF8-55F0-6A4C54DB3533}"/>
                </a:ext>
              </a:extLst>
            </p:cNvPr>
            <p:cNvSpPr/>
            <p:nvPr/>
          </p:nvSpPr>
          <p:spPr>
            <a:xfrm>
              <a:off x="4792753" y="4687601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956 w 955"/>
                <a:gd name="csY1" fmla="*/ 956 h 955"/>
                <a:gd name="csX2" fmla="*/ 478 w 955"/>
                <a:gd name="csY2" fmla="*/ 0 h 955"/>
                <a:gd name="csX3" fmla="*/ 0 w 955"/>
                <a:gd name="csY3" fmla="*/ 0 h 955"/>
                <a:gd name="csX4" fmla="*/ 956 w 955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956" y="956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2" name="Freeform 2481">
              <a:extLst>
                <a:ext uri="{FF2B5EF4-FFF2-40B4-BE49-F238E27FC236}">
                  <a16:creationId xmlns:a16="http://schemas.microsoft.com/office/drawing/2014/main" id="{4F2A603B-E491-F95B-1C0F-E75D4DCACEFD}"/>
                </a:ext>
              </a:extLst>
            </p:cNvPr>
            <p:cNvSpPr/>
            <p:nvPr/>
          </p:nvSpPr>
          <p:spPr>
            <a:xfrm>
              <a:off x="4789887" y="4687601"/>
              <a:ext cx="2866" cy="955"/>
            </a:xfrm>
            <a:custGeom>
              <a:avLst/>
              <a:gdLst>
                <a:gd name="csX0" fmla="*/ 2867 w 2866"/>
                <a:gd name="csY0" fmla="*/ 0 h 955"/>
                <a:gd name="csX1" fmla="*/ 1911 w 2866"/>
                <a:gd name="csY1" fmla="*/ 956 h 955"/>
                <a:gd name="csX2" fmla="*/ 956 w 2866"/>
                <a:gd name="csY2" fmla="*/ 956 h 955"/>
                <a:gd name="csX3" fmla="*/ 0 w 2866"/>
                <a:gd name="csY3" fmla="*/ 956 h 955"/>
                <a:gd name="csX4" fmla="*/ 956 w 2866"/>
                <a:gd name="csY4" fmla="*/ 956 h 955"/>
                <a:gd name="csX5" fmla="*/ 1911 w 2866"/>
                <a:gd name="csY5" fmla="*/ 956 h 955"/>
                <a:gd name="csX6" fmla="*/ 2867 w 2866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955">
                  <a:moveTo>
                    <a:pt x="2867" y="0"/>
                  </a:moveTo>
                  <a:lnTo>
                    <a:pt x="1911" y="956"/>
                  </a:lnTo>
                  <a:lnTo>
                    <a:pt x="956" y="956"/>
                  </a:lnTo>
                  <a:lnTo>
                    <a:pt x="0" y="956"/>
                  </a:lnTo>
                  <a:lnTo>
                    <a:pt x="956" y="956"/>
                  </a:lnTo>
                  <a:lnTo>
                    <a:pt x="1911" y="956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3" name="Freeform 2482">
              <a:extLst>
                <a:ext uri="{FF2B5EF4-FFF2-40B4-BE49-F238E27FC236}">
                  <a16:creationId xmlns:a16="http://schemas.microsoft.com/office/drawing/2014/main" id="{4F86FD66-4C96-833E-939F-2662E4D509B1}"/>
                </a:ext>
              </a:extLst>
            </p:cNvPr>
            <p:cNvSpPr/>
            <p:nvPr/>
          </p:nvSpPr>
          <p:spPr>
            <a:xfrm>
              <a:off x="4768867" y="2769995"/>
              <a:ext cx="23886" cy="16720"/>
            </a:xfrm>
            <a:custGeom>
              <a:avLst/>
              <a:gdLst>
                <a:gd name="csX0" fmla="*/ 23409 w 23886"/>
                <a:gd name="csY0" fmla="*/ 955 h 16720"/>
                <a:gd name="csX1" fmla="*/ 23886 w 23886"/>
                <a:gd name="csY1" fmla="*/ 2866 h 16720"/>
                <a:gd name="csX2" fmla="*/ 21020 w 23886"/>
                <a:gd name="csY2" fmla="*/ 7166 h 16720"/>
                <a:gd name="csX3" fmla="*/ 18631 w 23886"/>
                <a:gd name="csY3" fmla="*/ 9555 h 16720"/>
                <a:gd name="csX4" fmla="*/ 13854 w 23886"/>
                <a:gd name="csY4" fmla="*/ 16721 h 16720"/>
                <a:gd name="csX5" fmla="*/ 12899 w 23886"/>
                <a:gd name="csY5" fmla="*/ 16721 h 16720"/>
                <a:gd name="csX6" fmla="*/ 11465 w 23886"/>
                <a:gd name="csY6" fmla="*/ 15765 h 16720"/>
                <a:gd name="csX7" fmla="*/ 10510 w 23886"/>
                <a:gd name="csY7" fmla="*/ 13854 h 16720"/>
                <a:gd name="csX8" fmla="*/ 8599 w 23886"/>
                <a:gd name="csY8" fmla="*/ 13376 h 16720"/>
                <a:gd name="csX9" fmla="*/ 8121 w 23886"/>
                <a:gd name="csY9" fmla="*/ 12421 h 16720"/>
                <a:gd name="csX10" fmla="*/ 7644 w 23886"/>
                <a:gd name="csY10" fmla="*/ 11465 h 16720"/>
                <a:gd name="csX11" fmla="*/ 7166 w 23886"/>
                <a:gd name="csY11" fmla="*/ 10988 h 16720"/>
                <a:gd name="csX12" fmla="*/ 5733 w 23886"/>
                <a:gd name="csY12" fmla="*/ 10510 h 16720"/>
                <a:gd name="csX13" fmla="*/ 3344 w 23886"/>
                <a:gd name="csY13" fmla="*/ 10988 h 16720"/>
                <a:gd name="csX14" fmla="*/ 1433 w 23886"/>
                <a:gd name="csY14" fmla="*/ 10510 h 16720"/>
                <a:gd name="csX15" fmla="*/ 0 w 23886"/>
                <a:gd name="csY15" fmla="*/ 7166 h 16720"/>
                <a:gd name="csX16" fmla="*/ 2866 w 23886"/>
                <a:gd name="csY16" fmla="*/ 5255 h 16720"/>
                <a:gd name="csX17" fmla="*/ 4299 w 23886"/>
                <a:gd name="csY17" fmla="*/ 3344 h 16720"/>
                <a:gd name="csX18" fmla="*/ 10988 w 23886"/>
                <a:gd name="csY18" fmla="*/ 2866 h 16720"/>
                <a:gd name="csX19" fmla="*/ 12899 w 23886"/>
                <a:gd name="csY19" fmla="*/ 3822 h 16720"/>
                <a:gd name="csX20" fmla="*/ 13854 w 23886"/>
                <a:gd name="csY20" fmla="*/ 3344 h 16720"/>
                <a:gd name="csX21" fmla="*/ 15765 w 23886"/>
                <a:gd name="csY21" fmla="*/ 3344 h 16720"/>
                <a:gd name="csX22" fmla="*/ 19587 w 23886"/>
                <a:gd name="csY22" fmla="*/ 955 h 16720"/>
                <a:gd name="csX23" fmla="*/ 20065 w 23886"/>
                <a:gd name="csY23" fmla="*/ 0 h 16720"/>
                <a:gd name="csX24" fmla="*/ 23409 w 23886"/>
                <a:gd name="csY24" fmla="*/ 955 h 16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23886" h="16720">
                  <a:moveTo>
                    <a:pt x="23409" y="955"/>
                  </a:moveTo>
                  <a:lnTo>
                    <a:pt x="23886" y="2866"/>
                  </a:lnTo>
                  <a:lnTo>
                    <a:pt x="21020" y="7166"/>
                  </a:lnTo>
                  <a:lnTo>
                    <a:pt x="18631" y="9555"/>
                  </a:lnTo>
                  <a:lnTo>
                    <a:pt x="13854" y="16721"/>
                  </a:lnTo>
                  <a:lnTo>
                    <a:pt x="12899" y="16721"/>
                  </a:lnTo>
                  <a:lnTo>
                    <a:pt x="11465" y="15765"/>
                  </a:lnTo>
                  <a:lnTo>
                    <a:pt x="10510" y="13854"/>
                  </a:lnTo>
                  <a:lnTo>
                    <a:pt x="8599" y="13376"/>
                  </a:lnTo>
                  <a:lnTo>
                    <a:pt x="8121" y="12421"/>
                  </a:lnTo>
                  <a:lnTo>
                    <a:pt x="7644" y="11465"/>
                  </a:lnTo>
                  <a:lnTo>
                    <a:pt x="7166" y="10988"/>
                  </a:lnTo>
                  <a:lnTo>
                    <a:pt x="5733" y="10510"/>
                  </a:lnTo>
                  <a:lnTo>
                    <a:pt x="3344" y="10988"/>
                  </a:lnTo>
                  <a:lnTo>
                    <a:pt x="1433" y="10510"/>
                  </a:lnTo>
                  <a:lnTo>
                    <a:pt x="0" y="7166"/>
                  </a:lnTo>
                  <a:lnTo>
                    <a:pt x="2866" y="5255"/>
                  </a:lnTo>
                  <a:lnTo>
                    <a:pt x="4299" y="3344"/>
                  </a:lnTo>
                  <a:lnTo>
                    <a:pt x="10988" y="2866"/>
                  </a:lnTo>
                  <a:lnTo>
                    <a:pt x="12899" y="3822"/>
                  </a:lnTo>
                  <a:lnTo>
                    <a:pt x="13854" y="3344"/>
                  </a:lnTo>
                  <a:lnTo>
                    <a:pt x="15765" y="3344"/>
                  </a:lnTo>
                  <a:lnTo>
                    <a:pt x="19587" y="955"/>
                  </a:lnTo>
                  <a:lnTo>
                    <a:pt x="20065" y="0"/>
                  </a:lnTo>
                  <a:lnTo>
                    <a:pt x="23409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4" name="Freeform 2483">
              <a:extLst>
                <a:ext uri="{FF2B5EF4-FFF2-40B4-BE49-F238E27FC236}">
                  <a16:creationId xmlns:a16="http://schemas.microsoft.com/office/drawing/2014/main" id="{C0DFED89-5DE6-234E-D178-07281015F278}"/>
                </a:ext>
              </a:extLst>
            </p:cNvPr>
            <p:cNvSpPr/>
            <p:nvPr/>
          </p:nvSpPr>
          <p:spPr>
            <a:xfrm>
              <a:off x="4787976" y="5259443"/>
              <a:ext cx="2866" cy="955"/>
            </a:xfrm>
            <a:custGeom>
              <a:avLst/>
              <a:gdLst>
                <a:gd name="csX0" fmla="*/ 2866 w 2866"/>
                <a:gd name="csY0" fmla="*/ 0 h 955"/>
                <a:gd name="csX1" fmla="*/ 0 w 2866"/>
                <a:gd name="csY1" fmla="*/ 956 h 955"/>
                <a:gd name="csX2" fmla="*/ 478 w 2866"/>
                <a:gd name="csY2" fmla="*/ 478 h 955"/>
                <a:gd name="csX3" fmla="*/ 2866 w 2866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955">
                  <a:moveTo>
                    <a:pt x="2866" y="0"/>
                  </a:moveTo>
                  <a:lnTo>
                    <a:pt x="0" y="956"/>
                  </a:lnTo>
                  <a:lnTo>
                    <a:pt x="478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5" name="Freeform 2484">
              <a:extLst>
                <a:ext uri="{FF2B5EF4-FFF2-40B4-BE49-F238E27FC236}">
                  <a16:creationId xmlns:a16="http://schemas.microsoft.com/office/drawing/2014/main" id="{2637D25A-E776-22A1-03C0-9BDB2056A4D1}"/>
                </a:ext>
              </a:extLst>
            </p:cNvPr>
            <p:cNvSpPr/>
            <p:nvPr/>
          </p:nvSpPr>
          <p:spPr>
            <a:xfrm>
              <a:off x="4786065" y="5260398"/>
              <a:ext cx="1911" cy="955"/>
            </a:xfrm>
            <a:custGeom>
              <a:avLst/>
              <a:gdLst>
                <a:gd name="csX0" fmla="*/ 1911 w 1911"/>
                <a:gd name="csY0" fmla="*/ 0 h 955"/>
                <a:gd name="csX1" fmla="*/ 0 w 1911"/>
                <a:gd name="csY1" fmla="*/ 956 h 955"/>
                <a:gd name="csX2" fmla="*/ 0 w 1911"/>
                <a:gd name="csY2" fmla="*/ 956 h 955"/>
                <a:gd name="csX3" fmla="*/ 1911 w 1911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955">
                  <a:moveTo>
                    <a:pt x="1911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6" name="Freeform 2485">
              <a:extLst>
                <a:ext uri="{FF2B5EF4-FFF2-40B4-BE49-F238E27FC236}">
                  <a16:creationId xmlns:a16="http://schemas.microsoft.com/office/drawing/2014/main" id="{A61A065D-8B5E-247B-A8C3-7408CC590CFF}"/>
                </a:ext>
              </a:extLst>
            </p:cNvPr>
            <p:cNvSpPr/>
            <p:nvPr/>
          </p:nvSpPr>
          <p:spPr>
            <a:xfrm>
              <a:off x="4784632" y="3628952"/>
              <a:ext cx="2866" cy="3344"/>
            </a:xfrm>
            <a:custGeom>
              <a:avLst/>
              <a:gdLst>
                <a:gd name="csX0" fmla="*/ 2866 w 2866"/>
                <a:gd name="csY0" fmla="*/ 0 h 3344"/>
                <a:gd name="csX1" fmla="*/ 2389 w 2866"/>
                <a:gd name="csY1" fmla="*/ 1911 h 3344"/>
                <a:gd name="csX2" fmla="*/ 1433 w 2866"/>
                <a:gd name="csY2" fmla="*/ 3344 h 3344"/>
                <a:gd name="csX3" fmla="*/ 478 w 2866"/>
                <a:gd name="csY3" fmla="*/ 3344 h 3344"/>
                <a:gd name="csX4" fmla="*/ 0 w 2866"/>
                <a:gd name="csY4" fmla="*/ 2866 h 3344"/>
                <a:gd name="csX5" fmla="*/ 478 w 2866"/>
                <a:gd name="csY5" fmla="*/ 1433 h 3344"/>
                <a:gd name="csX6" fmla="*/ 1433 w 2866"/>
                <a:gd name="csY6" fmla="*/ 478 h 3344"/>
                <a:gd name="csX7" fmla="*/ 2866 w 2866"/>
                <a:gd name="csY7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344">
                  <a:moveTo>
                    <a:pt x="2866" y="0"/>
                  </a:moveTo>
                  <a:lnTo>
                    <a:pt x="2389" y="1911"/>
                  </a:lnTo>
                  <a:lnTo>
                    <a:pt x="1433" y="3344"/>
                  </a:lnTo>
                  <a:lnTo>
                    <a:pt x="478" y="3344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1433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7" name="Freeform 2486">
              <a:extLst>
                <a:ext uri="{FF2B5EF4-FFF2-40B4-BE49-F238E27FC236}">
                  <a16:creationId xmlns:a16="http://schemas.microsoft.com/office/drawing/2014/main" id="{F77A0C0B-987B-9EED-2993-635ACBD10D6D}"/>
                </a:ext>
              </a:extLst>
            </p:cNvPr>
            <p:cNvSpPr/>
            <p:nvPr/>
          </p:nvSpPr>
          <p:spPr>
            <a:xfrm>
              <a:off x="4784154" y="5242245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478 w 477"/>
                <a:gd name="csY2" fmla="*/ 0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8" name="Freeform 2487">
              <a:extLst>
                <a:ext uri="{FF2B5EF4-FFF2-40B4-BE49-F238E27FC236}">
                  <a16:creationId xmlns:a16="http://schemas.microsoft.com/office/drawing/2014/main" id="{AEE663EC-E2FC-A826-64D4-98F2ADBB8141}"/>
                </a:ext>
              </a:extLst>
            </p:cNvPr>
            <p:cNvSpPr/>
            <p:nvPr/>
          </p:nvSpPr>
          <p:spPr>
            <a:xfrm>
              <a:off x="4780332" y="3663826"/>
              <a:ext cx="3344" cy="2388"/>
            </a:xfrm>
            <a:custGeom>
              <a:avLst/>
              <a:gdLst>
                <a:gd name="csX0" fmla="*/ 3344 w 3344"/>
                <a:gd name="csY0" fmla="*/ 0 h 2388"/>
                <a:gd name="csX1" fmla="*/ 3344 w 3344"/>
                <a:gd name="csY1" fmla="*/ 478 h 2388"/>
                <a:gd name="csX2" fmla="*/ 2867 w 3344"/>
                <a:gd name="csY2" fmla="*/ 1433 h 2388"/>
                <a:gd name="csX3" fmla="*/ 1911 w 3344"/>
                <a:gd name="csY3" fmla="*/ 1911 h 2388"/>
                <a:gd name="csX4" fmla="*/ 1433 w 3344"/>
                <a:gd name="csY4" fmla="*/ 2389 h 2388"/>
                <a:gd name="csX5" fmla="*/ 956 w 3344"/>
                <a:gd name="csY5" fmla="*/ 2389 h 2388"/>
                <a:gd name="csX6" fmla="*/ 0 w 3344"/>
                <a:gd name="csY6" fmla="*/ 1911 h 2388"/>
                <a:gd name="csX7" fmla="*/ 0 w 3344"/>
                <a:gd name="csY7" fmla="*/ 1433 h 2388"/>
                <a:gd name="csX8" fmla="*/ 956 w 3344"/>
                <a:gd name="csY8" fmla="*/ 478 h 2388"/>
                <a:gd name="csX9" fmla="*/ 2389 w 3344"/>
                <a:gd name="csY9" fmla="*/ 0 h 2388"/>
                <a:gd name="csX10" fmla="*/ 3344 w 3344"/>
                <a:gd name="csY10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2388">
                  <a:moveTo>
                    <a:pt x="3344" y="0"/>
                  </a:moveTo>
                  <a:lnTo>
                    <a:pt x="3344" y="478"/>
                  </a:lnTo>
                  <a:lnTo>
                    <a:pt x="2867" y="1433"/>
                  </a:lnTo>
                  <a:lnTo>
                    <a:pt x="1911" y="1911"/>
                  </a:lnTo>
                  <a:lnTo>
                    <a:pt x="1433" y="2389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9" name="Freeform 2488">
              <a:extLst>
                <a:ext uri="{FF2B5EF4-FFF2-40B4-BE49-F238E27FC236}">
                  <a16:creationId xmlns:a16="http://schemas.microsoft.com/office/drawing/2014/main" id="{9016D271-2F75-4C7E-3BB1-205888654F2B}"/>
                </a:ext>
              </a:extLst>
            </p:cNvPr>
            <p:cNvSpPr/>
            <p:nvPr/>
          </p:nvSpPr>
          <p:spPr>
            <a:xfrm>
              <a:off x="4781288" y="5264220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0 w 2388"/>
                <a:gd name="csY1" fmla="*/ 478 h 477"/>
                <a:gd name="csX2" fmla="*/ 478 w 2388"/>
                <a:gd name="csY2" fmla="*/ 478 h 477"/>
                <a:gd name="csX3" fmla="*/ 2389 w 2388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0" y="478"/>
                  </a:lnTo>
                  <a:lnTo>
                    <a:pt x="478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0" name="Freeform 2489">
              <a:extLst>
                <a:ext uri="{FF2B5EF4-FFF2-40B4-BE49-F238E27FC236}">
                  <a16:creationId xmlns:a16="http://schemas.microsoft.com/office/drawing/2014/main" id="{6F517392-54FB-1D4B-9615-54BBEBE93BCD}"/>
                </a:ext>
              </a:extLst>
            </p:cNvPr>
            <p:cNvSpPr/>
            <p:nvPr/>
          </p:nvSpPr>
          <p:spPr>
            <a:xfrm>
              <a:off x="4781288" y="5245111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478 w 477"/>
                <a:gd name="csY2" fmla="*/ 0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1" name="Freeform 2490">
              <a:extLst>
                <a:ext uri="{FF2B5EF4-FFF2-40B4-BE49-F238E27FC236}">
                  <a16:creationId xmlns:a16="http://schemas.microsoft.com/office/drawing/2014/main" id="{EAB01D7B-DFEF-B3DC-4982-FFB814211FE1}"/>
                </a:ext>
              </a:extLst>
            </p:cNvPr>
            <p:cNvSpPr/>
            <p:nvPr/>
          </p:nvSpPr>
          <p:spPr>
            <a:xfrm>
              <a:off x="4780332" y="5246066"/>
              <a:ext cx="955" cy="2866"/>
            </a:xfrm>
            <a:custGeom>
              <a:avLst/>
              <a:gdLst>
                <a:gd name="csX0" fmla="*/ 956 w 955"/>
                <a:gd name="csY0" fmla="*/ 0 h 2866"/>
                <a:gd name="csX1" fmla="*/ 956 w 955"/>
                <a:gd name="csY1" fmla="*/ 1433 h 2866"/>
                <a:gd name="csX2" fmla="*/ 0 w 955"/>
                <a:gd name="csY2" fmla="*/ 2866 h 2866"/>
                <a:gd name="csX3" fmla="*/ 0 w 955"/>
                <a:gd name="csY3" fmla="*/ 2866 h 2866"/>
                <a:gd name="csX4" fmla="*/ 956 w 955"/>
                <a:gd name="csY4" fmla="*/ 1433 h 2866"/>
                <a:gd name="csX5" fmla="*/ 956 w 955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2866">
                  <a:moveTo>
                    <a:pt x="956" y="0"/>
                  </a:moveTo>
                  <a:lnTo>
                    <a:pt x="956" y="1433"/>
                  </a:lnTo>
                  <a:lnTo>
                    <a:pt x="0" y="2866"/>
                  </a:lnTo>
                  <a:lnTo>
                    <a:pt x="0" y="2866"/>
                  </a:lnTo>
                  <a:lnTo>
                    <a:pt x="956" y="1433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2" name="Freeform 2491">
              <a:extLst>
                <a:ext uri="{FF2B5EF4-FFF2-40B4-BE49-F238E27FC236}">
                  <a16:creationId xmlns:a16="http://schemas.microsoft.com/office/drawing/2014/main" id="{927B4AB2-5CF8-60DD-FFC5-38150BC29280}"/>
                </a:ext>
              </a:extLst>
            </p:cNvPr>
            <p:cNvSpPr/>
            <p:nvPr/>
          </p:nvSpPr>
          <p:spPr>
            <a:xfrm>
              <a:off x="4779854" y="5321548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478 w 955"/>
                <a:gd name="csY1" fmla="*/ 956 h 1433"/>
                <a:gd name="csX2" fmla="*/ 0 w 955"/>
                <a:gd name="csY2" fmla="*/ 1433 h 1433"/>
                <a:gd name="csX3" fmla="*/ 0 w 955"/>
                <a:gd name="csY3" fmla="*/ 1433 h 1433"/>
                <a:gd name="csX4" fmla="*/ 478 w 955"/>
                <a:gd name="csY4" fmla="*/ 956 h 1433"/>
                <a:gd name="csX5" fmla="*/ 956 w 955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478" y="956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3" name="Freeform 2492">
              <a:extLst>
                <a:ext uri="{FF2B5EF4-FFF2-40B4-BE49-F238E27FC236}">
                  <a16:creationId xmlns:a16="http://schemas.microsoft.com/office/drawing/2014/main" id="{6B11A358-D6F5-31B6-DFB3-EEC7B2D990D8}"/>
                </a:ext>
              </a:extLst>
            </p:cNvPr>
            <p:cNvSpPr/>
            <p:nvPr/>
          </p:nvSpPr>
          <p:spPr>
            <a:xfrm>
              <a:off x="3087737" y="2821112"/>
              <a:ext cx="1692117" cy="1076324"/>
            </a:xfrm>
            <a:custGeom>
              <a:avLst/>
              <a:gdLst>
                <a:gd name="csX0" fmla="*/ 1691640 w 1692117"/>
                <a:gd name="csY0" fmla="*/ 800675 h 1076324"/>
                <a:gd name="csX1" fmla="*/ 1692118 w 1692117"/>
                <a:gd name="csY1" fmla="*/ 802108 h 1076324"/>
                <a:gd name="csX2" fmla="*/ 1691640 w 1692117"/>
                <a:gd name="csY2" fmla="*/ 803541 h 1076324"/>
                <a:gd name="csX3" fmla="*/ 1684952 w 1692117"/>
                <a:gd name="csY3" fmla="*/ 809751 h 1076324"/>
                <a:gd name="csX4" fmla="*/ 1679697 w 1692117"/>
                <a:gd name="csY4" fmla="*/ 813573 h 1076324"/>
                <a:gd name="csX5" fmla="*/ 1674442 w 1692117"/>
                <a:gd name="csY5" fmla="*/ 816917 h 1076324"/>
                <a:gd name="csX6" fmla="*/ 1665843 w 1692117"/>
                <a:gd name="csY6" fmla="*/ 823606 h 1076324"/>
                <a:gd name="csX7" fmla="*/ 1665365 w 1692117"/>
                <a:gd name="csY7" fmla="*/ 824083 h 1076324"/>
                <a:gd name="csX8" fmla="*/ 1663454 w 1692117"/>
                <a:gd name="csY8" fmla="*/ 824083 h 1076324"/>
                <a:gd name="csX9" fmla="*/ 1659632 w 1692117"/>
                <a:gd name="csY9" fmla="*/ 823128 h 1076324"/>
                <a:gd name="csX10" fmla="*/ 1656288 w 1692117"/>
                <a:gd name="csY10" fmla="*/ 823128 h 1076324"/>
                <a:gd name="csX11" fmla="*/ 1650078 w 1692117"/>
                <a:gd name="csY11" fmla="*/ 824561 h 1076324"/>
                <a:gd name="csX12" fmla="*/ 1648644 w 1692117"/>
                <a:gd name="csY12" fmla="*/ 825039 h 1076324"/>
                <a:gd name="csX13" fmla="*/ 1645300 w 1692117"/>
                <a:gd name="csY13" fmla="*/ 827427 h 1076324"/>
                <a:gd name="csX14" fmla="*/ 1643867 w 1692117"/>
                <a:gd name="csY14" fmla="*/ 827905 h 1076324"/>
                <a:gd name="csX15" fmla="*/ 1640523 w 1692117"/>
                <a:gd name="csY15" fmla="*/ 828383 h 1076324"/>
                <a:gd name="csX16" fmla="*/ 1637179 w 1692117"/>
                <a:gd name="csY16" fmla="*/ 827905 h 1076324"/>
                <a:gd name="csX17" fmla="*/ 1635746 w 1692117"/>
                <a:gd name="csY17" fmla="*/ 828383 h 1076324"/>
                <a:gd name="csX18" fmla="*/ 1633835 w 1692117"/>
                <a:gd name="csY18" fmla="*/ 829338 h 1076324"/>
                <a:gd name="csX19" fmla="*/ 1633357 w 1692117"/>
                <a:gd name="csY19" fmla="*/ 829816 h 1076324"/>
                <a:gd name="csX20" fmla="*/ 1632879 w 1692117"/>
                <a:gd name="csY20" fmla="*/ 831727 h 1076324"/>
                <a:gd name="csX21" fmla="*/ 1624758 w 1692117"/>
                <a:gd name="csY21" fmla="*/ 840326 h 1076324"/>
                <a:gd name="csX22" fmla="*/ 1622847 w 1692117"/>
                <a:gd name="csY22" fmla="*/ 843193 h 1076324"/>
                <a:gd name="csX23" fmla="*/ 1618547 w 1692117"/>
                <a:gd name="csY23" fmla="*/ 846059 h 1076324"/>
                <a:gd name="csX24" fmla="*/ 1613770 w 1692117"/>
                <a:gd name="csY24" fmla="*/ 851314 h 1076324"/>
                <a:gd name="csX25" fmla="*/ 1609948 w 1692117"/>
                <a:gd name="csY25" fmla="*/ 853225 h 1076324"/>
                <a:gd name="csX26" fmla="*/ 1608515 w 1692117"/>
                <a:gd name="csY26" fmla="*/ 856569 h 1076324"/>
                <a:gd name="csX27" fmla="*/ 1604693 w 1692117"/>
                <a:gd name="csY27" fmla="*/ 858002 h 1076324"/>
                <a:gd name="csX28" fmla="*/ 1597527 w 1692117"/>
                <a:gd name="csY28" fmla="*/ 858480 h 1076324"/>
                <a:gd name="csX29" fmla="*/ 1594183 w 1692117"/>
                <a:gd name="csY29" fmla="*/ 858958 h 1076324"/>
                <a:gd name="csX30" fmla="*/ 1589884 w 1692117"/>
                <a:gd name="csY30" fmla="*/ 858480 h 1076324"/>
                <a:gd name="csX31" fmla="*/ 1587017 w 1692117"/>
                <a:gd name="csY31" fmla="*/ 859435 h 1076324"/>
                <a:gd name="csX32" fmla="*/ 1582718 w 1692117"/>
                <a:gd name="csY32" fmla="*/ 859913 h 1076324"/>
                <a:gd name="csX33" fmla="*/ 1580329 w 1692117"/>
                <a:gd name="csY33" fmla="*/ 859435 h 1076324"/>
                <a:gd name="csX34" fmla="*/ 1571730 w 1692117"/>
                <a:gd name="csY34" fmla="*/ 862302 h 1076324"/>
                <a:gd name="csX35" fmla="*/ 1569819 w 1692117"/>
                <a:gd name="csY35" fmla="*/ 859913 h 1076324"/>
                <a:gd name="csX36" fmla="*/ 1567908 w 1692117"/>
                <a:gd name="csY36" fmla="*/ 858958 h 1076324"/>
                <a:gd name="csX37" fmla="*/ 1563131 w 1692117"/>
                <a:gd name="csY37" fmla="*/ 858480 h 1076324"/>
                <a:gd name="csX38" fmla="*/ 1559309 w 1692117"/>
                <a:gd name="csY38" fmla="*/ 857524 h 1076324"/>
                <a:gd name="csX39" fmla="*/ 1555487 w 1692117"/>
                <a:gd name="csY39" fmla="*/ 857524 h 1076324"/>
                <a:gd name="csX40" fmla="*/ 1552143 w 1692117"/>
                <a:gd name="csY40" fmla="*/ 856569 h 1076324"/>
                <a:gd name="csX41" fmla="*/ 1549754 w 1692117"/>
                <a:gd name="csY41" fmla="*/ 856569 h 1076324"/>
                <a:gd name="csX42" fmla="*/ 1547366 w 1692117"/>
                <a:gd name="csY42" fmla="*/ 857047 h 1076324"/>
                <a:gd name="csX43" fmla="*/ 1544022 w 1692117"/>
                <a:gd name="csY43" fmla="*/ 857047 h 1076324"/>
                <a:gd name="csX44" fmla="*/ 1541633 w 1692117"/>
                <a:gd name="csY44" fmla="*/ 858480 h 1076324"/>
                <a:gd name="csX45" fmla="*/ 1534945 w 1692117"/>
                <a:gd name="csY45" fmla="*/ 858002 h 1076324"/>
                <a:gd name="csX46" fmla="*/ 1532078 w 1692117"/>
                <a:gd name="csY46" fmla="*/ 856569 h 1076324"/>
                <a:gd name="csX47" fmla="*/ 1529690 w 1692117"/>
                <a:gd name="csY47" fmla="*/ 856569 h 1076324"/>
                <a:gd name="csX48" fmla="*/ 1526346 w 1692117"/>
                <a:gd name="csY48" fmla="*/ 856569 h 1076324"/>
                <a:gd name="csX49" fmla="*/ 1523479 w 1692117"/>
                <a:gd name="csY49" fmla="*/ 857524 h 1076324"/>
                <a:gd name="csX50" fmla="*/ 1516791 w 1692117"/>
                <a:gd name="csY50" fmla="*/ 856569 h 1076324"/>
                <a:gd name="csX51" fmla="*/ 1509625 w 1692117"/>
                <a:gd name="csY51" fmla="*/ 857524 h 1076324"/>
                <a:gd name="csX52" fmla="*/ 1503415 w 1692117"/>
                <a:gd name="csY52" fmla="*/ 857047 h 1076324"/>
                <a:gd name="csX53" fmla="*/ 1501504 w 1692117"/>
                <a:gd name="csY53" fmla="*/ 856091 h 1076324"/>
                <a:gd name="csX54" fmla="*/ 1491949 w 1692117"/>
                <a:gd name="csY54" fmla="*/ 858002 h 1076324"/>
                <a:gd name="csX55" fmla="*/ 1488127 w 1692117"/>
                <a:gd name="csY55" fmla="*/ 857047 h 1076324"/>
                <a:gd name="csX56" fmla="*/ 1484783 w 1692117"/>
                <a:gd name="csY56" fmla="*/ 859435 h 1076324"/>
                <a:gd name="csX57" fmla="*/ 1482394 w 1692117"/>
                <a:gd name="csY57" fmla="*/ 858958 h 1076324"/>
                <a:gd name="csX58" fmla="*/ 1480006 w 1692117"/>
                <a:gd name="csY58" fmla="*/ 859435 h 1076324"/>
                <a:gd name="csX59" fmla="*/ 1479051 w 1692117"/>
                <a:gd name="csY59" fmla="*/ 858958 h 1076324"/>
                <a:gd name="csX60" fmla="*/ 1477140 w 1692117"/>
                <a:gd name="csY60" fmla="*/ 859435 h 1076324"/>
                <a:gd name="csX61" fmla="*/ 1476184 w 1692117"/>
                <a:gd name="csY61" fmla="*/ 860869 h 1076324"/>
                <a:gd name="csX62" fmla="*/ 1474751 w 1692117"/>
                <a:gd name="csY62" fmla="*/ 860869 h 1076324"/>
                <a:gd name="csX63" fmla="*/ 1472362 w 1692117"/>
                <a:gd name="csY63" fmla="*/ 863257 h 1076324"/>
                <a:gd name="csX64" fmla="*/ 1468540 w 1692117"/>
                <a:gd name="csY64" fmla="*/ 865646 h 1076324"/>
                <a:gd name="csX65" fmla="*/ 1462808 w 1692117"/>
                <a:gd name="csY65" fmla="*/ 876634 h 1076324"/>
                <a:gd name="csX66" fmla="*/ 1462330 w 1692117"/>
                <a:gd name="csY66" fmla="*/ 880933 h 1076324"/>
                <a:gd name="csX67" fmla="*/ 1459941 w 1692117"/>
                <a:gd name="csY67" fmla="*/ 883800 h 1076324"/>
                <a:gd name="csX68" fmla="*/ 1458030 w 1692117"/>
                <a:gd name="csY68" fmla="*/ 883800 h 1076324"/>
                <a:gd name="csX69" fmla="*/ 1456597 w 1692117"/>
                <a:gd name="csY69" fmla="*/ 884277 h 1076324"/>
                <a:gd name="csX70" fmla="*/ 1446565 w 1692117"/>
                <a:gd name="csY70" fmla="*/ 886188 h 1076324"/>
                <a:gd name="csX71" fmla="*/ 1441787 w 1692117"/>
                <a:gd name="csY71" fmla="*/ 887621 h 1076324"/>
                <a:gd name="csX72" fmla="*/ 1443221 w 1692117"/>
                <a:gd name="csY72" fmla="*/ 889055 h 1076324"/>
                <a:gd name="csX73" fmla="*/ 1441787 w 1692117"/>
                <a:gd name="csY73" fmla="*/ 890010 h 1076324"/>
                <a:gd name="csX74" fmla="*/ 1439399 w 1692117"/>
                <a:gd name="csY74" fmla="*/ 890488 h 1076324"/>
                <a:gd name="csX75" fmla="*/ 1436533 w 1692117"/>
                <a:gd name="csY75" fmla="*/ 891921 h 1076324"/>
                <a:gd name="csX76" fmla="*/ 1435099 w 1692117"/>
                <a:gd name="csY76" fmla="*/ 892876 h 1076324"/>
                <a:gd name="csX77" fmla="*/ 1434144 w 1692117"/>
                <a:gd name="csY77" fmla="*/ 894787 h 1076324"/>
                <a:gd name="csX78" fmla="*/ 1428889 w 1692117"/>
                <a:gd name="csY78" fmla="*/ 898131 h 1076324"/>
                <a:gd name="csX79" fmla="*/ 1423156 w 1692117"/>
                <a:gd name="csY79" fmla="*/ 904820 h 1076324"/>
                <a:gd name="csX80" fmla="*/ 1420290 w 1692117"/>
                <a:gd name="csY80" fmla="*/ 910075 h 1076324"/>
                <a:gd name="csX81" fmla="*/ 1416946 w 1692117"/>
                <a:gd name="csY81" fmla="*/ 913897 h 1076324"/>
                <a:gd name="csX82" fmla="*/ 1414079 w 1692117"/>
                <a:gd name="csY82" fmla="*/ 915330 h 1076324"/>
                <a:gd name="csX83" fmla="*/ 1412646 w 1692117"/>
                <a:gd name="csY83" fmla="*/ 915330 h 1076324"/>
                <a:gd name="csX84" fmla="*/ 1410735 w 1692117"/>
                <a:gd name="csY84" fmla="*/ 914852 h 1076324"/>
                <a:gd name="csX85" fmla="*/ 1407869 w 1692117"/>
                <a:gd name="csY85" fmla="*/ 913419 h 1076324"/>
                <a:gd name="csX86" fmla="*/ 1405480 w 1692117"/>
                <a:gd name="csY86" fmla="*/ 912941 h 1076324"/>
                <a:gd name="csX87" fmla="*/ 1400225 w 1692117"/>
                <a:gd name="csY87" fmla="*/ 910552 h 1076324"/>
                <a:gd name="csX88" fmla="*/ 1387804 w 1692117"/>
                <a:gd name="csY88" fmla="*/ 908164 h 1076324"/>
                <a:gd name="csX89" fmla="*/ 1389715 w 1692117"/>
                <a:gd name="csY89" fmla="*/ 909119 h 1076324"/>
                <a:gd name="csX90" fmla="*/ 1391148 w 1692117"/>
                <a:gd name="csY90" fmla="*/ 910552 h 1076324"/>
                <a:gd name="csX91" fmla="*/ 1394492 w 1692117"/>
                <a:gd name="csY91" fmla="*/ 911030 h 1076324"/>
                <a:gd name="csX92" fmla="*/ 1397837 w 1692117"/>
                <a:gd name="csY92" fmla="*/ 911030 h 1076324"/>
                <a:gd name="csX93" fmla="*/ 1405002 w 1692117"/>
                <a:gd name="csY93" fmla="*/ 913897 h 1076324"/>
                <a:gd name="csX94" fmla="*/ 1408346 w 1692117"/>
                <a:gd name="csY94" fmla="*/ 914852 h 1076324"/>
                <a:gd name="csX95" fmla="*/ 1410257 w 1692117"/>
                <a:gd name="csY95" fmla="*/ 915807 h 1076324"/>
                <a:gd name="csX96" fmla="*/ 1412168 w 1692117"/>
                <a:gd name="csY96" fmla="*/ 918196 h 1076324"/>
                <a:gd name="csX97" fmla="*/ 1411213 w 1692117"/>
                <a:gd name="csY97" fmla="*/ 922018 h 1076324"/>
                <a:gd name="csX98" fmla="*/ 1409780 w 1692117"/>
                <a:gd name="csY98" fmla="*/ 925362 h 1076324"/>
                <a:gd name="csX99" fmla="*/ 1407869 w 1692117"/>
                <a:gd name="csY99" fmla="*/ 927751 h 1076324"/>
                <a:gd name="csX100" fmla="*/ 1401658 w 1692117"/>
                <a:gd name="csY100" fmla="*/ 933961 h 1076324"/>
                <a:gd name="csX101" fmla="*/ 1398792 w 1692117"/>
                <a:gd name="csY101" fmla="*/ 936350 h 1076324"/>
                <a:gd name="csX102" fmla="*/ 1394014 w 1692117"/>
                <a:gd name="csY102" fmla="*/ 943993 h 1076324"/>
                <a:gd name="csX103" fmla="*/ 1388760 w 1692117"/>
                <a:gd name="csY103" fmla="*/ 947338 h 1076324"/>
                <a:gd name="csX104" fmla="*/ 1385893 w 1692117"/>
                <a:gd name="csY104" fmla="*/ 949248 h 1076324"/>
                <a:gd name="csX105" fmla="*/ 1382549 w 1692117"/>
                <a:gd name="csY105" fmla="*/ 953070 h 1076324"/>
                <a:gd name="csX106" fmla="*/ 1375383 w 1692117"/>
                <a:gd name="csY106" fmla="*/ 955459 h 1076324"/>
                <a:gd name="csX107" fmla="*/ 1372995 w 1692117"/>
                <a:gd name="csY107" fmla="*/ 955937 h 1076324"/>
                <a:gd name="csX108" fmla="*/ 1370606 w 1692117"/>
                <a:gd name="csY108" fmla="*/ 955937 h 1076324"/>
                <a:gd name="csX109" fmla="*/ 1367739 w 1692117"/>
                <a:gd name="csY109" fmla="*/ 957848 h 1076324"/>
                <a:gd name="csX110" fmla="*/ 1363918 w 1692117"/>
                <a:gd name="csY110" fmla="*/ 959281 h 1076324"/>
                <a:gd name="csX111" fmla="*/ 1362962 w 1692117"/>
                <a:gd name="csY111" fmla="*/ 961192 h 1076324"/>
                <a:gd name="csX112" fmla="*/ 1354841 w 1692117"/>
                <a:gd name="csY112" fmla="*/ 966447 h 1076324"/>
                <a:gd name="csX113" fmla="*/ 1351497 w 1692117"/>
                <a:gd name="csY113" fmla="*/ 966924 h 1076324"/>
                <a:gd name="csX114" fmla="*/ 1348630 w 1692117"/>
                <a:gd name="csY114" fmla="*/ 968358 h 1076324"/>
                <a:gd name="csX115" fmla="*/ 1347675 w 1692117"/>
                <a:gd name="csY115" fmla="*/ 970746 h 1076324"/>
                <a:gd name="csX116" fmla="*/ 1345286 w 1692117"/>
                <a:gd name="csY116" fmla="*/ 972180 h 1076324"/>
                <a:gd name="csX117" fmla="*/ 1344808 w 1692117"/>
                <a:gd name="csY117" fmla="*/ 973135 h 1076324"/>
                <a:gd name="csX118" fmla="*/ 1342898 w 1692117"/>
                <a:gd name="csY118" fmla="*/ 976479 h 1076324"/>
                <a:gd name="csX119" fmla="*/ 1339076 w 1692117"/>
                <a:gd name="csY119" fmla="*/ 980779 h 1076324"/>
                <a:gd name="csX120" fmla="*/ 1334298 w 1692117"/>
                <a:gd name="csY120" fmla="*/ 981256 h 1076324"/>
                <a:gd name="csX121" fmla="*/ 1332388 w 1692117"/>
                <a:gd name="csY121" fmla="*/ 982689 h 1076324"/>
                <a:gd name="csX122" fmla="*/ 1330477 w 1692117"/>
                <a:gd name="csY122" fmla="*/ 985078 h 1076324"/>
                <a:gd name="csX123" fmla="*/ 1327610 w 1692117"/>
                <a:gd name="csY123" fmla="*/ 986989 h 1076324"/>
                <a:gd name="csX124" fmla="*/ 1322355 w 1692117"/>
                <a:gd name="csY124" fmla="*/ 986034 h 1076324"/>
                <a:gd name="csX125" fmla="*/ 1323788 w 1692117"/>
                <a:gd name="csY125" fmla="*/ 986989 h 1076324"/>
                <a:gd name="csX126" fmla="*/ 1328566 w 1692117"/>
                <a:gd name="csY126" fmla="*/ 988422 h 1076324"/>
                <a:gd name="csX127" fmla="*/ 1329043 w 1692117"/>
                <a:gd name="csY127" fmla="*/ 990811 h 1076324"/>
                <a:gd name="csX128" fmla="*/ 1326655 w 1692117"/>
                <a:gd name="csY128" fmla="*/ 991289 h 1076324"/>
                <a:gd name="csX129" fmla="*/ 1321400 w 1692117"/>
                <a:gd name="csY129" fmla="*/ 994633 h 1076324"/>
                <a:gd name="csX130" fmla="*/ 1314712 w 1692117"/>
                <a:gd name="csY130" fmla="*/ 999410 h 1076324"/>
                <a:gd name="csX131" fmla="*/ 1314234 w 1692117"/>
                <a:gd name="csY131" fmla="*/ 999410 h 1076324"/>
                <a:gd name="csX132" fmla="*/ 1313278 w 1692117"/>
                <a:gd name="csY132" fmla="*/ 999888 h 1076324"/>
                <a:gd name="csX133" fmla="*/ 1311367 w 1692117"/>
                <a:gd name="csY133" fmla="*/ 999410 h 1076324"/>
                <a:gd name="csX134" fmla="*/ 1308979 w 1692117"/>
                <a:gd name="csY134" fmla="*/ 1000365 h 1076324"/>
                <a:gd name="csX135" fmla="*/ 1305157 w 1692117"/>
                <a:gd name="csY135" fmla="*/ 1002276 h 1076324"/>
                <a:gd name="csX136" fmla="*/ 1300857 w 1692117"/>
                <a:gd name="csY136" fmla="*/ 1005621 h 1076324"/>
                <a:gd name="csX137" fmla="*/ 1292736 w 1692117"/>
                <a:gd name="csY137" fmla="*/ 1012787 h 1076324"/>
                <a:gd name="csX138" fmla="*/ 1292736 w 1692117"/>
                <a:gd name="csY138" fmla="*/ 1012787 h 1076324"/>
                <a:gd name="csX139" fmla="*/ 1292736 w 1692117"/>
                <a:gd name="csY139" fmla="*/ 1012787 h 1076324"/>
                <a:gd name="csX140" fmla="*/ 1292258 w 1692117"/>
                <a:gd name="csY140" fmla="*/ 1012787 h 1076324"/>
                <a:gd name="csX141" fmla="*/ 1289870 w 1692117"/>
                <a:gd name="csY141" fmla="*/ 1014697 h 1076324"/>
                <a:gd name="csX142" fmla="*/ 1287481 w 1692117"/>
                <a:gd name="csY142" fmla="*/ 1015653 h 1076324"/>
                <a:gd name="csX143" fmla="*/ 1282226 w 1692117"/>
                <a:gd name="csY143" fmla="*/ 1017564 h 1076324"/>
                <a:gd name="csX144" fmla="*/ 1280793 w 1692117"/>
                <a:gd name="csY144" fmla="*/ 1018519 h 1076324"/>
                <a:gd name="csX145" fmla="*/ 1278882 w 1692117"/>
                <a:gd name="csY145" fmla="*/ 1018997 h 1076324"/>
                <a:gd name="csX146" fmla="*/ 1276971 w 1692117"/>
                <a:gd name="csY146" fmla="*/ 1018997 h 1076324"/>
                <a:gd name="csX147" fmla="*/ 1275060 w 1692117"/>
                <a:gd name="csY147" fmla="*/ 1019475 h 1076324"/>
                <a:gd name="csX148" fmla="*/ 1273149 w 1692117"/>
                <a:gd name="csY148" fmla="*/ 1020430 h 1076324"/>
                <a:gd name="csX149" fmla="*/ 1269327 w 1692117"/>
                <a:gd name="csY149" fmla="*/ 1023296 h 1076324"/>
                <a:gd name="csX150" fmla="*/ 1268372 w 1692117"/>
                <a:gd name="csY150" fmla="*/ 1023296 h 1076324"/>
                <a:gd name="csX151" fmla="*/ 1267894 w 1692117"/>
                <a:gd name="csY151" fmla="*/ 1022819 h 1076324"/>
                <a:gd name="csX152" fmla="*/ 1267894 w 1692117"/>
                <a:gd name="csY152" fmla="*/ 1022341 h 1076324"/>
                <a:gd name="csX153" fmla="*/ 1268372 w 1692117"/>
                <a:gd name="csY153" fmla="*/ 1021863 h 1076324"/>
                <a:gd name="csX154" fmla="*/ 1271238 w 1692117"/>
                <a:gd name="csY154" fmla="*/ 1020430 h 1076324"/>
                <a:gd name="csX155" fmla="*/ 1270760 w 1692117"/>
                <a:gd name="csY155" fmla="*/ 1019953 h 1076324"/>
                <a:gd name="csX156" fmla="*/ 1269805 w 1692117"/>
                <a:gd name="csY156" fmla="*/ 1020430 h 1076324"/>
                <a:gd name="csX157" fmla="*/ 1268850 w 1692117"/>
                <a:gd name="csY157" fmla="*/ 1021386 h 1076324"/>
                <a:gd name="csX158" fmla="*/ 1268372 w 1692117"/>
                <a:gd name="csY158" fmla="*/ 1021386 h 1076324"/>
                <a:gd name="csX159" fmla="*/ 1268372 w 1692117"/>
                <a:gd name="csY159" fmla="*/ 1019953 h 1076324"/>
                <a:gd name="csX160" fmla="*/ 1267894 w 1692117"/>
                <a:gd name="csY160" fmla="*/ 1019953 h 1076324"/>
                <a:gd name="csX161" fmla="*/ 1265983 w 1692117"/>
                <a:gd name="csY161" fmla="*/ 1020430 h 1076324"/>
                <a:gd name="csX162" fmla="*/ 1265028 w 1692117"/>
                <a:gd name="csY162" fmla="*/ 1020908 h 1076324"/>
                <a:gd name="csX163" fmla="*/ 1264550 w 1692117"/>
                <a:gd name="csY163" fmla="*/ 1020430 h 1076324"/>
                <a:gd name="csX164" fmla="*/ 1264072 w 1692117"/>
                <a:gd name="csY164" fmla="*/ 1020430 h 1076324"/>
                <a:gd name="csX165" fmla="*/ 1263594 w 1692117"/>
                <a:gd name="csY165" fmla="*/ 1020908 h 1076324"/>
                <a:gd name="csX166" fmla="*/ 1262639 w 1692117"/>
                <a:gd name="csY166" fmla="*/ 1020430 h 1076324"/>
                <a:gd name="csX167" fmla="*/ 1261206 w 1692117"/>
                <a:gd name="csY167" fmla="*/ 1020908 h 1076324"/>
                <a:gd name="csX168" fmla="*/ 1258339 w 1692117"/>
                <a:gd name="csY168" fmla="*/ 1021863 h 1076324"/>
                <a:gd name="csX169" fmla="*/ 1257384 w 1692117"/>
                <a:gd name="csY169" fmla="*/ 1022819 h 1076324"/>
                <a:gd name="csX170" fmla="*/ 1257384 w 1692117"/>
                <a:gd name="csY170" fmla="*/ 1022819 h 1076324"/>
                <a:gd name="csX171" fmla="*/ 1260250 w 1692117"/>
                <a:gd name="csY171" fmla="*/ 1021863 h 1076324"/>
                <a:gd name="csX172" fmla="*/ 1261684 w 1692117"/>
                <a:gd name="csY172" fmla="*/ 1021386 h 1076324"/>
                <a:gd name="csX173" fmla="*/ 1262639 w 1692117"/>
                <a:gd name="csY173" fmla="*/ 1021386 h 1076324"/>
                <a:gd name="csX174" fmla="*/ 1262639 w 1692117"/>
                <a:gd name="csY174" fmla="*/ 1021386 h 1076324"/>
                <a:gd name="csX175" fmla="*/ 1262639 w 1692117"/>
                <a:gd name="csY175" fmla="*/ 1022341 h 1076324"/>
                <a:gd name="csX176" fmla="*/ 1262639 w 1692117"/>
                <a:gd name="csY176" fmla="*/ 1022341 h 1076324"/>
                <a:gd name="csX177" fmla="*/ 1263117 w 1692117"/>
                <a:gd name="csY177" fmla="*/ 1022819 h 1076324"/>
                <a:gd name="csX178" fmla="*/ 1263594 w 1692117"/>
                <a:gd name="csY178" fmla="*/ 1022341 h 1076324"/>
                <a:gd name="csX179" fmla="*/ 1263594 w 1692117"/>
                <a:gd name="csY179" fmla="*/ 1022341 h 1076324"/>
                <a:gd name="csX180" fmla="*/ 1263117 w 1692117"/>
                <a:gd name="csY180" fmla="*/ 1022341 h 1076324"/>
                <a:gd name="csX181" fmla="*/ 1263117 w 1692117"/>
                <a:gd name="csY181" fmla="*/ 1021863 h 1076324"/>
                <a:gd name="csX182" fmla="*/ 1263594 w 1692117"/>
                <a:gd name="csY182" fmla="*/ 1021386 h 1076324"/>
                <a:gd name="csX183" fmla="*/ 1266461 w 1692117"/>
                <a:gd name="csY183" fmla="*/ 1020908 h 1076324"/>
                <a:gd name="csX184" fmla="*/ 1267416 w 1692117"/>
                <a:gd name="csY184" fmla="*/ 1021386 h 1076324"/>
                <a:gd name="csX185" fmla="*/ 1266461 w 1692117"/>
                <a:gd name="csY185" fmla="*/ 1023296 h 1076324"/>
                <a:gd name="csX186" fmla="*/ 1266939 w 1692117"/>
                <a:gd name="csY186" fmla="*/ 1023774 h 1076324"/>
                <a:gd name="csX187" fmla="*/ 1268372 w 1692117"/>
                <a:gd name="csY187" fmla="*/ 1023774 h 1076324"/>
                <a:gd name="csX188" fmla="*/ 1269805 w 1692117"/>
                <a:gd name="csY188" fmla="*/ 1023296 h 1076324"/>
                <a:gd name="csX189" fmla="*/ 1271238 w 1692117"/>
                <a:gd name="csY189" fmla="*/ 1022819 h 1076324"/>
                <a:gd name="csX190" fmla="*/ 1271716 w 1692117"/>
                <a:gd name="csY190" fmla="*/ 1022819 h 1076324"/>
                <a:gd name="csX191" fmla="*/ 1271238 w 1692117"/>
                <a:gd name="csY191" fmla="*/ 1023296 h 1076324"/>
                <a:gd name="csX192" fmla="*/ 1270283 w 1692117"/>
                <a:gd name="csY192" fmla="*/ 1024252 h 1076324"/>
                <a:gd name="csX193" fmla="*/ 1268372 w 1692117"/>
                <a:gd name="csY193" fmla="*/ 1025207 h 1076324"/>
                <a:gd name="csX194" fmla="*/ 1268372 w 1692117"/>
                <a:gd name="csY194" fmla="*/ 1026163 h 1076324"/>
                <a:gd name="csX195" fmla="*/ 1268372 w 1692117"/>
                <a:gd name="csY195" fmla="*/ 1026641 h 1076324"/>
                <a:gd name="csX196" fmla="*/ 1268850 w 1692117"/>
                <a:gd name="csY196" fmla="*/ 1026163 h 1076324"/>
                <a:gd name="csX197" fmla="*/ 1270760 w 1692117"/>
                <a:gd name="csY197" fmla="*/ 1026163 h 1076324"/>
                <a:gd name="csX198" fmla="*/ 1271716 w 1692117"/>
                <a:gd name="csY198" fmla="*/ 1026163 h 1076324"/>
                <a:gd name="csX199" fmla="*/ 1271238 w 1692117"/>
                <a:gd name="csY199" fmla="*/ 1026641 h 1076324"/>
                <a:gd name="csX200" fmla="*/ 1270283 w 1692117"/>
                <a:gd name="csY200" fmla="*/ 1027118 h 1076324"/>
                <a:gd name="csX201" fmla="*/ 1267894 w 1692117"/>
                <a:gd name="csY201" fmla="*/ 1028074 h 1076324"/>
                <a:gd name="csX202" fmla="*/ 1265983 w 1692117"/>
                <a:gd name="csY202" fmla="*/ 1028552 h 1076324"/>
                <a:gd name="csX203" fmla="*/ 1265028 w 1692117"/>
                <a:gd name="csY203" fmla="*/ 1028074 h 1076324"/>
                <a:gd name="csX204" fmla="*/ 1264550 w 1692117"/>
                <a:gd name="csY204" fmla="*/ 1027596 h 1076324"/>
                <a:gd name="csX205" fmla="*/ 1265505 w 1692117"/>
                <a:gd name="csY205" fmla="*/ 1026641 h 1076324"/>
                <a:gd name="csX206" fmla="*/ 1265028 w 1692117"/>
                <a:gd name="csY206" fmla="*/ 1026641 h 1076324"/>
                <a:gd name="csX207" fmla="*/ 1263594 w 1692117"/>
                <a:gd name="csY207" fmla="*/ 1027118 h 1076324"/>
                <a:gd name="csX208" fmla="*/ 1263117 w 1692117"/>
                <a:gd name="csY208" fmla="*/ 1027118 h 1076324"/>
                <a:gd name="csX209" fmla="*/ 1262639 w 1692117"/>
                <a:gd name="csY209" fmla="*/ 1026641 h 1076324"/>
                <a:gd name="csX210" fmla="*/ 1262639 w 1692117"/>
                <a:gd name="csY210" fmla="*/ 1026163 h 1076324"/>
                <a:gd name="csX211" fmla="*/ 1263594 w 1692117"/>
                <a:gd name="csY211" fmla="*/ 1026163 h 1076324"/>
                <a:gd name="csX212" fmla="*/ 1264072 w 1692117"/>
                <a:gd name="csY212" fmla="*/ 1026163 h 1076324"/>
                <a:gd name="csX213" fmla="*/ 1262639 w 1692117"/>
                <a:gd name="csY213" fmla="*/ 1025685 h 1076324"/>
                <a:gd name="csX214" fmla="*/ 1260728 w 1692117"/>
                <a:gd name="csY214" fmla="*/ 1026163 h 1076324"/>
                <a:gd name="csX215" fmla="*/ 1258817 w 1692117"/>
                <a:gd name="csY215" fmla="*/ 1026163 h 1076324"/>
                <a:gd name="csX216" fmla="*/ 1257862 w 1692117"/>
                <a:gd name="csY216" fmla="*/ 1025207 h 1076324"/>
                <a:gd name="csX217" fmla="*/ 1257862 w 1692117"/>
                <a:gd name="csY217" fmla="*/ 1024730 h 1076324"/>
                <a:gd name="csX218" fmla="*/ 1258339 w 1692117"/>
                <a:gd name="csY218" fmla="*/ 1024730 h 1076324"/>
                <a:gd name="csX219" fmla="*/ 1257862 w 1692117"/>
                <a:gd name="csY219" fmla="*/ 1024252 h 1076324"/>
                <a:gd name="csX220" fmla="*/ 1257384 w 1692117"/>
                <a:gd name="csY220" fmla="*/ 1024252 h 1076324"/>
                <a:gd name="csX221" fmla="*/ 1255473 w 1692117"/>
                <a:gd name="csY221" fmla="*/ 1023774 h 1076324"/>
                <a:gd name="csX222" fmla="*/ 1254995 w 1692117"/>
                <a:gd name="csY222" fmla="*/ 1024252 h 1076324"/>
                <a:gd name="csX223" fmla="*/ 1254518 w 1692117"/>
                <a:gd name="csY223" fmla="*/ 1024730 h 1076324"/>
                <a:gd name="csX224" fmla="*/ 1252607 w 1692117"/>
                <a:gd name="csY224" fmla="*/ 1024730 h 1076324"/>
                <a:gd name="csX225" fmla="*/ 1251651 w 1692117"/>
                <a:gd name="csY225" fmla="*/ 1025207 h 1076324"/>
                <a:gd name="csX226" fmla="*/ 1249263 w 1692117"/>
                <a:gd name="csY226" fmla="*/ 1025685 h 1076324"/>
                <a:gd name="csX227" fmla="*/ 1245441 w 1692117"/>
                <a:gd name="csY227" fmla="*/ 1026163 h 1076324"/>
                <a:gd name="csX228" fmla="*/ 1242574 w 1692117"/>
                <a:gd name="csY228" fmla="*/ 1026641 h 1076324"/>
                <a:gd name="csX229" fmla="*/ 1240186 w 1692117"/>
                <a:gd name="csY229" fmla="*/ 1027118 h 1076324"/>
                <a:gd name="csX230" fmla="*/ 1238752 w 1692117"/>
                <a:gd name="csY230" fmla="*/ 1027596 h 1076324"/>
                <a:gd name="csX231" fmla="*/ 1237797 w 1692117"/>
                <a:gd name="csY231" fmla="*/ 1027118 h 1076324"/>
                <a:gd name="csX232" fmla="*/ 1235886 w 1692117"/>
                <a:gd name="csY232" fmla="*/ 1027596 h 1076324"/>
                <a:gd name="csX233" fmla="*/ 1233498 w 1692117"/>
                <a:gd name="csY233" fmla="*/ 1028074 h 1076324"/>
                <a:gd name="csX234" fmla="*/ 1229676 w 1692117"/>
                <a:gd name="csY234" fmla="*/ 1028552 h 1076324"/>
                <a:gd name="csX235" fmla="*/ 1228243 w 1692117"/>
                <a:gd name="csY235" fmla="*/ 1029507 h 1076324"/>
                <a:gd name="csX236" fmla="*/ 1225854 w 1692117"/>
                <a:gd name="csY236" fmla="*/ 1030462 h 1076324"/>
                <a:gd name="csX237" fmla="*/ 1223465 w 1692117"/>
                <a:gd name="csY237" fmla="*/ 1032851 h 1076324"/>
                <a:gd name="csX238" fmla="*/ 1221554 w 1692117"/>
                <a:gd name="csY238" fmla="*/ 1034284 h 1076324"/>
                <a:gd name="csX239" fmla="*/ 1220599 w 1692117"/>
                <a:gd name="csY239" fmla="*/ 1033807 h 1076324"/>
                <a:gd name="csX240" fmla="*/ 1219643 w 1692117"/>
                <a:gd name="csY240" fmla="*/ 1034284 h 1076324"/>
                <a:gd name="csX241" fmla="*/ 1219643 w 1692117"/>
                <a:gd name="csY241" fmla="*/ 1034762 h 1076324"/>
                <a:gd name="csX242" fmla="*/ 1218210 w 1692117"/>
                <a:gd name="csY242" fmla="*/ 1035718 h 1076324"/>
                <a:gd name="csX243" fmla="*/ 1217255 w 1692117"/>
                <a:gd name="csY243" fmla="*/ 1036195 h 1076324"/>
                <a:gd name="csX244" fmla="*/ 1217255 w 1692117"/>
                <a:gd name="csY244" fmla="*/ 1037151 h 1076324"/>
                <a:gd name="csX245" fmla="*/ 1216299 w 1692117"/>
                <a:gd name="csY245" fmla="*/ 1039062 h 1076324"/>
                <a:gd name="csX246" fmla="*/ 1213911 w 1692117"/>
                <a:gd name="csY246" fmla="*/ 1041928 h 1076324"/>
                <a:gd name="csX247" fmla="*/ 1213911 w 1692117"/>
                <a:gd name="csY247" fmla="*/ 1042883 h 1076324"/>
                <a:gd name="csX248" fmla="*/ 1214866 w 1692117"/>
                <a:gd name="csY248" fmla="*/ 1043839 h 1076324"/>
                <a:gd name="csX249" fmla="*/ 1216777 w 1692117"/>
                <a:gd name="csY249" fmla="*/ 1044317 h 1076324"/>
                <a:gd name="csX250" fmla="*/ 1218688 w 1692117"/>
                <a:gd name="csY250" fmla="*/ 1044794 h 1076324"/>
                <a:gd name="csX251" fmla="*/ 1221554 w 1692117"/>
                <a:gd name="csY251" fmla="*/ 1044794 h 1076324"/>
                <a:gd name="csX252" fmla="*/ 1222510 w 1692117"/>
                <a:gd name="csY252" fmla="*/ 1045272 h 1076324"/>
                <a:gd name="csX253" fmla="*/ 1223465 w 1692117"/>
                <a:gd name="csY253" fmla="*/ 1044794 h 1076324"/>
                <a:gd name="csX254" fmla="*/ 1224898 w 1692117"/>
                <a:gd name="csY254" fmla="*/ 1044317 h 1076324"/>
                <a:gd name="csX255" fmla="*/ 1228243 w 1692117"/>
                <a:gd name="csY255" fmla="*/ 1042883 h 1076324"/>
                <a:gd name="csX256" fmla="*/ 1228243 w 1692117"/>
                <a:gd name="csY256" fmla="*/ 1043361 h 1076324"/>
                <a:gd name="csX257" fmla="*/ 1228243 w 1692117"/>
                <a:gd name="csY257" fmla="*/ 1043361 h 1076324"/>
                <a:gd name="csX258" fmla="*/ 1227765 w 1692117"/>
                <a:gd name="csY258" fmla="*/ 1047661 h 1076324"/>
                <a:gd name="csX259" fmla="*/ 1227765 w 1692117"/>
                <a:gd name="csY259" fmla="*/ 1047661 h 1076324"/>
                <a:gd name="csX260" fmla="*/ 1228243 w 1692117"/>
                <a:gd name="csY260" fmla="*/ 1048616 h 1076324"/>
                <a:gd name="csX261" fmla="*/ 1228720 w 1692117"/>
                <a:gd name="csY261" fmla="*/ 1049094 h 1076324"/>
                <a:gd name="csX262" fmla="*/ 1228720 w 1692117"/>
                <a:gd name="csY262" fmla="*/ 1049572 h 1076324"/>
                <a:gd name="csX263" fmla="*/ 1229198 w 1692117"/>
                <a:gd name="csY263" fmla="*/ 1050527 h 1076324"/>
                <a:gd name="csX264" fmla="*/ 1230153 w 1692117"/>
                <a:gd name="csY264" fmla="*/ 1051483 h 1076324"/>
                <a:gd name="csX265" fmla="*/ 1230631 w 1692117"/>
                <a:gd name="csY265" fmla="*/ 1051960 h 1076324"/>
                <a:gd name="csX266" fmla="*/ 1230631 w 1692117"/>
                <a:gd name="csY266" fmla="*/ 1052438 h 1076324"/>
                <a:gd name="csX267" fmla="*/ 1228243 w 1692117"/>
                <a:gd name="csY267" fmla="*/ 1053394 h 1076324"/>
                <a:gd name="csX268" fmla="*/ 1226809 w 1692117"/>
                <a:gd name="csY268" fmla="*/ 1053871 h 1076324"/>
                <a:gd name="csX269" fmla="*/ 1225854 w 1692117"/>
                <a:gd name="csY269" fmla="*/ 1053394 h 1076324"/>
                <a:gd name="csX270" fmla="*/ 1223943 w 1692117"/>
                <a:gd name="csY270" fmla="*/ 1052916 h 1076324"/>
                <a:gd name="csX271" fmla="*/ 1221554 w 1692117"/>
                <a:gd name="csY271" fmla="*/ 1052916 h 1076324"/>
                <a:gd name="csX272" fmla="*/ 1217732 w 1692117"/>
                <a:gd name="csY272" fmla="*/ 1053871 h 1076324"/>
                <a:gd name="csX273" fmla="*/ 1216299 w 1692117"/>
                <a:gd name="csY273" fmla="*/ 1053871 h 1076324"/>
                <a:gd name="csX274" fmla="*/ 1215344 w 1692117"/>
                <a:gd name="csY274" fmla="*/ 1053394 h 1076324"/>
                <a:gd name="csX275" fmla="*/ 1214388 w 1692117"/>
                <a:gd name="csY275" fmla="*/ 1053394 h 1076324"/>
                <a:gd name="csX276" fmla="*/ 1211044 w 1692117"/>
                <a:gd name="csY276" fmla="*/ 1054349 h 1076324"/>
                <a:gd name="csX277" fmla="*/ 1207700 w 1692117"/>
                <a:gd name="csY277" fmla="*/ 1054827 h 1076324"/>
                <a:gd name="csX278" fmla="*/ 1205311 w 1692117"/>
                <a:gd name="csY278" fmla="*/ 1055782 h 1076324"/>
                <a:gd name="csX279" fmla="*/ 1203878 w 1692117"/>
                <a:gd name="csY279" fmla="*/ 1056738 h 1076324"/>
                <a:gd name="csX280" fmla="*/ 1202923 w 1692117"/>
                <a:gd name="csY280" fmla="*/ 1057215 h 1076324"/>
                <a:gd name="csX281" fmla="*/ 1202445 w 1692117"/>
                <a:gd name="csY281" fmla="*/ 1058171 h 1076324"/>
                <a:gd name="csX282" fmla="*/ 1201490 w 1692117"/>
                <a:gd name="csY282" fmla="*/ 1058171 h 1076324"/>
                <a:gd name="csX283" fmla="*/ 1200534 w 1692117"/>
                <a:gd name="csY283" fmla="*/ 1059604 h 1076324"/>
                <a:gd name="csX284" fmla="*/ 1200534 w 1692117"/>
                <a:gd name="csY284" fmla="*/ 1060082 h 1076324"/>
                <a:gd name="csX285" fmla="*/ 1201967 w 1692117"/>
                <a:gd name="csY285" fmla="*/ 1059604 h 1076324"/>
                <a:gd name="csX286" fmla="*/ 1203401 w 1692117"/>
                <a:gd name="csY286" fmla="*/ 1060082 h 1076324"/>
                <a:gd name="csX287" fmla="*/ 1207222 w 1692117"/>
                <a:gd name="csY287" fmla="*/ 1060560 h 1076324"/>
                <a:gd name="csX288" fmla="*/ 1208178 w 1692117"/>
                <a:gd name="csY288" fmla="*/ 1061037 h 1076324"/>
                <a:gd name="csX289" fmla="*/ 1207700 w 1692117"/>
                <a:gd name="csY289" fmla="*/ 1061515 h 1076324"/>
                <a:gd name="csX290" fmla="*/ 1201490 w 1692117"/>
                <a:gd name="csY290" fmla="*/ 1060560 h 1076324"/>
                <a:gd name="csX291" fmla="*/ 1200056 w 1692117"/>
                <a:gd name="csY291" fmla="*/ 1060560 h 1076324"/>
                <a:gd name="csX292" fmla="*/ 1197190 w 1692117"/>
                <a:gd name="csY292" fmla="*/ 1060082 h 1076324"/>
                <a:gd name="csX293" fmla="*/ 1192891 w 1692117"/>
                <a:gd name="csY293" fmla="*/ 1059126 h 1076324"/>
                <a:gd name="csX294" fmla="*/ 1189069 w 1692117"/>
                <a:gd name="csY294" fmla="*/ 1058649 h 1076324"/>
                <a:gd name="csX295" fmla="*/ 1184769 w 1692117"/>
                <a:gd name="csY295" fmla="*/ 1058649 h 1076324"/>
                <a:gd name="csX296" fmla="*/ 1181425 w 1692117"/>
                <a:gd name="csY296" fmla="*/ 1059126 h 1076324"/>
                <a:gd name="csX297" fmla="*/ 1179992 w 1692117"/>
                <a:gd name="csY297" fmla="*/ 1060082 h 1076324"/>
                <a:gd name="csX298" fmla="*/ 1175214 w 1692117"/>
                <a:gd name="csY298" fmla="*/ 1063903 h 1076324"/>
                <a:gd name="csX299" fmla="*/ 1173781 w 1692117"/>
                <a:gd name="csY299" fmla="*/ 1065814 h 1076324"/>
                <a:gd name="csX300" fmla="*/ 1172826 w 1692117"/>
                <a:gd name="csY300" fmla="*/ 1067726 h 1076324"/>
                <a:gd name="csX301" fmla="*/ 1172348 w 1692117"/>
                <a:gd name="csY301" fmla="*/ 1068203 h 1076324"/>
                <a:gd name="csX302" fmla="*/ 1171870 w 1692117"/>
                <a:gd name="csY302" fmla="*/ 1068203 h 1076324"/>
                <a:gd name="csX303" fmla="*/ 1171870 w 1692117"/>
                <a:gd name="csY303" fmla="*/ 1068203 h 1076324"/>
                <a:gd name="csX304" fmla="*/ 1172348 w 1692117"/>
                <a:gd name="csY304" fmla="*/ 1067248 h 1076324"/>
                <a:gd name="csX305" fmla="*/ 1172348 w 1692117"/>
                <a:gd name="csY305" fmla="*/ 1066770 h 1076324"/>
                <a:gd name="csX306" fmla="*/ 1171393 w 1692117"/>
                <a:gd name="csY306" fmla="*/ 1067726 h 1076324"/>
                <a:gd name="csX307" fmla="*/ 1170915 w 1692117"/>
                <a:gd name="csY307" fmla="*/ 1068203 h 1076324"/>
                <a:gd name="csX308" fmla="*/ 1169004 w 1692117"/>
                <a:gd name="csY308" fmla="*/ 1068203 h 1076324"/>
                <a:gd name="csX309" fmla="*/ 1166615 w 1692117"/>
                <a:gd name="csY309" fmla="*/ 1069159 h 1076324"/>
                <a:gd name="csX310" fmla="*/ 1163749 w 1692117"/>
                <a:gd name="csY310" fmla="*/ 1070592 h 1076324"/>
                <a:gd name="csX311" fmla="*/ 1161838 w 1692117"/>
                <a:gd name="csY311" fmla="*/ 1072025 h 1076324"/>
                <a:gd name="csX312" fmla="*/ 1160883 w 1692117"/>
                <a:gd name="csY312" fmla="*/ 1073458 h 1076324"/>
                <a:gd name="csX313" fmla="*/ 1159927 w 1692117"/>
                <a:gd name="csY313" fmla="*/ 1074414 h 1076324"/>
                <a:gd name="csX314" fmla="*/ 1159927 w 1692117"/>
                <a:gd name="csY314" fmla="*/ 1075847 h 1076324"/>
                <a:gd name="csX315" fmla="*/ 1159927 w 1692117"/>
                <a:gd name="csY315" fmla="*/ 1076325 h 1076324"/>
                <a:gd name="csX316" fmla="*/ 1158494 w 1692117"/>
                <a:gd name="csY316" fmla="*/ 1074891 h 1076324"/>
                <a:gd name="csX317" fmla="*/ 1158016 w 1692117"/>
                <a:gd name="csY317" fmla="*/ 1073936 h 1076324"/>
                <a:gd name="csX318" fmla="*/ 1157061 w 1692117"/>
                <a:gd name="csY318" fmla="*/ 1073936 h 1076324"/>
                <a:gd name="csX319" fmla="*/ 1156105 w 1692117"/>
                <a:gd name="csY319" fmla="*/ 1073936 h 1076324"/>
                <a:gd name="csX320" fmla="*/ 1153239 w 1692117"/>
                <a:gd name="csY320" fmla="*/ 1074891 h 1076324"/>
                <a:gd name="csX321" fmla="*/ 1151328 w 1692117"/>
                <a:gd name="csY321" fmla="*/ 1074414 h 1076324"/>
                <a:gd name="csX322" fmla="*/ 1148939 w 1692117"/>
                <a:gd name="csY322" fmla="*/ 1073458 h 1076324"/>
                <a:gd name="csX323" fmla="*/ 1147984 w 1692117"/>
                <a:gd name="csY323" fmla="*/ 1072980 h 1076324"/>
                <a:gd name="csX324" fmla="*/ 1147506 w 1692117"/>
                <a:gd name="csY324" fmla="*/ 1071547 h 1076324"/>
                <a:gd name="csX325" fmla="*/ 1147984 w 1692117"/>
                <a:gd name="csY325" fmla="*/ 1069636 h 1076324"/>
                <a:gd name="csX326" fmla="*/ 1148462 w 1692117"/>
                <a:gd name="csY326" fmla="*/ 1067726 h 1076324"/>
                <a:gd name="csX327" fmla="*/ 1148462 w 1692117"/>
                <a:gd name="csY327" fmla="*/ 1067726 h 1076324"/>
                <a:gd name="csX328" fmla="*/ 1148462 w 1692117"/>
                <a:gd name="csY328" fmla="*/ 1067248 h 1076324"/>
                <a:gd name="csX329" fmla="*/ 1149895 w 1692117"/>
                <a:gd name="csY329" fmla="*/ 1066770 h 1076324"/>
                <a:gd name="csX330" fmla="*/ 1152761 w 1692117"/>
                <a:gd name="csY330" fmla="*/ 1065337 h 1076324"/>
                <a:gd name="csX331" fmla="*/ 1155150 w 1692117"/>
                <a:gd name="csY331" fmla="*/ 1062948 h 1076324"/>
                <a:gd name="csX332" fmla="*/ 1157061 w 1692117"/>
                <a:gd name="csY332" fmla="*/ 1061037 h 1076324"/>
                <a:gd name="csX333" fmla="*/ 1158972 w 1692117"/>
                <a:gd name="csY333" fmla="*/ 1059604 h 1076324"/>
                <a:gd name="csX334" fmla="*/ 1160405 w 1692117"/>
                <a:gd name="csY334" fmla="*/ 1056738 h 1076324"/>
                <a:gd name="csX335" fmla="*/ 1161838 w 1692117"/>
                <a:gd name="csY335" fmla="*/ 1049572 h 1076324"/>
                <a:gd name="csX336" fmla="*/ 1161360 w 1692117"/>
                <a:gd name="csY336" fmla="*/ 1049572 h 1076324"/>
                <a:gd name="csX337" fmla="*/ 1163749 w 1692117"/>
                <a:gd name="csY337" fmla="*/ 1049094 h 1076324"/>
                <a:gd name="csX338" fmla="*/ 1166138 w 1692117"/>
                <a:gd name="csY338" fmla="*/ 1048138 h 1076324"/>
                <a:gd name="csX339" fmla="*/ 1168049 w 1692117"/>
                <a:gd name="csY339" fmla="*/ 1046705 h 1076324"/>
                <a:gd name="csX340" fmla="*/ 1169004 w 1692117"/>
                <a:gd name="csY340" fmla="*/ 1045750 h 1076324"/>
                <a:gd name="csX341" fmla="*/ 1170437 w 1692117"/>
                <a:gd name="csY341" fmla="*/ 1044794 h 1076324"/>
                <a:gd name="csX342" fmla="*/ 1171393 w 1692117"/>
                <a:gd name="csY342" fmla="*/ 1043839 h 1076324"/>
                <a:gd name="csX343" fmla="*/ 1172826 w 1692117"/>
                <a:gd name="csY343" fmla="*/ 1043361 h 1076324"/>
                <a:gd name="csX344" fmla="*/ 1174259 w 1692117"/>
                <a:gd name="csY344" fmla="*/ 1041928 h 1076324"/>
                <a:gd name="csX345" fmla="*/ 1175214 w 1692117"/>
                <a:gd name="csY345" fmla="*/ 1040495 h 1076324"/>
                <a:gd name="csX346" fmla="*/ 1175692 w 1692117"/>
                <a:gd name="csY346" fmla="*/ 1038106 h 1076324"/>
                <a:gd name="csX347" fmla="*/ 1175692 w 1692117"/>
                <a:gd name="csY347" fmla="*/ 1036195 h 1076324"/>
                <a:gd name="csX348" fmla="*/ 1175692 w 1692117"/>
                <a:gd name="csY348" fmla="*/ 1034284 h 1076324"/>
                <a:gd name="csX349" fmla="*/ 1175214 w 1692117"/>
                <a:gd name="csY349" fmla="*/ 1025685 h 1076324"/>
                <a:gd name="csX350" fmla="*/ 1175214 w 1692117"/>
                <a:gd name="csY350" fmla="*/ 1023774 h 1076324"/>
                <a:gd name="csX351" fmla="*/ 1175692 w 1692117"/>
                <a:gd name="csY351" fmla="*/ 1021863 h 1076324"/>
                <a:gd name="csX352" fmla="*/ 1176648 w 1692117"/>
                <a:gd name="csY352" fmla="*/ 1020430 h 1076324"/>
                <a:gd name="csX353" fmla="*/ 1177603 w 1692117"/>
                <a:gd name="csY353" fmla="*/ 1018519 h 1076324"/>
                <a:gd name="csX354" fmla="*/ 1178081 w 1692117"/>
                <a:gd name="csY354" fmla="*/ 1017086 h 1076324"/>
                <a:gd name="csX355" fmla="*/ 1178559 w 1692117"/>
                <a:gd name="csY355" fmla="*/ 1016130 h 1076324"/>
                <a:gd name="csX356" fmla="*/ 1179514 w 1692117"/>
                <a:gd name="csY356" fmla="*/ 1015175 h 1076324"/>
                <a:gd name="csX357" fmla="*/ 1180470 w 1692117"/>
                <a:gd name="csY357" fmla="*/ 1014220 h 1076324"/>
                <a:gd name="csX358" fmla="*/ 1180947 w 1692117"/>
                <a:gd name="csY358" fmla="*/ 1014220 h 1076324"/>
                <a:gd name="csX359" fmla="*/ 1181903 w 1692117"/>
                <a:gd name="csY359" fmla="*/ 1013264 h 1076324"/>
                <a:gd name="csX360" fmla="*/ 1181903 w 1692117"/>
                <a:gd name="csY360" fmla="*/ 1012787 h 1076324"/>
                <a:gd name="csX361" fmla="*/ 1182858 w 1692117"/>
                <a:gd name="csY361" fmla="*/ 1011353 h 1076324"/>
                <a:gd name="csX362" fmla="*/ 1183814 w 1692117"/>
                <a:gd name="csY362" fmla="*/ 1009920 h 1076324"/>
                <a:gd name="csX363" fmla="*/ 1184291 w 1692117"/>
                <a:gd name="csY363" fmla="*/ 1008965 h 1076324"/>
                <a:gd name="csX364" fmla="*/ 1184291 w 1692117"/>
                <a:gd name="csY364" fmla="*/ 1007054 h 1076324"/>
                <a:gd name="csX365" fmla="*/ 1184291 w 1692117"/>
                <a:gd name="csY365" fmla="*/ 1005143 h 1076324"/>
                <a:gd name="csX366" fmla="*/ 1183814 w 1692117"/>
                <a:gd name="csY366" fmla="*/ 1004187 h 1076324"/>
                <a:gd name="csX367" fmla="*/ 1182858 w 1692117"/>
                <a:gd name="csY367" fmla="*/ 1003232 h 1076324"/>
                <a:gd name="csX368" fmla="*/ 1182380 w 1692117"/>
                <a:gd name="csY368" fmla="*/ 1001799 h 1076324"/>
                <a:gd name="csX369" fmla="*/ 1182380 w 1692117"/>
                <a:gd name="csY369" fmla="*/ 1000365 h 1076324"/>
                <a:gd name="csX370" fmla="*/ 1182380 w 1692117"/>
                <a:gd name="csY370" fmla="*/ 1000365 h 1076324"/>
                <a:gd name="csX371" fmla="*/ 1181425 w 1692117"/>
                <a:gd name="csY371" fmla="*/ 999888 h 1076324"/>
                <a:gd name="csX372" fmla="*/ 1180947 w 1692117"/>
                <a:gd name="csY372" fmla="*/ 999410 h 1076324"/>
                <a:gd name="csX373" fmla="*/ 1179992 w 1692117"/>
                <a:gd name="csY373" fmla="*/ 997499 h 1076324"/>
                <a:gd name="csX374" fmla="*/ 1179036 w 1692117"/>
                <a:gd name="csY374" fmla="*/ 996544 h 1076324"/>
                <a:gd name="csX375" fmla="*/ 1178081 w 1692117"/>
                <a:gd name="csY375" fmla="*/ 996066 h 1076324"/>
                <a:gd name="csX376" fmla="*/ 1178081 w 1692117"/>
                <a:gd name="csY376" fmla="*/ 995588 h 1076324"/>
                <a:gd name="csX377" fmla="*/ 1177125 w 1692117"/>
                <a:gd name="csY377" fmla="*/ 994633 h 1076324"/>
                <a:gd name="csX378" fmla="*/ 1176170 w 1692117"/>
                <a:gd name="csY378" fmla="*/ 994633 h 1076324"/>
                <a:gd name="csX379" fmla="*/ 1175692 w 1692117"/>
                <a:gd name="csY379" fmla="*/ 994155 h 1076324"/>
                <a:gd name="csX380" fmla="*/ 1175692 w 1692117"/>
                <a:gd name="csY380" fmla="*/ 993200 h 1076324"/>
                <a:gd name="csX381" fmla="*/ 1178081 w 1692117"/>
                <a:gd name="csY381" fmla="*/ 993200 h 1076324"/>
                <a:gd name="csX382" fmla="*/ 1181903 w 1692117"/>
                <a:gd name="csY382" fmla="*/ 993200 h 1076324"/>
                <a:gd name="csX383" fmla="*/ 1183814 w 1692117"/>
                <a:gd name="csY383" fmla="*/ 993200 h 1076324"/>
                <a:gd name="csX384" fmla="*/ 1183814 w 1692117"/>
                <a:gd name="csY384" fmla="*/ 993677 h 1076324"/>
                <a:gd name="csX385" fmla="*/ 1183336 w 1692117"/>
                <a:gd name="csY385" fmla="*/ 994633 h 1076324"/>
                <a:gd name="csX386" fmla="*/ 1183336 w 1692117"/>
                <a:gd name="csY386" fmla="*/ 995588 h 1076324"/>
                <a:gd name="csX387" fmla="*/ 1184291 w 1692117"/>
                <a:gd name="csY387" fmla="*/ 996544 h 1076324"/>
                <a:gd name="csX388" fmla="*/ 1184291 w 1692117"/>
                <a:gd name="csY388" fmla="*/ 997499 h 1076324"/>
                <a:gd name="csX389" fmla="*/ 1184291 w 1692117"/>
                <a:gd name="csY389" fmla="*/ 998932 h 1076324"/>
                <a:gd name="csX390" fmla="*/ 1185725 w 1692117"/>
                <a:gd name="csY390" fmla="*/ 999410 h 1076324"/>
                <a:gd name="csX391" fmla="*/ 1185725 w 1692117"/>
                <a:gd name="csY391" fmla="*/ 999410 h 1076324"/>
                <a:gd name="csX392" fmla="*/ 1186202 w 1692117"/>
                <a:gd name="csY392" fmla="*/ 1000365 h 1076324"/>
                <a:gd name="csX393" fmla="*/ 1187158 w 1692117"/>
                <a:gd name="csY393" fmla="*/ 1000365 h 1076324"/>
                <a:gd name="csX394" fmla="*/ 1187158 w 1692117"/>
                <a:gd name="csY394" fmla="*/ 1000843 h 1076324"/>
                <a:gd name="csX395" fmla="*/ 1186680 w 1692117"/>
                <a:gd name="csY395" fmla="*/ 1001799 h 1076324"/>
                <a:gd name="csX396" fmla="*/ 1187158 w 1692117"/>
                <a:gd name="csY396" fmla="*/ 1001799 h 1076324"/>
                <a:gd name="csX397" fmla="*/ 1188113 w 1692117"/>
                <a:gd name="csY397" fmla="*/ 1001799 h 1076324"/>
                <a:gd name="csX398" fmla="*/ 1189069 w 1692117"/>
                <a:gd name="csY398" fmla="*/ 1000843 h 1076324"/>
                <a:gd name="csX399" fmla="*/ 1189546 w 1692117"/>
                <a:gd name="csY399" fmla="*/ 1000365 h 1076324"/>
                <a:gd name="csX400" fmla="*/ 1190024 w 1692117"/>
                <a:gd name="csY400" fmla="*/ 1000365 h 1076324"/>
                <a:gd name="csX401" fmla="*/ 1190502 w 1692117"/>
                <a:gd name="csY401" fmla="*/ 1000843 h 1076324"/>
                <a:gd name="csX402" fmla="*/ 1190024 w 1692117"/>
                <a:gd name="csY402" fmla="*/ 1001321 h 1076324"/>
                <a:gd name="csX403" fmla="*/ 1189546 w 1692117"/>
                <a:gd name="csY403" fmla="*/ 1002276 h 1076324"/>
                <a:gd name="csX404" fmla="*/ 1189546 w 1692117"/>
                <a:gd name="csY404" fmla="*/ 1002754 h 1076324"/>
                <a:gd name="csX405" fmla="*/ 1189069 w 1692117"/>
                <a:gd name="csY405" fmla="*/ 1003710 h 1076324"/>
                <a:gd name="csX406" fmla="*/ 1187158 w 1692117"/>
                <a:gd name="csY406" fmla="*/ 1005143 h 1076324"/>
                <a:gd name="csX407" fmla="*/ 1187158 w 1692117"/>
                <a:gd name="csY407" fmla="*/ 1005621 h 1076324"/>
                <a:gd name="csX408" fmla="*/ 1187636 w 1692117"/>
                <a:gd name="csY408" fmla="*/ 1005621 h 1076324"/>
                <a:gd name="csX409" fmla="*/ 1189069 w 1692117"/>
                <a:gd name="csY409" fmla="*/ 1004665 h 1076324"/>
                <a:gd name="csX410" fmla="*/ 1190502 w 1692117"/>
                <a:gd name="csY410" fmla="*/ 1004665 h 1076324"/>
                <a:gd name="csX411" fmla="*/ 1191457 w 1692117"/>
                <a:gd name="csY411" fmla="*/ 1005143 h 1076324"/>
                <a:gd name="csX412" fmla="*/ 1191935 w 1692117"/>
                <a:gd name="csY412" fmla="*/ 1005143 h 1076324"/>
                <a:gd name="csX413" fmla="*/ 1191935 w 1692117"/>
                <a:gd name="csY413" fmla="*/ 1006098 h 1076324"/>
                <a:gd name="csX414" fmla="*/ 1191457 w 1692117"/>
                <a:gd name="csY414" fmla="*/ 1007054 h 1076324"/>
                <a:gd name="csX415" fmla="*/ 1190979 w 1692117"/>
                <a:gd name="csY415" fmla="*/ 1008965 h 1076324"/>
                <a:gd name="csX416" fmla="*/ 1191457 w 1692117"/>
                <a:gd name="csY416" fmla="*/ 1009442 h 1076324"/>
                <a:gd name="csX417" fmla="*/ 1192413 w 1692117"/>
                <a:gd name="csY417" fmla="*/ 1008487 h 1076324"/>
                <a:gd name="csX418" fmla="*/ 1193846 w 1692117"/>
                <a:gd name="csY418" fmla="*/ 1007531 h 1076324"/>
                <a:gd name="csX419" fmla="*/ 1196235 w 1692117"/>
                <a:gd name="csY419" fmla="*/ 1006576 h 1076324"/>
                <a:gd name="csX420" fmla="*/ 1196712 w 1692117"/>
                <a:gd name="csY420" fmla="*/ 1007054 h 1076324"/>
                <a:gd name="csX421" fmla="*/ 1197668 w 1692117"/>
                <a:gd name="csY421" fmla="*/ 1008965 h 1076324"/>
                <a:gd name="csX422" fmla="*/ 1200534 w 1692117"/>
                <a:gd name="csY422" fmla="*/ 1010398 h 1076324"/>
                <a:gd name="csX423" fmla="*/ 1204834 w 1692117"/>
                <a:gd name="csY423" fmla="*/ 1012309 h 1076324"/>
                <a:gd name="csX424" fmla="*/ 1207700 w 1692117"/>
                <a:gd name="csY424" fmla="*/ 1012787 h 1076324"/>
                <a:gd name="csX425" fmla="*/ 1208656 w 1692117"/>
                <a:gd name="csY425" fmla="*/ 1011831 h 1076324"/>
                <a:gd name="csX426" fmla="*/ 1209611 w 1692117"/>
                <a:gd name="csY426" fmla="*/ 1010876 h 1076324"/>
                <a:gd name="csX427" fmla="*/ 1209611 w 1692117"/>
                <a:gd name="csY427" fmla="*/ 1008487 h 1076324"/>
                <a:gd name="csX428" fmla="*/ 1209133 w 1692117"/>
                <a:gd name="csY428" fmla="*/ 1007054 h 1076324"/>
                <a:gd name="csX429" fmla="*/ 1208178 w 1692117"/>
                <a:gd name="csY429" fmla="*/ 1006098 h 1076324"/>
                <a:gd name="csX430" fmla="*/ 1207222 w 1692117"/>
                <a:gd name="csY430" fmla="*/ 1005621 h 1076324"/>
                <a:gd name="csX431" fmla="*/ 1207222 w 1692117"/>
                <a:gd name="csY431" fmla="*/ 1004665 h 1076324"/>
                <a:gd name="csX432" fmla="*/ 1208178 w 1692117"/>
                <a:gd name="csY432" fmla="*/ 1004187 h 1076324"/>
                <a:gd name="csX433" fmla="*/ 1209611 w 1692117"/>
                <a:gd name="csY433" fmla="*/ 1003232 h 1076324"/>
                <a:gd name="csX434" fmla="*/ 1211044 w 1692117"/>
                <a:gd name="csY434" fmla="*/ 1003232 h 1076324"/>
                <a:gd name="csX435" fmla="*/ 1211044 w 1692117"/>
                <a:gd name="csY435" fmla="*/ 1003232 h 1076324"/>
                <a:gd name="csX436" fmla="*/ 1210567 w 1692117"/>
                <a:gd name="csY436" fmla="*/ 1004187 h 1076324"/>
                <a:gd name="csX437" fmla="*/ 1211044 w 1692117"/>
                <a:gd name="csY437" fmla="*/ 1004665 h 1076324"/>
                <a:gd name="csX438" fmla="*/ 1211522 w 1692117"/>
                <a:gd name="csY438" fmla="*/ 1004665 h 1076324"/>
                <a:gd name="csX439" fmla="*/ 1212000 w 1692117"/>
                <a:gd name="csY439" fmla="*/ 1004665 h 1076324"/>
                <a:gd name="csX440" fmla="*/ 1212955 w 1692117"/>
                <a:gd name="csY440" fmla="*/ 1005621 h 1076324"/>
                <a:gd name="csX441" fmla="*/ 1215344 w 1692117"/>
                <a:gd name="csY441" fmla="*/ 1006098 h 1076324"/>
                <a:gd name="csX442" fmla="*/ 1215821 w 1692117"/>
                <a:gd name="csY442" fmla="*/ 1005621 h 1076324"/>
                <a:gd name="csX443" fmla="*/ 1215344 w 1692117"/>
                <a:gd name="csY443" fmla="*/ 1005143 h 1076324"/>
                <a:gd name="csX444" fmla="*/ 1215344 w 1692117"/>
                <a:gd name="csY444" fmla="*/ 1004187 h 1076324"/>
                <a:gd name="csX445" fmla="*/ 1215821 w 1692117"/>
                <a:gd name="csY445" fmla="*/ 1003232 h 1076324"/>
                <a:gd name="csX446" fmla="*/ 1215344 w 1692117"/>
                <a:gd name="csY446" fmla="*/ 1002754 h 1076324"/>
                <a:gd name="csX447" fmla="*/ 1214866 w 1692117"/>
                <a:gd name="csY447" fmla="*/ 1003232 h 1076324"/>
                <a:gd name="csX448" fmla="*/ 1214866 w 1692117"/>
                <a:gd name="csY448" fmla="*/ 1004187 h 1076324"/>
                <a:gd name="csX449" fmla="*/ 1214388 w 1692117"/>
                <a:gd name="csY449" fmla="*/ 1004665 h 1076324"/>
                <a:gd name="csX450" fmla="*/ 1213911 w 1692117"/>
                <a:gd name="csY450" fmla="*/ 1004187 h 1076324"/>
                <a:gd name="csX451" fmla="*/ 1213911 w 1692117"/>
                <a:gd name="csY451" fmla="*/ 1003232 h 1076324"/>
                <a:gd name="csX452" fmla="*/ 1213433 w 1692117"/>
                <a:gd name="csY452" fmla="*/ 1002754 h 1076324"/>
                <a:gd name="csX453" fmla="*/ 1212955 w 1692117"/>
                <a:gd name="csY453" fmla="*/ 1001321 h 1076324"/>
                <a:gd name="csX454" fmla="*/ 1211522 w 1692117"/>
                <a:gd name="csY454" fmla="*/ 1000843 h 1076324"/>
                <a:gd name="csX455" fmla="*/ 1211044 w 1692117"/>
                <a:gd name="csY455" fmla="*/ 1000365 h 1076324"/>
                <a:gd name="csX456" fmla="*/ 1211044 w 1692117"/>
                <a:gd name="csY456" fmla="*/ 999888 h 1076324"/>
                <a:gd name="csX457" fmla="*/ 1210567 w 1692117"/>
                <a:gd name="csY457" fmla="*/ 999410 h 1076324"/>
                <a:gd name="csX458" fmla="*/ 1210089 w 1692117"/>
                <a:gd name="csY458" fmla="*/ 999410 h 1076324"/>
                <a:gd name="csX459" fmla="*/ 1209133 w 1692117"/>
                <a:gd name="csY459" fmla="*/ 997977 h 1076324"/>
                <a:gd name="csX460" fmla="*/ 1207700 w 1692117"/>
                <a:gd name="csY460" fmla="*/ 997021 h 1076324"/>
                <a:gd name="csX461" fmla="*/ 1207700 w 1692117"/>
                <a:gd name="csY461" fmla="*/ 996544 h 1076324"/>
                <a:gd name="csX462" fmla="*/ 1209133 w 1692117"/>
                <a:gd name="csY462" fmla="*/ 996066 h 1076324"/>
                <a:gd name="csX463" fmla="*/ 1209611 w 1692117"/>
                <a:gd name="csY463" fmla="*/ 995588 h 1076324"/>
                <a:gd name="csX464" fmla="*/ 1209133 w 1692117"/>
                <a:gd name="csY464" fmla="*/ 995111 h 1076324"/>
                <a:gd name="csX465" fmla="*/ 1208656 w 1692117"/>
                <a:gd name="csY465" fmla="*/ 994633 h 1076324"/>
                <a:gd name="csX466" fmla="*/ 1208178 w 1692117"/>
                <a:gd name="csY466" fmla="*/ 994155 h 1076324"/>
                <a:gd name="csX467" fmla="*/ 1207700 w 1692117"/>
                <a:gd name="csY467" fmla="*/ 994633 h 1076324"/>
                <a:gd name="csX468" fmla="*/ 1207222 w 1692117"/>
                <a:gd name="csY468" fmla="*/ 994633 h 1076324"/>
                <a:gd name="csX469" fmla="*/ 1207222 w 1692117"/>
                <a:gd name="csY469" fmla="*/ 994155 h 1076324"/>
                <a:gd name="csX470" fmla="*/ 1207222 w 1692117"/>
                <a:gd name="csY470" fmla="*/ 993200 h 1076324"/>
                <a:gd name="csX471" fmla="*/ 1208656 w 1692117"/>
                <a:gd name="csY471" fmla="*/ 991766 h 1076324"/>
                <a:gd name="csX472" fmla="*/ 1208656 w 1692117"/>
                <a:gd name="csY472" fmla="*/ 990811 h 1076324"/>
                <a:gd name="csX473" fmla="*/ 1208178 w 1692117"/>
                <a:gd name="csY473" fmla="*/ 989855 h 1076324"/>
                <a:gd name="csX474" fmla="*/ 1207700 w 1692117"/>
                <a:gd name="csY474" fmla="*/ 989855 h 1076324"/>
                <a:gd name="csX475" fmla="*/ 1206745 w 1692117"/>
                <a:gd name="csY475" fmla="*/ 989378 h 1076324"/>
                <a:gd name="csX476" fmla="*/ 1205789 w 1692117"/>
                <a:gd name="csY476" fmla="*/ 989378 h 1076324"/>
                <a:gd name="csX477" fmla="*/ 1205789 w 1692117"/>
                <a:gd name="csY477" fmla="*/ 989855 h 1076324"/>
                <a:gd name="csX478" fmla="*/ 1206267 w 1692117"/>
                <a:gd name="csY478" fmla="*/ 990811 h 1076324"/>
                <a:gd name="csX479" fmla="*/ 1205789 w 1692117"/>
                <a:gd name="csY479" fmla="*/ 990811 h 1076324"/>
                <a:gd name="csX480" fmla="*/ 1204356 w 1692117"/>
                <a:gd name="csY480" fmla="*/ 990333 h 1076324"/>
                <a:gd name="csX481" fmla="*/ 1203401 w 1692117"/>
                <a:gd name="csY481" fmla="*/ 989855 h 1076324"/>
                <a:gd name="csX482" fmla="*/ 1202445 w 1692117"/>
                <a:gd name="csY482" fmla="*/ 989378 h 1076324"/>
                <a:gd name="csX483" fmla="*/ 1201967 w 1692117"/>
                <a:gd name="csY483" fmla="*/ 987945 h 1076324"/>
                <a:gd name="csX484" fmla="*/ 1201490 w 1692117"/>
                <a:gd name="csY484" fmla="*/ 986989 h 1076324"/>
                <a:gd name="csX485" fmla="*/ 1201967 w 1692117"/>
                <a:gd name="csY485" fmla="*/ 985078 h 1076324"/>
                <a:gd name="csX486" fmla="*/ 1201490 w 1692117"/>
                <a:gd name="csY486" fmla="*/ 983645 h 1076324"/>
                <a:gd name="csX487" fmla="*/ 1201012 w 1692117"/>
                <a:gd name="csY487" fmla="*/ 983645 h 1076324"/>
                <a:gd name="csX488" fmla="*/ 1201012 w 1692117"/>
                <a:gd name="csY488" fmla="*/ 984123 h 1076324"/>
                <a:gd name="csX489" fmla="*/ 1200534 w 1692117"/>
                <a:gd name="csY489" fmla="*/ 984600 h 1076324"/>
                <a:gd name="csX490" fmla="*/ 1200056 w 1692117"/>
                <a:gd name="csY490" fmla="*/ 985078 h 1076324"/>
                <a:gd name="csX491" fmla="*/ 1199579 w 1692117"/>
                <a:gd name="csY491" fmla="*/ 984600 h 1076324"/>
                <a:gd name="csX492" fmla="*/ 1199101 w 1692117"/>
                <a:gd name="csY492" fmla="*/ 983645 h 1076324"/>
                <a:gd name="csX493" fmla="*/ 1198623 w 1692117"/>
                <a:gd name="csY493" fmla="*/ 983167 h 1076324"/>
                <a:gd name="csX494" fmla="*/ 1197668 w 1692117"/>
                <a:gd name="csY494" fmla="*/ 982212 h 1076324"/>
                <a:gd name="csX495" fmla="*/ 1197190 w 1692117"/>
                <a:gd name="csY495" fmla="*/ 980779 h 1076324"/>
                <a:gd name="csX496" fmla="*/ 1196712 w 1692117"/>
                <a:gd name="csY496" fmla="*/ 980301 h 1076324"/>
                <a:gd name="csX497" fmla="*/ 1196712 w 1692117"/>
                <a:gd name="csY497" fmla="*/ 979823 h 1076324"/>
                <a:gd name="csX498" fmla="*/ 1196712 w 1692117"/>
                <a:gd name="csY498" fmla="*/ 979346 h 1076324"/>
                <a:gd name="csX499" fmla="*/ 1195757 w 1692117"/>
                <a:gd name="csY499" fmla="*/ 978868 h 1076324"/>
                <a:gd name="csX500" fmla="*/ 1195279 w 1692117"/>
                <a:gd name="csY500" fmla="*/ 977435 h 1076324"/>
                <a:gd name="csX501" fmla="*/ 1194802 w 1692117"/>
                <a:gd name="csY501" fmla="*/ 976957 h 1076324"/>
                <a:gd name="csX502" fmla="*/ 1193846 w 1692117"/>
                <a:gd name="csY502" fmla="*/ 976001 h 1076324"/>
                <a:gd name="csX503" fmla="*/ 1193368 w 1692117"/>
                <a:gd name="csY503" fmla="*/ 975523 h 1076324"/>
                <a:gd name="csX504" fmla="*/ 1193368 w 1692117"/>
                <a:gd name="csY504" fmla="*/ 975046 h 1076324"/>
                <a:gd name="csX505" fmla="*/ 1191935 w 1692117"/>
                <a:gd name="csY505" fmla="*/ 975046 h 1076324"/>
                <a:gd name="csX506" fmla="*/ 1190502 w 1692117"/>
                <a:gd name="csY506" fmla="*/ 975046 h 1076324"/>
                <a:gd name="csX507" fmla="*/ 1187636 w 1692117"/>
                <a:gd name="csY507" fmla="*/ 975523 h 1076324"/>
                <a:gd name="csX508" fmla="*/ 1186680 w 1692117"/>
                <a:gd name="csY508" fmla="*/ 975046 h 1076324"/>
                <a:gd name="csX509" fmla="*/ 1186680 w 1692117"/>
                <a:gd name="csY509" fmla="*/ 974090 h 1076324"/>
                <a:gd name="csX510" fmla="*/ 1186680 w 1692117"/>
                <a:gd name="csY510" fmla="*/ 973613 h 1076324"/>
                <a:gd name="csX511" fmla="*/ 1186202 w 1692117"/>
                <a:gd name="csY511" fmla="*/ 973613 h 1076324"/>
                <a:gd name="csX512" fmla="*/ 1185725 w 1692117"/>
                <a:gd name="csY512" fmla="*/ 973613 h 1076324"/>
                <a:gd name="csX513" fmla="*/ 1185725 w 1692117"/>
                <a:gd name="csY513" fmla="*/ 974090 h 1076324"/>
                <a:gd name="csX514" fmla="*/ 1184769 w 1692117"/>
                <a:gd name="csY514" fmla="*/ 974568 h 1076324"/>
                <a:gd name="csX515" fmla="*/ 1183814 w 1692117"/>
                <a:gd name="csY515" fmla="*/ 974568 h 1076324"/>
                <a:gd name="csX516" fmla="*/ 1180947 w 1692117"/>
                <a:gd name="csY516" fmla="*/ 974090 h 1076324"/>
                <a:gd name="csX517" fmla="*/ 1179514 w 1692117"/>
                <a:gd name="csY517" fmla="*/ 974090 h 1076324"/>
                <a:gd name="csX518" fmla="*/ 1177603 w 1692117"/>
                <a:gd name="csY518" fmla="*/ 974568 h 1076324"/>
                <a:gd name="csX519" fmla="*/ 1177125 w 1692117"/>
                <a:gd name="csY519" fmla="*/ 974568 h 1076324"/>
                <a:gd name="csX520" fmla="*/ 1178081 w 1692117"/>
                <a:gd name="csY520" fmla="*/ 974090 h 1076324"/>
                <a:gd name="csX521" fmla="*/ 1177603 w 1692117"/>
                <a:gd name="csY521" fmla="*/ 973613 h 1076324"/>
                <a:gd name="csX522" fmla="*/ 1177125 w 1692117"/>
                <a:gd name="csY522" fmla="*/ 973613 h 1076324"/>
                <a:gd name="csX523" fmla="*/ 1177125 w 1692117"/>
                <a:gd name="csY523" fmla="*/ 973135 h 1076324"/>
                <a:gd name="csX524" fmla="*/ 1177125 w 1692117"/>
                <a:gd name="csY524" fmla="*/ 972657 h 1076324"/>
                <a:gd name="csX525" fmla="*/ 1179036 w 1692117"/>
                <a:gd name="csY525" fmla="*/ 971702 h 1076324"/>
                <a:gd name="csX526" fmla="*/ 1179036 w 1692117"/>
                <a:gd name="csY526" fmla="*/ 971702 h 1076324"/>
                <a:gd name="csX527" fmla="*/ 1177603 w 1692117"/>
                <a:gd name="csY527" fmla="*/ 970746 h 1076324"/>
                <a:gd name="csX528" fmla="*/ 1176648 w 1692117"/>
                <a:gd name="csY528" fmla="*/ 970746 h 1076324"/>
                <a:gd name="csX529" fmla="*/ 1176648 w 1692117"/>
                <a:gd name="csY529" fmla="*/ 971224 h 1076324"/>
                <a:gd name="csX530" fmla="*/ 1176170 w 1692117"/>
                <a:gd name="csY530" fmla="*/ 971702 h 1076324"/>
                <a:gd name="csX531" fmla="*/ 1175214 w 1692117"/>
                <a:gd name="csY531" fmla="*/ 972180 h 1076324"/>
                <a:gd name="csX532" fmla="*/ 1174737 w 1692117"/>
                <a:gd name="csY532" fmla="*/ 972180 h 1076324"/>
                <a:gd name="csX533" fmla="*/ 1174737 w 1692117"/>
                <a:gd name="csY533" fmla="*/ 972180 h 1076324"/>
                <a:gd name="csX534" fmla="*/ 1174737 w 1692117"/>
                <a:gd name="csY534" fmla="*/ 972180 h 1076324"/>
                <a:gd name="csX535" fmla="*/ 1174259 w 1692117"/>
                <a:gd name="csY535" fmla="*/ 971224 h 1076324"/>
                <a:gd name="csX536" fmla="*/ 1173304 w 1692117"/>
                <a:gd name="csY536" fmla="*/ 970746 h 1076324"/>
                <a:gd name="csX537" fmla="*/ 1169482 w 1692117"/>
                <a:gd name="csY537" fmla="*/ 970269 h 1076324"/>
                <a:gd name="csX538" fmla="*/ 1167571 w 1692117"/>
                <a:gd name="csY538" fmla="*/ 970269 h 1076324"/>
                <a:gd name="csX539" fmla="*/ 1166138 w 1692117"/>
                <a:gd name="csY539" fmla="*/ 970269 h 1076324"/>
                <a:gd name="csX540" fmla="*/ 1163749 w 1692117"/>
                <a:gd name="csY540" fmla="*/ 969791 h 1076324"/>
                <a:gd name="csX541" fmla="*/ 1162794 w 1692117"/>
                <a:gd name="csY541" fmla="*/ 968835 h 1076324"/>
                <a:gd name="csX542" fmla="*/ 1158016 w 1692117"/>
                <a:gd name="csY542" fmla="*/ 969313 h 1076324"/>
                <a:gd name="csX543" fmla="*/ 1157061 w 1692117"/>
                <a:gd name="csY543" fmla="*/ 969313 h 1076324"/>
                <a:gd name="csX544" fmla="*/ 1156583 w 1692117"/>
                <a:gd name="csY544" fmla="*/ 969313 h 1076324"/>
                <a:gd name="csX545" fmla="*/ 1155628 w 1692117"/>
                <a:gd name="csY545" fmla="*/ 968358 h 1076324"/>
                <a:gd name="csX546" fmla="*/ 1152283 w 1692117"/>
                <a:gd name="csY546" fmla="*/ 968835 h 1076324"/>
                <a:gd name="csX547" fmla="*/ 1149417 w 1692117"/>
                <a:gd name="csY547" fmla="*/ 969313 h 1076324"/>
                <a:gd name="csX548" fmla="*/ 1140818 w 1692117"/>
                <a:gd name="csY548" fmla="*/ 967402 h 1076324"/>
                <a:gd name="csX549" fmla="*/ 1138907 w 1692117"/>
                <a:gd name="csY549" fmla="*/ 966924 h 1076324"/>
                <a:gd name="csX550" fmla="*/ 1138429 w 1692117"/>
                <a:gd name="csY550" fmla="*/ 966447 h 1076324"/>
                <a:gd name="csX551" fmla="*/ 1136996 w 1692117"/>
                <a:gd name="csY551" fmla="*/ 966447 h 1076324"/>
                <a:gd name="csX552" fmla="*/ 1133174 w 1692117"/>
                <a:gd name="csY552" fmla="*/ 965969 h 1076324"/>
                <a:gd name="csX553" fmla="*/ 1132697 w 1692117"/>
                <a:gd name="csY553" fmla="*/ 965969 h 1076324"/>
                <a:gd name="csX554" fmla="*/ 1132697 w 1692117"/>
                <a:gd name="csY554" fmla="*/ 965014 h 1076324"/>
                <a:gd name="csX555" fmla="*/ 1131263 w 1692117"/>
                <a:gd name="csY555" fmla="*/ 965014 h 1076324"/>
                <a:gd name="csX556" fmla="*/ 1129353 w 1692117"/>
                <a:gd name="csY556" fmla="*/ 965014 h 1076324"/>
                <a:gd name="csX557" fmla="*/ 1128397 w 1692117"/>
                <a:gd name="csY557" fmla="*/ 964536 h 1076324"/>
                <a:gd name="csX558" fmla="*/ 1127919 w 1692117"/>
                <a:gd name="csY558" fmla="*/ 963580 h 1076324"/>
                <a:gd name="csX559" fmla="*/ 1127919 w 1692117"/>
                <a:gd name="csY559" fmla="*/ 962625 h 1076324"/>
                <a:gd name="csX560" fmla="*/ 1128397 w 1692117"/>
                <a:gd name="csY560" fmla="*/ 961669 h 1076324"/>
                <a:gd name="csX561" fmla="*/ 1128397 w 1692117"/>
                <a:gd name="csY561" fmla="*/ 960714 h 1076324"/>
                <a:gd name="csX562" fmla="*/ 1127919 w 1692117"/>
                <a:gd name="csY562" fmla="*/ 959758 h 1076324"/>
                <a:gd name="csX563" fmla="*/ 1127442 w 1692117"/>
                <a:gd name="csY563" fmla="*/ 959758 h 1076324"/>
                <a:gd name="csX564" fmla="*/ 1126964 w 1692117"/>
                <a:gd name="csY564" fmla="*/ 959281 h 1076324"/>
                <a:gd name="csX565" fmla="*/ 1125531 w 1692117"/>
                <a:gd name="csY565" fmla="*/ 959281 h 1076324"/>
                <a:gd name="csX566" fmla="*/ 1123620 w 1692117"/>
                <a:gd name="csY566" fmla="*/ 959758 h 1076324"/>
                <a:gd name="csX567" fmla="*/ 1121709 w 1692117"/>
                <a:gd name="csY567" fmla="*/ 960236 h 1076324"/>
                <a:gd name="csX568" fmla="*/ 1121231 w 1692117"/>
                <a:gd name="csY568" fmla="*/ 960714 h 1076324"/>
                <a:gd name="csX569" fmla="*/ 1120753 w 1692117"/>
                <a:gd name="csY569" fmla="*/ 961192 h 1076324"/>
                <a:gd name="csX570" fmla="*/ 1120276 w 1692117"/>
                <a:gd name="csY570" fmla="*/ 961192 h 1076324"/>
                <a:gd name="csX571" fmla="*/ 1118842 w 1692117"/>
                <a:gd name="csY571" fmla="*/ 959758 h 1076324"/>
                <a:gd name="csX572" fmla="*/ 1118842 w 1692117"/>
                <a:gd name="csY572" fmla="*/ 958803 h 1076324"/>
                <a:gd name="csX573" fmla="*/ 1119320 w 1692117"/>
                <a:gd name="csY573" fmla="*/ 958325 h 1076324"/>
                <a:gd name="csX574" fmla="*/ 1120753 w 1692117"/>
                <a:gd name="csY574" fmla="*/ 955937 h 1076324"/>
                <a:gd name="csX575" fmla="*/ 1121709 w 1692117"/>
                <a:gd name="csY575" fmla="*/ 954981 h 1076324"/>
                <a:gd name="csX576" fmla="*/ 1121231 w 1692117"/>
                <a:gd name="csY576" fmla="*/ 954026 h 1076324"/>
                <a:gd name="csX577" fmla="*/ 1120753 w 1692117"/>
                <a:gd name="csY577" fmla="*/ 954504 h 1076324"/>
                <a:gd name="csX578" fmla="*/ 1120276 w 1692117"/>
                <a:gd name="csY578" fmla="*/ 954981 h 1076324"/>
                <a:gd name="csX579" fmla="*/ 1119798 w 1692117"/>
                <a:gd name="csY579" fmla="*/ 955459 h 1076324"/>
                <a:gd name="csX580" fmla="*/ 1119320 w 1692117"/>
                <a:gd name="csY580" fmla="*/ 955459 h 1076324"/>
                <a:gd name="csX581" fmla="*/ 1119320 w 1692117"/>
                <a:gd name="csY581" fmla="*/ 954504 h 1076324"/>
                <a:gd name="csX582" fmla="*/ 1119320 w 1692117"/>
                <a:gd name="csY582" fmla="*/ 952593 h 1076324"/>
                <a:gd name="csX583" fmla="*/ 1119798 w 1692117"/>
                <a:gd name="csY583" fmla="*/ 952115 h 1076324"/>
                <a:gd name="csX584" fmla="*/ 1120753 w 1692117"/>
                <a:gd name="csY584" fmla="*/ 951637 h 1076324"/>
                <a:gd name="csX585" fmla="*/ 1122187 w 1692117"/>
                <a:gd name="csY585" fmla="*/ 951637 h 1076324"/>
                <a:gd name="csX586" fmla="*/ 1122664 w 1692117"/>
                <a:gd name="csY586" fmla="*/ 951637 h 1076324"/>
                <a:gd name="csX587" fmla="*/ 1123142 w 1692117"/>
                <a:gd name="csY587" fmla="*/ 950682 h 1076324"/>
                <a:gd name="csX588" fmla="*/ 1122664 w 1692117"/>
                <a:gd name="csY588" fmla="*/ 950204 h 1076324"/>
                <a:gd name="csX589" fmla="*/ 1121709 w 1692117"/>
                <a:gd name="csY589" fmla="*/ 949248 h 1076324"/>
                <a:gd name="csX590" fmla="*/ 1120753 w 1692117"/>
                <a:gd name="csY590" fmla="*/ 949248 h 1076324"/>
                <a:gd name="csX591" fmla="*/ 1119320 w 1692117"/>
                <a:gd name="csY591" fmla="*/ 948771 h 1076324"/>
                <a:gd name="csX592" fmla="*/ 1118842 w 1692117"/>
                <a:gd name="csY592" fmla="*/ 949248 h 1076324"/>
                <a:gd name="csX593" fmla="*/ 1118365 w 1692117"/>
                <a:gd name="csY593" fmla="*/ 949726 h 1076324"/>
                <a:gd name="csX594" fmla="*/ 1117887 w 1692117"/>
                <a:gd name="csY594" fmla="*/ 949726 h 1076324"/>
                <a:gd name="csX595" fmla="*/ 1117409 w 1692117"/>
                <a:gd name="csY595" fmla="*/ 948771 h 1076324"/>
                <a:gd name="csX596" fmla="*/ 1115498 w 1692117"/>
                <a:gd name="csY596" fmla="*/ 947815 h 1076324"/>
                <a:gd name="csX597" fmla="*/ 1115021 w 1692117"/>
                <a:gd name="csY597" fmla="*/ 947338 h 1076324"/>
                <a:gd name="csX598" fmla="*/ 1115021 w 1692117"/>
                <a:gd name="csY598" fmla="*/ 946382 h 1076324"/>
                <a:gd name="csX599" fmla="*/ 1115976 w 1692117"/>
                <a:gd name="csY599" fmla="*/ 944471 h 1076324"/>
                <a:gd name="csX600" fmla="*/ 1115976 w 1692117"/>
                <a:gd name="csY600" fmla="*/ 943516 h 1076324"/>
                <a:gd name="csX601" fmla="*/ 1116454 w 1692117"/>
                <a:gd name="csY601" fmla="*/ 942560 h 1076324"/>
                <a:gd name="csX602" fmla="*/ 1117887 w 1692117"/>
                <a:gd name="csY602" fmla="*/ 940172 h 1076324"/>
                <a:gd name="csX603" fmla="*/ 1118365 w 1692117"/>
                <a:gd name="csY603" fmla="*/ 939216 h 1076324"/>
                <a:gd name="csX604" fmla="*/ 1117887 w 1692117"/>
                <a:gd name="csY604" fmla="*/ 938261 h 1076324"/>
                <a:gd name="csX605" fmla="*/ 1117409 w 1692117"/>
                <a:gd name="csY605" fmla="*/ 937783 h 1076324"/>
                <a:gd name="csX606" fmla="*/ 1116931 w 1692117"/>
                <a:gd name="csY606" fmla="*/ 937783 h 1076324"/>
                <a:gd name="csX607" fmla="*/ 1116454 w 1692117"/>
                <a:gd name="csY607" fmla="*/ 937305 h 1076324"/>
                <a:gd name="csX608" fmla="*/ 1115976 w 1692117"/>
                <a:gd name="csY608" fmla="*/ 936350 h 1076324"/>
                <a:gd name="csX609" fmla="*/ 1115021 w 1692117"/>
                <a:gd name="csY609" fmla="*/ 935394 h 1076324"/>
                <a:gd name="csX610" fmla="*/ 1113110 w 1692117"/>
                <a:gd name="csY610" fmla="*/ 934439 h 1076324"/>
                <a:gd name="csX611" fmla="*/ 1111676 w 1692117"/>
                <a:gd name="csY611" fmla="*/ 933006 h 1076324"/>
                <a:gd name="csX612" fmla="*/ 1110243 w 1692117"/>
                <a:gd name="csY612" fmla="*/ 931572 h 1076324"/>
                <a:gd name="csX613" fmla="*/ 1110243 w 1692117"/>
                <a:gd name="csY613" fmla="*/ 930617 h 1076324"/>
                <a:gd name="csX614" fmla="*/ 1110721 w 1692117"/>
                <a:gd name="csY614" fmla="*/ 929662 h 1076324"/>
                <a:gd name="csX615" fmla="*/ 1110721 w 1692117"/>
                <a:gd name="csY615" fmla="*/ 928706 h 1076324"/>
                <a:gd name="csX616" fmla="*/ 1110721 w 1692117"/>
                <a:gd name="csY616" fmla="*/ 928228 h 1076324"/>
                <a:gd name="csX617" fmla="*/ 1111199 w 1692117"/>
                <a:gd name="csY617" fmla="*/ 927751 h 1076324"/>
                <a:gd name="csX618" fmla="*/ 1111676 w 1692117"/>
                <a:gd name="csY618" fmla="*/ 926317 h 1076324"/>
                <a:gd name="csX619" fmla="*/ 1112154 w 1692117"/>
                <a:gd name="csY619" fmla="*/ 925362 h 1076324"/>
                <a:gd name="csX620" fmla="*/ 1112154 w 1692117"/>
                <a:gd name="csY620" fmla="*/ 924407 h 1076324"/>
                <a:gd name="csX621" fmla="*/ 1113110 w 1692117"/>
                <a:gd name="csY621" fmla="*/ 923451 h 1076324"/>
                <a:gd name="csX622" fmla="*/ 1113588 w 1692117"/>
                <a:gd name="csY622" fmla="*/ 922496 h 1076324"/>
                <a:gd name="csX623" fmla="*/ 1113110 w 1692117"/>
                <a:gd name="csY623" fmla="*/ 922018 h 1076324"/>
                <a:gd name="csX624" fmla="*/ 1111199 w 1692117"/>
                <a:gd name="csY624" fmla="*/ 921540 h 1076324"/>
                <a:gd name="csX625" fmla="*/ 1106899 w 1692117"/>
                <a:gd name="csY625" fmla="*/ 922018 h 1076324"/>
                <a:gd name="csX626" fmla="*/ 1103555 w 1692117"/>
                <a:gd name="csY626" fmla="*/ 922018 h 1076324"/>
                <a:gd name="csX627" fmla="*/ 1101166 w 1692117"/>
                <a:gd name="csY627" fmla="*/ 922496 h 1076324"/>
                <a:gd name="csX628" fmla="*/ 1098300 w 1692117"/>
                <a:gd name="csY628" fmla="*/ 922018 h 1076324"/>
                <a:gd name="csX629" fmla="*/ 1094956 w 1692117"/>
                <a:gd name="csY629" fmla="*/ 921540 h 1076324"/>
                <a:gd name="csX630" fmla="*/ 1092090 w 1692117"/>
                <a:gd name="csY630" fmla="*/ 920107 h 1076324"/>
                <a:gd name="csX631" fmla="*/ 1090179 w 1692117"/>
                <a:gd name="csY631" fmla="*/ 917241 h 1076324"/>
                <a:gd name="csX632" fmla="*/ 1088268 w 1692117"/>
                <a:gd name="csY632" fmla="*/ 914852 h 1076324"/>
                <a:gd name="csX633" fmla="*/ 1087312 w 1692117"/>
                <a:gd name="csY633" fmla="*/ 912463 h 1076324"/>
                <a:gd name="csX634" fmla="*/ 1086835 w 1692117"/>
                <a:gd name="csY634" fmla="*/ 910075 h 1076324"/>
                <a:gd name="csX635" fmla="*/ 1086835 w 1692117"/>
                <a:gd name="csY635" fmla="*/ 909597 h 1076324"/>
                <a:gd name="csX636" fmla="*/ 1086357 w 1692117"/>
                <a:gd name="csY636" fmla="*/ 909119 h 1076324"/>
                <a:gd name="csX637" fmla="*/ 1085879 w 1692117"/>
                <a:gd name="csY637" fmla="*/ 907686 h 1076324"/>
                <a:gd name="csX638" fmla="*/ 1085401 w 1692117"/>
                <a:gd name="csY638" fmla="*/ 905775 h 1076324"/>
                <a:gd name="csX639" fmla="*/ 1084924 w 1692117"/>
                <a:gd name="csY639" fmla="*/ 904342 h 1076324"/>
                <a:gd name="csX640" fmla="*/ 1084446 w 1692117"/>
                <a:gd name="csY640" fmla="*/ 903864 h 1076324"/>
                <a:gd name="csX641" fmla="*/ 1083968 w 1692117"/>
                <a:gd name="csY641" fmla="*/ 903386 h 1076324"/>
                <a:gd name="csX642" fmla="*/ 1083013 w 1692117"/>
                <a:gd name="csY642" fmla="*/ 901953 h 1076324"/>
                <a:gd name="csX643" fmla="*/ 1083013 w 1692117"/>
                <a:gd name="csY643" fmla="*/ 900998 h 1076324"/>
                <a:gd name="csX644" fmla="*/ 1082535 w 1692117"/>
                <a:gd name="csY644" fmla="*/ 900520 h 1076324"/>
                <a:gd name="csX645" fmla="*/ 1082057 w 1692117"/>
                <a:gd name="csY645" fmla="*/ 900042 h 1076324"/>
                <a:gd name="csX646" fmla="*/ 1081580 w 1692117"/>
                <a:gd name="csY646" fmla="*/ 899565 h 1076324"/>
                <a:gd name="csX647" fmla="*/ 1079191 w 1692117"/>
                <a:gd name="csY647" fmla="*/ 900042 h 1076324"/>
                <a:gd name="csX648" fmla="*/ 1078235 w 1692117"/>
                <a:gd name="csY648" fmla="*/ 899565 h 1076324"/>
                <a:gd name="csX649" fmla="*/ 1077758 w 1692117"/>
                <a:gd name="csY649" fmla="*/ 899087 h 1076324"/>
                <a:gd name="csX650" fmla="*/ 1076802 w 1692117"/>
                <a:gd name="csY650" fmla="*/ 898609 h 1076324"/>
                <a:gd name="csX651" fmla="*/ 1075847 w 1692117"/>
                <a:gd name="csY651" fmla="*/ 898609 h 1076324"/>
                <a:gd name="csX652" fmla="*/ 1074414 w 1692117"/>
                <a:gd name="csY652" fmla="*/ 899565 h 1076324"/>
                <a:gd name="csX653" fmla="*/ 1072981 w 1692117"/>
                <a:gd name="csY653" fmla="*/ 899565 h 1076324"/>
                <a:gd name="csX654" fmla="*/ 1070592 w 1692117"/>
                <a:gd name="csY654" fmla="*/ 899087 h 1076324"/>
                <a:gd name="csX655" fmla="*/ 1069158 w 1692117"/>
                <a:gd name="csY655" fmla="*/ 899565 h 1076324"/>
                <a:gd name="csX656" fmla="*/ 1066292 w 1692117"/>
                <a:gd name="csY656" fmla="*/ 899565 h 1076324"/>
                <a:gd name="csX657" fmla="*/ 1064381 w 1692117"/>
                <a:gd name="csY657" fmla="*/ 898609 h 1076324"/>
                <a:gd name="csX658" fmla="*/ 1062470 w 1692117"/>
                <a:gd name="csY658" fmla="*/ 897654 h 1076324"/>
                <a:gd name="csX659" fmla="*/ 1061515 w 1692117"/>
                <a:gd name="csY659" fmla="*/ 897654 h 1076324"/>
                <a:gd name="csX660" fmla="*/ 1060559 w 1692117"/>
                <a:gd name="csY660" fmla="*/ 897654 h 1076324"/>
                <a:gd name="csX661" fmla="*/ 1059604 w 1692117"/>
                <a:gd name="csY661" fmla="*/ 897654 h 1076324"/>
                <a:gd name="csX662" fmla="*/ 1059604 w 1692117"/>
                <a:gd name="csY662" fmla="*/ 896698 h 1076324"/>
                <a:gd name="csX663" fmla="*/ 1059126 w 1692117"/>
                <a:gd name="csY663" fmla="*/ 896698 h 1076324"/>
                <a:gd name="csX664" fmla="*/ 1057215 w 1692117"/>
                <a:gd name="csY664" fmla="*/ 896220 h 1076324"/>
                <a:gd name="csX665" fmla="*/ 1055782 w 1692117"/>
                <a:gd name="csY665" fmla="*/ 895265 h 1076324"/>
                <a:gd name="csX666" fmla="*/ 1051483 w 1692117"/>
                <a:gd name="csY666" fmla="*/ 894310 h 1076324"/>
                <a:gd name="csX667" fmla="*/ 1050527 w 1692117"/>
                <a:gd name="csY667" fmla="*/ 893354 h 1076324"/>
                <a:gd name="csX668" fmla="*/ 1049572 w 1692117"/>
                <a:gd name="csY668" fmla="*/ 893354 h 1076324"/>
                <a:gd name="csX669" fmla="*/ 1048139 w 1692117"/>
                <a:gd name="csY669" fmla="*/ 893354 h 1076324"/>
                <a:gd name="csX670" fmla="*/ 1047661 w 1692117"/>
                <a:gd name="csY670" fmla="*/ 893832 h 1076324"/>
                <a:gd name="csX671" fmla="*/ 1046705 w 1692117"/>
                <a:gd name="csY671" fmla="*/ 893832 h 1076324"/>
                <a:gd name="csX672" fmla="*/ 1045750 w 1692117"/>
                <a:gd name="csY672" fmla="*/ 893832 h 1076324"/>
                <a:gd name="csX673" fmla="*/ 1045750 w 1692117"/>
                <a:gd name="csY673" fmla="*/ 893832 h 1076324"/>
                <a:gd name="csX674" fmla="*/ 1045750 w 1692117"/>
                <a:gd name="csY674" fmla="*/ 894787 h 1076324"/>
                <a:gd name="csX675" fmla="*/ 1045750 w 1692117"/>
                <a:gd name="csY675" fmla="*/ 895743 h 1076324"/>
                <a:gd name="csX676" fmla="*/ 1046227 w 1692117"/>
                <a:gd name="csY676" fmla="*/ 896698 h 1076324"/>
                <a:gd name="csX677" fmla="*/ 1048139 w 1692117"/>
                <a:gd name="csY677" fmla="*/ 898131 h 1076324"/>
                <a:gd name="csX678" fmla="*/ 1048616 w 1692117"/>
                <a:gd name="csY678" fmla="*/ 899565 h 1076324"/>
                <a:gd name="csX679" fmla="*/ 1048616 w 1692117"/>
                <a:gd name="csY679" fmla="*/ 900520 h 1076324"/>
                <a:gd name="csX680" fmla="*/ 1048139 w 1692117"/>
                <a:gd name="csY680" fmla="*/ 901953 h 1076324"/>
                <a:gd name="csX681" fmla="*/ 1046227 w 1692117"/>
                <a:gd name="csY681" fmla="*/ 904342 h 1076324"/>
                <a:gd name="csX682" fmla="*/ 1045750 w 1692117"/>
                <a:gd name="csY682" fmla="*/ 904342 h 1076324"/>
                <a:gd name="csX683" fmla="*/ 1044317 w 1692117"/>
                <a:gd name="csY683" fmla="*/ 904820 h 1076324"/>
                <a:gd name="csX684" fmla="*/ 1043361 w 1692117"/>
                <a:gd name="csY684" fmla="*/ 905297 h 1076324"/>
                <a:gd name="csX685" fmla="*/ 1042883 w 1692117"/>
                <a:gd name="csY685" fmla="*/ 905297 h 1076324"/>
                <a:gd name="csX686" fmla="*/ 1042406 w 1692117"/>
                <a:gd name="csY686" fmla="*/ 905297 h 1076324"/>
                <a:gd name="csX687" fmla="*/ 1041928 w 1692117"/>
                <a:gd name="csY687" fmla="*/ 905297 h 1076324"/>
                <a:gd name="csX688" fmla="*/ 1041450 w 1692117"/>
                <a:gd name="csY688" fmla="*/ 906253 h 1076324"/>
                <a:gd name="csX689" fmla="*/ 1040973 w 1692117"/>
                <a:gd name="csY689" fmla="*/ 906731 h 1076324"/>
                <a:gd name="csX690" fmla="*/ 1041450 w 1692117"/>
                <a:gd name="csY690" fmla="*/ 907208 h 1076324"/>
                <a:gd name="csX691" fmla="*/ 1040973 w 1692117"/>
                <a:gd name="csY691" fmla="*/ 908164 h 1076324"/>
                <a:gd name="csX692" fmla="*/ 1040017 w 1692117"/>
                <a:gd name="csY692" fmla="*/ 908641 h 1076324"/>
                <a:gd name="csX693" fmla="*/ 1039539 w 1692117"/>
                <a:gd name="csY693" fmla="*/ 908641 h 1076324"/>
                <a:gd name="csX694" fmla="*/ 1039539 w 1692117"/>
                <a:gd name="csY694" fmla="*/ 907686 h 1076324"/>
                <a:gd name="csX695" fmla="*/ 1039062 w 1692117"/>
                <a:gd name="csY695" fmla="*/ 907208 h 1076324"/>
                <a:gd name="csX696" fmla="*/ 1039539 w 1692117"/>
                <a:gd name="csY696" fmla="*/ 906253 h 1076324"/>
                <a:gd name="csX697" fmla="*/ 1042883 w 1692117"/>
                <a:gd name="csY697" fmla="*/ 902909 h 1076324"/>
                <a:gd name="csX698" fmla="*/ 1044317 w 1692117"/>
                <a:gd name="csY698" fmla="*/ 901476 h 1076324"/>
                <a:gd name="csX699" fmla="*/ 1044317 w 1692117"/>
                <a:gd name="csY699" fmla="*/ 900520 h 1076324"/>
                <a:gd name="csX700" fmla="*/ 1044317 w 1692117"/>
                <a:gd name="csY700" fmla="*/ 899565 h 1076324"/>
                <a:gd name="csX701" fmla="*/ 1043839 w 1692117"/>
                <a:gd name="csY701" fmla="*/ 898131 h 1076324"/>
                <a:gd name="csX702" fmla="*/ 1042883 w 1692117"/>
                <a:gd name="csY702" fmla="*/ 897654 h 1076324"/>
                <a:gd name="csX703" fmla="*/ 1041928 w 1692117"/>
                <a:gd name="csY703" fmla="*/ 897654 h 1076324"/>
                <a:gd name="csX704" fmla="*/ 1040973 w 1692117"/>
                <a:gd name="csY704" fmla="*/ 898131 h 1076324"/>
                <a:gd name="csX705" fmla="*/ 1040495 w 1692117"/>
                <a:gd name="csY705" fmla="*/ 899087 h 1076324"/>
                <a:gd name="csX706" fmla="*/ 1040017 w 1692117"/>
                <a:gd name="csY706" fmla="*/ 900042 h 1076324"/>
                <a:gd name="csX707" fmla="*/ 1040017 w 1692117"/>
                <a:gd name="csY707" fmla="*/ 901953 h 1076324"/>
                <a:gd name="csX708" fmla="*/ 1040017 w 1692117"/>
                <a:gd name="csY708" fmla="*/ 902909 h 1076324"/>
                <a:gd name="csX709" fmla="*/ 1039539 w 1692117"/>
                <a:gd name="csY709" fmla="*/ 903386 h 1076324"/>
                <a:gd name="csX710" fmla="*/ 1039062 w 1692117"/>
                <a:gd name="csY710" fmla="*/ 903386 h 1076324"/>
                <a:gd name="csX711" fmla="*/ 1038584 w 1692117"/>
                <a:gd name="csY711" fmla="*/ 904342 h 1076324"/>
                <a:gd name="csX712" fmla="*/ 1038106 w 1692117"/>
                <a:gd name="csY712" fmla="*/ 905775 h 1076324"/>
                <a:gd name="csX713" fmla="*/ 1038106 w 1692117"/>
                <a:gd name="csY713" fmla="*/ 906731 h 1076324"/>
                <a:gd name="csX714" fmla="*/ 1037151 w 1692117"/>
                <a:gd name="csY714" fmla="*/ 906731 h 1076324"/>
                <a:gd name="csX715" fmla="*/ 1036673 w 1692117"/>
                <a:gd name="csY715" fmla="*/ 907686 h 1076324"/>
                <a:gd name="csX716" fmla="*/ 1036673 w 1692117"/>
                <a:gd name="csY716" fmla="*/ 909597 h 1076324"/>
                <a:gd name="csX717" fmla="*/ 1036195 w 1692117"/>
                <a:gd name="csY717" fmla="*/ 910075 h 1076324"/>
                <a:gd name="csX718" fmla="*/ 1035240 w 1692117"/>
                <a:gd name="csY718" fmla="*/ 910552 h 1076324"/>
                <a:gd name="csX719" fmla="*/ 1033329 w 1692117"/>
                <a:gd name="csY719" fmla="*/ 911508 h 1076324"/>
                <a:gd name="csX720" fmla="*/ 1032373 w 1692117"/>
                <a:gd name="csY720" fmla="*/ 911508 h 1076324"/>
                <a:gd name="csX721" fmla="*/ 1032851 w 1692117"/>
                <a:gd name="csY721" fmla="*/ 910552 h 1076324"/>
                <a:gd name="csX722" fmla="*/ 1032851 w 1692117"/>
                <a:gd name="csY722" fmla="*/ 910552 h 1076324"/>
                <a:gd name="csX723" fmla="*/ 1033329 w 1692117"/>
                <a:gd name="csY723" fmla="*/ 910075 h 1076324"/>
                <a:gd name="csX724" fmla="*/ 1034762 w 1692117"/>
                <a:gd name="csY724" fmla="*/ 906731 h 1076324"/>
                <a:gd name="csX725" fmla="*/ 1035717 w 1692117"/>
                <a:gd name="csY725" fmla="*/ 904820 h 1076324"/>
                <a:gd name="csX726" fmla="*/ 1035717 w 1692117"/>
                <a:gd name="csY726" fmla="*/ 904820 h 1076324"/>
                <a:gd name="csX727" fmla="*/ 1029507 w 1692117"/>
                <a:gd name="csY727" fmla="*/ 907208 h 1076324"/>
                <a:gd name="csX728" fmla="*/ 1027118 w 1692117"/>
                <a:gd name="csY728" fmla="*/ 908641 h 1076324"/>
                <a:gd name="csX729" fmla="*/ 1026641 w 1692117"/>
                <a:gd name="csY729" fmla="*/ 909119 h 1076324"/>
                <a:gd name="csX730" fmla="*/ 1026641 w 1692117"/>
                <a:gd name="csY730" fmla="*/ 910075 h 1076324"/>
                <a:gd name="csX731" fmla="*/ 1026641 w 1692117"/>
                <a:gd name="csY731" fmla="*/ 911508 h 1076324"/>
                <a:gd name="csX732" fmla="*/ 1026641 w 1692117"/>
                <a:gd name="csY732" fmla="*/ 912463 h 1076324"/>
                <a:gd name="csX733" fmla="*/ 1026163 w 1692117"/>
                <a:gd name="csY733" fmla="*/ 912941 h 1076324"/>
                <a:gd name="csX734" fmla="*/ 1025208 w 1692117"/>
                <a:gd name="csY734" fmla="*/ 915330 h 1076324"/>
                <a:gd name="csX735" fmla="*/ 1024730 w 1692117"/>
                <a:gd name="csY735" fmla="*/ 916285 h 1076324"/>
                <a:gd name="csX736" fmla="*/ 1024252 w 1692117"/>
                <a:gd name="csY736" fmla="*/ 917241 h 1076324"/>
                <a:gd name="csX737" fmla="*/ 1022341 w 1692117"/>
                <a:gd name="csY737" fmla="*/ 918196 h 1076324"/>
                <a:gd name="csX738" fmla="*/ 1022341 w 1692117"/>
                <a:gd name="csY738" fmla="*/ 918196 h 1076324"/>
                <a:gd name="csX739" fmla="*/ 1019952 w 1692117"/>
                <a:gd name="csY739" fmla="*/ 920107 h 1076324"/>
                <a:gd name="csX740" fmla="*/ 1019475 w 1692117"/>
                <a:gd name="csY740" fmla="*/ 920585 h 1076324"/>
                <a:gd name="csX741" fmla="*/ 1019475 w 1692117"/>
                <a:gd name="csY741" fmla="*/ 920585 h 1076324"/>
                <a:gd name="csX742" fmla="*/ 1015653 w 1692117"/>
                <a:gd name="csY742" fmla="*/ 920107 h 1076324"/>
                <a:gd name="csX743" fmla="*/ 1013264 w 1692117"/>
                <a:gd name="csY743" fmla="*/ 920585 h 1076324"/>
                <a:gd name="csX744" fmla="*/ 1011353 w 1692117"/>
                <a:gd name="csY744" fmla="*/ 920107 h 1076324"/>
                <a:gd name="csX745" fmla="*/ 1010398 w 1692117"/>
                <a:gd name="csY745" fmla="*/ 918674 h 1076324"/>
                <a:gd name="csX746" fmla="*/ 1009442 w 1692117"/>
                <a:gd name="csY746" fmla="*/ 917241 h 1076324"/>
                <a:gd name="csX747" fmla="*/ 1004665 w 1692117"/>
                <a:gd name="csY747" fmla="*/ 918196 h 1076324"/>
                <a:gd name="csX748" fmla="*/ 998932 w 1692117"/>
                <a:gd name="csY748" fmla="*/ 917718 h 1076324"/>
                <a:gd name="csX749" fmla="*/ 996544 w 1692117"/>
                <a:gd name="csY749" fmla="*/ 917718 h 1076324"/>
                <a:gd name="csX750" fmla="*/ 995588 w 1692117"/>
                <a:gd name="csY750" fmla="*/ 917241 h 1076324"/>
                <a:gd name="csX751" fmla="*/ 994633 w 1692117"/>
                <a:gd name="csY751" fmla="*/ 915330 h 1076324"/>
                <a:gd name="csX752" fmla="*/ 993200 w 1692117"/>
                <a:gd name="csY752" fmla="*/ 914852 h 1076324"/>
                <a:gd name="csX753" fmla="*/ 990333 w 1692117"/>
                <a:gd name="csY753" fmla="*/ 915330 h 1076324"/>
                <a:gd name="csX754" fmla="*/ 986989 w 1692117"/>
                <a:gd name="csY754" fmla="*/ 917718 h 1076324"/>
                <a:gd name="csX755" fmla="*/ 983645 w 1692117"/>
                <a:gd name="csY755" fmla="*/ 919151 h 1076324"/>
                <a:gd name="csX756" fmla="*/ 981256 w 1692117"/>
                <a:gd name="csY756" fmla="*/ 919151 h 1076324"/>
                <a:gd name="csX757" fmla="*/ 978390 w 1692117"/>
                <a:gd name="csY757" fmla="*/ 917718 h 1076324"/>
                <a:gd name="csX758" fmla="*/ 974568 w 1692117"/>
                <a:gd name="csY758" fmla="*/ 915330 h 1076324"/>
                <a:gd name="csX759" fmla="*/ 971224 w 1692117"/>
                <a:gd name="csY759" fmla="*/ 912463 h 1076324"/>
                <a:gd name="csX760" fmla="*/ 968358 w 1692117"/>
                <a:gd name="csY760" fmla="*/ 911508 h 1076324"/>
                <a:gd name="csX761" fmla="*/ 965491 w 1692117"/>
                <a:gd name="csY761" fmla="*/ 911508 h 1076324"/>
                <a:gd name="csX762" fmla="*/ 964536 w 1692117"/>
                <a:gd name="csY762" fmla="*/ 912941 h 1076324"/>
                <a:gd name="csX763" fmla="*/ 963103 w 1692117"/>
                <a:gd name="csY763" fmla="*/ 912941 h 1076324"/>
                <a:gd name="csX764" fmla="*/ 962625 w 1692117"/>
                <a:gd name="csY764" fmla="*/ 910552 h 1076324"/>
                <a:gd name="csX765" fmla="*/ 961669 w 1692117"/>
                <a:gd name="csY765" fmla="*/ 908641 h 1076324"/>
                <a:gd name="csX766" fmla="*/ 959759 w 1692117"/>
                <a:gd name="csY766" fmla="*/ 908164 h 1076324"/>
                <a:gd name="csX767" fmla="*/ 956892 w 1692117"/>
                <a:gd name="csY767" fmla="*/ 906253 h 1076324"/>
                <a:gd name="csX768" fmla="*/ 954981 w 1692117"/>
                <a:gd name="csY768" fmla="*/ 905297 h 1076324"/>
                <a:gd name="csX769" fmla="*/ 951637 w 1692117"/>
                <a:gd name="csY769" fmla="*/ 903864 h 1076324"/>
                <a:gd name="csX770" fmla="*/ 950682 w 1692117"/>
                <a:gd name="csY770" fmla="*/ 903864 h 1076324"/>
                <a:gd name="csX771" fmla="*/ 948771 w 1692117"/>
                <a:gd name="csY771" fmla="*/ 903864 h 1076324"/>
                <a:gd name="csX772" fmla="*/ 946382 w 1692117"/>
                <a:gd name="csY772" fmla="*/ 903386 h 1076324"/>
                <a:gd name="csX773" fmla="*/ 944471 w 1692117"/>
                <a:gd name="csY773" fmla="*/ 903864 h 1076324"/>
                <a:gd name="csX774" fmla="*/ 944471 w 1692117"/>
                <a:gd name="csY774" fmla="*/ 903864 h 1076324"/>
                <a:gd name="csX775" fmla="*/ 943994 w 1692117"/>
                <a:gd name="csY775" fmla="*/ 903864 h 1076324"/>
                <a:gd name="csX776" fmla="*/ 943994 w 1692117"/>
                <a:gd name="csY776" fmla="*/ 903864 h 1076324"/>
                <a:gd name="csX777" fmla="*/ 942560 w 1692117"/>
                <a:gd name="csY777" fmla="*/ 905297 h 1076324"/>
                <a:gd name="csX778" fmla="*/ 940649 w 1692117"/>
                <a:gd name="csY778" fmla="*/ 905775 h 1076324"/>
                <a:gd name="csX779" fmla="*/ 937783 w 1692117"/>
                <a:gd name="csY779" fmla="*/ 906253 h 1076324"/>
                <a:gd name="csX780" fmla="*/ 935872 w 1692117"/>
                <a:gd name="csY780" fmla="*/ 905775 h 1076324"/>
                <a:gd name="csX781" fmla="*/ 934917 w 1692117"/>
                <a:gd name="csY781" fmla="*/ 903864 h 1076324"/>
                <a:gd name="csX782" fmla="*/ 930617 w 1692117"/>
                <a:gd name="csY782" fmla="*/ 902909 h 1076324"/>
                <a:gd name="csX783" fmla="*/ 923451 w 1692117"/>
                <a:gd name="csY783" fmla="*/ 901476 h 1076324"/>
                <a:gd name="csX784" fmla="*/ 919629 w 1692117"/>
                <a:gd name="csY784" fmla="*/ 900520 h 1076324"/>
                <a:gd name="csX785" fmla="*/ 918674 w 1692117"/>
                <a:gd name="csY785" fmla="*/ 899565 h 1076324"/>
                <a:gd name="csX786" fmla="*/ 917718 w 1692117"/>
                <a:gd name="csY786" fmla="*/ 898609 h 1076324"/>
                <a:gd name="csX787" fmla="*/ 917718 w 1692117"/>
                <a:gd name="csY787" fmla="*/ 897176 h 1076324"/>
                <a:gd name="csX788" fmla="*/ 915807 w 1692117"/>
                <a:gd name="csY788" fmla="*/ 893354 h 1076324"/>
                <a:gd name="csX789" fmla="*/ 915330 w 1692117"/>
                <a:gd name="csY789" fmla="*/ 890010 h 1076324"/>
                <a:gd name="csX790" fmla="*/ 914852 w 1692117"/>
                <a:gd name="csY790" fmla="*/ 886188 h 1076324"/>
                <a:gd name="csX791" fmla="*/ 914852 w 1692117"/>
                <a:gd name="csY791" fmla="*/ 884755 h 1076324"/>
                <a:gd name="csX792" fmla="*/ 914852 w 1692117"/>
                <a:gd name="csY792" fmla="*/ 884755 h 1076324"/>
                <a:gd name="csX793" fmla="*/ 914374 w 1692117"/>
                <a:gd name="csY793" fmla="*/ 884277 h 1076324"/>
                <a:gd name="csX794" fmla="*/ 913419 w 1692117"/>
                <a:gd name="csY794" fmla="*/ 883322 h 1076324"/>
                <a:gd name="csX795" fmla="*/ 909119 w 1692117"/>
                <a:gd name="csY795" fmla="*/ 882844 h 1076324"/>
                <a:gd name="csX796" fmla="*/ 909119 w 1692117"/>
                <a:gd name="csY796" fmla="*/ 882844 h 1076324"/>
                <a:gd name="csX797" fmla="*/ 909119 w 1692117"/>
                <a:gd name="csY797" fmla="*/ 887621 h 1076324"/>
                <a:gd name="csX798" fmla="*/ 908641 w 1692117"/>
                <a:gd name="csY798" fmla="*/ 893354 h 1076324"/>
                <a:gd name="csX799" fmla="*/ 904342 w 1692117"/>
                <a:gd name="csY799" fmla="*/ 893354 h 1076324"/>
                <a:gd name="csX800" fmla="*/ 895743 w 1692117"/>
                <a:gd name="csY800" fmla="*/ 893354 h 1076324"/>
                <a:gd name="csX801" fmla="*/ 887144 w 1692117"/>
                <a:gd name="csY801" fmla="*/ 893354 h 1076324"/>
                <a:gd name="csX802" fmla="*/ 879022 w 1692117"/>
                <a:gd name="csY802" fmla="*/ 893354 h 1076324"/>
                <a:gd name="csX803" fmla="*/ 870423 w 1692117"/>
                <a:gd name="csY803" fmla="*/ 893354 h 1076324"/>
                <a:gd name="csX804" fmla="*/ 861824 w 1692117"/>
                <a:gd name="csY804" fmla="*/ 893354 h 1076324"/>
                <a:gd name="csX805" fmla="*/ 853225 w 1692117"/>
                <a:gd name="csY805" fmla="*/ 893354 h 1076324"/>
                <a:gd name="csX806" fmla="*/ 845104 w 1692117"/>
                <a:gd name="csY806" fmla="*/ 893354 h 1076324"/>
                <a:gd name="csX807" fmla="*/ 836504 w 1692117"/>
                <a:gd name="csY807" fmla="*/ 893354 h 1076324"/>
                <a:gd name="csX808" fmla="*/ 827905 w 1692117"/>
                <a:gd name="csY808" fmla="*/ 893354 h 1076324"/>
                <a:gd name="csX809" fmla="*/ 819784 w 1692117"/>
                <a:gd name="csY809" fmla="*/ 893354 h 1076324"/>
                <a:gd name="csX810" fmla="*/ 811185 w 1692117"/>
                <a:gd name="csY810" fmla="*/ 893354 h 1076324"/>
                <a:gd name="csX811" fmla="*/ 802585 w 1692117"/>
                <a:gd name="csY811" fmla="*/ 893354 h 1076324"/>
                <a:gd name="csX812" fmla="*/ 794464 w 1692117"/>
                <a:gd name="csY812" fmla="*/ 893354 h 1076324"/>
                <a:gd name="csX813" fmla="*/ 785865 w 1692117"/>
                <a:gd name="csY813" fmla="*/ 893354 h 1076324"/>
                <a:gd name="csX814" fmla="*/ 777266 w 1692117"/>
                <a:gd name="csY814" fmla="*/ 893354 h 1076324"/>
                <a:gd name="csX815" fmla="*/ 768667 w 1692117"/>
                <a:gd name="csY815" fmla="*/ 893354 h 1076324"/>
                <a:gd name="csX816" fmla="*/ 760545 w 1692117"/>
                <a:gd name="csY816" fmla="*/ 893354 h 1076324"/>
                <a:gd name="csX817" fmla="*/ 751946 w 1692117"/>
                <a:gd name="csY817" fmla="*/ 893354 h 1076324"/>
                <a:gd name="csX818" fmla="*/ 743347 w 1692117"/>
                <a:gd name="csY818" fmla="*/ 893354 h 1076324"/>
                <a:gd name="csX819" fmla="*/ 735226 w 1692117"/>
                <a:gd name="csY819" fmla="*/ 893354 h 1076324"/>
                <a:gd name="csX820" fmla="*/ 726627 w 1692117"/>
                <a:gd name="csY820" fmla="*/ 893354 h 1076324"/>
                <a:gd name="csX821" fmla="*/ 718027 w 1692117"/>
                <a:gd name="csY821" fmla="*/ 893354 h 1076324"/>
                <a:gd name="csX822" fmla="*/ 709906 w 1692117"/>
                <a:gd name="csY822" fmla="*/ 893354 h 1076324"/>
                <a:gd name="csX823" fmla="*/ 701307 w 1692117"/>
                <a:gd name="csY823" fmla="*/ 893354 h 1076324"/>
                <a:gd name="csX824" fmla="*/ 692708 w 1692117"/>
                <a:gd name="csY824" fmla="*/ 893354 h 1076324"/>
                <a:gd name="csX825" fmla="*/ 684109 w 1692117"/>
                <a:gd name="csY825" fmla="*/ 893354 h 1076324"/>
                <a:gd name="csX826" fmla="*/ 675987 w 1692117"/>
                <a:gd name="csY826" fmla="*/ 893354 h 1076324"/>
                <a:gd name="csX827" fmla="*/ 667388 w 1692117"/>
                <a:gd name="csY827" fmla="*/ 893354 h 1076324"/>
                <a:gd name="csX828" fmla="*/ 658789 w 1692117"/>
                <a:gd name="csY828" fmla="*/ 893354 h 1076324"/>
                <a:gd name="csX829" fmla="*/ 650668 w 1692117"/>
                <a:gd name="csY829" fmla="*/ 893354 h 1076324"/>
                <a:gd name="csX830" fmla="*/ 642068 w 1692117"/>
                <a:gd name="csY830" fmla="*/ 893354 h 1076324"/>
                <a:gd name="csX831" fmla="*/ 633469 w 1692117"/>
                <a:gd name="csY831" fmla="*/ 893354 h 1076324"/>
                <a:gd name="csX832" fmla="*/ 624870 w 1692117"/>
                <a:gd name="csY832" fmla="*/ 893354 h 1076324"/>
                <a:gd name="csX833" fmla="*/ 616749 w 1692117"/>
                <a:gd name="csY833" fmla="*/ 893354 h 1076324"/>
                <a:gd name="csX834" fmla="*/ 608150 w 1692117"/>
                <a:gd name="csY834" fmla="*/ 893354 h 1076324"/>
                <a:gd name="csX835" fmla="*/ 599550 w 1692117"/>
                <a:gd name="csY835" fmla="*/ 893354 h 1076324"/>
                <a:gd name="csX836" fmla="*/ 591429 w 1692117"/>
                <a:gd name="csY836" fmla="*/ 893354 h 1076324"/>
                <a:gd name="csX837" fmla="*/ 582830 w 1692117"/>
                <a:gd name="csY837" fmla="*/ 893354 h 1076324"/>
                <a:gd name="csX838" fmla="*/ 574231 w 1692117"/>
                <a:gd name="csY838" fmla="*/ 893354 h 1076324"/>
                <a:gd name="csX839" fmla="*/ 566109 w 1692117"/>
                <a:gd name="csY839" fmla="*/ 893354 h 1076324"/>
                <a:gd name="csX840" fmla="*/ 557510 w 1692117"/>
                <a:gd name="csY840" fmla="*/ 893354 h 1076324"/>
                <a:gd name="csX841" fmla="*/ 548911 w 1692117"/>
                <a:gd name="csY841" fmla="*/ 893354 h 1076324"/>
                <a:gd name="csX842" fmla="*/ 540790 w 1692117"/>
                <a:gd name="csY842" fmla="*/ 893354 h 1076324"/>
                <a:gd name="csX843" fmla="*/ 532191 w 1692117"/>
                <a:gd name="csY843" fmla="*/ 893354 h 1076324"/>
                <a:gd name="csX844" fmla="*/ 523591 w 1692117"/>
                <a:gd name="csY844" fmla="*/ 893354 h 1076324"/>
                <a:gd name="csX845" fmla="*/ 514992 w 1692117"/>
                <a:gd name="csY845" fmla="*/ 893354 h 1076324"/>
                <a:gd name="csX846" fmla="*/ 506871 w 1692117"/>
                <a:gd name="csY846" fmla="*/ 893354 h 1076324"/>
                <a:gd name="csX847" fmla="*/ 498272 w 1692117"/>
                <a:gd name="csY847" fmla="*/ 893354 h 1076324"/>
                <a:gd name="csX848" fmla="*/ 489673 w 1692117"/>
                <a:gd name="csY848" fmla="*/ 893354 h 1076324"/>
                <a:gd name="csX849" fmla="*/ 481551 w 1692117"/>
                <a:gd name="csY849" fmla="*/ 893354 h 1076324"/>
                <a:gd name="csX850" fmla="*/ 472952 w 1692117"/>
                <a:gd name="csY850" fmla="*/ 893354 h 1076324"/>
                <a:gd name="csX851" fmla="*/ 464353 w 1692117"/>
                <a:gd name="csY851" fmla="*/ 893354 h 1076324"/>
                <a:gd name="csX852" fmla="*/ 455754 w 1692117"/>
                <a:gd name="csY852" fmla="*/ 893354 h 1076324"/>
                <a:gd name="csX853" fmla="*/ 447633 w 1692117"/>
                <a:gd name="csY853" fmla="*/ 893354 h 1076324"/>
                <a:gd name="csX854" fmla="*/ 439033 w 1692117"/>
                <a:gd name="csY854" fmla="*/ 893354 h 1076324"/>
                <a:gd name="csX855" fmla="*/ 430434 w 1692117"/>
                <a:gd name="csY855" fmla="*/ 893354 h 1076324"/>
                <a:gd name="csX856" fmla="*/ 422313 w 1692117"/>
                <a:gd name="csY856" fmla="*/ 893354 h 1076324"/>
                <a:gd name="csX857" fmla="*/ 413714 w 1692117"/>
                <a:gd name="csY857" fmla="*/ 893354 h 1076324"/>
                <a:gd name="csX858" fmla="*/ 405115 w 1692117"/>
                <a:gd name="csY858" fmla="*/ 893354 h 1076324"/>
                <a:gd name="csX859" fmla="*/ 396993 w 1692117"/>
                <a:gd name="csY859" fmla="*/ 893354 h 1076324"/>
                <a:gd name="csX860" fmla="*/ 388394 w 1692117"/>
                <a:gd name="csY860" fmla="*/ 893354 h 1076324"/>
                <a:gd name="csX861" fmla="*/ 379795 w 1692117"/>
                <a:gd name="csY861" fmla="*/ 893354 h 1076324"/>
                <a:gd name="csX862" fmla="*/ 371674 w 1692117"/>
                <a:gd name="csY862" fmla="*/ 893354 h 1076324"/>
                <a:gd name="csX863" fmla="*/ 363074 w 1692117"/>
                <a:gd name="csY863" fmla="*/ 893354 h 1076324"/>
                <a:gd name="csX864" fmla="*/ 361163 w 1692117"/>
                <a:gd name="csY864" fmla="*/ 893354 h 1076324"/>
                <a:gd name="csX865" fmla="*/ 360208 w 1692117"/>
                <a:gd name="csY865" fmla="*/ 892399 h 1076324"/>
                <a:gd name="csX866" fmla="*/ 358297 w 1692117"/>
                <a:gd name="csY866" fmla="*/ 890965 h 1076324"/>
                <a:gd name="csX867" fmla="*/ 357342 w 1692117"/>
                <a:gd name="csY867" fmla="*/ 890965 h 1076324"/>
                <a:gd name="csX868" fmla="*/ 356864 w 1692117"/>
                <a:gd name="csY868" fmla="*/ 891443 h 1076324"/>
                <a:gd name="csX869" fmla="*/ 356386 w 1692117"/>
                <a:gd name="csY869" fmla="*/ 892399 h 1076324"/>
                <a:gd name="csX870" fmla="*/ 355908 w 1692117"/>
                <a:gd name="csY870" fmla="*/ 893354 h 1076324"/>
                <a:gd name="csX871" fmla="*/ 355431 w 1692117"/>
                <a:gd name="csY871" fmla="*/ 893832 h 1076324"/>
                <a:gd name="csX872" fmla="*/ 355431 w 1692117"/>
                <a:gd name="csY872" fmla="*/ 893832 h 1076324"/>
                <a:gd name="csX873" fmla="*/ 354953 w 1692117"/>
                <a:gd name="csY873" fmla="*/ 893354 h 1076324"/>
                <a:gd name="csX874" fmla="*/ 354475 w 1692117"/>
                <a:gd name="csY874" fmla="*/ 891921 h 1076324"/>
                <a:gd name="csX875" fmla="*/ 354475 w 1692117"/>
                <a:gd name="csY875" fmla="*/ 890965 h 1076324"/>
                <a:gd name="csX876" fmla="*/ 355431 w 1692117"/>
                <a:gd name="csY876" fmla="*/ 890010 h 1076324"/>
                <a:gd name="csX877" fmla="*/ 354953 w 1692117"/>
                <a:gd name="csY877" fmla="*/ 889532 h 1076324"/>
                <a:gd name="csX878" fmla="*/ 353520 w 1692117"/>
                <a:gd name="csY878" fmla="*/ 890010 h 1076324"/>
                <a:gd name="csX879" fmla="*/ 353042 w 1692117"/>
                <a:gd name="csY879" fmla="*/ 889532 h 1076324"/>
                <a:gd name="csX880" fmla="*/ 353042 w 1692117"/>
                <a:gd name="csY880" fmla="*/ 889055 h 1076324"/>
                <a:gd name="csX881" fmla="*/ 353042 w 1692117"/>
                <a:gd name="csY881" fmla="*/ 887144 h 1076324"/>
                <a:gd name="csX882" fmla="*/ 352087 w 1692117"/>
                <a:gd name="csY882" fmla="*/ 886188 h 1076324"/>
                <a:gd name="csX883" fmla="*/ 353042 w 1692117"/>
                <a:gd name="csY883" fmla="*/ 885710 h 1076324"/>
                <a:gd name="csX884" fmla="*/ 355431 w 1692117"/>
                <a:gd name="csY884" fmla="*/ 885233 h 1076324"/>
                <a:gd name="csX885" fmla="*/ 357819 w 1692117"/>
                <a:gd name="csY885" fmla="*/ 885233 h 1076324"/>
                <a:gd name="csX886" fmla="*/ 358297 w 1692117"/>
                <a:gd name="csY886" fmla="*/ 884277 h 1076324"/>
                <a:gd name="csX887" fmla="*/ 359253 w 1692117"/>
                <a:gd name="csY887" fmla="*/ 882366 h 1076324"/>
                <a:gd name="csX888" fmla="*/ 357342 w 1692117"/>
                <a:gd name="csY888" fmla="*/ 884277 h 1076324"/>
                <a:gd name="csX889" fmla="*/ 356386 w 1692117"/>
                <a:gd name="csY889" fmla="*/ 884277 h 1076324"/>
                <a:gd name="csX890" fmla="*/ 353520 w 1692117"/>
                <a:gd name="csY890" fmla="*/ 883800 h 1076324"/>
                <a:gd name="csX891" fmla="*/ 351131 w 1692117"/>
                <a:gd name="csY891" fmla="*/ 883800 h 1076324"/>
                <a:gd name="csX892" fmla="*/ 351131 w 1692117"/>
                <a:gd name="csY892" fmla="*/ 883322 h 1076324"/>
                <a:gd name="csX893" fmla="*/ 351131 w 1692117"/>
                <a:gd name="csY893" fmla="*/ 882844 h 1076324"/>
                <a:gd name="csX894" fmla="*/ 351609 w 1692117"/>
                <a:gd name="csY894" fmla="*/ 882366 h 1076324"/>
                <a:gd name="csX895" fmla="*/ 351609 w 1692117"/>
                <a:gd name="csY895" fmla="*/ 880933 h 1076324"/>
                <a:gd name="csX896" fmla="*/ 352564 w 1692117"/>
                <a:gd name="csY896" fmla="*/ 876634 h 1076324"/>
                <a:gd name="csX897" fmla="*/ 353042 w 1692117"/>
                <a:gd name="csY897" fmla="*/ 875200 h 1076324"/>
                <a:gd name="csX898" fmla="*/ 353042 w 1692117"/>
                <a:gd name="csY898" fmla="*/ 874723 h 1076324"/>
                <a:gd name="csX899" fmla="*/ 353042 w 1692117"/>
                <a:gd name="csY899" fmla="*/ 874245 h 1076324"/>
                <a:gd name="csX900" fmla="*/ 350176 w 1692117"/>
                <a:gd name="csY900" fmla="*/ 877111 h 1076324"/>
                <a:gd name="csX901" fmla="*/ 350176 w 1692117"/>
                <a:gd name="csY901" fmla="*/ 878067 h 1076324"/>
                <a:gd name="csX902" fmla="*/ 350176 w 1692117"/>
                <a:gd name="csY902" fmla="*/ 879022 h 1076324"/>
                <a:gd name="csX903" fmla="*/ 350176 w 1692117"/>
                <a:gd name="csY903" fmla="*/ 880455 h 1076324"/>
                <a:gd name="csX904" fmla="*/ 348742 w 1692117"/>
                <a:gd name="csY904" fmla="*/ 880933 h 1076324"/>
                <a:gd name="csX905" fmla="*/ 348265 w 1692117"/>
                <a:gd name="csY905" fmla="*/ 880933 h 1076324"/>
                <a:gd name="csX906" fmla="*/ 346832 w 1692117"/>
                <a:gd name="csY906" fmla="*/ 881889 h 1076324"/>
                <a:gd name="csX907" fmla="*/ 346354 w 1692117"/>
                <a:gd name="csY907" fmla="*/ 882366 h 1076324"/>
                <a:gd name="csX908" fmla="*/ 339666 w 1692117"/>
                <a:gd name="csY908" fmla="*/ 879978 h 1076324"/>
                <a:gd name="csX909" fmla="*/ 339188 w 1692117"/>
                <a:gd name="csY909" fmla="*/ 879500 h 1076324"/>
                <a:gd name="csX910" fmla="*/ 337755 w 1692117"/>
                <a:gd name="csY910" fmla="*/ 878544 h 1076324"/>
                <a:gd name="csX911" fmla="*/ 336322 w 1692117"/>
                <a:gd name="csY911" fmla="*/ 876634 h 1076324"/>
                <a:gd name="csX912" fmla="*/ 335844 w 1692117"/>
                <a:gd name="csY912" fmla="*/ 874723 h 1076324"/>
                <a:gd name="csX913" fmla="*/ 336322 w 1692117"/>
                <a:gd name="csY913" fmla="*/ 873290 h 1076324"/>
                <a:gd name="csX914" fmla="*/ 337277 w 1692117"/>
                <a:gd name="csY914" fmla="*/ 872812 h 1076324"/>
                <a:gd name="csX915" fmla="*/ 337755 w 1692117"/>
                <a:gd name="csY915" fmla="*/ 872812 h 1076324"/>
                <a:gd name="csX916" fmla="*/ 338233 w 1692117"/>
                <a:gd name="csY916" fmla="*/ 873290 h 1076324"/>
                <a:gd name="csX917" fmla="*/ 340143 w 1692117"/>
                <a:gd name="csY917" fmla="*/ 875678 h 1076324"/>
                <a:gd name="csX918" fmla="*/ 340621 w 1692117"/>
                <a:gd name="csY918" fmla="*/ 877111 h 1076324"/>
                <a:gd name="csX919" fmla="*/ 342054 w 1692117"/>
                <a:gd name="csY919" fmla="*/ 876634 h 1076324"/>
                <a:gd name="csX920" fmla="*/ 344443 w 1692117"/>
                <a:gd name="csY920" fmla="*/ 875200 h 1076324"/>
                <a:gd name="csX921" fmla="*/ 345398 w 1692117"/>
                <a:gd name="csY921" fmla="*/ 874245 h 1076324"/>
                <a:gd name="csX922" fmla="*/ 342532 w 1692117"/>
                <a:gd name="csY922" fmla="*/ 875200 h 1076324"/>
                <a:gd name="csX923" fmla="*/ 341577 w 1692117"/>
                <a:gd name="csY923" fmla="*/ 874723 h 1076324"/>
                <a:gd name="csX924" fmla="*/ 340621 w 1692117"/>
                <a:gd name="csY924" fmla="*/ 874245 h 1076324"/>
                <a:gd name="csX925" fmla="*/ 339188 w 1692117"/>
                <a:gd name="csY925" fmla="*/ 872812 h 1076324"/>
                <a:gd name="csX926" fmla="*/ 338710 w 1692117"/>
                <a:gd name="csY926" fmla="*/ 870901 h 1076324"/>
                <a:gd name="csX927" fmla="*/ 338710 w 1692117"/>
                <a:gd name="csY927" fmla="*/ 866124 h 1076324"/>
                <a:gd name="csX928" fmla="*/ 339188 w 1692117"/>
                <a:gd name="csY928" fmla="*/ 864690 h 1076324"/>
                <a:gd name="csX929" fmla="*/ 340621 w 1692117"/>
                <a:gd name="csY929" fmla="*/ 864213 h 1076324"/>
                <a:gd name="csX930" fmla="*/ 341099 w 1692117"/>
                <a:gd name="csY930" fmla="*/ 862779 h 1076324"/>
                <a:gd name="csX931" fmla="*/ 341099 w 1692117"/>
                <a:gd name="csY931" fmla="*/ 862302 h 1076324"/>
                <a:gd name="csX932" fmla="*/ 340143 w 1692117"/>
                <a:gd name="csY932" fmla="*/ 861346 h 1076324"/>
                <a:gd name="csX933" fmla="*/ 339188 w 1692117"/>
                <a:gd name="csY933" fmla="*/ 860391 h 1076324"/>
                <a:gd name="csX934" fmla="*/ 338233 w 1692117"/>
                <a:gd name="csY934" fmla="*/ 859913 h 1076324"/>
                <a:gd name="csX935" fmla="*/ 338233 w 1692117"/>
                <a:gd name="csY935" fmla="*/ 860391 h 1076324"/>
                <a:gd name="csX936" fmla="*/ 339666 w 1692117"/>
                <a:gd name="csY936" fmla="*/ 862302 h 1076324"/>
                <a:gd name="csX937" fmla="*/ 339666 w 1692117"/>
                <a:gd name="csY937" fmla="*/ 863257 h 1076324"/>
                <a:gd name="csX938" fmla="*/ 337755 w 1692117"/>
                <a:gd name="csY938" fmla="*/ 865646 h 1076324"/>
                <a:gd name="csX939" fmla="*/ 337277 w 1692117"/>
                <a:gd name="csY939" fmla="*/ 866124 h 1076324"/>
                <a:gd name="csX940" fmla="*/ 337277 w 1692117"/>
                <a:gd name="csY940" fmla="*/ 868512 h 1076324"/>
                <a:gd name="csX941" fmla="*/ 337277 w 1692117"/>
                <a:gd name="csY941" fmla="*/ 868990 h 1076324"/>
                <a:gd name="csX942" fmla="*/ 335844 w 1692117"/>
                <a:gd name="csY942" fmla="*/ 869468 h 1076324"/>
                <a:gd name="csX943" fmla="*/ 333933 w 1692117"/>
                <a:gd name="csY943" fmla="*/ 871379 h 1076324"/>
                <a:gd name="csX944" fmla="*/ 331544 w 1692117"/>
                <a:gd name="csY944" fmla="*/ 871856 h 1076324"/>
                <a:gd name="csX945" fmla="*/ 328678 w 1692117"/>
                <a:gd name="csY945" fmla="*/ 871379 h 1076324"/>
                <a:gd name="csX946" fmla="*/ 327245 w 1692117"/>
                <a:gd name="csY946" fmla="*/ 870901 h 1076324"/>
                <a:gd name="csX947" fmla="*/ 322945 w 1692117"/>
                <a:gd name="csY947" fmla="*/ 866601 h 1076324"/>
                <a:gd name="csX948" fmla="*/ 321512 w 1692117"/>
                <a:gd name="csY948" fmla="*/ 864690 h 1076324"/>
                <a:gd name="csX949" fmla="*/ 321512 w 1692117"/>
                <a:gd name="csY949" fmla="*/ 863257 h 1076324"/>
                <a:gd name="csX950" fmla="*/ 318168 w 1692117"/>
                <a:gd name="csY950" fmla="*/ 858002 h 1076324"/>
                <a:gd name="csX951" fmla="*/ 318168 w 1692117"/>
                <a:gd name="csY951" fmla="*/ 857047 h 1076324"/>
                <a:gd name="csX952" fmla="*/ 317212 w 1692117"/>
                <a:gd name="csY952" fmla="*/ 855136 h 1076324"/>
                <a:gd name="csX953" fmla="*/ 316257 w 1692117"/>
                <a:gd name="csY953" fmla="*/ 855136 h 1076324"/>
                <a:gd name="csX954" fmla="*/ 315779 w 1692117"/>
                <a:gd name="csY954" fmla="*/ 853225 h 1076324"/>
                <a:gd name="csX955" fmla="*/ 318168 w 1692117"/>
                <a:gd name="csY955" fmla="*/ 849881 h 1076324"/>
                <a:gd name="csX956" fmla="*/ 319601 w 1692117"/>
                <a:gd name="csY956" fmla="*/ 847492 h 1076324"/>
                <a:gd name="csX957" fmla="*/ 320079 w 1692117"/>
                <a:gd name="csY957" fmla="*/ 846537 h 1076324"/>
                <a:gd name="csX958" fmla="*/ 320079 w 1692117"/>
                <a:gd name="csY958" fmla="*/ 845103 h 1076324"/>
                <a:gd name="csX959" fmla="*/ 319601 w 1692117"/>
                <a:gd name="csY959" fmla="*/ 841759 h 1076324"/>
                <a:gd name="csX960" fmla="*/ 319601 w 1692117"/>
                <a:gd name="csY960" fmla="*/ 840326 h 1076324"/>
                <a:gd name="csX961" fmla="*/ 318168 w 1692117"/>
                <a:gd name="csY961" fmla="*/ 842237 h 1076324"/>
                <a:gd name="csX962" fmla="*/ 318168 w 1692117"/>
                <a:gd name="csY962" fmla="*/ 843670 h 1076324"/>
                <a:gd name="csX963" fmla="*/ 318646 w 1692117"/>
                <a:gd name="csY963" fmla="*/ 845103 h 1076324"/>
                <a:gd name="csX964" fmla="*/ 318168 w 1692117"/>
                <a:gd name="csY964" fmla="*/ 846537 h 1076324"/>
                <a:gd name="csX965" fmla="*/ 317212 w 1692117"/>
                <a:gd name="csY965" fmla="*/ 848448 h 1076324"/>
                <a:gd name="csX966" fmla="*/ 315779 w 1692117"/>
                <a:gd name="csY966" fmla="*/ 850836 h 1076324"/>
                <a:gd name="csX967" fmla="*/ 312913 w 1692117"/>
                <a:gd name="csY967" fmla="*/ 851792 h 1076324"/>
                <a:gd name="csX968" fmla="*/ 307658 w 1692117"/>
                <a:gd name="csY968" fmla="*/ 851314 h 1076324"/>
                <a:gd name="csX969" fmla="*/ 307180 w 1692117"/>
                <a:gd name="csY969" fmla="*/ 850836 h 1076324"/>
                <a:gd name="csX970" fmla="*/ 306702 w 1692117"/>
                <a:gd name="csY970" fmla="*/ 850358 h 1076324"/>
                <a:gd name="csX971" fmla="*/ 306225 w 1692117"/>
                <a:gd name="csY971" fmla="*/ 847014 h 1076324"/>
                <a:gd name="csX972" fmla="*/ 306225 w 1692117"/>
                <a:gd name="csY972" fmla="*/ 847492 h 1076324"/>
                <a:gd name="csX973" fmla="*/ 305269 w 1692117"/>
                <a:gd name="csY973" fmla="*/ 848925 h 1076324"/>
                <a:gd name="csX974" fmla="*/ 304791 w 1692117"/>
                <a:gd name="csY974" fmla="*/ 851314 h 1076324"/>
                <a:gd name="csX975" fmla="*/ 304314 w 1692117"/>
                <a:gd name="csY975" fmla="*/ 852269 h 1076324"/>
                <a:gd name="csX976" fmla="*/ 303358 w 1692117"/>
                <a:gd name="csY976" fmla="*/ 852269 h 1076324"/>
                <a:gd name="csX977" fmla="*/ 302403 w 1692117"/>
                <a:gd name="csY977" fmla="*/ 851792 h 1076324"/>
                <a:gd name="csX978" fmla="*/ 301925 w 1692117"/>
                <a:gd name="csY978" fmla="*/ 850836 h 1076324"/>
                <a:gd name="csX979" fmla="*/ 300492 w 1692117"/>
                <a:gd name="csY979" fmla="*/ 850836 h 1076324"/>
                <a:gd name="csX980" fmla="*/ 298103 w 1692117"/>
                <a:gd name="csY980" fmla="*/ 851314 h 1076324"/>
                <a:gd name="csX981" fmla="*/ 296670 w 1692117"/>
                <a:gd name="csY981" fmla="*/ 851314 h 1076324"/>
                <a:gd name="csX982" fmla="*/ 295237 w 1692117"/>
                <a:gd name="csY982" fmla="*/ 851314 h 1076324"/>
                <a:gd name="csX983" fmla="*/ 292370 w 1692117"/>
                <a:gd name="csY983" fmla="*/ 850358 h 1076324"/>
                <a:gd name="csX984" fmla="*/ 289026 w 1692117"/>
                <a:gd name="csY984" fmla="*/ 850358 h 1076324"/>
                <a:gd name="csX985" fmla="*/ 288549 w 1692117"/>
                <a:gd name="csY985" fmla="*/ 849881 h 1076324"/>
                <a:gd name="csX986" fmla="*/ 288549 w 1692117"/>
                <a:gd name="csY986" fmla="*/ 848448 h 1076324"/>
                <a:gd name="csX987" fmla="*/ 289026 w 1692117"/>
                <a:gd name="csY987" fmla="*/ 847970 h 1076324"/>
                <a:gd name="csX988" fmla="*/ 292370 w 1692117"/>
                <a:gd name="csY988" fmla="*/ 847492 h 1076324"/>
                <a:gd name="csX989" fmla="*/ 295715 w 1692117"/>
                <a:gd name="csY989" fmla="*/ 846537 h 1076324"/>
                <a:gd name="csX990" fmla="*/ 299536 w 1692117"/>
                <a:gd name="csY990" fmla="*/ 846059 h 1076324"/>
                <a:gd name="csX991" fmla="*/ 299059 w 1692117"/>
                <a:gd name="csY991" fmla="*/ 845103 h 1076324"/>
                <a:gd name="csX992" fmla="*/ 297626 w 1692117"/>
                <a:gd name="csY992" fmla="*/ 845103 h 1076324"/>
                <a:gd name="csX993" fmla="*/ 289982 w 1692117"/>
                <a:gd name="csY993" fmla="*/ 846537 h 1076324"/>
                <a:gd name="csX994" fmla="*/ 287593 w 1692117"/>
                <a:gd name="csY994" fmla="*/ 846059 h 1076324"/>
                <a:gd name="csX995" fmla="*/ 287115 w 1692117"/>
                <a:gd name="csY995" fmla="*/ 846059 h 1076324"/>
                <a:gd name="csX996" fmla="*/ 287115 w 1692117"/>
                <a:gd name="csY996" fmla="*/ 844626 h 1076324"/>
                <a:gd name="csX997" fmla="*/ 288071 w 1692117"/>
                <a:gd name="csY997" fmla="*/ 843670 h 1076324"/>
                <a:gd name="csX998" fmla="*/ 289504 w 1692117"/>
                <a:gd name="csY998" fmla="*/ 842237 h 1076324"/>
                <a:gd name="csX999" fmla="*/ 289982 w 1692117"/>
                <a:gd name="csY999" fmla="*/ 841759 h 1076324"/>
                <a:gd name="csX1000" fmla="*/ 289026 w 1692117"/>
                <a:gd name="csY1000" fmla="*/ 841282 h 1076324"/>
                <a:gd name="csX1001" fmla="*/ 287593 w 1692117"/>
                <a:gd name="csY1001" fmla="*/ 841282 h 1076324"/>
                <a:gd name="csX1002" fmla="*/ 286638 w 1692117"/>
                <a:gd name="csY1002" fmla="*/ 840804 h 1076324"/>
                <a:gd name="csX1003" fmla="*/ 287593 w 1692117"/>
                <a:gd name="csY1003" fmla="*/ 837937 h 1076324"/>
                <a:gd name="csX1004" fmla="*/ 287115 w 1692117"/>
                <a:gd name="csY1004" fmla="*/ 835071 h 1076324"/>
                <a:gd name="csX1005" fmla="*/ 286160 w 1692117"/>
                <a:gd name="csY1005" fmla="*/ 837937 h 1076324"/>
                <a:gd name="csX1006" fmla="*/ 284727 w 1692117"/>
                <a:gd name="csY1006" fmla="*/ 839371 h 1076324"/>
                <a:gd name="csX1007" fmla="*/ 278039 w 1692117"/>
                <a:gd name="csY1007" fmla="*/ 839848 h 1076324"/>
                <a:gd name="csX1008" fmla="*/ 277083 w 1692117"/>
                <a:gd name="csY1008" fmla="*/ 840804 h 1076324"/>
                <a:gd name="csX1009" fmla="*/ 276128 w 1692117"/>
                <a:gd name="csY1009" fmla="*/ 840804 h 1076324"/>
                <a:gd name="csX1010" fmla="*/ 272306 w 1692117"/>
                <a:gd name="csY1010" fmla="*/ 839371 h 1076324"/>
                <a:gd name="csX1011" fmla="*/ 270395 w 1692117"/>
                <a:gd name="csY1011" fmla="*/ 838415 h 1076324"/>
                <a:gd name="csX1012" fmla="*/ 268484 w 1692117"/>
                <a:gd name="csY1012" fmla="*/ 836982 h 1076324"/>
                <a:gd name="csX1013" fmla="*/ 265618 w 1692117"/>
                <a:gd name="csY1013" fmla="*/ 834116 h 1076324"/>
                <a:gd name="csX1014" fmla="*/ 263229 w 1692117"/>
                <a:gd name="csY1014" fmla="*/ 832683 h 1076324"/>
                <a:gd name="csX1015" fmla="*/ 263229 w 1692117"/>
                <a:gd name="csY1015" fmla="*/ 829338 h 1076324"/>
                <a:gd name="csX1016" fmla="*/ 263707 w 1692117"/>
                <a:gd name="csY1016" fmla="*/ 826950 h 1076324"/>
                <a:gd name="csX1017" fmla="*/ 264662 w 1692117"/>
                <a:gd name="csY1017" fmla="*/ 824561 h 1076324"/>
                <a:gd name="csX1018" fmla="*/ 268962 w 1692117"/>
                <a:gd name="csY1018" fmla="*/ 819306 h 1076324"/>
                <a:gd name="csX1019" fmla="*/ 270395 w 1692117"/>
                <a:gd name="csY1019" fmla="*/ 818351 h 1076324"/>
                <a:gd name="csX1020" fmla="*/ 271828 w 1692117"/>
                <a:gd name="csY1020" fmla="*/ 817873 h 1076324"/>
                <a:gd name="csX1021" fmla="*/ 278039 w 1692117"/>
                <a:gd name="csY1021" fmla="*/ 817395 h 1076324"/>
                <a:gd name="csX1022" fmla="*/ 282816 w 1692117"/>
                <a:gd name="csY1022" fmla="*/ 816917 h 1076324"/>
                <a:gd name="csX1023" fmla="*/ 283771 w 1692117"/>
                <a:gd name="csY1023" fmla="*/ 816440 h 1076324"/>
                <a:gd name="csX1024" fmla="*/ 276605 w 1692117"/>
                <a:gd name="csY1024" fmla="*/ 815962 h 1076324"/>
                <a:gd name="csX1025" fmla="*/ 270873 w 1692117"/>
                <a:gd name="csY1025" fmla="*/ 816440 h 1076324"/>
                <a:gd name="csX1026" fmla="*/ 268484 w 1692117"/>
                <a:gd name="csY1026" fmla="*/ 816917 h 1076324"/>
                <a:gd name="csX1027" fmla="*/ 266095 w 1692117"/>
                <a:gd name="csY1027" fmla="*/ 820739 h 1076324"/>
                <a:gd name="csX1028" fmla="*/ 265140 w 1692117"/>
                <a:gd name="csY1028" fmla="*/ 822172 h 1076324"/>
                <a:gd name="csX1029" fmla="*/ 264662 w 1692117"/>
                <a:gd name="csY1029" fmla="*/ 823128 h 1076324"/>
                <a:gd name="csX1030" fmla="*/ 264184 w 1692117"/>
                <a:gd name="csY1030" fmla="*/ 823128 h 1076324"/>
                <a:gd name="csX1031" fmla="*/ 263229 w 1692117"/>
                <a:gd name="csY1031" fmla="*/ 822650 h 1076324"/>
                <a:gd name="csX1032" fmla="*/ 262751 w 1692117"/>
                <a:gd name="csY1032" fmla="*/ 822172 h 1076324"/>
                <a:gd name="csX1033" fmla="*/ 262751 w 1692117"/>
                <a:gd name="csY1033" fmla="*/ 821217 h 1076324"/>
                <a:gd name="csX1034" fmla="*/ 261318 w 1692117"/>
                <a:gd name="csY1034" fmla="*/ 819306 h 1076324"/>
                <a:gd name="csX1035" fmla="*/ 260363 w 1692117"/>
                <a:gd name="csY1035" fmla="*/ 817395 h 1076324"/>
                <a:gd name="csX1036" fmla="*/ 260363 w 1692117"/>
                <a:gd name="csY1036" fmla="*/ 814529 h 1076324"/>
                <a:gd name="csX1037" fmla="*/ 260363 w 1692117"/>
                <a:gd name="csY1037" fmla="*/ 813096 h 1076324"/>
                <a:gd name="csX1038" fmla="*/ 260840 w 1692117"/>
                <a:gd name="csY1038" fmla="*/ 811185 h 1076324"/>
                <a:gd name="csX1039" fmla="*/ 263229 w 1692117"/>
                <a:gd name="csY1039" fmla="*/ 807841 h 1076324"/>
                <a:gd name="csX1040" fmla="*/ 260363 w 1692117"/>
                <a:gd name="csY1040" fmla="*/ 807841 h 1076324"/>
                <a:gd name="csX1041" fmla="*/ 260840 w 1692117"/>
                <a:gd name="csY1041" fmla="*/ 804974 h 1076324"/>
                <a:gd name="csX1042" fmla="*/ 261796 w 1692117"/>
                <a:gd name="csY1042" fmla="*/ 802108 h 1076324"/>
                <a:gd name="csX1043" fmla="*/ 264184 w 1692117"/>
                <a:gd name="csY1043" fmla="*/ 800197 h 1076324"/>
                <a:gd name="csX1044" fmla="*/ 266573 w 1692117"/>
                <a:gd name="csY1044" fmla="*/ 798764 h 1076324"/>
                <a:gd name="csX1045" fmla="*/ 268962 w 1692117"/>
                <a:gd name="csY1045" fmla="*/ 797330 h 1076324"/>
                <a:gd name="csX1046" fmla="*/ 272784 w 1692117"/>
                <a:gd name="csY1046" fmla="*/ 795897 h 1076324"/>
                <a:gd name="csX1047" fmla="*/ 273739 w 1692117"/>
                <a:gd name="csY1047" fmla="*/ 798286 h 1076324"/>
                <a:gd name="csX1048" fmla="*/ 277083 w 1692117"/>
                <a:gd name="csY1048" fmla="*/ 799241 h 1076324"/>
                <a:gd name="csX1049" fmla="*/ 278039 w 1692117"/>
                <a:gd name="csY1049" fmla="*/ 800197 h 1076324"/>
                <a:gd name="csX1050" fmla="*/ 279472 w 1692117"/>
                <a:gd name="csY1050" fmla="*/ 802108 h 1076324"/>
                <a:gd name="csX1051" fmla="*/ 280905 w 1692117"/>
                <a:gd name="csY1051" fmla="*/ 804019 h 1076324"/>
                <a:gd name="csX1052" fmla="*/ 282816 w 1692117"/>
                <a:gd name="csY1052" fmla="*/ 805930 h 1076324"/>
                <a:gd name="csX1053" fmla="*/ 283294 w 1692117"/>
                <a:gd name="csY1053" fmla="*/ 805930 h 1076324"/>
                <a:gd name="csX1054" fmla="*/ 282338 w 1692117"/>
                <a:gd name="csY1054" fmla="*/ 804496 h 1076324"/>
                <a:gd name="csX1055" fmla="*/ 279472 w 1692117"/>
                <a:gd name="csY1055" fmla="*/ 801152 h 1076324"/>
                <a:gd name="csX1056" fmla="*/ 279472 w 1692117"/>
                <a:gd name="csY1056" fmla="*/ 799719 h 1076324"/>
                <a:gd name="csX1057" fmla="*/ 278516 w 1692117"/>
                <a:gd name="csY1057" fmla="*/ 798764 h 1076324"/>
                <a:gd name="csX1058" fmla="*/ 274694 w 1692117"/>
                <a:gd name="csY1058" fmla="*/ 796853 h 1076324"/>
                <a:gd name="csX1059" fmla="*/ 274217 w 1692117"/>
                <a:gd name="csY1059" fmla="*/ 795897 h 1076324"/>
                <a:gd name="csX1060" fmla="*/ 273739 w 1692117"/>
                <a:gd name="csY1060" fmla="*/ 793986 h 1076324"/>
                <a:gd name="csX1061" fmla="*/ 273261 w 1692117"/>
                <a:gd name="csY1061" fmla="*/ 793031 h 1076324"/>
                <a:gd name="csX1062" fmla="*/ 273739 w 1692117"/>
                <a:gd name="csY1062" fmla="*/ 791598 h 1076324"/>
                <a:gd name="csX1063" fmla="*/ 277561 w 1692117"/>
                <a:gd name="csY1063" fmla="*/ 788254 h 1076324"/>
                <a:gd name="csX1064" fmla="*/ 278516 w 1692117"/>
                <a:gd name="csY1064" fmla="*/ 786343 h 1076324"/>
                <a:gd name="csX1065" fmla="*/ 278516 w 1692117"/>
                <a:gd name="csY1065" fmla="*/ 785387 h 1076324"/>
                <a:gd name="csX1066" fmla="*/ 278039 w 1692117"/>
                <a:gd name="csY1066" fmla="*/ 784432 h 1076324"/>
                <a:gd name="csX1067" fmla="*/ 277083 w 1692117"/>
                <a:gd name="csY1067" fmla="*/ 782521 h 1076324"/>
                <a:gd name="csX1068" fmla="*/ 277083 w 1692117"/>
                <a:gd name="csY1068" fmla="*/ 782521 h 1076324"/>
                <a:gd name="csX1069" fmla="*/ 277083 w 1692117"/>
                <a:gd name="csY1069" fmla="*/ 785387 h 1076324"/>
                <a:gd name="csX1070" fmla="*/ 277083 w 1692117"/>
                <a:gd name="csY1070" fmla="*/ 786343 h 1076324"/>
                <a:gd name="csX1071" fmla="*/ 276605 w 1692117"/>
                <a:gd name="csY1071" fmla="*/ 787298 h 1076324"/>
                <a:gd name="csX1072" fmla="*/ 276128 w 1692117"/>
                <a:gd name="csY1072" fmla="*/ 788254 h 1076324"/>
                <a:gd name="csX1073" fmla="*/ 275172 w 1692117"/>
                <a:gd name="csY1073" fmla="*/ 788731 h 1076324"/>
                <a:gd name="csX1074" fmla="*/ 267051 w 1692117"/>
                <a:gd name="csY1074" fmla="*/ 796853 h 1076324"/>
                <a:gd name="csX1075" fmla="*/ 266573 w 1692117"/>
                <a:gd name="csY1075" fmla="*/ 797330 h 1076324"/>
                <a:gd name="csX1076" fmla="*/ 263229 w 1692117"/>
                <a:gd name="csY1076" fmla="*/ 798286 h 1076324"/>
                <a:gd name="csX1077" fmla="*/ 261796 w 1692117"/>
                <a:gd name="csY1077" fmla="*/ 799241 h 1076324"/>
                <a:gd name="csX1078" fmla="*/ 260840 w 1692117"/>
                <a:gd name="csY1078" fmla="*/ 800197 h 1076324"/>
                <a:gd name="csX1079" fmla="*/ 259407 w 1692117"/>
                <a:gd name="csY1079" fmla="*/ 803063 h 1076324"/>
                <a:gd name="csX1080" fmla="*/ 257496 w 1692117"/>
                <a:gd name="csY1080" fmla="*/ 809274 h 1076324"/>
                <a:gd name="csX1081" fmla="*/ 255585 w 1692117"/>
                <a:gd name="csY1081" fmla="*/ 814051 h 1076324"/>
                <a:gd name="csX1082" fmla="*/ 253674 w 1692117"/>
                <a:gd name="csY1082" fmla="*/ 807841 h 1076324"/>
                <a:gd name="csX1083" fmla="*/ 250330 w 1692117"/>
                <a:gd name="csY1083" fmla="*/ 803063 h 1076324"/>
                <a:gd name="csX1084" fmla="*/ 257019 w 1692117"/>
                <a:gd name="csY1084" fmla="*/ 798286 h 1076324"/>
                <a:gd name="csX1085" fmla="*/ 257019 w 1692117"/>
                <a:gd name="csY1085" fmla="*/ 797330 h 1076324"/>
                <a:gd name="csX1086" fmla="*/ 256541 w 1692117"/>
                <a:gd name="csY1086" fmla="*/ 794942 h 1076324"/>
                <a:gd name="csX1087" fmla="*/ 256541 w 1692117"/>
                <a:gd name="csY1087" fmla="*/ 794464 h 1076324"/>
                <a:gd name="csX1088" fmla="*/ 257019 w 1692117"/>
                <a:gd name="csY1088" fmla="*/ 793031 h 1076324"/>
                <a:gd name="csX1089" fmla="*/ 258929 w 1692117"/>
                <a:gd name="csY1089" fmla="*/ 791598 h 1076324"/>
                <a:gd name="csX1090" fmla="*/ 258929 w 1692117"/>
                <a:gd name="csY1090" fmla="*/ 791598 h 1076324"/>
                <a:gd name="csX1091" fmla="*/ 257019 w 1692117"/>
                <a:gd name="csY1091" fmla="*/ 792076 h 1076324"/>
                <a:gd name="csX1092" fmla="*/ 254152 w 1692117"/>
                <a:gd name="csY1092" fmla="*/ 795420 h 1076324"/>
                <a:gd name="csX1093" fmla="*/ 252719 w 1692117"/>
                <a:gd name="csY1093" fmla="*/ 796853 h 1076324"/>
                <a:gd name="csX1094" fmla="*/ 252241 w 1692117"/>
                <a:gd name="csY1094" fmla="*/ 796853 h 1076324"/>
                <a:gd name="csX1095" fmla="*/ 252241 w 1692117"/>
                <a:gd name="csY1095" fmla="*/ 794942 h 1076324"/>
                <a:gd name="csX1096" fmla="*/ 253674 w 1692117"/>
                <a:gd name="csY1096" fmla="*/ 789209 h 1076324"/>
                <a:gd name="csX1097" fmla="*/ 255108 w 1692117"/>
                <a:gd name="csY1097" fmla="*/ 783954 h 1076324"/>
                <a:gd name="csX1098" fmla="*/ 255585 w 1692117"/>
                <a:gd name="csY1098" fmla="*/ 782043 h 1076324"/>
                <a:gd name="csX1099" fmla="*/ 256541 w 1692117"/>
                <a:gd name="csY1099" fmla="*/ 780610 h 1076324"/>
                <a:gd name="csX1100" fmla="*/ 255585 w 1692117"/>
                <a:gd name="csY1100" fmla="*/ 780610 h 1076324"/>
                <a:gd name="csX1101" fmla="*/ 250330 w 1692117"/>
                <a:gd name="csY1101" fmla="*/ 782999 h 1076324"/>
                <a:gd name="csX1102" fmla="*/ 248419 w 1692117"/>
                <a:gd name="csY1102" fmla="*/ 781565 h 1076324"/>
                <a:gd name="csX1103" fmla="*/ 247464 w 1692117"/>
                <a:gd name="csY1103" fmla="*/ 773444 h 1076324"/>
                <a:gd name="csX1104" fmla="*/ 244598 w 1692117"/>
                <a:gd name="csY1104" fmla="*/ 770578 h 1076324"/>
                <a:gd name="csX1105" fmla="*/ 240298 w 1692117"/>
                <a:gd name="csY1105" fmla="*/ 768189 h 1076324"/>
                <a:gd name="csX1106" fmla="*/ 235998 w 1692117"/>
                <a:gd name="csY1106" fmla="*/ 766756 h 1076324"/>
                <a:gd name="csX1107" fmla="*/ 235043 w 1692117"/>
                <a:gd name="csY1107" fmla="*/ 764367 h 1076324"/>
                <a:gd name="csX1108" fmla="*/ 234565 w 1692117"/>
                <a:gd name="csY1108" fmla="*/ 761501 h 1076324"/>
                <a:gd name="csX1109" fmla="*/ 235521 w 1692117"/>
                <a:gd name="csY1109" fmla="*/ 758634 h 1076324"/>
                <a:gd name="csX1110" fmla="*/ 237432 w 1692117"/>
                <a:gd name="csY1110" fmla="*/ 756723 h 1076324"/>
                <a:gd name="csX1111" fmla="*/ 238865 w 1692117"/>
                <a:gd name="csY1111" fmla="*/ 756246 h 1076324"/>
                <a:gd name="csX1112" fmla="*/ 240776 w 1692117"/>
                <a:gd name="csY1112" fmla="*/ 756246 h 1076324"/>
                <a:gd name="csX1113" fmla="*/ 240776 w 1692117"/>
                <a:gd name="csY1113" fmla="*/ 757679 h 1076324"/>
                <a:gd name="csX1114" fmla="*/ 239820 w 1692117"/>
                <a:gd name="csY1114" fmla="*/ 761023 h 1076324"/>
                <a:gd name="csX1115" fmla="*/ 241253 w 1692117"/>
                <a:gd name="csY1115" fmla="*/ 761023 h 1076324"/>
                <a:gd name="csX1116" fmla="*/ 246986 w 1692117"/>
                <a:gd name="csY1116" fmla="*/ 765323 h 1076324"/>
                <a:gd name="csX1117" fmla="*/ 247942 w 1692117"/>
                <a:gd name="csY1117" fmla="*/ 765323 h 1076324"/>
                <a:gd name="csX1118" fmla="*/ 250330 w 1692117"/>
                <a:gd name="csY1118" fmla="*/ 763889 h 1076324"/>
                <a:gd name="csX1119" fmla="*/ 251763 w 1692117"/>
                <a:gd name="csY1119" fmla="*/ 763889 h 1076324"/>
                <a:gd name="csX1120" fmla="*/ 255108 w 1692117"/>
                <a:gd name="csY1120" fmla="*/ 765323 h 1076324"/>
                <a:gd name="csX1121" fmla="*/ 256063 w 1692117"/>
                <a:gd name="csY1121" fmla="*/ 766756 h 1076324"/>
                <a:gd name="csX1122" fmla="*/ 258929 w 1692117"/>
                <a:gd name="csY1122" fmla="*/ 769622 h 1076324"/>
                <a:gd name="csX1123" fmla="*/ 258452 w 1692117"/>
                <a:gd name="csY1123" fmla="*/ 767711 h 1076324"/>
                <a:gd name="csX1124" fmla="*/ 255108 w 1692117"/>
                <a:gd name="csY1124" fmla="*/ 764367 h 1076324"/>
                <a:gd name="csX1125" fmla="*/ 253674 w 1692117"/>
                <a:gd name="csY1125" fmla="*/ 763412 h 1076324"/>
                <a:gd name="csX1126" fmla="*/ 250330 w 1692117"/>
                <a:gd name="csY1126" fmla="*/ 762934 h 1076324"/>
                <a:gd name="csX1127" fmla="*/ 248419 w 1692117"/>
                <a:gd name="csY1127" fmla="*/ 763412 h 1076324"/>
                <a:gd name="csX1128" fmla="*/ 247464 w 1692117"/>
                <a:gd name="csY1128" fmla="*/ 763412 h 1076324"/>
                <a:gd name="csX1129" fmla="*/ 245553 w 1692117"/>
                <a:gd name="csY1129" fmla="*/ 762456 h 1076324"/>
                <a:gd name="csX1130" fmla="*/ 244120 w 1692117"/>
                <a:gd name="csY1130" fmla="*/ 761023 h 1076324"/>
                <a:gd name="csX1131" fmla="*/ 242687 w 1692117"/>
                <a:gd name="csY1131" fmla="*/ 757679 h 1076324"/>
                <a:gd name="csX1132" fmla="*/ 242209 w 1692117"/>
                <a:gd name="csY1132" fmla="*/ 756246 h 1076324"/>
                <a:gd name="csX1133" fmla="*/ 242209 w 1692117"/>
                <a:gd name="csY1133" fmla="*/ 755290 h 1076324"/>
                <a:gd name="csX1134" fmla="*/ 242687 w 1692117"/>
                <a:gd name="csY1134" fmla="*/ 754335 h 1076324"/>
                <a:gd name="csX1135" fmla="*/ 243642 w 1692117"/>
                <a:gd name="csY1135" fmla="*/ 753379 h 1076324"/>
                <a:gd name="csX1136" fmla="*/ 244598 w 1692117"/>
                <a:gd name="csY1136" fmla="*/ 752424 h 1076324"/>
                <a:gd name="csX1137" fmla="*/ 246508 w 1692117"/>
                <a:gd name="csY1137" fmla="*/ 751946 h 1076324"/>
                <a:gd name="csX1138" fmla="*/ 246986 w 1692117"/>
                <a:gd name="csY1138" fmla="*/ 751946 h 1076324"/>
                <a:gd name="csX1139" fmla="*/ 244598 w 1692117"/>
                <a:gd name="csY1139" fmla="*/ 750035 h 1076324"/>
                <a:gd name="csX1140" fmla="*/ 243642 w 1692117"/>
                <a:gd name="csY1140" fmla="*/ 750035 h 1076324"/>
                <a:gd name="csX1141" fmla="*/ 239820 w 1692117"/>
                <a:gd name="csY1141" fmla="*/ 752424 h 1076324"/>
                <a:gd name="csX1142" fmla="*/ 239342 w 1692117"/>
                <a:gd name="csY1142" fmla="*/ 752902 h 1076324"/>
                <a:gd name="csX1143" fmla="*/ 238865 w 1692117"/>
                <a:gd name="csY1143" fmla="*/ 752424 h 1076324"/>
                <a:gd name="csX1144" fmla="*/ 238387 w 1692117"/>
                <a:gd name="csY1144" fmla="*/ 752424 h 1076324"/>
                <a:gd name="csX1145" fmla="*/ 237432 w 1692117"/>
                <a:gd name="csY1145" fmla="*/ 753379 h 1076324"/>
                <a:gd name="csX1146" fmla="*/ 236476 w 1692117"/>
                <a:gd name="csY1146" fmla="*/ 754335 h 1076324"/>
                <a:gd name="csX1147" fmla="*/ 233610 w 1692117"/>
                <a:gd name="csY1147" fmla="*/ 758157 h 1076324"/>
                <a:gd name="csX1148" fmla="*/ 233132 w 1692117"/>
                <a:gd name="csY1148" fmla="*/ 760545 h 1076324"/>
                <a:gd name="csX1149" fmla="*/ 233132 w 1692117"/>
                <a:gd name="csY1149" fmla="*/ 763412 h 1076324"/>
                <a:gd name="csX1150" fmla="*/ 232654 w 1692117"/>
                <a:gd name="csY1150" fmla="*/ 765323 h 1076324"/>
                <a:gd name="csX1151" fmla="*/ 232177 w 1692117"/>
                <a:gd name="csY1151" fmla="*/ 765800 h 1076324"/>
                <a:gd name="csX1152" fmla="*/ 228833 w 1692117"/>
                <a:gd name="csY1152" fmla="*/ 767234 h 1076324"/>
                <a:gd name="csX1153" fmla="*/ 226444 w 1692117"/>
                <a:gd name="csY1153" fmla="*/ 770100 h 1076324"/>
                <a:gd name="csX1154" fmla="*/ 224055 w 1692117"/>
                <a:gd name="csY1154" fmla="*/ 767711 h 1076324"/>
                <a:gd name="csX1155" fmla="*/ 221667 w 1692117"/>
                <a:gd name="csY1155" fmla="*/ 765323 h 1076324"/>
                <a:gd name="csX1156" fmla="*/ 219756 w 1692117"/>
                <a:gd name="csY1156" fmla="*/ 761023 h 1076324"/>
                <a:gd name="csX1157" fmla="*/ 216412 w 1692117"/>
                <a:gd name="csY1157" fmla="*/ 760545 h 1076324"/>
                <a:gd name="csX1158" fmla="*/ 212590 w 1692117"/>
                <a:gd name="csY1158" fmla="*/ 758157 h 1076324"/>
                <a:gd name="csX1159" fmla="*/ 211156 w 1692117"/>
                <a:gd name="csY1159" fmla="*/ 755768 h 1076324"/>
                <a:gd name="csX1160" fmla="*/ 213545 w 1692117"/>
                <a:gd name="csY1160" fmla="*/ 751469 h 1076324"/>
                <a:gd name="csX1161" fmla="*/ 216412 w 1692117"/>
                <a:gd name="csY1161" fmla="*/ 748124 h 1076324"/>
                <a:gd name="csX1162" fmla="*/ 216889 w 1692117"/>
                <a:gd name="csY1162" fmla="*/ 744303 h 1076324"/>
                <a:gd name="csX1163" fmla="*/ 216889 w 1692117"/>
                <a:gd name="csY1163" fmla="*/ 743347 h 1076324"/>
                <a:gd name="csX1164" fmla="*/ 222144 w 1692117"/>
                <a:gd name="csY1164" fmla="*/ 742392 h 1076324"/>
                <a:gd name="csX1165" fmla="*/ 225488 w 1692117"/>
                <a:gd name="csY1165" fmla="*/ 740481 h 1076324"/>
                <a:gd name="csX1166" fmla="*/ 222144 w 1692117"/>
                <a:gd name="csY1166" fmla="*/ 740003 h 1076324"/>
                <a:gd name="csX1167" fmla="*/ 219756 w 1692117"/>
                <a:gd name="csY1167" fmla="*/ 740481 h 1076324"/>
                <a:gd name="csX1168" fmla="*/ 216412 w 1692117"/>
                <a:gd name="csY1168" fmla="*/ 741914 h 1076324"/>
                <a:gd name="csX1169" fmla="*/ 212112 w 1692117"/>
                <a:gd name="csY1169" fmla="*/ 739048 h 1076324"/>
                <a:gd name="csX1170" fmla="*/ 210201 w 1692117"/>
                <a:gd name="csY1170" fmla="*/ 736659 h 1076324"/>
                <a:gd name="csX1171" fmla="*/ 209246 w 1692117"/>
                <a:gd name="csY1171" fmla="*/ 734270 h 1076324"/>
                <a:gd name="csX1172" fmla="*/ 210201 w 1692117"/>
                <a:gd name="csY1172" fmla="*/ 732359 h 1076324"/>
                <a:gd name="csX1173" fmla="*/ 210201 w 1692117"/>
                <a:gd name="csY1173" fmla="*/ 730448 h 1076324"/>
                <a:gd name="csX1174" fmla="*/ 210679 w 1692117"/>
                <a:gd name="csY1174" fmla="*/ 728060 h 1076324"/>
                <a:gd name="csX1175" fmla="*/ 211156 w 1692117"/>
                <a:gd name="csY1175" fmla="*/ 727104 h 1076324"/>
                <a:gd name="csX1176" fmla="*/ 211634 w 1692117"/>
                <a:gd name="csY1176" fmla="*/ 725671 h 1076324"/>
                <a:gd name="csX1177" fmla="*/ 213545 w 1692117"/>
                <a:gd name="csY1177" fmla="*/ 724716 h 1076324"/>
                <a:gd name="csX1178" fmla="*/ 214978 w 1692117"/>
                <a:gd name="csY1178" fmla="*/ 721849 h 1076324"/>
                <a:gd name="csX1179" fmla="*/ 215934 w 1692117"/>
                <a:gd name="csY1179" fmla="*/ 719461 h 1076324"/>
                <a:gd name="csX1180" fmla="*/ 218800 w 1692117"/>
                <a:gd name="csY1180" fmla="*/ 713728 h 1076324"/>
                <a:gd name="csX1181" fmla="*/ 220233 w 1692117"/>
                <a:gd name="csY1181" fmla="*/ 710862 h 1076324"/>
                <a:gd name="csX1182" fmla="*/ 222144 w 1692117"/>
                <a:gd name="csY1182" fmla="*/ 707040 h 1076324"/>
                <a:gd name="csX1183" fmla="*/ 226444 w 1692117"/>
                <a:gd name="csY1183" fmla="*/ 701307 h 1076324"/>
                <a:gd name="csX1184" fmla="*/ 225488 w 1692117"/>
                <a:gd name="csY1184" fmla="*/ 701785 h 1076324"/>
                <a:gd name="csX1185" fmla="*/ 224533 w 1692117"/>
                <a:gd name="csY1185" fmla="*/ 702262 h 1076324"/>
                <a:gd name="csX1186" fmla="*/ 224055 w 1692117"/>
                <a:gd name="csY1186" fmla="*/ 702262 h 1076324"/>
                <a:gd name="csX1187" fmla="*/ 223100 w 1692117"/>
                <a:gd name="csY1187" fmla="*/ 701307 h 1076324"/>
                <a:gd name="csX1188" fmla="*/ 222622 w 1692117"/>
                <a:gd name="csY1188" fmla="*/ 700351 h 1076324"/>
                <a:gd name="csX1189" fmla="*/ 222144 w 1692117"/>
                <a:gd name="csY1189" fmla="*/ 698441 h 1076324"/>
                <a:gd name="csX1190" fmla="*/ 221667 w 1692117"/>
                <a:gd name="csY1190" fmla="*/ 698918 h 1076324"/>
                <a:gd name="csX1191" fmla="*/ 221667 w 1692117"/>
                <a:gd name="csY1191" fmla="*/ 702740 h 1076324"/>
                <a:gd name="csX1192" fmla="*/ 221189 w 1692117"/>
                <a:gd name="csY1192" fmla="*/ 706084 h 1076324"/>
                <a:gd name="csX1193" fmla="*/ 220233 w 1692117"/>
                <a:gd name="csY1193" fmla="*/ 707995 h 1076324"/>
                <a:gd name="csX1194" fmla="*/ 218322 w 1692117"/>
                <a:gd name="csY1194" fmla="*/ 712772 h 1076324"/>
                <a:gd name="csX1195" fmla="*/ 216889 w 1692117"/>
                <a:gd name="csY1195" fmla="*/ 714206 h 1076324"/>
                <a:gd name="csX1196" fmla="*/ 215934 w 1692117"/>
                <a:gd name="csY1196" fmla="*/ 712772 h 1076324"/>
                <a:gd name="csX1197" fmla="*/ 216889 w 1692117"/>
                <a:gd name="csY1197" fmla="*/ 709906 h 1076324"/>
                <a:gd name="csX1198" fmla="*/ 217845 w 1692117"/>
                <a:gd name="csY1198" fmla="*/ 707517 h 1076324"/>
                <a:gd name="csX1199" fmla="*/ 218322 w 1692117"/>
                <a:gd name="csY1199" fmla="*/ 704651 h 1076324"/>
                <a:gd name="csX1200" fmla="*/ 216889 w 1692117"/>
                <a:gd name="csY1200" fmla="*/ 701307 h 1076324"/>
                <a:gd name="csX1201" fmla="*/ 216412 w 1692117"/>
                <a:gd name="csY1201" fmla="*/ 697963 h 1076324"/>
                <a:gd name="csX1202" fmla="*/ 215934 w 1692117"/>
                <a:gd name="csY1202" fmla="*/ 696052 h 1076324"/>
                <a:gd name="csX1203" fmla="*/ 215934 w 1692117"/>
                <a:gd name="csY1203" fmla="*/ 694141 h 1076324"/>
                <a:gd name="csX1204" fmla="*/ 216412 w 1692117"/>
                <a:gd name="csY1204" fmla="*/ 692230 h 1076324"/>
                <a:gd name="csX1205" fmla="*/ 216889 w 1692117"/>
                <a:gd name="csY1205" fmla="*/ 690319 h 1076324"/>
                <a:gd name="csX1206" fmla="*/ 217367 w 1692117"/>
                <a:gd name="csY1206" fmla="*/ 687930 h 1076324"/>
                <a:gd name="csX1207" fmla="*/ 217367 w 1692117"/>
                <a:gd name="csY1207" fmla="*/ 687930 h 1076324"/>
                <a:gd name="csX1208" fmla="*/ 217367 w 1692117"/>
                <a:gd name="csY1208" fmla="*/ 687453 h 1076324"/>
                <a:gd name="csX1209" fmla="*/ 217845 w 1692117"/>
                <a:gd name="csY1209" fmla="*/ 685542 h 1076324"/>
                <a:gd name="csX1210" fmla="*/ 217367 w 1692117"/>
                <a:gd name="csY1210" fmla="*/ 683631 h 1076324"/>
                <a:gd name="csX1211" fmla="*/ 216889 w 1692117"/>
                <a:gd name="csY1211" fmla="*/ 681720 h 1076324"/>
                <a:gd name="csX1212" fmla="*/ 215934 w 1692117"/>
                <a:gd name="csY1212" fmla="*/ 680764 h 1076324"/>
                <a:gd name="csX1213" fmla="*/ 213545 w 1692117"/>
                <a:gd name="csY1213" fmla="*/ 681242 h 1076324"/>
                <a:gd name="csX1214" fmla="*/ 209723 w 1692117"/>
                <a:gd name="csY1214" fmla="*/ 680287 h 1076324"/>
                <a:gd name="csX1215" fmla="*/ 208768 w 1692117"/>
                <a:gd name="csY1215" fmla="*/ 677420 h 1076324"/>
                <a:gd name="csX1216" fmla="*/ 208290 w 1692117"/>
                <a:gd name="csY1216" fmla="*/ 676465 h 1076324"/>
                <a:gd name="csX1217" fmla="*/ 208290 w 1692117"/>
                <a:gd name="csY1217" fmla="*/ 676465 h 1076324"/>
                <a:gd name="csX1218" fmla="*/ 204946 w 1692117"/>
                <a:gd name="csY1218" fmla="*/ 675509 h 1076324"/>
                <a:gd name="csX1219" fmla="*/ 203035 w 1692117"/>
                <a:gd name="csY1219" fmla="*/ 673121 h 1076324"/>
                <a:gd name="csX1220" fmla="*/ 199691 w 1692117"/>
                <a:gd name="csY1220" fmla="*/ 671688 h 1076324"/>
                <a:gd name="csX1221" fmla="*/ 196347 w 1692117"/>
                <a:gd name="csY1221" fmla="*/ 670732 h 1076324"/>
                <a:gd name="csX1222" fmla="*/ 193958 w 1692117"/>
                <a:gd name="csY1222" fmla="*/ 669299 h 1076324"/>
                <a:gd name="csX1223" fmla="*/ 191570 w 1692117"/>
                <a:gd name="csY1223" fmla="*/ 667866 h 1076324"/>
                <a:gd name="csX1224" fmla="*/ 188703 w 1692117"/>
                <a:gd name="csY1224" fmla="*/ 665955 h 1076324"/>
                <a:gd name="csX1225" fmla="*/ 186792 w 1692117"/>
                <a:gd name="csY1225" fmla="*/ 664522 h 1076324"/>
                <a:gd name="csX1226" fmla="*/ 185359 w 1692117"/>
                <a:gd name="csY1226" fmla="*/ 664522 h 1076324"/>
                <a:gd name="csX1227" fmla="*/ 181537 w 1692117"/>
                <a:gd name="csY1227" fmla="*/ 664522 h 1076324"/>
                <a:gd name="csX1228" fmla="*/ 181537 w 1692117"/>
                <a:gd name="csY1228" fmla="*/ 661655 h 1076324"/>
                <a:gd name="csX1229" fmla="*/ 180582 w 1692117"/>
                <a:gd name="csY1229" fmla="*/ 659744 h 1076324"/>
                <a:gd name="csX1230" fmla="*/ 181060 w 1692117"/>
                <a:gd name="csY1230" fmla="*/ 657834 h 1076324"/>
                <a:gd name="csX1231" fmla="*/ 179149 w 1692117"/>
                <a:gd name="csY1231" fmla="*/ 657356 h 1076324"/>
                <a:gd name="csX1232" fmla="*/ 176282 w 1692117"/>
                <a:gd name="csY1232" fmla="*/ 655923 h 1076324"/>
                <a:gd name="csX1233" fmla="*/ 177238 w 1692117"/>
                <a:gd name="csY1233" fmla="*/ 652578 h 1076324"/>
                <a:gd name="csX1234" fmla="*/ 177715 w 1692117"/>
                <a:gd name="csY1234" fmla="*/ 650190 h 1076324"/>
                <a:gd name="csX1235" fmla="*/ 175327 w 1692117"/>
                <a:gd name="csY1235" fmla="*/ 649712 h 1076324"/>
                <a:gd name="csX1236" fmla="*/ 171505 w 1692117"/>
                <a:gd name="csY1236" fmla="*/ 648757 h 1076324"/>
                <a:gd name="csX1237" fmla="*/ 172938 w 1692117"/>
                <a:gd name="csY1237" fmla="*/ 646368 h 1076324"/>
                <a:gd name="csX1238" fmla="*/ 173894 w 1692117"/>
                <a:gd name="csY1238" fmla="*/ 644457 h 1076324"/>
                <a:gd name="csX1239" fmla="*/ 172460 w 1692117"/>
                <a:gd name="csY1239" fmla="*/ 642068 h 1076324"/>
                <a:gd name="csX1240" fmla="*/ 169594 w 1692117"/>
                <a:gd name="csY1240" fmla="*/ 637291 h 1076324"/>
                <a:gd name="csX1241" fmla="*/ 167205 w 1692117"/>
                <a:gd name="csY1241" fmla="*/ 634425 h 1076324"/>
                <a:gd name="csX1242" fmla="*/ 164339 w 1692117"/>
                <a:gd name="csY1242" fmla="*/ 629648 h 1076324"/>
                <a:gd name="csX1243" fmla="*/ 161950 w 1692117"/>
                <a:gd name="csY1243" fmla="*/ 625348 h 1076324"/>
                <a:gd name="csX1244" fmla="*/ 160039 w 1692117"/>
                <a:gd name="csY1244" fmla="*/ 621526 h 1076324"/>
                <a:gd name="csX1245" fmla="*/ 158606 w 1692117"/>
                <a:gd name="csY1245" fmla="*/ 619137 h 1076324"/>
                <a:gd name="csX1246" fmla="*/ 156218 w 1692117"/>
                <a:gd name="csY1246" fmla="*/ 614838 h 1076324"/>
                <a:gd name="csX1247" fmla="*/ 152873 w 1692117"/>
                <a:gd name="csY1247" fmla="*/ 609583 h 1076324"/>
                <a:gd name="csX1248" fmla="*/ 150007 w 1692117"/>
                <a:gd name="csY1248" fmla="*/ 605761 h 1076324"/>
                <a:gd name="csX1249" fmla="*/ 150485 w 1692117"/>
                <a:gd name="csY1249" fmla="*/ 603372 h 1076324"/>
                <a:gd name="csX1250" fmla="*/ 147619 w 1692117"/>
                <a:gd name="csY1250" fmla="*/ 600028 h 1076324"/>
                <a:gd name="csX1251" fmla="*/ 145230 w 1692117"/>
                <a:gd name="csY1251" fmla="*/ 596684 h 1076324"/>
                <a:gd name="csX1252" fmla="*/ 142363 w 1692117"/>
                <a:gd name="csY1252" fmla="*/ 592862 h 1076324"/>
                <a:gd name="csX1253" fmla="*/ 139497 w 1692117"/>
                <a:gd name="csY1253" fmla="*/ 590951 h 1076324"/>
                <a:gd name="csX1254" fmla="*/ 137108 w 1692117"/>
                <a:gd name="csY1254" fmla="*/ 589518 h 1076324"/>
                <a:gd name="csX1255" fmla="*/ 134242 w 1692117"/>
                <a:gd name="csY1255" fmla="*/ 587607 h 1076324"/>
                <a:gd name="csX1256" fmla="*/ 132809 w 1692117"/>
                <a:gd name="csY1256" fmla="*/ 586174 h 1076324"/>
                <a:gd name="csX1257" fmla="*/ 132331 w 1692117"/>
                <a:gd name="csY1257" fmla="*/ 584741 h 1076324"/>
                <a:gd name="csX1258" fmla="*/ 131376 w 1692117"/>
                <a:gd name="csY1258" fmla="*/ 583785 h 1076324"/>
                <a:gd name="csX1259" fmla="*/ 130898 w 1692117"/>
                <a:gd name="csY1259" fmla="*/ 582352 h 1076324"/>
                <a:gd name="csX1260" fmla="*/ 130420 w 1692117"/>
                <a:gd name="csY1260" fmla="*/ 580441 h 1076324"/>
                <a:gd name="csX1261" fmla="*/ 129942 w 1692117"/>
                <a:gd name="csY1261" fmla="*/ 579486 h 1076324"/>
                <a:gd name="csX1262" fmla="*/ 126121 w 1692117"/>
                <a:gd name="csY1262" fmla="*/ 577097 h 1076324"/>
                <a:gd name="csX1263" fmla="*/ 125165 w 1692117"/>
                <a:gd name="csY1263" fmla="*/ 575664 h 1076324"/>
                <a:gd name="csX1264" fmla="*/ 125165 w 1692117"/>
                <a:gd name="csY1264" fmla="*/ 575664 h 1076324"/>
                <a:gd name="csX1265" fmla="*/ 122777 w 1692117"/>
                <a:gd name="csY1265" fmla="*/ 573753 h 1076324"/>
                <a:gd name="csX1266" fmla="*/ 120866 w 1692117"/>
                <a:gd name="csY1266" fmla="*/ 572798 h 1076324"/>
                <a:gd name="csX1267" fmla="*/ 119910 w 1692117"/>
                <a:gd name="csY1267" fmla="*/ 572320 h 1076324"/>
                <a:gd name="csX1268" fmla="*/ 117521 w 1692117"/>
                <a:gd name="csY1268" fmla="*/ 567065 h 1076324"/>
                <a:gd name="csX1269" fmla="*/ 117999 w 1692117"/>
                <a:gd name="csY1269" fmla="*/ 565154 h 1076324"/>
                <a:gd name="csX1270" fmla="*/ 117999 w 1692117"/>
                <a:gd name="csY1270" fmla="*/ 563243 h 1076324"/>
                <a:gd name="csX1271" fmla="*/ 117999 w 1692117"/>
                <a:gd name="csY1271" fmla="*/ 561810 h 1076324"/>
                <a:gd name="csX1272" fmla="*/ 113700 w 1692117"/>
                <a:gd name="csY1272" fmla="*/ 557988 h 1076324"/>
                <a:gd name="csX1273" fmla="*/ 113700 w 1692117"/>
                <a:gd name="csY1273" fmla="*/ 557988 h 1076324"/>
                <a:gd name="csX1274" fmla="*/ 111311 w 1692117"/>
                <a:gd name="csY1274" fmla="*/ 556077 h 1076324"/>
                <a:gd name="csX1275" fmla="*/ 109400 w 1692117"/>
                <a:gd name="csY1275" fmla="*/ 554166 h 1076324"/>
                <a:gd name="csX1276" fmla="*/ 109400 w 1692117"/>
                <a:gd name="csY1276" fmla="*/ 554166 h 1076324"/>
                <a:gd name="csX1277" fmla="*/ 105100 w 1692117"/>
                <a:gd name="csY1277" fmla="*/ 556555 h 1076324"/>
                <a:gd name="csX1278" fmla="*/ 100323 w 1692117"/>
                <a:gd name="csY1278" fmla="*/ 558943 h 1076324"/>
                <a:gd name="csX1279" fmla="*/ 96979 w 1692117"/>
                <a:gd name="csY1279" fmla="*/ 559899 h 1076324"/>
                <a:gd name="csX1280" fmla="*/ 92680 w 1692117"/>
                <a:gd name="csY1280" fmla="*/ 560854 h 1076324"/>
                <a:gd name="csX1281" fmla="*/ 92680 w 1692117"/>
                <a:gd name="csY1281" fmla="*/ 560854 h 1076324"/>
                <a:gd name="csX1282" fmla="*/ 94113 w 1692117"/>
                <a:gd name="csY1282" fmla="*/ 563721 h 1076324"/>
                <a:gd name="csX1283" fmla="*/ 93635 w 1692117"/>
                <a:gd name="csY1283" fmla="*/ 565632 h 1076324"/>
                <a:gd name="csX1284" fmla="*/ 92202 w 1692117"/>
                <a:gd name="csY1284" fmla="*/ 566587 h 1076324"/>
                <a:gd name="csX1285" fmla="*/ 89813 w 1692117"/>
                <a:gd name="csY1285" fmla="*/ 566109 h 1076324"/>
                <a:gd name="csX1286" fmla="*/ 89813 w 1692117"/>
                <a:gd name="csY1286" fmla="*/ 566109 h 1076324"/>
                <a:gd name="csX1287" fmla="*/ 89813 w 1692117"/>
                <a:gd name="csY1287" fmla="*/ 572798 h 1076324"/>
                <a:gd name="csX1288" fmla="*/ 89813 w 1692117"/>
                <a:gd name="csY1288" fmla="*/ 572798 h 1076324"/>
                <a:gd name="csX1289" fmla="*/ 87425 w 1692117"/>
                <a:gd name="csY1289" fmla="*/ 577097 h 1076324"/>
                <a:gd name="csX1290" fmla="*/ 82647 w 1692117"/>
                <a:gd name="csY1290" fmla="*/ 577097 h 1076324"/>
                <a:gd name="csX1291" fmla="*/ 80259 w 1692117"/>
                <a:gd name="csY1291" fmla="*/ 579008 h 1076324"/>
                <a:gd name="csX1292" fmla="*/ 76437 w 1692117"/>
                <a:gd name="csY1292" fmla="*/ 580919 h 1076324"/>
                <a:gd name="csX1293" fmla="*/ 73570 w 1692117"/>
                <a:gd name="csY1293" fmla="*/ 582830 h 1076324"/>
                <a:gd name="csX1294" fmla="*/ 70704 w 1692117"/>
                <a:gd name="csY1294" fmla="*/ 586174 h 1076324"/>
                <a:gd name="csX1295" fmla="*/ 68793 w 1692117"/>
                <a:gd name="csY1295" fmla="*/ 585696 h 1076324"/>
                <a:gd name="csX1296" fmla="*/ 69749 w 1692117"/>
                <a:gd name="csY1296" fmla="*/ 582830 h 1076324"/>
                <a:gd name="csX1297" fmla="*/ 68315 w 1692117"/>
                <a:gd name="csY1297" fmla="*/ 578530 h 1076324"/>
                <a:gd name="csX1298" fmla="*/ 67360 w 1692117"/>
                <a:gd name="csY1298" fmla="*/ 574709 h 1076324"/>
                <a:gd name="csX1299" fmla="*/ 67360 w 1692117"/>
                <a:gd name="csY1299" fmla="*/ 574709 h 1076324"/>
                <a:gd name="csX1300" fmla="*/ 65449 w 1692117"/>
                <a:gd name="csY1300" fmla="*/ 572798 h 1076324"/>
                <a:gd name="csX1301" fmla="*/ 65449 w 1692117"/>
                <a:gd name="csY1301" fmla="*/ 572798 h 1076324"/>
                <a:gd name="csX1302" fmla="*/ 61627 w 1692117"/>
                <a:gd name="csY1302" fmla="*/ 569454 h 1076324"/>
                <a:gd name="csX1303" fmla="*/ 59239 w 1692117"/>
                <a:gd name="csY1303" fmla="*/ 567065 h 1076324"/>
                <a:gd name="csX1304" fmla="*/ 55417 w 1692117"/>
                <a:gd name="csY1304" fmla="*/ 563243 h 1076324"/>
                <a:gd name="csX1305" fmla="*/ 53028 w 1692117"/>
                <a:gd name="csY1305" fmla="*/ 560854 h 1076324"/>
                <a:gd name="csX1306" fmla="*/ 53028 w 1692117"/>
                <a:gd name="csY1306" fmla="*/ 560854 h 1076324"/>
                <a:gd name="csX1307" fmla="*/ 50162 w 1692117"/>
                <a:gd name="csY1307" fmla="*/ 558466 h 1076324"/>
                <a:gd name="csX1308" fmla="*/ 46818 w 1692117"/>
                <a:gd name="csY1308" fmla="*/ 554644 h 1076324"/>
                <a:gd name="csX1309" fmla="*/ 45384 w 1692117"/>
                <a:gd name="csY1309" fmla="*/ 550344 h 1076324"/>
                <a:gd name="csX1310" fmla="*/ 42040 w 1692117"/>
                <a:gd name="csY1310" fmla="*/ 548911 h 1076324"/>
                <a:gd name="csX1311" fmla="*/ 38696 w 1692117"/>
                <a:gd name="csY1311" fmla="*/ 547000 h 1076324"/>
                <a:gd name="csX1312" fmla="*/ 35830 w 1692117"/>
                <a:gd name="csY1312" fmla="*/ 543656 h 1076324"/>
                <a:gd name="csX1313" fmla="*/ 36785 w 1692117"/>
                <a:gd name="csY1313" fmla="*/ 540312 h 1076324"/>
                <a:gd name="csX1314" fmla="*/ 37741 w 1692117"/>
                <a:gd name="csY1314" fmla="*/ 536490 h 1076324"/>
                <a:gd name="csX1315" fmla="*/ 37741 w 1692117"/>
                <a:gd name="csY1315" fmla="*/ 534102 h 1076324"/>
                <a:gd name="csX1316" fmla="*/ 34874 w 1692117"/>
                <a:gd name="csY1316" fmla="*/ 534579 h 1076324"/>
                <a:gd name="csX1317" fmla="*/ 30097 w 1692117"/>
                <a:gd name="csY1317" fmla="*/ 534579 h 1076324"/>
                <a:gd name="csX1318" fmla="*/ 26275 w 1692117"/>
                <a:gd name="csY1318" fmla="*/ 534579 h 1076324"/>
                <a:gd name="csX1319" fmla="*/ 24842 w 1692117"/>
                <a:gd name="csY1319" fmla="*/ 536013 h 1076324"/>
                <a:gd name="csX1320" fmla="*/ 22931 w 1692117"/>
                <a:gd name="csY1320" fmla="*/ 537446 h 1076324"/>
                <a:gd name="csX1321" fmla="*/ 20065 w 1692117"/>
                <a:gd name="csY1321" fmla="*/ 540312 h 1076324"/>
                <a:gd name="csX1322" fmla="*/ 15765 w 1692117"/>
                <a:gd name="csY1322" fmla="*/ 537923 h 1076324"/>
                <a:gd name="csX1323" fmla="*/ 10510 w 1692117"/>
                <a:gd name="csY1323" fmla="*/ 536013 h 1076324"/>
                <a:gd name="csX1324" fmla="*/ 9077 w 1692117"/>
                <a:gd name="csY1324" fmla="*/ 538879 h 1076324"/>
                <a:gd name="csX1325" fmla="*/ 4300 w 1692117"/>
                <a:gd name="csY1325" fmla="*/ 537446 h 1076324"/>
                <a:gd name="csX1326" fmla="*/ 0 w 1692117"/>
                <a:gd name="csY1326" fmla="*/ 536013 h 1076324"/>
                <a:gd name="csX1327" fmla="*/ 0 w 1692117"/>
                <a:gd name="csY1327" fmla="*/ 525025 h 1076324"/>
                <a:gd name="csX1328" fmla="*/ 0 w 1692117"/>
                <a:gd name="csY1328" fmla="*/ 514037 h 1076324"/>
                <a:gd name="csX1329" fmla="*/ 0 w 1692117"/>
                <a:gd name="csY1329" fmla="*/ 503527 h 1076324"/>
                <a:gd name="csX1330" fmla="*/ 0 w 1692117"/>
                <a:gd name="csY1330" fmla="*/ 492061 h 1076324"/>
                <a:gd name="csX1331" fmla="*/ 0 w 1692117"/>
                <a:gd name="csY1331" fmla="*/ 481074 h 1076324"/>
                <a:gd name="csX1332" fmla="*/ 0 w 1692117"/>
                <a:gd name="csY1332" fmla="*/ 469608 h 1076324"/>
                <a:gd name="csX1333" fmla="*/ 0 w 1692117"/>
                <a:gd name="csY1333" fmla="*/ 458620 h 1076324"/>
                <a:gd name="csX1334" fmla="*/ 0 w 1692117"/>
                <a:gd name="csY1334" fmla="*/ 446677 h 1076324"/>
                <a:gd name="csX1335" fmla="*/ 0 w 1692117"/>
                <a:gd name="csY1335" fmla="*/ 435212 h 1076324"/>
                <a:gd name="csX1336" fmla="*/ 0 w 1692117"/>
                <a:gd name="csY1336" fmla="*/ 423746 h 1076324"/>
                <a:gd name="csX1337" fmla="*/ 0 w 1692117"/>
                <a:gd name="csY1337" fmla="*/ 411803 h 1076324"/>
                <a:gd name="csX1338" fmla="*/ 0 w 1692117"/>
                <a:gd name="csY1338" fmla="*/ 399860 h 1076324"/>
                <a:gd name="csX1339" fmla="*/ 0 w 1692117"/>
                <a:gd name="csY1339" fmla="*/ 387916 h 1076324"/>
                <a:gd name="csX1340" fmla="*/ 0 w 1692117"/>
                <a:gd name="csY1340" fmla="*/ 375495 h 1076324"/>
                <a:gd name="csX1341" fmla="*/ 0 w 1692117"/>
                <a:gd name="csY1341" fmla="*/ 363074 h 1076324"/>
                <a:gd name="csX1342" fmla="*/ 0 w 1692117"/>
                <a:gd name="csY1342" fmla="*/ 350653 h 1076324"/>
                <a:gd name="csX1343" fmla="*/ 0 w 1692117"/>
                <a:gd name="csY1343" fmla="*/ 338233 h 1076324"/>
                <a:gd name="csX1344" fmla="*/ 0 w 1692117"/>
                <a:gd name="csY1344" fmla="*/ 325334 h 1076324"/>
                <a:gd name="csX1345" fmla="*/ 0 w 1692117"/>
                <a:gd name="csY1345" fmla="*/ 312435 h 1076324"/>
                <a:gd name="csX1346" fmla="*/ 0 w 1692117"/>
                <a:gd name="csY1346" fmla="*/ 299059 h 1076324"/>
                <a:gd name="csX1347" fmla="*/ 0 w 1692117"/>
                <a:gd name="csY1347" fmla="*/ 286160 h 1076324"/>
                <a:gd name="csX1348" fmla="*/ 0 w 1692117"/>
                <a:gd name="csY1348" fmla="*/ 272784 h 1076324"/>
                <a:gd name="csX1349" fmla="*/ 0 w 1692117"/>
                <a:gd name="csY1349" fmla="*/ 259407 h 1076324"/>
                <a:gd name="csX1350" fmla="*/ 0 w 1692117"/>
                <a:gd name="csY1350" fmla="*/ 245553 h 1076324"/>
                <a:gd name="csX1351" fmla="*/ 0 w 1692117"/>
                <a:gd name="csY1351" fmla="*/ 231699 h 1076324"/>
                <a:gd name="csX1352" fmla="*/ 0 w 1692117"/>
                <a:gd name="csY1352" fmla="*/ 217845 h 1076324"/>
                <a:gd name="csX1353" fmla="*/ 0 w 1692117"/>
                <a:gd name="csY1353" fmla="*/ 203513 h 1076324"/>
                <a:gd name="csX1354" fmla="*/ 0 w 1692117"/>
                <a:gd name="csY1354" fmla="*/ 189181 h 1076324"/>
                <a:gd name="csX1355" fmla="*/ 0 w 1692117"/>
                <a:gd name="csY1355" fmla="*/ 174371 h 1076324"/>
                <a:gd name="csX1356" fmla="*/ 0 w 1692117"/>
                <a:gd name="csY1356" fmla="*/ 159562 h 1076324"/>
                <a:gd name="csX1357" fmla="*/ 0 w 1692117"/>
                <a:gd name="csY1357" fmla="*/ 144752 h 1076324"/>
                <a:gd name="csX1358" fmla="*/ 0 w 1692117"/>
                <a:gd name="csY1358" fmla="*/ 129465 h 1076324"/>
                <a:gd name="csX1359" fmla="*/ 2389 w 1692117"/>
                <a:gd name="csY1359" fmla="*/ 130420 h 1076324"/>
                <a:gd name="csX1360" fmla="*/ 11466 w 1692117"/>
                <a:gd name="csY1360" fmla="*/ 131853 h 1076324"/>
                <a:gd name="csX1361" fmla="*/ 20065 w 1692117"/>
                <a:gd name="csY1361" fmla="*/ 130898 h 1076324"/>
                <a:gd name="csX1362" fmla="*/ 35830 w 1692117"/>
                <a:gd name="csY1362" fmla="*/ 136631 h 1076324"/>
                <a:gd name="csX1363" fmla="*/ 45384 w 1692117"/>
                <a:gd name="csY1363" fmla="*/ 146663 h 1076324"/>
                <a:gd name="csX1364" fmla="*/ 53506 w 1692117"/>
                <a:gd name="csY1364" fmla="*/ 151918 h 1076324"/>
                <a:gd name="csX1365" fmla="*/ 56850 w 1692117"/>
                <a:gd name="csY1365" fmla="*/ 155262 h 1076324"/>
                <a:gd name="csX1366" fmla="*/ 62105 w 1692117"/>
                <a:gd name="csY1366" fmla="*/ 158128 h 1076324"/>
                <a:gd name="csX1367" fmla="*/ 74048 w 1692117"/>
                <a:gd name="csY1367" fmla="*/ 164817 h 1076324"/>
                <a:gd name="csX1368" fmla="*/ 77870 w 1692117"/>
                <a:gd name="csY1368" fmla="*/ 165772 h 1076324"/>
                <a:gd name="csX1369" fmla="*/ 84558 w 1692117"/>
                <a:gd name="csY1369" fmla="*/ 168639 h 1076324"/>
                <a:gd name="csX1370" fmla="*/ 88858 w 1692117"/>
                <a:gd name="csY1370" fmla="*/ 168161 h 1076324"/>
                <a:gd name="csX1371" fmla="*/ 96501 w 1692117"/>
                <a:gd name="csY1371" fmla="*/ 169116 h 1076324"/>
                <a:gd name="csX1372" fmla="*/ 101756 w 1692117"/>
                <a:gd name="csY1372" fmla="*/ 171505 h 1076324"/>
                <a:gd name="csX1373" fmla="*/ 111789 w 1692117"/>
                <a:gd name="csY1373" fmla="*/ 178193 h 1076324"/>
                <a:gd name="csX1374" fmla="*/ 113700 w 1692117"/>
                <a:gd name="csY1374" fmla="*/ 179149 h 1076324"/>
                <a:gd name="csX1375" fmla="*/ 114177 w 1692117"/>
                <a:gd name="csY1375" fmla="*/ 178671 h 1076324"/>
                <a:gd name="csX1376" fmla="*/ 110833 w 1692117"/>
                <a:gd name="csY1376" fmla="*/ 171505 h 1076324"/>
                <a:gd name="csX1377" fmla="*/ 110356 w 1692117"/>
                <a:gd name="csY1377" fmla="*/ 171027 h 1076324"/>
                <a:gd name="csX1378" fmla="*/ 106056 w 1692117"/>
                <a:gd name="csY1378" fmla="*/ 168639 h 1076324"/>
                <a:gd name="csX1379" fmla="*/ 101279 w 1692117"/>
                <a:gd name="csY1379" fmla="*/ 167205 h 1076324"/>
                <a:gd name="csX1380" fmla="*/ 101279 w 1692117"/>
                <a:gd name="csY1380" fmla="*/ 166728 h 1076324"/>
                <a:gd name="csX1381" fmla="*/ 100323 w 1692117"/>
                <a:gd name="csY1381" fmla="*/ 164339 h 1076324"/>
                <a:gd name="csX1382" fmla="*/ 100323 w 1692117"/>
                <a:gd name="csY1382" fmla="*/ 163384 h 1076324"/>
                <a:gd name="csX1383" fmla="*/ 101279 w 1692117"/>
                <a:gd name="csY1383" fmla="*/ 162906 h 1076324"/>
                <a:gd name="csX1384" fmla="*/ 105100 w 1692117"/>
                <a:gd name="csY1384" fmla="*/ 162906 h 1076324"/>
                <a:gd name="csX1385" fmla="*/ 107012 w 1692117"/>
                <a:gd name="csY1385" fmla="*/ 162906 h 1076324"/>
                <a:gd name="csX1386" fmla="*/ 107489 w 1692117"/>
                <a:gd name="csY1386" fmla="*/ 161950 h 1076324"/>
                <a:gd name="csX1387" fmla="*/ 106056 w 1692117"/>
                <a:gd name="csY1387" fmla="*/ 161473 h 1076324"/>
                <a:gd name="csX1388" fmla="*/ 104145 w 1692117"/>
                <a:gd name="csY1388" fmla="*/ 160517 h 1076324"/>
                <a:gd name="csX1389" fmla="*/ 101756 w 1692117"/>
                <a:gd name="csY1389" fmla="*/ 159084 h 1076324"/>
                <a:gd name="csX1390" fmla="*/ 100801 w 1692117"/>
                <a:gd name="csY1390" fmla="*/ 157173 h 1076324"/>
                <a:gd name="csX1391" fmla="*/ 105100 w 1692117"/>
                <a:gd name="csY1391" fmla="*/ 147141 h 1076324"/>
                <a:gd name="csX1392" fmla="*/ 106534 w 1692117"/>
                <a:gd name="csY1392" fmla="*/ 148096 h 1076324"/>
                <a:gd name="csX1393" fmla="*/ 108922 w 1692117"/>
                <a:gd name="csY1393" fmla="*/ 145707 h 1076324"/>
                <a:gd name="csX1394" fmla="*/ 113222 w 1692117"/>
                <a:gd name="csY1394" fmla="*/ 147141 h 1076324"/>
                <a:gd name="csX1395" fmla="*/ 113700 w 1692117"/>
                <a:gd name="csY1395" fmla="*/ 146663 h 1076324"/>
                <a:gd name="csX1396" fmla="*/ 114177 w 1692117"/>
                <a:gd name="csY1396" fmla="*/ 141408 h 1076324"/>
                <a:gd name="csX1397" fmla="*/ 114655 w 1692117"/>
                <a:gd name="csY1397" fmla="*/ 139975 h 1076324"/>
                <a:gd name="csX1398" fmla="*/ 116088 w 1692117"/>
                <a:gd name="csY1398" fmla="*/ 139019 h 1076324"/>
                <a:gd name="csX1399" fmla="*/ 121821 w 1692117"/>
                <a:gd name="csY1399" fmla="*/ 138064 h 1076324"/>
                <a:gd name="csX1400" fmla="*/ 128987 w 1692117"/>
                <a:gd name="csY1400" fmla="*/ 139019 h 1076324"/>
                <a:gd name="csX1401" fmla="*/ 129465 w 1692117"/>
                <a:gd name="csY1401" fmla="*/ 138542 h 1076324"/>
                <a:gd name="csX1402" fmla="*/ 128987 w 1692117"/>
                <a:gd name="csY1402" fmla="*/ 135198 h 1076324"/>
                <a:gd name="csX1403" fmla="*/ 128987 w 1692117"/>
                <a:gd name="csY1403" fmla="*/ 133764 h 1076324"/>
                <a:gd name="csX1404" fmla="*/ 129465 w 1692117"/>
                <a:gd name="csY1404" fmla="*/ 130420 h 1076324"/>
                <a:gd name="csX1405" fmla="*/ 129465 w 1692117"/>
                <a:gd name="csY1405" fmla="*/ 128987 h 1076324"/>
                <a:gd name="csX1406" fmla="*/ 130420 w 1692117"/>
                <a:gd name="csY1406" fmla="*/ 128032 h 1076324"/>
                <a:gd name="csX1407" fmla="*/ 133764 w 1692117"/>
                <a:gd name="csY1407" fmla="*/ 128509 h 1076324"/>
                <a:gd name="csX1408" fmla="*/ 134720 w 1692117"/>
                <a:gd name="csY1408" fmla="*/ 129942 h 1076324"/>
                <a:gd name="csX1409" fmla="*/ 136153 w 1692117"/>
                <a:gd name="csY1409" fmla="*/ 132809 h 1076324"/>
                <a:gd name="csX1410" fmla="*/ 137108 w 1692117"/>
                <a:gd name="csY1410" fmla="*/ 134242 h 1076324"/>
                <a:gd name="csX1411" fmla="*/ 140453 w 1692117"/>
                <a:gd name="csY1411" fmla="*/ 136153 h 1076324"/>
                <a:gd name="csX1412" fmla="*/ 140930 w 1692117"/>
                <a:gd name="csY1412" fmla="*/ 137108 h 1076324"/>
                <a:gd name="csX1413" fmla="*/ 139497 w 1692117"/>
                <a:gd name="csY1413" fmla="*/ 140930 h 1076324"/>
                <a:gd name="csX1414" fmla="*/ 138064 w 1692117"/>
                <a:gd name="csY1414" fmla="*/ 143319 h 1076324"/>
                <a:gd name="csX1415" fmla="*/ 135198 w 1692117"/>
                <a:gd name="csY1415" fmla="*/ 148574 h 1076324"/>
                <a:gd name="csX1416" fmla="*/ 135198 w 1692117"/>
                <a:gd name="csY1416" fmla="*/ 150007 h 1076324"/>
                <a:gd name="csX1417" fmla="*/ 139497 w 1692117"/>
                <a:gd name="csY1417" fmla="*/ 147618 h 1076324"/>
                <a:gd name="csX1418" fmla="*/ 144752 w 1692117"/>
                <a:gd name="csY1418" fmla="*/ 144274 h 1076324"/>
                <a:gd name="csX1419" fmla="*/ 149052 w 1692117"/>
                <a:gd name="csY1419" fmla="*/ 142363 h 1076324"/>
                <a:gd name="csX1420" fmla="*/ 152396 w 1692117"/>
                <a:gd name="csY1420" fmla="*/ 141886 h 1076324"/>
                <a:gd name="csX1421" fmla="*/ 155262 w 1692117"/>
                <a:gd name="csY1421" fmla="*/ 140930 h 1076324"/>
                <a:gd name="csX1422" fmla="*/ 156695 w 1692117"/>
                <a:gd name="csY1422" fmla="*/ 139019 h 1076324"/>
                <a:gd name="csX1423" fmla="*/ 158128 w 1692117"/>
                <a:gd name="csY1423" fmla="*/ 137108 h 1076324"/>
                <a:gd name="csX1424" fmla="*/ 160039 w 1692117"/>
                <a:gd name="csY1424" fmla="*/ 130898 h 1076324"/>
                <a:gd name="csX1425" fmla="*/ 161473 w 1692117"/>
                <a:gd name="csY1425" fmla="*/ 129465 h 1076324"/>
                <a:gd name="csX1426" fmla="*/ 167683 w 1692117"/>
                <a:gd name="csY1426" fmla="*/ 129942 h 1076324"/>
                <a:gd name="csX1427" fmla="*/ 169116 w 1692117"/>
                <a:gd name="csY1427" fmla="*/ 129942 h 1076324"/>
                <a:gd name="csX1428" fmla="*/ 170072 w 1692117"/>
                <a:gd name="csY1428" fmla="*/ 128987 h 1076324"/>
                <a:gd name="csX1429" fmla="*/ 170072 w 1692117"/>
                <a:gd name="csY1429" fmla="*/ 128509 h 1076324"/>
                <a:gd name="csX1430" fmla="*/ 168639 w 1692117"/>
                <a:gd name="csY1430" fmla="*/ 127554 h 1076324"/>
                <a:gd name="csX1431" fmla="*/ 167205 w 1692117"/>
                <a:gd name="csY1431" fmla="*/ 127076 h 1076324"/>
                <a:gd name="csX1432" fmla="*/ 167205 w 1692117"/>
                <a:gd name="csY1432" fmla="*/ 126598 h 1076324"/>
                <a:gd name="csX1433" fmla="*/ 167683 w 1692117"/>
                <a:gd name="csY1433" fmla="*/ 125643 h 1076324"/>
                <a:gd name="csX1434" fmla="*/ 168639 w 1692117"/>
                <a:gd name="csY1434" fmla="*/ 125165 h 1076324"/>
                <a:gd name="csX1435" fmla="*/ 171505 w 1692117"/>
                <a:gd name="csY1435" fmla="*/ 124210 h 1076324"/>
                <a:gd name="csX1436" fmla="*/ 173894 w 1692117"/>
                <a:gd name="csY1436" fmla="*/ 126598 h 1076324"/>
                <a:gd name="csX1437" fmla="*/ 174849 w 1692117"/>
                <a:gd name="csY1437" fmla="*/ 126598 h 1076324"/>
                <a:gd name="csX1438" fmla="*/ 179626 w 1692117"/>
                <a:gd name="csY1438" fmla="*/ 124210 h 1076324"/>
                <a:gd name="csX1439" fmla="*/ 186792 w 1692117"/>
                <a:gd name="csY1439" fmla="*/ 117521 h 1076324"/>
                <a:gd name="csX1440" fmla="*/ 189181 w 1692117"/>
                <a:gd name="csY1440" fmla="*/ 115611 h 1076324"/>
                <a:gd name="csX1441" fmla="*/ 192047 w 1692117"/>
                <a:gd name="csY1441" fmla="*/ 115133 h 1076324"/>
                <a:gd name="csX1442" fmla="*/ 193958 w 1692117"/>
                <a:gd name="csY1442" fmla="*/ 116566 h 1076324"/>
                <a:gd name="csX1443" fmla="*/ 195391 w 1692117"/>
                <a:gd name="csY1443" fmla="*/ 116088 h 1076324"/>
                <a:gd name="csX1444" fmla="*/ 197302 w 1692117"/>
                <a:gd name="csY1444" fmla="*/ 112266 h 1076324"/>
                <a:gd name="csX1445" fmla="*/ 198258 w 1692117"/>
                <a:gd name="csY1445" fmla="*/ 110356 h 1076324"/>
                <a:gd name="csX1446" fmla="*/ 199691 w 1692117"/>
                <a:gd name="csY1446" fmla="*/ 108445 h 1076324"/>
                <a:gd name="csX1447" fmla="*/ 204946 w 1692117"/>
                <a:gd name="csY1447" fmla="*/ 104623 h 1076324"/>
                <a:gd name="csX1448" fmla="*/ 208290 w 1692117"/>
                <a:gd name="csY1448" fmla="*/ 103667 h 1076324"/>
                <a:gd name="csX1449" fmla="*/ 210201 w 1692117"/>
                <a:gd name="csY1449" fmla="*/ 104145 h 1076324"/>
                <a:gd name="csX1450" fmla="*/ 212590 w 1692117"/>
                <a:gd name="csY1450" fmla="*/ 106056 h 1076324"/>
                <a:gd name="csX1451" fmla="*/ 214501 w 1692117"/>
                <a:gd name="csY1451" fmla="*/ 106534 h 1076324"/>
                <a:gd name="csX1452" fmla="*/ 217367 w 1692117"/>
                <a:gd name="csY1452" fmla="*/ 106056 h 1076324"/>
                <a:gd name="csX1453" fmla="*/ 219278 w 1692117"/>
                <a:gd name="csY1453" fmla="*/ 106534 h 1076324"/>
                <a:gd name="csX1454" fmla="*/ 220233 w 1692117"/>
                <a:gd name="csY1454" fmla="*/ 105578 h 1076324"/>
                <a:gd name="csX1455" fmla="*/ 223100 w 1692117"/>
                <a:gd name="csY1455" fmla="*/ 100801 h 1076324"/>
                <a:gd name="csX1456" fmla="*/ 224533 w 1692117"/>
                <a:gd name="csY1456" fmla="*/ 100801 h 1076324"/>
                <a:gd name="csX1457" fmla="*/ 225488 w 1692117"/>
                <a:gd name="csY1457" fmla="*/ 102234 h 1076324"/>
                <a:gd name="csX1458" fmla="*/ 226921 w 1692117"/>
                <a:gd name="csY1458" fmla="*/ 105578 h 1076324"/>
                <a:gd name="csX1459" fmla="*/ 226921 w 1692117"/>
                <a:gd name="csY1459" fmla="*/ 107011 h 1076324"/>
                <a:gd name="csX1460" fmla="*/ 225011 w 1692117"/>
                <a:gd name="csY1460" fmla="*/ 111311 h 1076324"/>
                <a:gd name="csX1461" fmla="*/ 208768 w 1692117"/>
                <a:gd name="csY1461" fmla="*/ 122777 h 1076324"/>
                <a:gd name="csX1462" fmla="*/ 203991 w 1692117"/>
                <a:gd name="csY1462" fmla="*/ 127554 h 1076324"/>
                <a:gd name="csX1463" fmla="*/ 201602 w 1692117"/>
                <a:gd name="csY1463" fmla="*/ 129465 h 1076324"/>
                <a:gd name="csX1464" fmla="*/ 198735 w 1692117"/>
                <a:gd name="csY1464" fmla="*/ 130420 h 1076324"/>
                <a:gd name="csX1465" fmla="*/ 193958 w 1692117"/>
                <a:gd name="csY1465" fmla="*/ 131376 h 1076324"/>
                <a:gd name="csX1466" fmla="*/ 192047 w 1692117"/>
                <a:gd name="csY1466" fmla="*/ 132331 h 1076324"/>
                <a:gd name="csX1467" fmla="*/ 188703 w 1692117"/>
                <a:gd name="csY1467" fmla="*/ 133286 h 1076324"/>
                <a:gd name="csX1468" fmla="*/ 181060 w 1692117"/>
                <a:gd name="csY1468" fmla="*/ 134720 h 1076324"/>
                <a:gd name="csX1469" fmla="*/ 179626 w 1692117"/>
                <a:gd name="csY1469" fmla="*/ 135675 h 1076324"/>
                <a:gd name="csX1470" fmla="*/ 178671 w 1692117"/>
                <a:gd name="csY1470" fmla="*/ 136631 h 1076324"/>
                <a:gd name="csX1471" fmla="*/ 175805 w 1692117"/>
                <a:gd name="csY1471" fmla="*/ 142363 h 1076324"/>
                <a:gd name="csX1472" fmla="*/ 174371 w 1692117"/>
                <a:gd name="csY1472" fmla="*/ 144274 h 1076324"/>
                <a:gd name="csX1473" fmla="*/ 171983 w 1692117"/>
                <a:gd name="csY1473" fmla="*/ 147141 h 1076324"/>
                <a:gd name="csX1474" fmla="*/ 168639 w 1692117"/>
                <a:gd name="csY1474" fmla="*/ 149052 h 1076324"/>
                <a:gd name="csX1475" fmla="*/ 164817 w 1692117"/>
                <a:gd name="csY1475" fmla="*/ 150007 h 1076324"/>
                <a:gd name="csX1476" fmla="*/ 161950 w 1692117"/>
                <a:gd name="csY1476" fmla="*/ 152396 h 1076324"/>
                <a:gd name="csX1477" fmla="*/ 159084 w 1692117"/>
                <a:gd name="csY1477" fmla="*/ 158128 h 1076324"/>
                <a:gd name="csX1478" fmla="*/ 156695 w 1692117"/>
                <a:gd name="csY1478" fmla="*/ 161473 h 1076324"/>
                <a:gd name="csX1479" fmla="*/ 153829 w 1692117"/>
                <a:gd name="csY1479" fmla="*/ 164817 h 1076324"/>
                <a:gd name="csX1480" fmla="*/ 150963 w 1692117"/>
                <a:gd name="csY1480" fmla="*/ 168639 h 1076324"/>
                <a:gd name="csX1481" fmla="*/ 150007 w 1692117"/>
                <a:gd name="csY1481" fmla="*/ 171027 h 1076324"/>
                <a:gd name="csX1482" fmla="*/ 150963 w 1692117"/>
                <a:gd name="csY1482" fmla="*/ 173893 h 1076324"/>
                <a:gd name="csX1483" fmla="*/ 151440 w 1692117"/>
                <a:gd name="csY1483" fmla="*/ 174849 h 1076324"/>
                <a:gd name="csX1484" fmla="*/ 154784 w 1692117"/>
                <a:gd name="csY1484" fmla="*/ 176282 h 1076324"/>
                <a:gd name="csX1485" fmla="*/ 155740 w 1692117"/>
                <a:gd name="csY1485" fmla="*/ 175805 h 1076324"/>
                <a:gd name="csX1486" fmla="*/ 154784 w 1692117"/>
                <a:gd name="csY1486" fmla="*/ 174371 h 1076324"/>
                <a:gd name="csX1487" fmla="*/ 151918 w 1692117"/>
                <a:gd name="csY1487" fmla="*/ 171983 h 1076324"/>
                <a:gd name="csX1488" fmla="*/ 151918 w 1692117"/>
                <a:gd name="csY1488" fmla="*/ 171505 h 1076324"/>
                <a:gd name="csX1489" fmla="*/ 152396 w 1692117"/>
                <a:gd name="csY1489" fmla="*/ 170549 h 1076324"/>
                <a:gd name="csX1490" fmla="*/ 164339 w 1692117"/>
                <a:gd name="csY1490" fmla="*/ 172460 h 1076324"/>
                <a:gd name="csX1491" fmla="*/ 166728 w 1692117"/>
                <a:gd name="csY1491" fmla="*/ 170549 h 1076324"/>
                <a:gd name="csX1492" fmla="*/ 167683 w 1692117"/>
                <a:gd name="csY1492" fmla="*/ 169594 h 1076324"/>
                <a:gd name="csX1493" fmla="*/ 167683 w 1692117"/>
                <a:gd name="csY1493" fmla="*/ 168639 h 1076324"/>
                <a:gd name="csX1494" fmla="*/ 164339 w 1692117"/>
                <a:gd name="csY1494" fmla="*/ 168161 h 1076324"/>
                <a:gd name="csX1495" fmla="*/ 163861 w 1692117"/>
                <a:gd name="csY1495" fmla="*/ 167205 h 1076324"/>
                <a:gd name="csX1496" fmla="*/ 163384 w 1692117"/>
                <a:gd name="csY1496" fmla="*/ 164339 h 1076324"/>
                <a:gd name="csX1497" fmla="*/ 162906 w 1692117"/>
                <a:gd name="csY1497" fmla="*/ 162428 h 1076324"/>
                <a:gd name="csX1498" fmla="*/ 163384 w 1692117"/>
                <a:gd name="csY1498" fmla="*/ 160995 h 1076324"/>
                <a:gd name="csX1499" fmla="*/ 163861 w 1692117"/>
                <a:gd name="csY1499" fmla="*/ 159084 h 1076324"/>
                <a:gd name="csX1500" fmla="*/ 167683 w 1692117"/>
                <a:gd name="csY1500" fmla="*/ 155740 h 1076324"/>
                <a:gd name="csX1501" fmla="*/ 171027 w 1692117"/>
                <a:gd name="csY1501" fmla="*/ 154784 h 1076324"/>
                <a:gd name="csX1502" fmla="*/ 173894 w 1692117"/>
                <a:gd name="csY1502" fmla="*/ 152873 h 1076324"/>
                <a:gd name="csX1503" fmla="*/ 175805 w 1692117"/>
                <a:gd name="csY1503" fmla="*/ 150963 h 1076324"/>
                <a:gd name="csX1504" fmla="*/ 180104 w 1692117"/>
                <a:gd name="csY1504" fmla="*/ 148096 h 1076324"/>
                <a:gd name="csX1505" fmla="*/ 181537 w 1692117"/>
                <a:gd name="csY1505" fmla="*/ 145707 h 1076324"/>
                <a:gd name="csX1506" fmla="*/ 182493 w 1692117"/>
                <a:gd name="csY1506" fmla="*/ 144274 h 1076324"/>
                <a:gd name="csX1507" fmla="*/ 182493 w 1692117"/>
                <a:gd name="csY1507" fmla="*/ 143319 h 1076324"/>
                <a:gd name="csX1508" fmla="*/ 182015 w 1692117"/>
                <a:gd name="csY1508" fmla="*/ 142363 h 1076324"/>
                <a:gd name="csX1509" fmla="*/ 182493 w 1692117"/>
                <a:gd name="csY1509" fmla="*/ 140930 h 1076324"/>
                <a:gd name="csX1510" fmla="*/ 185837 w 1692117"/>
                <a:gd name="csY1510" fmla="*/ 139497 h 1076324"/>
                <a:gd name="csX1511" fmla="*/ 186792 w 1692117"/>
                <a:gd name="csY1511" fmla="*/ 139497 h 1076324"/>
                <a:gd name="csX1512" fmla="*/ 191092 w 1692117"/>
                <a:gd name="csY1512" fmla="*/ 140930 h 1076324"/>
                <a:gd name="csX1513" fmla="*/ 192047 w 1692117"/>
                <a:gd name="csY1513" fmla="*/ 141886 h 1076324"/>
                <a:gd name="csX1514" fmla="*/ 191570 w 1692117"/>
                <a:gd name="csY1514" fmla="*/ 144752 h 1076324"/>
                <a:gd name="csX1515" fmla="*/ 192525 w 1692117"/>
                <a:gd name="csY1515" fmla="*/ 144274 h 1076324"/>
                <a:gd name="csX1516" fmla="*/ 193958 w 1692117"/>
                <a:gd name="csY1516" fmla="*/ 140930 h 1076324"/>
                <a:gd name="csX1517" fmla="*/ 194914 w 1692117"/>
                <a:gd name="csY1517" fmla="*/ 139497 h 1076324"/>
                <a:gd name="csX1518" fmla="*/ 195869 w 1692117"/>
                <a:gd name="csY1518" fmla="*/ 139497 h 1076324"/>
                <a:gd name="csX1519" fmla="*/ 196825 w 1692117"/>
                <a:gd name="csY1519" fmla="*/ 139975 h 1076324"/>
                <a:gd name="csX1520" fmla="*/ 197780 w 1692117"/>
                <a:gd name="csY1520" fmla="*/ 140930 h 1076324"/>
                <a:gd name="csX1521" fmla="*/ 198258 w 1692117"/>
                <a:gd name="csY1521" fmla="*/ 144274 h 1076324"/>
                <a:gd name="csX1522" fmla="*/ 198735 w 1692117"/>
                <a:gd name="csY1522" fmla="*/ 150007 h 1076324"/>
                <a:gd name="csX1523" fmla="*/ 198735 w 1692117"/>
                <a:gd name="csY1523" fmla="*/ 152396 h 1076324"/>
                <a:gd name="csX1524" fmla="*/ 199691 w 1692117"/>
                <a:gd name="csY1524" fmla="*/ 148574 h 1076324"/>
                <a:gd name="csX1525" fmla="*/ 200646 w 1692117"/>
                <a:gd name="csY1525" fmla="*/ 146663 h 1076324"/>
                <a:gd name="csX1526" fmla="*/ 204946 w 1692117"/>
                <a:gd name="csY1526" fmla="*/ 138542 h 1076324"/>
                <a:gd name="csX1527" fmla="*/ 207812 w 1692117"/>
                <a:gd name="csY1527" fmla="*/ 133764 h 1076324"/>
                <a:gd name="csX1528" fmla="*/ 211156 w 1692117"/>
                <a:gd name="csY1528" fmla="*/ 129465 h 1076324"/>
                <a:gd name="csX1529" fmla="*/ 215456 w 1692117"/>
                <a:gd name="csY1529" fmla="*/ 126121 h 1076324"/>
                <a:gd name="csX1530" fmla="*/ 226444 w 1692117"/>
                <a:gd name="csY1530" fmla="*/ 120388 h 1076324"/>
                <a:gd name="csX1531" fmla="*/ 232654 w 1692117"/>
                <a:gd name="csY1531" fmla="*/ 118955 h 1076324"/>
                <a:gd name="csX1532" fmla="*/ 235521 w 1692117"/>
                <a:gd name="csY1532" fmla="*/ 117521 h 1076324"/>
                <a:gd name="csX1533" fmla="*/ 236954 w 1692117"/>
                <a:gd name="csY1533" fmla="*/ 116088 h 1076324"/>
                <a:gd name="csX1534" fmla="*/ 237909 w 1692117"/>
                <a:gd name="csY1534" fmla="*/ 114655 h 1076324"/>
                <a:gd name="csX1535" fmla="*/ 239820 w 1692117"/>
                <a:gd name="csY1535" fmla="*/ 112744 h 1076324"/>
                <a:gd name="csX1536" fmla="*/ 240298 w 1692117"/>
                <a:gd name="csY1536" fmla="*/ 113222 h 1076324"/>
                <a:gd name="csX1537" fmla="*/ 239342 w 1692117"/>
                <a:gd name="csY1537" fmla="*/ 116566 h 1076324"/>
                <a:gd name="csX1538" fmla="*/ 238865 w 1692117"/>
                <a:gd name="csY1538" fmla="*/ 117999 h 1076324"/>
                <a:gd name="csX1539" fmla="*/ 235043 w 1692117"/>
                <a:gd name="csY1539" fmla="*/ 119910 h 1076324"/>
                <a:gd name="csX1540" fmla="*/ 234565 w 1692117"/>
                <a:gd name="csY1540" fmla="*/ 121821 h 1076324"/>
                <a:gd name="csX1541" fmla="*/ 235043 w 1692117"/>
                <a:gd name="csY1541" fmla="*/ 124210 h 1076324"/>
                <a:gd name="csX1542" fmla="*/ 235998 w 1692117"/>
                <a:gd name="csY1542" fmla="*/ 126121 h 1076324"/>
                <a:gd name="csX1543" fmla="*/ 236476 w 1692117"/>
                <a:gd name="csY1543" fmla="*/ 127076 h 1076324"/>
                <a:gd name="csX1544" fmla="*/ 238387 w 1692117"/>
                <a:gd name="csY1544" fmla="*/ 126121 h 1076324"/>
                <a:gd name="csX1545" fmla="*/ 240776 w 1692117"/>
                <a:gd name="csY1545" fmla="*/ 124210 h 1076324"/>
                <a:gd name="csX1546" fmla="*/ 243642 w 1692117"/>
                <a:gd name="csY1546" fmla="*/ 121343 h 1076324"/>
                <a:gd name="csX1547" fmla="*/ 249853 w 1692117"/>
                <a:gd name="csY1547" fmla="*/ 113222 h 1076324"/>
                <a:gd name="csX1548" fmla="*/ 250330 w 1692117"/>
                <a:gd name="csY1548" fmla="*/ 111789 h 1076324"/>
                <a:gd name="csX1549" fmla="*/ 252241 w 1692117"/>
                <a:gd name="csY1549" fmla="*/ 105578 h 1076324"/>
                <a:gd name="csX1550" fmla="*/ 255585 w 1692117"/>
                <a:gd name="csY1550" fmla="*/ 102712 h 1076324"/>
                <a:gd name="csX1551" fmla="*/ 262274 w 1692117"/>
                <a:gd name="csY1551" fmla="*/ 99368 h 1076324"/>
                <a:gd name="csX1552" fmla="*/ 263707 w 1692117"/>
                <a:gd name="csY1552" fmla="*/ 97457 h 1076324"/>
                <a:gd name="csX1553" fmla="*/ 257974 w 1692117"/>
                <a:gd name="csY1553" fmla="*/ 95546 h 1076324"/>
                <a:gd name="csX1554" fmla="*/ 257019 w 1692117"/>
                <a:gd name="csY1554" fmla="*/ 94113 h 1076324"/>
                <a:gd name="csX1555" fmla="*/ 257019 w 1692117"/>
                <a:gd name="csY1555" fmla="*/ 93635 h 1076324"/>
                <a:gd name="csX1556" fmla="*/ 257974 w 1692117"/>
                <a:gd name="csY1556" fmla="*/ 91724 h 1076324"/>
                <a:gd name="csX1557" fmla="*/ 255108 w 1692117"/>
                <a:gd name="csY1557" fmla="*/ 89813 h 1076324"/>
                <a:gd name="csX1558" fmla="*/ 254152 w 1692117"/>
                <a:gd name="csY1558" fmla="*/ 88858 h 1076324"/>
                <a:gd name="csX1559" fmla="*/ 254152 w 1692117"/>
                <a:gd name="csY1559" fmla="*/ 85514 h 1076324"/>
                <a:gd name="csX1560" fmla="*/ 255108 w 1692117"/>
                <a:gd name="csY1560" fmla="*/ 83125 h 1076324"/>
                <a:gd name="csX1561" fmla="*/ 257019 w 1692117"/>
                <a:gd name="csY1561" fmla="*/ 80736 h 1076324"/>
                <a:gd name="csX1562" fmla="*/ 257974 w 1692117"/>
                <a:gd name="csY1562" fmla="*/ 80259 h 1076324"/>
                <a:gd name="csX1563" fmla="*/ 260363 w 1692117"/>
                <a:gd name="csY1563" fmla="*/ 81692 h 1076324"/>
                <a:gd name="csX1564" fmla="*/ 262751 w 1692117"/>
                <a:gd name="csY1564" fmla="*/ 83125 h 1076324"/>
                <a:gd name="csX1565" fmla="*/ 269917 w 1692117"/>
                <a:gd name="csY1565" fmla="*/ 91246 h 1076324"/>
                <a:gd name="csX1566" fmla="*/ 272784 w 1692117"/>
                <a:gd name="csY1566" fmla="*/ 95068 h 1076324"/>
                <a:gd name="csX1567" fmla="*/ 274694 w 1692117"/>
                <a:gd name="csY1567" fmla="*/ 98412 h 1076324"/>
                <a:gd name="csX1568" fmla="*/ 278994 w 1692117"/>
                <a:gd name="csY1568" fmla="*/ 107967 h 1076324"/>
                <a:gd name="csX1569" fmla="*/ 280905 w 1692117"/>
                <a:gd name="csY1569" fmla="*/ 113222 h 1076324"/>
                <a:gd name="csX1570" fmla="*/ 282338 w 1692117"/>
                <a:gd name="csY1570" fmla="*/ 118955 h 1076324"/>
                <a:gd name="csX1571" fmla="*/ 283771 w 1692117"/>
                <a:gd name="csY1571" fmla="*/ 122777 h 1076324"/>
                <a:gd name="csX1572" fmla="*/ 285205 w 1692117"/>
                <a:gd name="csY1572" fmla="*/ 125165 h 1076324"/>
                <a:gd name="csX1573" fmla="*/ 292370 w 1692117"/>
                <a:gd name="csY1573" fmla="*/ 135198 h 1076324"/>
                <a:gd name="csX1574" fmla="*/ 296192 w 1692117"/>
                <a:gd name="csY1574" fmla="*/ 139019 h 1076324"/>
                <a:gd name="csX1575" fmla="*/ 299059 w 1692117"/>
                <a:gd name="csY1575" fmla="*/ 141408 h 1076324"/>
                <a:gd name="csX1576" fmla="*/ 302881 w 1692117"/>
                <a:gd name="csY1576" fmla="*/ 143797 h 1076324"/>
                <a:gd name="csX1577" fmla="*/ 306702 w 1692117"/>
                <a:gd name="csY1577" fmla="*/ 145230 h 1076324"/>
                <a:gd name="csX1578" fmla="*/ 309569 w 1692117"/>
                <a:gd name="csY1578" fmla="*/ 145230 h 1076324"/>
                <a:gd name="csX1579" fmla="*/ 313868 w 1692117"/>
                <a:gd name="csY1579" fmla="*/ 140930 h 1076324"/>
                <a:gd name="csX1580" fmla="*/ 313868 w 1692117"/>
                <a:gd name="csY1580" fmla="*/ 138542 h 1076324"/>
                <a:gd name="csX1581" fmla="*/ 311957 w 1692117"/>
                <a:gd name="csY1581" fmla="*/ 133764 h 1076324"/>
                <a:gd name="csX1582" fmla="*/ 310047 w 1692117"/>
                <a:gd name="csY1582" fmla="*/ 130898 h 1076324"/>
                <a:gd name="csX1583" fmla="*/ 310047 w 1692117"/>
                <a:gd name="csY1583" fmla="*/ 128987 h 1076324"/>
                <a:gd name="csX1584" fmla="*/ 312913 w 1692117"/>
                <a:gd name="csY1584" fmla="*/ 125165 h 1076324"/>
                <a:gd name="csX1585" fmla="*/ 312435 w 1692117"/>
                <a:gd name="csY1585" fmla="*/ 124210 h 1076324"/>
                <a:gd name="csX1586" fmla="*/ 312913 w 1692117"/>
                <a:gd name="csY1586" fmla="*/ 120388 h 1076324"/>
                <a:gd name="csX1587" fmla="*/ 314824 w 1692117"/>
                <a:gd name="csY1587" fmla="*/ 120866 h 1076324"/>
                <a:gd name="csX1588" fmla="*/ 315779 w 1692117"/>
                <a:gd name="csY1588" fmla="*/ 120866 h 1076324"/>
                <a:gd name="csX1589" fmla="*/ 316735 w 1692117"/>
                <a:gd name="csY1589" fmla="*/ 119432 h 1076324"/>
                <a:gd name="csX1590" fmla="*/ 317690 w 1692117"/>
                <a:gd name="csY1590" fmla="*/ 116566 h 1076324"/>
                <a:gd name="csX1591" fmla="*/ 319123 w 1692117"/>
                <a:gd name="csY1591" fmla="*/ 114655 h 1076324"/>
                <a:gd name="csX1592" fmla="*/ 321034 w 1692117"/>
                <a:gd name="csY1592" fmla="*/ 112744 h 1076324"/>
                <a:gd name="csX1593" fmla="*/ 321512 w 1692117"/>
                <a:gd name="csY1593" fmla="*/ 111789 h 1076324"/>
                <a:gd name="csX1594" fmla="*/ 319601 w 1692117"/>
                <a:gd name="csY1594" fmla="*/ 110833 h 1076324"/>
                <a:gd name="csX1595" fmla="*/ 318646 w 1692117"/>
                <a:gd name="csY1595" fmla="*/ 110833 h 1076324"/>
                <a:gd name="csX1596" fmla="*/ 317690 w 1692117"/>
                <a:gd name="csY1596" fmla="*/ 110356 h 1076324"/>
                <a:gd name="csX1597" fmla="*/ 317212 w 1692117"/>
                <a:gd name="csY1597" fmla="*/ 109878 h 1076324"/>
                <a:gd name="csX1598" fmla="*/ 318168 w 1692117"/>
                <a:gd name="csY1598" fmla="*/ 108922 h 1076324"/>
                <a:gd name="csX1599" fmla="*/ 321990 w 1692117"/>
                <a:gd name="csY1599" fmla="*/ 107011 h 1076324"/>
                <a:gd name="csX1600" fmla="*/ 322945 w 1692117"/>
                <a:gd name="csY1600" fmla="*/ 105100 h 1076324"/>
                <a:gd name="csX1601" fmla="*/ 324378 w 1692117"/>
                <a:gd name="csY1601" fmla="*/ 103667 h 1076324"/>
                <a:gd name="csX1602" fmla="*/ 325812 w 1692117"/>
                <a:gd name="csY1602" fmla="*/ 103190 h 1076324"/>
                <a:gd name="csX1603" fmla="*/ 326767 w 1692117"/>
                <a:gd name="csY1603" fmla="*/ 103667 h 1076324"/>
                <a:gd name="csX1604" fmla="*/ 328200 w 1692117"/>
                <a:gd name="csY1604" fmla="*/ 105100 h 1076324"/>
                <a:gd name="csX1605" fmla="*/ 328200 w 1692117"/>
                <a:gd name="csY1605" fmla="*/ 107967 h 1076324"/>
                <a:gd name="csX1606" fmla="*/ 327722 w 1692117"/>
                <a:gd name="csY1606" fmla="*/ 112266 h 1076324"/>
                <a:gd name="csX1607" fmla="*/ 327722 w 1692117"/>
                <a:gd name="csY1607" fmla="*/ 115611 h 1076324"/>
                <a:gd name="csX1608" fmla="*/ 328678 w 1692117"/>
                <a:gd name="csY1608" fmla="*/ 123254 h 1076324"/>
                <a:gd name="csX1609" fmla="*/ 330111 w 1692117"/>
                <a:gd name="csY1609" fmla="*/ 125165 h 1076324"/>
                <a:gd name="csX1610" fmla="*/ 334411 w 1692117"/>
                <a:gd name="csY1610" fmla="*/ 127554 h 1076324"/>
                <a:gd name="csX1611" fmla="*/ 334411 w 1692117"/>
                <a:gd name="csY1611" fmla="*/ 129465 h 1076324"/>
                <a:gd name="csX1612" fmla="*/ 329156 w 1692117"/>
                <a:gd name="csY1612" fmla="*/ 137586 h 1076324"/>
                <a:gd name="csX1613" fmla="*/ 328200 w 1692117"/>
                <a:gd name="csY1613" fmla="*/ 139975 h 1076324"/>
                <a:gd name="csX1614" fmla="*/ 327245 w 1692117"/>
                <a:gd name="csY1614" fmla="*/ 141408 h 1076324"/>
                <a:gd name="csX1615" fmla="*/ 327722 w 1692117"/>
                <a:gd name="csY1615" fmla="*/ 142363 h 1076324"/>
                <a:gd name="csX1616" fmla="*/ 328678 w 1692117"/>
                <a:gd name="csY1616" fmla="*/ 143797 h 1076324"/>
                <a:gd name="csX1617" fmla="*/ 330111 w 1692117"/>
                <a:gd name="csY1617" fmla="*/ 144274 h 1076324"/>
                <a:gd name="csX1618" fmla="*/ 334888 w 1692117"/>
                <a:gd name="csY1618" fmla="*/ 144752 h 1076324"/>
                <a:gd name="csX1619" fmla="*/ 335844 w 1692117"/>
                <a:gd name="csY1619" fmla="*/ 143797 h 1076324"/>
                <a:gd name="csX1620" fmla="*/ 344921 w 1692117"/>
                <a:gd name="csY1620" fmla="*/ 143797 h 1076324"/>
                <a:gd name="csX1621" fmla="*/ 346354 w 1692117"/>
                <a:gd name="csY1621" fmla="*/ 143319 h 1076324"/>
                <a:gd name="csX1622" fmla="*/ 347787 w 1692117"/>
                <a:gd name="csY1622" fmla="*/ 141408 h 1076324"/>
                <a:gd name="csX1623" fmla="*/ 349698 w 1692117"/>
                <a:gd name="csY1623" fmla="*/ 137586 h 1076324"/>
                <a:gd name="csX1624" fmla="*/ 352087 w 1692117"/>
                <a:gd name="csY1624" fmla="*/ 136153 h 1076324"/>
                <a:gd name="csX1625" fmla="*/ 352564 w 1692117"/>
                <a:gd name="csY1625" fmla="*/ 135198 h 1076324"/>
                <a:gd name="csX1626" fmla="*/ 353998 w 1692117"/>
                <a:gd name="csY1626" fmla="*/ 130420 h 1076324"/>
                <a:gd name="csX1627" fmla="*/ 354475 w 1692117"/>
                <a:gd name="csY1627" fmla="*/ 125165 h 1076324"/>
                <a:gd name="csX1628" fmla="*/ 355431 w 1692117"/>
                <a:gd name="csY1628" fmla="*/ 122777 h 1076324"/>
                <a:gd name="csX1629" fmla="*/ 356386 w 1692117"/>
                <a:gd name="csY1629" fmla="*/ 121343 h 1076324"/>
                <a:gd name="csX1630" fmla="*/ 357819 w 1692117"/>
                <a:gd name="csY1630" fmla="*/ 120866 h 1076324"/>
                <a:gd name="csX1631" fmla="*/ 361163 w 1692117"/>
                <a:gd name="csY1631" fmla="*/ 121343 h 1076324"/>
                <a:gd name="csX1632" fmla="*/ 362597 w 1692117"/>
                <a:gd name="csY1632" fmla="*/ 120866 h 1076324"/>
                <a:gd name="csX1633" fmla="*/ 368807 w 1692117"/>
                <a:gd name="csY1633" fmla="*/ 121343 h 1076324"/>
                <a:gd name="csX1634" fmla="*/ 375018 w 1692117"/>
                <a:gd name="csY1634" fmla="*/ 120866 h 1076324"/>
                <a:gd name="csX1635" fmla="*/ 381706 w 1692117"/>
                <a:gd name="csY1635" fmla="*/ 121821 h 1076324"/>
                <a:gd name="csX1636" fmla="*/ 386005 w 1692117"/>
                <a:gd name="csY1636" fmla="*/ 123254 h 1076324"/>
                <a:gd name="csX1637" fmla="*/ 389827 w 1692117"/>
                <a:gd name="csY1637" fmla="*/ 124687 h 1076324"/>
                <a:gd name="csX1638" fmla="*/ 396993 w 1692117"/>
                <a:gd name="csY1638" fmla="*/ 128987 h 1076324"/>
                <a:gd name="csX1639" fmla="*/ 400337 w 1692117"/>
                <a:gd name="csY1639" fmla="*/ 131376 h 1076324"/>
                <a:gd name="csX1640" fmla="*/ 410370 w 1692117"/>
                <a:gd name="csY1640" fmla="*/ 141408 h 1076324"/>
                <a:gd name="csX1641" fmla="*/ 413714 w 1692117"/>
                <a:gd name="csY1641" fmla="*/ 143797 h 1076324"/>
                <a:gd name="csX1642" fmla="*/ 419447 w 1692117"/>
                <a:gd name="csY1642" fmla="*/ 145707 h 1076324"/>
                <a:gd name="csX1643" fmla="*/ 438556 w 1692117"/>
                <a:gd name="csY1643" fmla="*/ 150007 h 1076324"/>
                <a:gd name="csX1644" fmla="*/ 441422 w 1692117"/>
                <a:gd name="csY1644" fmla="*/ 150963 h 1076324"/>
                <a:gd name="csX1645" fmla="*/ 446199 w 1692117"/>
                <a:gd name="csY1645" fmla="*/ 155740 h 1076324"/>
                <a:gd name="csX1646" fmla="*/ 450021 w 1692117"/>
                <a:gd name="csY1646" fmla="*/ 158128 h 1076324"/>
                <a:gd name="csX1647" fmla="*/ 453843 w 1692117"/>
                <a:gd name="csY1647" fmla="*/ 160995 h 1076324"/>
                <a:gd name="csX1648" fmla="*/ 459098 w 1692117"/>
                <a:gd name="csY1648" fmla="*/ 162906 h 1076324"/>
                <a:gd name="csX1649" fmla="*/ 469608 w 1692117"/>
                <a:gd name="csY1649" fmla="*/ 166250 h 1076324"/>
                <a:gd name="csX1650" fmla="*/ 471519 w 1692117"/>
                <a:gd name="csY1650" fmla="*/ 167683 h 1076324"/>
                <a:gd name="csX1651" fmla="*/ 473430 w 1692117"/>
                <a:gd name="csY1651" fmla="*/ 167683 h 1076324"/>
                <a:gd name="csX1652" fmla="*/ 475341 w 1692117"/>
                <a:gd name="csY1652" fmla="*/ 167205 h 1076324"/>
                <a:gd name="csX1653" fmla="*/ 484895 w 1692117"/>
                <a:gd name="csY1653" fmla="*/ 169116 h 1076324"/>
                <a:gd name="csX1654" fmla="*/ 487284 w 1692117"/>
                <a:gd name="csY1654" fmla="*/ 169116 h 1076324"/>
                <a:gd name="csX1655" fmla="*/ 489195 w 1692117"/>
                <a:gd name="csY1655" fmla="*/ 169594 h 1076324"/>
                <a:gd name="csX1656" fmla="*/ 491106 w 1692117"/>
                <a:gd name="csY1656" fmla="*/ 171027 h 1076324"/>
                <a:gd name="csX1657" fmla="*/ 494450 w 1692117"/>
                <a:gd name="csY1657" fmla="*/ 171505 h 1076324"/>
                <a:gd name="csX1658" fmla="*/ 494450 w 1692117"/>
                <a:gd name="csY1658" fmla="*/ 170549 h 1076324"/>
                <a:gd name="csX1659" fmla="*/ 490628 w 1692117"/>
                <a:gd name="csY1659" fmla="*/ 165294 h 1076324"/>
                <a:gd name="csX1660" fmla="*/ 490628 w 1692117"/>
                <a:gd name="csY1660" fmla="*/ 164339 h 1076324"/>
                <a:gd name="csX1661" fmla="*/ 492539 w 1692117"/>
                <a:gd name="csY1661" fmla="*/ 164339 h 1076324"/>
                <a:gd name="csX1662" fmla="*/ 496839 w 1692117"/>
                <a:gd name="csY1662" fmla="*/ 165294 h 1076324"/>
                <a:gd name="csX1663" fmla="*/ 497794 w 1692117"/>
                <a:gd name="csY1663" fmla="*/ 163861 h 1076324"/>
                <a:gd name="csX1664" fmla="*/ 499227 w 1692117"/>
                <a:gd name="csY1664" fmla="*/ 163861 h 1076324"/>
                <a:gd name="csX1665" fmla="*/ 503049 w 1692117"/>
                <a:gd name="csY1665" fmla="*/ 164339 h 1076324"/>
                <a:gd name="csX1666" fmla="*/ 506871 w 1692117"/>
                <a:gd name="csY1666" fmla="*/ 166250 h 1076324"/>
                <a:gd name="csX1667" fmla="*/ 510693 w 1692117"/>
                <a:gd name="csY1667" fmla="*/ 168639 h 1076324"/>
                <a:gd name="csX1668" fmla="*/ 515470 w 1692117"/>
                <a:gd name="csY1668" fmla="*/ 170549 h 1076324"/>
                <a:gd name="csX1669" fmla="*/ 523114 w 1692117"/>
                <a:gd name="csY1669" fmla="*/ 175805 h 1076324"/>
                <a:gd name="csX1670" fmla="*/ 526936 w 1692117"/>
                <a:gd name="csY1670" fmla="*/ 180104 h 1076324"/>
                <a:gd name="csX1671" fmla="*/ 530757 w 1692117"/>
                <a:gd name="csY1671" fmla="*/ 185359 h 1076324"/>
                <a:gd name="csX1672" fmla="*/ 533146 w 1692117"/>
                <a:gd name="csY1672" fmla="*/ 189181 h 1076324"/>
                <a:gd name="csX1673" fmla="*/ 533624 w 1692117"/>
                <a:gd name="csY1673" fmla="*/ 191570 h 1076324"/>
                <a:gd name="csX1674" fmla="*/ 534102 w 1692117"/>
                <a:gd name="csY1674" fmla="*/ 192525 h 1076324"/>
                <a:gd name="csX1675" fmla="*/ 535535 w 1692117"/>
                <a:gd name="csY1675" fmla="*/ 192525 h 1076324"/>
                <a:gd name="csX1676" fmla="*/ 536013 w 1692117"/>
                <a:gd name="csY1676" fmla="*/ 193003 h 1076324"/>
                <a:gd name="csX1677" fmla="*/ 535057 w 1692117"/>
                <a:gd name="csY1677" fmla="*/ 197780 h 1076324"/>
                <a:gd name="csX1678" fmla="*/ 534102 w 1692117"/>
                <a:gd name="csY1678" fmla="*/ 198735 h 1076324"/>
                <a:gd name="csX1679" fmla="*/ 533146 w 1692117"/>
                <a:gd name="csY1679" fmla="*/ 199691 h 1076324"/>
                <a:gd name="csX1680" fmla="*/ 529802 w 1692117"/>
                <a:gd name="csY1680" fmla="*/ 200646 h 1076324"/>
                <a:gd name="csX1681" fmla="*/ 520247 w 1692117"/>
                <a:gd name="csY1681" fmla="*/ 199691 h 1076324"/>
                <a:gd name="csX1682" fmla="*/ 518336 w 1692117"/>
                <a:gd name="csY1682" fmla="*/ 203035 h 1076324"/>
                <a:gd name="csX1683" fmla="*/ 513082 w 1692117"/>
                <a:gd name="csY1683" fmla="*/ 206379 h 1076324"/>
                <a:gd name="csX1684" fmla="*/ 512126 w 1692117"/>
                <a:gd name="csY1684" fmla="*/ 207812 h 1076324"/>
                <a:gd name="csX1685" fmla="*/ 511648 w 1692117"/>
                <a:gd name="csY1685" fmla="*/ 208768 h 1076324"/>
                <a:gd name="csX1686" fmla="*/ 512126 w 1692117"/>
                <a:gd name="csY1686" fmla="*/ 211634 h 1076324"/>
                <a:gd name="csX1687" fmla="*/ 511648 w 1692117"/>
                <a:gd name="csY1687" fmla="*/ 212590 h 1076324"/>
                <a:gd name="csX1688" fmla="*/ 506871 w 1692117"/>
                <a:gd name="csY1688" fmla="*/ 216412 h 1076324"/>
                <a:gd name="csX1689" fmla="*/ 506871 w 1692117"/>
                <a:gd name="csY1689" fmla="*/ 217367 h 1076324"/>
                <a:gd name="csX1690" fmla="*/ 509737 w 1692117"/>
                <a:gd name="csY1690" fmla="*/ 218800 h 1076324"/>
                <a:gd name="csX1691" fmla="*/ 512604 w 1692117"/>
                <a:gd name="csY1691" fmla="*/ 221189 h 1076324"/>
                <a:gd name="csX1692" fmla="*/ 515470 w 1692117"/>
                <a:gd name="csY1692" fmla="*/ 222144 h 1076324"/>
                <a:gd name="csX1693" fmla="*/ 518336 w 1692117"/>
                <a:gd name="csY1693" fmla="*/ 221666 h 1076324"/>
                <a:gd name="csX1694" fmla="*/ 522158 w 1692117"/>
                <a:gd name="csY1694" fmla="*/ 222622 h 1076324"/>
                <a:gd name="csX1695" fmla="*/ 526936 w 1692117"/>
                <a:gd name="csY1695" fmla="*/ 224533 h 1076324"/>
                <a:gd name="csX1696" fmla="*/ 529802 w 1692117"/>
                <a:gd name="csY1696" fmla="*/ 225488 h 1076324"/>
                <a:gd name="csX1697" fmla="*/ 531713 w 1692117"/>
                <a:gd name="csY1697" fmla="*/ 225488 h 1076324"/>
                <a:gd name="csX1698" fmla="*/ 534102 w 1692117"/>
                <a:gd name="csY1698" fmla="*/ 225966 h 1076324"/>
                <a:gd name="csX1699" fmla="*/ 537446 w 1692117"/>
                <a:gd name="csY1699" fmla="*/ 226921 h 1076324"/>
                <a:gd name="csX1700" fmla="*/ 541745 w 1692117"/>
                <a:gd name="csY1700" fmla="*/ 226921 h 1076324"/>
                <a:gd name="csX1701" fmla="*/ 550822 w 1692117"/>
                <a:gd name="csY1701" fmla="*/ 226921 h 1076324"/>
                <a:gd name="csX1702" fmla="*/ 553689 w 1692117"/>
                <a:gd name="csY1702" fmla="*/ 227877 h 1076324"/>
                <a:gd name="csX1703" fmla="*/ 557510 w 1692117"/>
                <a:gd name="csY1703" fmla="*/ 227877 h 1076324"/>
                <a:gd name="csX1704" fmla="*/ 565154 w 1692117"/>
                <a:gd name="csY1704" fmla="*/ 227877 h 1076324"/>
                <a:gd name="csX1705" fmla="*/ 566109 w 1692117"/>
                <a:gd name="csY1705" fmla="*/ 227877 h 1076324"/>
                <a:gd name="csX1706" fmla="*/ 568498 w 1692117"/>
                <a:gd name="csY1706" fmla="*/ 225966 h 1076324"/>
                <a:gd name="csX1707" fmla="*/ 570409 w 1692117"/>
                <a:gd name="csY1707" fmla="*/ 225488 h 1076324"/>
                <a:gd name="csX1708" fmla="*/ 572798 w 1692117"/>
                <a:gd name="csY1708" fmla="*/ 225488 h 1076324"/>
                <a:gd name="csX1709" fmla="*/ 580441 w 1692117"/>
                <a:gd name="csY1709" fmla="*/ 224533 h 1076324"/>
                <a:gd name="csX1710" fmla="*/ 583308 w 1692117"/>
                <a:gd name="csY1710" fmla="*/ 224533 h 1076324"/>
                <a:gd name="csX1711" fmla="*/ 585696 w 1692117"/>
                <a:gd name="csY1711" fmla="*/ 223577 h 1076324"/>
                <a:gd name="csX1712" fmla="*/ 589041 w 1692117"/>
                <a:gd name="csY1712" fmla="*/ 221666 h 1076324"/>
                <a:gd name="csX1713" fmla="*/ 590951 w 1692117"/>
                <a:gd name="csY1713" fmla="*/ 221189 h 1076324"/>
                <a:gd name="csX1714" fmla="*/ 591907 w 1692117"/>
                <a:gd name="csY1714" fmla="*/ 222622 h 1076324"/>
                <a:gd name="csX1715" fmla="*/ 592862 w 1692117"/>
                <a:gd name="csY1715" fmla="*/ 223100 h 1076324"/>
                <a:gd name="csX1716" fmla="*/ 594773 w 1692117"/>
                <a:gd name="csY1716" fmla="*/ 222622 h 1076324"/>
                <a:gd name="csX1717" fmla="*/ 598595 w 1692117"/>
                <a:gd name="csY1717" fmla="*/ 220711 h 1076324"/>
                <a:gd name="csX1718" fmla="*/ 607194 w 1692117"/>
                <a:gd name="csY1718" fmla="*/ 214978 h 1076324"/>
                <a:gd name="csX1719" fmla="*/ 610538 w 1692117"/>
                <a:gd name="csY1719" fmla="*/ 214978 h 1076324"/>
                <a:gd name="csX1720" fmla="*/ 612449 w 1692117"/>
                <a:gd name="csY1720" fmla="*/ 213067 h 1076324"/>
                <a:gd name="csX1721" fmla="*/ 612927 w 1692117"/>
                <a:gd name="csY1721" fmla="*/ 213067 h 1076324"/>
                <a:gd name="csX1722" fmla="*/ 613882 w 1692117"/>
                <a:gd name="csY1722" fmla="*/ 214023 h 1076324"/>
                <a:gd name="csX1723" fmla="*/ 615793 w 1692117"/>
                <a:gd name="csY1723" fmla="*/ 217845 h 1076324"/>
                <a:gd name="csX1724" fmla="*/ 616271 w 1692117"/>
                <a:gd name="csY1724" fmla="*/ 218800 h 1076324"/>
                <a:gd name="csX1725" fmla="*/ 618182 w 1692117"/>
                <a:gd name="csY1725" fmla="*/ 219278 h 1076324"/>
                <a:gd name="csX1726" fmla="*/ 619137 w 1692117"/>
                <a:gd name="csY1726" fmla="*/ 221189 h 1076324"/>
                <a:gd name="csX1727" fmla="*/ 621048 w 1692117"/>
                <a:gd name="csY1727" fmla="*/ 224533 h 1076324"/>
                <a:gd name="csX1728" fmla="*/ 622004 w 1692117"/>
                <a:gd name="csY1728" fmla="*/ 225488 h 1076324"/>
                <a:gd name="csX1729" fmla="*/ 630125 w 1692117"/>
                <a:gd name="csY1729" fmla="*/ 225488 h 1076324"/>
                <a:gd name="csX1730" fmla="*/ 632992 w 1692117"/>
                <a:gd name="csY1730" fmla="*/ 226444 h 1076324"/>
                <a:gd name="csX1731" fmla="*/ 633469 w 1692117"/>
                <a:gd name="csY1731" fmla="*/ 227399 h 1076324"/>
                <a:gd name="csX1732" fmla="*/ 634425 w 1692117"/>
                <a:gd name="csY1732" fmla="*/ 230266 h 1076324"/>
                <a:gd name="csX1733" fmla="*/ 634903 w 1692117"/>
                <a:gd name="csY1733" fmla="*/ 235043 h 1076324"/>
                <a:gd name="csX1734" fmla="*/ 635380 w 1692117"/>
                <a:gd name="csY1734" fmla="*/ 236954 h 1076324"/>
                <a:gd name="csX1735" fmla="*/ 636813 w 1692117"/>
                <a:gd name="csY1735" fmla="*/ 239820 h 1076324"/>
                <a:gd name="csX1736" fmla="*/ 637291 w 1692117"/>
                <a:gd name="csY1736" fmla="*/ 240298 h 1076324"/>
                <a:gd name="csX1737" fmla="*/ 638247 w 1692117"/>
                <a:gd name="csY1737" fmla="*/ 239820 h 1076324"/>
                <a:gd name="csX1738" fmla="*/ 640157 w 1692117"/>
                <a:gd name="csY1738" fmla="*/ 232654 h 1076324"/>
                <a:gd name="csX1739" fmla="*/ 640635 w 1692117"/>
                <a:gd name="csY1739" fmla="*/ 231699 h 1076324"/>
                <a:gd name="csX1740" fmla="*/ 642068 w 1692117"/>
                <a:gd name="csY1740" fmla="*/ 232177 h 1076324"/>
                <a:gd name="csX1741" fmla="*/ 642546 w 1692117"/>
                <a:gd name="csY1741" fmla="*/ 232177 h 1076324"/>
                <a:gd name="csX1742" fmla="*/ 644457 w 1692117"/>
                <a:gd name="csY1742" fmla="*/ 237432 h 1076324"/>
                <a:gd name="csX1743" fmla="*/ 647323 w 1692117"/>
                <a:gd name="csY1743" fmla="*/ 241253 h 1076324"/>
                <a:gd name="csX1744" fmla="*/ 654489 w 1692117"/>
                <a:gd name="csY1744" fmla="*/ 247942 h 1076324"/>
                <a:gd name="csX1745" fmla="*/ 655445 w 1692117"/>
                <a:gd name="csY1745" fmla="*/ 250808 h 1076324"/>
                <a:gd name="csX1746" fmla="*/ 655923 w 1692117"/>
                <a:gd name="csY1746" fmla="*/ 252719 h 1076324"/>
                <a:gd name="csX1747" fmla="*/ 655923 w 1692117"/>
                <a:gd name="csY1747" fmla="*/ 254152 h 1076324"/>
                <a:gd name="csX1748" fmla="*/ 654489 w 1692117"/>
                <a:gd name="csY1748" fmla="*/ 255585 h 1076324"/>
                <a:gd name="csX1749" fmla="*/ 652578 w 1692117"/>
                <a:gd name="csY1749" fmla="*/ 257019 h 1076324"/>
                <a:gd name="csX1750" fmla="*/ 649712 w 1692117"/>
                <a:gd name="csY1750" fmla="*/ 257974 h 1076324"/>
                <a:gd name="csX1751" fmla="*/ 647323 w 1692117"/>
                <a:gd name="csY1751" fmla="*/ 257496 h 1076324"/>
                <a:gd name="csX1752" fmla="*/ 645413 w 1692117"/>
                <a:gd name="csY1752" fmla="*/ 256063 h 1076324"/>
                <a:gd name="csX1753" fmla="*/ 644457 w 1692117"/>
                <a:gd name="csY1753" fmla="*/ 256063 h 1076324"/>
                <a:gd name="csX1754" fmla="*/ 645413 w 1692117"/>
                <a:gd name="csY1754" fmla="*/ 257496 h 1076324"/>
                <a:gd name="csX1755" fmla="*/ 650190 w 1692117"/>
                <a:gd name="csY1755" fmla="*/ 262751 h 1076324"/>
                <a:gd name="csX1756" fmla="*/ 651145 w 1692117"/>
                <a:gd name="csY1756" fmla="*/ 265140 h 1076324"/>
                <a:gd name="csX1757" fmla="*/ 652101 w 1692117"/>
                <a:gd name="csY1757" fmla="*/ 266573 h 1076324"/>
                <a:gd name="csX1758" fmla="*/ 653534 w 1692117"/>
                <a:gd name="csY1758" fmla="*/ 267529 h 1076324"/>
                <a:gd name="csX1759" fmla="*/ 654012 w 1692117"/>
                <a:gd name="csY1759" fmla="*/ 268484 h 1076324"/>
                <a:gd name="csX1760" fmla="*/ 654967 w 1692117"/>
                <a:gd name="csY1760" fmla="*/ 270395 h 1076324"/>
                <a:gd name="csX1761" fmla="*/ 658789 w 1692117"/>
                <a:gd name="csY1761" fmla="*/ 274694 h 1076324"/>
                <a:gd name="csX1762" fmla="*/ 660222 w 1692117"/>
                <a:gd name="csY1762" fmla="*/ 277083 h 1076324"/>
                <a:gd name="csX1763" fmla="*/ 664522 w 1692117"/>
                <a:gd name="csY1763" fmla="*/ 283771 h 1076324"/>
                <a:gd name="csX1764" fmla="*/ 666910 w 1692117"/>
                <a:gd name="csY1764" fmla="*/ 286160 h 1076324"/>
                <a:gd name="csX1765" fmla="*/ 668344 w 1692117"/>
                <a:gd name="csY1765" fmla="*/ 287593 h 1076324"/>
                <a:gd name="csX1766" fmla="*/ 668821 w 1692117"/>
                <a:gd name="csY1766" fmla="*/ 287593 h 1076324"/>
                <a:gd name="csX1767" fmla="*/ 668344 w 1692117"/>
                <a:gd name="csY1767" fmla="*/ 286638 h 1076324"/>
                <a:gd name="csX1768" fmla="*/ 663089 w 1692117"/>
                <a:gd name="csY1768" fmla="*/ 277561 h 1076324"/>
                <a:gd name="csX1769" fmla="*/ 660222 w 1692117"/>
                <a:gd name="csY1769" fmla="*/ 272306 h 1076324"/>
                <a:gd name="csX1770" fmla="*/ 659744 w 1692117"/>
                <a:gd name="csY1770" fmla="*/ 270873 h 1076324"/>
                <a:gd name="csX1771" fmla="*/ 659267 w 1692117"/>
                <a:gd name="csY1771" fmla="*/ 268962 h 1076324"/>
                <a:gd name="csX1772" fmla="*/ 659267 w 1692117"/>
                <a:gd name="csY1772" fmla="*/ 261796 h 1076324"/>
                <a:gd name="csX1773" fmla="*/ 659744 w 1692117"/>
                <a:gd name="csY1773" fmla="*/ 260840 h 1076324"/>
                <a:gd name="csX1774" fmla="*/ 661655 w 1692117"/>
                <a:gd name="csY1774" fmla="*/ 259885 h 1076324"/>
                <a:gd name="csX1775" fmla="*/ 664044 w 1692117"/>
                <a:gd name="csY1775" fmla="*/ 263229 h 1076324"/>
                <a:gd name="csX1776" fmla="*/ 664999 w 1692117"/>
                <a:gd name="csY1776" fmla="*/ 263707 h 1076324"/>
                <a:gd name="csX1777" fmla="*/ 665955 w 1692117"/>
                <a:gd name="csY1777" fmla="*/ 263229 h 1076324"/>
                <a:gd name="csX1778" fmla="*/ 665955 w 1692117"/>
                <a:gd name="csY1778" fmla="*/ 262751 h 1076324"/>
                <a:gd name="csX1779" fmla="*/ 667388 w 1692117"/>
                <a:gd name="csY1779" fmla="*/ 263229 h 1076324"/>
                <a:gd name="csX1780" fmla="*/ 670255 w 1692117"/>
                <a:gd name="csY1780" fmla="*/ 265618 h 1076324"/>
                <a:gd name="csX1781" fmla="*/ 671210 w 1692117"/>
                <a:gd name="csY1781" fmla="*/ 265618 h 1076324"/>
                <a:gd name="csX1782" fmla="*/ 669299 w 1692117"/>
                <a:gd name="csY1782" fmla="*/ 261318 h 1076324"/>
                <a:gd name="csX1783" fmla="*/ 667866 w 1692117"/>
                <a:gd name="csY1783" fmla="*/ 258929 h 1076324"/>
                <a:gd name="csX1784" fmla="*/ 667388 w 1692117"/>
                <a:gd name="csY1784" fmla="*/ 257496 h 1076324"/>
                <a:gd name="csX1785" fmla="*/ 668344 w 1692117"/>
                <a:gd name="csY1785" fmla="*/ 255585 h 1076324"/>
                <a:gd name="csX1786" fmla="*/ 667866 w 1692117"/>
                <a:gd name="csY1786" fmla="*/ 254152 h 1076324"/>
                <a:gd name="csX1787" fmla="*/ 664522 w 1692117"/>
                <a:gd name="csY1787" fmla="*/ 250808 h 1076324"/>
                <a:gd name="csX1788" fmla="*/ 662611 w 1692117"/>
                <a:gd name="csY1788" fmla="*/ 247464 h 1076324"/>
                <a:gd name="csX1789" fmla="*/ 661178 w 1692117"/>
                <a:gd name="csY1789" fmla="*/ 242209 h 1076324"/>
                <a:gd name="csX1790" fmla="*/ 661178 w 1692117"/>
                <a:gd name="csY1790" fmla="*/ 239820 h 1076324"/>
                <a:gd name="csX1791" fmla="*/ 661655 w 1692117"/>
                <a:gd name="csY1791" fmla="*/ 237909 h 1076324"/>
                <a:gd name="csX1792" fmla="*/ 661178 w 1692117"/>
                <a:gd name="csY1792" fmla="*/ 235998 h 1076324"/>
                <a:gd name="csX1793" fmla="*/ 659267 w 1692117"/>
                <a:gd name="csY1793" fmla="*/ 232654 h 1076324"/>
                <a:gd name="csX1794" fmla="*/ 656878 w 1692117"/>
                <a:gd name="csY1794" fmla="*/ 230266 h 1076324"/>
                <a:gd name="csX1795" fmla="*/ 654967 w 1692117"/>
                <a:gd name="csY1795" fmla="*/ 226921 h 1076324"/>
                <a:gd name="csX1796" fmla="*/ 654967 w 1692117"/>
                <a:gd name="csY1796" fmla="*/ 225488 h 1076324"/>
                <a:gd name="csX1797" fmla="*/ 654967 w 1692117"/>
                <a:gd name="csY1797" fmla="*/ 221666 h 1076324"/>
                <a:gd name="csX1798" fmla="*/ 656400 w 1692117"/>
                <a:gd name="csY1798" fmla="*/ 219756 h 1076324"/>
                <a:gd name="csX1799" fmla="*/ 658789 w 1692117"/>
                <a:gd name="csY1799" fmla="*/ 217367 h 1076324"/>
                <a:gd name="csX1800" fmla="*/ 659744 w 1692117"/>
                <a:gd name="csY1800" fmla="*/ 214500 h 1076324"/>
                <a:gd name="csX1801" fmla="*/ 658311 w 1692117"/>
                <a:gd name="csY1801" fmla="*/ 212112 h 1076324"/>
                <a:gd name="csX1802" fmla="*/ 658311 w 1692117"/>
                <a:gd name="csY1802" fmla="*/ 210679 h 1076324"/>
                <a:gd name="csX1803" fmla="*/ 658789 w 1692117"/>
                <a:gd name="csY1803" fmla="*/ 211156 h 1076324"/>
                <a:gd name="csX1804" fmla="*/ 664044 w 1692117"/>
                <a:gd name="csY1804" fmla="*/ 209723 h 1076324"/>
                <a:gd name="csX1805" fmla="*/ 665477 w 1692117"/>
                <a:gd name="csY1805" fmla="*/ 210201 h 1076324"/>
                <a:gd name="csX1806" fmla="*/ 667388 w 1692117"/>
                <a:gd name="csY1806" fmla="*/ 209723 h 1076324"/>
                <a:gd name="csX1807" fmla="*/ 669777 w 1692117"/>
                <a:gd name="csY1807" fmla="*/ 208290 h 1076324"/>
                <a:gd name="csX1808" fmla="*/ 671688 w 1692117"/>
                <a:gd name="csY1808" fmla="*/ 207335 h 1076324"/>
                <a:gd name="csX1809" fmla="*/ 674076 w 1692117"/>
                <a:gd name="csY1809" fmla="*/ 207335 h 1076324"/>
                <a:gd name="csX1810" fmla="*/ 675510 w 1692117"/>
                <a:gd name="csY1810" fmla="*/ 207335 h 1076324"/>
                <a:gd name="csX1811" fmla="*/ 677420 w 1692117"/>
                <a:gd name="csY1811" fmla="*/ 206379 h 1076324"/>
                <a:gd name="csX1812" fmla="*/ 678376 w 1692117"/>
                <a:gd name="csY1812" fmla="*/ 205424 h 1076324"/>
                <a:gd name="csX1813" fmla="*/ 679809 w 1692117"/>
                <a:gd name="csY1813" fmla="*/ 202557 h 1076324"/>
                <a:gd name="csX1814" fmla="*/ 680764 w 1692117"/>
                <a:gd name="csY1814" fmla="*/ 202080 h 1076324"/>
                <a:gd name="csX1815" fmla="*/ 683153 w 1692117"/>
                <a:gd name="csY1815" fmla="*/ 202557 h 1076324"/>
                <a:gd name="csX1816" fmla="*/ 685064 w 1692117"/>
                <a:gd name="csY1816" fmla="*/ 203035 h 1076324"/>
                <a:gd name="csX1817" fmla="*/ 685542 w 1692117"/>
                <a:gd name="csY1817" fmla="*/ 203035 h 1076324"/>
                <a:gd name="csX1818" fmla="*/ 685542 w 1692117"/>
                <a:gd name="csY1818" fmla="*/ 198735 h 1076324"/>
                <a:gd name="csX1819" fmla="*/ 686020 w 1692117"/>
                <a:gd name="csY1819" fmla="*/ 197302 h 1076324"/>
                <a:gd name="csX1820" fmla="*/ 688408 w 1692117"/>
                <a:gd name="csY1820" fmla="*/ 193958 h 1076324"/>
                <a:gd name="csX1821" fmla="*/ 691275 w 1692117"/>
                <a:gd name="csY1821" fmla="*/ 193480 h 1076324"/>
                <a:gd name="csX1822" fmla="*/ 693185 w 1692117"/>
                <a:gd name="csY1822" fmla="*/ 192525 h 1076324"/>
                <a:gd name="csX1823" fmla="*/ 695096 w 1692117"/>
                <a:gd name="csY1823" fmla="*/ 191092 h 1076324"/>
                <a:gd name="csX1824" fmla="*/ 696530 w 1692117"/>
                <a:gd name="csY1824" fmla="*/ 189181 h 1076324"/>
                <a:gd name="csX1825" fmla="*/ 698441 w 1692117"/>
                <a:gd name="csY1825" fmla="*/ 186792 h 1076324"/>
                <a:gd name="csX1826" fmla="*/ 698918 w 1692117"/>
                <a:gd name="csY1826" fmla="*/ 183448 h 1076324"/>
                <a:gd name="csX1827" fmla="*/ 698441 w 1692117"/>
                <a:gd name="csY1827" fmla="*/ 182493 h 1076324"/>
                <a:gd name="csX1828" fmla="*/ 695096 w 1692117"/>
                <a:gd name="csY1828" fmla="*/ 181537 h 1076324"/>
                <a:gd name="csX1829" fmla="*/ 693663 w 1692117"/>
                <a:gd name="csY1829" fmla="*/ 182015 h 1076324"/>
                <a:gd name="csX1830" fmla="*/ 689364 w 1692117"/>
                <a:gd name="csY1830" fmla="*/ 184404 h 1076324"/>
                <a:gd name="csX1831" fmla="*/ 685064 w 1692117"/>
                <a:gd name="csY1831" fmla="*/ 187270 h 1076324"/>
                <a:gd name="csX1832" fmla="*/ 683153 w 1692117"/>
                <a:gd name="csY1832" fmla="*/ 190136 h 1076324"/>
                <a:gd name="csX1833" fmla="*/ 682675 w 1692117"/>
                <a:gd name="csY1833" fmla="*/ 193480 h 1076324"/>
                <a:gd name="csX1834" fmla="*/ 681720 w 1692117"/>
                <a:gd name="csY1834" fmla="*/ 195391 h 1076324"/>
                <a:gd name="csX1835" fmla="*/ 678376 w 1692117"/>
                <a:gd name="csY1835" fmla="*/ 193480 h 1076324"/>
                <a:gd name="csX1836" fmla="*/ 676943 w 1692117"/>
                <a:gd name="csY1836" fmla="*/ 193958 h 1076324"/>
                <a:gd name="csX1837" fmla="*/ 675032 w 1692117"/>
                <a:gd name="csY1837" fmla="*/ 194436 h 1076324"/>
                <a:gd name="csX1838" fmla="*/ 673121 w 1692117"/>
                <a:gd name="csY1838" fmla="*/ 195869 h 1076324"/>
                <a:gd name="csX1839" fmla="*/ 671210 w 1692117"/>
                <a:gd name="csY1839" fmla="*/ 197780 h 1076324"/>
                <a:gd name="csX1840" fmla="*/ 668344 w 1692117"/>
                <a:gd name="csY1840" fmla="*/ 198258 h 1076324"/>
                <a:gd name="csX1841" fmla="*/ 664044 w 1692117"/>
                <a:gd name="csY1841" fmla="*/ 196825 h 1076324"/>
                <a:gd name="csX1842" fmla="*/ 661655 w 1692117"/>
                <a:gd name="csY1842" fmla="*/ 196347 h 1076324"/>
                <a:gd name="csX1843" fmla="*/ 659267 w 1692117"/>
                <a:gd name="csY1843" fmla="*/ 198735 h 1076324"/>
                <a:gd name="csX1844" fmla="*/ 659744 w 1692117"/>
                <a:gd name="csY1844" fmla="*/ 200169 h 1076324"/>
                <a:gd name="csX1845" fmla="*/ 660700 w 1692117"/>
                <a:gd name="csY1845" fmla="*/ 202557 h 1076324"/>
                <a:gd name="csX1846" fmla="*/ 659744 w 1692117"/>
                <a:gd name="csY1846" fmla="*/ 204468 h 1076324"/>
                <a:gd name="csX1847" fmla="*/ 653534 w 1692117"/>
                <a:gd name="csY1847" fmla="*/ 204946 h 1076324"/>
                <a:gd name="csX1848" fmla="*/ 652101 w 1692117"/>
                <a:gd name="csY1848" fmla="*/ 204468 h 1076324"/>
                <a:gd name="csX1849" fmla="*/ 649234 w 1692117"/>
                <a:gd name="csY1849" fmla="*/ 205424 h 1076324"/>
                <a:gd name="csX1850" fmla="*/ 647801 w 1692117"/>
                <a:gd name="csY1850" fmla="*/ 205424 h 1076324"/>
                <a:gd name="csX1851" fmla="*/ 646846 w 1692117"/>
                <a:gd name="csY1851" fmla="*/ 203991 h 1076324"/>
                <a:gd name="csX1852" fmla="*/ 640635 w 1692117"/>
                <a:gd name="csY1852" fmla="*/ 199213 h 1076324"/>
                <a:gd name="csX1853" fmla="*/ 640157 w 1692117"/>
                <a:gd name="csY1853" fmla="*/ 198258 h 1076324"/>
                <a:gd name="csX1854" fmla="*/ 641591 w 1692117"/>
                <a:gd name="csY1854" fmla="*/ 193958 h 1076324"/>
                <a:gd name="csX1855" fmla="*/ 647323 w 1692117"/>
                <a:gd name="csY1855" fmla="*/ 183448 h 1076324"/>
                <a:gd name="csX1856" fmla="*/ 648279 w 1692117"/>
                <a:gd name="csY1856" fmla="*/ 182493 h 1076324"/>
                <a:gd name="csX1857" fmla="*/ 658789 w 1692117"/>
                <a:gd name="csY1857" fmla="*/ 180582 h 1076324"/>
                <a:gd name="csX1858" fmla="*/ 665477 w 1692117"/>
                <a:gd name="csY1858" fmla="*/ 178671 h 1076324"/>
                <a:gd name="csX1859" fmla="*/ 677420 w 1692117"/>
                <a:gd name="csY1859" fmla="*/ 172460 h 1076324"/>
                <a:gd name="csX1860" fmla="*/ 679809 w 1692117"/>
                <a:gd name="csY1860" fmla="*/ 171983 h 1076324"/>
                <a:gd name="csX1861" fmla="*/ 687453 w 1692117"/>
                <a:gd name="csY1861" fmla="*/ 168161 h 1076324"/>
                <a:gd name="csX1862" fmla="*/ 690797 w 1692117"/>
                <a:gd name="csY1862" fmla="*/ 167205 h 1076324"/>
                <a:gd name="csX1863" fmla="*/ 693663 w 1692117"/>
                <a:gd name="csY1863" fmla="*/ 167683 h 1076324"/>
                <a:gd name="csX1864" fmla="*/ 697963 w 1692117"/>
                <a:gd name="csY1864" fmla="*/ 170072 h 1076324"/>
                <a:gd name="csX1865" fmla="*/ 700351 w 1692117"/>
                <a:gd name="csY1865" fmla="*/ 171505 h 1076324"/>
                <a:gd name="csX1866" fmla="*/ 701785 w 1692117"/>
                <a:gd name="csY1866" fmla="*/ 173893 h 1076324"/>
                <a:gd name="csX1867" fmla="*/ 703218 w 1692117"/>
                <a:gd name="csY1867" fmla="*/ 177238 h 1076324"/>
                <a:gd name="csX1868" fmla="*/ 704651 w 1692117"/>
                <a:gd name="csY1868" fmla="*/ 184404 h 1076324"/>
                <a:gd name="csX1869" fmla="*/ 705129 w 1692117"/>
                <a:gd name="csY1869" fmla="*/ 190136 h 1076324"/>
                <a:gd name="csX1870" fmla="*/ 706084 w 1692117"/>
                <a:gd name="csY1870" fmla="*/ 192525 h 1076324"/>
                <a:gd name="csX1871" fmla="*/ 709906 w 1692117"/>
                <a:gd name="csY1871" fmla="*/ 196347 h 1076324"/>
                <a:gd name="csX1872" fmla="*/ 711817 w 1692117"/>
                <a:gd name="csY1872" fmla="*/ 198258 h 1076324"/>
                <a:gd name="csX1873" fmla="*/ 712772 w 1692117"/>
                <a:gd name="csY1873" fmla="*/ 198735 h 1076324"/>
                <a:gd name="csX1874" fmla="*/ 713728 w 1692117"/>
                <a:gd name="csY1874" fmla="*/ 197780 h 1076324"/>
                <a:gd name="csX1875" fmla="*/ 714683 w 1692117"/>
                <a:gd name="csY1875" fmla="*/ 197302 h 1076324"/>
                <a:gd name="csX1876" fmla="*/ 715161 w 1692117"/>
                <a:gd name="csY1876" fmla="*/ 197780 h 1076324"/>
                <a:gd name="csX1877" fmla="*/ 715639 w 1692117"/>
                <a:gd name="csY1877" fmla="*/ 200646 h 1076324"/>
                <a:gd name="csX1878" fmla="*/ 716117 w 1692117"/>
                <a:gd name="csY1878" fmla="*/ 200646 h 1076324"/>
                <a:gd name="csX1879" fmla="*/ 718505 w 1692117"/>
                <a:gd name="csY1879" fmla="*/ 200646 h 1076324"/>
                <a:gd name="csX1880" fmla="*/ 720416 w 1692117"/>
                <a:gd name="csY1880" fmla="*/ 201602 h 1076324"/>
                <a:gd name="csX1881" fmla="*/ 720894 w 1692117"/>
                <a:gd name="csY1881" fmla="*/ 202080 h 1076324"/>
                <a:gd name="csX1882" fmla="*/ 720416 w 1692117"/>
                <a:gd name="csY1882" fmla="*/ 205424 h 1076324"/>
                <a:gd name="csX1883" fmla="*/ 721371 w 1692117"/>
                <a:gd name="csY1883" fmla="*/ 206857 h 1076324"/>
                <a:gd name="csX1884" fmla="*/ 723760 w 1692117"/>
                <a:gd name="csY1884" fmla="*/ 209723 h 1076324"/>
                <a:gd name="csX1885" fmla="*/ 726627 w 1692117"/>
                <a:gd name="csY1885" fmla="*/ 210679 h 1076324"/>
                <a:gd name="csX1886" fmla="*/ 729971 w 1692117"/>
                <a:gd name="csY1886" fmla="*/ 211156 h 1076324"/>
                <a:gd name="csX1887" fmla="*/ 735703 w 1692117"/>
                <a:gd name="csY1887" fmla="*/ 210679 h 1076324"/>
                <a:gd name="csX1888" fmla="*/ 740481 w 1692117"/>
                <a:gd name="csY1888" fmla="*/ 209246 h 1076324"/>
                <a:gd name="csX1889" fmla="*/ 743825 w 1692117"/>
                <a:gd name="csY1889" fmla="*/ 207335 h 1076324"/>
                <a:gd name="csX1890" fmla="*/ 747169 w 1692117"/>
                <a:gd name="csY1890" fmla="*/ 209723 h 1076324"/>
                <a:gd name="csX1891" fmla="*/ 752902 w 1692117"/>
                <a:gd name="csY1891" fmla="*/ 215456 h 1076324"/>
                <a:gd name="csX1892" fmla="*/ 756724 w 1692117"/>
                <a:gd name="csY1892" fmla="*/ 219756 h 1076324"/>
                <a:gd name="csX1893" fmla="*/ 759590 w 1692117"/>
                <a:gd name="csY1893" fmla="*/ 221666 h 1076324"/>
                <a:gd name="csX1894" fmla="*/ 765323 w 1692117"/>
                <a:gd name="csY1894" fmla="*/ 224055 h 1076324"/>
                <a:gd name="csX1895" fmla="*/ 766756 w 1692117"/>
                <a:gd name="csY1895" fmla="*/ 225488 h 1076324"/>
                <a:gd name="csX1896" fmla="*/ 769144 w 1692117"/>
                <a:gd name="csY1896" fmla="*/ 225488 h 1076324"/>
                <a:gd name="csX1897" fmla="*/ 772011 w 1692117"/>
                <a:gd name="csY1897" fmla="*/ 224533 h 1076324"/>
                <a:gd name="csX1898" fmla="*/ 775833 w 1692117"/>
                <a:gd name="csY1898" fmla="*/ 225011 h 1076324"/>
                <a:gd name="csX1899" fmla="*/ 779655 w 1692117"/>
                <a:gd name="csY1899" fmla="*/ 226921 h 1076324"/>
                <a:gd name="csX1900" fmla="*/ 782043 w 1692117"/>
                <a:gd name="csY1900" fmla="*/ 227399 h 1076324"/>
                <a:gd name="csX1901" fmla="*/ 791120 w 1692117"/>
                <a:gd name="csY1901" fmla="*/ 224055 h 1076324"/>
                <a:gd name="csX1902" fmla="*/ 792553 w 1692117"/>
                <a:gd name="csY1902" fmla="*/ 224055 h 1076324"/>
                <a:gd name="csX1903" fmla="*/ 795897 w 1692117"/>
                <a:gd name="csY1903" fmla="*/ 222622 h 1076324"/>
                <a:gd name="csX1904" fmla="*/ 798286 w 1692117"/>
                <a:gd name="csY1904" fmla="*/ 221666 h 1076324"/>
                <a:gd name="csX1905" fmla="*/ 800675 w 1692117"/>
                <a:gd name="csY1905" fmla="*/ 222144 h 1076324"/>
                <a:gd name="csX1906" fmla="*/ 802585 w 1692117"/>
                <a:gd name="csY1906" fmla="*/ 221666 h 1076324"/>
                <a:gd name="csX1907" fmla="*/ 804019 w 1692117"/>
                <a:gd name="csY1907" fmla="*/ 220233 h 1076324"/>
                <a:gd name="csX1908" fmla="*/ 808796 w 1692117"/>
                <a:gd name="csY1908" fmla="*/ 220711 h 1076324"/>
                <a:gd name="csX1909" fmla="*/ 817395 w 1692117"/>
                <a:gd name="csY1909" fmla="*/ 221666 h 1076324"/>
                <a:gd name="csX1910" fmla="*/ 823606 w 1692117"/>
                <a:gd name="csY1910" fmla="*/ 223100 h 1076324"/>
                <a:gd name="csX1911" fmla="*/ 826950 w 1692117"/>
                <a:gd name="csY1911" fmla="*/ 225011 h 1076324"/>
                <a:gd name="csX1912" fmla="*/ 829816 w 1692117"/>
                <a:gd name="csY1912" fmla="*/ 225966 h 1076324"/>
                <a:gd name="csX1913" fmla="*/ 832205 w 1692117"/>
                <a:gd name="csY1913" fmla="*/ 226444 h 1076324"/>
                <a:gd name="csX1914" fmla="*/ 834593 w 1692117"/>
                <a:gd name="csY1914" fmla="*/ 225966 h 1076324"/>
                <a:gd name="csX1915" fmla="*/ 836504 w 1692117"/>
                <a:gd name="csY1915" fmla="*/ 225011 h 1076324"/>
                <a:gd name="csX1916" fmla="*/ 838893 w 1692117"/>
                <a:gd name="csY1916" fmla="*/ 223100 h 1076324"/>
                <a:gd name="csX1917" fmla="*/ 843670 w 1692117"/>
                <a:gd name="csY1917" fmla="*/ 222622 h 1076324"/>
                <a:gd name="csX1918" fmla="*/ 844626 w 1692117"/>
                <a:gd name="csY1918" fmla="*/ 222144 h 1076324"/>
                <a:gd name="csX1919" fmla="*/ 844148 w 1692117"/>
                <a:gd name="csY1919" fmla="*/ 221189 h 1076324"/>
                <a:gd name="csX1920" fmla="*/ 843192 w 1692117"/>
                <a:gd name="csY1920" fmla="*/ 219756 h 1076324"/>
                <a:gd name="csX1921" fmla="*/ 840326 w 1692117"/>
                <a:gd name="csY1921" fmla="*/ 216889 h 1076324"/>
                <a:gd name="csX1922" fmla="*/ 838415 w 1692117"/>
                <a:gd name="csY1922" fmla="*/ 214500 h 1076324"/>
                <a:gd name="csX1923" fmla="*/ 838415 w 1692117"/>
                <a:gd name="csY1923" fmla="*/ 212590 h 1076324"/>
                <a:gd name="csX1924" fmla="*/ 838415 w 1692117"/>
                <a:gd name="csY1924" fmla="*/ 210679 h 1076324"/>
                <a:gd name="csX1925" fmla="*/ 838893 w 1692117"/>
                <a:gd name="csY1925" fmla="*/ 209246 h 1076324"/>
                <a:gd name="csX1926" fmla="*/ 839848 w 1692117"/>
                <a:gd name="csY1926" fmla="*/ 209246 h 1076324"/>
                <a:gd name="csX1927" fmla="*/ 841759 w 1692117"/>
                <a:gd name="csY1927" fmla="*/ 210201 h 1076324"/>
                <a:gd name="csX1928" fmla="*/ 844148 w 1692117"/>
                <a:gd name="csY1928" fmla="*/ 213067 h 1076324"/>
                <a:gd name="csX1929" fmla="*/ 851314 w 1692117"/>
                <a:gd name="csY1929" fmla="*/ 223577 h 1076324"/>
                <a:gd name="csX1930" fmla="*/ 853225 w 1692117"/>
                <a:gd name="csY1930" fmla="*/ 225488 h 1076324"/>
                <a:gd name="csX1931" fmla="*/ 853703 w 1692117"/>
                <a:gd name="csY1931" fmla="*/ 226444 h 1076324"/>
                <a:gd name="csX1932" fmla="*/ 860391 w 1692117"/>
                <a:gd name="csY1932" fmla="*/ 230266 h 1076324"/>
                <a:gd name="csX1933" fmla="*/ 863257 w 1692117"/>
                <a:gd name="csY1933" fmla="*/ 231221 h 1076324"/>
                <a:gd name="csX1934" fmla="*/ 867079 w 1692117"/>
                <a:gd name="csY1934" fmla="*/ 228832 h 1076324"/>
                <a:gd name="csX1935" fmla="*/ 868512 w 1692117"/>
                <a:gd name="csY1935" fmla="*/ 227399 h 1076324"/>
                <a:gd name="csX1936" fmla="*/ 869468 w 1692117"/>
                <a:gd name="csY1936" fmla="*/ 225966 h 1076324"/>
                <a:gd name="csX1937" fmla="*/ 869468 w 1692117"/>
                <a:gd name="csY1937" fmla="*/ 224533 h 1076324"/>
                <a:gd name="csX1938" fmla="*/ 869468 w 1692117"/>
                <a:gd name="csY1938" fmla="*/ 222622 h 1076324"/>
                <a:gd name="csX1939" fmla="*/ 869468 w 1692117"/>
                <a:gd name="csY1939" fmla="*/ 221189 h 1076324"/>
                <a:gd name="csX1940" fmla="*/ 868512 w 1692117"/>
                <a:gd name="csY1940" fmla="*/ 219756 h 1076324"/>
                <a:gd name="csX1941" fmla="*/ 865646 w 1692117"/>
                <a:gd name="csY1941" fmla="*/ 217367 h 1076324"/>
                <a:gd name="csX1942" fmla="*/ 861346 w 1692117"/>
                <a:gd name="csY1942" fmla="*/ 214500 h 1076324"/>
                <a:gd name="csX1943" fmla="*/ 858002 w 1692117"/>
                <a:gd name="csY1943" fmla="*/ 213545 h 1076324"/>
                <a:gd name="csX1944" fmla="*/ 854180 w 1692117"/>
                <a:gd name="csY1944" fmla="*/ 214978 h 1076324"/>
                <a:gd name="csX1945" fmla="*/ 850358 w 1692117"/>
                <a:gd name="csY1945" fmla="*/ 217367 h 1076324"/>
                <a:gd name="csX1946" fmla="*/ 848925 w 1692117"/>
                <a:gd name="csY1946" fmla="*/ 216412 h 1076324"/>
                <a:gd name="csX1947" fmla="*/ 843670 w 1692117"/>
                <a:gd name="csY1947" fmla="*/ 209723 h 1076324"/>
                <a:gd name="csX1948" fmla="*/ 842715 w 1692117"/>
                <a:gd name="csY1948" fmla="*/ 206857 h 1076324"/>
                <a:gd name="csX1949" fmla="*/ 842715 w 1692117"/>
                <a:gd name="csY1949" fmla="*/ 206379 h 1076324"/>
                <a:gd name="csX1950" fmla="*/ 845104 w 1692117"/>
                <a:gd name="csY1950" fmla="*/ 207335 h 1076324"/>
                <a:gd name="csX1951" fmla="*/ 845104 w 1692117"/>
                <a:gd name="csY1951" fmla="*/ 206379 h 1076324"/>
                <a:gd name="csX1952" fmla="*/ 843670 w 1692117"/>
                <a:gd name="csY1952" fmla="*/ 203035 h 1076324"/>
                <a:gd name="csX1953" fmla="*/ 842715 w 1692117"/>
                <a:gd name="csY1953" fmla="*/ 201602 h 1076324"/>
                <a:gd name="csX1954" fmla="*/ 839848 w 1692117"/>
                <a:gd name="csY1954" fmla="*/ 196347 h 1076324"/>
                <a:gd name="csX1955" fmla="*/ 839848 w 1692117"/>
                <a:gd name="csY1955" fmla="*/ 194914 h 1076324"/>
                <a:gd name="csX1956" fmla="*/ 841282 w 1692117"/>
                <a:gd name="csY1956" fmla="*/ 194436 h 1076324"/>
                <a:gd name="csX1957" fmla="*/ 842237 w 1692117"/>
                <a:gd name="csY1957" fmla="*/ 193958 h 1076324"/>
                <a:gd name="csX1958" fmla="*/ 843192 w 1692117"/>
                <a:gd name="csY1958" fmla="*/ 193958 h 1076324"/>
                <a:gd name="csX1959" fmla="*/ 848448 w 1692117"/>
                <a:gd name="csY1959" fmla="*/ 197302 h 1076324"/>
                <a:gd name="csX1960" fmla="*/ 850836 w 1692117"/>
                <a:gd name="csY1960" fmla="*/ 195869 h 1076324"/>
                <a:gd name="csX1961" fmla="*/ 856569 w 1692117"/>
                <a:gd name="csY1961" fmla="*/ 193480 h 1076324"/>
                <a:gd name="csX1962" fmla="*/ 854180 w 1692117"/>
                <a:gd name="csY1962" fmla="*/ 190614 h 1076324"/>
                <a:gd name="csX1963" fmla="*/ 853703 w 1692117"/>
                <a:gd name="csY1963" fmla="*/ 187748 h 1076324"/>
                <a:gd name="csX1964" fmla="*/ 854180 w 1692117"/>
                <a:gd name="csY1964" fmla="*/ 186792 h 1076324"/>
                <a:gd name="csX1965" fmla="*/ 856091 w 1692117"/>
                <a:gd name="csY1965" fmla="*/ 186314 h 1076324"/>
                <a:gd name="csX1966" fmla="*/ 859913 w 1692117"/>
                <a:gd name="csY1966" fmla="*/ 189181 h 1076324"/>
                <a:gd name="csX1967" fmla="*/ 861346 w 1692117"/>
                <a:gd name="csY1967" fmla="*/ 189181 h 1076324"/>
                <a:gd name="csX1968" fmla="*/ 862779 w 1692117"/>
                <a:gd name="csY1968" fmla="*/ 188225 h 1076324"/>
                <a:gd name="csX1969" fmla="*/ 864213 w 1692117"/>
                <a:gd name="csY1969" fmla="*/ 188225 h 1076324"/>
                <a:gd name="csX1970" fmla="*/ 865646 w 1692117"/>
                <a:gd name="csY1970" fmla="*/ 189181 h 1076324"/>
                <a:gd name="csX1971" fmla="*/ 867079 w 1692117"/>
                <a:gd name="csY1971" fmla="*/ 190614 h 1076324"/>
                <a:gd name="csX1972" fmla="*/ 869468 w 1692117"/>
                <a:gd name="csY1972" fmla="*/ 193958 h 1076324"/>
                <a:gd name="csX1973" fmla="*/ 870901 w 1692117"/>
                <a:gd name="csY1973" fmla="*/ 196347 h 1076324"/>
                <a:gd name="csX1974" fmla="*/ 872334 w 1692117"/>
                <a:gd name="csY1974" fmla="*/ 199691 h 1076324"/>
                <a:gd name="csX1975" fmla="*/ 872812 w 1692117"/>
                <a:gd name="csY1975" fmla="*/ 200169 h 1076324"/>
                <a:gd name="csX1976" fmla="*/ 879978 w 1692117"/>
                <a:gd name="csY1976" fmla="*/ 200646 h 1076324"/>
                <a:gd name="csX1977" fmla="*/ 883799 w 1692117"/>
                <a:gd name="csY1977" fmla="*/ 197302 h 1076324"/>
                <a:gd name="csX1978" fmla="*/ 883799 w 1692117"/>
                <a:gd name="csY1978" fmla="*/ 198735 h 1076324"/>
                <a:gd name="csX1979" fmla="*/ 882844 w 1692117"/>
                <a:gd name="csY1979" fmla="*/ 200646 h 1076324"/>
                <a:gd name="csX1980" fmla="*/ 878067 w 1692117"/>
                <a:gd name="csY1980" fmla="*/ 209723 h 1076324"/>
                <a:gd name="csX1981" fmla="*/ 878067 w 1692117"/>
                <a:gd name="csY1981" fmla="*/ 210679 h 1076324"/>
                <a:gd name="csX1982" fmla="*/ 880455 w 1692117"/>
                <a:gd name="csY1982" fmla="*/ 210201 h 1076324"/>
                <a:gd name="csX1983" fmla="*/ 881889 w 1692117"/>
                <a:gd name="csY1983" fmla="*/ 209723 h 1076324"/>
                <a:gd name="csX1984" fmla="*/ 882366 w 1692117"/>
                <a:gd name="csY1984" fmla="*/ 208768 h 1076324"/>
                <a:gd name="csX1985" fmla="*/ 882844 w 1692117"/>
                <a:gd name="csY1985" fmla="*/ 205901 h 1076324"/>
                <a:gd name="csX1986" fmla="*/ 883322 w 1692117"/>
                <a:gd name="csY1986" fmla="*/ 205424 h 1076324"/>
                <a:gd name="csX1987" fmla="*/ 890488 w 1692117"/>
                <a:gd name="csY1987" fmla="*/ 201124 h 1076324"/>
                <a:gd name="csX1988" fmla="*/ 892876 w 1692117"/>
                <a:gd name="csY1988" fmla="*/ 200646 h 1076324"/>
                <a:gd name="csX1989" fmla="*/ 891443 w 1692117"/>
                <a:gd name="csY1989" fmla="*/ 204946 h 1076324"/>
                <a:gd name="csX1990" fmla="*/ 888577 w 1692117"/>
                <a:gd name="csY1990" fmla="*/ 220711 h 1076324"/>
                <a:gd name="csX1991" fmla="*/ 888099 w 1692117"/>
                <a:gd name="csY1991" fmla="*/ 226444 h 1076324"/>
                <a:gd name="csX1992" fmla="*/ 887621 w 1692117"/>
                <a:gd name="csY1992" fmla="*/ 228355 h 1076324"/>
                <a:gd name="csX1993" fmla="*/ 884755 w 1692117"/>
                <a:gd name="csY1993" fmla="*/ 234087 h 1076324"/>
                <a:gd name="csX1994" fmla="*/ 884755 w 1692117"/>
                <a:gd name="csY1994" fmla="*/ 235998 h 1076324"/>
                <a:gd name="csX1995" fmla="*/ 888099 w 1692117"/>
                <a:gd name="csY1995" fmla="*/ 241253 h 1076324"/>
                <a:gd name="csX1996" fmla="*/ 888577 w 1692117"/>
                <a:gd name="csY1996" fmla="*/ 242687 h 1076324"/>
                <a:gd name="csX1997" fmla="*/ 889055 w 1692117"/>
                <a:gd name="csY1997" fmla="*/ 246508 h 1076324"/>
                <a:gd name="csX1998" fmla="*/ 889532 w 1692117"/>
                <a:gd name="csY1998" fmla="*/ 247464 h 1076324"/>
                <a:gd name="csX1999" fmla="*/ 891921 w 1692117"/>
                <a:gd name="csY1999" fmla="*/ 247464 h 1076324"/>
                <a:gd name="csX2000" fmla="*/ 894787 w 1692117"/>
                <a:gd name="csY2000" fmla="*/ 246031 h 1076324"/>
                <a:gd name="csX2001" fmla="*/ 897654 w 1692117"/>
                <a:gd name="csY2001" fmla="*/ 245553 h 1076324"/>
                <a:gd name="csX2002" fmla="*/ 898131 w 1692117"/>
                <a:gd name="csY2002" fmla="*/ 246031 h 1076324"/>
                <a:gd name="csX2003" fmla="*/ 896698 w 1692117"/>
                <a:gd name="csY2003" fmla="*/ 251286 h 1076324"/>
                <a:gd name="csX2004" fmla="*/ 896698 w 1692117"/>
                <a:gd name="csY2004" fmla="*/ 251763 h 1076324"/>
                <a:gd name="csX2005" fmla="*/ 899564 w 1692117"/>
                <a:gd name="csY2005" fmla="*/ 250330 h 1076324"/>
                <a:gd name="csX2006" fmla="*/ 900998 w 1692117"/>
                <a:gd name="csY2006" fmla="*/ 250330 h 1076324"/>
                <a:gd name="csX2007" fmla="*/ 901476 w 1692117"/>
                <a:gd name="csY2007" fmla="*/ 250330 h 1076324"/>
                <a:gd name="csX2008" fmla="*/ 903864 w 1692117"/>
                <a:gd name="csY2008" fmla="*/ 252719 h 1076324"/>
                <a:gd name="csX2009" fmla="*/ 903864 w 1692117"/>
                <a:gd name="csY2009" fmla="*/ 254630 h 1076324"/>
                <a:gd name="csX2010" fmla="*/ 903864 w 1692117"/>
                <a:gd name="csY2010" fmla="*/ 257496 h 1076324"/>
                <a:gd name="csX2011" fmla="*/ 903864 w 1692117"/>
                <a:gd name="csY2011" fmla="*/ 259407 h 1076324"/>
                <a:gd name="csX2012" fmla="*/ 902909 w 1692117"/>
                <a:gd name="csY2012" fmla="*/ 260840 h 1076324"/>
                <a:gd name="csX2013" fmla="*/ 901953 w 1692117"/>
                <a:gd name="csY2013" fmla="*/ 261318 h 1076324"/>
                <a:gd name="csX2014" fmla="*/ 900998 w 1692117"/>
                <a:gd name="csY2014" fmla="*/ 261318 h 1076324"/>
                <a:gd name="csX2015" fmla="*/ 900042 w 1692117"/>
                <a:gd name="csY2015" fmla="*/ 261318 h 1076324"/>
                <a:gd name="csX2016" fmla="*/ 896698 w 1692117"/>
                <a:gd name="csY2016" fmla="*/ 261796 h 1076324"/>
                <a:gd name="csX2017" fmla="*/ 894787 w 1692117"/>
                <a:gd name="csY2017" fmla="*/ 261318 h 1076324"/>
                <a:gd name="csX2018" fmla="*/ 893354 w 1692117"/>
                <a:gd name="csY2018" fmla="*/ 259885 h 1076324"/>
                <a:gd name="csX2019" fmla="*/ 891921 w 1692117"/>
                <a:gd name="csY2019" fmla="*/ 259407 h 1076324"/>
                <a:gd name="csX2020" fmla="*/ 890488 w 1692117"/>
                <a:gd name="csY2020" fmla="*/ 260363 h 1076324"/>
                <a:gd name="csX2021" fmla="*/ 888099 w 1692117"/>
                <a:gd name="csY2021" fmla="*/ 260363 h 1076324"/>
                <a:gd name="csX2022" fmla="*/ 885233 w 1692117"/>
                <a:gd name="csY2022" fmla="*/ 257019 h 1076324"/>
                <a:gd name="csX2023" fmla="*/ 884277 w 1692117"/>
                <a:gd name="csY2023" fmla="*/ 257019 h 1076324"/>
                <a:gd name="csX2024" fmla="*/ 883799 w 1692117"/>
                <a:gd name="csY2024" fmla="*/ 257974 h 1076324"/>
                <a:gd name="csX2025" fmla="*/ 883799 w 1692117"/>
                <a:gd name="csY2025" fmla="*/ 258452 h 1076324"/>
                <a:gd name="csX2026" fmla="*/ 885233 w 1692117"/>
                <a:gd name="csY2026" fmla="*/ 260840 h 1076324"/>
                <a:gd name="csX2027" fmla="*/ 894310 w 1692117"/>
                <a:gd name="csY2027" fmla="*/ 272306 h 1076324"/>
                <a:gd name="csX2028" fmla="*/ 895743 w 1692117"/>
                <a:gd name="csY2028" fmla="*/ 274694 h 1076324"/>
                <a:gd name="csX2029" fmla="*/ 896221 w 1692117"/>
                <a:gd name="csY2029" fmla="*/ 278039 h 1076324"/>
                <a:gd name="csX2030" fmla="*/ 896221 w 1692117"/>
                <a:gd name="csY2030" fmla="*/ 278039 h 1076324"/>
                <a:gd name="csX2031" fmla="*/ 897176 w 1692117"/>
                <a:gd name="csY2031" fmla="*/ 274694 h 1076324"/>
                <a:gd name="csX2032" fmla="*/ 896698 w 1692117"/>
                <a:gd name="csY2032" fmla="*/ 272784 h 1076324"/>
                <a:gd name="csX2033" fmla="*/ 891921 w 1692117"/>
                <a:gd name="csY2033" fmla="*/ 266095 h 1076324"/>
                <a:gd name="csX2034" fmla="*/ 891443 w 1692117"/>
                <a:gd name="csY2034" fmla="*/ 263707 h 1076324"/>
                <a:gd name="csX2035" fmla="*/ 891443 w 1692117"/>
                <a:gd name="csY2035" fmla="*/ 263229 h 1076324"/>
                <a:gd name="csX2036" fmla="*/ 892876 w 1692117"/>
                <a:gd name="csY2036" fmla="*/ 262273 h 1076324"/>
                <a:gd name="csX2037" fmla="*/ 899564 w 1692117"/>
                <a:gd name="csY2037" fmla="*/ 264184 h 1076324"/>
                <a:gd name="csX2038" fmla="*/ 902431 w 1692117"/>
                <a:gd name="csY2038" fmla="*/ 263707 h 1076324"/>
                <a:gd name="csX2039" fmla="*/ 904342 w 1692117"/>
                <a:gd name="csY2039" fmla="*/ 262751 h 1076324"/>
                <a:gd name="csX2040" fmla="*/ 904820 w 1692117"/>
                <a:gd name="csY2040" fmla="*/ 261318 h 1076324"/>
                <a:gd name="csX2041" fmla="*/ 905775 w 1692117"/>
                <a:gd name="csY2041" fmla="*/ 253197 h 1076324"/>
                <a:gd name="csX2042" fmla="*/ 906730 w 1692117"/>
                <a:gd name="csY2042" fmla="*/ 247942 h 1076324"/>
                <a:gd name="csX2043" fmla="*/ 906253 w 1692117"/>
                <a:gd name="csY2043" fmla="*/ 243164 h 1076324"/>
                <a:gd name="csX2044" fmla="*/ 904342 w 1692117"/>
                <a:gd name="csY2044" fmla="*/ 235998 h 1076324"/>
                <a:gd name="csX2045" fmla="*/ 902909 w 1692117"/>
                <a:gd name="csY2045" fmla="*/ 231221 h 1076324"/>
                <a:gd name="csX2046" fmla="*/ 899564 w 1692117"/>
                <a:gd name="csY2046" fmla="*/ 226921 h 1076324"/>
                <a:gd name="csX2047" fmla="*/ 899087 w 1692117"/>
                <a:gd name="csY2047" fmla="*/ 225488 h 1076324"/>
                <a:gd name="csX2048" fmla="*/ 902909 w 1692117"/>
                <a:gd name="csY2048" fmla="*/ 211634 h 1076324"/>
                <a:gd name="csX2049" fmla="*/ 903387 w 1692117"/>
                <a:gd name="csY2049" fmla="*/ 210679 h 1076324"/>
                <a:gd name="csX2050" fmla="*/ 904342 w 1692117"/>
                <a:gd name="csY2050" fmla="*/ 210201 h 1076324"/>
                <a:gd name="csX2051" fmla="*/ 907208 w 1692117"/>
                <a:gd name="csY2051" fmla="*/ 209723 h 1076324"/>
                <a:gd name="csX2052" fmla="*/ 909597 w 1692117"/>
                <a:gd name="csY2052" fmla="*/ 208768 h 1076324"/>
                <a:gd name="csX2053" fmla="*/ 912941 w 1692117"/>
                <a:gd name="csY2053" fmla="*/ 210201 h 1076324"/>
                <a:gd name="csX2054" fmla="*/ 914852 w 1692117"/>
                <a:gd name="csY2054" fmla="*/ 210679 h 1076324"/>
                <a:gd name="csX2055" fmla="*/ 917241 w 1692117"/>
                <a:gd name="csY2055" fmla="*/ 209246 h 1076324"/>
                <a:gd name="csX2056" fmla="*/ 922496 w 1692117"/>
                <a:gd name="csY2056" fmla="*/ 203513 h 1076324"/>
                <a:gd name="csX2057" fmla="*/ 924406 w 1692117"/>
                <a:gd name="csY2057" fmla="*/ 201602 h 1076324"/>
                <a:gd name="csX2058" fmla="*/ 926795 w 1692117"/>
                <a:gd name="csY2058" fmla="*/ 198258 h 1076324"/>
                <a:gd name="csX2059" fmla="*/ 930139 w 1692117"/>
                <a:gd name="csY2059" fmla="*/ 193003 h 1076324"/>
                <a:gd name="csX2060" fmla="*/ 933483 w 1692117"/>
                <a:gd name="csY2060" fmla="*/ 189659 h 1076324"/>
                <a:gd name="csX2061" fmla="*/ 938738 w 1692117"/>
                <a:gd name="csY2061" fmla="*/ 185837 h 1076324"/>
                <a:gd name="csX2062" fmla="*/ 942083 w 1692117"/>
                <a:gd name="csY2062" fmla="*/ 183448 h 1076324"/>
                <a:gd name="csX2063" fmla="*/ 942560 w 1692117"/>
                <a:gd name="csY2063" fmla="*/ 182015 h 1076324"/>
                <a:gd name="csX2064" fmla="*/ 939694 w 1692117"/>
                <a:gd name="csY2064" fmla="*/ 182015 h 1076324"/>
                <a:gd name="csX2065" fmla="*/ 938738 w 1692117"/>
                <a:gd name="csY2065" fmla="*/ 181537 h 1076324"/>
                <a:gd name="csX2066" fmla="*/ 938261 w 1692117"/>
                <a:gd name="csY2066" fmla="*/ 179149 h 1076324"/>
                <a:gd name="csX2067" fmla="*/ 938738 w 1692117"/>
                <a:gd name="csY2067" fmla="*/ 173893 h 1076324"/>
                <a:gd name="csX2068" fmla="*/ 938738 w 1692117"/>
                <a:gd name="csY2068" fmla="*/ 171505 h 1076324"/>
                <a:gd name="csX2069" fmla="*/ 938261 w 1692117"/>
                <a:gd name="csY2069" fmla="*/ 168639 h 1076324"/>
                <a:gd name="csX2070" fmla="*/ 937305 w 1692117"/>
                <a:gd name="csY2070" fmla="*/ 166728 h 1076324"/>
                <a:gd name="csX2071" fmla="*/ 936350 w 1692117"/>
                <a:gd name="csY2071" fmla="*/ 164817 h 1076324"/>
                <a:gd name="csX2072" fmla="*/ 935394 w 1692117"/>
                <a:gd name="csY2072" fmla="*/ 163384 h 1076324"/>
                <a:gd name="csX2073" fmla="*/ 934917 w 1692117"/>
                <a:gd name="csY2073" fmla="*/ 162906 h 1076324"/>
                <a:gd name="csX2074" fmla="*/ 934439 w 1692117"/>
                <a:gd name="csY2074" fmla="*/ 163384 h 1076324"/>
                <a:gd name="csX2075" fmla="*/ 933961 w 1692117"/>
                <a:gd name="csY2075" fmla="*/ 163861 h 1076324"/>
                <a:gd name="csX2076" fmla="*/ 933006 w 1692117"/>
                <a:gd name="csY2076" fmla="*/ 168639 h 1076324"/>
                <a:gd name="csX2077" fmla="*/ 932050 w 1692117"/>
                <a:gd name="csY2077" fmla="*/ 171983 h 1076324"/>
                <a:gd name="csX2078" fmla="*/ 930617 w 1692117"/>
                <a:gd name="csY2078" fmla="*/ 173893 h 1076324"/>
                <a:gd name="csX2079" fmla="*/ 927751 w 1692117"/>
                <a:gd name="csY2079" fmla="*/ 175327 h 1076324"/>
                <a:gd name="csX2080" fmla="*/ 922496 w 1692117"/>
                <a:gd name="csY2080" fmla="*/ 176282 h 1076324"/>
                <a:gd name="csX2081" fmla="*/ 920107 w 1692117"/>
                <a:gd name="csY2081" fmla="*/ 174371 h 1076324"/>
                <a:gd name="csX2082" fmla="*/ 920107 w 1692117"/>
                <a:gd name="csY2082" fmla="*/ 172938 h 1076324"/>
                <a:gd name="csX2083" fmla="*/ 920585 w 1692117"/>
                <a:gd name="csY2083" fmla="*/ 167683 h 1076324"/>
                <a:gd name="csX2084" fmla="*/ 922496 w 1692117"/>
                <a:gd name="csY2084" fmla="*/ 165294 h 1076324"/>
                <a:gd name="csX2085" fmla="*/ 927273 w 1692117"/>
                <a:gd name="csY2085" fmla="*/ 160517 h 1076324"/>
                <a:gd name="csX2086" fmla="*/ 930139 w 1692117"/>
                <a:gd name="csY2086" fmla="*/ 156695 h 1076324"/>
                <a:gd name="csX2087" fmla="*/ 930139 w 1692117"/>
                <a:gd name="csY2087" fmla="*/ 156218 h 1076324"/>
                <a:gd name="csX2088" fmla="*/ 927273 w 1692117"/>
                <a:gd name="csY2088" fmla="*/ 156218 h 1076324"/>
                <a:gd name="csX2089" fmla="*/ 926795 w 1692117"/>
                <a:gd name="csY2089" fmla="*/ 155262 h 1076324"/>
                <a:gd name="csX2090" fmla="*/ 926318 w 1692117"/>
                <a:gd name="csY2090" fmla="*/ 150963 h 1076324"/>
                <a:gd name="csX2091" fmla="*/ 926318 w 1692117"/>
                <a:gd name="csY2091" fmla="*/ 149052 h 1076324"/>
                <a:gd name="csX2092" fmla="*/ 926795 w 1692117"/>
                <a:gd name="csY2092" fmla="*/ 147141 h 1076324"/>
                <a:gd name="csX2093" fmla="*/ 928706 w 1692117"/>
                <a:gd name="csY2093" fmla="*/ 145707 h 1076324"/>
                <a:gd name="csX2094" fmla="*/ 934917 w 1692117"/>
                <a:gd name="csY2094" fmla="*/ 143797 h 1076324"/>
                <a:gd name="csX2095" fmla="*/ 939216 w 1692117"/>
                <a:gd name="csY2095" fmla="*/ 141886 h 1076324"/>
                <a:gd name="csX2096" fmla="*/ 939694 w 1692117"/>
                <a:gd name="csY2096" fmla="*/ 142363 h 1076324"/>
                <a:gd name="csX2097" fmla="*/ 935872 w 1692117"/>
                <a:gd name="csY2097" fmla="*/ 148574 h 1076324"/>
                <a:gd name="csX2098" fmla="*/ 935394 w 1692117"/>
                <a:gd name="csY2098" fmla="*/ 150007 h 1076324"/>
                <a:gd name="csX2099" fmla="*/ 936828 w 1692117"/>
                <a:gd name="csY2099" fmla="*/ 151440 h 1076324"/>
                <a:gd name="csX2100" fmla="*/ 940649 w 1692117"/>
                <a:gd name="csY2100" fmla="*/ 148096 h 1076324"/>
                <a:gd name="csX2101" fmla="*/ 942560 w 1692117"/>
                <a:gd name="csY2101" fmla="*/ 144752 h 1076324"/>
                <a:gd name="csX2102" fmla="*/ 943038 w 1692117"/>
                <a:gd name="csY2102" fmla="*/ 143797 h 1076324"/>
                <a:gd name="csX2103" fmla="*/ 941127 w 1692117"/>
                <a:gd name="csY2103" fmla="*/ 143319 h 1076324"/>
                <a:gd name="csX2104" fmla="*/ 941127 w 1692117"/>
                <a:gd name="csY2104" fmla="*/ 142363 h 1076324"/>
                <a:gd name="csX2105" fmla="*/ 941127 w 1692117"/>
                <a:gd name="csY2105" fmla="*/ 139975 h 1076324"/>
                <a:gd name="csX2106" fmla="*/ 941127 w 1692117"/>
                <a:gd name="csY2106" fmla="*/ 138542 h 1076324"/>
                <a:gd name="csX2107" fmla="*/ 938738 w 1692117"/>
                <a:gd name="csY2107" fmla="*/ 136631 h 1076324"/>
                <a:gd name="csX2108" fmla="*/ 935872 w 1692117"/>
                <a:gd name="csY2108" fmla="*/ 137586 h 1076324"/>
                <a:gd name="csX2109" fmla="*/ 933483 w 1692117"/>
                <a:gd name="csY2109" fmla="*/ 139497 h 1076324"/>
                <a:gd name="csX2110" fmla="*/ 931572 w 1692117"/>
                <a:gd name="csY2110" fmla="*/ 139975 h 1076324"/>
                <a:gd name="csX2111" fmla="*/ 928706 w 1692117"/>
                <a:gd name="csY2111" fmla="*/ 140452 h 1076324"/>
                <a:gd name="csX2112" fmla="*/ 926318 w 1692117"/>
                <a:gd name="csY2112" fmla="*/ 139975 h 1076324"/>
                <a:gd name="csX2113" fmla="*/ 925362 w 1692117"/>
                <a:gd name="csY2113" fmla="*/ 138542 h 1076324"/>
                <a:gd name="csX2114" fmla="*/ 923451 w 1692117"/>
                <a:gd name="csY2114" fmla="*/ 136631 h 1076324"/>
                <a:gd name="csX2115" fmla="*/ 921540 w 1692117"/>
                <a:gd name="csY2115" fmla="*/ 133286 h 1076324"/>
                <a:gd name="csX2116" fmla="*/ 919152 w 1692117"/>
                <a:gd name="csY2116" fmla="*/ 129465 h 1076324"/>
                <a:gd name="csX2117" fmla="*/ 918674 w 1692117"/>
                <a:gd name="csY2117" fmla="*/ 129465 h 1076324"/>
                <a:gd name="csX2118" fmla="*/ 917718 w 1692117"/>
                <a:gd name="csY2118" fmla="*/ 129465 h 1076324"/>
                <a:gd name="csX2119" fmla="*/ 916285 w 1692117"/>
                <a:gd name="csY2119" fmla="*/ 132809 h 1076324"/>
                <a:gd name="csX2120" fmla="*/ 915807 w 1692117"/>
                <a:gd name="csY2120" fmla="*/ 133286 h 1076324"/>
                <a:gd name="csX2121" fmla="*/ 906253 w 1692117"/>
                <a:gd name="csY2121" fmla="*/ 128509 h 1076324"/>
                <a:gd name="csX2122" fmla="*/ 902431 w 1692117"/>
                <a:gd name="csY2122" fmla="*/ 126121 h 1076324"/>
                <a:gd name="csX2123" fmla="*/ 900520 w 1692117"/>
                <a:gd name="csY2123" fmla="*/ 124210 h 1076324"/>
                <a:gd name="csX2124" fmla="*/ 898131 w 1692117"/>
                <a:gd name="csY2124" fmla="*/ 122777 h 1076324"/>
                <a:gd name="csX2125" fmla="*/ 895265 w 1692117"/>
                <a:gd name="csY2125" fmla="*/ 122299 h 1076324"/>
                <a:gd name="csX2126" fmla="*/ 892876 w 1692117"/>
                <a:gd name="csY2126" fmla="*/ 121821 h 1076324"/>
                <a:gd name="csX2127" fmla="*/ 891443 w 1692117"/>
                <a:gd name="csY2127" fmla="*/ 119910 h 1076324"/>
                <a:gd name="csX2128" fmla="*/ 890010 w 1692117"/>
                <a:gd name="csY2128" fmla="*/ 117999 h 1076324"/>
                <a:gd name="csX2129" fmla="*/ 888577 w 1692117"/>
                <a:gd name="csY2129" fmla="*/ 115133 h 1076324"/>
                <a:gd name="csX2130" fmla="*/ 886666 w 1692117"/>
                <a:gd name="csY2130" fmla="*/ 111789 h 1076324"/>
                <a:gd name="csX2131" fmla="*/ 882366 w 1692117"/>
                <a:gd name="csY2131" fmla="*/ 104623 h 1076324"/>
                <a:gd name="csX2132" fmla="*/ 881411 w 1692117"/>
                <a:gd name="csY2132" fmla="*/ 99845 h 1076324"/>
                <a:gd name="csX2133" fmla="*/ 880933 w 1692117"/>
                <a:gd name="csY2133" fmla="*/ 97935 h 1076324"/>
                <a:gd name="csX2134" fmla="*/ 881411 w 1692117"/>
                <a:gd name="csY2134" fmla="*/ 93635 h 1076324"/>
                <a:gd name="csX2135" fmla="*/ 885711 w 1692117"/>
                <a:gd name="csY2135" fmla="*/ 85991 h 1076324"/>
                <a:gd name="csX2136" fmla="*/ 886188 w 1692117"/>
                <a:gd name="csY2136" fmla="*/ 83603 h 1076324"/>
                <a:gd name="csX2137" fmla="*/ 887621 w 1692117"/>
                <a:gd name="csY2137" fmla="*/ 82170 h 1076324"/>
                <a:gd name="csX2138" fmla="*/ 889532 w 1692117"/>
                <a:gd name="csY2138" fmla="*/ 80736 h 1076324"/>
                <a:gd name="csX2139" fmla="*/ 891443 w 1692117"/>
                <a:gd name="csY2139" fmla="*/ 80736 h 1076324"/>
                <a:gd name="csX2140" fmla="*/ 894787 w 1692117"/>
                <a:gd name="csY2140" fmla="*/ 81692 h 1076324"/>
                <a:gd name="csX2141" fmla="*/ 892399 w 1692117"/>
                <a:gd name="csY2141" fmla="*/ 79303 h 1076324"/>
                <a:gd name="csX2142" fmla="*/ 892399 w 1692117"/>
                <a:gd name="csY2142" fmla="*/ 77870 h 1076324"/>
                <a:gd name="csX2143" fmla="*/ 894310 w 1692117"/>
                <a:gd name="csY2143" fmla="*/ 73570 h 1076324"/>
                <a:gd name="csX2144" fmla="*/ 894310 w 1692117"/>
                <a:gd name="csY2144" fmla="*/ 73570 h 1076324"/>
                <a:gd name="csX2145" fmla="*/ 888577 w 1692117"/>
                <a:gd name="csY2145" fmla="*/ 76914 h 1076324"/>
                <a:gd name="csX2146" fmla="*/ 887144 w 1692117"/>
                <a:gd name="csY2146" fmla="*/ 76437 h 1076324"/>
                <a:gd name="csX2147" fmla="*/ 885233 w 1692117"/>
                <a:gd name="csY2147" fmla="*/ 74526 h 1076324"/>
                <a:gd name="csX2148" fmla="*/ 881411 w 1692117"/>
                <a:gd name="csY2148" fmla="*/ 67360 h 1076324"/>
                <a:gd name="csX2149" fmla="*/ 881411 w 1692117"/>
                <a:gd name="csY2149" fmla="*/ 63060 h 1076324"/>
                <a:gd name="csX2150" fmla="*/ 882366 w 1692117"/>
                <a:gd name="csY2150" fmla="*/ 56372 h 1076324"/>
                <a:gd name="csX2151" fmla="*/ 882844 w 1692117"/>
                <a:gd name="csY2151" fmla="*/ 52550 h 1076324"/>
                <a:gd name="csX2152" fmla="*/ 881889 w 1692117"/>
                <a:gd name="csY2152" fmla="*/ 49684 h 1076324"/>
                <a:gd name="csX2153" fmla="*/ 882366 w 1692117"/>
                <a:gd name="csY2153" fmla="*/ 48728 h 1076324"/>
                <a:gd name="csX2154" fmla="*/ 883322 w 1692117"/>
                <a:gd name="csY2154" fmla="*/ 47773 h 1076324"/>
                <a:gd name="csX2155" fmla="*/ 883799 w 1692117"/>
                <a:gd name="csY2155" fmla="*/ 46818 h 1076324"/>
                <a:gd name="csX2156" fmla="*/ 883322 w 1692117"/>
                <a:gd name="csY2156" fmla="*/ 42996 h 1076324"/>
                <a:gd name="csX2157" fmla="*/ 884277 w 1692117"/>
                <a:gd name="csY2157" fmla="*/ 41085 h 1076324"/>
                <a:gd name="csX2158" fmla="*/ 886666 w 1692117"/>
                <a:gd name="csY2158" fmla="*/ 37741 h 1076324"/>
                <a:gd name="csX2159" fmla="*/ 889532 w 1692117"/>
                <a:gd name="csY2159" fmla="*/ 34397 h 1076324"/>
                <a:gd name="csX2160" fmla="*/ 890965 w 1692117"/>
                <a:gd name="csY2160" fmla="*/ 33441 h 1076324"/>
                <a:gd name="csX2161" fmla="*/ 892399 w 1692117"/>
                <a:gd name="csY2161" fmla="*/ 33441 h 1076324"/>
                <a:gd name="csX2162" fmla="*/ 893832 w 1692117"/>
                <a:gd name="csY2162" fmla="*/ 34397 h 1076324"/>
                <a:gd name="csX2163" fmla="*/ 895265 w 1692117"/>
                <a:gd name="csY2163" fmla="*/ 36307 h 1076324"/>
                <a:gd name="csX2164" fmla="*/ 897654 w 1692117"/>
                <a:gd name="csY2164" fmla="*/ 38218 h 1076324"/>
                <a:gd name="csX2165" fmla="*/ 899564 w 1692117"/>
                <a:gd name="csY2165" fmla="*/ 38696 h 1076324"/>
                <a:gd name="csX2166" fmla="*/ 900998 w 1692117"/>
                <a:gd name="csY2166" fmla="*/ 37741 h 1076324"/>
                <a:gd name="csX2167" fmla="*/ 903387 w 1692117"/>
                <a:gd name="csY2167" fmla="*/ 30575 h 1076324"/>
                <a:gd name="csX2168" fmla="*/ 903864 w 1692117"/>
                <a:gd name="csY2168" fmla="*/ 28664 h 1076324"/>
                <a:gd name="csX2169" fmla="*/ 903387 w 1692117"/>
                <a:gd name="csY2169" fmla="*/ 28186 h 1076324"/>
                <a:gd name="csX2170" fmla="*/ 898609 w 1692117"/>
                <a:gd name="csY2170" fmla="*/ 28186 h 1076324"/>
                <a:gd name="csX2171" fmla="*/ 896698 w 1692117"/>
                <a:gd name="csY2171" fmla="*/ 27708 h 1076324"/>
                <a:gd name="csX2172" fmla="*/ 895743 w 1692117"/>
                <a:gd name="csY2172" fmla="*/ 26753 h 1076324"/>
                <a:gd name="csX2173" fmla="*/ 894787 w 1692117"/>
                <a:gd name="csY2173" fmla="*/ 24364 h 1076324"/>
                <a:gd name="csX2174" fmla="*/ 895265 w 1692117"/>
                <a:gd name="csY2174" fmla="*/ 22931 h 1076324"/>
                <a:gd name="csX2175" fmla="*/ 900042 w 1692117"/>
                <a:gd name="csY2175" fmla="*/ 17676 h 1076324"/>
                <a:gd name="csX2176" fmla="*/ 901953 w 1692117"/>
                <a:gd name="csY2176" fmla="*/ 12421 h 1076324"/>
                <a:gd name="csX2177" fmla="*/ 908164 w 1692117"/>
                <a:gd name="csY2177" fmla="*/ 5255 h 1076324"/>
                <a:gd name="csX2178" fmla="*/ 914374 w 1692117"/>
                <a:gd name="csY2178" fmla="*/ 1433 h 1076324"/>
                <a:gd name="csX2179" fmla="*/ 917241 w 1692117"/>
                <a:gd name="csY2179" fmla="*/ 478 h 1076324"/>
                <a:gd name="csX2180" fmla="*/ 919629 w 1692117"/>
                <a:gd name="csY2180" fmla="*/ 0 h 1076324"/>
                <a:gd name="csX2181" fmla="*/ 920585 w 1692117"/>
                <a:gd name="csY2181" fmla="*/ 478 h 1076324"/>
                <a:gd name="csX2182" fmla="*/ 922018 w 1692117"/>
                <a:gd name="csY2182" fmla="*/ 4300 h 1076324"/>
                <a:gd name="csX2183" fmla="*/ 922496 w 1692117"/>
                <a:gd name="csY2183" fmla="*/ 8121 h 1076324"/>
                <a:gd name="csX2184" fmla="*/ 925840 w 1692117"/>
                <a:gd name="csY2184" fmla="*/ 12899 h 1076324"/>
                <a:gd name="csX2185" fmla="*/ 928706 w 1692117"/>
                <a:gd name="csY2185" fmla="*/ 13377 h 1076324"/>
                <a:gd name="csX2186" fmla="*/ 930139 w 1692117"/>
                <a:gd name="csY2186" fmla="*/ 12899 h 1076324"/>
                <a:gd name="csX2187" fmla="*/ 935872 w 1692117"/>
                <a:gd name="csY2187" fmla="*/ 12899 h 1076324"/>
                <a:gd name="csX2188" fmla="*/ 936828 w 1692117"/>
                <a:gd name="csY2188" fmla="*/ 14332 h 1076324"/>
                <a:gd name="csX2189" fmla="*/ 936828 w 1692117"/>
                <a:gd name="csY2189" fmla="*/ 15765 h 1076324"/>
                <a:gd name="csX2190" fmla="*/ 936350 w 1692117"/>
                <a:gd name="csY2190" fmla="*/ 18154 h 1076324"/>
                <a:gd name="csX2191" fmla="*/ 936828 w 1692117"/>
                <a:gd name="csY2191" fmla="*/ 20542 h 1076324"/>
                <a:gd name="csX2192" fmla="*/ 940171 w 1692117"/>
                <a:gd name="csY2192" fmla="*/ 24364 h 1076324"/>
                <a:gd name="csX2193" fmla="*/ 943516 w 1692117"/>
                <a:gd name="csY2193" fmla="*/ 27231 h 1076324"/>
                <a:gd name="csX2194" fmla="*/ 946860 w 1692117"/>
                <a:gd name="csY2194" fmla="*/ 30575 h 1076324"/>
                <a:gd name="csX2195" fmla="*/ 951159 w 1692117"/>
                <a:gd name="csY2195" fmla="*/ 37741 h 1076324"/>
                <a:gd name="csX2196" fmla="*/ 952115 w 1692117"/>
                <a:gd name="csY2196" fmla="*/ 39652 h 1076324"/>
                <a:gd name="csX2197" fmla="*/ 952593 w 1692117"/>
                <a:gd name="csY2197" fmla="*/ 42040 h 1076324"/>
                <a:gd name="csX2198" fmla="*/ 954026 w 1692117"/>
                <a:gd name="csY2198" fmla="*/ 49684 h 1076324"/>
                <a:gd name="csX2199" fmla="*/ 954026 w 1692117"/>
                <a:gd name="csY2199" fmla="*/ 52550 h 1076324"/>
                <a:gd name="csX2200" fmla="*/ 953548 w 1692117"/>
                <a:gd name="csY2200" fmla="*/ 61149 h 1076324"/>
                <a:gd name="csX2201" fmla="*/ 953070 w 1692117"/>
                <a:gd name="csY2201" fmla="*/ 63060 h 1076324"/>
                <a:gd name="csX2202" fmla="*/ 952115 w 1692117"/>
                <a:gd name="csY2202" fmla="*/ 64971 h 1076324"/>
                <a:gd name="csX2203" fmla="*/ 952593 w 1692117"/>
                <a:gd name="csY2203" fmla="*/ 65927 h 1076324"/>
                <a:gd name="csX2204" fmla="*/ 955937 w 1692117"/>
                <a:gd name="csY2204" fmla="*/ 67838 h 1076324"/>
                <a:gd name="csX2205" fmla="*/ 958803 w 1692117"/>
                <a:gd name="csY2205" fmla="*/ 72137 h 1076324"/>
                <a:gd name="csX2206" fmla="*/ 960236 w 1692117"/>
                <a:gd name="csY2206" fmla="*/ 73570 h 1076324"/>
                <a:gd name="csX2207" fmla="*/ 964058 w 1692117"/>
                <a:gd name="csY2207" fmla="*/ 75959 h 1076324"/>
                <a:gd name="csX2208" fmla="*/ 964536 w 1692117"/>
                <a:gd name="csY2208" fmla="*/ 76914 h 1076324"/>
                <a:gd name="csX2209" fmla="*/ 965491 w 1692117"/>
                <a:gd name="csY2209" fmla="*/ 78348 h 1076324"/>
                <a:gd name="csX2210" fmla="*/ 967402 w 1692117"/>
                <a:gd name="csY2210" fmla="*/ 84558 h 1076324"/>
                <a:gd name="csX2211" fmla="*/ 970746 w 1692117"/>
                <a:gd name="csY2211" fmla="*/ 90291 h 1076324"/>
                <a:gd name="csX2212" fmla="*/ 970746 w 1692117"/>
                <a:gd name="csY2212" fmla="*/ 91246 h 1076324"/>
                <a:gd name="csX2213" fmla="*/ 970269 w 1692117"/>
                <a:gd name="csY2213" fmla="*/ 94113 h 1076324"/>
                <a:gd name="csX2214" fmla="*/ 970746 w 1692117"/>
                <a:gd name="csY2214" fmla="*/ 95068 h 1076324"/>
                <a:gd name="csX2215" fmla="*/ 971702 w 1692117"/>
                <a:gd name="csY2215" fmla="*/ 96024 h 1076324"/>
                <a:gd name="csX2216" fmla="*/ 973135 w 1692117"/>
                <a:gd name="csY2216" fmla="*/ 95546 h 1076324"/>
                <a:gd name="csX2217" fmla="*/ 974090 w 1692117"/>
                <a:gd name="csY2217" fmla="*/ 93157 h 1076324"/>
                <a:gd name="csX2218" fmla="*/ 975046 w 1692117"/>
                <a:gd name="csY2218" fmla="*/ 92679 h 1076324"/>
                <a:gd name="csX2219" fmla="*/ 976479 w 1692117"/>
                <a:gd name="csY2219" fmla="*/ 93635 h 1076324"/>
                <a:gd name="csX2220" fmla="*/ 976957 w 1692117"/>
                <a:gd name="csY2220" fmla="*/ 95068 h 1076324"/>
                <a:gd name="csX2221" fmla="*/ 978390 w 1692117"/>
                <a:gd name="csY2221" fmla="*/ 98890 h 1076324"/>
                <a:gd name="csX2222" fmla="*/ 980301 w 1692117"/>
                <a:gd name="csY2222" fmla="*/ 101756 h 1076324"/>
                <a:gd name="csX2223" fmla="*/ 979823 w 1692117"/>
                <a:gd name="csY2223" fmla="*/ 102712 h 1076324"/>
                <a:gd name="csX2224" fmla="*/ 979345 w 1692117"/>
                <a:gd name="csY2224" fmla="*/ 103190 h 1076324"/>
                <a:gd name="csX2225" fmla="*/ 974568 w 1692117"/>
                <a:gd name="csY2225" fmla="*/ 104145 h 1076324"/>
                <a:gd name="csX2226" fmla="*/ 971702 w 1692117"/>
                <a:gd name="csY2226" fmla="*/ 103667 h 1076324"/>
                <a:gd name="csX2227" fmla="*/ 969313 w 1692117"/>
                <a:gd name="csY2227" fmla="*/ 102234 h 1076324"/>
                <a:gd name="csX2228" fmla="*/ 967402 w 1692117"/>
                <a:gd name="csY2228" fmla="*/ 100801 h 1076324"/>
                <a:gd name="csX2229" fmla="*/ 965969 w 1692117"/>
                <a:gd name="csY2229" fmla="*/ 98412 h 1076324"/>
                <a:gd name="csX2230" fmla="*/ 965013 w 1692117"/>
                <a:gd name="csY2230" fmla="*/ 98412 h 1076324"/>
                <a:gd name="csX2231" fmla="*/ 964536 w 1692117"/>
                <a:gd name="csY2231" fmla="*/ 100323 h 1076324"/>
                <a:gd name="csX2232" fmla="*/ 962625 w 1692117"/>
                <a:gd name="csY2232" fmla="*/ 103190 h 1076324"/>
                <a:gd name="csX2233" fmla="*/ 961192 w 1692117"/>
                <a:gd name="csY2233" fmla="*/ 105578 h 1076324"/>
                <a:gd name="csX2234" fmla="*/ 962625 w 1692117"/>
                <a:gd name="csY2234" fmla="*/ 106534 h 1076324"/>
                <a:gd name="csX2235" fmla="*/ 968835 w 1692117"/>
                <a:gd name="csY2235" fmla="*/ 106534 h 1076324"/>
                <a:gd name="csX2236" fmla="*/ 970269 w 1692117"/>
                <a:gd name="csY2236" fmla="*/ 107489 h 1076324"/>
                <a:gd name="csX2237" fmla="*/ 972179 w 1692117"/>
                <a:gd name="csY2237" fmla="*/ 108922 h 1076324"/>
                <a:gd name="csX2238" fmla="*/ 970269 w 1692117"/>
                <a:gd name="csY2238" fmla="*/ 111789 h 1076324"/>
                <a:gd name="csX2239" fmla="*/ 965969 w 1692117"/>
                <a:gd name="csY2239" fmla="*/ 117044 h 1076324"/>
                <a:gd name="csX2240" fmla="*/ 956414 w 1692117"/>
                <a:gd name="csY2240" fmla="*/ 126121 h 1076324"/>
                <a:gd name="csX2241" fmla="*/ 954026 w 1692117"/>
                <a:gd name="csY2241" fmla="*/ 128509 h 1076324"/>
                <a:gd name="csX2242" fmla="*/ 954503 w 1692117"/>
                <a:gd name="csY2242" fmla="*/ 129465 h 1076324"/>
                <a:gd name="csX2243" fmla="*/ 955459 w 1692117"/>
                <a:gd name="csY2243" fmla="*/ 129465 h 1076324"/>
                <a:gd name="csX2244" fmla="*/ 958803 w 1692117"/>
                <a:gd name="csY2244" fmla="*/ 128987 h 1076324"/>
                <a:gd name="csX2245" fmla="*/ 961669 w 1692117"/>
                <a:gd name="csY2245" fmla="*/ 128032 h 1076324"/>
                <a:gd name="csX2246" fmla="*/ 965491 w 1692117"/>
                <a:gd name="csY2246" fmla="*/ 128509 h 1076324"/>
                <a:gd name="csX2247" fmla="*/ 966925 w 1692117"/>
                <a:gd name="csY2247" fmla="*/ 129465 h 1076324"/>
                <a:gd name="csX2248" fmla="*/ 966447 w 1692117"/>
                <a:gd name="csY2248" fmla="*/ 130420 h 1076324"/>
                <a:gd name="csX2249" fmla="*/ 967402 w 1692117"/>
                <a:gd name="csY2249" fmla="*/ 131853 h 1076324"/>
                <a:gd name="csX2250" fmla="*/ 973135 w 1692117"/>
                <a:gd name="csY2250" fmla="*/ 135675 h 1076324"/>
                <a:gd name="csX2251" fmla="*/ 976957 w 1692117"/>
                <a:gd name="csY2251" fmla="*/ 135198 h 1076324"/>
                <a:gd name="csX2252" fmla="*/ 980778 w 1692117"/>
                <a:gd name="csY2252" fmla="*/ 131376 h 1076324"/>
                <a:gd name="csX2253" fmla="*/ 983645 w 1692117"/>
                <a:gd name="csY2253" fmla="*/ 129465 h 1076324"/>
                <a:gd name="csX2254" fmla="*/ 987467 w 1692117"/>
                <a:gd name="csY2254" fmla="*/ 129942 h 1076324"/>
                <a:gd name="csX2255" fmla="*/ 988422 w 1692117"/>
                <a:gd name="csY2255" fmla="*/ 130420 h 1076324"/>
                <a:gd name="csX2256" fmla="*/ 987944 w 1692117"/>
                <a:gd name="csY2256" fmla="*/ 130898 h 1076324"/>
                <a:gd name="csX2257" fmla="*/ 985078 w 1692117"/>
                <a:gd name="csY2257" fmla="*/ 133286 h 1076324"/>
                <a:gd name="csX2258" fmla="*/ 982690 w 1692117"/>
                <a:gd name="csY2258" fmla="*/ 135198 h 1076324"/>
                <a:gd name="csX2259" fmla="*/ 982690 w 1692117"/>
                <a:gd name="csY2259" fmla="*/ 136153 h 1076324"/>
                <a:gd name="csX2260" fmla="*/ 985556 w 1692117"/>
                <a:gd name="csY2260" fmla="*/ 135198 h 1076324"/>
                <a:gd name="csX2261" fmla="*/ 992244 w 1692117"/>
                <a:gd name="csY2261" fmla="*/ 136631 h 1076324"/>
                <a:gd name="csX2262" fmla="*/ 995588 w 1692117"/>
                <a:gd name="csY2262" fmla="*/ 137108 h 1076324"/>
                <a:gd name="csX2263" fmla="*/ 997977 w 1692117"/>
                <a:gd name="csY2263" fmla="*/ 136631 h 1076324"/>
                <a:gd name="csX2264" fmla="*/ 1000366 w 1692117"/>
                <a:gd name="csY2264" fmla="*/ 137108 h 1076324"/>
                <a:gd name="csX2265" fmla="*/ 1002276 w 1692117"/>
                <a:gd name="csY2265" fmla="*/ 138542 h 1076324"/>
                <a:gd name="csX2266" fmla="*/ 1002754 w 1692117"/>
                <a:gd name="csY2266" fmla="*/ 139497 h 1076324"/>
                <a:gd name="csX2267" fmla="*/ 1000843 w 1692117"/>
                <a:gd name="csY2267" fmla="*/ 140452 h 1076324"/>
                <a:gd name="csX2268" fmla="*/ 999410 w 1692117"/>
                <a:gd name="csY2268" fmla="*/ 140452 h 1076324"/>
                <a:gd name="csX2269" fmla="*/ 997499 w 1692117"/>
                <a:gd name="csY2269" fmla="*/ 140930 h 1076324"/>
                <a:gd name="csX2270" fmla="*/ 996544 w 1692117"/>
                <a:gd name="csY2270" fmla="*/ 142841 h 1076324"/>
                <a:gd name="csX2271" fmla="*/ 995588 w 1692117"/>
                <a:gd name="csY2271" fmla="*/ 145230 h 1076324"/>
                <a:gd name="csX2272" fmla="*/ 995110 w 1692117"/>
                <a:gd name="csY2272" fmla="*/ 148096 h 1076324"/>
                <a:gd name="csX2273" fmla="*/ 993677 w 1692117"/>
                <a:gd name="csY2273" fmla="*/ 149529 h 1076324"/>
                <a:gd name="csX2274" fmla="*/ 991289 w 1692117"/>
                <a:gd name="csY2274" fmla="*/ 149052 h 1076324"/>
                <a:gd name="csX2275" fmla="*/ 990333 w 1692117"/>
                <a:gd name="csY2275" fmla="*/ 148096 h 1076324"/>
                <a:gd name="csX2276" fmla="*/ 990811 w 1692117"/>
                <a:gd name="csY2276" fmla="*/ 147141 h 1076324"/>
                <a:gd name="csX2277" fmla="*/ 990333 w 1692117"/>
                <a:gd name="csY2277" fmla="*/ 146663 h 1076324"/>
                <a:gd name="csX2278" fmla="*/ 988422 w 1692117"/>
                <a:gd name="csY2278" fmla="*/ 147618 h 1076324"/>
                <a:gd name="csX2279" fmla="*/ 986989 w 1692117"/>
                <a:gd name="csY2279" fmla="*/ 147618 h 1076324"/>
                <a:gd name="csX2280" fmla="*/ 986511 w 1692117"/>
                <a:gd name="csY2280" fmla="*/ 148574 h 1076324"/>
                <a:gd name="csX2281" fmla="*/ 996544 w 1692117"/>
                <a:gd name="csY2281" fmla="*/ 157651 h 1076324"/>
                <a:gd name="csX2282" fmla="*/ 999410 w 1692117"/>
                <a:gd name="csY2282" fmla="*/ 165772 h 1076324"/>
                <a:gd name="csX2283" fmla="*/ 1001799 w 1692117"/>
                <a:gd name="csY2283" fmla="*/ 169116 h 1076324"/>
                <a:gd name="csX2284" fmla="*/ 1001799 w 1692117"/>
                <a:gd name="csY2284" fmla="*/ 170072 h 1076324"/>
                <a:gd name="csX2285" fmla="*/ 1000366 w 1692117"/>
                <a:gd name="csY2285" fmla="*/ 171983 h 1076324"/>
                <a:gd name="csX2286" fmla="*/ 1000366 w 1692117"/>
                <a:gd name="csY2286" fmla="*/ 173893 h 1076324"/>
                <a:gd name="csX2287" fmla="*/ 1001321 w 1692117"/>
                <a:gd name="csY2287" fmla="*/ 178671 h 1076324"/>
                <a:gd name="csX2288" fmla="*/ 1000843 w 1692117"/>
                <a:gd name="csY2288" fmla="*/ 182493 h 1076324"/>
                <a:gd name="csX2289" fmla="*/ 999888 w 1692117"/>
                <a:gd name="csY2289" fmla="*/ 189181 h 1076324"/>
                <a:gd name="csX2290" fmla="*/ 1000843 w 1692117"/>
                <a:gd name="csY2290" fmla="*/ 191570 h 1076324"/>
                <a:gd name="csX2291" fmla="*/ 1002754 w 1692117"/>
                <a:gd name="csY2291" fmla="*/ 193480 h 1076324"/>
                <a:gd name="csX2292" fmla="*/ 1004187 w 1692117"/>
                <a:gd name="csY2292" fmla="*/ 195869 h 1076324"/>
                <a:gd name="csX2293" fmla="*/ 1005143 w 1692117"/>
                <a:gd name="csY2293" fmla="*/ 196347 h 1076324"/>
                <a:gd name="csX2294" fmla="*/ 1005620 w 1692117"/>
                <a:gd name="csY2294" fmla="*/ 198258 h 1076324"/>
                <a:gd name="csX2295" fmla="*/ 1006098 w 1692117"/>
                <a:gd name="csY2295" fmla="*/ 199691 h 1076324"/>
                <a:gd name="csX2296" fmla="*/ 1007054 w 1692117"/>
                <a:gd name="csY2296" fmla="*/ 200169 h 1076324"/>
                <a:gd name="csX2297" fmla="*/ 1007532 w 1692117"/>
                <a:gd name="csY2297" fmla="*/ 199691 h 1076324"/>
                <a:gd name="csX2298" fmla="*/ 1008009 w 1692117"/>
                <a:gd name="csY2298" fmla="*/ 197780 h 1076324"/>
                <a:gd name="csX2299" fmla="*/ 1008965 w 1692117"/>
                <a:gd name="csY2299" fmla="*/ 195869 h 1076324"/>
                <a:gd name="csX2300" fmla="*/ 1011353 w 1692117"/>
                <a:gd name="csY2300" fmla="*/ 193003 h 1076324"/>
                <a:gd name="csX2301" fmla="*/ 1013264 w 1692117"/>
                <a:gd name="csY2301" fmla="*/ 188703 h 1076324"/>
                <a:gd name="csX2302" fmla="*/ 1013742 w 1692117"/>
                <a:gd name="csY2302" fmla="*/ 186792 h 1076324"/>
                <a:gd name="csX2303" fmla="*/ 1013264 w 1692117"/>
                <a:gd name="csY2303" fmla="*/ 183448 h 1076324"/>
                <a:gd name="csX2304" fmla="*/ 1013264 w 1692117"/>
                <a:gd name="csY2304" fmla="*/ 182015 h 1076324"/>
                <a:gd name="csX2305" fmla="*/ 1015653 w 1692117"/>
                <a:gd name="csY2305" fmla="*/ 176282 h 1076324"/>
                <a:gd name="csX2306" fmla="*/ 1016131 w 1692117"/>
                <a:gd name="csY2306" fmla="*/ 172460 h 1076324"/>
                <a:gd name="csX2307" fmla="*/ 1016608 w 1692117"/>
                <a:gd name="csY2307" fmla="*/ 166728 h 1076324"/>
                <a:gd name="csX2308" fmla="*/ 1018042 w 1692117"/>
                <a:gd name="csY2308" fmla="*/ 162428 h 1076324"/>
                <a:gd name="csX2309" fmla="*/ 1019952 w 1692117"/>
                <a:gd name="csY2309" fmla="*/ 158606 h 1076324"/>
                <a:gd name="csX2310" fmla="*/ 1024252 w 1692117"/>
                <a:gd name="csY2310" fmla="*/ 151440 h 1076324"/>
                <a:gd name="csX2311" fmla="*/ 1025685 w 1692117"/>
                <a:gd name="csY2311" fmla="*/ 150007 h 1076324"/>
                <a:gd name="csX2312" fmla="*/ 1027118 w 1692117"/>
                <a:gd name="csY2312" fmla="*/ 149052 h 1076324"/>
                <a:gd name="csX2313" fmla="*/ 1029985 w 1692117"/>
                <a:gd name="csY2313" fmla="*/ 149529 h 1076324"/>
                <a:gd name="csX2314" fmla="*/ 1031896 w 1692117"/>
                <a:gd name="csY2314" fmla="*/ 151918 h 1076324"/>
                <a:gd name="csX2315" fmla="*/ 1034762 w 1692117"/>
                <a:gd name="csY2315" fmla="*/ 156218 h 1076324"/>
                <a:gd name="csX2316" fmla="*/ 1038106 w 1692117"/>
                <a:gd name="csY2316" fmla="*/ 160039 h 1076324"/>
                <a:gd name="csX2317" fmla="*/ 1044794 w 1692117"/>
                <a:gd name="csY2317" fmla="*/ 165294 h 1076324"/>
                <a:gd name="csX2318" fmla="*/ 1046227 w 1692117"/>
                <a:gd name="csY2318" fmla="*/ 167205 h 1076324"/>
                <a:gd name="csX2319" fmla="*/ 1050049 w 1692117"/>
                <a:gd name="csY2319" fmla="*/ 172460 h 1076324"/>
                <a:gd name="csX2320" fmla="*/ 1051483 w 1692117"/>
                <a:gd name="csY2320" fmla="*/ 177715 h 1076324"/>
                <a:gd name="csX2321" fmla="*/ 1052438 w 1692117"/>
                <a:gd name="csY2321" fmla="*/ 184881 h 1076324"/>
                <a:gd name="csX2322" fmla="*/ 1053393 w 1692117"/>
                <a:gd name="csY2322" fmla="*/ 189181 h 1076324"/>
                <a:gd name="csX2323" fmla="*/ 1054349 w 1692117"/>
                <a:gd name="csY2323" fmla="*/ 190614 h 1076324"/>
                <a:gd name="csX2324" fmla="*/ 1054827 w 1692117"/>
                <a:gd name="csY2324" fmla="*/ 193003 h 1076324"/>
                <a:gd name="csX2325" fmla="*/ 1054827 w 1692117"/>
                <a:gd name="csY2325" fmla="*/ 195869 h 1076324"/>
                <a:gd name="csX2326" fmla="*/ 1054349 w 1692117"/>
                <a:gd name="csY2326" fmla="*/ 197780 h 1076324"/>
                <a:gd name="csX2327" fmla="*/ 1053871 w 1692117"/>
                <a:gd name="csY2327" fmla="*/ 199691 h 1076324"/>
                <a:gd name="csX2328" fmla="*/ 1052916 w 1692117"/>
                <a:gd name="csY2328" fmla="*/ 200646 h 1076324"/>
                <a:gd name="csX2329" fmla="*/ 1051005 w 1692117"/>
                <a:gd name="csY2329" fmla="*/ 200646 h 1076324"/>
                <a:gd name="csX2330" fmla="*/ 1048616 w 1692117"/>
                <a:gd name="csY2330" fmla="*/ 200169 h 1076324"/>
                <a:gd name="csX2331" fmla="*/ 1048139 w 1692117"/>
                <a:gd name="csY2331" fmla="*/ 199691 h 1076324"/>
                <a:gd name="csX2332" fmla="*/ 1046705 w 1692117"/>
                <a:gd name="csY2332" fmla="*/ 196347 h 1076324"/>
                <a:gd name="csX2333" fmla="*/ 1046227 w 1692117"/>
                <a:gd name="csY2333" fmla="*/ 195869 h 1076324"/>
                <a:gd name="csX2334" fmla="*/ 1043839 w 1692117"/>
                <a:gd name="csY2334" fmla="*/ 198735 h 1076324"/>
                <a:gd name="csX2335" fmla="*/ 1043839 w 1692117"/>
                <a:gd name="csY2335" fmla="*/ 200169 h 1076324"/>
                <a:gd name="csX2336" fmla="*/ 1044317 w 1692117"/>
                <a:gd name="csY2336" fmla="*/ 204468 h 1076324"/>
                <a:gd name="csX2337" fmla="*/ 1044317 w 1692117"/>
                <a:gd name="csY2337" fmla="*/ 213067 h 1076324"/>
                <a:gd name="csX2338" fmla="*/ 1044794 w 1692117"/>
                <a:gd name="csY2338" fmla="*/ 214978 h 1076324"/>
                <a:gd name="csX2339" fmla="*/ 1047183 w 1692117"/>
                <a:gd name="csY2339" fmla="*/ 224055 h 1076324"/>
                <a:gd name="csX2340" fmla="*/ 1051005 w 1692117"/>
                <a:gd name="csY2340" fmla="*/ 230743 h 1076324"/>
                <a:gd name="csX2341" fmla="*/ 1061037 w 1692117"/>
                <a:gd name="csY2341" fmla="*/ 243642 h 1076324"/>
                <a:gd name="csX2342" fmla="*/ 1061515 w 1692117"/>
                <a:gd name="csY2342" fmla="*/ 245075 h 1076324"/>
                <a:gd name="csX2343" fmla="*/ 1062470 w 1692117"/>
                <a:gd name="csY2343" fmla="*/ 250330 h 1076324"/>
                <a:gd name="csX2344" fmla="*/ 1062948 w 1692117"/>
                <a:gd name="csY2344" fmla="*/ 251286 h 1076324"/>
                <a:gd name="csX2345" fmla="*/ 1063426 w 1692117"/>
                <a:gd name="csY2345" fmla="*/ 251763 h 1076324"/>
                <a:gd name="csX2346" fmla="*/ 1064381 w 1692117"/>
                <a:gd name="csY2346" fmla="*/ 252241 h 1076324"/>
                <a:gd name="csX2347" fmla="*/ 1065337 w 1692117"/>
                <a:gd name="csY2347" fmla="*/ 251763 h 1076324"/>
                <a:gd name="csX2348" fmla="*/ 1069158 w 1692117"/>
                <a:gd name="csY2348" fmla="*/ 247464 h 1076324"/>
                <a:gd name="csX2349" fmla="*/ 1072025 w 1692117"/>
                <a:gd name="csY2349" fmla="*/ 243642 h 1076324"/>
                <a:gd name="csX2350" fmla="*/ 1074414 w 1692117"/>
                <a:gd name="csY2350" fmla="*/ 241253 h 1076324"/>
                <a:gd name="csX2351" fmla="*/ 1075847 w 1692117"/>
                <a:gd name="csY2351" fmla="*/ 241253 h 1076324"/>
                <a:gd name="csX2352" fmla="*/ 1077280 w 1692117"/>
                <a:gd name="csY2352" fmla="*/ 240298 h 1076324"/>
                <a:gd name="csX2353" fmla="*/ 1078713 w 1692117"/>
                <a:gd name="csY2353" fmla="*/ 238865 h 1076324"/>
                <a:gd name="csX2354" fmla="*/ 1079669 w 1692117"/>
                <a:gd name="csY2354" fmla="*/ 237432 h 1076324"/>
                <a:gd name="csX2355" fmla="*/ 1080146 w 1692117"/>
                <a:gd name="csY2355" fmla="*/ 235998 h 1076324"/>
                <a:gd name="csX2356" fmla="*/ 1080624 w 1692117"/>
                <a:gd name="csY2356" fmla="*/ 229310 h 1076324"/>
                <a:gd name="csX2357" fmla="*/ 1081102 w 1692117"/>
                <a:gd name="csY2357" fmla="*/ 226444 h 1076324"/>
                <a:gd name="csX2358" fmla="*/ 1082535 w 1692117"/>
                <a:gd name="csY2358" fmla="*/ 222144 h 1076324"/>
                <a:gd name="csX2359" fmla="*/ 1083013 w 1692117"/>
                <a:gd name="csY2359" fmla="*/ 221189 h 1076324"/>
                <a:gd name="csX2360" fmla="*/ 1090656 w 1692117"/>
                <a:gd name="csY2360" fmla="*/ 210201 h 1076324"/>
                <a:gd name="csX2361" fmla="*/ 1091612 w 1692117"/>
                <a:gd name="csY2361" fmla="*/ 209246 h 1076324"/>
                <a:gd name="csX2362" fmla="*/ 1094956 w 1692117"/>
                <a:gd name="csY2362" fmla="*/ 196347 h 1076324"/>
                <a:gd name="csX2363" fmla="*/ 1095911 w 1692117"/>
                <a:gd name="csY2363" fmla="*/ 190614 h 1076324"/>
                <a:gd name="csX2364" fmla="*/ 1095911 w 1692117"/>
                <a:gd name="csY2364" fmla="*/ 187270 h 1076324"/>
                <a:gd name="csX2365" fmla="*/ 1095434 w 1692117"/>
                <a:gd name="csY2365" fmla="*/ 184404 h 1076324"/>
                <a:gd name="csX2366" fmla="*/ 1095911 w 1692117"/>
                <a:gd name="csY2366" fmla="*/ 181537 h 1076324"/>
                <a:gd name="csX2367" fmla="*/ 1096867 w 1692117"/>
                <a:gd name="csY2367" fmla="*/ 179626 h 1076324"/>
                <a:gd name="csX2368" fmla="*/ 1097822 w 1692117"/>
                <a:gd name="csY2368" fmla="*/ 178193 h 1076324"/>
                <a:gd name="csX2369" fmla="*/ 1099256 w 1692117"/>
                <a:gd name="csY2369" fmla="*/ 176760 h 1076324"/>
                <a:gd name="csX2370" fmla="*/ 1100211 w 1692117"/>
                <a:gd name="csY2370" fmla="*/ 174849 h 1076324"/>
                <a:gd name="csX2371" fmla="*/ 1100689 w 1692117"/>
                <a:gd name="csY2371" fmla="*/ 174371 h 1076324"/>
                <a:gd name="csX2372" fmla="*/ 1102122 w 1692117"/>
                <a:gd name="csY2372" fmla="*/ 174371 h 1076324"/>
                <a:gd name="csX2373" fmla="*/ 1103555 w 1692117"/>
                <a:gd name="csY2373" fmla="*/ 175805 h 1076324"/>
                <a:gd name="csX2374" fmla="*/ 1104988 w 1692117"/>
                <a:gd name="csY2374" fmla="*/ 176282 h 1076324"/>
                <a:gd name="csX2375" fmla="*/ 1113110 w 1692117"/>
                <a:gd name="csY2375" fmla="*/ 174371 h 1076324"/>
                <a:gd name="csX2376" fmla="*/ 1113110 w 1692117"/>
                <a:gd name="csY2376" fmla="*/ 173416 h 1076324"/>
                <a:gd name="csX2377" fmla="*/ 1108332 w 1692117"/>
                <a:gd name="csY2377" fmla="*/ 171027 h 1076324"/>
                <a:gd name="csX2378" fmla="*/ 1108332 w 1692117"/>
                <a:gd name="csY2378" fmla="*/ 169594 h 1076324"/>
                <a:gd name="csX2379" fmla="*/ 1108810 w 1692117"/>
                <a:gd name="csY2379" fmla="*/ 167683 h 1076324"/>
                <a:gd name="csX2380" fmla="*/ 1110243 w 1692117"/>
                <a:gd name="csY2380" fmla="*/ 165772 h 1076324"/>
                <a:gd name="csX2381" fmla="*/ 1112154 w 1692117"/>
                <a:gd name="csY2381" fmla="*/ 164817 h 1076324"/>
                <a:gd name="csX2382" fmla="*/ 1112632 w 1692117"/>
                <a:gd name="csY2382" fmla="*/ 163861 h 1076324"/>
                <a:gd name="csX2383" fmla="*/ 1112632 w 1692117"/>
                <a:gd name="csY2383" fmla="*/ 161950 h 1076324"/>
                <a:gd name="csX2384" fmla="*/ 1113110 w 1692117"/>
                <a:gd name="csY2384" fmla="*/ 159084 h 1076324"/>
                <a:gd name="csX2385" fmla="*/ 1112632 w 1692117"/>
                <a:gd name="csY2385" fmla="*/ 158128 h 1076324"/>
                <a:gd name="csX2386" fmla="*/ 1108332 w 1692117"/>
                <a:gd name="csY2386" fmla="*/ 154784 h 1076324"/>
                <a:gd name="csX2387" fmla="*/ 1105466 w 1692117"/>
                <a:gd name="csY2387" fmla="*/ 154784 h 1076324"/>
                <a:gd name="csX2388" fmla="*/ 1104988 w 1692117"/>
                <a:gd name="csY2388" fmla="*/ 154307 h 1076324"/>
                <a:gd name="csX2389" fmla="*/ 1102600 w 1692117"/>
                <a:gd name="csY2389" fmla="*/ 150963 h 1076324"/>
                <a:gd name="csX2390" fmla="*/ 1102122 w 1692117"/>
                <a:gd name="csY2390" fmla="*/ 146663 h 1076324"/>
                <a:gd name="csX2391" fmla="*/ 1101644 w 1692117"/>
                <a:gd name="csY2391" fmla="*/ 144752 h 1076324"/>
                <a:gd name="csX2392" fmla="*/ 1102122 w 1692117"/>
                <a:gd name="csY2392" fmla="*/ 141886 h 1076324"/>
                <a:gd name="csX2393" fmla="*/ 1102600 w 1692117"/>
                <a:gd name="csY2393" fmla="*/ 141408 h 1076324"/>
                <a:gd name="csX2394" fmla="*/ 1102122 w 1692117"/>
                <a:gd name="csY2394" fmla="*/ 139975 h 1076324"/>
                <a:gd name="csX2395" fmla="*/ 1101644 w 1692117"/>
                <a:gd name="csY2395" fmla="*/ 138064 h 1076324"/>
                <a:gd name="csX2396" fmla="*/ 1101644 w 1692117"/>
                <a:gd name="csY2396" fmla="*/ 136153 h 1076324"/>
                <a:gd name="csX2397" fmla="*/ 1102122 w 1692117"/>
                <a:gd name="csY2397" fmla="*/ 134720 h 1076324"/>
                <a:gd name="csX2398" fmla="*/ 1101644 w 1692117"/>
                <a:gd name="csY2398" fmla="*/ 133286 h 1076324"/>
                <a:gd name="csX2399" fmla="*/ 1100689 w 1692117"/>
                <a:gd name="csY2399" fmla="*/ 131376 h 1076324"/>
                <a:gd name="csX2400" fmla="*/ 1100211 w 1692117"/>
                <a:gd name="csY2400" fmla="*/ 129465 h 1076324"/>
                <a:gd name="csX2401" fmla="*/ 1101644 w 1692117"/>
                <a:gd name="csY2401" fmla="*/ 124210 h 1076324"/>
                <a:gd name="csX2402" fmla="*/ 1101644 w 1692117"/>
                <a:gd name="csY2402" fmla="*/ 122777 h 1076324"/>
                <a:gd name="csX2403" fmla="*/ 1100689 w 1692117"/>
                <a:gd name="csY2403" fmla="*/ 120866 h 1076324"/>
                <a:gd name="csX2404" fmla="*/ 1099733 w 1692117"/>
                <a:gd name="csY2404" fmla="*/ 119910 h 1076324"/>
                <a:gd name="csX2405" fmla="*/ 1100211 w 1692117"/>
                <a:gd name="csY2405" fmla="*/ 119432 h 1076324"/>
                <a:gd name="csX2406" fmla="*/ 1102122 w 1692117"/>
                <a:gd name="csY2406" fmla="*/ 118955 h 1076324"/>
                <a:gd name="csX2407" fmla="*/ 1104511 w 1692117"/>
                <a:gd name="csY2407" fmla="*/ 119910 h 1076324"/>
                <a:gd name="csX2408" fmla="*/ 1106899 w 1692117"/>
                <a:gd name="csY2408" fmla="*/ 121343 h 1076324"/>
                <a:gd name="csX2409" fmla="*/ 1109765 w 1692117"/>
                <a:gd name="csY2409" fmla="*/ 121343 h 1076324"/>
                <a:gd name="csX2410" fmla="*/ 1113588 w 1692117"/>
                <a:gd name="csY2410" fmla="*/ 119910 h 1076324"/>
                <a:gd name="csX2411" fmla="*/ 1117409 w 1692117"/>
                <a:gd name="csY2411" fmla="*/ 118955 h 1076324"/>
                <a:gd name="csX2412" fmla="*/ 1124097 w 1692117"/>
                <a:gd name="csY2412" fmla="*/ 119432 h 1076324"/>
                <a:gd name="csX2413" fmla="*/ 1125531 w 1692117"/>
                <a:gd name="csY2413" fmla="*/ 119910 h 1076324"/>
                <a:gd name="csX2414" fmla="*/ 1131741 w 1692117"/>
                <a:gd name="csY2414" fmla="*/ 124687 h 1076324"/>
                <a:gd name="csX2415" fmla="*/ 1136996 w 1692117"/>
                <a:gd name="csY2415" fmla="*/ 127076 h 1076324"/>
                <a:gd name="csX2416" fmla="*/ 1138907 w 1692117"/>
                <a:gd name="csY2416" fmla="*/ 126598 h 1076324"/>
                <a:gd name="csX2417" fmla="*/ 1150372 w 1692117"/>
                <a:gd name="csY2417" fmla="*/ 127554 h 1076324"/>
                <a:gd name="csX2418" fmla="*/ 1155150 w 1692117"/>
                <a:gd name="csY2418" fmla="*/ 127076 h 1076324"/>
                <a:gd name="csX2419" fmla="*/ 1157538 w 1692117"/>
                <a:gd name="csY2419" fmla="*/ 127554 h 1076324"/>
                <a:gd name="csX2420" fmla="*/ 1162316 w 1692117"/>
                <a:gd name="csY2420" fmla="*/ 129942 h 1076324"/>
                <a:gd name="csX2421" fmla="*/ 1162316 w 1692117"/>
                <a:gd name="csY2421" fmla="*/ 132331 h 1076324"/>
                <a:gd name="csX2422" fmla="*/ 1159927 w 1692117"/>
                <a:gd name="csY2422" fmla="*/ 135675 h 1076324"/>
                <a:gd name="csX2423" fmla="*/ 1157061 w 1692117"/>
                <a:gd name="csY2423" fmla="*/ 136631 h 1076324"/>
                <a:gd name="csX2424" fmla="*/ 1155150 w 1692117"/>
                <a:gd name="csY2424" fmla="*/ 137586 h 1076324"/>
                <a:gd name="csX2425" fmla="*/ 1157061 w 1692117"/>
                <a:gd name="csY2425" fmla="*/ 139497 h 1076324"/>
                <a:gd name="csX2426" fmla="*/ 1163749 w 1692117"/>
                <a:gd name="csY2426" fmla="*/ 141886 h 1076324"/>
                <a:gd name="csX2427" fmla="*/ 1165182 w 1692117"/>
                <a:gd name="csY2427" fmla="*/ 146185 h 1076324"/>
                <a:gd name="csX2428" fmla="*/ 1165660 w 1692117"/>
                <a:gd name="csY2428" fmla="*/ 148096 h 1076324"/>
                <a:gd name="csX2429" fmla="*/ 1165182 w 1692117"/>
                <a:gd name="csY2429" fmla="*/ 149529 h 1076324"/>
                <a:gd name="csX2430" fmla="*/ 1165182 w 1692117"/>
                <a:gd name="csY2430" fmla="*/ 150485 h 1076324"/>
                <a:gd name="csX2431" fmla="*/ 1167093 w 1692117"/>
                <a:gd name="csY2431" fmla="*/ 150485 h 1076324"/>
                <a:gd name="csX2432" fmla="*/ 1170915 w 1692117"/>
                <a:gd name="csY2432" fmla="*/ 149052 h 1076324"/>
                <a:gd name="csX2433" fmla="*/ 1175214 w 1692117"/>
                <a:gd name="csY2433" fmla="*/ 150007 h 1076324"/>
                <a:gd name="csX2434" fmla="*/ 1181425 w 1692117"/>
                <a:gd name="csY2434" fmla="*/ 152873 h 1076324"/>
                <a:gd name="csX2435" fmla="*/ 1182380 w 1692117"/>
                <a:gd name="csY2435" fmla="*/ 153351 h 1076324"/>
                <a:gd name="csX2436" fmla="*/ 1183336 w 1692117"/>
                <a:gd name="csY2436" fmla="*/ 156218 h 1076324"/>
                <a:gd name="csX2437" fmla="*/ 1183336 w 1692117"/>
                <a:gd name="csY2437" fmla="*/ 157173 h 1076324"/>
                <a:gd name="csX2438" fmla="*/ 1177603 w 1692117"/>
                <a:gd name="csY2438" fmla="*/ 162906 h 1076324"/>
                <a:gd name="csX2439" fmla="*/ 1174737 w 1692117"/>
                <a:gd name="csY2439" fmla="*/ 165294 h 1076324"/>
                <a:gd name="csX2440" fmla="*/ 1170915 w 1692117"/>
                <a:gd name="csY2440" fmla="*/ 167683 h 1076324"/>
                <a:gd name="csX2441" fmla="*/ 1170915 w 1692117"/>
                <a:gd name="csY2441" fmla="*/ 169116 h 1076324"/>
                <a:gd name="csX2442" fmla="*/ 1176170 w 1692117"/>
                <a:gd name="csY2442" fmla="*/ 169116 h 1076324"/>
                <a:gd name="csX2443" fmla="*/ 1180470 w 1692117"/>
                <a:gd name="csY2443" fmla="*/ 169594 h 1076324"/>
                <a:gd name="csX2444" fmla="*/ 1182380 w 1692117"/>
                <a:gd name="csY2444" fmla="*/ 170549 h 1076324"/>
                <a:gd name="csX2445" fmla="*/ 1183336 w 1692117"/>
                <a:gd name="csY2445" fmla="*/ 171505 h 1076324"/>
                <a:gd name="csX2446" fmla="*/ 1184291 w 1692117"/>
                <a:gd name="csY2446" fmla="*/ 173893 h 1076324"/>
                <a:gd name="csX2447" fmla="*/ 1184769 w 1692117"/>
                <a:gd name="csY2447" fmla="*/ 175805 h 1076324"/>
                <a:gd name="csX2448" fmla="*/ 1184769 w 1692117"/>
                <a:gd name="csY2448" fmla="*/ 178671 h 1076324"/>
                <a:gd name="csX2449" fmla="*/ 1184291 w 1692117"/>
                <a:gd name="csY2449" fmla="*/ 180104 h 1076324"/>
                <a:gd name="csX2450" fmla="*/ 1179514 w 1692117"/>
                <a:gd name="csY2450" fmla="*/ 185359 h 1076324"/>
                <a:gd name="csX2451" fmla="*/ 1177125 w 1692117"/>
                <a:gd name="csY2451" fmla="*/ 186792 h 1076324"/>
                <a:gd name="csX2452" fmla="*/ 1173304 w 1692117"/>
                <a:gd name="csY2452" fmla="*/ 188703 h 1076324"/>
                <a:gd name="csX2453" fmla="*/ 1171393 w 1692117"/>
                <a:gd name="csY2453" fmla="*/ 190136 h 1076324"/>
                <a:gd name="csX2454" fmla="*/ 1169960 w 1692117"/>
                <a:gd name="csY2454" fmla="*/ 190136 h 1076324"/>
                <a:gd name="csX2455" fmla="*/ 1167571 w 1692117"/>
                <a:gd name="csY2455" fmla="*/ 188225 h 1076324"/>
                <a:gd name="csX2456" fmla="*/ 1165660 w 1692117"/>
                <a:gd name="csY2456" fmla="*/ 187748 h 1076324"/>
                <a:gd name="csX2457" fmla="*/ 1161838 w 1692117"/>
                <a:gd name="csY2457" fmla="*/ 189181 h 1076324"/>
                <a:gd name="csX2458" fmla="*/ 1159927 w 1692117"/>
                <a:gd name="csY2458" fmla="*/ 189181 h 1076324"/>
                <a:gd name="csX2459" fmla="*/ 1158972 w 1692117"/>
                <a:gd name="csY2459" fmla="*/ 189659 h 1076324"/>
                <a:gd name="csX2460" fmla="*/ 1158972 w 1692117"/>
                <a:gd name="csY2460" fmla="*/ 190614 h 1076324"/>
                <a:gd name="csX2461" fmla="*/ 1160883 w 1692117"/>
                <a:gd name="csY2461" fmla="*/ 193958 h 1076324"/>
                <a:gd name="csX2462" fmla="*/ 1161838 w 1692117"/>
                <a:gd name="csY2462" fmla="*/ 195391 h 1076324"/>
                <a:gd name="csX2463" fmla="*/ 1162316 w 1692117"/>
                <a:gd name="csY2463" fmla="*/ 196347 h 1076324"/>
                <a:gd name="csX2464" fmla="*/ 1161360 w 1692117"/>
                <a:gd name="csY2464" fmla="*/ 197780 h 1076324"/>
                <a:gd name="csX2465" fmla="*/ 1161360 w 1692117"/>
                <a:gd name="csY2465" fmla="*/ 198258 h 1076324"/>
                <a:gd name="csX2466" fmla="*/ 1162316 w 1692117"/>
                <a:gd name="csY2466" fmla="*/ 198735 h 1076324"/>
                <a:gd name="csX2467" fmla="*/ 1165660 w 1692117"/>
                <a:gd name="csY2467" fmla="*/ 205424 h 1076324"/>
                <a:gd name="csX2468" fmla="*/ 1166138 w 1692117"/>
                <a:gd name="csY2468" fmla="*/ 205901 h 1076324"/>
                <a:gd name="csX2469" fmla="*/ 1167093 w 1692117"/>
                <a:gd name="csY2469" fmla="*/ 205901 h 1076324"/>
                <a:gd name="csX2470" fmla="*/ 1168526 w 1692117"/>
                <a:gd name="csY2470" fmla="*/ 203991 h 1076324"/>
                <a:gd name="csX2471" fmla="*/ 1169004 w 1692117"/>
                <a:gd name="csY2471" fmla="*/ 203035 h 1076324"/>
                <a:gd name="csX2472" fmla="*/ 1169482 w 1692117"/>
                <a:gd name="csY2472" fmla="*/ 203035 h 1076324"/>
                <a:gd name="csX2473" fmla="*/ 1169482 w 1692117"/>
                <a:gd name="csY2473" fmla="*/ 203991 h 1076324"/>
                <a:gd name="csX2474" fmla="*/ 1168049 w 1692117"/>
                <a:gd name="csY2474" fmla="*/ 210201 h 1076324"/>
                <a:gd name="csX2475" fmla="*/ 1168049 w 1692117"/>
                <a:gd name="csY2475" fmla="*/ 211634 h 1076324"/>
                <a:gd name="csX2476" fmla="*/ 1168049 w 1692117"/>
                <a:gd name="csY2476" fmla="*/ 213067 h 1076324"/>
                <a:gd name="csX2477" fmla="*/ 1168526 w 1692117"/>
                <a:gd name="csY2477" fmla="*/ 215934 h 1076324"/>
                <a:gd name="csX2478" fmla="*/ 1170437 w 1692117"/>
                <a:gd name="csY2478" fmla="*/ 219278 h 1076324"/>
                <a:gd name="csX2479" fmla="*/ 1172348 w 1692117"/>
                <a:gd name="csY2479" fmla="*/ 222144 h 1076324"/>
                <a:gd name="csX2480" fmla="*/ 1175692 w 1692117"/>
                <a:gd name="csY2480" fmla="*/ 225966 h 1076324"/>
                <a:gd name="csX2481" fmla="*/ 1179992 w 1692117"/>
                <a:gd name="csY2481" fmla="*/ 230266 h 1076324"/>
                <a:gd name="csX2482" fmla="*/ 1181425 w 1692117"/>
                <a:gd name="csY2482" fmla="*/ 232177 h 1076324"/>
                <a:gd name="csX2483" fmla="*/ 1183814 w 1692117"/>
                <a:gd name="csY2483" fmla="*/ 236954 h 1076324"/>
                <a:gd name="csX2484" fmla="*/ 1184291 w 1692117"/>
                <a:gd name="csY2484" fmla="*/ 238387 h 1076324"/>
                <a:gd name="csX2485" fmla="*/ 1183814 w 1692117"/>
                <a:gd name="csY2485" fmla="*/ 243642 h 1076324"/>
                <a:gd name="csX2486" fmla="*/ 1181903 w 1692117"/>
                <a:gd name="csY2486" fmla="*/ 251286 h 1076324"/>
                <a:gd name="csX2487" fmla="*/ 1180947 w 1692117"/>
                <a:gd name="csY2487" fmla="*/ 255585 h 1076324"/>
                <a:gd name="csX2488" fmla="*/ 1180470 w 1692117"/>
                <a:gd name="csY2488" fmla="*/ 257019 h 1076324"/>
                <a:gd name="csX2489" fmla="*/ 1177125 w 1692117"/>
                <a:gd name="csY2489" fmla="*/ 259885 h 1076324"/>
                <a:gd name="csX2490" fmla="*/ 1175214 w 1692117"/>
                <a:gd name="csY2490" fmla="*/ 260840 h 1076324"/>
                <a:gd name="csX2491" fmla="*/ 1172348 w 1692117"/>
                <a:gd name="csY2491" fmla="*/ 260840 h 1076324"/>
                <a:gd name="csX2492" fmla="*/ 1171393 w 1692117"/>
                <a:gd name="csY2492" fmla="*/ 261318 h 1076324"/>
                <a:gd name="csX2493" fmla="*/ 1169960 w 1692117"/>
                <a:gd name="csY2493" fmla="*/ 263707 h 1076324"/>
                <a:gd name="csX2494" fmla="*/ 1167571 w 1692117"/>
                <a:gd name="csY2494" fmla="*/ 268006 h 1076324"/>
                <a:gd name="csX2495" fmla="*/ 1166138 w 1692117"/>
                <a:gd name="csY2495" fmla="*/ 270873 h 1076324"/>
                <a:gd name="csX2496" fmla="*/ 1164704 w 1692117"/>
                <a:gd name="csY2496" fmla="*/ 272306 h 1076324"/>
                <a:gd name="csX2497" fmla="*/ 1162316 w 1692117"/>
                <a:gd name="csY2497" fmla="*/ 273739 h 1076324"/>
                <a:gd name="csX2498" fmla="*/ 1158972 w 1692117"/>
                <a:gd name="csY2498" fmla="*/ 277561 h 1076324"/>
                <a:gd name="csX2499" fmla="*/ 1157061 w 1692117"/>
                <a:gd name="csY2499" fmla="*/ 278994 h 1076324"/>
                <a:gd name="csX2500" fmla="*/ 1150850 w 1692117"/>
                <a:gd name="csY2500" fmla="*/ 280905 h 1076324"/>
                <a:gd name="csX2501" fmla="*/ 1146073 w 1692117"/>
                <a:gd name="csY2501" fmla="*/ 286160 h 1076324"/>
                <a:gd name="csX2502" fmla="*/ 1144162 w 1692117"/>
                <a:gd name="csY2502" fmla="*/ 288071 h 1076324"/>
                <a:gd name="csX2503" fmla="*/ 1141773 w 1692117"/>
                <a:gd name="csY2503" fmla="*/ 289026 h 1076324"/>
                <a:gd name="csX2504" fmla="*/ 1139863 w 1692117"/>
                <a:gd name="csY2504" fmla="*/ 289026 h 1076324"/>
                <a:gd name="csX2505" fmla="*/ 1138429 w 1692117"/>
                <a:gd name="csY2505" fmla="*/ 288071 h 1076324"/>
                <a:gd name="csX2506" fmla="*/ 1137474 w 1692117"/>
                <a:gd name="csY2506" fmla="*/ 284727 h 1076324"/>
                <a:gd name="csX2507" fmla="*/ 1136996 w 1692117"/>
                <a:gd name="csY2507" fmla="*/ 283771 h 1076324"/>
                <a:gd name="csX2508" fmla="*/ 1135563 w 1692117"/>
                <a:gd name="csY2508" fmla="*/ 281383 h 1076324"/>
                <a:gd name="csX2509" fmla="*/ 1131741 w 1692117"/>
                <a:gd name="csY2509" fmla="*/ 275172 h 1076324"/>
                <a:gd name="csX2510" fmla="*/ 1130308 w 1692117"/>
                <a:gd name="csY2510" fmla="*/ 272784 h 1076324"/>
                <a:gd name="csX2511" fmla="*/ 1129353 w 1692117"/>
                <a:gd name="csY2511" fmla="*/ 272306 h 1076324"/>
                <a:gd name="csX2512" fmla="*/ 1126964 w 1692117"/>
                <a:gd name="csY2512" fmla="*/ 272784 h 1076324"/>
                <a:gd name="csX2513" fmla="*/ 1126008 w 1692117"/>
                <a:gd name="csY2513" fmla="*/ 272306 h 1076324"/>
                <a:gd name="csX2514" fmla="*/ 1123620 w 1692117"/>
                <a:gd name="csY2514" fmla="*/ 270395 h 1076324"/>
                <a:gd name="csX2515" fmla="*/ 1123142 w 1692117"/>
                <a:gd name="csY2515" fmla="*/ 268962 h 1076324"/>
                <a:gd name="csX2516" fmla="*/ 1123142 w 1692117"/>
                <a:gd name="csY2516" fmla="*/ 268484 h 1076324"/>
                <a:gd name="csX2517" fmla="*/ 1124575 w 1692117"/>
                <a:gd name="csY2517" fmla="*/ 267529 h 1076324"/>
                <a:gd name="csX2518" fmla="*/ 1124097 w 1692117"/>
                <a:gd name="csY2518" fmla="*/ 266573 h 1076324"/>
                <a:gd name="csX2519" fmla="*/ 1120753 w 1692117"/>
                <a:gd name="csY2519" fmla="*/ 263707 h 1076324"/>
                <a:gd name="csX2520" fmla="*/ 1119798 w 1692117"/>
                <a:gd name="csY2520" fmla="*/ 261796 h 1076324"/>
                <a:gd name="csX2521" fmla="*/ 1119798 w 1692117"/>
                <a:gd name="csY2521" fmla="*/ 261318 h 1076324"/>
                <a:gd name="csX2522" fmla="*/ 1116454 w 1692117"/>
                <a:gd name="csY2522" fmla="*/ 259407 h 1076324"/>
                <a:gd name="csX2523" fmla="*/ 1113588 w 1692117"/>
                <a:gd name="csY2523" fmla="*/ 258929 h 1076324"/>
                <a:gd name="csX2524" fmla="*/ 1109765 w 1692117"/>
                <a:gd name="csY2524" fmla="*/ 262273 h 1076324"/>
                <a:gd name="csX2525" fmla="*/ 1108332 w 1692117"/>
                <a:gd name="csY2525" fmla="*/ 264662 h 1076324"/>
                <a:gd name="csX2526" fmla="*/ 1108332 w 1692117"/>
                <a:gd name="csY2526" fmla="*/ 265140 h 1076324"/>
                <a:gd name="csX2527" fmla="*/ 1109765 w 1692117"/>
                <a:gd name="csY2527" fmla="*/ 266095 h 1076324"/>
                <a:gd name="csX2528" fmla="*/ 1110721 w 1692117"/>
                <a:gd name="csY2528" fmla="*/ 265618 h 1076324"/>
                <a:gd name="csX2529" fmla="*/ 1112154 w 1692117"/>
                <a:gd name="csY2529" fmla="*/ 263707 h 1076324"/>
                <a:gd name="csX2530" fmla="*/ 1113110 w 1692117"/>
                <a:gd name="csY2530" fmla="*/ 262751 h 1076324"/>
                <a:gd name="csX2531" fmla="*/ 1115498 w 1692117"/>
                <a:gd name="csY2531" fmla="*/ 263229 h 1076324"/>
                <a:gd name="csX2532" fmla="*/ 1117409 w 1692117"/>
                <a:gd name="csY2532" fmla="*/ 264662 h 1076324"/>
                <a:gd name="csX2533" fmla="*/ 1118365 w 1692117"/>
                <a:gd name="csY2533" fmla="*/ 266095 h 1076324"/>
                <a:gd name="csX2534" fmla="*/ 1118365 w 1692117"/>
                <a:gd name="csY2534" fmla="*/ 266573 h 1076324"/>
                <a:gd name="csX2535" fmla="*/ 1124097 w 1692117"/>
                <a:gd name="csY2535" fmla="*/ 273261 h 1076324"/>
                <a:gd name="csX2536" fmla="*/ 1126008 w 1692117"/>
                <a:gd name="csY2536" fmla="*/ 274694 h 1076324"/>
                <a:gd name="csX2537" fmla="*/ 1126486 w 1692117"/>
                <a:gd name="csY2537" fmla="*/ 276605 h 1076324"/>
                <a:gd name="csX2538" fmla="*/ 1126964 w 1692117"/>
                <a:gd name="csY2538" fmla="*/ 278994 h 1076324"/>
                <a:gd name="csX2539" fmla="*/ 1128397 w 1692117"/>
                <a:gd name="csY2539" fmla="*/ 281860 h 1076324"/>
                <a:gd name="csX2540" fmla="*/ 1130786 w 1692117"/>
                <a:gd name="csY2540" fmla="*/ 286638 h 1076324"/>
                <a:gd name="csX2541" fmla="*/ 1133652 w 1692117"/>
                <a:gd name="csY2541" fmla="*/ 292848 h 1076324"/>
                <a:gd name="csX2542" fmla="*/ 1134130 w 1692117"/>
                <a:gd name="csY2542" fmla="*/ 295237 h 1076324"/>
                <a:gd name="csX2543" fmla="*/ 1132697 w 1692117"/>
                <a:gd name="csY2543" fmla="*/ 296192 h 1076324"/>
                <a:gd name="csX2544" fmla="*/ 1132219 w 1692117"/>
                <a:gd name="csY2544" fmla="*/ 296192 h 1076324"/>
                <a:gd name="csX2545" fmla="*/ 1129830 w 1692117"/>
                <a:gd name="csY2545" fmla="*/ 295237 h 1076324"/>
                <a:gd name="csX2546" fmla="*/ 1124575 w 1692117"/>
                <a:gd name="csY2546" fmla="*/ 292848 h 1076324"/>
                <a:gd name="csX2547" fmla="*/ 1123620 w 1692117"/>
                <a:gd name="csY2547" fmla="*/ 292848 h 1076324"/>
                <a:gd name="csX2548" fmla="*/ 1122187 w 1692117"/>
                <a:gd name="csY2548" fmla="*/ 294281 h 1076324"/>
                <a:gd name="csX2549" fmla="*/ 1121231 w 1692117"/>
                <a:gd name="csY2549" fmla="*/ 297148 h 1076324"/>
                <a:gd name="csX2550" fmla="*/ 1120753 w 1692117"/>
                <a:gd name="csY2550" fmla="*/ 297626 h 1076324"/>
                <a:gd name="csX2551" fmla="*/ 1117887 w 1692117"/>
                <a:gd name="csY2551" fmla="*/ 296192 h 1076324"/>
                <a:gd name="csX2552" fmla="*/ 1112154 w 1692117"/>
                <a:gd name="csY2552" fmla="*/ 293326 h 1076324"/>
                <a:gd name="csX2553" fmla="*/ 1108332 w 1692117"/>
                <a:gd name="csY2553" fmla="*/ 290937 h 1076324"/>
                <a:gd name="csX2554" fmla="*/ 1106422 w 1692117"/>
                <a:gd name="csY2554" fmla="*/ 289026 h 1076324"/>
                <a:gd name="csX2555" fmla="*/ 1104511 w 1692117"/>
                <a:gd name="csY2555" fmla="*/ 285682 h 1076324"/>
                <a:gd name="csX2556" fmla="*/ 1101644 w 1692117"/>
                <a:gd name="csY2556" fmla="*/ 281383 h 1076324"/>
                <a:gd name="csX2557" fmla="*/ 1098300 w 1692117"/>
                <a:gd name="csY2557" fmla="*/ 279949 h 1076324"/>
                <a:gd name="csX2558" fmla="*/ 1094478 w 1692117"/>
                <a:gd name="csY2558" fmla="*/ 281860 h 1076324"/>
                <a:gd name="csX2559" fmla="*/ 1089223 w 1692117"/>
                <a:gd name="csY2559" fmla="*/ 282338 h 1076324"/>
                <a:gd name="csX2560" fmla="*/ 1078235 w 1692117"/>
                <a:gd name="csY2560" fmla="*/ 281860 h 1076324"/>
                <a:gd name="csX2561" fmla="*/ 1076324 w 1692117"/>
                <a:gd name="csY2561" fmla="*/ 282338 h 1076324"/>
                <a:gd name="csX2562" fmla="*/ 1075847 w 1692117"/>
                <a:gd name="csY2562" fmla="*/ 282816 h 1076324"/>
                <a:gd name="csX2563" fmla="*/ 1076802 w 1692117"/>
                <a:gd name="csY2563" fmla="*/ 285205 h 1076324"/>
                <a:gd name="csX2564" fmla="*/ 1076802 w 1692117"/>
                <a:gd name="csY2564" fmla="*/ 285682 h 1076324"/>
                <a:gd name="csX2565" fmla="*/ 1075847 w 1692117"/>
                <a:gd name="csY2565" fmla="*/ 286160 h 1076324"/>
                <a:gd name="csX2566" fmla="*/ 1075847 w 1692117"/>
                <a:gd name="csY2566" fmla="*/ 287115 h 1076324"/>
                <a:gd name="csX2567" fmla="*/ 1076802 w 1692117"/>
                <a:gd name="csY2567" fmla="*/ 289504 h 1076324"/>
                <a:gd name="csX2568" fmla="*/ 1079191 w 1692117"/>
                <a:gd name="csY2568" fmla="*/ 291415 h 1076324"/>
                <a:gd name="csX2569" fmla="*/ 1084446 w 1692117"/>
                <a:gd name="csY2569" fmla="*/ 293804 h 1076324"/>
                <a:gd name="csX2570" fmla="*/ 1088268 w 1692117"/>
                <a:gd name="csY2570" fmla="*/ 295715 h 1076324"/>
                <a:gd name="csX2571" fmla="*/ 1090656 w 1692117"/>
                <a:gd name="csY2571" fmla="*/ 297148 h 1076324"/>
                <a:gd name="csX2572" fmla="*/ 1091134 w 1692117"/>
                <a:gd name="csY2572" fmla="*/ 299059 h 1076324"/>
                <a:gd name="csX2573" fmla="*/ 1091612 w 1692117"/>
                <a:gd name="csY2573" fmla="*/ 300492 h 1076324"/>
                <a:gd name="csX2574" fmla="*/ 1090179 w 1692117"/>
                <a:gd name="csY2574" fmla="*/ 303358 h 1076324"/>
                <a:gd name="csX2575" fmla="*/ 1089701 w 1692117"/>
                <a:gd name="csY2575" fmla="*/ 304791 h 1076324"/>
                <a:gd name="csX2576" fmla="*/ 1076802 w 1692117"/>
                <a:gd name="csY2576" fmla="*/ 320557 h 1076324"/>
                <a:gd name="csX2577" fmla="*/ 1071547 w 1692117"/>
                <a:gd name="csY2577" fmla="*/ 326767 h 1076324"/>
                <a:gd name="csX2578" fmla="*/ 1069158 w 1692117"/>
                <a:gd name="csY2578" fmla="*/ 330589 h 1076324"/>
                <a:gd name="csX2579" fmla="*/ 1066770 w 1692117"/>
                <a:gd name="csY2579" fmla="*/ 332977 h 1076324"/>
                <a:gd name="csX2580" fmla="*/ 1064859 w 1692117"/>
                <a:gd name="csY2580" fmla="*/ 334411 h 1076324"/>
                <a:gd name="csX2581" fmla="*/ 1061515 w 1692117"/>
                <a:gd name="csY2581" fmla="*/ 334888 h 1076324"/>
                <a:gd name="csX2582" fmla="*/ 1057215 w 1692117"/>
                <a:gd name="csY2582" fmla="*/ 334888 h 1076324"/>
                <a:gd name="csX2583" fmla="*/ 1051483 w 1692117"/>
                <a:gd name="csY2583" fmla="*/ 334411 h 1076324"/>
                <a:gd name="csX2584" fmla="*/ 1048616 w 1692117"/>
                <a:gd name="csY2584" fmla="*/ 332500 h 1076324"/>
                <a:gd name="csX2585" fmla="*/ 1042883 w 1692117"/>
                <a:gd name="csY2585" fmla="*/ 327245 h 1076324"/>
                <a:gd name="csX2586" fmla="*/ 1039062 w 1692117"/>
                <a:gd name="csY2586" fmla="*/ 323901 h 1076324"/>
                <a:gd name="csX2587" fmla="*/ 1037628 w 1692117"/>
                <a:gd name="csY2587" fmla="*/ 322945 h 1076324"/>
                <a:gd name="csX2588" fmla="*/ 1036195 w 1692117"/>
                <a:gd name="csY2588" fmla="*/ 320079 h 1076324"/>
                <a:gd name="csX2589" fmla="*/ 1034762 w 1692117"/>
                <a:gd name="csY2589" fmla="*/ 319601 h 1076324"/>
                <a:gd name="csX2590" fmla="*/ 1031896 w 1692117"/>
                <a:gd name="csY2590" fmla="*/ 319123 h 1076324"/>
                <a:gd name="csX2591" fmla="*/ 1029507 w 1692117"/>
                <a:gd name="csY2591" fmla="*/ 317212 h 1076324"/>
                <a:gd name="csX2592" fmla="*/ 1022819 w 1692117"/>
                <a:gd name="csY2592" fmla="*/ 311957 h 1076324"/>
                <a:gd name="csX2593" fmla="*/ 1019475 w 1692117"/>
                <a:gd name="csY2593" fmla="*/ 309569 h 1076324"/>
                <a:gd name="csX2594" fmla="*/ 1016131 w 1692117"/>
                <a:gd name="csY2594" fmla="*/ 308613 h 1076324"/>
                <a:gd name="csX2595" fmla="*/ 1013264 w 1692117"/>
                <a:gd name="csY2595" fmla="*/ 308613 h 1076324"/>
                <a:gd name="csX2596" fmla="*/ 1012309 w 1692117"/>
                <a:gd name="csY2596" fmla="*/ 308613 h 1076324"/>
                <a:gd name="csX2597" fmla="*/ 1014220 w 1692117"/>
                <a:gd name="csY2597" fmla="*/ 311480 h 1076324"/>
                <a:gd name="csX2598" fmla="*/ 1013264 w 1692117"/>
                <a:gd name="csY2598" fmla="*/ 311480 h 1076324"/>
                <a:gd name="csX2599" fmla="*/ 1011353 w 1692117"/>
                <a:gd name="csY2599" fmla="*/ 311002 h 1076324"/>
                <a:gd name="csX2600" fmla="*/ 1008965 w 1692117"/>
                <a:gd name="csY2600" fmla="*/ 311002 h 1076324"/>
                <a:gd name="csX2601" fmla="*/ 1005143 w 1692117"/>
                <a:gd name="csY2601" fmla="*/ 309091 h 1076324"/>
                <a:gd name="csX2602" fmla="*/ 1000843 w 1692117"/>
                <a:gd name="csY2602" fmla="*/ 309091 h 1076324"/>
                <a:gd name="csX2603" fmla="*/ 998455 w 1692117"/>
                <a:gd name="csY2603" fmla="*/ 309091 h 1076324"/>
                <a:gd name="csX2604" fmla="*/ 995110 w 1692117"/>
                <a:gd name="csY2604" fmla="*/ 307658 h 1076324"/>
                <a:gd name="csX2605" fmla="*/ 991289 w 1692117"/>
                <a:gd name="csY2605" fmla="*/ 307180 h 1076324"/>
                <a:gd name="csX2606" fmla="*/ 985078 w 1692117"/>
                <a:gd name="csY2606" fmla="*/ 307180 h 1076324"/>
                <a:gd name="csX2607" fmla="*/ 983167 w 1692117"/>
                <a:gd name="csY2607" fmla="*/ 307658 h 1076324"/>
                <a:gd name="csX2608" fmla="*/ 982690 w 1692117"/>
                <a:gd name="csY2608" fmla="*/ 308136 h 1076324"/>
                <a:gd name="csX2609" fmla="*/ 985556 w 1692117"/>
                <a:gd name="csY2609" fmla="*/ 310524 h 1076324"/>
                <a:gd name="csX2610" fmla="*/ 990811 w 1692117"/>
                <a:gd name="csY2610" fmla="*/ 313391 h 1076324"/>
                <a:gd name="csX2611" fmla="*/ 989855 w 1692117"/>
                <a:gd name="csY2611" fmla="*/ 311002 h 1076324"/>
                <a:gd name="csX2612" fmla="*/ 990333 w 1692117"/>
                <a:gd name="csY2612" fmla="*/ 310046 h 1076324"/>
                <a:gd name="csX2613" fmla="*/ 991766 w 1692117"/>
                <a:gd name="csY2613" fmla="*/ 309569 h 1076324"/>
                <a:gd name="csX2614" fmla="*/ 999410 w 1692117"/>
                <a:gd name="csY2614" fmla="*/ 311002 h 1076324"/>
                <a:gd name="csX2615" fmla="*/ 1008009 w 1692117"/>
                <a:gd name="csY2615" fmla="*/ 313868 h 1076324"/>
                <a:gd name="csX2616" fmla="*/ 1010398 w 1692117"/>
                <a:gd name="csY2616" fmla="*/ 314346 h 1076324"/>
                <a:gd name="csX2617" fmla="*/ 1012786 w 1692117"/>
                <a:gd name="csY2617" fmla="*/ 315301 h 1076324"/>
                <a:gd name="csX2618" fmla="*/ 1015175 w 1692117"/>
                <a:gd name="csY2618" fmla="*/ 317212 h 1076324"/>
                <a:gd name="csX2619" fmla="*/ 1018997 w 1692117"/>
                <a:gd name="csY2619" fmla="*/ 321512 h 1076324"/>
                <a:gd name="csX2620" fmla="*/ 1026163 w 1692117"/>
                <a:gd name="csY2620" fmla="*/ 330111 h 1076324"/>
                <a:gd name="csX2621" fmla="*/ 1028551 w 1692117"/>
                <a:gd name="csY2621" fmla="*/ 332500 h 1076324"/>
                <a:gd name="csX2622" fmla="*/ 1031418 w 1692117"/>
                <a:gd name="csY2622" fmla="*/ 334411 h 1076324"/>
                <a:gd name="csX2623" fmla="*/ 1047183 w 1692117"/>
                <a:gd name="csY2623" fmla="*/ 337277 h 1076324"/>
                <a:gd name="csX2624" fmla="*/ 1052438 w 1692117"/>
                <a:gd name="csY2624" fmla="*/ 337277 h 1076324"/>
                <a:gd name="csX2625" fmla="*/ 1062948 w 1692117"/>
                <a:gd name="csY2625" fmla="*/ 338233 h 1076324"/>
                <a:gd name="csX2626" fmla="*/ 1068681 w 1692117"/>
                <a:gd name="csY2626" fmla="*/ 339666 h 1076324"/>
                <a:gd name="csX2627" fmla="*/ 1070114 w 1692117"/>
                <a:gd name="csY2627" fmla="*/ 341099 h 1076324"/>
                <a:gd name="csX2628" fmla="*/ 1070592 w 1692117"/>
                <a:gd name="csY2628" fmla="*/ 344921 h 1076324"/>
                <a:gd name="csX2629" fmla="*/ 1070114 w 1692117"/>
                <a:gd name="csY2629" fmla="*/ 346832 h 1076324"/>
                <a:gd name="csX2630" fmla="*/ 1067248 w 1692117"/>
                <a:gd name="csY2630" fmla="*/ 352564 h 1076324"/>
                <a:gd name="csX2631" fmla="*/ 1065337 w 1692117"/>
                <a:gd name="csY2631" fmla="*/ 356864 h 1076324"/>
                <a:gd name="csX2632" fmla="*/ 1052916 w 1692117"/>
                <a:gd name="csY2632" fmla="*/ 375018 h 1076324"/>
                <a:gd name="csX2633" fmla="*/ 1051483 w 1692117"/>
                <a:gd name="csY2633" fmla="*/ 379317 h 1076324"/>
                <a:gd name="csX2634" fmla="*/ 1051005 w 1692117"/>
                <a:gd name="csY2634" fmla="*/ 381706 h 1076324"/>
                <a:gd name="csX2635" fmla="*/ 1048616 w 1692117"/>
                <a:gd name="csY2635" fmla="*/ 384094 h 1076324"/>
                <a:gd name="csX2636" fmla="*/ 1043361 w 1692117"/>
                <a:gd name="csY2636" fmla="*/ 387916 h 1076324"/>
                <a:gd name="csX2637" fmla="*/ 1038106 w 1692117"/>
                <a:gd name="csY2637" fmla="*/ 391260 h 1076324"/>
                <a:gd name="csX2638" fmla="*/ 1034762 w 1692117"/>
                <a:gd name="csY2638" fmla="*/ 392216 h 1076324"/>
                <a:gd name="csX2639" fmla="*/ 1031896 w 1692117"/>
                <a:gd name="csY2639" fmla="*/ 391260 h 1076324"/>
                <a:gd name="csX2640" fmla="*/ 1029985 w 1692117"/>
                <a:gd name="csY2640" fmla="*/ 390305 h 1076324"/>
                <a:gd name="csX2641" fmla="*/ 1027118 w 1692117"/>
                <a:gd name="csY2641" fmla="*/ 386961 h 1076324"/>
                <a:gd name="csX2642" fmla="*/ 1026641 w 1692117"/>
                <a:gd name="csY2642" fmla="*/ 387439 h 1076324"/>
                <a:gd name="csX2643" fmla="*/ 1029029 w 1692117"/>
                <a:gd name="csY2643" fmla="*/ 392694 h 1076324"/>
                <a:gd name="csX2644" fmla="*/ 1028551 w 1692117"/>
                <a:gd name="csY2644" fmla="*/ 393171 h 1076324"/>
                <a:gd name="csX2645" fmla="*/ 1026641 w 1692117"/>
                <a:gd name="csY2645" fmla="*/ 392216 h 1076324"/>
                <a:gd name="csX2646" fmla="*/ 1022819 w 1692117"/>
                <a:gd name="csY2646" fmla="*/ 390305 h 1076324"/>
                <a:gd name="csX2647" fmla="*/ 1021863 w 1692117"/>
                <a:gd name="csY2647" fmla="*/ 390305 h 1076324"/>
                <a:gd name="csX2648" fmla="*/ 1020908 w 1692117"/>
                <a:gd name="csY2648" fmla="*/ 391260 h 1076324"/>
                <a:gd name="csX2649" fmla="*/ 1019952 w 1692117"/>
                <a:gd name="csY2649" fmla="*/ 391260 h 1076324"/>
                <a:gd name="csX2650" fmla="*/ 1018997 w 1692117"/>
                <a:gd name="csY2650" fmla="*/ 390305 h 1076324"/>
                <a:gd name="csX2651" fmla="*/ 1016608 w 1692117"/>
                <a:gd name="csY2651" fmla="*/ 388394 h 1076324"/>
                <a:gd name="csX2652" fmla="*/ 1016131 w 1692117"/>
                <a:gd name="csY2652" fmla="*/ 387439 h 1076324"/>
                <a:gd name="csX2653" fmla="*/ 1015175 w 1692117"/>
                <a:gd name="csY2653" fmla="*/ 384572 h 1076324"/>
                <a:gd name="csX2654" fmla="*/ 1015175 w 1692117"/>
                <a:gd name="csY2654" fmla="*/ 384094 h 1076324"/>
                <a:gd name="csX2655" fmla="*/ 1010398 w 1692117"/>
                <a:gd name="csY2655" fmla="*/ 386005 h 1076324"/>
                <a:gd name="csX2656" fmla="*/ 1009442 w 1692117"/>
                <a:gd name="csY2656" fmla="*/ 386483 h 1076324"/>
                <a:gd name="csX2657" fmla="*/ 1011353 w 1692117"/>
                <a:gd name="csY2657" fmla="*/ 387439 h 1076324"/>
                <a:gd name="csX2658" fmla="*/ 1012309 w 1692117"/>
                <a:gd name="csY2658" fmla="*/ 388394 h 1076324"/>
                <a:gd name="csX2659" fmla="*/ 1014220 w 1692117"/>
                <a:gd name="csY2659" fmla="*/ 392694 h 1076324"/>
                <a:gd name="csX2660" fmla="*/ 1014220 w 1692117"/>
                <a:gd name="csY2660" fmla="*/ 393649 h 1076324"/>
                <a:gd name="csX2661" fmla="*/ 1012786 w 1692117"/>
                <a:gd name="csY2661" fmla="*/ 394127 h 1076324"/>
                <a:gd name="csX2662" fmla="*/ 1008487 w 1692117"/>
                <a:gd name="csY2662" fmla="*/ 392694 h 1076324"/>
                <a:gd name="csX2663" fmla="*/ 1008009 w 1692117"/>
                <a:gd name="csY2663" fmla="*/ 392694 h 1076324"/>
                <a:gd name="csX2664" fmla="*/ 1009920 w 1692117"/>
                <a:gd name="csY2664" fmla="*/ 396993 h 1076324"/>
                <a:gd name="csX2665" fmla="*/ 1010876 w 1692117"/>
                <a:gd name="csY2665" fmla="*/ 398904 h 1076324"/>
                <a:gd name="csX2666" fmla="*/ 1010876 w 1692117"/>
                <a:gd name="csY2666" fmla="*/ 399860 h 1076324"/>
                <a:gd name="csX2667" fmla="*/ 1008009 w 1692117"/>
                <a:gd name="csY2667" fmla="*/ 404637 h 1076324"/>
                <a:gd name="csX2668" fmla="*/ 1006576 w 1692117"/>
                <a:gd name="csY2668" fmla="*/ 406548 h 1076324"/>
                <a:gd name="csX2669" fmla="*/ 1003710 w 1692117"/>
                <a:gd name="csY2669" fmla="*/ 407026 h 1076324"/>
                <a:gd name="csX2670" fmla="*/ 1002276 w 1692117"/>
                <a:gd name="csY2670" fmla="*/ 406548 h 1076324"/>
                <a:gd name="csX2671" fmla="*/ 1000843 w 1692117"/>
                <a:gd name="csY2671" fmla="*/ 405592 h 1076324"/>
                <a:gd name="csX2672" fmla="*/ 999410 w 1692117"/>
                <a:gd name="csY2672" fmla="*/ 405592 h 1076324"/>
                <a:gd name="csX2673" fmla="*/ 998455 w 1692117"/>
                <a:gd name="csY2673" fmla="*/ 407026 h 1076324"/>
                <a:gd name="csX2674" fmla="*/ 997021 w 1692117"/>
                <a:gd name="csY2674" fmla="*/ 408459 h 1076324"/>
                <a:gd name="csX2675" fmla="*/ 995110 w 1692117"/>
                <a:gd name="csY2675" fmla="*/ 408936 h 1076324"/>
                <a:gd name="csX2676" fmla="*/ 992244 w 1692117"/>
                <a:gd name="csY2676" fmla="*/ 408936 h 1076324"/>
                <a:gd name="csX2677" fmla="*/ 989378 w 1692117"/>
                <a:gd name="csY2677" fmla="*/ 407503 h 1076324"/>
                <a:gd name="csX2678" fmla="*/ 980778 w 1692117"/>
                <a:gd name="csY2678" fmla="*/ 403204 h 1076324"/>
                <a:gd name="csX2679" fmla="*/ 977912 w 1692117"/>
                <a:gd name="csY2679" fmla="*/ 402248 h 1076324"/>
                <a:gd name="csX2680" fmla="*/ 973135 w 1692117"/>
                <a:gd name="csY2680" fmla="*/ 401771 h 1076324"/>
                <a:gd name="csX2681" fmla="*/ 972657 w 1692117"/>
                <a:gd name="csY2681" fmla="*/ 401293 h 1076324"/>
                <a:gd name="csX2682" fmla="*/ 972657 w 1692117"/>
                <a:gd name="csY2682" fmla="*/ 400337 h 1076324"/>
                <a:gd name="csX2683" fmla="*/ 973135 w 1692117"/>
                <a:gd name="csY2683" fmla="*/ 399860 h 1076324"/>
                <a:gd name="csX2684" fmla="*/ 973135 w 1692117"/>
                <a:gd name="csY2684" fmla="*/ 399382 h 1076324"/>
                <a:gd name="csX2685" fmla="*/ 971702 w 1692117"/>
                <a:gd name="csY2685" fmla="*/ 398904 h 1076324"/>
                <a:gd name="csX2686" fmla="*/ 970746 w 1692117"/>
                <a:gd name="csY2686" fmla="*/ 399382 h 1076324"/>
                <a:gd name="csX2687" fmla="*/ 969791 w 1692117"/>
                <a:gd name="csY2687" fmla="*/ 400815 h 1076324"/>
                <a:gd name="csX2688" fmla="*/ 967880 w 1692117"/>
                <a:gd name="csY2688" fmla="*/ 400815 h 1076324"/>
                <a:gd name="csX2689" fmla="*/ 965013 w 1692117"/>
                <a:gd name="csY2689" fmla="*/ 400337 h 1076324"/>
                <a:gd name="csX2690" fmla="*/ 960714 w 1692117"/>
                <a:gd name="csY2690" fmla="*/ 398904 h 1076324"/>
                <a:gd name="csX2691" fmla="*/ 952593 w 1692117"/>
                <a:gd name="csY2691" fmla="*/ 394127 h 1076324"/>
                <a:gd name="csX2692" fmla="*/ 943038 w 1692117"/>
                <a:gd name="csY2692" fmla="*/ 390783 h 1076324"/>
                <a:gd name="csX2693" fmla="*/ 937783 w 1692117"/>
                <a:gd name="csY2693" fmla="*/ 385528 h 1076324"/>
                <a:gd name="csX2694" fmla="*/ 939694 w 1692117"/>
                <a:gd name="csY2694" fmla="*/ 390305 h 1076324"/>
                <a:gd name="csX2695" fmla="*/ 939694 w 1692117"/>
                <a:gd name="csY2695" fmla="*/ 391738 h 1076324"/>
                <a:gd name="csX2696" fmla="*/ 938738 w 1692117"/>
                <a:gd name="csY2696" fmla="*/ 392694 h 1076324"/>
                <a:gd name="csX2697" fmla="*/ 938738 w 1692117"/>
                <a:gd name="csY2697" fmla="*/ 394127 h 1076324"/>
                <a:gd name="csX2698" fmla="*/ 940649 w 1692117"/>
                <a:gd name="csY2698" fmla="*/ 397471 h 1076324"/>
                <a:gd name="csX2699" fmla="*/ 943516 w 1692117"/>
                <a:gd name="csY2699" fmla="*/ 398426 h 1076324"/>
                <a:gd name="csX2700" fmla="*/ 946382 w 1692117"/>
                <a:gd name="csY2700" fmla="*/ 398426 h 1076324"/>
                <a:gd name="csX2701" fmla="*/ 946382 w 1692117"/>
                <a:gd name="csY2701" fmla="*/ 397949 h 1076324"/>
                <a:gd name="csX2702" fmla="*/ 945427 w 1692117"/>
                <a:gd name="csY2702" fmla="*/ 396993 h 1076324"/>
                <a:gd name="csX2703" fmla="*/ 943994 w 1692117"/>
                <a:gd name="csY2703" fmla="*/ 396038 h 1076324"/>
                <a:gd name="csX2704" fmla="*/ 943516 w 1692117"/>
                <a:gd name="csY2704" fmla="*/ 394127 h 1076324"/>
                <a:gd name="csX2705" fmla="*/ 944471 w 1692117"/>
                <a:gd name="csY2705" fmla="*/ 394127 h 1076324"/>
                <a:gd name="csX2706" fmla="*/ 946860 w 1692117"/>
                <a:gd name="csY2706" fmla="*/ 394605 h 1076324"/>
                <a:gd name="csX2707" fmla="*/ 948293 w 1692117"/>
                <a:gd name="csY2707" fmla="*/ 396038 h 1076324"/>
                <a:gd name="csX2708" fmla="*/ 961192 w 1692117"/>
                <a:gd name="csY2708" fmla="*/ 401771 h 1076324"/>
                <a:gd name="csX2709" fmla="*/ 965013 w 1692117"/>
                <a:gd name="csY2709" fmla="*/ 402726 h 1076324"/>
                <a:gd name="csX2710" fmla="*/ 967880 w 1692117"/>
                <a:gd name="csY2710" fmla="*/ 403681 h 1076324"/>
                <a:gd name="csX2711" fmla="*/ 968358 w 1692117"/>
                <a:gd name="csY2711" fmla="*/ 404637 h 1076324"/>
                <a:gd name="csX2712" fmla="*/ 967402 w 1692117"/>
                <a:gd name="csY2712" fmla="*/ 406070 h 1076324"/>
                <a:gd name="csX2713" fmla="*/ 962625 w 1692117"/>
                <a:gd name="csY2713" fmla="*/ 409414 h 1076324"/>
                <a:gd name="csX2714" fmla="*/ 962147 w 1692117"/>
                <a:gd name="csY2714" fmla="*/ 409892 h 1076324"/>
                <a:gd name="csX2715" fmla="*/ 965969 w 1692117"/>
                <a:gd name="csY2715" fmla="*/ 409892 h 1076324"/>
                <a:gd name="csX2716" fmla="*/ 970269 w 1692117"/>
                <a:gd name="csY2716" fmla="*/ 406548 h 1076324"/>
                <a:gd name="csX2717" fmla="*/ 972657 w 1692117"/>
                <a:gd name="csY2717" fmla="*/ 405115 h 1076324"/>
                <a:gd name="csX2718" fmla="*/ 974568 w 1692117"/>
                <a:gd name="csY2718" fmla="*/ 404159 h 1076324"/>
                <a:gd name="csX2719" fmla="*/ 977912 w 1692117"/>
                <a:gd name="csY2719" fmla="*/ 405592 h 1076324"/>
                <a:gd name="csX2720" fmla="*/ 981734 w 1692117"/>
                <a:gd name="csY2720" fmla="*/ 409892 h 1076324"/>
                <a:gd name="csX2721" fmla="*/ 985078 w 1692117"/>
                <a:gd name="csY2721" fmla="*/ 411803 h 1076324"/>
                <a:gd name="csX2722" fmla="*/ 989378 w 1692117"/>
                <a:gd name="csY2722" fmla="*/ 413236 h 1076324"/>
                <a:gd name="csX2723" fmla="*/ 992244 w 1692117"/>
                <a:gd name="csY2723" fmla="*/ 414669 h 1076324"/>
                <a:gd name="csX2724" fmla="*/ 996544 w 1692117"/>
                <a:gd name="csY2724" fmla="*/ 418491 h 1076324"/>
                <a:gd name="csX2725" fmla="*/ 997021 w 1692117"/>
                <a:gd name="csY2725" fmla="*/ 420402 h 1076324"/>
                <a:gd name="csX2726" fmla="*/ 997499 w 1692117"/>
                <a:gd name="csY2726" fmla="*/ 428046 h 1076324"/>
                <a:gd name="csX2727" fmla="*/ 997499 w 1692117"/>
                <a:gd name="csY2727" fmla="*/ 429957 h 1076324"/>
                <a:gd name="csX2728" fmla="*/ 997021 w 1692117"/>
                <a:gd name="csY2728" fmla="*/ 431867 h 1076324"/>
                <a:gd name="csX2729" fmla="*/ 996066 w 1692117"/>
                <a:gd name="csY2729" fmla="*/ 433778 h 1076324"/>
                <a:gd name="csX2730" fmla="*/ 994155 w 1692117"/>
                <a:gd name="csY2730" fmla="*/ 434734 h 1076324"/>
                <a:gd name="csX2731" fmla="*/ 991289 w 1692117"/>
                <a:gd name="csY2731" fmla="*/ 434734 h 1076324"/>
                <a:gd name="csX2732" fmla="*/ 989378 w 1692117"/>
                <a:gd name="csY2732" fmla="*/ 435689 h 1076324"/>
                <a:gd name="csX2733" fmla="*/ 984601 w 1692117"/>
                <a:gd name="csY2733" fmla="*/ 439511 h 1076324"/>
                <a:gd name="csX2734" fmla="*/ 982690 w 1692117"/>
                <a:gd name="csY2734" fmla="*/ 440467 h 1076324"/>
                <a:gd name="csX2735" fmla="*/ 974090 w 1692117"/>
                <a:gd name="csY2735" fmla="*/ 439033 h 1076324"/>
                <a:gd name="csX2736" fmla="*/ 970746 w 1692117"/>
                <a:gd name="csY2736" fmla="*/ 438078 h 1076324"/>
                <a:gd name="csX2737" fmla="*/ 969313 w 1692117"/>
                <a:gd name="csY2737" fmla="*/ 438078 h 1076324"/>
                <a:gd name="csX2738" fmla="*/ 968358 w 1692117"/>
                <a:gd name="csY2738" fmla="*/ 439033 h 1076324"/>
                <a:gd name="csX2739" fmla="*/ 967880 w 1692117"/>
                <a:gd name="csY2739" fmla="*/ 439511 h 1076324"/>
                <a:gd name="csX2740" fmla="*/ 964536 w 1692117"/>
                <a:gd name="csY2740" fmla="*/ 439511 h 1076324"/>
                <a:gd name="csX2741" fmla="*/ 964058 w 1692117"/>
                <a:gd name="csY2741" fmla="*/ 440467 h 1076324"/>
                <a:gd name="csX2742" fmla="*/ 964058 w 1692117"/>
                <a:gd name="csY2742" fmla="*/ 441422 h 1076324"/>
                <a:gd name="csX2743" fmla="*/ 964536 w 1692117"/>
                <a:gd name="csY2743" fmla="*/ 442855 h 1076324"/>
                <a:gd name="csX2744" fmla="*/ 965491 w 1692117"/>
                <a:gd name="csY2744" fmla="*/ 443811 h 1076324"/>
                <a:gd name="csX2745" fmla="*/ 966925 w 1692117"/>
                <a:gd name="csY2745" fmla="*/ 445244 h 1076324"/>
                <a:gd name="csX2746" fmla="*/ 968835 w 1692117"/>
                <a:gd name="csY2746" fmla="*/ 445722 h 1076324"/>
                <a:gd name="csX2747" fmla="*/ 972657 w 1692117"/>
                <a:gd name="csY2747" fmla="*/ 446677 h 1076324"/>
                <a:gd name="csX2748" fmla="*/ 972657 w 1692117"/>
                <a:gd name="csY2748" fmla="*/ 448588 h 1076324"/>
                <a:gd name="csX2749" fmla="*/ 972657 w 1692117"/>
                <a:gd name="csY2749" fmla="*/ 449543 h 1076324"/>
                <a:gd name="csX2750" fmla="*/ 971224 w 1692117"/>
                <a:gd name="csY2750" fmla="*/ 450499 h 1076324"/>
                <a:gd name="csX2751" fmla="*/ 969791 w 1692117"/>
                <a:gd name="csY2751" fmla="*/ 450499 h 1076324"/>
                <a:gd name="csX2752" fmla="*/ 967402 w 1692117"/>
                <a:gd name="csY2752" fmla="*/ 449066 h 1076324"/>
                <a:gd name="csX2753" fmla="*/ 966447 w 1692117"/>
                <a:gd name="csY2753" fmla="*/ 449066 h 1076324"/>
                <a:gd name="csX2754" fmla="*/ 965013 w 1692117"/>
                <a:gd name="csY2754" fmla="*/ 449543 h 1076324"/>
                <a:gd name="csX2755" fmla="*/ 963580 w 1692117"/>
                <a:gd name="csY2755" fmla="*/ 450021 h 1076324"/>
                <a:gd name="csX2756" fmla="*/ 961669 w 1692117"/>
                <a:gd name="csY2756" fmla="*/ 449543 h 1076324"/>
                <a:gd name="csX2757" fmla="*/ 960714 w 1692117"/>
                <a:gd name="csY2757" fmla="*/ 450499 h 1076324"/>
                <a:gd name="csX2758" fmla="*/ 960236 w 1692117"/>
                <a:gd name="csY2758" fmla="*/ 452410 h 1076324"/>
                <a:gd name="csX2759" fmla="*/ 959759 w 1692117"/>
                <a:gd name="csY2759" fmla="*/ 453365 h 1076324"/>
                <a:gd name="csX2760" fmla="*/ 957370 w 1692117"/>
                <a:gd name="csY2760" fmla="*/ 455754 h 1076324"/>
                <a:gd name="csX2761" fmla="*/ 956414 w 1692117"/>
                <a:gd name="csY2761" fmla="*/ 457187 h 1076324"/>
                <a:gd name="csX2762" fmla="*/ 956414 w 1692117"/>
                <a:gd name="csY2762" fmla="*/ 458143 h 1076324"/>
                <a:gd name="csX2763" fmla="*/ 957848 w 1692117"/>
                <a:gd name="csY2763" fmla="*/ 459098 h 1076324"/>
                <a:gd name="csX2764" fmla="*/ 959281 w 1692117"/>
                <a:gd name="csY2764" fmla="*/ 461009 h 1076324"/>
                <a:gd name="csX2765" fmla="*/ 960714 w 1692117"/>
                <a:gd name="csY2765" fmla="*/ 463875 h 1076324"/>
                <a:gd name="csX2766" fmla="*/ 961192 w 1692117"/>
                <a:gd name="csY2766" fmla="*/ 465308 h 1076324"/>
                <a:gd name="csX2767" fmla="*/ 960236 w 1692117"/>
                <a:gd name="csY2767" fmla="*/ 464831 h 1076324"/>
                <a:gd name="csX2768" fmla="*/ 958803 w 1692117"/>
                <a:gd name="csY2768" fmla="*/ 463875 h 1076324"/>
                <a:gd name="csX2769" fmla="*/ 956892 w 1692117"/>
                <a:gd name="csY2769" fmla="*/ 461964 h 1076324"/>
                <a:gd name="csX2770" fmla="*/ 954503 w 1692117"/>
                <a:gd name="csY2770" fmla="*/ 460054 h 1076324"/>
                <a:gd name="csX2771" fmla="*/ 948771 w 1692117"/>
                <a:gd name="csY2771" fmla="*/ 457665 h 1076324"/>
                <a:gd name="csX2772" fmla="*/ 947815 w 1692117"/>
                <a:gd name="csY2772" fmla="*/ 457665 h 1076324"/>
                <a:gd name="csX2773" fmla="*/ 948293 w 1692117"/>
                <a:gd name="csY2773" fmla="*/ 458143 h 1076324"/>
                <a:gd name="csX2774" fmla="*/ 952115 w 1692117"/>
                <a:gd name="csY2774" fmla="*/ 460531 h 1076324"/>
                <a:gd name="csX2775" fmla="*/ 953548 w 1692117"/>
                <a:gd name="csY2775" fmla="*/ 462442 h 1076324"/>
                <a:gd name="csX2776" fmla="*/ 953548 w 1692117"/>
                <a:gd name="csY2776" fmla="*/ 463398 h 1076324"/>
                <a:gd name="csX2777" fmla="*/ 950682 w 1692117"/>
                <a:gd name="csY2777" fmla="*/ 466264 h 1076324"/>
                <a:gd name="csX2778" fmla="*/ 950204 w 1692117"/>
                <a:gd name="csY2778" fmla="*/ 466742 h 1076324"/>
                <a:gd name="csX2779" fmla="*/ 951159 w 1692117"/>
                <a:gd name="csY2779" fmla="*/ 467697 h 1076324"/>
                <a:gd name="csX2780" fmla="*/ 951637 w 1692117"/>
                <a:gd name="csY2780" fmla="*/ 468175 h 1076324"/>
                <a:gd name="csX2781" fmla="*/ 950204 w 1692117"/>
                <a:gd name="csY2781" fmla="*/ 469608 h 1076324"/>
                <a:gd name="csX2782" fmla="*/ 948293 w 1692117"/>
                <a:gd name="csY2782" fmla="*/ 470564 h 1076324"/>
                <a:gd name="csX2783" fmla="*/ 944949 w 1692117"/>
                <a:gd name="csY2783" fmla="*/ 470564 h 1076324"/>
                <a:gd name="csX2784" fmla="*/ 944471 w 1692117"/>
                <a:gd name="csY2784" fmla="*/ 471041 h 1076324"/>
                <a:gd name="csX2785" fmla="*/ 945904 w 1692117"/>
                <a:gd name="csY2785" fmla="*/ 472474 h 1076324"/>
                <a:gd name="csX2786" fmla="*/ 946382 w 1692117"/>
                <a:gd name="csY2786" fmla="*/ 473430 h 1076324"/>
                <a:gd name="csX2787" fmla="*/ 944949 w 1692117"/>
                <a:gd name="csY2787" fmla="*/ 474385 h 1076324"/>
                <a:gd name="csX2788" fmla="*/ 944471 w 1692117"/>
                <a:gd name="csY2788" fmla="*/ 474385 h 1076324"/>
                <a:gd name="csX2789" fmla="*/ 940171 w 1692117"/>
                <a:gd name="csY2789" fmla="*/ 473908 h 1076324"/>
                <a:gd name="csX2790" fmla="*/ 941127 w 1692117"/>
                <a:gd name="csY2790" fmla="*/ 476774 h 1076324"/>
                <a:gd name="csX2791" fmla="*/ 942083 w 1692117"/>
                <a:gd name="csY2791" fmla="*/ 477729 h 1076324"/>
                <a:gd name="csX2792" fmla="*/ 943038 w 1692117"/>
                <a:gd name="csY2792" fmla="*/ 479163 h 1076324"/>
                <a:gd name="csX2793" fmla="*/ 945427 w 1692117"/>
                <a:gd name="csY2793" fmla="*/ 480118 h 1076324"/>
                <a:gd name="csX2794" fmla="*/ 945427 w 1692117"/>
                <a:gd name="csY2794" fmla="*/ 480596 h 1076324"/>
                <a:gd name="csX2795" fmla="*/ 944949 w 1692117"/>
                <a:gd name="csY2795" fmla="*/ 482029 h 1076324"/>
                <a:gd name="csX2796" fmla="*/ 943516 w 1692117"/>
                <a:gd name="csY2796" fmla="*/ 482985 h 1076324"/>
                <a:gd name="csX2797" fmla="*/ 937783 w 1692117"/>
                <a:gd name="csY2797" fmla="*/ 487284 h 1076324"/>
                <a:gd name="csX2798" fmla="*/ 933483 w 1692117"/>
                <a:gd name="csY2798" fmla="*/ 491584 h 1076324"/>
                <a:gd name="csX2799" fmla="*/ 933006 w 1692117"/>
                <a:gd name="csY2799" fmla="*/ 493017 h 1076324"/>
                <a:gd name="csX2800" fmla="*/ 933961 w 1692117"/>
                <a:gd name="csY2800" fmla="*/ 496361 h 1076324"/>
                <a:gd name="csX2801" fmla="*/ 933961 w 1692117"/>
                <a:gd name="csY2801" fmla="*/ 496839 h 1076324"/>
                <a:gd name="csX2802" fmla="*/ 933006 w 1692117"/>
                <a:gd name="csY2802" fmla="*/ 498272 h 1076324"/>
                <a:gd name="csX2803" fmla="*/ 930617 w 1692117"/>
                <a:gd name="csY2803" fmla="*/ 497794 h 1076324"/>
                <a:gd name="csX2804" fmla="*/ 930139 w 1692117"/>
                <a:gd name="csY2804" fmla="*/ 498272 h 1076324"/>
                <a:gd name="csX2805" fmla="*/ 930617 w 1692117"/>
                <a:gd name="csY2805" fmla="*/ 499705 h 1076324"/>
                <a:gd name="csX2806" fmla="*/ 931095 w 1692117"/>
                <a:gd name="csY2806" fmla="*/ 502094 h 1076324"/>
                <a:gd name="csX2807" fmla="*/ 930617 w 1692117"/>
                <a:gd name="csY2807" fmla="*/ 504482 h 1076324"/>
                <a:gd name="csX2808" fmla="*/ 928706 w 1692117"/>
                <a:gd name="csY2808" fmla="*/ 508782 h 1076324"/>
                <a:gd name="csX2809" fmla="*/ 925840 w 1692117"/>
                <a:gd name="csY2809" fmla="*/ 514515 h 1076324"/>
                <a:gd name="csX2810" fmla="*/ 923451 w 1692117"/>
                <a:gd name="csY2810" fmla="*/ 519770 h 1076324"/>
                <a:gd name="csX2811" fmla="*/ 921540 w 1692117"/>
                <a:gd name="csY2811" fmla="*/ 524547 h 1076324"/>
                <a:gd name="csX2812" fmla="*/ 920585 w 1692117"/>
                <a:gd name="csY2812" fmla="*/ 526936 h 1076324"/>
                <a:gd name="csX2813" fmla="*/ 918196 w 1692117"/>
                <a:gd name="csY2813" fmla="*/ 526936 h 1076324"/>
                <a:gd name="csX2814" fmla="*/ 916763 w 1692117"/>
                <a:gd name="csY2814" fmla="*/ 528369 h 1076324"/>
                <a:gd name="csX2815" fmla="*/ 917718 w 1692117"/>
                <a:gd name="csY2815" fmla="*/ 529324 h 1076324"/>
                <a:gd name="csX2816" fmla="*/ 918674 w 1692117"/>
                <a:gd name="csY2816" fmla="*/ 530280 h 1076324"/>
                <a:gd name="csX2817" fmla="*/ 919152 w 1692117"/>
                <a:gd name="csY2817" fmla="*/ 531713 h 1076324"/>
                <a:gd name="csX2818" fmla="*/ 918674 w 1692117"/>
                <a:gd name="csY2818" fmla="*/ 536013 h 1076324"/>
                <a:gd name="csX2819" fmla="*/ 917241 w 1692117"/>
                <a:gd name="csY2819" fmla="*/ 542701 h 1076324"/>
                <a:gd name="csX2820" fmla="*/ 916285 w 1692117"/>
                <a:gd name="csY2820" fmla="*/ 548434 h 1076324"/>
                <a:gd name="csX2821" fmla="*/ 916285 w 1692117"/>
                <a:gd name="csY2821" fmla="*/ 565632 h 1076324"/>
                <a:gd name="csX2822" fmla="*/ 916285 w 1692117"/>
                <a:gd name="csY2822" fmla="*/ 573275 h 1076324"/>
                <a:gd name="csX2823" fmla="*/ 915807 w 1692117"/>
                <a:gd name="csY2823" fmla="*/ 577097 h 1076324"/>
                <a:gd name="csX2824" fmla="*/ 914852 w 1692117"/>
                <a:gd name="csY2824" fmla="*/ 579486 h 1076324"/>
                <a:gd name="csX2825" fmla="*/ 912941 w 1692117"/>
                <a:gd name="csY2825" fmla="*/ 579964 h 1076324"/>
                <a:gd name="csX2826" fmla="*/ 914852 w 1692117"/>
                <a:gd name="csY2826" fmla="*/ 580919 h 1076324"/>
                <a:gd name="csX2827" fmla="*/ 916285 w 1692117"/>
                <a:gd name="csY2827" fmla="*/ 581875 h 1076324"/>
                <a:gd name="csX2828" fmla="*/ 917241 w 1692117"/>
                <a:gd name="csY2828" fmla="*/ 583308 h 1076324"/>
                <a:gd name="csX2829" fmla="*/ 917718 w 1692117"/>
                <a:gd name="csY2829" fmla="*/ 586174 h 1076324"/>
                <a:gd name="csX2830" fmla="*/ 918674 w 1692117"/>
                <a:gd name="csY2830" fmla="*/ 587129 h 1076324"/>
                <a:gd name="csX2831" fmla="*/ 919629 w 1692117"/>
                <a:gd name="csY2831" fmla="*/ 587129 h 1076324"/>
                <a:gd name="csX2832" fmla="*/ 920585 w 1692117"/>
                <a:gd name="csY2832" fmla="*/ 587129 h 1076324"/>
                <a:gd name="csX2833" fmla="*/ 921062 w 1692117"/>
                <a:gd name="csY2833" fmla="*/ 588085 h 1076324"/>
                <a:gd name="csX2834" fmla="*/ 923451 w 1692117"/>
                <a:gd name="csY2834" fmla="*/ 591429 h 1076324"/>
                <a:gd name="csX2835" fmla="*/ 926318 w 1692117"/>
                <a:gd name="csY2835" fmla="*/ 592385 h 1076324"/>
                <a:gd name="csX2836" fmla="*/ 926318 w 1692117"/>
                <a:gd name="csY2836" fmla="*/ 594773 h 1076324"/>
                <a:gd name="csX2837" fmla="*/ 925362 w 1692117"/>
                <a:gd name="csY2837" fmla="*/ 605761 h 1076324"/>
                <a:gd name="csX2838" fmla="*/ 925362 w 1692117"/>
                <a:gd name="csY2838" fmla="*/ 607194 h 1076324"/>
                <a:gd name="csX2839" fmla="*/ 926318 w 1692117"/>
                <a:gd name="csY2839" fmla="*/ 604328 h 1076324"/>
                <a:gd name="csX2840" fmla="*/ 927751 w 1692117"/>
                <a:gd name="csY2840" fmla="*/ 595729 h 1076324"/>
                <a:gd name="csX2841" fmla="*/ 929184 w 1692117"/>
                <a:gd name="csY2841" fmla="*/ 591907 h 1076324"/>
                <a:gd name="csX2842" fmla="*/ 930617 w 1692117"/>
                <a:gd name="csY2842" fmla="*/ 590951 h 1076324"/>
                <a:gd name="csX2843" fmla="*/ 936350 w 1692117"/>
                <a:gd name="csY2843" fmla="*/ 590474 h 1076324"/>
                <a:gd name="csX2844" fmla="*/ 942083 w 1692117"/>
                <a:gd name="csY2844" fmla="*/ 591429 h 1076324"/>
                <a:gd name="csX2845" fmla="*/ 944471 w 1692117"/>
                <a:gd name="csY2845" fmla="*/ 591907 h 1076324"/>
                <a:gd name="csX2846" fmla="*/ 946382 w 1692117"/>
                <a:gd name="csY2846" fmla="*/ 590951 h 1076324"/>
                <a:gd name="csX2847" fmla="*/ 948293 w 1692117"/>
                <a:gd name="csY2847" fmla="*/ 592385 h 1076324"/>
                <a:gd name="csX2848" fmla="*/ 948771 w 1692117"/>
                <a:gd name="csY2848" fmla="*/ 593340 h 1076324"/>
                <a:gd name="csX2849" fmla="*/ 949248 w 1692117"/>
                <a:gd name="csY2849" fmla="*/ 597640 h 1076324"/>
                <a:gd name="csX2850" fmla="*/ 949726 w 1692117"/>
                <a:gd name="csY2850" fmla="*/ 600506 h 1076324"/>
                <a:gd name="csX2851" fmla="*/ 953070 w 1692117"/>
                <a:gd name="csY2851" fmla="*/ 609583 h 1076324"/>
                <a:gd name="csX2852" fmla="*/ 954981 w 1692117"/>
                <a:gd name="csY2852" fmla="*/ 614838 h 1076324"/>
                <a:gd name="csX2853" fmla="*/ 956892 w 1692117"/>
                <a:gd name="csY2853" fmla="*/ 622482 h 1076324"/>
                <a:gd name="csX2854" fmla="*/ 957848 w 1692117"/>
                <a:gd name="csY2854" fmla="*/ 624870 h 1076324"/>
                <a:gd name="csX2855" fmla="*/ 961669 w 1692117"/>
                <a:gd name="csY2855" fmla="*/ 635380 h 1076324"/>
                <a:gd name="csX2856" fmla="*/ 962625 w 1692117"/>
                <a:gd name="csY2856" fmla="*/ 638247 h 1076324"/>
                <a:gd name="csX2857" fmla="*/ 963103 w 1692117"/>
                <a:gd name="csY2857" fmla="*/ 640635 h 1076324"/>
                <a:gd name="csX2858" fmla="*/ 962625 w 1692117"/>
                <a:gd name="csY2858" fmla="*/ 642068 h 1076324"/>
                <a:gd name="csX2859" fmla="*/ 962147 w 1692117"/>
                <a:gd name="csY2859" fmla="*/ 644457 h 1076324"/>
                <a:gd name="csX2860" fmla="*/ 960714 w 1692117"/>
                <a:gd name="csY2860" fmla="*/ 647323 h 1076324"/>
                <a:gd name="csX2861" fmla="*/ 959281 w 1692117"/>
                <a:gd name="csY2861" fmla="*/ 649712 h 1076324"/>
                <a:gd name="csX2862" fmla="*/ 958325 w 1692117"/>
                <a:gd name="csY2862" fmla="*/ 651623 h 1076324"/>
                <a:gd name="csX2863" fmla="*/ 956892 w 1692117"/>
                <a:gd name="csY2863" fmla="*/ 652578 h 1076324"/>
                <a:gd name="csX2864" fmla="*/ 955459 w 1692117"/>
                <a:gd name="csY2864" fmla="*/ 653534 h 1076324"/>
                <a:gd name="csX2865" fmla="*/ 955459 w 1692117"/>
                <a:gd name="csY2865" fmla="*/ 653534 h 1076324"/>
                <a:gd name="csX2866" fmla="*/ 957370 w 1692117"/>
                <a:gd name="csY2866" fmla="*/ 653534 h 1076324"/>
                <a:gd name="csX2867" fmla="*/ 958803 w 1692117"/>
                <a:gd name="csY2867" fmla="*/ 652578 h 1076324"/>
                <a:gd name="csX2868" fmla="*/ 961192 w 1692117"/>
                <a:gd name="csY2868" fmla="*/ 650668 h 1076324"/>
                <a:gd name="csX2869" fmla="*/ 962625 w 1692117"/>
                <a:gd name="csY2869" fmla="*/ 649712 h 1076324"/>
                <a:gd name="csX2870" fmla="*/ 965491 w 1692117"/>
                <a:gd name="csY2870" fmla="*/ 649712 h 1076324"/>
                <a:gd name="csX2871" fmla="*/ 965491 w 1692117"/>
                <a:gd name="csY2871" fmla="*/ 650190 h 1076324"/>
                <a:gd name="csX2872" fmla="*/ 964058 w 1692117"/>
                <a:gd name="csY2872" fmla="*/ 652101 h 1076324"/>
                <a:gd name="csX2873" fmla="*/ 964536 w 1692117"/>
                <a:gd name="csY2873" fmla="*/ 652101 h 1076324"/>
                <a:gd name="csX2874" fmla="*/ 966447 w 1692117"/>
                <a:gd name="csY2874" fmla="*/ 650668 h 1076324"/>
                <a:gd name="csX2875" fmla="*/ 971224 w 1692117"/>
                <a:gd name="csY2875" fmla="*/ 649234 h 1076324"/>
                <a:gd name="csX2876" fmla="*/ 989378 w 1692117"/>
                <a:gd name="csY2876" fmla="*/ 643024 h 1076324"/>
                <a:gd name="csX2877" fmla="*/ 993200 w 1692117"/>
                <a:gd name="csY2877" fmla="*/ 642546 h 1076324"/>
                <a:gd name="csX2878" fmla="*/ 999410 w 1692117"/>
                <a:gd name="csY2878" fmla="*/ 643502 h 1076324"/>
                <a:gd name="csX2879" fmla="*/ 1004187 w 1692117"/>
                <a:gd name="csY2879" fmla="*/ 646368 h 1076324"/>
                <a:gd name="csX2880" fmla="*/ 1009442 w 1692117"/>
                <a:gd name="csY2880" fmla="*/ 649234 h 1076324"/>
                <a:gd name="csX2881" fmla="*/ 1015175 w 1692117"/>
                <a:gd name="csY2881" fmla="*/ 651623 h 1076324"/>
                <a:gd name="csX2882" fmla="*/ 1024252 w 1692117"/>
                <a:gd name="csY2882" fmla="*/ 654012 h 1076324"/>
                <a:gd name="csX2883" fmla="*/ 1026641 w 1692117"/>
                <a:gd name="csY2883" fmla="*/ 654967 h 1076324"/>
                <a:gd name="csX2884" fmla="*/ 1031896 w 1692117"/>
                <a:gd name="csY2884" fmla="*/ 655923 h 1076324"/>
                <a:gd name="csX2885" fmla="*/ 1034284 w 1692117"/>
                <a:gd name="csY2885" fmla="*/ 657356 h 1076324"/>
                <a:gd name="csX2886" fmla="*/ 1037151 w 1692117"/>
                <a:gd name="csY2886" fmla="*/ 660222 h 1076324"/>
                <a:gd name="csX2887" fmla="*/ 1041928 w 1692117"/>
                <a:gd name="csY2887" fmla="*/ 664044 h 1076324"/>
                <a:gd name="csX2888" fmla="*/ 1045272 w 1692117"/>
                <a:gd name="csY2888" fmla="*/ 666433 h 1076324"/>
                <a:gd name="csX2889" fmla="*/ 1049572 w 1692117"/>
                <a:gd name="csY2889" fmla="*/ 668821 h 1076324"/>
                <a:gd name="csX2890" fmla="*/ 1053393 w 1692117"/>
                <a:gd name="csY2890" fmla="*/ 672643 h 1076324"/>
                <a:gd name="csX2891" fmla="*/ 1059604 w 1692117"/>
                <a:gd name="csY2891" fmla="*/ 682198 h 1076324"/>
                <a:gd name="csX2892" fmla="*/ 1061037 w 1692117"/>
                <a:gd name="csY2892" fmla="*/ 683153 h 1076324"/>
                <a:gd name="csX2893" fmla="*/ 1064859 w 1692117"/>
                <a:gd name="csY2893" fmla="*/ 685064 h 1076324"/>
                <a:gd name="csX2894" fmla="*/ 1072025 w 1692117"/>
                <a:gd name="csY2894" fmla="*/ 686975 h 1076324"/>
                <a:gd name="csX2895" fmla="*/ 1083013 w 1692117"/>
                <a:gd name="csY2895" fmla="*/ 691275 h 1076324"/>
                <a:gd name="csX2896" fmla="*/ 1087790 w 1692117"/>
                <a:gd name="csY2896" fmla="*/ 693185 h 1076324"/>
                <a:gd name="csX2897" fmla="*/ 1090656 w 1692117"/>
                <a:gd name="csY2897" fmla="*/ 693663 h 1076324"/>
                <a:gd name="csX2898" fmla="*/ 1094000 w 1692117"/>
                <a:gd name="csY2898" fmla="*/ 695096 h 1076324"/>
                <a:gd name="csX2899" fmla="*/ 1096867 w 1692117"/>
                <a:gd name="csY2899" fmla="*/ 697007 h 1076324"/>
                <a:gd name="csX2900" fmla="*/ 1099256 w 1692117"/>
                <a:gd name="csY2900" fmla="*/ 698918 h 1076324"/>
                <a:gd name="csX2901" fmla="*/ 1100689 w 1692117"/>
                <a:gd name="csY2901" fmla="*/ 700829 h 1076324"/>
                <a:gd name="csX2902" fmla="*/ 1102122 w 1692117"/>
                <a:gd name="csY2902" fmla="*/ 702262 h 1076324"/>
                <a:gd name="csX2903" fmla="*/ 1104511 w 1692117"/>
                <a:gd name="csY2903" fmla="*/ 703696 h 1076324"/>
                <a:gd name="csX2904" fmla="*/ 1105944 w 1692117"/>
                <a:gd name="csY2904" fmla="*/ 705129 h 1076324"/>
                <a:gd name="csX2905" fmla="*/ 1105944 w 1692117"/>
                <a:gd name="csY2905" fmla="*/ 706562 h 1076324"/>
                <a:gd name="csX2906" fmla="*/ 1103077 w 1692117"/>
                <a:gd name="csY2906" fmla="*/ 713250 h 1076324"/>
                <a:gd name="csX2907" fmla="*/ 1103077 w 1692117"/>
                <a:gd name="csY2907" fmla="*/ 713728 h 1076324"/>
                <a:gd name="csX2908" fmla="*/ 1105944 w 1692117"/>
                <a:gd name="csY2908" fmla="*/ 708950 h 1076324"/>
                <a:gd name="csX2909" fmla="*/ 1107855 w 1692117"/>
                <a:gd name="csY2909" fmla="*/ 707517 h 1076324"/>
                <a:gd name="csX2910" fmla="*/ 1109288 w 1692117"/>
                <a:gd name="csY2910" fmla="*/ 707040 h 1076324"/>
                <a:gd name="csX2911" fmla="*/ 1111676 w 1692117"/>
                <a:gd name="csY2911" fmla="*/ 707040 h 1076324"/>
                <a:gd name="csX2912" fmla="*/ 1115976 w 1692117"/>
                <a:gd name="csY2912" fmla="*/ 707995 h 1076324"/>
                <a:gd name="csX2913" fmla="*/ 1119798 w 1692117"/>
                <a:gd name="csY2913" fmla="*/ 707995 h 1076324"/>
                <a:gd name="csX2914" fmla="*/ 1123142 w 1692117"/>
                <a:gd name="csY2914" fmla="*/ 707040 h 1076324"/>
                <a:gd name="csX2915" fmla="*/ 1126008 w 1692117"/>
                <a:gd name="csY2915" fmla="*/ 706562 h 1076324"/>
                <a:gd name="csX2916" fmla="*/ 1127919 w 1692117"/>
                <a:gd name="csY2916" fmla="*/ 707040 h 1076324"/>
                <a:gd name="csX2917" fmla="*/ 1129830 w 1692117"/>
                <a:gd name="csY2917" fmla="*/ 706562 h 1076324"/>
                <a:gd name="csX2918" fmla="*/ 1130786 w 1692117"/>
                <a:gd name="csY2918" fmla="*/ 706084 h 1076324"/>
                <a:gd name="csX2919" fmla="*/ 1131741 w 1692117"/>
                <a:gd name="csY2919" fmla="*/ 706084 h 1076324"/>
                <a:gd name="csX2920" fmla="*/ 1136996 w 1692117"/>
                <a:gd name="csY2920" fmla="*/ 707517 h 1076324"/>
                <a:gd name="csX2921" fmla="*/ 1138907 w 1692117"/>
                <a:gd name="csY2921" fmla="*/ 707517 h 1076324"/>
                <a:gd name="csX2922" fmla="*/ 1145595 w 1692117"/>
                <a:gd name="csY2922" fmla="*/ 709428 h 1076324"/>
                <a:gd name="csX2923" fmla="*/ 1150372 w 1692117"/>
                <a:gd name="csY2923" fmla="*/ 708473 h 1076324"/>
                <a:gd name="csX2924" fmla="*/ 1150850 w 1692117"/>
                <a:gd name="csY2924" fmla="*/ 708950 h 1076324"/>
                <a:gd name="csX2925" fmla="*/ 1152761 w 1692117"/>
                <a:gd name="csY2925" fmla="*/ 710862 h 1076324"/>
                <a:gd name="csX2926" fmla="*/ 1154195 w 1692117"/>
                <a:gd name="csY2926" fmla="*/ 711339 h 1076324"/>
                <a:gd name="csX2927" fmla="*/ 1156105 w 1692117"/>
                <a:gd name="csY2927" fmla="*/ 710862 h 1076324"/>
                <a:gd name="csX2928" fmla="*/ 1158494 w 1692117"/>
                <a:gd name="csY2928" fmla="*/ 711339 h 1076324"/>
                <a:gd name="csX2929" fmla="*/ 1162316 w 1692117"/>
                <a:gd name="csY2929" fmla="*/ 713728 h 1076324"/>
                <a:gd name="csX2930" fmla="*/ 1163749 w 1692117"/>
                <a:gd name="csY2930" fmla="*/ 716116 h 1076324"/>
                <a:gd name="csX2931" fmla="*/ 1165182 w 1692117"/>
                <a:gd name="csY2931" fmla="*/ 720416 h 1076324"/>
                <a:gd name="csX2932" fmla="*/ 1165660 w 1692117"/>
                <a:gd name="csY2932" fmla="*/ 721849 h 1076324"/>
                <a:gd name="csX2933" fmla="*/ 1162316 w 1692117"/>
                <a:gd name="csY2933" fmla="*/ 732359 h 1076324"/>
                <a:gd name="csX2934" fmla="*/ 1161360 w 1692117"/>
                <a:gd name="csY2934" fmla="*/ 736181 h 1076324"/>
                <a:gd name="csX2935" fmla="*/ 1161360 w 1692117"/>
                <a:gd name="csY2935" fmla="*/ 739525 h 1076324"/>
                <a:gd name="csX2936" fmla="*/ 1161838 w 1692117"/>
                <a:gd name="csY2936" fmla="*/ 741914 h 1076324"/>
                <a:gd name="csX2937" fmla="*/ 1164704 w 1692117"/>
                <a:gd name="csY2937" fmla="*/ 745258 h 1076324"/>
                <a:gd name="csX2938" fmla="*/ 1165182 w 1692117"/>
                <a:gd name="csY2938" fmla="*/ 745736 h 1076324"/>
                <a:gd name="csX2939" fmla="*/ 1166615 w 1692117"/>
                <a:gd name="csY2939" fmla="*/ 750991 h 1076324"/>
                <a:gd name="csX2940" fmla="*/ 1167093 w 1692117"/>
                <a:gd name="csY2940" fmla="*/ 752902 h 1076324"/>
                <a:gd name="csX2941" fmla="*/ 1167093 w 1692117"/>
                <a:gd name="csY2941" fmla="*/ 755290 h 1076324"/>
                <a:gd name="csX2942" fmla="*/ 1166138 w 1692117"/>
                <a:gd name="csY2942" fmla="*/ 759112 h 1076324"/>
                <a:gd name="csX2943" fmla="*/ 1166138 w 1692117"/>
                <a:gd name="csY2943" fmla="*/ 762456 h 1076324"/>
                <a:gd name="csX2944" fmla="*/ 1167093 w 1692117"/>
                <a:gd name="csY2944" fmla="*/ 766756 h 1076324"/>
                <a:gd name="csX2945" fmla="*/ 1166615 w 1692117"/>
                <a:gd name="csY2945" fmla="*/ 769622 h 1076324"/>
                <a:gd name="csX2946" fmla="*/ 1165660 w 1692117"/>
                <a:gd name="csY2946" fmla="*/ 771533 h 1076324"/>
                <a:gd name="csX2947" fmla="*/ 1164704 w 1692117"/>
                <a:gd name="csY2947" fmla="*/ 772966 h 1076324"/>
                <a:gd name="csX2948" fmla="*/ 1164227 w 1692117"/>
                <a:gd name="csY2948" fmla="*/ 775833 h 1076324"/>
                <a:gd name="csX2949" fmla="*/ 1164227 w 1692117"/>
                <a:gd name="csY2949" fmla="*/ 776788 h 1076324"/>
                <a:gd name="csX2950" fmla="*/ 1164704 w 1692117"/>
                <a:gd name="csY2950" fmla="*/ 779177 h 1076324"/>
                <a:gd name="csX2951" fmla="*/ 1165660 w 1692117"/>
                <a:gd name="csY2951" fmla="*/ 780132 h 1076324"/>
                <a:gd name="csX2952" fmla="*/ 1167571 w 1692117"/>
                <a:gd name="csY2952" fmla="*/ 781565 h 1076324"/>
                <a:gd name="csX2953" fmla="*/ 1169482 w 1692117"/>
                <a:gd name="csY2953" fmla="*/ 783476 h 1076324"/>
                <a:gd name="csX2954" fmla="*/ 1172826 w 1692117"/>
                <a:gd name="csY2954" fmla="*/ 788254 h 1076324"/>
                <a:gd name="csX2955" fmla="*/ 1174737 w 1692117"/>
                <a:gd name="csY2955" fmla="*/ 791120 h 1076324"/>
                <a:gd name="csX2956" fmla="*/ 1177603 w 1692117"/>
                <a:gd name="csY2956" fmla="*/ 794942 h 1076324"/>
                <a:gd name="csX2957" fmla="*/ 1178559 w 1692117"/>
                <a:gd name="csY2957" fmla="*/ 796853 h 1076324"/>
                <a:gd name="csX2958" fmla="*/ 1177603 w 1692117"/>
                <a:gd name="csY2958" fmla="*/ 798286 h 1076324"/>
                <a:gd name="csX2959" fmla="*/ 1176648 w 1692117"/>
                <a:gd name="csY2959" fmla="*/ 798764 h 1076324"/>
                <a:gd name="csX2960" fmla="*/ 1174259 w 1692117"/>
                <a:gd name="csY2960" fmla="*/ 800197 h 1076324"/>
                <a:gd name="csX2961" fmla="*/ 1173304 w 1692117"/>
                <a:gd name="csY2961" fmla="*/ 801152 h 1076324"/>
                <a:gd name="csX2962" fmla="*/ 1173781 w 1692117"/>
                <a:gd name="csY2962" fmla="*/ 801152 h 1076324"/>
                <a:gd name="csX2963" fmla="*/ 1176648 w 1692117"/>
                <a:gd name="csY2963" fmla="*/ 800675 h 1076324"/>
                <a:gd name="csX2964" fmla="*/ 1178559 w 1692117"/>
                <a:gd name="csY2964" fmla="*/ 800675 h 1076324"/>
                <a:gd name="csX2965" fmla="*/ 1180470 w 1692117"/>
                <a:gd name="csY2965" fmla="*/ 801630 h 1076324"/>
                <a:gd name="csX2966" fmla="*/ 1181903 w 1692117"/>
                <a:gd name="csY2966" fmla="*/ 803541 h 1076324"/>
                <a:gd name="csX2967" fmla="*/ 1183814 w 1692117"/>
                <a:gd name="csY2967" fmla="*/ 804974 h 1076324"/>
                <a:gd name="csX2968" fmla="*/ 1187158 w 1692117"/>
                <a:gd name="csY2968" fmla="*/ 806407 h 1076324"/>
                <a:gd name="csX2969" fmla="*/ 1190502 w 1692117"/>
                <a:gd name="csY2969" fmla="*/ 808318 h 1076324"/>
                <a:gd name="csX2970" fmla="*/ 1195757 w 1692117"/>
                <a:gd name="csY2970" fmla="*/ 813573 h 1076324"/>
                <a:gd name="csX2971" fmla="*/ 1196235 w 1692117"/>
                <a:gd name="csY2971" fmla="*/ 815006 h 1076324"/>
                <a:gd name="csX2972" fmla="*/ 1197668 w 1692117"/>
                <a:gd name="csY2972" fmla="*/ 817395 h 1076324"/>
                <a:gd name="csX2973" fmla="*/ 1199579 w 1692117"/>
                <a:gd name="csY2973" fmla="*/ 821695 h 1076324"/>
                <a:gd name="csX2974" fmla="*/ 1200534 w 1692117"/>
                <a:gd name="csY2974" fmla="*/ 824083 h 1076324"/>
                <a:gd name="csX2975" fmla="*/ 1200534 w 1692117"/>
                <a:gd name="csY2975" fmla="*/ 825517 h 1076324"/>
                <a:gd name="csX2976" fmla="*/ 1199579 w 1692117"/>
                <a:gd name="csY2976" fmla="*/ 826950 h 1076324"/>
                <a:gd name="csX2977" fmla="*/ 1196235 w 1692117"/>
                <a:gd name="csY2977" fmla="*/ 829338 h 1076324"/>
                <a:gd name="csX2978" fmla="*/ 1192413 w 1692117"/>
                <a:gd name="csY2978" fmla="*/ 833160 h 1076324"/>
                <a:gd name="csX2979" fmla="*/ 1193846 w 1692117"/>
                <a:gd name="csY2979" fmla="*/ 833160 h 1076324"/>
                <a:gd name="csX2980" fmla="*/ 1196235 w 1692117"/>
                <a:gd name="csY2980" fmla="*/ 831249 h 1076324"/>
                <a:gd name="csX2981" fmla="*/ 1200056 w 1692117"/>
                <a:gd name="csY2981" fmla="*/ 827905 h 1076324"/>
                <a:gd name="csX2982" fmla="*/ 1202445 w 1692117"/>
                <a:gd name="csY2982" fmla="*/ 827427 h 1076324"/>
                <a:gd name="csX2983" fmla="*/ 1204356 w 1692117"/>
                <a:gd name="csY2983" fmla="*/ 827427 h 1076324"/>
                <a:gd name="csX2984" fmla="*/ 1207700 w 1692117"/>
                <a:gd name="csY2984" fmla="*/ 828861 h 1076324"/>
                <a:gd name="csX2985" fmla="*/ 1210089 w 1692117"/>
                <a:gd name="csY2985" fmla="*/ 829816 h 1076324"/>
                <a:gd name="csX2986" fmla="*/ 1212955 w 1692117"/>
                <a:gd name="csY2986" fmla="*/ 831727 h 1076324"/>
                <a:gd name="csX2987" fmla="*/ 1216299 w 1692117"/>
                <a:gd name="csY2987" fmla="*/ 836504 h 1076324"/>
                <a:gd name="csX2988" fmla="*/ 1220121 w 1692117"/>
                <a:gd name="csY2988" fmla="*/ 840326 h 1076324"/>
                <a:gd name="csX2989" fmla="*/ 1222510 w 1692117"/>
                <a:gd name="csY2989" fmla="*/ 843670 h 1076324"/>
                <a:gd name="csX2990" fmla="*/ 1222032 w 1692117"/>
                <a:gd name="csY2990" fmla="*/ 841759 h 1076324"/>
                <a:gd name="csX2991" fmla="*/ 1220121 w 1692117"/>
                <a:gd name="csY2991" fmla="*/ 839371 h 1076324"/>
                <a:gd name="csX2992" fmla="*/ 1216777 w 1692117"/>
                <a:gd name="csY2992" fmla="*/ 835549 h 1076324"/>
                <a:gd name="csX2993" fmla="*/ 1215344 w 1692117"/>
                <a:gd name="csY2993" fmla="*/ 833638 h 1076324"/>
                <a:gd name="csX2994" fmla="*/ 1214866 w 1692117"/>
                <a:gd name="csY2994" fmla="*/ 832683 h 1076324"/>
                <a:gd name="csX2995" fmla="*/ 1214866 w 1692117"/>
                <a:gd name="csY2995" fmla="*/ 831249 h 1076324"/>
                <a:gd name="csX2996" fmla="*/ 1214866 w 1692117"/>
                <a:gd name="csY2996" fmla="*/ 829338 h 1076324"/>
                <a:gd name="csX2997" fmla="*/ 1215821 w 1692117"/>
                <a:gd name="csY2997" fmla="*/ 826950 h 1076324"/>
                <a:gd name="csX2998" fmla="*/ 1216777 w 1692117"/>
                <a:gd name="csY2998" fmla="*/ 825039 h 1076324"/>
                <a:gd name="csX2999" fmla="*/ 1217732 w 1692117"/>
                <a:gd name="csY2999" fmla="*/ 823606 h 1076324"/>
                <a:gd name="csX3000" fmla="*/ 1218688 w 1692117"/>
                <a:gd name="csY3000" fmla="*/ 822650 h 1076324"/>
                <a:gd name="csX3001" fmla="*/ 1218688 w 1692117"/>
                <a:gd name="csY3001" fmla="*/ 821217 h 1076324"/>
                <a:gd name="csX3002" fmla="*/ 1219643 w 1692117"/>
                <a:gd name="csY3002" fmla="*/ 820262 h 1076324"/>
                <a:gd name="csX3003" fmla="*/ 1222510 w 1692117"/>
                <a:gd name="csY3003" fmla="*/ 818828 h 1076324"/>
                <a:gd name="csX3004" fmla="*/ 1223465 w 1692117"/>
                <a:gd name="csY3004" fmla="*/ 818828 h 1076324"/>
                <a:gd name="csX3005" fmla="*/ 1223943 w 1692117"/>
                <a:gd name="csY3005" fmla="*/ 820739 h 1076324"/>
                <a:gd name="csX3006" fmla="*/ 1224898 w 1692117"/>
                <a:gd name="csY3006" fmla="*/ 821217 h 1076324"/>
                <a:gd name="csX3007" fmla="*/ 1226332 w 1692117"/>
                <a:gd name="csY3007" fmla="*/ 821695 h 1076324"/>
                <a:gd name="csX3008" fmla="*/ 1227765 w 1692117"/>
                <a:gd name="csY3008" fmla="*/ 822172 h 1076324"/>
                <a:gd name="csX3009" fmla="*/ 1228720 w 1692117"/>
                <a:gd name="csY3009" fmla="*/ 823606 h 1076324"/>
                <a:gd name="csX3010" fmla="*/ 1229198 w 1692117"/>
                <a:gd name="csY3010" fmla="*/ 824561 h 1076324"/>
                <a:gd name="csX3011" fmla="*/ 1229676 w 1692117"/>
                <a:gd name="csY3011" fmla="*/ 825517 h 1076324"/>
                <a:gd name="csX3012" fmla="*/ 1230631 w 1692117"/>
                <a:gd name="csY3012" fmla="*/ 829338 h 1076324"/>
                <a:gd name="csX3013" fmla="*/ 1231109 w 1692117"/>
                <a:gd name="csY3013" fmla="*/ 831249 h 1076324"/>
                <a:gd name="csX3014" fmla="*/ 1231586 w 1692117"/>
                <a:gd name="csY3014" fmla="*/ 828861 h 1076324"/>
                <a:gd name="csX3015" fmla="*/ 1232064 w 1692117"/>
                <a:gd name="csY3015" fmla="*/ 825517 h 1076324"/>
                <a:gd name="csX3016" fmla="*/ 1232542 w 1692117"/>
                <a:gd name="csY3016" fmla="*/ 824561 h 1076324"/>
                <a:gd name="csX3017" fmla="*/ 1234453 w 1692117"/>
                <a:gd name="csY3017" fmla="*/ 822172 h 1076324"/>
                <a:gd name="csX3018" fmla="*/ 1234453 w 1692117"/>
                <a:gd name="csY3018" fmla="*/ 821695 h 1076324"/>
                <a:gd name="csX3019" fmla="*/ 1233975 w 1692117"/>
                <a:gd name="csY3019" fmla="*/ 820262 h 1076324"/>
                <a:gd name="csX3020" fmla="*/ 1229676 w 1692117"/>
                <a:gd name="csY3020" fmla="*/ 815484 h 1076324"/>
                <a:gd name="csX3021" fmla="*/ 1229676 w 1692117"/>
                <a:gd name="csY3021" fmla="*/ 814051 h 1076324"/>
                <a:gd name="csX3022" fmla="*/ 1230631 w 1692117"/>
                <a:gd name="csY3022" fmla="*/ 813573 h 1076324"/>
                <a:gd name="csX3023" fmla="*/ 1231586 w 1692117"/>
                <a:gd name="csY3023" fmla="*/ 812140 h 1076324"/>
                <a:gd name="csX3024" fmla="*/ 1232064 w 1692117"/>
                <a:gd name="csY3024" fmla="*/ 810229 h 1076324"/>
                <a:gd name="csX3025" fmla="*/ 1232542 w 1692117"/>
                <a:gd name="csY3025" fmla="*/ 808796 h 1076324"/>
                <a:gd name="csX3026" fmla="*/ 1235409 w 1692117"/>
                <a:gd name="csY3026" fmla="*/ 806885 h 1076324"/>
                <a:gd name="csX3027" fmla="*/ 1237319 w 1692117"/>
                <a:gd name="csY3027" fmla="*/ 803541 h 1076324"/>
                <a:gd name="csX3028" fmla="*/ 1238275 w 1692117"/>
                <a:gd name="csY3028" fmla="*/ 801152 h 1076324"/>
                <a:gd name="csX3029" fmla="*/ 1239230 w 1692117"/>
                <a:gd name="csY3029" fmla="*/ 800197 h 1076324"/>
                <a:gd name="csX3030" fmla="*/ 1240186 w 1692117"/>
                <a:gd name="csY3030" fmla="*/ 799719 h 1076324"/>
                <a:gd name="csX3031" fmla="*/ 1239230 w 1692117"/>
                <a:gd name="csY3031" fmla="*/ 799241 h 1076324"/>
                <a:gd name="csX3032" fmla="*/ 1238752 w 1692117"/>
                <a:gd name="csY3032" fmla="*/ 798286 h 1076324"/>
                <a:gd name="csX3033" fmla="*/ 1238752 w 1692117"/>
                <a:gd name="csY3033" fmla="*/ 795897 h 1076324"/>
                <a:gd name="csX3034" fmla="*/ 1238275 w 1692117"/>
                <a:gd name="csY3034" fmla="*/ 793031 h 1076324"/>
                <a:gd name="csX3035" fmla="*/ 1237319 w 1692117"/>
                <a:gd name="csY3035" fmla="*/ 791598 h 1076324"/>
                <a:gd name="csX3036" fmla="*/ 1234931 w 1692117"/>
                <a:gd name="csY3036" fmla="*/ 789209 h 1076324"/>
                <a:gd name="csX3037" fmla="*/ 1234453 w 1692117"/>
                <a:gd name="csY3037" fmla="*/ 788254 h 1076324"/>
                <a:gd name="csX3038" fmla="*/ 1233975 w 1692117"/>
                <a:gd name="csY3038" fmla="*/ 784910 h 1076324"/>
                <a:gd name="csX3039" fmla="*/ 1234453 w 1692117"/>
                <a:gd name="csY3039" fmla="*/ 783476 h 1076324"/>
                <a:gd name="csX3040" fmla="*/ 1234931 w 1692117"/>
                <a:gd name="csY3040" fmla="*/ 782043 h 1076324"/>
                <a:gd name="csX3041" fmla="*/ 1234453 w 1692117"/>
                <a:gd name="csY3041" fmla="*/ 781088 h 1076324"/>
                <a:gd name="csX3042" fmla="*/ 1232064 w 1692117"/>
                <a:gd name="csY3042" fmla="*/ 778699 h 1076324"/>
                <a:gd name="csX3043" fmla="*/ 1231586 w 1692117"/>
                <a:gd name="csY3043" fmla="*/ 776310 h 1076324"/>
                <a:gd name="csX3044" fmla="*/ 1230153 w 1692117"/>
                <a:gd name="csY3044" fmla="*/ 771533 h 1076324"/>
                <a:gd name="csX3045" fmla="*/ 1229676 w 1692117"/>
                <a:gd name="csY3045" fmla="*/ 765323 h 1076324"/>
                <a:gd name="csX3046" fmla="*/ 1228720 w 1692117"/>
                <a:gd name="csY3046" fmla="*/ 761023 h 1076324"/>
                <a:gd name="csX3047" fmla="*/ 1227287 w 1692117"/>
                <a:gd name="csY3047" fmla="*/ 757679 h 1076324"/>
                <a:gd name="csX3048" fmla="*/ 1227287 w 1692117"/>
                <a:gd name="csY3048" fmla="*/ 756246 h 1076324"/>
                <a:gd name="csX3049" fmla="*/ 1227765 w 1692117"/>
                <a:gd name="csY3049" fmla="*/ 755290 h 1076324"/>
                <a:gd name="csX3050" fmla="*/ 1228720 w 1692117"/>
                <a:gd name="csY3050" fmla="*/ 752902 h 1076324"/>
                <a:gd name="csX3051" fmla="*/ 1229198 w 1692117"/>
                <a:gd name="csY3051" fmla="*/ 752424 h 1076324"/>
                <a:gd name="csX3052" fmla="*/ 1230631 w 1692117"/>
                <a:gd name="csY3052" fmla="*/ 752424 h 1076324"/>
                <a:gd name="csX3053" fmla="*/ 1230631 w 1692117"/>
                <a:gd name="csY3053" fmla="*/ 752424 h 1076324"/>
                <a:gd name="csX3054" fmla="*/ 1228720 w 1692117"/>
                <a:gd name="csY3054" fmla="*/ 750991 h 1076324"/>
                <a:gd name="csX3055" fmla="*/ 1227765 w 1692117"/>
                <a:gd name="csY3055" fmla="*/ 749558 h 1076324"/>
                <a:gd name="csX3056" fmla="*/ 1227765 w 1692117"/>
                <a:gd name="csY3056" fmla="*/ 748602 h 1076324"/>
                <a:gd name="csX3057" fmla="*/ 1229198 w 1692117"/>
                <a:gd name="csY3057" fmla="*/ 747169 h 1076324"/>
                <a:gd name="csX3058" fmla="*/ 1229198 w 1692117"/>
                <a:gd name="csY3058" fmla="*/ 746691 h 1076324"/>
                <a:gd name="csX3059" fmla="*/ 1227765 w 1692117"/>
                <a:gd name="csY3059" fmla="*/ 745736 h 1076324"/>
                <a:gd name="csX3060" fmla="*/ 1224421 w 1692117"/>
                <a:gd name="csY3060" fmla="*/ 744303 h 1076324"/>
                <a:gd name="csX3061" fmla="*/ 1225854 w 1692117"/>
                <a:gd name="csY3061" fmla="*/ 743825 h 1076324"/>
                <a:gd name="csX3062" fmla="*/ 1226809 w 1692117"/>
                <a:gd name="csY3062" fmla="*/ 742392 h 1076324"/>
                <a:gd name="csX3063" fmla="*/ 1226332 w 1692117"/>
                <a:gd name="csY3063" fmla="*/ 741914 h 1076324"/>
                <a:gd name="csX3064" fmla="*/ 1224898 w 1692117"/>
                <a:gd name="csY3064" fmla="*/ 741436 h 1076324"/>
                <a:gd name="csX3065" fmla="*/ 1223465 w 1692117"/>
                <a:gd name="csY3065" fmla="*/ 740481 h 1076324"/>
                <a:gd name="csX3066" fmla="*/ 1222032 w 1692117"/>
                <a:gd name="csY3066" fmla="*/ 739048 h 1076324"/>
                <a:gd name="csX3067" fmla="*/ 1220599 w 1692117"/>
                <a:gd name="csY3067" fmla="*/ 736659 h 1076324"/>
                <a:gd name="csX3068" fmla="*/ 1220121 w 1692117"/>
                <a:gd name="csY3068" fmla="*/ 735226 h 1076324"/>
                <a:gd name="csX3069" fmla="*/ 1219166 w 1692117"/>
                <a:gd name="csY3069" fmla="*/ 731882 h 1076324"/>
                <a:gd name="csX3070" fmla="*/ 1217255 w 1692117"/>
                <a:gd name="csY3070" fmla="*/ 728537 h 1076324"/>
                <a:gd name="csX3071" fmla="*/ 1216777 w 1692117"/>
                <a:gd name="csY3071" fmla="*/ 727582 h 1076324"/>
                <a:gd name="csX3072" fmla="*/ 1215821 w 1692117"/>
                <a:gd name="csY3072" fmla="*/ 727104 h 1076324"/>
                <a:gd name="csX3073" fmla="*/ 1215344 w 1692117"/>
                <a:gd name="csY3073" fmla="*/ 727104 h 1076324"/>
                <a:gd name="csX3074" fmla="*/ 1215344 w 1692117"/>
                <a:gd name="csY3074" fmla="*/ 726627 h 1076324"/>
                <a:gd name="csX3075" fmla="*/ 1216299 w 1692117"/>
                <a:gd name="csY3075" fmla="*/ 725671 h 1076324"/>
                <a:gd name="csX3076" fmla="*/ 1231109 w 1692117"/>
                <a:gd name="csY3076" fmla="*/ 719938 h 1076324"/>
                <a:gd name="csX3077" fmla="*/ 1232542 w 1692117"/>
                <a:gd name="csY3077" fmla="*/ 718983 h 1076324"/>
                <a:gd name="csX3078" fmla="*/ 1239708 w 1692117"/>
                <a:gd name="csY3078" fmla="*/ 715639 h 1076324"/>
                <a:gd name="csX3079" fmla="*/ 1243052 w 1692117"/>
                <a:gd name="csY3079" fmla="*/ 713728 h 1076324"/>
                <a:gd name="csX3080" fmla="*/ 1246396 w 1692117"/>
                <a:gd name="csY3080" fmla="*/ 711339 h 1076324"/>
                <a:gd name="csX3081" fmla="*/ 1251174 w 1692117"/>
                <a:gd name="csY3081" fmla="*/ 708473 h 1076324"/>
                <a:gd name="csX3082" fmla="*/ 1253562 w 1692117"/>
                <a:gd name="csY3082" fmla="*/ 706562 h 1076324"/>
                <a:gd name="csX3083" fmla="*/ 1254995 w 1692117"/>
                <a:gd name="csY3083" fmla="*/ 705129 h 1076324"/>
                <a:gd name="csX3084" fmla="*/ 1262639 w 1692117"/>
                <a:gd name="csY3084" fmla="*/ 698441 h 1076324"/>
                <a:gd name="csX3085" fmla="*/ 1265505 w 1692117"/>
                <a:gd name="csY3085" fmla="*/ 695096 h 1076324"/>
                <a:gd name="csX3086" fmla="*/ 1267416 w 1692117"/>
                <a:gd name="csY3086" fmla="*/ 691752 h 1076324"/>
                <a:gd name="csX3087" fmla="*/ 1270283 w 1692117"/>
                <a:gd name="csY3087" fmla="*/ 688408 h 1076324"/>
                <a:gd name="csX3088" fmla="*/ 1273627 w 1692117"/>
                <a:gd name="csY3088" fmla="*/ 684109 h 1076324"/>
                <a:gd name="csX3089" fmla="*/ 1276016 w 1692117"/>
                <a:gd name="csY3089" fmla="*/ 680764 h 1076324"/>
                <a:gd name="csX3090" fmla="*/ 1276971 w 1692117"/>
                <a:gd name="csY3090" fmla="*/ 677420 h 1076324"/>
                <a:gd name="csX3091" fmla="*/ 1277926 w 1692117"/>
                <a:gd name="csY3091" fmla="*/ 672165 h 1076324"/>
                <a:gd name="csX3092" fmla="*/ 1278404 w 1692117"/>
                <a:gd name="csY3092" fmla="*/ 667866 h 1076324"/>
                <a:gd name="csX3093" fmla="*/ 1278404 w 1692117"/>
                <a:gd name="csY3093" fmla="*/ 660700 h 1076324"/>
                <a:gd name="csX3094" fmla="*/ 1278404 w 1692117"/>
                <a:gd name="csY3094" fmla="*/ 654489 h 1076324"/>
                <a:gd name="csX3095" fmla="*/ 1277449 w 1692117"/>
                <a:gd name="csY3095" fmla="*/ 644935 h 1076324"/>
                <a:gd name="csX3096" fmla="*/ 1276971 w 1692117"/>
                <a:gd name="csY3096" fmla="*/ 642068 h 1076324"/>
                <a:gd name="csX3097" fmla="*/ 1276016 w 1692117"/>
                <a:gd name="csY3097" fmla="*/ 638247 h 1076324"/>
                <a:gd name="csX3098" fmla="*/ 1273149 w 1692117"/>
                <a:gd name="csY3098" fmla="*/ 631081 h 1076324"/>
                <a:gd name="csX3099" fmla="*/ 1272671 w 1692117"/>
                <a:gd name="csY3099" fmla="*/ 629170 h 1076324"/>
                <a:gd name="csX3100" fmla="*/ 1271238 w 1692117"/>
                <a:gd name="csY3100" fmla="*/ 625348 h 1076324"/>
                <a:gd name="csX3101" fmla="*/ 1265983 w 1692117"/>
                <a:gd name="csY3101" fmla="*/ 616749 h 1076324"/>
                <a:gd name="csX3102" fmla="*/ 1259295 w 1692117"/>
                <a:gd name="csY3102" fmla="*/ 610538 h 1076324"/>
                <a:gd name="csX3103" fmla="*/ 1257862 w 1692117"/>
                <a:gd name="csY3103" fmla="*/ 609105 h 1076324"/>
                <a:gd name="csX3104" fmla="*/ 1255473 w 1692117"/>
                <a:gd name="csY3104" fmla="*/ 607194 h 1076324"/>
                <a:gd name="csX3105" fmla="*/ 1251651 w 1692117"/>
                <a:gd name="csY3105" fmla="*/ 605283 h 1076324"/>
                <a:gd name="csX3106" fmla="*/ 1248785 w 1692117"/>
                <a:gd name="csY3106" fmla="*/ 603372 h 1076324"/>
                <a:gd name="csX3107" fmla="*/ 1242097 w 1692117"/>
                <a:gd name="csY3107" fmla="*/ 597162 h 1076324"/>
                <a:gd name="csX3108" fmla="*/ 1240186 w 1692117"/>
                <a:gd name="csY3108" fmla="*/ 596684 h 1076324"/>
                <a:gd name="csX3109" fmla="*/ 1239230 w 1692117"/>
                <a:gd name="csY3109" fmla="*/ 594773 h 1076324"/>
                <a:gd name="csX3110" fmla="*/ 1238752 w 1692117"/>
                <a:gd name="csY3110" fmla="*/ 593818 h 1076324"/>
                <a:gd name="csX3111" fmla="*/ 1239230 w 1692117"/>
                <a:gd name="csY3111" fmla="*/ 590474 h 1076324"/>
                <a:gd name="csX3112" fmla="*/ 1239708 w 1692117"/>
                <a:gd name="csY3112" fmla="*/ 588563 h 1076324"/>
                <a:gd name="csX3113" fmla="*/ 1240186 w 1692117"/>
                <a:gd name="csY3113" fmla="*/ 587129 h 1076324"/>
                <a:gd name="csX3114" fmla="*/ 1240663 w 1692117"/>
                <a:gd name="csY3114" fmla="*/ 586174 h 1076324"/>
                <a:gd name="csX3115" fmla="*/ 1244485 w 1692117"/>
                <a:gd name="csY3115" fmla="*/ 581397 h 1076324"/>
                <a:gd name="csX3116" fmla="*/ 1246396 w 1692117"/>
                <a:gd name="csY3116" fmla="*/ 577575 h 1076324"/>
                <a:gd name="csX3117" fmla="*/ 1247829 w 1692117"/>
                <a:gd name="csY3117" fmla="*/ 575664 h 1076324"/>
                <a:gd name="csX3118" fmla="*/ 1249263 w 1692117"/>
                <a:gd name="csY3118" fmla="*/ 573753 h 1076324"/>
                <a:gd name="csX3119" fmla="*/ 1252129 w 1692117"/>
                <a:gd name="csY3119" fmla="*/ 571842 h 1076324"/>
                <a:gd name="csX3120" fmla="*/ 1254040 w 1692117"/>
                <a:gd name="csY3120" fmla="*/ 568976 h 1076324"/>
                <a:gd name="csX3121" fmla="*/ 1253562 w 1692117"/>
                <a:gd name="csY3121" fmla="*/ 568020 h 1076324"/>
                <a:gd name="csX3122" fmla="*/ 1252129 w 1692117"/>
                <a:gd name="csY3122" fmla="*/ 566587 h 1076324"/>
                <a:gd name="csX3123" fmla="*/ 1252129 w 1692117"/>
                <a:gd name="csY3123" fmla="*/ 565632 h 1076324"/>
                <a:gd name="csX3124" fmla="*/ 1254040 w 1692117"/>
                <a:gd name="csY3124" fmla="*/ 562765 h 1076324"/>
                <a:gd name="csX3125" fmla="*/ 1254518 w 1692117"/>
                <a:gd name="csY3125" fmla="*/ 561810 h 1076324"/>
                <a:gd name="csX3126" fmla="*/ 1254040 w 1692117"/>
                <a:gd name="csY3126" fmla="*/ 558943 h 1076324"/>
                <a:gd name="csX3127" fmla="*/ 1254518 w 1692117"/>
                <a:gd name="csY3127" fmla="*/ 558466 h 1076324"/>
                <a:gd name="csX3128" fmla="*/ 1257384 w 1692117"/>
                <a:gd name="csY3128" fmla="*/ 558466 h 1076324"/>
                <a:gd name="csX3129" fmla="*/ 1261206 w 1692117"/>
                <a:gd name="csY3129" fmla="*/ 562288 h 1076324"/>
                <a:gd name="csX3130" fmla="*/ 1262161 w 1692117"/>
                <a:gd name="csY3130" fmla="*/ 561810 h 1076324"/>
                <a:gd name="csX3131" fmla="*/ 1260728 w 1692117"/>
                <a:gd name="csY3131" fmla="*/ 560854 h 1076324"/>
                <a:gd name="csX3132" fmla="*/ 1259295 w 1692117"/>
                <a:gd name="csY3132" fmla="*/ 557988 h 1076324"/>
                <a:gd name="csX3133" fmla="*/ 1259773 w 1692117"/>
                <a:gd name="csY3133" fmla="*/ 557033 h 1076324"/>
                <a:gd name="csX3134" fmla="*/ 1262639 w 1692117"/>
                <a:gd name="csY3134" fmla="*/ 554166 h 1076324"/>
                <a:gd name="csX3135" fmla="*/ 1262639 w 1692117"/>
                <a:gd name="csY3135" fmla="*/ 552733 h 1076324"/>
                <a:gd name="csX3136" fmla="*/ 1261684 w 1692117"/>
                <a:gd name="csY3136" fmla="*/ 550822 h 1076324"/>
                <a:gd name="csX3137" fmla="*/ 1261684 w 1692117"/>
                <a:gd name="csY3137" fmla="*/ 549389 h 1076324"/>
                <a:gd name="csX3138" fmla="*/ 1263117 w 1692117"/>
                <a:gd name="csY3138" fmla="*/ 546045 h 1076324"/>
                <a:gd name="csX3139" fmla="*/ 1262639 w 1692117"/>
                <a:gd name="csY3139" fmla="*/ 545089 h 1076324"/>
                <a:gd name="csX3140" fmla="*/ 1258339 w 1692117"/>
                <a:gd name="csY3140" fmla="*/ 544612 h 1076324"/>
                <a:gd name="csX3141" fmla="*/ 1257384 w 1692117"/>
                <a:gd name="csY3141" fmla="*/ 543656 h 1076324"/>
                <a:gd name="csX3142" fmla="*/ 1257862 w 1692117"/>
                <a:gd name="csY3142" fmla="*/ 543178 h 1076324"/>
                <a:gd name="csX3143" fmla="*/ 1259773 w 1692117"/>
                <a:gd name="csY3143" fmla="*/ 541745 h 1076324"/>
                <a:gd name="csX3144" fmla="*/ 1259773 w 1692117"/>
                <a:gd name="csY3144" fmla="*/ 541268 h 1076324"/>
                <a:gd name="csX3145" fmla="*/ 1255951 w 1692117"/>
                <a:gd name="csY3145" fmla="*/ 533624 h 1076324"/>
                <a:gd name="csX3146" fmla="*/ 1255473 w 1692117"/>
                <a:gd name="csY3146" fmla="*/ 531235 h 1076324"/>
                <a:gd name="csX3147" fmla="*/ 1256906 w 1692117"/>
                <a:gd name="csY3147" fmla="*/ 528369 h 1076324"/>
                <a:gd name="csX3148" fmla="*/ 1258817 w 1692117"/>
                <a:gd name="csY3148" fmla="*/ 526936 h 1076324"/>
                <a:gd name="csX3149" fmla="*/ 1258817 w 1692117"/>
                <a:gd name="csY3149" fmla="*/ 525980 h 1076324"/>
                <a:gd name="csX3150" fmla="*/ 1256428 w 1692117"/>
                <a:gd name="csY3150" fmla="*/ 525980 h 1076324"/>
                <a:gd name="csX3151" fmla="*/ 1254995 w 1692117"/>
                <a:gd name="csY3151" fmla="*/ 525502 h 1076324"/>
                <a:gd name="csX3152" fmla="*/ 1253084 w 1692117"/>
                <a:gd name="csY3152" fmla="*/ 523114 h 1076324"/>
                <a:gd name="csX3153" fmla="*/ 1254040 w 1692117"/>
                <a:gd name="csY3153" fmla="*/ 521681 h 1076324"/>
                <a:gd name="csX3154" fmla="*/ 1254518 w 1692117"/>
                <a:gd name="csY3154" fmla="*/ 521203 h 1076324"/>
                <a:gd name="csX3155" fmla="*/ 1255951 w 1692117"/>
                <a:gd name="csY3155" fmla="*/ 517859 h 1076324"/>
                <a:gd name="csX3156" fmla="*/ 1257384 w 1692117"/>
                <a:gd name="csY3156" fmla="*/ 516903 h 1076324"/>
                <a:gd name="csX3157" fmla="*/ 1256906 w 1692117"/>
                <a:gd name="csY3157" fmla="*/ 516426 h 1076324"/>
                <a:gd name="csX3158" fmla="*/ 1251651 w 1692117"/>
                <a:gd name="csY3158" fmla="*/ 517859 h 1076324"/>
                <a:gd name="csX3159" fmla="*/ 1249263 w 1692117"/>
                <a:gd name="csY3159" fmla="*/ 516903 h 1076324"/>
                <a:gd name="csX3160" fmla="*/ 1246874 w 1692117"/>
                <a:gd name="csY3160" fmla="*/ 516903 h 1076324"/>
                <a:gd name="csX3161" fmla="*/ 1245441 w 1692117"/>
                <a:gd name="csY3161" fmla="*/ 516426 h 1076324"/>
                <a:gd name="csX3162" fmla="*/ 1245918 w 1692117"/>
                <a:gd name="csY3162" fmla="*/ 515470 h 1076324"/>
                <a:gd name="csX3163" fmla="*/ 1250218 w 1692117"/>
                <a:gd name="csY3163" fmla="*/ 509737 h 1076324"/>
                <a:gd name="csX3164" fmla="*/ 1252607 w 1692117"/>
                <a:gd name="csY3164" fmla="*/ 506871 h 1076324"/>
                <a:gd name="csX3165" fmla="*/ 1254040 w 1692117"/>
                <a:gd name="csY3165" fmla="*/ 504005 h 1076324"/>
                <a:gd name="csX3166" fmla="*/ 1254518 w 1692117"/>
                <a:gd name="csY3166" fmla="*/ 502094 h 1076324"/>
                <a:gd name="csX3167" fmla="*/ 1254518 w 1692117"/>
                <a:gd name="csY3167" fmla="*/ 501138 h 1076324"/>
                <a:gd name="csX3168" fmla="*/ 1254040 w 1692117"/>
                <a:gd name="csY3168" fmla="*/ 494928 h 1076324"/>
                <a:gd name="csX3169" fmla="*/ 1254518 w 1692117"/>
                <a:gd name="csY3169" fmla="*/ 493495 h 1076324"/>
                <a:gd name="csX3170" fmla="*/ 1255951 w 1692117"/>
                <a:gd name="csY3170" fmla="*/ 492061 h 1076324"/>
                <a:gd name="csX3171" fmla="*/ 1258817 w 1692117"/>
                <a:gd name="csY3171" fmla="*/ 488717 h 1076324"/>
                <a:gd name="csX3172" fmla="*/ 1254995 w 1692117"/>
                <a:gd name="csY3172" fmla="*/ 486329 h 1076324"/>
                <a:gd name="csX3173" fmla="*/ 1253084 w 1692117"/>
                <a:gd name="csY3173" fmla="*/ 483462 h 1076324"/>
                <a:gd name="csX3174" fmla="*/ 1251174 w 1692117"/>
                <a:gd name="csY3174" fmla="*/ 482507 h 1076324"/>
                <a:gd name="csX3175" fmla="*/ 1250218 w 1692117"/>
                <a:gd name="csY3175" fmla="*/ 481074 h 1076324"/>
                <a:gd name="csX3176" fmla="*/ 1248785 w 1692117"/>
                <a:gd name="csY3176" fmla="*/ 478207 h 1076324"/>
                <a:gd name="csX3177" fmla="*/ 1247829 w 1692117"/>
                <a:gd name="csY3177" fmla="*/ 474863 h 1076324"/>
                <a:gd name="csX3178" fmla="*/ 1246396 w 1692117"/>
                <a:gd name="csY3178" fmla="*/ 467697 h 1076324"/>
                <a:gd name="csX3179" fmla="*/ 1246396 w 1692117"/>
                <a:gd name="csY3179" fmla="*/ 463875 h 1076324"/>
                <a:gd name="csX3180" fmla="*/ 1246396 w 1692117"/>
                <a:gd name="csY3180" fmla="*/ 461009 h 1076324"/>
                <a:gd name="csX3181" fmla="*/ 1246874 w 1692117"/>
                <a:gd name="csY3181" fmla="*/ 459576 h 1076324"/>
                <a:gd name="csX3182" fmla="*/ 1247829 w 1692117"/>
                <a:gd name="csY3182" fmla="*/ 458143 h 1076324"/>
                <a:gd name="csX3183" fmla="*/ 1251174 w 1692117"/>
                <a:gd name="csY3183" fmla="*/ 455276 h 1076324"/>
                <a:gd name="csX3184" fmla="*/ 1256906 w 1692117"/>
                <a:gd name="csY3184" fmla="*/ 450977 h 1076324"/>
                <a:gd name="csX3185" fmla="*/ 1261684 w 1692117"/>
                <a:gd name="csY3185" fmla="*/ 449543 h 1076324"/>
                <a:gd name="csX3186" fmla="*/ 1265028 w 1692117"/>
                <a:gd name="csY3186" fmla="*/ 450499 h 1076324"/>
                <a:gd name="csX3187" fmla="*/ 1271238 w 1692117"/>
                <a:gd name="csY3187" fmla="*/ 451454 h 1076324"/>
                <a:gd name="csX3188" fmla="*/ 1276493 w 1692117"/>
                <a:gd name="csY3188" fmla="*/ 453843 h 1076324"/>
                <a:gd name="csX3189" fmla="*/ 1292258 w 1692117"/>
                <a:gd name="csY3189" fmla="*/ 459576 h 1076324"/>
                <a:gd name="csX3190" fmla="*/ 1295125 w 1692117"/>
                <a:gd name="csY3190" fmla="*/ 461964 h 1076324"/>
                <a:gd name="csX3191" fmla="*/ 1292736 w 1692117"/>
                <a:gd name="csY3191" fmla="*/ 464353 h 1076324"/>
                <a:gd name="csX3192" fmla="*/ 1293214 w 1692117"/>
                <a:gd name="csY3192" fmla="*/ 464831 h 1076324"/>
                <a:gd name="csX3193" fmla="*/ 1298946 w 1692117"/>
                <a:gd name="csY3193" fmla="*/ 460531 h 1076324"/>
                <a:gd name="csX3194" fmla="*/ 1300380 w 1692117"/>
                <a:gd name="csY3194" fmla="*/ 460054 h 1076324"/>
                <a:gd name="csX3195" fmla="*/ 1301813 w 1692117"/>
                <a:gd name="csY3195" fmla="*/ 459576 h 1076324"/>
                <a:gd name="csX3196" fmla="*/ 1306590 w 1692117"/>
                <a:gd name="csY3196" fmla="*/ 461487 h 1076324"/>
                <a:gd name="csX3197" fmla="*/ 1308023 w 1692117"/>
                <a:gd name="csY3197" fmla="*/ 461487 h 1076324"/>
                <a:gd name="csX3198" fmla="*/ 1310412 w 1692117"/>
                <a:gd name="csY3198" fmla="*/ 462920 h 1076324"/>
                <a:gd name="csX3199" fmla="*/ 1316145 w 1692117"/>
                <a:gd name="csY3199" fmla="*/ 467219 h 1076324"/>
                <a:gd name="csX3200" fmla="*/ 1316145 w 1692117"/>
                <a:gd name="csY3200" fmla="*/ 467219 h 1076324"/>
                <a:gd name="csX3201" fmla="*/ 1314712 w 1692117"/>
                <a:gd name="csY3201" fmla="*/ 464831 h 1076324"/>
                <a:gd name="csX3202" fmla="*/ 1315667 w 1692117"/>
                <a:gd name="csY3202" fmla="*/ 463398 h 1076324"/>
                <a:gd name="csX3203" fmla="*/ 1319966 w 1692117"/>
                <a:gd name="csY3203" fmla="*/ 461487 h 1076324"/>
                <a:gd name="csX3204" fmla="*/ 1324266 w 1692117"/>
                <a:gd name="csY3204" fmla="*/ 459098 h 1076324"/>
                <a:gd name="csX3205" fmla="*/ 1327610 w 1692117"/>
                <a:gd name="csY3205" fmla="*/ 457187 h 1076324"/>
                <a:gd name="csX3206" fmla="*/ 1330954 w 1692117"/>
                <a:gd name="csY3206" fmla="*/ 454799 h 1076324"/>
                <a:gd name="csX3207" fmla="*/ 1333343 w 1692117"/>
                <a:gd name="csY3207" fmla="*/ 453365 h 1076324"/>
                <a:gd name="csX3208" fmla="*/ 1334298 w 1692117"/>
                <a:gd name="csY3208" fmla="*/ 453365 h 1076324"/>
                <a:gd name="csX3209" fmla="*/ 1335732 w 1692117"/>
                <a:gd name="csY3209" fmla="*/ 454321 h 1076324"/>
                <a:gd name="csX3210" fmla="*/ 1340031 w 1692117"/>
                <a:gd name="csY3210" fmla="*/ 457665 h 1076324"/>
                <a:gd name="csX3211" fmla="*/ 1342420 w 1692117"/>
                <a:gd name="csY3211" fmla="*/ 459098 h 1076324"/>
                <a:gd name="csX3212" fmla="*/ 1344331 w 1692117"/>
                <a:gd name="csY3212" fmla="*/ 461009 h 1076324"/>
                <a:gd name="csX3213" fmla="*/ 1347197 w 1692117"/>
                <a:gd name="csY3213" fmla="*/ 464353 h 1076324"/>
                <a:gd name="csX3214" fmla="*/ 1348630 w 1692117"/>
                <a:gd name="csY3214" fmla="*/ 464831 h 1076324"/>
                <a:gd name="csX3215" fmla="*/ 1350541 w 1692117"/>
                <a:gd name="csY3215" fmla="*/ 466742 h 1076324"/>
                <a:gd name="csX3216" fmla="*/ 1353407 w 1692117"/>
                <a:gd name="csY3216" fmla="*/ 466742 h 1076324"/>
                <a:gd name="csX3217" fmla="*/ 1354363 w 1692117"/>
                <a:gd name="csY3217" fmla="*/ 467219 h 1076324"/>
                <a:gd name="csX3218" fmla="*/ 1354841 w 1692117"/>
                <a:gd name="csY3218" fmla="*/ 467219 h 1076324"/>
                <a:gd name="csX3219" fmla="*/ 1355319 w 1692117"/>
                <a:gd name="csY3219" fmla="*/ 468653 h 1076324"/>
                <a:gd name="csX3220" fmla="*/ 1355796 w 1692117"/>
                <a:gd name="csY3220" fmla="*/ 469608 h 1076324"/>
                <a:gd name="csX3221" fmla="*/ 1355796 w 1692117"/>
                <a:gd name="csY3221" fmla="*/ 470564 h 1076324"/>
                <a:gd name="csX3222" fmla="*/ 1354841 w 1692117"/>
                <a:gd name="csY3222" fmla="*/ 473430 h 1076324"/>
                <a:gd name="csX3223" fmla="*/ 1352930 w 1692117"/>
                <a:gd name="csY3223" fmla="*/ 477729 h 1076324"/>
                <a:gd name="csX3224" fmla="*/ 1353885 w 1692117"/>
                <a:gd name="csY3224" fmla="*/ 478207 h 1076324"/>
                <a:gd name="csX3225" fmla="*/ 1354841 w 1692117"/>
                <a:gd name="csY3225" fmla="*/ 477252 h 1076324"/>
                <a:gd name="csX3226" fmla="*/ 1356752 w 1692117"/>
                <a:gd name="csY3226" fmla="*/ 475341 h 1076324"/>
                <a:gd name="csX3227" fmla="*/ 1358185 w 1692117"/>
                <a:gd name="csY3227" fmla="*/ 474863 h 1076324"/>
                <a:gd name="csX3228" fmla="*/ 1361051 w 1692117"/>
                <a:gd name="csY3228" fmla="*/ 476296 h 1076324"/>
                <a:gd name="csX3229" fmla="*/ 1363440 w 1692117"/>
                <a:gd name="csY3229" fmla="*/ 478207 h 1076324"/>
                <a:gd name="csX3230" fmla="*/ 1364395 w 1692117"/>
                <a:gd name="csY3230" fmla="*/ 479640 h 1076324"/>
                <a:gd name="csX3231" fmla="*/ 1365829 w 1692117"/>
                <a:gd name="csY3231" fmla="*/ 481551 h 1076324"/>
                <a:gd name="csX3232" fmla="*/ 1366306 w 1692117"/>
                <a:gd name="csY3232" fmla="*/ 482507 h 1076324"/>
                <a:gd name="csX3233" fmla="*/ 1367262 w 1692117"/>
                <a:gd name="csY3233" fmla="*/ 483940 h 1076324"/>
                <a:gd name="csX3234" fmla="*/ 1367262 w 1692117"/>
                <a:gd name="csY3234" fmla="*/ 484895 h 1076324"/>
                <a:gd name="csX3235" fmla="*/ 1366306 w 1692117"/>
                <a:gd name="csY3235" fmla="*/ 485851 h 1076324"/>
                <a:gd name="csX3236" fmla="*/ 1363440 w 1692117"/>
                <a:gd name="csY3236" fmla="*/ 487284 h 1076324"/>
                <a:gd name="csX3237" fmla="*/ 1363918 w 1692117"/>
                <a:gd name="csY3237" fmla="*/ 487762 h 1076324"/>
                <a:gd name="csX3238" fmla="*/ 1367739 w 1692117"/>
                <a:gd name="csY3238" fmla="*/ 486806 h 1076324"/>
                <a:gd name="csX3239" fmla="*/ 1368695 w 1692117"/>
                <a:gd name="csY3239" fmla="*/ 485851 h 1076324"/>
                <a:gd name="csX3240" fmla="*/ 1369650 w 1692117"/>
                <a:gd name="csY3240" fmla="*/ 484418 h 1076324"/>
                <a:gd name="csX3241" fmla="*/ 1370606 w 1692117"/>
                <a:gd name="csY3241" fmla="*/ 483940 h 1076324"/>
                <a:gd name="csX3242" fmla="*/ 1375383 w 1692117"/>
                <a:gd name="csY3242" fmla="*/ 486329 h 1076324"/>
                <a:gd name="csX3243" fmla="*/ 1375861 w 1692117"/>
                <a:gd name="csY3243" fmla="*/ 487284 h 1076324"/>
                <a:gd name="csX3244" fmla="*/ 1375861 w 1692117"/>
                <a:gd name="csY3244" fmla="*/ 488240 h 1076324"/>
                <a:gd name="csX3245" fmla="*/ 1374905 w 1692117"/>
                <a:gd name="csY3245" fmla="*/ 489195 h 1076324"/>
                <a:gd name="csX3246" fmla="*/ 1372995 w 1692117"/>
                <a:gd name="csY3246" fmla="*/ 490150 h 1076324"/>
                <a:gd name="csX3247" fmla="*/ 1371084 w 1692117"/>
                <a:gd name="csY3247" fmla="*/ 492061 h 1076324"/>
                <a:gd name="csX3248" fmla="*/ 1371084 w 1692117"/>
                <a:gd name="csY3248" fmla="*/ 493495 h 1076324"/>
                <a:gd name="csX3249" fmla="*/ 1372039 w 1692117"/>
                <a:gd name="csY3249" fmla="*/ 493972 h 1076324"/>
                <a:gd name="csX3250" fmla="*/ 1375383 w 1692117"/>
                <a:gd name="csY3250" fmla="*/ 494450 h 1076324"/>
                <a:gd name="csX3251" fmla="*/ 1375383 w 1692117"/>
                <a:gd name="csY3251" fmla="*/ 494928 h 1076324"/>
                <a:gd name="csX3252" fmla="*/ 1373472 w 1692117"/>
                <a:gd name="csY3252" fmla="*/ 495883 h 1076324"/>
                <a:gd name="csX3253" fmla="*/ 1372995 w 1692117"/>
                <a:gd name="csY3253" fmla="*/ 497316 h 1076324"/>
                <a:gd name="csX3254" fmla="*/ 1376816 w 1692117"/>
                <a:gd name="csY3254" fmla="*/ 501616 h 1076324"/>
                <a:gd name="csX3255" fmla="*/ 1379683 w 1692117"/>
                <a:gd name="csY3255" fmla="*/ 504005 h 1076324"/>
                <a:gd name="csX3256" fmla="*/ 1381116 w 1692117"/>
                <a:gd name="csY3256" fmla="*/ 504482 h 1076324"/>
                <a:gd name="csX3257" fmla="*/ 1384460 w 1692117"/>
                <a:gd name="csY3257" fmla="*/ 504482 h 1076324"/>
                <a:gd name="csX3258" fmla="*/ 1387326 w 1692117"/>
                <a:gd name="csY3258" fmla="*/ 504960 h 1076324"/>
                <a:gd name="csX3259" fmla="*/ 1393537 w 1692117"/>
                <a:gd name="csY3259" fmla="*/ 507827 h 1076324"/>
                <a:gd name="csX3260" fmla="*/ 1396881 w 1692117"/>
                <a:gd name="csY3260" fmla="*/ 508304 h 1076324"/>
                <a:gd name="csX3261" fmla="*/ 1400225 w 1692117"/>
                <a:gd name="csY3261" fmla="*/ 507349 h 1076324"/>
                <a:gd name="csX3262" fmla="*/ 1402136 w 1692117"/>
                <a:gd name="csY3262" fmla="*/ 507349 h 1076324"/>
                <a:gd name="csX3263" fmla="*/ 1404047 w 1692117"/>
                <a:gd name="csY3263" fmla="*/ 508304 h 1076324"/>
                <a:gd name="csX3264" fmla="*/ 1404525 w 1692117"/>
                <a:gd name="csY3264" fmla="*/ 509260 h 1076324"/>
                <a:gd name="csX3265" fmla="*/ 1405002 w 1692117"/>
                <a:gd name="csY3265" fmla="*/ 510693 h 1076324"/>
                <a:gd name="csX3266" fmla="*/ 1405002 w 1692117"/>
                <a:gd name="csY3266" fmla="*/ 512604 h 1076324"/>
                <a:gd name="csX3267" fmla="*/ 1405958 w 1692117"/>
                <a:gd name="csY3267" fmla="*/ 514515 h 1076324"/>
                <a:gd name="csX3268" fmla="*/ 1407869 w 1692117"/>
                <a:gd name="csY3268" fmla="*/ 515470 h 1076324"/>
                <a:gd name="csX3269" fmla="*/ 1409780 w 1692117"/>
                <a:gd name="csY3269" fmla="*/ 514992 h 1076324"/>
                <a:gd name="csX3270" fmla="*/ 1411691 w 1692117"/>
                <a:gd name="csY3270" fmla="*/ 513559 h 1076324"/>
                <a:gd name="csX3271" fmla="*/ 1413602 w 1692117"/>
                <a:gd name="csY3271" fmla="*/ 513081 h 1076324"/>
                <a:gd name="csX3272" fmla="*/ 1414079 w 1692117"/>
                <a:gd name="csY3272" fmla="*/ 511648 h 1076324"/>
                <a:gd name="csX3273" fmla="*/ 1414557 w 1692117"/>
                <a:gd name="csY3273" fmla="*/ 509260 h 1076324"/>
                <a:gd name="csX3274" fmla="*/ 1415035 w 1692117"/>
                <a:gd name="csY3274" fmla="*/ 507827 h 1076324"/>
                <a:gd name="csX3275" fmla="*/ 1416468 w 1692117"/>
                <a:gd name="csY3275" fmla="*/ 507827 h 1076324"/>
                <a:gd name="csX3276" fmla="*/ 1417423 w 1692117"/>
                <a:gd name="csY3276" fmla="*/ 508304 h 1076324"/>
                <a:gd name="csX3277" fmla="*/ 1418379 w 1692117"/>
                <a:gd name="csY3277" fmla="*/ 509737 h 1076324"/>
                <a:gd name="csX3278" fmla="*/ 1419334 w 1692117"/>
                <a:gd name="csY3278" fmla="*/ 512604 h 1076324"/>
                <a:gd name="csX3279" fmla="*/ 1419812 w 1692117"/>
                <a:gd name="csY3279" fmla="*/ 514515 h 1076324"/>
                <a:gd name="csX3280" fmla="*/ 1419812 w 1692117"/>
                <a:gd name="csY3280" fmla="*/ 515470 h 1076324"/>
                <a:gd name="csX3281" fmla="*/ 1418856 w 1692117"/>
                <a:gd name="csY3281" fmla="*/ 516903 h 1076324"/>
                <a:gd name="csX3282" fmla="*/ 1417901 w 1692117"/>
                <a:gd name="csY3282" fmla="*/ 518336 h 1076324"/>
                <a:gd name="csX3283" fmla="*/ 1415990 w 1692117"/>
                <a:gd name="csY3283" fmla="*/ 519292 h 1076324"/>
                <a:gd name="csX3284" fmla="*/ 1415035 w 1692117"/>
                <a:gd name="csY3284" fmla="*/ 521681 h 1076324"/>
                <a:gd name="csX3285" fmla="*/ 1413124 w 1692117"/>
                <a:gd name="csY3285" fmla="*/ 525980 h 1076324"/>
                <a:gd name="csX3286" fmla="*/ 1412646 w 1692117"/>
                <a:gd name="csY3286" fmla="*/ 528847 h 1076324"/>
                <a:gd name="csX3287" fmla="*/ 1412646 w 1692117"/>
                <a:gd name="csY3287" fmla="*/ 530757 h 1076324"/>
                <a:gd name="csX3288" fmla="*/ 1412646 w 1692117"/>
                <a:gd name="csY3288" fmla="*/ 532668 h 1076324"/>
                <a:gd name="csX3289" fmla="*/ 1413124 w 1692117"/>
                <a:gd name="csY3289" fmla="*/ 534579 h 1076324"/>
                <a:gd name="csX3290" fmla="*/ 1413602 w 1692117"/>
                <a:gd name="csY3290" fmla="*/ 536490 h 1076324"/>
                <a:gd name="csX3291" fmla="*/ 1415035 w 1692117"/>
                <a:gd name="csY3291" fmla="*/ 538879 h 1076324"/>
                <a:gd name="csX3292" fmla="*/ 1415035 w 1692117"/>
                <a:gd name="csY3292" fmla="*/ 539357 h 1076324"/>
                <a:gd name="csX3293" fmla="*/ 1415035 w 1692117"/>
                <a:gd name="csY3293" fmla="*/ 541268 h 1076324"/>
                <a:gd name="csX3294" fmla="*/ 1415035 w 1692117"/>
                <a:gd name="csY3294" fmla="*/ 542223 h 1076324"/>
                <a:gd name="csX3295" fmla="*/ 1414079 w 1692117"/>
                <a:gd name="csY3295" fmla="*/ 544134 h 1076324"/>
                <a:gd name="csX3296" fmla="*/ 1411691 w 1692117"/>
                <a:gd name="csY3296" fmla="*/ 545567 h 1076324"/>
                <a:gd name="csX3297" fmla="*/ 1408346 w 1692117"/>
                <a:gd name="csY3297" fmla="*/ 546045 h 1076324"/>
                <a:gd name="csX3298" fmla="*/ 1397837 w 1692117"/>
                <a:gd name="csY3298" fmla="*/ 546045 h 1076324"/>
                <a:gd name="csX3299" fmla="*/ 1394970 w 1692117"/>
                <a:gd name="csY3299" fmla="*/ 546045 h 1076324"/>
                <a:gd name="csX3300" fmla="*/ 1395448 w 1692117"/>
                <a:gd name="csY3300" fmla="*/ 547478 h 1076324"/>
                <a:gd name="csX3301" fmla="*/ 1398314 w 1692117"/>
                <a:gd name="csY3301" fmla="*/ 547956 h 1076324"/>
                <a:gd name="csX3302" fmla="*/ 1401180 w 1692117"/>
                <a:gd name="csY3302" fmla="*/ 547956 h 1076324"/>
                <a:gd name="csX3303" fmla="*/ 1411691 w 1692117"/>
                <a:gd name="csY3303" fmla="*/ 548911 h 1076324"/>
                <a:gd name="csX3304" fmla="*/ 1413124 w 1692117"/>
                <a:gd name="csY3304" fmla="*/ 549867 h 1076324"/>
                <a:gd name="csX3305" fmla="*/ 1414079 w 1692117"/>
                <a:gd name="csY3305" fmla="*/ 551300 h 1076324"/>
                <a:gd name="csX3306" fmla="*/ 1415035 w 1692117"/>
                <a:gd name="csY3306" fmla="*/ 553211 h 1076324"/>
                <a:gd name="csX3307" fmla="*/ 1415990 w 1692117"/>
                <a:gd name="csY3307" fmla="*/ 557033 h 1076324"/>
                <a:gd name="csX3308" fmla="*/ 1415990 w 1692117"/>
                <a:gd name="csY3308" fmla="*/ 558466 h 1076324"/>
                <a:gd name="csX3309" fmla="*/ 1415512 w 1692117"/>
                <a:gd name="csY3309" fmla="*/ 560377 h 1076324"/>
                <a:gd name="csX3310" fmla="*/ 1414557 w 1692117"/>
                <a:gd name="csY3310" fmla="*/ 562288 h 1076324"/>
                <a:gd name="csX3311" fmla="*/ 1414079 w 1692117"/>
                <a:gd name="csY3311" fmla="*/ 565154 h 1076324"/>
                <a:gd name="csX3312" fmla="*/ 1413602 w 1692117"/>
                <a:gd name="csY3312" fmla="*/ 568498 h 1076324"/>
                <a:gd name="csX3313" fmla="*/ 1414079 w 1692117"/>
                <a:gd name="csY3313" fmla="*/ 570409 h 1076324"/>
                <a:gd name="csX3314" fmla="*/ 1419812 w 1692117"/>
                <a:gd name="csY3314" fmla="*/ 570409 h 1076324"/>
                <a:gd name="csX3315" fmla="*/ 1420767 w 1692117"/>
                <a:gd name="csY3315" fmla="*/ 571842 h 1076324"/>
                <a:gd name="csX3316" fmla="*/ 1420767 w 1692117"/>
                <a:gd name="csY3316" fmla="*/ 572798 h 1076324"/>
                <a:gd name="csX3317" fmla="*/ 1418856 w 1692117"/>
                <a:gd name="csY3317" fmla="*/ 576142 h 1076324"/>
                <a:gd name="csX3318" fmla="*/ 1418379 w 1692117"/>
                <a:gd name="csY3318" fmla="*/ 577097 h 1076324"/>
                <a:gd name="csX3319" fmla="*/ 1419334 w 1692117"/>
                <a:gd name="csY3319" fmla="*/ 579486 h 1076324"/>
                <a:gd name="csX3320" fmla="*/ 1419334 w 1692117"/>
                <a:gd name="csY3320" fmla="*/ 579964 h 1076324"/>
                <a:gd name="csX3321" fmla="*/ 1418856 w 1692117"/>
                <a:gd name="csY3321" fmla="*/ 580919 h 1076324"/>
                <a:gd name="csX3322" fmla="*/ 1418379 w 1692117"/>
                <a:gd name="csY3322" fmla="*/ 582352 h 1076324"/>
                <a:gd name="csX3323" fmla="*/ 1417901 w 1692117"/>
                <a:gd name="csY3323" fmla="*/ 585219 h 1076324"/>
                <a:gd name="csX3324" fmla="*/ 1416946 w 1692117"/>
                <a:gd name="csY3324" fmla="*/ 587129 h 1076324"/>
                <a:gd name="csX3325" fmla="*/ 1415512 w 1692117"/>
                <a:gd name="csY3325" fmla="*/ 588563 h 1076324"/>
                <a:gd name="csX3326" fmla="*/ 1414557 w 1692117"/>
                <a:gd name="csY3326" fmla="*/ 589041 h 1076324"/>
                <a:gd name="csX3327" fmla="*/ 1414079 w 1692117"/>
                <a:gd name="csY3327" fmla="*/ 588563 h 1076324"/>
                <a:gd name="csX3328" fmla="*/ 1412646 w 1692117"/>
                <a:gd name="csY3328" fmla="*/ 584741 h 1076324"/>
                <a:gd name="csX3329" fmla="*/ 1412168 w 1692117"/>
                <a:gd name="csY3329" fmla="*/ 584263 h 1076324"/>
                <a:gd name="csX3330" fmla="*/ 1411691 w 1692117"/>
                <a:gd name="csY3330" fmla="*/ 584263 h 1076324"/>
                <a:gd name="csX3331" fmla="*/ 1411213 w 1692117"/>
                <a:gd name="csY3331" fmla="*/ 585219 h 1076324"/>
                <a:gd name="csX3332" fmla="*/ 1411213 w 1692117"/>
                <a:gd name="csY3332" fmla="*/ 585696 h 1076324"/>
                <a:gd name="csX3333" fmla="*/ 1410735 w 1692117"/>
                <a:gd name="csY3333" fmla="*/ 586652 h 1076324"/>
                <a:gd name="csX3334" fmla="*/ 1410257 w 1692117"/>
                <a:gd name="csY3334" fmla="*/ 587607 h 1076324"/>
                <a:gd name="csX3335" fmla="*/ 1408346 w 1692117"/>
                <a:gd name="csY3335" fmla="*/ 589041 h 1076324"/>
                <a:gd name="csX3336" fmla="*/ 1404525 w 1692117"/>
                <a:gd name="csY3336" fmla="*/ 589996 h 1076324"/>
                <a:gd name="csX3337" fmla="*/ 1404525 w 1692117"/>
                <a:gd name="csY3337" fmla="*/ 590951 h 1076324"/>
                <a:gd name="csX3338" fmla="*/ 1406913 w 1692117"/>
                <a:gd name="csY3338" fmla="*/ 591429 h 1076324"/>
                <a:gd name="csX3339" fmla="*/ 1410257 w 1692117"/>
                <a:gd name="csY3339" fmla="*/ 593340 h 1076324"/>
                <a:gd name="csX3340" fmla="*/ 1412168 w 1692117"/>
                <a:gd name="csY3340" fmla="*/ 593340 h 1076324"/>
                <a:gd name="csX3341" fmla="*/ 1414557 w 1692117"/>
                <a:gd name="csY3341" fmla="*/ 591907 h 1076324"/>
                <a:gd name="csX3342" fmla="*/ 1419812 w 1692117"/>
                <a:gd name="csY3342" fmla="*/ 587607 h 1076324"/>
                <a:gd name="csX3343" fmla="*/ 1422201 w 1692117"/>
                <a:gd name="csY3343" fmla="*/ 586652 h 1076324"/>
                <a:gd name="csX3344" fmla="*/ 1424112 w 1692117"/>
                <a:gd name="csY3344" fmla="*/ 586174 h 1076324"/>
                <a:gd name="csX3345" fmla="*/ 1426500 w 1692117"/>
                <a:gd name="csY3345" fmla="*/ 586174 h 1076324"/>
                <a:gd name="csX3346" fmla="*/ 1428889 w 1692117"/>
                <a:gd name="csY3346" fmla="*/ 586652 h 1076324"/>
                <a:gd name="csX3347" fmla="*/ 1433666 w 1692117"/>
                <a:gd name="csY3347" fmla="*/ 585696 h 1076324"/>
                <a:gd name="csX3348" fmla="*/ 1434621 w 1692117"/>
                <a:gd name="csY3348" fmla="*/ 586174 h 1076324"/>
                <a:gd name="csX3349" fmla="*/ 1436533 w 1692117"/>
                <a:gd name="csY3349" fmla="*/ 587129 h 1076324"/>
                <a:gd name="csX3350" fmla="*/ 1437966 w 1692117"/>
                <a:gd name="csY3350" fmla="*/ 588563 h 1076324"/>
                <a:gd name="csX3351" fmla="*/ 1439399 w 1692117"/>
                <a:gd name="csY3351" fmla="*/ 589996 h 1076324"/>
                <a:gd name="csX3352" fmla="*/ 1439877 w 1692117"/>
                <a:gd name="csY3352" fmla="*/ 591429 h 1076324"/>
                <a:gd name="csX3353" fmla="*/ 1440832 w 1692117"/>
                <a:gd name="csY3353" fmla="*/ 596684 h 1076324"/>
                <a:gd name="csX3354" fmla="*/ 1442265 w 1692117"/>
                <a:gd name="csY3354" fmla="*/ 598117 h 1076324"/>
                <a:gd name="csX3355" fmla="*/ 1442743 w 1692117"/>
                <a:gd name="csY3355" fmla="*/ 599073 h 1076324"/>
                <a:gd name="csX3356" fmla="*/ 1442743 w 1692117"/>
                <a:gd name="csY3356" fmla="*/ 600506 h 1076324"/>
                <a:gd name="csX3357" fmla="*/ 1442743 w 1692117"/>
                <a:gd name="csY3357" fmla="*/ 603372 h 1076324"/>
                <a:gd name="csX3358" fmla="*/ 1441310 w 1692117"/>
                <a:gd name="csY3358" fmla="*/ 609583 h 1076324"/>
                <a:gd name="csX3359" fmla="*/ 1440354 w 1692117"/>
                <a:gd name="csY3359" fmla="*/ 611494 h 1076324"/>
                <a:gd name="csX3360" fmla="*/ 1437966 w 1692117"/>
                <a:gd name="csY3360" fmla="*/ 614838 h 1076324"/>
                <a:gd name="csX3361" fmla="*/ 1435577 w 1692117"/>
                <a:gd name="csY3361" fmla="*/ 615793 h 1076324"/>
                <a:gd name="csX3362" fmla="*/ 1431278 w 1692117"/>
                <a:gd name="csY3362" fmla="*/ 617227 h 1076324"/>
                <a:gd name="csX3363" fmla="*/ 1428889 w 1692117"/>
                <a:gd name="csY3363" fmla="*/ 618182 h 1076324"/>
                <a:gd name="csX3364" fmla="*/ 1426978 w 1692117"/>
                <a:gd name="csY3364" fmla="*/ 619615 h 1076324"/>
                <a:gd name="csX3365" fmla="*/ 1426978 w 1692117"/>
                <a:gd name="csY3365" fmla="*/ 620571 h 1076324"/>
                <a:gd name="csX3366" fmla="*/ 1431755 w 1692117"/>
                <a:gd name="csY3366" fmla="*/ 618182 h 1076324"/>
                <a:gd name="csX3367" fmla="*/ 1437488 w 1692117"/>
                <a:gd name="csY3367" fmla="*/ 616749 h 1076324"/>
                <a:gd name="csX3368" fmla="*/ 1439399 w 1692117"/>
                <a:gd name="csY3368" fmla="*/ 615316 h 1076324"/>
                <a:gd name="csX3369" fmla="*/ 1440354 w 1692117"/>
                <a:gd name="csY3369" fmla="*/ 614360 h 1076324"/>
                <a:gd name="csX3370" fmla="*/ 1441787 w 1692117"/>
                <a:gd name="csY3370" fmla="*/ 611016 h 1076324"/>
                <a:gd name="csX3371" fmla="*/ 1444176 w 1692117"/>
                <a:gd name="csY3371" fmla="*/ 603372 h 1076324"/>
                <a:gd name="csX3372" fmla="*/ 1445132 w 1692117"/>
                <a:gd name="csY3372" fmla="*/ 600984 h 1076324"/>
                <a:gd name="csX3373" fmla="*/ 1447043 w 1692117"/>
                <a:gd name="csY3373" fmla="*/ 600506 h 1076324"/>
                <a:gd name="csX3374" fmla="*/ 1447998 w 1692117"/>
                <a:gd name="csY3374" fmla="*/ 601461 h 1076324"/>
                <a:gd name="csX3375" fmla="*/ 1449909 w 1692117"/>
                <a:gd name="csY3375" fmla="*/ 605761 h 1076324"/>
                <a:gd name="csX3376" fmla="*/ 1449909 w 1692117"/>
                <a:gd name="csY3376" fmla="*/ 607194 h 1076324"/>
                <a:gd name="csX3377" fmla="*/ 1449431 w 1692117"/>
                <a:gd name="csY3377" fmla="*/ 608150 h 1076324"/>
                <a:gd name="csX3378" fmla="*/ 1446087 w 1692117"/>
                <a:gd name="csY3378" fmla="*/ 612449 h 1076324"/>
                <a:gd name="csX3379" fmla="*/ 1447043 w 1692117"/>
                <a:gd name="csY3379" fmla="*/ 611971 h 1076324"/>
                <a:gd name="csX3380" fmla="*/ 1450387 w 1692117"/>
                <a:gd name="csY3380" fmla="*/ 608150 h 1076324"/>
                <a:gd name="csX3381" fmla="*/ 1450864 w 1692117"/>
                <a:gd name="csY3381" fmla="*/ 606716 h 1076324"/>
                <a:gd name="csX3382" fmla="*/ 1451342 w 1692117"/>
                <a:gd name="csY3382" fmla="*/ 604806 h 1076324"/>
                <a:gd name="csX3383" fmla="*/ 1452298 w 1692117"/>
                <a:gd name="csY3383" fmla="*/ 603372 h 1076324"/>
                <a:gd name="csX3384" fmla="*/ 1452775 w 1692117"/>
                <a:gd name="csY3384" fmla="*/ 603850 h 1076324"/>
                <a:gd name="csX3385" fmla="*/ 1453731 w 1692117"/>
                <a:gd name="csY3385" fmla="*/ 609105 h 1076324"/>
                <a:gd name="csX3386" fmla="*/ 1453731 w 1692117"/>
                <a:gd name="csY3386" fmla="*/ 612449 h 1076324"/>
                <a:gd name="csX3387" fmla="*/ 1453731 w 1692117"/>
                <a:gd name="csY3387" fmla="*/ 613405 h 1076324"/>
                <a:gd name="csX3388" fmla="*/ 1453253 w 1692117"/>
                <a:gd name="csY3388" fmla="*/ 616749 h 1076324"/>
                <a:gd name="csX3389" fmla="*/ 1453731 w 1692117"/>
                <a:gd name="csY3389" fmla="*/ 617704 h 1076324"/>
                <a:gd name="csX3390" fmla="*/ 1454686 w 1692117"/>
                <a:gd name="csY3390" fmla="*/ 614838 h 1076324"/>
                <a:gd name="csX3391" fmla="*/ 1455164 w 1692117"/>
                <a:gd name="csY3391" fmla="*/ 612449 h 1076324"/>
                <a:gd name="csX3392" fmla="*/ 1455642 w 1692117"/>
                <a:gd name="csY3392" fmla="*/ 611016 h 1076324"/>
                <a:gd name="csX3393" fmla="*/ 1456119 w 1692117"/>
                <a:gd name="csY3393" fmla="*/ 610061 h 1076324"/>
                <a:gd name="csX3394" fmla="*/ 1459463 w 1692117"/>
                <a:gd name="csY3394" fmla="*/ 607194 h 1076324"/>
                <a:gd name="csX3395" fmla="*/ 1464241 w 1692117"/>
                <a:gd name="csY3395" fmla="*/ 604328 h 1076324"/>
                <a:gd name="csX3396" fmla="*/ 1467107 w 1692117"/>
                <a:gd name="csY3396" fmla="*/ 602417 h 1076324"/>
                <a:gd name="csX3397" fmla="*/ 1469496 w 1692117"/>
                <a:gd name="csY3397" fmla="*/ 601461 h 1076324"/>
                <a:gd name="csX3398" fmla="*/ 1472840 w 1692117"/>
                <a:gd name="csY3398" fmla="*/ 600506 h 1076324"/>
                <a:gd name="csX3399" fmla="*/ 1475228 w 1692117"/>
                <a:gd name="csY3399" fmla="*/ 598595 h 1076324"/>
                <a:gd name="csX3400" fmla="*/ 1476184 w 1692117"/>
                <a:gd name="csY3400" fmla="*/ 595251 h 1076324"/>
                <a:gd name="csX3401" fmla="*/ 1477140 w 1692117"/>
                <a:gd name="csY3401" fmla="*/ 593340 h 1076324"/>
                <a:gd name="csX3402" fmla="*/ 1477617 w 1692117"/>
                <a:gd name="csY3402" fmla="*/ 591907 h 1076324"/>
                <a:gd name="csX3403" fmla="*/ 1480006 w 1692117"/>
                <a:gd name="csY3403" fmla="*/ 589996 h 1076324"/>
                <a:gd name="csX3404" fmla="*/ 1480961 w 1692117"/>
                <a:gd name="csY3404" fmla="*/ 589518 h 1076324"/>
                <a:gd name="csX3405" fmla="*/ 1482394 w 1692117"/>
                <a:gd name="csY3405" fmla="*/ 590474 h 1076324"/>
                <a:gd name="csX3406" fmla="*/ 1483828 w 1692117"/>
                <a:gd name="csY3406" fmla="*/ 591907 h 1076324"/>
                <a:gd name="csX3407" fmla="*/ 1485261 w 1692117"/>
                <a:gd name="csY3407" fmla="*/ 594773 h 1076324"/>
                <a:gd name="csX3408" fmla="*/ 1486216 w 1692117"/>
                <a:gd name="csY3408" fmla="*/ 596206 h 1076324"/>
                <a:gd name="csX3409" fmla="*/ 1486694 w 1692117"/>
                <a:gd name="csY3409" fmla="*/ 597640 h 1076324"/>
                <a:gd name="csX3410" fmla="*/ 1486694 w 1692117"/>
                <a:gd name="csY3410" fmla="*/ 602417 h 1076324"/>
                <a:gd name="csX3411" fmla="*/ 1487172 w 1692117"/>
                <a:gd name="csY3411" fmla="*/ 602417 h 1076324"/>
                <a:gd name="csX3412" fmla="*/ 1488605 w 1692117"/>
                <a:gd name="csY3412" fmla="*/ 598595 h 1076324"/>
                <a:gd name="csX3413" fmla="*/ 1488605 w 1692117"/>
                <a:gd name="csY3413" fmla="*/ 597640 h 1076324"/>
                <a:gd name="csX3414" fmla="*/ 1488605 w 1692117"/>
                <a:gd name="csY3414" fmla="*/ 596206 h 1076324"/>
                <a:gd name="csX3415" fmla="*/ 1488127 w 1692117"/>
                <a:gd name="csY3415" fmla="*/ 594773 h 1076324"/>
                <a:gd name="csX3416" fmla="*/ 1486694 w 1692117"/>
                <a:gd name="csY3416" fmla="*/ 591907 h 1076324"/>
                <a:gd name="csX3417" fmla="*/ 1486216 w 1692117"/>
                <a:gd name="csY3417" fmla="*/ 589996 h 1076324"/>
                <a:gd name="csX3418" fmla="*/ 1486216 w 1692117"/>
                <a:gd name="csY3418" fmla="*/ 589041 h 1076324"/>
                <a:gd name="csX3419" fmla="*/ 1487650 w 1692117"/>
                <a:gd name="csY3419" fmla="*/ 588085 h 1076324"/>
                <a:gd name="csX3420" fmla="*/ 1490038 w 1692117"/>
                <a:gd name="csY3420" fmla="*/ 588085 h 1076324"/>
                <a:gd name="csX3421" fmla="*/ 1490516 w 1692117"/>
                <a:gd name="csY3421" fmla="*/ 587607 h 1076324"/>
                <a:gd name="csX3422" fmla="*/ 1488605 w 1692117"/>
                <a:gd name="csY3422" fmla="*/ 586174 h 1076324"/>
                <a:gd name="csX3423" fmla="*/ 1488605 w 1692117"/>
                <a:gd name="csY3423" fmla="*/ 585696 h 1076324"/>
                <a:gd name="csX3424" fmla="*/ 1490516 w 1692117"/>
                <a:gd name="csY3424" fmla="*/ 583308 h 1076324"/>
                <a:gd name="csX3425" fmla="*/ 1490994 w 1692117"/>
                <a:gd name="csY3425" fmla="*/ 583308 h 1076324"/>
                <a:gd name="csX3426" fmla="*/ 1492905 w 1692117"/>
                <a:gd name="csY3426" fmla="*/ 583785 h 1076324"/>
                <a:gd name="csX3427" fmla="*/ 1492427 w 1692117"/>
                <a:gd name="csY3427" fmla="*/ 582352 h 1076324"/>
                <a:gd name="csX3428" fmla="*/ 1492427 w 1692117"/>
                <a:gd name="csY3428" fmla="*/ 581875 h 1076324"/>
                <a:gd name="csX3429" fmla="*/ 1493382 w 1692117"/>
                <a:gd name="csY3429" fmla="*/ 581397 h 1076324"/>
                <a:gd name="csX3430" fmla="*/ 1496249 w 1692117"/>
                <a:gd name="csY3430" fmla="*/ 582352 h 1076324"/>
                <a:gd name="csX3431" fmla="*/ 1496726 w 1692117"/>
                <a:gd name="csY3431" fmla="*/ 581397 h 1076324"/>
                <a:gd name="csX3432" fmla="*/ 1499115 w 1692117"/>
                <a:gd name="csY3432" fmla="*/ 581397 h 1076324"/>
                <a:gd name="csX3433" fmla="*/ 1499115 w 1692117"/>
                <a:gd name="csY3433" fmla="*/ 580441 h 1076324"/>
                <a:gd name="csX3434" fmla="*/ 1497204 w 1692117"/>
                <a:gd name="csY3434" fmla="*/ 579486 h 1076324"/>
                <a:gd name="csX3435" fmla="*/ 1494816 w 1692117"/>
                <a:gd name="csY3435" fmla="*/ 578530 h 1076324"/>
                <a:gd name="csX3436" fmla="*/ 1494338 w 1692117"/>
                <a:gd name="csY3436" fmla="*/ 578053 h 1076324"/>
                <a:gd name="csX3437" fmla="*/ 1493860 w 1692117"/>
                <a:gd name="csY3437" fmla="*/ 577097 h 1076324"/>
                <a:gd name="csX3438" fmla="*/ 1492905 w 1692117"/>
                <a:gd name="csY3438" fmla="*/ 575186 h 1076324"/>
                <a:gd name="csX3439" fmla="*/ 1493382 w 1692117"/>
                <a:gd name="csY3439" fmla="*/ 574231 h 1076324"/>
                <a:gd name="csX3440" fmla="*/ 1493860 w 1692117"/>
                <a:gd name="csY3440" fmla="*/ 574231 h 1076324"/>
                <a:gd name="csX3441" fmla="*/ 1494816 w 1692117"/>
                <a:gd name="csY3441" fmla="*/ 575186 h 1076324"/>
                <a:gd name="csX3442" fmla="*/ 1495293 w 1692117"/>
                <a:gd name="csY3442" fmla="*/ 573753 h 1076324"/>
                <a:gd name="csX3443" fmla="*/ 1496249 w 1692117"/>
                <a:gd name="csY3443" fmla="*/ 571364 h 1076324"/>
                <a:gd name="csX3444" fmla="*/ 1496726 w 1692117"/>
                <a:gd name="csY3444" fmla="*/ 569931 h 1076324"/>
                <a:gd name="csX3445" fmla="*/ 1498637 w 1692117"/>
                <a:gd name="csY3445" fmla="*/ 571364 h 1076324"/>
                <a:gd name="csX3446" fmla="*/ 1499115 w 1692117"/>
                <a:gd name="csY3446" fmla="*/ 570887 h 1076324"/>
                <a:gd name="csX3447" fmla="*/ 1497204 w 1692117"/>
                <a:gd name="csY3447" fmla="*/ 566587 h 1076324"/>
                <a:gd name="csX3448" fmla="*/ 1497682 w 1692117"/>
                <a:gd name="csY3448" fmla="*/ 565632 h 1076324"/>
                <a:gd name="csX3449" fmla="*/ 1500070 w 1692117"/>
                <a:gd name="csY3449" fmla="*/ 565632 h 1076324"/>
                <a:gd name="csX3450" fmla="*/ 1501504 w 1692117"/>
                <a:gd name="csY3450" fmla="*/ 566109 h 1076324"/>
                <a:gd name="csX3451" fmla="*/ 1505326 w 1692117"/>
                <a:gd name="csY3451" fmla="*/ 568976 h 1076324"/>
                <a:gd name="csX3452" fmla="*/ 1506281 w 1692117"/>
                <a:gd name="csY3452" fmla="*/ 568976 h 1076324"/>
                <a:gd name="csX3453" fmla="*/ 1505803 w 1692117"/>
                <a:gd name="csY3453" fmla="*/ 568020 h 1076324"/>
                <a:gd name="csX3454" fmla="*/ 1503415 w 1692117"/>
                <a:gd name="csY3454" fmla="*/ 566109 h 1076324"/>
                <a:gd name="csX3455" fmla="*/ 1501981 w 1692117"/>
                <a:gd name="csY3455" fmla="*/ 565154 h 1076324"/>
                <a:gd name="csX3456" fmla="*/ 1500070 w 1692117"/>
                <a:gd name="csY3456" fmla="*/ 564199 h 1076324"/>
                <a:gd name="csX3457" fmla="*/ 1499115 w 1692117"/>
                <a:gd name="csY3457" fmla="*/ 563243 h 1076324"/>
                <a:gd name="csX3458" fmla="*/ 1497682 w 1692117"/>
                <a:gd name="csY3458" fmla="*/ 560854 h 1076324"/>
                <a:gd name="csX3459" fmla="*/ 1497204 w 1692117"/>
                <a:gd name="csY3459" fmla="*/ 559421 h 1076324"/>
                <a:gd name="csX3460" fmla="*/ 1497204 w 1692117"/>
                <a:gd name="csY3460" fmla="*/ 557988 h 1076324"/>
                <a:gd name="csX3461" fmla="*/ 1498160 w 1692117"/>
                <a:gd name="csY3461" fmla="*/ 555122 h 1076324"/>
                <a:gd name="csX3462" fmla="*/ 1499115 w 1692117"/>
                <a:gd name="csY3462" fmla="*/ 554166 h 1076324"/>
                <a:gd name="csX3463" fmla="*/ 1500070 w 1692117"/>
                <a:gd name="csY3463" fmla="*/ 553688 h 1076324"/>
                <a:gd name="csX3464" fmla="*/ 1501026 w 1692117"/>
                <a:gd name="csY3464" fmla="*/ 553211 h 1076324"/>
                <a:gd name="csX3465" fmla="*/ 1502937 w 1692117"/>
                <a:gd name="csY3465" fmla="*/ 553688 h 1076324"/>
                <a:gd name="csX3466" fmla="*/ 1505803 w 1692117"/>
                <a:gd name="csY3466" fmla="*/ 555599 h 1076324"/>
                <a:gd name="csX3467" fmla="*/ 1506281 w 1692117"/>
                <a:gd name="csY3467" fmla="*/ 555122 h 1076324"/>
                <a:gd name="csX3468" fmla="*/ 1504848 w 1692117"/>
                <a:gd name="csY3468" fmla="*/ 554166 h 1076324"/>
                <a:gd name="csX3469" fmla="*/ 1503892 w 1692117"/>
                <a:gd name="csY3469" fmla="*/ 552733 h 1076324"/>
                <a:gd name="csX3470" fmla="*/ 1503415 w 1692117"/>
                <a:gd name="csY3470" fmla="*/ 551778 h 1076324"/>
                <a:gd name="csX3471" fmla="*/ 1503415 w 1692117"/>
                <a:gd name="csY3471" fmla="*/ 550344 h 1076324"/>
                <a:gd name="csX3472" fmla="*/ 1504848 w 1692117"/>
                <a:gd name="csY3472" fmla="*/ 547000 h 1076324"/>
                <a:gd name="csX3473" fmla="*/ 1505326 w 1692117"/>
                <a:gd name="csY3473" fmla="*/ 544612 h 1076324"/>
                <a:gd name="csX3474" fmla="*/ 1508192 w 1692117"/>
                <a:gd name="csY3474" fmla="*/ 537446 h 1076324"/>
                <a:gd name="csX3475" fmla="*/ 1509147 w 1692117"/>
                <a:gd name="csY3475" fmla="*/ 536490 h 1076324"/>
                <a:gd name="csX3476" fmla="*/ 1510103 w 1692117"/>
                <a:gd name="csY3476" fmla="*/ 535535 h 1076324"/>
                <a:gd name="csX3477" fmla="*/ 1510581 w 1692117"/>
                <a:gd name="csY3477" fmla="*/ 534579 h 1076324"/>
                <a:gd name="csX3478" fmla="*/ 1512969 w 1692117"/>
                <a:gd name="csY3478" fmla="*/ 534579 h 1076324"/>
                <a:gd name="csX3479" fmla="*/ 1516791 w 1692117"/>
                <a:gd name="csY3479" fmla="*/ 536968 h 1076324"/>
                <a:gd name="csX3480" fmla="*/ 1518224 w 1692117"/>
                <a:gd name="csY3480" fmla="*/ 538401 h 1076324"/>
                <a:gd name="csX3481" fmla="*/ 1518702 w 1692117"/>
                <a:gd name="csY3481" fmla="*/ 540312 h 1076324"/>
                <a:gd name="csX3482" fmla="*/ 1516313 w 1692117"/>
                <a:gd name="csY3482" fmla="*/ 543178 h 1076324"/>
                <a:gd name="csX3483" fmla="*/ 1512492 w 1692117"/>
                <a:gd name="csY3483" fmla="*/ 545567 h 1076324"/>
                <a:gd name="csX3484" fmla="*/ 1511536 w 1692117"/>
                <a:gd name="csY3484" fmla="*/ 546522 h 1076324"/>
                <a:gd name="csX3485" fmla="*/ 1512492 w 1692117"/>
                <a:gd name="csY3485" fmla="*/ 547000 h 1076324"/>
                <a:gd name="csX3486" fmla="*/ 1515835 w 1692117"/>
                <a:gd name="csY3486" fmla="*/ 545089 h 1076324"/>
                <a:gd name="csX3487" fmla="*/ 1518702 w 1692117"/>
                <a:gd name="csY3487" fmla="*/ 544612 h 1076324"/>
                <a:gd name="csX3488" fmla="*/ 1521091 w 1692117"/>
                <a:gd name="csY3488" fmla="*/ 544612 h 1076324"/>
                <a:gd name="csX3489" fmla="*/ 1523001 w 1692117"/>
                <a:gd name="csY3489" fmla="*/ 547956 h 1076324"/>
                <a:gd name="csX3490" fmla="*/ 1523479 w 1692117"/>
                <a:gd name="csY3490" fmla="*/ 552255 h 1076324"/>
                <a:gd name="csX3491" fmla="*/ 1522524 w 1692117"/>
                <a:gd name="csY3491" fmla="*/ 556077 h 1076324"/>
                <a:gd name="csX3492" fmla="*/ 1523957 w 1692117"/>
                <a:gd name="csY3492" fmla="*/ 554166 h 1076324"/>
                <a:gd name="csX3493" fmla="*/ 1525868 w 1692117"/>
                <a:gd name="csY3493" fmla="*/ 553211 h 1076324"/>
                <a:gd name="csX3494" fmla="*/ 1527301 w 1692117"/>
                <a:gd name="csY3494" fmla="*/ 555599 h 1076324"/>
                <a:gd name="csX3495" fmla="*/ 1527301 w 1692117"/>
                <a:gd name="csY3495" fmla="*/ 557510 h 1076324"/>
                <a:gd name="csX3496" fmla="*/ 1528257 w 1692117"/>
                <a:gd name="csY3496" fmla="*/ 559421 h 1076324"/>
                <a:gd name="csX3497" fmla="*/ 1530167 w 1692117"/>
                <a:gd name="csY3497" fmla="*/ 562288 h 1076324"/>
                <a:gd name="csX3498" fmla="*/ 1531601 w 1692117"/>
                <a:gd name="csY3498" fmla="*/ 564199 h 1076324"/>
                <a:gd name="csX3499" fmla="*/ 1529690 w 1692117"/>
                <a:gd name="csY3499" fmla="*/ 566587 h 1076324"/>
                <a:gd name="csX3500" fmla="*/ 1527301 w 1692117"/>
                <a:gd name="csY3500" fmla="*/ 568020 h 1076324"/>
                <a:gd name="csX3501" fmla="*/ 1527779 w 1692117"/>
                <a:gd name="csY3501" fmla="*/ 568976 h 1076324"/>
                <a:gd name="csX3502" fmla="*/ 1531123 w 1692117"/>
                <a:gd name="csY3502" fmla="*/ 570409 h 1076324"/>
                <a:gd name="csX3503" fmla="*/ 1531601 w 1692117"/>
                <a:gd name="csY3503" fmla="*/ 571364 h 1076324"/>
                <a:gd name="csX3504" fmla="*/ 1531123 w 1692117"/>
                <a:gd name="csY3504" fmla="*/ 572798 h 1076324"/>
                <a:gd name="csX3505" fmla="*/ 1531601 w 1692117"/>
                <a:gd name="csY3505" fmla="*/ 572798 h 1076324"/>
                <a:gd name="csX3506" fmla="*/ 1533989 w 1692117"/>
                <a:gd name="csY3506" fmla="*/ 570409 h 1076324"/>
                <a:gd name="csX3507" fmla="*/ 1535900 w 1692117"/>
                <a:gd name="csY3507" fmla="*/ 570887 h 1076324"/>
                <a:gd name="csX3508" fmla="*/ 1538289 w 1692117"/>
                <a:gd name="csY3508" fmla="*/ 575664 h 1076324"/>
                <a:gd name="csX3509" fmla="*/ 1536856 w 1692117"/>
                <a:gd name="csY3509" fmla="*/ 578530 h 1076324"/>
                <a:gd name="csX3510" fmla="*/ 1533989 w 1692117"/>
                <a:gd name="csY3510" fmla="*/ 579964 h 1076324"/>
                <a:gd name="csX3511" fmla="*/ 1531601 w 1692117"/>
                <a:gd name="csY3511" fmla="*/ 580441 h 1076324"/>
                <a:gd name="csX3512" fmla="*/ 1528734 w 1692117"/>
                <a:gd name="csY3512" fmla="*/ 580441 h 1076324"/>
                <a:gd name="csX3513" fmla="*/ 1527301 w 1692117"/>
                <a:gd name="csY3513" fmla="*/ 580441 h 1076324"/>
                <a:gd name="csX3514" fmla="*/ 1527779 w 1692117"/>
                <a:gd name="csY3514" fmla="*/ 581397 h 1076324"/>
                <a:gd name="csX3515" fmla="*/ 1531123 w 1692117"/>
                <a:gd name="csY3515" fmla="*/ 581397 h 1076324"/>
                <a:gd name="csX3516" fmla="*/ 1535423 w 1692117"/>
                <a:gd name="csY3516" fmla="*/ 580919 h 1076324"/>
                <a:gd name="csX3517" fmla="*/ 1538767 w 1692117"/>
                <a:gd name="csY3517" fmla="*/ 579964 h 1076324"/>
                <a:gd name="csX3518" fmla="*/ 1540200 w 1692117"/>
                <a:gd name="csY3518" fmla="*/ 579486 h 1076324"/>
                <a:gd name="csX3519" fmla="*/ 1541633 w 1692117"/>
                <a:gd name="csY3519" fmla="*/ 579964 h 1076324"/>
                <a:gd name="csX3520" fmla="*/ 1542111 w 1692117"/>
                <a:gd name="csY3520" fmla="*/ 580441 h 1076324"/>
                <a:gd name="csX3521" fmla="*/ 1540677 w 1692117"/>
                <a:gd name="csY3521" fmla="*/ 581397 h 1076324"/>
                <a:gd name="csX3522" fmla="*/ 1540677 w 1692117"/>
                <a:gd name="csY3522" fmla="*/ 581397 h 1076324"/>
                <a:gd name="csX3523" fmla="*/ 1541155 w 1692117"/>
                <a:gd name="csY3523" fmla="*/ 582352 h 1076324"/>
                <a:gd name="csX3524" fmla="*/ 1542588 w 1692117"/>
                <a:gd name="csY3524" fmla="*/ 585219 h 1076324"/>
                <a:gd name="csX3525" fmla="*/ 1542111 w 1692117"/>
                <a:gd name="csY3525" fmla="*/ 585696 h 1076324"/>
                <a:gd name="csX3526" fmla="*/ 1541155 w 1692117"/>
                <a:gd name="csY3526" fmla="*/ 587129 h 1076324"/>
                <a:gd name="csX3527" fmla="*/ 1543066 w 1692117"/>
                <a:gd name="csY3527" fmla="*/ 587607 h 1076324"/>
                <a:gd name="csX3528" fmla="*/ 1545455 w 1692117"/>
                <a:gd name="csY3528" fmla="*/ 586652 h 1076324"/>
                <a:gd name="csX3529" fmla="*/ 1546410 w 1692117"/>
                <a:gd name="csY3529" fmla="*/ 587607 h 1076324"/>
                <a:gd name="csX3530" fmla="*/ 1548321 w 1692117"/>
                <a:gd name="csY3530" fmla="*/ 590951 h 1076324"/>
                <a:gd name="csX3531" fmla="*/ 1549277 w 1692117"/>
                <a:gd name="csY3531" fmla="*/ 593818 h 1076324"/>
                <a:gd name="csX3532" fmla="*/ 1544499 w 1692117"/>
                <a:gd name="csY3532" fmla="*/ 598595 h 1076324"/>
                <a:gd name="csX3533" fmla="*/ 1542111 w 1692117"/>
                <a:gd name="csY3533" fmla="*/ 599550 h 1076324"/>
                <a:gd name="csX3534" fmla="*/ 1538767 w 1692117"/>
                <a:gd name="csY3534" fmla="*/ 601939 h 1076324"/>
                <a:gd name="csX3535" fmla="*/ 1537811 w 1692117"/>
                <a:gd name="csY3535" fmla="*/ 603372 h 1076324"/>
                <a:gd name="csX3536" fmla="*/ 1535900 w 1692117"/>
                <a:gd name="csY3536" fmla="*/ 605761 h 1076324"/>
                <a:gd name="csX3537" fmla="*/ 1537333 w 1692117"/>
                <a:gd name="csY3537" fmla="*/ 605761 h 1076324"/>
                <a:gd name="csX3538" fmla="*/ 1540677 w 1692117"/>
                <a:gd name="csY3538" fmla="*/ 601939 h 1076324"/>
                <a:gd name="csX3539" fmla="*/ 1542588 w 1692117"/>
                <a:gd name="csY3539" fmla="*/ 601461 h 1076324"/>
                <a:gd name="csX3540" fmla="*/ 1543544 w 1692117"/>
                <a:gd name="csY3540" fmla="*/ 601461 h 1076324"/>
                <a:gd name="csX3541" fmla="*/ 1544499 w 1692117"/>
                <a:gd name="csY3541" fmla="*/ 601939 h 1076324"/>
                <a:gd name="csX3542" fmla="*/ 1544022 w 1692117"/>
                <a:gd name="csY3542" fmla="*/ 603372 h 1076324"/>
                <a:gd name="csX3543" fmla="*/ 1544977 w 1692117"/>
                <a:gd name="csY3543" fmla="*/ 602895 h 1076324"/>
                <a:gd name="csX3544" fmla="*/ 1549754 w 1692117"/>
                <a:gd name="csY3544" fmla="*/ 600984 h 1076324"/>
                <a:gd name="csX3545" fmla="*/ 1551665 w 1692117"/>
                <a:gd name="csY3545" fmla="*/ 600506 h 1076324"/>
                <a:gd name="csX3546" fmla="*/ 1554532 w 1692117"/>
                <a:gd name="csY3546" fmla="*/ 600028 h 1076324"/>
                <a:gd name="csX3547" fmla="*/ 1554532 w 1692117"/>
                <a:gd name="csY3547" fmla="*/ 600984 h 1076324"/>
                <a:gd name="csX3548" fmla="*/ 1553099 w 1692117"/>
                <a:gd name="csY3548" fmla="*/ 606239 h 1076324"/>
                <a:gd name="csX3549" fmla="*/ 1550232 w 1692117"/>
                <a:gd name="csY3549" fmla="*/ 610538 h 1076324"/>
                <a:gd name="csX3550" fmla="*/ 1545455 w 1692117"/>
                <a:gd name="csY3550" fmla="*/ 612927 h 1076324"/>
                <a:gd name="csX3551" fmla="*/ 1543544 w 1692117"/>
                <a:gd name="csY3551" fmla="*/ 614360 h 1076324"/>
                <a:gd name="csX3552" fmla="*/ 1541633 w 1692117"/>
                <a:gd name="csY3552" fmla="*/ 616749 h 1076324"/>
                <a:gd name="csX3553" fmla="*/ 1542111 w 1692117"/>
                <a:gd name="csY3553" fmla="*/ 617227 h 1076324"/>
                <a:gd name="csX3554" fmla="*/ 1546888 w 1692117"/>
                <a:gd name="csY3554" fmla="*/ 613882 h 1076324"/>
                <a:gd name="csX3555" fmla="*/ 1550232 w 1692117"/>
                <a:gd name="csY3555" fmla="*/ 612927 h 1076324"/>
                <a:gd name="csX3556" fmla="*/ 1555009 w 1692117"/>
                <a:gd name="csY3556" fmla="*/ 611971 h 1076324"/>
                <a:gd name="csX3557" fmla="*/ 1556920 w 1692117"/>
                <a:gd name="csY3557" fmla="*/ 611971 h 1076324"/>
                <a:gd name="csX3558" fmla="*/ 1560265 w 1692117"/>
                <a:gd name="csY3558" fmla="*/ 618182 h 1076324"/>
                <a:gd name="csX3559" fmla="*/ 1562653 w 1692117"/>
                <a:gd name="csY3559" fmla="*/ 618660 h 1076324"/>
                <a:gd name="csX3560" fmla="*/ 1564086 w 1692117"/>
                <a:gd name="csY3560" fmla="*/ 618660 h 1076324"/>
                <a:gd name="csX3561" fmla="*/ 1567430 w 1692117"/>
                <a:gd name="csY3561" fmla="*/ 620571 h 1076324"/>
                <a:gd name="csX3562" fmla="*/ 1568386 w 1692117"/>
                <a:gd name="csY3562" fmla="*/ 622004 h 1076324"/>
                <a:gd name="csX3563" fmla="*/ 1568386 w 1692117"/>
                <a:gd name="csY3563" fmla="*/ 623437 h 1076324"/>
                <a:gd name="csX3564" fmla="*/ 1566953 w 1692117"/>
                <a:gd name="csY3564" fmla="*/ 623915 h 1076324"/>
                <a:gd name="csX3565" fmla="*/ 1566475 w 1692117"/>
                <a:gd name="csY3565" fmla="*/ 625348 h 1076324"/>
                <a:gd name="csX3566" fmla="*/ 1567908 w 1692117"/>
                <a:gd name="csY3566" fmla="*/ 628692 h 1076324"/>
                <a:gd name="csX3567" fmla="*/ 1566953 w 1692117"/>
                <a:gd name="csY3567" fmla="*/ 630603 h 1076324"/>
                <a:gd name="csX3568" fmla="*/ 1565042 w 1692117"/>
                <a:gd name="csY3568" fmla="*/ 632036 h 1076324"/>
                <a:gd name="csX3569" fmla="*/ 1563131 w 1692117"/>
                <a:gd name="csY3569" fmla="*/ 632992 h 1076324"/>
                <a:gd name="csX3570" fmla="*/ 1561220 w 1692117"/>
                <a:gd name="csY3570" fmla="*/ 633469 h 1076324"/>
                <a:gd name="csX3571" fmla="*/ 1559787 w 1692117"/>
                <a:gd name="csY3571" fmla="*/ 634902 h 1076324"/>
                <a:gd name="csX3572" fmla="*/ 1558831 w 1692117"/>
                <a:gd name="csY3572" fmla="*/ 634902 h 1076324"/>
                <a:gd name="csX3573" fmla="*/ 1556442 w 1692117"/>
                <a:gd name="csY3573" fmla="*/ 634902 h 1076324"/>
                <a:gd name="csX3574" fmla="*/ 1557398 w 1692117"/>
                <a:gd name="csY3574" fmla="*/ 635380 h 1076324"/>
                <a:gd name="csX3575" fmla="*/ 1558831 w 1692117"/>
                <a:gd name="csY3575" fmla="*/ 636336 h 1076324"/>
                <a:gd name="csX3576" fmla="*/ 1560265 w 1692117"/>
                <a:gd name="csY3576" fmla="*/ 636336 h 1076324"/>
                <a:gd name="csX3577" fmla="*/ 1562653 w 1692117"/>
                <a:gd name="csY3577" fmla="*/ 635858 h 1076324"/>
                <a:gd name="csX3578" fmla="*/ 1564564 w 1692117"/>
                <a:gd name="csY3578" fmla="*/ 635858 h 1076324"/>
                <a:gd name="csX3579" fmla="*/ 1567908 w 1692117"/>
                <a:gd name="csY3579" fmla="*/ 636813 h 1076324"/>
                <a:gd name="csX3580" fmla="*/ 1569341 w 1692117"/>
                <a:gd name="csY3580" fmla="*/ 638247 h 1076324"/>
                <a:gd name="csX3581" fmla="*/ 1569341 w 1692117"/>
                <a:gd name="csY3581" fmla="*/ 638724 h 1076324"/>
                <a:gd name="csX3582" fmla="*/ 1568864 w 1692117"/>
                <a:gd name="csY3582" fmla="*/ 639680 h 1076324"/>
                <a:gd name="csX3583" fmla="*/ 1567908 w 1692117"/>
                <a:gd name="csY3583" fmla="*/ 642068 h 1076324"/>
                <a:gd name="csX3584" fmla="*/ 1566953 w 1692117"/>
                <a:gd name="csY3584" fmla="*/ 643024 h 1076324"/>
                <a:gd name="csX3585" fmla="*/ 1567430 w 1692117"/>
                <a:gd name="csY3585" fmla="*/ 643502 h 1076324"/>
                <a:gd name="csX3586" fmla="*/ 1569341 w 1692117"/>
                <a:gd name="csY3586" fmla="*/ 644457 h 1076324"/>
                <a:gd name="csX3587" fmla="*/ 1570297 w 1692117"/>
                <a:gd name="csY3587" fmla="*/ 644935 h 1076324"/>
                <a:gd name="csX3588" fmla="*/ 1572208 w 1692117"/>
                <a:gd name="csY3588" fmla="*/ 644457 h 1076324"/>
                <a:gd name="csX3589" fmla="*/ 1573641 w 1692117"/>
                <a:gd name="csY3589" fmla="*/ 644935 h 1076324"/>
                <a:gd name="csX3590" fmla="*/ 1579851 w 1692117"/>
                <a:gd name="csY3590" fmla="*/ 650668 h 1076324"/>
                <a:gd name="csX3591" fmla="*/ 1579374 w 1692117"/>
                <a:gd name="csY3591" fmla="*/ 653534 h 1076324"/>
                <a:gd name="csX3592" fmla="*/ 1578418 w 1692117"/>
                <a:gd name="csY3592" fmla="*/ 655923 h 1076324"/>
                <a:gd name="csX3593" fmla="*/ 1578896 w 1692117"/>
                <a:gd name="csY3593" fmla="*/ 658789 h 1076324"/>
                <a:gd name="csX3594" fmla="*/ 1578896 w 1692117"/>
                <a:gd name="csY3594" fmla="*/ 661655 h 1076324"/>
                <a:gd name="csX3595" fmla="*/ 1575552 w 1692117"/>
                <a:gd name="csY3595" fmla="*/ 662611 h 1076324"/>
                <a:gd name="csX3596" fmla="*/ 1565042 w 1692117"/>
                <a:gd name="csY3596" fmla="*/ 661178 h 1076324"/>
                <a:gd name="csX3597" fmla="*/ 1559309 w 1692117"/>
                <a:gd name="csY3597" fmla="*/ 658789 h 1076324"/>
                <a:gd name="csX3598" fmla="*/ 1558831 w 1692117"/>
                <a:gd name="csY3598" fmla="*/ 658311 h 1076324"/>
                <a:gd name="csX3599" fmla="*/ 1560742 w 1692117"/>
                <a:gd name="csY3599" fmla="*/ 656878 h 1076324"/>
                <a:gd name="csX3600" fmla="*/ 1559309 w 1692117"/>
                <a:gd name="csY3600" fmla="*/ 656400 h 1076324"/>
                <a:gd name="csX3601" fmla="*/ 1557398 w 1692117"/>
                <a:gd name="csY3601" fmla="*/ 657356 h 1076324"/>
                <a:gd name="csX3602" fmla="*/ 1556442 w 1692117"/>
                <a:gd name="csY3602" fmla="*/ 657834 h 1076324"/>
                <a:gd name="csX3603" fmla="*/ 1558831 w 1692117"/>
                <a:gd name="csY3603" fmla="*/ 660222 h 1076324"/>
                <a:gd name="csX3604" fmla="*/ 1564086 w 1692117"/>
                <a:gd name="csY3604" fmla="*/ 662133 h 1076324"/>
                <a:gd name="csX3605" fmla="*/ 1566475 w 1692117"/>
                <a:gd name="csY3605" fmla="*/ 664522 h 1076324"/>
                <a:gd name="csX3606" fmla="*/ 1569341 w 1692117"/>
                <a:gd name="csY3606" fmla="*/ 664999 h 1076324"/>
                <a:gd name="csX3607" fmla="*/ 1570297 w 1692117"/>
                <a:gd name="csY3607" fmla="*/ 665477 h 1076324"/>
                <a:gd name="csX3608" fmla="*/ 1571730 w 1692117"/>
                <a:gd name="csY3608" fmla="*/ 666910 h 1076324"/>
                <a:gd name="csX3609" fmla="*/ 1571252 w 1692117"/>
                <a:gd name="csY3609" fmla="*/ 667388 h 1076324"/>
                <a:gd name="csX3610" fmla="*/ 1568386 w 1692117"/>
                <a:gd name="csY3610" fmla="*/ 667388 h 1076324"/>
                <a:gd name="csX3611" fmla="*/ 1566475 w 1692117"/>
                <a:gd name="csY3611" fmla="*/ 669299 h 1076324"/>
                <a:gd name="csX3612" fmla="*/ 1567908 w 1692117"/>
                <a:gd name="csY3612" fmla="*/ 670255 h 1076324"/>
                <a:gd name="csX3613" fmla="*/ 1572685 w 1692117"/>
                <a:gd name="csY3613" fmla="*/ 671210 h 1076324"/>
                <a:gd name="csX3614" fmla="*/ 1576030 w 1692117"/>
                <a:gd name="csY3614" fmla="*/ 671210 h 1076324"/>
                <a:gd name="csX3615" fmla="*/ 1577940 w 1692117"/>
                <a:gd name="csY3615" fmla="*/ 672165 h 1076324"/>
                <a:gd name="csX3616" fmla="*/ 1576507 w 1692117"/>
                <a:gd name="csY3616" fmla="*/ 673121 h 1076324"/>
                <a:gd name="csX3617" fmla="*/ 1572208 w 1692117"/>
                <a:gd name="csY3617" fmla="*/ 674554 h 1076324"/>
                <a:gd name="csX3618" fmla="*/ 1572208 w 1692117"/>
                <a:gd name="csY3618" fmla="*/ 676465 h 1076324"/>
                <a:gd name="csX3619" fmla="*/ 1575074 w 1692117"/>
                <a:gd name="csY3619" fmla="*/ 677420 h 1076324"/>
                <a:gd name="csX3620" fmla="*/ 1577940 w 1692117"/>
                <a:gd name="csY3620" fmla="*/ 676943 h 1076324"/>
                <a:gd name="csX3621" fmla="*/ 1578896 w 1692117"/>
                <a:gd name="csY3621" fmla="*/ 676943 h 1076324"/>
                <a:gd name="csX3622" fmla="*/ 1579851 w 1692117"/>
                <a:gd name="csY3622" fmla="*/ 681720 h 1076324"/>
                <a:gd name="csX3623" fmla="*/ 1580329 w 1692117"/>
                <a:gd name="csY3623" fmla="*/ 682675 h 1076324"/>
                <a:gd name="csX3624" fmla="*/ 1577463 w 1692117"/>
                <a:gd name="csY3624" fmla="*/ 683153 h 1076324"/>
                <a:gd name="csX3625" fmla="*/ 1577463 w 1692117"/>
                <a:gd name="csY3625" fmla="*/ 684109 h 1076324"/>
                <a:gd name="csX3626" fmla="*/ 1579374 w 1692117"/>
                <a:gd name="csY3626" fmla="*/ 685064 h 1076324"/>
                <a:gd name="csX3627" fmla="*/ 1582718 w 1692117"/>
                <a:gd name="csY3627" fmla="*/ 685542 h 1076324"/>
                <a:gd name="csX3628" fmla="*/ 1583673 w 1692117"/>
                <a:gd name="csY3628" fmla="*/ 686497 h 1076324"/>
                <a:gd name="csX3629" fmla="*/ 1583673 w 1692117"/>
                <a:gd name="csY3629" fmla="*/ 687453 h 1076324"/>
                <a:gd name="csX3630" fmla="*/ 1584629 w 1692117"/>
                <a:gd name="csY3630" fmla="*/ 688408 h 1076324"/>
                <a:gd name="csX3631" fmla="*/ 1586540 w 1692117"/>
                <a:gd name="csY3631" fmla="*/ 688408 h 1076324"/>
                <a:gd name="csX3632" fmla="*/ 1588450 w 1692117"/>
                <a:gd name="csY3632" fmla="*/ 686975 h 1076324"/>
                <a:gd name="csX3633" fmla="*/ 1589406 w 1692117"/>
                <a:gd name="csY3633" fmla="*/ 685542 h 1076324"/>
                <a:gd name="csX3634" fmla="*/ 1591317 w 1692117"/>
                <a:gd name="csY3634" fmla="*/ 686020 h 1076324"/>
                <a:gd name="csX3635" fmla="*/ 1591317 w 1692117"/>
                <a:gd name="csY3635" fmla="*/ 687453 h 1076324"/>
                <a:gd name="csX3636" fmla="*/ 1593706 w 1692117"/>
                <a:gd name="csY3636" fmla="*/ 689841 h 1076324"/>
                <a:gd name="csX3637" fmla="*/ 1594183 w 1692117"/>
                <a:gd name="csY3637" fmla="*/ 689841 h 1076324"/>
                <a:gd name="csX3638" fmla="*/ 1595139 w 1692117"/>
                <a:gd name="csY3638" fmla="*/ 692708 h 1076324"/>
                <a:gd name="csX3639" fmla="*/ 1596572 w 1692117"/>
                <a:gd name="csY3639" fmla="*/ 690319 h 1076324"/>
                <a:gd name="csX3640" fmla="*/ 1598005 w 1692117"/>
                <a:gd name="csY3640" fmla="*/ 690797 h 1076324"/>
                <a:gd name="csX3641" fmla="*/ 1599438 w 1692117"/>
                <a:gd name="csY3641" fmla="*/ 690797 h 1076324"/>
                <a:gd name="csX3642" fmla="*/ 1598961 w 1692117"/>
                <a:gd name="csY3642" fmla="*/ 693185 h 1076324"/>
                <a:gd name="csX3643" fmla="*/ 1598005 w 1692117"/>
                <a:gd name="csY3643" fmla="*/ 695096 h 1076324"/>
                <a:gd name="csX3644" fmla="*/ 1598961 w 1692117"/>
                <a:gd name="csY3644" fmla="*/ 696530 h 1076324"/>
                <a:gd name="csX3645" fmla="*/ 1599916 w 1692117"/>
                <a:gd name="csY3645" fmla="*/ 698441 h 1076324"/>
                <a:gd name="csX3646" fmla="*/ 1602305 w 1692117"/>
                <a:gd name="csY3646" fmla="*/ 700829 h 1076324"/>
                <a:gd name="csX3647" fmla="*/ 1601827 w 1692117"/>
                <a:gd name="csY3647" fmla="*/ 701785 h 1076324"/>
                <a:gd name="csX3648" fmla="*/ 1598961 w 1692117"/>
                <a:gd name="csY3648" fmla="*/ 704651 h 1076324"/>
                <a:gd name="csX3649" fmla="*/ 1597527 w 1692117"/>
                <a:gd name="csY3649" fmla="*/ 708473 h 1076324"/>
                <a:gd name="csX3650" fmla="*/ 1597049 w 1692117"/>
                <a:gd name="csY3650" fmla="*/ 709906 h 1076324"/>
                <a:gd name="csX3651" fmla="*/ 1595616 w 1692117"/>
                <a:gd name="csY3651" fmla="*/ 711817 h 1076324"/>
                <a:gd name="csX3652" fmla="*/ 1593706 w 1692117"/>
                <a:gd name="csY3652" fmla="*/ 714206 h 1076324"/>
                <a:gd name="csX3653" fmla="*/ 1595139 w 1692117"/>
                <a:gd name="csY3653" fmla="*/ 713728 h 1076324"/>
                <a:gd name="csX3654" fmla="*/ 1599438 w 1692117"/>
                <a:gd name="csY3654" fmla="*/ 709906 h 1076324"/>
                <a:gd name="csX3655" fmla="*/ 1601827 w 1692117"/>
                <a:gd name="csY3655" fmla="*/ 708473 h 1076324"/>
                <a:gd name="csX3656" fmla="*/ 1607560 w 1692117"/>
                <a:gd name="csY3656" fmla="*/ 707995 h 1076324"/>
                <a:gd name="csX3657" fmla="*/ 1608993 w 1692117"/>
                <a:gd name="csY3657" fmla="*/ 706562 h 1076324"/>
                <a:gd name="csX3658" fmla="*/ 1610904 w 1692117"/>
                <a:gd name="csY3658" fmla="*/ 706084 h 1076324"/>
                <a:gd name="csX3659" fmla="*/ 1612337 w 1692117"/>
                <a:gd name="csY3659" fmla="*/ 707517 h 1076324"/>
                <a:gd name="csX3660" fmla="*/ 1612337 w 1692117"/>
                <a:gd name="csY3660" fmla="*/ 709906 h 1076324"/>
                <a:gd name="csX3661" fmla="*/ 1613770 w 1692117"/>
                <a:gd name="csY3661" fmla="*/ 710384 h 1076324"/>
                <a:gd name="csX3662" fmla="*/ 1615681 w 1692117"/>
                <a:gd name="csY3662" fmla="*/ 709906 h 1076324"/>
                <a:gd name="csX3663" fmla="*/ 1617114 w 1692117"/>
                <a:gd name="csY3663" fmla="*/ 710384 h 1076324"/>
                <a:gd name="csX3664" fmla="*/ 1616159 w 1692117"/>
                <a:gd name="csY3664" fmla="*/ 711817 h 1076324"/>
                <a:gd name="csX3665" fmla="*/ 1611381 w 1692117"/>
                <a:gd name="csY3665" fmla="*/ 718027 h 1076324"/>
                <a:gd name="csX3666" fmla="*/ 1609948 w 1692117"/>
                <a:gd name="csY3666" fmla="*/ 720416 h 1076324"/>
                <a:gd name="csX3667" fmla="*/ 1609471 w 1692117"/>
                <a:gd name="csY3667" fmla="*/ 721849 h 1076324"/>
                <a:gd name="csX3668" fmla="*/ 1610904 w 1692117"/>
                <a:gd name="csY3668" fmla="*/ 719461 h 1076324"/>
                <a:gd name="csX3669" fmla="*/ 1617592 w 1692117"/>
                <a:gd name="csY3669" fmla="*/ 714206 h 1076324"/>
                <a:gd name="csX3670" fmla="*/ 1618070 w 1692117"/>
                <a:gd name="csY3670" fmla="*/ 713250 h 1076324"/>
                <a:gd name="csX3671" fmla="*/ 1619503 w 1692117"/>
                <a:gd name="csY3671" fmla="*/ 711339 h 1076324"/>
                <a:gd name="csX3672" fmla="*/ 1620936 w 1692117"/>
                <a:gd name="csY3672" fmla="*/ 709906 h 1076324"/>
                <a:gd name="csX3673" fmla="*/ 1624280 w 1692117"/>
                <a:gd name="csY3673" fmla="*/ 710384 h 1076324"/>
                <a:gd name="csX3674" fmla="*/ 1626191 w 1692117"/>
                <a:gd name="csY3674" fmla="*/ 711339 h 1076324"/>
                <a:gd name="csX3675" fmla="*/ 1626669 w 1692117"/>
                <a:gd name="csY3675" fmla="*/ 714206 h 1076324"/>
                <a:gd name="csX3676" fmla="*/ 1628102 w 1692117"/>
                <a:gd name="csY3676" fmla="*/ 717550 h 1076324"/>
                <a:gd name="csX3677" fmla="*/ 1630491 w 1692117"/>
                <a:gd name="csY3677" fmla="*/ 721371 h 1076324"/>
                <a:gd name="csX3678" fmla="*/ 1635746 w 1692117"/>
                <a:gd name="csY3678" fmla="*/ 722805 h 1076324"/>
                <a:gd name="csX3679" fmla="*/ 1638134 w 1692117"/>
                <a:gd name="csY3679" fmla="*/ 723282 h 1076324"/>
                <a:gd name="csX3680" fmla="*/ 1641479 w 1692117"/>
                <a:gd name="csY3680" fmla="*/ 721849 h 1076324"/>
                <a:gd name="csX3681" fmla="*/ 1641956 w 1692117"/>
                <a:gd name="csY3681" fmla="*/ 720416 h 1076324"/>
                <a:gd name="csX3682" fmla="*/ 1644822 w 1692117"/>
                <a:gd name="csY3682" fmla="*/ 719938 h 1076324"/>
                <a:gd name="csX3683" fmla="*/ 1646733 w 1692117"/>
                <a:gd name="csY3683" fmla="*/ 719938 h 1076324"/>
                <a:gd name="csX3684" fmla="*/ 1647211 w 1692117"/>
                <a:gd name="csY3684" fmla="*/ 723282 h 1076324"/>
                <a:gd name="csX3685" fmla="*/ 1649122 w 1692117"/>
                <a:gd name="csY3685" fmla="*/ 725193 h 1076324"/>
                <a:gd name="csX3686" fmla="*/ 1651033 w 1692117"/>
                <a:gd name="csY3686" fmla="*/ 726149 h 1076324"/>
                <a:gd name="csX3687" fmla="*/ 1653422 w 1692117"/>
                <a:gd name="csY3687" fmla="*/ 727104 h 1076324"/>
                <a:gd name="csX3688" fmla="*/ 1655810 w 1692117"/>
                <a:gd name="csY3688" fmla="*/ 727582 h 1076324"/>
                <a:gd name="csX3689" fmla="*/ 1657721 w 1692117"/>
                <a:gd name="csY3689" fmla="*/ 729015 h 1076324"/>
                <a:gd name="csX3690" fmla="*/ 1657721 w 1692117"/>
                <a:gd name="csY3690" fmla="*/ 729493 h 1076324"/>
                <a:gd name="csX3691" fmla="*/ 1655810 w 1692117"/>
                <a:gd name="csY3691" fmla="*/ 731404 h 1076324"/>
                <a:gd name="csX3692" fmla="*/ 1654377 w 1692117"/>
                <a:gd name="csY3692" fmla="*/ 733792 h 1076324"/>
                <a:gd name="csX3693" fmla="*/ 1651988 w 1692117"/>
                <a:gd name="csY3693" fmla="*/ 735226 h 1076324"/>
                <a:gd name="csX3694" fmla="*/ 1648167 w 1692117"/>
                <a:gd name="csY3694" fmla="*/ 735226 h 1076324"/>
                <a:gd name="csX3695" fmla="*/ 1642912 w 1692117"/>
                <a:gd name="csY3695" fmla="*/ 736659 h 1076324"/>
                <a:gd name="csX3696" fmla="*/ 1642434 w 1692117"/>
                <a:gd name="csY3696" fmla="*/ 737614 h 1076324"/>
                <a:gd name="csX3697" fmla="*/ 1641479 w 1692117"/>
                <a:gd name="csY3697" fmla="*/ 738570 h 1076324"/>
                <a:gd name="csX3698" fmla="*/ 1638612 w 1692117"/>
                <a:gd name="csY3698" fmla="*/ 739525 h 1076324"/>
                <a:gd name="csX3699" fmla="*/ 1637179 w 1692117"/>
                <a:gd name="csY3699" fmla="*/ 740481 h 1076324"/>
                <a:gd name="csX3700" fmla="*/ 1634790 w 1692117"/>
                <a:gd name="csY3700" fmla="*/ 744303 h 1076324"/>
                <a:gd name="csX3701" fmla="*/ 1633357 w 1692117"/>
                <a:gd name="csY3701" fmla="*/ 745736 h 1076324"/>
                <a:gd name="csX3702" fmla="*/ 1631446 w 1692117"/>
                <a:gd name="csY3702" fmla="*/ 746213 h 1076324"/>
                <a:gd name="csX3703" fmla="*/ 1629057 w 1692117"/>
                <a:gd name="csY3703" fmla="*/ 745736 h 1076324"/>
                <a:gd name="csX3704" fmla="*/ 1627624 w 1692117"/>
                <a:gd name="csY3704" fmla="*/ 746213 h 1076324"/>
                <a:gd name="csX3705" fmla="*/ 1626191 w 1692117"/>
                <a:gd name="csY3705" fmla="*/ 747169 h 1076324"/>
                <a:gd name="csX3706" fmla="*/ 1625713 w 1692117"/>
                <a:gd name="csY3706" fmla="*/ 748124 h 1076324"/>
                <a:gd name="csX3707" fmla="*/ 1625236 w 1692117"/>
                <a:gd name="csY3707" fmla="*/ 748602 h 1076324"/>
                <a:gd name="csX3708" fmla="*/ 1621891 w 1692117"/>
                <a:gd name="csY3708" fmla="*/ 749558 h 1076324"/>
                <a:gd name="csX3709" fmla="*/ 1616159 w 1692117"/>
                <a:gd name="csY3709" fmla="*/ 752424 h 1076324"/>
                <a:gd name="csX3710" fmla="*/ 1612815 w 1692117"/>
                <a:gd name="csY3710" fmla="*/ 752424 h 1076324"/>
                <a:gd name="csX3711" fmla="*/ 1610904 w 1692117"/>
                <a:gd name="csY3711" fmla="*/ 751946 h 1076324"/>
                <a:gd name="csX3712" fmla="*/ 1609471 w 1692117"/>
                <a:gd name="csY3712" fmla="*/ 752424 h 1076324"/>
                <a:gd name="csX3713" fmla="*/ 1608515 w 1692117"/>
                <a:gd name="csY3713" fmla="*/ 753379 h 1076324"/>
                <a:gd name="csX3714" fmla="*/ 1605649 w 1692117"/>
                <a:gd name="csY3714" fmla="*/ 754813 h 1076324"/>
                <a:gd name="csX3715" fmla="*/ 1605171 w 1692117"/>
                <a:gd name="csY3715" fmla="*/ 755290 h 1076324"/>
                <a:gd name="csX3716" fmla="*/ 1604693 w 1692117"/>
                <a:gd name="csY3716" fmla="*/ 756723 h 1076324"/>
                <a:gd name="csX3717" fmla="*/ 1604215 w 1692117"/>
                <a:gd name="csY3717" fmla="*/ 758634 h 1076324"/>
                <a:gd name="csX3718" fmla="*/ 1603738 w 1692117"/>
                <a:gd name="csY3718" fmla="*/ 759112 h 1076324"/>
                <a:gd name="csX3719" fmla="*/ 1603260 w 1692117"/>
                <a:gd name="csY3719" fmla="*/ 759590 h 1076324"/>
                <a:gd name="csX3720" fmla="*/ 1600872 w 1692117"/>
                <a:gd name="csY3720" fmla="*/ 759112 h 1076324"/>
                <a:gd name="csX3721" fmla="*/ 1598483 w 1692117"/>
                <a:gd name="csY3721" fmla="*/ 758157 h 1076324"/>
                <a:gd name="csX3722" fmla="*/ 1598961 w 1692117"/>
                <a:gd name="csY3722" fmla="*/ 759590 h 1076324"/>
                <a:gd name="csX3723" fmla="*/ 1602782 w 1692117"/>
                <a:gd name="csY3723" fmla="*/ 761501 h 1076324"/>
                <a:gd name="csX3724" fmla="*/ 1604215 w 1692117"/>
                <a:gd name="csY3724" fmla="*/ 762934 h 1076324"/>
                <a:gd name="csX3725" fmla="*/ 1602782 w 1692117"/>
                <a:gd name="csY3725" fmla="*/ 764367 h 1076324"/>
                <a:gd name="csX3726" fmla="*/ 1600394 w 1692117"/>
                <a:gd name="csY3726" fmla="*/ 765800 h 1076324"/>
                <a:gd name="csX3727" fmla="*/ 1599916 w 1692117"/>
                <a:gd name="csY3727" fmla="*/ 766756 h 1076324"/>
                <a:gd name="csX3728" fmla="*/ 1601349 w 1692117"/>
                <a:gd name="csY3728" fmla="*/ 767234 h 1076324"/>
                <a:gd name="csX3729" fmla="*/ 1600872 w 1692117"/>
                <a:gd name="csY3729" fmla="*/ 768189 h 1076324"/>
                <a:gd name="csX3730" fmla="*/ 1599438 w 1692117"/>
                <a:gd name="csY3730" fmla="*/ 769144 h 1076324"/>
                <a:gd name="csX3731" fmla="*/ 1599438 w 1692117"/>
                <a:gd name="csY3731" fmla="*/ 769622 h 1076324"/>
                <a:gd name="csX3732" fmla="*/ 1599438 w 1692117"/>
                <a:gd name="csY3732" fmla="*/ 769622 h 1076324"/>
                <a:gd name="csX3733" fmla="*/ 1603260 w 1692117"/>
                <a:gd name="csY3733" fmla="*/ 768667 h 1076324"/>
                <a:gd name="csX3734" fmla="*/ 1606604 w 1692117"/>
                <a:gd name="csY3734" fmla="*/ 765800 h 1076324"/>
                <a:gd name="csX3735" fmla="*/ 1608515 w 1692117"/>
                <a:gd name="csY3735" fmla="*/ 763412 h 1076324"/>
                <a:gd name="csX3736" fmla="*/ 1609471 w 1692117"/>
                <a:gd name="csY3736" fmla="*/ 762456 h 1076324"/>
                <a:gd name="csX3737" fmla="*/ 1613770 w 1692117"/>
                <a:gd name="csY3737" fmla="*/ 761501 h 1076324"/>
                <a:gd name="csX3738" fmla="*/ 1616159 w 1692117"/>
                <a:gd name="csY3738" fmla="*/ 760545 h 1076324"/>
                <a:gd name="csX3739" fmla="*/ 1619503 w 1692117"/>
                <a:gd name="csY3739" fmla="*/ 758157 h 1076324"/>
                <a:gd name="csX3740" fmla="*/ 1623325 w 1692117"/>
                <a:gd name="csY3740" fmla="*/ 755290 h 1076324"/>
                <a:gd name="csX3741" fmla="*/ 1627624 w 1692117"/>
                <a:gd name="csY3741" fmla="*/ 750991 h 1076324"/>
                <a:gd name="csX3742" fmla="*/ 1632879 w 1692117"/>
                <a:gd name="csY3742" fmla="*/ 748124 h 1076324"/>
                <a:gd name="csX3743" fmla="*/ 1639090 w 1692117"/>
                <a:gd name="csY3743" fmla="*/ 745736 h 1076324"/>
                <a:gd name="csX3744" fmla="*/ 1643867 w 1692117"/>
                <a:gd name="csY3744" fmla="*/ 744303 h 1076324"/>
                <a:gd name="csX3745" fmla="*/ 1647211 w 1692117"/>
                <a:gd name="csY3745" fmla="*/ 744303 h 1076324"/>
                <a:gd name="csX3746" fmla="*/ 1647211 w 1692117"/>
                <a:gd name="csY3746" fmla="*/ 744303 h 1076324"/>
                <a:gd name="csX3747" fmla="*/ 1644345 w 1692117"/>
                <a:gd name="csY3747" fmla="*/ 743347 h 1076324"/>
                <a:gd name="csX3748" fmla="*/ 1642434 w 1692117"/>
                <a:gd name="csY3748" fmla="*/ 743347 h 1076324"/>
                <a:gd name="csX3749" fmla="*/ 1639568 w 1692117"/>
                <a:gd name="csY3749" fmla="*/ 743825 h 1076324"/>
                <a:gd name="csX3750" fmla="*/ 1638612 w 1692117"/>
                <a:gd name="csY3750" fmla="*/ 742392 h 1076324"/>
                <a:gd name="csX3751" fmla="*/ 1638612 w 1692117"/>
                <a:gd name="csY3751" fmla="*/ 741914 h 1076324"/>
                <a:gd name="csX3752" fmla="*/ 1639568 w 1692117"/>
                <a:gd name="csY3752" fmla="*/ 740958 h 1076324"/>
                <a:gd name="csX3753" fmla="*/ 1641956 w 1692117"/>
                <a:gd name="csY3753" fmla="*/ 740481 h 1076324"/>
                <a:gd name="csX3754" fmla="*/ 1653422 w 1692117"/>
                <a:gd name="csY3754" fmla="*/ 741436 h 1076324"/>
                <a:gd name="csX3755" fmla="*/ 1657244 w 1692117"/>
                <a:gd name="csY3755" fmla="*/ 742392 h 1076324"/>
                <a:gd name="csX3756" fmla="*/ 1661543 w 1692117"/>
                <a:gd name="csY3756" fmla="*/ 749558 h 1076324"/>
                <a:gd name="csX3757" fmla="*/ 1662498 w 1692117"/>
                <a:gd name="csY3757" fmla="*/ 751946 h 1076324"/>
                <a:gd name="csX3758" fmla="*/ 1662976 w 1692117"/>
                <a:gd name="csY3758" fmla="*/ 753857 h 1076324"/>
                <a:gd name="csX3759" fmla="*/ 1662498 w 1692117"/>
                <a:gd name="csY3759" fmla="*/ 754813 h 1076324"/>
                <a:gd name="csX3760" fmla="*/ 1660588 w 1692117"/>
                <a:gd name="csY3760" fmla="*/ 756246 h 1076324"/>
                <a:gd name="csX3761" fmla="*/ 1655810 w 1692117"/>
                <a:gd name="csY3761" fmla="*/ 758634 h 1076324"/>
                <a:gd name="csX3762" fmla="*/ 1655333 w 1692117"/>
                <a:gd name="csY3762" fmla="*/ 759112 h 1076324"/>
                <a:gd name="csX3763" fmla="*/ 1655333 w 1692117"/>
                <a:gd name="csY3763" fmla="*/ 759590 h 1076324"/>
                <a:gd name="csX3764" fmla="*/ 1657244 w 1692117"/>
                <a:gd name="csY3764" fmla="*/ 760068 h 1076324"/>
                <a:gd name="csX3765" fmla="*/ 1657721 w 1692117"/>
                <a:gd name="csY3765" fmla="*/ 761023 h 1076324"/>
                <a:gd name="csX3766" fmla="*/ 1659154 w 1692117"/>
                <a:gd name="csY3766" fmla="*/ 763412 h 1076324"/>
                <a:gd name="csX3767" fmla="*/ 1661065 w 1692117"/>
                <a:gd name="csY3767" fmla="*/ 761978 h 1076324"/>
                <a:gd name="csX3768" fmla="*/ 1665365 w 1692117"/>
                <a:gd name="csY3768" fmla="*/ 757201 h 1076324"/>
                <a:gd name="csX3769" fmla="*/ 1668709 w 1692117"/>
                <a:gd name="csY3769" fmla="*/ 755290 h 1076324"/>
                <a:gd name="csX3770" fmla="*/ 1671575 w 1692117"/>
                <a:gd name="csY3770" fmla="*/ 754813 h 1076324"/>
                <a:gd name="csX3771" fmla="*/ 1674920 w 1692117"/>
                <a:gd name="csY3771" fmla="*/ 754335 h 1076324"/>
                <a:gd name="csX3772" fmla="*/ 1676353 w 1692117"/>
                <a:gd name="csY3772" fmla="*/ 754813 h 1076324"/>
                <a:gd name="csX3773" fmla="*/ 1676830 w 1692117"/>
                <a:gd name="csY3773" fmla="*/ 755768 h 1076324"/>
                <a:gd name="csX3774" fmla="*/ 1678263 w 1692117"/>
                <a:gd name="csY3774" fmla="*/ 758634 h 1076324"/>
                <a:gd name="csX3775" fmla="*/ 1680175 w 1692117"/>
                <a:gd name="csY3775" fmla="*/ 759590 h 1076324"/>
                <a:gd name="csX3776" fmla="*/ 1683041 w 1692117"/>
                <a:gd name="csY3776" fmla="*/ 760068 h 1076324"/>
                <a:gd name="csX3777" fmla="*/ 1685907 w 1692117"/>
                <a:gd name="csY3777" fmla="*/ 763412 h 1076324"/>
                <a:gd name="csX3778" fmla="*/ 1687340 w 1692117"/>
                <a:gd name="csY3778" fmla="*/ 765800 h 1076324"/>
                <a:gd name="csX3779" fmla="*/ 1688296 w 1692117"/>
                <a:gd name="csY3779" fmla="*/ 767234 h 1076324"/>
                <a:gd name="csX3780" fmla="*/ 1688296 w 1692117"/>
                <a:gd name="csY3780" fmla="*/ 768189 h 1076324"/>
                <a:gd name="csX3781" fmla="*/ 1688296 w 1692117"/>
                <a:gd name="csY3781" fmla="*/ 769144 h 1076324"/>
                <a:gd name="csX3782" fmla="*/ 1689251 w 1692117"/>
                <a:gd name="csY3782" fmla="*/ 770578 h 1076324"/>
                <a:gd name="csX3783" fmla="*/ 1689251 w 1692117"/>
                <a:gd name="csY3783" fmla="*/ 771533 h 1076324"/>
                <a:gd name="csX3784" fmla="*/ 1689251 w 1692117"/>
                <a:gd name="csY3784" fmla="*/ 773922 h 1076324"/>
                <a:gd name="csX3785" fmla="*/ 1687340 w 1692117"/>
                <a:gd name="csY3785" fmla="*/ 777744 h 1076324"/>
                <a:gd name="csX3786" fmla="*/ 1688774 w 1692117"/>
                <a:gd name="csY3786" fmla="*/ 781565 h 1076324"/>
                <a:gd name="csX3787" fmla="*/ 1688296 w 1692117"/>
                <a:gd name="csY3787" fmla="*/ 782999 h 1076324"/>
                <a:gd name="csX3788" fmla="*/ 1687818 w 1692117"/>
                <a:gd name="csY3788" fmla="*/ 785865 h 1076324"/>
                <a:gd name="csX3789" fmla="*/ 1688774 w 1692117"/>
                <a:gd name="csY3789" fmla="*/ 787776 h 1076324"/>
                <a:gd name="csX3790" fmla="*/ 1689251 w 1692117"/>
                <a:gd name="csY3790" fmla="*/ 788731 h 1076324"/>
                <a:gd name="csX3791" fmla="*/ 1688296 w 1692117"/>
                <a:gd name="csY3791" fmla="*/ 789209 h 1076324"/>
                <a:gd name="csX3792" fmla="*/ 1682086 w 1692117"/>
                <a:gd name="csY3792" fmla="*/ 790642 h 1076324"/>
                <a:gd name="csX3793" fmla="*/ 1679697 w 1692117"/>
                <a:gd name="csY3793" fmla="*/ 790642 h 1076324"/>
                <a:gd name="csX3794" fmla="*/ 1678741 w 1692117"/>
                <a:gd name="csY3794" fmla="*/ 791598 h 1076324"/>
                <a:gd name="csX3795" fmla="*/ 1680652 w 1692117"/>
                <a:gd name="csY3795" fmla="*/ 791598 h 1076324"/>
                <a:gd name="csX3796" fmla="*/ 1684474 w 1692117"/>
                <a:gd name="csY3796" fmla="*/ 791598 h 1076324"/>
                <a:gd name="csX3797" fmla="*/ 1688774 w 1692117"/>
                <a:gd name="csY3797" fmla="*/ 792553 h 1076324"/>
                <a:gd name="csX3798" fmla="*/ 1690685 w 1692117"/>
                <a:gd name="csY3798" fmla="*/ 793509 h 1076324"/>
                <a:gd name="csX3799" fmla="*/ 1691162 w 1692117"/>
                <a:gd name="csY3799" fmla="*/ 794942 h 1076324"/>
                <a:gd name="csX3800" fmla="*/ 1691162 w 1692117"/>
                <a:gd name="csY3800" fmla="*/ 795897 h 1076324"/>
                <a:gd name="csX3801" fmla="*/ 1689729 w 1692117"/>
                <a:gd name="csY3801" fmla="*/ 796853 h 1076324"/>
                <a:gd name="csX3802" fmla="*/ 1687340 w 1692117"/>
                <a:gd name="csY3802" fmla="*/ 796853 h 1076324"/>
                <a:gd name="csX3803" fmla="*/ 1684952 w 1692117"/>
                <a:gd name="csY3803" fmla="*/ 795897 h 1076324"/>
                <a:gd name="csX3804" fmla="*/ 1685429 w 1692117"/>
                <a:gd name="csY3804" fmla="*/ 796853 h 1076324"/>
                <a:gd name="csX3805" fmla="*/ 1688774 w 1692117"/>
                <a:gd name="csY3805" fmla="*/ 798286 h 1076324"/>
                <a:gd name="csX3806" fmla="*/ 1689729 w 1692117"/>
                <a:gd name="csY3806" fmla="*/ 799241 h 1076324"/>
                <a:gd name="csX3807" fmla="*/ 1691640 w 1692117"/>
                <a:gd name="csY3807" fmla="*/ 800675 h 1076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</a:cxnLst>
              <a:rect l="l" t="t" r="r" b="b"/>
              <a:pathLst>
                <a:path w="1692117" h="1076324">
                  <a:moveTo>
                    <a:pt x="1691640" y="800675"/>
                  </a:moveTo>
                  <a:lnTo>
                    <a:pt x="1692118" y="802108"/>
                  </a:lnTo>
                  <a:lnTo>
                    <a:pt x="1691640" y="803541"/>
                  </a:lnTo>
                  <a:lnTo>
                    <a:pt x="1684952" y="809751"/>
                  </a:lnTo>
                  <a:lnTo>
                    <a:pt x="1679697" y="813573"/>
                  </a:lnTo>
                  <a:lnTo>
                    <a:pt x="1674442" y="816917"/>
                  </a:lnTo>
                  <a:lnTo>
                    <a:pt x="1665843" y="823606"/>
                  </a:lnTo>
                  <a:lnTo>
                    <a:pt x="1665365" y="824083"/>
                  </a:lnTo>
                  <a:lnTo>
                    <a:pt x="1663454" y="824083"/>
                  </a:lnTo>
                  <a:lnTo>
                    <a:pt x="1659632" y="823128"/>
                  </a:lnTo>
                  <a:lnTo>
                    <a:pt x="1656288" y="823128"/>
                  </a:lnTo>
                  <a:lnTo>
                    <a:pt x="1650078" y="824561"/>
                  </a:lnTo>
                  <a:lnTo>
                    <a:pt x="1648644" y="825039"/>
                  </a:lnTo>
                  <a:lnTo>
                    <a:pt x="1645300" y="827427"/>
                  </a:lnTo>
                  <a:lnTo>
                    <a:pt x="1643867" y="827905"/>
                  </a:lnTo>
                  <a:lnTo>
                    <a:pt x="1640523" y="828383"/>
                  </a:lnTo>
                  <a:lnTo>
                    <a:pt x="1637179" y="827905"/>
                  </a:lnTo>
                  <a:lnTo>
                    <a:pt x="1635746" y="828383"/>
                  </a:lnTo>
                  <a:lnTo>
                    <a:pt x="1633835" y="829338"/>
                  </a:lnTo>
                  <a:lnTo>
                    <a:pt x="1633357" y="829816"/>
                  </a:lnTo>
                  <a:lnTo>
                    <a:pt x="1632879" y="831727"/>
                  </a:lnTo>
                  <a:lnTo>
                    <a:pt x="1624758" y="840326"/>
                  </a:lnTo>
                  <a:lnTo>
                    <a:pt x="1622847" y="843193"/>
                  </a:lnTo>
                  <a:lnTo>
                    <a:pt x="1618547" y="846059"/>
                  </a:lnTo>
                  <a:lnTo>
                    <a:pt x="1613770" y="851314"/>
                  </a:lnTo>
                  <a:lnTo>
                    <a:pt x="1609948" y="853225"/>
                  </a:lnTo>
                  <a:lnTo>
                    <a:pt x="1608515" y="856569"/>
                  </a:lnTo>
                  <a:lnTo>
                    <a:pt x="1604693" y="858002"/>
                  </a:lnTo>
                  <a:lnTo>
                    <a:pt x="1597527" y="858480"/>
                  </a:lnTo>
                  <a:lnTo>
                    <a:pt x="1594183" y="858958"/>
                  </a:lnTo>
                  <a:lnTo>
                    <a:pt x="1589884" y="858480"/>
                  </a:lnTo>
                  <a:lnTo>
                    <a:pt x="1587017" y="859435"/>
                  </a:lnTo>
                  <a:lnTo>
                    <a:pt x="1582718" y="859913"/>
                  </a:lnTo>
                  <a:lnTo>
                    <a:pt x="1580329" y="859435"/>
                  </a:lnTo>
                  <a:lnTo>
                    <a:pt x="1571730" y="862302"/>
                  </a:lnTo>
                  <a:lnTo>
                    <a:pt x="1569819" y="859913"/>
                  </a:lnTo>
                  <a:lnTo>
                    <a:pt x="1567908" y="858958"/>
                  </a:lnTo>
                  <a:lnTo>
                    <a:pt x="1563131" y="858480"/>
                  </a:lnTo>
                  <a:lnTo>
                    <a:pt x="1559309" y="857524"/>
                  </a:lnTo>
                  <a:lnTo>
                    <a:pt x="1555487" y="857524"/>
                  </a:lnTo>
                  <a:lnTo>
                    <a:pt x="1552143" y="856569"/>
                  </a:lnTo>
                  <a:lnTo>
                    <a:pt x="1549754" y="856569"/>
                  </a:lnTo>
                  <a:lnTo>
                    <a:pt x="1547366" y="857047"/>
                  </a:lnTo>
                  <a:lnTo>
                    <a:pt x="1544022" y="857047"/>
                  </a:lnTo>
                  <a:lnTo>
                    <a:pt x="1541633" y="858480"/>
                  </a:lnTo>
                  <a:lnTo>
                    <a:pt x="1534945" y="858002"/>
                  </a:lnTo>
                  <a:lnTo>
                    <a:pt x="1532078" y="856569"/>
                  </a:lnTo>
                  <a:lnTo>
                    <a:pt x="1529690" y="856569"/>
                  </a:lnTo>
                  <a:lnTo>
                    <a:pt x="1526346" y="856569"/>
                  </a:lnTo>
                  <a:lnTo>
                    <a:pt x="1523479" y="857524"/>
                  </a:lnTo>
                  <a:lnTo>
                    <a:pt x="1516791" y="856569"/>
                  </a:lnTo>
                  <a:lnTo>
                    <a:pt x="1509625" y="857524"/>
                  </a:lnTo>
                  <a:lnTo>
                    <a:pt x="1503415" y="857047"/>
                  </a:lnTo>
                  <a:lnTo>
                    <a:pt x="1501504" y="856091"/>
                  </a:lnTo>
                  <a:lnTo>
                    <a:pt x="1491949" y="858002"/>
                  </a:lnTo>
                  <a:lnTo>
                    <a:pt x="1488127" y="857047"/>
                  </a:lnTo>
                  <a:lnTo>
                    <a:pt x="1484783" y="859435"/>
                  </a:lnTo>
                  <a:lnTo>
                    <a:pt x="1482394" y="858958"/>
                  </a:lnTo>
                  <a:lnTo>
                    <a:pt x="1480006" y="859435"/>
                  </a:lnTo>
                  <a:lnTo>
                    <a:pt x="1479051" y="858958"/>
                  </a:lnTo>
                  <a:lnTo>
                    <a:pt x="1477140" y="859435"/>
                  </a:lnTo>
                  <a:lnTo>
                    <a:pt x="1476184" y="860869"/>
                  </a:lnTo>
                  <a:lnTo>
                    <a:pt x="1474751" y="860869"/>
                  </a:lnTo>
                  <a:lnTo>
                    <a:pt x="1472362" y="863257"/>
                  </a:lnTo>
                  <a:lnTo>
                    <a:pt x="1468540" y="865646"/>
                  </a:lnTo>
                  <a:lnTo>
                    <a:pt x="1462808" y="876634"/>
                  </a:lnTo>
                  <a:lnTo>
                    <a:pt x="1462330" y="880933"/>
                  </a:lnTo>
                  <a:lnTo>
                    <a:pt x="1459941" y="883800"/>
                  </a:lnTo>
                  <a:lnTo>
                    <a:pt x="1458030" y="883800"/>
                  </a:lnTo>
                  <a:lnTo>
                    <a:pt x="1456597" y="884277"/>
                  </a:lnTo>
                  <a:lnTo>
                    <a:pt x="1446565" y="886188"/>
                  </a:lnTo>
                  <a:lnTo>
                    <a:pt x="1441787" y="887621"/>
                  </a:lnTo>
                  <a:lnTo>
                    <a:pt x="1443221" y="889055"/>
                  </a:lnTo>
                  <a:lnTo>
                    <a:pt x="1441787" y="890010"/>
                  </a:lnTo>
                  <a:lnTo>
                    <a:pt x="1439399" y="890488"/>
                  </a:lnTo>
                  <a:lnTo>
                    <a:pt x="1436533" y="891921"/>
                  </a:lnTo>
                  <a:lnTo>
                    <a:pt x="1435099" y="892876"/>
                  </a:lnTo>
                  <a:lnTo>
                    <a:pt x="1434144" y="894787"/>
                  </a:lnTo>
                  <a:lnTo>
                    <a:pt x="1428889" y="898131"/>
                  </a:lnTo>
                  <a:lnTo>
                    <a:pt x="1423156" y="904820"/>
                  </a:lnTo>
                  <a:lnTo>
                    <a:pt x="1420290" y="910075"/>
                  </a:lnTo>
                  <a:lnTo>
                    <a:pt x="1416946" y="913897"/>
                  </a:lnTo>
                  <a:lnTo>
                    <a:pt x="1414079" y="915330"/>
                  </a:lnTo>
                  <a:lnTo>
                    <a:pt x="1412646" y="915330"/>
                  </a:lnTo>
                  <a:lnTo>
                    <a:pt x="1410735" y="914852"/>
                  </a:lnTo>
                  <a:lnTo>
                    <a:pt x="1407869" y="913419"/>
                  </a:lnTo>
                  <a:lnTo>
                    <a:pt x="1405480" y="912941"/>
                  </a:lnTo>
                  <a:lnTo>
                    <a:pt x="1400225" y="910552"/>
                  </a:lnTo>
                  <a:lnTo>
                    <a:pt x="1387804" y="908164"/>
                  </a:lnTo>
                  <a:lnTo>
                    <a:pt x="1389715" y="909119"/>
                  </a:lnTo>
                  <a:lnTo>
                    <a:pt x="1391148" y="910552"/>
                  </a:lnTo>
                  <a:lnTo>
                    <a:pt x="1394492" y="911030"/>
                  </a:lnTo>
                  <a:lnTo>
                    <a:pt x="1397837" y="911030"/>
                  </a:lnTo>
                  <a:lnTo>
                    <a:pt x="1405002" y="913897"/>
                  </a:lnTo>
                  <a:lnTo>
                    <a:pt x="1408346" y="914852"/>
                  </a:lnTo>
                  <a:lnTo>
                    <a:pt x="1410257" y="915807"/>
                  </a:lnTo>
                  <a:lnTo>
                    <a:pt x="1412168" y="918196"/>
                  </a:lnTo>
                  <a:lnTo>
                    <a:pt x="1411213" y="922018"/>
                  </a:lnTo>
                  <a:lnTo>
                    <a:pt x="1409780" y="925362"/>
                  </a:lnTo>
                  <a:lnTo>
                    <a:pt x="1407869" y="927751"/>
                  </a:lnTo>
                  <a:lnTo>
                    <a:pt x="1401658" y="933961"/>
                  </a:lnTo>
                  <a:lnTo>
                    <a:pt x="1398792" y="936350"/>
                  </a:lnTo>
                  <a:lnTo>
                    <a:pt x="1394014" y="943993"/>
                  </a:lnTo>
                  <a:lnTo>
                    <a:pt x="1388760" y="947338"/>
                  </a:lnTo>
                  <a:lnTo>
                    <a:pt x="1385893" y="949248"/>
                  </a:lnTo>
                  <a:lnTo>
                    <a:pt x="1382549" y="953070"/>
                  </a:lnTo>
                  <a:lnTo>
                    <a:pt x="1375383" y="955459"/>
                  </a:lnTo>
                  <a:lnTo>
                    <a:pt x="1372995" y="955937"/>
                  </a:lnTo>
                  <a:lnTo>
                    <a:pt x="1370606" y="955937"/>
                  </a:lnTo>
                  <a:lnTo>
                    <a:pt x="1367739" y="957848"/>
                  </a:lnTo>
                  <a:lnTo>
                    <a:pt x="1363918" y="959281"/>
                  </a:lnTo>
                  <a:lnTo>
                    <a:pt x="1362962" y="961192"/>
                  </a:lnTo>
                  <a:lnTo>
                    <a:pt x="1354841" y="966447"/>
                  </a:lnTo>
                  <a:lnTo>
                    <a:pt x="1351497" y="966924"/>
                  </a:lnTo>
                  <a:lnTo>
                    <a:pt x="1348630" y="968358"/>
                  </a:lnTo>
                  <a:lnTo>
                    <a:pt x="1347675" y="970746"/>
                  </a:lnTo>
                  <a:lnTo>
                    <a:pt x="1345286" y="972180"/>
                  </a:lnTo>
                  <a:lnTo>
                    <a:pt x="1344808" y="973135"/>
                  </a:lnTo>
                  <a:lnTo>
                    <a:pt x="1342898" y="976479"/>
                  </a:lnTo>
                  <a:lnTo>
                    <a:pt x="1339076" y="980779"/>
                  </a:lnTo>
                  <a:lnTo>
                    <a:pt x="1334298" y="981256"/>
                  </a:lnTo>
                  <a:lnTo>
                    <a:pt x="1332388" y="982689"/>
                  </a:lnTo>
                  <a:lnTo>
                    <a:pt x="1330477" y="985078"/>
                  </a:lnTo>
                  <a:lnTo>
                    <a:pt x="1327610" y="986989"/>
                  </a:lnTo>
                  <a:lnTo>
                    <a:pt x="1322355" y="986034"/>
                  </a:lnTo>
                  <a:lnTo>
                    <a:pt x="1323788" y="986989"/>
                  </a:lnTo>
                  <a:lnTo>
                    <a:pt x="1328566" y="988422"/>
                  </a:lnTo>
                  <a:lnTo>
                    <a:pt x="1329043" y="990811"/>
                  </a:lnTo>
                  <a:lnTo>
                    <a:pt x="1326655" y="991289"/>
                  </a:lnTo>
                  <a:lnTo>
                    <a:pt x="1321400" y="994633"/>
                  </a:lnTo>
                  <a:lnTo>
                    <a:pt x="1314712" y="999410"/>
                  </a:lnTo>
                  <a:lnTo>
                    <a:pt x="1314234" y="999410"/>
                  </a:lnTo>
                  <a:lnTo>
                    <a:pt x="1313278" y="999888"/>
                  </a:lnTo>
                  <a:lnTo>
                    <a:pt x="1311367" y="999410"/>
                  </a:lnTo>
                  <a:lnTo>
                    <a:pt x="1308979" y="1000365"/>
                  </a:lnTo>
                  <a:lnTo>
                    <a:pt x="1305157" y="1002276"/>
                  </a:lnTo>
                  <a:lnTo>
                    <a:pt x="1300857" y="1005621"/>
                  </a:lnTo>
                  <a:lnTo>
                    <a:pt x="1292736" y="1012787"/>
                  </a:lnTo>
                  <a:lnTo>
                    <a:pt x="1292736" y="1012787"/>
                  </a:lnTo>
                  <a:lnTo>
                    <a:pt x="1292736" y="1012787"/>
                  </a:lnTo>
                  <a:lnTo>
                    <a:pt x="1292258" y="1012787"/>
                  </a:lnTo>
                  <a:lnTo>
                    <a:pt x="1289870" y="1014697"/>
                  </a:lnTo>
                  <a:lnTo>
                    <a:pt x="1287481" y="1015653"/>
                  </a:lnTo>
                  <a:lnTo>
                    <a:pt x="1282226" y="1017564"/>
                  </a:lnTo>
                  <a:lnTo>
                    <a:pt x="1280793" y="1018519"/>
                  </a:lnTo>
                  <a:lnTo>
                    <a:pt x="1278882" y="1018997"/>
                  </a:lnTo>
                  <a:lnTo>
                    <a:pt x="1276971" y="1018997"/>
                  </a:lnTo>
                  <a:lnTo>
                    <a:pt x="1275060" y="1019475"/>
                  </a:lnTo>
                  <a:lnTo>
                    <a:pt x="1273149" y="1020430"/>
                  </a:lnTo>
                  <a:lnTo>
                    <a:pt x="1269327" y="1023296"/>
                  </a:lnTo>
                  <a:lnTo>
                    <a:pt x="1268372" y="1023296"/>
                  </a:lnTo>
                  <a:lnTo>
                    <a:pt x="1267894" y="1022819"/>
                  </a:lnTo>
                  <a:lnTo>
                    <a:pt x="1267894" y="1022341"/>
                  </a:lnTo>
                  <a:lnTo>
                    <a:pt x="1268372" y="1021863"/>
                  </a:lnTo>
                  <a:lnTo>
                    <a:pt x="1271238" y="1020430"/>
                  </a:lnTo>
                  <a:lnTo>
                    <a:pt x="1270760" y="1019953"/>
                  </a:lnTo>
                  <a:lnTo>
                    <a:pt x="1269805" y="1020430"/>
                  </a:lnTo>
                  <a:lnTo>
                    <a:pt x="1268850" y="1021386"/>
                  </a:lnTo>
                  <a:lnTo>
                    <a:pt x="1268372" y="1021386"/>
                  </a:lnTo>
                  <a:lnTo>
                    <a:pt x="1268372" y="1019953"/>
                  </a:lnTo>
                  <a:lnTo>
                    <a:pt x="1267894" y="1019953"/>
                  </a:lnTo>
                  <a:lnTo>
                    <a:pt x="1265983" y="1020430"/>
                  </a:lnTo>
                  <a:lnTo>
                    <a:pt x="1265028" y="1020908"/>
                  </a:lnTo>
                  <a:lnTo>
                    <a:pt x="1264550" y="1020430"/>
                  </a:lnTo>
                  <a:lnTo>
                    <a:pt x="1264072" y="1020430"/>
                  </a:lnTo>
                  <a:lnTo>
                    <a:pt x="1263594" y="1020908"/>
                  </a:lnTo>
                  <a:lnTo>
                    <a:pt x="1262639" y="1020430"/>
                  </a:lnTo>
                  <a:lnTo>
                    <a:pt x="1261206" y="1020908"/>
                  </a:lnTo>
                  <a:lnTo>
                    <a:pt x="1258339" y="1021863"/>
                  </a:lnTo>
                  <a:lnTo>
                    <a:pt x="1257384" y="1022819"/>
                  </a:lnTo>
                  <a:lnTo>
                    <a:pt x="1257384" y="1022819"/>
                  </a:lnTo>
                  <a:lnTo>
                    <a:pt x="1260250" y="1021863"/>
                  </a:lnTo>
                  <a:lnTo>
                    <a:pt x="1261684" y="1021386"/>
                  </a:lnTo>
                  <a:lnTo>
                    <a:pt x="1262639" y="1021386"/>
                  </a:lnTo>
                  <a:lnTo>
                    <a:pt x="1262639" y="1021386"/>
                  </a:lnTo>
                  <a:lnTo>
                    <a:pt x="1262639" y="1022341"/>
                  </a:lnTo>
                  <a:lnTo>
                    <a:pt x="1262639" y="1022341"/>
                  </a:lnTo>
                  <a:lnTo>
                    <a:pt x="1263117" y="1022819"/>
                  </a:lnTo>
                  <a:lnTo>
                    <a:pt x="1263594" y="1022341"/>
                  </a:lnTo>
                  <a:lnTo>
                    <a:pt x="1263594" y="1022341"/>
                  </a:lnTo>
                  <a:lnTo>
                    <a:pt x="1263117" y="1022341"/>
                  </a:lnTo>
                  <a:lnTo>
                    <a:pt x="1263117" y="1021863"/>
                  </a:lnTo>
                  <a:lnTo>
                    <a:pt x="1263594" y="1021386"/>
                  </a:lnTo>
                  <a:lnTo>
                    <a:pt x="1266461" y="1020908"/>
                  </a:lnTo>
                  <a:lnTo>
                    <a:pt x="1267416" y="1021386"/>
                  </a:lnTo>
                  <a:lnTo>
                    <a:pt x="1266461" y="1023296"/>
                  </a:lnTo>
                  <a:lnTo>
                    <a:pt x="1266939" y="1023774"/>
                  </a:lnTo>
                  <a:lnTo>
                    <a:pt x="1268372" y="1023774"/>
                  </a:lnTo>
                  <a:lnTo>
                    <a:pt x="1269805" y="1023296"/>
                  </a:lnTo>
                  <a:lnTo>
                    <a:pt x="1271238" y="1022819"/>
                  </a:lnTo>
                  <a:lnTo>
                    <a:pt x="1271716" y="1022819"/>
                  </a:lnTo>
                  <a:lnTo>
                    <a:pt x="1271238" y="1023296"/>
                  </a:lnTo>
                  <a:lnTo>
                    <a:pt x="1270283" y="1024252"/>
                  </a:lnTo>
                  <a:lnTo>
                    <a:pt x="1268372" y="1025207"/>
                  </a:lnTo>
                  <a:lnTo>
                    <a:pt x="1268372" y="1026163"/>
                  </a:lnTo>
                  <a:lnTo>
                    <a:pt x="1268372" y="1026641"/>
                  </a:lnTo>
                  <a:lnTo>
                    <a:pt x="1268850" y="1026163"/>
                  </a:lnTo>
                  <a:lnTo>
                    <a:pt x="1270760" y="1026163"/>
                  </a:lnTo>
                  <a:lnTo>
                    <a:pt x="1271716" y="1026163"/>
                  </a:lnTo>
                  <a:lnTo>
                    <a:pt x="1271238" y="1026641"/>
                  </a:lnTo>
                  <a:lnTo>
                    <a:pt x="1270283" y="1027118"/>
                  </a:lnTo>
                  <a:lnTo>
                    <a:pt x="1267894" y="1028074"/>
                  </a:lnTo>
                  <a:lnTo>
                    <a:pt x="1265983" y="1028552"/>
                  </a:lnTo>
                  <a:lnTo>
                    <a:pt x="1265028" y="1028074"/>
                  </a:lnTo>
                  <a:lnTo>
                    <a:pt x="1264550" y="1027596"/>
                  </a:lnTo>
                  <a:lnTo>
                    <a:pt x="1265505" y="1026641"/>
                  </a:lnTo>
                  <a:lnTo>
                    <a:pt x="1265028" y="1026641"/>
                  </a:lnTo>
                  <a:lnTo>
                    <a:pt x="1263594" y="1027118"/>
                  </a:lnTo>
                  <a:lnTo>
                    <a:pt x="1263117" y="1027118"/>
                  </a:lnTo>
                  <a:lnTo>
                    <a:pt x="1262639" y="1026641"/>
                  </a:lnTo>
                  <a:lnTo>
                    <a:pt x="1262639" y="1026163"/>
                  </a:lnTo>
                  <a:lnTo>
                    <a:pt x="1263594" y="1026163"/>
                  </a:lnTo>
                  <a:lnTo>
                    <a:pt x="1264072" y="1026163"/>
                  </a:lnTo>
                  <a:lnTo>
                    <a:pt x="1262639" y="1025685"/>
                  </a:lnTo>
                  <a:lnTo>
                    <a:pt x="1260728" y="1026163"/>
                  </a:lnTo>
                  <a:lnTo>
                    <a:pt x="1258817" y="1026163"/>
                  </a:lnTo>
                  <a:lnTo>
                    <a:pt x="1257862" y="1025207"/>
                  </a:lnTo>
                  <a:lnTo>
                    <a:pt x="1257862" y="1024730"/>
                  </a:lnTo>
                  <a:lnTo>
                    <a:pt x="1258339" y="1024730"/>
                  </a:lnTo>
                  <a:lnTo>
                    <a:pt x="1257862" y="1024252"/>
                  </a:lnTo>
                  <a:lnTo>
                    <a:pt x="1257384" y="1024252"/>
                  </a:lnTo>
                  <a:lnTo>
                    <a:pt x="1255473" y="1023774"/>
                  </a:lnTo>
                  <a:lnTo>
                    <a:pt x="1254995" y="1024252"/>
                  </a:lnTo>
                  <a:lnTo>
                    <a:pt x="1254518" y="1024730"/>
                  </a:lnTo>
                  <a:lnTo>
                    <a:pt x="1252607" y="1024730"/>
                  </a:lnTo>
                  <a:lnTo>
                    <a:pt x="1251651" y="1025207"/>
                  </a:lnTo>
                  <a:lnTo>
                    <a:pt x="1249263" y="1025685"/>
                  </a:lnTo>
                  <a:lnTo>
                    <a:pt x="1245441" y="1026163"/>
                  </a:lnTo>
                  <a:lnTo>
                    <a:pt x="1242574" y="1026641"/>
                  </a:lnTo>
                  <a:lnTo>
                    <a:pt x="1240186" y="1027118"/>
                  </a:lnTo>
                  <a:lnTo>
                    <a:pt x="1238752" y="1027596"/>
                  </a:lnTo>
                  <a:lnTo>
                    <a:pt x="1237797" y="1027118"/>
                  </a:lnTo>
                  <a:lnTo>
                    <a:pt x="1235886" y="1027596"/>
                  </a:lnTo>
                  <a:lnTo>
                    <a:pt x="1233498" y="1028074"/>
                  </a:lnTo>
                  <a:lnTo>
                    <a:pt x="1229676" y="1028552"/>
                  </a:lnTo>
                  <a:lnTo>
                    <a:pt x="1228243" y="1029507"/>
                  </a:lnTo>
                  <a:lnTo>
                    <a:pt x="1225854" y="1030462"/>
                  </a:lnTo>
                  <a:lnTo>
                    <a:pt x="1223465" y="1032851"/>
                  </a:lnTo>
                  <a:lnTo>
                    <a:pt x="1221554" y="1034284"/>
                  </a:lnTo>
                  <a:lnTo>
                    <a:pt x="1220599" y="1033807"/>
                  </a:lnTo>
                  <a:lnTo>
                    <a:pt x="1219643" y="1034284"/>
                  </a:lnTo>
                  <a:lnTo>
                    <a:pt x="1219643" y="1034762"/>
                  </a:lnTo>
                  <a:lnTo>
                    <a:pt x="1218210" y="1035718"/>
                  </a:lnTo>
                  <a:lnTo>
                    <a:pt x="1217255" y="1036195"/>
                  </a:lnTo>
                  <a:lnTo>
                    <a:pt x="1217255" y="1037151"/>
                  </a:lnTo>
                  <a:lnTo>
                    <a:pt x="1216299" y="1039062"/>
                  </a:lnTo>
                  <a:lnTo>
                    <a:pt x="1213911" y="1041928"/>
                  </a:lnTo>
                  <a:lnTo>
                    <a:pt x="1213911" y="1042883"/>
                  </a:lnTo>
                  <a:lnTo>
                    <a:pt x="1214866" y="1043839"/>
                  </a:lnTo>
                  <a:lnTo>
                    <a:pt x="1216777" y="1044317"/>
                  </a:lnTo>
                  <a:lnTo>
                    <a:pt x="1218688" y="1044794"/>
                  </a:lnTo>
                  <a:lnTo>
                    <a:pt x="1221554" y="1044794"/>
                  </a:lnTo>
                  <a:lnTo>
                    <a:pt x="1222510" y="1045272"/>
                  </a:lnTo>
                  <a:lnTo>
                    <a:pt x="1223465" y="1044794"/>
                  </a:lnTo>
                  <a:lnTo>
                    <a:pt x="1224898" y="1044317"/>
                  </a:lnTo>
                  <a:lnTo>
                    <a:pt x="1228243" y="1042883"/>
                  </a:lnTo>
                  <a:lnTo>
                    <a:pt x="1228243" y="1043361"/>
                  </a:lnTo>
                  <a:lnTo>
                    <a:pt x="1228243" y="1043361"/>
                  </a:lnTo>
                  <a:lnTo>
                    <a:pt x="1227765" y="1047661"/>
                  </a:lnTo>
                  <a:lnTo>
                    <a:pt x="1227765" y="1047661"/>
                  </a:lnTo>
                  <a:lnTo>
                    <a:pt x="1228243" y="1048616"/>
                  </a:lnTo>
                  <a:lnTo>
                    <a:pt x="1228720" y="1049094"/>
                  </a:lnTo>
                  <a:lnTo>
                    <a:pt x="1228720" y="1049572"/>
                  </a:lnTo>
                  <a:lnTo>
                    <a:pt x="1229198" y="1050527"/>
                  </a:lnTo>
                  <a:lnTo>
                    <a:pt x="1230153" y="1051483"/>
                  </a:lnTo>
                  <a:lnTo>
                    <a:pt x="1230631" y="1051960"/>
                  </a:lnTo>
                  <a:lnTo>
                    <a:pt x="1230631" y="1052438"/>
                  </a:lnTo>
                  <a:lnTo>
                    <a:pt x="1228243" y="1053394"/>
                  </a:lnTo>
                  <a:lnTo>
                    <a:pt x="1226809" y="1053871"/>
                  </a:lnTo>
                  <a:lnTo>
                    <a:pt x="1225854" y="1053394"/>
                  </a:lnTo>
                  <a:lnTo>
                    <a:pt x="1223943" y="1052916"/>
                  </a:lnTo>
                  <a:lnTo>
                    <a:pt x="1221554" y="1052916"/>
                  </a:lnTo>
                  <a:lnTo>
                    <a:pt x="1217732" y="1053871"/>
                  </a:lnTo>
                  <a:lnTo>
                    <a:pt x="1216299" y="1053871"/>
                  </a:lnTo>
                  <a:lnTo>
                    <a:pt x="1215344" y="1053394"/>
                  </a:lnTo>
                  <a:lnTo>
                    <a:pt x="1214388" y="1053394"/>
                  </a:lnTo>
                  <a:lnTo>
                    <a:pt x="1211044" y="1054349"/>
                  </a:lnTo>
                  <a:lnTo>
                    <a:pt x="1207700" y="1054827"/>
                  </a:lnTo>
                  <a:lnTo>
                    <a:pt x="1205311" y="1055782"/>
                  </a:lnTo>
                  <a:lnTo>
                    <a:pt x="1203878" y="1056738"/>
                  </a:lnTo>
                  <a:lnTo>
                    <a:pt x="1202923" y="1057215"/>
                  </a:lnTo>
                  <a:lnTo>
                    <a:pt x="1202445" y="1058171"/>
                  </a:lnTo>
                  <a:lnTo>
                    <a:pt x="1201490" y="1058171"/>
                  </a:lnTo>
                  <a:lnTo>
                    <a:pt x="1200534" y="1059604"/>
                  </a:lnTo>
                  <a:lnTo>
                    <a:pt x="1200534" y="1060082"/>
                  </a:lnTo>
                  <a:lnTo>
                    <a:pt x="1201967" y="1059604"/>
                  </a:lnTo>
                  <a:lnTo>
                    <a:pt x="1203401" y="1060082"/>
                  </a:lnTo>
                  <a:lnTo>
                    <a:pt x="1207222" y="1060560"/>
                  </a:lnTo>
                  <a:lnTo>
                    <a:pt x="1208178" y="1061037"/>
                  </a:lnTo>
                  <a:lnTo>
                    <a:pt x="1207700" y="1061515"/>
                  </a:lnTo>
                  <a:lnTo>
                    <a:pt x="1201490" y="1060560"/>
                  </a:lnTo>
                  <a:lnTo>
                    <a:pt x="1200056" y="1060560"/>
                  </a:lnTo>
                  <a:lnTo>
                    <a:pt x="1197190" y="1060082"/>
                  </a:lnTo>
                  <a:lnTo>
                    <a:pt x="1192891" y="1059126"/>
                  </a:lnTo>
                  <a:lnTo>
                    <a:pt x="1189069" y="1058649"/>
                  </a:lnTo>
                  <a:lnTo>
                    <a:pt x="1184769" y="1058649"/>
                  </a:lnTo>
                  <a:lnTo>
                    <a:pt x="1181425" y="1059126"/>
                  </a:lnTo>
                  <a:lnTo>
                    <a:pt x="1179992" y="1060082"/>
                  </a:lnTo>
                  <a:lnTo>
                    <a:pt x="1175214" y="1063903"/>
                  </a:lnTo>
                  <a:lnTo>
                    <a:pt x="1173781" y="1065814"/>
                  </a:lnTo>
                  <a:lnTo>
                    <a:pt x="1172826" y="1067726"/>
                  </a:lnTo>
                  <a:lnTo>
                    <a:pt x="1172348" y="1068203"/>
                  </a:lnTo>
                  <a:lnTo>
                    <a:pt x="1171870" y="1068203"/>
                  </a:lnTo>
                  <a:lnTo>
                    <a:pt x="1171870" y="1068203"/>
                  </a:lnTo>
                  <a:lnTo>
                    <a:pt x="1172348" y="1067248"/>
                  </a:lnTo>
                  <a:lnTo>
                    <a:pt x="1172348" y="1066770"/>
                  </a:lnTo>
                  <a:lnTo>
                    <a:pt x="1171393" y="1067726"/>
                  </a:lnTo>
                  <a:lnTo>
                    <a:pt x="1170915" y="1068203"/>
                  </a:lnTo>
                  <a:lnTo>
                    <a:pt x="1169004" y="1068203"/>
                  </a:lnTo>
                  <a:lnTo>
                    <a:pt x="1166615" y="1069159"/>
                  </a:lnTo>
                  <a:lnTo>
                    <a:pt x="1163749" y="1070592"/>
                  </a:lnTo>
                  <a:lnTo>
                    <a:pt x="1161838" y="1072025"/>
                  </a:lnTo>
                  <a:lnTo>
                    <a:pt x="1160883" y="1073458"/>
                  </a:lnTo>
                  <a:lnTo>
                    <a:pt x="1159927" y="1074414"/>
                  </a:lnTo>
                  <a:lnTo>
                    <a:pt x="1159927" y="1075847"/>
                  </a:lnTo>
                  <a:lnTo>
                    <a:pt x="1159927" y="1076325"/>
                  </a:lnTo>
                  <a:lnTo>
                    <a:pt x="1158494" y="1074891"/>
                  </a:lnTo>
                  <a:lnTo>
                    <a:pt x="1158016" y="1073936"/>
                  </a:lnTo>
                  <a:lnTo>
                    <a:pt x="1157061" y="1073936"/>
                  </a:lnTo>
                  <a:lnTo>
                    <a:pt x="1156105" y="1073936"/>
                  </a:lnTo>
                  <a:lnTo>
                    <a:pt x="1153239" y="1074891"/>
                  </a:lnTo>
                  <a:lnTo>
                    <a:pt x="1151328" y="1074414"/>
                  </a:lnTo>
                  <a:lnTo>
                    <a:pt x="1148939" y="1073458"/>
                  </a:lnTo>
                  <a:lnTo>
                    <a:pt x="1147984" y="1072980"/>
                  </a:lnTo>
                  <a:lnTo>
                    <a:pt x="1147506" y="1071547"/>
                  </a:lnTo>
                  <a:lnTo>
                    <a:pt x="1147984" y="1069636"/>
                  </a:lnTo>
                  <a:lnTo>
                    <a:pt x="1148462" y="1067726"/>
                  </a:lnTo>
                  <a:lnTo>
                    <a:pt x="1148462" y="1067726"/>
                  </a:lnTo>
                  <a:lnTo>
                    <a:pt x="1148462" y="1067248"/>
                  </a:lnTo>
                  <a:lnTo>
                    <a:pt x="1149895" y="1066770"/>
                  </a:lnTo>
                  <a:lnTo>
                    <a:pt x="1152761" y="1065337"/>
                  </a:lnTo>
                  <a:lnTo>
                    <a:pt x="1155150" y="1062948"/>
                  </a:lnTo>
                  <a:lnTo>
                    <a:pt x="1157061" y="1061037"/>
                  </a:lnTo>
                  <a:lnTo>
                    <a:pt x="1158972" y="1059604"/>
                  </a:lnTo>
                  <a:lnTo>
                    <a:pt x="1160405" y="1056738"/>
                  </a:lnTo>
                  <a:lnTo>
                    <a:pt x="1161838" y="1049572"/>
                  </a:lnTo>
                  <a:lnTo>
                    <a:pt x="1161360" y="1049572"/>
                  </a:lnTo>
                  <a:lnTo>
                    <a:pt x="1163749" y="1049094"/>
                  </a:lnTo>
                  <a:lnTo>
                    <a:pt x="1166138" y="1048138"/>
                  </a:lnTo>
                  <a:lnTo>
                    <a:pt x="1168049" y="1046705"/>
                  </a:lnTo>
                  <a:lnTo>
                    <a:pt x="1169004" y="1045750"/>
                  </a:lnTo>
                  <a:lnTo>
                    <a:pt x="1170437" y="1044794"/>
                  </a:lnTo>
                  <a:lnTo>
                    <a:pt x="1171393" y="1043839"/>
                  </a:lnTo>
                  <a:lnTo>
                    <a:pt x="1172826" y="1043361"/>
                  </a:lnTo>
                  <a:lnTo>
                    <a:pt x="1174259" y="1041928"/>
                  </a:lnTo>
                  <a:lnTo>
                    <a:pt x="1175214" y="1040495"/>
                  </a:lnTo>
                  <a:lnTo>
                    <a:pt x="1175692" y="1038106"/>
                  </a:lnTo>
                  <a:lnTo>
                    <a:pt x="1175692" y="1036195"/>
                  </a:lnTo>
                  <a:lnTo>
                    <a:pt x="1175692" y="1034284"/>
                  </a:lnTo>
                  <a:lnTo>
                    <a:pt x="1175214" y="1025685"/>
                  </a:lnTo>
                  <a:lnTo>
                    <a:pt x="1175214" y="1023774"/>
                  </a:lnTo>
                  <a:lnTo>
                    <a:pt x="1175692" y="1021863"/>
                  </a:lnTo>
                  <a:lnTo>
                    <a:pt x="1176648" y="1020430"/>
                  </a:lnTo>
                  <a:lnTo>
                    <a:pt x="1177603" y="1018519"/>
                  </a:lnTo>
                  <a:lnTo>
                    <a:pt x="1178081" y="1017086"/>
                  </a:lnTo>
                  <a:lnTo>
                    <a:pt x="1178559" y="1016130"/>
                  </a:lnTo>
                  <a:lnTo>
                    <a:pt x="1179514" y="1015175"/>
                  </a:lnTo>
                  <a:lnTo>
                    <a:pt x="1180470" y="1014220"/>
                  </a:lnTo>
                  <a:lnTo>
                    <a:pt x="1180947" y="1014220"/>
                  </a:lnTo>
                  <a:lnTo>
                    <a:pt x="1181903" y="1013264"/>
                  </a:lnTo>
                  <a:lnTo>
                    <a:pt x="1181903" y="1012787"/>
                  </a:lnTo>
                  <a:lnTo>
                    <a:pt x="1182858" y="1011353"/>
                  </a:lnTo>
                  <a:lnTo>
                    <a:pt x="1183814" y="1009920"/>
                  </a:lnTo>
                  <a:lnTo>
                    <a:pt x="1184291" y="1008965"/>
                  </a:lnTo>
                  <a:lnTo>
                    <a:pt x="1184291" y="1007054"/>
                  </a:lnTo>
                  <a:lnTo>
                    <a:pt x="1184291" y="1005143"/>
                  </a:lnTo>
                  <a:lnTo>
                    <a:pt x="1183814" y="1004187"/>
                  </a:lnTo>
                  <a:lnTo>
                    <a:pt x="1182858" y="1003232"/>
                  </a:lnTo>
                  <a:lnTo>
                    <a:pt x="1182380" y="1001799"/>
                  </a:lnTo>
                  <a:lnTo>
                    <a:pt x="1182380" y="1000365"/>
                  </a:lnTo>
                  <a:lnTo>
                    <a:pt x="1182380" y="1000365"/>
                  </a:lnTo>
                  <a:lnTo>
                    <a:pt x="1181425" y="999888"/>
                  </a:lnTo>
                  <a:lnTo>
                    <a:pt x="1180947" y="999410"/>
                  </a:lnTo>
                  <a:lnTo>
                    <a:pt x="1179992" y="997499"/>
                  </a:lnTo>
                  <a:lnTo>
                    <a:pt x="1179036" y="996544"/>
                  </a:lnTo>
                  <a:lnTo>
                    <a:pt x="1178081" y="996066"/>
                  </a:lnTo>
                  <a:lnTo>
                    <a:pt x="1178081" y="995588"/>
                  </a:lnTo>
                  <a:lnTo>
                    <a:pt x="1177125" y="994633"/>
                  </a:lnTo>
                  <a:lnTo>
                    <a:pt x="1176170" y="994633"/>
                  </a:lnTo>
                  <a:lnTo>
                    <a:pt x="1175692" y="994155"/>
                  </a:lnTo>
                  <a:lnTo>
                    <a:pt x="1175692" y="993200"/>
                  </a:lnTo>
                  <a:lnTo>
                    <a:pt x="1178081" y="993200"/>
                  </a:lnTo>
                  <a:lnTo>
                    <a:pt x="1181903" y="993200"/>
                  </a:lnTo>
                  <a:lnTo>
                    <a:pt x="1183814" y="993200"/>
                  </a:lnTo>
                  <a:lnTo>
                    <a:pt x="1183814" y="993677"/>
                  </a:lnTo>
                  <a:lnTo>
                    <a:pt x="1183336" y="994633"/>
                  </a:lnTo>
                  <a:lnTo>
                    <a:pt x="1183336" y="995588"/>
                  </a:lnTo>
                  <a:lnTo>
                    <a:pt x="1184291" y="996544"/>
                  </a:lnTo>
                  <a:lnTo>
                    <a:pt x="1184291" y="997499"/>
                  </a:lnTo>
                  <a:lnTo>
                    <a:pt x="1184291" y="998932"/>
                  </a:lnTo>
                  <a:lnTo>
                    <a:pt x="1185725" y="999410"/>
                  </a:lnTo>
                  <a:lnTo>
                    <a:pt x="1185725" y="999410"/>
                  </a:lnTo>
                  <a:lnTo>
                    <a:pt x="1186202" y="1000365"/>
                  </a:lnTo>
                  <a:lnTo>
                    <a:pt x="1187158" y="1000365"/>
                  </a:lnTo>
                  <a:lnTo>
                    <a:pt x="1187158" y="1000843"/>
                  </a:lnTo>
                  <a:lnTo>
                    <a:pt x="1186680" y="1001799"/>
                  </a:lnTo>
                  <a:lnTo>
                    <a:pt x="1187158" y="1001799"/>
                  </a:lnTo>
                  <a:lnTo>
                    <a:pt x="1188113" y="1001799"/>
                  </a:lnTo>
                  <a:lnTo>
                    <a:pt x="1189069" y="1000843"/>
                  </a:lnTo>
                  <a:lnTo>
                    <a:pt x="1189546" y="1000365"/>
                  </a:lnTo>
                  <a:lnTo>
                    <a:pt x="1190024" y="1000365"/>
                  </a:lnTo>
                  <a:lnTo>
                    <a:pt x="1190502" y="1000843"/>
                  </a:lnTo>
                  <a:lnTo>
                    <a:pt x="1190024" y="1001321"/>
                  </a:lnTo>
                  <a:lnTo>
                    <a:pt x="1189546" y="1002276"/>
                  </a:lnTo>
                  <a:lnTo>
                    <a:pt x="1189546" y="1002754"/>
                  </a:lnTo>
                  <a:lnTo>
                    <a:pt x="1189069" y="1003710"/>
                  </a:lnTo>
                  <a:lnTo>
                    <a:pt x="1187158" y="1005143"/>
                  </a:lnTo>
                  <a:lnTo>
                    <a:pt x="1187158" y="1005621"/>
                  </a:lnTo>
                  <a:lnTo>
                    <a:pt x="1187636" y="1005621"/>
                  </a:lnTo>
                  <a:lnTo>
                    <a:pt x="1189069" y="1004665"/>
                  </a:lnTo>
                  <a:lnTo>
                    <a:pt x="1190502" y="1004665"/>
                  </a:lnTo>
                  <a:lnTo>
                    <a:pt x="1191457" y="1005143"/>
                  </a:lnTo>
                  <a:lnTo>
                    <a:pt x="1191935" y="1005143"/>
                  </a:lnTo>
                  <a:lnTo>
                    <a:pt x="1191935" y="1006098"/>
                  </a:lnTo>
                  <a:lnTo>
                    <a:pt x="1191457" y="1007054"/>
                  </a:lnTo>
                  <a:lnTo>
                    <a:pt x="1190979" y="1008965"/>
                  </a:lnTo>
                  <a:lnTo>
                    <a:pt x="1191457" y="1009442"/>
                  </a:lnTo>
                  <a:lnTo>
                    <a:pt x="1192413" y="1008487"/>
                  </a:lnTo>
                  <a:lnTo>
                    <a:pt x="1193846" y="1007531"/>
                  </a:lnTo>
                  <a:lnTo>
                    <a:pt x="1196235" y="1006576"/>
                  </a:lnTo>
                  <a:lnTo>
                    <a:pt x="1196712" y="1007054"/>
                  </a:lnTo>
                  <a:lnTo>
                    <a:pt x="1197668" y="1008965"/>
                  </a:lnTo>
                  <a:lnTo>
                    <a:pt x="1200534" y="1010398"/>
                  </a:lnTo>
                  <a:lnTo>
                    <a:pt x="1204834" y="1012309"/>
                  </a:lnTo>
                  <a:lnTo>
                    <a:pt x="1207700" y="1012787"/>
                  </a:lnTo>
                  <a:lnTo>
                    <a:pt x="1208656" y="1011831"/>
                  </a:lnTo>
                  <a:lnTo>
                    <a:pt x="1209611" y="1010876"/>
                  </a:lnTo>
                  <a:lnTo>
                    <a:pt x="1209611" y="1008487"/>
                  </a:lnTo>
                  <a:lnTo>
                    <a:pt x="1209133" y="1007054"/>
                  </a:lnTo>
                  <a:lnTo>
                    <a:pt x="1208178" y="1006098"/>
                  </a:lnTo>
                  <a:lnTo>
                    <a:pt x="1207222" y="1005621"/>
                  </a:lnTo>
                  <a:lnTo>
                    <a:pt x="1207222" y="1004665"/>
                  </a:lnTo>
                  <a:lnTo>
                    <a:pt x="1208178" y="1004187"/>
                  </a:lnTo>
                  <a:lnTo>
                    <a:pt x="1209611" y="1003232"/>
                  </a:lnTo>
                  <a:lnTo>
                    <a:pt x="1211044" y="1003232"/>
                  </a:lnTo>
                  <a:lnTo>
                    <a:pt x="1211044" y="1003232"/>
                  </a:lnTo>
                  <a:lnTo>
                    <a:pt x="1210567" y="1004187"/>
                  </a:lnTo>
                  <a:lnTo>
                    <a:pt x="1211044" y="1004665"/>
                  </a:lnTo>
                  <a:lnTo>
                    <a:pt x="1211522" y="1004665"/>
                  </a:lnTo>
                  <a:lnTo>
                    <a:pt x="1212000" y="1004665"/>
                  </a:lnTo>
                  <a:lnTo>
                    <a:pt x="1212955" y="1005621"/>
                  </a:lnTo>
                  <a:lnTo>
                    <a:pt x="1215344" y="1006098"/>
                  </a:lnTo>
                  <a:lnTo>
                    <a:pt x="1215821" y="1005621"/>
                  </a:lnTo>
                  <a:lnTo>
                    <a:pt x="1215344" y="1005143"/>
                  </a:lnTo>
                  <a:lnTo>
                    <a:pt x="1215344" y="1004187"/>
                  </a:lnTo>
                  <a:lnTo>
                    <a:pt x="1215821" y="1003232"/>
                  </a:lnTo>
                  <a:lnTo>
                    <a:pt x="1215344" y="1002754"/>
                  </a:lnTo>
                  <a:lnTo>
                    <a:pt x="1214866" y="1003232"/>
                  </a:lnTo>
                  <a:lnTo>
                    <a:pt x="1214866" y="1004187"/>
                  </a:lnTo>
                  <a:lnTo>
                    <a:pt x="1214388" y="1004665"/>
                  </a:lnTo>
                  <a:lnTo>
                    <a:pt x="1213911" y="1004187"/>
                  </a:lnTo>
                  <a:lnTo>
                    <a:pt x="1213911" y="1003232"/>
                  </a:lnTo>
                  <a:lnTo>
                    <a:pt x="1213433" y="1002754"/>
                  </a:lnTo>
                  <a:lnTo>
                    <a:pt x="1212955" y="1001321"/>
                  </a:lnTo>
                  <a:lnTo>
                    <a:pt x="1211522" y="1000843"/>
                  </a:lnTo>
                  <a:lnTo>
                    <a:pt x="1211044" y="1000365"/>
                  </a:lnTo>
                  <a:lnTo>
                    <a:pt x="1211044" y="999888"/>
                  </a:lnTo>
                  <a:lnTo>
                    <a:pt x="1210567" y="999410"/>
                  </a:lnTo>
                  <a:lnTo>
                    <a:pt x="1210089" y="999410"/>
                  </a:lnTo>
                  <a:lnTo>
                    <a:pt x="1209133" y="997977"/>
                  </a:lnTo>
                  <a:lnTo>
                    <a:pt x="1207700" y="997021"/>
                  </a:lnTo>
                  <a:lnTo>
                    <a:pt x="1207700" y="996544"/>
                  </a:lnTo>
                  <a:lnTo>
                    <a:pt x="1209133" y="996066"/>
                  </a:lnTo>
                  <a:lnTo>
                    <a:pt x="1209611" y="995588"/>
                  </a:lnTo>
                  <a:lnTo>
                    <a:pt x="1209133" y="995111"/>
                  </a:lnTo>
                  <a:lnTo>
                    <a:pt x="1208656" y="994633"/>
                  </a:lnTo>
                  <a:lnTo>
                    <a:pt x="1208178" y="994155"/>
                  </a:lnTo>
                  <a:lnTo>
                    <a:pt x="1207700" y="994633"/>
                  </a:lnTo>
                  <a:lnTo>
                    <a:pt x="1207222" y="994633"/>
                  </a:lnTo>
                  <a:lnTo>
                    <a:pt x="1207222" y="994155"/>
                  </a:lnTo>
                  <a:lnTo>
                    <a:pt x="1207222" y="993200"/>
                  </a:lnTo>
                  <a:lnTo>
                    <a:pt x="1208656" y="991766"/>
                  </a:lnTo>
                  <a:lnTo>
                    <a:pt x="1208656" y="990811"/>
                  </a:lnTo>
                  <a:lnTo>
                    <a:pt x="1208178" y="989855"/>
                  </a:lnTo>
                  <a:lnTo>
                    <a:pt x="1207700" y="989855"/>
                  </a:lnTo>
                  <a:lnTo>
                    <a:pt x="1206745" y="989378"/>
                  </a:lnTo>
                  <a:lnTo>
                    <a:pt x="1205789" y="989378"/>
                  </a:lnTo>
                  <a:lnTo>
                    <a:pt x="1205789" y="989855"/>
                  </a:lnTo>
                  <a:lnTo>
                    <a:pt x="1206267" y="990811"/>
                  </a:lnTo>
                  <a:lnTo>
                    <a:pt x="1205789" y="990811"/>
                  </a:lnTo>
                  <a:lnTo>
                    <a:pt x="1204356" y="990333"/>
                  </a:lnTo>
                  <a:lnTo>
                    <a:pt x="1203401" y="989855"/>
                  </a:lnTo>
                  <a:lnTo>
                    <a:pt x="1202445" y="989378"/>
                  </a:lnTo>
                  <a:lnTo>
                    <a:pt x="1201967" y="987945"/>
                  </a:lnTo>
                  <a:lnTo>
                    <a:pt x="1201490" y="986989"/>
                  </a:lnTo>
                  <a:lnTo>
                    <a:pt x="1201967" y="985078"/>
                  </a:lnTo>
                  <a:lnTo>
                    <a:pt x="1201490" y="983645"/>
                  </a:lnTo>
                  <a:lnTo>
                    <a:pt x="1201012" y="983645"/>
                  </a:lnTo>
                  <a:lnTo>
                    <a:pt x="1201012" y="984123"/>
                  </a:lnTo>
                  <a:lnTo>
                    <a:pt x="1200534" y="984600"/>
                  </a:lnTo>
                  <a:lnTo>
                    <a:pt x="1200056" y="985078"/>
                  </a:lnTo>
                  <a:lnTo>
                    <a:pt x="1199579" y="984600"/>
                  </a:lnTo>
                  <a:lnTo>
                    <a:pt x="1199101" y="983645"/>
                  </a:lnTo>
                  <a:lnTo>
                    <a:pt x="1198623" y="983167"/>
                  </a:lnTo>
                  <a:lnTo>
                    <a:pt x="1197668" y="982212"/>
                  </a:lnTo>
                  <a:lnTo>
                    <a:pt x="1197190" y="980779"/>
                  </a:lnTo>
                  <a:lnTo>
                    <a:pt x="1196712" y="980301"/>
                  </a:lnTo>
                  <a:lnTo>
                    <a:pt x="1196712" y="979823"/>
                  </a:lnTo>
                  <a:lnTo>
                    <a:pt x="1196712" y="979346"/>
                  </a:lnTo>
                  <a:lnTo>
                    <a:pt x="1195757" y="978868"/>
                  </a:lnTo>
                  <a:lnTo>
                    <a:pt x="1195279" y="977435"/>
                  </a:lnTo>
                  <a:lnTo>
                    <a:pt x="1194802" y="976957"/>
                  </a:lnTo>
                  <a:lnTo>
                    <a:pt x="1193846" y="976001"/>
                  </a:lnTo>
                  <a:lnTo>
                    <a:pt x="1193368" y="975523"/>
                  </a:lnTo>
                  <a:lnTo>
                    <a:pt x="1193368" y="975046"/>
                  </a:lnTo>
                  <a:lnTo>
                    <a:pt x="1191935" y="975046"/>
                  </a:lnTo>
                  <a:lnTo>
                    <a:pt x="1190502" y="975046"/>
                  </a:lnTo>
                  <a:lnTo>
                    <a:pt x="1187636" y="975523"/>
                  </a:lnTo>
                  <a:lnTo>
                    <a:pt x="1186680" y="975046"/>
                  </a:lnTo>
                  <a:lnTo>
                    <a:pt x="1186680" y="974090"/>
                  </a:lnTo>
                  <a:lnTo>
                    <a:pt x="1186680" y="973613"/>
                  </a:lnTo>
                  <a:lnTo>
                    <a:pt x="1186202" y="973613"/>
                  </a:lnTo>
                  <a:lnTo>
                    <a:pt x="1185725" y="973613"/>
                  </a:lnTo>
                  <a:lnTo>
                    <a:pt x="1185725" y="974090"/>
                  </a:lnTo>
                  <a:lnTo>
                    <a:pt x="1184769" y="974568"/>
                  </a:lnTo>
                  <a:lnTo>
                    <a:pt x="1183814" y="974568"/>
                  </a:lnTo>
                  <a:lnTo>
                    <a:pt x="1180947" y="974090"/>
                  </a:lnTo>
                  <a:lnTo>
                    <a:pt x="1179514" y="974090"/>
                  </a:lnTo>
                  <a:lnTo>
                    <a:pt x="1177603" y="974568"/>
                  </a:lnTo>
                  <a:lnTo>
                    <a:pt x="1177125" y="974568"/>
                  </a:lnTo>
                  <a:lnTo>
                    <a:pt x="1178081" y="974090"/>
                  </a:lnTo>
                  <a:lnTo>
                    <a:pt x="1177603" y="973613"/>
                  </a:lnTo>
                  <a:lnTo>
                    <a:pt x="1177125" y="973613"/>
                  </a:lnTo>
                  <a:lnTo>
                    <a:pt x="1177125" y="973135"/>
                  </a:lnTo>
                  <a:lnTo>
                    <a:pt x="1177125" y="972657"/>
                  </a:lnTo>
                  <a:lnTo>
                    <a:pt x="1179036" y="971702"/>
                  </a:lnTo>
                  <a:lnTo>
                    <a:pt x="1179036" y="971702"/>
                  </a:lnTo>
                  <a:lnTo>
                    <a:pt x="1177603" y="970746"/>
                  </a:lnTo>
                  <a:lnTo>
                    <a:pt x="1176648" y="970746"/>
                  </a:lnTo>
                  <a:lnTo>
                    <a:pt x="1176648" y="971224"/>
                  </a:lnTo>
                  <a:lnTo>
                    <a:pt x="1176170" y="971702"/>
                  </a:lnTo>
                  <a:lnTo>
                    <a:pt x="1175214" y="972180"/>
                  </a:lnTo>
                  <a:lnTo>
                    <a:pt x="1174737" y="972180"/>
                  </a:lnTo>
                  <a:lnTo>
                    <a:pt x="1174737" y="972180"/>
                  </a:lnTo>
                  <a:lnTo>
                    <a:pt x="1174737" y="972180"/>
                  </a:lnTo>
                  <a:lnTo>
                    <a:pt x="1174259" y="971224"/>
                  </a:lnTo>
                  <a:lnTo>
                    <a:pt x="1173304" y="970746"/>
                  </a:lnTo>
                  <a:lnTo>
                    <a:pt x="1169482" y="970269"/>
                  </a:lnTo>
                  <a:lnTo>
                    <a:pt x="1167571" y="970269"/>
                  </a:lnTo>
                  <a:lnTo>
                    <a:pt x="1166138" y="970269"/>
                  </a:lnTo>
                  <a:lnTo>
                    <a:pt x="1163749" y="969791"/>
                  </a:lnTo>
                  <a:lnTo>
                    <a:pt x="1162794" y="968835"/>
                  </a:lnTo>
                  <a:lnTo>
                    <a:pt x="1158016" y="969313"/>
                  </a:lnTo>
                  <a:lnTo>
                    <a:pt x="1157061" y="969313"/>
                  </a:lnTo>
                  <a:lnTo>
                    <a:pt x="1156583" y="969313"/>
                  </a:lnTo>
                  <a:lnTo>
                    <a:pt x="1155628" y="968358"/>
                  </a:lnTo>
                  <a:lnTo>
                    <a:pt x="1152283" y="968835"/>
                  </a:lnTo>
                  <a:lnTo>
                    <a:pt x="1149417" y="969313"/>
                  </a:lnTo>
                  <a:lnTo>
                    <a:pt x="1140818" y="967402"/>
                  </a:lnTo>
                  <a:lnTo>
                    <a:pt x="1138907" y="966924"/>
                  </a:lnTo>
                  <a:lnTo>
                    <a:pt x="1138429" y="966447"/>
                  </a:lnTo>
                  <a:lnTo>
                    <a:pt x="1136996" y="966447"/>
                  </a:lnTo>
                  <a:lnTo>
                    <a:pt x="1133174" y="965969"/>
                  </a:lnTo>
                  <a:lnTo>
                    <a:pt x="1132697" y="965969"/>
                  </a:lnTo>
                  <a:lnTo>
                    <a:pt x="1132697" y="965014"/>
                  </a:lnTo>
                  <a:lnTo>
                    <a:pt x="1131263" y="965014"/>
                  </a:lnTo>
                  <a:lnTo>
                    <a:pt x="1129353" y="965014"/>
                  </a:lnTo>
                  <a:lnTo>
                    <a:pt x="1128397" y="964536"/>
                  </a:lnTo>
                  <a:lnTo>
                    <a:pt x="1127919" y="963580"/>
                  </a:lnTo>
                  <a:lnTo>
                    <a:pt x="1127919" y="962625"/>
                  </a:lnTo>
                  <a:lnTo>
                    <a:pt x="1128397" y="961669"/>
                  </a:lnTo>
                  <a:lnTo>
                    <a:pt x="1128397" y="960714"/>
                  </a:lnTo>
                  <a:lnTo>
                    <a:pt x="1127919" y="959758"/>
                  </a:lnTo>
                  <a:lnTo>
                    <a:pt x="1127442" y="959758"/>
                  </a:lnTo>
                  <a:lnTo>
                    <a:pt x="1126964" y="959281"/>
                  </a:lnTo>
                  <a:lnTo>
                    <a:pt x="1125531" y="959281"/>
                  </a:lnTo>
                  <a:lnTo>
                    <a:pt x="1123620" y="959758"/>
                  </a:lnTo>
                  <a:lnTo>
                    <a:pt x="1121709" y="960236"/>
                  </a:lnTo>
                  <a:lnTo>
                    <a:pt x="1121231" y="960714"/>
                  </a:lnTo>
                  <a:lnTo>
                    <a:pt x="1120753" y="961192"/>
                  </a:lnTo>
                  <a:lnTo>
                    <a:pt x="1120276" y="961192"/>
                  </a:lnTo>
                  <a:lnTo>
                    <a:pt x="1118842" y="959758"/>
                  </a:lnTo>
                  <a:lnTo>
                    <a:pt x="1118842" y="958803"/>
                  </a:lnTo>
                  <a:lnTo>
                    <a:pt x="1119320" y="958325"/>
                  </a:lnTo>
                  <a:lnTo>
                    <a:pt x="1120753" y="955937"/>
                  </a:lnTo>
                  <a:lnTo>
                    <a:pt x="1121709" y="954981"/>
                  </a:lnTo>
                  <a:lnTo>
                    <a:pt x="1121231" y="954026"/>
                  </a:lnTo>
                  <a:lnTo>
                    <a:pt x="1120753" y="954504"/>
                  </a:lnTo>
                  <a:lnTo>
                    <a:pt x="1120276" y="954981"/>
                  </a:lnTo>
                  <a:lnTo>
                    <a:pt x="1119798" y="955459"/>
                  </a:lnTo>
                  <a:lnTo>
                    <a:pt x="1119320" y="955459"/>
                  </a:lnTo>
                  <a:lnTo>
                    <a:pt x="1119320" y="954504"/>
                  </a:lnTo>
                  <a:lnTo>
                    <a:pt x="1119320" y="952593"/>
                  </a:lnTo>
                  <a:lnTo>
                    <a:pt x="1119798" y="952115"/>
                  </a:lnTo>
                  <a:lnTo>
                    <a:pt x="1120753" y="951637"/>
                  </a:lnTo>
                  <a:lnTo>
                    <a:pt x="1122187" y="951637"/>
                  </a:lnTo>
                  <a:lnTo>
                    <a:pt x="1122664" y="951637"/>
                  </a:lnTo>
                  <a:lnTo>
                    <a:pt x="1123142" y="950682"/>
                  </a:lnTo>
                  <a:lnTo>
                    <a:pt x="1122664" y="950204"/>
                  </a:lnTo>
                  <a:lnTo>
                    <a:pt x="1121709" y="949248"/>
                  </a:lnTo>
                  <a:lnTo>
                    <a:pt x="1120753" y="949248"/>
                  </a:lnTo>
                  <a:lnTo>
                    <a:pt x="1119320" y="948771"/>
                  </a:lnTo>
                  <a:lnTo>
                    <a:pt x="1118842" y="949248"/>
                  </a:lnTo>
                  <a:lnTo>
                    <a:pt x="1118365" y="949726"/>
                  </a:lnTo>
                  <a:lnTo>
                    <a:pt x="1117887" y="949726"/>
                  </a:lnTo>
                  <a:lnTo>
                    <a:pt x="1117409" y="948771"/>
                  </a:lnTo>
                  <a:lnTo>
                    <a:pt x="1115498" y="947815"/>
                  </a:lnTo>
                  <a:lnTo>
                    <a:pt x="1115021" y="947338"/>
                  </a:lnTo>
                  <a:lnTo>
                    <a:pt x="1115021" y="946382"/>
                  </a:lnTo>
                  <a:lnTo>
                    <a:pt x="1115976" y="944471"/>
                  </a:lnTo>
                  <a:lnTo>
                    <a:pt x="1115976" y="943516"/>
                  </a:lnTo>
                  <a:lnTo>
                    <a:pt x="1116454" y="942560"/>
                  </a:lnTo>
                  <a:lnTo>
                    <a:pt x="1117887" y="940172"/>
                  </a:lnTo>
                  <a:lnTo>
                    <a:pt x="1118365" y="939216"/>
                  </a:lnTo>
                  <a:lnTo>
                    <a:pt x="1117887" y="938261"/>
                  </a:lnTo>
                  <a:lnTo>
                    <a:pt x="1117409" y="937783"/>
                  </a:lnTo>
                  <a:lnTo>
                    <a:pt x="1116931" y="937783"/>
                  </a:lnTo>
                  <a:lnTo>
                    <a:pt x="1116454" y="937305"/>
                  </a:lnTo>
                  <a:lnTo>
                    <a:pt x="1115976" y="936350"/>
                  </a:lnTo>
                  <a:lnTo>
                    <a:pt x="1115021" y="935394"/>
                  </a:lnTo>
                  <a:lnTo>
                    <a:pt x="1113110" y="934439"/>
                  </a:lnTo>
                  <a:lnTo>
                    <a:pt x="1111676" y="933006"/>
                  </a:lnTo>
                  <a:lnTo>
                    <a:pt x="1110243" y="931572"/>
                  </a:lnTo>
                  <a:lnTo>
                    <a:pt x="1110243" y="930617"/>
                  </a:lnTo>
                  <a:lnTo>
                    <a:pt x="1110721" y="929662"/>
                  </a:lnTo>
                  <a:lnTo>
                    <a:pt x="1110721" y="928706"/>
                  </a:lnTo>
                  <a:lnTo>
                    <a:pt x="1110721" y="928228"/>
                  </a:lnTo>
                  <a:lnTo>
                    <a:pt x="1111199" y="927751"/>
                  </a:lnTo>
                  <a:lnTo>
                    <a:pt x="1111676" y="926317"/>
                  </a:lnTo>
                  <a:lnTo>
                    <a:pt x="1112154" y="925362"/>
                  </a:lnTo>
                  <a:lnTo>
                    <a:pt x="1112154" y="924407"/>
                  </a:lnTo>
                  <a:lnTo>
                    <a:pt x="1113110" y="923451"/>
                  </a:lnTo>
                  <a:lnTo>
                    <a:pt x="1113588" y="922496"/>
                  </a:lnTo>
                  <a:lnTo>
                    <a:pt x="1113110" y="922018"/>
                  </a:lnTo>
                  <a:lnTo>
                    <a:pt x="1111199" y="921540"/>
                  </a:lnTo>
                  <a:lnTo>
                    <a:pt x="1106899" y="922018"/>
                  </a:lnTo>
                  <a:lnTo>
                    <a:pt x="1103555" y="922018"/>
                  </a:lnTo>
                  <a:lnTo>
                    <a:pt x="1101166" y="922496"/>
                  </a:lnTo>
                  <a:lnTo>
                    <a:pt x="1098300" y="922018"/>
                  </a:lnTo>
                  <a:lnTo>
                    <a:pt x="1094956" y="921540"/>
                  </a:lnTo>
                  <a:lnTo>
                    <a:pt x="1092090" y="920107"/>
                  </a:lnTo>
                  <a:lnTo>
                    <a:pt x="1090179" y="917241"/>
                  </a:lnTo>
                  <a:lnTo>
                    <a:pt x="1088268" y="914852"/>
                  </a:lnTo>
                  <a:lnTo>
                    <a:pt x="1087312" y="912463"/>
                  </a:lnTo>
                  <a:lnTo>
                    <a:pt x="1086835" y="910075"/>
                  </a:lnTo>
                  <a:lnTo>
                    <a:pt x="1086835" y="909597"/>
                  </a:lnTo>
                  <a:lnTo>
                    <a:pt x="1086357" y="909119"/>
                  </a:lnTo>
                  <a:lnTo>
                    <a:pt x="1085879" y="907686"/>
                  </a:lnTo>
                  <a:lnTo>
                    <a:pt x="1085401" y="905775"/>
                  </a:lnTo>
                  <a:lnTo>
                    <a:pt x="1084924" y="904342"/>
                  </a:lnTo>
                  <a:lnTo>
                    <a:pt x="1084446" y="903864"/>
                  </a:lnTo>
                  <a:lnTo>
                    <a:pt x="1083968" y="903386"/>
                  </a:lnTo>
                  <a:lnTo>
                    <a:pt x="1083013" y="901953"/>
                  </a:lnTo>
                  <a:lnTo>
                    <a:pt x="1083013" y="900998"/>
                  </a:lnTo>
                  <a:lnTo>
                    <a:pt x="1082535" y="900520"/>
                  </a:lnTo>
                  <a:lnTo>
                    <a:pt x="1082057" y="900042"/>
                  </a:lnTo>
                  <a:lnTo>
                    <a:pt x="1081580" y="899565"/>
                  </a:lnTo>
                  <a:lnTo>
                    <a:pt x="1079191" y="900042"/>
                  </a:lnTo>
                  <a:lnTo>
                    <a:pt x="1078235" y="899565"/>
                  </a:lnTo>
                  <a:lnTo>
                    <a:pt x="1077758" y="899087"/>
                  </a:lnTo>
                  <a:lnTo>
                    <a:pt x="1076802" y="898609"/>
                  </a:lnTo>
                  <a:lnTo>
                    <a:pt x="1075847" y="898609"/>
                  </a:lnTo>
                  <a:lnTo>
                    <a:pt x="1074414" y="899565"/>
                  </a:lnTo>
                  <a:lnTo>
                    <a:pt x="1072981" y="899565"/>
                  </a:lnTo>
                  <a:lnTo>
                    <a:pt x="1070592" y="899087"/>
                  </a:lnTo>
                  <a:lnTo>
                    <a:pt x="1069158" y="899565"/>
                  </a:lnTo>
                  <a:lnTo>
                    <a:pt x="1066292" y="899565"/>
                  </a:lnTo>
                  <a:lnTo>
                    <a:pt x="1064381" y="898609"/>
                  </a:lnTo>
                  <a:lnTo>
                    <a:pt x="1062470" y="897654"/>
                  </a:lnTo>
                  <a:lnTo>
                    <a:pt x="1061515" y="897654"/>
                  </a:lnTo>
                  <a:lnTo>
                    <a:pt x="1060559" y="897654"/>
                  </a:lnTo>
                  <a:lnTo>
                    <a:pt x="1059604" y="897654"/>
                  </a:lnTo>
                  <a:lnTo>
                    <a:pt x="1059604" y="896698"/>
                  </a:lnTo>
                  <a:lnTo>
                    <a:pt x="1059126" y="896698"/>
                  </a:lnTo>
                  <a:lnTo>
                    <a:pt x="1057215" y="896220"/>
                  </a:lnTo>
                  <a:lnTo>
                    <a:pt x="1055782" y="895265"/>
                  </a:lnTo>
                  <a:lnTo>
                    <a:pt x="1051483" y="894310"/>
                  </a:lnTo>
                  <a:lnTo>
                    <a:pt x="1050527" y="893354"/>
                  </a:lnTo>
                  <a:lnTo>
                    <a:pt x="1049572" y="893354"/>
                  </a:lnTo>
                  <a:lnTo>
                    <a:pt x="1048139" y="893354"/>
                  </a:lnTo>
                  <a:lnTo>
                    <a:pt x="1047661" y="893832"/>
                  </a:lnTo>
                  <a:lnTo>
                    <a:pt x="1046705" y="893832"/>
                  </a:lnTo>
                  <a:lnTo>
                    <a:pt x="1045750" y="893832"/>
                  </a:lnTo>
                  <a:lnTo>
                    <a:pt x="1045750" y="893832"/>
                  </a:lnTo>
                  <a:lnTo>
                    <a:pt x="1045750" y="894787"/>
                  </a:lnTo>
                  <a:lnTo>
                    <a:pt x="1045750" y="895743"/>
                  </a:lnTo>
                  <a:lnTo>
                    <a:pt x="1046227" y="896698"/>
                  </a:lnTo>
                  <a:lnTo>
                    <a:pt x="1048139" y="898131"/>
                  </a:lnTo>
                  <a:lnTo>
                    <a:pt x="1048616" y="899565"/>
                  </a:lnTo>
                  <a:lnTo>
                    <a:pt x="1048616" y="900520"/>
                  </a:lnTo>
                  <a:lnTo>
                    <a:pt x="1048139" y="901953"/>
                  </a:lnTo>
                  <a:lnTo>
                    <a:pt x="1046227" y="904342"/>
                  </a:lnTo>
                  <a:lnTo>
                    <a:pt x="1045750" y="904342"/>
                  </a:lnTo>
                  <a:lnTo>
                    <a:pt x="1044317" y="904820"/>
                  </a:lnTo>
                  <a:lnTo>
                    <a:pt x="1043361" y="905297"/>
                  </a:lnTo>
                  <a:lnTo>
                    <a:pt x="1042883" y="905297"/>
                  </a:lnTo>
                  <a:lnTo>
                    <a:pt x="1042406" y="905297"/>
                  </a:lnTo>
                  <a:lnTo>
                    <a:pt x="1041928" y="905297"/>
                  </a:lnTo>
                  <a:lnTo>
                    <a:pt x="1041450" y="906253"/>
                  </a:lnTo>
                  <a:lnTo>
                    <a:pt x="1040973" y="906731"/>
                  </a:lnTo>
                  <a:lnTo>
                    <a:pt x="1041450" y="907208"/>
                  </a:lnTo>
                  <a:lnTo>
                    <a:pt x="1040973" y="908164"/>
                  </a:lnTo>
                  <a:lnTo>
                    <a:pt x="1040017" y="908641"/>
                  </a:lnTo>
                  <a:lnTo>
                    <a:pt x="1039539" y="908641"/>
                  </a:lnTo>
                  <a:lnTo>
                    <a:pt x="1039539" y="907686"/>
                  </a:lnTo>
                  <a:lnTo>
                    <a:pt x="1039062" y="907208"/>
                  </a:lnTo>
                  <a:lnTo>
                    <a:pt x="1039539" y="906253"/>
                  </a:lnTo>
                  <a:lnTo>
                    <a:pt x="1042883" y="902909"/>
                  </a:lnTo>
                  <a:lnTo>
                    <a:pt x="1044317" y="901476"/>
                  </a:lnTo>
                  <a:lnTo>
                    <a:pt x="1044317" y="900520"/>
                  </a:lnTo>
                  <a:lnTo>
                    <a:pt x="1044317" y="899565"/>
                  </a:lnTo>
                  <a:lnTo>
                    <a:pt x="1043839" y="898131"/>
                  </a:lnTo>
                  <a:lnTo>
                    <a:pt x="1042883" y="897654"/>
                  </a:lnTo>
                  <a:lnTo>
                    <a:pt x="1041928" y="897654"/>
                  </a:lnTo>
                  <a:lnTo>
                    <a:pt x="1040973" y="898131"/>
                  </a:lnTo>
                  <a:lnTo>
                    <a:pt x="1040495" y="899087"/>
                  </a:lnTo>
                  <a:lnTo>
                    <a:pt x="1040017" y="900042"/>
                  </a:lnTo>
                  <a:lnTo>
                    <a:pt x="1040017" y="901953"/>
                  </a:lnTo>
                  <a:lnTo>
                    <a:pt x="1040017" y="902909"/>
                  </a:lnTo>
                  <a:lnTo>
                    <a:pt x="1039539" y="903386"/>
                  </a:lnTo>
                  <a:lnTo>
                    <a:pt x="1039062" y="903386"/>
                  </a:lnTo>
                  <a:lnTo>
                    <a:pt x="1038584" y="904342"/>
                  </a:lnTo>
                  <a:lnTo>
                    <a:pt x="1038106" y="905775"/>
                  </a:lnTo>
                  <a:lnTo>
                    <a:pt x="1038106" y="906731"/>
                  </a:lnTo>
                  <a:lnTo>
                    <a:pt x="1037151" y="906731"/>
                  </a:lnTo>
                  <a:lnTo>
                    <a:pt x="1036673" y="907686"/>
                  </a:lnTo>
                  <a:lnTo>
                    <a:pt x="1036673" y="909597"/>
                  </a:lnTo>
                  <a:lnTo>
                    <a:pt x="1036195" y="910075"/>
                  </a:lnTo>
                  <a:lnTo>
                    <a:pt x="1035240" y="910552"/>
                  </a:lnTo>
                  <a:lnTo>
                    <a:pt x="1033329" y="911508"/>
                  </a:lnTo>
                  <a:lnTo>
                    <a:pt x="1032373" y="911508"/>
                  </a:lnTo>
                  <a:lnTo>
                    <a:pt x="1032851" y="910552"/>
                  </a:lnTo>
                  <a:lnTo>
                    <a:pt x="1032851" y="910552"/>
                  </a:lnTo>
                  <a:lnTo>
                    <a:pt x="1033329" y="910075"/>
                  </a:lnTo>
                  <a:lnTo>
                    <a:pt x="1034762" y="906731"/>
                  </a:lnTo>
                  <a:lnTo>
                    <a:pt x="1035717" y="904820"/>
                  </a:lnTo>
                  <a:lnTo>
                    <a:pt x="1035717" y="904820"/>
                  </a:lnTo>
                  <a:lnTo>
                    <a:pt x="1029507" y="907208"/>
                  </a:lnTo>
                  <a:lnTo>
                    <a:pt x="1027118" y="908641"/>
                  </a:lnTo>
                  <a:lnTo>
                    <a:pt x="1026641" y="909119"/>
                  </a:lnTo>
                  <a:lnTo>
                    <a:pt x="1026641" y="910075"/>
                  </a:lnTo>
                  <a:lnTo>
                    <a:pt x="1026641" y="911508"/>
                  </a:lnTo>
                  <a:lnTo>
                    <a:pt x="1026641" y="912463"/>
                  </a:lnTo>
                  <a:lnTo>
                    <a:pt x="1026163" y="912941"/>
                  </a:lnTo>
                  <a:lnTo>
                    <a:pt x="1025208" y="915330"/>
                  </a:lnTo>
                  <a:lnTo>
                    <a:pt x="1024730" y="916285"/>
                  </a:lnTo>
                  <a:lnTo>
                    <a:pt x="1024252" y="917241"/>
                  </a:lnTo>
                  <a:lnTo>
                    <a:pt x="1022341" y="918196"/>
                  </a:lnTo>
                  <a:lnTo>
                    <a:pt x="1022341" y="918196"/>
                  </a:lnTo>
                  <a:lnTo>
                    <a:pt x="1019952" y="920107"/>
                  </a:lnTo>
                  <a:lnTo>
                    <a:pt x="1019475" y="920585"/>
                  </a:lnTo>
                  <a:lnTo>
                    <a:pt x="1019475" y="920585"/>
                  </a:lnTo>
                  <a:lnTo>
                    <a:pt x="1015653" y="920107"/>
                  </a:lnTo>
                  <a:lnTo>
                    <a:pt x="1013264" y="920585"/>
                  </a:lnTo>
                  <a:lnTo>
                    <a:pt x="1011353" y="920107"/>
                  </a:lnTo>
                  <a:lnTo>
                    <a:pt x="1010398" y="918674"/>
                  </a:lnTo>
                  <a:lnTo>
                    <a:pt x="1009442" y="917241"/>
                  </a:lnTo>
                  <a:lnTo>
                    <a:pt x="1004665" y="918196"/>
                  </a:lnTo>
                  <a:lnTo>
                    <a:pt x="998932" y="917718"/>
                  </a:lnTo>
                  <a:lnTo>
                    <a:pt x="996544" y="917718"/>
                  </a:lnTo>
                  <a:lnTo>
                    <a:pt x="995588" y="917241"/>
                  </a:lnTo>
                  <a:lnTo>
                    <a:pt x="994633" y="915330"/>
                  </a:lnTo>
                  <a:lnTo>
                    <a:pt x="993200" y="914852"/>
                  </a:lnTo>
                  <a:lnTo>
                    <a:pt x="990333" y="915330"/>
                  </a:lnTo>
                  <a:lnTo>
                    <a:pt x="986989" y="917718"/>
                  </a:lnTo>
                  <a:lnTo>
                    <a:pt x="983645" y="919151"/>
                  </a:lnTo>
                  <a:lnTo>
                    <a:pt x="981256" y="919151"/>
                  </a:lnTo>
                  <a:lnTo>
                    <a:pt x="978390" y="917718"/>
                  </a:lnTo>
                  <a:lnTo>
                    <a:pt x="974568" y="915330"/>
                  </a:lnTo>
                  <a:lnTo>
                    <a:pt x="971224" y="912463"/>
                  </a:lnTo>
                  <a:lnTo>
                    <a:pt x="968358" y="911508"/>
                  </a:lnTo>
                  <a:lnTo>
                    <a:pt x="965491" y="911508"/>
                  </a:lnTo>
                  <a:lnTo>
                    <a:pt x="964536" y="912941"/>
                  </a:lnTo>
                  <a:lnTo>
                    <a:pt x="963103" y="912941"/>
                  </a:lnTo>
                  <a:lnTo>
                    <a:pt x="962625" y="910552"/>
                  </a:lnTo>
                  <a:lnTo>
                    <a:pt x="961669" y="908641"/>
                  </a:lnTo>
                  <a:lnTo>
                    <a:pt x="959759" y="908164"/>
                  </a:lnTo>
                  <a:lnTo>
                    <a:pt x="956892" y="906253"/>
                  </a:lnTo>
                  <a:lnTo>
                    <a:pt x="954981" y="905297"/>
                  </a:lnTo>
                  <a:lnTo>
                    <a:pt x="951637" y="903864"/>
                  </a:lnTo>
                  <a:lnTo>
                    <a:pt x="950682" y="903864"/>
                  </a:lnTo>
                  <a:lnTo>
                    <a:pt x="948771" y="903864"/>
                  </a:lnTo>
                  <a:lnTo>
                    <a:pt x="946382" y="903386"/>
                  </a:lnTo>
                  <a:lnTo>
                    <a:pt x="944471" y="903864"/>
                  </a:lnTo>
                  <a:lnTo>
                    <a:pt x="944471" y="903864"/>
                  </a:lnTo>
                  <a:lnTo>
                    <a:pt x="943994" y="903864"/>
                  </a:lnTo>
                  <a:lnTo>
                    <a:pt x="943994" y="903864"/>
                  </a:lnTo>
                  <a:lnTo>
                    <a:pt x="942560" y="905297"/>
                  </a:lnTo>
                  <a:lnTo>
                    <a:pt x="940649" y="905775"/>
                  </a:lnTo>
                  <a:lnTo>
                    <a:pt x="937783" y="906253"/>
                  </a:lnTo>
                  <a:lnTo>
                    <a:pt x="935872" y="905775"/>
                  </a:lnTo>
                  <a:lnTo>
                    <a:pt x="934917" y="903864"/>
                  </a:lnTo>
                  <a:lnTo>
                    <a:pt x="930617" y="902909"/>
                  </a:lnTo>
                  <a:lnTo>
                    <a:pt x="923451" y="901476"/>
                  </a:lnTo>
                  <a:lnTo>
                    <a:pt x="919629" y="900520"/>
                  </a:lnTo>
                  <a:lnTo>
                    <a:pt x="918674" y="899565"/>
                  </a:lnTo>
                  <a:lnTo>
                    <a:pt x="917718" y="898609"/>
                  </a:lnTo>
                  <a:lnTo>
                    <a:pt x="917718" y="897176"/>
                  </a:lnTo>
                  <a:lnTo>
                    <a:pt x="915807" y="893354"/>
                  </a:lnTo>
                  <a:lnTo>
                    <a:pt x="915330" y="890010"/>
                  </a:lnTo>
                  <a:lnTo>
                    <a:pt x="914852" y="886188"/>
                  </a:lnTo>
                  <a:lnTo>
                    <a:pt x="914852" y="884755"/>
                  </a:lnTo>
                  <a:lnTo>
                    <a:pt x="914852" y="884755"/>
                  </a:lnTo>
                  <a:lnTo>
                    <a:pt x="914374" y="884277"/>
                  </a:lnTo>
                  <a:lnTo>
                    <a:pt x="913419" y="883322"/>
                  </a:lnTo>
                  <a:lnTo>
                    <a:pt x="909119" y="882844"/>
                  </a:lnTo>
                  <a:lnTo>
                    <a:pt x="909119" y="882844"/>
                  </a:lnTo>
                  <a:lnTo>
                    <a:pt x="909119" y="887621"/>
                  </a:lnTo>
                  <a:lnTo>
                    <a:pt x="908641" y="893354"/>
                  </a:lnTo>
                  <a:lnTo>
                    <a:pt x="904342" y="893354"/>
                  </a:lnTo>
                  <a:lnTo>
                    <a:pt x="895743" y="893354"/>
                  </a:lnTo>
                  <a:lnTo>
                    <a:pt x="887144" y="893354"/>
                  </a:lnTo>
                  <a:lnTo>
                    <a:pt x="879022" y="893354"/>
                  </a:lnTo>
                  <a:lnTo>
                    <a:pt x="870423" y="893354"/>
                  </a:lnTo>
                  <a:lnTo>
                    <a:pt x="861824" y="893354"/>
                  </a:lnTo>
                  <a:lnTo>
                    <a:pt x="853225" y="893354"/>
                  </a:lnTo>
                  <a:lnTo>
                    <a:pt x="845104" y="893354"/>
                  </a:lnTo>
                  <a:lnTo>
                    <a:pt x="836504" y="893354"/>
                  </a:lnTo>
                  <a:lnTo>
                    <a:pt x="827905" y="893354"/>
                  </a:lnTo>
                  <a:lnTo>
                    <a:pt x="819784" y="893354"/>
                  </a:lnTo>
                  <a:lnTo>
                    <a:pt x="811185" y="893354"/>
                  </a:lnTo>
                  <a:lnTo>
                    <a:pt x="802585" y="893354"/>
                  </a:lnTo>
                  <a:lnTo>
                    <a:pt x="794464" y="893354"/>
                  </a:lnTo>
                  <a:lnTo>
                    <a:pt x="785865" y="893354"/>
                  </a:lnTo>
                  <a:lnTo>
                    <a:pt x="777266" y="893354"/>
                  </a:lnTo>
                  <a:lnTo>
                    <a:pt x="768667" y="893354"/>
                  </a:lnTo>
                  <a:lnTo>
                    <a:pt x="760545" y="893354"/>
                  </a:lnTo>
                  <a:lnTo>
                    <a:pt x="751946" y="893354"/>
                  </a:lnTo>
                  <a:lnTo>
                    <a:pt x="743347" y="893354"/>
                  </a:lnTo>
                  <a:lnTo>
                    <a:pt x="735226" y="893354"/>
                  </a:lnTo>
                  <a:lnTo>
                    <a:pt x="726627" y="893354"/>
                  </a:lnTo>
                  <a:lnTo>
                    <a:pt x="718027" y="893354"/>
                  </a:lnTo>
                  <a:lnTo>
                    <a:pt x="709906" y="893354"/>
                  </a:lnTo>
                  <a:lnTo>
                    <a:pt x="701307" y="893354"/>
                  </a:lnTo>
                  <a:lnTo>
                    <a:pt x="692708" y="893354"/>
                  </a:lnTo>
                  <a:lnTo>
                    <a:pt x="684109" y="893354"/>
                  </a:lnTo>
                  <a:lnTo>
                    <a:pt x="675987" y="893354"/>
                  </a:lnTo>
                  <a:lnTo>
                    <a:pt x="667388" y="893354"/>
                  </a:lnTo>
                  <a:lnTo>
                    <a:pt x="658789" y="893354"/>
                  </a:lnTo>
                  <a:lnTo>
                    <a:pt x="650668" y="893354"/>
                  </a:lnTo>
                  <a:lnTo>
                    <a:pt x="642068" y="893354"/>
                  </a:lnTo>
                  <a:lnTo>
                    <a:pt x="633469" y="893354"/>
                  </a:lnTo>
                  <a:lnTo>
                    <a:pt x="624870" y="893354"/>
                  </a:lnTo>
                  <a:lnTo>
                    <a:pt x="616749" y="893354"/>
                  </a:lnTo>
                  <a:lnTo>
                    <a:pt x="608150" y="893354"/>
                  </a:lnTo>
                  <a:lnTo>
                    <a:pt x="599550" y="893354"/>
                  </a:lnTo>
                  <a:lnTo>
                    <a:pt x="591429" y="893354"/>
                  </a:lnTo>
                  <a:lnTo>
                    <a:pt x="582830" y="893354"/>
                  </a:lnTo>
                  <a:lnTo>
                    <a:pt x="574231" y="893354"/>
                  </a:lnTo>
                  <a:lnTo>
                    <a:pt x="566109" y="893354"/>
                  </a:lnTo>
                  <a:lnTo>
                    <a:pt x="557510" y="893354"/>
                  </a:lnTo>
                  <a:lnTo>
                    <a:pt x="548911" y="893354"/>
                  </a:lnTo>
                  <a:lnTo>
                    <a:pt x="540790" y="893354"/>
                  </a:lnTo>
                  <a:lnTo>
                    <a:pt x="532191" y="893354"/>
                  </a:lnTo>
                  <a:lnTo>
                    <a:pt x="523591" y="893354"/>
                  </a:lnTo>
                  <a:lnTo>
                    <a:pt x="514992" y="893354"/>
                  </a:lnTo>
                  <a:lnTo>
                    <a:pt x="506871" y="893354"/>
                  </a:lnTo>
                  <a:lnTo>
                    <a:pt x="498272" y="893354"/>
                  </a:lnTo>
                  <a:lnTo>
                    <a:pt x="489673" y="893354"/>
                  </a:lnTo>
                  <a:lnTo>
                    <a:pt x="481551" y="893354"/>
                  </a:lnTo>
                  <a:lnTo>
                    <a:pt x="472952" y="893354"/>
                  </a:lnTo>
                  <a:lnTo>
                    <a:pt x="464353" y="893354"/>
                  </a:lnTo>
                  <a:lnTo>
                    <a:pt x="455754" y="893354"/>
                  </a:lnTo>
                  <a:lnTo>
                    <a:pt x="447633" y="893354"/>
                  </a:lnTo>
                  <a:lnTo>
                    <a:pt x="439033" y="893354"/>
                  </a:lnTo>
                  <a:lnTo>
                    <a:pt x="430434" y="893354"/>
                  </a:lnTo>
                  <a:lnTo>
                    <a:pt x="422313" y="893354"/>
                  </a:lnTo>
                  <a:lnTo>
                    <a:pt x="413714" y="893354"/>
                  </a:lnTo>
                  <a:lnTo>
                    <a:pt x="405115" y="893354"/>
                  </a:lnTo>
                  <a:lnTo>
                    <a:pt x="396993" y="893354"/>
                  </a:lnTo>
                  <a:lnTo>
                    <a:pt x="388394" y="893354"/>
                  </a:lnTo>
                  <a:lnTo>
                    <a:pt x="379795" y="893354"/>
                  </a:lnTo>
                  <a:lnTo>
                    <a:pt x="371674" y="893354"/>
                  </a:lnTo>
                  <a:lnTo>
                    <a:pt x="363074" y="893354"/>
                  </a:lnTo>
                  <a:lnTo>
                    <a:pt x="361163" y="893354"/>
                  </a:lnTo>
                  <a:lnTo>
                    <a:pt x="360208" y="892399"/>
                  </a:lnTo>
                  <a:lnTo>
                    <a:pt x="358297" y="890965"/>
                  </a:lnTo>
                  <a:lnTo>
                    <a:pt x="357342" y="890965"/>
                  </a:lnTo>
                  <a:lnTo>
                    <a:pt x="356864" y="891443"/>
                  </a:lnTo>
                  <a:lnTo>
                    <a:pt x="356386" y="892399"/>
                  </a:lnTo>
                  <a:lnTo>
                    <a:pt x="355908" y="893354"/>
                  </a:lnTo>
                  <a:lnTo>
                    <a:pt x="355431" y="893832"/>
                  </a:lnTo>
                  <a:lnTo>
                    <a:pt x="355431" y="893832"/>
                  </a:lnTo>
                  <a:lnTo>
                    <a:pt x="354953" y="893354"/>
                  </a:lnTo>
                  <a:lnTo>
                    <a:pt x="354475" y="891921"/>
                  </a:lnTo>
                  <a:lnTo>
                    <a:pt x="354475" y="890965"/>
                  </a:lnTo>
                  <a:lnTo>
                    <a:pt x="355431" y="890010"/>
                  </a:lnTo>
                  <a:lnTo>
                    <a:pt x="354953" y="889532"/>
                  </a:lnTo>
                  <a:lnTo>
                    <a:pt x="353520" y="890010"/>
                  </a:lnTo>
                  <a:lnTo>
                    <a:pt x="353042" y="889532"/>
                  </a:lnTo>
                  <a:lnTo>
                    <a:pt x="353042" y="889055"/>
                  </a:lnTo>
                  <a:lnTo>
                    <a:pt x="353042" y="887144"/>
                  </a:lnTo>
                  <a:lnTo>
                    <a:pt x="352087" y="886188"/>
                  </a:lnTo>
                  <a:lnTo>
                    <a:pt x="353042" y="885710"/>
                  </a:lnTo>
                  <a:lnTo>
                    <a:pt x="355431" y="885233"/>
                  </a:lnTo>
                  <a:lnTo>
                    <a:pt x="357819" y="885233"/>
                  </a:lnTo>
                  <a:lnTo>
                    <a:pt x="358297" y="884277"/>
                  </a:lnTo>
                  <a:lnTo>
                    <a:pt x="359253" y="882366"/>
                  </a:lnTo>
                  <a:lnTo>
                    <a:pt x="357342" y="884277"/>
                  </a:lnTo>
                  <a:lnTo>
                    <a:pt x="356386" y="884277"/>
                  </a:lnTo>
                  <a:lnTo>
                    <a:pt x="353520" y="883800"/>
                  </a:lnTo>
                  <a:lnTo>
                    <a:pt x="351131" y="883800"/>
                  </a:lnTo>
                  <a:lnTo>
                    <a:pt x="351131" y="883322"/>
                  </a:lnTo>
                  <a:lnTo>
                    <a:pt x="351131" y="882844"/>
                  </a:lnTo>
                  <a:lnTo>
                    <a:pt x="351609" y="882366"/>
                  </a:lnTo>
                  <a:lnTo>
                    <a:pt x="351609" y="880933"/>
                  </a:lnTo>
                  <a:lnTo>
                    <a:pt x="352564" y="876634"/>
                  </a:lnTo>
                  <a:lnTo>
                    <a:pt x="353042" y="875200"/>
                  </a:lnTo>
                  <a:lnTo>
                    <a:pt x="353042" y="874723"/>
                  </a:lnTo>
                  <a:lnTo>
                    <a:pt x="353042" y="874245"/>
                  </a:lnTo>
                  <a:lnTo>
                    <a:pt x="350176" y="877111"/>
                  </a:lnTo>
                  <a:lnTo>
                    <a:pt x="350176" y="878067"/>
                  </a:lnTo>
                  <a:lnTo>
                    <a:pt x="350176" y="879022"/>
                  </a:lnTo>
                  <a:lnTo>
                    <a:pt x="350176" y="880455"/>
                  </a:lnTo>
                  <a:lnTo>
                    <a:pt x="348742" y="880933"/>
                  </a:lnTo>
                  <a:lnTo>
                    <a:pt x="348265" y="880933"/>
                  </a:lnTo>
                  <a:lnTo>
                    <a:pt x="346832" y="881889"/>
                  </a:lnTo>
                  <a:lnTo>
                    <a:pt x="346354" y="882366"/>
                  </a:lnTo>
                  <a:lnTo>
                    <a:pt x="339666" y="879978"/>
                  </a:lnTo>
                  <a:lnTo>
                    <a:pt x="339188" y="879500"/>
                  </a:lnTo>
                  <a:lnTo>
                    <a:pt x="337755" y="878544"/>
                  </a:lnTo>
                  <a:lnTo>
                    <a:pt x="336322" y="876634"/>
                  </a:lnTo>
                  <a:lnTo>
                    <a:pt x="335844" y="874723"/>
                  </a:lnTo>
                  <a:lnTo>
                    <a:pt x="336322" y="873290"/>
                  </a:lnTo>
                  <a:lnTo>
                    <a:pt x="337277" y="872812"/>
                  </a:lnTo>
                  <a:lnTo>
                    <a:pt x="337755" y="872812"/>
                  </a:lnTo>
                  <a:lnTo>
                    <a:pt x="338233" y="873290"/>
                  </a:lnTo>
                  <a:lnTo>
                    <a:pt x="340143" y="875678"/>
                  </a:lnTo>
                  <a:lnTo>
                    <a:pt x="340621" y="877111"/>
                  </a:lnTo>
                  <a:lnTo>
                    <a:pt x="342054" y="876634"/>
                  </a:lnTo>
                  <a:lnTo>
                    <a:pt x="344443" y="875200"/>
                  </a:lnTo>
                  <a:lnTo>
                    <a:pt x="345398" y="874245"/>
                  </a:lnTo>
                  <a:lnTo>
                    <a:pt x="342532" y="875200"/>
                  </a:lnTo>
                  <a:lnTo>
                    <a:pt x="341577" y="874723"/>
                  </a:lnTo>
                  <a:lnTo>
                    <a:pt x="340621" y="874245"/>
                  </a:lnTo>
                  <a:lnTo>
                    <a:pt x="339188" y="872812"/>
                  </a:lnTo>
                  <a:lnTo>
                    <a:pt x="338710" y="870901"/>
                  </a:lnTo>
                  <a:lnTo>
                    <a:pt x="338710" y="866124"/>
                  </a:lnTo>
                  <a:lnTo>
                    <a:pt x="339188" y="864690"/>
                  </a:lnTo>
                  <a:lnTo>
                    <a:pt x="340621" y="864213"/>
                  </a:lnTo>
                  <a:lnTo>
                    <a:pt x="341099" y="862779"/>
                  </a:lnTo>
                  <a:lnTo>
                    <a:pt x="341099" y="862302"/>
                  </a:lnTo>
                  <a:lnTo>
                    <a:pt x="340143" y="861346"/>
                  </a:lnTo>
                  <a:lnTo>
                    <a:pt x="339188" y="860391"/>
                  </a:lnTo>
                  <a:lnTo>
                    <a:pt x="338233" y="859913"/>
                  </a:lnTo>
                  <a:lnTo>
                    <a:pt x="338233" y="860391"/>
                  </a:lnTo>
                  <a:lnTo>
                    <a:pt x="339666" y="862302"/>
                  </a:lnTo>
                  <a:lnTo>
                    <a:pt x="339666" y="863257"/>
                  </a:lnTo>
                  <a:lnTo>
                    <a:pt x="337755" y="865646"/>
                  </a:lnTo>
                  <a:lnTo>
                    <a:pt x="337277" y="866124"/>
                  </a:lnTo>
                  <a:lnTo>
                    <a:pt x="337277" y="868512"/>
                  </a:lnTo>
                  <a:lnTo>
                    <a:pt x="337277" y="868990"/>
                  </a:lnTo>
                  <a:lnTo>
                    <a:pt x="335844" y="869468"/>
                  </a:lnTo>
                  <a:lnTo>
                    <a:pt x="333933" y="871379"/>
                  </a:lnTo>
                  <a:lnTo>
                    <a:pt x="331544" y="871856"/>
                  </a:lnTo>
                  <a:lnTo>
                    <a:pt x="328678" y="871379"/>
                  </a:lnTo>
                  <a:lnTo>
                    <a:pt x="327245" y="870901"/>
                  </a:lnTo>
                  <a:lnTo>
                    <a:pt x="322945" y="866601"/>
                  </a:lnTo>
                  <a:lnTo>
                    <a:pt x="321512" y="864690"/>
                  </a:lnTo>
                  <a:lnTo>
                    <a:pt x="321512" y="863257"/>
                  </a:lnTo>
                  <a:lnTo>
                    <a:pt x="318168" y="858002"/>
                  </a:lnTo>
                  <a:lnTo>
                    <a:pt x="318168" y="857047"/>
                  </a:lnTo>
                  <a:lnTo>
                    <a:pt x="317212" y="855136"/>
                  </a:lnTo>
                  <a:lnTo>
                    <a:pt x="316257" y="855136"/>
                  </a:lnTo>
                  <a:lnTo>
                    <a:pt x="315779" y="853225"/>
                  </a:lnTo>
                  <a:lnTo>
                    <a:pt x="318168" y="849881"/>
                  </a:lnTo>
                  <a:lnTo>
                    <a:pt x="319601" y="847492"/>
                  </a:lnTo>
                  <a:lnTo>
                    <a:pt x="320079" y="846537"/>
                  </a:lnTo>
                  <a:lnTo>
                    <a:pt x="320079" y="845103"/>
                  </a:lnTo>
                  <a:lnTo>
                    <a:pt x="319601" y="841759"/>
                  </a:lnTo>
                  <a:lnTo>
                    <a:pt x="319601" y="840326"/>
                  </a:lnTo>
                  <a:lnTo>
                    <a:pt x="318168" y="842237"/>
                  </a:lnTo>
                  <a:lnTo>
                    <a:pt x="318168" y="843670"/>
                  </a:lnTo>
                  <a:lnTo>
                    <a:pt x="318646" y="845103"/>
                  </a:lnTo>
                  <a:lnTo>
                    <a:pt x="318168" y="846537"/>
                  </a:lnTo>
                  <a:lnTo>
                    <a:pt x="317212" y="848448"/>
                  </a:lnTo>
                  <a:lnTo>
                    <a:pt x="315779" y="850836"/>
                  </a:lnTo>
                  <a:lnTo>
                    <a:pt x="312913" y="851792"/>
                  </a:lnTo>
                  <a:lnTo>
                    <a:pt x="307658" y="851314"/>
                  </a:lnTo>
                  <a:lnTo>
                    <a:pt x="307180" y="850836"/>
                  </a:lnTo>
                  <a:lnTo>
                    <a:pt x="306702" y="850358"/>
                  </a:lnTo>
                  <a:lnTo>
                    <a:pt x="306225" y="847014"/>
                  </a:lnTo>
                  <a:lnTo>
                    <a:pt x="306225" y="847492"/>
                  </a:lnTo>
                  <a:lnTo>
                    <a:pt x="305269" y="848925"/>
                  </a:lnTo>
                  <a:lnTo>
                    <a:pt x="304791" y="851314"/>
                  </a:lnTo>
                  <a:lnTo>
                    <a:pt x="304314" y="852269"/>
                  </a:lnTo>
                  <a:lnTo>
                    <a:pt x="303358" y="852269"/>
                  </a:lnTo>
                  <a:lnTo>
                    <a:pt x="302403" y="851792"/>
                  </a:lnTo>
                  <a:lnTo>
                    <a:pt x="301925" y="850836"/>
                  </a:lnTo>
                  <a:lnTo>
                    <a:pt x="300492" y="850836"/>
                  </a:lnTo>
                  <a:lnTo>
                    <a:pt x="298103" y="851314"/>
                  </a:lnTo>
                  <a:lnTo>
                    <a:pt x="296670" y="851314"/>
                  </a:lnTo>
                  <a:lnTo>
                    <a:pt x="295237" y="851314"/>
                  </a:lnTo>
                  <a:lnTo>
                    <a:pt x="292370" y="850358"/>
                  </a:lnTo>
                  <a:lnTo>
                    <a:pt x="289026" y="850358"/>
                  </a:lnTo>
                  <a:lnTo>
                    <a:pt x="288549" y="849881"/>
                  </a:lnTo>
                  <a:lnTo>
                    <a:pt x="288549" y="848448"/>
                  </a:lnTo>
                  <a:lnTo>
                    <a:pt x="289026" y="847970"/>
                  </a:lnTo>
                  <a:lnTo>
                    <a:pt x="292370" y="847492"/>
                  </a:lnTo>
                  <a:lnTo>
                    <a:pt x="295715" y="846537"/>
                  </a:lnTo>
                  <a:lnTo>
                    <a:pt x="299536" y="846059"/>
                  </a:lnTo>
                  <a:lnTo>
                    <a:pt x="299059" y="845103"/>
                  </a:lnTo>
                  <a:lnTo>
                    <a:pt x="297626" y="845103"/>
                  </a:lnTo>
                  <a:lnTo>
                    <a:pt x="289982" y="846537"/>
                  </a:lnTo>
                  <a:lnTo>
                    <a:pt x="287593" y="846059"/>
                  </a:lnTo>
                  <a:lnTo>
                    <a:pt x="287115" y="846059"/>
                  </a:lnTo>
                  <a:lnTo>
                    <a:pt x="287115" y="844626"/>
                  </a:lnTo>
                  <a:lnTo>
                    <a:pt x="288071" y="843670"/>
                  </a:lnTo>
                  <a:lnTo>
                    <a:pt x="289504" y="842237"/>
                  </a:lnTo>
                  <a:lnTo>
                    <a:pt x="289982" y="841759"/>
                  </a:lnTo>
                  <a:lnTo>
                    <a:pt x="289026" y="841282"/>
                  </a:lnTo>
                  <a:lnTo>
                    <a:pt x="287593" y="841282"/>
                  </a:lnTo>
                  <a:lnTo>
                    <a:pt x="286638" y="840804"/>
                  </a:lnTo>
                  <a:lnTo>
                    <a:pt x="287593" y="837937"/>
                  </a:lnTo>
                  <a:lnTo>
                    <a:pt x="287115" y="835071"/>
                  </a:lnTo>
                  <a:lnTo>
                    <a:pt x="286160" y="837937"/>
                  </a:lnTo>
                  <a:lnTo>
                    <a:pt x="284727" y="839371"/>
                  </a:lnTo>
                  <a:lnTo>
                    <a:pt x="278039" y="839848"/>
                  </a:lnTo>
                  <a:lnTo>
                    <a:pt x="277083" y="840804"/>
                  </a:lnTo>
                  <a:lnTo>
                    <a:pt x="276128" y="840804"/>
                  </a:lnTo>
                  <a:lnTo>
                    <a:pt x="272306" y="839371"/>
                  </a:lnTo>
                  <a:lnTo>
                    <a:pt x="270395" y="838415"/>
                  </a:lnTo>
                  <a:lnTo>
                    <a:pt x="268484" y="836982"/>
                  </a:lnTo>
                  <a:lnTo>
                    <a:pt x="265618" y="834116"/>
                  </a:lnTo>
                  <a:lnTo>
                    <a:pt x="263229" y="832683"/>
                  </a:lnTo>
                  <a:lnTo>
                    <a:pt x="263229" y="829338"/>
                  </a:lnTo>
                  <a:lnTo>
                    <a:pt x="263707" y="826950"/>
                  </a:lnTo>
                  <a:lnTo>
                    <a:pt x="264662" y="824561"/>
                  </a:lnTo>
                  <a:lnTo>
                    <a:pt x="268962" y="819306"/>
                  </a:lnTo>
                  <a:lnTo>
                    <a:pt x="270395" y="818351"/>
                  </a:lnTo>
                  <a:lnTo>
                    <a:pt x="271828" y="817873"/>
                  </a:lnTo>
                  <a:lnTo>
                    <a:pt x="278039" y="817395"/>
                  </a:lnTo>
                  <a:lnTo>
                    <a:pt x="282816" y="816917"/>
                  </a:lnTo>
                  <a:lnTo>
                    <a:pt x="283771" y="816440"/>
                  </a:lnTo>
                  <a:lnTo>
                    <a:pt x="276605" y="815962"/>
                  </a:lnTo>
                  <a:lnTo>
                    <a:pt x="270873" y="816440"/>
                  </a:lnTo>
                  <a:lnTo>
                    <a:pt x="268484" y="816917"/>
                  </a:lnTo>
                  <a:lnTo>
                    <a:pt x="266095" y="820739"/>
                  </a:lnTo>
                  <a:lnTo>
                    <a:pt x="265140" y="822172"/>
                  </a:lnTo>
                  <a:lnTo>
                    <a:pt x="264662" y="823128"/>
                  </a:lnTo>
                  <a:lnTo>
                    <a:pt x="264184" y="823128"/>
                  </a:lnTo>
                  <a:lnTo>
                    <a:pt x="263229" y="822650"/>
                  </a:lnTo>
                  <a:lnTo>
                    <a:pt x="262751" y="822172"/>
                  </a:lnTo>
                  <a:lnTo>
                    <a:pt x="262751" y="821217"/>
                  </a:lnTo>
                  <a:lnTo>
                    <a:pt x="261318" y="819306"/>
                  </a:lnTo>
                  <a:lnTo>
                    <a:pt x="260363" y="817395"/>
                  </a:lnTo>
                  <a:lnTo>
                    <a:pt x="260363" y="814529"/>
                  </a:lnTo>
                  <a:lnTo>
                    <a:pt x="260363" y="813096"/>
                  </a:lnTo>
                  <a:lnTo>
                    <a:pt x="260840" y="811185"/>
                  </a:lnTo>
                  <a:lnTo>
                    <a:pt x="263229" y="807841"/>
                  </a:lnTo>
                  <a:lnTo>
                    <a:pt x="260363" y="807841"/>
                  </a:lnTo>
                  <a:lnTo>
                    <a:pt x="260840" y="804974"/>
                  </a:lnTo>
                  <a:lnTo>
                    <a:pt x="261796" y="802108"/>
                  </a:lnTo>
                  <a:lnTo>
                    <a:pt x="264184" y="800197"/>
                  </a:lnTo>
                  <a:lnTo>
                    <a:pt x="266573" y="798764"/>
                  </a:lnTo>
                  <a:lnTo>
                    <a:pt x="268962" y="797330"/>
                  </a:lnTo>
                  <a:lnTo>
                    <a:pt x="272784" y="795897"/>
                  </a:lnTo>
                  <a:lnTo>
                    <a:pt x="273739" y="798286"/>
                  </a:lnTo>
                  <a:lnTo>
                    <a:pt x="277083" y="799241"/>
                  </a:lnTo>
                  <a:lnTo>
                    <a:pt x="278039" y="800197"/>
                  </a:lnTo>
                  <a:lnTo>
                    <a:pt x="279472" y="802108"/>
                  </a:lnTo>
                  <a:lnTo>
                    <a:pt x="280905" y="804019"/>
                  </a:lnTo>
                  <a:lnTo>
                    <a:pt x="282816" y="805930"/>
                  </a:lnTo>
                  <a:lnTo>
                    <a:pt x="283294" y="805930"/>
                  </a:lnTo>
                  <a:lnTo>
                    <a:pt x="282338" y="804496"/>
                  </a:lnTo>
                  <a:lnTo>
                    <a:pt x="279472" y="801152"/>
                  </a:lnTo>
                  <a:lnTo>
                    <a:pt x="279472" y="799719"/>
                  </a:lnTo>
                  <a:lnTo>
                    <a:pt x="278516" y="798764"/>
                  </a:lnTo>
                  <a:lnTo>
                    <a:pt x="274694" y="796853"/>
                  </a:lnTo>
                  <a:lnTo>
                    <a:pt x="274217" y="795897"/>
                  </a:lnTo>
                  <a:lnTo>
                    <a:pt x="273739" y="793986"/>
                  </a:lnTo>
                  <a:lnTo>
                    <a:pt x="273261" y="793031"/>
                  </a:lnTo>
                  <a:lnTo>
                    <a:pt x="273739" y="791598"/>
                  </a:lnTo>
                  <a:lnTo>
                    <a:pt x="277561" y="788254"/>
                  </a:lnTo>
                  <a:lnTo>
                    <a:pt x="278516" y="786343"/>
                  </a:lnTo>
                  <a:lnTo>
                    <a:pt x="278516" y="785387"/>
                  </a:lnTo>
                  <a:lnTo>
                    <a:pt x="278039" y="784432"/>
                  </a:lnTo>
                  <a:lnTo>
                    <a:pt x="277083" y="782521"/>
                  </a:lnTo>
                  <a:lnTo>
                    <a:pt x="277083" y="782521"/>
                  </a:lnTo>
                  <a:lnTo>
                    <a:pt x="277083" y="785387"/>
                  </a:lnTo>
                  <a:lnTo>
                    <a:pt x="277083" y="786343"/>
                  </a:lnTo>
                  <a:lnTo>
                    <a:pt x="276605" y="787298"/>
                  </a:lnTo>
                  <a:lnTo>
                    <a:pt x="276128" y="788254"/>
                  </a:lnTo>
                  <a:lnTo>
                    <a:pt x="275172" y="788731"/>
                  </a:lnTo>
                  <a:lnTo>
                    <a:pt x="267051" y="796853"/>
                  </a:lnTo>
                  <a:lnTo>
                    <a:pt x="266573" y="797330"/>
                  </a:lnTo>
                  <a:lnTo>
                    <a:pt x="263229" y="798286"/>
                  </a:lnTo>
                  <a:lnTo>
                    <a:pt x="261796" y="799241"/>
                  </a:lnTo>
                  <a:lnTo>
                    <a:pt x="260840" y="800197"/>
                  </a:lnTo>
                  <a:lnTo>
                    <a:pt x="259407" y="803063"/>
                  </a:lnTo>
                  <a:lnTo>
                    <a:pt x="257496" y="809274"/>
                  </a:lnTo>
                  <a:lnTo>
                    <a:pt x="255585" y="814051"/>
                  </a:lnTo>
                  <a:lnTo>
                    <a:pt x="253674" y="807841"/>
                  </a:lnTo>
                  <a:lnTo>
                    <a:pt x="250330" y="803063"/>
                  </a:lnTo>
                  <a:lnTo>
                    <a:pt x="257019" y="798286"/>
                  </a:lnTo>
                  <a:lnTo>
                    <a:pt x="257019" y="797330"/>
                  </a:lnTo>
                  <a:lnTo>
                    <a:pt x="256541" y="794942"/>
                  </a:lnTo>
                  <a:lnTo>
                    <a:pt x="256541" y="794464"/>
                  </a:lnTo>
                  <a:lnTo>
                    <a:pt x="257019" y="793031"/>
                  </a:lnTo>
                  <a:lnTo>
                    <a:pt x="258929" y="791598"/>
                  </a:lnTo>
                  <a:lnTo>
                    <a:pt x="258929" y="791598"/>
                  </a:lnTo>
                  <a:lnTo>
                    <a:pt x="257019" y="792076"/>
                  </a:lnTo>
                  <a:lnTo>
                    <a:pt x="254152" y="795420"/>
                  </a:lnTo>
                  <a:lnTo>
                    <a:pt x="252719" y="796853"/>
                  </a:lnTo>
                  <a:lnTo>
                    <a:pt x="252241" y="796853"/>
                  </a:lnTo>
                  <a:lnTo>
                    <a:pt x="252241" y="794942"/>
                  </a:lnTo>
                  <a:lnTo>
                    <a:pt x="253674" y="789209"/>
                  </a:lnTo>
                  <a:lnTo>
                    <a:pt x="255108" y="783954"/>
                  </a:lnTo>
                  <a:lnTo>
                    <a:pt x="255585" y="782043"/>
                  </a:lnTo>
                  <a:lnTo>
                    <a:pt x="256541" y="780610"/>
                  </a:lnTo>
                  <a:lnTo>
                    <a:pt x="255585" y="780610"/>
                  </a:lnTo>
                  <a:lnTo>
                    <a:pt x="250330" y="782999"/>
                  </a:lnTo>
                  <a:lnTo>
                    <a:pt x="248419" y="781565"/>
                  </a:lnTo>
                  <a:lnTo>
                    <a:pt x="247464" y="773444"/>
                  </a:lnTo>
                  <a:lnTo>
                    <a:pt x="244598" y="770578"/>
                  </a:lnTo>
                  <a:lnTo>
                    <a:pt x="240298" y="768189"/>
                  </a:lnTo>
                  <a:lnTo>
                    <a:pt x="235998" y="766756"/>
                  </a:lnTo>
                  <a:lnTo>
                    <a:pt x="235043" y="764367"/>
                  </a:lnTo>
                  <a:lnTo>
                    <a:pt x="234565" y="761501"/>
                  </a:lnTo>
                  <a:lnTo>
                    <a:pt x="235521" y="758634"/>
                  </a:lnTo>
                  <a:lnTo>
                    <a:pt x="237432" y="756723"/>
                  </a:lnTo>
                  <a:lnTo>
                    <a:pt x="238865" y="756246"/>
                  </a:lnTo>
                  <a:lnTo>
                    <a:pt x="240776" y="756246"/>
                  </a:lnTo>
                  <a:lnTo>
                    <a:pt x="240776" y="757679"/>
                  </a:lnTo>
                  <a:lnTo>
                    <a:pt x="239820" y="761023"/>
                  </a:lnTo>
                  <a:lnTo>
                    <a:pt x="241253" y="761023"/>
                  </a:lnTo>
                  <a:lnTo>
                    <a:pt x="246986" y="765323"/>
                  </a:lnTo>
                  <a:lnTo>
                    <a:pt x="247942" y="765323"/>
                  </a:lnTo>
                  <a:lnTo>
                    <a:pt x="250330" y="763889"/>
                  </a:lnTo>
                  <a:lnTo>
                    <a:pt x="251763" y="763889"/>
                  </a:lnTo>
                  <a:lnTo>
                    <a:pt x="255108" y="765323"/>
                  </a:lnTo>
                  <a:lnTo>
                    <a:pt x="256063" y="766756"/>
                  </a:lnTo>
                  <a:lnTo>
                    <a:pt x="258929" y="769622"/>
                  </a:lnTo>
                  <a:lnTo>
                    <a:pt x="258452" y="767711"/>
                  </a:lnTo>
                  <a:lnTo>
                    <a:pt x="255108" y="764367"/>
                  </a:lnTo>
                  <a:lnTo>
                    <a:pt x="253674" y="763412"/>
                  </a:lnTo>
                  <a:lnTo>
                    <a:pt x="250330" y="762934"/>
                  </a:lnTo>
                  <a:lnTo>
                    <a:pt x="248419" y="763412"/>
                  </a:lnTo>
                  <a:lnTo>
                    <a:pt x="247464" y="763412"/>
                  </a:lnTo>
                  <a:lnTo>
                    <a:pt x="245553" y="762456"/>
                  </a:lnTo>
                  <a:lnTo>
                    <a:pt x="244120" y="761023"/>
                  </a:lnTo>
                  <a:lnTo>
                    <a:pt x="242687" y="757679"/>
                  </a:lnTo>
                  <a:lnTo>
                    <a:pt x="242209" y="756246"/>
                  </a:lnTo>
                  <a:lnTo>
                    <a:pt x="242209" y="755290"/>
                  </a:lnTo>
                  <a:lnTo>
                    <a:pt x="242687" y="754335"/>
                  </a:lnTo>
                  <a:lnTo>
                    <a:pt x="243642" y="753379"/>
                  </a:lnTo>
                  <a:lnTo>
                    <a:pt x="244598" y="752424"/>
                  </a:lnTo>
                  <a:lnTo>
                    <a:pt x="246508" y="751946"/>
                  </a:lnTo>
                  <a:lnTo>
                    <a:pt x="246986" y="751946"/>
                  </a:lnTo>
                  <a:lnTo>
                    <a:pt x="244598" y="750035"/>
                  </a:lnTo>
                  <a:lnTo>
                    <a:pt x="243642" y="750035"/>
                  </a:lnTo>
                  <a:lnTo>
                    <a:pt x="239820" y="752424"/>
                  </a:lnTo>
                  <a:lnTo>
                    <a:pt x="239342" y="752902"/>
                  </a:lnTo>
                  <a:lnTo>
                    <a:pt x="238865" y="752424"/>
                  </a:lnTo>
                  <a:lnTo>
                    <a:pt x="238387" y="752424"/>
                  </a:lnTo>
                  <a:lnTo>
                    <a:pt x="237432" y="753379"/>
                  </a:lnTo>
                  <a:lnTo>
                    <a:pt x="236476" y="754335"/>
                  </a:lnTo>
                  <a:lnTo>
                    <a:pt x="233610" y="758157"/>
                  </a:lnTo>
                  <a:lnTo>
                    <a:pt x="233132" y="760545"/>
                  </a:lnTo>
                  <a:lnTo>
                    <a:pt x="233132" y="763412"/>
                  </a:lnTo>
                  <a:lnTo>
                    <a:pt x="232654" y="765323"/>
                  </a:lnTo>
                  <a:lnTo>
                    <a:pt x="232177" y="765800"/>
                  </a:lnTo>
                  <a:lnTo>
                    <a:pt x="228833" y="767234"/>
                  </a:lnTo>
                  <a:lnTo>
                    <a:pt x="226444" y="770100"/>
                  </a:lnTo>
                  <a:lnTo>
                    <a:pt x="224055" y="767711"/>
                  </a:lnTo>
                  <a:lnTo>
                    <a:pt x="221667" y="765323"/>
                  </a:lnTo>
                  <a:lnTo>
                    <a:pt x="219756" y="761023"/>
                  </a:lnTo>
                  <a:lnTo>
                    <a:pt x="216412" y="760545"/>
                  </a:lnTo>
                  <a:lnTo>
                    <a:pt x="212590" y="758157"/>
                  </a:lnTo>
                  <a:lnTo>
                    <a:pt x="211156" y="755768"/>
                  </a:lnTo>
                  <a:lnTo>
                    <a:pt x="213545" y="751469"/>
                  </a:lnTo>
                  <a:lnTo>
                    <a:pt x="216412" y="748124"/>
                  </a:lnTo>
                  <a:lnTo>
                    <a:pt x="216889" y="744303"/>
                  </a:lnTo>
                  <a:lnTo>
                    <a:pt x="216889" y="743347"/>
                  </a:lnTo>
                  <a:lnTo>
                    <a:pt x="222144" y="742392"/>
                  </a:lnTo>
                  <a:lnTo>
                    <a:pt x="225488" y="740481"/>
                  </a:lnTo>
                  <a:lnTo>
                    <a:pt x="222144" y="740003"/>
                  </a:lnTo>
                  <a:lnTo>
                    <a:pt x="219756" y="740481"/>
                  </a:lnTo>
                  <a:lnTo>
                    <a:pt x="216412" y="741914"/>
                  </a:lnTo>
                  <a:lnTo>
                    <a:pt x="212112" y="739048"/>
                  </a:lnTo>
                  <a:lnTo>
                    <a:pt x="210201" y="736659"/>
                  </a:lnTo>
                  <a:lnTo>
                    <a:pt x="209246" y="734270"/>
                  </a:lnTo>
                  <a:lnTo>
                    <a:pt x="210201" y="732359"/>
                  </a:lnTo>
                  <a:lnTo>
                    <a:pt x="210201" y="730448"/>
                  </a:lnTo>
                  <a:lnTo>
                    <a:pt x="210679" y="728060"/>
                  </a:lnTo>
                  <a:lnTo>
                    <a:pt x="211156" y="727104"/>
                  </a:lnTo>
                  <a:lnTo>
                    <a:pt x="211634" y="725671"/>
                  </a:lnTo>
                  <a:lnTo>
                    <a:pt x="213545" y="724716"/>
                  </a:lnTo>
                  <a:lnTo>
                    <a:pt x="214978" y="721849"/>
                  </a:lnTo>
                  <a:lnTo>
                    <a:pt x="215934" y="719461"/>
                  </a:lnTo>
                  <a:lnTo>
                    <a:pt x="218800" y="713728"/>
                  </a:lnTo>
                  <a:lnTo>
                    <a:pt x="220233" y="710862"/>
                  </a:lnTo>
                  <a:lnTo>
                    <a:pt x="222144" y="707040"/>
                  </a:lnTo>
                  <a:lnTo>
                    <a:pt x="226444" y="701307"/>
                  </a:lnTo>
                  <a:lnTo>
                    <a:pt x="225488" y="701785"/>
                  </a:lnTo>
                  <a:lnTo>
                    <a:pt x="224533" y="702262"/>
                  </a:lnTo>
                  <a:lnTo>
                    <a:pt x="224055" y="702262"/>
                  </a:lnTo>
                  <a:lnTo>
                    <a:pt x="223100" y="701307"/>
                  </a:lnTo>
                  <a:lnTo>
                    <a:pt x="222622" y="700351"/>
                  </a:lnTo>
                  <a:lnTo>
                    <a:pt x="222144" y="698441"/>
                  </a:lnTo>
                  <a:lnTo>
                    <a:pt x="221667" y="698918"/>
                  </a:lnTo>
                  <a:lnTo>
                    <a:pt x="221667" y="702740"/>
                  </a:lnTo>
                  <a:lnTo>
                    <a:pt x="221189" y="706084"/>
                  </a:lnTo>
                  <a:lnTo>
                    <a:pt x="220233" y="707995"/>
                  </a:lnTo>
                  <a:lnTo>
                    <a:pt x="218322" y="712772"/>
                  </a:lnTo>
                  <a:lnTo>
                    <a:pt x="216889" y="714206"/>
                  </a:lnTo>
                  <a:lnTo>
                    <a:pt x="215934" y="712772"/>
                  </a:lnTo>
                  <a:lnTo>
                    <a:pt x="216889" y="709906"/>
                  </a:lnTo>
                  <a:lnTo>
                    <a:pt x="217845" y="707517"/>
                  </a:lnTo>
                  <a:lnTo>
                    <a:pt x="218322" y="704651"/>
                  </a:lnTo>
                  <a:lnTo>
                    <a:pt x="216889" y="701307"/>
                  </a:lnTo>
                  <a:lnTo>
                    <a:pt x="216412" y="697963"/>
                  </a:lnTo>
                  <a:lnTo>
                    <a:pt x="215934" y="696052"/>
                  </a:lnTo>
                  <a:lnTo>
                    <a:pt x="215934" y="694141"/>
                  </a:lnTo>
                  <a:lnTo>
                    <a:pt x="216412" y="692230"/>
                  </a:lnTo>
                  <a:lnTo>
                    <a:pt x="216889" y="690319"/>
                  </a:lnTo>
                  <a:lnTo>
                    <a:pt x="217367" y="687930"/>
                  </a:lnTo>
                  <a:lnTo>
                    <a:pt x="217367" y="687930"/>
                  </a:lnTo>
                  <a:lnTo>
                    <a:pt x="217367" y="687453"/>
                  </a:lnTo>
                  <a:lnTo>
                    <a:pt x="217845" y="685542"/>
                  </a:lnTo>
                  <a:lnTo>
                    <a:pt x="217367" y="683631"/>
                  </a:lnTo>
                  <a:lnTo>
                    <a:pt x="216889" y="681720"/>
                  </a:lnTo>
                  <a:lnTo>
                    <a:pt x="215934" y="680764"/>
                  </a:lnTo>
                  <a:lnTo>
                    <a:pt x="213545" y="681242"/>
                  </a:lnTo>
                  <a:lnTo>
                    <a:pt x="209723" y="680287"/>
                  </a:lnTo>
                  <a:lnTo>
                    <a:pt x="208768" y="677420"/>
                  </a:lnTo>
                  <a:lnTo>
                    <a:pt x="208290" y="676465"/>
                  </a:lnTo>
                  <a:lnTo>
                    <a:pt x="208290" y="676465"/>
                  </a:lnTo>
                  <a:lnTo>
                    <a:pt x="204946" y="675509"/>
                  </a:lnTo>
                  <a:lnTo>
                    <a:pt x="203035" y="673121"/>
                  </a:lnTo>
                  <a:lnTo>
                    <a:pt x="199691" y="671688"/>
                  </a:lnTo>
                  <a:lnTo>
                    <a:pt x="196347" y="670732"/>
                  </a:lnTo>
                  <a:lnTo>
                    <a:pt x="193958" y="669299"/>
                  </a:lnTo>
                  <a:lnTo>
                    <a:pt x="191570" y="667866"/>
                  </a:lnTo>
                  <a:lnTo>
                    <a:pt x="188703" y="665955"/>
                  </a:lnTo>
                  <a:lnTo>
                    <a:pt x="186792" y="664522"/>
                  </a:lnTo>
                  <a:lnTo>
                    <a:pt x="185359" y="664522"/>
                  </a:lnTo>
                  <a:lnTo>
                    <a:pt x="181537" y="664522"/>
                  </a:lnTo>
                  <a:lnTo>
                    <a:pt x="181537" y="661655"/>
                  </a:lnTo>
                  <a:lnTo>
                    <a:pt x="180582" y="659744"/>
                  </a:lnTo>
                  <a:lnTo>
                    <a:pt x="181060" y="657834"/>
                  </a:lnTo>
                  <a:lnTo>
                    <a:pt x="179149" y="657356"/>
                  </a:lnTo>
                  <a:lnTo>
                    <a:pt x="176282" y="655923"/>
                  </a:lnTo>
                  <a:lnTo>
                    <a:pt x="177238" y="652578"/>
                  </a:lnTo>
                  <a:lnTo>
                    <a:pt x="177715" y="650190"/>
                  </a:lnTo>
                  <a:lnTo>
                    <a:pt x="175327" y="649712"/>
                  </a:lnTo>
                  <a:lnTo>
                    <a:pt x="171505" y="648757"/>
                  </a:lnTo>
                  <a:lnTo>
                    <a:pt x="172938" y="646368"/>
                  </a:lnTo>
                  <a:lnTo>
                    <a:pt x="173894" y="644457"/>
                  </a:lnTo>
                  <a:lnTo>
                    <a:pt x="172460" y="642068"/>
                  </a:lnTo>
                  <a:lnTo>
                    <a:pt x="169594" y="637291"/>
                  </a:lnTo>
                  <a:lnTo>
                    <a:pt x="167205" y="634425"/>
                  </a:lnTo>
                  <a:lnTo>
                    <a:pt x="164339" y="629648"/>
                  </a:lnTo>
                  <a:lnTo>
                    <a:pt x="161950" y="625348"/>
                  </a:lnTo>
                  <a:lnTo>
                    <a:pt x="160039" y="621526"/>
                  </a:lnTo>
                  <a:lnTo>
                    <a:pt x="158606" y="619137"/>
                  </a:lnTo>
                  <a:lnTo>
                    <a:pt x="156218" y="614838"/>
                  </a:lnTo>
                  <a:lnTo>
                    <a:pt x="152873" y="609583"/>
                  </a:lnTo>
                  <a:lnTo>
                    <a:pt x="150007" y="605761"/>
                  </a:lnTo>
                  <a:lnTo>
                    <a:pt x="150485" y="603372"/>
                  </a:lnTo>
                  <a:lnTo>
                    <a:pt x="147619" y="600028"/>
                  </a:lnTo>
                  <a:lnTo>
                    <a:pt x="145230" y="596684"/>
                  </a:lnTo>
                  <a:lnTo>
                    <a:pt x="142363" y="592862"/>
                  </a:lnTo>
                  <a:lnTo>
                    <a:pt x="139497" y="590951"/>
                  </a:lnTo>
                  <a:lnTo>
                    <a:pt x="137108" y="589518"/>
                  </a:lnTo>
                  <a:lnTo>
                    <a:pt x="134242" y="587607"/>
                  </a:lnTo>
                  <a:lnTo>
                    <a:pt x="132809" y="586174"/>
                  </a:lnTo>
                  <a:lnTo>
                    <a:pt x="132331" y="584741"/>
                  </a:lnTo>
                  <a:lnTo>
                    <a:pt x="131376" y="583785"/>
                  </a:lnTo>
                  <a:lnTo>
                    <a:pt x="130898" y="582352"/>
                  </a:lnTo>
                  <a:lnTo>
                    <a:pt x="130420" y="580441"/>
                  </a:lnTo>
                  <a:lnTo>
                    <a:pt x="129942" y="579486"/>
                  </a:lnTo>
                  <a:lnTo>
                    <a:pt x="126121" y="577097"/>
                  </a:lnTo>
                  <a:lnTo>
                    <a:pt x="125165" y="575664"/>
                  </a:lnTo>
                  <a:lnTo>
                    <a:pt x="125165" y="575664"/>
                  </a:lnTo>
                  <a:lnTo>
                    <a:pt x="122777" y="573753"/>
                  </a:lnTo>
                  <a:lnTo>
                    <a:pt x="120866" y="572798"/>
                  </a:lnTo>
                  <a:lnTo>
                    <a:pt x="119910" y="572320"/>
                  </a:lnTo>
                  <a:lnTo>
                    <a:pt x="117521" y="567065"/>
                  </a:lnTo>
                  <a:lnTo>
                    <a:pt x="117999" y="565154"/>
                  </a:lnTo>
                  <a:lnTo>
                    <a:pt x="117999" y="563243"/>
                  </a:lnTo>
                  <a:lnTo>
                    <a:pt x="117999" y="561810"/>
                  </a:lnTo>
                  <a:lnTo>
                    <a:pt x="113700" y="557988"/>
                  </a:lnTo>
                  <a:lnTo>
                    <a:pt x="113700" y="557988"/>
                  </a:lnTo>
                  <a:lnTo>
                    <a:pt x="111311" y="556077"/>
                  </a:lnTo>
                  <a:lnTo>
                    <a:pt x="109400" y="554166"/>
                  </a:lnTo>
                  <a:lnTo>
                    <a:pt x="109400" y="554166"/>
                  </a:lnTo>
                  <a:lnTo>
                    <a:pt x="105100" y="556555"/>
                  </a:lnTo>
                  <a:lnTo>
                    <a:pt x="100323" y="558943"/>
                  </a:lnTo>
                  <a:lnTo>
                    <a:pt x="96979" y="559899"/>
                  </a:lnTo>
                  <a:lnTo>
                    <a:pt x="92680" y="560854"/>
                  </a:lnTo>
                  <a:lnTo>
                    <a:pt x="92680" y="560854"/>
                  </a:lnTo>
                  <a:lnTo>
                    <a:pt x="94113" y="563721"/>
                  </a:lnTo>
                  <a:lnTo>
                    <a:pt x="93635" y="565632"/>
                  </a:lnTo>
                  <a:lnTo>
                    <a:pt x="92202" y="566587"/>
                  </a:lnTo>
                  <a:lnTo>
                    <a:pt x="89813" y="566109"/>
                  </a:lnTo>
                  <a:lnTo>
                    <a:pt x="89813" y="566109"/>
                  </a:lnTo>
                  <a:lnTo>
                    <a:pt x="89813" y="572798"/>
                  </a:lnTo>
                  <a:lnTo>
                    <a:pt x="89813" y="572798"/>
                  </a:lnTo>
                  <a:lnTo>
                    <a:pt x="87425" y="577097"/>
                  </a:lnTo>
                  <a:lnTo>
                    <a:pt x="82647" y="577097"/>
                  </a:lnTo>
                  <a:lnTo>
                    <a:pt x="80259" y="579008"/>
                  </a:lnTo>
                  <a:lnTo>
                    <a:pt x="76437" y="580919"/>
                  </a:lnTo>
                  <a:lnTo>
                    <a:pt x="73570" y="582830"/>
                  </a:lnTo>
                  <a:lnTo>
                    <a:pt x="70704" y="586174"/>
                  </a:lnTo>
                  <a:lnTo>
                    <a:pt x="68793" y="585696"/>
                  </a:lnTo>
                  <a:lnTo>
                    <a:pt x="69749" y="582830"/>
                  </a:lnTo>
                  <a:lnTo>
                    <a:pt x="68315" y="578530"/>
                  </a:lnTo>
                  <a:lnTo>
                    <a:pt x="67360" y="574709"/>
                  </a:lnTo>
                  <a:lnTo>
                    <a:pt x="67360" y="574709"/>
                  </a:lnTo>
                  <a:lnTo>
                    <a:pt x="65449" y="572798"/>
                  </a:lnTo>
                  <a:lnTo>
                    <a:pt x="65449" y="572798"/>
                  </a:lnTo>
                  <a:lnTo>
                    <a:pt x="61627" y="569454"/>
                  </a:lnTo>
                  <a:lnTo>
                    <a:pt x="59239" y="567065"/>
                  </a:lnTo>
                  <a:lnTo>
                    <a:pt x="55417" y="563243"/>
                  </a:lnTo>
                  <a:lnTo>
                    <a:pt x="53028" y="560854"/>
                  </a:lnTo>
                  <a:lnTo>
                    <a:pt x="53028" y="560854"/>
                  </a:lnTo>
                  <a:lnTo>
                    <a:pt x="50162" y="558466"/>
                  </a:lnTo>
                  <a:lnTo>
                    <a:pt x="46818" y="554644"/>
                  </a:lnTo>
                  <a:lnTo>
                    <a:pt x="45384" y="550344"/>
                  </a:lnTo>
                  <a:lnTo>
                    <a:pt x="42040" y="548911"/>
                  </a:lnTo>
                  <a:lnTo>
                    <a:pt x="38696" y="547000"/>
                  </a:lnTo>
                  <a:lnTo>
                    <a:pt x="35830" y="543656"/>
                  </a:lnTo>
                  <a:lnTo>
                    <a:pt x="36785" y="540312"/>
                  </a:lnTo>
                  <a:lnTo>
                    <a:pt x="37741" y="536490"/>
                  </a:lnTo>
                  <a:lnTo>
                    <a:pt x="37741" y="534102"/>
                  </a:lnTo>
                  <a:lnTo>
                    <a:pt x="34874" y="534579"/>
                  </a:lnTo>
                  <a:lnTo>
                    <a:pt x="30097" y="534579"/>
                  </a:lnTo>
                  <a:lnTo>
                    <a:pt x="26275" y="534579"/>
                  </a:lnTo>
                  <a:lnTo>
                    <a:pt x="24842" y="536013"/>
                  </a:lnTo>
                  <a:lnTo>
                    <a:pt x="22931" y="537446"/>
                  </a:lnTo>
                  <a:lnTo>
                    <a:pt x="20065" y="540312"/>
                  </a:lnTo>
                  <a:lnTo>
                    <a:pt x="15765" y="537923"/>
                  </a:lnTo>
                  <a:lnTo>
                    <a:pt x="10510" y="536013"/>
                  </a:lnTo>
                  <a:lnTo>
                    <a:pt x="9077" y="538879"/>
                  </a:lnTo>
                  <a:lnTo>
                    <a:pt x="4300" y="537446"/>
                  </a:lnTo>
                  <a:lnTo>
                    <a:pt x="0" y="536013"/>
                  </a:lnTo>
                  <a:lnTo>
                    <a:pt x="0" y="525025"/>
                  </a:lnTo>
                  <a:lnTo>
                    <a:pt x="0" y="514037"/>
                  </a:lnTo>
                  <a:lnTo>
                    <a:pt x="0" y="503527"/>
                  </a:lnTo>
                  <a:lnTo>
                    <a:pt x="0" y="492061"/>
                  </a:lnTo>
                  <a:lnTo>
                    <a:pt x="0" y="481074"/>
                  </a:lnTo>
                  <a:lnTo>
                    <a:pt x="0" y="469608"/>
                  </a:lnTo>
                  <a:lnTo>
                    <a:pt x="0" y="458620"/>
                  </a:lnTo>
                  <a:lnTo>
                    <a:pt x="0" y="446677"/>
                  </a:lnTo>
                  <a:lnTo>
                    <a:pt x="0" y="435212"/>
                  </a:lnTo>
                  <a:lnTo>
                    <a:pt x="0" y="423746"/>
                  </a:lnTo>
                  <a:lnTo>
                    <a:pt x="0" y="411803"/>
                  </a:lnTo>
                  <a:lnTo>
                    <a:pt x="0" y="399860"/>
                  </a:lnTo>
                  <a:lnTo>
                    <a:pt x="0" y="387916"/>
                  </a:lnTo>
                  <a:lnTo>
                    <a:pt x="0" y="375495"/>
                  </a:lnTo>
                  <a:lnTo>
                    <a:pt x="0" y="363074"/>
                  </a:lnTo>
                  <a:lnTo>
                    <a:pt x="0" y="350653"/>
                  </a:lnTo>
                  <a:lnTo>
                    <a:pt x="0" y="338233"/>
                  </a:lnTo>
                  <a:lnTo>
                    <a:pt x="0" y="325334"/>
                  </a:lnTo>
                  <a:lnTo>
                    <a:pt x="0" y="312435"/>
                  </a:lnTo>
                  <a:lnTo>
                    <a:pt x="0" y="299059"/>
                  </a:lnTo>
                  <a:lnTo>
                    <a:pt x="0" y="286160"/>
                  </a:lnTo>
                  <a:lnTo>
                    <a:pt x="0" y="272784"/>
                  </a:lnTo>
                  <a:lnTo>
                    <a:pt x="0" y="259407"/>
                  </a:lnTo>
                  <a:lnTo>
                    <a:pt x="0" y="245553"/>
                  </a:lnTo>
                  <a:lnTo>
                    <a:pt x="0" y="231699"/>
                  </a:lnTo>
                  <a:lnTo>
                    <a:pt x="0" y="217845"/>
                  </a:lnTo>
                  <a:lnTo>
                    <a:pt x="0" y="203513"/>
                  </a:lnTo>
                  <a:lnTo>
                    <a:pt x="0" y="189181"/>
                  </a:lnTo>
                  <a:lnTo>
                    <a:pt x="0" y="174371"/>
                  </a:lnTo>
                  <a:lnTo>
                    <a:pt x="0" y="159562"/>
                  </a:lnTo>
                  <a:lnTo>
                    <a:pt x="0" y="144752"/>
                  </a:lnTo>
                  <a:lnTo>
                    <a:pt x="0" y="129465"/>
                  </a:lnTo>
                  <a:lnTo>
                    <a:pt x="2389" y="130420"/>
                  </a:lnTo>
                  <a:lnTo>
                    <a:pt x="11466" y="131853"/>
                  </a:lnTo>
                  <a:lnTo>
                    <a:pt x="20065" y="130898"/>
                  </a:lnTo>
                  <a:lnTo>
                    <a:pt x="35830" y="136631"/>
                  </a:lnTo>
                  <a:lnTo>
                    <a:pt x="45384" y="146663"/>
                  </a:lnTo>
                  <a:lnTo>
                    <a:pt x="53506" y="151918"/>
                  </a:lnTo>
                  <a:lnTo>
                    <a:pt x="56850" y="155262"/>
                  </a:lnTo>
                  <a:lnTo>
                    <a:pt x="62105" y="158128"/>
                  </a:lnTo>
                  <a:lnTo>
                    <a:pt x="74048" y="164817"/>
                  </a:lnTo>
                  <a:lnTo>
                    <a:pt x="77870" y="165772"/>
                  </a:lnTo>
                  <a:lnTo>
                    <a:pt x="84558" y="168639"/>
                  </a:lnTo>
                  <a:lnTo>
                    <a:pt x="88858" y="168161"/>
                  </a:lnTo>
                  <a:lnTo>
                    <a:pt x="96501" y="169116"/>
                  </a:lnTo>
                  <a:lnTo>
                    <a:pt x="101756" y="171505"/>
                  </a:lnTo>
                  <a:lnTo>
                    <a:pt x="111789" y="178193"/>
                  </a:lnTo>
                  <a:lnTo>
                    <a:pt x="113700" y="179149"/>
                  </a:lnTo>
                  <a:lnTo>
                    <a:pt x="114177" y="178671"/>
                  </a:lnTo>
                  <a:lnTo>
                    <a:pt x="110833" y="171505"/>
                  </a:lnTo>
                  <a:lnTo>
                    <a:pt x="110356" y="171027"/>
                  </a:lnTo>
                  <a:lnTo>
                    <a:pt x="106056" y="168639"/>
                  </a:lnTo>
                  <a:lnTo>
                    <a:pt x="101279" y="167205"/>
                  </a:lnTo>
                  <a:lnTo>
                    <a:pt x="101279" y="166728"/>
                  </a:lnTo>
                  <a:lnTo>
                    <a:pt x="100323" y="164339"/>
                  </a:lnTo>
                  <a:lnTo>
                    <a:pt x="100323" y="163384"/>
                  </a:lnTo>
                  <a:lnTo>
                    <a:pt x="101279" y="162906"/>
                  </a:lnTo>
                  <a:lnTo>
                    <a:pt x="105100" y="162906"/>
                  </a:lnTo>
                  <a:lnTo>
                    <a:pt x="107012" y="162906"/>
                  </a:lnTo>
                  <a:lnTo>
                    <a:pt x="107489" y="161950"/>
                  </a:lnTo>
                  <a:lnTo>
                    <a:pt x="106056" y="161473"/>
                  </a:lnTo>
                  <a:lnTo>
                    <a:pt x="104145" y="160517"/>
                  </a:lnTo>
                  <a:lnTo>
                    <a:pt x="101756" y="159084"/>
                  </a:lnTo>
                  <a:lnTo>
                    <a:pt x="100801" y="157173"/>
                  </a:lnTo>
                  <a:lnTo>
                    <a:pt x="105100" y="147141"/>
                  </a:lnTo>
                  <a:lnTo>
                    <a:pt x="106534" y="148096"/>
                  </a:lnTo>
                  <a:lnTo>
                    <a:pt x="108922" y="145707"/>
                  </a:lnTo>
                  <a:lnTo>
                    <a:pt x="113222" y="147141"/>
                  </a:lnTo>
                  <a:lnTo>
                    <a:pt x="113700" y="146663"/>
                  </a:lnTo>
                  <a:lnTo>
                    <a:pt x="114177" y="141408"/>
                  </a:lnTo>
                  <a:lnTo>
                    <a:pt x="114655" y="139975"/>
                  </a:lnTo>
                  <a:lnTo>
                    <a:pt x="116088" y="139019"/>
                  </a:lnTo>
                  <a:lnTo>
                    <a:pt x="121821" y="138064"/>
                  </a:lnTo>
                  <a:lnTo>
                    <a:pt x="128987" y="139019"/>
                  </a:lnTo>
                  <a:lnTo>
                    <a:pt x="129465" y="138542"/>
                  </a:lnTo>
                  <a:lnTo>
                    <a:pt x="128987" y="135198"/>
                  </a:lnTo>
                  <a:lnTo>
                    <a:pt x="128987" y="133764"/>
                  </a:lnTo>
                  <a:lnTo>
                    <a:pt x="129465" y="130420"/>
                  </a:lnTo>
                  <a:lnTo>
                    <a:pt x="129465" y="128987"/>
                  </a:lnTo>
                  <a:lnTo>
                    <a:pt x="130420" y="128032"/>
                  </a:lnTo>
                  <a:lnTo>
                    <a:pt x="133764" y="128509"/>
                  </a:lnTo>
                  <a:lnTo>
                    <a:pt x="134720" y="129942"/>
                  </a:lnTo>
                  <a:lnTo>
                    <a:pt x="136153" y="132809"/>
                  </a:lnTo>
                  <a:lnTo>
                    <a:pt x="137108" y="134242"/>
                  </a:lnTo>
                  <a:lnTo>
                    <a:pt x="140453" y="136153"/>
                  </a:lnTo>
                  <a:lnTo>
                    <a:pt x="140930" y="137108"/>
                  </a:lnTo>
                  <a:lnTo>
                    <a:pt x="139497" y="140930"/>
                  </a:lnTo>
                  <a:lnTo>
                    <a:pt x="138064" y="143319"/>
                  </a:lnTo>
                  <a:lnTo>
                    <a:pt x="135198" y="148574"/>
                  </a:lnTo>
                  <a:lnTo>
                    <a:pt x="135198" y="150007"/>
                  </a:lnTo>
                  <a:lnTo>
                    <a:pt x="139497" y="147618"/>
                  </a:lnTo>
                  <a:lnTo>
                    <a:pt x="144752" y="144274"/>
                  </a:lnTo>
                  <a:lnTo>
                    <a:pt x="149052" y="142363"/>
                  </a:lnTo>
                  <a:lnTo>
                    <a:pt x="152396" y="141886"/>
                  </a:lnTo>
                  <a:lnTo>
                    <a:pt x="155262" y="140930"/>
                  </a:lnTo>
                  <a:lnTo>
                    <a:pt x="156695" y="139019"/>
                  </a:lnTo>
                  <a:lnTo>
                    <a:pt x="158128" y="137108"/>
                  </a:lnTo>
                  <a:lnTo>
                    <a:pt x="160039" y="130898"/>
                  </a:lnTo>
                  <a:lnTo>
                    <a:pt x="161473" y="129465"/>
                  </a:lnTo>
                  <a:lnTo>
                    <a:pt x="167683" y="129942"/>
                  </a:lnTo>
                  <a:lnTo>
                    <a:pt x="169116" y="129942"/>
                  </a:lnTo>
                  <a:lnTo>
                    <a:pt x="170072" y="128987"/>
                  </a:lnTo>
                  <a:lnTo>
                    <a:pt x="170072" y="128509"/>
                  </a:lnTo>
                  <a:lnTo>
                    <a:pt x="168639" y="127554"/>
                  </a:lnTo>
                  <a:lnTo>
                    <a:pt x="167205" y="127076"/>
                  </a:lnTo>
                  <a:lnTo>
                    <a:pt x="167205" y="126598"/>
                  </a:lnTo>
                  <a:lnTo>
                    <a:pt x="167683" y="125643"/>
                  </a:lnTo>
                  <a:lnTo>
                    <a:pt x="168639" y="125165"/>
                  </a:lnTo>
                  <a:lnTo>
                    <a:pt x="171505" y="124210"/>
                  </a:lnTo>
                  <a:lnTo>
                    <a:pt x="173894" y="126598"/>
                  </a:lnTo>
                  <a:lnTo>
                    <a:pt x="174849" y="126598"/>
                  </a:lnTo>
                  <a:lnTo>
                    <a:pt x="179626" y="124210"/>
                  </a:lnTo>
                  <a:lnTo>
                    <a:pt x="186792" y="117521"/>
                  </a:lnTo>
                  <a:lnTo>
                    <a:pt x="189181" y="115611"/>
                  </a:lnTo>
                  <a:lnTo>
                    <a:pt x="192047" y="115133"/>
                  </a:lnTo>
                  <a:lnTo>
                    <a:pt x="193958" y="116566"/>
                  </a:lnTo>
                  <a:lnTo>
                    <a:pt x="195391" y="116088"/>
                  </a:lnTo>
                  <a:lnTo>
                    <a:pt x="197302" y="112266"/>
                  </a:lnTo>
                  <a:lnTo>
                    <a:pt x="198258" y="110356"/>
                  </a:lnTo>
                  <a:lnTo>
                    <a:pt x="199691" y="108445"/>
                  </a:lnTo>
                  <a:lnTo>
                    <a:pt x="204946" y="104623"/>
                  </a:lnTo>
                  <a:lnTo>
                    <a:pt x="208290" y="103667"/>
                  </a:lnTo>
                  <a:lnTo>
                    <a:pt x="210201" y="104145"/>
                  </a:lnTo>
                  <a:lnTo>
                    <a:pt x="212590" y="106056"/>
                  </a:lnTo>
                  <a:lnTo>
                    <a:pt x="214501" y="106534"/>
                  </a:lnTo>
                  <a:lnTo>
                    <a:pt x="217367" y="106056"/>
                  </a:lnTo>
                  <a:lnTo>
                    <a:pt x="219278" y="106534"/>
                  </a:lnTo>
                  <a:lnTo>
                    <a:pt x="220233" y="105578"/>
                  </a:lnTo>
                  <a:lnTo>
                    <a:pt x="223100" y="100801"/>
                  </a:lnTo>
                  <a:lnTo>
                    <a:pt x="224533" y="100801"/>
                  </a:lnTo>
                  <a:lnTo>
                    <a:pt x="225488" y="102234"/>
                  </a:lnTo>
                  <a:lnTo>
                    <a:pt x="226921" y="105578"/>
                  </a:lnTo>
                  <a:lnTo>
                    <a:pt x="226921" y="107011"/>
                  </a:lnTo>
                  <a:lnTo>
                    <a:pt x="225011" y="111311"/>
                  </a:lnTo>
                  <a:lnTo>
                    <a:pt x="208768" y="122777"/>
                  </a:lnTo>
                  <a:lnTo>
                    <a:pt x="203991" y="127554"/>
                  </a:lnTo>
                  <a:lnTo>
                    <a:pt x="201602" y="129465"/>
                  </a:lnTo>
                  <a:lnTo>
                    <a:pt x="198735" y="130420"/>
                  </a:lnTo>
                  <a:lnTo>
                    <a:pt x="193958" y="131376"/>
                  </a:lnTo>
                  <a:lnTo>
                    <a:pt x="192047" y="132331"/>
                  </a:lnTo>
                  <a:lnTo>
                    <a:pt x="188703" y="133286"/>
                  </a:lnTo>
                  <a:lnTo>
                    <a:pt x="181060" y="134720"/>
                  </a:lnTo>
                  <a:lnTo>
                    <a:pt x="179626" y="135675"/>
                  </a:lnTo>
                  <a:lnTo>
                    <a:pt x="178671" y="136631"/>
                  </a:lnTo>
                  <a:lnTo>
                    <a:pt x="175805" y="142363"/>
                  </a:lnTo>
                  <a:lnTo>
                    <a:pt x="174371" y="144274"/>
                  </a:lnTo>
                  <a:lnTo>
                    <a:pt x="171983" y="147141"/>
                  </a:lnTo>
                  <a:lnTo>
                    <a:pt x="168639" y="149052"/>
                  </a:lnTo>
                  <a:lnTo>
                    <a:pt x="164817" y="150007"/>
                  </a:lnTo>
                  <a:lnTo>
                    <a:pt x="161950" y="152396"/>
                  </a:lnTo>
                  <a:lnTo>
                    <a:pt x="159084" y="158128"/>
                  </a:lnTo>
                  <a:lnTo>
                    <a:pt x="156695" y="161473"/>
                  </a:lnTo>
                  <a:lnTo>
                    <a:pt x="153829" y="164817"/>
                  </a:lnTo>
                  <a:lnTo>
                    <a:pt x="150963" y="168639"/>
                  </a:lnTo>
                  <a:lnTo>
                    <a:pt x="150007" y="171027"/>
                  </a:lnTo>
                  <a:lnTo>
                    <a:pt x="150963" y="173893"/>
                  </a:lnTo>
                  <a:lnTo>
                    <a:pt x="151440" y="174849"/>
                  </a:lnTo>
                  <a:lnTo>
                    <a:pt x="154784" y="176282"/>
                  </a:lnTo>
                  <a:lnTo>
                    <a:pt x="155740" y="175805"/>
                  </a:lnTo>
                  <a:lnTo>
                    <a:pt x="154784" y="174371"/>
                  </a:lnTo>
                  <a:lnTo>
                    <a:pt x="151918" y="171983"/>
                  </a:lnTo>
                  <a:lnTo>
                    <a:pt x="151918" y="171505"/>
                  </a:lnTo>
                  <a:lnTo>
                    <a:pt x="152396" y="170549"/>
                  </a:lnTo>
                  <a:lnTo>
                    <a:pt x="164339" y="172460"/>
                  </a:lnTo>
                  <a:lnTo>
                    <a:pt x="166728" y="170549"/>
                  </a:lnTo>
                  <a:lnTo>
                    <a:pt x="167683" y="169594"/>
                  </a:lnTo>
                  <a:lnTo>
                    <a:pt x="167683" y="168639"/>
                  </a:lnTo>
                  <a:lnTo>
                    <a:pt x="164339" y="168161"/>
                  </a:lnTo>
                  <a:lnTo>
                    <a:pt x="163861" y="167205"/>
                  </a:lnTo>
                  <a:lnTo>
                    <a:pt x="163384" y="164339"/>
                  </a:lnTo>
                  <a:lnTo>
                    <a:pt x="162906" y="162428"/>
                  </a:lnTo>
                  <a:lnTo>
                    <a:pt x="163384" y="160995"/>
                  </a:lnTo>
                  <a:lnTo>
                    <a:pt x="163861" y="159084"/>
                  </a:lnTo>
                  <a:lnTo>
                    <a:pt x="167683" y="155740"/>
                  </a:lnTo>
                  <a:lnTo>
                    <a:pt x="171027" y="154784"/>
                  </a:lnTo>
                  <a:lnTo>
                    <a:pt x="173894" y="152873"/>
                  </a:lnTo>
                  <a:lnTo>
                    <a:pt x="175805" y="150963"/>
                  </a:lnTo>
                  <a:lnTo>
                    <a:pt x="180104" y="148096"/>
                  </a:lnTo>
                  <a:lnTo>
                    <a:pt x="181537" y="145707"/>
                  </a:lnTo>
                  <a:lnTo>
                    <a:pt x="182493" y="144274"/>
                  </a:lnTo>
                  <a:lnTo>
                    <a:pt x="182493" y="143319"/>
                  </a:lnTo>
                  <a:lnTo>
                    <a:pt x="182015" y="142363"/>
                  </a:lnTo>
                  <a:lnTo>
                    <a:pt x="182493" y="140930"/>
                  </a:lnTo>
                  <a:lnTo>
                    <a:pt x="185837" y="139497"/>
                  </a:lnTo>
                  <a:lnTo>
                    <a:pt x="186792" y="139497"/>
                  </a:lnTo>
                  <a:lnTo>
                    <a:pt x="191092" y="140930"/>
                  </a:lnTo>
                  <a:lnTo>
                    <a:pt x="192047" y="141886"/>
                  </a:lnTo>
                  <a:lnTo>
                    <a:pt x="191570" y="144752"/>
                  </a:lnTo>
                  <a:lnTo>
                    <a:pt x="192525" y="144274"/>
                  </a:lnTo>
                  <a:lnTo>
                    <a:pt x="193958" y="140930"/>
                  </a:lnTo>
                  <a:lnTo>
                    <a:pt x="194914" y="139497"/>
                  </a:lnTo>
                  <a:lnTo>
                    <a:pt x="195869" y="139497"/>
                  </a:lnTo>
                  <a:lnTo>
                    <a:pt x="196825" y="139975"/>
                  </a:lnTo>
                  <a:lnTo>
                    <a:pt x="197780" y="140930"/>
                  </a:lnTo>
                  <a:lnTo>
                    <a:pt x="198258" y="144274"/>
                  </a:lnTo>
                  <a:lnTo>
                    <a:pt x="198735" y="150007"/>
                  </a:lnTo>
                  <a:lnTo>
                    <a:pt x="198735" y="152396"/>
                  </a:lnTo>
                  <a:lnTo>
                    <a:pt x="199691" y="148574"/>
                  </a:lnTo>
                  <a:lnTo>
                    <a:pt x="200646" y="146663"/>
                  </a:lnTo>
                  <a:lnTo>
                    <a:pt x="204946" y="138542"/>
                  </a:lnTo>
                  <a:lnTo>
                    <a:pt x="207812" y="133764"/>
                  </a:lnTo>
                  <a:lnTo>
                    <a:pt x="211156" y="129465"/>
                  </a:lnTo>
                  <a:lnTo>
                    <a:pt x="215456" y="126121"/>
                  </a:lnTo>
                  <a:lnTo>
                    <a:pt x="226444" y="120388"/>
                  </a:lnTo>
                  <a:lnTo>
                    <a:pt x="232654" y="118955"/>
                  </a:lnTo>
                  <a:lnTo>
                    <a:pt x="235521" y="117521"/>
                  </a:lnTo>
                  <a:lnTo>
                    <a:pt x="236954" y="116088"/>
                  </a:lnTo>
                  <a:lnTo>
                    <a:pt x="237909" y="114655"/>
                  </a:lnTo>
                  <a:lnTo>
                    <a:pt x="239820" y="112744"/>
                  </a:lnTo>
                  <a:lnTo>
                    <a:pt x="240298" y="113222"/>
                  </a:lnTo>
                  <a:lnTo>
                    <a:pt x="239342" y="116566"/>
                  </a:lnTo>
                  <a:lnTo>
                    <a:pt x="238865" y="117999"/>
                  </a:lnTo>
                  <a:lnTo>
                    <a:pt x="235043" y="119910"/>
                  </a:lnTo>
                  <a:lnTo>
                    <a:pt x="234565" y="121821"/>
                  </a:lnTo>
                  <a:lnTo>
                    <a:pt x="235043" y="124210"/>
                  </a:lnTo>
                  <a:lnTo>
                    <a:pt x="235998" y="126121"/>
                  </a:lnTo>
                  <a:lnTo>
                    <a:pt x="236476" y="127076"/>
                  </a:lnTo>
                  <a:lnTo>
                    <a:pt x="238387" y="126121"/>
                  </a:lnTo>
                  <a:lnTo>
                    <a:pt x="240776" y="124210"/>
                  </a:lnTo>
                  <a:lnTo>
                    <a:pt x="243642" y="121343"/>
                  </a:lnTo>
                  <a:lnTo>
                    <a:pt x="249853" y="113222"/>
                  </a:lnTo>
                  <a:lnTo>
                    <a:pt x="250330" y="111789"/>
                  </a:lnTo>
                  <a:lnTo>
                    <a:pt x="252241" y="105578"/>
                  </a:lnTo>
                  <a:lnTo>
                    <a:pt x="255585" y="102712"/>
                  </a:lnTo>
                  <a:lnTo>
                    <a:pt x="262274" y="99368"/>
                  </a:lnTo>
                  <a:lnTo>
                    <a:pt x="263707" y="97457"/>
                  </a:lnTo>
                  <a:lnTo>
                    <a:pt x="257974" y="95546"/>
                  </a:lnTo>
                  <a:lnTo>
                    <a:pt x="257019" y="94113"/>
                  </a:lnTo>
                  <a:lnTo>
                    <a:pt x="257019" y="93635"/>
                  </a:lnTo>
                  <a:lnTo>
                    <a:pt x="257974" y="91724"/>
                  </a:lnTo>
                  <a:lnTo>
                    <a:pt x="255108" y="89813"/>
                  </a:lnTo>
                  <a:lnTo>
                    <a:pt x="254152" y="88858"/>
                  </a:lnTo>
                  <a:lnTo>
                    <a:pt x="254152" y="85514"/>
                  </a:lnTo>
                  <a:lnTo>
                    <a:pt x="255108" y="83125"/>
                  </a:lnTo>
                  <a:lnTo>
                    <a:pt x="257019" y="80736"/>
                  </a:lnTo>
                  <a:lnTo>
                    <a:pt x="257974" y="80259"/>
                  </a:lnTo>
                  <a:lnTo>
                    <a:pt x="260363" y="81692"/>
                  </a:lnTo>
                  <a:lnTo>
                    <a:pt x="262751" y="83125"/>
                  </a:lnTo>
                  <a:lnTo>
                    <a:pt x="269917" y="91246"/>
                  </a:lnTo>
                  <a:lnTo>
                    <a:pt x="272784" y="95068"/>
                  </a:lnTo>
                  <a:lnTo>
                    <a:pt x="274694" y="98412"/>
                  </a:lnTo>
                  <a:lnTo>
                    <a:pt x="278994" y="107967"/>
                  </a:lnTo>
                  <a:lnTo>
                    <a:pt x="280905" y="113222"/>
                  </a:lnTo>
                  <a:lnTo>
                    <a:pt x="282338" y="118955"/>
                  </a:lnTo>
                  <a:lnTo>
                    <a:pt x="283771" y="122777"/>
                  </a:lnTo>
                  <a:lnTo>
                    <a:pt x="285205" y="125165"/>
                  </a:lnTo>
                  <a:lnTo>
                    <a:pt x="292370" y="135198"/>
                  </a:lnTo>
                  <a:lnTo>
                    <a:pt x="296192" y="139019"/>
                  </a:lnTo>
                  <a:lnTo>
                    <a:pt x="299059" y="141408"/>
                  </a:lnTo>
                  <a:lnTo>
                    <a:pt x="302881" y="143797"/>
                  </a:lnTo>
                  <a:lnTo>
                    <a:pt x="306702" y="145230"/>
                  </a:lnTo>
                  <a:lnTo>
                    <a:pt x="309569" y="145230"/>
                  </a:lnTo>
                  <a:lnTo>
                    <a:pt x="313868" y="140930"/>
                  </a:lnTo>
                  <a:lnTo>
                    <a:pt x="313868" y="138542"/>
                  </a:lnTo>
                  <a:lnTo>
                    <a:pt x="311957" y="133764"/>
                  </a:lnTo>
                  <a:lnTo>
                    <a:pt x="310047" y="130898"/>
                  </a:lnTo>
                  <a:lnTo>
                    <a:pt x="310047" y="128987"/>
                  </a:lnTo>
                  <a:lnTo>
                    <a:pt x="312913" y="125165"/>
                  </a:lnTo>
                  <a:lnTo>
                    <a:pt x="312435" y="124210"/>
                  </a:lnTo>
                  <a:lnTo>
                    <a:pt x="312913" y="120388"/>
                  </a:lnTo>
                  <a:lnTo>
                    <a:pt x="314824" y="120866"/>
                  </a:lnTo>
                  <a:lnTo>
                    <a:pt x="315779" y="120866"/>
                  </a:lnTo>
                  <a:lnTo>
                    <a:pt x="316735" y="119432"/>
                  </a:lnTo>
                  <a:lnTo>
                    <a:pt x="317690" y="116566"/>
                  </a:lnTo>
                  <a:lnTo>
                    <a:pt x="319123" y="114655"/>
                  </a:lnTo>
                  <a:lnTo>
                    <a:pt x="321034" y="112744"/>
                  </a:lnTo>
                  <a:lnTo>
                    <a:pt x="321512" y="111789"/>
                  </a:lnTo>
                  <a:lnTo>
                    <a:pt x="319601" y="110833"/>
                  </a:lnTo>
                  <a:lnTo>
                    <a:pt x="318646" y="110833"/>
                  </a:lnTo>
                  <a:lnTo>
                    <a:pt x="317690" y="110356"/>
                  </a:lnTo>
                  <a:lnTo>
                    <a:pt x="317212" y="109878"/>
                  </a:lnTo>
                  <a:lnTo>
                    <a:pt x="318168" y="108922"/>
                  </a:lnTo>
                  <a:lnTo>
                    <a:pt x="321990" y="107011"/>
                  </a:lnTo>
                  <a:lnTo>
                    <a:pt x="322945" y="105100"/>
                  </a:lnTo>
                  <a:lnTo>
                    <a:pt x="324378" y="103667"/>
                  </a:lnTo>
                  <a:lnTo>
                    <a:pt x="325812" y="103190"/>
                  </a:lnTo>
                  <a:lnTo>
                    <a:pt x="326767" y="103667"/>
                  </a:lnTo>
                  <a:lnTo>
                    <a:pt x="328200" y="105100"/>
                  </a:lnTo>
                  <a:lnTo>
                    <a:pt x="328200" y="107967"/>
                  </a:lnTo>
                  <a:lnTo>
                    <a:pt x="327722" y="112266"/>
                  </a:lnTo>
                  <a:lnTo>
                    <a:pt x="327722" y="115611"/>
                  </a:lnTo>
                  <a:lnTo>
                    <a:pt x="328678" y="123254"/>
                  </a:lnTo>
                  <a:lnTo>
                    <a:pt x="330111" y="125165"/>
                  </a:lnTo>
                  <a:lnTo>
                    <a:pt x="334411" y="127554"/>
                  </a:lnTo>
                  <a:lnTo>
                    <a:pt x="334411" y="129465"/>
                  </a:lnTo>
                  <a:lnTo>
                    <a:pt x="329156" y="137586"/>
                  </a:lnTo>
                  <a:lnTo>
                    <a:pt x="328200" y="139975"/>
                  </a:lnTo>
                  <a:lnTo>
                    <a:pt x="327245" y="141408"/>
                  </a:lnTo>
                  <a:lnTo>
                    <a:pt x="327722" y="142363"/>
                  </a:lnTo>
                  <a:lnTo>
                    <a:pt x="328678" y="143797"/>
                  </a:lnTo>
                  <a:lnTo>
                    <a:pt x="330111" y="144274"/>
                  </a:lnTo>
                  <a:lnTo>
                    <a:pt x="334888" y="144752"/>
                  </a:lnTo>
                  <a:lnTo>
                    <a:pt x="335844" y="143797"/>
                  </a:lnTo>
                  <a:lnTo>
                    <a:pt x="344921" y="143797"/>
                  </a:lnTo>
                  <a:lnTo>
                    <a:pt x="346354" y="143319"/>
                  </a:lnTo>
                  <a:lnTo>
                    <a:pt x="347787" y="141408"/>
                  </a:lnTo>
                  <a:lnTo>
                    <a:pt x="349698" y="137586"/>
                  </a:lnTo>
                  <a:lnTo>
                    <a:pt x="352087" y="136153"/>
                  </a:lnTo>
                  <a:lnTo>
                    <a:pt x="352564" y="135198"/>
                  </a:lnTo>
                  <a:lnTo>
                    <a:pt x="353998" y="130420"/>
                  </a:lnTo>
                  <a:lnTo>
                    <a:pt x="354475" y="125165"/>
                  </a:lnTo>
                  <a:lnTo>
                    <a:pt x="355431" y="122777"/>
                  </a:lnTo>
                  <a:lnTo>
                    <a:pt x="356386" y="121343"/>
                  </a:lnTo>
                  <a:lnTo>
                    <a:pt x="357819" y="120866"/>
                  </a:lnTo>
                  <a:lnTo>
                    <a:pt x="361163" y="121343"/>
                  </a:lnTo>
                  <a:lnTo>
                    <a:pt x="362597" y="120866"/>
                  </a:lnTo>
                  <a:lnTo>
                    <a:pt x="368807" y="121343"/>
                  </a:lnTo>
                  <a:lnTo>
                    <a:pt x="375018" y="120866"/>
                  </a:lnTo>
                  <a:lnTo>
                    <a:pt x="381706" y="121821"/>
                  </a:lnTo>
                  <a:lnTo>
                    <a:pt x="386005" y="123254"/>
                  </a:lnTo>
                  <a:lnTo>
                    <a:pt x="389827" y="124687"/>
                  </a:lnTo>
                  <a:lnTo>
                    <a:pt x="396993" y="128987"/>
                  </a:lnTo>
                  <a:lnTo>
                    <a:pt x="400337" y="131376"/>
                  </a:lnTo>
                  <a:lnTo>
                    <a:pt x="410370" y="141408"/>
                  </a:lnTo>
                  <a:lnTo>
                    <a:pt x="413714" y="143797"/>
                  </a:lnTo>
                  <a:lnTo>
                    <a:pt x="419447" y="145707"/>
                  </a:lnTo>
                  <a:lnTo>
                    <a:pt x="438556" y="150007"/>
                  </a:lnTo>
                  <a:lnTo>
                    <a:pt x="441422" y="150963"/>
                  </a:lnTo>
                  <a:lnTo>
                    <a:pt x="446199" y="155740"/>
                  </a:lnTo>
                  <a:lnTo>
                    <a:pt x="450021" y="158128"/>
                  </a:lnTo>
                  <a:lnTo>
                    <a:pt x="453843" y="160995"/>
                  </a:lnTo>
                  <a:lnTo>
                    <a:pt x="459098" y="162906"/>
                  </a:lnTo>
                  <a:lnTo>
                    <a:pt x="469608" y="166250"/>
                  </a:lnTo>
                  <a:lnTo>
                    <a:pt x="471519" y="167683"/>
                  </a:lnTo>
                  <a:lnTo>
                    <a:pt x="473430" y="167683"/>
                  </a:lnTo>
                  <a:lnTo>
                    <a:pt x="475341" y="167205"/>
                  </a:lnTo>
                  <a:lnTo>
                    <a:pt x="484895" y="169116"/>
                  </a:lnTo>
                  <a:lnTo>
                    <a:pt x="487284" y="169116"/>
                  </a:lnTo>
                  <a:lnTo>
                    <a:pt x="489195" y="169594"/>
                  </a:lnTo>
                  <a:lnTo>
                    <a:pt x="491106" y="171027"/>
                  </a:lnTo>
                  <a:lnTo>
                    <a:pt x="494450" y="171505"/>
                  </a:lnTo>
                  <a:lnTo>
                    <a:pt x="494450" y="170549"/>
                  </a:lnTo>
                  <a:lnTo>
                    <a:pt x="490628" y="165294"/>
                  </a:lnTo>
                  <a:lnTo>
                    <a:pt x="490628" y="164339"/>
                  </a:lnTo>
                  <a:lnTo>
                    <a:pt x="492539" y="164339"/>
                  </a:lnTo>
                  <a:lnTo>
                    <a:pt x="496839" y="165294"/>
                  </a:lnTo>
                  <a:lnTo>
                    <a:pt x="497794" y="163861"/>
                  </a:lnTo>
                  <a:lnTo>
                    <a:pt x="499227" y="163861"/>
                  </a:lnTo>
                  <a:lnTo>
                    <a:pt x="503049" y="164339"/>
                  </a:lnTo>
                  <a:lnTo>
                    <a:pt x="506871" y="166250"/>
                  </a:lnTo>
                  <a:lnTo>
                    <a:pt x="510693" y="168639"/>
                  </a:lnTo>
                  <a:lnTo>
                    <a:pt x="515470" y="170549"/>
                  </a:lnTo>
                  <a:lnTo>
                    <a:pt x="523114" y="175805"/>
                  </a:lnTo>
                  <a:lnTo>
                    <a:pt x="526936" y="180104"/>
                  </a:lnTo>
                  <a:lnTo>
                    <a:pt x="530757" y="185359"/>
                  </a:lnTo>
                  <a:lnTo>
                    <a:pt x="533146" y="189181"/>
                  </a:lnTo>
                  <a:lnTo>
                    <a:pt x="533624" y="191570"/>
                  </a:lnTo>
                  <a:lnTo>
                    <a:pt x="534102" y="192525"/>
                  </a:lnTo>
                  <a:lnTo>
                    <a:pt x="535535" y="192525"/>
                  </a:lnTo>
                  <a:lnTo>
                    <a:pt x="536013" y="193003"/>
                  </a:lnTo>
                  <a:lnTo>
                    <a:pt x="535057" y="197780"/>
                  </a:lnTo>
                  <a:lnTo>
                    <a:pt x="534102" y="198735"/>
                  </a:lnTo>
                  <a:lnTo>
                    <a:pt x="533146" y="199691"/>
                  </a:lnTo>
                  <a:lnTo>
                    <a:pt x="529802" y="200646"/>
                  </a:lnTo>
                  <a:lnTo>
                    <a:pt x="520247" y="199691"/>
                  </a:lnTo>
                  <a:lnTo>
                    <a:pt x="518336" y="203035"/>
                  </a:lnTo>
                  <a:lnTo>
                    <a:pt x="513082" y="206379"/>
                  </a:lnTo>
                  <a:lnTo>
                    <a:pt x="512126" y="207812"/>
                  </a:lnTo>
                  <a:lnTo>
                    <a:pt x="511648" y="208768"/>
                  </a:lnTo>
                  <a:lnTo>
                    <a:pt x="512126" y="211634"/>
                  </a:lnTo>
                  <a:lnTo>
                    <a:pt x="511648" y="212590"/>
                  </a:lnTo>
                  <a:lnTo>
                    <a:pt x="506871" y="216412"/>
                  </a:lnTo>
                  <a:lnTo>
                    <a:pt x="506871" y="217367"/>
                  </a:lnTo>
                  <a:lnTo>
                    <a:pt x="509737" y="218800"/>
                  </a:lnTo>
                  <a:lnTo>
                    <a:pt x="512604" y="221189"/>
                  </a:lnTo>
                  <a:lnTo>
                    <a:pt x="515470" y="222144"/>
                  </a:lnTo>
                  <a:lnTo>
                    <a:pt x="518336" y="221666"/>
                  </a:lnTo>
                  <a:lnTo>
                    <a:pt x="522158" y="222622"/>
                  </a:lnTo>
                  <a:lnTo>
                    <a:pt x="526936" y="224533"/>
                  </a:lnTo>
                  <a:lnTo>
                    <a:pt x="529802" y="225488"/>
                  </a:lnTo>
                  <a:lnTo>
                    <a:pt x="531713" y="225488"/>
                  </a:lnTo>
                  <a:lnTo>
                    <a:pt x="534102" y="225966"/>
                  </a:lnTo>
                  <a:lnTo>
                    <a:pt x="537446" y="226921"/>
                  </a:lnTo>
                  <a:lnTo>
                    <a:pt x="541745" y="226921"/>
                  </a:lnTo>
                  <a:lnTo>
                    <a:pt x="550822" y="226921"/>
                  </a:lnTo>
                  <a:lnTo>
                    <a:pt x="553689" y="227877"/>
                  </a:lnTo>
                  <a:lnTo>
                    <a:pt x="557510" y="227877"/>
                  </a:lnTo>
                  <a:lnTo>
                    <a:pt x="565154" y="227877"/>
                  </a:lnTo>
                  <a:lnTo>
                    <a:pt x="566109" y="227877"/>
                  </a:lnTo>
                  <a:lnTo>
                    <a:pt x="568498" y="225966"/>
                  </a:lnTo>
                  <a:lnTo>
                    <a:pt x="570409" y="225488"/>
                  </a:lnTo>
                  <a:lnTo>
                    <a:pt x="572798" y="225488"/>
                  </a:lnTo>
                  <a:lnTo>
                    <a:pt x="580441" y="224533"/>
                  </a:lnTo>
                  <a:lnTo>
                    <a:pt x="583308" y="224533"/>
                  </a:lnTo>
                  <a:lnTo>
                    <a:pt x="585696" y="223577"/>
                  </a:lnTo>
                  <a:lnTo>
                    <a:pt x="589041" y="221666"/>
                  </a:lnTo>
                  <a:lnTo>
                    <a:pt x="590951" y="221189"/>
                  </a:lnTo>
                  <a:lnTo>
                    <a:pt x="591907" y="222622"/>
                  </a:lnTo>
                  <a:lnTo>
                    <a:pt x="592862" y="223100"/>
                  </a:lnTo>
                  <a:lnTo>
                    <a:pt x="594773" y="222622"/>
                  </a:lnTo>
                  <a:lnTo>
                    <a:pt x="598595" y="220711"/>
                  </a:lnTo>
                  <a:lnTo>
                    <a:pt x="607194" y="214978"/>
                  </a:lnTo>
                  <a:lnTo>
                    <a:pt x="610538" y="214978"/>
                  </a:lnTo>
                  <a:lnTo>
                    <a:pt x="612449" y="213067"/>
                  </a:lnTo>
                  <a:lnTo>
                    <a:pt x="612927" y="213067"/>
                  </a:lnTo>
                  <a:lnTo>
                    <a:pt x="613882" y="214023"/>
                  </a:lnTo>
                  <a:lnTo>
                    <a:pt x="615793" y="217845"/>
                  </a:lnTo>
                  <a:lnTo>
                    <a:pt x="616271" y="218800"/>
                  </a:lnTo>
                  <a:lnTo>
                    <a:pt x="618182" y="219278"/>
                  </a:lnTo>
                  <a:lnTo>
                    <a:pt x="619137" y="221189"/>
                  </a:lnTo>
                  <a:lnTo>
                    <a:pt x="621048" y="224533"/>
                  </a:lnTo>
                  <a:lnTo>
                    <a:pt x="622004" y="225488"/>
                  </a:lnTo>
                  <a:lnTo>
                    <a:pt x="630125" y="225488"/>
                  </a:lnTo>
                  <a:lnTo>
                    <a:pt x="632992" y="226444"/>
                  </a:lnTo>
                  <a:lnTo>
                    <a:pt x="633469" y="227399"/>
                  </a:lnTo>
                  <a:lnTo>
                    <a:pt x="634425" y="230266"/>
                  </a:lnTo>
                  <a:lnTo>
                    <a:pt x="634903" y="235043"/>
                  </a:lnTo>
                  <a:lnTo>
                    <a:pt x="635380" y="236954"/>
                  </a:lnTo>
                  <a:lnTo>
                    <a:pt x="636813" y="239820"/>
                  </a:lnTo>
                  <a:lnTo>
                    <a:pt x="637291" y="240298"/>
                  </a:lnTo>
                  <a:lnTo>
                    <a:pt x="638247" y="239820"/>
                  </a:lnTo>
                  <a:lnTo>
                    <a:pt x="640157" y="232654"/>
                  </a:lnTo>
                  <a:lnTo>
                    <a:pt x="640635" y="231699"/>
                  </a:lnTo>
                  <a:lnTo>
                    <a:pt x="642068" y="232177"/>
                  </a:lnTo>
                  <a:lnTo>
                    <a:pt x="642546" y="232177"/>
                  </a:lnTo>
                  <a:lnTo>
                    <a:pt x="644457" y="237432"/>
                  </a:lnTo>
                  <a:lnTo>
                    <a:pt x="647323" y="241253"/>
                  </a:lnTo>
                  <a:lnTo>
                    <a:pt x="654489" y="247942"/>
                  </a:lnTo>
                  <a:lnTo>
                    <a:pt x="655445" y="250808"/>
                  </a:lnTo>
                  <a:lnTo>
                    <a:pt x="655923" y="252719"/>
                  </a:lnTo>
                  <a:lnTo>
                    <a:pt x="655923" y="254152"/>
                  </a:lnTo>
                  <a:lnTo>
                    <a:pt x="654489" y="255585"/>
                  </a:lnTo>
                  <a:lnTo>
                    <a:pt x="652578" y="257019"/>
                  </a:lnTo>
                  <a:lnTo>
                    <a:pt x="649712" y="257974"/>
                  </a:lnTo>
                  <a:lnTo>
                    <a:pt x="647323" y="257496"/>
                  </a:lnTo>
                  <a:lnTo>
                    <a:pt x="645413" y="256063"/>
                  </a:lnTo>
                  <a:lnTo>
                    <a:pt x="644457" y="256063"/>
                  </a:lnTo>
                  <a:lnTo>
                    <a:pt x="645413" y="257496"/>
                  </a:lnTo>
                  <a:lnTo>
                    <a:pt x="650190" y="262751"/>
                  </a:lnTo>
                  <a:lnTo>
                    <a:pt x="651145" y="265140"/>
                  </a:lnTo>
                  <a:lnTo>
                    <a:pt x="652101" y="266573"/>
                  </a:lnTo>
                  <a:lnTo>
                    <a:pt x="653534" y="267529"/>
                  </a:lnTo>
                  <a:lnTo>
                    <a:pt x="654012" y="268484"/>
                  </a:lnTo>
                  <a:lnTo>
                    <a:pt x="654967" y="270395"/>
                  </a:lnTo>
                  <a:lnTo>
                    <a:pt x="658789" y="274694"/>
                  </a:lnTo>
                  <a:lnTo>
                    <a:pt x="660222" y="277083"/>
                  </a:lnTo>
                  <a:lnTo>
                    <a:pt x="664522" y="283771"/>
                  </a:lnTo>
                  <a:lnTo>
                    <a:pt x="666910" y="286160"/>
                  </a:lnTo>
                  <a:lnTo>
                    <a:pt x="668344" y="287593"/>
                  </a:lnTo>
                  <a:lnTo>
                    <a:pt x="668821" y="287593"/>
                  </a:lnTo>
                  <a:lnTo>
                    <a:pt x="668344" y="286638"/>
                  </a:lnTo>
                  <a:lnTo>
                    <a:pt x="663089" y="277561"/>
                  </a:lnTo>
                  <a:lnTo>
                    <a:pt x="660222" y="272306"/>
                  </a:lnTo>
                  <a:lnTo>
                    <a:pt x="659744" y="270873"/>
                  </a:lnTo>
                  <a:lnTo>
                    <a:pt x="659267" y="268962"/>
                  </a:lnTo>
                  <a:lnTo>
                    <a:pt x="659267" y="261796"/>
                  </a:lnTo>
                  <a:lnTo>
                    <a:pt x="659744" y="260840"/>
                  </a:lnTo>
                  <a:lnTo>
                    <a:pt x="661655" y="259885"/>
                  </a:lnTo>
                  <a:lnTo>
                    <a:pt x="664044" y="263229"/>
                  </a:lnTo>
                  <a:lnTo>
                    <a:pt x="664999" y="263707"/>
                  </a:lnTo>
                  <a:lnTo>
                    <a:pt x="665955" y="263229"/>
                  </a:lnTo>
                  <a:lnTo>
                    <a:pt x="665955" y="262751"/>
                  </a:lnTo>
                  <a:lnTo>
                    <a:pt x="667388" y="263229"/>
                  </a:lnTo>
                  <a:lnTo>
                    <a:pt x="670255" y="265618"/>
                  </a:lnTo>
                  <a:lnTo>
                    <a:pt x="671210" y="265618"/>
                  </a:lnTo>
                  <a:lnTo>
                    <a:pt x="669299" y="261318"/>
                  </a:lnTo>
                  <a:lnTo>
                    <a:pt x="667866" y="258929"/>
                  </a:lnTo>
                  <a:lnTo>
                    <a:pt x="667388" y="257496"/>
                  </a:lnTo>
                  <a:lnTo>
                    <a:pt x="668344" y="255585"/>
                  </a:lnTo>
                  <a:lnTo>
                    <a:pt x="667866" y="254152"/>
                  </a:lnTo>
                  <a:lnTo>
                    <a:pt x="664522" y="250808"/>
                  </a:lnTo>
                  <a:lnTo>
                    <a:pt x="662611" y="247464"/>
                  </a:lnTo>
                  <a:lnTo>
                    <a:pt x="661178" y="242209"/>
                  </a:lnTo>
                  <a:lnTo>
                    <a:pt x="661178" y="239820"/>
                  </a:lnTo>
                  <a:lnTo>
                    <a:pt x="661655" y="237909"/>
                  </a:lnTo>
                  <a:lnTo>
                    <a:pt x="661178" y="235998"/>
                  </a:lnTo>
                  <a:lnTo>
                    <a:pt x="659267" y="232654"/>
                  </a:lnTo>
                  <a:lnTo>
                    <a:pt x="656878" y="230266"/>
                  </a:lnTo>
                  <a:lnTo>
                    <a:pt x="654967" y="226921"/>
                  </a:lnTo>
                  <a:lnTo>
                    <a:pt x="654967" y="225488"/>
                  </a:lnTo>
                  <a:lnTo>
                    <a:pt x="654967" y="221666"/>
                  </a:lnTo>
                  <a:lnTo>
                    <a:pt x="656400" y="219756"/>
                  </a:lnTo>
                  <a:lnTo>
                    <a:pt x="658789" y="217367"/>
                  </a:lnTo>
                  <a:lnTo>
                    <a:pt x="659744" y="214500"/>
                  </a:lnTo>
                  <a:lnTo>
                    <a:pt x="658311" y="212112"/>
                  </a:lnTo>
                  <a:lnTo>
                    <a:pt x="658311" y="210679"/>
                  </a:lnTo>
                  <a:lnTo>
                    <a:pt x="658789" y="211156"/>
                  </a:lnTo>
                  <a:lnTo>
                    <a:pt x="664044" y="209723"/>
                  </a:lnTo>
                  <a:lnTo>
                    <a:pt x="665477" y="210201"/>
                  </a:lnTo>
                  <a:lnTo>
                    <a:pt x="667388" y="209723"/>
                  </a:lnTo>
                  <a:lnTo>
                    <a:pt x="669777" y="208290"/>
                  </a:lnTo>
                  <a:lnTo>
                    <a:pt x="671688" y="207335"/>
                  </a:lnTo>
                  <a:lnTo>
                    <a:pt x="674076" y="207335"/>
                  </a:lnTo>
                  <a:lnTo>
                    <a:pt x="675510" y="207335"/>
                  </a:lnTo>
                  <a:lnTo>
                    <a:pt x="677420" y="206379"/>
                  </a:lnTo>
                  <a:lnTo>
                    <a:pt x="678376" y="205424"/>
                  </a:lnTo>
                  <a:lnTo>
                    <a:pt x="679809" y="202557"/>
                  </a:lnTo>
                  <a:lnTo>
                    <a:pt x="680764" y="202080"/>
                  </a:lnTo>
                  <a:lnTo>
                    <a:pt x="683153" y="202557"/>
                  </a:lnTo>
                  <a:lnTo>
                    <a:pt x="685064" y="203035"/>
                  </a:lnTo>
                  <a:lnTo>
                    <a:pt x="685542" y="203035"/>
                  </a:lnTo>
                  <a:lnTo>
                    <a:pt x="685542" y="198735"/>
                  </a:lnTo>
                  <a:lnTo>
                    <a:pt x="686020" y="197302"/>
                  </a:lnTo>
                  <a:lnTo>
                    <a:pt x="688408" y="193958"/>
                  </a:lnTo>
                  <a:lnTo>
                    <a:pt x="691275" y="193480"/>
                  </a:lnTo>
                  <a:lnTo>
                    <a:pt x="693185" y="192525"/>
                  </a:lnTo>
                  <a:lnTo>
                    <a:pt x="695096" y="191092"/>
                  </a:lnTo>
                  <a:lnTo>
                    <a:pt x="696530" y="189181"/>
                  </a:lnTo>
                  <a:lnTo>
                    <a:pt x="698441" y="186792"/>
                  </a:lnTo>
                  <a:lnTo>
                    <a:pt x="698918" y="183448"/>
                  </a:lnTo>
                  <a:lnTo>
                    <a:pt x="698441" y="182493"/>
                  </a:lnTo>
                  <a:lnTo>
                    <a:pt x="695096" y="181537"/>
                  </a:lnTo>
                  <a:lnTo>
                    <a:pt x="693663" y="182015"/>
                  </a:lnTo>
                  <a:lnTo>
                    <a:pt x="689364" y="184404"/>
                  </a:lnTo>
                  <a:lnTo>
                    <a:pt x="685064" y="187270"/>
                  </a:lnTo>
                  <a:lnTo>
                    <a:pt x="683153" y="190136"/>
                  </a:lnTo>
                  <a:lnTo>
                    <a:pt x="682675" y="193480"/>
                  </a:lnTo>
                  <a:lnTo>
                    <a:pt x="681720" y="195391"/>
                  </a:lnTo>
                  <a:lnTo>
                    <a:pt x="678376" y="193480"/>
                  </a:lnTo>
                  <a:lnTo>
                    <a:pt x="676943" y="193958"/>
                  </a:lnTo>
                  <a:lnTo>
                    <a:pt x="675032" y="194436"/>
                  </a:lnTo>
                  <a:lnTo>
                    <a:pt x="673121" y="195869"/>
                  </a:lnTo>
                  <a:lnTo>
                    <a:pt x="671210" y="197780"/>
                  </a:lnTo>
                  <a:lnTo>
                    <a:pt x="668344" y="198258"/>
                  </a:lnTo>
                  <a:lnTo>
                    <a:pt x="664044" y="196825"/>
                  </a:lnTo>
                  <a:lnTo>
                    <a:pt x="661655" y="196347"/>
                  </a:lnTo>
                  <a:lnTo>
                    <a:pt x="659267" y="198735"/>
                  </a:lnTo>
                  <a:lnTo>
                    <a:pt x="659744" y="200169"/>
                  </a:lnTo>
                  <a:lnTo>
                    <a:pt x="660700" y="202557"/>
                  </a:lnTo>
                  <a:lnTo>
                    <a:pt x="659744" y="204468"/>
                  </a:lnTo>
                  <a:lnTo>
                    <a:pt x="653534" y="204946"/>
                  </a:lnTo>
                  <a:lnTo>
                    <a:pt x="652101" y="204468"/>
                  </a:lnTo>
                  <a:lnTo>
                    <a:pt x="649234" y="205424"/>
                  </a:lnTo>
                  <a:lnTo>
                    <a:pt x="647801" y="205424"/>
                  </a:lnTo>
                  <a:lnTo>
                    <a:pt x="646846" y="203991"/>
                  </a:lnTo>
                  <a:lnTo>
                    <a:pt x="640635" y="199213"/>
                  </a:lnTo>
                  <a:lnTo>
                    <a:pt x="640157" y="198258"/>
                  </a:lnTo>
                  <a:lnTo>
                    <a:pt x="641591" y="193958"/>
                  </a:lnTo>
                  <a:lnTo>
                    <a:pt x="647323" y="183448"/>
                  </a:lnTo>
                  <a:lnTo>
                    <a:pt x="648279" y="182493"/>
                  </a:lnTo>
                  <a:lnTo>
                    <a:pt x="658789" y="180582"/>
                  </a:lnTo>
                  <a:lnTo>
                    <a:pt x="665477" y="178671"/>
                  </a:lnTo>
                  <a:lnTo>
                    <a:pt x="677420" y="172460"/>
                  </a:lnTo>
                  <a:lnTo>
                    <a:pt x="679809" y="171983"/>
                  </a:lnTo>
                  <a:lnTo>
                    <a:pt x="687453" y="168161"/>
                  </a:lnTo>
                  <a:lnTo>
                    <a:pt x="690797" y="167205"/>
                  </a:lnTo>
                  <a:lnTo>
                    <a:pt x="693663" y="167683"/>
                  </a:lnTo>
                  <a:lnTo>
                    <a:pt x="697963" y="170072"/>
                  </a:lnTo>
                  <a:lnTo>
                    <a:pt x="700351" y="171505"/>
                  </a:lnTo>
                  <a:lnTo>
                    <a:pt x="701785" y="173893"/>
                  </a:lnTo>
                  <a:lnTo>
                    <a:pt x="703218" y="177238"/>
                  </a:lnTo>
                  <a:lnTo>
                    <a:pt x="704651" y="184404"/>
                  </a:lnTo>
                  <a:lnTo>
                    <a:pt x="705129" y="190136"/>
                  </a:lnTo>
                  <a:lnTo>
                    <a:pt x="706084" y="192525"/>
                  </a:lnTo>
                  <a:lnTo>
                    <a:pt x="709906" y="196347"/>
                  </a:lnTo>
                  <a:lnTo>
                    <a:pt x="711817" y="198258"/>
                  </a:lnTo>
                  <a:lnTo>
                    <a:pt x="712772" y="198735"/>
                  </a:lnTo>
                  <a:lnTo>
                    <a:pt x="713728" y="197780"/>
                  </a:lnTo>
                  <a:lnTo>
                    <a:pt x="714683" y="197302"/>
                  </a:lnTo>
                  <a:lnTo>
                    <a:pt x="715161" y="197780"/>
                  </a:lnTo>
                  <a:lnTo>
                    <a:pt x="715639" y="200646"/>
                  </a:lnTo>
                  <a:lnTo>
                    <a:pt x="716117" y="200646"/>
                  </a:lnTo>
                  <a:lnTo>
                    <a:pt x="718505" y="200646"/>
                  </a:lnTo>
                  <a:lnTo>
                    <a:pt x="720416" y="201602"/>
                  </a:lnTo>
                  <a:lnTo>
                    <a:pt x="720894" y="202080"/>
                  </a:lnTo>
                  <a:lnTo>
                    <a:pt x="720416" y="205424"/>
                  </a:lnTo>
                  <a:lnTo>
                    <a:pt x="721371" y="206857"/>
                  </a:lnTo>
                  <a:lnTo>
                    <a:pt x="723760" y="209723"/>
                  </a:lnTo>
                  <a:lnTo>
                    <a:pt x="726627" y="210679"/>
                  </a:lnTo>
                  <a:lnTo>
                    <a:pt x="729971" y="211156"/>
                  </a:lnTo>
                  <a:lnTo>
                    <a:pt x="735703" y="210679"/>
                  </a:lnTo>
                  <a:lnTo>
                    <a:pt x="740481" y="209246"/>
                  </a:lnTo>
                  <a:lnTo>
                    <a:pt x="743825" y="207335"/>
                  </a:lnTo>
                  <a:lnTo>
                    <a:pt x="747169" y="209723"/>
                  </a:lnTo>
                  <a:lnTo>
                    <a:pt x="752902" y="215456"/>
                  </a:lnTo>
                  <a:lnTo>
                    <a:pt x="756724" y="219756"/>
                  </a:lnTo>
                  <a:lnTo>
                    <a:pt x="759590" y="221666"/>
                  </a:lnTo>
                  <a:lnTo>
                    <a:pt x="765323" y="224055"/>
                  </a:lnTo>
                  <a:lnTo>
                    <a:pt x="766756" y="225488"/>
                  </a:lnTo>
                  <a:lnTo>
                    <a:pt x="769144" y="225488"/>
                  </a:lnTo>
                  <a:lnTo>
                    <a:pt x="772011" y="224533"/>
                  </a:lnTo>
                  <a:lnTo>
                    <a:pt x="775833" y="225011"/>
                  </a:lnTo>
                  <a:lnTo>
                    <a:pt x="779655" y="226921"/>
                  </a:lnTo>
                  <a:lnTo>
                    <a:pt x="782043" y="227399"/>
                  </a:lnTo>
                  <a:lnTo>
                    <a:pt x="791120" y="224055"/>
                  </a:lnTo>
                  <a:lnTo>
                    <a:pt x="792553" y="224055"/>
                  </a:lnTo>
                  <a:lnTo>
                    <a:pt x="795897" y="222622"/>
                  </a:lnTo>
                  <a:lnTo>
                    <a:pt x="798286" y="221666"/>
                  </a:lnTo>
                  <a:lnTo>
                    <a:pt x="800675" y="222144"/>
                  </a:lnTo>
                  <a:lnTo>
                    <a:pt x="802585" y="221666"/>
                  </a:lnTo>
                  <a:lnTo>
                    <a:pt x="804019" y="220233"/>
                  </a:lnTo>
                  <a:lnTo>
                    <a:pt x="808796" y="220711"/>
                  </a:lnTo>
                  <a:lnTo>
                    <a:pt x="817395" y="221666"/>
                  </a:lnTo>
                  <a:lnTo>
                    <a:pt x="823606" y="223100"/>
                  </a:lnTo>
                  <a:lnTo>
                    <a:pt x="826950" y="225011"/>
                  </a:lnTo>
                  <a:lnTo>
                    <a:pt x="829816" y="225966"/>
                  </a:lnTo>
                  <a:lnTo>
                    <a:pt x="832205" y="226444"/>
                  </a:lnTo>
                  <a:lnTo>
                    <a:pt x="834593" y="225966"/>
                  </a:lnTo>
                  <a:lnTo>
                    <a:pt x="836504" y="225011"/>
                  </a:lnTo>
                  <a:lnTo>
                    <a:pt x="838893" y="223100"/>
                  </a:lnTo>
                  <a:lnTo>
                    <a:pt x="843670" y="222622"/>
                  </a:lnTo>
                  <a:lnTo>
                    <a:pt x="844626" y="222144"/>
                  </a:lnTo>
                  <a:lnTo>
                    <a:pt x="844148" y="221189"/>
                  </a:lnTo>
                  <a:lnTo>
                    <a:pt x="843192" y="219756"/>
                  </a:lnTo>
                  <a:lnTo>
                    <a:pt x="840326" y="216889"/>
                  </a:lnTo>
                  <a:lnTo>
                    <a:pt x="838415" y="214500"/>
                  </a:lnTo>
                  <a:lnTo>
                    <a:pt x="838415" y="212590"/>
                  </a:lnTo>
                  <a:lnTo>
                    <a:pt x="838415" y="210679"/>
                  </a:lnTo>
                  <a:lnTo>
                    <a:pt x="838893" y="209246"/>
                  </a:lnTo>
                  <a:lnTo>
                    <a:pt x="839848" y="209246"/>
                  </a:lnTo>
                  <a:lnTo>
                    <a:pt x="841759" y="210201"/>
                  </a:lnTo>
                  <a:lnTo>
                    <a:pt x="844148" y="213067"/>
                  </a:lnTo>
                  <a:lnTo>
                    <a:pt x="851314" y="223577"/>
                  </a:lnTo>
                  <a:lnTo>
                    <a:pt x="853225" y="225488"/>
                  </a:lnTo>
                  <a:lnTo>
                    <a:pt x="853703" y="226444"/>
                  </a:lnTo>
                  <a:lnTo>
                    <a:pt x="860391" y="230266"/>
                  </a:lnTo>
                  <a:lnTo>
                    <a:pt x="863257" y="231221"/>
                  </a:lnTo>
                  <a:lnTo>
                    <a:pt x="867079" y="228832"/>
                  </a:lnTo>
                  <a:lnTo>
                    <a:pt x="868512" y="227399"/>
                  </a:lnTo>
                  <a:lnTo>
                    <a:pt x="869468" y="225966"/>
                  </a:lnTo>
                  <a:lnTo>
                    <a:pt x="869468" y="224533"/>
                  </a:lnTo>
                  <a:lnTo>
                    <a:pt x="869468" y="222622"/>
                  </a:lnTo>
                  <a:lnTo>
                    <a:pt x="869468" y="221189"/>
                  </a:lnTo>
                  <a:lnTo>
                    <a:pt x="868512" y="219756"/>
                  </a:lnTo>
                  <a:lnTo>
                    <a:pt x="865646" y="217367"/>
                  </a:lnTo>
                  <a:lnTo>
                    <a:pt x="861346" y="214500"/>
                  </a:lnTo>
                  <a:lnTo>
                    <a:pt x="858002" y="213545"/>
                  </a:lnTo>
                  <a:lnTo>
                    <a:pt x="854180" y="214978"/>
                  </a:lnTo>
                  <a:lnTo>
                    <a:pt x="850358" y="217367"/>
                  </a:lnTo>
                  <a:lnTo>
                    <a:pt x="848925" y="216412"/>
                  </a:lnTo>
                  <a:lnTo>
                    <a:pt x="843670" y="209723"/>
                  </a:lnTo>
                  <a:lnTo>
                    <a:pt x="842715" y="206857"/>
                  </a:lnTo>
                  <a:lnTo>
                    <a:pt x="842715" y="206379"/>
                  </a:lnTo>
                  <a:lnTo>
                    <a:pt x="845104" y="207335"/>
                  </a:lnTo>
                  <a:lnTo>
                    <a:pt x="845104" y="206379"/>
                  </a:lnTo>
                  <a:lnTo>
                    <a:pt x="843670" y="203035"/>
                  </a:lnTo>
                  <a:lnTo>
                    <a:pt x="842715" y="201602"/>
                  </a:lnTo>
                  <a:lnTo>
                    <a:pt x="839848" y="196347"/>
                  </a:lnTo>
                  <a:lnTo>
                    <a:pt x="839848" y="194914"/>
                  </a:lnTo>
                  <a:lnTo>
                    <a:pt x="841282" y="194436"/>
                  </a:lnTo>
                  <a:lnTo>
                    <a:pt x="842237" y="193958"/>
                  </a:lnTo>
                  <a:lnTo>
                    <a:pt x="843192" y="193958"/>
                  </a:lnTo>
                  <a:lnTo>
                    <a:pt x="848448" y="197302"/>
                  </a:lnTo>
                  <a:lnTo>
                    <a:pt x="850836" y="195869"/>
                  </a:lnTo>
                  <a:lnTo>
                    <a:pt x="856569" y="193480"/>
                  </a:lnTo>
                  <a:lnTo>
                    <a:pt x="854180" y="190614"/>
                  </a:lnTo>
                  <a:lnTo>
                    <a:pt x="853703" y="187748"/>
                  </a:lnTo>
                  <a:lnTo>
                    <a:pt x="854180" y="186792"/>
                  </a:lnTo>
                  <a:lnTo>
                    <a:pt x="856091" y="186314"/>
                  </a:lnTo>
                  <a:lnTo>
                    <a:pt x="859913" y="189181"/>
                  </a:lnTo>
                  <a:lnTo>
                    <a:pt x="861346" y="189181"/>
                  </a:lnTo>
                  <a:lnTo>
                    <a:pt x="862779" y="188225"/>
                  </a:lnTo>
                  <a:lnTo>
                    <a:pt x="864213" y="188225"/>
                  </a:lnTo>
                  <a:lnTo>
                    <a:pt x="865646" y="189181"/>
                  </a:lnTo>
                  <a:lnTo>
                    <a:pt x="867079" y="190614"/>
                  </a:lnTo>
                  <a:lnTo>
                    <a:pt x="869468" y="193958"/>
                  </a:lnTo>
                  <a:lnTo>
                    <a:pt x="870901" y="196347"/>
                  </a:lnTo>
                  <a:lnTo>
                    <a:pt x="872334" y="199691"/>
                  </a:lnTo>
                  <a:lnTo>
                    <a:pt x="872812" y="200169"/>
                  </a:lnTo>
                  <a:lnTo>
                    <a:pt x="879978" y="200646"/>
                  </a:lnTo>
                  <a:lnTo>
                    <a:pt x="883799" y="197302"/>
                  </a:lnTo>
                  <a:lnTo>
                    <a:pt x="883799" y="198735"/>
                  </a:lnTo>
                  <a:lnTo>
                    <a:pt x="882844" y="200646"/>
                  </a:lnTo>
                  <a:lnTo>
                    <a:pt x="878067" y="209723"/>
                  </a:lnTo>
                  <a:lnTo>
                    <a:pt x="878067" y="210679"/>
                  </a:lnTo>
                  <a:lnTo>
                    <a:pt x="880455" y="210201"/>
                  </a:lnTo>
                  <a:lnTo>
                    <a:pt x="881889" y="209723"/>
                  </a:lnTo>
                  <a:lnTo>
                    <a:pt x="882366" y="208768"/>
                  </a:lnTo>
                  <a:lnTo>
                    <a:pt x="882844" y="205901"/>
                  </a:lnTo>
                  <a:lnTo>
                    <a:pt x="883322" y="205424"/>
                  </a:lnTo>
                  <a:lnTo>
                    <a:pt x="890488" y="201124"/>
                  </a:lnTo>
                  <a:lnTo>
                    <a:pt x="892876" y="200646"/>
                  </a:lnTo>
                  <a:lnTo>
                    <a:pt x="891443" y="204946"/>
                  </a:lnTo>
                  <a:lnTo>
                    <a:pt x="888577" y="220711"/>
                  </a:lnTo>
                  <a:lnTo>
                    <a:pt x="888099" y="226444"/>
                  </a:lnTo>
                  <a:lnTo>
                    <a:pt x="887621" y="228355"/>
                  </a:lnTo>
                  <a:lnTo>
                    <a:pt x="884755" y="234087"/>
                  </a:lnTo>
                  <a:lnTo>
                    <a:pt x="884755" y="235998"/>
                  </a:lnTo>
                  <a:lnTo>
                    <a:pt x="888099" y="241253"/>
                  </a:lnTo>
                  <a:lnTo>
                    <a:pt x="888577" y="242687"/>
                  </a:lnTo>
                  <a:lnTo>
                    <a:pt x="889055" y="246508"/>
                  </a:lnTo>
                  <a:lnTo>
                    <a:pt x="889532" y="247464"/>
                  </a:lnTo>
                  <a:lnTo>
                    <a:pt x="891921" y="247464"/>
                  </a:lnTo>
                  <a:lnTo>
                    <a:pt x="894787" y="246031"/>
                  </a:lnTo>
                  <a:lnTo>
                    <a:pt x="897654" y="245553"/>
                  </a:lnTo>
                  <a:lnTo>
                    <a:pt x="898131" y="246031"/>
                  </a:lnTo>
                  <a:lnTo>
                    <a:pt x="896698" y="251286"/>
                  </a:lnTo>
                  <a:lnTo>
                    <a:pt x="896698" y="251763"/>
                  </a:lnTo>
                  <a:lnTo>
                    <a:pt x="899564" y="250330"/>
                  </a:lnTo>
                  <a:lnTo>
                    <a:pt x="900998" y="250330"/>
                  </a:lnTo>
                  <a:lnTo>
                    <a:pt x="901476" y="250330"/>
                  </a:lnTo>
                  <a:lnTo>
                    <a:pt x="903864" y="252719"/>
                  </a:lnTo>
                  <a:lnTo>
                    <a:pt x="903864" y="254630"/>
                  </a:lnTo>
                  <a:lnTo>
                    <a:pt x="903864" y="257496"/>
                  </a:lnTo>
                  <a:lnTo>
                    <a:pt x="903864" y="259407"/>
                  </a:lnTo>
                  <a:lnTo>
                    <a:pt x="902909" y="260840"/>
                  </a:lnTo>
                  <a:lnTo>
                    <a:pt x="901953" y="261318"/>
                  </a:lnTo>
                  <a:lnTo>
                    <a:pt x="900998" y="261318"/>
                  </a:lnTo>
                  <a:lnTo>
                    <a:pt x="900042" y="261318"/>
                  </a:lnTo>
                  <a:lnTo>
                    <a:pt x="896698" y="261796"/>
                  </a:lnTo>
                  <a:lnTo>
                    <a:pt x="894787" y="261318"/>
                  </a:lnTo>
                  <a:lnTo>
                    <a:pt x="893354" y="259885"/>
                  </a:lnTo>
                  <a:lnTo>
                    <a:pt x="891921" y="259407"/>
                  </a:lnTo>
                  <a:lnTo>
                    <a:pt x="890488" y="260363"/>
                  </a:lnTo>
                  <a:lnTo>
                    <a:pt x="888099" y="260363"/>
                  </a:lnTo>
                  <a:lnTo>
                    <a:pt x="885233" y="257019"/>
                  </a:lnTo>
                  <a:lnTo>
                    <a:pt x="884277" y="257019"/>
                  </a:lnTo>
                  <a:lnTo>
                    <a:pt x="883799" y="257974"/>
                  </a:lnTo>
                  <a:lnTo>
                    <a:pt x="883799" y="258452"/>
                  </a:lnTo>
                  <a:lnTo>
                    <a:pt x="885233" y="260840"/>
                  </a:lnTo>
                  <a:lnTo>
                    <a:pt x="894310" y="272306"/>
                  </a:lnTo>
                  <a:lnTo>
                    <a:pt x="895743" y="274694"/>
                  </a:lnTo>
                  <a:lnTo>
                    <a:pt x="896221" y="278039"/>
                  </a:lnTo>
                  <a:lnTo>
                    <a:pt x="896221" y="278039"/>
                  </a:lnTo>
                  <a:lnTo>
                    <a:pt x="897176" y="274694"/>
                  </a:lnTo>
                  <a:lnTo>
                    <a:pt x="896698" y="272784"/>
                  </a:lnTo>
                  <a:lnTo>
                    <a:pt x="891921" y="266095"/>
                  </a:lnTo>
                  <a:lnTo>
                    <a:pt x="891443" y="263707"/>
                  </a:lnTo>
                  <a:lnTo>
                    <a:pt x="891443" y="263229"/>
                  </a:lnTo>
                  <a:lnTo>
                    <a:pt x="892876" y="262273"/>
                  </a:lnTo>
                  <a:lnTo>
                    <a:pt x="899564" y="264184"/>
                  </a:lnTo>
                  <a:lnTo>
                    <a:pt x="902431" y="263707"/>
                  </a:lnTo>
                  <a:lnTo>
                    <a:pt x="904342" y="262751"/>
                  </a:lnTo>
                  <a:lnTo>
                    <a:pt x="904820" y="261318"/>
                  </a:lnTo>
                  <a:lnTo>
                    <a:pt x="905775" y="253197"/>
                  </a:lnTo>
                  <a:lnTo>
                    <a:pt x="906730" y="247942"/>
                  </a:lnTo>
                  <a:lnTo>
                    <a:pt x="906253" y="243164"/>
                  </a:lnTo>
                  <a:lnTo>
                    <a:pt x="904342" y="235998"/>
                  </a:lnTo>
                  <a:lnTo>
                    <a:pt x="902909" y="231221"/>
                  </a:lnTo>
                  <a:lnTo>
                    <a:pt x="899564" y="226921"/>
                  </a:lnTo>
                  <a:lnTo>
                    <a:pt x="899087" y="225488"/>
                  </a:lnTo>
                  <a:lnTo>
                    <a:pt x="902909" y="211634"/>
                  </a:lnTo>
                  <a:lnTo>
                    <a:pt x="903387" y="210679"/>
                  </a:lnTo>
                  <a:lnTo>
                    <a:pt x="904342" y="210201"/>
                  </a:lnTo>
                  <a:lnTo>
                    <a:pt x="907208" y="209723"/>
                  </a:lnTo>
                  <a:lnTo>
                    <a:pt x="909597" y="208768"/>
                  </a:lnTo>
                  <a:lnTo>
                    <a:pt x="912941" y="210201"/>
                  </a:lnTo>
                  <a:lnTo>
                    <a:pt x="914852" y="210679"/>
                  </a:lnTo>
                  <a:lnTo>
                    <a:pt x="917241" y="209246"/>
                  </a:lnTo>
                  <a:lnTo>
                    <a:pt x="922496" y="203513"/>
                  </a:lnTo>
                  <a:lnTo>
                    <a:pt x="924406" y="201602"/>
                  </a:lnTo>
                  <a:lnTo>
                    <a:pt x="926795" y="198258"/>
                  </a:lnTo>
                  <a:lnTo>
                    <a:pt x="930139" y="193003"/>
                  </a:lnTo>
                  <a:lnTo>
                    <a:pt x="933483" y="189659"/>
                  </a:lnTo>
                  <a:lnTo>
                    <a:pt x="938738" y="185837"/>
                  </a:lnTo>
                  <a:lnTo>
                    <a:pt x="942083" y="183448"/>
                  </a:lnTo>
                  <a:lnTo>
                    <a:pt x="942560" y="182015"/>
                  </a:lnTo>
                  <a:lnTo>
                    <a:pt x="939694" y="182015"/>
                  </a:lnTo>
                  <a:lnTo>
                    <a:pt x="938738" y="181537"/>
                  </a:lnTo>
                  <a:lnTo>
                    <a:pt x="938261" y="179149"/>
                  </a:lnTo>
                  <a:lnTo>
                    <a:pt x="938738" y="173893"/>
                  </a:lnTo>
                  <a:lnTo>
                    <a:pt x="938738" y="171505"/>
                  </a:lnTo>
                  <a:lnTo>
                    <a:pt x="938261" y="168639"/>
                  </a:lnTo>
                  <a:lnTo>
                    <a:pt x="937305" y="166728"/>
                  </a:lnTo>
                  <a:lnTo>
                    <a:pt x="936350" y="164817"/>
                  </a:lnTo>
                  <a:lnTo>
                    <a:pt x="935394" y="163384"/>
                  </a:lnTo>
                  <a:lnTo>
                    <a:pt x="934917" y="162906"/>
                  </a:lnTo>
                  <a:lnTo>
                    <a:pt x="934439" y="163384"/>
                  </a:lnTo>
                  <a:lnTo>
                    <a:pt x="933961" y="163861"/>
                  </a:lnTo>
                  <a:lnTo>
                    <a:pt x="933006" y="168639"/>
                  </a:lnTo>
                  <a:lnTo>
                    <a:pt x="932050" y="171983"/>
                  </a:lnTo>
                  <a:lnTo>
                    <a:pt x="930617" y="173893"/>
                  </a:lnTo>
                  <a:lnTo>
                    <a:pt x="927751" y="175327"/>
                  </a:lnTo>
                  <a:lnTo>
                    <a:pt x="922496" y="176282"/>
                  </a:lnTo>
                  <a:lnTo>
                    <a:pt x="920107" y="174371"/>
                  </a:lnTo>
                  <a:lnTo>
                    <a:pt x="920107" y="172938"/>
                  </a:lnTo>
                  <a:lnTo>
                    <a:pt x="920585" y="167683"/>
                  </a:lnTo>
                  <a:lnTo>
                    <a:pt x="922496" y="165294"/>
                  </a:lnTo>
                  <a:lnTo>
                    <a:pt x="927273" y="160517"/>
                  </a:lnTo>
                  <a:lnTo>
                    <a:pt x="930139" y="156695"/>
                  </a:lnTo>
                  <a:lnTo>
                    <a:pt x="930139" y="156218"/>
                  </a:lnTo>
                  <a:lnTo>
                    <a:pt x="927273" y="156218"/>
                  </a:lnTo>
                  <a:lnTo>
                    <a:pt x="926795" y="155262"/>
                  </a:lnTo>
                  <a:lnTo>
                    <a:pt x="926318" y="150963"/>
                  </a:lnTo>
                  <a:lnTo>
                    <a:pt x="926318" y="149052"/>
                  </a:lnTo>
                  <a:lnTo>
                    <a:pt x="926795" y="147141"/>
                  </a:lnTo>
                  <a:lnTo>
                    <a:pt x="928706" y="145707"/>
                  </a:lnTo>
                  <a:lnTo>
                    <a:pt x="934917" y="143797"/>
                  </a:lnTo>
                  <a:lnTo>
                    <a:pt x="939216" y="141886"/>
                  </a:lnTo>
                  <a:lnTo>
                    <a:pt x="939694" y="142363"/>
                  </a:lnTo>
                  <a:lnTo>
                    <a:pt x="935872" y="148574"/>
                  </a:lnTo>
                  <a:lnTo>
                    <a:pt x="935394" y="150007"/>
                  </a:lnTo>
                  <a:lnTo>
                    <a:pt x="936828" y="151440"/>
                  </a:lnTo>
                  <a:lnTo>
                    <a:pt x="940649" y="148096"/>
                  </a:lnTo>
                  <a:lnTo>
                    <a:pt x="942560" y="144752"/>
                  </a:lnTo>
                  <a:lnTo>
                    <a:pt x="943038" y="143797"/>
                  </a:lnTo>
                  <a:lnTo>
                    <a:pt x="941127" y="143319"/>
                  </a:lnTo>
                  <a:lnTo>
                    <a:pt x="941127" y="142363"/>
                  </a:lnTo>
                  <a:lnTo>
                    <a:pt x="941127" y="139975"/>
                  </a:lnTo>
                  <a:lnTo>
                    <a:pt x="941127" y="138542"/>
                  </a:lnTo>
                  <a:lnTo>
                    <a:pt x="938738" y="136631"/>
                  </a:lnTo>
                  <a:lnTo>
                    <a:pt x="935872" y="137586"/>
                  </a:lnTo>
                  <a:lnTo>
                    <a:pt x="933483" y="139497"/>
                  </a:lnTo>
                  <a:lnTo>
                    <a:pt x="931572" y="139975"/>
                  </a:lnTo>
                  <a:lnTo>
                    <a:pt x="928706" y="140452"/>
                  </a:lnTo>
                  <a:lnTo>
                    <a:pt x="926318" y="139975"/>
                  </a:lnTo>
                  <a:lnTo>
                    <a:pt x="925362" y="138542"/>
                  </a:lnTo>
                  <a:lnTo>
                    <a:pt x="923451" y="136631"/>
                  </a:lnTo>
                  <a:lnTo>
                    <a:pt x="921540" y="133286"/>
                  </a:lnTo>
                  <a:lnTo>
                    <a:pt x="919152" y="129465"/>
                  </a:lnTo>
                  <a:lnTo>
                    <a:pt x="918674" y="129465"/>
                  </a:lnTo>
                  <a:lnTo>
                    <a:pt x="917718" y="129465"/>
                  </a:lnTo>
                  <a:lnTo>
                    <a:pt x="916285" y="132809"/>
                  </a:lnTo>
                  <a:lnTo>
                    <a:pt x="915807" y="133286"/>
                  </a:lnTo>
                  <a:lnTo>
                    <a:pt x="906253" y="128509"/>
                  </a:lnTo>
                  <a:lnTo>
                    <a:pt x="902431" y="126121"/>
                  </a:lnTo>
                  <a:lnTo>
                    <a:pt x="900520" y="124210"/>
                  </a:lnTo>
                  <a:lnTo>
                    <a:pt x="898131" y="122777"/>
                  </a:lnTo>
                  <a:lnTo>
                    <a:pt x="895265" y="122299"/>
                  </a:lnTo>
                  <a:lnTo>
                    <a:pt x="892876" y="121821"/>
                  </a:lnTo>
                  <a:lnTo>
                    <a:pt x="891443" y="119910"/>
                  </a:lnTo>
                  <a:lnTo>
                    <a:pt x="890010" y="117999"/>
                  </a:lnTo>
                  <a:lnTo>
                    <a:pt x="888577" y="115133"/>
                  </a:lnTo>
                  <a:lnTo>
                    <a:pt x="886666" y="111789"/>
                  </a:lnTo>
                  <a:lnTo>
                    <a:pt x="882366" y="104623"/>
                  </a:lnTo>
                  <a:lnTo>
                    <a:pt x="881411" y="99845"/>
                  </a:lnTo>
                  <a:lnTo>
                    <a:pt x="880933" y="97935"/>
                  </a:lnTo>
                  <a:lnTo>
                    <a:pt x="881411" y="93635"/>
                  </a:lnTo>
                  <a:lnTo>
                    <a:pt x="885711" y="85991"/>
                  </a:lnTo>
                  <a:lnTo>
                    <a:pt x="886188" y="83603"/>
                  </a:lnTo>
                  <a:lnTo>
                    <a:pt x="887621" y="82170"/>
                  </a:lnTo>
                  <a:lnTo>
                    <a:pt x="889532" y="80736"/>
                  </a:lnTo>
                  <a:lnTo>
                    <a:pt x="891443" y="80736"/>
                  </a:lnTo>
                  <a:lnTo>
                    <a:pt x="894787" y="81692"/>
                  </a:lnTo>
                  <a:lnTo>
                    <a:pt x="892399" y="79303"/>
                  </a:lnTo>
                  <a:lnTo>
                    <a:pt x="892399" y="77870"/>
                  </a:lnTo>
                  <a:lnTo>
                    <a:pt x="894310" y="73570"/>
                  </a:lnTo>
                  <a:lnTo>
                    <a:pt x="894310" y="73570"/>
                  </a:lnTo>
                  <a:lnTo>
                    <a:pt x="888577" y="76914"/>
                  </a:lnTo>
                  <a:lnTo>
                    <a:pt x="887144" y="76437"/>
                  </a:lnTo>
                  <a:lnTo>
                    <a:pt x="885233" y="74526"/>
                  </a:lnTo>
                  <a:lnTo>
                    <a:pt x="881411" y="67360"/>
                  </a:lnTo>
                  <a:lnTo>
                    <a:pt x="881411" y="63060"/>
                  </a:lnTo>
                  <a:lnTo>
                    <a:pt x="882366" y="56372"/>
                  </a:lnTo>
                  <a:lnTo>
                    <a:pt x="882844" y="52550"/>
                  </a:lnTo>
                  <a:lnTo>
                    <a:pt x="881889" y="49684"/>
                  </a:lnTo>
                  <a:lnTo>
                    <a:pt x="882366" y="48728"/>
                  </a:lnTo>
                  <a:lnTo>
                    <a:pt x="883322" y="47773"/>
                  </a:lnTo>
                  <a:lnTo>
                    <a:pt x="883799" y="46818"/>
                  </a:lnTo>
                  <a:lnTo>
                    <a:pt x="883322" y="42996"/>
                  </a:lnTo>
                  <a:lnTo>
                    <a:pt x="884277" y="41085"/>
                  </a:lnTo>
                  <a:lnTo>
                    <a:pt x="886666" y="37741"/>
                  </a:lnTo>
                  <a:lnTo>
                    <a:pt x="889532" y="34397"/>
                  </a:lnTo>
                  <a:lnTo>
                    <a:pt x="890965" y="33441"/>
                  </a:lnTo>
                  <a:lnTo>
                    <a:pt x="892399" y="33441"/>
                  </a:lnTo>
                  <a:lnTo>
                    <a:pt x="893832" y="34397"/>
                  </a:lnTo>
                  <a:lnTo>
                    <a:pt x="895265" y="36307"/>
                  </a:lnTo>
                  <a:lnTo>
                    <a:pt x="897654" y="38218"/>
                  </a:lnTo>
                  <a:lnTo>
                    <a:pt x="899564" y="38696"/>
                  </a:lnTo>
                  <a:lnTo>
                    <a:pt x="900998" y="37741"/>
                  </a:lnTo>
                  <a:lnTo>
                    <a:pt x="903387" y="30575"/>
                  </a:lnTo>
                  <a:lnTo>
                    <a:pt x="903864" y="28664"/>
                  </a:lnTo>
                  <a:lnTo>
                    <a:pt x="903387" y="28186"/>
                  </a:lnTo>
                  <a:lnTo>
                    <a:pt x="898609" y="28186"/>
                  </a:lnTo>
                  <a:lnTo>
                    <a:pt x="896698" y="27708"/>
                  </a:lnTo>
                  <a:lnTo>
                    <a:pt x="895743" y="26753"/>
                  </a:lnTo>
                  <a:lnTo>
                    <a:pt x="894787" y="24364"/>
                  </a:lnTo>
                  <a:lnTo>
                    <a:pt x="895265" y="22931"/>
                  </a:lnTo>
                  <a:lnTo>
                    <a:pt x="900042" y="17676"/>
                  </a:lnTo>
                  <a:lnTo>
                    <a:pt x="901953" y="12421"/>
                  </a:lnTo>
                  <a:lnTo>
                    <a:pt x="908164" y="5255"/>
                  </a:lnTo>
                  <a:lnTo>
                    <a:pt x="914374" y="1433"/>
                  </a:lnTo>
                  <a:lnTo>
                    <a:pt x="917241" y="478"/>
                  </a:lnTo>
                  <a:lnTo>
                    <a:pt x="919629" y="0"/>
                  </a:lnTo>
                  <a:lnTo>
                    <a:pt x="920585" y="478"/>
                  </a:lnTo>
                  <a:lnTo>
                    <a:pt x="922018" y="4300"/>
                  </a:lnTo>
                  <a:lnTo>
                    <a:pt x="922496" y="8121"/>
                  </a:lnTo>
                  <a:lnTo>
                    <a:pt x="925840" y="12899"/>
                  </a:lnTo>
                  <a:lnTo>
                    <a:pt x="928706" y="13377"/>
                  </a:lnTo>
                  <a:lnTo>
                    <a:pt x="930139" y="12899"/>
                  </a:lnTo>
                  <a:lnTo>
                    <a:pt x="935872" y="12899"/>
                  </a:lnTo>
                  <a:lnTo>
                    <a:pt x="936828" y="14332"/>
                  </a:lnTo>
                  <a:lnTo>
                    <a:pt x="936828" y="15765"/>
                  </a:lnTo>
                  <a:lnTo>
                    <a:pt x="936350" y="18154"/>
                  </a:lnTo>
                  <a:lnTo>
                    <a:pt x="936828" y="20542"/>
                  </a:lnTo>
                  <a:lnTo>
                    <a:pt x="940171" y="24364"/>
                  </a:lnTo>
                  <a:lnTo>
                    <a:pt x="943516" y="27231"/>
                  </a:lnTo>
                  <a:lnTo>
                    <a:pt x="946860" y="30575"/>
                  </a:lnTo>
                  <a:lnTo>
                    <a:pt x="951159" y="37741"/>
                  </a:lnTo>
                  <a:lnTo>
                    <a:pt x="952115" y="39652"/>
                  </a:lnTo>
                  <a:lnTo>
                    <a:pt x="952593" y="42040"/>
                  </a:lnTo>
                  <a:lnTo>
                    <a:pt x="954026" y="49684"/>
                  </a:lnTo>
                  <a:lnTo>
                    <a:pt x="954026" y="52550"/>
                  </a:lnTo>
                  <a:lnTo>
                    <a:pt x="953548" y="61149"/>
                  </a:lnTo>
                  <a:lnTo>
                    <a:pt x="953070" y="63060"/>
                  </a:lnTo>
                  <a:lnTo>
                    <a:pt x="952115" y="64971"/>
                  </a:lnTo>
                  <a:lnTo>
                    <a:pt x="952593" y="65927"/>
                  </a:lnTo>
                  <a:lnTo>
                    <a:pt x="955937" y="67838"/>
                  </a:lnTo>
                  <a:lnTo>
                    <a:pt x="958803" y="72137"/>
                  </a:lnTo>
                  <a:lnTo>
                    <a:pt x="960236" y="73570"/>
                  </a:lnTo>
                  <a:lnTo>
                    <a:pt x="964058" y="75959"/>
                  </a:lnTo>
                  <a:lnTo>
                    <a:pt x="964536" y="76914"/>
                  </a:lnTo>
                  <a:lnTo>
                    <a:pt x="965491" y="78348"/>
                  </a:lnTo>
                  <a:lnTo>
                    <a:pt x="967402" y="84558"/>
                  </a:lnTo>
                  <a:lnTo>
                    <a:pt x="970746" y="90291"/>
                  </a:lnTo>
                  <a:lnTo>
                    <a:pt x="970746" y="91246"/>
                  </a:lnTo>
                  <a:lnTo>
                    <a:pt x="970269" y="94113"/>
                  </a:lnTo>
                  <a:lnTo>
                    <a:pt x="970746" y="95068"/>
                  </a:lnTo>
                  <a:lnTo>
                    <a:pt x="971702" y="96024"/>
                  </a:lnTo>
                  <a:lnTo>
                    <a:pt x="973135" y="95546"/>
                  </a:lnTo>
                  <a:lnTo>
                    <a:pt x="974090" y="93157"/>
                  </a:lnTo>
                  <a:lnTo>
                    <a:pt x="975046" y="92679"/>
                  </a:lnTo>
                  <a:lnTo>
                    <a:pt x="976479" y="93635"/>
                  </a:lnTo>
                  <a:lnTo>
                    <a:pt x="976957" y="95068"/>
                  </a:lnTo>
                  <a:lnTo>
                    <a:pt x="978390" y="98890"/>
                  </a:lnTo>
                  <a:lnTo>
                    <a:pt x="980301" y="101756"/>
                  </a:lnTo>
                  <a:lnTo>
                    <a:pt x="979823" y="102712"/>
                  </a:lnTo>
                  <a:lnTo>
                    <a:pt x="979345" y="103190"/>
                  </a:lnTo>
                  <a:lnTo>
                    <a:pt x="974568" y="104145"/>
                  </a:lnTo>
                  <a:lnTo>
                    <a:pt x="971702" y="103667"/>
                  </a:lnTo>
                  <a:lnTo>
                    <a:pt x="969313" y="102234"/>
                  </a:lnTo>
                  <a:lnTo>
                    <a:pt x="967402" y="100801"/>
                  </a:lnTo>
                  <a:lnTo>
                    <a:pt x="965969" y="98412"/>
                  </a:lnTo>
                  <a:lnTo>
                    <a:pt x="965013" y="98412"/>
                  </a:lnTo>
                  <a:lnTo>
                    <a:pt x="964536" y="100323"/>
                  </a:lnTo>
                  <a:lnTo>
                    <a:pt x="962625" y="103190"/>
                  </a:lnTo>
                  <a:lnTo>
                    <a:pt x="961192" y="105578"/>
                  </a:lnTo>
                  <a:lnTo>
                    <a:pt x="962625" y="106534"/>
                  </a:lnTo>
                  <a:lnTo>
                    <a:pt x="968835" y="106534"/>
                  </a:lnTo>
                  <a:lnTo>
                    <a:pt x="970269" y="107489"/>
                  </a:lnTo>
                  <a:lnTo>
                    <a:pt x="972179" y="108922"/>
                  </a:lnTo>
                  <a:lnTo>
                    <a:pt x="970269" y="111789"/>
                  </a:lnTo>
                  <a:lnTo>
                    <a:pt x="965969" y="117044"/>
                  </a:lnTo>
                  <a:lnTo>
                    <a:pt x="956414" y="126121"/>
                  </a:lnTo>
                  <a:lnTo>
                    <a:pt x="954026" y="128509"/>
                  </a:lnTo>
                  <a:lnTo>
                    <a:pt x="954503" y="129465"/>
                  </a:lnTo>
                  <a:lnTo>
                    <a:pt x="955459" y="129465"/>
                  </a:lnTo>
                  <a:lnTo>
                    <a:pt x="958803" y="128987"/>
                  </a:lnTo>
                  <a:lnTo>
                    <a:pt x="961669" y="128032"/>
                  </a:lnTo>
                  <a:lnTo>
                    <a:pt x="965491" y="128509"/>
                  </a:lnTo>
                  <a:lnTo>
                    <a:pt x="966925" y="129465"/>
                  </a:lnTo>
                  <a:lnTo>
                    <a:pt x="966447" y="130420"/>
                  </a:lnTo>
                  <a:lnTo>
                    <a:pt x="967402" y="131853"/>
                  </a:lnTo>
                  <a:lnTo>
                    <a:pt x="973135" y="135675"/>
                  </a:lnTo>
                  <a:lnTo>
                    <a:pt x="976957" y="135198"/>
                  </a:lnTo>
                  <a:lnTo>
                    <a:pt x="980778" y="131376"/>
                  </a:lnTo>
                  <a:lnTo>
                    <a:pt x="983645" y="129465"/>
                  </a:lnTo>
                  <a:lnTo>
                    <a:pt x="987467" y="129942"/>
                  </a:lnTo>
                  <a:lnTo>
                    <a:pt x="988422" y="130420"/>
                  </a:lnTo>
                  <a:lnTo>
                    <a:pt x="987944" y="130898"/>
                  </a:lnTo>
                  <a:lnTo>
                    <a:pt x="985078" y="133286"/>
                  </a:lnTo>
                  <a:lnTo>
                    <a:pt x="982690" y="135198"/>
                  </a:lnTo>
                  <a:lnTo>
                    <a:pt x="982690" y="136153"/>
                  </a:lnTo>
                  <a:lnTo>
                    <a:pt x="985556" y="135198"/>
                  </a:lnTo>
                  <a:lnTo>
                    <a:pt x="992244" y="136631"/>
                  </a:lnTo>
                  <a:lnTo>
                    <a:pt x="995588" y="137108"/>
                  </a:lnTo>
                  <a:lnTo>
                    <a:pt x="997977" y="136631"/>
                  </a:lnTo>
                  <a:lnTo>
                    <a:pt x="1000366" y="137108"/>
                  </a:lnTo>
                  <a:lnTo>
                    <a:pt x="1002276" y="138542"/>
                  </a:lnTo>
                  <a:lnTo>
                    <a:pt x="1002754" y="139497"/>
                  </a:lnTo>
                  <a:lnTo>
                    <a:pt x="1000843" y="140452"/>
                  </a:lnTo>
                  <a:lnTo>
                    <a:pt x="999410" y="140452"/>
                  </a:lnTo>
                  <a:lnTo>
                    <a:pt x="997499" y="140930"/>
                  </a:lnTo>
                  <a:lnTo>
                    <a:pt x="996544" y="142841"/>
                  </a:lnTo>
                  <a:lnTo>
                    <a:pt x="995588" y="145230"/>
                  </a:lnTo>
                  <a:lnTo>
                    <a:pt x="995110" y="148096"/>
                  </a:lnTo>
                  <a:lnTo>
                    <a:pt x="993677" y="149529"/>
                  </a:lnTo>
                  <a:lnTo>
                    <a:pt x="991289" y="149052"/>
                  </a:lnTo>
                  <a:lnTo>
                    <a:pt x="990333" y="148096"/>
                  </a:lnTo>
                  <a:lnTo>
                    <a:pt x="990811" y="147141"/>
                  </a:lnTo>
                  <a:lnTo>
                    <a:pt x="990333" y="146663"/>
                  </a:lnTo>
                  <a:lnTo>
                    <a:pt x="988422" y="147618"/>
                  </a:lnTo>
                  <a:lnTo>
                    <a:pt x="986989" y="147618"/>
                  </a:lnTo>
                  <a:lnTo>
                    <a:pt x="986511" y="148574"/>
                  </a:lnTo>
                  <a:lnTo>
                    <a:pt x="996544" y="157651"/>
                  </a:lnTo>
                  <a:lnTo>
                    <a:pt x="999410" y="165772"/>
                  </a:lnTo>
                  <a:lnTo>
                    <a:pt x="1001799" y="169116"/>
                  </a:lnTo>
                  <a:lnTo>
                    <a:pt x="1001799" y="170072"/>
                  </a:lnTo>
                  <a:lnTo>
                    <a:pt x="1000366" y="171983"/>
                  </a:lnTo>
                  <a:lnTo>
                    <a:pt x="1000366" y="173893"/>
                  </a:lnTo>
                  <a:lnTo>
                    <a:pt x="1001321" y="178671"/>
                  </a:lnTo>
                  <a:lnTo>
                    <a:pt x="1000843" y="182493"/>
                  </a:lnTo>
                  <a:lnTo>
                    <a:pt x="999888" y="189181"/>
                  </a:lnTo>
                  <a:lnTo>
                    <a:pt x="1000843" y="191570"/>
                  </a:lnTo>
                  <a:lnTo>
                    <a:pt x="1002754" y="193480"/>
                  </a:lnTo>
                  <a:lnTo>
                    <a:pt x="1004187" y="195869"/>
                  </a:lnTo>
                  <a:lnTo>
                    <a:pt x="1005143" y="196347"/>
                  </a:lnTo>
                  <a:lnTo>
                    <a:pt x="1005620" y="198258"/>
                  </a:lnTo>
                  <a:lnTo>
                    <a:pt x="1006098" y="199691"/>
                  </a:lnTo>
                  <a:lnTo>
                    <a:pt x="1007054" y="200169"/>
                  </a:lnTo>
                  <a:lnTo>
                    <a:pt x="1007532" y="199691"/>
                  </a:lnTo>
                  <a:lnTo>
                    <a:pt x="1008009" y="197780"/>
                  </a:lnTo>
                  <a:lnTo>
                    <a:pt x="1008965" y="195869"/>
                  </a:lnTo>
                  <a:lnTo>
                    <a:pt x="1011353" y="193003"/>
                  </a:lnTo>
                  <a:lnTo>
                    <a:pt x="1013264" y="188703"/>
                  </a:lnTo>
                  <a:lnTo>
                    <a:pt x="1013742" y="186792"/>
                  </a:lnTo>
                  <a:lnTo>
                    <a:pt x="1013264" y="183448"/>
                  </a:lnTo>
                  <a:lnTo>
                    <a:pt x="1013264" y="182015"/>
                  </a:lnTo>
                  <a:lnTo>
                    <a:pt x="1015653" y="176282"/>
                  </a:lnTo>
                  <a:lnTo>
                    <a:pt x="1016131" y="172460"/>
                  </a:lnTo>
                  <a:lnTo>
                    <a:pt x="1016608" y="166728"/>
                  </a:lnTo>
                  <a:lnTo>
                    <a:pt x="1018042" y="162428"/>
                  </a:lnTo>
                  <a:lnTo>
                    <a:pt x="1019952" y="158606"/>
                  </a:lnTo>
                  <a:lnTo>
                    <a:pt x="1024252" y="151440"/>
                  </a:lnTo>
                  <a:lnTo>
                    <a:pt x="1025685" y="150007"/>
                  </a:lnTo>
                  <a:lnTo>
                    <a:pt x="1027118" y="149052"/>
                  </a:lnTo>
                  <a:lnTo>
                    <a:pt x="1029985" y="149529"/>
                  </a:lnTo>
                  <a:lnTo>
                    <a:pt x="1031896" y="151918"/>
                  </a:lnTo>
                  <a:lnTo>
                    <a:pt x="1034762" y="156218"/>
                  </a:lnTo>
                  <a:lnTo>
                    <a:pt x="1038106" y="160039"/>
                  </a:lnTo>
                  <a:lnTo>
                    <a:pt x="1044794" y="165294"/>
                  </a:lnTo>
                  <a:lnTo>
                    <a:pt x="1046227" y="167205"/>
                  </a:lnTo>
                  <a:lnTo>
                    <a:pt x="1050049" y="172460"/>
                  </a:lnTo>
                  <a:lnTo>
                    <a:pt x="1051483" y="177715"/>
                  </a:lnTo>
                  <a:lnTo>
                    <a:pt x="1052438" y="184881"/>
                  </a:lnTo>
                  <a:lnTo>
                    <a:pt x="1053393" y="189181"/>
                  </a:lnTo>
                  <a:lnTo>
                    <a:pt x="1054349" y="190614"/>
                  </a:lnTo>
                  <a:lnTo>
                    <a:pt x="1054827" y="193003"/>
                  </a:lnTo>
                  <a:lnTo>
                    <a:pt x="1054827" y="195869"/>
                  </a:lnTo>
                  <a:lnTo>
                    <a:pt x="1054349" y="197780"/>
                  </a:lnTo>
                  <a:lnTo>
                    <a:pt x="1053871" y="199691"/>
                  </a:lnTo>
                  <a:lnTo>
                    <a:pt x="1052916" y="200646"/>
                  </a:lnTo>
                  <a:lnTo>
                    <a:pt x="1051005" y="200646"/>
                  </a:lnTo>
                  <a:lnTo>
                    <a:pt x="1048616" y="200169"/>
                  </a:lnTo>
                  <a:lnTo>
                    <a:pt x="1048139" y="199691"/>
                  </a:lnTo>
                  <a:lnTo>
                    <a:pt x="1046705" y="196347"/>
                  </a:lnTo>
                  <a:lnTo>
                    <a:pt x="1046227" y="195869"/>
                  </a:lnTo>
                  <a:lnTo>
                    <a:pt x="1043839" y="198735"/>
                  </a:lnTo>
                  <a:lnTo>
                    <a:pt x="1043839" y="200169"/>
                  </a:lnTo>
                  <a:lnTo>
                    <a:pt x="1044317" y="204468"/>
                  </a:lnTo>
                  <a:lnTo>
                    <a:pt x="1044317" y="213067"/>
                  </a:lnTo>
                  <a:lnTo>
                    <a:pt x="1044794" y="214978"/>
                  </a:lnTo>
                  <a:lnTo>
                    <a:pt x="1047183" y="224055"/>
                  </a:lnTo>
                  <a:lnTo>
                    <a:pt x="1051005" y="230743"/>
                  </a:lnTo>
                  <a:lnTo>
                    <a:pt x="1061037" y="243642"/>
                  </a:lnTo>
                  <a:lnTo>
                    <a:pt x="1061515" y="245075"/>
                  </a:lnTo>
                  <a:lnTo>
                    <a:pt x="1062470" y="250330"/>
                  </a:lnTo>
                  <a:lnTo>
                    <a:pt x="1062948" y="251286"/>
                  </a:lnTo>
                  <a:lnTo>
                    <a:pt x="1063426" y="251763"/>
                  </a:lnTo>
                  <a:lnTo>
                    <a:pt x="1064381" y="252241"/>
                  </a:lnTo>
                  <a:lnTo>
                    <a:pt x="1065337" y="251763"/>
                  </a:lnTo>
                  <a:lnTo>
                    <a:pt x="1069158" y="247464"/>
                  </a:lnTo>
                  <a:lnTo>
                    <a:pt x="1072025" y="243642"/>
                  </a:lnTo>
                  <a:lnTo>
                    <a:pt x="1074414" y="241253"/>
                  </a:lnTo>
                  <a:lnTo>
                    <a:pt x="1075847" y="241253"/>
                  </a:lnTo>
                  <a:lnTo>
                    <a:pt x="1077280" y="240298"/>
                  </a:lnTo>
                  <a:lnTo>
                    <a:pt x="1078713" y="238865"/>
                  </a:lnTo>
                  <a:lnTo>
                    <a:pt x="1079669" y="237432"/>
                  </a:lnTo>
                  <a:lnTo>
                    <a:pt x="1080146" y="235998"/>
                  </a:lnTo>
                  <a:lnTo>
                    <a:pt x="1080624" y="229310"/>
                  </a:lnTo>
                  <a:lnTo>
                    <a:pt x="1081102" y="226444"/>
                  </a:lnTo>
                  <a:lnTo>
                    <a:pt x="1082535" y="222144"/>
                  </a:lnTo>
                  <a:lnTo>
                    <a:pt x="1083013" y="221189"/>
                  </a:lnTo>
                  <a:lnTo>
                    <a:pt x="1090656" y="210201"/>
                  </a:lnTo>
                  <a:lnTo>
                    <a:pt x="1091612" y="209246"/>
                  </a:lnTo>
                  <a:lnTo>
                    <a:pt x="1094956" y="196347"/>
                  </a:lnTo>
                  <a:lnTo>
                    <a:pt x="1095911" y="190614"/>
                  </a:lnTo>
                  <a:lnTo>
                    <a:pt x="1095911" y="187270"/>
                  </a:lnTo>
                  <a:lnTo>
                    <a:pt x="1095434" y="184404"/>
                  </a:lnTo>
                  <a:lnTo>
                    <a:pt x="1095911" y="181537"/>
                  </a:lnTo>
                  <a:lnTo>
                    <a:pt x="1096867" y="179626"/>
                  </a:lnTo>
                  <a:lnTo>
                    <a:pt x="1097822" y="178193"/>
                  </a:lnTo>
                  <a:lnTo>
                    <a:pt x="1099256" y="176760"/>
                  </a:lnTo>
                  <a:lnTo>
                    <a:pt x="1100211" y="174849"/>
                  </a:lnTo>
                  <a:lnTo>
                    <a:pt x="1100689" y="174371"/>
                  </a:lnTo>
                  <a:lnTo>
                    <a:pt x="1102122" y="174371"/>
                  </a:lnTo>
                  <a:lnTo>
                    <a:pt x="1103555" y="175805"/>
                  </a:lnTo>
                  <a:lnTo>
                    <a:pt x="1104988" y="176282"/>
                  </a:lnTo>
                  <a:lnTo>
                    <a:pt x="1113110" y="174371"/>
                  </a:lnTo>
                  <a:lnTo>
                    <a:pt x="1113110" y="173416"/>
                  </a:lnTo>
                  <a:lnTo>
                    <a:pt x="1108332" y="171027"/>
                  </a:lnTo>
                  <a:lnTo>
                    <a:pt x="1108332" y="169594"/>
                  </a:lnTo>
                  <a:lnTo>
                    <a:pt x="1108810" y="167683"/>
                  </a:lnTo>
                  <a:lnTo>
                    <a:pt x="1110243" y="165772"/>
                  </a:lnTo>
                  <a:lnTo>
                    <a:pt x="1112154" y="164817"/>
                  </a:lnTo>
                  <a:lnTo>
                    <a:pt x="1112632" y="163861"/>
                  </a:lnTo>
                  <a:lnTo>
                    <a:pt x="1112632" y="161950"/>
                  </a:lnTo>
                  <a:lnTo>
                    <a:pt x="1113110" y="159084"/>
                  </a:lnTo>
                  <a:lnTo>
                    <a:pt x="1112632" y="158128"/>
                  </a:lnTo>
                  <a:lnTo>
                    <a:pt x="1108332" y="154784"/>
                  </a:lnTo>
                  <a:lnTo>
                    <a:pt x="1105466" y="154784"/>
                  </a:lnTo>
                  <a:lnTo>
                    <a:pt x="1104988" y="154307"/>
                  </a:lnTo>
                  <a:lnTo>
                    <a:pt x="1102600" y="150963"/>
                  </a:lnTo>
                  <a:lnTo>
                    <a:pt x="1102122" y="146663"/>
                  </a:lnTo>
                  <a:lnTo>
                    <a:pt x="1101644" y="144752"/>
                  </a:lnTo>
                  <a:lnTo>
                    <a:pt x="1102122" y="141886"/>
                  </a:lnTo>
                  <a:lnTo>
                    <a:pt x="1102600" y="141408"/>
                  </a:lnTo>
                  <a:lnTo>
                    <a:pt x="1102122" y="139975"/>
                  </a:lnTo>
                  <a:lnTo>
                    <a:pt x="1101644" y="138064"/>
                  </a:lnTo>
                  <a:lnTo>
                    <a:pt x="1101644" y="136153"/>
                  </a:lnTo>
                  <a:lnTo>
                    <a:pt x="1102122" y="134720"/>
                  </a:lnTo>
                  <a:lnTo>
                    <a:pt x="1101644" y="133286"/>
                  </a:lnTo>
                  <a:lnTo>
                    <a:pt x="1100689" y="131376"/>
                  </a:lnTo>
                  <a:lnTo>
                    <a:pt x="1100211" y="129465"/>
                  </a:lnTo>
                  <a:lnTo>
                    <a:pt x="1101644" y="124210"/>
                  </a:lnTo>
                  <a:lnTo>
                    <a:pt x="1101644" y="122777"/>
                  </a:lnTo>
                  <a:lnTo>
                    <a:pt x="1100689" y="120866"/>
                  </a:lnTo>
                  <a:lnTo>
                    <a:pt x="1099733" y="119910"/>
                  </a:lnTo>
                  <a:lnTo>
                    <a:pt x="1100211" y="119432"/>
                  </a:lnTo>
                  <a:lnTo>
                    <a:pt x="1102122" y="118955"/>
                  </a:lnTo>
                  <a:lnTo>
                    <a:pt x="1104511" y="119910"/>
                  </a:lnTo>
                  <a:lnTo>
                    <a:pt x="1106899" y="121343"/>
                  </a:lnTo>
                  <a:lnTo>
                    <a:pt x="1109765" y="121343"/>
                  </a:lnTo>
                  <a:lnTo>
                    <a:pt x="1113588" y="119910"/>
                  </a:lnTo>
                  <a:lnTo>
                    <a:pt x="1117409" y="118955"/>
                  </a:lnTo>
                  <a:lnTo>
                    <a:pt x="1124097" y="119432"/>
                  </a:lnTo>
                  <a:lnTo>
                    <a:pt x="1125531" y="119910"/>
                  </a:lnTo>
                  <a:lnTo>
                    <a:pt x="1131741" y="124687"/>
                  </a:lnTo>
                  <a:lnTo>
                    <a:pt x="1136996" y="127076"/>
                  </a:lnTo>
                  <a:lnTo>
                    <a:pt x="1138907" y="126598"/>
                  </a:lnTo>
                  <a:lnTo>
                    <a:pt x="1150372" y="127554"/>
                  </a:lnTo>
                  <a:lnTo>
                    <a:pt x="1155150" y="127076"/>
                  </a:lnTo>
                  <a:lnTo>
                    <a:pt x="1157538" y="127554"/>
                  </a:lnTo>
                  <a:lnTo>
                    <a:pt x="1162316" y="129942"/>
                  </a:lnTo>
                  <a:lnTo>
                    <a:pt x="1162316" y="132331"/>
                  </a:lnTo>
                  <a:lnTo>
                    <a:pt x="1159927" y="135675"/>
                  </a:lnTo>
                  <a:lnTo>
                    <a:pt x="1157061" y="136631"/>
                  </a:lnTo>
                  <a:lnTo>
                    <a:pt x="1155150" y="137586"/>
                  </a:lnTo>
                  <a:lnTo>
                    <a:pt x="1157061" y="139497"/>
                  </a:lnTo>
                  <a:lnTo>
                    <a:pt x="1163749" y="141886"/>
                  </a:lnTo>
                  <a:lnTo>
                    <a:pt x="1165182" y="146185"/>
                  </a:lnTo>
                  <a:lnTo>
                    <a:pt x="1165660" y="148096"/>
                  </a:lnTo>
                  <a:lnTo>
                    <a:pt x="1165182" y="149529"/>
                  </a:lnTo>
                  <a:lnTo>
                    <a:pt x="1165182" y="150485"/>
                  </a:lnTo>
                  <a:lnTo>
                    <a:pt x="1167093" y="150485"/>
                  </a:lnTo>
                  <a:lnTo>
                    <a:pt x="1170915" y="149052"/>
                  </a:lnTo>
                  <a:lnTo>
                    <a:pt x="1175214" y="150007"/>
                  </a:lnTo>
                  <a:lnTo>
                    <a:pt x="1181425" y="152873"/>
                  </a:lnTo>
                  <a:lnTo>
                    <a:pt x="1182380" y="153351"/>
                  </a:lnTo>
                  <a:lnTo>
                    <a:pt x="1183336" y="156218"/>
                  </a:lnTo>
                  <a:lnTo>
                    <a:pt x="1183336" y="157173"/>
                  </a:lnTo>
                  <a:lnTo>
                    <a:pt x="1177603" y="162906"/>
                  </a:lnTo>
                  <a:lnTo>
                    <a:pt x="1174737" y="165294"/>
                  </a:lnTo>
                  <a:lnTo>
                    <a:pt x="1170915" y="167683"/>
                  </a:lnTo>
                  <a:lnTo>
                    <a:pt x="1170915" y="169116"/>
                  </a:lnTo>
                  <a:lnTo>
                    <a:pt x="1176170" y="169116"/>
                  </a:lnTo>
                  <a:lnTo>
                    <a:pt x="1180470" y="169594"/>
                  </a:lnTo>
                  <a:lnTo>
                    <a:pt x="1182380" y="170549"/>
                  </a:lnTo>
                  <a:lnTo>
                    <a:pt x="1183336" y="171505"/>
                  </a:lnTo>
                  <a:lnTo>
                    <a:pt x="1184291" y="173893"/>
                  </a:lnTo>
                  <a:lnTo>
                    <a:pt x="1184769" y="175805"/>
                  </a:lnTo>
                  <a:lnTo>
                    <a:pt x="1184769" y="178671"/>
                  </a:lnTo>
                  <a:lnTo>
                    <a:pt x="1184291" y="180104"/>
                  </a:lnTo>
                  <a:lnTo>
                    <a:pt x="1179514" y="185359"/>
                  </a:lnTo>
                  <a:lnTo>
                    <a:pt x="1177125" y="186792"/>
                  </a:lnTo>
                  <a:lnTo>
                    <a:pt x="1173304" y="188703"/>
                  </a:lnTo>
                  <a:lnTo>
                    <a:pt x="1171393" y="190136"/>
                  </a:lnTo>
                  <a:lnTo>
                    <a:pt x="1169960" y="190136"/>
                  </a:lnTo>
                  <a:lnTo>
                    <a:pt x="1167571" y="188225"/>
                  </a:lnTo>
                  <a:lnTo>
                    <a:pt x="1165660" y="187748"/>
                  </a:lnTo>
                  <a:lnTo>
                    <a:pt x="1161838" y="189181"/>
                  </a:lnTo>
                  <a:lnTo>
                    <a:pt x="1159927" y="189181"/>
                  </a:lnTo>
                  <a:lnTo>
                    <a:pt x="1158972" y="189659"/>
                  </a:lnTo>
                  <a:lnTo>
                    <a:pt x="1158972" y="190614"/>
                  </a:lnTo>
                  <a:lnTo>
                    <a:pt x="1160883" y="193958"/>
                  </a:lnTo>
                  <a:lnTo>
                    <a:pt x="1161838" y="195391"/>
                  </a:lnTo>
                  <a:lnTo>
                    <a:pt x="1162316" y="196347"/>
                  </a:lnTo>
                  <a:lnTo>
                    <a:pt x="1161360" y="197780"/>
                  </a:lnTo>
                  <a:lnTo>
                    <a:pt x="1161360" y="198258"/>
                  </a:lnTo>
                  <a:lnTo>
                    <a:pt x="1162316" y="198735"/>
                  </a:lnTo>
                  <a:lnTo>
                    <a:pt x="1165660" y="205424"/>
                  </a:lnTo>
                  <a:lnTo>
                    <a:pt x="1166138" y="205901"/>
                  </a:lnTo>
                  <a:lnTo>
                    <a:pt x="1167093" y="205901"/>
                  </a:lnTo>
                  <a:lnTo>
                    <a:pt x="1168526" y="203991"/>
                  </a:lnTo>
                  <a:lnTo>
                    <a:pt x="1169004" y="203035"/>
                  </a:lnTo>
                  <a:lnTo>
                    <a:pt x="1169482" y="203035"/>
                  </a:lnTo>
                  <a:lnTo>
                    <a:pt x="1169482" y="203991"/>
                  </a:lnTo>
                  <a:lnTo>
                    <a:pt x="1168049" y="210201"/>
                  </a:lnTo>
                  <a:lnTo>
                    <a:pt x="1168049" y="211634"/>
                  </a:lnTo>
                  <a:lnTo>
                    <a:pt x="1168049" y="213067"/>
                  </a:lnTo>
                  <a:lnTo>
                    <a:pt x="1168526" y="215934"/>
                  </a:lnTo>
                  <a:lnTo>
                    <a:pt x="1170437" y="219278"/>
                  </a:lnTo>
                  <a:lnTo>
                    <a:pt x="1172348" y="222144"/>
                  </a:lnTo>
                  <a:lnTo>
                    <a:pt x="1175692" y="225966"/>
                  </a:lnTo>
                  <a:lnTo>
                    <a:pt x="1179992" y="230266"/>
                  </a:lnTo>
                  <a:lnTo>
                    <a:pt x="1181425" y="232177"/>
                  </a:lnTo>
                  <a:lnTo>
                    <a:pt x="1183814" y="236954"/>
                  </a:lnTo>
                  <a:lnTo>
                    <a:pt x="1184291" y="238387"/>
                  </a:lnTo>
                  <a:lnTo>
                    <a:pt x="1183814" y="243642"/>
                  </a:lnTo>
                  <a:lnTo>
                    <a:pt x="1181903" y="251286"/>
                  </a:lnTo>
                  <a:lnTo>
                    <a:pt x="1180947" y="255585"/>
                  </a:lnTo>
                  <a:lnTo>
                    <a:pt x="1180470" y="257019"/>
                  </a:lnTo>
                  <a:lnTo>
                    <a:pt x="1177125" y="259885"/>
                  </a:lnTo>
                  <a:lnTo>
                    <a:pt x="1175214" y="260840"/>
                  </a:lnTo>
                  <a:lnTo>
                    <a:pt x="1172348" y="260840"/>
                  </a:lnTo>
                  <a:lnTo>
                    <a:pt x="1171393" y="261318"/>
                  </a:lnTo>
                  <a:lnTo>
                    <a:pt x="1169960" y="263707"/>
                  </a:lnTo>
                  <a:lnTo>
                    <a:pt x="1167571" y="268006"/>
                  </a:lnTo>
                  <a:lnTo>
                    <a:pt x="1166138" y="270873"/>
                  </a:lnTo>
                  <a:lnTo>
                    <a:pt x="1164704" y="272306"/>
                  </a:lnTo>
                  <a:lnTo>
                    <a:pt x="1162316" y="273739"/>
                  </a:lnTo>
                  <a:lnTo>
                    <a:pt x="1158972" y="277561"/>
                  </a:lnTo>
                  <a:lnTo>
                    <a:pt x="1157061" y="278994"/>
                  </a:lnTo>
                  <a:lnTo>
                    <a:pt x="1150850" y="280905"/>
                  </a:lnTo>
                  <a:lnTo>
                    <a:pt x="1146073" y="286160"/>
                  </a:lnTo>
                  <a:lnTo>
                    <a:pt x="1144162" y="288071"/>
                  </a:lnTo>
                  <a:lnTo>
                    <a:pt x="1141773" y="289026"/>
                  </a:lnTo>
                  <a:lnTo>
                    <a:pt x="1139863" y="289026"/>
                  </a:lnTo>
                  <a:lnTo>
                    <a:pt x="1138429" y="288071"/>
                  </a:lnTo>
                  <a:lnTo>
                    <a:pt x="1137474" y="284727"/>
                  </a:lnTo>
                  <a:lnTo>
                    <a:pt x="1136996" y="283771"/>
                  </a:lnTo>
                  <a:lnTo>
                    <a:pt x="1135563" y="281383"/>
                  </a:lnTo>
                  <a:lnTo>
                    <a:pt x="1131741" y="275172"/>
                  </a:lnTo>
                  <a:lnTo>
                    <a:pt x="1130308" y="272784"/>
                  </a:lnTo>
                  <a:lnTo>
                    <a:pt x="1129353" y="272306"/>
                  </a:lnTo>
                  <a:lnTo>
                    <a:pt x="1126964" y="272784"/>
                  </a:lnTo>
                  <a:lnTo>
                    <a:pt x="1126008" y="272306"/>
                  </a:lnTo>
                  <a:lnTo>
                    <a:pt x="1123620" y="270395"/>
                  </a:lnTo>
                  <a:lnTo>
                    <a:pt x="1123142" y="268962"/>
                  </a:lnTo>
                  <a:lnTo>
                    <a:pt x="1123142" y="268484"/>
                  </a:lnTo>
                  <a:lnTo>
                    <a:pt x="1124575" y="267529"/>
                  </a:lnTo>
                  <a:lnTo>
                    <a:pt x="1124097" y="266573"/>
                  </a:lnTo>
                  <a:lnTo>
                    <a:pt x="1120753" y="263707"/>
                  </a:lnTo>
                  <a:lnTo>
                    <a:pt x="1119798" y="261796"/>
                  </a:lnTo>
                  <a:lnTo>
                    <a:pt x="1119798" y="261318"/>
                  </a:lnTo>
                  <a:lnTo>
                    <a:pt x="1116454" y="259407"/>
                  </a:lnTo>
                  <a:lnTo>
                    <a:pt x="1113588" y="258929"/>
                  </a:lnTo>
                  <a:lnTo>
                    <a:pt x="1109765" y="262273"/>
                  </a:lnTo>
                  <a:lnTo>
                    <a:pt x="1108332" y="264662"/>
                  </a:lnTo>
                  <a:lnTo>
                    <a:pt x="1108332" y="265140"/>
                  </a:lnTo>
                  <a:lnTo>
                    <a:pt x="1109765" y="266095"/>
                  </a:lnTo>
                  <a:lnTo>
                    <a:pt x="1110721" y="265618"/>
                  </a:lnTo>
                  <a:lnTo>
                    <a:pt x="1112154" y="263707"/>
                  </a:lnTo>
                  <a:lnTo>
                    <a:pt x="1113110" y="262751"/>
                  </a:lnTo>
                  <a:lnTo>
                    <a:pt x="1115498" y="263229"/>
                  </a:lnTo>
                  <a:lnTo>
                    <a:pt x="1117409" y="264662"/>
                  </a:lnTo>
                  <a:lnTo>
                    <a:pt x="1118365" y="266095"/>
                  </a:lnTo>
                  <a:lnTo>
                    <a:pt x="1118365" y="266573"/>
                  </a:lnTo>
                  <a:lnTo>
                    <a:pt x="1124097" y="273261"/>
                  </a:lnTo>
                  <a:lnTo>
                    <a:pt x="1126008" y="274694"/>
                  </a:lnTo>
                  <a:lnTo>
                    <a:pt x="1126486" y="276605"/>
                  </a:lnTo>
                  <a:lnTo>
                    <a:pt x="1126964" y="278994"/>
                  </a:lnTo>
                  <a:lnTo>
                    <a:pt x="1128397" y="281860"/>
                  </a:lnTo>
                  <a:lnTo>
                    <a:pt x="1130786" y="286638"/>
                  </a:lnTo>
                  <a:lnTo>
                    <a:pt x="1133652" y="292848"/>
                  </a:lnTo>
                  <a:lnTo>
                    <a:pt x="1134130" y="295237"/>
                  </a:lnTo>
                  <a:lnTo>
                    <a:pt x="1132697" y="296192"/>
                  </a:lnTo>
                  <a:lnTo>
                    <a:pt x="1132219" y="296192"/>
                  </a:lnTo>
                  <a:lnTo>
                    <a:pt x="1129830" y="295237"/>
                  </a:lnTo>
                  <a:lnTo>
                    <a:pt x="1124575" y="292848"/>
                  </a:lnTo>
                  <a:lnTo>
                    <a:pt x="1123620" y="292848"/>
                  </a:lnTo>
                  <a:lnTo>
                    <a:pt x="1122187" y="294281"/>
                  </a:lnTo>
                  <a:lnTo>
                    <a:pt x="1121231" y="297148"/>
                  </a:lnTo>
                  <a:lnTo>
                    <a:pt x="1120753" y="297626"/>
                  </a:lnTo>
                  <a:lnTo>
                    <a:pt x="1117887" y="296192"/>
                  </a:lnTo>
                  <a:lnTo>
                    <a:pt x="1112154" y="293326"/>
                  </a:lnTo>
                  <a:lnTo>
                    <a:pt x="1108332" y="290937"/>
                  </a:lnTo>
                  <a:lnTo>
                    <a:pt x="1106422" y="289026"/>
                  </a:lnTo>
                  <a:lnTo>
                    <a:pt x="1104511" y="285682"/>
                  </a:lnTo>
                  <a:lnTo>
                    <a:pt x="1101644" y="281383"/>
                  </a:lnTo>
                  <a:lnTo>
                    <a:pt x="1098300" y="279949"/>
                  </a:lnTo>
                  <a:lnTo>
                    <a:pt x="1094478" y="281860"/>
                  </a:lnTo>
                  <a:lnTo>
                    <a:pt x="1089223" y="282338"/>
                  </a:lnTo>
                  <a:lnTo>
                    <a:pt x="1078235" y="281860"/>
                  </a:lnTo>
                  <a:lnTo>
                    <a:pt x="1076324" y="282338"/>
                  </a:lnTo>
                  <a:lnTo>
                    <a:pt x="1075847" y="282816"/>
                  </a:lnTo>
                  <a:lnTo>
                    <a:pt x="1076802" y="285205"/>
                  </a:lnTo>
                  <a:lnTo>
                    <a:pt x="1076802" y="285682"/>
                  </a:lnTo>
                  <a:lnTo>
                    <a:pt x="1075847" y="286160"/>
                  </a:lnTo>
                  <a:lnTo>
                    <a:pt x="1075847" y="287115"/>
                  </a:lnTo>
                  <a:lnTo>
                    <a:pt x="1076802" y="289504"/>
                  </a:lnTo>
                  <a:lnTo>
                    <a:pt x="1079191" y="291415"/>
                  </a:lnTo>
                  <a:lnTo>
                    <a:pt x="1084446" y="293804"/>
                  </a:lnTo>
                  <a:lnTo>
                    <a:pt x="1088268" y="295715"/>
                  </a:lnTo>
                  <a:lnTo>
                    <a:pt x="1090656" y="297148"/>
                  </a:lnTo>
                  <a:lnTo>
                    <a:pt x="1091134" y="299059"/>
                  </a:lnTo>
                  <a:lnTo>
                    <a:pt x="1091612" y="300492"/>
                  </a:lnTo>
                  <a:lnTo>
                    <a:pt x="1090179" y="303358"/>
                  </a:lnTo>
                  <a:lnTo>
                    <a:pt x="1089701" y="304791"/>
                  </a:lnTo>
                  <a:lnTo>
                    <a:pt x="1076802" y="320557"/>
                  </a:lnTo>
                  <a:lnTo>
                    <a:pt x="1071547" y="326767"/>
                  </a:lnTo>
                  <a:lnTo>
                    <a:pt x="1069158" y="330589"/>
                  </a:lnTo>
                  <a:lnTo>
                    <a:pt x="1066770" y="332977"/>
                  </a:lnTo>
                  <a:lnTo>
                    <a:pt x="1064859" y="334411"/>
                  </a:lnTo>
                  <a:lnTo>
                    <a:pt x="1061515" y="334888"/>
                  </a:lnTo>
                  <a:lnTo>
                    <a:pt x="1057215" y="334888"/>
                  </a:lnTo>
                  <a:lnTo>
                    <a:pt x="1051483" y="334411"/>
                  </a:lnTo>
                  <a:lnTo>
                    <a:pt x="1048616" y="332500"/>
                  </a:lnTo>
                  <a:lnTo>
                    <a:pt x="1042883" y="327245"/>
                  </a:lnTo>
                  <a:lnTo>
                    <a:pt x="1039062" y="323901"/>
                  </a:lnTo>
                  <a:lnTo>
                    <a:pt x="1037628" y="322945"/>
                  </a:lnTo>
                  <a:lnTo>
                    <a:pt x="1036195" y="320079"/>
                  </a:lnTo>
                  <a:lnTo>
                    <a:pt x="1034762" y="319601"/>
                  </a:lnTo>
                  <a:lnTo>
                    <a:pt x="1031896" y="319123"/>
                  </a:lnTo>
                  <a:lnTo>
                    <a:pt x="1029507" y="317212"/>
                  </a:lnTo>
                  <a:lnTo>
                    <a:pt x="1022819" y="311957"/>
                  </a:lnTo>
                  <a:lnTo>
                    <a:pt x="1019475" y="309569"/>
                  </a:lnTo>
                  <a:lnTo>
                    <a:pt x="1016131" y="308613"/>
                  </a:lnTo>
                  <a:lnTo>
                    <a:pt x="1013264" y="308613"/>
                  </a:lnTo>
                  <a:lnTo>
                    <a:pt x="1012309" y="308613"/>
                  </a:lnTo>
                  <a:lnTo>
                    <a:pt x="1014220" y="311480"/>
                  </a:lnTo>
                  <a:lnTo>
                    <a:pt x="1013264" y="311480"/>
                  </a:lnTo>
                  <a:lnTo>
                    <a:pt x="1011353" y="311002"/>
                  </a:lnTo>
                  <a:lnTo>
                    <a:pt x="1008965" y="311002"/>
                  </a:lnTo>
                  <a:lnTo>
                    <a:pt x="1005143" y="309091"/>
                  </a:lnTo>
                  <a:lnTo>
                    <a:pt x="1000843" y="309091"/>
                  </a:lnTo>
                  <a:lnTo>
                    <a:pt x="998455" y="309091"/>
                  </a:lnTo>
                  <a:lnTo>
                    <a:pt x="995110" y="307658"/>
                  </a:lnTo>
                  <a:lnTo>
                    <a:pt x="991289" y="307180"/>
                  </a:lnTo>
                  <a:lnTo>
                    <a:pt x="985078" y="307180"/>
                  </a:lnTo>
                  <a:lnTo>
                    <a:pt x="983167" y="307658"/>
                  </a:lnTo>
                  <a:lnTo>
                    <a:pt x="982690" y="308136"/>
                  </a:lnTo>
                  <a:lnTo>
                    <a:pt x="985556" y="310524"/>
                  </a:lnTo>
                  <a:lnTo>
                    <a:pt x="990811" y="313391"/>
                  </a:lnTo>
                  <a:lnTo>
                    <a:pt x="989855" y="311002"/>
                  </a:lnTo>
                  <a:lnTo>
                    <a:pt x="990333" y="310046"/>
                  </a:lnTo>
                  <a:lnTo>
                    <a:pt x="991766" y="309569"/>
                  </a:lnTo>
                  <a:lnTo>
                    <a:pt x="999410" y="311002"/>
                  </a:lnTo>
                  <a:lnTo>
                    <a:pt x="1008009" y="313868"/>
                  </a:lnTo>
                  <a:lnTo>
                    <a:pt x="1010398" y="314346"/>
                  </a:lnTo>
                  <a:lnTo>
                    <a:pt x="1012786" y="315301"/>
                  </a:lnTo>
                  <a:lnTo>
                    <a:pt x="1015175" y="317212"/>
                  </a:lnTo>
                  <a:lnTo>
                    <a:pt x="1018997" y="321512"/>
                  </a:lnTo>
                  <a:lnTo>
                    <a:pt x="1026163" y="330111"/>
                  </a:lnTo>
                  <a:lnTo>
                    <a:pt x="1028551" y="332500"/>
                  </a:lnTo>
                  <a:lnTo>
                    <a:pt x="1031418" y="334411"/>
                  </a:lnTo>
                  <a:lnTo>
                    <a:pt x="1047183" y="337277"/>
                  </a:lnTo>
                  <a:lnTo>
                    <a:pt x="1052438" y="337277"/>
                  </a:lnTo>
                  <a:lnTo>
                    <a:pt x="1062948" y="338233"/>
                  </a:lnTo>
                  <a:lnTo>
                    <a:pt x="1068681" y="339666"/>
                  </a:lnTo>
                  <a:lnTo>
                    <a:pt x="1070114" y="341099"/>
                  </a:lnTo>
                  <a:lnTo>
                    <a:pt x="1070592" y="344921"/>
                  </a:lnTo>
                  <a:lnTo>
                    <a:pt x="1070114" y="346832"/>
                  </a:lnTo>
                  <a:lnTo>
                    <a:pt x="1067248" y="352564"/>
                  </a:lnTo>
                  <a:lnTo>
                    <a:pt x="1065337" y="356864"/>
                  </a:lnTo>
                  <a:lnTo>
                    <a:pt x="1052916" y="375018"/>
                  </a:lnTo>
                  <a:lnTo>
                    <a:pt x="1051483" y="379317"/>
                  </a:lnTo>
                  <a:lnTo>
                    <a:pt x="1051005" y="381706"/>
                  </a:lnTo>
                  <a:lnTo>
                    <a:pt x="1048616" y="384094"/>
                  </a:lnTo>
                  <a:lnTo>
                    <a:pt x="1043361" y="387916"/>
                  </a:lnTo>
                  <a:lnTo>
                    <a:pt x="1038106" y="391260"/>
                  </a:lnTo>
                  <a:lnTo>
                    <a:pt x="1034762" y="392216"/>
                  </a:lnTo>
                  <a:lnTo>
                    <a:pt x="1031896" y="391260"/>
                  </a:lnTo>
                  <a:lnTo>
                    <a:pt x="1029985" y="390305"/>
                  </a:lnTo>
                  <a:lnTo>
                    <a:pt x="1027118" y="386961"/>
                  </a:lnTo>
                  <a:lnTo>
                    <a:pt x="1026641" y="387439"/>
                  </a:lnTo>
                  <a:lnTo>
                    <a:pt x="1029029" y="392694"/>
                  </a:lnTo>
                  <a:lnTo>
                    <a:pt x="1028551" y="393171"/>
                  </a:lnTo>
                  <a:lnTo>
                    <a:pt x="1026641" y="392216"/>
                  </a:lnTo>
                  <a:lnTo>
                    <a:pt x="1022819" y="390305"/>
                  </a:lnTo>
                  <a:lnTo>
                    <a:pt x="1021863" y="390305"/>
                  </a:lnTo>
                  <a:lnTo>
                    <a:pt x="1020908" y="391260"/>
                  </a:lnTo>
                  <a:lnTo>
                    <a:pt x="1019952" y="391260"/>
                  </a:lnTo>
                  <a:lnTo>
                    <a:pt x="1018997" y="390305"/>
                  </a:lnTo>
                  <a:lnTo>
                    <a:pt x="1016608" y="388394"/>
                  </a:lnTo>
                  <a:lnTo>
                    <a:pt x="1016131" y="387439"/>
                  </a:lnTo>
                  <a:lnTo>
                    <a:pt x="1015175" y="384572"/>
                  </a:lnTo>
                  <a:lnTo>
                    <a:pt x="1015175" y="384094"/>
                  </a:lnTo>
                  <a:lnTo>
                    <a:pt x="1010398" y="386005"/>
                  </a:lnTo>
                  <a:lnTo>
                    <a:pt x="1009442" y="386483"/>
                  </a:lnTo>
                  <a:lnTo>
                    <a:pt x="1011353" y="387439"/>
                  </a:lnTo>
                  <a:lnTo>
                    <a:pt x="1012309" y="388394"/>
                  </a:lnTo>
                  <a:lnTo>
                    <a:pt x="1014220" y="392694"/>
                  </a:lnTo>
                  <a:lnTo>
                    <a:pt x="1014220" y="393649"/>
                  </a:lnTo>
                  <a:lnTo>
                    <a:pt x="1012786" y="394127"/>
                  </a:lnTo>
                  <a:lnTo>
                    <a:pt x="1008487" y="392694"/>
                  </a:lnTo>
                  <a:lnTo>
                    <a:pt x="1008009" y="392694"/>
                  </a:lnTo>
                  <a:lnTo>
                    <a:pt x="1009920" y="396993"/>
                  </a:lnTo>
                  <a:lnTo>
                    <a:pt x="1010876" y="398904"/>
                  </a:lnTo>
                  <a:lnTo>
                    <a:pt x="1010876" y="399860"/>
                  </a:lnTo>
                  <a:lnTo>
                    <a:pt x="1008009" y="404637"/>
                  </a:lnTo>
                  <a:lnTo>
                    <a:pt x="1006576" y="406548"/>
                  </a:lnTo>
                  <a:lnTo>
                    <a:pt x="1003710" y="407026"/>
                  </a:lnTo>
                  <a:lnTo>
                    <a:pt x="1002276" y="406548"/>
                  </a:lnTo>
                  <a:lnTo>
                    <a:pt x="1000843" y="405592"/>
                  </a:lnTo>
                  <a:lnTo>
                    <a:pt x="999410" y="405592"/>
                  </a:lnTo>
                  <a:lnTo>
                    <a:pt x="998455" y="407026"/>
                  </a:lnTo>
                  <a:lnTo>
                    <a:pt x="997021" y="408459"/>
                  </a:lnTo>
                  <a:lnTo>
                    <a:pt x="995110" y="408936"/>
                  </a:lnTo>
                  <a:lnTo>
                    <a:pt x="992244" y="408936"/>
                  </a:lnTo>
                  <a:lnTo>
                    <a:pt x="989378" y="407503"/>
                  </a:lnTo>
                  <a:lnTo>
                    <a:pt x="980778" y="403204"/>
                  </a:lnTo>
                  <a:lnTo>
                    <a:pt x="977912" y="402248"/>
                  </a:lnTo>
                  <a:lnTo>
                    <a:pt x="973135" y="401771"/>
                  </a:lnTo>
                  <a:lnTo>
                    <a:pt x="972657" y="401293"/>
                  </a:lnTo>
                  <a:lnTo>
                    <a:pt x="972657" y="400337"/>
                  </a:lnTo>
                  <a:lnTo>
                    <a:pt x="973135" y="399860"/>
                  </a:lnTo>
                  <a:lnTo>
                    <a:pt x="973135" y="399382"/>
                  </a:lnTo>
                  <a:lnTo>
                    <a:pt x="971702" y="398904"/>
                  </a:lnTo>
                  <a:lnTo>
                    <a:pt x="970746" y="399382"/>
                  </a:lnTo>
                  <a:lnTo>
                    <a:pt x="969791" y="400815"/>
                  </a:lnTo>
                  <a:lnTo>
                    <a:pt x="967880" y="400815"/>
                  </a:lnTo>
                  <a:lnTo>
                    <a:pt x="965013" y="400337"/>
                  </a:lnTo>
                  <a:lnTo>
                    <a:pt x="960714" y="398904"/>
                  </a:lnTo>
                  <a:lnTo>
                    <a:pt x="952593" y="394127"/>
                  </a:lnTo>
                  <a:lnTo>
                    <a:pt x="943038" y="390783"/>
                  </a:lnTo>
                  <a:lnTo>
                    <a:pt x="937783" y="385528"/>
                  </a:lnTo>
                  <a:lnTo>
                    <a:pt x="939694" y="390305"/>
                  </a:lnTo>
                  <a:lnTo>
                    <a:pt x="939694" y="391738"/>
                  </a:lnTo>
                  <a:lnTo>
                    <a:pt x="938738" y="392694"/>
                  </a:lnTo>
                  <a:lnTo>
                    <a:pt x="938738" y="394127"/>
                  </a:lnTo>
                  <a:lnTo>
                    <a:pt x="940649" y="397471"/>
                  </a:lnTo>
                  <a:lnTo>
                    <a:pt x="943516" y="398426"/>
                  </a:lnTo>
                  <a:lnTo>
                    <a:pt x="946382" y="398426"/>
                  </a:lnTo>
                  <a:lnTo>
                    <a:pt x="946382" y="397949"/>
                  </a:lnTo>
                  <a:lnTo>
                    <a:pt x="945427" y="396993"/>
                  </a:lnTo>
                  <a:lnTo>
                    <a:pt x="943994" y="396038"/>
                  </a:lnTo>
                  <a:lnTo>
                    <a:pt x="943516" y="394127"/>
                  </a:lnTo>
                  <a:lnTo>
                    <a:pt x="944471" y="394127"/>
                  </a:lnTo>
                  <a:lnTo>
                    <a:pt x="946860" y="394605"/>
                  </a:lnTo>
                  <a:lnTo>
                    <a:pt x="948293" y="396038"/>
                  </a:lnTo>
                  <a:lnTo>
                    <a:pt x="961192" y="401771"/>
                  </a:lnTo>
                  <a:lnTo>
                    <a:pt x="965013" y="402726"/>
                  </a:lnTo>
                  <a:lnTo>
                    <a:pt x="967880" y="403681"/>
                  </a:lnTo>
                  <a:lnTo>
                    <a:pt x="968358" y="404637"/>
                  </a:lnTo>
                  <a:lnTo>
                    <a:pt x="967402" y="406070"/>
                  </a:lnTo>
                  <a:lnTo>
                    <a:pt x="962625" y="409414"/>
                  </a:lnTo>
                  <a:lnTo>
                    <a:pt x="962147" y="409892"/>
                  </a:lnTo>
                  <a:lnTo>
                    <a:pt x="965969" y="409892"/>
                  </a:lnTo>
                  <a:lnTo>
                    <a:pt x="970269" y="406548"/>
                  </a:lnTo>
                  <a:lnTo>
                    <a:pt x="972657" y="405115"/>
                  </a:lnTo>
                  <a:lnTo>
                    <a:pt x="974568" y="404159"/>
                  </a:lnTo>
                  <a:lnTo>
                    <a:pt x="977912" y="405592"/>
                  </a:lnTo>
                  <a:lnTo>
                    <a:pt x="981734" y="409892"/>
                  </a:lnTo>
                  <a:lnTo>
                    <a:pt x="985078" y="411803"/>
                  </a:lnTo>
                  <a:lnTo>
                    <a:pt x="989378" y="413236"/>
                  </a:lnTo>
                  <a:lnTo>
                    <a:pt x="992244" y="414669"/>
                  </a:lnTo>
                  <a:lnTo>
                    <a:pt x="996544" y="418491"/>
                  </a:lnTo>
                  <a:lnTo>
                    <a:pt x="997021" y="420402"/>
                  </a:lnTo>
                  <a:lnTo>
                    <a:pt x="997499" y="428046"/>
                  </a:lnTo>
                  <a:lnTo>
                    <a:pt x="997499" y="429957"/>
                  </a:lnTo>
                  <a:lnTo>
                    <a:pt x="997021" y="431867"/>
                  </a:lnTo>
                  <a:lnTo>
                    <a:pt x="996066" y="433778"/>
                  </a:lnTo>
                  <a:lnTo>
                    <a:pt x="994155" y="434734"/>
                  </a:lnTo>
                  <a:lnTo>
                    <a:pt x="991289" y="434734"/>
                  </a:lnTo>
                  <a:lnTo>
                    <a:pt x="989378" y="435689"/>
                  </a:lnTo>
                  <a:lnTo>
                    <a:pt x="984601" y="439511"/>
                  </a:lnTo>
                  <a:lnTo>
                    <a:pt x="982690" y="440467"/>
                  </a:lnTo>
                  <a:lnTo>
                    <a:pt x="974090" y="439033"/>
                  </a:lnTo>
                  <a:lnTo>
                    <a:pt x="970746" y="438078"/>
                  </a:lnTo>
                  <a:lnTo>
                    <a:pt x="969313" y="438078"/>
                  </a:lnTo>
                  <a:lnTo>
                    <a:pt x="968358" y="439033"/>
                  </a:lnTo>
                  <a:lnTo>
                    <a:pt x="967880" y="439511"/>
                  </a:lnTo>
                  <a:lnTo>
                    <a:pt x="964536" y="439511"/>
                  </a:lnTo>
                  <a:lnTo>
                    <a:pt x="964058" y="440467"/>
                  </a:lnTo>
                  <a:lnTo>
                    <a:pt x="964058" y="441422"/>
                  </a:lnTo>
                  <a:lnTo>
                    <a:pt x="964536" y="442855"/>
                  </a:lnTo>
                  <a:lnTo>
                    <a:pt x="965491" y="443811"/>
                  </a:lnTo>
                  <a:lnTo>
                    <a:pt x="966925" y="445244"/>
                  </a:lnTo>
                  <a:lnTo>
                    <a:pt x="968835" y="445722"/>
                  </a:lnTo>
                  <a:lnTo>
                    <a:pt x="972657" y="446677"/>
                  </a:lnTo>
                  <a:lnTo>
                    <a:pt x="972657" y="448588"/>
                  </a:lnTo>
                  <a:lnTo>
                    <a:pt x="972657" y="449543"/>
                  </a:lnTo>
                  <a:lnTo>
                    <a:pt x="971224" y="450499"/>
                  </a:lnTo>
                  <a:lnTo>
                    <a:pt x="969791" y="450499"/>
                  </a:lnTo>
                  <a:lnTo>
                    <a:pt x="967402" y="449066"/>
                  </a:lnTo>
                  <a:lnTo>
                    <a:pt x="966447" y="449066"/>
                  </a:lnTo>
                  <a:lnTo>
                    <a:pt x="965013" y="449543"/>
                  </a:lnTo>
                  <a:lnTo>
                    <a:pt x="963580" y="450021"/>
                  </a:lnTo>
                  <a:lnTo>
                    <a:pt x="961669" y="449543"/>
                  </a:lnTo>
                  <a:lnTo>
                    <a:pt x="960714" y="450499"/>
                  </a:lnTo>
                  <a:lnTo>
                    <a:pt x="960236" y="452410"/>
                  </a:lnTo>
                  <a:lnTo>
                    <a:pt x="959759" y="453365"/>
                  </a:lnTo>
                  <a:lnTo>
                    <a:pt x="957370" y="455754"/>
                  </a:lnTo>
                  <a:lnTo>
                    <a:pt x="956414" y="457187"/>
                  </a:lnTo>
                  <a:lnTo>
                    <a:pt x="956414" y="458143"/>
                  </a:lnTo>
                  <a:lnTo>
                    <a:pt x="957848" y="459098"/>
                  </a:lnTo>
                  <a:lnTo>
                    <a:pt x="959281" y="461009"/>
                  </a:lnTo>
                  <a:lnTo>
                    <a:pt x="960714" y="463875"/>
                  </a:lnTo>
                  <a:lnTo>
                    <a:pt x="961192" y="465308"/>
                  </a:lnTo>
                  <a:lnTo>
                    <a:pt x="960236" y="464831"/>
                  </a:lnTo>
                  <a:lnTo>
                    <a:pt x="958803" y="463875"/>
                  </a:lnTo>
                  <a:lnTo>
                    <a:pt x="956892" y="461964"/>
                  </a:lnTo>
                  <a:lnTo>
                    <a:pt x="954503" y="460054"/>
                  </a:lnTo>
                  <a:lnTo>
                    <a:pt x="948771" y="457665"/>
                  </a:lnTo>
                  <a:lnTo>
                    <a:pt x="947815" y="457665"/>
                  </a:lnTo>
                  <a:lnTo>
                    <a:pt x="948293" y="458143"/>
                  </a:lnTo>
                  <a:lnTo>
                    <a:pt x="952115" y="460531"/>
                  </a:lnTo>
                  <a:lnTo>
                    <a:pt x="953548" y="462442"/>
                  </a:lnTo>
                  <a:lnTo>
                    <a:pt x="953548" y="463398"/>
                  </a:lnTo>
                  <a:lnTo>
                    <a:pt x="950682" y="466264"/>
                  </a:lnTo>
                  <a:lnTo>
                    <a:pt x="950204" y="466742"/>
                  </a:lnTo>
                  <a:lnTo>
                    <a:pt x="951159" y="467697"/>
                  </a:lnTo>
                  <a:lnTo>
                    <a:pt x="951637" y="468175"/>
                  </a:lnTo>
                  <a:lnTo>
                    <a:pt x="950204" y="469608"/>
                  </a:lnTo>
                  <a:lnTo>
                    <a:pt x="948293" y="470564"/>
                  </a:lnTo>
                  <a:lnTo>
                    <a:pt x="944949" y="470564"/>
                  </a:lnTo>
                  <a:lnTo>
                    <a:pt x="944471" y="471041"/>
                  </a:lnTo>
                  <a:lnTo>
                    <a:pt x="945904" y="472474"/>
                  </a:lnTo>
                  <a:lnTo>
                    <a:pt x="946382" y="473430"/>
                  </a:lnTo>
                  <a:lnTo>
                    <a:pt x="944949" y="474385"/>
                  </a:lnTo>
                  <a:lnTo>
                    <a:pt x="944471" y="474385"/>
                  </a:lnTo>
                  <a:lnTo>
                    <a:pt x="940171" y="473908"/>
                  </a:lnTo>
                  <a:lnTo>
                    <a:pt x="941127" y="476774"/>
                  </a:lnTo>
                  <a:lnTo>
                    <a:pt x="942083" y="477729"/>
                  </a:lnTo>
                  <a:lnTo>
                    <a:pt x="943038" y="479163"/>
                  </a:lnTo>
                  <a:lnTo>
                    <a:pt x="945427" y="480118"/>
                  </a:lnTo>
                  <a:lnTo>
                    <a:pt x="945427" y="480596"/>
                  </a:lnTo>
                  <a:lnTo>
                    <a:pt x="944949" y="482029"/>
                  </a:lnTo>
                  <a:lnTo>
                    <a:pt x="943516" y="482985"/>
                  </a:lnTo>
                  <a:lnTo>
                    <a:pt x="937783" y="487284"/>
                  </a:lnTo>
                  <a:lnTo>
                    <a:pt x="933483" y="491584"/>
                  </a:lnTo>
                  <a:lnTo>
                    <a:pt x="933006" y="493017"/>
                  </a:lnTo>
                  <a:lnTo>
                    <a:pt x="933961" y="496361"/>
                  </a:lnTo>
                  <a:lnTo>
                    <a:pt x="933961" y="496839"/>
                  </a:lnTo>
                  <a:lnTo>
                    <a:pt x="933006" y="498272"/>
                  </a:lnTo>
                  <a:lnTo>
                    <a:pt x="930617" y="497794"/>
                  </a:lnTo>
                  <a:lnTo>
                    <a:pt x="930139" y="498272"/>
                  </a:lnTo>
                  <a:lnTo>
                    <a:pt x="930617" y="499705"/>
                  </a:lnTo>
                  <a:lnTo>
                    <a:pt x="931095" y="502094"/>
                  </a:lnTo>
                  <a:lnTo>
                    <a:pt x="930617" y="504482"/>
                  </a:lnTo>
                  <a:lnTo>
                    <a:pt x="928706" y="508782"/>
                  </a:lnTo>
                  <a:lnTo>
                    <a:pt x="925840" y="514515"/>
                  </a:lnTo>
                  <a:lnTo>
                    <a:pt x="923451" y="519770"/>
                  </a:lnTo>
                  <a:lnTo>
                    <a:pt x="921540" y="524547"/>
                  </a:lnTo>
                  <a:lnTo>
                    <a:pt x="920585" y="526936"/>
                  </a:lnTo>
                  <a:lnTo>
                    <a:pt x="918196" y="526936"/>
                  </a:lnTo>
                  <a:lnTo>
                    <a:pt x="916763" y="528369"/>
                  </a:lnTo>
                  <a:lnTo>
                    <a:pt x="917718" y="529324"/>
                  </a:lnTo>
                  <a:lnTo>
                    <a:pt x="918674" y="530280"/>
                  </a:lnTo>
                  <a:lnTo>
                    <a:pt x="919152" y="531713"/>
                  </a:lnTo>
                  <a:lnTo>
                    <a:pt x="918674" y="536013"/>
                  </a:lnTo>
                  <a:lnTo>
                    <a:pt x="917241" y="542701"/>
                  </a:lnTo>
                  <a:lnTo>
                    <a:pt x="916285" y="548434"/>
                  </a:lnTo>
                  <a:lnTo>
                    <a:pt x="916285" y="565632"/>
                  </a:lnTo>
                  <a:lnTo>
                    <a:pt x="916285" y="573275"/>
                  </a:lnTo>
                  <a:lnTo>
                    <a:pt x="915807" y="577097"/>
                  </a:lnTo>
                  <a:lnTo>
                    <a:pt x="914852" y="579486"/>
                  </a:lnTo>
                  <a:lnTo>
                    <a:pt x="912941" y="579964"/>
                  </a:lnTo>
                  <a:lnTo>
                    <a:pt x="914852" y="580919"/>
                  </a:lnTo>
                  <a:lnTo>
                    <a:pt x="916285" y="581875"/>
                  </a:lnTo>
                  <a:lnTo>
                    <a:pt x="917241" y="583308"/>
                  </a:lnTo>
                  <a:lnTo>
                    <a:pt x="917718" y="586174"/>
                  </a:lnTo>
                  <a:lnTo>
                    <a:pt x="918674" y="587129"/>
                  </a:lnTo>
                  <a:lnTo>
                    <a:pt x="919629" y="587129"/>
                  </a:lnTo>
                  <a:lnTo>
                    <a:pt x="920585" y="587129"/>
                  </a:lnTo>
                  <a:lnTo>
                    <a:pt x="921062" y="588085"/>
                  </a:lnTo>
                  <a:lnTo>
                    <a:pt x="923451" y="591429"/>
                  </a:lnTo>
                  <a:lnTo>
                    <a:pt x="926318" y="592385"/>
                  </a:lnTo>
                  <a:lnTo>
                    <a:pt x="926318" y="594773"/>
                  </a:lnTo>
                  <a:lnTo>
                    <a:pt x="925362" y="605761"/>
                  </a:lnTo>
                  <a:lnTo>
                    <a:pt x="925362" y="607194"/>
                  </a:lnTo>
                  <a:lnTo>
                    <a:pt x="926318" y="604328"/>
                  </a:lnTo>
                  <a:lnTo>
                    <a:pt x="927751" y="595729"/>
                  </a:lnTo>
                  <a:lnTo>
                    <a:pt x="929184" y="591907"/>
                  </a:lnTo>
                  <a:lnTo>
                    <a:pt x="930617" y="590951"/>
                  </a:lnTo>
                  <a:lnTo>
                    <a:pt x="936350" y="590474"/>
                  </a:lnTo>
                  <a:lnTo>
                    <a:pt x="942083" y="591429"/>
                  </a:lnTo>
                  <a:lnTo>
                    <a:pt x="944471" y="591907"/>
                  </a:lnTo>
                  <a:lnTo>
                    <a:pt x="946382" y="590951"/>
                  </a:lnTo>
                  <a:lnTo>
                    <a:pt x="948293" y="592385"/>
                  </a:lnTo>
                  <a:lnTo>
                    <a:pt x="948771" y="593340"/>
                  </a:lnTo>
                  <a:lnTo>
                    <a:pt x="949248" y="597640"/>
                  </a:lnTo>
                  <a:lnTo>
                    <a:pt x="949726" y="600506"/>
                  </a:lnTo>
                  <a:lnTo>
                    <a:pt x="953070" y="609583"/>
                  </a:lnTo>
                  <a:lnTo>
                    <a:pt x="954981" y="614838"/>
                  </a:lnTo>
                  <a:lnTo>
                    <a:pt x="956892" y="622482"/>
                  </a:lnTo>
                  <a:lnTo>
                    <a:pt x="957848" y="624870"/>
                  </a:lnTo>
                  <a:lnTo>
                    <a:pt x="961669" y="635380"/>
                  </a:lnTo>
                  <a:lnTo>
                    <a:pt x="962625" y="638247"/>
                  </a:lnTo>
                  <a:lnTo>
                    <a:pt x="963103" y="640635"/>
                  </a:lnTo>
                  <a:lnTo>
                    <a:pt x="962625" y="642068"/>
                  </a:lnTo>
                  <a:lnTo>
                    <a:pt x="962147" y="644457"/>
                  </a:lnTo>
                  <a:lnTo>
                    <a:pt x="960714" y="647323"/>
                  </a:lnTo>
                  <a:lnTo>
                    <a:pt x="959281" y="649712"/>
                  </a:lnTo>
                  <a:lnTo>
                    <a:pt x="958325" y="651623"/>
                  </a:lnTo>
                  <a:lnTo>
                    <a:pt x="956892" y="652578"/>
                  </a:lnTo>
                  <a:lnTo>
                    <a:pt x="955459" y="653534"/>
                  </a:lnTo>
                  <a:lnTo>
                    <a:pt x="955459" y="653534"/>
                  </a:lnTo>
                  <a:lnTo>
                    <a:pt x="957370" y="653534"/>
                  </a:lnTo>
                  <a:lnTo>
                    <a:pt x="958803" y="652578"/>
                  </a:lnTo>
                  <a:lnTo>
                    <a:pt x="961192" y="650668"/>
                  </a:lnTo>
                  <a:lnTo>
                    <a:pt x="962625" y="649712"/>
                  </a:lnTo>
                  <a:lnTo>
                    <a:pt x="965491" y="649712"/>
                  </a:lnTo>
                  <a:lnTo>
                    <a:pt x="965491" y="650190"/>
                  </a:lnTo>
                  <a:lnTo>
                    <a:pt x="964058" y="652101"/>
                  </a:lnTo>
                  <a:lnTo>
                    <a:pt x="964536" y="652101"/>
                  </a:lnTo>
                  <a:lnTo>
                    <a:pt x="966447" y="650668"/>
                  </a:lnTo>
                  <a:lnTo>
                    <a:pt x="971224" y="649234"/>
                  </a:lnTo>
                  <a:lnTo>
                    <a:pt x="989378" y="643024"/>
                  </a:lnTo>
                  <a:lnTo>
                    <a:pt x="993200" y="642546"/>
                  </a:lnTo>
                  <a:lnTo>
                    <a:pt x="999410" y="643502"/>
                  </a:lnTo>
                  <a:lnTo>
                    <a:pt x="1004187" y="646368"/>
                  </a:lnTo>
                  <a:lnTo>
                    <a:pt x="1009442" y="649234"/>
                  </a:lnTo>
                  <a:lnTo>
                    <a:pt x="1015175" y="651623"/>
                  </a:lnTo>
                  <a:lnTo>
                    <a:pt x="1024252" y="654012"/>
                  </a:lnTo>
                  <a:lnTo>
                    <a:pt x="1026641" y="654967"/>
                  </a:lnTo>
                  <a:lnTo>
                    <a:pt x="1031896" y="655923"/>
                  </a:lnTo>
                  <a:lnTo>
                    <a:pt x="1034284" y="657356"/>
                  </a:lnTo>
                  <a:lnTo>
                    <a:pt x="1037151" y="660222"/>
                  </a:lnTo>
                  <a:lnTo>
                    <a:pt x="1041928" y="664044"/>
                  </a:lnTo>
                  <a:lnTo>
                    <a:pt x="1045272" y="666433"/>
                  </a:lnTo>
                  <a:lnTo>
                    <a:pt x="1049572" y="668821"/>
                  </a:lnTo>
                  <a:lnTo>
                    <a:pt x="1053393" y="672643"/>
                  </a:lnTo>
                  <a:lnTo>
                    <a:pt x="1059604" y="682198"/>
                  </a:lnTo>
                  <a:lnTo>
                    <a:pt x="1061037" y="683153"/>
                  </a:lnTo>
                  <a:lnTo>
                    <a:pt x="1064859" y="685064"/>
                  </a:lnTo>
                  <a:lnTo>
                    <a:pt x="1072025" y="686975"/>
                  </a:lnTo>
                  <a:lnTo>
                    <a:pt x="1083013" y="691275"/>
                  </a:lnTo>
                  <a:lnTo>
                    <a:pt x="1087790" y="693185"/>
                  </a:lnTo>
                  <a:lnTo>
                    <a:pt x="1090656" y="693663"/>
                  </a:lnTo>
                  <a:lnTo>
                    <a:pt x="1094000" y="695096"/>
                  </a:lnTo>
                  <a:lnTo>
                    <a:pt x="1096867" y="697007"/>
                  </a:lnTo>
                  <a:lnTo>
                    <a:pt x="1099256" y="698918"/>
                  </a:lnTo>
                  <a:lnTo>
                    <a:pt x="1100689" y="700829"/>
                  </a:lnTo>
                  <a:lnTo>
                    <a:pt x="1102122" y="702262"/>
                  </a:lnTo>
                  <a:lnTo>
                    <a:pt x="1104511" y="703696"/>
                  </a:lnTo>
                  <a:lnTo>
                    <a:pt x="1105944" y="705129"/>
                  </a:lnTo>
                  <a:lnTo>
                    <a:pt x="1105944" y="706562"/>
                  </a:lnTo>
                  <a:lnTo>
                    <a:pt x="1103077" y="713250"/>
                  </a:lnTo>
                  <a:lnTo>
                    <a:pt x="1103077" y="713728"/>
                  </a:lnTo>
                  <a:lnTo>
                    <a:pt x="1105944" y="708950"/>
                  </a:lnTo>
                  <a:lnTo>
                    <a:pt x="1107855" y="707517"/>
                  </a:lnTo>
                  <a:lnTo>
                    <a:pt x="1109288" y="707040"/>
                  </a:lnTo>
                  <a:lnTo>
                    <a:pt x="1111676" y="707040"/>
                  </a:lnTo>
                  <a:lnTo>
                    <a:pt x="1115976" y="707995"/>
                  </a:lnTo>
                  <a:lnTo>
                    <a:pt x="1119798" y="707995"/>
                  </a:lnTo>
                  <a:lnTo>
                    <a:pt x="1123142" y="707040"/>
                  </a:lnTo>
                  <a:lnTo>
                    <a:pt x="1126008" y="706562"/>
                  </a:lnTo>
                  <a:lnTo>
                    <a:pt x="1127919" y="707040"/>
                  </a:lnTo>
                  <a:lnTo>
                    <a:pt x="1129830" y="706562"/>
                  </a:lnTo>
                  <a:lnTo>
                    <a:pt x="1130786" y="706084"/>
                  </a:lnTo>
                  <a:lnTo>
                    <a:pt x="1131741" y="706084"/>
                  </a:lnTo>
                  <a:lnTo>
                    <a:pt x="1136996" y="707517"/>
                  </a:lnTo>
                  <a:lnTo>
                    <a:pt x="1138907" y="707517"/>
                  </a:lnTo>
                  <a:lnTo>
                    <a:pt x="1145595" y="709428"/>
                  </a:lnTo>
                  <a:lnTo>
                    <a:pt x="1150372" y="708473"/>
                  </a:lnTo>
                  <a:lnTo>
                    <a:pt x="1150850" y="708950"/>
                  </a:lnTo>
                  <a:lnTo>
                    <a:pt x="1152761" y="710862"/>
                  </a:lnTo>
                  <a:lnTo>
                    <a:pt x="1154195" y="711339"/>
                  </a:lnTo>
                  <a:lnTo>
                    <a:pt x="1156105" y="710862"/>
                  </a:lnTo>
                  <a:lnTo>
                    <a:pt x="1158494" y="711339"/>
                  </a:lnTo>
                  <a:lnTo>
                    <a:pt x="1162316" y="713728"/>
                  </a:lnTo>
                  <a:lnTo>
                    <a:pt x="1163749" y="716116"/>
                  </a:lnTo>
                  <a:lnTo>
                    <a:pt x="1165182" y="720416"/>
                  </a:lnTo>
                  <a:lnTo>
                    <a:pt x="1165660" y="721849"/>
                  </a:lnTo>
                  <a:lnTo>
                    <a:pt x="1162316" y="732359"/>
                  </a:lnTo>
                  <a:lnTo>
                    <a:pt x="1161360" y="736181"/>
                  </a:lnTo>
                  <a:lnTo>
                    <a:pt x="1161360" y="739525"/>
                  </a:lnTo>
                  <a:lnTo>
                    <a:pt x="1161838" y="741914"/>
                  </a:lnTo>
                  <a:lnTo>
                    <a:pt x="1164704" y="745258"/>
                  </a:lnTo>
                  <a:lnTo>
                    <a:pt x="1165182" y="745736"/>
                  </a:lnTo>
                  <a:lnTo>
                    <a:pt x="1166615" y="750991"/>
                  </a:lnTo>
                  <a:lnTo>
                    <a:pt x="1167093" y="752902"/>
                  </a:lnTo>
                  <a:lnTo>
                    <a:pt x="1167093" y="755290"/>
                  </a:lnTo>
                  <a:lnTo>
                    <a:pt x="1166138" y="759112"/>
                  </a:lnTo>
                  <a:lnTo>
                    <a:pt x="1166138" y="762456"/>
                  </a:lnTo>
                  <a:lnTo>
                    <a:pt x="1167093" y="766756"/>
                  </a:lnTo>
                  <a:lnTo>
                    <a:pt x="1166615" y="769622"/>
                  </a:lnTo>
                  <a:lnTo>
                    <a:pt x="1165660" y="771533"/>
                  </a:lnTo>
                  <a:lnTo>
                    <a:pt x="1164704" y="772966"/>
                  </a:lnTo>
                  <a:lnTo>
                    <a:pt x="1164227" y="775833"/>
                  </a:lnTo>
                  <a:lnTo>
                    <a:pt x="1164227" y="776788"/>
                  </a:lnTo>
                  <a:lnTo>
                    <a:pt x="1164704" y="779177"/>
                  </a:lnTo>
                  <a:lnTo>
                    <a:pt x="1165660" y="780132"/>
                  </a:lnTo>
                  <a:lnTo>
                    <a:pt x="1167571" y="781565"/>
                  </a:lnTo>
                  <a:lnTo>
                    <a:pt x="1169482" y="783476"/>
                  </a:lnTo>
                  <a:lnTo>
                    <a:pt x="1172826" y="788254"/>
                  </a:lnTo>
                  <a:lnTo>
                    <a:pt x="1174737" y="791120"/>
                  </a:lnTo>
                  <a:lnTo>
                    <a:pt x="1177603" y="794942"/>
                  </a:lnTo>
                  <a:lnTo>
                    <a:pt x="1178559" y="796853"/>
                  </a:lnTo>
                  <a:lnTo>
                    <a:pt x="1177603" y="798286"/>
                  </a:lnTo>
                  <a:lnTo>
                    <a:pt x="1176648" y="798764"/>
                  </a:lnTo>
                  <a:lnTo>
                    <a:pt x="1174259" y="800197"/>
                  </a:lnTo>
                  <a:lnTo>
                    <a:pt x="1173304" y="801152"/>
                  </a:lnTo>
                  <a:lnTo>
                    <a:pt x="1173781" y="801152"/>
                  </a:lnTo>
                  <a:lnTo>
                    <a:pt x="1176648" y="800675"/>
                  </a:lnTo>
                  <a:lnTo>
                    <a:pt x="1178559" y="800675"/>
                  </a:lnTo>
                  <a:lnTo>
                    <a:pt x="1180470" y="801630"/>
                  </a:lnTo>
                  <a:lnTo>
                    <a:pt x="1181903" y="803541"/>
                  </a:lnTo>
                  <a:lnTo>
                    <a:pt x="1183814" y="804974"/>
                  </a:lnTo>
                  <a:lnTo>
                    <a:pt x="1187158" y="806407"/>
                  </a:lnTo>
                  <a:lnTo>
                    <a:pt x="1190502" y="808318"/>
                  </a:lnTo>
                  <a:lnTo>
                    <a:pt x="1195757" y="813573"/>
                  </a:lnTo>
                  <a:lnTo>
                    <a:pt x="1196235" y="815006"/>
                  </a:lnTo>
                  <a:lnTo>
                    <a:pt x="1197668" y="817395"/>
                  </a:lnTo>
                  <a:lnTo>
                    <a:pt x="1199579" y="821695"/>
                  </a:lnTo>
                  <a:lnTo>
                    <a:pt x="1200534" y="824083"/>
                  </a:lnTo>
                  <a:lnTo>
                    <a:pt x="1200534" y="825517"/>
                  </a:lnTo>
                  <a:lnTo>
                    <a:pt x="1199579" y="826950"/>
                  </a:lnTo>
                  <a:lnTo>
                    <a:pt x="1196235" y="829338"/>
                  </a:lnTo>
                  <a:lnTo>
                    <a:pt x="1192413" y="833160"/>
                  </a:lnTo>
                  <a:lnTo>
                    <a:pt x="1193846" y="833160"/>
                  </a:lnTo>
                  <a:lnTo>
                    <a:pt x="1196235" y="831249"/>
                  </a:lnTo>
                  <a:lnTo>
                    <a:pt x="1200056" y="827905"/>
                  </a:lnTo>
                  <a:lnTo>
                    <a:pt x="1202445" y="827427"/>
                  </a:lnTo>
                  <a:lnTo>
                    <a:pt x="1204356" y="827427"/>
                  </a:lnTo>
                  <a:lnTo>
                    <a:pt x="1207700" y="828861"/>
                  </a:lnTo>
                  <a:lnTo>
                    <a:pt x="1210089" y="829816"/>
                  </a:lnTo>
                  <a:lnTo>
                    <a:pt x="1212955" y="831727"/>
                  </a:lnTo>
                  <a:lnTo>
                    <a:pt x="1216299" y="836504"/>
                  </a:lnTo>
                  <a:lnTo>
                    <a:pt x="1220121" y="840326"/>
                  </a:lnTo>
                  <a:lnTo>
                    <a:pt x="1222510" y="843670"/>
                  </a:lnTo>
                  <a:lnTo>
                    <a:pt x="1222032" y="841759"/>
                  </a:lnTo>
                  <a:lnTo>
                    <a:pt x="1220121" y="839371"/>
                  </a:lnTo>
                  <a:lnTo>
                    <a:pt x="1216777" y="835549"/>
                  </a:lnTo>
                  <a:lnTo>
                    <a:pt x="1215344" y="833638"/>
                  </a:lnTo>
                  <a:lnTo>
                    <a:pt x="1214866" y="832683"/>
                  </a:lnTo>
                  <a:lnTo>
                    <a:pt x="1214866" y="831249"/>
                  </a:lnTo>
                  <a:lnTo>
                    <a:pt x="1214866" y="829338"/>
                  </a:lnTo>
                  <a:lnTo>
                    <a:pt x="1215821" y="826950"/>
                  </a:lnTo>
                  <a:lnTo>
                    <a:pt x="1216777" y="825039"/>
                  </a:lnTo>
                  <a:lnTo>
                    <a:pt x="1217732" y="823606"/>
                  </a:lnTo>
                  <a:lnTo>
                    <a:pt x="1218688" y="822650"/>
                  </a:lnTo>
                  <a:lnTo>
                    <a:pt x="1218688" y="821217"/>
                  </a:lnTo>
                  <a:lnTo>
                    <a:pt x="1219643" y="820262"/>
                  </a:lnTo>
                  <a:lnTo>
                    <a:pt x="1222510" y="818828"/>
                  </a:lnTo>
                  <a:lnTo>
                    <a:pt x="1223465" y="818828"/>
                  </a:lnTo>
                  <a:lnTo>
                    <a:pt x="1223943" y="820739"/>
                  </a:lnTo>
                  <a:lnTo>
                    <a:pt x="1224898" y="821217"/>
                  </a:lnTo>
                  <a:lnTo>
                    <a:pt x="1226332" y="821695"/>
                  </a:lnTo>
                  <a:lnTo>
                    <a:pt x="1227765" y="822172"/>
                  </a:lnTo>
                  <a:lnTo>
                    <a:pt x="1228720" y="823606"/>
                  </a:lnTo>
                  <a:lnTo>
                    <a:pt x="1229198" y="824561"/>
                  </a:lnTo>
                  <a:lnTo>
                    <a:pt x="1229676" y="825517"/>
                  </a:lnTo>
                  <a:lnTo>
                    <a:pt x="1230631" y="829338"/>
                  </a:lnTo>
                  <a:lnTo>
                    <a:pt x="1231109" y="831249"/>
                  </a:lnTo>
                  <a:lnTo>
                    <a:pt x="1231586" y="828861"/>
                  </a:lnTo>
                  <a:lnTo>
                    <a:pt x="1232064" y="825517"/>
                  </a:lnTo>
                  <a:lnTo>
                    <a:pt x="1232542" y="824561"/>
                  </a:lnTo>
                  <a:lnTo>
                    <a:pt x="1234453" y="822172"/>
                  </a:lnTo>
                  <a:lnTo>
                    <a:pt x="1234453" y="821695"/>
                  </a:lnTo>
                  <a:lnTo>
                    <a:pt x="1233975" y="820262"/>
                  </a:lnTo>
                  <a:lnTo>
                    <a:pt x="1229676" y="815484"/>
                  </a:lnTo>
                  <a:lnTo>
                    <a:pt x="1229676" y="814051"/>
                  </a:lnTo>
                  <a:lnTo>
                    <a:pt x="1230631" y="813573"/>
                  </a:lnTo>
                  <a:lnTo>
                    <a:pt x="1231586" y="812140"/>
                  </a:lnTo>
                  <a:lnTo>
                    <a:pt x="1232064" y="810229"/>
                  </a:lnTo>
                  <a:lnTo>
                    <a:pt x="1232542" y="808796"/>
                  </a:lnTo>
                  <a:lnTo>
                    <a:pt x="1235409" y="806885"/>
                  </a:lnTo>
                  <a:lnTo>
                    <a:pt x="1237319" y="803541"/>
                  </a:lnTo>
                  <a:lnTo>
                    <a:pt x="1238275" y="801152"/>
                  </a:lnTo>
                  <a:lnTo>
                    <a:pt x="1239230" y="800197"/>
                  </a:lnTo>
                  <a:lnTo>
                    <a:pt x="1240186" y="799719"/>
                  </a:lnTo>
                  <a:lnTo>
                    <a:pt x="1239230" y="799241"/>
                  </a:lnTo>
                  <a:lnTo>
                    <a:pt x="1238752" y="798286"/>
                  </a:lnTo>
                  <a:lnTo>
                    <a:pt x="1238752" y="795897"/>
                  </a:lnTo>
                  <a:lnTo>
                    <a:pt x="1238275" y="793031"/>
                  </a:lnTo>
                  <a:lnTo>
                    <a:pt x="1237319" y="791598"/>
                  </a:lnTo>
                  <a:lnTo>
                    <a:pt x="1234931" y="789209"/>
                  </a:lnTo>
                  <a:lnTo>
                    <a:pt x="1234453" y="788254"/>
                  </a:lnTo>
                  <a:lnTo>
                    <a:pt x="1233975" y="784910"/>
                  </a:lnTo>
                  <a:lnTo>
                    <a:pt x="1234453" y="783476"/>
                  </a:lnTo>
                  <a:lnTo>
                    <a:pt x="1234931" y="782043"/>
                  </a:lnTo>
                  <a:lnTo>
                    <a:pt x="1234453" y="781088"/>
                  </a:lnTo>
                  <a:lnTo>
                    <a:pt x="1232064" y="778699"/>
                  </a:lnTo>
                  <a:lnTo>
                    <a:pt x="1231586" y="776310"/>
                  </a:lnTo>
                  <a:lnTo>
                    <a:pt x="1230153" y="771533"/>
                  </a:lnTo>
                  <a:lnTo>
                    <a:pt x="1229676" y="765323"/>
                  </a:lnTo>
                  <a:lnTo>
                    <a:pt x="1228720" y="761023"/>
                  </a:lnTo>
                  <a:lnTo>
                    <a:pt x="1227287" y="757679"/>
                  </a:lnTo>
                  <a:lnTo>
                    <a:pt x="1227287" y="756246"/>
                  </a:lnTo>
                  <a:lnTo>
                    <a:pt x="1227765" y="755290"/>
                  </a:lnTo>
                  <a:lnTo>
                    <a:pt x="1228720" y="752902"/>
                  </a:lnTo>
                  <a:lnTo>
                    <a:pt x="1229198" y="752424"/>
                  </a:lnTo>
                  <a:lnTo>
                    <a:pt x="1230631" y="752424"/>
                  </a:lnTo>
                  <a:lnTo>
                    <a:pt x="1230631" y="752424"/>
                  </a:lnTo>
                  <a:lnTo>
                    <a:pt x="1228720" y="750991"/>
                  </a:lnTo>
                  <a:lnTo>
                    <a:pt x="1227765" y="749558"/>
                  </a:lnTo>
                  <a:lnTo>
                    <a:pt x="1227765" y="748602"/>
                  </a:lnTo>
                  <a:lnTo>
                    <a:pt x="1229198" y="747169"/>
                  </a:lnTo>
                  <a:lnTo>
                    <a:pt x="1229198" y="746691"/>
                  </a:lnTo>
                  <a:lnTo>
                    <a:pt x="1227765" y="745736"/>
                  </a:lnTo>
                  <a:lnTo>
                    <a:pt x="1224421" y="744303"/>
                  </a:lnTo>
                  <a:lnTo>
                    <a:pt x="1225854" y="743825"/>
                  </a:lnTo>
                  <a:lnTo>
                    <a:pt x="1226809" y="742392"/>
                  </a:lnTo>
                  <a:lnTo>
                    <a:pt x="1226332" y="741914"/>
                  </a:lnTo>
                  <a:lnTo>
                    <a:pt x="1224898" y="741436"/>
                  </a:lnTo>
                  <a:lnTo>
                    <a:pt x="1223465" y="740481"/>
                  </a:lnTo>
                  <a:lnTo>
                    <a:pt x="1222032" y="739048"/>
                  </a:lnTo>
                  <a:lnTo>
                    <a:pt x="1220599" y="736659"/>
                  </a:lnTo>
                  <a:lnTo>
                    <a:pt x="1220121" y="735226"/>
                  </a:lnTo>
                  <a:lnTo>
                    <a:pt x="1219166" y="731882"/>
                  </a:lnTo>
                  <a:lnTo>
                    <a:pt x="1217255" y="728537"/>
                  </a:lnTo>
                  <a:lnTo>
                    <a:pt x="1216777" y="727582"/>
                  </a:lnTo>
                  <a:lnTo>
                    <a:pt x="1215821" y="727104"/>
                  </a:lnTo>
                  <a:lnTo>
                    <a:pt x="1215344" y="727104"/>
                  </a:lnTo>
                  <a:lnTo>
                    <a:pt x="1215344" y="726627"/>
                  </a:lnTo>
                  <a:lnTo>
                    <a:pt x="1216299" y="725671"/>
                  </a:lnTo>
                  <a:lnTo>
                    <a:pt x="1231109" y="719938"/>
                  </a:lnTo>
                  <a:lnTo>
                    <a:pt x="1232542" y="718983"/>
                  </a:lnTo>
                  <a:lnTo>
                    <a:pt x="1239708" y="715639"/>
                  </a:lnTo>
                  <a:lnTo>
                    <a:pt x="1243052" y="713728"/>
                  </a:lnTo>
                  <a:lnTo>
                    <a:pt x="1246396" y="711339"/>
                  </a:lnTo>
                  <a:lnTo>
                    <a:pt x="1251174" y="708473"/>
                  </a:lnTo>
                  <a:lnTo>
                    <a:pt x="1253562" y="706562"/>
                  </a:lnTo>
                  <a:lnTo>
                    <a:pt x="1254995" y="705129"/>
                  </a:lnTo>
                  <a:lnTo>
                    <a:pt x="1262639" y="698441"/>
                  </a:lnTo>
                  <a:lnTo>
                    <a:pt x="1265505" y="695096"/>
                  </a:lnTo>
                  <a:lnTo>
                    <a:pt x="1267416" y="691752"/>
                  </a:lnTo>
                  <a:lnTo>
                    <a:pt x="1270283" y="688408"/>
                  </a:lnTo>
                  <a:lnTo>
                    <a:pt x="1273627" y="684109"/>
                  </a:lnTo>
                  <a:lnTo>
                    <a:pt x="1276016" y="680764"/>
                  </a:lnTo>
                  <a:lnTo>
                    <a:pt x="1276971" y="677420"/>
                  </a:lnTo>
                  <a:lnTo>
                    <a:pt x="1277926" y="672165"/>
                  </a:lnTo>
                  <a:lnTo>
                    <a:pt x="1278404" y="667866"/>
                  </a:lnTo>
                  <a:lnTo>
                    <a:pt x="1278404" y="660700"/>
                  </a:lnTo>
                  <a:lnTo>
                    <a:pt x="1278404" y="654489"/>
                  </a:lnTo>
                  <a:lnTo>
                    <a:pt x="1277449" y="644935"/>
                  </a:lnTo>
                  <a:lnTo>
                    <a:pt x="1276971" y="642068"/>
                  </a:lnTo>
                  <a:lnTo>
                    <a:pt x="1276016" y="638247"/>
                  </a:lnTo>
                  <a:lnTo>
                    <a:pt x="1273149" y="631081"/>
                  </a:lnTo>
                  <a:lnTo>
                    <a:pt x="1272671" y="629170"/>
                  </a:lnTo>
                  <a:lnTo>
                    <a:pt x="1271238" y="625348"/>
                  </a:lnTo>
                  <a:lnTo>
                    <a:pt x="1265983" y="616749"/>
                  </a:lnTo>
                  <a:lnTo>
                    <a:pt x="1259295" y="610538"/>
                  </a:lnTo>
                  <a:lnTo>
                    <a:pt x="1257862" y="609105"/>
                  </a:lnTo>
                  <a:lnTo>
                    <a:pt x="1255473" y="607194"/>
                  </a:lnTo>
                  <a:lnTo>
                    <a:pt x="1251651" y="605283"/>
                  </a:lnTo>
                  <a:lnTo>
                    <a:pt x="1248785" y="603372"/>
                  </a:lnTo>
                  <a:lnTo>
                    <a:pt x="1242097" y="597162"/>
                  </a:lnTo>
                  <a:lnTo>
                    <a:pt x="1240186" y="596684"/>
                  </a:lnTo>
                  <a:lnTo>
                    <a:pt x="1239230" y="594773"/>
                  </a:lnTo>
                  <a:lnTo>
                    <a:pt x="1238752" y="593818"/>
                  </a:lnTo>
                  <a:lnTo>
                    <a:pt x="1239230" y="590474"/>
                  </a:lnTo>
                  <a:lnTo>
                    <a:pt x="1239708" y="588563"/>
                  </a:lnTo>
                  <a:lnTo>
                    <a:pt x="1240186" y="587129"/>
                  </a:lnTo>
                  <a:lnTo>
                    <a:pt x="1240663" y="586174"/>
                  </a:lnTo>
                  <a:lnTo>
                    <a:pt x="1244485" y="581397"/>
                  </a:lnTo>
                  <a:lnTo>
                    <a:pt x="1246396" y="577575"/>
                  </a:lnTo>
                  <a:lnTo>
                    <a:pt x="1247829" y="575664"/>
                  </a:lnTo>
                  <a:lnTo>
                    <a:pt x="1249263" y="573753"/>
                  </a:lnTo>
                  <a:lnTo>
                    <a:pt x="1252129" y="571842"/>
                  </a:lnTo>
                  <a:lnTo>
                    <a:pt x="1254040" y="568976"/>
                  </a:lnTo>
                  <a:lnTo>
                    <a:pt x="1253562" y="568020"/>
                  </a:lnTo>
                  <a:lnTo>
                    <a:pt x="1252129" y="566587"/>
                  </a:lnTo>
                  <a:lnTo>
                    <a:pt x="1252129" y="565632"/>
                  </a:lnTo>
                  <a:lnTo>
                    <a:pt x="1254040" y="562765"/>
                  </a:lnTo>
                  <a:lnTo>
                    <a:pt x="1254518" y="561810"/>
                  </a:lnTo>
                  <a:lnTo>
                    <a:pt x="1254040" y="558943"/>
                  </a:lnTo>
                  <a:lnTo>
                    <a:pt x="1254518" y="558466"/>
                  </a:lnTo>
                  <a:lnTo>
                    <a:pt x="1257384" y="558466"/>
                  </a:lnTo>
                  <a:lnTo>
                    <a:pt x="1261206" y="562288"/>
                  </a:lnTo>
                  <a:lnTo>
                    <a:pt x="1262161" y="561810"/>
                  </a:lnTo>
                  <a:lnTo>
                    <a:pt x="1260728" y="560854"/>
                  </a:lnTo>
                  <a:lnTo>
                    <a:pt x="1259295" y="557988"/>
                  </a:lnTo>
                  <a:lnTo>
                    <a:pt x="1259773" y="557033"/>
                  </a:lnTo>
                  <a:lnTo>
                    <a:pt x="1262639" y="554166"/>
                  </a:lnTo>
                  <a:lnTo>
                    <a:pt x="1262639" y="552733"/>
                  </a:lnTo>
                  <a:lnTo>
                    <a:pt x="1261684" y="550822"/>
                  </a:lnTo>
                  <a:lnTo>
                    <a:pt x="1261684" y="549389"/>
                  </a:lnTo>
                  <a:lnTo>
                    <a:pt x="1263117" y="546045"/>
                  </a:lnTo>
                  <a:lnTo>
                    <a:pt x="1262639" y="545089"/>
                  </a:lnTo>
                  <a:lnTo>
                    <a:pt x="1258339" y="544612"/>
                  </a:lnTo>
                  <a:lnTo>
                    <a:pt x="1257384" y="543656"/>
                  </a:lnTo>
                  <a:lnTo>
                    <a:pt x="1257862" y="543178"/>
                  </a:lnTo>
                  <a:lnTo>
                    <a:pt x="1259773" y="541745"/>
                  </a:lnTo>
                  <a:lnTo>
                    <a:pt x="1259773" y="541268"/>
                  </a:lnTo>
                  <a:lnTo>
                    <a:pt x="1255951" y="533624"/>
                  </a:lnTo>
                  <a:lnTo>
                    <a:pt x="1255473" y="531235"/>
                  </a:lnTo>
                  <a:lnTo>
                    <a:pt x="1256906" y="528369"/>
                  </a:lnTo>
                  <a:lnTo>
                    <a:pt x="1258817" y="526936"/>
                  </a:lnTo>
                  <a:lnTo>
                    <a:pt x="1258817" y="525980"/>
                  </a:lnTo>
                  <a:lnTo>
                    <a:pt x="1256428" y="525980"/>
                  </a:lnTo>
                  <a:lnTo>
                    <a:pt x="1254995" y="525502"/>
                  </a:lnTo>
                  <a:lnTo>
                    <a:pt x="1253084" y="523114"/>
                  </a:lnTo>
                  <a:lnTo>
                    <a:pt x="1254040" y="521681"/>
                  </a:lnTo>
                  <a:lnTo>
                    <a:pt x="1254518" y="521203"/>
                  </a:lnTo>
                  <a:lnTo>
                    <a:pt x="1255951" y="517859"/>
                  </a:lnTo>
                  <a:lnTo>
                    <a:pt x="1257384" y="516903"/>
                  </a:lnTo>
                  <a:lnTo>
                    <a:pt x="1256906" y="516426"/>
                  </a:lnTo>
                  <a:lnTo>
                    <a:pt x="1251651" y="517859"/>
                  </a:lnTo>
                  <a:lnTo>
                    <a:pt x="1249263" y="516903"/>
                  </a:lnTo>
                  <a:lnTo>
                    <a:pt x="1246874" y="516903"/>
                  </a:lnTo>
                  <a:lnTo>
                    <a:pt x="1245441" y="516426"/>
                  </a:lnTo>
                  <a:lnTo>
                    <a:pt x="1245918" y="515470"/>
                  </a:lnTo>
                  <a:lnTo>
                    <a:pt x="1250218" y="509737"/>
                  </a:lnTo>
                  <a:lnTo>
                    <a:pt x="1252607" y="506871"/>
                  </a:lnTo>
                  <a:lnTo>
                    <a:pt x="1254040" y="504005"/>
                  </a:lnTo>
                  <a:lnTo>
                    <a:pt x="1254518" y="502094"/>
                  </a:lnTo>
                  <a:lnTo>
                    <a:pt x="1254518" y="501138"/>
                  </a:lnTo>
                  <a:lnTo>
                    <a:pt x="1254040" y="494928"/>
                  </a:lnTo>
                  <a:lnTo>
                    <a:pt x="1254518" y="493495"/>
                  </a:lnTo>
                  <a:lnTo>
                    <a:pt x="1255951" y="492061"/>
                  </a:lnTo>
                  <a:lnTo>
                    <a:pt x="1258817" y="488717"/>
                  </a:lnTo>
                  <a:lnTo>
                    <a:pt x="1254995" y="486329"/>
                  </a:lnTo>
                  <a:lnTo>
                    <a:pt x="1253084" y="483462"/>
                  </a:lnTo>
                  <a:lnTo>
                    <a:pt x="1251174" y="482507"/>
                  </a:lnTo>
                  <a:lnTo>
                    <a:pt x="1250218" y="481074"/>
                  </a:lnTo>
                  <a:lnTo>
                    <a:pt x="1248785" y="478207"/>
                  </a:lnTo>
                  <a:lnTo>
                    <a:pt x="1247829" y="474863"/>
                  </a:lnTo>
                  <a:lnTo>
                    <a:pt x="1246396" y="467697"/>
                  </a:lnTo>
                  <a:lnTo>
                    <a:pt x="1246396" y="463875"/>
                  </a:lnTo>
                  <a:lnTo>
                    <a:pt x="1246396" y="461009"/>
                  </a:lnTo>
                  <a:lnTo>
                    <a:pt x="1246874" y="459576"/>
                  </a:lnTo>
                  <a:lnTo>
                    <a:pt x="1247829" y="458143"/>
                  </a:lnTo>
                  <a:lnTo>
                    <a:pt x="1251174" y="455276"/>
                  </a:lnTo>
                  <a:lnTo>
                    <a:pt x="1256906" y="450977"/>
                  </a:lnTo>
                  <a:lnTo>
                    <a:pt x="1261684" y="449543"/>
                  </a:lnTo>
                  <a:lnTo>
                    <a:pt x="1265028" y="450499"/>
                  </a:lnTo>
                  <a:lnTo>
                    <a:pt x="1271238" y="451454"/>
                  </a:lnTo>
                  <a:lnTo>
                    <a:pt x="1276493" y="453843"/>
                  </a:lnTo>
                  <a:lnTo>
                    <a:pt x="1292258" y="459576"/>
                  </a:lnTo>
                  <a:lnTo>
                    <a:pt x="1295125" y="461964"/>
                  </a:lnTo>
                  <a:lnTo>
                    <a:pt x="1292736" y="464353"/>
                  </a:lnTo>
                  <a:lnTo>
                    <a:pt x="1293214" y="464831"/>
                  </a:lnTo>
                  <a:lnTo>
                    <a:pt x="1298946" y="460531"/>
                  </a:lnTo>
                  <a:lnTo>
                    <a:pt x="1300380" y="460054"/>
                  </a:lnTo>
                  <a:lnTo>
                    <a:pt x="1301813" y="459576"/>
                  </a:lnTo>
                  <a:lnTo>
                    <a:pt x="1306590" y="461487"/>
                  </a:lnTo>
                  <a:lnTo>
                    <a:pt x="1308023" y="461487"/>
                  </a:lnTo>
                  <a:lnTo>
                    <a:pt x="1310412" y="462920"/>
                  </a:lnTo>
                  <a:lnTo>
                    <a:pt x="1316145" y="467219"/>
                  </a:lnTo>
                  <a:lnTo>
                    <a:pt x="1316145" y="467219"/>
                  </a:lnTo>
                  <a:lnTo>
                    <a:pt x="1314712" y="464831"/>
                  </a:lnTo>
                  <a:lnTo>
                    <a:pt x="1315667" y="463398"/>
                  </a:lnTo>
                  <a:lnTo>
                    <a:pt x="1319966" y="461487"/>
                  </a:lnTo>
                  <a:lnTo>
                    <a:pt x="1324266" y="459098"/>
                  </a:lnTo>
                  <a:lnTo>
                    <a:pt x="1327610" y="457187"/>
                  </a:lnTo>
                  <a:lnTo>
                    <a:pt x="1330954" y="454799"/>
                  </a:lnTo>
                  <a:lnTo>
                    <a:pt x="1333343" y="453365"/>
                  </a:lnTo>
                  <a:lnTo>
                    <a:pt x="1334298" y="453365"/>
                  </a:lnTo>
                  <a:lnTo>
                    <a:pt x="1335732" y="454321"/>
                  </a:lnTo>
                  <a:lnTo>
                    <a:pt x="1340031" y="457665"/>
                  </a:lnTo>
                  <a:lnTo>
                    <a:pt x="1342420" y="459098"/>
                  </a:lnTo>
                  <a:lnTo>
                    <a:pt x="1344331" y="461009"/>
                  </a:lnTo>
                  <a:lnTo>
                    <a:pt x="1347197" y="464353"/>
                  </a:lnTo>
                  <a:lnTo>
                    <a:pt x="1348630" y="464831"/>
                  </a:lnTo>
                  <a:lnTo>
                    <a:pt x="1350541" y="466742"/>
                  </a:lnTo>
                  <a:lnTo>
                    <a:pt x="1353407" y="466742"/>
                  </a:lnTo>
                  <a:lnTo>
                    <a:pt x="1354363" y="467219"/>
                  </a:lnTo>
                  <a:lnTo>
                    <a:pt x="1354841" y="467219"/>
                  </a:lnTo>
                  <a:lnTo>
                    <a:pt x="1355319" y="468653"/>
                  </a:lnTo>
                  <a:lnTo>
                    <a:pt x="1355796" y="469608"/>
                  </a:lnTo>
                  <a:lnTo>
                    <a:pt x="1355796" y="470564"/>
                  </a:lnTo>
                  <a:lnTo>
                    <a:pt x="1354841" y="473430"/>
                  </a:lnTo>
                  <a:lnTo>
                    <a:pt x="1352930" y="477729"/>
                  </a:lnTo>
                  <a:lnTo>
                    <a:pt x="1353885" y="478207"/>
                  </a:lnTo>
                  <a:lnTo>
                    <a:pt x="1354841" y="477252"/>
                  </a:lnTo>
                  <a:lnTo>
                    <a:pt x="1356752" y="475341"/>
                  </a:lnTo>
                  <a:lnTo>
                    <a:pt x="1358185" y="474863"/>
                  </a:lnTo>
                  <a:lnTo>
                    <a:pt x="1361051" y="476296"/>
                  </a:lnTo>
                  <a:lnTo>
                    <a:pt x="1363440" y="478207"/>
                  </a:lnTo>
                  <a:lnTo>
                    <a:pt x="1364395" y="479640"/>
                  </a:lnTo>
                  <a:lnTo>
                    <a:pt x="1365829" y="481551"/>
                  </a:lnTo>
                  <a:lnTo>
                    <a:pt x="1366306" y="482507"/>
                  </a:lnTo>
                  <a:lnTo>
                    <a:pt x="1367262" y="483940"/>
                  </a:lnTo>
                  <a:lnTo>
                    <a:pt x="1367262" y="484895"/>
                  </a:lnTo>
                  <a:lnTo>
                    <a:pt x="1366306" y="485851"/>
                  </a:lnTo>
                  <a:lnTo>
                    <a:pt x="1363440" y="487284"/>
                  </a:lnTo>
                  <a:lnTo>
                    <a:pt x="1363918" y="487762"/>
                  </a:lnTo>
                  <a:lnTo>
                    <a:pt x="1367739" y="486806"/>
                  </a:lnTo>
                  <a:lnTo>
                    <a:pt x="1368695" y="485851"/>
                  </a:lnTo>
                  <a:lnTo>
                    <a:pt x="1369650" y="484418"/>
                  </a:lnTo>
                  <a:lnTo>
                    <a:pt x="1370606" y="483940"/>
                  </a:lnTo>
                  <a:lnTo>
                    <a:pt x="1375383" y="486329"/>
                  </a:lnTo>
                  <a:lnTo>
                    <a:pt x="1375861" y="487284"/>
                  </a:lnTo>
                  <a:lnTo>
                    <a:pt x="1375861" y="488240"/>
                  </a:lnTo>
                  <a:lnTo>
                    <a:pt x="1374905" y="489195"/>
                  </a:lnTo>
                  <a:lnTo>
                    <a:pt x="1372995" y="490150"/>
                  </a:lnTo>
                  <a:lnTo>
                    <a:pt x="1371084" y="492061"/>
                  </a:lnTo>
                  <a:lnTo>
                    <a:pt x="1371084" y="493495"/>
                  </a:lnTo>
                  <a:lnTo>
                    <a:pt x="1372039" y="493972"/>
                  </a:lnTo>
                  <a:lnTo>
                    <a:pt x="1375383" y="494450"/>
                  </a:lnTo>
                  <a:lnTo>
                    <a:pt x="1375383" y="494928"/>
                  </a:lnTo>
                  <a:lnTo>
                    <a:pt x="1373472" y="495883"/>
                  </a:lnTo>
                  <a:lnTo>
                    <a:pt x="1372995" y="497316"/>
                  </a:lnTo>
                  <a:lnTo>
                    <a:pt x="1376816" y="501616"/>
                  </a:lnTo>
                  <a:lnTo>
                    <a:pt x="1379683" y="504005"/>
                  </a:lnTo>
                  <a:lnTo>
                    <a:pt x="1381116" y="504482"/>
                  </a:lnTo>
                  <a:lnTo>
                    <a:pt x="1384460" y="504482"/>
                  </a:lnTo>
                  <a:lnTo>
                    <a:pt x="1387326" y="504960"/>
                  </a:lnTo>
                  <a:lnTo>
                    <a:pt x="1393537" y="507827"/>
                  </a:lnTo>
                  <a:lnTo>
                    <a:pt x="1396881" y="508304"/>
                  </a:lnTo>
                  <a:lnTo>
                    <a:pt x="1400225" y="507349"/>
                  </a:lnTo>
                  <a:lnTo>
                    <a:pt x="1402136" y="507349"/>
                  </a:lnTo>
                  <a:lnTo>
                    <a:pt x="1404047" y="508304"/>
                  </a:lnTo>
                  <a:lnTo>
                    <a:pt x="1404525" y="509260"/>
                  </a:lnTo>
                  <a:lnTo>
                    <a:pt x="1405002" y="510693"/>
                  </a:lnTo>
                  <a:lnTo>
                    <a:pt x="1405002" y="512604"/>
                  </a:lnTo>
                  <a:lnTo>
                    <a:pt x="1405958" y="514515"/>
                  </a:lnTo>
                  <a:lnTo>
                    <a:pt x="1407869" y="515470"/>
                  </a:lnTo>
                  <a:lnTo>
                    <a:pt x="1409780" y="514992"/>
                  </a:lnTo>
                  <a:lnTo>
                    <a:pt x="1411691" y="513559"/>
                  </a:lnTo>
                  <a:lnTo>
                    <a:pt x="1413602" y="513081"/>
                  </a:lnTo>
                  <a:lnTo>
                    <a:pt x="1414079" y="511648"/>
                  </a:lnTo>
                  <a:lnTo>
                    <a:pt x="1414557" y="509260"/>
                  </a:lnTo>
                  <a:lnTo>
                    <a:pt x="1415035" y="507827"/>
                  </a:lnTo>
                  <a:lnTo>
                    <a:pt x="1416468" y="507827"/>
                  </a:lnTo>
                  <a:lnTo>
                    <a:pt x="1417423" y="508304"/>
                  </a:lnTo>
                  <a:lnTo>
                    <a:pt x="1418379" y="509737"/>
                  </a:lnTo>
                  <a:lnTo>
                    <a:pt x="1419334" y="512604"/>
                  </a:lnTo>
                  <a:lnTo>
                    <a:pt x="1419812" y="514515"/>
                  </a:lnTo>
                  <a:lnTo>
                    <a:pt x="1419812" y="515470"/>
                  </a:lnTo>
                  <a:lnTo>
                    <a:pt x="1418856" y="516903"/>
                  </a:lnTo>
                  <a:lnTo>
                    <a:pt x="1417901" y="518336"/>
                  </a:lnTo>
                  <a:lnTo>
                    <a:pt x="1415990" y="519292"/>
                  </a:lnTo>
                  <a:lnTo>
                    <a:pt x="1415035" y="521681"/>
                  </a:lnTo>
                  <a:lnTo>
                    <a:pt x="1413124" y="525980"/>
                  </a:lnTo>
                  <a:lnTo>
                    <a:pt x="1412646" y="528847"/>
                  </a:lnTo>
                  <a:lnTo>
                    <a:pt x="1412646" y="530757"/>
                  </a:lnTo>
                  <a:lnTo>
                    <a:pt x="1412646" y="532668"/>
                  </a:lnTo>
                  <a:lnTo>
                    <a:pt x="1413124" y="534579"/>
                  </a:lnTo>
                  <a:lnTo>
                    <a:pt x="1413602" y="536490"/>
                  </a:lnTo>
                  <a:lnTo>
                    <a:pt x="1415035" y="538879"/>
                  </a:lnTo>
                  <a:lnTo>
                    <a:pt x="1415035" y="539357"/>
                  </a:lnTo>
                  <a:lnTo>
                    <a:pt x="1415035" y="541268"/>
                  </a:lnTo>
                  <a:lnTo>
                    <a:pt x="1415035" y="542223"/>
                  </a:lnTo>
                  <a:lnTo>
                    <a:pt x="1414079" y="544134"/>
                  </a:lnTo>
                  <a:lnTo>
                    <a:pt x="1411691" y="545567"/>
                  </a:lnTo>
                  <a:lnTo>
                    <a:pt x="1408346" y="546045"/>
                  </a:lnTo>
                  <a:lnTo>
                    <a:pt x="1397837" y="546045"/>
                  </a:lnTo>
                  <a:lnTo>
                    <a:pt x="1394970" y="546045"/>
                  </a:lnTo>
                  <a:lnTo>
                    <a:pt x="1395448" y="547478"/>
                  </a:lnTo>
                  <a:lnTo>
                    <a:pt x="1398314" y="547956"/>
                  </a:lnTo>
                  <a:lnTo>
                    <a:pt x="1401180" y="547956"/>
                  </a:lnTo>
                  <a:lnTo>
                    <a:pt x="1411691" y="548911"/>
                  </a:lnTo>
                  <a:lnTo>
                    <a:pt x="1413124" y="549867"/>
                  </a:lnTo>
                  <a:lnTo>
                    <a:pt x="1414079" y="551300"/>
                  </a:lnTo>
                  <a:lnTo>
                    <a:pt x="1415035" y="553211"/>
                  </a:lnTo>
                  <a:lnTo>
                    <a:pt x="1415990" y="557033"/>
                  </a:lnTo>
                  <a:lnTo>
                    <a:pt x="1415990" y="558466"/>
                  </a:lnTo>
                  <a:lnTo>
                    <a:pt x="1415512" y="560377"/>
                  </a:lnTo>
                  <a:lnTo>
                    <a:pt x="1414557" y="562288"/>
                  </a:lnTo>
                  <a:lnTo>
                    <a:pt x="1414079" y="565154"/>
                  </a:lnTo>
                  <a:lnTo>
                    <a:pt x="1413602" y="568498"/>
                  </a:lnTo>
                  <a:lnTo>
                    <a:pt x="1414079" y="570409"/>
                  </a:lnTo>
                  <a:lnTo>
                    <a:pt x="1419812" y="570409"/>
                  </a:lnTo>
                  <a:lnTo>
                    <a:pt x="1420767" y="571842"/>
                  </a:lnTo>
                  <a:lnTo>
                    <a:pt x="1420767" y="572798"/>
                  </a:lnTo>
                  <a:lnTo>
                    <a:pt x="1418856" y="576142"/>
                  </a:lnTo>
                  <a:lnTo>
                    <a:pt x="1418379" y="577097"/>
                  </a:lnTo>
                  <a:lnTo>
                    <a:pt x="1419334" y="579486"/>
                  </a:lnTo>
                  <a:lnTo>
                    <a:pt x="1419334" y="579964"/>
                  </a:lnTo>
                  <a:lnTo>
                    <a:pt x="1418856" y="580919"/>
                  </a:lnTo>
                  <a:lnTo>
                    <a:pt x="1418379" y="582352"/>
                  </a:lnTo>
                  <a:lnTo>
                    <a:pt x="1417901" y="585219"/>
                  </a:lnTo>
                  <a:lnTo>
                    <a:pt x="1416946" y="587129"/>
                  </a:lnTo>
                  <a:lnTo>
                    <a:pt x="1415512" y="588563"/>
                  </a:lnTo>
                  <a:lnTo>
                    <a:pt x="1414557" y="589041"/>
                  </a:lnTo>
                  <a:lnTo>
                    <a:pt x="1414079" y="588563"/>
                  </a:lnTo>
                  <a:lnTo>
                    <a:pt x="1412646" y="584741"/>
                  </a:lnTo>
                  <a:lnTo>
                    <a:pt x="1412168" y="584263"/>
                  </a:lnTo>
                  <a:lnTo>
                    <a:pt x="1411691" y="584263"/>
                  </a:lnTo>
                  <a:lnTo>
                    <a:pt x="1411213" y="585219"/>
                  </a:lnTo>
                  <a:lnTo>
                    <a:pt x="1411213" y="585696"/>
                  </a:lnTo>
                  <a:lnTo>
                    <a:pt x="1410735" y="586652"/>
                  </a:lnTo>
                  <a:lnTo>
                    <a:pt x="1410257" y="587607"/>
                  </a:lnTo>
                  <a:lnTo>
                    <a:pt x="1408346" y="589041"/>
                  </a:lnTo>
                  <a:lnTo>
                    <a:pt x="1404525" y="589996"/>
                  </a:lnTo>
                  <a:lnTo>
                    <a:pt x="1404525" y="590951"/>
                  </a:lnTo>
                  <a:lnTo>
                    <a:pt x="1406913" y="591429"/>
                  </a:lnTo>
                  <a:lnTo>
                    <a:pt x="1410257" y="593340"/>
                  </a:lnTo>
                  <a:lnTo>
                    <a:pt x="1412168" y="593340"/>
                  </a:lnTo>
                  <a:lnTo>
                    <a:pt x="1414557" y="591907"/>
                  </a:lnTo>
                  <a:lnTo>
                    <a:pt x="1419812" y="587607"/>
                  </a:lnTo>
                  <a:lnTo>
                    <a:pt x="1422201" y="586652"/>
                  </a:lnTo>
                  <a:lnTo>
                    <a:pt x="1424112" y="586174"/>
                  </a:lnTo>
                  <a:lnTo>
                    <a:pt x="1426500" y="586174"/>
                  </a:lnTo>
                  <a:lnTo>
                    <a:pt x="1428889" y="586652"/>
                  </a:lnTo>
                  <a:lnTo>
                    <a:pt x="1433666" y="585696"/>
                  </a:lnTo>
                  <a:lnTo>
                    <a:pt x="1434621" y="586174"/>
                  </a:lnTo>
                  <a:lnTo>
                    <a:pt x="1436533" y="587129"/>
                  </a:lnTo>
                  <a:lnTo>
                    <a:pt x="1437966" y="588563"/>
                  </a:lnTo>
                  <a:lnTo>
                    <a:pt x="1439399" y="589996"/>
                  </a:lnTo>
                  <a:lnTo>
                    <a:pt x="1439877" y="591429"/>
                  </a:lnTo>
                  <a:lnTo>
                    <a:pt x="1440832" y="596684"/>
                  </a:lnTo>
                  <a:lnTo>
                    <a:pt x="1442265" y="598117"/>
                  </a:lnTo>
                  <a:lnTo>
                    <a:pt x="1442743" y="599073"/>
                  </a:lnTo>
                  <a:lnTo>
                    <a:pt x="1442743" y="600506"/>
                  </a:lnTo>
                  <a:lnTo>
                    <a:pt x="1442743" y="603372"/>
                  </a:lnTo>
                  <a:lnTo>
                    <a:pt x="1441310" y="609583"/>
                  </a:lnTo>
                  <a:lnTo>
                    <a:pt x="1440354" y="611494"/>
                  </a:lnTo>
                  <a:lnTo>
                    <a:pt x="1437966" y="614838"/>
                  </a:lnTo>
                  <a:lnTo>
                    <a:pt x="1435577" y="615793"/>
                  </a:lnTo>
                  <a:lnTo>
                    <a:pt x="1431278" y="617227"/>
                  </a:lnTo>
                  <a:lnTo>
                    <a:pt x="1428889" y="618182"/>
                  </a:lnTo>
                  <a:lnTo>
                    <a:pt x="1426978" y="619615"/>
                  </a:lnTo>
                  <a:lnTo>
                    <a:pt x="1426978" y="620571"/>
                  </a:lnTo>
                  <a:lnTo>
                    <a:pt x="1431755" y="618182"/>
                  </a:lnTo>
                  <a:lnTo>
                    <a:pt x="1437488" y="616749"/>
                  </a:lnTo>
                  <a:lnTo>
                    <a:pt x="1439399" y="615316"/>
                  </a:lnTo>
                  <a:lnTo>
                    <a:pt x="1440354" y="614360"/>
                  </a:lnTo>
                  <a:lnTo>
                    <a:pt x="1441787" y="611016"/>
                  </a:lnTo>
                  <a:lnTo>
                    <a:pt x="1444176" y="603372"/>
                  </a:lnTo>
                  <a:lnTo>
                    <a:pt x="1445132" y="600984"/>
                  </a:lnTo>
                  <a:lnTo>
                    <a:pt x="1447043" y="600506"/>
                  </a:lnTo>
                  <a:lnTo>
                    <a:pt x="1447998" y="601461"/>
                  </a:lnTo>
                  <a:lnTo>
                    <a:pt x="1449909" y="605761"/>
                  </a:lnTo>
                  <a:lnTo>
                    <a:pt x="1449909" y="607194"/>
                  </a:lnTo>
                  <a:lnTo>
                    <a:pt x="1449431" y="608150"/>
                  </a:lnTo>
                  <a:lnTo>
                    <a:pt x="1446087" y="612449"/>
                  </a:lnTo>
                  <a:lnTo>
                    <a:pt x="1447043" y="611971"/>
                  </a:lnTo>
                  <a:lnTo>
                    <a:pt x="1450387" y="608150"/>
                  </a:lnTo>
                  <a:lnTo>
                    <a:pt x="1450864" y="606716"/>
                  </a:lnTo>
                  <a:lnTo>
                    <a:pt x="1451342" y="604806"/>
                  </a:lnTo>
                  <a:lnTo>
                    <a:pt x="1452298" y="603372"/>
                  </a:lnTo>
                  <a:lnTo>
                    <a:pt x="1452775" y="603850"/>
                  </a:lnTo>
                  <a:lnTo>
                    <a:pt x="1453731" y="609105"/>
                  </a:lnTo>
                  <a:lnTo>
                    <a:pt x="1453731" y="612449"/>
                  </a:lnTo>
                  <a:lnTo>
                    <a:pt x="1453731" y="613405"/>
                  </a:lnTo>
                  <a:lnTo>
                    <a:pt x="1453253" y="616749"/>
                  </a:lnTo>
                  <a:lnTo>
                    <a:pt x="1453731" y="617704"/>
                  </a:lnTo>
                  <a:lnTo>
                    <a:pt x="1454686" y="614838"/>
                  </a:lnTo>
                  <a:lnTo>
                    <a:pt x="1455164" y="612449"/>
                  </a:lnTo>
                  <a:lnTo>
                    <a:pt x="1455642" y="611016"/>
                  </a:lnTo>
                  <a:lnTo>
                    <a:pt x="1456119" y="610061"/>
                  </a:lnTo>
                  <a:lnTo>
                    <a:pt x="1459463" y="607194"/>
                  </a:lnTo>
                  <a:lnTo>
                    <a:pt x="1464241" y="604328"/>
                  </a:lnTo>
                  <a:lnTo>
                    <a:pt x="1467107" y="602417"/>
                  </a:lnTo>
                  <a:lnTo>
                    <a:pt x="1469496" y="601461"/>
                  </a:lnTo>
                  <a:lnTo>
                    <a:pt x="1472840" y="600506"/>
                  </a:lnTo>
                  <a:lnTo>
                    <a:pt x="1475228" y="598595"/>
                  </a:lnTo>
                  <a:lnTo>
                    <a:pt x="1476184" y="595251"/>
                  </a:lnTo>
                  <a:lnTo>
                    <a:pt x="1477140" y="593340"/>
                  </a:lnTo>
                  <a:lnTo>
                    <a:pt x="1477617" y="591907"/>
                  </a:lnTo>
                  <a:lnTo>
                    <a:pt x="1480006" y="589996"/>
                  </a:lnTo>
                  <a:lnTo>
                    <a:pt x="1480961" y="589518"/>
                  </a:lnTo>
                  <a:lnTo>
                    <a:pt x="1482394" y="590474"/>
                  </a:lnTo>
                  <a:lnTo>
                    <a:pt x="1483828" y="591907"/>
                  </a:lnTo>
                  <a:lnTo>
                    <a:pt x="1485261" y="594773"/>
                  </a:lnTo>
                  <a:lnTo>
                    <a:pt x="1486216" y="596206"/>
                  </a:lnTo>
                  <a:lnTo>
                    <a:pt x="1486694" y="597640"/>
                  </a:lnTo>
                  <a:lnTo>
                    <a:pt x="1486694" y="602417"/>
                  </a:lnTo>
                  <a:lnTo>
                    <a:pt x="1487172" y="602417"/>
                  </a:lnTo>
                  <a:lnTo>
                    <a:pt x="1488605" y="598595"/>
                  </a:lnTo>
                  <a:lnTo>
                    <a:pt x="1488605" y="597640"/>
                  </a:lnTo>
                  <a:lnTo>
                    <a:pt x="1488605" y="596206"/>
                  </a:lnTo>
                  <a:lnTo>
                    <a:pt x="1488127" y="594773"/>
                  </a:lnTo>
                  <a:lnTo>
                    <a:pt x="1486694" y="591907"/>
                  </a:lnTo>
                  <a:lnTo>
                    <a:pt x="1486216" y="589996"/>
                  </a:lnTo>
                  <a:lnTo>
                    <a:pt x="1486216" y="589041"/>
                  </a:lnTo>
                  <a:lnTo>
                    <a:pt x="1487650" y="588085"/>
                  </a:lnTo>
                  <a:lnTo>
                    <a:pt x="1490038" y="588085"/>
                  </a:lnTo>
                  <a:lnTo>
                    <a:pt x="1490516" y="587607"/>
                  </a:lnTo>
                  <a:lnTo>
                    <a:pt x="1488605" y="586174"/>
                  </a:lnTo>
                  <a:lnTo>
                    <a:pt x="1488605" y="585696"/>
                  </a:lnTo>
                  <a:lnTo>
                    <a:pt x="1490516" y="583308"/>
                  </a:lnTo>
                  <a:lnTo>
                    <a:pt x="1490994" y="583308"/>
                  </a:lnTo>
                  <a:lnTo>
                    <a:pt x="1492905" y="583785"/>
                  </a:lnTo>
                  <a:lnTo>
                    <a:pt x="1492427" y="582352"/>
                  </a:lnTo>
                  <a:lnTo>
                    <a:pt x="1492427" y="581875"/>
                  </a:lnTo>
                  <a:lnTo>
                    <a:pt x="1493382" y="581397"/>
                  </a:lnTo>
                  <a:lnTo>
                    <a:pt x="1496249" y="582352"/>
                  </a:lnTo>
                  <a:lnTo>
                    <a:pt x="1496726" y="581397"/>
                  </a:lnTo>
                  <a:lnTo>
                    <a:pt x="1499115" y="581397"/>
                  </a:lnTo>
                  <a:lnTo>
                    <a:pt x="1499115" y="580441"/>
                  </a:lnTo>
                  <a:lnTo>
                    <a:pt x="1497204" y="579486"/>
                  </a:lnTo>
                  <a:lnTo>
                    <a:pt x="1494816" y="578530"/>
                  </a:lnTo>
                  <a:lnTo>
                    <a:pt x="1494338" y="578053"/>
                  </a:lnTo>
                  <a:lnTo>
                    <a:pt x="1493860" y="577097"/>
                  </a:lnTo>
                  <a:lnTo>
                    <a:pt x="1492905" y="575186"/>
                  </a:lnTo>
                  <a:lnTo>
                    <a:pt x="1493382" y="574231"/>
                  </a:lnTo>
                  <a:lnTo>
                    <a:pt x="1493860" y="574231"/>
                  </a:lnTo>
                  <a:lnTo>
                    <a:pt x="1494816" y="575186"/>
                  </a:lnTo>
                  <a:lnTo>
                    <a:pt x="1495293" y="573753"/>
                  </a:lnTo>
                  <a:lnTo>
                    <a:pt x="1496249" y="571364"/>
                  </a:lnTo>
                  <a:lnTo>
                    <a:pt x="1496726" y="569931"/>
                  </a:lnTo>
                  <a:lnTo>
                    <a:pt x="1498637" y="571364"/>
                  </a:lnTo>
                  <a:lnTo>
                    <a:pt x="1499115" y="570887"/>
                  </a:lnTo>
                  <a:lnTo>
                    <a:pt x="1497204" y="566587"/>
                  </a:lnTo>
                  <a:lnTo>
                    <a:pt x="1497682" y="565632"/>
                  </a:lnTo>
                  <a:lnTo>
                    <a:pt x="1500070" y="565632"/>
                  </a:lnTo>
                  <a:lnTo>
                    <a:pt x="1501504" y="566109"/>
                  </a:lnTo>
                  <a:lnTo>
                    <a:pt x="1505326" y="568976"/>
                  </a:lnTo>
                  <a:lnTo>
                    <a:pt x="1506281" y="568976"/>
                  </a:lnTo>
                  <a:lnTo>
                    <a:pt x="1505803" y="568020"/>
                  </a:lnTo>
                  <a:lnTo>
                    <a:pt x="1503415" y="566109"/>
                  </a:lnTo>
                  <a:lnTo>
                    <a:pt x="1501981" y="565154"/>
                  </a:lnTo>
                  <a:lnTo>
                    <a:pt x="1500070" y="564199"/>
                  </a:lnTo>
                  <a:lnTo>
                    <a:pt x="1499115" y="563243"/>
                  </a:lnTo>
                  <a:lnTo>
                    <a:pt x="1497682" y="560854"/>
                  </a:lnTo>
                  <a:lnTo>
                    <a:pt x="1497204" y="559421"/>
                  </a:lnTo>
                  <a:lnTo>
                    <a:pt x="1497204" y="557988"/>
                  </a:lnTo>
                  <a:lnTo>
                    <a:pt x="1498160" y="555122"/>
                  </a:lnTo>
                  <a:lnTo>
                    <a:pt x="1499115" y="554166"/>
                  </a:lnTo>
                  <a:lnTo>
                    <a:pt x="1500070" y="553688"/>
                  </a:lnTo>
                  <a:lnTo>
                    <a:pt x="1501026" y="553211"/>
                  </a:lnTo>
                  <a:lnTo>
                    <a:pt x="1502937" y="553688"/>
                  </a:lnTo>
                  <a:lnTo>
                    <a:pt x="1505803" y="555599"/>
                  </a:lnTo>
                  <a:lnTo>
                    <a:pt x="1506281" y="555122"/>
                  </a:lnTo>
                  <a:lnTo>
                    <a:pt x="1504848" y="554166"/>
                  </a:lnTo>
                  <a:lnTo>
                    <a:pt x="1503892" y="552733"/>
                  </a:lnTo>
                  <a:lnTo>
                    <a:pt x="1503415" y="551778"/>
                  </a:lnTo>
                  <a:lnTo>
                    <a:pt x="1503415" y="550344"/>
                  </a:lnTo>
                  <a:lnTo>
                    <a:pt x="1504848" y="547000"/>
                  </a:lnTo>
                  <a:lnTo>
                    <a:pt x="1505326" y="544612"/>
                  </a:lnTo>
                  <a:lnTo>
                    <a:pt x="1508192" y="537446"/>
                  </a:lnTo>
                  <a:lnTo>
                    <a:pt x="1509147" y="536490"/>
                  </a:lnTo>
                  <a:lnTo>
                    <a:pt x="1510103" y="535535"/>
                  </a:lnTo>
                  <a:lnTo>
                    <a:pt x="1510581" y="534579"/>
                  </a:lnTo>
                  <a:lnTo>
                    <a:pt x="1512969" y="534579"/>
                  </a:lnTo>
                  <a:lnTo>
                    <a:pt x="1516791" y="536968"/>
                  </a:lnTo>
                  <a:lnTo>
                    <a:pt x="1518224" y="538401"/>
                  </a:lnTo>
                  <a:lnTo>
                    <a:pt x="1518702" y="540312"/>
                  </a:lnTo>
                  <a:lnTo>
                    <a:pt x="1516313" y="543178"/>
                  </a:lnTo>
                  <a:lnTo>
                    <a:pt x="1512492" y="545567"/>
                  </a:lnTo>
                  <a:lnTo>
                    <a:pt x="1511536" y="546522"/>
                  </a:lnTo>
                  <a:lnTo>
                    <a:pt x="1512492" y="547000"/>
                  </a:lnTo>
                  <a:lnTo>
                    <a:pt x="1515835" y="545089"/>
                  </a:lnTo>
                  <a:lnTo>
                    <a:pt x="1518702" y="544612"/>
                  </a:lnTo>
                  <a:lnTo>
                    <a:pt x="1521091" y="544612"/>
                  </a:lnTo>
                  <a:lnTo>
                    <a:pt x="1523001" y="547956"/>
                  </a:lnTo>
                  <a:lnTo>
                    <a:pt x="1523479" y="552255"/>
                  </a:lnTo>
                  <a:lnTo>
                    <a:pt x="1522524" y="556077"/>
                  </a:lnTo>
                  <a:lnTo>
                    <a:pt x="1523957" y="554166"/>
                  </a:lnTo>
                  <a:lnTo>
                    <a:pt x="1525868" y="553211"/>
                  </a:lnTo>
                  <a:lnTo>
                    <a:pt x="1527301" y="555599"/>
                  </a:lnTo>
                  <a:lnTo>
                    <a:pt x="1527301" y="557510"/>
                  </a:lnTo>
                  <a:lnTo>
                    <a:pt x="1528257" y="559421"/>
                  </a:lnTo>
                  <a:lnTo>
                    <a:pt x="1530167" y="562288"/>
                  </a:lnTo>
                  <a:lnTo>
                    <a:pt x="1531601" y="564199"/>
                  </a:lnTo>
                  <a:lnTo>
                    <a:pt x="1529690" y="566587"/>
                  </a:lnTo>
                  <a:lnTo>
                    <a:pt x="1527301" y="568020"/>
                  </a:lnTo>
                  <a:lnTo>
                    <a:pt x="1527779" y="568976"/>
                  </a:lnTo>
                  <a:lnTo>
                    <a:pt x="1531123" y="570409"/>
                  </a:lnTo>
                  <a:lnTo>
                    <a:pt x="1531601" y="571364"/>
                  </a:lnTo>
                  <a:lnTo>
                    <a:pt x="1531123" y="572798"/>
                  </a:lnTo>
                  <a:lnTo>
                    <a:pt x="1531601" y="572798"/>
                  </a:lnTo>
                  <a:lnTo>
                    <a:pt x="1533989" y="570409"/>
                  </a:lnTo>
                  <a:lnTo>
                    <a:pt x="1535900" y="570887"/>
                  </a:lnTo>
                  <a:lnTo>
                    <a:pt x="1538289" y="575664"/>
                  </a:lnTo>
                  <a:lnTo>
                    <a:pt x="1536856" y="578530"/>
                  </a:lnTo>
                  <a:lnTo>
                    <a:pt x="1533989" y="579964"/>
                  </a:lnTo>
                  <a:lnTo>
                    <a:pt x="1531601" y="580441"/>
                  </a:lnTo>
                  <a:lnTo>
                    <a:pt x="1528734" y="580441"/>
                  </a:lnTo>
                  <a:lnTo>
                    <a:pt x="1527301" y="580441"/>
                  </a:lnTo>
                  <a:lnTo>
                    <a:pt x="1527779" y="581397"/>
                  </a:lnTo>
                  <a:lnTo>
                    <a:pt x="1531123" y="581397"/>
                  </a:lnTo>
                  <a:lnTo>
                    <a:pt x="1535423" y="580919"/>
                  </a:lnTo>
                  <a:lnTo>
                    <a:pt x="1538767" y="579964"/>
                  </a:lnTo>
                  <a:lnTo>
                    <a:pt x="1540200" y="579486"/>
                  </a:lnTo>
                  <a:lnTo>
                    <a:pt x="1541633" y="579964"/>
                  </a:lnTo>
                  <a:lnTo>
                    <a:pt x="1542111" y="580441"/>
                  </a:lnTo>
                  <a:lnTo>
                    <a:pt x="1540677" y="581397"/>
                  </a:lnTo>
                  <a:lnTo>
                    <a:pt x="1540677" y="581397"/>
                  </a:lnTo>
                  <a:lnTo>
                    <a:pt x="1541155" y="582352"/>
                  </a:lnTo>
                  <a:lnTo>
                    <a:pt x="1542588" y="585219"/>
                  </a:lnTo>
                  <a:lnTo>
                    <a:pt x="1542111" y="585696"/>
                  </a:lnTo>
                  <a:lnTo>
                    <a:pt x="1541155" y="587129"/>
                  </a:lnTo>
                  <a:lnTo>
                    <a:pt x="1543066" y="587607"/>
                  </a:lnTo>
                  <a:lnTo>
                    <a:pt x="1545455" y="586652"/>
                  </a:lnTo>
                  <a:lnTo>
                    <a:pt x="1546410" y="587607"/>
                  </a:lnTo>
                  <a:lnTo>
                    <a:pt x="1548321" y="590951"/>
                  </a:lnTo>
                  <a:lnTo>
                    <a:pt x="1549277" y="593818"/>
                  </a:lnTo>
                  <a:lnTo>
                    <a:pt x="1544499" y="598595"/>
                  </a:lnTo>
                  <a:lnTo>
                    <a:pt x="1542111" y="599550"/>
                  </a:lnTo>
                  <a:lnTo>
                    <a:pt x="1538767" y="601939"/>
                  </a:lnTo>
                  <a:lnTo>
                    <a:pt x="1537811" y="603372"/>
                  </a:lnTo>
                  <a:lnTo>
                    <a:pt x="1535900" y="605761"/>
                  </a:lnTo>
                  <a:lnTo>
                    <a:pt x="1537333" y="605761"/>
                  </a:lnTo>
                  <a:lnTo>
                    <a:pt x="1540677" y="601939"/>
                  </a:lnTo>
                  <a:lnTo>
                    <a:pt x="1542588" y="601461"/>
                  </a:lnTo>
                  <a:lnTo>
                    <a:pt x="1543544" y="601461"/>
                  </a:lnTo>
                  <a:lnTo>
                    <a:pt x="1544499" y="601939"/>
                  </a:lnTo>
                  <a:lnTo>
                    <a:pt x="1544022" y="603372"/>
                  </a:lnTo>
                  <a:lnTo>
                    <a:pt x="1544977" y="602895"/>
                  </a:lnTo>
                  <a:lnTo>
                    <a:pt x="1549754" y="600984"/>
                  </a:lnTo>
                  <a:lnTo>
                    <a:pt x="1551665" y="600506"/>
                  </a:lnTo>
                  <a:lnTo>
                    <a:pt x="1554532" y="600028"/>
                  </a:lnTo>
                  <a:lnTo>
                    <a:pt x="1554532" y="600984"/>
                  </a:lnTo>
                  <a:lnTo>
                    <a:pt x="1553099" y="606239"/>
                  </a:lnTo>
                  <a:lnTo>
                    <a:pt x="1550232" y="610538"/>
                  </a:lnTo>
                  <a:lnTo>
                    <a:pt x="1545455" y="612927"/>
                  </a:lnTo>
                  <a:lnTo>
                    <a:pt x="1543544" y="614360"/>
                  </a:lnTo>
                  <a:lnTo>
                    <a:pt x="1541633" y="616749"/>
                  </a:lnTo>
                  <a:lnTo>
                    <a:pt x="1542111" y="617227"/>
                  </a:lnTo>
                  <a:lnTo>
                    <a:pt x="1546888" y="613882"/>
                  </a:lnTo>
                  <a:lnTo>
                    <a:pt x="1550232" y="612927"/>
                  </a:lnTo>
                  <a:lnTo>
                    <a:pt x="1555009" y="611971"/>
                  </a:lnTo>
                  <a:lnTo>
                    <a:pt x="1556920" y="611971"/>
                  </a:lnTo>
                  <a:lnTo>
                    <a:pt x="1560265" y="618182"/>
                  </a:lnTo>
                  <a:lnTo>
                    <a:pt x="1562653" y="618660"/>
                  </a:lnTo>
                  <a:lnTo>
                    <a:pt x="1564086" y="618660"/>
                  </a:lnTo>
                  <a:lnTo>
                    <a:pt x="1567430" y="620571"/>
                  </a:lnTo>
                  <a:lnTo>
                    <a:pt x="1568386" y="622004"/>
                  </a:lnTo>
                  <a:lnTo>
                    <a:pt x="1568386" y="623437"/>
                  </a:lnTo>
                  <a:lnTo>
                    <a:pt x="1566953" y="623915"/>
                  </a:lnTo>
                  <a:lnTo>
                    <a:pt x="1566475" y="625348"/>
                  </a:lnTo>
                  <a:lnTo>
                    <a:pt x="1567908" y="628692"/>
                  </a:lnTo>
                  <a:lnTo>
                    <a:pt x="1566953" y="630603"/>
                  </a:lnTo>
                  <a:lnTo>
                    <a:pt x="1565042" y="632036"/>
                  </a:lnTo>
                  <a:lnTo>
                    <a:pt x="1563131" y="632992"/>
                  </a:lnTo>
                  <a:lnTo>
                    <a:pt x="1561220" y="633469"/>
                  </a:lnTo>
                  <a:lnTo>
                    <a:pt x="1559787" y="634902"/>
                  </a:lnTo>
                  <a:lnTo>
                    <a:pt x="1558831" y="634902"/>
                  </a:lnTo>
                  <a:lnTo>
                    <a:pt x="1556442" y="634902"/>
                  </a:lnTo>
                  <a:lnTo>
                    <a:pt x="1557398" y="635380"/>
                  </a:lnTo>
                  <a:lnTo>
                    <a:pt x="1558831" y="636336"/>
                  </a:lnTo>
                  <a:lnTo>
                    <a:pt x="1560265" y="636336"/>
                  </a:lnTo>
                  <a:lnTo>
                    <a:pt x="1562653" y="635858"/>
                  </a:lnTo>
                  <a:lnTo>
                    <a:pt x="1564564" y="635858"/>
                  </a:lnTo>
                  <a:lnTo>
                    <a:pt x="1567908" y="636813"/>
                  </a:lnTo>
                  <a:lnTo>
                    <a:pt x="1569341" y="638247"/>
                  </a:lnTo>
                  <a:lnTo>
                    <a:pt x="1569341" y="638724"/>
                  </a:lnTo>
                  <a:lnTo>
                    <a:pt x="1568864" y="639680"/>
                  </a:lnTo>
                  <a:lnTo>
                    <a:pt x="1567908" y="642068"/>
                  </a:lnTo>
                  <a:lnTo>
                    <a:pt x="1566953" y="643024"/>
                  </a:lnTo>
                  <a:lnTo>
                    <a:pt x="1567430" y="643502"/>
                  </a:lnTo>
                  <a:lnTo>
                    <a:pt x="1569341" y="644457"/>
                  </a:lnTo>
                  <a:lnTo>
                    <a:pt x="1570297" y="644935"/>
                  </a:lnTo>
                  <a:lnTo>
                    <a:pt x="1572208" y="644457"/>
                  </a:lnTo>
                  <a:lnTo>
                    <a:pt x="1573641" y="644935"/>
                  </a:lnTo>
                  <a:lnTo>
                    <a:pt x="1579851" y="650668"/>
                  </a:lnTo>
                  <a:lnTo>
                    <a:pt x="1579374" y="653534"/>
                  </a:lnTo>
                  <a:lnTo>
                    <a:pt x="1578418" y="655923"/>
                  </a:lnTo>
                  <a:lnTo>
                    <a:pt x="1578896" y="658789"/>
                  </a:lnTo>
                  <a:lnTo>
                    <a:pt x="1578896" y="661655"/>
                  </a:lnTo>
                  <a:lnTo>
                    <a:pt x="1575552" y="662611"/>
                  </a:lnTo>
                  <a:lnTo>
                    <a:pt x="1565042" y="661178"/>
                  </a:lnTo>
                  <a:lnTo>
                    <a:pt x="1559309" y="658789"/>
                  </a:lnTo>
                  <a:lnTo>
                    <a:pt x="1558831" y="658311"/>
                  </a:lnTo>
                  <a:lnTo>
                    <a:pt x="1560742" y="656878"/>
                  </a:lnTo>
                  <a:lnTo>
                    <a:pt x="1559309" y="656400"/>
                  </a:lnTo>
                  <a:lnTo>
                    <a:pt x="1557398" y="657356"/>
                  </a:lnTo>
                  <a:lnTo>
                    <a:pt x="1556442" y="657834"/>
                  </a:lnTo>
                  <a:lnTo>
                    <a:pt x="1558831" y="660222"/>
                  </a:lnTo>
                  <a:lnTo>
                    <a:pt x="1564086" y="662133"/>
                  </a:lnTo>
                  <a:lnTo>
                    <a:pt x="1566475" y="664522"/>
                  </a:lnTo>
                  <a:lnTo>
                    <a:pt x="1569341" y="664999"/>
                  </a:lnTo>
                  <a:lnTo>
                    <a:pt x="1570297" y="665477"/>
                  </a:lnTo>
                  <a:lnTo>
                    <a:pt x="1571730" y="666910"/>
                  </a:lnTo>
                  <a:lnTo>
                    <a:pt x="1571252" y="667388"/>
                  </a:lnTo>
                  <a:lnTo>
                    <a:pt x="1568386" y="667388"/>
                  </a:lnTo>
                  <a:lnTo>
                    <a:pt x="1566475" y="669299"/>
                  </a:lnTo>
                  <a:lnTo>
                    <a:pt x="1567908" y="670255"/>
                  </a:lnTo>
                  <a:lnTo>
                    <a:pt x="1572685" y="671210"/>
                  </a:lnTo>
                  <a:lnTo>
                    <a:pt x="1576030" y="671210"/>
                  </a:lnTo>
                  <a:lnTo>
                    <a:pt x="1577940" y="672165"/>
                  </a:lnTo>
                  <a:lnTo>
                    <a:pt x="1576507" y="673121"/>
                  </a:lnTo>
                  <a:lnTo>
                    <a:pt x="1572208" y="674554"/>
                  </a:lnTo>
                  <a:lnTo>
                    <a:pt x="1572208" y="676465"/>
                  </a:lnTo>
                  <a:lnTo>
                    <a:pt x="1575074" y="677420"/>
                  </a:lnTo>
                  <a:lnTo>
                    <a:pt x="1577940" y="676943"/>
                  </a:lnTo>
                  <a:lnTo>
                    <a:pt x="1578896" y="676943"/>
                  </a:lnTo>
                  <a:lnTo>
                    <a:pt x="1579851" y="681720"/>
                  </a:lnTo>
                  <a:lnTo>
                    <a:pt x="1580329" y="682675"/>
                  </a:lnTo>
                  <a:lnTo>
                    <a:pt x="1577463" y="683153"/>
                  </a:lnTo>
                  <a:lnTo>
                    <a:pt x="1577463" y="684109"/>
                  </a:lnTo>
                  <a:lnTo>
                    <a:pt x="1579374" y="685064"/>
                  </a:lnTo>
                  <a:lnTo>
                    <a:pt x="1582718" y="685542"/>
                  </a:lnTo>
                  <a:lnTo>
                    <a:pt x="1583673" y="686497"/>
                  </a:lnTo>
                  <a:lnTo>
                    <a:pt x="1583673" y="687453"/>
                  </a:lnTo>
                  <a:lnTo>
                    <a:pt x="1584629" y="688408"/>
                  </a:lnTo>
                  <a:lnTo>
                    <a:pt x="1586540" y="688408"/>
                  </a:lnTo>
                  <a:lnTo>
                    <a:pt x="1588450" y="686975"/>
                  </a:lnTo>
                  <a:lnTo>
                    <a:pt x="1589406" y="685542"/>
                  </a:lnTo>
                  <a:lnTo>
                    <a:pt x="1591317" y="686020"/>
                  </a:lnTo>
                  <a:lnTo>
                    <a:pt x="1591317" y="687453"/>
                  </a:lnTo>
                  <a:lnTo>
                    <a:pt x="1593706" y="689841"/>
                  </a:lnTo>
                  <a:lnTo>
                    <a:pt x="1594183" y="689841"/>
                  </a:lnTo>
                  <a:lnTo>
                    <a:pt x="1595139" y="692708"/>
                  </a:lnTo>
                  <a:lnTo>
                    <a:pt x="1596572" y="690319"/>
                  </a:lnTo>
                  <a:lnTo>
                    <a:pt x="1598005" y="690797"/>
                  </a:lnTo>
                  <a:lnTo>
                    <a:pt x="1599438" y="690797"/>
                  </a:lnTo>
                  <a:lnTo>
                    <a:pt x="1598961" y="693185"/>
                  </a:lnTo>
                  <a:lnTo>
                    <a:pt x="1598005" y="695096"/>
                  </a:lnTo>
                  <a:lnTo>
                    <a:pt x="1598961" y="696530"/>
                  </a:lnTo>
                  <a:lnTo>
                    <a:pt x="1599916" y="698441"/>
                  </a:lnTo>
                  <a:lnTo>
                    <a:pt x="1602305" y="700829"/>
                  </a:lnTo>
                  <a:lnTo>
                    <a:pt x="1601827" y="701785"/>
                  </a:lnTo>
                  <a:lnTo>
                    <a:pt x="1598961" y="704651"/>
                  </a:lnTo>
                  <a:lnTo>
                    <a:pt x="1597527" y="708473"/>
                  </a:lnTo>
                  <a:lnTo>
                    <a:pt x="1597049" y="709906"/>
                  </a:lnTo>
                  <a:lnTo>
                    <a:pt x="1595616" y="711817"/>
                  </a:lnTo>
                  <a:lnTo>
                    <a:pt x="1593706" y="714206"/>
                  </a:lnTo>
                  <a:lnTo>
                    <a:pt x="1595139" y="713728"/>
                  </a:lnTo>
                  <a:lnTo>
                    <a:pt x="1599438" y="709906"/>
                  </a:lnTo>
                  <a:lnTo>
                    <a:pt x="1601827" y="708473"/>
                  </a:lnTo>
                  <a:lnTo>
                    <a:pt x="1607560" y="707995"/>
                  </a:lnTo>
                  <a:lnTo>
                    <a:pt x="1608993" y="706562"/>
                  </a:lnTo>
                  <a:lnTo>
                    <a:pt x="1610904" y="706084"/>
                  </a:lnTo>
                  <a:lnTo>
                    <a:pt x="1612337" y="707517"/>
                  </a:lnTo>
                  <a:lnTo>
                    <a:pt x="1612337" y="709906"/>
                  </a:lnTo>
                  <a:lnTo>
                    <a:pt x="1613770" y="710384"/>
                  </a:lnTo>
                  <a:lnTo>
                    <a:pt x="1615681" y="709906"/>
                  </a:lnTo>
                  <a:lnTo>
                    <a:pt x="1617114" y="710384"/>
                  </a:lnTo>
                  <a:lnTo>
                    <a:pt x="1616159" y="711817"/>
                  </a:lnTo>
                  <a:lnTo>
                    <a:pt x="1611381" y="718027"/>
                  </a:lnTo>
                  <a:lnTo>
                    <a:pt x="1609948" y="720416"/>
                  </a:lnTo>
                  <a:lnTo>
                    <a:pt x="1609471" y="721849"/>
                  </a:lnTo>
                  <a:lnTo>
                    <a:pt x="1610904" y="719461"/>
                  </a:lnTo>
                  <a:lnTo>
                    <a:pt x="1617592" y="714206"/>
                  </a:lnTo>
                  <a:lnTo>
                    <a:pt x="1618070" y="713250"/>
                  </a:lnTo>
                  <a:lnTo>
                    <a:pt x="1619503" y="711339"/>
                  </a:lnTo>
                  <a:lnTo>
                    <a:pt x="1620936" y="709906"/>
                  </a:lnTo>
                  <a:lnTo>
                    <a:pt x="1624280" y="710384"/>
                  </a:lnTo>
                  <a:lnTo>
                    <a:pt x="1626191" y="711339"/>
                  </a:lnTo>
                  <a:lnTo>
                    <a:pt x="1626669" y="714206"/>
                  </a:lnTo>
                  <a:lnTo>
                    <a:pt x="1628102" y="717550"/>
                  </a:lnTo>
                  <a:lnTo>
                    <a:pt x="1630491" y="721371"/>
                  </a:lnTo>
                  <a:lnTo>
                    <a:pt x="1635746" y="722805"/>
                  </a:lnTo>
                  <a:lnTo>
                    <a:pt x="1638134" y="723282"/>
                  </a:lnTo>
                  <a:lnTo>
                    <a:pt x="1641479" y="721849"/>
                  </a:lnTo>
                  <a:lnTo>
                    <a:pt x="1641956" y="720416"/>
                  </a:lnTo>
                  <a:lnTo>
                    <a:pt x="1644822" y="719938"/>
                  </a:lnTo>
                  <a:lnTo>
                    <a:pt x="1646733" y="719938"/>
                  </a:lnTo>
                  <a:lnTo>
                    <a:pt x="1647211" y="723282"/>
                  </a:lnTo>
                  <a:lnTo>
                    <a:pt x="1649122" y="725193"/>
                  </a:lnTo>
                  <a:lnTo>
                    <a:pt x="1651033" y="726149"/>
                  </a:lnTo>
                  <a:lnTo>
                    <a:pt x="1653422" y="727104"/>
                  </a:lnTo>
                  <a:lnTo>
                    <a:pt x="1655810" y="727582"/>
                  </a:lnTo>
                  <a:lnTo>
                    <a:pt x="1657721" y="729015"/>
                  </a:lnTo>
                  <a:lnTo>
                    <a:pt x="1657721" y="729493"/>
                  </a:lnTo>
                  <a:lnTo>
                    <a:pt x="1655810" y="731404"/>
                  </a:lnTo>
                  <a:lnTo>
                    <a:pt x="1654377" y="733792"/>
                  </a:lnTo>
                  <a:lnTo>
                    <a:pt x="1651988" y="735226"/>
                  </a:lnTo>
                  <a:lnTo>
                    <a:pt x="1648167" y="735226"/>
                  </a:lnTo>
                  <a:lnTo>
                    <a:pt x="1642912" y="736659"/>
                  </a:lnTo>
                  <a:lnTo>
                    <a:pt x="1642434" y="737614"/>
                  </a:lnTo>
                  <a:lnTo>
                    <a:pt x="1641479" y="738570"/>
                  </a:lnTo>
                  <a:lnTo>
                    <a:pt x="1638612" y="739525"/>
                  </a:lnTo>
                  <a:lnTo>
                    <a:pt x="1637179" y="740481"/>
                  </a:lnTo>
                  <a:lnTo>
                    <a:pt x="1634790" y="744303"/>
                  </a:lnTo>
                  <a:lnTo>
                    <a:pt x="1633357" y="745736"/>
                  </a:lnTo>
                  <a:lnTo>
                    <a:pt x="1631446" y="746213"/>
                  </a:lnTo>
                  <a:lnTo>
                    <a:pt x="1629057" y="745736"/>
                  </a:lnTo>
                  <a:lnTo>
                    <a:pt x="1627624" y="746213"/>
                  </a:lnTo>
                  <a:lnTo>
                    <a:pt x="1626191" y="747169"/>
                  </a:lnTo>
                  <a:lnTo>
                    <a:pt x="1625713" y="748124"/>
                  </a:lnTo>
                  <a:lnTo>
                    <a:pt x="1625236" y="748602"/>
                  </a:lnTo>
                  <a:lnTo>
                    <a:pt x="1621891" y="749558"/>
                  </a:lnTo>
                  <a:lnTo>
                    <a:pt x="1616159" y="752424"/>
                  </a:lnTo>
                  <a:lnTo>
                    <a:pt x="1612815" y="752424"/>
                  </a:lnTo>
                  <a:lnTo>
                    <a:pt x="1610904" y="751946"/>
                  </a:lnTo>
                  <a:lnTo>
                    <a:pt x="1609471" y="752424"/>
                  </a:lnTo>
                  <a:lnTo>
                    <a:pt x="1608515" y="753379"/>
                  </a:lnTo>
                  <a:lnTo>
                    <a:pt x="1605649" y="754813"/>
                  </a:lnTo>
                  <a:lnTo>
                    <a:pt x="1605171" y="755290"/>
                  </a:lnTo>
                  <a:lnTo>
                    <a:pt x="1604693" y="756723"/>
                  </a:lnTo>
                  <a:lnTo>
                    <a:pt x="1604215" y="758634"/>
                  </a:lnTo>
                  <a:lnTo>
                    <a:pt x="1603738" y="759112"/>
                  </a:lnTo>
                  <a:lnTo>
                    <a:pt x="1603260" y="759590"/>
                  </a:lnTo>
                  <a:lnTo>
                    <a:pt x="1600872" y="759112"/>
                  </a:lnTo>
                  <a:lnTo>
                    <a:pt x="1598483" y="758157"/>
                  </a:lnTo>
                  <a:lnTo>
                    <a:pt x="1598961" y="759590"/>
                  </a:lnTo>
                  <a:lnTo>
                    <a:pt x="1602782" y="761501"/>
                  </a:lnTo>
                  <a:lnTo>
                    <a:pt x="1604215" y="762934"/>
                  </a:lnTo>
                  <a:lnTo>
                    <a:pt x="1602782" y="764367"/>
                  </a:lnTo>
                  <a:lnTo>
                    <a:pt x="1600394" y="765800"/>
                  </a:lnTo>
                  <a:lnTo>
                    <a:pt x="1599916" y="766756"/>
                  </a:lnTo>
                  <a:lnTo>
                    <a:pt x="1601349" y="767234"/>
                  </a:lnTo>
                  <a:lnTo>
                    <a:pt x="1600872" y="768189"/>
                  </a:lnTo>
                  <a:lnTo>
                    <a:pt x="1599438" y="769144"/>
                  </a:lnTo>
                  <a:lnTo>
                    <a:pt x="1599438" y="769622"/>
                  </a:lnTo>
                  <a:lnTo>
                    <a:pt x="1599438" y="769622"/>
                  </a:lnTo>
                  <a:lnTo>
                    <a:pt x="1603260" y="768667"/>
                  </a:lnTo>
                  <a:lnTo>
                    <a:pt x="1606604" y="765800"/>
                  </a:lnTo>
                  <a:lnTo>
                    <a:pt x="1608515" y="763412"/>
                  </a:lnTo>
                  <a:lnTo>
                    <a:pt x="1609471" y="762456"/>
                  </a:lnTo>
                  <a:lnTo>
                    <a:pt x="1613770" y="761501"/>
                  </a:lnTo>
                  <a:lnTo>
                    <a:pt x="1616159" y="760545"/>
                  </a:lnTo>
                  <a:lnTo>
                    <a:pt x="1619503" y="758157"/>
                  </a:lnTo>
                  <a:lnTo>
                    <a:pt x="1623325" y="755290"/>
                  </a:lnTo>
                  <a:lnTo>
                    <a:pt x="1627624" y="750991"/>
                  </a:lnTo>
                  <a:lnTo>
                    <a:pt x="1632879" y="748124"/>
                  </a:lnTo>
                  <a:lnTo>
                    <a:pt x="1639090" y="745736"/>
                  </a:lnTo>
                  <a:lnTo>
                    <a:pt x="1643867" y="744303"/>
                  </a:lnTo>
                  <a:lnTo>
                    <a:pt x="1647211" y="744303"/>
                  </a:lnTo>
                  <a:lnTo>
                    <a:pt x="1647211" y="744303"/>
                  </a:lnTo>
                  <a:lnTo>
                    <a:pt x="1644345" y="743347"/>
                  </a:lnTo>
                  <a:lnTo>
                    <a:pt x="1642434" y="743347"/>
                  </a:lnTo>
                  <a:lnTo>
                    <a:pt x="1639568" y="743825"/>
                  </a:lnTo>
                  <a:lnTo>
                    <a:pt x="1638612" y="742392"/>
                  </a:lnTo>
                  <a:lnTo>
                    <a:pt x="1638612" y="741914"/>
                  </a:lnTo>
                  <a:lnTo>
                    <a:pt x="1639568" y="740958"/>
                  </a:lnTo>
                  <a:lnTo>
                    <a:pt x="1641956" y="740481"/>
                  </a:lnTo>
                  <a:lnTo>
                    <a:pt x="1653422" y="741436"/>
                  </a:lnTo>
                  <a:lnTo>
                    <a:pt x="1657244" y="742392"/>
                  </a:lnTo>
                  <a:lnTo>
                    <a:pt x="1661543" y="749558"/>
                  </a:lnTo>
                  <a:lnTo>
                    <a:pt x="1662498" y="751946"/>
                  </a:lnTo>
                  <a:lnTo>
                    <a:pt x="1662976" y="753857"/>
                  </a:lnTo>
                  <a:lnTo>
                    <a:pt x="1662498" y="754813"/>
                  </a:lnTo>
                  <a:lnTo>
                    <a:pt x="1660588" y="756246"/>
                  </a:lnTo>
                  <a:lnTo>
                    <a:pt x="1655810" y="758634"/>
                  </a:lnTo>
                  <a:lnTo>
                    <a:pt x="1655333" y="759112"/>
                  </a:lnTo>
                  <a:lnTo>
                    <a:pt x="1655333" y="759590"/>
                  </a:lnTo>
                  <a:lnTo>
                    <a:pt x="1657244" y="760068"/>
                  </a:lnTo>
                  <a:lnTo>
                    <a:pt x="1657721" y="761023"/>
                  </a:lnTo>
                  <a:lnTo>
                    <a:pt x="1659154" y="763412"/>
                  </a:lnTo>
                  <a:lnTo>
                    <a:pt x="1661065" y="761978"/>
                  </a:lnTo>
                  <a:lnTo>
                    <a:pt x="1665365" y="757201"/>
                  </a:lnTo>
                  <a:lnTo>
                    <a:pt x="1668709" y="755290"/>
                  </a:lnTo>
                  <a:lnTo>
                    <a:pt x="1671575" y="754813"/>
                  </a:lnTo>
                  <a:lnTo>
                    <a:pt x="1674920" y="754335"/>
                  </a:lnTo>
                  <a:lnTo>
                    <a:pt x="1676353" y="754813"/>
                  </a:lnTo>
                  <a:lnTo>
                    <a:pt x="1676830" y="755768"/>
                  </a:lnTo>
                  <a:lnTo>
                    <a:pt x="1678263" y="758634"/>
                  </a:lnTo>
                  <a:lnTo>
                    <a:pt x="1680175" y="759590"/>
                  </a:lnTo>
                  <a:lnTo>
                    <a:pt x="1683041" y="760068"/>
                  </a:lnTo>
                  <a:lnTo>
                    <a:pt x="1685907" y="763412"/>
                  </a:lnTo>
                  <a:lnTo>
                    <a:pt x="1687340" y="765800"/>
                  </a:lnTo>
                  <a:lnTo>
                    <a:pt x="1688296" y="767234"/>
                  </a:lnTo>
                  <a:lnTo>
                    <a:pt x="1688296" y="768189"/>
                  </a:lnTo>
                  <a:lnTo>
                    <a:pt x="1688296" y="769144"/>
                  </a:lnTo>
                  <a:lnTo>
                    <a:pt x="1689251" y="770578"/>
                  </a:lnTo>
                  <a:lnTo>
                    <a:pt x="1689251" y="771533"/>
                  </a:lnTo>
                  <a:lnTo>
                    <a:pt x="1689251" y="773922"/>
                  </a:lnTo>
                  <a:lnTo>
                    <a:pt x="1687340" y="777744"/>
                  </a:lnTo>
                  <a:lnTo>
                    <a:pt x="1688774" y="781565"/>
                  </a:lnTo>
                  <a:lnTo>
                    <a:pt x="1688296" y="782999"/>
                  </a:lnTo>
                  <a:lnTo>
                    <a:pt x="1687818" y="785865"/>
                  </a:lnTo>
                  <a:lnTo>
                    <a:pt x="1688774" y="787776"/>
                  </a:lnTo>
                  <a:lnTo>
                    <a:pt x="1689251" y="788731"/>
                  </a:lnTo>
                  <a:lnTo>
                    <a:pt x="1688296" y="789209"/>
                  </a:lnTo>
                  <a:lnTo>
                    <a:pt x="1682086" y="790642"/>
                  </a:lnTo>
                  <a:lnTo>
                    <a:pt x="1679697" y="790642"/>
                  </a:lnTo>
                  <a:lnTo>
                    <a:pt x="1678741" y="791598"/>
                  </a:lnTo>
                  <a:lnTo>
                    <a:pt x="1680652" y="791598"/>
                  </a:lnTo>
                  <a:lnTo>
                    <a:pt x="1684474" y="791598"/>
                  </a:lnTo>
                  <a:lnTo>
                    <a:pt x="1688774" y="792553"/>
                  </a:lnTo>
                  <a:lnTo>
                    <a:pt x="1690685" y="793509"/>
                  </a:lnTo>
                  <a:lnTo>
                    <a:pt x="1691162" y="794942"/>
                  </a:lnTo>
                  <a:lnTo>
                    <a:pt x="1691162" y="795897"/>
                  </a:lnTo>
                  <a:lnTo>
                    <a:pt x="1689729" y="796853"/>
                  </a:lnTo>
                  <a:lnTo>
                    <a:pt x="1687340" y="796853"/>
                  </a:lnTo>
                  <a:lnTo>
                    <a:pt x="1684952" y="795897"/>
                  </a:lnTo>
                  <a:lnTo>
                    <a:pt x="1685429" y="796853"/>
                  </a:lnTo>
                  <a:lnTo>
                    <a:pt x="1688774" y="798286"/>
                  </a:lnTo>
                  <a:lnTo>
                    <a:pt x="1689729" y="799241"/>
                  </a:lnTo>
                  <a:lnTo>
                    <a:pt x="1691640" y="80067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4" name="Freeform 2493">
              <a:extLst>
                <a:ext uri="{FF2B5EF4-FFF2-40B4-BE49-F238E27FC236}">
                  <a16:creationId xmlns:a16="http://schemas.microsoft.com/office/drawing/2014/main" id="{EFCFB8DF-CAFC-4C52-61C9-DC914648FC4E}"/>
                </a:ext>
              </a:extLst>
            </p:cNvPr>
            <p:cNvSpPr/>
            <p:nvPr/>
          </p:nvSpPr>
          <p:spPr>
            <a:xfrm>
              <a:off x="4776033" y="5269475"/>
              <a:ext cx="3344" cy="955"/>
            </a:xfrm>
            <a:custGeom>
              <a:avLst/>
              <a:gdLst>
                <a:gd name="csX0" fmla="*/ 3344 w 3344"/>
                <a:gd name="csY0" fmla="*/ 478 h 955"/>
                <a:gd name="csX1" fmla="*/ 3344 w 3344"/>
                <a:gd name="csY1" fmla="*/ 478 h 955"/>
                <a:gd name="csX2" fmla="*/ 2389 w 3344"/>
                <a:gd name="csY2" fmla="*/ 955 h 955"/>
                <a:gd name="csX3" fmla="*/ 956 w 3344"/>
                <a:gd name="csY3" fmla="*/ 0 h 955"/>
                <a:gd name="csX4" fmla="*/ 0 w 3344"/>
                <a:gd name="csY4" fmla="*/ 0 h 955"/>
                <a:gd name="csX5" fmla="*/ 0 w 3344"/>
                <a:gd name="csY5" fmla="*/ 0 h 955"/>
                <a:gd name="csX6" fmla="*/ 956 w 3344"/>
                <a:gd name="csY6" fmla="*/ 0 h 955"/>
                <a:gd name="csX7" fmla="*/ 2389 w 3344"/>
                <a:gd name="csY7" fmla="*/ 478 h 955"/>
                <a:gd name="csX8" fmla="*/ 3344 w 3344"/>
                <a:gd name="csY8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955">
                  <a:moveTo>
                    <a:pt x="3344" y="478"/>
                  </a:moveTo>
                  <a:lnTo>
                    <a:pt x="3344" y="478"/>
                  </a:lnTo>
                  <a:lnTo>
                    <a:pt x="2389" y="955"/>
                  </a:lnTo>
                  <a:lnTo>
                    <a:pt x="95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2389" y="478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5" name="Freeform 2494">
              <a:extLst>
                <a:ext uri="{FF2B5EF4-FFF2-40B4-BE49-F238E27FC236}">
                  <a16:creationId xmlns:a16="http://schemas.microsoft.com/office/drawing/2014/main" id="{77A55E12-7A8F-C689-2C8B-DF78E8E756DB}"/>
                </a:ext>
              </a:extLst>
            </p:cNvPr>
            <p:cNvSpPr/>
            <p:nvPr/>
          </p:nvSpPr>
          <p:spPr>
            <a:xfrm>
              <a:off x="4773644" y="4689034"/>
              <a:ext cx="4777" cy="1910"/>
            </a:xfrm>
            <a:custGeom>
              <a:avLst/>
              <a:gdLst>
                <a:gd name="csX0" fmla="*/ 1911 w 4777"/>
                <a:gd name="csY0" fmla="*/ 478 h 1910"/>
                <a:gd name="csX1" fmla="*/ 4777 w 4777"/>
                <a:gd name="csY1" fmla="*/ 1911 h 1910"/>
                <a:gd name="csX2" fmla="*/ 1911 w 4777"/>
                <a:gd name="csY2" fmla="*/ 478 h 1910"/>
                <a:gd name="csX3" fmla="*/ 956 w 4777"/>
                <a:gd name="csY3" fmla="*/ 0 h 1910"/>
                <a:gd name="csX4" fmla="*/ 478 w 4777"/>
                <a:gd name="csY4" fmla="*/ 0 h 1910"/>
                <a:gd name="csX5" fmla="*/ 0 w 4777"/>
                <a:gd name="csY5" fmla="*/ 0 h 1910"/>
                <a:gd name="csX6" fmla="*/ 478 w 4777"/>
                <a:gd name="csY6" fmla="*/ 0 h 1910"/>
                <a:gd name="csX7" fmla="*/ 956 w 4777"/>
                <a:gd name="csY7" fmla="*/ 0 h 1910"/>
                <a:gd name="csX8" fmla="*/ 1911 w 4777"/>
                <a:gd name="csY8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1910">
                  <a:moveTo>
                    <a:pt x="1911" y="478"/>
                  </a:moveTo>
                  <a:lnTo>
                    <a:pt x="4777" y="1911"/>
                  </a:lnTo>
                  <a:lnTo>
                    <a:pt x="1911" y="478"/>
                  </a:lnTo>
                  <a:lnTo>
                    <a:pt x="956" y="0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6" name="Freeform 2495">
              <a:extLst>
                <a:ext uri="{FF2B5EF4-FFF2-40B4-BE49-F238E27FC236}">
                  <a16:creationId xmlns:a16="http://schemas.microsoft.com/office/drawing/2014/main" id="{5D62D4E3-1BF4-39A3-A4F1-9A25AB3D1AAF}"/>
                </a:ext>
              </a:extLst>
            </p:cNvPr>
            <p:cNvSpPr/>
            <p:nvPr/>
          </p:nvSpPr>
          <p:spPr>
            <a:xfrm>
              <a:off x="4776988" y="5324414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0 w 955"/>
                <a:gd name="csY1" fmla="*/ 955 h 955"/>
                <a:gd name="csX2" fmla="*/ 0 w 955"/>
                <a:gd name="csY2" fmla="*/ 955 h 955"/>
                <a:gd name="csX3" fmla="*/ 955 w 955"/>
                <a:gd name="csY3" fmla="*/ 0 h 955"/>
                <a:gd name="csX4" fmla="*/ 955 w 955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0" y="955"/>
                  </a:lnTo>
                  <a:lnTo>
                    <a:pt x="0" y="955"/>
                  </a:lnTo>
                  <a:lnTo>
                    <a:pt x="955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7" name="Freeform 2496">
              <a:extLst>
                <a:ext uri="{FF2B5EF4-FFF2-40B4-BE49-F238E27FC236}">
                  <a16:creationId xmlns:a16="http://schemas.microsoft.com/office/drawing/2014/main" id="{491FD19D-51B8-06A3-7C78-0075D59C115D}"/>
                </a:ext>
              </a:extLst>
            </p:cNvPr>
            <p:cNvSpPr/>
            <p:nvPr/>
          </p:nvSpPr>
          <p:spPr>
            <a:xfrm>
              <a:off x="4773644" y="5271864"/>
              <a:ext cx="955" cy="477"/>
            </a:xfrm>
            <a:custGeom>
              <a:avLst/>
              <a:gdLst>
                <a:gd name="csX0" fmla="*/ 0 w 955"/>
                <a:gd name="csY0" fmla="*/ 478 h 477"/>
                <a:gd name="csX1" fmla="*/ 956 w 955"/>
                <a:gd name="csY1" fmla="*/ 0 h 477"/>
                <a:gd name="csX2" fmla="*/ 956 w 955"/>
                <a:gd name="csY2" fmla="*/ 0 h 477"/>
                <a:gd name="csX3" fmla="*/ 0 w 955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0" y="478"/>
                  </a:moveTo>
                  <a:lnTo>
                    <a:pt x="956" y="0"/>
                  </a:lnTo>
                  <a:lnTo>
                    <a:pt x="956" y="0"/>
                  </a:lnTo>
                  <a:lnTo>
                    <a:pt x="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8" name="Freeform 2497">
              <a:extLst>
                <a:ext uri="{FF2B5EF4-FFF2-40B4-BE49-F238E27FC236}">
                  <a16:creationId xmlns:a16="http://schemas.microsoft.com/office/drawing/2014/main" id="{6DF42384-C5CA-1C4A-3B34-EA3550B36655}"/>
                </a:ext>
              </a:extLst>
            </p:cNvPr>
            <p:cNvSpPr/>
            <p:nvPr/>
          </p:nvSpPr>
          <p:spPr>
            <a:xfrm>
              <a:off x="4768389" y="3773704"/>
              <a:ext cx="1911" cy="1433"/>
            </a:xfrm>
            <a:custGeom>
              <a:avLst/>
              <a:gdLst>
                <a:gd name="csX0" fmla="*/ 1911 w 1911"/>
                <a:gd name="csY0" fmla="*/ 0 h 1433"/>
                <a:gd name="csX1" fmla="*/ 1911 w 1911"/>
                <a:gd name="csY1" fmla="*/ 956 h 1433"/>
                <a:gd name="csX2" fmla="*/ 1911 w 1911"/>
                <a:gd name="csY2" fmla="*/ 1433 h 1433"/>
                <a:gd name="csX3" fmla="*/ 1433 w 1911"/>
                <a:gd name="csY3" fmla="*/ 1433 h 1433"/>
                <a:gd name="csX4" fmla="*/ 0 w 1911"/>
                <a:gd name="csY4" fmla="*/ 956 h 1433"/>
                <a:gd name="csX5" fmla="*/ 478 w 1911"/>
                <a:gd name="csY5" fmla="*/ 478 h 1433"/>
                <a:gd name="csX6" fmla="*/ 956 w 1911"/>
                <a:gd name="csY6" fmla="*/ 0 h 1433"/>
                <a:gd name="csX7" fmla="*/ 1911 w 1911"/>
                <a:gd name="csY7" fmla="*/ 0 h 1433"/>
                <a:gd name="csX8" fmla="*/ 1911 w 1911"/>
                <a:gd name="csY8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1433">
                  <a:moveTo>
                    <a:pt x="1911" y="0"/>
                  </a:moveTo>
                  <a:lnTo>
                    <a:pt x="1911" y="956"/>
                  </a:lnTo>
                  <a:lnTo>
                    <a:pt x="1911" y="1433"/>
                  </a:lnTo>
                  <a:lnTo>
                    <a:pt x="1433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9" name="Freeform 2498">
              <a:extLst>
                <a:ext uri="{FF2B5EF4-FFF2-40B4-BE49-F238E27FC236}">
                  <a16:creationId xmlns:a16="http://schemas.microsoft.com/office/drawing/2014/main" id="{0AECEAFF-F61B-16EA-CD3D-C5385CC7636A}"/>
                </a:ext>
              </a:extLst>
            </p:cNvPr>
            <p:cNvSpPr/>
            <p:nvPr/>
          </p:nvSpPr>
          <p:spPr>
            <a:xfrm>
              <a:off x="4765523" y="3766061"/>
              <a:ext cx="2388" cy="8121"/>
            </a:xfrm>
            <a:custGeom>
              <a:avLst/>
              <a:gdLst>
                <a:gd name="csX0" fmla="*/ 1911 w 2388"/>
                <a:gd name="csY0" fmla="*/ 5255 h 8121"/>
                <a:gd name="csX1" fmla="*/ 2389 w 2388"/>
                <a:gd name="csY1" fmla="*/ 6210 h 8121"/>
                <a:gd name="csX2" fmla="*/ 2389 w 2388"/>
                <a:gd name="csY2" fmla="*/ 6688 h 8121"/>
                <a:gd name="csX3" fmla="*/ 478 w 2388"/>
                <a:gd name="csY3" fmla="*/ 8121 h 8121"/>
                <a:gd name="csX4" fmla="*/ 0 w 2388"/>
                <a:gd name="csY4" fmla="*/ 7166 h 8121"/>
                <a:gd name="csX5" fmla="*/ 0 w 2388"/>
                <a:gd name="csY5" fmla="*/ 6688 h 8121"/>
                <a:gd name="csX6" fmla="*/ 956 w 2388"/>
                <a:gd name="csY6" fmla="*/ 4777 h 8121"/>
                <a:gd name="csX7" fmla="*/ 956 w 2388"/>
                <a:gd name="csY7" fmla="*/ 4299 h 8121"/>
                <a:gd name="csX8" fmla="*/ 0 w 2388"/>
                <a:gd name="csY8" fmla="*/ 956 h 8121"/>
                <a:gd name="csX9" fmla="*/ 0 w 2388"/>
                <a:gd name="csY9" fmla="*/ 0 h 8121"/>
                <a:gd name="csX10" fmla="*/ 478 w 2388"/>
                <a:gd name="csY10" fmla="*/ 0 h 8121"/>
                <a:gd name="csX11" fmla="*/ 1911 w 2388"/>
                <a:gd name="csY11" fmla="*/ 478 h 8121"/>
                <a:gd name="csX12" fmla="*/ 1911 w 2388"/>
                <a:gd name="csY12" fmla="*/ 1433 h 8121"/>
                <a:gd name="csX13" fmla="*/ 1433 w 2388"/>
                <a:gd name="csY13" fmla="*/ 3822 h 8121"/>
                <a:gd name="csX14" fmla="*/ 1911 w 2388"/>
                <a:gd name="csY14" fmla="*/ 5255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388" h="8121">
                  <a:moveTo>
                    <a:pt x="1911" y="5255"/>
                  </a:moveTo>
                  <a:lnTo>
                    <a:pt x="2389" y="6210"/>
                  </a:lnTo>
                  <a:lnTo>
                    <a:pt x="2389" y="6688"/>
                  </a:lnTo>
                  <a:lnTo>
                    <a:pt x="478" y="8121"/>
                  </a:lnTo>
                  <a:lnTo>
                    <a:pt x="0" y="7166"/>
                  </a:lnTo>
                  <a:lnTo>
                    <a:pt x="0" y="6688"/>
                  </a:lnTo>
                  <a:lnTo>
                    <a:pt x="956" y="4777"/>
                  </a:lnTo>
                  <a:lnTo>
                    <a:pt x="956" y="429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1911" y="1433"/>
                  </a:lnTo>
                  <a:lnTo>
                    <a:pt x="1433" y="3822"/>
                  </a:lnTo>
                  <a:lnTo>
                    <a:pt x="1911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0" name="Freeform 2499">
              <a:extLst>
                <a:ext uri="{FF2B5EF4-FFF2-40B4-BE49-F238E27FC236}">
                  <a16:creationId xmlns:a16="http://schemas.microsoft.com/office/drawing/2014/main" id="{4DF3B7EF-731A-347A-0B7C-462F1720B65D}"/>
                </a:ext>
              </a:extLst>
            </p:cNvPr>
            <p:cNvSpPr/>
            <p:nvPr/>
          </p:nvSpPr>
          <p:spPr>
            <a:xfrm>
              <a:off x="4766000" y="5250844"/>
              <a:ext cx="955" cy="1911"/>
            </a:xfrm>
            <a:custGeom>
              <a:avLst/>
              <a:gdLst>
                <a:gd name="csX0" fmla="*/ 956 w 955"/>
                <a:gd name="csY0" fmla="*/ 0 h 1911"/>
                <a:gd name="csX1" fmla="*/ 0 w 955"/>
                <a:gd name="csY1" fmla="*/ 1911 h 1911"/>
                <a:gd name="csX2" fmla="*/ 0 w 955"/>
                <a:gd name="csY2" fmla="*/ 1911 h 1911"/>
                <a:gd name="csX3" fmla="*/ 956 w 955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1">
                  <a:moveTo>
                    <a:pt x="956" y="0"/>
                  </a:moveTo>
                  <a:lnTo>
                    <a:pt x="0" y="1911"/>
                  </a:lnTo>
                  <a:lnTo>
                    <a:pt x="0" y="1911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1" name="Freeform 2500">
              <a:extLst>
                <a:ext uri="{FF2B5EF4-FFF2-40B4-BE49-F238E27FC236}">
                  <a16:creationId xmlns:a16="http://schemas.microsoft.com/office/drawing/2014/main" id="{7A092C24-8B1B-4962-BEAE-EBF169F98491}"/>
                </a:ext>
              </a:extLst>
            </p:cNvPr>
            <p:cNvSpPr/>
            <p:nvPr/>
          </p:nvSpPr>
          <p:spPr>
            <a:xfrm>
              <a:off x="4762178" y="5284762"/>
              <a:ext cx="1433" cy="955"/>
            </a:xfrm>
            <a:custGeom>
              <a:avLst/>
              <a:gdLst>
                <a:gd name="csX0" fmla="*/ 0 w 1433"/>
                <a:gd name="csY0" fmla="*/ 956 h 955"/>
                <a:gd name="csX1" fmla="*/ 1433 w 1433"/>
                <a:gd name="csY1" fmla="*/ 0 h 955"/>
                <a:gd name="csX2" fmla="*/ 1433 w 1433"/>
                <a:gd name="csY2" fmla="*/ 0 h 955"/>
                <a:gd name="csX3" fmla="*/ 0 w 1433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0" y="956"/>
                  </a:moveTo>
                  <a:lnTo>
                    <a:pt x="1433" y="0"/>
                  </a:lnTo>
                  <a:lnTo>
                    <a:pt x="1433" y="0"/>
                  </a:lnTo>
                  <a:lnTo>
                    <a:pt x="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2" name="Freeform 2501">
              <a:extLst>
                <a:ext uri="{FF2B5EF4-FFF2-40B4-BE49-F238E27FC236}">
                  <a16:creationId xmlns:a16="http://schemas.microsoft.com/office/drawing/2014/main" id="{9DA44018-72E6-0626-5FE2-36E57BC4F5AC}"/>
                </a:ext>
              </a:extLst>
            </p:cNvPr>
            <p:cNvSpPr/>
            <p:nvPr/>
          </p:nvSpPr>
          <p:spPr>
            <a:xfrm>
              <a:off x="4666155" y="4579634"/>
              <a:ext cx="97456" cy="133286"/>
            </a:xfrm>
            <a:custGeom>
              <a:avLst/>
              <a:gdLst>
                <a:gd name="csX0" fmla="*/ 97457 w 97456"/>
                <a:gd name="csY0" fmla="*/ 119910 h 133286"/>
                <a:gd name="csX1" fmla="*/ 96501 w 97456"/>
                <a:gd name="csY1" fmla="*/ 119910 h 133286"/>
                <a:gd name="csX2" fmla="*/ 96024 w 97456"/>
                <a:gd name="csY2" fmla="*/ 120388 h 133286"/>
                <a:gd name="csX3" fmla="*/ 96024 w 97456"/>
                <a:gd name="csY3" fmla="*/ 120388 h 133286"/>
                <a:gd name="csX4" fmla="*/ 95068 w 97456"/>
                <a:gd name="csY4" fmla="*/ 119910 h 133286"/>
                <a:gd name="csX5" fmla="*/ 93635 w 97456"/>
                <a:gd name="csY5" fmla="*/ 120388 h 133286"/>
                <a:gd name="csX6" fmla="*/ 93157 w 97456"/>
                <a:gd name="csY6" fmla="*/ 120388 h 133286"/>
                <a:gd name="csX7" fmla="*/ 91724 w 97456"/>
                <a:gd name="csY7" fmla="*/ 120865 h 133286"/>
                <a:gd name="csX8" fmla="*/ 90769 w 97456"/>
                <a:gd name="csY8" fmla="*/ 120865 h 133286"/>
                <a:gd name="csX9" fmla="*/ 87902 w 97456"/>
                <a:gd name="csY9" fmla="*/ 120388 h 133286"/>
                <a:gd name="csX10" fmla="*/ 87902 w 97456"/>
                <a:gd name="csY10" fmla="*/ 120388 h 133286"/>
                <a:gd name="csX11" fmla="*/ 86947 w 97456"/>
                <a:gd name="csY11" fmla="*/ 120388 h 133286"/>
                <a:gd name="csX12" fmla="*/ 86469 w 97456"/>
                <a:gd name="csY12" fmla="*/ 119910 h 133286"/>
                <a:gd name="csX13" fmla="*/ 85513 w 97456"/>
                <a:gd name="csY13" fmla="*/ 118477 h 133286"/>
                <a:gd name="csX14" fmla="*/ 85036 w 97456"/>
                <a:gd name="csY14" fmla="*/ 118477 h 133286"/>
                <a:gd name="csX15" fmla="*/ 85036 w 97456"/>
                <a:gd name="csY15" fmla="*/ 118477 h 133286"/>
                <a:gd name="csX16" fmla="*/ 83603 w 97456"/>
                <a:gd name="csY16" fmla="*/ 118955 h 133286"/>
                <a:gd name="csX17" fmla="*/ 81692 w 97456"/>
                <a:gd name="csY17" fmla="*/ 119432 h 133286"/>
                <a:gd name="csX18" fmla="*/ 81692 w 97456"/>
                <a:gd name="csY18" fmla="*/ 119432 h 133286"/>
                <a:gd name="csX19" fmla="*/ 81214 w 97456"/>
                <a:gd name="csY19" fmla="*/ 119432 h 133286"/>
                <a:gd name="csX20" fmla="*/ 81214 w 97456"/>
                <a:gd name="csY20" fmla="*/ 119432 h 133286"/>
                <a:gd name="csX21" fmla="*/ 80736 w 97456"/>
                <a:gd name="csY21" fmla="*/ 119432 h 133286"/>
                <a:gd name="csX22" fmla="*/ 79781 w 97456"/>
                <a:gd name="csY22" fmla="*/ 119910 h 133286"/>
                <a:gd name="csX23" fmla="*/ 78825 w 97456"/>
                <a:gd name="csY23" fmla="*/ 120388 h 133286"/>
                <a:gd name="csX24" fmla="*/ 77392 w 97456"/>
                <a:gd name="csY24" fmla="*/ 122777 h 133286"/>
                <a:gd name="csX25" fmla="*/ 76437 w 97456"/>
                <a:gd name="csY25" fmla="*/ 123732 h 133286"/>
                <a:gd name="csX26" fmla="*/ 75481 w 97456"/>
                <a:gd name="csY26" fmla="*/ 124210 h 133286"/>
                <a:gd name="csX27" fmla="*/ 73570 w 97456"/>
                <a:gd name="csY27" fmla="*/ 124210 h 133286"/>
                <a:gd name="csX28" fmla="*/ 71659 w 97456"/>
                <a:gd name="csY28" fmla="*/ 124210 h 133286"/>
                <a:gd name="csX29" fmla="*/ 71659 w 97456"/>
                <a:gd name="csY29" fmla="*/ 124210 h 133286"/>
                <a:gd name="csX30" fmla="*/ 69748 w 97456"/>
                <a:gd name="csY30" fmla="*/ 124687 h 133286"/>
                <a:gd name="csX31" fmla="*/ 68315 w 97456"/>
                <a:gd name="csY31" fmla="*/ 125165 h 133286"/>
                <a:gd name="csX32" fmla="*/ 67838 w 97456"/>
                <a:gd name="csY32" fmla="*/ 125165 h 133286"/>
                <a:gd name="csX33" fmla="*/ 67838 w 97456"/>
                <a:gd name="csY33" fmla="*/ 125165 h 133286"/>
                <a:gd name="csX34" fmla="*/ 67360 w 97456"/>
                <a:gd name="csY34" fmla="*/ 126598 h 133286"/>
                <a:gd name="csX35" fmla="*/ 67360 w 97456"/>
                <a:gd name="csY35" fmla="*/ 127076 h 133286"/>
                <a:gd name="csX36" fmla="*/ 66882 w 97456"/>
                <a:gd name="csY36" fmla="*/ 127554 h 133286"/>
                <a:gd name="csX37" fmla="*/ 65449 w 97456"/>
                <a:gd name="csY37" fmla="*/ 127554 h 133286"/>
                <a:gd name="csX38" fmla="*/ 64971 w 97456"/>
                <a:gd name="csY38" fmla="*/ 127554 h 133286"/>
                <a:gd name="csX39" fmla="*/ 64016 w 97456"/>
                <a:gd name="csY39" fmla="*/ 127076 h 133286"/>
                <a:gd name="csX40" fmla="*/ 63060 w 97456"/>
                <a:gd name="csY40" fmla="*/ 126598 h 133286"/>
                <a:gd name="csX41" fmla="*/ 62105 w 97456"/>
                <a:gd name="csY41" fmla="*/ 126598 h 133286"/>
                <a:gd name="csX42" fmla="*/ 61149 w 97456"/>
                <a:gd name="csY42" fmla="*/ 126121 h 133286"/>
                <a:gd name="csX43" fmla="*/ 61149 w 97456"/>
                <a:gd name="csY43" fmla="*/ 126121 h 133286"/>
                <a:gd name="csX44" fmla="*/ 61149 w 97456"/>
                <a:gd name="csY44" fmla="*/ 126121 h 133286"/>
                <a:gd name="csX45" fmla="*/ 60672 w 97456"/>
                <a:gd name="csY45" fmla="*/ 126121 h 133286"/>
                <a:gd name="csX46" fmla="*/ 60672 w 97456"/>
                <a:gd name="csY46" fmla="*/ 126121 h 133286"/>
                <a:gd name="csX47" fmla="*/ 60194 w 97456"/>
                <a:gd name="csY47" fmla="*/ 126598 h 133286"/>
                <a:gd name="csX48" fmla="*/ 59716 w 97456"/>
                <a:gd name="csY48" fmla="*/ 127076 h 133286"/>
                <a:gd name="csX49" fmla="*/ 59716 w 97456"/>
                <a:gd name="csY49" fmla="*/ 128031 h 133286"/>
                <a:gd name="csX50" fmla="*/ 58283 w 97456"/>
                <a:gd name="csY50" fmla="*/ 128509 h 133286"/>
                <a:gd name="csX51" fmla="*/ 57805 w 97456"/>
                <a:gd name="csY51" fmla="*/ 128509 h 133286"/>
                <a:gd name="csX52" fmla="*/ 57328 w 97456"/>
                <a:gd name="csY52" fmla="*/ 128987 h 133286"/>
                <a:gd name="csX53" fmla="*/ 57805 w 97456"/>
                <a:gd name="csY53" fmla="*/ 130420 h 133286"/>
                <a:gd name="csX54" fmla="*/ 57328 w 97456"/>
                <a:gd name="csY54" fmla="*/ 131376 h 133286"/>
                <a:gd name="csX55" fmla="*/ 57328 w 97456"/>
                <a:gd name="csY55" fmla="*/ 131853 h 133286"/>
                <a:gd name="csX56" fmla="*/ 55416 w 97456"/>
                <a:gd name="csY56" fmla="*/ 131853 h 133286"/>
                <a:gd name="csX57" fmla="*/ 53983 w 97456"/>
                <a:gd name="csY57" fmla="*/ 131853 h 133286"/>
                <a:gd name="csX58" fmla="*/ 53983 w 97456"/>
                <a:gd name="csY58" fmla="*/ 131853 h 133286"/>
                <a:gd name="csX59" fmla="*/ 53028 w 97456"/>
                <a:gd name="csY59" fmla="*/ 132331 h 133286"/>
                <a:gd name="csX60" fmla="*/ 51595 w 97456"/>
                <a:gd name="csY60" fmla="*/ 133287 h 133286"/>
                <a:gd name="csX61" fmla="*/ 51595 w 97456"/>
                <a:gd name="csY61" fmla="*/ 133287 h 133286"/>
                <a:gd name="csX62" fmla="*/ 51117 w 97456"/>
                <a:gd name="csY62" fmla="*/ 133287 h 133286"/>
                <a:gd name="csX63" fmla="*/ 50639 w 97456"/>
                <a:gd name="csY63" fmla="*/ 133287 h 133286"/>
                <a:gd name="csX64" fmla="*/ 49206 w 97456"/>
                <a:gd name="csY64" fmla="*/ 132331 h 133286"/>
                <a:gd name="csX65" fmla="*/ 48251 w 97456"/>
                <a:gd name="csY65" fmla="*/ 131376 h 133286"/>
                <a:gd name="csX66" fmla="*/ 45862 w 97456"/>
                <a:gd name="csY66" fmla="*/ 130420 h 133286"/>
                <a:gd name="csX67" fmla="*/ 42996 w 97456"/>
                <a:gd name="csY67" fmla="*/ 129942 h 133286"/>
                <a:gd name="csX68" fmla="*/ 41563 w 97456"/>
                <a:gd name="csY68" fmla="*/ 128509 h 133286"/>
                <a:gd name="csX69" fmla="*/ 41085 w 97456"/>
                <a:gd name="csY69" fmla="*/ 127554 h 133286"/>
                <a:gd name="csX70" fmla="*/ 40129 w 97456"/>
                <a:gd name="csY70" fmla="*/ 127554 h 133286"/>
                <a:gd name="csX71" fmla="*/ 38218 w 97456"/>
                <a:gd name="csY71" fmla="*/ 125643 h 133286"/>
                <a:gd name="csX72" fmla="*/ 37263 w 97456"/>
                <a:gd name="csY72" fmla="*/ 124210 h 133286"/>
                <a:gd name="csX73" fmla="*/ 35830 w 97456"/>
                <a:gd name="csY73" fmla="*/ 123732 h 133286"/>
                <a:gd name="csX74" fmla="*/ 34397 w 97456"/>
                <a:gd name="csY74" fmla="*/ 123254 h 133286"/>
                <a:gd name="csX75" fmla="*/ 34397 w 97456"/>
                <a:gd name="csY75" fmla="*/ 122299 h 133286"/>
                <a:gd name="csX76" fmla="*/ 34397 w 97456"/>
                <a:gd name="csY76" fmla="*/ 121821 h 133286"/>
                <a:gd name="csX77" fmla="*/ 33919 w 97456"/>
                <a:gd name="csY77" fmla="*/ 121343 h 133286"/>
                <a:gd name="csX78" fmla="*/ 32963 w 97456"/>
                <a:gd name="csY78" fmla="*/ 120865 h 133286"/>
                <a:gd name="csX79" fmla="*/ 32963 w 97456"/>
                <a:gd name="csY79" fmla="*/ 120388 h 133286"/>
                <a:gd name="csX80" fmla="*/ 32963 w 97456"/>
                <a:gd name="csY80" fmla="*/ 119432 h 133286"/>
                <a:gd name="csX81" fmla="*/ 32963 w 97456"/>
                <a:gd name="csY81" fmla="*/ 116566 h 133286"/>
                <a:gd name="csX82" fmla="*/ 32963 w 97456"/>
                <a:gd name="csY82" fmla="*/ 113700 h 133286"/>
                <a:gd name="csX83" fmla="*/ 31052 w 97456"/>
                <a:gd name="csY83" fmla="*/ 112744 h 133286"/>
                <a:gd name="csX84" fmla="*/ 30097 w 97456"/>
                <a:gd name="csY84" fmla="*/ 112266 h 133286"/>
                <a:gd name="csX85" fmla="*/ 28664 w 97456"/>
                <a:gd name="csY85" fmla="*/ 107967 h 133286"/>
                <a:gd name="csX86" fmla="*/ 28186 w 97456"/>
                <a:gd name="csY86" fmla="*/ 106534 h 133286"/>
                <a:gd name="csX87" fmla="*/ 28186 w 97456"/>
                <a:gd name="csY87" fmla="*/ 105100 h 133286"/>
                <a:gd name="csX88" fmla="*/ 28664 w 97456"/>
                <a:gd name="csY88" fmla="*/ 100801 h 133286"/>
                <a:gd name="csX89" fmla="*/ 29141 w 97456"/>
                <a:gd name="csY89" fmla="*/ 98890 h 133286"/>
                <a:gd name="csX90" fmla="*/ 30575 w 97456"/>
                <a:gd name="csY90" fmla="*/ 95546 h 133286"/>
                <a:gd name="csX91" fmla="*/ 31052 w 97456"/>
                <a:gd name="csY91" fmla="*/ 94590 h 133286"/>
                <a:gd name="csX92" fmla="*/ 31052 w 97456"/>
                <a:gd name="csY92" fmla="*/ 93635 h 133286"/>
                <a:gd name="csX93" fmla="*/ 31052 w 97456"/>
                <a:gd name="csY93" fmla="*/ 92202 h 133286"/>
                <a:gd name="csX94" fmla="*/ 30575 w 97456"/>
                <a:gd name="csY94" fmla="*/ 89813 h 133286"/>
                <a:gd name="csX95" fmla="*/ 33441 w 97456"/>
                <a:gd name="csY95" fmla="*/ 88858 h 133286"/>
                <a:gd name="csX96" fmla="*/ 34397 w 97456"/>
                <a:gd name="csY96" fmla="*/ 87902 h 133286"/>
                <a:gd name="csX97" fmla="*/ 34397 w 97456"/>
                <a:gd name="csY97" fmla="*/ 86947 h 133286"/>
                <a:gd name="csX98" fmla="*/ 35830 w 97456"/>
                <a:gd name="csY98" fmla="*/ 85991 h 133286"/>
                <a:gd name="csX99" fmla="*/ 36307 w 97456"/>
                <a:gd name="csY99" fmla="*/ 84558 h 133286"/>
                <a:gd name="csX100" fmla="*/ 36785 w 97456"/>
                <a:gd name="csY100" fmla="*/ 83603 h 133286"/>
                <a:gd name="csX101" fmla="*/ 36785 w 97456"/>
                <a:gd name="csY101" fmla="*/ 83125 h 133286"/>
                <a:gd name="csX102" fmla="*/ 36307 w 97456"/>
                <a:gd name="csY102" fmla="*/ 83125 h 133286"/>
                <a:gd name="csX103" fmla="*/ 35352 w 97456"/>
                <a:gd name="csY103" fmla="*/ 82170 h 133286"/>
                <a:gd name="csX104" fmla="*/ 33919 w 97456"/>
                <a:gd name="csY104" fmla="*/ 79781 h 133286"/>
                <a:gd name="csX105" fmla="*/ 33441 w 97456"/>
                <a:gd name="csY105" fmla="*/ 79303 h 133286"/>
                <a:gd name="csX106" fmla="*/ 32963 w 97456"/>
                <a:gd name="csY106" fmla="*/ 78348 h 133286"/>
                <a:gd name="csX107" fmla="*/ 33441 w 97456"/>
                <a:gd name="csY107" fmla="*/ 77392 h 133286"/>
                <a:gd name="csX108" fmla="*/ 33919 w 97456"/>
                <a:gd name="csY108" fmla="*/ 75959 h 133286"/>
                <a:gd name="csX109" fmla="*/ 33919 w 97456"/>
                <a:gd name="csY109" fmla="*/ 75481 h 133286"/>
                <a:gd name="csX110" fmla="*/ 32963 w 97456"/>
                <a:gd name="csY110" fmla="*/ 75004 h 133286"/>
                <a:gd name="csX111" fmla="*/ 31052 w 97456"/>
                <a:gd name="csY111" fmla="*/ 74048 h 133286"/>
                <a:gd name="csX112" fmla="*/ 31052 w 97456"/>
                <a:gd name="csY112" fmla="*/ 74048 h 133286"/>
                <a:gd name="csX113" fmla="*/ 29619 w 97456"/>
                <a:gd name="csY113" fmla="*/ 74048 h 133286"/>
                <a:gd name="csX114" fmla="*/ 28664 w 97456"/>
                <a:gd name="csY114" fmla="*/ 73570 h 133286"/>
                <a:gd name="csX115" fmla="*/ 28664 w 97456"/>
                <a:gd name="csY115" fmla="*/ 73570 h 133286"/>
                <a:gd name="csX116" fmla="*/ 26753 w 97456"/>
                <a:gd name="csY116" fmla="*/ 73570 h 133286"/>
                <a:gd name="csX117" fmla="*/ 25797 w 97456"/>
                <a:gd name="csY117" fmla="*/ 73570 h 133286"/>
                <a:gd name="csX118" fmla="*/ 24842 w 97456"/>
                <a:gd name="csY118" fmla="*/ 73093 h 133286"/>
                <a:gd name="csX119" fmla="*/ 25320 w 97456"/>
                <a:gd name="csY119" fmla="*/ 72137 h 133286"/>
                <a:gd name="csX120" fmla="*/ 25320 w 97456"/>
                <a:gd name="csY120" fmla="*/ 71659 h 133286"/>
                <a:gd name="csX121" fmla="*/ 26753 w 97456"/>
                <a:gd name="csY121" fmla="*/ 70704 h 133286"/>
                <a:gd name="csX122" fmla="*/ 27231 w 97456"/>
                <a:gd name="csY122" fmla="*/ 69271 h 133286"/>
                <a:gd name="csX123" fmla="*/ 27231 w 97456"/>
                <a:gd name="csY123" fmla="*/ 67838 h 133286"/>
                <a:gd name="csX124" fmla="*/ 27708 w 97456"/>
                <a:gd name="csY124" fmla="*/ 65927 h 133286"/>
                <a:gd name="csX125" fmla="*/ 27708 w 97456"/>
                <a:gd name="csY125" fmla="*/ 64493 h 133286"/>
                <a:gd name="csX126" fmla="*/ 28186 w 97456"/>
                <a:gd name="csY126" fmla="*/ 63060 h 133286"/>
                <a:gd name="csX127" fmla="*/ 26275 w 97456"/>
                <a:gd name="csY127" fmla="*/ 61627 h 133286"/>
                <a:gd name="csX128" fmla="*/ 25797 w 97456"/>
                <a:gd name="csY128" fmla="*/ 61149 h 133286"/>
                <a:gd name="csX129" fmla="*/ 25320 w 97456"/>
                <a:gd name="csY129" fmla="*/ 60194 h 133286"/>
                <a:gd name="csX130" fmla="*/ 24842 w 97456"/>
                <a:gd name="csY130" fmla="*/ 60194 h 133286"/>
                <a:gd name="csX131" fmla="*/ 24364 w 97456"/>
                <a:gd name="csY131" fmla="*/ 60194 h 133286"/>
                <a:gd name="csX132" fmla="*/ 22931 w 97456"/>
                <a:gd name="csY132" fmla="*/ 59716 h 133286"/>
                <a:gd name="csX133" fmla="*/ 22931 w 97456"/>
                <a:gd name="csY133" fmla="*/ 59716 h 133286"/>
                <a:gd name="csX134" fmla="*/ 22931 w 97456"/>
                <a:gd name="csY134" fmla="*/ 59716 h 133286"/>
                <a:gd name="csX135" fmla="*/ 21020 w 97456"/>
                <a:gd name="csY135" fmla="*/ 60672 h 133286"/>
                <a:gd name="csX136" fmla="*/ 21020 w 97456"/>
                <a:gd name="csY136" fmla="*/ 60672 h 133286"/>
                <a:gd name="csX137" fmla="*/ 19587 w 97456"/>
                <a:gd name="csY137" fmla="*/ 60672 h 133286"/>
                <a:gd name="csX138" fmla="*/ 19587 w 97456"/>
                <a:gd name="csY138" fmla="*/ 60672 h 133286"/>
                <a:gd name="csX139" fmla="*/ 18631 w 97456"/>
                <a:gd name="csY139" fmla="*/ 61149 h 133286"/>
                <a:gd name="csX140" fmla="*/ 18631 w 97456"/>
                <a:gd name="csY140" fmla="*/ 61149 h 133286"/>
                <a:gd name="csX141" fmla="*/ 16243 w 97456"/>
                <a:gd name="csY141" fmla="*/ 61149 h 133286"/>
                <a:gd name="csX142" fmla="*/ 14809 w 97456"/>
                <a:gd name="csY142" fmla="*/ 60672 h 133286"/>
                <a:gd name="csX143" fmla="*/ 14809 w 97456"/>
                <a:gd name="csY143" fmla="*/ 60672 h 133286"/>
                <a:gd name="csX144" fmla="*/ 14809 w 97456"/>
                <a:gd name="csY144" fmla="*/ 60672 h 133286"/>
                <a:gd name="csX145" fmla="*/ 13376 w 97456"/>
                <a:gd name="csY145" fmla="*/ 60672 h 133286"/>
                <a:gd name="csX146" fmla="*/ 12899 w 97456"/>
                <a:gd name="csY146" fmla="*/ 60672 h 133286"/>
                <a:gd name="csX147" fmla="*/ 8599 w 97456"/>
                <a:gd name="csY147" fmla="*/ 56372 h 133286"/>
                <a:gd name="csX148" fmla="*/ 4777 w 97456"/>
                <a:gd name="csY148" fmla="*/ 52073 h 133286"/>
                <a:gd name="csX149" fmla="*/ 478 w 97456"/>
                <a:gd name="csY149" fmla="*/ 47773 h 133286"/>
                <a:gd name="csX150" fmla="*/ 0 w 97456"/>
                <a:gd name="csY150" fmla="*/ 47295 h 133286"/>
                <a:gd name="csX151" fmla="*/ 1911 w 97456"/>
                <a:gd name="csY151" fmla="*/ 45384 h 133286"/>
                <a:gd name="csX152" fmla="*/ 3344 w 97456"/>
                <a:gd name="csY152" fmla="*/ 43951 h 133286"/>
                <a:gd name="csX153" fmla="*/ 4777 w 97456"/>
                <a:gd name="csY153" fmla="*/ 42996 h 133286"/>
                <a:gd name="csX154" fmla="*/ 5255 w 97456"/>
                <a:gd name="csY154" fmla="*/ 42518 h 133286"/>
                <a:gd name="csX155" fmla="*/ 4777 w 97456"/>
                <a:gd name="csY155" fmla="*/ 39174 h 133286"/>
                <a:gd name="csX156" fmla="*/ 4777 w 97456"/>
                <a:gd name="csY156" fmla="*/ 38218 h 133286"/>
                <a:gd name="csX157" fmla="*/ 4299 w 97456"/>
                <a:gd name="csY157" fmla="*/ 36785 h 133286"/>
                <a:gd name="csX158" fmla="*/ 3822 w 97456"/>
                <a:gd name="csY158" fmla="*/ 35830 h 133286"/>
                <a:gd name="csX159" fmla="*/ 4299 w 97456"/>
                <a:gd name="csY159" fmla="*/ 34397 h 133286"/>
                <a:gd name="csX160" fmla="*/ 4777 w 97456"/>
                <a:gd name="csY160" fmla="*/ 33919 h 133286"/>
                <a:gd name="csX161" fmla="*/ 5733 w 97456"/>
                <a:gd name="csY161" fmla="*/ 33441 h 133286"/>
                <a:gd name="csX162" fmla="*/ 7644 w 97456"/>
                <a:gd name="csY162" fmla="*/ 32963 h 133286"/>
                <a:gd name="csX163" fmla="*/ 9077 w 97456"/>
                <a:gd name="csY163" fmla="*/ 32963 h 133286"/>
                <a:gd name="csX164" fmla="*/ 9555 w 97456"/>
                <a:gd name="csY164" fmla="*/ 32486 h 133286"/>
                <a:gd name="csX165" fmla="*/ 10510 w 97456"/>
                <a:gd name="csY165" fmla="*/ 32008 h 133286"/>
                <a:gd name="csX166" fmla="*/ 11465 w 97456"/>
                <a:gd name="csY166" fmla="*/ 32008 h 133286"/>
                <a:gd name="csX167" fmla="*/ 13376 w 97456"/>
                <a:gd name="csY167" fmla="*/ 32486 h 133286"/>
                <a:gd name="csX168" fmla="*/ 14332 w 97456"/>
                <a:gd name="csY168" fmla="*/ 31530 h 133286"/>
                <a:gd name="csX169" fmla="*/ 16243 w 97456"/>
                <a:gd name="csY169" fmla="*/ 30575 h 133286"/>
                <a:gd name="csX170" fmla="*/ 20065 w 97456"/>
                <a:gd name="csY170" fmla="*/ 29141 h 133286"/>
                <a:gd name="csX171" fmla="*/ 20065 w 97456"/>
                <a:gd name="csY171" fmla="*/ 29141 h 133286"/>
                <a:gd name="csX172" fmla="*/ 20542 w 97456"/>
                <a:gd name="csY172" fmla="*/ 28186 h 133286"/>
                <a:gd name="csX173" fmla="*/ 21498 w 97456"/>
                <a:gd name="csY173" fmla="*/ 26275 h 133286"/>
                <a:gd name="csX174" fmla="*/ 21498 w 97456"/>
                <a:gd name="csY174" fmla="*/ 25798 h 133286"/>
                <a:gd name="csX175" fmla="*/ 21498 w 97456"/>
                <a:gd name="csY175" fmla="*/ 25798 h 133286"/>
                <a:gd name="csX176" fmla="*/ 21020 w 97456"/>
                <a:gd name="csY176" fmla="*/ 25320 h 133286"/>
                <a:gd name="csX177" fmla="*/ 20065 w 97456"/>
                <a:gd name="csY177" fmla="*/ 25320 h 133286"/>
                <a:gd name="csX178" fmla="*/ 18631 w 97456"/>
                <a:gd name="csY178" fmla="*/ 25320 h 133286"/>
                <a:gd name="csX179" fmla="*/ 17198 w 97456"/>
                <a:gd name="csY179" fmla="*/ 25320 h 133286"/>
                <a:gd name="csX180" fmla="*/ 16243 w 97456"/>
                <a:gd name="csY180" fmla="*/ 25320 h 133286"/>
                <a:gd name="csX181" fmla="*/ 15287 w 97456"/>
                <a:gd name="csY181" fmla="*/ 24364 h 133286"/>
                <a:gd name="csX182" fmla="*/ 15287 w 97456"/>
                <a:gd name="csY182" fmla="*/ 23409 h 133286"/>
                <a:gd name="csX183" fmla="*/ 15765 w 97456"/>
                <a:gd name="csY183" fmla="*/ 22453 h 133286"/>
                <a:gd name="csX184" fmla="*/ 15287 w 97456"/>
                <a:gd name="csY184" fmla="*/ 21498 h 133286"/>
                <a:gd name="csX185" fmla="*/ 13376 w 97456"/>
                <a:gd name="csY185" fmla="*/ 19109 h 133286"/>
                <a:gd name="csX186" fmla="*/ 13376 w 97456"/>
                <a:gd name="csY186" fmla="*/ 18154 h 133286"/>
                <a:gd name="csX187" fmla="*/ 14809 w 97456"/>
                <a:gd name="csY187" fmla="*/ 17198 h 133286"/>
                <a:gd name="csX188" fmla="*/ 15765 w 97456"/>
                <a:gd name="csY188" fmla="*/ 16243 h 133286"/>
                <a:gd name="csX189" fmla="*/ 16721 w 97456"/>
                <a:gd name="csY189" fmla="*/ 13854 h 133286"/>
                <a:gd name="csX190" fmla="*/ 17676 w 97456"/>
                <a:gd name="csY190" fmla="*/ 13376 h 133286"/>
                <a:gd name="csX191" fmla="*/ 20065 w 97456"/>
                <a:gd name="csY191" fmla="*/ 12899 h 133286"/>
                <a:gd name="csX192" fmla="*/ 21020 w 97456"/>
                <a:gd name="csY192" fmla="*/ 12421 h 133286"/>
                <a:gd name="csX193" fmla="*/ 21975 w 97456"/>
                <a:gd name="csY193" fmla="*/ 11466 h 133286"/>
                <a:gd name="csX194" fmla="*/ 24364 w 97456"/>
                <a:gd name="csY194" fmla="*/ 10032 h 133286"/>
                <a:gd name="csX195" fmla="*/ 27231 w 97456"/>
                <a:gd name="csY195" fmla="*/ 9077 h 133286"/>
                <a:gd name="csX196" fmla="*/ 27708 w 97456"/>
                <a:gd name="csY196" fmla="*/ 6688 h 133286"/>
                <a:gd name="csX197" fmla="*/ 28186 w 97456"/>
                <a:gd name="csY197" fmla="*/ 6210 h 133286"/>
                <a:gd name="csX198" fmla="*/ 30575 w 97456"/>
                <a:gd name="csY198" fmla="*/ 5255 h 133286"/>
                <a:gd name="csX199" fmla="*/ 31052 w 97456"/>
                <a:gd name="csY199" fmla="*/ 4777 h 133286"/>
                <a:gd name="csX200" fmla="*/ 31052 w 97456"/>
                <a:gd name="csY200" fmla="*/ 4300 h 133286"/>
                <a:gd name="csX201" fmla="*/ 27231 w 97456"/>
                <a:gd name="csY201" fmla="*/ 0 h 133286"/>
                <a:gd name="csX202" fmla="*/ 28186 w 97456"/>
                <a:gd name="csY202" fmla="*/ 0 h 133286"/>
                <a:gd name="csX203" fmla="*/ 31052 w 97456"/>
                <a:gd name="csY203" fmla="*/ 2866 h 133286"/>
                <a:gd name="csX204" fmla="*/ 32486 w 97456"/>
                <a:gd name="csY204" fmla="*/ 3822 h 133286"/>
                <a:gd name="csX205" fmla="*/ 32963 w 97456"/>
                <a:gd name="csY205" fmla="*/ 3822 h 133286"/>
                <a:gd name="csX206" fmla="*/ 32963 w 97456"/>
                <a:gd name="csY206" fmla="*/ 2866 h 133286"/>
                <a:gd name="csX207" fmla="*/ 34397 w 97456"/>
                <a:gd name="csY207" fmla="*/ 3344 h 133286"/>
                <a:gd name="csX208" fmla="*/ 38218 w 97456"/>
                <a:gd name="csY208" fmla="*/ 5255 h 133286"/>
                <a:gd name="csX209" fmla="*/ 43473 w 97456"/>
                <a:gd name="csY209" fmla="*/ 8599 h 133286"/>
                <a:gd name="csX210" fmla="*/ 51117 w 97456"/>
                <a:gd name="csY210" fmla="*/ 14809 h 133286"/>
                <a:gd name="csX211" fmla="*/ 53506 w 97456"/>
                <a:gd name="csY211" fmla="*/ 17198 h 133286"/>
                <a:gd name="csX212" fmla="*/ 54939 w 97456"/>
                <a:gd name="csY212" fmla="*/ 18154 h 133286"/>
                <a:gd name="csX213" fmla="*/ 57328 w 97456"/>
                <a:gd name="csY213" fmla="*/ 21020 h 133286"/>
                <a:gd name="csX214" fmla="*/ 57805 w 97456"/>
                <a:gd name="csY214" fmla="*/ 21975 h 133286"/>
                <a:gd name="csX215" fmla="*/ 57805 w 97456"/>
                <a:gd name="csY215" fmla="*/ 27231 h 133286"/>
                <a:gd name="csX216" fmla="*/ 55894 w 97456"/>
                <a:gd name="csY216" fmla="*/ 31052 h 133286"/>
                <a:gd name="csX217" fmla="*/ 55416 w 97456"/>
                <a:gd name="csY217" fmla="*/ 33441 h 133286"/>
                <a:gd name="csX218" fmla="*/ 55416 w 97456"/>
                <a:gd name="csY218" fmla="*/ 37263 h 133286"/>
                <a:gd name="csX219" fmla="*/ 53983 w 97456"/>
                <a:gd name="csY219" fmla="*/ 39174 h 133286"/>
                <a:gd name="csX220" fmla="*/ 55416 w 97456"/>
                <a:gd name="csY220" fmla="*/ 38218 h 133286"/>
                <a:gd name="csX221" fmla="*/ 55894 w 97456"/>
                <a:gd name="csY221" fmla="*/ 34874 h 133286"/>
                <a:gd name="csX222" fmla="*/ 57328 w 97456"/>
                <a:gd name="csY222" fmla="*/ 32963 h 133286"/>
                <a:gd name="csX223" fmla="*/ 59238 w 97456"/>
                <a:gd name="csY223" fmla="*/ 31052 h 133286"/>
                <a:gd name="csX224" fmla="*/ 61627 w 97456"/>
                <a:gd name="csY224" fmla="*/ 30097 h 133286"/>
                <a:gd name="csX225" fmla="*/ 64016 w 97456"/>
                <a:gd name="csY225" fmla="*/ 31052 h 133286"/>
                <a:gd name="csX226" fmla="*/ 65927 w 97456"/>
                <a:gd name="csY226" fmla="*/ 31530 h 133286"/>
                <a:gd name="csX227" fmla="*/ 67838 w 97456"/>
                <a:gd name="csY227" fmla="*/ 32008 h 133286"/>
                <a:gd name="csX228" fmla="*/ 71659 w 97456"/>
                <a:gd name="csY228" fmla="*/ 35352 h 133286"/>
                <a:gd name="csX229" fmla="*/ 75004 w 97456"/>
                <a:gd name="csY229" fmla="*/ 38218 h 133286"/>
                <a:gd name="csX230" fmla="*/ 76437 w 97456"/>
                <a:gd name="csY230" fmla="*/ 40129 h 133286"/>
                <a:gd name="csX231" fmla="*/ 80258 w 97456"/>
                <a:gd name="csY231" fmla="*/ 41563 h 133286"/>
                <a:gd name="csX232" fmla="*/ 82647 w 97456"/>
                <a:gd name="csY232" fmla="*/ 42996 h 133286"/>
                <a:gd name="csX233" fmla="*/ 83603 w 97456"/>
                <a:gd name="csY233" fmla="*/ 44429 h 133286"/>
                <a:gd name="csX234" fmla="*/ 84080 w 97456"/>
                <a:gd name="csY234" fmla="*/ 48251 h 133286"/>
                <a:gd name="csX235" fmla="*/ 83125 w 97456"/>
                <a:gd name="csY235" fmla="*/ 53983 h 133286"/>
                <a:gd name="csX236" fmla="*/ 83125 w 97456"/>
                <a:gd name="csY236" fmla="*/ 54461 h 133286"/>
                <a:gd name="csX237" fmla="*/ 82170 w 97456"/>
                <a:gd name="csY237" fmla="*/ 55417 h 133286"/>
                <a:gd name="csX238" fmla="*/ 82170 w 97456"/>
                <a:gd name="csY238" fmla="*/ 56372 h 133286"/>
                <a:gd name="csX239" fmla="*/ 81214 w 97456"/>
                <a:gd name="csY239" fmla="*/ 57805 h 133286"/>
                <a:gd name="csX240" fmla="*/ 80736 w 97456"/>
                <a:gd name="csY240" fmla="*/ 58283 h 133286"/>
                <a:gd name="csX241" fmla="*/ 81692 w 97456"/>
                <a:gd name="csY241" fmla="*/ 60194 h 133286"/>
                <a:gd name="csX242" fmla="*/ 81692 w 97456"/>
                <a:gd name="csY242" fmla="*/ 60194 h 133286"/>
                <a:gd name="csX243" fmla="*/ 82647 w 97456"/>
                <a:gd name="csY243" fmla="*/ 60194 h 133286"/>
                <a:gd name="csX244" fmla="*/ 83125 w 97456"/>
                <a:gd name="csY244" fmla="*/ 60194 h 133286"/>
                <a:gd name="csX245" fmla="*/ 83125 w 97456"/>
                <a:gd name="csY245" fmla="*/ 60672 h 133286"/>
                <a:gd name="csX246" fmla="*/ 83125 w 97456"/>
                <a:gd name="csY246" fmla="*/ 61149 h 133286"/>
                <a:gd name="csX247" fmla="*/ 82647 w 97456"/>
                <a:gd name="csY247" fmla="*/ 61149 h 133286"/>
                <a:gd name="csX248" fmla="*/ 81692 w 97456"/>
                <a:gd name="csY248" fmla="*/ 61627 h 133286"/>
                <a:gd name="csX249" fmla="*/ 81214 w 97456"/>
                <a:gd name="csY249" fmla="*/ 62582 h 133286"/>
                <a:gd name="csX250" fmla="*/ 81214 w 97456"/>
                <a:gd name="csY250" fmla="*/ 63538 h 133286"/>
                <a:gd name="csX251" fmla="*/ 80736 w 97456"/>
                <a:gd name="csY251" fmla="*/ 64016 h 133286"/>
                <a:gd name="csX252" fmla="*/ 78825 w 97456"/>
                <a:gd name="csY252" fmla="*/ 64493 h 133286"/>
                <a:gd name="csX253" fmla="*/ 75959 w 97456"/>
                <a:gd name="csY253" fmla="*/ 64493 h 133286"/>
                <a:gd name="csX254" fmla="*/ 74526 w 97456"/>
                <a:gd name="csY254" fmla="*/ 64493 h 133286"/>
                <a:gd name="csX255" fmla="*/ 73093 w 97456"/>
                <a:gd name="csY255" fmla="*/ 64493 h 133286"/>
                <a:gd name="csX256" fmla="*/ 72137 w 97456"/>
                <a:gd name="csY256" fmla="*/ 65449 h 133286"/>
                <a:gd name="csX257" fmla="*/ 71182 w 97456"/>
                <a:gd name="csY257" fmla="*/ 65927 h 133286"/>
                <a:gd name="csX258" fmla="*/ 70704 w 97456"/>
                <a:gd name="csY258" fmla="*/ 65927 h 133286"/>
                <a:gd name="csX259" fmla="*/ 69748 w 97456"/>
                <a:gd name="csY259" fmla="*/ 66882 h 133286"/>
                <a:gd name="csX260" fmla="*/ 68793 w 97456"/>
                <a:gd name="csY260" fmla="*/ 67838 h 133286"/>
                <a:gd name="csX261" fmla="*/ 69271 w 97456"/>
                <a:gd name="csY261" fmla="*/ 68315 h 133286"/>
                <a:gd name="csX262" fmla="*/ 70226 w 97456"/>
                <a:gd name="csY262" fmla="*/ 69271 h 133286"/>
                <a:gd name="csX263" fmla="*/ 70226 w 97456"/>
                <a:gd name="csY263" fmla="*/ 70704 h 133286"/>
                <a:gd name="csX264" fmla="*/ 69748 w 97456"/>
                <a:gd name="csY264" fmla="*/ 72137 h 133286"/>
                <a:gd name="csX265" fmla="*/ 69271 w 97456"/>
                <a:gd name="csY265" fmla="*/ 73570 h 133286"/>
                <a:gd name="csX266" fmla="*/ 68793 w 97456"/>
                <a:gd name="csY266" fmla="*/ 74526 h 133286"/>
                <a:gd name="csX267" fmla="*/ 68315 w 97456"/>
                <a:gd name="csY267" fmla="*/ 76437 h 133286"/>
                <a:gd name="csX268" fmla="*/ 67360 w 97456"/>
                <a:gd name="csY268" fmla="*/ 78348 h 133286"/>
                <a:gd name="csX269" fmla="*/ 66404 w 97456"/>
                <a:gd name="csY269" fmla="*/ 79303 h 133286"/>
                <a:gd name="csX270" fmla="*/ 66404 w 97456"/>
                <a:gd name="csY270" fmla="*/ 80736 h 133286"/>
                <a:gd name="csX271" fmla="*/ 66882 w 97456"/>
                <a:gd name="csY271" fmla="*/ 82647 h 133286"/>
                <a:gd name="csX272" fmla="*/ 69271 w 97456"/>
                <a:gd name="csY272" fmla="*/ 85036 h 133286"/>
                <a:gd name="csX273" fmla="*/ 70226 w 97456"/>
                <a:gd name="csY273" fmla="*/ 86469 h 133286"/>
                <a:gd name="csX274" fmla="*/ 70704 w 97456"/>
                <a:gd name="csY274" fmla="*/ 88380 h 133286"/>
                <a:gd name="csX275" fmla="*/ 73093 w 97456"/>
                <a:gd name="csY275" fmla="*/ 89813 h 133286"/>
                <a:gd name="csX276" fmla="*/ 74526 w 97456"/>
                <a:gd name="csY276" fmla="*/ 91246 h 133286"/>
                <a:gd name="csX277" fmla="*/ 74048 w 97456"/>
                <a:gd name="csY277" fmla="*/ 93157 h 133286"/>
                <a:gd name="csX278" fmla="*/ 74526 w 97456"/>
                <a:gd name="csY278" fmla="*/ 93635 h 133286"/>
                <a:gd name="csX279" fmla="*/ 75481 w 97456"/>
                <a:gd name="csY279" fmla="*/ 94113 h 133286"/>
                <a:gd name="csX280" fmla="*/ 76437 w 97456"/>
                <a:gd name="csY280" fmla="*/ 94113 h 133286"/>
                <a:gd name="csX281" fmla="*/ 77392 w 97456"/>
                <a:gd name="csY281" fmla="*/ 94113 h 133286"/>
                <a:gd name="csX282" fmla="*/ 78347 w 97456"/>
                <a:gd name="csY282" fmla="*/ 94113 h 133286"/>
                <a:gd name="csX283" fmla="*/ 78825 w 97456"/>
                <a:gd name="csY283" fmla="*/ 94113 h 133286"/>
                <a:gd name="csX284" fmla="*/ 81214 w 97456"/>
                <a:gd name="csY284" fmla="*/ 93635 h 133286"/>
                <a:gd name="csX285" fmla="*/ 81214 w 97456"/>
                <a:gd name="csY285" fmla="*/ 94113 h 133286"/>
                <a:gd name="csX286" fmla="*/ 81692 w 97456"/>
                <a:gd name="csY286" fmla="*/ 96501 h 133286"/>
                <a:gd name="csX287" fmla="*/ 81692 w 97456"/>
                <a:gd name="csY287" fmla="*/ 97935 h 133286"/>
                <a:gd name="csX288" fmla="*/ 82170 w 97456"/>
                <a:gd name="csY288" fmla="*/ 97935 h 133286"/>
                <a:gd name="csX289" fmla="*/ 82647 w 97456"/>
                <a:gd name="csY289" fmla="*/ 98890 h 133286"/>
                <a:gd name="csX290" fmla="*/ 82647 w 97456"/>
                <a:gd name="csY290" fmla="*/ 99368 h 133286"/>
                <a:gd name="csX291" fmla="*/ 82647 w 97456"/>
                <a:gd name="csY291" fmla="*/ 100801 h 133286"/>
                <a:gd name="csX292" fmla="*/ 83125 w 97456"/>
                <a:gd name="csY292" fmla="*/ 101279 h 133286"/>
                <a:gd name="csX293" fmla="*/ 83125 w 97456"/>
                <a:gd name="csY293" fmla="*/ 102712 h 133286"/>
                <a:gd name="csX294" fmla="*/ 83125 w 97456"/>
                <a:gd name="csY294" fmla="*/ 103189 h 133286"/>
                <a:gd name="csX295" fmla="*/ 84080 w 97456"/>
                <a:gd name="csY295" fmla="*/ 103667 h 133286"/>
                <a:gd name="csX296" fmla="*/ 85036 w 97456"/>
                <a:gd name="csY296" fmla="*/ 104623 h 133286"/>
                <a:gd name="csX297" fmla="*/ 85036 w 97456"/>
                <a:gd name="csY297" fmla="*/ 105100 h 133286"/>
                <a:gd name="csX298" fmla="*/ 85513 w 97456"/>
                <a:gd name="csY298" fmla="*/ 105100 h 133286"/>
                <a:gd name="csX299" fmla="*/ 85991 w 97456"/>
                <a:gd name="csY299" fmla="*/ 106534 h 133286"/>
                <a:gd name="csX300" fmla="*/ 86469 w 97456"/>
                <a:gd name="csY300" fmla="*/ 107012 h 133286"/>
                <a:gd name="csX301" fmla="*/ 86469 w 97456"/>
                <a:gd name="csY301" fmla="*/ 107489 h 133286"/>
                <a:gd name="csX302" fmla="*/ 86947 w 97456"/>
                <a:gd name="csY302" fmla="*/ 107967 h 133286"/>
                <a:gd name="csX303" fmla="*/ 87424 w 97456"/>
                <a:gd name="csY303" fmla="*/ 109400 h 133286"/>
                <a:gd name="csX304" fmla="*/ 87424 w 97456"/>
                <a:gd name="csY304" fmla="*/ 109400 h 133286"/>
                <a:gd name="csX305" fmla="*/ 88380 w 97456"/>
                <a:gd name="csY305" fmla="*/ 110355 h 133286"/>
                <a:gd name="csX306" fmla="*/ 88380 w 97456"/>
                <a:gd name="csY306" fmla="*/ 111789 h 133286"/>
                <a:gd name="csX307" fmla="*/ 89335 w 97456"/>
                <a:gd name="csY307" fmla="*/ 112744 h 133286"/>
                <a:gd name="csX308" fmla="*/ 90291 w 97456"/>
                <a:gd name="csY308" fmla="*/ 113700 h 133286"/>
                <a:gd name="csX309" fmla="*/ 90769 w 97456"/>
                <a:gd name="csY309" fmla="*/ 114655 h 133286"/>
                <a:gd name="csX310" fmla="*/ 91724 w 97456"/>
                <a:gd name="csY310" fmla="*/ 116566 h 133286"/>
                <a:gd name="csX311" fmla="*/ 93157 w 97456"/>
                <a:gd name="csY311" fmla="*/ 117999 h 133286"/>
                <a:gd name="csX312" fmla="*/ 94590 w 97456"/>
                <a:gd name="csY312" fmla="*/ 118477 h 133286"/>
                <a:gd name="csX313" fmla="*/ 96024 w 97456"/>
                <a:gd name="csY313" fmla="*/ 118477 h 133286"/>
                <a:gd name="csX314" fmla="*/ 96501 w 97456"/>
                <a:gd name="csY314" fmla="*/ 119432 h 133286"/>
                <a:gd name="csX315" fmla="*/ 97457 w 97456"/>
                <a:gd name="csY315" fmla="*/ 119910 h 133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</a:cxnLst>
              <a:rect l="l" t="t" r="r" b="b"/>
              <a:pathLst>
                <a:path w="97456" h="133286">
                  <a:moveTo>
                    <a:pt x="97457" y="119910"/>
                  </a:moveTo>
                  <a:lnTo>
                    <a:pt x="96501" y="119910"/>
                  </a:lnTo>
                  <a:lnTo>
                    <a:pt x="96024" y="120388"/>
                  </a:lnTo>
                  <a:lnTo>
                    <a:pt x="96024" y="120388"/>
                  </a:lnTo>
                  <a:lnTo>
                    <a:pt x="95068" y="119910"/>
                  </a:lnTo>
                  <a:lnTo>
                    <a:pt x="93635" y="120388"/>
                  </a:lnTo>
                  <a:lnTo>
                    <a:pt x="93157" y="120388"/>
                  </a:lnTo>
                  <a:lnTo>
                    <a:pt x="91724" y="120865"/>
                  </a:lnTo>
                  <a:lnTo>
                    <a:pt x="90769" y="120865"/>
                  </a:lnTo>
                  <a:lnTo>
                    <a:pt x="87902" y="120388"/>
                  </a:lnTo>
                  <a:lnTo>
                    <a:pt x="87902" y="120388"/>
                  </a:lnTo>
                  <a:lnTo>
                    <a:pt x="86947" y="120388"/>
                  </a:lnTo>
                  <a:lnTo>
                    <a:pt x="86469" y="119910"/>
                  </a:lnTo>
                  <a:lnTo>
                    <a:pt x="85513" y="118477"/>
                  </a:lnTo>
                  <a:lnTo>
                    <a:pt x="85036" y="118477"/>
                  </a:lnTo>
                  <a:lnTo>
                    <a:pt x="85036" y="118477"/>
                  </a:lnTo>
                  <a:lnTo>
                    <a:pt x="83603" y="118955"/>
                  </a:lnTo>
                  <a:lnTo>
                    <a:pt x="81692" y="119432"/>
                  </a:lnTo>
                  <a:lnTo>
                    <a:pt x="81692" y="119432"/>
                  </a:lnTo>
                  <a:lnTo>
                    <a:pt x="81214" y="119432"/>
                  </a:lnTo>
                  <a:lnTo>
                    <a:pt x="81214" y="119432"/>
                  </a:lnTo>
                  <a:lnTo>
                    <a:pt x="80736" y="119432"/>
                  </a:lnTo>
                  <a:lnTo>
                    <a:pt x="79781" y="119910"/>
                  </a:lnTo>
                  <a:lnTo>
                    <a:pt x="78825" y="120388"/>
                  </a:lnTo>
                  <a:lnTo>
                    <a:pt x="77392" y="122777"/>
                  </a:lnTo>
                  <a:lnTo>
                    <a:pt x="76437" y="123732"/>
                  </a:lnTo>
                  <a:lnTo>
                    <a:pt x="75481" y="124210"/>
                  </a:lnTo>
                  <a:lnTo>
                    <a:pt x="73570" y="124210"/>
                  </a:lnTo>
                  <a:lnTo>
                    <a:pt x="71659" y="124210"/>
                  </a:lnTo>
                  <a:lnTo>
                    <a:pt x="71659" y="124210"/>
                  </a:lnTo>
                  <a:lnTo>
                    <a:pt x="69748" y="124687"/>
                  </a:lnTo>
                  <a:lnTo>
                    <a:pt x="68315" y="125165"/>
                  </a:lnTo>
                  <a:lnTo>
                    <a:pt x="67838" y="125165"/>
                  </a:lnTo>
                  <a:lnTo>
                    <a:pt x="67838" y="125165"/>
                  </a:lnTo>
                  <a:lnTo>
                    <a:pt x="67360" y="126598"/>
                  </a:lnTo>
                  <a:lnTo>
                    <a:pt x="67360" y="127076"/>
                  </a:lnTo>
                  <a:lnTo>
                    <a:pt x="66882" y="127554"/>
                  </a:lnTo>
                  <a:lnTo>
                    <a:pt x="65449" y="127554"/>
                  </a:lnTo>
                  <a:lnTo>
                    <a:pt x="64971" y="127554"/>
                  </a:lnTo>
                  <a:lnTo>
                    <a:pt x="64016" y="127076"/>
                  </a:lnTo>
                  <a:lnTo>
                    <a:pt x="63060" y="126598"/>
                  </a:lnTo>
                  <a:lnTo>
                    <a:pt x="62105" y="126598"/>
                  </a:lnTo>
                  <a:lnTo>
                    <a:pt x="61149" y="126121"/>
                  </a:lnTo>
                  <a:lnTo>
                    <a:pt x="61149" y="126121"/>
                  </a:lnTo>
                  <a:lnTo>
                    <a:pt x="61149" y="126121"/>
                  </a:lnTo>
                  <a:lnTo>
                    <a:pt x="60672" y="126121"/>
                  </a:lnTo>
                  <a:lnTo>
                    <a:pt x="60672" y="126121"/>
                  </a:lnTo>
                  <a:lnTo>
                    <a:pt x="60194" y="126598"/>
                  </a:lnTo>
                  <a:lnTo>
                    <a:pt x="59716" y="127076"/>
                  </a:lnTo>
                  <a:lnTo>
                    <a:pt x="59716" y="128031"/>
                  </a:lnTo>
                  <a:lnTo>
                    <a:pt x="58283" y="128509"/>
                  </a:lnTo>
                  <a:lnTo>
                    <a:pt x="57805" y="128509"/>
                  </a:lnTo>
                  <a:lnTo>
                    <a:pt x="57328" y="128987"/>
                  </a:lnTo>
                  <a:lnTo>
                    <a:pt x="57805" y="130420"/>
                  </a:lnTo>
                  <a:lnTo>
                    <a:pt x="57328" y="131376"/>
                  </a:lnTo>
                  <a:lnTo>
                    <a:pt x="57328" y="131853"/>
                  </a:lnTo>
                  <a:lnTo>
                    <a:pt x="55416" y="131853"/>
                  </a:lnTo>
                  <a:lnTo>
                    <a:pt x="53983" y="131853"/>
                  </a:lnTo>
                  <a:lnTo>
                    <a:pt x="53983" y="131853"/>
                  </a:lnTo>
                  <a:lnTo>
                    <a:pt x="53028" y="132331"/>
                  </a:lnTo>
                  <a:lnTo>
                    <a:pt x="51595" y="133287"/>
                  </a:lnTo>
                  <a:lnTo>
                    <a:pt x="51595" y="133287"/>
                  </a:lnTo>
                  <a:lnTo>
                    <a:pt x="51117" y="133287"/>
                  </a:lnTo>
                  <a:lnTo>
                    <a:pt x="50639" y="133287"/>
                  </a:lnTo>
                  <a:lnTo>
                    <a:pt x="49206" y="132331"/>
                  </a:lnTo>
                  <a:lnTo>
                    <a:pt x="48251" y="131376"/>
                  </a:lnTo>
                  <a:lnTo>
                    <a:pt x="45862" y="130420"/>
                  </a:lnTo>
                  <a:lnTo>
                    <a:pt x="42996" y="129942"/>
                  </a:lnTo>
                  <a:lnTo>
                    <a:pt x="41563" y="128509"/>
                  </a:lnTo>
                  <a:lnTo>
                    <a:pt x="41085" y="127554"/>
                  </a:lnTo>
                  <a:lnTo>
                    <a:pt x="40129" y="127554"/>
                  </a:lnTo>
                  <a:lnTo>
                    <a:pt x="38218" y="125643"/>
                  </a:lnTo>
                  <a:lnTo>
                    <a:pt x="37263" y="124210"/>
                  </a:lnTo>
                  <a:lnTo>
                    <a:pt x="35830" y="123732"/>
                  </a:lnTo>
                  <a:lnTo>
                    <a:pt x="34397" y="123254"/>
                  </a:lnTo>
                  <a:lnTo>
                    <a:pt x="34397" y="122299"/>
                  </a:lnTo>
                  <a:lnTo>
                    <a:pt x="34397" y="121821"/>
                  </a:lnTo>
                  <a:lnTo>
                    <a:pt x="33919" y="121343"/>
                  </a:lnTo>
                  <a:lnTo>
                    <a:pt x="32963" y="120865"/>
                  </a:lnTo>
                  <a:lnTo>
                    <a:pt x="32963" y="120388"/>
                  </a:lnTo>
                  <a:lnTo>
                    <a:pt x="32963" y="119432"/>
                  </a:lnTo>
                  <a:lnTo>
                    <a:pt x="32963" y="116566"/>
                  </a:lnTo>
                  <a:lnTo>
                    <a:pt x="32963" y="113700"/>
                  </a:lnTo>
                  <a:lnTo>
                    <a:pt x="31052" y="112744"/>
                  </a:lnTo>
                  <a:lnTo>
                    <a:pt x="30097" y="112266"/>
                  </a:lnTo>
                  <a:lnTo>
                    <a:pt x="28664" y="107967"/>
                  </a:lnTo>
                  <a:lnTo>
                    <a:pt x="28186" y="106534"/>
                  </a:lnTo>
                  <a:lnTo>
                    <a:pt x="28186" y="105100"/>
                  </a:lnTo>
                  <a:lnTo>
                    <a:pt x="28664" y="100801"/>
                  </a:lnTo>
                  <a:lnTo>
                    <a:pt x="29141" y="98890"/>
                  </a:lnTo>
                  <a:lnTo>
                    <a:pt x="30575" y="95546"/>
                  </a:lnTo>
                  <a:lnTo>
                    <a:pt x="31052" y="94590"/>
                  </a:lnTo>
                  <a:lnTo>
                    <a:pt x="31052" y="93635"/>
                  </a:lnTo>
                  <a:lnTo>
                    <a:pt x="31052" y="92202"/>
                  </a:lnTo>
                  <a:lnTo>
                    <a:pt x="30575" y="89813"/>
                  </a:lnTo>
                  <a:lnTo>
                    <a:pt x="33441" y="88858"/>
                  </a:lnTo>
                  <a:lnTo>
                    <a:pt x="34397" y="87902"/>
                  </a:lnTo>
                  <a:lnTo>
                    <a:pt x="34397" y="86947"/>
                  </a:lnTo>
                  <a:lnTo>
                    <a:pt x="35830" y="85991"/>
                  </a:lnTo>
                  <a:lnTo>
                    <a:pt x="36307" y="84558"/>
                  </a:lnTo>
                  <a:lnTo>
                    <a:pt x="36785" y="83603"/>
                  </a:lnTo>
                  <a:lnTo>
                    <a:pt x="36785" y="83125"/>
                  </a:lnTo>
                  <a:lnTo>
                    <a:pt x="36307" y="83125"/>
                  </a:lnTo>
                  <a:lnTo>
                    <a:pt x="35352" y="82170"/>
                  </a:lnTo>
                  <a:lnTo>
                    <a:pt x="33919" y="79781"/>
                  </a:lnTo>
                  <a:lnTo>
                    <a:pt x="33441" y="79303"/>
                  </a:lnTo>
                  <a:lnTo>
                    <a:pt x="32963" y="78348"/>
                  </a:lnTo>
                  <a:lnTo>
                    <a:pt x="33441" y="77392"/>
                  </a:lnTo>
                  <a:lnTo>
                    <a:pt x="33919" y="75959"/>
                  </a:lnTo>
                  <a:lnTo>
                    <a:pt x="33919" y="75481"/>
                  </a:lnTo>
                  <a:lnTo>
                    <a:pt x="32963" y="75004"/>
                  </a:lnTo>
                  <a:lnTo>
                    <a:pt x="31052" y="74048"/>
                  </a:lnTo>
                  <a:lnTo>
                    <a:pt x="31052" y="74048"/>
                  </a:lnTo>
                  <a:lnTo>
                    <a:pt x="29619" y="74048"/>
                  </a:lnTo>
                  <a:lnTo>
                    <a:pt x="28664" y="73570"/>
                  </a:lnTo>
                  <a:lnTo>
                    <a:pt x="28664" y="73570"/>
                  </a:lnTo>
                  <a:lnTo>
                    <a:pt x="26753" y="73570"/>
                  </a:lnTo>
                  <a:lnTo>
                    <a:pt x="25797" y="73570"/>
                  </a:lnTo>
                  <a:lnTo>
                    <a:pt x="24842" y="73093"/>
                  </a:lnTo>
                  <a:lnTo>
                    <a:pt x="25320" y="72137"/>
                  </a:lnTo>
                  <a:lnTo>
                    <a:pt x="25320" y="71659"/>
                  </a:lnTo>
                  <a:lnTo>
                    <a:pt x="26753" y="70704"/>
                  </a:lnTo>
                  <a:lnTo>
                    <a:pt x="27231" y="69271"/>
                  </a:lnTo>
                  <a:lnTo>
                    <a:pt x="27231" y="67838"/>
                  </a:lnTo>
                  <a:lnTo>
                    <a:pt x="27708" y="65927"/>
                  </a:lnTo>
                  <a:lnTo>
                    <a:pt x="27708" y="64493"/>
                  </a:lnTo>
                  <a:lnTo>
                    <a:pt x="28186" y="63060"/>
                  </a:lnTo>
                  <a:lnTo>
                    <a:pt x="26275" y="61627"/>
                  </a:lnTo>
                  <a:lnTo>
                    <a:pt x="25797" y="61149"/>
                  </a:lnTo>
                  <a:lnTo>
                    <a:pt x="25320" y="60194"/>
                  </a:lnTo>
                  <a:lnTo>
                    <a:pt x="24842" y="60194"/>
                  </a:lnTo>
                  <a:lnTo>
                    <a:pt x="24364" y="60194"/>
                  </a:lnTo>
                  <a:lnTo>
                    <a:pt x="22931" y="59716"/>
                  </a:lnTo>
                  <a:lnTo>
                    <a:pt x="22931" y="59716"/>
                  </a:lnTo>
                  <a:lnTo>
                    <a:pt x="22931" y="59716"/>
                  </a:lnTo>
                  <a:lnTo>
                    <a:pt x="21020" y="60672"/>
                  </a:lnTo>
                  <a:lnTo>
                    <a:pt x="21020" y="60672"/>
                  </a:lnTo>
                  <a:lnTo>
                    <a:pt x="19587" y="60672"/>
                  </a:lnTo>
                  <a:lnTo>
                    <a:pt x="19587" y="60672"/>
                  </a:lnTo>
                  <a:lnTo>
                    <a:pt x="18631" y="61149"/>
                  </a:lnTo>
                  <a:lnTo>
                    <a:pt x="18631" y="61149"/>
                  </a:lnTo>
                  <a:lnTo>
                    <a:pt x="16243" y="61149"/>
                  </a:lnTo>
                  <a:lnTo>
                    <a:pt x="14809" y="60672"/>
                  </a:lnTo>
                  <a:lnTo>
                    <a:pt x="14809" y="60672"/>
                  </a:lnTo>
                  <a:lnTo>
                    <a:pt x="14809" y="60672"/>
                  </a:lnTo>
                  <a:lnTo>
                    <a:pt x="13376" y="60672"/>
                  </a:lnTo>
                  <a:lnTo>
                    <a:pt x="12899" y="60672"/>
                  </a:lnTo>
                  <a:lnTo>
                    <a:pt x="8599" y="56372"/>
                  </a:lnTo>
                  <a:lnTo>
                    <a:pt x="4777" y="52073"/>
                  </a:lnTo>
                  <a:lnTo>
                    <a:pt x="478" y="47773"/>
                  </a:lnTo>
                  <a:lnTo>
                    <a:pt x="0" y="47295"/>
                  </a:lnTo>
                  <a:lnTo>
                    <a:pt x="1911" y="45384"/>
                  </a:lnTo>
                  <a:lnTo>
                    <a:pt x="3344" y="43951"/>
                  </a:lnTo>
                  <a:lnTo>
                    <a:pt x="4777" y="42996"/>
                  </a:lnTo>
                  <a:lnTo>
                    <a:pt x="5255" y="42518"/>
                  </a:lnTo>
                  <a:lnTo>
                    <a:pt x="4777" y="39174"/>
                  </a:lnTo>
                  <a:lnTo>
                    <a:pt x="4777" y="38218"/>
                  </a:lnTo>
                  <a:lnTo>
                    <a:pt x="4299" y="36785"/>
                  </a:lnTo>
                  <a:lnTo>
                    <a:pt x="3822" y="35830"/>
                  </a:lnTo>
                  <a:lnTo>
                    <a:pt x="4299" y="34397"/>
                  </a:lnTo>
                  <a:lnTo>
                    <a:pt x="4777" y="33919"/>
                  </a:lnTo>
                  <a:lnTo>
                    <a:pt x="5733" y="33441"/>
                  </a:lnTo>
                  <a:lnTo>
                    <a:pt x="7644" y="32963"/>
                  </a:lnTo>
                  <a:lnTo>
                    <a:pt x="9077" y="32963"/>
                  </a:lnTo>
                  <a:lnTo>
                    <a:pt x="9555" y="32486"/>
                  </a:lnTo>
                  <a:lnTo>
                    <a:pt x="10510" y="32008"/>
                  </a:lnTo>
                  <a:lnTo>
                    <a:pt x="11465" y="32008"/>
                  </a:lnTo>
                  <a:lnTo>
                    <a:pt x="13376" y="32486"/>
                  </a:lnTo>
                  <a:lnTo>
                    <a:pt x="14332" y="31530"/>
                  </a:lnTo>
                  <a:lnTo>
                    <a:pt x="16243" y="30575"/>
                  </a:lnTo>
                  <a:lnTo>
                    <a:pt x="20065" y="29141"/>
                  </a:lnTo>
                  <a:lnTo>
                    <a:pt x="20065" y="29141"/>
                  </a:lnTo>
                  <a:lnTo>
                    <a:pt x="20542" y="28186"/>
                  </a:lnTo>
                  <a:lnTo>
                    <a:pt x="21498" y="26275"/>
                  </a:lnTo>
                  <a:lnTo>
                    <a:pt x="21498" y="25798"/>
                  </a:lnTo>
                  <a:lnTo>
                    <a:pt x="21498" y="25798"/>
                  </a:lnTo>
                  <a:lnTo>
                    <a:pt x="21020" y="25320"/>
                  </a:lnTo>
                  <a:lnTo>
                    <a:pt x="20065" y="25320"/>
                  </a:lnTo>
                  <a:lnTo>
                    <a:pt x="18631" y="25320"/>
                  </a:lnTo>
                  <a:lnTo>
                    <a:pt x="17198" y="25320"/>
                  </a:lnTo>
                  <a:lnTo>
                    <a:pt x="16243" y="25320"/>
                  </a:lnTo>
                  <a:lnTo>
                    <a:pt x="15287" y="24364"/>
                  </a:lnTo>
                  <a:lnTo>
                    <a:pt x="15287" y="23409"/>
                  </a:lnTo>
                  <a:lnTo>
                    <a:pt x="15765" y="22453"/>
                  </a:lnTo>
                  <a:lnTo>
                    <a:pt x="15287" y="21498"/>
                  </a:lnTo>
                  <a:lnTo>
                    <a:pt x="13376" y="19109"/>
                  </a:lnTo>
                  <a:lnTo>
                    <a:pt x="13376" y="18154"/>
                  </a:lnTo>
                  <a:lnTo>
                    <a:pt x="14809" y="17198"/>
                  </a:lnTo>
                  <a:lnTo>
                    <a:pt x="15765" y="16243"/>
                  </a:lnTo>
                  <a:lnTo>
                    <a:pt x="16721" y="13854"/>
                  </a:lnTo>
                  <a:lnTo>
                    <a:pt x="17676" y="13376"/>
                  </a:lnTo>
                  <a:lnTo>
                    <a:pt x="20065" y="12899"/>
                  </a:lnTo>
                  <a:lnTo>
                    <a:pt x="21020" y="12421"/>
                  </a:lnTo>
                  <a:lnTo>
                    <a:pt x="21975" y="11466"/>
                  </a:lnTo>
                  <a:lnTo>
                    <a:pt x="24364" y="10032"/>
                  </a:lnTo>
                  <a:lnTo>
                    <a:pt x="27231" y="9077"/>
                  </a:lnTo>
                  <a:lnTo>
                    <a:pt x="27708" y="6688"/>
                  </a:lnTo>
                  <a:lnTo>
                    <a:pt x="28186" y="6210"/>
                  </a:lnTo>
                  <a:lnTo>
                    <a:pt x="30575" y="5255"/>
                  </a:lnTo>
                  <a:lnTo>
                    <a:pt x="31052" y="4777"/>
                  </a:lnTo>
                  <a:lnTo>
                    <a:pt x="31052" y="4300"/>
                  </a:lnTo>
                  <a:lnTo>
                    <a:pt x="27231" y="0"/>
                  </a:lnTo>
                  <a:lnTo>
                    <a:pt x="28186" y="0"/>
                  </a:lnTo>
                  <a:lnTo>
                    <a:pt x="31052" y="2866"/>
                  </a:lnTo>
                  <a:lnTo>
                    <a:pt x="32486" y="3822"/>
                  </a:lnTo>
                  <a:lnTo>
                    <a:pt x="32963" y="3822"/>
                  </a:lnTo>
                  <a:lnTo>
                    <a:pt x="32963" y="2866"/>
                  </a:lnTo>
                  <a:lnTo>
                    <a:pt x="34397" y="3344"/>
                  </a:lnTo>
                  <a:lnTo>
                    <a:pt x="38218" y="5255"/>
                  </a:lnTo>
                  <a:lnTo>
                    <a:pt x="43473" y="8599"/>
                  </a:lnTo>
                  <a:lnTo>
                    <a:pt x="51117" y="14809"/>
                  </a:lnTo>
                  <a:lnTo>
                    <a:pt x="53506" y="17198"/>
                  </a:lnTo>
                  <a:lnTo>
                    <a:pt x="54939" y="18154"/>
                  </a:lnTo>
                  <a:lnTo>
                    <a:pt x="57328" y="21020"/>
                  </a:lnTo>
                  <a:lnTo>
                    <a:pt x="57805" y="21975"/>
                  </a:lnTo>
                  <a:lnTo>
                    <a:pt x="57805" y="27231"/>
                  </a:lnTo>
                  <a:lnTo>
                    <a:pt x="55894" y="31052"/>
                  </a:lnTo>
                  <a:lnTo>
                    <a:pt x="55416" y="33441"/>
                  </a:lnTo>
                  <a:lnTo>
                    <a:pt x="55416" y="37263"/>
                  </a:lnTo>
                  <a:lnTo>
                    <a:pt x="53983" y="39174"/>
                  </a:lnTo>
                  <a:lnTo>
                    <a:pt x="55416" y="38218"/>
                  </a:lnTo>
                  <a:lnTo>
                    <a:pt x="55894" y="34874"/>
                  </a:lnTo>
                  <a:lnTo>
                    <a:pt x="57328" y="32963"/>
                  </a:lnTo>
                  <a:lnTo>
                    <a:pt x="59238" y="31052"/>
                  </a:lnTo>
                  <a:lnTo>
                    <a:pt x="61627" y="30097"/>
                  </a:lnTo>
                  <a:lnTo>
                    <a:pt x="64016" y="31052"/>
                  </a:lnTo>
                  <a:lnTo>
                    <a:pt x="65927" y="31530"/>
                  </a:lnTo>
                  <a:lnTo>
                    <a:pt x="67838" y="32008"/>
                  </a:lnTo>
                  <a:lnTo>
                    <a:pt x="71659" y="35352"/>
                  </a:lnTo>
                  <a:lnTo>
                    <a:pt x="75004" y="38218"/>
                  </a:lnTo>
                  <a:lnTo>
                    <a:pt x="76437" y="40129"/>
                  </a:lnTo>
                  <a:lnTo>
                    <a:pt x="80258" y="41563"/>
                  </a:lnTo>
                  <a:lnTo>
                    <a:pt x="82647" y="42996"/>
                  </a:lnTo>
                  <a:lnTo>
                    <a:pt x="83603" y="44429"/>
                  </a:lnTo>
                  <a:lnTo>
                    <a:pt x="84080" y="48251"/>
                  </a:lnTo>
                  <a:lnTo>
                    <a:pt x="83125" y="53983"/>
                  </a:lnTo>
                  <a:lnTo>
                    <a:pt x="83125" y="54461"/>
                  </a:lnTo>
                  <a:lnTo>
                    <a:pt x="82170" y="55417"/>
                  </a:lnTo>
                  <a:lnTo>
                    <a:pt x="82170" y="56372"/>
                  </a:lnTo>
                  <a:lnTo>
                    <a:pt x="81214" y="57805"/>
                  </a:lnTo>
                  <a:lnTo>
                    <a:pt x="80736" y="58283"/>
                  </a:lnTo>
                  <a:lnTo>
                    <a:pt x="81692" y="60194"/>
                  </a:lnTo>
                  <a:lnTo>
                    <a:pt x="81692" y="60194"/>
                  </a:lnTo>
                  <a:lnTo>
                    <a:pt x="82647" y="60194"/>
                  </a:lnTo>
                  <a:lnTo>
                    <a:pt x="83125" y="60194"/>
                  </a:lnTo>
                  <a:lnTo>
                    <a:pt x="83125" y="60672"/>
                  </a:lnTo>
                  <a:lnTo>
                    <a:pt x="83125" y="61149"/>
                  </a:lnTo>
                  <a:lnTo>
                    <a:pt x="82647" y="61149"/>
                  </a:lnTo>
                  <a:lnTo>
                    <a:pt x="81692" y="61627"/>
                  </a:lnTo>
                  <a:lnTo>
                    <a:pt x="81214" y="62582"/>
                  </a:lnTo>
                  <a:lnTo>
                    <a:pt x="81214" y="63538"/>
                  </a:lnTo>
                  <a:lnTo>
                    <a:pt x="80736" y="64016"/>
                  </a:lnTo>
                  <a:lnTo>
                    <a:pt x="78825" y="64493"/>
                  </a:lnTo>
                  <a:lnTo>
                    <a:pt x="75959" y="64493"/>
                  </a:lnTo>
                  <a:lnTo>
                    <a:pt x="74526" y="64493"/>
                  </a:lnTo>
                  <a:lnTo>
                    <a:pt x="73093" y="64493"/>
                  </a:lnTo>
                  <a:lnTo>
                    <a:pt x="72137" y="65449"/>
                  </a:lnTo>
                  <a:lnTo>
                    <a:pt x="71182" y="65927"/>
                  </a:lnTo>
                  <a:lnTo>
                    <a:pt x="70704" y="65927"/>
                  </a:lnTo>
                  <a:lnTo>
                    <a:pt x="69748" y="66882"/>
                  </a:lnTo>
                  <a:lnTo>
                    <a:pt x="68793" y="67838"/>
                  </a:lnTo>
                  <a:lnTo>
                    <a:pt x="69271" y="68315"/>
                  </a:lnTo>
                  <a:lnTo>
                    <a:pt x="70226" y="69271"/>
                  </a:lnTo>
                  <a:lnTo>
                    <a:pt x="70226" y="70704"/>
                  </a:lnTo>
                  <a:lnTo>
                    <a:pt x="69748" y="72137"/>
                  </a:lnTo>
                  <a:lnTo>
                    <a:pt x="69271" y="73570"/>
                  </a:lnTo>
                  <a:lnTo>
                    <a:pt x="68793" y="74526"/>
                  </a:lnTo>
                  <a:lnTo>
                    <a:pt x="68315" y="76437"/>
                  </a:lnTo>
                  <a:lnTo>
                    <a:pt x="67360" y="78348"/>
                  </a:lnTo>
                  <a:lnTo>
                    <a:pt x="66404" y="79303"/>
                  </a:lnTo>
                  <a:lnTo>
                    <a:pt x="66404" y="80736"/>
                  </a:lnTo>
                  <a:lnTo>
                    <a:pt x="66882" y="82647"/>
                  </a:lnTo>
                  <a:lnTo>
                    <a:pt x="69271" y="85036"/>
                  </a:lnTo>
                  <a:lnTo>
                    <a:pt x="70226" y="86469"/>
                  </a:lnTo>
                  <a:lnTo>
                    <a:pt x="70704" y="88380"/>
                  </a:lnTo>
                  <a:lnTo>
                    <a:pt x="73093" y="89813"/>
                  </a:lnTo>
                  <a:lnTo>
                    <a:pt x="74526" y="91246"/>
                  </a:lnTo>
                  <a:lnTo>
                    <a:pt x="74048" y="93157"/>
                  </a:lnTo>
                  <a:lnTo>
                    <a:pt x="74526" y="93635"/>
                  </a:lnTo>
                  <a:lnTo>
                    <a:pt x="75481" y="94113"/>
                  </a:lnTo>
                  <a:lnTo>
                    <a:pt x="76437" y="94113"/>
                  </a:lnTo>
                  <a:lnTo>
                    <a:pt x="77392" y="94113"/>
                  </a:lnTo>
                  <a:lnTo>
                    <a:pt x="78347" y="94113"/>
                  </a:lnTo>
                  <a:lnTo>
                    <a:pt x="78825" y="94113"/>
                  </a:lnTo>
                  <a:lnTo>
                    <a:pt x="81214" y="93635"/>
                  </a:lnTo>
                  <a:lnTo>
                    <a:pt x="81214" y="94113"/>
                  </a:lnTo>
                  <a:lnTo>
                    <a:pt x="81692" y="96501"/>
                  </a:lnTo>
                  <a:lnTo>
                    <a:pt x="81692" y="97935"/>
                  </a:lnTo>
                  <a:lnTo>
                    <a:pt x="82170" y="97935"/>
                  </a:lnTo>
                  <a:lnTo>
                    <a:pt x="82647" y="98890"/>
                  </a:lnTo>
                  <a:lnTo>
                    <a:pt x="82647" y="99368"/>
                  </a:lnTo>
                  <a:lnTo>
                    <a:pt x="82647" y="100801"/>
                  </a:lnTo>
                  <a:lnTo>
                    <a:pt x="83125" y="101279"/>
                  </a:lnTo>
                  <a:lnTo>
                    <a:pt x="83125" y="102712"/>
                  </a:lnTo>
                  <a:lnTo>
                    <a:pt x="83125" y="103189"/>
                  </a:lnTo>
                  <a:lnTo>
                    <a:pt x="84080" y="103667"/>
                  </a:lnTo>
                  <a:lnTo>
                    <a:pt x="85036" y="104623"/>
                  </a:lnTo>
                  <a:lnTo>
                    <a:pt x="85036" y="105100"/>
                  </a:lnTo>
                  <a:lnTo>
                    <a:pt x="85513" y="105100"/>
                  </a:lnTo>
                  <a:lnTo>
                    <a:pt x="85991" y="106534"/>
                  </a:lnTo>
                  <a:lnTo>
                    <a:pt x="86469" y="107012"/>
                  </a:lnTo>
                  <a:lnTo>
                    <a:pt x="86469" y="107489"/>
                  </a:lnTo>
                  <a:lnTo>
                    <a:pt x="86947" y="107967"/>
                  </a:lnTo>
                  <a:lnTo>
                    <a:pt x="87424" y="109400"/>
                  </a:lnTo>
                  <a:lnTo>
                    <a:pt x="87424" y="109400"/>
                  </a:lnTo>
                  <a:lnTo>
                    <a:pt x="88380" y="110355"/>
                  </a:lnTo>
                  <a:lnTo>
                    <a:pt x="88380" y="111789"/>
                  </a:lnTo>
                  <a:lnTo>
                    <a:pt x="89335" y="112744"/>
                  </a:lnTo>
                  <a:lnTo>
                    <a:pt x="90291" y="113700"/>
                  </a:lnTo>
                  <a:lnTo>
                    <a:pt x="90769" y="114655"/>
                  </a:lnTo>
                  <a:lnTo>
                    <a:pt x="91724" y="116566"/>
                  </a:lnTo>
                  <a:lnTo>
                    <a:pt x="93157" y="117999"/>
                  </a:lnTo>
                  <a:lnTo>
                    <a:pt x="94590" y="118477"/>
                  </a:lnTo>
                  <a:lnTo>
                    <a:pt x="96024" y="118477"/>
                  </a:lnTo>
                  <a:lnTo>
                    <a:pt x="96501" y="119432"/>
                  </a:lnTo>
                  <a:lnTo>
                    <a:pt x="97457" y="1199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3" name="Freeform 2502">
              <a:extLst>
                <a:ext uri="{FF2B5EF4-FFF2-40B4-BE49-F238E27FC236}">
                  <a16:creationId xmlns:a16="http://schemas.microsoft.com/office/drawing/2014/main" id="{BA7A5360-7850-642D-FF0E-0DCB785280BE}"/>
                </a:ext>
              </a:extLst>
            </p:cNvPr>
            <p:cNvSpPr/>
            <p:nvPr/>
          </p:nvSpPr>
          <p:spPr>
            <a:xfrm>
              <a:off x="4760745" y="5144310"/>
              <a:ext cx="2388" cy="2388"/>
            </a:xfrm>
            <a:custGeom>
              <a:avLst/>
              <a:gdLst>
                <a:gd name="csX0" fmla="*/ 2389 w 2388"/>
                <a:gd name="csY0" fmla="*/ 0 h 2388"/>
                <a:gd name="csX1" fmla="*/ 1911 w 2388"/>
                <a:gd name="csY1" fmla="*/ 478 h 2388"/>
                <a:gd name="csX2" fmla="*/ 956 w 2388"/>
                <a:gd name="csY2" fmla="*/ 1433 h 2388"/>
                <a:gd name="csX3" fmla="*/ 0 w 2388"/>
                <a:gd name="csY3" fmla="*/ 2389 h 2388"/>
                <a:gd name="csX4" fmla="*/ 0 w 2388"/>
                <a:gd name="csY4" fmla="*/ 2389 h 2388"/>
                <a:gd name="csX5" fmla="*/ 956 w 2388"/>
                <a:gd name="csY5" fmla="*/ 1433 h 2388"/>
                <a:gd name="csX6" fmla="*/ 1433 w 2388"/>
                <a:gd name="csY6" fmla="*/ 478 h 2388"/>
                <a:gd name="csX7" fmla="*/ 1911 w 2388"/>
                <a:gd name="csY7" fmla="*/ 0 h 2388"/>
                <a:gd name="csX8" fmla="*/ 2389 w 2388"/>
                <a:gd name="csY8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388">
                  <a:moveTo>
                    <a:pt x="2389" y="0"/>
                  </a:moveTo>
                  <a:lnTo>
                    <a:pt x="1911" y="478"/>
                  </a:lnTo>
                  <a:lnTo>
                    <a:pt x="956" y="1433"/>
                  </a:lnTo>
                  <a:lnTo>
                    <a:pt x="0" y="2389"/>
                  </a:lnTo>
                  <a:lnTo>
                    <a:pt x="0" y="2389"/>
                  </a:lnTo>
                  <a:lnTo>
                    <a:pt x="956" y="1433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4" name="Freeform 2503">
              <a:extLst>
                <a:ext uri="{FF2B5EF4-FFF2-40B4-BE49-F238E27FC236}">
                  <a16:creationId xmlns:a16="http://schemas.microsoft.com/office/drawing/2014/main" id="{E9C69A0E-7611-BC07-87BF-F00686D63CCF}"/>
                </a:ext>
              </a:extLst>
            </p:cNvPr>
            <p:cNvSpPr/>
            <p:nvPr/>
          </p:nvSpPr>
          <p:spPr>
            <a:xfrm>
              <a:off x="4759312" y="4699544"/>
              <a:ext cx="2866" cy="477"/>
            </a:xfrm>
            <a:custGeom>
              <a:avLst/>
              <a:gdLst>
                <a:gd name="csX0" fmla="*/ 2866 w 2866"/>
                <a:gd name="csY0" fmla="*/ 478 h 477"/>
                <a:gd name="csX1" fmla="*/ 2866 w 2866"/>
                <a:gd name="csY1" fmla="*/ 478 h 477"/>
                <a:gd name="csX2" fmla="*/ 1433 w 2866"/>
                <a:gd name="csY2" fmla="*/ 478 h 477"/>
                <a:gd name="csX3" fmla="*/ 0 w 2866"/>
                <a:gd name="csY3" fmla="*/ 478 h 477"/>
                <a:gd name="csX4" fmla="*/ 478 w 2866"/>
                <a:gd name="csY4" fmla="*/ 478 h 477"/>
                <a:gd name="csX5" fmla="*/ 1911 w 2866"/>
                <a:gd name="csY5" fmla="*/ 0 h 477"/>
                <a:gd name="csX6" fmla="*/ 2866 w 2866"/>
                <a:gd name="csY6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477">
                  <a:moveTo>
                    <a:pt x="2866" y="478"/>
                  </a:moveTo>
                  <a:lnTo>
                    <a:pt x="2866" y="478"/>
                  </a:lnTo>
                  <a:lnTo>
                    <a:pt x="1433" y="478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5" name="Freeform 2504">
              <a:extLst>
                <a:ext uri="{FF2B5EF4-FFF2-40B4-BE49-F238E27FC236}">
                  <a16:creationId xmlns:a16="http://schemas.microsoft.com/office/drawing/2014/main" id="{3E4A4EE2-C014-1EC0-168C-D5C32DFECD77}"/>
                </a:ext>
              </a:extLst>
            </p:cNvPr>
            <p:cNvSpPr/>
            <p:nvPr/>
          </p:nvSpPr>
          <p:spPr>
            <a:xfrm>
              <a:off x="4754057" y="4700022"/>
              <a:ext cx="2866" cy="477"/>
            </a:xfrm>
            <a:custGeom>
              <a:avLst/>
              <a:gdLst>
                <a:gd name="csX0" fmla="*/ 2867 w 2866"/>
                <a:gd name="csY0" fmla="*/ 478 h 477"/>
                <a:gd name="csX1" fmla="*/ 2389 w 2866"/>
                <a:gd name="csY1" fmla="*/ 478 h 477"/>
                <a:gd name="csX2" fmla="*/ 0 w 2866"/>
                <a:gd name="csY2" fmla="*/ 0 h 477"/>
                <a:gd name="csX3" fmla="*/ 0 w 2866"/>
                <a:gd name="csY3" fmla="*/ 0 h 477"/>
                <a:gd name="csX4" fmla="*/ 2867 w 2866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">
                  <a:moveTo>
                    <a:pt x="2867" y="478"/>
                  </a:moveTo>
                  <a:lnTo>
                    <a:pt x="2389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6" name="Freeform 2505">
              <a:extLst>
                <a:ext uri="{FF2B5EF4-FFF2-40B4-BE49-F238E27FC236}">
                  <a16:creationId xmlns:a16="http://schemas.microsoft.com/office/drawing/2014/main" id="{2C88CE1C-D0EE-6303-0DB3-3E95860CA709}"/>
                </a:ext>
              </a:extLst>
            </p:cNvPr>
            <p:cNvSpPr/>
            <p:nvPr/>
          </p:nvSpPr>
          <p:spPr>
            <a:xfrm>
              <a:off x="4751191" y="4698111"/>
              <a:ext cx="1911" cy="1911"/>
            </a:xfrm>
            <a:custGeom>
              <a:avLst/>
              <a:gdLst>
                <a:gd name="csX0" fmla="*/ 1911 w 1911"/>
                <a:gd name="csY0" fmla="*/ 1911 h 1911"/>
                <a:gd name="csX1" fmla="*/ 1911 w 1911"/>
                <a:gd name="csY1" fmla="*/ 1911 h 1911"/>
                <a:gd name="csX2" fmla="*/ 1433 w 1911"/>
                <a:gd name="csY2" fmla="*/ 1433 h 1911"/>
                <a:gd name="csX3" fmla="*/ 478 w 1911"/>
                <a:gd name="csY3" fmla="*/ 0 h 1911"/>
                <a:gd name="csX4" fmla="*/ 0 w 1911"/>
                <a:gd name="csY4" fmla="*/ 0 h 1911"/>
                <a:gd name="csX5" fmla="*/ 0 w 1911"/>
                <a:gd name="csY5" fmla="*/ 0 h 1911"/>
                <a:gd name="csX6" fmla="*/ 478 w 1911"/>
                <a:gd name="csY6" fmla="*/ 0 h 1911"/>
                <a:gd name="csX7" fmla="*/ 1433 w 1911"/>
                <a:gd name="csY7" fmla="*/ 1433 h 1911"/>
                <a:gd name="csX8" fmla="*/ 1911 w 1911"/>
                <a:gd name="csY8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1911">
                  <a:moveTo>
                    <a:pt x="1911" y="1911"/>
                  </a:moveTo>
                  <a:lnTo>
                    <a:pt x="1911" y="1911"/>
                  </a:lnTo>
                  <a:lnTo>
                    <a:pt x="1433" y="1433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1433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7" name="Freeform 2506">
              <a:extLst>
                <a:ext uri="{FF2B5EF4-FFF2-40B4-BE49-F238E27FC236}">
                  <a16:creationId xmlns:a16="http://schemas.microsoft.com/office/drawing/2014/main" id="{AAC8949D-2250-78F5-74CB-7B9020111CC4}"/>
                </a:ext>
              </a:extLst>
            </p:cNvPr>
            <p:cNvSpPr/>
            <p:nvPr/>
          </p:nvSpPr>
          <p:spPr>
            <a:xfrm>
              <a:off x="4748802" y="5297661"/>
              <a:ext cx="2866" cy="1433"/>
            </a:xfrm>
            <a:custGeom>
              <a:avLst/>
              <a:gdLst>
                <a:gd name="csX0" fmla="*/ 2866 w 2866"/>
                <a:gd name="csY0" fmla="*/ 0 h 1433"/>
                <a:gd name="csX1" fmla="*/ 2866 w 2866"/>
                <a:gd name="csY1" fmla="*/ 0 h 1433"/>
                <a:gd name="csX2" fmla="*/ 0 w 2866"/>
                <a:gd name="csY2" fmla="*/ 1433 h 1433"/>
                <a:gd name="csX3" fmla="*/ 0 w 2866"/>
                <a:gd name="csY3" fmla="*/ 1433 h 1433"/>
                <a:gd name="csX4" fmla="*/ 2866 w 2866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433">
                  <a:moveTo>
                    <a:pt x="2866" y="0"/>
                  </a:moveTo>
                  <a:lnTo>
                    <a:pt x="2866" y="0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8" name="Freeform 2507">
              <a:extLst>
                <a:ext uri="{FF2B5EF4-FFF2-40B4-BE49-F238E27FC236}">
                  <a16:creationId xmlns:a16="http://schemas.microsoft.com/office/drawing/2014/main" id="{946A1DC0-2C29-3556-C51C-836387FA2D7E}"/>
                </a:ext>
              </a:extLst>
            </p:cNvPr>
            <p:cNvSpPr/>
            <p:nvPr/>
          </p:nvSpPr>
          <p:spPr>
            <a:xfrm>
              <a:off x="4749758" y="5306738"/>
              <a:ext cx="1433" cy="2388"/>
            </a:xfrm>
            <a:custGeom>
              <a:avLst/>
              <a:gdLst>
                <a:gd name="csX0" fmla="*/ 1433 w 1433"/>
                <a:gd name="csY0" fmla="*/ 0 h 2388"/>
                <a:gd name="csX1" fmla="*/ 0 w 1433"/>
                <a:gd name="csY1" fmla="*/ 2389 h 2388"/>
                <a:gd name="csX2" fmla="*/ 0 w 1433"/>
                <a:gd name="csY2" fmla="*/ 2389 h 2388"/>
                <a:gd name="csX3" fmla="*/ 1433 w 1433"/>
                <a:gd name="csY3" fmla="*/ 0 h 2388"/>
                <a:gd name="csX4" fmla="*/ 1433 w 1433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388">
                  <a:moveTo>
                    <a:pt x="1433" y="0"/>
                  </a:moveTo>
                  <a:lnTo>
                    <a:pt x="0" y="2389"/>
                  </a:lnTo>
                  <a:lnTo>
                    <a:pt x="0" y="2389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9" name="Freeform 2508">
              <a:extLst>
                <a:ext uri="{FF2B5EF4-FFF2-40B4-BE49-F238E27FC236}">
                  <a16:creationId xmlns:a16="http://schemas.microsoft.com/office/drawing/2014/main" id="{3FA0A2F9-6192-5170-0DA9-0AFF27652F1F}"/>
                </a:ext>
              </a:extLst>
            </p:cNvPr>
            <p:cNvSpPr/>
            <p:nvPr/>
          </p:nvSpPr>
          <p:spPr>
            <a:xfrm>
              <a:off x="4502771" y="4910700"/>
              <a:ext cx="240775" cy="248897"/>
            </a:xfrm>
            <a:custGeom>
              <a:avLst/>
              <a:gdLst>
                <a:gd name="csX0" fmla="*/ 240776 w 240775"/>
                <a:gd name="csY0" fmla="*/ 158606 h 248897"/>
                <a:gd name="csX1" fmla="*/ 240776 w 240775"/>
                <a:gd name="csY1" fmla="*/ 159084 h 248897"/>
                <a:gd name="csX2" fmla="*/ 239820 w 240775"/>
                <a:gd name="csY2" fmla="*/ 159562 h 248897"/>
                <a:gd name="csX3" fmla="*/ 239820 w 240775"/>
                <a:gd name="csY3" fmla="*/ 159562 h 248897"/>
                <a:gd name="csX4" fmla="*/ 239342 w 240775"/>
                <a:gd name="csY4" fmla="*/ 160039 h 248897"/>
                <a:gd name="csX5" fmla="*/ 237909 w 240775"/>
                <a:gd name="csY5" fmla="*/ 163861 h 248897"/>
                <a:gd name="csX6" fmla="*/ 235998 w 240775"/>
                <a:gd name="csY6" fmla="*/ 168638 h 248897"/>
                <a:gd name="csX7" fmla="*/ 235043 w 240775"/>
                <a:gd name="csY7" fmla="*/ 171983 h 248897"/>
                <a:gd name="csX8" fmla="*/ 235998 w 240775"/>
                <a:gd name="csY8" fmla="*/ 171983 h 248897"/>
                <a:gd name="csX9" fmla="*/ 235998 w 240775"/>
                <a:gd name="csY9" fmla="*/ 172938 h 248897"/>
                <a:gd name="csX10" fmla="*/ 236476 w 240775"/>
                <a:gd name="csY10" fmla="*/ 174371 h 248897"/>
                <a:gd name="csX11" fmla="*/ 235043 w 240775"/>
                <a:gd name="csY11" fmla="*/ 174849 h 248897"/>
                <a:gd name="csX12" fmla="*/ 235043 w 240775"/>
                <a:gd name="csY12" fmla="*/ 174849 h 248897"/>
                <a:gd name="csX13" fmla="*/ 235043 w 240775"/>
                <a:gd name="csY13" fmla="*/ 174849 h 248897"/>
                <a:gd name="csX14" fmla="*/ 234565 w 240775"/>
                <a:gd name="csY14" fmla="*/ 175327 h 248897"/>
                <a:gd name="csX15" fmla="*/ 233132 w 240775"/>
                <a:gd name="csY15" fmla="*/ 178193 h 248897"/>
                <a:gd name="csX16" fmla="*/ 231221 w 240775"/>
                <a:gd name="csY16" fmla="*/ 182015 h 248897"/>
                <a:gd name="csX17" fmla="*/ 229310 w 240775"/>
                <a:gd name="csY17" fmla="*/ 185837 h 248897"/>
                <a:gd name="csX18" fmla="*/ 228355 w 240775"/>
                <a:gd name="csY18" fmla="*/ 188226 h 248897"/>
                <a:gd name="csX19" fmla="*/ 230266 w 240775"/>
                <a:gd name="csY19" fmla="*/ 189659 h 248897"/>
                <a:gd name="csX20" fmla="*/ 233610 w 240775"/>
                <a:gd name="csY20" fmla="*/ 192525 h 248897"/>
                <a:gd name="csX21" fmla="*/ 233132 w 240775"/>
                <a:gd name="csY21" fmla="*/ 193480 h 248897"/>
                <a:gd name="csX22" fmla="*/ 231699 w 240775"/>
                <a:gd name="csY22" fmla="*/ 193480 h 248897"/>
                <a:gd name="csX23" fmla="*/ 230266 w 240775"/>
                <a:gd name="csY23" fmla="*/ 193958 h 248897"/>
                <a:gd name="csX24" fmla="*/ 230266 w 240775"/>
                <a:gd name="csY24" fmla="*/ 193958 h 248897"/>
                <a:gd name="csX25" fmla="*/ 230266 w 240775"/>
                <a:gd name="csY25" fmla="*/ 193958 h 248897"/>
                <a:gd name="csX26" fmla="*/ 229310 w 240775"/>
                <a:gd name="csY26" fmla="*/ 194914 h 248897"/>
                <a:gd name="csX27" fmla="*/ 228833 w 240775"/>
                <a:gd name="csY27" fmla="*/ 195869 h 248897"/>
                <a:gd name="csX28" fmla="*/ 227877 w 240775"/>
                <a:gd name="csY28" fmla="*/ 195869 h 248897"/>
                <a:gd name="csX29" fmla="*/ 227877 w 240775"/>
                <a:gd name="csY29" fmla="*/ 196347 h 248897"/>
                <a:gd name="csX30" fmla="*/ 227399 w 240775"/>
                <a:gd name="csY30" fmla="*/ 196347 h 248897"/>
                <a:gd name="csX31" fmla="*/ 227877 w 240775"/>
                <a:gd name="csY31" fmla="*/ 193003 h 248897"/>
                <a:gd name="csX32" fmla="*/ 227399 w 240775"/>
                <a:gd name="csY32" fmla="*/ 190136 h 248897"/>
                <a:gd name="csX33" fmla="*/ 226921 w 240775"/>
                <a:gd name="csY33" fmla="*/ 189659 h 248897"/>
                <a:gd name="csX34" fmla="*/ 221189 w 240775"/>
                <a:gd name="csY34" fmla="*/ 186314 h 248897"/>
                <a:gd name="csX35" fmla="*/ 215934 w 240775"/>
                <a:gd name="csY35" fmla="*/ 182970 h 248897"/>
                <a:gd name="csX36" fmla="*/ 209245 w 240775"/>
                <a:gd name="csY36" fmla="*/ 179149 h 248897"/>
                <a:gd name="csX37" fmla="*/ 200169 w 240775"/>
                <a:gd name="csY37" fmla="*/ 179149 h 248897"/>
                <a:gd name="csX38" fmla="*/ 191092 w 240775"/>
                <a:gd name="csY38" fmla="*/ 179626 h 248897"/>
                <a:gd name="csX39" fmla="*/ 182015 w 240775"/>
                <a:gd name="csY39" fmla="*/ 181060 h 248897"/>
                <a:gd name="csX40" fmla="*/ 173416 w 240775"/>
                <a:gd name="csY40" fmla="*/ 182970 h 248897"/>
                <a:gd name="csX41" fmla="*/ 169116 w 240775"/>
                <a:gd name="csY41" fmla="*/ 183926 h 248897"/>
                <a:gd name="csX42" fmla="*/ 160995 w 240775"/>
                <a:gd name="csY42" fmla="*/ 185359 h 248897"/>
                <a:gd name="csX43" fmla="*/ 156218 w 240775"/>
                <a:gd name="csY43" fmla="*/ 186314 h 248897"/>
                <a:gd name="csX44" fmla="*/ 154784 w 240775"/>
                <a:gd name="csY44" fmla="*/ 189181 h 248897"/>
                <a:gd name="csX45" fmla="*/ 152873 w 240775"/>
                <a:gd name="csY45" fmla="*/ 193958 h 248897"/>
                <a:gd name="csX46" fmla="*/ 150962 w 240775"/>
                <a:gd name="csY46" fmla="*/ 196825 h 248897"/>
                <a:gd name="csX47" fmla="*/ 149052 w 240775"/>
                <a:gd name="csY47" fmla="*/ 199691 h 248897"/>
                <a:gd name="csX48" fmla="*/ 146185 w 240775"/>
                <a:gd name="csY48" fmla="*/ 203991 h 248897"/>
                <a:gd name="csX49" fmla="*/ 146185 w 240775"/>
                <a:gd name="csY49" fmla="*/ 208768 h 248897"/>
                <a:gd name="csX50" fmla="*/ 146185 w 240775"/>
                <a:gd name="csY50" fmla="*/ 213545 h 248897"/>
                <a:gd name="csX51" fmla="*/ 143796 w 240775"/>
                <a:gd name="csY51" fmla="*/ 220233 h 248897"/>
                <a:gd name="csX52" fmla="*/ 141886 w 240775"/>
                <a:gd name="csY52" fmla="*/ 225966 h 248897"/>
                <a:gd name="csX53" fmla="*/ 140453 w 240775"/>
                <a:gd name="csY53" fmla="*/ 231221 h 248897"/>
                <a:gd name="csX54" fmla="*/ 139019 w 240775"/>
                <a:gd name="csY54" fmla="*/ 235043 h 248897"/>
                <a:gd name="csX55" fmla="*/ 138542 w 240775"/>
                <a:gd name="csY55" fmla="*/ 235998 h 248897"/>
                <a:gd name="csX56" fmla="*/ 138064 w 240775"/>
                <a:gd name="csY56" fmla="*/ 235998 h 248897"/>
                <a:gd name="csX57" fmla="*/ 138064 w 240775"/>
                <a:gd name="csY57" fmla="*/ 235998 h 248897"/>
                <a:gd name="csX58" fmla="*/ 136631 w 240775"/>
                <a:gd name="csY58" fmla="*/ 234565 h 248897"/>
                <a:gd name="csX59" fmla="*/ 135197 w 240775"/>
                <a:gd name="csY59" fmla="*/ 232654 h 248897"/>
                <a:gd name="csX60" fmla="*/ 134720 w 240775"/>
                <a:gd name="csY60" fmla="*/ 231699 h 248897"/>
                <a:gd name="csX61" fmla="*/ 134720 w 240775"/>
                <a:gd name="csY61" fmla="*/ 231699 h 248897"/>
                <a:gd name="csX62" fmla="*/ 134720 w 240775"/>
                <a:gd name="csY62" fmla="*/ 231699 h 248897"/>
                <a:gd name="csX63" fmla="*/ 126121 w 240775"/>
                <a:gd name="csY63" fmla="*/ 231699 h 248897"/>
                <a:gd name="csX64" fmla="*/ 126121 w 240775"/>
                <a:gd name="csY64" fmla="*/ 231699 h 248897"/>
                <a:gd name="csX65" fmla="*/ 117999 w 240775"/>
                <a:gd name="csY65" fmla="*/ 231699 h 248897"/>
                <a:gd name="csX66" fmla="*/ 117521 w 240775"/>
                <a:gd name="csY66" fmla="*/ 232177 h 248897"/>
                <a:gd name="csX67" fmla="*/ 116088 w 240775"/>
                <a:gd name="csY67" fmla="*/ 232177 h 248897"/>
                <a:gd name="csX68" fmla="*/ 116088 w 240775"/>
                <a:gd name="csY68" fmla="*/ 232177 h 248897"/>
                <a:gd name="csX69" fmla="*/ 115133 w 240775"/>
                <a:gd name="csY69" fmla="*/ 231699 h 248897"/>
                <a:gd name="csX70" fmla="*/ 114655 w 240775"/>
                <a:gd name="csY70" fmla="*/ 231699 h 248897"/>
                <a:gd name="csX71" fmla="*/ 113222 w 240775"/>
                <a:gd name="csY71" fmla="*/ 232177 h 248897"/>
                <a:gd name="csX72" fmla="*/ 112266 w 240775"/>
                <a:gd name="csY72" fmla="*/ 233132 h 248897"/>
                <a:gd name="csX73" fmla="*/ 112266 w 240775"/>
                <a:gd name="csY73" fmla="*/ 233132 h 248897"/>
                <a:gd name="csX74" fmla="*/ 108922 w 240775"/>
                <a:gd name="csY74" fmla="*/ 238865 h 248897"/>
                <a:gd name="csX75" fmla="*/ 107489 w 240775"/>
                <a:gd name="csY75" fmla="*/ 241253 h 248897"/>
                <a:gd name="csX76" fmla="*/ 106534 w 240775"/>
                <a:gd name="csY76" fmla="*/ 243642 h 248897"/>
                <a:gd name="csX77" fmla="*/ 106534 w 240775"/>
                <a:gd name="csY77" fmla="*/ 243642 h 248897"/>
                <a:gd name="csX78" fmla="*/ 105578 w 240775"/>
                <a:gd name="csY78" fmla="*/ 246986 h 248897"/>
                <a:gd name="csX79" fmla="*/ 105100 w 240775"/>
                <a:gd name="csY79" fmla="*/ 247942 h 248897"/>
                <a:gd name="csX80" fmla="*/ 104623 w 240775"/>
                <a:gd name="csY80" fmla="*/ 246509 h 248897"/>
                <a:gd name="csX81" fmla="*/ 102712 w 240775"/>
                <a:gd name="csY81" fmla="*/ 243164 h 248897"/>
                <a:gd name="csX82" fmla="*/ 102234 w 240775"/>
                <a:gd name="csY82" fmla="*/ 241253 h 248897"/>
                <a:gd name="csX83" fmla="*/ 102234 w 240775"/>
                <a:gd name="csY83" fmla="*/ 241253 h 248897"/>
                <a:gd name="csX84" fmla="*/ 101279 w 240775"/>
                <a:gd name="csY84" fmla="*/ 238865 h 248897"/>
                <a:gd name="csX85" fmla="*/ 99846 w 240775"/>
                <a:gd name="csY85" fmla="*/ 235998 h 248897"/>
                <a:gd name="csX86" fmla="*/ 97935 w 240775"/>
                <a:gd name="csY86" fmla="*/ 235521 h 248897"/>
                <a:gd name="csX87" fmla="*/ 97935 w 240775"/>
                <a:gd name="csY87" fmla="*/ 235043 h 248897"/>
                <a:gd name="csX88" fmla="*/ 96501 w 240775"/>
                <a:gd name="csY88" fmla="*/ 235043 h 248897"/>
                <a:gd name="csX89" fmla="*/ 95546 w 240775"/>
                <a:gd name="csY89" fmla="*/ 234565 h 248897"/>
                <a:gd name="csX90" fmla="*/ 95068 w 240775"/>
                <a:gd name="csY90" fmla="*/ 234565 h 248897"/>
                <a:gd name="csX91" fmla="*/ 92202 w 240775"/>
                <a:gd name="csY91" fmla="*/ 233610 h 248897"/>
                <a:gd name="csX92" fmla="*/ 90769 w 240775"/>
                <a:gd name="csY92" fmla="*/ 233610 h 248897"/>
                <a:gd name="csX93" fmla="*/ 82170 w 240775"/>
                <a:gd name="csY93" fmla="*/ 233610 h 248897"/>
                <a:gd name="csX94" fmla="*/ 82170 w 240775"/>
                <a:gd name="csY94" fmla="*/ 233610 h 248897"/>
                <a:gd name="csX95" fmla="*/ 82170 w 240775"/>
                <a:gd name="csY95" fmla="*/ 233610 h 248897"/>
                <a:gd name="csX96" fmla="*/ 81692 w 240775"/>
                <a:gd name="csY96" fmla="*/ 233610 h 248897"/>
                <a:gd name="csX97" fmla="*/ 78348 w 240775"/>
                <a:gd name="csY97" fmla="*/ 233610 h 248897"/>
                <a:gd name="csX98" fmla="*/ 78348 w 240775"/>
                <a:gd name="csY98" fmla="*/ 233610 h 248897"/>
                <a:gd name="csX99" fmla="*/ 76437 w 240775"/>
                <a:gd name="csY99" fmla="*/ 233610 h 248897"/>
                <a:gd name="csX100" fmla="*/ 75004 w 240775"/>
                <a:gd name="csY100" fmla="*/ 232177 h 248897"/>
                <a:gd name="csX101" fmla="*/ 70704 w 240775"/>
                <a:gd name="csY101" fmla="*/ 229310 h 248897"/>
                <a:gd name="csX102" fmla="*/ 70226 w 240775"/>
                <a:gd name="csY102" fmla="*/ 228355 h 248897"/>
                <a:gd name="csX103" fmla="*/ 70226 w 240775"/>
                <a:gd name="csY103" fmla="*/ 228355 h 248897"/>
                <a:gd name="csX104" fmla="*/ 68793 w 240775"/>
                <a:gd name="csY104" fmla="*/ 227877 h 248897"/>
                <a:gd name="csX105" fmla="*/ 67838 w 240775"/>
                <a:gd name="csY105" fmla="*/ 227877 h 248897"/>
                <a:gd name="csX106" fmla="*/ 67360 w 240775"/>
                <a:gd name="csY106" fmla="*/ 228355 h 248897"/>
                <a:gd name="csX107" fmla="*/ 67360 w 240775"/>
                <a:gd name="csY107" fmla="*/ 228355 h 248897"/>
                <a:gd name="csX108" fmla="*/ 66405 w 240775"/>
                <a:gd name="csY108" fmla="*/ 230743 h 248897"/>
                <a:gd name="csX109" fmla="*/ 65927 w 240775"/>
                <a:gd name="csY109" fmla="*/ 232654 h 248897"/>
                <a:gd name="csX110" fmla="*/ 65927 w 240775"/>
                <a:gd name="csY110" fmla="*/ 232654 h 248897"/>
                <a:gd name="csX111" fmla="*/ 64971 w 240775"/>
                <a:gd name="csY111" fmla="*/ 234087 h 248897"/>
                <a:gd name="csX112" fmla="*/ 62105 w 240775"/>
                <a:gd name="csY112" fmla="*/ 234565 h 248897"/>
                <a:gd name="csX113" fmla="*/ 59239 w 240775"/>
                <a:gd name="csY113" fmla="*/ 235521 h 248897"/>
                <a:gd name="csX114" fmla="*/ 57805 w 240775"/>
                <a:gd name="csY114" fmla="*/ 235998 h 248897"/>
                <a:gd name="csX115" fmla="*/ 57805 w 240775"/>
                <a:gd name="csY115" fmla="*/ 235998 h 248897"/>
                <a:gd name="csX116" fmla="*/ 57328 w 240775"/>
                <a:gd name="csY116" fmla="*/ 236954 h 248897"/>
                <a:gd name="csX117" fmla="*/ 57328 w 240775"/>
                <a:gd name="csY117" fmla="*/ 236954 h 248897"/>
                <a:gd name="csX118" fmla="*/ 56850 w 240775"/>
                <a:gd name="csY118" fmla="*/ 238387 h 248897"/>
                <a:gd name="csX119" fmla="*/ 56372 w 240775"/>
                <a:gd name="csY119" fmla="*/ 239820 h 248897"/>
                <a:gd name="csX120" fmla="*/ 52550 w 240775"/>
                <a:gd name="csY120" fmla="*/ 241731 h 248897"/>
                <a:gd name="csX121" fmla="*/ 52550 w 240775"/>
                <a:gd name="csY121" fmla="*/ 241731 h 248897"/>
                <a:gd name="csX122" fmla="*/ 51595 w 240775"/>
                <a:gd name="csY122" fmla="*/ 242687 h 248897"/>
                <a:gd name="csX123" fmla="*/ 51595 w 240775"/>
                <a:gd name="csY123" fmla="*/ 242687 h 248897"/>
                <a:gd name="csX124" fmla="*/ 51117 w 240775"/>
                <a:gd name="csY124" fmla="*/ 244598 h 248897"/>
                <a:gd name="csX125" fmla="*/ 49206 w 240775"/>
                <a:gd name="csY125" fmla="*/ 246986 h 248897"/>
                <a:gd name="csX126" fmla="*/ 48251 w 240775"/>
                <a:gd name="csY126" fmla="*/ 247942 h 248897"/>
                <a:gd name="csX127" fmla="*/ 44907 w 240775"/>
                <a:gd name="csY127" fmla="*/ 248419 h 248897"/>
                <a:gd name="csX128" fmla="*/ 40607 w 240775"/>
                <a:gd name="csY128" fmla="*/ 248897 h 248897"/>
                <a:gd name="csX129" fmla="*/ 40607 w 240775"/>
                <a:gd name="csY129" fmla="*/ 248897 h 248897"/>
                <a:gd name="csX130" fmla="*/ 38218 w 240775"/>
                <a:gd name="csY130" fmla="*/ 248897 h 248897"/>
                <a:gd name="csX131" fmla="*/ 36307 w 240775"/>
                <a:gd name="csY131" fmla="*/ 248897 h 248897"/>
                <a:gd name="csX132" fmla="*/ 35830 w 240775"/>
                <a:gd name="csY132" fmla="*/ 248419 h 248897"/>
                <a:gd name="csX133" fmla="*/ 34874 w 240775"/>
                <a:gd name="csY133" fmla="*/ 247942 h 248897"/>
                <a:gd name="csX134" fmla="*/ 34874 w 240775"/>
                <a:gd name="csY134" fmla="*/ 247464 h 248897"/>
                <a:gd name="csX135" fmla="*/ 34874 w 240775"/>
                <a:gd name="csY135" fmla="*/ 246986 h 248897"/>
                <a:gd name="csX136" fmla="*/ 34874 w 240775"/>
                <a:gd name="csY136" fmla="*/ 246031 h 248897"/>
                <a:gd name="csX137" fmla="*/ 34874 w 240775"/>
                <a:gd name="csY137" fmla="*/ 244120 h 248897"/>
                <a:gd name="csX138" fmla="*/ 34874 w 240775"/>
                <a:gd name="csY138" fmla="*/ 241253 h 248897"/>
                <a:gd name="csX139" fmla="*/ 34874 w 240775"/>
                <a:gd name="csY139" fmla="*/ 241253 h 248897"/>
                <a:gd name="csX140" fmla="*/ 33441 w 240775"/>
                <a:gd name="csY140" fmla="*/ 237909 h 248897"/>
                <a:gd name="csX141" fmla="*/ 33441 w 240775"/>
                <a:gd name="csY141" fmla="*/ 236954 h 248897"/>
                <a:gd name="csX142" fmla="*/ 33441 w 240775"/>
                <a:gd name="csY142" fmla="*/ 235521 h 248897"/>
                <a:gd name="csX143" fmla="*/ 32486 w 240775"/>
                <a:gd name="csY143" fmla="*/ 232654 h 248897"/>
                <a:gd name="csX144" fmla="*/ 32486 w 240775"/>
                <a:gd name="csY144" fmla="*/ 232654 h 248897"/>
                <a:gd name="csX145" fmla="*/ 31052 w 240775"/>
                <a:gd name="csY145" fmla="*/ 231221 h 248897"/>
                <a:gd name="csX146" fmla="*/ 30575 w 240775"/>
                <a:gd name="csY146" fmla="*/ 228833 h 248897"/>
                <a:gd name="csX147" fmla="*/ 30097 w 240775"/>
                <a:gd name="csY147" fmla="*/ 226921 h 248897"/>
                <a:gd name="csX148" fmla="*/ 30097 w 240775"/>
                <a:gd name="csY148" fmla="*/ 226921 h 248897"/>
                <a:gd name="csX149" fmla="*/ 28664 w 240775"/>
                <a:gd name="csY149" fmla="*/ 224055 h 248897"/>
                <a:gd name="csX150" fmla="*/ 28664 w 240775"/>
                <a:gd name="csY150" fmla="*/ 224055 h 248897"/>
                <a:gd name="csX151" fmla="*/ 28664 w 240775"/>
                <a:gd name="csY151" fmla="*/ 220711 h 248897"/>
                <a:gd name="csX152" fmla="*/ 28664 w 240775"/>
                <a:gd name="csY152" fmla="*/ 217845 h 248897"/>
                <a:gd name="csX153" fmla="*/ 28664 w 240775"/>
                <a:gd name="csY153" fmla="*/ 217845 h 248897"/>
                <a:gd name="csX154" fmla="*/ 26275 w 240775"/>
                <a:gd name="csY154" fmla="*/ 214978 h 248897"/>
                <a:gd name="csX155" fmla="*/ 23886 w 240775"/>
                <a:gd name="csY155" fmla="*/ 211156 h 248897"/>
                <a:gd name="csX156" fmla="*/ 23886 w 240775"/>
                <a:gd name="csY156" fmla="*/ 211156 h 248897"/>
                <a:gd name="csX157" fmla="*/ 22453 w 240775"/>
                <a:gd name="csY157" fmla="*/ 210679 h 248897"/>
                <a:gd name="csX158" fmla="*/ 21975 w 240775"/>
                <a:gd name="csY158" fmla="*/ 210679 h 248897"/>
                <a:gd name="csX159" fmla="*/ 21498 w 240775"/>
                <a:gd name="csY159" fmla="*/ 210201 h 248897"/>
                <a:gd name="csX160" fmla="*/ 21020 w 240775"/>
                <a:gd name="csY160" fmla="*/ 209723 h 248897"/>
                <a:gd name="csX161" fmla="*/ 21020 w 240775"/>
                <a:gd name="csY161" fmla="*/ 209245 h 248897"/>
                <a:gd name="csX162" fmla="*/ 21020 w 240775"/>
                <a:gd name="csY162" fmla="*/ 207812 h 248897"/>
                <a:gd name="csX163" fmla="*/ 21498 w 240775"/>
                <a:gd name="csY163" fmla="*/ 206857 h 248897"/>
                <a:gd name="csX164" fmla="*/ 22931 w 240775"/>
                <a:gd name="csY164" fmla="*/ 205424 h 248897"/>
                <a:gd name="csX165" fmla="*/ 22931 w 240775"/>
                <a:gd name="csY165" fmla="*/ 204946 h 248897"/>
                <a:gd name="csX166" fmla="*/ 22931 w 240775"/>
                <a:gd name="csY166" fmla="*/ 204946 h 248897"/>
                <a:gd name="csX167" fmla="*/ 22453 w 240775"/>
                <a:gd name="csY167" fmla="*/ 204468 h 248897"/>
                <a:gd name="csX168" fmla="*/ 18632 w 240775"/>
                <a:gd name="csY168" fmla="*/ 202557 h 248897"/>
                <a:gd name="csX169" fmla="*/ 17676 w 240775"/>
                <a:gd name="csY169" fmla="*/ 201602 h 248897"/>
                <a:gd name="csX170" fmla="*/ 17198 w 240775"/>
                <a:gd name="csY170" fmla="*/ 201124 h 248897"/>
                <a:gd name="csX171" fmla="*/ 17198 w 240775"/>
                <a:gd name="csY171" fmla="*/ 200169 h 248897"/>
                <a:gd name="csX172" fmla="*/ 18154 w 240775"/>
                <a:gd name="csY172" fmla="*/ 199213 h 248897"/>
                <a:gd name="csX173" fmla="*/ 18154 w 240775"/>
                <a:gd name="csY173" fmla="*/ 199213 h 248897"/>
                <a:gd name="csX174" fmla="*/ 18632 w 240775"/>
                <a:gd name="csY174" fmla="*/ 198736 h 248897"/>
                <a:gd name="csX175" fmla="*/ 17676 w 240775"/>
                <a:gd name="csY175" fmla="*/ 197302 h 248897"/>
                <a:gd name="csX176" fmla="*/ 18154 w 240775"/>
                <a:gd name="csY176" fmla="*/ 195869 h 248897"/>
                <a:gd name="csX177" fmla="*/ 18154 w 240775"/>
                <a:gd name="csY177" fmla="*/ 195869 h 248897"/>
                <a:gd name="csX178" fmla="*/ 17198 w 240775"/>
                <a:gd name="csY178" fmla="*/ 195391 h 248897"/>
                <a:gd name="csX179" fmla="*/ 17676 w 240775"/>
                <a:gd name="csY179" fmla="*/ 194436 h 248897"/>
                <a:gd name="csX180" fmla="*/ 18154 w 240775"/>
                <a:gd name="csY180" fmla="*/ 194436 h 248897"/>
                <a:gd name="csX181" fmla="*/ 20542 w 240775"/>
                <a:gd name="csY181" fmla="*/ 193958 h 248897"/>
                <a:gd name="csX182" fmla="*/ 20542 w 240775"/>
                <a:gd name="csY182" fmla="*/ 193958 h 248897"/>
                <a:gd name="csX183" fmla="*/ 21498 w 240775"/>
                <a:gd name="csY183" fmla="*/ 192525 h 248897"/>
                <a:gd name="csX184" fmla="*/ 21498 w 240775"/>
                <a:gd name="csY184" fmla="*/ 191092 h 248897"/>
                <a:gd name="csX185" fmla="*/ 21498 w 240775"/>
                <a:gd name="csY185" fmla="*/ 191092 h 248897"/>
                <a:gd name="csX186" fmla="*/ 21020 w 240775"/>
                <a:gd name="csY186" fmla="*/ 190136 h 248897"/>
                <a:gd name="csX187" fmla="*/ 18632 w 240775"/>
                <a:gd name="csY187" fmla="*/ 187748 h 248897"/>
                <a:gd name="csX188" fmla="*/ 18632 w 240775"/>
                <a:gd name="csY188" fmla="*/ 187748 h 248897"/>
                <a:gd name="csX189" fmla="*/ 21020 w 240775"/>
                <a:gd name="csY189" fmla="*/ 184404 h 248897"/>
                <a:gd name="csX190" fmla="*/ 22931 w 240775"/>
                <a:gd name="csY190" fmla="*/ 182493 h 248897"/>
                <a:gd name="csX191" fmla="*/ 23409 w 240775"/>
                <a:gd name="csY191" fmla="*/ 182015 h 248897"/>
                <a:gd name="csX192" fmla="*/ 23409 w 240775"/>
                <a:gd name="csY192" fmla="*/ 182015 h 248897"/>
                <a:gd name="csX193" fmla="*/ 22931 w 240775"/>
                <a:gd name="csY193" fmla="*/ 181537 h 248897"/>
                <a:gd name="csX194" fmla="*/ 22453 w 240775"/>
                <a:gd name="csY194" fmla="*/ 181060 h 248897"/>
                <a:gd name="csX195" fmla="*/ 21498 w 240775"/>
                <a:gd name="csY195" fmla="*/ 180104 h 248897"/>
                <a:gd name="csX196" fmla="*/ 20065 w 240775"/>
                <a:gd name="csY196" fmla="*/ 179149 h 248897"/>
                <a:gd name="csX197" fmla="*/ 19109 w 240775"/>
                <a:gd name="csY197" fmla="*/ 178193 h 248897"/>
                <a:gd name="csX198" fmla="*/ 17198 w 240775"/>
                <a:gd name="csY198" fmla="*/ 176760 h 248897"/>
                <a:gd name="csX199" fmla="*/ 15287 w 240775"/>
                <a:gd name="csY199" fmla="*/ 175327 h 248897"/>
                <a:gd name="csX200" fmla="*/ 13854 w 240775"/>
                <a:gd name="csY200" fmla="*/ 174371 h 248897"/>
                <a:gd name="csX201" fmla="*/ 13854 w 240775"/>
                <a:gd name="csY201" fmla="*/ 174371 h 248897"/>
                <a:gd name="csX202" fmla="*/ 13376 w 240775"/>
                <a:gd name="csY202" fmla="*/ 172938 h 248897"/>
                <a:gd name="csX203" fmla="*/ 13376 w 240775"/>
                <a:gd name="csY203" fmla="*/ 171983 h 248897"/>
                <a:gd name="csX204" fmla="*/ 12899 w 240775"/>
                <a:gd name="csY204" fmla="*/ 170072 h 248897"/>
                <a:gd name="csX205" fmla="*/ 11943 w 240775"/>
                <a:gd name="csY205" fmla="*/ 167205 h 248897"/>
                <a:gd name="csX206" fmla="*/ 11943 w 240775"/>
                <a:gd name="csY206" fmla="*/ 165295 h 248897"/>
                <a:gd name="csX207" fmla="*/ 11466 w 240775"/>
                <a:gd name="csY207" fmla="*/ 162906 h 248897"/>
                <a:gd name="csX208" fmla="*/ 11466 w 240775"/>
                <a:gd name="csY208" fmla="*/ 162428 h 248897"/>
                <a:gd name="csX209" fmla="*/ 10988 w 240775"/>
                <a:gd name="csY209" fmla="*/ 161473 h 248897"/>
                <a:gd name="csX210" fmla="*/ 10988 w 240775"/>
                <a:gd name="csY210" fmla="*/ 160039 h 248897"/>
                <a:gd name="csX211" fmla="*/ 10988 w 240775"/>
                <a:gd name="csY211" fmla="*/ 160039 h 248897"/>
                <a:gd name="csX212" fmla="*/ 10032 w 240775"/>
                <a:gd name="csY212" fmla="*/ 158606 h 248897"/>
                <a:gd name="csX213" fmla="*/ 9555 w 240775"/>
                <a:gd name="csY213" fmla="*/ 157651 h 248897"/>
                <a:gd name="csX214" fmla="*/ 10510 w 240775"/>
                <a:gd name="csY214" fmla="*/ 156695 h 248897"/>
                <a:gd name="csX215" fmla="*/ 10988 w 240775"/>
                <a:gd name="csY215" fmla="*/ 156218 h 248897"/>
                <a:gd name="csX216" fmla="*/ 10988 w 240775"/>
                <a:gd name="csY216" fmla="*/ 155740 h 248897"/>
                <a:gd name="csX217" fmla="*/ 10988 w 240775"/>
                <a:gd name="csY217" fmla="*/ 155740 h 248897"/>
                <a:gd name="csX218" fmla="*/ 10988 w 240775"/>
                <a:gd name="csY218" fmla="*/ 155740 h 248897"/>
                <a:gd name="csX219" fmla="*/ 10510 w 240775"/>
                <a:gd name="csY219" fmla="*/ 155740 h 248897"/>
                <a:gd name="csX220" fmla="*/ 10510 w 240775"/>
                <a:gd name="csY220" fmla="*/ 155740 h 248897"/>
                <a:gd name="csX221" fmla="*/ 7166 w 240775"/>
                <a:gd name="csY221" fmla="*/ 153829 h 248897"/>
                <a:gd name="csX222" fmla="*/ 6210 w 240775"/>
                <a:gd name="csY222" fmla="*/ 153829 h 248897"/>
                <a:gd name="csX223" fmla="*/ 5733 w 240775"/>
                <a:gd name="csY223" fmla="*/ 150485 h 248897"/>
                <a:gd name="csX224" fmla="*/ 5255 w 240775"/>
                <a:gd name="csY224" fmla="*/ 150485 h 248897"/>
                <a:gd name="csX225" fmla="*/ 2866 w 240775"/>
                <a:gd name="csY225" fmla="*/ 147619 h 248897"/>
                <a:gd name="csX226" fmla="*/ 2389 w 240775"/>
                <a:gd name="csY226" fmla="*/ 145230 h 248897"/>
                <a:gd name="csX227" fmla="*/ 2389 w 240775"/>
                <a:gd name="csY227" fmla="*/ 144274 h 248897"/>
                <a:gd name="csX228" fmla="*/ 2389 w 240775"/>
                <a:gd name="csY228" fmla="*/ 143319 h 248897"/>
                <a:gd name="csX229" fmla="*/ 1433 w 240775"/>
                <a:gd name="csY229" fmla="*/ 141886 h 248897"/>
                <a:gd name="csX230" fmla="*/ 0 w 240775"/>
                <a:gd name="csY230" fmla="*/ 141408 h 248897"/>
                <a:gd name="csX231" fmla="*/ 0 w 240775"/>
                <a:gd name="csY231" fmla="*/ 140453 h 248897"/>
                <a:gd name="csX232" fmla="*/ 0 w 240775"/>
                <a:gd name="csY232" fmla="*/ 139497 h 248897"/>
                <a:gd name="csX233" fmla="*/ 2866 w 240775"/>
                <a:gd name="csY233" fmla="*/ 137586 h 248897"/>
                <a:gd name="csX234" fmla="*/ 3822 w 240775"/>
                <a:gd name="csY234" fmla="*/ 137586 h 248897"/>
                <a:gd name="csX235" fmla="*/ 4300 w 240775"/>
                <a:gd name="csY235" fmla="*/ 136631 h 248897"/>
                <a:gd name="csX236" fmla="*/ 5255 w 240775"/>
                <a:gd name="csY236" fmla="*/ 135675 h 248897"/>
                <a:gd name="csX237" fmla="*/ 5255 w 240775"/>
                <a:gd name="csY237" fmla="*/ 135675 h 248897"/>
                <a:gd name="csX238" fmla="*/ 7166 w 240775"/>
                <a:gd name="csY238" fmla="*/ 133287 h 248897"/>
                <a:gd name="csX239" fmla="*/ 8599 w 240775"/>
                <a:gd name="csY239" fmla="*/ 131376 h 248897"/>
                <a:gd name="csX240" fmla="*/ 10032 w 240775"/>
                <a:gd name="csY240" fmla="*/ 130420 h 248897"/>
                <a:gd name="csX241" fmla="*/ 11466 w 240775"/>
                <a:gd name="csY241" fmla="*/ 129465 h 248897"/>
                <a:gd name="csX242" fmla="*/ 12421 w 240775"/>
                <a:gd name="csY242" fmla="*/ 128987 h 248897"/>
                <a:gd name="csX243" fmla="*/ 11943 w 240775"/>
                <a:gd name="csY243" fmla="*/ 127076 h 248897"/>
                <a:gd name="csX244" fmla="*/ 11943 w 240775"/>
                <a:gd name="csY244" fmla="*/ 125643 h 248897"/>
                <a:gd name="csX245" fmla="*/ 12421 w 240775"/>
                <a:gd name="csY245" fmla="*/ 125165 h 248897"/>
                <a:gd name="csX246" fmla="*/ 13854 w 240775"/>
                <a:gd name="csY246" fmla="*/ 124210 h 248897"/>
                <a:gd name="csX247" fmla="*/ 15287 w 240775"/>
                <a:gd name="csY247" fmla="*/ 123732 h 248897"/>
                <a:gd name="csX248" fmla="*/ 15765 w 240775"/>
                <a:gd name="csY248" fmla="*/ 123254 h 248897"/>
                <a:gd name="csX249" fmla="*/ 15765 w 240775"/>
                <a:gd name="csY249" fmla="*/ 122777 h 248897"/>
                <a:gd name="csX250" fmla="*/ 14332 w 240775"/>
                <a:gd name="csY250" fmla="*/ 121821 h 248897"/>
                <a:gd name="csX251" fmla="*/ 11943 w 240775"/>
                <a:gd name="csY251" fmla="*/ 120865 h 248897"/>
                <a:gd name="csX252" fmla="*/ 10032 w 240775"/>
                <a:gd name="csY252" fmla="*/ 120865 h 248897"/>
                <a:gd name="csX253" fmla="*/ 9077 w 240775"/>
                <a:gd name="csY253" fmla="*/ 120388 h 248897"/>
                <a:gd name="csX254" fmla="*/ 8121 w 240775"/>
                <a:gd name="csY254" fmla="*/ 119910 h 248897"/>
                <a:gd name="csX255" fmla="*/ 4777 w 240775"/>
                <a:gd name="csY255" fmla="*/ 111789 h 248897"/>
                <a:gd name="csX256" fmla="*/ 4300 w 240775"/>
                <a:gd name="csY256" fmla="*/ 110356 h 248897"/>
                <a:gd name="csX257" fmla="*/ 4300 w 240775"/>
                <a:gd name="csY257" fmla="*/ 109400 h 248897"/>
                <a:gd name="csX258" fmla="*/ 6688 w 240775"/>
                <a:gd name="csY258" fmla="*/ 105578 h 248897"/>
                <a:gd name="csX259" fmla="*/ 7644 w 240775"/>
                <a:gd name="csY259" fmla="*/ 104145 h 248897"/>
                <a:gd name="csX260" fmla="*/ 9077 w 240775"/>
                <a:gd name="csY260" fmla="*/ 102712 h 248897"/>
                <a:gd name="csX261" fmla="*/ 9077 w 240775"/>
                <a:gd name="csY261" fmla="*/ 101756 h 248897"/>
                <a:gd name="csX262" fmla="*/ 6210 w 240775"/>
                <a:gd name="csY262" fmla="*/ 98890 h 248897"/>
                <a:gd name="csX263" fmla="*/ 5255 w 240775"/>
                <a:gd name="csY263" fmla="*/ 97457 h 248897"/>
                <a:gd name="csX264" fmla="*/ 5255 w 240775"/>
                <a:gd name="csY264" fmla="*/ 96024 h 248897"/>
                <a:gd name="csX265" fmla="*/ 5255 w 240775"/>
                <a:gd name="csY265" fmla="*/ 94113 h 248897"/>
                <a:gd name="csX266" fmla="*/ 7166 w 240775"/>
                <a:gd name="csY266" fmla="*/ 93157 h 248897"/>
                <a:gd name="csX267" fmla="*/ 7644 w 240775"/>
                <a:gd name="csY267" fmla="*/ 92202 h 248897"/>
                <a:gd name="csX268" fmla="*/ 8121 w 240775"/>
                <a:gd name="csY268" fmla="*/ 90769 h 248897"/>
                <a:gd name="csX269" fmla="*/ 8599 w 240775"/>
                <a:gd name="csY269" fmla="*/ 90291 h 248897"/>
                <a:gd name="csX270" fmla="*/ 9555 w 240775"/>
                <a:gd name="csY270" fmla="*/ 89335 h 248897"/>
                <a:gd name="csX271" fmla="*/ 10032 w 240775"/>
                <a:gd name="csY271" fmla="*/ 88380 h 248897"/>
                <a:gd name="csX272" fmla="*/ 11466 w 240775"/>
                <a:gd name="csY272" fmla="*/ 87424 h 248897"/>
                <a:gd name="csX273" fmla="*/ 12421 w 240775"/>
                <a:gd name="csY273" fmla="*/ 86469 h 248897"/>
                <a:gd name="csX274" fmla="*/ 12421 w 240775"/>
                <a:gd name="csY274" fmla="*/ 84558 h 248897"/>
                <a:gd name="csX275" fmla="*/ 13376 w 240775"/>
                <a:gd name="csY275" fmla="*/ 83603 h 248897"/>
                <a:gd name="csX276" fmla="*/ 14809 w 240775"/>
                <a:gd name="csY276" fmla="*/ 83125 h 248897"/>
                <a:gd name="csX277" fmla="*/ 15287 w 240775"/>
                <a:gd name="csY277" fmla="*/ 82647 h 248897"/>
                <a:gd name="csX278" fmla="*/ 14809 w 240775"/>
                <a:gd name="csY278" fmla="*/ 81214 h 248897"/>
                <a:gd name="csX279" fmla="*/ 13854 w 240775"/>
                <a:gd name="csY279" fmla="*/ 79781 h 248897"/>
                <a:gd name="csX280" fmla="*/ 12899 w 240775"/>
                <a:gd name="csY280" fmla="*/ 78825 h 248897"/>
                <a:gd name="csX281" fmla="*/ 11943 w 240775"/>
                <a:gd name="csY281" fmla="*/ 75481 h 248897"/>
                <a:gd name="csX282" fmla="*/ 10988 w 240775"/>
                <a:gd name="csY282" fmla="*/ 73570 h 248897"/>
                <a:gd name="csX283" fmla="*/ 11466 w 240775"/>
                <a:gd name="csY283" fmla="*/ 72615 h 248897"/>
                <a:gd name="csX284" fmla="*/ 12421 w 240775"/>
                <a:gd name="csY284" fmla="*/ 71659 h 248897"/>
                <a:gd name="csX285" fmla="*/ 12899 w 240775"/>
                <a:gd name="csY285" fmla="*/ 70226 h 248897"/>
                <a:gd name="csX286" fmla="*/ 13376 w 240775"/>
                <a:gd name="csY286" fmla="*/ 67838 h 248897"/>
                <a:gd name="csX287" fmla="*/ 12899 w 240775"/>
                <a:gd name="csY287" fmla="*/ 60194 h 248897"/>
                <a:gd name="csX288" fmla="*/ 12899 w 240775"/>
                <a:gd name="csY288" fmla="*/ 58761 h 248897"/>
                <a:gd name="csX289" fmla="*/ 13854 w 240775"/>
                <a:gd name="csY289" fmla="*/ 57328 h 248897"/>
                <a:gd name="csX290" fmla="*/ 15287 w 240775"/>
                <a:gd name="csY290" fmla="*/ 56372 h 248897"/>
                <a:gd name="csX291" fmla="*/ 16243 w 240775"/>
                <a:gd name="csY291" fmla="*/ 55894 h 248897"/>
                <a:gd name="csX292" fmla="*/ 17198 w 240775"/>
                <a:gd name="csY292" fmla="*/ 54939 h 248897"/>
                <a:gd name="csX293" fmla="*/ 17198 w 240775"/>
                <a:gd name="csY293" fmla="*/ 53506 h 248897"/>
                <a:gd name="csX294" fmla="*/ 18154 w 240775"/>
                <a:gd name="csY294" fmla="*/ 52550 h 248897"/>
                <a:gd name="csX295" fmla="*/ 18632 w 240775"/>
                <a:gd name="csY295" fmla="*/ 51595 h 248897"/>
                <a:gd name="csX296" fmla="*/ 16243 w 240775"/>
                <a:gd name="csY296" fmla="*/ 47295 h 248897"/>
                <a:gd name="csX297" fmla="*/ 13854 w 240775"/>
                <a:gd name="csY297" fmla="*/ 43474 h 248897"/>
                <a:gd name="csX298" fmla="*/ 11943 w 240775"/>
                <a:gd name="csY298" fmla="*/ 40129 h 248897"/>
                <a:gd name="csX299" fmla="*/ 9077 w 240775"/>
                <a:gd name="csY299" fmla="*/ 35830 h 248897"/>
                <a:gd name="csX300" fmla="*/ 7644 w 240775"/>
                <a:gd name="csY300" fmla="*/ 33441 h 248897"/>
                <a:gd name="csX301" fmla="*/ 5255 w 240775"/>
                <a:gd name="csY301" fmla="*/ 30097 h 248897"/>
                <a:gd name="csX302" fmla="*/ 3822 w 240775"/>
                <a:gd name="csY302" fmla="*/ 27231 h 248897"/>
                <a:gd name="csX303" fmla="*/ 956 w 240775"/>
                <a:gd name="csY303" fmla="*/ 22931 h 248897"/>
                <a:gd name="csX304" fmla="*/ 3344 w 240775"/>
                <a:gd name="csY304" fmla="*/ 22931 h 248897"/>
                <a:gd name="csX305" fmla="*/ 3822 w 240775"/>
                <a:gd name="csY305" fmla="*/ 22931 h 248897"/>
                <a:gd name="csX306" fmla="*/ 8121 w 240775"/>
                <a:gd name="csY306" fmla="*/ 22931 h 248897"/>
                <a:gd name="csX307" fmla="*/ 12421 w 240775"/>
                <a:gd name="csY307" fmla="*/ 23886 h 248897"/>
                <a:gd name="csX308" fmla="*/ 15765 w 240775"/>
                <a:gd name="csY308" fmla="*/ 23886 h 248897"/>
                <a:gd name="csX309" fmla="*/ 16721 w 240775"/>
                <a:gd name="csY309" fmla="*/ 24842 h 248897"/>
                <a:gd name="csX310" fmla="*/ 17198 w 240775"/>
                <a:gd name="csY310" fmla="*/ 25798 h 248897"/>
                <a:gd name="csX311" fmla="*/ 18154 w 240775"/>
                <a:gd name="csY311" fmla="*/ 26275 h 248897"/>
                <a:gd name="csX312" fmla="*/ 18154 w 240775"/>
                <a:gd name="csY312" fmla="*/ 26275 h 248897"/>
                <a:gd name="csX313" fmla="*/ 18154 w 240775"/>
                <a:gd name="csY313" fmla="*/ 26275 h 248897"/>
                <a:gd name="csX314" fmla="*/ 19109 w 240775"/>
                <a:gd name="csY314" fmla="*/ 25798 h 248897"/>
                <a:gd name="csX315" fmla="*/ 20065 w 240775"/>
                <a:gd name="csY315" fmla="*/ 25798 h 248897"/>
                <a:gd name="csX316" fmla="*/ 20065 w 240775"/>
                <a:gd name="csY316" fmla="*/ 25798 h 248897"/>
                <a:gd name="csX317" fmla="*/ 22931 w 240775"/>
                <a:gd name="csY317" fmla="*/ 24842 h 248897"/>
                <a:gd name="csX318" fmla="*/ 24842 w 240775"/>
                <a:gd name="csY318" fmla="*/ 24364 h 248897"/>
                <a:gd name="csX319" fmla="*/ 26275 w 240775"/>
                <a:gd name="csY319" fmla="*/ 23409 h 248897"/>
                <a:gd name="csX320" fmla="*/ 27231 w 240775"/>
                <a:gd name="csY320" fmla="*/ 22453 h 248897"/>
                <a:gd name="csX321" fmla="*/ 29619 w 240775"/>
                <a:gd name="csY321" fmla="*/ 20065 h 248897"/>
                <a:gd name="csX322" fmla="*/ 31052 w 240775"/>
                <a:gd name="csY322" fmla="*/ 18632 h 248897"/>
                <a:gd name="csX323" fmla="*/ 32486 w 240775"/>
                <a:gd name="csY323" fmla="*/ 17676 h 248897"/>
                <a:gd name="csX324" fmla="*/ 35830 w 240775"/>
                <a:gd name="csY324" fmla="*/ 17676 h 248897"/>
                <a:gd name="csX325" fmla="*/ 36785 w 240775"/>
                <a:gd name="csY325" fmla="*/ 18154 h 248897"/>
                <a:gd name="csX326" fmla="*/ 37741 w 240775"/>
                <a:gd name="csY326" fmla="*/ 18154 h 248897"/>
                <a:gd name="csX327" fmla="*/ 38218 w 240775"/>
                <a:gd name="csY327" fmla="*/ 18154 h 248897"/>
                <a:gd name="csX328" fmla="*/ 38218 w 240775"/>
                <a:gd name="csY328" fmla="*/ 18154 h 248897"/>
                <a:gd name="csX329" fmla="*/ 39174 w 240775"/>
                <a:gd name="csY329" fmla="*/ 16721 h 248897"/>
                <a:gd name="csX330" fmla="*/ 41085 w 240775"/>
                <a:gd name="csY330" fmla="*/ 14810 h 248897"/>
                <a:gd name="csX331" fmla="*/ 43951 w 240775"/>
                <a:gd name="csY331" fmla="*/ 12421 h 248897"/>
                <a:gd name="csX332" fmla="*/ 45862 w 240775"/>
                <a:gd name="csY332" fmla="*/ 11943 h 248897"/>
                <a:gd name="csX333" fmla="*/ 46817 w 240775"/>
                <a:gd name="csY333" fmla="*/ 11466 h 248897"/>
                <a:gd name="csX334" fmla="*/ 48251 w 240775"/>
                <a:gd name="csY334" fmla="*/ 10988 h 248897"/>
                <a:gd name="csX335" fmla="*/ 48728 w 240775"/>
                <a:gd name="csY335" fmla="*/ 10988 h 248897"/>
                <a:gd name="csX336" fmla="*/ 50162 w 240775"/>
                <a:gd name="csY336" fmla="*/ 10510 h 248897"/>
                <a:gd name="csX337" fmla="*/ 57805 w 240775"/>
                <a:gd name="csY337" fmla="*/ 5255 h 248897"/>
                <a:gd name="csX338" fmla="*/ 60672 w 240775"/>
                <a:gd name="csY338" fmla="*/ 3822 h 248897"/>
                <a:gd name="csX339" fmla="*/ 62582 w 240775"/>
                <a:gd name="csY339" fmla="*/ 3344 h 248897"/>
                <a:gd name="csX340" fmla="*/ 62582 w 240775"/>
                <a:gd name="csY340" fmla="*/ 3344 h 248897"/>
                <a:gd name="csX341" fmla="*/ 64493 w 240775"/>
                <a:gd name="csY341" fmla="*/ 2867 h 248897"/>
                <a:gd name="csX342" fmla="*/ 66405 w 240775"/>
                <a:gd name="csY342" fmla="*/ 2389 h 248897"/>
                <a:gd name="csX343" fmla="*/ 66882 w 240775"/>
                <a:gd name="csY343" fmla="*/ 2389 h 248897"/>
                <a:gd name="csX344" fmla="*/ 72137 w 240775"/>
                <a:gd name="csY344" fmla="*/ 1911 h 248897"/>
                <a:gd name="csX345" fmla="*/ 73570 w 240775"/>
                <a:gd name="csY345" fmla="*/ 1433 h 248897"/>
                <a:gd name="csX346" fmla="*/ 74526 w 240775"/>
                <a:gd name="csY346" fmla="*/ 1433 h 248897"/>
                <a:gd name="csX347" fmla="*/ 77870 w 240775"/>
                <a:gd name="csY347" fmla="*/ 1433 h 248897"/>
                <a:gd name="csX348" fmla="*/ 79303 w 240775"/>
                <a:gd name="csY348" fmla="*/ 1911 h 248897"/>
                <a:gd name="csX349" fmla="*/ 79303 w 240775"/>
                <a:gd name="csY349" fmla="*/ 1911 h 248897"/>
                <a:gd name="csX350" fmla="*/ 79303 w 240775"/>
                <a:gd name="csY350" fmla="*/ 1911 h 248897"/>
                <a:gd name="csX351" fmla="*/ 80736 w 240775"/>
                <a:gd name="csY351" fmla="*/ 1911 h 248897"/>
                <a:gd name="csX352" fmla="*/ 81214 w 240775"/>
                <a:gd name="csY352" fmla="*/ 1911 h 248897"/>
                <a:gd name="csX353" fmla="*/ 82170 w 240775"/>
                <a:gd name="csY353" fmla="*/ 478 h 248897"/>
                <a:gd name="csX354" fmla="*/ 83125 w 240775"/>
                <a:gd name="csY354" fmla="*/ 0 h 248897"/>
                <a:gd name="csX355" fmla="*/ 84080 w 240775"/>
                <a:gd name="csY355" fmla="*/ 478 h 248897"/>
                <a:gd name="csX356" fmla="*/ 85036 w 240775"/>
                <a:gd name="csY356" fmla="*/ 1433 h 248897"/>
                <a:gd name="csX357" fmla="*/ 85991 w 240775"/>
                <a:gd name="csY357" fmla="*/ 3344 h 248897"/>
                <a:gd name="csX358" fmla="*/ 85514 w 240775"/>
                <a:gd name="csY358" fmla="*/ 4300 h 248897"/>
                <a:gd name="csX359" fmla="*/ 85514 w 240775"/>
                <a:gd name="csY359" fmla="*/ 6210 h 248897"/>
                <a:gd name="csX360" fmla="*/ 85991 w 240775"/>
                <a:gd name="csY360" fmla="*/ 8121 h 248897"/>
                <a:gd name="csX361" fmla="*/ 85514 w 240775"/>
                <a:gd name="csY361" fmla="*/ 10032 h 248897"/>
                <a:gd name="csX362" fmla="*/ 84080 w 240775"/>
                <a:gd name="csY362" fmla="*/ 12899 h 248897"/>
                <a:gd name="csX363" fmla="*/ 83125 w 240775"/>
                <a:gd name="csY363" fmla="*/ 13854 h 248897"/>
                <a:gd name="csX364" fmla="*/ 83125 w 240775"/>
                <a:gd name="csY364" fmla="*/ 14810 h 248897"/>
                <a:gd name="csX365" fmla="*/ 83125 w 240775"/>
                <a:gd name="csY365" fmla="*/ 16243 h 248897"/>
                <a:gd name="csX366" fmla="*/ 84080 w 240775"/>
                <a:gd name="csY366" fmla="*/ 18632 h 248897"/>
                <a:gd name="csX367" fmla="*/ 85514 w 240775"/>
                <a:gd name="csY367" fmla="*/ 21976 h 248897"/>
                <a:gd name="csX368" fmla="*/ 85514 w 240775"/>
                <a:gd name="csY368" fmla="*/ 24364 h 248897"/>
                <a:gd name="csX369" fmla="*/ 84558 w 240775"/>
                <a:gd name="csY369" fmla="*/ 25798 h 248897"/>
                <a:gd name="csX370" fmla="*/ 84080 w 240775"/>
                <a:gd name="csY370" fmla="*/ 27231 h 248897"/>
                <a:gd name="csX371" fmla="*/ 84080 w 240775"/>
                <a:gd name="csY371" fmla="*/ 28186 h 248897"/>
                <a:gd name="csX372" fmla="*/ 84558 w 240775"/>
                <a:gd name="csY372" fmla="*/ 29142 h 248897"/>
                <a:gd name="csX373" fmla="*/ 85036 w 240775"/>
                <a:gd name="csY373" fmla="*/ 29619 h 248897"/>
                <a:gd name="csX374" fmla="*/ 85514 w 240775"/>
                <a:gd name="csY374" fmla="*/ 30575 h 248897"/>
                <a:gd name="csX375" fmla="*/ 85514 w 240775"/>
                <a:gd name="csY375" fmla="*/ 32008 h 248897"/>
                <a:gd name="csX376" fmla="*/ 86469 w 240775"/>
                <a:gd name="csY376" fmla="*/ 33441 h 248897"/>
                <a:gd name="csX377" fmla="*/ 87902 w 240775"/>
                <a:gd name="csY377" fmla="*/ 34397 h 248897"/>
                <a:gd name="csX378" fmla="*/ 88380 w 240775"/>
                <a:gd name="csY378" fmla="*/ 35830 h 248897"/>
                <a:gd name="csX379" fmla="*/ 88380 w 240775"/>
                <a:gd name="csY379" fmla="*/ 36785 h 248897"/>
                <a:gd name="csX380" fmla="*/ 88380 w 240775"/>
                <a:gd name="csY380" fmla="*/ 37741 h 248897"/>
                <a:gd name="csX381" fmla="*/ 88858 w 240775"/>
                <a:gd name="csY381" fmla="*/ 38218 h 248897"/>
                <a:gd name="csX382" fmla="*/ 88858 w 240775"/>
                <a:gd name="csY382" fmla="*/ 37741 h 248897"/>
                <a:gd name="csX383" fmla="*/ 88858 w 240775"/>
                <a:gd name="csY383" fmla="*/ 38218 h 248897"/>
                <a:gd name="csX384" fmla="*/ 89335 w 240775"/>
                <a:gd name="csY384" fmla="*/ 37741 h 248897"/>
                <a:gd name="csX385" fmla="*/ 89335 w 240775"/>
                <a:gd name="csY385" fmla="*/ 37741 h 248897"/>
                <a:gd name="csX386" fmla="*/ 89813 w 240775"/>
                <a:gd name="csY386" fmla="*/ 37263 h 248897"/>
                <a:gd name="csX387" fmla="*/ 90291 w 240775"/>
                <a:gd name="csY387" fmla="*/ 37741 h 248897"/>
                <a:gd name="csX388" fmla="*/ 91246 w 240775"/>
                <a:gd name="csY388" fmla="*/ 39174 h 248897"/>
                <a:gd name="csX389" fmla="*/ 91246 w 240775"/>
                <a:gd name="csY389" fmla="*/ 39651 h 248897"/>
                <a:gd name="csX390" fmla="*/ 91724 w 240775"/>
                <a:gd name="csY390" fmla="*/ 41085 h 248897"/>
                <a:gd name="csX391" fmla="*/ 92202 w 240775"/>
                <a:gd name="csY391" fmla="*/ 42040 h 248897"/>
                <a:gd name="csX392" fmla="*/ 93635 w 240775"/>
                <a:gd name="csY392" fmla="*/ 42518 h 248897"/>
                <a:gd name="csX393" fmla="*/ 93635 w 240775"/>
                <a:gd name="csY393" fmla="*/ 42518 h 248897"/>
                <a:gd name="csX394" fmla="*/ 95546 w 240775"/>
                <a:gd name="csY394" fmla="*/ 42996 h 248897"/>
                <a:gd name="csX395" fmla="*/ 96024 w 240775"/>
                <a:gd name="csY395" fmla="*/ 43474 h 248897"/>
                <a:gd name="csX396" fmla="*/ 97935 w 240775"/>
                <a:gd name="csY396" fmla="*/ 44907 h 248897"/>
                <a:gd name="csX397" fmla="*/ 99846 w 240775"/>
                <a:gd name="csY397" fmla="*/ 45862 h 248897"/>
                <a:gd name="csX398" fmla="*/ 101756 w 240775"/>
                <a:gd name="csY398" fmla="*/ 46817 h 248897"/>
                <a:gd name="csX399" fmla="*/ 102234 w 240775"/>
                <a:gd name="csY399" fmla="*/ 48251 h 248897"/>
                <a:gd name="csX400" fmla="*/ 103667 w 240775"/>
                <a:gd name="csY400" fmla="*/ 50639 h 248897"/>
                <a:gd name="csX401" fmla="*/ 106534 w 240775"/>
                <a:gd name="csY401" fmla="*/ 51117 h 248897"/>
                <a:gd name="csX402" fmla="*/ 107012 w 240775"/>
                <a:gd name="csY402" fmla="*/ 51117 h 248897"/>
                <a:gd name="csX403" fmla="*/ 110833 w 240775"/>
                <a:gd name="csY403" fmla="*/ 51595 h 248897"/>
                <a:gd name="csX404" fmla="*/ 113222 w 240775"/>
                <a:gd name="csY404" fmla="*/ 52073 h 248897"/>
                <a:gd name="csX405" fmla="*/ 113222 w 240775"/>
                <a:gd name="csY405" fmla="*/ 52073 h 248897"/>
                <a:gd name="csX406" fmla="*/ 116088 w 240775"/>
                <a:gd name="csY406" fmla="*/ 51117 h 248897"/>
                <a:gd name="csX407" fmla="*/ 117999 w 240775"/>
                <a:gd name="csY407" fmla="*/ 51117 h 248897"/>
                <a:gd name="csX408" fmla="*/ 119910 w 240775"/>
                <a:gd name="csY408" fmla="*/ 52073 h 248897"/>
                <a:gd name="csX409" fmla="*/ 120865 w 240775"/>
                <a:gd name="csY409" fmla="*/ 52550 h 248897"/>
                <a:gd name="csX410" fmla="*/ 122299 w 240775"/>
                <a:gd name="csY410" fmla="*/ 53506 h 248897"/>
                <a:gd name="csX411" fmla="*/ 124687 w 240775"/>
                <a:gd name="csY411" fmla="*/ 54939 h 248897"/>
                <a:gd name="csX412" fmla="*/ 126598 w 240775"/>
                <a:gd name="csY412" fmla="*/ 55417 h 248897"/>
                <a:gd name="csX413" fmla="*/ 126598 w 240775"/>
                <a:gd name="csY413" fmla="*/ 55417 h 248897"/>
                <a:gd name="csX414" fmla="*/ 126598 w 240775"/>
                <a:gd name="csY414" fmla="*/ 55417 h 248897"/>
                <a:gd name="csX415" fmla="*/ 128031 w 240775"/>
                <a:gd name="csY415" fmla="*/ 54461 h 248897"/>
                <a:gd name="csX416" fmla="*/ 128031 w 240775"/>
                <a:gd name="csY416" fmla="*/ 54461 h 248897"/>
                <a:gd name="csX417" fmla="*/ 129465 w 240775"/>
                <a:gd name="csY417" fmla="*/ 54461 h 248897"/>
                <a:gd name="csX418" fmla="*/ 130420 w 240775"/>
                <a:gd name="csY418" fmla="*/ 54461 h 248897"/>
                <a:gd name="csX419" fmla="*/ 130898 w 240775"/>
                <a:gd name="csY419" fmla="*/ 56372 h 248897"/>
                <a:gd name="csX420" fmla="*/ 131376 w 240775"/>
                <a:gd name="csY420" fmla="*/ 57328 h 248897"/>
                <a:gd name="csX421" fmla="*/ 132331 w 240775"/>
                <a:gd name="csY421" fmla="*/ 57805 h 248897"/>
                <a:gd name="csX422" fmla="*/ 134720 w 240775"/>
                <a:gd name="csY422" fmla="*/ 60194 h 248897"/>
                <a:gd name="csX423" fmla="*/ 136153 w 240775"/>
                <a:gd name="csY423" fmla="*/ 60672 h 248897"/>
                <a:gd name="csX424" fmla="*/ 137586 w 240775"/>
                <a:gd name="csY424" fmla="*/ 60672 h 248897"/>
                <a:gd name="csX425" fmla="*/ 140930 w 240775"/>
                <a:gd name="csY425" fmla="*/ 62105 h 248897"/>
                <a:gd name="csX426" fmla="*/ 144274 w 240775"/>
                <a:gd name="csY426" fmla="*/ 63060 h 248897"/>
                <a:gd name="csX427" fmla="*/ 144752 w 240775"/>
                <a:gd name="csY427" fmla="*/ 63060 h 248897"/>
                <a:gd name="csX428" fmla="*/ 146185 w 240775"/>
                <a:gd name="csY428" fmla="*/ 63538 h 248897"/>
                <a:gd name="csX429" fmla="*/ 148096 w 240775"/>
                <a:gd name="csY429" fmla="*/ 63538 h 248897"/>
                <a:gd name="csX430" fmla="*/ 149052 w 240775"/>
                <a:gd name="csY430" fmla="*/ 64016 h 248897"/>
                <a:gd name="csX431" fmla="*/ 149529 w 240775"/>
                <a:gd name="csY431" fmla="*/ 65449 h 248897"/>
                <a:gd name="csX432" fmla="*/ 152396 w 240775"/>
                <a:gd name="csY432" fmla="*/ 68315 h 248897"/>
                <a:gd name="csX433" fmla="*/ 153829 w 240775"/>
                <a:gd name="csY433" fmla="*/ 69749 h 248897"/>
                <a:gd name="csX434" fmla="*/ 155740 w 240775"/>
                <a:gd name="csY434" fmla="*/ 70704 h 248897"/>
                <a:gd name="csX435" fmla="*/ 160039 w 240775"/>
                <a:gd name="csY435" fmla="*/ 70704 h 248897"/>
                <a:gd name="csX436" fmla="*/ 160995 w 240775"/>
                <a:gd name="csY436" fmla="*/ 70704 h 248897"/>
                <a:gd name="csX437" fmla="*/ 161472 w 240775"/>
                <a:gd name="csY437" fmla="*/ 70704 h 248897"/>
                <a:gd name="csX438" fmla="*/ 163384 w 240775"/>
                <a:gd name="csY438" fmla="*/ 70704 h 248897"/>
                <a:gd name="csX439" fmla="*/ 164339 w 240775"/>
                <a:gd name="csY439" fmla="*/ 70704 h 248897"/>
                <a:gd name="csX440" fmla="*/ 168638 w 240775"/>
                <a:gd name="csY440" fmla="*/ 70226 h 248897"/>
                <a:gd name="csX441" fmla="*/ 169594 w 240775"/>
                <a:gd name="csY441" fmla="*/ 69749 h 248897"/>
                <a:gd name="csX442" fmla="*/ 169594 w 240775"/>
                <a:gd name="csY442" fmla="*/ 69749 h 248897"/>
                <a:gd name="csX443" fmla="*/ 172938 w 240775"/>
                <a:gd name="csY443" fmla="*/ 71182 h 248897"/>
                <a:gd name="csX444" fmla="*/ 176760 w 240775"/>
                <a:gd name="csY444" fmla="*/ 73093 h 248897"/>
                <a:gd name="csX445" fmla="*/ 179149 w 240775"/>
                <a:gd name="csY445" fmla="*/ 74526 h 248897"/>
                <a:gd name="csX446" fmla="*/ 181060 w 240775"/>
                <a:gd name="csY446" fmla="*/ 75481 h 248897"/>
                <a:gd name="csX447" fmla="*/ 182015 w 240775"/>
                <a:gd name="csY447" fmla="*/ 76915 h 248897"/>
                <a:gd name="csX448" fmla="*/ 182493 w 240775"/>
                <a:gd name="csY448" fmla="*/ 78348 h 248897"/>
                <a:gd name="csX449" fmla="*/ 182970 w 240775"/>
                <a:gd name="csY449" fmla="*/ 79781 h 248897"/>
                <a:gd name="csX450" fmla="*/ 182493 w 240775"/>
                <a:gd name="csY450" fmla="*/ 81214 h 248897"/>
                <a:gd name="csX451" fmla="*/ 182015 w 240775"/>
                <a:gd name="csY451" fmla="*/ 81692 h 248897"/>
                <a:gd name="csX452" fmla="*/ 182015 w 240775"/>
                <a:gd name="csY452" fmla="*/ 81692 h 248897"/>
                <a:gd name="csX453" fmla="*/ 181537 w 240775"/>
                <a:gd name="csY453" fmla="*/ 82647 h 248897"/>
                <a:gd name="csX454" fmla="*/ 182015 w 240775"/>
                <a:gd name="csY454" fmla="*/ 84558 h 248897"/>
                <a:gd name="csX455" fmla="*/ 183448 w 240775"/>
                <a:gd name="csY455" fmla="*/ 85514 h 248897"/>
                <a:gd name="csX456" fmla="*/ 183448 w 240775"/>
                <a:gd name="csY456" fmla="*/ 87424 h 248897"/>
                <a:gd name="csX457" fmla="*/ 184403 w 240775"/>
                <a:gd name="csY457" fmla="*/ 90291 h 248897"/>
                <a:gd name="csX458" fmla="*/ 185359 w 240775"/>
                <a:gd name="csY458" fmla="*/ 90769 h 248897"/>
                <a:gd name="csX459" fmla="*/ 185837 w 240775"/>
                <a:gd name="csY459" fmla="*/ 99846 h 248897"/>
                <a:gd name="csX460" fmla="*/ 183448 w 240775"/>
                <a:gd name="csY460" fmla="*/ 99846 h 248897"/>
                <a:gd name="csX461" fmla="*/ 179626 w 240775"/>
                <a:gd name="csY461" fmla="*/ 99846 h 248897"/>
                <a:gd name="csX462" fmla="*/ 179626 w 240775"/>
                <a:gd name="csY462" fmla="*/ 99846 h 248897"/>
                <a:gd name="csX463" fmla="*/ 179626 w 240775"/>
                <a:gd name="csY463" fmla="*/ 99846 h 248897"/>
                <a:gd name="csX464" fmla="*/ 180582 w 240775"/>
                <a:gd name="csY464" fmla="*/ 100801 h 248897"/>
                <a:gd name="csX465" fmla="*/ 183448 w 240775"/>
                <a:gd name="csY465" fmla="*/ 104145 h 248897"/>
                <a:gd name="csX466" fmla="*/ 186314 w 240775"/>
                <a:gd name="csY466" fmla="*/ 107012 h 248897"/>
                <a:gd name="csX467" fmla="*/ 186792 w 240775"/>
                <a:gd name="csY467" fmla="*/ 111789 h 248897"/>
                <a:gd name="csX468" fmla="*/ 186792 w 240775"/>
                <a:gd name="csY468" fmla="*/ 115133 h 248897"/>
                <a:gd name="csX469" fmla="*/ 187270 w 240775"/>
                <a:gd name="csY469" fmla="*/ 119432 h 248897"/>
                <a:gd name="csX470" fmla="*/ 187748 w 240775"/>
                <a:gd name="csY470" fmla="*/ 121821 h 248897"/>
                <a:gd name="csX471" fmla="*/ 194436 w 240775"/>
                <a:gd name="csY471" fmla="*/ 122299 h 248897"/>
                <a:gd name="csX472" fmla="*/ 202079 w 240775"/>
                <a:gd name="csY472" fmla="*/ 122299 h 248897"/>
                <a:gd name="csX473" fmla="*/ 211634 w 240775"/>
                <a:gd name="csY473" fmla="*/ 122777 h 248897"/>
                <a:gd name="csX474" fmla="*/ 220233 w 240775"/>
                <a:gd name="csY474" fmla="*/ 123254 h 248897"/>
                <a:gd name="csX475" fmla="*/ 220711 w 240775"/>
                <a:gd name="csY475" fmla="*/ 123254 h 248897"/>
                <a:gd name="csX476" fmla="*/ 221189 w 240775"/>
                <a:gd name="csY476" fmla="*/ 122777 h 248897"/>
                <a:gd name="csX477" fmla="*/ 222622 w 240775"/>
                <a:gd name="csY477" fmla="*/ 122777 h 248897"/>
                <a:gd name="csX478" fmla="*/ 223100 w 240775"/>
                <a:gd name="csY478" fmla="*/ 122299 h 248897"/>
                <a:gd name="csX479" fmla="*/ 224055 w 240775"/>
                <a:gd name="csY479" fmla="*/ 122299 h 248897"/>
                <a:gd name="csX480" fmla="*/ 224055 w 240775"/>
                <a:gd name="csY480" fmla="*/ 123254 h 248897"/>
                <a:gd name="csX481" fmla="*/ 223577 w 240775"/>
                <a:gd name="csY481" fmla="*/ 124688 h 248897"/>
                <a:gd name="csX482" fmla="*/ 224055 w 240775"/>
                <a:gd name="csY482" fmla="*/ 126121 h 248897"/>
                <a:gd name="csX483" fmla="*/ 221189 w 240775"/>
                <a:gd name="csY483" fmla="*/ 128987 h 248897"/>
                <a:gd name="csX484" fmla="*/ 221189 w 240775"/>
                <a:gd name="csY484" fmla="*/ 129942 h 248897"/>
                <a:gd name="csX485" fmla="*/ 221667 w 240775"/>
                <a:gd name="csY485" fmla="*/ 134242 h 248897"/>
                <a:gd name="csX486" fmla="*/ 222622 w 240775"/>
                <a:gd name="csY486" fmla="*/ 137108 h 248897"/>
                <a:gd name="csX487" fmla="*/ 223100 w 240775"/>
                <a:gd name="csY487" fmla="*/ 139975 h 248897"/>
                <a:gd name="csX488" fmla="*/ 224055 w 240775"/>
                <a:gd name="csY488" fmla="*/ 140930 h 248897"/>
                <a:gd name="csX489" fmla="*/ 226921 w 240775"/>
                <a:gd name="csY489" fmla="*/ 142363 h 248897"/>
                <a:gd name="csX490" fmla="*/ 230743 w 240775"/>
                <a:gd name="csY490" fmla="*/ 145230 h 248897"/>
                <a:gd name="csX491" fmla="*/ 232654 w 240775"/>
                <a:gd name="csY491" fmla="*/ 145707 h 248897"/>
                <a:gd name="csX492" fmla="*/ 232654 w 240775"/>
                <a:gd name="csY492" fmla="*/ 145707 h 248897"/>
                <a:gd name="csX493" fmla="*/ 234087 w 240775"/>
                <a:gd name="csY493" fmla="*/ 145230 h 248897"/>
                <a:gd name="csX494" fmla="*/ 235043 w 240775"/>
                <a:gd name="csY494" fmla="*/ 146663 h 248897"/>
                <a:gd name="csX495" fmla="*/ 235043 w 240775"/>
                <a:gd name="csY495" fmla="*/ 148574 h 248897"/>
                <a:gd name="csX496" fmla="*/ 237432 w 240775"/>
                <a:gd name="csY496" fmla="*/ 153829 h 248897"/>
                <a:gd name="csX497" fmla="*/ 238865 w 240775"/>
                <a:gd name="csY497" fmla="*/ 157173 h 248897"/>
                <a:gd name="csX498" fmla="*/ 239820 w 240775"/>
                <a:gd name="csY498" fmla="*/ 158129 h 248897"/>
                <a:gd name="csX499" fmla="*/ 240776 w 240775"/>
                <a:gd name="csY499" fmla="*/ 158606 h 2488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</a:cxnLst>
              <a:rect l="l" t="t" r="r" b="b"/>
              <a:pathLst>
                <a:path w="240775" h="248897">
                  <a:moveTo>
                    <a:pt x="240776" y="158606"/>
                  </a:moveTo>
                  <a:lnTo>
                    <a:pt x="240776" y="159084"/>
                  </a:lnTo>
                  <a:lnTo>
                    <a:pt x="239820" y="159562"/>
                  </a:lnTo>
                  <a:lnTo>
                    <a:pt x="239820" y="159562"/>
                  </a:lnTo>
                  <a:lnTo>
                    <a:pt x="239342" y="160039"/>
                  </a:lnTo>
                  <a:lnTo>
                    <a:pt x="237909" y="163861"/>
                  </a:lnTo>
                  <a:lnTo>
                    <a:pt x="235998" y="168638"/>
                  </a:lnTo>
                  <a:lnTo>
                    <a:pt x="235043" y="171983"/>
                  </a:lnTo>
                  <a:lnTo>
                    <a:pt x="235998" y="171983"/>
                  </a:lnTo>
                  <a:lnTo>
                    <a:pt x="235998" y="172938"/>
                  </a:lnTo>
                  <a:lnTo>
                    <a:pt x="236476" y="174371"/>
                  </a:lnTo>
                  <a:lnTo>
                    <a:pt x="235043" y="174849"/>
                  </a:lnTo>
                  <a:lnTo>
                    <a:pt x="235043" y="174849"/>
                  </a:lnTo>
                  <a:lnTo>
                    <a:pt x="235043" y="174849"/>
                  </a:lnTo>
                  <a:lnTo>
                    <a:pt x="234565" y="175327"/>
                  </a:lnTo>
                  <a:lnTo>
                    <a:pt x="233132" y="178193"/>
                  </a:lnTo>
                  <a:lnTo>
                    <a:pt x="231221" y="182015"/>
                  </a:lnTo>
                  <a:lnTo>
                    <a:pt x="229310" y="185837"/>
                  </a:lnTo>
                  <a:lnTo>
                    <a:pt x="228355" y="188226"/>
                  </a:lnTo>
                  <a:lnTo>
                    <a:pt x="230266" y="189659"/>
                  </a:lnTo>
                  <a:lnTo>
                    <a:pt x="233610" y="192525"/>
                  </a:lnTo>
                  <a:lnTo>
                    <a:pt x="233132" y="193480"/>
                  </a:lnTo>
                  <a:lnTo>
                    <a:pt x="231699" y="193480"/>
                  </a:lnTo>
                  <a:lnTo>
                    <a:pt x="230266" y="193958"/>
                  </a:lnTo>
                  <a:lnTo>
                    <a:pt x="230266" y="193958"/>
                  </a:lnTo>
                  <a:lnTo>
                    <a:pt x="230266" y="193958"/>
                  </a:lnTo>
                  <a:lnTo>
                    <a:pt x="229310" y="194914"/>
                  </a:lnTo>
                  <a:lnTo>
                    <a:pt x="228833" y="195869"/>
                  </a:lnTo>
                  <a:lnTo>
                    <a:pt x="227877" y="195869"/>
                  </a:lnTo>
                  <a:lnTo>
                    <a:pt x="227877" y="196347"/>
                  </a:lnTo>
                  <a:lnTo>
                    <a:pt x="227399" y="196347"/>
                  </a:lnTo>
                  <a:lnTo>
                    <a:pt x="227877" y="193003"/>
                  </a:lnTo>
                  <a:lnTo>
                    <a:pt x="227399" y="190136"/>
                  </a:lnTo>
                  <a:lnTo>
                    <a:pt x="226921" y="189659"/>
                  </a:lnTo>
                  <a:lnTo>
                    <a:pt x="221189" y="186314"/>
                  </a:lnTo>
                  <a:lnTo>
                    <a:pt x="215934" y="182970"/>
                  </a:lnTo>
                  <a:lnTo>
                    <a:pt x="209245" y="179149"/>
                  </a:lnTo>
                  <a:lnTo>
                    <a:pt x="200169" y="179149"/>
                  </a:lnTo>
                  <a:lnTo>
                    <a:pt x="191092" y="179626"/>
                  </a:lnTo>
                  <a:lnTo>
                    <a:pt x="182015" y="181060"/>
                  </a:lnTo>
                  <a:lnTo>
                    <a:pt x="173416" y="182970"/>
                  </a:lnTo>
                  <a:lnTo>
                    <a:pt x="169116" y="183926"/>
                  </a:lnTo>
                  <a:lnTo>
                    <a:pt x="160995" y="185359"/>
                  </a:lnTo>
                  <a:lnTo>
                    <a:pt x="156218" y="186314"/>
                  </a:lnTo>
                  <a:lnTo>
                    <a:pt x="154784" y="189181"/>
                  </a:lnTo>
                  <a:lnTo>
                    <a:pt x="152873" y="193958"/>
                  </a:lnTo>
                  <a:lnTo>
                    <a:pt x="150962" y="196825"/>
                  </a:lnTo>
                  <a:lnTo>
                    <a:pt x="149052" y="199691"/>
                  </a:lnTo>
                  <a:lnTo>
                    <a:pt x="146185" y="203991"/>
                  </a:lnTo>
                  <a:lnTo>
                    <a:pt x="146185" y="208768"/>
                  </a:lnTo>
                  <a:lnTo>
                    <a:pt x="146185" y="213545"/>
                  </a:lnTo>
                  <a:lnTo>
                    <a:pt x="143796" y="220233"/>
                  </a:lnTo>
                  <a:lnTo>
                    <a:pt x="141886" y="225966"/>
                  </a:lnTo>
                  <a:lnTo>
                    <a:pt x="140453" y="231221"/>
                  </a:lnTo>
                  <a:lnTo>
                    <a:pt x="139019" y="235043"/>
                  </a:lnTo>
                  <a:lnTo>
                    <a:pt x="138542" y="235998"/>
                  </a:lnTo>
                  <a:lnTo>
                    <a:pt x="138064" y="235998"/>
                  </a:lnTo>
                  <a:lnTo>
                    <a:pt x="138064" y="235998"/>
                  </a:lnTo>
                  <a:lnTo>
                    <a:pt x="136631" y="234565"/>
                  </a:lnTo>
                  <a:lnTo>
                    <a:pt x="135197" y="232654"/>
                  </a:lnTo>
                  <a:lnTo>
                    <a:pt x="134720" y="231699"/>
                  </a:lnTo>
                  <a:lnTo>
                    <a:pt x="134720" y="231699"/>
                  </a:lnTo>
                  <a:lnTo>
                    <a:pt x="134720" y="231699"/>
                  </a:lnTo>
                  <a:lnTo>
                    <a:pt x="126121" y="231699"/>
                  </a:lnTo>
                  <a:lnTo>
                    <a:pt x="126121" y="231699"/>
                  </a:lnTo>
                  <a:lnTo>
                    <a:pt x="117999" y="231699"/>
                  </a:lnTo>
                  <a:lnTo>
                    <a:pt x="117521" y="232177"/>
                  </a:lnTo>
                  <a:lnTo>
                    <a:pt x="116088" y="232177"/>
                  </a:lnTo>
                  <a:lnTo>
                    <a:pt x="116088" y="232177"/>
                  </a:lnTo>
                  <a:lnTo>
                    <a:pt x="115133" y="231699"/>
                  </a:lnTo>
                  <a:lnTo>
                    <a:pt x="114655" y="231699"/>
                  </a:lnTo>
                  <a:lnTo>
                    <a:pt x="113222" y="232177"/>
                  </a:lnTo>
                  <a:lnTo>
                    <a:pt x="112266" y="233132"/>
                  </a:lnTo>
                  <a:lnTo>
                    <a:pt x="112266" y="233132"/>
                  </a:lnTo>
                  <a:lnTo>
                    <a:pt x="108922" y="238865"/>
                  </a:lnTo>
                  <a:lnTo>
                    <a:pt x="107489" y="241253"/>
                  </a:lnTo>
                  <a:lnTo>
                    <a:pt x="106534" y="243642"/>
                  </a:lnTo>
                  <a:lnTo>
                    <a:pt x="106534" y="243642"/>
                  </a:lnTo>
                  <a:lnTo>
                    <a:pt x="105578" y="246986"/>
                  </a:lnTo>
                  <a:lnTo>
                    <a:pt x="105100" y="247942"/>
                  </a:lnTo>
                  <a:lnTo>
                    <a:pt x="104623" y="246509"/>
                  </a:lnTo>
                  <a:lnTo>
                    <a:pt x="102712" y="243164"/>
                  </a:lnTo>
                  <a:lnTo>
                    <a:pt x="102234" y="241253"/>
                  </a:lnTo>
                  <a:lnTo>
                    <a:pt x="102234" y="241253"/>
                  </a:lnTo>
                  <a:lnTo>
                    <a:pt x="101279" y="238865"/>
                  </a:lnTo>
                  <a:lnTo>
                    <a:pt x="99846" y="235998"/>
                  </a:lnTo>
                  <a:lnTo>
                    <a:pt x="97935" y="235521"/>
                  </a:lnTo>
                  <a:lnTo>
                    <a:pt x="97935" y="235043"/>
                  </a:lnTo>
                  <a:lnTo>
                    <a:pt x="96501" y="235043"/>
                  </a:lnTo>
                  <a:lnTo>
                    <a:pt x="95546" y="234565"/>
                  </a:lnTo>
                  <a:lnTo>
                    <a:pt x="95068" y="234565"/>
                  </a:lnTo>
                  <a:lnTo>
                    <a:pt x="92202" y="233610"/>
                  </a:lnTo>
                  <a:lnTo>
                    <a:pt x="90769" y="233610"/>
                  </a:lnTo>
                  <a:lnTo>
                    <a:pt x="82170" y="233610"/>
                  </a:lnTo>
                  <a:lnTo>
                    <a:pt x="82170" y="233610"/>
                  </a:lnTo>
                  <a:lnTo>
                    <a:pt x="82170" y="233610"/>
                  </a:lnTo>
                  <a:lnTo>
                    <a:pt x="81692" y="233610"/>
                  </a:lnTo>
                  <a:lnTo>
                    <a:pt x="78348" y="233610"/>
                  </a:lnTo>
                  <a:lnTo>
                    <a:pt x="78348" y="233610"/>
                  </a:lnTo>
                  <a:lnTo>
                    <a:pt x="76437" y="233610"/>
                  </a:lnTo>
                  <a:lnTo>
                    <a:pt x="75004" y="232177"/>
                  </a:lnTo>
                  <a:lnTo>
                    <a:pt x="70704" y="229310"/>
                  </a:lnTo>
                  <a:lnTo>
                    <a:pt x="70226" y="228355"/>
                  </a:lnTo>
                  <a:lnTo>
                    <a:pt x="70226" y="228355"/>
                  </a:lnTo>
                  <a:lnTo>
                    <a:pt x="68793" y="227877"/>
                  </a:lnTo>
                  <a:lnTo>
                    <a:pt x="67838" y="227877"/>
                  </a:lnTo>
                  <a:lnTo>
                    <a:pt x="67360" y="228355"/>
                  </a:lnTo>
                  <a:lnTo>
                    <a:pt x="67360" y="228355"/>
                  </a:lnTo>
                  <a:lnTo>
                    <a:pt x="66405" y="230743"/>
                  </a:lnTo>
                  <a:lnTo>
                    <a:pt x="65927" y="232654"/>
                  </a:lnTo>
                  <a:lnTo>
                    <a:pt x="65927" y="232654"/>
                  </a:lnTo>
                  <a:lnTo>
                    <a:pt x="64971" y="234087"/>
                  </a:lnTo>
                  <a:lnTo>
                    <a:pt x="62105" y="234565"/>
                  </a:lnTo>
                  <a:lnTo>
                    <a:pt x="59239" y="235521"/>
                  </a:lnTo>
                  <a:lnTo>
                    <a:pt x="57805" y="235998"/>
                  </a:lnTo>
                  <a:lnTo>
                    <a:pt x="57805" y="235998"/>
                  </a:lnTo>
                  <a:lnTo>
                    <a:pt x="57328" y="236954"/>
                  </a:lnTo>
                  <a:lnTo>
                    <a:pt x="57328" y="236954"/>
                  </a:lnTo>
                  <a:lnTo>
                    <a:pt x="56850" y="238387"/>
                  </a:lnTo>
                  <a:lnTo>
                    <a:pt x="56372" y="239820"/>
                  </a:lnTo>
                  <a:lnTo>
                    <a:pt x="52550" y="241731"/>
                  </a:lnTo>
                  <a:lnTo>
                    <a:pt x="52550" y="241731"/>
                  </a:lnTo>
                  <a:lnTo>
                    <a:pt x="51595" y="242687"/>
                  </a:lnTo>
                  <a:lnTo>
                    <a:pt x="51595" y="242687"/>
                  </a:lnTo>
                  <a:lnTo>
                    <a:pt x="51117" y="244598"/>
                  </a:lnTo>
                  <a:lnTo>
                    <a:pt x="49206" y="246986"/>
                  </a:lnTo>
                  <a:lnTo>
                    <a:pt x="48251" y="247942"/>
                  </a:lnTo>
                  <a:lnTo>
                    <a:pt x="44907" y="248419"/>
                  </a:lnTo>
                  <a:lnTo>
                    <a:pt x="40607" y="248897"/>
                  </a:lnTo>
                  <a:lnTo>
                    <a:pt x="40607" y="248897"/>
                  </a:lnTo>
                  <a:lnTo>
                    <a:pt x="38218" y="248897"/>
                  </a:lnTo>
                  <a:lnTo>
                    <a:pt x="36307" y="248897"/>
                  </a:lnTo>
                  <a:lnTo>
                    <a:pt x="35830" y="248419"/>
                  </a:lnTo>
                  <a:lnTo>
                    <a:pt x="34874" y="247942"/>
                  </a:lnTo>
                  <a:lnTo>
                    <a:pt x="34874" y="247464"/>
                  </a:lnTo>
                  <a:lnTo>
                    <a:pt x="34874" y="246986"/>
                  </a:lnTo>
                  <a:lnTo>
                    <a:pt x="34874" y="246031"/>
                  </a:lnTo>
                  <a:lnTo>
                    <a:pt x="34874" y="244120"/>
                  </a:lnTo>
                  <a:lnTo>
                    <a:pt x="34874" y="241253"/>
                  </a:lnTo>
                  <a:lnTo>
                    <a:pt x="34874" y="241253"/>
                  </a:lnTo>
                  <a:lnTo>
                    <a:pt x="33441" y="237909"/>
                  </a:lnTo>
                  <a:lnTo>
                    <a:pt x="33441" y="236954"/>
                  </a:lnTo>
                  <a:lnTo>
                    <a:pt x="33441" y="235521"/>
                  </a:lnTo>
                  <a:lnTo>
                    <a:pt x="32486" y="232654"/>
                  </a:lnTo>
                  <a:lnTo>
                    <a:pt x="32486" y="232654"/>
                  </a:lnTo>
                  <a:lnTo>
                    <a:pt x="31052" y="231221"/>
                  </a:lnTo>
                  <a:lnTo>
                    <a:pt x="30575" y="228833"/>
                  </a:lnTo>
                  <a:lnTo>
                    <a:pt x="30097" y="226921"/>
                  </a:lnTo>
                  <a:lnTo>
                    <a:pt x="30097" y="226921"/>
                  </a:lnTo>
                  <a:lnTo>
                    <a:pt x="28664" y="224055"/>
                  </a:lnTo>
                  <a:lnTo>
                    <a:pt x="28664" y="224055"/>
                  </a:lnTo>
                  <a:lnTo>
                    <a:pt x="28664" y="220711"/>
                  </a:lnTo>
                  <a:lnTo>
                    <a:pt x="28664" y="217845"/>
                  </a:lnTo>
                  <a:lnTo>
                    <a:pt x="28664" y="217845"/>
                  </a:lnTo>
                  <a:lnTo>
                    <a:pt x="26275" y="214978"/>
                  </a:lnTo>
                  <a:lnTo>
                    <a:pt x="23886" y="211156"/>
                  </a:lnTo>
                  <a:lnTo>
                    <a:pt x="23886" y="211156"/>
                  </a:lnTo>
                  <a:lnTo>
                    <a:pt x="22453" y="210679"/>
                  </a:lnTo>
                  <a:lnTo>
                    <a:pt x="21975" y="210679"/>
                  </a:lnTo>
                  <a:lnTo>
                    <a:pt x="21498" y="210201"/>
                  </a:lnTo>
                  <a:lnTo>
                    <a:pt x="21020" y="209723"/>
                  </a:lnTo>
                  <a:lnTo>
                    <a:pt x="21020" y="209245"/>
                  </a:lnTo>
                  <a:lnTo>
                    <a:pt x="21020" y="207812"/>
                  </a:lnTo>
                  <a:lnTo>
                    <a:pt x="21498" y="206857"/>
                  </a:lnTo>
                  <a:lnTo>
                    <a:pt x="22931" y="205424"/>
                  </a:lnTo>
                  <a:lnTo>
                    <a:pt x="22931" y="204946"/>
                  </a:lnTo>
                  <a:lnTo>
                    <a:pt x="22931" y="204946"/>
                  </a:lnTo>
                  <a:lnTo>
                    <a:pt x="22453" y="204468"/>
                  </a:lnTo>
                  <a:lnTo>
                    <a:pt x="18632" y="202557"/>
                  </a:lnTo>
                  <a:lnTo>
                    <a:pt x="17676" y="201602"/>
                  </a:lnTo>
                  <a:lnTo>
                    <a:pt x="17198" y="201124"/>
                  </a:lnTo>
                  <a:lnTo>
                    <a:pt x="17198" y="200169"/>
                  </a:lnTo>
                  <a:lnTo>
                    <a:pt x="18154" y="199213"/>
                  </a:lnTo>
                  <a:lnTo>
                    <a:pt x="18154" y="199213"/>
                  </a:lnTo>
                  <a:lnTo>
                    <a:pt x="18632" y="198736"/>
                  </a:lnTo>
                  <a:lnTo>
                    <a:pt x="17676" y="197302"/>
                  </a:lnTo>
                  <a:lnTo>
                    <a:pt x="18154" y="195869"/>
                  </a:lnTo>
                  <a:lnTo>
                    <a:pt x="18154" y="195869"/>
                  </a:lnTo>
                  <a:lnTo>
                    <a:pt x="17198" y="195391"/>
                  </a:lnTo>
                  <a:lnTo>
                    <a:pt x="17676" y="194436"/>
                  </a:lnTo>
                  <a:lnTo>
                    <a:pt x="18154" y="194436"/>
                  </a:lnTo>
                  <a:lnTo>
                    <a:pt x="20542" y="193958"/>
                  </a:lnTo>
                  <a:lnTo>
                    <a:pt x="20542" y="193958"/>
                  </a:lnTo>
                  <a:lnTo>
                    <a:pt x="21498" y="192525"/>
                  </a:lnTo>
                  <a:lnTo>
                    <a:pt x="21498" y="191092"/>
                  </a:lnTo>
                  <a:lnTo>
                    <a:pt x="21498" y="191092"/>
                  </a:lnTo>
                  <a:lnTo>
                    <a:pt x="21020" y="190136"/>
                  </a:lnTo>
                  <a:lnTo>
                    <a:pt x="18632" y="187748"/>
                  </a:lnTo>
                  <a:lnTo>
                    <a:pt x="18632" y="187748"/>
                  </a:lnTo>
                  <a:lnTo>
                    <a:pt x="21020" y="184404"/>
                  </a:lnTo>
                  <a:lnTo>
                    <a:pt x="22931" y="182493"/>
                  </a:lnTo>
                  <a:lnTo>
                    <a:pt x="23409" y="182015"/>
                  </a:lnTo>
                  <a:lnTo>
                    <a:pt x="23409" y="182015"/>
                  </a:lnTo>
                  <a:lnTo>
                    <a:pt x="22931" y="181537"/>
                  </a:lnTo>
                  <a:lnTo>
                    <a:pt x="22453" y="181060"/>
                  </a:lnTo>
                  <a:lnTo>
                    <a:pt x="21498" y="180104"/>
                  </a:lnTo>
                  <a:lnTo>
                    <a:pt x="20065" y="179149"/>
                  </a:lnTo>
                  <a:lnTo>
                    <a:pt x="19109" y="178193"/>
                  </a:lnTo>
                  <a:lnTo>
                    <a:pt x="17198" y="176760"/>
                  </a:lnTo>
                  <a:lnTo>
                    <a:pt x="15287" y="175327"/>
                  </a:lnTo>
                  <a:lnTo>
                    <a:pt x="13854" y="174371"/>
                  </a:lnTo>
                  <a:lnTo>
                    <a:pt x="13854" y="174371"/>
                  </a:lnTo>
                  <a:lnTo>
                    <a:pt x="13376" y="172938"/>
                  </a:lnTo>
                  <a:lnTo>
                    <a:pt x="13376" y="171983"/>
                  </a:lnTo>
                  <a:lnTo>
                    <a:pt x="12899" y="170072"/>
                  </a:lnTo>
                  <a:lnTo>
                    <a:pt x="11943" y="167205"/>
                  </a:lnTo>
                  <a:lnTo>
                    <a:pt x="11943" y="165295"/>
                  </a:lnTo>
                  <a:lnTo>
                    <a:pt x="11466" y="162906"/>
                  </a:lnTo>
                  <a:lnTo>
                    <a:pt x="11466" y="162428"/>
                  </a:lnTo>
                  <a:lnTo>
                    <a:pt x="10988" y="161473"/>
                  </a:lnTo>
                  <a:lnTo>
                    <a:pt x="10988" y="160039"/>
                  </a:lnTo>
                  <a:lnTo>
                    <a:pt x="10988" y="160039"/>
                  </a:lnTo>
                  <a:lnTo>
                    <a:pt x="10032" y="158606"/>
                  </a:lnTo>
                  <a:lnTo>
                    <a:pt x="9555" y="157651"/>
                  </a:lnTo>
                  <a:lnTo>
                    <a:pt x="10510" y="156695"/>
                  </a:lnTo>
                  <a:lnTo>
                    <a:pt x="10988" y="156218"/>
                  </a:lnTo>
                  <a:lnTo>
                    <a:pt x="10988" y="155740"/>
                  </a:lnTo>
                  <a:lnTo>
                    <a:pt x="10988" y="155740"/>
                  </a:lnTo>
                  <a:lnTo>
                    <a:pt x="10988" y="155740"/>
                  </a:lnTo>
                  <a:lnTo>
                    <a:pt x="10510" y="155740"/>
                  </a:lnTo>
                  <a:lnTo>
                    <a:pt x="10510" y="155740"/>
                  </a:lnTo>
                  <a:lnTo>
                    <a:pt x="7166" y="153829"/>
                  </a:lnTo>
                  <a:lnTo>
                    <a:pt x="6210" y="153829"/>
                  </a:lnTo>
                  <a:lnTo>
                    <a:pt x="5733" y="150485"/>
                  </a:lnTo>
                  <a:lnTo>
                    <a:pt x="5255" y="150485"/>
                  </a:lnTo>
                  <a:lnTo>
                    <a:pt x="2866" y="147619"/>
                  </a:lnTo>
                  <a:lnTo>
                    <a:pt x="2389" y="145230"/>
                  </a:lnTo>
                  <a:lnTo>
                    <a:pt x="2389" y="144274"/>
                  </a:lnTo>
                  <a:lnTo>
                    <a:pt x="2389" y="143319"/>
                  </a:lnTo>
                  <a:lnTo>
                    <a:pt x="1433" y="141886"/>
                  </a:lnTo>
                  <a:lnTo>
                    <a:pt x="0" y="141408"/>
                  </a:lnTo>
                  <a:lnTo>
                    <a:pt x="0" y="140453"/>
                  </a:lnTo>
                  <a:lnTo>
                    <a:pt x="0" y="139497"/>
                  </a:lnTo>
                  <a:lnTo>
                    <a:pt x="2866" y="137586"/>
                  </a:lnTo>
                  <a:lnTo>
                    <a:pt x="3822" y="137586"/>
                  </a:lnTo>
                  <a:lnTo>
                    <a:pt x="4300" y="136631"/>
                  </a:lnTo>
                  <a:lnTo>
                    <a:pt x="5255" y="135675"/>
                  </a:lnTo>
                  <a:lnTo>
                    <a:pt x="5255" y="135675"/>
                  </a:lnTo>
                  <a:lnTo>
                    <a:pt x="7166" y="133287"/>
                  </a:lnTo>
                  <a:lnTo>
                    <a:pt x="8599" y="131376"/>
                  </a:lnTo>
                  <a:lnTo>
                    <a:pt x="10032" y="130420"/>
                  </a:lnTo>
                  <a:lnTo>
                    <a:pt x="11466" y="129465"/>
                  </a:lnTo>
                  <a:lnTo>
                    <a:pt x="12421" y="128987"/>
                  </a:lnTo>
                  <a:lnTo>
                    <a:pt x="11943" y="127076"/>
                  </a:lnTo>
                  <a:lnTo>
                    <a:pt x="11943" y="125643"/>
                  </a:lnTo>
                  <a:lnTo>
                    <a:pt x="12421" y="125165"/>
                  </a:lnTo>
                  <a:lnTo>
                    <a:pt x="13854" y="124210"/>
                  </a:lnTo>
                  <a:lnTo>
                    <a:pt x="15287" y="123732"/>
                  </a:lnTo>
                  <a:lnTo>
                    <a:pt x="15765" y="123254"/>
                  </a:lnTo>
                  <a:lnTo>
                    <a:pt x="15765" y="122777"/>
                  </a:lnTo>
                  <a:lnTo>
                    <a:pt x="14332" y="121821"/>
                  </a:lnTo>
                  <a:lnTo>
                    <a:pt x="11943" y="120865"/>
                  </a:lnTo>
                  <a:lnTo>
                    <a:pt x="10032" y="120865"/>
                  </a:lnTo>
                  <a:lnTo>
                    <a:pt x="9077" y="120388"/>
                  </a:lnTo>
                  <a:lnTo>
                    <a:pt x="8121" y="119910"/>
                  </a:lnTo>
                  <a:lnTo>
                    <a:pt x="4777" y="111789"/>
                  </a:lnTo>
                  <a:lnTo>
                    <a:pt x="4300" y="110356"/>
                  </a:lnTo>
                  <a:lnTo>
                    <a:pt x="4300" y="109400"/>
                  </a:lnTo>
                  <a:lnTo>
                    <a:pt x="6688" y="105578"/>
                  </a:lnTo>
                  <a:lnTo>
                    <a:pt x="7644" y="104145"/>
                  </a:lnTo>
                  <a:lnTo>
                    <a:pt x="9077" y="102712"/>
                  </a:lnTo>
                  <a:lnTo>
                    <a:pt x="9077" y="101756"/>
                  </a:lnTo>
                  <a:lnTo>
                    <a:pt x="6210" y="98890"/>
                  </a:lnTo>
                  <a:lnTo>
                    <a:pt x="5255" y="97457"/>
                  </a:lnTo>
                  <a:lnTo>
                    <a:pt x="5255" y="96024"/>
                  </a:lnTo>
                  <a:lnTo>
                    <a:pt x="5255" y="94113"/>
                  </a:lnTo>
                  <a:lnTo>
                    <a:pt x="7166" y="93157"/>
                  </a:lnTo>
                  <a:lnTo>
                    <a:pt x="7644" y="92202"/>
                  </a:lnTo>
                  <a:lnTo>
                    <a:pt x="8121" y="90769"/>
                  </a:lnTo>
                  <a:lnTo>
                    <a:pt x="8599" y="90291"/>
                  </a:lnTo>
                  <a:lnTo>
                    <a:pt x="9555" y="89335"/>
                  </a:lnTo>
                  <a:lnTo>
                    <a:pt x="10032" y="88380"/>
                  </a:lnTo>
                  <a:lnTo>
                    <a:pt x="11466" y="87424"/>
                  </a:lnTo>
                  <a:lnTo>
                    <a:pt x="12421" y="86469"/>
                  </a:lnTo>
                  <a:lnTo>
                    <a:pt x="12421" y="84558"/>
                  </a:lnTo>
                  <a:lnTo>
                    <a:pt x="13376" y="83603"/>
                  </a:lnTo>
                  <a:lnTo>
                    <a:pt x="14809" y="83125"/>
                  </a:lnTo>
                  <a:lnTo>
                    <a:pt x="15287" y="82647"/>
                  </a:lnTo>
                  <a:lnTo>
                    <a:pt x="14809" y="81214"/>
                  </a:lnTo>
                  <a:lnTo>
                    <a:pt x="13854" y="79781"/>
                  </a:lnTo>
                  <a:lnTo>
                    <a:pt x="12899" y="78825"/>
                  </a:lnTo>
                  <a:lnTo>
                    <a:pt x="11943" y="75481"/>
                  </a:lnTo>
                  <a:lnTo>
                    <a:pt x="10988" y="73570"/>
                  </a:lnTo>
                  <a:lnTo>
                    <a:pt x="11466" y="72615"/>
                  </a:lnTo>
                  <a:lnTo>
                    <a:pt x="12421" y="71659"/>
                  </a:lnTo>
                  <a:lnTo>
                    <a:pt x="12899" y="70226"/>
                  </a:lnTo>
                  <a:lnTo>
                    <a:pt x="13376" y="67838"/>
                  </a:lnTo>
                  <a:lnTo>
                    <a:pt x="12899" y="60194"/>
                  </a:lnTo>
                  <a:lnTo>
                    <a:pt x="12899" y="58761"/>
                  </a:lnTo>
                  <a:lnTo>
                    <a:pt x="13854" y="57328"/>
                  </a:lnTo>
                  <a:lnTo>
                    <a:pt x="15287" y="56372"/>
                  </a:lnTo>
                  <a:lnTo>
                    <a:pt x="16243" y="55894"/>
                  </a:lnTo>
                  <a:lnTo>
                    <a:pt x="17198" y="54939"/>
                  </a:lnTo>
                  <a:lnTo>
                    <a:pt x="17198" y="53506"/>
                  </a:lnTo>
                  <a:lnTo>
                    <a:pt x="18154" y="52550"/>
                  </a:lnTo>
                  <a:lnTo>
                    <a:pt x="18632" y="51595"/>
                  </a:lnTo>
                  <a:lnTo>
                    <a:pt x="16243" y="47295"/>
                  </a:lnTo>
                  <a:lnTo>
                    <a:pt x="13854" y="43474"/>
                  </a:lnTo>
                  <a:lnTo>
                    <a:pt x="11943" y="40129"/>
                  </a:lnTo>
                  <a:lnTo>
                    <a:pt x="9077" y="35830"/>
                  </a:lnTo>
                  <a:lnTo>
                    <a:pt x="7644" y="33441"/>
                  </a:lnTo>
                  <a:lnTo>
                    <a:pt x="5255" y="30097"/>
                  </a:lnTo>
                  <a:lnTo>
                    <a:pt x="3822" y="27231"/>
                  </a:lnTo>
                  <a:lnTo>
                    <a:pt x="956" y="22931"/>
                  </a:lnTo>
                  <a:lnTo>
                    <a:pt x="3344" y="22931"/>
                  </a:lnTo>
                  <a:lnTo>
                    <a:pt x="3822" y="22931"/>
                  </a:lnTo>
                  <a:lnTo>
                    <a:pt x="8121" y="22931"/>
                  </a:lnTo>
                  <a:lnTo>
                    <a:pt x="12421" y="23886"/>
                  </a:lnTo>
                  <a:lnTo>
                    <a:pt x="15765" y="23886"/>
                  </a:lnTo>
                  <a:lnTo>
                    <a:pt x="16721" y="24842"/>
                  </a:lnTo>
                  <a:lnTo>
                    <a:pt x="17198" y="25798"/>
                  </a:lnTo>
                  <a:lnTo>
                    <a:pt x="18154" y="26275"/>
                  </a:lnTo>
                  <a:lnTo>
                    <a:pt x="18154" y="26275"/>
                  </a:lnTo>
                  <a:lnTo>
                    <a:pt x="18154" y="26275"/>
                  </a:lnTo>
                  <a:lnTo>
                    <a:pt x="19109" y="25798"/>
                  </a:lnTo>
                  <a:lnTo>
                    <a:pt x="20065" y="25798"/>
                  </a:lnTo>
                  <a:lnTo>
                    <a:pt x="20065" y="25798"/>
                  </a:lnTo>
                  <a:lnTo>
                    <a:pt x="22931" y="24842"/>
                  </a:lnTo>
                  <a:lnTo>
                    <a:pt x="24842" y="24364"/>
                  </a:lnTo>
                  <a:lnTo>
                    <a:pt x="26275" y="23409"/>
                  </a:lnTo>
                  <a:lnTo>
                    <a:pt x="27231" y="22453"/>
                  </a:lnTo>
                  <a:lnTo>
                    <a:pt x="29619" y="20065"/>
                  </a:lnTo>
                  <a:lnTo>
                    <a:pt x="31052" y="18632"/>
                  </a:lnTo>
                  <a:lnTo>
                    <a:pt x="32486" y="17676"/>
                  </a:lnTo>
                  <a:lnTo>
                    <a:pt x="35830" y="17676"/>
                  </a:lnTo>
                  <a:lnTo>
                    <a:pt x="36785" y="18154"/>
                  </a:lnTo>
                  <a:lnTo>
                    <a:pt x="37741" y="18154"/>
                  </a:lnTo>
                  <a:lnTo>
                    <a:pt x="38218" y="18154"/>
                  </a:lnTo>
                  <a:lnTo>
                    <a:pt x="38218" y="18154"/>
                  </a:lnTo>
                  <a:lnTo>
                    <a:pt x="39174" y="16721"/>
                  </a:lnTo>
                  <a:lnTo>
                    <a:pt x="41085" y="14810"/>
                  </a:lnTo>
                  <a:lnTo>
                    <a:pt x="43951" y="12421"/>
                  </a:lnTo>
                  <a:lnTo>
                    <a:pt x="45862" y="11943"/>
                  </a:lnTo>
                  <a:lnTo>
                    <a:pt x="46817" y="11466"/>
                  </a:lnTo>
                  <a:lnTo>
                    <a:pt x="48251" y="10988"/>
                  </a:lnTo>
                  <a:lnTo>
                    <a:pt x="48728" y="10988"/>
                  </a:lnTo>
                  <a:lnTo>
                    <a:pt x="50162" y="10510"/>
                  </a:lnTo>
                  <a:lnTo>
                    <a:pt x="57805" y="5255"/>
                  </a:lnTo>
                  <a:lnTo>
                    <a:pt x="60672" y="3822"/>
                  </a:lnTo>
                  <a:lnTo>
                    <a:pt x="62582" y="3344"/>
                  </a:lnTo>
                  <a:lnTo>
                    <a:pt x="62582" y="3344"/>
                  </a:lnTo>
                  <a:lnTo>
                    <a:pt x="64493" y="2867"/>
                  </a:lnTo>
                  <a:lnTo>
                    <a:pt x="66405" y="2389"/>
                  </a:lnTo>
                  <a:lnTo>
                    <a:pt x="66882" y="2389"/>
                  </a:lnTo>
                  <a:lnTo>
                    <a:pt x="72137" y="1911"/>
                  </a:lnTo>
                  <a:lnTo>
                    <a:pt x="73570" y="1433"/>
                  </a:lnTo>
                  <a:lnTo>
                    <a:pt x="74526" y="1433"/>
                  </a:lnTo>
                  <a:lnTo>
                    <a:pt x="77870" y="1433"/>
                  </a:lnTo>
                  <a:lnTo>
                    <a:pt x="79303" y="1911"/>
                  </a:lnTo>
                  <a:lnTo>
                    <a:pt x="79303" y="1911"/>
                  </a:lnTo>
                  <a:lnTo>
                    <a:pt x="79303" y="1911"/>
                  </a:lnTo>
                  <a:lnTo>
                    <a:pt x="80736" y="1911"/>
                  </a:lnTo>
                  <a:lnTo>
                    <a:pt x="81214" y="1911"/>
                  </a:lnTo>
                  <a:lnTo>
                    <a:pt x="82170" y="478"/>
                  </a:lnTo>
                  <a:lnTo>
                    <a:pt x="83125" y="0"/>
                  </a:lnTo>
                  <a:lnTo>
                    <a:pt x="84080" y="478"/>
                  </a:lnTo>
                  <a:lnTo>
                    <a:pt x="85036" y="1433"/>
                  </a:lnTo>
                  <a:lnTo>
                    <a:pt x="85991" y="3344"/>
                  </a:lnTo>
                  <a:lnTo>
                    <a:pt x="85514" y="4300"/>
                  </a:lnTo>
                  <a:lnTo>
                    <a:pt x="85514" y="6210"/>
                  </a:lnTo>
                  <a:lnTo>
                    <a:pt x="85991" y="8121"/>
                  </a:lnTo>
                  <a:lnTo>
                    <a:pt x="85514" y="10032"/>
                  </a:lnTo>
                  <a:lnTo>
                    <a:pt x="84080" y="12899"/>
                  </a:lnTo>
                  <a:lnTo>
                    <a:pt x="83125" y="13854"/>
                  </a:lnTo>
                  <a:lnTo>
                    <a:pt x="83125" y="14810"/>
                  </a:lnTo>
                  <a:lnTo>
                    <a:pt x="83125" y="16243"/>
                  </a:lnTo>
                  <a:lnTo>
                    <a:pt x="84080" y="18632"/>
                  </a:lnTo>
                  <a:lnTo>
                    <a:pt x="85514" y="21976"/>
                  </a:lnTo>
                  <a:lnTo>
                    <a:pt x="85514" y="24364"/>
                  </a:lnTo>
                  <a:lnTo>
                    <a:pt x="84558" y="25798"/>
                  </a:lnTo>
                  <a:lnTo>
                    <a:pt x="84080" y="27231"/>
                  </a:lnTo>
                  <a:lnTo>
                    <a:pt x="84080" y="28186"/>
                  </a:lnTo>
                  <a:lnTo>
                    <a:pt x="84558" y="29142"/>
                  </a:lnTo>
                  <a:lnTo>
                    <a:pt x="85036" y="29619"/>
                  </a:lnTo>
                  <a:lnTo>
                    <a:pt x="85514" y="30575"/>
                  </a:lnTo>
                  <a:lnTo>
                    <a:pt x="85514" y="32008"/>
                  </a:lnTo>
                  <a:lnTo>
                    <a:pt x="86469" y="33441"/>
                  </a:lnTo>
                  <a:lnTo>
                    <a:pt x="87902" y="34397"/>
                  </a:lnTo>
                  <a:lnTo>
                    <a:pt x="88380" y="35830"/>
                  </a:lnTo>
                  <a:lnTo>
                    <a:pt x="88380" y="36785"/>
                  </a:lnTo>
                  <a:lnTo>
                    <a:pt x="88380" y="37741"/>
                  </a:lnTo>
                  <a:lnTo>
                    <a:pt x="88858" y="38218"/>
                  </a:lnTo>
                  <a:lnTo>
                    <a:pt x="88858" y="37741"/>
                  </a:lnTo>
                  <a:lnTo>
                    <a:pt x="88858" y="38218"/>
                  </a:lnTo>
                  <a:lnTo>
                    <a:pt x="89335" y="37741"/>
                  </a:lnTo>
                  <a:lnTo>
                    <a:pt x="89335" y="37741"/>
                  </a:lnTo>
                  <a:lnTo>
                    <a:pt x="89813" y="37263"/>
                  </a:lnTo>
                  <a:lnTo>
                    <a:pt x="90291" y="37741"/>
                  </a:lnTo>
                  <a:lnTo>
                    <a:pt x="91246" y="39174"/>
                  </a:lnTo>
                  <a:lnTo>
                    <a:pt x="91246" y="39651"/>
                  </a:lnTo>
                  <a:lnTo>
                    <a:pt x="91724" y="41085"/>
                  </a:lnTo>
                  <a:lnTo>
                    <a:pt x="92202" y="42040"/>
                  </a:lnTo>
                  <a:lnTo>
                    <a:pt x="93635" y="42518"/>
                  </a:lnTo>
                  <a:lnTo>
                    <a:pt x="93635" y="42518"/>
                  </a:lnTo>
                  <a:lnTo>
                    <a:pt x="95546" y="42996"/>
                  </a:lnTo>
                  <a:lnTo>
                    <a:pt x="96024" y="43474"/>
                  </a:lnTo>
                  <a:lnTo>
                    <a:pt x="97935" y="44907"/>
                  </a:lnTo>
                  <a:lnTo>
                    <a:pt x="99846" y="45862"/>
                  </a:lnTo>
                  <a:lnTo>
                    <a:pt x="101756" y="46817"/>
                  </a:lnTo>
                  <a:lnTo>
                    <a:pt x="102234" y="48251"/>
                  </a:lnTo>
                  <a:lnTo>
                    <a:pt x="103667" y="50639"/>
                  </a:lnTo>
                  <a:lnTo>
                    <a:pt x="106534" y="51117"/>
                  </a:lnTo>
                  <a:lnTo>
                    <a:pt x="107012" y="51117"/>
                  </a:lnTo>
                  <a:lnTo>
                    <a:pt x="110833" y="51595"/>
                  </a:lnTo>
                  <a:lnTo>
                    <a:pt x="113222" y="52073"/>
                  </a:lnTo>
                  <a:lnTo>
                    <a:pt x="113222" y="52073"/>
                  </a:lnTo>
                  <a:lnTo>
                    <a:pt x="116088" y="51117"/>
                  </a:lnTo>
                  <a:lnTo>
                    <a:pt x="117999" y="51117"/>
                  </a:lnTo>
                  <a:lnTo>
                    <a:pt x="119910" y="52073"/>
                  </a:lnTo>
                  <a:lnTo>
                    <a:pt x="120865" y="52550"/>
                  </a:lnTo>
                  <a:lnTo>
                    <a:pt x="122299" y="53506"/>
                  </a:lnTo>
                  <a:lnTo>
                    <a:pt x="124687" y="54939"/>
                  </a:lnTo>
                  <a:lnTo>
                    <a:pt x="126598" y="55417"/>
                  </a:lnTo>
                  <a:lnTo>
                    <a:pt x="126598" y="55417"/>
                  </a:lnTo>
                  <a:lnTo>
                    <a:pt x="126598" y="55417"/>
                  </a:lnTo>
                  <a:lnTo>
                    <a:pt x="128031" y="54461"/>
                  </a:lnTo>
                  <a:lnTo>
                    <a:pt x="128031" y="54461"/>
                  </a:lnTo>
                  <a:lnTo>
                    <a:pt x="129465" y="54461"/>
                  </a:lnTo>
                  <a:lnTo>
                    <a:pt x="130420" y="54461"/>
                  </a:lnTo>
                  <a:lnTo>
                    <a:pt x="130898" y="56372"/>
                  </a:lnTo>
                  <a:lnTo>
                    <a:pt x="131376" y="57328"/>
                  </a:lnTo>
                  <a:lnTo>
                    <a:pt x="132331" y="57805"/>
                  </a:lnTo>
                  <a:lnTo>
                    <a:pt x="134720" y="60194"/>
                  </a:lnTo>
                  <a:lnTo>
                    <a:pt x="136153" y="60672"/>
                  </a:lnTo>
                  <a:lnTo>
                    <a:pt x="137586" y="60672"/>
                  </a:lnTo>
                  <a:lnTo>
                    <a:pt x="140930" y="62105"/>
                  </a:lnTo>
                  <a:lnTo>
                    <a:pt x="144274" y="63060"/>
                  </a:lnTo>
                  <a:lnTo>
                    <a:pt x="144752" y="63060"/>
                  </a:lnTo>
                  <a:lnTo>
                    <a:pt x="146185" y="63538"/>
                  </a:lnTo>
                  <a:lnTo>
                    <a:pt x="148096" y="63538"/>
                  </a:lnTo>
                  <a:lnTo>
                    <a:pt x="149052" y="64016"/>
                  </a:lnTo>
                  <a:lnTo>
                    <a:pt x="149529" y="65449"/>
                  </a:lnTo>
                  <a:lnTo>
                    <a:pt x="152396" y="68315"/>
                  </a:lnTo>
                  <a:lnTo>
                    <a:pt x="153829" y="69749"/>
                  </a:lnTo>
                  <a:lnTo>
                    <a:pt x="155740" y="70704"/>
                  </a:lnTo>
                  <a:lnTo>
                    <a:pt x="160039" y="70704"/>
                  </a:lnTo>
                  <a:lnTo>
                    <a:pt x="160995" y="70704"/>
                  </a:lnTo>
                  <a:lnTo>
                    <a:pt x="161472" y="70704"/>
                  </a:lnTo>
                  <a:lnTo>
                    <a:pt x="163384" y="70704"/>
                  </a:lnTo>
                  <a:lnTo>
                    <a:pt x="164339" y="70704"/>
                  </a:lnTo>
                  <a:lnTo>
                    <a:pt x="168638" y="70226"/>
                  </a:lnTo>
                  <a:lnTo>
                    <a:pt x="169594" y="69749"/>
                  </a:lnTo>
                  <a:lnTo>
                    <a:pt x="169594" y="69749"/>
                  </a:lnTo>
                  <a:lnTo>
                    <a:pt x="172938" y="71182"/>
                  </a:lnTo>
                  <a:lnTo>
                    <a:pt x="176760" y="73093"/>
                  </a:lnTo>
                  <a:lnTo>
                    <a:pt x="179149" y="74526"/>
                  </a:lnTo>
                  <a:lnTo>
                    <a:pt x="181060" y="75481"/>
                  </a:lnTo>
                  <a:lnTo>
                    <a:pt x="182015" y="76915"/>
                  </a:lnTo>
                  <a:lnTo>
                    <a:pt x="182493" y="78348"/>
                  </a:lnTo>
                  <a:lnTo>
                    <a:pt x="182970" y="79781"/>
                  </a:lnTo>
                  <a:lnTo>
                    <a:pt x="182493" y="81214"/>
                  </a:lnTo>
                  <a:lnTo>
                    <a:pt x="182015" y="81692"/>
                  </a:lnTo>
                  <a:lnTo>
                    <a:pt x="182015" y="81692"/>
                  </a:lnTo>
                  <a:lnTo>
                    <a:pt x="181537" y="82647"/>
                  </a:lnTo>
                  <a:lnTo>
                    <a:pt x="182015" y="84558"/>
                  </a:lnTo>
                  <a:lnTo>
                    <a:pt x="183448" y="85514"/>
                  </a:lnTo>
                  <a:lnTo>
                    <a:pt x="183448" y="87424"/>
                  </a:lnTo>
                  <a:lnTo>
                    <a:pt x="184403" y="90291"/>
                  </a:lnTo>
                  <a:lnTo>
                    <a:pt x="185359" y="90769"/>
                  </a:lnTo>
                  <a:lnTo>
                    <a:pt x="185837" y="99846"/>
                  </a:lnTo>
                  <a:lnTo>
                    <a:pt x="183448" y="99846"/>
                  </a:lnTo>
                  <a:lnTo>
                    <a:pt x="179626" y="99846"/>
                  </a:lnTo>
                  <a:lnTo>
                    <a:pt x="179626" y="99846"/>
                  </a:lnTo>
                  <a:lnTo>
                    <a:pt x="179626" y="99846"/>
                  </a:lnTo>
                  <a:lnTo>
                    <a:pt x="180582" y="100801"/>
                  </a:lnTo>
                  <a:lnTo>
                    <a:pt x="183448" y="104145"/>
                  </a:lnTo>
                  <a:lnTo>
                    <a:pt x="186314" y="107012"/>
                  </a:lnTo>
                  <a:lnTo>
                    <a:pt x="186792" y="111789"/>
                  </a:lnTo>
                  <a:lnTo>
                    <a:pt x="186792" y="115133"/>
                  </a:lnTo>
                  <a:lnTo>
                    <a:pt x="187270" y="119432"/>
                  </a:lnTo>
                  <a:lnTo>
                    <a:pt x="187748" y="121821"/>
                  </a:lnTo>
                  <a:lnTo>
                    <a:pt x="194436" y="122299"/>
                  </a:lnTo>
                  <a:lnTo>
                    <a:pt x="202079" y="122299"/>
                  </a:lnTo>
                  <a:lnTo>
                    <a:pt x="211634" y="122777"/>
                  </a:lnTo>
                  <a:lnTo>
                    <a:pt x="220233" y="123254"/>
                  </a:lnTo>
                  <a:lnTo>
                    <a:pt x="220711" y="123254"/>
                  </a:lnTo>
                  <a:lnTo>
                    <a:pt x="221189" y="122777"/>
                  </a:lnTo>
                  <a:lnTo>
                    <a:pt x="222622" y="122777"/>
                  </a:lnTo>
                  <a:lnTo>
                    <a:pt x="223100" y="122299"/>
                  </a:lnTo>
                  <a:lnTo>
                    <a:pt x="224055" y="122299"/>
                  </a:lnTo>
                  <a:lnTo>
                    <a:pt x="224055" y="123254"/>
                  </a:lnTo>
                  <a:lnTo>
                    <a:pt x="223577" y="124688"/>
                  </a:lnTo>
                  <a:lnTo>
                    <a:pt x="224055" y="126121"/>
                  </a:lnTo>
                  <a:lnTo>
                    <a:pt x="221189" y="128987"/>
                  </a:lnTo>
                  <a:lnTo>
                    <a:pt x="221189" y="129942"/>
                  </a:lnTo>
                  <a:lnTo>
                    <a:pt x="221667" y="134242"/>
                  </a:lnTo>
                  <a:lnTo>
                    <a:pt x="222622" y="137108"/>
                  </a:lnTo>
                  <a:lnTo>
                    <a:pt x="223100" y="139975"/>
                  </a:lnTo>
                  <a:lnTo>
                    <a:pt x="224055" y="140930"/>
                  </a:lnTo>
                  <a:lnTo>
                    <a:pt x="226921" y="142363"/>
                  </a:lnTo>
                  <a:lnTo>
                    <a:pt x="230743" y="145230"/>
                  </a:lnTo>
                  <a:lnTo>
                    <a:pt x="232654" y="145707"/>
                  </a:lnTo>
                  <a:lnTo>
                    <a:pt x="232654" y="145707"/>
                  </a:lnTo>
                  <a:lnTo>
                    <a:pt x="234087" y="145230"/>
                  </a:lnTo>
                  <a:lnTo>
                    <a:pt x="235043" y="146663"/>
                  </a:lnTo>
                  <a:lnTo>
                    <a:pt x="235043" y="148574"/>
                  </a:lnTo>
                  <a:lnTo>
                    <a:pt x="237432" y="153829"/>
                  </a:lnTo>
                  <a:lnTo>
                    <a:pt x="238865" y="157173"/>
                  </a:lnTo>
                  <a:lnTo>
                    <a:pt x="239820" y="158129"/>
                  </a:lnTo>
                  <a:lnTo>
                    <a:pt x="240776" y="15860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0" name="Freeform 2509">
              <a:extLst>
                <a:ext uri="{FF2B5EF4-FFF2-40B4-BE49-F238E27FC236}">
                  <a16:creationId xmlns:a16="http://schemas.microsoft.com/office/drawing/2014/main" id="{6F122A15-7E35-F319-64C9-1E214F6E213E}"/>
                </a:ext>
              </a:extLst>
            </p:cNvPr>
            <p:cNvSpPr/>
            <p:nvPr/>
          </p:nvSpPr>
          <p:spPr>
            <a:xfrm>
              <a:off x="4737814" y="5085072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1433 w 1433"/>
                <a:gd name="csY1" fmla="*/ 0 h 477"/>
                <a:gd name="csX2" fmla="*/ 0 w 1433"/>
                <a:gd name="csY2" fmla="*/ 478 h 477"/>
                <a:gd name="csX3" fmla="*/ 0 w 1433"/>
                <a:gd name="csY3" fmla="*/ 478 h 477"/>
                <a:gd name="csX4" fmla="*/ 1433 w 1433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1" name="Freeform 2510">
              <a:extLst>
                <a:ext uri="{FF2B5EF4-FFF2-40B4-BE49-F238E27FC236}">
                  <a16:creationId xmlns:a16="http://schemas.microsoft.com/office/drawing/2014/main" id="{D5343402-3076-A633-9767-D671C53FA063}"/>
                </a:ext>
              </a:extLst>
            </p:cNvPr>
            <p:cNvSpPr/>
            <p:nvPr/>
          </p:nvSpPr>
          <p:spPr>
            <a:xfrm>
              <a:off x="4701029" y="5818864"/>
              <a:ext cx="36785" cy="30574"/>
            </a:xfrm>
            <a:custGeom>
              <a:avLst/>
              <a:gdLst>
                <a:gd name="csX0" fmla="*/ 36785 w 36785"/>
                <a:gd name="csY0" fmla="*/ 10988 h 30574"/>
                <a:gd name="csX1" fmla="*/ 35830 w 36785"/>
                <a:gd name="csY1" fmla="*/ 12421 h 30574"/>
                <a:gd name="csX2" fmla="*/ 35830 w 36785"/>
                <a:gd name="csY2" fmla="*/ 12898 h 30574"/>
                <a:gd name="csX3" fmla="*/ 32486 w 36785"/>
                <a:gd name="csY3" fmla="*/ 13854 h 30574"/>
                <a:gd name="csX4" fmla="*/ 29619 w 36785"/>
                <a:gd name="csY4" fmla="*/ 14809 h 30574"/>
                <a:gd name="csX5" fmla="*/ 28186 w 36785"/>
                <a:gd name="csY5" fmla="*/ 16243 h 30574"/>
                <a:gd name="csX6" fmla="*/ 25798 w 36785"/>
                <a:gd name="csY6" fmla="*/ 17676 h 30574"/>
                <a:gd name="csX7" fmla="*/ 19109 w 36785"/>
                <a:gd name="csY7" fmla="*/ 19587 h 30574"/>
                <a:gd name="csX8" fmla="*/ 19587 w 36785"/>
                <a:gd name="csY8" fmla="*/ 21498 h 30574"/>
                <a:gd name="csX9" fmla="*/ 20065 w 36785"/>
                <a:gd name="csY9" fmla="*/ 21975 h 30574"/>
                <a:gd name="csX10" fmla="*/ 19587 w 36785"/>
                <a:gd name="csY10" fmla="*/ 24364 h 30574"/>
                <a:gd name="csX11" fmla="*/ 10032 w 36785"/>
                <a:gd name="csY11" fmla="*/ 21498 h 30574"/>
                <a:gd name="csX12" fmla="*/ 8599 w 36785"/>
                <a:gd name="csY12" fmla="*/ 21975 h 30574"/>
                <a:gd name="csX13" fmla="*/ 11466 w 36785"/>
                <a:gd name="csY13" fmla="*/ 26753 h 30574"/>
                <a:gd name="csX14" fmla="*/ 9555 w 36785"/>
                <a:gd name="csY14" fmla="*/ 27230 h 30574"/>
                <a:gd name="csX15" fmla="*/ 7644 w 36785"/>
                <a:gd name="csY15" fmla="*/ 26753 h 30574"/>
                <a:gd name="csX16" fmla="*/ 5733 w 36785"/>
                <a:gd name="csY16" fmla="*/ 27230 h 30574"/>
                <a:gd name="csX17" fmla="*/ 4777 w 36785"/>
                <a:gd name="csY17" fmla="*/ 30575 h 30574"/>
                <a:gd name="csX18" fmla="*/ 1911 w 36785"/>
                <a:gd name="csY18" fmla="*/ 28664 h 30574"/>
                <a:gd name="csX19" fmla="*/ 0 w 36785"/>
                <a:gd name="csY19" fmla="*/ 25320 h 30574"/>
                <a:gd name="csX20" fmla="*/ 0 w 36785"/>
                <a:gd name="csY20" fmla="*/ 23886 h 30574"/>
                <a:gd name="csX21" fmla="*/ 1911 w 36785"/>
                <a:gd name="csY21" fmla="*/ 20542 h 30574"/>
                <a:gd name="csX22" fmla="*/ 1433 w 36785"/>
                <a:gd name="csY22" fmla="*/ 19109 h 30574"/>
                <a:gd name="csX23" fmla="*/ 6688 w 36785"/>
                <a:gd name="csY23" fmla="*/ 14809 h 30574"/>
                <a:gd name="csX24" fmla="*/ 7644 w 36785"/>
                <a:gd name="csY24" fmla="*/ 13854 h 30574"/>
                <a:gd name="csX25" fmla="*/ 9077 w 36785"/>
                <a:gd name="csY25" fmla="*/ 12898 h 30574"/>
                <a:gd name="csX26" fmla="*/ 10510 w 36785"/>
                <a:gd name="csY26" fmla="*/ 12898 h 30574"/>
                <a:gd name="csX27" fmla="*/ 11466 w 36785"/>
                <a:gd name="csY27" fmla="*/ 12421 h 30574"/>
                <a:gd name="csX28" fmla="*/ 11466 w 36785"/>
                <a:gd name="csY28" fmla="*/ 11465 h 30574"/>
                <a:gd name="csX29" fmla="*/ 10510 w 36785"/>
                <a:gd name="csY29" fmla="*/ 9555 h 30574"/>
                <a:gd name="csX30" fmla="*/ 10510 w 36785"/>
                <a:gd name="csY30" fmla="*/ 6688 h 30574"/>
                <a:gd name="csX31" fmla="*/ 14809 w 36785"/>
                <a:gd name="csY31" fmla="*/ 2866 h 30574"/>
                <a:gd name="csX32" fmla="*/ 14332 w 36785"/>
                <a:gd name="csY32" fmla="*/ 478 h 30574"/>
                <a:gd name="csX33" fmla="*/ 15765 w 36785"/>
                <a:gd name="csY33" fmla="*/ 0 h 30574"/>
                <a:gd name="csX34" fmla="*/ 18632 w 36785"/>
                <a:gd name="csY34" fmla="*/ 1911 h 30574"/>
                <a:gd name="csX35" fmla="*/ 22453 w 36785"/>
                <a:gd name="csY35" fmla="*/ 1433 h 30574"/>
                <a:gd name="csX36" fmla="*/ 23886 w 36785"/>
                <a:gd name="csY36" fmla="*/ 1911 h 30574"/>
                <a:gd name="csX37" fmla="*/ 24842 w 36785"/>
                <a:gd name="csY37" fmla="*/ 3344 h 30574"/>
                <a:gd name="csX38" fmla="*/ 24364 w 36785"/>
                <a:gd name="csY38" fmla="*/ 4299 h 30574"/>
                <a:gd name="csX39" fmla="*/ 23409 w 36785"/>
                <a:gd name="csY39" fmla="*/ 4299 h 30574"/>
                <a:gd name="csX40" fmla="*/ 21975 w 36785"/>
                <a:gd name="csY40" fmla="*/ 4777 h 30574"/>
                <a:gd name="csX41" fmla="*/ 22453 w 36785"/>
                <a:gd name="csY41" fmla="*/ 6210 h 30574"/>
                <a:gd name="csX42" fmla="*/ 22931 w 36785"/>
                <a:gd name="csY42" fmla="*/ 7166 h 30574"/>
                <a:gd name="csX43" fmla="*/ 27231 w 36785"/>
                <a:gd name="csY43" fmla="*/ 9077 h 30574"/>
                <a:gd name="csX44" fmla="*/ 27708 w 36785"/>
                <a:gd name="csY44" fmla="*/ 9077 h 30574"/>
                <a:gd name="csX45" fmla="*/ 27708 w 36785"/>
                <a:gd name="csY45" fmla="*/ 8121 h 30574"/>
                <a:gd name="csX46" fmla="*/ 27231 w 36785"/>
                <a:gd name="csY46" fmla="*/ 7166 h 30574"/>
                <a:gd name="csX47" fmla="*/ 26753 w 36785"/>
                <a:gd name="csY47" fmla="*/ 5733 h 30574"/>
                <a:gd name="csX48" fmla="*/ 27231 w 36785"/>
                <a:gd name="csY48" fmla="*/ 4299 h 30574"/>
                <a:gd name="csX49" fmla="*/ 28186 w 36785"/>
                <a:gd name="csY49" fmla="*/ 4299 h 30574"/>
                <a:gd name="csX50" fmla="*/ 32963 w 36785"/>
                <a:gd name="csY50" fmla="*/ 3344 h 30574"/>
                <a:gd name="csX51" fmla="*/ 33919 w 36785"/>
                <a:gd name="csY51" fmla="*/ 3822 h 30574"/>
                <a:gd name="csX52" fmla="*/ 36307 w 36785"/>
                <a:gd name="csY52" fmla="*/ 7166 h 30574"/>
                <a:gd name="csX53" fmla="*/ 34397 w 36785"/>
                <a:gd name="csY53" fmla="*/ 7644 h 30574"/>
                <a:gd name="csX54" fmla="*/ 33441 w 36785"/>
                <a:gd name="csY54" fmla="*/ 9077 h 30574"/>
                <a:gd name="csX55" fmla="*/ 35352 w 36785"/>
                <a:gd name="csY55" fmla="*/ 10032 h 30574"/>
                <a:gd name="csX56" fmla="*/ 36785 w 36785"/>
                <a:gd name="csY56" fmla="*/ 10988 h 30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6785" h="30574">
                  <a:moveTo>
                    <a:pt x="36785" y="10988"/>
                  </a:moveTo>
                  <a:lnTo>
                    <a:pt x="35830" y="12421"/>
                  </a:lnTo>
                  <a:lnTo>
                    <a:pt x="35830" y="12898"/>
                  </a:lnTo>
                  <a:lnTo>
                    <a:pt x="32486" y="13854"/>
                  </a:lnTo>
                  <a:lnTo>
                    <a:pt x="29619" y="14809"/>
                  </a:lnTo>
                  <a:lnTo>
                    <a:pt x="28186" y="16243"/>
                  </a:lnTo>
                  <a:lnTo>
                    <a:pt x="25798" y="17676"/>
                  </a:lnTo>
                  <a:lnTo>
                    <a:pt x="19109" y="19587"/>
                  </a:lnTo>
                  <a:lnTo>
                    <a:pt x="19587" y="21498"/>
                  </a:lnTo>
                  <a:lnTo>
                    <a:pt x="20065" y="21975"/>
                  </a:lnTo>
                  <a:lnTo>
                    <a:pt x="19587" y="24364"/>
                  </a:lnTo>
                  <a:lnTo>
                    <a:pt x="10032" y="21498"/>
                  </a:lnTo>
                  <a:lnTo>
                    <a:pt x="8599" y="21975"/>
                  </a:lnTo>
                  <a:lnTo>
                    <a:pt x="11466" y="26753"/>
                  </a:lnTo>
                  <a:lnTo>
                    <a:pt x="9555" y="27230"/>
                  </a:lnTo>
                  <a:lnTo>
                    <a:pt x="7644" y="26753"/>
                  </a:lnTo>
                  <a:lnTo>
                    <a:pt x="5733" y="27230"/>
                  </a:lnTo>
                  <a:lnTo>
                    <a:pt x="4777" y="30575"/>
                  </a:lnTo>
                  <a:lnTo>
                    <a:pt x="1911" y="28664"/>
                  </a:lnTo>
                  <a:lnTo>
                    <a:pt x="0" y="25320"/>
                  </a:lnTo>
                  <a:lnTo>
                    <a:pt x="0" y="23886"/>
                  </a:lnTo>
                  <a:lnTo>
                    <a:pt x="1911" y="20542"/>
                  </a:lnTo>
                  <a:lnTo>
                    <a:pt x="1433" y="19109"/>
                  </a:lnTo>
                  <a:lnTo>
                    <a:pt x="6688" y="14809"/>
                  </a:lnTo>
                  <a:lnTo>
                    <a:pt x="7644" y="13854"/>
                  </a:lnTo>
                  <a:lnTo>
                    <a:pt x="9077" y="12898"/>
                  </a:lnTo>
                  <a:lnTo>
                    <a:pt x="10510" y="12898"/>
                  </a:lnTo>
                  <a:lnTo>
                    <a:pt x="11466" y="12421"/>
                  </a:lnTo>
                  <a:lnTo>
                    <a:pt x="11466" y="11465"/>
                  </a:lnTo>
                  <a:lnTo>
                    <a:pt x="10510" y="9555"/>
                  </a:lnTo>
                  <a:lnTo>
                    <a:pt x="10510" y="6688"/>
                  </a:lnTo>
                  <a:lnTo>
                    <a:pt x="14809" y="2866"/>
                  </a:lnTo>
                  <a:lnTo>
                    <a:pt x="14332" y="478"/>
                  </a:lnTo>
                  <a:lnTo>
                    <a:pt x="15765" y="0"/>
                  </a:lnTo>
                  <a:lnTo>
                    <a:pt x="18632" y="1911"/>
                  </a:lnTo>
                  <a:lnTo>
                    <a:pt x="22453" y="1433"/>
                  </a:lnTo>
                  <a:lnTo>
                    <a:pt x="23886" y="1911"/>
                  </a:lnTo>
                  <a:lnTo>
                    <a:pt x="24842" y="3344"/>
                  </a:lnTo>
                  <a:lnTo>
                    <a:pt x="24364" y="4299"/>
                  </a:lnTo>
                  <a:lnTo>
                    <a:pt x="23409" y="4299"/>
                  </a:lnTo>
                  <a:lnTo>
                    <a:pt x="21975" y="4777"/>
                  </a:lnTo>
                  <a:lnTo>
                    <a:pt x="22453" y="6210"/>
                  </a:lnTo>
                  <a:lnTo>
                    <a:pt x="22931" y="7166"/>
                  </a:lnTo>
                  <a:lnTo>
                    <a:pt x="27231" y="9077"/>
                  </a:lnTo>
                  <a:lnTo>
                    <a:pt x="27708" y="9077"/>
                  </a:lnTo>
                  <a:lnTo>
                    <a:pt x="27708" y="8121"/>
                  </a:lnTo>
                  <a:lnTo>
                    <a:pt x="27231" y="7166"/>
                  </a:lnTo>
                  <a:lnTo>
                    <a:pt x="26753" y="5733"/>
                  </a:lnTo>
                  <a:lnTo>
                    <a:pt x="27231" y="4299"/>
                  </a:lnTo>
                  <a:lnTo>
                    <a:pt x="28186" y="4299"/>
                  </a:lnTo>
                  <a:lnTo>
                    <a:pt x="32963" y="3344"/>
                  </a:lnTo>
                  <a:lnTo>
                    <a:pt x="33919" y="3822"/>
                  </a:lnTo>
                  <a:lnTo>
                    <a:pt x="36307" y="7166"/>
                  </a:lnTo>
                  <a:lnTo>
                    <a:pt x="34397" y="7644"/>
                  </a:lnTo>
                  <a:lnTo>
                    <a:pt x="33441" y="9077"/>
                  </a:lnTo>
                  <a:lnTo>
                    <a:pt x="35352" y="10032"/>
                  </a:lnTo>
                  <a:lnTo>
                    <a:pt x="36785" y="109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2" name="Freeform 2511">
              <a:extLst>
                <a:ext uri="{FF2B5EF4-FFF2-40B4-BE49-F238E27FC236}">
                  <a16:creationId xmlns:a16="http://schemas.microsoft.com/office/drawing/2014/main" id="{EED148FD-4A38-7C33-4CC6-9D6B131F0F81}"/>
                </a:ext>
              </a:extLst>
            </p:cNvPr>
            <p:cNvSpPr/>
            <p:nvPr/>
          </p:nvSpPr>
          <p:spPr>
            <a:xfrm>
              <a:off x="4735426" y="5055930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0 w 1433"/>
                <a:gd name="csY1" fmla="*/ 478 h 477"/>
                <a:gd name="csX2" fmla="*/ 1433 w 1433"/>
                <a:gd name="csY2" fmla="*/ 0 h 477"/>
                <a:gd name="csX3" fmla="*/ 1433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0" y="478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3" name="Freeform 2512">
              <a:extLst>
                <a:ext uri="{FF2B5EF4-FFF2-40B4-BE49-F238E27FC236}">
                  <a16:creationId xmlns:a16="http://schemas.microsoft.com/office/drawing/2014/main" id="{4B1BCA28-44A4-34C3-6167-E0A47EF3BBAE}"/>
                </a:ext>
              </a:extLst>
            </p:cNvPr>
            <p:cNvSpPr/>
            <p:nvPr/>
          </p:nvSpPr>
          <p:spPr>
            <a:xfrm>
              <a:off x="4727304" y="4705755"/>
              <a:ext cx="3821" cy="1433"/>
            </a:xfrm>
            <a:custGeom>
              <a:avLst/>
              <a:gdLst>
                <a:gd name="csX0" fmla="*/ 3822 w 3821"/>
                <a:gd name="csY0" fmla="*/ 1433 h 1433"/>
                <a:gd name="csX1" fmla="*/ 3344 w 3821"/>
                <a:gd name="csY1" fmla="*/ 1433 h 1433"/>
                <a:gd name="csX2" fmla="*/ 2866 w 3821"/>
                <a:gd name="csY2" fmla="*/ 955 h 1433"/>
                <a:gd name="csX3" fmla="*/ 1433 w 3821"/>
                <a:gd name="csY3" fmla="*/ 478 h 1433"/>
                <a:gd name="csX4" fmla="*/ 478 w 3821"/>
                <a:gd name="csY4" fmla="*/ 478 h 1433"/>
                <a:gd name="csX5" fmla="*/ 0 w 3821"/>
                <a:gd name="csY5" fmla="*/ 0 h 1433"/>
                <a:gd name="csX6" fmla="*/ 0 w 3821"/>
                <a:gd name="csY6" fmla="*/ 0 h 1433"/>
                <a:gd name="csX7" fmla="*/ 956 w 3821"/>
                <a:gd name="csY7" fmla="*/ 478 h 1433"/>
                <a:gd name="csX8" fmla="*/ 1911 w 3821"/>
                <a:gd name="csY8" fmla="*/ 478 h 1433"/>
                <a:gd name="csX9" fmla="*/ 2866 w 3821"/>
                <a:gd name="csY9" fmla="*/ 955 h 1433"/>
                <a:gd name="csX10" fmla="*/ 3822 w 3821"/>
                <a:gd name="csY10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21" h="1433">
                  <a:moveTo>
                    <a:pt x="3822" y="1433"/>
                  </a:moveTo>
                  <a:lnTo>
                    <a:pt x="3344" y="1433"/>
                  </a:lnTo>
                  <a:lnTo>
                    <a:pt x="2866" y="955"/>
                  </a:lnTo>
                  <a:lnTo>
                    <a:pt x="1433" y="478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911" y="478"/>
                  </a:lnTo>
                  <a:lnTo>
                    <a:pt x="2866" y="955"/>
                  </a:lnTo>
                  <a:lnTo>
                    <a:pt x="38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4" name="Freeform 2513">
              <a:extLst>
                <a:ext uri="{FF2B5EF4-FFF2-40B4-BE49-F238E27FC236}">
                  <a16:creationId xmlns:a16="http://schemas.microsoft.com/office/drawing/2014/main" id="{B5E0DA91-D120-0C6C-206B-D953725AC2E9}"/>
                </a:ext>
              </a:extLst>
            </p:cNvPr>
            <p:cNvSpPr/>
            <p:nvPr/>
          </p:nvSpPr>
          <p:spPr>
            <a:xfrm>
              <a:off x="4724916" y="5239378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0 w 1433"/>
                <a:gd name="csY1" fmla="*/ 956 h 955"/>
                <a:gd name="csX2" fmla="*/ 0 w 1433"/>
                <a:gd name="csY2" fmla="*/ 956 h 955"/>
                <a:gd name="csX3" fmla="*/ 1433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5" name="Freeform 2514">
              <a:extLst>
                <a:ext uri="{FF2B5EF4-FFF2-40B4-BE49-F238E27FC236}">
                  <a16:creationId xmlns:a16="http://schemas.microsoft.com/office/drawing/2014/main" id="{4D8AF6F2-E4A5-7DAF-D50B-3ABDCA86DF23}"/>
                </a:ext>
              </a:extLst>
            </p:cNvPr>
            <p:cNvSpPr/>
            <p:nvPr/>
          </p:nvSpPr>
          <p:spPr>
            <a:xfrm>
              <a:off x="4723005" y="5840362"/>
              <a:ext cx="1911" cy="2866"/>
            </a:xfrm>
            <a:custGeom>
              <a:avLst/>
              <a:gdLst>
                <a:gd name="csX0" fmla="*/ 1911 w 1911"/>
                <a:gd name="csY0" fmla="*/ 478 h 2866"/>
                <a:gd name="csX1" fmla="*/ 1911 w 1911"/>
                <a:gd name="csY1" fmla="*/ 2866 h 2866"/>
                <a:gd name="csX2" fmla="*/ 478 w 1911"/>
                <a:gd name="csY2" fmla="*/ 1911 h 2866"/>
                <a:gd name="csX3" fmla="*/ 0 w 1911"/>
                <a:gd name="csY3" fmla="*/ 955 h 2866"/>
                <a:gd name="csX4" fmla="*/ 478 w 1911"/>
                <a:gd name="csY4" fmla="*/ 0 h 2866"/>
                <a:gd name="csX5" fmla="*/ 1433 w 1911"/>
                <a:gd name="csY5" fmla="*/ 0 h 2866"/>
                <a:gd name="csX6" fmla="*/ 1911 w 1911"/>
                <a:gd name="csY6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2866">
                  <a:moveTo>
                    <a:pt x="1911" y="478"/>
                  </a:moveTo>
                  <a:lnTo>
                    <a:pt x="1911" y="2866"/>
                  </a:lnTo>
                  <a:lnTo>
                    <a:pt x="478" y="1911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6" name="Freeform 2515">
              <a:extLst>
                <a:ext uri="{FF2B5EF4-FFF2-40B4-BE49-F238E27FC236}">
                  <a16:creationId xmlns:a16="http://schemas.microsoft.com/office/drawing/2014/main" id="{37921D26-2F5A-8951-97BF-547982C21247}"/>
                </a:ext>
              </a:extLst>
            </p:cNvPr>
            <p:cNvSpPr/>
            <p:nvPr/>
          </p:nvSpPr>
          <p:spPr>
            <a:xfrm>
              <a:off x="4693863" y="4653682"/>
              <a:ext cx="22930" cy="59238"/>
            </a:xfrm>
            <a:custGeom>
              <a:avLst/>
              <a:gdLst>
                <a:gd name="csX0" fmla="*/ 22931 w 22930"/>
                <a:gd name="csY0" fmla="*/ 59239 h 59238"/>
                <a:gd name="csX1" fmla="*/ 22453 w 22930"/>
                <a:gd name="csY1" fmla="*/ 59239 h 59238"/>
                <a:gd name="csX2" fmla="*/ 21498 w 22930"/>
                <a:gd name="csY2" fmla="*/ 58283 h 59238"/>
                <a:gd name="csX3" fmla="*/ 20542 w 22930"/>
                <a:gd name="csY3" fmla="*/ 57328 h 59238"/>
                <a:gd name="csX4" fmla="*/ 17676 w 22930"/>
                <a:gd name="csY4" fmla="*/ 56372 h 59238"/>
                <a:gd name="csX5" fmla="*/ 15287 w 22930"/>
                <a:gd name="csY5" fmla="*/ 55894 h 59238"/>
                <a:gd name="csX6" fmla="*/ 13376 w 22930"/>
                <a:gd name="csY6" fmla="*/ 54461 h 59238"/>
                <a:gd name="csX7" fmla="*/ 13376 w 22930"/>
                <a:gd name="csY7" fmla="*/ 53506 h 59238"/>
                <a:gd name="csX8" fmla="*/ 12421 w 22930"/>
                <a:gd name="csY8" fmla="*/ 53506 h 59238"/>
                <a:gd name="csX9" fmla="*/ 10510 w 22930"/>
                <a:gd name="csY9" fmla="*/ 51595 h 59238"/>
                <a:gd name="csX10" fmla="*/ 9077 w 22930"/>
                <a:gd name="csY10" fmla="*/ 50162 h 59238"/>
                <a:gd name="csX11" fmla="*/ 8121 w 22930"/>
                <a:gd name="csY11" fmla="*/ 49684 h 59238"/>
                <a:gd name="csX12" fmla="*/ 6688 w 22930"/>
                <a:gd name="csY12" fmla="*/ 49206 h 59238"/>
                <a:gd name="csX13" fmla="*/ 6688 w 22930"/>
                <a:gd name="csY13" fmla="*/ 48251 h 59238"/>
                <a:gd name="csX14" fmla="*/ 6688 w 22930"/>
                <a:gd name="csY14" fmla="*/ 47773 h 59238"/>
                <a:gd name="csX15" fmla="*/ 6210 w 22930"/>
                <a:gd name="csY15" fmla="*/ 47295 h 59238"/>
                <a:gd name="csX16" fmla="*/ 5255 w 22930"/>
                <a:gd name="csY16" fmla="*/ 46817 h 59238"/>
                <a:gd name="csX17" fmla="*/ 4777 w 22930"/>
                <a:gd name="csY17" fmla="*/ 46340 h 59238"/>
                <a:gd name="csX18" fmla="*/ 4777 w 22930"/>
                <a:gd name="csY18" fmla="*/ 45384 h 59238"/>
                <a:gd name="csX19" fmla="*/ 5255 w 22930"/>
                <a:gd name="csY19" fmla="*/ 42518 h 59238"/>
                <a:gd name="csX20" fmla="*/ 4777 w 22930"/>
                <a:gd name="csY20" fmla="*/ 39651 h 59238"/>
                <a:gd name="csX21" fmla="*/ 2866 w 22930"/>
                <a:gd name="csY21" fmla="*/ 38696 h 59238"/>
                <a:gd name="csX22" fmla="*/ 2389 w 22930"/>
                <a:gd name="csY22" fmla="*/ 38218 h 59238"/>
                <a:gd name="csX23" fmla="*/ 956 w 22930"/>
                <a:gd name="csY23" fmla="*/ 33919 h 59238"/>
                <a:gd name="csX24" fmla="*/ 0 w 22930"/>
                <a:gd name="csY24" fmla="*/ 32486 h 59238"/>
                <a:gd name="csX25" fmla="*/ 0 w 22930"/>
                <a:gd name="csY25" fmla="*/ 31052 h 59238"/>
                <a:gd name="csX26" fmla="*/ 478 w 22930"/>
                <a:gd name="csY26" fmla="*/ 26753 h 59238"/>
                <a:gd name="csX27" fmla="*/ 956 w 22930"/>
                <a:gd name="csY27" fmla="*/ 24842 h 59238"/>
                <a:gd name="csX28" fmla="*/ 2389 w 22930"/>
                <a:gd name="csY28" fmla="*/ 21498 h 59238"/>
                <a:gd name="csX29" fmla="*/ 3344 w 22930"/>
                <a:gd name="csY29" fmla="*/ 20542 h 59238"/>
                <a:gd name="csX30" fmla="*/ 3344 w 22930"/>
                <a:gd name="csY30" fmla="*/ 19587 h 59238"/>
                <a:gd name="csX31" fmla="*/ 3344 w 22930"/>
                <a:gd name="csY31" fmla="*/ 18154 h 59238"/>
                <a:gd name="csX32" fmla="*/ 2866 w 22930"/>
                <a:gd name="csY32" fmla="*/ 15765 h 59238"/>
                <a:gd name="csX33" fmla="*/ 5255 w 22930"/>
                <a:gd name="csY33" fmla="*/ 14809 h 59238"/>
                <a:gd name="csX34" fmla="*/ 6210 w 22930"/>
                <a:gd name="csY34" fmla="*/ 13854 h 59238"/>
                <a:gd name="csX35" fmla="*/ 6688 w 22930"/>
                <a:gd name="csY35" fmla="*/ 12899 h 59238"/>
                <a:gd name="csX36" fmla="*/ 7644 w 22930"/>
                <a:gd name="csY36" fmla="*/ 11943 h 59238"/>
                <a:gd name="csX37" fmla="*/ 8599 w 22930"/>
                <a:gd name="csY37" fmla="*/ 10510 h 59238"/>
                <a:gd name="csX38" fmla="*/ 9077 w 22930"/>
                <a:gd name="csY38" fmla="*/ 9555 h 59238"/>
                <a:gd name="csX39" fmla="*/ 8599 w 22930"/>
                <a:gd name="csY39" fmla="*/ 9077 h 59238"/>
                <a:gd name="csX40" fmla="*/ 8121 w 22930"/>
                <a:gd name="csY40" fmla="*/ 9077 h 59238"/>
                <a:gd name="csX41" fmla="*/ 7644 w 22930"/>
                <a:gd name="csY41" fmla="*/ 8121 h 59238"/>
                <a:gd name="csX42" fmla="*/ 6210 w 22930"/>
                <a:gd name="csY42" fmla="*/ 5733 h 59238"/>
                <a:gd name="csX43" fmla="*/ 5733 w 22930"/>
                <a:gd name="csY43" fmla="*/ 5255 h 59238"/>
                <a:gd name="csX44" fmla="*/ 5255 w 22930"/>
                <a:gd name="csY44" fmla="*/ 4300 h 59238"/>
                <a:gd name="csX45" fmla="*/ 5255 w 22930"/>
                <a:gd name="csY45" fmla="*/ 3344 h 59238"/>
                <a:gd name="csX46" fmla="*/ 6210 w 22930"/>
                <a:gd name="csY46" fmla="*/ 2389 h 59238"/>
                <a:gd name="csX47" fmla="*/ 5733 w 22930"/>
                <a:gd name="csY47" fmla="*/ 1433 h 59238"/>
                <a:gd name="csX48" fmla="*/ 5255 w 22930"/>
                <a:gd name="csY48" fmla="*/ 956 h 59238"/>
                <a:gd name="csX49" fmla="*/ 3344 w 22930"/>
                <a:gd name="csY49" fmla="*/ 0 h 59238"/>
                <a:gd name="csX50" fmla="*/ 3344 w 22930"/>
                <a:gd name="csY50" fmla="*/ 0 h 59238"/>
                <a:gd name="csX51" fmla="*/ 5255 w 22930"/>
                <a:gd name="csY51" fmla="*/ 956 h 59238"/>
                <a:gd name="csX52" fmla="*/ 6210 w 22930"/>
                <a:gd name="csY52" fmla="*/ 1433 h 59238"/>
                <a:gd name="csX53" fmla="*/ 6210 w 22930"/>
                <a:gd name="csY53" fmla="*/ 1911 h 59238"/>
                <a:gd name="csX54" fmla="*/ 5733 w 22930"/>
                <a:gd name="csY54" fmla="*/ 3344 h 59238"/>
                <a:gd name="csX55" fmla="*/ 5255 w 22930"/>
                <a:gd name="csY55" fmla="*/ 4300 h 59238"/>
                <a:gd name="csX56" fmla="*/ 5733 w 22930"/>
                <a:gd name="csY56" fmla="*/ 5255 h 59238"/>
                <a:gd name="csX57" fmla="*/ 6210 w 22930"/>
                <a:gd name="csY57" fmla="*/ 5733 h 59238"/>
                <a:gd name="csX58" fmla="*/ 7644 w 22930"/>
                <a:gd name="csY58" fmla="*/ 8121 h 59238"/>
                <a:gd name="csX59" fmla="*/ 8599 w 22930"/>
                <a:gd name="csY59" fmla="*/ 9077 h 59238"/>
                <a:gd name="csX60" fmla="*/ 9077 w 22930"/>
                <a:gd name="csY60" fmla="*/ 9077 h 59238"/>
                <a:gd name="csX61" fmla="*/ 9077 w 22930"/>
                <a:gd name="csY61" fmla="*/ 9555 h 59238"/>
                <a:gd name="csX62" fmla="*/ 8599 w 22930"/>
                <a:gd name="csY62" fmla="*/ 10510 h 59238"/>
                <a:gd name="csX63" fmla="*/ 8121 w 22930"/>
                <a:gd name="csY63" fmla="*/ 11943 h 59238"/>
                <a:gd name="csX64" fmla="*/ 6688 w 22930"/>
                <a:gd name="csY64" fmla="*/ 12899 h 59238"/>
                <a:gd name="csX65" fmla="*/ 6688 w 22930"/>
                <a:gd name="csY65" fmla="*/ 13854 h 59238"/>
                <a:gd name="csX66" fmla="*/ 5733 w 22930"/>
                <a:gd name="csY66" fmla="*/ 14809 h 59238"/>
                <a:gd name="csX67" fmla="*/ 2866 w 22930"/>
                <a:gd name="csY67" fmla="*/ 15765 h 59238"/>
                <a:gd name="csX68" fmla="*/ 3344 w 22930"/>
                <a:gd name="csY68" fmla="*/ 18154 h 59238"/>
                <a:gd name="csX69" fmla="*/ 3344 w 22930"/>
                <a:gd name="csY69" fmla="*/ 19587 h 59238"/>
                <a:gd name="csX70" fmla="*/ 3344 w 22930"/>
                <a:gd name="csY70" fmla="*/ 20542 h 59238"/>
                <a:gd name="csX71" fmla="*/ 2866 w 22930"/>
                <a:gd name="csY71" fmla="*/ 21498 h 59238"/>
                <a:gd name="csX72" fmla="*/ 1433 w 22930"/>
                <a:gd name="csY72" fmla="*/ 24842 h 59238"/>
                <a:gd name="csX73" fmla="*/ 956 w 22930"/>
                <a:gd name="csY73" fmla="*/ 26753 h 59238"/>
                <a:gd name="csX74" fmla="*/ 478 w 22930"/>
                <a:gd name="csY74" fmla="*/ 31052 h 59238"/>
                <a:gd name="csX75" fmla="*/ 478 w 22930"/>
                <a:gd name="csY75" fmla="*/ 32486 h 59238"/>
                <a:gd name="csX76" fmla="*/ 956 w 22930"/>
                <a:gd name="csY76" fmla="*/ 33919 h 59238"/>
                <a:gd name="csX77" fmla="*/ 2389 w 22930"/>
                <a:gd name="csY77" fmla="*/ 38218 h 59238"/>
                <a:gd name="csX78" fmla="*/ 3344 w 22930"/>
                <a:gd name="csY78" fmla="*/ 38696 h 59238"/>
                <a:gd name="csX79" fmla="*/ 5255 w 22930"/>
                <a:gd name="csY79" fmla="*/ 39651 h 59238"/>
                <a:gd name="csX80" fmla="*/ 5255 w 22930"/>
                <a:gd name="csY80" fmla="*/ 42518 h 59238"/>
                <a:gd name="csX81" fmla="*/ 5255 w 22930"/>
                <a:gd name="csY81" fmla="*/ 45384 h 59238"/>
                <a:gd name="csX82" fmla="*/ 5255 w 22930"/>
                <a:gd name="csY82" fmla="*/ 46340 h 59238"/>
                <a:gd name="csX83" fmla="*/ 5255 w 22930"/>
                <a:gd name="csY83" fmla="*/ 46817 h 59238"/>
                <a:gd name="csX84" fmla="*/ 6210 w 22930"/>
                <a:gd name="csY84" fmla="*/ 47295 h 59238"/>
                <a:gd name="csX85" fmla="*/ 6688 w 22930"/>
                <a:gd name="csY85" fmla="*/ 47773 h 59238"/>
                <a:gd name="csX86" fmla="*/ 6688 w 22930"/>
                <a:gd name="csY86" fmla="*/ 48251 h 59238"/>
                <a:gd name="csX87" fmla="*/ 6688 w 22930"/>
                <a:gd name="csY87" fmla="*/ 49206 h 59238"/>
                <a:gd name="csX88" fmla="*/ 8121 w 22930"/>
                <a:gd name="csY88" fmla="*/ 49684 h 59238"/>
                <a:gd name="csX89" fmla="*/ 9555 w 22930"/>
                <a:gd name="csY89" fmla="*/ 50162 h 59238"/>
                <a:gd name="csX90" fmla="*/ 10510 w 22930"/>
                <a:gd name="csY90" fmla="*/ 51595 h 59238"/>
                <a:gd name="csX91" fmla="*/ 12421 w 22930"/>
                <a:gd name="csY91" fmla="*/ 53506 h 59238"/>
                <a:gd name="csX92" fmla="*/ 13376 w 22930"/>
                <a:gd name="csY92" fmla="*/ 53506 h 59238"/>
                <a:gd name="csX93" fmla="*/ 13854 w 22930"/>
                <a:gd name="csY93" fmla="*/ 54461 h 59238"/>
                <a:gd name="csX94" fmla="*/ 15287 w 22930"/>
                <a:gd name="csY94" fmla="*/ 55894 h 59238"/>
                <a:gd name="csX95" fmla="*/ 18154 w 22930"/>
                <a:gd name="csY95" fmla="*/ 56372 h 59238"/>
                <a:gd name="csX96" fmla="*/ 20542 w 22930"/>
                <a:gd name="csY96" fmla="*/ 57328 h 59238"/>
                <a:gd name="csX97" fmla="*/ 21498 w 22930"/>
                <a:gd name="csY97" fmla="*/ 58283 h 59238"/>
                <a:gd name="csX98" fmla="*/ 22931 w 22930"/>
                <a:gd name="csY98" fmla="*/ 59239 h 59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</a:cxnLst>
              <a:rect l="l" t="t" r="r" b="b"/>
              <a:pathLst>
                <a:path w="22930" h="59238">
                  <a:moveTo>
                    <a:pt x="22931" y="59239"/>
                  </a:moveTo>
                  <a:lnTo>
                    <a:pt x="22453" y="59239"/>
                  </a:lnTo>
                  <a:lnTo>
                    <a:pt x="21498" y="58283"/>
                  </a:lnTo>
                  <a:lnTo>
                    <a:pt x="20542" y="57328"/>
                  </a:lnTo>
                  <a:lnTo>
                    <a:pt x="17676" y="56372"/>
                  </a:lnTo>
                  <a:lnTo>
                    <a:pt x="15287" y="55894"/>
                  </a:lnTo>
                  <a:lnTo>
                    <a:pt x="13376" y="54461"/>
                  </a:lnTo>
                  <a:lnTo>
                    <a:pt x="13376" y="53506"/>
                  </a:lnTo>
                  <a:lnTo>
                    <a:pt x="12421" y="53506"/>
                  </a:lnTo>
                  <a:lnTo>
                    <a:pt x="10510" y="51595"/>
                  </a:lnTo>
                  <a:lnTo>
                    <a:pt x="9077" y="50162"/>
                  </a:lnTo>
                  <a:lnTo>
                    <a:pt x="8121" y="49684"/>
                  </a:lnTo>
                  <a:lnTo>
                    <a:pt x="6688" y="49206"/>
                  </a:lnTo>
                  <a:lnTo>
                    <a:pt x="6688" y="48251"/>
                  </a:lnTo>
                  <a:lnTo>
                    <a:pt x="6688" y="47773"/>
                  </a:lnTo>
                  <a:lnTo>
                    <a:pt x="6210" y="47295"/>
                  </a:lnTo>
                  <a:lnTo>
                    <a:pt x="5255" y="46817"/>
                  </a:lnTo>
                  <a:lnTo>
                    <a:pt x="4777" y="46340"/>
                  </a:lnTo>
                  <a:lnTo>
                    <a:pt x="4777" y="45384"/>
                  </a:lnTo>
                  <a:lnTo>
                    <a:pt x="5255" y="42518"/>
                  </a:lnTo>
                  <a:lnTo>
                    <a:pt x="4777" y="39651"/>
                  </a:lnTo>
                  <a:lnTo>
                    <a:pt x="2866" y="38696"/>
                  </a:lnTo>
                  <a:lnTo>
                    <a:pt x="2389" y="38218"/>
                  </a:lnTo>
                  <a:lnTo>
                    <a:pt x="956" y="33919"/>
                  </a:lnTo>
                  <a:lnTo>
                    <a:pt x="0" y="32486"/>
                  </a:lnTo>
                  <a:lnTo>
                    <a:pt x="0" y="31052"/>
                  </a:lnTo>
                  <a:lnTo>
                    <a:pt x="478" y="26753"/>
                  </a:lnTo>
                  <a:lnTo>
                    <a:pt x="956" y="24842"/>
                  </a:lnTo>
                  <a:lnTo>
                    <a:pt x="2389" y="21498"/>
                  </a:lnTo>
                  <a:lnTo>
                    <a:pt x="3344" y="20542"/>
                  </a:lnTo>
                  <a:lnTo>
                    <a:pt x="3344" y="19587"/>
                  </a:lnTo>
                  <a:lnTo>
                    <a:pt x="3344" y="18154"/>
                  </a:lnTo>
                  <a:lnTo>
                    <a:pt x="2866" y="15765"/>
                  </a:lnTo>
                  <a:lnTo>
                    <a:pt x="5255" y="14809"/>
                  </a:lnTo>
                  <a:lnTo>
                    <a:pt x="6210" y="13854"/>
                  </a:lnTo>
                  <a:lnTo>
                    <a:pt x="6688" y="12899"/>
                  </a:lnTo>
                  <a:lnTo>
                    <a:pt x="7644" y="11943"/>
                  </a:lnTo>
                  <a:lnTo>
                    <a:pt x="8599" y="10510"/>
                  </a:lnTo>
                  <a:lnTo>
                    <a:pt x="9077" y="9555"/>
                  </a:lnTo>
                  <a:lnTo>
                    <a:pt x="8599" y="9077"/>
                  </a:lnTo>
                  <a:lnTo>
                    <a:pt x="8121" y="9077"/>
                  </a:lnTo>
                  <a:lnTo>
                    <a:pt x="7644" y="8121"/>
                  </a:lnTo>
                  <a:lnTo>
                    <a:pt x="6210" y="5733"/>
                  </a:lnTo>
                  <a:lnTo>
                    <a:pt x="5733" y="5255"/>
                  </a:lnTo>
                  <a:lnTo>
                    <a:pt x="5255" y="4300"/>
                  </a:lnTo>
                  <a:lnTo>
                    <a:pt x="5255" y="3344"/>
                  </a:lnTo>
                  <a:lnTo>
                    <a:pt x="6210" y="2389"/>
                  </a:lnTo>
                  <a:lnTo>
                    <a:pt x="5733" y="1433"/>
                  </a:lnTo>
                  <a:lnTo>
                    <a:pt x="5255" y="956"/>
                  </a:lnTo>
                  <a:lnTo>
                    <a:pt x="3344" y="0"/>
                  </a:lnTo>
                  <a:lnTo>
                    <a:pt x="3344" y="0"/>
                  </a:lnTo>
                  <a:lnTo>
                    <a:pt x="5255" y="956"/>
                  </a:lnTo>
                  <a:lnTo>
                    <a:pt x="6210" y="1433"/>
                  </a:lnTo>
                  <a:lnTo>
                    <a:pt x="6210" y="1911"/>
                  </a:lnTo>
                  <a:lnTo>
                    <a:pt x="5733" y="3344"/>
                  </a:lnTo>
                  <a:lnTo>
                    <a:pt x="5255" y="4300"/>
                  </a:lnTo>
                  <a:lnTo>
                    <a:pt x="5733" y="5255"/>
                  </a:lnTo>
                  <a:lnTo>
                    <a:pt x="6210" y="5733"/>
                  </a:lnTo>
                  <a:lnTo>
                    <a:pt x="7644" y="8121"/>
                  </a:lnTo>
                  <a:lnTo>
                    <a:pt x="8599" y="9077"/>
                  </a:lnTo>
                  <a:lnTo>
                    <a:pt x="9077" y="9077"/>
                  </a:lnTo>
                  <a:lnTo>
                    <a:pt x="9077" y="9555"/>
                  </a:lnTo>
                  <a:lnTo>
                    <a:pt x="8599" y="10510"/>
                  </a:lnTo>
                  <a:lnTo>
                    <a:pt x="8121" y="11943"/>
                  </a:lnTo>
                  <a:lnTo>
                    <a:pt x="6688" y="12899"/>
                  </a:lnTo>
                  <a:lnTo>
                    <a:pt x="6688" y="13854"/>
                  </a:lnTo>
                  <a:lnTo>
                    <a:pt x="5733" y="14809"/>
                  </a:lnTo>
                  <a:lnTo>
                    <a:pt x="2866" y="15765"/>
                  </a:lnTo>
                  <a:lnTo>
                    <a:pt x="3344" y="18154"/>
                  </a:lnTo>
                  <a:lnTo>
                    <a:pt x="3344" y="19587"/>
                  </a:lnTo>
                  <a:lnTo>
                    <a:pt x="3344" y="20542"/>
                  </a:lnTo>
                  <a:lnTo>
                    <a:pt x="2866" y="21498"/>
                  </a:lnTo>
                  <a:lnTo>
                    <a:pt x="1433" y="24842"/>
                  </a:lnTo>
                  <a:lnTo>
                    <a:pt x="956" y="26753"/>
                  </a:lnTo>
                  <a:lnTo>
                    <a:pt x="478" y="31052"/>
                  </a:lnTo>
                  <a:lnTo>
                    <a:pt x="478" y="32486"/>
                  </a:lnTo>
                  <a:lnTo>
                    <a:pt x="956" y="33919"/>
                  </a:lnTo>
                  <a:lnTo>
                    <a:pt x="2389" y="38218"/>
                  </a:lnTo>
                  <a:lnTo>
                    <a:pt x="3344" y="38696"/>
                  </a:lnTo>
                  <a:lnTo>
                    <a:pt x="5255" y="39651"/>
                  </a:lnTo>
                  <a:lnTo>
                    <a:pt x="5255" y="42518"/>
                  </a:lnTo>
                  <a:lnTo>
                    <a:pt x="5255" y="45384"/>
                  </a:lnTo>
                  <a:lnTo>
                    <a:pt x="5255" y="46340"/>
                  </a:lnTo>
                  <a:lnTo>
                    <a:pt x="5255" y="46817"/>
                  </a:lnTo>
                  <a:lnTo>
                    <a:pt x="6210" y="47295"/>
                  </a:lnTo>
                  <a:lnTo>
                    <a:pt x="6688" y="47773"/>
                  </a:lnTo>
                  <a:lnTo>
                    <a:pt x="6688" y="48251"/>
                  </a:lnTo>
                  <a:lnTo>
                    <a:pt x="6688" y="49206"/>
                  </a:lnTo>
                  <a:lnTo>
                    <a:pt x="8121" y="49684"/>
                  </a:lnTo>
                  <a:lnTo>
                    <a:pt x="9555" y="50162"/>
                  </a:lnTo>
                  <a:lnTo>
                    <a:pt x="10510" y="51595"/>
                  </a:lnTo>
                  <a:lnTo>
                    <a:pt x="12421" y="53506"/>
                  </a:lnTo>
                  <a:lnTo>
                    <a:pt x="13376" y="53506"/>
                  </a:lnTo>
                  <a:lnTo>
                    <a:pt x="13854" y="54461"/>
                  </a:lnTo>
                  <a:lnTo>
                    <a:pt x="15287" y="55894"/>
                  </a:lnTo>
                  <a:lnTo>
                    <a:pt x="18154" y="56372"/>
                  </a:lnTo>
                  <a:lnTo>
                    <a:pt x="20542" y="57328"/>
                  </a:lnTo>
                  <a:lnTo>
                    <a:pt x="21498" y="58283"/>
                  </a:lnTo>
                  <a:lnTo>
                    <a:pt x="22931" y="5923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7" name="Freeform 2516">
              <a:extLst>
                <a:ext uri="{FF2B5EF4-FFF2-40B4-BE49-F238E27FC236}">
                  <a16:creationId xmlns:a16="http://schemas.microsoft.com/office/drawing/2014/main" id="{FF20D50B-C4DB-16A5-7664-EFA81B215BC1}"/>
                </a:ext>
              </a:extLst>
            </p:cNvPr>
            <p:cNvSpPr/>
            <p:nvPr/>
          </p:nvSpPr>
          <p:spPr>
            <a:xfrm>
              <a:off x="4674754" y="5821253"/>
              <a:ext cx="33441" cy="24841"/>
            </a:xfrm>
            <a:custGeom>
              <a:avLst/>
              <a:gdLst>
                <a:gd name="csX0" fmla="*/ 32486 w 33441"/>
                <a:gd name="csY0" fmla="*/ 955 h 24841"/>
                <a:gd name="csX1" fmla="*/ 33441 w 33441"/>
                <a:gd name="csY1" fmla="*/ 2389 h 24841"/>
                <a:gd name="csX2" fmla="*/ 32963 w 33441"/>
                <a:gd name="csY2" fmla="*/ 3822 h 24841"/>
                <a:gd name="csX3" fmla="*/ 32008 w 33441"/>
                <a:gd name="csY3" fmla="*/ 4777 h 24841"/>
                <a:gd name="csX4" fmla="*/ 31052 w 33441"/>
                <a:gd name="csY4" fmla="*/ 6210 h 24841"/>
                <a:gd name="csX5" fmla="*/ 30097 w 33441"/>
                <a:gd name="csY5" fmla="*/ 7166 h 24841"/>
                <a:gd name="csX6" fmla="*/ 28664 w 33441"/>
                <a:gd name="csY6" fmla="*/ 8121 h 24841"/>
                <a:gd name="csX7" fmla="*/ 27708 w 33441"/>
                <a:gd name="csY7" fmla="*/ 9555 h 24841"/>
                <a:gd name="csX8" fmla="*/ 24842 w 33441"/>
                <a:gd name="csY8" fmla="*/ 13376 h 24841"/>
                <a:gd name="csX9" fmla="*/ 20542 w 33441"/>
                <a:gd name="csY9" fmla="*/ 18154 h 24841"/>
                <a:gd name="csX10" fmla="*/ 19109 w 33441"/>
                <a:gd name="csY10" fmla="*/ 18631 h 24841"/>
                <a:gd name="csX11" fmla="*/ 16721 w 33441"/>
                <a:gd name="csY11" fmla="*/ 19109 h 24841"/>
                <a:gd name="csX12" fmla="*/ 15287 w 33441"/>
                <a:gd name="csY12" fmla="*/ 18631 h 24841"/>
                <a:gd name="csX13" fmla="*/ 14332 w 33441"/>
                <a:gd name="csY13" fmla="*/ 18631 h 24841"/>
                <a:gd name="csX14" fmla="*/ 13376 w 33441"/>
                <a:gd name="csY14" fmla="*/ 21020 h 24841"/>
                <a:gd name="csX15" fmla="*/ 11943 w 33441"/>
                <a:gd name="csY15" fmla="*/ 23409 h 24841"/>
                <a:gd name="csX16" fmla="*/ 11466 w 33441"/>
                <a:gd name="csY16" fmla="*/ 23409 h 24841"/>
                <a:gd name="csX17" fmla="*/ 10032 w 33441"/>
                <a:gd name="csY17" fmla="*/ 23886 h 24841"/>
                <a:gd name="csX18" fmla="*/ 9555 w 33441"/>
                <a:gd name="csY18" fmla="*/ 23886 h 24841"/>
                <a:gd name="csX19" fmla="*/ 9077 w 33441"/>
                <a:gd name="csY19" fmla="*/ 24842 h 24841"/>
                <a:gd name="csX20" fmla="*/ 5733 w 33441"/>
                <a:gd name="csY20" fmla="*/ 24842 h 24841"/>
                <a:gd name="csX21" fmla="*/ 2866 w 33441"/>
                <a:gd name="csY21" fmla="*/ 23409 h 24841"/>
                <a:gd name="csX22" fmla="*/ 0 w 33441"/>
                <a:gd name="csY22" fmla="*/ 20542 h 24841"/>
                <a:gd name="csX23" fmla="*/ 3822 w 33441"/>
                <a:gd name="csY23" fmla="*/ 17676 h 24841"/>
                <a:gd name="csX24" fmla="*/ 7644 w 33441"/>
                <a:gd name="csY24" fmla="*/ 17676 h 24841"/>
                <a:gd name="csX25" fmla="*/ 10032 w 33441"/>
                <a:gd name="csY25" fmla="*/ 15287 h 24841"/>
                <a:gd name="csX26" fmla="*/ 12421 w 33441"/>
                <a:gd name="csY26" fmla="*/ 14332 h 24841"/>
                <a:gd name="csX27" fmla="*/ 13376 w 33441"/>
                <a:gd name="csY27" fmla="*/ 13376 h 24841"/>
                <a:gd name="csX28" fmla="*/ 14332 w 33441"/>
                <a:gd name="csY28" fmla="*/ 12421 h 24841"/>
                <a:gd name="csX29" fmla="*/ 14332 w 33441"/>
                <a:gd name="csY29" fmla="*/ 11465 h 24841"/>
                <a:gd name="csX30" fmla="*/ 13854 w 33441"/>
                <a:gd name="csY30" fmla="*/ 10510 h 24841"/>
                <a:gd name="csX31" fmla="*/ 12421 w 33441"/>
                <a:gd name="csY31" fmla="*/ 10988 h 24841"/>
                <a:gd name="csX32" fmla="*/ 11466 w 33441"/>
                <a:gd name="csY32" fmla="*/ 11465 h 24841"/>
                <a:gd name="csX33" fmla="*/ 9077 w 33441"/>
                <a:gd name="csY33" fmla="*/ 11943 h 24841"/>
                <a:gd name="csX34" fmla="*/ 7644 w 33441"/>
                <a:gd name="csY34" fmla="*/ 10510 h 24841"/>
                <a:gd name="csX35" fmla="*/ 8599 w 33441"/>
                <a:gd name="csY35" fmla="*/ 10032 h 24841"/>
                <a:gd name="csX36" fmla="*/ 10032 w 33441"/>
                <a:gd name="csY36" fmla="*/ 10032 h 24841"/>
                <a:gd name="csX37" fmla="*/ 13376 w 33441"/>
                <a:gd name="csY37" fmla="*/ 9077 h 24841"/>
                <a:gd name="csX38" fmla="*/ 14332 w 33441"/>
                <a:gd name="csY38" fmla="*/ 8599 h 24841"/>
                <a:gd name="csX39" fmla="*/ 12899 w 33441"/>
                <a:gd name="csY39" fmla="*/ 6688 h 24841"/>
                <a:gd name="csX40" fmla="*/ 10988 w 33441"/>
                <a:gd name="csY40" fmla="*/ 5733 h 24841"/>
                <a:gd name="csX41" fmla="*/ 9077 w 33441"/>
                <a:gd name="csY41" fmla="*/ 3822 h 24841"/>
                <a:gd name="csX42" fmla="*/ 8599 w 33441"/>
                <a:gd name="csY42" fmla="*/ 3344 h 24841"/>
                <a:gd name="csX43" fmla="*/ 8599 w 33441"/>
                <a:gd name="csY43" fmla="*/ 2389 h 24841"/>
                <a:gd name="csX44" fmla="*/ 7644 w 33441"/>
                <a:gd name="csY44" fmla="*/ 478 h 24841"/>
                <a:gd name="csX45" fmla="*/ 9077 w 33441"/>
                <a:gd name="csY45" fmla="*/ 0 h 24841"/>
                <a:gd name="csX46" fmla="*/ 10510 w 33441"/>
                <a:gd name="csY46" fmla="*/ 1433 h 24841"/>
                <a:gd name="csX47" fmla="*/ 13376 w 33441"/>
                <a:gd name="csY47" fmla="*/ 3344 h 24841"/>
                <a:gd name="csX48" fmla="*/ 16243 w 33441"/>
                <a:gd name="csY48" fmla="*/ 3822 h 24841"/>
                <a:gd name="csX49" fmla="*/ 19109 w 33441"/>
                <a:gd name="csY49" fmla="*/ 1911 h 24841"/>
                <a:gd name="csX50" fmla="*/ 20542 w 33441"/>
                <a:gd name="csY50" fmla="*/ 955 h 24841"/>
                <a:gd name="csX51" fmla="*/ 22453 w 33441"/>
                <a:gd name="csY51" fmla="*/ 1433 h 24841"/>
                <a:gd name="csX52" fmla="*/ 23409 w 33441"/>
                <a:gd name="csY52" fmla="*/ 2866 h 24841"/>
                <a:gd name="csX53" fmla="*/ 24842 w 33441"/>
                <a:gd name="csY53" fmla="*/ 2866 h 24841"/>
                <a:gd name="csX54" fmla="*/ 29141 w 33441"/>
                <a:gd name="csY54" fmla="*/ 1433 h 24841"/>
                <a:gd name="csX55" fmla="*/ 29619 w 33441"/>
                <a:gd name="csY55" fmla="*/ 1911 h 24841"/>
                <a:gd name="csX56" fmla="*/ 31052 w 33441"/>
                <a:gd name="csY56" fmla="*/ 478 h 24841"/>
                <a:gd name="csX57" fmla="*/ 32486 w 33441"/>
                <a:gd name="csY57" fmla="*/ 955 h 24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</a:cxnLst>
              <a:rect l="l" t="t" r="r" b="b"/>
              <a:pathLst>
                <a:path w="33441" h="24841">
                  <a:moveTo>
                    <a:pt x="32486" y="955"/>
                  </a:moveTo>
                  <a:lnTo>
                    <a:pt x="33441" y="2389"/>
                  </a:lnTo>
                  <a:lnTo>
                    <a:pt x="32963" y="3822"/>
                  </a:lnTo>
                  <a:lnTo>
                    <a:pt x="32008" y="4777"/>
                  </a:lnTo>
                  <a:lnTo>
                    <a:pt x="31052" y="6210"/>
                  </a:lnTo>
                  <a:lnTo>
                    <a:pt x="30097" y="7166"/>
                  </a:lnTo>
                  <a:lnTo>
                    <a:pt x="28664" y="8121"/>
                  </a:lnTo>
                  <a:lnTo>
                    <a:pt x="27708" y="9555"/>
                  </a:lnTo>
                  <a:lnTo>
                    <a:pt x="24842" y="13376"/>
                  </a:lnTo>
                  <a:lnTo>
                    <a:pt x="20542" y="18154"/>
                  </a:lnTo>
                  <a:lnTo>
                    <a:pt x="19109" y="18631"/>
                  </a:lnTo>
                  <a:lnTo>
                    <a:pt x="16721" y="19109"/>
                  </a:lnTo>
                  <a:lnTo>
                    <a:pt x="15287" y="18631"/>
                  </a:lnTo>
                  <a:lnTo>
                    <a:pt x="14332" y="18631"/>
                  </a:lnTo>
                  <a:lnTo>
                    <a:pt x="13376" y="21020"/>
                  </a:lnTo>
                  <a:lnTo>
                    <a:pt x="11943" y="23409"/>
                  </a:lnTo>
                  <a:lnTo>
                    <a:pt x="11466" y="23409"/>
                  </a:lnTo>
                  <a:lnTo>
                    <a:pt x="10032" y="23886"/>
                  </a:lnTo>
                  <a:lnTo>
                    <a:pt x="9555" y="23886"/>
                  </a:lnTo>
                  <a:lnTo>
                    <a:pt x="9077" y="24842"/>
                  </a:lnTo>
                  <a:lnTo>
                    <a:pt x="5733" y="24842"/>
                  </a:lnTo>
                  <a:lnTo>
                    <a:pt x="2866" y="23409"/>
                  </a:lnTo>
                  <a:lnTo>
                    <a:pt x="0" y="20542"/>
                  </a:lnTo>
                  <a:lnTo>
                    <a:pt x="3822" y="17676"/>
                  </a:lnTo>
                  <a:lnTo>
                    <a:pt x="7644" y="17676"/>
                  </a:lnTo>
                  <a:lnTo>
                    <a:pt x="10032" y="15287"/>
                  </a:lnTo>
                  <a:lnTo>
                    <a:pt x="12421" y="14332"/>
                  </a:lnTo>
                  <a:lnTo>
                    <a:pt x="13376" y="13376"/>
                  </a:lnTo>
                  <a:lnTo>
                    <a:pt x="14332" y="12421"/>
                  </a:lnTo>
                  <a:lnTo>
                    <a:pt x="14332" y="11465"/>
                  </a:lnTo>
                  <a:lnTo>
                    <a:pt x="13854" y="10510"/>
                  </a:lnTo>
                  <a:lnTo>
                    <a:pt x="12421" y="10988"/>
                  </a:lnTo>
                  <a:lnTo>
                    <a:pt x="11466" y="11465"/>
                  </a:lnTo>
                  <a:lnTo>
                    <a:pt x="9077" y="11943"/>
                  </a:lnTo>
                  <a:lnTo>
                    <a:pt x="7644" y="10510"/>
                  </a:lnTo>
                  <a:lnTo>
                    <a:pt x="8599" y="10032"/>
                  </a:lnTo>
                  <a:lnTo>
                    <a:pt x="10032" y="10032"/>
                  </a:lnTo>
                  <a:lnTo>
                    <a:pt x="13376" y="9077"/>
                  </a:lnTo>
                  <a:lnTo>
                    <a:pt x="14332" y="8599"/>
                  </a:lnTo>
                  <a:lnTo>
                    <a:pt x="12899" y="6688"/>
                  </a:lnTo>
                  <a:lnTo>
                    <a:pt x="10988" y="5733"/>
                  </a:lnTo>
                  <a:lnTo>
                    <a:pt x="9077" y="3822"/>
                  </a:lnTo>
                  <a:lnTo>
                    <a:pt x="8599" y="3344"/>
                  </a:lnTo>
                  <a:lnTo>
                    <a:pt x="8599" y="2389"/>
                  </a:lnTo>
                  <a:lnTo>
                    <a:pt x="7644" y="478"/>
                  </a:lnTo>
                  <a:lnTo>
                    <a:pt x="9077" y="0"/>
                  </a:lnTo>
                  <a:lnTo>
                    <a:pt x="10510" y="1433"/>
                  </a:lnTo>
                  <a:lnTo>
                    <a:pt x="13376" y="3344"/>
                  </a:lnTo>
                  <a:lnTo>
                    <a:pt x="16243" y="3822"/>
                  </a:lnTo>
                  <a:lnTo>
                    <a:pt x="19109" y="1911"/>
                  </a:lnTo>
                  <a:lnTo>
                    <a:pt x="20542" y="955"/>
                  </a:lnTo>
                  <a:lnTo>
                    <a:pt x="22453" y="1433"/>
                  </a:lnTo>
                  <a:lnTo>
                    <a:pt x="23409" y="2866"/>
                  </a:lnTo>
                  <a:lnTo>
                    <a:pt x="24842" y="2866"/>
                  </a:lnTo>
                  <a:lnTo>
                    <a:pt x="29141" y="1433"/>
                  </a:lnTo>
                  <a:lnTo>
                    <a:pt x="29619" y="1911"/>
                  </a:lnTo>
                  <a:lnTo>
                    <a:pt x="31052" y="478"/>
                  </a:lnTo>
                  <a:lnTo>
                    <a:pt x="3248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8" name="Freeform 2517">
              <a:extLst>
                <a:ext uri="{FF2B5EF4-FFF2-40B4-BE49-F238E27FC236}">
                  <a16:creationId xmlns:a16="http://schemas.microsoft.com/office/drawing/2014/main" id="{A8EABD27-B682-11B0-5245-F19C87990CB2}"/>
                </a:ext>
              </a:extLst>
            </p:cNvPr>
            <p:cNvSpPr/>
            <p:nvPr/>
          </p:nvSpPr>
          <p:spPr>
            <a:xfrm>
              <a:off x="4701029" y="4491732"/>
              <a:ext cx="4299" cy="4777"/>
            </a:xfrm>
            <a:custGeom>
              <a:avLst/>
              <a:gdLst>
                <a:gd name="csX0" fmla="*/ 4300 w 4299"/>
                <a:gd name="csY0" fmla="*/ 2867 h 4777"/>
                <a:gd name="csX1" fmla="*/ 2866 w 4299"/>
                <a:gd name="csY1" fmla="*/ 4300 h 4777"/>
                <a:gd name="csX2" fmla="*/ 2389 w 4299"/>
                <a:gd name="csY2" fmla="*/ 4777 h 4777"/>
                <a:gd name="csX3" fmla="*/ 478 w 4299"/>
                <a:gd name="csY3" fmla="*/ 3822 h 4777"/>
                <a:gd name="csX4" fmla="*/ 0 w 4299"/>
                <a:gd name="csY4" fmla="*/ 2867 h 4777"/>
                <a:gd name="csX5" fmla="*/ 0 w 4299"/>
                <a:gd name="csY5" fmla="*/ 0 h 4777"/>
                <a:gd name="csX6" fmla="*/ 956 w 4299"/>
                <a:gd name="csY6" fmla="*/ 0 h 4777"/>
                <a:gd name="csX7" fmla="*/ 2866 w 4299"/>
                <a:gd name="csY7" fmla="*/ 2389 h 4777"/>
                <a:gd name="csX8" fmla="*/ 4300 w 4299"/>
                <a:gd name="csY8" fmla="*/ 286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4777">
                  <a:moveTo>
                    <a:pt x="4300" y="2867"/>
                  </a:moveTo>
                  <a:lnTo>
                    <a:pt x="2866" y="4300"/>
                  </a:lnTo>
                  <a:lnTo>
                    <a:pt x="2389" y="4777"/>
                  </a:lnTo>
                  <a:lnTo>
                    <a:pt x="478" y="3822"/>
                  </a:lnTo>
                  <a:lnTo>
                    <a:pt x="0" y="2867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2866" y="2389"/>
                  </a:lnTo>
                  <a:lnTo>
                    <a:pt x="4300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9" name="Freeform 2518">
              <a:extLst>
                <a:ext uri="{FF2B5EF4-FFF2-40B4-BE49-F238E27FC236}">
                  <a16:creationId xmlns:a16="http://schemas.microsoft.com/office/drawing/2014/main" id="{07052E8A-B0A9-1910-A61C-31D74F67D4B9}"/>
                </a:ext>
              </a:extLst>
            </p:cNvPr>
            <p:cNvSpPr/>
            <p:nvPr/>
          </p:nvSpPr>
          <p:spPr>
            <a:xfrm>
              <a:off x="4698163" y="5844184"/>
              <a:ext cx="1910" cy="3344"/>
            </a:xfrm>
            <a:custGeom>
              <a:avLst/>
              <a:gdLst>
                <a:gd name="csX0" fmla="*/ 1911 w 1910"/>
                <a:gd name="csY0" fmla="*/ 1433 h 3344"/>
                <a:gd name="csX1" fmla="*/ 1911 w 1910"/>
                <a:gd name="csY1" fmla="*/ 2866 h 3344"/>
                <a:gd name="csX2" fmla="*/ 955 w 1910"/>
                <a:gd name="csY2" fmla="*/ 3344 h 3344"/>
                <a:gd name="csX3" fmla="*/ 478 w 1910"/>
                <a:gd name="csY3" fmla="*/ 3344 h 3344"/>
                <a:gd name="csX4" fmla="*/ 0 w 1910"/>
                <a:gd name="csY4" fmla="*/ 2389 h 3344"/>
                <a:gd name="csX5" fmla="*/ 0 w 1910"/>
                <a:gd name="csY5" fmla="*/ 956 h 3344"/>
                <a:gd name="csX6" fmla="*/ 0 w 1910"/>
                <a:gd name="csY6" fmla="*/ 0 h 3344"/>
                <a:gd name="csX7" fmla="*/ 478 w 1910"/>
                <a:gd name="csY7" fmla="*/ 478 h 3344"/>
                <a:gd name="csX8" fmla="*/ 1911 w 1910"/>
                <a:gd name="csY8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0" h="3344">
                  <a:moveTo>
                    <a:pt x="1911" y="1433"/>
                  </a:moveTo>
                  <a:lnTo>
                    <a:pt x="1911" y="2866"/>
                  </a:lnTo>
                  <a:lnTo>
                    <a:pt x="955" y="3344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0" name="Freeform 2519">
              <a:extLst>
                <a:ext uri="{FF2B5EF4-FFF2-40B4-BE49-F238E27FC236}">
                  <a16:creationId xmlns:a16="http://schemas.microsoft.com/office/drawing/2014/main" id="{866ECE65-3A3E-801F-7D5A-9F5AB41EAB8E}"/>
                </a:ext>
              </a:extLst>
            </p:cNvPr>
            <p:cNvSpPr/>
            <p:nvPr/>
          </p:nvSpPr>
          <p:spPr>
            <a:xfrm>
              <a:off x="4691474" y="3846319"/>
              <a:ext cx="7643" cy="2388"/>
            </a:xfrm>
            <a:custGeom>
              <a:avLst/>
              <a:gdLst>
                <a:gd name="csX0" fmla="*/ 7644 w 7643"/>
                <a:gd name="csY0" fmla="*/ 0 h 2388"/>
                <a:gd name="csX1" fmla="*/ 6688 w 7643"/>
                <a:gd name="csY1" fmla="*/ 1433 h 2388"/>
                <a:gd name="csX2" fmla="*/ 3822 w 7643"/>
                <a:gd name="csY2" fmla="*/ 2389 h 2388"/>
                <a:gd name="csX3" fmla="*/ 1433 w 7643"/>
                <a:gd name="csY3" fmla="*/ 2389 h 2388"/>
                <a:gd name="csX4" fmla="*/ 0 w 7643"/>
                <a:gd name="csY4" fmla="*/ 1433 h 2388"/>
                <a:gd name="csX5" fmla="*/ 0 w 7643"/>
                <a:gd name="csY5" fmla="*/ 956 h 2388"/>
                <a:gd name="csX6" fmla="*/ 3822 w 7643"/>
                <a:gd name="csY6" fmla="*/ 1433 h 2388"/>
                <a:gd name="csX7" fmla="*/ 5255 w 7643"/>
                <a:gd name="csY7" fmla="*/ 1433 h 2388"/>
                <a:gd name="csX8" fmla="*/ 7644 w 7643"/>
                <a:gd name="csY8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43" h="2388">
                  <a:moveTo>
                    <a:pt x="7644" y="0"/>
                  </a:moveTo>
                  <a:lnTo>
                    <a:pt x="6688" y="1433"/>
                  </a:lnTo>
                  <a:lnTo>
                    <a:pt x="3822" y="2389"/>
                  </a:lnTo>
                  <a:lnTo>
                    <a:pt x="1433" y="2389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3822" y="1433"/>
                  </a:lnTo>
                  <a:lnTo>
                    <a:pt x="5255" y="1433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1" name="Freeform 2520">
              <a:extLst>
                <a:ext uri="{FF2B5EF4-FFF2-40B4-BE49-F238E27FC236}">
                  <a16:creationId xmlns:a16="http://schemas.microsoft.com/office/drawing/2014/main" id="{60D10C5E-BF7C-96C0-D9FF-671D30360D8F}"/>
                </a:ext>
              </a:extLst>
            </p:cNvPr>
            <p:cNvSpPr/>
            <p:nvPr/>
          </p:nvSpPr>
          <p:spPr>
            <a:xfrm>
              <a:off x="4664244" y="3768449"/>
              <a:ext cx="32963" cy="37740"/>
            </a:xfrm>
            <a:custGeom>
              <a:avLst/>
              <a:gdLst>
                <a:gd name="csX0" fmla="*/ 32963 w 32963"/>
                <a:gd name="csY0" fmla="*/ 27231 h 37740"/>
                <a:gd name="csX1" fmla="*/ 32963 w 32963"/>
                <a:gd name="csY1" fmla="*/ 28186 h 37740"/>
                <a:gd name="csX2" fmla="*/ 29142 w 32963"/>
                <a:gd name="csY2" fmla="*/ 29619 h 37740"/>
                <a:gd name="csX3" fmla="*/ 27231 w 32963"/>
                <a:gd name="csY3" fmla="*/ 31052 h 37740"/>
                <a:gd name="csX4" fmla="*/ 25320 w 32963"/>
                <a:gd name="csY4" fmla="*/ 33441 h 37740"/>
                <a:gd name="csX5" fmla="*/ 21976 w 32963"/>
                <a:gd name="csY5" fmla="*/ 35352 h 37740"/>
                <a:gd name="csX6" fmla="*/ 16243 w 32963"/>
                <a:gd name="csY6" fmla="*/ 37263 h 37740"/>
                <a:gd name="csX7" fmla="*/ 14332 w 32963"/>
                <a:gd name="csY7" fmla="*/ 37263 h 37740"/>
                <a:gd name="csX8" fmla="*/ 12421 w 32963"/>
                <a:gd name="csY8" fmla="*/ 36785 h 37740"/>
                <a:gd name="csX9" fmla="*/ 10032 w 32963"/>
                <a:gd name="csY9" fmla="*/ 36785 h 37740"/>
                <a:gd name="csX10" fmla="*/ 8121 w 32963"/>
                <a:gd name="csY10" fmla="*/ 37263 h 37740"/>
                <a:gd name="csX11" fmla="*/ 6210 w 32963"/>
                <a:gd name="csY11" fmla="*/ 37263 h 37740"/>
                <a:gd name="csX12" fmla="*/ 5255 w 32963"/>
                <a:gd name="csY12" fmla="*/ 37740 h 37740"/>
                <a:gd name="csX13" fmla="*/ 4300 w 32963"/>
                <a:gd name="csY13" fmla="*/ 37740 h 37740"/>
                <a:gd name="csX14" fmla="*/ 3344 w 32963"/>
                <a:gd name="csY14" fmla="*/ 36785 h 37740"/>
                <a:gd name="csX15" fmla="*/ 1911 w 32963"/>
                <a:gd name="csY15" fmla="*/ 35352 h 37740"/>
                <a:gd name="csX16" fmla="*/ 956 w 32963"/>
                <a:gd name="csY16" fmla="*/ 33919 h 37740"/>
                <a:gd name="csX17" fmla="*/ 0 w 32963"/>
                <a:gd name="csY17" fmla="*/ 28186 h 37740"/>
                <a:gd name="csX18" fmla="*/ 478 w 32963"/>
                <a:gd name="csY18" fmla="*/ 24842 h 37740"/>
                <a:gd name="csX19" fmla="*/ 1911 w 32963"/>
                <a:gd name="csY19" fmla="*/ 21975 h 37740"/>
                <a:gd name="csX20" fmla="*/ 3822 w 32963"/>
                <a:gd name="csY20" fmla="*/ 20065 h 37740"/>
                <a:gd name="csX21" fmla="*/ 4777 w 32963"/>
                <a:gd name="csY21" fmla="*/ 18631 h 37740"/>
                <a:gd name="csX22" fmla="*/ 10032 w 32963"/>
                <a:gd name="csY22" fmla="*/ 9555 h 37740"/>
                <a:gd name="csX23" fmla="*/ 10988 w 32963"/>
                <a:gd name="csY23" fmla="*/ 7166 h 37740"/>
                <a:gd name="csX24" fmla="*/ 12421 w 32963"/>
                <a:gd name="csY24" fmla="*/ 5733 h 37740"/>
                <a:gd name="csX25" fmla="*/ 14332 w 32963"/>
                <a:gd name="csY25" fmla="*/ 3822 h 37740"/>
                <a:gd name="csX26" fmla="*/ 17198 w 32963"/>
                <a:gd name="csY26" fmla="*/ 956 h 37740"/>
                <a:gd name="csX27" fmla="*/ 18154 w 32963"/>
                <a:gd name="csY27" fmla="*/ 0 h 37740"/>
                <a:gd name="csX28" fmla="*/ 20065 w 32963"/>
                <a:gd name="csY28" fmla="*/ 0 h 37740"/>
                <a:gd name="csX29" fmla="*/ 21498 w 32963"/>
                <a:gd name="csY29" fmla="*/ 0 h 37740"/>
                <a:gd name="csX30" fmla="*/ 21020 w 32963"/>
                <a:gd name="csY30" fmla="*/ 956 h 37740"/>
                <a:gd name="csX31" fmla="*/ 21020 w 32963"/>
                <a:gd name="csY31" fmla="*/ 2389 h 37740"/>
                <a:gd name="csX32" fmla="*/ 22931 w 32963"/>
                <a:gd name="csY32" fmla="*/ 6210 h 37740"/>
                <a:gd name="csX33" fmla="*/ 22931 w 32963"/>
                <a:gd name="csY33" fmla="*/ 7166 h 37740"/>
                <a:gd name="csX34" fmla="*/ 21976 w 32963"/>
                <a:gd name="csY34" fmla="*/ 10510 h 37740"/>
                <a:gd name="csX35" fmla="*/ 20065 w 32963"/>
                <a:gd name="csY35" fmla="*/ 15765 h 37740"/>
                <a:gd name="csX36" fmla="*/ 19587 w 32963"/>
                <a:gd name="csY36" fmla="*/ 18631 h 37740"/>
                <a:gd name="csX37" fmla="*/ 19587 w 32963"/>
                <a:gd name="csY37" fmla="*/ 19587 h 37740"/>
                <a:gd name="csX38" fmla="*/ 19109 w 32963"/>
                <a:gd name="csY38" fmla="*/ 21020 h 37740"/>
                <a:gd name="csX39" fmla="*/ 18154 w 32963"/>
                <a:gd name="csY39" fmla="*/ 21975 h 37740"/>
                <a:gd name="csX40" fmla="*/ 14810 w 32963"/>
                <a:gd name="csY40" fmla="*/ 23886 h 37740"/>
                <a:gd name="csX41" fmla="*/ 13376 w 32963"/>
                <a:gd name="csY41" fmla="*/ 24364 h 37740"/>
                <a:gd name="csX42" fmla="*/ 11466 w 32963"/>
                <a:gd name="csY42" fmla="*/ 25320 h 37740"/>
                <a:gd name="csX43" fmla="*/ 7644 w 32963"/>
                <a:gd name="csY43" fmla="*/ 27708 h 37740"/>
                <a:gd name="csX44" fmla="*/ 8599 w 32963"/>
                <a:gd name="csY44" fmla="*/ 28186 h 37740"/>
                <a:gd name="csX45" fmla="*/ 10988 w 32963"/>
                <a:gd name="csY45" fmla="*/ 26753 h 37740"/>
                <a:gd name="csX46" fmla="*/ 12421 w 32963"/>
                <a:gd name="csY46" fmla="*/ 26753 h 37740"/>
                <a:gd name="csX47" fmla="*/ 12421 w 32963"/>
                <a:gd name="csY47" fmla="*/ 27708 h 37740"/>
                <a:gd name="csX48" fmla="*/ 10032 w 32963"/>
                <a:gd name="csY48" fmla="*/ 28664 h 37740"/>
                <a:gd name="csX49" fmla="*/ 9077 w 32963"/>
                <a:gd name="csY49" fmla="*/ 29619 h 37740"/>
                <a:gd name="csX50" fmla="*/ 10510 w 32963"/>
                <a:gd name="csY50" fmla="*/ 30097 h 37740"/>
                <a:gd name="csX51" fmla="*/ 10510 w 32963"/>
                <a:gd name="csY51" fmla="*/ 30575 h 37740"/>
                <a:gd name="csX52" fmla="*/ 8599 w 32963"/>
                <a:gd name="csY52" fmla="*/ 32008 h 37740"/>
                <a:gd name="csX53" fmla="*/ 8121 w 32963"/>
                <a:gd name="csY53" fmla="*/ 32963 h 37740"/>
                <a:gd name="csX54" fmla="*/ 8599 w 32963"/>
                <a:gd name="csY54" fmla="*/ 34397 h 37740"/>
                <a:gd name="csX55" fmla="*/ 10988 w 32963"/>
                <a:gd name="csY55" fmla="*/ 32963 h 37740"/>
                <a:gd name="csX56" fmla="*/ 12421 w 32963"/>
                <a:gd name="csY56" fmla="*/ 32963 h 37740"/>
                <a:gd name="csX57" fmla="*/ 13854 w 32963"/>
                <a:gd name="csY57" fmla="*/ 33441 h 37740"/>
                <a:gd name="csX58" fmla="*/ 14810 w 32963"/>
                <a:gd name="csY58" fmla="*/ 32963 h 37740"/>
                <a:gd name="csX59" fmla="*/ 15765 w 32963"/>
                <a:gd name="csY59" fmla="*/ 32486 h 37740"/>
                <a:gd name="csX60" fmla="*/ 20065 w 32963"/>
                <a:gd name="csY60" fmla="*/ 27708 h 37740"/>
                <a:gd name="csX61" fmla="*/ 20542 w 32963"/>
                <a:gd name="csY61" fmla="*/ 27231 h 37740"/>
                <a:gd name="csX62" fmla="*/ 15765 w 32963"/>
                <a:gd name="csY62" fmla="*/ 28186 h 37740"/>
                <a:gd name="csX63" fmla="*/ 15287 w 32963"/>
                <a:gd name="csY63" fmla="*/ 27708 h 37740"/>
                <a:gd name="csX64" fmla="*/ 18154 w 32963"/>
                <a:gd name="csY64" fmla="*/ 24842 h 37740"/>
                <a:gd name="csX65" fmla="*/ 18154 w 32963"/>
                <a:gd name="csY65" fmla="*/ 23409 h 37740"/>
                <a:gd name="csX66" fmla="*/ 19587 w 32963"/>
                <a:gd name="csY66" fmla="*/ 21020 h 37740"/>
                <a:gd name="csX67" fmla="*/ 21020 w 32963"/>
                <a:gd name="csY67" fmla="*/ 20065 h 37740"/>
                <a:gd name="csX68" fmla="*/ 21976 w 32963"/>
                <a:gd name="csY68" fmla="*/ 19109 h 37740"/>
                <a:gd name="csX69" fmla="*/ 23886 w 32963"/>
                <a:gd name="csY69" fmla="*/ 18154 h 37740"/>
                <a:gd name="csX70" fmla="*/ 24842 w 32963"/>
                <a:gd name="csY70" fmla="*/ 19587 h 37740"/>
                <a:gd name="csX71" fmla="*/ 25320 w 32963"/>
                <a:gd name="csY71" fmla="*/ 21498 h 37740"/>
                <a:gd name="csX72" fmla="*/ 27708 w 32963"/>
                <a:gd name="csY72" fmla="*/ 21020 h 37740"/>
                <a:gd name="csX73" fmla="*/ 30575 w 32963"/>
                <a:gd name="csY73" fmla="*/ 21498 h 37740"/>
                <a:gd name="csX74" fmla="*/ 32486 w 32963"/>
                <a:gd name="csY74" fmla="*/ 22453 h 37740"/>
                <a:gd name="csX75" fmla="*/ 32486 w 32963"/>
                <a:gd name="csY75" fmla="*/ 22931 h 37740"/>
                <a:gd name="csX76" fmla="*/ 32486 w 32963"/>
                <a:gd name="csY76" fmla="*/ 23409 h 37740"/>
                <a:gd name="csX77" fmla="*/ 32008 w 32963"/>
                <a:gd name="csY77" fmla="*/ 24842 h 37740"/>
                <a:gd name="csX78" fmla="*/ 31052 w 32963"/>
                <a:gd name="csY78" fmla="*/ 25797 h 37740"/>
                <a:gd name="csX79" fmla="*/ 32963 w 32963"/>
                <a:gd name="csY79" fmla="*/ 27231 h 37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32963" h="37740">
                  <a:moveTo>
                    <a:pt x="32963" y="27231"/>
                  </a:moveTo>
                  <a:lnTo>
                    <a:pt x="32963" y="28186"/>
                  </a:lnTo>
                  <a:lnTo>
                    <a:pt x="29142" y="29619"/>
                  </a:lnTo>
                  <a:lnTo>
                    <a:pt x="27231" y="31052"/>
                  </a:lnTo>
                  <a:lnTo>
                    <a:pt x="25320" y="33441"/>
                  </a:lnTo>
                  <a:lnTo>
                    <a:pt x="21976" y="35352"/>
                  </a:lnTo>
                  <a:lnTo>
                    <a:pt x="16243" y="37263"/>
                  </a:lnTo>
                  <a:lnTo>
                    <a:pt x="14332" y="37263"/>
                  </a:lnTo>
                  <a:lnTo>
                    <a:pt x="12421" y="36785"/>
                  </a:lnTo>
                  <a:lnTo>
                    <a:pt x="10032" y="36785"/>
                  </a:lnTo>
                  <a:lnTo>
                    <a:pt x="8121" y="37263"/>
                  </a:lnTo>
                  <a:lnTo>
                    <a:pt x="6210" y="37263"/>
                  </a:lnTo>
                  <a:lnTo>
                    <a:pt x="5255" y="37740"/>
                  </a:lnTo>
                  <a:lnTo>
                    <a:pt x="4300" y="37740"/>
                  </a:lnTo>
                  <a:lnTo>
                    <a:pt x="3344" y="36785"/>
                  </a:lnTo>
                  <a:lnTo>
                    <a:pt x="1911" y="35352"/>
                  </a:lnTo>
                  <a:lnTo>
                    <a:pt x="956" y="33919"/>
                  </a:lnTo>
                  <a:lnTo>
                    <a:pt x="0" y="28186"/>
                  </a:lnTo>
                  <a:lnTo>
                    <a:pt x="478" y="24842"/>
                  </a:lnTo>
                  <a:lnTo>
                    <a:pt x="1911" y="21975"/>
                  </a:lnTo>
                  <a:lnTo>
                    <a:pt x="3822" y="20065"/>
                  </a:lnTo>
                  <a:lnTo>
                    <a:pt x="4777" y="18631"/>
                  </a:lnTo>
                  <a:lnTo>
                    <a:pt x="10032" y="9555"/>
                  </a:lnTo>
                  <a:lnTo>
                    <a:pt x="10988" y="7166"/>
                  </a:lnTo>
                  <a:lnTo>
                    <a:pt x="12421" y="5733"/>
                  </a:lnTo>
                  <a:lnTo>
                    <a:pt x="14332" y="3822"/>
                  </a:lnTo>
                  <a:lnTo>
                    <a:pt x="17198" y="956"/>
                  </a:lnTo>
                  <a:lnTo>
                    <a:pt x="18154" y="0"/>
                  </a:lnTo>
                  <a:lnTo>
                    <a:pt x="20065" y="0"/>
                  </a:lnTo>
                  <a:lnTo>
                    <a:pt x="21498" y="0"/>
                  </a:lnTo>
                  <a:lnTo>
                    <a:pt x="21020" y="956"/>
                  </a:lnTo>
                  <a:lnTo>
                    <a:pt x="21020" y="2389"/>
                  </a:lnTo>
                  <a:lnTo>
                    <a:pt x="22931" y="6210"/>
                  </a:lnTo>
                  <a:lnTo>
                    <a:pt x="22931" y="7166"/>
                  </a:lnTo>
                  <a:lnTo>
                    <a:pt x="21976" y="10510"/>
                  </a:lnTo>
                  <a:lnTo>
                    <a:pt x="20065" y="15765"/>
                  </a:lnTo>
                  <a:lnTo>
                    <a:pt x="19587" y="18631"/>
                  </a:lnTo>
                  <a:lnTo>
                    <a:pt x="19587" y="19587"/>
                  </a:lnTo>
                  <a:lnTo>
                    <a:pt x="19109" y="21020"/>
                  </a:lnTo>
                  <a:lnTo>
                    <a:pt x="18154" y="21975"/>
                  </a:lnTo>
                  <a:lnTo>
                    <a:pt x="14810" y="23886"/>
                  </a:lnTo>
                  <a:lnTo>
                    <a:pt x="13376" y="24364"/>
                  </a:lnTo>
                  <a:lnTo>
                    <a:pt x="11466" y="25320"/>
                  </a:lnTo>
                  <a:lnTo>
                    <a:pt x="7644" y="27708"/>
                  </a:lnTo>
                  <a:lnTo>
                    <a:pt x="8599" y="28186"/>
                  </a:lnTo>
                  <a:lnTo>
                    <a:pt x="10988" y="26753"/>
                  </a:lnTo>
                  <a:lnTo>
                    <a:pt x="12421" y="26753"/>
                  </a:lnTo>
                  <a:lnTo>
                    <a:pt x="12421" y="27708"/>
                  </a:lnTo>
                  <a:lnTo>
                    <a:pt x="10032" y="28664"/>
                  </a:lnTo>
                  <a:lnTo>
                    <a:pt x="9077" y="29619"/>
                  </a:lnTo>
                  <a:lnTo>
                    <a:pt x="10510" y="30097"/>
                  </a:lnTo>
                  <a:lnTo>
                    <a:pt x="10510" y="30575"/>
                  </a:lnTo>
                  <a:lnTo>
                    <a:pt x="8599" y="32008"/>
                  </a:lnTo>
                  <a:lnTo>
                    <a:pt x="8121" y="32963"/>
                  </a:lnTo>
                  <a:lnTo>
                    <a:pt x="8599" y="34397"/>
                  </a:lnTo>
                  <a:lnTo>
                    <a:pt x="10988" y="32963"/>
                  </a:lnTo>
                  <a:lnTo>
                    <a:pt x="12421" y="32963"/>
                  </a:lnTo>
                  <a:lnTo>
                    <a:pt x="13854" y="33441"/>
                  </a:lnTo>
                  <a:lnTo>
                    <a:pt x="14810" y="32963"/>
                  </a:lnTo>
                  <a:lnTo>
                    <a:pt x="15765" y="32486"/>
                  </a:lnTo>
                  <a:lnTo>
                    <a:pt x="20065" y="27708"/>
                  </a:lnTo>
                  <a:lnTo>
                    <a:pt x="20542" y="27231"/>
                  </a:lnTo>
                  <a:lnTo>
                    <a:pt x="15765" y="28186"/>
                  </a:lnTo>
                  <a:lnTo>
                    <a:pt x="15287" y="27708"/>
                  </a:lnTo>
                  <a:lnTo>
                    <a:pt x="18154" y="24842"/>
                  </a:lnTo>
                  <a:lnTo>
                    <a:pt x="18154" y="23409"/>
                  </a:lnTo>
                  <a:lnTo>
                    <a:pt x="19587" y="21020"/>
                  </a:lnTo>
                  <a:lnTo>
                    <a:pt x="21020" y="20065"/>
                  </a:lnTo>
                  <a:lnTo>
                    <a:pt x="21976" y="19109"/>
                  </a:lnTo>
                  <a:lnTo>
                    <a:pt x="23886" y="18154"/>
                  </a:lnTo>
                  <a:lnTo>
                    <a:pt x="24842" y="19587"/>
                  </a:lnTo>
                  <a:lnTo>
                    <a:pt x="25320" y="21498"/>
                  </a:lnTo>
                  <a:lnTo>
                    <a:pt x="27708" y="21020"/>
                  </a:lnTo>
                  <a:lnTo>
                    <a:pt x="30575" y="21498"/>
                  </a:lnTo>
                  <a:lnTo>
                    <a:pt x="32486" y="22453"/>
                  </a:lnTo>
                  <a:lnTo>
                    <a:pt x="32486" y="22931"/>
                  </a:lnTo>
                  <a:lnTo>
                    <a:pt x="32486" y="23409"/>
                  </a:lnTo>
                  <a:lnTo>
                    <a:pt x="32008" y="24842"/>
                  </a:lnTo>
                  <a:lnTo>
                    <a:pt x="31052" y="25797"/>
                  </a:lnTo>
                  <a:lnTo>
                    <a:pt x="32963" y="2723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2" name="Freeform 2521">
              <a:extLst>
                <a:ext uri="{FF2B5EF4-FFF2-40B4-BE49-F238E27FC236}">
                  <a16:creationId xmlns:a16="http://schemas.microsoft.com/office/drawing/2014/main" id="{F16F17E3-0A3B-8110-6343-C25CAFB33B2E}"/>
                </a:ext>
              </a:extLst>
            </p:cNvPr>
            <p:cNvSpPr/>
            <p:nvPr/>
          </p:nvSpPr>
          <p:spPr>
            <a:xfrm>
              <a:off x="4428723" y="4512752"/>
              <a:ext cx="268483" cy="209245"/>
            </a:xfrm>
            <a:custGeom>
              <a:avLst/>
              <a:gdLst>
                <a:gd name="csX0" fmla="*/ 268484 w 268483"/>
                <a:gd name="csY0" fmla="*/ 71182 h 209245"/>
                <a:gd name="csX1" fmla="*/ 268484 w 268483"/>
                <a:gd name="csY1" fmla="*/ 71659 h 209245"/>
                <a:gd name="csX2" fmla="*/ 268006 w 268483"/>
                <a:gd name="csY2" fmla="*/ 72137 h 209245"/>
                <a:gd name="csX3" fmla="*/ 265617 w 268483"/>
                <a:gd name="csY3" fmla="*/ 73093 h 209245"/>
                <a:gd name="csX4" fmla="*/ 265140 w 268483"/>
                <a:gd name="csY4" fmla="*/ 73570 h 209245"/>
                <a:gd name="csX5" fmla="*/ 264662 w 268483"/>
                <a:gd name="csY5" fmla="*/ 75959 h 209245"/>
                <a:gd name="csX6" fmla="*/ 261796 w 268483"/>
                <a:gd name="csY6" fmla="*/ 76914 h 209245"/>
                <a:gd name="csX7" fmla="*/ 259407 w 268483"/>
                <a:gd name="csY7" fmla="*/ 78348 h 209245"/>
                <a:gd name="csX8" fmla="*/ 258452 w 268483"/>
                <a:gd name="csY8" fmla="*/ 79303 h 209245"/>
                <a:gd name="csX9" fmla="*/ 257496 w 268483"/>
                <a:gd name="csY9" fmla="*/ 79781 h 209245"/>
                <a:gd name="csX10" fmla="*/ 255108 w 268483"/>
                <a:gd name="csY10" fmla="*/ 80258 h 209245"/>
                <a:gd name="csX11" fmla="*/ 254152 w 268483"/>
                <a:gd name="csY11" fmla="*/ 80736 h 209245"/>
                <a:gd name="csX12" fmla="*/ 254152 w 268483"/>
                <a:gd name="csY12" fmla="*/ 80736 h 209245"/>
                <a:gd name="csX13" fmla="*/ 253197 w 268483"/>
                <a:gd name="csY13" fmla="*/ 83125 h 209245"/>
                <a:gd name="csX14" fmla="*/ 252241 w 268483"/>
                <a:gd name="csY14" fmla="*/ 84080 h 209245"/>
                <a:gd name="csX15" fmla="*/ 250808 w 268483"/>
                <a:gd name="csY15" fmla="*/ 85036 h 209245"/>
                <a:gd name="csX16" fmla="*/ 250808 w 268483"/>
                <a:gd name="csY16" fmla="*/ 85991 h 209245"/>
                <a:gd name="csX17" fmla="*/ 252719 w 268483"/>
                <a:gd name="csY17" fmla="*/ 88380 h 209245"/>
                <a:gd name="csX18" fmla="*/ 253197 w 268483"/>
                <a:gd name="csY18" fmla="*/ 89335 h 209245"/>
                <a:gd name="csX19" fmla="*/ 252719 w 268483"/>
                <a:gd name="csY19" fmla="*/ 90291 h 209245"/>
                <a:gd name="csX20" fmla="*/ 252719 w 268483"/>
                <a:gd name="csY20" fmla="*/ 91246 h 209245"/>
                <a:gd name="csX21" fmla="*/ 252719 w 268483"/>
                <a:gd name="csY21" fmla="*/ 91246 h 209245"/>
                <a:gd name="csX22" fmla="*/ 253674 w 268483"/>
                <a:gd name="csY22" fmla="*/ 92202 h 209245"/>
                <a:gd name="csX23" fmla="*/ 254630 w 268483"/>
                <a:gd name="csY23" fmla="*/ 92202 h 209245"/>
                <a:gd name="csX24" fmla="*/ 256063 w 268483"/>
                <a:gd name="csY24" fmla="*/ 92202 h 209245"/>
                <a:gd name="csX25" fmla="*/ 257496 w 268483"/>
                <a:gd name="csY25" fmla="*/ 92202 h 209245"/>
                <a:gd name="csX26" fmla="*/ 258452 w 268483"/>
                <a:gd name="csY26" fmla="*/ 92202 h 209245"/>
                <a:gd name="csX27" fmla="*/ 258929 w 268483"/>
                <a:gd name="csY27" fmla="*/ 92680 h 209245"/>
                <a:gd name="csX28" fmla="*/ 258929 w 268483"/>
                <a:gd name="csY28" fmla="*/ 93157 h 209245"/>
                <a:gd name="csX29" fmla="*/ 257974 w 268483"/>
                <a:gd name="csY29" fmla="*/ 95068 h 209245"/>
                <a:gd name="csX30" fmla="*/ 257496 w 268483"/>
                <a:gd name="csY30" fmla="*/ 96024 h 209245"/>
                <a:gd name="csX31" fmla="*/ 253674 w 268483"/>
                <a:gd name="csY31" fmla="*/ 97457 h 209245"/>
                <a:gd name="csX32" fmla="*/ 251763 w 268483"/>
                <a:gd name="csY32" fmla="*/ 98412 h 209245"/>
                <a:gd name="csX33" fmla="*/ 250808 w 268483"/>
                <a:gd name="csY33" fmla="*/ 99368 h 209245"/>
                <a:gd name="csX34" fmla="*/ 248897 w 268483"/>
                <a:gd name="csY34" fmla="*/ 98890 h 209245"/>
                <a:gd name="csX35" fmla="*/ 247942 w 268483"/>
                <a:gd name="csY35" fmla="*/ 98890 h 209245"/>
                <a:gd name="csX36" fmla="*/ 246986 w 268483"/>
                <a:gd name="csY36" fmla="*/ 99368 h 209245"/>
                <a:gd name="csX37" fmla="*/ 246508 w 268483"/>
                <a:gd name="csY37" fmla="*/ 99846 h 209245"/>
                <a:gd name="csX38" fmla="*/ 245075 w 268483"/>
                <a:gd name="csY38" fmla="*/ 99846 h 209245"/>
                <a:gd name="csX39" fmla="*/ 243164 w 268483"/>
                <a:gd name="csY39" fmla="*/ 100323 h 209245"/>
                <a:gd name="csX40" fmla="*/ 242209 w 268483"/>
                <a:gd name="csY40" fmla="*/ 100801 h 209245"/>
                <a:gd name="csX41" fmla="*/ 241731 w 268483"/>
                <a:gd name="csY41" fmla="*/ 101279 h 209245"/>
                <a:gd name="csX42" fmla="*/ 241253 w 268483"/>
                <a:gd name="csY42" fmla="*/ 102712 h 209245"/>
                <a:gd name="csX43" fmla="*/ 241731 w 268483"/>
                <a:gd name="csY43" fmla="*/ 103667 h 209245"/>
                <a:gd name="csX44" fmla="*/ 242209 w 268483"/>
                <a:gd name="csY44" fmla="*/ 105100 h 209245"/>
                <a:gd name="csX45" fmla="*/ 242209 w 268483"/>
                <a:gd name="csY45" fmla="*/ 106056 h 209245"/>
                <a:gd name="csX46" fmla="*/ 242686 w 268483"/>
                <a:gd name="csY46" fmla="*/ 109400 h 209245"/>
                <a:gd name="csX47" fmla="*/ 242209 w 268483"/>
                <a:gd name="csY47" fmla="*/ 109878 h 209245"/>
                <a:gd name="csX48" fmla="*/ 240776 w 268483"/>
                <a:gd name="csY48" fmla="*/ 110833 h 209245"/>
                <a:gd name="csX49" fmla="*/ 239342 w 268483"/>
                <a:gd name="csY49" fmla="*/ 112266 h 209245"/>
                <a:gd name="csX50" fmla="*/ 237432 w 268483"/>
                <a:gd name="csY50" fmla="*/ 114177 h 209245"/>
                <a:gd name="csX51" fmla="*/ 237909 w 268483"/>
                <a:gd name="csY51" fmla="*/ 114655 h 209245"/>
                <a:gd name="csX52" fmla="*/ 242209 w 268483"/>
                <a:gd name="csY52" fmla="*/ 118955 h 209245"/>
                <a:gd name="csX53" fmla="*/ 246031 w 268483"/>
                <a:gd name="csY53" fmla="*/ 123254 h 209245"/>
                <a:gd name="csX54" fmla="*/ 250330 w 268483"/>
                <a:gd name="csY54" fmla="*/ 127554 h 209245"/>
                <a:gd name="csX55" fmla="*/ 250808 w 268483"/>
                <a:gd name="csY55" fmla="*/ 128031 h 209245"/>
                <a:gd name="csX56" fmla="*/ 251763 w 268483"/>
                <a:gd name="csY56" fmla="*/ 128509 h 209245"/>
                <a:gd name="csX57" fmla="*/ 252719 w 268483"/>
                <a:gd name="csY57" fmla="*/ 129942 h 209245"/>
                <a:gd name="csX58" fmla="*/ 253197 w 268483"/>
                <a:gd name="csY58" fmla="*/ 131376 h 209245"/>
                <a:gd name="csX59" fmla="*/ 253197 w 268483"/>
                <a:gd name="csY59" fmla="*/ 132331 h 209245"/>
                <a:gd name="csX60" fmla="*/ 252719 w 268483"/>
                <a:gd name="csY60" fmla="*/ 133287 h 209245"/>
                <a:gd name="csX61" fmla="*/ 251763 w 268483"/>
                <a:gd name="csY61" fmla="*/ 134720 h 209245"/>
                <a:gd name="csX62" fmla="*/ 250330 w 268483"/>
                <a:gd name="csY62" fmla="*/ 135675 h 209245"/>
                <a:gd name="csX63" fmla="*/ 248419 w 268483"/>
                <a:gd name="csY63" fmla="*/ 136153 h 209245"/>
                <a:gd name="csX64" fmla="*/ 246986 w 268483"/>
                <a:gd name="csY64" fmla="*/ 137108 h 209245"/>
                <a:gd name="csX65" fmla="*/ 246031 w 268483"/>
                <a:gd name="csY65" fmla="*/ 139019 h 209245"/>
                <a:gd name="csX66" fmla="*/ 245075 w 268483"/>
                <a:gd name="csY66" fmla="*/ 139975 h 209245"/>
                <a:gd name="csX67" fmla="*/ 244598 w 268483"/>
                <a:gd name="csY67" fmla="*/ 139975 h 209245"/>
                <a:gd name="csX68" fmla="*/ 243642 w 268483"/>
                <a:gd name="csY68" fmla="*/ 140453 h 209245"/>
                <a:gd name="csX69" fmla="*/ 241253 w 268483"/>
                <a:gd name="csY69" fmla="*/ 140453 h 209245"/>
                <a:gd name="csX70" fmla="*/ 241253 w 268483"/>
                <a:gd name="csY70" fmla="*/ 140453 h 209245"/>
                <a:gd name="csX71" fmla="*/ 239820 w 268483"/>
                <a:gd name="csY71" fmla="*/ 139975 h 209245"/>
                <a:gd name="csX72" fmla="*/ 239820 w 268483"/>
                <a:gd name="csY72" fmla="*/ 139975 h 209245"/>
                <a:gd name="csX73" fmla="*/ 239820 w 268483"/>
                <a:gd name="csY73" fmla="*/ 139975 h 209245"/>
                <a:gd name="csX74" fmla="*/ 237909 w 268483"/>
                <a:gd name="csY74" fmla="*/ 141408 h 209245"/>
                <a:gd name="csX75" fmla="*/ 235998 w 268483"/>
                <a:gd name="csY75" fmla="*/ 142363 h 209245"/>
                <a:gd name="csX76" fmla="*/ 235998 w 268483"/>
                <a:gd name="csY76" fmla="*/ 142363 h 209245"/>
                <a:gd name="csX77" fmla="*/ 234087 w 268483"/>
                <a:gd name="csY77" fmla="*/ 144274 h 209245"/>
                <a:gd name="csX78" fmla="*/ 228833 w 268483"/>
                <a:gd name="csY78" fmla="*/ 145707 h 209245"/>
                <a:gd name="csX79" fmla="*/ 224055 w 268483"/>
                <a:gd name="csY79" fmla="*/ 147141 h 209245"/>
                <a:gd name="csX80" fmla="*/ 222622 w 268483"/>
                <a:gd name="csY80" fmla="*/ 147619 h 209245"/>
                <a:gd name="csX81" fmla="*/ 217367 w 268483"/>
                <a:gd name="csY81" fmla="*/ 146663 h 209245"/>
                <a:gd name="csX82" fmla="*/ 217367 w 268483"/>
                <a:gd name="csY82" fmla="*/ 146663 h 209245"/>
                <a:gd name="csX83" fmla="*/ 216411 w 268483"/>
                <a:gd name="csY83" fmla="*/ 147141 h 209245"/>
                <a:gd name="csX84" fmla="*/ 215934 w 268483"/>
                <a:gd name="csY84" fmla="*/ 147141 h 209245"/>
                <a:gd name="csX85" fmla="*/ 214501 w 268483"/>
                <a:gd name="csY85" fmla="*/ 148096 h 209245"/>
                <a:gd name="csX86" fmla="*/ 213545 w 268483"/>
                <a:gd name="csY86" fmla="*/ 148574 h 209245"/>
                <a:gd name="csX87" fmla="*/ 212590 w 268483"/>
                <a:gd name="csY87" fmla="*/ 148574 h 209245"/>
                <a:gd name="csX88" fmla="*/ 212112 w 268483"/>
                <a:gd name="csY88" fmla="*/ 148574 h 209245"/>
                <a:gd name="csX89" fmla="*/ 211156 w 268483"/>
                <a:gd name="csY89" fmla="*/ 149052 h 209245"/>
                <a:gd name="csX90" fmla="*/ 210679 w 268483"/>
                <a:gd name="csY90" fmla="*/ 150485 h 209245"/>
                <a:gd name="csX91" fmla="*/ 210201 w 268483"/>
                <a:gd name="csY91" fmla="*/ 155262 h 209245"/>
                <a:gd name="csX92" fmla="*/ 208290 w 268483"/>
                <a:gd name="csY92" fmla="*/ 156695 h 209245"/>
                <a:gd name="csX93" fmla="*/ 206379 w 268483"/>
                <a:gd name="csY93" fmla="*/ 156695 h 209245"/>
                <a:gd name="csX94" fmla="*/ 204946 w 268483"/>
                <a:gd name="csY94" fmla="*/ 155262 h 209245"/>
                <a:gd name="csX95" fmla="*/ 203035 w 268483"/>
                <a:gd name="csY95" fmla="*/ 153829 h 209245"/>
                <a:gd name="csX96" fmla="*/ 200169 w 268483"/>
                <a:gd name="csY96" fmla="*/ 150962 h 209245"/>
                <a:gd name="csX97" fmla="*/ 199213 w 268483"/>
                <a:gd name="csY97" fmla="*/ 150485 h 209245"/>
                <a:gd name="csX98" fmla="*/ 198735 w 268483"/>
                <a:gd name="csY98" fmla="*/ 150485 h 209245"/>
                <a:gd name="csX99" fmla="*/ 198258 w 268483"/>
                <a:gd name="csY99" fmla="*/ 150485 h 209245"/>
                <a:gd name="csX100" fmla="*/ 198258 w 268483"/>
                <a:gd name="csY100" fmla="*/ 150485 h 209245"/>
                <a:gd name="csX101" fmla="*/ 198258 w 268483"/>
                <a:gd name="csY101" fmla="*/ 150485 h 209245"/>
                <a:gd name="csX102" fmla="*/ 195391 w 268483"/>
                <a:gd name="csY102" fmla="*/ 151440 h 209245"/>
                <a:gd name="csX103" fmla="*/ 193958 w 268483"/>
                <a:gd name="csY103" fmla="*/ 150962 h 209245"/>
                <a:gd name="csX104" fmla="*/ 193003 w 268483"/>
                <a:gd name="csY104" fmla="*/ 150485 h 209245"/>
                <a:gd name="csX105" fmla="*/ 192525 w 268483"/>
                <a:gd name="csY105" fmla="*/ 150485 h 209245"/>
                <a:gd name="csX106" fmla="*/ 192525 w 268483"/>
                <a:gd name="csY106" fmla="*/ 150485 h 209245"/>
                <a:gd name="csX107" fmla="*/ 190614 w 268483"/>
                <a:gd name="csY107" fmla="*/ 150485 h 209245"/>
                <a:gd name="csX108" fmla="*/ 187748 w 268483"/>
                <a:gd name="csY108" fmla="*/ 150485 h 209245"/>
                <a:gd name="csX109" fmla="*/ 185359 w 268483"/>
                <a:gd name="csY109" fmla="*/ 150962 h 209245"/>
                <a:gd name="csX110" fmla="*/ 184403 w 268483"/>
                <a:gd name="csY110" fmla="*/ 150007 h 209245"/>
                <a:gd name="csX111" fmla="*/ 183448 w 268483"/>
                <a:gd name="csY111" fmla="*/ 148096 h 209245"/>
                <a:gd name="csX112" fmla="*/ 182970 w 268483"/>
                <a:gd name="csY112" fmla="*/ 147619 h 209245"/>
                <a:gd name="csX113" fmla="*/ 182015 w 268483"/>
                <a:gd name="csY113" fmla="*/ 147141 h 209245"/>
                <a:gd name="csX114" fmla="*/ 182015 w 268483"/>
                <a:gd name="csY114" fmla="*/ 147141 h 209245"/>
                <a:gd name="csX115" fmla="*/ 180582 w 268483"/>
                <a:gd name="csY115" fmla="*/ 147141 h 209245"/>
                <a:gd name="csX116" fmla="*/ 175327 w 268483"/>
                <a:gd name="csY116" fmla="*/ 147141 h 209245"/>
                <a:gd name="csX117" fmla="*/ 174371 w 268483"/>
                <a:gd name="csY117" fmla="*/ 147141 h 209245"/>
                <a:gd name="csX118" fmla="*/ 173894 w 268483"/>
                <a:gd name="csY118" fmla="*/ 146663 h 209245"/>
                <a:gd name="csX119" fmla="*/ 172938 w 268483"/>
                <a:gd name="csY119" fmla="*/ 145230 h 209245"/>
                <a:gd name="csX120" fmla="*/ 171505 w 268483"/>
                <a:gd name="csY120" fmla="*/ 144274 h 209245"/>
                <a:gd name="csX121" fmla="*/ 170549 w 268483"/>
                <a:gd name="csY121" fmla="*/ 144274 h 209245"/>
                <a:gd name="csX122" fmla="*/ 170072 w 268483"/>
                <a:gd name="csY122" fmla="*/ 144274 h 209245"/>
                <a:gd name="csX123" fmla="*/ 169594 w 268483"/>
                <a:gd name="csY123" fmla="*/ 145230 h 209245"/>
                <a:gd name="csX124" fmla="*/ 171983 w 268483"/>
                <a:gd name="csY124" fmla="*/ 147619 h 209245"/>
                <a:gd name="csX125" fmla="*/ 172460 w 268483"/>
                <a:gd name="csY125" fmla="*/ 149052 h 209245"/>
                <a:gd name="csX126" fmla="*/ 174371 w 268483"/>
                <a:gd name="csY126" fmla="*/ 151440 h 209245"/>
                <a:gd name="csX127" fmla="*/ 180582 w 268483"/>
                <a:gd name="csY127" fmla="*/ 155740 h 209245"/>
                <a:gd name="csX128" fmla="*/ 181537 w 268483"/>
                <a:gd name="csY128" fmla="*/ 156695 h 209245"/>
                <a:gd name="csX129" fmla="*/ 181537 w 268483"/>
                <a:gd name="csY129" fmla="*/ 158606 h 209245"/>
                <a:gd name="csX130" fmla="*/ 181060 w 268483"/>
                <a:gd name="csY130" fmla="*/ 161473 h 209245"/>
                <a:gd name="csX131" fmla="*/ 181537 w 268483"/>
                <a:gd name="csY131" fmla="*/ 163861 h 209245"/>
                <a:gd name="csX132" fmla="*/ 182970 w 268483"/>
                <a:gd name="csY132" fmla="*/ 167683 h 209245"/>
                <a:gd name="csX133" fmla="*/ 184881 w 268483"/>
                <a:gd name="csY133" fmla="*/ 171027 h 209245"/>
                <a:gd name="csX134" fmla="*/ 185359 w 268483"/>
                <a:gd name="csY134" fmla="*/ 173416 h 209245"/>
                <a:gd name="csX135" fmla="*/ 185359 w 268483"/>
                <a:gd name="csY135" fmla="*/ 175327 h 209245"/>
                <a:gd name="csX136" fmla="*/ 184881 w 268483"/>
                <a:gd name="csY136" fmla="*/ 176282 h 209245"/>
                <a:gd name="csX137" fmla="*/ 184881 w 268483"/>
                <a:gd name="csY137" fmla="*/ 176760 h 209245"/>
                <a:gd name="csX138" fmla="*/ 185359 w 268483"/>
                <a:gd name="csY138" fmla="*/ 176760 h 209245"/>
                <a:gd name="csX139" fmla="*/ 187270 w 268483"/>
                <a:gd name="csY139" fmla="*/ 177238 h 209245"/>
                <a:gd name="csX140" fmla="*/ 187270 w 268483"/>
                <a:gd name="csY140" fmla="*/ 177238 h 209245"/>
                <a:gd name="csX141" fmla="*/ 191569 w 268483"/>
                <a:gd name="csY141" fmla="*/ 177715 h 209245"/>
                <a:gd name="csX142" fmla="*/ 193958 w 268483"/>
                <a:gd name="csY142" fmla="*/ 177715 h 209245"/>
                <a:gd name="csX143" fmla="*/ 197780 w 268483"/>
                <a:gd name="csY143" fmla="*/ 178193 h 209245"/>
                <a:gd name="csX144" fmla="*/ 198258 w 268483"/>
                <a:gd name="csY144" fmla="*/ 179626 h 209245"/>
                <a:gd name="csX145" fmla="*/ 197780 w 268483"/>
                <a:gd name="csY145" fmla="*/ 181537 h 209245"/>
                <a:gd name="csX146" fmla="*/ 196825 w 268483"/>
                <a:gd name="csY146" fmla="*/ 182970 h 209245"/>
                <a:gd name="csX147" fmla="*/ 196347 w 268483"/>
                <a:gd name="csY147" fmla="*/ 182970 h 209245"/>
                <a:gd name="csX148" fmla="*/ 194436 w 268483"/>
                <a:gd name="csY148" fmla="*/ 183448 h 209245"/>
                <a:gd name="csX149" fmla="*/ 194436 w 268483"/>
                <a:gd name="csY149" fmla="*/ 183448 h 209245"/>
                <a:gd name="csX150" fmla="*/ 192047 w 268483"/>
                <a:gd name="csY150" fmla="*/ 184881 h 209245"/>
                <a:gd name="csX151" fmla="*/ 188703 w 268483"/>
                <a:gd name="csY151" fmla="*/ 185837 h 209245"/>
                <a:gd name="csX152" fmla="*/ 187270 w 268483"/>
                <a:gd name="csY152" fmla="*/ 186314 h 209245"/>
                <a:gd name="csX153" fmla="*/ 187270 w 268483"/>
                <a:gd name="csY153" fmla="*/ 186314 h 209245"/>
                <a:gd name="csX154" fmla="*/ 186314 w 268483"/>
                <a:gd name="csY154" fmla="*/ 186314 h 209245"/>
                <a:gd name="csX155" fmla="*/ 186314 w 268483"/>
                <a:gd name="csY155" fmla="*/ 186314 h 209245"/>
                <a:gd name="csX156" fmla="*/ 185837 w 268483"/>
                <a:gd name="csY156" fmla="*/ 186792 h 209245"/>
                <a:gd name="csX157" fmla="*/ 184881 w 268483"/>
                <a:gd name="csY157" fmla="*/ 187270 h 209245"/>
                <a:gd name="csX158" fmla="*/ 184403 w 268483"/>
                <a:gd name="csY158" fmla="*/ 189659 h 209245"/>
                <a:gd name="csX159" fmla="*/ 183448 w 268483"/>
                <a:gd name="csY159" fmla="*/ 192525 h 209245"/>
                <a:gd name="csX160" fmla="*/ 181537 w 268483"/>
                <a:gd name="csY160" fmla="*/ 193958 h 209245"/>
                <a:gd name="csX161" fmla="*/ 179626 w 268483"/>
                <a:gd name="csY161" fmla="*/ 195391 h 209245"/>
                <a:gd name="csX162" fmla="*/ 178193 w 268483"/>
                <a:gd name="csY162" fmla="*/ 195391 h 209245"/>
                <a:gd name="csX163" fmla="*/ 177715 w 268483"/>
                <a:gd name="csY163" fmla="*/ 195391 h 209245"/>
                <a:gd name="csX164" fmla="*/ 176282 w 268483"/>
                <a:gd name="csY164" fmla="*/ 195391 h 209245"/>
                <a:gd name="csX165" fmla="*/ 176282 w 268483"/>
                <a:gd name="csY165" fmla="*/ 195391 h 209245"/>
                <a:gd name="csX166" fmla="*/ 175327 w 268483"/>
                <a:gd name="csY166" fmla="*/ 195869 h 209245"/>
                <a:gd name="csX167" fmla="*/ 174371 w 268483"/>
                <a:gd name="csY167" fmla="*/ 196825 h 209245"/>
                <a:gd name="csX168" fmla="*/ 172460 w 268483"/>
                <a:gd name="csY168" fmla="*/ 198258 h 209245"/>
                <a:gd name="csX169" fmla="*/ 171505 w 268483"/>
                <a:gd name="csY169" fmla="*/ 199213 h 209245"/>
                <a:gd name="csX170" fmla="*/ 169594 w 268483"/>
                <a:gd name="csY170" fmla="*/ 199213 h 209245"/>
                <a:gd name="csX171" fmla="*/ 169594 w 268483"/>
                <a:gd name="csY171" fmla="*/ 199213 h 209245"/>
                <a:gd name="csX172" fmla="*/ 169594 w 268483"/>
                <a:gd name="csY172" fmla="*/ 199213 h 209245"/>
                <a:gd name="csX173" fmla="*/ 167683 w 268483"/>
                <a:gd name="csY173" fmla="*/ 199691 h 209245"/>
                <a:gd name="csX174" fmla="*/ 165294 w 268483"/>
                <a:gd name="csY174" fmla="*/ 200646 h 209245"/>
                <a:gd name="csX175" fmla="*/ 163861 w 268483"/>
                <a:gd name="csY175" fmla="*/ 201602 h 209245"/>
                <a:gd name="csX176" fmla="*/ 162428 w 268483"/>
                <a:gd name="csY176" fmla="*/ 203513 h 209245"/>
                <a:gd name="csX177" fmla="*/ 160517 w 268483"/>
                <a:gd name="csY177" fmla="*/ 204946 h 209245"/>
                <a:gd name="csX178" fmla="*/ 158606 w 268483"/>
                <a:gd name="csY178" fmla="*/ 205901 h 209245"/>
                <a:gd name="csX179" fmla="*/ 158128 w 268483"/>
                <a:gd name="csY179" fmla="*/ 207335 h 209245"/>
                <a:gd name="csX180" fmla="*/ 156695 w 268483"/>
                <a:gd name="csY180" fmla="*/ 209245 h 209245"/>
                <a:gd name="csX181" fmla="*/ 155262 w 268483"/>
                <a:gd name="csY181" fmla="*/ 209245 h 209245"/>
                <a:gd name="csX182" fmla="*/ 154784 w 268483"/>
                <a:gd name="csY182" fmla="*/ 208290 h 209245"/>
                <a:gd name="csX183" fmla="*/ 155740 w 268483"/>
                <a:gd name="csY183" fmla="*/ 206379 h 209245"/>
                <a:gd name="csX184" fmla="*/ 154784 w 268483"/>
                <a:gd name="csY184" fmla="*/ 204946 h 209245"/>
                <a:gd name="csX185" fmla="*/ 153351 w 268483"/>
                <a:gd name="csY185" fmla="*/ 203991 h 209245"/>
                <a:gd name="csX186" fmla="*/ 152396 w 268483"/>
                <a:gd name="csY186" fmla="*/ 203991 h 209245"/>
                <a:gd name="csX187" fmla="*/ 152396 w 268483"/>
                <a:gd name="csY187" fmla="*/ 203991 h 209245"/>
                <a:gd name="csX188" fmla="*/ 152396 w 268483"/>
                <a:gd name="csY188" fmla="*/ 203991 h 209245"/>
                <a:gd name="csX189" fmla="*/ 151918 w 268483"/>
                <a:gd name="csY189" fmla="*/ 203991 h 209245"/>
                <a:gd name="csX190" fmla="*/ 151918 w 268483"/>
                <a:gd name="csY190" fmla="*/ 203991 h 209245"/>
                <a:gd name="csX191" fmla="*/ 150007 w 268483"/>
                <a:gd name="csY191" fmla="*/ 204946 h 209245"/>
                <a:gd name="csX192" fmla="*/ 147619 w 268483"/>
                <a:gd name="csY192" fmla="*/ 206379 h 209245"/>
                <a:gd name="csX193" fmla="*/ 146185 w 268483"/>
                <a:gd name="csY193" fmla="*/ 207335 h 209245"/>
                <a:gd name="csX194" fmla="*/ 144752 w 268483"/>
                <a:gd name="csY194" fmla="*/ 207812 h 209245"/>
                <a:gd name="csX195" fmla="*/ 142363 w 268483"/>
                <a:gd name="csY195" fmla="*/ 207812 h 209245"/>
                <a:gd name="csX196" fmla="*/ 141886 w 268483"/>
                <a:gd name="csY196" fmla="*/ 207812 h 209245"/>
                <a:gd name="csX197" fmla="*/ 140453 w 268483"/>
                <a:gd name="csY197" fmla="*/ 208290 h 209245"/>
                <a:gd name="csX198" fmla="*/ 139497 w 268483"/>
                <a:gd name="csY198" fmla="*/ 207812 h 209245"/>
                <a:gd name="csX199" fmla="*/ 137586 w 268483"/>
                <a:gd name="csY199" fmla="*/ 206857 h 209245"/>
                <a:gd name="csX200" fmla="*/ 134242 w 268483"/>
                <a:gd name="csY200" fmla="*/ 203991 h 209245"/>
                <a:gd name="csX201" fmla="*/ 128987 w 268483"/>
                <a:gd name="csY201" fmla="*/ 199691 h 209245"/>
                <a:gd name="csX202" fmla="*/ 128987 w 268483"/>
                <a:gd name="csY202" fmla="*/ 199691 h 209245"/>
                <a:gd name="csX203" fmla="*/ 128509 w 268483"/>
                <a:gd name="csY203" fmla="*/ 198258 h 209245"/>
                <a:gd name="csX204" fmla="*/ 128509 w 268483"/>
                <a:gd name="csY204" fmla="*/ 197302 h 209245"/>
                <a:gd name="csX205" fmla="*/ 127554 w 268483"/>
                <a:gd name="csY205" fmla="*/ 195391 h 209245"/>
                <a:gd name="csX206" fmla="*/ 127076 w 268483"/>
                <a:gd name="csY206" fmla="*/ 193480 h 209245"/>
                <a:gd name="csX207" fmla="*/ 126598 w 268483"/>
                <a:gd name="csY207" fmla="*/ 193003 h 209245"/>
                <a:gd name="csX208" fmla="*/ 126598 w 268483"/>
                <a:gd name="csY208" fmla="*/ 191569 h 209245"/>
                <a:gd name="csX209" fmla="*/ 126598 w 268483"/>
                <a:gd name="csY209" fmla="*/ 191569 h 209245"/>
                <a:gd name="csX210" fmla="*/ 125643 w 268483"/>
                <a:gd name="csY210" fmla="*/ 188703 h 209245"/>
                <a:gd name="csX211" fmla="*/ 124687 w 268483"/>
                <a:gd name="csY211" fmla="*/ 186792 h 209245"/>
                <a:gd name="csX212" fmla="*/ 123732 w 268483"/>
                <a:gd name="csY212" fmla="*/ 185837 h 209245"/>
                <a:gd name="csX213" fmla="*/ 124210 w 268483"/>
                <a:gd name="csY213" fmla="*/ 184881 h 209245"/>
                <a:gd name="csX214" fmla="*/ 123732 w 268483"/>
                <a:gd name="csY214" fmla="*/ 183926 h 209245"/>
                <a:gd name="csX215" fmla="*/ 123254 w 268483"/>
                <a:gd name="csY215" fmla="*/ 182970 h 209245"/>
                <a:gd name="csX216" fmla="*/ 122299 w 268483"/>
                <a:gd name="csY216" fmla="*/ 180582 h 209245"/>
                <a:gd name="csX217" fmla="*/ 122299 w 268483"/>
                <a:gd name="csY217" fmla="*/ 179626 h 209245"/>
                <a:gd name="csX218" fmla="*/ 122299 w 268483"/>
                <a:gd name="csY218" fmla="*/ 178671 h 209245"/>
                <a:gd name="csX219" fmla="*/ 121343 w 268483"/>
                <a:gd name="csY219" fmla="*/ 177715 h 209245"/>
                <a:gd name="csX220" fmla="*/ 121343 w 268483"/>
                <a:gd name="csY220" fmla="*/ 177715 h 209245"/>
                <a:gd name="csX221" fmla="*/ 120388 w 268483"/>
                <a:gd name="csY221" fmla="*/ 177238 h 209245"/>
                <a:gd name="csX222" fmla="*/ 118477 w 268483"/>
                <a:gd name="csY222" fmla="*/ 175327 h 209245"/>
                <a:gd name="csX223" fmla="*/ 118477 w 268483"/>
                <a:gd name="csY223" fmla="*/ 175327 h 209245"/>
                <a:gd name="csX224" fmla="*/ 116566 w 268483"/>
                <a:gd name="csY224" fmla="*/ 173894 h 209245"/>
                <a:gd name="csX225" fmla="*/ 115611 w 268483"/>
                <a:gd name="csY225" fmla="*/ 173416 h 209245"/>
                <a:gd name="csX226" fmla="*/ 115133 w 268483"/>
                <a:gd name="csY226" fmla="*/ 173416 h 209245"/>
                <a:gd name="csX227" fmla="*/ 114655 w 268483"/>
                <a:gd name="csY227" fmla="*/ 171505 h 209245"/>
                <a:gd name="csX228" fmla="*/ 114177 w 268483"/>
                <a:gd name="csY228" fmla="*/ 171505 h 209245"/>
                <a:gd name="csX229" fmla="*/ 114177 w 268483"/>
                <a:gd name="csY229" fmla="*/ 171505 h 209245"/>
                <a:gd name="csX230" fmla="*/ 113222 w 268483"/>
                <a:gd name="csY230" fmla="*/ 171027 h 209245"/>
                <a:gd name="csX231" fmla="*/ 111311 w 268483"/>
                <a:gd name="csY231" fmla="*/ 170549 h 209245"/>
                <a:gd name="csX232" fmla="*/ 110833 w 268483"/>
                <a:gd name="csY232" fmla="*/ 170549 h 209245"/>
                <a:gd name="csX233" fmla="*/ 109400 w 268483"/>
                <a:gd name="csY233" fmla="*/ 171027 h 209245"/>
                <a:gd name="csX234" fmla="*/ 109400 w 268483"/>
                <a:gd name="csY234" fmla="*/ 170072 h 209245"/>
                <a:gd name="csX235" fmla="*/ 109878 w 268483"/>
                <a:gd name="csY235" fmla="*/ 169594 h 209245"/>
                <a:gd name="csX236" fmla="*/ 116088 w 268483"/>
                <a:gd name="csY236" fmla="*/ 164339 h 209245"/>
                <a:gd name="csX237" fmla="*/ 119432 w 268483"/>
                <a:gd name="csY237" fmla="*/ 161473 h 209245"/>
                <a:gd name="csX238" fmla="*/ 119432 w 268483"/>
                <a:gd name="csY238" fmla="*/ 161473 h 209245"/>
                <a:gd name="csX239" fmla="*/ 119910 w 268483"/>
                <a:gd name="csY239" fmla="*/ 160995 h 209245"/>
                <a:gd name="csX240" fmla="*/ 120388 w 268483"/>
                <a:gd name="csY240" fmla="*/ 160039 h 209245"/>
                <a:gd name="csX241" fmla="*/ 119432 w 268483"/>
                <a:gd name="csY241" fmla="*/ 159084 h 209245"/>
                <a:gd name="csX242" fmla="*/ 119432 w 268483"/>
                <a:gd name="csY242" fmla="*/ 159084 h 209245"/>
                <a:gd name="csX243" fmla="*/ 116566 w 268483"/>
                <a:gd name="csY243" fmla="*/ 155262 h 209245"/>
                <a:gd name="csX244" fmla="*/ 116566 w 268483"/>
                <a:gd name="csY244" fmla="*/ 154784 h 209245"/>
                <a:gd name="csX245" fmla="*/ 115133 w 268483"/>
                <a:gd name="csY245" fmla="*/ 154307 h 209245"/>
                <a:gd name="csX246" fmla="*/ 114177 w 268483"/>
                <a:gd name="csY246" fmla="*/ 153829 h 209245"/>
                <a:gd name="csX247" fmla="*/ 113222 w 268483"/>
                <a:gd name="csY247" fmla="*/ 151918 h 209245"/>
                <a:gd name="csX248" fmla="*/ 111789 w 268483"/>
                <a:gd name="csY248" fmla="*/ 148096 h 209245"/>
                <a:gd name="csX249" fmla="*/ 110833 w 268483"/>
                <a:gd name="csY249" fmla="*/ 145707 h 209245"/>
                <a:gd name="csX250" fmla="*/ 110355 w 268483"/>
                <a:gd name="csY250" fmla="*/ 144274 h 209245"/>
                <a:gd name="csX251" fmla="*/ 110355 w 268483"/>
                <a:gd name="csY251" fmla="*/ 142363 h 209245"/>
                <a:gd name="csX252" fmla="*/ 110355 w 268483"/>
                <a:gd name="csY252" fmla="*/ 141408 h 209245"/>
                <a:gd name="csX253" fmla="*/ 109400 w 268483"/>
                <a:gd name="csY253" fmla="*/ 140453 h 209245"/>
                <a:gd name="csX254" fmla="*/ 109400 w 268483"/>
                <a:gd name="csY254" fmla="*/ 137586 h 209245"/>
                <a:gd name="csX255" fmla="*/ 110355 w 268483"/>
                <a:gd name="csY255" fmla="*/ 132809 h 209245"/>
                <a:gd name="csX256" fmla="*/ 110355 w 268483"/>
                <a:gd name="csY256" fmla="*/ 128987 h 209245"/>
                <a:gd name="csX257" fmla="*/ 109878 w 268483"/>
                <a:gd name="csY257" fmla="*/ 126598 h 209245"/>
                <a:gd name="csX258" fmla="*/ 110833 w 268483"/>
                <a:gd name="csY258" fmla="*/ 124687 h 209245"/>
                <a:gd name="csX259" fmla="*/ 112744 w 268483"/>
                <a:gd name="csY259" fmla="*/ 123254 h 209245"/>
                <a:gd name="csX260" fmla="*/ 113700 w 268483"/>
                <a:gd name="csY260" fmla="*/ 121343 h 209245"/>
                <a:gd name="csX261" fmla="*/ 113700 w 268483"/>
                <a:gd name="csY261" fmla="*/ 118477 h 209245"/>
                <a:gd name="csX262" fmla="*/ 115133 w 268483"/>
                <a:gd name="csY262" fmla="*/ 116088 h 209245"/>
                <a:gd name="csX263" fmla="*/ 117044 w 268483"/>
                <a:gd name="csY263" fmla="*/ 114655 h 209245"/>
                <a:gd name="csX264" fmla="*/ 117521 w 268483"/>
                <a:gd name="csY264" fmla="*/ 112744 h 209245"/>
                <a:gd name="csX265" fmla="*/ 117044 w 268483"/>
                <a:gd name="csY265" fmla="*/ 110833 h 209245"/>
                <a:gd name="csX266" fmla="*/ 116566 w 268483"/>
                <a:gd name="csY266" fmla="*/ 109878 h 209245"/>
                <a:gd name="csX267" fmla="*/ 116566 w 268483"/>
                <a:gd name="csY267" fmla="*/ 109878 h 209245"/>
                <a:gd name="csX268" fmla="*/ 115133 w 268483"/>
                <a:gd name="csY268" fmla="*/ 108922 h 209245"/>
                <a:gd name="csX269" fmla="*/ 115133 w 268483"/>
                <a:gd name="csY269" fmla="*/ 108922 h 209245"/>
                <a:gd name="csX270" fmla="*/ 112744 w 268483"/>
                <a:gd name="csY270" fmla="*/ 107967 h 209245"/>
                <a:gd name="csX271" fmla="*/ 111789 w 268483"/>
                <a:gd name="csY271" fmla="*/ 107967 h 209245"/>
                <a:gd name="csX272" fmla="*/ 109400 w 268483"/>
                <a:gd name="csY272" fmla="*/ 107967 h 209245"/>
                <a:gd name="csX273" fmla="*/ 109400 w 268483"/>
                <a:gd name="csY273" fmla="*/ 107967 h 209245"/>
                <a:gd name="csX274" fmla="*/ 107489 w 268483"/>
                <a:gd name="csY274" fmla="*/ 108922 h 209245"/>
                <a:gd name="csX275" fmla="*/ 103667 w 268483"/>
                <a:gd name="csY275" fmla="*/ 109400 h 209245"/>
                <a:gd name="csX276" fmla="*/ 103667 w 268483"/>
                <a:gd name="csY276" fmla="*/ 109400 h 209245"/>
                <a:gd name="csX277" fmla="*/ 96979 w 268483"/>
                <a:gd name="csY277" fmla="*/ 110355 h 209245"/>
                <a:gd name="csX278" fmla="*/ 91724 w 268483"/>
                <a:gd name="csY278" fmla="*/ 110355 h 209245"/>
                <a:gd name="csX279" fmla="*/ 89335 w 268483"/>
                <a:gd name="csY279" fmla="*/ 109878 h 209245"/>
                <a:gd name="csX280" fmla="*/ 87902 w 268483"/>
                <a:gd name="csY280" fmla="*/ 109400 h 209245"/>
                <a:gd name="csX281" fmla="*/ 85036 w 268483"/>
                <a:gd name="csY281" fmla="*/ 109878 h 209245"/>
                <a:gd name="csX282" fmla="*/ 82647 w 268483"/>
                <a:gd name="csY282" fmla="*/ 111311 h 209245"/>
                <a:gd name="csX283" fmla="*/ 81214 w 268483"/>
                <a:gd name="csY283" fmla="*/ 111311 h 209245"/>
                <a:gd name="csX284" fmla="*/ 80736 w 268483"/>
                <a:gd name="csY284" fmla="*/ 110833 h 209245"/>
                <a:gd name="csX285" fmla="*/ 80258 w 268483"/>
                <a:gd name="csY285" fmla="*/ 110833 h 209245"/>
                <a:gd name="csX286" fmla="*/ 80258 w 268483"/>
                <a:gd name="csY286" fmla="*/ 110833 h 209245"/>
                <a:gd name="csX287" fmla="*/ 79303 w 268483"/>
                <a:gd name="csY287" fmla="*/ 110355 h 209245"/>
                <a:gd name="csX288" fmla="*/ 78348 w 268483"/>
                <a:gd name="csY288" fmla="*/ 110833 h 209245"/>
                <a:gd name="csX289" fmla="*/ 78348 w 268483"/>
                <a:gd name="csY289" fmla="*/ 110833 h 209245"/>
                <a:gd name="csX290" fmla="*/ 77870 w 268483"/>
                <a:gd name="csY290" fmla="*/ 110833 h 209245"/>
                <a:gd name="csX291" fmla="*/ 75004 w 268483"/>
                <a:gd name="csY291" fmla="*/ 107489 h 209245"/>
                <a:gd name="csX292" fmla="*/ 72137 w 268483"/>
                <a:gd name="csY292" fmla="*/ 104145 h 209245"/>
                <a:gd name="csX293" fmla="*/ 68793 w 268483"/>
                <a:gd name="csY293" fmla="*/ 100323 h 209245"/>
                <a:gd name="csX294" fmla="*/ 64971 w 268483"/>
                <a:gd name="csY294" fmla="*/ 96024 h 209245"/>
                <a:gd name="csX295" fmla="*/ 64971 w 268483"/>
                <a:gd name="csY295" fmla="*/ 96024 h 209245"/>
                <a:gd name="csX296" fmla="*/ 64016 w 268483"/>
                <a:gd name="csY296" fmla="*/ 96024 h 209245"/>
                <a:gd name="csX297" fmla="*/ 63060 w 268483"/>
                <a:gd name="csY297" fmla="*/ 96024 h 209245"/>
                <a:gd name="csX298" fmla="*/ 61627 w 268483"/>
                <a:gd name="csY298" fmla="*/ 96024 h 209245"/>
                <a:gd name="csX299" fmla="*/ 59239 w 268483"/>
                <a:gd name="csY299" fmla="*/ 95546 h 209245"/>
                <a:gd name="csX300" fmla="*/ 57328 w 268483"/>
                <a:gd name="csY300" fmla="*/ 95068 h 209245"/>
                <a:gd name="csX301" fmla="*/ 56372 w 268483"/>
                <a:gd name="csY301" fmla="*/ 94113 h 209245"/>
                <a:gd name="csX302" fmla="*/ 56372 w 268483"/>
                <a:gd name="csY302" fmla="*/ 94113 h 209245"/>
                <a:gd name="csX303" fmla="*/ 54939 w 268483"/>
                <a:gd name="csY303" fmla="*/ 94113 h 209245"/>
                <a:gd name="csX304" fmla="*/ 53983 w 268483"/>
                <a:gd name="csY304" fmla="*/ 93635 h 209245"/>
                <a:gd name="csX305" fmla="*/ 53506 w 268483"/>
                <a:gd name="csY305" fmla="*/ 93635 h 209245"/>
                <a:gd name="csX306" fmla="*/ 52073 w 268483"/>
                <a:gd name="csY306" fmla="*/ 93157 h 209245"/>
                <a:gd name="csX307" fmla="*/ 50639 w 268483"/>
                <a:gd name="csY307" fmla="*/ 93635 h 209245"/>
                <a:gd name="csX308" fmla="*/ 46817 w 268483"/>
                <a:gd name="csY308" fmla="*/ 95068 h 209245"/>
                <a:gd name="csX309" fmla="*/ 44429 w 268483"/>
                <a:gd name="csY309" fmla="*/ 95068 h 209245"/>
                <a:gd name="csX310" fmla="*/ 44429 w 268483"/>
                <a:gd name="csY310" fmla="*/ 95068 h 209245"/>
                <a:gd name="csX311" fmla="*/ 42518 w 268483"/>
                <a:gd name="csY311" fmla="*/ 95068 h 209245"/>
                <a:gd name="csX312" fmla="*/ 39651 w 268483"/>
                <a:gd name="csY312" fmla="*/ 94590 h 209245"/>
                <a:gd name="csX313" fmla="*/ 37741 w 268483"/>
                <a:gd name="csY313" fmla="*/ 94590 h 209245"/>
                <a:gd name="csX314" fmla="*/ 34397 w 268483"/>
                <a:gd name="csY314" fmla="*/ 94590 h 209245"/>
                <a:gd name="csX315" fmla="*/ 31052 w 268483"/>
                <a:gd name="csY315" fmla="*/ 95068 h 209245"/>
                <a:gd name="csX316" fmla="*/ 29141 w 268483"/>
                <a:gd name="csY316" fmla="*/ 95068 h 209245"/>
                <a:gd name="csX317" fmla="*/ 26753 w 268483"/>
                <a:gd name="csY317" fmla="*/ 94590 h 209245"/>
                <a:gd name="csX318" fmla="*/ 25320 w 268483"/>
                <a:gd name="csY318" fmla="*/ 93157 h 209245"/>
                <a:gd name="csX319" fmla="*/ 23886 w 268483"/>
                <a:gd name="csY319" fmla="*/ 90291 h 209245"/>
                <a:gd name="csX320" fmla="*/ 23886 w 268483"/>
                <a:gd name="csY320" fmla="*/ 90291 h 209245"/>
                <a:gd name="csX321" fmla="*/ 22931 w 268483"/>
                <a:gd name="csY321" fmla="*/ 88380 h 209245"/>
                <a:gd name="csX322" fmla="*/ 22931 w 268483"/>
                <a:gd name="csY322" fmla="*/ 88380 h 209245"/>
                <a:gd name="csX323" fmla="*/ 21498 w 268483"/>
                <a:gd name="csY323" fmla="*/ 87902 h 209245"/>
                <a:gd name="csX324" fmla="*/ 21020 w 268483"/>
                <a:gd name="csY324" fmla="*/ 87902 h 209245"/>
                <a:gd name="csX325" fmla="*/ 19587 w 268483"/>
                <a:gd name="csY325" fmla="*/ 87424 h 209245"/>
                <a:gd name="csX326" fmla="*/ 18154 w 268483"/>
                <a:gd name="csY326" fmla="*/ 86469 h 209245"/>
                <a:gd name="csX327" fmla="*/ 17676 w 268483"/>
                <a:gd name="csY327" fmla="*/ 85514 h 209245"/>
                <a:gd name="csX328" fmla="*/ 17676 w 268483"/>
                <a:gd name="csY328" fmla="*/ 83603 h 209245"/>
                <a:gd name="csX329" fmla="*/ 17676 w 268483"/>
                <a:gd name="csY329" fmla="*/ 81214 h 209245"/>
                <a:gd name="csX330" fmla="*/ 18154 w 268483"/>
                <a:gd name="csY330" fmla="*/ 80258 h 209245"/>
                <a:gd name="csX331" fmla="*/ 18154 w 268483"/>
                <a:gd name="csY331" fmla="*/ 77392 h 209245"/>
                <a:gd name="csX332" fmla="*/ 19587 w 268483"/>
                <a:gd name="csY332" fmla="*/ 75959 h 209245"/>
                <a:gd name="csX333" fmla="*/ 20065 w 268483"/>
                <a:gd name="csY333" fmla="*/ 75004 h 209245"/>
                <a:gd name="csX334" fmla="*/ 20065 w 268483"/>
                <a:gd name="csY334" fmla="*/ 74048 h 209245"/>
                <a:gd name="csX335" fmla="*/ 19587 w 268483"/>
                <a:gd name="csY335" fmla="*/ 71659 h 209245"/>
                <a:gd name="csX336" fmla="*/ 19109 w 268483"/>
                <a:gd name="csY336" fmla="*/ 69748 h 209245"/>
                <a:gd name="csX337" fmla="*/ 18632 w 268483"/>
                <a:gd name="csY337" fmla="*/ 69748 h 209245"/>
                <a:gd name="csX338" fmla="*/ 16721 w 268483"/>
                <a:gd name="csY338" fmla="*/ 67838 h 209245"/>
                <a:gd name="csX339" fmla="*/ 13854 w 268483"/>
                <a:gd name="csY339" fmla="*/ 65449 h 209245"/>
                <a:gd name="csX340" fmla="*/ 12899 w 268483"/>
                <a:gd name="csY340" fmla="*/ 61149 h 209245"/>
                <a:gd name="csX341" fmla="*/ 11466 w 268483"/>
                <a:gd name="csY341" fmla="*/ 56372 h 209245"/>
                <a:gd name="csX342" fmla="*/ 10510 w 268483"/>
                <a:gd name="csY342" fmla="*/ 55894 h 209245"/>
                <a:gd name="csX343" fmla="*/ 10510 w 268483"/>
                <a:gd name="csY343" fmla="*/ 55894 h 209245"/>
                <a:gd name="csX344" fmla="*/ 10032 w 268483"/>
                <a:gd name="csY344" fmla="*/ 55894 h 209245"/>
                <a:gd name="csX345" fmla="*/ 9077 w 268483"/>
                <a:gd name="csY345" fmla="*/ 56372 h 209245"/>
                <a:gd name="csX346" fmla="*/ 9077 w 268483"/>
                <a:gd name="csY346" fmla="*/ 56372 h 209245"/>
                <a:gd name="csX347" fmla="*/ 8121 w 268483"/>
                <a:gd name="csY347" fmla="*/ 55894 h 209245"/>
                <a:gd name="csX348" fmla="*/ 7166 w 268483"/>
                <a:gd name="csY348" fmla="*/ 53983 h 209245"/>
                <a:gd name="csX349" fmla="*/ 7166 w 268483"/>
                <a:gd name="csY349" fmla="*/ 53983 h 209245"/>
                <a:gd name="csX350" fmla="*/ 6210 w 268483"/>
                <a:gd name="csY350" fmla="*/ 53506 h 209245"/>
                <a:gd name="csX351" fmla="*/ 4777 w 268483"/>
                <a:gd name="csY351" fmla="*/ 54461 h 209245"/>
                <a:gd name="csX352" fmla="*/ 3344 w 268483"/>
                <a:gd name="csY352" fmla="*/ 54939 h 209245"/>
                <a:gd name="csX353" fmla="*/ 478 w 268483"/>
                <a:gd name="csY353" fmla="*/ 55417 h 209245"/>
                <a:gd name="csX354" fmla="*/ 0 w 268483"/>
                <a:gd name="csY354" fmla="*/ 54939 h 209245"/>
                <a:gd name="csX355" fmla="*/ 478 w 268483"/>
                <a:gd name="csY355" fmla="*/ 54461 h 209245"/>
                <a:gd name="csX356" fmla="*/ 1433 w 268483"/>
                <a:gd name="csY356" fmla="*/ 52550 h 209245"/>
                <a:gd name="csX357" fmla="*/ 2866 w 268483"/>
                <a:gd name="csY357" fmla="*/ 50162 h 209245"/>
                <a:gd name="csX358" fmla="*/ 4777 w 268483"/>
                <a:gd name="csY358" fmla="*/ 48251 h 209245"/>
                <a:gd name="csX359" fmla="*/ 6210 w 268483"/>
                <a:gd name="csY359" fmla="*/ 46340 h 209245"/>
                <a:gd name="csX360" fmla="*/ 7166 w 268483"/>
                <a:gd name="csY360" fmla="*/ 43951 h 209245"/>
                <a:gd name="csX361" fmla="*/ 8121 w 268483"/>
                <a:gd name="csY361" fmla="*/ 39651 h 209245"/>
                <a:gd name="csX362" fmla="*/ 8599 w 268483"/>
                <a:gd name="csY362" fmla="*/ 36785 h 209245"/>
                <a:gd name="csX363" fmla="*/ 10032 w 268483"/>
                <a:gd name="csY363" fmla="*/ 31052 h 209245"/>
                <a:gd name="csX364" fmla="*/ 12421 w 268483"/>
                <a:gd name="csY364" fmla="*/ 26753 h 209245"/>
                <a:gd name="csX365" fmla="*/ 13376 w 268483"/>
                <a:gd name="csY365" fmla="*/ 24842 h 209245"/>
                <a:gd name="csX366" fmla="*/ 15765 w 268483"/>
                <a:gd name="csY366" fmla="*/ 22453 h 209245"/>
                <a:gd name="csX367" fmla="*/ 16721 w 268483"/>
                <a:gd name="csY367" fmla="*/ 21020 h 209245"/>
                <a:gd name="csX368" fmla="*/ 18154 w 268483"/>
                <a:gd name="csY368" fmla="*/ 19587 h 209245"/>
                <a:gd name="csX369" fmla="*/ 22453 w 268483"/>
                <a:gd name="csY369" fmla="*/ 18154 h 209245"/>
                <a:gd name="csX370" fmla="*/ 26753 w 268483"/>
                <a:gd name="csY370" fmla="*/ 10510 h 209245"/>
                <a:gd name="csX371" fmla="*/ 28186 w 268483"/>
                <a:gd name="csY371" fmla="*/ 9555 h 209245"/>
                <a:gd name="csX372" fmla="*/ 32486 w 268483"/>
                <a:gd name="csY372" fmla="*/ 8599 h 209245"/>
                <a:gd name="csX373" fmla="*/ 36307 w 268483"/>
                <a:gd name="csY373" fmla="*/ 7644 h 209245"/>
                <a:gd name="csX374" fmla="*/ 38218 w 268483"/>
                <a:gd name="csY374" fmla="*/ 6688 h 209245"/>
                <a:gd name="csX375" fmla="*/ 39174 w 268483"/>
                <a:gd name="csY375" fmla="*/ 6688 h 209245"/>
                <a:gd name="csX376" fmla="*/ 40129 w 268483"/>
                <a:gd name="csY376" fmla="*/ 6210 h 209245"/>
                <a:gd name="csX377" fmla="*/ 40607 w 268483"/>
                <a:gd name="csY377" fmla="*/ 6210 h 209245"/>
                <a:gd name="csX378" fmla="*/ 40129 w 268483"/>
                <a:gd name="csY378" fmla="*/ 6688 h 209245"/>
                <a:gd name="csX379" fmla="*/ 38696 w 268483"/>
                <a:gd name="csY379" fmla="*/ 7644 h 209245"/>
                <a:gd name="csX380" fmla="*/ 37263 w 268483"/>
                <a:gd name="csY380" fmla="*/ 8599 h 209245"/>
                <a:gd name="csX381" fmla="*/ 29619 w 268483"/>
                <a:gd name="csY381" fmla="*/ 10032 h 209245"/>
                <a:gd name="csX382" fmla="*/ 29141 w 268483"/>
                <a:gd name="csY382" fmla="*/ 10510 h 209245"/>
                <a:gd name="csX383" fmla="*/ 27708 w 268483"/>
                <a:gd name="csY383" fmla="*/ 11466 h 209245"/>
                <a:gd name="csX384" fmla="*/ 27708 w 268483"/>
                <a:gd name="csY384" fmla="*/ 12899 h 209245"/>
                <a:gd name="csX385" fmla="*/ 28186 w 268483"/>
                <a:gd name="csY385" fmla="*/ 14332 h 209245"/>
                <a:gd name="csX386" fmla="*/ 30575 w 268483"/>
                <a:gd name="csY386" fmla="*/ 18154 h 209245"/>
                <a:gd name="csX387" fmla="*/ 31052 w 268483"/>
                <a:gd name="csY387" fmla="*/ 19109 h 209245"/>
                <a:gd name="csX388" fmla="*/ 34397 w 268483"/>
                <a:gd name="csY388" fmla="*/ 21498 h 209245"/>
                <a:gd name="csX389" fmla="*/ 33441 w 268483"/>
                <a:gd name="csY389" fmla="*/ 21975 h 209245"/>
                <a:gd name="csX390" fmla="*/ 32486 w 268483"/>
                <a:gd name="csY390" fmla="*/ 21975 h 209245"/>
                <a:gd name="csX391" fmla="*/ 33441 w 268483"/>
                <a:gd name="csY391" fmla="*/ 24842 h 209245"/>
                <a:gd name="csX392" fmla="*/ 34874 w 268483"/>
                <a:gd name="csY392" fmla="*/ 26753 h 209245"/>
                <a:gd name="csX393" fmla="*/ 35352 w 268483"/>
                <a:gd name="csY393" fmla="*/ 28186 h 209245"/>
                <a:gd name="csX394" fmla="*/ 33919 w 268483"/>
                <a:gd name="csY394" fmla="*/ 32008 h 209245"/>
                <a:gd name="csX395" fmla="*/ 31052 w 268483"/>
                <a:gd name="csY395" fmla="*/ 34397 h 209245"/>
                <a:gd name="csX396" fmla="*/ 29141 w 268483"/>
                <a:gd name="csY396" fmla="*/ 37263 h 209245"/>
                <a:gd name="csX397" fmla="*/ 27708 w 268483"/>
                <a:gd name="csY397" fmla="*/ 38218 h 209245"/>
                <a:gd name="csX398" fmla="*/ 24842 w 268483"/>
                <a:gd name="csY398" fmla="*/ 43473 h 209245"/>
                <a:gd name="csX399" fmla="*/ 27231 w 268483"/>
                <a:gd name="csY399" fmla="*/ 46817 h 209245"/>
                <a:gd name="csX400" fmla="*/ 27708 w 268483"/>
                <a:gd name="csY400" fmla="*/ 48251 h 209245"/>
                <a:gd name="csX401" fmla="*/ 29619 w 268483"/>
                <a:gd name="csY401" fmla="*/ 50639 h 209245"/>
                <a:gd name="csX402" fmla="*/ 31052 w 268483"/>
                <a:gd name="csY402" fmla="*/ 51595 h 209245"/>
                <a:gd name="csX403" fmla="*/ 32008 w 268483"/>
                <a:gd name="csY403" fmla="*/ 52550 h 209245"/>
                <a:gd name="csX404" fmla="*/ 31530 w 268483"/>
                <a:gd name="csY404" fmla="*/ 53983 h 209245"/>
                <a:gd name="csX405" fmla="*/ 32008 w 268483"/>
                <a:gd name="csY405" fmla="*/ 55894 h 209245"/>
                <a:gd name="csX406" fmla="*/ 33441 w 268483"/>
                <a:gd name="csY406" fmla="*/ 57328 h 209245"/>
                <a:gd name="csX407" fmla="*/ 34397 w 268483"/>
                <a:gd name="csY407" fmla="*/ 57805 h 209245"/>
                <a:gd name="csX408" fmla="*/ 36307 w 268483"/>
                <a:gd name="csY408" fmla="*/ 57805 h 209245"/>
                <a:gd name="csX409" fmla="*/ 41085 w 268483"/>
                <a:gd name="csY409" fmla="*/ 56372 h 209245"/>
                <a:gd name="csX410" fmla="*/ 42040 w 268483"/>
                <a:gd name="csY410" fmla="*/ 55417 h 209245"/>
                <a:gd name="csX411" fmla="*/ 42996 w 268483"/>
                <a:gd name="csY411" fmla="*/ 54461 h 209245"/>
                <a:gd name="csX412" fmla="*/ 45384 w 268483"/>
                <a:gd name="csY412" fmla="*/ 52073 h 209245"/>
                <a:gd name="csX413" fmla="*/ 45384 w 268483"/>
                <a:gd name="csY413" fmla="*/ 49206 h 209245"/>
                <a:gd name="csX414" fmla="*/ 45862 w 268483"/>
                <a:gd name="csY414" fmla="*/ 45384 h 209245"/>
                <a:gd name="csX415" fmla="*/ 45384 w 268483"/>
                <a:gd name="csY415" fmla="*/ 42996 h 209245"/>
                <a:gd name="csX416" fmla="*/ 42996 w 268483"/>
                <a:gd name="csY416" fmla="*/ 40129 h 209245"/>
                <a:gd name="csX417" fmla="*/ 41563 w 268483"/>
                <a:gd name="csY417" fmla="*/ 37741 h 209245"/>
                <a:gd name="csX418" fmla="*/ 39174 w 268483"/>
                <a:gd name="csY418" fmla="*/ 35352 h 209245"/>
                <a:gd name="csX419" fmla="*/ 37741 w 268483"/>
                <a:gd name="csY419" fmla="*/ 31530 h 209245"/>
                <a:gd name="csX420" fmla="*/ 37263 w 268483"/>
                <a:gd name="csY420" fmla="*/ 30097 h 209245"/>
                <a:gd name="csX421" fmla="*/ 36785 w 268483"/>
                <a:gd name="csY421" fmla="*/ 28664 h 209245"/>
                <a:gd name="csX422" fmla="*/ 36307 w 268483"/>
                <a:gd name="csY422" fmla="*/ 25798 h 209245"/>
                <a:gd name="csX423" fmla="*/ 37741 w 268483"/>
                <a:gd name="csY423" fmla="*/ 24842 h 209245"/>
                <a:gd name="csX424" fmla="*/ 37741 w 268483"/>
                <a:gd name="csY424" fmla="*/ 22453 h 209245"/>
                <a:gd name="csX425" fmla="*/ 41563 w 268483"/>
                <a:gd name="csY425" fmla="*/ 21975 h 209245"/>
                <a:gd name="csX426" fmla="*/ 50639 w 268483"/>
                <a:gd name="csY426" fmla="*/ 17676 h 209245"/>
                <a:gd name="csX427" fmla="*/ 55894 w 268483"/>
                <a:gd name="csY427" fmla="*/ 16721 h 209245"/>
                <a:gd name="csX428" fmla="*/ 62105 w 268483"/>
                <a:gd name="csY428" fmla="*/ 14809 h 209245"/>
                <a:gd name="csX429" fmla="*/ 63538 w 268483"/>
                <a:gd name="csY429" fmla="*/ 13854 h 209245"/>
                <a:gd name="csX430" fmla="*/ 64971 w 268483"/>
                <a:gd name="csY430" fmla="*/ 11943 h 209245"/>
                <a:gd name="csX431" fmla="*/ 65927 w 268483"/>
                <a:gd name="csY431" fmla="*/ 11943 h 209245"/>
                <a:gd name="csX432" fmla="*/ 68793 w 268483"/>
                <a:gd name="csY432" fmla="*/ 13376 h 209245"/>
                <a:gd name="csX433" fmla="*/ 70704 w 268483"/>
                <a:gd name="csY433" fmla="*/ 12899 h 209245"/>
                <a:gd name="csX434" fmla="*/ 71182 w 268483"/>
                <a:gd name="csY434" fmla="*/ 11943 h 209245"/>
                <a:gd name="csX435" fmla="*/ 70226 w 268483"/>
                <a:gd name="csY435" fmla="*/ 9555 h 209245"/>
                <a:gd name="csX436" fmla="*/ 68315 w 268483"/>
                <a:gd name="csY436" fmla="*/ 9555 h 209245"/>
                <a:gd name="csX437" fmla="*/ 63060 w 268483"/>
                <a:gd name="csY437" fmla="*/ 10032 h 209245"/>
                <a:gd name="csX438" fmla="*/ 62582 w 268483"/>
                <a:gd name="csY438" fmla="*/ 9077 h 209245"/>
                <a:gd name="csX439" fmla="*/ 62582 w 268483"/>
                <a:gd name="csY439" fmla="*/ 8121 h 209245"/>
                <a:gd name="csX440" fmla="*/ 61149 w 268483"/>
                <a:gd name="csY440" fmla="*/ 5255 h 209245"/>
                <a:gd name="csX441" fmla="*/ 61627 w 268483"/>
                <a:gd name="csY441" fmla="*/ 3344 h 209245"/>
                <a:gd name="csX442" fmla="*/ 62582 w 268483"/>
                <a:gd name="csY442" fmla="*/ 1433 h 209245"/>
                <a:gd name="csX443" fmla="*/ 64493 w 268483"/>
                <a:gd name="csY443" fmla="*/ 956 h 209245"/>
                <a:gd name="csX444" fmla="*/ 66405 w 268483"/>
                <a:gd name="csY444" fmla="*/ 0 h 209245"/>
                <a:gd name="csX445" fmla="*/ 68315 w 268483"/>
                <a:gd name="csY445" fmla="*/ 1433 h 209245"/>
                <a:gd name="csX446" fmla="*/ 69271 w 268483"/>
                <a:gd name="csY446" fmla="*/ 2389 h 209245"/>
                <a:gd name="csX447" fmla="*/ 70226 w 268483"/>
                <a:gd name="csY447" fmla="*/ 3344 h 209245"/>
                <a:gd name="csX448" fmla="*/ 70704 w 268483"/>
                <a:gd name="csY448" fmla="*/ 6210 h 209245"/>
                <a:gd name="csX449" fmla="*/ 71659 w 268483"/>
                <a:gd name="csY449" fmla="*/ 9077 h 209245"/>
                <a:gd name="csX450" fmla="*/ 72615 w 268483"/>
                <a:gd name="csY450" fmla="*/ 11466 h 209245"/>
                <a:gd name="csX451" fmla="*/ 74048 w 268483"/>
                <a:gd name="csY451" fmla="*/ 12899 h 209245"/>
                <a:gd name="csX452" fmla="*/ 75481 w 268483"/>
                <a:gd name="csY452" fmla="*/ 12899 h 209245"/>
                <a:gd name="csX453" fmla="*/ 75959 w 268483"/>
                <a:gd name="csY453" fmla="*/ 12421 h 209245"/>
                <a:gd name="csX454" fmla="*/ 82170 w 268483"/>
                <a:gd name="csY454" fmla="*/ 12421 h 209245"/>
                <a:gd name="csX455" fmla="*/ 85514 w 268483"/>
                <a:gd name="csY455" fmla="*/ 13376 h 209245"/>
                <a:gd name="csX456" fmla="*/ 89813 w 268483"/>
                <a:gd name="csY456" fmla="*/ 13854 h 209245"/>
                <a:gd name="csX457" fmla="*/ 94113 w 268483"/>
                <a:gd name="csY457" fmla="*/ 16243 h 209245"/>
                <a:gd name="csX458" fmla="*/ 98412 w 268483"/>
                <a:gd name="csY458" fmla="*/ 18632 h 209245"/>
                <a:gd name="csX459" fmla="*/ 99368 w 268483"/>
                <a:gd name="csY459" fmla="*/ 21020 h 209245"/>
                <a:gd name="csX460" fmla="*/ 99846 w 268483"/>
                <a:gd name="csY460" fmla="*/ 22453 h 209245"/>
                <a:gd name="csX461" fmla="*/ 100801 w 268483"/>
                <a:gd name="csY461" fmla="*/ 23886 h 209245"/>
                <a:gd name="csX462" fmla="*/ 99846 w 268483"/>
                <a:gd name="csY462" fmla="*/ 25320 h 209245"/>
                <a:gd name="csX463" fmla="*/ 100323 w 268483"/>
                <a:gd name="csY463" fmla="*/ 27231 h 209245"/>
                <a:gd name="csX464" fmla="*/ 101756 w 268483"/>
                <a:gd name="csY464" fmla="*/ 29619 h 209245"/>
                <a:gd name="csX465" fmla="*/ 103667 w 268483"/>
                <a:gd name="csY465" fmla="*/ 31052 h 209245"/>
                <a:gd name="csX466" fmla="*/ 108922 w 268483"/>
                <a:gd name="csY466" fmla="*/ 31530 h 209245"/>
                <a:gd name="csX467" fmla="*/ 114655 w 268483"/>
                <a:gd name="csY467" fmla="*/ 30575 h 209245"/>
                <a:gd name="csX468" fmla="*/ 123732 w 268483"/>
                <a:gd name="csY468" fmla="*/ 29619 h 209245"/>
                <a:gd name="csX469" fmla="*/ 126598 w 268483"/>
                <a:gd name="csY469" fmla="*/ 29141 h 209245"/>
                <a:gd name="csX470" fmla="*/ 141408 w 268483"/>
                <a:gd name="csY470" fmla="*/ 28664 h 209245"/>
                <a:gd name="csX471" fmla="*/ 143796 w 268483"/>
                <a:gd name="csY471" fmla="*/ 29619 h 209245"/>
                <a:gd name="csX472" fmla="*/ 144274 w 268483"/>
                <a:gd name="csY472" fmla="*/ 30575 h 209245"/>
                <a:gd name="csX473" fmla="*/ 144274 w 268483"/>
                <a:gd name="csY473" fmla="*/ 31530 h 209245"/>
                <a:gd name="csX474" fmla="*/ 149052 w 268483"/>
                <a:gd name="csY474" fmla="*/ 35352 h 209245"/>
                <a:gd name="csX475" fmla="*/ 152873 w 268483"/>
                <a:gd name="csY475" fmla="*/ 35830 h 209245"/>
                <a:gd name="csX476" fmla="*/ 156218 w 268483"/>
                <a:gd name="csY476" fmla="*/ 37263 h 209245"/>
                <a:gd name="csX477" fmla="*/ 159562 w 268483"/>
                <a:gd name="csY477" fmla="*/ 37741 h 209245"/>
                <a:gd name="csX478" fmla="*/ 163384 w 268483"/>
                <a:gd name="csY478" fmla="*/ 38696 h 209245"/>
                <a:gd name="csX479" fmla="*/ 165294 w 268483"/>
                <a:gd name="csY479" fmla="*/ 38696 h 209245"/>
                <a:gd name="csX480" fmla="*/ 167205 w 268483"/>
                <a:gd name="csY480" fmla="*/ 38218 h 209245"/>
                <a:gd name="csX481" fmla="*/ 168638 w 268483"/>
                <a:gd name="csY481" fmla="*/ 38218 h 209245"/>
                <a:gd name="csX482" fmla="*/ 182015 w 268483"/>
                <a:gd name="csY482" fmla="*/ 31530 h 209245"/>
                <a:gd name="csX483" fmla="*/ 189181 w 268483"/>
                <a:gd name="csY483" fmla="*/ 32008 h 209245"/>
                <a:gd name="csX484" fmla="*/ 190136 w 268483"/>
                <a:gd name="csY484" fmla="*/ 31530 h 209245"/>
                <a:gd name="csX485" fmla="*/ 191092 w 268483"/>
                <a:gd name="csY485" fmla="*/ 31052 h 209245"/>
                <a:gd name="csX486" fmla="*/ 188226 w 268483"/>
                <a:gd name="csY486" fmla="*/ 30097 h 209245"/>
                <a:gd name="csX487" fmla="*/ 182493 w 268483"/>
                <a:gd name="csY487" fmla="*/ 29619 h 209245"/>
                <a:gd name="csX488" fmla="*/ 181060 w 268483"/>
                <a:gd name="csY488" fmla="*/ 30097 h 209245"/>
                <a:gd name="csX489" fmla="*/ 179626 w 268483"/>
                <a:gd name="csY489" fmla="*/ 28664 h 209245"/>
                <a:gd name="csX490" fmla="*/ 181537 w 268483"/>
                <a:gd name="csY490" fmla="*/ 28664 h 209245"/>
                <a:gd name="csX491" fmla="*/ 188226 w 268483"/>
                <a:gd name="csY491" fmla="*/ 28186 h 209245"/>
                <a:gd name="csX492" fmla="*/ 195869 w 268483"/>
                <a:gd name="csY492" fmla="*/ 28186 h 209245"/>
                <a:gd name="csX493" fmla="*/ 201602 w 268483"/>
                <a:gd name="csY493" fmla="*/ 27231 h 209245"/>
                <a:gd name="csX494" fmla="*/ 204946 w 268483"/>
                <a:gd name="csY494" fmla="*/ 26753 h 209245"/>
                <a:gd name="csX495" fmla="*/ 206379 w 268483"/>
                <a:gd name="csY495" fmla="*/ 27231 h 209245"/>
                <a:gd name="csX496" fmla="*/ 211634 w 268483"/>
                <a:gd name="csY496" fmla="*/ 26275 h 209245"/>
                <a:gd name="csX497" fmla="*/ 220711 w 268483"/>
                <a:gd name="csY497" fmla="*/ 27231 h 209245"/>
                <a:gd name="csX498" fmla="*/ 227877 w 268483"/>
                <a:gd name="csY498" fmla="*/ 26275 h 209245"/>
                <a:gd name="csX499" fmla="*/ 226921 w 268483"/>
                <a:gd name="csY499" fmla="*/ 27708 h 209245"/>
                <a:gd name="csX500" fmla="*/ 224533 w 268483"/>
                <a:gd name="csY500" fmla="*/ 28186 h 209245"/>
                <a:gd name="csX501" fmla="*/ 220711 w 268483"/>
                <a:gd name="csY501" fmla="*/ 28664 h 209245"/>
                <a:gd name="csX502" fmla="*/ 217845 w 268483"/>
                <a:gd name="csY502" fmla="*/ 30097 h 209245"/>
                <a:gd name="csX503" fmla="*/ 211634 w 268483"/>
                <a:gd name="csY503" fmla="*/ 29619 h 209245"/>
                <a:gd name="csX504" fmla="*/ 207335 w 268483"/>
                <a:gd name="csY504" fmla="*/ 30575 h 209245"/>
                <a:gd name="csX505" fmla="*/ 208768 w 268483"/>
                <a:gd name="csY505" fmla="*/ 31052 h 209245"/>
                <a:gd name="csX506" fmla="*/ 208768 w 268483"/>
                <a:gd name="csY506" fmla="*/ 32486 h 209245"/>
                <a:gd name="csX507" fmla="*/ 209245 w 268483"/>
                <a:gd name="csY507" fmla="*/ 32963 h 209245"/>
                <a:gd name="csX508" fmla="*/ 209723 w 268483"/>
                <a:gd name="csY508" fmla="*/ 32963 h 209245"/>
                <a:gd name="csX509" fmla="*/ 211156 w 268483"/>
                <a:gd name="csY509" fmla="*/ 33919 h 209245"/>
                <a:gd name="csX510" fmla="*/ 211634 w 268483"/>
                <a:gd name="csY510" fmla="*/ 34874 h 209245"/>
                <a:gd name="csX511" fmla="*/ 212112 w 268483"/>
                <a:gd name="csY511" fmla="*/ 36307 h 209245"/>
                <a:gd name="csX512" fmla="*/ 211634 w 268483"/>
                <a:gd name="csY512" fmla="*/ 38218 h 209245"/>
                <a:gd name="csX513" fmla="*/ 210679 w 268483"/>
                <a:gd name="csY513" fmla="*/ 39174 h 209245"/>
                <a:gd name="csX514" fmla="*/ 212590 w 268483"/>
                <a:gd name="csY514" fmla="*/ 38696 h 209245"/>
                <a:gd name="csX515" fmla="*/ 213545 w 268483"/>
                <a:gd name="csY515" fmla="*/ 38218 h 209245"/>
                <a:gd name="csX516" fmla="*/ 213067 w 268483"/>
                <a:gd name="csY516" fmla="*/ 37263 h 209245"/>
                <a:gd name="csX517" fmla="*/ 213545 w 268483"/>
                <a:gd name="csY517" fmla="*/ 36307 h 209245"/>
                <a:gd name="csX518" fmla="*/ 214501 w 268483"/>
                <a:gd name="csY518" fmla="*/ 36307 h 209245"/>
                <a:gd name="csX519" fmla="*/ 214978 w 268483"/>
                <a:gd name="csY519" fmla="*/ 36785 h 209245"/>
                <a:gd name="csX520" fmla="*/ 217367 w 268483"/>
                <a:gd name="csY520" fmla="*/ 41563 h 209245"/>
                <a:gd name="csX521" fmla="*/ 219278 w 268483"/>
                <a:gd name="csY521" fmla="*/ 43951 h 209245"/>
                <a:gd name="csX522" fmla="*/ 219278 w 268483"/>
                <a:gd name="csY522" fmla="*/ 43951 h 209245"/>
                <a:gd name="csX523" fmla="*/ 219756 w 268483"/>
                <a:gd name="csY523" fmla="*/ 43951 h 209245"/>
                <a:gd name="csX524" fmla="*/ 220233 w 268483"/>
                <a:gd name="csY524" fmla="*/ 43473 h 209245"/>
                <a:gd name="csX525" fmla="*/ 221189 w 268483"/>
                <a:gd name="csY525" fmla="*/ 42518 h 209245"/>
                <a:gd name="csX526" fmla="*/ 221667 w 268483"/>
                <a:gd name="csY526" fmla="*/ 42996 h 209245"/>
                <a:gd name="csX527" fmla="*/ 222144 w 268483"/>
                <a:gd name="csY527" fmla="*/ 43473 h 209245"/>
                <a:gd name="csX528" fmla="*/ 222144 w 268483"/>
                <a:gd name="csY528" fmla="*/ 43473 h 209245"/>
                <a:gd name="csX529" fmla="*/ 222144 w 268483"/>
                <a:gd name="csY529" fmla="*/ 42518 h 209245"/>
                <a:gd name="csX530" fmla="*/ 222622 w 268483"/>
                <a:gd name="csY530" fmla="*/ 41085 h 209245"/>
                <a:gd name="csX531" fmla="*/ 222144 w 268483"/>
                <a:gd name="csY531" fmla="*/ 40607 h 209245"/>
                <a:gd name="csX532" fmla="*/ 223100 w 268483"/>
                <a:gd name="csY532" fmla="*/ 40607 h 209245"/>
                <a:gd name="csX533" fmla="*/ 224055 w 268483"/>
                <a:gd name="csY533" fmla="*/ 40607 h 209245"/>
                <a:gd name="csX534" fmla="*/ 225010 w 268483"/>
                <a:gd name="csY534" fmla="*/ 41085 h 209245"/>
                <a:gd name="csX535" fmla="*/ 227399 w 268483"/>
                <a:gd name="csY535" fmla="*/ 42518 h 209245"/>
                <a:gd name="csX536" fmla="*/ 228833 w 268483"/>
                <a:gd name="csY536" fmla="*/ 43951 h 209245"/>
                <a:gd name="csX537" fmla="*/ 228833 w 268483"/>
                <a:gd name="csY537" fmla="*/ 44907 h 209245"/>
                <a:gd name="csX538" fmla="*/ 229310 w 268483"/>
                <a:gd name="csY538" fmla="*/ 45384 h 209245"/>
                <a:gd name="csX539" fmla="*/ 230266 w 268483"/>
                <a:gd name="csY539" fmla="*/ 45862 h 209245"/>
                <a:gd name="csX540" fmla="*/ 230743 w 268483"/>
                <a:gd name="csY540" fmla="*/ 46817 h 209245"/>
                <a:gd name="csX541" fmla="*/ 230743 w 268483"/>
                <a:gd name="csY541" fmla="*/ 45862 h 209245"/>
                <a:gd name="csX542" fmla="*/ 230266 w 268483"/>
                <a:gd name="csY542" fmla="*/ 44907 h 209245"/>
                <a:gd name="csX543" fmla="*/ 230266 w 268483"/>
                <a:gd name="csY543" fmla="*/ 43473 h 209245"/>
                <a:gd name="csX544" fmla="*/ 232654 w 268483"/>
                <a:gd name="csY544" fmla="*/ 43473 h 209245"/>
                <a:gd name="csX545" fmla="*/ 233610 w 268483"/>
                <a:gd name="csY545" fmla="*/ 42040 h 209245"/>
                <a:gd name="csX546" fmla="*/ 235043 w 268483"/>
                <a:gd name="csY546" fmla="*/ 42996 h 209245"/>
                <a:gd name="csX547" fmla="*/ 239342 w 268483"/>
                <a:gd name="csY547" fmla="*/ 46817 h 209245"/>
                <a:gd name="csX548" fmla="*/ 240776 w 268483"/>
                <a:gd name="csY548" fmla="*/ 47773 h 209245"/>
                <a:gd name="csX549" fmla="*/ 245075 w 268483"/>
                <a:gd name="csY549" fmla="*/ 48251 h 209245"/>
                <a:gd name="csX550" fmla="*/ 247942 w 268483"/>
                <a:gd name="csY550" fmla="*/ 50162 h 209245"/>
                <a:gd name="csX551" fmla="*/ 249375 w 268483"/>
                <a:gd name="csY551" fmla="*/ 52073 h 209245"/>
                <a:gd name="csX552" fmla="*/ 248419 w 268483"/>
                <a:gd name="csY552" fmla="*/ 53506 h 209245"/>
                <a:gd name="csX553" fmla="*/ 246031 w 268483"/>
                <a:gd name="csY553" fmla="*/ 54461 h 209245"/>
                <a:gd name="csX554" fmla="*/ 244598 w 268483"/>
                <a:gd name="csY554" fmla="*/ 55417 h 209245"/>
                <a:gd name="csX555" fmla="*/ 244120 w 268483"/>
                <a:gd name="csY555" fmla="*/ 56850 h 209245"/>
                <a:gd name="csX556" fmla="*/ 244120 w 268483"/>
                <a:gd name="csY556" fmla="*/ 57805 h 209245"/>
                <a:gd name="csX557" fmla="*/ 243164 w 268483"/>
                <a:gd name="csY557" fmla="*/ 59239 h 209245"/>
                <a:gd name="csX558" fmla="*/ 243164 w 268483"/>
                <a:gd name="csY558" fmla="*/ 59716 h 209245"/>
                <a:gd name="csX559" fmla="*/ 242686 w 268483"/>
                <a:gd name="csY559" fmla="*/ 61149 h 209245"/>
                <a:gd name="csX560" fmla="*/ 241731 w 268483"/>
                <a:gd name="csY560" fmla="*/ 63538 h 209245"/>
                <a:gd name="csX561" fmla="*/ 240298 w 268483"/>
                <a:gd name="csY561" fmla="*/ 65927 h 209245"/>
                <a:gd name="csX562" fmla="*/ 233132 w 268483"/>
                <a:gd name="csY562" fmla="*/ 65927 h 209245"/>
                <a:gd name="csX563" fmla="*/ 234565 w 268483"/>
                <a:gd name="csY563" fmla="*/ 66882 h 209245"/>
                <a:gd name="csX564" fmla="*/ 236476 w 268483"/>
                <a:gd name="csY564" fmla="*/ 67360 h 209245"/>
                <a:gd name="csX565" fmla="*/ 239342 w 268483"/>
                <a:gd name="csY565" fmla="*/ 69271 h 209245"/>
                <a:gd name="csX566" fmla="*/ 241253 w 268483"/>
                <a:gd name="csY566" fmla="*/ 67838 h 209245"/>
                <a:gd name="csX567" fmla="*/ 244598 w 268483"/>
                <a:gd name="csY567" fmla="*/ 67838 h 209245"/>
                <a:gd name="csX568" fmla="*/ 247942 w 268483"/>
                <a:gd name="csY568" fmla="*/ 65927 h 209245"/>
                <a:gd name="csX569" fmla="*/ 249375 w 268483"/>
                <a:gd name="csY569" fmla="*/ 65927 h 209245"/>
                <a:gd name="csX570" fmla="*/ 255585 w 268483"/>
                <a:gd name="csY570" fmla="*/ 66882 h 209245"/>
                <a:gd name="csX571" fmla="*/ 257018 w 268483"/>
                <a:gd name="csY571" fmla="*/ 65449 h 209245"/>
                <a:gd name="csX572" fmla="*/ 258452 w 268483"/>
                <a:gd name="csY572" fmla="*/ 65449 h 209245"/>
                <a:gd name="csX573" fmla="*/ 261796 w 268483"/>
                <a:gd name="csY573" fmla="*/ 65449 h 209245"/>
                <a:gd name="csX574" fmla="*/ 264662 w 268483"/>
                <a:gd name="csY574" fmla="*/ 66882 h 209245"/>
                <a:gd name="csX575" fmla="*/ 268484 w 268483"/>
                <a:gd name="csY575" fmla="*/ 71182 h 209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</a:cxnLst>
              <a:rect l="l" t="t" r="r" b="b"/>
              <a:pathLst>
                <a:path w="268483" h="209245">
                  <a:moveTo>
                    <a:pt x="268484" y="71182"/>
                  </a:moveTo>
                  <a:lnTo>
                    <a:pt x="268484" y="71659"/>
                  </a:lnTo>
                  <a:lnTo>
                    <a:pt x="268006" y="72137"/>
                  </a:lnTo>
                  <a:lnTo>
                    <a:pt x="265617" y="73093"/>
                  </a:lnTo>
                  <a:lnTo>
                    <a:pt x="265140" y="73570"/>
                  </a:lnTo>
                  <a:lnTo>
                    <a:pt x="264662" y="75959"/>
                  </a:lnTo>
                  <a:lnTo>
                    <a:pt x="261796" y="76914"/>
                  </a:lnTo>
                  <a:lnTo>
                    <a:pt x="259407" y="78348"/>
                  </a:lnTo>
                  <a:lnTo>
                    <a:pt x="258452" y="79303"/>
                  </a:lnTo>
                  <a:lnTo>
                    <a:pt x="257496" y="79781"/>
                  </a:lnTo>
                  <a:lnTo>
                    <a:pt x="255108" y="80258"/>
                  </a:lnTo>
                  <a:lnTo>
                    <a:pt x="254152" y="80736"/>
                  </a:lnTo>
                  <a:lnTo>
                    <a:pt x="254152" y="80736"/>
                  </a:lnTo>
                  <a:lnTo>
                    <a:pt x="253197" y="83125"/>
                  </a:lnTo>
                  <a:lnTo>
                    <a:pt x="252241" y="84080"/>
                  </a:lnTo>
                  <a:lnTo>
                    <a:pt x="250808" y="85036"/>
                  </a:lnTo>
                  <a:lnTo>
                    <a:pt x="250808" y="85991"/>
                  </a:lnTo>
                  <a:lnTo>
                    <a:pt x="252719" y="88380"/>
                  </a:lnTo>
                  <a:lnTo>
                    <a:pt x="253197" y="89335"/>
                  </a:lnTo>
                  <a:lnTo>
                    <a:pt x="252719" y="90291"/>
                  </a:lnTo>
                  <a:lnTo>
                    <a:pt x="252719" y="91246"/>
                  </a:lnTo>
                  <a:lnTo>
                    <a:pt x="252719" y="91246"/>
                  </a:lnTo>
                  <a:lnTo>
                    <a:pt x="253674" y="92202"/>
                  </a:lnTo>
                  <a:lnTo>
                    <a:pt x="254630" y="92202"/>
                  </a:lnTo>
                  <a:lnTo>
                    <a:pt x="256063" y="92202"/>
                  </a:lnTo>
                  <a:lnTo>
                    <a:pt x="257496" y="92202"/>
                  </a:lnTo>
                  <a:lnTo>
                    <a:pt x="258452" y="92202"/>
                  </a:lnTo>
                  <a:lnTo>
                    <a:pt x="258929" y="92680"/>
                  </a:lnTo>
                  <a:lnTo>
                    <a:pt x="258929" y="93157"/>
                  </a:lnTo>
                  <a:lnTo>
                    <a:pt x="257974" y="95068"/>
                  </a:lnTo>
                  <a:lnTo>
                    <a:pt x="257496" y="96024"/>
                  </a:lnTo>
                  <a:lnTo>
                    <a:pt x="253674" y="97457"/>
                  </a:lnTo>
                  <a:lnTo>
                    <a:pt x="251763" y="98412"/>
                  </a:lnTo>
                  <a:lnTo>
                    <a:pt x="250808" y="99368"/>
                  </a:lnTo>
                  <a:lnTo>
                    <a:pt x="248897" y="98890"/>
                  </a:lnTo>
                  <a:lnTo>
                    <a:pt x="247942" y="98890"/>
                  </a:lnTo>
                  <a:lnTo>
                    <a:pt x="246986" y="99368"/>
                  </a:lnTo>
                  <a:lnTo>
                    <a:pt x="246508" y="99846"/>
                  </a:lnTo>
                  <a:lnTo>
                    <a:pt x="245075" y="99846"/>
                  </a:lnTo>
                  <a:lnTo>
                    <a:pt x="243164" y="100323"/>
                  </a:lnTo>
                  <a:lnTo>
                    <a:pt x="242209" y="100801"/>
                  </a:lnTo>
                  <a:lnTo>
                    <a:pt x="241731" y="101279"/>
                  </a:lnTo>
                  <a:lnTo>
                    <a:pt x="241253" y="102712"/>
                  </a:lnTo>
                  <a:lnTo>
                    <a:pt x="241731" y="103667"/>
                  </a:lnTo>
                  <a:lnTo>
                    <a:pt x="242209" y="105100"/>
                  </a:lnTo>
                  <a:lnTo>
                    <a:pt x="242209" y="106056"/>
                  </a:lnTo>
                  <a:lnTo>
                    <a:pt x="242686" y="109400"/>
                  </a:lnTo>
                  <a:lnTo>
                    <a:pt x="242209" y="109878"/>
                  </a:lnTo>
                  <a:lnTo>
                    <a:pt x="240776" y="110833"/>
                  </a:lnTo>
                  <a:lnTo>
                    <a:pt x="239342" y="112266"/>
                  </a:lnTo>
                  <a:lnTo>
                    <a:pt x="237432" y="114177"/>
                  </a:lnTo>
                  <a:lnTo>
                    <a:pt x="237909" y="114655"/>
                  </a:lnTo>
                  <a:lnTo>
                    <a:pt x="242209" y="118955"/>
                  </a:lnTo>
                  <a:lnTo>
                    <a:pt x="246031" y="123254"/>
                  </a:lnTo>
                  <a:lnTo>
                    <a:pt x="250330" y="127554"/>
                  </a:lnTo>
                  <a:lnTo>
                    <a:pt x="250808" y="128031"/>
                  </a:lnTo>
                  <a:lnTo>
                    <a:pt x="251763" y="128509"/>
                  </a:lnTo>
                  <a:lnTo>
                    <a:pt x="252719" y="129942"/>
                  </a:lnTo>
                  <a:lnTo>
                    <a:pt x="253197" y="131376"/>
                  </a:lnTo>
                  <a:lnTo>
                    <a:pt x="253197" y="132331"/>
                  </a:lnTo>
                  <a:lnTo>
                    <a:pt x="252719" y="133287"/>
                  </a:lnTo>
                  <a:lnTo>
                    <a:pt x="251763" y="134720"/>
                  </a:lnTo>
                  <a:lnTo>
                    <a:pt x="250330" y="135675"/>
                  </a:lnTo>
                  <a:lnTo>
                    <a:pt x="248419" y="136153"/>
                  </a:lnTo>
                  <a:lnTo>
                    <a:pt x="246986" y="137108"/>
                  </a:lnTo>
                  <a:lnTo>
                    <a:pt x="246031" y="139019"/>
                  </a:lnTo>
                  <a:lnTo>
                    <a:pt x="245075" y="139975"/>
                  </a:lnTo>
                  <a:lnTo>
                    <a:pt x="244598" y="139975"/>
                  </a:lnTo>
                  <a:lnTo>
                    <a:pt x="243642" y="140453"/>
                  </a:lnTo>
                  <a:lnTo>
                    <a:pt x="241253" y="140453"/>
                  </a:lnTo>
                  <a:lnTo>
                    <a:pt x="241253" y="140453"/>
                  </a:lnTo>
                  <a:lnTo>
                    <a:pt x="239820" y="139975"/>
                  </a:lnTo>
                  <a:lnTo>
                    <a:pt x="239820" y="139975"/>
                  </a:lnTo>
                  <a:lnTo>
                    <a:pt x="239820" y="139975"/>
                  </a:lnTo>
                  <a:lnTo>
                    <a:pt x="237909" y="141408"/>
                  </a:lnTo>
                  <a:lnTo>
                    <a:pt x="235998" y="142363"/>
                  </a:lnTo>
                  <a:lnTo>
                    <a:pt x="235998" y="142363"/>
                  </a:lnTo>
                  <a:lnTo>
                    <a:pt x="234087" y="144274"/>
                  </a:lnTo>
                  <a:lnTo>
                    <a:pt x="228833" y="145707"/>
                  </a:lnTo>
                  <a:lnTo>
                    <a:pt x="224055" y="147141"/>
                  </a:lnTo>
                  <a:lnTo>
                    <a:pt x="222622" y="147619"/>
                  </a:lnTo>
                  <a:lnTo>
                    <a:pt x="217367" y="146663"/>
                  </a:lnTo>
                  <a:lnTo>
                    <a:pt x="217367" y="146663"/>
                  </a:lnTo>
                  <a:lnTo>
                    <a:pt x="216411" y="147141"/>
                  </a:lnTo>
                  <a:lnTo>
                    <a:pt x="215934" y="147141"/>
                  </a:lnTo>
                  <a:lnTo>
                    <a:pt x="214501" y="148096"/>
                  </a:lnTo>
                  <a:lnTo>
                    <a:pt x="213545" y="148574"/>
                  </a:lnTo>
                  <a:lnTo>
                    <a:pt x="212590" y="148574"/>
                  </a:lnTo>
                  <a:lnTo>
                    <a:pt x="212112" y="148574"/>
                  </a:lnTo>
                  <a:lnTo>
                    <a:pt x="211156" y="149052"/>
                  </a:lnTo>
                  <a:lnTo>
                    <a:pt x="210679" y="150485"/>
                  </a:lnTo>
                  <a:lnTo>
                    <a:pt x="210201" y="155262"/>
                  </a:lnTo>
                  <a:lnTo>
                    <a:pt x="208290" y="156695"/>
                  </a:lnTo>
                  <a:lnTo>
                    <a:pt x="206379" y="156695"/>
                  </a:lnTo>
                  <a:lnTo>
                    <a:pt x="204946" y="155262"/>
                  </a:lnTo>
                  <a:lnTo>
                    <a:pt x="203035" y="153829"/>
                  </a:lnTo>
                  <a:lnTo>
                    <a:pt x="200169" y="150962"/>
                  </a:lnTo>
                  <a:lnTo>
                    <a:pt x="199213" y="150485"/>
                  </a:lnTo>
                  <a:lnTo>
                    <a:pt x="198735" y="150485"/>
                  </a:lnTo>
                  <a:lnTo>
                    <a:pt x="198258" y="150485"/>
                  </a:lnTo>
                  <a:lnTo>
                    <a:pt x="198258" y="150485"/>
                  </a:lnTo>
                  <a:lnTo>
                    <a:pt x="198258" y="150485"/>
                  </a:lnTo>
                  <a:lnTo>
                    <a:pt x="195391" y="151440"/>
                  </a:lnTo>
                  <a:lnTo>
                    <a:pt x="193958" y="150962"/>
                  </a:lnTo>
                  <a:lnTo>
                    <a:pt x="193003" y="150485"/>
                  </a:lnTo>
                  <a:lnTo>
                    <a:pt x="192525" y="150485"/>
                  </a:lnTo>
                  <a:lnTo>
                    <a:pt x="192525" y="150485"/>
                  </a:lnTo>
                  <a:lnTo>
                    <a:pt x="190614" y="150485"/>
                  </a:lnTo>
                  <a:lnTo>
                    <a:pt x="187748" y="150485"/>
                  </a:lnTo>
                  <a:lnTo>
                    <a:pt x="185359" y="150962"/>
                  </a:lnTo>
                  <a:lnTo>
                    <a:pt x="184403" y="150007"/>
                  </a:lnTo>
                  <a:lnTo>
                    <a:pt x="183448" y="148096"/>
                  </a:lnTo>
                  <a:lnTo>
                    <a:pt x="182970" y="147619"/>
                  </a:lnTo>
                  <a:lnTo>
                    <a:pt x="182015" y="147141"/>
                  </a:lnTo>
                  <a:lnTo>
                    <a:pt x="182015" y="147141"/>
                  </a:lnTo>
                  <a:lnTo>
                    <a:pt x="180582" y="147141"/>
                  </a:lnTo>
                  <a:lnTo>
                    <a:pt x="175327" y="147141"/>
                  </a:lnTo>
                  <a:lnTo>
                    <a:pt x="174371" y="147141"/>
                  </a:lnTo>
                  <a:lnTo>
                    <a:pt x="173894" y="146663"/>
                  </a:lnTo>
                  <a:lnTo>
                    <a:pt x="172938" y="145230"/>
                  </a:lnTo>
                  <a:lnTo>
                    <a:pt x="171505" y="144274"/>
                  </a:lnTo>
                  <a:lnTo>
                    <a:pt x="170549" y="144274"/>
                  </a:lnTo>
                  <a:lnTo>
                    <a:pt x="170072" y="144274"/>
                  </a:lnTo>
                  <a:lnTo>
                    <a:pt x="169594" y="145230"/>
                  </a:lnTo>
                  <a:lnTo>
                    <a:pt x="171983" y="147619"/>
                  </a:lnTo>
                  <a:lnTo>
                    <a:pt x="172460" y="149052"/>
                  </a:lnTo>
                  <a:lnTo>
                    <a:pt x="174371" y="151440"/>
                  </a:lnTo>
                  <a:lnTo>
                    <a:pt x="180582" y="155740"/>
                  </a:lnTo>
                  <a:lnTo>
                    <a:pt x="181537" y="156695"/>
                  </a:lnTo>
                  <a:lnTo>
                    <a:pt x="181537" y="158606"/>
                  </a:lnTo>
                  <a:lnTo>
                    <a:pt x="181060" y="161473"/>
                  </a:lnTo>
                  <a:lnTo>
                    <a:pt x="181537" y="163861"/>
                  </a:lnTo>
                  <a:lnTo>
                    <a:pt x="182970" y="167683"/>
                  </a:lnTo>
                  <a:lnTo>
                    <a:pt x="184881" y="171027"/>
                  </a:lnTo>
                  <a:lnTo>
                    <a:pt x="185359" y="173416"/>
                  </a:lnTo>
                  <a:lnTo>
                    <a:pt x="185359" y="175327"/>
                  </a:lnTo>
                  <a:lnTo>
                    <a:pt x="184881" y="176282"/>
                  </a:lnTo>
                  <a:lnTo>
                    <a:pt x="184881" y="176760"/>
                  </a:lnTo>
                  <a:lnTo>
                    <a:pt x="185359" y="176760"/>
                  </a:lnTo>
                  <a:lnTo>
                    <a:pt x="187270" y="177238"/>
                  </a:lnTo>
                  <a:lnTo>
                    <a:pt x="187270" y="177238"/>
                  </a:lnTo>
                  <a:lnTo>
                    <a:pt x="191569" y="177715"/>
                  </a:lnTo>
                  <a:lnTo>
                    <a:pt x="193958" y="177715"/>
                  </a:lnTo>
                  <a:lnTo>
                    <a:pt x="197780" y="178193"/>
                  </a:lnTo>
                  <a:lnTo>
                    <a:pt x="198258" y="179626"/>
                  </a:lnTo>
                  <a:lnTo>
                    <a:pt x="197780" y="181537"/>
                  </a:lnTo>
                  <a:lnTo>
                    <a:pt x="196825" y="182970"/>
                  </a:lnTo>
                  <a:lnTo>
                    <a:pt x="196347" y="182970"/>
                  </a:lnTo>
                  <a:lnTo>
                    <a:pt x="194436" y="183448"/>
                  </a:lnTo>
                  <a:lnTo>
                    <a:pt x="194436" y="183448"/>
                  </a:lnTo>
                  <a:lnTo>
                    <a:pt x="192047" y="184881"/>
                  </a:lnTo>
                  <a:lnTo>
                    <a:pt x="188703" y="185837"/>
                  </a:lnTo>
                  <a:lnTo>
                    <a:pt x="187270" y="186314"/>
                  </a:lnTo>
                  <a:lnTo>
                    <a:pt x="187270" y="186314"/>
                  </a:lnTo>
                  <a:lnTo>
                    <a:pt x="186314" y="186314"/>
                  </a:lnTo>
                  <a:lnTo>
                    <a:pt x="186314" y="186314"/>
                  </a:lnTo>
                  <a:lnTo>
                    <a:pt x="185837" y="186792"/>
                  </a:lnTo>
                  <a:lnTo>
                    <a:pt x="184881" y="187270"/>
                  </a:lnTo>
                  <a:lnTo>
                    <a:pt x="184403" y="189659"/>
                  </a:lnTo>
                  <a:lnTo>
                    <a:pt x="183448" y="192525"/>
                  </a:lnTo>
                  <a:lnTo>
                    <a:pt x="181537" y="193958"/>
                  </a:lnTo>
                  <a:lnTo>
                    <a:pt x="179626" y="195391"/>
                  </a:lnTo>
                  <a:lnTo>
                    <a:pt x="178193" y="195391"/>
                  </a:lnTo>
                  <a:lnTo>
                    <a:pt x="177715" y="195391"/>
                  </a:lnTo>
                  <a:lnTo>
                    <a:pt x="176282" y="195391"/>
                  </a:lnTo>
                  <a:lnTo>
                    <a:pt x="176282" y="195391"/>
                  </a:lnTo>
                  <a:lnTo>
                    <a:pt x="175327" y="195869"/>
                  </a:lnTo>
                  <a:lnTo>
                    <a:pt x="174371" y="196825"/>
                  </a:lnTo>
                  <a:lnTo>
                    <a:pt x="172460" y="198258"/>
                  </a:lnTo>
                  <a:lnTo>
                    <a:pt x="171505" y="199213"/>
                  </a:lnTo>
                  <a:lnTo>
                    <a:pt x="169594" y="199213"/>
                  </a:lnTo>
                  <a:lnTo>
                    <a:pt x="169594" y="199213"/>
                  </a:lnTo>
                  <a:lnTo>
                    <a:pt x="169594" y="199213"/>
                  </a:lnTo>
                  <a:lnTo>
                    <a:pt x="167683" y="199691"/>
                  </a:lnTo>
                  <a:lnTo>
                    <a:pt x="165294" y="200646"/>
                  </a:lnTo>
                  <a:lnTo>
                    <a:pt x="163861" y="201602"/>
                  </a:lnTo>
                  <a:lnTo>
                    <a:pt x="162428" y="203513"/>
                  </a:lnTo>
                  <a:lnTo>
                    <a:pt x="160517" y="204946"/>
                  </a:lnTo>
                  <a:lnTo>
                    <a:pt x="158606" y="205901"/>
                  </a:lnTo>
                  <a:lnTo>
                    <a:pt x="158128" y="207335"/>
                  </a:lnTo>
                  <a:lnTo>
                    <a:pt x="156695" y="209245"/>
                  </a:lnTo>
                  <a:lnTo>
                    <a:pt x="155262" y="209245"/>
                  </a:lnTo>
                  <a:lnTo>
                    <a:pt x="154784" y="208290"/>
                  </a:lnTo>
                  <a:lnTo>
                    <a:pt x="155740" y="206379"/>
                  </a:lnTo>
                  <a:lnTo>
                    <a:pt x="154784" y="204946"/>
                  </a:lnTo>
                  <a:lnTo>
                    <a:pt x="153351" y="203991"/>
                  </a:lnTo>
                  <a:lnTo>
                    <a:pt x="152396" y="203991"/>
                  </a:lnTo>
                  <a:lnTo>
                    <a:pt x="152396" y="203991"/>
                  </a:lnTo>
                  <a:lnTo>
                    <a:pt x="152396" y="203991"/>
                  </a:lnTo>
                  <a:lnTo>
                    <a:pt x="151918" y="203991"/>
                  </a:lnTo>
                  <a:lnTo>
                    <a:pt x="151918" y="203991"/>
                  </a:lnTo>
                  <a:lnTo>
                    <a:pt x="150007" y="204946"/>
                  </a:lnTo>
                  <a:lnTo>
                    <a:pt x="147619" y="206379"/>
                  </a:lnTo>
                  <a:lnTo>
                    <a:pt x="146185" y="207335"/>
                  </a:lnTo>
                  <a:lnTo>
                    <a:pt x="144752" y="207812"/>
                  </a:lnTo>
                  <a:lnTo>
                    <a:pt x="142363" y="207812"/>
                  </a:lnTo>
                  <a:lnTo>
                    <a:pt x="141886" y="207812"/>
                  </a:lnTo>
                  <a:lnTo>
                    <a:pt x="140453" y="208290"/>
                  </a:lnTo>
                  <a:lnTo>
                    <a:pt x="139497" y="207812"/>
                  </a:lnTo>
                  <a:lnTo>
                    <a:pt x="137586" y="206857"/>
                  </a:lnTo>
                  <a:lnTo>
                    <a:pt x="134242" y="203991"/>
                  </a:lnTo>
                  <a:lnTo>
                    <a:pt x="128987" y="199691"/>
                  </a:lnTo>
                  <a:lnTo>
                    <a:pt x="128987" y="199691"/>
                  </a:lnTo>
                  <a:lnTo>
                    <a:pt x="128509" y="198258"/>
                  </a:lnTo>
                  <a:lnTo>
                    <a:pt x="128509" y="197302"/>
                  </a:lnTo>
                  <a:lnTo>
                    <a:pt x="127554" y="195391"/>
                  </a:lnTo>
                  <a:lnTo>
                    <a:pt x="127076" y="193480"/>
                  </a:lnTo>
                  <a:lnTo>
                    <a:pt x="126598" y="193003"/>
                  </a:lnTo>
                  <a:lnTo>
                    <a:pt x="126598" y="191569"/>
                  </a:lnTo>
                  <a:lnTo>
                    <a:pt x="126598" y="191569"/>
                  </a:lnTo>
                  <a:lnTo>
                    <a:pt x="125643" y="188703"/>
                  </a:lnTo>
                  <a:lnTo>
                    <a:pt x="124687" y="186792"/>
                  </a:lnTo>
                  <a:lnTo>
                    <a:pt x="123732" y="185837"/>
                  </a:lnTo>
                  <a:lnTo>
                    <a:pt x="124210" y="184881"/>
                  </a:lnTo>
                  <a:lnTo>
                    <a:pt x="123732" y="183926"/>
                  </a:lnTo>
                  <a:lnTo>
                    <a:pt x="123254" y="182970"/>
                  </a:lnTo>
                  <a:lnTo>
                    <a:pt x="122299" y="180582"/>
                  </a:lnTo>
                  <a:lnTo>
                    <a:pt x="122299" y="179626"/>
                  </a:lnTo>
                  <a:lnTo>
                    <a:pt x="122299" y="178671"/>
                  </a:lnTo>
                  <a:lnTo>
                    <a:pt x="121343" y="177715"/>
                  </a:lnTo>
                  <a:lnTo>
                    <a:pt x="121343" y="177715"/>
                  </a:lnTo>
                  <a:lnTo>
                    <a:pt x="120388" y="177238"/>
                  </a:lnTo>
                  <a:lnTo>
                    <a:pt x="118477" y="175327"/>
                  </a:lnTo>
                  <a:lnTo>
                    <a:pt x="118477" y="175327"/>
                  </a:lnTo>
                  <a:lnTo>
                    <a:pt x="116566" y="173894"/>
                  </a:lnTo>
                  <a:lnTo>
                    <a:pt x="115611" y="173416"/>
                  </a:lnTo>
                  <a:lnTo>
                    <a:pt x="115133" y="173416"/>
                  </a:lnTo>
                  <a:lnTo>
                    <a:pt x="114655" y="171505"/>
                  </a:lnTo>
                  <a:lnTo>
                    <a:pt x="114177" y="171505"/>
                  </a:lnTo>
                  <a:lnTo>
                    <a:pt x="114177" y="171505"/>
                  </a:lnTo>
                  <a:lnTo>
                    <a:pt x="113222" y="171027"/>
                  </a:lnTo>
                  <a:lnTo>
                    <a:pt x="111311" y="170549"/>
                  </a:lnTo>
                  <a:lnTo>
                    <a:pt x="110833" y="170549"/>
                  </a:lnTo>
                  <a:lnTo>
                    <a:pt x="109400" y="171027"/>
                  </a:lnTo>
                  <a:lnTo>
                    <a:pt x="109400" y="170072"/>
                  </a:lnTo>
                  <a:lnTo>
                    <a:pt x="109878" y="169594"/>
                  </a:lnTo>
                  <a:lnTo>
                    <a:pt x="116088" y="164339"/>
                  </a:lnTo>
                  <a:lnTo>
                    <a:pt x="119432" y="161473"/>
                  </a:lnTo>
                  <a:lnTo>
                    <a:pt x="119432" y="161473"/>
                  </a:lnTo>
                  <a:lnTo>
                    <a:pt x="119910" y="160995"/>
                  </a:lnTo>
                  <a:lnTo>
                    <a:pt x="120388" y="160039"/>
                  </a:lnTo>
                  <a:lnTo>
                    <a:pt x="119432" y="159084"/>
                  </a:lnTo>
                  <a:lnTo>
                    <a:pt x="119432" y="159084"/>
                  </a:lnTo>
                  <a:lnTo>
                    <a:pt x="116566" y="155262"/>
                  </a:lnTo>
                  <a:lnTo>
                    <a:pt x="116566" y="154784"/>
                  </a:lnTo>
                  <a:lnTo>
                    <a:pt x="115133" y="154307"/>
                  </a:lnTo>
                  <a:lnTo>
                    <a:pt x="114177" y="153829"/>
                  </a:lnTo>
                  <a:lnTo>
                    <a:pt x="113222" y="151918"/>
                  </a:lnTo>
                  <a:lnTo>
                    <a:pt x="111789" y="148096"/>
                  </a:lnTo>
                  <a:lnTo>
                    <a:pt x="110833" y="145707"/>
                  </a:lnTo>
                  <a:lnTo>
                    <a:pt x="110355" y="144274"/>
                  </a:lnTo>
                  <a:lnTo>
                    <a:pt x="110355" y="142363"/>
                  </a:lnTo>
                  <a:lnTo>
                    <a:pt x="110355" y="141408"/>
                  </a:lnTo>
                  <a:lnTo>
                    <a:pt x="109400" y="140453"/>
                  </a:lnTo>
                  <a:lnTo>
                    <a:pt x="109400" y="137586"/>
                  </a:lnTo>
                  <a:lnTo>
                    <a:pt x="110355" y="132809"/>
                  </a:lnTo>
                  <a:lnTo>
                    <a:pt x="110355" y="128987"/>
                  </a:lnTo>
                  <a:lnTo>
                    <a:pt x="109878" y="126598"/>
                  </a:lnTo>
                  <a:lnTo>
                    <a:pt x="110833" y="124687"/>
                  </a:lnTo>
                  <a:lnTo>
                    <a:pt x="112744" y="123254"/>
                  </a:lnTo>
                  <a:lnTo>
                    <a:pt x="113700" y="121343"/>
                  </a:lnTo>
                  <a:lnTo>
                    <a:pt x="113700" y="118477"/>
                  </a:lnTo>
                  <a:lnTo>
                    <a:pt x="115133" y="116088"/>
                  </a:lnTo>
                  <a:lnTo>
                    <a:pt x="117044" y="114655"/>
                  </a:lnTo>
                  <a:lnTo>
                    <a:pt x="117521" y="112744"/>
                  </a:lnTo>
                  <a:lnTo>
                    <a:pt x="117044" y="110833"/>
                  </a:lnTo>
                  <a:lnTo>
                    <a:pt x="116566" y="109878"/>
                  </a:lnTo>
                  <a:lnTo>
                    <a:pt x="116566" y="109878"/>
                  </a:lnTo>
                  <a:lnTo>
                    <a:pt x="115133" y="108922"/>
                  </a:lnTo>
                  <a:lnTo>
                    <a:pt x="115133" y="108922"/>
                  </a:lnTo>
                  <a:lnTo>
                    <a:pt x="112744" y="107967"/>
                  </a:lnTo>
                  <a:lnTo>
                    <a:pt x="111789" y="107967"/>
                  </a:lnTo>
                  <a:lnTo>
                    <a:pt x="109400" y="107967"/>
                  </a:lnTo>
                  <a:lnTo>
                    <a:pt x="109400" y="107967"/>
                  </a:lnTo>
                  <a:lnTo>
                    <a:pt x="107489" y="108922"/>
                  </a:lnTo>
                  <a:lnTo>
                    <a:pt x="103667" y="109400"/>
                  </a:lnTo>
                  <a:lnTo>
                    <a:pt x="103667" y="109400"/>
                  </a:lnTo>
                  <a:lnTo>
                    <a:pt x="96979" y="110355"/>
                  </a:lnTo>
                  <a:lnTo>
                    <a:pt x="91724" y="110355"/>
                  </a:lnTo>
                  <a:lnTo>
                    <a:pt x="89335" y="109878"/>
                  </a:lnTo>
                  <a:lnTo>
                    <a:pt x="87902" y="109400"/>
                  </a:lnTo>
                  <a:lnTo>
                    <a:pt x="85036" y="109878"/>
                  </a:lnTo>
                  <a:lnTo>
                    <a:pt x="82647" y="111311"/>
                  </a:lnTo>
                  <a:lnTo>
                    <a:pt x="81214" y="111311"/>
                  </a:lnTo>
                  <a:lnTo>
                    <a:pt x="80736" y="110833"/>
                  </a:lnTo>
                  <a:lnTo>
                    <a:pt x="80258" y="110833"/>
                  </a:lnTo>
                  <a:lnTo>
                    <a:pt x="80258" y="110833"/>
                  </a:lnTo>
                  <a:lnTo>
                    <a:pt x="79303" y="110355"/>
                  </a:lnTo>
                  <a:lnTo>
                    <a:pt x="78348" y="110833"/>
                  </a:lnTo>
                  <a:lnTo>
                    <a:pt x="78348" y="110833"/>
                  </a:lnTo>
                  <a:lnTo>
                    <a:pt x="77870" y="110833"/>
                  </a:lnTo>
                  <a:lnTo>
                    <a:pt x="75004" y="107489"/>
                  </a:lnTo>
                  <a:lnTo>
                    <a:pt x="72137" y="104145"/>
                  </a:lnTo>
                  <a:lnTo>
                    <a:pt x="68793" y="100323"/>
                  </a:lnTo>
                  <a:lnTo>
                    <a:pt x="64971" y="96024"/>
                  </a:lnTo>
                  <a:lnTo>
                    <a:pt x="64971" y="96024"/>
                  </a:lnTo>
                  <a:lnTo>
                    <a:pt x="64016" y="96024"/>
                  </a:lnTo>
                  <a:lnTo>
                    <a:pt x="63060" y="96024"/>
                  </a:lnTo>
                  <a:lnTo>
                    <a:pt x="61627" y="96024"/>
                  </a:lnTo>
                  <a:lnTo>
                    <a:pt x="59239" y="95546"/>
                  </a:lnTo>
                  <a:lnTo>
                    <a:pt x="57328" y="95068"/>
                  </a:lnTo>
                  <a:lnTo>
                    <a:pt x="56372" y="94113"/>
                  </a:lnTo>
                  <a:lnTo>
                    <a:pt x="56372" y="94113"/>
                  </a:lnTo>
                  <a:lnTo>
                    <a:pt x="54939" y="94113"/>
                  </a:lnTo>
                  <a:lnTo>
                    <a:pt x="53983" y="93635"/>
                  </a:lnTo>
                  <a:lnTo>
                    <a:pt x="53506" y="93635"/>
                  </a:lnTo>
                  <a:lnTo>
                    <a:pt x="52073" y="93157"/>
                  </a:lnTo>
                  <a:lnTo>
                    <a:pt x="50639" y="93635"/>
                  </a:lnTo>
                  <a:lnTo>
                    <a:pt x="46817" y="95068"/>
                  </a:lnTo>
                  <a:lnTo>
                    <a:pt x="44429" y="95068"/>
                  </a:lnTo>
                  <a:lnTo>
                    <a:pt x="44429" y="95068"/>
                  </a:lnTo>
                  <a:lnTo>
                    <a:pt x="42518" y="95068"/>
                  </a:lnTo>
                  <a:lnTo>
                    <a:pt x="39651" y="94590"/>
                  </a:lnTo>
                  <a:lnTo>
                    <a:pt x="37741" y="94590"/>
                  </a:lnTo>
                  <a:lnTo>
                    <a:pt x="34397" y="94590"/>
                  </a:lnTo>
                  <a:lnTo>
                    <a:pt x="31052" y="95068"/>
                  </a:lnTo>
                  <a:lnTo>
                    <a:pt x="29141" y="95068"/>
                  </a:lnTo>
                  <a:lnTo>
                    <a:pt x="26753" y="94590"/>
                  </a:lnTo>
                  <a:lnTo>
                    <a:pt x="25320" y="93157"/>
                  </a:lnTo>
                  <a:lnTo>
                    <a:pt x="23886" y="90291"/>
                  </a:lnTo>
                  <a:lnTo>
                    <a:pt x="23886" y="90291"/>
                  </a:lnTo>
                  <a:lnTo>
                    <a:pt x="22931" y="88380"/>
                  </a:lnTo>
                  <a:lnTo>
                    <a:pt x="22931" y="88380"/>
                  </a:lnTo>
                  <a:lnTo>
                    <a:pt x="21498" y="87902"/>
                  </a:lnTo>
                  <a:lnTo>
                    <a:pt x="21020" y="87902"/>
                  </a:lnTo>
                  <a:lnTo>
                    <a:pt x="19587" y="87424"/>
                  </a:lnTo>
                  <a:lnTo>
                    <a:pt x="18154" y="86469"/>
                  </a:lnTo>
                  <a:lnTo>
                    <a:pt x="17676" y="85514"/>
                  </a:lnTo>
                  <a:lnTo>
                    <a:pt x="17676" y="83603"/>
                  </a:lnTo>
                  <a:lnTo>
                    <a:pt x="17676" y="81214"/>
                  </a:lnTo>
                  <a:lnTo>
                    <a:pt x="18154" y="80258"/>
                  </a:lnTo>
                  <a:lnTo>
                    <a:pt x="18154" y="77392"/>
                  </a:lnTo>
                  <a:lnTo>
                    <a:pt x="19587" y="75959"/>
                  </a:lnTo>
                  <a:lnTo>
                    <a:pt x="20065" y="75004"/>
                  </a:lnTo>
                  <a:lnTo>
                    <a:pt x="20065" y="74048"/>
                  </a:lnTo>
                  <a:lnTo>
                    <a:pt x="19587" y="71659"/>
                  </a:lnTo>
                  <a:lnTo>
                    <a:pt x="19109" y="69748"/>
                  </a:lnTo>
                  <a:lnTo>
                    <a:pt x="18632" y="69748"/>
                  </a:lnTo>
                  <a:lnTo>
                    <a:pt x="16721" y="67838"/>
                  </a:lnTo>
                  <a:lnTo>
                    <a:pt x="13854" y="65449"/>
                  </a:lnTo>
                  <a:lnTo>
                    <a:pt x="12899" y="61149"/>
                  </a:lnTo>
                  <a:lnTo>
                    <a:pt x="11466" y="56372"/>
                  </a:lnTo>
                  <a:lnTo>
                    <a:pt x="10510" y="55894"/>
                  </a:lnTo>
                  <a:lnTo>
                    <a:pt x="10510" y="55894"/>
                  </a:lnTo>
                  <a:lnTo>
                    <a:pt x="10032" y="55894"/>
                  </a:lnTo>
                  <a:lnTo>
                    <a:pt x="9077" y="56372"/>
                  </a:lnTo>
                  <a:lnTo>
                    <a:pt x="9077" y="56372"/>
                  </a:lnTo>
                  <a:lnTo>
                    <a:pt x="8121" y="55894"/>
                  </a:lnTo>
                  <a:lnTo>
                    <a:pt x="7166" y="53983"/>
                  </a:lnTo>
                  <a:lnTo>
                    <a:pt x="7166" y="53983"/>
                  </a:lnTo>
                  <a:lnTo>
                    <a:pt x="6210" y="53506"/>
                  </a:lnTo>
                  <a:lnTo>
                    <a:pt x="4777" y="54461"/>
                  </a:lnTo>
                  <a:lnTo>
                    <a:pt x="3344" y="54939"/>
                  </a:lnTo>
                  <a:lnTo>
                    <a:pt x="478" y="55417"/>
                  </a:lnTo>
                  <a:lnTo>
                    <a:pt x="0" y="54939"/>
                  </a:lnTo>
                  <a:lnTo>
                    <a:pt x="478" y="54461"/>
                  </a:lnTo>
                  <a:lnTo>
                    <a:pt x="1433" y="52550"/>
                  </a:lnTo>
                  <a:lnTo>
                    <a:pt x="2866" y="50162"/>
                  </a:lnTo>
                  <a:lnTo>
                    <a:pt x="4777" y="48251"/>
                  </a:lnTo>
                  <a:lnTo>
                    <a:pt x="6210" y="46340"/>
                  </a:lnTo>
                  <a:lnTo>
                    <a:pt x="7166" y="43951"/>
                  </a:lnTo>
                  <a:lnTo>
                    <a:pt x="8121" y="39651"/>
                  </a:lnTo>
                  <a:lnTo>
                    <a:pt x="8599" y="36785"/>
                  </a:lnTo>
                  <a:lnTo>
                    <a:pt x="10032" y="31052"/>
                  </a:lnTo>
                  <a:lnTo>
                    <a:pt x="12421" y="26753"/>
                  </a:lnTo>
                  <a:lnTo>
                    <a:pt x="13376" y="24842"/>
                  </a:lnTo>
                  <a:lnTo>
                    <a:pt x="15765" y="22453"/>
                  </a:lnTo>
                  <a:lnTo>
                    <a:pt x="16721" y="21020"/>
                  </a:lnTo>
                  <a:lnTo>
                    <a:pt x="18154" y="19587"/>
                  </a:lnTo>
                  <a:lnTo>
                    <a:pt x="22453" y="18154"/>
                  </a:lnTo>
                  <a:lnTo>
                    <a:pt x="26753" y="10510"/>
                  </a:lnTo>
                  <a:lnTo>
                    <a:pt x="28186" y="9555"/>
                  </a:lnTo>
                  <a:lnTo>
                    <a:pt x="32486" y="8599"/>
                  </a:lnTo>
                  <a:lnTo>
                    <a:pt x="36307" y="7644"/>
                  </a:lnTo>
                  <a:lnTo>
                    <a:pt x="38218" y="6688"/>
                  </a:lnTo>
                  <a:lnTo>
                    <a:pt x="39174" y="6688"/>
                  </a:lnTo>
                  <a:lnTo>
                    <a:pt x="40129" y="6210"/>
                  </a:lnTo>
                  <a:lnTo>
                    <a:pt x="40607" y="6210"/>
                  </a:lnTo>
                  <a:lnTo>
                    <a:pt x="40129" y="6688"/>
                  </a:lnTo>
                  <a:lnTo>
                    <a:pt x="38696" y="7644"/>
                  </a:lnTo>
                  <a:lnTo>
                    <a:pt x="37263" y="8599"/>
                  </a:lnTo>
                  <a:lnTo>
                    <a:pt x="29619" y="10032"/>
                  </a:lnTo>
                  <a:lnTo>
                    <a:pt x="29141" y="10510"/>
                  </a:lnTo>
                  <a:lnTo>
                    <a:pt x="27708" y="11466"/>
                  </a:lnTo>
                  <a:lnTo>
                    <a:pt x="27708" y="12899"/>
                  </a:lnTo>
                  <a:lnTo>
                    <a:pt x="28186" y="14332"/>
                  </a:lnTo>
                  <a:lnTo>
                    <a:pt x="30575" y="18154"/>
                  </a:lnTo>
                  <a:lnTo>
                    <a:pt x="31052" y="19109"/>
                  </a:lnTo>
                  <a:lnTo>
                    <a:pt x="34397" y="21498"/>
                  </a:lnTo>
                  <a:lnTo>
                    <a:pt x="33441" y="21975"/>
                  </a:lnTo>
                  <a:lnTo>
                    <a:pt x="32486" y="21975"/>
                  </a:lnTo>
                  <a:lnTo>
                    <a:pt x="33441" y="24842"/>
                  </a:lnTo>
                  <a:lnTo>
                    <a:pt x="34874" y="26753"/>
                  </a:lnTo>
                  <a:lnTo>
                    <a:pt x="35352" y="28186"/>
                  </a:lnTo>
                  <a:lnTo>
                    <a:pt x="33919" y="32008"/>
                  </a:lnTo>
                  <a:lnTo>
                    <a:pt x="31052" y="34397"/>
                  </a:lnTo>
                  <a:lnTo>
                    <a:pt x="29141" y="37263"/>
                  </a:lnTo>
                  <a:lnTo>
                    <a:pt x="27708" y="38218"/>
                  </a:lnTo>
                  <a:lnTo>
                    <a:pt x="24842" y="43473"/>
                  </a:lnTo>
                  <a:lnTo>
                    <a:pt x="27231" y="46817"/>
                  </a:lnTo>
                  <a:lnTo>
                    <a:pt x="27708" y="48251"/>
                  </a:lnTo>
                  <a:lnTo>
                    <a:pt x="29619" y="50639"/>
                  </a:lnTo>
                  <a:lnTo>
                    <a:pt x="31052" y="51595"/>
                  </a:lnTo>
                  <a:lnTo>
                    <a:pt x="32008" y="52550"/>
                  </a:lnTo>
                  <a:lnTo>
                    <a:pt x="31530" y="53983"/>
                  </a:lnTo>
                  <a:lnTo>
                    <a:pt x="32008" y="55894"/>
                  </a:lnTo>
                  <a:lnTo>
                    <a:pt x="33441" y="57328"/>
                  </a:lnTo>
                  <a:lnTo>
                    <a:pt x="34397" y="57805"/>
                  </a:lnTo>
                  <a:lnTo>
                    <a:pt x="36307" y="57805"/>
                  </a:lnTo>
                  <a:lnTo>
                    <a:pt x="41085" y="56372"/>
                  </a:lnTo>
                  <a:lnTo>
                    <a:pt x="42040" y="55417"/>
                  </a:lnTo>
                  <a:lnTo>
                    <a:pt x="42996" y="54461"/>
                  </a:lnTo>
                  <a:lnTo>
                    <a:pt x="45384" y="52073"/>
                  </a:lnTo>
                  <a:lnTo>
                    <a:pt x="45384" y="49206"/>
                  </a:lnTo>
                  <a:lnTo>
                    <a:pt x="45862" y="45384"/>
                  </a:lnTo>
                  <a:lnTo>
                    <a:pt x="45384" y="42996"/>
                  </a:lnTo>
                  <a:lnTo>
                    <a:pt x="42996" y="40129"/>
                  </a:lnTo>
                  <a:lnTo>
                    <a:pt x="41563" y="37741"/>
                  </a:lnTo>
                  <a:lnTo>
                    <a:pt x="39174" y="35352"/>
                  </a:lnTo>
                  <a:lnTo>
                    <a:pt x="37741" y="31530"/>
                  </a:lnTo>
                  <a:lnTo>
                    <a:pt x="37263" y="30097"/>
                  </a:lnTo>
                  <a:lnTo>
                    <a:pt x="36785" y="28664"/>
                  </a:lnTo>
                  <a:lnTo>
                    <a:pt x="36307" y="25798"/>
                  </a:lnTo>
                  <a:lnTo>
                    <a:pt x="37741" y="24842"/>
                  </a:lnTo>
                  <a:lnTo>
                    <a:pt x="37741" y="22453"/>
                  </a:lnTo>
                  <a:lnTo>
                    <a:pt x="41563" y="21975"/>
                  </a:lnTo>
                  <a:lnTo>
                    <a:pt x="50639" y="17676"/>
                  </a:lnTo>
                  <a:lnTo>
                    <a:pt x="55894" y="16721"/>
                  </a:lnTo>
                  <a:lnTo>
                    <a:pt x="62105" y="14809"/>
                  </a:lnTo>
                  <a:lnTo>
                    <a:pt x="63538" y="13854"/>
                  </a:lnTo>
                  <a:lnTo>
                    <a:pt x="64971" y="11943"/>
                  </a:lnTo>
                  <a:lnTo>
                    <a:pt x="65927" y="11943"/>
                  </a:lnTo>
                  <a:lnTo>
                    <a:pt x="68793" y="13376"/>
                  </a:lnTo>
                  <a:lnTo>
                    <a:pt x="70704" y="12899"/>
                  </a:lnTo>
                  <a:lnTo>
                    <a:pt x="71182" y="11943"/>
                  </a:lnTo>
                  <a:lnTo>
                    <a:pt x="70226" y="9555"/>
                  </a:lnTo>
                  <a:lnTo>
                    <a:pt x="68315" y="9555"/>
                  </a:lnTo>
                  <a:lnTo>
                    <a:pt x="63060" y="10032"/>
                  </a:lnTo>
                  <a:lnTo>
                    <a:pt x="62582" y="9077"/>
                  </a:lnTo>
                  <a:lnTo>
                    <a:pt x="62582" y="8121"/>
                  </a:lnTo>
                  <a:lnTo>
                    <a:pt x="61149" y="5255"/>
                  </a:lnTo>
                  <a:lnTo>
                    <a:pt x="61627" y="3344"/>
                  </a:lnTo>
                  <a:lnTo>
                    <a:pt x="62582" y="1433"/>
                  </a:lnTo>
                  <a:lnTo>
                    <a:pt x="64493" y="956"/>
                  </a:lnTo>
                  <a:lnTo>
                    <a:pt x="66405" y="0"/>
                  </a:lnTo>
                  <a:lnTo>
                    <a:pt x="68315" y="1433"/>
                  </a:lnTo>
                  <a:lnTo>
                    <a:pt x="69271" y="2389"/>
                  </a:lnTo>
                  <a:lnTo>
                    <a:pt x="70226" y="3344"/>
                  </a:lnTo>
                  <a:lnTo>
                    <a:pt x="70704" y="6210"/>
                  </a:lnTo>
                  <a:lnTo>
                    <a:pt x="71659" y="9077"/>
                  </a:lnTo>
                  <a:lnTo>
                    <a:pt x="72615" y="11466"/>
                  </a:lnTo>
                  <a:lnTo>
                    <a:pt x="74048" y="12899"/>
                  </a:lnTo>
                  <a:lnTo>
                    <a:pt x="75481" y="12899"/>
                  </a:lnTo>
                  <a:lnTo>
                    <a:pt x="75959" y="12421"/>
                  </a:lnTo>
                  <a:lnTo>
                    <a:pt x="82170" y="12421"/>
                  </a:lnTo>
                  <a:lnTo>
                    <a:pt x="85514" y="13376"/>
                  </a:lnTo>
                  <a:lnTo>
                    <a:pt x="89813" y="13854"/>
                  </a:lnTo>
                  <a:lnTo>
                    <a:pt x="94113" y="16243"/>
                  </a:lnTo>
                  <a:lnTo>
                    <a:pt x="98412" y="18632"/>
                  </a:lnTo>
                  <a:lnTo>
                    <a:pt x="99368" y="21020"/>
                  </a:lnTo>
                  <a:lnTo>
                    <a:pt x="99846" y="22453"/>
                  </a:lnTo>
                  <a:lnTo>
                    <a:pt x="100801" y="23886"/>
                  </a:lnTo>
                  <a:lnTo>
                    <a:pt x="99846" y="25320"/>
                  </a:lnTo>
                  <a:lnTo>
                    <a:pt x="100323" y="27231"/>
                  </a:lnTo>
                  <a:lnTo>
                    <a:pt x="101756" y="29619"/>
                  </a:lnTo>
                  <a:lnTo>
                    <a:pt x="103667" y="31052"/>
                  </a:lnTo>
                  <a:lnTo>
                    <a:pt x="108922" y="31530"/>
                  </a:lnTo>
                  <a:lnTo>
                    <a:pt x="114655" y="30575"/>
                  </a:lnTo>
                  <a:lnTo>
                    <a:pt x="123732" y="29619"/>
                  </a:lnTo>
                  <a:lnTo>
                    <a:pt x="126598" y="29141"/>
                  </a:lnTo>
                  <a:lnTo>
                    <a:pt x="141408" y="28664"/>
                  </a:lnTo>
                  <a:lnTo>
                    <a:pt x="143796" y="29619"/>
                  </a:lnTo>
                  <a:lnTo>
                    <a:pt x="144274" y="30575"/>
                  </a:lnTo>
                  <a:lnTo>
                    <a:pt x="144274" y="31530"/>
                  </a:lnTo>
                  <a:lnTo>
                    <a:pt x="149052" y="35352"/>
                  </a:lnTo>
                  <a:lnTo>
                    <a:pt x="152873" y="35830"/>
                  </a:lnTo>
                  <a:lnTo>
                    <a:pt x="156218" y="37263"/>
                  </a:lnTo>
                  <a:lnTo>
                    <a:pt x="159562" y="37741"/>
                  </a:lnTo>
                  <a:lnTo>
                    <a:pt x="163384" y="38696"/>
                  </a:lnTo>
                  <a:lnTo>
                    <a:pt x="165294" y="38696"/>
                  </a:lnTo>
                  <a:lnTo>
                    <a:pt x="167205" y="38218"/>
                  </a:lnTo>
                  <a:lnTo>
                    <a:pt x="168638" y="38218"/>
                  </a:lnTo>
                  <a:lnTo>
                    <a:pt x="182015" y="31530"/>
                  </a:lnTo>
                  <a:lnTo>
                    <a:pt x="189181" y="32008"/>
                  </a:lnTo>
                  <a:lnTo>
                    <a:pt x="190136" y="31530"/>
                  </a:lnTo>
                  <a:lnTo>
                    <a:pt x="191092" y="31052"/>
                  </a:lnTo>
                  <a:lnTo>
                    <a:pt x="188226" y="30097"/>
                  </a:lnTo>
                  <a:lnTo>
                    <a:pt x="182493" y="29619"/>
                  </a:lnTo>
                  <a:lnTo>
                    <a:pt x="181060" y="30097"/>
                  </a:lnTo>
                  <a:lnTo>
                    <a:pt x="179626" y="28664"/>
                  </a:lnTo>
                  <a:lnTo>
                    <a:pt x="181537" y="28664"/>
                  </a:lnTo>
                  <a:lnTo>
                    <a:pt x="188226" y="28186"/>
                  </a:lnTo>
                  <a:lnTo>
                    <a:pt x="195869" y="28186"/>
                  </a:lnTo>
                  <a:lnTo>
                    <a:pt x="201602" y="27231"/>
                  </a:lnTo>
                  <a:lnTo>
                    <a:pt x="204946" y="26753"/>
                  </a:lnTo>
                  <a:lnTo>
                    <a:pt x="206379" y="27231"/>
                  </a:lnTo>
                  <a:lnTo>
                    <a:pt x="211634" y="26275"/>
                  </a:lnTo>
                  <a:lnTo>
                    <a:pt x="220711" y="27231"/>
                  </a:lnTo>
                  <a:lnTo>
                    <a:pt x="227877" y="26275"/>
                  </a:lnTo>
                  <a:lnTo>
                    <a:pt x="226921" y="27708"/>
                  </a:lnTo>
                  <a:lnTo>
                    <a:pt x="224533" y="28186"/>
                  </a:lnTo>
                  <a:lnTo>
                    <a:pt x="220711" y="28664"/>
                  </a:lnTo>
                  <a:lnTo>
                    <a:pt x="217845" y="30097"/>
                  </a:lnTo>
                  <a:lnTo>
                    <a:pt x="211634" y="29619"/>
                  </a:lnTo>
                  <a:lnTo>
                    <a:pt x="207335" y="30575"/>
                  </a:lnTo>
                  <a:lnTo>
                    <a:pt x="208768" y="31052"/>
                  </a:lnTo>
                  <a:lnTo>
                    <a:pt x="208768" y="32486"/>
                  </a:lnTo>
                  <a:lnTo>
                    <a:pt x="209245" y="32963"/>
                  </a:lnTo>
                  <a:lnTo>
                    <a:pt x="209723" y="32963"/>
                  </a:lnTo>
                  <a:lnTo>
                    <a:pt x="211156" y="33919"/>
                  </a:lnTo>
                  <a:lnTo>
                    <a:pt x="211634" y="34874"/>
                  </a:lnTo>
                  <a:lnTo>
                    <a:pt x="212112" y="36307"/>
                  </a:lnTo>
                  <a:lnTo>
                    <a:pt x="211634" y="38218"/>
                  </a:lnTo>
                  <a:lnTo>
                    <a:pt x="210679" y="39174"/>
                  </a:lnTo>
                  <a:lnTo>
                    <a:pt x="212590" y="38696"/>
                  </a:lnTo>
                  <a:lnTo>
                    <a:pt x="213545" y="38218"/>
                  </a:lnTo>
                  <a:lnTo>
                    <a:pt x="213067" y="37263"/>
                  </a:lnTo>
                  <a:lnTo>
                    <a:pt x="213545" y="36307"/>
                  </a:lnTo>
                  <a:lnTo>
                    <a:pt x="214501" y="36307"/>
                  </a:lnTo>
                  <a:lnTo>
                    <a:pt x="214978" y="36785"/>
                  </a:lnTo>
                  <a:lnTo>
                    <a:pt x="217367" y="41563"/>
                  </a:lnTo>
                  <a:lnTo>
                    <a:pt x="219278" y="43951"/>
                  </a:lnTo>
                  <a:lnTo>
                    <a:pt x="219278" y="43951"/>
                  </a:lnTo>
                  <a:lnTo>
                    <a:pt x="219756" y="43951"/>
                  </a:lnTo>
                  <a:lnTo>
                    <a:pt x="220233" y="43473"/>
                  </a:lnTo>
                  <a:lnTo>
                    <a:pt x="221189" y="42518"/>
                  </a:lnTo>
                  <a:lnTo>
                    <a:pt x="221667" y="42996"/>
                  </a:lnTo>
                  <a:lnTo>
                    <a:pt x="222144" y="43473"/>
                  </a:lnTo>
                  <a:lnTo>
                    <a:pt x="222144" y="43473"/>
                  </a:lnTo>
                  <a:lnTo>
                    <a:pt x="222144" y="42518"/>
                  </a:lnTo>
                  <a:lnTo>
                    <a:pt x="222622" y="41085"/>
                  </a:lnTo>
                  <a:lnTo>
                    <a:pt x="222144" y="40607"/>
                  </a:lnTo>
                  <a:lnTo>
                    <a:pt x="223100" y="40607"/>
                  </a:lnTo>
                  <a:lnTo>
                    <a:pt x="224055" y="40607"/>
                  </a:lnTo>
                  <a:lnTo>
                    <a:pt x="225010" y="41085"/>
                  </a:lnTo>
                  <a:lnTo>
                    <a:pt x="227399" y="42518"/>
                  </a:lnTo>
                  <a:lnTo>
                    <a:pt x="228833" y="43951"/>
                  </a:lnTo>
                  <a:lnTo>
                    <a:pt x="228833" y="44907"/>
                  </a:lnTo>
                  <a:lnTo>
                    <a:pt x="229310" y="45384"/>
                  </a:lnTo>
                  <a:lnTo>
                    <a:pt x="230266" y="45862"/>
                  </a:lnTo>
                  <a:lnTo>
                    <a:pt x="230743" y="46817"/>
                  </a:lnTo>
                  <a:lnTo>
                    <a:pt x="230743" y="45862"/>
                  </a:lnTo>
                  <a:lnTo>
                    <a:pt x="230266" y="44907"/>
                  </a:lnTo>
                  <a:lnTo>
                    <a:pt x="230266" y="43473"/>
                  </a:lnTo>
                  <a:lnTo>
                    <a:pt x="232654" y="43473"/>
                  </a:lnTo>
                  <a:lnTo>
                    <a:pt x="233610" y="42040"/>
                  </a:lnTo>
                  <a:lnTo>
                    <a:pt x="235043" y="42996"/>
                  </a:lnTo>
                  <a:lnTo>
                    <a:pt x="239342" y="46817"/>
                  </a:lnTo>
                  <a:lnTo>
                    <a:pt x="240776" y="47773"/>
                  </a:lnTo>
                  <a:lnTo>
                    <a:pt x="245075" y="48251"/>
                  </a:lnTo>
                  <a:lnTo>
                    <a:pt x="247942" y="50162"/>
                  </a:lnTo>
                  <a:lnTo>
                    <a:pt x="249375" y="52073"/>
                  </a:lnTo>
                  <a:lnTo>
                    <a:pt x="248419" y="53506"/>
                  </a:lnTo>
                  <a:lnTo>
                    <a:pt x="246031" y="54461"/>
                  </a:lnTo>
                  <a:lnTo>
                    <a:pt x="244598" y="55417"/>
                  </a:lnTo>
                  <a:lnTo>
                    <a:pt x="244120" y="56850"/>
                  </a:lnTo>
                  <a:lnTo>
                    <a:pt x="244120" y="57805"/>
                  </a:lnTo>
                  <a:lnTo>
                    <a:pt x="243164" y="59239"/>
                  </a:lnTo>
                  <a:lnTo>
                    <a:pt x="243164" y="59716"/>
                  </a:lnTo>
                  <a:lnTo>
                    <a:pt x="242686" y="61149"/>
                  </a:lnTo>
                  <a:lnTo>
                    <a:pt x="241731" y="63538"/>
                  </a:lnTo>
                  <a:lnTo>
                    <a:pt x="240298" y="65927"/>
                  </a:lnTo>
                  <a:lnTo>
                    <a:pt x="233132" y="65927"/>
                  </a:lnTo>
                  <a:lnTo>
                    <a:pt x="234565" y="66882"/>
                  </a:lnTo>
                  <a:lnTo>
                    <a:pt x="236476" y="67360"/>
                  </a:lnTo>
                  <a:lnTo>
                    <a:pt x="239342" y="69271"/>
                  </a:lnTo>
                  <a:lnTo>
                    <a:pt x="241253" y="67838"/>
                  </a:lnTo>
                  <a:lnTo>
                    <a:pt x="244598" y="67838"/>
                  </a:lnTo>
                  <a:lnTo>
                    <a:pt x="247942" y="65927"/>
                  </a:lnTo>
                  <a:lnTo>
                    <a:pt x="249375" y="65927"/>
                  </a:lnTo>
                  <a:lnTo>
                    <a:pt x="255585" y="66882"/>
                  </a:lnTo>
                  <a:lnTo>
                    <a:pt x="257018" y="65449"/>
                  </a:lnTo>
                  <a:lnTo>
                    <a:pt x="258452" y="65449"/>
                  </a:lnTo>
                  <a:lnTo>
                    <a:pt x="261796" y="65449"/>
                  </a:lnTo>
                  <a:lnTo>
                    <a:pt x="264662" y="66882"/>
                  </a:lnTo>
                  <a:lnTo>
                    <a:pt x="268484" y="7118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3" name="Freeform 2522">
              <a:extLst>
                <a:ext uri="{FF2B5EF4-FFF2-40B4-BE49-F238E27FC236}">
                  <a16:creationId xmlns:a16="http://schemas.microsoft.com/office/drawing/2014/main" id="{68947E1B-7F19-B40C-6063-18C6EEE2ED83}"/>
                </a:ext>
              </a:extLst>
            </p:cNvPr>
            <p:cNvSpPr/>
            <p:nvPr/>
          </p:nvSpPr>
          <p:spPr>
            <a:xfrm>
              <a:off x="4694819" y="4653204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956 w 2388"/>
                <a:gd name="csY1" fmla="*/ 478 h 477"/>
                <a:gd name="csX2" fmla="*/ 0 w 2388"/>
                <a:gd name="csY2" fmla="*/ 0 h 477"/>
                <a:gd name="csX3" fmla="*/ 0 w 2388"/>
                <a:gd name="csY3" fmla="*/ 0 h 477"/>
                <a:gd name="csX4" fmla="*/ 956 w 2388"/>
                <a:gd name="csY4" fmla="*/ 478 h 477"/>
                <a:gd name="csX5" fmla="*/ 2389 w 2388"/>
                <a:gd name="csY5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4" name="Freeform 2523">
              <a:extLst>
                <a:ext uri="{FF2B5EF4-FFF2-40B4-BE49-F238E27FC236}">
                  <a16:creationId xmlns:a16="http://schemas.microsoft.com/office/drawing/2014/main" id="{C5BB7BF4-8FAB-3162-5C6A-F0E0B9D5298E}"/>
                </a:ext>
              </a:extLst>
            </p:cNvPr>
            <p:cNvSpPr/>
            <p:nvPr/>
          </p:nvSpPr>
          <p:spPr>
            <a:xfrm>
              <a:off x="4690997" y="4639828"/>
              <a:ext cx="3343" cy="13376"/>
            </a:xfrm>
            <a:custGeom>
              <a:avLst/>
              <a:gdLst>
                <a:gd name="csX0" fmla="*/ 3344 w 3343"/>
                <a:gd name="csY0" fmla="*/ 2867 h 13376"/>
                <a:gd name="csX1" fmla="*/ 2866 w 3343"/>
                <a:gd name="csY1" fmla="*/ 4300 h 13376"/>
                <a:gd name="csX2" fmla="*/ 2866 w 3343"/>
                <a:gd name="csY2" fmla="*/ 5733 h 13376"/>
                <a:gd name="csX3" fmla="*/ 2389 w 3343"/>
                <a:gd name="csY3" fmla="*/ 7644 h 13376"/>
                <a:gd name="csX4" fmla="*/ 2389 w 3343"/>
                <a:gd name="csY4" fmla="*/ 9077 h 13376"/>
                <a:gd name="csX5" fmla="*/ 1911 w 3343"/>
                <a:gd name="csY5" fmla="*/ 10510 h 13376"/>
                <a:gd name="csX6" fmla="*/ 478 w 3343"/>
                <a:gd name="csY6" fmla="*/ 11466 h 13376"/>
                <a:gd name="csX7" fmla="*/ 478 w 3343"/>
                <a:gd name="csY7" fmla="*/ 11943 h 13376"/>
                <a:gd name="csX8" fmla="*/ 0 w 3343"/>
                <a:gd name="csY8" fmla="*/ 12899 h 13376"/>
                <a:gd name="csX9" fmla="*/ 955 w 3343"/>
                <a:gd name="csY9" fmla="*/ 13377 h 13376"/>
                <a:gd name="csX10" fmla="*/ 478 w 3343"/>
                <a:gd name="csY10" fmla="*/ 13377 h 13376"/>
                <a:gd name="csX11" fmla="*/ 0 w 3343"/>
                <a:gd name="csY11" fmla="*/ 12899 h 13376"/>
                <a:gd name="csX12" fmla="*/ 0 w 3343"/>
                <a:gd name="csY12" fmla="*/ 11943 h 13376"/>
                <a:gd name="csX13" fmla="*/ 478 w 3343"/>
                <a:gd name="csY13" fmla="*/ 11466 h 13376"/>
                <a:gd name="csX14" fmla="*/ 1433 w 3343"/>
                <a:gd name="csY14" fmla="*/ 10510 h 13376"/>
                <a:gd name="csX15" fmla="*/ 2389 w 3343"/>
                <a:gd name="csY15" fmla="*/ 9077 h 13376"/>
                <a:gd name="csX16" fmla="*/ 2389 w 3343"/>
                <a:gd name="csY16" fmla="*/ 7644 h 13376"/>
                <a:gd name="csX17" fmla="*/ 2389 w 3343"/>
                <a:gd name="csY17" fmla="*/ 5733 h 13376"/>
                <a:gd name="csX18" fmla="*/ 2866 w 3343"/>
                <a:gd name="csY18" fmla="*/ 4300 h 13376"/>
                <a:gd name="csX19" fmla="*/ 2866 w 3343"/>
                <a:gd name="csY19" fmla="*/ 2867 h 13376"/>
                <a:gd name="csX20" fmla="*/ 1433 w 3343"/>
                <a:gd name="csY20" fmla="*/ 1911 h 13376"/>
                <a:gd name="csX21" fmla="*/ 955 w 3343"/>
                <a:gd name="csY21" fmla="*/ 956 h 13376"/>
                <a:gd name="csX22" fmla="*/ 0 w 3343"/>
                <a:gd name="csY22" fmla="*/ 0 h 13376"/>
                <a:gd name="csX23" fmla="*/ 478 w 3343"/>
                <a:gd name="csY23" fmla="*/ 0 h 13376"/>
                <a:gd name="csX24" fmla="*/ 955 w 3343"/>
                <a:gd name="csY24" fmla="*/ 956 h 13376"/>
                <a:gd name="csX25" fmla="*/ 1433 w 3343"/>
                <a:gd name="csY25" fmla="*/ 1433 h 13376"/>
                <a:gd name="csX26" fmla="*/ 3344 w 3343"/>
                <a:gd name="csY26" fmla="*/ 2867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343" h="13376">
                  <a:moveTo>
                    <a:pt x="3344" y="2867"/>
                  </a:moveTo>
                  <a:lnTo>
                    <a:pt x="2866" y="4300"/>
                  </a:lnTo>
                  <a:lnTo>
                    <a:pt x="2866" y="5733"/>
                  </a:lnTo>
                  <a:lnTo>
                    <a:pt x="2389" y="7644"/>
                  </a:lnTo>
                  <a:lnTo>
                    <a:pt x="2389" y="9077"/>
                  </a:lnTo>
                  <a:lnTo>
                    <a:pt x="1911" y="10510"/>
                  </a:lnTo>
                  <a:lnTo>
                    <a:pt x="478" y="11466"/>
                  </a:lnTo>
                  <a:lnTo>
                    <a:pt x="478" y="11943"/>
                  </a:lnTo>
                  <a:lnTo>
                    <a:pt x="0" y="12899"/>
                  </a:lnTo>
                  <a:lnTo>
                    <a:pt x="955" y="13377"/>
                  </a:lnTo>
                  <a:lnTo>
                    <a:pt x="478" y="13377"/>
                  </a:lnTo>
                  <a:lnTo>
                    <a:pt x="0" y="12899"/>
                  </a:lnTo>
                  <a:lnTo>
                    <a:pt x="0" y="11943"/>
                  </a:lnTo>
                  <a:lnTo>
                    <a:pt x="478" y="11466"/>
                  </a:lnTo>
                  <a:lnTo>
                    <a:pt x="1433" y="10510"/>
                  </a:lnTo>
                  <a:lnTo>
                    <a:pt x="2389" y="9077"/>
                  </a:lnTo>
                  <a:lnTo>
                    <a:pt x="2389" y="7644"/>
                  </a:lnTo>
                  <a:lnTo>
                    <a:pt x="2389" y="5733"/>
                  </a:lnTo>
                  <a:lnTo>
                    <a:pt x="2866" y="4300"/>
                  </a:lnTo>
                  <a:lnTo>
                    <a:pt x="2866" y="2867"/>
                  </a:lnTo>
                  <a:lnTo>
                    <a:pt x="1433" y="1911"/>
                  </a:lnTo>
                  <a:lnTo>
                    <a:pt x="955" y="95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956"/>
                  </a:lnTo>
                  <a:lnTo>
                    <a:pt x="1433" y="1433"/>
                  </a:lnTo>
                  <a:lnTo>
                    <a:pt x="3344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5" name="Freeform 2524">
              <a:extLst>
                <a:ext uri="{FF2B5EF4-FFF2-40B4-BE49-F238E27FC236}">
                  <a16:creationId xmlns:a16="http://schemas.microsoft.com/office/drawing/2014/main" id="{CE3D2173-BBDC-F5BE-4B3C-6927B55FD01E}"/>
                </a:ext>
              </a:extLst>
            </p:cNvPr>
            <p:cNvSpPr/>
            <p:nvPr/>
          </p:nvSpPr>
          <p:spPr>
            <a:xfrm>
              <a:off x="4688608" y="5819342"/>
              <a:ext cx="3821" cy="3344"/>
            </a:xfrm>
            <a:custGeom>
              <a:avLst/>
              <a:gdLst>
                <a:gd name="csX0" fmla="*/ 3822 w 3821"/>
                <a:gd name="csY0" fmla="*/ 956 h 3344"/>
                <a:gd name="csX1" fmla="*/ 3822 w 3821"/>
                <a:gd name="csY1" fmla="*/ 1911 h 3344"/>
                <a:gd name="csX2" fmla="*/ 2866 w 3821"/>
                <a:gd name="csY2" fmla="*/ 3344 h 3344"/>
                <a:gd name="csX3" fmla="*/ 478 w 3821"/>
                <a:gd name="csY3" fmla="*/ 3344 h 3344"/>
                <a:gd name="csX4" fmla="*/ 0 w 3821"/>
                <a:gd name="csY4" fmla="*/ 2389 h 3344"/>
                <a:gd name="csX5" fmla="*/ 0 w 3821"/>
                <a:gd name="csY5" fmla="*/ 0 h 3344"/>
                <a:gd name="csX6" fmla="*/ 1911 w 3821"/>
                <a:gd name="csY6" fmla="*/ 0 h 3344"/>
                <a:gd name="csX7" fmla="*/ 3822 w 3821"/>
                <a:gd name="csY7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3344">
                  <a:moveTo>
                    <a:pt x="3822" y="956"/>
                  </a:moveTo>
                  <a:lnTo>
                    <a:pt x="3822" y="1911"/>
                  </a:lnTo>
                  <a:lnTo>
                    <a:pt x="2866" y="3344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6" name="Freeform 2525">
              <a:extLst>
                <a:ext uri="{FF2B5EF4-FFF2-40B4-BE49-F238E27FC236}">
                  <a16:creationId xmlns:a16="http://schemas.microsoft.com/office/drawing/2014/main" id="{0FD760E2-B0D5-1F1A-2B20-004144F1CC4A}"/>
                </a:ext>
              </a:extLst>
            </p:cNvPr>
            <p:cNvSpPr/>
            <p:nvPr/>
          </p:nvSpPr>
          <p:spPr>
            <a:xfrm>
              <a:off x="4689086" y="4639350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1433 w 1433"/>
                <a:gd name="csY1" fmla="*/ 478 h 477"/>
                <a:gd name="csX2" fmla="*/ 0 w 1433"/>
                <a:gd name="csY2" fmla="*/ 0 h 477"/>
                <a:gd name="csX3" fmla="*/ 0 w 1433"/>
                <a:gd name="csY3" fmla="*/ 0 h 477"/>
                <a:gd name="csX4" fmla="*/ 1433 w 1433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7" name="Freeform 2526">
              <a:extLst>
                <a:ext uri="{FF2B5EF4-FFF2-40B4-BE49-F238E27FC236}">
                  <a16:creationId xmlns:a16="http://schemas.microsoft.com/office/drawing/2014/main" id="{2A5FAA2C-E708-30D9-B5D3-6DBBCC3D8BB5}"/>
                </a:ext>
              </a:extLst>
            </p:cNvPr>
            <p:cNvSpPr/>
            <p:nvPr/>
          </p:nvSpPr>
          <p:spPr>
            <a:xfrm>
              <a:off x="4677620" y="4528517"/>
              <a:ext cx="5732" cy="2866"/>
            </a:xfrm>
            <a:custGeom>
              <a:avLst/>
              <a:gdLst>
                <a:gd name="csX0" fmla="*/ 5733 w 5732"/>
                <a:gd name="csY0" fmla="*/ 0 h 2866"/>
                <a:gd name="csX1" fmla="*/ 5255 w 5732"/>
                <a:gd name="csY1" fmla="*/ 956 h 2866"/>
                <a:gd name="csX2" fmla="*/ 1433 w 5732"/>
                <a:gd name="csY2" fmla="*/ 2867 h 2866"/>
                <a:gd name="csX3" fmla="*/ 0 w 5732"/>
                <a:gd name="csY3" fmla="*/ 2867 h 2866"/>
                <a:gd name="csX4" fmla="*/ 478 w 5732"/>
                <a:gd name="csY4" fmla="*/ 2389 h 2866"/>
                <a:gd name="csX5" fmla="*/ 2389 w 5732"/>
                <a:gd name="csY5" fmla="*/ 956 h 2866"/>
                <a:gd name="csX6" fmla="*/ 5255 w 5732"/>
                <a:gd name="csY6" fmla="*/ 0 h 2866"/>
                <a:gd name="csX7" fmla="*/ 5733 w 5732"/>
                <a:gd name="csY7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2866">
                  <a:moveTo>
                    <a:pt x="5733" y="0"/>
                  </a:moveTo>
                  <a:lnTo>
                    <a:pt x="5255" y="956"/>
                  </a:lnTo>
                  <a:lnTo>
                    <a:pt x="1433" y="2867"/>
                  </a:lnTo>
                  <a:lnTo>
                    <a:pt x="0" y="2867"/>
                  </a:lnTo>
                  <a:lnTo>
                    <a:pt x="478" y="2389"/>
                  </a:lnTo>
                  <a:lnTo>
                    <a:pt x="2389" y="956"/>
                  </a:lnTo>
                  <a:lnTo>
                    <a:pt x="5255" y="0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8" name="Freeform 2527">
              <a:extLst>
                <a:ext uri="{FF2B5EF4-FFF2-40B4-BE49-F238E27FC236}">
                  <a16:creationId xmlns:a16="http://schemas.microsoft.com/office/drawing/2014/main" id="{F77DB82F-851D-2428-7AD6-654F9D3A7C95}"/>
                </a:ext>
              </a:extLst>
            </p:cNvPr>
            <p:cNvSpPr/>
            <p:nvPr/>
          </p:nvSpPr>
          <p:spPr>
            <a:xfrm>
              <a:off x="4680964" y="4640306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1433 w 1433"/>
                <a:gd name="csY1" fmla="*/ 478 h 477"/>
                <a:gd name="csX2" fmla="*/ 0 w 1433"/>
                <a:gd name="csY2" fmla="*/ 0 h 477"/>
                <a:gd name="csX3" fmla="*/ 0 w 1433"/>
                <a:gd name="csY3" fmla="*/ 0 h 477"/>
                <a:gd name="csX4" fmla="*/ 1433 w 1433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9" name="Freeform 2528">
              <a:extLst>
                <a:ext uri="{FF2B5EF4-FFF2-40B4-BE49-F238E27FC236}">
                  <a16:creationId xmlns:a16="http://schemas.microsoft.com/office/drawing/2014/main" id="{8AC3D85D-A99E-22C1-E364-1EE3172868D6}"/>
                </a:ext>
              </a:extLst>
            </p:cNvPr>
            <p:cNvSpPr/>
            <p:nvPr/>
          </p:nvSpPr>
          <p:spPr>
            <a:xfrm>
              <a:off x="4676665" y="4611642"/>
              <a:ext cx="2866" cy="477"/>
            </a:xfrm>
            <a:custGeom>
              <a:avLst/>
              <a:gdLst>
                <a:gd name="csX0" fmla="*/ 2866 w 2866"/>
                <a:gd name="csY0" fmla="*/ 478 h 477"/>
                <a:gd name="csX1" fmla="*/ 955 w 2866"/>
                <a:gd name="csY1" fmla="*/ 0 h 477"/>
                <a:gd name="csX2" fmla="*/ 0 w 2866"/>
                <a:gd name="csY2" fmla="*/ 0 h 477"/>
                <a:gd name="csX3" fmla="*/ 955 w 2866"/>
                <a:gd name="csY3" fmla="*/ 0 h 477"/>
                <a:gd name="csX4" fmla="*/ 2866 w 2866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">
                  <a:moveTo>
                    <a:pt x="2866" y="478"/>
                  </a:moveTo>
                  <a:lnTo>
                    <a:pt x="955" y="0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0" name="Freeform 2529">
              <a:extLst>
                <a:ext uri="{FF2B5EF4-FFF2-40B4-BE49-F238E27FC236}">
                  <a16:creationId xmlns:a16="http://schemas.microsoft.com/office/drawing/2014/main" id="{E33651B8-6145-784B-7CBA-596DCE749F79}"/>
                </a:ext>
              </a:extLst>
            </p:cNvPr>
            <p:cNvSpPr/>
            <p:nvPr/>
          </p:nvSpPr>
          <p:spPr>
            <a:xfrm>
              <a:off x="4675232" y="4567213"/>
              <a:ext cx="3822" cy="1910"/>
            </a:xfrm>
            <a:custGeom>
              <a:avLst/>
              <a:gdLst>
                <a:gd name="csX0" fmla="*/ 3822 w 3822"/>
                <a:gd name="csY0" fmla="*/ 478 h 1910"/>
                <a:gd name="csX1" fmla="*/ 2867 w 3822"/>
                <a:gd name="csY1" fmla="*/ 955 h 1910"/>
                <a:gd name="csX2" fmla="*/ 2389 w 3822"/>
                <a:gd name="csY2" fmla="*/ 1433 h 1910"/>
                <a:gd name="csX3" fmla="*/ 0 w 3822"/>
                <a:gd name="csY3" fmla="*/ 1911 h 1910"/>
                <a:gd name="csX4" fmla="*/ 0 w 3822"/>
                <a:gd name="csY4" fmla="*/ 1433 h 1910"/>
                <a:gd name="csX5" fmla="*/ 478 w 3822"/>
                <a:gd name="csY5" fmla="*/ 955 h 1910"/>
                <a:gd name="csX6" fmla="*/ 1911 w 3822"/>
                <a:gd name="csY6" fmla="*/ 478 h 1910"/>
                <a:gd name="csX7" fmla="*/ 2389 w 3822"/>
                <a:gd name="csY7" fmla="*/ 0 h 1910"/>
                <a:gd name="csX8" fmla="*/ 3344 w 3822"/>
                <a:gd name="csY8" fmla="*/ 0 h 1910"/>
                <a:gd name="csX9" fmla="*/ 3344 w 3822"/>
                <a:gd name="csY9" fmla="*/ 0 h 1910"/>
                <a:gd name="csX10" fmla="*/ 3822 w 3822"/>
                <a:gd name="csY10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22" h="1910">
                  <a:moveTo>
                    <a:pt x="3822" y="478"/>
                  </a:moveTo>
                  <a:lnTo>
                    <a:pt x="2867" y="955"/>
                  </a:lnTo>
                  <a:lnTo>
                    <a:pt x="2389" y="1433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955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3344" y="0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1" name="Freeform 2530">
              <a:extLst>
                <a:ext uri="{FF2B5EF4-FFF2-40B4-BE49-F238E27FC236}">
                  <a16:creationId xmlns:a16="http://schemas.microsoft.com/office/drawing/2014/main" id="{ACE14BD9-6DB4-AE00-87B7-F5EAE77E9DEF}"/>
                </a:ext>
              </a:extLst>
            </p:cNvPr>
            <p:cNvSpPr/>
            <p:nvPr/>
          </p:nvSpPr>
          <p:spPr>
            <a:xfrm>
              <a:off x="4669499" y="4462590"/>
              <a:ext cx="8121" cy="8599"/>
            </a:xfrm>
            <a:custGeom>
              <a:avLst/>
              <a:gdLst>
                <a:gd name="csX0" fmla="*/ 7166 w 8121"/>
                <a:gd name="csY0" fmla="*/ 4777 h 8599"/>
                <a:gd name="csX1" fmla="*/ 8121 w 8121"/>
                <a:gd name="csY1" fmla="*/ 7166 h 8599"/>
                <a:gd name="csX2" fmla="*/ 7644 w 8121"/>
                <a:gd name="csY2" fmla="*/ 8121 h 8599"/>
                <a:gd name="csX3" fmla="*/ 7166 w 8121"/>
                <a:gd name="csY3" fmla="*/ 8599 h 8599"/>
                <a:gd name="csX4" fmla="*/ 6688 w 8121"/>
                <a:gd name="csY4" fmla="*/ 7644 h 8599"/>
                <a:gd name="csX5" fmla="*/ 3344 w 8121"/>
                <a:gd name="csY5" fmla="*/ 7644 h 8599"/>
                <a:gd name="csX6" fmla="*/ 2866 w 8121"/>
                <a:gd name="csY6" fmla="*/ 6688 h 8599"/>
                <a:gd name="csX7" fmla="*/ 2866 w 8121"/>
                <a:gd name="csY7" fmla="*/ 6688 h 8599"/>
                <a:gd name="csX8" fmla="*/ 4299 w 8121"/>
                <a:gd name="csY8" fmla="*/ 5255 h 8599"/>
                <a:gd name="csX9" fmla="*/ 2389 w 8121"/>
                <a:gd name="csY9" fmla="*/ 4777 h 8599"/>
                <a:gd name="csX10" fmla="*/ 1911 w 8121"/>
                <a:gd name="csY10" fmla="*/ 4300 h 8599"/>
                <a:gd name="csX11" fmla="*/ 0 w 8121"/>
                <a:gd name="csY11" fmla="*/ 1433 h 8599"/>
                <a:gd name="csX12" fmla="*/ 478 w 8121"/>
                <a:gd name="csY12" fmla="*/ 478 h 8599"/>
                <a:gd name="csX13" fmla="*/ 955 w 8121"/>
                <a:gd name="csY13" fmla="*/ 0 h 8599"/>
                <a:gd name="csX14" fmla="*/ 1911 w 8121"/>
                <a:gd name="csY14" fmla="*/ 0 h 8599"/>
                <a:gd name="csX15" fmla="*/ 3822 w 8121"/>
                <a:gd name="csY15" fmla="*/ 956 h 8599"/>
                <a:gd name="csX16" fmla="*/ 5255 w 8121"/>
                <a:gd name="csY16" fmla="*/ 2389 h 8599"/>
                <a:gd name="csX17" fmla="*/ 6210 w 8121"/>
                <a:gd name="csY17" fmla="*/ 2389 h 8599"/>
                <a:gd name="csX18" fmla="*/ 6210 w 8121"/>
                <a:gd name="csY18" fmla="*/ 2866 h 8599"/>
                <a:gd name="csX19" fmla="*/ 5733 w 8121"/>
                <a:gd name="csY19" fmla="*/ 3822 h 8599"/>
                <a:gd name="csX20" fmla="*/ 6688 w 8121"/>
                <a:gd name="csY20" fmla="*/ 4300 h 8599"/>
                <a:gd name="csX21" fmla="*/ 7166 w 8121"/>
                <a:gd name="csY21" fmla="*/ 4777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121" h="8599">
                  <a:moveTo>
                    <a:pt x="7166" y="4777"/>
                  </a:moveTo>
                  <a:lnTo>
                    <a:pt x="8121" y="7166"/>
                  </a:lnTo>
                  <a:lnTo>
                    <a:pt x="7644" y="8121"/>
                  </a:lnTo>
                  <a:lnTo>
                    <a:pt x="7166" y="8599"/>
                  </a:lnTo>
                  <a:lnTo>
                    <a:pt x="6688" y="7644"/>
                  </a:lnTo>
                  <a:lnTo>
                    <a:pt x="3344" y="7644"/>
                  </a:lnTo>
                  <a:lnTo>
                    <a:pt x="2866" y="6688"/>
                  </a:lnTo>
                  <a:lnTo>
                    <a:pt x="2866" y="6688"/>
                  </a:lnTo>
                  <a:lnTo>
                    <a:pt x="4299" y="5255"/>
                  </a:lnTo>
                  <a:lnTo>
                    <a:pt x="2389" y="4777"/>
                  </a:lnTo>
                  <a:lnTo>
                    <a:pt x="1911" y="4300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3822" y="956"/>
                  </a:lnTo>
                  <a:lnTo>
                    <a:pt x="5255" y="2389"/>
                  </a:lnTo>
                  <a:lnTo>
                    <a:pt x="6210" y="2389"/>
                  </a:lnTo>
                  <a:lnTo>
                    <a:pt x="6210" y="2866"/>
                  </a:lnTo>
                  <a:lnTo>
                    <a:pt x="5733" y="3822"/>
                  </a:lnTo>
                  <a:lnTo>
                    <a:pt x="6688" y="4300"/>
                  </a:lnTo>
                  <a:lnTo>
                    <a:pt x="716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2" name="Freeform 2531">
              <a:extLst>
                <a:ext uri="{FF2B5EF4-FFF2-40B4-BE49-F238E27FC236}">
                  <a16:creationId xmlns:a16="http://schemas.microsoft.com/office/drawing/2014/main" id="{DF773F92-25C6-99A2-C5AD-52976883E196}"/>
                </a:ext>
              </a:extLst>
            </p:cNvPr>
            <p:cNvSpPr/>
            <p:nvPr/>
          </p:nvSpPr>
          <p:spPr>
            <a:xfrm>
              <a:off x="4672843" y="4570079"/>
              <a:ext cx="4299" cy="3821"/>
            </a:xfrm>
            <a:custGeom>
              <a:avLst/>
              <a:gdLst>
                <a:gd name="csX0" fmla="*/ 4300 w 4299"/>
                <a:gd name="csY0" fmla="*/ 1433 h 3821"/>
                <a:gd name="csX1" fmla="*/ 3822 w 4299"/>
                <a:gd name="csY1" fmla="*/ 1911 h 3821"/>
                <a:gd name="csX2" fmla="*/ 2867 w 4299"/>
                <a:gd name="csY2" fmla="*/ 2866 h 3821"/>
                <a:gd name="csX3" fmla="*/ 1433 w 4299"/>
                <a:gd name="csY3" fmla="*/ 3822 h 3821"/>
                <a:gd name="csX4" fmla="*/ 0 w 4299"/>
                <a:gd name="csY4" fmla="*/ 3822 h 3821"/>
                <a:gd name="csX5" fmla="*/ 0 w 4299"/>
                <a:gd name="csY5" fmla="*/ 1911 h 3821"/>
                <a:gd name="csX6" fmla="*/ 0 w 4299"/>
                <a:gd name="csY6" fmla="*/ 1433 h 3821"/>
                <a:gd name="csX7" fmla="*/ 2389 w 4299"/>
                <a:gd name="csY7" fmla="*/ 0 h 3821"/>
                <a:gd name="csX8" fmla="*/ 2867 w 4299"/>
                <a:gd name="csY8" fmla="*/ 0 h 3821"/>
                <a:gd name="csX9" fmla="*/ 3344 w 4299"/>
                <a:gd name="csY9" fmla="*/ 0 h 3821"/>
                <a:gd name="csX10" fmla="*/ 3344 w 4299"/>
                <a:gd name="csY10" fmla="*/ 478 h 3821"/>
                <a:gd name="csX11" fmla="*/ 4300 w 4299"/>
                <a:gd name="csY11" fmla="*/ 1433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3821">
                  <a:moveTo>
                    <a:pt x="4300" y="1433"/>
                  </a:moveTo>
                  <a:lnTo>
                    <a:pt x="3822" y="1911"/>
                  </a:lnTo>
                  <a:lnTo>
                    <a:pt x="2867" y="2866"/>
                  </a:lnTo>
                  <a:lnTo>
                    <a:pt x="1433" y="3822"/>
                  </a:lnTo>
                  <a:lnTo>
                    <a:pt x="0" y="3822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2389" y="0"/>
                  </a:lnTo>
                  <a:lnTo>
                    <a:pt x="2867" y="0"/>
                  </a:lnTo>
                  <a:lnTo>
                    <a:pt x="3344" y="0"/>
                  </a:lnTo>
                  <a:lnTo>
                    <a:pt x="3344" y="478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3" name="Freeform 2532">
              <a:extLst>
                <a:ext uri="{FF2B5EF4-FFF2-40B4-BE49-F238E27FC236}">
                  <a16:creationId xmlns:a16="http://schemas.microsoft.com/office/drawing/2014/main" id="{C3183992-9412-4390-0C8C-3FD90B7B471B}"/>
                </a:ext>
              </a:extLst>
            </p:cNvPr>
            <p:cNvSpPr/>
            <p:nvPr/>
          </p:nvSpPr>
          <p:spPr>
            <a:xfrm>
              <a:off x="4670932" y="5834151"/>
              <a:ext cx="5732" cy="4777"/>
            </a:xfrm>
            <a:custGeom>
              <a:avLst/>
              <a:gdLst>
                <a:gd name="csX0" fmla="*/ 5733 w 5732"/>
                <a:gd name="csY0" fmla="*/ 0 h 4777"/>
                <a:gd name="csX1" fmla="*/ 4777 w 5732"/>
                <a:gd name="csY1" fmla="*/ 3344 h 4777"/>
                <a:gd name="csX2" fmla="*/ 4299 w 5732"/>
                <a:gd name="csY2" fmla="*/ 4777 h 4777"/>
                <a:gd name="csX3" fmla="*/ 2389 w 5732"/>
                <a:gd name="csY3" fmla="*/ 4300 h 4777"/>
                <a:gd name="csX4" fmla="*/ 956 w 5732"/>
                <a:gd name="csY4" fmla="*/ 2389 h 4777"/>
                <a:gd name="csX5" fmla="*/ 0 w 5732"/>
                <a:gd name="csY5" fmla="*/ 1433 h 4777"/>
                <a:gd name="csX6" fmla="*/ 1911 w 5732"/>
                <a:gd name="csY6" fmla="*/ 478 h 4777"/>
                <a:gd name="csX7" fmla="*/ 2866 w 5732"/>
                <a:gd name="csY7" fmla="*/ 0 h 4777"/>
                <a:gd name="csX8" fmla="*/ 4299 w 5732"/>
                <a:gd name="csY8" fmla="*/ 478 h 4777"/>
                <a:gd name="csX9" fmla="*/ 5733 w 5732"/>
                <a:gd name="csY9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4777">
                  <a:moveTo>
                    <a:pt x="5733" y="0"/>
                  </a:moveTo>
                  <a:lnTo>
                    <a:pt x="4777" y="3344"/>
                  </a:lnTo>
                  <a:lnTo>
                    <a:pt x="4299" y="4777"/>
                  </a:lnTo>
                  <a:lnTo>
                    <a:pt x="2389" y="4300"/>
                  </a:lnTo>
                  <a:lnTo>
                    <a:pt x="956" y="2389"/>
                  </a:lnTo>
                  <a:lnTo>
                    <a:pt x="0" y="1433"/>
                  </a:lnTo>
                  <a:lnTo>
                    <a:pt x="1911" y="478"/>
                  </a:lnTo>
                  <a:lnTo>
                    <a:pt x="2866" y="0"/>
                  </a:lnTo>
                  <a:lnTo>
                    <a:pt x="4299" y="478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4" name="Freeform 2533">
              <a:extLst>
                <a:ext uri="{FF2B5EF4-FFF2-40B4-BE49-F238E27FC236}">
                  <a16:creationId xmlns:a16="http://schemas.microsoft.com/office/drawing/2014/main" id="{3BAD52ED-8BEF-B5A9-FFE1-C1F11C167282}"/>
                </a:ext>
              </a:extLst>
            </p:cNvPr>
            <p:cNvSpPr/>
            <p:nvPr/>
          </p:nvSpPr>
          <p:spPr>
            <a:xfrm>
              <a:off x="4672365" y="4477400"/>
              <a:ext cx="3821" cy="6688"/>
            </a:xfrm>
            <a:custGeom>
              <a:avLst/>
              <a:gdLst>
                <a:gd name="csX0" fmla="*/ 3344 w 3821"/>
                <a:gd name="csY0" fmla="*/ 0 h 6688"/>
                <a:gd name="csX1" fmla="*/ 3822 w 3821"/>
                <a:gd name="csY1" fmla="*/ 1433 h 6688"/>
                <a:gd name="csX2" fmla="*/ 3822 w 3821"/>
                <a:gd name="csY2" fmla="*/ 4777 h 6688"/>
                <a:gd name="csX3" fmla="*/ 2389 w 3821"/>
                <a:gd name="csY3" fmla="*/ 6688 h 6688"/>
                <a:gd name="csX4" fmla="*/ 478 w 3821"/>
                <a:gd name="csY4" fmla="*/ 5733 h 6688"/>
                <a:gd name="csX5" fmla="*/ 0 w 3821"/>
                <a:gd name="csY5" fmla="*/ 4300 h 6688"/>
                <a:gd name="csX6" fmla="*/ 478 w 3821"/>
                <a:gd name="csY6" fmla="*/ 3344 h 6688"/>
                <a:gd name="csX7" fmla="*/ 1911 w 3821"/>
                <a:gd name="csY7" fmla="*/ 1433 h 6688"/>
                <a:gd name="csX8" fmla="*/ 2866 w 3821"/>
                <a:gd name="csY8" fmla="*/ 0 h 6688"/>
                <a:gd name="csX9" fmla="*/ 3344 w 3821"/>
                <a:gd name="csY9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6688">
                  <a:moveTo>
                    <a:pt x="3344" y="0"/>
                  </a:moveTo>
                  <a:lnTo>
                    <a:pt x="3822" y="1433"/>
                  </a:lnTo>
                  <a:lnTo>
                    <a:pt x="3822" y="4777"/>
                  </a:lnTo>
                  <a:lnTo>
                    <a:pt x="2389" y="6688"/>
                  </a:lnTo>
                  <a:lnTo>
                    <a:pt x="478" y="5733"/>
                  </a:lnTo>
                  <a:lnTo>
                    <a:pt x="0" y="4300"/>
                  </a:lnTo>
                  <a:lnTo>
                    <a:pt x="478" y="3344"/>
                  </a:lnTo>
                  <a:lnTo>
                    <a:pt x="1911" y="1433"/>
                  </a:lnTo>
                  <a:lnTo>
                    <a:pt x="2866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5" name="Freeform 2534">
              <a:extLst>
                <a:ext uri="{FF2B5EF4-FFF2-40B4-BE49-F238E27FC236}">
                  <a16:creationId xmlns:a16="http://schemas.microsoft.com/office/drawing/2014/main" id="{B73DBCA0-5307-58F1-220B-B4A8CE8A7EB9}"/>
                </a:ext>
              </a:extLst>
            </p:cNvPr>
            <p:cNvSpPr/>
            <p:nvPr/>
          </p:nvSpPr>
          <p:spPr>
            <a:xfrm>
              <a:off x="4672365" y="3805712"/>
              <a:ext cx="3344" cy="2866"/>
            </a:xfrm>
            <a:custGeom>
              <a:avLst/>
              <a:gdLst>
                <a:gd name="csX0" fmla="*/ 3344 w 3344"/>
                <a:gd name="csY0" fmla="*/ 478 h 2866"/>
                <a:gd name="csX1" fmla="*/ 2389 w 3344"/>
                <a:gd name="csY1" fmla="*/ 1911 h 2866"/>
                <a:gd name="csX2" fmla="*/ 2389 w 3344"/>
                <a:gd name="csY2" fmla="*/ 2389 h 2866"/>
                <a:gd name="csX3" fmla="*/ 1433 w 3344"/>
                <a:gd name="csY3" fmla="*/ 2866 h 2866"/>
                <a:gd name="csX4" fmla="*/ 1433 w 3344"/>
                <a:gd name="csY4" fmla="*/ 2389 h 2866"/>
                <a:gd name="csX5" fmla="*/ 0 w 3344"/>
                <a:gd name="csY5" fmla="*/ 1433 h 2866"/>
                <a:gd name="csX6" fmla="*/ 0 w 3344"/>
                <a:gd name="csY6" fmla="*/ 956 h 2866"/>
                <a:gd name="csX7" fmla="*/ 956 w 3344"/>
                <a:gd name="csY7" fmla="*/ 0 h 2866"/>
                <a:gd name="csX8" fmla="*/ 3344 w 3344"/>
                <a:gd name="csY8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2866">
                  <a:moveTo>
                    <a:pt x="3344" y="478"/>
                  </a:moveTo>
                  <a:lnTo>
                    <a:pt x="2389" y="1911"/>
                  </a:lnTo>
                  <a:lnTo>
                    <a:pt x="2389" y="2389"/>
                  </a:lnTo>
                  <a:lnTo>
                    <a:pt x="1433" y="2866"/>
                  </a:lnTo>
                  <a:lnTo>
                    <a:pt x="1433" y="2389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6" name="Freeform 2535">
              <a:extLst>
                <a:ext uri="{FF2B5EF4-FFF2-40B4-BE49-F238E27FC236}">
                  <a16:creationId xmlns:a16="http://schemas.microsoft.com/office/drawing/2014/main" id="{1EF6A509-5833-7DB8-3541-FB7F01254C9D}"/>
                </a:ext>
              </a:extLst>
            </p:cNvPr>
            <p:cNvSpPr/>
            <p:nvPr/>
          </p:nvSpPr>
          <p:spPr>
            <a:xfrm>
              <a:off x="4671888" y="4612119"/>
              <a:ext cx="3821" cy="955"/>
            </a:xfrm>
            <a:custGeom>
              <a:avLst/>
              <a:gdLst>
                <a:gd name="csX0" fmla="*/ 3822 w 3821"/>
                <a:gd name="csY0" fmla="*/ 0 h 955"/>
                <a:gd name="csX1" fmla="*/ 3344 w 3821"/>
                <a:gd name="csY1" fmla="*/ 478 h 955"/>
                <a:gd name="csX2" fmla="*/ 1911 w 3821"/>
                <a:gd name="csY2" fmla="*/ 478 h 955"/>
                <a:gd name="csX3" fmla="*/ 0 w 3821"/>
                <a:gd name="csY3" fmla="*/ 956 h 955"/>
                <a:gd name="csX4" fmla="*/ 1911 w 3821"/>
                <a:gd name="csY4" fmla="*/ 478 h 955"/>
                <a:gd name="csX5" fmla="*/ 3344 w 3821"/>
                <a:gd name="csY5" fmla="*/ 478 h 955"/>
                <a:gd name="csX6" fmla="*/ 3822 w 3821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955">
                  <a:moveTo>
                    <a:pt x="3822" y="0"/>
                  </a:moveTo>
                  <a:lnTo>
                    <a:pt x="3344" y="478"/>
                  </a:lnTo>
                  <a:lnTo>
                    <a:pt x="1911" y="478"/>
                  </a:lnTo>
                  <a:lnTo>
                    <a:pt x="0" y="956"/>
                  </a:lnTo>
                  <a:lnTo>
                    <a:pt x="1911" y="478"/>
                  </a:lnTo>
                  <a:lnTo>
                    <a:pt x="3344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7" name="Freeform 2536">
              <a:extLst>
                <a:ext uri="{FF2B5EF4-FFF2-40B4-BE49-F238E27FC236}">
                  <a16:creationId xmlns:a16="http://schemas.microsoft.com/office/drawing/2014/main" id="{8D51906B-236A-BB7E-C6FF-EBCF4EF882B4}"/>
                </a:ext>
              </a:extLst>
            </p:cNvPr>
            <p:cNvSpPr/>
            <p:nvPr/>
          </p:nvSpPr>
          <p:spPr>
            <a:xfrm>
              <a:off x="4656122" y="4537594"/>
              <a:ext cx="19587" cy="14331"/>
            </a:xfrm>
            <a:custGeom>
              <a:avLst/>
              <a:gdLst>
                <a:gd name="csX0" fmla="*/ 19587 w 19587"/>
                <a:gd name="csY0" fmla="*/ 0 h 14331"/>
                <a:gd name="csX1" fmla="*/ 18154 w 19587"/>
                <a:gd name="csY1" fmla="*/ 2389 h 14331"/>
                <a:gd name="csX2" fmla="*/ 17198 w 19587"/>
                <a:gd name="csY2" fmla="*/ 2866 h 14331"/>
                <a:gd name="csX3" fmla="*/ 17676 w 19587"/>
                <a:gd name="csY3" fmla="*/ 5255 h 14331"/>
                <a:gd name="csX4" fmla="*/ 17198 w 19587"/>
                <a:gd name="csY4" fmla="*/ 6210 h 14331"/>
                <a:gd name="csX5" fmla="*/ 17676 w 19587"/>
                <a:gd name="csY5" fmla="*/ 8121 h 14331"/>
                <a:gd name="csX6" fmla="*/ 18632 w 19587"/>
                <a:gd name="csY6" fmla="*/ 9555 h 14331"/>
                <a:gd name="csX7" fmla="*/ 18154 w 19587"/>
                <a:gd name="csY7" fmla="*/ 10510 h 14331"/>
                <a:gd name="csX8" fmla="*/ 17676 w 19587"/>
                <a:gd name="csY8" fmla="*/ 12421 h 14331"/>
                <a:gd name="csX9" fmla="*/ 17676 w 19587"/>
                <a:gd name="csY9" fmla="*/ 12899 h 14331"/>
                <a:gd name="csX10" fmla="*/ 14332 w 19587"/>
                <a:gd name="csY10" fmla="*/ 13854 h 14331"/>
                <a:gd name="csX11" fmla="*/ 6211 w 19587"/>
                <a:gd name="csY11" fmla="*/ 14332 h 14331"/>
                <a:gd name="csX12" fmla="*/ 2389 w 19587"/>
                <a:gd name="csY12" fmla="*/ 13854 h 14331"/>
                <a:gd name="csX13" fmla="*/ 0 w 19587"/>
                <a:gd name="csY13" fmla="*/ 13854 h 14331"/>
                <a:gd name="csX14" fmla="*/ 4777 w 19587"/>
                <a:gd name="csY14" fmla="*/ 11943 h 14331"/>
                <a:gd name="csX15" fmla="*/ 5255 w 19587"/>
                <a:gd name="csY15" fmla="*/ 10988 h 14331"/>
                <a:gd name="csX16" fmla="*/ 7644 w 19587"/>
                <a:gd name="csY16" fmla="*/ 10510 h 14331"/>
                <a:gd name="csX17" fmla="*/ 8121 w 19587"/>
                <a:gd name="csY17" fmla="*/ 10510 h 14331"/>
                <a:gd name="csX18" fmla="*/ 8599 w 19587"/>
                <a:gd name="csY18" fmla="*/ 5255 h 14331"/>
                <a:gd name="csX19" fmla="*/ 8599 w 19587"/>
                <a:gd name="csY19" fmla="*/ 4299 h 14331"/>
                <a:gd name="csX20" fmla="*/ 8121 w 19587"/>
                <a:gd name="csY20" fmla="*/ 3344 h 14331"/>
                <a:gd name="csX21" fmla="*/ 7166 w 19587"/>
                <a:gd name="csY21" fmla="*/ 3344 h 14331"/>
                <a:gd name="csX22" fmla="*/ 5255 w 19587"/>
                <a:gd name="csY22" fmla="*/ 2389 h 14331"/>
                <a:gd name="csX23" fmla="*/ 5255 w 19587"/>
                <a:gd name="csY23" fmla="*/ 1911 h 14331"/>
                <a:gd name="csX24" fmla="*/ 6211 w 19587"/>
                <a:gd name="csY24" fmla="*/ 1433 h 14331"/>
                <a:gd name="csX25" fmla="*/ 8599 w 19587"/>
                <a:gd name="csY25" fmla="*/ 1433 h 14331"/>
                <a:gd name="csX26" fmla="*/ 10510 w 19587"/>
                <a:gd name="csY26" fmla="*/ 478 h 14331"/>
                <a:gd name="csX27" fmla="*/ 14332 w 19587"/>
                <a:gd name="csY27" fmla="*/ 478 h 14331"/>
                <a:gd name="csX28" fmla="*/ 16243 w 19587"/>
                <a:gd name="csY28" fmla="*/ 0 h 14331"/>
                <a:gd name="csX29" fmla="*/ 19587 w 19587"/>
                <a:gd name="csY29" fmla="*/ 0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9587" h="14331">
                  <a:moveTo>
                    <a:pt x="19587" y="0"/>
                  </a:moveTo>
                  <a:lnTo>
                    <a:pt x="18154" y="2389"/>
                  </a:lnTo>
                  <a:lnTo>
                    <a:pt x="17198" y="2866"/>
                  </a:lnTo>
                  <a:lnTo>
                    <a:pt x="17676" y="5255"/>
                  </a:lnTo>
                  <a:lnTo>
                    <a:pt x="17198" y="6210"/>
                  </a:lnTo>
                  <a:lnTo>
                    <a:pt x="17676" y="8121"/>
                  </a:lnTo>
                  <a:lnTo>
                    <a:pt x="18632" y="9555"/>
                  </a:lnTo>
                  <a:lnTo>
                    <a:pt x="18154" y="10510"/>
                  </a:lnTo>
                  <a:lnTo>
                    <a:pt x="17676" y="12421"/>
                  </a:lnTo>
                  <a:lnTo>
                    <a:pt x="17676" y="12899"/>
                  </a:lnTo>
                  <a:lnTo>
                    <a:pt x="14332" y="13854"/>
                  </a:lnTo>
                  <a:lnTo>
                    <a:pt x="6211" y="14332"/>
                  </a:lnTo>
                  <a:lnTo>
                    <a:pt x="2389" y="13854"/>
                  </a:lnTo>
                  <a:lnTo>
                    <a:pt x="0" y="13854"/>
                  </a:lnTo>
                  <a:lnTo>
                    <a:pt x="4777" y="11943"/>
                  </a:lnTo>
                  <a:lnTo>
                    <a:pt x="5255" y="10988"/>
                  </a:lnTo>
                  <a:lnTo>
                    <a:pt x="7644" y="10510"/>
                  </a:lnTo>
                  <a:lnTo>
                    <a:pt x="8121" y="10510"/>
                  </a:lnTo>
                  <a:lnTo>
                    <a:pt x="8599" y="5255"/>
                  </a:lnTo>
                  <a:lnTo>
                    <a:pt x="8599" y="4299"/>
                  </a:lnTo>
                  <a:lnTo>
                    <a:pt x="8121" y="3344"/>
                  </a:lnTo>
                  <a:lnTo>
                    <a:pt x="7166" y="3344"/>
                  </a:lnTo>
                  <a:lnTo>
                    <a:pt x="5255" y="2389"/>
                  </a:lnTo>
                  <a:lnTo>
                    <a:pt x="5255" y="1911"/>
                  </a:lnTo>
                  <a:lnTo>
                    <a:pt x="6211" y="1433"/>
                  </a:lnTo>
                  <a:lnTo>
                    <a:pt x="8599" y="1433"/>
                  </a:lnTo>
                  <a:lnTo>
                    <a:pt x="10510" y="478"/>
                  </a:lnTo>
                  <a:lnTo>
                    <a:pt x="14332" y="478"/>
                  </a:lnTo>
                  <a:lnTo>
                    <a:pt x="16243" y="0"/>
                  </a:lnTo>
                  <a:lnTo>
                    <a:pt x="1958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8" name="Freeform 2537">
              <a:extLst>
                <a:ext uri="{FF2B5EF4-FFF2-40B4-BE49-F238E27FC236}">
                  <a16:creationId xmlns:a16="http://schemas.microsoft.com/office/drawing/2014/main" id="{11D25364-38C8-7CD6-D973-8D09F26323F2}"/>
                </a:ext>
              </a:extLst>
            </p:cNvPr>
            <p:cNvSpPr/>
            <p:nvPr/>
          </p:nvSpPr>
          <p:spPr>
            <a:xfrm>
              <a:off x="4669977" y="3500443"/>
              <a:ext cx="4777" cy="4299"/>
            </a:xfrm>
            <a:custGeom>
              <a:avLst/>
              <a:gdLst>
                <a:gd name="csX0" fmla="*/ 4777 w 4777"/>
                <a:gd name="csY0" fmla="*/ 1433 h 4299"/>
                <a:gd name="csX1" fmla="*/ 4777 w 4777"/>
                <a:gd name="csY1" fmla="*/ 1911 h 4299"/>
                <a:gd name="csX2" fmla="*/ 4300 w 4777"/>
                <a:gd name="csY2" fmla="*/ 3344 h 4299"/>
                <a:gd name="csX3" fmla="*/ 4300 w 4777"/>
                <a:gd name="csY3" fmla="*/ 4300 h 4299"/>
                <a:gd name="csX4" fmla="*/ 1433 w 4777"/>
                <a:gd name="csY4" fmla="*/ 3822 h 4299"/>
                <a:gd name="csX5" fmla="*/ 478 w 4777"/>
                <a:gd name="csY5" fmla="*/ 3344 h 4299"/>
                <a:gd name="csX6" fmla="*/ 0 w 4777"/>
                <a:gd name="csY6" fmla="*/ 2866 h 4299"/>
                <a:gd name="csX7" fmla="*/ 478 w 4777"/>
                <a:gd name="csY7" fmla="*/ 1911 h 4299"/>
                <a:gd name="csX8" fmla="*/ 956 w 4777"/>
                <a:gd name="csY8" fmla="*/ 955 h 4299"/>
                <a:gd name="csX9" fmla="*/ 2389 w 4777"/>
                <a:gd name="csY9" fmla="*/ 0 h 4299"/>
                <a:gd name="csX10" fmla="*/ 2866 w 4777"/>
                <a:gd name="csY10" fmla="*/ 478 h 4299"/>
                <a:gd name="csX11" fmla="*/ 4777 w 4777"/>
                <a:gd name="csY11" fmla="*/ 1433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77" h="4299">
                  <a:moveTo>
                    <a:pt x="4777" y="1433"/>
                  </a:moveTo>
                  <a:lnTo>
                    <a:pt x="4777" y="1911"/>
                  </a:lnTo>
                  <a:lnTo>
                    <a:pt x="4300" y="3344"/>
                  </a:lnTo>
                  <a:lnTo>
                    <a:pt x="4300" y="4300"/>
                  </a:lnTo>
                  <a:lnTo>
                    <a:pt x="1433" y="3822"/>
                  </a:lnTo>
                  <a:lnTo>
                    <a:pt x="478" y="3344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956" y="955"/>
                  </a:lnTo>
                  <a:lnTo>
                    <a:pt x="2389" y="0"/>
                  </a:lnTo>
                  <a:lnTo>
                    <a:pt x="2866" y="478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9" name="Freeform 2538">
              <a:extLst>
                <a:ext uri="{FF2B5EF4-FFF2-40B4-BE49-F238E27FC236}">
                  <a16:creationId xmlns:a16="http://schemas.microsoft.com/office/drawing/2014/main" id="{8A469B6F-A695-3436-F8FB-F9C3C919BA02}"/>
                </a:ext>
              </a:extLst>
            </p:cNvPr>
            <p:cNvSpPr/>
            <p:nvPr/>
          </p:nvSpPr>
          <p:spPr>
            <a:xfrm>
              <a:off x="4402448" y="3706822"/>
              <a:ext cx="270872" cy="151440"/>
            </a:xfrm>
            <a:custGeom>
              <a:avLst/>
              <a:gdLst>
                <a:gd name="csX0" fmla="*/ 270395 w 270872"/>
                <a:gd name="csY0" fmla="*/ 105578 h 151440"/>
                <a:gd name="csX1" fmla="*/ 270873 w 270872"/>
                <a:gd name="csY1" fmla="*/ 106534 h 151440"/>
                <a:gd name="csX2" fmla="*/ 270395 w 270872"/>
                <a:gd name="csY2" fmla="*/ 107489 h 151440"/>
                <a:gd name="csX3" fmla="*/ 269440 w 270872"/>
                <a:gd name="csY3" fmla="*/ 107967 h 151440"/>
                <a:gd name="csX4" fmla="*/ 268484 w 270872"/>
                <a:gd name="csY4" fmla="*/ 107489 h 151440"/>
                <a:gd name="csX5" fmla="*/ 266095 w 270872"/>
                <a:gd name="csY5" fmla="*/ 107967 h 151440"/>
                <a:gd name="csX6" fmla="*/ 263707 w 270872"/>
                <a:gd name="csY6" fmla="*/ 109400 h 151440"/>
                <a:gd name="csX7" fmla="*/ 261796 w 270872"/>
                <a:gd name="csY7" fmla="*/ 109878 h 151440"/>
                <a:gd name="csX8" fmla="*/ 260363 w 270872"/>
                <a:gd name="csY8" fmla="*/ 109878 h 151440"/>
                <a:gd name="csX9" fmla="*/ 258929 w 270872"/>
                <a:gd name="csY9" fmla="*/ 110833 h 151440"/>
                <a:gd name="csX10" fmla="*/ 257496 w 270872"/>
                <a:gd name="csY10" fmla="*/ 111789 h 151440"/>
                <a:gd name="csX11" fmla="*/ 256063 w 270872"/>
                <a:gd name="csY11" fmla="*/ 111789 h 151440"/>
                <a:gd name="csX12" fmla="*/ 251286 w 270872"/>
                <a:gd name="csY12" fmla="*/ 114177 h 151440"/>
                <a:gd name="csX13" fmla="*/ 246508 w 270872"/>
                <a:gd name="csY13" fmla="*/ 115611 h 151440"/>
                <a:gd name="csX14" fmla="*/ 241731 w 270872"/>
                <a:gd name="csY14" fmla="*/ 117999 h 151440"/>
                <a:gd name="csX15" fmla="*/ 236476 w 270872"/>
                <a:gd name="csY15" fmla="*/ 119432 h 151440"/>
                <a:gd name="csX16" fmla="*/ 231221 w 270872"/>
                <a:gd name="csY16" fmla="*/ 121343 h 151440"/>
                <a:gd name="csX17" fmla="*/ 230266 w 270872"/>
                <a:gd name="csY17" fmla="*/ 121343 h 151440"/>
                <a:gd name="csX18" fmla="*/ 228833 w 270872"/>
                <a:gd name="csY18" fmla="*/ 121343 h 151440"/>
                <a:gd name="csX19" fmla="*/ 225966 w 270872"/>
                <a:gd name="csY19" fmla="*/ 123254 h 151440"/>
                <a:gd name="csX20" fmla="*/ 224533 w 270872"/>
                <a:gd name="csY20" fmla="*/ 122777 h 151440"/>
                <a:gd name="csX21" fmla="*/ 223100 w 270872"/>
                <a:gd name="csY21" fmla="*/ 123254 h 151440"/>
                <a:gd name="csX22" fmla="*/ 221189 w 270872"/>
                <a:gd name="csY22" fmla="*/ 122777 h 151440"/>
                <a:gd name="csX23" fmla="*/ 219756 w 270872"/>
                <a:gd name="csY23" fmla="*/ 122299 h 151440"/>
                <a:gd name="csX24" fmla="*/ 220711 w 270872"/>
                <a:gd name="csY24" fmla="*/ 124210 h 151440"/>
                <a:gd name="csX25" fmla="*/ 221189 w 270872"/>
                <a:gd name="csY25" fmla="*/ 125643 h 151440"/>
                <a:gd name="csX26" fmla="*/ 220711 w 270872"/>
                <a:gd name="csY26" fmla="*/ 126598 h 151440"/>
                <a:gd name="csX27" fmla="*/ 219756 w 270872"/>
                <a:gd name="csY27" fmla="*/ 127076 h 151440"/>
                <a:gd name="csX28" fmla="*/ 216889 w 270872"/>
                <a:gd name="csY28" fmla="*/ 127076 h 151440"/>
                <a:gd name="csX29" fmla="*/ 215456 w 270872"/>
                <a:gd name="csY29" fmla="*/ 126598 h 151440"/>
                <a:gd name="csX30" fmla="*/ 214501 w 270872"/>
                <a:gd name="csY30" fmla="*/ 125643 h 151440"/>
                <a:gd name="csX31" fmla="*/ 213545 w 270872"/>
                <a:gd name="csY31" fmla="*/ 124210 h 151440"/>
                <a:gd name="csX32" fmla="*/ 212112 w 270872"/>
                <a:gd name="csY32" fmla="*/ 123254 h 151440"/>
                <a:gd name="csX33" fmla="*/ 211156 w 270872"/>
                <a:gd name="csY33" fmla="*/ 124688 h 151440"/>
                <a:gd name="csX34" fmla="*/ 211156 w 270872"/>
                <a:gd name="csY34" fmla="*/ 125643 h 151440"/>
                <a:gd name="csX35" fmla="*/ 210201 w 270872"/>
                <a:gd name="csY35" fmla="*/ 127076 h 151440"/>
                <a:gd name="csX36" fmla="*/ 208768 w 270872"/>
                <a:gd name="csY36" fmla="*/ 124688 h 151440"/>
                <a:gd name="csX37" fmla="*/ 206379 w 270872"/>
                <a:gd name="csY37" fmla="*/ 125643 h 151440"/>
                <a:gd name="csX38" fmla="*/ 205424 w 270872"/>
                <a:gd name="csY38" fmla="*/ 128031 h 151440"/>
                <a:gd name="csX39" fmla="*/ 205901 w 270872"/>
                <a:gd name="csY39" fmla="*/ 128987 h 151440"/>
                <a:gd name="csX40" fmla="*/ 206857 w 270872"/>
                <a:gd name="csY40" fmla="*/ 130898 h 151440"/>
                <a:gd name="csX41" fmla="*/ 205424 w 270872"/>
                <a:gd name="csY41" fmla="*/ 131854 h 151440"/>
                <a:gd name="csX42" fmla="*/ 204468 w 270872"/>
                <a:gd name="csY42" fmla="*/ 131854 h 151440"/>
                <a:gd name="csX43" fmla="*/ 203035 w 270872"/>
                <a:gd name="csY43" fmla="*/ 134720 h 151440"/>
                <a:gd name="csX44" fmla="*/ 200646 w 270872"/>
                <a:gd name="csY44" fmla="*/ 135675 h 151440"/>
                <a:gd name="csX45" fmla="*/ 198258 w 270872"/>
                <a:gd name="csY45" fmla="*/ 139019 h 151440"/>
                <a:gd name="csX46" fmla="*/ 195869 w 270872"/>
                <a:gd name="csY46" fmla="*/ 141408 h 151440"/>
                <a:gd name="csX47" fmla="*/ 194914 w 270872"/>
                <a:gd name="csY47" fmla="*/ 142841 h 151440"/>
                <a:gd name="csX48" fmla="*/ 190614 w 270872"/>
                <a:gd name="csY48" fmla="*/ 146185 h 151440"/>
                <a:gd name="csX49" fmla="*/ 188703 w 270872"/>
                <a:gd name="csY49" fmla="*/ 146185 h 151440"/>
                <a:gd name="csX50" fmla="*/ 187748 w 270872"/>
                <a:gd name="csY50" fmla="*/ 146185 h 151440"/>
                <a:gd name="csX51" fmla="*/ 185837 w 270872"/>
                <a:gd name="csY51" fmla="*/ 147619 h 151440"/>
                <a:gd name="csX52" fmla="*/ 185359 w 270872"/>
                <a:gd name="csY52" fmla="*/ 150963 h 151440"/>
                <a:gd name="csX53" fmla="*/ 184403 w 270872"/>
                <a:gd name="csY53" fmla="*/ 150485 h 151440"/>
                <a:gd name="csX54" fmla="*/ 183926 w 270872"/>
                <a:gd name="csY54" fmla="*/ 150485 h 151440"/>
                <a:gd name="csX55" fmla="*/ 183448 w 270872"/>
                <a:gd name="csY55" fmla="*/ 151440 h 151440"/>
                <a:gd name="csX56" fmla="*/ 182493 w 270872"/>
                <a:gd name="csY56" fmla="*/ 151440 h 151440"/>
                <a:gd name="csX57" fmla="*/ 181060 w 270872"/>
                <a:gd name="csY57" fmla="*/ 150485 h 151440"/>
                <a:gd name="csX58" fmla="*/ 179149 w 270872"/>
                <a:gd name="csY58" fmla="*/ 150963 h 151440"/>
                <a:gd name="csX59" fmla="*/ 177715 w 270872"/>
                <a:gd name="csY59" fmla="*/ 150485 h 151440"/>
                <a:gd name="csX60" fmla="*/ 175804 w 270872"/>
                <a:gd name="csY60" fmla="*/ 146185 h 151440"/>
                <a:gd name="csX61" fmla="*/ 174849 w 270872"/>
                <a:gd name="csY61" fmla="*/ 144752 h 151440"/>
                <a:gd name="csX62" fmla="*/ 172938 w 270872"/>
                <a:gd name="csY62" fmla="*/ 144274 h 151440"/>
                <a:gd name="csX63" fmla="*/ 172460 w 270872"/>
                <a:gd name="csY63" fmla="*/ 145230 h 151440"/>
                <a:gd name="csX64" fmla="*/ 171505 w 270872"/>
                <a:gd name="csY64" fmla="*/ 145707 h 151440"/>
                <a:gd name="csX65" fmla="*/ 170072 w 270872"/>
                <a:gd name="csY65" fmla="*/ 144274 h 151440"/>
                <a:gd name="csX66" fmla="*/ 168638 w 270872"/>
                <a:gd name="csY66" fmla="*/ 137586 h 151440"/>
                <a:gd name="csX67" fmla="*/ 168638 w 270872"/>
                <a:gd name="csY67" fmla="*/ 135675 h 151440"/>
                <a:gd name="csX68" fmla="*/ 170549 w 270872"/>
                <a:gd name="csY68" fmla="*/ 129942 h 151440"/>
                <a:gd name="csX69" fmla="*/ 174849 w 270872"/>
                <a:gd name="csY69" fmla="*/ 125165 h 151440"/>
                <a:gd name="csX70" fmla="*/ 173416 w 270872"/>
                <a:gd name="csY70" fmla="*/ 124688 h 151440"/>
                <a:gd name="csX71" fmla="*/ 169594 w 270872"/>
                <a:gd name="csY71" fmla="*/ 128509 h 151440"/>
                <a:gd name="csX72" fmla="*/ 170072 w 270872"/>
                <a:gd name="csY72" fmla="*/ 127554 h 151440"/>
                <a:gd name="csX73" fmla="*/ 170549 w 270872"/>
                <a:gd name="csY73" fmla="*/ 126598 h 151440"/>
                <a:gd name="csX74" fmla="*/ 171983 w 270872"/>
                <a:gd name="csY74" fmla="*/ 125165 h 151440"/>
                <a:gd name="csX75" fmla="*/ 173894 w 270872"/>
                <a:gd name="csY75" fmla="*/ 123732 h 151440"/>
                <a:gd name="csX76" fmla="*/ 176760 w 270872"/>
                <a:gd name="csY76" fmla="*/ 123254 h 151440"/>
                <a:gd name="csX77" fmla="*/ 178671 w 270872"/>
                <a:gd name="csY77" fmla="*/ 122777 h 151440"/>
                <a:gd name="csX78" fmla="*/ 180104 w 270872"/>
                <a:gd name="csY78" fmla="*/ 122299 h 151440"/>
                <a:gd name="csX79" fmla="*/ 182015 w 270872"/>
                <a:gd name="csY79" fmla="*/ 120865 h 151440"/>
                <a:gd name="csX80" fmla="*/ 182493 w 270872"/>
                <a:gd name="csY80" fmla="*/ 120388 h 151440"/>
                <a:gd name="csX81" fmla="*/ 180582 w 270872"/>
                <a:gd name="csY81" fmla="*/ 120865 h 151440"/>
                <a:gd name="csX82" fmla="*/ 177715 w 270872"/>
                <a:gd name="csY82" fmla="*/ 121821 h 151440"/>
                <a:gd name="csX83" fmla="*/ 178671 w 270872"/>
                <a:gd name="csY83" fmla="*/ 120865 h 151440"/>
                <a:gd name="csX84" fmla="*/ 179149 w 270872"/>
                <a:gd name="csY84" fmla="*/ 120388 h 151440"/>
                <a:gd name="csX85" fmla="*/ 193958 w 270872"/>
                <a:gd name="csY85" fmla="*/ 110833 h 151440"/>
                <a:gd name="csX86" fmla="*/ 197302 w 270872"/>
                <a:gd name="csY86" fmla="*/ 109400 h 151440"/>
                <a:gd name="csX87" fmla="*/ 203035 w 270872"/>
                <a:gd name="csY87" fmla="*/ 107489 h 151440"/>
                <a:gd name="csX88" fmla="*/ 203991 w 270872"/>
                <a:gd name="csY88" fmla="*/ 106056 h 151440"/>
                <a:gd name="csX89" fmla="*/ 203035 w 270872"/>
                <a:gd name="csY89" fmla="*/ 105578 h 151440"/>
                <a:gd name="csX90" fmla="*/ 205424 w 270872"/>
                <a:gd name="csY90" fmla="*/ 106056 h 151440"/>
                <a:gd name="csX91" fmla="*/ 205424 w 270872"/>
                <a:gd name="csY91" fmla="*/ 107012 h 151440"/>
                <a:gd name="csX92" fmla="*/ 204946 w 270872"/>
                <a:gd name="csY92" fmla="*/ 107967 h 151440"/>
                <a:gd name="csX93" fmla="*/ 204946 w 270872"/>
                <a:gd name="csY93" fmla="*/ 109400 h 151440"/>
                <a:gd name="csX94" fmla="*/ 204946 w 270872"/>
                <a:gd name="csY94" fmla="*/ 110356 h 151440"/>
                <a:gd name="csX95" fmla="*/ 207335 w 270872"/>
                <a:gd name="csY95" fmla="*/ 111311 h 151440"/>
                <a:gd name="csX96" fmla="*/ 209245 w 270872"/>
                <a:gd name="csY96" fmla="*/ 113700 h 151440"/>
                <a:gd name="csX97" fmla="*/ 208290 w 270872"/>
                <a:gd name="csY97" fmla="*/ 110356 h 151440"/>
                <a:gd name="csX98" fmla="*/ 210201 w 270872"/>
                <a:gd name="csY98" fmla="*/ 108445 h 151440"/>
                <a:gd name="csX99" fmla="*/ 216889 w 270872"/>
                <a:gd name="csY99" fmla="*/ 106056 h 151440"/>
                <a:gd name="csX100" fmla="*/ 222622 w 270872"/>
                <a:gd name="csY100" fmla="*/ 105578 h 151440"/>
                <a:gd name="csX101" fmla="*/ 224533 w 270872"/>
                <a:gd name="csY101" fmla="*/ 104623 h 151440"/>
                <a:gd name="csX102" fmla="*/ 219756 w 270872"/>
                <a:gd name="csY102" fmla="*/ 104145 h 151440"/>
                <a:gd name="csX103" fmla="*/ 214023 w 270872"/>
                <a:gd name="csY103" fmla="*/ 104145 h 151440"/>
                <a:gd name="csX104" fmla="*/ 210201 w 270872"/>
                <a:gd name="csY104" fmla="*/ 103667 h 151440"/>
                <a:gd name="csX105" fmla="*/ 205424 w 270872"/>
                <a:gd name="csY105" fmla="*/ 104145 h 151440"/>
                <a:gd name="csX106" fmla="*/ 200169 w 270872"/>
                <a:gd name="csY106" fmla="*/ 103667 h 151440"/>
                <a:gd name="csX107" fmla="*/ 198735 w 270872"/>
                <a:gd name="csY107" fmla="*/ 104145 h 151440"/>
                <a:gd name="csX108" fmla="*/ 197302 w 270872"/>
                <a:gd name="csY108" fmla="*/ 105578 h 151440"/>
                <a:gd name="csX109" fmla="*/ 195391 w 270872"/>
                <a:gd name="csY109" fmla="*/ 105100 h 151440"/>
                <a:gd name="csX110" fmla="*/ 194914 w 270872"/>
                <a:gd name="csY110" fmla="*/ 105100 h 151440"/>
                <a:gd name="csX111" fmla="*/ 193958 w 270872"/>
                <a:gd name="csY111" fmla="*/ 104623 h 151440"/>
                <a:gd name="csX112" fmla="*/ 195869 w 270872"/>
                <a:gd name="csY112" fmla="*/ 101756 h 151440"/>
                <a:gd name="csX113" fmla="*/ 201124 w 270872"/>
                <a:gd name="csY113" fmla="*/ 97935 h 151440"/>
                <a:gd name="csX114" fmla="*/ 204468 w 270872"/>
                <a:gd name="csY114" fmla="*/ 94590 h 151440"/>
                <a:gd name="csX115" fmla="*/ 204946 w 270872"/>
                <a:gd name="csY115" fmla="*/ 93635 h 151440"/>
                <a:gd name="csX116" fmla="*/ 205901 w 270872"/>
                <a:gd name="csY116" fmla="*/ 92202 h 151440"/>
                <a:gd name="csX117" fmla="*/ 203991 w 270872"/>
                <a:gd name="csY117" fmla="*/ 92680 h 151440"/>
                <a:gd name="csX118" fmla="*/ 202557 w 270872"/>
                <a:gd name="csY118" fmla="*/ 93157 h 151440"/>
                <a:gd name="csX119" fmla="*/ 201602 w 270872"/>
                <a:gd name="csY119" fmla="*/ 91724 h 151440"/>
                <a:gd name="csX120" fmla="*/ 199691 w 270872"/>
                <a:gd name="csY120" fmla="*/ 89335 h 151440"/>
                <a:gd name="csX121" fmla="*/ 199213 w 270872"/>
                <a:gd name="csY121" fmla="*/ 90291 h 151440"/>
                <a:gd name="csX122" fmla="*/ 200169 w 270872"/>
                <a:gd name="csY122" fmla="*/ 93157 h 151440"/>
                <a:gd name="csX123" fmla="*/ 196825 w 270872"/>
                <a:gd name="csY123" fmla="*/ 97457 h 151440"/>
                <a:gd name="csX124" fmla="*/ 194436 w 270872"/>
                <a:gd name="csY124" fmla="*/ 97935 h 151440"/>
                <a:gd name="csX125" fmla="*/ 191092 w 270872"/>
                <a:gd name="csY125" fmla="*/ 99846 h 151440"/>
                <a:gd name="csX126" fmla="*/ 186792 w 270872"/>
                <a:gd name="csY126" fmla="*/ 101756 h 151440"/>
                <a:gd name="csX127" fmla="*/ 181537 w 270872"/>
                <a:gd name="csY127" fmla="*/ 105578 h 151440"/>
                <a:gd name="csX128" fmla="*/ 174849 w 270872"/>
                <a:gd name="csY128" fmla="*/ 108445 h 151440"/>
                <a:gd name="csX129" fmla="*/ 173416 w 270872"/>
                <a:gd name="csY129" fmla="*/ 108445 h 151440"/>
                <a:gd name="csX130" fmla="*/ 170072 w 270872"/>
                <a:gd name="csY130" fmla="*/ 106056 h 151440"/>
                <a:gd name="csX131" fmla="*/ 171027 w 270872"/>
                <a:gd name="csY131" fmla="*/ 104623 h 151440"/>
                <a:gd name="csX132" fmla="*/ 171983 w 270872"/>
                <a:gd name="csY132" fmla="*/ 103190 h 151440"/>
                <a:gd name="csX133" fmla="*/ 171027 w 270872"/>
                <a:gd name="csY133" fmla="*/ 103667 h 151440"/>
                <a:gd name="csX134" fmla="*/ 170549 w 270872"/>
                <a:gd name="csY134" fmla="*/ 104145 h 151440"/>
                <a:gd name="csX135" fmla="*/ 168638 w 270872"/>
                <a:gd name="csY135" fmla="*/ 105578 h 151440"/>
                <a:gd name="csX136" fmla="*/ 170549 w 270872"/>
                <a:gd name="csY136" fmla="*/ 107489 h 151440"/>
                <a:gd name="csX137" fmla="*/ 169594 w 270872"/>
                <a:gd name="csY137" fmla="*/ 107967 h 151440"/>
                <a:gd name="csX138" fmla="*/ 167683 w 270872"/>
                <a:gd name="csY138" fmla="*/ 109400 h 151440"/>
                <a:gd name="csX139" fmla="*/ 165294 w 270872"/>
                <a:gd name="csY139" fmla="*/ 110833 h 151440"/>
                <a:gd name="csX140" fmla="*/ 163861 w 270872"/>
                <a:gd name="csY140" fmla="*/ 111789 h 151440"/>
                <a:gd name="csX141" fmla="*/ 162428 w 270872"/>
                <a:gd name="csY141" fmla="*/ 110356 h 151440"/>
                <a:gd name="csX142" fmla="*/ 158606 w 270872"/>
                <a:gd name="csY142" fmla="*/ 111789 h 151440"/>
                <a:gd name="csX143" fmla="*/ 155262 w 270872"/>
                <a:gd name="csY143" fmla="*/ 112266 h 151440"/>
                <a:gd name="csX144" fmla="*/ 154307 w 270872"/>
                <a:gd name="csY144" fmla="*/ 111789 h 151440"/>
                <a:gd name="csX145" fmla="*/ 154307 w 270872"/>
                <a:gd name="csY145" fmla="*/ 110356 h 151440"/>
                <a:gd name="csX146" fmla="*/ 152873 w 270872"/>
                <a:gd name="csY146" fmla="*/ 109878 h 151440"/>
                <a:gd name="csX147" fmla="*/ 150962 w 270872"/>
                <a:gd name="csY147" fmla="*/ 110356 h 151440"/>
                <a:gd name="csX148" fmla="*/ 150007 w 270872"/>
                <a:gd name="csY148" fmla="*/ 109878 h 151440"/>
                <a:gd name="csX149" fmla="*/ 149052 w 270872"/>
                <a:gd name="csY149" fmla="*/ 109400 h 151440"/>
                <a:gd name="csX150" fmla="*/ 148574 w 270872"/>
                <a:gd name="csY150" fmla="*/ 108922 h 151440"/>
                <a:gd name="csX151" fmla="*/ 147619 w 270872"/>
                <a:gd name="csY151" fmla="*/ 108922 h 151440"/>
                <a:gd name="csX152" fmla="*/ 147141 w 270872"/>
                <a:gd name="csY152" fmla="*/ 109400 h 151440"/>
                <a:gd name="csX153" fmla="*/ 146663 w 270872"/>
                <a:gd name="csY153" fmla="*/ 109878 h 151440"/>
                <a:gd name="csX154" fmla="*/ 146185 w 270872"/>
                <a:gd name="csY154" fmla="*/ 109878 h 151440"/>
                <a:gd name="csX155" fmla="*/ 145230 w 270872"/>
                <a:gd name="csY155" fmla="*/ 109400 h 151440"/>
                <a:gd name="csX156" fmla="*/ 144752 w 270872"/>
                <a:gd name="csY156" fmla="*/ 108445 h 151440"/>
                <a:gd name="csX157" fmla="*/ 143796 w 270872"/>
                <a:gd name="csY157" fmla="*/ 107489 h 151440"/>
                <a:gd name="csX158" fmla="*/ 143319 w 270872"/>
                <a:gd name="csY158" fmla="*/ 107012 h 151440"/>
                <a:gd name="csX159" fmla="*/ 143319 w 270872"/>
                <a:gd name="csY159" fmla="*/ 106056 h 151440"/>
                <a:gd name="csX160" fmla="*/ 143796 w 270872"/>
                <a:gd name="csY160" fmla="*/ 105578 h 151440"/>
                <a:gd name="csX161" fmla="*/ 143796 w 270872"/>
                <a:gd name="csY161" fmla="*/ 105100 h 151440"/>
                <a:gd name="csX162" fmla="*/ 144274 w 270872"/>
                <a:gd name="csY162" fmla="*/ 104623 h 151440"/>
                <a:gd name="csX163" fmla="*/ 144274 w 270872"/>
                <a:gd name="csY163" fmla="*/ 104145 h 151440"/>
                <a:gd name="csX164" fmla="*/ 144274 w 270872"/>
                <a:gd name="csY164" fmla="*/ 104145 h 151440"/>
                <a:gd name="csX165" fmla="*/ 143796 w 270872"/>
                <a:gd name="csY165" fmla="*/ 103190 h 151440"/>
                <a:gd name="csX166" fmla="*/ 143319 w 270872"/>
                <a:gd name="csY166" fmla="*/ 102712 h 151440"/>
                <a:gd name="csX167" fmla="*/ 142841 w 270872"/>
                <a:gd name="csY167" fmla="*/ 101756 h 151440"/>
                <a:gd name="csX168" fmla="*/ 142841 w 270872"/>
                <a:gd name="csY168" fmla="*/ 101279 h 151440"/>
                <a:gd name="csX169" fmla="*/ 143796 w 270872"/>
                <a:gd name="csY169" fmla="*/ 100801 h 151440"/>
                <a:gd name="csX170" fmla="*/ 144274 w 270872"/>
                <a:gd name="csY170" fmla="*/ 100323 h 151440"/>
                <a:gd name="csX171" fmla="*/ 144274 w 270872"/>
                <a:gd name="csY171" fmla="*/ 100323 h 151440"/>
                <a:gd name="csX172" fmla="*/ 144274 w 270872"/>
                <a:gd name="csY172" fmla="*/ 99368 h 151440"/>
                <a:gd name="csX173" fmla="*/ 144274 w 270872"/>
                <a:gd name="csY173" fmla="*/ 99368 h 151440"/>
                <a:gd name="csX174" fmla="*/ 144274 w 270872"/>
                <a:gd name="csY174" fmla="*/ 99368 h 151440"/>
                <a:gd name="csX175" fmla="*/ 143796 w 270872"/>
                <a:gd name="csY175" fmla="*/ 98412 h 151440"/>
                <a:gd name="csX176" fmla="*/ 142841 w 270872"/>
                <a:gd name="csY176" fmla="*/ 97935 h 151440"/>
                <a:gd name="csX177" fmla="*/ 141886 w 270872"/>
                <a:gd name="csY177" fmla="*/ 98412 h 151440"/>
                <a:gd name="csX178" fmla="*/ 140930 w 270872"/>
                <a:gd name="csY178" fmla="*/ 97935 h 151440"/>
                <a:gd name="csX179" fmla="*/ 139497 w 270872"/>
                <a:gd name="csY179" fmla="*/ 97457 h 151440"/>
                <a:gd name="csX180" fmla="*/ 138542 w 270872"/>
                <a:gd name="csY180" fmla="*/ 96501 h 151440"/>
                <a:gd name="csX181" fmla="*/ 138064 w 270872"/>
                <a:gd name="csY181" fmla="*/ 96501 h 151440"/>
                <a:gd name="csX182" fmla="*/ 137586 w 270872"/>
                <a:gd name="csY182" fmla="*/ 96501 h 151440"/>
                <a:gd name="csX183" fmla="*/ 137108 w 270872"/>
                <a:gd name="csY183" fmla="*/ 96024 h 151440"/>
                <a:gd name="csX184" fmla="*/ 136631 w 270872"/>
                <a:gd name="csY184" fmla="*/ 95068 h 151440"/>
                <a:gd name="csX185" fmla="*/ 136631 w 270872"/>
                <a:gd name="csY185" fmla="*/ 94113 h 151440"/>
                <a:gd name="csX186" fmla="*/ 137108 w 270872"/>
                <a:gd name="csY186" fmla="*/ 93635 h 151440"/>
                <a:gd name="csX187" fmla="*/ 137108 w 270872"/>
                <a:gd name="csY187" fmla="*/ 93157 h 151440"/>
                <a:gd name="csX188" fmla="*/ 137108 w 270872"/>
                <a:gd name="csY188" fmla="*/ 92680 h 151440"/>
                <a:gd name="csX189" fmla="*/ 137108 w 270872"/>
                <a:gd name="csY189" fmla="*/ 92202 h 151440"/>
                <a:gd name="csX190" fmla="*/ 137108 w 270872"/>
                <a:gd name="csY190" fmla="*/ 92202 h 151440"/>
                <a:gd name="csX191" fmla="*/ 137108 w 270872"/>
                <a:gd name="csY191" fmla="*/ 91724 h 151440"/>
                <a:gd name="csX192" fmla="*/ 137108 w 270872"/>
                <a:gd name="csY192" fmla="*/ 91724 h 151440"/>
                <a:gd name="csX193" fmla="*/ 137108 w 270872"/>
                <a:gd name="csY193" fmla="*/ 91247 h 151440"/>
                <a:gd name="csX194" fmla="*/ 137586 w 270872"/>
                <a:gd name="csY194" fmla="*/ 90291 h 151440"/>
                <a:gd name="csX195" fmla="*/ 137108 w 270872"/>
                <a:gd name="csY195" fmla="*/ 89335 h 151440"/>
                <a:gd name="csX196" fmla="*/ 137108 w 270872"/>
                <a:gd name="csY196" fmla="*/ 86947 h 151440"/>
                <a:gd name="csX197" fmla="*/ 137108 w 270872"/>
                <a:gd name="csY197" fmla="*/ 82647 h 151440"/>
                <a:gd name="csX198" fmla="*/ 137108 w 270872"/>
                <a:gd name="csY198" fmla="*/ 79303 h 151440"/>
                <a:gd name="csX199" fmla="*/ 136631 w 270872"/>
                <a:gd name="csY199" fmla="*/ 75004 h 151440"/>
                <a:gd name="csX200" fmla="*/ 136631 w 270872"/>
                <a:gd name="csY200" fmla="*/ 72137 h 151440"/>
                <a:gd name="csX201" fmla="*/ 136631 w 270872"/>
                <a:gd name="csY201" fmla="*/ 67838 h 151440"/>
                <a:gd name="csX202" fmla="*/ 136631 w 270872"/>
                <a:gd name="csY202" fmla="*/ 63538 h 151440"/>
                <a:gd name="csX203" fmla="*/ 136631 w 270872"/>
                <a:gd name="csY203" fmla="*/ 59716 h 151440"/>
                <a:gd name="csX204" fmla="*/ 136631 w 270872"/>
                <a:gd name="csY204" fmla="*/ 59716 h 151440"/>
                <a:gd name="csX205" fmla="*/ 134242 w 270872"/>
                <a:gd name="csY205" fmla="*/ 57328 h 151440"/>
                <a:gd name="csX206" fmla="*/ 130898 w 270872"/>
                <a:gd name="csY206" fmla="*/ 54461 h 151440"/>
                <a:gd name="csX207" fmla="*/ 128031 w 270872"/>
                <a:gd name="csY207" fmla="*/ 52550 h 151440"/>
                <a:gd name="csX208" fmla="*/ 126598 w 270872"/>
                <a:gd name="csY208" fmla="*/ 52550 h 151440"/>
                <a:gd name="csX209" fmla="*/ 125643 w 270872"/>
                <a:gd name="csY209" fmla="*/ 52550 h 151440"/>
                <a:gd name="csX210" fmla="*/ 125165 w 270872"/>
                <a:gd name="csY210" fmla="*/ 53506 h 151440"/>
                <a:gd name="csX211" fmla="*/ 123254 w 270872"/>
                <a:gd name="csY211" fmla="*/ 53983 h 151440"/>
                <a:gd name="csX212" fmla="*/ 119432 w 270872"/>
                <a:gd name="csY212" fmla="*/ 54939 h 151440"/>
                <a:gd name="csX213" fmla="*/ 116566 w 270872"/>
                <a:gd name="csY213" fmla="*/ 56372 h 151440"/>
                <a:gd name="csX214" fmla="*/ 115133 w 270872"/>
                <a:gd name="csY214" fmla="*/ 56372 h 151440"/>
                <a:gd name="csX215" fmla="*/ 114177 w 270872"/>
                <a:gd name="csY215" fmla="*/ 56372 h 151440"/>
                <a:gd name="csX216" fmla="*/ 112744 w 270872"/>
                <a:gd name="csY216" fmla="*/ 55417 h 151440"/>
                <a:gd name="csX217" fmla="*/ 111789 w 270872"/>
                <a:gd name="csY217" fmla="*/ 54461 h 151440"/>
                <a:gd name="csX218" fmla="*/ 111789 w 270872"/>
                <a:gd name="csY218" fmla="*/ 53028 h 151440"/>
                <a:gd name="csX219" fmla="*/ 111789 w 270872"/>
                <a:gd name="csY219" fmla="*/ 50639 h 151440"/>
                <a:gd name="csX220" fmla="*/ 111789 w 270872"/>
                <a:gd name="csY220" fmla="*/ 50162 h 151440"/>
                <a:gd name="csX221" fmla="*/ 109878 w 270872"/>
                <a:gd name="csY221" fmla="*/ 49684 h 151440"/>
                <a:gd name="csX222" fmla="*/ 107967 w 270872"/>
                <a:gd name="csY222" fmla="*/ 49206 h 151440"/>
                <a:gd name="csX223" fmla="*/ 107012 w 270872"/>
                <a:gd name="csY223" fmla="*/ 51117 h 151440"/>
                <a:gd name="csX224" fmla="*/ 106056 w 270872"/>
                <a:gd name="csY224" fmla="*/ 52550 h 151440"/>
                <a:gd name="csX225" fmla="*/ 103667 w 270872"/>
                <a:gd name="csY225" fmla="*/ 55417 h 151440"/>
                <a:gd name="csX226" fmla="*/ 100323 w 270872"/>
                <a:gd name="csY226" fmla="*/ 59716 h 151440"/>
                <a:gd name="csX227" fmla="*/ 98890 w 270872"/>
                <a:gd name="csY227" fmla="*/ 62105 h 151440"/>
                <a:gd name="csX228" fmla="*/ 95546 w 270872"/>
                <a:gd name="csY228" fmla="*/ 65927 h 151440"/>
                <a:gd name="csX229" fmla="*/ 93157 w 270872"/>
                <a:gd name="csY229" fmla="*/ 69271 h 151440"/>
                <a:gd name="csX230" fmla="*/ 93157 w 270872"/>
                <a:gd name="csY230" fmla="*/ 69749 h 151440"/>
                <a:gd name="csX231" fmla="*/ 92202 w 270872"/>
                <a:gd name="csY231" fmla="*/ 73093 h 151440"/>
                <a:gd name="csX232" fmla="*/ 91724 w 270872"/>
                <a:gd name="csY232" fmla="*/ 76437 h 151440"/>
                <a:gd name="csX233" fmla="*/ 89813 w 270872"/>
                <a:gd name="csY233" fmla="*/ 79303 h 151440"/>
                <a:gd name="csX234" fmla="*/ 88380 w 270872"/>
                <a:gd name="csY234" fmla="*/ 81692 h 151440"/>
                <a:gd name="csX235" fmla="*/ 88380 w 270872"/>
                <a:gd name="csY235" fmla="*/ 81692 h 151440"/>
                <a:gd name="csX236" fmla="*/ 87424 w 270872"/>
                <a:gd name="csY236" fmla="*/ 84558 h 151440"/>
                <a:gd name="csX237" fmla="*/ 86947 w 270872"/>
                <a:gd name="csY237" fmla="*/ 86947 h 151440"/>
                <a:gd name="csX238" fmla="*/ 86947 w 270872"/>
                <a:gd name="csY238" fmla="*/ 88858 h 151440"/>
                <a:gd name="csX239" fmla="*/ 86947 w 270872"/>
                <a:gd name="csY239" fmla="*/ 88858 h 151440"/>
                <a:gd name="csX240" fmla="*/ 87424 w 270872"/>
                <a:gd name="csY240" fmla="*/ 89813 h 151440"/>
                <a:gd name="csX241" fmla="*/ 87424 w 270872"/>
                <a:gd name="csY241" fmla="*/ 89813 h 151440"/>
                <a:gd name="csX242" fmla="*/ 87424 w 270872"/>
                <a:gd name="csY242" fmla="*/ 90769 h 151440"/>
                <a:gd name="csX243" fmla="*/ 86469 w 270872"/>
                <a:gd name="csY243" fmla="*/ 91724 h 151440"/>
                <a:gd name="csX244" fmla="*/ 86469 w 270872"/>
                <a:gd name="csY244" fmla="*/ 91724 h 151440"/>
                <a:gd name="csX245" fmla="*/ 85036 w 270872"/>
                <a:gd name="csY245" fmla="*/ 93157 h 151440"/>
                <a:gd name="csX246" fmla="*/ 85036 w 270872"/>
                <a:gd name="csY246" fmla="*/ 93157 h 151440"/>
                <a:gd name="csX247" fmla="*/ 85036 w 270872"/>
                <a:gd name="csY247" fmla="*/ 95068 h 151440"/>
                <a:gd name="csX248" fmla="*/ 84080 w 270872"/>
                <a:gd name="csY248" fmla="*/ 95546 h 151440"/>
                <a:gd name="csX249" fmla="*/ 81214 w 270872"/>
                <a:gd name="csY249" fmla="*/ 97457 h 151440"/>
                <a:gd name="csX250" fmla="*/ 79303 w 270872"/>
                <a:gd name="csY250" fmla="*/ 99846 h 151440"/>
                <a:gd name="csX251" fmla="*/ 79303 w 270872"/>
                <a:gd name="csY251" fmla="*/ 99846 h 151440"/>
                <a:gd name="csX252" fmla="*/ 79303 w 270872"/>
                <a:gd name="csY252" fmla="*/ 101279 h 151440"/>
                <a:gd name="csX253" fmla="*/ 79303 w 270872"/>
                <a:gd name="csY253" fmla="*/ 102234 h 151440"/>
                <a:gd name="csX254" fmla="*/ 79303 w 270872"/>
                <a:gd name="csY254" fmla="*/ 103190 h 151440"/>
                <a:gd name="csX255" fmla="*/ 78825 w 270872"/>
                <a:gd name="csY255" fmla="*/ 103667 h 151440"/>
                <a:gd name="csX256" fmla="*/ 78348 w 270872"/>
                <a:gd name="csY256" fmla="*/ 103190 h 151440"/>
                <a:gd name="csX257" fmla="*/ 77392 w 270872"/>
                <a:gd name="csY257" fmla="*/ 103667 h 151440"/>
                <a:gd name="csX258" fmla="*/ 76437 w 270872"/>
                <a:gd name="csY258" fmla="*/ 104623 h 151440"/>
                <a:gd name="csX259" fmla="*/ 76437 w 270872"/>
                <a:gd name="csY259" fmla="*/ 104623 h 151440"/>
                <a:gd name="csX260" fmla="*/ 76437 w 270872"/>
                <a:gd name="csY260" fmla="*/ 106056 h 151440"/>
                <a:gd name="csX261" fmla="*/ 75959 w 270872"/>
                <a:gd name="csY261" fmla="*/ 107012 h 151440"/>
                <a:gd name="csX262" fmla="*/ 75481 w 270872"/>
                <a:gd name="csY262" fmla="*/ 107012 h 151440"/>
                <a:gd name="csX263" fmla="*/ 74526 w 270872"/>
                <a:gd name="csY263" fmla="*/ 106534 h 151440"/>
                <a:gd name="csX264" fmla="*/ 74048 w 270872"/>
                <a:gd name="csY264" fmla="*/ 105578 h 151440"/>
                <a:gd name="csX265" fmla="*/ 73570 w 270872"/>
                <a:gd name="csY265" fmla="*/ 105100 h 151440"/>
                <a:gd name="csX266" fmla="*/ 72137 w 270872"/>
                <a:gd name="csY266" fmla="*/ 106056 h 151440"/>
                <a:gd name="csX267" fmla="*/ 70704 w 270872"/>
                <a:gd name="csY267" fmla="*/ 107012 h 151440"/>
                <a:gd name="csX268" fmla="*/ 69271 w 270872"/>
                <a:gd name="csY268" fmla="*/ 107489 h 151440"/>
                <a:gd name="csX269" fmla="*/ 66882 w 270872"/>
                <a:gd name="csY269" fmla="*/ 106534 h 151440"/>
                <a:gd name="csX270" fmla="*/ 64971 w 270872"/>
                <a:gd name="csY270" fmla="*/ 108922 h 151440"/>
                <a:gd name="csX271" fmla="*/ 63060 w 270872"/>
                <a:gd name="csY271" fmla="*/ 113700 h 151440"/>
                <a:gd name="csX272" fmla="*/ 54939 w 270872"/>
                <a:gd name="csY272" fmla="*/ 113700 h 151440"/>
                <a:gd name="csX273" fmla="*/ 46340 w 270872"/>
                <a:gd name="csY273" fmla="*/ 113700 h 151440"/>
                <a:gd name="csX274" fmla="*/ 38218 w 270872"/>
                <a:gd name="csY274" fmla="*/ 113700 h 151440"/>
                <a:gd name="csX275" fmla="*/ 30097 w 270872"/>
                <a:gd name="csY275" fmla="*/ 113700 h 151440"/>
                <a:gd name="csX276" fmla="*/ 21975 w 270872"/>
                <a:gd name="csY276" fmla="*/ 113700 h 151440"/>
                <a:gd name="csX277" fmla="*/ 13376 w 270872"/>
                <a:gd name="csY277" fmla="*/ 113700 h 151440"/>
                <a:gd name="csX278" fmla="*/ 5255 w 270872"/>
                <a:gd name="csY278" fmla="*/ 113700 h 151440"/>
                <a:gd name="csX279" fmla="*/ 478 w 270872"/>
                <a:gd name="csY279" fmla="*/ 113700 h 151440"/>
                <a:gd name="csX280" fmla="*/ 0 w 270872"/>
                <a:gd name="csY280" fmla="*/ 113700 h 151440"/>
                <a:gd name="csX281" fmla="*/ 2389 w 270872"/>
                <a:gd name="csY281" fmla="*/ 112744 h 151440"/>
                <a:gd name="csX282" fmla="*/ 8599 w 270872"/>
                <a:gd name="csY282" fmla="*/ 108922 h 151440"/>
                <a:gd name="csX283" fmla="*/ 12899 w 270872"/>
                <a:gd name="csY283" fmla="*/ 107967 h 151440"/>
                <a:gd name="csX284" fmla="*/ 18632 w 270872"/>
                <a:gd name="csY284" fmla="*/ 103667 h 151440"/>
                <a:gd name="csX285" fmla="*/ 22453 w 270872"/>
                <a:gd name="csY285" fmla="*/ 103190 h 151440"/>
                <a:gd name="csX286" fmla="*/ 23409 w 270872"/>
                <a:gd name="csY286" fmla="*/ 102234 h 151440"/>
                <a:gd name="csX287" fmla="*/ 23886 w 270872"/>
                <a:gd name="csY287" fmla="*/ 98890 h 151440"/>
                <a:gd name="csX288" fmla="*/ 24364 w 270872"/>
                <a:gd name="csY288" fmla="*/ 97457 h 151440"/>
                <a:gd name="csX289" fmla="*/ 26275 w 270872"/>
                <a:gd name="csY289" fmla="*/ 94590 h 151440"/>
                <a:gd name="csX290" fmla="*/ 28664 w 270872"/>
                <a:gd name="csY290" fmla="*/ 91724 h 151440"/>
                <a:gd name="csX291" fmla="*/ 30575 w 270872"/>
                <a:gd name="csY291" fmla="*/ 87902 h 151440"/>
                <a:gd name="csX292" fmla="*/ 33919 w 270872"/>
                <a:gd name="csY292" fmla="*/ 85514 h 151440"/>
                <a:gd name="csX293" fmla="*/ 38696 w 270872"/>
                <a:gd name="csY293" fmla="*/ 83603 h 151440"/>
                <a:gd name="csX294" fmla="*/ 43473 w 270872"/>
                <a:gd name="csY294" fmla="*/ 78825 h 151440"/>
                <a:gd name="csX295" fmla="*/ 46340 w 270872"/>
                <a:gd name="csY295" fmla="*/ 77392 h 151440"/>
                <a:gd name="csX296" fmla="*/ 48728 w 270872"/>
                <a:gd name="csY296" fmla="*/ 76437 h 151440"/>
                <a:gd name="csX297" fmla="*/ 49684 w 270872"/>
                <a:gd name="csY297" fmla="*/ 74526 h 151440"/>
                <a:gd name="csX298" fmla="*/ 51117 w 270872"/>
                <a:gd name="csY298" fmla="*/ 73570 h 151440"/>
                <a:gd name="csX299" fmla="*/ 55416 w 270872"/>
                <a:gd name="csY299" fmla="*/ 71659 h 151440"/>
                <a:gd name="csX300" fmla="*/ 60194 w 270872"/>
                <a:gd name="csY300" fmla="*/ 71182 h 151440"/>
                <a:gd name="csX301" fmla="*/ 64493 w 270872"/>
                <a:gd name="csY301" fmla="*/ 69271 h 151440"/>
                <a:gd name="csX302" fmla="*/ 68315 w 270872"/>
                <a:gd name="csY302" fmla="*/ 68315 h 151440"/>
                <a:gd name="csX303" fmla="*/ 70226 w 270872"/>
                <a:gd name="csY303" fmla="*/ 66405 h 151440"/>
                <a:gd name="csX304" fmla="*/ 73570 w 270872"/>
                <a:gd name="csY304" fmla="*/ 65927 h 151440"/>
                <a:gd name="csX305" fmla="*/ 82647 w 270872"/>
                <a:gd name="csY305" fmla="*/ 61149 h 151440"/>
                <a:gd name="csX306" fmla="*/ 85514 w 270872"/>
                <a:gd name="csY306" fmla="*/ 58761 h 151440"/>
                <a:gd name="csX307" fmla="*/ 88858 w 270872"/>
                <a:gd name="csY307" fmla="*/ 53983 h 151440"/>
                <a:gd name="csX308" fmla="*/ 91724 w 270872"/>
                <a:gd name="csY308" fmla="*/ 51595 h 151440"/>
                <a:gd name="csX309" fmla="*/ 92680 w 270872"/>
                <a:gd name="csY309" fmla="*/ 49206 h 151440"/>
                <a:gd name="csX310" fmla="*/ 96979 w 270872"/>
                <a:gd name="csY310" fmla="*/ 44907 h 151440"/>
                <a:gd name="csX311" fmla="*/ 101279 w 270872"/>
                <a:gd name="csY311" fmla="*/ 39652 h 151440"/>
                <a:gd name="csX312" fmla="*/ 103667 w 270872"/>
                <a:gd name="csY312" fmla="*/ 35830 h 151440"/>
                <a:gd name="csX313" fmla="*/ 107012 w 270872"/>
                <a:gd name="csY313" fmla="*/ 33441 h 151440"/>
                <a:gd name="csX314" fmla="*/ 113222 w 270872"/>
                <a:gd name="csY314" fmla="*/ 27708 h 151440"/>
                <a:gd name="csX315" fmla="*/ 116566 w 270872"/>
                <a:gd name="csY315" fmla="*/ 24842 h 151440"/>
                <a:gd name="csX316" fmla="*/ 117999 w 270872"/>
                <a:gd name="csY316" fmla="*/ 24842 h 151440"/>
                <a:gd name="csX317" fmla="*/ 121821 w 270872"/>
                <a:gd name="csY317" fmla="*/ 22453 h 151440"/>
                <a:gd name="csX318" fmla="*/ 124210 w 270872"/>
                <a:gd name="csY318" fmla="*/ 20065 h 151440"/>
                <a:gd name="csX319" fmla="*/ 128031 w 270872"/>
                <a:gd name="csY319" fmla="*/ 17676 h 151440"/>
                <a:gd name="csX320" fmla="*/ 135197 w 270872"/>
                <a:gd name="csY320" fmla="*/ 14810 h 151440"/>
                <a:gd name="csX321" fmla="*/ 141408 w 270872"/>
                <a:gd name="csY321" fmla="*/ 11466 h 151440"/>
                <a:gd name="csX322" fmla="*/ 150485 w 270872"/>
                <a:gd name="csY322" fmla="*/ 8599 h 151440"/>
                <a:gd name="csX323" fmla="*/ 160517 w 270872"/>
                <a:gd name="csY323" fmla="*/ 4300 h 151440"/>
                <a:gd name="csX324" fmla="*/ 169116 w 270872"/>
                <a:gd name="csY324" fmla="*/ 1433 h 151440"/>
                <a:gd name="csX325" fmla="*/ 174849 w 270872"/>
                <a:gd name="csY325" fmla="*/ 1433 h 151440"/>
                <a:gd name="csX326" fmla="*/ 182015 w 270872"/>
                <a:gd name="csY326" fmla="*/ 0 h 151440"/>
                <a:gd name="csX327" fmla="*/ 184403 w 270872"/>
                <a:gd name="csY327" fmla="*/ 478 h 151440"/>
                <a:gd name="csX328" fmla="*/ 195391 w 270872"/>
                <a:gd name="csY328" fmla="*/ 2389 h 151440"/>
                <a:gd name="csX329" fmla="*/ 201124 w 270872"/>
                <a:gd name="csY329" fmla="*/ 4777 h 151440"/>
                <a:gd name="csX330" fmla="*/ 206857 w 270872"/>
                <a:gd name="csY330" fmla="*/ 9555 h 151440"/>
                <a:gd name="csX331" fmla="*/ 207812 w 270872"/>
                <a:gd name="csY331" fmla="*/ 10988 h 151440"/>
                <a:gd name="csX332" fmla="*/ 207812 w 270872"/>
                <a:gd name="csY332" fmla="*/ 12899 h 151440"/>
                <a:gd name="csX333" fmla="*/ 204946 w 270872"/>
                <a:gd name="csY333" fmla="*/ 11943 h 151440"/>
                <a:gd name="csX334" fmla="*/ 202079 w 270872"/>
                <a:gd name="csY334" fmla="*/ 11943 h 151440"/>
                <a:gd name="csX335" fmla="*/ 203991 w 270872"/>
                <a:gd name="csY335" fmla="*/ 12899 h 151440"/>
                <a:gd name="csX336" fmla="*/ 207335 w 270872"/>
                <a:gd name="csY336" fmla="*/ 16243 h 151440"/>
                <a:gd name="csX337" fmla="*/ 206857 w 270872"/>
                <a:gd name="csY337" fmla="*/ 20065 h 151440"/>
                <a:gd name="csX338" fmla="*/ 205424 w 270872"/>
                <a:gd name="csY338" fmla="*/ 23409 h 151440"/>
                <a:gd name="csX339" fmla="*/ 199691 w 270872"/>
                <a:gd name="csY339" fmla="*/ 25320 h 151440"/>
                <a:gd name="csX340" fmla="*/ 198258 w 270872"/>
                <a:gd name="csY340" fmla="*/ 26753 h 151440"/>
                <a:gd name="csX341" fmla="*/ 196825 w 270872"/>
                <a:gd name="csY341" fmla="*/ 28664 h 151440"/>
                <a:gd name="csX342" fmla="*/ 195869 w 270872"/>
                <a:gd name="csY342" fmla="*/ 29619 h 151440"/>
                <a:gd name="csX343" fmla="*/ 193003 w 270872"/>
                <a:gd name="csY343" fmla="*/ 30575 h 151440"/>
                <a:gd name="csX344" fmla="*/ 191569 w 270872"/>
                <a:gd name="csY344" fmla="*/ 32008 h 151440"/>
                <a:gd name="csX345" fmla="*/ 187270 w 270872"/>
                <a:gd name="csY345" fmla="*/ 34397 h 151440"/>
                <a:gd name="csX346" fmla="*/ 185359 w 270872"/>
                <a:gd name="csY346" fmla="*/ 34874 h 151440"/>
                <a:gd name="csX347" fmla="*/ 182970 w 270872"/>
                <a:gd name="csY347" fmla="*/ 33919 h 151440"/>
                <a:gd name="csX348" fmla="*/ 177238 w 270872"/>
                <a:gd name="csY348" fmla="*/ 32008 h 151440"/>
                <a:gd name="csX349" fmla="*/ 173894 w 270872"/>
                <a:gd name="csY349" fmla="*/ 29619 h 151440"/>
                <a:gd name="csX350" fmla="*/ 171983 w 270872"/>
                <a:gd name="csY350" fmla="*/ 31052 h 151440"/>
                <a:gd name="csX351" fmla="*/ 171027 w 270872"/>
                <a:gd name="csY351" fmla="*/ 32008 h 151440"/>
                <a:gd name="csX352" fmla="*/ 167683 w 270872"/>
                <a:gd name="csY352" fmla="*/ 32008 h 151440"/>
                <a:gd name="csX353" fmla="*/ 166250 w 270872"/>
                <a:gd name="csY353" fmla="*/ 32486 h 151440"/>
                <a:gd name="csX354" fmla="*/ 163384 w 270872"/>
                <a:gd name="csY354" fmla="*/ 31530 h 151440"/>
                <a:gd name="csX355" fmla="*/ 158606 w 270872"/>
                <a:gd name="csY355" fmla="*/ 34397 h 151440"/>
                <a:gd name="csX356" fmla="*/ 160039 w 270872"/>
                <a:gd name="csY356" fmla="*/ 34874 h 151440"/>
                <a:gd name="csX357" fmla="*/ 163861 w 270872"/>
                <a:gd name="csY357" fmla="*/ 32963 h 151440"/>
                <a:gd name="csX358" fmla="*/ 165294 w 270872"/>
                <a:gd name="csY358" fmla="*/ 33441 h 151440"/>
                <a:gd name="csX359" fmla="*/ 168161 w 270872"/>
                <a:gd name="csY359" fmla="*/ 35352 h 151440"/>
                <a:gd name="csX360" fmla="*/ 175327 w 270872"/>
                <a:gd name="csY360" fmla="*/ 37263 h 151440"/>
                <a:gd name="csX361" fmla="*/ 177238 w 270872"/>
                <a:gd name="csY361" fmla="*/ 38696 h 151440"/>
                <a:gd name="csX362" fmla="*/ 179149 w 270872"/>
                <a:gd name="csY362" fmla="*/ 42996 h 151440"/>
                <a:gd name="csX363" fmla="*/ 180104 w 270872"/>
                <a:gd name="csY363" fmla="*/ 43951 h 151440"/>
                <a:gd name="csX364" fmla="*/ 182493 w 270872"/>
                <a:gd name="csY364" fmla="*/ 43473 h 151440"/>
                <a:gd name="csX365" fmla="*/ 185359 w 270872"/>
                <a:gd name="csY365" fmla="*/ 41085 h 151440"/>
                <a:gd name="csX366" fmla="*/ 187748 w 270872"/>
                <a:gd name="csY366" fmla="*/ 40129 h 151440"/>
                <a:gd name="csX367" fmla="*/ 192047 w 270872"/>
                <a:gd name="csY367" fmla="*/ 39174 h 151440"/>
                <a:gd name="csX368" fmla="*/ 191569 w 270872"/>
                <a:gd name="csY368" fmla="*/ 40607 h 151440"/>
                <a:gd name="csX369" fmla="*/ 194914 w 270872"/>
                <a:gd name="csY369" fmla="*/ 40607 h 151440"/>
                <a:gd name="csX370" fmla="*/ 198258 w 270872"/>
                <a:gd name="csY370" fmla="*/ 42518 h 151440"/>
                <a:gd name="csX371" fmla="*/ 196825 w 270872"/>
                <a:gd name="csY371" fmla="*/ 43951 h 151440"/>
                <a:gd name="csX372" fmla="*/ 195391 w 270872"/>
                <a:gd name="csY372" fmla="*/ 46818 h 151440"/>
                <a:gd name="csX373" fmla="*/ 193958 w 270872"/>
                <a:gd name="csY373" fmla="*/ 52073 h 151440"/>
                <a:gd name="csX374" fmla="*/ 190614 w 270872"/>
                <a:gd name="csY374" fmla="*/ 55417 h 151440"/>
                <a:gd name="csX375" fmla="*/ 185837 w 270872"/>
                <a:gd name="csY375" fmla="*/ 59239 h 151440"/>
                <a:gd name="csX376" fmla="*/ 187270 w 270872"/>
                <a:gd name="csY376" fmla="*/ 60194 h 151440"/>
                <a:gd name="csX377" fmla="*/ 188226 w 270872"/>
                <a:gd name="csY377" fmla="*/ 60672 h 151440"/>
                <a:gd name="csX378" fmla="*/ 191569 w 270872"/>
                <a:gd name="csY378" fmla="*/ 59716 h 151440"/>
                <a:gd name="csX379" fmla="*/ 193480 w 270872"/>
                <a:gd name="csY379" fmla="*/ 59716 h 151440"/>
                <a:gd name="csX380" fmla="*/ 195869 w 270872"/>
                <a:gd name="csY380" fmla="*/ 60194 h 151440"/>
                <a:gd name="csX381" fmla="*/ 194914 w 270872"/>
                <a:gd name="csY381" fmla="*/ 63060 h 151440"/>
                <a:gd name="csX382" fmla="*/ 193958 w 270872"/>
                <a:gd name="csY382" fmla="*/ 64971 h 151440"/>
                <a:gd name="csX383" fmla="*/ 194436 w 270872"/>
                <a:gd name="csY383" fmla="*/ 66405 h 151440"/>
                <a:gd name="csX384" fmla="*/ 195869 w 270872"/>
                <a:gd name="csY384" fmla="*/ 69749 h 151440"/>
                <a:gd name="csX385" fmla="*/ 197780 w 270872"/>
                <a:gd name="csY385" fmla="*/ 70704 h 151440"/>
                <a:gd name="csX386" fmla="*/ 198258 w 270872"/>
                <a:gd name="csY386" fmla="*/ 74526 h 151440"/>
                <a:gd name="csX387" fmla="*/ 199213 w 270872"/>
                <a:gd name="csY387" fmla="*/ 76915 h 151440"/>
                <a:gd name="csX388" fmla="*/ 199213 w 270872"/>
                <a:gd name="csY388" fmla="*/ 78825 h 151440"/>
                <a:gd name="csX389" fmla="*/ 201124 w 270872"/>
                <a:gd name="csY389" fmla="*/ 79781 h 151440"/>
                <a:gd name="csX390" fmla="*/ 201602 w 270872"/>
                <a:gd name="csY390" fmla="*/ 81692 h 151440"/>
                <a:gd name="csX391" fmla="*/ 207812 w 270872"/>
                <a:gd name="csY391" fmla="*/ 82647 h 151440"/>
                <a:gd name="csX392" fmla="*/ 209245 w 270872"/>
                <a:gd name="csY392" fmla="*/ 83125 h 151440"/>
                <a:gd name="csX393" fmla="*/ 213545 w 270872"/>
                <a:gd name="csY393" fmla="*/ 83603 h 151440"/>
                <a:gd name="csX394" fmla="*/ 214501 w 270872"/>
                <a:gd name="csY394" fmla="*/ 84558 h 151440"/>
                <a:gd name="csX395" fmla="*/ 215456 w 270872"/>
                <a:gd name="csY395" fmla="*/ 85514 h 151440"/>
                <a:gd name="csX396" fmla="*/ 211156 w 270872"/>
                <a:gd name="csY396" fmla="*/ 87424 h 151440"/>
                <a:gd name="csX397" fmla="*/ 214501 w 270872"/>
                <a:gd name="csY397" fmla="*/ 89335 h 151440"/>
                <a:gd name="csX398" fmla="*/ 217845 w 270872"/>
                <a:gd name="csY398" fmla="*/ 91724 h 151440"/>
                <a:gd name="csX399" fmla="*/ 220711 w 270872"/>
                <a:gd name="csY399" fmla="*/ 91247 h 151440"/>
                <a:gd name="csX400" fmla="*/ 221667 w 270872"/>
                <a:gd name="csY400" fmla="*/ 91247 h 151440"/>
                <a:gd name="csX401" fmla="*/ 225010 w 270872"/>
                <a:gd name="csY401" fmla="*/ 93157 h 151440"/>
                <a:gd name="csX402" fmla="*/ 225488 w 270872"/>
                <a:gd name="csY402" fmla="*/ 94113 h 151440"/>
                <a:gd name="csX403" fmla="*/ 225966 w 270872"/>
                <a:gd name="csY403" fmla="*/ 94590 h 151440"/>
                <a:gd name="csX404" fmla="*/ 227877 w 270872"/>
                <a:gd name="csY404" fmla="*/ 94590 h 151440"/>
                <a:gd name="csX405" fmla="*/ 229788 w 270872"/>
                <a:gd name="csY405" fmla="*/ 93635 h 151440"/>
                <a:gd name="csX406" fmla="*/ 233610 w 270872"/>
                <a:gd name="csY406" fmla="*/ 94113 h 151440"/>
                <a:gd name="csX407" fmla="*/ 237909 w 270872"/>
                <a:gd name="csY407" fmla="*/ 95068 h 151440"/>
                <a:gd name="csX408" fmla="*/ 237432 w 270872"/>
                <a:gd name="csY408" fmla="*/ 96501 h 151440"/>
                <a:gd name="csX409" fmla="*/ 236954 w 270872"/>
                <a:gd name="csY409" fmla="*/ 97457 h 151440"/>
                <a:gd name="csX410" fmla="*/ 240298 w 270872"/>
                <a:gd name="csY410" fmla="*/ 96979 h 151440"/>
                <a:gd name="csX411" fmla="*/ 242209 w 270872"/>
                <a:gd name="csY411" fmla="*/ 97935 h 151440"/>
                <a:gd name="csX412" fmla="*/ 242686 w 270872"/>
                <a:gd name="csY412" fmla="*/ 97457 h 151440"/>
                <a:gd name="csX413" fmla="*/ 243642 w 270872"/>
                <a:gd name="csY413" fmla="*/ 96979 h 151440"/>
                <a:gd name="csX414" fmla="*/ 247464 w 270872"/>
                <a:gd name="csY414" fmla="*/ 95068 h 151440"/>
                <a:gd name="csX415" fmla="*/ 252719 w 270872"/>
                <a:gd name="csY415" fmla="*/ 91724 h 151440"/>
                <a:gd name="csX416" fmla="*/ 253197 w 270872"/>
                <a:gd name="csY416" fmla="*/ 92202 h 151440"/>
                <a:gd name="csX417" fmla="*/ 253674 w 270872"/>
                <a:gd name="csY417" fmla="*/ 93157 h 151440"/>
                <a:gd name="csX418" fmla="*/ 254152 w 270872"/>
                <a:gd name="csY418" fmla="*/ 95546 h 151440"/>
                <a:gd name="csX419" fmla="*/ 256063 w 270872"/>
                <a:gd name="csY419" fmla="*/ 96979 h 151440"/>
                <a:gd name="csX420" fmla="*/ 258452 w 270872"/>
                <a:gd name="csY420" fmla="*/ 97457 h 151440"/>
                <a:gd name="csX421" fmla="*/ 261796 w 270872"/>
                <a:gd name="csY421" fmla="*/ 96501 h 151440"/>
                <a:gd name="csX422" fmla="*/ 263229 w 270872"/>
                <a:gd name="csY422" fmla="*/ 97457 h 151440"/>
                <a:gd name="csX423" fmla="*/ 264662 w 270872"/>
                <a:gd name="csY423" fmla="*/ 99368 h 151440"/>
                <a:gd name="csX424" fmla="*/ 266095 w 270872"/>
                <a:gd name="csY424" fmla="*/ 101756 h 151440"/>
                <a:gd name="csX425" fmla="*/ 266095 w 270872"/>
                <a:gd name="csY425" fmla="*/ 102712 h 151440"/>
                <a:gd name="csX426" fmla="*/ 264184 w 270872"/>
                <a:gd name="csY426" fmla="*/ 103667 h 151440"/>
                <a:gd name="csX427" fmla="*/ 262274 w 270872"/>
                <a:gd name="csY427" fmla="*/ 104623 h 151440"/>
                <a:gd name="csX428" fmla="*/ 269440 w 270872"/>
                <a:gd name="csY428" fmla="*/ 105100 h 151440"/>
                <a:gd name="csX429" fmla="*/ 270395 w 270872"/>
                <a:gd name="csY429" fmla="*/ 105578 h 1514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</a:cxnLst>
              <a:rect l="l" t="t" r="r" b="b"/>
              <a:pathLst>
                <a:path w="270872" h="151440">
                  <a:moveTo>
                    <a:pt x="270395" y="105578"/>
                  </a:moveTo>
                  <a:lnTo>
                    <a:pt x="270873" y="106534"/>
                  </a:lnTo>
                  <a:lnTo>
                    <a:pt x="270395" y="107489"/>
                  </a:lnTo>
                  <a:lnTo>
                    <a:pt x="269440" y="107967"/>
                  </a:lnTo>
                  <a:lnTo>
                    <a:pt x="268484" y="107489"/>
                  </a:lnTo>
                  <a:lnTo>
                    <a:pt x="266095" y="107967"/>
                  </a:lnTo>
                  <a:lnTo>
                    <a:pt x="263707" y="109400"/>
                  </a:lnTo>
                  <a:lnTo>
                    <a:pt x="261796" y="109878"/>
                  </a:lnTo>
                  <a:lnTo>
                    <a:pt x="260363" y="109878"/>
                  </a:lnTo>
                  <a:lnTo>
                    <a:pt x="258929" y="110833"/>
                  </a:lnTo>
                  <a:lnTo>
                    <a:pt x="257496" y="111789"/>
                  </a:lnTo>
                  <a:lnTo>
                    <a:pt x="256063" y="111789"/>
                  </a:lnTo>
                  <a:lnTo>
                    <a:pt x="251286" y="114177"/>
                  </a:lnTo>
                  <a:lnTo>
                    <a:pt x="246508" y="115611"/>
                  </a:lnTo>
                  <a:lnTo>
                    <a:pt x="241731" y="117999"/>
                  </a:lnTo>
                  <a:lnTo>
                    <a:pt x="236476" y="119432"/>
                  </a:lnTo>
                  <a:lnTo>
                    <a:pt x="231221" y="121343"/>
                  </a:lnTo>
                  <a:lnTo>
                    <a:pt x="230266" y="121343"/>
                  </a:lnTo>
                  <a:lnTo>
                    <a:pt x="228833" y="121343"/>
                  </a:lnTo>
                  <a:lnTo>
                    <a:pt x="225966" y="123254"/>
                  </a:lnTo>
                  <a:lnTo>
                    <a:pt x="224533" y="122777"/>
                  </a:lnTo>
                  <a:lnTo>
                    <a:pt x="223100" y="123254"/>
                  </a:lnTo>
                  <a:lnTo>
                    <a:pt x="221189" y="122777"/>
                  </a:lnTo>
                  <a:lnTo>
                    <a:pt x="219756" y="122299"/>
                  </a:lnTo>
                  <a:lnTo>
                    <a:pt x="220711" y="124210"/>
                  </a:lnTo>
                  <a:lnTo>
                    <a:pt x="221189" y="125643"/>
                  </a:lnTo>
                  <a:lnTo>
                    <a:pt x="220711" y="126598"/>
                  </a:lnTo>
                  <a:lnTo>
                    <a:pt x="219756" y="127076"/>
                  </a:lnTo>
                  <a:lnTo>
                    <a:pt x="216889" y="127076"/>
                  </a:lnTo>
                  <a:lnTo>
                    <a:pt x="215456" y="126598"/>
                  </a:lnTo>
                  <a:lnTo>
                    <a:pt x="214501" y="125643"/>
                  </a:lnTo>
                  <a:lnTo>
                    <a:pt x="213545" y="124210"/>
                  </a:lnTo>
                  <a:lnTo>
                    <a:pt x="212112" y="123254"/>
                  </a:lnTo>
                  <a:lnTo>
                    <a:pt x="211156" y="124688"/>
                  </a:lnTo>
                  <a:lnTo>
                    <a:pt x="211156" y="125643"/>
                  </a:lnTo>
                  <a:lnTo>
                    <a:pt x="210201" y="127076"/>
                  </a:lnTo>
                  <a:lnTo>
                    <a:pt x="208768" y="124688"/>
                  </a:lnTo>
                  <a:lnTo>
                    <a:pt x="206379" y="125643"/>
                  </a:lnTo>
                  <a:lnTo>
                    <a:pt x="205424" y="128031"/>
                  </a:lnTo>
                  <a:lnTo>
                    <a:pt x="205901" y="128987"/>
                  </a:lnTo>
                  <a:lnTo>
                    <a:pt x="206857" y="130898"/>
                  </a:lnTo>
                  <a:lnTo>
                    <a:pt x="205424" y="131854"/>
                  </a:lnTo>
                  <a:lnTo>
                    <a:pt x="204468" y="131854"/>
                  </a:lnTo>
                  <a:lnTo>
                    <a:pt x="203035" y="134720"/>
                  </a:lnTo>
                  <a:lnTo>
                    <a:pt x="200646" y="135675"/>
                  </a:lnTo>
                  <a:lnTo>
                    <a:pt x="198258" y="139019"/>
                  </a:lnTo>
                  <a:lnTo>
                    <a:pt x="195869" y="141408"/>
                  </a:lnTo>
                  <a:lnTo>
                    <a:pt x="194914" y="142841"/>
                  </a:lnTo>
                  <a:lnTo>
                    <a:pt x="190614" y="146185"/>
                  </a:lnTo>
                  <a:lnTo>
                    <a:pt x="188703" y="146185"/>
                  </a:lnTo>
                  <a:lnTo>
                    <a:pt x="187748" y="146185"/>
                  </a:lnTo>
                  <a:lnTo>
                    <a:pt x="185837" y="147619"/>
                  </a:lnTo>
                  <a:lnTo>
                    <a:pt x="185359" y="150963"/>
                  </a:lnTo>
                  <a:lnTo>
                    <a:pt x="184403" y="150485"/>
                  </a:lnTo>
                  <a:lnTo>
                    <a:pt x="183926" y="150485"/>
                  </a:lnTo>
                  <a:lnTo>
                    <a:pt x="183448" y="151440"/>
                  </a:lnTo>
                  <a:lnTo>
                    <a:pt x="182493" y="151440"/>
                  </a:lnTo>
                  <a:lnTo>
                    <a:pt x="181060" y="150485"/>
                  </a:lnTo>
                  <a:lnTo>
                    <a:pt x="179149" y="150963"/>
                  </a:lnTo>
                  <a:lnTo>
                    <a:pt x="177715" y="150485"/>
                  </a:lnTo>
                  <a:lnTo>
                    <a:pt x="175804" y="146185"/>
                  </a:lnTo>
                  <a:lnTo>
                    <a:pt x="174849" y="144752"/>
                  </a:lnTo>
                  <a:lnTo>
                    <a:pt x="172938" y="144274"/>
                  </a:lnTo>
                  <a:lnTo>
                    <a:pt x="172460" y="145230"/>
                  </a:lnTo>
                  <a:lnTo>
                    <a:pt x="171505" y="145707"/>
                  </a:lnTo>
                  <a:lnTo>
                    <a:pt x="170072" y="144274"/>
                  </a:lnTo>
                  <a:lnTo>
                    <a:pt x="168638" y="137586"/>
                  </a:lnTo>
                  <a:lnTo>
                    <a:pt x="168638" y="135675"/>
                  </a:lnTo>
                  <a:lnTo>
                    <a:pt x="170549" y="129942"/>
                  </a:lnTo>
                  <a:lnTo>
                    <a:pt x="174849" y="125165"/>
                  </a:lnTo>
                  <a:lnTo>
                    <a:pt x="173416" y="124688"/>
                  </a:lnTo>
                  <a:lnTo>
                    <a:pt x="169594" y="128509"/>
                  </a:lnTo>
                  <a:lnTo>
                    <a:pt x="170072" y="127554"/>
                  </a:lnTo>
                  <a:lnTo>
                    <a:pt x="170549" y="126598"/>
                  </a:lnTo>
                  <a:lnTo>
                    <a:pt x="171983" y="125165"/>
                  </a:lnTo>
                  <a:lnTo>
                    <a:pt x="173894" y="123732"/>
                  </a:lnTo>
                  <a:lnTo>
                    <a:pt x="176760" y="123254"/>
                  </a:lnTo>
                  <a:lnTo>
                    <a:pt x="178671" y="122777"/>
                  </a:lnTo>
                  <a:lnTo>
                    <a:pt x="180104" y="122299"/>
                  </a:lnTo>
                  <a:lnTo>
                    <a:pt x="182015" y="120865"/>
                  </a:lnTo>
                  <a:lnTo>
                    <a:pt x="182493" y="120388"/>
                  </a:lnTo>
                  <a:lnTo>
                    <a:pt x="180582" y="120865"/>
                  </a:lnTo>
                  <a:lnTo>
                    <a:pt x="177715" y="121821"/>
                  </a:lnTo>
                  <a:lnTo>
                    <a:pt x="178671" y="120865"/>
                  </a:lnTo>
                  <a:lnTo>
                    <a:pt x="179149" y="120388"/>
                  </a:lnTo>
                  <a:lnTo>
                    <a:pt x="193958" y="110833"/>
                  </a:lnTo>
                  <a:lnTo>
                    <a:pt x="197302" y="109400"/>
                  </a:lnTo>
                  <a:lnTo>
                    <a:pt x="203035" y="107489"/>
                  </a:lnTo>
                  <a:lnTo>
                    <a:pt x="203991" y="106056"/>
                  </a:lnTo>
                  <a:lnTo>
                    <a:pt x="203035" y="105578"/>
                  </a:lnTo>
                  <a:lnTo>
                    <a:pt x="205424" y="106056"/>
                  </a:lnTo>
                  <a:lnTo>
                    <a:pt x="205424" y="107012"/>
                  </a:lnTo>
                  <a:lnTo>
                    <a:pt x="204946" y="107967"/>
                  </a:lnTo>
                  <a:lnTo>
                    <a:pt x="204946" y="109400"/>
                  </a:lnTo>
                  <a:lnTo>
                    <a:pt x="204946" y="110356"/>
                  </a:lnTo>
                  <a:lnTo>
                    <a:pt x="207335" y="111311"/>
                  </a:lnTo>
                  <a:lnTo>
                    <a:pt x="209245" y="113700"/>
                  </a:lnTo>
                  <a:lnTo>
                    <a:pt x="208290" y="110356"/>
                  </a:lnTo>
                  <a:lnTo>
                    <a:pt x="210201" y="108445"/>
                  </a:lnTo>
                  <a:lnTo>
                    <a:pt x="216889" y="106056"/>
                  </a:lnTo>
                  <a:lnTo>
                    <a:pt x="222622" y="105578"/>
                  </a:lnTo>
                  <a:lnTo>
                    <a:pt x="224533" y="104623"/>
                  </a:lnTo>
                  <a:lnTo>
                    <a:pt x="219756" y="104145"/>
                  </a:lnTo>
                  <a:lnTo>
                    <a:pt x="214023" y="104145"/>
                  </a:lnTo>
                  <a:lnTo>
                    <a:pt x="210201" y="103667"/>
                  </a:lnTo>
                  <a:lnTo>
                    <a:pt x="205424" y="104145"/>
                  </a:lnTo>
                  <a:lnTo>
                    <a:pt x="200169" y="103667"/>
                  </a:lnTo>
                  <a:lnTo>
                    <a:pt x="198735" y="104145"/>
                  </a:lnTo>
                  <a:lnTo>
                    <a:pt x="197302" y="105578"/>
                  </a:lnTo>
                  <a:lnTo>
                    <a:pt x="195391" y="105100"/>
                  </a:lnTo>
                  <a:lnTo>
                    <a:pt x="194914" y="105100"/>
                  </a:lnTo>
                  <a:lnTo>
                    <a:pt x="193958" y="104623"/>
                  </a:lnTo>
                  <a:lnTo>
                    <a:pt x="195869" y="101756"/>
                  </a:lnTo>
                  <a:lnTo>
                    <a:pt x="201124" y="97935"/>
                  </a:lnTo>
                  <a:lnTo>
                    <a:pt x="204468" y="94590"/>
                  </a:lnTo>
                  <a:lnTo>
                    <a:pt x="204946" y="93635"/>
                  </a:lnTo>
                  <a:lnTo>
                    <a:pt x="205901" y="92202"/>
                  </a:lnTo>
                  <a:lnTo>
                    <a:pt x="203991" y="92680"/>
                  </a:lnTo>
                  <a:lnTo>
                    <a:pt x="202557" y="93157"/>
                  </a:lnTo>
                  <a:lnTo>
                    <a:pt x="201602" y="91724"/>
                  </a:lnTo>
                  <a:lnTo>
                    <a:pt x="199691" y="89335"/>
                  </a:lnTo>
                  <a:lnTo>
                    <a:pt x="199213" y="90291"/>
                  </a:lnTo>
                  <a:lnTo>
                    <a:pt x="200169" y="93157"/>
                  </a:lnTo>
                  <a:lnTo>
                    <a:pt x="196825" y="97457"/>
                  </a:lnTo>
                  <a:lnTo>
                    <a:pt x="194436" y="97935"/>
                  </a:lnTo>
                  <a:lnTo>
                    <a:pt x="191092" y="99846"/>
                  </a:lnTo>
                  <a:lnTo>
                    <a:pt x="186792" y="101756"/>
                  </a:lnTo>
                  <a:lnTo>
                    <a:pt x="181537" y="105578"/>
                  </a:lnTo>
                  <a:lnTo>
                    <a:pt x="174849" y="108445"/>
                  </a:lnTo>
                  <a:lnTo>
                    <a:pt x="173416" y="108445"/>
                  </a:lnTo>
                  <a:lnTo>
                    <a:pt x="170072" y="106056"/>
                  </a:lnTo>
                  <a:lnTo>
                    <a:pt x="171027" y="104623"/>
                  </a:lnTo>
                  <a:lnTo>
                    <a:pt x="171983" y="103190"/>
                  </a:lnTo>
                  <a:lnTo>
                    <a:pt x="171027" y="103667"/>
                  </a:lnTo>
                  <a:lnTo>
                    <a:pt x="170549" y="104145"/>
                  </a:lnTo>
                  <a:lnTo>
                    <a:pt x="168638" y="105578"/>
                  </a:lnTo>
                  <a:lnTo>
                    <a:pt x="170549" y="107489"/>
                  </a:lnTo>
                  <a:lnTo>
                    <a:pt x="169594" y="107967"/>
                  </a:lnTo>
                  <a:lnTo>
                    <a:pt x="167683" y="109400"/>
                  </a:lnTo>
                  <a:lnTo>
                    <a:pt x="165294" y="110833"/>
                  </a:lnTo>
                  <a:lnTo>
                    <a:pt x="163861" y="111789"/>
                  </a:lnTo>
                  <a:lnTo>
                    <a:pt x="162428" y="110356"/>
                  </a:lnTo>
                  <a:lnTo>
                    <a:pt x="158606" y="111789"/>
                  </a:lnTo>
                  <a:lnTo>
                    <a:pt x="155262" y="112266"/>
                  </a:lnTo>
                  <a:lnTo>
                    <a:pt x="154307" y="111789"/>
                  </a:lnTo>
                  <a:lnTo>
                    <a:pt x="154307" y="110356"/>
                  </a:lnTo>
                  <a:lnTo>
                    <a:pt x="152873" y="109878"/>
                  </a:lnTo>
                  <a:lnTo>
                    <a:pt x="150962" y="110356"/>
                  </a:lnTo>
                  <a:lnTo>
                    <a:pt x="150007" y="109878"/>
                  </a:lnTo>
                  <a:lnTo>
                    <a:pt x="149052" y="109400"/>
                  </a:lnTo>
                  <a:lnTo>
                    <a:pt x="148574" y="108922"/>
                  </a:lnTo>
                  <a:lnTo>
                    <a:pt x="147619" y="108922"/>
                  </a:lnTo>
                  <a:lnTo>
                    <a:pt x="147141" y="109400"/>
                  </a:lnTo>
                  <a:lnTo>
                    <a:pt x="146663" y="109878"/>
                  </a:lnTo>
                  <a:lnTo>
                    <a:pt x="146185" y="109878"/>
                  </a:lnTo>
                  <a:lnTo>
                    <a:pt x="145230" y="109400"/>
                  </a:lnTo>
                  <a:lnTo>
                    <a:pt x="144752" y="108445"/>
                  </a:lnTo>
                  <a:lnTo>
                    <a:pt x="143796" y="107489"/>
                  </a:lnTo>
                  <a:lnTo>
                    <a:pt x="143319" y="107012"/>
                  </a:lnTo>
                  <a:lnTo>
                    <a:pt x="143319" y="106056"/>
                  </a:lnTo>
                  <a:lnTo>
                    <a:pt x="143796" y="105578"/>
                  </a:lnTo>
                  <a:lnTo>
                    <a:pt x="143796" y="105100"/>
                  </a:lnTo>
                  <a:lnTo>
                    <a:pt x="144274" y="104623"/>
                  </a:lnTo>
                  <a:lnTo>
                    <a:pt x="144274" y="104145"/>
                  </a:lnTo>
                  <a:lnTo>
                    <a:pt x="144274" y="104145"/>
                  </a:lnTo>
                  <a:lnTo>
                    <a:pt x="143796" y="103190"/>
                  </a:lnTo>
                  <a:lnTo>
                    <a:pt x="143319" y="102712"/>
                  </a:lnTo>
                  <a:lnTo>
                    <a:pt x="142841" y="101756"/>
                  </a:lnTo>
                  <a:lnTo>
                    <a:pt x="142841" y="101279"/>
                  </a:lnTo>
                  <a:lnTo>
                    <a:pt x="143796" y="100801"/>
                  </a:lnTo>
                  <a:lnTo>
                    <a:pt x="144274" y="100323"/>
                  </a:lnTo>
                  <a:lnTo>
                    <a:pt x="144274" y="100323"/>
                  </a:lnTo>
                  <a:lnTo>
                    <a:pt x="144274" y="99368"/>
                  </a:lnTo>
                  <a:lnTo>
                    <a:pt x="144274" y="99368"/>
                  </a:lnTo>
                  <a:lnTo>
                    <a:pt x="144274" y="99368"/>
                  </a:lnTo>
                  <a:lnTo>
                    <a:pt x="143796" y="98412"/>
                  </a:lnTo>
                  <a:lnTo>
                    <a:pt x="142841" y="97935"/>
                  </a:lnTo>
                  <a:lnTo>
                    <a:pt x="141886" y="98412"/>
                  </a:lnTo>
                  <a:lnTo>
                    <a:pt x="140930" y="97935"/>
                  </a:lnTo>
                  <a:lnTo>
                    <a:pt x="139497" y="97457"/>
                  </a:lnTo>
                  <a:lnTo>
                    <a:pt x="138542" y="96501"/>
                  </a:lnTo>
                  <a:lnTo>
                    <a:pt x="138064" y="96501"/>
                  </a:lnTo>
                  <a:lnTo>
                    <a:pt x="137586" y="96501"/>
                  </a:lnTo>
                  <a:lnTo>
                    <a:pt x="137108" y="96024"/>
                  </a:lnTo>
                  <a:lnTo>
                    <a:pt x="136631" y="95068"/>
                  </a:lnTo>
                  <a:lnTo>
                    <a:pt x="136631" y="94113"/>
                  </a:lnTo>
                  <a:lnTo>
                    <a:pt x="137108" y="93635"/>
                  </a:lnTo>
                  <a:lnTo>
                    <a:pt x="137108" y="93157"/>
                  </a:lnTo>
                  <a:lnTo>
                    <a:pt x="137108" y="92680"/>
                  </a:lnTo>
                  <a:lnTo>
                    <a:pt x="137108" y="92202"/>
                  </a:lnTo>
                  <a:lnTo>
                    <a:pt x="137108" y="92202"/>
                  </a:lnTo>
                  <a:lnTo>
                    <a:pt x="137108" y="91724"/>
                  </a:lnTo>
                  <a:lnTo>
                    <a:pt x="137108" y="91724"/>
                  </a:lnTo>
                  <a:lnTo>
                    <a:pt x="137108" y="91247"/>
                  </a:lnTo>
                  <a:lnTo>
                    <a:pt x="137586" y="90291"/>
                  </a:lnTo>
                  <a:lnTo>
                    <a:pt x="137108" y="89335"/>
                  </a:lnTo>
                  <a:lnTo>
                    <a:pt x="137108" y="86947"/>
                  </a:lnTo>
                  <a:lnTo>
                    <a:pt x="137108" y="82647"/>
                  </a:lnTo>
                  <a:lnTo>
                    <a:pt x="137108" y="79303"/>
                  </a:lnTo>
                  <a:lnTo>
                    <a:pt x="136631" y="75004"/>
                  </a:lnTo>
                  <a:lnTo>
                    <a:pt x="136631" y="72137"/>
                  </a:lnTo>
                  <a:lnTo>
                    <a:pt x="136631" y="67838"/>
                  </a:lnTo>
                  <a:lnTo>
                    <a:pt x="136631" y="63538"/>
                  </a:lnTo>
                  <a:lnTo>
                    <a:pt x="136631" y="59716"/>
                  </a:lnTo>
                  <a:lnTo>
                    <a:pt x="136631" y="59716"/>
                  </a:lnTo>
                  <a:lnTo>
                    <a:pt x="134242" y="57328"/>
                  </a:lnTo>
                  <a:lnTo>
                    <a:pt x="130898" y="54461"/>
                  </a:lnTo>
                  <a:lnTo>
                    <a:pt x="128031" y="52550"/>
                  </a:lnTo>
                  <a:lnTo>
                    <a:pt x="126598" y="52550"/>
                  </a:lnTo>
                  <a:lnTo>
                    <a:pt x="125643" y="52550"/>
                  </a:lnTo>
                  <a:lnTo>
                    <a:pt x="125165" y="53506"/>
                  </a:lnTo>
                  <a:lnTo>
                    <a:pt x="123254" y="53983"/>
                  </a:lnTo>
                  <a:lnTo>
                    <a:pt x="119432" y="54939"/>
                  </a:lnTo>
                  <a:lnTo>
                    <a:pt x="116566" y="56372"/>
                  </a:lnTo>
                  <a:lnTo>
                    <a:pt x="115133" y="56372"/>
                  </a:lnTo>
                  <a:lnTo>
                    <a:pt x="114177" y="56372"/>
                  </a:lnTo>
                  <a:lnTo>
                    <a:pt x="112744" y="55417"/>
                  </a:lnTo>
                  <a:lnTo>
                    <a:pt x="111789" y="54461"/>
                  </a:lnTo>
                  <a:lnTo>
                    <a:pt x="111789" y="53028"/>
                  </a:lnTo>
                  <a:lnTo>
                    <a:pt x="111789" y="50639"/>
                  </a:lnTo>
                  <a:lnTo>
                    <a:pt x="111789" y="50162"/>
                  </a:lnTo>
                  <a:lnTo>
                    <a:pt x="109878" y="49684"/>
                  </a:lnTo>
                  <a:lnTo>
                    <a:pt x="107967" y="49206"/>
                  </a:lnTo>
                  <a:lnTo>
                    <a:pt x="107012" y="51117"/>
                  </a:lnTo>
                  <a:lnTo>
                    <a:pt x="106056" y="52550"/>
                  </a:lnTo>
                  <a:lnTo>
                    <a:pt x="103667" y="55417"/>
                  </a:lnTo>
                  <a:lnTo>
                    <a:pt x="100323" y="59716"/>
                  </a:lnTo>
                  <a:lnTo>
                    <a:pt x="98890" y="62105"/>
                  </a:lnTo>
                  <a:lnTo>
                    <a:pt x="95546" y="65927"/>
                  </a:lnTo>
                  <a:lnTo>
                    <a:pt x="93157" y="69271"/>
                  </a:lnTo>
                  <a:lnTo>
                    <a:pt x="93157" y="69749"/>
                  </a:lnTo>
                  <a:lnTo>
                    <a:pt x="92202" y="73093"/>
                  </a:lnTo>
                  <a:lnTo>
                    <a:pt x="91724" y="76437"/>
                  </a:lnTo>
                  <a:lnTo>
                    <a:pt x="89813" y="79303"/>
                  </a:lnTo>
                  <a:lnTo>
                    <a:pt x="88380" y="81692"/>
                  </a:lnTo>
                  <a:lnTo>
                    <a:pt x="88380" y="81692"/>
                  </a:lnTo>
                  <a:lnTo>
                    <a:pt x="87424" y="84558"/>
                  </a:lnTo>
                  <a:lnTo>
                    <a:pt x="86947" y="86947"/>
                  </a:lnTo>
                  <a:lnTo>
                    <a:pt x="86947" y="88858"/>
                  </a:lnTo>
                  <a:lnTo>
                    <a:pt x="86947" y="88858"/>
                  </a:lnTo>
                  <a:lnTo>
                    <a:pt x="87424" y="89813"/>
                  </a:lnTo>
                  <a:lnTo>
                    <a:pt x="87424" y="89813"/>
                  </a:lnTo>
                  <a:lnTo>
                    <a:pt x="87424" y="90769"/>
                  </a:lnTo>
                  <a:lnTo>
                    <a:pt x="86469" y="91724"/>
                  </a:lnTo>
                  <a:lnTo>
                    <a:pt x="86469" y="91724"/>
                  </a:lnTo>
                  <a:lnTo>
                    <a:pt x="85036" y="93157"/>
                  </a:lnTo>
                  <a:lnTo>
                    <a:pt x="85036" y="93157"/>
                  </a:lnTo>
                  <a:lnTo>
                    <a:pt x="85036" y="95068"/>
                  </a:lnTo>
                  <a:lnTo>
                    <a:pt x="84080" y="95546"/>
                  </a:lnTo>
                  <a:lnTo>
                    <a:pt x="81214" y="97457"/>
                  </a:lnTo>
                  <a:lnTo>
                    <a:pt x="79303" y="99846"/>
                  </a:lnTo>
                  <a:lnTo>
                    <a:pt x="79303" y="99846"/>
                  </a:lnTo>
                  <a:lnTo>
                    <a:pt x="79303" y="101279"/>
                  </a:lnTo>
                  <a:lnTo>
                    <a:pt x="79303" y="102234"/>
                  </a:lnTo>
                  <a:lnTo>
                    <a:pt x="79303" y="103190"/>
                  </a:lnTo>
                  <a:lnTo>
                    <a:pt x="78825" y="103667"/>
                  </a:lnTo>
                  <a:lnTo>
                    <a:pt x="78348" y="103190"/>
                  </a:lnTo>
                  <a:lnTo>
                    <a:pt x="77392" y="103667"/>
                  </a:lnTo>
                  <a:lnTo>
                    <a:pt x="76437" y="104623"/>
                  </a:lnTo>
                  <a:lnTo>
                    <a:pt x="76437" y="104623"/>
                  </a:lnTo>
                  <a:lnTo>
                    <a:pt x="76437" y="106056"/>
                  </a:lnTo>
                  <a:lnTo>
                    <a:pt x="75959" y="107012"/>
                  </a:lnTo>
                  <a:lnTo>
                    <a:pt x="75481" y="107012"/>
                  </a:lnTo>
                  <a:lnTo>
                    <a:pt x="74526" y="106534"/>
                  </a:lnTo>
                  <a:lnTo>
                    <a:pt x="74048" y="105578"/>
                  </a:lnTo>
                  <a:lnTo>
                    <a:pt x="73570" y="105100"/>
                  </a:lnTo>
                  <a:lnTo>
                    <a:pt x="72137" y="106056"/>
                  </a:lnTo>
                  <a:lnTo>
                    <a:pt x="70704" y="107012"/>
                  </a:lnTo>
                  <a:lnTo>
                    <a:pt x="69271" y="107489"/>
                  </a:lnTo>
                  <a:lnTo>
                    <a:pt x="66882" y="106534"/>
                  </a:lnTo>
                  <a:lnTo>
                    <a:pt x="64971" y="108922"/>
                  </a:lnTo>
                  <a:lnTo>
                    <a:pt x="63060" y="113700"/>
                  </a:lnTo>
                  <a:lnTo>
                    <a:pt x="54939" y="113700"/>
                  </a:lnTo>
                  <a:lnTo>
                    <a:pt x="46340" y="113700"/>
                  </a:lnTo>
                  <a:lnTo>
                    <a:pt x="38218" y="113700"/>
                  </a:lnTo>
                  <a:lnTo>
                    <a:pt x="30097" y="113700"/>
                  </a:lnTo>
                  <a:lnTo>
                    <a:pt x="21975" y="113700"/>
                  </a:lnTo>
                  <a:lnTo>
                    <a:pt x="13376" y="113700"/>
                  </a:lnTo>
                  <a:lnTo>
                    <a:pt x="5255" y="113700"/>
                  </a:lnTo>
                  <a:lnTo>
                    <a:pt x="478" y="113700"/>
                  </a:lnTo>
                  <a:lnTo>
                    <a:pt x="0" y="113700"/>
                  </a:lnTo>
                  <a:lnTo>
                    <a:pt x="2389" y="112744"/>
                  </a:lnTo>
                  <a:lnTo>
                    <a:pt x="8599" y="108922"/>
                  </a:lnTo>
                  <a:lnTo>
                    <a:pt x="12899" y="107967"/>
                  </a:lnTo>
                  <a:lnTo>
                    <a:pt x="18632" y="103667"/>
                  </a:lnTo>
                  <a:lnTo>
                    <a:pt x="22453" y="103190"/>
                  </a:lnTo>
                  <a:lnTo>
                    <a:pt x="23409" y="102234"/>
                  </a:lnTo>
                  <a:lnTo>
                    <a:pt x="23886" y="98890"/>
                  </a:lnTo>
                  <a:lnTo>
                    <a:pt x="24364" y="97457"/>
                  </a:lnTo>
                  <a:lnTo>
                    <a:pt x="26275" y="94590"/>
                  </a:lnTo>
                  <a:lnTo>
                    <a:pt x="28664" y="91724"/>
                  </a:lnTo>
                  <a:lnTo>
                    <a:pt x="30575" y="87902"/>
                  </a:lnTo>
                  <a:lnTo>
                    <a:pt x="33919" y="85514"/>
                  </a:lnTo>
                  <a:lnTo>
                    <a:pt x="38696" y="83603"/>
                  </a:lnTo>
                  <a:lnTo>
                    <a:pt x="43473" y="78825"/>
                  </a:lnTo>
                  <a:lnTo>
                    <a:pt x="46340" y="77392"/>
                  </a:lnTo>
                  <a:lnTo>
                    <a:pt x="48728" y="76437"/>
                  </a:lnTo>
                  <a:lnTo>
                    <a:pt x="49684" y="74526"/>
                  </a:lnTo>
                  <a:lnTo>
                    <a:pt x="51117" y="73570"/>
                  </a:lnTo>
                  <a:lnTo>
                    <a:pt x="55416" y="71659"/>
                  </a:lnTo>
                  <a:lnTo>
                    <a:pt x="60194" y="71182"/>
                  </a:lnTo>
                  <a:lnTo>
                    <a:pt x="64493" y="69271"/>
                  </a:lnTo>
                  <a:lnTo>
                    <a:pt x="68315" y="68315"/>
                  </a:lnTo>
                  <a:lnTo>
                    <a:pt x="70226" y="66405"/>
                  </a:lnTo>
                  <a:lnTo>
                    <a:pt x="73570" y="65927"/>
                  </a:lnTo>
                  <a:lnTo>
                    <a:pt x="82647" y="61149"/>
                  </a:lnTo>
                  <a:lnTo>
                    <a:pt x="85514" y="58761"/>
                  </a:lnTo>
                  <a:lnTo>
                    <a:pt x="88858" y="53983"/>
                  </a:lnTo>
                  <a:lnTo>
                    <a:pt x="91724" y="51595"/>
                  </a:lnTo>
                  <a:lnTo>
                    <a:pt x="92680" y="49206"/>
                  </a:lnTo>
                  <a:lnTo>
                    <a:pt x="96979" y="44907"/>
                  </a:lnTo>
                  <a:lnTo>
                    <a:pt x="101279" y="39652"/>
                  </a:lnTo>
                  <a:lnTo>
                    <a:pt x="103667" y="35830"/>
                  </a:lnTo>
                  <a:lnTo>
                    <a:pt x="107012" y="33441"/>
                  </a:lnTo>
                  <a:lnTo>
                    <a:pt x="113222" y="27708"/>
                  </a:lnTo>
                  <a:lnTo>
                    <a:pt x="116566" y="24842"/>
                  </a:lnTo>
                  <a:lnTo>
                    <a:pt x="117999" y="24842"/>
                  </a:lnTo>
                  <a:lnTo>
                    <a:pt x="121821" y="22453"/>
                  </a:lnTo>
                  <a:lnTo>
                    <a:pt x="124210" y="20065"/>
                  </a:lnTo>
                  <a:lnTo>
                    <a:pt x="128031" y="17676"/>
                  </a:lnTo>
                  <a:lnTo>
                    <a:pt x="135197" y="14810"/>
                  </a:lnTo>
                  <a:lnTo>
                    <a:pt x="141408" y="11466"/>
                  </a:lnTo>
                  <a:lnTo>
                    <a:pt x="150485" y="8599"/>
                  </a:lnTo>
                  <a:lnTo>
                    <a:pt x="160517" y="4300"/>
                  </a:lnTo>
                  <a:lnTo>
                    <a:pt x="169116" y="1433"/>
                  </a:lnTo>
                  <a:lnTo>
                    <a:pt x="174849" y="1433"/>
                  </a:lnTo>
                  <a:lnTo>
                    <a:pt x="182015" y="0"/>
                  </a:lnTo>
                  <a:lnTo>
                    <a:pt x="184403" y="478"/>
                  </a:lnTo>
                  <a:lnTo>
                    <a:pt x="195391" y="2389"/>
                  </a:lnTo>
                  <a:lnTo>
                    <a:pt x="201124" y="4777"/>
                  </a:lnTo>
                  <a:lnTo>
                    <a:pt x="206857" y="9555"/>
                  </a:lnTo>
                  <a:lnTo>
                    <a:pt x="207812" y="10988"/>
                  </a:lnTo>
                  <a:lnTo>
                    <a:pt x="207812" y="12899"/>
                  </a:lnTo>
                  <a:lnTo>
                    <a:pt x="204946" y="11943"/>
                  </a:lnTo>
                  <a:lnTo>
                    <a:pt x="202079" y="11943"/>
                  </a:lnTo>
                  <a:lnTo>
                    <a:pt x="203991" y="12899"/>
                  </a:lnTo>
                  <a:lnTo>
                    <a:pt x="207335" y="16243"/>
                  </a:lnTo>
                  <a:lnTo>
                    <a:pt x="206857" y="20065"/>
                  </a:lnTo>
                  <a:lnTo>
                    <a:pt x="205424" y="23409"/>
                  </a:lnTo>
                  <a:lnTo>
                    <a:pt x="199691" y="25320"/>
                  </a:lnTo>
                  <a:lnTo>
                    <a:pt x="198258" y="26753"/>
                  </a:lnTo>
                  <a:lnTo>
                    <a:pt x="196825" y="28664"/>
                  </a:lnTo>
                  <a:lnTo>
                    <a:pt x="195869" y="29619"/>
                  </a:lnTo>
                  <a:lnTo>
                    <a:pt x="193003" y="30575"/>
                  </a:lnTo>
                  <a:lnTo>
                    <a:pt x="191569" y="32008"/>
                  </a:lnTo>
                  <a:lnTo>
                    <a:pt x="187270" y="34397"/>
                  </a:lnTo>
                  <a:lnTo>
                    <a:pt x="185359" y="34874"/>
                  </a:lnTo>
                  <a:lnTo>
                    <a:pt x="182970" y="33919"/>
                  </a:lnTo>
                  <a:lnTo>
                    <a:pt x="177238" y="32008"/>
                  </a:lnTo>
                  <a:lnTo>
                    <a:pt x="173894" y="29619"/>
                  </a:lnTo>
                  <a:lnTo>
                    <a:pt x="171983" y="31052"/>
                  </a:lnTo>
                  <a:lnTo>
                    <a:pt x="171027" y="32008"/>
                  </a:lnTo>
                  <a:lnTo>
                    <a:pt x="167683" y="32008"/>
                  </a:lnTo>
                  <a:lnTo>
                    <a:pt x="166250" y="32486"/>
                  </a:lnTo>
                  <a:lnTo>
                    <a:pt x="163384" y="31530"/>
                  </a:lnTo>
                  <a:lnTo>
                    <a:pt x="158606" y="34397"/>
                  </a:lnTo>
                  <a:lnTo>
                    <a:pt x="160039" y="34874"/>
                  </a:lnTo>
                  <a:lnTo>
                    <a:pt x="163861" y="32963"/>
                  </a:lnTo>
                  <a:lnTo>
                    <a:pt x="165294" y="33441"/>
                  </a:lnTo>
                  <a:lnTo>
                    <a:pt x="168161" y="35352"/>
                  </a:lnTo>
                  <a:lnTo>
                    <a:pt x="175327" y="37263"/>
                  </a:lnTo>
                  <a:lnTo>
                    <a:pt x="177238" y="38696"/>
                  </a:lnTo>
                  <a:lnTo>
                    <a:pt x="179149" y="42996"/>
                  </a:lnTo>
                  <a:lnTo>
                    <a:pt x="180104" y="43951"/>
                  </a:lnTo>
                  <a:lnTo>
                    <a:pt x="182493" y="43473"/>
                  </a:lnTo>
                  <a:lnTo>
                    <a:pt x="185359" y="41085"/>
                  </a:lnTo>
                  <a:lnTo>
                    <a:pt x="187748" y="40129"/>
                  </a:lnTo>
                  <a:lnTo>
                    <a:pt x="192047" y="39174"/>
                  </a:lnTo>
                  <a:lnTo>
                    <a:pt x="191569" y="40607"/>
                  </a:lnTo>
                  <a:lnTo>
                    <a:pt x="194914" y="40607"/>
                  </a:lnTo>
                  <a:lnTo>
                    <a:pt x="198258" y="42518"/>
                  </a:lnTo>
                  <a:lnTo>
                    <a:pt x="196825" y="43951"/>
                  </a:lnTo>
                  <a:lnTo>
                    <a:pt x="195391" y="46818"/>
                  </a:lnTo>
                  <a:lnTo>
                    <a:pt x="193958" y="52073"/>
                  </a:lnTo>
                  <a:lnTo>
                    <a:pt x="190614" y="55417"/>
                  </a:lnTo>
                  <a:lnTo>
                    <a:pt x="185837" y="59239"/>
                  </a:lnTo>
                  <a:lnTo>
                    <a:pt x="187270" y="60194"/>
                  </a:lnTo>
                  <a:lnTo>
                    <a:pt x="188226" y="60672"/>
                  </a:lnTo>
                  <a:lnTo>
                    <a:pt x="191569" y="59716"/>
                  </a:lnTo>
                  <a:lnTo>
                    <a:pt x="193480" y="59716"/>
                  </a:lnTo>
                  <a:lnTo>
                    <a:pt x="195869" y="60194"/>
                  </a:lnTo>
                  <a:lnTo>
                    <a:pt x="194914" y="63060"/>
                  </a:lnTo>
                  <a:lnTo>
                    <a:pt x="193958" y="64971"/>
                  </a:lnTo>
                  <a:lnTo>
                    <a:pt x="194436" y="66405"/>
                  </a:lnTo>
                  <a:lnTo>
                    <a:pt x="195869" y="69749"/>
                  </a:lnTo>
                  <a:lnTo>
                    <a:pt x="197780" y="70704"/>
                  </a:lnTo>
                  <a:lnTo>
                    <a:pt x="198258" y="74526"/>
                  </a:lnTo>
                  <a:lnTo>
                    <a:pt x="199213" y="76915"/>
                  </a:lnTo>
                  <a:lnTo>
                    <a:pt x="199213" y="78825"/>
                  </a:lnTo>
                  <a:lnTo>
                    <a:pt x="201124" y="79781"/>
                  </a:lnTo>
                  <a:lnTo>
                    <a:pt x="201602" y="81692"/>
                  </a:lnTo>
                  <a:lnTo>
                    <a:pt x="207812" y="82647"/>
                  </a:lnTo>
                  <a:lnTo>
                    <a:pt x="209245" y="83125"/>
                  </a:lnTo>
                  <a:lnTo>
                    <a:pt x="213545" y="83603"/>
                  </a:lnTo>
                  <a:lnTo>
                    <a:pt x="214501" y="84558"/>
                  </a:lnTo>
                  <a:lnTo>
                    <a:pt x="215456" y="85514"/>
                  </a:lnTo>
                  <a:lnTo>
                    <a:pt x="211156" y="87424"/>
                  </a:lnTo>
                  <a:lnTo>
                    <a:pt x="214501" y="89335"/>
                  </a:lnTo>
                  <a:lnTo>
                    <a:pt x="217845" y="91724"/>
                  </a:lnTo>
                  <a:lnTo>
                    <a:pt x="220711" y="91247"/>
                  </a:lnTo>
                  <a:lnTo>
                    <a:pt x="221667" y="91247"/>
                  </a:lnTo>
                  <a:lnTo>
                    <a:pt x="225010" y="93157"/>
                  </a:lnTo>
                  <a:lnTo>
                    <a:pt x="225488" y="94113"/>
                  </a:lnTo>
                  <a:lnTo>
                    <a:pt x="225966" y="94590"/>
                  </a:lnTo>
                  <a:lnTo>
                    <a:pt x="227877" y="94590"/>
                  </a:lnTo>
                  <a:lnTo>
                    <a:pt x="229788" y="93635"/>
                  </a:lnTo>
                  <a:lnTo>
                    <a:pt x="233610" y="94113"/>
                  </a:lnTo>
                  <a:lnTo>
                    <a:pt x="237909" y="95068"/>
                  </a:lnTo>
                  <a:lnTo>
                    <a:pt x="237432" y="96501"/>
                  </a:lnTo>
                  <a:lnTo>
                    <a:pt x="236954" y="97457"/>
                  </a:lnTo>
                  <a:lnTo>
                    <a:pt x="240298" y="96979"/>
                  </a:lnTo>
                  <a:lnTo>
                    <a:pt x="242209" y="97935"/>
                  </a:lnTo>
                  <a:lnTo>
                    <a:pt x="242686" y="97457"/>
                  </a:lnTo>
                  <a:lnTo>
                    <a:pt x="243642" y="96979"/>
                  </a:lnTo>
                  <a:lnTo>
                    <a:pt x="247464" y="95068"/>
                  </a:lnTo>
                  <a:lnTo>
                    <a:pt x="252719" y="91724"/>
                  </a:lnTo>
                  <a:lnTo>
                    <a:pt x="253197" y="92202"/>
                  </a:lnTo>
                  <a:lnTo>
                    <a:pt x="253674" y="93157"/>
                  </a:lnTo>
                  <a:lnTo>
                    <a:pt x="254152" y="95546"/>
                  </a:lnTo>
                  <a:lnTo>
                    <a:pt x="256063" y="96979"/>
                  </a:lnTo>
                  <a:lnTo>
                    <a:pt x="258452" y="97457"/>
                  </a:lnTo>
                  <a:lnTo>
                    <a:pt x="261796" y="96501"/>
                  </a:lnTo>
                  <a:lnTo>
                    <a:pt x="263229" y="97457"/>
                  </a:lnTo>
                  <a:lnTo>
                    <a:pt x="264662" y="99368"/>
                  </a:lnTo>
                  <a:lnTo>
                    <a:pt x="266095" y="101756"/>
                  </a:lnTo>
                  <a:lnTo>
                    <a:pt x="266095" y="102712"/>
                  </a:lnTo>
                  <a:lnTo>
                    <a:pt x="264184" y="103667"/>
                  </a:lnTo>
                  <a:lnTo>
                    <a:pt x="262274" y="104623"/>
                  </a:lnTo>
                  <a:lnTo>
                    <a:pt x="269440" y="105100"/>
                  </a:lnTo>
                  <a:lnTo>
                    <a:pt x="270395" y="1055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0" name="Freeform 2539">
              <a:extLst>
                <a:ext uri="{FF2B5EF4-FFF2-40B4-BE49-F238E27FC236}">
                  <a16:creationId xmlns:a16="http://schemas.microsoft.com/office/drawing/2014/main" id="{6AD17DAE-DC75-DA8E-9C01-D0EA0BBAB23B}"/>
                </a:ext>
              </a:extLst>
            </p:cNvPr>
            <p:cNvSpPr/>
            <p:nvPr/>
          </p:nvSpPr>
          <p:spPr>
            <a:xfrm>
              <a:off x="4668544" y="4490776"/>
              <a:ext cx="2866" cy="4299"/>
            </a:xfrm>
            <a:custGeom>
              <a:avLst/>
              <a:gdLst>
                <a:gd name="csX0" fmla="*/ 2866 w 2866"/>
                <a:gd name="csY0" fmla="*/ 0 h 4299"/>
                <a:gd name="csX1" fmla="*/ 2866 w 2866"/>
                <a:gd name="csY1" fmla="*/ 1433 h 4299"/>
                <a:gd name="csX2" fmla="*/ 2866 w 2866"/>
                <a:gd name="csY2" fmla="*/ 2866 h 4299"/>
                <a:gd name="csX3" fmla="*/ 1911 w 2866"/>
                <a:gd name="csY3" fmla="*/ 3822 h 4299"/>
                <a:gd name="csX4" fmla="*/ 1433 w 2866"/>
                <a:gd name="csY4" fmla="*/ 4299 h 4299"/>
                <a:gd name="csX5" fmla="*/ 0 w 2866"/>
                <a:gd name="csY5" fmla="*/ 2866 h 4299"/>
                <a:gd name="csX6" fmla="*/ 0 w 2866"/>
                <a:gd name="csY6" fmla="*/ 1433 h 4299"/>
                <a:gd name="csX7" fmla="*/ 956 w 2866"/>
                <a:gd name="csY7" fmla="*/ 478 h 4299"/>
                <a:gd name="csX8" fmla="*/ 1911 w 2866"/>
                <a:gd name="csY8" fmla="*/ 0 h 4299"/>
                <a:gd name="csX9" fmla="*/ 2866 w 2866"/>
                <a:gd name="csY9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4299">
                  <a:moveTo>
                    <a:pt x="2866" y="0"/>
                  </a:moveTo>
                  <a:lnTo>
                    <a:pt x="2866" y="1433"/>
                  </a:lnTo>
                  <a:lnTo>
                    <a:pt x="2866" y="2866"/>
                  </a:lnTo>
                  <a:lnTo>
                    <a:pt x="1911" y="3822"/>
                  </a:lnTo>
                  <a:lnTo>
                    <a:pt x="1433" y="4299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1" name="Freeform 2540">
              <a:extLst>
                <a:ext uri="{FF2B5EF4-FFF2-40B4-BE49-F238E27FC236}">
                  <a16:creationId xmlns:a16="http://schemas.microsoft.com/office/drawing/2014/main" id="{C80AD312-E2D5-71F2-D1AF-A7C6A87DE2FE}"/>
                </a:ext>
              </a:extLst>
            </p:cNvPr>
            <p:cNvSpPr/>
            <p:nvPr/>
          </p:nvSpPr>
          <p:spPr>
            <a:xfrm>
              <a:off x="4663288" y="4432015"/>
              <a:ext cx="7165" cy="5255"/>
            </a:xfrm>
            <a:custGeom>
              <a:avLst/>
              <a:gdLst>
                <a:gd name="csX0" fmla="*/ 7166 w 7165"/>
                <a:gd name="csY0" fmla="*/ 4777 h 5255"/>
                <a:gd name="csX1" fmla="*/ 4300 w 7165"/>
                <a:gd name="csY1" fmla="*/ 5255 h 5255"/>
                <a:gd name="csX2" fmla="*/ 1911 w 7165"/>
                <a:gd name="csY2" fmla="*/ 5255 h 5255"/>
                <a:gd name="csX3" fmla="*/ 478 w 7165"/>
                <a:gd name="csY3" fmla="*/ 5255 h 5255"/>
                <a:gd name="csX4" fmla="*/ 0 w 7165"/>
                <a:gd name="csY4" fmla="*/ 3822 h 5255"/>
                <a:gd name="csX5" fmla="*/ 956 w 7165"/>
                <a:gd name="csY5" fmla="*/ 2867 h 5255"/>
                <a:gd name="csX6" fmla="*/ 478 w 7165"/>
                <a:gd name="csY6" fmla="*/ 1433 h 5255"/>
                <a:gd name="csX7" fmla="*/ 478 w 7165"/>
                <a:gd name="csY7" fmla="*/ 478 h 5255"/>
                <a:gd name="csX8" fmla="*/ 1433 w 7165"/>
                <a:gd name="csY8" fmla="*/ 0 h 5255"/>
                <a:gd name="csX9" fmla="*/ 2867 w 7165"/>
                <a:gd name="csY9" fmla="*/ 956 h 5255"/>
                <a:gd name="csX10" fmla="*/ 2867 w 7165"/>
                <a:gd name="csY10" fmla="*/ 1911 h 5255"/>
                <a:gd name="csX11" fmla="*/ 3822 w 7165"/>
                <a:gd name="csY11" fmla="*/ 2867 h 5255"/>
                <a:gd name="csX12" fmla="*/ 7166 w 7165"/>
                <a:gd name="csY12" fmla="*/ 4777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165" h="5255">
                  <a:moveTo>
                    <a:pt x="7166" y="4777"/>
                  </a:moveTo>
                  <a:lnTo>
                    <a:pt x="4300" y="5255"/>
                  </a:lnTo>
                  <a:lnTo>
                    <a:pt x="1911" y="5255"/>
                  </a:lnTo>
                  <a:lnTo>
                    <a:pt x="478" y="5255"/>
                  </a:lnTo>
                  <a:lnTo>
                    <a:pt x="0" y="3822"/>
                  </a:lnTo>
                  <a:lnTo>
                    <a:pt x="956" y="2867"/>
                  </a:lnTo>
                  <a:lnTo>
                    <a:pt x="478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867" y="956"/>
                  </a:lnTo>
                  <a:lnTo>
                    <a:pt x="2867" y="1911"/>
                  </a:lnTo>
                  <a:lnTo>
                    <a:pt x="3822" y="2867"/>
                  </a:lnTo>
                  <a:lnTo>
                    <a:pt x="716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2" name="Freeform 2541">
              <a:extLst>
                <a:ext uri="{FF2B5EF4-FFF2-40B4-BE49-F238E27FC236}">
                  <a16:creationId xmlns:a16="http://schemas.microsoft.com/office/drawing/2014/main" id="{4DD5F5DF-85BF-5FB7-177F-E17A232B235A}"/>
                </a:ext>
              </a:extLst>
            </p:cNvPr>
            <p:cNvSpPr/>
            <p:nvPr/>
          </p:nvSpPr>
          <p:spPr>
            <a:xfrm>
              <a:off x="4668544" y="4496509"/>
              <a:ext cx="1433" cy="1433"/>
            </a:xfrm>
            <a:custGeom>
              <a:avLst/>
              <a:gdLst>
                <a:gd name="csX0" fmla="*/ 1433 w 1433"/>
                <a:gd name="csY0" fmla="*/ 478 h 1433"/>
                <a:gd name="csX1" fmla="*/ 1433 w 1433"/>
                <a:gd name="csY1" fmla="*/ 478 h 1433"/>
                <a:gd name="csX2" fmla="*/ 956 w 1433"/>
                <a:gd name="csY2" fmla="*/ 956 h 1433"/>
                <a:gd name="csX3" fmla="*/ 478 w 1433"/>
                <a:gd name="csY3" fmla="*/ 1433 h 1433"/>
                <a:gd name="csX4" fmla="*/ 956 w 1433"/>
                <a:gd name="csY4" fmla="*/ 1433 h 1433"/>
                <a:gd name="csX5" fmla="*/ 478 w 1433"/>
                <a:gd name="csY5" fmla="*/ 1433 h 1433"/>
                <a:gd name="csX6" fmla="*/ 478 w 1433"/>
                <a:gd name="csY6" fmla="*/ 1433 h 1433"/>
                <a:gd name="csX7" fmla="*/ 478 w 1433"/>
                <a:gd name="csY7" fmla="*/ 1433 h 1433"/>
                <a:gd name="csX8" fmla="*/ 478 w 1433"/>
                <a:gd name="csY8" fmla="*/ 1433 h 1433"/>
                <a:gd name="csX9" fmla="*/ 0 w 1433"/>
                <a:gd name="csY9" fmla="*/ 1433 h 1433"/>
                <a:gd name="csX10" fmla="*/ 0 w 1433"/>
                <a:gd name="csY10" fmla="*/ 956 h 1433"/>
                <a:gd name="csX11" fmla="*/ 478 w 1433"/>
                <a:gd name="csY11" fmla="*/ 956 h 1433"/>
                <a:gd name="csX12" fmla="*/ 956 w 1433"/>
                <a:gd name="csY12" fmla="*/ 956 h 1433"/>
                <a:gd name="csX13" fmla="*/ 956 w 1433"/>
                <a:gd name="csY13" fmla="*/ 956 h 1433"/>
                <a:gd name="csX14" fmla="*/ 478 w 1433"/>
                <a:gd name="csY14" fmla="*/ 956 h 1433"/>
                <a:gd name="csX15" fmla="*/ 478 w 1433"/>
                <a:gd name="csY15" fmla="*/ 956 h 1433"/>
                <a:gd name="csX16" fmla="*/ 478 w 1433"/>
                <a:gd name="csY16" fmla="*/ 478 h 1433"/>
                <a:gd name="csX17" fmla="*/ 1433 w 1433"/>
                <a:gd name="csY17" fmla="*/ 478 h 1433"/>
                <a:gd name="csX18" fmla="*/ 1433 w 1433"/>
                <a:gd name="csY18" fmla="*/ 0 h 1433"/>
                <a:gd name="csX19" fmla="*/ 1433 w 1433"/>
                <a:gd name="csY19" fmla="*/ 0 h 1433"/>
                <a:gd name="csX20" fmla="*/ 1433 w 1433"/>
                <a:gd name="csY20" fmla="*/ 0 h 1433"/>
                <a:gd name="csX21" fmla="*/ 1433 w 1433"/>
                <a:gd name="csY21" fmla="*/ 478 h 1433"/>
                <a:gd name="csX22" fmla="*/ 1433 w 1433"/>
                <a:gd name="csY22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433" h="1433">
                  <a:moveTo>
                    <a:pt x="1433" y="478"/>
                  </a:moveTo>
                  <a:lnTo>
                    <a:pt x="1433" y="478"/>
                  </a:lnTo>
                  <a:lnTo>
                    <a:pt x="956" y="956"/>
                  </a:lnTo>
                  <a:lnTo>
                    <a:pt x="478" y="1433"/>
                  </a:lnTo>
                  <a:lnTo>
                    <a:pt x="956" y="1433"/>
                  </a:lnTo>
                  <a:lnTo>
                    <a:pt x="478" y="1433"/>
                  </a:lnTo>
                  <a:lnTo>
                    <a:pt x="478" y="1433"/>
                  </a:lnTo>
                  <a:lnTo>
                    <a:pt x="478" y="1433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956"/>
                  </a:lnTo>
                  <a:lnTo>
                    <a:pt x="956" y="956"/>
                  </a:lnTo>
                  <a:lnTo>
                    <a:pt x="956" y="956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478" y="478"/>
                  </a:lnTo>
                  <a:lnTo>
                    <a:pt x="1433" y="478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1433" y="478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3" name="Freeform 2542">
              <a:extLst>
                <a:ext uri="{FF2B5EF4-FFF2-40B4-BE49-F238E27FC236}">
                  <a16:creationId xmlns:a16="http://schemas.microsoft.com/office/drawing/2014/main" id="{B4C9A553-1E34-B3D5-7826-366C827DD1E2}"/>
                </a:ext>
              </a:extLst>
            </p:cNvPr>
            <p:cNvSpPr/>
            <p:nvPr/>
          </p:nvSpPr>
          <p:spPr>
            <a:xfrm>
              <a:off x="4667588" y="4441570"/>
              <a:ext cx="2388" cy="1911"/>
            </a:xfrm>
            <a:custGeom>
              <a:avLst/>
              <a:gdLst>
                <a:gd name="csX0" fmla="*/ 2389 w 2388"/>
                <a:gd name="csY0" fmla="*/ 956 h 1911"/>
                <a:gd name="csX1" fmla="*/ 2389 w 2388"/>
                <a:gd name="csY1" fmla="*/ 1433 h 1911"/>
                <a:gd name="csX2" fmla="*/ 1911 w 2388"/>
                <a:gd name="csY2" fmla="*/ 1911 h 1911"/>
                <a:gd name="csX3" fmla="*/ 956 w 2388"/>
                <a:gd name="csY3" fmla="*/ 1911 h 1911"/>
                <a:gd name="csX4" fmla="*/ 478 w 2388"/>
                <a:gd name="csY4" fmla="*/ 1911 h 1911"/>
                <a:gd name="csX5" fmla="*/ 0 w 2388"/>
                <a:gd name="csY5" fmla="*/ 956 h 1911"/>
                <a:gd name="csX6" fmla="*/ 956 w 2388"/>
                <a:gd name="csY6" fmla="*/ 0 h 1911"/>
                <a:gd name="csX7" fmla="*/ 1433 w 2388"/>
                <a:gd name="csY7" fmla="*/ 0 h 1911"/>
                <a:gd name="csX8" fmla="*/ 2389 w 2388"/>
                <a:gd name="csY8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1911">
                  <a:moveTo>
                    <a:pt x="2389" y="956"/>
                  </a:moveTo>
                  <a:lnTo>
                    <a:pt x="2389" y="1433"/>
                  </a:lnTo>
                  <a:lnTo>
                    <a:pt x="1911" y="1911"/>
                  </a:lnTo>
                  <a:lnTo>
                    <a:pt x="956" y="1911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4" name="Freeform 2543">
              <a:extLst>
                <a:ext uri="{FF2B5EF4-FFF2-40B4-BE49-F238E27FC236}">
                  <a16:creationId xmlns:a16="http://schemas.microsoft.com/office/drawing/2014/main" id="{B52924EF-91F1-9E21-E3FE-A7035BC53E7C}"/>
                </a:ext>
              </a:extLst>
            </p:cNvPr>
            <p:cNvSpPr/>
            <p:nvPr/>
          </p:nvSpPr>
          <p:spPr>
            <a:xfrm>
              <a:off x="4065649" y="1811669"/>
              <a:ext cx="604327" cy="730448"/>
            </a:xfrm>
            <a:custGeom>
              <a:avLst/>
              <a:gdLst>
                <a:gd name="csX0" fmla="*/ 602417 w 604327"/>
                <a:gd name="csY0" fmla="*/ 103190 h 730448"/>
                <a:gd name="csX1" fmla="*/ 604328 w 604327"/>
                <a:gd name="csY1" fmla="*/ 111311 h 730448"/>
                <a:gd name="csX2" fmla="*/ 602895 w 604327"/>
                <a:gd name="csY2" fmla="*/ 119910 h 730448"/>
                <a:gd name="csX3" fmla="*/ 596206 w 604327"/>
                <a:gd name="csY3" fmla="*/ 132331 h 730448"/>
                <a:gd name="csX4" fmla="*/ 589040 w 604327"/>
                <a:gd name="csY4" fmla="*/ 142363 h 730448"/>
                <a:gd name="csX5" fmla="*/ 585219 w 604327"/>
                <a:gd name="csY5" fmla="*/ 150963 h 730448"/>
                <a:gd name="csX6" fmla="*/ 578530 w 604327"/>
                <a:gd name="csY6" fmla="*/ 156218 h 730448"/>
                <a:gd name="csX7" fmla="*/ 557032 w 604327"/>
                <a:gd name="csY7" fmla="*/ 176760 h 730448"/>
                <a:gd name="csX8" fmla="*/ 546523 w 604327"/>
                <a:gd name="csY8" fmla="*/ 183448 h 730448"/>
                <a:gd name="csX9" fmla="*/ 540312 w 604327"/>
                <a:gd name="csY9" fmla="*/ 190136 h 730448"/>
                <a:gd name="csX10" fmla="*/ 537446 w 604327"/>
                <a:gd name="csY10" fmla="*/ 191092 h 730448"/>
                <a:gd name="csX11" fmla="*/ 524547 w 604327"/>
                <a:gd name="csY11" fmla="*/ 189659 h 730448"/>
                <a:gd name="csX12" fmla="*/ 521203 w 604327"/>
                <a:gd name="csY12" fmla="*/ 193480 h 730448"/>
                <a:gd name="csX13" fmla="*/ 519292 w 604327"/>
                <a:gd name="csY13" fmla="*/ 199213 h 730448"/>
                <a:gd name="csX14" fmla="*/ 514992 w 604327"/>
                <a:gd name="csY14" fmla="*/ 202080 h 730448"/>
                <a:gd name="csX15" fmla="*/ 509259 w 604327"/>
                <a:gd name="csY15" fmla="*/ 204468 h 730448"/>
                <a:gd name="csX16" fmla="*/ 496839 w 604327"/>
                <a:gd name="csY16" fmla="*/ 205901 h 730448"/>
                <a:gd name="csX17" fmla="*/ 493972 w 604327"/>
                <a:gd name="csY17" fmla="*/ 212590 h 730448"/>
                <a:gd name="csX18" fmla="*/ 493494 w 604327"/>
                <a:gd name="csY18" fmla="*/ 216889 h 730448"/>
                <a:gd name="csX19" fmla="*/ 492061 w 604327"/>
                <a:gd name="csY19" fmla="*/ 220233 h 730448"/>
                <a:gd name="csX20" fmla="*/ 491106 w 604327"/>
                <a:gd name="csY20" fmla="*/ 222144 h 730448"/>
                <a:gd name="csX21" fmla="*/ 455754 w 604327"/>
                <a:gd name="csY21" fmla="*/ 245553 h 730448"/>
                <a:gd name="csX22" fmla="*/ 455276 w 604327"/>
                <a:gd name="csY22" fmla="*/ 249375 h 730448"/>
                <a:gd name="csX23" fmla="*/ 458620 w 604327"/>
                <a:gd name="csY23" fmla="*/ 250808 h 730448"/>
                <a:gd name="csX24" fmla="*/ 463398 w 604327"/>
                <a:gd name="csY24" fmla="*/ 249375 h 730448"/>
                <a:gd name="csX25" fmla="*/ 514515 w 604327"/>
                <a:gd name="csY25" fmla="*/ 221189 h 730448"/>
                <a:gd name="csX26" fmla="*/ 524069 w 604327"/>
                <a:gd name="csY26" fmla="*/ 219278 h 730448"/>
                <a:gd name="csX27" fmla="*/ 533624 w 604327"/>
                <a:gd name="csY27" fmla="*/ 221189 h 730448"/>
                <a:gd name="csX28" fmla="*/ 532191 w 604327"/>
                <a:gd name="csY28" fmla="*/ 227877 h 730448"/>
                <a:gd name="csX29" fmla="*/ 519292 w 604327"/>
                <a:gd name="csY29" fmla="*/ 246508 h 730448"/>
                <a:gd name="csX30" fmla="*/ 503049 w 604327"/>
                <a:gd name="csY30" fmla="*/ 262751 h 730448"/>
                <a:gd name="csX31" fmla="*/ 494928 w 604327"/>
                <a:gd name="csY31" fmla="*/ 275172 h 730448"/>
                <a:gd name="csX32" fmla="*/ 473908 w 604327"/>
                <a:gd name="csY32" fmla="*/ 296192 h 730448"/>
                <a:gd name="csX33" fmla="*/ 457187 w 604327"/>
                <a:gd name="csY33" fmla="*/ 316735 h 730448"/>
                <a:gd name="csX34" fmla="*/ 450499 w 604327"/>
                <a:gd name="csY34" fmla="*/ 327245 h 730448"/>
                <a:gd name="csX35" fmla="*/ 441900 w 604327"/>
                <a:gd name="csY35" fmla="*/ 345398 h 730448"/>
                <a:gd name="csX36" fmla="*/ 439033 w 604327"/>
                <a:gd name="csY36" fmla="*/ 349698 h 730448"/>
                <a:gd name="csX37" fmla="*/ 435211 w 604327"/>
                <a:gd name="csY37" fmla="*/ 351131 h 730448"/>
                <a:gd name="csX38" fmla="*/ 430912 w 604327"/>
                <a:gd name="csY38" fmla="*/ 350653 h 730448"/>
                <a:gd name="csX39" fmla="*/ 427090 w 604327"/>
                <a:gd name="csY39" fmla="*/ 347787 h 730448"/>
                <a:gd name="csX40" fmla="*/ 421835 w 604327"/>
                <a:gd name="csY40" fmla="*/ 341099 h 730448"/>
                <a:gd name="csX41" fmla="*/ 417058 w 604327"/>
                <a:gd name="csY41" fmla="*/ 333455 h 730448"/>
                <a:gd name="csX42" fmla="*/ 415625 w 604327"/>
                <a:gd name="csY42" fmla="*/ 332500 h 730448"/>
                <a:gd name="csX43" fmla="*/ 416580 w 604327"/>
                <a:gd name="csY43" fmla="*/ 335844 h 730448"/>
                <a:gd name="csX44" fmla="*/ 425657 w 604327"/>
                <a:gd name="csY44" fmla="*/ 360686 h 730448"/>
                <a:gd name="csX45" fmla="*/ 424702 w 604327"/>
                <a:gd name="csY45" fmla="*/ 365463 h 730448"/>
                <a:gd name="csX46" fmla="*/ 407981 w 604327"/>
                <a:gd name="csY46" fmla="*/ 370718 h 730448"/>
                <a:gd name="csX47" fmla="*/ 400815 w 604327"/>
                <a:gd name="csY47" fmla="*/ 375018 h 730448"/>
                <a:gd name="csX48" fmla="*/ 396993 w 604327"/>
                <a:gd name="csY48" fmla="*/ 375973 h 730448"/>
                <a:gd name="csX49" fmla="*/ 394127 w 604327"/>
                <a:gd name="csY49" fmla="*/ 375018 h 730448"/>
                <a:gd name="csX50" fmla="*/ 391738 w 604327"/>
                <a:gd name="csY50" fmla="*/ 375495 h 730448"/>
                <a:gd name="csX51" fmla="*/ 388872 w 604327"/>
                <a:gd name="csY51" fmla="*/ 377406 h 730448"/>
                <a:gd name="csX52" fmla="*/ 388872 w 604327"/>
                <a:gd name="csY52" fmla="*/ 379317 h 730448"/>
                <a:gd name="csX53" fmla="*/ 391261 w 604327"/>
                <a:gd name="csY53" fmla="*/ 381228 h 730448"/>
                <a:gd name="csX54" fmla="*/ 397949 w 604327"/>
                <a:gd name="csY54" fmla="*/ 383139 h 730448"/>
                <a:gd name="csX55" fmla="*/ 412280 w 604327"/>
                <a:gd name="csY55" fmla="*/ 377406 h 730448"/>
                <a:gd name="csX56" fmla="*/ 414669 w 604327"/>
                <a:gd name="csY56" fmla="*/ 377884 h 730448"/>
                <a:gd name="csX57" fmla="*/ 418491 w 604327"/>
                <a:gd name="csY57" fmla="*/ 380750 h 730448"/>
                <a:gd name="csX58" fmla="*/ 418969 w 604327"/>
                <a:gd name="csY58" fmla="*/ 383139 h 730448"/>
                <a:gd name="csX59" fmla="*/ 414669 w 604327"/>
                <a:gd name="csY59" fmla="*/ 390783 h 730448"/>
                <a:gd name="csX60" fmla="*/ 403204 w 604327"/>
                <a:gd name="csY60" fmla="*/ 399860 h 730448"/>
                <a:gd name="csX61" fmla="*/ 404637 w 604327"/>
                <a:gd name="csY61" fmla="*/ 400337 h 730448"/>
                <a:gd name="csX62" fmla="*/ 407981 w 604327"/>
                <a:gd name="csY62" fmla="*/ 403204 h 730448"/>
                <a:gd name="csX63" fmla="*/ 407981 w 604327"/>
                <a:gd name="csY63" fmla="*/ 406070 h 730448"/>
                <a:gd name="csX64" fmla="*/ 404159 w 604327"/>
                <a:gd name="csY64" fmla="*/ 412758 h 730448"/>
                <a:gd name="csX65" fmla="*/ 402248 w 604327"/>
                <a:gd name="csY65" fmla="*/ 415147 h 730448"/>
                <a:gd name="csX66" fmla="*/ 390783 w 604327"/>
                <a:gd name="csY66" fmla="*/ 421357 h 730448"/>
                <a:gd name="csX67" fmla="*/ 386005 w 604327"/>
                <a:gd name="csY67" fmla="*/ 422791 h 730448"/>
                <a:gd name="csX68" fmla="*/ 381706 w 604327"/>
                <a:gd name="csY68" fmla="*/ 421835 h 730448"/>
                <a:gd name="csX69" fmla="*/ 361641 w 604327"/>
                <a:gd name="csY69" fmla="*/ 408459 h 730448"/>
                <a:gd name="csX70" fmla="*/ 354475 w 604327"/>
                <a:gd name="csY70" fmla="*/ 406548 h 730448"/>
                <a:gd name="csX71" fmla="*/ 347787 w 604327"/>
                <a:gd name="csY71" fmla="*/ 402726 h 730448"/>
                <a:gd name="csX72" fmla="*/ 342532 w 604327"/>
                <a:gd name="csY72" fmla="*/ 403681 h 730448"/>
                <a:gd name="csX73" fmla="*/ 337277 w 604327"/>
                <a:gd name="csY73" fmla="*/ 407503 h 730448"/>
                <a:gd name="csX74" fmla="*/ 339666 w 604327"/>
                <a:gd name="csY74" fmla="*/ 409414 h 730448"/>
                <a:gd name="csX75" fmla="*/ 349698 w 604327"/>
                <a:gd name="csY75" fmla="*/ 413236 h 730448"/>
                <a:gd name="csX76" fmla="*/ 357819 w 604327"/>
                <a:gd name="csY76" fmla="*/ 414191 h 730448"/>
                <a:gd name="csX77" fmla="*/ 361163 w 604327"/>
                <a:gd name="csY77" fmla="*/ 415625 h 730448"/>
                <a:gd name="csX78" fmla="*/ 362119 w 604327"/>
                <a:gd name="csY78" fmla="*/ 418013 h 730448"/>
                <a:gd name="csX79" fmla="*/ 365941 w 604327"/>
                <a:gd name="csY79" fmla="*/ 427090 h 730448"/>
                <a:gd name="csX80" fmla="*/ 366419 w 604327"/>
                <a:gd name="csY80" fmla="*/ 431867 h 730448"/>
                <a:gd name="csX81" fmla="*/ 365463 w 604327"/>
                <a:gd name="csY81" fmla="*/ 436167 h 730448"/>
                <a:gd name="csX82" fmla="*/ 364508 w 604327"/>
                <a:gd name="csY82" fmla="*/ 439511 h 730448"/>
                <a:gd name="csX83" fmla="*/ 363074 w 604327"/>
                <a:gd name="csY83" fmla="*/ 440944 h 730448"/>
                <a:gd name="csX84" fmla="*/ 361163 w 604327"/>
                <a:gd name="csY84" fmla="*/ 441900 h 730448"/>
                <a:gd name="csX85" fmla="*/ 353042 w 604327"/>
                <a:gd name="csY85" fmla="*/ 441422 h 730448"/>
                <a:gd name="csX86" fmla="*/ 350176 w 604327"/>
                <a:gd name="csY86" fmla="*/ 442377 h 730448"/>
                <a:gd name="csX87" fmla="*/ 346831 w 604327"/>
                <a:gd name="csY87" fmla="*/ 445244 h 730448"/>
                <a:gd name="csX88" fmla="*/ 342532 w 604327"/>
                <a:gd name="csY88" fmla="*/ 446199 h 730448"/>
                <a:gd name="csX89" fmla="*/ 334888 w 604327"/>
                <a:gd name="csY89" fmla="*/ 445722 h 730448"/>
                <a:gd name="csX90" fmla="*/ 325812 w 604327"/>
                <a:gd name="csY90" fmla="*/ 449543 h 730448"/>
                <a:gd name="csX91" fmla="*/ 320556 w 604327"/>
                <a:gd name="csY91" fmla="*/ 450021 h 730448"/>
                <a:gd name="csX92" fmla="*/ 315301 w 604327"/>
                <a:gd name="csY92" fmla="*/ 448588 h 730448"/>
                <a:gd name="csX93" fmla="*/ 309569 w 604327"/>
                <a:gd name="csY93" fmla="*/ 444288 h 730448"/>
                <a:gd name="csX94" fmla="*/ 303358 w 604327"/>
                <a:gd name="csY94" fmla="*/ 441900 h 730448"/>
                <a:gd name="csX95" fmla="*/ 292848 w 604327"/>
                <a:gd name="csY95" fmla="*/ 440467 h 730448"/>
                <a:gd name="csX96" fmla="*/ 293804 w 604327"/>
                <a:gd name="csY96" fmla="*/ 442855 h 730448"/>
                <a:gd name="csX97" fmla="*/ 297625 w 604327"/>
                <a:gd name="csY97" fmla="*/ 443811 h 730448"/>
                <a:gd name="csX98" fmla="*/ 304791 w 604327"/>
                <a:gd name="csY98" fmla="*/ 450021 h 730448"/>
                <a:gd name="csX99" fmla="*/ 308613 w 604327"/>
                <a:gd name="csY99" fmla="*/ 458620 h 730448"/>
                <a:gd name="csX100" fmla="*/ 311957 w 604327"/>
                <a:gd name="csY100" fmla="*/ 460053 h 730448"/>
                <a:gd name="csX101" fmla="*/ 318646 w 604327"/>
                <a:gd name="csY101" fmla="*/ 467219 h 730448"/>
                <a:gd name="csX102" fmla="*/ 323901 w 604327"/>
                <a:gd name="csY102" fmla="*/ 468175 h 730448"/>
                <a:gd name="csX103" fmla="*/ 329156 w 604327"/>
                <a:gd name="csY103" fmla="*/ 470564 h 730448"/>
                <a:gd name="csX104" fmla="*/ 336322 w 604327"/>
                <a:gd name="csY104" fmla="*/ 467697 h 730448"/>
                <a:gd name="csX105" fmla="*/ 341099 w 604327"/>
                <a:gd name="csY105" fmla="*/ 468175 h 730448"/>
                <a:gd name="csX106" fmla="*/ 340143 w 604327"/>
                <a:gd name="csY106" fmla="*/ 485373 h 730448"/>
                <a:gd name="csX107" fmla="*/ 337755 w 604327"/>
                <a:gd name="csY107" fmla="*/ 486806 h 730448"/>
                <a:gd name="csX108" fmla="*/ 326289 w 604327"/>
                <a:gd name="csY108" fmla="*/ 486806 h 730448"/>
                <a:gd name="csX109" fmla="*/ 320556 w 604327"/>
                <a:gd name="csY109" fmla="*/ 484418 h 730448"/>
                <a:gd name="csX110" fmla="*/ 318168 w 604327"/>
                <a:gd name="csY110" fmla="*/ 482029 h 730448"/>
                <a:gd name="csX111" fmla="*/ 312435 w 604327"/>
                <a:gd name="csY111" fmla="*/ 479163 h 730448"/>
                <a:gd name="csX112" fmla="*/ 307658 w 604327"/>
                <a:gd name="csY112" fmla="*/ 480596 h 730448"/>
                <a:gd name="csX113" fmla="*/ 303358 w 604327"/>
                <a:gd name="csY113" fmla="*/ 480118 h 730448"/>
                <a:gd name="csX114" fmla="*/ 300492 w 604327"/>
                <a:gd name="csY114" fmla="*/ 482029 h 730448"/>
                <a:gd name="csX115" fmla="*/ 295715 w 604327"/>
                <a:gd name="csY115" fmla="*/ 482029 h 730448"/>
                <a:gd name="csX116" fmla="*/ 283294 w 604327"/>
                <a:gd name="csY116" fmla="*/ 484895 h 730448"/>
                <a:gd name="csX117" fmla="*/ 276605 w 604327"/>
                <a:gd name="csY117" fmla="*/ 484895 h 730448"/>
                <a:gd name="csX118" fmla="*/ 271828 w 604327"/>
                <a:gd name="csY118" fmla="*/ 482984 h 730448"/>
                <a:gd name="csX119" fmla="*/ 266095 w 604327"/>
                <a:gd name="csY119" fmla="*/ 482507 h 730448"/>
                <a:gd name="csX120" fmla="*/ 259885 w 604327"/>
                <a:gd name="csY120" fmla="*/ 482984 h 730448"/>
                <a:gd name="csX121" fmla="*/ 260363 w 604327"/>
                <a:gd name="csY121" fmla="*/ 484895 h 730448"/>
                <a:gd name="csX122" fmla="*/ 262751 w 604327"/>
                <a:gd name="csY122" fmla="*/ 485851 h 730448"/>
                <a:gd name="csX123" fmla="*/ 267051 w 604327"/>
                <a:gd name="csY123" fmla="*/ 488717 h 730448"/>
                <a:gd name="csX124" fmla="*/ 270395 w 604327"/>
                <a:gd name="csY124" fmla="*/ 493972 h 730448"/>
                <a:gd name="csX125" fmla="*/ 273739 w 604327"/>
                <a:gd name="csY125" fmla="*/ 495883 h 730448"/>
                <a:gd name="csX126" fmla="*/ 277083 w 604327"/>
                <a:gd name="csY126" fmla="*/ 494450 h 730448"/>
                <a:gd name="csX127" fmla="*/ 280905 w 604327"/>
                <a:gd name="csY127" fmla="*/ 492539 h 730448"/>
                <a:gd name="csX128" fmla="*/ 294759 w 604327"/>
                <a:gd name="csY128" fmla="*/ 488717 h 730448"/>
                <a:gd name="csX129" fmla="*/ 300492 w 604327"/>
                <a:gd name="csY129" fmla="*/ 488240 h 730448"/>
                <a:gd name="csX130" fmla="*/ 305747 w 604327"/>
                <a:gd name="csY130" fmla="*/ 489673 h 730448"/>
                <a:gd name="csX131" fmla="*/ 309569 w 604327"/>
                <a:gd name="csY131" fmla="*/ 491584 h 730448"/>
                <a:gd name="csX132" fmla="*/ 311957 w 604327"/>
                <a:gd name="csY132" fmla="*/ 493972 h 730448"/>
                <a:gd name="csX133" fmla="*/ 314824 w 604327"/>
                <a:gd name="csY133" fmla="*/ 500660 h 730448"/>
                <a:gd name="csX134" fmla="*/ 322945 w 604327"/>
                <a:gd name="csY134" fmla="*/ 501616 h 730448"/>
                <a:gd name="csX135" fmla="*/ 328678 w 604327"/>
                <a:gd name="csY135" fmla="*/ 503527 h 730448"/>
                <a:gd name="csX136" fmla="*/ 338232 w 604327"/>
                <a:gd name="csY136" fmla="*/ 513081 h 730448"/>
                <a:gd name="csX137" fmla="*/ 341099 w 604327"/>
                <a:gd name="csY137" fmla="*/ 514037 h 730448"/>
                <a:gd name="csX138" fmla="*/ 342054 w 604327"/>
                <a:gd name="csY138" fmla="*/ 516426 h 730448"/>
                <a:gd name="csX139" fmla="*/ 340143 w 604327"/>
                <a:gd name="csY139" fmla="*/ 522158 h 730448"/>
                <a:gd name="csX140" fmla="*/ 339666 w 604327"/>
                <a:gd name="csY140" fmla="*/ 525980 h 730448"/>
                <a:gd name="csX141" fmla="*/ 332977 w 604327"/>
                <a:gd name="csY141" fmla="*/ 532668 h 730448"/>
                <a:gd name="csX142" fmla="*/ 322945 w 604327"/>
                <a:gd name="csY142" fmla="*/ 535057 h 730448"/>
                <a:gd name="csX143" fmla="*/ 311480 w 604327"/>
                <a:gd name="csY143" fmla="*/ 534102 h 730448"/>
                <a:gd name="csX144" fmla="*/ 303358 w 604327"/>
                <a:gd name="csY144" fmla="*/ 535057 h 730448"/>
                <a:gd name="csX145" fmla="*/ 302881 w 604327"/>
                <a:gd name="csY145" fmla="*/ 536012 h 730448"/>
                <a:gd name="csX146" fmla="*/ 308135 w 604327"/>
                <a:gd name="csY146" fmla="*/ 537446 h 730448"/>
                <a:gd name="csX147" fmla="*/ 321034 w 604327"/>
                <a:gd name="csY147" fmla="*/ 545567 h 730448"/>
                <a:gd name="csX148" fmla="*/ 326289 w 604327"/>
                <a:gd name="csY148" fmla="*/ 549867 h 730448"/>
                <a:gd name="csX149" fmla="*/ 326767 w 604327"/>
                <a:gd name="csY149" fmla="*/ 552733 h 730448"/>
                <a:gd name="csX150" fmla="*/ 319601 w 604327"/>
                <a:gd name="csY150" fmla="*/ 562288 h 730448"/>
                <a:gd name="csX151" fmla="*/ 313390 w 604327"/>
                <a:gd name="csY151" fmla="*/ 580919 h 730448"/>
                <a:gd name="csX152" fmla="*/ 311480 w 604327"/>
                <a:gd name="csY152" fmla="*/ 582352 h 730448"/>
                <a:gd name="csX153" fmla="*/ 309569 w 604327"/>
                <a:gd name="csY153" fmla="*/ 582830 h 730448"/>
                <a:gd name="csX154" fmla="*/ 303836 w 604327"/>
                <a:gd name="csY154" fmla="*/ 582352 h 730448"/>
                <a:gd name="csX155" fmla="*/ 296670 w 604327"/>
                <a:gd name="csY155" fmla="*/ 587130 h 730448"/>
                <a:gd name="csX156" fmla="*/ 291415 w 604327"/>
                <a:gd name="csY156" fmla="*/ 588085 h 730448"/>
                <a:gd name="csX157" fmla="*/ 281860 w 604327"/>
                <a:gd name="csY157" fmla="*/ 586174 h 730448"/>
                <a:gd name="csX158" fmla="*/ 270873 w 604327"/>
                <a:gd name="csY158" fmla="*/ 586174 h 730448"/>
                <a:gd name="csX159" fmla="*/ 269917 w 604327"/>
                <a:gd name="csY159" fmla="*/ 589518 h 730448"/>
                <a:gd name="csX160" fmla="*/ 269440 w 604327"/>
                <a:gd name="csY160" fmla="*/ 594773 h 730448"/>
                <a:gd name="csX161" fmla="*/ 269440 w 604327"/>
                <a:gd name="csY161" fmla="*/ 603372 h 730448"/>
                <a:gd name="csX162" fmla="*/ 270395 w 604327"/>
                <a:gd name="csY162" fmla="*/ 614838 h 730448"/>
                <a:gd name="csX163" fmla="*/ 269917 w 604327"/>
                <a:gd name="csY163" fmla="*/ 622959 h 730448"/>
                <a:gd name="csX164" fmla="*/ 268006 w 604327"/>
                <a:gd name="csY164" fmla="*/ 628214 h 730448"/>
                <a:gd name="csX165" fmla="*/ 265617 w 604327"/>
                <a:gd name="csY165" fmla="*/ 631558 h 730448"/>
                <a:gd name="csX166" fmla="*/ 261318 w 604327"/>
                <a:gd name="csY166" fmla="*/ 635380 h 730448"/>
                <a:gd name="csX167" fmla="*/ 257018 w 604327"/>
                <a:gd name="csY167" fmla="*/ 637769 h 730448"/>
                <a:gd name="csX168" fmla="*/ 254152 w 604327"/>
                <a:gd name="csY168" fmla="*/ 638247 h 730448"/>
                <a:gd name="csX169" fmla="*/ 248897 w 604327"/>
                <a:gd name="csY169" fmla="*/ 638724 h 730448"/>
                <a:gd name="csX170" fmla="*/ 233610 w 604327"/>
                <a:gd name="csY170" fmla="*/ 641113 h 730448"/>
                <a:gd name="csX171" fmla="*/ 225966 w 604327"/>
                <a:gd name="csY171" fmla="*/ 641113 h 730448"/>
                <a:gd name="csX172" fmla="*/ 220233 w 604327"/>
                <a:gd name="csY172" fmla="*/ 640158 h 730448"/>
                <a:gd name="csX173" fmla="*/ 214023 w 604327"/>
                <a:gd name="csY173" fmla="*/ 636336 h 730448"/>
                <a:gd name="csX174" fmla="*/ 204468 w 604327"/>
                <a:gd name="csY174" fmla="*/ 625826 h 730448"/>
                <a:gd name="csX175" fmla="*/ 201602 w 604327"/>
                <a:gd name="csY175" fmla="*/ 623437 h 730448"/>
                <a:gd name="csX176" fmla="*/ 198735 w 604327"/>
                <a:gd name="csY176" fmla="*/ 622481 h 730448"/>
                <a:gd name="csX177" fmla="*/ 198735 w 604327"/>
                <a:gd name="csY177" fmla="*/ 624392 h 730448"/>
                <a:gd name="csX178" fmla="*/ 201602 w 604327"/>
                <a:gd name="csY178" fmla="*/ 630125 h 730448"/>
                <a:gd name="csX179" fmla="*/ 204468 w 604327"/>
                <a:gd name="csY179" fmla="*/ 633947 h 730448"/>
                <a:gd name="csX180" fmla="*/ 206379 w 604327"/>
                <a:gd name="csY180" fmla="*/ 635858 h 730448"/>
                <a:gd name="csX181" fmla="*/ 205901 w 604327"/>
                <a:gd name="csY181" fmla="*/ 637291 h 730448"/>
                <a:gd name="csX182" fmla="*/ 201602 w 604327"/>
                <a:gd name="csY182" fmla="*/ 640158 h 730448"/>
                <a:gd name="csX183" fmla="*/ 196347 w 604327"/>
                <a:gd name="csY183" fmla="*/ 641591 h 730448"/>
                <a:gd name="csX184" fmla="*/ 190614 w 604327"/>
                <a:gd name="csY184" fmla="*/ 641591 h 730448"/>
                <a:gd name="csX185" fmla="*/ 190614 w 604327"/>
                <a:gd name="csY185" fmla="*/ 642546 h 730448"/>
                <a:gd name="csX186" fmla="*/ 192525 w 604327"/>
                <a:gd name="csY186" fmla="*/ 645413 h 730448"/>
                <a:gd name="csX187" fmla="*/ 194914 w 604327"/>
                <a:gd name="csY187" fmla="*/ 648279 h 730448"/>
                <a:gd name="csX188" fmla="*/ 196825 w 604327"/>
                <a:gd name="csY188" fmla="*/ 649234 h 730448"/>
                <a:gd name="csX189" fmla="*/ 201124 w 604327"/>
                <a:gd name="csY189" fmla="*/ 648279 h 730448"/>
                <a:gd name="csX190" fmla="*/ 206379 w 604327"/>
                <a:gd name="csY190" fmla="*/ 644457 h 730448"/>
                <a:gd name="csX191" fmla="*/ 209245 w 604327"/>
                <a:gd name="csY191" fmla="*/ 643502 h 730448"/>
                <a:gd name="csX192" fmla="*/ 215934 w 604327"/>
                <a:gd name="csY192" fmla="*/ 644457 h 730448"/>
                <a:gd name="csX193" fmla="*/ 218322 w 604327"/>
                <a:gd name="csY193" fmla="*/ 645890 h 730448"/>
                <a:gd name="csX194" fmla="*/ 225966 w 604327"/>
                <a:gd name="csY194" fmla="*/ 653534 h 730448"/>
                <a:gd name="csX195" fmla="*/ 227399 w 604327"/>
                <a:gd name="csY195" fmla="*/ 653534 h 730448"/>
                <a:gd name="csX196" fmla="*/ 233132 w 604327"/>
                <a:gd name="csY196" fmla="*/ 649712 h 730448"/>
                <a:gd name="csX197" fmla="*/ 241731 w 604327"/>
                <a:gd name="csY197" fmla="*/ 649712 h 730448"/>
                <a:gd name="csX198" fmla="*/ 244598 w 604327"/>
                <a:gd name="csY198" fmla="*/ 652578 h 730448"/>
                <a:gd name="csX199" fmla="*/ 246031 w 604327"/>
                <a:gd name="csY199" fmla="*/ 658789 h 730448"/>
                <a:gd name="csX200" fmla="*/ 246031 w 604327"/>
                <a:gd name="csY200" fmla="*/ 663566 h 730448"/>
                <a:gd name="csX201" fmla="*/ 245075 w 604327"/>
                <a:gd name="csY201" fmla="*/ 667388 h 730448"/>
                <a:gd name="csX202" fmla="*/ 246986 w 604327"/>
                <a:gd name="csY202" fmla="*/ 670732 h 730448"/>
                <a:gd name="csX203" fmla="*/ 251763 w 604327"/>
                <a:gd name="csY203" fmla="*/ 674076 h 730448"/>
                <a:gd name="csX204" fmla="*/ 255585 w 604327"/>
                <a:gd name="csY204" fmla="*/ 675032 h 730448"/>
                <a:gd name="csX205" fmla="*/ 257974 w 604327"/>
                <a:gd name="csY205" fmla="*/ 673121 h 730448"/>
                <a:gd name="csX206" fmla="*/ 262274 w 604327"/>
                <a:gd name="csY206" fmla="*/ 668344 h 730448"/>
                <a:gd name="csX207" fmla="*/ 263707 w 604327"/>
                <a:gd name="csY207" fmla="*/ 667388 h 730448"/>
                <a:gd name="csX208" fmla="*/ 265617 w 604327"/>
                <a:gd name="csY208" fmla="*/ 667388 h 730448"/>
                <a:gd name="csX209" fmla="*/ 268006 w 604327"/>
                <a:gd name="csY209" fmla="*/ 670732 h 730448"/>
                <a:gd name="csX210" fmla="*/ 271350 w 604327"/>
                <a:gd name="csY210" fmla="*/ 677420 h 730448"/>
                <a:gd name="csX211" fmla="*/ 271350 w 604327"/>
                <a:gd name="csY211" fmla="*/ 685542 h 730448"/>
                <a:gd name="csX212" fmla="*/ 268962 w 604327"/>
                <a:gd name="csY212" fmla="*/ 694141 h 730448"/>
                <a:gd name="csX213" fmla="*/ 265617 w 604327"/>
                <a:gd name="csY213" fmla="*/ 699874 h 730448"/>
                <a:gd name="csX214" fmla="*/ 252719 w 604327"/>
                <a:gd name="csY214" fmla="*/ 708951 h 730448"/>
                <a:gd name="csX215" fmla="*/ 248897 w 604327"/>
                <a:gd name="csY215" fmla="*/ 712772 h 730448"/>
                <a:gd name="csX216" fmla="*/ 245553 w 604327"/>
                <a:gd name="csY216" fmla="*/ 716594 h 730448"/>
                <a:gd name="csX217" fmla="*/ 241253 w 604327"/>
                <a:gd name="csY217" fmla="*/ 719938 h 730448"/>
                <a:gd name="csX218" fmla="*/ 232654 w 604327"/>
                <a:gd name="csY218" fmla="*/ 724716 h 730448"/>
                <a:gd name="csX219" fmla="*/ 227877 w 604327"/>
                <a:gd name="csY219" fmla="*/ 725193 h 730448"/>
                <a:gd name="csX220" fmla="*/ 217845 w 604327"/>
                <a:gd name="csY220" fmla="*/ 730448 h 730448"/>
                <a:gd name="csX221" fmla="*/ 215934 w 604327"/>
                <a:gd name="csY221" fmla="*/ 730448 h 730448"/>
                <a:gd name="csX222" fmla="*/ 212590 w 604327"/>
                <a:gd name="csY222" fmla="*/ 729493 h 730448"/>
                <a:gd name="csX223" fmla="*/ 211634 w 604327"/>
                <a:gd name="csY223" fmla="*/ 727104 h 730448"/>
                <a:gd name="csX224" fmla="*/ 212590 w 604327"/>
                <a:gd name="csY224" fmla="*/ 723282 h 730448"/>
                <a:gd name="csX225" fmla="*/ 213545 w 604327"/>
                <a:gd name="csY225" fmla="*/ 718983 h 730448"/>
                <a:gd name="csX226" fmla="*/ 214978 w 604327"/>
                <a:gd name="csY226" fmla="*/ 715639 h 730448"/>
                <a:gd name="csX227" fmla="*/ 214978 w 604327"/>
                <a:gd name="csY227" fmla="*/ 712295 h 730448"/>
                <a:gd name="csX228" fmla="*/ 212112 w 604327"/>
                <a:gd name="csY228" fmla="*/ 707517 h 730448"/>
                <a:gd name="csX229" fmla="*/ 210201 w 604327"/>
                <a:gd name="csY229" fmla="*/ 705606 h 730448"/>
                <a:gd name="csX230" fmla="*/ 208290 w 604327"/>
                <a:gd name="csY230" fmla="*/ 704173 h 730448"/>
                <a:gd name="csX231" fmla="*/ 204468 w 604327"/>
                <a:gd name="csY231" fmla="*/ 705129 h 730448"/>
                <a:gd name="csX232" fmla="*/ 202557 w 604327"/>
                <a:gd name="csY232" fmla="*/ 706084 h 730448"/>
                <a:gd name="csX233" fmla="*/ 200169 w 604327"/>
                <a:gd name="csY233" fmla="*/ 706562 h 730448"/>
                <a:gd name="csX234" fmla="*/ 197302 w 604327"/>
                <a:gd name="csY234" fmla="*/ 705606 h 730448"/>
                <a:gd name="csX235" fmla="*/ 195391 w 604327"/>
                <a:gd name="csY235" fmla="*/ 703695 h 730448"/>
                <a:gd name="csX236" fmla="*/ 191092 w 604327"/>
                <a:gd name="csY236" fmla="*/ 695096 h 730448"/>
                <a:gd name="csX237" fmla="*/ 189659 w 604327"/>
                <a:gd name="csY237" fmla="*/ 694141 h 730448"/>
                <a:gd name="csX238" fmla="*/ 187748 w 604327"/>
                <a:gd name="csY238" fmla="*/ 694619 h 730448"/>
                <a:gd name="csX239" fmla="*/ 185837 w 604327"/>
                <a:gd name="csY239" fmla="*/ 693185 h 730448"/>
                <a:gd name="csX240" fmla="*/ 183926 w 604327"/>
                <a:gd name="csY240" fmla="*/ 690319 h 730448"/>
                <a:gd name="csX241" fmla="*/ 181537 w 604327"/>
                <a:gd name="csY241" fmla="*/ 687930 h 730448"/>
                <a:gd name="csX242" fmla="*/ 182015 w 604327"/>
                <a:gd name="csY242" fmla="*/ 689841 h 730448"/>
                <a:gd name="csX243" fmla="*/ 184881 w 604327"/>
                <a:gd name="csY243" fmla="*/ 694619 h 730448"/>
                <a:gd name="csX244" fmla="*/ 186792 w 604327"/>
                <a:gd name="csY244" fmla="*/ 699396 h 730448"/>
                <a:gd name="csX245" fmla="*/ 187748 w 604327"/>
                <a:gd name="csY245" fmla="*/ 704173 h 730448"/>
                <a:gd name="csX246" fmla="*/ 187270 w 604327"/>
                <a:gd name="csY246" fmla="*/ 707995 h 730448"/>
                <a:gd name="csX247" fmla="*/ 164339 w 604327"/>
                <a:gd name="csY247" fmla="*/ 709906 h 730448"/>
                <a:gd name="csX248" fmla="*/ 154307 w 604327"/>
                <a:gd name="csY248" fmla="*/ 708951 h 730448"/>
                <a:gd name="csX249" fmla="*/ 152396 w 604327"/>
                <a:gd name="csY249" fmla="*/ 705606 h 730448"/>
                <a:gd name="csX250" fmla="*/ 147619 w 604327"/>
                <a:gd name="csY250" fmla="*/ 691752 h 730448"/>
                <a:gd name="csX251" fmla="*/ 146663 w 604327"/>
                <a:gd name="csY251" fmla="*/ 716594 h 730448"/>
                <a:gd name="csX252" fmla="*/ 129465 w 604327"/>
                <a:gd name="csY252" fmla="*/ 720416 h 730448"/>
                <a:gd name="csX253" fmla="*/ 125643 w 604327"/>
                <a:gd name="csY253" fmla="*/ 719938 h 730448"/>
                <a:gd name="csX254" fmla="*/ 118955 w 604327"/>
                <a:gd name="csY254" fmla="*/ 717072 h 730448"/>
                <a:gd name="csX255" fmla="*/ 110355 w 604327"/>
                <a:gd name="csY255" fmla="*/ 710384 h 730448"/>
                <a:gd name="csX256" fmla="*/ 106534 w 604327"/>
                <a:gd name="csY256" fmla="*/ 706084 h 730448"/>
                <a:gd name="csX257" fmla="*/ 105100 w 604327"/>
                <a:gd name="csY257" fmla="*/ 701785 h 730448"/>
                <a:gd name="csX258" fmla="*/ 104145 w 604327"/>
                <a:gd name="csY258" fmla="*/ 698918 h 730448"/>
                <a:gd name="csX259" fmla="*/ 103667 w 604327"/>
                <a:gd name="csY259" fmla="*/ 698918 h 730448"/>
                <a:gd name="csX260" fmla="*/ 101279 w 604327"/>
                <a:gd name="csY260" fmla="*/ 704173 h 730448"/>
                <a:gd name="csX261" fmla="*/ 98890 w 604327"/>
                <a:gd name="csY261" fmla="*/ 714683 h 730448"/>
                <a:gd name="csX262" fmla="*/ 93157 w 604327"/>
                <a:gd name="csY262" fmla="*/ 712295 h 730448"/>
                <a:gd name="csX263" fmla="*/ 85514 w 604327"/>
                <a:gd name="csY263" fmla="*/ 709428 h 730448"/>
                <a:gd name="csX264" fmla="*/ 83125 w 604327"/>
                <a:gd name="csY264" fmla="*/ 698441 h 730448"/>
                <a:gd name="csX265" fmla="*/ 82647 w 604327"/>
                <a:gd name="csY265" fmla="*/ 714206 h 730448"/>
                <a:gd name="csX266" fmla="*/ 70704 w 604327"/>
                <a:gd name="csY266" fmla="*/ 712295 h 730448"/>
                <a:gd name="csX267" fmla="*/ 64971 w 604327"/>
                <a:gd name="csY267" fmla="*/ 712772 h 730448"/>
                <a:gd name="csX268" fmla="*/ 63538 w 604327"/>
                <a:gd name="csY268" fmla="*/ 698918 h 730448"/>
                <a:gd name="csX269" fmla="*/ 63060 w 604327"/>
                <a:gd name="csY269" fmla="*/ 684109 h 730448"/>
                <a:gd name="csX270" fmla="*/ 60672 w 604327"/>
                <a:gd name="csY270" fmla="*/ 693663 h 730448"/>
                <a:gd name="csX271" fmla="*/ 61627 w 604327"/>
                <a:gd name="csY271" fmla="*/ 701785 h 730448"/>
                <a:gd name="csX272" fmla="*/ 62105 w 604327"/>
                <a:gd name="csY272" fmla="*/ 711339 h 730448"/>
                <a:gd name="csX273" fmla="*/ 56850 w 604327"/>
                <a:gd name="csY273" fmla="*/ 708473 h 730448"/>
                <a:gd name="csX274" fmla="*/ 45862 w 604327"/>
                <a:gd name="csY274" fmla="*/ 707517 h 730448"/>
                <a:gd name="csX275" fmla="*/ 41563 w 604327"/>
                <a:gd name="csY275" fmla="*/ 706084 h 730448"/>
                <a:gd name="csX276" fmla="*/ 42040 w 604327"/>
                <a:gd name="csY276" fmla="*/ 692708 h 730448"/>
                <a:gd name="csX277" fmla="*/ 42996 w 604327"/>
                <a:gd name="csY277" fmla="*/ 679331 h 730448"/>
                <a:gd name="csX278" fmla="*/ 57805 w 604327"/>
                <a:gd name="csY278" fmla="*/ 666433 h 730448"/>
                <a:gd name="csX279" fmla="*/ 62105 w 604327"/>
                <a:gd name="csY279" fmla="*/ 659744 h 730448"/>
                <a:gd name="csX280" fmla="*/ 64971 w 604327"/>
                <a:gd name="csY280" fmla="*/ 657356 h 730448"/>
                <a:gd name="csX281" fmla="*/ 70226 w 604327"/>
                <a:gd name="csY281" fmla="*/ 655445 h 730448"/>
                <a:gd name="csX282" fmla="*/ 76437 w 604327"/>
                <a:gd name="csY282" fmla="*/ 654489 h 730448"/>
                <a:gd name="csX283" fmla="*/ 80736 w 604327"/>
                <a:gd name="csY283" fmla="*/ 655445 h 730448"/>
                <a:gd name="csX284" fmla="*/ 85514 w 604327"/>
                <a:gd name="csY284" fmla="*/ 654489 h 730448"/>
                <a:gd name="csX285" fmla="*/ 91246 w 604327"/>
                <a:gd name="csY285" fmla="*/ 652101 h 730448"/>
                <a:gd name="csX286" fmla="*/ 95546 w 604327"/>
                <a:gd name="csY286" fmla="*/ 651623 h 730448"/>
                <a:gd name="csX287" fmla="*/ 96501 w 604327"/>
                <a:gd name="csY287" fmla="*/ 650668 h 730448"/>
                <a:gd name="csX288" fmla="*/ 95068 w 604327"/>
                <a:gd name="csY288" fmla="*/ 649234 h 730448"/>
                <a:gd name="csX289" fmla="*/ 90769 w 604327"/>
                <a:gd name="csY289" fmla="*/ 640635 h 730448"/>
                <a:gd name="csX290" fmla="*/ 89335 w 604327"/>
                <a:gd name="csY290" fmla="*/ 638247 h 730448"/>
                <a:gd name="csX291" fmla="*/ 87424 w 604327"/>
                <a:gd name="csY291" fmla="*/ 637769 h 730448"/>
                <a:gd name="csX292" fmla="*/ 84080 w 604327"/>
                <a:gd name="csY292" fmla="*/ 637291 h 730448"/>
                <a:gd name="csX293" fmla="*/ 81214 w 604327"/>
                <a:gd name="csY293" fmla="*/ 633469 h 730448"/>
                <a:gd name="csX294" fmla="*/ 79303 w 604327"/>
                <a:gd name="csY294" fmla="*/ 629647 h 730448"/>
                <a:gd name="csX295" fmla="*/ 77392 w 604327"/>
                <a:gd name="csY295" fmla="*/ 624870 h 730448"/>
                <a:gd name="csX296" fmla="*/ 74048 w 604327"/>
                <a:gd name="csY296" fmla="*/ 615793 h 730448"/>
                <a:gd name="csX297" fmla="*/ 71182 w 604327"/>
                <a:gd name="csY297" fmla="*/ 605761 h 730448"/>
                <a:gd name="csX298" fmla="*/ 72615 w 604327"/>
                <a:gd name="csY298" fmla="*/ 600506 h 730448"/>
                <a:gd name="csX299" fmla="*/ 77870 w 604327"/>
                <a:gd name="csY299" fmla="*/ 595729 h 730448"/>
                <a:gd name="csX300" fmla="*/ 82647 w 604327"/>
                <a:gd name="csY300" fmla="*/ 592862 h 730448"/>
                <a:gd name="csX301" fmla="*/ 87902 w 604327"/>
                <a:gd name="csY301" fmla="*/ 590951 h 730448"/>
                <a:gd name="csX302" fmla="*/ 92202 w 604327"/>
                <a:gd name="csY302" fmla="*/ 590951 h 730448"/>
                <a:gd name="csX303" fmla="*/ 97457 w 604327"/>
                <a:gd name="csY303" fmla="*/ 593340 h 730448"/>
                <a:gd name="csX304" fmla="*/ 105100 w 604327"/>
                <a:gd name="csY304" fmla="*/ 598117 h 730448"/>
                <a:gd name="csX305" fmla="*/ 108922 w 604327"/>
                <a:gd name="csY305" fmla="*/ 603372 h 730448"/>
                <a:gd name="csX306" fmla="*/ 114655 w 604327"/>
                <a:gd name="csY306" fmla="*/ 614838 h 730448"/>
                <a:gd name="csX307" fmla="*/ 117999 w 604327"/>
                <a:gd name="csY307" fmla="*/ 623915 h 730448"/>
                <a:gd name="csX308" fmla="*/ 120865 w 604327"/>
                <a:gd name="csY308" fmla="*/ 627737 h 730448"/>
                <a:gd name="csX309" fmla="*/ 133287 w 604327"/>
                <a:gd name="csY309" fmla="*/ 634902 h 730448"/>
                <a:gd name="csX310" fmla="*/ 137586 w 604327"/>
                <a:gd name="csY310" fmla="*/ 635858 h 730448"/>
                <a:gd name="csX311" fmla="*/ 142841 w 604327"/>
                <a:gd name="csY311" fmla="*/ 635380 h 730448"/>
                <a:gd name="csX312" fmla="*/ 152873 w 604327"/>
                <a:gd name="csY312" fmla="*/ 633469 h 730448"/>
                <a:gd name="csX313" fmla="*/ 157651 w 604327"/>
                <a:gd name="csY313" fmla="*/ 631558 h 730448"/>
                <a:gd name="csX314" fmla="*/ 160039 w 604327"/>
                <a:gd name="csY314" fmla="*/ 629170 h 730448"/>
                <a:gd name="csX315" fmla="*/ 160995 w 604327"/>
                <a:gd name="csY315" fmla="*/ 625826 h 730448"/>
                <a:gd name="csX316" fmla="*/ 162428 w 604327"/>
                <a:gd name="csY316" fmla="*/ 623437 h 730448"/>
                <a:gd name="csX317" fmla="*/ 167205 w 604327"/>
                <a:gd name="csY317" fmla="*/ 617226 h 730448"/>
                <a:gd name="csX318" fmla="*/ 173894 w 604327"/>
                <a:gd name="csY318" fmla="*/ 604806 h 730448"/>
                <a:gd name="csX319" fmla="*/ 177715 w 604327"/>
                <a:gd name="csY319" fmla="*/ 594773 h 730448"/>
                <a:gd name="csX320" fmla="*/ 178671 w 604327"/>
                <a:gd name="csY320" fmla="*/ 591429 h 730448"/>
                <a:gd name="csX321" fmla="*/ 179626 w 604327"/>
                <a:gd name="csY321" fmla="*/ 587130 h 730448"/>
                <a:gd name="csX322" fmla="*/ 180104 w 604327"/>
                <a:gd name="csY322" fmla="*/ 582352 h 730448"/>
                <a:gd name="csX323" fmla="*/ 178193 w 604327"/>
                <a:gd name="csY323" fmla="*/ 584741 h 730448"/>
                <a:gd name="csX324" fmla="*/ 166250 w 604327"/>
                <a:gd name="csY324" fmla="*/ 609583 h 730448"/>
                <a:gd name="csX325" fmla="*/ 163384 w 604327"/>
                <a:gd name="csY325" fmla="*/ 614360 h 730448"/>
                <a:gd name="csX326" fmla="*/ 156695 w 604327"/>
                <a:gd name="csY326" fmla="*/ 621526 h 730448"/>
                <a:gd name="csX327" fmla="*/ 153829 w 604327"/>
                <a:gd name="csY327" fmla="*/ 622959 h 730448"/>
                <a:gd name="csX328" fmla="*/ 149052 w 604327"/>
                <a:gd name="csY328" fmla="*/ 622481 h 730448"/>
                <a:gd name="csX329" fmla="*/ 142841 w 604327"/>
                <a:gd name="csY329" fmla="*/ 619137 h 730448"/>
                <a:gd name="csX330" fmla="*/ 135197 w 604327"/>
                <a:gd name="csY330" fmla="*/ 624392 h 730448"/>
                <a:gd name="csX331" fmla="*/ 130898 w 604327"/>
                <a:gd name="csY331" fmla="*/ 622959 h 730448"/>
                <a:gd name="csX332" fmla="*/ 126598 w 604327"/>
                <a:gd name="csY332" fmla="*/ 619615 h 730448"/>
                <a:gd name="csX333" fmla="*/ 126598 w 604327"/>
                <a:gd name="csY333" fmla="*/ 601939 h 730448"/>
                <a:gd name="csX334" fmla="*/ 121343 w 604327"/>
                <a:gd name="csY334" fmla="*/ 588085 h 730448"/>
                <a:gd name="csX335" fmla="*/ 127076 w 604327"/>
                <a:gd name="csY335" fmla="*/ 580441 h 730448"/>
                <a:gd name="csX336" fmla="*/ 131853 w 604327"/>
                <a:gd name="csY336" fmla="*/ 576142 h 730448"/>
                <a:gd name="csX337" fmla="*/ 139975 w 604327"/>
                <a:gd name="csY337" fmla="*/ 564198 h 730448"/>
                <a:gd name="csX338" fmla="*/ 141886 w 604327"/>
                <a:gd name="csY338" fmla="*/ 564198 h 730448"/>
                <a:gd name="csX339" fmla="*/ 147619 w 604327"/>
                <a:gd name="csY339" fmla="*/ 566109 h 730448"/>
                <a:gd name="csX340" fmla="*/ 144752 w 604327"/>
                <a:gd name="csY340" fmla="*/ 563243 h 730448"/>
                <a:gd name="csX341" fmla="*/ 141408 w 604327"/>
                <a:gd name="csY341" fmla="*/ 559421 h 730448"/>
                <a:gd name="csX342" fmla="*/ 134242 w 604327"/>
                <a:gd name="csY342" fmla="*/ 560377 h 730448"/>
                <a:gd name="csX343" fmla="*/ 136631 w 604327"/>
                <a:gd name="csY343" fmla="*/ 534579 h 730448"/>
                <a:gd name="csX344" fmla="*/ 131853 w 604327"/>
                <a:gd name="csY344" fmla="*/ 553688 h 730448"/>
                <a:gd name="csX345" fmla="*/ 127076 w 604327"/>
                <a:gd name="csY345" fmla="*/ 564198 h 730448"/>
                <a:gd name="csX346" fmla="*/ 124210 w 604327"/>
                <a:gd name="csY346" fmla="*/ 568976 h 730448"/>
                <a:gd name="csX347" fmla="*/ 120865 w 604327"/>
                <a:gd name="csY347" fmla="*/ 571842 h 730448"/>
                <a:gd name="csX348" fmla="*/ 108445 w 604327"/>
                <a:gd name="csY348" fmla="*/ 574231 h 730448"/>
                <a:gd name="csX349" fmla="*/ 111311 w 604327"/>
                <a:gd name="csY349" fmla="*/ 565154 h 730448"/>
                <a:gd name="csX350" fmla="*/ 114177 w 604327"/>
                <a:gd name="csY350" fmla="*/ 551300 h 730448"/>
                <a:gd name="csX351" fmla="*/ 111311 w 604327"/>
                <a:gd name="csY351" fmla="*/ 556555 h 730448"/>
                <a:gd name="csX352" fmla="*/ 104145 w 604327"/>
                <a:gd name="csY352" fmla="*/ 564198 h 730448"/>
                <a:gd name="csX353" fmla="*/ 98890 w 604327"/>
                <a:gd name="csY353" fmla="*/ 568498 h 730448"/>
                <a:gd name="csX354" fmla="*/ 94590 w 604327"/>
                <a:gd name="csY354" fmla="*/ 570409 h 730448"/>
                <a:gd name="csX355" fmla="*/ 85991 w 604327"/>
                <a:gd name="csY355" fmla="*/ 569931 h 730448"/>
                <a:gd name="csX356" fmla="*/ 81692 w 604327"/>
                <a:gd name="csY356" fmla="*/ 566109 h 730448"/>
                <a:gd name="csX357" fmla="*/ 83125 w 604327"/>
                <a:gd name="csY357" fmla="*/ 556555 h 730448"/>
                <a:gd name="csX358" fmla="*/ 83125 w 604327"/>
                <a:gd name="csY358" fmla="*/ 544612 h 730448"/>
                <a:gd name="csX359" fmla="*/ 85514 w 604327"/>
                <a:gd name="csY359" fmla="*/ 538879 h 730448"/>
                <a:gd name="csX360" fmla="*/ 89335 w 604327"/>
                <a:gd name="csY360" fmla="*/ 531713 h 730448"/>
                <a:gd name="csX361" fmla="*/ 93635 w 604327"/>
                <a:gd name="csY361" fmla="*/ 521681 h 730448"/>
                <a:gd name="csX362" fmla="*/ 96501 w 604327"/>
                <a:gd name="csY362" fmla="*/ 511648 h 730448"/>
                <a:gd name="csX363" fmla="*/ 107967 w 604327"/>
                <a:gd name="csY363" fmla="*/ 506871 h 730448"/>
                <a:gd name="csX364" fmla="*/ 118955 w 604327"/>
                <a:gd name="csY364" fmla="*/ 504960 h 730448"/>
                <a:gd name="csX365" fmla="*/ 128031 w 604327"/>
                <a:gd name="csY365" fmla="*/ 499705 h 730448"/>
                <a:gd name="csX366" fmla="*/ 132331 w 604327"/>
                <a:gd name="csY366" fmla="*/ 498750 h 730448"/>
                <a:gd name="csX367" fmla="*/ 136631 w 604327"/>
                <a:gd name="csY367" fmla="*/ 501138 h 730448"/>
                <a:gd name="csX368" fmla="*/ 154307 w 604327"/>
                <a:gd name="csY368" fmla="*/ 505438 h 730448"/>
                <a:gd name="csX369" fmla="*/ 161472 w 604327"/>
                <a:gd name="csY369" fmla="*/ 508782 h 730448"/>
                <a:gd name="csX370" fmla="*/ 164339 w 604327"/>
                <a:gd name="csY370" fmla="*/ 511171 h 730448"/>
                <a:gd name="csX371" fmla="*/ 166728 w 604327"/>
                <a:gd name="csY371" fmla="*/ 512126 h 730448"/>
                <a:gd name="csX372" fmla="*/ 169116 w 604327"/>
                <a:gd name="csY372" fmla="*/ 508304 h 730448"/>
                <a:gd name="csX373" fmla="*/ 172460 w 604327"/>
                <a:gd name="csY373" fmla="*/ 504960 h 730448"/>
                <a:gd name="csX374" fmla="*/ 182970 w 604327"/>
                <a:gd name="csY374" fmla="*/ 505438 h 730448"/>
                <a:gd name="csX375" fmla="*/ 186314 w 604327"/>
                <a:gd name="csY375" fmla="*/ 504960 h 730448"/>
                <a:gd name="csX376" fmla="*/ 189181 w 604327"/>
                <a:gd name="csY376" fmla="*/ 503049 h 730448"/>
                <a:gd name="csX377" fmla="*/ 192525 w 604327"/>
                <a:gd name="csY377" fmla="*/ 499705 h 730448"/>
                <a:gd name="csX378" fmla="*/ 196347 w 604327"/>
                <a:gd name="csY378" fmla="*/ 494928 h 730448"/>
                <a:gd name="csX379" fmla="*/ 196825 w 604327"/>
                <a:gd name="csY379" fmla="*/ 492539 h 730448"/>
                <a:gd name="csX380" fmla="*/ 193958 w 604327"/>
                <a:gd name="csY380" fmla="*/ 492539 h 730448"/>
                <a:gd name="csX381" fmla="*/ 191569 w 604327"/>
                <a:gd name="csY381" fmla="*/ 493972 h 730448"/>
                <a:gd name="csX382" fmla="*/ 187270 w 604327"/>
                <a:gd name="csY382" fmla="*/ 497316 h 730448"/>
                <a:gd name="csX383" fmla="*/ 182970 w 604327"/>
                <a:gd name="csY383" fmla="*/ 499227 h 730448"/>
                <a:gd name="csX384" fmla="*/ 179149 w 604327"/>
                <a:gd name="csY384" fmla="*/ 499227 h 730448"/>
                <a:gd name="csX385" fmla="*/ 171027 w 604327"/>
                <a:gd name="csY385" fmla="*/ 495883 h 730448"/>
                <a:gd name="csX386" fmla="*/ 156695 w 604327"/>
                <a:gd name="csY386" fmla="*/ 495405 h 730448"/>
                <a:gd name="csX387" fmla="*/ 149529 w 604327"/>
                <a:gd name="csY387" fmla="*/ 493972 h 730448"/>
                <a:gd name="csX388" fmla="*/ 146185 w 604327"/>
                <a:gd name="csY388" fmla="*/ 492539 h 730448"/>
                <a:gd name="csX389" fmla="*/ 144274 w 604327"/>
                <a:gd name="csY389" fmla="*/ 490628 h 730448"/>
                <a:gd name="csX390" fmla="*/ 142363 w 604327"/>
                <a:gd name="csY390" fmla="*/ 487762 h 730448"/>
                <a:gd name="csX391" fmla="*/ 140930 w 604327"/>
                <a:gd name="csY391" fmla="*/ 483462 h 730448"/>
                <a:gd name="csX392" fmla="*/ 141886 w 604327"/>
                <a:gd name="csY392" fmla="*/ 480596 h 730448"/>
                <a:gd name="csX393" fmla="*/ 144752 w 604327"/>
                <a:gd name="csY393" fmla="*/ 479163 h 730448"/>
                <a:gd name="csX394" fmla="*/ 147141 w 604327"/>
                <a:gd name="csY394" fmla="*/ 478685 h 730448"/>
                <a:gd name="csX395" fmla="*/ 151440 w 604327"/>
                <a:gd name="csY395" fmla="*/ 481074 h 730448"/>
                <a:gd name="csX396" fmla="*/ 155740 w 604327"/>
                <a:gd name="csY396" fmla="*/ 484895 h 730448"/>
                <a:gd name="csX397" fmla="*/ 160517 w 604327"/>
                <a:gd name="csY397" fmla="*/ 485373 h 730448"/>
                <a:gd name="csX398" fmla="*/ 159084 w 604327"/>
                <a:gd name="csY398" fmla="*/ 481551 h 730448"/>
                <a:gd name="csX399" fmla="*/ 152873 w 604327"/>
                <a:gd name="csY399" fmla="*/ 474863 h 730448"/>
                <a:gd name="csX400" fmla="*/ 148574 w 604327"/>
                <a:gd name="csY400" fmla="*/ 468653 h 730448"/>
                <a:gd name="csX401" fmla="*/ 144752 w 604327"/>
                <a:gd name="csY401" fmla="*/ 461009 h 730448"/>
                <a:gd name="csX402" fmla="*/ 141886 w 604327"/>
                <a:gd name="csY402" fmla="*/ 453843 h 730448"/>
                <a:gd name="csX403" fmla="*/ 135675 w 604327"/>
                <a:gd name="csY403" fmla="*/ 441900 h 730448"/>
                <a:gd name="csX404" fmla="*/ 130420 w 604327"/>
                <a:gd name="csY404" fmla="*/ 430434 h 730448"/>
                <a:gd name="csX405" fmla="*/ 127076 w 604327"/>
                <a:gd name="csY405" fmla="*/ 425179 h 730448"/>
                <a:gd name="csX406" fmla="*/ 123254 w 604327"/>
                <a:gd name="csY406" fmla="*/ 422313 h 730448"/>
                <a:gd name="csX407" fmla="*/ 111789 w 604327"/>
                <a:gd name="csY407" fmla="*/ 418969 h 730448"/>
                <a:gd name="csX408" fmla="*/ 109878 w 604327"/>
                <a:gd name="csY408" fmla="*/ 417058 h 730448"/>
                <a:gd name="csX409" fmla="*/ 104145 w 604327"/>
                <a:gd name="csY409" fmla="*/ 406548 h 730448"/>
                <a:gd name="csX410" fmla="*/ 102712 w 604327"/>
                <a:gd name="csY410" fmla="*/ 388394 h 730448"/>
                <a:gd name="csX411" fmla="*/ 100323 w 604327"/>
                <a:gd name="csY411" fmla="*/ 377406 h 730448"/>
                <a:gd name="csX412" fmla="*/ 102712 w 604327"/>
                <a:gd name="csY412" fmla="*/ 363074 h 730448"/>
                <a:gd name="csX413" fmla="*/ 106534 w 604327"/>
                <a:gd name="csY413" fmla="*/ 356386 h 730448"/>
                <a:gd name="csX414" fmla="*/ 129465 w 604327"/>
                <a:gd name="csY414" fmla="*/ 361641 h 730448"/>
                <a:gd name="csX415" fmla="*/ 139019 w 604327"/>
                <a:gd name="csY415" fmla="*/ 360686 h 730448"/>
                <a:gd name="csX416" fmla="*/ 150962 w 604327"/>
                <a:gd name="csY416" fmla="*/ 362597 h 730448"/>
                <a:gd name="csX417" fmla="*/ 157651 w 604327"/>
                <a:gd name="csY417" fmla="*/ 365941 h 730448"/>
                <a:gd name="csX418" fmla="*/ 165294 w 604327"/>
                <a:gd name="csY418" fmla="*/ 375018 h 730448"/>
                <a:gd name="csX419" fmla="*/ 171983 w 604327"/>
                <a:gd name="csY419" fmla="*/ 384572 h 730448"/>
                <a:gd name="csX420" fmla="*/ 178671 w 604327"/>
                <a:gd name="csY420" fmla="*/ 391260 h 730448"/>
                <a:gd name="csX421" fmla="*/ 184403 w 604327"/>
                <a:gd name="csY421" fmla="*/ 399860 h 730448"/>
                <a:gd name="csX422" fmla="*/ 191092 w 604327"/>
                <a:gd name="csY422" fmla="*/ 412758 h 730448"/>
                <a:gd name="csX423" fmla="*/ 194914 w 604327"/>
                <a:gd name="csY423" fmla="*/ 418969 h 730448"/>
                <a:gd name="csX424" fmla="*/ 198258 w 604327"/>
                <a:gd name="csY424" fmla="*/ 422791 h 730448"/>
                <a:gd name="csX425" fmla="*/ 202557 w 604327"/>
                <a:gd name="csY425" fmla="*/ 426135 h 730448"/>
                <a:gd name="csX426" fmla="*/ 211156 w 604327"/>
                <a:gd name="csY426" fmla="*/ 429957 h 730448"/>
                <a:gd name="csX427" fmla="*/ 218322 w 604327"/>
                <a:gd name="csY427" fmla="*/ 431390 h 730448"/>
                <a:gd name="csX428" fmla="*/ 222144 w 604327"/>
                <a:gd name="csY428" fmla="*/ 430912 h 730448"/>
                <a:gd name="csX429" fmla="*/ 226444 w 604327"/>
                <a:gd name="csY429" fmla="*/ 428046 h 730448"/>
                <a:gd name="csX430" fmla="*/ 229310 w 604327"/>
                <a:gd name="csY430" fmla="*/ 424701 h 730448"/>
                <a:gd name="csX431" fmla="*/ 225966 w 604327"/>
                <a:gd name="csY431" fmla="*/ 423746 h 730448"/>
                <a:gd name="csX432" fmla="*/ 217367 w 604327"/>
                <a:gd name="csY432" fmla="*/ 423746 h 730448"/>
                <a:gd name="csX433" fmla="*/ 211634 w 604327"/>
                <a:gd name="csY433" fmla="*/ 422313 h 730448"/>
                <a:gd name="csX434" fmla="*/ 208290 w 604327"/>
                <a:gd name="csY434" fmla="*/ 418013 h 730448"/>
                <a:gd name="csX435" fmla="*/ 204468 w 604327"/>
                <a:gd name="csY435" fmla="*/ 412281 h 730448"/>
                <a:gd name="csX436" fmla="*/ 199213 w 604327"/>
                <a:gd name="csY436" fmla="*/ 401770 h 730448"/>
                <a:gd name="csX437" fmla="*/ 194914 w 604327"/>
                <a:gd name="csY437" fmla="*/ 395082 h 730448"/>
                <a:gd name="csX438" fmla="*/ 185359 w 604327"/>
                <a:gd name="csY438" fmla="*/ 383617 h 730448"/>
                <a:gd name="csX439" fmla="*/ 178193 w 604327"/>
                <a:gd name="csY439" fmla="*/ 372151 h 730448"/>
                <a:gd name="csX440" fmla="*/ 172938 w 604327"/>
                <a:gd name="csY440" fmla="*/ 360686 h 730448"/>
                <a:gd name="csX441" fmla="*/ 172460 w 604327"/>
                <a:gd name="csY441" fmla="*/ 355908 h 730448"/>
                <a:gd name="csX442" fmla="*/ 176282 w 604327"/>
                <a:gd name="csY442" fmla="*/ 352564 h 730448"/>
                <a:gd name="csX443" fmla="*/ 181060 w 604327"/>
                <a:gd name="csY443" fmla="*/ 350176 h 730448"/>
                <a:gd name="csX444" fmla="*/ 212112 w 604327"/>
                <a:gd name="csY444" fmla="*/ 342532 h 730448"/>
                <a:gd name="csX445" fmla="*/ 230743 w 604327"/>
                <a:gd name="csY445" fmla="*/ 333455 h 730448"/>
                <a:gd name="csX446" fmla="*/ 237909 w 604327"/>
                <a:gd name="csY446" fmla="*/ 322945 h 730448"/>
                <a:gd name="csX447" fmla="*/ 238865 w 604327"/>
                <a:gd name="csY447" fmla="*/ 320079 h 730448"/>
                <a:gd name="csX448" fmla="*/ 263707 w 604327"/>
                <a:gd name="csY448" fmla="*/ 304791 h 730448"/>
                <a:gd name="csX449" fmla="*/ 280905 w 604327"/>
                <a:gd name="csY449" fmla="*/ 299059 h 730448"/>
                <a:gd name="csX450" fmla="*/ 287593 w 604327"/>
                <a:gd name="csY450" fmla="*/ 298103 h 730448"/>
                <a:gd name="csX451" fmla="*/ 293804 w 604327"/>
                <a:gd name="csY451" fmla="*/ 295715 h 730448"/>
                <a:gd name="csX452" fmla="*/ 294281 w 604327"/>
                <a:gd name="csY452" fmla="*/ 294281 h 730448"/>
                <a:gd name="csX453" fmla="*/ 288549 w 604327"/>
                <a:gd name="csY453" fmla="*/ 291893 h 730448"/>
                <a:gd name="csX454" fmla="*/ 283294 w 604327"/>
                <a:gd name="csY454" fmla="*/ 290937 h 730448"/>
                <a:gd name="csX455" fmla="*/ 271350 w 604327"/>
                <a:gd name="csY455" fmla="*/ 290937 h 730448"/>
                <a:gd name="csX456" fmla="*/ 260363 w 604327"/>
                <a:gd name="csY456" fmla="*/ 289026 h 730448"/>
                <a:gd name="csX457" fmla="*/ 257018 w 604327"/>
                <a:gd name="csY457" fmla="*/ 285682 h 730448"/>
                <a:gd name="csX458" fmla="*/ 257496 w 604327"/>
                <a:gd name="csY458" fmla="*/ 279949 h 730448"/>
                <a:gd name="csX459" fmla="*/ 258929 w 604327"/>
                <a:gd name="csY459" fmla="*/ 275172 h 730448"/>
                <a:gd name="csX460" fmla="*/ 262274 w 604327"/>
                <a:gd name="csY460" fmla="*/ 266573 h 730448"/>
                <a:gd name="csX461" fmla="*/ 265617 w 604327"/>
                <a:gd name="csY461" fmla="*/ 260363 h 730448"/>
                <a:gd name="csX462" fmla="*/ 280427 w 604327"/>
                <a:gd name="csY462" fmla="*/ 242209 h 730448"/>
                <a:gd name="csX463" fmla="*/ 290459 w 604327"/>
                <a:gd name="csY463" fmla="*/ 234087 h 730448"/>
                <a:gd name="csX464" fmla="*/ 293326 w 604327"/>
                <a:gd name="csY464" fmla="*/ 228832 h 730448"/>
                <a:gd name="csX465" fmla="*/ 271828 w 604327"/>
                <a:gd name="csY465" fmla="*/ 240776 h 730448"/>
                <a:gd name="csX466" fmla="*/ 264184 w 604327"/>
                <a:gd name="csY466" fmla="*/ 249375 h 730448"/>
                <a:gd name="csX467" fmla="*/ 256541 w 604327"/>
                <a:gd name="csY467" fmla="*/ 262273 h 730448"/>
                <a:gd name="csX468" fmla="*/ 252719 w 604327"/>
                <a:gd name="csY468" fmla="*/ 266095 h 730448"/>
                <a:gd name="csX469" fmla="*/ 249852 w 604327"/>
                <a:gd name="csY469" fmla="*/ 265140 h 730448"/>
                <a:gd name="csX470" fmla="*/ 247464 w 604327"/>
                <a:gd name="csY470" fmla="*/ 266095 h 730448"/>
                <a:gd name="csX471" fmla="*/ 245075 w 604327"/>
                <a:gd name="csY471" fmla="*/ 269917 h 730448"/>
                <a:gd name="csX472" fmla="*/ 243642 w 604327"/>
                <a:gd name="csY472" fmla="*/ 275650 h 730448"/>
                <a:gd name="csX473" fmla="*/ 242209 w 604327"/>
                <a:gd name="csY473" fmla="*/ 284727 h 730448"/>
                <a:gd name="csX474" fmla="*/ 240776 w 604327"/>
                <a:gd name="csY474" fmla="*/ 290459 h 730448"/>
                <a:gd name="csX475" fmla="*/ 239342 w 604327"/>
                <a:gd name="csY475" fmla="*/ 293804 h 730448"/>
                <a:gd name="csX476" fmla="*/ 236476 w 604327"/>
                <a:gd name="csY476" fmla="*/ 298103 h 730448"/>
                <a:gd name="csX477" fmla="*/ 228833 w 604327"/>
                <a:gd name="csY477" fmla="*/ 307180 h 730448"/>
                <a:gd name="csX478" fmla="*/ 211634 w 604327"/>
                <a:gd name="csY478" fmla="*/ 319601 h 730448"/>
                <a:gd name="csX479" fmla="*/ 205901 w 604327"/>
                <a:gd name="csY479" fmla="*/ 322467 h 730448"/>
                <a:gd name="csX480" fmla="*/ 200646 w 604327"/>
                <a:gd name="csY480" fmla="*/ 322945 h 730448"/>
                <a:gd name="csX481" fmla="*/ 184403 w 604327"/>
                <a:gd name="csY481" fmla="*/ 330111 h 730448"/>
                <a:gd name="csX482" fmla="*/ 179626 w 604327"/>
                <a:gd name="csY482" fmla="*/ 330111 h 730448"/>
                <a:gd name="csX483" fmla="*/ 174371 w 604327"/>
                <a:gd name="csY483" fmla="*/ 328200 h 730448"/>
                <a:gd name="csX484" fmla="*/ 176760 w 604327"/>
                <a:gd name="csY484" fmla="*/ 321990 h 730448"/>
                <a:gd name="csX485" fmla="*/ 185359 w 604327"/>
                <a:gd name="csY485" fmla="*/ 311002 h 730448"/>
                <a:gd name="csX486" fmla="*/ 187270 w 604327"/>
                <a:gd name="csY486" fmla="*/ 306225 h 730448"/>
                <a:gd name="csX487" fmla="*/ 182015 w 604327"/>
                <a:gd name="csY487" fmla="*/ 307180 h 730448"/>
                <a:gd name="csX488" fmla="*/ 176282 w 604327"/>
                <a:gd name="csY488" fmla="*/ 310524 h 730448"/>
                <a:gd name="csX489" fmla="*/ 164339 w 604327"/>
                <a:gd name="csY489" fmla="*/ 312913 h 730448"/>
                <a:gd name="csX490" fmla="*/ 159084 w 604327"/>
                <a:gd name="csY490" fmla="*/ 317212 h 730448"/>
                <a:gd name="csX491" fmla="*/ 154307 w 604327"/>
                <a:gd name="csY491" fmla="*/ 325334 h 730448"/>
                <a:gd name="csX492" fmla="*/ 150962 w 604327"/>
                <a:gd name="csY492" fmla="*/ 330589 h 730448"/>
                <a:gd name="csX493" fmla="*/ 148096 w 604327"/>
                <a:gd name="csY493" fmla="*/ 332500 h 730448"/>
                <a:gd name="csX494" fmla="*/ 143796 w 604327"/>
                <a:gd name="csY494" fmla="*/ 333933 h 730448"/>
                <a:gd name="csX495" fmla="*/ 129465 w 604327"/>
                <a:gd name="csY495" fmla="*/ 334411 h 730448"/>
                <a:gd name="csX496" fmla="*/ 126121 w 604327"/>
                <a:gd name="csY496" fmla="*/ 333933 h 730448"/>
                <a:gd name="csX497" fmla="*/ 117999 w 604327"/>
                <a:gd name="csY497" fmla="*/ 327722 h 730448"/>
                <a:gd name="csX498" fmla="*/ 110833 w 604327"/>
                <a:gd name="csY498" fmla="*/ 329633 h 730448"/>
                <a:gd name="csX499" fmla="*/ 107489 w 604327"/>
                <a:gd name="csY499" fmla="*/ 329633 h 730448"/>
                <a:gd name="csX500" fmla="*/ 102234 w 604327"/>
                <a:gd name="csY500" fmla="*/ 324856 h 730448"/>
                <a:gd name="csX501" fmla="*/ 100323 w 604327"/>
                <a:gd name="csY501" fmla="*/ 322467 h 730448"/>
                <a:gd name="csX502" fmla="*/ 100801 w 604327"/>
                <a:gd name="csY502" fmla="*/ 318646 h 730448"/>
                <a:gd name="csX503" fmla="*/ 103667 w 604327"/>
                <a:gd name="csY503" fmla="*/ 311480 h 730448"/>
                <a:gd name="csX504" fmla="*/ 107489 w 604327"/>
                <a:gd name="csY504" fmla="*/ 304314 h 730448"/>
                <a:gd name="csX505" fmla="*/ 119910 w 604327"/>
                <a:gd name="csY505" fmla="*/ 289026 h 730448"/>
                <a:gd name="csX506" fmla="*/ 127554 w 604327"/>
                <a:gd name="csY506" fmla="*/ 281383 h 730448"/>
                <a:gd name="csX507" fmla="*/ 138542 w 604327"/>
                <a:gd name="csY507" fmla="*/ 275172 h 730448"/>
                <a:gd name="csX508" fmla="*/ 165294 w 604327"/>
                <a:gd name="csY508" fmla="*/ 268006 h 730448"/>
                <a:gd name="csX509" fmla="*/ 166250 w 604327"/>
                <a:gd name="csY509" fmla="*/ 262751 h 730448"/>
                <a:gd name="csX510" fmla="*/ 139497 w 604327"/>
                <a:gd name="csY510" fmla="*/ 268484 h 730448"/>
                <a:gd name="csX511" fmla="*/ 117044 w 604327"/>
                <a:gd name="csY511" fmla="*/ 276128 h 730448"/>
                <a:gd name="csX512" fmla="*/ 113222 w 604327"/>
                <a:gd name="csY512" fmla="*/ 278516 h 730448"/>
                <a:gd name="csX513" fmla="*/ 107967 w 604327"/>
                <a:gd name="csY513" fmla="*/ 285682 h 730448"/>
                <a:gd name="csX514" fmla="*/ 91246 w 604327"/>
                <a:gd name="csY514" fmla="*/ 311480 h 730448"/>
                <a:gd name="csX515" fmla="*/ 85991 w 604327"/>
                <a:gd name="csY515" fmla="*/ 317690 h 730448"/>
                <a:gd name="csX516" fmla="*/ 78825 w 604327"/>
                <a:gd name="csY516" fmla="*/ 319123 h 730448"/>
                <a:gd name="csX517" fmla="*/ 73093 w 604327"/>
                <a:gd name="csY517" fmla="*/ 317212 h 730448"/>
                <a:gd name="csX518" fmla="*/ 68315 w 604327"/>
                <a:gd name="csY518" fmla="*/ 313868 h 730448"/>
                <a:gd name="csX519" fmla="*/ 60672 w 604327"/>
                <a:gd name="csY519" fmla="*/ 306702 h 730448"/>
                <a:gd name="csX520" fmla="*/ 54461 w 604327"/>
                <a:gd name="csY520" fmla="*/ 302403 h 730448"/>
                <a:gd name="csX521" fmla="*/ 52073 w 604327"/>
                <a:gd name="csY521" fmla="*/ 299536 h 730448"/>
                <a:gd name="csX522" fmla="*/ 50162 w 604327"/>
                <a:gd name="csY522" fmla="*/ 297148 h 730448"/>
                <a:gd name="csX523" fmla="*/ 48728 w 604327"/>
                <a:gd name="csY523" fmla="*/ 293804 h 730448"/>
                <a:gd name="csX524" fmla="*/ 47773 w 604327"/>
                <a:gd name="csY524" fmla="*/ 289982 h 730448"/>
                <a:gd name="csX525" fmla="*/ 49684 w 604327"/>
                <a:gd name="csY525" fmla="*/ 287115 h 730448"/>
                <a:gd name="csX526" fmla="*/ 64971 w 604327"/>
                <a:gd name="csY526" fmla="*/ 279949 h 730448"/>
                <a:gd name="csX527" fmla="*/ 85036 w 604327"/>
                <a:gd name="csY527" fmla="*/ 281383 h 730448"/>
                <a:gd name="csX528" fmla="*/ 94113 w 604327"/>
                <a:gd name="csY528" fmla="*/ 279949 h 730448"/>
                <a:gd name="csX529" fmla="*/ 103189 w 604327"/>
                <a:gd name="csY529" fmla="*/ 276128 h 730448"/>
                <a:gd name="csX530" fmla="*/ 116566 w 604327"/>
                <a:gd name="csY530" fmla="*/ 265618 h 730448"/>
                <a:gd name="csX531" fmla="*/ 130898 w 604327"/>
                <a:gd name="csY531" fmla="*/ 250808 h 730448"/>
                <a:gd name="csX532" fmla="*/ 133764 w 604327"/>
                <a:gd name="csY532" fmla="*/ 246508 h 730448"/>
                <a:gd name="csX533" fmla="*/ 128509 w 604327"/>
                <a:gd name="csY533" fmla="*/ 245075 h 730448"/>
                <a:gd name="csX534" fmla="*/ 124210 w 604327"/>
                <a:gd name="csY534" fmla="*/ 246508 h 730448"/>
                <a:gd name="csX535" fmla="*/ 115133 w 604327"/>
                <a:gd name="csY535" fmla="*/ 251763 h 730448"/>
                <a:gd name="csX536" fmla="*/ 100323 w 604327"/>
                <a:gd name="csY536" fmla="*/ 265618 h 730448"/>
                <a:gd name="csX537" fmla="*/ 87424 w 604327"/>
                <a:gd name="csY537" fmla="*/ 270873 h 730448"/>
                <a:gd name="csX538" fmla="*/ 55416 w 604327"/>
                <a:gd name="csY538" fmla="*/ 273261 h 730448"/>
                <a:gd name="csX539" fmla="*/ 45384 w 604327"/>
                <a:gd name="csY539" fmla="*/ 277083 h 730448"/>
                <a:gd name="csX540" fmla="*/ 40607 w 604327"/>
                <a:gd name="csY540" fmla="*/ 276128 h 730448"/>
                <a:gd name="csX541" fmla="*/ 37263 w 604327"/>
                <a:gd name="csY541" fmla="*/ 272784 h 730448"/>
                <a:gd name="csX542" fmla="*/ 33441 w 604327"/>
                <a:gd name="csY542" fmla="*/ 265618 h 730448"/>
                <a:gd name="csX543" fmla="*/ 34397 w 604327"/>
                <a:gd name="csY543" fmla="*/ 259885 h 730448"/>
                <a:gd name="csX544" fmla="*/ 42040 w 604327"/>
                <a:gd name="csY544" fmla="*/ 253674 h 730448"/>
                <a:gd name="csX545" fmla="*/ 47773 w 604327"/>
                <a:gd name="csY545" fmla="*/ 251763 h 730448"/>
                <a:gd name="csX546" fmla="*/ 48728 w 604327"/>
                <a:gd name="csY546" fmla="*/ 250808 h 730448"/>
                <a:gd name="csX547" fmla="*/ 40607 w 604327"/>
                <a:gd name="csY547" fmla="*/ 244598 h 730448"/>
                <a:gd name="csX548" fmla="*/ 39651 w 604327"/>
                <a:gd name="csY548" fmla="*/ 241253 h 730448"/>
                <a:gd name="csX549" fmla="*/ 44429 w 604327"/>
                <a:gd name="csY549" fmla="*/ 234087 h 730448"/>
                <a:gd name="csX550" fmla="*/ 55416 w 604327"/>
                <a:gd name="csY550" fmla="*/ 223577 h 730448"/>
                <a:gd name="csX551" fmla="*/ 60672 w 604327"/>
                <a:gd name="csY551" fmla="*/ 220233 h 730448"/>
                <a:gd name="csX552" fmla="*/ 70226 w 604327"/>
                <a:gd name="csY552" fmla="*/ 217845 h 730448"/>
                <a:gd name="csX553" fmla="*/ 80736 w 604327"/>
                <a:gd name="csY553" fmla="*/ 219278 h 730448"/>
                <a:gd name="csX554" fmla="*/ 80736 w 604327"/>
                <a:gd name="csY554" fmla="*/ 216889 h 730448"/>
                <a:gd name="csX555" fmla="*/ 71182 w 604327"/>
                <a:gd name="csY555" fmla="*/ 213067 h 730448"/>
                <a:gd name="csX556" fmla="*/ 63538 w 604327"/>
                <a:gd name="csY556" fmla="*/ 212112 h 730448"/>
                <a:gd name="csX557" fmla="*/ 53506 w 604327"/>
                <a:gd name="csY557" fmla="*/ 214978 h 730448"/>
                <a:gd name="csX558" fmla="*/ 27231 w 604327"/>
                <a:gd name="csY558" fmla="*/ 232177 h 730448"/>
                <a:gd name="csX559" fmla="*/ 24842 w 604327"/>
                <a:gd name="csY559" fmla="*/ 231699 h 730448"/>
                <a:gd name="csX560" fmla="*/ 21020 w 604327"/>
                <a:gd name="csY560" fmla="*/ 228832 h 730448"/>
                <a:gd name="csX561" fmla="*/ 22453 w 604327"/>
                <a:gd name="csY561" fmla="*/ 224533 h 730448"/>
                <a:gd name="csX562" fmla="*/ 36307 w 604327"/>
                <a:gd name="csY562" fmla="*/ 206379 h 730448"/>
                <a:gd name="csX563" fmla="*/ 36785 w 604327"/>
                <a:gd name="csY563" fmla="*/ 203513 h 730448"/>
                <a:gd name="csX564" fmla="*/ 26753 w 604327"/>
                <a:gd name="csY564" fmla="*/ 203991 h 730448"/>
                <a:gd name="csX565" fmla="*/ 23886 w 604327"/>
                <a:gd name="csY565" fmla="*/ 203035 h 730448"/>
                <a:gd name="csX566" fmla="*/ 21020 w 604327"/>
                <a:gd name="csY566" fmla="*/ 201124 h 730448"/>
                <a:gd name="csX567" fmla="*/ 16721 w 604327"/>
                <a:gd name="csY567" fmla="*/ 203035 h 730448"/>
                <a:gd name="csX568" fmla="*/ 11466 w 604327"/>
                <a:gd name="csY568" fmla="*/ 208768 h 730448"/>
                <a:gd name="csX569" fmla="*/ 7644 w 604327"/>
                <a:gd name="csY569" fmla="*/ 211634 h 730448"/>
                <a:gd name="csX570" fmla="*/ 5255 w 604327"/>
                <a:gd name="csY570" fmla="*/ 210679 h 730448"/>
                <a:gd name="csX571" fmla="*/ 0 w 604327"/>
                <a:gd name="csY571" fmla="*/ 203513 h 730448"/>
                <a:gd name="csX572" fmla="*/ 478 w 604327"/>
                <a:gd name="csY572" fmla="*/ 197302 h 730448"/>
                <a:gd name="csX573" fmla="*/ 5255 w 604327"/>
                <a:gd name="csY573" fmla="*/ 189659 h 730448"/>
                <a:gd name="csX574" fmla="*/ 9077 w 604327"/>
                <a:gd name="csY574" fmla="*/ 184404 h 730448"/>
                <a:gd name="csX575" fmla="*/ 14809 w 604327"/>
                <a:gd name="csY575" fmla="*/ 179149 h 730448"/>
                <a:gd name="csX576" fmla="*/ 23409 w 604327"/>
                <a:gd name="csY576" fmla="*/ 172938 h 730448"/>
                <a:gd name="csX577" fmla="*/ 30097 w 604327"/>
                <a:gd name="csY577" fmla="*/ 170549 h 730448"/>
                <a:gd name="csX578" fmla="*/ 40607 w 604327"/>
                <a:gd name="csY578" fmla="*/ 170549 h 730448"/>
                <a:gd name="csX579" fmla="*/ 45384 w 604327"/>
                <a:gd name="csY579" fmla="*/ 167683 h 730448"/>
                <a:gd name="csX580" fmla="*/ 50162 w 604327"/>
                <a:gd name="csY580" fmla="*/ 162906 h 730448"/>
                <a:gd name="csX581" fmla="*/ 55416 w 604327"/>
                <a:gd name="csY581" fmla="*/ 154307 h 730448"/>
                <a:gd name="csX582" fmla="*/ 61627 w 604327"/>
                <a:gd name="csY582" fmla="*/ 149052 h 730448"/>
                <a:gd name="csX583" fmla="*/ 71659 w 604327"/>
                <a:gd name="csY583" fmla="*/ 144274 h 730448"/>
                <a:gd name="csX584" fmla="*/ 80258 w 604327"/>
                <a:gd name="csY584" fmla="*/ 145708 h 730448"/>
                <a:gd name="csX585" fmla="*/ 84558 w 604327"/>
                <a:gd name="csY585" fmla="*/ 150007 h 730448"/>
                <a:gd name="csX586" fmla="*/ 88380 w 604327"/>
                <a:gd name="csY586" fmla="*/ 156695 h 730448"/>
                <a:gd name="csX587" fmla="*/ 92202 w 604327"/>
                <a:gd name="csY587" fmla="*/ 162428 h 730448"/>
                <a:gd name="csX588" fmla="*/ 92680 w 604327"/>
                <a:gd name="csY588" fmla="*/ 157651 h 730448"/>
                <a:gd name="csX589" fmla="*/ 96024 w 604327"/>
                <a:gd name="csY589" fmla="*/ 152396 h 730448"/>
                <a:gd name="csX590" fmla="*/ 100323 w 604327"/>
                <a:gd name="csY590" fmla="*/ 150007 h 730448"/>
                <a:gd name="csX591" fmla="*/ 105100 w 604327"/>
                <a:gd name="csY591" fmla="*/ 150963 h 730448"/>
                <a:gd name="csX592" fmla="*/ 109400 w 604327"/>
                <a:gd name="csY592" fmla="*/ 153351 h 730448"/>
                <a:gd name="csX593" fmla="*/ 115133 w 604327"/>
                <a:gd name="csY593" fmla="*/ 160039 h 730448"/>
                <a:gd name="csX594" fmla="*/ 119432 w 604327"/>
                <a:gd name="csY594" fmla="*/ 162906 h 730448"/>
                <a:gd name="csX595" fmla="*/ 121821 w 604327"/>
                <a:gd name="csY595" fmla="*/ 162906 h 730448"/>
                <a:gd name="csX596" fmla="*/ 124210 w 604327"/>
                <a:gd name="csY596" fmla="*/ 159084 h 730448"/>
                <a:gd name="csX597" fmla="*/ 131376 w 604327"/>
                <a:gd name="csY597" fmla="*/ 159084 h 730448"/>
                <a:gd name="csX598" fmla="*/ 131376 w 604327"/>
                <a:gd name="csY598" fmla="*/ 157651 h 730448"/>
                <a:gd name="csX599" fmla="*/ 128987 w 604327"/>
                <a:gd name="csY599" fmla="*/ 153829 h 730448"/>
                <a:gd name="csX600" fmla="*/ 126121 w 604327"/>
                <a:gd name="csY600" fmla="*/ 150963 h 730448"/>
                <a:gd name="csX601" fmla="*/ 101279 w 604327"/>
                <a:gd name="csY601" fmla="*/ 132331 h 730448"/>
                <a:gd name="csX602" fmla="*/ 100323 w 604327"/>
                <a:gd name="csY602" fmla="*/ 128031 h 730448"/>
                <a:gd name="csX603" fmla="*/ 108922 w 604327"/>
                <a:gd name="csY603" fmla="*/ 124210 h 730448"/>
                <a:gd name="csX604" fmla="*/ 114177 w 604327"/>
                <a:gd name="csY604" fmla="*/ 119432 h 730448"/>
                <a:gd name="csX605" fmla="*/ 116566 w 604327"/>
                <a:gd name="csY605" fmla="*/ 117999 h 730448"/>
                <a:gd name="csX606" fmla="*/ 122777 w 604327"/>
                <a:gd name="csY606" fmla="*/ 107967 h 730448"/>
                <a:gd name="csX607" fmla="*/ 127076 w 604327"/>
                <a:gd name="csY607" fmla="*/ 102712 h 730448"/>
                <a:gd name="csX608" fmla="*/ 134720 w 604327"/>
                <a:gd name="csY608" fmla="*/ 96501 h 730448"/>
                <a:gd name="csX609" fmla="*/ 137586 w 604327"/>
                <a:gd name="csY609" fmla="*/ 97935 h 730448"/>
                <a:gd name="csX610" fmla="*/ 141408 w 604327"/>
                <a:gd name="csY610" fmla="*/ 103667 h 730448"/>
                <a:gd name="csX611" fmla="*/ 144752 w 604327"/>
                <a:gd name="csY611" fmla="*/ 107011 h 730448"/>
                <a:gd name="csX612" fmla="*/ 155740 w 604327"/>
                <a:gd name="csY612" fmla="*/ 109878 h 730448"/>
                <a:gd name="csX613" fmla="*/ 160517 w 604327"/>
                <a:gd name="csY613" fmla="*/ 113222 h 730448"/>
                <a:gd name="csX614" fmla="*/ 168638 w 604327"/>
                <a:gd name="csY614" fmla="*/ 132331 h 730448"/>
                <a:gd name="csX615" fmla="*/ 171983 w 604327"/>
                <a:gd name="csY615" fmla="*/ 138064 h 730448"/>
                <a:gd name="csX616" fmla="*/ 176760 w 604327"/>
                <a:gd name="csY616" fmla="*/ 144274 h 730448"/>
                <a:gd name="csX617" fmla="*/ 179149 w 604327"/>
                <a:gd name="csY617" fmla="*/ 146663 h 730448"/>
                <a:gd name="csX618" fmla="*/ 184881 w 604327"/>
                <a:gd name="csY618" fmla="*/ 148096 h 730448"/>
                <a:gd name="csX619" fmla="*/ 185359 w 604327"/>
                <a:gd name="csY619" fmla="*/ 144752 h 730448"/>
                <a:gd name="csX620" fmla="*/ 178671 w 604327"/>
                <a:gd name="csY620" fmla="*/ 136153 h 730448"/>
                <a:gd name="csX621" fmla="*/ 177238 w 604327"/>
                <a:gd name="csY621" fmla="*/ 130898 h 730448"/>
                <a:gd name="csX622" fmla="*/ 177715 w 604327"/>
                <a:gd name="csY622" fmla="*/ 126598 h 730448"/>
                <a:gd name="csX623" fmla="*/ 179149 w 604327"/>
                <a:gd name="csY623" fmla="*/ 124210 h 730448"/>
                <a:gd name="csX624" fmla="*/ 181060 w 604327"/>
                <a:gd name="csY624" fmla="*/ 124210 h 730448"/>
                <a:gd name="csX625" fmla="*/ 186314 w 604327"/>
                <a:gd name="csY625" fmla="*/ 128031 h 730448"/>
                <a:gd name="csX626" fmla="*/ 200169 w 604327"/>
                <a:gd name="csY626" fmla="*/ 140930 h 730448"/>
                <a:gd name="csX627" fmla="*/ 220711 w 604327"/>
                <a:gd name="csY627" fmla="*/ 156218 h 730448"/>
                <a:gd name="csX628" fmla="*/ 228355 w 604327"/>
                <a:gd name="csY628" fmla="*/ 160039 h 730448"/>
                <a:gd name="csX629" fmla="*/ 233610 w 604327"/>
                <a:gd name="csY629" fmla="*/ 165294 h 730448"/>
                <a:gd name="csX630" fmla="*/ 237909 w 604327"/>
                <a:gd name="csY630" fmla="*/ 171505 h 730448"/>
                <a:gd name="csX631" fmla="*/ 242209 w 604327"/>
                <a:gd name="csY631" fmla="*/ 176282 h 730448"/>
                <a:gd name="csX632" fmla="*/ 243164 w 604327"/>
                <a:gd name="csY632" fmla="*/ 175804 h 730448"/>
                <a:gd name="csX633" fmla="*/ 238865 w 604327"/>
                <a:gd name="csY633" fmla="*/ 165772 h 730448"/>
                <a:gd name="csX634" fmla="*/ 228833 w 604327"/>
                <a:gd name="csY634" fmla="*/ 153351 h 730448"/>
                <a:gd name="csX635" fmla="*/ 202557 w 604327"/>
                <a:gd name="csY635" fmla="*/ 131376 h 730448"/>
                <a:gd name="csX636" fmla="*/ 192047 w 604327"/>
                <a:gd name="csY636" fmla="*/ 119910 h 730448"/>
                <a:gd name="csX637" fmla="*/ 186792 w 604327"/>
                <a:gd name="csY637" fmla="*/ 111789 h 730448"/>
                <a:gd name="csX638" fmla="*/ 182970 w 604327"/>
                <a:gd name="csY638" fmla="*/ 104145 h 730448"/>
                <a:gd name="csX639" fmla="*/ 182970 w 604327"/>
                <a:gd name="csY639" fmla="*/ 99368 h 730448"/>
                <a:gd name="csX640" fmla="*/ 186792 w 604327"/>
                <a:gd name="csY640" fmla="*/ 94113 h 730448"/>
                <a:gd name="csX641" fmla="*/ 191569 w 604327"/>
                <a:gd name="csY641" fmla="*/ 90291 h 730448"/>
                <a:gd name="csX642" fmla="*/ 197302 w 604327"/>
                <a:gd name="csY642" fmla="*/ 88380 h 730448"/>
                <a:gd name="csX643" fmla="*/ 198258 w 604327"/>
                <a:gd name="csY643" fmla="*/ 86947 h 730448"/>
                <a:gd name="csX644" fmla="*/ 192525 w 604327"/>
                <a:gd name="csY644" fmla="*/ 80736 h 730448"/>
                <a:gd name="csX645" fmla="*/ 189659 w 604327"/>
                <a:gd name="csY645" fmla="*/ 75004 h 730448"/>
                <a:gd name="csX646" fmla="*/ 189659 w 604327"/>
                <a:gd name="csY646" fmla="*/ 71182 h 730448"/>
                <a:gd name="csX647" fmla="*/ 196347 w 604327"/>
                <a:gd name="csY647" fmla="*/ 68315 h 730448"/>
                <a:gd name="csX648" fmla="*/ 200169 w 604327"/>
                <a:gd name="csY648" fmla="*/ 69271 h 730448"/>
                <a:gd name="csX649" fmla="*/ 207812 w 604327"/>
                <a:gd name="csY649" fmla="*/ 75959 h 730448"/>
                <a:gd name="csX650" fmla="*/ 214501 w 604327"/>
                <a:gd name="csY650" fmla="*/ 79303 h 730448"/>
                <a:gd name="csX651" fmla="*/ 215456 w 604327"/>
                <a:gd name="csY651" fmla="*/ 77392 h 730448"/>
                <a:gd name="csX652" fmla="*/ 208768 w 604327"/>
                <a:gd name="csY652" fmla="*/ 58761 h 730448"/>
                <a:gd name="csX653" fmla="*/ 208290 w 604327"/>
                <a:gd name="csY653" fmla="*/ 54939 h 730448"/>
                <a:gd name="csX654" fmla="*/ 209245 w 604327"/>
                <a:gd name="csY654" fmla="*/ 52073 h 730448"/>
                <a:gd name="csX655" fmla="*/ 211634 w 604327"/>
                <a:gd name="csY655" fmla="*/ 49684 h 730448"/>
                <a:gd name="csX656" fmla="*/ 218322 w 604327"/>
                <a:gd name="csY656" fmla="*/ 51117 h 730448"/>
                <a:gd name="csX657" fmla="*/ 230266 w 604327"/>
                <a:gd name="csY657" fmla="*/ 60194 h 730448"/>
                <a:gd name="csX658" fmla="*/ 250808 w 604327"/>
                <a:gd name="csY658" fmla="*/ 64971 h 730448"/>
                <a:gd name="csX659" fmla="*/ 256541 w 604327"/>
                <a:gd name="csY659" fmla="*/ 64016 h 730448"/>
                <a:gd name="csX660" fmla="*/ 255585 w 604327"/>
                <a:gd name="csY660" fmla="*/ 62105 h 730448"/>
                <a:gd name="csX661" fmla="*/ 247464 w 604327"/>
                <a:gd name="csY661" fmla="*/ 56372 h 730448"/>
                <a:gd name="csX662" fmla="*/ 238865 w 604327"/>
                <a:gd name="csY662" fmla="*/ 48728 h 730448"/>
                <a:gd name="csX663" fmla="*/ 235043 w 604327"/>
                <a:gd name="csY663" fmla="*/ 44429 h 730448"/>
                <a:gd name="csX664" fmla="*/ 232176 w 604327"/>
                <a:gd name="csY664" fmla="*/ 38218 h 730448"/>
                <a:gd name="csX665" fmla="*/ 228833 w 604327"/>
                <a:gd name="csY665" fmla="*/ 32963 h 730448"/>
                <a:gd name="csX666" fmla="*/ 228355 w 604327"/>
                <a:gd name="csY666" fmla="*/ 30575 h 730448"/>
                <a:gd name="csX667" fmla="*/ 233610 w 604327"/>
                <a:gd name="csY667" fmla="*/ 26275 h 730448"/>
                <a:gd name="csX668" fmla="*/ 247942 w 604327"/>
                <a:gd name="csY668" fmla="*/ 27231 h 730448"/>
                <a:gd name="csX669" fmla="*/ 260840 w 604327"/>
                <a:gd name="csY669" fmla="*/ 33441 h 730448"/>
                <a:gd name="csX670" fmla="*/ 271828 w 604327"/>
                <a:gd name="csY670" fmla="*/ 31052 h 730448"/>
                <a:gd name="csX671" fmla="*/ 278994 w 604327"/>
                <a:gd name="csY671" fmla="*/ 32963 h 730448"/>
                <a:gd name="csX672" fmla="*/ 281383 w 604327"/>
                <a:gd name="csY672" fmla="*/ 34397 h 730448"/>
                <a:gd name="csX673" fmla="*/ 286638 w 604327"/>
                <a:gd name="csY673" fmla="*/ 41085 h 730448"/>
                <a:gd name="csX674" fmla="*/ 302403 w 604327"/>
                <a:gd name="csY674" fmla="*/ 65449 h 730448"/>
                <a:gd name="csX675" fmla="*/ 304314 w 604327"/>
                <a:gd name="csY675" fmla="*/ 69271 h 730448"/>
                <a:gd name="csX676" fmla="*/ 306224 w 604327"/>
                <a:gd name="csY676" fmla="*/ 75004 h 730448"/>
                <a:gd name="csX677" fmla="*/ 308135 w 604327"/>
                <a:gd name="csY677" fmla="*/ 82647 h 730448"/>
                <a:gd name="csX678" fmla="*/ 310524 w 604327"/>
                <a:gd name="csY678" fmla="*/ 84558 h 730448"/>
                <a:gd name="csX679" fmla="*/ 315779 w 604327"/>
                <a:gd name="csY679" fmla="*/ 79303 h 730448"/>
                <a:gd name="csX680" fmla="*/ 319601 w 604327"/>
                <a:gd name="csY680" fmla="*/ 74048 h 730448"/>
                <a:gd name="csX681" fmla="*/ 318168 w 604327"/>
                <a:gd name="csY681" fmla="*/ 69271 h 730448"/>
                <a:gd name="csX682" fmla="*/ 309091 w 604327"/>
                <a:gd name="csY682" fmla="*/ 57805 h 730448"/>
                <a:gd name="csX683" fmla="*/ 307180 w 604327"/>
                <a:gd name="csY683" fmla="*/ 53028 h 730448"/>
                <a:gd name="csX684" fmla="*/ 302881 w 604327"/>
                <a:gd name="csY684" fmla="*/ 44429 h 730448"/>
                <a:gd name="csX685" fmla="*/ 292848 w 604327"/>
                <a:gd name="csY685" fmla="*/ 29141 h 730448"/>
                <a:gd name="csX686" fmla="*/ 290459 w 604327"/>
                <a:gd name="csY686" fmla="*/ 21976 h 730448"/>
                <a:gd name="csX687" fmla="*/ 288549 w 604327"/>
                <a:gd name="csY687" fmla="*/ 16243 h 730448"/>
                <a:gd name="csX688" fmla="*/ 315779 w 604327"/>
                <a:gd name="csY688" fmla="*/ 10032 h 730448"/>
                <a:gd name="csX689" fmla="*/ 342532 w 604327"/>
                <a:gd name="csY689" fmla="*/ 15287 h 730448"/>
                <a:gd name="csX690" fmla="*/ 346354 w 604327"/>
                <a:gd name="csY690" fmla="*/ 19109 h 730448"/>
                <a:gd name="csX691" fmla="*/ 349220 w 604327"/>
                <a:gd name="csY691" fmla="*/ 23886 h 730448"/>
                <a:gd name="csX692" fmla="*/ 352087 w 604327"/>
                <a:gd name="csY692" fmla="*/ 31530 h 730448"/>
                <a:gd name="csX693" fmla="*/ 356386 w 604327"/>
                <a:gd name="csY693" fmla="*/ 39174 h 730448"/>
                <a:gd name="csX694" fmla="*/ 364985 w 604327"/>
                <a:gd name="csY694" fmla="*/ 50639 h 730448"/>
                <a:gd name="csX695" fmla="*/ 376929 w 604327"/>
                <a:gd name="csY695" fmla="*/ 58283 h 730448"/>
                <a:gd name="csX696" fmla="*/ 375018 w 604327"/>
                <a:gd name="csY696" fmla="*/ 53028 h 730448"/>
                <a:gd name="csX697" fmla="*/ 365941 w 604327"/>
                <a:gd name="csY697" fmla="*/ 40129 h 730448"/>
                <a:gd name="csX698" fmla="*/ 361641 w 604327"/>
                <a:gd name="csY698" fmla="*/ 31530 h 730448"/>
                <a:gd name="csX699" fmla="*/ 361641 w 604327"/>
                <a:gd name="csY699" fmla="*/ 25320 h 730448"/>
                <a:gd name="csX700" fmla="*/ 362119 w 604327"/>
                <a:gd name="csY700" fmla="*/ 20542 h 730448"/>
                <a:gd name="csX701" fmla="*/ 364030 w 604327"/>
                <a:gd name="csY701" fmla="*/ 17676 h 730448"/>
                <a:gd name="csX702" fmla="*/ 374062 w 604327"/>
                <a:gd name="csY702" fmla="*/ 5255 h 730448"/>
                <a:gd name="csX703" fmla="*/ 388872 w 604327"/>
                <a:gd name="csY703" fmla="*/ 1433 h 730448"/>
                <a:gd name="csX704" fmla="*/ 390305 w 604327"/>
                <a:gd name="csY704" fmla="*/ 1911 h 730448"/>
                <a:gd name="csX705" fmla="*/ 401770 w 604327"/>
                <a:gd name="csY705" fmla="*/ 21020 h 730448"/>
                <a:gd name="csX706" fmla="*/ 407503 w 604327"/>
                <a:gd name="csY706" fmla="*/ 28664 h 730448"/>
                <a:gd name="csX707" fmla="*/ 411325 w 604327"/>
                <a:gd name="csY707" fmla="*/ 32008 h 730448"/>
                <a:gd name="csX708" fmla="*/ 411325 w 604327"/>
                <a:gd name="csY708" fmla="*/ 30575 h 730448"/>
                <a:gd name="csX709" fmla="*/ 406070 w 604327"/>
                <a:gd name="csY709" fmla="*/ 21976 h 730448"/>
                <a:gd name="csX710" fmla="*/ 402248 w 604327"/>
                <a:gd name="csY710" fmla="*/ 17198 h 730448"/>
                <a:gd name="csX711" fmla="*/ 401770 w 604327"/>
                <a:gd name="csY711" fmla="*/ 14332 h 730448"/>
                <a:gd name="csX712" fmla="*/ 408459 w 604327"/>
                <a:gd name="csY712" fmla="*/ 4777 h 730448"/>
                <a:gd name="csX713" fmla="*/ 412758 w 604327"/>
                <a:gd name="csY713" fmla="*/ 2389 h 730448"/>
                <a:gd name="csX714" fmla="*/ 430434 w 604327"/>
                <a:gd name="csY714" fmla="*/ 0 h 730448"/>
                <a:gd name="csX715" fmla="*/ 432345 w 604327"/>
                <a:gd name="csY715" fmla="*/ 955 h 730448"/>
                <a:gd name="csX716" fmla="*/ 434256 w 604327"/>
                <a:gd name="csY716" fmla="*/ 3344 h 730448"/>
                <a:gd name="csX717" fmla="*/ 438556 w 604327"/>
                <a:gd name="csY717" fmla="*/ 13376 h 730448"/>
                <a:gd name="csX718" fmla="*/ 439989 w 604327"/>
                <a:gd name="csY718" fmla="*/ 14810 h 730448"/>
                <a:gd name="csX719" fmla="*/ 456232 w 604327"/>
                <a:gd name="csY719" fmla="*/ 17676 h 730448"/>
                <a:gd name="csX720" fmla="*/ 461487 w 604327"/>
                <a:gd name="csY720" fmla="*/ 16721 h 730448"/>
                <a:gd name="csX721" fmla="*/ 467219 w 604327"/>
                <a:gd name="csY721" fmla="*/ 22931 h 730448"/>
                <a:gd name="csX722" fmla="*/ 471041 w 604327"/>
                <a:gd name="csY722" fmla="*/ 23886 h 730448"/>
                <a:gd name="csX723" fmla="*/ 476774 w 604327"/>
                <a:gd name="csY723" fmla="*/ 22453 h 730448"/>
                <a:gd name="csX724" fmla="*/ 481551 w 604327"/>
                <a:gd name="csY724" fmla="*/ 24364 h 730448"/>
                <a:gd name="csX725" fmla="*/ 497316 w 604327"/>
                <a:gd name="csY725" fmla="*/ 25797 h 730448"/>
                <a:gd name="csX726" fmla="*/ 500660 w 604327"/>
                <a:gd name="csY726" fmla="*/ 28186 h 730448"/>
                <a:gd name="csX727" fmla="*/ 500660 w 604327"/>
                <a:gd name="csY727" fmla="*/ 31530 h 730448"/>
                <a:gd name="csX728" fmla="*/ 497316 w 604327"/>
                <a:gd name="csY728" fmla="*/ 37741 h 730448"/>
                <a:gd name="csX729" fmla="*/ 492539 w 604327"/>
                <a:gd name="csY729" fmla="*/ 43951 h 730448"/>
                <a:gd name="csX730" fmla="*/ 462442 w 604327"/>
                <a:gd name="csY730" fmla="*/ 64493 h 730448"/>
                <a:gd name="csX731" fmla="*/ 460053 w 604327"/>
                <a:gd name="csY731" fmla="*/ 67838 h 730448"/>
                <a:gd name="csX732" fmla="*/ 466264 w 604327"/>
                <a:gd name="csY732" fmla="*/ 68793 h 730448"/>
                <a:gd name="csX733" fmla="*/ 474863 w 604327"/>
                <a:gd name="csY733" fmla="*/ 67838 h 730448"/>
                <a:gd name="csX734" fmla="*/ 481551 w 604327"/>
                <a:gd name="csY734" fmla="*/ 65927 h 730448"/>
                <a:gd name="csX735" fmla="*/ 489195 w 604327"/>
                <a:gd name="csY735" fmla="*/ 58761 h 730448"/>
                <a:gd name="csX736" fmla="*/ 492061 w 604327"/>
                <a:gd name="csY736" fmla="*/ 58283 h 730448"/>
                <a:gd name="csX737" fmla="*/ 497316 w 604327"/>
                <a:gd name="csY737" fmla="*/ 54939 h 730448"/>
                <a:gd name="csX738" fmla="*/ 506871 w 604327"/>
                <a:gd name="csY738" fmla="*/ 45862 h 730448"/>
                <a:gd name="csX739" fmla="*/ 514515 w 604327"/>
                <a:gd name="csY739" fmla="*/ 40607 h 730448"/>
                <a:gd name="csX740" fmla="*/ 518336 w 604327"/>
                <a:gd name="csY740" fmla="*/ 42996 h 730448"/>
                <a:gd name="csX741" fmla="*/ 521203 w 604327"/>
                <a:gd name="csY741" fmla="*/ 46340 h 730448"/>
                <a:gd name="csX742" fmla="*/ 523114 w 604327"/>
                <a:gd name="csY742" fmla="*/ 46818 h 730448"/>
                <a:gd name="csX743" fmla="*/ 524069 w 604327"/>
                <a:gd name="csY743" fmla="*/ 43951 h 730448"/>
                <a:gd name="csX744" fmla="*/ 525980 w 604327"/>
                <a:gd name="csY744" fmla="*/ 36785 h 730448"/>
                <a:gd name="csX745" fmla="*/ 526936 w 604327"/>
                <a:gd name="csY745" fmla="*/ 33919 h 730448"/>
                <a:gd name="csX746" fmla="*/ 529324 w 604327"/>
                <a:gd name="csY746" fmla="*/ 32008 h 730448"/>
                <a:gd name="csX747" fmla="*/ 530757 w 604327"/>
                <a:gd name="csY747" fmla="*/ 32008 h 730448"/>
                <a:gd name="csX748" fmla="*/ 533624 w 604327"/>
                <a:gd name="csY748" fmla="*/ 35830 h 730448"/>
                <a:gd name="csX749" fmla="*/ 536490 w 604327"/>
                <a:gd name="csY749" fmla="*/ 43951 h 730448"/>
                <a:gd name="csX750" fmla="*/ 538879 w 604327"/>
                <a:gd name="csY750" fmla="*/ 49684 h 730448"/>
                <a:gd name="csX751" fmla="*/ 540312 w 604327"/>
                <a:gd name="csY751" fmla="*/ 50162 h 730448"/>
                <a:gd name="csX752" fmla="*/ 546045 w 604327"/>
                <a:gd name="csY752" fmla="*/ 43473 h 730448"/>
                <a:gd name="csX753" fmla="*/ 549389 w 604327"/>
                <a:gd name="csY753" fmla="*/ 42518 h 730448"/>
                <a:gd name="csX754" fmla="*/ 556077 w 604327"/>
                <a:gd name="csY754" fmla="*/ 44907 h 730448"/>
                <a:gd name="csX755" fmla="*/ 558943 w 604327"/>
                <a:gd name="csY755" fmla="*/ 47773 h 730448"/>
                <a:gd name="csX756" fmla="*/ 559421 w 604327"/>
                <a:gd name="csY756" fmla="*/ 51117 h 730448"/>
                <a:gd name="csX757" fmla="*/ 557510 w 604327"/>
                <a:gd name="csY757" fmla="*/ 53983 h 730448"/>
                <a:gd name="csX758" fmla="*/ 556555 w 604327"/>
                <a:gd name="csY758" fmla="*/ 56850 h 730448"/>
                <a:gd name="csX759" fmla="*/ 556077 w 604327"/>
                <a:gd name="csY759" fmla="*/ 59238 h 730448"/>
                <a:gd name="csX760" fmla="*/ 557032 w 604327"/>
                <a:gd name="csY760" fmla="*/ 62105 h 730448"/>
                <a:gd name="csX761" fmla="*/ 560854 w 604327"/>
                <a:gd name="csY761" fmla="*/ 67838 h 730448"/>
                <a:gd name="csX762" fmla="*/ 567065 w 604327"/>
                <a:gd name="csY762" fmla="*/ 80259 h 730448"/>
                <a:gd name="csX763" fmla="*/ 567065 w 604327"/>
                <a:gd name="csY763" fmla="*/ 85036 h 730448"/>
                <a:gd name="csX764" fmla="*/ 563721 w 604327"/>
                <a:gd name="csY764" fmla="*/ 94113 h 730448"/>
                <a:gd name="csX765" fmla="*/ 563721 w 604327"/>
                <a:gd name="csY765" fmla="*/ 96501 h 730448"/>
                <a:gd name="csX766" fmla="*/ 579008 w 604327"/>
                <a:gd name="csY766" fmla="*/ 86469 h 730448"/>
                <a:gd name="csX767" fmla="*/ 594773 w 604327"/>
                <a:gd name="csY767" fmla="*/ 91246 h 730448"/>
                <a:gd name="csX768" fmla="*/ 599073 w 604327"/>
                <a:gd name="csY768" fmla="*/ 94113 h 730448"/>
                <a:gd name="csX769" fmla="*/ 600506 w 604327"/>
                <a:gd name="csY769" fmla="*/ 97457 h 730448"/>
                <a:gd name="csX770" fmla="*/ 602417 w 604327"/>
                <a:gd name="csY770" fmla="*/ 103190 h 730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</a:cxnLst>
              <a:rect l="l" t="t" r="r" b="b"/>
              <a:pathLst>
                <a:path w="604327" h="730448">
                  <a:moveTo>
                    <a:pt x="602417" y="103190"/>
                  </a:moveTo>
                  <a:lnTo>
                    <a:pt x="604328" y="111311"/>
                  </a:lnTo>
                  <a:lnTo>
                    <a:pt x="602895" y="119910"/>
                  </a:lnTo>
                  <a:lnTo>
                    <a:pt x="596206" y="132331"/>
                  </a:lnTo>
                  <a:lnTo>
                    <a:pt x="589040" y="142363"/>
                  </a:lnTo>
                  <a:lnTo>
                    <a:pt x="585219" y="150963"/>
                  </a:lnTo>
                  <a:lnTo>
                    <a:pt x="578530" y="156218"/>
                  </a:lnTo>
                  <a:lnTo>
                    <a:pt x="557032" y="176760"/>
                  </a:lnTo>
                  <a:lnTo>
                    <a:pt x="546523" y="183448"/>
                  </a:lnTo>
                  <a:lnTo>
                    <a:pt x="540312" y="190136"/>
                  </a:lnTo>
                  <a:lnTo>
                    <a:pt x="537446" y="191092"/>
                  </a:lnTo>
                  <a:lnTo>
                    <a:pt x="524547" y="189659"/>
                  </a:lnTo>
                  <a:lnTo>
                    <a:pt x="521203" y="193480"/>
                  </a:lnTo>
                  <a:lnTo>
                    <a:pt x="519292" y="199213"/>
                  </a:lnTo>
                  <a:lnTo>
                    <a:pt x="514992" y="202080"/>
                  </a:lnTo>
                  <a:lnTo>
                    <a:pt x="509259" y="204468"/>
                  </a:lnTo>
                  <a:lnTo>
                    <a:pt x="496839" y="205901"/>
                  </a:lnTo>
                  <a:lnTo>
                    <a:pt x="493972" y="212590"/>
                  </a:lnTo>
                  <a:lnTo>
                    <a:pt x="493494" y="216889"/>
                  </a:lnTo>
                  <a:lnTo>
                    <a:pt x="492061" y="220233"/>
                  </a:lnTo>
                  <a:lnTo>
                    <a:pt x="491106" y="222144"/>
                  </a:lnTo>
                  <a:lnTo>
                    <a:pt x="455754" y="245553"/>
                  </a:lnTo>
                  <a:lnTo>
                    <a:pt x="455276" y="249375"/>
                  </a:lnTo>
                  <a:lnTo>
                    <a:pt x="458620" y="250808"/>
                  </a:lnTo>
                  <a:lnTo>
                    <a:pt x="463398" y="249375"/>
                  </a:lnTo>
                  <a:lnTo>
                    <a:pt x="514515" y="221189"/>
                  </a:lnTo>
                  <a:lnTo>
                    <a:pt x="524069" y="219278"/>
                  </a:lnTo>
                  <a:lnTo>
                    <a:pt x="533624" y="221189"/>
                  </a:lnTo>
                  <a:lnTo>
                    <a:pt x="532191" y="227877"/>
                  </a:lnTo>
                  <a:lnTo>
                    <a:pt x="519292" y="246508"/>
                  </a:lnTo>
                  <a:lnTo>
                    <a:pt x="503049" y="262751"/>
                  </a:lnTo>
                  <a:lnTo>
                    <a:pt x="494928" y="275172"/>
                  </a:lnTo>
                  <a:lnTo>
                    <a:pt x="473908" y="296192"/>
                  </a:lnTo>
                  <a:lnTo>
                    <a:pt x="457187" y="316735"/>
                  </a:lnTo>
                  <a:lnTo>
                    <a:pt x="450499" y="327245"/>
                  </a:lnTo>
                  <a:lnTo>
                    <a:pt x="441900" y="345398"/>
                  </a:lnTo>
                  <a:lnTo>
                    <a:pt x="439033" y="349698"/>
                  </a:lnTo>
                  <a:lnTo>
                    <a:pt x="435211" y="351131"/>
                  </a:lnTo>
                  <a:lnTo>
                    <a:pt x="430912" y="350653"/>
                  </a:lnTo>
                  <a:lnTo>
                    <a:pt x="427090" y="347787"/>
                  </a:lnTo>
                  <a:lnTo>
                    <a:pt x="421835" y="341099"/>
                  </a:lnTo>
                  <a:lnTo>
                    <a:pt x="417058" y="333455"/>
                  </a:lnTo>
                  <a:lnTo>
                    <a:pt x="415625" y="332500"/>
                  </a:lnTo>
                  <a:lnTo>
                    <a:pt x="416580" y="335844"/>
                  </a:lnTo>
                  <a:lnTo>
                    <a:pt x="425657" y="360686"/>
                  </a:lnTo>
                  <a:lnTo>
                    <a:pt x="424702" y="365463"/>
                  </a:lnTo>
                  <a:lnTo>
                    <a:pt x="407981" y="370718"/>
                  </a:lnTo>
                  <a:lnTo>
                    <a:pt x="400815" y="375018"/>
                  </a:lnTo>
                  <a:lnTo>
                    <a:pt x="396993" y="375973"/>
                  </a:lnTo>
                  <a:lnTo>
                    <a:pt x="394127" y="375018"/>
                  </a:lnTo>
                  <a:lnTo>
                    <a:pt x="391738" y="375495"/>
                  </a:lnTo>
                  <a:lnTo>
                    <a:pt x="388872" y="377406"/>
                  </a:lnTo>
                  <a:lnTo>
                    <a:pt x="388872" y="379317"/>
                  </a:lnTo>
                  <a:lnTo>
                    <a:pt x="391261" y="381228"/>
                  </a:lnTo>
                  <a:lnTo>
                    <a:pt x="397949" y="383139"/>
                  </a:lnTo>
                  <a:lnTo>
                    <a:pt x="412280" y="377406"/>
                  </a:lnTo>
                  <a:lnTo>
                    <a:pt x="414669" y="377884"/>
                  </a:lnTo>
                  <a:lnTo>
                    <a:pt x="418491" y="380750"/>
                  </a:lnTo>
                  <a:lnTo>
                    <a:pt x="418969" y="383139"/>
                  </a:lnTo>
                  <a:lnTo>
                    <a:pt x="414669" y="390783"/>
                  </a:lnTo>
                  <a:lnTo>
                    <a:pt x="403204" y="399860"/>
                  </a:lnTo>
                  <a:lnTo>
                    <a:pt x="404637" y="400337"/>
                  </a:lnTo>
                  <a:lnTo>
                    <a:pt x="407981" y="403204"/>
                  </a:lnTo>
                  <a:lnTo>
                    <a:pt x="407981" y="406070"/>
                  </a:lnTo>
                  <a:lnTo>
                    <a:pt x="404159" y="412758"/>
                  </a:lnTo>
                  <a:lnTo>
                    <a:pt x="402248" y="415147"/>
                  </a:lnTo>
                  <a:lnTo>
                    <a:pt x="390783" y="421357"/>
                  </a:lnTo>
                  <a:lnTo>
                    <a:pt x="386005" y="422791"/>
                  </a:lnTo>
                  <a:lnTo>
                    <a:pt x="381706" y="421835"/>
                  </a:lnTo>
                  <a:lnTo>
                    <a:pt x="361641" y="408459"/>
                  </a:lnTo>
                  <a:lnTo>
                    <a:pt x="354475" y="406548"/>
                  </a:lnTo>
                  <a:lnTo>
                    <a:pt x="347787" y="402726"/>
                  </a:lnTo>
                  <a:lnTo>
                    <a:pt x="342532" y="403681"/>
                  </a:lnTo>
                  <a:lnTo>
                    <a:pt x="337277" y="407503"/>
                  </a:lnTo>
                  <a:lnTo>
                    <a:pt x="339666" y="409414"/>
                  </a:lnTo>
                  <a:lnTo>
                    <a:pt x="349698" y="413236"/>
                  </a:lnTo>
                  <a:lnTo>
                    <a:pt x="357819" y="414191"/>
                  </a:lnTo>
                  <a:lnTo>
                    <a:pt x="361163" y="415625"/>
                  </a:lnTo>
                  <a:lnTo>
                    <a:pt x="362119" y="418013"/>
                  </a:lnTo>
                  <a:lnTo>
                    <a:pt x="365941" y="427090"/>
                  </a:lnTo>
                  <a:lnTo>
                    <a:pt x="366419" y="431867"/>
                  </a:lnTo>
                  <a:lnTo>
                    <a:pt x="365463" y="436167"/>
                  </a:lnTo>
                  <a:lnTo>
                    <a:pt x="364508" y="439511"/>
                  </a:lnTo>
                  <a:lnTo>
                    <a:pt x="363074" y="440944"/>
                  </a:lnTo>
                  <a:lnTo>
                    <a:pt x="361163" y="441900"/>
                  </a:lnTo>
                  <a:lnTo>
                    <a:pt x="353042" y="441422"/>
                  </a:lnTo>
                  <a:lnTo>
                    <a:pt x="350176" y="442377"/>
                  </a:lnTo>
                  <a:lnTo>
                    <a:pt x="346831" y="445244"/>
                  </a:lnTo>
                  <a:lnTo>
                    <a:pt x="342532" y="446199"/>
                  </a:lnTo>
                  <a:lnTo>
                    <a:pt x="334888" y="445722"/>
                  </a:lnTo>
                  <a:lnTo>
                    <a:pt x="325812" y="449543"/>
                  </a:lnTo>
                  <a:lnTo>
                    <a:pt x="320556" y="450021"/>
                  </a:lnTo>
                  <a:lnTo>
                    <a:pt x="315301" y="448588"/>
                  </a:lnTo>
                  <a:lnTo>
                    <a:pt x="309569" y="444288"/>
                  </a:lnTo>
                  <a:lnTo>
                    <a:pt x="303358" y="441900"/>
                  </a:lnTo>
                  <a:lnTo>
                    <a:pt x="292848" y="440467"/>
                  </a:lnTo>
                  <a:lnTo>
                    <a:pt x="293804" y="442855"/>
                  </a:lnTo>
                  <a:lnTo>
                    <a:pt x="297625" y="443811"/>
                  </a:lnTo>
                  <a:lnTo>
                    <a:pt x="304791" y="450021"/>
                  </a:lnTo>
                  <a:lnTo>
                    <a:pt x="308613" y="458620"/>
                  </a:lnTo>
                  <a:lnTo>
                    <a:pt x="311957" y="460053"/>
                  </a:lnTo>
                  <a:lnTo>
                    <a:pt x="318646" y="467219"/>
                  </a:lnTo>
                  <a:lnTo>
                    <a:pt x="323901" y="468175"/>
                  </a:lnTo>
                  <a:lnTo>
                    <a:pt x="329156" y="470564"/>
                  </a:lnTo>
                  <a:lnTo>
                    <a:pt x="336322" y="467697"/>
                  </a:lnTo>
                  <a:lnTo>
                    <a:pt x="341099" y="468175"/>
                  </a:lnTo>
                  <a:lnTo>
                    <a:pt x="340143" y="485373"/>
                  </a:lnTo>
                  <a:lnTo>
                    <a:pt x="337755" y="486806"/>
                  </a:lnTo>
                  <a:lnTo>
                    <a:pt x="326289" y="486806"/>
                  </a:lnTo>
                  <a:lnTo>
                    <a:pt x="320556" y="484418"/>
                  </a:lnTo>
                  <a:lnTo>
                    <a:pt x="318168" y="482029"/>
                  </a:lnTo>
                  <a:lnTo>
                    <a:pt x="312435" y="479163"/>
                  </a:lnTo>
                  <a:lnTo>
                    <a:pt x="307658" y="480596"/>
                  </a:lnTo>
                  <a:lnTo>
                    <a:pt x="303358" y="480118"/>
                  </a:lnTo>
                  <a:lnTo>
                    <a:pt x="300492" y="482029"/>
                  </a:lnTo>
                  <a:lnTo>
                    <a:pt x="295715" y="482029"/>
                  </a:lnTo>
                  <a:lnTo>
                    <a:pt x="283294" y="484895"/>
                  </a:lnTo>
                  <a:lnTo>
                    <a:pt x="276605" y="484895"/>
                  </a:lnTo>
                  <a:lnTo>
                    <a:pt x="271828" y="482984"/>
                  </a:lnTo>
                  <a:lnTo>
                    <a:pt x="266095" y="482507"/>
                  </a:lnTo>
                  <a:lnTo>
                    <a:pt x="259885" y="482984"/>
                  </a:lnTo>
                  <a:lnTo>
                    <a:pt x="260363" y="484895"/>
                  </a:lnTo>
                  <a:lnTo>
                    <a:pt x="262751" y="485851"/>
                  </a:lnTo>
                  <a:lnTo>
                    <a:pt x="267051" y="488717"/>
                  </a:lnTo>
                  <a:lnTo>
                    <a:pt x="270395" y="493972"/>
                  </a:lnTo>
                  <a:lnTo>
                    <a:pt x="273739" y="495883"/>
                  </a:lnTo>
                  <a:lnTo>
                    <a:pt x="277083" y="494450"/>
                  </a:lnTo>
                  <a:lnTo>
                    <a:pt x="280905" y="492539"/>
                  </a:lnTo>
                  <a:lnTo>
                    <a:pt x="294759" y="488717"/>
                  </a:lnTo>
                  <a:lnTo>
                    <a:pt x="300492" y="488240"/>
                  </a:lnTo>
                  <a:lnTo>
                    <a:pt x="305747" y="489673"/>
                  </a:lnTo>
                  <a:lnTo>
                    <a:pt x="309569" y="491584"/>
                  </a:lnTo>
                  <a:lnTo>
                    <a:pt x="311957" y="493972"/>
                  </a:lnTo>
                  <a:lnTo>
                    <a:pt x="314824" y="500660"/>
                  </a:lnTo>
                  <a:lnTo>
                    <a:pt x="322945" y="501616"/>
                  </a:lnTo>
                  <a:lnTo>
                    <a:pt x="328678" y="503527"/>
                  </a:lnTo>
                  <a:lnTo>
                    <a:pt x="338232" y="513081"/>
                  </a:lnTo>
                  <a:lnTo>
                    <a:pt x="341099" y="514037"/>
                  </a:lnTo>
                  <a:lnTo>
                    <a:pt x="342054" y="516426"/>
                  </a:lnTo>
                  <a:lnTo>
                    <a:pt x="340143" y="522158"/>
                  </a:lnTo>
                  <a:lnTo>
                    <a:pt x="339666" y="525980"/>
                  </a:lnTo>
                  <a:lnTo>
                    <a:pt x="332977" y="532668"/>
                  </a:lnTo>
                  <a:lnTo>
                    <a:pt x="322945" y="535057"/>
                  </a:lnTo>
                  <a:lnTo>
                    <a:pt x="311480" y="534102"/>
                  </a:lnTo>
                  <a:lnTo>
                    <a:pt x="303358" y="535057"/>
                  </a:lnTo>
                  <a:lnTo>
                    <a:pt x="302881" y="536012"/>
                  </a:lnTo>
                  <a:lnTo>
                    <a:pt x="308135" y="537446"/>
                  </a:lnTo>
                  <a:lnTo>
                    <a:pt x="321034" y="545567"/>
                  </a:lnTo>
                  <a:lnTo>
                    <a:pt x="326289" y="549867"/>
                  </a:lnTo>
                  <a:lnTo>
                    <a:pt x="326767" y="552733"/>
                  </a:lnTo>
                  <a:lnTo>
                    <a:pt x="319601" y="562288"/>
                  </a:lnTo>
                  <a:lnTo>
                    <a:pt x="313390" y="580919"/>
                  </a:lnTo>
                  <a:lnTo>
                    <a:pt x="311480" y="582352"/>
                  </a:lnTo>
                  <a:lnTo>
                    <a:pt x="309569" y="582830"/>
                  </a:lnTo>
                  <a:lnTo>
                    <a:pt x="303836" y="582352"/>
                  </a:lnTo>
                  <a:lnTo>
                    <a:pt x="296670" y="587130"/>
                  </a:lnTo>
                  <a:lnTo>
                    <a:pt x="291415" y="588085"/>
                  </a:lnTo>
                  <a:lnTo>
                    <a:pt x="281860" y="586174"/>
                  </a:lnTo>
                  <a:lnTo>
                    <a:pt x="270873" y="586174"/>
                  </a:lnTo>
                  <a:lnTo>
                    <a:pt x="269917" y="589518"/>
                  </a:lnTo>
                  <a:lnTo>
                    <a:pt x="269440" y="594773"/>
                  </a:lnTo>
                  <a:lnTo>
                    <a:pt x="269440" y="603372"/>
                  </a:lnTo>
                  <a:lnTo>
                    <a:pt x="270395" y="614838"/>
                  </a:lnTo>
                  <a:lnTo>
                    <a:pt x="269917" y="622959"/>
                  </a:lnTo>
                  <a:lnTo>
                    <a:pt x="268006" y="628214"/>
                  </a:lnTo>
                  <a:lnTo>
                    <a:pt x="265617" y="631558"/>
                  </a:lnTo>
                  <a:lnTo>
                    <a:pt x="261318" y="635380"/>
                  </a:lnTo>
                  <a:lnTo>
                    <a:pt x="257018" y="637769"/>
                  </a:lnTo>
                  <a:lnTo>
                    <a:pt x="254152" y="638247"/>
                  </a:lnTo>
                  <a:lnTo>
                    <a:pt x="248897" y="638724"/>
                  </a:lnTo>
                  <a:lnTo>
                    <a:pt x="233610" y="641113"/>
                  </a:lnTo>
                  <a:lnTo>
                    <a:pt x="225966" y="641113"/>
                  </a:lnTo>
                  <a:lnTo>
                    <a:pt x="220233" y="640158"/>
                  </a:lnTo>
                  <a:lnTo>
                    <a:pt x="214023" y="636336"/>
                  </a:lnTo>
                  <a:lnTo>
                    <a:pt x="204468" y="625826"/>
                  </a:lnTo>
                  <a:lnTo>
                    <a:pt x="201602" y="623437"/>
                  </a:lnTo>
                  <a:lnTo>
                    <a:pt x="198735" y="622481"/>
                  </a:lnTo>
                  <a:lnTo>
                    <a:pt x="198735" y="624392"/>
                  </a:lnTo>
                  <a:lnTo>
                    <a:pt x="201602" y="630125"/>
                  </a:lnTo>
                  <a:lnTo>
                    <a:pt x="204468" y="633947"/>
                  </a:lnTo>
                  <a:lnTo>
                    <a:pt x="206379" y="635858"/>
                  </a:lnTo>
                  <a:lnTo>
                    <a:pt x="205901" y="637291"/>
                  </a:lnTo>
                  <a:lnTo>
                    <a:pt x="201602" y="640158"/>
                  </a:lnTo>
                  <a:lnTo>
                    <a:pt x="196347" y="641591"/>
                  </a:lnTo>
                  <a:lnTo>
                    <a:pt x="190614" y="641591"/>
                  </a:lnTo>
                  <a:lnTo>
                    <a:pt x="190614" y="642546"/>
                  </a:lnTo>
                  <a:lnTo>
                    <a:pt x="192525" y="645413"/>
                  </a:lnTo>
                  <a:lnTo>
                    <a:pt x="194914" y="648279"/>
                  </a:lnTo>
                  <a:lnTo>
                    <a:pt x="196825" y="649234"/>
                  </a:lnTo>
                  <a:lnTo>
                    <a:pt x="201124" y="648279"/>
                  </a:lnTo>
                  <a:lnTo>
                    <a:pt x="206379" y="644457"/>
                  </a:lnTo>
                  <a:lnTo>
                    <a:pt x="209245" y="643502"/>
                  </a:lnTo>
                  <a:lnTo>
                    <a:pt x="215934" y="644457"/>
                  </a:lnTo>
                  <a:lnTo>
                    <a:pt x="218322" y="645890"/>
                  </a:lnTo>
                  <a:lnTo>
                    <a:pt x="225966" y="653534"/>
                  </a:lnTo>
                  <a:lnTo>
                    <a:pt x="227399" y="653534"/>
                  </a:lnTo>
                  <a:lnTo>
                    <a:pt x="233132" y="649712"/>
                  </a:lnTo>
                  <a:lnTo>
                    <a:pt x="241731" y="649712"/>
                  </a:lnTo>
                  <a:lnTo>
                    <a:pt x="244598" y="652578"/>
                  </a:lnTo>
                  <a:lnTo>
                    <a:pt x="246031" y="658789"/>
                  </a:lnTo>
                  <a:lnTo>
                    <a:pt x="246031" y="663566"/>
                  </a:lnTo>
                  <a:lnTo>
                    <a:pt x="245075" y="667388"/>
                  </a:lnTo>
                  <a:lnTo>
                    <a:pt x="246986" y="670732"/>
                  </a:lnTo>
                  <a:lnTo>
                    <a:pt x="251763" y="674076"/>
                  </a:lnTo>
                  <a:lnTo>
                    <a:pt x="255585" y="675032"/>
                  </a:lnTo>
                  <a:lnTo>
                    <a:pt x="257974" y="673121"/>
                  </a:lnTo>
                  <a:lnTo>
                    <a:pt x="262274" y="668344"/>
                  </a:lnTo>
                  <a:lnTo>
                    <a:pt x="263707" y="667388"/>
                  </a:lnTo>
                  <a:lnTo>
                    <a:pt x="265617" y="667388"/>
                  </a:lnTo>
                  <a:lnTo>
                    <a:pt x="268006" y="670732"/>
                  </a:lnTo>
                  <a:lnTo>
                    <a:pt x="271350" y="677420"/>
                  </a:lnTo>
                  <a:lnTo>
                    <a:pt x="271350" y="685542"/>
                  </a:lnTo>
                  <a:lnTo>
                    <a:pt x="268962" y="694141"/>
                  </a:lnTo>
                  <a:lnTo>
                    <a:pt x="265617" y="699874"/>
                  </a:lnTo>
                  <a:lnTo>
                    <a:pt x="252719" y="708951"/>
                  </a:lnTo>
                  <a:lnTo>
                    <a:pt x="248897" y="712772"/>
                  </a:lnTo>
                  <a:lnTo>
                    <a:pt x="245553" y="716594"/>
                  </a:lnTo>
                  <a:lnTo>
                    <a:pt x="241253" y="719938"/>
                  </a:lnTo>
                  <a:lnTo>
                    <a:pt x="232654" y="724716"/>
                  </a:lnTo>
                  <a:lnTo>
                    <a:pt x="227877" y="725193"/>
                  </a:lnTo>
                  <a:lnTo>
                    <a:pt x="217845" y="730448"/>
                  </a:lnTo>
                  <a:lnTo>
                    <a:pt x="215934" y="730448"/>
                  </a:lnTo>
                  <a:lnTo>
                    <a:pt x="212590" y="729493"/>
                  </a:lnTo>
                  <a:lnTo>
                    <a:pt x="211634" y="727104"/>
                  </a:lnTo>
                  <a:lnTo>
                    <a:pt x="212590" y="723282"/>
                  </a:lnTo>
                  <a:lnTo>
                    <a:pt x="213545" y="718983"/>
                  </a:lnTo>
                  <a:lnTo>
                    <a:pt x="214978" y="715639"/>
                  </a:lnTo>
                  <a:lnTo>
                    <a:pt x="214978" y="712295"/>
                  </a:lnTo>
                  <a:lnTo>
                    <a:pt x="212112" y="707517"/>
                  </a:lnTo>
                  <a:lnTo>
                    <a:pt x="210201" y="705606"/>
                  </a:lnTo>
                  <a:lnTo>
                    <a:pt x="208290" y="704173"/>
                  </a:lnTo>
                  <a:lnTo>
                    <a:pt x="204468" y="705129"/>
                  </a:lnTo>
                  <a:lnTo>
                    <a:pt x="202557" y="706084"/>
                  </a:lnTo>
                  <a:lnTo>
                    <a:pt x="200169" y="706562"/>
                  </a:lnTo>
                  <a:lnTo>
                    <a:pt x="197302" y="705606"/>
                  </a:lnTo>
                  <a:lnTo>
                    <a:pt x="195391" y="703695"/>
                  </a:lnTo>
                  <a:lnTo>
                    <a:pt x="191092" y="695096"/>
                  </a:lnTo>
                  <a:lnTo>
                    <a:pt x="189659" y="694141"/>
                  </a:lnTo>
                  <a:lnTo>
                    <a:pt x="187748" y="694619"/>
                  </a:lnTo>
                  <a:lnTo>
                    <a:pt x="185837" y="693185"/>
                  </a:lnTo>
                  <a:lnTo>
                    <a:pt x="183926" y="690319"/>
                  </a:lnTo>
                  <a:lnTo>
                    <a:pt x="181537" y="687930"/>
                  </a:lnTo>
                  <a:lnTo>
                    <a:pt x="182015" y="689841"/>
                  </a:lnTo>
                  <a:lnTo>
                    <a:pt x="184881" y="694619"/>
                  </a:lnTo>
                  <a:lnTo>
                    <a:pt x="186792" y="699396"/>
                  </a:lnTo>
                  <a:lnTo>
                    <a:pt x="187748" y="704173"/>
                  </a:lnTo>
                  <a:lnTo>
                    <a:pt x="187270" y="707995"/>
                  </a:lnTo>
                  <a:lnTo>
                    <a:pt x="164339" y="709906"/>
                  </a:lnTo>
                  <a:lnTo>
                    <a:pt x="154307" y="708951"/>
                  </a:lnTo>
                  <a:lnTo>
                    <a:pt x="152396" y="705606"/>
                  </a:lnTo>
                  <a:lnTo>
                    <a:pt x="147619" y="691752"/>
                  </a:lnTo>
                  <a:lnTo>
                    <a:pt x="146663" y="716594"/>
                  </a:lnTo>
                  <a:lnTo>
                    <a:pt x="129465" y="720416"/>
                  </a:lnTo>
                  <a:lnTo>
                    <a:pt x="125643" y="719938"/>
                  </a:lnTo>
                  <a:lnTo>
                    <a:pt x="118955" y="717072"/>
                  </a:lnTo>
                  <a:lnTo>
                    <a:pt x="110355" y="710384"/>
                  </a:lnTo>
                  <a:lnTo>
                    <a:pt x="106534" y="706084"/>
                  </a:lnTo>
                  <a:lnTo>
                    <a:pt x="105100" y="701785"/>
                  </a:lnTo>
                  <a:lnTo>
                    <a:pt x="104145" y="698918"/>
                  </a:lnTo>
                  <a:lnTo>
                    <a:pt x="103667" y="698918"/>
                  </a:lnTo>
                  <a:lnTo>
                    <a:pt x="101279" y="704173"/>
                  </a:lnTo>
                  <a:lnTo>
                    <a:pt x="98890" y="714683"/>
                  </a:lnTo>
                  <a:lnTo>
                    <a:pt x="93157" y="712295"/>
                  </a:lnTo>
                  <a:lnTo>
                    <a:pt x="85514" y="709428"/>
                  </a:lnTo>
                  <a:lnTo>
                    <a:pt x="83125" y="698441"/>
                  </a:lnTo>
                  <a:lnTo>
                    <a:pt x="82647" y="714206"/>
                  </a:lnTo>
                  <a:lnTo>
                    <a:pt x="70704" y="712295"/>
                  </a:lnTo>
                  <a:lnTo>
                    <a:pt x="64971" y="712772"/>
                  </a:lnTo>
                  <a:lnTo>
                    <a:pt x="63538" y="698918"/>
                  </a:lnTo>
                  <a:lnTo>
                    <a:pt x="63060" y="684109"/>
                  </a:lnTo>
                  <a:lnTo>
                    <a:pt x="60672" y="693663"/>
                  </a:lnTo>
                  <a:lnTo>
                    <a:pt x="61627" y="701785"/>
                  </a:lnTo>
                  <a:lnTo>
                    <a:pt x="62105" y="711339"/>
                  </a:lnTo>
                  <a:lnTo>
                    <a:pt x="56850" y="708473"/>
                  </a:lnTo>
                  <a:lnTo>
                    <a:pt x="45862" y="707517"/>
                  </a:lnTo>
                  <a:lnTo>
                    <a:pt x="41563" y="706084"/>
                  </a:lnTo>
                  <a:lnTo>
                    <a:pt x="42040" y="692708"/>
                  </a:lnTo>
                  <a:lnTo>
                    <a:pt x="42996" y="679331"/>
                  </a:lnTo>
                  <a:lnTo>
                    <a:pt x="57805" y="666433"/>
                  </a:lnTo>
                  <a:lnTo>
                    <a:pt x="62105" y="659744"/>
                  </a:lnTo>
                  <a:lnTo>
                    <a:pt x="64971" y="657356"/>
                  </a:lnTo>
                  <a:lnTo>
                    <a:pt x="70226" y="655445"/>
                  </a:lnTo>
                  <a:lnTo>
                    <a:pt x="76437" y="654489"/>
                  </a:lnTo>
                  <a:lnTo>
                    <a:pt x="80736" y="655445"/>
                  </a:lnTo>
                  <a:lnTo>
                    <a:pt x="85514" y="654489"/>
                  </a:lnTo>
                  <a:lnTo>
                    <a:pt x="91246" y="652101"/>
                  </a:lnTo>
                  <a:lnTo>
                    <a:pt x="95546" y="651623"/>
                  </a:lnTo>
                  <a:lnTo>
                    <a:pt x="96501" y="650668"/>
                  </a:lnTo>
                  <a:lnTo>
                    <a:pt x="95068" y="649234"/>
                  </a:lnTo>
                  <a:lnTo>
                    <a:pt x="90769" y="640635"/>
                  </a:lnTo>
                  <a:lnTo>
                    <a:pt x="89335" y="638247"/>
                  </a:lnTo>
                  <a:lnTo>
                    <a:pt x="87424" y="637769"/>
                  </a:lnTo>
                  <a:lnTo>
                    <a:pt x="84080" y="637291"/>
                  </a:lnTo>
                  <a:lnTo>
                    <a:pt x="81214" y="633469"/>
                  </a:lnTo>
                  <a:lnTo>
                    <a:pt x="79303" y="629647"/>
                  </a:lnTo>
                  <a:lnTo>
                    <a:pt x="77392" y="624870"/>
                  </a:lnTo>
                  <a:lnTo>
                    <a:pt x="74048" y="615793"/>
                  </a:lnTo>
                  <a:lnTo>
                    <a:pt x="71182" y="605761"/>
                  </a:lnTo>
                  <a:lnTo>
                    <a:pt x="72615" y="600506"/>
                  </a:lnTo>
                  <a:lnTo>
                    <a:pt x="77870" y="595729"/>
                  </a:lnTo>
                  <a:lnTo>
                    <a:pt x="82647" y="592862"/>
                  </a:lnTo>
                  <a:lnTo>
                    <a:pt x="87902" y="590951"/>
                  </a:lnTo>
                  <a:lnTo>
                    <a:pt x="92202" y="590951"/>
                  </a:lnTo>
                  <a:lnTo>
                    <a:pt x="97457" y="593340"/>
                  </a:lnTo>
                  <a:lnTo>
                    <a:pt x="105100" y="598117"/>
                  </a:lnTo>
                  <a:lnTo>
                    <a:pt x="108922" y="603372"/>
                  </a:lnTo>
                  <a:lnTo>
                    <a:pt x="114655" y="614838"/>
                  </a:lnTo>
                  <a:lnTo>
                    <a:pt x="117999" y="623915"/>
                  </a:lnTo>
                  <a:lnTo>
                    <a:pt x="120865" y="627737"/>
                  </a:lnTo>
                  <a:lnTo>
                    <a:pt x="133287" y="634902"/>
                  </a:lnTo>
                  <a:lnTo>
                    <a:pt x="137586" y="635858"/>
                  </a:lnTo>
                  <a:lnTo>
                    <a:pt x="142841" y="635380"/>
                  </a:lnTo>
                  <a:lnTo>
                    <a:pt x="152873" y="633469"/>
                  </a:lnTo>
                  <a:lnTo>
                    <a:pt x="157651" y="631558"/>
                  </a:lnTo>
                  <a:lnTo>
                    <a:pt x="160039" y="629170"/>
                  </a:lnTo>
                  <a:lnTo>
                    <a:pt x="160995" y="625826"/>
                  </a:lnTo>
                  <a:lnTo>
                    <a:pt x="162428" y="623437"/>
                  </a:lnTo>
                  <a:lnTo>
                    <a:pt x="167205" y="617226"/>
                  </a:lnTo>
                  <a:lnTo>
                    <a:pt x="173894" y="604806"/>
                  </a:lnTo>
                  <a:lnTo>
                    <a:pt x="177715" y="594773"/>
                  </a:lnTo>
                  <a:lnTo>
                    <a:pt x="178671" y="591429"/>
                  </a:lnTo>
                  <a:lnTo>
                    <a:pt x="179626" y="587130"/>
                  </a:lnTo>
                  <a:lnTo>
                    <a:pt x="180104" y="582352"/>
                  </a:lnTo>
                  <a:lnTo>
                    <a:pt x="178193" y="584741"/>
                  </a:lnTo>
                  <a:lnTo>
                    <a:pt x="166250" y="609583"/>
                  </a:lnTo>
                  <a:lnTo>
                    <a:pt x="163384" y="614360"/>
                  </a:lnTo>
                  <a:lnTo>
                    <a:pt x="156695" y="621526"/>
                  </a:lnTo>
                  <a:lnTo>
                    <a:pt x="153829" y="622959"/>
                  </a:lnTo>
                  <a:lnTo>
                    <a:pt x="149052" y="622481"/>
                  </a:lnTo>
                  <a:lnTo>
                    <a:pt x="142841" y="619137"/>
                  </a:lnTo>
                  <a:lnTo>
                    <a:pt x="135197" y="624392"/>
                  </a:lnTo>
                  <a:lnTo>
                    <a:pt x="130898" y="622959"/>
                  </a:lnTo>
                  <a:lnTo>
                    <a:pt x="126598" y="619615"/>
                  </a:lnTo>
                  <a:lnTo>
                    <a:pt x="126598" y="601939"/>
                  </a:lnTo>
                  <a:lnTo>
                    <a:pt x="121343" y="588085"/>
                  </a:lnTo>
                  <a:lnTo>
                    <a:pt x="127076" y="580441"/>
                  </a:lnTo>
                  <a:lnTo>
                    <a:pt x="131853" y="576142"/>
                  </a:lnTo>
                  <a:lnTo>
                    <a:pt x="139975" y="564198"/>
                  </a:lnTo>
                  <a:lnTo>
                    <a:pt x="141886" y="564198"/>
                  </a:lnTo>
                  <a:lnTo>
                    <a:pt x="147619" y="566109"/>
                  </a:lnTo>
                  <a:lnTo>
                    <a:pt x="144752" y="563243"/>
                  </a:lnTo>
                  <a:lnTo>
                    <a:pt x="141408" y="559421"/>
                  </a:lnTo>
                  <a:lnTo>
                    <a:pt x="134242" y="560377"/>
                  </a:lnTo>
                  <a:lnTo>
                    <a:pt x="136631" y="534579"/>
                  </a:lnTo>
                  <a:lnTo>
                    <a:pt x="131853" y="553688"/>
                  </a:lnTo>
                  <a:lnTo>
                    <a:pt x="127076" y="564198"/>
                  </a:lnTo>
                  <a:lnTo>
                    <a:pt x="124210" y="568976"/>
                  </a:lnTo>
                  <a:lnTo>
                    <a:pt x="120865" y="571842"/>
                  </a:lnTo>
                  <a:lnTo>
                    <a:pt x="108445" y="574231"/>
                  </a:lnTo>
                  <a:lnTo>
                    <a:pt x="111311" y="565154"/>
                  </a:lnTo>
                  <a:lnTo>
                    <a:pt x="114177" y="551300"/>
                  </a:lnTo>
                  <a:lnTo>
                    <a:pt x="111311" y="556555"/>
                  </a:lnTo>
                  <a:lnTo>
                    <a:pt x="104145" y="564198"/>
                  </a:lnTo>
                  <a:lnTo>
                    <a:pt x="98890" y="568498"/>
                  </a:lnTo>
                  <a:lnTo>
                    <a:pt x="94590" y="570409"/>
                  </a:lnTo>
                  <a:lnTo>
                    <a:pt x="85991" y="569931"/>
                  </a:lnTo>
                  <a:lnTo>
                    <a:pt x="81692" y="566109"/>
                  </a:lnTo>
                  <a:lnTo>
                    <a:pt x="83125" y="556555"/>
                  </a:lnTo>
                  <a:lnTo>
                    <a:pt x="83125" y="544612"/>
                  </a:lnTo>
                  <a:lnTo>
                    <a:pt x="85514" y="538879"/>
                  </a:lnTo>
                  <a:lnTo>
                    <a:pt x="89335" y="531713"/>
                  </a:lnTo>
                  <a:lnTo>
                    <a:pt x="93635" y="521681"/>
                  </a:lnTo>
                  <a:lnTo>
                    <a:pt x="96501" y="511648"/>
                  </a:lnTo>
                  <a:lnTo>
                    <a:pt x="107967" y="506871"/>
                  </a:lnTo>
                  <a:lnTo>
                    <a:pt x="118955" y="504960"/>
                  </a:lnTo>
                  <a:lnTo>
                    <a:pt x="128031" y="499705"/>
                  </a:lnTo>
                  <a:lnTo>
                    <a:pt x="132331" y="498750"/>
                  </a:lnTo>
                  <a:lnTo>
                    <a:pt x="136631" y="501138"/>
                  </a:lnTo>
                  <a:lnTo>
                    <a:pt x="154307" y="505438"/>
                  </a:lnTo>
                  <a:lnTo>
                    <a:pt x="161472" y="508782"/>
                  </a:lnTo>
                  <a:lnTo>
                    <a:pt x="164339" y="511171"/>
                  </a:lnTo>
                  <a:lnTo>
                    <a:pt x="166728" y="512126"/>
                  </a:lnTo>
                  <a:lnTo>
                    <a:pt x="169116" y="508304"/>
                  </a:lnTo>
                  <a:lnTo>
                    <a:pt x="172460" y="504960"/>
                  </a:lnTo>
                  <a:lnTo>
                    <a:pt x="182970" y="505438"/>
                  </a:lnTo>
                  <a:lnTo>
                    <a:pt x="186314" y="504960"/>
                  </a:lnTo>
                  <a:lnTo>
                    <a:pt x="189181" y="503049"/>
                  </a:lnTo>
                  <a:lnTo>
                    <a:pt x="192525" y="499705"/>
                  </a:lnTo>
                  <a:lnTo>
                    <a:pt x="196347" y="494928"/>
                  </a:lnTo>
                  <a:lnTo>
                    <a:pt x="196825" y="492539"/>
                  </a:lnTo>
                  <a:lnTo>
                    <a:pt x="193958" y="492539"/>
                  </a:lnTo>
                  <a:lnTo>
                    <a:pt x="191569" y="493972"/>
                  </a:lnTo>
                  <a:lnTo>
                    <a:pt x="187270" y="497316"/>
                  </a:lnTo>
                  <a:lnTo>
                    <a:pt x="182970" y="499227"/>
                  </a:lnTo>
                  <a:lnTo>
                    <a:pt x="179149" y="499227"/>
                  </a:lnTo>
                  <a:lnTo>
                    <a:pt x="171027" y="495883"/>
                  </a:lnTo>
                  <a:lnTo>
                    <a:pt x="156695" y="495405"/>
                  </a:lnTo>
                  <a:lnTo>
                    <a:pt x="149529" y="493972"/>
                  </a:lnTo>
                  <a:lnTo>
                    <a:pt x="146185" y="492539"/>
                  </a:lnTo>
                  <a:lnTo>
                    <a:pt x="144274" y="490628"/>
                  </a:lnTo>
                  <a:lnTo>
                    <a:pt x="142363" y="487762"/>
                  </a:lnTo>
                  <a:lnTo>
                    <a:pt x="140930" y="483462"/>
                  </a:lnTo>
                  <a:lnTo>
                    <a:pt x="141886" y="480596"/>
                  </a:lnTo>
                  <a:lnTo>
                    <a:pt x="144752" y="479163"/>
                  </a:lnTo>
                  <a:lnTo>
                    <a:pt x="147141" y="478685"/>
                  </a:lnTo>
                  <a:lnTo>
                    <a:pt x="151440" y="481074"/>
                  </a:lnTo>
                  <a:lnTo>
                    <a:pt x="155740" y="484895"/>
                  </a:lnTo>
                  <a:lnTo>
                    <a:pt x="160517" y="485373"/>
                  </a:lnTo>
                  <a:lnTo>
                    <a:pt x="159084" y="481551"/>
                  </a:lnTo>
                  <a:lnTo>
                    <a:pt x="152873" y="474863"/>
                  </a:lnTo>
                  <a:lnTo>
                    <a:pt x="148574" y="468653"/>
                  </a:lnTo>
                  <a:lnTo>
                    <a:pt x="144752" y="461009"/>
                  </a:lnTo>
                  <a:lnTo>
                    <a:pt x="141886" y="453843"/>
                  </a:lnTo>
                  <a:lnTo>
                    <a:pt x="135675" y="441900"/>
                  </a:lnTo>
                  <a:lnTo>
                    <a:pt x="130420" y="430434"/>
                  </a:lnTo>
                  <a:lnTo>
                    <a:pt x="127076" y="425179"/>
                  </a:lnTo>
                  <a:lnTo>
                    <a:pt x="123254" y="422313"/>
                  </a:lnTo>
                  <a:lnTo>
                    <a:pt x="111789" y="418969"/>
                  </a:lnTo>
                  <a:lnTo>
                    <a:pt x="109878" y="417058"/>
                  </a:lnTo>
                  <a:lnTo>
                    <a:pt x="104145" y="406548"/>
                  </a:lnTo>
                  <a:lnTo>
                    <a:pt x="102712" y="388394"/>
                  </a:lnTo>
                  <a:lnTo>
                    <a:pt x="100323" y="377406"/>
                  </a:lnTo>
                  <a:lnTo>
                    <a:pt x="102712" y="363074"/>
                  </a:lnTo>
                  <a:lnTo>
                    <a:pt x="106534" y="356386"/>
                  </a:lnTo>
                  <a:lnTo>
                    <a:pt x="129465" y="361641"/>
                  </a:lnTo>
                  <a:lnTo>
                    <a:pt x="139019" y="360686"/>
                  </a:lnTo>
                  <a:lnTo>
                    <a:pt x="150962" y="362597"/>
                  </a:lnTo>
                  <a:lnTo>
                    <a:pt x="157651" y="365941"/>
                  </a:lnTo>
                  <a:lnTo>
                    <a:pt x="165294" y="375018"/>
                  </a:lnTo>
                  <a:lnTo>
                    <a:pt x="171983" y="384572"/>
                  </a:lnTo>
                  <a:lnTo>
                    <a:pt x="178671" y="391260"/>
                  </a:lnTo>
                  <a:lnTo>
                    <a:pt x="184403" y="399860"/>
                  </a:lnTo>
                  <a:lnTo>
                    <a:pt x="191092" y="412758"/>
                  </a:lnTo>
                  <a:lnTo>
                    <a:pt x="194914" y="418969"/>
                  </a:lnTo>
                  <a:lnTo>
                    <a:pt x="198258" y="422791"/>
                  </a:lnTo>
                  <a:lnTo>
                    <a:pt x="202557" y="426135"/>
                  </a:lnTo>
                  <a:lnTo>
                    <a:pt x="211156" y="429957"/>
                  </a:lnTo>
                  <a:lnTo>
                    <a:pt x="218322" y="431390"/>
                  </a:lnTo>
                  <a:lnTo>
                    <a:pt x="222144" y="430912"/>
                  </a:lnTo>
                  <a:lnTo>
                    <a:pt x="226444" y="428046"/>
                  </a:lnTo>
                  <a:lnTo>
                    <a:pt x="229310" y="424701"/>
                  </a:lnTo>
                  <a:lnTo>
                    <a:pt x="225966" y="423746"/>
                  </a:lnTo>
                  <a:lnTo>
                    <a:pt x="217367" y="423746"/>
                  </a:lnTo>
                  <a:lnTo>
                    <a:pt x="211634" y="422313"/>
                  </a:lnTo>
                  <a:lnTo>
                    <a:pt x="208290" y="418013"/>
                  </a:lnTo>
                  <a:lnTo>
                    <a:pt x="204468" y="412281"/>
                  </a:lnTo>
                  <a:lnTo>
                    <a:pt x="199213" y="401770"/>
                  </a:lnTo>
                  <a:lnTo>
                    <a:pt x="194914" y="395082"/>
                  </a:lnTo>
                  <a:lnTo>
                    <a:pt x="185359" y="383617"/>
                  </a:lnTo>
                  <a:lnTo>
                    <a:pt x="178193" y="372151"/>
                  </a:lnTo>
                  <a:lnTo>
                    <a:pt x="172938" y="360686"/>
                  </a:lnTo>
                  <a:lnTo>
                    <a:pt x="172460" y="355908"/>
                  </a:lnTo>
                  <a:lnTo>
                    <a:pt x="176282" y="352564"/>
                  </a:lnTo>
                  <a:lnTo>
                    <a:pt x="181060" y="350176"/>
                  </a:lnTo>
                  <a:lnTo>
                    <a:pt x="212112" y="342532"/>
                  </a:lnTo>
                  <a:lnTo>
                    <a:pt x="230743" y="333455"/>
                  </a:lnTo>
                  <a:lnTo>
                    <a:pt x="237909" y="322945"/>
                  </a:lnTo>
                  <a:lnTo>
                    <a:pt x="238865" y="320079"/>
                  </a:lnTo>
                  <a:lnTo>
                    <a:pt x="263707" y="304791"/>
                  </a:lnTo>
                  <a:lnTo>
                    <a:pt x="280905" y="299059"/>
                  </a:lnTo>
                  <a:lnTo>
                    <a:pt x="287593" y="298103"/>
                  </a:lnTo>
                  <a:lnTo>
                    <a:pt x="293804" y="295715"/>
                  </a:lnTo>
                  <a:lnTo>
                    <a:pt x="294281" y="294281"/>
                  </a:lnTo>
                  <a:lnTo>
                    <a:pt x="288549" y="291893"/>
                  </a:lnTo>
                  <a:lnTo>
                    <a:pt x="283294" y="290937"/>
                  </a:lnTo>
                  <a:lnTo>
                    <a:pt x="271350" y="290937"/>
                  </a:lnTo>
                  <a:lnTo>
                    <a:pt x="260363" y="289026"/>
                  </a:lnTo>
                  <a:lnTo>
                    <a:pt x="257018" y="285682"/>
                  </a:lnTo>
                  <a:lnTo>
                    <a:pt x="257496" y="279949"/>
                  </a:lnTo>
                  <a:lnTo>
                    <a:pt x="258929" y="275172"/>
                  </a:lnTo>
                  <a:lnTo>
                    <a:pt x="262274" y="266573"/>
                  </a:lnTo>
                  <a:lnTo>
                    <a:pt x="265617" y="260363"/>
                  </a:lnTo>
                  <a:lnTo>
                    <a:pt x="280427" y="242209"/>
                  </a:lnTo>
                  <a:lnTo>
                    <a:pt x="290459" y="234087"/>
                  </a:lnTo>
                  <a:lnTo>
                    <a:pt x="293326" y="228832"/>
                  </a:lnTo>
                  <a:lnTo>
                    <a:pt x="271828" y="240776"/>
                  </a:lnTo>
                  <a:lnTo>
                    <a:pt x="264184" y="249375"/>
                  </a:lnTo>
                  <a:lnTo>
                    <a:pt x="256541" y="262273"/>
                  </a:lnTo>
                  <a:lnTo>
                    <a:pt x="252719" y="266095"/>
                  </a:lnTo>
                  <a:lnTo>
                    <a:pt x="249852" y="265140"/>
                  </a:lnTo>
                  <a:lnTo>
                    <a:pt x="247464" y="266095"/>
                  </a:lnTo>
                  <a:lnTo>
                    <a:pt x="245075" y="269917"/>
                  </a:lnTo>
                  <a:lnTo>
                    <a:pt x="243642" y="275650"/>
                  </a:lnTo>
                  <a:lnTo>
                    <a:pt x="242209" y="284727"/>
                  </a:lnTo>
                  <a:lnTo>
                    <a:pt x="240776" y="290459"/>
                  </a:lnTo>
                  <a:lnTo>
                    <a:pt x="239342" y="293804"/>
                  </a:lnTo>
                  <a:lnTo>
                    <a:pt x="236476" y="298103"/>
                  </a:lnTo>
                  <a:lnTo>
                    <a:pt x="228833" y="307180"/>
                  </a:lnTo>
                  <a:lnTo>
                    <a:pt x="211634" y="319601"/>
                  </a:lnTo>
                  <a:lnTo>
                    <a:pt x="205901" y="322467"/>
                  </a:lnTo>
                  <a:lnTo>
                    <a:pt x="200646" y="322945"/>
                  </a:lnTo>
                  <a:lnTo>
                    <a:pt x="184403" y="330111"/>
                  </a:lnTo>
                  <a:lnTo>
                    <a:pt x="179626" y="330111"/>
                  </a:lnTo>
                  <a:lnTo>
                    <a:pt x="174371" y="328200"/>
                  </a:lnTo>
                  <a:lnTo>
                    <a:pt x="176760" y="321990"/>
                  </a:lnTo>
                  <a:lnTo>
                    <a:pt x="185359" y="311002"/>
                  </a:lnTo>
                  <a:lnTo>
                    <a:pt x="187270" y="306225"/>
                  </a:lnTo>
                  <a:lnTo>
                    <a:pt x="182015" y="307180"/>
                  </a:lnTo>
                  <a:lnTo>
                    <a:pt x="176282" y="310524"/>
                  </a:lnTo>
                  <a:lnTo>
                    <a:pt x="164339" y="312913"/>
                  </a:lnTo>
                  <a:lnTo>
                    <a:pt x="159084" y="317212"/>
                  </a:lnTo>
                  <a:lnTo>
                    <a:pt x="154307" y="325334"/>
                  </a:lnTo>
                  <a:lnTo>
                    <a:pt x="150962" y="330589"/>
                  </a:lnTo>
                  <a:lnTo>
                    <a:pt x="148096" y="332500"/>
                  </a:lnTo>
                  <a:lnTo>
                    <a:pt x="143796" y="333933"/>
                  </a:lnTo>
                  <a:lnTo>
                    <a:pt x="129465" y="334411"/>
                  </a:lnTo>
                  <a:lnTo>
                    <a:pt x="126121" y="333933"/>
                  </a:lnTo>
                  <a:lnTo>
                    <a:pt x="117999" y="327722"/>
                  </a:lnTo>
                  <a:lnTo>
                    <a:pt x="110833" y="329633"/>
                  </a:lnTo>
                  <a:lnTo>
                    <a:pt x="107489" y="329633"/>
                  </a:lnTo>
                  <a:lnTo>
                    <a:pt x="102234" y="324856"/>
                  </a:lnTo>
                  <a:lnTo>
                    <a:pt x="100323" y="322467"/>
                  </a:lnTo>
                  <a:lnTo>
                    <a:pt x="100801" y="318646"/>
                  </a:lnTo>
                  <a:lnTo>
                    <a:pt x="103667" y="311480"/>
                  </a:lnTo>
                  <a:lnTo>
                    <a:pt x="107489" y="304314"/>
                  </a:lnTo>
                  <a:lnTo>
                    <a:pt x="119910" y="289026"/>
                  </a:lnTo>
                  <a:lnTo>
                    <a:pt x="127554" y="281383"/>
                  </a:lnTo>
                  <a:lnTo>
                    <a:pt x="138542" y="275172"/>
                  </a:lnTo>
                  <a:lnTo>
                    <a:pt x="165294" y="268006"/>
                  </a:lnTo>
                  <a:lnTo>
                    <a:pt x="166250" y="262751"/>
                  </a:lnTo>
                  <a:lnTo>
                    <a:pt x="139497" y="268484"/>
                  </a:lnTo>
                  <a:lnTo>
                    <a:pt x="117044" y="276128"/>
                  </a:lnTo>
                  <a:lnTo>
                    <a:pt x="113222" y="278516"/>
                  </a:lnTo>
                  <a:lnTo>
                    <a:pt x="107967" y="285682"/>
                  </a:lnTo>
                  <a:lnTo>
                    <a:pt x="91246" y="311480"/>
                  </a:lnTo>
                  <a:lnTo>
                    <a:pt x="85991" y="317690"/>
                  </a:lnTo>
                  <a:lnTo>
                    <a:pt x="78825" y="319123"/>
                  </a:lnTo>
                  <a:lnTo>
                    <a:pt x="73093" y="317212"/>
                  </a:lnTo>
                  <a:lnTo>
                    <a:pt x="68315" y="313868"/>
                  </a:lnTo>
                  <a:lnTo>
                    <a:pt x="60672" y="306702"/>
                  </a:lnTo>
                  <a:lnTo>
                    <a:pt x="54461" y="302403"/>
                  </a:lnTo>
                  <a:lnTo>
                    <a:pt x="52073" y="299536"/>
                  </a:lnTo>
                  <a:lnTo>
                    <a:pt x="50162" y="297148"/>
                  </a:lnTo>
                  <a:lnTo>
                    <a:pt x="48728" y="293804"/>
                  </a:lnTo>
                  <a:lnTo>
                    <a:pt x="47773" y="289982"/>
                  </a:lnTo>
                  <a:lnTo>
                    <a:pt x="49684" y="287115"/>
                  </a:lnTo>
                  <a:lnTo>
                    <a:pt x="64971" y="279949"/>
                  </a:lnTo>
                  <a:lnTo>
                    <a:pt x="85036" y="281383"/>
                  </a:lnTo>
                  <a:lnTo>
                    <a:pt x="94113" y="279949"/>
                  </a:lnTo>
                  <a:lnTo>
                    <a:pt x="103189" y="276128"/>
                  </a:lnTo>
                  <a:lnTo>
                    <a:pt x="116566" y="265618"/>
                  </a:lnTo>
                  <a:lnTo>
                    <a:pt x="130898" y="250808"/>
                  </a:lnTo>
                  <a:lnTo>
                    <a:pt x="133764" y="246508"/>
                  </a:lnTo>
                  <a:lnTo>
                    <a:pt x="128509" y="245075"/>
                  </a:lnTo>
                  <a:lnTo>
                    <a:pt x="124210" y="246508"/>
                  </a:lnTo>
                  <a:lnTo>
                    <a:pt x="115133" y="251763"/>
                  </a:lnTo>
                  <a:lnTo>
                    <a:pt x="100323" y="265618"/>
                  </a:lnTo>
                  <a:lnTo>
                    <a:pt x="87424" y="270873"/>
                  </a:lnTo>
                  <a:lnTo>
                    <a:pt x="55416" y="273261"/>
                  </a:lnTo>
                  <a:lnTo>
                    <a:pt x="45384" y="277083"/>
                  </a:lnTo>
                  <a:lnTo>
                    <a:pt x="40607" y="276128"/>
                  </a:lnTo>
                  <a:lnTo>
                    <a:pt x="37263" y="272784"/>
                  </a:lnTo>
                  <a:lnTo>
                    <a:pt x="33441" y="265618"/>
                  </a:lnTo>
                  <a:lnTo>
                    <a:pt x="34397" y="259885"/>
                  </a:lnTo>
                  <a:lnTo>
                    <a:pt x="42040" y="253674"/>
                  </a:lnTo>
                  <a:lnTo>
                    <a:pt x="47773" y="251763"/>
                  </a:lnTo>
                  <a:lnTo>
                    <a:pt x="48728" y="250808"/>
                  </a:lnTo>
                  <a:lnTo>
                    <a:pt x="40607" y="244598"/>
                  </a:lnTo>
                  <a:lnTo>
                    <a:pt x="39651" y="241253"/>
                  </a:lnTo>
                  <a:lnTo>
                    <a:pt x="44429" y="234087"/>
                  </a:lnTo>
                  <a:lnTo>
                    <a:pt x="55416" y="223577"/>
                  </a:lnTo>
                  <a:lnTo>
                    <a:pt x="60672" y="220233"/>
                  </a:lnTo>
                  <a:lnTo>
                    <a:pt x="70226" y="217845"/>
                  </a:lnTo>
                  <a:lnTo>
                    <a:pt x="80736" y="219278"/>
                  </a:lnTo>
                  <a:lnTo>
                    <a:pt x="80736" y="216889"/>
                  </a:lnTo>
                  <a:lnTo>
                    <a:pt x="71182" y="213067"/>
                  </a:lnTo>
                  <a:lnTo>
                    <a:pt x="63538" y="212112"/>
                  </a:lnTo>
                  <a:lnTo>
                    <a:pt x="53506" y="214978"/>
                  </a:lnTo>
                  <a:lnTo>
                    <a:pt x="27231" y="232177"/>
                  </a:lnTo>
                  <a:lnTo>
                    <a:pt x="24842" y="231699"/>
                  </a:lnTo>
                  <a:lnTo>
                    <a:pt x="21020" y="228832"/>
                  </a:lnTo>
                  <a:lnTo>
                    <a:pt x="22453" y="224533"/>
                  </a:lnTo>
                  <a:lnTo>
                    <a:pt x="36307" y="206379"/>
                  </a:lnTo>
                  <a:lnTo>
                    <a:pt x="36785" y="203513"/>
                  </a:lnTo>
                  <a:lnTo>
                    <a:pt x="26753" y="203991"/>
                  </a:lnTo>
                  <a:lnTo>
                    <a:pt x="23886" y="203035"/>
                  </a:lnTo>
                  <a:lnTo>
                    <a:pt x="21020" y="201124"/>
                  </a:lnTo>
                  <a:lnTo>
                    <a:pt x="16721" y="203035"/>
                  </a:lnTo>
                  <a:lnTo>
                    <a:pt x="11466" y="208768"/>
                  </a:lnTo>
                  <a:lnTo>
                    <a:pt x="7644" y="211634"/>
                  </a:lnTo>
                  <a:lnTo>
                    <a:pt x="5255" y="210679"/>
                  </a:lnTo>
                  <a:lnTo>
                    <a:pt x="0" y="203513"/>
                  </a:lnTo>
                  <a:lnTo>
                    <a:pt x="478" y="197302"/>
                  </a:lnTo>
                  <a:lnTo>
                    <a:pt x="5255" y="189659"/>
                  </a:lnTo>
                  <a:lnTo>
                    <a:pt x="9077" y="184404"/>
                  </a:lnTo>
                  <a:lnTo>
                    <a:pt x="14809" y="179149"/>
                  </a:lnTo>
                  <a:lnTo>
                    <a:pt x="23409" y="172938"/>
                  </a:lnTo>
                  <a:lnTo>
                    <a:pt x="30097" y="170549"/>
                  </a:lnTo>
                  <a:lnTo>
                    <a:pt x="40607" y="170549"/>
                  </a:lnTo>
                  <a:lnTo>
                    <a:pt x="45384" y="167683"/>
                  </a:lnTo>
                  <a:lnTo>
                    <a:pt x="50162" y="162906"/>
                  </a:lnTo>
                  <a:lnTo>
                    <a:pt x="55416" y="154307"/>
                  </a:lnTo>
                  <a:lnTo>
                    <a:pt x="61627" y="149052"/>
                  </a:lnTo>
                  <a:lnTo>
                    <a:pt x="71659" y="144274"/>
                  </a:lnTo>
                  <a:lnTo>
                    <a:pt x="80258" y="145708"/>
                  </a:lnTo>
                  <a:lnTo>
                    <a:pt x="84558" y="150007"/>
                  </a:lnTo>
                  <a:lnTo>
                    <a:pt x="88380" y="156695"/>
                  </a:lnTo>
                  <a:lnTo>
                    <a:pt x="92202" y="162428"/>
                  </a:lnTo>
                  <a:lnTo>
                    <a:pt x="92680" y="157651"/>
                  </a:lnTo>
                  <a:lnTo>
                    <a:pt x="96024" y="152396"/>
                  </a:lnTo>
                  <a:lnTo>
                    <a:pt x="100323" y="150007"/>
                  </a:lnTo>
                  <a:lnTo>
                    <a:pt x="105100" y="150963"/>
                  </a:lnTo>
                  <a:lnTo>
                    <a:pt x="109400" y="153351"/>
                  </a:lnTo>
                  <a:lnTo>
                    <a:pt x="115133" y="160039"/>
                  </a:lnTo>
                  <a:lnTo>
                    <a:pt x="119432" y="162906"/>
                  </a:lnTo>
                  <a:lnTo>
                    <a:pt x="121821" y="162906"/>
                  </a:lnTo>
                  <a:lnTo>
                    <a:pt x="124210" y="159084"/>
                  </a:lnTo>
                  <a:lnTo>
                    <a:pt x="131376" y="159084"/>
                  </a:lnTo>
                  <a:lnTo>
                    <a:pt x="131376" y="157651"/>
                  </a:lnTo>
                  <a:lnTo>
                    <a:pt x="128987" y="153829"/>
                  </a:lnTo>
                  <a:lnTo>
                    <a:pt x="126121" y="150963"/>
                  </a:lnTo>
                  <a:lnTo>
                    <a:pt x="101279" y="132331"/>
                  </a:lnTo>
                  <a:lnTo>
                    <a:pt x="100323" y="128031"/>
                  </a:lnTo>
                  <a:lnTo>
                    <a:pt x="108922" y="124210"/>
                  </a:lnTo>
                  <a:lnTo>
                    <a:pt x="114177" y="119432"/>
                  </a:lnTo>
                  <a:lnTo>
                    <a:pt x="116566" y="117999"/>
                  </a:lnTo>
                  <a:lnTo>
                    <a:pt x="122777" y="107967"/>
                  </a:lnTo>
                  <a:lnTo>
                    <a:pt x="127076" y="102712"/>
                  </a:lnTo>
                  <a:lnTo>
                    <a:pt x="134720" y="96501"/>
                  </a:lnTo>
                  <a:lnTo>
                    <a:pt x="137586" y="97935"/>
                  </a:lnTo>
                  <a:lnTo>
                    <a:pt x="141408" y="103667"/>
                  </a:lnTo>
                  <a:lnTo>
                    <a:pt x="144752" y="107011"/>
                  </a:lnTo>
                  <a:lnTo>
                    <a:pt x="155740" y="109878"/>
                  </a:lnTo>
                  <a:lnTo>
                    <a:pt x="160517" y="113222"/>
                  </a:lnTo>
                  <a:lnTo>
                    <a:pt x="168638" y="132331"/>
                  </a:lnTo>
                  <a:lnTo>
                    <a:pt x="171983" y="138064"/>
                  </a:lnTo>
                  <a:lnTo>
                    <a:pt x="176760" y="144274"/>
                  </a:lnTo>
                  <a:lnTo>
                    <a:pt x="179149" y="146663"/>
                  </a:lnTo>
                  <a:lnTo>
                    <a:pt x="184881" y="148096"/>
                  </a:lnTo>
                  <a:lnTo>
                    <a:pt x="185359" y="144752"/>
                  </a:lnTo>
                  <a:lnTo>
                    <a:pt x="178671" y="136153"/>
                  </a:lnTo>
                  <a:lnTo>
                    <a:pt x="177238" y="130898"/>
                  </a:lnTo>
                  <a:lnTo>
                    <a:pt x="177715" y="126598"/>
                  </a:lnTo>
                  <a:lnTo>
                    <a:pt x="179149" y="124210"/>
                  </a:lnTo>
                  <a:lnTo>
                    <a:pt x="181060" y="124210"/>
                  </a:lnTo>
                  <a:lnTo>
                    <a:pt x="186314" y="128031"/>
                  </a:lnTo>
                  <a:lnTo>
                    <a:pt x="200169" y="140930"/>
                  </a:lnTo>
                  <a:lnTo>
                    <a:pt x="220711" y="156218"/>
                  </a:lnTo>
                  <a:lnTo>
                    <a:pt x="228355" y="160039"/>
                  </a:lnTo>
                  <a:lnTo>
                    <a:pt x="233610" y="165294"/>
                  </a:lnTo>
                  <a:lnTo>
                    <a:pt x="237909" y="171505"/>
                  </a:lnTo>
                  <a:lnTo>
                    <a:pt x="242209" y="176282"/>
                  </a:lnTo>
                  <a:lnTo>
                    <a:pt x="243164" y="175804"/>
                  </a:lnTo>
                  <a:lnTo>
                    <a:pt x="238865" y="165772"/>
                  </a:lnTo>
                  <a:lnTo>
                    <a:pt x="228833" y="153351"/>
                  </a:lnTo>
                  <a:lnTo>
                    <a:pt x="202557" y="131376"/>
                  </a:lnTo>
                  <a:lnTo>
                    <a:pt x="192047" y="119910"/>
                  </a:lnTo>
                  <a:lnTo>
                    <a:pt x="186792" y="111789"/>
                  </a:lnTo>
                  <a:lnTo>
                    <a:pt x="182970" y="104145"/>
                  </a:lnTo>
                  <a:lnTo>
                    <a:pt x="182970" y="99368"/>
                  </a:lnTo>
                  <a:lnTo>
                    <a:pt x="186792" y="94113"/>
                  </a:lnTo>
                  <a:lnTo>
                    <a:pt x="191569" y="90291"/>
                  </a:lnTo>
                  <a:lnTo>
                    <a:pt x="197302" y="88380"/>
                  </a:lnTo>
                  <a:lnTo>
                    <a:pt x="198258" y="86947"/>
                  </a:lnTo>
                  <a:lnTo>
                    <a:pt x="192525" y="80736"/>
                  </a:lnTo>
                  <a:lnTo>
                    <a:pt x="189659" y="75004"/>
                  </a:lnTo>
                  <a:lnTo>
                    <a:pt x="189659" y="71182"/>
                  </a:lnTo>
                  <a:lnTo>
                    <a:pt x="196347" y="68315"/>
                  </a:lnTo>
                  <a:lnTo>
                    <a:pt x="200169" y="69271"/>
                  </a:lnTo>
                  <a:lnTo>
                    <a:pt x="207812" y="75959"/>
                  </a:lnTo>
                  <a:lnTo>
                    <a:pt x="214501" y="79303"/>
                  </a:lnTo>
                  <a:lnTo>
                    <a:pt x="215456" y="77392"/>
                  </a:lnTo>
                  <a:lnTo>
                    <a:pt x="208768" y="58761"/>
                  </a:lnTo>
                  <a:lnTo>
                    <a:pt x="208290" y="54939"/>
                  </a:lnTo>
                  <a:lnTo>
                    <a:pt x="209245" y="52073"/>
                  </a:lnTo>
                  <a:lnTo>
                    <a:pt x="211634" y="49684"/>
                  </a:lnTo>
                  <a:lnTo>
                    <a:pt x="218322" y="51117"/>
                  </a:lnTo>
                  <a:lnTo>
                    <a:pt x="230266" y="60194"/>
                  </a:lnTo>
                  <a:lnTo>
                    <a:pt x="250808" y="64971"/>
                  </a:lnTo>
                  <a:lnTo>
                    <a:pt x="256541" y="64016"/>
                  </a:lnTo>
                  <a:lnTo>
                    <a:pt x="255585" y="62105"/>
                  </a:lnTo>
                  <a:lnTo>
                    <a:pt x="247464" y="56372"/>
                  </a:lnTo>
                  <a:lnTo>
                    <a:pt x="238865" y="48728"/>
                  </a:lnTo>
                  <a:lnTo>
                    <a:pt x="235043" y="44429"/>
                  </a:lnTo>
                  <a:lnTo>
                    <a:pt x="232176" y="38218"/>
                  </a:lnTo>
                  <a:lnTo>
                    <a:pt x="228833" y="32963"/>
                  </a:lnTo>
                  <a:lnTo>
                    <a:pt x="228355" y="30575"/>
                  </a:lnTo>
                  <a:lnTo>
                    <a:pt x="233610" y="26275"/>
                  </a:lnTo>
                  <a:lnTo>
                    <a:pt x="247942" y="27231"/>
                  </a:lnTo>
                  <a:lnTo>
                    <a:pt x="260840" y="33441"/>
                  </a:lnTo>
                  <a:lnTo>
                    <a:pt x="271828" y="31052"/>
                  </a:lnTo>
                  <a:lnTo>
                    <a:pt x="278994" y="32963"/>
                  </a:lnTo>
                  <a:lnTo>
                    <a:pt x="281383" y="34397"/>
                  </a:lnTo>
                  <a:lnTo>
                    <a:pt x="286638" y="41085"/>
                  </a:lnTo>
                  <a:lnTo>
                    <a:pt x="302403" y="65449"/>
                  </a:lnTo>
                  <a:lnTo>
                    <a:pt x="304314" y="69271"/>
                  </a:lnTo>
                  <a:lnTo>
                    <a:pt x="306224" y="75004"/>
                  </a:lnTo>
                  <a:lnTo>
                    <a:pt x="308135" y="82647"/>
                  </a:lnTo>
                  <a:lnTo>
                    <a:pt x="310524" y="84558"/>
                  </a:lnTo>
                  <a:lnTo>
                    <a:pt x="315779" y="79303"/>
                  </a:lnTo>
                  <a:lnTo>
                    <a:pt x="319601" y="74048"/>
                  </a:lnTo>
                  <a:lnTo>
                    <a:pt x="318168" y="69271"/>
                  </a:lnTo>
                  <a:lnTo>
                    <a:pt x="309091" y="57805"/>
                  </a:lnTo>
                  <a:lnTo>
                    <a:pt x="307180" y="53028"/>
                  </a:lnTo>
                  <a:lnTo>
                    <a:pt x="302881" y="44429"/>
                  </a:lnTo>
                  <a:lnTo>
                    <a:pt x="292848" y="29141"/>
                  </a:lnTo>
                  <a:lnTo>
                    <a:pt x="290459" y="21976"/>
                  </a:lnTo>
                  <a:lnTo>
                    <a:pt x="288549" y="16243"/>
                  </a:lnTo>
                  <a:lnTo>
                    <a:pt x="315779" y="10032"/>
                  </a:lnTo>
                  <a:lnTo>
                    <a:pt x="342532" y="15287"/>
                  </a:lnTo>
                  <a:lnTo>
                    <a:pt x="346354" y="19109"/>
                  </a:lnTo>
                  <a:lnTo>
                    <a:pt x="349220" y="23886"/>
                  </a:lnTo>
                  <a:lnTo>
                    <a:pt x="352087" y="31530"/>
                  </a:lnTo>
                  <a:lnTo>
                    <a:pt x="356386" y="39174"/>
                  </a:lnTo>
                  <a:lnTo>
                    <a:pt x="364985" y="50639"/>
                  </a:lnTo>
                  <a:lnTo>
                    <a:pt x="376929" y="58283"/>
                  </a:lnTo>
                  <a:lnTo>
                    <a:pt x="375018" y="53028"/>
                  </a:lnTo>
                  <a:lnTo>
                    <a:pt x="365941" y="40129"/>
                  </a:lnTo>
                  <a:lnTo>
                    <a:pt x="361641" y="31530"/>
                  </a:lnTo>
                  <a:lnTo>
                    <a:pt x="361641" y="25320"/>
                  </a:lnTo>
                  <a:lnTo>
                    <a:pt x="362119" y="20542"/>
                  </a:lnTo>
                  <a:lnTo>
                    <a:pt x="364030" y="17676"/>
                  </a:lnTo>
                  <a:lnTo>
                    <a:pt x="374062" y="5255"/>
                  </a:lnTo>
                  <a:lnTo>
                    <a:pt x="388872" y="1433"/>
                  </a:lnTo>
                  <a:lnTo>
                    <a:pt x="390305" y="1911"/>
                  </a:lnTo>
                  <a:lnTo>
                    <a:pt x="401770" y="21020"/>
                  </a:lnTo>
                  <a:lnTo>
                    <a:pt x="407503" y="28664"/>
                  </a:lnTo>
                  <a:lnTo>
                    <a:pt x="411325" y="32008"/>
                  </a:lnTo>
                  <a:lnTo>
                    <a:pt x="411325" y="30575"/>
                  </a:lnTo>
                  <a:lnTo>
                    <a:pt x="406070" y="21976"/>
                  </a:lnTo>
                  <a:lnTo>
                    <a:pt x="402248" y="17198"/>
                  </a:lnTo>
                  <a:lnTo>
                    <a:pt x="401770" y="14332"/>
                  </a:lnTo>
                  <a:lnTo>
                    <a:pt x="408459" y="4777"/>
                  </a:lnTo>
                  <a:lnTo>
                    <a:pt x="412758" y="2389"/>
                  </a:lnTo>
                  <a:lnTo>
                    <a:pt x="430434" y="0"/>
                  </a:lnTo>
                  <a:lnTo>
                    <a:pt x="432345" y="955"/>
                  </a:lnTo>
                  <a:lnTo>
                    <a:pt x="434256" y="3344"/>
                  </a:lnTo>
                  <a:lnTo>
                    <a:pt x="438556" y="13376"/>
                  </a:lnTo>
                  <a:lnTo>
                    <a:pt x="439989" y="14810"/>
                  </a:lnTo>
                  <a:lnTo>
                    <a:pt x="456232" y="17676"/>
                  </a:lnTo>
                  <a:lnTo>
                    <a:pt x="461487" y="16721"/>
                  </a:lnTo>
                  <a:lnTo>
                    <a:pt x="467219" y="22931"/>
                  </a:lnTo>
                  <a:lnTo>
                    <a:pt x="471041" y="23886"/>
                  </a:lnTo>
                  <a:lnTo>
                    <a:pt x="476774" y="22453"/>
                  </a:lnTo>
                  <a:lnTo>
                    <a:pt x="481551" y="24364"/>
                  </a:lnTo>
                  <a:lnTo>
                    <a:pt x="497316" y="25797"/>
                  </a:lnTo>
                  <a:lnTo>
                    <a:pt x="500660" y="28186"/>
                  </a:lnTo>
                  <a:lnTo>
                    <a:pt x="500660" y="31530"/>
                  </a:lnTo>
                  <a:lnTo>
                    <a:pt x="497316" y="37741"/>
                  </a:lnTo>
                  <a:lnTo>
                    <a:pt x="492539" y="43951"/>
                  </a:lnTo>
                  <a:lnTo>
                    <a:pt x="462442" y="64493"/>
                  </a:lnTo>
                  <a:lnTo>
                    <a:pt x="460053" y="67838"/>
                  </a:lnTo>
                  <a:lnTo>
                    <a:pt x="466264" y="68793"/>
                  </a:lnTo>
                  <a:lnTo>
                    <a:pt x="474863" y="67838"/>
                  </a:lnTo>
                  <a:lnTo>
                    <a:pt x="481551" y="65927"/>
                  </a:lnTo>
                  <a:lnTo>
                    <a:pt x="489195" y="58761"/>
                  </a:lnTo>
                  <a:lnTo>
                    <a:pt x="492061" y="58283"/>
                  </a:lnTo>
                  <a:lnTo>
                    <a:pt x="497316" y="54939"/>
                  </a:lnTo>
                  <a:lnTo>
                    <a:pt x="506871" y="45862"/>
                  </a:lnTo>
                  <a:lnTo>
                    <a:pt x="514515" y="40607"/>
                  </a:lnTo>
                  <a:lnTo>
                    <a:pt x="518336" y="42996"/>
                  </a:lnTo>
                  <a:lnTo>
                    <a:pt x="521203" y="46340"/>
                  </a:lnTo>
                  <a:lnTo>
                    <a:pt x="523114" y="46818"/>
                  </a:lnTo>
                  <a:lnTo>
                    <a:pt x="524069" y="43951"/>
                  </a:lnTo>
                  <a:lnTo>
                    <a:pt x="525980" y="36785"/>
                  </a:lnTo>
                  <a:lnTo>
                    <a:pt x="526936" y="33919"/>
                  </a:lnTo>
                  <a:lnTo>
                    <a:pt x="529324" y="32008"/>
                  </a:lnTo>
                  <a:lnTo>
                    <a:pt x="530757" y="32008"/>
                  </a:lnTo>
                  <a:lnTo>
                    <a:pt x="533624" y="35830"/>
                  </a:lnTo>
                  <a:lnTo>
                    <a:pt x="536490" y="43951"/>
                  </a:lnTo>
                  <a:lnTo>
                    <a:pt x="538879" y="49684"/>
                  </a:lnTo>
                  <a:lnTo>
                    <a:pt x="540312" y="50162"/>
                  </a:lnTo>
                  <a:lnTo>
                    <a:pt x="546045" y="43473"/>
                  </a:lnTo>
                  <a:lnTo>
                    <a:pt x="549389" y="42518"/>
                  </a:lnTo>
                  <a:lnTo>
                    <a:pt x="556077" y="44907"/>
                  </a:lnTo>
                  <a:lnTo>
                    <a:pt x="558943" y="47773"/>
                  </a:lnTo>
                  <a:lnTo>
                    <a:pt x="559421" y="51117"/>
                  </a:lnTo>
                  <a:lnTo>
                    <a:pt x="557510" y="53983"/>
                  </a:lnTo>
                  <a:lnTo>
                    <a:pt x="556555" y="56850"/>
                  </a:lnTo>
                  <a:lnTo>
                    <a:pt x="556077" y="59238"/>
                  </a:lnTo>
                  <a:lnTo>
                    <a:pt x="557032" y="62105"/>
                  </a:lnTo>
                  <a:lnTo>
                    <a:pt x="560854" y="67838"/>
                  </a:lnTo>
                  <a:lnTo>
                    <a:pt x="567065" y="80259"/>
                  </a:lnTo>
                  <a:lnTo>
                    <a:pt x="567065" y="85036"/>
                  </a:lnTo>
                  <a:lnTo>
                    <a:pt x="563721" y="94113"/>
                  </a:lnTo>
                  <a:lnTo>
                    <a:pt x="563721" y="96501"/>
                  </a:lnTo>
                  <a:lnTo>
                    <a:pt x="579008" y="86469"/>
                  </a:lnTo>
                  <a:lnTo>
                    <a:pt x="594773" y="91246"/>
                  </a:lnTo>
                  <a:lnTo>
                    <a:pt x="599073" y="94113"/>
                  </a:lnTo>
                  <a:lnTo>
                    <a:pt x="600506" y="97457"/>
                  </a:lnTo>
                  <a:lnTo>
                    <a:pt x="602417" y="10319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5" name="Freeform 2544">
              <a:extLst>
                <a:ext uri="{FF2B5EF4-FFF2-40B4-BE49-F238E27FC236}">
                  <a16:creationId xmlns:a16="http://schemas.microsoft.com/office/drawing/2014/main" id="{D6AAE2BB-47C2-3283-8215-DE3797EBE3DD}"/>
                </a:ext>
              </a:extLst>
            </p:cNvPr>
            <p:cNvSpPr/>
            <p:nvPr/>
          </p:nvSpPr>
          <p:spPr>
            <a:xfrm>
              <a:off x="4664244" y="5169630"/>
              <a:ext cx="5732" cy="3344"/>
            </a:xfrm>
            <a:custGeom>
              <a:avLst/>
              <a:gdLst>
                <a:gd name="csX0" fmla="*/ 5733 w 5732"/>
                <a:gd name="csY0" fmla="*/ 3344 h 3344"/>
                <a:gd name="csX1" fmla="*/ 1911 w 5732"/>
                <a:gd name="csY1" fmla="*/ 1433 h 3344"/>
                <a:gd name="csX2" fmla="*/ 0 w 5732"/>
                <a:gd name="csY2" fmla="*/ 0 h 3344"/>
                <a:gd name="csX3" fmla="*/ 1911 w 5732"/>
                <a:gd name="csY3" fmla="*/ 1433 h 3344"/>
                <a:gd name="csX4" fmla="*/ 5733 w 5732"/>
                <a:gd name="csY4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3344">
                  <a:moveTo>
                    <a:pt x="5733" y="3344"/>
                  </a:moveTo>
                  <a:lnTo>
                    <a:pt x="1911" y="1433"/>
                  </a:lnTo>
                  <a:lnTo>
                    <a:pt x="0" y="0"/>
                  </a:lnTo>
                  <a:lnTo>
                    <a:pt x="1911" y="1433"/>
                  </a:lnTo>
                  <a:lnTo>
                    <a:pt x="57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6" name="Freeform 2545">
              <a:extLst>
                <a:ext uri="{FF2B5EF4-FFF2-40B4-BE49-F238E27FC236}">
                  <a16:creationId xmlns:a16="http://schemas.microsoft.com/office/drawing/2014/main" id="{68E9037A-F25B-14A6-F5B8-FB7238CCFC8C}"/>
                </a:ext>
              </a:extLst>
            </p:cNvPr>
            <p:cNvSpPr/>
            <p:nvPr/>
          </p:nvSpPr>
          <p:spPr>
            <a:xfrm>
              <a:off x="4668544" y="4652726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0 w 1433"/>
                <a:gd name="csY1" fmla="*/ 0 h 477"/>
                <a:gd name="csX2" fmla="*/ 0 w 1433"/>
                <a:gd name="csY2" fmla="*/ 0 h 477"/>
                <a:gd name="csX3" fmla="*/ 1433 w 1433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7" name="Freeform 2546">
              <a:extLst>
                <a:ext uri="{FF2B5EF4-FFF2-40B4-BE49-F238E27FC236}">
                  <a16:creationId xmlns:a16="http://schemas.microsoft.com/office/drawing/2014/main" id="{86B49A84-EBD8-C20F-F6BE-B66BCB5761A6}"/>
                </a:ext>
              </a:extLst>
            </p:cNvPr>
            <p:cNvSpPr/>
            <p:nvPr/>
          </p:nvSpPr>
          <p:spPr>
            <a:xfrm>
              <a:off x="4664244" y="4448258"/>
              <a:ext cx="4777" cy="7643"/>
            </a:xfrm>
            <a:custGeom>
              <a:avLst/>
              <a:gdLst>
                <a:gd name="csX0" fmla="*/ 4300 w 4777"/>
                <a:gd name="csY0" fmla="*/ 2389 h 7643"/>
                <a:gd name="csX1" fmla="*/ 4777 w 4777"/>
                <a:gd name="csY1" fmla="*/ 5255 h 7643"/>
                <a:gd name="csX2" fmla="*/ 4300 w 4777"/>
                <a:gd name="csY2" fmla="*/ 7166 h 7643"/>
                <a:gd name="csX3" fmla="*/ 2389 w 4777"/>
                <a:gd name="csY3" fmla="*/ 7644 h 7643"/>
                <a:gd name="csX4" fmla="*/ 1433 w 4777"/>
                <a:gd name="csY4" fmla="*/ 4777 h 7643"/>
                <a:gd name="csX5" fmla="*/ 0 w 4777"/>
                <a:gd name="csY5" fmla="*/ 2389 h 7643"/>
                <a:gd name="csX6" fmla="*/ 478 w 4777"/>
                <a:gd name="csY6" fmla="*/ 956 h 7643"/>
                <a:gd name="csX7" fmla="*/ 956 w 4777"/>
                <a:gd name="csY7" fmla="*/ 0 h 7643"/>
                <a:gd name="csX8" fmla="*/ 3344 w 4777"/>
                <a:gd name="csY8" fmla="*/ 956 h 7643"/>
                <a:gd name="csX9" fmla="*/ 4300 w 4777"/>
                <a:gd name="csY9" fmla="*/ 2389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7643">
                  <a:moveTo>
                    <a:pt x="4300" y="2389"/>
                  </a:moveTo>
                  <a:lnTo>
                    <a:pt x="4777" y="5255"/>
                  </a:lnTo>
                  <a:lnTo>
                    <a:pt x="4300" y="7166"/>
                  </a:lnTo>
                  <a:lnTo>
                    <a:pt x="2389" y="7644"/>
                  </a:lnTo>
                  <a:lnTo>
                    <a:pt x="1433" y="4777"/>
                  </a:lnTo>
                  <a:lnTo>
                    <a:pt x="0" y="2389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3344" y="956"/>
                  </a:lnTo>
                  <a:lnTo>
                    <a:pt x="430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8" name="Freeform 2547">
              <a:extLst>
                <a:ext uri="{FF2B5EF4-FFF2-40B4-BE49-F238E27FC236}">
                  <a16:creationId xmlns:a16="http://schemas.microsoft.com/office/drawing/2014/main" id="{6BBE16E1-6E13-C6C4-8857-75EB83638FC5}"/>
                </a:ext>
              </a:extLst>
            </p:cNvPr>
            <p:cNvSpPr/>
            <p:nvPr/>
          </p:nvSpPr>
          <p:spPr>
            <a:xfrm>
              <a:off x="4098612" y="2705501"/>
              <a:ext cx="569453" cy="592384"/>
            </a:xfrm>
            <a:custGeom>
              <a:avLst/>
              <a:gdLst>
                <a:gd name="csX0" fmla="*/ 568498 w 569453"/>
                <a:gd name="csY0" fmla="*/ 390305 h 592384"/>
                <a:gd name="csX1" fmla="*/ 569453 w 569453"/>
                <a:gd name="csY1" fmla="*/ 392216 h 592384"/>
                <a:gd name="csX2" fmla="*/ 569453 w 569453"/>
                <a:gd name="csY2" fmla="*/ 393649 h 592384"/>
                <a:gd name="csX3" fmla="*/ 566587 w 569453"/>
                <a:gd name="csY3" fmla="*/ 395560 h 592384"/>
                <a:gd name="csX4" fmla="*/ 565154 w 569453"/>
                <a:gd name="csY4" fmla="*/ 396038 h 592384"/>
                <a:gd name="csX5" fmla="*/ 561332 w 569453"/>
                <a:gd name="csY5" fmla="*/ 392694 h 592384"/>
                <a:gd name="csX6" fmla="*/ 557510 w 569453"/>
                <a:gd name="csY6" fmla="*/ 390783 h 592384"/>
                <a:gd name="csX7" fmla="*/ 555599 w 569453"/>
                <a:gd name="csY7" fmla="*/ 390783 h 592384"/>
                <a:gd name="csX8" fmla="*/ 553211 w 569453"/>
                <a:gd name="csY8" fmla="*/ 392216 h 592384"/>
                <a:gd name="csX9" fmla="*/ 553688 w 569453"/>
                <a:gd name="csY9" fmla="*/ 393171 h 592384"/>
                <a:gd name="csX10" fmla="*/ 562765 w 569453"/>
                <a:gd name="csY10" fmla="*/ 398904 h 592384"/>
                <a:gd name="csX11" fmla="*/ 564198 w 569453"/>
                <a:gd name="csY11" fmla="*/ 402726 h 592384"/>
                <a:gd name="csX12" fmla="*/ 564198 w 569453"/>
                <a:gd name="csY12" fmla="*/ 404637 h 592384"/>
                <a:gd name="csX13" fmla="*/ 558466 w 569453"/>
                <a:gd name="csY13" fmla="*/ 407503 h 592384"/>
                <a:gd name="csX14" fmla="*/ 556555 w 569453"/>
                <a:gd name="csY14" fmla="*/ 407503 h 592384"/>
                <a:gd name="csX15" fmla="*/ 552733 w 569453"/>
                <a:gd name="csY15" fmla="*/ 406070 h 592384"/>
                <a:gd name="csX16" fmla="*/ 550344 w 569453"/>
                <a:gd name="csY16" fmla="*/ 403681 h 592384"/>
                <a:gd name="csX17" fmla="*/ 548433 w 569453"/>
                <a:gd name="csY17" fmla="*/ 402726 h 592384"/>
                <a:gd name="csX18" fmla="*/ 545567 w 569453"/>
                <a:gd name="csY18" fmla="*/ 402726 h 592384"/>
                <a:gd name="csX19" fmla="*/ 544612 w 569453"/>
                <a:gd name="csY19" fmla="*/ 403204 h 592384"/>
                <a:gd name="csX20" fmla="*/ 547478 w 569453"/>
                <a:gd name="csY20" fmla="*/ 407025 h 592384"/>
                <a:gd name="csX21" fmla="*/ 547478 w 569453"/>
                <a:gd name="csY21" fmla="*/ 408459 h 592384"/>
                <a:gd name="csX22" fmla="*/ 546045 w 569453"/>
                <a:gd name="csY22" fmla="*/ 409414 h 592384"/>
                <a:gd name="csX23" fmla="*/ 545089 w 569453"/>
                <a:gd name="csY23" fmla="*/ 411325 h 592384"/>
                <a:gd name="csX24" fmla="*/ 550822 w 569453"/>
                <a:gd name="csY24" fmla="*/ 414669 h 592384"/>
                <a:gd name="csX25" fmla="*/ 555121 w 569453"/>
                <a:gd name="csY25" fmla="*/ 418491 h 592384"/>
                <a:gd name="csX26" fmla="*/ 556077 w 569453"/>
                <a:gd name="csY26" fmla="*/ 419924 h 592384"/>
                <a:gd name="csX27" fmla="*/ 552733 w 569453"/>
                <a:gd name="csY27" fmla="*/ 420880 h 592384"/>
                <a:gd name="csX28" fmla="*/ 550822 w 569453"/>
                <a:gd name="csY28" fmla="*/ 421357 h 592384"/>
                <a:gd name="csX29" fmla="*/ 546522 w 569453"/>
                <a:gd name="csY29" fmla="*/ 420402 h 592384"/>
                <a:gd name="csX30" fmla="*/ 544134 w 569453"/>
                <a:gd name="csY30" fmla="*/ 419924 h 592384"/>
                <a:gd name="csX31" fmla="*/ 543178 w 569453"/>
                <a:gd name="csY31" fmla="*/ 420402 h 592384"/>
                <a:gd name="csX32" fmla="*/ 545567 w 569453"/>
                <a:gd name="csY32" fmla="*/ 422313 h 592384"/>
                <a:gd name="csX33" fmla="*/ 547000 w 569453"/>
                <a:gd name="csY33" fmla="*/ 423746 h 592384"/>
                <a:gd name="csX34" fmla="*/ 547478 w 569453"/>
                <a:gd name="csY34" fmla="*/ 425657 h 592384"/>
                <a:gd name="csX35" fmla="*/ 547955 w 569453"/>
                <a:gd name="csY35" fmla="*/ 427090 h 592384"/>
                <a:gd name="csX36" fmla="*/ 547955 w 569453"/>
                <a:gd name="csY36" fmla="*/ 429001 h 592384"/>
                <a:gd name="csX37" fmla="*/ 546045 w 569453"/>
                <a:gd name="csY37" fmla="*/ 429957 h 592384"/>
                <a:gd name="csX38" fmla="*/ 543656 w 569453"/>
                <a:gd name="csY38" fmla="*/ 433778 h 592384"/>
                <a:gd name="csX39" fmla="*/ 542701 w 569453"/>
                <a:gd name="csY39" fmla="*/ 437122 h 592384"/>
                <a:gd name="csX40" fmla="*/ 540312 w 569453"/>
                <a:gd name="csY40" fmla="*/ 437600 h 592384"/>
                <a:gd name="csX41" fmla="*/ 539356 w 569453"/>
                <a:gd name="csY41" fmla="*/ 437122 h 592384"/>
                <a:gd name="csX42" fmla="*/ 536490 w 569453"/>
                <a:gd name="csY42" fmla="*/ 438078 h 592384"/>
                <a:gd name="csX43" fmla="*/ 532668 w 569453"/>
                <a:gd name="csY43" fmla="*/ 436645 h 592384"/>
                <a:gd name="csX44" fmla="*/ 531235 w 569453"/>
                <a:gd name="csY44" fmla="*/ 434734 h 592384"/>
                <a:gd name="csX45" fmla="*/ 526936 w 569453"/>
                <a:gd name="csY45" fmla="*/ 428045 h 592384"/>
                <a:gd name="csX46" fmla="*/ 526458 w 569453"/>
                <a:gd name="csY46" fmla="*/ 428523 h 592384"/>
                <a:gd name="csX47" fmla="*/ 527891 w 569453"/>
                <a:gd name="csY47" fmla="*/ 432345 h 592384"/>
                <a:gd name="csX48" fmla="*/ 527413 w 569453"/>
                <a:gd name="csY48" fmla="*/ 434256 h 592384"/>
                <a:gd name="csX49" fmla="*/ 523114 w 569453"/>
                <a:gd name="csY49" fmla="*/ 435689 h 592384"/>
                <a:gd name="csX50" fmla="*/ 523114 w 569453"/>
                <a:gd name="csY50" fmla="*/ 436645 h 592384"/>
                <a:gd name="csX51" fmla="*/ 525502 w 569453"/>
                <a:gd name="csY51" fmla="*/ 437600 h 592384"/>
                <a:gd name="csX52" fmla="*/ 529324 w 569453"/>
                <a:gd name="csY52" fmla="*/ 438556 h 592384"/>
                <a:gd name="csX53" fmla="*/ 528369 w 569453"/>
                <a:gd name="csY53" fmla="*/ 441422 h 592384"/>
                <a:gd name="csX54" fmla="*/ 528846 w 569453"/>
                <a:gd name="csY54" fmla="*/ 455276 h 592384"/>
                <a:gd name="csX55" fmla="*/ 527891 w 569453"/>
                <a:gd name="csY55" fmla="*/ 460053 h 592384"/>
                <a:gd name="csX56" fmla="*/ 525980 w 569453"/>
                <a:gd name="csY56" fmla="*/ 464353 h 592384"/>
                <a:gd name="csX57" fmla="*/ 523591 w 569453"/>
                <a:gd name="csY57" fmla="*/ 468175 h 592384"/>
                <a:gd name="csX58" fmla="*/ 521203 w 569453"/>
                <a:gd name="csY58" fmla="*/ 465786 h 592384"/>
                <a:gd name="csX59" fmla="*/ 520247 w 569453"/>
                <a:gd name="csY59" fmla="*/ 462920 h 592384"/>
                <a:gd name="csX60" fmla="*/ 519292 w 569453"/>
                <a:gd name="csY60" fmla="*/ 461487 h 592384"/>
                <a:gd name="csX61" fmla="*/ 517859 w 569453"/>
                <a:gd name="csY61" fmla="*/ 460531 h 592384"/>
                <a:gd name="csX62" fmla="*/ 516425 w 569453"/>
                <a:gd name="csY62" fmla="*/ 460053 h 592384"/>
                <a:gd name="csX63" fmla="*/ 514514 w 569453"/>
                <a:gd name="csY63" fmla="*/ 460053 h 592384"/>
                <a:gd name="csX64" fmla="*/ 513081 w 569453"/>
                <a:gd name="csY64" fmla="*/ 462442 h 592384"/>
                <a:gd name="csX65" fmla="*/ 511171 w 569453"/>
                <a:gd name="csY65" fmla="*/ 460053 h 592384"/>
                <a:gd name="csX66" fmla="*/ 509259 w 569453"/>
                <a:gd name="csY66" fmla="*/ 457665 h 592384"/>
                <a:gd name="csX67" fmla="*/ 509737 w 569453"/>
                <a:gd name="csY67" fmla="*/ 450977 h 592384"/>
                <a:gd name="csX68" fmla="*/ 510693 w 569453"/>
                <a:gd name="csY68" fmla="*/ 447632 h 592384"/>
                <a:gd name="csX69" fmla="*/ 510215 w 569453"/>
                <a:gd name="csY69" fmla="*/ 447632 h 592384"/>
                <a:gd name="csX70" fmla="*/ 509259 w 569453"/>
                <a:gd name="csY70" fmla="*/ 449543 h 592384"/>
                <a:gd name="csX71" fmla="*/ 506871 w 569453"/>
                <a:gd name="csY71" fmla="*/ 454321 h 592384"/>
                <a:gd name="csX72" fmla="*/ 504960 w 569453"/>
                <a:gd name="csY72" fmla="*/ 460053 h 592384"/>
                <a:gd name="csX73" fmla="*/ 503049 w 569453"/>
                <a:gd name="csY73" fmla="*/ 458143 h 592384"/>
                <a:gd name="csX74" fmla="*/ 500660 w 569453"/>
                <a:gd name="csY74" fmla="*/ 455276 h 592384"/>
                <a:gd name="csX75" fmla="*/ 499227 w 569453"/>
                <a:gd name="csY75" fmla="*/ 452410 h 592384"/>
                <a:gd name="csX76" fmla="*/ 496361 w 569453"/>
                <a:gd name="csY76" fmla="*/ 449066 h 592384"/>
                <a:gd name="csX77" fmla="*/ 493972 w 569453"/>
                <a:gd name="csY77" fmla="*/ 445244 h 592384"/>
                <a:gd name="csX78" fmla="*/ 492539 w 569453"/>
                <a:gd name="csY78" fmla="*/ 440466 h 592384"/>
                <a:gd name="csX79" fmla="*/ 492061 w 569453"/>
                <a:gd name="csY79" fmla="*/ 439511 h 592384"/>
                <a:gd name="csX80" fmla="*/ 490628 w 569453"/>
                <a:gd name="csY80" fmla="*/ 435689 h 592384"/>
                <a:gd name="csX81" fmla="*/ 490150 w 569453"/>
                <a:gd name="csY81" fmla="*/ 434734 h 592384"/>
                <a:gd name="csX82" fmla="*/ 489673 w 569453"/>
                <a:gd name="csY82" fmla="*/ 434256 h 592384"/>
                <a:gd name="csX83" fmla="*/ 488239 w 569453"/>
                <a:gd name="csY83" fmla="*/ 431867 h 592384"/>
                <a:gd name="csX84" fmla="*/ 488717 w 569453"/>
                <a:gd name="csY84" fmla="*/ 429479 h 592384"/>
                <a:gd name="csX85" fmla="*/ 490628 w 569453"/>
                <a:gd name="csY85" fmla="*/ 426135 h 592384"/>
                <a:gd name="csX86" fmla="*/ 492539 w 569453"/>
                <a:gd name="csY86" fmla="*/ 424224 h 592384"/>
                <a:gd name="csX87" fmla="*/ 495405 w 569453"/>
                <a:gd name="csY87" fmla="*/ 421835 h 592384"/>
                <a:gd name="csX88" fmla="*/ 499227 w 569453"/>
                <a:gd name="csY88" fmla="*/ 420402 h 592384"/>
                <a:gd name="csX89" fmla="*/ 500660 w 569453"/>
                <a:gd name="csY89" fmla="*/ 418013 h 592384"/>
                <a:gd name="csX90" fmla="*/ 502571 w 569453"/>
                <a:gd name="csY90" fmla="*/ 412758 h 592384"/>
                <a:gd name="csX91" fmla="*/ 504960 w 569453"/>
                <a:gd name="csY91" fmla="*/ 408936 h 592384"/>
                <a:gd name="csX92" fmla="*/ 507348 w 569453"/>
                <a:gd name="csY92" fmla="*/ 407025 h 592384"/>
                <a:gd name="csX93" fmla="*/ 505915 w 569453"/>
                <a:gd name="csY93" fmla="*/ 406548 h 592384"/>
                <a:gd name="csX94" fmla="*/ 503049 w 569453"/>
                <a:gd name="csY94" fmla="*/ 408459 h 592384"/>
                <a:gd name="csX95" fmla="*/ 501138 w 569453"/>
                <a:gd name="csY95" fmla="*/ 410847 h 592384"/>
                <a:gd name="csX96" fmla="*/ 498272 w 569453"/>
                <a:gd name="csY96" fmla="*/ 415147 h 592384"/>
                <a:gd name="csX97" fmla="*/ 495883 w 569453"/>
                <a:gd name="csY97" fmla="*/ 418013 h 592384"/>
                <a:gd name="csX98" fmla="*/ 490150 w 569453"/>
                <a:gd name="csY98" fmla="*/ 420880 h 592384"/>
                <a:gd name="csX99" fmla="*/ 487762 w 569453"/>
                <a:gd name="csY99" fmla="*/ 421835 h 592384"/>
                <a:gd name="csX100" fmla="*/ 485373 w 569453"/>
                <a:gd name="csY100" fmla="*/ 421835 h 592384"/>
                <a:gd name="csX101" fmla="*/ 479640 w 569453"/>
                <a:gd name="csY101" fmla="*/ 421357 h 592384"/>
                <a:gd name="csX102" fmla="*/ 478685 w 569453"/>
                <a:gd name="csY102" fmla="*/ 420402 h 592384"/>
                <a:gd name="csX103" fmla="*/ 479163 w 569453"/>
                <a:gd name="csY103" fmla="*/ 417536 h 592384"/>
                <a:gd name="csX104" fmla="*/ 482984 w 569453"/>
                <a:gd name="csY104" fmla="*/ 412280 h 592384"/>
                <a:gd name="csX105" fmla="*/ 482507 w 569453"/>
                <a:gd name="csY105" fmla="*/ 411803 h 592384"/>
                <a:gd name="csX106" fmla="*/ 481073 w 569453"/>
                <a:gd name="csY106" fmla="*/ 413714 h 592384"/>
                <a:gd name="csX107" fmla="*/ 479163 w 569453"/>
                <a:gd name="csY107" fmla="*/ 415147 h 592384"/>
                <a:gd name="csX108" fmla="*/ 477729 w 569453"/>
                <a:gd name="csY108" fmla="*/ 415625 h 592384"/>
                <a:gd name="csX109" fmla="*/ 474863 w 569453"/>
                <a:gd name="csY109" fmla="*/ 415625 h 592384"/>
                <a:gd name="csX110" fmla="*/ 471997 w 569453"/>
                <a:gd name="csY110" fmla="*/ 412280 h 592384"/>
                <a:gd name="csX111" fmla="*/ 471041 w 569453"/>
                <a:gd name="csY111" fmla="*/ 410847 h 592384"/>
                <a:gd name="csX112" fmla="*/ 468175 w 569453"/>
                <a:gd name="csY112" fmla="*/ 409892 h 592384"/>
                <a:gd name="csX113" fmla="*/ 466741 w 569453"/>
                <a:gd name="csY113" fmla="*/ 408936 h 592384"/>
                <a:gd name="csX114" fmla="*/ 462442 w 569453"/>
                <a:gd name="csY114" fmla="*/ 400815 h 592384"/>
                <a:gd name="csX115" fmla="*/ 461487 w 569453"/>
                <a:gd name="csY115" fmla="*/ 398426 h 592384"/>
                <a:gd name="csX116" fmla="*/ 460531 w 569453"/>
                <a:gd name="csY116" fmla="*/ 396038 h 592384"/>
                <a:gd name="csX117" fmla="*/ 459098 w 569453"/>
                <a:gd name="csY117" fmla="*/ 394604 h 592384"/>
                <a:gd name="csX118" fmla="*/ 456709 w 569453"/>
                <a:gd name="csY118" fmla="*/ 393171 h 592384"/>
                <a:gd name="csX119" fmla="*/ 456232 w 569453"/>
                <a:gd name="csY119" fmla="*/ 393171 h 592384"/>
                <a:gd name="csX120" fmla="*/ 457187 w 569453"/>
                <a:gd name="csY120" fmla="*/ 395082 h 592384"/>
                <a:gd name="csX121" fmla="*/ 457187 w 569453"/>
                <a:gd name="csY121" fmla="*/ 396515 h 592384"/>
                <a:gd name="csX122" fmla="*/ 454798 w 569453"/>
                <a:gd name="csY122" fmla="*/ 397471 h 592384"/>
                <a:gd name="csX123" fmla="*/ 452887 w 569453"/>
                <a:gd name="csY123" fmla="*/ 397471 h 592384"/>
                <a:gd name="csX124" fmla="*/ 450499 w 569453"/>
                <a:gd name="csY124" fmla="*/ 395560 h 592384"/>
                <a:gd name="csX125" fmla="*/ 450021 w 569453"/>
                <a:gd name="csY125" fmla="*/ 397949 h 592384"/>
                <a:gd name="csX126" fmla="*/ 452887 w 569453"/>
                <a:gd name="csY126" fmla="*/ 401770 h 592384"/>
                <a:gd name="csX127" fmla="*/ 452887 w 569453"/>
                <a:gd name="csY127" fmla="*/ 407025 h 592384"/>
                <a:gd name="csX128" fmla="*/ 451932 w 569453"/>
                <a:gd name="csY128" fmla="*/ 407503 h 592384"/>
                <a:gd name="csX129" fmla="*/ 450499 w 569453"/>
                <a:gd name="csY129" fmla="*/ 407981 h 592384"/>
                <a:gd name="csX130" fmla="*/ 449066 w 569453"/>
                <a:gd name="csY130" fmla="*/ 407025 h 592384"/>
                <a:gd name="csX131" fmla="*/ 445244 w 569453"/>
                <a:gd name="csY131" fmla="*/ 403204 h 592384"/>
                <a:gd name="csX132" fmla="*/ 441900 w 569453"/>
                <a:gd name="csY132" fmla="*/ 400815 h 592384"/>
                <a:gd name="csX133" fmla="*/ 439033 w 569453"/>
                <a:gd name="csY133" fmla="*/ 399382 h 592384"/>
                <a:gd name="csX134" fmla="*/ 439033 w 569453"/>
                <a:gd name="csY134" fmla="*/ 400337 h 592384"/>
                <a:gd name="csX135" fmla="*/ 440466 w 569453"/>
                <a:gd name="csY135" fmla="*/ 404637 h 592384"/>
                <a:gd name="csX136" fmla="*/ 442377 w 569453"/>
                <a:gd name="csY136" fmla="*/ 409414 h 592384"/>
                <a:gd name="csX137" fmla="*/ 445722 w 569453"/>
                <a:gd name="csY137" fmla="*/ 412758 h 592384"/>
                <a:gd name="csX138" fmla="*/ 450499 w 569453"/>
                <a:gd name="csY138" fmla="*/ 417536 h 592384"/>
                <a:gd name="csX139" fmla="*/ 452887 w 569453"/>
                <a:gd name="csY139" fmla="*/ 419924 h 592384"/>
                <a:gd name="csX140" fmla="*/ 450976 w 569453"/>
                <a:gd name="csY140" fmla="*/ 423268 h 592384"/>
                <a:gd name="csX141" fmla="*/ 449543 w 569453"/>
                <a:gd name="csY141" fmla="*/ 424701 h 592384"/>
                <a:gd name="csX142" fmla="*/ 448588 w 569453"/>
                <a:gd name="csY142" fmla="*/ 424701 h 592384"/>
                <a:gd name="csX143" fmla="*/ 445722 w 569453"/>
                <a:gd name="csY143" fmla="*/ 424701 h 592384"/>
                <a:gd name="csX144" fmla="*/ 439989 w 569453"/>
                <a:gd name="csY144" fmla="*/ 422791 h 592384"/>
                <a:gd name="csX145" fmla="*/ 437600 w 569453"/>
                <a:gd name="csY145" fmla="*/ 420880 h 592384"/>
                <a:gd name="csX146" fmla="*/ 433778 w 569453"/>
                <a:gd name="csY146" fmla="*/ 415625 h 592384"/>
                <a:gd name="csX147" fmla="*/ 427568 w 569453"/>
                <a:gd name="csY147" fmla="*/ 410370 h 592384"/>
                <a:gd name="csX148" fmla="*/ 426134 w 569453"/>
                <a:gd name="csY148" fmla="*/ 410370 h 592384"/>
                <a:gd name="csX149" fmla="*/ 421835 w 569453"/>
                <a:gd name="csY149" fmla="*/ 412280 h 592384"/>
                <a:gd name="csX150" fmla="*/ 422313 w 569453"/>
                <a:gd name="csY150" fmla="*/ 412758 h 592384"/>
                <a:gd name="csX151" fmla="*/ 425179 w 569453"/>
                <a:gd name="csY151" fmla="*/ 412758 h 592384"/>
                <a:gd name="csX152" fmla="*/ 427568 w 569453"/>
                <a:gd name="csY152" fmla="*/ 413714 h 592384"/>
                <a:gd name="csX153" fmla="*/ 432345 w 569453"/>
                <a:gd name="csY153" fmla="*/ 418013 h 592384"/>
                <a:gd name="csX154" fmla="*/ 432823 w 569453"/>
                <a:gd name="csY154" fmla="*/ 419446 h 592384"/>
                <a:gd name="csX155" fmla="*/ 431390 w 569453"/>
                <a:gd name="csY155" fmla="*/ 421357 h 592384"/>
                <a:gd name="csX156" fmla="*/ 431390 w 569453"/>
                <a:gd name="csY156" fmla="*/ 424224 h 592384"/>
                <a:gd name="csX157" fmla="*/ 432823 w 569453"/>
                <a:gd name="csY157" fmla="*/ 427090 h 592384"/>
                <a:gd name="csX158" fmla="*/ 434256 w 569453"/>
                <a:gd name="csY158" fmla="*/ 429001 h 592384"/>
                <a:gd name="csX159" fmla="*/ 437122 w 569453"/>
                <a:gd name="csY159" fmla="*/ 430434 h 592384"/>
                <a:gd name="csX160" fmla="*/ 438556 w 569453"/>
                <a:gd name="csY160" fmla="*/ 430434 h 592384"/>
                <a:gd name="csX161" fmla="*/ 439511 w 569453"/>
                <a:gd name="csY161" fmla="*/ 431390 h 592384"/>
                <a:gd name="csX162" fmla="*/ 437600 w 569453"/>
                <a:gd name="csY162" fmla="*/ 438078 h 592384"/>
                <a:gd name="csX163" fmla="*/ 437600 w 569453"/>
                <a:gd name="csY163" fmla="*/ 439989 h 592384"/>
                <a:gd name="csX164" fmla="*/ 438078 w 569453"/>
                <a:gd name="csY164" fmla="*/ 440466 h 592384"/>
                <a:gd name="csX165" fmla="*/ 438556 w 569453"/>
                <a:gd name="csY165" fmla="*/ 440466 h 592384"/>
                <a:gd name="csX166" fmla="*/ 442377 w 569453"/>
                <a:gd name="csY166" fmla="*/ 438078 h 592384"/>
                <a:gd name="csX167" fmla="*/ 443810 w 569453"/>
                <a:gd name="csY167" fmla="*/ 437122 h 592384"/>
                <a:gd name="csX168" fmla="*/ 445244 w 569453"/>
                <a:gd name="csY168" fmla="*/ 437122 h 592384"/>
                <a:gd name="csX169" fmla="*/ 446677 w 569453"/>
                <a:gd name="csY169" fmla="*/ 438078 h 592384"/>
                <a:gd name="csX170" fmla="*/ 448588 w 569453"/>
                <a:gd name="csY170" fmla="*/ 439511 h 592384"/>
                <a:gd name="csX171" fmla="*/ 449543 w 569453"/>
                <a:gd name="csY171" fmla="*/ 441422 h 592384"/>
                <a:gd name="csX172" fmla="*/ 450021 w 569453"/>
                <a:gd name="csY172" fmla="*/ 442855 h 592384"/>
                <a:gd name="csX173" fmla="*/ 450499 w 569453"/>
                <a:gd name="csY173" fmla="*/ 444288 h 592384"/>
                <a:gd name="csX174" fmla="*/ 454321 w 569453"/>
                <a:gd name="csY174" fmla="*/ 446199 h 592384"/>
                <a:gd name="csX175" fmla="*/ 453843 w 569453"/>
                <a:gd name="csY175" fmla="*/ 447155 h 592384"/>
                <a:gd name="csX176" fmla="*/ 450021 w 569453"/>
                <a:gd name="csY176" fmla="*/ 449543 h 592384"/>
                <a:gd name="csX177" fmla="*/ 450021 w 569453"/>
                <a:gd name="csY177" fmla="*/ 450021 h 592384"/>
                <a:gd name="csX178" fmla="*/ 450499 w 569453"/>
                <a:gd name="csY178" fmla="*/ 450499 h 592384"/>
                <a:gd name="csX179" fmla="*/ 452887 w 569453"/>
                <a:gd name="csY179" fmla="*/ 451932 h 592384"/>
                <a:gd name="csX180" fmla="*/ 455276 w 569453"/>
                <a:gd name="csY180" fmla="*/ 454798 h 592384"/>
                <a:gd name="csX181" fmla="*/ 456709 w 569453"/>
                <a:gd name="csY181" fmla="*/ 457665 h 592384"/>
                <a:gd name="csX182" fmla="*/ 456709 w 569453"/>
                <a:gd name="csY182" fmla="*/ 459098 h 592384"/>
                <a:gd name="csX183" fmla="*/ 456709 w 569453"/>
                <a:gd name="csY183" fmla="*/ 460531 h 592384"/>
                <a:gd name="csX184" fmla="*/ 457187 w 569453"/>
                <a:gd name="csY184" fmla="*/ 461487 h 592384"/>
                <a:gd name="csX185" fmla="*/ 458142 w 569453"/>
                <a:gd name="csY185" fmla="*/ 461487 h 592384"/>
                <a:gd name="csX186" fmla="*/ 458620 w 569453"/>
                <a:gd name="csY186" fmla="*/ 461009 h 592384"/>
                <a:gd name="csX187" fmla="*/ 459098 w 569453"/>
                <a:gd name="csY187" fmla="*/ 461009 h 592384"/>
                <a:gd name="csX188" fmla="*/ 460053 w 569453"/>
                <a:gd name="csY188" fmla="*/ 461964 h 592384"/>
                <a:gd name="csX189" fmla="*/ 460531 w 569453"/>
                <a:gd name="csY189" fmla="*/ 464353 h 592384"/>
                <a:gd name="csX190" fmla="*/ 461964 w 569453"/>
                <a:gd name="csY190" fmla="*/ 471041 h 592384"/>
                <a:gd name="csX191" fmla="*/ 462442 w 569453"/>
                <a:gd name="csY191" fmla="*/ 472952 h 592384"/>
                <a:gd name="csX192" fmla="*/ 462920 w 569453"/>
                <a:gd name="csY192" fmla="*/ 472952 h 592384"/>
                <a:gd name="csX193" fmla="*/ 462920 w 569453"/>
                <a:gd name="csY193" fmla="*/ 466264 h 592384"/>
                <a:gd name="csX194" fmla="*/ 463875 w 569453"/>
                <a:gd name="csY194" fmla="*/ 465308 h 592384"/>
                <a:gd name="csX195" fmla="*/ 466264 w 569453"/>
                <a:gd name="csY195" fmla="*/ 466264 h 592384"/>
                <a:gd name="csX196" fmla="*/ 469608 w 569453"/>
                <a:gd name="csY196" fmla="*/ 469130 h 592384"/>
                <a:gd name="csX197" fmla="*/ 471997 w 569453"/>
                <a:gd name="csY197" fmla="*/ 471519 h 592384"/>
                <a:gd name="csX198" fmla="*/ 471997 w 569453"/>
                <a:gd name="csY198" fmla="*/ 472474 h 592384"/>
                <a:gd name="csX199" fmla="*/ 470564 w 569453"/>
                <a:gd name="csY199" fmla="*/ 474863 h 592384"/>
                <a:gd name="csX200" fmla="*/ 470564 w 569453"/>
                <a:gd name="csY200" fmla="*/ 475818 h 592384"/>
                <a:gd name="csX201" fmla="*/ 471997 w 569453"/>
                <a:gd name="csY201" fmla="*/ 477252 h 592384"/>
                <a:gd name="csX202" fmla="*/ 473430 w 569453"/>
                <a:gd name="csY202" fmla="*/ 476296 h 592384"/>
                <a:gd name="csX203" fmla="*/ 474385 w 569453"/>
                <a:gd name="csY203" fmla="*/ 473908 h 592384"/>
                <a:gd name="csX204" fmla="*/ 475818 w 569453"/>
                <a:gd name="csY204" fmla="*/ 471519 h 592384"/>
                <a:gd name="csX205" fmla="*/ 477729 w 569453"/>
                <a:gd name="csY205" fmla="*/ 470086 h 592384"/>
                <a:gd name="csX206" fmla="*/ 481073 w 569453"/>
                <a:gd name="csY206" fmla="*/ 471519 h 592384"/>
                <a:gd name="csX207" fmla="*/ 483940 w 569453"/>
                <a:gd name="csY207" fmla="*/ 474863 h 592384"/>
                <a:gd name="csX208" fmla="*/ 483940 w 569453"/>
                <a:gd name="csY208" fmla="*/ 476296 h 592384"/>
                <a:gd name="csX209" fmla="*/ 485851 w 569453"/>
                <a:gd name="csY209" fmla="*/ 477729 h 592384"/>
                <a:gd name="csX210" fmla="*/ 487762 w 569453"/>
                <a:gd name="csY210" fmla="*/ 476774 h 592384"/>
                <a:gd name="csX211" fmla="*/ 490628 w 569453"/>
                <a:gd name="csY211" fmla="*/ 481073 h 592384"/>
                <a:gd name="csX212" fmla="*/ 489195 w 569453"/>
                <a:gd name="csY212" fmla="*/ 482507 h 592384"/>
                <a:gd name="csX213" fmla="*/ 485851 w 569453"/>
                <a:gd name="csY213" fmla="*/ 485373 h 592384"/>
                <a:gd name="csX214" fmla="*/ 485851 w 569453"/>
                <a:gd name="csY214" fmla="*/ 486329 h 592384"/>
                <a:gd name="csX215" fmla="*/ 486329 w 569453"/>
                <a:gd name="csY215" fmla="*/ 485851 h 592384"/>
                <a:gd name="csX216" fmla="*/ 492539 w 569453"/>
                <a:gd name="csY216" fmla="*/ 485851 h 592384"/>
                <a:gd name="csX217" fmla="*/ 494450 w 569453"/>
                <a:gd name="csY217" fmla="*/ 487284 h 592384"/>
                <a:gd name="csX218" fmla="*/ 494928 w 569453"/>
                <a:gd name="csY218" fmla="*/ 489195 h 592384"/>
                <a:gd name="csX219" fmla="*/ 492061 w 569453"/>
                <a:gd name="csY219" fmla="*/ 494928 h 592384"/>
                <a:gd name="csX220" fmla="*/ 489195 w 569453"/>
                <a:gd name="csY220" fmla="*/ 494450 h 592384"/>
                <a:gd name="csX221" fmla="*/ 486329 w 569453"/>
                <a:gd name="csY221" fmla="*/ 493972 h 592384"/>
                <a:gd name="csX222" fmla="*/ 484417 w 569453"/>
                <a:gd name="csY222" fmla="*/ 494450 h 592384"/>
                <a:gd name="csX223" fmla="*/ 484417 w 569453"/>
                <a:gd name="csY223" fmla="*/ 494928 h 592384"/>
                <a:gd name="csX224" fmla="*/ 489195 w 569453"/>
                <a:gd name="csY224" fmla="*/ 497794 h 592384"/>
                <a:gd name="csX225" fmla="*/ 490628 w 569453"/>
                <a:gd name="csY225" fmla="*/ 499705 h 592384"/>
                <a:gd name="csX226" fmla="*/ 492539 w 569453"/>
                <a:gd name="csY226" fmla="*/ 502094 h 592384"/>
                <a:gd name="csX227" fmla="*/ 493017 w 569453"/>
                <a:gd name="csY227" fmla="*/ 503527 h 592384"/>
                <a:gd name="csX228" fmla="*/ 493017 w 569453"/>
                <a:gd name="csY228" fmla="*/ 504482 h 592384"/>
                <a:gd name="csX229" fmla="*/ 492539 w 569453"/>
                <a:gd name="csY229" fmla="*/ 505915 h 592384"/>
                <a:gd name="csX230" fmla="*/ 493017 w 569453"/>
                <a:gd name="csY230" fmla="*/ 506393 h 592384"/>
                <a:gd name="csX231" fmla="*/ 495883 w 569453"/>
                <a:gd name="csY231" fmla="*/ 506871 h 592384"/>
                <a:gd name="csX232" fmla="*/ 497794 w 569453"/>
                <a:gd name="csY232" fmla="*/ 506393 h 592384"/>
                <a:gd name="csX233" fmla="*/ 500182 w 569453"/>
                <a:gd name="csY233" fmla="*/ 505915 h 592384"/>
                <a:gd name="csX234" fmla="*/ 502571 w 569453"/>
                <a:gd name="csY234" fmla="*/ 506393 h 592384"/>
                <a:gd name="csX235" fmla="*/ 502571 w 569453"/>
                <a:gd name="csY235" fmla="*/ 506871 h 592384"/>
                <a:gd name="csX236" fmla="*/ 502571 w 569453"/>
                <a:gd name="csY236" fmla="*/ 508782 h 592384"/>
                <a:gd name="csX237" fmla="*/ 500182 w 569453"/>
                <a:gd name="csY237" fmla="*/ 510693 h 592384"/>
                <a:gd name="csX238" fmla="*/ 500660 w 569453"/>
                <a:gd name="csY238" fmla="*/ 511171 h 592384"/>
                <a:gd name="csX239" fmla="*/ 503527 w 569453"/>
                <a:gd name="csY239" fmla="*/ 510693 h 592384"/>
                <a:gd name="csX240" fmla="*/ 504482 w 569453"/>
                <a:gd name="csY240" fmla="*/ 511648 h 592384"/>
                <a:gd name="csX241" fmla="*/ 505915 w 569453"/>
                <a:gd name="csY241" fmla="*/ 515948 h 592384"/>
                <a:gd name="csX242" fmla="*/ 507826 w 569453"/>
                <a:gd name="csY242" fmla="*/ 519292 h 592384"/>
                <a:gd name="csX243" fmla="*/ 506393 w 569453"/>
                <a:gd name="csY243" fmla="*/ 520247 h 592384"/>
                <a:gd name="csX244" fmla="*/ 504960 w 569453"/>
                <a:gd name="csY244" fmla="*/ 520725 h 592384"/>
                <a:gd name="csX245" fmla="*/ 504960 w 569453"/>
                <a:gd name="csY245" fmla="*/ 525025 h 592384"/>
                <a:gd name="csX246" fmla="*/ 505915 w 569453"/>
                <a:gd name="csY246" fmla="*/ 529324 h 592384"/>
                <a:gd name="csX247" fmla="*/ 505915 w 569453"/>
                <a:gd name="csY247" fmla="*/ 533624 h 592384"/>
                <a:gd name="csX248" fmla="*/ 505915 w 569453"/>
                <a:gd name="csY248" fmla="*/ 537446 h 592384"/>
                <a:gd name="csX249" fmla="*/ 504482 w 569453"/>
                <a:gd name="csY249" fmla="*/ 538401 h 592384"/>
                <a:gd name="csX250" fmla="*/ 503049 w 569453"/>
                <a:gd name="csY250" fmla="*/ 538401 h 592384"/>
                <a:gd name="csX251" fmla="*/ 502094 w 569453"/>
                <a:gd name="csY251" fmla="*/ 537446 h 592384"/>
                <a:gd name="csX252" fmla="*/ 498272 w 569453"/>
                <a:gd name="csY252" fmla="*/ 525980 h 592384"/>
                <a:gd name="csX253" fmla="*/ 497316 w 569453"/>
                <a:gd name="csY253" fmla="*/ 524069 h 592384"/>
                <a:gd name="csX254" fmla="*/ 496361 w 569453"/>
                <a:gd name="csY254" fmla="*/ 522158 h 592384"/>
                <a:gd name="csX255" fmla="*/ 492539 w 569453"/>
                <a:gd name="csY255" fmla="*/ 516903 h 592384"/>
                <a:gd name="csX256" fmla="*/ 492539 w 569453"/>
                <a:gd name="csY256" fmla="*/ 517859 h 592384"/>
                <a:gd name="csX257" fmla="*/ 493494 w 569453"/>
                <a:gd name="csY257" fmla="*/ 520247 h 592384"/>
                <a:gd name="csX258" fmla="*/ 494450 w 569453"/>
                <a:gd name="csY258" fmla="*/ 523591 h 592384"/>
                <a:gd name="csX259" fmla="*/ 495405 w 569453"/>
                <a:gd name="csY259" fmla="*/ 530280 h 592384"/>
                <a:gd name="csX260" fmla="*/ 495883 w 569453"/>
                <a:gd name="csY260" fmla="*/ 534579 h 592384"/>
                <a:gd name="csX261" fmla="*/ 495883 w 569453"/>
                <a:gd name="csY261" fmla="*/ 536490 h 592384"/>
                <a:gd name="csX262" fmla="*/ 494928 w 569453"/>
                <a:gd name="csY262" fmla="*/ 536490 h 592384"/>
                <a:gd name="csX263" fmla="*/ 494928 w 569453"/>
                <a:gd name="csY263" fmla="*/ 537446 h 592384"/>
                <a:gd name="csX264" fmla="*/ 494928 w 569453"/>
                <a:gd name="csY264" fmla="*/ 538879 h 592384"/>
                <a:gd name="csX265" fmla="*/ 498272 w 569453"/>
                <a:gd name="csY265" fmla="*/ 543178 h 592384"/>
                <a:gd name="csX266" fmla="*/ 499705 w 569453"/>
                <a:gd name="csY266" fmla="*/ 545567 h 592384"/>
                <a:gd name="csX267" fmla="*/ 500660 w 569453"/>
                <a:gd name="csY267" fmla="*/ 548433 h 592384"/>
                <a:gd name="csX268" fmla="*/ 501616 w 569453"/>
                <a:gd name="csY268" fmla="*/ 550344 h 592384"/>
                <a:gd name="csX269" fmla="*/ 502571 w 569453"/>
                <a:gd name="csY269" fmla="*/ 551300 h 592384"/>
                <a:gd name="csX270" fmla="*/ 502571 w 569453"/>
                <a:gd name="csY270" fmla="*/ 551778 h 592384"/>
                <a:gd name="csX271" fmla="*/ 501138 w 569453"/>
                <a:gd name="csY271" fmla="*/ 552733 h 592384"/>
                <a:gd name="csX272" fmla="*/ 498749 w 569453"/>
                <a:gd name="csY272" fmla="*/ 552733 h 592384"/>
                <a:gd name="csX273" fmla="*/ 497794 w 569453"/>
                <a:gd name="csY273" fmla="*/ 552733 h 592384"/>
                <a:gd name="csX274" fmla="*/ 493494 w 569453"/>
                <a:gd name="csY274" fmla="*/ 549867 h 592384"/>
                <a:gd name="csX275" fmla="*/ 493017 w 569453"/>
                <a:gd name="csY275" fmla="*/ 550822 h 592384"/>
                <a:gd name="csX276" fmla="*/ 495405 w 569453"/>
                <a:gd name="csY276" fmla="*/ 559899 h 592384"/>
                <a:gd name="csX277" fmla="*/ 494928 w 569453"/>
                <a:gd name="csY277" fmla="*/ 562287 h 592384"/>
                <a:gd name="csX278" fmla="*/ 493972 w 569453"/>
                <a:gd name="csY278" fmla="*/ 562765 h 592384"/>
                <a:gd name="csX279" fmla="*/ 492539 w 569453"/>
                <a:gd name="csY279" fmla="*/ 562287 h 592384"/>
                <a:gd name="csX280" fmla="*/ 491106 w 569453"/>
                <a:gd name="csY280" fmla="*/ 559421 h 592384"/>
                <a:gd name="csX281" fmla="*/ 488239 w 569453"/>
                <a:gd name="csY281" fmla="*/ 556555 h 592384"/>
                <a:gd name="csX282" fmla="*/ 484895 w 569453"/>
                <a:gd name="csY282" fmla="*/ 553211 h 592384"/>
                <a:gd name="csX283" fmla="*/ 481551 w 569453"/>
                <a:gd name="csY283" fmla="*/ 550822 h 592384"/>
                <a:gd name="csX284" fmla="*/ 480596 w 569453"/>
                <a:gd name="csY284" fmla="*/ 550822 h 592384"/>
                <a:gd name="csX285" fmla="*/ 480118 w 569453"/>
                <a:gd name="csY285" fmla="*/ 551778 h 592384"/>
                <a:gd name="csX286" fmla="*/ 479640 w 569453"/>
                <a:gd name="csY286" fmla="*/ 551778 h 592384"/>
                <a:gd name="csX287" fmla="*/ 479163 w 569453"/>
                <a:gd name="csY287" fmla="*/ 551300 h 592384"/>
                <a:gd name="csX288" fmla="*/ 477729 w 569453"/>
                <a:gd name="csY288" fmla="*/ 549389 h 592384"/>
                <a:gd name="csX289" fmla="*/ 476774 w 569453"/>
                <a:gd name="csY289" fmla="*/ 547956 h 592384"/>
                <a:gd name="csX290" fmla="*/ 471997 w 569453"/>
                <a:gd name="csY290" fmla="*/ 543656 h 592384"/>
                <a:gd name="csX291" fmla="*/ 471519 w 569453"/>
                <a:gd name="csY291" fmla="*/ 543656 h 592384"/>
                <a:gd name="csX292" fmla="*/ 471997 w 569453"/>
                <a:gd name="csY292" fmla="*/ 545089 h 592384"/>
                <a:gd name="csX293" fmla="*/ 472474 w 569453"/>
                <a:gd name="csY293" fmla="*/ 547956 h 592384"/>
                <a:gd name="csX294" fmla="*/ 471997 w 569453"/>
                <a:gd name="csY294" fmla="*/ 548433 h 592384"/>
                <a:gd name="csX295" fmla="*/ 470564 w 569453"/>
                <a:gd name="csY295" fmla="*/ 548433 h 592384"/>
                <a:gd name="csX296" fmla="*/ 468175 w 569453"/>
                <a:gd name="csY296" fmla="*/ 547000 h 592384"/>
                <a:gd name="csX297" fmla="*/ 466264 w 569453"/>
                <a:gd name="csY297" fmla="*/ 544134 h 592384"/>
                <a:gd name="csX298" fmla="*/ 464353 w 569453"/>
                <a:gd name="csY298" fmla="*/ 539357 h 592384"/>
                <a:gd name="csX299" fmla="*/ 463398 w 569453"/>
                <a:gd name="csY299" fmla="*/ 537446 h 592384"/>
                <a:gd name="csX300" fmla="*/ 463398 w 569453"/>
                <a:gd name="csY300" fmla="*/ 538879 h 592384"/>
                <a:gd name="csX301" fmla="*/ 463875 w 569453"/>
                <a:gd name="csY301" fmla="*/ 543178 h 592384"/>
                <a:gd name="csX302" fmla="*/ 463875 w 569453"/>
                <a:gd name="csY302" fmla="*/ 545089 h 592384"/>
                <a:gd name="csX303" fmla="*/ 462442 w 569453"/>
                <a:gd name="csY303" fmla="*/ 545089 h 592384"/>
                <a:gd name="csX304" fmla="*/ 461964 w 569453"/>
                <a:gd name="csY304" fmla="*/ 545089 h 592384"/>
                <a:gd name="csX305" fmla="*/ 461487 w 569453"/>
                <a:gd name="csY305" fmla="*/ 543656 h 592384"/>
                <a:gd name="csX306" fmla="*/ 461009 w 569453"/>
                <a:gd name="csY306" fmla="*/ 541745 h 592384"/>
                <a:gd name="csX307" fmla="*/ 459575 w 569453"/>
                <a:gd name="csY307" fmla="*/ 539834 h 592384"/>
                <a:gd name="csX308" fmla="*/ 458142 w 569453"/>
                <a:gd name="csY308" fmla="*/ 538879 h 592384"/>
                <a:gd name="csX309" fmla="*/ 457187 w 569453"/>
                <a:gd name="csY309" fmla="*/ 537923 h 592384"/>
                <a:gd name="csX310" fmla="*/ 456232 w 569453"/>
                <a:gd name="csY310" fmla="*/ 536012 h 592384"/>
                <a:gd name="csX311" fmla="*/ 456232 w 569453"/>
                <a:gd name="csY311" fmla="*/ 535535 h 592384"/>
                <a:gd name="csX312" fmla="*/ 452887 w 569453"/>
                <a:gd name="csY312" fmla="*/ 536012 h 592384"/>
                <a:gd name="csX313" fmla="*/ 451454 w 569453"/>
                <a:gd name="csY313" fmla="*/ 534579 h 592384"/>
                <a:gd name="csX314" fmla="*/ 446677 w 569453"/>
                <a:gd name="csY314" fmla="*/ 528846 h 592384"/>
                <a:gd name="csX315" fmla="*/ 442377 w 569453"/>
                <a:gd name="csY315" fmla="*/ 522636 h 592384"/>
                <a:gd name="csX316" fmla="*/ 439511 w 569453"/>
                <a:gd name="csY316" fmla="*/ 519292 h 592384"/>
                <a:gd name="csX317" fmla="*/ 438556 w 569453"/>
                <a:gd name="csY317" fmla="*/ 518336 h 592384"/>
                <a:gd name="csX318" fmla="*/ 439989 w 569453"/>
                <a:gd name="csY318" fmla="*/ 522636 h 592384"/>
                <a:gd name="csX319" fmla="*/ 441900 w 569453"/>
                <a:gd name="csY319" fmla="*/ 528369 h 592384"/>
                <a:gd name="csX320" fmla="*/ 441900 w 569453"/>
                <a:gd name="csY320" fmla="*/ 531235 h 592384"/>
                <a:gd name="csX321" fmla="*/ 441422 w 569453"/>
                <a:gd name="csY321" fmla="*/ 531235 h 592384"/>
                <a:gd name="csX322" fmla="*/ 439989 w 569453"/>
                <a:gd name="csY322" fmla="*/ 529802 h 592384"/>
                <a:gd name="csX323" fmla="*/ 431867 w 569453"/>
                <a:gd name="csY323" fmla="*/ 522158 h 592384"/>
                <a:gd name="csX324" fmla="*/ 426612 w 569453"/>
                <a:gd name="csY324" fmla="*/ 518814 h 592384"/>
                <a:gd name="csX325" fmla="*/ 424224 w 569453"/>
                <a:gd name="csY325" fmla="*/ 517859 h 592384"/>
                <a:gd name="csX326" fmla="*/ 419446 w 569453"/>
                <a:gd name="csY326" fmla="*/ 517381 h 592384"/>
                <a:gd name="csX327" fmla="*/ 418491 w 569453"/>
                <a:gd name="csY327" fmla="*/ 519770 h 592384"/>
                <a:gd name="csX328" fmla="*/ 420880 w 569453"/>
                <a:gd name="csY328" fmla="*/ 524069 h 592384"/>
                <a:gd name="csX329" fmla="*/ 423268 w 569453"/>
                <a:gd name="csY329" fmla="*/ 527413 h 592384"/>
                <a:gd name="csX330" fmla="*/ 425657 w 569453"/>
                <a:gd name="csY330" fmla="*/ 529324 h 592384"/>
                <a:gd name="csX331" fmla="*/ 429001 w 569453"/>
                <a:gd name="csY331" fmla="*/ 534101 h 592384"/>
                <a:gd name="csX332" fmla="*/ 432345 w 569453"/>
                <a:gd name="csY332" fmla="*/ 539357 h 592384"/>
                <a:gd name="csX333" fmla="*/ 433778 w 569453"/>
                <a:gd name="csY333" fmla="*/ 541267 h 592384"/>
                <a:gd name="csX334" fmla="*/ 438078 w 569453"/>
                <a:gd name="csY334" fmla="*/ 543656 h 592384"/>
                <a:gd name="csX335" fmla="*/ 440466 w 569453"/>
                <a:gd name="csY335" fmla="*/ 544134 h 592384"/>
                <a:gd name="csX336" fmla="*/ 442855 w 569453"/>
                <a:gd name="csY336" fmla="*/ 544134 h 592384"/>
                <a:gd name="csX337" fmla="*/ 443333 w 569453"/>
                <a:gd name="csY337" fmla="*/ 545089 h 592384"/>
                <a:gd name="csX338" fmla="*/ 441900 w 569453"/>
                <a:gd name="csY338" fmla="*/ 546522 h 592384"/>
                <a:gd name="csX339" fmla="*/ 441900 w 569453"/>
                <a:gd name="csY339" fmla="*/ 547478 h 592384"/>
                <a:gd name="csX340" fmla="*/ 447155 w 569453"/>
                <a:gd name="csY340" fmla="*/ 550344 h 592384"/>
                <a:gd name="csX341" fmla="*/ 449066 w 569453"/>
                <a:gd name="csY341" fmla="*/ 551300 h 592384"/>
                <a:gd name="csX342" fmla="*/ 450976 w 569453"/>
                <a:gd name="csY342" fmla="*/ 553688 h 592384"/>
                <a:gd name="csX343" fmla="*/ 452410 w 569453"/>
                <a:gd name="csY343" fmla="*/ 554166 h 592384"/>
                <a:gd name="csX344" fmla="*/ 456709 w 569453"/>
                <a:gd name="csY344" fmla="*/ 559899 h 592384"/>
                <a:gd name="csX345" fmla="*/ 458142 w 569453"/>
                <a:gd name="csY345" fmla="*/ 560854 h 592384"/>
                <a:gd name="csX346" fmla="*/ 461964 w 569453"/>
                <a:gd name="csY346" fmla="*/ 562765 h 592384"/>
                <a:gd name="csX347" fmla="*/ 463398 w 569453"/>
                <a:gd name="csY347" fmla="*/ 563721 h 592384"/>
                <a:gd name="csX348" fmla="*/ 465786 w 569453"/>
                <a:gd name="csY348" fmla="*/ 567543 h 592384"/>
                <a:gd name="csX349" fmla="*/ 467219 w 569453"/>
                <a:gd name="csY349" fmla="*/ 569453 h 592384"/>
                <a:gd name="csX350" fmla="*/ 469130 w 569453"/>
                <a:gd name="csY350" fmla="*/ 573753 h 592384"/>
                <a:gd name="csX351" fmla="*/ 470564 w 569453"/>
                <a:gd name="csY351" fmla="*/ 575664 h 592384"/>
                <a:gd name="csX352" fmla="*/ 474385 w 569453"/>
                <a:gd name="csY352" fmla="*/ 578053 h 592384"/>
                <a:gd name="csX353" fmla="*/ 475818 w 569453"/>
                <a:gd name="csY353" fmla="*/ 578530 h 592384"/>
                <a:gd name="csX354" fmla="*/ 476774 w 569453"/>
                <a:gd name="csY354" fmla="*/ 579486 h 592384"/>
                <a:gd name="csX355" fmla="*/ 476296 w 569453"/>
                <a:gd name="csY355" fmla="*/ 581397 h 592384"/>
                <a:gd name="csX356" fmla="*/ 475818 w 569453"/>
                <a:gd name="csY356" fmla="*/ 581874 h 592384"/>
                <a:gd name="csX357" fmla="*/ 473430 w 569453"/>
                <a:gd name="csY357" fmla="*/ 583308 h 592384"/>
                <a:gd name="csX358" fmla="*/ 473907 w 569453"/>
                <a:gd name="csY358" fmla="*/ 585219 h 592384"/>
                <a:gd name="csX359" fmla="*/ 475341 w 569453"/>
                <a:gd name="csY359" fmla="*/ 588563 h 592384"/>
                <a:gd name="csX360" fmla="*/ 475341 w 569453"/>
                <a:gd name="csY360" fmla="*/ 590951 h 592384"/>
                <a:gd name="csX361" fmla="*/ 473907 w 569453"/>
                <a:gd name="csY361" fmla="*/ 591429 h 592384"/>
                <a:gd name="csX362" fmla="*/ 471041 w 569453"/>
                <a:gd name="csY362" fmla="*/ 592385 h 592384"/>
                <a:gd name="csX363" fmla="*/ 470086 w 569453"/>
                <a:gd name="csY363" fmla="*/ 592385 h 592384"/>
                <a:gd name="csX364" fmla="*/ 467697 w 569453"/>
                <a:gd name="csY364" fmla="*/ 591429 h 592384"/>
                <a:gd name="csX365" fmla="*/ 465308 w 569453"/>
                <a:gd name="csY365" fmla="*/ 590474 h 592384"/>
                <a:gd name="csX366" fmla="*/ 460531 w 569453"/>
                <a:gd name="csY366" fmla="*/ 587129 h 592384"/>
                <a:gd name="csX367" fmla="*/ 452887 w 569453"/>
                <a:gd name="csY367" fmla="*/ 584741 h 592384"/>
                <a:gd name="csX368" fmla="*/ 450021 w 569453"/>
                <a:gd name="csY368" fmla="*/ 583308 h 592384"/>
                <a:gd name="csX369" fmla="*/ 449066 w 569453"/>
                <a:gd name="csY369" fmla="*/ 582352 h 592384"/>
                <a:gd name="csX370" fmla="*/ 447632 w 569453"/>
                <a:gd name="csY370" fmla="*/ 581397 h 592384"/>
                <a:gd name="csX371" fmla="*/ 429001 w 569453"/>
                <a:gd name="csY371" fmla="*/ 578053 h 592384"/>
                <a:gd name="csX372" fmla="*/ 426134 w 569453"/>
                <a:gd name="csY372" fmla="*/ 577575 h 592384"/>
                <a:gd name="csX373" fmla="*/ 424224 w 569453"/>
                <a:gd name="csY373" fmla="*/ 576619 h 592384"/>
                <a:gd name="csX374" fmla="*/ 422313 w 569453"/>
                <a:gd name="csY374" fmla="*/ 575186 h 592384"/>
                <a:gd name="csX375" fmla="*/ 415147 w 569453"/>
                <a:gd name="csY375" fmla="*/ 571842 h 592384"/>
                <a:gd name="csX376" fmla="*/ 414191 w 569453"/>
                <a:gd name="csY376" fmla="*/ 570887 h 592384"/>
                <a:gd name="csX377" fmla="*/ 409414 w 569453"/>
                <a:gd name="csY377" fmla="*/ 565154 h 592384"/>
                <a:gd name="csX378" fmla="*/ 406070 w 569453"/>
                <a:gd name="csY378" fmla="*/ 558466 h 592384"/>
                <a:gd name="csX379" fmla="*/ 404637 w 569453"/>
                <a:gd name="csY379" fmla="*/ 557510 h 592384"/>
                <a:gd name="csX380" fmla="*/ 400815 w 569453"/>
                <a:gd name="csY380" fmla="*/ 556555 h 592384"/>
                <a:gd name="csX381" fmla="*/ 397471 w 569453"/>
                <a:gd name="csY381" fmla="*/ 557032 h 592384"/>
                <a:gd name="csX382" fmla="*/ 395560 w 569453"/>
                <a:gd name="csY382" fmla="*/ 557510 h 592384"/>
                <a:gd name="csX383" fmla="*/ 392216 w 569453"/>
                <a:gd name="csY383" fmla="*/ 557510 h 592384"/>
                <a:gd name="csX384" fmla="*/ 390305 w 569453"/>
                <a:gd name="csY384" fmla="*/ 556555 h 592384"/>
                <a:gd name="csX385" fmla="*/ 385527 w 569453"/>
                <a:gd name="csY385" fmla="*/ 553211 h 592384"/>
                <a:gd name="csX386" fmla="*/ 381228 w 569453"/>
                <a:gd name="csY386" fmla="*/ 551778 h 592384"/>
                <a:gd name="csX387" fmla="*/ 376928 w 569453"/>
                <a:gd name="csY387" fmla="*/ 548911 h 592384"/>
                <a:gd name="csX388" fmla="*/ 375018 w 569453"/>
                <a:gd name="csY388" fmla="*/ 547956 h 592384"/>
                <a:gd name="csX389" fmla="*/ 375018 w 569453"/>
                <a:gd name="csY389" fmla="*/ 547478 h 592384"/>
                <a:gd name="csX390" fmla="*/ 378361 w 569453"/>
                <a:gd name="csY390" fmla="*/ 543178 h 592384"/>
                <a:gd name="csX391" fmla="*/ 377406 w 569453"/>
                <a:gd name="csY391" fmla="*/ 543178 h 592384"/>
                <a:gd name="csX392" fmla="*/ 372151 w 569453"/>
                <a:gd name="csY392" fmla="*/ 546522 h 592384"/>
                <a:gd name="csX393" fmla="*/ 370240 w 569453"/>
                <a:gd name="csY393" fmla="*/ 545567 h 592384"/>
                <a:gd name="csX394" fmla="*/ 367374 w 569453"/>
                <a:gd name="csY394" fmla="*/ 543178 h 592384"/>
                <a:gd name="csX395" fmla="*/ 364985 w 569453"/>
                <a:gd name="csY395" fmla="*/ 540312 h 592384"/>
                <a:gd name="csX396" fmla="*/ 360208 w 569453"/>
                <a:gd name="csY396" fmla="*/ 533624 h 592384"/>
                <a:gd name="csX397" fmla="*/ 357342 w 569453"/>
                <a:gd name="csY397" fmla="*/ 531235 h 592384"/>
                <a:gd name="csX398" fmla="*/ 357819 w 569453"/>
                <a:gd name="csY398" fmla="*/ 530757 h 592384"/>
                <a:gd name="csX399" fmla="*/ 360686 w 569453"/>
                <a:gd name="csY399" fmla="*/ 530280 h 592384"/>
                <a:gd name="csX400" fmla="*/ 363552 w 569453"/>
                <a:gd name="csY400" fmla="*/ 530757 h 592384"/>
                <a:gd name="csX401" fmla="*/ 364985 w 569453"/>
                <a:gd name="csY401" fmla="*/ 530280 h 592384"/>
                <a:gd name="csX402" fmla="*/ 368329 w 569453"/>
                <a:gd name="csY402" fmla="*/ 527413 h 592384"/>
                <a:gd name="csX403" fmla="*/ 369285 w 569453"/>
                <a:gd name="csY403" fmla="*/ 525502 h 592384"/>
                <a:gd name="csX404" fmla="*/ 369762 w 569453"/>
                <a:gd name="csY404" fmla="*/ 524547 h 592384"/>
                <a:gd name="csX405" fmla="*/ 366896 w 569453"/>
                <a:gd name="csY405" fmla="*/ 524547 h 592384"/>
                <a:gd name="csX406" fmla="*/ 366418 w 569453"/>
                <a:gd name="csY406" fmla="*/ 523591 h 592384"/>
                <a:gd name="csX407" fmla="*/ 365941 w 569453"/>
                <a:gd name="csY407" fmla="*/ 522636 h 592384"/>
                <a:gd name="csX408" fmla="*/ 364508 w 569453"/>
                <a:gd name="csY408" fmla="*/ 521203 h 592384"/>
                <a:gd name="csX409" fmla="*/ 362596 w 569453"/>
                <a:gd name="csY409" fmla="*/ 519292 h 592384"/>
                <a:gd name="csX410" fmla="*/ 360686 w 569453"/>
                <a:gd name="csY410" fmla="*/ 518814 h 592384"/>
                <a:gd name="csX411" fmla="*/ 353042 w 569453"/>
                <a:gd name="csY411" fmla="*/ 519292 h 592384"/>
                <a:gd name="csX412" fmla="*/ 351609 w 569453"/>
                <a:gd name="csY412" fmla="*/ 518336 h 592384"/>
                <a:gd name="csX413" fmla="*/ 351609 w 569453"/>
                <a:gd name="csY413" fmla="*/ 517381 h 592384"/>
                <a:gd name="csX414" fmla="*/ 353042 w 569453"/>
                <a:gd name="csY414" fmla="*/ 514037 h 592384"/>
                <a:gd name="csX415" fmla="*/ 353997 w 569453"/>
                <a:gd name="csY415" fmla="*/ 512604 h 592384"/>
                <a:gd name="csX416" fmla="*/ 353997 w 569453"/>
                <a:gd name="csY416" fmla="*/ 512126 h 592384"/>
                <a:gd name="csX417" fmla="*/ 353997 w 569453"/>
                <a:gd name="csY417" fmla="*/ 511648 h 592384"/>
                <a:gd name="csX418" fmla="*/ 353042 w 569453"/>
                <a:gd name="csY418" fmla="*/ 511648 h 592384"/>
                <a:gd name="csX419" fmla="*/ 348265 w 569453"/>
                <a:gd name="csY419" fmla="*/ 514992 h 592384"/>
                <a:gd name="csX420" fmla="*/ 347309 w 569453"/>
                <a:gd name="csY420" fmla="*/ 514515 h 592384"/>
                <a:gd name="csX421" fmla="*/ 345876 w 569453"/>
                <a:gd name="csY421" fmla="*/ 511648 h 592384"/>
                <a:gd name="csX422" fmla="*/ 344443 w 569453"/>
                <a:gd name="csY422" fmla="*/ 507826 h 592384"/>
                <a:gd name="csX423" fmla="*/ 343965 w 569453"/>
                <a:gd name="csY423" fmla="*/ 506393 h 592384"/>
                <a:gd name="csX424" fmla="*/ 343010 w 569453"/>
                <a:gd name="csY424" fmla="*/ 505915 h 592384"/>
                <a:gd name="csX425" fmla="*/ 339188 w 569453"/>
                <a:gd name="csY425" fmla="*/ 502571 h 592384"/>
                <a:gd name="csX426" fmla="*/ 333933 w 569453"/>
                <a:gd name="csY426" fmla="*/ 495405 h 592384"/>
                <a:gd name="csX427" fmla="*/ 332022 w 569453"/>
                <a:gd name="csY427" fmla="*/ 493494 h 592384"/>
                <a:gd name="csX428" fmla="*/ 330111 w 569453"/>
                <a:gd name="csY428" fmla="*/ 491584 h 592384"/>
                <a:gd name="csX429" fmla="*/ 328678 w 569453"/>
                <a:gd name="csY429" fmla="*/ 490628 h 592384"/>
                <a:gd name="csX430" fmla="*/ 328678 w 569453"/>
                <a:gd name="csY430" fmla="*/ 489673 h 592384"/>
                <a:gd name="csX431" fmla="*/ 332022 w 569453"/>
                <a:gd name="csY431" fmla="*/ 483940 h 592384"/>
                <a:gd name="csX432" fmla="*/ 332022 w 569453"/>
                <a:gd name="csY432" fmla="*/ 482984 h 592384"/>
                <a:gd name="csX433" fmla="*/ 329155 w 569453"/>
                <a:gd name="csY433" fmla="*/ 483462 h 592384"/>
                <a:gd name="csX434" fmla="*/ 324856 w 569453"/>
                <a:gd name="csY434" fmla="*/ 482029 h 592384"/>
                <a:gd name="csX435" fmla="*/ 322945 w 569453"/>
                <a:gd name="csY435" fmla="*/ 483462 h 592384"/>
                <a:gd name="csX436" fmla="*/ 321989 w 569453"/>
                <a:gd name="csY436" fmla="*/ 483462 h 592384"/>
                <a:gd name="csX437" fmla="*/ 320079 w 569453"/>
                <a:gd name="csY437" fmla="*/ 482984 h 592384"/>
                <a:gd name="csX438" fmla="*/ 319601 w 569453"/>
                <a:gd name="csY438" fmla="*/ 482984 h 592384"/>
                <a:gd name="csX439" fmla="*/ 318645 w 569453"/>
                <a:gd name="csY439" fmla="*/ 487762 h 592384"/>
                <a:gd name="csX440" fmla="*/ 318168 w 569453"/>
                <a:gd name="csY440" fmla="*/ 489195 h 592384"/>
                <a:gd name="csX441" fmla="*/ 317212 w 569453"/>
                <a:gd name="csY441" fmla="*/ 489673 h 592384"/>
                <a:gd name="csX442" fmla="*/ 316257 w 569453"/>
                <a:gd name="csY442" fmla="*/ 489673 h 592384"/>
                <a:gd name="csX443" fmla="*/ 315779 w 569453"/>
                <a:gd name="csY443" fmla="*/ 488717 h 592384"/>
                <a:gd name="csX444" fmla="*/ 315779 w 569453"/>
                <a:gd name="csY444" fmla="*/ 487762 h 592384"/>
                <a:gd name="csX445" fmla="*/ 315301 w 569453"/>
                <a:gd name="csY445" fmla="*/ 482029 h 592384"/>
                <a:gd name="csX446" fmla="*/ 313390 w 569453"/>
                <a:gd name="csY446" fmla="*/ 481073 h 592384"/>
                <a:gd name="csX447" fmla="*/ 309569 w 569453"/>
                <a:gd name="csY447" fmla="*/ 480596 h 592384"/>
                <a:gd name="csX448" fmla="*/ 308613 w 569453"/>
                <a:gd name="csY448" fmla="*/ 480118 h 592384"/>
                <a:gd name="csX449" fmla="*/ 307658 w 569453"/>
                <a:gd name="csY449" fmla="*/ 479163 h 592384"/>
                <a:gd name="csX450" fmla="*/ 306702 w 569453"/>
                <a:gd name="csY450" fmla="*/ 477252 h 592384"/>
                <a:gd name="csX451" fmla="*/ 305747 w 569453"/>
                <a:gd name="csY451" fmla="*/ 474385 h 592384"/>
                <a:gd name="csX452" fmla="*/ 305269 w 569453"/>
                <a:gd name="csY452" fmla="*/ 472474 h 592384"/>
                <a:gd name="csX453" fmla="*/ 304313 w 569453"/>
                <a:gd name="csY453" fmla="*/ 472474 h 592384"/>
                <a:gd name="csX454" fmla="*/ 303358 w 569453"/>
                <a:gd name="csY454" fmla="*/ 472474 h 592384"/>
                <a:gd name="csX455" fmla="*/ 302880 w 569453"/>
                <a:gd name="csY455" fmla="*/ 473430 h 592384"/>
                <a:gd name="csX456" fmla="*/ 301447 w 569453"/>
                <a:gd name="csY456" fmla="*/ 473908 h 592384"/>
                <a:gd name="csX457" fmla="*/ 299536 w 569453"/>
                <a:gd name="csY457" fmla="*/ 473908 h 592384"/>
                <a:gd name="csX458" fmla="*/ 299536 w 569453"/>
                <a:gd name="csY458" fmla="*/ 475341 h 592384"/>
                <a:gd name="csX459" fmla="*/ 301447 w 569453"/>
                <a:gd name="csY459" fmla="*/ 477252 h 592384"/>
                <a:gd name="csX460" fmla="*/ 303358 w 569453"/>
                <a:gd name="csY460" fmla="*/ 480118 h 592384"/>
                <a:gd name="csX461" fmla="*/ 304791 w 569453"/>
                <a:gd name="csY461" fmla="*/ 483940 h 592384"/>
                <a:gd name="csX462" fmla="*/ 303836 w 569453"/>
                <a:gd name="csY462" fmla="*/ 486806 h 592384"/>
                <a:gd name="csX463" fmla="*/ 300014 w 569453"/>
                <a:gd name="csY463" fmla="*/ 487762 h 592384"/>
                <a:gd name="csX464" fmla="*/ 296670 w 569453"/>
                <a:gd name="csY464" fmla="*/ 488239 h 592384"/>
                <a:gd name="csX465" fmla="*/ 293326 w 569453"/>
                <a:gd name="csY465" fmla="*/ 487762 h 592384"/>
                <a:gd name="csX466" fmla="*/ 291415 w 569453"/>
                <a:gd name="csY466" fmla="*/ 486806 h 592384"/>
                <a:gd name="csX467" fmla="*/ 288071 w 569453"/>
                <a:gd name="csY467" fmla="*/ 484895 h 592384"/>
                <a:gd name="csX468" fmla="*/ 283771 w 569453"/>
                <a:gd name="csY468" fmla="*/ 485373 h 592384"/>
                <a:gd name="csX469" fmla="*/ 282816 w 569453"/>
                <a:gd name="csY469" fmla="*/ 491106 h 592384"/>
                <a:gd name="csX470" fmla="*/ 281860 w 569453"/>
                <a:gd name="csY470" fmla="*/ 491106 h 592384"/>
                <a:gd name="csX471" fmla="*/ 277561 w 569453"/>
                <a:gd name="csY471" fmla="*/ 491106 h 592384"/>
                <a:gd name="csX472" fmla="*/ 275650 w 569453"/>
                <a:gd name="csY472" fmla="*/ 491584 h 592384"/>
                <a:gd name="csX473" fmla="*/ 269917 w 569453"/>
                <a:gd name="csY473" fmla="*/ 494928 h 592384"/>
                <a:gd name="csX474" fmla="*/ 268006 w 569453"/>
                <a:gd name="csY474" fmla="*/ 494928 h 592384"/>
                <a:gd name="csX475" fmla="*/ 267051 w 569453"/>
                <a:gd name="csY475" fmla="*/ 494928 h 592384"/>
                <a:gd name="csX476" fmla="*/ 265617 w 569453"/>
                <a:gd name="csY476" fmla="*/ 495405 h 592384"/>
                <a:gd name="csX477" fmla="*/ 263706 w 569453"/>
                <a:gd name="csY477" fmla="*/ 497316 h 592384"/>
                <a:gd name="csX478" fmla="*/ 260840 w 569453"/>
                <a:gd name="csY478" fmla="*/ 497316 h 592384"/>
                <a:gd name="csX479" fmla="*/ 257496 w 569453"/>
                <a:gd name="csY479" fmla="*/ 495883 h 592384"/>
                <a:gd name="csX480" fmla="*/ 255107 w 569453"/>
                <a:gd name="csY480" fmla="*/ 495405 h 592384"/>
                <a:gd name="csX481" fmla="*/ 252719 w 569453"/>
                <a:gd name="csY481" fmla="*/ 495883 h 592384"/>
                <a:gd name="csX482" fmla="*/ 250330 w 569453"/>
                <a:gd name="csY482" fmla="*/ 494928 h 592384"/>
                <a:gd name="csX483" fmla="*/ 247941 w 569453"/>
                <a:gd name="csY483" fmla="*/ 493017 h 592384"/>
                <a:gd name="csX484" fmla="*/ 245553 w 569453"/>
                <a:gd name="csY484" fmla="*/ 492061 h 592384"/>
                <a:gd name="csX485" fmla="*/ 243164 w 569453"/>
                <a:gd name="csY485" fmla="*/ 492539 h 592384"/>
                <a:gd name="csX486" fmla="*/ 242686 w 569453"/>
                <a:gd name="csY486" fmla="*/ 492061 h 592384"/>
                <a:gd name="csX487" fmla="*/ 238865 w 569453"/>
                <a:gd name="csY487" fmla="*/ 488239 h 592384"/>
                <a:gd name="csX488" fmla="*/ 237431 w 569453"/>
                <a:gd name="csY488" fmla="*/ 486329 h 592384"/>
                <a:gd name="csX489" fmla="*/ 235043 w 569453"/>
                <a:gd name="csY489" fmla="*/ 481551 h 592384"/>
                <a:gd name="csX490" fmla="*/ 234565 w 569453"/>
                <a:gd name="csY490" fmla="*/ 479640 h 592384"/>
                <a:gd name="csX491" fmla="*/ 234087 w 569453"/>
                <a:gd name="csY491" fmla="*/ 477252 h 592384"/>
                <a:gd name="csX492" fmla="*/ 234565 w 569453"/>
                <a:gd name="csY492" fmla="*/ 475818 h 592384"/>
                <a:gd name="csX493" fmla="*/ 235521 w 569453"/>
                <a:gd name="csY493" fmla="*/ 473430 h 592384"/>
                <a:gd name="csX494" fmla="*/ 236476 w 569453"/>
                <a:gd name="csY494" fmla="*/ 467697 h 592384"/>
                <a:gd name="csX495" fmla="*/ 237431 w 569453"/>
                <a:gd name="csY495" fmla="*/ 465786 h 592384"/>
                <a:gd name="csX496" fmla="*/ 238387 w 569453"/>
                <a:gd name="csY496" fmla="*/ 464353 h 592384"/>
                <a:gd name="csX497" fmla="*/ 240775 w 569453"/>
                <a:gd name="csY497" fmla="*/ 461964 h 592384"/>
                <a:gd name="csX498" fmla="*/ 249375 w 569453"/>
                <a:gd name="csY498" fmla="*/ 458143 h 592384"/>
                <a:gd name="csX499" fmla="*/ 250808 w 569453"/>
                <a:gd name="csY499" fmla="*/ 456709 h 592384"/>
                <a:gd name="csX500" fmla="*/ 250808 w 569453"/>
                <a:gd name="csY500" fmla="*/ 455754 h 592384"/>
                <a:gd name="csX501" fmla="*/ 248897 w 569453"/>
                <a:gd name="csY501" fmla="*/ 450977 h 592384"/>
                <a:gd name="csX502" fmla="*/ 248897 w 569453"/>
                <a:gd name="csY502" fmla="*/ 449543 h 592384"/>
                <a:gd name="csX503" fmla="*/ 249852 w 569453"/>
                <a:gd name="csY503" fmla="*/ 449066 h 592384"/>
                <a:gd name="csX504" fmla="*/ 251286 w 569453"/>
                <a:gd name="csY504" fmla="*/ 446199 h 592384"/>
                <a:gd name="csX505" fmla="*/ 251763 w 569453"/>
                <a:gd name="csY505" fmla="*/ 445722 h 592384"/>
                <a:gd name="csX506" fmla="*/ 253197 w 569453"/>
                <a:gd name="csY506" fmla="*/ 445244 h 592384"/>
                <a:gd name="csX507" fmla="*/ 256540 w 569453"/>
                <a:gd name="csY507" fmla="*/ 446677 h 592384"/>
                <a:gd name="csX508" fmla="*/ 258929 w 569453"/>
                <a:gd name="csY508" fmla="*/ 447155 h 592384"/>
                <a:gd name="csX509" fmla="*/ 262751 w 569453"/>
                <a:gd name="csY509" fmla="*/ 447155 h 592384"/>
                <a:gd name="csX510" fmla="*/ 268484 w 569453"/>
                <a:gd name="csY510" fmla="*/ 449066 h 592384"/>
                <a:gd name="csX511" fmla="*/ 276605 w 569453"/>
                <a:gd name="csY511" fmla="*/ 452887 h 592384"/>
                <a:gd name="csX512" fmla="*/ 281382 w 569453"/>
                <a:gd name="csY512" fmla="*/ 455276 h 592384"/>
                <a:gd name="csX513" fmla="*/ 285204 w 569453"/>
                <a:gd name="csY513" fmla="*/ 459098 h 592384"/>
                <a:gd name="csX514" fmla="*/ 287593 w 569453"/>
                <a:gd name="csY514" fmla="*/ 462920 h 592384"/>
                <a:gd name="csX515" fmla="*/ 288071 w 569453"/>
                <a:gd name="csY515" fmla="*/ 464831 h 592384"/>
                <a:gd name="csX516" fmla="*/ 286638 w 569453"/>
                <a:gd name="csY516" fmla="*/ 467219 h 592384"/>
                <a:gd name="csX517" fmla="*/ 286160 w 569453"/>
                <a:gd name="csY517" fmla="*/ 468175 h 592384"/>
                <a:gd name="csX518" fmla="*/ 286160 w 569453"/>
                <a:gd name="csY518" fmla="*/ 469130 h 592384"/>
                <a:gd name="csX519" fmla="*/ 286638 w 569453"/>
                <a:gd name="csY519" fmla="*/ 470564 h 592384"/>
                <a:gd name="csX520" fmla="*/ 289026 w 569453"/>
                <a:gd name="csY520" fmla="*/ 471997 h 592384"/>
                <a:gd name="csX521" fmla="*/ 289504 w 569453"/>
                <a:gd name="csY521" fmla="*/ 471519 h 592384"/>
                <a:gd name="csX522" fmla="*/ 289026 w 569453"/>
                <a:gd name="csY522" fmla="*/ 469608 h 592384"/>
                <a:gd name="csX523" fmla="*/ 289504 w 569453"/>
                <a:gd name="csY523" fmla="*/ 467697 h 592384"/>
                <a:gd name="csX524" fmla="*/ 290459 w 569453"/>
                <a:gd name="csY524" fmla="*/ 466264 h 592384"/>
                <a:gd name="csX525" fmla="*/ 290937 w 569453"/>
                <a:gd name="csY525" fmla="*/ 464831 h 592384"/>
                <a:gd name="csX526" fmla="*/ 289982 w 569453"/>
                <a:gd name="csY526" fmla="*/ 462920 h 592384"/>
                <a:gd name="csX527" fmla="*/ 289026 w 569453"/>
                <a:gd name="csY527" fmla="*/ 461009 h 592384"/>
                <a:gd name="csX528" fmla="*/ 287593 w 569453"/>
                <a:gd name="csY528" fmla="*/ 459098 h 592384"/>
                <a:gd name="csX529" fmla="*/ 282338 w 569453"/>
                <a:gd name="csY529" fmla="*/ 453843 h 592384"/>
                <a:gd name="csX530" fmla="*/ 281860 w 569453"/>
                <a:gd name="csY530" fmla="*/ 452410 h 592384"/>
                <a:gd name="csX531" fmla="*/ 283771 w 569453"/>
                <a:gd name="csY531" fmla="*/ 451454 h 592384"/>
                <a:gd name="csX532" fmla="*/ 291415 w 569453"/>
                <a:gd name="csY532" fmla="*/ 453365 h 592384"/>
                <a:gd name="csX533" fmla="*/ 294759 w 569453"/>
                <a:gd name="csY533" fmla="*/ 452887 h 592384"/>
                <a:gd name="csX534" fmla="*/ 295714 w 569453"/>
                <a:gd name="csY534" fmla="*/ 450977 h 592384"/>
                <a:gd name="csX535" fmla="*/ 296670 w 569453"/>
                <a:gd name="csY535" fmla="*/ 449543 h 592384"/>
                <a:gd name="csX536" fmla="*/ 298103 w 569453"/>
                <a:gd name="csY536" fmla="*/ 448588 h 592384"/>
                <a:gd name="csX537" fmla="*/ 300970 w 569453"/>
                <a:gd name="csY537" fmla="*/ 448110 h 592384"/>
                <a:gd name="csX538" fmla="*/ 304313 w 569453"/>
                <a:gd name="csY538" fmla="*/ 449066 h 592384"/>
                <a:gd name="csX539" fmla="*/ 306224 w 569453"/>
                <a:gd name="csY539" fmla="*/ 449543 h 592384"/>
                <a:gd name="csX540" fmla="*/ 307658 w 569453"/>
                <a:gd name="csY540" fmla="*/ 449066 h 592384"/>
                <a:gd name="csX541" fmla="*/ 310046 w 569453"/>
                <a:gd name="csY541" fmla="*/ 448110 h 592384"/>
                <a:gd name="csX542" fmla="*/ 312913 w 569453"/>
                <a:gd name="csY542" fmla="*/ 444288 h 592384"/>
                <a:gd name="csX543" fmla="*/ 314824 w 569453"/>
                <a:gd name="csY543" fmla="*/ 443333 h 592384"/>
                <a:gd name="csX544" fmla="*/ 317690 w 569453"/>
                <a:gd name="csY544" fmla="*/ 442855 h 592384"/>
                <a:gd name="csX545" fmla="*/ 320079 w 569453"/>
                <a:gd name="csY545" fmla="*/ 442377 h 592384"/>
                <a:gd name="csX546" fmla="*/ 323901 w 569453"/>
                <a:gd name="csY546" fmla="*/ 444288 h 592384"/>
                <a:gd name="csX547" fmla="*/ 326767 w 569453"/>
                <a:gd name="csY547" fmla="*/ 444288 h 592384"/>
                <a:gd name="csX548" fmla="*/ 326289 w 569453"/>
                <a:gd name="csY548" fmla="*/ 441422 h 592384"/>
                <a:gd name="csX549" fmla="*/ 324856 w 569453"/>
                <a:gd name="csY549" fmla="*/ 436645 h 592384"/>
                <a:gd name="csX550" fmla="*/ 322467 w 569453"/>
                <a:gd name="csY550" fmla="*/ 431867 h 592384"/>
                <a:gd name="csX551" fmla="*/ 321034 w 569453"/>
                <a:gd name="csY551" fmla="*/ 429957 h 592384"/>
                <a:gd name="csX552" fmla="*/ 317212 w 569453"/>
                <a:gd name="csY552" fmla="*/ 426612 h 592384"/>
                <a:gd name="csX553" fmla="*/ 311957 w 569453"/>
                <a:gd name="csY553" fmla="*/ 420880 h 592384"/>
                <a:gd name="csX554" fmla="*/ 309569 w 569453"/>
                <a:gd name="csY554" fmla="*/ 417058 h 592384"/>
                <a:gd name="csX555" fmla="*/ 309091 w 569453"/>
                <a:gd name="csY555" fmla="*/ 415147 h 592384"/>
                <a:gd name="csX556" fmla="*/ 309569 w 569453"/>
                <a:gd name="csY556" fmla="*/ 413714 h 592384"/>
                <a:gd name="csX557" fmla="*/ 310046 w 569453"/>
                <a:gd name="csY557" fmla="*/ 411803 h 592384"/>
                <a:gd name="csX558" fmla="*/ 319123 w 569453"/>
                <a:gd name="csY558" fmla="*/ 405115 h 592384"/>
                <a:gd name="csX559" fmla="*/ 325811 w 569453"/>
                <a:gd name="csY559" fmla="*/ 398426 h 592384"/>
                <a:gd name="csX560" fmla="*/ 329155 w 569453"/>
                <a:gd name="csY560" fmla="*/ 395082 h 592384"/>
                <a:gd name="csX561" fmla="*/ 330589 w 569453"/>
                <a:gd name="csY561" fmla="*/ 392694 h 592384"/>
                <a:gd name="csX562" fmla="*/ 332022 w 569453"/>
                <a:gd name="csY562" fmla="*/ 390783 h 592384"/>
                <a:gd name="csX563" fmla="*/ 333455 w 569453"/>
                <a:gd name="csY563" fmla="*/ 389827 h 592384"/>
                <a:gd name="csX564" fmla="*/ 336799 w 569453"/>
                <a:gd name="csY564" fmla="*/ 388394 h 592384"/>
                <a:gd name="csX565" fmla="*/ 337754 w 569453"/>
                <a:gd name="csY565" fmla="*/ 386483 h 592384"/>
                <a:gd name="csX566" fmla="*/ 337754 w 569453"/>
                <a:gd name="csY566" fmla="*/ 383617 h 592384"/>
                <a:gd name="csX567" fmla="*/ 338710 w 569453"/>
                <a:gd name="csY567" fmla="*/ 381228 h 592384"/>
                <a:gd name="csX568" fmla="*/ 341577 w 569453"/>
                <a:gd name="csY568" fmla="*/ 374540 h 592384"/>
                <a:gd name="csX569" fmla="*/ 343965 w 569453"/>
                <a:gd name="csY569" fmla="*/ 372629 h 592384"/>
                <a:gd name="csX570" fmla="*/ 347787 w 569453"/>
                <a:gd name="csY570" fmla="*/ 371196 h 592384"/>
                <a:gd name="csX571" fmla="*/ 350176 w 569453"/>
                <a:gd name="csY571" fmla="*/ 369285 h 592384"/>
                <a:gd name="csX572" fmla="*/ 353042 w 569453"/>
                <a:gd name="csY572" fmla="*/ 364030 h 592384"/>
                <a:gd name="csX573" fmla="*/ 352564 w 569453"/>
                <a:gd name="csY573" fmla="*/ 362597 h 592384"/>
                <a:gd name="csX574" fmla="*/ 351131 w 569453"/>
                <a:gd name="csY574" fmla="*/ 361163 h 592384"/>
                <a:gd name="csX575" fmla="*/ 350176 w 569453"/>
                <a:gd name="csY575" fmla="*/ 359730 h 592384"/>
                <a:gd name="csX576" fmla="*/ 345876 w 569453"/>
                <a:gd name="csY576" fmla="*/ 344443 h 592384"/>
                <a:gd name="csX577" fmla="*/ 343010 w 569453"/>
                <a:gd name="csY577" fmla="*/ 337277 h 592384"/>
                <a:gd name="csX578" fmla="*/ 339188 w 569453"/>
                <a:gd name="csY578" fmla="*/ 331066 h 592384"/>
                <a:gd name="csX579" fmla="*/ 336321 w 569453"/>
                <a:gd name="csY579" fmla="*/ 322945 h 592384"/>
                <a:gd name="csX580" fmla="*/ 331066 w 569453"/>
                <a:gd name="csY580" fmla="*/ 315301 h 592384"/>
                <a:gd name="csX581" fmla="*/ 331066 w 569453"/>
                <a:gd name="csY581" fmla="*/ 312913 h 592384"/>
                <a:gd name="csX582" fmla="*/ 332022 w 569453"/>
                <a:gd name="csY582" fmla="*/ 311002 h 592384"/>
                <a:gd name="csX583" fmla="*/ 331544 w 569453"/>
                <a:gd name="csY583" fmla="*/ 310046 h 592384"/>
                <a:gd name="csX584" fmla="*/ 325811 w 569453"/>
                <a:gd name="csY584" fmla="*/ 313868 h 592384"/>
                <a:gd name="csX585" fmla="*/ 324856 w 569453"/>
                <a:gd name="csY585" fmla="*/ 313868 h 592384"/>
                <a:gd name="csX586" fmla="*/ 322467 w 569453"/>
                <a:gd name="csY586" fmla="*/ 312435 h 592384"/>
                <a:gd name="csX587" fmla="*/ 321034 w 569453"/>
                <a:gd name="csY587" fmla="*/ 310524 h 592384"/>
                <a:gd name="csX588" fmla="*/ 320079 w 569453"/>
                <a:gd name="csY588" fmla="*/ 307180 h 592384"/>
                <a:gd name="csX589" fmla="*/ 320079 w 569453"/>
                <a:gd name="csY589" fmla="*/ 305269 h 592384"/>
                <a:gd name="csX590" fmla="*/ 321034 w 569453"/>
                <a:gd name="csY590" fmla="*/ 303836 h 592384"/>
                <a:gd name="csX591" fmla="*/ 321989 w 569453"/>
                <a:gd name="csY591" fmla="*/ 300014 h 592384"/>
                <a:gd name="csX592" fmla="*/ 321989 w 569453"/>
                <a:gd name="csY592" fmla="*/ 297625 h 592384"/>
                <a:gd name="csX593" fmla="*/ 321512 w 569453"/>
                <a:gd name="csY593" fmla="*/ 295715 h 592384"/>
                <a:gd name="csX594" fmla="*/ 321034 w 569453"/>
                <a:gd name="csY594" fmla="*/ 294281 h 592384"/>
                <a:gd name="csX595" fmla="*/ 320556 w 569453"/>
                <a:gd name="csY595" fmla="*/ 293804 h 592384"/>
                <a:gd name="csX596" fmla="*/ 319123 w 569453"/>
                <a:gd name="csY596" fmla="*/ 293326 h 592384"/>
                <a:gd name="csX597" fmla="*/ 316257 w 569453"/>
                <a:gd name="csY597" fmla="*/ 292848 h 592384"/>
                <a:gd name="csX598" fmla="*/ 315301 w 569453"/>
                <a:gd name="csY598" fmla="*/ 293804 h 592384"/>
                <a:gd name="csX599" fmla="*/ 318168 w 569453"/>
                <a:gd name="csY599" fmla="*/ 299536 h 592384"/>
                <a:gd name="csX600" fmla="*/ 317690 w 569453"/>
                <a:gd name="csY600" fmla="*/ 301447 h 592384"/>
                <a:gd name="csX601" fmla="*/ 313868 w 569453"/>
                <a:gd name="csY601" fmla="*/ 301925 h 592384"/>
                <a:gd name="csX602" fmla="*/ 312435 w 569453"/>
                <a:gd name="csY602" fmla="*/ 301447 h 592384"/>
                <a:gd name="csX603" fmla="*/ 310524 w 569453"/>
                <a:gd name="csY603" fmla="*/ 300970 h 592384"/>
                <a:gd name="csX604" fmla="*/ 309091 w 569453"/>
                <a:gd name="csY604" fmla="*/ 299536 h 592384"/>
                <a:gd name="csX605" fmla="*/ 304791 w 569453"/>
                <a:gd name="csY605" fmla="*/ 293326 h 592384"/>
                <a:gd name="csX606" fmla="*/ 303836 w 569453"/>
                <a:gd name="csY606" fmla="*/ 290937 h 592384"/>
                <a:gd name="csX607" fmla="*/ 304313 w 569453"/>
                <a:gd name="csY607" fmla="*/ 289026 h 592384"/>
                <a:gd name="csX608" fmla="*/ 303836 w 569453"/>
                <a:gd name="csY608" fmla="*/ 288071 h 592384"/>
                <a:gd name="csX609" fmla="*/ 302880 w 569453"/>
                <a:gd name="csY609" fmla="*/ 289026 h 592384"/>
                <a:gd name="csX610" fmla="*/ 301447 w 569453"/>
                <a:gd name="csY610" fmla="*/ 289026 h 592384"/>
                <a:gd name="csX611" fmla="*/ 300014 w 569453"/>
                <a:gd name="csY611" fmla="*/ 288071 h 592384"/>
                <a:gd name="csX612" fmla="*/ 299536 w 569453"/>
                <a:gd name="csY612" fmla="*/ 287593 h 592384"/>
                <a:gd name="csX613" fmla="*/ 302880 w 569453"/>
                <a:gd name="csY613" fmla="*/ 284249 h 592384"/>
                <a:gd name="csX614" fmla="*/ 302880 w 569453"/>
                <a:gd name="csY614" fmla="*/ 282816 h 592384"/>
                <a:gd name="csX615" fmla="*/ 301447 w 569453"/>
                <a:gd name="csY615" fmla="*/ 281860 h 592384"/>
                <a:gd name="csX616" fmla="*/ 299059 w 569453"/>
                <a:gd name="csY616" fmla="*/ 281383 h 592384"/>
                <a:gd name="csX617" fmla="*/ 298581 w 569453"/>
                <a:gd name="csY617" fmla="*/ 280427 h 592384"/>
                <a:gd name="csX618" fmla="*/ 299536 w 569453"/>
                <a:gd name="csY618" fmla="*/ 279472 h 592384"/>
                <a:gd name="csX619" fmla="*/ 302403 w 569453"/>
                <a:gd name="csY619" fmla="*/ 277561 h 592384"/>
                <a:gd name="csX620" fmla="*/ 303358 w 569453"/>
                <a:gd name="csY620" fmla="*/ 276128 h 592384"/>
                <a:gd name="csX621" fmla="*/ 301925 w 569453"/>
                <a:gd name="csY621" fmla="*/ 275172 h 592384"/>
                <a:gd name="csX622" fmla="*/ 300492 w 569453"/>
                <a:gd name="csY622" fmla="*/ 275172 h 592384"/>
                <a:gd name="csX623" fmla="*/ 298581 w 569453"/>
                <a:gd name="csY623" fmla="*/ 277561 h 592384"/>
                <a:gd name="csX624" fmla="*/ 295714 w 569453"/>
                <a:gd name="csY624" fmla="*/ 281383 h 592384"/>
                <a:gd name="csX625" fmla="*/ 293804 w 569453"/>
                <a:gd name="csY625" fmla="*/ 283294 h 592384"/>
                <a:gd name="csX626" fmla="*/ 290459 w 569453"/>
                <a:gd name="csY626" fmla="*/ 281383 h 592384"/>
                <a:gd name="csX627" fmla="*/ 288548 w 569453"/>
                <a:gd name="csY627" fmla="*/ 280427 h 592384"/>
                <a:gd name="csX628" fmla="*/ 287593 w 569453"/>
                <a:gd name="csY628" fmla="*/ 280905 h 592384"/>
                <a:gd name="csX629" fmla="*/ 285682 w 569453"/>
                <a:gd name="csY629" fmla="*/ 284249 h 592384"/>
                <a:gd name="csX630" fmla="*/ 280905 w 569453"/>
                <a:gd name="csY630" fmla="*/ 286638 h 592384"/>
                <a:gd name="csX631" fmla="*/ 273261 w 569453"/>
                <a:gd name="csY631" fmla="*/ 292370 h 592384"/>
                <a:gd name="csX632" fmla="*/ 269917 w 569453"/>
                <a:gd name="csY632" fmla="*/ 294281 h 592384"/>
                <a:gd name="csX633" fmla="*/ 266573 w 569453"/>
                <a:gd name="csY633" fmla="*/ 293804 h 592384"/>
                <a:gd name="csX634" fmla="*/ 265617 w 569453"/>
                <a:gd name="csY634" fmla="*/ 292848 h 592384"/>
                <a:gd name="csX635" fmla="*/ 265617 w 569453"/>
                <a:gd name="csY635" fmla="*/ 290937 h 592384"/>
                <a:gd name="csX636" fmla="*/ 266095 w 569453"/>
                <a:gd name="csY636" fmla="*/ 289026 h 592384"/>
                <a:gd name="csX637" fmla="*/ 266573 w 569453"/>
                <a:gd name="csY637" fmla="*/ 288071 h 592384"/>
                <a:gd name="csX638" fmla="*/ 266573 w 569453"/>
                <a:gd name="csY638" fmla="*/ 286160 h 592384"/>
                <a:gd name="csX639" fmla="*/ 266095 w 569453"/>
                <a:gd name="csY639" fmla="*/ 279949 h 592384"/>
                <a:gd name="csX640" fmla="*/ 267051 w 569453"/>
                <a:gd name="csY640" fmla="*/ 278038 h 592384"/>
                <a:gd name="csX641" fmla="*/ 268006 w 569453"/>
                <a:gd name="csY641" fmla="*/ 277083 h 592384"/>
                <a:gd name="csX642" fmla="*/ 270395 w 569453"/>
                <a:gd name="csY642" fmla="*/ 276128 h 592384"/>
                <a:gd name="csX643" fmla="*/ 276128 w 569453"/>
                <a:gd name="csY643" fmla="*/ 277083 h 592384"/>
                <a:gd name="csX644" fmla="*/ 278994 w 569453"/>
                <a:gd name="csY644" fmla="*/ 277083 h 592384"/>
                <a:gd name="csX645" fmla="*/ 280905 w 569453"/>
                <a:gd name="csY645" fmla="*/ 275650 h 592384"/>
                <a:gd name="csX646" fmla="*/ 282816 w 569453"/>
                <a:gd name="csY646" fmla="*/ 273261 h 592384"/>
                <a:gd name="csX647" fmla="*/ 284727 w 569453"/>
                <a:gd name="csY647" fmla="*/ 270395 h 592384"/>
                <a:gd name="csX648" fmla="*/ 285204 w 569453"/>
                <a:gd name="csY648" fmla="*/ 267529 h 592384"/>
                <a:gd name="csX649" fmla="*/ 282816 w 569453"/>
                <a:gd name="csY649" fmla="*/ 263229 h 592384"/>
                <a:gd name="csX650" fmla="*/ 282338 w 569453"/>
                <a:gd name="csY650" fmla="*/ 262273 h 592384"/>
                <a:gd name="csX651" fmla="*/ 277083 w 569453"/>
                <a:gd name="csY651" fmla="*/ 258929 h 592384"/>
                <a:gd name="csX652" fmla="*/ 274217 w 569453"/>
                <a:gd name="csY652" fmla="*/ 257496 h 592384"/>
                <a:gd name="csX653" fmla="*/ 271828 w 569453"/>
                <a:gd name="csY653" fmla="*/ 257018 h 592384"/>
                <a:gd name="csX654" fmla="*/ 269917 w 569453"/>
                <a:gd name="csY654" fmla="*/ 256063 h 592384"/>
                <a:gd name="csX655" fmla="*/ 268962 w 569453"/>
                <a:gd name="csY655" fmla="*/ 254630 h 592384"/>
                <a:gd name="csX656" fmla="*/ 267528 w 569453"/>
                <a:gd name="csY656" fmla="*/ 252241 h 592384"/>
                <a:gd name="csX657" fmla="*/ 267528 w 569453"/>
                <a:gd name="csY657" fmla="*/ 250330 h 592384"/>
                <a:gd name="csX658" fmla="*/ 267528 w 569453"/>
                <a:gd name="csY658" fmla="*/ 248419 h 592384"/>
                <a:gd name="csX659" fmla="*/ 268962 w 569453"/>
                <a:gd name="csY659" fmla="*/ 246508 h 592384"/>
                <a:gd name="csX660" fmla="*/ 273261 w 569453"/>
                <a:gd name="csY660" fmla="*/ 245075 h 592384"/>
                <a:gd name="csX661" fmla="*/ 273261 w 569453"/>
                <a:gd name="csY661" fmla="*/ 244597 h 592384"/>
                <a:gd name="csX662" fmla="*/ 269439 w 569453"/>
                <a:gd name="csY662" fmla="*/ 243164 h 592384"/>
                <a:gd name="csX663" fmla="*/ 268006 w 569453"/>
                <a:gd name="csY663" fmla="*/ 243164 h 592384"/>
                <a:gd name="csX664" fmla="*/ 266095 w 569453"/>
                <a:gd name="csY664" fmla="*/ 244597 h 592384"/>
                <a:gd name="csX665" fmla="*/ 264184 w 569453"/>
                <a:gd name="csY665" fmla="*/ 248419 h 592384"/>
                <a:gd name="csX666" fmla="*/ 263229 w 569453"/>
                <a:gd name="csY666" fmla="*/ 249375 h 592384"/>
                <a:gd name="csX667" fmla="*/ 259885 w 569453"/>
                <a:gd name="csY667" fmla="*/ 246986 h 592384"/>
                <a:gd name="csX668" fmla="*/ 257974 w 569453"/>
                <a:gd name="csY668" fmla="*/ 246986 h 592384"/>
                <a:gd name="csX669" fmla="*/ 256540 w 569453"/>
                <a:gd name="csY669" fmla="*/ 246031 h 592384"/>
                <a:gd name="csX670" fmla="*/ 255585 w 569453"/>
                <a:gd name="csY670" fmla="*/ 245075 h 592384"/>
                <a:gd name="csX671" fmla="*/ 256063 w 569453"/>
                <a:gd name="csY671" fmla="*/ 244120 h 592384"/>
                <a:gd name="csX672" fmla="*/ 257974 w 569453"/>
                <a:gd name="csY672" fmla="*/ 243164 h 592384"/>
                <a:gd name="csX673" fmla="*/ 260840 w 569453"/>
                <a:gd name="csY673" fmla="*/ 240298 h 592384"/>
                <a:gd name="csX674" fmla="*/ 260840 w 569453"/>
                <a:gd name="csY674" fmla="*/ 238387 h 592384"/>
                <a:gd name="csX675" fmla="*/ 258929 w 569453"/>
                <a:gd name="csY675" fmla="*/ 235998 h 592384"/>
                <a:gd name="csX676" fmla="*/ 257974 w 569453"/>
                <a:gd name="csY676" fmla="*/ 235521 h 592384"/>
                <a:gd name="csX677" fmla="*/ 253674 w 569453"/>
                <a:gd name="csY677" fmla="*/ 234565 h 592384"/>
                <a:gd name="csX678" fmla="*/ 248419 w 569453"/>
                <a:gd name="csY678" fmla="*/ 235521 h 592384"/>
                <a:gd name="csX679" fmla="*/ 246508 w 569453"/>
                <a:gd name="csY679" fmla="*/ 235043 h 592384"/>
                <a:gd name="csX680" fmla="*/ 245553 w 569453"/>
                <a:gd name="csY680" fmla="*/ 232176 h 592384"/>
                <a:gd name="csX681" fmla="*/ 245075 w 569453"/>
                <a:gd name="csY681" fmla="*/ 228355 h 592384"/>
                <a:gd name="csX682" fmla="*/ 244597 w 569453"/>
                <a:gd name="csY682" fmla="*/ 224533 h 592384"/>
                <a:gd name="csX683" fmla="*/ 243642 w 569453"/>
                <a:gd name="csY683" fmla="*/ 217367 h 592384"/>
                <a:gd name="csX684" fmla="*/ 242686 w 569453"/>
                <a:gd name="csY684" fmla="*/ 214023 h 592384"/>
                <a:gd name="csX685" fmla="*/ 241253 w 569453"/>
                <a:gd name="csY685" fmla="*/ 213545 h 592384"/>
                <a:gd name="csX686" fmla="*/ 235043 w 569453"/>
                <a:gd name="csY686" fmla="*/ 214978 h 592384"/>
                <a:gd name="csX687" fmla="*/ 233610 w 569453"/>
                <a:gd name="csY687" fmla="*/ 214978 h 592384"/>
                <a:gd name="csX688" fmla="*/ 232654 w 569453"/>
                <a:gd name="csY688" fmla="*/ 214500 h 592384"/>
                <a:gd name="csX689" fmla="*/ 228355 w 569453"/>
                <a:gd name="csY689" fmla="*/ 209723 h 592384"/>
                <a:gd name="csX690" fmla="*/ 226921 w 569453"/>
                <a:gd name="csY690" fmla="*/ 208290 h 592384"/>
                <a:gd name="csX691" fmla="*/ 225966 w 569453"/>
                <a:gd name="csY691" fmla="*/ 207812 h 592384"/>
                <a:gd name="csX692" fmla="*/ 223099 w 569453"/>
                <a:gd name="csY692" fmla="*/ 203035 h 592384"/>
                <a:gd name="csX693" fmla="*/ 221666 w 569453"/>
                <a:gd name="csY693" fmla="*/ 202080 h 592384"/>
                <a:gd name="csX694" fmla="*/ 220711 w 569453"/>
                <a:gd name="csY694" fmla="*/ 199213 h 592384"/>
                <a:gd name="csX695" fmla="*/ 218800 w 569453"/>
                <a:gd name="csY695" fmla="*/ 195391 h 592384"/>
                <a:gd name="csX696" fmla="*/ 217367 w 569453"/>
                <a:gd name="csY696" fmla="*/ 194436 h 592384"/>
                <a:gd name="csX697" fmla="*/ 215456 w 569453"/>
                <a:gd name="csY697" fmla="*/ 195869 h 592384"/>
                <a:gd name="csX698" fmla="*/ 213545 w 569453"/>
                <a:gd name="csY698" fmla="*/ 197780 h 592384"/>
                <a:gd name="csX699" fmla="*/ 211634 w 569453"/>
                <a:gd name="csY699" fmla="*/ 200646 h 592384"/>
                <a:gd name="csX700" fmla="*/ 210679 w 569453"/>
                <a:gd name="csY700" fmla="*/ 203513 h 592384"/>
                <a:gd name="csX701" fmla="*/ 210679 w 569453"/>
                <a:gd name="csY701" fmla="*/ 205424 h 592384"/>
                <a:gd name="csX702" fmla="*/ 211634 w 569453"/>
                <a:gd name="csY702" fmla="*/ 206857 h 592384"/>
                <a:gd name="csX703" fmla="*/ 218322 w 569453"/>
                <a:gd name="csY703" fmla="*/ 209245 h 592384"/>
                <a:gd name="csX704" fmla="*/ 219756 w 569453"/>
                <a:gd name="csY704" fmla="*/ 211156 h 592384"/>
                <a:gd name="csX705" fmla="*/ 221189 w 569453"/>
                <a:gd name="csY705" fmla="*/ 214023 h 592384"/>
                <a:gd name="csX706" fmla="*/ 222144 w 569453"/>
                <a:gd name="csY706" fmla="*/ 217367 h 592384"/>
                <a:gd name="csX707" fmla="*/ 223099 w 569453"/>
                <a:gd name="csY707" fmla="*/ 221189 h 592384"/>
                <a:gd name="csX708" fmla="*/ 223099 w 569453"/>
                <a:gd name="csY708" fmla="*/ 224055 h 592384"/>
                <a:gd name="csX709" fmla="*/ 222144 w 569453"/>
                <a:gd name="csY709" fmla="*/ 225966 h 592384"/>
                <a:gd name="csX710" fmla="*/ 220711 w 569453"/>
                <a:gd name="csY710" fmla="*/ 227877 h 592384"/>
                <a:gd name="csX711" fmla="*/ 216889 w 569453"/>
                <a:gd name="csY711" fmla="*/ 230743 h 592384"/>
                <a:gd name="csX712" fmla="*/ 212590 w 569453"/>
                <a:gd name="csY712" fmla="*/ 232176 h 592384"/>
                <a:gd name="csX713" fmla="*/ 208290 w 569453"/>
                <a:gd name="csY713" fmla="*/ 232654 h 592384"/>
                <a:gd name="csX714" fmla="*/ 206379 w 569453"/>
                <a:gd name="csY714" fmla="*/ 232176 h 592384"/>
                <a:gd name="csX715" fmla="*/ 195391 w 569453"/>
                <a:gd name="csY715" fmla="*/ 226921 h 592384"/>
                <a:gd name="csX716" fmla="*/ 193480 w 569453"/>
                <a:gd name="csY716" fmla="*/ 226921 h 592384"/>
                <a:gd name="csX717" fmla="*/ 191092 w 569453"/>
                <a:gd name="csY717" fmla="*/ 225966 h 592384"/>
                <a:gd name="csX718" fmla="*/ 185359 w 569453"/>
                <a:gd name="csY718" fmla="*/ 224055 h 592384"/>
                <a:gd name="csX719" fmla="*/ 182492 w 569453"/>
                <a:gd name="csY719" fmla="*/ 223577 h 592384"/>
                <a:gd name="csX720" fmla="*/ 176760 w 569453"/>
                <a:gd name="csY720" fmla="*/ 222144 h 592384"/>
                <a:gd name="csX721" fmla="*/ 167683 w 569453"/>
                <a:gd name="csY721" fmla="*/ 220711 h 592384"/>
                <a:gd name="csX722" fmla="*/ 165772 w 569453"/>
                <a:gd name="csY722" fmla="*/ 221666 h 592384"/>
                <a:gd name="csX723" fmla="*/ 168161 w 569453"/>
                <a:gd name="csY723" fmla="*/ 224055 h 592384"/>
                <a:gd name="csX724" fmla="*/ 170549 w 569453"/>
                <a:gd name="csY724" fmla="*/ 225488 h 592384"/>
                <a:gd name="csX725" fmla="*/ 172460 w 569453"/>
                <a:gd name="csY725" fmla="*/ 225488 h 592384"/>
                <a:gd name="csX726" fmla="*/ 174849 w 569453"/>
                <a:gd name="csY726" fmla="*/ 227877 h 592384"/>
                <a:gd name="csX727" fmla="*/ 178193 w 569453"/>
                <a:gd name="csY727" fmla="*/ 232176 h 592384"/>
                <a:gd name="csX728" fmla="*/ 180104 w 569453"/>
                <a:gd name="csY728" fmla="*/ 234565 h 592384"/>
                <a:gd name="csX729" fmla="*/ 182015 w 569453"/>
                <a:gd name="csY729" fmla="*/ 237909 h 592384"/>
                <a:gd name="csX730" fmla="*/ 182015 w 569453"/>
                <a:gd name="csY730" fmla="*/ 238865 h 592384"/>
                <a:gd name="csX731" fmla="*/ 180582 w 569453"/>
                <a:gd name="csY731" fmla="*/ 240776 h 592384"/>
                <a:gd name="csX732" fmla="*/ 167683 w 569453"/>
                <a:gd name="csY732" fmla="*/ 229788 h 592384"/>
                <a:gd name="csX733" fmla="*/ 160039 w 569453"/>
                <a:gd name="csY733" fmla="*/ 233610 h 592384"/>
                <a:gd name="csX734" fmla="*/ 156217 w 569453"/>
                <a:gd name="csY734" fmla="*/ 235043 h 592384"/>
                <a:gd name="csX735" fmla="*/ 153351 w 569453"/>
                <a:gd name="csY735" fmla="*/ 235521 h 592384"/>
                <a:gd name="csX736" fmla="*/ 149529 w 569453"/>
                <a:gd name="csY736" fmla="*/ 234087 h 592384"/>
                <a:gd name="csX737" fmla="*/ 140452 w 569453"/>
                <a:gd name="csY737" fmla="*/ 228355 h 592384"/>
                <a:gd name="csX738" fmla="*/ 137586 w 569453"/>
                <a:gd name="csY738" fmla="*/ 226444 h 592384"/>
                <a:gd name="csX739" fmla="*/ 136153 w 569453"/>
                <a:gd name="csY739" fmla="*/ 226444 h 592384"/>
                <a:gd name="csX740" fmla="*/ 128509 w 569453"/>
                <a:gd name="csY740" fmla="*/ 228832 h 592384"/>
                <a:gd name="csX741" fmla="*/ 122299 w 569453"/>
                <a:gd name="csY741" fmla="*/ 228832 h 592384"/>
                <a:gd name="csX742" fmla="*/ 108922 w 569453"/>
                <a:gd name="csY742" fmla="*/ 226444 h 592384"/>
                <a:gd name="csX743" fmla="*/ 104145 w 569453"/>
                <a:gd name="csY743" fmla="*/ 225010 h 592384"/>
                <a:gd name="csX744" fmla="*/ 102712 w 569453"/>
                <a:gd name="csY744" fmla="*/ 223577 h 592384"/>
                <a:gd name="csX745" fmla="*/ 101278 w 569453"/>
                <a:gd name="csY745" fmla="*/ 222622 h 592384"/>
                <a:gd name="csX746" fmla="*/ 98412 w 569453"/>
                <a:gd name="csY746" fmla="*/ 222622 h 592384"/>
                <a:gd name="csX747" fmla="*/ 90769 w 569453"/>
                <a:gd name="csY747" fmla="*/ 220711 h 592384"/>
                <a:gd name="csX748" fmla="*/ 84080 w 569453"/>
                <a:gd name="csY748" fmla="*/ 225010 h 592384"/>
                <a:gd name="csX749" fmla="*/ 75959 w 569453"/>
                <a:gd name="csY749" fmla="*/ 221189 h 592384"/>
                <a:gd name="csX750" fmla="*/ 73093 w 569453"/>
                <a:gd name="csY750" fmla="*/ 218800 h 592384"/>
                <a:gd name="csX751" fmla="*/ 72615 w 569453"/>
                <a:gd name="csY751" fmla="*/ 217367 h 592384"/>
                <a:gd name="csX752" fmla="*/ 70226 w 569453"/>
                <a:gd name="csY752" fmla="*/ 211156 h 592384"/>
                <a:gd name="csX753" fmla="*/ 69748 w 569453"/>
                <a:gd name="csY753" fmla="*/ 207812 h 592384"/>
                <a:gd name="csX754" fmla="*/ 70226 w 569453"/>
                <a:gd name="csY754" fmla="*/ 204946 h 592384"/>
                <a:gd name="csX755" fmla="*/ 71182 w 569453"/>
                <a:gd name="csY755" fmla="*/ 203035 h 592384"/>
                <a:gd name="csX756" fmla="*/ 71659 w 569453"/>
                <a:gd name="csY756" fmla="*/ 201602 h 592384"/>
                <a:gd name="csX757" fmla="*/ 67360 w 569453"/>
                <a:gd name="csY757" fmla="*/ 205424 h 592384"/>
                <a:gd name="csX758" fmla="*/ 65449 w 569453"/>
                <a:gd name="csY758" fmla="*/ 205901 h 592384"/>
                <a:gd name="csX759" fmla="*/ 63538 w 569453"/>
                <a:gd name="csY759" fmla="*/ 205901 h 592384"/>
                <a:gd name="csX760" fmla="*/ 57328 w 569453"/>
                <a:gd name="csY760" fmla="*/ 204468 h 592384"/>
                <a:gd name="csX761" fmla="*/ 56372 w 569453"/>
                <a:gd name="csY761" fmla="*/ 205424 h 592384"/>
                <a:gd name="csX762" fmla="*/ 56850 w 569453"/>
                <a:gd name="csY762" fmla="*/ 206379 h 592384"/>
                <a:gd name="csX763" fmla="*/ 58283 w 569453"/>
                <a:gd name="csY763" fmla="*/ 208290 h 592384"/>
                <a:gd name="csX764" fmla="*/ 58761 w 569453"/>
                <a:gd name="csY764" fmla="*/ 209245 h 592384"/>
                <a:gd name="csX765" fmla="*/ 54939 w 569453"/>
                <a:gd name="csY765" fmla="*/ 210201 h 592384"/>
                <a:gd name="csX766" fmla="*/ 49684 w 569453"/>
                <a:gd name="csY766" fmla="*/ 209245 h 592384"/>
                <a:gd name="csX767" fmla="*/ 47773 w 569453"/>
                <a:gd name="csY767" fmla="*/ 209723 h 592384"/>
                <a:gd name="csX768" fmla="*/ 46340 w 569453"/>
                <a:gd name="csY768" fmla="*/ 210201 h 592384"/>
                <a:gd name="csX769" fmla="*/ 43951 w 569453"/>
                <a:gd name="csY769" fmla="*/ 213067 h 592384"/>
                <a:gd name="csX770" fmla="*/ 42996 w 569453"/>
                <a:gd name="csY770" fmla="*/ 213545 h 592384"/>
                <a:gd name="csX771" fmla="*/ 42040 w 569453"/>
                <a:gd name="csY771" fmla="*/ 213545 h 592384"/>
                <a:gd name="csX772" fmla="*/ 36307 w 569453"/>
                <a:gd name="csY772" fmla="*/ 206857 h 592384"/>
                <a:gd name="csX773" fmla="*/ 32008 w 569453"/>
                <a:gd name="csY773" fmla="*/ 203035 h 592384"/>
                <a:gd name="csX774" fmla="*/ 26753 w 569453"/>
                <a:gd name="csY774" fmla="*/ 201602 h 592384"/>
                <a:gd name="csX775" fmla="*/ 24364 w 569453"/>
                <a:gd name="csY775" fmla="*/ 200169 h 592384"/>
                <a:gd name="csX776" fmla="*/ 22931 w 569453"/>
                <a:gd name="csY776" fmla="*/ 198735 h 592384"/>
                <a:gd name="csX777" fmla="*/ 15765 w 569453"/>
                <a:gd name="csY777" fmla="*/ 185837 h 592384"/>
                <a:gd name="csX778" fmla="*/ 14809 w 569453"/>
                <a:gd name="csY778" fmla="*/ 182970 h 592384"/>
                <a:gd name="csX779" fmla="*/ 12898 w 569453"/>
                <a:gd name="csY779" fmla="*/ 172460 h 592384"/>
                <a:gd name="csX780" fmla="*/ 11943 w 569453"/>
                <a:gd name="csY780" fmla="*/ 170549 h 592384"/>
                <a:gd name="csX781" fmla="*/ 10988 w 569453"/>
                <a:gd name="csY781" fmla="*/ 169116 h 592384"/>
                <a:gd name="csX782" fmla="*/ 12898 w 569453"/>
                <a:gd name="csY782" fmla="*/ 168638 h 592384"/>
                <a:gd name="csX783" fmla="*/ 19587 w 569453"/>
                <a:gd name="csY783" fmla="*/ 170072 h 592384"/>
                <a:gd name="csX784" fmla="*/ 26275 w 569453"/>
                <a:gd name="csY784" fmla="*/ 169594 h 592384"/>
                <a:gd name="csX785" fmla="*/ 29619 w 569453"/>
                <a:gd name="csY785" fmla="*/ 170549 h 592384"/>
                <a:gd name="csX786" fmla="*/ 33919 w 569453"/>
                <a:gd name="csY786" fmla="*/ 173416 h 592384"/>
                <a:gd name="csX787" fmla="*/ 39174 w 569453"/>
                <a:gd name="csY787" fmla="*/ 174849 h 592384"/>
                <a:gd name="csX788" fmla="*/ 42996 w 569453"/>
                <a:gd name="csY788" fmla="*/ 175327 h 592384"/>
                <a:gd name="csX789" fmla="*/ 49206 w 569453"/>
                <a:gd name="csY789" fmla="*/ 174849 h 592384"/>
                <a:gd name="csX790" fmla="*/ 56372 w 569453"/>
                <a:gd name="csY790" fmla="*/ 172938 h 592384"/>
                <a:gd name="csX791" fmla="*/ 56850 w 569453"/>
                <a:gd name="csY791" fmla="*/ 171505 h 592384"/>
                <a:gd name="csX792" fmla="*/ 52550 w 569453"/>
                <a:gd name="csY792" fmla="*/ 169594 h 592384"/>
                <a:gd name="csX793" fmla="*/ 48251 w 569453"/>
                <a:gd name="csY793" fmla="*/ 166250 h 592384"/>
                <a:gd name="csX794" fmla="*/ 44906 w 569453"/>
                <a:gd name="csY794" fmla="*/ 162428 h 592384"/>
                <a:gd name="csX795" fmla="*/ 42518 w 569453"/>
                <a:gd name="csY795" fmla="*/ 160517 h 592384"/>
                <a:gd name="csX796" fmla="*/ 38696 w 569453"/>
                <a:gd name="csY796" fmla="*/ 159562 h 592384"/>
                <a:gd name="csX797" fmla="*/ 28186 w 569453"/>
                <a:gd name="csY797" fmla="*/ 158606 h 592384"/>
                <a:gd name="csX798" fmla="*/ 18631 w 569453"/>
                <a:gd name="csY798" fmla="*/ 156217 h 592384"/>
                <a:gd name="csX799" fmla="*/ 11943 w 569453"/>
                <a:gd name="csY799" fmla="*/ 152396 h 592384"/>
                <a:gd name="csX800" fmla="*/ 6210 w 569453"/>
                <a:gd name="csY800" fmla="*/ 148574 h 592384"/>
                <a:gd name="csX801" fmla="*/ 4299 w 569453"/>
                <a:gd name="csY801" fmla="*/ 146185 h 592384"/>
                <a:gd name="csX802" fmla="*/ 3344 w 569453"/>
                <a:gd name="csY802" fmla="*/ 144274 h 592384"/>
                <a:gd name="csX803" fmla="*/ 2389 w 569453"/>
                <a:gd name="csY803" fmla="*/ 139019 h 592384"/>
                <a:gd name="csX804" fmla="*/ 1433 w 569453"/>
                <a:gd name="csY804" fmla="*/ 129942 h 592384"/>
                <a:gd name="csX805" fmla="*/ 955 w 569453"/>
                <a:gd name="csY805" fmla="*/ 123732 h 592384"/>
                <a:gd name="csX806" fmla="*/ 0 w 569453"/>
                <a:gd name="csY806" fmla="*/ 120865 h 592384"/>
                <a:gd name="csX807" fmla="*/ 0 w 569453"/>
                <a:gd name="csY807" fmla="*/ 117999 h 592384"/>
                <a:gd name="csX808" fmla="*/ 1433 w 569453"/>
                <a:gd name="csY808" fmla="*/ 112266 h 592384"/>
                <a:gd name="csX809" fmla="*/ 7166 w 569453"/>
                <a:gd name="csY809" fmla="*/ 105578 h 592384"/>
                <a:gd name="csX810" fmla="*/ 7166 w 569453"/>
                <a:gd name="csY810" fmla="*/ 104623 h 592384"/>
                <a:gd name="csX811" fmla="*/ 6210 w 569453"/>
                <a:gd name="csY811" fmla="*/ 104623 h 592384"/>
                <a:gd name="csX812" fmla="*/ 3822 w 569453"/>
                <a:gd name="csY812" fmla="*/ 102712 h 592384"/>
                <a:gd name="csX813" fmla="*/ 3344 w 569453"/>
                <a:gd name="csY813" fmla="*/ 100323 h 592384"/>
                <a:gd name="csX814" fmla="*/ 2866 w 569453"/>
                <a:gd name="csY814" fmla="*/ 96501 h 592384"/>
                <a:gd name="csX815" fmla="*/ 2866 w 569453"/>
                <a:gd name="csY815" fmla="*/ 93157 h 592384"/>
                <a:gd name="csX816" fmla="*/ 2866 w 569453"/>
                <a:gd name="csY816" fmla="*/ 90291 h 592384"/>
                <a:gd name="csX817" fmla="*/ 3822 w 569453"/>
                <a:gd name="csY817" fmla="*/ 86947 h 592384"/>
                <a:gd name="csX818" fmla="*/ 6210 w 569453"/>
                <a:gd name="csY818" fmla="*/ 81214 h 592384"/>
                <a:gd name="csX819" fmla="*/ 9555 w 569453"/>
                <a:gd name="csY819" fmla="*/ 73570 h 592384"/>
                <a:gd name="csX820" fmla="*/ 12898 w 569453"/>
                <a:gd name="csY820" fmla="*/ 66882 h 592384"/>
                <a:gd name="csX821" fmla="*/ 13854 w 569453"/>
                <a:gd name="csY821" fmla="*/ 64493 h 592384"/>
                <a:gd name="csX822" fmla="*/ 13854 w 569453"/>
                <a:gd name="csY822" fmla="*/ 58283 h 592384"/>
                <a:gd name="csX823" fmla="*/ 14332 w 569453"/>
                <a:gd name="csY823" fmla="*/ 53506 h 592384"/>
                <a:gd name="csX824" fmla="*/ 14809 w 569453"/>
                <a:gd name="csY824" fmla="*/ 50162 h 592384"/>
                <a:gd name="csX825" fmla="*/ 15765 w 569453"/>
                <a:gd name="csY825" fmla="*/ 47773 h 592384"/>
                <a:gd name="csX826" fmla="*/ 17676 w 569453"/>
                <a:gd name="csY826" fmla="*/ 42996 h 592384"/>
                <a:gd name="csX827" fmla="*/ 20542 w 569453"/>
                <a:gd name="csY827" fmla="*/ 38696 h 592384"/>
                <a:gd name="csX828" fmla="*/ 24842 w 569453"/>
                <a:gd name="csY828" fmla="*/ 34874 h 592384"/>
                <a:gd name="csX829" fmla="*/ 25320 w 569453"/>
                <a:gd name="csY829" fmla="*/ 33441 h 592384"/>
                <a:gd name="csX830" fmla="*/ 25320 w 569453"/>
                <a:gd name="csY830" fmla="*/ 31530 h 592384"/>
                <a:gd name="csX831" fmla="*/ 25797 w 569453"/>
                <a:gd name="csY831" fmla="*/ 30097 h 592384"/>
                <a:gd name="csX832" fmla="*/ 25797 w 569453"/>
                <a:gd name="csY832" fmla="*/ 29141 h 592384"/>
                <a:gd name="csX833" fmla="*/ 36785 w 569453"/>
                <a:gd name="csY833" fmla="*/ 16721 h 592384"/>
                <a:gd name="csX834" fmla="*/ 41562 w 569453"/>
                <a:gd name="csY834" fmla="*/ 11943 h 592384"/>
                <a:gd name="csX835" fmla="*/ 45384 w 569453"/>
                <a:gd name="csY835" fmla="*/ 8599 h 592384"/>
                <a:gd name="csX836" fmla="*/ 50639 w 569453"/>
                <a:gd name="csY836" fmla="*/ 6210 h 592384"/>
                <a:gd name="csX837" fmla="*/ 64493 w 569453"/>
                <a:gd name="csY837" fmla="*/ 1433 h 592384"/>
                <a:gd name="csX838" fmla="*/ 71659 w 569453"/>
                <a:gd name="csY838" fmla="*/ 0 h 592384"/>
                <a:gd name="csX839" fmla="*/ 80736 w 569453"/>
                <a:gd name="csY839" fmla="*/ 478 h 592384"/>
                <a:gd name="csX840" fmla="*/ 97457 w 569453"/>
                <a:gd name="csY840" fmla="*/ 2866 h 592384"/>
                <a:gd name="csX841" fmla="*/ 99368 w 569453"/>
                <a:gd name="csY841" fmla="*/ 4777 h 592384"/>
                <a:gd name="csX842" fmla="*/ 99845 w 569453"/>
                <a:gd name="csY842" fmla="*/ 6210 h 592384"/>
                <a:gd name="csX843" fmla="*/ 100323 w 569453"/>
                <a:gd name="csY843" fmla="*/ 8599 h 592384"/>
                <a:gd name="csX844" fmla="*/ 99845 w 569453"/>
                <a:gd name="csY844" fmla="*/ 10510 h 592384"/>
                <a:gd name="csX845" fmla="*/ 95546 w 569453"/>
                <a:gd name="csY845" fmla="*/ 16243 h 592384"/>
                <a:gd name="csX846" fmla="*/ 89813 w 569453"/>
                <a:gd name="csY846" fmla="*/ 21498 h 592384"/>
                <a:gd name="csX847" fmla="*/ 85991 w 569453"/>
                <a:gd name="csY847" fmla="*/ 25320 h 592384"/>
                <a:gd name="csX848" fmla="*/ 79781 w 569453"/>
                <a:gd name="csY848" fmla="*/ 34874 h 592384"/>
                <a:gd name="csX849" fmla="*/ 77870 w 569453"/>
                <a:gd name="csY849" fmla="*/ 38218 h 592384"/>
                <a:gd name="csX850" fmla="*/ 70226 w 569453"/>
                <a:gd name="csY850" fmla="*/ 56850 h 592384"/>
                <a:gd name="csX851" fmla="*/ 68315 w 569453"/>
                <a:gd name="csY851" fmla="*/ 60194 h 592384"/>
                <a:gd name="csX852" fmla="*/ 67360 w 569453"/>
                <a:gd name="csY852" fmla="*/ 62582 h 592384"/>
                <a:gd name="csX853" fmla="*/ 66404 w 569453"/>
                <a:gd name="csY853" fmla="*/ 69271 h 592384"/>
                <a:gd name="csX854" fmla="*/ 66404 w 569453"/>
                <a:gd name="csY854" fmla="*/ 71659 h 592384"/>
                <a:gd name="csX855" fmla="*/ 67837 w 569453"/>
                <a:gd name="csY855" fmla="*/ 75481 h 592384"/>
                <a:gd name="csX856" fmla="*/ 72137 w 569453"/>
                <a:gd name="csY856" fmla="*/ 83603 h 592384"/>
                <a:gd name="csX857" fmla="*/ 73093 w 569453"/>
                <a:gd name="csY857" fmla="*/ 87424 h 592384"/>
                <a:gd name="csX858" fmla="*/ 73093 w 569453"/>
                <a:gd name="csY858" fmla="*/ 91246 h 592384"/>
                <a:gd name="csX859" fmla="*/ 72615 w 569453"/>
                <a:gd name="csY859" fmla="*/ 99368 h 592384"/>
                <a:gd name="csX860" fmla="*/ 72615 w 569453"/>
                <a:gd name="csY860" fmla="*/ 103667 h 592384"/>
                <a:gd name="csX861" fmla="*/ 73093 w 569453"/>
                <a:gd name="csY861" fmla="*/ 107967 h 592384"/>
                <a:gd name="csX862" fmla="*/ 73570 w 569453"/>
                <a:gd name="csY862" fmla="*/ 113700 h 592384"/>
                <a:gd name="csX863" fmla="*/ 75481 w 569453"/>
                <a:gd name="csY863" fmla="*/ 120865 h 592384"/>
                <a:gd name="csX864" fmla="*/ 78825 w 569453"/>
                <a:gd name="csY864" fmla="*/ 128509 h 592384"/>
                <a:gd name="csX865" fmla="*/ 84558 w 569453"/>
                <a:gd name="csY865" fmla="*/ 136153 h 592384"/>
                <a:gd name="csX866" fmla="*/ 88858 w 569453"/>
                <a:gd name="csY866" fmla="*/ 140930 h 592384"/>
                <a:gd name="csX867" fmla="*/ 93157 w 569453"/>
                <a:gd name="csY867" fmla="*/ 144752 h 592384"/>
                <a:gd name="csX868" fmla="*/ 97935 w 569453"/>
                <a:gd name="csY868" fmla="*/ 150007 h 592384"/>
                <a:gd name="csX869" fmla="*/ 98890 w 569453"/>
                <a:gd name="csY869" fmla="*/ 152396 h 592384"/>
                <a:gd name="csX870" fmla="*/ 96979 w 569453"/>
                <a:gd name="csY870" fmla="*/ 155262 h 592384"/>
                <a:gd name="csX871" fmla="*/ 91246 w 569453"/>
                <a:gd name="csY871" fmla="*/ 159562 h 592384"/>
                <a:gd name="csX872" fmla="*/ 84558 w 569453"/>
                <a:gd name="csY872" fmla="*/ 161473 h 592384"/>
                <a:gd name="csX873" fmla="*/ 80736 w 569453"/>
                <a:gd name="csY873" fmla="*/ 163383 h 592384"/>
                <a:gd name="csX874" fmla="*/ 75959 w 569453"/>
                <a:gd name="csY874" fmla="*/ 167205 h 592384"/>
                <a:gd name="csX875" fmla="*/ 70226 w 569453"/>
                <a:gd name="csY875" fmla="*/ 170072 h 592384"/>
                <a:gd name="csX876" fmla="*/ 67837 w 569453"/>
                <a:gd name="csY876" fmla="*/ 171505 h 592384"/>
                <a:gd name="csX877" fmla="*/ 68793 w 569453"/>
                <a:gd name="csY877" fmla="*/ 172938 h 592384"/>
                <a:gd name="csX878" fmla="*/ 73093 w 569453"/>
                <a:gd name="csY878" fmla="*/ 171505 h 592384"/>
                <a:gd name="csX879" fmla="*/ 76914 w 569453"/>
                <a:gd name="csY879" fmla="*/ 169594 h 592384"/>
                <a:gd name="csX880" fmla="*/ 83125 w 569453"/>
                <a:gd name="csY880" fmla="*/ 165294 h 592384"/>
                <a:gd name="csX881" fmla="*/ 86469 w 569453"/>
                <a:gd name="csY881" fmla="*/ 163861 h 592384"/>
                <a:gd name="csX882" fmla="*/ 97457 w 569453"/>
                <a:gd name="csY882" fmla="*/ 163861 h 592384"/>
                <a:gd name="csX883" fmla="*/ 99368 w 569453"/>
                <a:gd name="csY883" fmla="*/ 164817 h 592384"/>
                <a:gd name="csX884" fmla="*/ 98412 w 569453"/>
                <a:gd name="csY884" fmla="*/ 167205 h 592384"/>
                <a:gd name="csX885" fmla="*/ 97935 w 569453"/>
                <a:gd name="csY885" fmla="*/ 167683 h 592384"/>
                <a:gd name="csX886" fmla="*/ 98412 w 569453"/>
                <a:gd name="csY886" fmla="*/ 169116 h 592384"/>
                <a:gd name="csX887" fmla="*/ 99845 w 569453"/>
                <a:gd name="csY887" fmla="*/ 170549 h 592384"/>
                <a:gd name="csX888" fmla="*/ 102234 w 569453"/>
                <a:gd name="csY888" fmla="*/ 171983 h 592384"/>
                <a:gd name="csX889" fmla="*/ 103189 w 569453"/>
                <a:gd name="csY889" fmla="*/ 170549 h 592384"/>
                <a:gd name="csX890" fmla="*/ 103667 w 569453"/>
                <a:gd name="csY890" fmla="*/ 167205 h 592384"/>
                <a:gd name="csX891" fmla="*/ 105100 w 569453"/>
                <a:gd name="csY891" fmla="*/ 151918 h 592384"/>
                <a:gd name="csX892" fmla="*/ 106056 w 569453"/>
                <a:gd name="csY892" fmla="*/ 147618 h 592384"/>
                <a:gd name="csX893" fmla="*/ 106056 w 569453"/>
                <a:gd name="csY893" fmla="*/ 143319 h 592384"/>
                <a:gd name="csX894" fmla="*/ 106056 w 569453"/>
                <a:gd name="csY894" fmla="*/ 139019 h 592384"/>
                <a:gd name="csX895" fmla="*/ 105578 w 569453"/>
                <a:gd name="csY895" fmla="*/ 136631 h 592384"/>
                <a:gd name="csX896" fmla="*/ 102712 w 569453"/>
                <a:gd name="csY896" fmla="*/ 134720 h 592384"/>
                <a:gd name="csX897" fmla="*/ 98890 w 569453"/>
                <a:gd name="csY897" fmla="*/ 135197 h 592384"/>
                <a:gd name="csX898" fmla="*/ 96979 w 569453"/>
                <a:gd name="csY898" fmla="*/ 134720 h 592384"/>
                <a:gd name="csX899" fmla="*/ 94590 w 569453"/>
                <a:gd name="csY899" fmla="*/ 133764 h 592384"/>
                <a:gd name="csX900" fmla="*/ 92679 w 569453"/>
                <a:gd name="csY900" fmla="*/ 132809 h 592384"/>
                <a:gd name="csX901" fmla="*/ 91724 w 569453"/>
                <a:gd name="csY901" fmla="*/ 130898 h 592384"/>
                <a:gd name="csX902" fmla="*/ 89335 w 569453"/>
                <a:gd name="csY902" fmla="*/ 125643 h 592384"/>
                <a:gd name="csX903" fmla="*/ 87424 w 569453"/>
                <a:gd name="csY903" fmla="*/ 122776 h 592384"/>
                <a:gd name="csX904" fmla="*/ 83603 w 569453"/>
                <a:gd name="csY904" fmla="*/ 117521 h 592384"/>
                <a:gd name="csX905" fmla="*/ 81214 w 569453"/>
                <a:gd name="csY905" fmla="*/ 115610 h 592384"/>
                <a:gd name="csX906" fmla="*/ 82647 w 569453"/>
                <a:gd name="csY906" fmla="*/ 113700 h 592384"/>
                <a:gd name="csX907" fmla="*/ 86469 w 569453"/>
                <a:gd name="csY907" fmla="*/ 111311 h 592384"/>
                <a:gd name="csX908" fmla="*/ 88858 w 569453"/>
                <a:gd name="csY908" fmla="*/ 108922 h 592384"/>
                <a:gd name="csX909" fmla="*/ 91246 w 569453"/>
                <a:gd name="csY909" fmla="*/ 102234 h 592384"/>
                <a:gd name="csX910" fmla="*/ 93157 w 569453"/>
                <a:gd name="csY910" fmla="*/ 101279 h 592384"/>
                <a:gd name="csX911" fmla="*/ 98890 w 569453"/>
                <a:gd name="csY911" fmla="*/ 102234 h 592384"/>
                <a:gd name="csX912" fmla="*/ 107489 w 569453"/>
                <a:gd name="csY912" fmla="*/ 107489 h 592384"/>
                <a:gd name="csX913" fmla="*/ 112266 w 569453"/>
                <a:gd name="csY913" fmla="*/ 111789 h 592384"/>
                <a:gd name="csX914" fmla="*/ 113700 w 569453"/>
                <a:gd name="csY914" fmla="*/ 112266 h 592384"/>
                <a:gd name="csX915" fmla="*/ 113700 w 569453"/>
                <a:gd name="csY915" fmla="*/ 111311 h 592384"/>
                <a:gd name="csX916" fmla="*/ 112266 w 569453"/>
                <a:gd name="csY916" fmla="*/ 109400 h 592384"/>
                <a:gd name="csX917" fmla="*/ 106534 w 569453"/>
                <a:gd name="csY917" fmla="*/ 103667 h 592384"/>
                <a:gd name="csX918" fmla="*/ 103667 w 569453"/>
                <a:gd name="csY918" fmla="*/ 99845 h 592384"/>
                <a:gd name="csX919" fmla="*/ 102712 w 569453"/>
                <a:gd name="csY919" fmla="*/ 96979 h 592384"/>
                <a:gd name="csX920" fmla="*/ 103189 w 569453"/>
                <a:gd name="csY920" fmla="*/ 95546 h 592384"/>
                <a:gd name="csX921" fmla="*/ 106534 w 569453"/>
                <a:gd name="csY921" fmla="*/ 94113 h 592384"/>
                <a:gd name="csX922" fmla="*/ 107011 w 569453"/>
                <a:gd name="csY922" fmla="*/ 92679 h 592384"/>
                <a:gd name="csX923" fmla="*/ 102712 w 569453"/>
                <a:gd name="csY923" fmla="*/ 90769 h 592384"/>
                <a:gd name="csX924" fmla="*/ 100323 w 569453"/>
                <a:gd name="csY924" fmla="*/ 90769 h 592384"/>
                <a:gd name="csX925" fmla="*/ 98412 w 569453"/>
                <a:gd name="csY925" fmla="*/ 92202 h 592384"/>
                <a:gd name="csX926" fmla="*/ 96501 w 569453"/>
                <a:gd name="csY926" fmla="*/ 92202 h 592384"/>
                <a:gd name="csX927" fmla="*/ 92679 w 569453"/>
                <a:gd name="csY927" fmla="*/ 89813 h 592384"/>
                <a:gd name="csX928" fmla="*/ 91724 w 569453"/>
                <a:gd name="csY928" fmla="*/ 88380 h 592384"/>
                <a:gd name="csX929" fmla="*/ 89813 w 569453"/>
                <a:gd name="csY929" fmla="*/ 84558 h 592384"/>
                <a:gd name="csX930" fmla="*/ 88380 w 569453"/>
                <a:gd name="csY930" fmla="*/ 81214 h 592384"/>
                <a:gd name="csX931" fmla="*/ 87424 w 569453"/>
                <a:gd name="csY931" fmla="*/ 78825 h 592384"/>
                <a:gd name="csX932" fmla="*/ 86947 w 569453"/>
                <a:gd name="csY932" fmla="*/ 76914 h 592384"/>
                <a:gd name="csX933" fmla="*/ 86469 w 569453"/>
                <a:gd name="csY933" fmla="*/ 71659 h 592384"/>
                <a:gd name="csX934" fmla="*/ 86469 w 569453"/>
                <a:gd name="csY934" fmla="*/ 68315 h 592384"/>
                <a:gd name="csX935" fmla="*/ 87424 w 569453"/>
                <a:gd name="csY935" fmla="*/ 65927 h 592384"/>
                <a:gd name="csX936" fmla="*/ 87902 w 569453"/>
                <a:gd name="csY936" fmla="*/ 63538 h 592384"/>
                <a:gd name="csX937" fmla="*/ 90291 w 569453"/>
                <a:gd name="csY937" fmla="*/ 59238 h 592384"/>
                <a:gd name="csX938" fmla="*/ 91724 w 569453"/>
                <a:gd name="csY938" fmla="*/ 57805 h 592384"/>
                <a:gd name="csX939" fmla="*/ 94112 w 569453"/>
                <a:gd name="csY939" fmla="*/ 57328 h 592384"/>
                <a:gd name="csX940" fmla="*/ 99845 w 569453"/>
                <a:gd name="csY940" fmla="*/ 59238 h 592384"/>
                <a:gd name="csX941" fmla="*/ 114177 w 569453"/>
                <a:gd name="csY941" fmla="*/ 66882 h 592384"/>
                <a:gd name="csX942" fmla="*/ 113700 w 569453"/>
                <a:gd name="csY942" fmla="*/ 64493 h 592384"/>
                <a:gd name="csX943" fmla="*/ 97457 w 569453"/>
                <a:gd name="csY943" fmla="*/ 54461 h 592384"/>
                <a:gd name="csX944" fmla="*/ 91724 w 569453"/>
                <a:gd name="csY944" fmla="*/ 51595 h 592384"/>
                <a:gd name="csX945" fmla="*/ 90291 w 569453"/>
                <a:gd name="csY945" fmla="*/ 47773 h 592384"/>
                <a:gd name="csX946" fmla="*/ 98890 w 569453"/>
                <a:gd name="csY946" fmla="*/ 33441 h 592384"/>
                <a:gd name="csX947" fmla="*/ 107011 w 569453"/>
                <a:gd name="csY947" fmla="*/ 30097 h 592384"/>
                <a:gd name="csX948" fmla="*/ 111311 w 569453"/>
                <a:gd name="csY948" fmla="*/ 25797 h 592384"/>
                <a:gd name="csX949" fmla="*/ 117521 w 569453"/>
                <a:gd name="csY949" fmla="*/ 25320 h 592384"/>
                <a:gd name="csX950" fmla="*/ 123732 w 569453"/>
                <a:gd name="csY950" fmla="*/ 28186 h 592384"/>
                <a:gd name="csX951" fmla="*/ 123732 w 569453"/>
                <a:gd name="csY951" fmla="*/ 27708 h 592384"/>
                <a:gd name="csX952" fmla="*/ 120865 w 569453"/>
                <a:gd name="csY952" fmla="*/ 22453 h 592384"/>
                <a:gd name="csX953" fmla="*/ 121343 w 569453"/>
                <a:gd name="csY953" fmla="*/ 21020 h 592384"/>
                <a:gd name="csX954" fmla="*/ 124687 w 569453"/>
                <a:gd name="csY954" fmla="*/ 18154 h 592384"/>
                <a:gd name="csX955" fmla="*/ 130898 w 569453"/>
                <a:gd name="csY955" fmla="*/ 14332 h 592384"/>
                <a:gd name="csX956" fmla="*/ 138542 w 569453"/>
                <a:gd name="csY956" fmla="*/ 11465 h 592384"/>
                <a:gd name="csX957" fmla="*/ 140452 w 569453"/>
                <a:gd name="csY957" fmla="*/ 10032 h 592384"/>
                <a:gd name="csX958" fmla="*/ 142363 w 569453"/>
                <a:gd name="csY958" fmla="*/ 9077 h 592384"/>
                <a:gd name="csX959" fmla="*/ 145707 w 569453"/>
                <a:gd name="csY959" fmla="*/ 8121 h 592384"/>
                <a:gd name="csX960" fmla="*/ 154784 w 569453"/>
                <a:gd name="csY960" fmla="*/ 7644 h 592384"/>
                <a:gd name="csX961" fmla="*/ 160039 w 569453"/>
                <a:gd name="csY961" fmla="*/ 8121 h 592384"/>
                <a:gd name="csX962" fmla="*/ 166727 w 569453"/>
                <a:gd name="csY962" fmla="*/ 10510 h 592384"/>
                <a:gd name="csX963" fmla="*/ 170549 w 569453"/>
                <a:gd name="csY963" fmla="*/ 14332 h 592384"/>
                <a:gd name="csX964" fmla="*/ 171983 w 569453"/>
                <a:gd name="csY964" fmla="*/ 16721 h 592384"/>
                <a:gd name="csX965" fmla="*/ 173893 w 569453"/>
                <a:gd name="csY965" fmla="*/ 24364 h 592384"/>
                <a:gd name="csX966" fmla="*/ 175804 w 569453"/>
                <a:gd name="csY966" fmla="*/ 34874 h 592384"/>
                <a:gd name="csX967" fmla="*/ 178193 w 569453"/>
                <a:gd name="csY967" fmla="*/ 39174 h 592384"/>
                <a:gd name="csX968" fmla="*/ 182492 w 569453"/>
                <a:gd name="csY968" fmla="*/ 41562 h 592384"/>
                <a:gd name="csX969" fmla="*/ 184881 w 569453"/>
                <a:gd name="csY969" fmla="*/ 43951 h 592384"/>
                <a:gd name="csX970" fmla="*/ 186792 w 569453"/>
                <a:gd name="csY970" fmla="*/ 46817 h 592384"/>
                <a:gd name="csX971" fmla="*/ 187270 w 569453"/>
                <a:gd name="csY971" fmla="*/ 50639 h 592384"/>
                <a:gd name="csX972" fmla="*/ 186314 w 569453"/>
                <a:gd name="csY972" fmla="*/ 54461 h 592384"/>
                <a:gd name="csX973" fmla="*/ 186792 w 569453"/>
                <a:gd name="csY973" fmla="*/ 59238 h 592384"/>
                <a:gd name="csX974" fmla="*/ 188703 w 569453"/>
                <a:gd name="csY974" fmla="*/ 63538 h 592384"/>
                <a:gd name="csX975" fmla="*/ 190136 w 569453"/>
                <a:gd name="csY975" fmla="*/ 65927 h 592384"/>
                <a:gd name="csX976" fmla="*/ 193003 w 569453"/>
                <a:gd name="csY976" fmla="*/ 68793 h 592384"/>
                <a:gd name="csX977" fmla="*/ 193003 w 569453"/>
                <a:gd name="csY977" fmla="*/ 70226 h 592384"/>
                <a:gd name="csX978" fmla="*/ 192047 w 569453"/>
                <a:gd name="csY978" fmla="*/ 72137 h 592384"/>
                <a:gd name="csX979" fmla="*/ 190136 w 569453"/>
                <a:gd name="csY979" fmla="*/ 74526 h 592384"/>
                <a:gd name="csX980" fmla="*/ 185359 w 569453"/>
                <a:gd name="csY980" fmla="*/ 81692 h 592384"/>
                <a:gd name="csX981" fmla="*/ 178671 w 569453"/>
                <a:gd name="csY981" fmla="*/ 89813 h 592384"/>
                <a:gd name="csX982" fmla="*/ 174371 w 569453"/>
                <a:gd name="csY982" fmla="*/ 96501 h 592384"/>
                <a:gd name="csX983" fmla="*/ 173893 w 569453"/>
                <a:gd name="csY983" fmla="*/ 98412 h 592384"/>
                <a:gd name="csX984" fmla="*/ 183448 w 569453"/>
                <a:gd name="csY984" fmla="*/ 87902 h 592384"/>
                <a:gd name="csX985" fmla="*/ 186314 w 569453"/>
                <a:gd name="csY985" fmla="*/ 87902 h 592384"/>
                <a:gd name="csX986" fmla="*/ 186792 w 569453"/>
                <a:gd name="csY986" fmla="*/ 89813 h 592384"/>
                <a:gd name="csX987" fmla="*/ 184881 w 569453"/>
                <a:gd name="csY987" fmla="*/ 95068 h 592384"/>
                <a:gd name="csX988" fmla="*/ 182492 w 569453"/>
                <a:gd name="csY988" fmla="*/ 99368 h 592384"/>
                <a:gd name="csX989" fmla="*/ 180104 w 569453"/>
                <a:gd name="csY989" fmla="*/ 102712 h 592384"/>
                <a:gd name="csX990" fmla="*/ 180582 w 569453"/>
                <a:gd name="csY990" fmla="*/ 103667 h 592384"/>
                <a:gd name="csX991" fmla="*/ 184881 w 569453"/>
                <a:gd name="csY991" fmla="*/ 108922 h 592384"/>
                <a:gd name="csX992" fmla="*/ 183926 w 569453"/>
                <a:gd name="csY992" fmla="*/ 109878 h 592384"/>
                <a:gd name="csX993" fmla="*/ 182015 w 569453"/>
                <a:gd name="csY993" fmla="*/ 109400 h 592384"/>
                <a:gd name="csX994" fmla="*/ 181059 w 569453"/>
                <a:gd name="csY994" fmla="*/ 109878 h 592384"/>
                <a:gd name="csX995" fmla="*/ 180582 w 569453"/>
                <a:gd name="csY995" fmla="*/ 110833 h 592384"/>
                <a:gd name="csX996" fmla="*/ 180104 w 569453"/>
                <a:gd name="csY996" fmla="*/ 112266 h 592384"/>
                <a:gd name="csX997" fmla="*/ 180104 w 569453"/>
                <a:gd name="csY997" fmla="*/ 114177 h 592384"/>
                <a:gd name="csX998" fmla="*/ 180104 w 569453"/>
                <a:gd name="csY998" fmla="*/ 116566 h 592384"/>
                <a:gd name="csX999" fmla="*/ 180104 w 569453"/>
                <a:gd name="csY999" fmla="*/ 118477 h 592384"/>
                <a:gd name="csX1000" fmla="*/ 179626 w 569453"/>
                <a:gd name="csY1000" fmla="*/ 119910 h 592384"/>
                <a:gd name="csX1001" fmla="*/ 180104 w 569453"/>
                <a:gd name="csY1001" fmla="*/ 120388 h 592384"/>
                <a:gd name="csX1002" fmla="*/ 181537 w 569453"/>
                <a:gd name="csY1002" fmla="*/ 120388 h 592384"/>
                <a:gd name="csX1003" fmla="*/ 182970 w 569453"/>
                <a:gd name="csY1003" fmla="*/ 118955 h 592384"/>
                <a:gd name="csX1004" fmla="*/ 184881 w 569453"/>
                <a:gd name="csY1004" fmla="*/ 115610 h 592384"/>
                <a:gd name="csX1005" fmla="*/ 191092 w 569453"/>
                <a:gd name="csY1005" fmla="*/ 106056 h 592384"/>
                <a:gd name="csX1006" fmla="*/ 194914 w 569453"/>
                <a:gd name="csY1006" fmla="*/ 102712 h 592384"/>
                <a:gd name="csX1007" fmla="*/ 196347 w 569453"/>
                <a:gd name="csY1007" fmla="*/ 102234 h 592384"/>
                <a:gd name="csX1008" fmla="*/ 200168 w 569453"/>
                <a:gd name="csY1008" fmla="*/ 104623 h 592384"/>
                <a:gd name="csX1009" fmla="*/ 201124 w 569453"/>
                <a:gd name="csY1009" fmla="*/ 104623 h 592384"/>
                <a:gd name="csX1010" fmla="*/ 196824 w 569453"/>
                <a:gd name="csY1010" fmla="*/ 96979 h 592384"/>
                <a:gd name="csX1011" fmla="*/ 196347 w 569453"/>
                <a:gd name="csY1011" fmla="*/ 95068 h 592384"/>
                <a:gd name="csX1012" fmla="*/ 197302 w 569453"/>
                <a:gd name="csY1012" fmla="*/ 92679 h 592384"/>
                <a:gd name="csX1013" fmla="*/ 197780 w 569453"/>
                <a:gd name="csY1013" fmla="*/ 91724 h 592384"/>
                <a:gd name="csX1014" fmla="*/ 200168 w 569453"/>
                <a:gd name="csY1014" fmla="*/ 89335 h 592384"/>
                <a:gd name="csX1015" fmla="*/ 202079 w 569453"/>
                <a:gd name="csY1015" fmla="*/ 88380 h 592384"/>
                <a:gd name="csX1016" fmla="*/ 203035 w 569453"/>
                <a:gd name="csY1016" fmla="*/ 88858 h 592384"/>
                <a:gd name="csX1017" fmla="*/ 204946 w 569453"/>
                <a:gd name="csY1017" fmla="*/ 92679 h 592384"/>
                <a:gd name="csX1018" fmla="*/ 205424 w 569453"/>
                <a:gd name="csY1018" fmla="*/ 95068 h 592384"/>
                <a:gd name="csX1019" fmla="*/ 206857 w 569453"/>
                <a:gd name="csY1019" fmla="*/ 96501 h 592384"/>
                <a:gd name="csX1020" fmla="*/ 210201 w 569453"/>
                <a:gd name="csY1020" fmla="*/ 95068 h 592384"/>
                <a:gd name="csX1021" fmla="*/ 212112 w 569453"/>
                <a:gd name="csY1021" fmla="*/ 91724 h 592384"/>
                <a:gd name="csX1022" fmla="*/ 214500 w 569453"/>
                <a:gd name="csY1022" fmla="*/ 93635 h 592384"/>
                <a:gd name="csX1023" fmla="*/ 218322 w 569453"/>
                <a:gd name="csY1023" fmla="*/ 98890 h 592384"/>
                <a:gd name="csX1024" fmla="*/ 218322 w 569453"/>
                <a:gd name="csY1024" fmla="*/ 103667 h 592384"/>
                <a:gd name="csX1025" fmla="*/ 218322 w 569453"/>
                <a:gd name="csY1025" fmla="*/ 108922 h 592384"/>
                <a:gd name="csX1026" fmla="*/ 218322 w 569453"/>
                <a:gd name="csY1026" fmla="*/ 112266 h 592384"/>
                <a:gd name="csX1027" fmla="*/ 223099 w 569453"/>
                <a:gd name="csY1027" fmla="*/ 118955 h 592384"/>
                <a:gd name="csX1028" fmla="*/ 225966 w 569453"/>
                <a:gd name="csY1028" fmla="*/ 121821 h 592384"/>
                <a:gd name="csX1029" fmla="*/ 226921 w 569453"/>
                <a:gd name="csY1029" fmla="*/ 121821 h 592384"/>
                <a:gd name="csX1030" fmla="*/ 226444 w 569453"/>
                <a:gd name="csY1030" fmla="*/ 120865 h 592384"/>
                <a:gd name="csX1031" fmla="*/ 225966 w 569453"/>
                <a:gd name="csY1031" fmla="*/ 118955 h 592384"/>
                <a:gd name="csX1032" fmla="*/ 224055 w 569453"/>
                <a:gd name="csY1032" fmla="*/ 116566 h 592384"/>
                <a:gd name="csX1033" fmla="*/ 222622 w 569453"/>
                <a:gd name="csY1033" fmla="*/ 113222 h 592384"/>
                <a:gd name="csX1034" fmla="*/ 221189 w 569453"/>
                <a:gd name="csY1034" fmla="*/ 108922 h 592384"/>
                <a:gd name="csX1035" fmla="*/ 222144 w 569453"/>
                <a:gd name="csY1035" fmla="*/ 99368 h 592384"/>
                <a:gd name="csX1036" fmla="*/ 224533 w 569453"/>
                <a:gd name="csY1036" fmla="*/ 94113 h 592384"/>
                <a:gd name="csX1037" fmla="*/ 226921 w 569453"/>
                <a:gd name="csY1037" fmla="*/ 95546 h 592384"/>
                <a:gd name="csX1038" fmla="*/ 229788 w 569453"/>
                <a:gd name="csY1038" fmla="*/ 98412 h 592384"/>
                <a:gd name="csX1039" fmla="*/ 232176 w 569453"/>
                <a:gd name="csY1039" fmla="*/ 98890 h 592384"/>
                <a:gd name="csX1040" fmla="*/ 235998 w 569453"/>
                <a:gd name="csY1040" fmla="*/ 98412 h 592384"/>
                <a:gd name="csX1041" fmla="*/ 243642 w 569453"/>
                <a:gd name="csY1041" fmla="*/ 104623 h 592384"/>
                <a:gd name="csX1042" fmla="*/ 247941 w 569453"/>
                <a:gd name="csY1042" fmla="*/ 104623 h 592384"/>
                <a:gd name="csX1043" fmla="*/ 247464 w 569453"/>
                <a:gd name="csY1043" fmla="*/ 102234 h 592384"/>
                <a:gd name="csX1044" fmla="*/ 244597 w 569453"/>
                <a:gd name="csY1044" fmla="*/ 100801 h 592384"/>
                <a:gd name="csX1045" fmla="*/ 239820 w 569453"/>
                <a:gd name="csY1045" fmla="*/ 97457 h 592384"/>
                <a:gd name="csX1046" fmla="*/ 232654 w 569453"/>
                <a:gd name="csY1046" fmla="*/ 93635 h 592384"/>
                <a:gd name="csX1047" fmla="*/ 229310 w 569453"/>
                <a:gd name="csY1047" fmla="*/ 88858 h 592384"/>
                <a:gd name="csX1048" fmla="*/ 228832 w 569453"/>
                <a:gd name="csY1048" fmla="*/ 86947 h 592384"/>
                <a:gd name="csX1049" fmla="*/ 228832 w 569453"/>
                <a:gd name="csY1049" fmla="*/ 84558 h 592384"/>
                <a:gd name="csX1050" fmla="*/ 229310 w 569453"/>
                <a:gd name="csY1050" fmla="*/ 82647 h 592384"/>
                <a:gd name="csX1051" fmla="*/ 229788 w 569453"/>
                <a:gd name="csY1051" fmla="*/ 80736 h 592384"/>
                <a:gd name="csX1052" fmla="*/ 231221 w 569453"/>
                <a:gd name="csY1052" fmla="*/ 79303 h 592384"/>
                <a:gd name="csX1053" fmla="*/ 238387 w 569453"/>
                <a:gd name="csY1053" fmla="*/ 73570 h 592384"/>
                <a:gd name="csX1054" fmla="*/ 243164 w 569453"/>
                <a:gd name="csY1054" fmla="*/ 71659 h 592384"/>
                <a:gd name="csX1055" fmla="*/ 246986 w 569453"/>
                <a:gd name="csY1055" fmla="*/ 70704 h 592384"/>
                <a:gd name="csX1056" fmla="*/ 253197 w 569453"/>
                <a:gd name="csY1056" fmla="*/ 70704 h 592384"/>
                <a:gd name="csX1057" fmla="*/ 260363 w 569453"/>
                <a:gd name="csY1057" fmla="*/ 71659 h 592384"/>
                <a:gd name="csX1058" fmla="*/ 264184 w 569453"/>
                <a:gd name="csY1058" fmla="*/ 73570 h 592384"/>
                <a:gd name="csX1059" fmla="*/ 268484 w 569453"/>
                <a:gd name="csY1059" fmla="*/ 76914 h 592384"/>
                <a:gd name="csX1060" fmla="*/ 274217 w 569453"/>
                <a:gd name="csY1060" fmla="*/ 80736 h 592384"/>
                <a:gd name="csX1061" fmla="*/ 276128 w 569453"/>
                <a:gd name="csY1061" fmla="*/ 81692 h 592384"/>
                <a:gd name="csX1062" fmla="*/ 278516 w 569453"/>
                <a:gd name="csY1062" fmla="*/ 81214 h 592384"/>
                <a:gd name="csX1063" fmla="*/ 281382 w 569453"/>
                <a:gd name="csY1063" fmla="*/ 80736 h 592384"/>
                <a:gd name="csX1064" fmla="*/ 283771 w 569453"/>
                <a:gd name="csY1064" fmla="*/ 80736 h 592384"/>
                <a:gd name="csX1065" fmla="*/ 291893 w 569453"/>
                <a:gd name="csY1065" fmla="*/ 86469 h 592384"/>
                <a:gd name="csX1066" fmla="*/ 294281 w 569453"/>
                <a:gd name="csY1066" fmla="*/ 89335 h 592384"/>
                <a:gd name="csX1067" fmla="*/ 295237 w 569453"/>
                <a:gd name="csY1067" fmla="*/ 92679 h 592384"/>
                <a:gd name="csX1068" fmla="*/ 296192 w 569453"/>
                <a:gd name="csY1068" fmla="*/ 96024 h 592384"/>
                <a:gd name="csX1069" fmla="*/ 297147 w 569453"/>
                <a:gd name="csY1069" fmla="*/ 98890 h 592384"/>
                <a:gd name="csX1070" fmla="*/ 296670 w 569453"/>
                <a:gd name="csY1070" fmla="*/ 101756 h 592384"/>
                <a:gd name="csX1071" fmla="*/ 289982 w 569453"/>
                <a:gd name="csY1071" fmla="*/ 112744 h 592384"/>
                <a:gd name="csX1072" fmla="*/ 287115 w 569453"/>
                <a:gd name="csY1072" fmla="*/ 114655 h 592384"/>
                <a:gd name="csX1073" fmla="*/ 285204 w 569453"/>
                <a:gd name="csY1073" fmla="*/ 118477 h 592384"/>
                <a:gd name="csX1074" fmla="*/ 282338 w 569453"/>
                <a:gd name="csY1074" fmla="*/ 126598 h 592384"/>
                <a:gd name="csX1075" fmla="*/ 279949 w 569453"/>
                <a:gd name="csY1075" fmla="*/ 130898 h 592384"/>
                <a:gd name="csX1076" fmla="*/ 279472 w 569453"/>
                <a:gd name="csY1076" fmla="*/ 131376 h 592384"/>
                <a:gd name="csX1077" fmla="*/ 279949 w 569453"/>
                <a:gd name="csY1077" fmla="*/ 131853 h 592384"/>
                <a:gd name="csX1078" fmla="*/ 281382 w 569453"/>
                <a:gd name="csY1078" fmla="*/ 129942 h 592384"/>
                <a:gd name="csX1079" fmla="*/ 284249 w 569453"/>
                <a:gd name="csY1079" fmla="*/ 124687 h 592384"/>
                <a:gd name="csX1080" fmla="*/ 285682 w 569453"/>
                <a:gd name="csY1080" fmla="*/ 119910 h 592384"/>
                <a:gd name="csX1081" fmla="*/ 289504 w 569453"/>
                <a:gd name="csY1081" fmla="*/ 116088 h 592384"/>
                <a:gd name="csX1082" fmla="*/ 294759 w 569453"/>
                <a:gd name="csY1082" fmla="*/ 111311 h 592384"/>
                <a:gd name="csX1083" fmla="*/ 299536 w 569453"/>
                <a:gd name="csY1083" fmla="*/ 108922 h 592384"/>
                <a:gd name="csX1084" fmla="*/ 303836 w 569453"/>
                <a:gd name="csY1084" fmla="*/ 109400 h 592384"/>
                <a:gd name="csX1085" fmla="*/ 307180 w 569453"/>
                <a:gd name="csY1085" fmla="*/ 109878 h 592384"/>
                <a:gd name="csX1086" fmla="*/ 310046 w 569453"/>
                <a:gd name="csY1086" fmla="*/ 111311 h 592384"/>
                <a:gd name="csX1087" fmla="*/ 311957 w 569453"/>
                <a:gd name="csY1087" fmla="*/ 112266 h 592384"/>
                <a:gd name="csX1088" fmla="*/ 312435 w 569453"/>
                <a:gd name="csY1088" fmla="*/ 112744 h 592384"/>
                <a:gd name="csX1089" fmla="*/ 313390 w 569453"/>
                <a:gd name="csY1089" fmla="*/ 116088 h 592384"/>
                <a:gd name="csX1090" fmla="*/ 313390 w 569453"/>
                <a:gd name="csY1090" fmla="*/ 118477 h 592384"/>
                <a:gd name="csX1091" fmla="*/ 312913 w 569453"/>
                <a:gd name="csY1091" fmla="*/ 121343 h 592384"/>
                <a:gd name="csX1092" fmla="*/ 311479 w 569453"/>
                <a:gd name="csY1092" fmla="*/ 124210 h 592384"/>
                <a:gd name="csX1093" fmla="*/ 305269 w 569453"/>
                <a:gd name="csY1093" fmla="*/ 127554 h 592384"/>
                <a:gd name="csX1094" fmla="*/ 301925 w 569453"/>
                <a:gd name="csY1094" fmla="*/ 129942 h 592384"/>
                <a:gd name="csX1095" fmla="*/ 300014 w 569453"/>
                <a:gd name="csY1095" fmla="*/ 130898 h 592384"/>
                <a:gd name="csX1096" fmla="*/ 293804 w 569453"/>
                <a:gd name="csY1096" fmla="*/ 131853 h 592384"/>
                <a:gd name="csX1097" fmla="*/ 293804 w 569453"/>
                <a:gd name="csY1097" fmla="*/ 132809 h 592384"/>
                <a:gd name="csX1098" fmla="*/ 298581 w 569453"/>
                <a:gd name="csY1098" fmla="*/ 134242 h 592384"/>
                <a:gd name="csX1099" fmla="*/ 303836 w 569453"/>
                <a:gd name="csY1099" fmla="*/ 133764 h 592384"/>
                <a:gd name="csX1100" fmla="*/ 303836 w 569453"/>
                <a:gd name="csY1100" fmla="*/ 135675 h 592384"/>
                <a:gd name="csX1101" fmla="*/ 300970 w 569453"/>
                <a:gd name="csY1101" fmla="*/ 139975 h 592384"/>
                <a:gd name="csX1102" fmla="*/ 300492 w 569453"/>
                <a:gd name="csY1102" fmla="*/ 143796 h 592384"/>
                <a:gd name="csX1103" fmla="*/ 300970 w 569453"/>
                <a:gd name="csY1103" fmla="*/ 146663 h 592384"/>
                <a:gd name="csX1104" fmla="*/ 300970 w 569453"/>
                <a:gd name="csY1104" fmla="*/ 149529 h 592384"/>
                <a:gd name="csX1105" fmla="*/ 299059 w 569453"/>
                <a:gd name="csY1105" fmla="*/ 154784 h 592384"/>
                <a:gd name="csX1106" fmla="*/ 297147 w 569453"/>
                <a:gd name="csY1106" fmla="*/ 159562 h 592384"/>
                <a:gd name="csX1107" fmla="*/ 298103 w 569453"/>
                <a:gd name="csY1107" fmla="*/ 160039 h 592384"/>
                <a:gd name="csX1108" fmla="*/ 302403 w 569453"/>
                <a:gd name="csY1108" fmla="*/ 153351 h 592384"/>
                <a:gd name="csX1109" fmla="*/ 303836 w 569453"/>
                <a:gd name="csY1109" fmla="*/ 145707 h 592384"/>
                <a:gd name="csX1110" fmla="*/ 305747 w 569453"/>
                <a:gd name="csY1110" fmla="*/ 139019 h 592384"/>
                <a:gd name="csX1111" fmla="*/ 308135 w 569453"/>
                <a:gd name="csY1111" fmla="*/ 135675 h 592384"/>
                <a:gd name="csX1112" fmla="*/ 309569 w 569453"/>
                <a:gd name="csY1112" fmla="*/ 134242 h 592384"/>
                <a:gd name="csX1113" fmla="*/ 314824 w 569453"/>
                <a:gd name="csY1113" fmla="*/ 133286 h 592384"/>
                <a:gd name="csX1114" fmla="*/ 317690 w 569453"/>
                <a:gd name="csY1114" fmla="*/ 129465 h 592384"/>
                <a:gd name="csX1115" fmla="*/ 320079 w 569453"/>
                <a:gd name="csY1115" fmla="*/ 128509 h 592384"/>
                <a:gd name="csX1116" fmla="*/ 321512 w 569453"/>
                <a:gd name="csY1116" fmla="*/ 128509 h 592384"/>
                <a:gd name="csX1117" fmla="*/ 323423 w 569453"/>
                <a:gd name="csY1117" fmla="*/ 129942 h 592384"/>
                <a:gd name="csX1118" fmla="*/ 323423 w 569453"/>
                <a:gd name="csY1118" fmla="*/ 131376 h 592384"/>
                <a:gd name="csX1119" fmla="*/ 320079 w 569453"/>
                <a:gd name="csY1119" fmla="*/ 138064 h 592384"/>
                <a:gd name="csX1120" fmla="*/ 313868 w 569453"/>
                <a:gd name="csY1120" fmla="*/ 149529 h 592384"/>
                <a:gd name="csX1121" fmla="*/ 316257 w 569453"/>
                <a:gd name="csY1121" fmla="*/ 148096 h 592384"/>
                <a:gd name="csX1122" fmla="*/ 318168 w 569453"/>
                <a:gd name="csY1122" fmla="*/ 145707 h 592384"/>
                <a:gd name="csX1123" fmla="*/ 320556 w 569453"/>
                <a:gd name="csY1123" fmla="*/ 142841 h 592384"/>
                <a:gd name="csX1124" fmla="*/ 323423 w 569453"/>
                <a:gd name="csY1124" fmla="*/ 139019 h 592384"/>
                <a:gd name="csX1125" fmla="*/ 325334 w 569453"/>
                <a:gd name="csY1125" fmla="*/ 142363 h 592384"/>
                <a:gd name="csX1126" fmla="*/ 327722 w 569453"/>
                <a:gd name="csY1126" fmla="*/ 145230 h 592384"/>
                <a:gd name="csX1127" fmla="*/ 329633 w 569453"/>
                <a:gd name="csY1127" fmla="*/ 151440 h 592384"/>
                <a:gd name="csX1128" fmla="*/ 332500 w 569453"/>
                <a:gd name="csY1128" fmla="*/ 154307 h 592384"/>
                <a:gd name="csX1129" fmla="*/ 333933 w 569453"/>
                <a:gd name="csY1129" fmla="*/ 156217 h 592384"/>
                <a:gd name="csX1130" fmla="*/ 333455 w 569453"/>
                <a:gd name="csY1130" fmla="*/ 152396 h 592384"/>
                <a:gd name="csX1131" fmla="*/ 331544 w 569453"/>
                <a:gd name="csY1131" fmla="*/ 144752 h 592384"/>
                <a:gd name="csX1132" fmla="*/ 332022 w 569453"/>
                <a:gd name="csY1132" fmla="*/ 141886 h 592384"/>
                <a:gd name="csX1133" fmla="*/ 333933 w 569453"/>
                <a:gd name="csY1133" fmla="*/ 140452 h 592384"/>
                <a:gd name="csX1134" fmla="*/ 339666 w 569453"/>
                <a:gd name="csY1134" fmla="*/ 133764 h 592384"/>
                <a:gd name="csX1135" fmla="*/ 343487 w 569453"/>
                <a:gd name="csY1135" fmla="*/ 136153 h 592384"/>
                <a:gd name="csX1136" fmla="*/ 345876 w 569453"/>
                <a:gd name="csY1136" fmla="*/ 138064 h 592384"/>
                <a:gd name="csX1137" fmla="*/ 346831 w 569453"/>
                <a:gd name="csY1137" fmla="*/ 137586 h 592384"/>
                <a:gd name="csX1138" fmla="*/ 350176 w 569453"/>
                <a:gd name="csY1138" fmla="*/ 137586 h 592384"/>
                <a:gd name="csX1139" fmla="*/ 354953 w 569453"/>
                <a:gd name="csY1139" fmla="*/ 138542 h 592384"/>
                <a:gd name="csX1140" fmla="*/ 359730 w 569453"/>
                <a:gd name="csY1140" fmla="*/ 140452 h 592384"/>
                <a:gd name="csX1141" fmla="*/ 364508 w 569453"/>
                <a:gd name="csY1141" fmla="*/ 143319 h 592384"/>
                <a:gd name="csX1142" fmla="*/ 367852 w 569453"/>
                <a:gd name="csY1142" fmla="*/ 146185 h 592384"/>
                <a:gd name="csX1143" fmla="*/ 370718 w 569453"/>
                <a:gd name="csY1143" fmla="*/ 149529 h 592384"/>
                <a:gd name="csX1144" fmla="*/ 372151 w 569453"/>
                <a:gd name="csY1144" fmla="*/ 151918 h 592384"/>
                <a:gd name="csX1145" fmla="*/ 372629 w 569453"/>
                <a:gd name="csY1145" fmla="*/ 153351 h 592384"/>
                <a:gd name="csX1146" fmla="*/ 373584 w 569453"/>
                <a:gd name="csY1146" fmla="*/ 156695 h 592384"/>
                <a:gd name="csX1147" fmla="*/ 372629 w 569453"/>
                <a:gd name="csY1147" fmla="*/ 159084 h 592384"/>
                <a:gd name="csX1148" fmla="*/ 369285 w 569453"/>
                <a:gd name="csY1148" fmla="*/ 163861 h 592384"/>
                <a:gd name="csX1149" fmla="*/ 367374 w 569453"/>
                <a:gd name="csY1149" fmla="*/ 166250 h 592384"/>
                <a:gd name="csX1150" fmla="*/ 365463 w 569453"/>
                <a:gd name="csY1150" fmla="*/ 167683 h 592384"/>
                <a:gd name="csX1151" fmla="*/ 360208 w 569453"/>
                <a:gd name="csY1151" fmla="*/ 166250 h 592384"/>
                <a:gd name="csX1152" fmla="*/ 358775 w 569453"/>
                <a:gd name="csY1152" fmla="*/ 167205 h 592384"/>
                <a:gd name="csX1153" fmla="*/ 356864 w 569453"/>
                <a:gd name="csY1153" fmla="*/ 168638 h 592384"/>
                <a:gd name="csX1154" fmla="*/ 351609 w 569453"/>
                <a:gd name="csY1154" fmla="*/ 175804 h 592384"/>
                <a:gd name="csX1155" fmla="*/ 348265 w 569453"/>
                <a:gd name="csY1155" fmla="*/ 178671 h 592384"/>
                <a:gd name="csX1156" fmla="*/ 345398 w 569453"/>
                <a:gd name="csY1156" fmla="*/ 180582 h 592384"/>
                <a:gd name="csX1157" fmla="*/ 344920 w 569453"/>
                <a:gd name="csY1157" fmla="*/ 181537 h 592384"/>
                <a:gd name="csX1158" fmla="*/ 351131 w 569453"/>
                <a:gd name="csY1158" fmla="*/ 181537 h 592384"/>
                <a:gd name="csX1159" fmla="*/ 353042 w 569453"/>
                <a:gd name="csY1159" fmla="*/ 179626 h 592384"/>
                <a:gd name="csX1160" fmla="*/ 354475 w 569453"/>
                <a:gd name="csY1160" fmla="*/ 175804 h 592384"/>
                <a:gd name="csX1161" fmla="*/ 357342 w 569453"/>
                <a:gd name="csY1161" fmla="*/ 171505 h 592384"/>
                <a:gd name="csX1162" fmla="*/ 362596 w 569453"/>
                <a:gd name="csY1162" fmla="*/ 169594 h 592384"/>
                <a:gd name="csX1163" fmla="*/ 369762 w 569453"/>
                <a:gd name="csY1163" fmla="*/ 173893 h 592384"/>
                <a:gd name="csX1164" fmla="*/ 373584 w 569453"/>
                <a:gd name="csY1164" fmla="*/ 173416 h 592384"/>
                <a:gd name="csX1165" fmla="*/ 376451 w 569453"/>
                <a:gd name="csY1165" fmla="*/ 169594 h 592384"/>
                <a:gd name="csX1166" fmla="*/ 379317 w 569453"/>
                <a:gd name="csY1166" fmla="*/ 166728 h 592384"/>
                <a:gd name="csX1167" fmla="*/ 380750 w 569453"/>
                <a:gd name="csY1167" fmla="*/ 166250 h 592384"/>
                <a:gd name="csX1168" fmla="*/ 381228 w 569453"/>
                <a:gd name="csY1168" fmla="*/ 166728 h 592384"/>
                <a:gd name="csX1169" fmla="*/ 383617 w 569453"/>
                <a:gd name="csY1169" fmla="*/ 169594 h 592384"/>
                <a:gd name="csX1170" fmla="*/ 384572 w 569453"/>
                <a:gd name="csY1170" fmla="*/ 171983 h 592384"/>
                <a:gd name="csX1171" fmla="*/ 384094 w 569453"/>
                <a:gd name="csY1171" fmla="*/ 177715 h 592384"/>
                <a:gd name="csX1172" fmla="*/ 384094 w 569453"/>
                <a:gd name="csY1172" fmla="*/ 179626 h 592384"/>
                <a:gd name="csX1173" fmla="*/ 381706 w 569453"/>
                <a:gd name="csY1173" fmla="*/ 183926 h 592384"/>
                <a:gd name="csX1174" fmla="*/ 376928 w 569453"/>
                <a:gd name="csY1174" fmla="*/ 190614 h 592384"/>
                <a:gd name="csX1175" fmla="*/ 373584 w 569453"/>
                <a:gd name="csY1175" fmla="*/ 193003 h 592384"/>
                <a:gd name="csX1176" fmla="*/ 369762 w 569453"/>
                <a:gd name="csY1176" fmla="*/ 193958 h 592384"/>
                <a:gd name="csX1177" fmla="*/ 365463 w 569453"/>
                <a:gd name="csY1177" fmla="*/ 196347 h 592384"/>
                <a:gd name="csX1178" fmla="*/ 364030 w 569453"/>
                <a:gd name="csY1178" fmla="*/ 198258 h 592384"/>
                <a:gd name="csX1179" fmla="*/ 362596 w 569453"/>
                <a:gd name="csY1179" fmla="*/ 200646 h 592384"/>
                <a:gd name="csX1180" fmla="*/ 361163 w 569453"/>
                <a:gd name="csY1180" fmla="*/ 202080 h 592384"/>
                <a:gd name="csX1181" fmla="*/ 359252 w 569453"/>
                <a:gd name="csY1181" fmla="*/ 203513 h 592384"/>
                <a:gd name="csX1182" fmla="*/ 361641 w 569453"/>
                <a:gd name="csY1182" fmla="*/ 205424 h 592384"/>
                <a:gd name="csX1183" fmla="*/ 362596 w 569453"/>
                <a:gd name="csY1183" fmla="*/ 205424 h 592384"/>
                <a:gd name="csX1184" fmla="*/ 363552 w 569453"/>
                <a:gd name="csY1184" fmla="*/ 204468 h 592384"/>
                <a:gd name="csX1185" fmla="*/ 365941 w 569453"/>
                <a:gd name="csY1185" fmla="*/ 199691 h 592384"/>
                <a:gd name="csX1186" fmla="*/ 367852 w 569453"/>
                <a:gd name="csY1186" fmla="*/ 197302 h 592384"/>
                <a:gd name="csX1187" fmla="*/ 368807 w 569453"/>
                <a:gd name="csY1187" fmla="*/ 196824 h 592384"/>
                <a:gd name="csX1188" fmla="*/ 369762 w 569453"/>
                <a:gd name="csY1188" fmla="*/ 197302 h 592384"/>
                <a:gd name="csX1189" fmla="*/ 370718 w 569453"/>
                <a:gd name="csY1189" fmla="*/ 198258 h 592384"/>
                <a:gd name="csX1190" fmla="*/ 371673 w 569453"/>
                <a:gd name="csY1190" fmla="*/ 199691 h 592384"/>
                <a:gd name="csX1191" fmla="*/ 371673 w 569453"/>
                <a:gd name="csY1191" fmla="*/ 203990 h 592384"/>
                <a:gd name="csX1192" fmla="*/ 368807 w 569453"/>
                <a:gd name="csY1192" fmla="*/ 219756 h 592384"/>
                <a:gd name="csX1193" fmla="*/ 369285 w 569453"/>
                <a:gd name="csY1193" fmla="*/ 219756 h 592384"/>
                <a:gd name="csX1194" fmla="*/ 370718 w 569453"/>
                <a:gd name="csY1194" fmla="*/ 215456 h 592384"/>
                <a:gd name="csX1195" fmla="*/ 376451 w 569453"/>
                <a:gd name="csY1195" fmla="*/ 198735 h 592384"/>
                <a:gd name="csX1196" fmla="*/ 377406 w 569453"/>
                <a:gd name="csY1196" fmla="*/ 195391 h 592384"/>
                <a:gd name="csX1197" fmla="*/ 380273 w 569453"/>
                <a:gd name="csY1197" fmla="*/ 192047 h 592384"/>
                <a:gd name="csX1198" fmla="*/ 386005 w 569453"/>
                <a:gd name="csY1198" fmla="*/ 186792 h 592384"/>
                <a:gd name="csX1199" fmla="*/ 390305 w 569453"/>
                <a:gd name="csY1199" fmla="*/ 183926 h 592384"/>
                <a:gd name="csX1200" fmla="*/ 395082 w 569453"/>
                <a:gd name="csY1200" fmla="*/ 181537 h 592384"/>
                <a:gd name="csX1201" fmla="*/ 397949 w 569453"/>
                <a:gd name="csY1201" fmla="*/ 181059 h 592384"/>
                <a:gd name="csX1202" fmla="*/ 400815 w 569453"/>
                <a:gd name="csY1202" fmla="*/ 181537 h 592384"/>
                <a:gd name="csX1203" fmla="*/ 403203 w 569453"/>
                <a:gd name="csY1203" fmla="*/ 184403 h 592384"/>
                <a:gd name="csX1204" fmla="*/ 405592 w 569453"/>
                <a:gd name="csY1204" fmla="*/ 184881 h 592384"/>
                <a:gd name="csX1205" fmla="*/ 408936 w 569453"/>
                <a:gd name="csY1205" fmla="*/ 183926 h 592384"/>
                <a:gd name="csX1206" fmla="*/ 410847 w 569453"/>
                <a:gd name="csY1206" fmla="*/ 184403 h 592384"/>
                <a:gd name="csX1207" fmla="*/ 413236 w 569453"/>
                <a:gd name="csY1207" fmla="*/ 185359 h 592384"/>
                <a:gd name="csX1208" fmla="*/ 415625 w 569453"/>
                <a:gd name="csY1208" fmla="*/ 187270 h 592384"/>
                <a:gd name="csX1209" fmla="*/ 418968 w 569453"/>
                <a:gd name="csY1209" fmla="*/ 189659 h 592384"/>
                <a:gd name="csX1210" fmla="*/ 426612 w 569453"/>
                <a:gd name="csY1210" fmla="*/ 193958 h 592384"/>
                <a:gd name="csX1211" fmla="*/ 427568 w 569453"/>
                <a:gd name="csY1211" fmla="*/ 194914 h 592384"/>
                <a:gd name="csX1212" fmla="*/ 428523 w 569453"/>
                <a:gd name="csY1212" fmla="*/ 196347 h 592384"/>
                <a:gd name="csX1213" fmla="*/ 429479 w 569453"/>
                <a:gd name="csY1213" fmla="*/ 198735 h 592384"/>
                <a:gd name="csX1214" fmla="*/ 429479 w 569453"/>
                <a:gd name="csY1214" fmla="*/ 201124 h 592384"/>
                <a:gd name="csX1215" fmla="*/ 428523 w 569453"/>
                <a:gd name="csY1215" fmla="*/ 203035 h 592384"/>
                <a:gd name="csX1216" fmla="*/ 427090 w 569453"/>
                <a:gd name="csY1216" fmla="*/ 204468 h 592384"/>
                <a:gd name="csX1217" fmla="*/ 425657 w 569453"/>
                <a:gd name="csY1217" fmla="*/ 204946 h 592384"/>
                <a:gd name="csX1218" fmla="*/ 423746 w 569453"/>
                <a:gd name="csY1218" fmla="*/ 206379 h 592384"/>
                <a:gd name="csX1219" fmla="*/ 420880 w 569453"/>
                <a:gd name="csY1219" fmla="*/ 209245 h 592384"/>
                <a:gd name="csX1220" fmla="*/ 419924 w 569453"/>
                <a:gd name="csY1220" fmla="*/ 209723 h 592384"/>
                <a:gd name="csX1221" fmla="*/ 415147 w 569453"/>
                <a:gd name="csY1221" fmla="*/ 211156 h 592384"/>
                <a:gd name="csX1222" fmla="*/ 410847 w 569453"/>
                <a:gd name="csY1222" fmla="*/ 212112 h 592384"/>
                <a:gd name="csX1223" fmla="*/ 407981 w 569453"/>
                <a:gd name="csY1223" fmla="*/ 213067 h 592384"/>
                <a:gd name="csX1224" fmla="*/ 402726 w 569453"/>
                <a:gd name="csY1224" fmla="*/ 216411 h 592384"/>
                <a:gd name="csX1225" fmla="*/ 395560 w 569453"/>
                <a:gd name="csY1225" fmla="*/ 223100 h 592384"/>
                <a:gd name="csX1226" fmla="*/ 396038 w 569453"/>
                <a:gd name="csY1226" fmla="*/ 224533 h 592384"/>
                <a:gd name="csX1227" fmla="*/ 398904 w 569453"/>
                <a:gd name="csY1227" fmla="*/ 225010 h 592384"/>
                <a:gd name="csX1228" fmla="*/ 400815 w 569453"/>
                <a:gd name="csY1228" fmla="*/ 224055 h 592384"/>
                <a:gd name="csX1229" fmla="*/ 404159 w 569453"/>
                <a:gd name="csY1229" fmla="*/ 219756 h 592384"/>
                <a:gd name="csX1230" fmla="*/ 407025 w 569453"/>
                <a:gd name="csY1230" fmla="*/ 218322 h 592384"/>
                <a:gd name="csX1231" fmla="*/ 411803 w 569453"/>
                <a:gd name="csY1231" fmla="*/ 216889 h 592384"/>
                <a:gd name="csX1232" fmla="*/ 418491 w 569453"/>
                <a:gd name="csY1232" fmla="*/ 215456 h 592384"/>
                <a:gd name="csX1233" fmla="*/ 421357 w 569453"/>
                <a:gd name="csY1233" fmla="*/ 215934 h 592384"/>
                <a:gd name="csX1234" fmla="*/ 421835 w 569453"/>
                <a:gd name="csY1234" fmla="*/ 215934 h 592384"/>
                <a:gd name="csX1235" fmla="*/ 421835 w 569453"/>
                <a:gd name="csY1235" fmla="*/ 217367 h 592384"/>
                <a:gd name="csX1236" fmla="*/ 422313 w 569453"/>
                <a:gd name="csY1236" fmla="*/ 218800 h 592384"/>
                <a:gd name="csX1237" fmla="*/ 421357 w 569453"/>
                <a:gd name="csY1237" fmla="*/ 221189 h 592384"/>
                <a:gd name="csX1238" fmla="*/ 419924 w 569453"/>
                <a:gd name="csY1238" fmla="*/ 222622 h 592384"/>
                <a:gd name="csX1239" fmla="*/ 416580 w 569453"/>
                <a:gd name="csY1239" fmla="*/ 227877 h 592384"/>
                <a:gd name="csX1240" fmla="*/ 418968 w 569453"/>
                <a:gd name="csY1240" fmla="*/ 229310 h 592384"/>
                <a:gd name="csX1241" fmla="*/ 421835 w 569453"/>
                <a:gd name="csY1241" fmla="*/ 229788 h 592384"/>
                <a:gd name="csX1242" fmla="*/ 423746 w 569453"/>
                <a:gd name="csY1242" fmla="*/ 228355 h 592384"/>
                <a:gd name="csX1243" fmla="*/ 425179 w 569453"/>
                <a:gd name="csY1243" fmla="*/ 225010 h 592384"/>
                <a:gd name="csX1244" fmla="*/ 427090 w 569453"/>
                <a:gd name="csY1244" fmla="*/ 223100 h 592384"/>
                <a:gd name="csX1245" fmla="*/ 429001 w 569453"/>
                <a:gd name="csY1245" fmla="*/ 223100 h 592384"/>
                <a:gd name="csX1246" fmla="*/ 430434 w 569453"/>
                <a:gd name="csY1246" fmla="*/ 222144 h 592384"/>
                <a:gd name="csX1247" fmla="*/ 431867 w 569453"/>
                <a:gd name="csY1247" fmla="*/ 220711 h 592384"/>
                <a:gd name="csX1248" fmla="*/ 432345 w 569453"/>
                <a:gd name="csY1248" fmla="*/ 219756 h 592384"/>
                <a:gd name="csX1249" fmla="*/ 430434 w 569453"/>
                <a:gd name="csY1249" fmla="*/ 218322 h 592384"/>
                <a:gd name="csX1250" fmla="*/ 429957 w 569453"/>
                <a:gd name="csY1250" fmla="*/ 217367 h 592384"/>
                <a:gd name="csX1251" fmla="*/ 430912 w 569453"/>
                <a:gd name="csY1251" fmla="*/ 214500 h 592384"/>
                <a:gd name="csX1252" fmla="*/ 432345 w 569453"/>
                <a:gd name="csY1252" fmla="*/ 211634 h 592384"/>
                <a:gd name="csX1253" fmla="*/ 434256 w 569453"/>
                <a:gd name="csY1253" fmla="*/ 209723 h 592384"/>
                <a:gd name="csX1254" fmla="*/ 435211 w 569453"/>
                <a:gd name="csY1254" fmla="*/ 209723 h 592384"/>
                <a:gd name="csX1255" fmla="*/ 439511 w 569453"/>
                <a:gd name="csY1255" fmla="*/ 211634 h 592384"/>
                <a:gd name="csX1256" fmla="*/ 442377 w 569453"/>
                <a:gd name="csY1256" fmla="*/ 214978 h 592384"/>
                <a:gd name="csX1257" fmla="*/ 449066 w 569453"/>
                <a:gd name="csY1257" fmla="*/ 225010 h 592384"/>
                <a:gd name="csX1258" fmla="*/ 450021 w 569453"/>
                <a:gd name="csY1258" fmla="*/ 226921 h 592384"/>
                <a:gd name="csX1259" fmla="*/ 452410 w 569453"/>
                <a:gd name="csY1259" fmla="*/ 234087 h 592384"/>
                <a:gd name="csX1260" fmla="*/ 452887 w 569453"/>
                <a:gd name="csY1260" fmla="*/ 237431 h 592384"/>
                <a:gd name="csX1261" fmla="*/ 452410 w 569453"/>
                <a:gd name="csY1261" fmla="*/ 239820 h 592384"/>
                <a:gd name="csX1262" fmla="*/ 451932 w 569453"/>
                <a:gd name="csY1262" fmla="*/ 240776 h 592384"/>
                <a:gd name="csX1263" fmla="*/ 451454 w 569453"/>
                <a:gd name="csY1263" fmla="*/ 241253 h 592384"/>
                <a:gd name="csX1264" fmla="*/ 449543 w 569453"/>
                <a:gd name="csY1264" fmla="*/ 241731 h 592384"/>
                <a:gd name="csX1265" fmla="*/ 440466 w 569453"/>
                <a:gd name="csY1265" fmla="*/ 238387 h 592384"/>
                <a:gd name="csX1266" fmla="*/ 436167 w 569453"/>
                <a:gd name="csY1266" fmla="*/ 238865 h 592384"/>
                <a:gd name="csX1267" fmla="*/ 434256 w 569453"/>
                <a:gd name="csY1267" fmla="*/ 239820 h 592384"/>
                <a:gd name="csX1268" fmla="*/ 432823 w 569453"/>
                <a:gd name="csY1268" fmla="*/ 240776 h 592384"/>
                <a:gd name="csX1269" fmla="*/ 431867 w 569453"/>
                <a:gd name="csY1269" fmla="*/ 242687 h 592384"/>
                <a:gd name="csX1270" fmla="*/ 430912 w 569453"/>
                <a:gd name="csY1270" fmla="*/ 244597 h 592384"/>
                <a:gd name="csX1271" fmla="*/ 429479 w 569453"/>
                <a:gd name="csY1271" fmla="*/ 245553 h 592384"/>
                <a:gd name="csX1272" fmla="*/ 423268 w 569453"/>
                <a:gd name="csY1272" fmla="*/ 245553 h 592384"/>
                <a:gd name="csX1273" fmla="*/ 419924 w 569453"/>
                <a:gd name="csY1273" fmla="*/ 246508 h 592384"/>
                <a:gd name="csX1274" fmla="*/ 414191 w 569453"/>
                <a:gd name="csY1274" fmla="*/ 249375 h 592384"/>
                <a:gd name="csX1275" fmla="*/ 412280 w 569453"/>
                <a:gd name="csY1275" fmla="*/ 250330 h 592384"/>
                <a:gd name="csX1276" fmla="*/ 411803 w 569453"/>
                <a:gd name="csY1276" fmla="*/ 252241 h 592384"/>
                <a:gd name="csX1277" fmla="*/ 415147 w 569453"/>
                <a:gd name="csY1277" fmla="*/ 252241 h 592384"/>
                <a:gd name="csX1278" fmla="*/ 420880 w 569453"/>
                <a:gd name="csY1278" fmla="*/ 249852 h 592384"/>
                <a:gd name="csX1279" fmla="*/ 426612 w 569453"/>
                <a:gd name="csY1279" fmla="*/ 248897 h 592384"/>
                <a:gd name="csX1280" fmla="*/ 435689 w 569453"/>
                <a:gd name="csY1280" fmla="*/ 254152 h 592384"/>
                <a:gd name="csX1281" fmla="*/ 438556 w 569453"/>
                <a:gd name="csY1281" fmla="*/ 255108 h 592384"/>
                <a:gd name="csX1282" fmla="*/ 439989 w 569453"/>
                <a:gd name="csY1282" fmla="*/ 254152 h 592384"/>
                <a:gd name="csX1283" fmla="*/ 441900 w 569453"/>
                <a:gd name="csY1283" fmla="*/ 254152 h 592384"/>
                <a:gd name="csX1284" fmla="*/ 449066 w 569453"/>
                <a:gd name="csY1284" fmla="*/ 254630 h 592384"/>
                <a:gd name="csX1285" fmla="*/ 451932 w 569453"/>
                <a:gd name="csY1285" fmla="*/ 255108 h 592384"/>
                <a:gd name="csX1286" fmla="*/ 455276 w 569453"/>
                <a:gd name="csY1286" fmla="*/ 257018 h 592384"/>
                <a:gd name="csX1287" fmla="*/ 461009 w 569453"/>
                <a:gd name="csY1287" fmla="*/ 261318 h 592384"/>
                <a:gd name="csX1288" fmla="*/ 461964 w 569453"/>
                <a:gd name="csY1288" fmla="*/ 262751 h 592384"/>
                <a:gd name="csX1289" fmla="*/ 462442 w 569453"/>
                <a:gd name="csY1289" fmla="*/ 264184 h 592384"/>
                <a:gd name="csX1290" fmla="*/ 462920 w 569453"/>
                <a:gd name="csY1290" fmla="*/ 265617 h 592384"/>
                <a:gd name="csX1291" fmla="*/ 462920 w 569453"/>
                <a:gd name="csY1291" fmla="*/ 268962 h 592384"/>
                <a:gd name="csX1292" fmla="*/ 462442 w 569453"/>
                <a:gd name="csY1292" fmla="*/ 269917 h 592384"/>
                <a:gd name="csX1293" fmla="*/ 460531 w 569453"/>
                <a:gd name="csY1293" fmla="*/ 270873 h 592384"/>
                <a:gd name="csX1294" fmla="*/ 452410 w 569453"/>
                <a:gd name="csY1294" fmla="*/ 269917 h 592384"/>
                <a:gd name="csX1295" fmla="*/ 450021 w 569453"/>
                <a:gd name="csY1295" fmla="*/ 269439 h 592384"/>
                <a:gd name="csX1296" fmla="*/ 446677 w 569453"/>
                <a:gd name="csY1296" fmla="*/ 270395 h 592384"/>
                <a:gd name="csX1297" fmla="*/ 444288 w 569453"/>
                <a:gd name="csY1297" fmla="*/ 269917 h 592384"/>
                <a:gd name="csX1298" fmla="*/ 441422 w 569453"/>
                <a:gd name="csY1298" fmla="*/ 268484 h 592384"/>
                <a:gd name="csX1299" fmla="*/ 438078 w 569453"/>
                <a:gd name="csY1299" fmla="*/ 266095 h 592384"/>
                <a:gd name="csX1300" fmla="*/ 432823 w 569453"/>
                <a:gd name="csY1300" fmla="*/ 268484 h 592384"/>
                <a:gd name="csX1301" fmla="*/ 428523 w 569453"/>
                <a:gd name="csY1301" fmla="*/ 267051 h 592384"/>
                <a:gd name="csX1302" fmla="*/ 424224 w 569453"/>
                <a:gd name="csY1302" fmla="*/ 268006 h 592384"/>
                <a:gd name="csX1303" fmla="*/ 416102 w 569453"/>
                <a:gd name="csY1303" fmla="*/ 273739 h 592384"/>
                <a:gd name="csX1304" fmla="*/ 417058 w 569453"/>
                <a:gd name="csY1304" fmla="*/ 274694 h 592384"/>
                <a:gd name="csX1305" fmla="*/ 428523 w 569453"/>
                <a:gd name="csY1305" fmla="*/ 269917 h 592384"/>
                <a:gd name="csX1306" fmla="*/ 430434 w 569453"/>
                <a:gd name="csY1306" fmla="*/ 270395 h 592384"/>
                <a:gd name="csX1307" fmla="*/ 434256 w 569453"/>
                <a:gd name="csY1307" fmla="*/ 271828 h 592384"/>
                <a:gd name="csX1308" fmla="*/ 439989 w 569453"/>
                <a:gd name="csY1308" fmla="*/ 275172 h 592384"/>
                <a:gd name="csX1309" fmla="*/ 441422 w 569453"/>
                <a:gd name="csY1309" fmla="*/ 276605 h 592384"/>
                <a:gd name="csX1310" fmla="*/ 441422 w 569453"/>
                <a:gd name="csY1310" fmla="*/ 281860 h 592384"/>
                <a:gd name="csX1311" fmla="*/ 440466 w 569453"/>
                <a:gd name="csY1311" fmla="*/ 285682 h 592384"/>
                <a:gd name="csX1312" fmla="*/ 439033 w 569453"/>
                <a:gd name="csY1312" fmla="*/ 289504 h 592384"/>
                <a:gd name="csX1313" fmla="*/ 436167 w 569453"/>
                <a:gd name="csY1313" fmla="*/ 289026 h 592384"/>
                <a:gd name="csX1314" fmla="*/ 429957 w 569453"/>
                <a:gd name="csY1314" fmla="*/ 286638 h 592384"/>
                <a:gd name="csX1315" fmla="*/ 427568 w 569453"/>
                <a:gd name="csY1315" fmla="*/ 286160 h 592384"/>
                <a:gd name="csX1316" fmla="*/ 425657 w 569453"/>
                <a:gd name="csY1316" fmla="*/ 286638 h 592384"/>
                <a:gd name="csX1317" fmla="*/ 423268 w 569453"/>
                <a:gd name="csY1317" fmla="*/ 288071 h 592384"/>
                <a:gd name="csX1318" fmla="*/ 422313 w 569453"/>
                <a:gd name="csY1318" fmla="*/ 288071 h 592384"/>
                <a:gd name="csX1319" fmla="*/ 412280 w 569453"/>
                <a:gd name="csY1319" fmla="*/ 285204 h 592384"/>
                <a:gd name="csX1320" fmla="*/ 410369 w 569453"/>
                <a:gd name="csY1320" fmla="*/ 285204 h 592384"/>
                <a:gd name="csX1321" fmla="*/ 409892 w 569453"/>
                <a:gd name="csY1321" fmla="*/ 285204 h 592384"/>
                <a:gd name="csX1322" fmla="*/ 410369 w 569453"/>
                <a:gd name="csY1322" fmla="*/ 286160 h 592384"/>
                <a:gd name="csX1323" fmla="*/ 419446 w 569453"/>
                <a:gd name="csY1323" fmla="*/ 290937 h 592384"/>
                <a:gd name="csX1324" fmla="*/ 425657 w 569453"/>
                <a:gd name="csY1324" fmla="*/ 291415 h 592384"/>
                <a:gd name="csX1325" fmla="*/ 429957 w 569453"/>
                <a:gd name="csY1325" fmla="*/ 292370 h 592384"/>
                <a:gd name="csX1326" fmla="*/ 432345 w 569453"/>
                <a:gd name="csY1326" fmla="*/ 293804 h 592384"/>
                <a:gd name="csX1327" fmla="*/ 433778 w 569453"/>
                <a:gd name="csY1327" fmla="*/ 294759 h 592384"/>
                <a:gd name="csX1328" fmla="*/ 433778 w 569453"/>
                <a:gd name="csY1328" fmla="*/ 298103 h 592384"/>
                <a:gd name="csX1329" fmla="*/ 435689 w 569453"/>
                <a:gd name="csY1329" fmla="*/ 301447 h 592384"/>
                <a:gd name="csX1330" fmla="*/ 438078 w 569453"/>
                <a:gd name="csY1330" fmla="*/ 302403 h 592384"/>
                <a:gd name="csX1331" fmla="*/ 439033 w 569453"/>
                <a:gd name="csY1331" fmla="*/ 302403 h 592384"/>
                <a:gd name="csX1332" fmla="*/ 441422 w 569453"/>
                <a:gd name="csY1332" fmla="*/ 301447 h 592384"/>
                <a:gd name="csX1333" fmla="*/ 443333 w 569453"/>
                <a:gd name="csY1333" fmla="*/ 301447 h 592384"/>
                <a:gd name="csX1334" fmla="*/ 445244 w 569453"/>
                <a:gd name="csY1334" fmla="*/ 301925 h 592384"/>
                <a:gd name="csX1335" fmla="*/ 447632 w 569453"/>
                <a:gd name="csY1335" fmla="*/ 303836 h 592384"/>
                <a:gd name="csX1336" fmla="*/ 450021 w 569453"/>
                <a:gd name="csY1336" fmla="*/ 304314 h 592384"/>
                <a:gd name="csX1337" fmla="*/ 452410 w 569453"/>
                <a:gd name="csY1337" fmla="*/ 305269 h 592384"/>
                <a:gd name="csX1338" fmla="*/ 454321 w 569453"/>
                <a:gd name="csY1338" fmla="*/ 305747 h 592384"/>
                <a:gd name="csX1339" fmla="*/ 459575 w 569453"/>
                <a:gd name="csY1339" fmla="*/ 305269 h 592384"/>
                <a:gd name="csX1340" fmla="*/ 461487 w 569453"/>
                <a:gd name="csY1340" fmla="*/ 305747 h 592384"/>
                <a:gd name="csX1341" fmla="*/ 461964 w 569453"/>
                <a:gd name="csY1341" fmla="*/ 306224 h 592384"/>
                <a:gd name="csX1342" fmla="*/ 461009 w 569453"/>
                <a:gd name="csY1342" fmla="*/ 307658 h 592384"/>
                <a:gd name="csX1343" fmla="*/ 456709 w 569453"/>
                <a:gd name="csY1343" fmla="*/ 310046 h 592384"/>
                <a:gd name="csX1344" fmla="*/ 455754 w 569453"/>
                <a:gd name="csY1344" fmla="*/ 312435 h 592384"/>
                <a:gd name="csX1345" fmla="*/ 458620 w 569453"/>
                <a:gd name="csY1345" fmla="*/ 315301 h 592384"/>
                <a:gd name="csX1346" fmla="*/ 459575 w 569453"/>
                <a:gd name="csY1346" fmla="*/ 317690 h 592384"/>
                <a:gd name="csX1347" fmla="*/ 459575 w 569453"/>
                <a:gd name="csY1347" fmla="*/ 319601 h 592384"/>
                <a:gd name="csX1348" fmla="*/ 458142 w 569453"/>
                <a:gd name="csY1348" fmla="*/ 323423 h 592384"/>
                <a:gd name="csX1349" fmla="*/ 458142 w 569453"/>
                <a:gd name="csY1349" fmla="*/ 324856 h 592384"/>
                <a:gd name="csX1350" fmla="*/ 458620 w 569453"/>
                <a:gd name="csY1350" fmla="*/ 325334 h 592384"/>
                <a:gd name="csX1351" fmla="*/ 461964 w 569453"/>
                <a:gd name="csY1351" fmla="*/ 321990 h 592384"/>
                <a:gd name="csX1352" fmla="*/ 462442 w 569453"/>
                <a:gd name="csY1352" fmla="*/ 322467 h 592384"/>
                <a:gd name="csX1353" fmla="*/ 462920 w 569453"/>
                <a:gd name="csY1353" fmla="*/ 326767 h 592384"/>
                <a:gd name="csX1354" fmla="*/ 463398 w 569453"/>
                <a:gd name="csY1354" fmla="*/ 326767 h 592384"/>
                <a:gd name="csX1355" fmla="*/ 464353 w 569453"/>
                <a:gd name="csY1355" fmla="*/ 322945 h 592384"/>
                <a:gd name="csX1356" fmla="*/ 463875 w 569453"/>
                <a:gd name="csY1356" fmla="*/ 318168 h 592384"/>
                <a:gd name="csX1357" fmla="*/ 465786 w 569453"/>
                <a:gd name="csY1357" fmla="*/ 316257 h 592384"/>
                <a:gd name="csX1358" fmla="*/ 471997 w 569453"/>
                <a:gd name="csY1358" fmla="*/ 314824 h 592384"/>
                <a:gd name="csX1359" fmla="*/ 471041 w 569453"/>
                <a:gd name="csY1359" fmla="*/ 322467 h 592384"/>
                <a:gd name="csX1360" fmla="*/ 471041 w 569453"/>
                <a:gd name="csY1360" fmla="*/ 326289 h 592384"/>
                <a:gd name="csX1361" fmla="*/ 468175 w 569453"/>
                <a:gd name="csY1361" fmla="*/ 332977 h 592384"/>
                <a:gd name="csX1362" fmla="*/ 465786 w 569453"/>
                <a:gd name="csY1362" fmla="*/ 334888 h 592384"/>
                <a:gd name="csX1363" fmla="*/ 465786 w 569453"/>
                <a:gd name="csY1363" fmla="*/ 335366 h 592384"/>
                <a:gd name="csX1364" fmla="*/ 467697 w 569453"/>
                <a:gd name="csY1364" fmla="*/ 336322 h 592384"/>
                <a:gd name="csX1365" fmla="*/ 468652 w 569453"/>
                <a:gd name="csY1365" fmla="*/ 336322 h 592384"/>
                <a:gd name="csX1366" fmla="*/ 469608 w 569453"/>
                <a:gd name="csY1366" fmla="*/ 335366 h 592384"/>
                <a:gd name="csX1367" fmla="*/ 471997 w 569453"/>
                <a:gd name="csY1367" fmla="*/ 330111 h 592384"/>
                <a:gd name="csX1368" fmla="*/ 476774 w 569453"/>
                <a:gd name="csY1368" fmla="*/ 324856 h 592384"/>
                <a:gd name="csX1369" fmla="*/ 477252 w 569453"/>
                <a:gd name="csY1369" fmla="*/ 324856 h 592384"/>
                <a:gd name="csX1370" fmla="*/ 477252 w 569453"/>
                <a:gd name="csY1370" fmla="*/ 326767 h 592384"/>
                <a:gd name="csX1371" fmla="*/ 476774 w 569453"/>
                <a:gd name="csY1371" fmla="*/ 330589 h 592384"/>
                <a:gd name="csX1372" fmla="*/ 479163 w 569453"/>
                <a:gd name="csY1372" fmla="*/ 332022 h 592384"/>
                <a:gd name="csX1373" fmla="*/ 481073 w 569453"/>
                <a:gd name="csY1373" fmla="*/ 330589 h 592384"/>
                <a:gd name="csX1374" fmla="*/ 482029 w 569453"/>
                <a:gd name="csY1374" fmla="*/ 329156 h 592384"/>
                <a:gd name="csX1375" fmla="*/ 484895 w 569453"/>
                <a:gd name="csY1375" fmla="*/ 329156 h 592384"/>
                <a:gd name="csX1376" fmla="*/ 485851 w 569453"/>
                <a:gd name="csY1376" fmla="*/ 329633 h 592384"/>
                <a:gd name="csX1377" fmla="*/ 486329 w 569453"/>
                <a:gd name="csY1377" fmla="*/ 331544 h 592384"/>
                <a:gd name="csX1378" fmla="*/ 485373 w 569453"/>
                <a:gd name="csY1378" fmla="*/ 337755 h 592384"/>
                <a:gd name="csX1379" fmla="*/ 485373 w 569453"/>
                <a:gd name="csY1379" fmla="*/ 339666 h 592384"/>
                <a:gd name="csX1380" fmla="*/ 488239 w 569453"/>
                <a:gd name="csY1380" fmla="*/ 343965 h 592384"/>
                <a:gd name="csX1381" fmla="*/ 488239 w 569453"/>
                <a:gd name="csY1381" fmla="*/ 343487 h 592384"/>
                <a:gd name="csX1382" fmla="*/ 487762 w 569453"/>
                <a:gd name="csY1382" fmla="*/ 341577 h 592384"/>
                <a:gd name="csX1383" fmla="*/ 487284 w 569453"/>
                <a:gd name="csY1383" fmla="*/ 336322 h 592384"/>
                <a:gd name="csX1384" fmla="*/ 487762 w 569453"/>
                <a:gd name="csY1384" fmla="*/ 333933 h 592384"/>
                <a:gd name="csX1385" fmla="*/ 490150 w 569453"/>
                <a:gd name="csY1385" fmla="*/ 331066 h 592384"/>
                <a:gd name="csX1386" fmla="*/ 494928 w 569453"/>
                <a:gd name="csY1386" fmla="*/ 327245 h 592384"/>
                <a:gd name="csX1387" fmla="*/ 496839 w 569453"/>
                <a:gd name="csY1387" fmla="*/ 326289 h 592384"/>
                <a:gd name="csX1388" fmla="*/ 497794 w 569453"/>
                <a:gd name="csY1388" fmla="*/ 326767 h 592384"/>
                <a:gd name="csX1389" fmla="*/ 499227 w 569453"/>
                <a:gd name="csY1389" fmla="*/ 328678 h 592384"/>
                <a:gd name="csX1390" fmla="*/ 498749 w 569453"/>
                <a:gd name="csY1390" fmla="*/ 330111 h 592384"/>
                <a:gd name="csX1391" fmla="*/ 496839 w 569453"/>
                <a:gd name="csY1391" fmla="*/ 331066 h 592384"/>
                <a:gd name="csX1392" fmla="*/ 495405 w 569453"/>
                <a:gd name="csY1392" fmla="*/ 333455 h 592384"/>
                <a:gd name="csX1393" fmla="*/ 494928 w 569453"/>
                <a:gd name="csY1393" fmla="*/ 336799 h 592384"/>
                <a:gd name="csX1394" fmla="*/ 495883 w 569453"/>
                <a:gd name="csY1394" fmla="*/ 338710 h 592384"/>
                <a:gd name="csX1395" fmla="*/ 499705 w 569453"/>
                <a:gd name="csY1395" fmla="*/ 338710 h 592384"/>
                <a:gd name="csX1396" fmla="*/ 503527 w 569453"/>
                <a:gd name="csY1396" fmla="*/ 335844 h 592384"/>
                <a:gd name="csX1397" fmla="*/ 505438 w 569453"/>
                <a:gd name="csY1397" fmla="*/ 337277 h 592384"/>
                <a:gd name="csX1398" fmla="*/ 508304 w 569453"/>
                <a:gd name="csY1398" fmla="*/ 340621 h 592384"/>
                <a:gd name="csX1399" fmla="*/ 513081 w 569453"/>
                <a:gd name="csY1399" fmla="*/ 346354 h 592384"/>
                <a:gd name="csX1400" fmla="*/ 515470 w 569453"/>
                <a:gd name="csY1400" fmla="*/ 344921 h 592384"/>
                <a:gd name="csX1401" fmla="*/ 518814 w 569453"/>
                <a:gd name="csY1401" fmla="*/ 349220 h 592384"/>
                <a:gd name="csX1402" fmla="*/ 514514 w 569453"/>
                <a:gd name="csY1402" fmla="*/ 352564 h 592384"/>
                <a:gd name="csX1403" fmla="*/ 515948 w 569453"/>
                <a:gd name="csY1403" fmla="*/ 359730 h 592384"/>
                <a:gd name="csX1404" fmla="*/ 509737 w 569453"/>
                <a:gd name="csY1404" fmla="*/ 359252 h 592384"/>
                <a:gd name="csX1405" fmla="*/ 506871 w 569453"/>
                <a:gd name="csY1405" fmla="*/ 359730 h 592384"/>
                <a:gd name="csX1406" fmla="*/ 504482 w 569453"/>
                <a:gd name="csY1406" fmla="*/ 359252 h 592384"/>
                <a:gd name="csX1407" fmla="*/ 502094 w 569453"/>
                <a:gd name="csY1407" fmla="*/ 359252 h 592384"/>
                <a:gd name="csX1408" fmla="*/ 504482 w 569453"/>
                <a:gd name="csY1408" fmla="*/ 361163 h 592384"/>
                <a:gd name="csX1409" fmla="*/ 508782 w 569453"/>
                <a:gd name="csY1409" fmla="*/ 361641 h 592384"/>
                <a:gd name="csX1410" fmla="*/ 508782 w 569453"/>
                <a:gd name="csY1410" fmla="*/ 364030 h 592384"/>
                <a:gd name="csX1411" fmla="*/ 512126 w 569453"/>
                <a:gd name="csY1411" fmla="*/ 363552 h 592384"/>
                <a:gd name="csX1412" fmla="*/ 514514 w 569453"/>
                <a:gd name="csY1412" fmla="*/ 363552 h 592384"/>
                <a:gd name="csX1413" fmla="*/ 519292 w 569453"/>
                <a:gd name="csY1413" fmla="*/ 363552 h 592384"/>
                <a:gd name="csX1414" fmla="*/ 519292 w 569453"/>
                <a:gd name="csY1414" fmla="*/ 361163 h 592384"/>
                <a:gd name="csX1415" fmla="*/ 522158 w 569453"/>
                <a:gd name="csY1415" fmla="*/ 359730 h 592384"/>
                <a:gd name="csX1416" fmla="*/ 524069 w 569453"/>
                <a:gd name="csY1416" fmla="*/ 358297 h 592384"/>
                <a:gd name="csX1417" fmla="*/ 525502 w 569453"/>
                <a:gd name="csY1417" fmla="*/ 358775 h 592384"/>
                <a:gd name="csX1418" fmla="*/ 529802 w 569453"/>
                <a:gd name="csY1418" fmla="*/ 360208 h 592384"/>
                <a:gd name="csX1419" fmla="*/ 535057 w 569453"/>
                <a:gd name="csY1419" fmla="*/ 364985 h 592384"/>
                <a:gd name="csX1420" fmla="*/ 532668 w 569453"/>
                <a:gd name="csY1420" fmla="*/ 367852 h 592384"/>
                <a:gd name="csX1421" fmla="*/ 531713 w 569453"/>
                <a:gd name="csY1421" fmla="*/ 370240 h 592384"/>
                <a:gd name="csX1422" fmla="*/ 531235 w 569453"/>
                <a:gd name="csY1422" fmla="*/ 372629 h 592384"/>
                <a:gd name="csX1423" fmla="*/ 530757 w 569453"/>
                <a:gd name="csY1423" fmla="*/ 374540 h 592384"/>
                <a:gd name="csX1424" fmla="*/ 529802 w 569453"/>
                <a:gd name="csY1424" fmla="*/ 375973 h 592384"/>
                <a:gd name="csX1425" fmla="*/ 522158 w 569453"/>
                <a:gd name="csY1425" fmla="*/ 384094 h 592384"/>
                <a:gd name="csX1426" fmla="*/ 523114 w 569453"/>
                <a:gd name="csY1426" fmla="*/ 384094 h 592384"/>
                <a:gd name="csX1427" fmla="*/ 526458 w 569453"/>
                <a:gd name="csY1427" fmla="*/ 382184 h 592384"/>
                <a:gd name="csX1428" fmla="*/ 533146 w 569453"/>
                <a:gd name="csY1428" fmla="*/ 379317 h 592384"/>
                <a:gd name="csX1429" fmla="*/ 536490 w 569453"/>
                <a:gd name="csY1429" fmla="*/ 378362 h 592384"/>
                <a:gd name="csX1430" fmla="*/ 539356 w 569453"/>
                <a:gd name="csY1430" fmla="*/ 378839 h 592384"/>
                <a:gd name="csX1431" fmla="*/ 540312 w 569453"/>
                <a:gd name="csY1431" fmla="*/ 378839 h 592384"/>
                <a:gd name="csX1432" fmla="*/ 541745 w 569453"/>
                <a:gd name="csY1432" fmla="*/ 377884 h 592384"/>
                <a:gd name="csX1433" fmla="*/ 543656 w 569453"/>
                <a:gd name="csY1433" fmla="*/ 379317 h 592384"/>
                <a:gd name="csX1434" fmla="*/ 547955 w 569453"/>
                <a:gd name="csY1434" fmla="*/ 380273 h 592384"/>
                <a:gd name="csX1435" fmla="*/ 553211 w 569453"/>
                <a:gd name="csY1435" fmla="*/ 373584 h 592384"/>
                <a:gd name="csX1436" fmla="*/ 556077 w 569453"/>
                <a:gd name="csY1436" fmla="*/ 375018 h 592384"/>
                <a:gd name="csX1437" fmla="*/ 558943 w 569453"/>
                <a:gd name="csY1437" fmla="*/ 378839 h 592384"/>
                <a:gd name="csX1438" fmla="*/ 565154 w 569453"/>
                <a:gd name="csY1438" fmla="*/ 386005 h 592384"/>
                <a:gd name="csX1439" fmla="*/ 568498 w 569453"/>
                <a:gd name="csY1439" fmla="*/ 390305 h 592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</a:cxnLst>
              <a:rect l="l" t="t" r="r" b="b"/>
              <a:pathLst>
                <a:path w="569453" h="592384">
                  <a:moveTo>
                    <a:pt x="568498" y="390305"/>
                  </a:moveTo>
                  <a:lnTo>
                    <a:pt x="569453" y="392216"/>
                  </a:lnTo>
                  <a:lnTo>
                    <a:pt x="569453" y="393649"/>
                  </a:lnTo>
                  <a:lnTo>
                    <a:pt x="566587" y="395560"/>
                  </a:lnTo>
                  <a:lnTo>
                    <a:pt x="565154" y="396038"/>
                  </a:lnTo>
                  <a:lnTo>
                    <a:pt x="561332" y="392694"/>
                  </a:lnTo>
                  <a:lnTo>
                    <a:pt x="557510" y="390783"/>
                  </a:lnTo>
                  <a:lnTo>
                    <a:pt x="555599" y="390783"/>
                  </a:lnTo>
                  <a:lnTo>
                    <a:pt x="553211" y="392216"/>
                  </a:lnTo>
                  <a:lnTo>
                    <a:pt x="553688" y="393171"/>
                  </a:lnTo>
                  <a:lnTo>
                    <a:pt x="562765" y="398904"/>
                  </a:lnTo>
                  <a:lnTo>
                    <a:pt x="564198" y="402726"/>
                  </a:lnTo>
                  <a:lnTo>
                    <a:pt x="564198" y="404637"/>
                  </a:lnTo>
                  <a:lnTo>
                    <a:pt x="558466" y="407503"/>
                  </a:lnTo>
                  <a:lnTo>
                    <a:pt x="556555" y="407503"/>
                  </a:lnTo>
                  <a:lnTo>
                    <a:pt x="552733" y="406070"/>
                  </a:lnTo>
                  <a:lnTo>
                    <a:pt x="550344" y="403681"/>
                  </a:lnTo>
                  <a:lnTo>
                    <a:pt x="548433" y="402726"/>
                  </a:lnTo>
                  <a:lnTo>
                    <a:pt x="545567" y="402726"/>
                  </a:lnTo>
                  <a:lnTo>
                    <a:pt x="544612" y="403204"/>
                  </a:lnTo>
                  <a:lnTo>
                    <a:pt x="547478" y="407025"/>
                  </a:lnTo>
                  <a:lnTo>
                    <a:pt x="547478" y="408459"/>
                  </a:lnTo>
                  <a:lnTo>
                    <a:pt x="546045" y="409414"/>
                  </a:lnTo>
                  <a:lnTo>
                    <a:pt x="545089" y="411325"/>
                  </a:lnTo>
                  <a:lnTo>
                    <a:pt x="550822" y="414669"/>
                  </a:lnTo>
                  <a:lnTo>
                    <a:pt x="555121" y="418491"/>
                  </a:lnTo>
                  <a:lnTo>
                    <a:pt x="556077" y="419924"/>
                  </a:lnTo>
                  <a:lnTo>
                    <a:pt x="552733" y="420880"/>
                  </a:lnTo>
                  <a:lnTo>
                    <a:pt x="550822" y="421357"/>
                  </a:lnTo>
                  <a:lnTo>
                    <a:pt x="546522" y="420402"/>
                  </a:lnTo>
                  <a:lnTo>
                    <a:pt x="544134" y="419924"/>
                  </a:lnTo>
                  <a:lnTo>
                    <a:pt x="543178" y="420402"/>
                  </a:lnTo>
                  <a:lnTo>
                    <a:pt x="545567" y="422313"/>
                  </a:lnTo>
                  <a:lnTo>
                    <a:pt x="547000" y="423746"/>
                  </a:lnTo>
                  <a:lnTo>
                    <a:pt x="547478" y="425657"/>
                  </a:lnTo>
                  <a:lnTo>
                    <a:pt x="547955" y="427090"/>
                  </a:lnTo>
                  <a:lnTo>
                    <a:pt x="547955" y="429001"/>
                  </a:lnTo>
                  <a:lnTo>
                    <a:pt x="546045" y="429957"/>
                  </a:lnTo>
                  <a:lnTo>
                    <a:pt x="543656" y="433778"/>
                  </a:lnTo>
                  <a:lnTo>
                    <a:pt x="542701" y="437122"/>
                  </a:lnTo>
                  <a:lnTo>
                    <a:pt x="540312" y="437600"/>
                  </a:lnTo>
                  <a:lnTo>
                    <a:pt x="539356" y="437122"/>
                  </a:lnTo>
                  <a:lnTo>
                    <a:pt x="536490" y="438078"/>
                  </a:lnTo>
                  <a:lnTo>
                    <a:pt x="532668" y="436645"/>
                  </a:lnTo>
                  <a:lnTo>
                    <a:pt x="531235" y="434734"/>
                  </a:lnTo>
                  <a:lnTo>
                    <a:pt x="526936" y="428045"/>
                  </a:lnTo>
                  <a:lnTo>
                    <a:pt x="526458" y="428523"/>
                  </a:lnTo>
                  <a:lnTo>
                    <a:pt x="527891" y="432345"/>
                  </a:lnTo>
                  <a:lnTo>
                    <a:pt x="527413" y="434256"/>
                  </a:lnTo>
                  <a:lnTo>
                    <a:pt x="523114" y="435689"/>
                  </a:lnTo>
                  <a:lnTo>
                    <a:pt x="523114" y="436645"/>
                  </a:lnTo>
                  <a:lnTo>
                    <a:pt x="525502" y="437600"/>
                  </a:lnTo>
                  <a:lnTo>
                    <a:pt x="529324" y="438556"/>
                  </a:lnTo>
                  <a:lnTo>
                    <a:pt x="528369" y="441422"/>
                  </a:lnTo>
                  <a:lnTo>
                    <a:pt x="528846" y="455276"/>
                  </a:lnTo>
                  <a:lnTo>
                    <a:pt x="527891" y="460053"/>
                  </a:lnTo>
                  <a:lnTo>
                    <a:pt x="525980" y="464353"/>
                  </a:lnTo>
                  <a:lnTo>
                    <a:pt x="523591" y="468175"/>
                  </a:lnTo>
                  <a:lnTo>
                    <a:pt x="521203" y="465786"/>
                  </a:lnTo>
                  <a:lnTo>
                    <a:pt x="520247" y="462920"/>
                  </a:lnTo>
                  <a:lnTo>
                    <a:pt x="519292" y="461487"/>
                  </a:lnTo>
                  <a:lnTo>
                    <a:pt x="517859" y="460531"/>
                  </a:lnTo>
                  <a:lnTo>
                    <a:pt x="516425" y="460053"/>
                  </a:lnTo>
                  <a:lnTo>
                    <a:pt x="514514" y="460053"/>
                  </a:lnTo>
                  <a:lnTo>
                    <a:pt x="513081" y="462442"/>
                  </a:lnTo>
                  <a:lnTo>
                    <a:pt x="511171" y="460053"/>
                  </a:lnTo>
                  <a:lnTo>
                    <a:pt x="509259" y="457665"/>
                  </a:lnTo>
                  <a:lnTo>
                    <a:pt x="509737" y="450977"/>
                  </a:lnTo>
                  <a:lnTo>
                    <a:pt x="510693" y="447632"/>
                  </a:lnTo>
                  <a:lnTo>
                    <a:pt x="510215" y="447632"/>
                  </a:lnTo>
                  <a:lnTo>
                    <a:pt x="509259" y="449543"/>
                  </a:lnTo>
                  <a:lnTo>
                    <a:pt x="506871" y="454321"/>
                  </a:lnTo>
                  <a:lnTo>
                    <a:pt x="504960" y="460053"/>
                  </a:lnTo>
                  <a:lnTo>
                    <a:pt x="503049" y="458143"/>
                  </a:lnTo>
                  <a:lnTo>
                    <a:pt x="500660" y="455276"/>
                  </a:lnTo>
                  <a:lnTo>
                    <a:pt x="499227" y="452410"/>
                  </a:lnTo>
                  <a:lnTo>
                    <a:pt x="496361" y="449066"/>
                  </a:lnTo>
                  <a:lnTo>
                    <a:pt x="493972" y="445244"/>
                  </a:lnTo>
                  <a:lnTo>
                    <a:pt x="492539" y="440466"/>
                  </a:lnTo>
                  <a:lnTo>
                    <a:pt x="492061" y="439511"/>
                  </a:lnTo>
                  <a:lnTo>
                    <a:pt x="490628" y="435689"/>
                  </a:lnTo>
                  <a:lnTo>
                    <a:pt x="490150" y="434734"/>
                  </a:lnTo>
                  <a:lnTo>
                    <a:pt x="489673" y="434256"/>
                  </a:lnTo>
                  <a:lnTo>
                    <a:pt x="488239" y="431867"/>
                  </a:lnTo>
                  <a:lnTo>
                    <a:pt x="488717" y="429479"/>
                  </a:lnTo>
                  <a:lnTo>
                    <a:pt x="490628" y="426135"/>
                  </a:lnTo>
                  <a:lnTo>
                    <a:pt x="492539" y="424224"/>
                  </a:lnTo>
                  <a:lnTo>
                    <a:pt x="495405" y="421835"/>
                  </a:lnTo>
                  <a:lnTo>
                    <a:pt x="499227" y="420402"/>
                  </a:lnTo>
                  <a:lnTo>
                    <a:pt x="500660" y="418013"/>
                  </a:lnTo>
                  <a:lnTo>
                    <a:pt x="502571" y="412758"/>
                  </a:lnTo>
                  <a:lnTo>
                    <a:pt x="504960" y="408936"/>
                  </a:lnTo>
                  <a:lnTo>
                    <a:pt x="507348" y="407025"/>
                  </a:lnTo>
                  <a:lnTo>
                    <a:pt x="505915" y="406548"/>
                  </a:lnTo>
                  <a:lnTo>
                    <a:pt x="503049" y="408459"/>
                  </a:lnTo>
                  <a:lnTo>
                    <a:pt x="501138" y="410847"/>
                  </a:lnTo>
                  <a:lnTo>
                    <a:pt x="498272" y="415147"/>
                  </a:lnTo>
                  <a:lnTo>
                    <a:pt x="495883" y="418013"/>
                  </a:lnTo>
                  <a:lnTo>
                    <a:pt x="490150" y="420880"/>
                  </a:lnTo>
                  <a:lnTo>
                    <a:pt x="487762" y="421835"/>
                  </a:lnTo>
                  <a:lnTo>
                    <a:pt x="485373" y="421835"/>
                  </a:lnTo>
                  <a:lnTo>
                    <a:pt x="479640" y="421357"/>
                  </a:lnTo>
                  <a:lnTo>
                    <a:pt x="478685" y="420402"/>
                  </a:lnTo>
                  <a:lnTo>
                    <a:pt x="479163" y="417536"/>
                  </a:lnTo>
                  <a:lnTo>
                    <a:pt x="482984" y="412280"/>
                  </a:lnTo>
                  <a:lnTo>
                    <a:pt x="482507" y="411803"/>
                  </a:lnTo>
                  <a:lnTo>
                    <a:pt x="481073" y="413714"/>
                  </a:lnTo>
                  <a:lnTo>
                    <a:pt x="479163" y="415147"/>
                  </a:lnTo>
                  <a:lnTo>
                    <a:pt x="477729" y="415625"/>
                  </a:lnTo>
                  <a:lnTo>
                    <a:pt x="474863" y="415625"/>
                  </a:lnTo>
                  <a:lnTo>
                    <a:pt x="471997" y="412280"/>
                  </a:lnTo>
                  <a:lnTo>
                    <a:pt x="471041" y="410847"/>
                  </a:lnTo>
                  <a:lnTo>
                    <a:pt x="468175" y="409892"/>
                  </a:lnTo>
                  <a:lnTo>
                    <a:pt x="466741" y="408936"/>
                  </a:lnTo>
                  <a:lnTo>
                    <a:pt x="462442" y="400815"/>
                  </a:lnTo>
                  <a:lnTo>
                    <a:pt x="461487" y="398426"/>
                  </a:lnTo>
                  <a:lnTo>
                    <a:pt x="460531" y="396038"/>
                  </a:lnTo>
                  <a:lnTo>
                    <a:pt x="459098" y="394604"/>
                  </a:lnTo>
                  <a:lnTo>
                    <a:pt x="456709" y="393171"/>
                  </a:lnTo>
                  <a:lnTo>
                    <a:pt x="456232" y="393171"/>
                  </a:lnTo>
                  <a:lnTo>
                    <a:pt x="457187" y="395082"/>
                  </a:lnTo>
                  <a:lnTo>
                    <a:pt x="457187" y="396515"/>
                  </a:lnTo>
                  <a:lnTo>
                    <a:pt x="454798" y="397471"/>
                  </a:lnTo>
                  <a:lnTo>
                    <a:pt x="452887" y="397471"/>
                  </a:lnTo>
                  <a:lnTo>
                    <a:pt x="450499" y="395560"/>
                  </a:lnTo>
                  <a:lnTo>
                    <a:pt x="450021" y="397949"/>
                  </a:lnTo>
                  <a:lnTo>
                    <a:pt x="452887" y="401770"/>
                  </a:lnTo>
                  <a:lnTo>
                    <a:pt x="452887" y="407025"/>
                  </a:lnTo>
                  <a:lnTo>
                    <a:pt x="451932" y="407503"/>
                  </a:lnTo>
                  <a:lnTo>
                    <a:pt x="450499" y="407981"/>
                  </a:lnTo>
                  <a:lnTo>
                    <a:pt x="449066" y="407025"/>
                  </a:lnTo>
                  <a:lnTo>
                    <a:pt x="445244" y="403204"/>
                  </a:lnTo>
                  <a:lnTo>
                    <a:pt x="441900" y="400815"/>
                  </a:lnTo>
                  <a:lnTo>
                    <a:pt x="439033" y="399382"/>
                  </a:lnTo>
                  <a:lnTo>
                    <a:pt x="439033" y="400337"/>
                  </a:lnTo>
                  <a:lnTo>
                    <a:pt x="440466" y="404637"/>
                  </a:lnTo>
                  <a:lnTo>
                    <a:pt x="442377" y="409414"/>
                  </a:lnTo>
                  <a:lnTo>
                    <a:pt x="445722" y="412758"/>
                  </a:lnTo>
                  <a:lnTo>
                    <a:pt x="450499" y="417536"/>
                  </a:lnTo>
                  <a:lnTo>
                    <a:pt x="452887" y="419924"/>
                  </a:lnTo>
                  <a:lnTo>
                    <a:pt x="450976" y="423268"/>
                  </a:lnTo>
                  <a:lnTo>
                    <a:pt x="449543" y="424701"/>
                  </a:lnTo>
                  <a:lnTo>
                    <a:pt x="448588" y="424701"/>
                  </a:lnTo>
                  <a:lnTo>
                    <a:pt x="445722" y="424701"/>
                  </a:lnTo>
                  <a:lnTo>
                    <a:pt x="439989" y="422791"/>
                  </a:lnTo>
                  <a:lnTo>
                    <a:pt x="437600" y="420880"/>
                  </a:lnTo>
                  <a:lnTo>
                    <a:pt x="433778" y="415625"/>
                  </a:lnTo>
                  <a:lnTo>
                    <a:pt x="427568" y="410370"/>
                  </a:lnTo>
                  <a:lnTo>
                    <a:pt x="426134" y="410370"/>
                  </a:lnTo>
                  <a:lnTo>
                    <a:pt x="421835" y="412280"/>
                  </a:lnTo>
                  <a:lnTo>
                    <a:pt x="422313" y="412758"/>
                  </a:lnTo>
                  <a:lnTo>
                    <a:pt x="425179" y="412758"/>
                  </a:lnTo>
                  <a:lnTo>
                    <a:pt x="427568" y="413714"/>
                  </a:lnTo>
                  <a:lnTo>
                    <a:pt x="432345" y="418013"/>
                  </a:lnTo>
                  <a:lnTo>
                    <a:pt x="432823" y="419446"/>
                  </a:lnTo>
                  <a:lnTo>
                    <a:pt x="431390" y="421357"/>
                  </a:lnTo>
                  <a:lnTo>
                    <a:pt x="431390" y="424224"/>
                  </a:lnTo>
                  <a:lnTo>
                    <a:pt x="432823" y="427090"/>
                  </a:lnTo>
                  <a:lnTo>
                    <a:pt x="434256" y="429001"/>
                  </a:lnTo>
                  <a:lnTo>
                    <a:pt x="437122" y="430434"/>
                  </a:lnTo>
                  <a:lnTo>
                    <a:pt x="438556" y="430434"/>
                  </a:lnTo>
                  <a:lnTo>
                    <a:pt x="439511" y="431390"/>
                  </a:lnTo>
                  <a:lnTo>
                    <a:pt x="437600" y="438078"/>
                  </a:lnTo>
                  <a:lnTo>
                    <a:pt x="437600" y="439989"/>
                  </a:lnTo>
                  <a:lnTo>
                    <a:pt x="438078" y="440466"/>
                  </a:lnTo>
                  <a:lnTo>
                    <a:pt x="438556" y="440466"/>
                  </a:lnTo>
                  <a:lnTo>
                    <a:pt x="442377" y="438078"/>
                  </a:lnTo>
                  <a:lnTo>
                    <a:pt x="443810" y="437122"/>
                  </a:lnTo>
                  <a:lnTo>
                    <a:pt x="445244" y="437122"/>
                  </a:lnTo>
                  <a:lnTo>
                    <a:pt x="446677" y="438078"/>
                  </a:lnTo>
                  <a:lnTo>
                    <a:pt x="448588" y="439511"/>
                  </a:lnTo>
                  <a:lnTo>
                    <a:pt x="449543" y="441422"/>
                  </a:lnTo>
                  <a:lnTo>
                    <a:pt x="450021" y="442855"/>
                  </a:lnTo>
                  <a:lnTo>
                    <a:pt x="450499" y="444288"/>
                  </a:lnTo>
                  <a:lnTo>
                    <a:pt x="454321" y="446199"/>
                  </a:lnTo>
                  <a:lnTo>
                    <a:pt x="453843" y="447155"/>
                  </a:lnTo>
                  <a:lnTo>
                    <a:pt x="450021" y="449543"/>
                  </a:lnTo>
                  <a:lnTo>
                    <a:pt x="450021" y="450021"/>
                  </a:lnTo>
                  <a:lnTo>
                    <a:pt x="450499" y="450499"/>
                  </a:lnTo>
                  <a:lnTo>
                    <a:pt x="452887" y="451932"/>
                  </a:lnTo>
                  <a:lnTo>
                    <a:pt x="455276" y="454798"/>
                  </a:lnTo>
                  <a:lnTo>
                    <a:pt x="456709" y="457665"/>
                  </a:lnTo>
                  <a:lnTo>
                    <a:pt x="456709" y="459098"/>
                  </a:lnTo>
                  <a:lnTo>
                    <a:pt x="456709" y="460531"/>
                  </a:lnTo>
                  <a:lnTo>
                    <a:pt x="457187" y="461487"/>
                  </a:lnTo>
                  <a:lnTo>
                    <a:pt x="458142" y="461487"/>
                  </a:lnTo>
                  <a:lnTo>
                    <a:pt x="458620" y="461009"/>
                  </a:lnTo>
                  <a:lnTo>
                    <a:pt x="459098" y="461009"/>
                  </a:lnTo>
                  <a:lnTo>
                    <a:pt x="460053" y="461964"/>
                  </a:lnTo>
                  <a:lnTo>
                    <a:pt x="460531" y="464353"/>
                  </a:lnTo>
                  <a:lnTo>
                    <a:pt x="461964" y="471041"/>
                  </a:lnTo>
                  <a:lnTo>
                    <a:pt x="462442" y="472952"/>
                  </a:lnTo>
                  <a:lnTo>
                    <a:pt x="462920" y="472952"/>
                  </a:lnTo>
                  <a:lnTo>
                    <a:pt x="462920" y="466264"/>
                  </a:lnTo>
                  <a:lnTo>
                    <a:pt x="463875" y="465308"/>
                  </a:lnTo>
                  <a:lnTo>
                    <a:pt x="466264" y="466264"/>
                  </a:lnTo>
                  <a:lnTo>
                    <a:pt x="469608" y="469130"/>
                  </a:lnTo>
                  <a:lnTo>
                    <a:pt x="471997" y="471519"/>
                  </a:lnTo>
                  <a:lnTo>
                    <a:pt x="471997" y="472474"/>
                  </a:lnTo>
                  <a:lnTo>
                    <a:pt x="470564" y="474863"/>
                  </a:lnTo>
                  <a:lnTo>
                    <a:pt x="470564" y="475818"/>
                  </a:lnTo>
                  <a:lnTo>
                    <a:pt x="471997" y="477252"/>
                  </a:lnTo>
                  <a:lnTo>
                    <a:pt x="473430" y="476296"/>
                  </a:lnTo>
                  <a:lnTo>
                    <a:pt x="474385" y="473908"/>
                  </a:lnTo>
                  <a:lnTo>
                    <a:pt x="475818" y="471519"/>
                  </a:lnTo>
                  <a:lnTo>
                    <a:pt x="477729" y="470086"/>
                  </a:lnTo>
                  <a:lnTo>
                    <a:pt x="481073" y="471519"/>
                  </a:lnTo>
                  <a:lnTo>
                    <a:pt x="483940" y="474863"/>
                  </a:lnTo>
                  <a:lnTo>
                    <a:pt x="483940" y="476296"/>
                  </a:lnTo>
                  <a:lnTo>
                    <a:pt x="485851" y="477729"/>
                  </a:lnTo>
                  <a:lnTo>
                    <a:pt x="487762" y="476774"/>
                  </a:lnTo>
                  <a:lnTo>
                    <a:pt x="490628" y="481073"/>
                  </a:lnTo>
                  <a:lnTo>
                    <a:pt x="489195" y="482507"/>
                  </a:lnTo>
                  <a:lnTo>
                    <a:pt x="485851" y="485373"/>
                  </a:lnTo>
                  <a:lnTo>
                    <a:pt x="485851" y="486329"/>
                  </a:lnTo>
                  <a:lnTo>
                    <a:pt x="486329" y="485851"/>
                  </a:lnTo>
                  <a:lnTo>
                    <a:pt x="492539" y="485851"/>
                  </a:lnTo>
                  <a:lnTo>
                    <a:pt x="494450" y="487284"/>
                  </a:lnTo>
                  <a:lnTo>
                    <a:pt x="494928" y="489195"/>
                  </a:lnTo>
                  <a:lnTo>
                    <a:pt x="492061" y="494928"/>
                  </a:lnTo>
                  <a:lnTo>
                    <a:pt x="489195" y="494450"/>
                  </a:lnTo>
                  <a:lnTo>
                    <a:pt x="486329" y="493972"/>
                  </a:lnTo>
                  <a:lnTo>
                    <a:pt x="484417" y="494450"/>
                  </a:lnTo>
                  <a:lnTo>
                    <a:pt x="484417" y="494928"/>
                  </a:lnTo>
                  <a:lnTo>
                    <a:pt x="489195" y="497794"/>
                  </a:lnTo>
                  <a:lnTo>
                    <a:pt x="490628" y="499705"/>
                  </a:lnTo>
                  <a:lnTo>
                    <a:pt x="492539" y="502094"/>
                  </a:lnTo>
                  <a:lnTo>
                    <a:pt x="493017" y="503527"/>
                  </a:lnTo>
                  <a:lnTo>
                    <a:pt x="493017" y="504482"/>
                  </a:lnTo>
                  <a:lnTo>
                    <a:pt x="492539" y="505915"/>
                  </a:lnTo>
                  <a:lnTo>
                    <a:pt x="493017" y="506393"/>
                  </a:lnTo>
                  <a:lnTo>
                    <a:pt x="495883" y="506871"/>
                  </a:lnTo>
                  <a:lnTo>
                    <a:pt x="497794" y="506393"/>
                  </a:lnTo>
                  <a:lnTo>
                    <a:pt x="500182" y="505915"/>
                  </a:lnTo>
                  <a:lnTo>
                    <a:pt x="502571" y="506393"/>
                  </a:lnTo>
                  <a:lnTo>
                    <a:pt x="502571" y="506871"/>
                  </a:lnTo>
                  <a:lnTo>
                    <a:pt x="502571" y="508782"/>
                  </a:lnTo>
                  <a:lnTo>
                    <a:pt x="500182" y="510693"/>
                  </a:lnTo>
                  <a:lnTo>
                    <a:pt x="500660" y="511171"/>
                  </a:lnTo>
                  <a:lnTo>
                    <a:pt x="503527" y="510693"/>
                  </a:lnTo>
                  <a:lnTo>
                    <a:pt x="504482" y="511648"/>
                  </a:lnTo>
                  <a:lnTo>
                    <a:pt x="505915" y="515948"/>
                  </a:lnTo>
                  <a:lnTo>
                    <a:pt x="507826" y="519292"/>
                  </a:lnTo>
                  <a:lnTo>
                    <a:pt x="506393" y="520247"/>
                  </a:lnTo>
                  <a:lnTo>
                    <a:pt x="504960" y="520725"/>
                  </a:lnTo>
                  <a:lnTo>
                    <a:pt x="504960" y="525025"/>
                  </a:lnTo>
                  <a:lnTo>
                    <a:pt x="505915" y="529324"/>
                  </a:lnTo>
                  <a:lnTo>
                    <a:pt x="505915" y="533624"/>
                  </a:lnTo>
                  <a:lnTo>
                    <a:pt x="505915" y="537446"/>
                  </a:lnTo>
                  <a:lnTo>
                    <a:pt x="504482" y="538401"/>
                  </a:lnTo>
                  <a:lnTo>
                    <a:pt x="503049" y="538401"/>
                  </a:lnTo>
                  <a:lnTo>
                    <a:pt x="502094" y="537446"/>
                  </a:lnTo>
                  <a:lnTo>
                    <a:pt x="498272" y="525980"/>
                  </a:lnTo>
                  <a:lnTo>
                    <a:pt x="497316" y="524069"/>
                  </a:lnTo>
                  <a:lnTo>
                    <a:pt x="496361" y="522158"/>
                  </a:lnTo>
                  <a:lnTo>
                    <a:pt x="492539" y="516903"/>
                  </a:lnTo>
                  <a:lnTo>
                    <a:pt x="492539" y="517859"/>
                  </a:lnTo>
                  <a:lnTo>
                    <a:pt x="493494" y="520247"/>
                  </a:lnTo>
                  <a:lnTo>
                    <a:pt x="494450" y="523591"/>
                  </a:lnTo>
                  <a:lnTo>
                    <a:pt x="495405" y="530280"/>
                  </a:lnTo>
                  <a:lnTo>
                    <a:pt x="495883" y="534579"/>
                  </a:lnTo>
                  <a:lnTo>
                    <a:pt x="495883" y="536490"/>
                  </a:lnTo>
                  <a:lnTo>
                    <a:pt x="494928" y="536490"/>
                  </a:lnTo>
                  <a:lnTo>
                    <a:pt x="494928" y="537446"/>
                  </a:lnTo>
                  <a:lnTo>
                    <a:pt x="494928" y="538879"/>
                  </a:lnTo>
                  <a:lnTo>
                    <a:pt x="498272" y="543178"/>
                  </a:lnTo>
                  <a:lnTo>
                    <a:pt x="499705" y="545567"/>
                  </a:lnTo>
                  <a:lnTo>
                    <a:pt x="500660" y="548433"/>
                  </a:lnTo>
                  <a:lnTo>
                    <a:pt x="501616" y="550344"/>
                  </a:lnTo>
                  <a:lnTo>
                    <a:pt x="502571" y="551300"/>
                  </a:lnTo>
                  <a:lnTo>
                    <a:pt x="502571" y="551778"/>
                  </a:lnTo>
                  <a:lnTo>
                    <a:pt x="501138" y="552733"/>
                  </a:lnTo>
                  <a:lnTo>
                    <a:pt x="498749" y="552733"/>
                  </a:lnTo>
                  <a:lnTo>
                    <a:pt x="497794" y="552733"/>
                  </a:lnTo>
                  <a:lnTo>
                    <a:pt x="493494" y="549867"/>
                  </a:lnTo>
                  <a:lnTo>
                    <a:pt x="493017" y="550822"/>
                  </a:lnTo>
                  <a:lnTo>
                    <a:pt x="495405" y="559899"/>
                  </a:lnTo>
                  <a:lnTo>
                    <a:pt x="494928" y="562287"/>
                  </a:lnTo>
                  <a:lnTo>
                    <a:pt x="493972" y="562765"/>
                  </a:lnTo>
                  <a:lnTo>
                    <a:pt x="492539" y="562287"/>
                  </a:lnTo>
                  <a:lnTo>
                    <a:pt x="491106" y="559421"/>
                  </a:lnTo>
                  <a:lnTo>
                    <a:pt x="488239" y="556555"/>
                  </a:lnTo>
                  <a:lnTo>
                    <a:pt x="484895" y="553211"/>
                  </a:lnTo>
                  <a:lnTo>
                    <a:pt x="481551" y="550822"/>
                  </a:lnTo>
                  <a:lnTo>
                    <a:pt x="480596" y="550822"/>
                  </a:lnTo>
                  <a:lnTo>
                    <a:pt x="480118" y="551778"/>
                  </a:lnTo>
                  <a:lnTo>
                    <a:pt x="479640" y="551778"/>
                  </a:lnTo>
                  <a:lnTo>
                    <a:pt x="479163" y="551300"/>
                  </a:lnTo>
                  <a:lnTo>
                    <a:pt x="477729" y="549389"/>
                  </a:lnTo>
                  <a:lnTo>
                    <a:pt x="476774" y="547956"/>
                  </a:lnTo>
                  <a:lnTo>
                    <a:pt x="471997" y="543656"/>
                  </a:lnTo>
                  <a:lnTo>
                    <a:pt x="471519" y="543656"/>
                  </a:lnTo>
                  <a:lnTo>
                    <a:pt x="471997" y="545089"/>
                  </a:lnTo>
                  <a:lnTo>
                    <a:pt x="472474" y="547956"/>
                  </a:lnTo>
                  <a:lnTo>
                    <a:pt x="471997" y="548433"/>
                  </a:lnTo>
                  <a:lnTo>
                    <a:pt x="470564" y="548433"/>
                  </a:lnTo>
                  <a:lnTo>
                    <a:pt x="468175" y="547000"/>
                  </a:lnTo>
                  <a:lnTo>
                    <a:pt x="466264" y="544134"/>
                  </a:lnTo>
                  <a:lnTo>
                    <a:pt x="464353" y="539357"/>
                  </a:lnTo>
                  <a:lnTo>
                    <a:pt x="463398" y="537446"/>
                  </a:lnTo>
                  <a:lnTo>
                    <a:pt x="463398" y="538879"/>
                  </a:lnTo>
                  <a:lnTo>
                    <a:pt x="463875" y="543178"/>
                  </a:lnTo>
                  <a:lnTo>
                    <a:pt x="463875" y="545089"/>
                  </a:lnTo>
                  <a:lnTo>
                    <a:pt x="462442" y="545089"/>
                  </a:lnTo>
                  <a:lnTo>
                    <a:pt x="461964" y="545089"/>
                  </a:lnTo>
                  <a:lnTo>
                    <a:pt x="461487" y="543656"/>
                  </a:lnTo>
                  <a:lnTo>
                    <a:pt x="461009" y="541745"/>
                  </a:lnTo>
                  <a:lnTo>
                    <a:pt x="459575" y="539834"/>
                  </a:lnTo>
                  <a:lnTo>
                    <a:pt x="458142" y="538879"/>
                  </a:lnTo>
                  <a:lnTo>
                    <a:pt x="457187" y="537923"/>
                  </a:lnTo>
                  <a:lnTo>
                    <a:pt x="456232" y="536012"/>
                  </a:lnTo>
                  <a:lnTo>
                    <a:pt x="456232" y="535535"/>
                  </a:lnTo>
                  <a:lnTo>
                    <a:pt x="452887" y="536012"/>
                  </a:lnTo>
                  <a:lnTo>
                    <a:pt x="451454" y="534579"/>
                  </a:lnTo>
                  <a:lnTo>
                    <a:pt x="446677" y="528846"/>
                  </a:lnTo>
                  <a:lnTo>
                    <a:pt x="442377" y="522636"/>
                  </a:lnTo>
                  <a:lnTo>
                    <a:pt x="439511" y="519292"/>
                  </a:lnTo>
                  <a:lnTo>
                    <a:pt x="438556" y="518336"/>
                  </a:lnTo>
                  <a:lnTo>
                    <a:pt x="439989" y="522636"/>
                  </a:lnTo>
                  <a:lnTo>
                    <a:pt x="441900" y="528369"/>
                  </a:lnTo>
                  <a:lnTo>
                    <a:pt x="441900" y="531235"/>
                  </a:lnTo>
                  <a:lnTo>
                    <a:pt x="441422" y="531235"/>
                  </a:lnTo>
                  <a:lnTo>
                    <a:pt x="439989" y="529802"/>
                  </a:lnTo>
                  <a:lnTo>
                    <a:pt x="431867" y="522158"/>
                  </a:lnTo>
                  <a:lnTo>
                    <a:pt x="426612" y="518814"/>
                  </a:lnTo>
                  <a:lnTo>
                    <a:pt x="424224" y="517859"/>
                  </a:lnTo>
                  <a:lnTo>
                    <a:pt x="419446" y="517381"/>
                  </a:lnTo>
                  <a:lnTo>
                    <a:pt x="418491" y="519770"/>
                  </a:lnTo>
                  <a:lnTo>
                    <a:pt x="420880" y="524069"/>
                  </a:lnTo>
                  <a:lnTo>
                    <a:pt x="423268" y="527413"/>
                  </a:lnTo>
                  <a:lnTo>
                    <a:pt x="425657" y="529324"/>
                  </a:lnTo>
                  <a:lnTo>
                    <a:pt x="429001" y="534101"/>
                  </a:lnTo>
                  <a:lnTo>
                    <a:pt x="432345" y="539357"/>
                  </a:lnTo>
                  <a:lnTo>
                    <a:pt x="433778" y="541267"/>
                  </a:lnTo>
                  <a:lnTo>
                    <a:pt x="438078" y="543656"/>
                  </a:lnTo>
                  <a:lnTo>
                    <a:pt x="440466" y="544134"/>
                  </a:lnTo>
                  <a:lnTo>
                    <a:pt x="442855" y="544134"/>
                  </a:lnTo>
                  <a:lnTo>
                    <a:pt x="443333" y="545089"/>
                  </a:lnTo>
                  <a:lnTo>
                    <a:pt x="441900" y="546522"/>
                  </a:lnTo>
                  <a:lnTo>
                    <a:pt x="441900" y="547478"/>
                  </a:lnTo>
                  <a:lnTo>
                    <a:pt x="447155" y="550344"/>
                  </a:lnTo>
                  <a:lnTo>
                    <a:pt x="449066" y="551300"/>
                  </a:lnTo>
                  <a:lnTo>
                    <a:pt x="450976" y="553688"/>
                  </a:lnTo>
                  <a:lnTo>
                    <a:pt x="452410" y="554166"/>
                  </a:lnTo>
                  <a:lnTo>
                    <a:pt x="456709" y="559899"/>
                  </a:lnTo>
                  <a:lnTo>
                    <a:pt x="458142" y="560854"/>
                  </a:lnTo>
                  <a:lnTo>
                    <a:pt x="461964" y="562765"/>
                  </a:lnTo>
                  <a:lnTo>
                    <a:pt x="463398" y="563721"/>
                  </a:lnTo>
                  <a:lnTo>
                    <a:pt x="465786" y="567543"/>
                  </a:lnTo>
                  <a:lnTo>
                    <a:pt x="467219" y="569453"/>
                  </a:lnTo>
                  <a:lnTo>
                    <a:pt x="469130" y="573753"/>
                  </a:lnTo>
                  <a:lnTo>
                    <a:pt x="470564" y="575664"/>
                  </a:lnTo>
                  <a:lnTo>
                    <a:pt x="474385" y="578053"/>
                  </a:lnTo>
                  <a:lnTo>
                    <a:pt x="475818" y="578530"/>
                  </a:lnTo>
                  <a:lnTo>
                    <a:pt x="476774" y="579486"/>
                  </a:lnTo>
                  <a:lnTo>
                    <a:pt x="476296" y="581397"/>
                  </a:lnTo>
                  <a:lnTo>
                    <a:pt x="475818" y="581874"/>
                  </a:lnTo>
                  <a:lnTo>
                    <a:pt x="473430" y="583308"/>
                  </a:lnTo>
                  <a:lnTo>
                    <a:pt x="473907" y="585219"/>
                  </a:lnTo>
                  <a:lnTo>
                    <a:pt x="475341" y="588563"/>
                  </a:lnTo>
                  <a:lnTo>
                    <a:pt x="475341" y="590951"/>
                  </a:lnTo>
                  <a:lnTo>
                    <a:pt x="473907" y="591429"/>
                  </a:lnTo>
                  <a:lnTo>
                    <a:pt x="471041" y="592385"/>
                  </a:lnTo>
                  <a:lnTo>
                    <a:pt x="470086" y="592385"/>
                  </a:lnTo>
                  <a:lnTo>
                    <a:pt x="467697" y="591429"/>
                  </a:lnTo>
                  <a:lnTo>
                    <a:pt x="465308" y="590474"/>
                  </a:lnTo>
                  <a:lnTo>
                    <a:pt x="460531" y="587129"/>
                  </a:lnTo>
                  <a:lnTo>
                    <a:pt x="452887" y="584741"/>
                  </a:lnTo>
                  <a:lnTo>
                    <a:pt x="450021" y="583308"/>
                  </a:lnTo>
                  <a:lnTo>
                    <a:pt x="449066" y="582352"/>
                  </a:lnTo>
                  <a:lnTo>
                    <a:pt x="447632" y="581397"/>
                  </a:lnTo>
                  <a:lnTo>
                    <a:pt x="429001" y="578053"/>
                  </a:lnTo>
                  <a:lnTo>
                    <a:pt x="426134" y="577575"/>
                  </a:lnTo>
                  <a:lnTo>
                    <a:pt x="424224" y="576619"/>
                  </a:lnTo>
                  <a:lnTo>
                    <a:pt x="422313" y="575186"/>
                  </a:lnTo>
                  <a:lnTo>
                    <a:pt x="415147" y="571842"/>
                  </a:lnTo>
                  <a:lnTo>
                    <a:pt x="414191" y="570887"/>
                  </a:lnTo>
                  <a:lnTo>
                    <a:pt x="409414" y="565154"/>
                  </a:lnTo>
                  <a:lnTo>
                    <a:pt x="406070" y="558466"/>
                  </a:lnTo>
                  <a:lnTo>
                    <a:pt x="404637" y="557510"/>
                  </a:lnTo>
                  <a:lnTo>
                    <a:pt x="400815" y="556555"/>
                  </a:lnTo>
                  <a:lnTo>
                    <a:pt x="397471" y="557032"/>
                  </a:lnTo>
                  <a:lnTo>
                    <a:pt x="395560" y="557510"/>
                  </a:lnTo>
                  <a:lnTo>
                    <a:pt x="392216" y="557510"/>
                  </a:lnTo>
                  <a:lnTo>
                    <a:pt x="390305" y="556555"/>
                  </a:lnTo>
                  <a:lnTo>
                    <a:pt x="385527" y="553211"/>
                  </a:lnTo>
                  <a:lnTo>
                    <a:pt x="381228" y="551778"/>
                  </a:lnTo>
                  <a:lnTo>
                    <a:pt x="376928" y="548911"/>
                  </a:lnTo>
                  <a:lnTo>
                    <a:pt x="375018" y="547956"/>
                  </a:lnTo>
                  <a:lnTo>
                    <a:pt x="375018" y="547478"/>
                  </a:lnTo>
                  <a:lnTo>
                    <a:pt x="378361" y="543178"/>
                  </a:lnTo>
                  <a:lnTo>
                    <a:pt x="377406" y="543178"/>
                  </a:lnTo>
                  <a:lnTo>
                    <a:pt x="372151" y="546522"/>
                  </a:lnTo>
                  <a:lnTo>
                    <a:pt x="370240" y="545567"/>
                  </a:lnTo>
                  <a:lnTo>
                    <a:pt x="367374" y="543178"/>
                  </a:lnTo>
                  <a:lnTo>
                    <a:pt x="364985" y="540312"/>
                  </a:lnTo>
                  <a:lnTo>
                    <a:pt x="360208" y="533624"/>
                  </a:lnTo>
                  <a:lnTo>
                    <a:pt x="357342" y="531235"/>
                  </a:lnTo>
                  <a:lnTo>
                    <a:pt x="357819" y="530757"/>
                  </a:lnTo>
                  <a:lnTo>
                    <a:pt x="360686" y="530280"/>
                  </a:lnTo>
                  <a:lnTo>
                    <a:pt x="363552" y="530757"/>
                  </a:lnTo>
                  <a:lnTo>
                    <a:pt x="364985" y="530280"/>
                  </a:lnTo>
                  <a:lnTo>
                    <a:pt x="368329" y="527413"/>
                  </a:lnTo>
                  <a:lnTo>
                    <a:pt x="369285" y="525502"/>
                  </a:lnTo>
                  <a:lnTo>
                    <a:pt x="369762" y="524547"/>
                  </a:lnTo>
                  <a:lnTo>
                    <a:pt x="366896" y="524547"/>
                  </a:lnTo>
                  <a:lnTo>
                    <a:pt x="366418" y="523591"/>
                  </a:lnTo>
                  <a:lnTo>
                    <a:pt x="365941" y="522636"/>
                  </a:lnTo>
                  <a:lnTo>
                    <a:pt x="364508" y="521203"/>
                  </a:lnTo>
                  <a:lnTo>
                    <a:pt x="362596" y="519292"/>
                  </a:lnTo>
                  <a:lnTo>
                    <a:pt x="360686" y="518814"/>
                  </a:lnTo>
                  <a:lnTo>
                    <a:pt x="353042" y="519292"/>
                  </a:lnTo>
                  <a:lnTo>
                    <a:pt x="351609" y="518336"/>
                  </a:lnTo>
                  <a:lnTo>
                    <a:pt x="351609" y="517381"/>
                  </a:lnTo>
                  <a:lnTo>
                    <a:pt x="353042" y="514037"/>
                  </a:lnTo>
                  <a:lnTo>
                    <a:pt x="353997" y="512604"/>
                  </a:lnTo>
                  <a:lnTo>
                    <a:pt x="353997" y="512126"/>
                  </a:lnTo>
                  <a:lnTo>
                    <a:pt x="353997" y="511648"/>
                  </a:lnTo>
                  <a:lnTo>
                    <a:pt x="353042" y="511648"/>
                  </a:lnTo>
                  <a:lnTo>
                    <a:pt x="348265" y="514992"/>
                  </a:lnTo>
                  <a:lnTo>
                    <a:pt x="347309" y="514515"/>
                  </a:lnTo>
                  <a:lnTo>
                    <a:pt x="345876" y="511648"/>
                  </a:lnTo>
                  <a:lnTo>
                    <a:pt x="344443" y="507826"/>
                  </a:lnTo>
                  <a:lnTo>
                    <a:pt x="343965" y="506393"/>
                  </a:lnTo>
                  <a:lnTo>
                    <a:pt x="343010" y="505915"/>
                  </a:lnTo>
                  <a:lnTo>
                    <a:pt x="339188" y="502571"/>
                  </a:lnTo>
                  <a:lnTo>
                    <a:pt x="333933" y="495405"/>
                  </a:lnTo>
                  <a:lnTo>
                    <a:pt x="332022" y="493494"/>
                  </a:lnTo>
                  <a:lnTo>
                    <a:pt x="330111" y="491584"/>
                  </a:lnTo>
                  <a:lnTo>
                    <a:pt x="328678" y="490628"/>
                  </a:lnTo>
                  <a:lnTo>
                    <a:pt x="328678" y="489673"/>
                  </a:lnTo>
                  <a:lnTo>
                    <a:pt x="332022" y="483940"/>
                  </a:lnTo>
                  <a:lnTo>
                    <a:pt x="332022" y="482984"/>
                  </a:lnTo>
                  <a:lnTo>
                    <a:pt x="329155" y="483462"/>
                  </a:lnTo>
                  <a:lnTo>
                    <a:pt x="324856" y="482029"/>
                  </a:lnTo>
                  <a:lnTo>
                    <a:pt x="322945" y="483462"/>
                  </a:lnTo>
                  <a:lnTo>
                    <a:pt x="321989" y="483462"/>
                  </a:lnTo>
                  <a:lnTo>
                    <a:pt x="320079" y="482984"/>
                  </a:lnTo>
                  <a:lnTo>
                    <a:pt x="319601" y="482984"/>
                  </a:lnTo>
                  <a:lnTo>
                    <a:pt x="318645" y="487762"/>
                  </a:lnTo>
                  <a:lnTo>
                    <a:pt x="318168" y="489195"/>
                  </a:lnTo>
                  <a:lnTo>
                    <a:pt x="317212" y="489673"/>
                  </a:lnTo>
                  <a:lnTo>
                    <a:pt x="316257" y="489673"/>
                  </a:lnTo>
                  <a:lnTo>
                    <a:pt x="315779" y="488717"/>
                  </a:lnTo>
                  <a:lnTo>
                    <a:pt x="315779" y="487762"/>
                  </a:lnTo>
                  <a:lnTo>
                    <a:pt x="315301" y="482029"/>
                  </a:lnTo>
                  <a:lnTo>
                    <a:pt x="313390" y="481073"/>
                  </a:lnTo>
                  <a:lnTo>
                    <a:pt x="309569" y="480596"/>
                  </a:lnTo>
                  <a:lnTo>
                    <a:pt x="308613" y="480118"/>
                  </a:lnTo>
                  <a:lnTo>
                    <a:pt x="307658" y="479163"/>
                  </a:lnTo>
                  <a:lnTo>
                    <a:pt x="306702" y="477252"/>
                  </a:lnTo>
                  <a:lnTo>
                    <a:pt x="305747" y="474385"/>
                  </a:lnTo>
                  <a:lnTo>
                    <a:pt x="305269" y="472474"/>
                  </a:lnTo>
                  <a:lnTo>
                    <a:pt x="304313" y="472474"/>
                  </a:lnTo>
                  <a:lnTo>
                    <a:pt x="303358" y="472474"/>
                  </a:lnTo>
                  <a:lnTo>
                    <a:pt x="302880" y="473430"/>
                  </a:lnTo>
                  <a:lnTo>
                    <a:pt x="301447" y="473908"/>
                  </a:lnTo>
                  <a:lnTo>
                    <a:pt x="299536" y="473908"/>
                  </a:lnTo>
                  <a:lnTo>
                    <a:pt x="299536" y="475341"/>
                  </a:lnTo>
                  <a:lnTo>
                    <a:pt x="301447" y="477252"/>
                  </a:lnTo>
                  <a:lnTo>
                    <a:pt x="303358" y="480118"/>
                  </a:lnTo>
                  <a:lnTo>
                    <a:pt x="304791" y="483940"/>
                  </a:lnTo>
                  <a:lnTo>
                    <a:pt x="303836" y="486806"/>
                  </a:lnTo>
                  <a:lnTo>
                    <a:pt x="300014" y="487762"/>
                  </a:lnTo>
                  <a:lnTo>
                    <a:pt x="296670" y="488239"/>
                  </a:lnTo>
                  <a:lnTo>
                    <a:pt x="293326" y="487762"/>
                  </a:lnTo>
                  <a:lnTo>
                    <a:pt x="291415" y="486806"/>
                  </a:lnTo>
                  <a:lnTo>
                    <a:pt x="288071" y="484895"/>
                  </a:lnTo>
                  <a:lnTo>
                    <a:pt x="283771" y="485373"/>
                  </a:lnTo>
                  <a:lnTo>
                    <a:pt x="282816" y="491106"/>
                  </a:lnTo>
                  <a:lnTo>
                    <a:pt x="281860" y="491106"/>
                  </a:lnTo>
                  <a:lnTo>
                    <a:pt x="277561" y="491106"/>
                  </a:lnTo>
                  <a:lnTo>
                    <a:pt x="275650" y="491584"/>
                  </a:lnTo>
                  <a:lnTo>
                    <a:pt x="269917" y="494928"/>
                  </a:lnTo>
                  <a:lnTo>
                    <a:pt x="268006" y="494928"/>
                  </a:lnTo>
                  <a:lnTo>
                    <a:pt x="267051" y="494928"/>
                  </a:lnTo>
                  <a:lnTo>
                    <a:pt x="265617" y="495405"/>
                  </a:lnTo>
                  <a:lnTo>
                    <a:pt x="263706" y="497316"/>
                  </a:lnTo>
                  <a:lnTo>
                    <a:pt x="260840" y="497316"/>
                  </a:lnTo>
                  <a:lnTo>
                    <a:pt x="257496" y="495883"/>
                  </a:lnTo>
                  <a:lnTo>
                    <a:pt x="255107" y="495405"/>
                  </a:lnTo>
                  <a:lnTo>
                    <a:pt x="252719" y="495883"/>
                  </a:lnTo>
                  <a:lnTo>
                    <a:pt x="250330" y="494928"/>
                  </a:lnTo>
                  <a:lnTo>
                    <a:pt x="247941" y="493017"/>
                  </a:lnTo>
                  <a:lnTo>
                    <a:pt x="245553" y="492061"/>
                  </a:lnTo>
                  <a:lnTo>
                    <a:pt x="243164" y="492539"/>
                  </a:lnTo>
                  <a:lnTo>
                    <a:pt x="242686" y="492061"/>
                  </a:lnTo>
                  <a:lnTo>
                    <a:pt x="238865" y="488239"/>
                  </a:lnTo>
                  <a:lnTo>
                    <a:pt x="237431" y="486329"/>
                  </a:lnTo>
                  <a:lnTo>
                    <a:pt x="235043" y="481551"/>
                  </a:lnTo>
                  <a:lnTo>
                    <a:pt x="234565" y="479640"/>
                  </a:lnTo>
                  <a:lnTo>
                    <a:pt x="234087" y="477252"/>
                  </a:lnTo>
                  <a:lnTo>
                    <a:pt x="234565" y="475818"/>
                  </a:lnTo>
                  <a:lnTo>
                    <a:pt x="235521" y="473430"/>
                  </a:lnTo>
                  <a:lnTo>
                    <a:pt x="236476" y="467697"/>
                  </a:lnTo>
                  <a:lnTo>
                    <a:pt x="237431" y="465786"/>
                  </a:lnTo>
                  <a:lnTo>
                    <a:pt x="238387" y="464353"/>
                  </a:lnTo>
                  <a:lnTo>
                    <a:pt x="240775" y="461964"/>
                  </a:lnTo>
                  <a:lnTo>
                    <a:pt x="249375" y="458143"/>
                  </a:lnTo>
                  <a:lnTo>
                    <a:pt x="250808" y="456709"/>
                  </a:lnTo>
                  <a:lnTo>
                    <a:pt x="250808" y="455754"/>
                  </a:lnTo>
                  <a:lnTo>
                    <a:pt x="248897" y="450977"/>
                  </a:lnTo>
                  <a:lnTo>
                    <a:pt x="248897" y="449543"/>
                  </a:lnTo>
                  <a:lnTo>
                    <a:pt x="249852" y="449066"/>
                  </a:lnTo>
                  <a:lnTo>
                    <a:pt x="251286" y="446199"/>
                  </a:lnTo>
                  <a:lnTo>
                    <a:pt x="251763" y="445722"/>
                  </a:lnTo>
                  <a:lnTo>
                    <a:pt x="253197" y="445244"/>
                  </a:lnTo>
                  <a:lnTo>
                    <a:pt x="256540" y="446677"/>
                  </a:lnTo>
                  <a:lnTo>
                    <a:pt x="258929" y="447155"/>
                  </a:lnTo>
                  <a:lnTo>
                    <a:pt x="262751" y="447155"/>
                  </a:lnTo>
                  <a:lnTo>
                    <a:pt x="268484" y="449066"/>
                  </a:lnTo>
                  <a:lnTo>
                    <a:pt x="276605" y="452887"/>
                  </a:lnTo>
                  <a:lnTo>
                    <a:pt x="281382" y="455276"/>
                  </a:lnTo>
                  <a:lnTo>
                    <a:pt x="285204" y="459098"/>
                  </a:lnTo>
                  <a:lnTo>
                    <a:pt x="287593" y="462920"/>
                  </a:lnTo>
                  <a:lnTo>
                    <a:pt x="288071" y="464831"/>
                  </a:lnTo>
                  <a:lnTo>
                    <a:pt x="286638" y="467219"/>
                  </a:lnTo>
                  <a:lnTo>
                    <a:pt x="286160" y="468175"/>
                  </a:lnTo>
                  <a:lnTo>
                    <a:pt x="286160" y="469130"/>
                  </a:lnTo>
                  <a:lnTo>
                    <a:pt x="286638" y="470564"/>
                  </a:lnTo>
                  <a:lnTo>
                    <a:pt x="289026" y="471997"/>
                  </a:lnTo>
                  <a:lnTo>
                    <a:pt x="289504" y="471519"/>
                  </a:lnTo>
                  <a:lnTo>
                    <a:pt x="289026" y="469608"/>
                  </a:lnTo>
                  <a:lnTo>
                    <a:pt x="289504" y="467697"/>
                  </a:lnTo>
                  <a:lnTo>
                    <a:pt x="290459" y="466264"/>
                  </a:lnTo>
                  <a:lnTo>
                    <a:pt x="290937" y="464831"/>
                  </a:lnTo>
                  <a:lnTo>
                    <a:pt x="289982" y="462920"/>
                  </a:lnTo>
                  <a:lnTo>
                    <a:pt x="289026" y="461009"/>
                  </a:lnTo>
                  <a:lnTo>
                    <a:pt x="287593" y="459098"/>
                  </a:lnTo>
                  <a:lnTo>
                    <a:pt x="282338" y="453843"/>
                  </a:lnTo>
                  <a:lnTo>
                    <a:pt x="281860" y="452410"/>
                  </a:lnTo>
                  <a:lnTo>
                    <a:pt x="283771" y="451454"/>
                  </a:lnTo>
                  <a:lnTo>
                    <a:pt x="291415" y="453365"/>
                  </a:lnTo>
                  <a:lnTo>
                    <a:pt x="294759" y="452887"/>
                  </a:lnTo>
                  <a:lnTo>
                    <a:pt x="295714" y="450977"/>
                  </a:lnTo>
                  <a:lnTo>
                    <a:pt x="296670" y="449543"/>
                  </a:lnTo>
                  <a:lnTo>
                    <a:pt x="298103" y="448588"/>
                  </a:lnTo>
                  <a:lnTo>
                    <a:pt x="300970" y="448110"/>
                  </a:lnTo>
                  <a:lnTo>
                    <a:pt x="304313" y="449066"/>
                  </a:lnTo>
                  <a:lnTo>
                    <a:pt x="306224" y="449543"/>
                  </a:lnTo>
                  <a:lnTo>
                    <a:pt x="307658" y="449066"/>
                  </a:lnTo>
                  <a:lnTo>
                    <a:pt x="310046" y="448110"/>
                  </a:lnTo>
                  <a:lnTo>
                    <a:pt x="312913" y="444288"/>
                  </a:lnTo>
                  <a:lnTo>
                    <a:pt x="314824" y="443333"/>
                  </a:lnTo>
                  <a:lnTo>
                    <a:pt x="317690" y="442855"/>
                  </a:lnTo>
                  <a:lnTo>
                    <a:pt x="320079" y="442377"/>
                  </a:lnTo>
                  <a:lnTo>
                    <a:pt x="323901" y="444288"/>
                  </a:lnTo>
                  <a:lnTo>
                    <a:pt x="326767" y="444288"/>
                  </a:lnTo>
                  <a:lnTo>
                    <a:pt x="326289" y="441422"/>
                  </a:lnTo>
                  <a:lnTo>
                    <a:pt x="324856" y="436645"/>
                  </a:lnTo>
                  <a:lnTo>
                    <a:pt x="322467" y="431867"/>
                  </a:lnTo>
                  <a:lnTo>
                    <a:pt x="321034" y="429957"/>
                  </a:lnTo>
                  <a:lnTo>
                    <a:pt x="317212" y="426612"/>
                  </a:lnTo>
                  <a:lnTo>
                    <a:pt x="311957" y="420880"/>
                  </a:lnTo>
                  <a:lnTo>
                    <a:pt x="309569" y="417058"/>
                  </a:lnTo>
                  <a:lnTo>
                    <a:pt x="309091" y="415147"/>
                  </a:lnTo>
                  <a:lnTo>
                    <a:pt x="309569" y="413714"/>
                  </a:lnTo>
                  <a:lnTo>
                    <a:pt x="310046" y="411803"/>
                  </a:lnTo>
                  <a:lnTo>
                    <a:pt x="319123" y="405115"/>
                  </a:lnTo>
                  <a:lnTo>
                    <a:pt x="325811" y="398426"/>
                  </a:lnTo>
                  <a:lnTo>
                    <a:pt x="329155" y="395082"/>
                  </a:lnTo>
                  <a:lnTo>
                    <a:pt x="330589" y="392694"/>
                  </a:lnTo>
                  <a:lnTo>
                    <a:pt x="332022" y="390783"/>
                  </a:lnTo>
                  <a:lnTo>
                    <a:pt x="333455" y="389827"/>
                  </a:lnTo>
                  <a:lnTo>
                    <a:pt x="336799" y="388394"/>
                  </a:lnTo>
                  <a:lnTo>
                    <a:pt x="337754" y="386483"/>
                  </a:lnTo>
                  <a:lnTo>
                    <a:pt x="337754" y="383617"/>
                  </a:lnTo>
                  <a:lnTo>
                    <a:pt x="338710" y="381228"/>
                  </a:lnTo>
                  <a:lnTo>
                    <a:pt x="341577" y="374540"/>
                  </a:lnTo>
                  <a:lnTo>
                    <a:pt x="343965" y="372629"/>
                  </a:lnTo>
                  <a:lnTo>
                    <a:pt x="347787" y="371196"/>
                  </a:lnTo>
                  <a:lnTo>
                    <a:pt x="350176" y="369285"/>
                  </a:lnTo>
                  <a:lnTo>
                    <a:pt x="353042" y="364030"/>
                  </a:lnTo>
                  <a:lnTo>
                    <a:pt x="352564" y="362597"/>
                  </a:lnTo>
                  <a:lnTo>
                    <a:pt x="351131" y="361163"/>
                  </a:lnTo>
                  <a:lnTo>
                    <a:pt x="350176" y="359730"/>
                  </a:lnTo>
                  <a:lnTo>
                    <a:pt x="345876" y="344443"/>
                  </a:lnTo>
                  <a:lnTo>
                    <a:pt x="343010" y="337277"/>
                  </a:lnTo>
                  <a:lnTo>
                    <a:pt x="339188" y="331066"/>
                  </a:lnTo>
                  <a:lnTo>
                    <a:pt x="336321" y="322945"/>
                  </a:lnTo>
                  <a:lnTo>
                    <a:pt x="331066" y="315301"/>
                  </a:lnTo>
                  <a:lnTo>
                    <a:pt x="331066" y="312913"/>
                  </a:lnTo>
                  <a:lnTo>
                    <a:pt x="332022" y="311002"/>
                  </a:lnTo>
                  <a:lnTo>
                    <a:pt x="331544" y="310046"/>
                  </a:lnTo>
                  <a:lnTo>
                    <a:pt x="325811" y="313868"/>
                  </a:lnTo>
                  <a:lnTo>
                    <a:pt x="324856" y="313868"/>
                  </a:lnTo>
                  <a:lnTo>
                    <a:pt x="322467" y="312435"/>
                  </a:lnTo>
                  <a:lnTo>
                    <a:pt x="321034" y="310524"/>
                  </a:lnTo>
                  <a:lnTo>
                    <a:pt x="320079" y="307180"/>
                  </a:lnTo>
                  <a:lnTo>
                    <a:pt x="320079" y="305269"/>
                  </a:lnTo>
                  <a:lnTo>
                    <a:pt x="321034" y="303836"/>
                  </a:lnTo>
                  <a:lnTo>
                    <a:pt x="321989" y="300014"/>
                  </a:lnTo>
                  <a:lnTo>
                    <a:pt x="321989" y="297625"/>
                  </a:lnTo>
                  <a:lnTo>
                    <a:pt x="321512" y="295715"/>
                  </a:lnTo>
                  <a:lnTo>
                    <a:pt x="321034" y="294281"/>
                  </a:lnTo>
                  <a:lnTo>
                    <a:pt x="320556" y="293804"/>
                  </a:lnTo>
                  <a:lnTo>
                    <a:pt x="319123" y="293326"/>
                  </a:lnTo>
                  <a:lnTo>
                    <a:pt x="316257" y="292848"/>
                  </a:lnTo>
                  <a:lnTo>
                    <a:pt x="315301" y="293804"/>
                  </a:lnTo>
                  <a:lnTo>
                    <a:pt x="318168" y="299536"/>
                  </a:lnTo>
                  <a:lnTo>
                    <a:pt x="317690" y="301447"/>
                  </a:lnTo>
                  <a:lnTo>
                    <a:pt x="313868" y="301925"/>
                  </a:lnTo>
                  <a:lnTo>
                    <a:pt x="312435" y="301447"/>
                  </a:lnTo>
                  <a:lnTo>
                    <a:pt x="310524" y="300970"/>
                  </a:lnTo>
                  <a:lnTo>
                    <a:pt x="309091" y="299536"/>
                  </a:lnTo>
                  <a:lnTo>
                    <a:pt x="304791" y="293326"/>
                  </a:lnTo>
                  <a:lnTo>
                    <a:pt x="303836" y="290937"/>
                  </a:lnTo>
                  <a:lnTo>
                    <a:pt x="304313" y="289026"/>
                  </a:lnTo>
                  <a:lnTo>
                    <a:pt x="303836" y="288071"/>
                  </a:lnTo>
                  <a:lnTo>
                    <a:pt x="302880" y="289026"/>
                  </a:lnTo>
                  <a:lnTo>
                    <a:pt x="301447" y="289026"/>
                  </a:lnTo>
                  <a:lnTo>
                    <a:pt x="300014" y="288071"/>
                  </a:lnTo>
                  <a:lnTo>
                    <a:pt x="299536" y="287593"/>
                  </a:lnTo>
                  <a:lnTo>
                    <a:pt x="302880" y="284249"/>
                  </a:lnTo>
                  <a:lnTo>
                    <a:pt x="302880" y="282816"/>
                  </a:lnTo>
                  <a:lnTo>
                    <a:pt x="301447" y="281860"/>
                  </a:lnTo>
                  <a:lnTo>
                    <a:pt x="299059" y="281383"/>
                  </a:lnTo>
                  <a:lnTo>
                    <a:pt x="298581" y="280427"/>
                  </a:lnTo>
                  <a:lnTo>
                    <a:pt x="299536" y="279472"/>
                  </a:lnTo>
                  <a:lnTo>
                    <a:pt x="302403" y="277561"/>
                  </a:lnTo>
                  <a:lnTo>
                    <a:pt x="303358" y="276128"/>
                  </a:lnTo>
                  <a:lnTo>
                    <a:pt x="301925" y="275172"/>
                  </a:lnTo>
                  <a:lnTo>
                    <a:pt x="300492" y="275172"/>
                  </a:lnTo>
                  <a:lnTo>
                    <a:pt x="298581" y="277561"/>
                  </a:lnTo>
                  <a:lnTo>
                    <a:pt x="295714" y="281383"/>
                  </a:lnTo>
                  <a:lnTo>
                    <a:pt x="293804" y="283294"/>
                  </a:lnTo>
                  <a:lnTo>
                    <a:pt x="290459" y="281383"/>
                  </a:lnTo>
                  <a:lnTo>
                    <a:pt x="288548" y="280427"/>
                  </a:lnTo>
                  <a:lnTo>
                    <a:pt x="287593" y="280905"/>
                  </a:lnTo>
                  <a:lnTo>
                    <a:pt x="285682" y="284249"/>
                  </a:lnTo>
                  <a:lnTo>
                    <a:pt x="280905" y="286638"/>
                  </a:lnTo>
                  <a:lnTo>
                    <a:pt x="273261" y="292370"/>
                  </a:lnTo>
                  <a:lnTo>
                    <a:pt x="269917" y="294281"/>
                  </a:lnTo>
                  <a:lnTo>
                    <a:pt x="266573" y="293804"/>
                  </a:lnTo>
                  <a:lnTo>
                    <a:pt x="265617" y="292848"/>
                  </a:lnTo>
                  <a:lnTo>
                    <a:pt x="265617" y="290937"/>
                  </a:lnTo>
                  <a:lnTo>
                    <a:pt x="266095" y="289026"/>
                  </a:lnTo>
                  <a:lnTo>
                    <a:pt x="266573" y="288071"/>
                  </a:lnTo>
                  <a:lnTo>
                    <a:pt x="266573" y="286160"/>
                  </a:lnTo>
                  <a:lnTo>
                    <a:pt x="266095" y="279949"/>
                  </a:lnTo>
                  <a:lnTo>
                    <a:pt x="267051" y="278038"/>
                  </a:lnTo>
                  <a:lnTo>
                    <a:pt x="268006" y="277083"/>
                  </a:lnTo>
                  <a:lnTo>
                    <a:pt x="270395" y="276128"/>
                  </a:lnTo>
                  <a:lnTo>
                    <a:pt x="276128" y="277083"/>
                  </a:lnTo>
                  <a:lnTo>
                    <a:pt x="278994" y="277083"/>
                  </a:lnTo>
                  <a:lnTo>
                    <a:pt x="280905" y="275650"/>
                  </a:lnTo>
                  <a:lnTo>
                    <a:pt x="282816" y="273261"/>
                  </a:lnTo>
                  <a:lnTo>
                    <a:pt x="284727" y="270395"/>
                  </a:lnTo>
                  <a:lnTo>
                    <a:pt x="285204" y="267529"/>
                  </a:lnTo>
                  <a:lnTo>
                    <a:pt x="282816" y="263229"/>
                  </a:lnTo>
                  <a:lnTo>
                    <a:pt x="282338" y="262273"/>
                  </a:lnTo>
                  <a:lnTo>
                    <a:pt x="277083" y="258929"/>
                  </a:lnTo>
                  <a:lnTo>
                    <a:pt x="274217" y="257496"/>
                  </a:lnTo>
                  <a:lnTo>
                    <a:pt x="271828" y="257018"/>
                  </a:lnTo>
                  <a:lnTo>
                    <a:pt x="269917" y="256063"/>
                  </a:lnTo>
                  <a:lnTo>
                    <a:pt x="268962" y="254630"/>
                  </a:lnTo>
                  <a:lnTo>
                    <a:pt x="267528" y="252241"/>
                  </a:lnTo>
                  <a:lnTo>
                    <a:pt x="267528" y="250330"/>
                  </a:lnTo>
                  <a:lnTo>
                    <a:pt x="267528" y="248419"/>
                  </a:lnTo>
                  <a:lnTo>
                    <a:pt x="268962" y="246508"/>
                  </a:lnTo>
                  <a:lnTo>
                    <a:pt x="273261" y="245075"/>
                  </a:lnTo>
                  <a:lnTo>
                    <a:pt x="273261" y="244597"/>
                  </a:lnTo>
                  <a:lnTo>
                    <a:pt x="269439" y="243164"/>
                  </a:lnTo>
                  <a:lnTo>
                    <a:pt x="268006" y="243164"/>
                  </a:lnTo>
                  <a:lnTo>
                    <a:pt x="266095" y="244597"/>
                  </a:lnTo>
                  <a:lnTo>
                    <a:pt x="264184" y="248419"/>
                  </a:lnTo>
                  <a:lnTo>
                    <a:pt x="263229" y="249375"/>
                  </a:lnTo>
                  <a:lnTo>
                    <a:pt x="259885" y="246986"/>
                  </a:lnTo>
                  <a:lnTo>
                    <a:pt x="257974" y="246986"/>
                  </a:lnTo>
                  <a:lnTo>
                    <a:pt x="256540" y="246031"/>
                  </a:lnTo>
                  <a:lnTo>
                    <a:pt x="255585" y="245075"/>
                  </a:lnTo>
                  <a:lnTo>
                    <a:pt x="256063" y="244120"/>
                  </a:lnTo>
                  <a:lnTo>
                    <a:pt x="257974" y="243164"/>
                  </a:lnTo>
                  <a:lnTo>
                    <a:pt x="260840" y="240298"/>
                  </a:lnTo>
                  <a:lnTo>
                    <a:pt x="260840" y="238387"/>
                  </a:lnTo>
                  <a:lnTo>
                    <a:pt x="258929" y="235998"/>
                  </a:lnTo>
                  <a:lnTo>
                    <a:pt x="257974" y="235521"/>
                  </a:lnTo>
                  <a:lnTo>
                    <a:pt x="253674" y="234565"/>
                  </a:lnTo>
                  <a:lnTo>
                    <a:pt x="248419" y="235521"/>
                  </a:lnTo>
                  <a:lnTo>
                    <a:pt x="246508" y="235043"/>
                  </a:lnTo>
                  <a:lnTo>
                    <a:pt x="245553" y="232176"/>
                  </a:lnTo>
                  <a:lnTo>
                    <a:pt x="245075" y="228355"/>
                  </a:lnTo>
                  <a:lnTo>
                    <a:pt x="244597" y="224533"/>
                  </a:lnTo>
                  <a:lnTo>
                    <a:pt x="243642" y="217367"/>
                  </a:lnTo>
                  <a:lnTo>
                    <a:pt x="242686" y="214023"/>
                  </a:lnTo>
                  <a:lnTo>
                    <a:pt x="241253" y="213545"/>
                  </a:lnTo>
                  <a:lnTo>
                    <a:pt x="235043" y="214978"/>
                  </a:lnTo>
                  <a:lnTo>
                    <a:pt x="233610" y="214978"/>
                  </a:lnTo>
                  <a:lnTo>
                    <a:pt x="232654" y="214500"/>
                  </a:lnTo>
                  <a:lnTo>
                    <a:pt x="228355" y="209723"/>
                  </a:lnTo>
                  <a:lnTo>
                    <a:pt x="226921" y="208290"/>
                  </a:lnTo>
                  <a:lnTo>
                    <a:pt x="225966" y="207812"/>
                  </a:lnTo>
                  <a:lnTo>
                    <a:pt x="223099" y="203035"/>
                  </a:lnTo>
                  <a:lnTo>
                    <a:pt x="221666" y="202080"/>
                  </a:lnTo>
                  <a:lnTo>
                    <a:pt x="220711" y="199213"/>
                  </a:lnTo>
                  <a:lnTo>
                    <a:pt x="218800" y="195391"/>
                  </a:lnTo>
                  <a:lnTo>
                    <a:pt x="217367" y="194436"/>
                  </a:lnTo>
                  <a:lnTo>
                    <a:pt x="215456" y="195869"/>
                  </a:lnTo>
                  <a:lnTo>
                    <a:pt x="213545" y="197780"/>
                  </a:lnTo>
                  <a:lnTo>
                    <a:pt x="211634" y="200646"/>
                  </a:lnTo>
                  <a:lnTo>
                    <a:pt x="210679" y="203513"/>
                  </a:lnTo>
                  <a:lnTo>
                    <a:pt x="210679" y="205424"/>
                  </a:lnTo>
                  <a:lnTo>
                    <a:pt x="211634" y="206857"/>
                  </a:lnTo>
                  <a:lnTo>
                    <a:pt x="218322" y="209245"/>
                  </a:lnTo>
                  <a:lnTo>
                    <a:pt x="219756" y="211156"/>
                  </a:lnTo>
                  <a:lnTo>
                    <a:pt x="221189" y="214023"/>
                  </a:lnTo>
                  <a:lnTo>
                    <a:pt x="222144" y="217367"/>
                  </a:lnTo>
                  <a:lnTo>
                    <a:pt x="223099" y="221189"/>
                  </a:lnTo>
                  <a:lnTo>
                    <a:pt x="223099" y="224055"/>
                  </a:lnTo>
                  <a:lnTo>
                    <a:pt x="222144" y="225966"/>
                  </a:lnTo>
                  <a:lnTo>
                    <a:pt x="220711" y="227877"/>
                  </a:lnTo>
                  <a:lnTo>
                    <a:pt x="216889" y="230743"/>
                  </a:lnTo>
                  <a:lnTo>
                    <a:pt x="212590" y="232176"/>
                  </a:lnTo>
                  <a:lnTo>
                    <a:pt x="208290" y="232654"/>
                  </a:lnTo>
                  <a:lnTo>
                    <a:pt x="206379" y="232176"/>
                  </a:lnTo>
                  <a:lnTo>
                    <a:pt x="195391" y="226921"/>
                  </a:lnTo>
                  <a:lnTo>
                    <a:pt x="193480" y="226921"/>
                  </a:lnTo>
                  <a:lnTo>
                    <a:pt x="191092" y="225966"/>
                  </a:lnTo>
                  <a:lnTo>
                    <a:pt x="185359" y="224055"/>
                  </a:lnTo>
                  <a:lnTo>
                    <a:pt x="182492" y="223577"/>
                  </a:lnTo>
                  <a:lnTo>
                    <a:pt x="176760" y="222144"/>
                  </a:lnTo>
                  <a:lnTo>
                    <a:pt x="167683" y="220711"/>
                  </a:lnTo>
                  <a:lnTo>
                    <a:pt x="165772" y="221666"/>
                  </a:lnTo>
                  <a:lnTo>
                    <a:pt x="168161" y="224055"/>
                  </a:lnTo>
                  <a:lnTo>
                    <a:pt x="170549" y="225488"/>
                  </a:lnTo>
                  <a:lnTo>
                    <a:pt x="172460" y="225488"/>
                  </a:lnTo>
                  <a:lnTo>
                    <a:pt x="174849" y="227877"/>
                  </a:lnTo>
                  <a:lnTo>
                    <a:pt x="178193" y="232176"/>
                  </a:lnTo>
                  <a:lnTo>
                    <a:pt x="180104" y="234565"/>
                  </a:lnTo>
                  <a:lnTo>
                    <a:pt x="182015" y="237909"/>
                  </a:lnTo>
                  <a:lnTo>
                    <a:pt x="182015" y="238865"/>
                  </a:lnTo>
                  <a:lnTo>
                    <a:pt x="180582" y="240776"/>
                  </a:lnTo>
                  <a:lnTo>
                    <a:pt x="167683" y="229788"/>
                  </a:lnTo>
                  <a:lnTo>
                    <a:pt x="160039" y="233610"/>
                  </a:lnTo>
                  <a:lnTo>
                    <a:pt x="156217" y="235043"/>
                  </a:lnTo>
                  <a:lnTo>
                    <a:pt x="153351" y="235521"/>
                  </a:lnTo>
                  <a:lnTo>
                    <a:pt x="149529" y="234087"/>
                  </a:lnTo>
                  <a:lnTo>
                    <a:pt x="140452" y="228355"/>
                  </a:lnTo>
                  <a:lnTo>
                    <a:pt x="137586" y="226444"/>
                  </a:lnTo>
                  <a:lnTo>
                    <a:pt x="136153" y="226444"/>
                  </a:lnTo>
                  <a:lnTo>
                    <a:pt x="128509" y="228832"/>
                  </a:lnTo>
                  <a:lnTo>
                    <a:pt x="122299" y="228832"/>
                  </a:lnTo>
                  <a:lnTo>
                    <a:pt x="108922" y="226444"/>
                  </a:lnTo>
                  <a:lnTo>
                    <a:pt x="104145" y="225010"/>
                  </a:lnTo>
                  <a:lnTo>
                    <a:pt x="102712" y="223577"/>
                  </a:lnTo>
                  <a:lnTo>
                    <a:pt x="101278" y="222622"/>
                  </a:lnTo>
                  <a:lnTo>
                    <a:pt x="98412" y="222622"/>
                  </a:lnTo>
                  <a:lnTo>
                    <a:pt x="90769" y="220711"/>
                  </a:lnTo>
                  <a:lnTo>
                    <a:pt x="84080" y="225010"/>
                  </a:lnTo>
                  <a:lnTo>
                    <a:pt x="75959" y="221189"/>
                  </a:lnTo>
                  <a:lnTo>
                    <a:pt x="73093" y="218800"/>
                  </a:lnTo>
                  <a:lnTo>
                    <a:pt x="72615" y="217367"/>
                  </a:lnTo>
                  <a:lnTo>
                    <a:pt x="70226" y="211156"/>
                  </a:lnTo>
                  <a:lnTo>
                    <a:pt x="69748" y="207812"/>
                  </a:lnTo>
                  <a:lnTo>
                    <a:pt x="70226" y="204946"/>
                  </a:lnTo>
                  <a:lnTo>
                    <a:pt x="71182" y="203035"/>
                  </a:lnTo>
                  <a:lnTo>
                    <a:pt x="71659" y="201602"/>
                  </a:lnTo>
                  <a:lnTo>
                    <a:pt x="67360" y="205424"/>
                  </a:lnTo>
                  <a:lnTo>
                    <a:pt x="65449" y="205901"/>
                  </a:lnTo>
                  <a:lnTo>
                    <a:pt x="63538" y="205901"/>
                  </a:lnTo>
                  <a:lnTo>
                    <a:pt x="57328" y="204468"/>
                  </a:lnTo>
                  <a:lnTo>
                    <a:pt x="56372" y="205424"/>
                  </a:lnTo>
                  <a:lnTo>
                    <a:pt x="56850" y="206379"/>
                  </a:lnTo>
                  <a:lnTo>
                    <a:pt x="58283" y="208290"/>
                  </a:lnTo>
                  <a:lnTo>
                    <a:pt x="58761" y="209245"/>
                  </a:lnTo>
                  <a:lnTo>
                    <a:pt x="54939" y="210201"/>
                  </a:lnTo>
                  <a:lnTo>
                    <a:pt x="49684" y="209245"/>
                  </a:lnTo>
                  <a:lnTo>
                    <a:pt x="47773" y="209723"/>
                  </a:lnTo>
                  <a:lnTo>
                    <a:pt x="46340" y="210201"/>
                  </a:lnTo>
                  <a:lnTo>
                    <a:pt x="43951" y="213067"/>
                  </a:lnTo>
                  <a:lnTo>
                    <a:pt x="42996" y="213545"/>
                  </a:lnTo>
                  <a:lnTo>
                    <a:pt x="42040" y="213545"/>
                  </a:lnTo>
                  <a:lnTo>
                    <a:pt x="36307" y="206857"/>
                  </a:lnTo>
                  <a:lnTo>
                    <a:pt x="32008" y="203035"/>
                  </a:lnTo>
                  <a:lnTo>
                    <a:pt x="26753" y="201602"/>
                  </a:lnTo>
                  <a:lnTo>
                    <a:pt x="24364" y="200169"/>
                  </a:lnTo>
                  <a:lnTo>
                    <a:pt x="22931" y="198735"/>
                  </a:lnTo>
                  <a:lnTo>
                    <a:pt x="15765" y="185837"/>
                  </a:lnTo>
                  <a:lnTo>
                    <a:pt x="14809" y="182970"/>
                  </a:lnTo>
                  <a:lnTo>
                    <a:pt x="12898" y="172460"/>
                  </a:lnTo>
                  <a:lnTo>
                    <a:pt x="11943" y="170549"/>
                  </a:lnTo>
                  <a:lnTo>
                    <a:pt x="10988" y="169116"/>
                  </a:lnTo>
                  <a:lnTo>
                    <a:pt x="12898" y="168638"/>
                  </a:lnTo>
                  <a:lnTo>
                    <a:pt x="19587" y="170072"/>
                  </a:lnTo>
                  <a:lnTo>
                    <a:pt x="26275" y="169594"/>
                  </a:lnTo>
                  <a:lnTo>
                    <a:pt x="29619" y="170549"/>
                  </a:lnTo>
                  <a:lnTo>
                    <a:pt x="33919" y="173416"/>
                  </a:lnTo>
                  <a:lnTo>
                    <a:pt x="39174" y="174849"/>
                  </a:lnTo>
                  <a:lnTo>
                    <a:pt x="42996" y="175327"/>
                  </a:lnTo>
                  <a:lnTo>
                    <a:pt x="49206" y="174849"/>
                  </a:lnTo>
                  <a:lnTo>
                    <a:pt x="56372" y="172938"/>
                  </a:lnTo>
                  <a:lnTo>
                    <a:pt x="56850" y="171505"/>
                  </a:lnTo>
                  <a:lnTo>
                    <a:pt x="52550" y="169594"/>
                  </a:lnTo>
                  <a:lnTo>
                    <a:pt x="48251" y="166250"/>
                  </a:lnTo>
                  <a:lnTo>
                    <a:pt x="44906" y="162428"/>
                  </a:lnTo>
                  <a:lnTo>
                    <a:pt x="42518" y="160517"/>
                  </a:lnTo>
                  <a:lnTo>
                    <a:pt x="38696" y="159562"/>
                  </a:lnTo>
                  <a:lnTo>
                    <a:pt x="28186" y="158606"/>
                  </a:lnTo>
                  <a:lnTo>
                    <a:pt x="18631" y="156217"/>
                  </a:lnTo>
                  <a:lnTo>
                    <a:pt x="11943" y="152396"/>
                  </a:lnTo>
                  <a:lnTo>
                    <a:pt x="6210" y="148574"/>
                  </a:lnTo>
                  <a:lnTo>
                    <a:pt x="4299" y="146185"/>
                  </a:lnTo>
                  <a:lnTo>
                    <a:pt x="3344" y="144274"/>
                  </a:lnTo>
                  <a:lnTo>
                    <a:pt x="2389" y="139019"/>
                  </a:lnTo>
                  <a:lnTo>
                    <a:pt x="1433" y="129942"/>
                  </a:lnTo>
                  <a:lnTo>
                    <a:pt x="955" y="123732"/>
                  </a:lnTo>
                  <a:lnTo>
                    <a:pt x="0" y="120865"/>
                  </a:lnTo>
                  <a:lnTo>
                    <a:pt x="0" y="117999"/>
                  </a:lnTo>
                  <a:lnTo>
                    <a:pt x="1433" y="112266"/>
                  </a:lnTo>
                  <a:lnTo>
                    <a:pt x="7166" y="105578"/>
                  </a:lnTo>
                  <a:lnTo>
                    <a:pt x="7166" y="104623"/>
                  </a:lnTo>
                  <a:lnTo>
                    <a:pt x="6210" y="104623"/>
                  </a:lnTo>
                  <a:lnTo>
                    <a:pt x="3822" y="102712"/>
                  </a:lnTo>
                  <a:lnTo>
                    <a:pt x="3344" y="100323"/>
                  </a:lnTo>
                  <a:lnTo>
                    <a:pt x="2866" y="96501"/>
                  </a:lnTo>
                  <a:lnTo>
                    <a:pt x="2866" y="93157"/>
                  </a:lnTo>
                  <a:lnTo>
                    <a:pt x="2866" y="90291"/>
                  </a:lnTo>
                  <a:lnTo>
                    <a:pt x="3822" y="86947"/>
                  </a:lnTo>
                  <a:lnTo>
                    <a:pt x="6210" y="81214"/>
                  </a:lnTo>
                  <a:lnTo>
                    <a:pt x="9555" y="73570"/>
                  </a:lnTo>
                  <a:lnTo>
                    <a:pt x="12898" y="66882"/>
                  </a:lnTo>
                  <a:lnTo>
                    <a:pt x="13854" y="64493"/>
                  </a:lnTo>
                  <a:lnTo>
                    <a:pt x="13854" y="58283"/>
                  </a:lnTo>
                  <a:lnTo>
                    <a:pt x="14332" y="53506"/>
                  </a:lnTo>
                  <a:lnTo>
                    <a:pt x="14809" y="50162"/>
                  </a:lnTo>
                  <a:lnTo>
                    <a:pt x="15765" y="47773"/>
                  </a:lnTo>
                  <a:lnTo>
                    <a:pt x="17676" y="42996"/>
                  </a:lnTo>
                  <a:lnTo>
                    <a:pt x="20542" y="38696"/>
                  </a:lnTo>
                  <a:lnTo>
                    <a:pt x="24842" y="34874"/>
                  </a:lnTo>
                  <a:lnTo>
                    <a:pt x="25320" y="33441"/>
                  </a:lnTo>
                  <a:lnTo>
                    <a:pt x="25320" y="31530"/>
                  </a:lnTo>
                  <a:lnTo>
                    <a:pt x="25797" y="30097"/>
                  </a:lnTo>
                  <a:lnTo>
                    <a:pt x="25797" y="29141"/>
                  </a:lnTo>
                  <a:lnTo>
                    <a:pt x="36785" y="16721"/>
                  </a:lnTo>
                  <a:lnTo>
                    <a:pt x="41562" y="11943"/>
                  </a:lnTo>
                  <a:lnTo>
                    <a:pt x="45384" y="8599"/>
                  </a:lnTo>
                  <a:lnTo>
                    <a:pt x="50639" y="6210"/>
                  </a:lnTo>
                  <a:lnTo>
                    <a:pt x="64493" y="1433"/>
                  </a:lnTo>
                  <a:lnTo>
                    <a:pt x="71659" y="0"/>
                  </a:lnTo>
                  <a:lnTo>
                    <a:pt x="80736" y="478"/>
                  </a:lnTo>
                  <a:lnTo>
                    <a:pt x="97457" y="2866"/>
                  </a:lnTo>
                  <a:lnTo>
                    <a:pt x="99368" y="4777"/>
                  </a:lnTo>
                  <a:lnTo>
                    <a:pt x="99845" y="6210"/>
                  </a:lnTo>
                  <a:lnTo>
                    <a:pt x="100323" y="8599"/>
                  </a:lnTo>
                  <a:lnTo>
                    <a:pt x="99845" y="10510"/>
                  </a:lnTo>
                  <a:lnTo>
                    <a:pt x="95546" y="16243"/>
                  </a:lnTo>
                  <a:lnTo>
                    <a:pt x="89813" y="21498"/>
                  </a:lnTo>
                  <a:lnTo>
                    <a:pt x="85991" y="25320"/>
                  </a:lnTo>
                  <a:lnTo>
                    <a:pt x="79781" y="34874"/>
                  </a:lnTo>
                  <a:lnTo>
                    <a:pt x="77870" y="38218"/>
                  </a:lnTo>
                  <a:lnTo>
                    <a:pt x="70226" y="56850"/>
                  </a:lnTo>
                  <a:lnTo>
                    <a:pt x="68315" y="60194"/>
                  </a:lnTo>
                  <a:lnTo>
                    <a:pt x="67360" y="62582"/>
                  </a:lnTo>
                  <a:lnTo>
                    <a:pt x="66404" y="69271"/>
                  </a:lnTo>
                  <a:lnTo>
                    <a:pt x="66404" y="71659"/>
                  </a:lnTo>
                  <a:lnTo>
                    <a:pt x="67837" y="75481"/>
                  </a:lnTo>
                  <a:lnTo>
                    <a:pt x="72137" y="83603"/>
                  </a:lnTo>
                  <a:lnTo>
                    <a:pt x="73093" y="87424"/>
                  </a:lnTo>
                  <a:lnTo>
                    <a:pt x="73093" y="91246"/>
                  </a:lnTo>
                  <a:lnTo>
                    <a:pt x="72615" y="99368"/>
                  </a:lnTo>
                  <a:lnTo>
                    <a:pt x="72615" y="103667"/>
                  </a:lnTo>
                  <a:lnTo>
                    <a:pt x="73093" y="107967"/>
                  </a:lnTo>
                  <a:lnTo>
                    <a:pt x="73570" y="113700"/>
                  </a:lnTo>
                  <a:lnTo>
                    <a:pt x="75481" y="120865"/>
                  </a:lnTo>
                  <a:lnTo>
                    <a:pt x="78825" y="128509"/>
                  </a:lnTo>
                  <a:lnTo>
                    <a:pt x="84558" y="136153"/>
                  </a:lnTo>
                  <a:lnTo>
                    <a:pt x="88858" y="140930"/>
                  </a:lnTo>
                  <a:lnTo>
                    <a:pt x="93157" y="144752"/>
                  </a:lnTo>
                  <a:lnTo>
                    <a:pt x="97935" y="150007"/>
                  </a:lnTo>
                  <a:lnTo>
                    <a:pt x="98890" y="152396"/>
                  </a:lnTo>
                  <a:lnTo>
                    <a:pt x="96979" y="155262"/>
                  </a:lnTo>
                  <a:lnTo>
                    <a:pt x="91246" y="159562"/>
                  </a:lnTo>
                  <a:lnTo>
                    <a:pt x="84558" y="161473"/>
                  </a:lnTo>
                  <a:lnTo>
                    <a:pt x="80736" y="163383"/>
                  </a:lnTo>
                  <a:lnTo>
                    <a:pt x="75959" y="167205"/>
                  </a:lnTo>
                  <a:lnTo>
                    <a:pt x="70226" y="170072"/>
                  </a:lnTo>
                  <a:lnTo>
                    <a:pt x="67837" y="171505"/>
                  </a:lnTo>
                  <a:lnTo>
                    <a:pt x="68793" y="172938"/>
                  </a:lnTo>
                  <a:lnTo>
                    <a:pt x="73093" y="171505"/>
                  </a:lnTo>
                  <a:lnTo>
                    <a:pt x="76914" y="169594"/>
                  </a:lnTo>
                  <a:lnTo>
                    <a:pt x="83125" y="165294"/>
                  </a:lnTo>
                  <a:lnTo>
                    <a:pt x="86469" y="163861"/>
                  </a:lnTo>
                  <a:lnTo>
                    <a:pt x="97457" y="163861"/>
                  </a:lnTo>
                  <a:lnTo>
                    <a:pt x="99368" y="164817"/>
                  </a:lnTo>
                  <a:lnTo>
                    <a:pt x="98412" y="167205"/>
                  </a:lnTo>
                  <a:lnTo>
                    <a:pt x="97935" y="167683"/>
                  </a:lnTo>
                  <a:lnTo>
                    <a:pt x="98412" y="169116"/>
                  </a:lnTo>
                  <a:lnTo>
                    <a:pt x="99845" y="170549"/>
                  </a:lnTo>
                  <a:lnTo>
                    <a:pt x="102234" y="171983"/>
                  </a:lnTo>
                  <a:lnTo>
                    <a:pt x="103189" y="170549"/>
                  </a:lnTo>
                  <a:lnTo>
                    <a:pt x="103667" y="167205"/>
                  </a:lnTo>
                  <a:lnTo>
                    <a:pt x="105100" y="151918"/>
                  </a:lnTo>
                  <a:lnTo>
                    <a:pt x="106056" y="147618"/>
                  </a:lnTo>
                  <a:lnTo>
                    <a:pt x="106056" y="143319"/>
                  </a:lnTo>
                  <a:lnTo>
                    <a:pt x="106056" y="139019"/>
                  </a:lnTo>
                  <a:lnTo>
                    <a:pt x="105578" y="136631"/>
                  </a:lnTo>
                  <a:lnTo>
                    <a:pt x="102712" y="134720"/>
                  </a:lnTo>
                  <a:lnTo>
                    <a:pt x="98890" y="135197"/>
                  </a:lnTo>
                  <a:lnTo>
                    <a:pt x="96979" y="134720"/>
                  </a:lnTo>
                  <a:lnTo>
                    <a:pt x="94590" y="133764"/>
                  </a:lnTo>
                  <a:lnTo>
                    <a:pt x="92679" y="132809"/>
                  </a:lnTo>
                  <a:lnTo>
                    <a:pt x="91724" y="130898"/>
                  </a:lnTo>
                  <a:lnTo>
                    <a:pt x="89335" y="125643"/>
                  </a:lnTo>
                  <a:lnTo>
                    <a:pt x="87424" y="122776"/>
                  </a:lnTo>
                  <a:lnTo>
                    <a:pt x="83603" y="117521"/>
                  </a:lnTo>
                  <a:lnTo>
                    <a:pt x="81214" y="115610"/>
                  </a:lnTo>
                  <a:lnTo>
                    <a:pt x="82647" y="113700"/>
                  </a:lnTo>
                  <a:lnTo>
                    <a:pt x="86469" y="111311"/>
                  </a:lnTo>
                  <a:lnTo>
                    <a:pt x="88858" y="108922"/>
                  </a:lnTo>
                  <a:lnTo>
                    <a:pt x="91246" y="102234"/>
                  </a:lnTo>
                  <a:lnTo>
                    <a:pt x="93157" y="101279"/>
                  </a:lnTo>
                  <a:lnTo>
                    <a:pt x="98890" y="102234"/>
                  </a:lnTo>
                  <a:lnTo>
                    <a:pt x="107489" y="107489"/>
                  </a:lnTo>
                  <a:lnTo>
                    <a:pt x="112266" y="111789"/>
                  </a:lnTo>
                  <a:lnTo>
                    <a:pt x="113700" y="112266"/>
                  </a:lnTo>
                  <a:lnTo>
                    <a:pt x="113700" y="111311"/>
                  </a:lnTo>
                  <a:lnTo>
                    <a:pt x="112266" y="109400"/>
                  </a:lnTo>
                  <a:lnTo>
                    <a:pt x="106534" y="103667"/>
                  </a:lnTo>
                  <a:lnTo>
                    <a:pt x="103667" y="99845"/>
                  </a:lnTo>
                  <a:lnTo>
                    <a:pt x="102712" y="96979"/>
                  </a:lnTo>
                  <a:lnTo>
                    <a:pt x="103189" y="95546"/>
                  </a:lnTo>
                  <a:lnTo>
                    <a:pt x="106534" y="94113"/>
                  </a:lnTo>
                  <a:lnTo>
                    <a:pt x="107011" y="92679"/>
                  </a:lnTo>
                  <a:lnTo>
                    <a:pt x="102712" y="90769"/>
                  </a:lnTo>
                  <a:lnTo>
                    <a:pt x="100323" y="90769"/>
                  </a:lnTo>
                  <a:lnTo>
                    <a:pt x="98412" y="92202"/>
                  </a:lnTo>
                  <a:lnTo>
                    <a:pt x="96501" y="92202"/>
                  </a:lnTo>
                  <a:lnTo>
                    <a:pt x="92679" y="89813"/>
                  </a:lnTo>
                  <a:lnTo>
                    <a:pt x="91724" y="88380"/>
                  </a:lnTo>
                  <a:lnTo>
                    <a:pt x="89813" y="84558"/>
                  </a:lnTo>
                  <a:lnTo>
                    <a:pt x="88380" y="81214"/>
                  </a:lnTo>
                  <a:lnTo>
                    <a:pt x="87424" y="78825"/>
                  </a:lnTo>
                  <a:lnTo>
                    <a:pt x="86947" y="76914"/>
                  </a:lnTo>
                  <a:lnTo>
                    <a:pt x="86469" y="71659"/>
                  </a:lnTo>
                  <a:lnTo>
                    <a:pt x="86469" y="68315"/>
                  </a:lnTo>
                  <a:lnTo>
                    <a:pt x="87424" y="65927"/>
                  </a:lnTo>
                  <a:lnTo>
                    <a:pt x="87902" y="63538"/>
                  </a:lnTo>
                  <a:lnTo>
                    <a:pt x="90291" y="59238"/>
                  </a:lnTo>
                  <a:lnTo>
                    <a:pt x="91724" y="57805"/>
                  </a:lnTo>
                  <a:lnTo>
                    <a:pt x="94112" y="57328"/>
                  </a:lnTo>
                  <a:lnTo>
                    <a:pt x="99845" y="59238"/>
                  </a:lnTo>
                  <a:lnTo>
                    <a:pt x="114177" y="66882"/>
                  </a:lnTo>
                  <a:lnTo>
                    <a:pt x="113700" y="64493"/>
                  </a:lnTo>
                  <a:lnTo>
                    <a:pt x="97457" y="54461"/>
                  </a:lnTo>
                  <a:lnTo>
                    <a:pt x="91724" y="51595"/>
                  </a:lnTo>
                  <a:lnTo>
                    <a:pt x="90291" y="47773"/>
                  </a:lnTo>
                  <a:lnTo>
                    <a:pt x="98890" y="33441"/>
                  </a:lnTo>
                  <a:lnTo>
                    <a:pt x="107011" y="30097"/>
                  </a:lnTo>
                  <a:lnTo>
                    <a:pt x="111311" y="25797"/>
                  </a:lnTo>
                  <a:lnTo>
                    <a:pt x="117521" y="25320"/>
                  </a:lnTo>
                  <a:lnTo>
                    <a:pt x="123732" y="28186"/>
                  </a:lnTo>
                  <a:lnTo>
                    <a:pt x="123732" y="27708"/>
                  </a:lnTo>
                  <a:lnTo>
                    <a:pt x="120865" y="22453"/>
                  </a:lnTo>
                  <a:lnTo>
                    <a:pt x="121343" y="21020"/>
                  </a:lnTo>
                  <a:lnTo>
                    <a:pt x="124687" y="18154"/>
                  </a:lnTo>
                  <a:lnTo>
                    <a:pt x="130898" y="14332"/>
                  </a:lnTo>
                  <a:lnTo>
                    <a:pt x="138542" y="11465"/>
                  </a:lnTo>
                  <a:lnTo>
                    <a:pt x="140452" y="10032"/>
                  </a:lnTo>
                  <a:lnTo>
                    <a:pt x="142363" y="9077"/>
                  </a:lnTo>
                  <a:lnTo>
                    <a:pt x="145707" y="8121"/>
                  </a:lnTo>
                  <a:lnTo>
                    <a:pt x="154784" y="7644"/>
                  </a:lnTo>
                  <a:lnTo>
                    <a:pt x="160039" y="8121"/>
                  </a:lnTo>
                  <a:lnTo>
                    <a:pt x="166727" y="10510"/>
                  </a:lnTo>
                  <a:lnTo>
                    <a:pt x="170549" y="14332"/>
                  </a:lnTo>
                  <a:lnTo>
                    <a:pt x="171983" y="16721"/>
                  </a:lnTo>
                  <a:lnTo>
                    <a:pt x="173893" y="24364"/>
                  </a:lnTo>
                  <a:lnTo>
                    <a:pt x="175804" y="34874"/>
                  </a:lnTo>
                  <a:lnTo>
                    <a:pt x="178193" y="39174"/>
                  </a:lnTo>
                  <a:lnTo>
                    <a:pt x="182492" y="41562"/>
                  </a:lnTo>
                  <a:lnTo>
                    <a:pt x="184881" y="43951"/>
                  </a:lnTo>
                  <a:lnTo>
                    <a:pt x="186792" y="46817"/>
                  </a:lnTo>
                  <a:lnTo>
                    <a:pt x="187270" y="50639"/>
                  </a:lnTo>
                  <a:lnTo>
                    <a:pt x="186314" y="54461"/>
                  </a:lnTo>
                  <a:lnTo>
                    <a:pt x="186792" y="59238"/>
                  </a:lnTo>
                  <a:lnTo>
                    <a:pt x="188703" y="63538"/>
                  </a:lnTo>
                  <a:lnTo>
                    <a:pt x="190136" y="65927"/>
                  </a:lnTo>
                  <a:lnTo>
                    <a:pt x="193003" y="68793"/>
                  </a:lnTo>
                  <a:lnTo>
                    <a:pt x="193003" y="70226"/>
                  </a:lnTo>
                  <a:lnTo>
                    <a:pt x="192047" y="72137"/>
                  </a:lnTo>
                  <a:lnTo>
                    <a:pt x="190136" y="74526"/>
                  </a:lnTo>
                  <a:lnTo>
                    <a:pt x="185359" y="81692"/>
                  </a:lnTo>
                  <a:lnTo>
                    <a:pt x="178671" y="89813"/>
                  </a:lnTo>
                  <a:lnTo>
                    <a:pt x="174371" y="96501"/>
                  </a:lnTo>
                  <a:lnTo>
                    <a:pt x="173893" y="98412"/>
                  </a:lnTo>
                  <a:lnTo>
                    <a:pt x="183448" y="87902"/>
                  </a:lnTo>
                  <a:lnTo>
                    <a:pt x="186314" y="87902"/>
                  </a:lnTo>
                  <a:lnTo>
                    <a:pt x="186792" y="89813"/>
                  </a:lnTo>
                  <a:lnTo>
                    <a:pt x="184881" y="95068"/>
                  </a:lnTo>
                  <a:lnTo>
                    <a:pt x="182492" y="99368"/>
                  </a:lnTo>
                  <a:lnTo>
                    <a:pt x="180104" y="102712"/>
                  </a:lnTo>
                  <a:lnTo>
                    <a:pt x="180582" y="103667"/>
                  </a:lnTo>
                  <a:lnTo>
                    <a:pt x="184881" y="108922"/>
                  </a:lnTo>
                  <a:lnTo>
                    <a:pt x="183926" y="109878"/>
                  </a:lnTo>
                  <a:lnTo>
                    <a:pt x="182015" y="109400"/>
                  </a:lnTo>
                  <a:lnTo>
                    <a:pt x="181059" y="109878"/>
                  </a:lnTo>
                  <a:lnTo>
                    <a:pt x="180582" y="110833"/>
                  </a:lnTo>
                  <a:lnTo>
                    <a:pt x="180104" y="112266"/>
                  </a:lnTo>
                  <a:lnTo>
                    <a:pt x="180104" y="114177"/>
                  </a:lnTo>
                  <a:lnTo>
                    <a:pt x="180104" y="116566"/>
                  </a:lnTo>
                  <a:lnTo>
                    <a:pt x="180104" y="118477"/>
                  </a:lnTo>
                  <a:lnTo>
                    <a:pt x="179626" y="119910"/>
                  </a:lnTo>
                  <a:lnTo>
                    <a:pt x="180104" y="120388"/>
                  </a:lnTo>
                  <a:lnTo>
                    <a:pt x="181537" y="120388"/>
                  </a:lnTo>
                  <a:lnTo>
                    <a:pt x="182970" y="118955"/>
                  </a:lnTo>
                  <a:lnTo>
                    <a:pt x="184881" y="115610"/>
                  </a:lnTo>
                  <a:lnTo>
                    <a:pt x="191092" y="106056"/>
                  </a:lnTo>
                  <a:lnTo>
                    <a:pt x="194914" y="102712"/>
                  </a:lnTo>
                  <a:lnTo>
                    <a:pt x="196347" y="102234"/>
                  </a:lnTo>
                  <a:lnTo>
                    <a:pt x="200168" y="104623"/>
                  </a:lnTo>
                  <a:lnTo>
                    <a:pt x="201124" y="104623"/>
                  </a:lnTo>
                  <a:lnTo>
                    <a:pt x="196824" y="96979"/>
                  </a:lnTo>
                  <a:lnTo>
                    <a:pt x="196347" y="95068"/>
                  </a:lnTo>
                  <a:lnTo>
                    <a:pt x="197302" y="92679"/>
                  </a:lnTo>
                  <a:lnTo>
                    <a:pt x="197780" y="91724"/>
                  </a:lnTo>
                  <a:lnTo>
                    <a:pt x="200168" y="89335"/>
                  </a:lnTo>
                  <a:lnTo>
                    <a:pt x="202079" y="88380"/>
                  </a:lnTo>
                  <a:lnTo>
                    <a:pt x="203035" y="88858"/>
                  </a:lnTo>
                  <a:lnTo>
                    <a:pt x="204946" y="92679"/>
                  </a:lnTo>
                  <a:lnTo>
                    <a:pt x="205424" y="95068"/>
                  </a:lnTo>
                  <a:lnTo>
                    <a:pt x="206857" y="96501"/>
                  </a:lnTo>
                  <a:lnTo>
                    <a:pt x="210201" y="95068"/>
                  </a:lnTo>
                  <a:lnTo>
                    <a:pt x="212112" y="91724"/>
                  </a:lnTo>
                  <a:lnTo>
                    <a:pt x="214500" y="93635"/>
                  </a:lnTo>
                  <a:lnTo>
                    <a:pt x="218322" y="98890"/>
                  </a:lnTo>
                  <a:lnTo>
                    <a:pt x="218322" y="103667"/>
                  </a:lnTo>
                  <a:lnTo>
                    <a:pt x="218322" y="108922"/>
                  </a:lnTo>
                  <a:lnTo>
                    <a:pt x="218322" y="112266"/>
                  </a:lnTo>
                  <a:lnTo>
                    <a:pt x="223099" y="118955"/>
                  </a:lnTo>
                  <a:lnTo>
                    <a:pt x="225966" y="121821"/>
                  </a:lnTo>
                  <a:lnTo>
                    <a:pt x="226921" y="121821"/>
                  </a:lnTo>
                  <a:lnTo>
                    <a:pt x="226444" y="120865"/>
                  </a:lnTo>
                  <a:lnTo>
                    <a:pt x="225966" y="118955"/>
                  </a:lnTo>
                  <a:lnTo>
                    <a:pt x="224055" y="116566"/>
                  </a:lnTo>
                  <a:lnTo>
                    <a:pt x="222622" y="113222"/>
                  </a:lnTo>
                  <a:lnTo>
                    <a:pt x="221189" y="108922"/>
                  </a:lnTo>
                  <a:lnTo>
                    <a:pt x="222144" y="99368"/>
                  </a:lnTo>
                  <a:lnTo>
                    <a:pt x="224533" y="94113"/>
                  </a:lnTo>
                  <a:lnTo>
                    <a:pt x="226921" y="95546"/>
                  </a:lnTo>
                  <a:lnTo>
                    <a:pt x="229788" y="98412"/>
                  </a:lnTo>
                  <a:lnTo>
                    <a:pt x="232176" y="98890"/>
                  </a:lnTo>
                  <a:lnTo>
                    <a:pt x="235998" y="98412"/>
                  </a:lnTo>
                  <a:lnTo>
                    <a:pt x="243642" y="104623"/>
                  </a:lnTo>
                  <a:lnTo>
                    <a:pt x="247941" y="104623"/>
                  </a:lnTo>
                  <a:lnTo>
                    <a:pt x="247464" y="102234"/>
                  </a:lnTo>
                  <a:lnTo>
                    <a:pt x="244597" y="100801"/>
                  </a:lnTo>
                  <a:lnTo>
                    <a:pt x="239820" y="97457"/>
                  </a:lnTo>
                  <a:lnTo>
                    <a:pt x="232654" y="93635"/>
                  </a:lnTo>
                  <a:lnTo>
                    <a:pt x="229310" y="88858"/>
                  </a:lnTo>
                  <a:lnTo>
                    <a:pt x="228832" y="86947"/>
                  </a:lnTo>
                  <a:lnTo>
                    <a:pt x="228832" y="84558"/>
                  </a:lnTo>
                  <a:lnTo>
                    <a:pt x="229310" y="82647"/>
                  </a:lnTo>
                  <a:lnTo>
                    <a:pt x="229788" y="80736"/>
                  </a:lnTo>
                  <a:lnTo>
                    <a:pt x="231221" y="79303"/>
                  </a:lnTo>
                  <a:lnTo>
                    <a:pt x="238387" y="73570"/>
                  </a:lnTo>
                  <a:lnTo>
                    <a:pt x="243164" y="71659"/>
                  </a:lnTo>
                  <a:lnTo>
                    <a:pt x="246986" y="70704"/>
                  </a:lnTo>
                  <a:lnTo>
                    <a:pt x="253197" y="70704"/>
                  </a:lnTo>
                  <a:lnTo>
                    <a:pt x="260363" y="71659"/>
                  </a:lnTo>
                  <a:lnTo>
                    <a:pt x="264184" y="73570"/>
                  </a:lnTo>
                  <a:lnTo>
                    <a:pt x="268484" y="76914"/>
                  </a:lnTo>
                  <a:lnTo>
                    <a:pt x="274217" y="80736"/>
                  </a:lnTo>
                  <a:lnTo>
                    <a:pt x="276128" y="81692"/>
                  </a:lnTo>
                  <a:lnTo>
                    <a:pt x="278516" y="81214"/>
                  </a:lnTo>
                  <a:lnTo>
                    <a:pt x="281382" y="80736"/>
                  </a:lnTo>
                  <a:lnTo>
                    <a:pt x="283771" y="80736"/>
                  </a:lnTo>
                  <a:lnTo>
                    <a:pt x="291893" y="86469"/>
                  </a:lnTo>
                  <a:lnTo>
                    <a:pt x="294281" y="89335"/>
                  </a:lnTo>
                  <a:lnTo>
                    <a:pt x="295237" y="92679"/>
                  </a:lnTo>
                  <a:lnTo>
                    <a:pt x="296192" y="96024"/>
                  </a:lnTo>
                  <a:lnTo>
                    <a:pt x="297147" y="98890"/>
                  </a:lnTo>
                  <a:lnTo>
                    <a:pt x="296670" y="101756"/>
                  </a:lnTo>
                  <a:lnTo>
                    <a:pt x="289982" y="112744"/>
                  </a:lnTo>
                  <a:lnTo>
                    <a:pt x="287115" y="114655"/>
                  </a:lnTo>
                  <a:lnTo>
                    <a:pt x="285204" y="118477"/>
                  </a:lnTo>
                  <a:lnTo>
                    <a:pt x="282338" y="126598"/>
                  </a:lnTo>
                  <a:lnTo>
                    <a:pt x="279949" y="130898"/>
                  </a:lnTo>
                  <a:lnTo>
                    <a:pt x="279472" y="131376"/>
                  </a:lnTo>
                  <a:lnTo>
                    <a:pt x="279949" y="131853"/>
                  </a:lnTo>
                  <a:lnTo>
                    <a:pt x="281382" y="129942"/>
                  </a:lnTo>
                  <a:lnTo>
                    <a:pt x="284249" y="124687"/>
                  </a:lnTo>
                  <a:lnTo>
                    <a:pt x="285682" y="119910"/>
                  </a:lnTo>
                  <a:lnTo>
                    <a:pt x="289504" y="116088"/>
                  </a:lnTo>
                  <a:lnTo>
                    <a:pt x="294759" y="111311"/>
                  </a:lnTo>
                  <a:lnTo>
                    <a:pt x="299536" y="108922"/>
                  </a:lnTo>
                  <a:lnTo>
                    <a:pt x="303836" y="109400"/>
                  </a:lnTo>
                  <a:lnTo>
                    <a:pt x="307180" y="109878"/>
                  </a:lnTo>
                  <a:lnTo>
                    <a:pt x="310046" y="111311"/>
                  </a:lnTo>
                  <a:lnTo>
                    <a:pt x="311957" y="112266"/>
                  </a:lnTo>
                  <a:lnTo>
                    <a:pt x="312435" y="112744"/>
                  </a:lnTo>
                  <a:lnTo>
                    <a:pt x="313390" y="116088"/>
                  </a:lnTo>
                  <a:lnTo>
                    <a:pt x="313390" y="118477"/>
                  </a:lnTo>
                  <a:lnTo>
                    <a:pt x="312913" y="121343"/>
                  </a:lnTo>
                  <a:lnTo>
                    <a:pt x="311479" y="124210"/>
                  </a:lnTo>
                  <a:lnTo>
                    <a:pt x="305269" y="127554"/>
                  </a:lnTo>
                  <a:lnTo>
                    <a:pt x="301925" y="129942"/>
                  </a:lnTo>
                  <a:lnTo>
                    <a:pt x="300014" y="130898"/>
                  </a:lnTo>
                  <a:lnTo>
                    <a:pt x="293804" y="131853"/>
                  </a:lnTo>
                  <a:lnTo>
                    <a:pt x="293804" y="132809"/>
                  </a:lnTo>
                  <a:lnTo>
                    <a:pt x="298581" y="134242"/>
                  </a:lnTo>
                  <a:lnTo>
                    <a:pt x="303836" y="133764"/>
                  </a:lnTo>
                  <a:lnTo>
                    <a:pt x="303836" y="135675"/>
                  </a:lnTo>
                  <a:lnTo>
                    <a:pt x="300970" y="139975"/>
                  </a:lnTo>
                  <a:lnTo>
                    <a:pt x="300492" y="143796"/>
                  </a:lnTo>
                  <a:lnTo>
                    <a:pt x="300970" y="146663"/>
                  </a:lnTo>
                  <a:lnTo>
                    <a:pt x="300970" y="149529"/>
                  </a:lnTo>
                  <a:lnTo>
                    <a:pt x="299059" y="154784"/>
                  </a:lnTo>
                  <a:lnTo>
                    <a:pt x="297147" y="159562"/>
                  </a:lnTo>
                  <a:lnTo>
                    <a:pt x="298103" y="160039"/>
                  </a:lnTo>
                  <a:lnTo>
                    <a:pt x="302403" y="153351"/>
                  </a:lnTo>
                  <a:lnTo>
                    <a:pt x="303836" y="145707"/>
                  </a:lnTo>
                  <a:lnTo>
                    <a:pt x="305747" y="139019"/>
                  </a:lnTo>
                  <a:lnTo>
                    <a:pt x="308135" y="135675"/>
                  </a:lnTo>
                  <a:lnTo>
                    <a:pt x="309569" y="134242"/>
                  </a:lnTo>
                  <a:lnTo>
                    <a:pt x="314824" y="133286"/>
                  </a:lnTo>
                  <a:lnTo>
                    <a:pt x="317690" y="129465"/>
                  </a:lnTo>
                  <a:lnTo>
                    <a:pt x="320079" y="128509"/>
                  </a:lnTo>
                  <a:lnTo>
                    <a:pt x="321512" y="128509"/>
                  </a:lnTo>
                  <a:lnTo>
                    <a:pt x="323423" y="129942"/>
                  </a:lnTo>
                  <a:lnTo>
                    <a:pt x="323423" y="131376"/>
                  </a:lnTo>
                  <a:lnTo>
                    <a:pt x="320079" y="138064"/>
                  </a:lnTo>
                  <a:lnTo>
                    <a:pt x="313868" y="149529"/>
                  </a:lnTo>
                  <a:lnTo>
                    <a:pt x="316257" y="148096"/>
                  </a:lnTo>
                  <a:lnTo>
                    <a:pt x="318168" y="145707"/>
                  </a:lnTo>
                  <a:lnTo>
                    <a:pt x="320556" y="142841"/>
                  </a:lnTo>
                  <a:lnTo>
                    <a:pt x="323423" y="139019"/>
                  </a:lnTo>
                  <a:lnTo>
                    <a:pt x="325334" y="142363"/>
                  </a:lnTo>
                  <a:lnTo>
                    <a:pt x="327722" y="145230"/>
                  </a:lnTo>
                  <a:lnTo>
                    <a:pt x="329633" y="151440"/>
                  </a:lnTo>
                  <a:lnTo>
                    <a:pt x="332500" y="154307"/>
                  </a:lnTo>
                  <a:lnTo>
                    <a:pt x="333933" y="156217"/>
                  </a:lnTo>
                  <a:lnTo>
                    <a:pt x="333455" y="152396"/>
                  </a:lnTo>
                  <a:lnTo>
                    <a:pt x="331544" y="144752"/>
                  </a:lnTo>
                  <a:lnTo>
                    <a:pt x="332022" y="141886"/>
                  </a:lnTo>
                  <a:lnTo>
                    <a:pt x="333933" y="140452"/>
                  </a:lnTo>
                  <a:lnTo>
                    <a:pt x="339666" y="133764"/>
                  </a:lnTo>
                  <a:lnTo>
                    <a:pt x="343487" y="136153"/>
                  </a:lnTo>
                  <a:lnTo>
                    <a:pt x="345876" y="138064"/>
                  </a:lnTo>
                  <a:lnTo>
                    <a:pt x="346831" y="137586"/>
                  </a:lnTo>
                  <a:lnTo>
                    <a:pt x="350176" y="137586"/>
                  </a:lnTo>
                  <a:lnTo>
                    <a:pt x="354953" y="138542"/>
                  </a:lnTo>
                  <a:lnTo>
                    <a:pt x="359730" y="140452"/>
                  </a:lnTo>
                  <a:lnTo>
                    <a:pt x="364508" y="143319"/>
                  </a:lnTo>
                  <a:lnTo>
                    <a:pt x="367852" y="146185"/>
                  </a:lnTo>
                  <a:lnTo>
                    <a:pt x="370718" y="149529"/>
                  </a:lnTo>
                  <a:lnTo>
                    <a:pt x="372151" y="151918"/>
                  </a:lnTo>
                  <a:lnTo>
                    <a:pt x="372629" y="153351"/>
                  </a:lnTo>
                  <a:lnTo>
                    <a:pt x="373584" y="156695"/>
                  </a:lnTo>
                  <a:lnTo>
                    <a:pt x="372629" y="159084"/>
                  </a:lnTo>
                  <a:lnTo>
                    <a:pt x="369285" y="163861"/>
                  </a:lnTo>
                  <a:lnTo>
                    <a:pt x="367374" y="166250"/>
                  </a:lnTo>
                  <a:lnTo>
                    <a:pt x="365463" y="167683"/>
                  </a:lnTo>
                  <a:lnTo>
                    <a:pt x="360208" y="166250"/>
                  </a:lnTo>
                  <a:lnTo>
                    <a:pt x="358775" y="167205"/>
                  </a:lnTo>
                  <a:lnTo>
                    <a:pt x="356864" y="168638"/>
                  </a:lnTo>
                  <a:lnTo>
                    <a:pt x="351609" y="175804"/>
                  </a:lnTo>
                  <a:lnTo>
                    <a:pt x="348265" y="178671"/>
                  </a:lnTo>
                  <a:lnTo>
                    <a:pt x="345398" y="180582"/>
                  </a:lnTo>
                  <a:lnTo>
                    <a:pt x="344920" y="181537"/>
                  </a:lnTo>
                  <a:lnTo>
                    <a:pt x="351131" y="181537"/>
                  </a:lnTo>
                  <a:lnTo>
                    <a:pt x="353042" y="179626"/>
                  </a:lnTo>
                  <a:lnTo>
                    <a:pt x="354475" y="175804"/>
                  </a:lnTo>
                  <a:lnTo>
                    <a:pt x="357342" y="171505"/>
                  </a:lnTo>
                  <a:lnTo>
                    <a:pt x="362596" y="169594"/>
                  </a:lnTo>
                  <a:lnTo>
                    <a:pt x="369762" y="173893"/>
                  </a:lnTo>
                  <a:lnTo>
                    <a:pt x="373584" y="173416"/>
                  </a:lnTo>
                  <a:lnTo>
                    <a:pt x="376451" y="169594"/>
                  </a:lnTo>
                  <a:lnTo>
                    <a:pt x="379317" y="166728"/>
                  </a:lnTo>
                  <a:lnTo>
                    <a:pt x="380750" y="166250"/>
                  </a:lnTo>
                  <a:lnTo>
                    <a:pt x="381228" y="166728"/>
                  </a:lnTo>
                  <a:lnTo>
                    <a:pt x="383617" y="169594"/>
                  </a:lnTo>
                  <a:lnTo>
                    <a:pt x="384572" y="171983"/>
                  </a:lnTo>
                  <a:lnTo>
                    <a:pt x="384094" y="177715"/>
                  </a:lnTo>
                  <a:lnTo>
                    <a:pt x="384094" y="179626"/>
                  </a:lnTo>
                  <a:lnTo>
                    <a:pt x="381706" y="183926"/>
                  </a:lnTo>
                  <a:lnTo>
                    <a:pt x="376928" y="190614"/>
                  </a:lnTo>
                  <a:lnTo>
                    <a:pt x="373584" y="193003"/>
                  </a:lnTo>
                  <a:lnTo>
                    <a:pt x="369762" y="193958"/>
                  </a:lnTo>
                  <a:lnTo>
                    <a:pt x="365463" y="196347"/>
                  </a:lnTo>
                  <a:lnTo>
                    <a:pt x="364030" y="198258"/>
                  </a:lnTo>
                  <a:lnTo>
                    <a:pt x="362596" y="200646"/>
                  </a:lnTo>
                  <a:lnTo>
                    <a:pt x="361163" y="202080"/>
                  </a:lnTo>
                  <a:lnTo>
                    <a:pt x="359252" y="203513"/>
                  </a:lnTo>
                  <a:lnTo>
                    <a:pt x="361641" y="205424"/>
                  </a:lnTo>
                  <a:lnTo>
                    <a:pt x="362596" y="205424"/>
                  </a:lnTo>
                  <a:lnTo>
                    <a:pt x="363552" y="204468"/>
                  </a:lnTo>
                  <a:lnTo>
                    <a:pt x="365941" y="199691"/>
                  </a:lnTo>
                  <a:lnTo>
                    <a:pt x="367852" y="197302"/>
                  </a:lnTo>
                  <a:lnTo>
                    <a:pt x="368807" y="196824"/>
                  </a:lnTo>
                  <a:lnTo>
                    <a:pt x="369762" y="197302"/>
                  </a:lnTo>
                  <a:lnTo>
                    <a:pt x="370718" y="198258"/>
                  </a:lnTo>
                  <a:lnTo>
                    <a:pt x="371673" y="199691"/>
                  </a:lnTo>
                  <a:lnTo>
                    <a:pt x="371673" y="203990"/>
                  </a:lnTo>
                  <a:lnTo>
                    <a:pt x="368807" y="219756"/>
                  </a:lnTo>
                  <a:lnTo>
                    <a:pt x="369285" y="219756"/>
                  </a:lnTo>
                  <a:lnTo>
                    <a:pt x="370718" y="215456"/>
                  </a:lnTo>
                  <a:lnTo>
                    <a:pt x="376451" y="198735"/>
                  </a:lnTo>
                  <a:lnTo>
                    <a:pt x="377406" y="195391"/>
                  </a:lnTo>
                  <a:lnTo>
                    <a:pt x="380273" y="192047"/>
                  </a:lnTo>
                  <a:lnTo>
                    <a:pt x="386005" y="186792"/>
                  </a:lnTo>
                  <a:lnTo>
                    <a:pt x="390305" y="183926"/>
                  </a:lnTo>
                  <a:lnTo>
                    <a:pt x="395082" y="181537"/>
                  </a:lnTo>
                  <a:lnTo>
                    <a:pt x="397949" y="181059"/>
                  </a:lnTo>
                  <a:lnTo>
                    <a:pt x="400815" y="181537"/>
                  </a:lnTo>
                  <a:lnTo>
                    <a:pt x="403203" y="184403"/>
                  </a:lnTo>
                  <a:lnTo>
                    <a:pt x="405592" y="184881"/>
                  </a:lnTo>
                  <a:lnTo>
                    <a:pt x="408936" y="183926"/>
                  </a:lnTo>
                  <a:lnTo>
                    <a:pt x="410847" y="184403"/>
                  </a:lnTo>
                  <a:lnTo>
                    <a:pt x="413236" y="185359"/>
                  </a:lnTo>
                  <a:lnTo>
                    <a:pt x="415625" y="187270"/>
                  </a:lnTo>
                  <a:lnTo>
                    <a:pt x="418968" y="189659"/>
                  </a:lnTo>
                  <a:lnTo>
                    <a:pt x="426612" y="193958"/>
                  </a:lnTo>
                  <a:lnTo>
                    <a:pt x="427568" y="194914"/>
                  </a:lnTo>
                  <a:lnTo>
                    <a:pt x="428523" y="196347"/>
                  </a:lnTo>
                  <a:lnTo>
                    <a:pt x="429479" y="198735"/>
                  </a:lnTo>
                  <a:lnTo>
                    <a:pt x="429479" y="201124"/>
                  </a:lnTo>
                  <a:lnTo>
                    <a:pt x="428523" y="203035"/>
                  </a:lnTo>
                  <a:lnTo>
                    <a:pt x="427090" y="204468"/>
                  </a:lnTo>
                  <a:lnTo>
                    <a:pt x="425657" y="204946"/>
                  </a:lnTo>
                  <a:lnTo>
                    <a:pt x="423746" y="206379"/>
                  </a:lnTo>
                  <a:lnTo>
                    <a:pt x="420880" y="209245"/>
                  </a:lnTo>
                  <a:lnTo>
                    <a:pt x="419924" y="209723"/>
                  </a:lnTo>
                  <a:lnTo>
                    <a:pt x="415147" y="211156"/>
                  </a:lnTo>
                  <a:lnTo>
                    <a:pt x="410847" y="212112"/>
                  </a:lnTo>
                  <a:lnTo>
                    <a:pt x="407981" y="213067"/>
                  </a:lnTo>
                  <a:lnTo>
                    <a:pt x="402726" y="216411"/>
                  </a:lnTo>
                  <a:lnTo>
                    <a:pt x="395560" y="223100"/>
                  </a:lnTo>
                  <a:lnTo>
                    <a:pt x="396038" y="224533"/>
                  </a:lnTo>
                  <a:lnTo>
                    <a:pt x="398904" y="225010"/>
                  </a:lnTo>
                  <a:lnTo>
                    <a:pt x="400815" y="224055"/>
                  </a:lnTo>
                  <a:lnTo>
                    <a:pt x="404159" y="219756"/>
                  </a:lnTo>
                  <a:lnTo>
                    <a:pt x="407025" y="218322"/>
                  </a:lnTo>
                  <a:lnTo>
                    <a:pt x="411803" y="216889"/>
                  </a:lnTo>
                  <a:lnTo>
                    <a:pt x="418491" y="215456"/>
                  </a:lnTo>
                  <a:lnTo>
                    <a:pt x="421357" y="215934"/>
                  </a:lnTo>
                  <a:lnTo>
                    <a:pt x="421835" y="215934"/>
                  </a:lnTo>
                  <a:lnTo>
                    <a:pt x="421835" y="217367"/>
                  </a:lnTo>
                  <a:lnTo>
                    <a:pt x="422313" y="218800"/>
                  </a:lnTo>
                  <a:lnTo>
                    <a:pt x="421357" y="221189"/>
                  </a:lnTo>
                  <a:lnTo>
                    <a:pt x="419924" y="222622"/>
                  </a:lnTo>
                  <a:lnTo>
                    <a:pt x="416580" y="227877"/>
                  </a:lnTo>
                  <a:lnTo>
                    <a:pt x="418968" y="229310"/>
                  </a:lnTo>
                  <a:lnTo>
                    <a:pt x="421835" y="229788"/>
                  </a:lnTo>
                  <a:lnTo>
                    <a:pt x="423746" y="228355"/>
                  </a:lnTo>
                  <a:lnTo>
                    <a:pt x="425179" y="225010"/>
                  </a:lnTo>
                  <a:lnTo>
                    <a:pt x="427090" y="223100"/>
                  </a:lnTo>
                  <a:lnTo>
                    <a:pt x="429001" y="223100"/>
                  </a:lnTo>
                  <a:lnTo>
                    <a:pt x="430434" y="222144"/>
                  </a:lnTo>
                  <a:lnTo>
                    <a:pt x="431867" y="220711"/>
                  </a:lnTo>
                  <a:lnTo>
                    <a:pt x="432345" y="219756"/>
                  </a:lnTo>
                  <a:lnTo>
                    <a:pt x="430434" y="218322"/>
                  </a:lnTo>
                  <a:lnTo>
                    <a:pt x="429957" y="217367"/>
                  </a:lnTo>
                  <a:lnTo>
                    <a:pt x="430912" y="214500"/>
                  </a:lnTo>
                  <a:lnTo>
                    <a:pt x="432345" y="211634"/>
                  </a:lnTo>
                  <a:lnTo>
                    <a:pt x="434256" y="209723"/>
                  </a:lnTo>
                  <a:lnTo>
                    <a:pt x="435211" y="209723"/>
                  </a:lnTo>
                  <a:lnTo>
                    <a:pt x="439511" y="211634"/>
                  </a:lnTo>
                  <a:lnTo>
                    <a:pt x="442377" y="214978"/>
                  </a:lnTo>
                  <a:lnTo>
                    <a:pt x="449066" y="225010"/>
                  </a:lnTo>
                  <a:lnTo>
                    <a:pt x="450021" y="226921"/>
                  </a:lnTo>
                  <a:lnTo>
                    <a:pt x="452410" y="234087"/>
                  </a:lnTo>
                  <a:lnTo>
                    <a:pt x="452887" y="237431"/>
                  </a:lnTo>
                  <a:lnTo>
                    <a:pt x="452410" y="239820"/>
                  </a:lnTo>
                  <a:lnTo>
                    <a:pt x="451932" y="240776"/>
                  </a:lnTo>
                  <a:lnTo>
                    <a:pt x="451454" y="241253"/>
                  </a:lnTo>
                  <a:lnTo>
                    <a:pt x="449543" y="241731"/>
                  </a:lnTo>
                  <a:lnTo>
                    <a:pt x="440466" y="238387"/>
                  </a:lnTo>
                  <a:lnTo>
                    <a:pt x="436167" y="238865"/>
                  </a:lnTo>
                  <a:lnTo>
                    <a:pt x="434256" y="239820"/>
                  </a:lnTo>
                  <a:lnTo>
                    <a:pt x="432823" y="240776"/>
                  </a:lnTo>
                  <a:lnTo>
                    <a:pt x="431867" y="242687"/>
                  </a:lnTo>
                  <a:lnTo>
                    <a:pt x="430912" y="244597"/>
                  </a:lnTo>
                  <a:lnTo>
                    <a:pt x="429479" y="245553"/>
                  </a:lnTo>
                  <a:lnTo>
                    <a:pt x="423268" y="245553"/>
                  </a:lnTo>
                  <a:lnTo>
                    <a:pt x="419924" y="246508"/>
                  </a:lnTo>
                  <a:lnTo>
                    <a:pt x="414191" y="249375"/>
                  </a:lnTo>
                  <a:lnTo>
                    <a:pt x="412280" y="250330"/>
                  </a:lnTo>
                  <a:lnTo>
                    <a:pt x="411803" y="252241"/>
                  </a:lnTo>
                  <a:lnTo>
                    <a:pt x="415147" y="252241"/>
                  </a:lnTo>
                  <a:lnTo>
                    <a:pt x="420880" y="249852"/>
                  </a:lnTo>
                  <a:lnTo>
                    <a:pt x="426612" y="248897"/>
                  </a:lnTo>
                  <a:lnTo>
                    <a:pt x="435689" y="254152"/>
                  </a:lnTo>
                  <a:lnTo>
                    <a:pt x="438556" y="255108"/>
                  </a:lnTo>
                  <a:lnTo>
                    <a:pt x="439989" y="254152"/>
                  </a:lnTo>
                  <a:lnTo>
                    <a:pt x="441900" y="254152"/>
                  </a:lnTo>
                  <a:lnTo>
                    <a:pt x="449066" y="254630"/>
                  </a:lnTo>
                  <a:lnTo>
                    <a:pt x="451932" y="255108"/>
                  </a:lnTo>
                  <a:lnTo>
                    <a:pt x="455276" y="257018"/>
                  </a:lnTo>
                  <a:lnTo>
                    <a:pt x="461009" y="261318"/>
                  </a:lnTo>
                  <a:lnTo>
                    <a:pt x="461964" y="262751"/>
                  </a:lnTo>
                  <a:lnTo>
                    <a:pt x="462442" y="264184"/>
                  </a:lnTo>
                  <a:lnTo>
                    <a:pt x="462920" y="265617"/>
                  </a:lnTo>
                  <a:lnTo>
                    <a:pt x="462920" y="268962"/>
                  </a:lnTo>
                  <a:lnTo>
                    <a:pt x="462442" y="269917"/>
                  </a:lnTo>
                  <a:lnTo>
                    <a:pt x="460531" y="270873"/>
                  </a:lnTo>
                  <a:lnTo>
                    <a:pt x="452410" y="269917"/>
                  </a:lnTo>
                  <a:lnTo>
                    <a:pt x="450021" y="269439"/>
                  </a:lnTo>
                  <a:lnTo>
                    <a:pt x="446677" y="270395"/>
                  </a:lnTo>
                  <a:lnTo>
                    <a:pt x="444288" y="269917"/>
                  </a:lnTo>
                  <a:lnTo>
                    <a:pt x="441422" y="268484"/>
                  </a:lnTo>
                  <a:lnTo>
                    <a:pt x="438078" y="266095"/>
                  </a:lnTo>
                  <a:lnTo>
                    <a:pt x="432823" y="268484"/>
                  </a:lnTo>
                  <a:lnTo>
                    <a:pt x="428523" y="267051"/>
                  </a:lnTo>
                  <a:lnTo>
                    <a:pt x="424224" y="268006"/>
                  </a:lnTo>
                  <a:lnTo>
                    <a:pt x="416102" y="273739"/>
                  </a:lnTo>
                  <a:lnTo>
                    <a:pt x="417058" y="274694"/>
                  </a:lnTo>
                  <a:lnTo>
                    <a:pt x="428523" y="269917"/>
                  </a:lnTo>
                  <a:lnTo>
                    <a:pt x="430434" y="270395"/>
                  </a:lnTo>
                  <a:lnTo>
                    <a:pt x="434256" y="271828"/>
                  </a:lnTo>
                  <a:lnTo>
                    <a:pt x="439989" y="275172"/>
                  </a:lnTo>
                  <a:lnTo>
                    <a:pt x="441422" y="276605"/>
                  </a:lnTo>
                  <a:lnTo>
                    <a:pt x="441422" y="281860"/>
                  </a:lnTo>
                  <a:lnTo>
                    <a:pt x="440466" y="285682"/>
                  </a:lnTo>
                  <a:lnTo>
                    <a:pt x="439033" y="289504"/>
                  </a:lnTo>
                  <a:lnTo>
                    <a:pt x="436167" y="289026"/>
                  </a:lnTo>
                  <a:lnTo>
                    <a:pt x="429957" y="286638"/>
                  </a:lnTo>
                  <a:lnTo>
                    <a:pt x="427568" y="286160"/>
                  </a:lnTo>
                  <a:lnTo>
                    <a:pt x="425657" y="286638"/>
                  </a:lnTo>
                  <a:lnTo>
                    <a:pt x="423268" y="288071"/>
                  </a:lnTo>
                  <a:lnTo>
                    <a:pt x="422313" y="288071"/>
                  </a:lnTo>
                  <a:lnTo>
                    <a:pt x="412280" y="285204"/>
                  </a:lnTo>
                  <a:lnTo>
                    <a:pt x="410369" y="285204"/>
                  </a:lnTo>
                  <a:lnTo>
                    <a:pt x="409892" y="285204"/>
                  </a:lnTo>
                  <a:lnTo>
                    <a:pt x="410369" y="286160"/>
                  </a:lnTo>
                  <a:lnTo>
                    <a:pt x="419446" y="290937"/>
                  </a:lnTo>
                  <a:lnTo>
                    <a:pt x="425657" y="291415"/>
                  </a:lnTo>
                  <a:lnTo>
                    <a:pt x="429957" y="292370"/>
                  </a:lnTo>
                  <a:lnTo>
                    <a:pt x="432345" y="293804"/>
                  </a:lnTo>
                  <a:lnTo>
                    <a:pt x="433778" y="294759"/>
                  </a:lnTo>
                  <a:lnTo>
                    <a:pt x="433778" y="298103"/>
                  </a:lnTo>
                  <a:lnTo>
                    <a:pt x="435689" y="301447"/>
                  </a:lnTo>
                  <a:lnTo>
                    <a:pt x="438078" y="302403"/>
                  </a:lnTo>
                  <a:lnTo>
                    <a:pt x="439033" y="302403"/>
                  </a:lnTo>
                  <a:lnTo>
                    <a:pt x="441422" y="301447"/>
                  </a:lnTo>
                  <a:lnTo>
                    <a:pt x="443333" y="301447"/>
                  </a:lnTo>
                  <a:lnTo>
                    <a:pt x="445244" y="301925"/>
                  </a:lnTo>
                  <a:lnTo>
                    <a:pt x="447632" y="303836"/>
                  </a:lnTo>
                  <a:lnTo>
                    <a:pt x="450021" y="304314"/>
                  </a:lnTo>
                  <a:lnTo>
                    <a:pt x="452410" y="305269"/>
                  </a:lnTo>
                  <a:lnTo>
                    <a:pt x="454321" y="305747"/>
                  </a:lnTo>
                  <a:lnTo>
                    <a:pt x="459575" y="305269"/>
                  </a:lnTo>
                  <a:lnTo>
                    <a:pt x="461487" y="305747"/>
                  </a:lnTo>
                  <a:lnTo>
                    <a:pt x="461964" y="306224"/>
                  </a:lnTo>
                  <a:lnTo>
                    <a:pt x="461009" y="307658"/>
                  </a:lnTo>
                  <a:lnTo>
                    <a:pt x="456709" y="310046"/>
                  </a:lnTo>
                  <a:lnTo>
                    <a:pt x="455754" y="312435"/>
                  </a:lnTo>
                  <a:lnTo>
                    <a:pt x="458620" y="315301"/>
                  </a:lnTo>
                  <a:lnTo>
                    <a:pt x="459575" y="317690"/>
                  </a:lnTo>
                  <a:lnTo>
                    <a:pt x="459575" y="319601"/>
                  </a:lnTo>
                  <a:lnTo>
                    <a:pt x="458142" y="323423"/>
                  </a:lnTo>
                  <a:lnTo>
                    <a:pt x="458142" y="324856"/>
                  </a:lnTo>
                  <a:lnTo>
                    <a:pt x="458620" y="325334"/>
                  </a:lnTo>
                  <a:lnTo>
                    <a:pt x="461964" y="321990"/>
                  </a:lnTo>
                  <a:lnTo>
                    <a:pt x="462442" y="322467"/>
                  </a:lnTo>
                  <a:lnTo>
                    <a:pt x="462920" y="326767"/>
                  </a:lnTo>
                  <a:lnTo>
                    <a:pt x="463398" y="326767"/>
                  </a:lnTo>
                  <a:lnTo>
                    <a:pt x="464353" y="322945"/>
                  </a:lnTo>
                  <a:lnTo>
                    <a:pt x="463875" y="318168"/>
                  </a:lnTo>
                  <a:lnTo>
                    <a:pt x="465786" y="316257"/>
                  </a:lnTo>
                  <a:lnTo>
                    <a:pt x="471997" y="314824"/>
                  </a:lnTo>
                  <a:lnTo>
                    <a:pt x="471041" y="322467"/>
                  </a:lnTo>
                  <a:lnTo>
                    <a:pt x="471041" y="326289"/>
                  </a:lnTo>
                  <a:lnTo>
                    <a:pt x="468175" y="332977"/>
                  </a:lnTo>
                  <a:lnTo>
                    <a:pt x="465786" y="334888"/>
                  </a:lnTo>
                  <a:lnTo>
                    <a:pt x="465786" y="335366"/>
                  </a:lnTo>
                  <a:lnTo>
                    <a:pt x="467697" y="336322"/>
                  </a:lnTo>
                  <a:lnTo>
                    <a:pt x="468652" y="336322"/>
                  </a:lnTo>
                  <a:lnTo>
                    <a:pt x="469608" y="335366"/>
                  </a:lnTo>
                  <a:lnTo>
                    <a:pt x="471997" y="330111"/>
                  </a:lnTo>
                  <a:lnTo>
                    <a:pt x="476774" y="324856"/>
                  </a:lnTo>
                  <a:lnTo>
                    <a:pt x="477252" y="324856"/>
                  </a:lnTo>
                  <a:lnTo>
                    <a:pt x="477252" y="326767"/>
                  </a:lnTo>
                  <a:lnTo>
                    <a:pt x="476774" y="330589"/>
                  </a:lnTo>
                  <a:lnTo>
                    <a:pt x="479163" y="332022"/>
                  </a:lnTo>
                  <a:lnTo>
                    <a:pt x="481073" y="330589"/>
                  </a:lnTo>
                  <a:lnTo>
                    <a:pt x="482029" y="329156"/>
                  </a:lnTo>
                  <a:lnTo>
                    <a:pt x="484895" y="329156"/>
                  </a:lnTo>
                  <a:lnTo>
                    <a:pt x="485851" y="329633"/>
                  </a:lnTo>
                  <a:lnTo>
                    <a:pt x="486329" y="331544"/>
                  </a:lnTo>
                  <a:lnTo>
                    <a:pt x="485373" y="337755"/>
                  </a:lnTo>
                  <a:lnTo>
                    <a:pt x="485373" y="339666"/>
                  </a:lnTo>
                  <a:lnTo>
                    <a:pt x="488239" y="343965"/>
                  </a:lnTo>
                  <a:lnTo>
                    <a:pt x="488239" y="343487"/>
                  </a:lnTo>
                  <a:lnTo>
                    <a:pt x="487762" y="341577"/>
                  </a:lnTo>
                  <a:lnTo>
                    <a:pt x="487284" y="336322"/>
                  </a:lnTo>
                  <a:lnTo>
                    <a:pt x="487762" y="333933"/>
                  </a:lnTo>
                  <a:lnTo>
                    <a:pt x="490150" y="331066"/>
                  </a:lnTo>
                  <a:lnTo>
                    <a:pt x="494928" y="327245"/>
                  </a:lnTo>
                  <a:lnTo>
                    <a:pt x="496839" y="326289"/>
                  </a:lnTo>
                  <a:lnTo>
                    <a:pt x="497794" y="326767"/>
                  </a:lnTo>
                  <a:lnTo>
                    <a:pt x="499227" y="328678"/>
                  </a:lnTo>
                  <a:lnTo>
                    <a:pt x="498749" y="330111"/>
                  </a:lnTo>
                  <a:lnTo>
                    <a:pt x="496839" y="331066"/>
                  </a:lnTo>
                  <a:lnTo>
                    <a:pt x="495405" y="333455"/>
                  </a:lnTo>
                  <a:lnTo>
                    <a:pt x="494928" y="336799"/>
                  </a:lnTo>
                  <a:lnTo>
                    <a:pt x="495883" y="338710"/>
                  </a:lnTo>
                  <a:lnTo>
                    <a:pt x="499705" y="338710"/>
                  </a:lnTo>
                  <a:lnTo>
                    <a:pt x="503527" y="335844"/>
                  </a:lnTo>
                  <a:lnTo>
                    <a:pt x="505438" y="337277"/>
                  </a:lnTo>
                  <a:lnTo>
                    <a:pt x="508304" y="340621"/>
                  </a:lnTo>
                  <a:lnTo>
                    <a:pt x="513081" y="346354"/>
                  </a:lnTo>
                  <a:lnTo>
                    <a:pt x="515470" y="344921"/>
                  </a:lnTo>
                  <a:lnTo>
                    <a:pt x="518814" y="349220"/>
                  </a:lnTo>
                  <a:lnTo>
                    <a:pt x="514514" y="352564"/>
                  </a:lnTo>
                  <a:lnTo>
                    <a:pt x="515948" y="359730"/>
                  </a:lnTo>
                  <a:lnTo>
                    <a:pt x="509737" y="359252"/>
                  </a:lnTo>
                  <a:lnTo>
                    <a:pt x="506871" y="359730"/>
                  </a:lnTo>
                  <a:lnTo>
                    <a:pt x="504482" y="359252"/>
                  </a:lnTo>
                  <a:lnTo>
                    <a:pt x="502094" y="359252"/>
                  </a:lnTo>
                  <a:lnTo>
                    <a:pt x="504482" y="361163"/>
                  </a:lnTo>
                  <a:lnTo>
                    <a:pt x="508782" y="361641"/>
                  </a:lnTo>
                  <a:lnTo>
                    <a:pt x="508782" y="364030"/>
                  </a:lnTo>
                  <a:lnTo>
                    <a:pt x="512126" y="363552"/>
                  </a:lnTo>
                  <a:lnTo>
                    <a:pt x="514514" y="363552"/>
                  </a:lnTo>
                  <a:lnTo>
                    <a:pt x="519292" y="363552"/>
                  </a:lnTo>
                  <a:lnTo>
                    <a:pt x="519292" y="361163"/>
                  </a:lnTo>
                  <a:lnTo>
                    <a:pt x="522158" y="359730"/>
                  </a:lnTo>
                  <a:lnTo>
                    <a:pt x="524069" y="358297"/>
                  </a:lnTo>
                  <a:lnTo>
                    <a:pt x="525502" y="358775"/>
                  </a:lnTo>
                  <a:lnTo>
                    <a:pt x="529802" y="360208"/>
                  </a:lnTo>
                  <a:lnTo>
                    <a:pt x="535057" y="364985"/>
                  </a:lnTo>
                  <a:lnTo>
                    <a:pt x="532668" y="367852"/>
                  </a:lnTo>
                  <a:lnTo>
                    <a:pt x="531713" y="370240"/>
                  </a:lnTo>
                  <a:lnTo>
                    <a:pt x="531235" y="372629"/>
                  </a:lnTo>
                  <a:lnTo>
                    <a:pt x="530757" y="374540"/>
                  </a:lnTo>
                  <a:lnTo>
                    <a:pt x="529802" y="375973"/>
                  </a:lnTo>
                  <a:lnTo>
                    <a:pt x="522158" y="384094"/>
                  </a:lnTo>
                  <a:lnTo>
                    <a:pt x="523114" y="384094"/>
                  </a:lnTo>
                  <a:lnTo>
                    <a:pt x="526458" y="382184"/>
                  </a:lnTo>
                  <a:lnTo>
                    <a:pt x="533146" y="379317"/>
                  </a:lnTo>
                  <a:lnTo>
                    <a:pt x="536490" y="378362"/>
                  </a:lnTo>
                  <a:lnTo>
                    <a:pt x="539356" y="378839"/>
                  </a:lnTo>
                  <a:lnTo>
                    <a:pt x="540312" y="378839"/>
                  </a:lnTo>
                  <a:lnTo>
                    <a:pt x="541745" y="377884"/>
                  </a:lnTo>
                  <a:lnTo>
                    <a:pt x="543656" y="379317"/>
                  </a:lnTo>
                  <a:lnTo>
                    <a:pt x="547955" y="380273"/>
                  </a:lnTo>
                  <a:lnTo>
                    <a:pt x="553211" y="373584"/>
                  </a:lnTo>
                  <a:lnTo>
                    <a:pt x="556077" y="375018"/>
                  </a:lnTo>
                  <a:lnTo>
                    <a:pt x="558943" y="378839"/>
                  </a:lnTo>
                  <a:lnTo>
                    <a:pt x="565154" y="386005"/>
                  </a:lnTo>
                  <a:lnTo>
                    <a:pt x="568498" y="39030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9" name="Freeform 2548">
              <a:extLst>
                <a:ext uri="{FF2B5EF4-FFF2-40B4-BE49-F238E27FC236}">
                  <a16:creationId xmlns:a16="http://schemas.microsoft.com/office/drawing/2014/main" id="{3752D04F-CDE3-EA42-80D6-33F6AD20DF54}"/>
                </a:ext>
              </a:extLst>
            </p:cNvPr>
            <p:cNvSpPr/>
            <p:nvPr/>
          </p:nvSpPr>
          <p:spPr>
            <a:xfrm>
              <a:off x="4667110" y="4502242"/>
              <a:ext cx="477" cy="955"/>
            </a:xfrm>
            <a:custGeom>
              <a:avLst/>
              <a:gdLst>
                <a:gd name="csX0" fmla="*/ 478 w 477"/>
                <a:gd name="csY0" fmla="*/ 478 h 955"/>
                <a:gd name="csX1" fmla="*/ 478 w 477"/>
                <a:gd name="csY1" fmla="*/ 478 h 955"/>
                <a:gd name="csX2" fmla="*/ 478 w 477"/>
                <a:gd name="csY2" fmla="*/ 478 h 955"/>
                <a:gd name="csX3" fmla="*/ 478 w 477"/>
                <a:gd name="csY3" fmla="*/ 956 h 955"/>
                <a:gd name="csX4" fmla="*/ 478 w 477"/>
                <a:gd name="csY4" fmla="*/ 956 h 955"/>
                <a:gd name="csX5" fmla="*/ 478 w 477"/>
                <a:gd name="csY5" fmla="*/ 956 h 955"/>
                <a:gd name="csX6" fmla="*/ 0 w 477"/>
                <a:gd name="csY6" fmla="*/ 956 h 955"/>
                <a:gd name="csX7" fmla="*/ 0 w 477"/>
                <a:gd name="csY7" fmla="*/ 956 h 955"/>
                <a:gd name="csX8" fmla="*/ 0 w 477"/>
                <a:gd name="csY8" fmla="*/ 956 h 955"/>
                <a:gd name="csX9" fmla="*/ 0 w 477"/>
                <a:gd name="csY9" fmla="*/ 956 h 955"/>
                <a:gd name="csX10" fmla="*/ 478 w 477"/>
                <a:gd name="csY10" fmla="*/ 478 h 955"/>
                <a:gd name="csX11" fmla="*/ 478 w 477"/>
                <a:gd name="csY11" fmla="*/ 478 h 955"/>
                <a:gd name="csX12" fmla="*/ 478 w 477"/>
                <a:gd name="csY12" fmla="*/ 478 h 955"/>
                <a:gd name="csX13" fmla="*/ 478 w 477"/>
                <a:gd name="csY13" fmla="*/ 0 h 955"/>
                <a:gd name="csX14" fmla="*/ 478 w 477"/>
                <a:gd name="csY14" fmla="*/ 0 h 955"/>
                <a:gd name="csX15" fmla="*/ 478 w 477"/>
                <a:gd name="csY15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77" h="955">
                  <a:moveTo>
                    <a:pt x="478" y="478"/>
                  </a:moveTo>
                  <a:lnTo>
                    <a:pt x="478" y="478"/>
                  </a:lnTo>
                  <a:lnTo>
                    <a:pt x="478" y="478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0" name="Freeform 2549">
              <a:extLst>
                <a:ext uri="{FF2B5EF4-FFF2-40B4-BE49-F238E27FC236}">
                  <a16:creationId xmlns:a16="http://schemas.microsoft.com/office/drawing/2014/main" id="{276E1908-CB2F-6F68-6BA3-4110252E408A}"/>
                </a:ext>
              </a:extLst>
            </p:cNvPr>
            <p:cNvSpPr/>
            <p:nvPr/>
          </p:nvSpPr>
          <p:spPr>
            <a:xfrm>
              <a:off x="4654212" y="3751251"/>
              <a:ext cx="11943" cy="11465"/>
            </a:xfrm>
            <a:custGeom>
              <a:avLst/>
              <a:gdLst>
                <a:gd name="csX0" fmla="*/ 11943 w 11943"/>
                <a:gd name="csY0" fmla="*/ 478 h 11465"/>
                <a:gd name="csX1" fmla="*/ 10510 w 11943"/>
                <a:gd name="csY1" fmla="*/ 2389 h 11465"/>
                <a:gd name="csX2" fmla="*/ 8121 w 11943"/>
                <a:gd name="csY2" fmla="*/ 2389 h 11465"/>
                <a:gd name="csX3" fmla="*/ 6210 w 11943"/>
                <a:gd name="csY3" fmla="*/ 3822 h 11465"/>
                <a:gd name="csX4" fmla="*/ 4777 w 11943"/>
                <a:gd name="csY4" fmla="*/ 5733 h 11465"/>
                <a:gd name="csX5" fmla="*/ 3344 w 11943"/>
                <a:gd name="csY5" fmla="*/ 6688 h 11465"/>
                <a:gd name="csX6" fmla="*/ 2389 w 11943"/>
                <a:gd name="csY6" fmla="*/ 8121 h 11465"/>
                <a:gd name="csX7" fmla="*/ 1911 w 11943"/>
                <a:gd name="csY7" fmla="*/ 9554 h 11465"/>
                <a:gd name="csX8" fmla="*/ 2389 w 11943"/>
                <a:gd name="csY8" fmla="*/ 10032 h 11465"/>
                <a:gd name="csX9" fmla="*/ 3822 w 11943"/>
                <a:gd name="csY9" fmla="*/ 10032 h 11465"/>
                <a:gd name="csX10" fmla="*/ 4299 w 11943"/>
                <a:gd name="csY10" fmla="*/ 10510 h 11465"/>
                <a:gd name="csX11" fmla="*/ 3344 w 11943"/>
                <a:gd name="csY11" fmla="*/ 11465 h 11465"/>
                <a:gd name="csX12" fmla="*/ 956 w 11943"/>
                <a:gd name="csY12" fmla="*/ 11465 h 11465"/>
                <a:gd name="csX13" fmla="*/ 0 w 11943"/>
                <a:gd name="csY13" fmla="*/ 10988 h 11465"/>
                <a:gd name="csX14" fmla="*/ 1433 w 11943"/>
                <a:gd name="csY14" fmla="*/ 6210 h 11465"/>
                <a:gd name="csX15" fmla="*/ 3344 w 11943"/>
                <a:gd name="csY15" fmla="*/ 4777 h 11465"/>
                <a:gd name="csX16" fmla="*/ 7166 w 11943"/>
                <a:gd name="csY16" fmla="*/ 1433 h 11465"/>
                <a:gd name="csX17" fmla="*/ 9077 w 11943"/>
                <a:gd name="csY17" fmla="*/ 478 h 11465"/>
                <a:gd name="csX18" fmla="*/ 10510 w 11943"/>
                <a:gd name="csY18" fmla="*/ 0 h 11465"/>
                <a:gd name="csX19" fmla="*/ 11943 w 11943"/>
                <a:gd name="csY19" fmla="*/ 478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943" h="11465">
                  <a:moveTo>
                    <a:pt x="11943" y="478"/>
                  </a:moveTo>
                  <a:lnTo>
                    <a:pt x="10510" y="2389"/>
                  </a:lnTo>
                  <a:lnTo>
                    <a:pt x="8121" y="2389"/>
                  </a:lnTo>
                  <a:lnTo>
                    <a:pt x="6210" y="3822"/>
                  </a:lnTo>
                  <a:lnTo>
                    <a:pt x="4777" y="5733"/>
                  </a:lnTo>
                  <a:lnTo>
                    <a:pt x="3344" y="6688"/>
                  </a:lnTo>
                  <a:lnTo>
                    <a:pt x="2389" y="8121"/>
                  </a:lnTo>
                  <a:lnTo>
                    <a:pt x="1911" y="9554"/>
                  </a:lnTo>
                  <a:lnTo>
                    <a:pt x="2389" y="10032"/>
                  </a:lnTo>
                  <a:lnTo>
                    <a:pt x="3822" y="10032"/>
                  </a:lnTo>
                  <a:lnTo>
                    <a:pt x="4299" y="10510"/>
                  </a:lnTo>
                  <a:lnTo>
                    <a:pt x="3344" y="11465"/>
                  </a:lnTo>
                  <a:lnTo>
                    <a:pt x="956" y="11465"/>
                  </a:lnTo>
                  <a:lnTo>
                    <a:pt x="0" y="10988"/>
                  </a:lnTo>
                  <a:lnTo>
                    <a:pt x="1433" y="6210"/>
                  </a:lnTo>
                  <a:lnTo>
                    <a:pt x="3344" y="4777"/>
                  </a:lnTo>
                  <a:lnTo>
                    <a:pt x="7166" y="1433"/>
                  </a:lnTo>
                  <a:lnTo>
                    <a:pt x="9077" y="478"/>
                  </a:lnTo>
                  <a:lnTo>
                    <a:pt x="10510" y="0"/>
                  </a:lnTo>
                  <a:lnTo>
                    <a:pt x="1194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1" name="Freeform 2550">
              <a:extLst>
                <a:ext uri="{FF2B5EF4-FFF2-40B4-BE49-F238E27FC236}">
                  <a16:creationId xmlns:a16="http://schemas.microsoft.com/office/drawing/2014/main" id="{E4052DD4-94B0-11E3-D981-B4AE1A4CD800}"/>
                </a:ext>
              </a:extLst>
            </p:cNvPr>
            <p:cNvSpPr/>
            <p:nvPr/>
          </p:nvSpPr>
          <p:spPr>
            <a:xfrm>
              <a:off x="4662811" y="5168197"/>
              <a:ext cx="955" cy="955"/>
            </a:xfrm>
            <a:custGeom>
              <a:avLst/>
              <a:gdLst>
                <a:gd name="csX0" fmla="*/ 956 w 955"/>
                <a:gd name="csY0" fmla="*/ 956 h 955"/>
                <a:gd name="csX1" fmla="*/ 956 w 955"/>
                <a:gd name="csY1" fmla="*/ 956 h 955"/>
                <a:gd name="csX2" fmla="*/ 0 w 955"/>
                <a:gd name="csY2" fmla="*/ 0 h 955"/>
                <a:gd name="csX3" fmla="*/ 956 w 955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956"/>
                  </a:moveTo>
                  <a:lnTo>
                    <a:pt x="956" y="956"/>
                  </a:lnTo>
                  <a:lnTo>
                    <a:pt x="0" y="0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2" name="Freeform 2551">
              <a:extLst>
                <a:ext uri="{FF2B5EF4-FFF2-40B4-BE49-F238E27FC236}">
                  <a16:creationId xmlns:a16="http://schemas.microsoft.com/office/drawing/2014/main" id="{0A962518-13CD-910C-4A5D-4433926871FE}"/>
                </a:ext>
              </a:extLst>
            </p:cNvPr>
            <p:cNvSpPr/>
            <p:nvPr/>
          </p:nvSpPr>
          <p:spPr>
            <a:xfrm>
              <a:off x="4658511" y="4434882"/>
              <a:ext cx="4777" cy="7165"/>
            </a:xfrm>
            <a:custGeom>
              <a:avLst/>
              <a:gdLst>
                <a:gd name="csX0" fmla="*/ 4777 w 4777"/>
                <a:gd name="csY0" fmla="*/ 1433 h 7165"/>
                <a:gd name="csX1" fmla="*/ 4300 w 4777"/>
                <a:gd name="csY1" fmla="*/ 2389 h 7165"/>
                <a:gd name="csX2" fmla="*/ 4300 w 4777"/>
                <a:gd name="csY2" fmla="*/ 5733 h 7165"/>
                <a:gd name="csX3" fmla="*/ 3822 w 4777"/>
                <a:gd name="csY3" fmla="*/ 6688 h 7165"/>
                <a:gd name="csX4" fmla="*/ 2389 w 4777"/>
                <a:gd name="csY4" fmla="*/ 7166 h 7165"/>
                <a:gd name="csX5" fmla="*/ 1433 w 4777"/>
                <a:gd name="csY5" fmla="*/ 7166 h 7165"/>
                <a:gd name="csX6" fmla="*/ 478 w 4777"/>
                <a:gd name="csY6" fmla="*/ 5733 h 7165"/>
                <a:gd name="csX7" fmla="*/ 0 w 4777"/>
                <a:gd name="csY7" fmla="*/ 956 h 7165"/>
                <a:gd name="csX8" fmla="*/ 478 w 4777"/>
                <a:gd name="csY8" fmla="*/ 478 h 7165"/>
                <a:gd name="csX9" fmla="*/ 956 w 4777"/>
                <a:gd name="csY9" fmla="*/ 0 h 7165"/>
                <a:gd name="csX10" fmla="*/ 2867 w 4777"/>
                <a:gd name="csY10" fmla="*/ 478 h 7165"/>
                <a:gd name="csX11" fmla="*/ 3822 w 4777"/>
                <a:gd name="csY11" fmla="*/ 956 h 7165"/>
                <a:gd name="csX12" fmla="*/ 4777 w 4777"/>
                <a:gd name="csY12" fmla="*/ 1433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77" h="7165">
                  <a:moveTo>
                    <a:pt x="4777" y="1433"/>
                  </a:moveTo>
                  <a:lnTo>
                    <a:pt x="4300" y="2389"/>
                  </a:lnTo>
                  <a:lnTo>
                    <a:pt x="4300" y="5733"/>
                  </a:lnTo>
                  <a:lnTo>
                    <a:pt x="3822" y="6688"/>
                  </a:lnTo>
                  <a:lnTo>
                    <a:pt x="2389" y="7166"/>
                  </a:lnTo>
                  <a:lnTo>
                    <a:pt x="1433" y="7166"/>
                  </a:lnTo>
                  <a:lnTo>
                    <a:pt x="478" y="57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2867" y="478"/>
                  </a:lnTo>
                  <a:lnTo>
                    <a:pt x="3822" y="956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3" name="Freeform 2552">
              <a:extLst>
                <a:ext uri="{FF2B5EF4-FFF2-40B4-BE49-F238E27FC236}">
                  <a16:creationId xmlns:a16="http://schemas.microsoft.com/office/drawing/2014/main" id="{765B53A1-4958-419A-9CCD-2BC89197A92E}"/>
                </a:ext>
              </a:extLst>
            </p:cNvPr>
            <p:cNvSpPr/>
            <p:nvPr/>
          </p:nvSpPr>
          <p:spPr>
            <a:xfrm>
              <a:off x="4658511" y="4511796"/>
              <a:ext cx="3344" cy="4299"/>
            </a:xfrm>
            <a:custGeom>
              <a:avLst/>
              <a:gdLst>
                <a:gd name="csX0" fmla="*/ 3344 w 3344"/>
                <a:gd name="csY0" fmla="*/ 0 h 4299"/>
                <a:gd name="csX1" fmla="*/ 2867 w 3344"/>
                <a:gd name="csY1" fmla="*/ 3344 h 4299"/>
                <a:gd name="csX2" fmla="*/ 1433 w 3344"/>
                <a:gd name="csY2" fmla="*/ 4300 h 4299"/>
                <a:gd name="csX3" fmla="*/ 0 w 3344"/>
                <a:gd name="csY3" fmla="*/ 4300 h 4299"/>
                <a:gd name="csX4" fmla="*/ 478 w 3344"/>
                <a:gd name="csY4" fmla="*/ 3344 h 4299"/>
                <a:gd name="csX5" fmla="*/ 478 w 3344"/>
                <a:gd name="csY5" fmla="*/ 2389 h 4299"/>
                <a:gd name="csX6" fmla="*/ 1433 w 3344"/>
                <a:gd name="csY6" fmla="*/ 956 h 4299"/>
                <a:gd name="csX7" fmla="*/ 2389 w 3344"/>
                <a:gd name="csY7" fmla="*/ 0 h 4299"/>
                <a:gd name="csX8" fmla="*/ 3344 w 3344"/>
                <a:gd name="csY8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4299">
                  <a:moveTo>
                    <a:pt x="3344" y="0"/>
                  </a:moveTo>
                  <a:lnTo>
                    <a:pt x="2867" y="3344"/>
                  </a:lnTo>
                  <a:lnTo>
                    <a:pt x="1433" y="4300"/>
                  </a:lnTo>
                  <a:lnTo>
                    <a:pt x="0" y="4300"/>
                  </a:lnTo>
                  <a:lnTo>
                    <a:pt x="478" y="3344"/>
                  </a:lnTo>
                  <a:lnTo>
                    <a:pt x="478" y="2389"/>
                  </a:lnTo>
                  <a:lnTo>
                    <a:pt x="1433" y="956"/>
                  </a:lnTo>
                  <a:lnTo>
                    <a:pt x="2389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4" name="Freeform 2553">
              <a:extLst>
                <a:ext uri="{FF2B5EF4-FFF2-40B4-BE49-F238E27FC236}">
                  <a16:creationId xmlns:a16="http://schemas.microsoft.com/office/drawing/2014/main" id="{077E1598-B5EF-3912-032C-1E0609D44207}"/>
                </a:ext>
              </a:extLst>
            </p:cNvPr>
            <p:cNvSpPr/>
            <p:nvPr/>
          </p:nvSpPr>
          <p:spPr>
            <a:xfrm>
              <a:off x="4654212" y="3452670"/>
              <a:ext cx="7165" cy="5732"/>
            </a:xfrm>
            <a:custGeom>
              <a:avLst/>
              <a:gdLst>
                <a:gd name="csX0" fmla="*/ 6688 w 7165"/>
                <a:gd name="csY0" fmla="*/ 1911 h 5732"/>
                <a:gd name="csX1" fmla="*/ 7166 w 7165"/>
                <a:gd name="csY1" fmla="*/ 5733 h 5732"/>
                <a:gd name="csX2" fmla="*/ 4299 w 7165"/>
                <a:gd name="csY2" fmla="*/ 5255 h 5732"/>
                <a:gd name="csX3" fmla="*/ 478 w 7165"/>
                <a:gd name="csY3" fmla="*/ 2866 h 5732"/>
                <a:gd name="csX4" fmla="*/ 0 w 7165"/>
                <a:gd name="csY4" fmla="*/ 955 h 5732"/>
                <a:gd name="csX5" fmla="*/ 0 w 7165"/>
                <a:gd name="csY5" fmla="*/ 955 h 5732"/>
                <a:gd name="csX6" fmla="*/ 478 w 7165"/>
                <a:gd name="csY6" fmla="*/ 478 h 5732"/>
                <a:gd name="csX7" fmla="*/ 1433 w 7165"/>
                <a:gd name="csY7" fmla="*/ 955 h 5732"/>
                <a:gd name="csX8" fmla="*/ 1911 w 7165"/>
                <a:gd name="csY8" fmla="*/ 478 h 5732"/>
                <a:gd name="csX9" fmla="*/ 2866 w 7165"/>
                <a:gd name="csY9" fmla="*/ 0 h 5732"/>
                <a:gd name="csX10" fmla="*/ 5255 w 7165"/>
                <a:gd name="csY10" fmla="*/ 955 h 5732"/>
                <a:gd name="csX11" fmla="*/ 6688 w 7165"/>
                <a:gd name="csY11" fmla="*/ 1911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165" h="5732">
                  <a:moveTo>
                    <a:pt x="6688" y="1911"/>
                  </a:moveTo>
                  <a:lnTo>
                    <a:pt x="7166" y="5733"/>
                  </a:lnTo>
                  <a:lnTo>
                    <a:pt x="4299" y="5255"/>
                  </a:lnTo>
                  <a:lnTo>
                    <a:pt x="478" y="2866"/>
                  </a:lnTo>
                  <a:lnTo>
                    <a:pt x="0" y="955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1433" y="955"/>
                  </a:lnTo>
                  <a:lnTo>
                    <a:pt x="1911" y="478"/>
                  </a:lnTo>
                  <a:lnTo>
                    <a:pt x="2866" y="0"/>
                  </a:lnTo>
                  <a:lnTo>
                    <a:pt x="5255" y="955"/>
                  </a:lnTo>
                  <a:lnTo>
                    <a:pt x="668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5" name="Freeform 2554">
              <a:extLst>
                <a:ext uri="{FF2B5EF4-FFF2-40B4-BE49-F238E27FC236}">
                  <a16:creationId xmlns:a16="http://schemas.microsoft.com/office/drawing/2014/main" id="{41E06DE1-6160-F5BC-2B6D-675FBF9F548D}"/>
                </a:ext>
              </a:extLst>
            </p:cNvPr>
            <p:cNvSpPr/>
            <p:nvPr/>
          </p:nvSpPr>
          <p:spPr>
            <a:xfrm>
              <a:off x="4656600" y="4419595"/>
              <a:ext cx="3821" cy="3344"/>
            </a:xfrm>
            <a:custGeom>
              <a:avLst/>
              <a:gdLst>
                <a:gd name="csX0" fmla="*/ 3822 w 3821"/>
                <a:gd name="csY0" fmla="*/ 1433 h 3344"/>
                <a:gd name="csX1" fmla="*/ 3822 w 3821"/>
                <a:gd name="csY1" fmla="*/ 1911 h 3344"/>
                <a:gd name="csX2" fmla="*/ 3822 w 3821"/>
                <a:gd name="csY2" fmla="*/ 2389 h 3344"/>
                <a:gd name="csX3" fmla="*/ 3344 w 3821"/>
                <a:gd name="csY3" fmla="*/ 2389 h 3344"/>
                <a:gd name="csX4" fmla="*/ 2389 w 3821"/>
                <a:gd name="csY4" fmla="*/ 3344 h 3344"/>
                <a:gd name="csX5" fmla="*/ 478 w 3821"/>
                <a:gd name="csY5" fmla="*/ 2866 h 3344"/>
                <a:gd name="csX6" fmla="*/ 0 w 3821"/>
                <a:gd name="csY6" fmla="*/ 1911 h 3344"/>
                <a:gd name="csX7" fmla="*/ 0 w 3821"/>
                <a:gd name="csY7" fmla="*/ 1433 h 3344"/>
                <a:gd name="csX8" fmla="*/ 1433 w 3821"/>
                <a:gd name="csY8" fmla="*/ 0 h 3344"/>
                <a:gd name="csX9" fmla="*/ 2866 w 3821"/>
                <a:gd name="csY9" fmla="*/ 478 h 3344"/>
                <a:gd name="csX10" fmla="*/ 3344 w 3821"/>
                <a:gd name="csY10" fmla="*/ 956 h 3344"/>
                <a:gd name="csX11" fmla="*/ 3822 w 3821"/>
                <a:gd name="csY11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1" h="3344">
                  <a:moveTo>
                    <a:pt x="3822" y="1433"/>
                  </a:moveTo>
                  <a:lnTo>
                    <a:pt x="3822" y="1911"/>
                  </a:lnTo>
                  <a:lnTo>
                    <a:pt x="3822" y="2389"/>
                  </a:lnTo>
                  <a:lnTo>
                    <a:pt x="3344" y="2389"/>
                  </a:lnTo>
                  <a:lnTo>
                    <a:pt x="2389" y="3344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2866" y="478"/>
                  </a:lnTo>
                  <a:lnTo>
                    <a:pt x="3344" y="956"/>
                  </a:lnTo>
                  <a:lnTo>
                    <a:pt x="38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6" name="Freeform 2555">
              <a:extLst>
                <a:ext uri="{FF2B5EF4-FFF2-40B4-BE49-F238E27FC236}">
                  <a16:creationId xmlns:a16="http://schemas.microsoft.com/office/drawing/2014/main" id="{DFA3072F-04C5-1284-EE93-C2F05BBA230F}"/>
                </a:ext>
              </a:extLst>
            </p:cNvPr>
            <p:cNvSpPr/>
            <p:nvPr/>
          </p:nvSpPr>
          <p:spPr>
            <a:xfrm>
              <a:off x="4605006" y="3688191"/>
              <a:ext cx="55416" cy="23886"/>
            </a:xfrm>
            <a:custGeom>
              <a:avLst/>
              <a:gdLst>
                <a:gd name="csX0" fmla="*/ 54461 w 55416"/>
                <a:gd name="csY0" fmla="*/ 20542 h 23886"/>
                <a:gd name="csX1" fmla="*/ 55416 w 55416"/>
                <a:gd name="csY1" fmla="*/ 22453 h 23886"/>
                <a:gd name="csX2" fmla="*/ 54461 w 55416"/>
                <a:gd name="csY2" fmla="*/ 23409 h 23886"/>
                <a:gd name="csX3" fmla="*/ 53028 w 55416"/>
                <a:gd name="csY3" fmla="*/ 23409 h 23886"/>
                <a:gd name="csX4" fmla="*/ 44906 w 55416"/>
                <a:gd name="csY4" fmla="*/ 23886 h 23886"/>
                <a:gd name="csX5" fmla="*/ 38218 w 55416"/>
                <a:gd name="csY5" fmla="*/ 22453 h 23886"/>
                <a:gd name="csX6" fmla="*/ 33441 w 55416"/>
                <a:gd name="csY6" fmla="*/ 21498 h 23886"/>
                <a:gd name="csX7" fmla="*/ 28664 w 55416"/>
                <a:gd name="csY7" fmla="*/ 20065 h 23886"/>
                <a:gd name="csX8" fmla="*/ 18154 w 55416"/>
                <a:gd name="csY8" fmla="*/ 15287 h 23886"/>
                <a:gd name="csX9" fmla="*/ 16721 w 55416"/>
                <a:gd name="csY9" fmla="*/ 13377 h 23886"/>
                <a:gd name="csX10" fmla="*/ 15765 w 55416"/>
                <a:gd name="csY10" fmla="*/ 11465 h 23886"/>
                <a:gd name="csX11" fmla="*/ 13854 w 55416"/>
                <a:gd name="csY11" fmla="*/ 9555 h 23886"/>
                <a:gd name="csX12" fmla="*/ 11943 w 55416"/>
                <a:gd name="csY12" fmla="*/ 8121 h 23886"/>
                <a:gd name="csX13" fmla="*/ 955 w 55416"/>
                <a:gd name="csY13" fmla="*/ 3344 h 23886"/>
                <a:gd name="csX14" fmla="*/ 0 w 55416"/>
                <a:gd name="csY14" fmla="*/ 1433 h 23886"/>
                <a:gd name="csX15" fmla="*/ 2389 w 55416"/>
                <a:gd name="csY15" fmla="*/ 478 h 23886"/>
                <a:gd name="csX16" fmla="*/ 4777 w 55416"/>
                <a:gd name="csY16" fmla="*/ 0 h 23886"/>
                <a:gd name="csX17" fmla="*/ 7166 w 55416"/>
                <a:gd name="csY17" fmla="*/ 0 h 23886"/>
                <a:gd name="csX18" fmla="*/ 14332 w 55416"/>
                <a:gd name="csY18" fmla="*/ 1911 h 23886"/>
                <a:gd name="csX19" fmla="*/ 23409 w 55416"/>
                <a:gd name="csY19" fmla="*/ 3344 h 23886"/>
                <a:gd name="csX20" fmla="*/ 27708 w 55416"/>
                <a:gd name="csY20" fmla="*/ 4777 h 23886"/>
                <a:gd name="csX21" fmla="*/ 32008 w 55416"/>
                <a:gd name="csY21" fmla="*/ 6688 h 23886"/>
                <a:gd name="csX22" fmla="*/ 36785 w 55416"/>
                <a:gd name="csY22" fmla="*/ 8599 h 23886"/>
                <a:gd name="csX23" fmla="*/ 46817 w 55416"/>
                <a:gd name="csY23" fmla="*/ 14810 h 23886"/>
                <a:gd name="csX24" fmla="*/ 48251 w 55416"/>
                <a:gd name="csY24" fmla="*/ 15287 h 23886"/>
                <a:gd name="csX25" fmla="*/ 53028 w 55416"/>
                <a:gd name="csY25" fmla="*/ 18154 h 23886"/>
                <a:gd name="csX26" fmla="*/ 54461 w 55416"/>
                <a:gd name="csY26" fmla="*/ 20542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5416" h="23886">
                  <a:moveTo>
                    <a:pt x="54461" y="20542"/>
                  </a:moveTo>
                  <a:lnTo>
                    <a:pt x="55416" y="22453"/>
                  </a:lnTo>
                  <a:lnTo>
                    <a:pt x="54461" y="23409"/>
                  </a:lnTo>
                  <a:lnTo>
                    <a:pt x="53028" y="23409"/>
                  </a:lnTo>
                  <a:lnTo>
                    <a:pt x="44906" y="23886"/>
                  </a:lnTo>
                  <a:lnTo>
                    <a:pt x="38218" y="22453"/>
                  </a:lnTo>
                  <a:lnTo>
                    <a:pt x="33441" y="21498"/>
                  </a:lnTo>
                  <a:lnTo>
                    <a:pt x="28664" y="20065"/>
                  </a:lnTo>
                  <a:lnTo>
                    <a:pt x="18154" y="15287"/>
                  </a:lnTo>
                  <a:lnTo>
                    <a:pt x="16721" y="13377"/>
                  </a:lnTo>
                  <a:lnTo>
                    <a:pt x="15765" y="11465"/>
                  </a:lnTo>
                  <a:lnTo>
                    <a:pt x="13854" y="9555"/>
                  </a:lnTo>
                  <a:lnTo>
                    <a:pt x="11943" y="8121"/>
                  </a:lnTo>
                  <a:lnTo>
                    <a:pt x="955" y="3344"/>
                  </a:lnTo>
                  <a:lnTo>
                    <a:pt x="0" y="1433"/>
                  </a:lnTo>
                  <a:lnTo>
                    <a:pt x="2389" y="478"/>
                  </a:lnTo>
                  <a:lnTo>
                    <a:pt x="4777" y="0"/>
                  </a:lnTo>
                  <a:lnTo>
                    <a:pt x="7166" y="0"/>
                  </a:lnTo>
                  <a:lnTo>
                    <a:pt x="14332" y="1911"/>
                  </a:lnTo>
                  <a:lnTo>
                    <a:pt x="23409" y="3344"/>
                  </a:lnTo>
                  <a:lnTo>
                    <a:pt x="27708" y="4777"/>
                  </a:lnTo>
                  <a:lnTo>
                    <a:pt x="32008" y="6688"/>
                  </a:lnTo>
                  <a:lnTo>
                    <a:pt x="36785" y="8599"/>
                  </a:lnTo>
                  <a:lnTo>
                    <a:pt x="46817" y="14810"/>
                  </a:lnTo>
                  <a:lnTo>
                    <a:pt x="48251" y="15287"/>
                  </a:lnTo>
                  <a:lnTo>
                    <a:pt x="53028" y="18154"/>
                  </a:lnTo>
                  <a:lnTo>
                    <a:pt x="54461" y="205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7" name="Freeform 2556">
              <a:extLst>
                <a:ext uri="{FF2B5EF4-FFF2-40B4-BE49-F238E27FC236}">
                  <a16:creationId xmlns:a16="http://schemas.microsoft.com/office/drawing/2014/main" id="{1C6ED7A0-1711-A948-86DF-2C06869048DB}"/>
                </a:ext>
              </a:extLst>
            </p:cNvPr>
            <p:cNvSpPr/>
            <p:nvPr/>
          </p:nvSpPr>
          <p:spPr>
            <a:xfrm>
              <a:off x="4656600" y="4409084"/>
              <a:ext cx="2866" cy="3344"/>
            </a:xfrm>
            <a:custGeom>
              <a:avLst/>
              <a:gdLst>
                <a:gd name="csX0" fmla="*/ 2389 w 2866"/>
                <a:gd name="csY0" fmla="*/ 956 h 3344"/>
                <a:gd name="csX1" fmla="*/ 2866 w 2866"/>
                <a:gd name="csY1" fmla="*/ 2867 h 3344"/>
                <a:gd name="csX2" fmla="*/ 2389 w 2866"/>
                <a:gd name="csY2" fmla="*/ 3344 h 3344"/>
                <a:gd name="csX3" fmla="*/ 956 w 2866"/>
                <a:gd name="csY3" fmla="*/ 2389 h 3344"/>
                <a:gd name="csX4" fmla="*/ 0 w 2866"/>
                <a:gd name="csY4" fmla="*/ 478 h 3344"/>
                <a:gd name="csX5" fmla="*/ 478 w 2866"/>
                <a:gd name="csY5" fmla="*/ 478 h 3344"/>
                <a:gd name="csX6" fmla="*/ 478 w 2866"/>
                <a:gd name="csY6" fmla="*/ 0 h 3344"/>
                <a:gd name="csX7" fmla="*/ 956 w 2866"/>
                <a:gd name="csY7" fmla="*/ 478 h 3344"/>
                <a:gd name="csX8" fmla="*/ 1911 w 2866"/>
                <a:gd name="csY8" fmla="*/ 478 h 3344"/>
                <a:gd name="csX9" fmla="*/ 2389 w 2866"/>
                <a:gd name="csY9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3344">
                  <a:moveTo>
                    <a:pt x="2389" y="956"/>
                  </a:moveTo>
                  <a:lnTo>
                    <a:pt x="2866" y="2867"/>
                  </a:lnTo>
                  <a:lnTo>
                    <a:pt x="2389" y="3344"/>
                  </a:lnTo>
                  <a:lnTo>
                    <a:pt x="956" y="2389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956" y="478"/>
                  </a:lnTo>
                  <a:lnTo>
                    <a:pt x="1911" y="478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8" name="Freeform 2557">
              <a:extLst>
                <a:ext uri="{FF2B5EF4-FFF2-40B4-BE49-F238E27FC236}">
                  <a16:creationId xmlns:a16="http://schemas.microsoft.com/office/drawing/2014/main" id="{4B5ADB29-5B72-042B-5F34-45FCBFBA2A73}"/>
                </a:ext>
              </a:extLst>
            </p:cNvPr>
            <p:cNvSpPr/>
            <p:nvPr/>
          </p:nvSpPr>
          <p:spPr>
            <a:xfrm>
              <a:off x="4652301" y="5504040"/>
              <a:ext cx="4777" cy="3344"/>
            </a:xfrm>
            <a:custGeom>
              <a:avLst/>
              <a:gdLst>
                <a:gd name="csX0" fmla="*/ 4300 w 4777"/>
                <a:gd name="csY0" fmla="*/ 1911 h 3344"/>
                <a:gd name="csX1" fmla="*/ 4777 w 4777"/>
                <a:gd name="csY1" fmla="*/ 3344 h 3344"/>
                <a:gd name="csX2" fmla="*/ 3344 w 4777"/>
                <a:gd name="csY2" fmla="*/ 2866 h 3344"/>
                <a:gd name="csX3" fmla="*/ 956 w 4777"/>
                <a:gd name="csY3" fmla="*/ 1433 h 3344"/>
                <a:gd name="csX4" fmla="*/ 478 w 4777"/>
                <a:gd name="csY4" fmla="*/ 478 h 3344"/>
                <a:gd name="csX5" fmla="*/ 0 w 4777"/>
                <a:gd name="csY5" fmla="*/ 0 h 3344"/>
                <a:gd name="csX6" fmla="*/ 2389 w 4777"/>
                <a:gd name="csY6" fmla="*/ 478 h 3344"/>
                <a:gd name="csX7" fmla="*/ 3822 w 4777"/>
                <a:gd name="csY7" fmla="*/ 956 h 3344"/>
                <a:gd name="csX8" fmla="*/ 4300 w 4777"/>
                <a:gd name="csY8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3344">
                  <a:moveTo>
                    <a:pt x="4300" y="1911"/>
                  </a:moveTo>
                  <a:lnTo>
                    <a:pt x="4777" y="3344"/>
                  </a:lnTo>
                  <a:lnTo>
                    <a:pt x="3344" y="2866"/>
                  </a:lnTo>
                  <a:lnTo>
                    <a:pt x="956" y="1433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2389" y="478"/>
                  </a:lnTo>
                  <a:lnTo>
                    <a:pt x="3822" y="956"/>
                  </a:lnTo>
                  <a:lnTo>
                    <a:pt x="430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9" name="Freeform 2558">
              <a:extLst>
                <a:ext uri="{FF2B5EF4-FFF2-40B4-BE49-F238E27FC236}">
                  <a16:creationId xmlns:a16="http://schemas.microsoft.com/office/drawing/2014/main" id="{2351A4F3-2ECE-C938-EBDA-F9E1B0117398}"/>
                </a:ext>
              </a:extLst>
            </p:cNvPr>
            <p:cNvSpPr/>
            <p:nvPr/>
          </p:nvSpPr>
          <p:spPr>
            <a:xfrm>
              <a:off x="4606439" y="3767016"/>
              <a:ext cx="47295" cy="28663"/>
            </a:xfrm>
            <a:custGeom>
              <a:avLst/>
              <a:gdLst>
                <a:gd name="csX0" fmla="*/ 46817 w 47295"/>
                <a:gd name="csY0" fmla="*/ 16243 h 28663"/>
                <a:gd name="csX1" fmla="*/ 47295 w 47295"/>
                <a:gd name="csY1" fmla="*/ 16721 h 28663"/>
                <a:gd name="csX2" fmla="*/ 44429 w 47295"/>
                <a:gd name="csY2" fmla="*/ 18631 h 28663"/>
                <a:gd name="csX3" fmla="*/ 41563 w 47295"/>
                <a:gd name="csY3" fmla="*/ 20542 h 28663"/>
                <a:gd name="csX4" fmla="*/ 37263 w 47295"/>
                <a:gd name="csY4" fmla="*/ 22453 h 28663"/>
                <a:gd name="csX5" fmla="*/ 36785 w 47295"/>
                <a:gd name="csY5" fmla="*/ 23409 h 28663"/>
                <a:gd name="csX6" fmla="*/ 37263 w 47295"/>
                <a:gd name="csY6" fmla="*/ 25320 h 28663"/>
                <a:gd name="csX7" fmla="*/ 36785 w 47295"/>
                <a:gd name="csY7" fmla="*/ 27230 h 28663"/>
                <a:gd name="csX8" fmla="*/ 37740 w 47295"/>
                <a:gd name="csY8" fmla="*/ 27230 h 28663"/>
                <a:gd name="csX9" fmla="*/ 38218 w 47295"/>
                <a:gd name="csY9" fmla="*/ 28186 h 28663"/>
                <a:gd name="csX10" fmla="*/ 37263 w 47295"/>
                <a:gd name="csY10" fmla="*/ 28664 h 28663"/>
                <a:gd name="csX11" fmla="*/ 32963 w 47295"/>
                <a:gd name="csY11" fmla="*/ 28664 h 28663"/>
                <a:gd name="csX12" fmla="*/ 32008 w 47295"/>
                <a:gd name="csY12" fmla="*/ 28664 h 28663"/>
                <a:gd name="csX13" fmla="*/ 30575 w 47295"/>
                <a:gd name="csY13" fmla="*/ 27708 h 28663"/>
                <a:gd name="csX14" fmla="*/ 29619 w 47295"/>
                <a:gd name="csY14" fmla="*/ 26275 h 28663"/>
                <a:gd name="csX15" fmla="*/ 28186 w 47295"/>
                <a:gd name="csY15" fmla="*/ 26275 h 28663"/>
                <a:gd name="csX16" fmla="*/ 27708 w 47295"/>
                <a:gd name="csY16" fmla="*/ 26275 h 28663"/>
                <a:gd name="csX17" fmla="*/ 30097 w 47295"/>
                <a:gd name="csY17" fmla="*/ 24842 h 28663"/>
                <a:gd name="csX18" fmla="*/ 28664 w 47295"/>
                <a:gd name="csY18" fmla="*/ 22931 h 28663"/>
                <a:gd name="csX19" fmla="*/ 27708 w 47295"/>
                <a:gd name="csY19" fmla="*/ 22931 h 28663"/>
                <a:gd name="csX20" fmla="*/ 26753 w 47295"/>
                <a:gd name="csY20" fmla="*/ 21975 h 28663"/>
                <a:gd name="csX21" fmla="*/ 26753 w 47295"/>
                <a:gd name="csY21" fmla="*/ 21020 h 28663"/>
                <a:gd name="csX22" fmla="*/ 28186 w 47295"/>
                <a:gd name="csY22" fmla="*/ 20064 h 28663"/>
                <a:gd name="csX23" fmla="*/ 28186 w 47295"/>
                <a:gd name="csY23" fmla="*/ 19587 h 28663"/>
                <a:gd name="csX24" fmla="*/ 26753 w 47295"/>
                <a:gd name="csY24" fmla="*/ 20064 h 28663"/>
                <a:gd name="csX25" fmla="*/ 25797 w 47295"/>
                <a:gd name="csY25" fmla="*/ 21498 h 28663"/>
                <a:gd name="csX26" fmla="*/ 23886 w 47295"/>
                <a:gd name="csY26" fmla="*/ 21498 h 28663"/>
                <a:gd name="csX27" fmla="*/ 22453 w 47295"/>
                <a:gd name="csY27" fmla="*/ 22453 h 28663"/>
                <a:gd name="csX28" fmla="*/ 24842 w 47295"/>
                <a:gd name="csY28" fmla="*/ 22931 h 28663"/>
                <a:gd name="csX29" fmla="*/ 23886 w 47295"/>
                <a:gd name="csY29" fmla="*/ 23886 h 28663"/>
                <a:gd name="csX30" fmla="*/ 22453 w 47295"/>
                <a:gd name="csY30" fmla="*/ 23886 h 28663"/>
                <a:gd name="csX31" fmla="*/ 16721 w 47295"/>
                <a:gd name="csY31" fmla="*/ 22453 h 28663"/>
                <a:gd name="csX32" fmla="*/ 15287 w 47295"/>
                <a:gd name="csY32" fmla="*/ 21975 h 28663"/>
                <a:gd name="csX33" fmla="*/ 13376 w 47295"/>
                <a:gd name="csY33" fmla="*/ 20542 h 28663"/>
                <a:gd name="csX34" fmla="*/ 11943 w 47295"/>
                <a:gd name="csY34" fmla="*/ 18154 h 28663"/>
                <a:gd name="csX35" fmla="*/ 12899 w 47295"/>
                <a:gd name="csY35" fmla="*/ 18154 h 28663"/>
                <a:gd name="csX36" fmla="*/ 12899 w 47295"/>
                <a:gd name="csY36" fmla="*/ 17676 h 28663"/>
                <a:gd name="csX37" fmla="*/ 12899 w 47295"/>
                <a:gd name="csY37" fmla="*/ 17676 h 28663"/>
                <a:gd name="csX38" fmla="*/ 10988 w 47295"/>
                <a:gd name="csY38" fmla="*/ 17198 h 28663"/>
                <a:gd name="csX39" fmla="*/ 7644 w 47295"/>
                <a:gd name="csY39" fmla="*/ 17198 h 28663"/>
                <a:gd name="csX40" fmla="*/ 5733 w 47295"/>
                <a:gd name="csY40" fmla="*/ 16721 h 28663"/>
                <a:gd name="csX41" fmla="*/ 6210 w 47295"/>
                <a:gd name="csY41" fmla="*/ 13376 h 28663"/>
                <a:gd name="csX42" fmla="*/ 5255 w 47295"/>
                <a:gd name="csY42" fmla="*/ 11943 h 28663"/>
                <a:gd name="csX43" fmla="*/ 3344 w 47295"/>
                <a:gd name="csY43" fmla="*/ 11465 h 28663"/>
                <a:gd name="csX44" fmla="*/ 478 w 47295"/>
                <a:gd name="csY44" fmla="*/ 10988 h 28663"/>
                <a:gd name="csX45" fmla="*/ 0 w 47295"/>
                <a:gd name="csY45" fmla="*/ 9555 h 28663"/>
                <a:gd name="csX46" fmla="*/ 956 w 47295"/>
                <a:gd name="csY46" fmla="*/ 7644 h 28663"/>
                <a:gd name="csX47" fmla="*/ 2389 w 47295"/>
                <a:gd name="csY47" fmla="*/ 5733 h 28663"/>
                <a:gd name="csX48" fmla="*/ 3822 w 47295"/>
                <a:gd name="csY48" fmla="*/ 4299 h 28663"/>
                <a:gd name="csX49" fmla="*/ 4777 w 47295"/>
                <a:gd name="csY49" fmla="*/ 2866 h 28663"/>
                <a:gd name="csX50" fmla="*/ 8121 w 47295"/>
                <a:gd name="csY50" fmla="*/ 0 h 28663"/>
                <a:gd name="csX51" fmla="*/ 8121 w 47295"/>
                <a:gd name="csY51" fmla="*/ 1911 h 28663"/>
                <a:gd name="csX52" fmla="*/ 8599 w 47295"/>
                <a:gd name="csY52" fmla="*/ 3822 h 28663"/>
                <a:gd name="csX53" fmla="*/ 6210 w 47295"/>
                <a:gd name="csY53" fmla="*/ 7644 h 28663"/>
                <a:gd name="csX54" fmla="*/ 10032 w 47295"/>
                <a:gd name="csY54" fmla="*/ 10988 h 28663"/>
                <a:gd name="csX55" fmla="*/ 10510 w 47295"/>
                <a:gd name="csY55" fmla="*/ 11943 h 28663"/>
                <a:gd name="csX56" fmla="*/ 10988 w 47295"/>
                <a:gd name="csY56" fmla="*/ 12898 h 28663"/>
                <a:gd name="csX57" fmla="*/ 10510 w 47295"/>
                <a:gd name="csY57" fmla="*/ 13854 h 28663"/>
                <a:gd name="csX58" fmla="*/ 10032 w 47295"/>
                <a:gd name="csY58" fmla="*/ 14809 h 28663"/>
                <a:gd name="csX59" fmla="*/ 11465 w 47295"/>
                <a:gd name="csY59" fmla="*/ 14809 h 28663"/>
                <a:gd name="csX60" fmla="*/ 11943 w 47295"/>
                <a:gd name="csY60" fmla="*/ 15765 h 28663"/>
                <a:gd name="csX61" fmla="*/ 12421 w 47295"/>
                <a:gd name="csY61" fmla="*/ 16243 h 28663"/>
                <a:gd name="csX62" fmla="*/ 13376 w 47295"/>
                <a:gd name="csY62" fmla="*/ 15287 h 28663"/>
                <a:gd name="csX63" fmla="*/ 14332 w 47295"/>
                <a:gd name="csY63" fmla="*/ 13376 h 28663"/>
                <a:gd name="csX64" fmla="*/ 17198 w 47295"/>
                <a:gd name="csY64" fmla="*/ 13854 h 28663"/>
                <a:gd name="csX65" fmla="*/ 19109 w 47295"/>
                <a:gd name="csY65" fmla="*/ 14809 h 28663"/>
                <a:gd name="csX66" fmla="*/ 19587 w 47295"/>
                <a:gd name="csY66" fmla="*/ 14332 h 28663"/>
                <a:gd name="csX67" fmla="*/ 20542 w 47295"/>
                <a:gd name="csY67" fmla="*/ 14809 h 28663"/>
                <a:gd name="csX68" fmla="*/ 22453 w 47295"/>
                <a:gd name="csY68" fmla="*/ 15765 h 28663"/>
                <a:gd name="csX69" fmla="*/ 25320 w 47295"/>
                <a:gd name="csY69" fmla="*/ 16721 h 28663"/>
                <a:gd name="csX70" fmla="*/ 28664 w 47295"/>
                <a:gd name="csY70" fmla="*/ 16721 h 28663"/>
                <a:gd name="csX71" fmla="*/ 33441 w 47295"/>
                <a:gd name="csY71" fmla="*/ 16243 h 28663"/>
                <a:gd name="csX72" fmla="*/ 34397 w 47295"/>
                <a:gd name="csY72" fmla="*/ 15765 h 28663"/>
                <a:gd name="csX73" fmla="*/ 39174 w 47295"/>
                <a:gd name="csY73" fmla="*/ 15287 h 28663"/>
                <a:gd name="csX74" fmla="*/ 44429 w 47295"/>
                <a:gd name="csY74" fmla="*/ 15287 h 28663"/>
                <a:gd name="csX75" fmla="*/ 46340 w 47295"/>
                <a:gd name="csY75" fmla="*/ 15765 h 28663"/>
                <a:gd name="csX76" fmla="*/ 46817 w 47295"/>
                <a:gd name="csY76" fmla="*/ 16243 h 2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47295" h="28663">
                  <a:moveTo>
                    <a:pt x="46817" y="16243"/>
                  </a:moveTo>
                  <a:lnTo>
                    <a:pt x="47295" y="16721"/>
                  </a:lnTo>
                  <a:lnTo>
                    <a:pt x="44429" y="18631"/>
                  </a:lnTo>
                  <a:lnTo>
                    <a:pt x="41563" y="20542"/>
                  </a:lnTo>
                  <a:lnTo>
                    <a:pt x="37263" y="22453"/>
                  </a:lnTo>
                  <a:lnTo>
                    <a:pt x="36785" y="23409"/>
                  </a:lnTo>
                  <a:lnTo>
                    <a:pt x="37263" y="25320"/>
                  </a:lnTo>
                  <a:lnTo>
                    <a:pt x="36785" y="27230"/>
                  </a:lnTo>
                  <a:lnTo>
                    <a:pt x="37740" y="27230"/>
                  </a:lnTo>
                  <a:lnTo>
                    <a:pt x="38218" y="28186"/>
                  </a:lnTo>
                  <a:lnTo>
                    <a:pt x="37263" y="28664"/>
                  </a:lnTo>
                  <a:lnTo>
                    <a:pt x="32963" y="28664"/>
                  </a:lnTo>
                  <a:lnTo>
                    <a:pt x="32008" y="28664"/>
                  </a:lnTo>
                  <a:lnTo>
                    <a:pt x="30575" y="27708"/>
                  </a:lnTo>
                  <a:lnTo>
                    <a:pt x="29619" y="26275"/>
                  </a:lnTo>
                  <a:lnTo>
                    <a:pt x="28186" y="26275"/>
                  </a:lnTo>
                  <a:lnTo>
                    <a:pt x="27708" y="26275"/>
                  </a:lnTo>
                  <a:lnTo>
                    <a:pt x="30097" y="24842"/>
                  </a:lnTo>
                  <a:lnTo>
                    <a:pt x="28664" y="22931"/>
                  </a:lnTo>
                  <a:lnTo>
                    <a:pt x="27708" y="22931"/>
                  </a:lnTo>
                  <a:lnTo>
                    <a:pt x="26753" y="21975"/>
                  </a:lnTo>
                  <a:lnTo>
                    <a:pt x="26753" y="21020"/>
                  </a:lnTo>
                  <a:lnTo>
                    <a:pt x="28186" y="20064"/>
                  </a:lnTo>
                  <a:lnTo>
                    <a:pt x="28186" y="19587"/>
                  </a:lnTo>
                  <a:lnTo>
                    <a:pt x="26753" y="20064"/>
                  </a:lnTo>
                  <a:lnTo>
                    <a:pt x="25797" y="21498"/>
                  </a:lnTo>
                  <a:lnTo>
                    <a:pt x="23886" y="21498"/>
                  </a:lnTo>
                  <a:lnTo>
                    <a:pt x="22453" y="22453"/>
                  </a:lnTo>
                  <a:lnTo>
                    <a:pt x="24842" y="22931"/>
                  </a:lnTo>
                  <a:lnTo>
                    <a:pt x="23886" y="23886"/>
                  </a:lnTo>
                  <a:lnTo>
                    <a:pt x="22453" y="23886"/>
                  </a:lnTo>
                  <a:lnTo>
                    <a:pt x="16721" y="22453"/>
                  </a:lnTo>
                  <a:lnTo>
                    <a:pt x="15287" y="21975"/>
                  </a:lnTo>
                  <a:lnTo>
                    <a:pt x="13376" y="20542"/>
                  </a:lnTo>
                  <a:lnTo>
                    <a:pt x="11943" y="18154"/>
                  </a:lnTo>
                  <a:lnTo>
                    <a:pt x="12899" y="18154"/>
                  </a:lnTo>
                  <a:lnTo>
                    <a:pt x="12899" y="17676"/>
                  </a:lnTo>
                  <a:lnTo>
                    <a:pt x="12899" y="17676"/>
                  </a:lnTo>
                  <a:lnTo>
                    <a:pt x="10988" y="17198"/>
                  </a:lnTo>
                  <a:lnTo>
                    <a:pt x="7644" y="17198"/>
                  </a:lnTo>
                  <a:lnTo>
                    <a:pt x="5733" y="16721"/>
                  </a:lnTo>
                  <a:lnTo>
                    <a:pt x="6210" y="13376"/>
                  </a:lnTo>
                  <a:lnTo>
                    <a:pt x="5255" y="11943"/>
                  </a:lnTo>
                  <a:lnTo>
                    <a:pt x="3344" y="11465"/>
                  </a:lnTo>
                  <a:lnTo>
                    <a:pt x="478" y="10988"/>
                  </a:lnTo>
                  <a:lnTo>
                    <a:pt x="0" y="9555"/>
                  </a:lnTo>
                  <a:lnTo>
                    <a:pt x="956" y="7644"/>
                  </a:lnTo>
                  <a:lnTo>
                    <a:pt x="2389" y="5733"/>
                  </a:lnTo>
                  <a:lnTo>
                    <a:pt x="3822" y="4299"/>
                  </a:lnTo>
                  <a:lnTo>
                    <a:pt x="4777" y="2866"/>
                  </a:lnTo>
                  <a:lnTo>
                    <a:pt x="8121" y="0"/>
                  </a:lnTo>
                  <a:lnTo>
                    <a:pt x="8121" y="1911"/>
                  </a:lnTo>
                  <a:lnTo>
                    <a:pt x="8599" y="3822"/>
                  </a:lnTo>
                  <a:lnTo>
                    <a:pt x="6210" y="7644"/>
                  </a:lnTo>
                  <a:lnTo>
                    <a:pt x="10032" y="10988"/>
                  </a:lnTo>
                  <a:lnTo>
                    <a:pt x="10510" y="11943"/>
                  </a:lnTo>
                  <a:lnTo>
                    <a:pt x="10988" y="12898"/>
                  </a:lnTo>
                  <a:lnTo>
                    <a:pt x="10510" y="13854"/>
                  </a:lnTo>
                  <a:lnTo>
                    <a:pt x="10032" y="14809"/>
                  </a:lnTo>
                  <a:lnTo>
                    <a:pt x="11465" y="14809"/>
                  </a:lnTo>
                  <a:lnTo>
                    <a:pt x="11943" y="15765"/>
                  </a:lnTo>
                  <a:lnTo>
                    <a:pt x="12421" y="16243"/>
                  </a:lnTo>
                  <a:lnTo>
                    <a:pt x="13376" y="15287"/>
                  </a:lnTo>
                  <a:lnTo>
                    <a:pt x="14332" y="13376"/>
                  </a:lnTo>
                  <a:lnTo>
                    <a:pt x="17198" y="13854"/>
                  </a:lnTo>
                  <a:lnTo>
                    <a:pt x="19109" y="14809"/>
                  </a:lnTo>
                  <a:lnTo>
                    <a:pt x="19587" y="14332"/>
                  </a:lnTo>
                  <a:lnTo>
                    <a:pt x="20542" y="14809"/>
                  </a:lnTo>
                  <a:lnTo>
                    <a:pt x="22453" y="15765"/>
                  </a:lnTo>
                  <a:lnTo>
                    <a:pt x="25320" y="16721"/>
                  </a:lnTo>
                  <a:lnTo>
                    <a:pt x="28664" y="16721"/>
                  </a:lnTo>
                  <a:lnTo>
                    <a:pt x="33441" y="16243"/>
                  </a:lnTo>
                  <a:lnTo>
                    <a:pt x="34397" y="15765"/>
                  </a:lnTo>
                  <a:lnTo>
                    <a:pt x="39174" y="15287"/>
                  </a:lnTo>
                  <a:lnTo>
                    <a:pt x="44429" y="15287"/>
                  </a:lnTo>
                  <a:lnTo>
                    <a:pt x="46340" y="15765"/>
                  </a:lnTo>
                  <a:lnTo>
                    <a:pt x="46817" y="162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0" name="Freeform 2559">
              <a:extLst>
                <a:ext uri="{FF2B5EF4-FFF2-40B4-BE49-F238E27FC236}">
                  <a16:creationId xmlns:a16="http://schemas.microsoft.com/office/drawing/2014/main" id="{AA11702F-E554-69C5-A0B5-71A413E98BFF}"/>
                </a:ext>
              </a:extLst>
            </p:cNvPr>
            <p:cNvSpPr/>
            <p:nvPr/>
          </p:nvSpPr>
          <p:spPr>
            <a:xfrm>
              <a:off x="4649912" y="4426283"/>
              <a:ext cx="1433" cy="2388"/>
            </a:xfrm>
            <a:custGeom>
              <a:avLst/>
              <a:gdLst>
                <a:gd name="csX0" fmla="*/ 956 w 1433"/>
                <a:gd name="csY0" fmla="*/ 0 h 2388"/>
                <a:gd name="csX1" fmla="*/ 1433 w 1433"/>
                <a:gd name="csY1" fmla="*/ 1433 h 2388"/>
                <a:gd name="csX2" fmla="*/ 1433 w 1433"/>
                <a:gd name="csY2" fmla="*/ 2389 h 2388"/>
                <a:gd name="csX3" fmla="*/ 0 w 1433"/>
                <a:gd name="csY3" fmla="*/ 1911 h 2388"/>
                <a:gd name="csX4" fmla="*/ 0 w 1433"/>
                <a:gd name="csY4" fmla="*/ 955 h 2388"/>
                <a:gd name="csX5" fmla="*/ 478 w 1433"/>
                <a:gd name="csY5" fmla="*/ 0 h 2388"/>
                <a:gd name="csX6" fmla="*/ 956 w 1433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2388">
                  <a:moveTo>
                    <a:pt x="956" y="0"/>
                  </a:moveTo>
                  <a:lnTo>
                    <a:pt x="1433" y="1433"/>
                  </a:lnTo>
                  <a:lnTo>
                    <a:pt x="1433" y="2389"/>
                  </a:lnTo>
                  <a:lnTo>
                    <a:pt x="0" y="1911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1" name="Freeform 2560">
              <a:extLst>
                <a:ext uri="{FF2B5EF4-FFF2-40B4-BE49-F238E27FC236}">
                  <a16:creationId xmlns:a16="http://schemas.microsoft.com/office/drawing/2014/main" id="{D195E1F7-D919-92B8-EA17-F6AB854D9F98}"/>
                </a:ext>
              </a:extLst>
            </p:cNvPr>
            <p:cNvSpPr/>
            <p:nvPr/>
          </p:nvSpPr>
          <p:spPr>
            <a:xfrm>
              <a:off x="4646090" y="4659415"/>
              <a:ext cx="5254" cy="955"/>
            </a:xfrm>
            <a:custGeom>
              <a:avLst/>
              <a:gdLst>
                <a:gd name="csX0" fmla="*/ 0 w 5254"/>
                <a:gd name="csY0" fmla="*/ 0 h 955"/>
                <a:gd name="csX1" fmla="*/ 5255 w 5254"/>
                <a:gd name="csY1" fmla="*/ 956 h 955"/>
                <a:gd name="csX2" fmla="*/ 5255 w 5254"/>
                <a:gd name="csY2" fmla="*/ 956 h 955"/>
                <a:gd name="csX3" fmla="*/ 0 w 5254"/>
                <a:gd name="csY3" fmla="*/ 0 h 955"/>
                <a:gd name="csX4" fmla="*/ 0 w 5254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4" h="955">
                  <a:moveTo>
                    <a:pt x="0" y="0"/>
                  </a:moveTo>
                  <a:lnTo>
                    <a:pt x="5255" y="956"/>
                  </a:lnTo>
                  <a:lnTo>
                    <a:pt x="5255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2" name="Freeform 2561">
              <a:extLst>
                <a:ext uri="{FF2B5EF4-FFF2-40B4-BE49-F238E27FC236}">
                  <a16:creationId xmlns:a16="http://schemas.microsoft.com/office/drawing/2014/main" id="{B3DDA8FD-3DC2-25CA-2C49-597C5D56EF3D}"/>
                </a:ext>
              </a:extLst>
            </p:cNvPr>
            <p:cNvSpPr/>
            <p:nvPr/>
          </p:nvSpPr>
          <p:spPr>
            <a:xfrm>
              <a:off x="4637013" y="3072398"/>
              <a:ext cx="9554" cy="7643"/>
            </a:xfrm>
            <a:custGeom>
              <a:avLst/>
              <a:gdLst>
                <a:gd name="csX0" fmla="*/ 9077 w 9554"/>
                <a:gd name="csY0" fmla="*/ 0 h 7643"/>
                <a:gd name="csX1" fmla="*/ 9555 w 9554"/>
                <a:gd name="csY1" fmla="*/ 478 h 7643"/>
                <a:gd name="csX2" fmla="*/ 7644 w 9554"/>
                <a:gd name="csY2" fmla="*/ 2389 h 7643"/>
                <a:gd name="csX3" fmla="*/ 3822 w 9554"/>
                <a:gd name="csY3" fmla="*/ 6210 h 7643"/>
                <a:gd name="csX4" fmla="*/ 1433 w 9554"/>
                <a:gd name="csY4" fmla="*/ 7644 h 7643"/>
                <a:gd name="csX5" fmla="*/ 0 w 9554"/>
                <a:gd name="csY5" fmla="*/ 6210 h 7643"/>
                <a:gd name="csX6" fmla="*/ 956 w 9554"/>
                <a:gd name="csY6" fmla="*/ 5733 h 7643"/>
                <a:gd name="csX7" fmla="*/ 2389 w 9554"/>
                <a:gd name="csY7" fmla="*/ 3822 h 7643"/>
                <a:gd name="csX8" fmla="*/ 3822 w 9554"/>
                <a:gd name="csY8" fmla="*/ 1911 h 7643"/>
                <a:gd name="csX9" fmla="*/ 4777 w 9554"/>
                <a:gd name="csY9" fmla="*/ 478 h 7643"/>
                <a:gd name="csX10" fmla="*/ 8121 w 9554"/>
                <a:gd name="csY10" fmla="*/ 0 h 7643"/>
                <a:gd name="csX11" fmla="*/ 9077 w 9554"/>
                <a:gd name="csY11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554" h="7643">
                  <a:moveTo>
                    <a:pt x="9077" y="0"/>
                  </a:moveTo>
                  <a:lnTo>
                    <a:pt x="9555" y="478"/>
                  </a:lnTo>
                  <a:lnTo>
                    <a:pt x="7644" y="2389"/>
                  </a:lnTo>
                  <a:lnTo>
                    <a:pt x="3822" y="6210"/>
                  </a:lnTo>
                  <a:lnTo>
                    <a:pt x="1433" y="7644"/>
                  </a:lnTo>
                  <a:lnTo>
                    <a:pt x="0" y="6210"/>
                  </a:lnTo>
                  <a:lnTo>
                    <a:pt x="956" y="5733"/>
                  </a:lnTo>
                  <a:lnTo>
                    <a:pt x="2389" y="3822"/>
                  </a:lnTo>
                  <a:lnTo>
                    <a:pt x="3822" y="1911"/>
                  </a:lnTo>
                  <a:lnTo>
                    <a:pt x="4777" y="478"/>
                  </a:lnTo>
                  <a:lnTo>
                    <a:pt x="8121" y="0"/>
                  </a:lnTo>
                  <a:lnTo>
                    <a:pt x="90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3" name="Freeform 2562">
              <a:extLst>
                <a:ext uri="{FF2B5EF4-FFF2-40B4-BE49-F238E27FC236}">
                  <a16:creationId xmlns:a16="http://schemas.microsoft.com/office/drawing/2014/main" id="{5FBB451F-5E27-9252-EAD4-7AF357E7D53B}"/>
                </a:ext>
              </a:extLst>
            </p:cNvPr>
            <p:cNvSpPr/>
            <p:nvPr/>
          </p:nvSpPr>
          <p:spPr>
            <a:xfrm>
              <a:off x="4641791" y="4419117"/>
              <a:ext cx="1911" cy="1910"/>
            </a:xfrm>
            <a:custGeom>
              <a:avLst/>
              <a:gdLst>
                <a:gd name="csX0" fmla="*/ 1911 w 1911"/>
                <a:gd name="csY0" fmla="*/ 478 h 1910"/>
                <a:gd name="csX1" fmla="*/ 1911 w 1911"/>
                <a:gd name="csY1" fmla="*/ 1433 h 1910"/>
                <a:gd name="csX2" fmla="*/ 956 w 1911"/>
                <a:gd name="csY2" fmla="*/ 1911 h 1910"/>
                <a:gd name="csX3" fmla="*/ 0 w 1911"/>
                <a:gd name="csY3" fmla="*/ 955 h 1910"/>
                <a:gd name="csX4" fmla="*/ 0 w 1911"/>
                <a:gd name="csY4" fmla="*/ 0 h 1910"/>
                <a:gd name="csX5" fmla="*/ 956 w 1911"/>
                <a:gd name="csY5" fmla="*/ 0 h 1910"/>
                <a:gd name="csX6" fmla="*/ 1911 w 1911"/>
                <a:gd name="csY6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0">
                  <a:moveTo>
                    <a:pt x="1911" y="478"/>
                  </a:moveTo>
                  <a:lnTo>
                    <a:pt x="1911" y="1433"/>
                  </a:lnTo>
                  <a:lnTo>
                    <a:pt x="956" y="1911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4" name="Freeform 2563">
              <a:extLst>
                <a:ext uri="{FF2B5EF4-FFF2-40B4-BE49-F238E27FC236}">
                  <a16:creationId xmlns:a16="http://schemas.microsoft.com/office/drawing/2014/main" id="{78EC2627-02F5-47D8-4149-B09B0618B7B1}"/>
                </a:ext>
              </a:extLst>
            </p:cNvPr>
            <p:cNvSpPr/>
            <p:nvPr/>
          </p:nvSpPr>
          <p:spPr>
            <a:xfrm>
              <a:off x="4637491" y="4415295"/>
              <a:ext cx="4299" cy="3344"/>
            </a:xfrm>
            <a:custGeom>
              <a:avLst/>
              <a:gdLst>
                <a:gd name="csX0" fmla="*/ 3822 w 4299"/>
                <a:gd name="csY0" fmla="*/ 2389 h 3344"/>
                <a:gd name="csX1" fmla="*/ 4299 w 4299"/>
                <a:gd name="csY1" fmla="*/ 2867 h 3344"/>
                <a:gd name="csX2" fmla="*/ 3822 w 4299"/>
                <a:gd name="csY2" fmla="*/ 3344 h 3344"/>
                <a:gd name="csX3" fmla="*/ 2866 w 4299"/>
                <a:gd name="csY3" fmla="*/ 1911 h 3344"/>
                <a:gd name="csX4" fmla="*/ 1433 w 4299"/>
                <a:gd name="csY4" fmla="*/ 1911 h 3344"/>
                <a:gd name="csX5" fmla="*/ 0 w 4299"/>
                <a:gd name="csY5" fmla="*/ 956 h 3344"/>
                <a:gd name="csX6" fmla="*/ 0 w 4299"/>
                <a:gd name="csY6" fmla="*/ 956 h 3344"/>
                <a:gd name="csX7" fmla="*/ 0 w 4299"/>
                <a:gd name="csY7" fmla="*/ 478 h 3344"/>
                <a:gd name="csX8" fmla="*/ 478 w 4299"/>
                <a:gd name="csY8" fmla="*/ 0 h 3344"/>
                <a:gd name="csX9" fmla="*/ 956 w 4299"/>
                <a:gd name="csY9" fmla="*/ 0 h 3344"/>
                <a:gd name="csX10" fmla="*/ 2389 w 4299"/>
                <a:gd name="csY10" fmla="*/ 956 h 3344"/>
                <a:gd name="csX11" fmla="*/ 3344 w 4299"/>
                <a:gd name="csY11" fmla="*/ 1911 h 3344"/>
                <a:gd name="csX12" fmla="*/ 3822 w 4299"/>
                <a:gd name="csY12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3344">
                  <a:moveTo>
                    <a:pt x="3822" y="2389"/>
                  </a:moveTo>
                  <a:lnTo>
                    <a:pt x="4299" y="2867"/>
                  </a:lnTo>
                  <a:lnTo>
                    <a:pt x="3822" y="3344"/>
                  </a:lnTo>
                  <a:lnTo>
                    <a:pt x="2866" y="1911"/>
                  </a:lnTo>
                  <a:lnTo>
                    <a:pt x="1433" y="1911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2389" y="956"/>
                  </a:lnTo>
                  <a:lnTo>
                    <a:pt x="3344" y="1911"/>
                  </a:lnTo>
                  <a:lnTo>
                    <a:pt x="3822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5" name="Freeform 2564">
              <a:extLst>
                <a:ext uri="{FF2B5EF4-FFF2-40B4-BE49-F238E27FC236}">
                  <a16:creationId xmlns:a16="http://schemas.microsoft.com/office/drawing/2014/main" id="{40408DAE-F517-FC42-220D-6E532DE856F9}"/>
                </a:ext>
              </a:extLst>
            </p:cNvPr>
            <p:cNvSpPr/>
            <p:nvPr/>
          </p:nvSpPr>
          <p:spPr>
            <a:xfrm>
              <a:off x="4639402" y="5145266"/>
              <a:ext cx="1433" cy="1433"/>
            </a:xfrm>
            <a:custGeom>
              <a:avLst/>
              <a:gdLst>
                <a:gd name="csX0" fmla="*/ 1433 w 1433"/>
                <a:gd name="csY0" fmla="*/ 1433 h 1433"/>
                <a:gd name="csX1" fmla="*/ 0 w 1433"/>
                <a:gd name="csY1" fmla="*/ 478 h 1433"/>
                <a:gd name="csX2" fmla="*/ 0 w 1433"/>
                <a:gd name="csY2" fmla="*/ 0 h 1433"/>
                <a:gd name="csX3" fmla="*/ 1433 w 1433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1433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6" name="Freeform 2565">
              <a:extLst>
                <a:ext uri="{FF2B5EF4-FFF2-40B4-BE49-F238E27FC236}">
                  <a16:creationId xmlns:a16="http://schemas.microsoft.com/office/drawing/2014/main" id="{BEFEE60C-47DB-716F-021E-79D253636C9B}"/>
                </a:ext>
              </a:extLst>
            </p:cNvPr>
            <p:cNvSpPr/>
            <p:nvPr/>
          </p:nvSpPr>
          <p:spPr>
            <a:xfrm>
              <a:off x="4637013" y="4405263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956 w 1433"/>
                <a:gd name="csY1" fmla="*/ 478 h 955"/>
                <a:gd name="csX2" fmla="*/ 956 w 1433"/>
                <a:gd name="csY2" fmla="*/ 478 h 955"/>
                <a:gd name="csX3" fmla="*/ 478 w 1433"/>
                <a:gd name="csY3" fmla="*/ 956 h 955"/>
                <a:gd name="csX4" fmla="*/ 478 w 1433"/>
                <a:gd name="csY4" fmla="*/ 956 h 955"/>
                <a:gd name="csX5" fmla="*/ 0 w 1433"/>
                <a:gd name="csY5" fmla="*/ 478 h 955"/>
                <a:gd name="csX6" fmla="*/ 0 w 1433"/>
                <a:gd name="csY6" fmla="*/ 478 h 955"/>
                <a:gd name="csX7" fmla="*/ 0 w 1433"/>
                <a:gd name="csY7" fmla="*/ 0 h 955"/>
                <a:gd name="csX8" fmla="*/ 0 w 1433"/>
                <a:gd name="csY8" fmla="*/ 0 h 955"/>
                <a:gd name="csX9" fmla="*/ 0 w 1433"/>
                <a:gd name="csY9" fmla="*/ 0 h 955"/>
                <a:gd name="csX10" fmla="*/ 1433 w 1433"/>
                <a:gd name="csY10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956" y="478"/>
                  </a:lnTo>
                  <a:lnTo>
                    <a:pt x="956" y="478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7" name="Freeform 2566">
              <a:extLst>
                <a:ext uri="{FF2B5EF4-FFF2-40B4-BE49-F238E27FC236}">
                  <a16:creationId xmlns:a16="http://schemas.microsoft.com/office/drawing/2014/main" id="{A37364F6-C0A0-121A-F88C-D9B990DD944F}"/>
                </a:ext>
              </a:extLst>
            </p:cNvPr>
            <p:cNvSpPr/>
            <p:nvPr/>
          </p:nvSpPr>
          <p:spPr>
            <a:xfrm>
              <a:off x="4634147" y="4412429"/>
              <a:ext cx="1433" cy="1433"/>
            </a:xfrm>
            <a:custGeom>
              <a:avLst/>
              <a:gdLst>
                <a:gd name="csX0" fmla="*/ 1433 w 1433"/>
                <a:gd name="csY0" fmla="*/ 956 h 1433"/>
                <a:gd name="csX1" fmla="*/ 956 w 1433"/>
                <a:gd name="csY1" fmla="*/ 1433 h 1433"/>
                <a:gd name="csX2" fmla="*/ 478 w 1433"/>
                <a:gd name="csY2" fmla="*/ 1433 h 1433"/>
                <a:gd name="csX3" fmla="*/ 478 w 1433"/>
                <a:gd name="csY3" fmla="*/ 956 h 1433"/>
                <a:gd name="csX4" fmla="*/ 0 w 1433"/>
                <a:gd name="csY4" fmla="*/ 0 h 1433"/>
                <a:gd name="csX5" fmla="*/ 478 w 1433"/>
                <a:gd name="csY5" fmla="*/ 478 h 1433"/>
                <a:gd name="csX6" fmla="*/ 956 w 1433"/>
                <a:gd name="csY6" fmla="*/ 478 h 1433"/>
                <a:gd name="csX7" fmla="*/ 956 w 1433"/>
                <a:gd name="csY7" fmla="*/ 478 h 1433"/>
                <a:gd name="csX8" fmla="*/ 1433 w 1433"/>
                <a:gd name="csY8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1433">
                  <a:moveTo>
                    <a:pt x="1433" y="956"/>
                  </a:moveTo>
                  <a:lnTo>
                    <a:pt x="956" y="1433"/>
                  </a:lnTo>
                  <a:lnTo>
                    <a:pt x="478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956" y="478"/>
                  </a:lnTo>
                  <a:lnTo>
                    <a:pt x="956" y="478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8" name="Freeform 2567">
              <a:extLst>
                <a:ext uri="{FF2B5EF4-FFF2-40B4-BE49-F238E27FC236}">
                  <a16:creationId xmlns:a16="http://schemas.microsoft.com/office/drawing/2014/main" id="{482D85DE-EB0E-1982-A84F-418DD9CA6972}"/>
                </a:ext>
              </a:extLst>
            </p:cNvPr>
            <p:cNvSpPr/>
            <p:nvPr/>
          </p:nvSpPr>
          <p:spPr>
            <a:xfrm>
              <a:off x="4627459" y="4663237"/>
              <a:ext cx="7643" cy="6210"/>
            </a:xfrm>
            <a:custGeom>
              <a:avLst/>
              <a:gdLst>
                <a:gd name="csX0" fmla="*/ 6211 w 7643"/>
                <a:gd name="csY0" fmla="*/ 4777 h 6210"/>
                <a:gd name="csX1" fmla="*/ 7644 w 7643"/>
                <a:gd name="csY1" fmla="*/ 6210 h 6210"/>
                <a:gd name="csX2" fmla="*/ 7644 w 7643"/>
                <a:gd name="csY2" fmla="*/ 6210 h 6210"/>
                <a:gd name="csX3" fmla="*/ 5733 w 7643"/>
                <a:gd name="csY3" fmla="*/ 4777 h 6210"/>
                <a:gd name="csX4" fmla="*/ 4300 w 7643"/>
                <a:gd name="csY4" fmla="*/ 3344 h 6210"/>
                <a:gd name="csX5" fmla="*/ 956 w 7643"/>
                <a:gd name="csY5" fmla="*/ 478 h 6210"/>
                <a:gd name="csX6" fmla="*/ 0 w 7643"/>
                <a:gd name="csY6" fmla="*/ 0 h 6210"/>
                <a:gd name="csX7" fmla="*/ 478 w 7643"/>
                <a:gd name="csY7" fmla="*/ 0 h 6210"/>
                <a:gd name="csX8" fmla="*/ 1433 w 7643"/>
                <a:gd name="csY8" fmla="*/ 478 h 6210"/>
                <a:gd name="csX9" fmla="*/ 4300 w 7643"/>
                <a:gd name="csY9" fmla="*/ 3344 h 6210"/>
                <a:gd name="csX10" fmla="*/ 6211 w 7643"/>
                <a:gd name="csY10" fmla="*/ 4777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643" h="6210">
                  <a:moveTo>
                    <a:pt x="6211" y="4777"/>
                  </a:moveTo>
                  <a:lnTo>
                    <a:pt x="7644" y="6210"/>
                  </a:lnTo>
                  <a:lnTo>
                    <a:pt x="7644" y="6210"/>
                  </a:lnTo>
                  <a:lnTo>
                    <a:pt x="5733" y="4777"/>
                  </a:lnTo>
                  <a:lnTo>
                    <a:pt x="4300" y="3344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4300" y="3344"/>
                  </a:lnTo>
                  <a:lnTo>
                    <a:pt x="6211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9" name="Freeform 2568">
              <a:extLst>
                <a:ext uri="{FF2B5EF4-FFF2-40B4-BE49-F238E27FC236}">
                  <a16:creationId xmlns:a16="http://schemas.microsoft.com/office/drawing/2014/main" id="{D9CD47CF-87E2-6A69-F5B9-C4F2A46D3A82}"/>
                </a:ext>
              </a:extLst>
            </p:cNvPr>
            <p:cNvSpPr/>
            <p:nvPr/>
          </p:nvSpPr>
          <p:spPr>
            <a:xfrm>
              <a:off x="4631281" y="4398574"/>
              <a:ext cx="3343" cy="1911"/>
            </a:xfrm>
            <a:custGeom>
              <a:avLst/>
              <a:gdLst>
                <a:gd name="csX0" fmla="*/ 3344 w 3343"/>
                <a:gd name="csY0" fmla="*/ 0 h 1911"/>
                <a:gd name="csX1" fmla="*/ 2866 w 3343"/>
                <a:gd name="csY1" fmla="*/ 956 h 1911"/>
                <a:gd name="csX2" fmla="*/ 0 w 3343"/>
                <a:gd name="csY2" fmla="*/ 1911 h 1911"/>
                <a:gd name="csX3" fmla="*/ 0 w 3343"/>
                <a:gd name="csY3" fmla="*/ 1433 h 1911"/>
                <a:gd name="csX4" fmla="*/ 2389 w 3343"/>
                <a:gd name="csY4" fmla="*/ 0 h 1911"/>
                <a:gd name="csX5" fmla="*/ 3344 w 3343"/>
                <a:gd name="csY5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3" h="1911">
                  <a:moveTo>
                    <a:pt x="3344" y="0"/>
                  </a:moveTo>
                  <a:lnTo>
                    <a:pt x="2866" y="956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2389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0" name="Freeform 2569">
              <a:extLst>
                <a:ext uri="{FF2B5EF4-FFF2-40B4-BE49-F238E27FC236}">
                  <a16:creationId xmlns:a16="http://schemas.microsoft.com/office/drawing/2014/main" id="{8EBF852D-FBC8-BCD8-EC49-93233B4FA642}"/>
                </a:ext>
              </a:extLst>
            </p:cNvPr>
            <p:cNvSpPr/>
            <p:nvPr/>
          </p:nvSpPr>
          <p:spPr>
            <a:xfrm>
              <a:off x="4631758" y="4401441"/>
              <a:ext cx="2388" cy="955"/>
            </a:xfrm>
            <a:custGeom>
              <a:avLst/>
              <a:gdLst>
                <a:gd name="csX0" fmla="*/ 2389 w 2388"/>
                <a:gd name="csY0" fmla="*/ 478 h 955"/>
                <a:gd name="csX1" fmla="*/ 2389 w 2388"/>
                <a:gd name="csY1" fmla="*/ 956 h 955"/>
                <a:gd name="csX2" fmla="*/ 0 w 2388"/>
                <a:gd name="csY2" fmla="*/ 956 h 955"/>
                <a:gd name="csX3" fmla="*/ 478 w 2388"/>
                <a:gd name="csY3" fmla="*/ 478 h 955"/>
                <a:gd name="csX4" fmla="*/ 1433 w 2388"/>
                <a:gd name="csY4" fmla="*/ 0 h 955"/>
                <a:gd name="csX5" fmla="*/ 1911 w 2388"/>
                <a:gd name="csY5" fmla="*/ 0 h 955"/>
                <a:gd name="csX6" fmla="*/ 2389 w 2388"/>
                <a:gd name="csY6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955">
                  <a:moveTo>
                    <a:pt x="2389" y="478"/>
                  </a:moveTo>
                  <a:lnTo>
                    <a:pt x="2389" y="95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1" name="Freeform 2570">
              <a:extLst>
                <a:ext uri="{FF2B5EF4-FFF2-40B4-BE49-F238E27FC236}">
                  <a16:creationId xmlns:a16="http://schemas.microsoft.com/office/drawing/2014/main" id="{D49C192D-7E5F-14CB-594C-B0A7F38ECC4B}"/>
                </a:ext>
              </a:extLst>
            </p:cNvPr>
            <p:cNvSpPr/>
            <p:nvPr/>
          </p:nvSpPr>
          <p:spPr>
            <a:xfrm>
              <a:off x="4631758" y="4402396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2389 w 2388"/>
                <a:gd name="csY1" fmla="*/ 478 h 955"/>
                <a:gd name="csX2" fmla="*/ 2389 w 2388"/>
                <a:gd name="csY2" fmla="*/ 955 h 955"/>
                <a:gd name="csX3" fmla="*/ 956 w 2388"/>
                <a:gd name="csY3" fmla="*/ 478 h 955"/>
                <a:gd name="csX4" fmla="*/ 0 w 2388"/>
                <a:gd name="csY4" fmla="*/ 0 h 955"/>
                <a:gd name="csX5" fmla="*/ 0 w 2388"/>
                <a:gd name="csY5" fmla="*/ 0 h 955"/>
                <a:gd name="csX6" fmla="*/ 2389 w 2388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2389" y="478"/>
                  </a:lnTo>
                  <a:lnTo>
                    <a:pt x="2389" y="955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2" name="Freeform 2571">
              <a:extLst>
                <a:ext uri="{FF2B5EF4-FFF2-40B4-BE49-F238E27FC236}">
                  <a16:creationId xmlns:a16="http://schemas.microsoft.com/office/drawing/2014/main" id="{E38FF53A-9C1E-0F08-B289-C119126FC109}"/>
                </a:ext>
              </a:extLst>
            </p:cNvPr>
            <p:cNvSpPr/>
            <p:nvPr/>
          </p:nvSpPr>
          <p:spPr>
            <a:xfrm>
              <a:off x="4629370" y="4965162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0 w 1433"/>
                <a:gd name="csY1" fmla="*/ 956 h 955"/>
                <a:gd name="csX2" fmla="*/ 0 w 1433"/>
                <a:gd name="csY2" fmla="*/ 956 h 955"/>
                <a:gd name="csX3" fmla="*/ 1433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3" name="Freeform 2572">
              <a:extLst>
                <a:ext uri="{FF2B5EF4-FFF2-40B4-BE49-F238E27FC236}">
                  <a16:creationId xmlns:a16="http://schemas.microsoft.com/office/drawing/2014/main" id="{85AAE10A-3CAB-8152-0069-82E6174C36CC}"/>
                </a:ext>
              </a:extLst>
            </p:cNvPr>
            <p:cNvSpPr/>
            <p:nvPr/>
          </p:nvSpPr>
          <p:spPr>
            <a:xfrm>
              <a:off x="4629370" y="4410518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0 h 477"/>
                <a:gd name="csX2" fmla="*/ 478 w 477"/>
                <a:gd name="csY2" fmla="*/ 478 h 477"/>
                <a:gd name="csX3" fmla="*/ 0 w 477"/>
                <a:gd name="csY3" fmla="*/ 478 h 477"/>
                <a:gd name="csX4" fmla="*/ 0 w 477"/>
                <a:gd name="csY4" fmla="*/ 478 h 477"/>
                <a:gd name="csX5" fmla="*/ 0 w 477"/>
                <a:gd name="csY5" fmla="*/ 0 h 477"/>
                <a:gd name="csX6" fmla="*/ 0 w 477"/>
                <a:gd name="csY6" fmla="*/ 0 h 477"/>
                <a:gd name="csX7" fmla="*/ 478 w 477"/>
                <a:gd name="csY7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0"/>
                  </a:lnTo>
                  <a:lnTo>
                    <a:pt x="478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4" name="Freeform 2573">
              <a:extLst>
                <a:ext uri="{FF2B5EF4-FFF2-40B4-BE49-F238E27FC236}">
                  <a16:creationId xmlns:a16="http://schemas.microsoft.com/office/drawing/2014/main" id="{BE4C8429-7E31-7DC9-E317-CCAA8E2B0857}"/>
                </a:ext>
              </a:extLst>
            </p:cNvPr>
            <p:cNvSpPr/>
            <p:nvPr/>
          </p:nvSpPr>
          <p:spPr>
            <a:xfrm>
              <a:off x="4618860" y="5142399"/>
              <a:ext cx="10032" cy="477"/>
            </a:xfrm>
            <a:custGeom>
              <a:avLst/>
              <a:gdLst>
                <a:gd name="csX0" fmla="*/ 10032 w 10032"/>
                <a:gd name="csY0" fmla="*/ 0 h 477"/>
                <a:gd name="csX1" fmla="*/ 1911 w 10032"/>
                <a:gd name="csY1" fmla="*/ 0 h 477"/>
                <a:gd name="csX2" fmla="*/ 1433 w 10032"/>
                <a:gd name="csY2" fmla="*/ 478 h 477"/>
                <a:gd name="csX3" fmla="*/ 0 w 10032"/>
                <a:gd name="csY3" fmla="*/ 478 h 477"/>
                <a:gd name="csX4" fmla="*/ 0 w 10032"/>
                <a:gd name="csY4" fmla="*/ 478 h 477"/>
                <a:gd name="csX5" fmla="*/ 0 w 10032"/>
                <a:gd name="csY5" fmla="*/ 478 h 477"/>
                <a:gd name="csX6" fmla="*/ 1433 w 10032"/>
                <a:gd name="csY6" fmla="*/ 478 h 477"/>
                <a:gd name="csX7" fmla="*/ 1911 w 10032"/>
                <a:gd name="csY7" fmla="*/ 0 h 477"/>
                <a:gd name="csX8" fmla="*/ 10032 w 10032"/>
                <a:gd name="csY8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0032" h="477">
                  <a:moveTo>
                    <a:pt x="10032" y="0"/>
                  </a:moveTo>
                  <a:lnTo>
                    <a:pt x="1911" y="0"/>
                  </a:lnTo>
                  <a:lnTo>
                    <a:pt x="1433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1003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5" name="Freeform 2574">
              <a:extLst>
                <a:ext uri="{FF2B5EF4-FFF2-40B4-BE49-F238E27FC236}">
                  <a16:creationId xmlns:a16="http://schemas.microsoft.com/office/drawing/2014/main" id="{C3FCDF9F-545C-FB5A-C49C-D11D45840174}"/>
                </a:ext>
              </a:extLst>
            </p:cNvPr>
            <p:cNvSpPr/>
            <p:nvPr/>
          </p:nvSpPr>
          <p:spPr>
            <a:xfrm>
              <a:off x="4621248" y="4663237"/>
              <a:ext cx="2866" cy="955"/>
            </a:xfrm>
            <a:custGeom>
              <a:avLst/>
              <a:gdLst>
                <a:gd name="csX0" fmla="*/ 2867 w 2866"/>
                <a:gd name="csY0" fmla="*/ 956 h 955"/>
                <a:gd name="csX1" fmla="*/ 2867 w 2866"/>
                <a:gd name="csY1" fmla="*/ 956 h 955"/>
                <a:gd name="csX2" fmla="*/ 1433 w 2866"/>
                <a:gd name="csY2" fmla="*/ 478 h 955"/>
                <a:gd name="csX3" fmla="*/ 0 w 2866"/>
                <a:gd name="csY3" fmla="*/ 0 h 955"/>
                <a:gd name="csX4" fmla="*/ 478 w 2866"/>
                <a:gd name="csY4" fmla="*/ 0 h 955"/>
                <a:gd name="csX5" fmla="*/ 1433 w 2866"/>
                <a:gd name="csY5" fmla="*/ 478 h 955"/>
                <a:gd name="csX6" fmla="*/ 2867 w 2866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955">
                  <a:moveTo>
                    <a:pt x="2867" y="956"/>
                  </a:moveTo>
                  <a:lnTo>
                    <a:pt x="2867" y="956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286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6" name="Freeform 2575">
              <a:extLst>
                <a:ext uri="{FF2B5EF4-FFF2-40B4-BE49-F238E27FC236}">
                  <a16:creationId xmlns:a16="http://schemas.microsoft.com/office/drawing/2014/main" id="{8EEE158E-A66A-F4B2-6752-080E724A5E6C}"/>
                </a:ext>
              </a:extLst>
            </p:cNvPr>
            <p:cNvSpPr/>
            <p:nvPr/>
          </p:nvSpPr>
          <p:spPr>
            <a:xfrm>
              <a:off x="4614082" y="4663237"/>
              <a:ext cx="5255" cy="477"/>
            </a:xfrm>
            <a:custGeom>
              <a:avLst/>
              <a:gdLst>
                <a:gd name="csX0" fmla="*/ 5255 w 5255"/>
                <a:gd name="csY0" fmla="*/ 0 h 477"/>
                <a:gd name="csX1" fmla="*/ 1911 w 5255"/>
                <a:gd name="csY1" fmla="*/ 478 h 477"/>
                <a:gd name="csX2" fmla="*/ 0 w 5255"/>
                <a:gd name="csY2" fmla="*/ 478 h 477"/>
                <a:gd name="csX3" fmla="*/ 2389 w 5255"/>
                <a:gd name="csY3" fmla="*/ 0 h 477"/>
                <a:gd name="csX4" fmla="*/ 5255 w 5255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5" h="477">
                  <a:moveTo>
                    <a:pt x="5255" y="0"/>
                  </a:moveTo>
                  <a:lnTo>
                    <a:pt x="1911" y="478"/>
                  </a:lnTo>
                  <a:lnTo>
                    <a:pt x="0" y="478"/>
                  </a:lnTo>
                  <a:lnTo>
                    <a:pt x="2389" y="0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7" name="Freeform 2576">
              <a:extLst>
                <a:ext uri="{FF2B5EF4-FFF2-40B4-BE49-F238E27FC236}">
                  <a16:creationId xmlns:a16="http://schemas.microsoft.com/office/drawing/2014/main" id="{6D2A01EC-96BD-A5C4-6768-A25DB8CFBB55}"/>
                </a:ext>
              </a:extLst>
            </p:cNvPr>
            <p:cNvSpPr/>
            <p:nvPr/>
          </p:nvSpPr>
          <p:spPr>
            <a:xfrm>
              <a:off x="4606439" y="4531383"/>
              <a:ext cx="11943" cy="5254"/>
            </a:xfrm>
            <a:custGeom>
              <a:avLst/>
              <a:gdLst>
                <a:gd name="csX0" fmla="*/ 10988 w 11943"/>
                <a:gd name="csY0" fmla="*/ 955 h 5254"/>
                <a:gd name="csX1" fmla="*/ 11943 w 11943"/>
                <a:gd name="csY1" fmla="*/ 3344 h 5254"/>
                <a:gd name="csX2" fmla="*/ 11465 w 11943"/>
                <a:gd name="csY2" fmla="*/ 3822 h 5254"/>
                <a:gd name="csX3" fmla="*/ 9555 w 11943"/>
                <a:gd name="csY3" fmla="*/ 5255 h 5254"/>
                <a:gd name="csX4" fmla="*/ 8121 w 11943"/>
                <a:gd name="csY4" fmla="*/ 5255 h 5254"/>
                <a:gd name="csX5" fmla="*/ 7166 w 11943"/>
                <a:gd name="csY5" fmla="*/ 5255 h 5254"/>
                <a:gd name="csX6" fmla="*/ 6210 w 11943"/>
                <a:gd name="csY6" fmla="*/ 4777 h 5254"/>
                <a:gd name="csX7" fmla="*/ 4777 w 11943"/>
                <a:gd name="csY7" fmla="*/ 3822 h 5254"/>
                <a:gd name="csX8" fmla="*/ 3822 w 11943"/>
                <a:gd name="csY8" fmla="*/ 4299 h 5254"/>
                <a:gd name="csX9" fmla="*/ 956 w 11943"/>
                <a:gd name="csY9" fmla="*/ 3822 h 5254"/>
                <a:gd name="csX10" fmla="*/ 0 w 11943"/>
                <a:gd name="csY10" fmla="*/ 3344 h 5254"/>
                <a:gd name="csX11" fmla="*/ 1433 w 11943"/>
                <a:gd name="csY11" fmla="*/ 2389 h 5254"/>
                <a:gd name="csX12" fmla="*/ 3344 w 11943"/>
                <a:gd name="csY12" fmla="*/ 1911 h 5254"/>
                <a:gd name="csX13" fmla="*/ 3822 w 11943"/>
                <a:gd name="csY13" fmla="*/ 1433 h 5254"/>
                <a:gd name="csX14" fmla="*/ 4299 w 11943"/>
                <a:gd name="csY14" fmla="*/ 2389 h 5254"/>
                <a:gd name="csX15" fmla="*/ 5733 w 11943"/>
                <a:gd name="csY15" fmla="*/ 2866 h 5254"/>
                <a:gd name="csX16" fmla="*/ 7644 w 11943"/>
                <a:gd name="csY16" fmla="*/ 2866 h 5254"/>
                <a:gd name="csX17" fmla="*/ 8121 w 11943"/>
                <a:gd name="csY17" fmla="*/ 1911 h 5254"/>
                <a:gd name="csX18" fmla="*/ 10032 w 11943"/>
                <a:gd name="csY18" fmla="*/ 0 h 5254"/>
                <a:gd name="csX19" fmla="*/ 10988 w 11943"/>
                <a:gd name="csY19" fmla="*/ 9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943" h="5254">
                  <a:moveTo>
                    <a:pt x="10988" y="955"/>
                  </a:moveTo>
                  <a:lnTo>
                    <a:pt x="11943" y="3344"/>
                  </a:lnTo>
                  <a:lnTo>
                    <a:pt x="11465" y="3822"/>
                  </a:lnTo>
                  <a:lnTo>
                    <a:pt x="9555" y="5255"/>
                  </a:lnTo>
                  <a:lnTo>
                    <a:pt x="8121" y="5255"/>
                  </a:lnTo>
                  <a:lnTo>
                    <a:pt x="7166" y="5255"/>
                  </a:lnTo>
                  <a:lnTo>
                    <a:pt x="6210" y="4777"/>
                  </a:lnTo>
                  <a:lnTo>
                    <a:pt x="4777" y="3822"/>
                  </a:lnTo>
                  <a:lnTo>
                    <a:pt x="3822" y="4299"/>
                  </a:lnTo>
                  <a:lnTo>
                    <a:pt x="956" y="3822"/>
                  </a:lnTo>
                  <a:lnTo>
                    <a:pt x="0" y="3344"/>
                  </a:lnTo>
                  <a:lnTo>
                    <a:pt x="1433" y="2389"/>
                  </a:lnTo>
                  <a:lnTo>
                    <a:pt x="3344" y="1911"/>
                  </a:lnTo>
                  <a:lnTo>
                    <a:pt x="3822" y="1433"/>
                  </a:lnTo>
                  <a:lnTo>
                    <a:pt x="4299" y="2389"/>
                  </a:lnTo>
                  <a:lnTo>
                    <a:pt x="5733" y="2866"/>
                  </a:lnTo>
                  <a:lnTo>
                    <a:pt x="7644" y="2866"/>
                  </a:lnTo>
                  <a:lnTo>
                    <a:pt x="8121" y="1911"/>
                  </a:lnTo>
                  <a:lnTo>
                    <a:pt x="10032" y="0"/>
                  </a:lnTo>
                  <a:lnTo>
                    <a:pt x="10988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8" name="Freeform 2577">
              <a:extLst>
                <a:ext uri="{FF2B5EF4-FFF2-40B4-BE49-F238E27FC236}">
                  <a16:creationId xmlns:a16="http://schemas.microsoft.com/office/drawing/2014/main" id="{CE546620-1405-51A8-1D4E-E293C3959521}"/>
                </a:ext>
              </a:extLst>
            </p:cNvPr>
            <p:cNvSpPr/>
            <p:nvPr/>
          </p:nvSpPr>
          <p:spPr>
            <a:xfrm>
              <a:off x="4599750" y="5923009"/>
              <a:ext cx="18631" cy="5732"/>
            </a:xfrm>
            <a:custGeom>
              <a:avLst/>
              <a:gdLst>
                <a:gd name="csX0" fmla="*/ 18632 w 18631"/>
                <a:gd name="csY0" fmla="*/ 478 h 5732"/>
                <a:gd name="csX1" fmla="*/ 18154 w 18631"/>
                <a:gd name="csY1" fmla="*/ 1433 h 5732"/>
                <a:gd name="csX2" fmla="*/ 15287 w 18631"/>
                <a:gd name="csY2" fmla="*/ 2866 h 5732"/>
                <a:gd name="csX3" fmla="*/ 14332 w 18631"/>
                <a:gd name="csY3" fmla="*/ 2389 h 5732"/>
                <a:gd name="csX4" fmla="*/ 8599 w 18631"/>
                <a:gd name="csY4" fmla="*/ 2389 h 5732"/>
                <a:gd name="csX5" fmla="*/ 5733 w 18631"/>
                <a:gd name="csY5" fmla="*/ 3822 h 5732"/>
                <a:gd name="csX6" fmla="*/ 4777 w 18631"/>
                <a:gd name="csY6" fmla="*/ 3822 h 5732"/>
                <a:gd name="csX7" fmla="*/ 2389 w 18631"/>
                <a:gd name="csY7" fmla="*/ 5733 h 5732"/>
                <a:gd name="csX8" fmla="*/ 478 w 18631"/>
                <a:gd name="csY8" fmla="*/ 4777 h 5732"/>
                <a:gd name="csX9" fmla="*/ 0 w 18631"/>
                <a:gd name="csY9" fmla="*/ 3344 h 5732"/>
                <a:gd name="csX10" fmla="*/ 956 w 18631"/>
                <a:gd name="csY10" fmla="*/ 1911 h 5732"/>
                <a:gd name="csX11" fmla="*/ 2389 w 18631"/>
                <a:gd name="csY11" fmla="*/ 1911 h 5732"/>
                <a:gd name="csX12" fmla="*/ 3344 w 18631"/>
                <a:gd name="csY12" fmla="*/ 956 h 5732"/>
                <a:gd name="csX13" fmla="*/ 3822 w 18631"/>
                <a:gd name="csY13" fmla="*/ 0 h 5732"/>
                <a:gd name="csX14" fmla="*/ 6210 w 18631"/>
                <a:gd name="csY14" fmla="*/ 478 h 5732"/>
                <a:gd name="csX15" fmla="*/ 10510 w 18631"/>
                <a:gd name="csY15" fmla="*/ 0 h 5732"/>
                <a:gd name="csX16" fmla="*/ 12899 w 18631"/>
                <a:gd name="csY16" fmla="*/ 0 h 5732"/>
                <a:gd name="csX17" fmla="*/ 13854 w 18631"/>
                <a:gd name="csY17" fmla="*/ 478 h 5732"/>
                <a:gd name="csX18" fmla="*/ 14332 w 18631"/>
                <a:gd name="csY18" fmla="*/ 956 h 5732"/>
                <a:gd name="csX19" fmla="*/ 17198 w 18631"/>
                <a:gd name="csY19" fmla="*/ 0 h 5732"/>
                <a:gd name="csX20" fmla="*/ 18632 w 18631"/>
                <a:gd name="csY20" fmla="*/ 478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8631" h="5732">
                  <a:moveTo>
                    <a:pt x="18632" y="478"/>
                  </a:moveTo>
                  <a:lnTo>
                    <a:pt x="18154" y="1433"/>
                  </a:lnTo>
                  <a:lnTo>
                    <a:pt x="15287" y="2866"/>
                  </a:lnTo>
                  <a:lnTo>
                    <a:pt x="14332" y="2389"/>
                  </a:lnTo>
                  <a:lnTo>
                    <a:pt x="8599" y="2389"/>
                  </a:lnTo>
                  <a:lnTo>
                    <a:pt x="5733" y="3822"/>
                  </a:lnTo>
                  <a:lnTo>
                    <a:pt x="4777" y="3822"/>
                  </a:lnTo>
                  <a:lnTo>
                    <a:pt x="2389" y="5733"/>
                  </a:lnTo>
                  <a:lnTo>
                    <a:pt x="478" y="4777"/>
                  </a:lnTo>
                  <a:lnTo>
                    <a:pt x="0" y="3344"/>
                  </a:lnTo>
                  <a:lnTo>
                    <a:pt x="956" y="1911"/>
                  </a:lnTo>
                  <a:lnTo>
                    <a:pt x="2389" y="1911"/>
                  </a:lnTo>
                  <a:lnTo>
                    <a:pt x="3344" y="956"/>
                  </a:lnTo>
                  <a:lnTo>
                    <a:pt x="3822" y="0"/>
                  </a:lnTo>
                  <a:lnTo>
                    <a:pt x="6210" y="478"/>
                  </a:lnTo>
                  <a:lnTo>
                    <a:pt x="10510" y="0"/>
                  </a:lnTo>
                  <a:lnTo>
                    <a:pt x="12899" y="0"/>
                  </a:lnTo>
                  <a:lnTo>
                    <a:pt x="13854" y="478"/>
                  </a:lnTo>
                  <a:lnTo>
                    <a:pt x="14332" y="956"/>
                  </a:lnTo>
                  <a:lnTo>
                    <a:pt x="17198" y="0"/>
                  </a:lnTo>
                  <a:lnTo>
                    <a:pt x="1863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9" name="Freeform 2578">
              <a:extLst>
                <a:ext uri="{FF2B5EF4-FFF2-40B4-BE49-F238E27FC236}">
                  <a16:creationId xmlns:a16="http://schemas.microsoft.com/office/drawing/2014/main" id="{5EFC472A-671E-986C-5E2E-735F43BCCE06}"/>
                </a:ext>
              </a:extLst>
            </p:cNvPr>
            <p:cNvSpPr/>
            <p:nvPr/>
          </p:nvSpPr>
          <p:spPr>
            <a:xfrm>
              <a:off x="4615993" y="5142399"/>
              <a:ext cx="1910" cy="477"/>
            </a:xfrm>
            <a:custGeom>
              <a:avLst/>
              <a:gdLst>
                <a:gd name="csX0" fmla="*/ 1911 w 1910"/>
                <a:gd name="csY0" fmla="*/ 0 h 477"/>
                <a:gd name="csX1" fmla="*/ 1433 w 1910"/>
                <a:gd name="csY1" fmla="*/ 0 h 477"/>
                <a:gd name="csX2" fmla="*/ 0 w 1910"/>
                <a:gd name="csY2" fmla="*/ 478 h 477"/>
                <a:gd name="csX3" fmla="*/ 1433 w 1910"/>
                <a:gd name="csY3" fmla="*/ 0 h 477"/>
                <a:gd name="csX4" fmla="*/ 1911 w 1910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477">
                  <a:moveTo>
                    <a:pt x="1911" y="0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0" name="Freeform 2579">
              <a:extLst>
                <a:ext uri="{FF2B5EF4-FFF2-40B4-BE49-F238E27FC236}">
                  <a16:creationId xmlns:a16="http://schemas.microsoft.com/office/drawing/2014/main" id="{30FCD3E7-0102-47BC-57E5-6782EB94E032}"/>
                </a:ext>
              </a:extLst>
            </p:cNvPr>
            <p:cNvSpPr/>
            <p:nvPr/>
          </p:nvSpPr>
          <p:spPr>
            <a:xfrm>
              <a:off x="4609305" y="5143832"/>
              <a:ext cx="5732" cy="10510"/>
            </a:xfrm>
            <a:custGeom>
              <a:avLst/>
              <a:gdLst>
                <a:gd name="csX0" fmla="*/ 5733 w 5732"/>
                <a:gd name="csY0" fmla="*/ 0 h 10510"/>
                <a:gd name="csX1" fmla="*/ 2867 w 5732"/>
                <a:gd name="csY1" fmla="*/ 5733 h 10510"/>
                <a:gd name="csX2" fmla="*/ 956 w 5732"/>
                <a:gd name="csY2" fmla="*/ 8121 h 10510"/>
                <a:gd name="csX3" fmla="*/ 0 w 5732"/>
                <a:gd name="csY3" fmla="*/ 10510 h 10510"/>
                <a:gd name="csX4" fmla="*/ 956 w 5732"/>
                <a:gd name="csY4" fmla="*/ 8121 h 10510"/>
                <a:gd name="csX5" fmla="*/ 2389 w 5732"/>
                <a:gd name="csY5" fmla="*/ 5733 h 10510"/>
                <a:gd name="csX6" fmla="*/ 5733 w 5732"/>
                <a:gd name="csY6" fmla="*/ 0 h 10510"/>
                <a:gd name="csX7" fmla="*/ 5733 w 5732"/>
                <a:gd name="csY7" fmla="*/ 0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10510">
                  <a:moveTo>
                    <a:pt x="5733" y="0"/>
                  </a:moveTo>
                  <a:lnTo>
                    <a:pt x="2867" y="5733"/>
                  </a:lnTo>
                  <a:lnTo>
                    <a:pt x="956" y="8121"/>
                  </a:lnTo>
                  <a:lnTo>
                    <a:pt x="0" y="10510"/>
                  </a:lnTo>
                  <a:lnTo>
                    <a:pt x="956" y="8121"/>
                  </a:lnTo>
                  <a:lnTo>
                    <a:pt x="2389" y="5733"/>
                  </a:lnTo>
                  <a:lnTo>
                    <a:pt x="5733" y="0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1" name="Freeform 2580">
              <a:extLst>
                <a:ext uri="{FF2B5EF4-FFF2-40B4-BE49-F238E27FC236}">
                  <a16:creationId xmlns:a16="http://schemas.microsoft.com/office/drawing/2014/main" id="{A813D5BF-D177-26EF-26B7-D36106977438}"/>
                </a:ext>
              </a:extLst>
            </p:cNvPr>
            <p:cNvSpPr/>
            <p:nvPr/>
          </p:nvSpPr>
          <p:spPr>
            <a:xfrm>
              <a:off x="4610738" y="4659892"/>
              <a:ext cx="3344" cy="3821"/>
            </a:xfrm>
            <a:custGeom>
              <a:avLst/>
              <a:gdLst>
                <a:gd name="csX0" fmla="*/ 3344 w 3344"/>
                <a:gd name="csY0" fmla="*/ 3822 h 3821"/>
                <a:gd name="csX1" fmla="*/ 3344 w 3344"/>
                <a:gd name="csY1" fmla="*/ 3822 h 3821"/>
                <a:gd name="csX2" fmla="*/ 2389 w 3344"/>
                <a:gd name="csY2" fmla="*/ 2867 h 3821"/>
                <a:gd name="csX3" fmla="*/ 1433 w 3344"/>
                <a:gd name="csY3" fmla="*/ 956 h 3821"/>
                <a:gd name="csX4" fmla="*/ 478 w 3344"/>
                <a:gd name="csY4" fmla="*/ 478 h 3821"/>
                <a:gd name="csX5" fmla="*/ 0 w 3344"/>
                <a:gd name="csY5" fmla="*/ 0 h 3821"/>
                <a:gd name="csX6" fmla="*/ 0 w 3344"/>
                <a:gd name="csY6" fmla="*/ 0 h 3821"/>
                <a:gd name="csX7" fmla="*/ 956 w 3344"/>
                <a:gd name="csY7" fmla="*/ 478 h 3821"/>
                <a:gd name="csX8" fmla="*/ 1433 w 3344"/>
                <a:gd name="csY8" fmla="*/ 956 h 3821"/>
                <a:gd name="csX9" fmla="*/ 2389 w 3344"/>
                <a:gd name="csY9" fmla="*/ 2867 h 3821"/>
                <a:gd name="csX10" fmla="*/ 3344 w 3344"/>
                <a:gd name="csY10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3821">
                  <a:moveTo>
                    <a:pt x="3344" y="3822"/>
                  </a:moveTo>
                  <a:lnTo>
                    <a:pt x="3344" y="3822"/>
                  </a:lnTo>
                  <a:lnTo>
                    <a:pt x="2389" y="2867"/>
                  </a:lnTo>
                  <a:lnTo>
                    <a:pt x="1433" y="956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433" y="956"/>
                  </a:lnTo>
                  <a:lnTo>
                    <a:pt x="2389" y="2867"/>
                  </a:lnTo>
                  <a:lnTo>
                    <a:pt x="33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2" name="Freeform 2581">
              <a:extLst>
                <a:ext uri="{FF2B5EF4-FFF2-40B4-BE49-F238E27FC236}">
                  <a16:creationId xmlns:a16="http://schemas.microsoft.com/office/drawing/2014/main" id="{D7746885-F5E9-52E1-8DCE-766907F1249D}"/>
                </a:ext>
              </a:extLst>
            </p:cNvPr>
            <p:cNvSpPr/>
            <p:nvPr/>
          </p:nvSpPr>
          <p:spPr>
            <a:xfrm>
              <a:off x="4607872" y="5154342"/>
              <a:ext cx="1433" cy="4299"/>
            </a:xfrm>
            <a:custGeom>
              <a:avLst/>
              <a:gdLst>
                <a:gd name="csX0" fmla="*/ 1433 w 1433"/>
                <a:gd name="csY0" fmla="*/ 0 h 4299"/>
                <a:gd name="csX1" fmla="*/ 478 w 1433"/>
                <a:gd name="csY1" fmla="*/ 3822 h 4299"/>
                <a:gd name="csX2" fmla="*/ 478 w 1433"/>
                <a:gd name="csY2" fmla="*/ 4300 h 4299"/>
                <a:gd name="csX3" fmla="*/ 0 w 1433"/>
                <a:gd name="csY3" fmla="*/ 4300 h 4299"/>
                <a:gd name="csX4" fmla="*/ 478 w 1433"/>
                <a:gd name="csY4" fmla="*/ 3344 h 4299"/>
                <a:gd name="csX5" fmla="*/ 1433 w 1433"/>
                <a:gd name="csY5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4299">
                  <a:moveTo>
                    <a:pt x="1433" y="0"/>
                  </a:moveTo>
                  <a:lnTo>
                    <a:pt x="478" y="3822"/>
                  </a:lnTo>
                  <a:lnTo>
                    <a:pt x="478" y="4300"/>
                  </a:lnTo>
                  <a:lnTo>
                    <a:pt x="0" y="4300"/>
                  </a:lnTo>
                  <a:lnTo>
                    <a:pt x="478" y="3344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3" name="Freeform 2582">
              <a:extLst>
                <a:ext uri="{FF2B5EF4-FFF2-40B4-BE49-F238E27FC236}">
                  <a16:creationId xmlns:a16="http://schemas.microsoft.com/office/drawing/2014/main" id="{2C290AE5-0C1A-565D-77A3-E9F1909C87EB}"/>
                </a:ext>
              </a:extLst>
            </p:cNvPr>
            <p:cNvSpPr/>
            <p:nvPr/>
          </p:nvSpPr>
          <p:spPr>
            <a:xfrm>
              <a:off x="4606439" y="4389498"/>
              <a:ext cx="2866" cy="955"/>
            </a:xfrm>
            <a:custGeom>
              <a:avLst/>
              <a:gdLst>
                <a:gd name="csX0" fmla="*/ 2389 w 2866"/>
                <a:gd name="csY0" fmla="*/ 0 h 955"/>
                <a:gd name="csX1" fmla="*/ 2866 w 2866"/>
                <a:gd name="csY1" fmla="*/ 956 h 955"/>
                <a:gd name="csX2" fmla="*/ 2389 w 2866"/>
                <a:gd name="csY2" fmla="*/ 956 h 955"/>
                <a:gd name="csX3" fmla="*/ 1433 w 2866"/>
                <a:gd name="csY3" fmla="*/ 478 h 955"/>
                <a:gd name="csX4" fmla="*/ 478 w 2866"/>
                <a:gd name="csY4" fmla="*/ 478 h 955"/>
                <a:gd name="csX5" fmla="*/ 0 w 2866"/>
                <a:gd name="csY5" fmla="*/ 0 h 955"/>
                <a:gd name="csX6" fmla="*/ 0 w 2866"/>
                <a:gd name="csY6" fmla="*/ 0 h 955"/>
                <a:gd name="csX7" fmla="*/ 1911 w 2866"/>
                <a:gd name="csY7" fmla="*/ 0 h 955"/>
                <a:gd name="csX8" fmla="*/ 2389 w 2866"/>
                <a:gd name="csY8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955">
                  <a:moveTo>
                    <a:pt x="2389" y="0"/>
                  </a:moveTo>
                  <a:lnTo>
                    <a:pt x="2866" y="956"/>
                  </a:lnTo>
                  <a:lnTo>
                    <a:pt x="2389" y="956"/>
                  </a:lnTo>
                  <a:lnTo>
                    <a:pt x="1433" y="478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4" name="Freeform 2583">
              <a:extLst>
                <a:ext uri="{FF2B5EF4-FFF2-40B4-BE49-F238E27FC236}">
                  <a16:creationId xmlns:a16="http://schemas.microsoft.com/office/drawing/2014/main" id="{950991EF-C140-D813-BBE6-9FACD0585B6E}"/>
                </a:ext>
              </a:extLst>
            </p:cNvPr>
            <p:cNvSpPr/>
            <p:nvPr/>
          </p:nvSpPr>
          <p:spPr>
            <a:xfrm>
              <a:off x="4605961" y="4393797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956 w 2388"/>
                <a:gd name="csY1" fmla="*/ 956 h 1433"/>
                <a:gd name="csX2" fmla="*/ 478 w 2388"/>
                <a:gd name="csY2" fmla="*/ 1433 h 1433"/>
                <a:gd name="csX3" fmla="*/ 0 w 2388"/>
                <a:gd name="csY3" fmla="*/ 1433 h 1433"/>
                <a:gd name="csX4" fmla="*/ 0 w 2388"/>
                <a:gd name="csY4" fmla="*/ 956 h 1433"/>
                <a:gd name="csX5" fmla="*/ 0 w 2388"/>
                <a:gd name="csY5" fmla="*/ 0 h 1433"/>
                <a:gd name="csX6" fmla="*/ 2389 w 2388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956" y="956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5" name="Freeform 2584">
              <a:extLst>
                <a:ext uri="{FF2B5EF4-FFF2-40B4-BE49-F238E27FC236}">
                  <a16:creationId xmlns:a16="http://schemas.microsoft.com/office/drawing/2014/main" id="{163989DC-ED3C-1801-784C-90933064D220}"/>
                </a:ext>
              </a:extLst>
            </p:cNvPr>
            <p:cNvSpPr/>
            <p:nvPr/>
          </p:nvSpPr>
          <p:spPr>
            <a:xfrm>
              <a:off x="4597840" y="3349003"/>
              <a:ext cx="8599" cy="8121"/>
            </a:xfrm>
            <a:custGeom>
              <a:avLst/>
              <a:gdLst>
                <a:gd name="csX0" fmla="*/ 6688 w 8599"/>
                <a:gd name="csY0" fmla="*/ 3344 h 8121"/>
                <a:gd name="csX1" fmla="*/ 8599 w 8599"/>
                <a:gd name="csY1" fmla="*/ 5733 h 8121"/>
                <a:gd name="csX2" fmla="*/ 8121 w 8599"/>
                <a:gd name="csY2" fmla="*/ 8121 h 8121"/>
                <a:gd name="csX3" fmla="*/ 5733 w 8599"/>
                <a:gd name="csY3" fmla="*/ 7166 h 8121"/>
                <a:gd name="csX4" fmla="*/ 1911 w 8599"/>
                <a:gd name="csY4" fmla="*/ 5255 h 8121"/>
                <a:gd name="csX5" fmla="*/ 478 w 8599"/>
                <a:gd name="csY5" fmla="*/ 3822 h 8121"/>
                <a:gd name="csX6" fmla="*/ 0 w 8599"/>
                <a:gd name="csY6" fmla="*/ 2389 h 8121"/>
                <a:gd name="csX7" fmla="*/ 0 w 8599"/>
                <a:gd name="csY7" fmla="*/ 478 h 8121"/>
                <a:gd name="csX8" fmla="*/ 955 w 8599"/>
                <a:gd name="csY8" fmla="*/ 478 h 8121"/>
                <a:gd name="csX9" fmla="*/ 3822 w 8599"/>
                <a:gd name="csY9" fmla="*/ 0 h 8121"/>
                <a:gd name="csX10" fmla="*/ 6210 w 8599"/>
                <a:gd name="csY10" fmla="*/ 2866 h 8121"/>
                <a:gd name="csX11" fmla="*/ 6688 w 8599"/>
                <a:gd name="csY11" fmla="*/ 3344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599" h="8121">
                  <a:moveTo>
                    <a:pt x="6688" y="3344"/>
                  </a:moveTo>
                  <a:lnTo>
                    <a:pt x="8599" y="5733"/>
                  </a:lnTo>
                  <a:lnTo>
                    <a:pt x="8121" y="8121"/>
                  </a:lnTo>
                  <a:lnTo>
                    <a:pt x="5733" y="7166"/>
                  </a:lnTo>
                  <a:lnTo>
                    <a:pt x="1911" y="5255"/>
                  </a:lnTo>
                  <a:lnTo>
                    <a:pt x="478" y="3822"/>
                  </a:lnTo>
                  <a:lnTo>
                    <a:pt x="0" y="2389"/>
                  </a:lnTo>
                  <a:lnTo>
                    <a:pt x="0" y="478"/>
                  </a:lnTo>
                  <a:lnTo>
                    <a:pt x="955" y="478"/>
                  </a:lnTo>
                  <a:lnTo>
                    <a:pt x="3822" y="0"/>
                  </a:lnTo>
                  <a:lnTo>
                    <a:pt x="6210" y="2866"/>
                  </a:lnTo>
                  <a:lnTo>
                    <a:pt x="6688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6" name="Freeform 2585">
              <a:extLst>
                <a:ext uri="{FF2B5EF4-FFF2-40B4-BE49-F238E27FC236}">
                  <a16:creationId xmlns:a16="http://schemas.microsoft.com/office/drawing/2014/main" id="{C6916AE8-EF92-D55B-61CC-4699643F0F36}"/>
                </a:ext>
              </a:extLst>
            </p:cNvPr>
            <p:cNvSpPr/>
            <p:nvPr/>
          </p:nvSpPr>
          <p:spPr>
            <a:xfrm>
              <a:off x="4595451" y="3271133"/>
              <a:ext cx="10987" cy="6688"/>
            </a:xfrm>
            <a:custGeom>
              <a:avLst/>
              <a:gdLst>
                <a:gd name="csX0" fmla="*/ 10032 w 10987"/>
                <a:gd name="csY0" fmla="*/ 955 h 6688"/>
                <a:gd name="csX1" fmla="*/ 10988 w 10987"/>
                <a:gd name="csY1" fmla="*/ 2866 h 6688"/>
                <a:gd name="csX2" fmla="*/ 9555 w 10987"/>
                <a:gd name="csY2" fmla="*/ 5733 h 6688"/>
                <a:gd name="csX3" fmla="*/ 8121 w 10987"/>
                <a:gd name="csY3" fmla="*/ 6688 h 6688"/>
                <a:gd name="csX4" fmla="*/ 6210 w 10987"/>
                <a:gd name="csY4" fmla="*/ 6688 h 6688"/>
                <a:gd name="csX5" fmla="*/ 2389 w 10987"/>
                <a:gd name="csY5" fmla="*/ 6210 h 6688"/>
                <a:gd name="csX6" fmla="*/ 1433 w 10987"/>
                <a:gd name="csY6" fmla="*/ 5255 h 6688"/>
                <a:gd name="csX7" fmla="*/ 0 w 10987"/>
                <a:gd name="csY7" fmla="*/ 3822 h 6688"/>
                <a:gd name="csX8" fmla="*/ 478 w 10987"/>
                <a:gd name="csY8" fmla="*/ 2866 h 6688"/>
                <a:gd name="csX9" fmla="*/ 2389 w 10987"/>
                <a:gd name="csY9" fmla="*/ 2389 h 6688"/>
                <a:gd name="csX10" fmla="*/ 2866 w 10987"/>
                <a:gd name="csY10" fmla="*/ 1911 h 6688"/>
                <a:gd name="csX11" fmla="*/ 2389 w 10987"/>
                <a:gd name="csY11" fmla="*/ 1433 h 6688"/>
                <a:gd name="csX12" fmla="*/ 2389 w 10987"/>
                <a:gd name="csY12" fmla="*/ 478 h 6688"/>
                <a:gd name="csX13" fmla="*/ 2866 w 10987"/>
                <a:gd name="csY13" fmla="*/ 0 h 6688"/>
                <a:gd name="csX14" fmla="*/ 6688 w 10987"/>
                <a:gd name="csY14" fmla="*/ 478 h 6688"/>
                <a:gd name="csX15" fmla="*/ 9077 w 10987"/>
                <a:gd name="csY15" fmla="*/ 478 h 6688"/>
                <a:gd name="csX16" fmla="*/ 10032 w 10987"/>
                <a:gd name="csY16" fmla="*/ 955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987" h="6688">
                  <a:moveTo>
                    <a:pt x="10032" y="955"/>
                  </a:moveTo>
                  <a:lnTo>
                    <a:pt x="10988" y="2866"/>
                  </a:lnTo>
                  <a:lnTo>
                    <a:pt x="9555" y="5733"/>
                  </a:lnTo>
                  <a:lnTo>
                    <a:pt x="8121" y="6688"/>
                  </a:lnTo>
                  <a:lnTo>
                    <a:pt x="6210" y="6688"/>
                  </a:lnTo>
                  <a:lnTo>
                    <a:pt x="2389" y="6210"/>
                  </a:lnTo>
                  <a:lnTo>
                    <a:pt x="1433" y="5255"/>
                  </a:lnTo>
                  <a:lnTo>
                    <a:pt x="0" y="3822"/>
                  </a:lnTo>
                  <a:lnTo>
                    <a:pt x="478" y="2866"/>
                  </a:lnTo>
                  <a:lnTo>
                    <a:pt x="2389" y="2389"/>
                  </a:lnTo>
                  <a:lnTo>
                    <a:pt x="2866" y="1911"/>
                  </a:lnTo>
                  <a:lnTo>
                    <a:pt x="2389" y="1433"/>
                  </a:lnTo>
                  <a:lnTo>
                    <a:pt x="2389" y="478"/>
                  </a:lnTo>
                  <a:lnTo>
                    <a:pt x="2866" y="0"/>
                  </a:lnTo>
                  <a:lnTo>
                    <a:pt x="6688" y="478"/>
                  </a:lnTo>
                  <a:lnTo>
                    <a:pt x="9077" y="478"/>
                  </a:lnTo>
                  <a:lnTo>
                    <a:pt x="10032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7" name="Freeform 2586">
              <a:extLst>
                <a:ext uri="{FF2B5EF4-FFF2-40B4-BE49-F238E27FC236}">
                  <a16:creationId xmlns:a16="http://schemas.microsoft.com/office/drawing/2014/main" id="{2E27068B-C80E-9CED-56A6-23A8CAA23A26}"/>
                </a:ext>
              </a:extLst>
            </p:cNvPr>
            <p:cNvSpPr/>
            <p:nvPr/>
          </p:nvSpPr>
          <p:spPr>
            <a:xfrm>
              <a:off x="4602617" y="3741219"/>
              <a:ext cx="2388" cy="2866"/>
            </a:xfrm>
            <a:custGeom>
              <a:avLst/>
              <a:gdLst>
                <a:gd name="csX0" fmla="*/ 2389 w 2388"/>
                <a:gd name="csY0" fmla="*/ 478 h 2866"/>
                <a:gd name="csX1" fmla="*/ 2389 w 2388"/>
                <a:gd name="csY1" fmla="*/ 1911 h 2866"/>
                <a:gd name="csX2" fmla="*/ 0 w 2388"/>
                <a:gd name="csY2" fmla="*/ 2866 h 2866"/>
                <a:gd name="csX3" fmla="*/ 1433 w 2388"/>
                <a:gd name="csY3" fmla="*/ 956 h 2866"/>
                <a:gd name="csX4" fmla="*/ 1433 w 2388"/>
                <a:gd name="csY4" fmla="*/ 478 h 2866"/>
                <a:gd name="csX5" fmla="*/ 1911 w 2388"/>
                <a:gd name="csY5" fmla="*/ 0 h 2866"/>
                <a:gd name="csX6" fmla="*/ 2389 w 2388"/>
                <a:gd name="csY6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866">
                  <a:moveTo>
                    <a:pt x="2389" y="478"/>
                  </a:moveTo>
                  <a:lnTo>
                    <a:pt x="2389" y="1911"/>
                  </a:lnTo>
                  <a:lnTo>
                    <a:pt x="0" y="2866"/>
                  </a:lnTo>
                  <a:lnTo>
                    <a:pt x="1433" y="956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8" name="Freeform 2587">
              <a:extLst>
                <a:ext uri="{FF2B5EF4-FFF2-40B4-BE49-F238E27FC236}">
                  <a16:creationId xmlns:a16="http://schemas.microsoft.com/office/drawing/2014/main" id="{609E20B4-DF8A-123D-DCCE-BE72310B16BB}"/>
                </a:ext>
              </a:extLst>
            </p:cNvPr>
            <p:cNvSpPr/>
            <p:nvPr/>
          </p:nvSpPr>
          <p:spPr>
            <a:xfrm>
              <a:off x="4601184" y="3745041"/>
              <a:ext cx="3344" cy="3344"/>
            </a:xfrm>
            <a:custGeom>
              <a:avLst/>
              <a:gdLst>
                <a:gd name="csX0" fmla="*/ 3344 w 3344"/>
                <a:gd name="csY0" fmla="*/ 0 h 3344"/>
                <a:gd name="csX1" fmla="*/ 2867 w 3344"/>
                <a:gd name="csY1" fmla="*/ 1911 h 3344"/>
                <a:gd name="csX2" fmla="*/ 956 w 3344"/>
                <a:gd name="csY2" fmla="*/ 3344 h 3344"/>
                <a:gd name="csX3" fmla="*/ 0 w 3344"/>
                <a:gd name="csY3" fmla="*/ 3344 h 3344"/>
                <a:gd name="csX4" fmla="*/ 0 w 3344"/>
                <a:gd name="csY4" fmla="*/ 3344 h 3344"/>
                <a:gd name="csX5" fmla="*/ 478 w 3344"/>
                <a:gd name="csY5" fmla="*/ 2389 h 3344"/>
                <a:gd name="csX6" fmla="*/ 0 w 3344"/>
                <a:gd name="csY6" fmla="*/ 478 h 3344"/>
                <a:gd name="csX7" fmla="*/ 1433 w 3344"/>
                <a:gd name="csY7" fmla="*/ 0 h 3344"/>
                <a:gd name="csX8" fmla="*/ 2389 w 3344"/>
                <a:gd name="csY8" fmla="*/ 478 h 3344"/>
                <a:gd name="csX9" fmla="*/ 3344 w 3344"/>
                <a:gd name="csY9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344">
                  <a:moveTo>
                    <a:pt x="3344" y="0"/>
                  </a:moveTo>
                  <a:lnTo>
                    <a:pt x="2867" y="1911"/>
                  </a:lnTo>
                  <a:lnTo>
                    <a:pt x="956" y="3344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389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9" name="Freeform 2588">
              <a:extLst>
                <a:ext uri="{FF2B5EF4-FFF2-40B4-BE49-F238E27FC236}">
                  <a16:creationId xmlns:a16="http://schemas.microsoft.com/office/drawing/2014/main" id="{A81B4B40-34C6-539C-DB07-F6209387084A}"/>
                </a:ext>
              </a:extLst>
            </p:cNvPr>
            <p:cNvSpPr/>
            <p:nvPr/>
          </p:nvSpPr>
          <p:spPr>
            <a:xfrm>
              <a:off x="4600706" y="4395230"/>
              <a:ext cx="2866" cy="955"/>
            </a:xfrm>
            <a:custGeom>
              <a:avLst/>
              <a:gdLst>
                <a:gd name="csX0" fmla="*/ 2866 w 2866"/>
                <a:gd name="csY0" fmla="*/ 0 h 955"/>
                <a:gd name="csX1" fmla="*/ 1911 w 2866"/>
                <a:gd name="csY1" fmla="*/ 955 h 955"/>
                <a:gd name="csX2" fmla="*/ 478 w 2866"/>
                <a:gd name="csY2" fmla="*/ 955 h 955"/>
                <a:gd name="csX3" fmla="*/ 0 w 2866"/>
                <a:gd name="csY3" fmla="*/ 478 h 955"/>
                <a:gd name="csX4" fmla="*/ 956 w 2866"/>
                <a:gd name="csY4" fmla="*/ 0 h 955"/>
                <a:gd name="csX5" fmla="*/ 2389 w 2866"/>
                <a:gd name="csY5" fmla="*/ 0 h 955"/>
                <a:gd name="csX6" fmla="*/ 2866 w 2866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955">
                  <a:moveTo>
                    <a:pt x="2866" y="0"/>
                  </a:moveTo>
                  <a:lnTo>
                    <a:pt x="1911" y="955"/>
                  </a:lnTo>
                  <a:lnTo>
                    <a:pt x="478" y="955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0" name="Freeform 2589">
              <a:extLst>
                <a:ext uri="{FF2B5EF4-FFF2-40B4-BE49-F238E27FC236}">
                  <a16:creationId xmlns:a16="http://schemas.microsoft.com/office/drawing/2014/main" id="{1FCA7A9A-0A45-24B8-76CF-642F47E30CAD}"/>
                </a:ext>
              </a:extLst>
            </p:cNvPr>
            <p:cNvSpPr/>
            <p:nvPr/>
          </p:nvSpPr>
          <p:spPr>
            <a:xfrm>
              <a:off x="4599273" y="4657026"/>
              <a:ext cx="3821" cy="2866"/>
            </a:xfrm>
            <a:custGeom>
              <a:avLst/>
              <a:gdLst>
                <a:gd name="csX0" fmla="*/ 3822 w 3821"/>
                <a:gd name="csY0" fmla="*/ 2866 h 2866"/>
                <a:gd name="csX1" fmla="*/ 3822 w 3821"/>
                <a:gd name="csY1" fmla="*/ 2866 h 2866"/>
                <a:gd name="csX2" fmla="*/ 2866 w 3821"/>
                <a:gd name="csY2" fmla="*/ 2389 h 2866"/>
                <a:gd name="csX3" fmla="*/ 1911 w 3821"/>
                <a:gd name="csY3" fmla="*/ 956 h 2866"/>
                <a:gd name="csX4" fmla="*/ 956 w 3821"/>
                <a:gd name="csY4" fmla="*/ 0 h 2866"/>
                <a:gd name="csX5" fmla="*/ 0 w 3821"/>
                <a:gd name="csY5" fmla="*/ 0 h 2866"/>
                <a:gd name="csX6" fmla="*/ 956 w 3821"/>
                <a:gd name="csY6" fmla="*/ 0 h 2866"/>
                <a:gd name="csX7" fmla="*/ 2389 w 3821"/>
                <a:gd name="csY7" fmla="*/ 956 h 2866"/>
                <a:gd name="csX8" fmla="*/ 3344 w 3821"/>
                <a:gd name="csY8" fmla="*/ 2389 h 2866"/>
                <a:gd name="csX9" fmla="*/ 3822 w 3821"/>
                <a:gd name="csY9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2866">
                  <a:moveTo>
                    <a:pt x="3822" y="2866"/>
                  </a:moveTo>
                  <a:lnTo>
                    <a:pt x="3822" y="2866"/>
                  </a:lnTo>
                  <a:lnTo>
                    <a:pt x="2866" y="2389"/>
                  </a:lnTo>
                  <a:lnTo>
                    <a:pt x="1911" y="956"/>
                  </a:lnTo>
                  <a:lnTo>
                    <a:pt x="956" y="0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2389" y="956"/>
                  </a:lnTo>
                  <a:lnTo>
                    <a:pt x="3344" y="2389"/>
                  </a:lnTo>
                  <a:lnTo>
                    <a:pt x="3822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1" name="Freeform 2590">
              <a:extLst>
                <a:ext uri="{FF2B5EF4-FFF2-40B4-BE49-F238E27FC236}">
                  <a16:creationId xmlns:a16="http://schemas.microsoft.com/office/drawing/2014/main" id="{06B7E0E6-283F-96AA-3E4E-949C38BCD7E3}"/>
                </a:ext>
              </a:extLst>
            </p:cNvPr>
            <p:cNvSpPr/>
            <p:nvPr/>
          </p:nvSpPr>
          <p:spPr>
            <a:xfrm>
              <a:off x="4596884" y="4407651"/>
              <a:ext cx="6210" cy="1911"/>
            </a:xfrm>
            <a:custGeom>
              <a:avLst/>
              <a:gdLst>
                <a:gd name="csX0" fmla="*/ 6210 w 6210"/>
                <a:gd name="csY0" fmla="*/ 956 h 1911"/>
                <a:gd name="csX1" fmla="*/ 3822 w 6210"/>
                <a:gd name="csY1" fmla="*/ 1911 h 1911"/>
                <a:gd name="csX2" fmla="*/ 0 w 6210"/>
                <a:gd name="csY2" fmla="*/ 1911 h 1911"/>
                <a:gd name="csX3" fmla="*/ 0 w 6210"/>
                <a:gd name="csY3" fmla="*/ 478 h 1911"/>
                <a:gd name="csX4" fmla="*/ 2389 w 6210"/>
                <a:gd name="csY4" fmla="*/ 0 h 1911"/>
                <a:gd name="csX5" fmla="*/ 4299 w 6210"/>
                <a:gd name="csY5" fmla="*/ 956 h 1911"/>
                <a:gd name="csX6" fmla="*/ 6210 w 6210"/>
                <a:gd name="csY6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1911">
                  <a:moveTo>
                    <a:pt x="6210" y="956"/>
                  </a:moveTo>
                  <a:lnTo>
                    <a:pt x="3822" y="1911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2389" y="0"/>
                  </a:lnTo>
                  <a:lnTo>
                    <a:pt x="4299" y="956"/>
                  </a:lnTo>
                  <a:lnTo>
                    <a:pt x="621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2" name="Freeform 2591">
              <a:extLst>
                <a:ext uri="{FF2B5EF4-FFF2-40B4-BE49-F238E27FC236}">
                  <a16:creationId xmlns:a16="http://schemas.microsoft.com/office/drawing/2014/main" id="{61540440-1DF8-84E9-4A64-DFDD1FA78943}"/>
                </a:ext>
              </a:extLst>
            </p:cNvPr>
            <p:cNvSpPr/>
            <p:nvPr/>
          </p:nvSpPr>
          <p:spPr>
            <a:xfrm>
              <a:off x="4598795" y="4396664"/>
              <a:ext cx="2866" cy="955"/>
            </a:xfrm>
            <a:custGeom>
              <a:avLst/>
              <a:gdLst>
                <a:gd name="csX0" fmla="*/ 2867 w 2866"/>
                <a:gd name="csY0" fmla="*/ 478 h 955"/>
                <a:gd name="csX1" fmla="*/ 1433 w 2866"/>
                <a:gd name="csY1" fmla="*/ 956 h 955"/>
                <a:gd name="csX2" fmla="*/ 478 w 2866"/>
                <a:gd name="csY2" fmla="*/ 956 h 955"/>
                <a:gd name="csX3" fmla="*/ 0 w 2866"/>
                <a:gd name="csY3" fmla="*/ 478 h 955"/>
                <a:gd name="csX4" fmla="*/ 956 w 2866"/>
                <a:gd name="csY4" fmla="*/ 0 h 955"/>
                <a:gd name="csX5" fmla="*/ 2867 w 2866"/>
                <a:gd name="csY5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955">
                  <a:moveTo>
                    <a:pt x="2867" y="478"/>
                  </a:moveTo>
                  <a:lnTo>
                    <a:pt x="1433" y="956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3" name="Freeform 2592">
              <a:extLst>
                <a:ext uri="{FF2B5EF4-FFF2-40B4-BE49-F238E27FC236}">
                  <a16:creationId xmlns:a16="http://schemas.microsoft.com/office/drawing/2014/main" id="{0D895A45-1DA3-725F-044C-44B5A1DB03F7}"/>
                </a:ext>
              </a:extLst>
            </p:cNvPr>
            <p:cNvSpPr/>
            <p:nvPr/>
          </p:nvSpPr>
          <p:spPr>
            <a:xfrm>
              <a:off x="4585896" y="3305052"/>
              <a:ext cx="15287" cy="12420"/>
            </a:xfrm>
            <a:custGeom>
              <a:avLst/>
              <a:gdLst>
                <a:gd name="csX0" fmla="*/ 13854 w 15287"/>
                <a:gd name="csY0" fmla="*/ 1911 h 12420"/>
                <a:gd name="csX1" fmla="*/ 15287 w 15287"/>
                <a:gd name="csY1" fmla="*/ 3344 h 12420"/>
                <a:gd name="csX2" fmla="*/ 14809 w 15287"/>
                <a:gd name="csY2" fmla="*/ 5733 h 12420"/>
                <a:gd name="csX3" fmla="*/ 14809 w 15287"/>
                <a:gd name="csY3" fmla="*/ 8121 h 12420"/>
                <a:gd name="csX4" fmla="*/ 14332 w 15287"/>
                <a:gd name="csY4" fmla="*/ 9555 h 12420"/>
                <a:gd name="csX5" fmla="*/ 12898 w 15287"/>
                <a:gd name="csY5" fmla="*/ 10510 h 12420"/>
                <a:gd name="csX6" fmla="*/ 11943 w 15287"/>
                <a:gd name="csY6" fmla="*/ 11943 h 12420"/>
                <a:gd name="csX7" fmla="*/ 11465 w 15287"/>
                <a:gd name="csY7" fmla="*/ 12421 h 12420"/>
                <a:gd name="csX8" fmla="*/ 10988 w 15287"/>
                <a:gd name="csY8" fmla="*/ 12421 h 12420"/>
                <a:gd name="csX9" fmla="*/ 9555 w 15287"/>
                <a:gd name="csY9" fmla="*/ 10510 h 12420"/>
                <a:gd name="csX10" fmla="*/ 7644 w 15287"/>
                <a:gd name="csY10" fmla="*/ 9555 h 12420"/>
                <a:gd name="csX11" fmla="*/ 7166 w 15287"/>
                <a:gd name="csY11" fmla="*/ 9077 h 12420"/>
                <a:gd name="csX12" fmla="*/ 955 w 15287"/>
                <a:gd name="csY12" fmla="*/ 4777 h 12420"/>
                <a:gd name="csX13" fmla="*/ 478 w 15287"/>
                <a:gd name="csY13" fmla="*/ 2866 h 12420"/>
                <a:gd name="csX14" fmla="*/ 0 w 15287"/>
                <a:gd name="csY14" fmla="*/ 1433 h 12420"/>
                <a:gd name="csX15" fmla="*/ 2389 w 15287"/>
                <a:gd name="csY15" fmla="*/ 478 h 12420"/>
                <a:gd name="csX16" fmla="*/ 6210 w 15287"/>
                <a:gd name="csY16" fmla="*/ 0 h 12420"/>
                <a:gd name="csX17" fmla="*/ 9555 w 15287"/>
                <a:gd name="csY17" fmla="*/ 0 h 12420"/>
                <a:gd name="csX18" fmla="*/ 12898 w 15287"/>
                <a:gd name="csY18" fmla="*/ 955 h 12420"/>
                <a:gd name="csX19" fmla="*/ 13854 w 15287"/>
                <a:gd name="csY19" fmla="*/ 1911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5287" h="12420">
                  <a:moveTo>
                    <a:pt x="13854" y="1911"/>
                  </a:moveTo>
                  <a:lnTo>
                    <a:pt x="15287" y="3344"/>
                  </a:lnTo>
                  <a:lnTo>
                    <a:pt x="14809" y="5733"/>
                  </a:lnTo>
                  <a:lnTo>
                    <a:pt x="14809" y="8121"/>
                  </a:lnTo>
                  <a:lnTo>
                    <a:pt x="14332" y="9555"/>
                  </a:lnTo>
                  <a:lnTo>
                    <a:pt x="12898" y="10510"/>
                  </a:lnTo>
                  <a:lnTo>
                    <a:pt x="11943" y="11943"/>
                  </a:lnTo>
                  <a:lnTo>
                    <a:pt x="11465" y="12421"/>
                  </a:lnTo>
                  <a:lnTo>
                    <a:pt x="10988" y="12421"/>
                  </a:lnTo>
                  <a:lnTo>
                    <a:pt x="9555" y="10510"/>
                  </a:lnTo>
                  <a:lnTo>
                    <a:pt x="7644" y="9555"/>
                  </a:lnTo>
                  <a:lnTo>
                    <a:pt x="7166" y="9077"/>
                  </a:lnTo>
                  <a:lnTo>
                    <a:pt x="955" y="4777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2389" y="478"/>
                  </a:lnTo>
                  <a:lnTo>
                    <a:pt x="6210" y="0"/>
                  </a:lnTo>
                  <a:lnTo>
                    <a:pt x="9555" y="0"/>
                  </a:lnTo>
                  <a:lnTo>
                    <a:pt x="12898" y="955"/>
                  </a:lnTo>
                  <a:lnTo>
                    <a:pt x="1385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4" name="Freeform 2593">
              <a:extLst>
                <a:ext uri="{FF2B5EF4-FFF2-40B4-BE49-F238E27FC236}">
                  <a16:creationId xmlns:a16="http://schemas.microsoft.com/office/drawing/2014/main" id="{9CDA6A30-5DD8-1301-BA96-4B9C42788979}"/>
                </a:ext>
              </a:extLst>
            </p:cNvPr>
            <p:cNvSpPr/>
            <p:nvPr/>
          </p:nvSpPr>
          <p:spPr>
            <a:xfrm>
              <a:off x="4598317" y="5145266"/>
              <a:ext cx="2388" cy="955"/>
            </a:xfrm>
            <a:custGeom>
              <a:avLst/>
              <a:gdLst>
                <a:gd name="csX0" fmla="*/ 2389 w 2388"/>
                <a:gd name="csY0" fmla="*/ 478 h 955"/>
                <a:gd name="csX1" fmla="*/ 2389 w 2388"/>
                <a:gd name="csY1" fmla="*/ 955 h 955"/>
                <a:gd name="csX2" fmla="*/ 1433 w 2388"/>
                <a:gd name="csY2" fmla="*/ 478 h 955"/>
                <a:gd name="csX3" fmla="*/ 0 w 2388"/>
                <a:gd name="csY3" fmla="*/ 0 h 955"/>
                <a:gd name="csX4" fmla="*/ 956 w 2388"/>
                <a:gd name="csY4" fmla="*/ 478 h 955"/>
                <a:gd name="csX5" fmla="*/ 2389 w 2388"/>
                <a:gd name="csY5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955">
                  <a:moveTo>
                    <a:pt x="2389" y="478"/>
                  </a:moveTo>
                  <a:lnTo>
                    <a:pt x="2389" y="955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5" name="Freeform 2594">
              <a:extLst>
                <a:ext uri="{FF2B5EF4-FFF2-40B4-BE49-F238E27FC236}">
                  <a16:creationId xmlns:a16="http://schemas.microsoft.com/office/drawing/2014/main" id="{2054C6B8-7AFD-C8C0-5768-1C04D9AB2AE5}"/>
                </a:ext>
              </a:extLst>
            </p:cNvPr>
            <p:cNvSpPr/>
            <p:nvPr/>
          </p:nvSpPr>
          <p:spPr>
            <a:xfrm>
              <a:off x="4590196" y="3295019"/>
              <a:ext cx="7643" cy="8121"/>
            </a:xfrm>
            <a:custGeom>
              <a:avLst/>
              <a:gdLst>
                <a:gd name="csX0" fmla="*/ 7644 w 7643"/>
                <a:gd name="csY0" fmla="*/ 6210 h 8121"/>
                <a:gd name="csX1" fmla="*/ 7644 w 7643"/>
                <a:gd name="csY1" fmla="*/ 7166 h 8121"/>
                <a:gd name="csX2" fmla="*/ 6688 w 7643"/>
                <a:gd name="csY2" fmla="*/ 8121 h 8121"/>
                <a:gd name="csX3" fmla="*/ 5733 w 7643"/>
                <a:gd name="csY3" fmla="*/ 8121 h 8121"/>
                <a:gd name="csX4" fmla="*/ 1433 w 7643"/>
                <a:gd name="csY4" fmla="*/ 5733 h 8121"/>
                <a:gd name="csX5" fmla="*/ 0 w 7643"/>
                <a:gd name="csY5" fmla="*/ 3344 h 8121"/>
                <a:gd name="csX6" fmla="*/ 0 w 7643"/>
                <a:gd name="csY6" fmla="*/ 1911 h 8121"/>
                <a:gd name="csX7" fmla="*/ 478 w 7643"/>
                <a:gd name="csY7" fmla="*/ 955 h 8121"/>
                <a:gd name="csX8" fmla="*/ 956 w 7643"/>
                <a:gd name="csY8" fmla="*/ 0 h 8121"/>
                <a:gd name="csX9" fmla="*/ 1911 w 7643"/>
                <a:gd name="csY9" fmla="*/ 0 h 8121"/>
                <a:gd name="csX10" fmla="*/ 3344 w 7643"/>
                <a:gd name="csY10" fmla="*/ 955 h 8121"/>
                <a:gd name="csX11" fmla="*/ 3822 w 7643"/>
                <a:gd name="csY11" fmla="*/ 2866 h 8121"/>
                <a:gd name="csX12" fmla="*/ 4300 w 7643"/>
                <a:gd name="csY12" fmla="*/ 2866 h 8121"/>
                <a:gd name="csX13" fmla="*/ 4777 w 7643"/>
                <a:gd name="csY13" fmla="*/ 2389 h 8121"/>
                <a:gd name="csX14" fmla="*/ 5255 w 7643"/>
                <a:gd name="csY14" fmla="*/ 2866 h 8121"/>
                <a:gd name="csX15" fmla="*/ 5733 w 7643"/>
                <a:gd name="csY15" fmla="*/ 3822 h 8121"/>
                <a:gd name="csX16" fmla="*/ 6210 w 7643"/>
                <a:gd name="csY16" fmla="*/ 4777 h 8121"/>
                <a:gd name="csX17" fmla="*/ 7166 w 7643"/>
                <a:gd name="csY17" fmla="*/ 5733 h 8121"/>
                <a:gd name="csX18" fmla="*/ 7644 w 7643"/>
                <a:gd name="csY18" fmla="*/ 621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643" h="8121">
                  <a:moveTo>
                    <a:pt x="7644" y="6210"/>
                  </a:moveTo>
                  <a:lnTo>
                    <a:pt x="7644" y="7166"/>
                  </a:lnTo>
                  <a:lnTo>
                    <a:pt x="6688" y="8121"/>
                  </a:lnTo>
                  <a:lnTo>
                    <a:pt x="5733" y="8121"/>
                  </a:lnTo>
                  <a:lnTo>
                    <a:pt x="1433" y="5733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3344" y="955"/>
                  </a:lnTo>
                  <a:lnTo>
                    <a:pt x="3822" y="2866"/>
                  </a:lnTo>
                  <a:lnTo>
                    <a:pt x="4300" y="2866"/>
                  </a:lnTo>
                  <a:lnTo>
                    <a:pt x="4777" y="2389"/>
                  </a:lnTo>
                  <a:lnTo>
                    <a:pt x="5255" y="2866"/>
                  </a:lnTo>
                  <a:lnTo>
                    <a:pt x="5733" y="3822"/>
                  </a:lnTo>
                  <a:lnTo>
                    <a:pt x="6210" y="4777"/>
                  </a:lnTo>
                  <a:lnTo>
                    <a:pt x="7166" y="5733"/>
                  </a:lnTo>
                  <a:lnTo>
                    <a:pt x="7644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6" name="Freeform 2595">
              <a:extLst>
                <a:ext uri="{FF2B5EF4-FFF2-40B4-BE49-F238E27FC236}">
                  <a16:creationId xmlns:a16="http://schemas.microsoft.com/office/drawing/2014/main" id="{631F18D0-7C06-0956-DEC0-B0DD29E8B5EB}"/>
                </a:ext>
              </a:extLst>
            </p:cNvPr>
            <p:cNvSpPr/>
            <p:nvPr/>
          </p:nvSpPr>
          <p:spPr>
            <a:xfrm>
              <a:off x="4594018" y="4396186"/>
              <a:ext cx="3822" cy="1433"/>
            </a:xfrm>
            <a:custGeom>
              <a:avLst/>
              <a:gdLst>
                <a:gd name="csX0" fmla="*/ 3822 w 3822"/>
                <a:gd name="csY0" fmla="*/ 1433 h 1433"/>
                <a:gd name="csX1" fmla="*/ 2389 w 3822"/>
                <a:gd name="csY1" fmla="*/ 1433 h 1433"/>
                <a:gd name="csX2" fmla="*/ 0 w 3822"/>
                <a:gd name="csY2" fmla="*/ 478 h 1433"/>
                <a:gd name="csX3" fmla="*/ 1911 w 3822"/>
                <a:gd name="csY3" fmla="*/ 0 h 1433"/>
                <a:gd name="csX4" fmla="*/ 2867 w 3822"/>
                <a:gd name="csY4" fmla="*/ 478 h 1433"/>
                <a:gd name="csX5" fmla="*/ 3822 w 3822"/>
                <a:gd name="csY5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1433">
                  <a:moveTo>
                    <a:pt x="3822" y="1433"/>
                  </a:moveTo>
                  <a:lnTo>
                    <a:pt x="2389" y="1433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2867" y="478"/>
                  </a:lnTo>
                  <a:lnTo>
                    <a:pt x="38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7" name="Freeform 2596">
              <a:extLst>
                <a:ext uri="{FF2B5EF4-FFF2-40B4-BE49-F238E27FC236}">
                  <a16:creationId xmlns:a16="http://schemas.microsoft.com/office/drawing/2014/main" id="{E02955DF-4CE5-BBE7-1A82-7A919CECA0BB}"/>
                </a:ext>
              </a:extLst>
            </p:cNvPr>
            <p:cNvSpPr/>
            <p:nvPr/>
          </p:nvSpPr>
          <p:spPr>
            <a:xfrm>
              <a:off x="4592107" y="4947963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478 w 477"/>
                <a:gd name="csY2" fmla="*/ 0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8" name="Freeform 2597">
              <a:extLst>
                <a:ext uri="{FF2B5EF4-FFF2-40B4-BE49-F238E27FC236}">
                  <a16:creationId xmlns:a16="http://schemas.microsoft.com/office/drawing/2014/main" id="{78713795-DA7E-A49E-3F49-FA7B5ACB258C}"/>
                </a:ext>
              </a:extLst>
            </p:cNvPr>
            <p:cNvSpPr/>
            <p:nvPr/>
          </p:nvSpPr>
          <p:spPr>
            <a:xfrm>
              <a:off x="4591629" y="4948441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  <a:gd name="csX4" fmla="*/ 478 w 477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9" name="Freeform 2598">
              <a:extLst>
                <a:ext uri="{FF2B5EF4-FFF2-40B4-BE49-F238E27FC236}">
                  <a16:creationId xmlns:a16="http://schemas.microsoft.com/office/drawing/2014/main" id="{95AC1B70-1DB6-5A40-607B-8A98B4EF8F35}"/>
                </a:ext>
              </a:extLst>
            </p:cNvPr>
            <p:cNvSpPr/>
            <p:nvPr/>
          </p:nvSpPr>
          <p:spPr>
            <a:xfrm>
              <a:off x="4522358" y="5859471"/>
              <a:ext cx="68793" cy="73570"/>
            </a:xfrm>
            <a:custGeom>
              <a:avLst/>
              <a:gdLst>
                <a:gd name="csX0" fmla="*/ 68793 w 68793"/>
                <a:gd name="csY0" fmla="*/ 62105 h 73570"/>
                <a:gd name="csX1" fmla="*/ 67360 w 68793"/>
                <a:gd name="csY1" fmla="*/ 65927 h 73570"/>
                <a:gd name="csX2" fmla="*/ 65449 w 68793"/>
                <a:gd name="csY2" fmla="*/ 68793 h 73570"/>
                <a:gd name="csX3" fmla="*/ 63060 w 68793"/>
                <a:gd name="csY3" fmla="*/ 69748 h 73570"/>
                <a:gd name="csX4" fmla="*/ 60194 w 68793"/>
                <a:gd name="csY4" fmla="*/ 70226 h 73570"/>
                <a:gd name="csX5" fmla="*/ 57805 w 68793"/>
                <a:gd name="csY5" fmla="*/ 70226 h 73570"/>
                <a:gd name="csX6" fmla="*/ 55894 w 68793"/>
                <a:gd name="csY6" fmla="*/ 69748 h 73570"/>
                <a:gd name="csX7" fmla="*/ 53506 w 68793"/>
                <a:gd name="csY7" fmla="*/ 69748 h 73570"/>
                <a:gd name="csX8" fmla="*/ 51117 w 68793"/>
                <a:gd name="csY8" fmla="*/ 71182 h 73570"/>
                <a:gd name="csX9" fmla="*/ 49206 w 68793"/>
                <a:gd name="csY9" fmla="*/ 71659 h 73570"/>
                <a:gd name="csX10" fmla="*/ 46818 w 68793"/>
                <a:gd name="csY10" fmla="*/ 71659 h 73570"/>
                <a:gd name="csX11" fmla="*/ 44429 w 68793"/>
                <a:gd name="csY11" fmla="*/ 72615 h 73570"/>
                <a:gd name="csX12" fmla="*/ 42518 w 68793"/>
                <a:gd name="csY12" fmla="*/ 73570 h 73570"/>
                <a:gd name="csX13" fmla="*/ 40129 w 68793"/>
                <a:gd name="csY13" fmla="*/ 72615 h 73570"/>
                <a:gd name="csX14" fmla="*/ 33919 w 68793"/>
                <a:gd name="csY14" fmla="*/ 70226 h 73570"/>
                <a:gd name="csX15" fmla="*/ 30097 w 68793"/>
                <a:gd name="csY15" fmla="*/ 69271 h 73570"/>
                <a:gd name="csX16" fmla="*/ 16721 w 68793"/>
                <a:gd name="csY16" fmla="*/ 68315 h 73570"/>
                <a:gd name="csX17" fmla="*/ 12899 w 68793"/>
                <a:gd name="csY17" fmla="*/ 67837 h 73570"/>
                <a:gd name="csX18" fmla="*/ 8599 w 68793"/>
                <a:gd name="csY18" fmla="*/ 66882 h 73570"/>
                <a:gd name="csX19" fmla="*/ 6211 w 68793"/>
                <a:gd name="csY19" fmla="*/ 66882 h 73570"/>
                <a:gd name="csX20" fmla="*/ 2867 w 68793"/>
                <a:gd name="csY20" fmla="*/ 67360 h 73570"/>
                <a:gd name="csX21" fmla="*/ 478 w 68793"/>
                <a:gd name="csY21" fmla="*/ 67360 h 73570"/>
                <a:gd name="csX22" fmla="*/ 0 w 68793"/>
                <a:gd name="csY22" fmla="*/ 67837 h 73570"/>
                <a:gd name="csX23" fmla="*/ 0 w 68793"/>
                <a:gd name="csY23" fmla="*/ 60671 h 73570"/>
                <a:gd name="csX24" fmla="*/ 0 w 68793"/>
                <a:gd name="csY24" fmla="*/ 51117 h 73570"/>
                <a:gd name="csX25" fmla="*/ 0 w 68793"/>
                <a:gd name="csY25" fmla="*/ 42996 h 73570"/>
                <a:gd name="csX26" fmla="*/ 0 w 68793"/>
                <a:gd name="csY26" fmla="*/ 34874 h 73570"/>
                <a:gd name="csX27" fmla="*/ 478 w 68793"/>
                <a:gd name="csY27" fmla="*/ 26275 h 73570"/>
                <a:gd name="csX28" fmla="*/ 478 w 68793"/>
                <a:gd name="csY28" fmla="*/ 18154 h 73570"/>
                <a:gd name="csX29" fmla="*/ 478 w 68793"/>
                <a:gd name="csY29" fmla="*/ 9077 h 73570"/>
                <a:gd name="csX30" fmla="*/ 478 w 68793"/>
                <a:gd name="csY30" fmla="*/ 0 h 73570"/>
                <a:gd name="csX31" fmla="*/ 1433 w 68793"/>
                <a:gd name="csY31" fmla="*/ 1433 h 73570"/>
                <a:gd name="csX32" fmla="*/ 6211 w 68793"/>
                <a:gd name="csY32" fmla="*/ 7644 h 73570"/>
                <a:gd name="csX33" fmla="*/ 7166 w 68793"/>
                <a:gd name="csY33" fmla="*/ 10032 h 73570"/>
                <a:gd name="csX34" fmla="*/ 8121 w 68793"/>
                <a:gd name="csY34" fmla="*/ 13376 h 73570"/>
                <a:gd name="csX35" fmla="*/ 6211 w 68793"/>
                <a:gd name="csY35" fmla="*/ 11465 h 73570"/>
                <a:gd name="csX36" fmla="*/ 4300 w 68793"/>
                <a:gd name="csY36" fmla="*/ 12421 h 73570"/>
                <a:gd name="csX37" fmla="*/ 3344 w 68793"/>
                <a:gd name="csY37" fmla="*/ 14332 h 73570"/>
                <a:gd name="csX38" fmla="*/ 2389 w 68793"/>
                <a:gd name="csY38" fmla="*/ 16243 h 73570"/>
                <a:gd name="csX39" fmla="*/ 2389 w 68793"/>
                <a:gd name="csY39" fmla="*/ 17198 h 73570"/>
                <a:gd name="csX40" fmla="*/ 3344 w 68793"/>
                <a:gd name="csY40" fmla="*/ 18631 h 73570"/>
                <a:gd name="csX41" fmla="*/ 5255 w 68793"/>
                <a:gd name="csY41" fmla="*/ 19587 h 73570"/>
                <a:gd name="csX42" fmla="*/ 9555 w 68793"/>
                <a:gd name="csY42" fmla="*/ 20064 h 73570"/>
                <a:gd name="csX43" fmla="*/ 10032 w 68793"/>
                <a:gd name="csY43" fmla="*/ 20542 h 73570"/>
                <a:gd name="csX44" fmla="*/ 12899 w 68793"/>
                <a:gd name="csY44" fmla="*/ 27708 h 73570"/>
                <a:gd name="csX45" fmla="*/ 13854 w 68793"/>
                <a:gd name="csY45" fmla="*/ 29619 h 73570"/>
                <a:gd name="csX46" fmla="*/ 15765 w 68793"/>
                <a:gd name="csY46" fmla="*/ 31052 h 73570"/>
                <a:gd name="csX47" fmla="*/ 19109 w 68793"/>
                <a:gd name="csY47" fmla="*/ 34874 h 73570"/>
                <a:gd name="csX48" fmla="*/ 22931 w 68793"/>
                <a:gd name="csY48" fmla="*/ 38696 h 73570"/>
                <a:gd name="csX49" fmla="*/ 26753 w 68793"/>
                <a:gd name="csY49" fmla="*/ 42518 h 73570"/>
                <a:gd name="csX50" fmla="*/ 31530 w 68793"/>
                <a:gd name="csY50" fmla="*/ 45862 h 73570"/>
                <a:gd name="csX51" fmla="*/ 35352 w 68793"/>
                <a:gd name="csY51" fmla="*/ 48251 h 73570"/>
                <a:gd name="csX52" fmla="*/ 39174 w 68793"/>
                <a:gd name="csY52" fmla="*/ 51117 h 73570"/>
                <a:gd name="csX53" fmla="*/ 43474 w 68793"/>
                <a:gd name="csY53" fmla="*/ 54939 h 73570"/>
                <a:gd name="csX54" fmla="*/ 47773 w 68793"/>
                <a:gd name="csY54" fmla="*/ 57805 h 73570"/>
                <a:gd name="csX55" fmla="*/ 52550 w 68793"/>
                <a:gd name="csY55" fmla="*/ 59716 h 73570"/>
                <a:gd name="csX56" fmla="*/ 57328 w 68793"/>
                <a:gd name="csY56" fmla="*/ 61627 h 73570"/>
                <a:gd name="csX57" fmla="*/ 64971 w 68793"/>
                <a:gd name="csY57" fmla="*/ 60671 h 73570"/>
                <a:gd name="csX58" fmla="*/ 67360 w 68793"/>
                <a:gd name="csY58" fmla="*/ 61149 h 73570"/>
                <a:gd name="csX59" fmla="*/ 68793 w 68793"/>
                <a:gd name="csY59" fmla="*/ 62105 h 73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68793" h="73570">
                  <a:moveTo>
                    <a:pt x="68793" y="62105"/>
                  </a:moveTo>
                  <a:lnTo>
                    <a:pt x="67360" y="65927"/>
                  </a:lnTo>
                  <a:lnTo>
                    <a:pt x="65449" y="68793"/>
                  </a:lnTo>
                  <a:lnTo>
                    <a:pt x="63060" y="69748"/>
                  </a:lnTo>
                  <a:lnTo>
                    <a:pt x="60194" y="70226"/>
                  </a:lnTo>
                  <a:lnTo>
                    <a:pt x="57805" y="70226"/>
                  </a:lnTo>
                  <a:lnTo>
                    <a:pt x="55894" y="69748"/>
                  </a:lnTo>
                  <a:lnTo>
                    <a:pt x="53506" y="69748"/>
                  </a:lnTo>
                  <a:lnTo>
                    <a:pt x="51117" y="71182"/>
                  </a:lnTo>
                  <a:lnTo>
                    <a:pt x="49206" y="71659"/>
                  </a:lnTo>
                  <a:lnTo>
                    <a:pt x="46818" y="71659"/>
                  </a:lnTo>
                  <a:lnTo>
                    <a:pt x="44429" y="72615"/>
                  </a:lnTo>
                  <a:lnTo>
                    <a:pt x="42518" y="73570"/>
                  </a:lnTo>
                  <a:lnTo>
                    <a:pt x="40129" y="72615"/>
                  </a:lnTo>
                  <a:lnTo>
                    <a:pt x="33919" y="70226"/>
                  </a:lnTo>
                  <a:lnTo>
                    <a:pt x="30097" y="69271"/>
                  </a:lnTo>
                  <a:lnTo>
                    <a:pt x="16721" y="68315"/>
                  </a:lnTo>
                  <a:lnTo>
                    <a:pt x="12899" y="67837"/>
                  </a:lnTo>
                  <a:lnTo>
                    <a:pt x="8599" y="66882"/>
                  </a:lnTo>
                  <a:lnTo>
                    <a:pt x="6211" y="66882"/>
                  </a:lnTo>
                  <a:lnTo>
                    <a:pt x="2867" y="67360"/>
                  </a:lnTo>
                  <a:lnTo>
                    <a:pt x="478" y="67360"/>
                  </a:lnTo>
                  <a:lnTo>
                    <a:pt x="0" y="67837"/>
                  </a:lnTo>
                  <a:lnTo>
                    <a:pt x="0" y="60671"/>
                  </a:lnTo>
                  <a:lnTo>
                    <a:pt x="0" y="51117"/>
                  </a:lnTo>
                  <a:lnTo>
                    <a:pt x="0" y="42996"/>
                  </a:lnTo>
                  <a:lnTo>
                    <a:pt x="0" y="34874"/>
                  </a:lnTo>
                  <a:lnTo>
                    <a:pt x="478" y="26275"/>
                  </a:lnTo>
                  <a:lnTo>
                    <a:pt x="478" y="18154"/>
                  </a:lnTo>
                  <a:lnTo>
                    <a:pt x="478" y="9077"/>
                  </a:lnTo>
                  <a:lnTo>
                    <a:pt x="478" y="0"/>
                  </a:lnTo>
                  <a:lnTo>
                    <a:pt x="1433" y="1433"/>
                  </a:lnTo>
                  <a:lnTo>
                    <a:pt x="6211" y="7644"/>
                  </a:lnTo>
                  <a:lnTo>
                    <a:pt x="7166" y="10032"/>
                  </a:lnTo>
                  <a:lnTo>
                    <a:pt x="8121" y="13376"/>
                  </a:lnTo>
                  <a:lnTo>
                    <a:pt x="6211" y="11465"/>
                  </a:lnTo>
                  <a:lnTo>
                    <a:pt x="4300" y="12421"/>
                  </a:lnTo>
                  <a:lnTo>
                    <a:pt x="3344" y="14332"/>
                  </a:lnTo>
                  <a:lnTo>
                    <a:pt x="2389" y="16243"/>
                  </a:lnTo>
                  <a:lnTo>
                    <a:pt x="2389" y="17198"/>
                  </a:lnTo>
                  <a:lnTo>
                    <a:pt x="3344" y="18631"/>
                  </a:lnTo>
                  <a:lnTo>
                    <a:pt x="5255" y="19587"/>
                  </a:lnTo>
                  <a:lnTo>
                    <a:pt x="9555" y="20064"/>
                  </a:lnTo>
                  <a:lnTo>
                    <a:pt x="10032" y="20542"/>
                  </a:lnTo>
                  <a:lnTo>
                    <a:pt x="12899" y="27708"/>
                  </a:lnTo>
                  <a:lnTo>
                    <a:pt x="13854" y="29619"/>
                  </a:lnTo>
                  <a:lnTo>
                    <a:pt x="15765" y="31052"/>
                  </a:lnTo>
                  <a:lnTo>
                    <a:pt x="19109" y="34874"/>
                  </a:lnTo>
                  <a:lnTo>
                    <a:pt x="22931" y="38696"/>
                  </a:lnTo>
                  <a:lnTo>
                    <a:pt x="26753" y="42518"/>
                  </a:lnTo>
                  <a:lnTo>
                    <a:pt x="31530" y="45862"/>
                  </a:lnTo>
                  <a:lnTo>
                    <a:pt x="35352" y="48251"/>
                  </a:lnTo>
                  <a:lnTo>
                    <a:pt x="39174" y="51117"/>
                  </a:lnTo>
                  <a:lnTo>
                    <a:pt x="43474" y="54939"/>
                  </a:lnTo>
                  <a:lnTo>
                    <a:pt x="47773" y="57805"/>
                  </a:lnTo>
                  <a:lnTo>
                    <a:pt x="52550" y="59716"/>
                  </a:lnTo>
                  <a:lnTo>
                    <a:pt x="57328" y="61627"/>
                  </a:lnTo>
                  <a:lnTo>
                    <a:pt x="64971" y="60671"/>
                  </a:lnTo>
                  <a:lnTo>
                    <a:pt x="67360" y="61149"/>
                  </a:lnTo>
                  <a:lnTo>
                    <a:pt x="68793" y="6210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0" name="Freeform 2599">
              <a:extLst>
                <a:ext uri="{FF2B5EF4-FFF2-40B4-BE49-F238E27FC236}">
                  <a16:creationId xmlns:a16="http://schemas.microsoft.com/office/drawing/2014/main" id="{ED37EBEE-114F-B771-1F94-AD9E51AE0C53}"/>
                </a:ext>
              </a:extLst>
            </p:cNvPr>
            <p:cNvSpPr/>
            <p:nvPr/>
          </p:nvSpPr>
          <p:spPr>
            <a:xfrm>
              <a:off x="4586374" y="4535205"/>
              <a:ext cx="4299" cy="1433"/>
            </a:xfrm>
            <a:custGeom>
              <a:avLst/>
              <a:gdLst>
                <a:gd name="csX0" fmla="*/ 3822 w 4299"/>
                <a:gd name="csY0" fmla="*/ 478 h 1433"/>
                <a:gd name="csX1" fmla="*/ 4300 w 4299"/>
                <a:gd name="csY1" fmla="*/ 956 h 1433"/>
                <a:gd name="csX2" fmla="*/ 2866 w 4299"/>
                <a:gd name="csY2" fmla="*/ 1433 h 1433"/>
                <a:gd name="csX3" fmla="*/ 956 w 4299"/>
                <a:gd name="csY3" fmla="*/ 956 h 1433"/>
                <a:gd name="csX4" fmla="*/ 0 w 4299"/>
                <a:gd name="csY4" fmla="*/ 478 h 1433"/>
                <a:gd name="csX5" fmla="*/ 956 w 4299"/>
                <a:gd name="csY5" fmla="*/ 0 h 1433"/>
                <a:gd name="csX6" fmla="*/ 2389 w 4299"/>
                <a:gd name="csY6" fmla="*/ 0 h 1433"/>
                <a:gd name="csX7" fmla="*/ 3822 w 4299"/>
                <a:gd name="csY7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1433">
                  <a:moveTo>
                    <a:pt x="3822" y="478"/>
                  </a:moveTo>
                  <a:lnTo>
                    <a:pt x="4300" y="956"/>
                  </a:lnTo>
                  <a:lnTo>
                    <a:pt x="2866" y="1433"/>
                  </a:lnTo>
                  <a:lnTo>
                    <a:pt x="956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382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1" name="Freeform 2600">
              <a:extLst>
                <a:ext uri="{FF2B5EF4-FFF2-40B4-BE49-F238E27FC236}">
                  <a16:creationId xmlns:a16="http://schemas.microsoft.com/office/drawing/2014/main" id="{41028CF6-8B87-A18C-49E8-4420481FAA50}"/>
                </a:ext>
              </a:extLst>
            </p:cNvPr>
            <p:cNvSpPr/>
            <p:nvPr/>
          </p:nvSpPr>
          <p:spPr>
            <a:xfrm>
              <a:off x="4583508" y="4400485"/>
              <a:ext cx="5254" cy="1433"/>
            </a:xfrm>
            <a:custGeom>
              <a:avLst/>
              <a:gdLst>
                <a:gd name="csX0" fmla="*/ 5255 w 5254"/>
                <a:gd name="csY0" fmla="*/ 478 h 1433"/>
                <a:gd name="csX1" fmla="*/ 5255 w 5254"/>
                <a:gd name="csY1" fmla="*/ 478 h 1433"/>
                <a:gd name="csX2" fmla="*/ 2866 w 5254"/>
                <a:gd name="csY2" fmla="*/ 1433 h 1433"/>
                <a:gd name="csX3" fmla="*/ 1433 w 5254"/>
                <a:gd name="csY3" fmla="*/ 1433 h 1433"/>
                <a:gd name="csX4" fmla="*/ 0 w 5254"/>
                <a:gd name="csY4" fmla="*/ 1433 h 1433"/>
                <a:gd name="csX5" fmla="*/ 0 w 5254"/>
                <a:gd name="csY5" fmla="*/ 478 h 1433"/>
                <a:gd name="csX6" fmla="*/ 1911 w 5254"/>
                <a:gd name="csY6" fmla="*/ 0 h 1433"/>
                <a:gd name="csX7" fmla="*/ 3822 w 5254"/>
                <a:gd name="csY7" fmla="*/ 0 h 1433"/>
                <a:gd name="csX8" fmla="*/ 5255 w 5254"/>
                <a:gd name="csY8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4" h="1433">
                  <a:moveTo>
                    <a:pt x="5255" y="478"/>
                  </a:moveTo>
                  <a:lnTo>
                    <a:pt x="5255" y="478"/>
                  </a:lnTo>
                  <a:lnTo>
                    <a:pt x="2866" y="1433"/>
                  </a:lnTo>
                  <a:lnTo>
                    <a:pt x="1433" y="1433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3822" y="0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2" name="Freeform 2601">
              <a:extLst>
                <a:ext uri="{FF2B5EF4-FFF2-40B4-BE49-F238E27FC236}">
                  <a16:creationId xmlns:a16="http://schemas.microsoft.com/office/drawing/2014/main" id="{C1346F8B-0004-9721-89DF-D7B3A13EFE15}"/>
                </a:ext>
              </a:extLst>
            </p:cNvPr>
            <p:cNvSpPr/>
            <p:nvPr/>
          </p:nvSpPr>
          <p:spPr>
            <a:xfrm>
              <a:off x="4583508" y="4911178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478 w 1433"/>
                <a:gd name="csY1" fmla="*/ 1433 h 1433"/>
                <a:gd name="csX2" fmla="*/ 0 w 1433"/>
                <a:gd name="csY2" fmla="*/ 1433 h 1433"/>
                <a:gd name="csX3" fmla="*/ 1433 w 1433"/>
                <a:gd name="csY3" fmla="*/ 0 h 1433"/>
                <a:gd name="csX4" fmla="*/ 1433 w 1433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478" y="1433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3" name="Freeform 2602">
              <a:extLst>
                <a:ext uri="{FF2B5EF4-FFF2-40B4-BE49-F238E27FC236}">
                  <a16:creationId xmlns:a16="http://schemas.microsoft.com/office/drawing/2014/main" id="{AF2603DA-EE1E-BB49-9FCF-DA6835D2D03D}"/>
                </a:ext>
              </a:extLst>
            </p:cNvPr>
            <p:cNvSpPr/>
            <p:nvPr/>
          </p:nvSpPr>
          <p:spPr>
            <a:xfrm>
              <a:off x="4581119" y="4716742"/>
              <a:ext cx="3343" cy="5254"/>
            </a:xfrm>
            <a:custGeom>
              <a:avLst/>
              <a:gdLst>
                <a:gd name="csX0" fmla="*/ 2389 w 3343"/>
                <a:gd name="csY0" fmla="*/ 956 h 5254"/>
                <a:gd name="csX1" fmla="*/ 3344 w 3343"/>
                <a:gd name="csY1" fmla="*/ 2389 h 5254"/>
                <a:gd name="csX2" fmla="*/ 2389 w 3343"/>
                <a:gd name="csY2" fmla="*/ 4299 h 5254"/>
                <a:gd name="csX3" fmla="*/ 2866 w 3343"/>
                <a:gd name="csY3" fmla="*/ 5255 h 5254"/>
                <a:gd name="csX4" fmla="*/ 2389 w 3343"/>
                <a:gd name="csY4" fmla="*/ 5255 h 5254"/>
                <a:gd name="csX5" fmla="*/ 2389 w 3343"/>
                <a:gd name="csY5" fmla="*/ 4299 h 5254"/>
                <a:gd name="csX6" fmla="*/ 3344 w 3343"/>
                <a:gd name="csY6" fmla="*/ 2389 h 5254"/>
                <a:gd name="csX7" fmla="*/ 2389 w 3343"/>
                <a:gd name="csY7" fmla="*/ 956 h 5254"/>
                <a:gd name="csX8" fmla="*/ 955 w 3343"/>
                <a:gd name="csY8" fmla="*/ 0 h 5254"/>
                <a:gd name="csX9" fmla="*/ 0 w 3343"/>
                <a:gd name="csY9" fmla="*/ 0 h 5254"/>
                <a:gd name="csX10" fmla="*/ 0 w 3343"/>
                <a:gd name="csY10" fmla="*/ 0 h 5254"/>
                <a:gd name="csX11" fmla="*/ 955 w 3343"/>
                <a:gd name="csY11" fmla="*/ 0 h 5254"/>
                <a:gd name="csX12" fmla="*/ 2389 w 3343"/>
                <a:gd name="csY12" fmla="*/ 956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343" h="5254">
                  <a:moveTo>
                    <a:pt x="2389" y="956"/>
                  </a:moveTo>
                  <a:lnTo>
                    <a:pt x="3344" y="2389"/>
                  </a:lnTo>
                  <a:lnTo>
                    <a:pt x="2389" y="4299"/>
                  </a:lnTo>
                  <a:lnTo>
                    <a:pt x="2866" y="5255"/>
                  </a:lnTo>
                  <a:lnTo>
                    <a:pt x="2389" y="5255"/>
                  </a:lnTo>
                  <a:lnTo>
                    <a:pt x="2389" y="4299"/>
                  </a:lnTo>
                  <a:lnTo>
                    <a:pt x="3344" y="2389"/>
                  </a:lnTo>
                  <a:lnTo>
                    <a:pt x="2389" y="956"/>
                  </a:lnTo>
                  <a:lnTo>
                    <a:pt x="95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4" name="Freeform 2603">
              <a:extLst>
                <a:ext uri="{FF2B5EF4-FFF2-40B4-BE49-F238E27FC236}">
                  <a16:creationId xmlns:a16="http://schemas.microsoft.com/office/drawing/2014/main" id="{7C0E3B76-89F6-210D-92B5-489407DD390E}"/>
                </a:ext>
              </a:extLst>
            </p:cNvPr>
            <p:cNvSpPr/>
            <p:nvPr/>
          </p:nvSpPr>
          <p:spPr>
            <a:xfrm>
              <a:off x="4549589" y="4393797"/>
              <a:ext cx="32963" cy="10988"/>
            </a:xfrm>
            <a:custGeom>
              <a:avLst/>
              <a:gdLst>
                <a:gd name="csX0" fmla="*/ 32486 w 32963"/>
                <a:gd name="csY0" fmla="*/ 2867 h 10988"/>
                <a:gd name="csX1" fmla="*/ 32963 w 32963"/>
                <a:gd name="csY1" fmla="*/ 5255 h 10988"/>
                <a:gd name="csX2" fmla="*/ 31052 w 32963"/>
                <a:gd name="csY2" fmla="*/ 6211 h 10988"/>
                <a:gd name="csX3" fmla="*/ 29619 w 32963"/>
                <a:gd name="csY3" fmla="*/ 7644 h 10988"/>
                <a:gd name="csX4" fmla="*/ 28664 w 32963"/>
                <a:gd name="csY4" fmla="*/ 9077 h 10988"/>
                <a:gd name="csX5" fmla="*/ 25798 w 32963"/>
                <a:gd name="csY5" fmla="*/ 10510 h 10988"/>
                <a:gd name="csX6" fmla="*/ 22453 w 32963"/>
                <a:gd name="csY6" fmla="*/ 10988 h 10988"/>
                <a:gd name="csX7" fmla="*/ 20542 w 32963"/>
                <a:gd name="csY7" fmla="*/ 10988 h 10988"/>
                <a:gd name="csX8" fmla="*/ 19587 w 32963"/>
                <a:gd name="csY8" fmla="*/ 10988 h 10988"/>
                <a:gd name="csX9" fmla="*/ 18632 w 32963"/>
                <a:gd name="csY9" fmla="*/ 10510 h 10988"/>
                <a:gd name="csX10" fmla="*/ 17198 w 32963"/>
                <a:gd name="csY10" fmla="*/ 10988 h 10988"/>
                <a:gd name="csX11" fmla="*/ 15287 w 32963"/>
                <a:gd name="csY11" fmla="*/ 10032 h 10988"/>
                <a:gd name="csX12" fmla="*/ 13376 w 32963"/>
                <a:gd name="csY12" fmla="*/ 10510 h 10988"/>
                <a:gd name="csX13" fmla="*/ 10032 w 32963"/>
                <a:gd name="csY13" fmla="*/ 10032 h 10988"/>
                <a:gd name="csX14" fmla="*/ 8599 w 32963"/>
                <a:gd name="csY14" fmla="*/ 10988 h 10988"/>
                <a:gd name="csX15" fmla="*/ 7644 w 32963"/>
                <a:gd name="csY15" fmla="*/ 10988 h 10988"/>
                <a:gd name="csX16" fmla="*/ 6210 w 32963"/>
                <a:gd name="csY16" fmla="*/ 10988 h 10988"/>
                <a:gd name="csX17" fmla="*/ 5255 w 32963"/>
                <a:gd name="csY17" fmla="*/ 10510 h 10988"/>
                <a:gd name="csX18" fmla="*/ 2389 w 32963"/>
                <a:gd name="csY18" fmla="*/ 10510 h 10988"/>
                <a:gd name="csX19" fmla="*/ 1433 w 32963"/>
                <a:gd name="csY19" fmla="*/ 10032 h 10988"/>
                <a:gd name="csX20" fmla="*/ 1911 w 32963"/>
                <a:gd name="csY20" fmla="*/ 7166 h 10988"/>
                <a:gd name="csX21" fmla="*/ 1911 w 32963"/>
                <a:gd name="csY21" fmla="*/ 5733 h 10988"/>
                <a:gd name="csX22" fmla="*/ 1433 w 32963"/>
                <a:gd name="csY22" fmla="*/ 4300 h 10988"/>
                <a:gd name="csX23" fmla="*/ 478 w 32963"/>
                <a:gd name="csY23" fmla="*/ 3822 h 10988"/>
                <a:gd name="csX24" fmla="*/ 0 w 32963"/>
                <a:gd name="csY24" fmla="*/ 2867 h 10988"/>
                <a:gd name="csX25" fmla="*/ 1433 w 32963"/>
                <a:gd name="csY25" fmla="*/ 2389 h 10988"/>
                <a:gd name="csX26" fmla="*/ 1911 w 32963"/>
                <a:gd name="csY26" fmla="*/ 1433 h 10988"/>
                <a:gd name="csX27" fmla="*/ 2389 w 32963"/>
                <a:gd name="csY27" fmla="*/ 478 h 10988"/>
                <a:gd name="csX28" fmla="*/ 3344 w 32963"/>
                <a:gd name="csY28" fmla="*/ 0 h 10988"/>
                <a:gd name="csX29" fmla="*/ 4300 w 32963"/>
                <a:gd name="csY29" fmla="*/ 0 h 10988"/>
                <a:gd name="csX30" fmla="*/ 9077 w 32963"/>
                <a:gd name="csY30" fmla="*/ 478 h 10988"/>
                <a:gd name="csX31" fmla="*/ 21498 w 32963"/>
                <a:gd name="csY31" fmla="*/ 956 h 10988"/>
                <a:gd name="csX32" fmla="*/ 22453 w 32963"/>
                <a:gd name="csY32" fmla="*/ 956 h 10988"/>
                <a:gd name="csX33" fmla="*/ 22931 w 32963"/>
                <a:gd name="csY33" fmla="*/ 1433 h 10988"/>
                <a:gd name="csX34" fmla="*/ 23409 w 32963"/>
                <a:gd name="csY34" fmla="*/ 1911 h 10988"/>
                <a:gd name="csX35" fmla="*/ 23886 w 32963"/>
                <a:gd name="csY35" fmla="*/ 1911 h 10988"/>
                <a:gd name="csX36" fmla="*/ 23409 w 32963"/>
                <a:gd name="csY36" fmla="*/ 956 h 10988"/>
                <a:gd name="csX37" fmla="*/ 23886 w 32963"/>
                <a:gd name="csY37" fmla="*/ 956 h 10988"/>
                <a:gd name="csX38" fmla="*/ 27708 w 32963"/>
                <a:gd name="csY38" fmla="*/ 1433 h 10988"/>
                <a:gd name="csX39" fmla="*/ 30097 w 32963"/>
                <a:gd name="csY39" fmla="*/ 2389 h 10988"/>
                <a:gd name="csX40" fmla="*/ 32486 w 32963"/>
                <a:gd name="csY40" fmla="*/ 2867 h 109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32963" h="10988">
                  <a:moveTo>
                    <a:pt x="32486" y="2867"/>
                  </a:moveTo>
                  <a:lnTo>
                    <a:pt x="32963" y="5255"/>
                  </a:lnTo>
                  <a:lnTo>
                    <a:pt x="31052" y="6211"/>
                  </a:lnTo>
                  <a:lnTo>
                    <a:pt x="29619" y="7644"/>
                  </a:lnTo>
                  <a:lnTo>
                    <a:pt x="28664" y="9077"/>
                  </a:lnTo>
                  <a:lnTo>
                    <a:pt x="25798" y="10510"/>
                  </a:lnTo>
                  <a:lnTo>
                    <a:pt x="22453" y="10988"/>
                  </a:lnTo>
                  <a:lnTo>
                    <a:pt x="20542" y="10988"/>
                  </a:lnTo>
                  <a:lnTo>
                    <a:pt x="19587" y="10988"/>
                  </a:lnTo>
                  <a:lnTo>
                    <a:pt x="18632" y="10510"/>
                  </a:lnTo>
                  <a:lnTo>
                    <a:pt x="17198" y="10988"/>
                  </a:lnTo>
                  <a:lnTo>
                    <a:pt x="15287" y="10032"/>
                  </a:lnTo>
                  <a:lnTo>
                    <a:pt x="13376" y="10510"/>
                  </a:lnTo>
                  <a:lnTo>
                    <a:pt x="10032" y="10032"/>
                  </a:lnTo>
                  <a:lnTo>
                    <a:pt x="8599" y="10988"/>
                  </a:lnTo>
                  <a:lnTo>
                    <a:pt x="7644" y="10988"/>
                  </a:lnTo>
                  <a:lnTo>
                    <a:pt x="6210" y="10988"/>
                  </a:lnTo>
                  <a:lnTo>
                    <a:pt x="5255" y="10510"/>
                  </a:lnTo>
                  <a:lnTo>
                    <a:pt x="2389" y="10510"/>
                  </a:lnTo>
                  <a:lnTo>
                    <a:pt x="1433" y="10032"/>
                  </a:lnTo>
                  <a:lnTo>
                    <a:pt x="1911" y="7166"/>
                  </a:lnTo>
                  <a:lnTo>
                    <a:pt x="1911" y="5733"/>
                  </a:lnTo>
                  <a:lnTo>
                    <a:pt x="1433" y="4300"/>
                  </a:lnTo>
                  <a:lnTo>
                    <a:pt x="478" y="3822"/>
                  </a:lnTo>
                  <a:lnTo>
                    <a:pt x="0" y="2867"/>
                  </a:lnTo>
                  <a:lnTo>
                    <a:pt x="1433" y="2389"/>
                  </a:lnTo>
                  <a:lnTo>
                    <a:pt x="1911" y="1433"/>
                  </a:lnTo>
                  <a:lnTo>
                    <a:pt x="2389" y="478"/>
                  </a:lnTo>
                  <a:lnTo>
                    <a:pt x="3344" y="0"/>
                  </a:lnTo>
                  <a:lnTo>
                    <a:pt x="4300" y="0"/>
                  </a:lnTo>
                  <a:lnTo>
                    <a:pt x="9077" y="478"/>
                  </a:lnTo>
                  <a:lnTo>
                    <a:pt x="21498" y="956"/>
                  </a:lnTo>
                  <a:lnTo>
                    <a:pt x="22453" y="956"/>
                  </a:lnTo>
                  <a:lnTo>
                    <a:pt x="22931" y="1433"/>
                  </a:lnTo>
                  <a:lnTo>
                    <a:pt x="23409" y="1911"/>
                  </a:lnTo>
                  <a:lnTo>
                    <a:pt x="23886" y="1911"/>
                  </a:lnTo>
                  <a:lnTo>
                    <a:pt x="23409" y="956"/>
                  </a:lnTo>
                  <a:lnTo>
                    <a:pt x="23886" y="956"/>
                  </a:lnTo>
                  <a:lnTo>
                    <a:pt x="27708" y="1433"/>
                  </a:lnTo>
                  <a:lnTo>
                    <a:pt x="30097" y="2389"/>
                  </a:lnTo>
                  <a:lnTo>
                    <a:pt x="32486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5" name="Freeform 2604">
              <a:extLst>
                <a:ext uri="{FF2B5EF4-FFF2-40B4-BE49-F238E27FC236}">
                  <a16:creationId xmlns:a16="http://schemas.microsoft.com/office/drawing/2014/main" id="{15CCB0D4-088E-C961-C84D-088F585346F0}"/>
                </a:ext>
              </a:extLst>
            </p:cNvPr>
            <p:cNvSpPr/>
            <p:nvPr/>
          </p:nvSpPr>
          <p:spPr>
            <a:xfrm>
              <a:off x="4573475" y="5140010"/>
              <a:ext cx="5732" cy="4299"/>
            </a:xfrm>
            <a:custGeom>
              <a:avLst/>
              <a:gdLst>
                <a:gd name="csX0" fmla="*/ 5733 w 5732"/>
                <a:gd name="csY0" fmla="*/ 4300 h 4299"/>
                <a:gd name="csX1" fmla="*/ 4300 w 5732"/>
                <a:gd name="csY1" fmla="*/ 2867 h 4299"/>
                <a:gd name="csX2" fmla="*/ 0 w 5732"/>
                <a:gd name="csY2" fmla="*/ 0 h 4299"/>
                <a:gd name="csX3" fmla="*/ 4300 w 5732"/>
                <a:gd name="csY3" fmla="*/ 2867 h 4299"/>
                <a:gd name="csX4" fmla="*/ 5733 w 5732"/>
                <a:gd name="csY4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4299">
                  <a:moveTo>
                    <a:pt x="5733" y="4300"/>
                  </a:moveTo>
                  <a:lnTo>
                    <a:pt x="4300" y="2867"/>
                  </a:lnTo>
                  <a:lnTo>
                    <a:pt x="0" y="0"/>
                  </a:lnTo>
                  <a:lnTo>
                    <a:pt x="4300" y="2867"/>
                  </a:lnTo>
                  <a:lnTo>
                    <a:pt x="5733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6" name="Freeform 2605">
              <a:extLst>
                <a:ext uri="{FF2B5EF4-FFF2-40B4-BE49-F238E27FC236}">
                  <a16:creationId xmlns:a16="http://schemas.microsoft.com/office/drawing/2014/main" id="{5B9BF06F-F226-8EF7-1A31-BCC0EACE2C29}"/>
                </a:ext>
              </a:extLst>
            </p:cNvPr>
            <p:cNvSpPr/>
            <p:nvPr/>
          </p:nvSpPr>
          <p:spPr>
            <a:xfrm>
              <a:off x="4570131" y="5138577"/>
              <a:ext cx="2866" cy="477"/>
            </a:xfrm>
            <a:custGeom>
              <a:avLst/>
              <a:gdLst>
                <a:gd name="csX0" fmla="*/ 2867 w 2866"/>
                <a:gd name="csY0" fmla="*/ 478 h 477"/>
                <a:gd name="csX1" fmla="*/ 2867 w 2866"/>
                <a:gd name="csY1" fmla="*/ 478 h 477"/>
                <a:gd name="csX2" fmla="*/ 1433 w 2866"/>
                <a:gd name="csY2" fmla="*/ 0 h 477"/>
                <a:gd name="csX3" fmla="*/ 478 w 2866"/>
                <a:gd name="csY3" fmla="*/ 0 h 477"/>
                <a:gd name="csX4" fmla="*/ 0 w 2866"/>
                <a:gd name="csY4" fmla="*/ 478 h 477"/>
                <a:gd name="csX5" fmla="*/ 478 w 2866"/>
                <a:gd name="csY5" fmla="*/ 0 h 477"/>
                <a:gd name="csX6" fmla="*/ 1433 w 2866"/>
                <a:gd name="csY6" fmla="*/ 0 h 477"/>
                <a:gd name="csX7" fmla="*/ 2867 w 2866"/>
                <a:gd name="csY7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477">
                  <a:moveTo>
                    <a:pt x="2867" y="478"/>
                  </a:moveTo>
                  <a:lnTo>
                    <a:pt x="2867" y="478"/>
                  </a:lnTo>
                  <a:lnTo>
                    <a:pt x="1433" y="0"/>
                  </a:lnTo>
                  <a:lnTo>
                    <a:pt x="478" y="0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7" name="Freeform 2606">
              <a:extLst>
                <a:ext uri="{FF2B5EF4-FFF2-40B4-BE49-F238E27FC236}">
                  <a16:creationId xmlns:a16="http://schemas.microsoft.com/office/drawing/2014/main" id="{97CFE089-85E7-3217-8217-EEE27F2C535D}"/>
                </a:ext>
              </a:extLst>
            </p:cNvPr>
            <p:cNvSpPr/>
            <p:nvPr/>
          </p:nvSpPr>
          <p:spPr>
            <a:xfrm>
              <a:off x="4568698" y="3836287"/>
              <a:ext cx="1911" cy="3343"/>
            </a:xfrm>
            <a:custGeom>
              <a:avLst/>
              <a:gdLst>
                <a:gd name="csX0" fmla="*/ 1911 w 1911"/>
                <a:gd name="csY0" fmla="*/ 0 h 3343"/>
                <a:gd name="csX1" fmla="*/ 956 w 1911"/>
                <a:gd name="csY1" fmla="*/ 2389 h 3343"/>
                <a:gd name="csX2" fmla="*/ 0 w 1911"/>
                <a:gd name="csY2" fmla="*/ 3344 h 3343"/>
                <a:gd name="csX3" fmla="*/ 0 w 1911"/>
                <a:gd name="csY3" fmla="*/ 2389 h 3343"/>
                <a:gd name="csX4" fmla="*/ 1433 w 1911"/>
                <a:gd name="csY4" fmla="*/ 478 h 3343"/>
                <a:gd name="csX5" fmla="*/ 1911 w 1911"/>
                <a:gd name="csY5" fmla="*/ 0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3343">
                  <a:moveTo>
                    <a:pt x="1911" y="0"/>
                  </a:moveTo>
                  <a:lnTo>
                    <a:pt x="956" y="2389"/>
                  </a:lnTo>
                  <a:lnTo>
                    <a:pt x="0" y="3344"/>
                  </a:lnTo>
                  <a:lnTo>
                    <a:pt x="0" y="2389"/>
                  </a:lnTo>
                  <a:lnTo>
                    <a:pt x="1433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8" name="Freeform 2607">
              <a:extLst>
                <a:ext uri="{FF2B5EF4-FFF2-40B4-BE49-F238E27FC236}">
                  <a16:creationId xmlns:a16="http://schemas.microsoft.com/office/drawing/2014/main" id="{C19B224E-A26E-DE0E-12D2-FCDD3639D382}"/>
                </a:ext>
              </a:extLst>
            </p:cNvPr>
            <p:cNvSpPr/>
            <p:nvPr/>
          </p:nvSpPr>
          <p:spPr>
            <a:xfrm>
              <a:off x="4557710" y="4712443"/>
              <a:ext cx="12898" cy="8599"/>
            </a:xfrm>
            <a:custGeom>
              <a:avLst/>
              <a:gdLst>
                <a:gd name="csX0" fmla="*/ 12899 w 12898"/>
                <a:gd name="csY0" fmla="*/ 8121 h 8599"/>
                <a:gd name="csX1" fmla="*/ 10988 w 12898"/>
                <a:gd name="csY1" fmla="*/ 8599 h 8599"/>
                <a:gd name="csX2" fmla="*/ 10032 w 12898"/>
                <a:gd name="csY2" fmla="*/ 8121 h 8599"/>
                <a:gd name="csX3" fmla="*/ 8599 w 12898"/>
                <a:gd name="csY3" fmla="*/ 7166 h 8599"/>
                <a:gd name="csX4" fmla="*/ 4777 w 12898"/>
                <a:gd name="csY4" fmla="*/ 4300 h 8599"/>
                <a:gd name="csX5" fmla="*/ 0 w 12898"/>
                <a:gd name="csY5" fmla="*/ 0 h 8599"/>
                <a:gd name="csX6" fmla="*/ 0 w 12898"/>
                <a:gd name="csY6" fmla="*/ 0 h 8599"/>
                <a:gd name="csX7" fmla="*/ 0 w 12898"/>
                <a:gd name="csY7" fmla="*/ 0 h 8599"/>
                <a:gd name="csX8" fmla="*/ 5255 w 12898"/>
                <a:gd name="csY8" fmla="*/ 4300 h 8599"/>
                <a:gd name="csX9" fmla="*/ 8599 w 12898"/>
                <a:gd name="csY9" fmla="*/ 7166 h 8599"/>
                <a:gd name="csX10" fmla="*/ 10510 w 12898"/>
                <a:gd name="csY10" fmla="*/ 8121 h 8599"/>
                <a:gd name="csX11" fmla="*/ 11466 w 12898"/>
                <a:gd name="csY11" fmla="*/ 8599 h 8599"/>
                <a:gd name="csX12" fmla="*/ 12899 w 12898"/>
                <a:gd name="csY12" fmla="*/ 8121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2898" h="8599">
                  <a:moveTo>
                    <a:pt x="12899" y="8121"/>
                  </a:moveTo>
                  <a:lnTo>
                    <a:pt x="10988" y="8599"/>
                  </a:lnTo>
                  <a:lnTo>
                    <a:pt x="10032" y="8121"/>
                  </a:lnTo>
                  <a:lnTo>
                    <a:pt x="8599" y="7166"/>
                  </a:lnTo>
                  <a:lnTo>
                    <a:pt x="4777" y="43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255" y="4300"/>
                  </a:lnTo>
                  <a:lnTo>
                    <a:pt x="8599" y="7166"/>
                  </a:lnTo>
                  <a:lnTo>
                    <a:pt x="10510" y="8121"/>
                  </a:lnTo>
                  <a:lnTo>
                    <a:pt x="11466" y="8599"/>
                  </a:lnTo>
                  <a:lnTo>
                    <a:pt x="12899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9" name="Freeform 2608">
              <a:extLst>
                <a:ext uri="{FF2B5EF4-FFF2-40B4-BE49-F238E27FC236}">
                  <a16:creationId xmlns:a16="http://schemas.microsoft.com/office/drawing/2014/main" id="{C696CE76-CA58-9246-565E-67111239A205}"/>
                </a:ext>
              </a:extLst>
            </p:cNvPr>
            <p:cNvSpPr/>
            <p:nvPr/>
          </p:nvSpPr>
          <p:spPr>
            <a:xfrm>
              <a:off x="4568698" y="5139055"/>
              <a:ext cx="1433" cy="4299"/>
            </a:xfrm>
            <a:custGeom>
              <a:avLst/>
              <a:gdLst>
                <a:gd name="csX0" fmla="*/ 1433 w 1433"/>
                <a:gd name="csY0" fmla="*/ 0 h 4299"/>
                <a:gd name="csX1" fmla="*/ 478 w 1433"/>
                <a:gd name="csY1" fmla="*/ 2389 h 4299"/>
                <a:gd name="csX2" fmla="*/ 0 w 1433"/>
                <a:gd name="csY2" fmla="*/ 4300 h 4299"/>
                <a:gd name="csX3" fmla="*/ 478 w 1433"/>
                <a:gd name="csY3" fmla="*/ 2389 h 4299"/>
                <a:gd name="csX4" fmla="*/ 1433 w 1433"/>
                <a:gd name="csY4" fmla="*/ 0 h 4299"/>
                <a:gd name="csX5" fmla="*/ 1433 w 1433"/>
                <a:gd name="csY5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4299">
                  <a:moveTo>
                    <a:pt x="1433" y="0"/>
                  </a:moveTo>
                  <a:lnTo>
                    <a:pt x="478" y="2389"/>
                  </a:lnTo>
                  <a:lnTo>
                    <a:pt x="0" y="4300"/>
                  </a:lnTo>
                  <a:lnTo>
                    <a:pt x="478" y="2389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0" name="Freeform 2609">
              <a:extLst>
                <a:ext uri="{FF2B5EF4-FFF2-40B4-BE49-F238E27FC236}">
                  <a16:creationId xmlns:a16="http://schemas.microsoft.com/office/drawing/2014/main" id="{7A241159-4D40-F527-D6A9-EBB2BDEC3124}"/>
                </a:ext>
              </a:extLst>
            </p:cNvPr>
            <p:cNvSpPr/>
            <p:nvPr/>
          </p:nvSpPr>
          <p:spPr>
            <a:xfrm>
              <a:off x="4565354" y="4913089"/>
              <a:ext cx="3822" cy="955"/>
            </a:xfrm>
            <a:custGeom>
              <a:avLst/>
              <a:gdLst>
                <a:gd name="csX0" fmla="*/ 3822 w 3822"/>
                <a:gd name="csY0" fmla="*/ 0 h 955"/>
                <a:gd name="csX1" fmla="*/ 1911 w 3822"/>
                <a:gd name="csY1" fmla="*/ 478 h 955"/>
                <a:gd name="csX2" fmla="*/ 0 w 3822"/>
                <a:gd name="csY2" fmla="*/ 956 h 955"/>
                <a:gd name="csX3" fmla="*/ 0 w 3822"/>
                <a:gd name="csY3" fmla="*/ 956 h 955"/>
                <a:gd name="csX4" fmla="*/ 1433 w 3822"/>
                <a:gd name="csY4" fmla="*/ 478 h 955"/>
                <a:gd name="csX5" fmla="*/ 3822 w 3822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955">
                  <a:moveTo>
                    <a:pt x="3822" y="0"/>
                  </a:moveTo>
                  <a:lnTo>
                    <a:pt x="1911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1433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1" name="Freeform 2610">
              <a:extLst>
                <a:ext uri="{FF2B5EF4-FFF2-40B4-BE49-F238E27FC236}">
                  <a16:creationId xmlns:a16="http://schemas.microsoft.com/office/drawing/2014/main" id="{177B05AF-71EE-7DDD-D8C5-8944DB25E0FB}"/>
                </a:ext>
              </a:extLst>
            </p:cNvPr>
            <p:cNvSpPr/>
            <p:nvPr/>
          </p:nvSpPr>
          <p:spPr>
            <a:xfrm>
              <a:off x="4564876" y="5144788"/>
              <a:ext cx="2866" cy="477"/>
            </a:xfrm>
            <a:custGeom>
              <a:avLst/>
              <a:gdLst>
                <a:gd name="csX0" fmla="*/ 2866 w 2866"/>
                <a:gd name="csY0" fmla="*/ 0 h 477"/>
                <a:gd name="csX1" fmla="*/ 2866 w 2866"/>
                <a:gd name="csY1" fmla="*/ 0 h 477"/>
                <a:gd name="csX2" fmla="*/ 0 w 2866"/>
                <a:gd name="csY2" fmla="*/ 478 h 477"/>
                <a:gd name="csX3" fmla="*/ 2866 w 2866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477">
                  <a:moveTo>
                    <a:pt x="2866" y="0"/>
                  </a:moveTo>
                  <a:lnTo>
                    <a:pt x="2866" y="0"/>
                  </a:lnTo>
                  <a:lnTo>
                    <a:pt x="0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2" name="Freeform 2611">
              <a:extLst>
                <a:ext uri="{FF2B5EF4-FFF2-40B4-BE49-F238E27FC236}">
                  <a16:creationId xmlns:a16="http://schemas.microsoft.com/office/drawing/2014/main" id="{4FBCB8AB-4732-7947-FA9A-494621D3C531}"/>
                </a:ext>
              </a:extLst>
            </p:cNvPr>
            <p:cNvSpPr/>
            <p:nvPr/>
          </p:nvSpPr>
          <p:spPr>
            <a:xfrm>
              <a:off x="4562010" y="5937341"/>
              <a:ext cx="4299" cy="3344"/>
            </a:xfrm>
            <a:custGeom>
              <a:avLst/>
              <a:gdLst>
                <a:gd name="csX0" fmla="*/ 4299 w 4299"/>
                <a:gd name="csY0" fmla="*/ 478 h 3344"/>
                <a:gd name="csX1" fmla="*/ 3344 w 4299"/>
                <a:gd name="csY1" fmla="*/ 1911 h 3344"/>
                <a:gd name="csX2" fmla="*/ 1911 w 4299"/>
                <a:gd name="csY2" fmla="*/ 3344 h 3344"/>
                <a:gd name="csX3" fmla="*/ 955 w 4299"/>
                <a:gd name="csY3" fmla="*/ 3344 h 3344"/>
                <a:gd name="csX4" fmla="*/ 478 w 4299"/>
                <a:gd name="csY4" fmla="*/ 2866 h 3344"/>
                <a:gd name="csX5" fmla="*/ 0 w 4299"/>
                <a:gd name="csY5" fmla="*/ 1911 h 3344"/>
                <a:gd name="csX6" fmla="*/ 478 w 4299"/>
                <a:gd name="csY6" fmla="*/ 1433 h 3344"/>
                <a:gd name="csX7" fmla="*/ 955 w 4299"/>
                <a:gd name="csY7" fmla="*/ 478 h 3344"/>
                <a:gd name="csX8" fmla="*/ 1911 w 4299"/>
                <a:gd name="csY8" fmla="*/ 0 h 3344"/>
                <a:gd name="csX9" fmla="*/ 2389 w 4299"/>
                <a:gd name="csY9" fmla="*/ 0 h 3344"/>
                <a:gd name="csX10" fmla="*/ 4299 w 4299"/>
                <a:gd name="csY10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3344">
                  <a:moveTo>
                    <a:pt x="4299" y="478"/>
                  </a:moveTo>
                  <a:lnTo>
                    <a:pt x="3344" y="1911"/>
                  </a:lnTo>
                  <a:lnTo>
                    <a:pt x="1911" y="3344"/>
                  </a:lnTo>
                  <a:lnTo>
                    <a:pt x="955" y="3344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955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429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3" name="Freeform 2612">
              <a:extLst>
                <a:ext uri="{FF2B5EF4-FFF2-40B4-BE49-F238E27FC236}">
                  <a16:creationId xmlns:a16="http://schemas.microsoft.com/office/drawing/2014/main" id="{67FCA06E-CCBC-E23A-D0FB-2502FFFDA7A8}"/>
                </a:ext>
              </a:extLst>
            </p:cNvPr>
            <p:cNvSpPr/>
            <p:nvPr/>
          </p:nvSpPr>
          <p:spPr>
            <a:xfrm>
              <a:off x="4560577" y="5145266"/>
              <a:ext cx="4299" cy="1433"/>
            </a:xfrm>
            <a:custGeom>
              <a:avLst/>
              <a:gdLst>
                <a:gd name="csX0" fmla="*/ 4300 w 4299"/>
                <a:gd name="csY0" fmla="*/ 0 h 1433"/>
                <a:gd name="csX1" fmla="*/ 1433 w 4299"/>
                <a:gd name="csY1" fmla="*/ 955 h 1433"/>
                <a:gd name="csX2" fmla="*/ 0 w 4299"/>
                <a:gd name="csY2" fmla="*/ 1433 h 1433"/>
                <a:gd name="csX3" fmla="*/ 1433 w 4299"/>
                <a:gd name="csY3" fmla="*/ 955 h 1433"/>
                <a:gd name="csX4" fmla="*/ 4300 w 4299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433">
                  <a:moveTo>
                    <a:pt x="4300" y="0"/>
                  </a:moveTo>
                  <a:lnTo>
                    <a:pt x="1433" y="955"/>
                  </a:lnTo>
                  <a:lnTo>
                    <a:pt x="0" y="1433"/>
                  </a:lnTo>
                  <a:lnTo>
                    <a:pt x="1433" y="955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4" name="Freeform 2613">
              <a:extLst>
                <a:ext uri="{FF2B5EF4-FFF2-40B4-BE49-F238E27FC236}">
                  <a16:creationId xmlns:a16="http://schemas.microsoft.com/office/drawing/2014/main" id="{CD366E50-45B2-4B4E-E1FE-2415751E1331}"/>
                </a:ext>
              </a:extLst>
            </p:cNvPr>
            <p:cNvSpPr/>
            <p:nvPr/>
          </p:nvSpPr>
          <p:spPr>
            <a:xfrm>
              <a:off x="4560099" y="5146699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478 w 477"/>
                <a:gd name="csY2" fmla="*/ 0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5" name="Freeform 2614">
              <a:extLst>
                <a:ext uri="{FF2B5EF4-FFF2-40B4-BE49-F238E27FC236}">
                  <a16:creationId xmlns:a16="http://schemas.microsoft.com/office/drawing/2014/main" id="{6BC308BD-725D-45F1-9EA3-BB5AD1CD0E87}"/>
                </a:ext>
              </a:extLst>
            </p:cNvPr>
            <p:cNvSpPr/>
            <p:nvPr/>
          </p:nvSpPr>
          <p:spPr>
            <a:xfrm>
              <a:off x="4551022" y="4915956"/>
              <a:ext cx="9554" cy="5732"/>
            </a:xfrm>
            <a:custGeom>
              <a:avLst/>
              <a:gdLst>
                <a:gd name="csX0" fmla="*/ 9555 w 9554"/>
                <a:gd name="csY0" fmla="*/ 0 h 5732"/>
                <a:gd name="csX1" fmla="*/ 1911 w 9554"/>
                <a:gd name="csY1" fmla="*/ 5255 h 5732"/>
                <a:gd name="csX2" fmla="*/ 478 w 9554"/>
                <a:gd name="csY2" fmla="*/ 5733 h 5732"/>
                <a:gd name="csX3" fmla="*/ 0 w 9554"/>
                <a:gd name="csY3" fmla="*/ 5733 h 5732"/>
                <a:gd name="csX4" fmla="*/ 1911 w 9554"/>
                <a:gd name="csY4" fmla="*/ 5255 h 5732"/>
                <a:gd name="csX5" fmla="*/ 9555 w 9554"/>
                <a:gd name="csY5" fmla="*/ 0 h 5732"/>
                <a:gd name="csX6" fmla="*/ 9555 w 9554"/>
                <a:gd name="csY6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4" h="5732">
                  <a:moveTo>
                    <a:pt x="9555" y="0"/>
                  </a:moveTo>
                  <a:lnTo>
                    <a:pt x="1911" y="5255"/>
                  </a:lnTo>
                  <a:lnTo>
                    <a:pt x="478" y="5733"/>
                  </a:lnTo>
                  <a:lnTo>
                    <a:pt x="0" y="5733"/>
                  </a:lnTo>
                  <a:lnTo>
                    <a:pt x="1911" y="5255"/>
                  </a:lnTo>
                  <a:lnTo>
                    <a:pt x="9555" y="0"/>
                  </a:lnTo>
                  <a:lnTo>
                    <a:pt x="95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6" name="Freeform 2615">
              <a:extLst>
                <a:ext uri="{FF2B5EF4-FFF2-40B4-BE49-F238E27FC236}">
                  <a16:creationId xmlns:a16="http://schemas.microsoft.com/office/drawing/2014/main" id="{2D659E97-DAE0-FB1F-D25F-110B54B831A6}"/>
                </a:ext>
              </a:extLst>
            </p:cNvPr>
            <p:cNvSpPr/>
            <p:nvPr/>
          </p:nvSpPr>
          <p:spPr>
            <a:xfrm>
              <a:off x="4557233" y="3825777"/>
              <a:ext cx="2866" cy="4299"/>
            </a:xfrm>
            <a:custGeom>
              <a:avLst/>
              <a:gdLst>
                <a:gd name="csX0" fmla="*/ 2866 w 2866"/>
                <a:gd name="csY0" fmla="*/ 478 h 4299"/>
                <a:gd name="csX1" fmla="*/ 2866 w 2866"/>
                <a:gd name="csY1" fmla="*/ 2389 h 4299"/>
                <a:gd name="csX2" fmla="*/ 2389 w 2866"/>
                <a:gd name="csY2" fmla="*/ 3344 h 4299"/>
                <a:gd name="csX3" fmla="*/ 0 w 2866"/>
                <a:gd name="csY3" fmla="*/ 4299 h 4299"/>
                <a:gd name="csX4" fmla="*/ 955 w 2866"/>
                <a:gd name="csY4" fmla="*/ 956 h 4299"/>
                <a:gd name="csX5" fmla="*/ 1911 w 2866"/>
                <a:gd name="csY5" fmla="*/ 0 h 4299"/>
                <a:gd name="csX6" fmla="*/ 2866 w 2866"/>
                <a:gd name="csY6" fmla="*/ 478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4299">
                  <a:moveTo>
                    <a:pt x="2866" y="478"/>
                  </a:moveTo>
                  <a:lnTo>
                    <a:pt x="2866" y="2389"/>
                  </a:lnTo>
                  <a:lnTo>
                    <a:pt x="2389" y="3344"/>
                  </a:lnTo>
                  <a:lnTo>
                    <a:pt x="0" y="4299"/>
                  </a:lnTo>
                  <a:lnTo>
                    <a:pt x="955" y="956"/>
                  </a:lnTo>
                  <a:lnTo>
                    <a:pt x="1911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7" name="Freeform 2616">
              <a:extLst>
                <a:ext uri="{FF2B5EF4-FFF2-40B4-BE49-F238E27FC236}">
                  <a16:creationId xmlns:a16="http://schemas.microsoft.com/office/drawing/2014/main" id="{2DE4122C-D682-08E6-FD0D-3D7E8C7E0EAE}"/>
                </a:ext>
              </a:extLst>
            </p:cNvPr>
            <p:cNvSpPr/>
            <p:nvPr/>
          </p:nvSpPr>
          <p:spPr>
            <a:xfrm>
              <a:off x="4555322" y="5149087"/>
              <a:ext cx="4299" cy="3344"/>
            </a:xfrm>
            <a:custGeom>
              <a:avLst/>
              <a:gdLst>
                <a:gd name="csX0" fmla="*/ 4300 w 4299"/>
                <a:gd name="csY0" fmla="*/ 0 h 3344"/>
                <a:gd name="csX1" fmla="*/ 3822 w 4299"/>
                <a:gd name="csY1" fmla="*/ 1433 h 3344"/>
                <a:gd name="csX2" fmla="*/ 0 w 4299"/>
                <a:gd name="csY2" fmla="*/ 3344 h 3344"/>
                <a:gd name="csX3" fmla="*/ 3822 w 4299"/>
                <a:gd name="csY3" fmla="*/ 1433 h 3344"/>
                <a:gd name="csX4" fmla="*/ 4300 w 4299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3344">
                  <a:moveTo>
                    <a:pt x="4300" y="0"/>
                  </a:moveTo>
                  <a:lnTo>
                    <a:pt x="3822" y="1433"/>
                  </a:lnTo>
                  <a:lnTo>
                    <a:pt x="0" y="3344"/>
                  </a:lnTo>
                  <a:lnTo>
                    <a:pt x="3822" y="1433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8" name="Freeform 2617">
              <a:extLst>
                <a:ext uri="{FF2B5EF4-FFF2-40B4-BE49-F238E27FC236}">
                  <a16:creationId xmlns:a16="http://schemas.microsoft.com/office/drawing/2014/main" id="{039A4EE3-3565-8D22-4172-9FC919C35C6B}"/>
                </a:ext>
              </a:extLst>
            </p:cNvPr>
            <p:cNvSpPr/>
            <p:nvPr/>
          </p:nvSpPr>
          <p:spPr>
            <a:xfrm>
              <a:off x="4555322" y="4704321"/>
              <a:ext cx="2388" cy="8121"/>
            </a:xfrm>
            <a:custGeom>
              <a:avLst/>
              <a:gdLst>
                <a:gd name="csX0" fmla="*/ 1911 w 2388"/>
                <a:gd name="csY0" fmla="*/ 6688 h 8121"/>
                <a:gd name="csX1" fmla="*/ 2389 w 2388"/>
                <a:gd name="csY1" fmla="*/ 8121 h 8121"/>
                <a:gd name="csX2" fmla="*/ 2389 w 2388"/>
                <a:gd name="csY2" fmla="*/ 8121 h 8121"/>
                <a:gd name="csX3" fmla="*/ 2389 w 2388"/>
                <a:gd name="csY3" fmla="*/ 8121 h 8121"/>
                <a:gd name="csX4" fmla="*/ 1911 w 2388"/>
                <a:gd name="csY4" fmla="*/ 8121 h 8121"/>
                <a:gd name="csX5" fmla="*/ 1911 w 2388"/>
                <a:gd name="csY5" fmla="*/ 6688 h 8121"/>
                <a:gd name="csX6" fmla="*/ 1911 w 2388"/>
                <a:gd name="csY6" fmla="*/ 5733 h 8121"/>
                <a:gd name="csX7" fmla="*/ 956 w 2388"/>
                <a:gd name="csY7" fmla="*/ 3822 h 8121"/>
                <a:gd name="csX8" fmla="*/ 478 w 2388"/>
                <a:gd name="csY8" fmla="*/ 1911 h 8121"/>
                <a:gd name="csX9" fmla="*/ 0 w 2388"/>
                <a:gd name="csY9" fmla="*/ 1433 h 8121"/>
                <a:gd name="csX10" fmla="*/ 0 w 2388"/>
                <a:gd name="csY10" fmla="*/ 0 h 8121"/>
                <a:gd name="csX11" fmla="*/ 0 w 2388"/>
                <a:gd name="csY11" fmla="*/ 0 h 8121"/>
                <a:gd name="csX12" fmla="*/ 0 w 2388"/>
                <a:gd name="csY12" fmla="*/ 1433 h 8121"/>
                <a:gd name="csX13" fmla="*/ 478 w 2388"/>
                <a:gd name="csY13" fmla="*/ 1911 h 8121"/>
                <a:gd name="csX14" fmla="*/ 956 w 2388"/>
                <a:gd name="csY14" fmla="*/ 3822 h 8121"/>
                <a:gd name="csX15" fmla="*/ 1911 w 2388"/>
                <a:gd name="csY15" fmla="*/ 5733 h 8121"/>
                <a:gd name="csX16" fmla="*/ 1911 w 2388"/>
                <a:gd name="csY16" fmla="*/ 6688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388" h="8121">
                  <a:moveTo>
                    <a:pt x="1911" y="6688"/>
                  </a:moveTo>
                  <a:lnTo>
                    <a:pt x="2389" y="8121"/>
                  </a:lnTo>
                  <a:lnTo>
                    <a:pt x="2389" y="8121"/>
                  </a:lnTo>
                  <a:lnTo>
                    <a:pt x="2389" y="8121"/>
                  </a:lnTo>
                  <a:lnTo>
                    <a:pt x="1911" y="8121"/>
                  </a:lnTo>
                  <a:lnTo>
                    <a:pt x="1911" y="6688"/>
                  </a:lnTo>
                  <a:lnTo>
                    <a:pt x="1911" y="5733"/>
                  </a:lnTo>
                  <a:lnTo>
                    <a:pt x="956" y="3822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433"/>
                  </a:lnTo>
                  <a:lnTo>
                    <a:pt x="478" y="1911"/>
                  </a:lnTo>
                  <a:lnTo>
                    <a:pt x="956" y="3822"/>
                  </a:lnTo>
                  <a:lnTo>
                    <a:pt x="1911" y="5733"/>
                  </a:lnTo>
                  <a:lnTo>
                    <a:pt x="1911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9" name="Freeform 2618">
              <a:extLst>
                <a:ext uri="{FF2B5EF4-FFF2-40B4-BE49-F238E27FC236}">
                  <a16:creationId xmlns:a16="http://schemas.microsoft.com/office/drawing/2014/main" id="{00E01C89-EE7B-C987-09D1-1F1B9A775F95}"/>
                </a:ext>
              </a:extLst>
            </p:cNvPr>
            <p:cNvSpPr/>
            <p:nvPr/>
          </p:nvSpPr>
          <p:spPr>
            <a:xfrm>
              <a:off x="4316457" y="4507974"/>
              <a:ext cx="241253" cy="303358"/>
            </a:xfrm>
            <a:custGeom>
              <a:avLst/>
              <a:gdLst>
                <a:gd name="csX0" fmla="*/ 240776 w 241253"/>
                <a:gd name="csY0" fmla="*/ 204468 h 303358"/>
                <a:gd name="csX1" fmla="*/ 241253 w 241253"/>
                <a:gd name="csY1" fmla="*/ 204468 h 303358"/>
                <a:gd name="csX2" fmla="*/ 237432 w 241253"/>
                <a:gd name="csY2" fmla="*/ 205424 h 303358"/>
                <a:gd name="csX3" fmla="*/ 236954 w 241253"/>
                <a:gd name="csY3" fmla="*/ 204946 h 303358"/>
                <a:gd name="csX4" fmla="*/ 236954 w 241253"/>
                <a:gd name="csY4" fmla="*/ 204468 h 303358"/>
                <a:gd name="csX5" fmla="*/ 236954 w 241253"/>
                <a:gd name="csY5" fmla="*/ 201124 h 303358"/>
                <a:gd name="csX6" fmla="*/ 236954 w 241253"/>
                <a:gd name="csY6" fmla="*/ 197302 h 303358"/>
                <a:gd name="csX7" fmla="*/ 236476 w 241253"/>
                <a:gd name="csY7" fmla="*/ 195869 h 303358"/>
                <a:gd name="csX8" fmla="*/ 234565 w 241253"/>
                <a:gd name="csY8" fmla="*/ 193003 h 303358"/>
                <a:gd name="csX9" fmla="*/ 232176 w 241253"/>
                <a:gd name="csY9" fmla="*/ 189659 h 303358"/>
                <a:gd name="csX10" fmla="*/ 231699 w 241253"/>
                <a:gd name="csY10" fmla="*/ 188703 h 303358"/>
                <a:gd name="csX11" fmla="*/ 230743 w 241253"/>
                <a:gd name="csY11" fmla="*/ 188226 h 303358"/>
                <a:gd name="csX12" fmla="*/ 230743 w 241253"/>
                <a:gd name="csY12" fmla="*/ 188226 h 303358"/>
                <a:gd name="csX13" fmla="*/ 229788 w 241253"/>
                <a:gd name="csY13" fmla="*/ 188226 h 303358"/>
                <a:gd name="csX14" fmla="*/ 228833 w 241253"/>
                <a:gd name="csY14" fmla="*/ 188226 h 303358"/>
                <a:gd name="csX15" fmla="*/ 228833 w 241253"/>
                <a:gd name="csY15" fmla="*/ 188703 h 303358"/>
                <a:gd name="csX16" fmla="*/ 227399 w 241253"/>
                <a:gd name="csY16" fmla="*/ 189181 h 303358"/>
                <a:gd name="csX17" fmla="*/ 226444 w 241253"/>
                <a:gd name="csY17" fmla="*/ 189659 h 303358"/>
                <a:gd name="csX18" fmla="*/ 226444 w 241253"/>
                <a:gd name="csY18" fmla="*/ 189659 h 303358"/>
                <a:gd name="csX19" fmla="*/ 224533 w 241253"/>
                <a:gd name="csY19" fmla="*/ 191569 h 303358"/>
                <a:gd name="csX20" fmla="*/ 224533 w 241253"/>
                <a:gd name="csY20" fmla="*/ 192047 h 303358"/>
                <a:gd name="csX21" fmla="*/ 222622 w 241253"/>
                <a:gd name="csY21" fmla="*/ 194436 h 303358"/>
                <a:gd name="csX22" fmla="*/ 221189 w 241253"/>
                <a:gd name="csY22" fmla="*/ 194914 h 303358"/>
                <a:gd name="csX23" fmla="*/ 220233 w 241253"/>
                <a:gd name="csY23" fmla="*/ 194914 h 303358"/>
                <a:gd name="csX24" fmla="*/ 219278 w 241253"/>
                <a:gd name="csY24" fmla="*/ 194914 h 303358"/>
                <a:gd name="csX25" fmla="*/ 218322 w 241253"/>
                <a:gd name="csY25" fmla="*/ 194436 h 303358"/>
                <a:gd name="csX26" fmla="*/ 217367 w 241253"/>
                <a:gd name="csY26" fmla="*/ 193003 h 303358"/>
                <a:gd name="csX27" fmla="*/ 216411 w 241253"/>
                <a:gd name="csY27" fmla="*/ 191092 h 303358"/>
                <a:gd name="csX28" fmla="*/ 214978 w 241253"/>
                <a:gd name="csY28" fmla="*/ 190614 h 303358"/>
                <a:gd name="csX29" fmla="*/ 214978 w 241253"/>
                <a:gd name="csY29" fmla="*/ 190614 h 303358"/>
                <a:gd name="csX30" fmla="*/ 214978 w 241253"/>
                <a:gd name="csY30" fmla="*/ 190614 h 303358"/>
                <a:gd name="csX31" fmla="*/ 214501 w 241253"/>
                <a:gd name="csY31" fmla="*/ 191092 h 303358"/>
                <a:gd name="csX32" fmla="*/ 214501 w 241253"/>
                <a:gd name="csY32" fmla="*/ 191092 h 303358"/>
                <a:gd name="csX33" fmla="*/ 214023 w 241253"/>
                <a:gd name="csY33" fmla="*/ 192047 h 303358"/>
                <a:gd name="csX34" fmla="*/ 213545 w 241253"/>
                <a:gd name="csY34" fmla="*/ 193480 h 303358"/>
                <a:gd name="csX35" fmla="*/ 214501 w 241253"/>
                <a:gd name="csY35" fmla="*/ 194436 h 303358"/>
                <a:gd name="csX36" fmla="*/ 215456 w 241253"/>
                <a:gd name="csY36" fmla="*/ 195391 h 303358"/>
                <a:gd name="csX37" fmla="*/ 214023 w 241253"/>
                <a:gd name="csY37" fmla="*/ 195391 h 303358"/>
                <a:gd name="csX38" fmla="*/ 210201 w 241253"/>
                <a:gd name="csY38" fmla="*/ 195391 h 303358"/>
                <a:gd name="csX39" fmla="*/ 205424 w 241253"/>
                <a:gd name="csY39" fmla="*/ 195391 h 303358"/>
                <a:gd name="csX40" fmla="*/ 200646 w 241253"/>
                <a:gd name="csY40" fmla="*/ 195391 h 303358"/>
                <a:gd name="csX41" fmla="*/ 196825 w 241253"/>
                <a:gd name="csY41" fmla="*/ 195391 h 303358"/>
                <a:gd name="csX42" fmla="*/ 192525 w 241253"/>
                <a:gd name="csY42" fmla="*/ 195391 h 303358"/>
                <a:gd name="csX43" fmla="*/ 191092 w 241253"/>
                <a:gd name="csY43" fmla="*/ 195391 h 303358"/>
                <a:gd name="csX44" fmla="*/ 189659 w 241253"/>
                <a:gd name="csY44" fmla="*/ 194914 h 303358"/>
                <a:gd name="csX45" fmla="*/ 188226 w 241253"/>
                <a:gd name="csY45" fmla="*/ 194436 h 303358"/>
                <a:gd name="csX46" fmla="*/ 187748 w 241253"/>
                <a:gd name="csY46" fmla="*/ 194436 h 303358"/>
                <a:gd name="csX47" fmla="*/ 187270 w 241253"/>
                <a:gd name="csY47" fmla="*/ 194436 h 303358"/>
                <a:gd name="csX48" fmla="*/ 186314 w 241253"/>
                <a:gd name="csY48" fmla="*/ 194914 h 303358"/>
                <a:gd name="csX49" fmla="*/ 184403 w 241253"/>
                <a:gd name="csY49" fmla="*/ 195391 h 303358"/>
                <a:gd name="csX50" fmla="*/ 184403 w 241253"/>
                <a:gd name="csY50" fmla="*/ 195391 h 303358"/>
                <a:gd name="csX51" fmla="*/ 183448 w 241253"/>
                <a:gd name="csY51" fmla="*/ 195869 h 303358"/>
                <a:gd name="csX52" fmla="*/ 182493 w 241253"/>
                <a:gd name="csY52" fmla="*/ 195869 h 303358"/>
                <a:gd name="csX53" fmla="*/ 182493 w 241253"/>
                <a:gd name="csY53" fmla="*/ 195869 h 303358"/>
                <a:gd name="csX54" fmla="*/ 182015 w 241253"/>
                <a:gd name="csY54" fmla="*/ 195869 h 303358"/>
                <a:gd name="csX55" fmla="*/ 182015 w 241253"/>
                <a:gd name="csY55" fmla="*/ 198735 h 303358"/>
                <a:gd name="csX56" fmla="*/ 182015 w 241253"/>
                <a:gd name="csY56" fmla="*/ 203035 h 303358"/>
                <a:gd name="csX57" fmla="*/ 182015 w 241253"/>
                <a:gd name="csY57" fmla="*/ 207335 h 303358"/>
                <a:gd name="csX58" fmla="*/ 182015 w 241253"/>
                <a:gd name="csY58" fmla="*/ 207335 h 303358"/>
                <a:gd name="csX59" fmla="*/ 182970 w 241253"/>
                <a:gd name="csY59" fmla="*/ 207335 h 303358"/>
                <a:gd name="csX60" fmla="*/ 182970 w 241253"/>
                <a:gd name="csY60" fmla="*/ 206857 h 303358"/>
                <a:gd name="csX61" fmla="*/ 183926 w 241253"/>
                <a:gd name="csY61" fmla="*/ 207335 h 303358"/>
                <a:gd name="csX62" fmla="*/ 184881 w 241253"/>
                <a:gd name="csY62" fmla="*/ 207335 h 303358"/>
                <a:gd name="csX63" fmla="*/ 184881 w 241253"/>
                <a:gd name="csY63" fmla="*/ 207335 h 303358"/>
                <a:gd name="csX64" fmla="*/ 185359 w 241253"/>
                <a:gd name="csY64" fmla="*/ 207335 h 303358"/>
                <a:gd name="csX65" fmla="*/ 186792 w 241253"/>
                <a:gd name="csY65" fmla="*/ 207335 h 303358"/>
                <a:gd name="csX66" fmla="*/ 187748 w 241253"/>
                <a:gd name="csY66" fmla="*/ 207335 h 303358"/>
                <a:gd name="csX67" fmla="*/ 188703 w 241253"/>
                <a:gd name="csY67" fmla="*/ 207335 h 303358"/>
                <a:gd name="csX68" fmla="*/ 189659 w 241253"/>
                <a:gd name="csY68" fmla="*/ 207335 h 303358"/>
                <a:gd name="csX69" fmla="*/ 190136 w 241253"/>
                <a:gd name="csY69" fmla="*/ 207812 h 303358"/>
                <a:gd name="csX70" fmla="*/ 191092 w 241253"/>
                <a:gd name="csY70" fmla="*/ 207812 h 303358"/>
                <a:gd name="csX71" fmla="*/ 191092 w 241253"/>
                <a:gd name="csY71" fmla="*/ 207812 h 303358"/>
                <a:gd name="csX72" fmla="*/ 192047 w 241253"/>
                <a:gd name="csY72" fmla="*/ 207335 h 303358"/>
                <a:gd name="csX73" fmla="*/ 193003 w 241253"/>
                <a:gd name="csY73" fmla="*/ 207812 h 303358"/>
                <a:gd name="csX74" fmla="*/ 193958 w 241253"/>
                <a:gd name="csY74" fmla="*/ 208290 h 303358"/>
                <a:gd name="csX75" fmla="*/ 194436 w 241253"/>
                <a:gd name="csY75" fmla="*/ 209245 h 303358"/>
                <a:gd name="csX76" fmla="*/ 194914 w 241253"/>
                <a:gd name="csY76" fmla="*/ 210201 h 303358"/>
                <a:gd name="csX77" fmla="*/ 195869 w 241253"/>
                <a:gd name="csY77" fmla="*/ 211156 h 303358"/>
                <a:gd name="csX78" fmla="*/ 195869 w 241253"/>
                <a:gd name="csY78" fmla="*/ 212112 h 303358"/>
                <a:gd name="csX79" fmla="*/ 195869 w 241253"/>
                <a:gd name="csY79" fmla="*/ 213067 h 303358"/>
                <a:gd name="csX80" fmla="*/ 195391 w 241253"/>
                <a:gd name="csY80" fmla="*/ 213545 h 303358"/>
                <a:gd name="csX81" fmla="*/ 195869 w 241253"/>
                <a:gd name="csY81" fmla="*/ 214023 h 303358"/>
                <a:gd name="csX82" fmla="*/ 195869 w 241253"/>
                <a:gd name="csY82" fmla="*/ 214501 h 303358"/>
                <a:gd name="csX83" fmla="*/ 195869 w 241253"/>
                <a:gd name="csY83" fmla="*/ 214978 h 303358"/>
                <a:gd name="csX84" fmla="*/ 195869 w 241253"/>
                <a:gd name="csY84" fmla="*/ 214978 h 303358"/>
                <a:gd name="csX85" fmla="*/ 194914 w 241253"/>
                <a:gd name="csY85" fmla="*/ 214978 h 303358"/>
                <a:gd name="csX86" fmla="*/ 194914 w 241253"/>
                <a:gd name="csY86" fmla="*/ 214978 h 303358"/>
                <a:gd name="csX87" fmla="*/ 194436 w 241253"/>
                <a:gd name="csY87" fmla="*/ 214978 h 303358"/>
                <a:gd name="csX88" fmla="*/ 193958 w 241253"/>
                <a:gd name="csY88" fmla="*/ 215456 h 303358"/>
                <a:gd name="csX89" fmla="*/ 193480 w 241253"/>
                <a:gd name="csY89" fmla="*/ 215456 h 303358"/>
                <a:gd name="csX90" fmla="*/ 193003 w 241253"/>
                <a:gd name="csY90" fmla="*/ 214978 h 303358"/>
                <a:gd name="csX91" fmla="*/ 193003 w 241253"/>
                <a:gd name="csY91" fmla="*/ 214978 h 303358"/>
                <a:gd name="csX92" fmla="*/ 192525 w 241253"/>
                <a:gd name="csY92" fmla="*/ 214501 h 303358"/>
                <a:gd name="csX93" fmla="*/ 192525 w 241253"/>
                <a:gd name="csY93" fmla="*/ 214501 h 303358"/>
                <a:gd name="csX94" fmla="*/ 192047 w 241253"/>
                <a:gd name="csY94" fmla="*/ 214978 h 303358"/>
                <a:gd name="csX95" fmla="*/ 191092 w 241253"/>
                <a:gd name="csY95" fmla="*/ 214501 h 303358"/>
                <a:gd name="csX96" fmla="*/ 190614 w 241253"/>
                <a:gd name="csY96" fmla="*/ 214023 h 303358"/>
                <a:gd name="csX97" fmla="*/ 189659 w 241253"/>
                <a:gd name="csY97" fmla="*/ 213545 h 303358"/>
                <a:gd name="csX98" fmla="*/ 189659 w 241253"/>
                <a:gd name="csY98" fmla="*/ 213545 h 303358"/>
                <a:gd name="csX99" fmla="*/ 188703 w 241253"/>
                <a:gd name="csY99" fmla="*/ 213545 h 303358"/>
                <a:gd name="csX100" fmla="*/ 187748 w 241253"/>
                <a:gd name="csY100" fmla="*/ 214023 h 303358"/>
                <a:gd name="csX101" fmla="*/ 186792 w 241253"/>
                <a:gd name="csY101" fmla="*/ 214501 h 303358"/>
                <a:gd name="csX102" fmla="*/ 186314 w 241253"/>
                <a:gd name="csY102" fmla="*/ 214501 h 303358"/>
                <a:gd name="csX103" fmla="*/ 185837 w 241253"/>
                <a:gd name="csY103" fmla="*/ 214501 h 303358"/>
                <a:gd name="csX104" fmla="*/ 185359 w 241253"/>
                <a:gd name="csY104" fmla="*/ 214501 h 303358"/>
                <a:gd name="csX105" fmla="*/ 184881 w 241253"/>
                <a:gd name="csY105" fmla="*/ 214978 h 303358"/>
                <a:gd name="csX106" fmla="*/ 183926 w 241253"/>
                <a:gd name="csY106" fmla="*/ 215456 h 303358"/>
                <a:gd name="csX107" fmla="*/ 182970 w 241253"/>
                <a:gd name="csY107" fmla="*/ 215456 h 303358"/>
                <a:gd name="csX108" fmla="*/ 182015 w 241253"/>
                <a:gd name="csY108" fmla="*/ 215934 h 303358"/>
                <a:gd name="csX109" fmla="*/ 181060 w 241253"/>
                <a:gd name="csY109" fmla="*/ 215934 h 303358"/>
                <a:gd name="csX110" fmla="*/ 180582 w 241253"/>
                <a:gd name="csY110" fmla="*/ 215934 h 303358"/>
                <a:gd name="csX111" fmla="*/ 180582 w 241253"/>
                <a:gd name="csY111" fmla="*/ 215934 h 303358"/>
                <a:gd name="csX112" fmla="*/ 179626 w 241253"/>
                <a:gd name="csY112" fmla="*/ 215934 h 303358"/>
                <a:gd name="csX113" fmla="*/ 178193 w 241253"/>
                <a:gd name="csY113" fmla="*/ 215934 h 303358"/>
                <a:gd name="csX114" fmla="*/ 178193 w 241253"/>
                <a:gd name="csY114" fmla="*/ 215934 h 303358"/>
                <a:gd name="csX115" fmla="*/ 178193 w 241253"/>
                <a:gd name="csY115" fmla="*/ 215934 h 303358"/>
                <a:gd name="csX116" fmla="*/ 178193 w 241253"/>
                <a:gd name="csY116" fmla="*/ 218322 h 303358"/>
                <a:gd name="csX117" fmla="*/ 177715 w 241253"/>
                <a:gd name="csY117" fmla="*/ 223100 h 303358"/>
                <a:gd name="csX118" fmla="*/ 177715 w 241253"/>
                <a:gd name="csY118" fmla="*/ 226444 h 303358"/>
                <a:gd name="csX119" fmla="*/ 177715 w 241253"/>
                <a:gd name="csY119" fmla="*/ 229310 h 303358"/>
                <a:gd name="csX120" fmla="*/ 178193 w 241253"/>
                <a:gd name="csY120" fmla="*/ 230266 h 303358"/>
                <a:gd name="csX121" fmla="*/ 180582 w 241253"/>
                <a:gd name="csY121" fmla="*/ 232176 h 303358"/>
                <a:gd name="csX122" fmla="*/ 182493 w 241253"/>
                <a:gd name="csY122" fmla="*/ 233610 h 303358"/>
                <a:gd name="csX123" fmla="*/ 183926 w 241253"/>
                <a:gd name="csY123" fmla="*/ 234565 h 303358"/>
                <a:gd name="csX124" fmla="*/ 185837 w 241253"/>
                <a:gd name="csY124" fmla="*/ 235521 h 303358"/>
                <a:gd name="csX125" fmla="*/ 186314 w 241253"/>
                <a:gd name="csY125" fmla="*/ 235998 h 303358"/>
                <a:gd name="csX126" fmla="*/ 186792 w 241253"/>
                <a:gd name="csY126" fmla="*/ 236476 h 303358"/>
                <a:gd name="csX127" fmla="*/ 187270 w 241253"/>
                <a:gd name="csY127" fmla="*/ 237432 h 303358"/>
                <a:gd name="csX128" fmla="*/ 187270 w 241253"/>
                <a:gd name="csY128" fmla="*/ 237909 h 303358"/>
                <a:gd name="csX129" fmla="*/ 187270 w 241253"/>
                <a:gd name="csY129" fmla="*/ 238865 h 303358"/>
                <a:gd name="csX130" fmla="*/ 186792 w 241253"/>
                <a:gd name="csY130" fmla="*/ 239820 h 303358"/>
                <a:gd name="csX131" fmla="*/ 186792 w 241253"/>
                <a:gd name="csY131" fmla="*/ 240298 h 303358"/>
                <a:gd name="csX132" fmla="*/ 187270 w 241253"/>
                <a:gd name="csY132" fmla="*/ 240776 h 303358"/>
                <a:gd name="csX133" fmla="*/ 187748 w 241253"/>
                <a:gd name="csY133" fmla="*/ 241731 h 303358"/>
                <a:gd name="csX134" fmla="*/ 188226 w 241253"/>
                <a:gd name="csY134" fmla="*/ 242687 h 303358"/>
                <a:gd name="csX135" fmla="*/ 188226 w 241253"/>
                <a:gd name="csY135" fmla="*/ 243164 h 303358"/>
                <a:gd name="csX136" fmla="*/ 188703 w 241253"/>
                <a:gd name="csY136" fmla="*/ 243642 h 303358"/>
                <a:gd name="csX137" fmla="*/ 189181 w 241253"/>
                <a:gd name="csY137" fmla="*/ 244120 h 303358"/>
                <a:gd name="csX138" fmla="*/ 190136 w 241253"/>
                <a:gd name="csY138" fmla="*/ 244598 h 303358"/>
                <a:gd name="csX139" fmla="*/ 190136 w 241253"/>
                <a:gd name="csY139" fmla="*/ 245075 h 303358"/>
                <a:gd name="csX140" fmla="*/ 190136 w 241253"/>
                <a:gd name="csY140" fmla="*/ 246031 h 303358"/>
                <a:gd name="csX141" fmla="*/ 190136 w 241253"/>
                <a:gd name="csY141" fmla="*/ 246508 h 303358"/>
                <a:gd name="csX142" fmla="*/ 190614 w 241253"/>
                <a:gd name="csY142" fmla="*/ 247464 h 303358"/>
                <a:gd name="csX143" fmla="*/ 191092 w 241253"/>
                <a:gd name="csY143" fmla="*/ 248419 h 303358"/>
                <a:gd name="csX144" fmla="*/ 190614 w 241253"/>
                <a:gd name="csY144" fmla="*/ 248897 h 303358"/>
                <a:gd name="csX145" fmla="*/ 190614 w 241253"/>
                <a:gd name="csY145" fmla="*/ 248897 h 303358"/>
                <a:gd name="csX146" fmla="*/ 190136 w 241253"/>
                <a:gd name="csY146" fmla="*/ 252241 h 303358"/>
                <a:gd name="csX147" fmla="*/ 189659 w 241253"/>
                <a:gd name="csY147" fmla="*/ 256063 h 303358"/>
                <a:gd name="csX148" fmla="*/ 188703 w 241253"/>
                <a:gd name="csY148" fmla="*/ 258452 h 303358"/>
                <a:gd name="csX149" fmla="*/ 188226 w 241253"/>
                <a:gd name="csY149" fmla="*/ 263229 h 303358"/>
                <a:gd name="csX150" fmla="*/ 186792 w 241253"/>
                <a:gd name="csY150" fmla="*/ 268484 h 303358"/>
                <a:gd name="csX151" fmla="*/ 185837 w 241253"/>
                <a:gd name="csY151" fmla="*/ 274694 h 303358"/>
                <a:gd name="csX152" fmla="*/ 184403 w 241253"/>
                <a:gd name="csY152" fmla="*/ 281383 h 303358"/>
                <a:gd name="csX153" fmla="*/ 183448 w 241253"/>
                <a:gd name="csY153" fmla="*/ 287115 h 303358"/>
                <a:gd name="csX154" fmla="*/ 182015 w 241253"/>
                <a:gd name="csY154" fmla="*/ 292848 h 303358"/>
                <a:gd name="csX155" fmla="*/ 181060 w 241253"/>
                <a:gd name="csY155" fmla="*/ 299059 h 303358"/>
                <a:gd name="csX156" fmla="*/ 180104 w 241253"/>
                <a:gd name="csY156" fmla="*/ 302403 h 303358"/>
                <a:gd name="csX157" fmla="*/ 179626 w 241253"/>
                <a:gd name="csY157" fmla="*/ 303358 h 303358"/>
                <a:gd name="csX158" fmla="*/ 178671 w 241253"/>
                <a:gd name="csY158" fmla="*/ 301925 h 303358"/>
                <a:gd name="csX159" fmla="*/ 177238 w 241253"/>
                <a:gd name="csY159" fmla="*/ 300492 h 303358"/>
                <a:gd name="csX160" fmla="*/ 175804 w 241253"/>
                <a:gd name="csY160" fmla="*/ 300014 h 303358"/>
                <a:gd name="csX161" fmla="*/ 175327 w 241253"/>
                <a:gd name="csY161" fmla="*/ 298581 h 303358"/>
                <a:gd name="csX162" fmla="*/ 174849 w 241253"/>
                <a:gd name="csY162" fmla="*/ 298103 h 303358"/>
                <a:gd name="csX163" fmla="*/ 174371 w 241253"/>
                <a:gd name="csY163" fmla="*/ 296670 h 303358"/>
                <a:gd name="csX164" fmla="*/ 174371 w 241253"/>
                <a:gd name="csY164" fmla="*/ 296670 h 303358"/>
                <a:gd name="csX165" fmla="*/ 172938 w 241253"/>
                <a:gd name="csY165" fmla="*/ 296192 h 303358"/>
                <a:gd name="csX166" fmla="*/ 172460 w 241253"/>
                <a:gd name="csY166" fmla="*/ 295715 h 303358"/>
                <a:gd name="csX167" fmla="*/ 172460 w 241253"/>
                <a:gd name="csY167" fmla="*/ 295715 h 303358"/>
                <a:gd name="csX168" fmla="*/ 171505 w 241253"/>
                <a:gd name="csY168" fmla="*/ 295715 h 303358"/>
                <a:gd name="csX169" fmla="*/ 171505 w 241253"/>
                <a:gd name="csY169" fmla="*/ 295715 h 303358"/>
                <a:gd name="csX170" fmla="*/ 170549 w 241253"/>
                <a:gd name="csY170" fmla="*/ 296192 h 303358"/>
                <a:gd name="csX171" fmla="*/ 169594 w 241253"/>
                <a:gd name="csY171" fmla="*/ 296670 h 303358"/>
                <a:gd name="csX172" fmla="*/ 168638 w 241253"/>
                <a:gd name="csY172" fmla="*/ 296670 h 303358"/>
                <a:gd name="csX173" fmla="*/ 165294 w 241253"/>
                <a:gd name="csY173" fmla="*/ 295237 h 303358"/>
                <a:gd name="csX174" fmla="*/ 164339 w 241253"/>
                <a:gd name="csY174" fmla="*/ 294759 h 303358"/>
                <a:gd name="csX175" fmla="*/ 166728 w 241253"/>
                <a:gd name="csY175" fmla="*/ 291893 h 303358"/>
                <a:gd name="csX176" fmla="*/ 171027 w 241253"/>
                <a:gd name="csY176" fmla="*/ 286160 h 303358"/>
                <a:gd name="csX177" fmla="*/ 173416 w 241253"/>
                <a:gd name="csY177" fmla="*/ 282338 h 303358"/>
                <a:gd name="csX178" fmla="*/ 176282 w 241253"/>
                <a:gd name="csY178" fmla="*/ 278516 h 303358"/>
                <a:gd name="csX179" fmla="*/ 176282 w 241253"/>
                <a:gd name="csY179" fmla="*/ 278516 h 303358"/>
                <a:gd name="csX180" fmla="*/ 177715 w 241253"/>
                <a:gd name="csY180" fmla="*/ 276128 h 303358"/>
                <a:gd name="csX181" fmla="*/ 177715 w 241253"/>
                <a:gd name="csY181" fmla="*/ 276128 h 303358"/>
                <a:gd name="csX182" fmla="*/ 177715 w 241253"/>
                <a:gd name="csY182" fmla="*/ 275650 h 303358"/>
                <a:gd name="csX183" fmla="*/ 177238 w 241253"/>
                <a:gd name="csY183" fmla="*/ 274694 h 303358"/>
                <a:gd name="csX184" fmla="*/ 177238 w 241253"/>
                <a:gd name="csY184" fmla="*/ 274694 h 303358"/>
                <a:gd name="csX185" fmla="*/ 175804 w 241253"/>
                <a:gd name="csY185" fmla="*/ 274217 h 303358"/>
                <a:gd name="csX186" fmla="*/ 174371 w 241253"/>
                <a:gd name="csY186" fmla="*/ 273739 h 303358"/>
                <a:gd name="csX187" fmla="*/ 173416 w 241253"/>
                <a:gd name="csY187" fmla="*/ 272783 h 303358"/>
                <a:gd name="csX188" fmla="*/ 173416 w 241253"/>
                <a:gd name="csY188" fmla="*/ 272783 h 303358"/>
                <a:gd name="csX189" fmla="*/ 171983 w 241253"/>
                <a:gd name="csY189" fmla="*/ 272306 h 303358"/>
                <a:gd name="csX190" fmla="*/ 171027 w 241253"/>
                <a:gd name="csY190" fmla="*/ 271828 h 303358"/>
                <a:gd name="csX191" fmla="*/ 168638 w 241253"/>
                <a:gd name="csY191" fmla="*/ 270873 h 303358"/>
                <a:gd name="csX192" fmla="*/ 167683 w 241253"/>
                <a:gd name="csY192" fmla="*/ 270395 h 303358"/>
                <a:gd name="csX193" fmla="*/ 166250 w 241253"/>
                <a:gd name="csY193" fmla="*/ 269917 h 303358"/>
                <a:gd name="csX194" fmla="*/ 165294 w 241253"/>
                <a:gd name="csY194" fmla="*/ 268962 h 303358"/>
                <a:gd name="csX195" fmla="*/ 160995 w 241253"/>
                <a:gd name="csY195" fmla="*/ 266573 h 303358"/>
                <a:gd name="csX196" fmla="*/ 160039 w 241253"/>
                <a:gd name="csY196" fmla="*/ 266573 h 303358"/>
                <a:gd name="csX197" fmla="*/ 158606 w 241253"/>
                <a:gd name="csY197" fmla="*/ 267051 h 303358"/>
                <a:gd name="csX198" fmla="*/ 157173 w 241253"/>
                <a:gd name="csY198" fmla="*/ 267051 h 303358"/>
                <a:gd name="csX199" fmla="*/ 155262 w 241253"/>
                <a:gd name="csY199" fmla="*/ 268484 h 303358"/>
                <a:gd name="csX200" fmla="*/ 153351 w 241253"/>
                <a:gd name="csY200" fmla="*/ 268962 h 303358"/>
                <a:gd name="csX201" fmla="*/ 151440 w 241253"/>
                <a:gd name="csY201" fmla="*/ 268962 h 303358"/>
                <a:gd name="csX202" fmla="*/ 150485 w 241253"/>
                <a:gd name="csY202" fmla="*/ 268006 h 303358"/>
                <a:gd name="csX203" fmla="*/ 150007 w 241253"/>
                <a:gd name="csY203" fmla="*/ 268006 h 303358"/>
                <a:gd name="csX204" fmla="*/ 149529 w 241253"/>
                <a:gd name="csY204" fmla="*/ 268006 h 303358"/>
                <a:gd name="csX205" fmla="*/ 148096 w 241253"/>
                <a:gd name="csY205" fmla="*/ 267051 h 303358"/>
                <a:gd name="csX206" fmla="*/ 145707 w 241253"/>
                <a:gd name="csY206" fmla="*/ 266095 h 303358"/>
                <a:gd name="csX207" fmla="*/ 144274 w 241253"/>
                <a:gd name="csY207" fmla="*/ 265617 h 303358"/>
                <a:gd name="csX208" fmla="*/ 143319 w 241253"/>
                <a:gd name="csY208" fmla="*/ 265617 h 303358"/>
                <a:gd name="csX209" fmla="*/ 141886 w 241253"/>
                <a:gd name="csY209" fmla="*/ 267051 h 303358"/>
                <a:gd name="csX210" fmla="*/ 140930 w 241253"/>
                <a:gd name="csY210" fmla="*/ 268006 h 303358"/>
                <a:gd name="csX211" fmla="*/ 139975 w 241253"/>
                <a:gd name="csY211" fmla="*/ 268484 h 303358"/>
                <a:gd name="csX212" fmla="*/ 138542 w 241253"/>
                <a:gd name="csY212" fmla="*/ 268484 h 303358"/>
                <a:gd name="csX213" fmla="*/ 138542 w 241253"/>
                <a:gd name="csY213" fmla="*/ 268484 h 303358"/>
                <a:gd name="csX214" fmla="*/ 136631 w 241253"/>
                <a:gd name="csY214" fmla="*/ 269440 h 303358"/>
                <a:gd name="csX215" fmla="*/ 135197 w 241253"/>
                <a:gd name="csY215" fmla="*/ 269917 h 303358"/>
                <a:gd name="csX216" fmla="*/ 133287 w 241253"/>
                <a:gd name="csY216" fmla="*/ 269917 h 303358"/>
                <a:gd name="csX217" fmla="*/ 131376 w 241253"/>
                <a:gd name="csY217" fmla="*/ 270395 h 303358"/>
                <a:gd name="csX218" fmla="*/ 129942 w 241253"/>
                <a:gd name="csY218" fmla="*/ 269917 h 303358"/>
                <a:gd name="csX219" fmla="*/ 129465 w 241253"/>
                <a:gd name="csY219" fmla="*/ 269917 h 303358"/>
                <a:gd name="csX220" fmla="*/ 128031 w 241253"/>
                <a:gd name="csY220" fmla="*/ 269440 h 303358"/>
                <a:gd name="csX221" fmla="*/ 127076 w 241253"/>
                <a:gd name="csY221" fmla="*/ 268962 h 303358"/>
                <a:gd name="csX222" fmla="*/ 126598 w 241253"/>
                <a:gd name="csY222" fmla="*/ 269440 h 303358"/>
                <a:gd name="csX223" fmla="*/ 125165 w 241253"/>
                <a:gd name="csY223" fmla="*/ 269917 h 303358"/>
                <a:gd name="csX224" fmla="*/ 123254 w 241253"/>
                <a:gd name="csY224" fmla="*/ 269917 h 303358"/>
                <a:gd name="csX225" fmla="*/ 121821 w 241253"/>
                <a:gd name="csY225" fmla="*/ 269917 h 303358"/>
                <a:gd name="csX226" fmla="*/ 120865 w 241253"/>
                <a:gd name="csY226" fmla="*/ 269917 h 303358"/>
                <a:gd name="csX227" fmla="*/ 119910 w 241253"/>
                <a:gd name="csY227" fmla="*/ 268962 h 303358"/>
                <a:gd name="csX228" fmla="*/ 118477 w 241253"/>
                <a:gd name="csY228" fmla="*/ 268484 h 303358"/>
                <a:gd name="csX229" fmla="*/ 116566 w 241253"/>
                <a:gd name="csY229" fmla="*/ 268006 h 303358"/>
                <a:gd name="csX230" fmla="*/ 116088 w 241253"/>
                <a:gd name="csY230" fmla="*/ 266573 h 303358"/>
                <a:gd name="csX231" fmla="*/ 116566 w 241253"/>
                <a:gd name="csY231" fmla="*/ 265617 h 303358"/>
                <a:gd name="csX232" fmla="*/ 117044 w 241253"/>
                <a:gd name="csY232" fmla="*/ 264184 h 303358"/>
                <a:gd name="csX233" fmla="*/ 116566 w 241253"/>
                <a:gd name="csY233" fmla="*/ 262751 h 303358"/>
                <a:gd name="csX234" fmla="*/ 116088 w 241253"/>
                <a:gd name="csY234" fmla="*/ 260363 h 303358"/>
                <a:gd name="csX235" fmla="*/ 115611 w 241253"/>
                <a:gd name="csY235" fmla="*/ 259885 h 303358"/>
                <a:gd name="csX236" fmla="*/ 115133 w 241253"/>
                <a:gd name="csY236" fmla="*/ 258929 h 303358"/>
                <a:gd name="csX237" fmla="*/ 115133 w 241253"/>
                <a:gd name="csY237" fmla="*/ 258929 h 303358"/>
                <a:gd name="csX238" fmla="*/ 114177 w 241253"/>
                <a:gd name="csY238" fmla="*/ 258452 h 303358"/>
                <a:gd name="csX239" fmla="*/ 114177 w 241253"/>
                <a:gd name="csY239" fmla="*/ 258452 h 303358"/>
                <a:gd name="csX240" fmla="*/ 112744 w 241253"/>
                <a:gd name="csY240" fmla="*/ 258929 h 303358"/>
                <a:gd name="csX241" fmla="*/ 110833 w 241253"/>
                <a:gd name="csY241" fmla="*/ 257974 h 303358"/>
                <a:gd name="csX242" fmla="*/ 109878 w 241253"/>
                <a:gd name="csY242" fmla="*/ 257018 h 303358"/>
                <a:gd name="csX243" fmla="*/ 109400 w 241253"/>
                <a:gd name="csY243" fmla="*/ 256541 h 303358"/>
                <a:gd name="csX244" fmla="*/ 109400 w 241253"/>
                <a:gd name="csY244" fmla="*/ 256063 h 303358"/>
                <a:gd name="csX245" fmla="*/ 109878 w 241253"/>
                <a:gd name="csY245" fmla="*/ 254152 h 303358"/>
                <a:gd name="csX246" fmla="*/ 109400 w 241253"/>
                <a:gd name="csY246" fmla="*/ 252719 h 303358"/>
                <a:gd name="csX247" fmla="*/ 109400 w 241253"/>
                <a:gd name="csY247" fmla="*/ 252719 h 303358"/>
                <a:gd name="csX248" fmla="*/ 108445 w 241253"/>
                <a:gd name="csY248" fmla="*/ 251763 h 303358"/>
                <a:gd name="csX249" fmla="*/ 107489 w 241253"/>
                <a:gd name="csY249" fmla="*/ 250330 h 303358"/>
                <a:gd name="csX250" fmla="*/ 106534 w 241253"/>
                <a:gd name="csY250" fmla="*/ 249375 h 303358"/>
                <a:gd name="csX251" fmla="*/ 106534 w 241253"/>
                <a:gd name="csY251" fmla="*/ 249375 h 303358"/>
                <a:gd name="csX252" fmla="*/ 105100 w 241253"/>
                <a:gd name="csY252" fmla="*/ 248419 h 303358"/>
                <a:gd name="csX253" fmla="*/ 103667 w 241253"/>
                <a:gd name="csY253" fmla="*/ 248419 h 303358"/>
                <a:gd name="csX254" fmla="*/ 102234 w 241253"/>
                <a:gd name="csY254" fmla="*/ 248419 h 303358"/>
                <a:gd name="csX255" fmla="*/ 101279 w 241253"/>
                <a:gd name="csY255" fmla="*/ 246986 h 303358"/>
                <a:gd name="csX256" fmla="*/ 99846 w 241253"/>
                <a:gd name="csY256" fmla="*/ 246508 h 303358"/>
                <a:gd name="csX257" fmla="*/ 98890 w 241253"/>
                <a:gd name="csY257" fmla="*/ 245075 h 303358"/>
                <a:gd name="csX258" fmla="*/ 98890 w 241253"/>
                <a:gd name="csY258" fmla="*/ 245075 h 303358"/>
                <a:gd name="csX259" fmla="*/ 96024 w 241253"/>
                <a:gd name="csY259" fmla="*/ 244598 h 303358"/>
                <a:gd name="csX260" fmla="*/ 95068 w 241253"/>
                <a:gd name="csY260" fmla="*/ 244120 h 303358"/>
                <a:gd name="csX261" fmla="*/ 94113 w 241253"/>
                <a:gd name="csY261" fmla="*/ 243164 h 303358"/>
                <a:gd name="csX262" fmla="*/ 93157 w 241253"/>
                <a:gd name="csY262" fmla="*/ 241731 h 303358"/>
                <a:gd name="csX263" fmla="*/ 93157 w 241253"/>
                <a:gd name="csY263" fmla="*/ 241253 h 303358"/>
                <a:gd name="csX264" fmla="*/ 93157 w 241253"/>
                <a:gd name="csY264" fmla="*/ 241253 h 303358"/>
                <a:gd name="csX265" fmla="*/ 92680 w 241253"/>
                <a:gd name="csY265" fmla="*/ 240298 h 303358"/>
                <a:gd name="csX266" fmla="*/ 92202 w 241253"/>
                <a:gd name="csY266" fmla="*/ 238865 h 303358"/>
                <a:gd name="csX267" fmla="*/ 91724 w 241253"/>
                <a:gd name="csY267" fmla="*/ 237909 h 303358"/>
                <a:gd name="csX268" fmla="*/ 91724 w 241253"/>
                <a:gd name="csY268" fmla="*/ 236954 h 303358"/>
                <a:gd name="csX269" fmla="*/ 91246 w 241253"/>
                <a:gd name="csY269" fmla="*/ 236476 h 303358"/>
                <a:gd name="csX270" fmla="*/ 90769 w 241253"/>
                <a:gd name="csY270" fmla="*/ 235998 h 303358"/>
                <a:gd name="csX271" fmla="*/ 90769 w 241253"/>
                <a:gd name="csY271" fmla="*/ 235998 h 303358"/>
                <a:gd name="csX272" fmla="*/ 89813 w 241253"/>
                <a:gd name="csY272" fmla="*/ 235043 h 303358"/>
                <a:gd name="csX273" fmla="*/ 88858 w 241253"/>
                <a:gd name="csY273" fmla="*/ 234565 h 303358"/>
                <a:gd name="csX274" fmla="*/ 87424 w 241253"/>
                <a:gd name="csY274" fmla="*/ 233132 h 303358"/>
                <a:gd name="csX275" fmla="*/ 85991 w 241253"/>
                <a:gd name="csY275" fmla="*/ 232654 h 303358"/>
                <a:gd name="csX276" fmla="*/ 85036 w 241253"/>
                <a:gd name="csY276" fmla="*/ 232176 h 303358"/>
                <a:gd name="csX277" fmla="*/ 84080 w 241253"/>
                <a:gd name="csY277" fmla="*/ 231221 h 303358"/>
                <a:gd name="csX278" fmla="*/ 84080 w 241253"/>
                <a:gd name="csY278" fmla="*/ 230266 h 303358"/>
                <a:gd name="csX279" fmla="*/ 83125 w 241253"/>
                <a:gd name="csY279" fmla="*/ 230266 h 303358"/>
                <a:gd name="csX280" fmla="*/ 82170 w 241253"/>
                <a:gd name="csY280" fmla="*/ 230266 h 303358"/>
                <a:gd name="csX281" fmla="*/ 81214 w 241253"/>
                <a:gd name="csY281" fmla="*/ 229788 h 303358"/>
                <a:gd name="csX282" fmla="*/ 79781 w 241253"/>
                <a:gd name="csY282" fmla="*/ 229310 h 303358"/>
                <a:gd name="csX283" fmla="*/ 78825 w 241253"/>
                <a:gd name="csY283" fmla="*/ 228833 h 303358"/>
                <a:gd name="csX284" fmla="*/ 77392 w 241253"/>
                <a:gd name="csY284" fmla="*/ 227399 h 303358"/>
                <a:gd name="csX285" fmla="*/ 76437 w 241253"/>
                <a:gd name="csY285" fmla="*/ 227399 h 303358"/>
                <a:gd name="csX286" fmla="*/ 75481 w 241253"/>
                <a:gd name="csY286" fmla="*/ 227399 h 303358"/>
                <a:gd name="csX287" fmla="*/ 75481 w 241253"/>
                <a:gd name="csY287" fmla="*/ 227399 h 303358"/>
                <a:gd name="csX288" fmla="*/ 74526 w 241253"/>
                <a:gd name="csY288" fmla="*/ 228355 h 303358"/>
                <a:gd name="csX289" fmla="*/ 74526 w 241253"/>
                <a:gd name="csY289" fmla="*/ 228355 h 303358"/>
                <a:gd name="csX290" fmla="*/ 70704 w 241253"/>
                <a:gd name="csY290" fmla="*/ 227399 h 303358"/>
                <a:gd name="csX291" fmla="*/ 67838 w 241253"/>
                <a:gd name="csY291" fmla="*/ 225488 h 303358"/>
                <a:gd name="csX292" fmla="*/ 67838 w 241253"/>
                <a:gd name="csY292" fmla="*/ 225488 h 303358"/>
                <a:gd name="csX293" fmla="*/ 64971 w 241253"/>
                <a:gd name="csY293" fmla="*/ 225010 h 303358"/>
                <a:gd name="csX294" fmla="*/ 64493 w 241253"/>
                <a:gd name="csY294" fmla="*/ 225010 h 303358"/>
                <a:gd name="csX295" fmla="*/ 62582 w 241253"/>
                <a:gd name="csY295" fmla="*/ 224055 h 303358"/>
                <a:gd name="csX296" fmla="*/ 60672 w 241253"/>
                <a:gd name="csY296" fmla="*/ 222144 h 303358"/>
                <a:gd name="csX297" fmla="*/ 59716 w 241253"/>
                <a:gd name="csY297" fmla="*/ 220711 h 303358"/>
                <a:gd name="csX298" fmla="*/ 58761 w 241253"/>
                <a:gd name="csY298" fmla="*/ 220233 h 303358"/>
                <a:gd name="csX299" fmla="*/ 54461 w 241253"/>
                <a:gd name="csY299" fmla="*/ 218800 h 303358"/>
                <a:gd name="csX300" fmla="*/ 53983 w 241253"/>
                <a:gd name="csY300" fmla="*/ 218322 h 303358"/>
                <a:gd name="csX301" fmla="*/ 53983 w 241253"/>
                <a:gd name="csY301" fmla="*/ 218322 h 303358"/>
                <a:gd name="csX302" fmla="*/ 52550 w 241253"/>
                <a:gd name="csY302" fmla="*/ 219278 h 303358"/>
                <a:gd name="csX303" fmla="*/ 52073 w 241253"/>
                <a:gd name="csY303" fmla="*/ 219756 h 303358"/>
                <a:gd name="csX304" fmla="*/ 51595 w 241253"/>
                <a:gd name="csY304" fmla="*/ 221189 h 303358"/>
                <a:gd name="csX305" fmla="*/ 51595 w 241253"/>
                <a:gd name="csY305" fmla="*/ 221667 h 303358"/>
                <a:gd name="csX306" fmla="*/ 50162 w 241253"/>
                <a:gd name="csY306" fmla="*/ 222144 h 303358"/>
                <a:gd name="csX307" fmla="*/ 48251 w 241253"/>
                <a:gd name="csY307" fmla="*/ 222144 h 303358"/>
                <a:gd name="csX308" fmla="*/ 46817 w 241253"/>
                <a:gd name="csY308" fmla="*/ 221667 h 303358"/>
                <a:gd name="csX309" fmla="*/ 46817 w 241253"/>
                <a:gd name="csY309" fmla="*/ 221667 h 303358"/>
                <a:gd name="csX310" fmla="*/ 45384 w 241253"/>
                <a:gd name="csY310" fmla="*/ 221667 h 303358"/>
                <a:gd name="csX311" fmla="*/ 45384 w 241253"/>
                <a:gd name="csY311" fmla="*/ 222144 h 303358"/>
                <a:gd name="csX312" fmla="*/ 44907 w 241253"/>
                <a:gd name="csY312" fmla="*/ 222144 h 303358"/>
                <a:gd name="csX313" fmla="*/ 44907 w 241253"/>
                <a:gd name="csY313" fmla="*/ 222144 h 303358"/>
                <a:gd name="csX314" fmla="*/ 44907 w 241253"/>
                <a:gd name="csY314" fmla="*/ 222144 h 303358"/>
                <a:gd name="csX315" fmla="*/ 43473 w 241253"/>
                <a:gd name="csY315" fmla="*/ 222144 h 303358"/>
                <a:gd name="csX316" fmla="*/ 41563 w 241253"/>
                <a:gd name="csY316" fmla="*/ 221667 h 303358"/>
                <a:gd name="csX317" fmla="*/ 40129 w 241253"/>
                <a:gd name="csY317" fmla="*/ 221189 h 303358"/>
                <a:gd name="csX318" fmla="*/ 38218 w 241253"/>
                <a:gd name="csY318" fmla="*/ 220233 h 303358"/>
                <a:gd name="csX319" fmla="*/ 37741 w 241253"/>
                <a:gd name="csY319" fmla="*/ 220233 h 303358"/>
                <a:gd name="csX320" fmla="*/ 37263 w 241253"/>
                <a:gd name="csY320" fmla="*/ 220233 h 303358"/>
                <a:gd name="csX321" fmla="*/ 36785 w 241253"/>
                <a:gd name="csY321" fmla="*/ 220233 h 303358"/>
                <a:gd name="csX322" fmla="*/ 34397 w 241253"/>
                <a:gd name="csY322" fmla="*/ 220233 h 303358"/>
                <a:gd name="csX323" fmla="*/ 33441 w 241253"/>
                <a:gd name="csY323" fmla="*/ 219756 h 303358"/>
                <a:gd name="csX324" fmla="*/ 32486 w 241253"/>
                <a:gd name="csY324" fmla="*/ 219278 h 303358"/>
                <a:gd name="csX325" fmla="*/ 32008 w 241253"/>
                <a:gd name="csY325" fmla="*/ 218800 h 303358"/>
                <a:gd name="csX326" fmla="*/ 31052 w 241253"/>
                <a:gd name="csY326" fmla="*/ 214978 h 303358"/>
                <a:gd name="csX327" fmla="*/ 31052 w 241253"/>
                <a:gd name="csY327" fmla="*/ 214978 h 303358"/>
                <a:gd name="csX328" fmla="*/ 30575 w 241253"/>
                <a:gd name="csY328" fmla="*/ 214978 h 303358"/>
                <a:gd name="csX329" fmla="*/ 30575 w 241253"/>
                <a:gd name="csY329" fmla="*/ 214978 h 303358"/>
                <a:gd name="csX330" fmla="*/ 29619 w 241253"/>
                <a:gd name="csY330" fmla="*/ 214501 h 303358"/>
                <a:gd name="csX331" fmla="*/ 28186 w 241253"/>
                <a:gd name="csY331" fmla="*/ 214023 h 303358"/>
                <a:gd name="csX332" fmla="*/ 27231 w 241253"/>
                <a:gd name="csY332" fmla="*/ 213545 h 303358"/>
                <a:gd name="csX333" fmla="*/ 27231 w 241253"/>
                <a:gd name="csY333" fmla="*/ 212590 h 303358"/>
                <a:gd name="csX334" fmla="*/ 26275 w 241253"/>
                <a:gd name="csY334" fmla="*/ 211634 h 303358"/>
                <a:gd name="csX335" fmla="*/ 26275 w 241253"/>
                <a:gd name="csY335" fmla="*/ 211634 h 303358"/>
                <a:gd name="csX336" fmla="*/ 23886 w 241253"/>
                <a:gd name="csY336" fmla="*/ 211634 h 303358"/>
                <a:gd name="csX337" fmla="*/ 19587 w 241253"/>
                <a:gd name="csY337" fmla="*/ 210201 h 303358"/>
                <a:gd name="csX338" fmla="*/ 16721 w 241253"/>
                <a:gd name="csY338" fmla="*/ 209245 h 303358"/>
                <a:gd name="csX339" fmla="*/ 14332 w 241253"/>
                <a:gd name="csY339" fmla="*/ 207812 h 303358"/>
                <a:gd name="csX340" fmla="*/ 10032 w 241253"/>
                <a:gd name="csY340" fmla="*/ 204946 h 303358"/>
                <a:gd name="csX341" fmla="*/ 8599 w 241253"/>
                <a:gd name="csY341" fmla="*/ 203991 h 303358"/>
                <a:gd name="csX342" fmla="*/ 6688 w 241253"/>
                <a:gd name="csY342" fmla="*/ 203513 h 303358"/>
                <a:gd name="csX343" fmla="*/ 5733 w 241253"/>
                <a:gd name="csY343" fmla="*/ 202080 h 303358"/>
                <a:gd name="csX344" fmla="*/ 5733 w 241253"/>
                <a:gd name="csY344" fmla="*/ 202080 h 303358"/>
                <a:gd name="csX345" fmla="*/ 3822 w 241253"/>
                <a:gd name="csY345" fmla="*/ 200646 h 303358"/>
                <a:gd name="csX346" fmla="*/ 3344 w 241253"/>
                <a:gd name="csY346" fmla="*/ 200169 h 303358"/>
                <a:gd name="csX347" fmla="*/ 2866 w 241253"/>
                <a:gd name="csY347" fmla="*/ 199213 h 303358"/>
                <a:gd name="csX348" fmla="*/ 0 w 241253"/>
                <a:gd name="csY348" fmla="*/ 197302 h 303358"/>
                <a:gd name="csX349" fmla="*/ 1433 w 241253"/>
                <a:gd name="csY349" fmla="*/ 194914 h 303358"/>
                <a:gd name="csX350" fmla="*/ 4777 w 241253"/>
                <a:gd name="csY350" fmla="*/ 193003 h 303358"/>
                <a:gd name="csX351" fmla="*/ 9077 w 241253"/>
                <a:gd name="csY351" fmla="*/ 194436 h 303358"/>
                <a:gd name="csX352" fmla="*/ 9555 w 241253"/>
                <a:gd name="csY352" fmla="*/ 192047 h 303358"/>
                <a:gd name="csX353" fmla="*/ 8121 w 241253"/>
                <a:gd name="csY353" fmla="*/ 189659 h 303358"/>
                <a:gd name="csX354" fmla="*/ 8121 w 241253"/>
                <a:gd name="csY354" fmla="*/ 184881 h 303358"/>
                <a:gd name="csX355" fmla="*/ 8599 w 241253"/>
                <a:gd name="csY355" fmla="*/ 183926 h 303358"/>
                <a:gd name="csX356" fmla="*/ 10032 w 241253"/>
                <a:gd name="csY356" fmla="*/ 182970 h 303358"/>
                <a:gd name="csX357" fmla="*/ 11466 w 241253"/>
                <a:gd name="csY357" fmla="*/ 182015 h 303358"/>
                <a:gd name="csX358" fmla="*/ 12421 w 241253"/>
                <a:gd name="csY358" fmla="*/ 181537 h 303358"/>
                <a:gd name="csX359" fmla="*/ 13854 w 241253"/>
                <a:gd name="csY359" fmla="*/ 182015 h 303358"/>
                <a:gd name="csX360" fmla="*/ 14809 w 241253"/>
                <a:gd name="csY360" fmla="*/ 181060 h 303358"/>
                <a:gd name="csX361" fmla="*/ 18154 w 241253"/>
                <a:gd name="csY361" fmla="*/ 181537 h 303358"/>
                <a:gd name="csX362" fmla="*/ 19109 w 241253"/>
                <a:gd name="csY362" fmla="*/ 181060 h 303358"/>
                <a:gd name="csX363" fmla="*/ 20065 w 241253"/>
                <a:gd name="csY363" fmla="*/ 180582 h 303358"/>
                <a:gd name="csX364" fmla="*/ 20542 w 241253"/>
                <a:gd name="csY364" fmla="*/ 180104 h 303358"/>
                <a:gd name="csX365" fmla="*/ 21975 w 241253"/>
                <a:gd name="csY365" fmla="*/ 179149 h 303358"/>
                <a:gd name="csX366" fmla="*/ 22453 w 241253"/>
                <a:gd name="csY366" fmla="*/ 177715 h 303358"/>
                <a:gd name="csX367" fmla="*/ 22931 w 241253"/>
                <a:gd name="csY367" fmla="*/ 177238 h 303358"/>
                <a:gd name="csX368" fmla="*/ 24364 w 241253"/>
                <a:gd name="csY368" fmla="*/ 177715 h 303358"/>
                <a:gd name="csX369" fmla="*/ 24364 w 241253"/>
                <a:gd name="csY369" fmla="*/ 176760 h 303358"/>
                <a:gd name="csX370" fmla="*/ 24842 w 241253"/>
                <a:gd name="csY370" fmla="*/ 176282 h 303358"/>
                <a:gd name="csX371" fmla="*/ 27231 w 241253"/>
                <a:gd name="csY371" fmla="*/ 174371 h 303358"/>
                <a:gd name="csX372" fmla="*/ 27231 w 241253"/>
                <a:gd name="csY372" fmla="*/ 173894 h 303358"/>
                <a:gd name="csX373" fmla="*/ 26275 w 241253"/>
                <a:gd name="csY373" fmla="*/ 171983 h 303358"/>
                <a:gd name="csX374" fmla="*/ 26753 w 241253"/>
                <a:gd name="csY374" fmla="*/ 171505 h 303358"/>
                <a:gd name="csX375" fmla="*/ 27708 w 241253"/>
                <a:gd name="csY375" fmla="*/ 171505 h 303358"/>
                <a:gd name="csX376" fmla="*/ 29141 w 241253"/>
                <a:gd name="csY376" fmla="*/ 171027 h 303358"/>
                <a:gd name="csX377" fmla="*/ 30097 w 241253"/>
                <a:gd name="csY377" fmla="*/ 169594 h 303358"/>
                <a:gd name="csX378" fmla="*/ 31052 w 241253"/>
                <a:gd name="csY378" fmla="*/ 168161 h 303358"/>
                <a:gd name="csX379" fmla="*/ 32008 w 241253"/>
                <a:gd name="csY379" fmla="*/ 166250 h 303358"/>
                <a:gd name="csX380" fmla="*/ 33441 w 241253"/>
                <a:gd name="csY380" fmla="*/ 166250 h 303358"/>
                <a:gd name="csX381" fmla="*/ 33919 w 241253"/>
                <a:gd name="csY381" fmla="*/ 163861 h 303358"/>
                <a:gd name="csX382" fmla="*/ 35352 w 241253"/>
                <a:gd name="csY382" fmla="*/ 161950 h 303358"/>
                <a:gd name="csX383" fmla="*/ 38696 w 241253"/>
                <a:gd name="csY383" fmla="*/ 155740 h 303358"/>
                <a:gd name="csX384" fmla="*/ 37741 w 241253"/>
                <a:gd name="csY384" fmla="*/ 155740 h 303358"/>
                <a:gd name="csX385" fmla="*/ 37263 w 241253"/>
                <a:gd name="csY385" fmla="*/ 156695 h 303358"/>
                <a:gd name="csX386" fmla="*/ 36307 w 241253"/>
                <a:gd name="csY386" fmla="*/ 156695 h 303358"/>
                <a:gd name="csX387" fmla="*/ 34874 w 241253"/>
                <a:gd name="csY387" fmla="*/ 156218 h 303358"/>
                <a:gd name="csX388" fmla="*/ 35352 w 241253"/>
                <a:gd name="csY388" fmla="*/ 153351 h 303358"/>
                <a:gd name="csX389" fmla="*/ 34874 w 241253"/>
                <a:gd name="csY389" fmla="*/ 153351 h 303358"/>
                <a:gd name="csX390" fmla="*/ 33441 w 241253"/>
                <a:gd name="csY390" fmla="*/ 155262 h 303358"/>
                <a:gd name="csX391" fmla="*/ 32008 w 241253"/>
                <a:gd name="csY391" fmla="*/ 153351 h 303358"/>
                <a:gd name="csX392" fmla="*/ 31530 w 241253"/>
                <a:gd name="csY392" fmla="*/ 151918 h 303358"/>
                <a:gd name="csX393" fmla="*/ 32486 w 241253"/>
                <a:gd name="csY393" fmla="*/ 150485 h 303358"/>
                <a:gd name="csX394" fmla="*/ 32008 w 241253"/>
                <a:gd name="csY394" fmla="*/ 150007 h 303358"/>
                <a:gd name="csX395" fmla="*/ 30097 w 241253"/>
                <a:gd name="csY395" fmla="*/ 150485 h 303358"/>
                <a:gd name="csX396" fmla="*/ 30097 w 241253"/>
                <a:gd name="csY396" fmla="*/ 149529 h 303358"/>
                <a:gd name="csX397" fmla="*/ 31530 w 241253"/>
                <a:gd name="csY397" fmla="*/ 149052 h 303358"/>
                <a:gd name="csX398" fmla="*/ 32008 w 241253"/>
                <a:gd name="csY398" fmla="*/ 148096 h 303358"/>
                <a:gd name="csX399" fmla="*/ 33441 w 241253"/>
                <a:gd name="csY399" fmla="*/ 147141 h 303358"/>
                <a:gd name="csX400" fmla="*/ 33919 w 241253"/>
                <a:gd name="csY400" fmla="*/ 145707 h 303358"/>
                <a:gd name="csX401" fmla="*/ 33919 w 241253"/>
                <a:gd name="csY401" fmla="*/ 143319 h 303358"/>
                <a:gd name="csX402" fmla="*/ 34874 w 241253"/>
                <a:gd name="csY402" fmla="*/ 141408 h 303358"/>
                <a:gd name="csX403" fmla="*/ 34397 w 241253"/>
                <a:gd name="csY403" fmla="*/ 139975 h 303358"/>
                <a:gd name="csX404" fmla="*/ 33441 w 241253"/>
                <a:gd name="csY404" fmla="*/ 139019 h 303358"/>
                <a:gd name="csX405" fmla="*/ 32963 w 241253"/>
                <a:gd name="csY405" fmla="*/ 134720 h 303358"/>
                <a:gd name="csX406" fmla="*/ 33441 w 241253"/>
                <a:gd name="csY406" fmla="*/ 132331 h 303358"/>
                <a:gd name="csX407" fmla="*/ 32963 w 241253"/>
                <a:gd name="csY407" fmla="*/ 130420 h 303358"/>
                <a:gd name="csX408" fmla="*/ 32486 w 241253"/>
                <a:gd name="csY408" fmla="*/ 128509 h 303358"/>
                <a:gd name="csX409" fmla="*/ 29619 w 241253"/>
                <a:gd name="csY409" fmla="*/ 126598 h 303358"/>
                <a:gd name="csX410" fmla="*/ 33919 w 241253"/>
                <a:gd name="csY410" fmla="*/ 123732 h 303358"/>
                <a:gd name="csX411" fmla="*/ 35352 w 241253"/>
                <a:gd name="csY411" fmla="*/ 121821 h 303358"/>
                <a:gd name="csX412" fmla="*/ 33441 w 241253"/>
                <a:gd name="csY412" fmla="*/ 117999 h 303358"/>
                <a:gd name="csX413" fmla="*/ 31052 w 241253"/>
                <a:gd name="csY413" fmla="*/ 114655 h 303358"/>
                <a:gd name="csX414" fmla="*/ 31052 w 241253"/>
                <a:gd name="csY414" fmla="*/ 112744 h 303358"/>
                <a:gd name="csX415" fmla="*/ 31530 w 241253"/>
                <a:gd name="csY415" fmla="*/ 113222 h 303358"/>
                <a:gd name="csX416" fmla="*/ 32486 w 241253"/>
                <a:gd name="csY416" fmla="*/ 113222 h 303358"/>
                <a:gd name="csX417" fmla="*/ 32963 w 241253"/>
                <a:gd name="csY417" fmla="*/ 108922 h 303358"/>
                <a:gd name="csX418" fmla="*/ 32963 w 241253"/>
                <a:gd name="csY418" fmla="*/ 107489 h 303358"/>
                <a:gd name="csX419" fmla="*/ 31530 w 241253"/>
                <a:gd name="csY419" fmla="*/ 105578 h 303358"/>
                <a:gd name="csX420" fmla="*/ 30097 w 241253"/>
                <a:gd name="csY420" fmla="*/ 105578 h 303358"/>
                <a:gd name="csX421" fmla="*/ 28186 w 241253"/>
                <a:gd name="csY421" fmla="*/ 102712 h 303358"/>
                <a:gd name="csX422" fmla="*/ 27708 w 241253"/>
                <a:gd name="csY422" fmla="*/ 102234 h 303358"/>
                <a:gd name="csX423" fmla="*/ 26753 w 241253"/>
                <a:gd name="csY423" fmla="*/ 100323 h 303358"/>
                <a:gd name="csX424" fmla="*/ 24364 w 241253"/>
                <a:gd name="csY424" fmla="*/ 97457 h 303358"/>
                <a:gd name="csX425" fmla="*/ 22453 w 241253"/>
                <a:gd name="csY425" fmla="*/ 95546 h 303358"/>
                <a:gd name="csX426" fmla="*/ 23886 w 241253"/>
                <a:gd name="csY426" fmla="*/ 91724 h 303358"/>
                <a:gd name="csX427" fmla="*/ 25320 w 241253"/>
                <a:gd name="csY427" fmla="*/ 91246 h 303358"/>
                <a:gd name="csX428" fmla="*/ 25320 w 241253"/>
                <a:gd name="csY428" fmla="*/ 90769 h 303358"/>
                <a:gd name="csX429" fmla="*/ 25798 w 241253"/>
                <a:gd name="csY429" fmla="*/ 89813 h 303358"/>
                <a:gd name="csX430" fmla="*/ 25320 w 241253"/>
                <a:gd name="csY430" fmla="*/ 87424 h 303358"/>
                <a:gd name="csX431" fmla="*/ 25320 w 241253"/>
                <a:gd name="csY431" fmla="*/ 86947 h 303358"/>
                <a:gd name="csX432" fmla="*/ 25320 w 241253"/>
                <a:gd name="csY432" fmla="*/ 86947 h 303358"/>
                <a:gd name="csX433" fmla="*/ 25798 w 241253"/>
                <a:gd name="csY433" fmla="*/ 86947 h 303358"/>
                <a:gd name="csX434" fmla="*/ 26275 w 241253"/>
                <a:gd name="csY434" fmla="*/ 87424 h 303358"/>
                <a:gd name="csX435" fmla="*/ 27231 w 241253"/>
                <a:gd name="csY435" fmla="*/ 88380 h 303358"/>
                <a:gd name="csX436" fmla="*/ 27231 w 241253"/>
                <a:gd name="csY436" fmla="*/ 88380 h 303358"/>
                <a:gd name="csX437" fmla="*/ 28186 w 241253"/>
                <a:gd name="csY437" fmla="*/ 89335 h 303358"/>
                <a:gd name="csX438" fmla="*/ 28186 w 241253"/>
                <a:gd name="csY438" fmla="*/ 89335 h 303358"/>
                <a:gd name="csX439" fmla="*/ 28664 w 241253"/>
                <a:gd name="csY439" fmla="*/ 89813 h 303358"/>
                <a:gd name="csX440" fmla="*/ 29619 w 241253"/>
                <a:gd name="csY440" fmla="*/ 89335 h 303358"/>
                <a:gd name="csX441" fmla="*/ 33441 w 241253"/>
                <a:gd name="csY441" fmla="*/ 86947 h 303358"/>
                <a:gd name="csX442" fmla="*/ 33441 w 241253"/>
                <a:gd name="csY442" fmla="*/ 86947 h 303358"/>
                <a:gd name="csX443" fmla="*/ 32963 w 241253"/>
                <a:gd name="csY443" fmla="*/ 85991 h 303358"/>
                <a:gd name="csX444" fmla="*/ 33441 w 241253"/>
                <a:gd name="csY444" fmla="*/ 84558 h 303358"/>
                <a:gd name="csX445" fmla="*/ 34874 w 241253"/>
                <a:gd name="csY445" fmla="*/ 83125 h 303358"/>
                <a:gd name="csX446" fmla="*/ 35830 w 241253"/>
                <a:gd name="csY446" fmla="*/ 82647 h 303358"/>
                <a:gd name="csX447" fmla="*/ 35830 w 241253"/>
                <a:gd name="csY447" fmla="*/ 82647 h 303358"/>
                <a:gd name="csX448" fmla="*/ 36307 w 241253"/>
                <a:gd name="csY448" fmla="*/ 82170 h 303358"/>
                <a:gd name="csX449" fmla="*/ 36307 w 241253"/>
                <a:gd name="csY449" fmla="*/ 80736 h 303358"/>
                <a:gd name="csX450" fmla="*/ 34874 w 241253"/>
                <a:gd name="csY450" fmla="*/ 78348 h 303358"/>
                <a:gd name="csX451" fmla="*/ 33441 w 241253"/>
                <a:gd name="csY451" fmla="*/ 76437 h 303358"/>
                <a:gd name="csX452" fmla="*/ 32963 w 241253"/>
                <a:gd name="csY452" fmla="*/ 75959 h 303358"/>
                <a:gd name="csX453" fmla="*/ 32486 w 241253"/>
                <a:gd name="csY453" fmla="*/ 75004 h 303358"/>
                <a:gd name="csX454" fmla="*/ 32486 w 241253"/>
                <a:gd name="csY454" fmla="*/ 74048 h 303358"/>
                <a:gd name="csX455" fmla="*/ 32008 w 241253"/>
                <a:gd name="csY455" fmla="*/ 73570 h 303358"/>
                <a:gd name="csX456" fmla="*/ 32008 w 241253"/>
                <a:gd name="csY456" fmla="*/ 73570 h 303358"/>
                <a:gd name="csX457" fmla="*/ 31052 w 241253"/>
                <a:gd name="csY457" fmla="*/ 72615 h 303358"/>
                <a:gd name="csX458" fmla="*/ 31530 w 241253"/>
                <a:gd name="csY458" fmla="*/ 71182 h 303358"/>
                <a:gd name="csX459" fmla="*/ 32486 w 241253"/>
                <a:gd name="csY459" fmla="*/ 69748 h 303358"/>
                <a:gd name="csX460" fmla="*/ 32963 w 241253"/>
                <a:gd name="csY460" fmla="*/ 69748 h 303358"/>
                <a:gd name="csX461" fmla="*/ 32963 w 241253"/>
                <a:gd name="csY461" fmla="*/ 69748 h 303358"/>
                <a:gd name="csX462" fmla="*/ 33441 w 241253"/>
                <a:gd name="csY462" fmla="*/ 69748 h 303358"/>
                <a:gd name="csX463" fmla="*/ 35352 w 241253"/>
                <a:gd name="csY463" fmla="*/ 72615 h 303358"/>
                <a:gd name="csX464" fmla="*/ 37741 w 241253"/>
                <a:gd name="csY464" fmla="*/ 74048 h 303358"/>
                <a:gd name="csX465" fmla="*/ 40607 w 241253"/>
                <a:gd name="csY465" fmla="*/ 76914 h 303358"/>
                <a:gd name="csX466" fmla="*/ 41563 w 241253"/>
                <a:gd name="csY466" fmla="*/ 78825 h 303358"/>
                <a:gd name="csX467" fmla="*/ 42518 w 241253"/>
                <a:gd name="csY467" fmla="*/ 79303 h 303358"/>
                <a:gd name="csX468" fmla="*/ 43473 w 241253"/>
                <a:gd name="csY468" fmla="*/ 79781 h 303358"/>
                <a:gd name="csX469" fmla="*/ 42996 w 241253"/>
                <a:gd name="csY469" fmla="*/ 80258 h 303358"/>
                <a:gd name="csX470" fmla="*/ 42040 w 241253"/>
                <a:gd name="csY470" fmla="*/ 80736 h 303358"/>
                <a:gd name="csX471" fmla="*/ 42040 w 241253"/>
                <a:gd name="csY471" fmla="*/ 82170 h 303358"/>
                <a:gd name="csX472" fmla="*/ 42518 w 241253"/>
                <a:gd name="csY472" fmla="*/ 82647 h 303358"/>
                <a:gd name="csX473" fmla="*/ 42996 w 241253"/>
                <a:gd name="csY473" fmla="*/ 83125 h 303358"/>
                <a:gd name="csX474" fmla="*/ 44429 w 241253"/>
                <a:gd name="csY474" fmla="*/ 82647 h 303358"/>
                <a:gd name="csX475" fmla="*/ 45384 w 241253"/>
                <a:gd name="csY475" fmla="*/ 81692 h 303358"/>
                <a:gd name="csX476" fmla="*/ 44907 w 241253"/>
                <a:gd name="csY476" fmla="*/ 75959 h 303358"/>
                <a:gd name="csX477" fmla="*/ 43951 w 241253"/>
                <a:gd name="csY477" fmla="*/ 73093 h 303358"/>
                <a:gd name="csX478" fmla="*/ 42996 w 241253"/>
                <a:gd name="csY478" fmla="*/ 72137 h 303358"/>
                <a:gd name="csX479" fmla="*/ 42040 w 241253"/>
                <a:gd name="csY479" fmla="*/ 71182 h 303358"/>
                <a:gd name="csX480" fmla="*/ 42518 w 241253"/>
                <a:gd name="csY480" fmla="*/ 70226 h 303358"/>
                <a:gd name="csX481" fmla="*/ 44429 w 241253"/>
                <a:gd name="csY481" fmla="*/ 69748 h 303358"/>
                <a:gd name="csX482" fmla="*/ 46340 w 241253"/>
                <a:gd name="csY482" fmla="*/ 68793 h 303358"/>
                <a:gd name="csX483" fmla="*/ 54461 w 241253"/>
                <a:gd name="csY483" fmla="*/ 63538 h 303358"/>
                <a:gd name="csX484" fmla="*/ 57328 w 241253"/>
                <a:gd name="csY484" fmla="*/ 58283 h 303358"/>
                <a:gd name="csX485" fmla="*/ 59716 w 241253"/>
                <a:gd name="csY485" fmla="*/ 56372 h 303358"/>
                <a:gd name="csX486" fmla="*/ 62105 w 241253"/>
                <a:gd name="csY486" fmla="*/ 55417 h 303358"/>
                <a:gd name="csX487" fmla="*/ 64971 w 241253"/>
                <a:gd name="csY487" fmla="*/ 55894 h 303358"/>
                <a:gd name="csX488" fmla="*/ 67360 w 241253"/>
                <a:gd name="csY488" fmla="*/ 54939 h 303358"/>
                <a:gd name="csX489" fmla="*/ 67838 w 241253"/>
                <a:gd name="csY489" fmla="*/ 53506 h 303358"/>
                <a:gd name="csX490" fmla="*/ 67360 w 241253"/>
                <a:gd name="csY490" fmla="*/ 51117 h 303358"/>
                <a:gd name="csX491" fmla="*/ 66405 w 241253"/>
                <a:gd name="csY491" fmla="*/ 50162 h 303358"/>
                <a:gd name="csX492" fmla="*/ 67360 w 241253"/>
                <a:gd name="csY492" fmla="*/ 48251 h 303358"/>
                <a:gd name="csX493" fmla="*/ 68315 w 241253"/>
                <a:gd name="csY493" fmla="*/ 44907 h 303358"/>
                <a:gd name="csX494" fmla="*/ 68315 w 241253"/>
                <a:gd name="csY494" fmla="*/ 42518 h 303358"/>
                <a:gd name="csX495" fmla="*/ 69271 w 241253"/>
                <a:gd name="csY495" fmla="*/ 41085 h 303358"/>
                <a:gd name="csX496" fmla="*/ 68793 w 241253"/>
                <a:gd name="csY496" fmla="*/ 40607 h 303358"/>
                <a:gd name="csX497" fmla="*/ 67360 w 241253"/>
                <a:gd name="csY497" fmla="*/ 42040 h 303358"/>
                <a:gd name="csX498" fmla="*/ 65927 w 241253"/>
                <a:gd name="csY498" fmla="*/ 42518 h 303358"/>
                <a:gd name="csX499" fmla="*/ 66882 w 241253"/>
                <a:gd name="csY499" fmla="*/ 41563 h 303358"/>
                <a:gd name="csX500" fmla="*/ 68793 w 241253"/>
                <a:gd name="csY500" fmla="*/ 39174 h 303358"/>
                <a:gd name="csX501" fmla="*/ 70226 w 241253"/>
                <a:gd name="csY501" fmla="*/ 35352 h 303358"/>
                <a:gd name="csX502" fmla="*/ 71182 w 241253"/>
                <a:gd name="csY502" fmla="*/ 33919 h 303358"/>
                <a:gd name="csX503" fmla="*/ 74526 w 241253"/>
                <a:gd name="csY503" fmla="*/ 31530 h 303358"/>
                <a:gd name="csX504" fmla="*/ 75004 w 241253"/>
                <a:gd name="csY504" fmla="*/ 30575 h 303358"/>
                <a:gd name="csX505" fmla="*/ 77392 w 241253"/>
                <a:gd name="csY505" fmla="*/ 29141 h 303358"/>
                <a:gd name="csX506" fmla="*/ 81692 w 241253"/>
                <a:gd name="csY506" fmla="*/ 25320 h 303358"/>
                <a:gd name="csX507" fmla="*/ 83125 w 241253"/>
                <a:gd name="csY507" fmla="*/ 24364 h 303358"/>
                <a:gd name="csX508" fmla="*/ 90769 w 241253"/>
                <a:gd name="csY508" fmla="*/ 26753 h 303358"/>
                <a:gd name="csX509" fmla="*/ 93157 w 241253"/>
                <a:gd name="csY509" fmla="*/ 26753 h 303358"/>
                <a:gd name="csX510" fmla="*/ 92680 w 241253"/>
                <a:gd name="csY510" fmla="*/ 27231 h 303358"/>
                <a:gd name="csX511" fmla="*/ 91724 w 241253"/>
                <a:gd name="csY511" fmla="*/ 27231 h 303358"/>
                <a:gd name="csX512" fmla="*/ 89813 w 241253"/>
                <a:gd name="csY512" fmla="*/ 27708 h 303358"/>
                <a:gd name="csX513" fmla="*/ 89813 w 241253"/>
                <a:gd name="csY513" fmla="*/ 29141 h 303358"/>
                <a:gd name="csX514" fmla="*/ 90769 w 241253"/>
                <a:gd name="csY514" fmla="*/ 30575 h 303358"/>
                <a:gd name="csX515" fmla="*/ 91724 w 241253"/>
                <a:gd name="csY515" fmla="*/ 31052 h 303358"/>
                <a:gd name="csX516" fmla="*/ 92680 w 241253"/>
                <a:gd name="csY516" fmla="*/ 30097 h 303358"/>
                <a:gd name="csX517" fmla="*/ 93635 w 241253"/>
                <a:gd name="csY517" fmla="*/ 27231 h 303358"/>
                <a:gd name="csX518" fmla="*/ 95546 w 241253"/>
                <a:gd name="csY518" fmla="*/ 24842 h 303358"/>
                <a:gd name="csX519" fmla="*/ 96024 w 241253"/>
                <a:gd name="csY519" fmla="*/ 21498 h 303358"/>
                <a:gd name="csX520" fmla="*/ 96979 w 241253"/>
                <a:gd name="csY520" fmla="*/ 20542 h 303358"/>
                <a:gd name="csX521" fmla="*/ 98412 w 241253"/>
                <a:gd name="csY521" fmla="*/ 20542 h 303358"/>
                <a:gd name="csX522" fmla="*/ 101756 w 241253"/>
                <a:gd name="csY522" fmla="*/ 21020 h 303358"/>
                <a:gd name="csX523" fmla="*/ 103667 w 241253"/>
                <a:gd name="csY523" fmla="*/ 21498 h 303358"/>
                <a:gd name="csX524" fmla="*/ 106056 w 241253"/>
                <a:gd name="csY524" fmla="*/ 21498 h 303358"/>
                <a:gd name="csX525" fmla="*/ 113222 w 241253"/>
                <a:gd name="csY525" fmla="*/ 21020 h 303358"/>
                <a:gd name="csX526" fmla="*/ 125165 w 241253"/>
                <a:gd name="csY526" fmla="*/ 13376 h 303358"/>
                <a:gd name="csX527" fmla="*/ 130420 w 241253"/>
                <a:gd name="csY527" fmla="*/ 11943 h 303358"/>
                <a:gd name="csX528" fmla="*/ 134242 w 241253"/>
                <a:gd name="csY528" fmla="*/ 10032 h 303358"/>
                <a:gd name="csX529" fmla="*/ 136153 w 241253"/>
                <a:gd name="csY529" fmla="*/ 7166 h 303358"/>
                <a:gd name="csX530" fmla="*/ 136631 w 241253"/>
                <a:gd name="csY530" fmla="*/ 4777 h 303358"/>
                <a:gd name="csX531" fmla="*/ 138542 w 241253"/>
                <a:gd name="csY531" fmla="*/ 3822 h 303358"/>
                <a:gd name="csX532" fmla="*/ 139975 w 241253"/>
                <a:gd name="csY532" fmla="*/ 3822 h 303358"/>
                <a:gd name="csX533" fmla="*/ 140930 w 241253"/>
                <a:gd name="csY533" fmla="*/ 3344 h 303358"/>
                <a:gd name="csX534" fmla="*/ 140930 w 241253"/>
                <a:gd name="csY534" fmla="*/ 2389 h 303358"/>
                <a:gd name="csX535" fmla="*/ 145230 w 241253"/>
                <a:gd name="csY535" fmla="*/ 478 h 303358"/>
                <a:gd name="csX536" fmla="*/ 147619 w 241253"/>
                <a:gd name="csY536" fmla="*/ 0 h 303358"/>
                <a:gd name="csX537" fmla="*/ 149529 w 241253"/>
                <a:gd name="csY537" fmla="*/ 0 h 303358"/>
                <a:gd name="csX538" fmla="*/ 154307 w 241253"/>
                <a:gd name="csY538" fmla="*/ 1911 h 303358"/>
                <a:gd name="csX539" fmla="*/ 156218 w 241253"/>
                <a:gd name="csY539" fmla="*/ 5255 h 303358"/>
                <a:gd name="csX540" fmla="*/ 156695 w 241253"/>
                <a:gd name="csY540" fmla="*/ 7166 h 303358"/>
                <a:gd name="csX541" fmla="*/ 153829 w 241253"/>
                <a:gd name="csY541" fmla="*/ 9555 h 303358"/>
                <a:gd name="csX542" fmla="*/ 152873 w 241253"/>
                <a:gd name="csY542" fmla="*/ 10510 h 303358"/>
                <a:gd name="csX543" fmla="*/ 152873 w 241253"/>
                <a:gd name="csY543" fmla="*/ 10988 h 303358"/>
                <a:gd name="csX544" fmla="*/ 152873 w 241253"/>
                <a:gd name="csY544" fmla="*/ 10510 h 303358"/>
                <a:gd name="csX545" fmla="*/ 151918 w 241253"/>
                <a:gd name="csY545" fmla="*/ 10988 h 303358"/>
                <a:gd name="csX546" fmla="*/ 151440 w 241253"/>
                <a:gd name="csY546" fmla="*/ 11466 h 303358"/>
                <a:gd name="csX547" fmla="*/ 150485 w 241253"/>
                <a:gd name="csY547" fmla="*/ 11466 h 303358"/>
                <a:gd name="csX548" fmla="*/ 148574 w 241253"/>
                <a:gd name="csY548" fmla="*/ 12421 h 303358"/>
                <a:gd name="csX549" fmla="*/ 144752 w 241253"/>
                <a:gd name="csY549" fmla="*/ 12899 h 303358"/>
                <a:gd name="csX550" fmla="*/ 139975 w 241253"/>
                <a:gd name="csY550" fmla="*/ 14332 h 303358"/>
                <a:gd name="csX551" fmla="*/ 139019 w 241253"/>
                <a:gd name="csY551" fmla="*/ 15287 h 303358"/>
                <a:gd name="csX552" fmla="*/ 134242 w 241253"/>
                <a:gd name="csY552" fmla="*/ 22931 h 303358"/>
                <a:gd name="csX553" fmla="*/ 130420 w 241253"/>
                <a:gd name="csY553" fmla="*/ 24364 h 303358"/>
                <a:gd name="csX554" fmla="*/ 128987 w 241253"/>
                <a:gd name="csY554" fmla="*/ 25320 h 303358"/>
                <a:gd name="csX555" fmla="*/ 128031 w 241253"/>
                <a:gd name="csY555" fmla="*/ 26753 h 303358"/>
                <a:gd name="csX556" fmla="*/ 125643 w 241253"/>
                <a:gd name="csY556" fmla="*/ 29619 h 303358"/>
                <a:gd name="csX557" fmla="*/ 124687 w 241253"/>
                <a:gd name="csY557" fmla="*/ 31530 h 303358"/>
                <a:gd name="csX558" fmla="*/ 122299 w 241253"/>
                <a:gd name="csY558" fmla="*/ 35830 h 303358"/>
                <a:gd name="csX559" fmla="*/ 120865 w 241253"/>
                <a:gd name="csY559" fmla="*/ 41563 h 303358"/>
                <a:gd name="csX560" fmla="*/ 119910 w 241253"/>
                <a:gd name="csY560" fmla="*/ 44429 h 303358"/>
                <a:gd name="csX561" fmla="*/ 119432 w 241253"/>
                <a:gd name="csY561" fmla="*/ 48728 h 303358"/>
                <a:gd name="csX562" fmla="*/ 117999 w 241253"/>
                <a:gd name="csY562" fmla="*/ 51117 h 303358"/>
                <a:gd name="csX563" fmla="*/ 116566 w 241253"/>
                <a:gd name="csY563" fmla="*/ 53028 h 303358"/>
                <a:gd name="csX564" fmla="*/ 115133 w 241253"/>
                <a:gd name="csY564" fmla="*/ 54939 h 303358"/>
                <a:gd name="csX565" fmla="*/ 113700 w 241253"/>
                <a:gd name="csY565" fmla="*/ 57328 h 303358"/>
                <a:gd name="csX566" fmla="*/ 112266 w 241253"/>
                <a:gd name="csY566" fmla="*/ 59239 h 303358"/>
                <a:gd name="csX567" fmla="*/ 112266 w 241253"/>
                <a:gd name="csY567" fmla="*/ 59716 h 303358"/>
                <a:gd name="csX568" fmla="*/ 112744 w 241253"/>
                <a:gd name="csY568" fmla="*/ 60194 h 303358"/>
                <a:gd name="csX569" fmla="*/ 112744 w 241253"/>
                <a:gd name="csY569" fmla="*/ 60194 h 303358"/>
                <a:gd name="csX570" fmla="*/ 115611 w 241253"/>
                <a:gd name="csY570" fmla="*/ 59716 h 303358"/>
                <a:gd name="csX571" fmla="*/ 115611 w 241253"/>
                <a:gd name="csY571" fmla="*/ 59716 h 303358"/>
                <a:gd name="csX572" fmla="*/ 117044 w 241253"/>
                <a:gd name="csY572" fmla="*/ 59239 h 303358"/>
                <a:gd name="csX573" fmla="*/ 118477 w 241253"/>
                <a:gd name="csY573" fmla="*/ 58283 h 303358"/>
                <a:gd name="csX574" fmla="*/ 119432 w 241253"/>
                <a:gd name="csY574" fmla="*/ 58761 h 303358"/>
                <a:gd name="csX575" fmla="*/ 120388 w 241253"/>
                <a:gd name="csY575" fmla="*/ 60672 h 303358"/>
                <a:gd name="csX576" fmla="*/ 120388 w 241253"/>
                <a:gd name="csY576" fmla="*/ 60672 h 303358"/>
                <a:gd name="csX577" fmla="*/ 121343 w 241253"/>
                <a:gd name="csY577" fmla="*/ 61149 h 303358"/>
                <a:gd name="csX578" fmla="*/ 121343 w 241253"/>
                <a:gd name="csY578" fmla="*/ 61149 h 303358"/>
                <a:gd name="csX579" fmla="*/ 122777 w 241253"/>
                <a:gd name="csY579" fmla="*/ 60672 h 303358"/>
                <a:gd name="csX580" fmla="*/ 122777 w 241253"/>
                <a:gd name="csY580" fmla="*/ 60672 h 303358"/>
                <a:gd name="csX581" fmla="*/ 123732 w 241253"/>
                <a:gd name="csY581" fmla="*/ 61149 h 303358"/>
                <a:gd name="csX582" fmla="*/ 125165 w 241253"/>
                <a:gd name="csY582" fmla="*/ 65927 h 303358"/>
                <a:gd name="csX583" fmla="*/ 126121 w 241253"/>
                <a:gd name="csY583" fmla="*/ 70226 h 303358"/>
                <a:gd name="csX584" fmla="*/ 126121 w 241253"/>
                <a:gd name="csY584" fmla="*/ 70226 h 303358"/>
                <a:gd name="csX585" fmla="*/ 128987 w 241253"/>
                <a:gd name="csY585" fmla="*/ 72615 h 303358"/>
                <a:gd name="csX586" fmla="*/ 130898 w 241253"/>
                <a:gd name="csY586" fmla="*/ 74526 h 303358"/>
                <a:gd name="csX587" fmla="*/ 131376 w 241253"/>
                <a:gd name="csY587" fmla="*/ 76437 h 303358"/>
                <a:gd name="csX588" fmla="*/ 132331 w 241253"/>
                <a:gd name="csY588" fmla="*/ 78825 h 303358"/>
                <a:gd name="csX589" fmla="*/ 132331 w 241253"/>
                <a:gd name="csY589" fmla="*/ 79781 h 303358"/>
                <a:gd name="csX590" fmla="*/ 131376 w 241253"/>
                <a:gd name="csY590" fmla="*/ 80736 h 303358"/>
                <a:gd name="csX591" fmla="*/ 130420 w 241253"/>
                <a:gd name="csY591" fmla="*/ 82170 h 303358"/>
                <a:gd name="csX592" fmla="*/ 130420 w 241253"/>
                <a:gd name="csY592" fmla="*/ 85036 h 303358"/>
                <a:gd name="csX593" fmla="*/ 129942 w 241253"/>
                <a:gd name="csY593" fmla="*/ 85991 h 303358"/>
                <a:gd name="csX594" fmla="*/ 129942 w 241253"/>
                <a:gd name="csY594" fmla="*/ 88380 h 303358"/>
                <a:gd name="csX595" fmla="*/ 129942 w 241253"/>
                <a:gd name="csY595" fmla="*/ 90291 h 303358"/>
                <a:gd name="csX596" fmla="*/ 129942 w 241253"/>
                <a:gd name="csY596" fmla="*/ 90291 h 303358"/>
                <a:gd name="csX597" fmla="*/ 130420 w 241253"/>
                <a:gd name="csY597" fmla="*/ 91246 h 303358"/>
                <a:gd name="csX598" fmla="*/ 130420 w 241253"/>
                <a:gd name="csY598" fmla="*/ 91246 h 303358"/>
                <a:gd name="csX599" fmla="*/ 131376 w 241253"/>
                <a:gd name="csY599" fmla="*/ 92202 h 303358"/>
                <a:gd name="csX600" fmla="*/ 131853 w 241253"/>
                <a:gd name="csY600" fmla="*/ 92202 h 303358"/>
                <a:gd name="csX601" fmla="*/ 133287 w 241253"/>
                <a:gd name="csY601" fmla="*/ 92680 h 303358"/>
                <a:gd name="csX602" fmla="*/ 133764 w 241253"/>
                <a:gd name="csY602" fmla="*/ 92680 h 303358"/>
                <a:gd name="csX603" fmla="*/ 135197 w 241253"/>
                <a:gd name="csY603" fmla="*/ 93157 h 303358"/>
                <a:gd name="csX604" fmla="*/ 136153 w 241253"/>
                <a:gd name="csY604" fmla="*/ 95068 h 303358"/>
                <a:gd name="csX605" fmla="*/ 136153 w 241253"/>
                <a:gd name="csY605" fmla="*/ 95068 h 303358"/>
                <a:gd name="csX606" fmla="*/ 137586 w 241253"/>
                <a:gd name="csY606" fmla="*/ 97935 h 303358"/>
                <a:gd name="csX607" fmla="*/ 139019 w 241253"/>
                <a:gd name="csY607" fmla="*/ 99368 h 303358"/>
                <a:gd name="csX608" fmla="*/ 141408 w 241253"/>
                <a:gd name="csY608" fmla="*/ 99846 h 303358"/>
                <a:gd name="csX609" fmla="*/ 141408 w 241253"/>
                <a:gd name="csY609" fmla="*/ 99846 h 303358"/>
                <a:gd name="csX610" fmla="*/ 143319 w 241253"/>
                <a:gd name="csY610" fmla="*/ 99846 h 303358"/>
                <a:gd name="csX611" fmla="*/ 146663 w 241253"/>
                <a:gd name="csY611" fmla="*/ 99368 h 303358"/>
                <a:gd name="csX612" fmla="*/ 150007 w 241253"/>
                <a:gd name="csY612" fmla="*/ 99368 h 303358"/>
                <a:gd name="csX613" fmla="*/ 151918 w 241253"/>
                <a:gd name="csY613" fmla="*/ 99368 h 303358"/>
                <a:gd name="csX614" fmla="*/ 154784 w 241253"/>
                <a:gd name="csY614" fmla="*/ 99846 h 303358"/>
                <a:gd name="csX615" fmla="*/ 156695 w 241253"/>
                <a:gd name="csY615" fmla="*/ 99846 h 303358"/>
                <a:gd name="csX616" fmla="*/ 156695 w 241253"/>
                <a:gd name="csY616" fmla="*/ 99846 h 303358"/>
                <a:gd name="csX617" fmla="*/ 159084 w 241253"/>
                <a:gd name="csY617" fmla="*/ 99846 h 303358"/>
                <a:gd name="csX618" fmla="*/ 162906 w 241253"/>
                <a:gd name="csY618" fmla="*/ 98412 h 303358"/>
                <a:gd name="csX619" fmla="*/ 164339 w 241253"/>
                <a:gd name="csY619" fmla="*/ 97935 h 303358"/>
                <a:gd name="csX620" fmla="*/ 165772 w 241253"/>
                <a:gd name="csY620" fmla="*/ 98412 h 303358"/>
                <a:gd name="csX621" fmla="*/ 166250 w 241253"/>
                <a:gd name="csY621" fmla="*/ 98412 h 303358"/>
                <a:gd name="csX622" fmla="*/ 167205 w 241253"/>
                <a:gd name="csY622" fmla="*/ 98890 h 303358"/>
                <a:gd name="csX623" fmla="*/ 168638 w 241253"/>
                <a:gd name="csY623" fmla="*/ 98890 h 303358"/>
                <a:gd name="csX624" fmla="*/ 169594 w 241253"/>
                <a:gd name="csY624" fmla="*/ 99846 h 303358"/>
                <a:gd name="csX625" fmla="*/ 171505 w 241253"/>
                <a:gd name="csY625" fmla="*/ 100323 h 303358"/>
                <a:gd name="csX626" fmla="*/ 171505 w 241253"/>
                <a:gd name="csY626" fmla="*/ 100323 h 303358"/>
                <a:gd name="csX627" fmla="*/ 173894 w 241253"/>
                <a:gd name="csY627" fmla="*/ 100801 h 303358"/>
                <a:gd name="csX628" fmla="*/ 175327 w 241253"/>
                <a:gd name="csY628" fmla="*/ 100801 h 303358"/>
                <a:gd name="csX629" fmla="*/ 176282 w 241253"/>
                <a:gd name="csY629" fmla="*/ 100801 h 303358"/>
                <a:gd name="csX630" fmla="*/ 177238 w 241253"/>
                <a:gd name="csY630" fmla="*/ 100801 h 303358"/>
                <a:gd name="csX631" fmla="*/ 181060 w 241253"/>
                <a:gd name="csY631" fmla="*/ 105100 h 303358"/>
                <a:gd name="csX632" fmla="*/ 184403 w 241253"/>
                <a:gd name="csY632" fmla="*/ 108922 h 303358"/>
                <a:gd name="csX633" fmla="*/ 187270 w 241253"/>
                <a:gd name="csY633" fmla="*/ 112266 h 303358"/>
                <a:gd name="csX634" fmla="*/ 190136 w 241253"/>
                <a:gd name="csY634" fmla="*/ 115611 h 303358"/>
                <a:gd name="csX635" fmla="*/ 190136 w 241253"/>
                <a:gd name="csY635" fmla="*/ 115611 h 303358"/>
                <a:gd name="csX636" fmla="*/ 190614 w 241253"/>
                <a:gd name="csY636" fmla="*/ 115611 h 303358"/>
                <a:gd name="csX637" fmla="*/ 190614 w 241253"/>
                <a:gd name="csY637" fmla="*/ 115611 h 303358"/>
                <a:gd name="csX638" fmla="*/ 192047 w 241253"/>
                <a:gd name="csY638" fmla="*/ 115133 h 303358"/>
                <a:gd name="csX639" fmla="*/ 192525 w 241253"/>
                <a:gd name="csY639" fmla="*/ 115611 h 303358"/>
                <a:gd name="csX640" fmla="*/ 193003 w 241253"/>
                <a:gd name="csY640" fmla="*/ 115611 h 303358"/>
                <a:gd name="csX641" fmla="*/ 193480 w 241253"/>
                <a:gd name="csY641" fmla="*/ 116088 h 303358"/>
                <a:gd name="csX642" fmla="*/ 193480 w 241253"/>
                <a:gd name="csY642" fmla="*/ 116088 h 303358"/>
                <a:gd name="csX643" fmla="*/ 194914 w 241253"/>
                <a:gd name="csY643" fmla="*/ 116088 h 303358"/>
                <a:gd name="csX644" fmla="*/ 194914 w 241253"/>
                <a:gd name="csY644" fmla="*/ 116088 h 303358"/>
                <a:gd name="csX645" fmla="*/ 197302 w 241253"/>
                <a:gd name="csY645" fmla="*/ 114655 h 303358"/>
                <a:gd name="csX646" fmla="*/ 200169 w 241253"/>
                <a:gd name="csY646" fmla="*/ 114177 h 303358"/>
                <a:gd name="csX647" fmla="*/ 201602 w 241253"/>
                <a:gd name="csY647" fmla="*/ 114655 h 303358"/>
                <a:gd name="csX648" fmla="*/ 203991 w 241253"/>
                <a:gd name="csY648" fmla="*/ 115133 h 303358"/>
                <a:gd name="csX649" fmla="*/ 209245 w 241253"/>
                <a:gd name="csY649" fmla="*/ 115133 h 303358"/>
                <a:gd name="csX650" fmla="*/ 215934 w 241253"/>
                <a:gd name="csY650" fmla="*/ 114177 h 303358"/>
                <a:gd name="csX651" fmla="*/ 215934 w 241253"/>
                <a:gd name="csY651" fmla="*/ 114177 h 303358"/>
                <a:gd name="csX652" fmla="*/ 220233 w 241253"/>
                <a:gd name="csY652" fmla="*/ 113700 h 303358"/>
                <a:gd name="csX653" fmla="*/ 221667 w 241253"/>
                <a:gd name="csY653" fmla="*/ 112744 h 303358"/>
                <a:gd name="csX654" fmla="*/ 224055 w 241253"/>
                <a:gd name="csY654" fmla="*/ 112744 h 303358"/>
                <a:gd name="csX655" fmla="*/ 225010 w 241253"/>
                <a:gd name="csY655" fmla="*/ 112744 h 303358"/>
                <a:gd name="csX656" fmla="*/ 227399 w 241253"/>
                <a:gd name="csY656" fmla="*/ 113700 h 303358"/>
                <a:gd name="csX657" fmla="*/ 228833 w 241253"/>
                <a:gd name="csY657" fmla="*/ 114655 h 303358"/>
                <a:gd name="csX658" fmla="*/ 229310 w 241253"/>
                <a:gd name="csY658" fmla="*/ 115611 h 303358"/>
                <a:gd name="csX659" fmla="*/ 229788 w 241253"/>
                <a:gd name="csY659" fmla="*/ 117521 h 303358"/>
                <a:gd name="csX660" fmla="*/ 229310 w 241253"/>
                <a:gd name="csY660" fmla="*/ 118955 h 303358"/>
                <a:gd name="csX661" fmla="*/ 226921 w 241253"/>
                <a:gd name="csY661" fmla="*/ 120865 h 303358"/>
                <a:gd name="csX662" fmla="*/ 225966 w 241253"/>
                <a:gd name="csY662" fmla="*/ 123254 h 303358"/>
                <a:gd name="csX663" fmla="*/ 225966 w 241253"/>
                <a:gd name="csY663" fmla="*/ 126121 h 303358"/>
                <a:gd name="csX664" fmla="*/ 224533 w 241253"/>
                <a:gd name="csY664" fmla="*/ 128031 h 303358"/>
                <a:gd name="csX665" fmla="*/ 223100 w 241253"/>
                <a:gd name="csY665" fmla="*/ 129465 h 303358"/>
                <a:gd name="csX666" fmla="*/ 222144 w 241253"/>
                <a:gd name="csY666" fmla="*/ 131376 h 303358"/>
                <a:gd name="csX667" fmla="*/ 222622 w 241253"/>
                <a:gd name="csY667" fmla="*/ 133764 h 303358"/>
                <a:gd name="csX668" fmla="*/ 222144 w 241253"/>
                <a:gd name="csY668" fmla="*/ 137586 h 303358"/>
                <a:gd name="csX669" fmla="*/ 221667 w 241253"/>
                <a:gd name="csY669" fmla="*/ 142363 h 303358"/>
                <a:gd name="csX670" fmla="*/ 221667 w 241253"/>
                <a:gd name="csY670" fmla="*/ 145230 h 303358"/>
                <a:gd name="csX671" fmla="*/ 222144 w 241253"/>
                <a:gd name="csY671" fmla="*/ 146185 h 303358"/>
                <a:gd name="csX672" fmla="*/ 222622 w 241253"/>
                <a:gd name="csY672" fmla="*/ 147141 h 303358"/>
                <a:gd name="csX673" fmla="*/ 222622 w 241253"/>
                <a:gd name="csY673" fmla="*/ 149052 h 303358"/>
                <a:gd name="csX674" fmla="*/ 223100 w 241253"/>
                <a:gd name="csY674" fmla="*/ 150485 h 303358"/>
                <a:gd name="csX675" fmla="*/ 224055 w 241253"/>
                <a:gd name="csY675" fmla="*/ 152873 h 303358"/>
                <a:gd name="csX676" fmla="*/ 225488 w 241253"/>
                <a:gd name="csY676" fmla="*/ 156695 h 303358"/>
                <a:gd name="csX677" fmla="*/ 226444 w 241253"/>
                <a:gd name="csY677" fmla="*/ 158606 h 303358"/>
                <a:gd name="csX678" fmla="*/ 227399 w 241253"/>
                <a:gd name="csY678" fmla="*/ 159084 h 303358"/>
                <a:gd name="csX679" fmla="*/ 228833 w 241253"/>
                <a:gd name="csY679" fmla="*/ 159562 h 303358"/>
                <a:gd name="csX680" fmla="*/ 231699 w 241253"/>
                <a:gd name="csY680" fmla="*/ 163861 h 303358"/>
                <a:gd name="csX681" fmla="*/ 231699 w 241253"/>
                <a:gd name="csY681" fmla="*/ 163861 h 303358"/>
                <a:gd name="csX682" fmla="*/ 232176 w 241253"/>
                <a:gd name="csY682" fmla="*/ 164817 h 303358"/>
                <a:gd name="csX683" fmla="*/ 232176 w 241253"/>
                <a:gd name="csY683" fmla="*/ 165294 h 303358"/>
                <a:gd name="csX684" fmla="*/ 231699 w 241253"/>
                <a:gd name="csY684" fmla="*/ 166250 h 303358"/>
                <a:gd name="csX685" fmla="*/ 231699 w 241253"/>
                <a:gd name="csY685" fmla="*/ 166250 h 303358"/>
                <a:gd name="csX686" fmla="*/ 228355 w 241253"/>
                <a:gd name="csY686" fmla="*/ 169116 h 303358"/>
                <a:gd name="csX687" fmla="*/ 222144 w 241253"/>
                <a:gd name="csY687" fmla="*/ 174371 h 303358"/>
                <a:gd name="csX688" fmla="*/ 221189 w 241253"/>
                <a:gd name="csY688" fmla="*/ 174849 h 303358"/>
                <a:gd name="csX689" fmla="*/ 221667 w 241253"/>
                <a:gd name="csY689" fmla="*/ 176282 h 303358"/>
                <a:gd name="csX690" fmla="*/ 221667 w 241253"/>
                <a:gd name="csY690" fmla="*/ 175804 h 303358"/>
                <a:gd name="csX691" fmla="*/ 221667 w 241253"/>
                <a:gd name="csY691" fmla="*/ 176282 h 303358"/>
                <a:gd name="csX692" fmla="*/ 223577 w 241253"/>
                <a:gd name="csY692" fmla="*/ 175327 h 303358"/>
                <a:gd name="csX693" fmla="*/ 225488 w 241253"/>
                <a:gd name="csY693" fmla="*/ 175804 h 303358"/>
                <a:gd name="csX694" fmla="*/ 226444 w 241253"/>
                <a:gd name="csY694" fmla="*/ 176282 h 303358"/>
                <a:gd name="csX695" fmla="*/ 226921 w 241253"/>
                <a:gd name="csY695" fmla="*/ 176282 h 303358"/>
                <a:gd name="csX696" fmla="*/ 227399 w 241253"/>
                <a:gd name="csY696" fmla="*/ 177715 h 303358"/>
                <a:gd name="csX697" fmla="*/ 227399 w 241253"/>
                <a:gd name="csY697" fmla="*/ 178193 h 303358"/>
                <a:gd name="csX698" fmla="*/ 227877 w 241253"/>
                <a:gd name="csY698" fmla="*/ 178193 h 303358"/>
                <a:gd name="csX699" fmla="*/ 228833 w 241253"/>
                <a:gd name="csY699" fmla="*/ 178671 h 303358"/>
                <a:gd name="csX700" fmla="*/ 230743 w 241253"/>
                <a:gd name="csY700" fmla="*/ 180104 h 303358"/>
                <a:gd name="csX701" fmla="*/ 232176 w 241253"/>
                <a:gd name="csY701" fmla="*/ 182015 h 303358"/>
                <a:gd name="csX702" fmla="*/ 233610 w 241253"/>
                <a:gd name="csY702" fmla="*/ 182493 h 303358"/>
                <a:gd name="csX703" fmla="*/ 233610 w 241253"/>
                <a:gd name="csY703" fmla="*/ 182493 h 303358"/>
                <a:gd name="csX704" fmla="*/ 234565 w 241253"/>
                <a:gd name="csY704" fmla="*/ 183448 h 303358"/>
                <a:gd name="csX705" fmla="*/ 234565 w 241253"/>
                <a:gd name="csY705" fmla="*/ 184403 h 303358"/>
                <a:gd name="csX706" fmla="*/ 234087 w 241253"/>
                <a:gd name="csY706" fmla="*/ 185359 h 303358"/>
                <a:gd name="csX707" fmla="*/ 235043 w 241253"/>
                <a:gd name="csY707" fmla="*/ 187748 h 303358"/>
                <a:gd name="csX708" fmla="*/ 235998 w 241253"/>
                <a:gd name="csY708" fmla="*/ 188703 h 303358"/>
                <a:gd name="csX709" fmla="*/ 236476 w 241253"/>
                <a:gd name="csY709" fmla="*/ 189659 h 303358"/>
                <a:gd name="csX710" fmla="*/ 235998 w 241253"/>
                <a:gd name="csY710" fmla="*/ 190614 h 303358"/>
                <a:gd name="csX711" fmla="*/ 236954 w 241253"/>
                <a:gd name="csY711" fmla="*/ 191569 h 303358"/>
                <a:gd name="csX712" fmla="*/ 237432 w 241253"/>
                <a:gd name="csY712" fmla="*/ 193480 h 303358"/>
                <a:gd name="csX713" fmla="*/ 238865 w 241253"/>
                <a:gd name="csY713" fmla="*/ 196347 h 303358"/>
                <a:gd name="csX714" fmla="*/ 238865 w 241253"/>
                <a:gd name="csY714" fmla="*/ 197780 h 303358"/>
                <a:gd name="csX715" fmla="*/ 239342 w 241253"/>
                <a:gd name="csY715" fmla="*/ 198258 h 303358"/>
                <a:gd name="csX716" fmla="*/ 239820 w 241253"/>
                <a:gd name="csY716" fmla="*/ 200169 h 303358"/>
                <a:gd name="csX717" fmla="*/ 240776 w 241253"/>
                <a:gd name="csY717" fmla="*/ 202080 h 303358"/>
                <a:gd name="csX718" fmla="*/ 240776 w 241253"/>
                <a:gd name="csY718" fmla="*/ 203035 h 303358"/>
                <a:gd name="csX719" fmla="*/ 240776 w 241253"/>
                <a:gd name="csY719" fmla="*/ 204468 h 303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</a:cxnLst>
              <a:rect l="l" t="t" r="r" b="b"/>
              <a:pathLst>
                <a:path w="241253" h="303358">
                  <a:moveTo>
                    <a:pt x="240776" y="204468"/>
                  </a:moveTo>
                  <a:lnTo>
                    <a:pt x="241253" y="204468"/>
                  </a:lnTo>
                  <a:lnTo>
                    <a:pt x="237432" y="205424"/>
                  </a:lnTo>
                  <a:lnTo>
                    <a:pt x="236954" y="204946"/>
                  </a:lnTo>
                  <a:lnTo>
                    <a:pt x="236954" y="204468"/>
                  </a:lnTo>
                  <a:lnTo>
                    <a:pt x="236954" y="201124"/>
                  </a:lnTo>
                  <a:lnTo>
                    <a:pt x="236954" y="197302"/>
                  </a:lnTo>
                  <a:lnTo>
                    <a:pt x="236476" y="195869"/>
                  </a:lnTo>
                  <a:lnTo>
                    <a:pt x="234565" y="193003"/>
                  </a:lnTo>
                  <a:lnTo>
                    <a:pt x="232176" y="189659"/>
                  </a:lnTo>
                  <a:lnTo>
                    <a:pt x="231699" y="188703"/>
                  </a:lnTo>
                  <a:lnTo>
                    <a:pt x="230743" y="188226"/>
                  </a:lnTo>
                  <a:lnTo>
                    <a:pt x="230743" y="188226"/>
                  </a:lnTo>
                  <a:lnTo>
                    <a:pt x="229788" y="188226"/>
                  </a:lnTo>
                  <a:lnTo>
                    <a:pt x="228833" y="188226"/>
                  </a:lnTo>
                  <a:lnTo>
                    <a:pt x="228833" y="188703"/>
                  </a:lnTo>
                  <a:lnTo>
                    <a:pt x="227399" y="189181"/>
                  </a:lnTo>
                  <a:lnTo>
                    <a:pt x="226444" y="189659"/>
                  </a:lnTo>
                  <a:lnTo>
                    <a:pt x="226444" y="189659"/>
                  </a:lnTo>
                  <a:lnTo>
                    <a:pt x="224533" y="191569"/>
                  </a:lnTo>
                  <a:lnTo>
                    <a:pt x="224533" y="192047"/>
                  </a:lnTo>
                  <a:lnTo>
                    <a:pt x="222622" y="194436"/>
                  </a:lnTo>
                  <a:lnTo>
                    <a:pt x="221189" y="194914"/>
                  </a:lnTo>
                  <a:lnTo>
                    <a:pt x="220233" y="194914"/>
                  </a:lnTo>
                  <a:lnTo>
                    <a:pt x="219278" y="194914"/>
                  </a:lnTo>
                  <a:lnTo>
                    <a:pt x="218322" y="194436"/>
                  </a:lnTo>
                  <a:lnTo>
                    <a:pt x="217367" y="193003"/>
                  </a:lnTo>
                  <a:lnTo>
                    <a:pt x="216411" y="191092"/>
                  </a:lnTo>
                  <a:lnTo>
                    <a:pt x="214978" y="190614"/>
                  </a:lnTo>
                  <a:lnTo>
                    <a:pt x="214978" y="190614"/>
                  </a:lnTo>
                  <a:lnTo>
                    <a:pt x="214978" y="190614"/>
                  </a:lnTo>
                  <a:lnTo>
                    <a:pt x="214501" y="191092"/>
                  </a:lnTo>
                  <a:lnTo>
                    <a:pt x="214501" y="191092"/>
                  </a:lnTo>
                  <a:lnTo>
                    <a:pt x="214023" y="192047"/>
                  </a:lnTo>
                  <a:lnTo>
                    <a:pt x="213545" y="193480"/>
                  </a:lnTo>
                  <a:lnTo>
                    <a:pt x="214501" y="194436"/>
                  </a:lnTo>
                  <a:lnTo>
                    <a:pt x="215456" y="195391"/>
                  </a:lnTo>
                  <a:lnTo>
                    <a:pt x="214023" y="195391"/>
                  </a:lnTo>
                  <a:lnTo>
                    <a:pt x="210201" y="195391"/>
                  </a:lnTo>
                  <a:lnTo>
                    <a:pt x="205424" y="195391"/>
                  </a:lnTo>
                  <a:lnTo>
                    <a:pt x="200646" y="195391"/>
                  </a:lnTo>
                  <a:lnTo>
                    <a:pt x="196825" y="195391"/>
                  </a:lnTo>
                  <a:lnTo>
                    <a:pt x="192525" y="195391"/>
                  </a:lnTo>
                  <a:lnTo>
                    <a:pt x="191092" y="195391"/>
                  </a:lnTo>
                  <a:lnTo>
                    <a:pt x="189659" y="194914"/>
                  </a:lnTo>
                  <a:lnTo>
                    <a:pt x="188226" y="194436"/>
                  </a:lnTo>
                  <a:lnTo>
                    <a:pt x="187748" y="194436"/>
                  </a:lnTo>
                  <a:lnTo>
                    <a:pt x="187270" y="194436"/>
                  </a:lnTo>
                  <a:lnTo>
                    <a:pt x="186314" y="194914"/>
                  </a:lnTo>
                  <a:lnTo>
                    <a:pt x="184403" y="195391"/>
                  </a:lnTo>
                  <a:lnTo>
                    <a:pt x="184403" y="195391"/>
                  </a:lnTo>
                  <a:lnTo>
                    <a:pt x="183448" y="195869"/>
                  </a:lnTo>
                  <a:lnTo>
                    <a:pt x="182493" y="195869"/>
                  </a:lnTo>
                  <a:lnTo>
                    <a:pt x="182493" y="195869"/>
                  </a:lnTo>
                  <a:lnTo>
                    <a:pt x="182015" y="195869"/>
                  </a:lnTo>
                  <a:lnTo>
                    <a:pt x="182015" y="198735"/>
                  </a:lnTo>
                  <a:lnTo>
                    <a:pt x="182015" y="203035"/>
                  </a:lnTo>
                  <a:lnTo>
                    <a:pt x="182015" y="207335"/>
                  </a:lnTo>
                  <a:lnTo>
                    <a:pt x="182015" y="207335"/>
                  </a:lnTo>
                  <a:lnTo>
                    <a:pt x="182970" y="207335"/>
                  </a:lnTo>
                  <a:lnTo>
                    <a:pt x="182970" y="206857"/>
                  </a:lnTo>
                  <a:lnTo>
                    <a:pt x="183926" y="207335"/>
                  </a:lnTo>
                  <a:lnTo>
                    <a:pt x="184881" y="207335"/>
                  </a:lnTo>
                  <a:lnTo>
                    <a:pt x="184881" y="207335"/>
                  </a:lnTo>
                  <a:lnTo>
                    <a:pt x="185359" y="207335"/>
                  </a:lnTo>
                  <a:lnTo>
                    <a:pt x="186792" y="207335"/>
                  </a:lnTo>
                  <a:lnTo>
                    <a:pt x="187748" y="207335"/>
                  </a:lnTo>
                  <a:lnTo>
                    <a:pt x="188703" y="207335"/>
                  </a:lnTo>
                  <a:lnTo>
                    <a:pt x="189659" y="207335"/>
                  </a:lnTo>
                  <a:lnTo>
                    <a:pt x="190136" y="207812"/>
                  </a:lnTo>
                  <a:lnTo>
                    <a:pt x="191092" y="207812"/>
                  </a:lnTo>
                  <a:lnTo>
                    <a:pt x="191092" y="207812"/>
                  </a:lnTo>
                  <a:lnTo>
                    <a:pt x="192047" y="207335"/>
                  </a:lnTo>
                  <a:lnTo>
                    <a:pt x="193003" y="207812"/>
                  </a:lnTo>
                  <a:lnTo>
                    <a:pt x="193958" y="208290"/>
                  </a:lnTo>
                  <a:lnTo>
                    <a:pt x="194436" y="209245"/>
                  </a:lnTo>
                  <a:lnTo>
                    <a:pt x="194914" y="210201"/>
                  </a:lnTo>
                  <a:lnTo>
                    <a:pt x="195869" y="211156"/>
                  </a:lnTo>
                  <a:lnTo>
                    <a:pt x="195869" y="212112"/>
                  </a:lnTo>
                  <a:lnTo>
                    <a:pt x="195869" y="213067"/>
                  </a:lnTo>
                  <a:lnTo>
                    <a:pt x="195391" y="213545"/>
                  </a:lnTo>
                  <a:lnTo>
                    <a:pt x="195869" y="214023"/>
                  </a:lnTo>
                  <a:lnTo>
                    <a:pt x="195869" y="214501"/>
                  </a:lnTo>
                  <a:lnTo>
                    <a:pt x="195869" y="214978"/>
                  </a:lnTo>
                  <a:lnTo>
                    <a:pt x="195869" y="214978"/>
                  </a:lnTo>
                  <a:lnTo>
                    <a:pt x="194914" y="214978"/>
                  </a:lnTo>
                  <a:lnTo>
                    <a:pt x="194914" y="214978"/>
                  </a:lnTo>
                  <a:lnTo>
                    <a:pt x="194436" y="214978"/>
                  </a:lnTo>
                  <a:lnTo>
                    <a:pt x="193958" y="215456"/>
                  </a:lnTo>
                  <a:lnTo>
                    <a:pt x="193480" y="215456"/>
                  </a:lnTo>
                  <a:lnTo>
                    <a:pt x="193003" y="214978"/>
                  </a:lnTo>
                  <a:lnTo>
                    <a:pt x="193003" y="214978"/>
                  </a:lnTo>
                  <a:lnTo>
                    <a:pt x="192525" y="214501"/>
                  </a:lnTo>
                  <a:lnTo>
                    <a:pt x="192525" y="214501"/>
                  </a:lnTo>
                  <a:lnTo>
                    <a:pt x="192047" y="214978"/>
                  </a:lnTo>
                  <a:lnTo>
                    <a:pt x="191092" y="214501"/>
                  </a:lnTo>
                  <a:lnTo>
                    <a:pt x="190614" y="214023"/>
                  </a:lnTo>
                  <a:lnTo>
                    <a:pt x="189659" y="213545"/>
                  </a:lnTo>
                  <a:lnTo>
                    <a:pt x="189659" y="213545"/>
                  </a:lnTo>
                  <a:lnTo>
                    <a:pt x="188703" y="213545"/>
                  </a:lnTo>
                  <a:lnTo>
                    <a:pt x="187748" y="214023"/>
                  </a:lnTo>
                  <a:lnTo>
                    <a:pt x="186792" y="214501"/>
                  </a:lnTo>
                  <a:lnTo>
                    <a:pt x="186314" y="214501"/>
                  </a:lnTo>
                  <a:lnTo>
                    <a:pt x="185837" y="214501"/>
                  </a:lnTo>
                  <a:lnTo>
                    <a:pt x="185359" y="214501"/>
                  </a:lnTo>
                  <a:lnTo>
                    <a:pt x="184881" y="214978"/>
                  </a:lnTo>
                  <a:lnTo>
                    <a:pt x="183926" y="215456"/>
                  </a:lnTo>
                  <a:lnTo>
                    <a:pt x="182970" y="215456"/>
                  </a:lnTo>
                  <a:lnTo>
                    <a:pt x="182015" y="215934"/>
                  </a:lnTo>
                  <a:lnTo>
                    <a:pt x="181060" y="215934"/>
                  </a:lnTo>
                  <a:lnTo>
                    <a:pt x="180582" y="215934"/>
                  </a:lnTo>
                  <a:lnTo>
                    <a:pt x="180582" y="215934"/>
                  </a:lnTo>
                  <a:lnTo>
                    <a:pt x="179626" y="215934"/>
                  </a:lnTo>
                  <a:lnTo>
                    <a:pt x="178193" y="215934"/>
                  </a:lnTo>
                  <a:lnTo>
                    <a:pt x="178193" y="215934"/>
                  </a:lnTo>
                  <a:lnTo>
                    <a:pt x="178193" y="215934"/>
                  </a:lnTo>
                  <a:lnTo>
                    <a:pt x="178193" y="218322"/>
                  </a:lnTo>
                  <a:lnTo>
                    <a:pt x="177715" y="223100"/>
                  </a:lnTo>
                  <a:lnTo>
                    <a:pt x="177715" y="226444"/>
                  </a:lnTo>
                  <a:lnTo>
                    <a:pt x="177715" y="229310"/>
                  </a:lnTo>
                  <a:lnTo>
                    <a:pt x="178193" y="230266"/>
                  </a:lnTo>
                  <a:lnTo>
                    <a:pt x="180582" y="232176"/>
                  </a:lnTo>
                  <a:lnTo>
                    <a:pt x="182493" y="233610"/>
                  </a:lnTo>
                  <a:lnTo>
                    <a:pt x="183926" y="234565"/>
                  </a:lnTo>
                  <a:lnTo>
                    <a:pt x="185837" y="235521"/>
                  </a:lnTo>
                  <a:lnTo>
                    <a:pt x="186314" y="235998"/>
                  </a:lnTo>
                  <a:lnTo>
                    <a:pt x="186792" y="236476"/>
                  </a:lnTo>
                  <a:lnTo>
                    <a:pt x="187270" y="237432"/>
                  </a:lnTo>
                  <a:lnTo>
                    <a:pt x="187270" y="237909"/>
                  </a:lnTo>
                  <a:lnTo>
                    <a:pt x="187270" y="238865"/>
                  </a:lnTo>
                  <a:lnTo>
                    <a:pt x="186792" y="239820"/>
                  </a:lnTo>
                  <a:lnTo>
                    <a:pt x="186792" y="240298"/>
                  </a:lnTo>
                  <a:lnTo>
                    <a:pt x="187270" y="240776"/>
                  </a:lnTo>
                  <a:lnTo>
                    <a:pt x="187748" y="241731"/>
                  </a:lnTo>
                  <a:lnTo>
                    <a:pt x="188226" y="242687"/>
                  </a:lnTo>
                  <a:lnTo>
                    <a:pt x="188226" y="243164"/>
                  </a:lnTo>
                  <a:lnTo>
                    <a:pt x="188703" y="243642"/>
                  </a:lnTo>
                  <a:lnTo>
                    <a:pt x="189181" y="244120"/>
                  </a:lnTo>
                  <a:lnTo>
                    <a:pt x="190136" y="244598"/>
                  </a:lnTo>
                  <a:lnTo>
                    <a:pt x="190136" y="245075"/>
                  </a:lnTo>
                  <a:lnTo>
                    <a:pt x="190136" y="246031"/>
                  </a:lnTo>
                  <a:lnTo>
                    <a:pt x="190136" y="246508"/>
                  </a:lnTo>
                  <a:lnTo>
                    <a:pt x="190614" y="247464"/>
                  </a:lnTo>
                  <a:lnTo>
                    <a:pt x="191092" y="248419"/>
                  </a:lnTo>
                  <a:lnTo>
                    <a:pt x="190614" y="248897"/>
                  </a:lnTo>
                  <a:lnTo>
                    <a:pt x="190614" y="248897"/>
                  </a:lnTo>
                  <a:lnTo>
                    <a:pt x="190136" y="252241"/>
                  </a:lnTo>
                  <a:lnTo>
                    <a:pt x="189659" y="256063"/>
                  </a:lnTo>
                  <a:lnTo>
                    <a:pt x="188703" y="258452"/>
                  </a:lnTo>
                  <a:lnTo>
                    <a:pt x="188226" y="263229"/>
                  </a:lnTo>
                  <a:lnTo>
                    <a:pt x="186792" y="268484"/>
                  </a:lnTo>
                  <a:lnTo>
                    <a:pt x="185837" y="274694"/>
                  </a:lnTo>
                  <a:lnTo>
                    <a:pt x="184403" y="281383"/>
                  </a:lnTo>
                  <a:lnTo>
                    <a:pt x="183448" y="287115"/>
                  </a:lnTo>
                  <a:lnTo>
                    <a:pt x="182015" y="292848"/>
                  </a:lnTo>
                  <a:lnTo>
                    <a:pt x="181060" y="299059"/>
                  </a:lnTo>
                  <a:lnTo>
                    <a:pt x="180104" y="302403"/>
                  </a:lnTo>
                  <a:lnTo>
                    <a:pt x="179626" y="303358"/>
                  </a:lnTo>
                  <a:lnTo>
                    <a:pt x="178671" y="301925"/>
                  </a:lnTo>
                  <a:lnTo>
                    <a:pt x="177238" y="300492"/>
                  </a:lnTo>
                  <a:lnTo>
                    <a:pt x="175804" y="300014"/>
                  </a:lnTo>
                  <a:lnTo>
                    <a:pt x="175327" y="298581"/>
                  </a:lnTo>
                  <a:lnTo>
                    <a:pt x="174849" y="298103"/>
                  </a:lnTo>
                  <a:lnTo>
                    <a:pt x="174371" y="296670"/>
                  </a:lnTo>
                  <a:lnTo>
                    <a:pt x="174371" y="296670"/>
                  </a:lnTo>
                  <a:lnTo>
                    <a:pt x="172938" y="296192"/>
                  </a:lnTo>
                  <a:lnTo>
                    <a:pt x="172460" y="295715"/>
                  </a:lnTo>
                  <a:lnTo>
                    <a:pt x="172460" y="295715"/>
                  </a:lnTo>
                  <a:lnTo>
                    <a:pt x="171505" y="295715"/>
                  </a:lnTo>
                  <a:lnTo>
                    <a:pt x="171505" y="295715"/>
                  </a:lnTo>
                  <a:lnTo>
                    <a:pt x="170549" y="296192"/>
                  </a:lnTo>
                  <a:lnTo>
                    <a:pt x="169594" y="296670"/>
                  </a:lnTo>
                  <a:lnTo>
                    <a:pt x="168638" y="296670"/>
                  </a:lnTo>
                  <a:lnTo>
                    <a:pt x="165294" y="295237"/>
                  </a:lnTo>
                  <a:lnTo>
                    <a:pt x="164339" y="294759"/>
                  </a:lnTo>
                  <a:lnTo>
                    <a:pt x="166728" y="291893"/>
                  </a:lnTo>
                  <a:lnTo>
                    <a:pt x="171027" y="286160"/>
                  </a:lnTo>
                  <a:lnTo>
                    <a:pt x="173416" y="282338"/>
                  </a:lnTo>
                  <a:lnTo>
                    <a:pt x="176282" y="278516"/>
                  </a:lnTo>
                  <a:lnTo>
                    <a:pt x="176282" y="278516"/>
                  </a:lnTo>
                  <a:lnTo>
                    <a:pt x="177715" y="276128"/>
                  </a:lnTo>
                  <a:lnTo>
                    <a:pt x="177715" y="276128"/>
                  </a:lnTo>
                  <a:lnTo>
                    <a:pt x="177715" y="275650"/>
                  </a:lnTo>
                  <a:lnTo>
                    <a:pt x="177238" y="274694"/>
                  </a:lnTo>
                  <a:lnTo>
                    <a:pt x="177238" y="274694"/>
                  </a:lnTo>
                  <a:lnTo>
                    <a:pt x="175804" y="274217"/>
                  </a:lnTo>
                  <a:lnTo>
                    <a:pt x="174371" y="273739"/>
                  </a:lnTo>
                  <a:lnTo>
                    <a:pt x="173416" y="272783"/>
                  </a:lnTo>
                  <a:lnTo>
                    <a:pt x="173416" y="272783"/>
                  </a:lnTo>
                  <a:lnTo>
                    <a:pt x="171983" y="272306"/>
                  </a:lnTo>
                  <a:lnTo>
                    <a:pt x="171027" y="271828"/>
                  </a:lnTo>
                  <a:lnTo>
                    <a:pt x="168638" y="270873"/>
                  </a:lnTo>
                  <a:lnTo>
                    <a:pt x="167683" y="270395"/>
                  </a:lnTo>
                  <a:lnTo>
                    <a:pt x="166250" y="269917"/>
                  </a:lnTo>
                  <a:lnTo>
                    <a:pt x="165294" y="268962"/>
                  </a:lnTo>
                  <a:lnTo>
                    <a:pt x="160995" y="266573"/>
                  </a:lnTo>
                  <a:lnTo>
                    <a:pt x="160039" y="266573"/>
                  </a:lnTo>
                  <a:lnTo>
                    <a:pt x="158606" y="267051"/>
                  </a:lnTo>
                  <a:lnTo>
                    <a:pt x="157173" y="267051"/>
                  </a:lnTo>
                  <a:lnTo>
                    <a:pt x="155262" y="268484"/>
                  </a:lnTo>
                  <a:lnTo>
                    <a:pt x="153351" y="268962"/>
                  </a:lnTo>
                  <a:lnTo>
                    <a:pt x="151440" y="268962"/>
                  </a:lnTo>
                  <a:lnTo>
                    <a:pt x="150485" y="268006"/>
                  </a:lnTo>
                  <a:lnTo>
                    <a:pt x="150007" y="268006"/>
                  </a:lnTo>
                  <a:lnTo>
                    <a:pt x="149529" y="268006"/>
                  </a:lnTo>
                  <a:lnTo>
                    <a:pt x="148096" y="267051"/>
                  </a:lnTo>
                  <a:lnTo>
                    <a:pt x="145707" y="266095"/>
                  </a:lnTo>
                  <a:lnTo>
                    <a:pt x="144274" y="265617"/>
                  </a:lnTo>
                  <a:lnTo>
                    <a:pt x="143319" y="265617"/>
                  </a:lnTo>
                  <a:lnTo>
                    <a:pt x="141886" y="267051"/>
                  </a:lnTo>
                  <a:lnTo>
                    <a:pt x="140930" y="268006"/>
                  </a:lnTo>
                  <a:lnTo>
                    <a:pt x="139975" y="268484"/>
                  </a:lnTo>
                  <a:lnTo>
                    <a:pt x="138542" y="268484"/>
                  </a:lnTo>
                  <a:lnTo>
                    <a:pt x="138542" y="268484"/>
                  </a:lnTo>
                  <a:lnTo>
                    <a:pt x="136631" y="269440"/>
                  </a:lnTo>
                  <a:lnTo>
                    <a:pt x="135197" y="269917"/>
                  </a:lnTo>
                  <a:lnTo>
                    <a:pt x="133287" y="269917"/>
                  </a:lnTo>
                  <a:lnTo>
                    <a:pt x="131376" y="270395"/>
                  </a:lnTo>
                  <a:lnTo>
                    <a:pt x="129942" y="269917"/>
                  </a:lnTo>
                  <a:lnTo>
                    <a:pt x="129465" y="269917"/>
                  </a:lnTo>
                  <a:lnTo>
                    <a:pt x="128031" y="269440"/>
                  </a:lnTo>
                  <a:lnTo>
                    <a:pt x="127076" y="268962"/>
                  </a:lnTo>
                  <a:lnTo>
                    <a:pt x="126598" y="269440"/>
                  </a:lnTo>
                  <a:lnTo>
                    <a:pt x="125165" y="269917"/>
                  </a:lnTo>
                  <a:lnTo>
                    <a:pt x="123254" y="269917"/>
                  </a:lnTo>
                  <a:lnTo>
                    <a:pt x="121821" y="269917"/>
                  </a:lnTo>
                  <a:lnTo>
                    <a:pt x="120865" y="269917"/>
                  </a:lnTo>
                  <a:lnTo>
                    <a:pt x="119910" y="268962"/>
                  </a:lnTo>
                  <a:lnTo>
                    <a:pt x="118477" y="268484"/>
                  </a:lnTo>
                  <a:lnTo>
                    <a:pt x="116566" y="268006"/>
                  </a:lnTo>
                  <a:lnTo>
                    <a:pt x="116088" y="266573"/>
                  </a:lnTo>
                  <a:lnTo>
                    <a:pt x="116566" y="265617"/>
                  </a:lnTo>
                  <a:lnTo>
                    <a:pt x="117044" y="264184"/>
                  </a:lnTo>
                  <a:lnTo>
                    <a:pt x="116566" y="262751"/>
                  </a:lnTo>
                  <a:lnTo>
                    <a:pt x="116088" y="260363"/>
                  </a:lnTo>
                  <a:lnTo>
                    <a:pt x="115611" y="259885"/>
                  </a:lnTo>
                  <a:lnTo>
                    <a:pt x="115133" y="258929"/>
                  </a:lnTo>
                  <a:lnTo>
                    <a:pt x="115133" y="258929"/>
                  </a:lnTo>
                  <a:lnTo>
                    <a:pt x="114177" y="258452"/>
                  </a:lnTo>
                  <a:lnTo>
                    <a:pt x="114177" y="258452"/>
                  </a:lnTo>
                  <a:lnTo>
                    <a:pt x="112744" y="258929"/>
                  </a:lnTo>
                  <a:lnTo>
                    <a:pt x="110833" y="257974"/>
                  </a:lnTo>
                  <a:lnTo>
                    <a:pt x="109878" y="257018"/>
                  </a:lnTo>
                  <a:lnTo>
                    <a:pt x="109400" y="256541"/>
                  </a:lnTo>
                  <a:lnTo>
                    <a:pt x="109400" y="256063"/>
                  </a:lnTo>
                  <a:lnTo>
                    <a:pt x="109878" y="254152"/>
                  </a:lnTo>
                  <a:lnTo>
                    <a:pt x="109400" y="252719"/>
                  </a:lnTo>
                  <a:lnTo>
                    <a:pt x="109400" y="252719"/>
                  </a:lnTo>
                  <a:lnTo>
                    <a:pt x="108445" y="251763"/>
                  </a:lnTo>
                  <a:lnTo>
                    <a:pt x="107489" y="250330"/>
                  </a:lnTo>
                  <a:lnTo>
                    <a:pt x="106534" y="249375"/>
                  </a:lnTo>
                  <a:lnTo>
                    <a:pt x="106534" y="249375"/>
                  </a:lnTo>
                  <a:lnTo>
                    <a:pt x="105100" y="248419"/>
                  </a:lnTo>
                  <a:lnTo>
                    <a:pt x="103667" y="248419"/>
                  </a:lnTo>
                  <a:lnTo>
                    <a:pt x="102234" y="248419"/>
                  </a:lnTo>
                  <a:lnTo>
                    <a:pt x="101279" y="246986"/>
                  </a:lnTo>
                  <a:lnTo>
                    <a:pt x="99846" y="246508"/>
                  </a:lnTo>
                  <a:lnTo>
                    <a:pt x="98890" y="245075"/>
                  </a:lnTo>
                  <a:lnTo>
                    <a:pt x="98890" y="245075"/>
                  </a:lnTo>
                  <a:lnTo>
                    <a:pt x="96024" y="244598"/>
                  </a:lnTo>
                  <a:lnTo>
                    <a:pt x="95068" y="244120"/>
                  </a:lnTo>
                  <a:lnTo>
                    <a:pt x="94113" y="243164"/>
                  </a:lnTo>
                  <a:lnTo>
                    <a:pt x="93157" y="241731"/>
                  </a:lnTo>
                  <a:lnTo>
                    <a:pt x="93157" y="241253"/>
                  </a:lnTo>
                  <a:lnTo>
                    <a:pt x="93157" y="241253"/>
                  </a:lnTo>
                  <a:lnTo>
                    <a:pt x="92680" y="240298"/>
                  </a:lnTo>
                  <a:lnTo>
                    <a:pt x="92202" y="238865"/>
                  </a:lnTo>
                  <a:lnTo>
                    <a:pt x="91724" y="237909"/>
                  </a:lnTo>
                  <a:lnTo>
                    <a:pt x="91724" y="236954"/>
                  </a:lnTo>
                  <a:lnTo>
                    <a:pt x="91246" y="236476"/>
                  </a:lnTo>
                  <a:lnTo>
                    <a:pt x="90769" y="235998"/>
                  </a:lnTo>
                  <a:lnTo>
                    <a:pt x="90769" y="235998"/>
                  </a:lnTo>
                  <a:lnTo>
                    <a:pt x="89813" y="235043"/>
                  </a:lnTo>
                  <a:lnTo>
                    <a:pt x="88858" y="234565"/>
                  </a:lnTo>
                  <a:lnTo>
                    <a:pt x="87424" y="233132"/>
                  </a:lnTo>
                  <a:lnTo>
                    <a:pt x="85991" y="232654"/>
                  </a:lnTo>
                  <a:lnTo>
                    <a:pt x="85036" y="232176"/>
                  </a:lnTo>
                  <a:lnTo>
                    <a:pt x="84080" y="231221"/>
                  </a:lnTo>
                  <a:lnTo>
                    <a:pt x="84080" y="230266"/>
                  </a:lnTo>
                  <a:lnTo>
                    <a:pt x="83125" y="230266"/>
                  </a:lnTo>
                  <a:lnTo>
                    <a:pt x="82170" y="230266"/>
                  </a:lnTo>
                  <a:lnTo>
                    <a:pt x="81214" y="229788"/>
                  </a:lnTo>
                  <a:lnTo>
                    <a:pt x="79781" y="229310"/>
                  </a:lnTo>
                  <a:lnTo>
                    <a:pt x="78825" y="228833"/>
                  </a:lnTo>
                  <a:lnTo>
                    <a:pt x="77392" y="227399"/>
                  </a:lnTo>
                  <a:lnTo>
                    <a:pt x="76437" y="227399"/>
                  </a:lnTo>
                  <a:lnTo>
                    <a:pt x="75481" y="227399"/>
                  </a:lnTo>
                  <a:lnTo>
                    <a:pt x="75481" y="227399"/>
                  </a:lnTo>
                  <a:lnTo>
                    <a:pt x="74526" y="228355"/>
                  </a:lnTo>
                  <a:lnTo>
                    <a:pt x="74526" y="228355"/>
                  </a:lnTo>
                  <a:lnTo>
                    <a:pt x="70704" y="227399"/>
                  </a:lnTo>
                  <a:lnTo>
                    <a:pt x="67838" y="225488"/>
                  </a:lnTo>
                  <a:lnTo>
                    <a:pt x="67838" y="225488"/>
                  </a:lnTo>
                  <a:lnTo>
                    <a:pt x="64971" y="225010"/>
                  </a:lnTo>
                  <a:lnTo>
                    <a:pt x="64493" y="225010"/>
                  </a:lnTo>
                  <a:lnTo>
                    <a:pt x="62582" y="224055"/>
                  </a:lnTo>
                  <a:lnTo>
                    <a:pt x="60672" y="222144"/>
                  </a:lnTo>
                  <a:lnTo>
                    <a:pt x="59716" y="220711"/>
                  </a:lnTo>
                  <a:lnTo>
                    <a:pt x="58761" y="220233"/>
                  </a:lnTo>
                  <a:lnTo>
                    <a:pt x="54461" y="218800"/>
                  </a:lnTo>
                  <a:lnTo>
                    <a:pt x="53983" y="218322"/>
                  </a:lnTo>
                  <a:lnTo>
                    <a:pt x="53983" y="218322"/>
                  </a:lnTo>
                  <a:lnTo>
                    <a:pt x="52550" y="219278"/>
                  </a:lnTo>
                  <a:lnTo>
                    <a:pt x="52073" y="219756"/>
                  </a:lnTo>
                  <a:lnTo>
                    <a:pt x="51595" y="221189"/>
                  </a:lnTo>
                  <a:lnTo>
                    <a:pt x="51595" y="221667"/>
                  </a:lnTo>
                  <a:lnTo>
                    <a:pt x="50162" y="222144"/>
                  </a:lnTo>
                  <a:lnTo>
                    <a:pt x="48251" y="222144"/>
                  </a:lnTo>
                  <a:lnTo>
                    <a:pt x="46817" y="221667"/>
                  </a:lnTo>
                  <a:lnTo>
                    <a:pt x="46817" y="221667"/>
                  </a:lnTo>
                  <a:lnTo>
                    <a:pt x="45384" y="221667"/>
                  </a:lnTo>
                  <a:lnTo>
                    <a:pt x="45384" y="222144"/>
                  </a:lnTo>
                  <a:lnTo>
                    <a:pt x="44907" y="222144"/>
                  </a:lnTo>
                  <a:lnTo>
                    <a:pt x="44907" y="222144"/>
                  </a:lnTo>
                  <a:lnTo>
                    <a:pt x="44907" y="222144"/>
                  </a:lnTo>
                  <a:lnTo>
                    <a:pt x="43473" y="222144"/>
                  </a:lnTo>
                  <a:lnTo>
                    <a:pt x="41563" y="221667"/>
                  </a:lnTo>
                  <a:lnTo>
                    <a:pt x="40129" y="221189"/>
                  </a:lnTo>
                  <a:lnTo>
                    <a:pt x="38218" y="220233"/>
                  </a:lnTo>
                  <a:lnTo>
                    <a:pt x="37741" y="220233"/>
                  </a:lnTo>
                  <a:lnTo>
                    <a:pt x="37263" y="220233"/>
                  </a:lnTo>
                  <a:lnTo>
                    <a:pt x="36785" y="220233"/>
                  </a:lnTo>
                  <a:lnTo>
                    <a:pt x="34397" y="220233"/>
                  </a:lnTo>
                  <a:lnTo>
                    <a:pt x="33441" y="219756"/>
                  </a:lnTo>
                  <a:lnTo>
                    <a:pt x="32486" y="219278"/>
                  </a:lnTo>
                  <a:lnTo>
                    <a:pt x="32008" y="218800"/>
                  </a:lnTo>
                  <a:lnTo>
                    <a:pt x="31052" y="214978"/>
                  </a:lnTo>
                  <a:lnTo>
                    <a:pt x="31052" y="214978"/>
                  </a:lnTo>
                  <a:lnTo>
                    <a:pt x="30575" y="214978"/>
                  </a:lnTo>
                  <a:lnTo>
                    <a:pt x="30575" y="214978"/>
                  </a:lnTo>
                  <a:lnTo>
                    <a:pt x="29619" y="214501"/>
                  </a:lnTo>
                  <a:lnTo>
                    <a:pt x="28186" y="214023"/>
                  </a:lnTo>
                  <a:lnTo>
                    <a:pt x="27231" y="213545"/>
                  </a:lnTo>
                  <a:lnTo>
                    <a:pt x="27231" y="212590"/>
                  </a:lnTo>
                  <a:lnTo>
                    <a:pt x="26275" y="211634"/>
                  </a:lnTo>
                  <a:lnTo>
                    <a:pt x="26275" y="211634"/>
                  </a:lnTo>
                  <a:lnTo>
                    <a:pt x="23886" y="211634"/>
                  </a:lnTo>
                  <a:lnTo>
                    <a:pt x="19587" y="210201"/>
                  </a:lnTo>
                  <a:lnTo>
                    <a:pt x="16721" y="209245"/>
                  </a:lnTo>
                  <a:lnTo>
                    <a:pt x="14332" y="207812"/>
                  </a:lnTo>
                  <a:lnTo>
                    <a:pt x="10032" y="204946"/>
                  </a:lnTo>
                  <a:lnTo>
                    <a:pt x="8599" y="203991"/>
                  </a:lnTo>
                  <a:lnTo>
                    <a:pt x="6688" y="203513"/>
                  </a:lnTo>
                  <a:lnTo>
                    <a:pt x="5733" y="202080"/>
                  </a:lnTo>
                  <a:lnTo>
                    <a:pt x="5733" y="202080"/>
                  </a:lnTo>
                  <a:lnTo>
                    <a:pt x="3822" y="200646"/>
                  </a:lnTo>
                  <a:lnTo>
                    <a:pt x="3344" y="200169"/>
                  </a:lnTo>
                  <a:lnTo>
                    <a:pt x="2866" y="199213"/>
                  </a:lnTo>
                  <a:lnTo>
                    <a:pt x="0" y="197302"/>
                  </a:lnTo>
                  <a:lnTo>
                    <a:pt x="1433" y="194914"/>
                  </a:lnTo>
                  <a:lnTo>
                    <a:pt x="4777" y="193003"/>
                  </a:lnTo>
                  <a:lnTo>
                    <a:pt x="9077" y="194436"/>
                  </a:lnTo>
                  <a:lnTo>
                    <a:pt x="9555" y="192047"/>
                  </a:lnTo>
                  <a:lnTo>
                    <a:pt x="8121" y="189659"/>
                  </a:lnTo>
                  <a:lnTo>
                    <a:pt x="8121" y="184881"/>
                  </a:lnTo>
                  <a:lnTo>
                    <a:pt x="8599" y="183926"/>
                  </a:lnTo>
                  <a:lnTo>
                    <a:pt x="10032" y="182970"/>
                  </a:lnTo>
                  <a:lnTo>
                    <a:pt x="11466" y="182015"/>
                  </a:lnTo>
                  <a:lnTo>
                    <a:pt x="12421" y="181537"/>
                  </a:lnTo>
                  <a:lnTo>
                    <a:pt x="13854" y="182015"/>
                  </a:lnTo>
                  <a:lnTo>
                    <a:pt x="14809" y="181060"/>
                  </a:lnTo>
                  <a:lnTo>
                    <a:pt x="18154" y="181537"/>
                  </a:lnTo>
                  <a:lnTo>
                    <a:pt x="19109" y="181060"/>
                  </a:lnTo>
                  <a:lnTo>
                    <a:pt x="20065" y="180582"/>
                  </a:lnTo>
                  <a:lnTo>
                    <a:pt x="20542" y="180104"/>
                  </a:lnTo>
                  <a:lnTo>
                    <a:pt x="21975" y="179149"/>
                  </a:lnTo>
                  <a:lnTo>
                    <a:pt x="22453" y="177715"/>
                  </a:lnTo>
                  <a:lnTo>
                    <a:pt x="22931" y="177238"/>
                  </a:lnTo>
                  <a:lnTo>
                    <a:pt x="24364" y="177715"/>
                  </a:lnTo>
                  <a:lnTo>
                    <a:pt x="24364" y="176760"/>
                  </a:lnTo>
                  <a:lnTo>
                    <a:pt x="24842" y="176282"/>
                  </a:lnTo>
                  <a:lnTo>
                    <a:pt x="27231" y="174371"/>
                  </a:lnTo>
                  <a:lnTo>
                    <a:pt x="27231" y="173894"/>
                  </a:lnTo>
                  <a:lnTo>
                    <a:pt x="26275" y="171983"/>
                  </a:lnTo>
                  <a:lnTo>
                    <a:pt x="26753" y="171505"/>
                  </a:lnTo>
                  <a:lnTo>
                    <a:pt x="27708" y="171505"/>
                  </a:lnTo>
                  <a:lnTo>
                    <a:pt x="29141" y="171027"/>
                  </a:lnTo>
                  <a:lnTo>
                    <a:pt x="30097" y="169594"/>
                  </a:lnTo>
                  <a:lnTo>
                    <a:pt x="31052" y="168161"/>
                  </a:lnTo>
                  <a:lnTo>
                    <a:pt x="32008" y="166250"/>
                  </a:lnTo>
                  <a:lnTo>
                    <a:pt x="33441" y="166250"/>
                  </a:lnTo>
                  <a:lnTo>
                    <a:pt x="33919" y="163861"/>
                  </a:lnTo>
                  <a:lnTo>
                    <a:pt x="35352" y="161950"/>
                  </a:lnTo>
                  <a:lnTo>
                    <a:pt x="38696" y="155740"/>
                  </a:lnTo>
                  <a:lnTo>
                    <a:pt x="37741" y="155740"/>
                  </a:lnTo>
                  <a:lnTo>
                    <a:pt x="37263" y="156695"/>
                  </a:lnTo>
                  <a:lnTo>
                    <a:pt x="36307" y="156695"/>
                  </a:lnTo>
                  <a:lnTo>
                    <a:pt x="34874" y="156218"/>
                  </a:lnTo>
                  <a:lnTo>
                    <a:pt x="35352" y="153351"/>
                  </a:lnTo>
                  <a:lnTo>
                    <a:pt x="34874" y="153351"/>
                  </a:lnTo>
                  <a:lnTo>
                    <a:pt x="33441" y="155262"/>
                  </a:lnTo>
                  <a:lnTo>
                    <a:pt x="32008" y="153351"/>
                  </a:lnTo>
                  <a:lnTo>
                    <a:pt x="31530" y="151918"/>
                  </a:lnTo>
                  <a:lnTo>
                    <a:pt x="32486" y="150485"/>
                  </a:lnTo>
                  <a:lnTo>
                    <a:pt x="32008" y="150007"/>
                  </a:lnTo>
                  <a:lnTo>
                    <a:pt x="30097" y="150485"/>
                  </a:lnTo>
                  <a:lnTo>
                    <a:pt x="30097" y="149529"/>
                  </a:lnTo>
                  <a:lnTo>
                    <a:pt x="31530" y="149052"/>
                  </a:lnTo>
                  <a:lnTo>
                    <a:pt x="32008" y="148096"/>
                  </a:lnTo>
                  <a:lnTo>
                    <a:pt x="33441" y="147141"/>
                  </a:lnTo>
                  <a:lnTo>
                    <a:pt x="33919" y="145707"/>
                  </a:lnTo>
                  <a:lnTo>
                    <a:pt x="33919" y="143319"/>
                  </a:lnTo>
                  <a:lnTo>
                    <a:pt x="34874" y="141408"/>
                  </a:lnTo>
                  <a:lnTo>
                    <a:pt x="34397" y="139975"/>
                  </a:lnTo>
                  <a:lnTo>
                    <a:pt x="33441" y="139019"/>
                  </a:lnTo>
                  <a:lnTo>
                    <a:pt x="32963" y="134720"/>
                  </a:lnTo>
                  <a:lnTo>
                    <a:pt x="33441" y="132331"/>
                  </a:lnTo>
                  <a:lnTo>
                    <a:pt x="32963" y="130420"/>
                  </a:lnTo>
                  <a:lnTo>
                    <a:pt x="32486" y="128509"/>
                  </a:lnTo>
                  <a:lnTo>
                    <a:pt x="29619" y="126598"/>
                  </a:lnTo>
                  <a:lnTo>
                    <a:pt x="33919" y="123732"/>
                  </a:lnTo>
                  <a:lnTo>
                    <a:pt x="35352" y="121821"/>
                  </a:lnTo>
                  <a:lnTo>
                    <a:pt x="33441" y="117999"/>
                  </a:lnTo>
                  <a:lnTo>
                    <a:pt x="31052" y="114655"/>
                  </a:lnTo>
                  <a:lnTo>
                    <a:pt x="31052" y="112744"/>
                  </a:lnTo>
                  <a:lnTo>
                    <a:pt x="31530" y="113222"/>
                  </a:lnTo>
                  <a:lnTo>
                    <a:pt x="32486" y="113222"/>
                  </a:lnTo>
                  <a:lnTo>
                    <a:pt x="32963" y="108922"/>
                  </a:lnTo>
                  <a:lnTo>
                    <a:pt x="32963" y="107489"/>
                  </a:lnTo>
                  <a:lnTo>
                    <a:pt x="31530" y="105578"/>
                  </a:lnTo>
                  <a:lnTo>
                    <a:pt x="30097" y="105578"/>
                  </a:lnTo>
                  <a:lnTo>
                    <a:pt x="28186" y="102712"/>
                  </a:lnTo>
                  <a:lnTo>
                    <a:pt x="27708" y="102234"/>
                  </a:lnTo>
                  <a:lnTo>
                    <a:pt x="26753" y="100323"/>
                  </a:lnTo>
                  <a:lnTo>
                    <a:pt x="24364" y="97457"/>
                  </a:lnTo>
                  <a:lnTo>
                    <a:pt x="22453" y="95546"/>
                  </a:lnTo>
                  <a:lnTo>
                    <a:pt x="23886" y="91724"/>
                  </a:lnTo>
                  <a:lnTo>
                    <a:pt x="25320" y="91246"/>
                  </a:lnTo>
                  <a:lnTo>
                    <a:pt x="25320" y="90769"/>
                  </a:lnTo>
                  <a:lnTo>
                    <a:pt x="25798" y="89813"/>
                  </a:lnTo>
                  <a:lnTo>
                    <a:pt x="25320" y="87424"/>
                  </a:lnTo>
                  <a:lnTo>
                    <a:pt x="25320" y="86947"/>
                  </a:lnTo>
                  <a:lnTo>
                    <a:pt x="25320" y="86947"/>
                  </a:lnTo>
                  <a:lnTo>
                    <a:pt x="25798" y="86947"/>
                  </a:lnTo>
                  <a:lnTo>
                    <a:pt x="26275" y="87424"/>
                  </a:lnTo>
                  <a:lnTo>
                    <a:pt x="27231" y="88380"/>
                  </a:lnTo>
                  <a:lnTo>
                    <a:pt x="27231" y="88380"/>
                  </a:lnTo>
                  <a:lnTo>
                    <a:pt x="28186" y="89335"/>
                  </a:lnTo>
                  <a:lnTo>
                    <a:pt x="28186" y="89335"/>
                  </a:lnTo>
                  <a:lnTo>
                    <a:pt x="28664" y="89813"/>
                  </a:lnTo>
                  <a:lnTo>
                    <a:pt x="29619" y="89335"/>
                  </a:lnTo>
                  <a:lnTo>
                    <a:pt x="33441" y="86947"/>
                  </a:lnTo>
                  <a:lnTo>
                    <a:pt x="33441" y="86947"/>
                  </a:lnTo>
                  <a:lnTo>
                    <a:pt x="32963" y="85991"/>
                  </a:lnTo>
                  <a:lnTo>
                    <a:pt x="33441" y="84558"/>
                  </a:lnTo>
                  <a:lnTo>
                    <a:pt x="34874" y="83125"/>
                  </a:lnTo>
                  <a:lnTo>
                    <a:pt x="35830" y="82647"/>
                  </a:lnTo>
                  <a:lnTo>
                    <a:pt x="35830" y="82647"/>
                  </a:lnTo>
                  <a:lnTo>
                    <a:pt x="36307" y="82170"/>
                  </a:lnTo>
                  <a:lnTo>
                    <a:pt x="36307" y="80736"/>
                  </a:lnTo>
                  <a:lnTo>
                    <a:pt x="34874" y="78348"/>
                  </a:lnTo>
                  <a:lnTo>
                    <a:pt x="33441" y="76437"/>
                  </a:lnTo>
                  <a:lnTo>
                    <a:pt x="32963" y="75959"/>
                  </a:lnTo>
                  <a:lnTo>
                    <a:pt x="32486" y="75004"/>
                  </a:lnTo>
                  <a:lnTo>
                    <a:pt x="32486" y="74048"/>
                  </a:lnTo>
                  <a:lnTo>
                    <a:pt x="32008" y="73570"/>
                  </a:lnTo>
                  <a:lnTo>
                    <a:pt x="32008" y="73570"/>
                  </a:lnTo>
                  <a:lnTo>
                    <a:pt x="31052" y="72615"/>
                  </a:lnTo>
                  <a:lnTo>
                    <a:pt x="31530" y="71182"/>
                  </a:lnTo>
                  <a:lnTo>
                    <a:pt x="32486" y="69748"/>
                  </a:lnTo>
                  <a:lnTo>
                    <a:pt x="32963" y="69748"/>
                  </a:lnTo>
                  <a:lnTo>
                    <a:pt x="32963" y="69748"/>
                  </a:lnTo>
                  <a:lnTo>
                    <a:pt x="33441" y="69748"/>
                  </a:lnTo>
                  <a:lnTo>
                    <a:pt x="35352" y="72615"/>
                  </a:lnTo>
                  <a:lnTo>
                    <a:pt x="37741" y="74048"/>
                  </a:lnTo>
                  <a:lnTo>
                    <a:pt x="40607" y="76914"/>
                  </a:lnTo>
                  <a:lnTo>
                    <a:pt x="41563" y="78825"/>
                  </a:lnTo>
                  <a:lnTo>
                    <a:pt x="42518" y="79303"/>
                  </a:lnTo>
                  <a:lnTo>
                    <a:pt x="43473" y="79781"/>
                  </a:lnTo>
                  <a:lnTo>
                    <a:pt x="42996" y="80258"/>
                  </a:lnTo>
                  <a:lnTo>
                    <a:pt x="42040" y="80736"/>
                  </a:lnTo>
                  <a:lnTo>
                    <a:pt x="42040" y="82170"/>
                  </a:lnTo>
                  <a:lnTo>
                    <a:pt x="42518" y="82647"/>
                  </a:lnTo>
                  <a:lnTo>
                    <a:pt x="42996" y="83125"/>
                  </a:lnTo>
                  <a:lnTo>
                    <a:pt x="44429" y="82647"/>
                  </a:lnTo>
                  <a:lnTo>
                    <a:pt x="45384" y="81692"/>
                  </a:lnTo>
                  <a:lnTo>
                    <a:pt x="44907" y="75959"/>
                  </a:lnTo>
                  <a:lnTo>
                    <a:pt x="43951" y="73093"/>
                  </a:lnTo>
                  <a:lnTo>
                    <a:pt x="42996" y="72137"/>
                  </a:lnTo>
                  <a:lnTo>
                    <a:pt x="42040" y="71182"/>
                  </a:lnTo>
                  <a:lnTo>
                    <a:pt x="42518" y="70226"/>
                  </a:lnTo>
                  <a:lnTo>
                    <a:pt x="44429" y="69748"/>
                  </a:lnTo>
                  <a:lnTo>
                    <a:pt x="46340" y="68793"/>
                  </a:lnTo>
                  <a:lnTo>
                    <a:pt x="54461" y="63538"/>
                  </a:lnTo>
                  <a:lnTo>
                    <a:pt x="57328" y="58283"/>
                  </a:lnTo>
                  <a:lnTo>
                    <a:pt x="59716" y="56372"/>
                  </a:lnTo>
                  <a:lnTo>
                    <a:pt x="62105" y="55417"/>
                  </a:lnTo>
                  <a:lnTo>
                    <a:pt x="64971" y="55894"/>
                  </a:lnTo>
                  <a:lnTo>
                    <a:pt x="67360" y="54939"/>
                  </a:lnTo>
                  <a:lnTo>
                    <a:pt x="67838" y="53506"/>
                  </a:lnTo>
                  <a:lnTo>
                    <a:pt x="67360" y="51117"/>
                  </a:lnTo>
                  <a:lnTo>
                    <a:pt x="66405" y="50162"/>
                  </a:lnTo>
                  <a:lnTo>
                    <a:pt x="67360" y="48251"/>
                  </a:lnTo>
                  <a:lnTo>
                    <a:pt x="68315" y="44907"/>
                  </a:lnTo>
                  <a:lnTo>
                    <a:pt x="68315" y="42518"/>
                  </a:lnTo>
                  <a:lnTo>
                    <a:pt x="69271" y="41085"/>
                  </a:lnTo>
                  <a:lnTo>
                    <a:pt x="68793" y="40607"/>
                  </a:lnTo>
                  <a:lnTo>
                    <a:pt x="67360" y="42040"/>
                  </a:lnTo>
                  <a:lnTo>
                    <a:pt x="65927" y="42518"/>
                  </a:lnTo>
                  <a:lnTo>
                    <a:pt x="66882" y="41563"/>
                  </a:lnTo>
                  <a:lnTo>
                    <a:pt x="68793" y="39174"/>
                  </a:lnTo>
                  <a:lnTo>
                    <a:pt x="70226" y="35352"/>
                  </a:lnTo>
                  <a:lnTo>
                    <a:pt x="71182" y="33919"/>
                  </a:lnTo>
                  <a:lnTo>
                    <a:pt x="74526" y="31530"/>
                  </a:lnTo>
                  <a:lnTo>
                    <a:pt x="75004" y="30575"/>
                  </a:lnTo>
                  <a:lnTo>
                    <a:pt x="77392" y="29141"/>
                  </a:lnTo>
                  <a:lnTo>
                    <a:pt x="81692" y="25320"/>
                  </a:lnTo>
                  <a:lnTo>
                    <a:pt x="83125" y="24364"/>
                  </a:lnTo>
                  <a:lnTo>
                    <a:pt x="90769" y="26753"/>
                  </a:lnTo>
                  <a:lnTo>
                    <a:pt x="93157" y="26753"/>
                  </a:lnTo>
                  <a:lnTo>
                    <a:pt x="92680" y="27231"/>
                  </a:lnTo>
                  <a:lnTo>
                    <a:pt x="91724" y="27231"/>
                  </a:lnTo>
                  <a:lnTo>
                    <a:pt x="89813" y="27708"/>
                  </a:lnTo>
                  <a:lnTo>
                    <a:pt x="89813" y="29141"/>
                  </a:lnTo>
                  <a:lnTo>
                    <a:pt x="90769" y="30575"/>
                  </a:lnTo>
                  <a:lnTo>
                    <a:pt x="91724" y="31052"/>
                  </a:lnTo>
                  <a:lnTo>
                    <a:pt x="92680" y="30097"/>
                  </a:lnTo>
                  <a:lnTo>
                    <a:pt x="93635" y="27231"/>
                  </a:lnTo>
                  <a:lnTo>
                    <a:pt x="95546" y="24842"/>
                  </a:lnTo>
                  <a:lnTo>
                    <a:pt x="96024" y="21498"/>
                  </a:lnTo>
                  <a:lnTo>
                    <a:pt x="96979" y="20542"/>
                  </a:lnTo>
                  <a:lnTo>
                    <a:pt x="98412" y="20542"/>
                  </a:lnTo>
                  <a:lnTo>
                    <a:pt x="101756" y="21020"/>
                  </a:lnTo>
                  <a:lnTo>
                    <a:pt x="103667" y="21498"/>
                  </a:lnTo>
                  <a:lnTo>
                    <a:pt x="106056" y="21498"/>
                  </a:lnTo>
                  <a:lnTo>
                    <a:pt x="113222" y="21020"/>
                  </a:lnTo>
                  <a:lnTo>
                    <a:pt x="125165" y="13376"/>
                  </a:lnTo>
                  <a:lnTo>
                    <a:pt x="130420" y="11943"/>
                  </a:lnTo>
                  <a:lnTo>
                    <a:pt x="134242" y="10032"/>
                  </a:lnTo>
                  <a:lnTo>
                    <a:pt x="136153" y="7166"/>
                  </a:lnTo>
                  <a:lnTo>
                    <a:pt x="136631" y="4777"/>
                  </a:lnTo>
                  <a:lnTo>
                    <a:pt x="138542" y="3822"/>
                  </a:lnTo>
                  <a:lnTo>
                    <a:pt x="139975" y="3822"/>
                  </a:lnTo>
                  <a:lnTo>
                    <a:pt x="140930" y="3344"/>
                  </a:lnTo>
                  <a:lnTo>
                    <a:pt x="140930" y="2389"/>
                  </a:lnTo>
                  <a:lnTo>
                    <a:pt x="145230" y="478"/>
                  </a:lnTo>
                  <a:lnTo>
                    <a:pt x="147619" y="0"/>
                  </a:lnTo>
                  <a:lnTo>
                    <a:pt x="149529" y="0"/>
                  </a:lnTo>
                  <a:lnTo>
                    <a:pt x="154307" y="1911"/>
                  </a:lnTo>
                  <a:lnTo>
                    <a:pt x="156218" y="5255"/>
                  </a:lnTo>
                  <a:lnTo>
                    <a:pt x="156695" y="7166"/>
                  </a:lnTo>
                  <a:lnTo>
                    <a:pt x="153829" y="9555"/>
                  </a:lnTo>
                  <a:lnTo>
                    <a:pt x="152873" y="10510"/>
                  </a:lnTo>
                  <a:lnTo>
                    <a:pt x="152873" y="10988"/>
                  </a:lnTo>
                  <a:lnTo>
                    <a:pt x="152873" y="10510"/>
                  </a:lnTo>
                  <a:lnTo>
                    <a:pt x="151918" y="10988"/>
                  </a:lnTo>
                  <a:lnTo>
                    <a:pt x="151440" y="11466"/>
                  </a:lnTo>
                  <a:lnTo>
                    <a:pt x="150485" y="11466"/>
                  </a:lnTo>
                  <a:lnTo>
                    <a:pt x="148574" y="12421"/>
                  </a:lnTo>
                  <a:lnTo>
                    <a:pt x="144752" y="12899"/>
                  </a:lnTo>
                  <a:lnTo>
                    <a:pt x="139975" y="14332"/>
                  </a:lnTo>
                  <a:lnTo>
                    <a:pt x="139019" y="15287"/>
                  </a:lnTo>
                  <a:lnTo>
                    <a:pt x="134242" y="22931"/>
                  </a:lnTo>
                  <a:lnTo>
                    <a:pt x="130420" y="24364"/>
                  </a:lnTo>
                  <a:lnTo>
                    <a:pt x="128987" y="25320"/>
                  </a:lnTo>
                  <a:lnTo>
                    <a:pt x="128031" y="26753"/>
                  </a:lnTo>
                  <a:lnTo>
                    <a:pt x="125643" y="29619"/>
                  </a:lnTo>
                  <a:lnTo>
                    <a:pt x="124687" y="31530"/>
                  </a:lnTo>
                  <a:lnTo>
                    <a:pt x="122299" y="35830"/>
                  </a:lnTo>
                  <a:lnTo>
                    <a:pt x="120865" y="41563"/>
                  </a:lnTo>
                  <a:lnTo>
                    <a:pt x="119910" y="44429"/>
                  </a:lnTo>
                  <a:lnTo>
                    <a:pt x="119432" y="48728"/>
                  </a:lnTo>
                  <a:lnTo>
                    <a:pt x="117999" y="51117"/>
                  </a:lnTo>
                  <a:lnTo>
                    <a:pt x="116566" y="53028"/>
                  </a:lnTo>
                  <a:lnTo>
                    <a:pt x="115133" y="54939"/>
                  </a:lnTo>
                  <a:lnTo>
                    <a:pt x="113700" y="57328"/>
                  </a:lnTo>
                  <a:lnTo>
                    <a:pt x="112266" y="59239"/>
                  </a:lnTo>
                  <a:lnTo>
                    <a:pt x="112266" y="59716"/>
                  </a:lnTo>
                  <a:lnTo>
                    <a:pt x="112744" y="60194"/>
                  </a:lnTo>
                  <a:lnTo>
                    <a:pt x="112744" y="60194"/>
                  </a:lnTo>
                  <a:lnTo>
                    <a:pt x="115611" y="59716"/>
                  </a:lnTo>
                  <a:lnTo>
                    <a:pt x="115611" y="59716"/>
                  </a:lnTo>
                  <a:lnTo>
                    <a:pt x="117044" y="59239"/>
                  </a:lnTo>
                  <a:lnTo>
                    <a:pt x="118477" y="58283"/>
                  </a:lnTo>
                  <a:lnTo>
                    <a:pt x="119432" y="58761"/>
                  </a:lnTo>
                  <a:lnTo>
                    <a:pt x="120388" y="60672"/>
                  </a:lnTo>
                  <a:lnTo>
                    <a:pt x="120388" y="60672"/>
                  </a:lnTo>
                  <a:lnTo>
                    <a:pt x="121343" y="61149"/>
                  </a:lnTo>
                  <a:lnTo>
                    <a:pt x="121343" y="61149"/>
                  </a:lnTo>
                  <a:lnTo>
                    <a:pt x="122777" y="60672"/>
                  </a:lnTo>
                  <a:lnTo>
                    <a:pt x="122777" y="60672"/>
                  </a:lnTo>
                  <a:lnTo>
                    <a:pt x="123732" y="61149"/>
                  </a:lnTo>
                  <a:lnTo>
                    <a:pt x="125165" y="65927"/>
                  </a:lnTo>
                  <a:lnTo>
                    <a:pt x="126121" y="70226"/>
                  </a:lnTo>
                  <a:lnTo>
                    <a:pt x="126121" y="70226"/>
                  </a:lnTo>
                  <a:lnTo>
                    <a:pt x="128987" y="72615"/>
                  </a:lnTo>
                  <a:lnTo>
                    <a:pt x="130898" y="74526"/>
                  </a:lnTo>
                  <a:lnTo>
                    <a:pt x="131376" y="76437"/>
                  </a:lnTo>
                  <a:lnTo>
                    <a:pt x="132331" y="78825"/>
                  </a:lnTo>
                  <a:lnTo>
                    <a:pt x="132331" y="79781"/>
                  </a:lnTo>
                  <a:lnTo>
                    <a:pt x="131376" y="80736"/>
                  </a:lnTo>
                  <a:lnTo>
                    <a:pt x="130420" y="82170"/>
                  </a:lnTo>
                  <a:lnTo>
                    <a:pt x="130420" y="85036"/>
                  </a:lnTo>
                  <a:lnTo>
                    <a:pt x="129942" y="85991"/>
                  </a:lnTo>
                  <a:lnTo>
                    <a:pt x="129942" y="88380"/>
                  </a:lnTo>
                  <a:lnTo>
                    <a:pt x="129942" y="90291"/>
                  </a:lnTo>
                  <a:lnTo>
                    <a:pt x="129942" y="90291"/>
                  </a:lnTo>
                  <a:lnTo>
                    <a:pt x="130420" y="91246"/>
                  </a:lnTo>
                  <a:lnTo>
                    <a:pt x="130420" y="91246"/>
                  </a:lnTo>
                  <a:lnTo>
                    <a:pt x="131376" y="92202"/>
                  </a:lnTo>
                  <a:lnTo>
                    <a:pt x="131853" y="92202"/>
                  </a:lnTo>
                  <a:lnTo>
                    <a:pt x="133287" y="92680"/>
                  </a:lnTo>
                  <a:lnTo>
                    <a:pt x="133764" y="92680"/>
                  </a:lnTo>
                  <a:lnTo>
                    <a:pt x="135197" y="93157"/>
                  </a:lnTo>
                  <a:lnTo>
                    <a:pt x="136153" y="95068"/>
                  </a:lnTo>
                  <a:lnTo>
                    <a:pt x="136153" y="95068"/>
                  </a:lnTo>
                  <a:lnTo>
                    <a:pt x="137586" y="97935"/>
                  </a:lnTo>
                  <a:lnTo>
                    <a:pt x="139019" y="99368"/>
                  </a:lnTo>
                  <a:lnTo>
                    <a:pt x="141408" y="99846"/>
                  </a:lnTo>
                  <a:lnTo>
                    <a:pt x="141408" y="99846"/>
                  </a:lnTo>
                  <a:lnTo>
                    <a:pt x="143319" y="99846"/>
                  </a:lnTo>
                  <a:lnTo>
                    <a:pt x="146663" y="99368"/>
                  </a:lnTo>
                  <a:lnTo>
                    <a:pt x="150007" y="99368"/>
                  </a:lnTo>
                  <a:lnTo>
                    <a:pt x="151918" y="99368"/>
                  </a:lnTo>
                  <a:lnTo>
                    <a:pt x="154784" y="99846"/>
                  </a:lnTo>
                  <a:lnTo>
                    <a:pt x="156695" y="99846"/>
                  </a:lnTo>
                  <a:lnTo>
                    <a:pt x="156695" y="99846"/>
                  </a:lnTo>
                  <a:lnTo>
                    <a:pt x="159084" y="99846"/>
                  </a:lnTo>
                  <a:lnTo>
                    <a:pt x="162906" y="98412"/>
                  </a:lnTo>
                  <a:lnTo>
                    <a:pt x="164339" y="97935"/>
                  </a:lnTo>
                  <a:lnTo>
                    <a:pt x="165772" y="98412"/>
                  </a:lnTo>
                  <a:lnTo>
                    <a:pt x="166250" y="98412"/>
                  </a:lnTo>
                  <a:lnTo>
                    <a:pt x="167205" y="98890"/>
                  </a:lnTo>
                  <a:lnTo>
                    <a:pt x="168638" y="98890"/>
                  </a:lnTo>
                  <a:lnTo>
                    <a:pt x="169594" y="99846"/>
                  </a:lnTo>
                  <a:lnTo>
                    <a:pt x="171505" y="100323"/>
                  </a:lnTo>
                  <a:lnTo>
                    <a:pt x="171505" y="100323"/>
                  </a:lnTo>
                  <a:lnTo>
                    <a:pt x="173894" y="100801"/>
                  </a:lnTo>
                  <a:lnTo>
                    <a:pt x="175327" y="100801"/>
                  </a:lnTo>
                  <a:lnTo>
                    <a:pt x="176282" y="100801"/>
                  </a:lnTo>
                  <a:lnTo>
                    <a:pt x="177238" y="100801"/>
                  </a:lnTo>
                  <a:lnTo>
                    <a:pt x="181060" y="105100"/>
                  </a:lnTo>
                  <a:lnTo>
                    <a:pt x="184403" y="108922"/>
                  </a:lnTo>
                  <a:lnTo>
                    <a:pt x="187270" y="112266"/>
                  </a:lnTo>
                  <a:lnTo>
                    <a:pt x="190136" y="115611"/>
                  </a:lnTo>
                  <a:lnTo>
                    <a:pt x="190136" y="115611"/>
                  </a:lnTo>
                  <a:lnTo>
                    <a:pt x="190614" y="115611"/>
                  </a:lnTo>
                  <a:lnTo>
                    <a:pt x="190614" y="115611"/>
                  </a:lnTo>
                  <a:lnTo>
                    <a:pt x="192047" y="115133"/>
                  </a:lnTo>
                  <a:lnTo>
                    <a:pt x="192525" y="115611"/>
                  </a:lnTo>
                  <a:lnTo>
                    <a:pt x="193003" y="115611"/>
                  </a:lnTo>
                  <a:lnTo>
                    <a:pt x="193480" y="116088"/>
                  </a:lnTo>
                  <a:lnTo>
                    <a:pt x="193480" y="116088"/>
                  </a:lnTo>
                  <a:lnTo>
                    <a:pt x="194914" y="116088"/>
                  </a:lnTo>
                  <a:lnTo>
                    <a:pt x="194914" y="116088"/>
                  </a:lnTo>
                  <a:lnTo>
                    <a:pt x="197302" y="114655"/>
                  </a:lnTo>
                  <a:lnTo>
                    <a:pt x="200169" y="114177"/>
                  </a:lnTo>
                  <a:lnTo>
                    <a:pt x="201602" y="114655"/>
                  </a:lnTo>
                  <a:lnTo>
                    <a:pt x="203991" y="115133"/>
                  </a:lnTo>
                  <a:lnTo>
                    <a:pt x="209245" y="115133"/>
                  </a:lnTo>
                  <a:lnTo>
                    <a:pt x="215934" y="114177"/>
                  </a:lnTo>
                  <a:lnTo>
                    <a:pt x="215934" y="114177"/>
                  </a:lnTo>
                  <a:lnTo>
                    <a:pt x="220233" y="113700"/>
                  </a:lnTo>
                  <a:lnTo>
                    <a:pt x="221667" y="112744"/>
                  </a:lnTo>
                  <a:lnTo>
                    <a:pt x="224055" y="112744"/>
                  </a:lnTo>
                  <a:lnTo>
                    <a:pt x="225010" y="112744"/>
                  </a:lnTo>
                  <a:lnTo>
                    <a:pt x="227399" y="113700"/>
                  </a:lnTo>
                  <a:lnTo>
                    <a:pt x="228833" y="114655"/>
                  </a:lnTo>
                  <a:lnTo>
                    <a:pt x="229310" y="115611"/>
                  </a:lnTo>
                  <a:lnTo>
                    <a:pt x="229788" y="117521"/>
                  </a:lnTo>
                  <a:lnTo>
                    <a:pt x="229310" y="118955"/>
                  </a:lnTo>
                  <a:lnTo>
                    <a:pt x="226921" y="120865"/>
                  </a:lnTo>
                  <a:lnTo>
                    <a:pt x="225966" y="123254"/>
                  </a:lnTo>
                  <a:lnTo>
                    <a:pt x="225966" y="126121"/>
                  </a:lnTo>
                  <a:lnTo>
                    <a:pt x="224533" y="128031"/>
                  </a:lnTo>
                  <a:lnTo>
                    <a:pt x="223100" y="129465"/>
                  </a:lnTo>
                  <a:lnTo>
                    <a:pt x="222144" y="131376"/>
                  </a:lnTo>
                  <a:lnTo>
                    <a:pt x="222622" y="133764"/>
                  </a:lnTo>
                  <a:lnTo>
                    <a:pt x="222144" y="137586"/>
                  </a:lnTo>
                  <a:lnTo>
                    <a:pt x="221667" y="142363"/>
                  </a:lnTo>
                  <a:lnTo>
                    <a:pt x="221667" y="145230"/>
                  </a:lnTo>
                  <a:lnTo>
                    <a:pt x="222144" y="146185"/>
                  </a:lnTo>
                  <a:lnTo>
                    <a:pt x="222622" y="147141"/>
                  </a:lnTo>
                  <a:lnTo>
                    <a:pt x="222622" y="149052"/>
                  </a:lnTo>
                  <a:lnTo>
                    <a:pt x="223100" y="150485"/>
                  </a:lnTo>
                  <a:lnTo>
                    <a:pt x="224055" y="152873"/>
                  </a:lnTo>
                  <a:lnTo>
                    <a:pt x="225488" y="156695"/>
                  </a:lnTo>
                  <a:lnTo>
                    <a:pt x="226444" y="158606"/>
                  </a:lnTo>
                  <a:lnTo>
                    <a:pt x="227399" y="159084"/>
                  </a:lnTo>
                  <a:lnTo>
                    <a:pt x="228833" y="159562"/>
                  </a:lnTo>
                  <a:lnTo>
                    <a:pt x="231699" y="163861"/>
                  </a:lnTo>
                  <a:lnTo>
                    <a:pt x="231699" y="163861"/>
                  </a:lnTo>
                  <a:lnTo>
                    <a:pt x="232176" y="164817"/>
                  </a:lnTo>
                  <a:lnTo>
                    <a:pt x="232176" y="165294"/>
                  </a:lnTo>
                  <a:lnTo>
                    <a:pt x="231699" y="166250"/>
                  </a:lnTo>
                  <a:lnTo>
                    <a:pt x="231699" y="166250"/>
                  </a:lnTo>
                  <a:lnTo>
                    <a:pt x="228355" y="169116"/>
                  </a:lnTo>
                  <a:lnTo>
                    <a:pt x="222144" y="174371"/>
                  </a:lnTo>
                  <a:lnTo>
                    <a:pt x="221189" y="174849"/>
                  </a:lnTo>
                  <a:lnTo>
                    <a:pt x="221667" y="176282"/>
                  </a:lnTo>
                  <a:lnTo>
                    <a:pt x="221667" y="175804"/>
                  </a:lnTo>
                  <a:lnTo>
                    <a:pt x="221667" y="176282"/>
                  </a:lnTo>
                  <a:lnTo>
                    <a:pt x="223577" y="175327"/>
                  </a:lnTo>
                  <a:lnTo>
                    <a:pt x="225488" y="175804"/>
                  </a:lnTo>
                  <a:lnTo>
                    <a:pt x="226444" y="176282"/>
                  </a:lnTo>
                  <a:lnTo>
                    <a:pt x="226921" y="176282"/>
                  </a:lnTo>
                  <a:lnTo>
                    <a:pt x="227399" y="177715"/>
                  </a:lnTo>
                  <a:lnTo>
                    <a:pt x="227399" y="178193"/>
                  </a:lnTo>
                  <a:lnTo>
                    <a:pt x="227877" y="178193"/>
                  </a:lnTo>
                  <a:lnTo>
                    <a:pt x="228833" y="178671"/>
                  </a:lnTo>
                  <a:lnTo>
                    <a:pt x="230743" y="180104"/>
                  </a:lnTo>
                  <a:lnTo>
                    <a:pt x="232176" y="182015"/>
                  </a:lnTo>
                  <a:lnTo>
                    <a:pt x="233610" y="182493"/>
                  </a:lnTo>
                  <a:lnTo>
                    <a:pt x="233610" y="182493"/>
                  </a:lnTo>
                  <a:lnTo>
                    <a:pt x="234565" y="183448"/>
                  </a:lnTo>
                  <a:lnTo>
                    <a:pt x="234565" y="184403"/>
                  </a:lnTo>
                  <a:lnTo>
                    <a:pt x="234087" y="185359"/>
                  </a:lnTo>
                  <a:lnTo>
                    <a:pt x="235043" y="187748"/>
                  </a:lnTo>
                  <a:lnTo>
                    <a:pt x="235998" y="188703"/>
                  </a:lnTo>
                  <a:lnTo>
                    <a:pt x="236476" y="189659"/>
                  </a:lnTo>
                  <a:lnTo>
                    <a:pt x="235998" y="190614"/>
                  </a:lnTo>
                  <a:lnTo>
                    <a:pt x="236954" y="191569"/>
                  </a:lnTo>
                  <a:lnTo>
                    <a:pt x="237432" y="193480"/>
                  </a:lnTo>
                  <a:lnTo>
                    <a:pt x="238865" y="196347"/>
                  </a:lnTo>
                  <a:lnTo>
                    <a:pt x="238865" y="197780"/>
                  </a:lnTo>
                  <a:lnTo>
                    <a:pt x="239342" y="198258"/>
                  </a:lnTo>
                  <a:lnTo>
                    <a:pt x="239820" y="200169"/>
                  </a:lnTo>
                  <a:lnTo>
                    <a:pt x="240776" y="202080"/>
                  </a:lnTo>
                  <a:lnTo>
                    <a:pt x="240776" y="203035"/>
                  </a:lnTo>
                  <a:lnTo>
                    <a:pt x="240776" y="20446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0" name="Freeform 2619">
              <a:extLst>
                <a:ext uri="{FF2B5EF4-FFF2-40B4-BE49-F238E27FC236}">
                  <a16:creationId xmlns:a16="http://schemas.microsoft.com/office/drawing/2014/main" id="{42FCCA3F-F2CA-E04D-716B-37680A6E10A8}"/>
                </a:ext>
              </a:extLst>
            </p:cNvPr>
            <p:cNvSpPr/>
            <p:nvPr/>
          </p:nvSpPr>
          <p:spPr>
            <a:xfrm>
              <a:off x="3410682" y="3703956"/>
              <a:ext cx="1144639" cy="560854"/>
            </a:xfrm>
            <a:custGeom>
              <a:avLst/>
              <a:gdLst>
                <a:gd name="csX0" fmla="*/ 1144640 w 1144639"/>
                <a:gd name="csY0" fmla="*/ 120865 h 560854"/>
                <a:gd name="csX1" fmla="*/ 1144640 w 1144639"/>
                <a:gd name="csY1" fmla="*/ 121343 h 560854"/>
                <a:gd name="csX2" fmla="*/ 1140340 w 1144639"/>
                <a:gd name="csY2" fmla="*/ 125165 h 560854"/>
                <a:gd name="csX3" fmla="*/ 1136996 w 1144639"/>
                <a:gd name="csY3" fmla="*/ 124687 h 560854"/>
                <a:gd name="csX4" fmla="*/ 1135085 w 1144639"/>
                <a:gd name="csY4" fmla="*/ 125643 h 560854"/>
                <a:gd name="csX5" fmla="*/ 1133174 w 1144639"/>
                <a:gd name="csY5" fmla="*/ 126120 h 560854"/>
                <a:gd name="csX6" fmla="*/ 1132697 w 1144639"/>
                <a:gd name="csY6" fmla="*/ 128031 h 560854"/>
                <a:gd name="csX7" fmla="*/ 1131263 w 1144639"/>
                <a:gd name="csY7" fmla="*/ 128031 h 560854"/>
                <a:gd name="csX8" fmla="*/ 1129830 w 1144639"/>
                <a:gd name="csY8" fmla="*/ 128031 h 560854"/>
                <a:gd name="csX9" fmla="*/ 1128875 w 1144639"/>
                <a:gd name="csY9" fmla="*/ 127554 h 560854"/>
                <a:gd name="csX10" fmla="*/ 1127919 w 1144639"/>
                <a:gd name="csY10" fmla="*/ 128031 h 560854"/>
                <a:gd name="csX11" fmla="*/ 1126486 w 1144639"/>
                <a:gd name="csY11" fmla="*/ 130898 h 560854"/>
                <a:gd name="csX12" fmla="*/ 1125053 w 1144639"/>
                <a:gd name="csY12" fmla="*/ 130898 h 560854"/>
                <a:gd name="csX13" fmla="*/ 1125053 w 1144639"/>
                <a:gd name="csY13" fmla="*/ 131853 h 560854"/>
                <a:gd name="csX14" fmla="*/ 1124097 w 1144639"/>
                <a:gd name="csY14" fmla="*/ 132331 h 560854"/>
                <a:gd name="csX15" fmla="*/ 1123620 w 1144639"/>
                <a:gd name="csY15" fmla="*/ 132809 h 560854"/>
                <a:gd name="csX16" fmla="*/ 1122664 w 1144639"/>
                <a:gd name="csY16" fmla="*/ 131376 h 560854"/>
                <a:gd name="csX17" fmla="*/ 1122186 w 1144639"/>
                <a:gd name="csY17" fmla="*/ 129942 h 560854"/>
                <a:gd name="csX18" fmla="*/ 1121709 w 1144639"/>
                <a:gd name="csY18" fmla="*/ 129942 h 560854"/>
                <a:gd name="csX19" fmla="*/ 1120753 w 1144639"/>
                <a:gd name="csY19" fmla="*/ 129465 h 560854"/>
                <a:gd name="csX20" fmla="*/ 1119798 w 1144639"/>
                <a:gd name="csY20" fmla="*/ 129465 h 560854"/>
                <a:gd name="csX21" fmla="*/ 1118842 w 1144639"/>
                <a:gd name="csY21" fmla="*/ 129465 h 560854"/>
                <a:gd name="csX22" fmla="*/ 1118365 w 1144639"/>
                <a:gd name="csY22" fmla="*/ 130420 h 560854"/>
                <a:gd name="csX23" fmla="*/ 1116932 w 1144639"/>
                <a:gd name="csY23" fmla="*/ 131376 h 560854"/>
                <a:gd name="csX24" fmla="*/ 1116454 w 1144639"/>
                <a:gd name="csY24" fmla="*/ 130420 h 560854"/>
                <a:gd name="csX25" fmla="*/ 1115498 w 1144639"/>
                <a:gd name="csY25" fmla="*/ 129465 h 560854"/>
                <a:gd name="csX26" fmla="*/ 1115021 w 1144639"/>
                <a:gd name="csY26" fmla="*/ 130898 h 560854"/>
                <a:gd name="csX27" fmla="*/ 1114065 w 1144639"/>
                <a:gd name="csY27" fmla="*/ 132809 h 560854"/>
                <a:gd name="csX28" fmla="*/ 1114543 w 1144639"/>
                <a:gd name="csY28" fmla="*/ 134720 h 560854"/>
                <a:gd name="csX29" fmla="*/ 1114065 w 1144639"/>
                <a:gd name="csY29" fmla="*/ 135675 h 560854"/>
                <a:gd name="csX30" fmla="*/ 1113110 w 1144639"/>
                <a:gd name="csY30" fmla="*/ 135675 h 560854"/>
                <a:gd name="csX31" fmla="*/ 1112632 w 1144639"/>
                <a:gd name="csY31" fmla="*/ 134720 h 560854"/>
                <a:gd name="csX32" fmla="*/ 1110243 w 1144639"/>
                <a:gd name="csY32" fmla="*/ 133764 h 560854"/>
                <a:gd name="csX33" fmla="*/ 1108332 w 1144639"/>
                <a:gd name="csY33" fmla="*/ 133764 h 560854"/>
                <a:gd name="csX34" fmla="*/ 1108810 w 1144639"/>
                <a:gd name="csY34" fmla="*/ 132809 h 560854"/>
                <a:gd name="csX35" fmla="*/ 1110243 w 1144639"/>
                <a:gd name="csY35" fmla="*/ 131376 h 560854"/>
                <a:gd name="csX36" fmla="*/ 1109766 w 1144639"/>
                <a:gd name="csY36" fmla="*/ 130898 h 560854"/>
                <a:gd name="csX37" fmla="*/ 1109288 w 1144639"/>
                <a:gd name="csY37" fmla="*/ 130898 h 560854"/>
                <a:gd name="csX38" fmla="*/ 1108810 w 1144639"/>
                <a:gd name="csY38" fmla="*/ 130898 h 560854"/>
                <a:gd name="csX39" fmla="*/ 1109288 w 1144639"/>
                <a:gd name="csY39" fmla="*/ 129465 h 560854"/>
                <a:gd name="csX40" fmla="*/ 1109288 w 1144639"/>
                <a:gd name="csY40" fmla="*/ 128031 h 560854"/>
                <a:gd name="csX41" fmla="*/ 1108810 w 1144639"/>
                <a:gd name="csY41" fmla="*/ 128509 h 560854"/>
                <a:gd name="csX42" fmla="*/ 1107855 w 1144639"/>
                <a:gd name="csY42" fmla="*/ 129942 h 560854"/>
                <a:gd name="csX43" fmla="*/ 1105466 w 1144639"/>
                <a:gd name="csY43" fmla="*/ 131376 h 560854"/>
                <a:gd name="csX44" fmla="*/ 1105466 w 1144639"/>
                <a:gd name="csY44" fmla="*/ 133764 h 560854"/>
                <a:gd name="csX45" fmla="*/ 1103555 w 1144639"/>
                <a:gd name="csY45" fmla="*/ 138064 h 560854"/>
                <a:gd name="csX46" fmla="*/ 1103555 w 1144639"/>
                <a:gd name="csY46" fmla="*/ 139975 h 560854"/>
                <a:gd name="csX47" fmla="*/ 1102122 w 1144639"/>
                <a:gd name="csY47" fmla="*/ 141408 h 560854"/>
                <a:gd name="csX48" fmla="*/ 1100211 w 1144639"/>
                <a:gd name="csY48" fmla="*/ 142841 h 560854"/>
                <a:gd name="csX49" fmla="*/ 1097822 w 1144639"/>
                <a:gd name="csY49" fmla="*/ 142363 h 560854"/>
                <a:gd name="csX50" fmla="*/ 1095911 w 1144639"/>
                <a:gd name="csY50" fmla="*/ 143319 h 560854"/>
                <a:gd name="csX51" fmla="*/ 1094956 w 1144639"/>
                <a:gd name="csY51" fmla="*/ 144752 h 560854"/>
                <a:gd name="csX52" fmla="*/ 1094478 w 1144639"/>
                <a:gd name="csY52" fmla="*/ 145230 h 560854"/>
                <a:gd name="csX53" fmla="*/ 1094001 w 1144639"/>
                <a:gd name="csY53" fmla="*/ 143319 h 560854"/>
                <a:gd name="csX54" fmla="*/ 1093523 w 1144639"/>
                <a:gd name="csY54" fmla="*/ 142841 h 560854"/>
                <a:gd name="csX55" fmla="*/ 1093045 w 1144639"/>
                <a:gd name="csY55" fmla="*/ 145230 h 560854"/>
                <a:gd name="csX56" fmla="*/ 1092090 w 1144639"/>
                <a:gd name="csY56" fmla="*/ 145230 h 560854"/>
                <a:gd name="csX57" fmla="*/ 1092090 w 1144639"/>
                <a:gd name="csY57" fmla="*/ 143796 h 560854"/>
                <a:gd name="csX58" fmla="*/ 1091612 w 1144639"/>
                <a:gd name="csY58" fmla="*/ 142363 h 560854"/>
                <a:gd name="csX59" fmla="*/ 1090656 w 1144639"/>
                <a:gd name="csY59" fmla="*/ 143319 h 560854"/>
                <a:gd name="csX60" fmla="*/ 1090179 w 1144639"/>
                <a:gd name="csY60" fmla="*/ 146185 h 560854"/>
                <a:gd name="csX61" fmla="*/ 1089701 w 1144639"/>
                <a:gd name="csY61" fmla="*/ 145707 h 560854"/>
                <a:gd name="csX62" fmla="*/ 1089223 w 1144639"/>
                <a:gd name="csY62" fmla="*/ 144752 h 560854"/>
                <a:gd name="csX63" fmla="*/ 1088745 w 1144639"/>
                <a:gd name="csY63" fmla="*/ 144752 h 560854"/>
                <a:gd name="csX64" fmla="*/ 1088745 w 1144639"/>
                <a:gd name="csY64" fmla="*/ 145707 h 560854"/>
                <a:gd name="csX65" fmla="*/ 1089223 w 1144639"/>
                <a:gd name="csY65" fmla="*/ 147141 h 560854"/>
                <a:gd name="csX66" fmla="*/ 1088745 w 1144639"/>
                <a:gd name="csY66" fmla="*/ 148096 h 560854"/>
                <a:gd name="csX67" fmla="*/ 1088268 w 1144639"/>
                <a:gd name="csY67" fmla="*/ 147618 h 560854"/>
                <a:gd name="csX68" fmla="*/ 1087312 w 1144639"/>
                <a:gd name="csY68" fmla="*/ 147141 h 560854"/>
                <a:gd name="csX69" fmla="*/ 1086357 w 1144639"/>
                <a:gd name="csY69" fmla="*/ 147618 h 560854"/>
                <a:gd name="csX70" fmla="*/ 1085401 w 1144639"/>
                <a:gd name="csY70" fmla="*/ 147618 h 560854"/>
                <a:gd name="csX71" fmla="*/ 1085401 w 1144639"/>
                <a:gd name="csY71" fmla="*/ 147141 h 560854"/>
                <a:gd name="csX72" fmla="*/ 1085401 w 1144639"/>
                <a:gd name="csY72" fmla="*/ 146185 h 560854"/>
                <a:gd name="csX73" fmla="*/ 1083490 w 1144639"/>
                <a:gd name="csY73" fmla="*/ 146663 h 560854"/>
                <a:gd name="csX74" fmla="*/ 1081102 w 1144639"/>
                <a:gd name="csY74" fmla="*/ 148096 h 560854"/>
                <a:gd name="csX75" fmla="*/ 1079669 w 1144639"/>
                <a:gd name="csY75" fmla="*/ 150485 h 560854"/>
                <a:gd name="csX76" fmla="*/ 1080146 w 1144639"/>
                <a:gd name="csY76" fmla="*/ 150962 h 560854"/>
                <a:gd name="csX77" fmla="*/ 1080624 w 1144639"/>
                <a:gd name="csY77" fmla="*/ 151918 h 560854"/>
                <a:gd name="csX78" fmla="*/ 1077758 w 1144639"/>
                <a:gd name="csY78" fmla="*/ 155262 h 560854"/>
                <a:gd name="csX79" fmla="*/ 1074414 w 1144639"/>
                <a:gd name="csY79" fmla="*/ 158606 h 560854"/>
                <a:gd name="csX80" fmla="*/ 1072025 w 1144639"/>
                <a:gd name="csY80" fmla="*/ 163861 h 560854"/>
                <a:gd name="csX81" fmla="*/ 1071069 w 1144639"/>
                <a:gd name="csY81" fmla="*/ 164817 h 560854"/>
                <a:gd name="csX82" fmla="*/ 1070114 w 1144639"/>
                <a:gd name="csY82" fmla="*/ 165772 h 560854"/>
                <a:gd name="csX83" fmla="*/ 1069636 w 1144639"/>
                <a:gd name="csY83" fmla="*/ 168638 h 560854"/>
                <a:gd name="csX84" fmla="*/ 1068203 w 1144639"/>
                <a:gd name="csY84" fmla="*/ 171505 h 560854"/>
                <a:gd name="csX85" fmla="*/ 1069159 w 1144639"/>
                <a:gd name="csY85" fmla="*/ 172938 h 560854"/>
                <a:gd name="csX86" fmla="*/ 1069159 w 1144639"/>
                <a:gd name="csY86" fmla="*/ 174371 h 560854"/>
                <a:gd name="csX87" fmla="*/ 1070114 w 1144639"/>
                <a:gd name="csY87" fmla="*/ 175804 h 560854"/>
                <a:gd name="csX88" fmla="*/ 1071069 w 1144639"/>
                <a:gd name="csY88" fmla="*/ 175804 h 560854"/>
                <a:gd name="csX89" fmla="*/ 1072025 w 1144639"/>
                <a:gd name="csY89" fmla="*/ 175327 h 560854"/>
                <a:gd name="csX90" fmla="*/ 1072503 w 1144639"/>
                <a:gd name="csY90" fmla="*/ 175327 h 560854"/>
                <a:gd name="csX91" fmla="*/ 1072980 w 1144639"/>
                <a:gd name="csY91" fmla="*/ 176282 h 560854"/>
                <a:gd name="csX92" fmla="*/ 1072503 w 1144639"/>
                <a:gd name="csY92" fmla="*/ 176760 h 560854"/>
                <a:gd name="csX93" fmla="*/ 1071547 w 1144639"/>
                <a:gd name="csY93" fmla="*/ 176760 h 560854"/>
                <a:gd name="csX94" fmla="*/ 1070114 w 1144639"/>
                <a:gd name="csY94" fmla="*/ 178193 h 560854"/>
                <a:gd name="csX95" fmla="*/ 1068203 w 1144639"/>
                <a:gd name="csY95" fmla="*/ 178671 h 560854"/>
                <a:gd name="csX96" fmla="*/ 1067725 w 1144639"/>
                <a:gd name="csY96" fmla="*/ 179626 h 560854"/>
                <a:gd name="csX97" fmla="*/ 1066292 w 1144639"/>
                <a:gd name="csY97" fmla="*/ 181537 h 560854"/>
                <a:gd name="csX98" fmla="*/ 1064381 w 1144639"/>
                <a:gd name="csY98" fmla="*/ 183926 h 560854"/>
                <a:gd name="csX99" fmla="*/ 1065337 w 1144639"/>
                <a:gd name="csY99" fmla="*/ 184881 h 560854"/>
                <a:gd name="csX100" fmla="*/ 1068681 w 1144639"/>
                <a:gd name="csY100" fmla="*/ 185359 h 560854"/>
                <a:gd name="csX101" fmla="*/ 1070114 w 1144639"/>
                <a:gd name="csY101" fmla="*/ 186314 h 560854"/>
                <a:gd name="csX102" fmla="*/ 1072503 w 1144639"/>
                <a:gd name="csY102" fmla="*/ 191092 h 560854"/>
                <a:gd name="csX103" fmla="*/ 1072025 w 1144639"/>
                <a:gd name="csY103" fmla="*/ 191569 h 560854"/>
                <a:gd name="csX104" fmla="*/ 1072025 w 1144639"/>
                <a:gd name="csY104" fmla="*/ 192525 h 560854"/>
                <a:gd name="csX105" fmla="*/ 1073936 w 1144639"/>
                <a:gd name="csY105" fmla="*/ 193480 h 560854"/>
                <a:gd name="csX106" fmla="*/ 1074891 w 1144639"/>
                <a:gd name="csY106" fmla="*/ 196825 h 560854"/>
                <a:gd name="csX107" fmla="*/ 1076325 w 1144639"/>
                <a:gd name="csY107" fmla="*/ 197780 h 560854"/>
                <a:gd name="csX108" fmla="*/ 1079191 w 1144639"/>
                <a:gd name="csY108" fmla="*/ 198735 h 560854"/>
                <a:gd name="csX109" fmla="*/ 1082057 w 1144639"/>
                <a:gd name="csY109" fmla="*/ 197780 h 560854"/>
                <a:gd name="csX110" fmla="*/ 1084924 w 1144639"/>
                <a:gd name="csY110" fmla="*/ 196347 h 560854"/>
                <a:gd name="csX111" fmla="*/ 1084924 w 1144639"/>
                <a:gd name="csY111" fmla="*/ 194914 h 560854"/>
                <a:gd name="csX112" fmla="*/ 1083013 w 1144639"/>
                <a:gd name="csY112" fmla="*/ 192525 h 560854"/>
                <a:gd name="csX113" fmla="*/ 1082535 w 1144639"/>
                <a:gd name="csY113" fmla="*/ 191092 h 560854"/>
                <a:gd name="csX114" fmla="*/ 1081579 w 1144639"/>
                <a:gd name="csY114" fmla="*/ 190614 h 560854"/>
                <a:gd name="csX115" fmla="*/ 1081102 w 1144639"/>
                <a:gd name="csY115" fmla="*/ 191092 h 560854"/>
                <a:gd name="csX116" fmla="*/ 1080146 w 1144639"/>
                <a:gd name="csY116" fmla="*/ 190136 h 560854"/>
                <a:gd name="csX117" fmla="*/ 1080146 w 1144639"/>
                <a:gd name="csY117" fmla="*/ 189659 h 560854"/>
                <a:gd name="csX118" fmla="*/ 1080624 w 1144639"/>
                <a:gd name="csY118" fmla="*/ 189659 h 560854"/>
                <a:gd name="csX119" fmla="*/ 1081579 w 1144639"/>
                <a:gd name="csY119" fmla="*/ 189659 h 560854"/>
                <a:gd name="csX120" fmla="*/ 1082535 w 1144639"/>
                <a:gd name="csY120" fmla="*/ 190136 h 560854"/>
                <a:gd name="csX121" fmla="*/ 1085401 w 1144639"/>
                <a:gd name="csY121" fmla="*/ 193003 h 560854"/>
                <a:gd name="csX122" fmla="*/ 1085879 w 1144639"/>
                <a:gd name="csY122" fmla="*/ 196825 h 560854"/>
                <a:gd name="csX123" fmla="*/ 1086357 w 1144639"/>
                <a:gd name="csY123" fmla="*/ 199213 h 560854"/>
                <a:gd name="csX124" fmla="*/ 1085879 w 1144639"/>
                <a:gd name="csY124" fmla="*/ 199691 h 560854"/>
                <a:gd name="csX125" fmla="*/ 1084924 w 1144639"/>
                <a:gd name="csY125" fmla="*/ 199691 h 560854"/>
                <a:gd name="csX126" fmla="*/ 1083490 w 1144639"/>
                <a:gd name="csY126" fmla="*/ 199691 h 560854"/>
                <a:gd name="csX127" fmla="*/ 1076802 w 1144639"/>
                <a:gd name="csY127" fmla="*/ 201124 h 560854"/>
                <a:gd name="csX128" fmla="*/ 1075369 w 1144639"/>
                <a:gd name="csY128" fmla="*/ 202080 h 560854"/>
                <a:gd name="csX129" fmla="*/ 1072025 w 1144639"/>
                <a:gd name="csY129" fmla="*/ 203513 h 560854"/>
                <a:gd name="csX130" fmla="*/ 1071547 w 1144639"/>
                <a:gd name="csY130" fmla="*/ 202557 h 560854"/>
                <a:gd name="csX131" fmla="*/ 1072025 w 1144639"/>
                <a:gd name="csY131" fmla="*/ 201602 h 560854"/>
                <a:gd name="csX132" fmla="*/ 1071547 w 1144639"/>
                <a:gd name="csY132" fmla="*/ 199213 h 560854"/>
                <a:gd name="csX133" fmla="*/ 1071069 w 1144639"/>
                <a:gd name="csY133" fmla="*/ 198735 h 560854"/>
                <a:gd name="csX134" fmla="*/ 1065337 w 1144639"/>
                <a:gd name="csY134" fmla="*/ 203035 h 560854"/>
                <a:gd name="csX135" fmla="*/ 1063426 w 1144639"/>
                <a:gd name="csY135" fmla="*/ 203035 h 560854"/>
                <a:gd name="csX136" fmla="*/ 1061515 w 1144639"/>
                <a:gd name="csY136" fmla="*/ 204468 h 560854"/>
                <a:gd name="csX137" fmla="*/ 1061515 w 1144639"/>
                <a:gd name="csY137" fmla="*/ 203513 h 560854"/>
                <a:gd name="csX138" fmla="*/ 1061037 w 1144639"/>
                <a:gd name="csY138" fmla="*/ 200646 h 560854"/>
                <a:gd name="csX139" fmla="*/ 1061993 w 1144639"/>
                <a:gd name="csY139" fmla="*/ 198258 h 560854"/>
                <a:gd name="csX140" fmla="*/ 1061515 w 1144639"/>
                <a:gd name="csY140" fmla="*/ 198258 h 560854"/>
                <a:gd name="csX141" fmla="*/ 1059604 w 1144639"/>
                <a:gd name="csY141" fmla="*/ 199691 h 560854"/>
                <a:gd name="csX142" fmla="*/ 1058649 w 1144639"/>
                <a:gd name="csY142" fmla="*/ 198735 h 560854"/>
                <a:gd name="csX143" fmla="*/ 1058649 w 1144639"/>
                <a:gd name="csY143" fmla="*/ 197780 h 560854"/>
                <a:gd name="csX144" fmla="*/ 1057693 w 1144639"/>
                <a:gd name="csY144" fmla="*/ 197302 h 560854"/>
                <a:gd name="csX145" fmla="*/ 1057215 w 1144639"/>
                <a:gd name="csY145" fmla="*/ 196825 h 560854"/>
                <a:gd name="csX146" fmla="*/ 1057693 w 1144639"/>
                <a:gd name="csY146" fmla="*/ 199213 h 560854"/>
                <a:gd name="csX147" fmla="*/ 1056737 w 1144639"/>
                <a:gd name="csY147" fmla="*/ 201124 h 560854"/>
                <a:gd name="csX148" fmla="*/ 1056260 w 1144639"/>
                <a:gd name="csY148" fmla="*/ 205424 h 560854"/>
                <a:gd name="csX149" fmla="*/ 1054827 w 1144639"/>
                <a:gd name="csY149" fmla="*/ 206857 h 560854"/>
                <a:gd name="csX150" fmla="*/ 1049572 w 1144639"/>
                <a:gd name="csY150" fmla="*/ 208290 h 560854"/>
                <a:gd name="csX151" fmla="*/ 1046705 w 1144639"/>
                <a:gd name="csY151" fmla="*/ 207812 h 560854"/>
                <a:gd name="csX152" fmla="*/ 1043839 w 1144639"/>
                <a:gd name="csY152" fmla="*/ 208290 h 560854"/>
                <a:gd name="csX153" fmla="*/ 1040017 w 1144639"/>
                <a:gd name="csY153" fmla="*/ 209245 h 560854"/>
                <a:gd name="csX154" fmla="*/ 1038106 w 1144639"/>
                <a:gd name="csY154" fmla="*/ 208768 h 560854"/>
                <a:gd name="csX155" fmla="*/ 1035718 w 1144639"/>
                <a:gd name="csY155" fmla="*/ 209723 h 560854"/>
                <a:gd name="csX156" fmla="*/ 1028552 w 1144639"/>
                <a:gd name="csY156" fmla="*/ 209723 h 560854"/>
                <a:gd name="csX157" fmla="*/ 1026641 w 1144639"/>
                <a:gd name="csY157" fmla="*/ 209245 h 560854"/>
                <a:gd name="csX158" fmla="*/ 1024730 w 1144639"/>
                <a:gd name="csY158" fmla="*/ 211156 h 560854"/>
                <a:gd name="csX159" fmla="*/ 1021863 w 1144639"/>
                <a:gd name="csY159" fmla="*/ 212112 h 560854"/>
                <a:gd name="csX160" fmla="*/ 1013742 w 1144639"/>
                <a:gd name="csY160" fmla="*/ 215456 h 560854"/>
                <a:gd name="csX161" fmla="*/ 1011831 w 1144639"/>
                <a:gd name="csY161" fmla="*/ 216889 h 560854"/>
                <a:gd name="csX162" fmla="*/ 1009920 w 1144639"/>
                <a:gd name="csY162" fmla="*/ 219278 h 560854"/>
                <a:gd name="csX163" fmla="*/ 1008487 w 1144639"/>
                <a:gd name="csY163" fmla="*/ 220233 h 560854"/>
                <a:gd name="csX164" fmla="*/ 1007531 w 1144639"/>
                <a:gd name="csY164" fmla="*/ 220711 h 560854"/>
                <a:gd name="csX165" fmla="*/ 1006576 w 1144639"/>
                <a:gd name="csY165" fmla="*/ 221666 h 560854"/>
                <a:gd name="csX166" fmla="*/ 1006098 w 1144639"/>
                <a:gd name="csY166" fmla="*/ 222144 h 560854"/>
                <a:gd name="csX167" fmla="*/ 1006576 w 1144639"/>
                <a:gd name="csY167" fmla="*/ 220233 h 560854"/>
                <a:gd name="csX168" fmla="*/ 1007531 w 1144639"/>
                <a:gd name="csY168" fmla="*/ 218322 h 560854"/>
                <a:gd name="csX169" fmla="*/ 1008009 w 1144639"/>
                <a:gd name="csY169" fmla="*/ 214978 h 560854"/>
                <a:gd name="csX170" fmla="*/ 1008009 w 1144639"/>
                <a:gd name="csY170" fmla="*/ 212112 h 560854"/>
                <a:gd name="csX171" fmla="*/ 1007054 w 1144639"/>
                <a:gd name="csY171" fmla="*/ 211156 h 560854"/>
                <a:gd name="csX172" fmla="*/ 1006098 w 1144639"/>
                <a:gd name="csY172" fmla="*/ 210201 h 560854"/>
                <a:gd name="csX173" fmla="*/ 1007054 w 1144639"/>
                <a:gd name="csY173" fmla="*/ 213067 h 560854"/>
                <a:gd name="csX174" fmla="*/ 1007531 w 1144639"/>
                <a:gd name="csY174" fmla="*/ 216411 h 560854"/>
                <a:gd name="csX175" fmla="*/ 1007054 w 1144639"/>
                <a:gd name="csY175" fmla="*/ 218322 h 560854"/>
                <a:gd name="csX176" fmla="*/ 1005143 w 1144639"/>
                <a:gd name="csY176" fmla="*/ 222144 h 560854"/>
                <a:gd name="csX177" fmla="*/ 1004187 w 1144639"/>
                <a:gd name="csY177" fmla="*/ 223100 h 560854"/>
                <a:gd name="csX178" fmla="*/ 1003232 w 1144639"/>
                <a:gd name="csY178" fmla="*/ 223577 h 560854"/>
                <a:gd name="csX179" fmla="*/ 1002276 w 1144639"/>
                <a:gd name="csY179" fmla="*/ 224055 h 560854"/>
                <a:gd name="csX180" fmla="*/ 1001799 w 1144639"/>
                <a:gd name="csY180" fmla="*/ 224533 h 560854"/>
                <a:gd name="csX181" fmla="*/ 1000843 w 1144639"/>
                <a:gd name="csY181" fmla="*/ 225488 h 560854"/>
                <a:gd name="csX182" fmla="*/ 1000365 w 1144639"/>
                <a:gd name="csY182" fmla="*/ 227399 h 560854"/>
                <a:gd name="csX183" fmla="*/ 1000843 w 1144639"/>
                <a:gd name="csY183" fmla="*/ 229310 h 560854"/>
                <a:gd name="csX184" fmla="*/ 1004665 w 1144639"/>
                <a:gd name="csY184" fmla="*/ 229788 h 560854"/>
                <a:gd name="csX185" fmla="*/ 1005621 w 1144639"/>
                <a:gd name="csY185" fmla="*/ 229310 h 560854"/>
                <a:gd name="csX186" fmla="*/ 1006098 w 1144639"/>
                <a:gd name="csY186" fmla="*/ 230266 h 560854"/>
                <a:gd name="csX187" fmla="*/ 1006576 w 1144639"/>
                <a:gd name="csY187" fmla="*/ 232176 h 560854"/>
                <a:gd name="csX188" fmla="*/ 1006098 w 1144639"/>
                <a:gd name="csY188" fmla="*/ 234087 h 560854"/>
                <a:gd name="csX189" fmla="*/ 1005621 w 1144639"/>
                <a:gd name="csY189" fmla="*/ 235998 h 560854"/>
                <a:gd name="csX190" fmla="*/ 1005143 w 1144639"/>
                <a:gd name="csY190" fmla="*/ 238387 h 560854"/>
                <a:gd name="csX191" fmla="*/ 1004665 w 1144639"/>
                <a:gd name="csY191" fmla="*/ 241731 h 560854"/>
                <a:gd name="csX192" fmla="*/ 1004187 w 1144639"/>
                <a:gd name="csY192" fmla="*/ 245075 h 560854"/>
                <a:gd name="csX193" fmla="*/ 1003710 w 1144639"/>
                <a:gd name="csY193" fmla="*/ 244120 h 560854"/>
                <a:gd name="csX194" fmla="*/ 1004187 w 1144639"/>
                <a:gd name="csY194" fmla="*/ 240298 h 560854"/>
                <a:gd name="csX195" fmla="*/ 1003710 w 1144639"/>
                <a:gd name="csY195" fmla="*/ 240775 h 560854"/>
                <a:gd name="csX196" fmla="*/ 1003232 w 1144639"/>
                <a:gd name="csY196" fmla="*/ 241253 h 560854"/>
                <a:gd name="csX197" fmla="*/ 1002276 w 1144639"/>
                <a:gd name="csY197" fmla="*/ 246508 h 560854"/>
                <a:gd name="csX198" fmla="*/ 1000365 w 1144639"/>
                <a:gd name="csY198" fmla="*/ 248897 h 560854"/>
                <a:gd name="csX199" fmla="*/ 998932 w 1144639"/>
                <a:gd name="csY199" fmla="*/ 250808 h 560854"/>
                <a:gd name="csX200" fmla="*/ 997499 w 1144639"/>
                <a:gd name="csY200" fmla="*/ 250808 h 560854"/>
                <a:gd name="csX201" fmla="*/ 997977 w 1144639"/>
                <a:gd name="csY201" fmla="*/ 252241 h 560854"/>
                <a:gd name="csX202" fmla="*/ 997499 w 1144639"/>
                <a:gd name="csY202" fmla="*/ 252719 h 560854"/>
                <a:gd name="csX203" fmla="*/ 997021 w 1144639"/>
                <a:gd name="csY203" fmla="*/ 254630 h 560854"/>
                <a:gd name="csX204" fmla="*/ 996066 w 1144639"/>
                <a:gd name="csY204" fmla="*/ 255585 h 560854"/>
                <a:gd name="csX205" fmla="*/ 995111 w 1144639"/>
                <a:gd name="csY205" fmla="*/ 255585 h 560854"/>
                <a:gd name="csX206" fmla="*/ 994155 w 1144639"/>
                <a:gd name="csY206" fmla="*/ 256063 h 560854"/>
                <a:gd name="csX207" fmla="*/ 993677 w 1144639"/>
                <a:gd name="csY207" fmla="*/ 256541 h 560854"/>
                <a:gd name="csX208" fmla="*/ 993677 w 1144639"/>
                <a:gd name="csY208" fmla="*/ 257496 h 560854"/>
                <a:gd name="csX209" fmla="*/ 992722 w 1144639"/>
                <a:gd name="csY209" fmla="*/ 258452 h 560854"/>
                <a:gd name="csX210" fmla="*/ 989855 w 1144639"/>
                <a:gd name="csY210" fmla="*/ 263229 h 560854"/>
                <a:gd name="csX211" fmla="*/ 986989 w 1144639"/>
                <a:gd name="csY211" fmla="*/ 264662 h 560854"/>
                <a:gd name="csX212" fmla="*/ 986511 w 1144639"/>
                <a:gd name="csY212" fmla="*/ 264662 h 560854"/>
                <a:gd name="csX213" fmla="*/ 987467 w 1144639"/>
                <a:gd name="csY213" fmla="*/ 262273 h 560854"/>
                <a:gd name="csX214" fmla="*/ 987945 w 1144639"/>
                <a:gd name="csY214" fmla="*/ 259885 h 560854"/>
                <a:gd name="csX215" fmla="*/ 986034 w 1144639"/>
                <a:gd name="csY215" fmla="*/ 258929 h 560854"/>
                <a:gd name="csX216" fmla="*/ 984600 w 1144639"/>
                <a:gd name="csY216" fmla="*/ 258452 h 560854"/>
                <a:gd name="csX217" fmla="*/ 983167 w 1144639"/>
                <a:gd name="csY217" fmla="*/ 258452 h 560854"/>
                <a:gd name="csX218" fmla="*/ 981256 w 1144639"/>
                <a:gd name="csY218" fmla="*/ 257018 h 560854"/>
                <a:gd name="csX219" fmla="*/ 978868 w 1144639"/>
                <a:gd name="csY219" fmla="*/ 255585 h 560854"/>
                <a:gd name="csX220" fmla="*/ 975523 w 1144639"/>
                <a:gd name="csY220" fmla="*/ 252241 h 560854"/>
                <a:gd name="csX221" fmla="*/ 975523 w 1144639"/>
                <a:gd name="csY221" fmla="*/ 251286 h 560854"/>
                <a:gd name="csX222" fmla="*/ 975523 w 1144639"/>
                <a:gd name="csY222" fmla="*/ 249375 h 560854"/>
                <a:gd name="csX223" fmla="*/ 976479 w 1144639"/>
                <a:gd name="csY223" fmla="*/ 246986 h 560854"/>
                <a:gd name="csX224" fmla="*/ 977434 w 1144639"/>
                <a:gd name="csY224" fmla="*/ 245075 h 560854"/>
                <a:gd name="csX225" fmla="*/ 978868 w 1144639"/>
                <a:gd name="csY225" fmla="*/ 244120 h 560854"/>
                <a:gd name="csX226" fmla="*/ 982689 w 1144639"/>
                <a:gd name="csY226" fmla="*/ 243164 h 560854"/>
                <a:gd name="csX227" fmla="*/ 983645 w 1144639"/>
                <a:gd name="csY227" fmla="*/ 241731 h 560854"/>
                <a:gd name="csX228" fmla="*/ 984123 w 1144639"/>
                <a:gd name="csY228" fmla="*/ 240298 h 560854"/>
                <a:gd name="csX229" fmla="*/ 982212 w 1144639"/>
                <a:gd name="csY229" fmla="*/ 242687 h 560854"/>
                <a:gd name="csX230" fmla="*/ 979346 w 1144639"/>
                <a:gd name="csY230" fmla="*/ 243164 h 560854"/>
                <a:gd name="csX231" fmla="*/ 977912 w 1144639"/>
                <a:gd name="csY231" fmla="*/ 244120 h 560854"/>
                <a:gd name="csX232" fmla="*/ 976479 w 1144639"/>
                <a:gd name="csY232" fmla="*/ 245075 h 560854"/>
                <a:gd name="csX233" fmla="*/ 975523 w 1144639"/>
                <a:gd name="csY233" fmla="*/ 246508 h 560854"/>
                <a:gd name="csX234" fmla="*/ 974090 w 1144639"/>
                <a:gd name="csY234" fmla="*/ 248419 h 560854"/>
                <a:gd name="csX235" fmla="*/ 974090 w 1144639"/>
                <a:gd name="csY235" fmla="*/ 249852 h 560854"/>
                <a:gd name="csX236" fmla="*/ 974568 w 1144639"/>
                <a:gd name="csY236" fmla="*/ 250808 h 560854"/>
                <a:gd name="csX237" fmla="*/ 974568 w 1144639"/>
                <a:gd name="csY237" fmla="*/ 252241 h 560854"/>
                <a:gd name="csX238" fmla="*/ 975523 w 1144639"/>
                <a:gd name="csY238" fmla="*/ 254152 h 560854"/>
                <a:gd name="csX239" fmla="*/ 977434 w 1144639"/>
                <a:gd name="csY239" fmla="*/ 257018 h 560854"/>
                <a:gd name="csX240" fmla="*/ 977912 w 1144639"/>
                <a:gd name="csY240" fmla="*/ 261318 h 560854"/>
                <a:gd name="csX241" fmla="*/ 979346 w 1144639"/>
                <a:gd name="csY241" fmla="*/ 264184 h 560854"/>
                <a:gd name="csX242" fmla="*/ 982212 w 1144639"/>
                <a:gd name="csY242" fmla="*/ 267529 h 560854"/>
                <a:gd name="csX243" fmla="*/ 984123 w 1144639"/>
                <a:gd name="csY243" fmla="*/ 268484 h 560854"/>
                <a:gd name="csX244" fmla="*/ 984123 w 1144639"/>
                <a:gd name="csY244" fmla="*/ 269917 h 560854"/>
                <a:gd name="csX245" fmla="*/ 983167 w 1144639"/>
                <a:gd name="csY245" fmla="*/ 271828 h 560854"/>
                <a:gd name="csX246" fmla="*/ 982212 w 1144639"/>
                <a:gd name="csY246" fmla="*/ 272783 h 560854"/>
                <a:gd name="csX247" fmla="*/ 983645 w 1144639"/>
                <a:gd name="csY247" fmla="*/ 272783 h 560854"/>
                <a:gd name="csX248" fmla="*/ 984123 w 1144639"/>
                <a:gd name="csY248" fmla="*/ 273261 h 560854"/>
                <a:gd name="csX249" fmla="*/ 985078 w 1144639"/>
                <a:gd name="csY249" fmla="*/ 275172 h 560854"/>
                <a:gd name="csX250" fmla="*/ 985078 w 1144639"/>
                <a:gd name="csY250" fmla="*/ 276605 h 560854"/>
                <a:gd name="csX251" fmla="*/ 984600 w 1144639"/>
                <a:gd name="csY251" fmla="*/ 278039 h 560854"/>
                <a:gd name="csX252" fmla="*/ 984123 w 1144639"/>
                <a:gd name="csY252" fmla="*/ 278039 h 560854"/>
                <a:gd name="csX253" fmla="*/ 984123 w 1144639"/>
                <a:gd name="csY253" fmla="*/ 277083 h 560854"/>
                <a:gd name="csX254" fmla="*/ 984123 w 1144639"/>
                <a:gd name="csY254" fmla="*/ 276605 h 560854"/>
                <a:gd name="csX255" fmla="*/ 983167 w 1144639"/>
                <a:gd name="csY255" fmla="*/ 277083 h 560854"/>
                <a:gd name="csX256" fmla="*/ 983167 w 1144639"/>
                <a:gd name="csY256" fmla="*/ 278039 h 560854"/>
                <a:gd name="csX257" fmla="*/ 982689 w 1144639"/>
                <a:gd name="csY257" fmla="*/ 279949 h 560854"/>
                <a:gd name="csX258" fmla="*/ 982689 w 1144639"/>
                <a:gd name="csY258" fmla="*/ 280905 h 560854"/>
                <a:gd name="csX259" fmla="*/ 981256 w 1144639"/>
                <a:gd name="csY259" fmla="*/ 280905 h 560854"/>
                <a:gd name="csX260" fmla="*/ 979823 w 1144639"/>
                <a:gd name="csY260" fmla="*/ 283771 h 560854"/>
                <a:gd name="csX261" fmla="*/ 978868 w 1144639"/>
                <a:gd name="csY261" fmla="*/ 285205 h 560854"/>
                <a:gd name="csX262" fmla="*/ 973613 w 1144639"/>
                <a:gd name="csY262" fmla="*/ 295237 h 560854"/>
                <a:gd name="csX263" fmla="*/ 974090 w 1144639"/>
                <a:gd name="csY263" fmla="*/ 296670 h 560854"/>
                <a:gd name="csX264" fmla="*/ 973135 w 1144639"/>
                <a:gd name="csY264" fmla="*/ 297148 h 560854"/>
                <a:gd name="csX265" fmla="*/ 971702 w 1144639"/>
                <a:gd name="csY265" fmla="*/ 297625 h 560854"/>
                <a:gd name="csX266" fmla="*/ 970269 w 1144639"/>
                <a:gd name="csY266" fmla="*/ 298581 h 560854"/>
                <a:gd name="csX267" fmla="*/ 969313 w 1144639"/>
                <a:gd name="csY267" fmla="*/ 300014 h 560854"/>
                <a:gd name="csX268" fmla="*/ 968835 w 1144639"/>
                <a:gd name="csY268" fmla="*/ 302880 h 560854"/>
                <a:gd name="csX269" fmla="*/ 966924 w 1144639"/>
                <a:gd name="csY269" fmla="*/ 306224 h 560854"/>
                <a:gd name="csX270" fmla="*/ 965969 w 1144639"/>
                <a:gd name="csY270" fmla="*/ 304791 h 560854"/>
                <a:gd name="csX271" fmla="*/ 965969 w 1144639"/>
                <a:gd name="csY271" fmla="*/ 303358 h 560854"/>
                <a:gd name="csX272" fmla="*/ 966447 w 1144639"/>
                <a:gd name="csY272" fmla="*/ 300492 h 560854"/>
                <a:gd name="csX273" fmla="*/ 967880 w 1144639"/>
                <a:gd name="csY273" fmla="*/ 295237 h 560854"/>
                <a:gd name="csX274" fmla="*/ 969791 w 1144639"/>
                <a:gd name="csY274" fmla="*/ 292370 h 560854"/>
                <a:gd name="csX275" fmla="*/ 971224 w 1144639"/>
                <a:gd name="csY275" fmla="*/ 290937 h 560854"/>
                <a:gd name="csX276" fmla="*/ 972657 w 1144639"/>
                <a:gd name="csY276" fmla="*/ 287593 h 560854"/>
                <a:gd name="csX277" fmla="*/ 971224 w 1144639"/>
                <a:gd name="csY277" fmla="*/ 287115 h 560854"/>
                <a:gd name="csX278" fmla="*/ 968835 w 1144639"/>
                <a:gd name="csY278" fmla="*/ 287115 h 560854"/>
                <a:gd name="csX279" fmla="*/ 969313 w 1144639"/>
                <a:gd name="csY279" fmla="*/ 285682 h 560854"/>
                <a:gd name="csX280" fmla="*/ 969791 w 1144639"/>
                <a:gd name="csY280" fmla="*/ 284727 h 560854"/>
                <a:gd name="csX281" fmla="*/ 968835 w 1144639"/>
                <a:gd name="csY281" fmla="*/ 283294 h 560854"/>
                <a:gd name="csX282" fmla="*/ 967880 w 1144639"/>
                <a:gd name="csY282" fmla="*/ 283294 h 560854"/>
                <a:gd name="csX283" fmla="*/ 967402 w 1144639"/>
                <a:gd name="csY283" fmla="*/ 282816 h 560854"/>
                <a:gd name="csX284" fmla="*/ 968357 w 1144639"/>
                <a:gd name="csY284" fmla="*/ 281860 h 560854"/>
                <a:gd name="csX285" fmla="*/ 968357 w 1144639"/>
                <a:gd name="csY285" fmla="*/ 280905 h 560854"/>
                <a:gd name="csX286" fmla="*/ 968357 w 1144639"/>
                <a:gd name="csY286" fmla="*/ 279472 h 560854"/>
                <a:gd name="csX287" fmla="*/ 968835 w 1144639"/>
                <a:gd name="csY287" fmla="*/ 278516 h 560854"/>
                <a:gd name="csX288" fmla="*/ 967880 w 1144639"/>
                <a:gd name="csY288" fmla="*/ 278516 h 560854"/>
                <a:gd name="csX289" fmla="*/ 966924 w 1144639"/>
                <a:gd name="csY289" fmla="*/ 279472 h 560854"/>
                <a:gd name="csX290" fmla="*/ 966447 w 1144639"/>
                <a:gd name="csY290" fmla="*/ 279949 h 560854"/>
                <a:gd name="csX291" fmla="*/ 965969 w 1144639"/>
                <a:gd name="csY291" fmla="*/ 278994 h 560854"/>
                <a:gd name="csX292" fmla="*/ 965491 w 1144639"/>
                <a:gd name="csY292" fmla="*/ 278994 h 560854"/>
                <a:gd name="csX293" fmla="*/ 965491 w 1144639"/>
                <a:gd name="csY293" fmla="*/ 279949 h 560854"/>
                <a:gd name="csX294" fmla="*/ 965014 w 1144639"/>
                <a:gd name="csY294" fmla="*/ 280427 h 560854"/>
                <a:gd name="csX295" fmla="*/ 963580 w 1144639"/>
                <a:gd name="csY295" fmla="*/ 279472 h 560854"/>
                <a:gd name="csX296" fmla="*/ 961669 w 1144639"/>
                <a:gd name="csY296" fmla="*/ 278516 h 560854"/>
                <a:gd name="csX297" fmla="*/ 960714 w 1144639"/>
                <a:gd name="csY297" fmla="*/ 276605 h 560854"/>
                <a:gd name="csX298" fmla="*/ 959758 w 1144639"/>
                <a:gd name="csY298" fmla="*/ 275172 h 560854"/>
                <a:gd name="csX299" fmla="*/ 960714 w 1144639"/>
                <a:gd name="csY299" fmla="*/ 272783 h 560854"/>
                <a:gd name="csX300" fmla="*/ 962147 w 1144639"/>
                <a:gd name="csY300" fmla="*/ 272306 h 560854"/>
                <a:gd name="csX301" fmla="*/ 963580 w 1144639"/>
                <a:gd name="csY301" fmla="*/ 272783 h 560854"/>
                <a:gd name="csX302" fmla="*/ 965969 w 1144639"/>
                <a:gd name="csY302" fmla="*/ 272783 h 560854"/>
                <a:gd name="csX303" fmla="*/ 965491 w 1144639"/>
                <a:gd name="csY303" fmla="*/ 272306 h 560854"/>
                <a:gd name="csX304" fmla="*/ 964536 w 1144639"/>
                <a:gd name="csY304" fmla="*/ 272306 h 560854"/>
                <a:gd name="csX305" fmla="*/ 962625 w 1144639"/>
                <a:gd name="csY305" fmla="*/ 270395 h 560854"/>
                <a:gd name="csX306" fmla="*/ 961669 w 1144639"/>
                <a:gd name="csY306" fmla="*/ 268962 h 560854"/>
                <a:gd name="csX307" fmla="*/ 960236 w 1144639"/>
                <a:gd name="csY307" fmla="*/ 268962 h 560854"/>
                <a:gd name="csX308" fmla="*/ 959758 w 1144639"/>
                <a:gd name="csY308" fmla="*/ 269917 h 560854"/>
                <a:gd name="csX309" fmla="*/ 959281 w 1144639"/>
                <a:gd name="csY309" fmla="*/ 270395 h 560854"/>
                <a:gd name="csX310" fmla="*/ 959758 w 1144639"/>
                <a:gd name="csY310" fmla="*/ 267529 h 560854"/>
                <a:gd name="csX311" fmla="*/ 960714 w 1144639"/>
                <a:gd name="csY311" fmla="*/ 267529 h 560854"/>
                <a:gd name="csX312" fmla="*/ 962625 w 1144639"/>
                <a:gd name="csY312" fmla="*/ 267051 h 560854"/>
                <a:gd name="csX313" fmla="*/ 962147 w 1144639"/>
                <a:gd name="csY313" fmla="*/ 265617 h 560854"/>
                <a:gd name="csX314" fmla="*/ 961192 w 1144639"/>
                <a:gd name="csY314" fmla="*/ 264662 h 560854"/>
                <a:gd name="csX315" fmla="*/ 959281 w 1144639"/>
                <a:gd name="csY315" fmla="*/ 265617 h 560854"/>
                <a:gd name="csX316" fmla="*/ 959281 w 1144639"/>
                <a:gd name="csY316" fmla="*/ 264662 h 560854"/>
                <a:gd name="csX317" fmla="*/ 959758 w 1144639"/>
                <a:gd name="csY317" fmla="*/ 263229 h 560854"/>
                <a:gd name="csX318" fmla="*/ 961192 w 1144639"/>
                <a:gd name="csY318" fmla="*/ 263229 h 560854"/>
                <a:gd name="csX319" fmla="*/ 962147 w 1144639"/>
                <a:gd name="csY319" fmla="*/ 263707 h 560854"/>
                <a:gd name="csX320" fmla="*/ 963103 w 1144639"/>
                <a:gd name="csY320" fmla="*/ 261796 h 560854"/>
                <a:gd name="csX321" fmla="*/ 963103 w 1144639"/>
                <a:gd name="csY321" fmla="*/ 260840 h 560854"/>
                <a:gd name="csX322" fmla="*/ 961669 w 1144639"/>
                <a:gd name="csY322" fmla="*/ 262273 h 560854"/>
                <a:gd name="csX323" fmla="*/ 961192 w 1144639"/>
                <a:gd name="csY323" fmla="*/ 258929 h 560854"/>
                <a:gd name="csX324" fmla="*/ 962625 w 1144639"/>
                <a:gd name="csY324" fmla="*/ 256063 h 560854"/>
                <a:gd name="csX325" fmla="*/ 964536 w 1144639"/>
                <a:gd name="csY325" fmla="*/ 255107 h 560854"/>
                <a:gd name="csX326" fmla="*/ 966447 w 1144639"/>
                <a:gd name="csY326" fmla="*/ 255107 h 560854"/>
                <a:gd name="csX327" fmla="*/ 968357 w 1144639"/>
                <a:gd name="csY327" fmla="*/ 254630 h 560854"/>
                <a:gd name="csX328" fmla="*/ 966924 w 1144639"/>
                <a:gd name="csY328" fmla="*/ 254152 h 560854"/>
                <a:gd name="csX329" fmla="*/ 965969 w 1144639"/>
                <a:gd name="csY329" fmla="*/ 253674 h 560854"/>
                <a:gd name="csX330" fmla="*/ 966924 w 1144639"/>
                <a:gd name="csY330" fmla="*/ 252719 h 560854"/>
                <a:gd name="csX331" fmla="*/ 967402 w 1144639"/>
                <a:gd name="csY331" fmla="*/ 252719 h 560854"/>
                <a:gd name="csX332" fmla="*/ 968357 w 1144639"/>
                <a:gd name="csY332" fmla="*/ 251763 h 560854"/>
                <a:gd name="csX333" fmla="*/ 966447 w 1144639"/>
                <a:gd name="csY333" fmla="*/ 251763 h 560854"/>
                <a:gd name="csX334" fmla="*/ 966447 w 1144639"/>
                <a:gd name="csY334" fmla="*/ 249852 h 560854"/>
                <a:gd name="csX335" fmla="*/ 965491 w 1144639"/>
                <a:gd name="csY335" fmla="*/ 250330 h 560854"/>
                <a:gd name="csX336" fmla="*/ 964536 w 1144639"/>
                <a:gd name="csY336" fmla="*/ 250330 h 560854"/>
                <a:gd name="csX337" fmla="*/ 964058 w 1144639"/>
                <a:gd name="csY337" fmla="*/ 251286 h 560854"/>
                <a:gd name="csX338" fmla="*/ 964058 w 1144639"/>
                <a:gd name="csY338" fmla="*/ 252719 h 560854"/>
                <a:gd name="csX339" fmla="*/ 964058 w 1144639"/>
                <a:gd name="csY339" fmla="*/ 253197 h 560854"/>
                <a:gd name="csX340" fmla="*/ 963103 w 1144639"/>
                <a:gd name="csY340" fmla="*/ 254152 h 560854"/>
                <a:gd name="csX341" fmla="*/ 961669 w 1144639"/>
                <a:gd name="csY341" fmla="*/ 254630 h 560854"/>
                <a:gd name="csX342" fmla="*/ 961669 w 1144639"/>
                <a:gd name="csY342" fmla="*/ 253674 h 560854"/>
                <a:gd name="csX343" fmla="*/ 960714 w 1144639"/>
                <a:gd name="csY343" fmla="*/ 253197 h 560854"/>
                <a:gd name="csX344" fmla="*/ 960714 w 1144639"/>
                <a:gd name="csY344" fmla="*/ 255107 h 560854"/>
                <a:gd name="csX345" fmla="*/ 960236 w 1144639"/>
                <a:gd name="csY345" fmla="*/ 256063 h 560854"/>
                <a:gd name="csX346" fmla="*/ 959281 w 1144639"/>
                <a:gd name="csY346" fmla="*/ 254152 h 560854"/>
                <a:gd name="csX347" fmla="*/ 958803 w 1144639"/>
                <a:gd name="csY347" fmla="*/ 254630 h 560854"/>
                <a:gd name="csX348" fmla="*/ 958803 w 1144639"/>
                <a:gd name="csY348" fmla="*/ 255107 h 560854"/>
                <a:gd name="csX349" fmla="*/ 958803 w 1144639"/>
                <a:gd name="csY349" fmla="*/ 256063 h 560854"/>
                <a:gd name="csX350" fmla="*/ 957848 w 1144639"/>
                <a:gd name="csY350" fmla="*/ 256541 h 560854"/>
                <a:gd name="csX351" fmla="*/ 957848 w 1144639"/>
                <a:gd name="csY351" fmla="*/ 257496 h 560854"/>
                <a:gd name="csX352" fmla="*/ 957370 w 1144639"/>
                <a:gd name="csY352" fmla="*/ 258452 h 560854"/>
                <a:gd name="csX353" fmla="*/ 954504 w 1144639"/>
                <a:gd name="csY353" fmla="*/ 257018 h 560854"/>
                <a:gd name="csX354" fmla="*/ 954504 w 1144639"/>
                <a:gd name="csY354" fmla="*/ 257496 h 560854"/>
                <a:gd name="csX355" fmla="*/ 955937 w 1144639"/>
                <a:gd name="csY355" fmla="*/ 259885 h 560854"/>
                <a:gd name="csX356" fmla="*/ 957370 w 1144639"/>
                <a:gd name="csY356" fmla="*/ 260363 h 560854"/>
                <a:gd name="csX357" fmla="*/ 957370 w 1144639"/>
                <a:gd name="csY357" fmla="*/ 261796 h 560854"/>
                <a:gd name="csX358" fmla="*/ 956414 w 1144639"/>
                <a:gd name="csY358" fmla="*/ 262751 h 560854"/>
                <a:gd name="csX359" fmla="*/ 954981 w 1144639"/>
                <a:gd name="csY359" fmla="*/ 261796 h 560854"/>
                <a:gd name="csX360" fmla="*/ 954981 w 1144639"/>
                <a:gd name="csY360" fmla="*/ 261796 h 560854"/>
                <a:gd name="csX361" fmla="*/ 955459 w 1144639"/>
                <a:gd name="csY361" fmla="*/ 263707 h 560854"/>
                <a:gd name="csX362" fmla="*/ 955937 w 1144639"/>
                <a:gd name="csY362" fmla="*/ 264662 h 560854"/>
                <a:gd name="csX363" fmla="*/ 955459 w 1144639"/>
                <a:gd name="csY363" fmla="*/ 266095 h 560854"/>
                <a:gd name="csX364" fmla="*/ 955459 w 1144639"/>
                <a:gd name="csY364" fmla="*/ 267051 h 560854"/>
                <a:gd name="csX365" fmla="*/ 955459 w 1144639"/>
                <a:gd name="csY365" fmla="*/ 268484 h 560854"/>
                <a:gd name="csX366" fmla="*/ 954981 w 1144639"/>
                <a:gd name="csY366" fmla="*/ 269439 h 560854"/>
                <a:gd name="csX367" fmla="*/ 955937 w 1144639"/>
                <a:gd name="csY367" fmla="*/ 274217 h 560854"/>
                <a:gd name="csX368" fmla="*/ 956892 w 1144639"/>
                <a:gd name="csY368" fmla="*/ 275650 h 560854"/>
                <a:gd name="csX369" fmla="*/ 957370 w 1144639"/>
                <a:gd name="csY369" fmla="*/ 277083 h 560854"/>
                <a:gd name="csX370" fmla="*/ 957848 w 1144639"/>
                <a:gd name="csY370" fmla="*/ 278039 h 560854"/>
                <a:gd name="csX371" fmla="*/ 957370 w 1144639"/>
                <a:gd name="csY371" fmla="*/ 278516 h 560854"/>
                <a:gd name="csX372" fmla="*/ 955937 w 1144639"/>
                <a:gd name="csY372" fmla="*/ 277561 h 560854"/>
                <a:gd name="csX373" fmla="*/ 954504 w 1144639"/>
                <a:gd name="csY373" fmla="*/ 276605 h 560854"/>
                <a:gd name="csX374" fmla="*/ 953070 w 1144639"/>
                <a:gd name="csY374" fmla="*/ 274217 h 560854"/>
                <a:gd name="csX375" fmla="*/ 952592 w 1144639"/>
                <a:gd name="csY375" fmla="*/ 273261 h 560854"/>
                <a:gd name="csX376" fmla="*/ 952592 w 1144639"/>
                <a:gd name="csY376" fmla="*/ 272783 h 560854"/>
                <a:gd name="csX377" fmla="*/ 952592 w 1144639"/>
                <a:gd name="csY377" fmla="*/ 274217 h 560854"/>
                <a:gd name="csX378" fmla="*/ 953070 w 1144639"/>
                <a:gd name="csY378" fmla="*/ 276128 h 560854"/>
                <a:gd name="csX379" fmla="*/ 957848 w 1144639"/>
                <a:gd name="csY379" fmla="*/ 280427 h 560854"/>
                <a:gd name="csX380" fmla="*/ 958803 w 1144639"/>
                <a:gd name="csY380" fmla="*/ 282338 h 560854"/>
                <a:gd name="csX381" fmla="*/ 959281 w 1144639"/>
                <a:gd name="csY381" fmla="*/ 283294 h 560854"/>
                <a:gd name="csX382" fmla="*/ 959281 w 1144639"/>
                <a:gd name="csY382" fmla="*/ 284727 h 560854"/>
                <a:gd name="csX383" fmla="*/ 957848 w 1144639"/>
                <a:gd name="csY383" fmla="*/ 283771 h 560854"/>
                <a:gd name="csX384" fmla="*/ 956892 w 1144639"/>
                <a:gd name="csY384" fmla="*/ 282816 h 560854"/>
                <a:gd name="csX385" fmla="*/ 954026 w 1144639"/>
                <a:gd name="csY385" fmla="*/ 281382 h 560854"/>
                <a:gd name="csX386" fmla="*/ 950682 w 1144639"/>
                <a:gd name="csY386" fmla="*/ 280427 h 560854"/>
                <a:gd name="csX387" fmla="*/ 948771 w 1144639"/>
                <a:gd name="csY387" fmla="*/ 277561 h 560854"/>
                <a:gd name="csX388" fmla="*/ 948771 w 1144639"/>
                <a:gd name="csY388" fmla="*/ 278994 h 560854"/>
                <a:gd name="csX389" fmla="*/ 948293 w 1144639"/>
                <a:gd name="csY389" fmla="*/ 279949 h 560854"/>
                <a:gd name="csX390" fmla="*/ 946860 w 1144639"/>
                <a:gd name="csY390" fmla="*/ 278516 h 560854"/>
                <a:gd name="csX391" fmla="*/ 946382 w 1144639"/>
                <a:gd name="csY391" fmla="*/ 277561 h 560854"/>
                <a:gd name="csX392" fmla="*/ 945904 w 1144639"/>
                <a:gd name="csY392" fmla="*/ 276605 h 560854"/>
                <a:gd name="csX393" fmla="*/ 944471 w 1144639"/>
                <a:gd name="csY393" fmla="*/ 276605 h 560854"/>
                <a:gd name="csX394" fmla="*/ 943038 w 1144639"/>
                <a:gd name="csY394" fmla="*/ 277561 h 560854"/>
                <a:gd name="csX395" fmla="*/ 941605 w 1144639"/>
                <a:gd name="csY395" fmla="*/ 277083 h 560854"/>
                <a:gd name="csX396" fmla="*/ 941127 w 1144639"/>
                <a:gd name="csY396" fmla="*/ 275172 h 560854"/>
                <a:gd name="csX397" fmla="*/ 941605 w 1144639"/>
                <a:gd name="csY397" fmla="*/ 274217 h 560854"/>
                <a:gd name="csX398" fmla="*/ 943516 w 1144639"/>
                <a:gd name="csY398" fmla="*/ 271828 h 560854"/>
                <a:gd name="csX399" fmla="*/ 944949 w 1144639"/>
                <a:gd name="csY399" fmla="*/ 270395 h 560854"/>
                <a:gd name="csX400" fmla="*/ 945427 w 1144639"/>
                <a:gd name="csY400" fmla="*/ 268484 h 560854"/>
                <a:gd name="csX401" fmla="*/ 945427 w 1144639"/>
                <a:gd name="csY401" fmla="*/ 266095 h 560854"/>
                <a:gd name="csX402" fmla="*/ 944949 w 1144639"/>
                <a:gd name="csY402" fmla="*/ 268962 h 560854"/>
                <a:gd name="csX403" fmla="*/ 943993 w 1144639"/>
                <a:gd name="csY403" fmla="*/ 269917 h 560854"/>
                <a:gd name="csX404" fmla="*/ 942560 w 1144639"/>
                <a:gd name="csY404" fmla="*/ 270873 h 560854"/>
                <a:gd name="csX405" fmla="*/ 940649 w 1144639"/>
                <a:gd name="csY405" fmla="*/ 272783 h 560854"/>
                <a:gd name="csX406" fmla="*/ 940649 w 1144639"/>
                <a:gd name="csY406" fmla="*/ 274694 h 560854"/>
                <a:gd name="csX407" fmla="*/ 939694 w 1144639"/>
                <a:gd name="csY407" fmla="*/ 277561 h 560854"/>
                <a:gd name="csX408" fmla="*/ 940649 w 1144639"/>
                <a:gd name="csY408" fmla="*/ 278516 h 560854"/>
                <a:gd name="csX409" fmla="*/ 941605 w 1144639"/>
                <a:gd name="csY409" fmla="*/ 278994 h 560854"/>
                <a:gd name="csX410" fmla="*/ 943993 w 1144639"/>
                <a:gd name="csY410" fmla="*/ 278039 h 560854"/>
                <a:gd name="csX411" fmla="*/ 944949 w 1144639"/>
                <a:gd name="csY411" fmla="*/ 278516 h 560854"/>
                <a:gd name="csX412" fmla="*/ 947815 w 1144639"/>
                <a:gd name="csY412" fmla="*/ 282338 h 560854"/>
                <a:gd name="csX413" fmla="*/ 953070 w 1144639"/>
                <a:gd name="csY413" fmla="*/ 283771 h 560854"/>
                <a:gd name="csX414" fmla="*/ 954981 w 1144639"/>
                <a:gd name="csY414" fmla="*/ 284727 h 560854"/>
                <a:gd name="csX415" fmla="*/ 956414 w 1144639"/>
                <a:gd name="csY415" fmla="*/ 286638 h 560854"/>
                <a:gd name="csX416" fmla="*/ 958803 w 1144639"/>
                <a:gd name="csY416" fmla="*/ 287593 h 560854"/>
                <a:gd name="csX417" fmla="*/ 960714 w 1144639"/>
                <a:gd name="csY417" fmla="*/ 289026 h 560854"/>
                <a:gd name="csX418" fmla="*/ 960714 w 1144639"/>
                <a:gd name="csY418" fmla="*/ 289982 h 560854"/>
                <a:gd name="csX419" fmla="*/ 960236 w 1144639"/>
                <a:gd name="csY419" fmla="*/ 291415 h 560854"/>
                <a:gd name="csX420" fmla="*/ 959758 w 1144639"/>
                <a:gd name="csY420" fmla="*/ 292848 h 560854"/>
                <a:gd name="csX421" fmla="*/ 958803 w 1144639"/>
                <a:gd name="csY421" fmla="*/ 294281 h 560854"/>
                <a:gd name="csX422" fmla="*/ 957370 w 1144639"/>
                <a:gd name="csY422" fmla="*/ 294281 h 560854"/>
                <a:gd name="csX423" fmla="*/ 955937 w 1144639"/>
                <a:gd name="csY423" fmla="*/ 293804 h 560854"/>
                <a:gd name="csX424" fmla="*/ 950204 w 1144639"/>
                <a:gd name="csY424" fmla="*/ 288071 h 560854"/>
                <a:gd name="csX425" fmla="*/ 949248 w 1144639"/>
                <a:gd name="csY425" fmla="*/ 287593 h 560854"/>
                <a:gd name="csX426" fmla="*/ 947338 w 1144639"/>
                <a:gd name="csY426" fmla="*/ 284727 h 560854"/>
                <a:gd name="csX427" fmla="*/ 944471 w 1144639"/>
                <a:gd name="csY427" fmla="*/ 282816 h 560854"/>
                <a:gd name="csX428" fmla="*/ 943993 w 1144639"/>
                <a:gd name="csY428" fmla="*/ 282816 h 560854"/>
                <a:gd name="csX429" fmla="*/ 947338 w 1144639"/>
                <a:gd name="csY429" fmla="*/ 285682 h 560854"/>
                <a:gd name="csX430" fmla="*/ 949248 w 1144639"/>
                <a:gd name="csY430" fmla="*/ 288071 h 560854"/>
                <a:gd name="csX431" fmla="*/ 951637 w 1144639"/>
                <a:gd name="csY431" fmla="*/ 290937 h 560854"/>
                <a:gd name="csX432" fmla="*/ 953548 w 1144639"/>
                <a:gd name="csY432" fmla="*/ 292370 h 560854"/>
                <a:gd name="csX433" fmla="*/ 954981 w 1144639"/>
                <a:gd name="csY433" fmla="*/ 294281 h 560854"/>
                <a:gd name="csX434" fmla="*/ 956414 w 1144639"/>
                <a:gd name="csY434" fmla="*/ 295237 h 560854"/>
                <a:gd name="csX435" fmla="*/ 959758 w 1144639"/>
                <a:gd name="csY435" fmla="*/ 296670 h 560854"/>
                <a:gd name="csX436" fmla="*/ 958325 w 1144639"/>
                <a:gd name="csY436" fmla="*/ 297625 h 560854"/>
                <a:gd name="csX437" fmla="*/ 960714 w 1144639"/>
                <a:gd name="csY437" fmla="*/ 298103 h 560854"/>
                <a:gd name="csX438" fmla="*/ 960714 w 1144639"/>
                <a:gd name="csY438" fmla="*/ 299536 h 560854"/>
                <a:gd name="csX439" fmla="*/ 960714 w 1144639"/>
                <a:gd name="csY439" fmla="*/ 301447 h 560854"/>
                <a:gd name="csX440" fmla="*/ 957848 w 1144639"/>
                <a:gd name="csY440" fmla="*/ 300970 h 560854"/>
                <a:gd name="csX441" fmla="*/ 957848 w 1144639"/>
                <a:gd name="csY441" fmla="*/ 301925 h 560854"/>
                <a:gd name="csX442" fmla="*/ 957848 w 1144639"/>
                <a:gd name="csY442" fmla="*/ 302880 h 560854"/>
                <a:gd name="csX443" fmla="*/ 956892 w 1144639"/>
                <a:gd name="csY443" fmla="*/ 303358 h 560854"/>
                <a:gd name="csX444" fmla="*/ 954981 w 1144639"/>
                <a:gd name="csY444" fmla="*/ 302403 h 560854"/>
                <a:gd name="csX445" fmla="*/ 950682 w 1144639"/>
                <a:gd name="csY445" fmla="*/ 298103 h 560854"/>
                <a:gd name="csX446" fmla="*/ 950682 w 1144639"/>
                <a:gd name="csY446" fmla="*/ 298581 h 560854"/>
                <a:gd name="csX447" fmla="*/ 951159 w 1144639"/>
                <a:gd name="csY447" fmla="*/ 299059 h 560854"/>
                <a:gd name="csX448" fmla="*/ 953548 w 1144639"/>
                <a:gd name="csY448" fmla="*/ 301925 h 560854"/>
                <a:gd name="csX449" fmla="*/ 955937 w 1144639"/>
                <a:gd name="csY449" fmla="*/ 303836 h 560854"/>
                <a:gd name="csX450" fmla="*/ 957848 w 1144639"/>
                <a:gd name="csY450" fmla="*/ 304791 h 560854"/>
                <a:gd name="csX451" fmla="*/ 959281 w 1144639"/>
                <a:gd name="csY451" fmla="*/ 306224 h 560854"/>
                <a:gd name="csX452" fmla="*/ 959758 w 1144639"/>
                <a:gd name="csY452" fmla="*/ 307180 h 560854"/>
                <a:gd name="csX453" fmla="*/ 960236 w 1144639"/>
                <a:gd name="csY453" fmla="*/ 308136 h 560854"/>
                <a:gd name="csX454" fmla="*/ 959281 w 1144639"/>
                <a:gd name="csY454" fmla="*/ 309091 h 560854"/>
                <a:gd name="csX455" fmla="*/ 957848 w 1144639"/>
                <a:gd name="csY455" fmla="*/ 309569 h 560854"/>
                <a:gd name="csX456" fmla="*/ 956892 w 1144639"/>
                <a:gd name="csY456" fmla="*/ 308613 h 560854"/>
                <a:gd name="csX457" fmla="*/ 955937 w 1144639"/>
                <a:gd name="csY457" fmla="*/ 307658 h 560854"/>
                <a:gd name="csX458" fmla="*/ 954026 w 1144639"/>
                <a:gd name="csY458" fmla="*/ 306224 h 560854"/>
                <a:gd name="csX459" fmla="*/ 953548 w 1144639"/>
                <a:gd name="csY459" fmla="*/ 304314 h 560854"/>
                <a:gd name="csX460" fmla="*/ 952115 w 1144639"/>
                <a:gd name="csY460" fmla="*/ 304791 h 560854"/>
                <a:gd name="csX461" fmla="*/ 945904 w 1144639"/>
                <a:gd name="csY461" fmla="*/ 302403 h 560854"/>
                <a:gd name="csX462" fmla="*/ 941127 w 1144639"/>
                <a:gd name="csY462" fmla="*/ 301925 h 560854"/>
                <a:gd name="csX463" fmla="*/ 941605 w 1144639"/>
                <a:gd name="csY463" fmla="*/ 302403 h 560854"/>
                <a:gd name="csX464" fmla="*/ 942082 w 1144639"/>
                <a:gd name="csY464" fmla="*/ 302880 h 560854"/>
                <a:gd name="csX465" fmla="*/ 945904 w 1144639"/>
                <a:gd name="csY465" fmla="*/ 303358 h 560854"/>
                <a:gd name="csX466" fmla="*/ 947338 w 1144639"/>
                <a:gd name="csY466" fmla="*/ 304314 h 560854"/>
                <a:gd name="csX467" fmla="*/ 950682 w 1144639"/>
                <a:gd name="csY467" fmla="*/ 305269 h 560854"/>
                <a:gd name="csX468" fmla="*/ 952592 w 1144639"/>
                <a:gd name="csY468" fmla="*/ 305747 h 560854"/>
                <a:gd name="csX469" fmla="*/ 953070 w 1144639"/>
                <a:gd name="csY469" fmla="*/ 308613 h 560854"/>
                <a:gd name="csX470" fmla="*/ 955937 w 1144639"/>
                <a:gd name="csY470" fmla="*/ 310524 h 560854"/>
                <a:gd name="csX471" fmla="*/ 955937 w 1144639"/>
                <a:gd name="csY471" fmla="*/ 311957 h 560854"/>
                <a:gd name="csX472" fmla="*/ 957848 w 1144639"/>
                <a:gd name="csY472" fmla="*/ 311957 h 560854"/>
                <a:gd name="csX473" fmla="*/ 961192 w 1144639"/>
                <a:gd name="csY473" fmla="*/ 310524 h 560854"/>
                <a:gd name="csX474" fmla="*/ 963103 w 1144639"/>
                <a:gd name="csY474" fmla="*/ 311002 h 560854"/>
                <a:gd name="csX475" fmla="*/ 965969 w 1144639"/>
                <a:gd name="csY475" fmla="*/ 311480 h 560854"/>
                <a:gd name="csX476" fmla="*/ 966447 w 1144639"/>
                <a:gd name="csY476" fmla="*/ 312435 h 560854"/>
                <a:gd name="csX477" fmla="*/ 966924 w 1144639"/>
                <a:gd name="csY477" fmla="*/ 314824 h 560854"/>
                <a:gd name="csX478" fmla="*/ 967880 w 1144639"/>
                <a:gd name="csY478" fmla="*/ 317212 h 560854"/>
                <a:gd name="csX479" fmla="*/ 970746 w 1144639"/>
                <a:gd name="csY479" fmla="*/ 326767 h 560854"/>
                <a:gd name="csX480" fmla="*/ 974568 w 1144639"/>
                <a:gd name="csY480" fmla="*/ 334888 h 560854"/>
                <a:gd name="csX481" fmla="*/ 975046 w 1144639"/>
                <a:gd name="csY481" fmla="*/ 335844 h 560854"/>
                <a:gd name="csX482" fmla="*/ 974090 w 1144639"/>
                <a:gd name="csY482" fmla="*/ 334888 h 560854"/>
                <a:gd name="csX483" fmla="*/ 971224 w 1144639"/>
                <a:gd name="csY483" fmla="*/ 329633 h 560854"/>
                <a:gd name="csX484" fmla="*/ 969791 w 1144639"/>
                <a:gd name="csY484" fmla="*/ 325812 h 560854"/>
                <a:gd name="csX485" fmla="*/ 967880 w 1144639"/>
                <a:gd name="csY485" fmla="*/ 319123 h 560854"/>
                <a:gd name="csX486" fmla="*/ 967402 w 1144639"/>
                <a:gd name="csY486" fmla="*/ 317690 h 560854"/>
                <a:gd name="csX487" fmla="*/ 966924 w 1144639"/>
                <a:gd name="csY487" fmla="*/ 317212 h 560854"/>
                <a:gd name="csX488" fmla="*/ 966447 w 1144639"/>
                <a:gd name="csY488" fmla="*/ 317690 h 560854"/>
                <a:gd name="csX489" fmla="*/ 966447 w 1144639"/>
                <a:gd name="csY489" fmla="*/ 318646 h 560854"/>
                <a:gd name="csX490" fmla="*/ 966447 w 1144639"/>
                <a:gd name="csY490" fmla="*/ 319123 h 560854"/>
                <a:gd name="csX491" fmla="*/ 965969 w 1144639"/>
                <a:gd name="csY491" fmla="*/ 321512 h 560854"/>
                <a:gd name="csX492" fmla="*/ 966447 w 1144639"/>
                <a:gd name="csY492" fmla="*/ 322467 h 560854"/>
                <a:gd name="csX493" fmla="*/ 967402 w 1144639"/>
                <a:gd name="csY493" fmla="*/ 323423 h 560854"/>
                <a:gd name="csX494" fmla="*/ 968357 w 1144639"/>
                <a:gd name="csY494" fmla="*/ 325812 h 560854"/>
                <a:gd name="csX495" fmla="*/ 969313 w 1144639"/>
                <a:gd name="csY495" fmla="*/ 329633 h 560854"/>
                <a:gd name="csX496" fmla="*/ 968357 w 1144639"/>
                <a:gd name="csY496" fmla="*/ 328200 h 560854"/>
                <a:gd name="csX497" fmla="*/ 966924 w 1144639"/>
                <a:gd name="csY497" fmla="*/ 327245 h 560854"/>
                <a:gd name="csX498" fmla="*/ 964536 w 1144639"/>
                <a:gd name="csY498" fmla="*/ 326767 h 560854"/>
                <a:gd name="csX499" fmla="*/ 963103 w 1144639"/>
                <a:gd name="csY499" fmla="*/ 325812 h 560854"/>
                <a:gd name="csX500" fmla="*/ 963103 w 1144639"/>
                <a:gd name="csY500" fmla="*/ 327245 h 560854"/>
                <a:gd name="csX501" fmla="*/ 962625 w 1144639"/>
                <a:gd name="csY501" fmla="*/ 328678 h 560854"/>
                <a:gd name="csX502" fmla="*/ 961669 w 1144639"/>
                <a:gd name="csY502" fmla="*/ 328200 h 560854"/>
                <a:gd name="csX503" fmla="*/ 960714 w 1144639"/>
                <a:gd name="csY503" fmla="*/ 327722 h 560854"/>
                <a:gd name="csX504" fmla="*/ 961192 w 1144639"/>
                <a:gd name="csY504" fmla="*/ 329633 h 560854"/>
                <a:gd name="csX505" fmla="*/ 959281 w 1144639"/>
                <a:gd name="csY505" fmla="*/ 329155 h 560854"/>
                <a:gd name="csX506" fmla="*/ 958325 w 1144639"/>
                <a:gd name="csY506" fmla="*/ 329155 h 560854"/>
                <a:gd name="csX507" fmla="*/ 957370 w 1144639"/>
                <a:gd name="csY507" fmla="*/ 330589 h 560854"/>
                <a:gd name="csX508" fmla="*/ 956414 w 1144639"/>
                <a:gd name="csY508" fmla="*/ 331544 h 560854"/>
                <a:gd name="csX509" fmla="*/ 954981 w 1144639"/>
                <a:gd name="csY509" fmla="*/ 331544 h 560854"/>
                <a:gd name="csX510" fmla="*/ 952592 w 1144639"/>
                <a:gd name="csY510" fmla="*/ 330111 h 560854"/>
                <a:gd name="csX511" fmla="*/ 951637 w 1144639"/>
                <a:gd name="csY511" fmla="*/ 328678 h 560854"/>
                <a:gd name="csX512" fmla="*/ 951159 w 1144639"/>
                <a:gd name="csY512" fmla="*/ 326767 h 560854"/>
                <a:gd name="csX513" fmla="*/ 951159 w 1144639"/>
                <a:gd name="csY513" fmla="*/ 329155 h 560854"/>
                <a:gd name="csX514" fmla="*/ 951637 w 1144639"/>
                <a:gd name="csY514" fmla="*/ 331066 h 560854"/>
                <a:gd name="csX515" fmla="*/ 951637 w 1144639"/>
                <a:gd name="csY515" fmla="*/ 332977 h 560854"/>
                <a:gd name="csX516" fmla="*/ 953548 w 1144639"/>
                <a:gd name="csY516" fmla="*/ 333455 h 560854"/>
                <a:gd name="csX517" fmla="*/ 955937 w 1144639"/>
                <a:gd name="csY517" fmla="*/ 332977 h 560854"/>
                <a:gd name="csX518" fmla="*/ 958803 w 1144639"/>
                <a:gd name="csY518" fmla="*/ 332977 h 560854"/>
                <a:gd name="csX519" fmla="*/ 960714 w 1144639"/>
                <a:gd name="csY519" fmla="*/ 332977 h 560854"/>
                <a:gd name="csX520" fmla="*/ 961669 w 1144639"/>
                <a:gd name="csY520" fmla="*/ 332022 h 560854"/>
                <a:gd name="csX521" fmla="*/ 964536 w 1144639"/>
                <a:gd name="csY521" fmla="*/ 332500 h 560854"/>
                <a:gd name="csX522" fmla="*/ 964536 w 1144639"/>
                <a:gd name="csY522" fmla="*/ 334888 h 560854"/>
                <a:gd name="csX523" fmla="*/ 964536 w 1144639"/>
                <a:gd name="csY523" fmla="*/ 336799 h 560854"/>
                <a:gd name="csX524" fmla="*/ 964058 w 1144639"/>
                <a:gd name="csY524" fmla="*/ 338710 h 560854"/>
                <a:gd name="csX525" fmla="*/ 965014 w 1144639"/>
                <a:gd name="csY525" fmla="*/ 338710 h 560854"/>
                <a:gd name="csX526" fmla="*/ 965969 w 1144639"/>
                <a:gd name="csY526" fmla="*/ 338232 h 560854"/>
                <a:gd name="csX527" fmla="*/ 966447 w 1144639"/>
                <a:gd name="csY527" fmla="*/ 334411 h 560854"/>
                <a:gd name="csX528" fmla="*/ 968835 w 1144639"/>
                <a:gd name="csY528" fmla="*/ 332977 h 560854"/>
                <a:gd name="csX529" fmla="*/ 969791 w 1144639"/>
                <a:gd name="csY529" fmla="*/ 332977 h 560854"/>
                <a:gd name="csX530" fmla="*/ 970269 w 1144639"/>
                <a:gd name="csY530" fmla="*/ 334411 h 560854"/>
                <a:gd name="csX531" fmla="*/ 970746 w 1144639"/>
                <a:gd name="csY531" fmla="*/ 335366 h 560854"/>
                <a:gd name="csX532" fmla="*/ 970746 w 1144639"/>
                <a:gd name="csY532" fmla="*/ 337277 h 560854"/>
                <a:gd name="csX533" fmla="*/ 970269 w 1144639"/>
                <a:gd name="csY533" fmla="*/ 339666 h 560854"/>
                <a:gd name="csX534" fmla="*/ 966447 w 1144639"/>
                <a:gd name="csY534" fmla="*/ 343010 h 560854"/>
                <a:gd name="csX535" fmla="*/ 963580 w 1144639"/>
                <a:gd name="csY535" fmla="*/ 345876 h 560854"/>
                <a:gd name="csX536" fmla="*/ 962625 w 1144639"/>
                <a:gd name="csY536" fmla="*/ 346354 h 560854"/>
                <a:gd name="csX537" fmla="*/ 960236 w 1144639"/>
                <a:gd name="csY537" fmla="*/ 345876 h 560854"/>
                <a:gd name="csX538" fmla="*/ 958325 w 1144639"/>
                <a:gd name="csY538" fmla="*/ 345398 h 560854"/>
                <a:gd name="csX539" fmla="*/ 956892 w 1144639"/>
                <a:gd name="csY539" fmla="*/ 345398 h 560854"/>
                <a:gd name="csX540" fmla="*/ 955937 w 1144639"/>
                <a:gd name="csY540" fmla="*/ 345398 h 560854"/>
                <a:gd name="csX541" fmla="*/ 955459 w 1144639"/>
                <a:gd name="csY541" fmla="*/ 344443 h 560854"/>
                <a:gd name="csX542" fmla="*/ 955459 w 1144639"/>
                <a:gd name="csY542" fmla="*/ 343010 h 560854"/>
                <a:gd name="csX543" fmla="*/ 954504 w 1144639"/>
                <a:gd name="csY543" fmla="*/ 342532 h 560854"/>
                <a:gd name="csX544" fmla="*/ 953548 w 1144639"/>
                <a:gd name="csY544" fmla="*/ 342532 h 560854"/>
                <a:gd name="csX545" fmla="*/ 953070 w 1144639"/>
                <a:gd name="csY545" fmla="*/ 344443 h 560854"/>
                <a:gd name="csX546" fmla="*/ 951159 w 1144639"/>
                <a:gd name="csY546" fmla="*/ 344443 h 560854"/>
                <a:gd name="csX547" fmla="*/ 948293 w 1144639"/>
                <a:gd name="csY547" fmla="*/ 343965 h 560854"/>
                <a:gd name="csX548" fmla="*/ 945427 w 1144639"/>
                <a:gd name="csY548" fmla="*/ 342532 h 560854"/>
                <a:gd name="csX549" fmla="*/ 946382 w 1144639"/>
                <a:gd name="csY549" fmla="*/ 343965 h 560854"/>
                <a:gd name="csX550" fmla="*/ 954026 w 1144639"/>
                <a:gd name="csY550" fmla="*/ 346831 h 560854"/>
                <a:gd name="csX551" fmla="*/ 954981 w 1144639"/>
                <a:gd name="csY551" fmla="*/ 347309 h 560854"/>
                <a:gd name="csX552" fmla="*/ 955937 w 1144639"/>
                <a:gd name="csY552" fmla="*/ 348265 h 560854"/>
                <a:gd name="csX553" fmla="*/ 954504 w 1144639"/>
                <a:gd name="csY553" fmla="*/ 349698 h 560854"/>
                <a:gd name="csX554" fmla="*/ 954026 w 1144639"/>
                <a:gd name="csY554" fmla="*/ 350653 h 560854"/>
                <a:gd name="csX555" fmla="*/ 953548 w 1144639"/>
                <a:gd name="csY555" fmla="*/ 352087 h 560854"/>
                <a:gd name="csX556" fmla="*/ 953548 w 1144639"/>
                <a:gd name="csY556" fmla="*/ 352564 h 560854"/>
                <a:gd name="csX557" fmla="*/ 950204 w 1144639"/>
                <a:gd name="csY557" fmla="*/ 354475 h 560854"/>
                <a:gd name="csX558" fmla="*/ 948771 w 1144639"/>
                <a:gd name="csY558" fmla="*/ 353997 h 560854"/>
                <a:gd name="csX559" fmla="*/ 944471 w 1144639"/>
                <a:gd name="csY559" fmla="*/ 350653 h 560854"/>
                <a:gd name="csX560" fmla="*/ 946382 w 1144639"/>
                <a:gd name="csY560" fmla="*/ 353520 h 560854"/>
                <a:gd name="csX561" fmla="*/ 948293 w 1144639"/>
                <a:gd name="csY561" fmla="*/ 354953 h 560854"/>
                <a:gd name="csX562" fmla="*/ 951159 w 1144639"/>
                <a:gd name="csY562" fmla="*/ 355431 h 560854"/>
                <a:gd name="csX563" fmla="*/ 956892 w 1144639"/>
                <a:gd name="csY563" fmla="*/ 354475 h 560854"/>
                <a:gd name="csX564" fmla="*/ 958803 w 1144639"/>
                <a:gd name="csY564" fmla="*/ 355431 h 560854"/>
                <a:gd name="csX565" fmla="*/ 957370 w 1144639"/>
                <a:gd name="csY565" fmla="*/ 357819 h 560854"/>
                <a:gd name="csX566" fmla="*/ 955459 w 1144639"/>
                <a:gd name="csY566" fmla="*/ 359253 h 560854"/>
                <a:gd name="csX567" fmla="*/ 953548 w 1144639"/>
                <a:gd name="csY567" fmla="*/ 359253 h 560854"/>
                <a:gd name="csX568" fmla="*/ 952115 w 1144639"/>
                <a:gd name="csY568" fmla="*/ 359730 h 560854"/>
                <a:gd name="csX569" fmla="*/ 951159 w 1144639"/>
                <a:gd name="csY569" fmla="*/ 360686 h 560854"/>
                <a:gd name="csX570" fmla="*/ 950204 w 1144639"/>
                <a:gd name="csY570" fmla="*/ 360686 h 560854"/>
                <a:gd name="csX571" fmla="*/ 948293 w 1144639"/>
                <a:gd name="csY571" fmla="*/ 360686 h 560854"/>
                <a:gd name="csX572" fmla="*/ 944949 w 1144639"/>
                <a:gd name="csY572" fmla="*/ 360686 h 560854"/>
                <a:gd name="csX573" fmla="*/ 943516 w 1144639"/>
                <a:gd name="csY573" fmla="*/ 360686 h 560854"/>
                <a:gd name="csX574" fmla="*/ 941127 w 1144639"/>
                <a:gd name="csY574" fmla="*/ 362596 h 560854"/>
                <a:gd name="csX575" fmla="*/ 940172 w 1144639"/>
                <a:gd name="csY575" fmla="*/ 363074 h 560854"/>
                <a:gd name="csX576" fmla="*/ 938739 w 1144639"/>
                <a:gd name="csY576" fmla="*/ 362596 h 560854"/>
                <a:gd name="csX577" fmla="*/ 938261 w 1144639"/>
                <a:gd name="csY577" fmla="*/ 361163 h 560854"/>
                <a:gd name="csX578" fmla="*/ 937783 w 1144639"/>
                <a:gd name="csY578" fmla="*/ 360208 h 560854"/>
                <a:gd name="csX579" fmla="*/ 937783 w 1144639"/>
                <a:gd name="csY579" fmla="*/ 363074 h 560854"/>
                <a:gd name="csX580" fmla="*/ 938261 w 1144639"/>
                <a:gd name="csY580" fmla="*/ 364030 h 560854"/>
                <a:gd name="csX581" fmla="*/ 938739 w 1144639"/>
                <a:gd name="csY581" fmla="*/ 364508 h 560854"/>
                <a:gd name="csX582" fmla="*/ 935872 w 1144639"/>
                <a:gd name="csY582" fmla="*/ 366419 h 560854"/>
                <a:gd name="csX583" fmla="*/ 933006 w 1144639"/>
                <a:gd name="csY583" fmla="*/ 368329 h 560854"/>
                <a:gd name="csX584" fmla="*/ 932050 w 1144639"/>
                <a:gd name="csY584" fmla="*/ 368807 h 560854"/>
                <a:gd name="csX585" fmla="*/ 931095 w 1144639"/>
                <a:gd name="csY585" fmla="*/ 369762 h 560854"/>
                <a:gd name="csX586" fmla="*/ 929184 w 1144639"/>
                <a:gd name="csY586" fmla="*/ 373107 h 560854"/>
                <a:gd name="csX587" fmla="*/ 928228 w 1144639"/>
                <a:gd name="csY587" fmla="*/ 375018 h 560854"/>
                <a:gd name="csX588" fmla="*/ 927750 w 1144639"/>
                <a:gd name="csY588" fmla="*/ 377406 h 560854"/>
                <a:gd name="csX589" fmla="*/ 927750 w 1144639"/>
                <a:gd name="csY589" fmla="*/ 376451 h 560854"/>
                <a:gd name="csX590" fmla="*/ 927750 w 1144639"/>
                <a:gd name="csY590" fmla="*/ 374540 h 560854"/>
                <a:gd name="csX591" fmla="*/ 927273 w 1144639"/>
                <a:gd name="csY591" fmla="*/ 372629 h 560854"/>
                <a:gd name="csX592" fmla="*/ 926795 w 1144639"/>
                <a:gd name="csY592" fmla="*/ 376451 h 560854"/>
                <a:gd name="csX593" fmla="*/ 925840 w 1144639"/>
                <a:gd name="csY593" fmla="*/ 378362 h 560854"/>
                <a:gd name="csX594" fmla="*/ 918196 w 1144639"/>
                <a:gd name="csY594" fmla="*/ 377884 h 560854"/>
                <a:gd name="csX595" fmla="*/ 914852 w 1144639"/>
                <a:gd name="csY595" fmla="*/ 378839 h 560854"/>
                <a:gd name="csX596" fmla="*/ 909597 w 1144639"/>
                <a:gd name="csY596" fmla="*/ 382184 h 560854"/>
                <a:gd name="csX597" fmla="*/ 908164 w 1144639"/>
                <a:gd name="csY597" fmla="*/ 383617 h 560854"/>
                <a:gd name="csX598" fmla="*/ 903864 w 1144639"/>
                <a:gd name="csY598" fmla="*/ 389350 h 560854"/>
                <a:gd name="csX599" fmla="*/ 902431 w 1144639"/>
                <a:gd name="csY599" fmla="*/ 392694 h 560854"/>
                <a:gd name="csX600" fmla="*/ 901475 w 1144639"/>
                <a:gd name="csY600" fmla="*/ 391260 h 560854"/>
                <a:gd name="csX601" fmla="*/ 901953 w 1144639"/>
                <a:gd name="csY601" fmla="*/ 389827 h 560854"/>
                <a:gd name="csX602" fmla="*/ 901953 w 1144639"/>
                <a:gd name="csY602" fmla="*/ 389350 h 560854"/>
                <a:gd name="csX603" fmla="*/ 900998 w 1144639"/>
                <a:gd name="csY603" fmla="*/ 390783 h 560854"/>
                <a:gd name="csX604" fmla="*/ 901953 w 1144639"/>
                <a:gd name="csY604" fmla="*/ 393649 h 560854"/>
                <a:gd name="csX605" fmla="*/ 900998 w 1144639"/>
                <a:gd name="csY605" fmla="*/ 395082 h 560854"/>
                <a:gd name="csX606" fmla="*/ 898131 w 1144639"/>
                <a:gd name="csY606" fmla="*/ 396993 h 560854"/>
                <a:gd name="csX607" fmla="*/ 896698 w 1144639"/>
                <a:gd name="csY607" fmla="*/ 397471 h 560854"/>
                <a:gd name="csX608" fmla="*/ 894787 w 1144639"/>
                <a:gd name="csY608" fmla="*/ 397949 h 560854"/>
                <a:gd name="csX609" fmla="*/ 894309 w 1144639"/>
                <a:gd name="csY609" fmla="*/ 399860 h 560854"/>
                <a:gd name="csX610" fmla="*/ 891921 w 1144639"/>
                <a:gd name="csY610" fmla="*/ 401770 h 560854"/>
                <a:gd name="csX611" fmla="*/ 890488 w 1144639"/>
                <a:gd name="csY611" fmla="*/ 402248 h 560854"/>
                <a:gd name="csX612" fmla="*/ 888099 w 1144639"/>
                <a:gd name="csY612" fmla="*/ 401770 h 560854"/>
                <a:gd name="csX613" fmla="*/ 888577 w 1144639"/>
                <a:gd name="csY613" fmla="*/ 403681 h 560854"/>
                <a:gd name="csX614" fmla="*/ 887621 w 1144639"/>
                <a:gd name="csY614" fmla="*/ 405115 h 560854"/>
                <a:gd name="csX615" fmla="*/ 886188 w 1144639"/>
                <a:gd name="csY615" fmla="*/ 406070 h 560854"/>
                <a:gd name="csX616" fmla="*/ 884277 w 1144639"/>
                <a:gd name="csY616" fmla="*/ 406548 h 560854"/>
                <a:gd name="csX617" fmla="*/ 882844 w 1144639"/>
                <a:gd name="csY617" fmla="*/ 406548 h 560854"/>
                <a:gd name="csX618" fmla="*/ 881889 w 1144639"/>
                <a:gd name="csY618" fmla="*/ 407026 h 560854"/>
                <a:gd name="csX619" fmla="*/ 881411 w 1144639"/>
                <a:gd name="csY619" fmla="*/ 407981 h 560854"/>
                <a:gd name="csX620" fmla="*/ 879500 w 1144639"/>
                <a:gd name="csY620" fmla="*/ 408459 h 560854"/>
                <a:gd name="csX621" fmla="*/ 877589 w 1144639"/>
                <a:gd name="csY621" fmla="*/ 407981 h 560854"/>
                <a:gd name="csX622" fmla="*/ 875200 w 1144639"/>
                <a:gd name="csY622" fmla="*/ 407981 h 560854"/>
                <a:gd name="csX623" fmla="*/ 873767 w 1144639"/>
                <a:gd name="csY623" fmla="*/ 408459 h 560854"/>
                <a:gd name="csX624" fmla="*/ 876156 w 1144639"/>
                <a:gd name="csY624" fmla="*/ 408936 h 560854"/>
                <a:gd name="csX625" fmla="*/ 877111 w 1144639"/>
                <a:gd name="csY625" fmla="*/ 410369 h 560854"/>
                <a:gd name="csX626" fmla="*/ 877111 w 1144639"/>
                <a:gd name="csY626" fmla="*/ 411803 h 560854"/>
                <a:gd name="csX627" fmla="*/ 876156 w 1144639"/>
                <a:gd name="csY627" fmla="*/ 412280 h 560854"/>
                <a:gd name="csX628" fmla="*/ 875200 w 1144639"/>
                <a:gd name="csY628" fmla="*/ 413236 h 560854"/>
                <a:gd name="csX629" fmla="*/ 874723 w 1144639"/>
                <a:gd name="csY629" fmla="*/ 413236 h 560854"/>
                <a:gd name="csX630" fmla="*/ 874245 w 1144639"/>
                <a:gd name="csY630" fmla="*/ 412280 h 560854"/>
                <a:gd name="csX631" fmla="*/ 873767 w 1144639"/>
                <a:gd name="csY631" fmla="*/ 410847 h 560854"/>
                <a:gd name="csX632" fmla="*/ 873290 w 1144639"/>
                <a:gd name="csY632" fmla="*/ 411325 h 560854"/>
                <a:gd name="csX633" fmla="*/ 872812 w 1144639"/>
                <a:gd name="csY633" fmla="*/ 411803 h 560854"/>
                <a:gd name="csX634" fmla="*/ 872334 w 1144639"/>
                <a:gd name="csY634" fmla="*/ 412280 h 560854"/>
                <a:gd name="csX635" fmla="*/ 870423 w 1144639"/>
                <a:gd name="csY635" fmla="*/ 409892 h 560854"/>
                <a:gd name="csX636" fmla="*/ 870901 w 1144639"/>
                <a:gd name="csY636" fmla="*/ 411325 h 560854"/>
                <a:gd name="csX637" fmla="*/ 871378 w 1144639"/>
                <a:gd name="csY637" fmla="*/ 412758 h 560854"/>
                <a:gd name="csX638" fmla="*/ 871856 w 1144639"/>
                <a:gd name="csY638" fmla="*/ 413714 h 560854"/>
                <a:gd name="csX639" fmla="*/ 872812 w 1144639"/>
                <a:gd name="csY639" fmla="*/ 414192 h 560854"/>
                <a:gd name="csX640" fmla="*/ 872812 w 1144639"/>
                <a:gd name="csY640" fmla="*/ 414669 h 560854"/>
                <a:gd name="csX641" fmla="*/ 871378 w 1144639"/>
                <a:gd name="csY641" fmla="*/ 416102 h 560854"/>
                <a:gd name="csX642" fmla="*/ 870901 w 1144639"/>
                <a:gd name="csY642" fmla="*/ 416580 h 560854"/>
                <a:gd name="csX643" fmla="*/ 869945 w 1144639"/>
                <a:gd name="csY643" fmla="*/ 417058 h 560854"/>
                <a:gd name="csX644" fmla="*/ 868990 w 1144639"/>
                <a:gd name="csY644" fmla="*/ 418013 h 560854"/>
                <a:gd name="csX645" fmla="*/ 869468 w 1144639"/>
                <a:gd name="csY645" fmla="*/ 418491 h 560854"/>
                <a:gd name="csX646" fmla="*/ 868034 w 1144639"/>
                <a:gd name="csY646" fmla="*/ 420402 h 560854"/>
                <a:gd name="csX647" fmla="*/ 865646 w 1144639"/>
                <a:gd name="csY647" fmla="*/ 421835 h 560854"/>
                <a:gd name="csX648" fmla="*/ 865168 w 1144639"/>
                <a:gd name="csY648" fmla="*/ 421835 h 560854"/>
                <a:gd name="csX649" fmla="*/ 864690 w 1144639"/>
                <a:gd name="csY649" fmla="*/ 421835 h 560854"/>
                <a:gd name="csX650" fmla="*/ 864690 w 1144639"/>
                <a:gd name="csY650" fmla="*/ 422791 h 560854"/>
                <a:gd name="csX651" fmla="*/ 865646 w 1144639"/>
                <a:gd name="csY651" fmla="*/ 423268 h 560854"/>
                <a:gd name="csX652" fmla="*/ 865168 w 1144639"/>
                <a:gd name="csY652" fmla="*/ 423746 h 560854"/>
                <a:gd name="csX653" fmla="*/ 864690 w 1144639"/>
                <a:gd name="csY653" fmla="*/ 424701 h 560854"/>
                <a:gd name="csX654" fmla="*/ 863735 w 1144639"/>
                <a:gd name="csY654" fmla="*/ 424701 h 560854"/>
                <a:gd name="csX655" fmla="*/ 862779 w 1144639"/>
                <a:gd name="csY655" fmla="*/ 425657 h 560854"/>
                <a:gd name="csX656" fmla="*/ 863257 w 1144639"/>
                <a:gd name="csY656" fmla="*/ 426612 h 560854"/>
                <a:gd name="csX657" fmla="*/ 863257 w 1144639"/>
                <a:gd name="csY657" fmla="*/ 427090 h 560854"/>
                <a:gd name="csX658" fmla="*/ 863257 w 1144639"/>
                <a:gd name="csY658" fmla="*/ 427568 h 560854"/>
                <a:gd name="csX659" fmla="*/ 861824 w 1144639"/>
                <a:gd name="csY659" fmla="*/ 428523 h 560854"/>
                <a:gd name="csX660" fmla="*/ 861346 w 1144639"/>
                <a:gd name="csY660" fmla="*/ 429001 h 560854"/>
                <a:gd name="csX661" fmla="*/ 862302 w 1144639"/>
                <a:gd name="csY661" fmla="*/ 429479 h 560854"/>
                <a:gd name="csX662" fmla="*/ 862779 w 1144639"/>
                <a:gd name="csY662" fmla="*/ 429001 h 560854"/>
                <a:gd name="csX663" fmla="*/ 863257 w 1144639"/>
                <a:gd name="csY663" fmla="*/ 429479 h 560854"/>
                <a:gd name="csX664" fmla="*/ 862302 w 1144639"/>
                <a:gd name="csY664" fmla="*/ 430434 h 560854"/>
                <a:gd name="csX665" fmla="*/ 861824 w 1144639"/>
                <a:gd name="csY665" fmla="*/ 431390 h 560854"/>
                <a:gd name="csX666" fmla="*/ 860868 w 1144639"/>
                <a:gd name="csY666" fmla="*/ 432823 h 560854"/>
                <a:gd name="csX667" fmla="*/ 859435 w 1144639"/>
                <a:gd name="csY667" fmla="*/ 433301 h 560854"/>
                <a:gd name="csX668" fmla="*/ 859435 w 1144639"/>
                <a:gd name="csY668" fmla="*/ 433301 h 560854"/>
                <a:gd name="csX669" fmla="*/ 860391 w 1144639"/>
                <a:gd name="csY669" fmla="*/ 433778 h 560854"/>
                <a:gd name="csX670" fmla="*/ 860868 w 1144639"/>
                <a:gd name="csY670" fmla="*/ 435211 h 560854"/>
                <a:gd name="csX671" fmla="*/ 859435 w 1144639"/>
                <a:gd name="csY671" fmla="*/ 437122 h 560854"/>
                <a:gd name="csX672" fmla="*/ 858480 w 1144639"/>
                <a:gd name="csY672" fmla="*/ 436645 h 560854"/>
                <a:gd name="csX673" fmla="*/ 858002 w 1144639"/>
                <a:gd name="csY673" fmla="*/ 436167 h 560854"/>
                <a:gd name="csX674" fmla="*/ 857524 w 1144639"/>
                <a:gd name="csY674" fmla="*/ 438078 h 560854"/>
                <a:gd name="csX675" fmla="*/ 857524 w 1144639"/>
                <a:gd name="csY675" fmla="*/ 438556 h 560854"/>
                <a:gd name="csX676" fmla="*/ 857524 w 1144639"/>
                <a:gd name="csY676" fmla="*/ 440467 h 560854"/>
                <a:gd name="csX677" fmla="*/ 856569 w 1144639"/>
                <a:gd name="csY677" fmla="*/ 442377 h 560854"/>
                <a:gd name="csX678" fmla="*/ 856569 w 1144639"/>
                <a:gd name="csY678" fmla="*/ 443333 h 560854"/>
                <a:gd name="csX679" fmla="*/ 856569 w 1144639"/>
                <a:gd name="csY679" fmla="*/ 444766 h 560854"/>
                <a:gd name="csX680" fmla="*/ 856569 w 1144639"/>
                <a:gd name="csY680" fmla="*/ 446199 h 560854"/>
                <a:gd name="csX681" fmla="*/ 857524 w 1144639"/>
                <a:gd name="csY681" fmla="*/ 448110 h 560854"/>
                <a:gd name="csX682" fmla="*/ 858958 w 1144639"/>
                <a:gd name="csY682" fmla="*/ 455754 h 560854"/>
                <a:gd name="csX683" fmla="*/ 859913 w 1144639"/>
                <a:gd name="csY683" fmla="*/ 458620 h 560854"/>
                <a:gd name="csX684" fmla="*/ 861824 w 1144639"/>
                <a:gd name="csY684" fmla="*/ 465786 h 560854"/>
                <a:gd name="csX685" fmla="*/ 864690 w 1144639"/>
                <a:gd name="csY685" fmla="*/ 472952 h 560854"/>
                <a:gd name="csX686" fmla="*/ 868512 w 1144639"/>
                <a:gd name="csY686" fmla="*/ 481551 h 560854"/>
                <a:gd name="csX687" fmla="*/ 875200 w 1144639"/>
                <a:gd name="csY687" fmla="*/ 491583 h 560854"/>
                <a:gd name="csX688" fmla="*/ 876156 w 1144639"/>
                <a:gd name="csY688" fmla="*/ 493017 h 560854"/>
                <a:gd name="csX689" fmla="*/ 875200 w 1144639"/>
                <a:gd name="csY689" fmla="*/ 493972 h 560854"/>
                <a:gd name="csX690" fmla="*/ 875200 w 1144639"/>
                <a:gd name="csY690" fmla="*/ 495406 h 560854"/>
                <a:gd name="csX691" fmla="*/ 874723 w 1144639"/>
                <a:gd name="csY691" fmla="*/ 497316 h 560854"/>
                <a:gd name="csX692" fmla="*/ 875200 w 1144639"/>
                <a:gd name="csY692" fmla="*/ 499227 h 560854"/>
                <a:gd name="csX693" fmla="*/ 876156 w 1144639"/>
                <a:gd name="csY693" fmla="*/ 501616 h 560854"/>
                <a:gd name="csX694" fmla="*/ 877589 w 1144639"/>
                <a:gd name="csY694" fmla="*/ 504960 h 560854"/>
                <a:gd name="csX695" fmla="*/ 876634 w 1144639"/>
                <a:gd name="csY695" fmla="*/ 504482 h 560854"/>
                <a:gd name="csX696" fmla="*/ 874245 w 1144639"/>
                <a:gd name="csY696" fmla="*/ 499227 h 560854"/>
                <a:gd name="csX697" fmla="*/ 874245 w 1144639"/>
                <a:gd name="csY697" fmla="*/ 496361 h 560854"/>
                <a:gd name="csX698" fmla="*/ 874723 w 1144639"/>
                <a:gd name="csY698" fmla="*/ 492061 h 560854"/>
                <a:gd name="csX699" fmla="*/ 873767 w 1144639"/>
                <a:gd name="csY699" fmla="*/ 492539 h 560854"/>
                <a:gd name="csX700" fmla="*/ 873767 w 1144639"/>
                <a:gd name="csY700" fmla="*/ 493494 h 560854"/>
                <a:gd name="csX701" fmla="*/ 873290 w 1144639"/>
                <a:gd name="csY701" fmla="*/ 495406 h 560854"/>
                <a:gd name="csX702" fmla="*/ 872812 w 1144639"/>
                <a:gd name="csY702" fmla="*/ 495883 h 560854"/>
                <a:gd name="csX703" fmla="*/ 871856 w 1144639"/>
                <a:gd name="csY703" fmla="*/ 493494 h 560854"/>
                <a:gd name="csX704" fmla="*/ 871856 w 1144639"/>
                <a:gd name="csY704" fmla="*/ 492539 h 560854"/>
                <a:gd name="csX705" fmla="*/ 872812 w 1144639"/>
                <a:gd name="csY705" fmla="*/ 491106 h 560854"/>
                <a:gd name="csX706" fmla="*/ 872812 w 1144639"/>
                <a:gd name="csY706" fmla="*/ 490628 h 560854"/>
                <a:gd name="csX707" fmla="*/ 871378 w 1144639"/>
                <a:gd name="csY707" fmla="*/ 490150 h 560854"/>
                <a:gd name="csX708" fmla="*/ 870901 w 1144639"/>
                <a:gd name="csY708" fmla="*/ 488717 h 560854"/>
                <a:gd name="csX709" fmla="*/ 871378 w 1144639"/>
                <a:gd name="csY709" fmla="*/ 487762 h 560854"/>
                <a:gd name="csX710" fmla="*/ 870423 w 1144639"/>
                <a:gd name="csY710" fmla="*/ 487284 h 560854"/>
                <a:gd name="csX711" fmla="*/ 869945 w 1144639"/>
                <a:gd name="csY711" fmla="*/ 487284 h 560854"/>
                <a:gd name="csX712" fmla="*/ 870423 w 1144639"/>
                <a:gd name="csY712" fmla="*/ 490150 h 560854"/>
                <a:gd name="csX713" fmla="*/ 870901 w 1144639"/>
                <a:gd name="csY713" fmla="*/ 491583 h 560854"/>
                <a:gd name="csX714" fmla="*/ 871856 w 1144639"/>
                <a:gd name="csY714" fmla="*/ 494928 h 560854"/>
                <a:gd name="csX715" fmla="*/ 872812 w 1144639"/>
                <a:gd name="csY715" fmla="*/ 497316 h 560854"/>
                <a:gd name="csX716" fmla="*/ 873767 w 1144639"/>
                <a:gd name="csY716" fmla="*/ 499227 h 560854"/>
                <a:gd name="csX717" fmla="*/ 881889 w 1144639"/>
                <a:gd name="csY717" fmla="*/ 519292 h 560854"/>
                <a:gd name="csX718" fmla="*/ 884277 w 1144639"/>
                <a:gd name="csY718" fmla="*/ 521681 h 560854"/>
                <a:gd name="csX719" fmla="*/ 884755 w 1144639"/>
                <a:gd name="csY719" fmla="*/ 523591 h 560854"/>
                <a:gd name="csX720" fmla="*/ 885710 w 1144639"/>
                <a:gd name="csY720" fmla="*/ 527413 h 560854"/>
                <a:gd name="csX721" fmla="*/ 885710 w 1144639"/>
                <a:gd name="csY721" fmla="*/ 532190 h 560854"/>
                <a:gd name="csX722" fmla="*/ 884277 w 1144639"/>
                <a:gd name="csY722" fmla="*/ 540790 h 560854"/>
                <a:gd name="csX723" fmla="*/ 884277 w 1144639"/>
                <a:gd name="csY723" fmla="*/ 547000 h 560854"/>
                <a:gd name="csX724" fmla="*/ 883800 w 1144639"/>
                <a:gd name="csY724" fmla="*/ 546522 h 560854"/>
                <a:gd name="csX725" fmla="*/ 883800 w 1144639"/>
                <a:gd name="csY725" fmla="*/ 546045 h 560854"/>
                <a:gd name="csX726" fmla="*/ 883322 w 1144639"/>
                <a:gd name="csY726" fmla="*/ 546045 h 560854"/>
                <a:gd name="csX727" fmla="*/ 882366 w 1144639"/>
                <a:gd name="csY727" fmla="*/ 548911 h 560854"/>
                <a:gd name="csX728" fmla="*/ 880455 w 1144639"/>
                <a:gd name="csY728" fmla="*/ 551300 h 560854"/>
                <a:gd name="csX729" fmla="*/ 879978 w 1144639"/>
                <a:gd name="csY729" fmla="*/ 555122 h 560854"/>
                <a:gd name="csX730" fmla="*/ 879500 w 1144639"/>
                <a:gd name="csY730" fmla="*/ 557032 h 560854"/>
                <a:gd name="csX731" fmla="*/ 877111 w 1144639"/>
                <a:gd name="csY731" fmla="*/ 558943 h 560854"/>
                <a:gd name="csX732" fmla="*/ 875678 w 1144639"/>
                <a:gd name="csY732" fmla="*/ 558943 h 560854"/>
                <a:gd name="csX733" fmla="*/ 871856 w 1144639"/>
                <a:gd name="csY733" fmla="*/ 560377 h 560854"/>
                <a:gd name="csX734" fmla="*/ 869468 w 1144639"/>
                <a:gd name="csY734" fmla="*/ 559899 h 560854"/>
                <a:gd name="csX735" fmla="*/ 866601 w 1144639"/>
                <a:gd name="csY735" fmla="*/ 560854 h 560854"/>
                <a:gd name="csX736" fmla="*/ 864690 w 1144639"/>
                <a:gd name="csY736" fmla="*/ 560854 h 560854"/>
                <a:gd name="csX737" fmla="*/ 863257 w 1144639"/>
                <a:gd name="csY737" fmla="*/ 558943 h 560854"/>
                <a:gd name="csX738" fmla="*/ 863735 w 1144639"/>
                <a:gd name="csY738" fmla="*/ 558466 h 560854"/>
                <a:gd name="csX739" fmla="*/ 864213 w 1144639"/>
                <a:gd name="csY739" fmla="*/ 557510 h 560854"/>
                <a:gd name="csX740" fmla="*/ 864690 w 1144639"/>
                <a:gd name="csY740" fmla="*/ 557032 h 560854"/>
                <a:gd name="csX741" fmla="*/ 867557 w 1144639"/>
                <a:gd name="csY741" fmla="*/ 558943 h 560854"/>
                <a:gd name="csX742" fmla="*/ 868034 w 1144639"/>
                <a:gd name="csY742" fmla="*/ 558466 h 560854"/>
                <a:gd name="csX743" fmla="*/ 867079 w 1144639"/>
                <a:gd name="csY743" fmla="*/ 557510 h 560854"/>
                <a:gd name="csX744" fmla="*/ 865646 w 1144639"/>
                <a:gd name="csY744" fmla="*/ 557032 h 560854"/>
                <a:gd name="csX745" fmla="*/ 864690 w 1144639"/>
                <a:gd name="csY745" fmla="*/ 556077 h 560854"/>
                <a:gd name="csX746" fmla="*/ 862302 w 1144639"/>
                <a:gd name="csY746" fmla="*/ 551778 h 560854"/>
                <a:gd name="csX747" fmla="*/ 859913 w 1144639"/>
                <a:gd name="csY747" fmla="*/ 548911 h 560854"/>
                <a:gd name="csX748" fmla="*/ 859435 w 1144639"/>
                <a:gd name="csY748" fmla="*/ 547000 h 560854"/>
                <a:gd name="csX749" fmla="*/ 855613 w 1144639"/>
                <a:gd name="csY749" fmla="*/ 545567 h 560854"/>
                <a:gd name="csX750" fmla="*/ 852747 w 1144639"/>
                <a:gd name="csY750" fmla="*/ 544134 h 560854"/>
                <a:gd name="csX751" fmla="*/ 850836 w 1144639"/>
                <a:gd name="csY751" fmla="*/ 540790 h 560854"/>
                <a:gd name="csX752" fmla="*/ 849403 w 1144639"/>
                <a:gd name="csY752" fmla="*/ 534579 h 560854"/>
                <a:gd name="csX753" fmla="*/ 848448 w 1144639"/>
                <a:gd name="csY753" fmla="*/ 534101 h 560854"/>
                <a:gd name="csX754" fmla="*/ 847492 w 1144639"/>
                <a:gd name="csY754" fmla="*/ 533624 h 560854"/>
                <a:gd name="csX755" fmla="*/ 848925 w 1144639"/>
                <a:gd name="csY755" fmla="*/ 531713 h 560854"/>
                <a:gd name="csX756" fmla="*/ 850359 w 1144639"/>
                <a:gd name="csY756" fmla="*/ 529802 h 560854"/>
                <a:gd name="csX757" fmla="*/ 849403 w 1144639"/>
                <a:gd name="csY757" fmla="*/ 530280 h 560854"/>
                <a:gd name="csX758" fmla="*/ 848448 w 1144639"/>
                <a:gd name="csY758" fmla="*/ 530757 h 560854"/>
                <a:gd name="csX759" fmla="*/ 847492 w 1144639"/>
                <a:gd name="csY759" fmla="*/ 532668 h 560854"/>
                <a:gd name="csX760" fmla="*/ 847014 w 1144639"/>
                <a:gd name="csY760" fmla="*/ 532668 h 560854"/>
                <a:gd name="csX761" fmla="*/ 846059 w 1144639"/>
                <a:gd name="csY761" fmla="*/ 532668 h 560854"/>
                <a:gd name="csX762" fmla="*/ 845581 w 1144639"/>
                <a:gd name="csY762" fmla="*/ 529324 h 560854"/>
                <a:gd name="csX763" fmla="*/ 845581 w 1144639"/>
                <a:gd name="csY763" fmla="*/ 525502 h 560854"/>
                <a:gd name="csX764" fmla="*/ 846536 w 1144639"/>
                <a:gd name="csY764" fmla="*/ 524069 h 560854"/>
                <a:gd name="csX765" fmla="*/ 845103 w 1144639"/>
                <a:gd name="csY765" fmla="*/ 524069 h 560854"/>
                <a:gd name="csX766" fmla="*/ 843193 w 1144639"/>
                <a:gd name="csY766" fmla="*/ 524547 h 560854"/>
                <a:gd name="csX767" fmla="*/ 843670 w 1144639"/>
                <a:gd name="csY767" fmla="*/ 525980 h 560854"/>
                <a:gd name="csX768" fmla="*/ 843193 w 1144639"/>
                <a:gd name="csY768" fmla="*/ 526458 h 560854"/>
                <a:gd name="csX769" fmla="*/ 842237 w 1144639"/>
                <a:gd name="csY769" fmla="*/ 526458 h 560854"/>
                <a:gd name="csX770" fmla="*/ 841282 w 1144639"/>
                <a:gd name="csY770" fmla="*/ 525980 h 560854"/>
                <a:gd name="csX771" fmla="*/ 839848 w 1144639"/>
                <a:gd name="csY771" fmla="*/ 524547 h 560854"/>
                <a:gd name="csX772" fmla="*/ 837937 w 1144639"/>
                <a:gd name="csY772" fmla="*/ 522158 h 560854"/>
                <a:gd name="csX773" fmla="*/ 834593 w 1144639"/>
                <a:gd name="csY773" fmla="*/ 514992 h 560854"/>
                <a:gd name="csX774" fmla="*/ 834116 w 1144639"/>
                <a:gd name="csY774" fmla="*/ 514037 h 560854"/>
                <a:gd name="csX775" fmla="*/ 832683 w 1144639"/>
                <a:gd name="csY775" fmla="*/ 513081 h 560854"/>
                <a:gd name="csX776" fmla="*/ 833160 w 1144639"/>
                <a:gd name="csY776" fmla="*/ 513081 h 560854"/>
                <a:gd name="csX777" fmla="*/ 834116 w 1144639"/>
                <a:gd name="csY777" fmla="*/ 512604 h 560854"/>
                <a:gd name="csX778" fmla="*/ 836504 w 1144639"/>
                <a:gd name="csY778" fmla="*/ 509737 h 560854"/>
                <a:gd name="csX779" fmla="*/ 838415 w 1144639"/>
                <a:gd name="csY779" fmla="*/ 507826 h 560854"/>
                <a:gd name="csX780" fmla="*/ 838893 w 1144639"/>
                <a:gd name="csY780" fmla="*/ 506393 h 560854"/>
                <a:gd name="csX781" fmla="*/ 838893 w 1144639"/>
                <a:gd name="csY781" fmla="*/ 505915 h 560854"/>
                <a:gd name="csX782" fmla="*/ 837937 w 1144639"/>
                <a:gd name="csY782" fmla="*/ 504960 h 560854"/>
                <a:gd name="csX783" fmla="*/ 836982 w 1144639"/>
                <a:gd name="csY783" fmla="*/ 505438 h 560854"/>
                <a:gd name="csX784" fmla="*/ 836504 w 1144639"/>
                <a:gd name="csY784" fmla="*/ 505438 h 560854"/>
                <a:gd name="csX785" fmla="*/ 835549 w 1144639"/>
                <a:gd name="csY785" fmla="*/ 504005 h 560854"/>
                <a:gd name="csX786" fmla="*/ 834116 w 1144639"/>
                <a:gd name="csY786" fmla="*/ 503527 h 560854"/>
                <a:gd name="csX787" fmla="*/ 833638 w 1144639"/>
                <a:gd name="csY787" fmla="*/ 503527 h 560854"/>
                <a:gd name="csX788" fmla="*/ 834116 w 1144639"/>
                <a:gd name="csY788" fmla="*/ 504960 h 560854"/>
                <a:gd name="csX789" fmla="*/ 835071 w 1144639"/>
                <a:gd name="csY789" fmla="*/ 505438 h 560854"/>
                <a:gd name="csX790" fmla="*/ 834593 w 1144639"/>
                <a:gd name="csY790" fmla="*/ 507349 h 560854"/>
                <a:gd name="csX791" fmla="*/ 834593 w 1144639"/>
                <a:gd name="csY791" fmla="*/ 508304 h 560854"/>
                <a:gd name="csX792" fmla="*/ 833638 w 1144639"/>
                <a:gd name="csY792" fmla="*/ 508782 h 560854"/>
                <a:gd name="csX793" fmla="*/ 832683 w 1144639"/>
                <a:gd name="csY793" fmla="*/ 508304 h 560854"/>
                <a:gd name="csX794" fmla="*/ 832205 w 1144639"/>
                <a:gd name="csY794" fmla="*/ 508782 h 560854"/>
                <a:gd name="csX795" fmla="*/ 831727 w 1144639"/>
                <a:gd name="csY795" fmla="*/ 508304 h 560854"/>
                <a:gd name="csX796" fmla="*/ 830771 w 1144639"/>
                <a:gd name="csY796" fmla="*/ 507349 h 560854"/>
                <a:gd name="csX797" fmla="*/ 830294 w 1144639"/>
                <a:gd name="csY797" fmla="*/ 505915 h 560854"/>
                <a:gd name="csX798" fmla="*/ 832205 w 1144639"/>
                <a:gd name="csY798" fmla="*/ 498272 h 560854"/>
                <a:gd name="csX799" fmla="*/ 833638 w 1144639"/>
                <a:gd name="csY799" fmla="*/ 493017 h 560854"/>
                <a:gd name="csX800" fmla="*/ 834116 w 1144639"/>
                <a:gd name="csY800" fmla="*/ 487284 h 560854"/>
                <a:gd name="csX801" fmla="*/ 834116 w 1144639"/>
                <a:gd name="csY801" fmla="*/ 486329 h 560854"/>
                <a:gd name="csX802" fmla="*/ 834116 w 1144639"/>
                <a:gd name="csY802" fmla="*/ 484417 h 560854"/>
                <a:gd name="csX803" fmla="*/ 831727 w 1144639"/>
                <a:gd name="csY803" fmla="*/ 481074 h 560854"/>
                <a:gd name="csX804" fmla="*/ 821217 w 1144639"/>
                <a:gd name="csY804" fmla="*/ 472952 h 560854"/>
                <a:gd name="csX805" fmla="*/ 813095 w 1144639"/>
                <a:gd name="csY805" fmla="*/ 462920 h 560854"/>
                <a:gd name="csX806" fmla="*/ 806407 w 1144639"/>
                <a:gd name="csY806" fmla="*/ 459576 h 560854"/>
                <a:gd name="csX807" fmla="*/ 801152 w 1144639"/>
                <a:gd name="csY807" fmla="*/ 460053 h 560854"/>
                <a:gd name="csX808" fmla="*/ 800197 w 1144639"/>
                <a:gd name="csY808" fmla="*/ 461009 h 560854"/>
                <a:gd name="csX809" fmla="*/ 799719 w 1144639"/>
                <a:gd name="csY809" fmla="*/ 461964 h 560854"/>
                <a:gd name="csX810" fmla="*/ 800197 w 1144639"/>
                <a:gd name="csY810" fmla="*/ 462920 h 560854"/>
                <a:gd name="csX811" fmla="*/ 799719 w 1144639"/>
                <a:gd name="csY811" fmla="*/ 463398 h 560854"/>
                <a:gd name="csX812" fmla="*/ 798286 w 1144639"/>
                <a:gd name="csY812" fmla="*/ 463398 h 560854"/>
                <a:gd name="csX813" fmla="*/ 796375 w 1144639"/>
                <a:gd name="csY813" fmla="*/ 463875 h 560854"/>
                <a:gd name="csX814" fmla="*/ 791598 w 1144639"/>
                <a:gd name="csY814" fmla="*/ 466264 h 560854"/>
                <a:gd name="csX815" fmla="*/ 789687 w 1144639"/>
                <a:gd name="csY815" fmla="*/ 466264 h 560854"/>
                <a:gd name="csX816" fmla="*/ 787776 w 1144639"/>
                <a:gd name="csY816" fmla="*/ 466742 h 560854"/>
                <a:gd name="csX817" fmla="*/ 786820 w 1144639"/>
                <a:gd name="csY817" fmla="*/ 467219 h 560854"/>
                <a:gd name="csX818" fmla="*/ 783954 w 1144639"/>
                <a:gd name="csY818" fmla="*/ 467697 h 560854"/>
                <a:gd name="csX819" fmla="*/ 781088 w 1144639"/>
                <a:gd name="csY819" fmla="*/ 468175 h 560854"/>
                <a:gd name="csX820" fmla="*/ 780132 w 1144639"/>
                <a:gd name="csY820" fmla="*/ 467697 h 560854"/>
                <a:gd name="csX821" fmla="*/ 779177 w 1144639"/>
                <a:gd name="csY821" fmla="*/ 466264 h 560854"/>
                <a:gd name="csX822" fmla="*/ 779177 w 1144639"/>
                <a:gd name="csY822" fmla="*/ 464831 h 560854"/>
                <a:gd name="csX823" fmla="*/ 779654 w 1144639"/>
                <a:gd name="csY823" fmla="*/ 466264 h 560854"/>
                <a:gd name="csX824" fmla="*/ 780610 w 1144639"/>
                <a:gd name="csY824" fmla="*/ 467219 h 560854"/>
                <a:gd name="csX825" fmla="*/ 781088 w 1144639"/>
                <a:gd name="csY825" fmla="*/ 466742 h 560854"/>
                <a:gd name="csX826" fmla="*/ 781088 w 1144639"/>
                <a:gd name="csY826" fmla="*/ 465786 h 560854"/>
                <a:gd name="csX827" fmla="*/ 780610 w 1144639"/>
                <a:gd name="csY827" fmla="*/ 464353 h 560854"/>
                <a:gd name="csX828" fmla="*/ 777266 w 1144639"/>
                <a:gd name="csY828" fmla="*/ 461964 h 560854"/>
                <a:gd name="csX829" fmla="*/ 773922 w 1144639"/>
                <a:gd name="csY829" fmla="*/ 459098 h 560854"/>
                <a:gd name="csX830" fmla="*/ 774877 w 1144639"/>
                <a:gd name="csY830" fmla="*/ 459098 h 560854"/>
                <a:gd name="csX831" fmla="*/ 775355 w 1144639"/>
                <a:gd name="csY831" fmla="*/ 458620 h 560854"/>
                <a:gd name="csX832" fmla="*/ 774399 w 1144639"/>
                <a:gd name="csY832" fmla="*/ 457665 h 560854"/>
                <a:gd name="csX833" fmla="*/ 774877 w 1144639"/>
                <a:gd name="csY833" fmla="*/ 456709 h 560854"/>
                <a:gd name="csX834" fmla="*/ 775355 w 1144639"/>
                <a:gd name="csY834" fmla="*/ 455754 h 560854"/>
                <a:gd name="csX835" fmla="*/ 773922 w 1144639"/>
                <a:gd name="csY835" fmla="*/ 455754 h 560854"/>
                <a:gd name="csX836" fmla="*/ 772488 w 1144639"/>
                <a:gd name="csY836" fmla="*/ 456232 h 560854"/>
                <a:gd name="csX837" fmla="*/ 772488 w 1144639"/>
                <a:gd name="csY837" fmla="*/ 457187 h 560854"/>
                <a:gd name="csX838" fmla="*/ 772488 w 1144639"/>
                <a:gd name="csY838" fmla="*/ 458142 h 560854"/>
                <a:gd name="csX839" fmla="*/ 771533 w 1144639"/>
                <a:gd name="csY839" fmla="*/ 458142 h 560854"/>
                <a:gd name="csX840" fmla="*/ 770578 w 1144639"/>
                <a:gd name="csY840" fmla="*/ 457187 h 560854"/>
                <a:gd name="csX841" fmla="*/ 763889 w 1144639"/>
                <a:gd name="csY841" fmla="*/ 454799 h 560854"/>
                <a:gd name="csX842" fmla="*/ 758634 w 1144639"/>
                <a:gd name="csY842" fmla="*/ 453365 h 560854"/>
                <a:gd name="csX843" fmla="*/ 762934 w 1144639"/>
                <a:gd name="csY843" fmla="*/ 452410 h 560854"/>
                <a:gd name="csX844" fmla="*/ 765322 w 1144639"/>
                <a:gd name="csY844" fmla="*/ 452887 h 560854"/>
                <a:gd name="csX845" fmla="*/ 764845 w 1144639"/>
                <a:gd name="csY845" fmla="*/ 452410 h 560854"/>
                <a:gd name="csX846" fmla="*/ 764367 w 1144639"/>
                <a:gd name="csY846" fmla="*/ 451932 h 560854"/>
                <a:gd name="csX847" fmla="*/ 762456 w 1144639"/>
                <a:gd name="csY847" fmla="*/ 451454 h 560854"/>
                <a:gd name="csX848" fmla="*/ 760068 w 1144639"/>
                <a:gd name="csY848" fmla="*/ 451454 h 560854"/>
                <a:gd name="csX849" fmla="*/ 758634 w 1144639"/>
                <a:gd name="csY849" fmla="*/ 450976 h 560854"/>
                <a:gd name="csX850" fmla="*/ 757201 w 1144639"/>
                <a:gd name="csY850" fmla="*/ 451932 h 560854"/>
                <a:gd name="csX851" fmla="*/ 755768 w 1144639"/>
                <a:gd name="csY851" fmla="*/ 452887 h 560854"/>
                <a:gd name="csX852" fmla="*/ 754335 w 1144639"/>
                <a:gd name="csY852" fmla="*/ 452887 h 560854"/>
                <a:gd name="csX853" fmla="*/ 748602 w 1144639"/>
                <a:gd name="csY853" fmla="*/ 453843 h 560854"/>
                <a:gd name="csX854" fmla="*/ 743825 w 1144639"/>
                <a:gd name="csY854" fmla="*/ 454321 h 560854"/>
                <a:gd name="csX855" fmla="*/ 744303 w 1144639"/>
                <a:gd name="csY855" fmla="*/ 453843 h 560854"/>
                <a:gd name="csX856" fmla="*/ 745258 w 1144639"/>
                <a:gd name="csY856" fmla="*/ 453365 h 560854"/>
                <a:gd name="csX857" fmla="*/ 748124 w 1144639"/>
                <a:gd name="csY857" fmla="*/ 452410 h 560854"/>
                <a:gd name="csX858" fmla="*/ 748602 w 1144639"/>
                <a:gd name="csY858" fmla="*/ 450976 h 560854"/>
                <a:gd name="csX859" fmla="*/ 747647 w 1144639"/>
                <a:gd name="csY859" fmla="*/ 449543 h 560854"/>
                <a:gd name="csX860" fmla="*/ 747169 w 1144639"/>
                <a:gd name="csY860" fmla="*/ 450021 h 560854"/>
                <a:gd name="csX861" fmla="*/ 746213 w 1144639"/>
                <a:gd name="csY861" fmla="*/ 450976 h 560854"/>
                <a:gd name="csX862" fmla="*/ 745258 w 1144639"/>
                <a:gd name="csY862" fmla="*/ 450021 h 560854"/>
                <a:gd name="csX863" fmla="*/ 744303 w 1144639"/>
                <a:gd name="csY863" fmla="*/ 450021 h 560854"/>
                <a:gd name="csX864" fmla="*/ 744303 w 1144639"/>
                <a:gd name="csY864" fmla="*/ 451932 h 560854"/>
                <a:gd name="csX865" fmla="*/ 742869 w 1144639"/>
                <a:gd name="csY865" fmla="*/ 453365 h 560854"/>
                <a:gd name="csX866" fmla="*/ 742392 w 1144639"/>
                <a:gd name="csY866" fmla="*/ 454321 h 560854"/>
                <a:gd name="csX867" fmla="*/ 738570 w 1144639"/>
                <a:gd name="csY867" fmla="*/ 455276 h 560854"/>
                <a:gd name="csX868" fmla="*/ 737614 w 1144639"/>
                <a:gd name="csY868" fmla="*/ 455276 h 560854"/>
                <a:gd name="csX869" fmla="*/ 739047 w 1144639"/>
                <a:gd name="csY869" fmla="*/ 453843 h 560854"/>
                <a:gd name="csX870" fmla="*/ 739047 w 1144639"/>
                <a:gd name="csY870" fmla="*/ 453365 h 560854"/>
                <a:gd name="csX871" fmla="*/ 737614 w 1144639"/>
                <a:gd name="csY871" fmla="*/ 453843 h 560854"/>
                <a:gd name="csX872" fmla="*/ 735226 w 1144639"/>
                <a:gd name="csY872" fmla="*/ 455754 h 560854"/>
                <a:gd name="csX873" fmla="*/ 728060 w 1144639"/>
                <a:gd name="csY873" fmla="*/ 456709 h 560854"/>
                <a:gd name="csX874" fmla="*/ 728060 w 1144639"/>
                <a:gd name="csY874" fmla="*/ 456232 h 560854"/>
                <a:gd name="csX875" fmla="*/ 729971 w 1144639"/>
                <a:gd name="csY875" fmla="*/ 456232 h 560854"/>
                <a:gd name="csX876" fmla="*/ 731881 w 1144639"/>
                <a:gd name="csY876" fmla="*/ 455276 h 560854"/>
                <a:gd name="csX877" fmla="*/ 731881 w 1144639"/>
                <a:gd name="csY877" fmla="*/ 454321 h 560854"/>
                <a:gd name="csX878" fmla="*/ 730926 w 1144639"/>
                <a:gd name="csY878" fmla="*/ 452887 h 560854"/>
                <a:gd name="csX879" fmla="*/ 729971 w 1144639"/>
                <a:gd name="csY879" fmla="*/ 452887 h 560854"/>
                <a:gd name="csX880" fmla="*/ 729493 w 1144639"/>
                <a:gd name="csY880" fmla="*/ 451932 h 560854"/>
                <a:gd name="csX881" fmla="*/ 729493 w 1144639"/>
                <a:gd name="csY881" fmla="*/ 449543 h 560854"/>
                <a:gd name="csX882" fmla="*/ 729015 w 1144639"/>
                <a:gd name="csY882" fmla="*/ 448588 h 560854"/>
                <a:gd name="csX883" fmla="*/ 727582 w 1144639"/>
                <a:gd name="csY883" fmla="*/ 447155 h 560854"/>
                <a:gd name="csX884" fmla="*/ 727104 w 1144639"/>
                <a:gd name="csY884" fmla="*/ 447155 h 560854"/>
                <a:gd name="csX885" fmla="*/ 726149 w 1144639"/>
                <a:gd name="csY885" fmla="*/ 449543 h 560854"/>
                <a:gd name="csX886" fmla="*/ 725671 w 1144639"/>
                <a:gd name="csY886" fmla="*/ 452887 h 560854"/>
                <a:gd name="csX887" fmla="*/ 725193 w 1144639"/>
                <a:gd name="csY887" fmla="*/ 453843 h 560854"/>
                <a:gd name="csX888" fmla="*/ 722805 w 1144639"/>
                <a:gd name="csY888" fmla="*/ 453843 h 560854"/>
                <a:gd name="csX889" fmla="*/ 720894 w 1144639"/>
                <a:gd name="csY889" fmla="*/ 453843 h 560854"/>
                <a:gd name="csX890" fmla="*/ 714206 w 1144639"/>
                <a:gd name="csY890" fmla="*/ 454321 h 560854"/>
                <a:gd name="csX891" fmla="*/ 711817 w 1144639"/>
                <a:gd name="csY891" fmla="*/ 452887 h 560854"/>
                <a:gd name="csX892" fmla="*/ 710862 w 1144639"/>
                <a:gd name="csY892" fmla="*/ 452887 h 560854"/>
                <a:gd name="csX893" fmla="*/ 709906 w 1144639"/>
                <a:gd name="csY893" fmla="*/ 452887 h 560854"/>
                <a:gd name="csX894" fmla="*/ 707040 w 1144639"/>
                <a:gd name="csY894" fmla="*/ 453843 h 560854"/>
                <a:gd name="csX895" fmla="*/ 703696 w 1144639"/>
                <a:gd name="csY895" fmla="*/ 454799 h 560854"/>
                <a:gd name="csX896" fmla="*/ 702740 w 1144639"/>
                <a:gd name="csY896" fmla="*/ 454321 h 560854"/>
                <a:gd name="csX897" fmla="*/ 701785 w 1144639"/>
                <a:gd name="csY897" fmla="*/ 454321 h 560854"/>
                <a:gd name="csX898" fmla="*/ 699396 w 1144639"/>
                <a:gd name="csY898" fmla="*/ 456709 h 560854"/>
                <a:gd name="csX899" fmla="*/ 696530 w 1144639"/>
                <a:gd name="csY899" fmla="*/ 458142 h 560854"/>
                <a:gd name="csX900" fmla="*/ 689364 w 1144639"/>
                <a:gd name="csY900" fmla="*/ 455754 h 560854"/>
                <a:gd name="csX901" fmla="*/ 687453 w 1144639"/>
                <a:gd name="csY901" fmla="*/ 454321 h 560854"/>
                <a:gd name="csX902" fmla="*/ 685542 w 1144639"/>
                <a:gd name="csY902" fmla="*/ 453843 h 560854"/>
                <a:gd name="csX903" fmla="*/ 683631 w 1144639"/>
                <a:gd name="csY903" fmla="*/ 453843 h 560854"/>
                <a:gd name="csX904" fmla="*/ 681720 w 1144639"/>
                <a:gd name="csY904" fmla="*/ 455754 h 560854"/>
                <a:gd name="csX905" fmla="*/ 680287 w 1144639"/>
                <a:gd name="csY905" fmla="*/ 458620 h 560854"/>
                <a:gd name="csX906" fmla="*/ 682675 w 1144639"/>
                <a:gd name="csY906" fmla="*/ 460053 h 560854"/>
                <a:gd name="csX907" fmla="*/ 684586 w 1144639"/>
                <a:gd name="csY907" fmla="*/ 461009 h 560854"/>
                <a:gd name="csX908" fmla="*/ 688408 w 1144639"/>
                <a:gd name="csY908" fmla="*/ 460531 h 560854"/>
                <a:gd name="csX909" fmla="*/ 690319 w 1144639"/>
                <a:gd name="csY909" fmla="*/ 459098 h 560854"/>
                <a:gd name="csX910" fmla="*/ 692230 w 1144639"/>
                <a:gd name="csY910" fmla="*/ 459098 h 560854"/>
                <a:gd name="csX911" fmla="*/ 692708 w 1144639"/>
                <a:gd name="csY911" fmla="*/ 458620 h 560854"/>
                <a:gd name="csX912" fmla="*/ 693663 w 1144639"/>
                <a:gd name="csY912" fmla="*/ 458142 h 560854"/>
                <a:gd name="csX913" fmla="*/ 695096 w 1144639"/>
                <a:gd name="csY913" fmla="*/ 458620 h 560854"/>
                <a:gd name="csX914" fmla="*/ 695096 w 1144639"/>
                <a:gd name="csY914" fmla="*/ 459098 h 560854"/>
                <a:gd name="csX915" fmla="*/ 694141 w 1144639"/>
                <a:gd name="csY915" fmla="*/ 460053 h 560854"/>
                <a:gd name="csX916" fmla="*/ 692708 w 1144639"/>
                <a:gd name="csY916" fmla="*/ 460531 h 560854"/>
                <a:gd name="csX917" fmla="*/ 691752 w 1144639"/>
                <a:gd name="csY917" fmla="*/ 461487 h 560854"/>
                <a:gd name="csX918" fmla="*/ 693185 w 1144639"/>
                <a:gd name="csY918" fmla="*/ 462920 h 560854"/>
                <a:gd name="csX919" fmla="*/ 695574 w 1144639"/>
                <a:gd name="csY919" fmla="*/ 463398 h 560854"/>
                <a:gd name="csX920" fmla="*/ 696530 w 1144639"/>
                <a:gd name="csY920" fmla="*/ 463398 h 560854"/>
                <a:gd name="csX921" fmla="*/ 697007 w 1144639"/>
                <a:gd name="csY921" fmla="*/ 461487 h 560854"/>
                <a:gd name="csX922" fmla="*/ 698440 w 1144639"/>
                <a:gd name="csY922" fmla="*/ 460531 h 560854"/>
                <a:gd name="csX923" fmla="*/ 700351 w 1144639"/>
                <a:gd name="csY923" fmla="*/ 460531 h 560854"/>
                <a:gd name="csX924" fmla="*/ 699874 w 1144639"/>
                <a:gd name="csY924" fmla="*/ 461487 h 560854"/>
                <a:gd name="csX925" fmla="*/ 700351 w 1144639"/>
                <a:gd name="csY925" fmla="*/ 461964 h 560854"/>
                <a:gd name="csX926" fmla="*/ 700829 w 1144639"/>
                <a:gd name="csY926" fmla="*/ 463398 h 560854"/>
                <a:gd name="csX927" fmla="*/ 700829 w 1144639"/>
                <a:gd name="csY927" fmla="*/ 464831 h 560854"/>
                <a:gd name="csX928" fmla="*/ 700829 w 1144639"/>
                <a:gd name="csY928" fmla="*/ 465308 h 560854"/>
                <a:gd name="csX929" fmla="*/ 698918 w 1144639"/>
                <a:gd name="csY929" fmla="*/ 466264 h 560854"/>
                <a:gd name="csX930" fmla="*/ 697485 w 1144639"/>
                <a:gd name="csY930" fmla="*/ 466264 h 560854"/>
                <a:gd name="csX931" fmla="*/ 696530 w 1144639"/>
                <a:gd name="csY931" fmla="*/ 467219 h 560854"/>
                <a:gd name="csX932" fmla="*/ 697007 w 1144639"/>
                <a:gd name="csY932" fmla="*/ 467697 h 560854"/>
                <a:gd name="csX933" fmla="*/ 695574 w 1144639"/>
                <a:gd name="csY933" fmla="*/ 468175 h 560854"/>
                <a:gd name="csX934" fmla="*/ 695096 w 1144639"/>
                <a:gd name="csY934" fmla="*/ 468175 h 560854"/>
                <a:gd name="csX935" fmla="*/ 694619 w 1144639"/>
                <a:gd name="csY935" fmla="*/ 468175 h 560854"/>
                <a:gd name="csX936" fmla="*/ 694619 w 1144639"/>
                <a:gd name="csY936" fmla="*/ 469130 h 560854"/>
                <a:gd name="csX937" fmla="*/ 693663 w 1144639"/>
                <a:gd name="csY937" fmla="*/ 469608 h 560854"/>
                <a:gd name="csX938" fmla="*/ 694619 w 1144639"/>
                <a:gd name="csY938" fmla="*/ 471041 h 560854"/>
                <a:gd name="csX939" fmla="*/ 696530 w 1144639"/>
                <a:gd name="csY939" fmla="*/ 471997 h 560854"/>
                <a:gd name="csX940" fmla="*/ 697963 w 1144639"/>
                <a:gd name="csY940" fmla="*/ 473430 h 560854"/>
                <a:gd name="csX941" fmla="*/ 703218 w 1144639"/>
                <a:gd name="csY941" fmla="*/ 475341 h 560854"/>
                <a:gd name="csX942" fmla="*/ 704651 w 1144639"/>
                <a:gd name="csY942" fmla="*/ 475341 h 560854"/>
                <a:gd name="csX943" fmla="*/ 705606 w 1144639"/>
                <a:gd name="csY943" fmla="*/ 477252 h 560854"/>
                <a:gd name="csX944" fmla="*/ 706562 w 1144639"/>
                <a:gd name="csY944" fmla="*/ 477729 h 560854"/>
                <a:gd name="csX945" fmla="*/ 707995 w 1144639"/>
                <a:gd name="csY945" fmla="*/ 478207 h 560854"/>
                <a:gd name="csX946" fmla="*/ 707517 w 1144639"/>
                <a:gd name="csY946" fmla="*/ 479163 h 560854"/>
                <a:gd name="csX947" fmla="*/ 706084 w 1144639"/>
                <a:gd name="csY947" fmla="*/ 480118 h 560854"/>
                <a:gd name="csX948" fmla="*/ 705606 w 1144639"/>
                <a:gd name="csY948" fmla="*/ 481551 h 560854"/>
                <a:gd name="csX949" fmla="*/ 705129 w 1144639"/>
                <a:gd name="csY949" fmla="*/ 482029 h 560854"/>
                <a:gd name="csX950" fmla="*/ 704173 w 1144639"/>
                <a:gd name="csY950" fmla="*/ 481074 h 560854"/>
                <a:gd name="csX951" fmla="*/ 703218 w 1144639"/>
                <a:gd name="csY951" fmla="*/ 480596 h 560854"/>
                <a:gd name="csX952" fmla="*/ 701307 w 1144639"/>
                <a:gd name="csY952" fmla="*/ 482507 h 560854"/>
                <a:gd name="csX953" fmla="*/ 700829 w 1144639"/>
                <a:gd name="csY953" fmla="*/ 482507 h 560854"/>
                <a:gd name="csX954" fmla="*/ 700829 w 1144639"/>
                <a:gd name="csY954" fmla="*/ 481074 h 560854"/>
                <a:gd name="csX955" fmla="*/ 700351 w 1144639"/>
                <a:gd name="csY955" fmla="*/ 480118 h 560854"/>
                <a:gd name="csX956" fmla="*/ 699396 w 1144639"/>
                <a:gd name="csY956" fmla="*/ 478207 h 560854"/>
                <a:gd name="csX957" fmla="*/ 697963 w 1144639"/>
                <a:gd name="csY957" fmla="*/ 477252 h 560854"/>
                <a:gd name="csX958" fmla="*/ 696530 w 1144639"/>
                <a:gd name="csY958" fmla="*/ 476774 h 560854"/>
                <a:gd name="csX959" fmla="*/ 695574 w 1144639"/>
                <a:gd name="csY959" fmla="*/ 475818 h 560854"/>
                <a:gd name="csX960" fmla="*/ 694619 w 1144639"/>
                <a:gd name="csY960" fmla="*/ 475818 h 560854"/>
                <a:gd name="csX961" fmla="*/ 693663 w 1144639"/>
                <a:gd name="csY961" fmla="*/ 475818 h 560854"/>
                <a:gd name="csX962" fmla="*/ 692230 w 1144639"/>
                <a:gd name="csY962" fmla="*/ 475341 h 560854"/>
                <a:gd name="csX963" fmla="*/ 692230 w 1144639"/>
                <a:gd name="csY963" fmla="*/ 474385 h 560854"/>
                <a:gd name="csX964" fmla="*/ 691752 w 1144639"/>
                <a:gd name="csY964" fmla="*/ 473908 h 560854"/>
                <a:gd name="csX965" fmla="*/ 690797 w 1144639"/>
                <a:gd name="csY965" fmla="*/ 472952 h 560854"/>
                <a:gd name="csX966" fmla="*/ 685064 w 1144639"/>
                <a:gd name="csY966" fmla="*/ 471041 h 560854"/>
                <a:gd name="csX967" fmla="*/ 685064 w 1144639"/>
                <a:gd name="csY967" fmla="*/ 471997 h 560854"/>
                <a:gd name="csX968" fmla="*/ 685542 w 1144639"/>
                <a:gd name="csY968" fmla="*/ 472474 h 560854"/>
                <a:gd name="csX969" fmla="*/ 686497 w 1144639"/>
                <a:gd name="csY969" fmla="*/ 472952 h 560854"/>
                <a:gd name="csX970" fmla="*/ 687453 w 1144639"/>
                <a:gd name="csY970" fmla="*/ 473430 h 560854"/>
                <a:gd name="csX971" fmla="*/ 686975 w 1144639"/>
                <a:gd name="csY971" fmla="*/ 475341 h 560854"/>
                <a:gd name="csX972" fmla="*/ 686975 w 1144639"/>
                <a:gd name="csY972" fmla="*/ 476296 h 560854"/>
                <a:gd name="csX973" fmla="*/ 686497 w 1144639"/>
                <a:gd name="csY973" fmla="*/ 477252 h 560854"/>
                <a:gd name="csX974" fmla="*/ 686020 w 1144639"/>
                <a:gd name="csY974" fmla="*/ 478685 h 560854"/>
                <a:gd name="csX975" fmla="*/ 685542 w 1144639"/>
                <a:gd name="csY975" fmla="*/ 479640 h 560854"/>
                <a:gd name="csX976" fmla="*/ 684108 w 1144639"/>
                <a:gd name="csY976" fmla="*/ 480118 h 560854"/>
                <a:gd name="csX977" fmla="*/ 683153 w 1144639"/>
                <a:gd name="csY977" fmla="*/ 479640 h 560854"/>
                <a:gd name="csX978" fmla="*/ 682198 w 1144639"/>
                <a:gd name="csY978" fmla="*/ 476774 h 560854"/>
                <a:gd name="csX979" fmla="*/ 680765 w 1144639"/>
                <a:gd name="csY979" fmla="*/ 476296 h 560854"/>
                <a:gd name="csX980" fmla="*/ 678376 w 1144639"/>
                <a:gd name="csY980" fmla="*/ 476296 h 560854"/>
                <a:gd name="csX981" fmla="*/ 676465 w 1144639"/>
                <a:gd name="csY981" fmla="*/ 476774 h 560854"/>
                <a:gd name="csX982" fmla="*/ 675032 w 1144639"/>
                <a:gd name="csY982" fmla="*/ 479163 h 560854"/>
                <a:gd name="csX983" fmla="*/ 673121 w 1144639"/>
                <a:gd name="csY983" fmla="*/ 479640 h 560854"/>
                <a:gd name="csX984" fmla="*/ 668343 w 1144639"/>
                <a:gd name="csY984" fmla="*/ 478207 h 560854"/>
                <a:gd name="csX985" fmla="*/ 662611 w 1144639"/>
                <a:gd name="csY985" fmla="*/ 476296 h 560854"/>
                <a:gd name="csX986" fmla="*/ 662611 w 1144639"/>
                <a:gd name="csY986" fmla="*/ 475818 h 560854"/>
                <a:gd name="csX987" fmla="*/ 663566 w 1144639"/>
                <a:gd name="csY987" fmla="*/ 475341 h 560854"/>
                <a:gd name="csX988" fmla="*/ 665477 w 1144639"/>
                <a:gd name="csY988" fmla="*/ 475818 h 560854"/>
                <a:gd name="csX989" fmla="*/ 665477 w 1144639"/>
                <a:gd name="csY989" fmla="*/ 474863 h 560854"/>
                <a:gd name="csX990" fmla="*/ 663566 w 1144639"/>
                <a:gd name="csY990" fmla="*/ 472952 h 560854"/>
                <a:gd name="csX991" fmla="*/ 663089 w 1144639"/>
                <a:gd name="csY991" fmla="*/ 471997 h 560854"/>
                <a:gd name="csX992" fmla="*/ 663566 w 1144639"/>
                <a:gd name="csY992" fmla="*/ 470564 h 560854"/>
                <a:gd name="csX993" fmla="*/ 663089 w 1144639"/>
                <a:gd name="csY993" fmla="*/ 470564 h 560854"/>
                <a:gd name="csX994" fmla="*/ 661655 w 1144639"/>
                <a:gd name="csY994" fmla="*/ 471519 h 560854"/>
                <a:gd name="csX995" fmla="*/ 658311 w 1144639"/>
                <a:gd name="csY995" fmla="*/ 471041 h 560854"/>
                <a:gd name="csX996" fmla="*/ 657356 w 1144639"/>
                <a:gd name="csY996" fmla="*/ 469608 h 560854"/>
                <a:gd name="csX997" fmla="*/ 654967 w 1144639"/>
                <a:gd name="csY997" fmla="*/ 466742 h 560854"/>
                <a:gd name="csX998" fmla="*/ 652101 w 1144639"/>
                <a:gd name="csY998" fmla="*/ 466742 h 560854"/>
                <a:gd name="csX999" fmla="*/ 650667 w 1144639"/>
                <a:gd name="csY999" fmla="*/ 464831 h 560854"/>
                <a:gd name="csX1000" fmla="*/ 648279 w 1144639"/>
                <a:gd name="csY1000" fmla="*/ 465786 h 560854"/>
                <a:gd name="csX1001" fmla="*/ 646846 w 1144639"/>
                <a:gd name="csY1001" fmla="*/ 466742 h 560854"/>
                <a:gd name="csX1002" fmla="*/ 645890 w 1144639"/>
                <a:gd name="csY1002" fmla="*/ 467697 h 560854"/>
                <a:gd name="csX1003" fmla="*/ 646368 w 1144639"/>
                <a:gd name="csY1003" fmla="*/ 468652 h 560854"/>
                <a:gd name="csX1004" fmla="*/ 647324 w 1144639"/>
                <a:gd name="csY1004" fmla="*/ 469608 h 560854"/>
                <a:gd name="csX1005" fmla="*/ 646846 w 1144639"/>
                <a:gd name="csY1005" fmla="*/ 470086 h 560854"/>
                <a:gd name="csX1006" fmla="*/ 643501 w 1144639"/>
                <a:gd name="csY1006" fmla="*/ 470564 h 560854"/>
                <a:gd name="csX1007" fmla="*/ 635380 w 1144639"/>
                <a:gd name="csY1007" fmla="*/ 470086 h 560854"/>
                <a:gd name="csX1008" fmla="*/ 632992 w 1144639"/>
                <a:gd name="csY1008" fmla="*/ 469130 h 560854"/>
                <a:gd name="csX1009" fmla="*/ 629648 w 1144639"/>
                <a:gd name="csY1009" fmla="*/ 467697 h 560854"/>
                <a:gd name="csX1010" fmla="*/ 625348 w 1144639"/>
                <a:gd name="csY1010" fmla="*/ 466264 h 560854"/>
                <a:gd name="csX1011" fmla="*/ 622959 w 1144639"/>
                <a:gd name="csY1011" fmla="*/ 465786 h 560854"/>
                <a:gd name="csX1012" fmla="*/ 621048 w 1144639"/>
                <a:gd name="csY1012" fmla="*/ 466264 h 560854"/>
                <a:gd name="csX1013" fmla="*/ 614838 w 1144639"/>
                <a:gd name="csY1013" fmla="*/ 466264 h 560854"/>
                <a:gd name="csX1014" fmla="*/ 613405 w 1144639"/>
                <a:gd name="csY1014" fmla="*/ 466742 h 560854"/>
                <a:gd name="csX1015" fmla="*/ 612449 w 1144639"/>
                <a:gd name="csY1015" fmla="*/ 467219 h 560854"/>
                <a:gd name="csX1016" fmla="*/ 611494 w 1144639"/>
                <a:gd name="csY1016" fmla="*/ 466742 h 560854"/>
                <a:gd name="csX1017" fmla="*/ 611016 w 1144639"/>
                <a:gd name="csY1017" fmla="*/ 465308 h 560854"/>
                <a:gd name="csX1018" fmla="*/ 611971 w 1144639"/>
                <a:gd name="csY1018" fmla="*/ 465308 h 560854"/>
                <a:gd name="csX1019" fmla="*/ 612927 w 1144639"/>
                <a:gd name="csY1019" fmla="*/ 464831 h 560854"/>
                <a:gd name="csX1020" fmla="*/ 613405 w 1144639"/>
                <a:gd name="csY1020" fmla="*/ 463398 h 560854"/>
                <a:gd name="csX1021" fmla="*/ 613405 w 1144639"/>
                <a:gd name="csY1021" fmla="*/ 462442 h 560854"/>
                <a:gd name="csX1022" fmla="*/ 612927 w 1144639"/>
                <a:gd name="csY1022" fmla="*/ 461964 h 560854"/>
                <a:gd name="csX1023" fmla="*/ 611971 w 1144639"/>
                <a:gd name="csY1023" fmla="*/ 461964 h 560854"/>
                <a:gd name="csX1024" fmla="*/ 610060 w 1144639"/>
                <a:gd name="csY1024" fmla="*/ 465308 h 560854"/>
                <a:gd name="csX1025" fmla="*/ 611016 w 1144639"/>
                <a:gd name="csY1025" fmla="*/ 467219 h 560854"/>
                <a:gd name="csX1026" fmla="*/ 611016 w 1144639"/>
                <a:gd name="csY1026" fmla="*/ 468175 h 560854"/>
                <a:gd name="csX1027" fmla="*/ 607194 w 1144639"/>
                <a:gd name="csY1027" fmla="*/ 468175 h 560854"/>
                <a:gd name="csX1028" fmla="*/ 597640 w 1144639"/>
                <a:gd name="csY1028" fmla="*/ 472474 h 560854"/>
                <a:gd name="csX1029" fmla="*/ 593818 w 1144639"/>
                <a:gd name="csY1029" fmla="*/ 474385 h 560854"/>
                <a:gd name="csX1030" fmla="*/ 593818 w 1144639"/>
                <a:gd name="csY1030" fmla="*/ 473908 h 560854"/>
                <a:gd name="csX1031" fmla="*/ 598595 w 1144639"/>
                <a:gd name="csY1031" fmla="*/ 471041 h 560854"/>
                <a:gd name="csX1032" fmla="*/ 596684 w 1144639"/>
                <a:gd name="csY1032" fmla="*/ 470564 h 560854"/>
                <a:gd name="csX1033" fmla="*/ 594295 w 1144639"/>
                <a:gd name="csY1033" fmla="*/ 471041 h 560854"/>
                <a:gd name="csX1034" fmla="*/ 593340 w 1144639"/>
                <a:gd name="csY1034" fmla="*/ 471041 h 560854"/>
                <a:gd name="csX1035" fmla="*/ 594773 w 1144639"/>
                <a:gd name="csY1035" fmla="*/ 468652 h 560854"/>
                <a:gd name="csX1036" fmla="*/ 594295 w 1144639"/>
                <a:gd name="csY1036" fmla="*/ 466742 h 560854"/>
                <a:gd name="csX1037" fmla="*/ 592385 w 1144639"/>
                <a:gd name="csY1037" fmla="*/ 466742 h 560854"/>
                <a:gd name="csX1038" fmla="*/ 591429 w 1144639"/>
                <a:gd name="csY1038" fmla="*/ 468175 h 560854"/>
                <a:gd name="csX1039" fmla="*/ 590474 w 1144639"/>
                <a:gd name="csY1039" fmla="*/ 468175 h 560854"/>
                <a:gd name="csX1040" fmla="*/ 589518 w 1144639"/>
                <a:gd name="csY1040" fmla="*/ 467697 h 560854"/>
                <a:gd name="csX1041" fmla="*/ 588563 w 1144639"/>
                <a:gd name="csY1041" fmla="*/ 467697 h 560854"/>
                <a:gd name="csX1042" fmla="*/ 589041 w 1144639"/>
                <a:gd name="csY1042" fmla="*/ 471519 h 560854"/>
                <a:gd name="csX1043" fmla="*/ 590474 w 1144639"/>
                <a:gd name="csY1043" fmla="*/ 472952 h 560854"/>
                <a:gd name="csX1044" fmla="*/ 591429 w 1144639"/>
                <a:gd name="csY1044" fmla="*/ 474863 h 560854"/>
                <a:gd name="csX1045" fmla="*/ 588563 w 1144639"/>
                <a:gd name="csY1045" fmla="*/ 476774 h 560854"/>
                <a:gd name="csX1046" fmla="*/ 586174 w 1144639"/>
                <a:gd name="csY1046" fmla="*/ 478685 h 560854"/>
                <a:gd name="csX1047" fmla="*/ 586174 w 1144639"/>
                <a:gd name="csY1047" fmla="*/ 480596 h 560854"/>
                <a:gd name="csX1048" fmla="*/ 583785 w 1144639"/>
                <a:gd name="csY1048" fmla="*/ 482984 h 560854"/>
                <a:gd name="csX1049" fmla="*/ 581397 w 1144639"/>
                <a:gd name="csY1049" fmla="*/ 484417 h 560854"/>
                <a:gd name="csX1050" fmla="*/ 576142 w 1144639"/>
                <a:gd name="csY1050" fmla="*/ 487762 h 560854"/>
                <a:gd name="csX1051" fmla="*/ 574709 w 1144639"/>
                <a:gd name="csY1051" fmla="*/ 488240 h 560854"/>
                <a:gd name="csX1052" fmla="*/ 572320 w 1144639"/>
                <a:gd name="csY1052" fmla="*/ 489673 h 560854"/>
                <a:gd name="csX1053" fmla="*/ 568976 w 1144639"/>
                <a:gd name="csY1053" fmla="*/ 490628 h 560854"/>
                <a:gd name="csX1054" fmla="*/ 565632 w 1144639"/>
                <a:gd name="csY1054" fmla="*/ 492539 h 560854"/>
                <a:gd name="csX1055" fmla="*/ 564676 w 1144639"/>
                <a:gd name="csY1055" fmla="*/ 493017 h 560854"/>
                <a:gd name="csX1056" fmla="*/ 566587 w 1144639"/>
                <a:gd name="csY1056" fmla="*/ 491583 h 560854"/>
                <a:gd name="csX1057" fmla="*/ 568976 w 1144639"/>
                <a:gd name="csY1057" fmla="*/ 490150 h 560854"/>
                <a:gd name="csX1058" fmla="*/ 567065 w 1144639"/>
                <a:gd name="csY1058" fmla="*/ 490150 h 560854"/>
                <a:gd name="csX1059" fmla="*/ 563721 w 1144639"/>
                <a:gd name="csY1059" fmla="*/ 489195 h 560854"/>
                <a:gd name="csX1060" fmla="*/ 561810 w 1144639"/>
                <a:gd name="csY1060" fmla="*/ 489195 h 560854"/>
                <a:gd name="csX1061" fmla="*/ 561810 w 1144639"/>
                <a:gd name="csY1061" fmla="*/ 490150 h 560854"/>
                <a:gd name="csX1062" fmla="*/ 560377 w 1144639"/>
                <a:gd name="csY1062" fmla="*/ 490628 h 560854"/>
                <a:gd name="csX1063" fmla="*/ 558944 w 1144639"/>
                <a:gd name="csY1063" fmla="*/ 489673 h 560854"/>
                <a:gd name="csX1064" fmla="*/ 557988 w 1144639"/>
                <a:gd name="csY1064" fmla="*/ 488717 h 560854"/>
                <a:gd name="csX1065" fmla="*/ 557988 w 1144639"/>
                <a:gd name="csY1065" fmla="*/ 488240 h 560854"/>
                <a:gd name="csX1066" fmla="*/ 557033 w 1144639"/>
                <a:gd name="csY1066" fmla="*/ 488240 h 560854"/>
                <a:gd name="csX1067" fmla="*/ 556555 w 1144639"/>
                <a:gd name="csY1067" fmla="*/ 488240 h 560854"/>
                <a:gd name="csX1068" fmla="*/ 558944 w 1144639"/>
                <a:gd name="csY1068" fmla="*/ 493017 h 560854"/>
                <a:gd name="csX1069" fmla="*/ 559899 w 1144639"/>
                <a:gd name="csY1069" fmla="*/ 493017 h 560854"/>
                <a:gd name="csX1070" fmla="*/ 560854 w 1144639"/>
                <a:gd name="csY1070" fmla="*/ 493494 h 560854"/>
                <a:gd name="csX1071" fmla="*/ 559421 w 1144639"/>
                <a:gd name="csY1071" fmla="*/ 494450 h 560854"/>
                <a:gd name="csX1072" fmla="*/ 557988 w 1144639"/>
                <a:gd name="csY1072" fmla="*/ 495406 h 560854"/>
                <a:gd name="csX1073" fmla="*/ 556077 w 1144639"/>
                <a:gd name="csY1073" fmla="*/ 495883 h 560854"/>
                <a:gd name="csX1074" fmla="*/ 554166 w 1144639"/>
                <a:gd name="csY1074" fmla="*/ 494450 h 560854"/>
                <a:gd name="csX1075" fmla="*/ 553688 w 1144639"/>
                <a:gd name="csY1075" fmla="*/ 496361 h 560854"/>
                <a:gd name="csX1076" fmla="*/ 553211 w 1144639"/>
                <a:gd name="csY1076" fmla="*/ 498272 h 560854"/>
                <a:gd name="csX1077" fmla="*/ 552733 w 1144639"/>
                <a:gd name="csY1077" fmla="*/ 498749 h 560854"/>
                <a:gd name="csX1078" fmla="*/ 551778 w 1144639"/>
                <a:gd name="csY1078" fmla="*/ 499705 h 560854"/>
                <a:gd name="csX1079" fmla="*/ 551300 w 1144639"/>
                <a:gd name="csY1079" fmla="*/ 499227 h 560854"/>
                <a:gd name="csX1080" fmla="*/ 550822 w 1144639"/>
                <a:gd name="csY1080" fmla="*/ 498272 h 560854"/>
                <a:gd name="csX1081" fmla="*/ 550344 w 1144639"/>
                <a:gd name="csY1081" fmla="*/ 499227 h 560854"/>
                <a:gd name="csX1082" fmla="*/ 549389 w 1144639"/>
                <a:gd name="csY1082" fmla="*/ 499705 h 560854"/>
                <a:gd name="csX1083" fmla="*/ 547478 w 1144639"/>
                <a:gd name="csY1083" fmla="*/ 499705 h 560854"/>
                <a:gd name="csX1084" fmla="*/ 546522 w 1144639"/>
                <a:gd name="csY1084" fmla="*/ 500183 h 560854"/>
                <a:gd name="csX1085" fmla="*/ 546522 w 1144639"/>
                <a:gd name="csY1085" fmla="*/ 500660 h 560854"/>
                <a:gd name="csX1086" fmla="*/ 546522 w 1144639"/>
                <a:gd name="csY1086" fmla="*/ 501616 h 560854"/>
                <a:gd name="csX1087" fmla="*/ 548911 w 1144639"/>
                <a:gd name="csY1087" fmla="*/ 501138 h 560854"/>
                <a:gd name="csX1088" fmla="*/ 547956 w 1144639"/>
                <a:gd name="csY1088" fmla="*/ 503049 h 560854"/>
                <a:gd name="csX1089" fmla="*/ 546045 w 1144639"/>
                <a:gd name="csY1089" fmla="*/ 505438 h 560854"/>
                <a:gd name="csX1090" fmla="*/ 544612 w 1144639"/>
                <a:gd name="csY1090" fmla="*/ 505915 h 560854"/>
                <a:gd name="csX1091" fmla="*/ 542223 w 1144639"/>
                <a:gd name="csY1091" fmla="*/ 505438 h 560854"/>
                <a:gd name="csX1092" fmla="*/ 541268 w 1144639"/>
                <a:gd name="csY1092" fmla="*/ 505915 h 560854"/>
                <a:gd name="csX1093" fmla="*/ 540790 w 1144639"/>
                <a:gd name="csY1093" fmla="*/ 506393 h 560854"/>
                <a:gd name="csX1094" fmla="*/ 543656 w 1144639"/>
                <a:gd name="csY1094" fmla="*/ 509737 h 560854"/>
                <a:gd name="csX1095" fmla="*/ 541745 w 1144639"/>
                <a:gd name="csY1095" fmla="*/ 514992 h 560854"/>
                <a:gd name="csX1096" fmla="*/ 540790 w 1144639"/>
                <a:gd name="csY1096" fmla="*/ 516425 h 560854"/>
                <a:gd name="csX1097" fmla="*/ 539834 w 1144639"/>
                <a:gd name="csY1097" fmla="*/ 516903 h 560854"/>
                <a:gd name="csX1098" fmla="*/ 538879 w 1144639"/>
                <a:gd name="csY1098" fmla="*/ 516903 h 560854"/>
                <a:gd name="csX1099" fmla="*/ 536013 w 1144639"/>
                <a:gd name="csY1099" fmla="*/ 515470 h 560854"/>
                <a:gd name="csX1100" fmla="*/ 534102 w 1144639"/>
                <a:gd name="csY1100" fmla="*/ 514037 h 560854"/>
                <a:gd name="csX1101" fmla="*/ 535535 w 1144639"/>
                <a:gd name="csY1101" fmla="*/ 517381 h 560854"/>
                <a:gd name="csX1102" fmla="*/ 539834 w 1144639"/>
                <a:gd name="csY1102" fmla="*/ 518336 h 560854"/>
                <a:gd name="csX1103" fmla="*/ 539834 w 1144639"/>
                <a:gd name="csY1103" fmla="*/ 519770 h 560854"/>
                <a:gd name="csX1104" fmla="*/ 539834 w 1144639"/>
                <a:gd name="csY1104" fmla="*/ 520725 h 560854"/>
                <a:gd name="csX1105" fmla="*/ 539357 w 1144639"/>
                <a:gd name="csY1105" fmla="*/ 522158 h 560854"/>
                <a:gd name="csX1106" fmla="*/ 538401 w 1144639"/>
                <a:gd name="csY1106" fmla="*/ 524069 h 560854"/>
                <a:gd name="csX1107" fmla="*/ 538879 w 1144639"/>
                <a:gd name="csY1107" fmla="*/ 525025 h 560854"/>
                <a:gd name="csX1108" fmla="*/ 539834 w 1144639"/>
                <a:gd name="csY1108" fmla="*/ 528369 h 560854"/>
                <a:gd name="csX1109" fmla="*/ 540312 w 1144639"/>
                <a:gd name="csY1109" fmla="*/ 529802 h 560854"/>
                <a:gd name="csX1110" fmla="*/ 540790 w 1144639"/>
                <a:gd name="csY1110" fmla="*/ 533624 h 560854"/>
                <a:gd name="csX1111" fmla="*/ 541268 w 1144639"/>
                <a:gd name="csY1111" fmla="*/ 535535 h 560854"/>
                <a:gd name="csX1112" fmla="*/ 545089 w 1144639"/>
                <a:gd name="csY1112" fmla="*/ 542223 h 560854"/>
                <a:gd name="csX1113" fmla="*/ 546522 w 1144639"/>
                <a:gd name="csY1113" fmla="*/ 542223 h 560854"/>
                <a:gd name="csX1114" fmla="*/ 546522 w 1144639"/>
                <a:gd name="csY1114" fmla="*/ 543178 h 560854"/>
                <a:gd name="csX1115" fmla="*/ 546522 w 1144639"/>
                <a:gd name="csY1115" fmla="*/ 544134 h 560854"/>
                <a:gd name="csX1116" fmla="*/ 546522 w 1144639"/>
                <a:gd name="csY1116" fmla="*/ 544134 h 560854"/>
                <a:gd name="csX1117" fmla="*/ 543656 w 1144639"/>
                <a:gd name="csY1117" fmla="*/ 544612 h 560854"/>
                <a:gd name="csX1118" fmla="*/ 542701 w 1144639"/>
                <a:gd name="csY1118" fmla="*/ 545567 h 560854"/>
                <a:gd name="csX1119" fmla="*/ 542701 w 1144639"/>
                <a:gd name="csY1119" fmla="*/ 545567 h 560854"/>
                <a:gd name="csX1120" fmla="*/ 542701 w 1144639"/>
                <a:gd name="csY1120" fmla="*/ 546045 h 560854"/>
                <a:gd name="csX1121" fmla="*/ 542223 w 1144639"/>
                <a:gd name="csY1121" fmla="*/ 546045 h 560854"/>
                <a:gd name="csX1122" fmla="*/ 542223 w 1144639"/>
                <a:gd name="csY1122" fmla="*/ 546045 h 560854"/>
                <a:gd name="csX1123" fmla="*/ 540790 w 1144639"/>
                <a:gd name="csY1123" fmla="*/ 545567 h 560854"/>
                <a:gd name="csX1124" fmla="*/ 537923 w 1144639"/>
                <a:gd name="csY1124" fmla="*/ 543656 h 560854"/>
                <a:gd name="csX1125" fmla="*/ 533624 w 1144639"/>
                <a:gd name="csY1125" fmla="*/ 542701 h 560854"/>
                <a:gd name="csX1126" fmla="*/ 527891 w 1144639"/>
                <a:gd name="csY1126" fmla="*/ 542223 h 560854"/>
                <a:gd name="csX1127" fmla="*/ 527891 w 1144639"/>
                <a:gd name="csY1127" fmla="*/ 542223 h 560854"/>
                <a:gd name="csX1128" fmla="*/ 524069 w 1144639"/>
                <a:gd name="csY1128" fmla="*/ 541267 h 560854"/>
                <a:gd name="csX1129" fmla="*/ 522158 w 1144639"/>
                <a:gd name="csY1129" fmla="*/ 539834 h 560854"/>
                <a:gd name="csX1130" fmla="*/ 519770 w 1144639"/>
                <a:gd name="csY1130" fmla="*/ 538879 h 560854"/>
                <a:gd name="csX1131" fmla="*/ 517859 w 1144639"/>
                <a:gd name="csY1131" fmla="*/ 538879 h 560854"/>
                <a:gd name="csX1132" fmla="*/ 515948 w 1144639"/>
                <a:gd name="csY1132" fmla="*/ 537923 h 560854"/>
                <a:gd name="csX1133" fmla="*/ 514515 w 1144639"/>
                <a:gd name="csY1133" fmla="*/ 536490 h 560854"/>
                <a:gd name="csX1134" fmla="*/ 512126 w 1144639"/>
                <a:gd name="csY1134" fmla="*/ 536013 h 560854"/>
                <a:gd name="csX1135" fmla="*/ 509260 w 1144639"/>
                <a:gd name="csY1135" fmla="*/ 535535 h 560854"/>
                <a:gd name="csX1136" fmla="*/ 507826 w 1144639"/>
                <a:gd name="csY1136" fmla="*/ 534579 h 560854"/>
                <a:gd name="csX1137" fmla="*/ 506393 w 1144639"/>
                <a:gd name="csY1137" fmla="*/ 532190 h 560854"/>
                <a:gd name="csX1138" fmla="*/ 506393 w 1144639"/>
                <a:gd name="csY1138" fmla="*/ 532190 h 560854"/>
                <a:gd name="csX1139" fmla="*/ 505438 w 1144639"/>
                <a:gd name="csY1139" fmla="*/ 528369 h 560854"/>
                <a:gd name="csX1140" fmla="*/ 504005 w 1144639"/>
                <a:gd name="csY1140" fmla="*/ 525502 h 560854"/>
                <a:gd name="csX1141" fmla="*/ 501138 w 1144639"/>
                <a:gd name="csY1141" fmla="*/ 522636 h 560854"/>
                <a:gd name="csX1142" fmla="*/ 500661 w 1144639"/>
                <a:gd name="csY1142" fmla="*/ 522158 h 560854"/>
                <a:gd name="csX1143" fmla="*/ 500661 w 1144639"/>
                <a:gd name="csY1143" fmla="*/ 521681 h 560854"/>
                <a:gd name="csX1144" fmla="*/ 501138 w 1144639"/>
                <a:gd name="csY1144" fmla="*/ 519770 h 560854"/>
                <a:gd name="csX1145" fmla="*/ 500661 w 1144639"/>
                <a:gd name="csY1145" fmla="*/ 518336 h 560854"/>
                <a:gd name="csX1146" fmla="*/ 499705 w 1144639"/>
                <a:gd name="csY1146" fmla="*/ 517381 h 560854"/>
                <a:gd name="csX1147" fmla="*/ 499705 w 1144639"/>
                <a:gd name="csY1147" fmla="*/ 516425 h 560854"/>
                <a:gd name="csX1148" fmla="*/ 500183 w 1144639"/>
                <a:gd name="csY1148" fmla="*/ 515470 h 560854"/>
                <a:gd name="csX1149" fmla="*/ 500183 w 1144639"/>
                <a:gd name="csY1149" fmla="*/ 514037 h 560854"/>
                <a:gd name="csX1150" fmla="*/ 499705 w 1144639"/>
                <a:gd name="csY1150" fmla="*/ 512126 h 560854"/>
                <a:gd name="csX1151" fmla="*/ 497794 w 1144639"/>
                <a:gd name="csY1151" fmla="*/ 510215 h 560854"/>
                <a:gd name="csX1152" fmla="*/ 494928 w 1144639"/>
                <a:gd name="csY1152" fmla="*/ 508304 h 560854"/>
                <a:gd name="csX1153" fmla="*/ 492061 w 1144639"/>
                <a:gd name="csY1153" fmla="*/ 505438 h 560854"/>
                <a:gd name="csX1154" fmla="*/ 490150 w 1144639"/>
                <a:gd name="csY1154" fmla="*/ 502094 h 560854"/>
                <a:gd name="csX1155" fmla="*/ 487762 w 1144639"/>
                <a:gd name="csY1155" fmla="*/ 499227 h 560854"/>
                <a:gd name="csX1156" fmla="*/ 487762 w 1144639"/>
                <a:gd name="csY1156" fmla="*/ 499227 h 560854"/>
                <a:gd name="csX1157" fmla="*/ 485373 w 1144639"/>
                <a:gd name="csY1157" fmla="*/ 497794 h 560854"/>
                <a:gd name="csX1158" fmla="*/ 483940 w 1144639"/>
                <a:gd name="csY1158" fmla="*/ 496361 h 560854"/>
                <a:gd name="csX1159" fmla="*/ 483462 w 1144639"/>
                <a:gd name="csY1159" fmla="*/ 493972 h 560854"/>
                <a:gd name="csX1160" fmla="*/ 482984 w 1144639"/>
                <a:gd name="csY1160" fmla="*/ 493017 h 560854"/>
                <a:gd name="csX1161" fmla="*/ 483462 w 1144639"/>
                <a:gd name="csY1161" fmla="*/ 492539 h 560854"/>
                <a:gd name="csX1162" fmla="*/ 482029 w 1144639"/>
                <a:gd name="csY1162" fmla="*/ 490150 h 560854"/>
                <a:gd name="csX1163" fmla="*/ 479163 w 1144639"/>
                <a:gd name="csY1163" fmla="*/ 485851 h 560854"/>
                <a:gd name="csX1164" fmla="*/ 477252 w 1144639"/>
                <a:gd name="csY1164" fmla="*/ 482984 h 560854"/>
                <a:gd name="csX1165" fmla="*/ 476774 w 1144639"/>
                <a:gd name="csY1165" fmla="*/ 481074 h 560854"/>
                <a:gd name="csX1166" fmla="*/ 474863 w 1144639"/>
                <a:gd name="csY1166" fmla="*/ 478685 h 560854"/>
                <a:gd name="csX1167" fmla="*/ 471519 w 1144639"/>
                <a:gd name="csY1167" fmla="*/ 475818 h 560854"/>
                <a:gd name="csX1168" fmla="*/ 469608 w 1144639"/>
                <a:gd name="csY1168" fmla="*/ 473908 h 560854"/>
                <a:gd name="csX1169" fmla="*/ 469130 w 1144639"/>
                <a:gd name="csY1169" fmla="*/ 472952 h 560854"/>
                <a:gd name="csX1170" fmla="*/ 469130 w 1144639"/>
                <a:gd name="csY1170" fmla="*/ 472952 h 560854"/>
                <a:gd name="csX1171" fmla="*/ 464353 w 1144639"/>
                <a:gd name="csY1171" fmla="*/ 469130 h 560854"/>
                <a:gd name="csX1172" fmla="*/ 462442 w 1144639"/>
                <a:gd name="csY1172" fmla="*/ 466742 h 560854"/>
                <a:gd name="csX1173" fmla="*/ 461487 w 1144639"/>
                <a:gd name="csY1173" fmla="*/ 466264 h 560854"/>
                <a:gd name="csX1174" fmla="*/ 461487 w 1144639"/>
                <a:gd name="csY1174" fmla="*/ 466264 h 560854"/>
                <a:gd name="csX1175" fmla="*/ 460054 w 1144639"/>
                <a:gd name="csY1175" fmla="*/ 466264 h 560854"/>
                <a:gd name="csX1176" fmla="*/ 459576 w 1144639"/>
                <a:gd name="csY1176" fmla="*/ 466264 h 560854"/>
                <a:gd name="csX1177" fmla="*/ 459098 w 1144639"/>
                <a:gd name="csY1177" fmla="*/ 465308 h 560854"/>
                <a:gd name="csX1178" fmla="*/ 459098 w 1144639"/>
                <a:gd name="csY1178" fmla="*/ 465308 h 560854"/>
                <a:gd name="csX1179" fmla="*/ 458620 w 1144639"/>
                <a:gd name="csY1179" fmla="*/ 465308 h 560854"/>
                <a:gd name="csX1180" fmla="*/ 458143 w 1144639"/>
                <a:gd name="csY1180" fmla="*/ 465786 h 560854"/>
                <a:gd name="csX1181" fmla="*/ 455276 w 1144639"/>
                <a:gd name="csY1181" fmla="*/ 466264 h 560854"/>
                <a:gd name="csX1182" fmla="*/ 450499 w 1144639"/>
                <a:gd name="csY1182" fmla="*/ 465786 h 560854"/>
                <a:gd name="csX1183" fmla="*/ 447155 w 1144639"/>
                <a:gd name="csY1183" fmla="*/ 465308 h 560854"/>
                <a:gd name="csX1184" fmla="*/ 447155 w 1144639"/>
                <a:gd name="csY1184" fmla="*/ 465308 h 560854"/>
                <a:gd name="csX1185" fmla="*/ 444766 w 1144639"/>
                <a:gd name="csY1185" fmla="*/ 464353 h 560854"/>
                <a:gd name="csX1186" fmla="*/ 444766 w 1144639"/>
                <a:gd name="csY1186" fmla="*/ 464353 h 560854"/>
                <a:gd name="csX1187" fmla="*/ 443333 w 1144639"/>
                <a:gd name="csY1187" fmla="*/ 464353 h 560854"/>
                <a:gd name="csX1188" fmla="*/ 443333 w 1144639"/>
                <a:gd name="csY1188" fmla="*/ 464353 h 560854"/>
                <a:gd name="csX1189" fmla="*/ 442377 w 1144639"/>
                <a:gd name="csY1189" fmla="*/ 465786 h 560854"/>
                <a:gd name="csX1190" fmla="*/ 440944 w 1144639"/>
                <a:gd name="csY1190" fmla="*/ 466264 h 560854"/>
                <a:gd name="csX1191" fmla="*/ 438078 w 1144639"/>
                <a:gd name="csY1191" fmla="*/ 466742 h 560854"/>
                <a:gd name="csX1192" fmla="*/ 438078 w 1144639"/>
                <a:gd name="csY1192" fmla="*/ 466742 h 560854"/>
                <a:gd name="csX1193" fmla="*/ 435689 w 1144639"/>
                <a:gd name="csY1193" fmla="*/ 469130 h 560854"/>
                <a:gd name="csX1194" fmla="*/ 433778 w 1144639"/>
                <a:gd name="csY1194" fmla="*/ 472952 h 560854"/>
                <a:gd name="csX1195" fmla="*/ 432823 w 1144639"/>
                <a:gd name="csY1195" fmla="*/ 475818 h 560854"/>
                <a:gd name="csX1196" fmla="*/ 433301 w 1144639"/>
                <a:gd name="csY1196" fmla="*/ 476774 h 560854"/>
                <a:gd name="csX1197" fmla="*/ 432345 w 1144639"/>
                <a:gd name="csY1197" fmla="*/ 477729 h 560854"/>
                <a:gd name="csX1198" fmla="*/ 431390 w 1144639"/>
                <a:gd name="csY1198" fmla="*/ 478207 h 560854"/>
                <a:gd name="csX1199" fmla="*/ 429957 w 1144639"/>
                <a:gd name="csY1199" fmla="*/ 479640 h 560854"/>
                <a:gd name="csX1200" fmla="*/ 429957 w 1144639"/>
                <a:gd name="csY1200" fmla="*/ 479640 h 560854"/>
                <a:gd name="csX1201" fmla="*/ 428523 w 1144639"/>
                <a:gd name="csY1201" fmla="*/ 481551 h 560854"/>
                <a:gd name="csX1202" fmla="*/ 428523 w 1144639"/>
                <a:gd name="csY1202" fmla="*/ 481551 h 560854"/>
                <a:gd name="csX1203" fmla="*/ 427090 w 1144639"/>
                <a:gd name="csY1203" fmla="*/ 482507 h 560854"/>
                <a:gd name="csX1204" fmla="*/ 425179 w 1144639"/>
                <a:gd name="csY1204" fmla="*/ 482507 h 560854"/>
                <a:gd name="csX1205" fmla="*/ 422313 w 1144639"/>
                <a:gd name="csY1205" fmla="*/ 481074 h 560854"/>
                <a:gd name="csX1206" fmla="*/ 417536 w 1144639"/>
                <a:gd name="csY1206" fmla="*/ 478207 h 560854"/>
                <a:gd name="csX1207" fmla="*/ 417058 w 1144639"/>
                <a:gd name="csY1207" fmla="*/ 478207 h 560854"/>
                <a:gd name="csX1208" fmla="*/ 413714 w 1144639"/>
                <a:gd name="csY1208" fmla="*/ 476296 h 560854"/>
                <a:gd name="csX1209" fmla="*/ 410847 w 1144639"/>
                <a:gd name="csY1209" fmla="*/ 475818 h 560854"/>
                <a:gd name="csX1210" fmla="*/ 410847 w 1144639"/>
                <a:gd name="csY1210" fmla="*/ 475818 h 560854"/>
                <a:gd name="csX1211" fmla="*/ 408459 w 1144639"/>
                <a:gd name="csY1211" fmla="*/ 474385 h 560854"/>
                <a:gd name="csX1212" fmla="*/ 406548 w 1144639"/>
                <a:gd name="csY1212" fmla="*/ 472474 h 560854"/>
                <a:gd name="csX1213" fmla="*/ 406548 w 1144639"/>
                <a:gd name="csY1213" fmla="*/ 472474 h 560854"/>
                <a:gd name="csX1214" fmla="*/ 404637 w 1144639"/>
                <a:gd name="csY1214" fmla="*/ 471041 h 560854"/>
                <a:gd name="csX1215" fmla="*/ 402726 w 1144639"/>
                <a:gd name="csY1215" fmla="*/ 470564 h 560854"/>
                <a:gd name="csX1216" fmla="*/ 400815 w 1144639"/>
                <a:gd name="csY1216" fmla="*/ 468175 h 560854"/>
                <a:gd name="csX1217" fmla="*/ 398426 w 1144639"/>
                <a:gd name="csY1217" fmla="*/ 464353 h 560854"/>
                <a:gd name="csX1218" fmla="*/ 396993 w 1144639"/>
                <a:gd name="csY1218" fmla="*/ 461487 h 560854"/>
                <a:gd name="csX1219" fmla="*/ 396993 w 1144639"/>
                <a:gd name="csY1219" fmla="*/ 458620 h 560854"/>
                <a:gd name="csX1220" fmla="*/ 394127 w 1144639"/>
                <a:gd name="csY1220" fmla="*/ 451932 h 560854"/>
                <a:gd name="csX1221" fmla="*/ 392694 w 1144639"/>
                <a:gd name="csY1221" fmla="*/ 449066 h 560854"/>
                <a:gd name="csX1222" fmla="*/ 391260 w 1144639"/>
                <a:gd name="csY1222" fmla="*/ 448110 h 560854"/>
                <a:gd name="csX1223" fmla="*/ 391260 w 1144639"/>
                <a:gd name="csY1223" fmla="*/ 448110 h 560854"/>
                <a:gd name="csX1224" fmla="*/ 388872 w 1144639"/>
                <a:gd name="csY1224" fmla="*/ 446199 h 560854"/>
                <a:gd name="csX1225" fmla="*/ 388872 w 1144639"/>
                <a:gd name="csY1225" fmla="*/ 446199 h 560854"/>
                <a:gd name="csX1226" fmla="*/ 385528 w 1144639"/>
                <a:gd name="csY1226" fmla="*/ 444766 h 560854"/>
                <a:gd name="csX1227" fmla="*/ 380750 w 1144639"/>
                <a:gd name="csY1227" fmla="*/ 440944 h 560854"/>
                <a:gd name="csX1228" fmla="*/ 374540 w 1144639"/>
                <a:gd name="csY1228" fmla="*/ 435211 h 560854"/>
                <a:gd name="csX1229" fmla="*/ 370718 w 1144639"/>
                <a:gd name="csY1229" fmla="*/ 432345 h 560854"/>
                <a:gd name="csX1230" fmla="*/ 367852 w 1144639"/>
                <a:gd name="csY1230" fmla="*/ 430912 h 560854"/>
                <a:gd name="csX1231" fmla="*/ 365941 w 1144639"/>
                <a:gd name="csY1231" fmla="*/ 429001 h 560854"/>
                <a:gd name="csX1232" fmla="*/ 364030 w 1144639"/>
                <a:gd name="csY1232" fmla="*/ 426135 h 560854"/>
                <a:gd name="csX1233" fmla="*/ 362597 w 1144639"/>
                <a:gd name="csY1233" fmla="*/ 424224 h 560854"/>
                <a:gd name="csX1234" fmla="*/ 362119 w 1144639"/>
                <a:gd name="csY1234" fmla="*/ 424224 h 560854"/>
                <a:gd name="csX1235" fmla="*/ 362119 w 1144639"/>
                <a:gd name="csY1235" fmla="*/ 424224 h 560854"/>
                <a:gd name="csX1236" fmla="*/ 362119 w 1144639"/>
                <a:gd name="csY1236" fmla="*/ 424224 h 560854"/>
                <a:gd name="csX1237" fmla="*/ 362119 w 1144639"/>
                <a:gd name="csY1237" fmla="*/ 424224 h 560854"/>
                <a:gd name="csX1238" fmla="*/ 362119 w 1144639"/>
                <a:gd name="csY1238" fmla="*/ 424224 h 560854"/>
                <a:gd name="csX1239" fmla="*/ 357819 w 1144639"/>
                <a:gd name="csY1239" fmla="*/ 424224 h 560854"/>
                <a:gd name="csX1240" fmla="*/ 353520 w 1144639"/>
                <a:gd name="csY1240" fmla="*/ 424224 h 560854"/>
                <a:gd name="csX1241" fmla="*/ 348742 w 1144639"/>
                <a:gd name="csY1241" fmla="*/ 424224 h 560854"/>
                <a:gd name="csX1242" fmla="*/ 344443 w 1144639"/>
                <a:gd name="csY1242" fmla="*/ 424224 h 560854"/>
                <a:gd name="csX1243" fmla="*/ 340143 w 1144639"/>
                <a:gd name="csY1243" fmla="*/ 424224 h 560854"/>
                <a:gd name="csX1244" fmla="*/ 340143 w 1144639"/>
                <a:gd name="csY1244" fmla="*/ 424224 h 560854"/>
                <a:gd name="csX1245" fmla="*/ 335844 w 1144639"/>
                <a:gd name="csY1245" fmla="*/ 424224 h 560854"/>
                <a:gd name="csX1246" fmla="*/ 331544 w 1144639"/>
                <a:gd name="csY1246" fmla="*/ 424224 h 560854"/>
                <a:gd name="csX1247" fmla="*/ 331544 w 1144639"/>
                <a:gd name="csY1247" fmla="*/ 424224 h 560854"/>
                <a:gd name="csX1248" fmla="*/ 327245 w 1144639"/>
                <a:gd name="csY1248" fmla="*/ 423746 h 560854"/>
                <a:gd name="csX1249" fmla="*/ 327245 w 1144639"/>
                <a:gd name="csY1249" fmla="*/ 424224 h 560854"/>
                <a:gd name="csX1250" fmla="*/ 327245 w 1144639"/>
                <a:gd name="csY1250" fmla="*/ 424224 h 560854"/>
                <a:gd name="csX1251" fmla="*/ 327245 w 1144639"/>
                <a:gd name="csY1251" fmla="*/ 426612 h 560854"/>
                <a:gd name="csX1252" fmla="*/ 327245 w 1144639"/>
                <a:gd name="csY1252" fmla="*/ 429001 h 560854"/>
                <a:gd name="csX1253" fmla="*/ 327245 w 1144639"/>
                <a:gd name="csY1253" fmla="*/ 431390 h 560854"/>
                <a:gd name="csX1254" fmla="*/ 327245 w 1144639"/>
                <a:gd name="csY1254" fmla="*/ 433778 h 560854"/>
                <a:gd name="csX1255" fmla="*/ 320079 w 1144639"/>
                <a:gd name="csY1255" fmla="*/ 433778 h 560854"/>
                <a:gd name="csX1256" fmla="*/ 312913 w 1144639"/>
                <a:gd name="csY1256" fmla="*/ 433778 h 560854"/>
                <a:gd name="csX1257" fmla="*/ 306225 w 1144639"/>
                <a:gd name="csY1257" fmla="*/ 433778 h 560854"/>
                <a:gd name="csX1258" fmla="*/ 305747 w 1144639"/>
                <a:gd name="csY1258" fmla="*/ 433778 h 560854"/>
                <a:gd name="csX1259" fmla="*/ 299059 w 1144639"/>
                <a:gd name="csY1259" fmla="*/ 433778 h 560854"/>
                <a:gd name="csX1260" fmla="*/ 291893 w 1144639"/>
                <a:gd name="csY1260" fmla="*/ 433778 h 560854"/>
                <a:gd name="csX1261" fmla="*/ 285205 w 1144639"/>
                <a:gd name="csY1261" fmla="*/ 433778 h 560854"/>
                <a:gd name="csX1262" fmla="*/ 278039 w 1144639"/>
                <a:gd name="csY1262" fmla="*/ 433778 h 560854"/>
                <a:gd name="csX1263" fmla="*/ 270873 w 1144639"/>
                <a:gd name="csY1263" fmla="*/ 433778 h 560854"/>
                <a:gd name="csX1264" fmla="*/ 261318 w 1144639"/>
                <a:gd name="csY1264" fmla="*/ 430434 h 560854"/>
                <a:gd name="csX1265" fmla="*/ 252241 w 1144639"/>
                <a:gd name="csY1265" fmla="*/ 427568 h 560854"/>
                <a:gd name="csX1266" fmla="*/ 242687 w 1144639"/>
                <a:gd name="csY1266" fmla="*/ 424224 h 560854"/>
                <a:gd name="csX1267" fmla="*/ 233132 w 1144639"/>
                <a:gd name="csY1267" fmla="*/ 420880 h 560854"/>
                <a:gd name="csX1268" fmla="*/ 224055 w 1144639"/>
                <a:gd name="csY1268" fmla="*/ 418013 h 560854"/>
                <a:gd name="csX1269" fmla="*/ 214500 w 1144639"/>
                <a:gd name="csY1269" fmla="*/ 414669 h 560854"/>
                <a:gd name="csX1270" fmla="*/ 204946 w 1144639"/>
                <a:gd name="csY1270" fmla="*/ 411803 h 560854"/>
                <a:gd name="csX1271" fmla="*/ 195869 w 1144639"/>
                <a:gd name="csY1271" fmla="*/ 408459 h 560854"/>
                <a:gd name="csX1272" fmla="*/ 196825 w 1144639"/>
                <a:gd name="csY1272" fmla="*/ 407026 h 560854"/>
                <a:gd name="csX1273" fmla="*/ 197780 w 1144639"/>
                <a:gd name="csY1273" fmla="*/ 404159 h 560854"/>
                <a:gd name="csX1274" fmla="*/ 195869 w 1144639"/>
                <a:gd name="csY1274" fmla="*/ 404159 h 560854"/>
                <a:gd name="csX1275" fmla="*/ 190136 w 1144639"/>
                <a:gd name="csY1275" fmla="*/ 404637 h 560854"/>
                <a:gd name="csX1276" fmla="*/ 184404 w 1144639"/>
                <a:gd name="csY1276" fmla="*/ 405115 h 560854"/>
                <a:gd name="csX1277" fmla="*/ 178671 w 1144639"/>
                <a:gd name="csY1277" fmla="*/ 405592 h 560854"/>
                <a:gd name="csX1278" fmla="*/ 172938 w 1144639"/>
                <a:gd name="csY1278" fmla="*/ 406070 h 560854"/>
                <a:gd name="csX1279" fmla="*/ 167205 w 1144639"/>
                <a:gd name="csY1279" fmla="*/ 406548 h 560854"/>
                <a:gd name="csX1280" fmla="*/ 161473 w 1144639"/>
                <a:gd name="csY1280" fmla="*/ 407026 h 560854"/>
                <a:gd name="csX1281" fmla="*/ 155740 w 1144639"/>
                <a:gd name="csY1281" fmla="*/ 407503 h 560854"/>
                <a:gd name="csX1282" fmla="*/ 150485 w 1144639"/>
                <a:gd name="csY1282" fmla="*/ 407981 h 560854"/>
                <a:gd name="csX1283" fmla="*/ 150485 w 1144639"/>
                <a:gd name="csY1283" fmla="*/ 407981 h 560854"/>
                <a:gd name="csX1284" fmla="*/ 150007 w 1144639"/>
                <a:gd name="csY1284" fmla="*/ 405592 h 560854"/>
                <a:gd name="csX1285" fmla="*/ 149052 w 1144639"/>
                <a:gd name="csY1285" fmla="*/ 404637 h 560854"/>
                <a:gd name="csX1286" fmla="*/ 148096 w 1144639"/>
                <a:gd name="csY1286" fmla="*/ 405115 h 560854"/>
                <a:gd name="csX1287" fmla="*/ 147618 w 1144639"/>
                <a:gd name="csY1287" fmla="*/ 402248 h 560854"/>
                <a:gd name="csX1288" fmla="*/ 147618 w 1144639"/>
                <a:gd name="csY1288" fmla="*/ 400337 h 560854"/>
                <a:gd name="csX1289" fmla="*/ 147618 w 1144639"/>
                <a:gd name="csY1289" fmla="*/ 399382 h 560854"/>
                <a:gd name="csX1290" fmla="*/ 146663 w 1144639"/>
                <a:gd name="csY1290" fmla="*/ 395560 h 560854"/>
                <a:gd name="csX1291" fmla="*/ 143797 w 1144639"/>
                <a:gd name="csY1291" fmla="*/ 391260 h 560854"/>
                <a:gd name="csX1292" fmla="*/ 137108 w 1144639"/>
                <a:gd name="csY1292" fmla="*/ 386005 h 560854"/>
                <a:gd name="csX1293" fmla="*/ 133764 w 1144639"/>
                <a:gd name="csY1293" fmla="*/ 384572 h 560854"/>
                <a:gd name="csX1294" fmla="*/ 131376 w 1144639"/>
                <a:gd name="csY1294" fmla="*/ 382184 h 560854"/>
                <a:gd name="csX1295" fmla="*/ 129942 w 1144639"/>
                <a:gd name="csY1295" fmla="*/ 381706 h 560854"/>
                <a:gd name="csX1296" fmla="*/ 127554 w 1144639"/>
                <a:gd name="csY1296" fmla="*/ 381228 h 560854"/>
                <a:gd name="csX1297" fmla="*/ 127076 w 1144639"/>
                <a:gd name="csY1297" fmla="*/ 382184 h 560854"/>
                <a:gd name="csX1298" fmla="*/ 124687 w 1144639"/>
                <a:gd name="csY1298" fmla="*/ 381706 h 560854"/>
                <a:gd name="csX1299" fmla="*/ 125165 w 1144639"/>
                <a:gd name="csY1299" fmla="*/ 379317 h 560854"/>
                <a:gd name="csX1300" fmla="*/ 122777 w 1144639"/>
                <a:gd name="csY1300" fmla="*/ 375495 h 560854"/>
                <a:gd name="csX1301" fmla="*/ 121343 w 1144639"/>
                <a:gd name="csY1301" fmla="*/ 375495 h 560854"/>
                <a:gd name="csX1302" fmla="*/ 116566 w 1144639"/>
                <a:gd name="csY1302" fmla="*/ 375495 h 560854"/>
                <a:gd name="csX1303" fmla="*/ 110356 w 1144639"/>
                <a:gd name="csY1303" fmla="*/ 373584 h 560854"/>
                <a:gd name="csX1304" fmla="*/ 108445 w 1144639"/>
                <a:gd name="csY1304" fmla="*/ 372629 h 560854"/>
                <a:gd name="csX1305" fmla="*/ 107967 w 1144639"/>
                <a:gd name="csY1305" fmla="*/ 370718 h 560854"/>
                <a:gd name="csX1306" fmla="*/ 105100 w 1144639"/>
                <a:gd name="csY1306" fmla="*/ 368807 h 560854"/>
                <a:gd name="csX1307" fmla="*/ 101279 w 1144639"/>
                <a:gd name="csY1307" fmla="*/ 366896 h 560854"/>
                <a:gd name="csX1308" fmla="*/ 98890 w 1144639"/>
                <a:gd name="csY1308" fmla="*/ 367374 h 560854"/>
                <a:gd name="csX1309" fmla="*/ 96024 w 1144639"/>
                <a:gd name="csY1309" fmla="*/ 366896 h 560854"/>
                <a:gd name="csX1310" fmla="*/ 92202 w 1144639"/>
                <a:gd name="csY1310" fmla="*/ 365941 h 560854"/>
                <a:gd name="csX1311" fmla="*/ 89813 w 1144639"/>
                <a:gd name="csY1311" fmla="*/ 365941 h 560854"/>
                <a:gd name="csX1312" fmla="*/ 85514 w 1144639"/>
                <a:gd name="csY1312" fmla="*/ 365941 h 560854"/>
                <a:gd name="csX1313" fmla="*/ 83603 w 1144639"/>
                <a:gd name="csY1313" fmla="*/ 365941 h 560854"/>
                <a:gd name="csX1314" fmla="*/ 82170 w 1144639"/>
                <a:gd name="csY1314" fmla="*/ 364030 h 560854"/>
                <a:gd name="csX1315" fmla="*/ 80736 w 1144639"/>
                <a:gd name="csY1315" fmla="*/ 363552 h 560854"/>
                <a:gd name="csX1316" fmla="*/ 80736 w 1144639"/>
                <a:gd name="csY1316" fmla="*/ 361641 h 560854"/>
                <a:gd name="csX1317" fmla="*/ 80736 w 1144639"/>
                <a:gd name="csY1317" fmla="*/ 359730 h 560854"/>
                <a:gd name="csX1318" fmla="*/ 80736 w 1144639"/>
                <a:gd name="csY1318" fmla="*/ 358297 h 560854"/>
                <a:gd name="csX1319" fmla="*/ 80259 w 1144639"/>
                <a:gd name="csY1319" fmla="*/ 355431 h 560854"/>
                <a:gd name="csX1320" fmla="*/ 80736 w 1144639"/>
                <a:gd name="csY1320" fmla="*/ 352564 h 560854"/>
                <a:gd name="csX1321" fmla="*/ 80259 w 1144639"/>
                <a:gd name="csY1321" fmla="*/ 351609 h 560854"/>
                <a:gd name="csX1322" fmla="*/ 79303 w 1144639"/>
                <a:gd name="csY1322" fmla="*/ 350653 h 560854"/>
                <a:gd name="csX1323" fmla="*/ 76437 w 1144639"/>
                <a:gd name="csY1323" fmla="*/ 349698 h 560854"/>
                <a:gd name="csX1324" fmla="*/ 75959 w 1144639"/>
                <a:gd name="csY1324" fmla="*/ 348265 h 560854"/>
                <a:gd name="csX1325" fmla="*/ 76437 w 1144639"/>
                <a:gd name="csY1325" fmla="*/ 345876 h 560854"/>
                <a:gd name="csX1326" fmla="*/ 75481 w 1144639"/>
                <a:gd name="csY1326" fmla="*/ 344921 h 560854"/>
                <a:gd name="csX1327" fmla="*/ 73093 w 1144639"/>
                <a:gd name="csY1327" fmla="*/ 343487 h 560854"/>
                <a:gd name="csX1328" fmla="*/ 70704 w 1144639"/>
                <a:gd name="csY1328" fmla="*/ 340621 h 560854"/>
                <a:gd name="csX1329" fmla="*/ 67838 w 1144639"/>
                <a:gd name="csY1329" fmla="*/ 339188 h 560854"/>
                <a:gd name="csX1330" fmla="*/ 66882 w 1144639"/>
                <a:gd name="csY1330" fmla="*/ 336799 h 560854"/>
                <a:gd name="csX1331" fmla="*/ 64971 w 1144639"/>
                <a:gd name="csY1331" fmla="*/ 334888 h 560854"/>
                <a:gd name="csX1332" fmla="*/ 64493 w 1144639"/>
                <a:gd name="csY1332" fmla="*/ 333455 h 560854"/>
                <a:gd name="csX1333" fmla="*/ 60194 w 1144639"/>
                <a:gd name="csY1333" fmla="*/ 328678 h 560854"/>
                <a:gd name="csX1334" fmla="*/ 55894 w 1144639"/>
                <a:gd name="csY1334" fmla="*/ 324378 h 560854"/>
                <a:gd name="csX1335" fmla="*/ 55417 w 1144639"/>
                <a:gd name="csY1335" fmla="*/ 321989 h 560854"/>
                <a:gd name="csX1336" fmla="*/ 55417 w 1144639"/>
                <a:gd name="csY1336" fmla="*/ 319123 h 560854"/>
                <a:gd name="csX1337" fmla="*/ 56850 w 1144639"/>
                <a:gd name="csY1337" fmla="*/ 317212 h 560854"/>
                <a:gd name="csX1338" fmla="*/ 57805 w 1144639"/>
                <a:gd name="csY1338" fmla="*/ 315301 h 560854"/>
                <a:gd name="csX1339" fmla="*/ 57805 w 1144639"/>
                <a:gd name="csY1339" fmla="*/ 313868 h 560854"/>
                <a:gd name="csX1340" fmla="*/ 57328 w 1144639"/>
                <a:gd name="csY1340" fmla="*/ 312913 h 560854"/>
                <a:gd name="csX1341" fmla="*/ 55894 w 1144639"/>
                <a:gd name="csY1341" fmla="*/ 310524 h 560854"/>
                <a:gd name="csX1342" fmla="*/ 50162 w 1144639"/>
                <a:gd name="csY1342" fmla="*/ 309569 h 560854"/>
                <a:gd name="csX1343" fmla="*/ 45862 w 1144639"/>
                <a:gd name="csY1343" fmla="*/ 304791 h 560854"/>
                <a:gd name="csX1344" fmla="*/ 45384 w 1144639"/>
                <a:gd name="csY1344" fmla="*/ 300970 h 560854"/>
                <a:gd name="csX1345" fmla="*/ 43951 w 1144639"/>
                <a:gd name="csY1345" fmla="*/ 297148 h 560854"/>
                <a:gd name="csX1346" fmla="*/ 43951 w 1144639"/>
                <a:gd name="csY1346" fmla="*/ 294281 h 560854"/>
                <a:gd name="csX1347" fmla="*/ 43473 w 1144639"/>
                <a:gd name="csY1347" fmla="*/ 291893 h 560854"/>
                <a:gd name="csX1348" fmla="*/ 44907 w 1144639"/>
                <a:gd name="csY1348" fmla="*/ 291415 h 560854"/>
                <a:gd name="csX1349" fmla="*/ 45862 w 1144639"/>
                <a:gd name="csY1349" fmla="*/ 291415 h 560854"/>
                <a:gd name="csX1350" fmla="*/ 45862 w 1144639"/>
                <a:gd name="csY1350" fmla="*/ 292370 h 560854"/>
                <a:gd name="csX1351" fmla="*/ 46340 w 1144639"/>
                <a:gd name="csY1351" fmla="*/ 294281 h 560854"/>
                <a:gd name="csX1352" fmla="*/ 47773 w 1144639"/>
                <a:gd name="csY1352" fmla="*/ 295714 h 560854"/>
                <a:gd name="csX1353" fmla="*/ 49206 w 1144639"/>
                <a:gd name="csY1353" fmla="*/ 296670 h 560854"/>
                <a:gd name="csX1354" fmla="*/ 50162 w 1144639"/>
                <a:gd name="csY1354" fmla="*/ 298103 h 560854"/>
                <a:gd name="csX1355" fmla="*/ 51117 w 1144639"/>
                <a:gd name="csY1355" fmla="*/ 298581 h 560854"/>
                <a:gd name="csX1356" fmla="*/ 52072 w 1144639"/>
                <a:gd name="csY1356" fmla="*/ 298581 h 560854"/>
                <a:gd name="csX1357" fmla="*/ 51595 w 1144639"/>
                <a:gd name="csY1357" fmla="*/ 297625 h 560854"/>
                <a:gd name="csX1358" fmla="*/ 51117 w 1144639"/>
                <a:gd name="csY1358" fmla="*/ 297148 h 560854"/>
                <a:gd name="csX1359" fmla="*/ 50639 w 1144639"/>
                <a:gd name="csY1359" fmla="*/ 295237 h 560854"/>
                <a:gd name="csX1360" fmla="*/ 49206 w 1144639"/>
                <a:gd name="csY1360" fmla="*/ 292848 h 560854"/>
                <a:gd name="csX1361" fmla="*/ 47773 w 1144639"/>
                <a:gd name="csY1361" fmla="*/ 291415 h 560854"/>
                <a:gd name="csX1362" fmla="*/ 46818 w 1144639"/>
                <a:gd name="csY1362" fmla="*/ 289026 h 560854"/>
                <a:gd name="csX1363" fmla="*/ 46340 w 1144639"/>
                <a:gd name="csY1363" fmla="*/ 288548 h 560854"/>
                <a:gd name="csX1364" fmla="*/ 45862 w 1144639"/>
                <a:gd name="csY1364" fmla="*/ 287593 h 560854"/>
                <a:gd name="csX1365" fmla="*/ 47295 w 1144639"/>
                <a:gd name="csY1365" fmla="*/ 286160 h 560854"/>
                <a:gd name="csX1366" fmla="*/ 49206 w 1144639"/>
                <a:gd name="csY1366" fmla="*/ 285682 h 560854"/>
                <a:gd name="csX1367" fmla="*/ 52072 w 1144639"/>
                <a:gd name="csY1367" fmla="*/ 285205 h 560854"/>
                <a:gd name="csX1368" fmla="*/ 59238 w 1144639"/>
                <a:gd name="csY1368" fmla="*/ 285682 h 560854"/>
                <a:gd name="csX1369" fmla="*/ 60672 w 1144639"/>
                <a:gd name="csY1369" fmla="*/ 285205 h 560854"/>
                <a:gd name="csX1370" fmla="*/ 62105 w 1144639"/>
                <a:gd name="csY1370" fmla="*/ 285205 h 560854"/>
                <a:gd name="csX1371" fmla="*/ 63060 w 1144639"/>
                <a:gd name="csY1371" fmla="*/ 285205 h 560854"/>
                <a:gd name="csX1372" fmla="*/ 61149 w 1144639"/>
                <a:gd name="csY1372" fmla="*/ 284727 h 560854"/>
                <a:gd name="csX1373" fmla="*/ 60194 w 1144639"/>
                <a:gd name="csY1373" fmla="*/ 284727 h 560854"/>
                <a:gd name="csX1374" fmla="*/ 58761 w 1144639"/>
                <a:gd name="csY1374" fmla="*/ 284727 h 560854"/>
                <a:gd name="csX1375" fmla="*/ 55894 w 1144639"/>
                <a:gd name="csY1375" fmla="*/ 284727 h 560854"/>
                <a:gd name="csX1376" fmla="*/ 54939 w 1144639"/>
                <a:gd name="csY1376" fmla="*/ 284727 h 560854"/>
                <a:gd name="csX1377" fmla="*/ 53984 w 1144639"/>
                <a:gd name="csY1377" fmla="*/ 283771 h 560854"/>
                <a:gd name="csX1378" fmla="*/ 53028 w 1144639"/>
                <a:gd name="csY1378" fmla="*/ 283771 h 560854"/>
                <a:gd name="csX1379" fmla="*/ 50639 w 1144639"/>
                <a:gd name="csY1379" fmla="*/ 285205 h 560854"/>
                <a:gd name="csX1380" fmla="*/ 49684 w 1144639"/>
                <a:gd name="csY1380" fmla="*/ 284727 h 560854"/>
                <a:gd name="csX1381" fmla="*/ 46818 w 1144639"/>
                <a:gd name="csY1381" fmla="*/ 283294 h 560854"/>
                <a:gd name="csX1382" fmla="*/ 45862 w 1144639"/>
                <a:gd name="csY1382" fmla="*/ 283294 h 560854"/>
                <a:gd name="csX1383" fmla="*/ 43951 w 1144639"/>
                <a:gd name="csY1383" fmla="*/ 284249 h 560854"/>
                <a:gd name="csX1384" fmla="*/ 43951 w 1144639"/>
                <a:gd name="csY1384" fmla="*/ 287593 h 560854"/>
                <a:gd name="csX1385" fmla="*/ 44429 w 1144639"/>
                <a:gd name="csY1385" fmla="*/ 290459 h 560854"/>
                <a:gd name="csX1386" fmla="*/ 43473 w 1144639"/>
                <a:gd name="csY1386" fmla="*/ 290459 h 560854"/>
                <a:gd name="csX1387" fmla="*/ 42040 w 1144639"/>
                <a:gd name="csY1387" fmla="*/ 289504 h 560854"/>
                <a:gd name="csX1388" fmla="*/ 40129 w 1144639"/>
                <a:gd name="csY1388" fmla="*/ 288548 h 560854"/>
                <a:gd name="csX1389" fmla="*/ 38696 w 1144639"/>
                <a:gd name="csY1389" fmla="*/ 287593 h 560854"/>
                <a:gd name="csX1390" fmla="*/ 36307 w 1144639"/>
                <a:gd name="csY1390" fmla="*/ 286160 h 560854"/>
                <a:gd name="csX1391" fmla="*/ 35352 w 1144639"/>
                <a:gd name="csY1391" fmla="*/ 285205 h 560854"/>
                <a:gd name="csX1392" fmla="*/ 33919 w 1144639"/>
                <a:gd name="csY1392" fmla="*/ 286638 h 560854"/>
                <a:gd name="csX1393" fmla="*/ 33919 w 1144639"/>
                <a:gd name="csY1393" fmla="*/ 286160 h 560854"/>
                <a:gd name="csX1394" fmla="*/ 34397 w 1144639"/>
                <a:gd name="csY1394" fmla="*/ 284249 h 560854"/>
                <a:gd name="csX1395" fmla="*/ 34397 w 1144639"/>
                <a:gd name="csY1395" fmla="*/ 281382 h 560854"/>
                <a:gd name="csX1396" fmla="*/ 36307 w 1144639"/>
                <a:gd name="csY1396" fmla="*/ 283771 h 560854"/>
                <a:gd name="csX1397" fmla="*/ 35830 w 1144639"/>
                <a:gd name="csY1397" fmla="*/ 281860 h 560854"/>
                <a:gd name="csX1398" fmla="*/ 33919 w 1144639"/>
                <a:gd name="csY1398" fmla="*/ 279949 h 560854"/>
                <a:gd name="csX1399" fmla="*/ 32963 w 1144639"/>
                <a:gd name="csY1399" fmla="*/ 279472 h 560854"/>
                <a:gd name="csX1400" fmla="*/ 31530 w 1144639"/>
                <a:gd name="csY1400" fmla="*/ 276128 h 560854"/>
                <a:gd name="csX1401" fmla="*/ 28186 w 1144639"/>
                <a:gd name="csY1401" fmla="*/ 274217 h 560854"/>
                <a:gd name="csX1402" fmla="*/ 25320 w 1144639"/>
                <a:gd name="csY1402" fmla="*/ 270873 h 560854"/>
                <a:gd name="csX1403" fmla="*/ 20065 w 1144639"/>
                <a:gd name="csY1403" fmla="*/ 265617 h 560854"/>
                <a:gd name="csX1404" fmla="*/ 19587 w 1144639"/>
                <a:gd name="csY1404" fmla="*/ 260840 h 560854"/>
                <a:gd name="csX1405" fmla="*/ 17676 w 1144639"/>
                <a:gd name="csY1405" fmla="*/ 254630 h 560854"/>
                <a:gd name="csX1406" fmla="*/ 18631 w 1144639"/>
                <a:gd name="csY1406" fmla="*/ 251286 h 560854"/>
                <a:gd name="csX1407" fmla="*/ 18154 w 1144639"/>
                <a:gd name="csY1407" fmla="*/ 248897 h 560854"/>
                <a:gd name="csX1408" fmla="*/ 17198 w 1144639"/>
                <a:gd name="csY1408" fmla="*/ 245075 h 560854"/>
                <a:gd name="csX1409" fmla="*/ 16243 w 1144639"/>
                <a:gd name="csY1409" fmla="*/ 243164 h 560854"/>
                <a:gd name="csX1410" fmla="*/ 11943 w 1144639"/>
                <a:gd name="csY1410" fmla="*/ 237432 h 560854"/>
                <a:gd name="csX1411" fmla="*/ 7644 w 1144639"/>
                <a:gd name="csY1411" fmla="*/ 234087 h 560854"/>
                <a:gd name="csX1412" fmla="*/ 6688 w 1144639"/>
                <a:gd name="csY1412" fmla="*/ 231221 h 560854"/>
                <a:gd name="csX1413" fmla="*/ 6688 w 1144639"/>
                <a:gd name="csY1413" fmla="*/ 228355 h 560854"/>
                <a:gd name="csX1414" fmla="*/ 7644 w 1144639"/>
                <a:gd name="csY1414" fmla="*/ 225488 h 560854"/>
                <a:gd name="csX1415" fmla="*/ 8599 w 1144639"/>
                <a:gd name="csY1415" fmla="*/ 223100 h 560854"/>
                <a:gd name="csX1416" fmla="*/ 9077 w 1144639"/>
                <a:gd name="csY1416" fmla="*/ 222144 h 560854"/>
                <a:gd name="csX1417" fmla="*/ 9077 w 1144639"/>
                <a:gd name="csY1417" fmla="*/ 222622 h 560854"/>
                <a:gd name="csX1418" fmla="*/ 9077 w 1144639"/>
                <a:gd name="csY1418" fmla="*/ 223100 h 560854"/>
                <a:gd name="csX1419" fmla="*/ 9555 w 1144639"/>
                <a:gd name="csY1419" fmla="*/ 223577 h 560854"/>
                <a:gd name="csX1420" fmla="*/ 10032 w 1144639"/>
                <a:gd name="csY1420" fmla="*/ 222144 h 560854"/>
                <a:gd name="csX1421" fmla="*/ 10032 w 1144639"/>
                <a:gd name="csY1421" fmla="*/ 221666 h 560854"/>
                <a:gd name="csX1422" fmla="*/ 9555 w 1144639"/>
                <a:gd name="csY1422" fmla="*/ 221666 h 560854"/>
                <a:gd name="csX1423" fmla="*/ 9555 w 1144639"/>
                <a:gd name="csY1423" fmla="*/ 221189 h 560854"/>
                <a:gd name="csX1424" fmla="*/ 10032 w 1144639"/>
                <a:gd name="csY1424" fmla="*/ 220233 h 560854"/>
                <a:gd name="csX1425" fmla="*/ 11465 w 1144639"/>
                <a:gd name="csY1425" fmla="*/ 216889 h 560854"/>
                <a:gd name="csX1426" fmla="*/ 11465 w 1144639"/>
                <a:gd name="csY1426" fmla="*/ 212112 h 560854"/>
                <a:gd name="csX1427" fmla="*/ 12421 w 1144639"/>
                <a:gd name="csY1427" fmla="*/ 206857 h 560854"/>
                <a:gd name="csX1428" fmla="*/ 12421 w 1144639"/>
                <a:gd name="csY1428" fmla="*/ 204946 h 560854"/>
                <a:gd name="csX1429" fmla="*/ 11465 w 1144639"/>
                <a:gd name="csY1429" fmla="*/ 201124 h 560854"/>
                <a:gd name="csX1430" fmla="*/ 10988 w 1144639"/>
                <a:gd name="csY1430" fmla="*/ 198735 h 560854"/>
                <a:gd name="csX1431" fmla="*/ 9077 w 1144639"/>
                <a:gd name="csY1431" fmla="*/ 196825 h 560854"/>
                <a:gd name="csX1432" fmla="*/ 10032 w 1144639"/>
                <a:gd name="csY1432" fmla="*/ 194436 h 560854"/>
                <a:gd name="csX1433" fmla="*/ 10032 w 1144639"/>
                <a:gd name="csY1433" fmla="*/ 192047 h 560854"/>
                <a:gd name="csX1434" fmla="*/ 7166 w 1144639"/>
                <a:gd name="csY1434" fmla="*/ 188703 h 560854"/>
                <a:gd name="csX1435" fmla="*/ 5733 w 1144639"/>
                <a:gd name="csY1435" fmla="*/ 184403 h 560854"/>
                <a:gd name="csX1436" fmla="*/ 5733 w 1144639"/>
                <a:gd name="csY1436" fmla="*/ 182493 h 560854"/>
                <a:gd name="csX1437" fmla="*/ 5733 w 1144639"/>
                <a:gd name="csY1437" fmla="*/ 177715 h 560854"/>
                <a:gd name="csX1438" fmla="*/ 5255 w 1144639"/>
                <a:gd name="csY1438" fmla="*/ 175327 h 560854"/>
                <a:gd name="csX1439" fmla="*/ 3344 w 1144639"/>
                <a:gd name="csY1439" fmla="*/ 171983 h 560854"/>
                <a:gd name="csX1440" fmla="*/ 4300 w 1144639"/>
                <a:gd name="csY1440" fmla="*/ 168638 h 560854"/>
                <a:gd name="csX1441" fmla="*/ 4777 w 1144639"/>
                <a:gd name="csY1441" fmla="*/ 167205 h 560854"/>
                <a:gd name="csX1442" fmla="*/ 7166 w 1144639"/>
                <a:gd name="csY1442" fmla="*/ 158606 h 560854"/>
                <a:gd name="csX1443" fmla="*/ 7644 w 1144639"/>
                <a:gd name="csY1443" fmla="*/ 158128 h 560854"/>
                <a:gd name="csX1444" fmla="*/ 8599 w 1144639"/>
                <a:gd name="csY1444" fmla="*/ 158128 h 560854"/>
                <a:gd name="csX1445" fmla="*/ 10032 w 1144639"/>
                <a:gd name="csY1445" fmla="*/ 156695 h 560854"/>
                <a:gd name="csX1446" fmla="*/ 9555 w 1144639"/>
                <a:gd name="csY1446" fmla="*/ 156218 h 560854"/>
                <a:gd name="csX1447" fmla="*/ 8121 w 1144639"/>
                <a:gd name="csY1447" fmla="*/ 157173 h 560854"/>
                <a:gd name="csX1448" fmla="*/ 9077 w 1144639"/>
                <a:gd name="csY1448" fmla="*/ 153829 h 560854"/>
                <a:gd name="csX1449" fmla="*/ 10510 w 1144639"/>
                <a:gd name="csY1449" fmla="*/ 150962 h 560854"/>
                <a:gd name="csX1450" fmla="*/ 10988 w 1144639"/>
                <a:gd name="csY1450" fmla="*/ 150007 h 560854"/>
                <a:gd name="csX1451" fmla="*/ 11465 w 1144639"/>
                <a:gd name="csY1451" fmla="*/ 140930 h 560854"/>
                <a:gd name="csX1452" fmla="*/ 11943 w 1144639"/>
                <a:gd name="csY1452" fmla="*/ 133764 h 560854"/>
                <a:gd name="csX1453" fmla="*/ 12899 w 1144639"/>
                <a:gd name="csY1453" fmla="*/ 131376 h 560854"/>
                <a:gd name="csX1454" fmla="*/ 12899 w 1144639"/>
                <a:gd name="csY1454" fmla="*/ 128987 h 560854"/>
                <a:gd name="csX1455" fmla="*/ 13377 w 1144639"/>
                <a:gd name="csY1455" fmla="*/ 125643 h 560854"/>
                <a:gd name="csX1456" fmla="*/ 12899 w 1144639"/>
                <a:gd name="csY1456" fmla="*/ 122777 h 560854"/>
                <a:gd name="csX1457" fmla="*/ 15287 w 1144639"/>
                <a:gd name="csY1457" fmla="*/ 106534 h 560854"/>
                <a:gd name="csX1458" fmla="*/ 14810 w 1144639"/>
                <a:gd name="csY1458" fmla="*/ 104623 h 560854"/>
                <a:gd name="csX1459" fmla="*/ 15287 w 1144639"/>
                <a:gd name="csY1459" fmla="*/ 101756 h 560854"/>
                <a:gd name="csX1460" fmla="*/ 14810 w 1144639"/>
                <a:gd name="csY1460" fmla="*/ 95068 h 560854"/>
                <a:gd name="csX1461" fmla="*/ 15287 w 1144639"/>
                <a:gd name="csY1461" fmla="*/ 87424 h 560854"/>
                <a:gd name="csX1462" fmla="*/ 14332 w 1144639"/>
                <a:gd name="csY1462" fmla="*/ 86469 h 560854"/>
                <a:gd name="csX1463" fmla="*/ 14332 w 1144639"/>
                <a:gd name="csY1463" fmla="*/ 85513 h 560854"/>
                <a:gd name="csX1464" fmla="*/ 14810 w 1144639"/>
                <a:gd name="csY1464" fmla="*/ 85036 h 560854"/>
                <a:gd name="csX1465" fmla="*/ 15765 w 1144639"/>
                <a:gd name="csY1465" fmla="*/ 86469 h 560854"/>
                <a:gd name="csX1466" fmla="*/ 20542 w 1144639"/>
                <a:gd name="csY1466" fmla="*/ 86469 h 560854"/>
                <a:gd name="csX1467" fmla="*/ 23409 w 1144639"/>
                <a:gd name="csY1467" fmla="*/ 85036 h 560854"/>
                <a:gd name="csX1468" fmla="*/ 24842 w 1144639"/>
                <a:gd name="csY1468" fmla="*/ 85513 h 560854"/>
                <a:gd name="csX1469" fmla="*/ 25797 w 1144639"/>
                <a:gd name="csY1469" fmla="*/ 86947 h 560854"/>
                <a:gd name="csX1470" fmla="*/ 27708 w 1144639"/>
                <a:gd name="csY1470" fmla="*/ 87424 h 560854"/>
                <a:gd name="csX1471" fmla="*/ 29619 w 1144639"/>
                <a:gd name="csY1471" fmla="*/ 86947 h 560854"/>
                <a:gd name="csX1472" fmla="*/ 28664 w 1144639"/>
                <a:gd name="csY1472" fmla="*/ 86469 h 560854"/>
                <a:gd name="csX1473" fmla="*/ 27708 w 1144639"/>
                <a:gd name="csY1473" fmla="*/ 86469 h 560854"/>
                <a:gd name="csX1474" fmla="*/ 25797 w 1144639"/>
                <a:gd name="csY1474" fmla="*/ 85036 h 560854"/>
                <a:gd name="csX1475" fmla="*/ 24842 w 1144639"/>
                <a:gd name="csY1475" fmla="*/ 84080 h 560854"/>
                <a:gd name="csX1476" fmla="*/ 21020 w 1144639"/>
                <a:gd name="csY1476" fmla="*/ 84080 h 560854"/>
                <a:gd name="csX1477" fmla="*/ 20065 w 1144639"/>
                <a:gd name="csY1477" fmla="*/ 83125 h 560854"/>
                <a:gd name="csX1478" fmla="*/ 16243 w 1144639"/>
                <a:gd name="csY1478" fmla="*/ 84080 h 560854"/>
                <a:gd name="csX1479" fmla="*/ 14810 w 1144639"/>
                <a:gd name="csY1479" fmla="*/ 83125 h 560854"/>
                <a:gd name="csX1480" fmla="*/ 12421 w 1144639"/>
                <a:gd name="csY1480" fmla="*/ 83603 h 560854"/>
                <a:gd name="csX1481" fmla="*/ 13377 w 1144639"/>
                <a:gd name="csY1481" fmla="*/ 81214 h 560854"/>
                <a:gd name="csX1482" fmla="*/ 12899 w 1144639"/>
                <a:gd name="csY1482" fmla="*/ 78347 h 560854"/>
                <a:gd name="csX1483" fmla="*/ 13377 w 1144639"/>
                <a:gd name="csY1483" fmla="*/ 75004 h 560854"/>
                <a:gd name="csX1484" fmla="*/ 13854 w 1144639"/>
                <a:gd name="csY1484" fmla="*/ 77392 h 560854"/>
                <a:gd name="csX1485" fmla="*/ 15287 w 1144639"/>
                <a:gd name="csY1485" fmla="*/ 79781 h 560854"/>
                <a:gd name="csX1486" fmla="*/ 15765 w 1144639"/>
                <a:gd name="csY1486" fmla="*/ 76914 h 560854"/>
                <a:gd name="csX1487" fmla="*/ 16243 w 1144639"/>
                <a:gd name="csY1487" fmla="*/ 73570 h 560854"/>
                <a:gd name="csX1488" fmla="*/ 14810 w 1144639"/>
                <a:gd name="csY1488" fmla="*/ 72137 h 560854"/>
                <a:gd name="csX1489" fmla="*/ 12421 w 1144639"/>
                <a:gd name="csY1489" fmla="*/ 71182 h 560854"/>
                <a:gd name="csX1490" fmla="*/ 11943 w 1144639"/>
                <a:gd name="csY1490" fmla="*/ 68315 h 560854"/>
                <a:gd name="csX1491" fmla="*/ 17198 w 1144639"/>
                <a:gd name="csY1491" fmla="*/ 65449 h 560854"/>
                <a:gd name="csX1492" fmla="*/ 14332 w 1144639"/>
                <a:gd name="csY1492" fmla="*/ 64971 h 560854"/>
                <a:gd name="csX1493" fmla="*/ 13377 w 1144639"/>
                <a:gd name="csY1493" fmla="*/ 64016 h 560854"/>
                <a:gd name="csX1494" fmla="*/ 11943 w 1144639"/>
                <a:gd name="csY1494" fmla="*/ 63538 h 560854"/>
                <a:gd name="csX1495" fmla="*/ 11465 w 1144639"/>
                <a:gd name="csY1495" fmla="*/ 64493 h 560854"/>
                <a:gd name="csX1496" fmla="*/ 11465 w 1144639"/>
                <a:gd name="csY1496" fmla="*/ 65927 h 560854"/>
                <a:gd name="csX1497" fmla="*/ 10988 w 1144639"/>
                <a:gd name="csY1497" fmla="*/ 64493 h 560854"/>
                <a:gd name="csX1498" fmla="*/ 10510 w 1144639"/>
                <a:gd name="csY1498" fmla="*/ 62582 h 560854"/>
                <a:gd name="csX1499" fmla="*/ 10032 w 1144639"/>
                <a:gd name="csY1499" fmla="*/ 59238 h 560854"/>
                <a:gd name="csX1500" fmla="*/ 7644 w 1144639"/>
                <a:gd name="csY1500" fmla="*/ 53983 h 560854"/>
                <a:gd name="csX1501" fmla="*/ 6688 w 1144639"/>
                <a:gd name="csY1501" fmla="*/ 46817 h 560854"/>
                <a:gd name="csX1502" fmla="*/ 4777 w 1144639"/>
                <a:gd name="csY1502" fmla="*/ 43473 h 560854"/>
                <a:gd name="csX1503" fmla="*/ 1433 w 1144639"/>
                <a:gd name="csY1503" fmla="*/ 40607 h 560854"/>
                <a:gd name="csX1504" fmla="*/ 956 w 1144639"/>
                <a:gd name="csY1504" fmla="*/ 38696 h 560854"/>
                <a:gd name="csX1505" fmla="*/ 0 w 1144639"/>
                <a:gd name="csY1505" fmla="*/ 33441 h 560854"/>
                <a:gd name="csX1506" fmla="*/ 478 w 1144639"/>
                <a:gd name="csY1506" fmla="*/ 30097 h 560854"/>
                <a:gd name="csX1507" fmla="*/ 0 w 1144639"/>
                <a:gd name="csY1507" fmla="*/ 27708 h 560854"/>
                <a:gd name="csX1508" fmla="*/ 1433 w 1144639"/>
                <a:gd name="csY1508" fmla="*/ 27708 h 560854"/>
                <a:gd name="csX1509" fmla="*/ 5255 w 1144639"/>
                <a:gd name="csY1509" fmla="*/ 29619 h 560854"/>
                <a:gd name="csX1510" fmla="*/ 10510 w 1144639"/>
                <a:gd name="csY1510" fmla="*/ 31052 h 560854"/>
                <a:gd name="csX1511" fmla="*/ 11943 w 1144639"/>
                <a:gd name="csY1511" fmla="*/ 32486 h 560854"/>
                <a:gd name="csX1512" fmla="*/ 14332 w 1144639"/>
                <a:gd name="csY1512" fmla="*/ 33441 h 560854"/>
                <a:gd name="csX1513" fmla="*/ 28186 w 1144639"/>
                <a:gd name="csY1513" fmla="*/ 34396 h 560854"/>
                <a:gd name="csX1514" fmla="*/ 28664 w 1144639"/>
                <a:gd name="csY1514" fmla="*/ 34396 h 560854"/>
                <a:gd name="csX1515" fmla="*/ 30575 w 1144639"/>
                <a:gd name="csY1515" fmla="*/ 33441 h 560854"/>
                <a:gd name="csX1516" fmla="*/ 31530 w 1144639"/>
                <a:gd name="csY1516" fmla="*/ 33919 h 560854"/>
                <a:gd name="csX1517" fmla="*/ 33441 w 1144639"/>
                <a:gd name="csY1517" fmla="*/ 35352 h 560854"/>
                <a:gd name="csX1518" fmla="*/ 34397 w 1144639"/>
                <a:gd name="csY1518" fmla="*/ 35830 h 560854"/>
                <a:gd name="csX1519" fmla="*/ 35830 w 1144639"/>
                <a:gd name="csY1519" fmla="*/ 35830 h 560854"/>
                <a:gd name="csX1520" fmla="*/ 36785 w 1144639"/>
                <a:gd name="csY1520" fmla="*/ 35352 h 560854"/>
                <a:gd name="csX1521" fmla="*/ 38218 w 1144639"/>
                <a:gd name="csY1521" fmla="*/ 33919 h 560854"/>
                <a:gd name="csX1522" fmla="*/ 38218 w 1144639"/>
                <a:gd name="csY1522" fmla="*/ 34396 h 560854"/>
                <a:gd name="csX1523" fmla="*/ 38218 w 1144639"/>
                <a:gd name="csY1523" fmla="*/ 35830 h 560854"/>
                <a:gd name="csX1524" fmla="*/ 39174 w 1144639"/>
                <a:gd name="csY1524" fmla="*/ 37263 h 560854"/>
                <a:gd name="csX1525" fmla="*/ 40129 w 1144639"/>
                <a:gd name="csY1525" fmla="*/ 39651 h 560854"/>
                <a:gd name="csX1526" fmla="*/ 40607 w 1144639"/>
                <a:gd name="csY1526" fmla="*/ 41085 h 560854"/>
                <a:gd name="csX1527" fmla="*/ 38218 w 1144639"/>
                <a:gd name="csY1527" fmla="*/ 44907 h 560854"/>
                <a:gd name="csX1528" fmla="*/ 37741 w 1144639"/>
                <a:gd name="csY1528" fmla="*/ 44907 h 560854"/>
                <a:gd name="csX1529" fmla="*/ 37741 w 1144639"/>
                <a:gd name="csY1529" fmla="*/ 43473 h 560854"/>
                <a:gd name="csX1530" fmla="*/ 37263 w 1144639"/>
                <a:gd name="csY1530" fmla="*/ 43473 h 560854"/>
                <a:gd name="csX1531" fmla="*/ 32963 w 1144639"/>
                <a:gd name="csY1531" fmla="*/ 49684 h 560854"/>
                <a:gd name="csX1532" fmla="*/ 31052 w 1144639"/>
                <a:gd name="csY1532" fmla="*/ 53028 h 560854"/>
                <a:gd name="csX1533" fmla="*/ 31052 w 1144639"/>
                <a:gd name="csY1533" fmla="*/ 54461 h 560854"/>
                <a:gd name="csX1534" fmla="*/ 31052 w 1144639"/>
                <a:gd name="csY1534" fmla="*/ 54939 h 560854"/>
                <a:gd name="csX1535" fmla="*/ 31530 w 1144639"/>
                <a:gd name="csY1535" fmla="*/ 55417 h 560854"/>
                <a:gd name="csX1536" fmla="*/ 33441 w 1144639"/>
                <a:gd name="csY1536" fmla="*/ 54939 h 560854"/>
                <a:gd name="csX1537" fmla="*/ 35352 w 1144639"/>
                <a:gd name="csY1537" fmla="*/ 53506 h 560854"/>
                <a:gd name="csX1538" fmla="*/ 35352 w 1144639"/>
                <a:gd name="csY1538" fmla="*/ 53506 h 560854"/>
                <a:gd name="csX1539" fmla="*/ 33441 w 1144639"/>
                <a:gd name="csY1539" fmla="*/ 53983 h 560854"/>
                <a:gd name="csX1540" fmla="*/ 32486 w 1144639"/>
                <a:gd name="csY1540" fmla="*/ 53983 h 560854"/>
                <a:gd name="csX1541" fmla="*/ 32486 w 1144639"/>
                <a:gd name="csY1541" fmla="*/ 52550 h 560854"/>
                <a:gd name="csX1542" fmla="*/ 32963 w 1144639"/>
                <a:gd name="csY1542" fmla="*/ 51595 h 560854"/>
                <a:gd name="csX1543" fmla="*/ 34397 w 1144639"/>
                <a:gd name="csY1543" fmla="*/ 49684 h 560854"/>
                <a:gd name="csX1544" fmla="*/ 35352 w 1144639"/>
                <a:gd name="csY1544" fmla="*/ 48251 h 560854"/>
                <a:gd name="csX1545" fmla="*/ 37263 w 1144639"/>
                <a:gd name="csY1545" fmla="*/ 46817 h 560854"/>
                <a:gd name="csX1546" fmla="*/ 38696 w 1144639"/>
                <a:gd name="csY1546" fmla="*/ 45862 h 560854"/>
                <a:gd name="csX1547" fmla="*/ 39174 w 1144639"/>
                <a:gd name="csY1547" fmla="*/ 44429 h 560854"/>
                <a:gd name="csX1548" fmla="*/ 41563 w 1144639"/>
                <a:gd name="csY1548" fmla="*/ 42040 h 560854"/>
                <a:gd name="csX1549" fmla="*/ 42040 w 1144639"/>
                <a:gd name="csY1549" fmla="*/ 41562 h 560854"/>
                <a:gd name="csX1550" fmla="*/ 42040 w 1144639"/>
                <a:gd name="csY1550" fmla="*/ 40129 h 560854"/>
                <a:gd name="csX1551" fmla="*/ 42040 w 1144639"/>
                <a:gd name="csY1551" fmla="*/ 39651 h 560854"/>
                <a:gd name="csX1552" fmla="*/ 42996 w 1144639"/>
                <a:gd name="csY1552" fmla="*/ 40129 h 560854"/>
                <a:gd name="csX1553" fmla="*/ 43473 w 1144639"/>
                <a:gd name="csY1553" fmla="*/ 42996 h 560854"/>
                <a:gd name="csX1554" fmla="*/ 43473 w 1144639"/>
                <a:gd name="csY1554" fmla="*/ 43951 h 560854"/>
                <a:gd name="csX1555" fmla="*/ 41563 w 1144639"/>
                <a:gd name="csY1555" fmla="*/ 45384 h 560854"/>
                <a:gd name="csX1556" fmla="*/ 41085 w 1144639"/>
                <a:gd name="csY1556" fmla="*/ 45862 h 560854"/>
                <a:gd name="csX1557" fmla="*/ 41563 w 1144639"/>
                <a:gd name="csY1557" fmla="*/ 48251 h 560854"/>
                <a:gd name="csX1558" fmla="*/ 41085 w 1144639"/>
                <a:gd name="csY1558" fmla="*/ 48251 h 560854"/>
                <a:gd name="csX1559" fmla="*/ 40607 w 1144639"/>
                <a:gd name="csY1559" fmla="*/ 48251 h 560854"/>
                <a:gd name="csX1560" fmla="*/ 40129 w 1144639"/>
                <a:gd name="csY1560" fmla="*/ 48251 h 560854"/>
                <a:gd name="csX1561" fmla="*/ 42040 w 1144639"/>
                <a:gd name="csY1561" fmla="*/ 50639 h 560854"/>
                <a:gd name="csX1562" fmla="*/ 42518 w 1144639"/>
                <a:gd name="csY1562" fmla="*/ 52072 h 560854"/>
                <a:gd name="csX1563" fmla="*/ 42518 w 1144639"/>
                <a:gd name="csY1563" fmla="*/ 53983 h 560854"/>
                <a:gd name="csX1564" fmla="*/ 42040 w 1144639"/>
                <a:gd name="csY1564" fmla="*/ 56850 h 560854"/>
                <a:gd name="csX1565" fmla="*/ 41563 w 1144639"/>
                <a:gd name="csY1565" fmla="*/ 57328 h 560854"/>
                <a:gd name="csX1566" fmla="*/ 40607 w 1144639"/>
                <a:gd name="csY1566" fmla="*/ 57328 h 560854"/>
                <a:gd name="csX1567" fmla="*/ 39652 w 1144639"/>
                <a:gd name="csY1567" fmla="*/ 56372 h 560854"/>
                <a:gd name="csX1568" fmla="*/ 39174 w 1144639"/>
                <a:gd name="csY1568" fmla="*/ 56372 h 560854"/>
                <a:gd name="csX1569" fmla="*/ 38218 w 1144639"/>
                <a:gd name="csY1569" fmla="*/ 58761 h 560854"/>
                <a:gd name="csX1570" fmla="*/ 38218 w 1144639"/>
                <a:gd name="csY1570" fmla="*/ 58761 h 560854"/>
                <a:gd name="csX1571" fmla="*/ 37741 w 1144639"/>
                <a:gd name="csY1571" fmla="*/ 55894 h 560854"/>
                <a:gd name="csX1572" fmla="*/ 37263 w 1144639"/>
                <a:gd name="csY1572" fmla="*/ 55417 h 560854"/>
                <a:gd name="csX1573" fmla="*/ 35352 w 1144639"/>
                <a:gd name="csY1573" fmla="*/ 56850 h 560854"/>
                <a:gd name="csX1574" fmla="*/ 34874 w 1144639"/>
                <a:gd name="csY1574" fmla="*/ 58283 h 560854"/>
                <a:gd name="csX1575" fmla="*/ 33919 w 1144639"/>
                <a:gd name="csY1575" fmla="*/ 60194 h 560854"/>
                <a:gd name="csX1576" fmla="*/ 33441 w 1144639"/>
                <a:gd name="csY1576" fmla="*/ 61149 h 560854"/>
                <a:gd name="csX1577" fmla="*/ 35352 w 1144639"/>
                <a:gd name="csY1577" fmla="*/ 61149 h 560854"/>
                <a:gd name="csX1578" fmla="*/ 37741 w 1144639"/>
                <a:gd name="csY1578" fmla="*/ 60672 h 560854"/>
                <a:gd name="csX1579" fmla="*/ 39174 w 1144639"/>
                <a:gd name="csY1579" fmla="*/ 61627 h 560854"/>
                <a:gd name="csX1580" fmla="*/ 39652 w 1144639"/>
                <a:gd name="csY1580" fmla="*/ 61627 h 560854"/>
                <a:gd name="csX1581" fmla="*/ 41085 w 1144639"/>
                <a:gd name="csY1581" fmla="*/ 60672 h 560854"/>
                <a:gd name="csX1582" fmla="*/ 41563 w 1144639"/>
                <a:gd name="csY1582" fmla="*/ 60194 h 560854"/>
                <a:gd name="csX1583" fmla="*/ 42996 w 1144639"/>
                <a:gd name="csY1583" fmla="*/ 57328 h 560854"/>
                <a:gd name="csX1584" fmla="*/ 43473 w 1144639"/>
                <a:gd name="csY1584" fmla="*/ 56850 h 560854"/>
                <a:gd name="csX1585" fmla="*/ 44429 w 1144639"/>
                <a:gd name="csY1585" fmla="*/ 56850 h 560854"/>
                <a:gd name="csX1586" fmla="*/ 45384 w 1144639"/>
                <a:gd name="csY1586" fmla="*/ 56372 h 560854"/>
                <a:gd name="csX1587" fmla="*/ 46818 w 1144639"/>
                <a:gd name="csY1587" fmla="*/ 54939 h 560854"/>
                <a:gd name="csX1588" fmla="*/ 46818 w 1144639"/>
                <a:gd name="csY1588" fmla="*/ 53983 h 560854"/>
                <a:gd name="csX1589" fmla="*/ 46340 w 1144639"/>
                <a:gd name="csY1589" fmla="*/ 50639 h 560854"/>
                <a:gd name="csX1590" fmla="*/ 46340 w 1144639"/>
                <a:gd name="csY1590" fmla="*/ 48728 h 560854"/>
                <a:gd name="csX1591" fmla="*/ 45862 w 1144639"/>
                <a:gd name="csY1591" fmla="*/ 47773 h 560854"/>
                <a:gd name="csX1592" fmla="*/ 45384 w 1144639"/>
                <a:gd name="csY1592" fmla="*/ 47295 h 560854"/>
                <a:gd name="csX1593" fmla="*/ 45384 w 1144639"/>
                <a:gd name="csY1593" fmla="*/ 46340 h 560854"/>
                <a:gd name="csX1594" fmla="*/ 45862 w 1144639"/>
                <a:gd name="csY1594" fmla="*/ 45384 h 560854"/>
                <a:gd name="csX1595" fmla="*/ 45862 w 1144639"/>
                <a:gd name="csY1595" fmla="*/ 44429 h 560854"/>
                <a:gd name="csX1596" fmla="*/ 45862 w 1144639"/>
                <a:gd name="csY1596" fmla="*/ 43473 h 560854"/>
                <a:gd name="csX1597" fmla="*/ 45862 w 1144639"/>
                <a:gd name="csY1597" fmla="*/ 42518 h 560854"/>
                <a:gd name="csX1598" fmla="*/ 47295 w 1144639"/>
                <a:gd name="csY1598" fmla="*/ 40607 h 560854"/>
                <a:gd name="csX1599" fmla="*/ 47295 w 1144639"/>
                <a:gd name="csY1599" fmla="*/ 39651 h 560854"/>
                <a:gd name="csX1600" fmla="*/ 48728 w 1144639"/>
                <a:gd name="csY1600" fmla="*/ 37263 h 560854"/>
                <a:gd name="csX1601" fmla="*/ 48251 w 1144639"/>
                <a:gd name="csY1601" fmla="*/ 36785 h 560854"/>
                <a:gd name="csX1602" fmla="*/ 47295 w 1144639"/>
                <a:gd name="csY1602" fmla="*/ 35830 h 560854"/>
                <a:gd name="csX1603" fmla="*/ 46818 w 1144639"/>
                <a:gd name="csY1603" fmla="*/ 34874 h 560854"/>
                <a:gd name="csX1604" fmla="*/ 45862 w 1144639"/>
                <a:gd name="csY1604" fmla="*/ 33441 h 560854"/>
                <a:gd name="csX1605" fmla="*/ 45384 w 1144639"/>
                <a:gd name="csY1605" fmla="*/ 32963 h 560854"/>
                <a:gd name="csX1606" fmla="*/ 45384 w 1144639"/>
                <a:gd name="csY1606" fmla="*/ 32963 h 560854"/>
                <a:gd name="csX1607" fmla="*/ 45862 w 1144639"/>
                <a:gd name="csY1607" fmla="*/ 35352 h 560854"/>
                <a:gd name="csX1608" fmla="*/ 45862 w 1144639"/>
                <a:gd name="csY1608" fmla="*/ 35352 h 560854"/>
                <a:gd name="csX1609" fmla="*/ 43951 w 1144639"/>
                <a:gd name="csY1609" fmla="*/ 34396 h 560854"/>
                <a:gd name="csX1610" fmla="*/ 43473 w 1144639"/>
                <a:gd name="csY1610" fmla="*/ 33441 h 560854"/>
                <a:gd name="csX1611" fmla="*/ 42996 w 1144639"/>
                <a:gd name="csY1611" fmla="*/ 32486 h 560854"/>
                <a:gd name="csX1612" fmla="*/ 43473 w 1144639"/>
                <a:gd name="csY1612" fmla="*/ 31530 h 560854"/>
                <a:gd name="csX1613" fmla="*/ 44429 w 1144639"/>
                <a:gd name="csY1613" fmla="*/ 30575 h 560854"/>
                <a:gd name="csX1614" fmla="*/ 45862 w 1144639"/>
                <a:gd name="csY1614" fmla="*/ 30575 h 560854"/>
                <a:gd name="csX1615" fmla="*/ 45384 w 1144639"/>
                <a:gd name="csY1615" fmla="*/ 29619 h 560854"/>
                <a:gd name="csX1616" fmla="*/ 43951 w 1144639"/>
                <a:gd name="csY1616" fmla="*/ 27708 h 560854"/>
                <a:gd name="csX1617" fmla="*/ 42996 w 1144639"/>
                <a:gd name="csY1617" fmla="*/ 26753 h 560854"/>
                <a:gd name="csX1618" fmla="*/ 42040 w 1144639"/>
                <a:gd name="csY1618" fmla="*/ 26275 h 560854"/>
                <a:gd name="csX1619" fmla="*/ 41085 w 1144639"/>
                <a:gd name="csY1619" fmla="*/ 25797 h 560854"/>
                <a:gd name="csX1620" fmla="*/ 40607 w 1144639"/>
                <a:gd name="csY1620" fmla="*/ 25797 h 560854"/>
                <a:gd name="csX1621" fmla="*/ 40129 w 1144639"/>
                <a:gd name="csY1621" fmla="*/ 25320 h 560854"/>
                <a:gd name="csX1622" fmla="*/ 40607 w 1144639"/>
                <a:gd name="csY1622" fmla="*/ 24364 h 560854"/>
                <a:gd name="csX1623" fmla="*/ 41085 w 1144639"/>
                <a:gd name="csY1623" fmla="*/ 24364 h 560854"/>
                <a:gd name="csX1624" fmla="*/ 42996 w 1144639"/>
                <a:gd name="csY1624" fmla="*/ 24364 h 560854"/>
                <a:gd name="csX1625" fmla="*/ 43951 w 1144639"/>
                <a:gd name="csY1625" fmla="*/ 23886 h 560854"/>
                <a:gd name="csX1626" fmla="*/ 43951 w 1144639"/>
                <a:gd name="csY1626" fmla="*/ 22931 h 560854"/>
                <a:gd name="csX1627" fmla="*/ 43473 w 1144639"/>
                <a:gd name="csY1627" fmla="*/ 22453 h 560854"/>
                <a:gd name="csX1628" fmla="*/ 43473 w 1144639"/>
                <a:gd name="csY1628" fmla="*/ 19587 h 560854"/>
                <a:gd name="csX1629" fmla="*/ 42996 w 1144639"/>
                <a:gd name="csY1629" fmla="*/ 17198 h 560854"/>
                <a:gd name="csX1630" fmla="*/ 42518 w 1144639"/>
                <a:gd name="csY1630" fmla="*/ 16721 h 560854"/>
                <a:gd name="csX1631" fmla="*/ 42040 w 1144639"/>
                <a:gd name="csY1631" fmla="*/ 16721 h 560854"/>
                <a:gd name="csX1632" fmla="*/ 41563 w 1144639"/>
                <a:gd name="csY1632" fmla="*/ 16721 h 560854"/>
                <a:gd name="csX1633" fmla="*/ 40607 w 1144639"/>
                <a:gd name="csY1633" fmla="*/ 16721 h 560854"/>
                <a:gd name="csX1634" fmla="*/ 40129 w 1144639"/>
                <a:gd name="csY1634" fmla="*/ 16243 h 560854"/>
                <a:gd name="csX1635" fmla="*/ 39174 w 1144639"/>
                <a:gd name="csY1635" fmla="*/ 14332 h 560854"/>
                <a:gd name="csX1636" fmla="*/ 38218 w 1144639"/>
                <a:gd name="csY1636" fmla="*/ 10510 h 560854"/>
                <a:gd name="csX1637" fmla="*/ 40129 w 1144639"/>
                <a:gd name="csY1637" fmla="*/ 10510 h 560854"/>
                <a:gd name="csX1638" fmla="*/ 48728 w 1144639"/>
                <a:gd name="csY1638" fmla="*/ 10510 h 560854"/>
                <a:gd name="csX1639" fmla="*/ 56850 w 1144639"/>
                <a:gd name="csY1639" fmla="*/ 10510 h 560854"/>
                <a:gd name="csX1640" fmla="*/ 65449 w 1144639"/>
                <a:gd name="csY1640" fmla="*/ 10510 h 560854"/>
                <a:gd name="csX1641" fmla="*/ 74048 w 1144639"/>
                <a:gd name="csY1641" fmla="*/ 10510 h 560854"/>
                <a:gd name="csX1642" fmla="*/ 82170 w 1144639"/>
                <a:gd name="csY1642" fmla="*/ 10510 h 560854"/>
                <a:gd name="csX1643" fmla="*/ 90769 w 1144639"/>
                <a:gd name="csY1643" fmla="*/ 10510 h 560854"/>
                <a:gd name="csX1644" fmla="*/ 99368 w 1144639"/>
                <a:gd name="csY1644" fmla="*/ 10510 h 560854"/>
                <a:gd name="csX1645" fmla="*/ 107489 w 1144639"/>
                <a:gd name="csY1645" fmla="*/ 10510 h 560854"/>
                <a:gd name="csX1646" fmla="*/ 116088 w 1144639"/>
                <a:gd name="csY1646" fmla="*/ 10510 h 560854"/>
                <a:gd name="csX1647" fmla="*/ 124687 w 1144639"/>
                <a:gd name="csY1647" fmla="*/ 10510 h 560854"/>
                <a:gd name="csX1648" fmla="*/ 132809 w 1144639"/>
                <a:gd name="csY1648" fmla="*/ 10510 h 560854"/>
                <a:gd name="csX1649" fmla="*/ 141408 w 1144639"/>
                <a:gd name="csY1649" fmla="*/ 10510 h 560854"/>
                <a:gd name="csX1650" fmla="*/ 150007 w 1144639"/>
                <a:gd name="csY1650" fmla="*/ 10510 h 560854"/>
                <a:gd name="csX1651" fmla="*/ 158606 w 1144639"/>
                <a:gd name="csY1651" fmla="*/ 10510 h 560854"/>
                <a:gd name="csX1652" fmla="*/ 166728 w 1144639"/>
                <a:gd name="csY1652" fmla="*/ 10510 h 560854"/>
                <a:gd name="csX1653" fmla="*/ 175327 w 1144639"/>
                <a:gd name="csY1653" fmla="*/ 10510 h 560854"/>
                <a:gd name="csX1654" fmla="*/ 183926 w 1144639"/>
                <a:gd name="csY1654" fmla="*/ 10510 h 560854"/>
                <a:gd name="csX1655" fmla="*/ 192047 w 1144639"/>
                <a:gd name="csY1655" fmla="*/ 10510 h 560854"/>
                <a:gd name="csX1656" fmla="*/ 200646 w 1144639"/>
                <a:gd name="csY1656" fmla="*/ 10510 h 560854"/>
                <a:gd name="csX1657" fmla="*/ 209246 w 1144639"/>
                <a:gd name="csY1657" fmla="*/ 10510 h 560854"/>
                <a:gd name="csX1658" fmla="*/ 217845 w 1144639"/>
                <a:gd name="csY1658" fmla="*/ 10510 h 560854"/>
                <a:gd name="csX1659" fmla="*/ 225966 w 1144639"/>
                <a:gd name="csY1659" fmla="*/ 10510 h 560854"/>
                <a:gd name="csX1660" fmla="*/ 234565 w 1144639"/>
                <a:gd name="csY1660" fmla="*/ 10510 h 560854"/>
                <a:gd name="csX1661" fmla="*/ 243164 w 1144639"/>
                <a:gd name="csY1661" fmla="*/ 10510 h 560854"/>
                <a:gd name="csX1662" fmla="*/ 251286 w 1144639"/>
                <a:gd name="csY1662" fmla="*/ 10510 h 560854"/>
                <a:gd name="csX1663" fmla="*/ 259885 w 1144639"/>
                <a:gd name="csY1663" fmla="*/ 10510 h 560854"/>
                <a:gd name="csX1664" fmla="*/ 268484 w 1144639"/>
                <a:gd name="csY1664" fmla="*/ 10510 h 560854"/>
                <a:gd name="csX1665" fmla="*/ 276605 w 1144639"/>
                <a:gd name="csY1665" fmla="*/ 10510 h 560854"/>
                <a:gd name="csX1666" fmla="*/ 285205 w 1144639"/>
                <a:gd name="csY1666" fmla="*/ 10510 h 560854"/>
                <a:gd name="csX1667" fmla="*/ 293804 w 1144639"/>
                <a:gd name="csY1667" fmla="*/ 10510 h 560854"/>
                <a:gd name="csX1668" fmla="*/ 301925 w 1144639"/>
                <a:gd name="csY1668" fmla="*/ 10510 h 560854"/>
                <a:gd name="csX1669" fmla="*/ 310524 w 1144639"/>
                <a:gd name="csY1669" fmla="*/ 10510 h 560854"/>
                <a:gd name="csX1670" fmla="*/ 319123 w 1144639"/>
                <a:gd name="csY1670" fmla="*/ 10510 h 560854"/>
                <a:gd name="csX1671" fmla="*/ 327722 w 1144639"/>
                <a:gd name="csY1671" fmla="*/ 10510 h 560854"/>
                <a:gd name="csX1672" fmla="*/ 335844 w 1144639"/>
                <a:gd name="csY1672" fmla="*/ 10510 h 560854"/>
                <a:gd name="csX1673" fmla="*/ 344443 w 1144639"/>
                <a:gd name="csY1673" fmla="*/ 10510 h 560854"/>
                <a:gd name="csX1674" fmla="*/ 353042 w 1144639"/>
                <a:gd name="csY1674" fmla="*/ 10510 h 560854"/>
                <a:gd name="csX1675" fmla="*/ 361163 w 1144639"/>
                <a:gd name="csY1675" fmla="*/ 10510 h 560854"/>
                <a:gd name="csX1676" fmla="*/ 369763 w 1144639"/>
                <a:gd name="csY1676" fmla="*/ 10510 h 560854"/>
                <a:gd name="csX1677" fmla="*/ 378362 w 1144639"/>
                <a:gd name="csY1677" fmla="*/ 10510 h 560854"/>
                <a:gd name="csX1678" fmla="*/ 386961 w 1144639"/>
                <a:gd name="csY1678" fmla="*/ 10510 h 560854"/>
                <a:gd name="csX1679" fmla="*/ 395082 w 1144639"/>
                <a:gd name="csY1679" fmla="*/ 10510 h 560854"/>
                <a:gd name="csX1680" fmla="*/ 403681 w 1144639"/>
                <a:gd name="csY1680" fmla="*/ 10510 h 560854"/>
                <a:gd name="csX1681" fmla="*/ 412281 w 1144639"/>
                <a:gd name="csY1681" fmla="*/ 10510 h 560854"/>
                <a:gd name="csX1682" fmla="*/ 420402 w 1144639"/>
                <a:gd name="csY1682" fmla="*/ 10510 h 560854"/>
                <a:gd name="csX1683" fmla="*/ 429001 w 1144639"/>
                <a:gd name="csY1683" fmla="*/ 10510 h 560854"/>
                <a:gd name="csX1684" fmla="*/ 437600 w 1144639"/>
                <a:gd name="csY1684" fmla="*/ 10510 h 560854"/>
                <a:gd name="csX1685" fmla="*/ 445722 w 1144639"/>
                <a:gd name="csY1685" fmla="*/ 10510 h 560854"/>
                <a:gd name="csX1686" fmla="*/ 454321 w 1144639"/>
                <a:gd name="csY1686" fmla="*/ 10510 h 560854"/>
                <a:gd name="csX1687" fmla="*/ 462920 w 1144639"/>
                <a:gd name="csY1687" fmla="*/ 10510 h 560854"/>
                <a:gd name="csX1688" fmla="*/ 471519 w 1144639"/>
                <a:gd name="csY1688" fmla="*/ 10510 h 560854"/>
                <a:gd name="csX1689" fmla="*/ 479640 w 1144639"/>
                <a:gd name="csY1689" fmla="*/ 10510 h 560854"/>
                <a:gd name="csX1690" fmla="*/ 488240 w 1144639"/>
                <a:gd name="csY1690" fmla="*/ 10510 h 560854"/>
                <a:gd name="csX1691" fmla="*/ 496839 w 1144639"/>
                <a:gd name="csY1691" fmla="*/ 10510 h 560854"/>
                <a:gd name="csX1692" fmla="*/ 504960 w 1144639"/>
                <a:gd name="csY1692" fmla="*/ 10510 h 560854"/>
                <a:gd name="csX1693" fmla="*/ 513559 w 1144639"/>
                <a:gd name="csY1693" fmla="*/ 10510 h 560854"/>
                <a:gd name="csX1694" fmla="*/ 522158 w 1144639"/>
                <a:gd name="csY1694" fmla="*/ 10510 h 560854"/>
                <a:gd name="csX1695" fmla="*/ 530280 w 1144639"/>
                <a:gd name="csY1695" fmla="*/ 10510 h 560854"/>
                <a:gd name="csX1696" fmla="*/ 538879 w 1144639"/>
                <a:gd name="csY1696" fmla="*/ 10510 h 560854"/>
                <a:gd name="csX1697" fmla="*/ 547478 w 1144639"/>
                <a:gd name="csY1697" fmla="*/ 10510 h 560854"/>
                <a:gd name="csX1698" fmla="*/ 556077 w 1144639"/>
                <a:gd name="csY1698" fmla="*/ 10510 h 560854"/>
                <a:gd name="csX1699" fmla="*/ 564199 w 1144639"/>
                <a:gd name="csY1699" fmla="*/ 10510 h 560854"/>
                <a:gd name="csX1700" fmla="*/ 572798 w 1144639"/>
                <a:gd name="csY1700" fmla="*/ 10510 h 560854"/>
                <a:gd name="csX1701" fmla="*/ 581397 w 1144639"/>
                <a:gd name="csY1701" fmla="*/ 10510 h 560854"/>
                <a:gd name="csX1702" fmla="*/ 585696 w 1144639"/>
                <a:gd name="csY1702" fmla="*/ 10510 h 560854"/>
                <a:gd name="csX1703" fmla="*/ 586174 w 1144639"/>
                <a:gd name="csY1703" fmla="*/ 4777 h 560854"/>
                <a:gd name="csX1704" fmla="*/ 586174 w 1144639"/>
                <a:gd name="csY1704" fmla="*/ 0 h 560854"/>
                <a:gd name="csX1705" fmla="*/ 590474 w 1144639"/>
                <a:gd name="csY1705" fmla="*/ 955 h 560854"/>
                <a:gd name="csX1706" fmla="*/ 591429 w 1144639"/>
                <a:gd name="csY1706" fmla="*/ 1433 h 560854"/>
                <a:gd name="csX1707" fmla="*/ 591907 w 1144639"/>
                <a:gd name="csY1707" fmla="*/ 1911 h 560854"/>
                <a:gd name="csX1708" fmla="*/ 591907 w 1144639"/>
                <a:gd name="csY1708" fmla="*/ 3344 h 560854"/>
                <a:gd name="csX1709" fmla="*/ 592385 w 1144639"/>
                <a:gd name="csY1709" fmla="*/ 7166 h 560854"/>
                <a:gd name="csX1710" fmla="*/ 592862 w 1144639"/>
                <a:gd name="csY1710" fmla="*/ 10510 h 560854"/>
                <a:gd name="csX1711" fmla="*/ 594773 w 1144639"/>
                <a:gd name="csY1711" fmla="*/ 14332 h 560854"/>
                <a:gd name="csX1712" fmla="*/ 594773 w 1144639"/>
                <a:gd name="csY1712" fmla="*/ 15765 h 560854"/>
                <a:gd name="csX1713" fmla="*/ 595729 w 1144639"/>
                <a:gd name="csY1713" fmla="*/ 16721 h 560854"/>
                <a:gd name="csX1714" fmla="*/ 595729 w 1144639"/>
                <a:gd name="csY1714" fmla="*/ 16721 h 560854"/>
                <a:gd name="csX1715" fmla="*/ 596684 w 1144639"/>
                <a:gd name="csY1715" fmla="*/ 17676 h 560854"/>
                <a:gd name="csX1716" fmla="*/ 600506 w 1144639"/>
                <a:gd name="csY1716" fmla="*/ 18631 h 560854"/>
                <a:gd name="csX1717" fmla="*/ 607672 w 1144639"/>
                <a:gd name="csY1717" fmla="*/ 20065 h 560854"/>
                <a:gd name="csX1718" fmla="*/ 611971 w 1144639"/>
                <a:gd name="csY1718" fmla="*/ 21020 h 560854"/>
                <a:gd name="csX1719" fmla="*/ 612927 w 1144639"/>
                <a:gd name="csY1719" fmla="*/ 22931 h 560854"/>
                <a:gd name="csX1720" fmla="*/ 612927 w 1144639"/>
                <a:gd name="csY1720" fmla="*/ 22931 h 560854"/>
                <a:gd name="csX1721" fmla="*/ 614838 w 1144639"/>
                <a:gd name="csY1721" fmla="*/ 23409 h 560854"/>
                <a:gd name="csX1722" fmla="*/ 617704 w 1144639"/>
                <a:gd name="csY1722" fmla="*/ 23409 h 560854"/>
                <a:gd name="csX1723" fmla="*/ 619615 w 1144639"/>
                <a:gd name="csY1723" fmla="*/ 22453 h 560854"/>
                <a:gd name="csX1724" fmla="*/ 621048 w 1144639"/>
                <a:gd name="csY1724" fmla="*/ 21020 h 560854"/>
                <a:gd name="csX1725" fmla="*/ 621048 w 1144639"/>
                <a:gd name="csY1725" fmla="*/ 21020 h 560854"/>
                <a:gd name="csX1726" fmla="*/ 621526 w 1144639"/>
                <a:gd name="csY1726" fmla="*/ 21020 h 560854"/>
                <a:gd name="csX1727" fmla="*/ 623437 w 1144639"/>
                <a:gd name="csY1727" fmla="*/ 20542 h 560854"/>
                <a:gd name="csX1728" fmla="*/ 625826 w 1144639"/>
                <a:gd name="csY1728" fmla="*/ 21020 h 560854"/>
                <a:gd name="csX1729" fmla="*/ 627736 w 1144639"/>
                <a:gd name="csY1729" fmla="*/ 21020 h 560854"/>
                <a:gd name="csX1730" fmla="*/ 628692 w 1144639"/>
                <a:gd name="csY1730" fmla="*/ 21020 h 560854"/>
                <a:gd name="csX1731" fmla="*/ 632036 w 1144639"/>
                <a:gd name="csY1731" fmla="*/ 22453 h 560854"/>
                <a:gd name="csX1732" fmla="*/ 633947 w 1144639"/>
                <a:gd name="csY1732" fmla="*/ 23409 h 560854"/>
                <a:gd name="csX1733" fmla="*/ 636813 w 1144639"/>
                <a:gd name="csY1733" fmla="*/ 25320 h 560854"/>
                <a:gd name="csX1734" fmla="*/ 638724 w 1144639"/>
                <a:gd name="csY1734" fmla="*/ 25797 h 560854"/>
                <a:gd name="csX1735" fmla="*/ 639680 w 1144639"/>
                <a:gd name="csY1735" fmla="*/ 27708 h 560854"/>
                <a:gd name="csX1736" fmla="*/ 640158 w 1144639"/>
                <a:gd name="csY1736" fmla="*/ 30097 h 560854"/>
                <a:gd name="csX1737" fmla="*/ 641591 w 1144639"/>
                <a:gd name="csY1737" fmla="*/ 30097 h 560854"/>
                <a:gd name="csX1738" fmla="*/ 642546 w 1144639"/>
                <a:gd name="csY1738" fmla="*/ 28664 h 560854"/>
                <a:gd name="csX1739" fmla="*/ 645413 w 1144639"/>
                <a:gd name="csY1739" fmla="*/ 28664 h 560854"/>
                <a:gd name="csX1740" fmla="*/ 648279 w 1144639"/>
                <a:gd name="csY1740" fmla="*/ 29619 h 560854"/>
                <a:gd name="csX1741" fmla="*/ 651623 w 1144639"/>
                <a:gd name="csY1741" fmla="*/ 32486 h 560854"/>
                <a:gd name="csX1742" fmla="*/ 655445 w 1144639"/>
                <a:gd name="csY1742" fmla="*/ 34874 h 560854"/>
                <a:gd name="csX1743" fmla="*/ 658311 w 1144639"/>
                <a:gd name="csY1743" fmla="*/ 36307 h 560854"/>
                <a:gd name="csX1744" fmla="*/ 660700 w 1144639"/>
                <a:gd name="csY1744" fmla="*/ 36307 h 560854"/>
                <a:gd name="csX1745" fmla="*/ 664044 w 1144639"/>
                <a:gd name="csY1745" fmla="*/ 34874 h 560854"/>
                <a:gd name="csX1746" fmla="*/ 667388 w 1144639"/>
                <a:gd name="csY1746" fmla="*/ 32486 h 560854"/>
                <a:gd name="csX1747" fmla="*/ 670255 w 1144639"/>
                <a:gd name="csY1747" fmla="*/ 32008 h 560854"/>
                <a:gd name="csX1748" fmla="*/ 671688 w 1144639"/>
                <a:gd name="csY1748" fmla="*/ 32486 h 560854"/>
                <a:gd name="csX1749" fmla="*/ 672643 w 1144639"/>
                <a:gd name="csY1749" fmla="*/ 34396 h 560854"/>
                <a:gd name="csX1750" fmla="*/ 673599 w 1144639"/>
                <a:gd name="csY1750" fmla="*/ 34874 h 560854"/>
                <a:gd name="csX1751" fmla="*/ 675987 w 1144639"/>
                <a:gd name="csY1751" fmla="*/ 34874 h 560854"/>
                <a:gd name="csX1752" fmla="*/ 681720 w 1144639"/>
                <a:gd name="csY1752" fmla="*/ 35352 h 560854"/>
                <a:gd name="csX1753" fmla="*/ 686497 w 1144639"/>
                <a:gd name="csY1753" fmla="*/ 34396 h 560854"/>
                <a:gd name="csX1754" fmla="*/ 687453 w 1144639"/>
                <a:gd name="csY1754" fmla="*/ 35830 h 560854"/>
                <a:gd name="csX1755" fmla="*/ 688408 w 1144639"/>
                <a:gd name="csY1755" fmla="*/ 37263 h 560854"/>
                <a:gd name="csX1756" fmla="*/ 690319 w 1144639"/>
                <a:gd name="csY1756" fmla="*/ 37741 h 560854"/>
                <a:gd name="csX1757" fmla="*/ 692708 w 1144639"/>
                <a:gd name="csY1757" fmla="*/ 37263 h 560854"/>
                <a:gd name="csX1758" fmla="*/ 696530 w 1144639"/>
                <a:gd name="csY1758" fmla="*/ 37741 h 560854"/>
                <a:gd name="csX1759" fmla="*/ 696052 w 1144639"/>
                <a:gd name="csY1759" fmla="*/ 38218 h 560854"/>
                <a:gd name="csX1760" fmla="*/ 695574 w 1144639"/>
                <a:gd name="csY1760" fmla="*/ 38218 h 560854"/>
                <a:gd name="csX1761" fmla="*/ 694619 w 1144639"/>
                <a:gd name="csY1761" fmla="*/ 38218 h 560854"/>
                <a:gd name="csX1762" fmla="*/ 693663 w 1144639"/>
                <a:gd name="csY1762" fmla="*/ 39174 h 560854"/>
                <a:gd name="csX1763" fmla="*/ 691752 w 1144639"/>
                <a:gd name="csY1763" fmla="*/ 40607 h 560854"/>
                <a:gd name="csX1764" fmla="*/ 688408 w 1144639"/>
                <a:gd name="csY1764" fmla="*/ 42040 h 560854"/>
                <a:gd name="csX1765" fmla="*/ 684586 w 1144639"/>
                <a:gd name="csY1765" fmla="*/ 43473 h 560854"/>
                <a:gd name="csX1766" fmla="*/ 676465 w 1144639"/>
                <a:gd name="csY1766" fmla="*/ 46340 h 560854"/>
                <a:gd name="csX1767" fmla="*/ 671688 w 1144639"/>
                <a:gd name="csY1767" fmla="*/ 49206 h 560854"/>
                <a:gd name="csX1768" fmla="*/ 669299 w 1144639"/>
                <a:gd name="csY1768" fmla="*/ 50639 h 560854"/>
                <a:gd name="csX1769" fmla="*/ 660700 w 1144639"/>
                <a:gd name="csY1769" fmla="*/ 58761 h 560854"/>
                <a:gd name="csX1770" fmla="*/ 655445 w 1144639"/>
                <a:gd name="csY1770" fmla="*/ 63538 h 560854"/>
                <a:gd name="csX1771" fmla="*/ 647324 w 1144639"/>
                <a:gd name="csY1771" fmla="*/ 69271 h 560854"/>
                <a:gd name="csX1772" fmla="*/ 646368 w 1144639"/>
                <a:gd name="csY1772" fmla="*/ 70226 h 560854"/>
                <a:gd name="csX1773" fmla="*/ 646368 w 1144639"/>
                <a:gd name="csY1773" fmla="*/ 71182 h 560854"/>
                <a:gd name="csX1774" fmla="*/ 647324 w 1144639"/>
                <a:gd name="csY1774" fmla="*/ 71659 h 560854"/>
                <a:gd name="csX1775" fmla="*/ 648757 w 1144639"/>
                <a:gd name="csY1775" fmla="*/ 72615 h 560854"/>
                <a:gd name="csX1776" fmla="*/ 650190 w 1144639"/>
                <a:gd name="csY1776" fmla="*/ 72615 h 560854"/>
                <a:gd name="csX1777" fmla="*/ 651623 w 1144639"/>
                <a:gd name="csY1777" fmla="*/ 72615 h 560854"/>
                <a:gd name="csX1778" fmla="*/ 658311 w 1144639"/>
                <a:gd name="csY1778" fmla="*/ 70704 h 560854"/>
                <a:gd name="csX1779" fmla="*/ 661178 w 1144639"/>
                <a:gd name="csY1779" fmla="*/ 69748 h 560854"/>
                <a:gd name="csX1780" fmla="*/ 664044 w 1144639"/>
                <a:gd name="csY1780" fmla="*/ 67838 h 560854"/>
                <a:gd name="csX1781" fmla="*/ 664522 w 1144639"/>
                <a:gd name="csY1781" fmla="*/ 67838 h 560854"/>
                <a:gd name="csX1782" fmla="*/ 665477 w 1144639"/>
                <a:gd name="csY1782" fmla="*/ 67838 h 560854"/>
                <a:gd name="csX1783" fmla="*/ 665955 w 1144639"/>
                <a:gd name="csY1783" fmla="*/ 68315 h 560854"/>
                <a:gd name="csX1784" fmla="*/ 669299 w 1144639"/>
                <a:gd name="csY1784" fmla="*/ 65927 h 560854"/>
                <a:gd name="csX1785" fmla="*/ 670732 w 1144639"/>
                <a:gd name="csY1785" fmla="*/ 65449 h 560854"/>
                <a:gd name="csX1786" fmla="*/ 671688 w 1144639"/>
                <a:gd name="csY1786" fmla="*/ 65449 h 560854"/>
                <a:gd name="csX1787" fmla="*/ 672643 w 1144639"/>
                <a:gd name="csY1787" fmla="*/ 66404 h 560854"/>
                <a:gd name="csX1788" fmla="*/ 673121 w 1144639"/>
                <a:gd name="csY1788" fmla="*/ 66882 h 560854"/>
                <a:gd name="csX1789" fmla="*/ 672643 w 1144639"/>
                <a:gd name="csY1789" fmla="*/ 68315 h 560854"/>
                <a:gd name="csX1790" fmla="*/ 671688 w 1144639"/>
                <a:gd name="csY1790" fmla="*/ 69748 h 560854"/>
                <a:gd name="csX1791" fmla="*/ 671210 w 1144639"/>
                <a:gd name="csY1791" fmla="*/ 71182 h 560854"/>
                <a:gd name="csX1792" fmla="*/ 671210 w 1144639"/>
                <a:gd name="csY1792" fmla="*/ 72137 h 560854"/>
                <a:gd name="csX1793" fmla="*/ 670732 w 1144639"/>
                <a:gd name="csY1793" fmla="*/ 73093 h 560854"/>
                <a:gd name="csX1794" fmla="*/ 669777 w 1144639"/>
                <a:gd name="csY1794" fmla="*/ 74526 h 560854"/>
                <a:gd name="csX1795" fmla="*/ 669777 w 1144639"/>
                <a:gd name="csY1795" fmla="*/ 75004 h 560854"/>
                <a:gd name="csX1796" fmla="*/ 673121 w 1144639"/>
                <a:gd name="csY1796" fmla="*/ 74048 h 560854"/>
                <a:gd name="csX1797" fmla="*/ 673599 w 1144639"/>
                <a:gd name="csY1797" fmla="*/ 73570 h 560854"/>
                <a:gd name="csX1798" fmla="*/ 673599 w 1144639"/>
                <a:gd name="csY1798" fmla="*/ 73570 h 560854"/>
                <a:gd name="csX1799" fmla="*/ 673121 w 1144639"/>
                <a:gd name="csY1799" fmla="*/ 73093 h 560854"/>
                <a:gd name="csX1800" fmla="*/ 673599 w 1144639"/>
                <a:gd name="csY1800" fmla="*/ 73093 h 560854"/>
                <a:gd name="csX1801" fmla="*/ 675987 w 1144639"/>
                <a:gd name="csY1801" fmla="*/ 74526 h 560854"/>
                <a:gd name="csX1802" fmla="*/ 677420 w 1144639"/>
                <a:gd name="csY1802" fmla="*/ 75481 h 560854"/>
                <a:gd name="csX1803" fmla="*/ 678854 w 1144639"/>
                <a:gd name="csY1803" fmla="*/ 75481 h 560854"/>
                <a:gd name="csX1804" fmla="*/ 681720 w 1144639"/>
                <a:gd name="csY1804" fmla="*/ 75004 h 560854"/>
                <a:gd name="csX1805" fmla="*/ 685064 w 1144639"/>
                <a:gd name="csY1805" fmla="*/ 74048 h 560854"/>
                <a:gd name="csX1806" fmla="*/ 688408 w 1144639"/>
                <a:gd name="csY1806" fmla="*/ 72137 h 560854"/>
                <a:gd name="csX1807" fmla="*/ 691274 w 1144639"/>
                <a:gd name="csY1807" fmla="*/ 70226 h 560854"/>
                <a:gd name="csX1808" fmla="*/ 694141 w 1144639"/>
                <a:gd name="csY1808" fmla="*/ 68793 h 560854"/>
                <a:gd name="csX1809" fmla="*/ 698440 w 1144639"/>
                <a:gd name="csY1809" fmla="*/ 68315 h 560854"/>
                <a:gd name="csX1810" fmla="*/ 700829 w 1144639"/>
                <a:gd name="csY1810" fmla="*/ 67838 h 560854"/>
                <a:gd name="csX1811" fmla="*/ 702740 w 1144639"/>
                <a:gd name="csY1811" fmla="*/ 66882 h 560854"/>
                <a:gd name="csX1812" fmla="*/ 705129 w 1144639"/>
                <a:gd name="csY1812" fmla="*/ 64971 h 560854"/>
                <a:gd name="csX1813" fmla="*/ 706084 w 1144639"/>
                <a:gd name="csY1813" fmla="*/ 64493 h 560854"/>
                <a:gd name="csX1814" fmla="*/ 707995 w 1144639"/>
                <a:gd name="csY1814" fmla="*/ 64016 h 560854"/>
                <a:gd name="csX1815" fmla="*/ 708950 w 1144639"/>
                <a:gd name="csY1815" fmla="*/ 63538 h 560854"/>
                <a:gd name="csX1816" fmla="*/ 709906 w 1144639"/>
                <a:gd name="csY1816" fmla="*/ 62105 h 560854"/>
                <a:gd name="csX1817" fmla="*/ 711339 w 1144639"/>
                <a:gd name="csY1817" fmla="*/ 60672 h 560854"/>
                <a:gd name="csX1818" fmla="*/ 713728 w 1144639"/>
                <a:gd name="csY1818" fmla="*/ 59238 h 560854"/>
                <a:gd name="csX1819" fmla="*/ 715161 w 1144639"/>
                <a:gd name="csY1819" fmla="*/ 58283 h 560854"/>
                <a:gd name="csX1820" fmla="*/ 715161 w 1144639"/>
                <a:gd name="csY1820" fmla="*/ 58761 h 560854"/>
                <a:gd name="csX1821" fmla="*/ 715639 w 1144639"/>
                <a:gd name="csY1821" fmla="*/ 59238 h 560854"/>
                <a:gd name="csX1822" fmla="*/ 715639 w 1144639"/>
                <a:gd name="csY1822" fmla="*/ 60194 h 560854"/>
                <a:gd name="csX1823" fmla="*/ 716116 w 1144639"/>
                <a:gd name="csY1823" fmla="*/ 60672 h 560854"/>
                <a:gd name="csX1824" fmla="*/ 717072 w 1144639"/>
                <a:gd name="csY1824" fmla="*/ 61627 h 560854"/>
                <a:gd name="csX1825" fmla="*/ 717550 w 1144639"/>
                <a:gd name="csY1825" fmla="*/ 62105 h 560854"/>
                <a:gd name="csX1826" fmla="*/ 717550 w 1144639"/>
                <a:gd name="csY1826" fmla="*/ 63060 h 560854"/>
                <a:gd name="csX1827" fmla="*/ 718027 w 1144639"/>
                <a:gd name="csY1827" fmla="*/ 63538 h 560854"/>
                <a:gd name="csX1828" fmla="*/ 718505 w 1144639"/>
                <a:gd name="csY1828" fmla="*/ 64493 h 560854"/>
                <a:gd name="csX1829" fmla="*/ 718983 w 1144639"/>
                <a:gd name="csY1829" fmla="*/ 65449 h 560854"/>
                <a:gd name="csX1830" fmla="*/ 718505 w 1144639"/>
                <a:gd name="csY1830" fmla="*/ 67838 h 560854"/>
                <a:gd name="csX1831" fmla="*/ 718505 w 1144639"/>
                <a:gd name="csY1831" fmla="*/ 68793 h 560854"/>
                <a:gd name="csX1832" fmla="*/ 718983 w 1144639"/>
                <a:gd name="csY1832" fmla="*/ 69748 h 560854"/>
                <a:gd name="csX1833" fmla="*/ 718983 w 1144639"/>
                <a:gd name="csY1833" fmla="*/ 69748 h 560854"/>
                <a:gd name="csX1834" fmla="*/ 719461 w 1144639"/>
                <a:gd name="csY1834" fmla="*/ 69748 h 560854"/>
                <a:gd name="csX1835" fmla="*/ 719938 w 1144639"/>
                <a:gd name="csY1835" fmla="*/ 68793 h 560854"/>
                <a:gd name="csX1836" fmla="*/ 720416 w 1144639"/>
                <a:gd name="csY1836" fmla="*/ 68315 h 560854"/>
                <a:gd name="csX1837" fmla="*/ 720416 w 1144639"/>
                <a:gd name="csY1837" fmla="*/ 67838 h 560854"/>
                <a:gd name="csX1838" fmla="*/ 723760 w 1144639"/>
                <a:gd name="csY1838" fmla="*/ 65927 h 560854"/>
                <a:gd name="csX1839" fmla="*/ 724238 w 1144639"/>
                <a:gd name="csY1839" fmla="*/ 65927 h 560854"/>
                <a:gd name="csX1840" fmla="*/ 725193 w 1144639"/>
                <a:gd name="csY1840" fmla="*/ 66404 h 560854"/>
                <a:gd name="csX1841" fmla="*/ 730448 w 1144639"/>
                <a:gd name="csY1841" fmla="*/ 67360 h 560854"/>
                <a:gd name="csX1842" fmla="*/ 732359 w 1144639"/>
                <a:gd name="csY1842" fmla="*/ 67838 h 560854"/>
                <a:gd name="csX1843" fmla="*/ 734270 w 1144639"/>
                <a:gd name="csY1843" fmla="*/ 68793 h 560854"/>
                <a:gd name="csX1844" fmla="*/ 735226 w 1144639"/>
                <a:gd name="csY1844" fmla="*/ 69271 h 560854"/>
                <a:gd name="csX1845" fmla="*/ 737614 w 1144639"/>
                <a:gd name="csY1845" fmla="*/ 73093 h 560854"/>
                <a:gd name="csX1846" fmla="*/ 738570 w 1144639"/>
                <a:gd name="csY1846" fmla="*/ 74526 h 560854"/>
                <a:gd name="csX1847" fmla="*/ 739525 w 1144639"/>
                <a:gd name="csY1847" fmla="*/ 75004 h 560854"/>
                <a:gd name="csX1848" fmla="*/ 740003 w 1144639"/>
                <a:gd name="csY1848" fmla="*/ 75481 h 560854"/>
                <a:gd name="csX1849" fmla="*/ 740481 w 1144639"/>
                <a:gd name="csY1849" fmla="*/ 76914 h 560854"/>
                <a:gd name="csX1850" fmla="*/ 740481 w 1144639"/>
                <a:gd name="csY1850" fmla="*/ 77392 h 560854"/>
                <a:gd name="csX1851" fmla="*/ 744303 w 1144639"/>
                <a:gd name="csY1851" fmla="*/ 77392 h 560854"/>
                <a:gd name="csX1852" fmla="*/ 746213 w 1144639"/>
                <a:gd name="csY1852" fmla="*/ 77392 h 560854"/>
                <a:gd name="csX1853" fmla="*/ 747169 w 1144639"/>
                <a:gd name="csY1853" fmla="*/ 76914 h 560854"/>
                <a:gd name="csX1854" fmla="*/ 748124 w 1144639"/>
                <a:gd name="csY1854" fmla="*/ 76914 h 560854"/>
                <a:gd name="csX1855" fmla="*/ 749557 w 1144639"/>
                <a:gd name="csY1855" fmla="*/ 78347 h 560854"/>
                <a:gd name="csX1856" fmla="*/ 750513 w 1144639"/>
                <a:gd name="csY1856" fmla="*/ 78825 h 560854"/>
                <a:gd name="csX1857" fmla="*/ 751946 w 1144639"/>
                <a:gd name="csY1857" fmla="*/ 78347 h 560854"/>
                <a:gd name="csX1858" fmla="*/ 752902 w 1144639"/>
                <a:gd name="csY1858" fmla="*/ 78347 h 560854"/>
                <a:gd name="csX1859" fmla="*/ 754335 w 1144639"/>
                <a:gd name="csY1859" fmla="*/ 78825 h 560854"/>
                <a:gd name="csX1860" fmla="*/ 754813 w 1144639"/>
                <a:gd name="csY1860" fmla="*/ 79303 h 560854"/>
                <a:gd name="csX1861" fmla="*/ 754813 w 1144639"/>
                <a:gd name="csY1861" fmla="*/ 79303 h 560854"/>
                <a:gd name="csX1862" fmla="*/ 757201 w 1144639"/>
                <a:gd name="csY1862" fmla="*/ 77392 h 560854"/>
                <a:gd name="csX1863" fmla="*/ 759590 w 1144639"/>
                <a:gd name="csY1863" fmla="*/ 75481 h 560854"/>
                <a:gd name="csX1864" fmla="*/ 762934 w 1144639"/>
                <a:gd name="csY1864" fmla="*/ 73570 h 560854"/>
                <a:gd name="csX1865" fmla="*/ 764845 w 1144639"/>
                <a:gd name="csY1865" fmla="*/ 73093 h 560854"/>
                <a:gd name="csX1866" fmla="*/ 765322 w 1144639"/>
                <a:gd name="csY1866" fmla="*/ 73093 h 560854"/>
                <a:gd name="csX1867" fmla="*/ 768667 w 1144639"/>
                <a:gd name="csY1867" fmla="*/ 72615 h 560854"/>
                <a:gd name="csX1868" fmla="*/ 771533 w 1144639"/>
                <a:gd name="csY1868" fmla="*/ 72615 h 560854"/>
                <a:gd name="csX1869" fmla="*/ 775355 w 1144639"/>
                <a:gd name="csY1869" fmla="*/ 73093 h 560854"/>
                <a:gd name="csX1870" fmla="*/ 778699 w 1144639"/>
                <a:gd name="csY1870" fmla="*/ 72615 h 560854"/>
                <a:gd name="csX1871" fmla="*/ 782043 w 1144639"/>
                <a:gd name="csY1871" fmla="*/ 71182 h 560854"/>
                <a:gd name="csX1872" fmla="*/ 784910 w 1144639"/>
                <a:gd name="csY1872" fmla="*/ 70704 h 560854"/>
                <a:gd name="csX1873" fmla="*/ 787298 w 1144639"/>
                <a:gd name="csY1873" fmla="*/ 70226 h 560854"/>
                <a:gd name="csX1874" fmla="*/ 788254 w 1144639"/>
                <a:gd name="csY1874" fmla="*/ 70704 h 560854"/>
                <a:gd name="csX1875" fmla="*/ 787298 w 1144639"/>
                <a:gd name="csY1875" fmla="*/ 71659 h 560854"/>
                <a:gd name="csX1876" fmla="*/ 787298 w 1144639"/>
                <a:gd name="csY1876" fmla="*/ 73093 h 560854"/>
                <a:gd name="csX1877" fmla="*/ 787298 w 1144639"/>
                <a:gd name="csY1877" fmla="*/ 75004 h 560854"/>
                <a:gd name="csX1878" fmla="*/ 786820 w 1144639"/>
                <a:gd name="csY1878" fmla="*/ 76437 h 560854"/>
                <a:gd name="csX1879" fmla="*/ 786343 w 1144639"/>
                <a:gd name="csY1879" fmla="*/ 76914 h 560854"/>
                <a:gd name="csX1880" fmla="*/ 786343 w 1144639"/>
                <a:gd name="csY1880" fmla="*/ 77392 h 560854"/>
                <a:gd name="csX1881" fmla="*/ 786820 w 1144639"/>
                <a:gd name="csY1881" fmla="*/ 77870 h 560854"/>
                <a:gd name="csX1882" fmla="*/ 789209 w 1144639"/>
                <a:gd name="csY1882" fmla="*/ 77870 h 560854"/>
                <a:gd name="csX1883" fmla="*/ 790164 w 1144639"/>
                <a:gd name="csY1883" fmla="*/ 78825 h 560854"/>
                <a:gd name="csX1884" fmla="*/ 791598 w 1144639"/>
                <a:gd name="csY1884" fmla="*/ 78825 h 560854"/>
                <a:gd name="csX1885" fmla="*/ 793509 w 1144639"/>
                <a:gd name="csY1885" fmla="*/ 78347 h 560854"/>
                <a:gd name="csX1886" fmla="*/ 794464 w 1144639"/>
                <a:gd name="csY1886" fmla="*/ 78347 h 560854"/>
                <a:gd name="csX1887" fmla="*/ 795420 w 1144639"/>
                <a:gd name="csY1887" fmla="*/ 79303 h 560854"/>
                <a:gd name="csX1888" fmla="*/ 796853 w 1144639"/>
                <a:gd name="csY1888" fmla="*/ 79781 h 560854"/>
                <a:gd name="csX1889" fmla="*/ 797808 w 1144639"/>
                <a:gd name="csY1889" fmla="*/ 78825 h 560854"/>
                <a:gd name="csX1890" fmla="*/ 798764 w 1144639"/>
                <a:gd name="csY1890" fmla="*/ 78347 h 560854"/>
                <a:gd name="csX1891" fmla="*/ 799719 w 1144639"/>
                <a:gd name="csY1891" fmla="*/ 77870 h 560854"/>
                <a:gd name="csX1892" fmla="*/ 800197 w 1144639"/>
                <a:gd name="csY1892" fmla="*/ 77870 h 560854"/>
                <a:gd name="csX1893" fmla="*/ 800675 w 1144639"/>
                <a:gd name="csY1893" fmla="*/ 78347 h 560854"/>
                <a:gd name="csX1894" fmla="*/ 801152 w 1144639"/>
                <a:gd name="csY1894" fmla="*/ 78825 h 560854"/>
                <a:gd name="csX1895" fmla="*/ 802108 w 1144639"/>
                <a:gd name="csY1895" fmla="*/ 80258 h 560854"/>
                <a:gd name="csX1896" fmla="*/ 802586 w 1144639"/>
                <a:gd name="csY1896" fmla="*/ 81214 h 560854"/>
                <a:gd name="csX1897" fmla="*/ 803063 w 1144639"/>
                <a:gd name="csY1897" fmla="*/ 83125 h 560854"/>
                <a:gd name="csX1898" fmla="*/ 803063 w 1144639"/>
                <a:gd name="csY1898" fmla="*/ 83603 h 560854"/>
                <a:gd name="csX1899" fmla="*/ 803063 w 1144639"/>
                <a:gd name="csY1899" fmla="*/ 84558 h 560854"/>
                <a:gd name="csX1900" fmla="*/ 802586 w 1144639"/>
                <a:gd name="csY1900" fmla="*/ 85036 h 560854"/>
                <a:gd name="csX1901" fmla="*/ 802586 w 1144639"/>
                <a:gd name="csY1901" fmla="*/ 85513 h 560854"/>
                <a:gd name="csX1902" fmla="*/ 802586 w 1144639"/>
                <a:gd name="csY1902" fmla="*/ 85991 h 560854"/>
                <a:gd name="csX1903" fmla="*/ 804974 w 1144639"/>
                <a:gd name="csY1903" fmla="*/ 86469 h 560854"/>
                <a:gd name="csX1904" fmla="*/ 806407 w 1144639"/>
                <a:gd name="csY1904" fmla="*/ 86947 h 560854"/>
                <a:gd name="csX1905" fmla="*/ 806407 w 1144639"/>
                <a:gd name="csY1905" fmla="*/ 87424 h 560854"/>
                <a:gd name="csX1906" fmla="*/ 806407 w 1144639"/>
                <a:gd name="csY1906" fmla="*/ 87902 h 560854"/>
                <a:gd name="csX1907" fmla="*/ 806407 w 1144639"/>
                <a:gd name="csY1907" fmla="*/ 88858 h 560854"/>
                <a:gd name="csX1908" fmla="*/ 806885 w 1144639"/>
                <a:gd name="csY1908" fmla="*/ 89335 h 560854"/>
                <a:gd name="csX1909" fmla="*/ 808796 w 1144639"/>
                <a:gd name="csY1909" fmla="*/ 90291 h 560854"/>
                <a:gd name="csX1910" fmla="*/ 809274 w 1144639"/>
                <a:gd name="csY1910" fmla="*/ 90769 h 560854"/>
                <a:gd name="csX1911" fmla="*/ 809274 w 1144639"/>
                <a:gd name="csY1911" fmla="*/ 91724 h 560854"/>
                <a:gd name="csX1912" fmla="*/ 808796 w 1144639"/>
                <a:gd name="csY1912" fmla="*/ 91724 h 560854"/>
                <a:gd name="csX1913" fmla="*/ 807841 w 1144639"/>
                <a:gd name="csY1913" fmla="*/ 92202 h 560854"/>
                <a:gd name="csX1914" fmla="*/ 800675 w 1144639"/>
                <a:gd name="csY1914" fmla="*/ 91246 h 560854"/>
                <a:gd name="csX1915" fmla="*/ 798286 w 1144639"/>
                <a:gd name="csY1915" fmla="*/ 90769 h 560854"/>
                <a:gd name="csX1916" fmla="*/ 798286 w 1144639"/>
                <a:gd name="csY1916" fmla="*/ 91246 h 560854"/>
                <a:gd name="csX1917" fmla="*/ 797808 w 1144639"/>
                <a:gd name="csY1917" fmla="*/ 91246 h 560854"/>
                <a:gd name="csX1918" fmla="*/ 797330 w 1144639"/>
                <a:gd name="csY1918" fmla="*/ 91246 h 560854"/>
                <a:gd name="csX1919" fmla="*/ 796853 w 1144639"/>
                <a:gd name="csY1919" fmla="*/ 91246 h 560854"/>
                <a:gd name="csX1920" fmla="*/ 796853 w 1144639"/>
                <a:gd name="csY1920" fmla="*/ 90769 h 560854"/>
                <a:gd name="csX1921" fmla="*/ 796375 w 1144639"/>
                <a:gd name="csY1921" fmla="*/ 90291 h 560854"/>
                <a:gd name="csX1922" fmla="*/ 795897 w 1144639"/>
                <a:gd name="csY1922" fmla="*/ 89813 h 560854"/>
                <a:gd name="csX1923" fmla="*/ 794942 w 1144639"/>
                <a:gd name="csY1923" fmla="*/ 89813 h 560854"/>
                <a:gd name="csX1924" fmla="*/ 793986 w 1144639"/>
                <a:gd name="csY1924" fmla="*/ 90291 h 560854"/>
                <a:gd name="csX1925" fmla="*/ 793031 w 1144639"/>
                <a:gd name="csY1925" fmla="*/ 92202 h 560854"/>
                <a:gd name="csX1926" fmla="*/ 793031 w 1144639"/>
                <a:gd name="csY1926" fmla="*/ 92679 h 560854"/>
                <a:gd name="csX1927" fmla="*/ 793031 w 1144639"/>
                <a:gd name="csY1927" fmla="*/ 93635 h 560854"/>
                <a:gd name="csX1928" fmla="*/ 793031 w 1144639"/>
                <a:gd name="csY1928" fmla="*/ 94113 h 560854"/>
                <a:gd name="csX1929" fmla="*/ 793031 w 1144639"/>
                <a:gd name="csY1929" fmla="*/ 94590 h 560854"/>
                <a:gd name="csX1930" fmla="*/ 793031 w 1144639"/>
                <a:gd name="csY1930" fmla="*/ 94590 h 560854"/>
                <a:gd name="csX1931" fmla="*/ 792076 w 1144639"/>
                <a:gd name="csY1931" fmla="*/ 94590 h 560854"/>
                <a:gd name="csX1932" fmla="*/ 791120 w 1144639"/>
                <a:gd name="csY1932" fmla="*/ 94113 h 560854"/>
                <a:gd name="csX1933" fmla="*/ 787776 w 1144639"/>
                <a:gd name="csY1933" fmla="*/ 91246 h 560854"/>
                <a:gd name="csX1934" fmla="*/ 785387 w 1144639"/>
                <a:gd name="csY1934" fmla="*/ 89813 h 560854"/>
                <a:gd name="csX1935" fmla="*/ 782043 w 1144639"/>
                <a:gd name="csY1935" fmla="*/ 88858 h 560854"/>
                <a:gd name="csX1936" fmla="*/ 779654 w 1144639"/>
                <a:gd name="csY1936" fmla="*/ 88380 h 560854"/>
                <a:gd name="csX1937" fmla="*/ 777744 w 1144639"/>
                <a:gd name="csY1937" fmla="*/ 88380 h 560854"/>
                <a:gd name="csX1938" fmla="*/ 776310 w 1144639"/>
                <a:gd name="csY1938" fmla="*/ 88858 h 560854"/>
                <a:gd name="csX1939" fmla="*/ 775355 w 1144639"/>
                <a:gd name="csY1939" fmla="*/ 90291 h 560854"/>
                <a:gd name="csX1940" fmla="*/ 773444 w 1144639"/>
                <a:gd name="csY1940" fmla="*/ 91246 h 560854"/>
                <a:gd name="csX1941" fmla="*/ 771055 w 1144639"/>
                <a:gd name="csY1941" fmla="*/ 91724 h 560854"/>
                <a:gd name="csX1942" fmla="*/ 769622 w 1144639"/>
                <a:gd name="csY1942" fmla="*/ 92202 h 560854"/>
                <a:gd name="csX1943" fmla="*/ 769145 w 1144639"/>
                <a:gd name="csY1943" fmla="*/ 92679 h 560854"/>
                <a:gd name="csX1944" fmla="*/ 768667 w 1144639"/>
                <a:gd name="csY1944" fmla="*/ 92679 h 560854"/>
                <a:gd name="csX1945" fmla="*/ 766756 w 1144639"/>
                <a:gd name="csY1945" fmla="*/ 92202 h 560854"/>
                <a:gd name="csX1946" fmla="*/ 765322 w 1144639"/>
                <a:gd name="csY1946" fmla="*/ 91724 h 560854"/>
                <a:gd name="csX1947" fmla="*/ 763412 w 1144639"/>
                <a:gd name="csY1947" fmla="*/ 92202 h 560854"/>
                <a:gd name="csX1948" fmla="*/ 762456 w 1144639"/>
                <a:gd name="csY1948" fmla="*/ 92679 h 560854"/>
                <a:gd name="csX1949" fmla="*/ 761023 w 1144639"/>
                <a:gd name="csY1949" fmla="*/ 94590 h 560854"/>
                <a:gd name="csX1950" fmla="*/ 760545 w 1144639"/>
                <a:gd name="csY1950" fmla="*/ 95546 h 560854"/>
                <a:gd name="csX1951" fmla="*/ 759590 w 1144639"/>
                <a:gd name="csY1951" fmla="*/ 96024 h 560854"/>
                <a:gd name="csX1952" fmla="*/ 757201 w 1144639"/>
                <a:gd name="csY1952" fmla="*/ 97457 h 560854"/>
                <a:gd name="csX1953" fmla="*/ 757201 w 1144639"/>
                <a:gd name="csY1953" fmla="*/ 97935 h 560854"/>
                <a:gd name="csX1954" fmla="*/ 755768 w 1144639"/>
                <a:gd name="csY1954" fmla="*/ 99368 h 560854"/>
                <a:gd name="csX1955" fmla="*/ 755290 w 1144639"/>
                <a:gd name="csY1955" fmla="*/ 99845 h 560854"/>
                <a:gd name="csX1956" fmla="*/ 755290 w 1144639"/>
                <a:gd name="csY1956" fmla="*/ 100801 h 560854"/>
                <a:gd name="csX1957" fmla="*/ 754813 w 1144639"/>
                <a:gd name="csY1957" fmla="*/ 100801 h 560854"/>
                <a:gd name="csX1958" fmla="*/ 753857 w 1144639"/>
                <a:gd name="csY1958" fmla="*/ 99845 h 560854"/>
                <a:gd name="csX1959" fmla="*/ 753857 w 1144639"/>
                <a:gd name="csY1959" fmla="*/ 98890 h 560854"/>
                <a:gd name="csX1960" fmla="*/ 754813 w 1144639"/>
                <a:gd name="csY1960" fmla="*/ 97457 h 560854"/>
                <a:gd name="csX1961" fmla="*/ 755290 w 1144639"/>
                <a:gd name="csY1961" fmla="*/ 96501 h 560854"/>
                <a:gd name="csX1962" fmla="*/ 756246 w 1144639"/>
                <a:gd name="csY1962" fmla="*/ 96501 h 560854"/>
                <a:gd name="csX1963" fmla="*/ 756723 w 1144639"/>
                <a:gd name="csY1963" fmla="*/ 96024 h 560854"/>
                <a:gd name="csX1964" fmla="*/ 756723 w 1144639"/>
                <a:gd name="csY1964" fmla="*/ 94590 h 560854"/>
                <a:gd name="csX1965" fmla="*/ 756246 w 1144639"/>
                <a:gd name="csY1965" fmla="*/ 94113 h 560854"/>
                <a:gd name="csX1966" fmla="*/ 755290 w 1144639"/>
                <a:gd name="csY1966" fmla="*/ 94113 h 560854"/>
                <a:gd name="csX1967" fmla="*/ 754335 w 1144639"/>
                <a:gd name="csY1967" fmla="*/ 95068 h 560854"/>
                <a:gd name="csX1968" fmla="*/ 753857 w 1144639"/>
                <a:gd name="csY1968" fmla="*/ 95068 h 560854"/>
                <a:gd name="csX1969" fmla="*/ 752424 w 1144639"/>
                <a:gd name="csY1969" fmla="*/ 94590 h 560854"/>
                <a:gd name="csX1970" fmla="*/ 751946 w 1144639"/>
                <a:gd name="csY1970" fmla="*/ 95546 h 560854"/>
                <a:gd name="csX1971" fmla="*/ 750991 w 1144639"/>
                <a:gd name="csY1971" fmla="*/ 96979 h 560854"/>
                <a:gd name="csX1972" fmla="*/ 750035 w 1144639"/>
                <a:gd name="csY1972" fmla="*/ 98412 h 560854"/>
                <a:gd name="csX1973" fmla="*/ 749080 w 1144639"/>
                <a:gd name="csY1973" fmla="*/ 98890 h 560854"/>
                <a:gd name="csX1974" fmla="*/ 748124 w 1144639"/>
                <a:gd name="csY1974" fmla="*/ 98412 h 560854"/>
                <a:gd name="csX1975" fmla="*/ 748124 w 1144639"/>
                <a:gd name="csY1975" fmla="*/ 96501 h 560854"/>
                <a:gd name="csX1976" fmla="*/ 748124 w 1144639"/>
                <a:gd name="csY1976" fmla="*/ 95068 h 560854"/>
                <a:gd name="csX1977" fmla="*/ 748124 w 1144639"/>
                <a:gd name="csY1977" fmla="*/ 93635 h 560854"/>
                <a:gd name="csX1978" fmla="*/ 748124 w 1144639"/>
                <a:gd name="csY1978" fmla="*/ 93157 h 560854"/>
                <a:gd name="csX1979" fmla="*/ 747647 w 1144639"/>
                <a:gd name="csY1979" fmla="*/ 93635 h 560854"/>
                <a:gd name="csX1980" fmla="*/ 747169 w 1144639"/>
                <a:gd name="csY1980" fmla="*/ 95068 h 560854"/>
                <a:gd name="csX1981" fmla="*/ 746213 w 1144639"/>
                <a:gd name="csY1981" fmla="*/ 97935 h 560854"/>
                <a:gd name="csX1982" fmla="*/ 745736 w 1144639"/>
                <a:gd name="csY1982" fmla="*/ 98890 h 560854"/>
                <a:gd name="csX1983" fmla="*/ 744780 w 1144639"/>
                <a:gd name="csY1983" fmla="*/ 99368 h 560854"/>
                <a:gd name="csX1984" fmla="*/ 743347 w 1144639"/>
                <a:gd name="csY1984" fmla="*/ 101279 h 560854"/>
                <a:gd name="csX1985" fmla="*/ 741914 w 1144639"/>
                <a:gd name="csY1985" fmla="*/ 104623 h 560854"/>
                <a:gd name="csX1986" fmla="*/ 740003 w 1144639"/>
                <a:gd name="csY1986" fmla="*/ 107489 h 560854"/>
                <a:gd name="csX1987" fmla="*/ 737614 w 1144639"/>
                <a:gd name="csY1987" fmla="*/ 110355 h 560854"/>
                <a:gd name="csX1988" fmla="*/ 736659 w 1144639"/>
                <a:gd name="csY1988" fmla="*/ 112266 h 560854"/>
                <a:gd name="csX1989" fmla="*/ 736181 w 1144639"/>
                <a:gd name="csY1989" fmla="*/ 112266 h 560854"/>
                <a:gd name="csX1990" fmla="*/ 735703 w 1144639"/>
                <a:gd name="csY1990" fmla="*/ 112744 h 560854"/>
                <a:gd name="csX1991" fmla="*/ 735703 w 1144639"/>
                <a:gd name="csY1991" fmla="*/ 114655 h 560854"/>
                <a:gd name="csX1992" fmla="*/ 735226 w 1144639"/>
                <a:gd name="csY1992" fmla="*/ 116088 h 560854"/>
                <a:gd name="csX1993" fmla="*/ 734270 w 1144639"/>
                <a:gd name="csY1993" fmla="*/ 117044 h 560854"/>
                <a:gd name="csX1994" fmla="*/ 731404 w 1144639"/>
                <a:gd name="csY1994" fmla="*/ 118477 h 560854"/>
                <a:gd name="csX1995" fmla="*/ 730926 w 1144639"/>
                <a:gd name="csY1995" fmla="*/ 119432 h 560854"/>
                <a:gd name="csX1996" fmla="*/ 730926 w 1144639"/>
                <a:gd name="csY1996" fmla="*/ 119910 h 560854"/>
                <a:gd name="csX1997" fmla="*/ 729015 w 1144639"/>
                <a:gd name="csY1997" fmla="*/ 122777 h 560854"/>
                <a:gd name="csX1998" fmla="*/ 728060 w 1144639"/>
                <a:gd name="csY1998" fmla="*/ 124687 h 560854"/>
                <a:gd name="csX1999" fmla="*/ 727582 w 1144639"/>
                <a:gd name="csY1999" fmla="*/ 126598 h 560854"/>
                <a:gd name="csX2000" fmla="*/ 727582 w 1144639"/>
                <a:gd name="csY2000" fmla="*/ 128031 h 560854"/>
                <a:gd name="csX2001" fmla="*/ 728538 w 1144639"/>
                <a:gd name="csY2001" fmla="*/ 128509 h 560854"/>
                <a:gd name="csX2002" fmla="*/ 729493 w 1144639"/>
                <a:gd name="csY2002" fmla="*/ 128031 h 560854"/>
                <a:gd name="csX2003" fmla="*/ 729971 w 1144639"/>
                <a:gd name="csY2003" fmla="*/ 127076 h 560854"/>
                <a:gd name="csX2004" fmla="*/ 730926 w 1144639"/>
                <a:gd name="csY2004" fmla="*/ 126598 h 560854"/>
                <a:gd name="csX2005" fmla="*/ 732359 w 1144639"/>
                <a:gd name="csY2005" fmla="*/ 125643 h 560854"/>
                <a:gd name="csX2006" fmla="*/ 733315 w 1144639"/>
                <a:gd name="csY2006" fmla="*/ 124687 h 560854"/>
                <a:gd name="csX2007" fmla="*/ 734270 w 1144639"/>
                <a:gd name="csY2007" fmla="*/ 122299 h 560854"/>
                <a:gd name="csX2008" fmla="*/ 735703 w 1144639"/>
                <a:gd name="csY2008" fmla="*/ 120865 h 560854"/>
                <a:gd name="csX2009" fmla="*/ 736659 w 1144639"/>
                <a:gd name="csY2009" fmla="*/ 120865 h 560854"/>
                <a:gd name="csX2010" fmla="*/ 736659 w 1144639"/>
                <a:gd name="csY2010" fmla="*/ 120865 h 560854"/>
                <a:gd name="csX2011" fmla="*/ 738092 w 1144639"/>
                <a:gd name="csY2011" fmla="*/ 119910 h 560854"/>
                <a:gd name="csX2012" fmla="*/ 739525 w 1144639"/>
                <a:gd name="csY2012" fmla="*/ 120388 h 560854"/>
                <a:gd name="csX2013" fmla="*/ 740003 w 1144639"/>
                <a:gd name="csY2013" fmla="*/ 121343 h 560854"/>
                <a:gd name="csX2014" fmla="*/ 740958 w 1144639"/>
                <a:gd name="csY2014" fmla="*/ 121821 h 560854"/>
                <a:gd name="csX2015" fmla="*/ 740958 w 1144639"/>
                <a:gd name="csY2015" fmla="*/ 122777 h 560854"/>
                <a:gd name="csX2016" fmla="*/ 740481 w 1144639"/>
                <a:gd name="csY2016" fmla="*/ 124210 h 560854"/>
                <a:gd name="csX2017" fmla="*/ 740003 w 1144639"/>
                <a:gd name="csY2017" fmla="*/ 125643 h 560854"/>
                <a:gd name="csX2018" fmla="*/ 739047 w 1144639"/>
                <a:gd name="csY2018" fmla="*/ 127076 h 560854"/>
                <a:gd name="csX2019" fmla="*/ 738092 w 1144639"/>
                <a:gd name="csY2019" fmla="*/ 129465 h 560854"/>
                <a:gd name="csX2020" fmla="*/ 737137 w 1144639"/>
                <a:gd name="csY2020" fmla="*/ 132809 h 560854"/>
                <a:gd name="csX2021" fmla="*/ 737137 w 1144639"/>
                <a:gd name="csY2021" fmla="*/ 134720 h 560854"/>
                <a:gd name="csX2022" fmla="*/ 737614 w 1144639"/>
                <a:gd name="csY2022" fmla="*/ 136631 h 560854"/>
                <a:gd name="csX2023" fmla="*/ 737137 w 1144639"/>
                <a:gd name="csY2023" fmla="*/ 138064 h 560854"/>
                <a:gd name="csX2024" fmla="*/ 735703 w 1144639"/>
                <a:gd name="csY2024" fmla="*/ 139019 h 560854"/>
                <a:gd name="csX2025" fmla="*/ 734748 w 1144639"/>
                <a:gd name="csY2025" fmla="*/ 140930 h 560854"/>
                <a:gd name="csX2026" fmla="*/ 733792 w 1144639"/>
                <a:gd name="csY2026" fmla="*/ 142841 h 560854"/>
                <a:gd name="csX2027" fmla="*/ 733315 w 1144639"/>
                <a:gd name="csY2027" fmla="*/ 144752 h 560854"/>
                <a:gd name="csX2028" fmla="*/ 733315 w 1144639"/>
                <a:gd name="csY2028" fmla="*/ 146185 h 560854"/>
                <a:gd name="csX2029" fmla="*/ 733315 w 1144639"/>
                <a:gd name="csY2029" fmla="*/ 147141 h 560854"/>
                <a:gd name="csX2030" fmla="*/ 733792 w 1144639"/>
                <a:gd name="csY2030" fmla="*/ 148574 h 560854"/>
                <a:gd name="csX2031" fmla="*/ 733792 w 1144639"/>
                <a:gd name="csY2031" fmla="*/ 149529 h 560854"/>
                <a:gd name="csX2032" fmla="*/ 732359 w 1144639"/>
                <a:gd name="csY2032" fmla="*/ 152396 h 560854"/>
                <a:gd name="csX2033" fmla="*/ 731881 w 1144639"/>
                <a:gd name="csY2033" fmla="*/ 153829 h 560854"/>
                <a:gd name="csX2034" fmla="*/ 731881 w 1144639"/>
                <a:gd name="csY2034" fmla="*/ 155262 h 560854"/>
                <a:gd name="csX2035" fmla="*/ 731404 w 1144639"/>
                <a:gd name="csY2035" fmla="*/ 156218 h 560854"/>
                <a:gd name="csX2036" fmla="*/ 730448 w 1144639"/>
                <a:gd name="csY2036" fmla="*/ 158606 h 560854"/>
                <a:gd name="csX2037" fmla="*/ 729971 w 1144639"/>
                <a:gd name="csY2037" fmla="*/ 160039 h 560854"/>
                <a:gd name="csX2038" fmla="*/ 729971 w 1144639"/>
                <a:gd name="csY2038" fmla="*/ 160995 h 560854"/>
                <a:gd name="csX2039" fmla="*/ 729971 w 1144639"/>
                <a:gd name="csY2039" fmla="*/ 163384 h 560854"/>
                <a:gd name="csX2040" fmla="*/ 729971 w 1144639"/>
                <a:gd name="csY2040" fmla="*/ 163861 h 560854"/>
                <a:gd name="csX2041" fmla="*/ 729971 w 1144639"/>
                <a:gd name="csY2041" fmla="*/ 164339 h 560854"/>
                <a:gd name="csX2042" fmla="*/ 730448 w 1144639"/>
                <a:gd name="csY2042" fmla="*/ 164817 h 560854"/>
                <a:gd name="csX2043" fmla="*/ 730448 w 1144639"/>
                <a:gd name="csY2043" fmla="*/ 165294 h 560854"/>
                <a:gd name="csX2044" fmla="*/ 729971 w 1144639"/>
                <a:gd name="csY2044" fmla="*/ 166250 h 560854"/>
                <a:gd name="csX2045" fmla="*/ 729971 w 1144639"/>
                <a:gd name="csY2045" fmla="*/ 167205 h 560854"/>
                <a:gd name="csX2046" fmla="*/ 730926 w 1144639"/>
                <a:gd name="csY2046" fmla="*/ 167683 h 560854"/>
                <a:gd name="csX2047" fmla="*/ 730926 w 1144639"/>
                <a:gd name="csY2047" fmla="*/ 168638 h 560854"/>
                <a:gd name="csX2048" fmla="*/ 731404 w 1144639"/>
                <a:gd name="csY2048" fmla="*/ 170072 h 560854"/>
                <a:gd name="csX2049" fmla="*/ 731404 w 1144639"/>
                <a:gd name="csY2049" fmla="*/ 171027 h 560854"/>
                <a:gd name="csX2050" fmla="*/ 732359 w 1144639"/>
                <a:gd name="csY2050" fmla="*/ 171983 h 560854"/>
                <a:gd name="csX2051" fmla="*/ 732359 w 1144639"/>
                <a:gd name="csY2051" fmla="*/ 173416 h 560854"/>
                <a:gd name="csX2052" fmla="*/ 731881 w 1144639"/>
                <a:gd name="csY2052" fmla="*/ 175327 h 560854"/>
                <a:gd name="csX2053" fmla="*/ 731881 w 1144639"/>
                <a:gd name="csY2053" fmla="*/ 178671 h 560854"/>
                <a:gd name="csX2054" fmla="*/ 731881 w 1144639"/>
                <a:gd name="csY2054" fmla="*/ 183448 h 560854"/>
                <a:gd name="csX2055" fmla="*/ 731881 w 1144639"/>
                <a:gd name="csY2055" fmla="*/ 186792 h 560854"/>
                <a:gd name="csX2056" fmla="*/ 732837 w 1144639"/>
                <a:gd name="csY2056" fmla="*/ 188225 h 560854"/>
                <a:gd name="csX2057" fmla="*/ 733315 w 1144639"/>
                <a:gd name="csY2057" fmla="*/ 189181 h 560854"/>
                <a:gd name="csX2058" fmla="*/ 733792 w 1144639"/>
                <a:gd name="csY2058" fmla="*/ 189659 h 560854"/>
                <a:gd name="csX2059" fmla="*/ 734748 w 1144639"/>
                <a:gd name="csY2059" fmla="*/ 192047 h 560854"/>
                <a:gd name="csX2060" fmla="*/ 735703 w 1144639"/>
                <a:gd name="csY2060" fmla="*/ 195391 h 560854"/>
                <a:gd name="csX2061" fmla="*/ 736659 w 1144639"/>
                <a:gd name="csY2061" fmla="*/ 197780 h 560854"/>
                <a:gd name="csX2062" fmla="*/ 737614 w 1144639"/>
                <a:gd name="csY2062" fmla="*/ 198735 h 560854"/>
                <a:gd name="csX2063" fmla="*/ 738570 w 1144639"/>
                <a:gd name="csY2063" fmla="*/ 199213 h 560854"/>
                <a:gd name="csX2064" fmla="*/ 739047 w 1144639"/>
                <a:gd name="csY2064" fmla="*/ 199691 h 560854"/>
                <a:gd name="csX2065" fmla="*/ 739525 w 1144639"/>
                <a:gd name="csY2065" fmla="*/ 199691 h 560854"/>
                <a:gd name="csX2066" fmla="*/ 739525 w 1144639"/>
                <a:gd name="csY2066" fmla="*/ 200168 h 560854"/>
                <a:gd name="csX2067" fmla="*/ 740958 w 1144639"/>
                <a:gd name="csY2067" fmla="*/ 200646 h 560854"/>
                <a:gd name="csX2068" fmla="*/ 742869 w 1144639"/>
                <a:gd name="csY2068" fmla="*/ 200646 h 560854"/>
                <a:gd name="csX2069" fmla="*/ 744780 w 1144639"/>
                <a:gd name="csY2069" fmla="*/ 200646 h 560854"/>
                <a:gd name="csX2070" fmla="*/ 746213 w 1144639"/>
                <a:gd name="csY2070" fmla="*/ 200168 h 560854"/>
                <a:gd name="csX2071" fmla="*/ 751946 w 1144639"/>
                <a:gd name="csY2071" fmla="*/ 196825 h 560854"/>
                <a:gd name="csX2072" fmla="*/ 753857 w 1144639"/>
                <a:gd name="csY2072" fmla="*/ 195391 h 560854"/>
                <a:gd name="csX2073" fmla="*/ 755290 w 1144639"/>
                <a:gd name="csY2073" fmla="*/ 193958 h 560854"/>
                <a:gd name="csX2074" fmla="*/ 756246 w 1144639"/>
                <a:gd name="csY2074" fmla="*/ 192047 h 560854"/>
                <a:gd name="csX2075" fmla="*/ 757201 w 1144639"/>
                <a:gd name="csY2075" fmla="*/ 189659 h 560854"/>
                <a:gd name="csX2076" fmla="*/ 759590 w 1144639"/>
                <a:gd name="csY2076" fmla="*/ 186314 h 560854"/>
                <a:gd name="csX2077" fmla="*/ 760545 w 1144639"/>
                <a:gd name="csY2077" fmla="*/ 184403 h 560854"/>
                <a:gd name="csX2078" fmla="*/ 761501 w 1144639"/>
                <a:gd name="csY2078" fmla="*/ 181537 h 560854"/>
                <a:gd name="csX2079" fmla="*/ 762456 w 1144639"/>
                <a:gd name="csY2079" fmla="*/ 179149 h 560854"/>
                <a:gd name="csX2080" fmla="*/ 762934 w 1144639"/>
                <a:gd name="csY2080" fmla="*/ 175804 h 560854"/>
                <a:gd name="csX2081" fmla="*/ 763412 w 1144639"/>
                <a:gd name="csY2081" fmla="*/ 172938 h 560854"/>
                <a:gd name="csX2082" fmla="*/ 763412 w 1144639"/>
                <a:gd name="csY2082" fmla="*/ 169594 h 560854"/>
                <a:gd name="csX2083" fmla="*/ 762934 w 1144639"/>
                <a:gd name="csY2083" fmla="*/ 166727 h 560854"/>
                <a:gd name="csX2084" fmla="*/ 761501 w 1144639"/>
                <a:gd name="csY2084" fmla="*/ 163384 h 560854"/>
                <a:gd name="csX2085" fmla="*/ 761023 w 1144639"/>
                <a:gd name="csY2085" fmla="*/ 161950 h 560854"/>
                <a:gd name="csX2086" fmla="*/ 761023 w 1144639"/>
                <a:gd name="csY2086" fmla="*/ 161473 h 560854"/>
                <a:gd name="csX2087" fmla="*/ 759112 w 1144639"/>
                <a:gd name="csY2087" fmla="*/ 157173 h 560854"/>
                <a:gd name="csX2088" fmla="*/ 756723 w 1144639"/>
                <a:gd name="csY2088" fmla="*/ 151440 h 560854"/>
                <a:gd name="csX2089" fmla="*/ 756723 w 1144639"/>
                <a:gd name="csY2089" fmla="*/ 150962 h 560854"/>
                <a:gd name="csX2090" fmla="*/ 759112 w 1144639"/>
                <a:gd name="csY2090" fmla="*/ 147618 h 560854"/>
                <a:gd name="csX2091" fmla="*/ 759112 w 1144639"/>
                <a:gd name="csY2091" fmla="*/ 147141 h 560854"/>
                <a:gd name="csX2092" fmla="*/ 758634 w 1144639"/>
                <a:gd name="csY2092" fmla="*/ 144274 h 560854"/>
                <a:gd name="csX2093" fmla="*/ 758157 w 1144639"/>
                <a:gd name="csY2093" fmla="*/ 142841 h 560854"/>
                <a:gd name="csX2094" fmla="*/ 757201 w 1144639"/>
                <a:gd name="csY2094" fmla="*/ 140930 h 560854"/>
                <a:gd name="csX2095" fmla="*/ 757201 w 1144639"/>
                <a:gd name="csY2095" fmla="*/ 140452 h 560854"/>
                <a:gd name="csX2096" fmla="*/ 759590 w 1144639"/>
                <a:gd name="csY2096" fmla="*/ 138064 h 560854"/>
                <a:gd name="csX2097" fmla="*/ 760545 w 1144639"/>
                <a:gd name="csY2097" fmla="*/ 136153 h 560854"/>
                <a:gd name="csX2098" fmla="*/ 761979 w 1144639"/>
                <a:gd name="csY2098" fmla="*/ 133764 h 560854"/>
                <a:gd name="csX2099" fmla="*/ 762456 w 1144639"/>
                <a:gd name="csY2099" fmla="*/ 131376 h 560854"/>
                <a:gd name="csX2100" fmla="*/ 762934 w 1144639"/>
                <a:gd name="csY2100" fmla="*/ 128509 h 560854"/>
                <a:gd name="csX2101" fmla="*/ 762934 w 1144639"/>
                <a:gd name="csY2101" fmla="*/ 126598 h 560854"/>
                <a:gd name="csX2102" fmla="*/ 762456 w 1144639"/>
                <a:gd name="csY2102" fmla="*/ 125165 h 560854"/>
                <a:gd name="csX2103" fmla="*/ 762456 w 1144639"/>
                <a:gd name="csY2103" fmla="*/ 124687 h 560854"/>
                <a:gd name="csX2104" fmla="*/ 762934 w 1144639"/>
                <a:gd name="csY2104" fmla="*/ 124210 h 560854"/>
                <a:gd name="csX2105" fmla="*/ 765322 w 1144639"/>
                <a:gd name="csY2105" fmla="*/ 123254 h 560854"/>
                <a:gd name="csX2106" fmla="*/ 765800 w 1144639"/>
                <a:gd name="csY2106" fmla="*/ 122299 h 560854"/>
                <a:gd name="csX2107" fmla="*/ 765800 w 1144639"/>
                <a:gd name="csY2107" fmla="*/ 119910 h 560854"/>
                <a:gd name="csX2108" fmla="*/ 766278 w 1144639"/>
                <a:gd name="csY2108" fmla="*/ 118954 h 560854"/>
                <a:gd name="csX2109" fmla="*/ 767234 w 1144639"/>
                <a:gd name="csY2109" fmla="*/ 118954 h 560854"/>
                <a:gd name="csX2110" fmla="*/ 767711 w 1144639"/>
                <a:gd name="csY2110" fmla="*/ 118477 h 560854"/>
                <a:gd name="csX2111" fmla="*/ 768667 w 1144639"/>
                <a:gd name="csY2111" fmla="*/ 117999 h 560854"/>
                <a:gd name="csX2112" fmla="*/ 769622 w 1144639"/>
                <a:gd name="csY2112" fmla="*/ 117521 h 560854"/>
                <a:gd name="csX2113" fmla="*/ 770578 w 1144639"/>
                <a:gd name="csY2113" fmla="*/ 117999 h 560854"/>
                <a:gd name="csX2114" fmla="*/ 772011 w 1144639"/>
                <a:gd name="csY2114" fmla="*/ 116566 h 560854"/>
                <a:gd name="csX2115" fmla="*/ 773922 w 1144639"/>
                <a:gd name="csY2115" fmla="*/ 113700 h 560854"/>
                <a:gd name="csX2116" fmla="*/ 775355 w 1144639"/>
                <a:gd name="csY2116" fmla="*/ 111789 h 560854"/>
                <a:gd name="csX2117" fmla="*/ 776310 w 1144639"/>
                <a:gd name="csY2117" fmla="*/ 111789 h 560854"/>
                <a:gd name="csX2118" fmla="*/ 776310 w 1144639"/>
                <a:gd name="csY2118" fmla="*/ 111789 h 560854"/>
                <a:gd name="csX2119" fmla="*/ 775833 w 1144639"/>
                <a:gd name="csY2119" fmla="*/ 112744 h 560854"/>
                <a:gd name="csX2120" fmla="*/ 775833 w 1144639"/>
                <a:gd name="csY2120" fmla="*/ 113700 h 560854"/>
                <a:gd name="csX2121" fmla="*/ 775833 w 1144639"/>
                <a:gd name="csY2121" fmla="*/ 114655 h 560854"/>
                <a:gd name="csX2122" fmla="*/ 775833 w 1144639"/>
                <a:gd name="csY2122" fmla="*/ 115611 h 560854"/>
                <a:gd name="csX2123" fmla="*/ 775355 w 1144639"/>
                <a:gd name="csY2123" fmla="*/ 117044 h 560854"/>
                <a:gd name="csX2124" fmla="*/ 775355 w 1144639"/>
                <a:gd name="csY2124" fmla="*/ 117521 h 560854"/>
                <a:gd name="csX2125" fmla="*/ 774877 w 1144639"/>
                <a:gd name="csY2125" fmla="*/ 119910 h 560854"/>
                <a:gd name="csX2126" fmla="*/ 774399 w 1144639"/>
                <a:gd name="csY2126" fmla="*/ 121343 h 560854"/>
                <a:gd name="csX2127" fmla="*/ 775355 w 1144639"/>
                <a:gd name="csY2127" fmla="*/ 121821 h 560854"/>
                <a:gd name="csX2128" fmla="*/ 775833 w 1144639"/>
                <a:gd name="csY2128" fmla="*/ 121821 h 560854"/>
                <a:gd name="csX2129" fmla="*/ 776310 w 1144639"/>
                <a:gd name="csY2129" fmla="*/ 120388 h 560854"/>
                <a:gd name="csX2130" fmla="*/ 776788 w 1144639"/>
                <a:gd name="csY2130" fmla="*/ 119432 h 560854"/>
                <a:gd name="csX2131" fmla="*/ 776310 w 1144639"/>
                <a:gd name="csY2131" fmla="*/ 119432 h 560854"/>
                <a:gd name="csX2132" fmla="*/ 776310 w 1144639"/>
                <a:gd name="csY2132" fmla="*/ 118477 h 560854"/>
                <a:gd name="csX2133" fmla="*/ 776788 w 1144639"/>
                <a:gd name="csY2133" fmla="*/ 117521 h 560854"/>
                <a:gd name="csX2134" fmla="*/ 777266 w 1144639"/>
                <a:gd name="csY2134" fmla="*/ 117044 h 560854"/>
                <a:gd name="csX2135" fmla="*/ 777744 w 1144639"/>
                <a:gd name="csY2135" fmla="*/ 117044 h 560854"/>
                <a:gd name="csX2136" fmla="*/ 777744 w 1144639"/>
                <a:gd name="csY2136" fmla="*/ 117521 h 560854"/>
                <a:gd name="csX2137" fmla="*/ 777744 w 1144639"/>
                <a:gd name="csY2137" fmla="*/ 118954 h 560854"/>
                <a:gd name="csX2138" fmla="*/ 776310 w 1144639"/>
                <a:gd name="csY2138" fmla="*/ 121821 h 560854"/>
                <a:gd name="csX2139" fmla="*/ 776310 w 1144639"/>
                <a:gd name="csY2139" fmla="*/ 122299 h 560854"/>
                <a:gd name="csX2140" fmla="*/ 776788 w 1144639"/>
                <a:gd name="csY2140" fmla="*/ 122777 h 560854"/>
                <a:gd name="csX2141" fmla="*/ 777744 w 1144639"/>
                <a:gd name="csY2141" fmla="*/ 120865 h 560854"/>
                <a:gd name="csX2142" fmla="*/ 779177 w 1144639"/>
                <a:gd name="csY2142" fmla="*/ 118477 h 560854"/>
                <a:gd name="csX2143" fmla="*/ 779654 w 1144639"/>
                <a:gd name="csY2143" fmla="*/ 116088 h 560854"/>
                <a:gd name="csX2144" fmla="*/ 780132 w 1144639"/>
                <a:gd name="csY2144" fmla="*/ 115133 h 560854"/>
                <a:gd name="csX2145" fmla="*/ 779654 w 1144639"/>
                <a:gd name="csY2145" fmla="*/ 111789 h 560854"/>
                <a:gd name="csX2146" fmla="*/ 779654 w 1144639"/>
                <a:gd name="csY2146" fmla="*/ 110833 h 560854"/>
                <a:gd name="csX2147" fmla="*/ 780132 w 1144639"/>
                <a:gd name="csY2147" fmla="*/ 109878 h 560854"/>
                <a:gd name="csX2148" fmla="*/ 781088 w 1144639"/>
                <a:gd name="csY2148" fmla="*/ 108922 h 560854"/>
                <a:gd name="csX2149" fmla="*/ 782999 w 1144639"/>
                <a:gd name="csY2149" fmla="*/ 107967 h 560854"/>
                <a:gd name="csX2150" fmla="*/ 784910 w 1144639"/>
                <a:gd name="csY2150" fmla="*/ 107011 h 560854"/>
                <a:gd name="csX2151" fmla="*/ 786820 w 1144639"/>
                <a:gd name="csY2151" fmla="*/ 107011 h 560854"/>
                <a:gd name="csX2152" fmla="*/ 788254 w 1144639"/>
                <a:gd name="csY2152" fmla="*/ 107011 h 560854"/>
                <a:gd name="csX2153" fmla="*/ 788731 w 1144639"/>
                <a:gd name="csY2153" fmla="*/ 106534 h 560854"/>
                <a:gd name="csX2154" fmla="*/ 788731 w 1144639"/>
                <a:gd name="csY2154" fmla="*/ 106056 h 560854"/>
                <a:gd name="csX2155" fmla="*/ 787298 w 1144639"/>
                <a:gd name="csY2155" fmla="*/ 105578 h 560854"/>
                <a:gd name="csX2156" fmla="*/ 786343 w 1144639"/>
                <a:gd name="csY2156" fmla="*/ 105100 h 560854"/>
                <a:gd name="csX2157" fmla="*/ 785865 w 1144639"/>
                <a:gd name="csY2157" fmla="*/ 104145 h 560854"/>
                <a:gd name="csX2158" fmla="*/ 785387 w 1144639"/>
                <a:gd name="csY2158" fmla="*/ 102712 h 560854"/>
                <a:gd name="csX2159" fmla="*/ 785865 w 1144639"/>
                <a:gd name="csY2159" fmla="*/ 101279 h 560854"/>
                <a:gd name="csX2160" fmla="*/ 786343 w 1144639"/>
                <a:gd name="csY2160" fmla="*/ 99845 h 560854"/>
                <a:gd name="csX2161" fmla="*/ 787776 w 1144639"/>
                <a:gd name="csY2161" fmla="*/ 98890 h 560854"/>
                <a:gd name="csX2162" fmla="*/ 788254 w 1144639"/>
                <a:gd name="csY2162" fmla="*/ 97935 h 560854"/>
                <a:gd name="csX2163" fmla="*/ 787776 w 1144639"/>
                <a:gd name="csY2163" fmla="*/ 96979 h 560854"/>
                <a:gd name="csX2164" fmla="*/ 788254 w 1144639"/>
                <a:gd name="csY2164" fmla="*/ 96979 h 560854"/>
                <a:gd name="csX2165" fmla="*/ 790164 w 1144639"/>
                <a:gd name="csY2165" fmla="*/ 96979 h 560854"/>
                <a:gd name="csX2166" fmla="*/ 791120 w 1144639"/>
                <a:gd name="csY2166" fmla="*/ 96979 h 560854"/>
                <a:gd name="csX2167" fmla="*/ 792076 w 1144639"/>
                <a:gd name="csY2167" fmla="*/ 96501 h 560854"/>
                <a:gd name="csX2168" fmla="*/ 792076 w 1144639"/>
                <a:gd name="csY2168" fmla="*/ 96501 h 560854"/>
                <a:gd name="csX2169" fmla="*/ 793509 w 1144639"/>
                <a:gd name="csY2169" fmla="*/ 96979 h 560854"/>
                <a:gd name="csX2170" fmla="*/ 795897 w 1144639"/>
                <a:gd name="csY2170" fmla="*/ 98412 h 560854"/>
                <a:gd name="csX2171" fmla="*/ 798764 w 1144639"/>
                <a:gd name="csY2171" fmla="*/ 99368 h 560854"/>
                <a:gd name="csX2172" fmla="*/ 800675 w 1144639"/>
                <a:gd name="csY2172" fmla="*/ 99845 h 560854"/>
                <a:gd name="csX2173" fmla="*/ 802586 w 1144639"/>
                <a:gd name="csY2173" fmla="*/ 100323 h 560854"/>
                <a:gd name="csX2174" fmla="*/ 803541 w 1144639"/>
                <a:gd name="csY2174" fmla="*/ 101279 h 560854"/>
                <a:gd name="csX2175" fmla="*/ 804496 w 1144639"/>
                <a:gd name="csY2175" fmla="*/ 102234 h 560854"/>
                <a:gd name="csX2176" fmla="*/ 804974 w 1144639"/>
                <a:gd name="csY2176" fmla="*/ 103189 h 560854"/>
                <a:gd name="csX2177" fmla="*/ 805929 w 1144639"/>
                <a:gd name="csY2177" fmla="*/ 103667 h 560854"/>
                <a:gd name="csX2178" fmla="*/ 807363 w 1144639"/>
                <a:gd name="csY2178" fmla="*/ 104145 h 560854"/>
                <a:gd name="csX2179" fmla="*/ 808796 w 1144639"/>
                <a:gd name="csY2179" fmla="*/ 104623 h 560854"/>
                <a:gd name="csX2180" fmla="*/ 809752 w 1144639"/>
                <a:gd name="csY2180" fmla="*/ 105100 h 560854"/>
                <a:gd name="csX2181" fmla="*/ 815484 w 1144639"/>
                <a:gd name="csY2181" fmla="*/ 107011 h 560854"/>
                <a:gd name="csX2182" fmla="*/ 817873 w 1144639"/>
                <a:gd name="csY2182" fmla="*/ 108445 h 560854"/>
                <a:gd name="csX2183" fmla="*/ 818828 w 1144639"/>
                <a:gd name="csY2183" fmla="*/ 109400 h 560854"/>
                <a:gd name="csX2184" fmla="*/ 819306 w 1144639"/>
                <a:gd name="csY2184" fmla="*/ 109878 h 560854"/>
                <a:gd name="csX2185" fmla="*/ 819306 w 1144639"/>
                <a:gd name="csY2185" fmla="*/ 110355 h 560854"/>
                <a:gd name="csX2186" fmla="*/ 819306 w 1144639"/>
                <a:gd name="csY2186" fmla="*/ 111311 h 560854"/>
                <a:gd name="csX2187" fmla="*/ 820261 w 1144639"/>
                <a:gd name="csY2187" fmla="*/ 112744 h 560854"/>
                <a:gd name="csX2188" fmla="*/ 820739 w 1144639"/>
                <a:gd name="csY2188" fmla="*/ 112744 h 560854"/>
                <a:gd name="csX2189" fmla="*/ 820739 w 1144639"/>
                <a:gd name="csY2189" fmla="*/ 113222 h 560854"/>
                <a:gd name="csX2190" fmla="*/ 820739 w 1144639"/>
                <a:gd name="csY2190" fmla="*/ 114655 h 560854"/>
                <a:gd name="csX2191" fmla="*/ 821217 w 1144639"/>
                <a:gd name="csY2191" fmla="*/ 115133 h 560854"/>
                <a:gd name="csX2192" fmla="*/ 821695 w 1144639"/>
                <a:gd name="csY2192" fmla="*/ 115611 h 560854"/>
                <a:gd name="csX2193" fmla="*/ 821217 w 1144639"/>
                <a:gd name="csY2193" fmla="*/ 116088 h 560854"/>
                <a:gd name="csX2194" fmla="*/ 819784 w 1144639"/>
                <a:gd name="csY2194" fmla="*/ 115133 h 560854"/>
                <a:gd name="csX2195" fmla="*/ 818828 w 1144639"/>
                <a:gd name="csY2195" fmla="*/ 115611 h 560854"/>
                <a:gd name="csX2196" fmla="*/ 818351 w 1144639"/>
                <a:gd name="csY2196" fmla="*/ 116566 h 560854"/>
                <a:gd name="csX2197" fmla="*/ 818351 w 1144639"/>
                <a:gd name="csY2197" fmla="*/ 117044 h 560854"/>
                <a:gd name="csX2198" fmla="*/ 818351 w 1144639"/>
                <a:gd name="csY2198" fmla="*/ 117999 h 560854"/>
                <a:gd name="csX2199" fmla="*/ 820739 w 1144639"/>
                <a:gd name="csY2199" fmla="*/ 120388 h 560854"/>
                <a:gd name="csX2200" fmla="*/ 821217 w 1144639"/>
                <a:gd name="csY2200" fmla="*/ 122299 h 560854"/>
                <a:gd name="csX2201" fmla="*/ 821217 w 1144639"/>
                <a:gd name="csY2201" fmla="*/ 125165 h 560854"/>
                <a:gd name="csX2202" fmla="*/ 820739 w 1144639"/>
                <a:gd name="csY2202" fmla="*/ 126120 h 560854"/>
                <a:gd name="csX2203" fmla="*/ 820739 w 1144639"/>
                <a:gd name="csY2203" fmla="*/ 128031 h 560854"/>
                <a:gd name="csX2204" fmla="*/ 820739 w 1144639"/>
                <a:gd name="csY2204" fmla="*/ 131853 h 560854"/>
                <a:gd name="csX2205" fmla="*/ 820739 w 1144639"/>
                <a:gd name="csY2205" fmla="*/ 132809 h 560854"/>
                <a:gd name="csX2206" fmla="*/ 819784 w 1144639"/>
                <a:gd name="csY2206" fmla="*/ 134242 h 560854"/>
                <a:gd name="csX2207" fmla="*/ 817873 w 1144639"/>
                <a:gd name="csY2207" fmla="*/ 135675 h 560854"/>
                <a:gd name="csX2208" fmla="*/ 817873 w 1144639"/>
                <a:gd name="csY2208" fmla="*/ 135197 h 560854"/>
                <a:gd name="csX2209" fmla="*/ 817395 w 1144639"/>
                <a:gd name="csY2209" fmla="*/ 135197 h 560854"/>
                <a:gd name="csX2210" fmla="*/ 816917 w 1144639"/>
                <a:gd name="csY2210" fmla="*/ 135675 h 560854"/>
                <a:gd name="csX2211" fmla="*/ 816440 w 1144639"/>
                <a:gd name="csY2211" fmla="*/ 137108 h 560854"/>
                <a:gd name="csX2212" fmla="*/ 815484 w 1144639"/>
                <a:gd name="csY2212" fmla="*/ 139497 h 560854"/>
                <a:gd name="csX2213" fmla="*/ 815006 w 1144639"/>
                <a:gd name="csY2213" fmla="*/ 140930 h 560854"/>
                <a:gd name="csX2214" fmla="*/ 814051 w 1144639"/>
                <a:gd name="csY2214" fmla="*/ 140930 h 560854"/>
                <a:gd name="csX2215" fmla="*/ 813573 w 1144639"/>
                <a:gd name="csY2215" fmla="*/ 141408 h 560854"/>
                <a:gd name="csX2216" fmla="*/ 813573 w 1144639"/>
                <a:gd name="csY2216" fmla="*/ 141886 h 560854"/>
                <a:gd name="csX2217" fmla="*/ 812618 w 1144639"/>
                <a:gd name="csY2217" fmla="*/ 142363 h 560854"/>
                <a:gd name="csX2218" fmla="*/ 810707 w 1144639"/>
                <a:gd name="csY2218" fmla="*/ 142363 h 560854"/>
                <a:gd name="csX2219" fmla="*/ 809752 w 1144639"/>
                <a:gd name="csY2219" fmla="*/ 143319 h 560854"/>
                <a:gd name="csX2220" fmla="*/ 808796 w 1144639"/>
                <a:gd name="csY2220" fmla="*/ 145707 h 560854"/>
                <a:gd name="csX2221" fmla="*/ 808796 w 1144639"/>
                <a:gd name="csY2221" fmla="*/ 146663 h 560854"/>
                <a:gd name="csX2222" fmla="*/ 808318 w 1144639"/>
                <a:gd name="csY2222" fmla="*/ 148096 h 560854"/>
                <a:gd name="csX2223" fmla="*/ 808318 w 1144639"/>
                <a:gd name="csY2223" fmla="*/ 149052 h 560854"/>
                <a:gd name="csX2224" fmla="*/ 808796 w 1144639"/>
                <a:gd name="csY2224" fmla="*/ 150007 h 560854"/>
                <a:gd name="csX2225" fmla="*/ 810229 w 1144639"/>
                <a:gd name="csY2225" fmla="*/ 150962 h 560854"/>
                <a:gd name="csX2226" fmla="*/ 812618 w 1144639"/>
                <a:gd name="csY2226" fmla="*/ 151918 h 560854"/>
                <a:gd name="csX2227" fmla="*/ 814051 w 1144639"/>
                <a:gd name="csY2227" fmla="*/ 151918 h 560854"/>
                <a:gd name="csX2228" fmla="*/ 815006 w 1144639"/>
                <a:gd name="csY2228" fmla="*/ 151440 h 560854"/>
                <a:gd name="csX2229" fmla="*/ 815962 w 1144639"/>
                <a:gd name="csY2229" fmla="*/ 150007 h 560854"/>
                <a:gd name="csX2230" fmla="*/ 816917 w 1144639"/>
                <a:gd name="csY2230" fmla="*/ 149529 h 560854"/>
                <a:gd name="csX2231" fmla="*/ 817873 w 1144639"/>
                <a:gd name="csY2231" fmla="*/ 149052 h 560854"/>
                <a:gd name="csX2232" fmla="*/ 818351 w 1144639"/>
                <a:gd name="csY2232" fmla="*/ 148574 h 560854"/>
                <a:gd name="csX2233" fmla="*/ 820261 w 1144639"/>
                <a:gd name="csY2233" fmla="*/ 145230 h 560854"/>
                <a:gd name="csX2234" fmla="*/ 820261 w 1144639"/>
                <a:gd name="csY2234" fmla="*/ 144752 h 560854"/>
                <a:gd name="csX2235" fmla="*/ 819306 w 1144639"/>
                <a:gd name="csY2235" fmla="*/ 144274 h 560854"/>
                <a:gd name="csX2236" fmla="*/ 819306 w 1144639"/>
                <a:gd name="csY2236" fmla="*/ 144274 h 560854"/>
                <a:gd name="csX2237" fmla="*/ 820261 w 1144639"/>
                <a:gd name="csY2237" fmla="*/ 144274 h 560854"/>
                <a:gd name="csX2238" fmla="*/ 821217 w 1144639"/>
                <a:gd name="csY2238" fmla="*/ 143796 h 560854"/>
                <a:gd name="csX2239" fmla="*/ 821695 w 1144639"/>
                <a:gd name="csY2239" fmla="*/ 142841 h 560854"/>
                <a:gd name="csX2240" fmla="*/ 823128 w 1144639"/>
                <a:gd name="csY2240" fmla="*/ 142363 h 560854"/>
                <a:gd name="csX2241" fmla="*/ 825517 w 1144639"/>
                <a:gd name="csY2241" fmla="*/ 141886 h 560854"/>
                <a:gd name="csX2242" fmla="*/ 827427 w 1144639"/>
                <a:gd name="csY2242" fmla="*/ 140930 h 560854"/>
                <a:gd name="csX2243" fmla="*/ 828383 w 1144639"/>
                <a:gd name="csY2243" fmla="*/ 140452 h 560854"/>
                <a:gd name="csX2244" fmla="*/ 829338 w 1144639"/>
                <a:gd name="csY2244" fmla="*/ 141408 h 560854"/>
                <a:gd name="csX2245" fmla="*/ 831249 w 1144639"/>
                <a:gd name="csY2245" fmla="*/ 142363 h 560854"/>
                <a:gd name="csX2246" fmla="*/ 832683 w 1144639"/>
                <a:gd name="csY2246" fmla="*/ 143796 h 560854"/>
                <a:gd name="csX2247" fmla="*/ 833638 w 1144639"/>
                <a:gd name="csY2247" fmla="*/ 146185 h 560854"/>
                <a:gd name="csX2248" fmla="*/ 835071 w 1144639"/>
                <a:gd name="csY2248" fmla="*/ 151440 h 560854"/>
                <a:gd name="csX2249" fmla="*/ 836504 w 1144639"/>
                <a:gd name="csY2249" fmla="*/ 160517 h 560854"/>
                <a:gd name="csX2250" fmla="*/ 837937 w 1144639"/>
                <a:gd name="csY2250" fmla="*/ 165294 h 560854"/>
                <a:gd name="csX2251" fmla="*/ 838415 w 1144639"/>
                <a:gd name="csY2251" fmla="*/ 166250 h 560854"/>
                <a:gd name="csX2252" fmla="*/ 838415 w 1144639"/>
                <a:gd name="csY2252" fmla="*/ 166727 h 560854"/>
                <a:gd name="csX2253" fmla="*/ 836982 w 1144639"/>
                <a:gd name="csY2253" fmla="*/ 173893 h 560854"/>
                <a:gd name="csX2254" fmla="*/ 836027 w 1144639"/>
                <a:gd name="csY2254" fmla="*/ 176760 h 560854"/>
                <a:gd name="csX2255" fmla="*/ 834116 w 1144639"/>
                <a:gd name="csY2255" fmla="*/ 178193 h 560854"/>
                <a:gd name="csX2256" fmla="*/ 832205 w 1144639"/>
                <a:gd name="csY2256" fmla="*/ 179626 h 560854"/>
                <a:gd name="csX2257" fmla="*/ 829816 w 1144639"/>
                <a:gd name="csY2257" fmla="*/ 182493 h 560854"/>
                <a:gd name="csX2258" fmla="*/ 826950 w 1144639"/>
                <a:gd name="csY2258" fmla="*/ 183926 h 560854"/>
                <a:gd name="csX2259" fmla="*/ 825517 w 1144639"/>
                <a:gd name="csY2259" fmla="*/ 184403 h 560854"/>
                <a:gd name="csX2260" fmla="*/ 825517 w 1144639"/>
                <a:gd name="csY2260" fmla="*/ 184403 h 560854"/>
                <a:gd name="csX2261" fmla="*/ 825517 w 1144639"/>
                <a:gd name="csY2261" fmla="*/ 184881 h 560854"/>
                <a:gd name="csX2262" fmla="*/ 825517 w 1144639"/>
                <a:gd name="csY2262" fmla="*/ 184881 h 560854"/>
                <a:gd name="csX2263" fmla="*/ 825517 w 1144639"/>
                <a:gd name="csY2263" fmla="*/ 184881 h 560854"/>
                <a:gd name="csX2264" fmla="*/ 825039 w 1144639"/>
                <a:gd name="csY2264" fmla="*/ 184881 h 560854"/>
                <a:gd name="csX2265" fmla="*/ 824083 w 1144639"/>
                <a:gd name="csY2265" fmla="*/ 186314 h 560854"/>
                <a:gd name="csX2266" fmla="*/ 823606 w 1144639"/>
                <a:gd name="csY2266" fmla="*/ 188225 h 560854"/>
                <a:gd name="csX2267" fmla="*/ 823606 w 1144639"/>
                <a:gd name="csY2267" fmla="*/ 190136 h 560854"/>
                <a:gd name="csX2268" fmla="*/ 823606 w 1144639"/>
                <a:gd name="csY2268" fmla="*/ 190614 h 560854"/>
                <a:gd name="csX2269" fmla="*/ 823128 w 1144639"/>
                <a:gd name="csY2269" fmla="*/ 191092 h 560854"/>
                <a:gd name="csX2270" fmla="*/ 822172 w 1144639"/>
                <a:gd name="csY2270" fmla="*/ 192525 h 560854"/>
                <a:gd name="csX2271" fmla="*/ 821695 w 1144639"/>
                <a:gd name="csY2271" fmla="*/ 192525 h 560854"/>
                <a:gd name="csX2272" fmla="*/ 821695 w 1144639"/>
                <a:gd name="csY2272" fmla="*/ 193480 h 560854"/>
                <a:gd name="csX2273" fmla="*/ 821695 w 1144639"/>
                <a:gd name="csY2273" fmla="*/ 193480 h 560854"/>
                <a:gd name="csX2274" fmla="*/ 821217 w 1144639"/>
                <a:gd name="csY2274" fmla="*/ 193480 h 560854"/>
                <a:gd name="csX2275" fmla="*/ 820739 w 1144639"/>
                <a:gd name="csY2275" fmla="*/ 193958 h 560854"/>
                <a:gd name="csX2276" fmla="*/ 819784 w 1144639"/>
                <a:gd name="csY2276" fmla="*/ 194914 h 560854"/>
                <a:gd name="csX2277" fmla="*/ 818351 w 1144639"/>
                <a:gd name="csY2277" fmla="*/ 197780 h 560854"/>
                <a:gd name="csX2278" fmla="*/ 817873 w 1144639"/>
                <a:gd name="csY2278" fmla="*/ 198258 h 560854"/>
                <a:gd name="csX2279" fmla="*/ 818351 w 1144639"/>
                <a:gd name="csY2279" fmla="*/ 198735 h 560854"/>
                <a:gd name="csX2280" fmla="*/ 820261 w 1144639"/>
                <a:gd name="csY2280" fmla="*/ 198735 h 560854"/>
                <a:gd name="csX2281" fmla="*/ 821217 w 1144639"/>
                <a:gd name="csY2281" fmla="*/ 199691 h 560854"/>
                <a:gd name="csX2282" fmla="*/ 822172 w 1144639"/>
                <a:gd name="csY2282" fmla="*/ 200168 h 560854"/>
                <a:gd name="csX2283" fmla="*/ 825517 w 1144639"/>
                <a:gd name="csY2283" fmla="*/ 201602 h 560854"/>
                <a:gd name="csX2284" fmla="*/ 826950 w 1144639"/>
                <a:gd name="csY2284" fmla="*/ 202557 h 560854"/>
                <a:gd name="csX2285" fmla="*/ 827905 w 1144639"/>
                <a:gd name="csY2285" fmla="*/ 203035 h 560854"/>
                <a:gd name="csX2286" fmla="*/ 828861 w 1144639"/>
                <a:gd name="csY2286" fmla="*/ 203035 h 560854"/>
                <a:gd name="csX2287" fmla="*/ 829338 w 1144639"/>
                <a:gd name="csY2287" fmla="*/ 203035 h 560854"/>
                <a:gd name="csX2288" fmla="*/ 829816 w 1144639"/>
                <a:gd name="csY2288" fmla="*/ 202080 h 560854"/>
                <a:gd name="csX2289" fmla="*/ 830294 w 1144639"/>
                <a:gd name="csY2289" fmla="*/ 202080 h 560854"/>
                <a:gd name="csX2290" fmla="*/ 831249 w 1144639"/>
                <a:gd name="csY2290" fmla="*/ 202557 h 560854"/>
                <a:gd name="csX2291" fmla="*/ 833160 w 1144639"/>
                <a:gd name="csY2291" fmla="*/ 203513 h 560854"/>
                <a:gd name="csX2292" fmla="*/ 833160 w 1144639"/>
                <a:gd name="csY2292" fmla="*/ 203513 h 560854"/>
                <a:gd name="csX2293" fmla="*/ 827905 w 1144639"/>
                <a:gd name="csY2293" fmla="*/ 204468 h 560854"/>
                <a:gd name="csX2294" fmla="*/ 826472 w 1144639"/>
                <a:gd name="csY2294" fmla="*/ 205424 h 560854"/>
                <a:gd name="csX2295" fmla="*/ 827905 w 1144639"/>
                <a:gd name="csY2295" fmla="*/ 205424 h 560854"/>
                <a:gd name="csX2296" fmla="*/ 829338 w 1144639"/>
                <a:gd name="csY2296" fmla="*/ 205424 h 560854"/>
                <a:gd name="csX2297" fmla="*/ 830771 w 1144639"/>
                <a:gd name="csY2297" fmla="*/ 204946 h 560854"/>
                <a:gd name="csX2298" fmla="*/ 832205 w 1144639"/>
                <a:gd name="csY2298" fmla="*/ 204946 h 560854"/>
                <a:gd name="csX2299" fmla="*/ 833638 w 1144639"/>
                <a:gd name="csY2299" fmla="*/ 205424 h 560854"/>
                <a:gd name="csX2300" fmla="*/ 834116 w 1144639"/>
                <a:gd name="csY2300" fmla="*/ 204946 h 560854"/>
                <a:gd name="csX2301" fmla="*/ 834116 w 1144639"/>
                <a:gd name="csY2301" fmla="*/ 204946 h 560854"/>
                <a:gd name="csX2302" fmla="*/ 836504 w 1144639"/>
                <a:gd name="csY2302" fmla="*/ 206379 h 560854"/>
                <a:gd name="csX2303" fmla="*/ 837460 w 1144639"/>
                <a:gd name="csY2303" fmla="*/ 206379 h 560854"/>
                <a:gd name="csX2304" fmla="*/ 838415 w 1144639"/>
                <a:gd name="csY2304" fmla="*/ 206379 h 560854"/>
                <a:gd name="csX2305" fmla="*/ 839371 w 1144639"/>
                <a:gd name="csY2305" fmla="*/ 205901 h 560854"/>
                <a:gd name="csX2306" fmla="*/ 841282 w 1144639"/>
                <a:gd name="csY2306" fmla="*/ 204946 h 560854"/>
                <a:gd name="csX2307" fmla="*/ 844626 w 1144639"/>
                <a:gd name="csY2307" fmla="*/ 204468 h 560854"/>
                <a:gd name="csX2308" fmla="*/ 847492 w 1144639"/>
                <a:gd name="csY2308" fmla="*/ 203991 h 560854"/>
                <a:gd name="csX2309" fmla="*/ 850359 w 1144639"/>
                <a:gd name="csY2309" fmla="*/ 203991 h 560854"/>
                <a:gd name="csX2310" fmla="*/ 852269 w 1144639"/>
                <a:gd name="csY2310" fmla="*/ 203991 h 560854"/>
                <a:gd name="csX2311" fmla="*/ 854180 w 1144639"/>
                <a:gd name="csY2311" fmla="*/ 203035 h 560854"/>
                <a:gd name="csX2312" fmla="*/ 858002 w 1144639"/>
                <a:gd name="csY2312" fmla="*/ 200168 h 560854"/>
                <a:gd name="csX2313" fmla="*/ 862302 w 1144639"/>
                <a:gd name="csY2313" fmla="*/ 197780 h 560854"/>
                <a:gd name="csX2314" fmla="*/ 869468 w 1144639"/>
                <a:gd name="csY2314" fmla="*/ 194436 h 560854"/>
                <a:gd name="csX2315" fmla="*/ 879978 w 1144639"/>
                <a:gd name="csY2315" fmla="*/ 191092 h 560854"/>
                <a:gd name="csX2316" fmla="*/ 881411 w 1144639"/>
                <a:gd name="csY2316" fmla="*/ 190136 h 560854"/>
                <a:gd name="csX2317" fmla="*/ 883322 w 1144639"/>
                <a:gd name="csY2317" fmla="*/ 189181 h 560854"/>
                <a:gd name="csX2318" fmla="*/ 884277 w 1144639"/>
                <a:gd name="csY2318" fmla="*/ 188703 h 560854"/>
                <a:gd name="csX2319" fmla="*/ 885233 w 1144639"/>
                <a:gd name="csY2319" fmla="*/ 188225 h 560854"/>
                <a:gd name="csX2320" fmla="*/ 892399 w 1144639"/>
                <a:gd name="csY2320" fmla="*/ 184403 h 560854"/>
                <a:gd name="csX2321" fmla="*/ 896220 w 1144639"/>
                <a:gd name="csY2321" fmla="*/ 182493 h 560854"/>
                <a:gd name="csX2322" fmla="*/ 898131 w 1144639"/>
                <a:gd name="csY2322" fmla="*/ 180582 h 560854"/>
                <a:gd name="csX2323" fmla="*/ 900042 w 1144639"/>
                <a:gd name="csY2323" fmla="*/ 179626 h 560854"/>
                <a:gd name="csX2324" fmla="*/ 902431 w 1144639"/>
                <a:gd name="csY2324" fmla="*/ 178193 h 560854"/>
                <a:gd name="csX2325" fmla="*/ 903864 w 1144639"/>
                <a:gd name="csY2325" fmla="*/ 176760 h 560854"/>
                <a:gd name="csX2326" fmla="*/ 905297 w 1144639"/>
                <a:gd name="csY2326" fmla="*/ 175327 h 560854"/>
                <a:gd name="csX2327" fmla="*/ 906731 w 1144639"/>
                <a:gd name="csY2327" fmla="*/ 173893 h 560854"/>
                <a:gd name="csX2328" fmla="*/ 908164 w 1144639"/>
                <a:gd name="csY2328" fmla="*/ 173416 h 560854"/>
                <a:gd name="csX2329" fmla="*/ 908641 w 1144639"/>
                <a:gd name="csY2329" fmla="*/ 172460 h 560854"/>
                <a:gd name="csX2330" fmla="*/ 909119 w 1144639"/>
                <a:gd name="csY2330" fmla="*/ 171505 h 560854"/>
                <a:gd name="csX2331" fmla="*/ 908641 w 1144639"/>
                <a:gd name="csY2331" fmla="*/ 170072 h 560854"/>
                <a:gd name="csX2332" fmla="*/ 908164 w 1144639"/>
                <a:gd name="csY2332" fmla="*/ 168638 h 560854"/>
                <a:gd name="csX2333" fmla="*/ 907686 w 1144639"/>
                <a:gd name="csY2333" fmla="*/ 167683 h 560854"/>
                <a:gd name="csX2334" fmla="*/ 908641 w 1144639"/>
                <a:gd name="csY2334" fmla="*/ 166727 h 560854"/>
                <a:gd name="csX2335" fmla="*/ 908641 w 1144639"/>
                <a:gd name="csY2335" fmla="*/ 165772 h 560854"/>
                <a:gd name="csX2336" fmla="*/ 908164 w 1144639"/>
                <a:gd name="csY2336" fmla="*/ 165772 h 560854"/>
                <a:gd name="csX2337" fmla="*/ 905297 w 1144639"/>
                <a:gd name="csY2337" fmla="*/ 164817 h 560854"/>
                <a:gd name="csX2338" fmla="*/ 905297 w 1144639"/>
                <a:gd name="csY2338" fmla="*/ 160517 h 560854"/>
                <a:gd name="csX2339" fmla="*/ 905297 w 1144639"/>
                <a:gd name="csY2339" fmla="*/ 160517 h 560854"/>
                <a:gd name="csX2340" fmla="*/ 905297 w 1144639"/>
                <a:gd name="csY2340" fmla="*/ 160517 h 560854"/>
                <a:gd name="csX2341" fmla="*/ 912463 w 1144639"/>
                <a:gd name="csY2341" fmla="*/ 158606 h 560854"/>
                <a:gd name="csX2342" fmla="*/ 917241 w 1144639"/>
                <a:gd name="csY2342" fmla="*/ 157651 h 560854"/>
                <a:gd name="csX2343" fmla="*/ 922973 w 1144639"/>
                <a:gd name="csY2343" fmla="*/ 157651 h 560854"/>
                <a:gd name="csX2344" fmla="*/ 929662 w 1144639"/>
                <a:gd name="csY2344" fmla="*/ 158606 h 560854"/>
                <a:gd name="csX2345" fmla="*/ 932050 w 1144639"/>
                <a:gd name="csY2345" fmla="*/ 159561 h 560854"/>
                <a:gd name="csX2346" fmla="*/ 933483 w 1144639"/>
                <a:gd name="csY2346" fmla="*/ 160517 h 560854"/>
                <a:gd name="csX2347" fmla="*/ 935394 w 1144639"/>
                <a:gd name="csY2347" fmla="*/ 160517 h 560854"/>
                <a:gd name="csX2348" fmla="*/ 937783 w 1144639"/>
                <a:gd name="csY2348" fmla="*/ 160039 h 560854"/>
                <a:gd name="csX2349" fmla="*/ 940649 w 1144639"/>
                <a:gd name="csY2349" fmla="*/ 160039 h 560854"/>
                <a:gd name="csX2350" fmla="*/ 944471 w 1144639"/>
                <a:gd name="csY2350" fmla="*/ 160039 h 560854"/>
                <a:gd name="csX2351" fmla="*/ 946382 w 1144639"/>
                <a:gd name="csY2351" fmla="*/ 160517 h 560854"/>
                <a:gd name="csX2352" fmla="*/ 946860 w 1144639"/>
                <a:gd name="csY2352" fmla="*/ 160995 h 560854"/>
                <a:gd name="csX2353" fmla="*/ 946860 w 1144639"/>
                <a:gd name="csY2353" fmla="*/ 160517 h 560854"/>
                <a:gd name="csX2354" fmla="*/ 947338 w 1144639"/>
                <a:gd name="csY2354" fmla="*/ 160039 h 560854"/>
                <a:gd name="csX2355" fmla="*/ 948293 w 1144639"/>
                <a:gd name="csY2355" fmla="*/ 159561 h 560854"/>
                <a:gd name="csX2356" fmla="*/ 951159 w 1144639"/>
                <a:gd name="csY2356" fmla="*/ 158606 h 560854"/>
                <a:gd name="csX2357" fmla="*/ 951637 w 1144639"/>
                <a:gd name="csY2357" fmla="*/ 159084 h 560854"/>
                <a:gd name="csX2358" fmla="*/ 952115 w 1144639"/>
                <a:gd name="csY2358" fmla="*/ 158606 h 560854"/>
                <a:gd name="csX2359" fmla="*/ 953070 w 1144639"/>
                <a:gd name="csY2359" fmla="*/ 157173 h 560854"/>
                <a:gd name="csX2360" fmla="*/ 954504 w 1144639"/>
                <a:gd name="csY2360" fmla="*/ 156218 h 560854"/>
                <a:gd name="csX2361" fmla="*/ 956414 w 1144639"/>
                <a:gd name="csY2361" fmla="*/ 154784 h 560854"/>
                <a:gd name="csX2362" fmla="*/ 958325 w 1144639"/>
                <a:gd name="csY2362" fmla="*/ 154307 h 560854"/>
                <a:gd name="csX2363" fmla="*/ 960236 w 1144639"/>
                <a:gd name="csY2363" fmla="*/ 153829 h 560854"/>
                <a:gd name="csX2364" fmla="*/ 961192 w 1144639"/>
                <a:gd name="csY2364" fmla="*/ 153829 h 560854"/>
                <a:gd name="csX2365" fmla="*/ 961669 w 1144639"/>
                <a:gd name="csY2365" fmla="*/ 152873 h 560854"/>
                <a:gd name="csX2366" fmla="*/ 962147 w 1144639"/>
                <a:gd name="csY2366" fmla="*/ 152396 h 560854"/>
                <a:gd name="csX2367" fmla="*/ 961669 w 1144639"/>
                <a:gd name="csY2367" fmla="*/ 151918 h 560854"/>
                <a:gd name="csX2368" fmla="*/ 962147 w 1144639"/>
                <a:gd name="csY2368" fmla="*/ 151440 h 560854"/>
                <a:gd name="csX2369" fmla="*/ 962147 w 1144639"/>
                <a:gd name="csY2369" fmla="*/ 151440 h 560854"/>
                <a:gd name="csX2370" fmla="*/ 962147 w 1144639"/>
                <a:gd name="csY2370" fmla="*/ 150962 h 560854"/>
                <a:gd name="csX2371" fmla="*/ 961669 w 1144639"/>
                <a:gd name="csY2371" fmla="*/ 150485 h 560854"/>
                <a:gd name="csX2372" fmla="*/ 961669 w 1144639"/>
                <a:gd name="csY2372" fmla="*/ 148574 h 560854"/>
                <a:gd name="csX2373" fmla="*/ 961192 w 1144639"/>
                <a:gd name="csY2373" fmla="*/ 147618 h 560854"/>
                <a:gd name="csX2374" fmla="*/ 960714 w 1144639"/>
                <a:gd name="csY2374" fmla="*/ 146663 h 560854"/>
                <a:gd name="csX2375" fmla="*/ 960236 w 1144639"/>
                <a:gd name="csY2375" fmla="*/ 146185 h 560854"/>
                <a:gd name="csX2376" fmla="*/ 960236 w 1144639"/>
                <a:gd name="csY2376" fmla="*/ 145707 h 560854"/>
                <a:gd name="csX2377" fmla="*/ 961192 w 1144639"/>
                <a:gd name="csY2377" fmla="*/ 145230 h 560854"/>
                <a:gd name="csX2378" fmla="*/ 961192 w 1144639"/>
                <a:gd name="csY2378" fmla="*/ 145707 h 560854"/>
                <a:gd name="csX2379" fmla="*/ 961669 w 1144639"/>
                <a:gd name="csY2379" fmla="*/ 145707 h 560854"/>
                <a:gd name="csX2380" fmla="*/ 962147 w 1144639"/>
                <a:gd name="csY2380" fmla="*/ 145707 h 560854"/>
                <a:gd name="csX2381" fmla="*/ 963103 w 1144639"/>
                <a:gd name="csY2381" fmla="*/ 144274 h 560854"/>
                <a:gd name="csX2382" fmla="*/ 963103 w 1144639"/>
                <a:gd name="csY2382" fmla="*/ 143796 h 560854"/>
                <a:gd name="csX2383" fmla="*/ 964058 w 1144639"/>
                <a:gd name="csY2383" fmla="*/ 143319 h 560854"/>
                <a:gd name="csX2384" fmla="*/ 964536 w 1144639"/>
                <a:gd name="csY2384" fmla="*/ 142363 h 560854"/>
                <a:gd name="csX2385" fmla="*/ 964058 w 1144639"/>
                <a:gd name="csY2385" fmla="*/ 142363 h 560854"/>
                <a:gd name="csX2386" fmla="*/ 962625 w 1144639"/>
                <a:gd name="csY2386" fmla="*/ 142363 h 560854"/>
                <a:gd name="csX2387" fmla="*/ 962147 w 1144639"/>
                <a:gd name="csY2387" fmla="*/ 142363 h 560854"/>
                <a:gd name="csX2388" fmla="*/ 962625 w 1144639"/>
                <a:gd name="csY2388" fmla="*/ 141408 h 560854"/>
                <a:gd name="csX2389" fmla="*/ 962625 w 1144639"/>
                <a:gd name="csY2389" fmla="*/ 140452 h 560854"/>
                <a:gd name="csX2390" fmla="*/ 962625 w 1144639"/>
                <a:gd name="csY2390" fmla="*/ 140452 h 560854"/>
                <a:gd name="csX2391" fmla="*/ 962147 w 1144639"/>
                <a:gd name="csY2391" fmla="*/ 140452 h 560854"/>
                <a:gd name="csX2392" fmla="*/ 960236 w 1144639"/>
                <a:gd name="csY2392" fmla="*/ 141408 h 560854"/>
                <a:gd name="csX2393" fmla="*/ 959758 w 1144639"/>
                <a:gd name="csY2393" fmla="*/ 141408 h 560854"/>
                <a:gd name="csX2394" fmla="*/ 959758 w 1144639"/>
                <a:gd name="csY2394" fmla="*/ 140930 h 560854"/>
                <a:gd name="csX2395" fmla="*/ 958803 w 1144639"/>
                <a:gd name="csY2395" fmla="*/ 139497 h 560854"/>
                <a:gd name="csX2396" fmla="*/ 961192 w 1144639"/>
                <a:gd name="csY2396" fmla="*/ 137586 h 560854"/>
                <a:gd name="csX2397" fmla="*/ 969313 w 1144639"/>
                <a:gd name="csY2397" fmla="*/ 132331 h 560854"/>
                <a:gd name="csX2398" fmla="*/ 970269 w 1144639"/>
                <a:gd name="csY2398" fmla="*/ 131376 h 560854"/>
                <a:gd name="csX2399" fmla="*/ 970269 w 1144639"/>
                <a:gd name="csY2399" fmla="*/ 130898 h 560854"/>
                <a:gd name="csX2400" fmla="*/ 970269 w 1144639"/>
                <a:gd name="csY2400" fmla="*/ 129942 h 560854"/>
                <a:gd name="csX2401" fmla="*/ 969791 w 1144639"/>
                <a:gd name="csY2401" fmla="*/ 129942 h 560854"/>
                <a:gd name="csX2402" fmla="*/ 970269 w 1144639"/>
                <a:gd name="csY2402" fmla="*/ 129942 h 560854"/>
                <a:gd name="csX2403" fmla="*/ 977912 w 1144639"/>
                <a:gd name="csY2403" fmla="*/ 122777 h 560854"/>
                <a:gd name="csX2404" fmla="*/ 982212 w 1144639"/>
                <a:gd name="csY2404" fmla="*/ 119432 h 560854"/>
                <a:gd name="csX2405" fmla="*/ 986034 w 1144639"/>
                <a:gd name="csY2405" fmla="*/ 117521 h 560854"/>
                <a:gd name="csX2406" fmla="*/ 988422 w 1144639"/>
                <a:gd name="csY2406" fmla="*/ 117044 h 560854"/>
                <a:gd name="csX2407" fmla="*/ 990333 w 1144639"/>
                <a:gd name="csY2407" fmla="*/ 117044 h 560854"/>
                <a:gd name="csX2408" fmla="*/ 991766 w 1144639"/>
                <a:gd name="csY2408" fmla="*/ 117044 h 560854"/>
                <a:gd name="csX2409" fmla="*/ 992244 w 1144639"/>
                <a:gd name="csY2409" fmla="*/ 117044 h 560854"/>
                <a:gd name="csX2410" fmla="*/ 997021 w 1144639"/>
                <a:gd name="csY2410" fmla="*/ 117044 h 560854"/>
                <a:gd name="csX2411" fmla="*/ 1005143 w 1144639"/>
                <a:gd name="csY2411" fmla="*/ 117044 h 560854"/>
                <a:gd name="csX2412" fmla="*/ 1013742 w 1144639"/>
                <a:gd name="csY2412" fmla="*/ 117044 h 560854"/>
                <a:gd name="csX2413" fmla="*/ 1021863 w 1144639"/>
                <a:gd name="csY2413" fmla="*/ 117044 h 560854"/>
                <a:gd name="csX2414" fmla="*/ 1029985 w 1144639"/>
                <a:gd name="csY2414" fmla="*/ 117044 h 560854"/>
                <a:gd name="csX2415" fmla="*/ 1038106 w 1144639"/>
                <a:gd name="csY2415" fmla="*/ 116566 h 560854"/>
                <a:gd name="csX2416" fmla="*/ 1046705 w 1144639"/>
                <a:gd name="csY2416" fmla="*/ 116566 h 560854"/>
                <a:gd name="csX2417" fmla="*/ 1054827 w 1144639"/>
                <a:gd name="csY2417" fmla="*/ 116566 h 560854"/>
                <a:gd name="csX2418" fmla="*/ 1056737 w 1144639"/>
                <a:gd name="csY2418" fmla="*/ 111789 h 560854"/>
                <a:gd name="csX2419" fmla="*/ 1058649 w 1144639"/>
                <a:gd name="csY2419" fmla="*/ 109400 h 560854"/>
                <a:gd name="csX2420" fmla="*/ 1061037 w 1144639"/>
                <a:gd name="csY2420" fmla="*/ 110355 h 560854"/>
                <a:gd name="csX2421" fmla="*/ 1062470 w 1144639"/>
                <a:gd name="csY2421" fmla="*/ 110355 h 560854"/>
                <a:gd name="csX2422" fmla="*/ 1063903 w 1144639"/>
                <a:gd name="csY2422" fmla="*/ 108922 h 560854"/>
                <a:gd name="csX2423" fmla="*/ 1065337 w 1144639"/>
                <a:gd name="csY2423" fmla="*/ 108445 h 560854"/>
                <a:gd name="csX2424" fmla="*/ 1065814 w 1144639"/>
                <a:gd name="csY2424" fmla="*/ 108445 h 560854"/>
                <a:gd name="csX2425" fmla="*/ 1066292 w 1144639"/>
                <a:gd name="csY2425" fmla="*/ 109400 h 560854"/>
                <a:gd name="csX2426" fmla="*/ 1067248 w 1144639"/>
                <a:gd name="csY2426" fmla="*/ 110355 h 560854"/>
                <a:gd name="csX2427" fmla="*/ 1067725 w 1144639"/>
                <a:gd name="csY2427" fmla="*/ 109878 h 560854"/>
                <a:gd name="csX2428" fmla="*/ 1068203 w 1144639"/>
                <a:gd name="csY2428" fmla="*/ 108922 h 560854"/>
                <a:gd name="csX2429" fmla="*/ 1068203 w 1144639"/>
                <a:gd name="csY2429" fmla="*/ 108922 h 560854"/>
                <a:gd name="csX2430" fmla="*/ 1068203 w 1144639"/>
                <a:gd name="csY2430" fmla="*/ 107489 h 560854"/>
                <a:gd name="csX2431" fmla="*/ 1069159 w 1144639"/>
                <a:gd name="csY2431" fmla="*/ 106534 h 560854"/>
                <a:gd name="csX2432" fmla="*/ 1070114 w 1144639"/>
                <a:gd name="csY2432" fmla="*/ 106534 h 560854"/>
                <a:gd name="csX2433" fmla="*/ 1070592 w 1144639"/>
                <a:gd name="csY2433" fmla="*/ 106534 h 560854"/>
                <a:gd name="csX2434" fmla="*/ 1071069 w 1144639"/>
                <a:gd name="csY2434" fmla="*/ 106056 h 560854"/>
                <a:gd name="csX2435" fmla="*/ 1071069 w 1144639"/>
                <a:gd name="csY2435" fmla="*/ 106056 h 560854"/>
                <a:gd name="csX2436" fmla="*/ 1071069 w 1144639"/>
                <a:gd name="csY2436" fmla="*/ 105100 h 560854"/>
                <a:gd name="csX2437" fmla="*/ 1071069 w 1144639"/>
                <a:gd name="csY2437" fmla="*/ 104145 h 560854"/>
                <a:gd name="csX2438" fmla="*/ 1071069 w 1144639"/>
                <a:gd name="csY2438" fmla="*/ 102712 h 560854"/>
                <a:gd name="csX2439" fmla="*/ 1072980 w 1144639"/>
                <a:gd name="csY2439" fmla="*/ 100323 h 560854"/>
                <a:gd name="csX2440" fmla="*/ 1075847 w 1144639"/>
                <a:gd name="csY2440" fmla="*/ 98890 h 560854"/>
                <a:gd name="csX2441" fmla="*/ 1076802 w 1144639"/>
                <a:gd name="csY2441" fmla="*/ 97935 h 560854"/>
                <a:gd name="csX2442" fmla="*/ 1076802 w 1144639"/>
                <a:gd name="csY2442" fmla="*/ 97935 h 560854"/>
                <a:gd name="csX2443" fmla="*/ 1076802 w 1144639"/>
                <a:gd name="csY2443" fmla="*/ 96024 h 560854"/>
                <a:gd name="csX2444" fmla="*/ 1078235 w 1144639"/>
                <a:gd name="csY2444" fmla="*/ 94590 h 560854"/>
                <a:gd name="csX2445" fmla="*/ 1078235 w 1144639"/>
                <a:gd name="csY2445" fmla="*/ 94590 h 560854"/>
                <a:gd name="csX2446" fmla="*/ 1079191 w 1144639"/>
                <a:gd name="csY2446" fmla="*/ 93635 h 560854"/>
                <a:gd name="csX2447" fmla="*/ 1079191 w 1144639"/>
                <a:gd name="csY2447" fmla="*/ 93635 h 560854"/>
                <a:gd name="csX2448" fmla="*/ 1079191 w 1144639"/>
                <a:gd name="csY2448" fmla="*/ 92679 h 560854"/>
                <a:gd name="csX2449" fmla="*/ 1079191 w 1144639"/>
                <a:gd name="csY2449" fmla="*/ 92679 h 560854"/>
                <a:gd name="csX2450" fmla="*/ 1079191 w 1144639"/>
                <a:gd name="csY2450" fmla="*/ 92679 h 560854"/>
                <a:gd name="csX2451" fmla="*/ 1078713 w 1144639"/>
                <a:gd name="csY2451" fmla="*/ 91724 h 560854"/>
                <a:gd name="csX2452" fmla="*/ 1078713 w 1144639"/>
                <a:gd name="csY2452" fmla="*/ 89813 h 560854"/>
                <a:gd name="csX2453" fmla="*/ 1079191 w 1144639"/>
                <a:gd name="csY2453" fmla="*/ 87424 h 560854"/>
                <a:gd name="csX2454" fmla="*/ 1080146 w 1144639"/>
                <a:gd name="csY2454" fmla="*/ 84558 h 560854"/>
                <a:gd name="csX2455" fmla="*/ 1080146 w 1144639"/>
                <a:gd name="csY2455" fmla="*/ 84558 h 560854"/>
                <a:gd name="csX2456" fmla="*/ 1081579 w 1144639"/>
                <a:gd name="csY2456" fmla="*/ 82170 h 560854"/>
                <a:gd name="csX2457" fmla="*/ 1083490 w 1144639"/>
                <a:gd name="csY2457" fmla="*/ 79781 h 560854"/>
                <a:gd name="csX2458" fmla="*/ 1083490 w 1144639"/>
                <a:gd name="csY2458" fmla="*/ 79303 h 560854"/>
                <a:gd name="csX2459" fmla="*/ 1083968 w 1144639"/>
                <a:gd name="csY2459" fmla="*/ 75959 h 560854"/>
                <a:gd name="csX2460" fmla="*/ 1084924 w 1144639"/>
                <a:gd name="csY2460" fmla="*/ 72615 h 560854"/>
                <a:gd name="csX2461" fmla="*/ 1087312 w 1144639"/>
                <a:gd name="csY2461" fmla="*/ 68793 h 560854"/>
                <a:gd name="csX2462" fmla="*/ 1090656 w 1144639"/>
                <a:gd name="csY2462" fmla="*/ 64971 h 560854"/>
                <a:gd name="csX2463" fmla="*/ 1092090 w 1144639"/>
                <a:gd name="csY2463" fmla="*/ 62582 h 560854"/>
                <a:gd name="csX2464" fmla="*/ 1095434 w 1144639"/>
                <a:gd name="csY2464" fmla="*/ 58283 h 560854"/>
                <a:gd name="csX2465" fmla="*/ 1097822 w 1144639"/>
                <a:gd name="csY2465" fmla="*/ 55417 h 560854"/>
                <a:gd name="csX2466" fmla="*/ 1098778 w 1144639"/>
                <a:gd name="csY2466" fmla="*/ 53983 h 560854"/>
                <a:gd name="csX2467" fmla="*/ 1099733 w 1144639"/>
                <a:gd name="csY2467" fmla="*/ 52550 h 560854"/>
                <a:gd name="csX2468" fmla="*/ 1101644 w 1144639"/>
                <a:gd name="csY2468" fmla="*/ 53028 h 560854"/>
                <a:gd name="csX2469" fmla="*/ 1103555 w 1144639"/>
                <a:gd name="csY2469" fmla="*/ 53506 h 560854"/>
                <a:gd name="csX2470" fmla="*/ 1103555 w 1144639"/>
                <a:gd name="csY2470" fmla="*/ 55894 h 560854"/>
                <a:gd name="csX2471" fmla="*/ 1103555 w 1144639"/>
                <a:gd name="csY2471" fmla="*/ 57328 h 560854"/>
                <a:gd name="csX2472" fmla="*/ 1103555 w 1144639"/>
                <a:gd name="csY2472" fmla="*/ 57328 h 560854"/>
                <a:gd name="csX2473" fmla="*/ 1104510 w 1144639"/>
                <a:gd name="csY2473" fmla="*/ 58283 h 560854"/>
                <a:gd name="csX2474" fmla="*/ 1105944 w 1144639"/>
                <a:gd name="csY2474" fmla="*/ 59238 h 560854"/>
                <a:gd name="csX2475" fmla="*/ 1106899 w 1144639"/>
                <a:gd name="csY2475" fmla="*/ 59238 h 560854"/>
                <a:gd name="csX2476" fmla="*/ 1108332 w 1144639"/>
                <a:gd name="csY2476" fmla="*/ 59238 h 560854"/>
                <a:gd name="csX2477" fmla="*/ 1111199 w 1144639"/>
                <a:gd name="csY2477" fmla="*/ 57805 h 560854"/>
                <a:gd name="csX2478" fmla="*/ 1115021 w 1144639"/>
                <a:gd name="csY2478" fmla="*/ 57328 h 560854"/>
                <a:gd name="csX2479" fmla="*/ 1116932 w 1144639"/>
                <a:gd name="csY2479" fmla="*/ 56372 h 560854"/>
                <a:gd name="csX2480" fmla="*/ 1117409 w 1144639"/>
                <a:gd name="csY2480" fmla="*/ 55417 h 560854"/>
                <a:gd name="csX2481" fmla="*/ 1118365 w 1144639"/>
                <a:gd name="csY2481" fmla="*/ 55417 h 560854"/>
                <a:gd name="csX2482" fmla="*/ 1119798 w 1144639"/>
                <a:gd name="csY2482" fmla="*/ 55417 h 560854"/>
                <a:gd name="csX2483" fmla="*/ 1122664 w 1144639"/>
                <a:gd name="csY2483" fmla="*/ 57328 h 560854"/>
                <a:gd name="csX2484" fmla="*/ 1126008 w 1144639"/>
                <a:gd name="csY2484" fmla="*/ 60194 h 560854"/>
                <a:gd name="csX2485" fmla="*/ 1128397 w 1144639"/>
                <a:gd name="csY2485" fmla="*/ 62582 h 560854"/>
                <a:gd name="csX2486" fmla="*/ 1128397 w 1144639"/>
                <a:gd name="csY2486" fmla="*/ 66404 h 560854"/>
                <a:gd name="csX2487" fmla="*/ 1128397 w 1144639"/>
                <a:gd name="csY2487" fmla="*/ 70704 h 560854"/>
                <a:gd name="csX2488" fmla="*/ 1128397 w 1144639"/>
                <a:gd name="csY2488" fmla="*/ 75004 h 560854"/>
                <a:gd name="csX2489" fmla="*/ 1128397 w 1144639"/>
                <a:gd name="csY2489" fmla="*/ 77870 h 560854"/>
                <a:gd name="csX2490" fmla="*/ 1128875 w 1144639"/>
                <a:gd name="csY2490" fmla="*/ 82170 h 560854"/>
                <a:gd name="csX2491" fmla="*/ 1128875 w 1144639"/>
                <a:gd name="csY2491" fmla="*/ 85513 h 560854"/>
                <a:gd name="csX2492" fmla="*/ 1128875 w 1144639"/>
                <a:gd name="csY2492" fmla="*/ 89813 h 560854"/>
                <a:gd name="csX2493" fmla="*/ 1128875 w 1144639"/>
                <a:gd name="csY2493" fmla="*/ 92202 h 560854"/>
                <a:gd name="csX2494" fmla="*/ 1129352 w 1144639"/>
                <a:gd name="csY2494" fmla="*/ 93157 h 560854"/>
                <a:gd name="csX2495" fmla="*/ 1128875 w 1144639"/>
                <a:gd name="csY2495" fmla="*/ 94113 h 560854"/>
                <a:gd name="csX2496" fmla="*/ 1128875 w 1144639"/>
                <a:gd name="csY2496" fmla="*/ 94590 h 560854"/>
                <a:gd name="csX2497" fmla="*/ 1128875 w 1144639"/>
                <a:gd name="csY2497" fmla="*/ 94590 h 560854"/>
                <a:gd name="csX2498" fmla="*/ 1128875 w 1144639"/>
                <a:gd name="csY2498" fmla="*/ 95068 h 560854"/>
                <a:gd name="csX2499" fmla="*/ 1128875 w 1144639"/>
                <a:gd name="csY2499" fmla="*/ 95546 h 560854"/>
                <a:gd name="csX2500" fmla="*/ 1128875 w 1144639"/>
                <a:gd name="csY2500" fmla="*/ 96501 h 560854"/>
                <a:gd name="csX2501" fmla="*/ 1128875 w 1144639"/>
                <a:gd name="csY2501" fmla="*/ 96501 h 560854"/>
                <a:gd name="csX2502" fmla="*/ 1128397 w 1144639"/>
                <a:gd name="csY2502" fmla="*/ 96979 h 560854"/>
                <a:gd name="csX2503" fmla="*/ 1128397 w 1144639"/>
                <a:gd name="csY2503" fmla="*/ 97935 h 560854"/>
                <a:gd name="csX2504" fmla="*/ 1128397 w 1144639"/>
                <a:gd name="csY2504" fmla="*/ 98412 h 560854"/>
                <a:gd name="csX2505" fmla="*/ 1128875 w 1144639"/>
                <a:gd name="csY2505" fmla="*/ 98890 h 560854"/>
                <a:gd name="csX2506" fmla="*/ 1129352 w 1144639"/>
                <a:gd name="csY2506" fmla="*/ 99368 h 560854"/>
                <a:gd name="csX2507" fmla="*/ 1129830 w 1144639"/>
                <a:gd name="csY2507" fmla="*/ 99368 h 560854"/>
                <a:gd name="csX2508" fmla="*/ 1130308 w 1144639"/>
                <a:gd name="csY2508" fmla="*/ 99845 h 560854"/>
                <a:gd name="csX2509" fmla="*/ 1131263 w 1144639"/>
                <a:gd name="csY2509" fmla="*/ 100323 h 560854"/>
                <a:gd name="csX2510" fmla="*/ 1132697 w 1144639"/>
                <a:gd name="csY2510" fmla="*/ 100801 h 560854"/>
                <a:gd name="csX2511" fmla="*/ 1133652 w 1144639"/>
                <a:gd name="csY2511" fmla="*/ 101279 h 560854"/>
                <a:gd name="csX2512" fmla="*/ 1134608 w 1144639"/>
                <a:gd name="csY2512" fmla="*/ 100801 h 560854"/>
                <a:gd name="csX2513" fmla="*/ 1135563 w 1144639"/>
                <a:gd name="csY2513" fmla="*/ 101279 h 560854"/>
                <a:gd name="csX2514" fmla="*/ 1136041 w 1144639"/>
                <a:gd name="csY2514" fmla="*/ 102234 h 560854"/>
                <a:gd name="csX2515" fmla="*/ 1136041 w 1144639"/>
                <a:gd name="csY2515" fmla="*/ 102234 h 560854"/>
                <a:gd name="csX2516" fmla="*/ 1136041 w 1144639"/>
                <a:gd name="csY2516" fmla="*/ 103189 h 560854"/>
                <a:gd name="csX2517" fmla="*/ 1135563 w 1144639"/>
                <a:gd name="csY2517" fmla="*/ 103667 h 560854"/>
                <a:gd name="csX2518" fmla="*/ 1134608 w 1144639"/>
                <a:gd name="csY2518" fmla="*/ 104145 h 560854"/>
                <a:gd name="csX2519" fmla="*/ 1134608 w 1144639"/>
                <a:gd name="csY2519" fmla="*/ 104145 h 560854"/>
                <a:gd name="csX2520" fmla="*/ 1134608 w 1144639"/>
                <a:gd name="csY2520" fmla="*/ 104623 h 560854"/>
                <a:gd name="csX2521" fmla="*/ 1134608 w 1144639"/>
                <a:gd name="csY2521" fmla="*/ 104623 h 560854"/>
                <a:gd name="csX2522" fmla="*/ 1135085 w 1144639"/>
                <a:gd name="csY2522" fmla="*/ 105578 h 560854"/>
                <a:gd name="csX2523" fmla="*/ 1135563 w 1144639"/>
                <a:gd name="csY2523" fmla="*/ 106056 h 560854"/>
                <a:gd name="csX2524" fmla="*/ 1136041 w 1144639"/>
                <a:gd name="csY2524" fmla="*/ 107011 h 560854"/>
                <a:gd name="csX2525" fmla="*/ 1136041 w 1144639"/>
                <a:gd name="csY2525" fmla="*/ 107489 h 560854"/>
                <a:gd name="csX2526" fmla="*/ 1135563 w 1144639"/>
                <a:gd name="csY2526" fmla="*/ 107967 h 560854"/>
                <a:gd name="csX2527" fmla="*/ 1135085 w 1144639"/>
                <a:gd name="csY2527" fmla="*/ 108922 h 560854"/>
                <a:gd name="csX2528" fmla="*/ 1135085 w 1144639"/>
                <a:gd name="csY2528" fmla="*/ 108922 h 560854"/>
                <a:gd name="csX2529" fmla="*/ 1135085 w 1144639"/>
                <a:gd name="csY2529" fmla="*/ 109878 h 560854"/>
                <a:gd name="csX2530" fmla="*/ 1135085 w 1144639"/>
                <a:gd name="csY2530" fmla="*/ 109878 h 560854"/>
                <a:gd name="csX2531" fmla="*/ 1135563 w 1144639"/>
                <a:gd name="csY2531" fmla="*/ 110833 h 560854"/>
                <a:gd name="csX2532" fmla="*/ 1136518 w 1144639"/>
                <a:gd name="csY2532" fmla="*/ 111789 h 560854"/>
                <a:gd name="csX2533" fmla="*/ 1136996 w 1144639"/>
                <a:gd name="csY2533" fmla="*/ 112744 h 560854"/>
                <a:gd name="csX2534" fmla="*/ 1137951 w 1144639"/>
                <a:gd name="csY2534" fmla="*/ 113222 h 560854"/>
                <a:gd name="csX2535" fmla="*/ 1138429 w 1144639"/>
                <a:gd name="csY2535" fmla="*/ 112744 h 560854"/>
                <a:gd name="csX2536" fmla="*/ 1138907 w 1144639"/>
                <a:gd name="csY2536" fmla="*/ 112266 h 560854"/>
                <a:gd name="csX2537" fmla="*/ 1139385 w 1144639"/>
                <a:gd name="csY2537" fmla="*/ 111789 h 560854"/>
                <a:gd name="csX2538" fmla="*/ 1140340 w 1144639"/>
                <a:gd name="csY2538" fmla="*/ 112266 h 560854"/>
                <a:gd name="csX2539" fmla="*/ 1140818 w 1144639"/>
                <a:gd name="csY2539" fmla="*/ 112266 h 560854"/>
                <a:gd name="csX2540" fmla="*/ 1141774 w 1144639"/>
                <a:gd name="csY2540" fmla="*/ 112744 h 560854"/>
                <a:gd name="csX2541" fmla="*/ 1141774 w 1144639"/>
                <a:gd name="csY2541" fmla="*/ 113222 h 560854"/>
                <a:gd name="csX2542" fmla="*/ 1142251 w 1144639"/>
                <a:gd name="csY2542" fmla="*/ 114655 h 560854"/>
                <a:gd name="csX2543" fmla="*/ 1142729 w 1144639"/>
                <a:gd name="csY2543" fmla="*/ 117521 h 560854"/>
                <a:gd name="csX2544" fmla="*/ 1142251 w 1144639"/>
                <a:gd name="csY2544" fmla="*/ 118477 h 560854"/>
                <a:gd name="csX2545" fmla="*/ 1142251 w 1144639"/>
                <a:gd name="csY2545" fmla="*/ 119910 h 560854"/>
                <a:gd name="csX2546" fmla="*/ 1144162 w 1144639"/>
                <a:gd name="csY2546" fmla="*/ 120388 h 560854"/>
                <a:gd name="csX2547" fmla="*/ 1144640 w 1144639"/>
                <a:gd name="csY2547" fmla="*/ 120865 h 560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</a:cxnLst>
              <a:rect l="l" t="t" r="r" b="b"/>
              <a:pathLst>
                <a:path w="1144639" h="560854">
                  <a:moveTo>
                    <a:pt x="1144640" y="120865"/>
                  </a:moveTo>
                  <a:lnTo>
                    <a:pt x="1144640" y="121343"/>
                  </a:lnTo>
                  <a:lnTo>
                    <a:pt x="1140340" y="125165"/>
                  </a:lnTo>
                  <a:lnTo>
                    <a:pt x="1136996" y="124687"/>
                  </a:lnTo>
                  <a:lnTo>
                    <a:pt x="1135085" y="125643"/>
                  </a:lnTo>
                  <a:lnTo>
                    <a:pt x="1133174" y="126120"/>
                  </a:lnTo>
                  <a:lnTo>
                    <a:pt x="1132697" y="128031"/>
                  </a:lnTo>
                  <a:lnTo>
                    <a:pt x="1131263" y="128031"/>
                  </a:lnTo>
                  <a:lnTo>
                    <a:pt x="1129830" y="128031"/>
                  </a:lnTo>
                  <a:lnTo>
                    <a:pt x="1128875" y="127554"/>
                  </a:lnTo>
                  <a:lnTo>
                    <a:pt x="1127919" y="128031"/>
                  </a:lnTo>
                  <a:lnTo>
                    <a:pt x="1126486" y="130898"/>
                  </a:lnTo>
                  <a:lnTo>
                    <a:pt x="1125053" y="130898"/>
                  </a:lnTo>
                  <a:lnTo>
                    <a:pt x="1125053" y="131853"/>
                  </a:lnTo>
                  <a:lnTo>
                    <a:pt x="1124097" y="132331"/>
                  </a:lnTo>
                  <a:lnTo>
                    <a:pt x="1123620" y="132809"/>
                  </a:lnTo>
                  <a:lnTo>
                    <a:pt x="1122664" y="131376"/>
                  </a:lnTo>
                  <a:lnTo>
                    <a:pt x="1122186" y="129942"/>
                  </a:lnTo>
                  <a:lnTo>
                    <a:pt x="1121709" y="129942"/>
                  </a:lnTo>
                  <a:lnTo>
                    <a:pt x="1120753" y="129465"/>
                  </a:lnTo>
                  <a:lnTo>
                    <a:pt x="1119798" y="129465"/>
                  </a:lnTo>
                  <a:lnTo>
                    <a:pt x="1118842" y="129465"/>
                  </a:lnTo>
                  <a:lnTo>
                    <a:pt x="1118365" y="130420"/>
                  </a:lnTo>
                  <a:lnTo>
                    <a:pt x="1116932" y="131376"/>
                  </a:lnTo>
                  <a:lnTo>
                    <a:pt x="1116454" y="130420"/>
                  </a:lnTo>
                  <a:lnTo>
                    <a:pt x="1115498" y="129465"/>
                  </a:lnTo>
                  <a:lnTo>
                    <a:pt x="1115021" y="130898"/>
                  </a:lnTo>
                  <a:lnTo>
                    <a:pt x="1114065" y="132809"/>
                  </a:lnTo>
                  <a:lnTo>
                    <a:pt x="1114543" y="134720"/>
                  </a:lnTo>
                  <a:lnTo>
                    <a:pt x="1114065" y="135675"/>
                  </a:lnTo>
                  <a:lnTo>
                    <a:pt x="1113110" y="135675"/>
                  </a:lnTo>
                  <a:lnTo>
                    <a:pt x="1112632" y="134720"/>
                  </a:lnTo>
                  <a:lnTo>
                    <a:pt x="1110243" y="133764"/>
                  </a:lnTo>
                  <a:lnTo>
                    <a:pt x="1108332" y="133764"/>
                  </a:lnTo>
                  <a:lnTo>
                    <a:pt x="1108810" y="132809"/>
                  </a:lnTo>
                  <a:lnTo>
                    <a:pt x="1110243" y="131376"/>
                  </a:lnTo>
                  <a:lnTo>
                    <a:pt x="1109766" y="130898"/>
                  </a:lnTo>
                  <a:lnTo>
                    <a:pt x="1109288" y="130898"/>
                  </a:lnTo>
                  <a:lnTo>
                    <a:pt x="1108810" y="130898"/>
                  </a:lnTo>
                  <a:lnTo>
                    <a:pt x="1109288" y="129465"/>
                  </a:lnTo>
                  <a:lnTo>
                    <a:pt x="1109288" y="128031"/>
                  </a:lnTo>
                  <a:lnTo>
                    <a:pt x="1108810" y="128509"/>
                  </a:lnTo>
                  <a:lnTo>
                    <a:pt x="1107855" y="129942"/>
                  </a:lnTo>
                  <a:lnTo>
                    <a:pt x="1105466" y="131376"/>
                  </a:lnTo>
                  <a:lnTo>
                    <a:pt x="1105466" y="133764"/>
                  </a:lnTo>
                  <a:lnTo>
                    <a:pt x="1103555" y="138064"/>
                  </a:lnTo>
                  <a:lnTo>
                    <a:pt x="1103555" y="139975"/>
                  </a:lnTo>
                  <a:lnTo>
                    <a:pt x="1102122" y="141408"/>
                  </a:lnTo>
                  <a:lnTo>
                    <a:pt x="1100211" y="142841"/>
                  </a:lnTo>
                  <a:lnTo>
                    <a:pt x="1097822" y="142363"/>
                  </a:lnTo>
                  <a:lnTo>
                    <a:pt x="1095911" y="143319"/>
                  </a:lnTo>
                  <a:lnTo>
                    <a:pt x="1094956" y="144752"/>
                  </a:lnTo>
                  <a:lnTo>
                    <a:pt x="1094478" y="145230"/>
                  </a:lnTo>
                  <a:lnTo>
                    <a:pt x="1094001" y="143319"/>
                  </a:lnTo>
                  <a:lnTo>
                    <a:pt x="1093523" y="142841"/>
                  </a:lnTo>
                  <a:lnTo>
                    <a:pt x="1093045" y="145230"/>
                  </a:lnTo>
                  <a:lnTo>
                    <a:pt x="1092090" y="145230"/>
                  </a:lnTo>
                  <a:lnTo>
                    <a:pt x="1092090" y="143796"/>
                  </a:lnTo>
                  <a:lnTo>
                    <a:pt x="1091612" y="142363"/>
                  </a:lnTo>
                  <a:lnTo>
                    <a:pt x="1090656" y="143319"/>
                  </a:lnTo>
                  <a:lnTo>
                    <a:pt x="1090179" y="146185"/>
                  </a:lnTo>
                  <a:lnTo>
                    <a:pt x="1089701" y="145707"/>
                  </a:lnTo>
                  <a:lnTo>
                    <a:pt x="1089223" y="144752"/>
                  </a:lnTo>
                  <a:lnTo>
                    <a:pt x="1088745" y="144752"/>
                  </a:lnTo>
                  <a:lnTo>
                    <a:pt x="1088745" y="145707"/>
                  </a:lnTo>
                  <a:lnTo>
                    <a:pt x="1089223" y="147141"/>
                  </a:lnTo>
                  <a:lnTo>
                    <a:pt x="1088745" y="148096"/>
                  </a:lnTo>
                  <a:lnTo>
                    <a:pt x="1088268" y="147618"/>
                  </a:lnTo>
                  <a:lnTo>
                    <a:pt x="1087312" y="147141"/>
                  </a:lnTo>
                  <a:lnTo>
                    <a:pt x="1086357" y="147618"/>
                  </a:lnTo>
                  <a:lnTo>
                    <a:pt x="1085401" y="147618"/>
                  </a:lnTo>
                  <a:lnTo>
                    <a:pt x="1085401" y="147141"/>
                  </a:lnTo>
                  <a:lnTo>
                    <a:pt x="1085401" y="146185"/>
                  </a:lnTo>
                  <a:lnTo>
                    <a:pt x="1083490" y="146663"/>
                  </a:lnTo>
                  <a:lnTo>
                    <a:pt x="1081102" y="148096"/>
                  </a:lnTo>
                  <a:lnTo>
                    <a:pt x="1079669" y="150485"/>
                  </a:lnTo>
                  <a:lnTo>
                    <a:pt x="1080146" y="150962"/>
                  </a:lnTo>
                  <a:lnTo>
                    <a:pt x="1080624" y="151918"/>
                  </a:lnTo>
                  <a:lnTo>
                    <a:pt x="1077758" y="155262"/>
                  </a:lnTo>
                  <a:lnTo>
                    <a:pt x="1074414" y="158606"/>
                  </a:lnTo>
                  <a:lnTo>
                    <a:pt x="1072025" y="163861"/>
                  </a:lnTo>
                  <a:lnTo>
                    <a:pt x="1071069" y="164817"/>
                  </a:lnTo>
                  <a:lnTo>
                    <a:pt x="1070114" y="165772"/>
                  </a:lnTo>
                  <a:lnTo>
                    <a:pt x="1069636" y="168638"/>
                  </a:lnTo>
                  <a:lnTo>
                    <a:pt x="1068203" y="171505"/>
                  </a:lnTo>
                  <a:lnTo>
                    <a:pt x="1069159" y="172938"/>
                  </a:lnTo>
                  <a:lnTo>
                    <a:pt x="1069159" y="174371"/>
                  </a:lnTo>
                  <a:lnTo>
                    <a:pt x="1070114" y="175804"/>
                  </a:lnTo>
                  <a:lnTo>
                    <a:pt x="1071069" y="175804"/>
                  </a:lnTo>
                  <a:lnTo>
                    <a:pt x="1072025" y="175327"/>
                  </a:lnTo>
                  <a:lnTo>
                    <a:pt x="1072503" y="175327"/>
                  </a:lnTo>
                  <a:lnTo>
                    <a:pt x="1072980" y="176282"/>
                  </a:lnTo>
                  <a:lnTo>
                    <a:pt x="1072503" y="176760"/>
                  </a:lnTo>
                  <a:lnTo>
                    <a:pt x="1071547" y="176760"/>
                  </a:lnTo>
                  <a:lnTo>
                    <a:pt x="1070114" y="178193"/>
                  </a:lnTo>
                  <a:lnTo>
                    <a:pt x="1068203" y="178671"/>
                  </a:lnTo>
                  <a:lnTo>
                    <a:pt x="1067725" y="179626"/>
                  </a:lnTo>
                  <a:lnTo>
                    <a:pt x="1066292" y="181537"/>
                  </a:lnTo>
                  <a:lnTo>
                    <a:pt x="1064381" y="183926"/>
                  </a:lnTo>
                  <a:lnTo>
                    <a:pt x="1065337" y="184881"/>
                  </a:lnTo>
                  <a:lnTo>
                    <a:pt x="1068681" y="185359"/>
                  </a:lnTo>
                  <a:lnTo>
                    <a:pt x="1070114" y="186314"/>
                  </a:lnTo>
                  <a:lnTo>
                    <a:pt x="1072503" y="191092"/>
                  </a:lnTo>
                  <a:lnTo>
                    <a:pt x="1072025" y="191569"/>
                  </a:lnTo>
                  <a:lnTo>
                    <a:pt x="1072025" y="192525"/>
                  </a:lnTo>
                  <a:lnTo>
                    <a:pt x="1073936" y="193480"/>
                  </a:lnTo>
                  <a:lnTo>
                    <a:pt x="1074891" y="196825"/>
                  </a:lnTo>
                  <a:lnTo>
                    <a:pt x="1076325" y="197780"/>
                  </a:lnTo>
                  <a:lnTo>
                    <a:pt x="1079191" y="198735"/>
                  </a:lnTo>
                  <a:lnTo>
                    <a:pt x="1082057" y="197780"/>
                  </a:lnTo>
                  <a:lnTo>
                    <a:pt x="1084924" y="196347"/>
                  </a:lnTo>
                  <a:lnTo>
                    <a:pt x="1084924" y="194914"/>
                  </a:lnTo>
                  <a:lnTo>
                    <a:pt x="1083013" y="192525"/>
                  </a:lnTo>
                  <a:lnTo>
                    <a:pt x="1082535" y="191092"/>
                  </a:lnTo>
                  <a:lnTo>
                    <a:pt x="1081579" y="190614"/>
                  </a:lnTo>
                  <a:lnTo>
                    <a:pt x="1081102" y="191092"/>
                  </a:lnTo>
                  <a:lnTo>
                    <a:pt x="1080146" y="190136"/>
                  </a:lnTo>
                  <a:lnTo>
                    <a:pt x="1080146" y="189659"/>
                  </a:lnTo>
                  <a:lnTo>
                    <a:pt x="1080624" y="189659"/>
                  </a:lnTo>
                  <a:lnTo>
                    <a:pt x="1081579" y="189659"/>
                  </a:lnTo>
                  <a:lnTo>
                    <a:pt x="1082535" y="190136"/>
                  </a:lnTo>
                  <a:lnTo>
                    <a:pt x="1085401" y="193003"/>
                  </a:lnTo>
                  <a:lnTo>
                    <a:pt x="1085879" y="196825"/>
                  </a:lnTo>
                  <a:lnTo>
                    <a:pt x="1086357" y="199213"/>
                  </a:lnTo>
                  <a:lnTo>
                    <a:pt x="1085879" y="199691"/>
                  </a:lnTo>
                  <a:lnTo>
                    <a:pt x="1084924" y="199691"/>
                  </a:lnTo>
                  <a:lnTo>
                    <a:pt x="1083490" y="199691"/>
                  </a:lnTo>
                  <a:lnTo>
                    <a:pt x="1076802" y="201124"/>
                  </a:lnTo>
                  <a:lnTo>
                    <a:pt x="1075369" y="202080"/>
                  </a:lnTo>
                  <a:lnTo>
                    <a:pt x="1072025" y="203513"/>
                  </a:lnTo>
                  <a:lnTo>
                    <a:pt x="1071547" y="202557"/>
                  </a:lnTo>
                  <a:lnTo>
                    <a:pt x="1072025" y="201602"/>
                  </a:lnTo>
                  <a:lnTo>
                    <a:pt x="1071547" y="199213"/>
                  </a:lnTo>
                  <a:lnTo>
                    <a:pt x="1071069" y="198735"/>
                  </a:lnTo>
                  <a:lnTo>
                    <a:pt x="1065337" y="203035"/>
                  </a:lnTo>
                  <a:lnTo>
                    <a:pt x="1063426" y="203035"/>
                  </a:lnTo>
                  <a:lnTo>
                    <a:pt x="1061515" y="204468"/>
                  </a:lnTo>
                  <a:lnTo>
                    <a:pt x="1061515" y="203513"/>
                  </a:lnTo>
                  <a:lnTo>
                    <a:pt x="1061037" y="200646"/>
                  </a:lnTo>
                  <a:lnTo>
                    <a:pt x="1061993" y="198258"/>
                  </a:lnTo>
                  <a:lnTo>
                    <a:pt x="1061515" y="198258"/>
                  </a:lnTo>
                  <a:lnTo>
                    <a:pt x="1059604" y="199691"/>
                  </a:lnTo>
                  <a:lnTo>
                    <a:pt x="1058649" y="198735"/>
                  </a:lnTo>
                  <a:lnTo>
                    <a:pt x="1058649" y="197780"/>
                  </a:lnTo>
                  <a:lnTo>
                    <a:pt x="1057693" y="197302"/>
                  </a:lnTo>
                  <a:lnTo>
                    <a:pt x="1057215" y="196825"/>
                  </a:lnTo>
                  <a:lnTo>
                    <a:pt x="1057693" y="199213"/>
                  </a:lnTo>
                  <a:lnTo>
                    <a:pt x="1056737" y="201124"/>
                  </a:lnTo>
                  <a:lnTo>
                    <a:pt x="1056260" y="205424"/>
                  </a:lnTo>
                  <a:lnTo>
                    <a:pt x="1054827" y="206857"/>
                  </a:lnTo>
                  <a:lnTo>
                    <a:pt x="1049572" y="208290"/>
                  </a:lnTo>
                  <a:lnTo>
                    <a:pt x="1046705" y="207812"/>
                  </a:lnTo>
                  <a:lnTo>
                    <a:pt x="1043839" y="208290"/>
                  </a:lnTo>
                  <a:lnTo>
                    <a:pt x="1040017" y="209245"/>
                  </a:lnTo>
                  <a:lnTo>
                    <a:pt x="1038106" y="208768"/>
                  </a:lnTo>
                  <a:lnTo>
                    <a:pt x="1035718" y="209723"/>
                  </a:lnTo>
                  <a:lnTo>
                    <a:pt x="1028552" y="209723"/>
                  </a:lnTo>
                  <a:lnTo>
                    <a:pt x="1026641" y="209245"/>
                  </a:lnTo>
                  <a:lnTo>
                    <a:pt x="1024730" y="211156"/>
                  </a:lnTo>
                  <a:lnTo>
                    <a:pt x="1021863" y="212112"/>
                  </a:lnTo>
                  <a:lnTo>
                    <a:pt x="1013742" y="215456"/>
                  </a:lnTo>
                  <a:lnTo>
                    <a:pt x="1011831" y="216889"/>
                  </a:lnTo>
                  <a:lnTo>
                    <a:pt x="1009920" y="219278"/>
                  </a:lnTo>
                  <a:lnTo>
                    <a:pt x="1008487" y="220233"/>
                  </a:lnTo>
                  <a:lnTo>
                    <a:pt x="1007531" y="220711"/>
                  </a:lnTo>
                  <a:lnTo>
                    <a:pt x="1006576" y="221666"/>
                  </a:lnTo>
                  <a:lnTo>
                    <a:pt x="1006098" y="222144"/>
                  </a:lnTo>
                  <a:lnTo>
                    <a:pt x="1006576" y="220233"/>
                  </a:lnTo>
                  <a:lnTo>
                    <a:pt x="1007531" y="218322"/>
                  </a:lnTo>
                  <a:lnTo>
                    <a:pt x="1008009" y="214978"/>
                  </a:lnTo>
                  <a:lnTo>
                    <a:pt x="1008009" y="212112"/>
                  </a:lnTo>
                  <a:lnTo>
                    <a:pt x="1007054" y="211156"/>
                  </a:lnTo>
                  <a:lnTo>
                    <a:pt x="1006098" y="210201"/>
                  </a:lnTo>
                  <a:lnTo>
                    <a:pt x="1007054" y="213067"/>
                  </a:lnTo>
                  <a:lnTo>
                    <a:pt x="1007531" y="216411"/>
                  </a:lnTo>
                  <a:lnTo>
                    <a:pt x="1007054" y="218322"/>
                  </a:lnTo>
                  <a:lnTo>
                    <a:pt x="1005143" y="222144"/>
                  </a:lnTo>
                  <a:lnTo>
                    <a:pt x="1004187" y="223100"/>
                  </a:lnTo>
                  <a:lnTo>
                    <a:pt x="1003232" y="223577"/>
                  </a:lnTo>
                  <a:lnTo>
                    <a:pt x="1002276" y="224055"/>
                  </a:lnTo>
                  <a:lnTo>
                    <a:pt x="1001799" y="224533"/>
                  </a:lnTo>
                  <a:lnTo>
                    <a:pt x="1000843" y="225488"/>
                  </a:lnTo>
                  <a:lnTo>
                    <a:pt x="1000365" y="227399"/>
                  </a:lnTo>
                  <a:lnTo>
                    <a:pt x="1000843" y="229310"/>
                  </a:lnTo>
                  <a:lnTo>
                    <a:pt x="1004665" y="229788"/>
                  </a:lnTo>
                  <a:lnTo>
                    <a:pt x="1005621" y="229310"/>
                  </a:lnTo>
                  <a:lnTo>
                    <a:pt x="1006098" y="230266"/>
                  </a:lnTo>
                  <a:lnTo>
                    <a:pt x="1006576" y="232176"/>
                  </a:lnTo>
                  <a:lnTo>
                    <a:pt x="1006098" y="234087"/>
                  </a:lnTo>
                  <a:lnTo>
                    <a:pt x="1005621" y="235998"/>
                  </a:lnTo>
                  <a:lnTo>
                    <a:pt x="1005143" y="238387"/>
                  </a:lnTo>
                  <a:lnTo>
                    <a:pt x="1004665" y="241731"/>
                  </a:lnTo>
                  <a:lnTo>
                    <a:pt x="1004187" y="245075"/>
                  </a:lnTo>
                  <a:lnTo>
                    <a:pt x="1003710" y="244120"/>
                  </a:lnTo>
                  <a:lnTo>
                    <a:pt x="1004187" y="240298"/>
                  </a:lnTo>
                  <a:lnTo>
                    <a:pt x="1003710" y="240775"/>
                  </a:lnTo>
                  <a:lnTo>
                    <a:pt x="1003232" y="241253"/>
                  </a:lnTo>
                  <a:lnTo>
                    <a:pt x="1002276" y="246508"/>
                  </a:lnTo>
                  <a:lnTo>
                    <a:pt x="1000365" y="248897"/>
                  </a:lnTo>
                  <a:lnTo>
                    <a:pt x="998932" y="250808"/>
                  </a:lnTo>
                  <a:lnTo>
                    <a:pt x="997499" y="250808"/>
                  </a:lnTo>
                  <a:lnTo>
                    <a:pt x="997977" y="252241"/>
                  </a:lnTo>
                  <a:lnTo>
                    <a:pt x="997499" y="252719"/>
                  </a:lnTo>
                  <a:lnTo>
                    <a:pt x="997021" y="254630"/>
                  </a:lnTo>
                  <a:lnTo>
                    <a:pt x="996066" y="255585"/>
                  </a:lnTo>
                  <a:lnTo>
                    <a:pt x="995111" y="255585"/>
                  </a:lnTo>
                  <a:lnTo>
                    <a:pt x="994155" y="256063"/>
                  </a:lnTo>
                  <a:lnTo>
                    <a:pt x="993677" y="256541"/>
                  </a:lnTo>
                  <a:lnTo>
                    <a:pt x="993677" y="257496"/>
                  </a:lnTo>
                  <a:lnTo>
                    <a:pt x="992722" y="258452"/>
                  </a:lnTo>
                  <a:lnTo>
                    <a:pt x="989855" y="263229"/>
                  </a:lnTo>
                  <a:lnTo>
                    <a:pt x="986989" y="264662"/>
                  </a:lnTo>
                  <a:lnTo>
                    <a:pt x="986511" y="264662"/>
                  </a:lnTo>
                  <a:lnTo>
                    <a:pt x="987467" y="262273"/>
                  </a:lnTo>
                  <a:lnTo>
                    <a:pt x="987945" y="259885"/>
                  </a:lnTo>
                  <a:lnTo>
                    <a:pt x="986034" y="258929"/>
                  </a:lnTo>
                  <a:lnTo>
                    <a:pt x="984600" y="258452"/>
                  </a:lnTo>
                  <a:lnTo>
                    <a:pt x="983167" y="258452"/>
                  </a:lnTo>
                  <a:lnTo>
                    <a:pt x="981256" y="257018"/>
                  </a:lnTo>
                  <a:lnTo>
                    <a:pt x="978868" y="255585"/>
                  </a:lnTo>
                  <a:lnTo>
                    <a:pt x="975523" y="252241"/>
                  </a:lnTo>
                  <a:lnTo>
                    <a:pt x="975523" y="251286"/>
                  </a:lnTo>
                  <a:lnTo>
                    <a:pt x="975523" y="249375"/>
                  </a:lnTo>
                  <a:lnTo>
                    <a:pt x="976479" y="246986"/>
                  </a:lnTo>
                  <a:lnTo>
                    <a:pt x="977434" y="245075"/>
                  </a:lnTo>
                  <a:lnTo>
                    <a:pt x="978868" y="244120"/>
                  </a:lnTo>
                  <a:lnTo>
                    <a:pt x="982689" y="243164"/>
                  </a:lnTo>
                  <a:lnTo>
                    <a:pt x="983645" y="241731"/>
                  </a:lnTo>
                  <a:lnTo>
                    <a:pt x="984123" y="240298"/>
                  </a:lnTo>
                  <a:lnTo>
                    <a:pt x="982212" y="242687"/>
                  </a:lnTo>
                  <a:lnTo>
                    <a:pt x="979346" y="243164"/>
                  </a:lnTo>
                  <a:lnTo>
                    <a:pt x="977912" y="244120"/>
                  </a:lnTo>
                  <a:lnTo>
                    <a:pt x="976479" y="245075"/>
                  </a:lnTo>
                  <a:lnTo>
                    <a:pt x="975523" y="246508"/>
                  </a:lnTo>
                  <a:lnTo>
                    <a:pt x="974090" y="248419"/>
                  </a:lnTo>
                  <a:lnTo>
                    <a:pt x="974090" y="249852"/>
                  </a:lnTo>
                  <a:lnTo>
                    <a:pt x="974568" y="250808"/>
                  </a:lnTo>
                  <a:lnTo>
                    <a:pt x="974568" y="252241"/>
                  </a:lnTo>
                  <a:lnTo>
                    <a:pt x="975523" y="254152"/>
                  </a:lnTo>
                  <a:lnTo>
                    <a:pt x="977434" y="257018"/>
                  </a:lnTo>
                  <a:lnTo>
                    <a:pt x="977912" y="261318"/>
                  </a:lnTo>
                  <a:lnTo>
                    <a:pt x="979346" y="264184"/>
                  </a:lnTo>
                  <a:lnTo>
                    <a:pt x="982212" y="267529"/>
                  </a:lnTo>
                  <a:lnTo>
                    <a:pt x="984123" y="268484"/>
                  </a:lnTo>
                  <a:lnTo>
                    <a:pt x="984123" y="269917"/>
                  </a:lnTo>
                  <a:lnTo>
                    <a:pt x="983167" y="271828"/>
                  </a:lnTo>
                  <a:lnTo>
                    <a:pt x="982212" y="272783"/>
                  </a:lnTo>
                  <a:lnTo>
                    <a:pt x="983645" y="272783"/>
                  </a:lnTo>
                  <a:lnTo>
                    <a:pt x="984123" y="273261"/>
                  </a:lnTo>
                  <a:lnTo>
                    <a:pt x="985078" y="275172"/>
                  </a:lnTo>
                  <a:lnTo>
                    <a:pt x="985078" y="276605"/>
                  </a:lnTo>
                  <a:lnTo>
                    <a:pt x="984600" y="278039"/>
                  </a:lnTo>
                  <a:lnTo>
                    <a:pt x="984123" y="278039"/>
                  </a:lnTo>
                  <a:lnTo>
                    <a:pt x="984123" y="277083"/>
                  </a:lnTo>
                  <a:lnTo>
                    <a:pt x="984123" y="276605"/>
                  </a:lnTo>
                  <a:lnTo>
                    <a:pt x="983167" y="277083"/>
                  </a:lnTo>
                  <a:lnTo>
                    <a:pt x="983167" y="278039"/>
                  </a:lnTo>
                  <a:lnTo>
                    <a:pt x="982689" y="279949"/>
                  </a:lnTo>
                  <a:lnTo>
                    <a:pt x="982689" y="280905"/>
                  </a:lnTo>
                  <a:lnTo>
                    <a:pt x="981256" y="280905"/>
                  </a:lnTo>
                  <a:lnTo>
                    <a:pt x="979823" y="283771"/>
                  </a:lnTo>
                  <a:lnTo>
                    <a:pt x="978868" y="285205"/>
                  </a:lnTo>
                  <a:lnTo>
                    <a:pt x="973613" y="295237"/>
                  </a:lnTo>
                  <a:lnTo>
                    <a:pt x="974090" y="296670"/>
                  </a:lnTo>
                  <a:lnTo>
                    <a:pt x="973135" y="297148"/>
                  </a:lnTo>
                  <a:lnTo>
                    <a:pt x="971702" y="297625"/>
                  </a:lnTo>
                  <a:lnTo>
                    <a:pt x="970269" y="298581"/>
                  </a:lnTo>
                  <a:lnTo>
                    <a:pt x="969313" y="300014"/>
                  </a:lnTo>
                  <a:lnTo>
                    <a:pt x="968835" y="302880"/>
                  </a:lnTo>
                  <a:lnTo>
                    <a:pt x="966924" y="306224"/>
                  </a:lnTo>
                  <a:lnTo>
                    <a:pt x="965969" y="304791"/>
                  </a:lnTo>
                  <a:lnTo>
                    <a:pt x="965969" y="303358"/>
                  </a:lnTo>
                  <a:lnTo>
                    <a:pt x="966447" y="300492"/>
                  </a:lnTo>
                  <a:lnTo>
                    <a:pt x="967880" y="295237"/>
                  </a:lnTo>
                  <a:lnTo>
                    <a:pt x="969791" y="292370"/>
                  </a:lnTo>
                  <a:lnTo>
                    <a:pt x="971224" y="290937"/>
                  </a:lnTo>
                  <a:lnTo>
                    <a:pt x="972657" y="287593"/>
                  </a:lnTo>
                  <a:lnTo>
                    <a:pt x="971224" y="287115"/>
                  </a:lnTo>
                  <a:lnTo>
                    <a:pt x="968835" y="287115"/>
                  </a:lnTo>
                  <a:lnTo>
                    <a:pt x="969313" y="285682"/>
                  </a:lnTo>
                  <a:lnTo>
                    <a:pt x="969791" y="284727"/>
                  </a:lnTo>
                  <a:lnTo>
                    <a:pt x="968835" y="283294"/>
                  </a:lnTo>
                  <a:lnTo>
                    <a:pt x="967880" y="283294"/>
                  </a:lnTo>
                  <a:lnTo>
                    <a:pt x="967402" y="282816"/>
                  </a:lnTo>
                  <a:lnTo>
                    <a:pt x="968357" y="281860"/>
                  </a:lnTo>
                  <a:lnTo>
                    <a:pt x="968357" y="280905"/>
                  </a:lnTo>
                  <a:lnTo>
                    <a:pt x="968357" y="279472"/>
                  </a:lnTo>
                  <a:lnTo>
                    <a:pt x="968835" y="278516"/>
                  </a:lnTo>
                  <a:lnTo>
                    <a:pt x="967880" y="278516"/>
                  </a:lnTo>
                  <a:lnTo>
                    <a:pt x="966924" y="279472"/>
                  </a:lnTo>
                  <a:lnTo>
                    <a:pt x="966447" y="279949"/>
                  </a:lnTo>
                  <a:lnTo>
                    <a:pt x="965969" y="278994"/>
                  </a:lnTo>
                  <a:lnTo>
                    <a:pt x="965491" y="278994"/>
                  </a:lnTo>
                  <a:lnTo>
                    <a:pt x="965491" y="279949"/>
                  </a:lnTo>
                  <a:lnTo>
                    <a:pt x="965014" y="280427"/>
                  </a:lnTo>
                  <a:lnTo>
                    <a:pt x="963580" y="279472"/>
                  </a:lnTo>
                  <a:lnTo>
                    <a:pt x="961669" y="278516"/>
                  </a:lnTo>
                  <a:lnTo>
                    <a:pt x="960714" y="276605"/>
                  </a:lnTo>
                  <a:lnTo>
                    <a:pt x="959758" y="275172"/>
                  </a:lnTo>
                  <a:lnTo>
                    <a:pt x="960714" y="272783"/>
                  </a:lnTo>
                  <a:lnTo>
                    <a:pt x="962147" y="272306"/>
                  </a:lnTo>
                  <a:lnTo>
                    <a:pt x="963580" y="272783"/>
                  </a:lnTo>
                  <a:lnTo>
                    <a:pt x="965969" y="272783"/>
                  </a:lnTo>
                  <a:lnTo>
                    <a:pt x="965491" y="272306"/>
                  </a:lnTo>
                  <a:lnTo>
                    <a:pt x="964536" y="272306"/>
                  </a:lnTo>
                  <a:lnTo>
                    <a:pt x="962625" y="270395"/>
                  </a:lnTo>
                  <a:lnTo>
                    <a:pt x="961669" y="268962"/>
                  </a:lnTo>
                  <a:lnTo>
                    <a:pt x="960236" y="268962"/>
                  </a:lnTo>
                  <a:lnTo>
                    <a:pt x="959758" y="269917"/>
                  </a:lnTo>
                  <a:lnTo>
                    <a:pt x="959281" y="270395"/>
                  </a:lnTo>
                  <a:lnTo>
                    <a:pt x="959758" y="267529"/>
                  </a:lnTo>
                  <a:lnTo>
                    <a:pt x="960714" y="267529"/>
                  </a:lnTo>
                  <a:lnTo>
                    <a:pt x="962625" y="267051"/>
                  </a:lnTo>
                  <a:lnTo>
                    <a:pt x="962147" y="265617"/>
                  </a:lnTo>
                  <a:lnTo>
                    <a:pt x="961192" y="264662"/>
                  </a:lnTo>
                  <a:lnTo>
                    <a:pt x="959281" y="265617"/>
                  </a:lnTo>
                  <a:lnTo>
                    <a:pt x="959281" y="264662"/>
                  </a:lnTo>
                  <a:lnTo>
                    <a:pt x="959758" y="263229"/>
                  </a:lnTo>
                  <a:lnTo>
                    <a:pt x="961192" y="263229"/>
                  </a:lnTo>
                  <a:lnTo>
                    <a:pt x="962147" y="263707"/>
                  </a:lnTo>
                  <a:lnTo>
                    <a:pt x="963103" y="261796"/>
                  </a:lnTo>
                  <a:lnTo>
                    <a:pt x="963103" y="260840"/>
                  </a:lnTo>
                  <a:lnTo>
                    <a:pt x="961669" y="262273"/>
                  </a:lnTo>
                  <a:lnTo>
                    <a:pt x="961192" y="258929"/>
                  </a:lnTo>
                  <a:lnTo>
                    <a:pt x="962625" y="256063"/>
                  </a:lnTo>
                  <a:lnTo>
                    <a:pt x="964536" y="255107"/>
                  </a:lnTo>
                  <a:lnTo>
                    <a:pt x="966447" y="255107"/>
                  </a:lnTo>
                  <a:lnTo>
                    <a:pt x="968357" y="254630"/>
                  </a:lnTo>
                  <a:lnTo>
                    <a:pt x="966924" y="254152"/>
                  </a:lnTo>
                  <a:lnTo>
                    <a:pt x="965969" y="253674"/>
                  </a:lnTo>
                  <a:lnTo>
                    <a:pt x="966924" y="252719"/>
                  </a:lnTo>
                  <a:lnTo>
                    <a:pt x="967402" y="252719"/>
                  </a:lnTo>
                  <a:lnTo>
                    <a:pt x="968357" y="251763"/>
                  </a:lnTo>
                  <a:lnTo>
                    <a:pt x="966447" y="251763"/>
                  </a:lnTo>
                  <a:lnTo>
                    <a:pt x="966447" y="249852"/>
                  </a:lnTo>
                  <a:lnTo>
                    <a:pt x="965491" y="250330"/>
                  </a:lnTo>
                  <a:lnTo>
                    <a:pt x="964536" y="250330"/>
                  </a:lnTo>
                  <a:lnTo>
                    <a:pt x="964058" y="251286"/>
                  </a:lnTo>
                  <a:lnTo>
                    <a:pt x="964058" y="252719"/>
                  </a:lnTo>
                  <a:lnTo>
                    <a:pt x="964058" y="253197"/>
                  </a:lnTo>
                  <a:lnTo>
                    <a:pt x="963103" y="254152"/>
                  </a:lnTo>
                  <a:lnTo>
                    <a:pt x="961669" y="254630"/>
                  </a:lnTo>
                  <a:lnTo>
                    <a:pt x="961669" y="253674"/>
                  </a:lnTo>
                  <a:lnTo>
                    <a:pt x="960714" y="253197"/>
                  </a:lnTo>
                  <a:lnTo>
                    <a:pt x="960714" y="255107"/>
                  </a:lnTo>
                  <a:lnTo>
                    <a:pt x="960236" y="256063"/>
                  </a:lnTo>
                  <a:lnTo>
                    <a:pt x="959281" y="254152"/>
                  </a:lnTo>
                  <a:lnTo>
                    <a:pt x="958803" y="254630"/>
                  </a:lnTo>
                  <a:lnTo>
                    <a:pt x="958803" y="255107"/>
                  </a:lnTo>
                  <a:lnTo>
                    <a:pt x="958803" y="256063"/>
                  </a:lnTo>
                  <a:lnTo>
                    <a:pt x="957848" y="256541"/>
                  </a:lnTo>
                  <a:lnTo>
                    <a:pt x="957848" y="257496"/>
                  </a:lnTo>
                  <a:lnTo>
                    <a:pt x="957370" y="258452"/>
                  </a:lnTo>
                  <a:lnTo>
                    <a:pt x="954504" y="257018"/>
                  </a:lnTo>
                  <a:lnTo>
                    <a:pt x="954504" y="257496"/>
                  </a:lnTo>
                  <a:lnTo>
                    <a:pt x="955937" y="259885"/>
                  </a:lnTo>
                  <a:lnTo>
                    <a:pt x="957370" y="260363"/>
                  </a:lnTo>
                  <a:lnTo>
                    <a:pt x="957370" y="261796"/>
                  </a:lnTo>
                  <a:lnTo>
                    <a:pt x="956414" y="262751"/>
                  </a:lnTo>
                  <a:lnTo>
                    <a:pt x="954981" y="261796"/>
                  </a:lnTo>
                  <a:lnTo>
                    <a:pt x="954981" y="261796"/>
                  </a:lnTo>
                  <a:lnTo>
                    <a:pt x="955459" y="263707"/>
                  </a:lnTo>
                  <a:lnTo>
                    <a:pt x="955937" y="264662"/>
                  </a:lnTo>
                  <a:lnTo>
                    <a:pt x="955459" y="266095"/>
                  </a:lnTo>
                  <a:lnTo>
                    <a:pt x="955459" y="267051"/>
                  </a:lnTo>
                  <a:lnTo>
                    <a:pt x="955459" y="268484"/>
                  </a:lnTo>
                  <a:lnTo>
                    <a:pt x="954981" y="269439"/>
                  </a:lnTo>
                  <a:lnTo>
                    <a:pt x="955937" y="274217"/>
                  </a:lnTo>
                  <a:lnTo>
                    <a:pt x="956892" y="275650"/>
                  </a:lnTo>
                  <a:lnTo>
                    <a:pt x="957370" y="277083"/>
                  </a:lnTo>
                  <a:lnTo>
                    <a:pt x="957848" y="278039"/>
                  </a:lnTo>
                  <a:lnTo>
                    <a:pt x="957370" y="278516"/>
                  </a:lnTo>
                  <a:lnTo>
                    <a:pt x="955937" y="277561"/>
                  </a:lnTo>
                  <a:lnTo>
                    <a:pt x="954504" y="276605"/>
                  </a:lnTo>
                  <a:lnTo>
                    <a:pt x="953070" y="274217"/>
                  </a:lnTo>
                  <a:lnTo>
                    <a:pt x="952592" y="273261"/>
                  </a:lnTo>
                  <a:lnTo>
                    <a:pt x="952592" y="272783"/>
                  </a:lnTo>
                  <a:lnTo>
                    <a:pt x="952592" y="274217"/>
                  </a:lnTo>
                  <a:lnTo>
                    <a:pt x="953070" y="276128"/>
                  </a:lnTo>
                  <a:lnTo>
                    <a:pt x="957848" y="280427"/>
                  </a:lnTo>
                  <a:lnTo>
                    <a:pt x="958803" y="282338"/>
                  </a:lnTo>
                  <a:lnTo>
                    <a:pt x="959281" y="283294"/>
                  </a:lnTo>
                  <a:lnTo>
                    <a:pt x="959281" y="284727"/>
                  </a:lnTo>
                  <a:lnTo>
                    <a:pt x="957848" y="283771"/>
                  </a:lnTo>
                  <a:lnTo>
                    <a:pt x="956892" y="282816"/>
                  </a:lnTo>
                  <a:lnTo>
                    <a:pt x="954026" y="281382"/>
                  </a:lnTo>
                  <a:lnTo>
                    <a:pt x="950682" y="280427"/>
                  </a:lnTo>
                  <a:lnTo>
                    <a:pt x="948771" y="277561"/>
                  </a:lnTo>
                  <a:lnTo>
                    <a:pt x="948771" y="278994"/>
                  </a:lnTo>
                  <a:lnTo>
                    <a:pt x="948293" y="279949"/>
                  </a:lnTo>
                  <a:lnTo>
                    <a:pt x="946860" y="278516"/>
                  </a:lnTo>
                  <a:lnTo>
                    <a:pt x="946382" y="277561"/>
                  </a:lnTo>
                  <a:lnTo>
                    <a:pt x="945904" y="276605"/>
                  </a:lnTo>
                  <a:lnTo>
                    <a:pt x="944471" y="276605"/>
                  </a:lnTo>
                  <a:lnTo>
                    <a:pt x="943038" y="277561"/>
                  </a:lnTo>
                  <a:lnTo>
                    <a:pt x="941605" y="277083"/>
                  </a:lnTo>
                  <a:lnTo>
                    <a:pt x="941127" y="275172"/>
                  </a:lnTo>
                  <a:lnTo>
                    <a:pt x="941605" y="274217"/>
                  </a:lnTo>
                  <a:lnTo>
                    <a:pt x="943516" y="271828"/>
                  </a:lnTo>
                  <a:lnTo>
                    <a:pt x="944949" y="270395"/>
                  </a:lnTo>
                  <a:lnTo>
                    <a:pt x="945427" y="268484"/>
                  </a:lnTo>
                  <a:lnTo>
                    <a:pt x="945427" y="266095"/>
                  </a:lnTo>
                  <a:lnTo>
                    <a:pt x="944949" y="268962"/>
                  </a:lnTo>
                  <a:lnTo>
                    <a:pt x="943993" y="269917"/>
                  </a:lnTo>
                  <a:lnTo>
                    <a:pt x="942560" y="270873"/>
                  </a:lnTo>
                  <a:lnTo>
                    <a:pt x="940649" y="272783"/>
                  </a:lnTo>
                  <a:lnTo>
                    <a:pt x="940649" y="274694"/>
                  </a:lnTo>
                  <a:lnTo>
                    <a:pt x="939694" y="277561"/>
                  </a:lnTo>
                  <a:lnTo>
                    <a:pt x="940649" y="278516"/>
                  </a:lnTo>
                  <a:lnTo>
                    <a:pt x="941605" y="278994"/>
                  </a:lnTo>
                  <a:lnTo>
                    <a:pt x="943993" y="278039"/>
                  </a:lnTo>
                  <a:lnTo>
                    <a:pt x="944949" y="278516"/>
                  </a:lnTo>
                  <a:lnTo>
                    <a:pt x="947815" y="282338"/>
                  </a:lnTo>
                  <a:lnTo>
                    <a:pt x="953070" y="283771"/>
                  </a:lnTo>
                  <a:lnTo>
                    <a:pt x="954981" y="284727"/>
                  </a:lnTo>
                  <a:lnTo>
                    <a:pt x="956414" y="286638"/>
                  </a:lnTo>
                  <a:lnTo>
                    <a:pt x="958803" y="287593"/>
                  </a:lnTo>
                  <a:lnTo>
                    <a:pt x="960714" y="289026"/>
                  </a:lnTo>
                  <a:lnTo>
                    <a:pt x="960714" y="289982"/>
                  </a:lnTo>
                  <a:lnTo>
                    <a:pt x="960236" y="291415"/>
                  </a:lnTo>
                  <a:lnTo>
                    <a:pt x="959758" y="292848"/>
                  </a:lnTo>
                  <a:lnTo>
                    <a:pt x="958803" y="294281"/>
                  </a:lnTo>
                  <a:lnTo>
                    <a:pt x="957370" y="294281"/>
                  </a:lnTo>
                  <a:lnTo>
                    <a:pt x="955937" y="293804"/>
                  </a:lnTo>
                  <a:lnTo>
                    <a:pt x="950204" y="288071"/>
                  </a:lnTo>
                  <a:lnTo>
                    <a:pt x="949248" y="287593"/>
                  </a:lnTo>
                  <a:lnTo>
                    <a:pt x="947338" y="284727"/>
                  </a:lnTo>
                  <a:lnTo>
                    <a:pt x="944471" y="282816"/>
                  </a:lnTo>
                  <a:lnTo>
                    <a:pt x="943993" y="282816"/>
                  </a:lnTo>
                  <a:lnTo>
                    <a:pt x="947338" y="285682"/>
                  </a:lnTo>
                  <a:lnTo>
                    <a:pt x="949248" y="288071"/>
                  </a:lnTo>
                  <a:lnTo>
                    <a:pt x="951637" y="290937"/>
                  </a:lnTo>
                  <a:lnTo>
                    <a:pt x="953548" y="292370"/>
                  </a:lnTo>
                  <a:lnTo>
                    <a:pt x="954981" y="294281"/>
                  </a:lnTo>
                  <a:lnTo>
                    <a:pt x="956414" y="295237"/>
                  </a:lnTo>
                  <a:lnTo>
                    <a:pt x="959758" y="296670"/>
                  </a:lnTo>
                  <a:lnTo>
                    <a:pt x="958325" y="297625"/>
                  </a:lnTo>
                  <a:lnTo>
                    <a:pt x="960714" y="298103"/>
                  </a:lnTo>
                  <a:lnTo>
                    <a:pt x="960714" y="299536"/>
                  </a:lnTo>
                  <a:lnTo>
                    <a:pt x="960714" y="301447"/>
                  </a:lnTo>
                  <a:lnTo>
                    <a:pt x="957848" y="300970"/>
                  </a:lnTo>
                  <a:lnTo>
                    <a:pt x="957848" y="301925"/>
                  </a:lnTo>
                  <a:lnTo>
                    <a:pt x="957848" y="302880"/>
                  </a:lnTo>
                  <a:lnTo>
                    <a:pt x="956892" y="303358"/>
                  </a:lnTo>
                  <a:lnTo>
                    <a:pt x="954981" y="302403"/>
                  </a:lnTo>
                  <a:lnTo>
                    <a:pt x="950682" y="298103"/>
                  </a:lnTo>
                  <a:lnTo>
                    <a:pt x="950682" y="298581"/>
                  </a:lnTo>
                  <a:lnTo>
                    <a:pt x="951159" y="299059"/>
                  </a:lnTo>
                  <a:lnTo>
                    <a:pt x="953548" y="301925"/>
                  </a:lnTo>
                  <a:lnTo>
                    <a:pt x="955937" y="303836"/>
                  </a:lnTo>
                  <a:lnTo>
                    <a:pt x="957848" y="304791"/>
                  </a:lnTo>
                  <a:lnTo>
                    <a:pt x="959281" y="306224"/>
                  </a:lnTo>
                  <a:lnTo>
                    <a:pt x="959758" y="307180"/>
                  </a:lnTo>
                  <a:lnTo>
                    <a:pt x="960236" y="308136"/>
                  </a:lnTo>
                  <a:lnTo>
                    <a:pt x="959281" y="309091"/>
                  </a:lnTo>
                  <a:lnTo>
                    <a:pt x="957848" y="309569"/>
                  </a:lnTo>
                  <a:lnTo>
                    <a:pt x="956892" y="308613"/>
                  </a:lnTo>
                  <a:lnTo>
                    <a:pt x="955937" y="307658"/>
                  </a:lnTo>
                  <a:lnTo>
                    <a:pt x="954026" y="306224"/>
                  </a:lnTo>
                  <a:lnTo>
                    <a:pt x="953548" y="304314"/>
                  </a:lnTo>
                  <a:lnTo>
                    <a:pt x="952115" y="304791"/>
                  </a:lnTo>
                  <a:lnTo>
                    <a:pt x="945904" y="302403"/>
                  </a:lnTo>
                  <a:lnTo>
                    <a:pt x="941127" y="301925"/>
                  </a:lnTo>
                  <a:lnTo>
                    <a:pt x="941605" y="302403"/>
                  </a:lnTo>
                  <a:lnTo>
                    <a:pt x="942082" y="302880"/>
                  </a:lnTo>
                  <a:lnTo>
                    <a:pt x="945904" y="303358"/>
                  </a:lnTo>
                  <a:lnTo>
                    <a:pt x="947338" y="304314"/>
                  </a:lnTo>
                  <a:lnTo>
                    <a:pt x="950682" y="305269"/>
                  </a:lnTo>
                  <a:lnTo>
                    <a:pt x="952592" y="305747"/>
                  </a:lnTo>
                  <a:lnTo>
                    <a:pt x="953070" y="308613"/>
                  </a:lnTo>
                  <a:lnTo>
                    <a:pt x="955937" y="310524"/>
                  </a:lnTo>
                  <a:lnTo>
                    <a:pt x="955937" y="311957"/>
                  </a:lnTo>
                  <a:lnTo>
                    <a:pt x="957848" y="311957"/>
                  </a:lnTo>
                  <a:lnTo>
                    <a:pt x="961192" y="310524"/>
                  </a:lnTo>
                  <a:lnTo>
                    <a:pt x="963103" y="311002"/>
                  </a:lnTo>
                  <a:lnTo>
                    <a:pt x="965969" y="311480"/>
                  </a:lnTo>
                  <a:lnTo>
                    <a:pt x="966447" y="312435"/>
                  </a:lnTo>
                  <a:lnTo>
                    <a:pt x="966924" y="314824"/>
                  </a:lnTo>
                  <a:lnTo>
                    <a:pt x="967880" y="317212"/>
                  </a:lnTo>
                  <a:lnTo>
                    <a:pt x="970746" y="326767"/>
                  </a:lnTo>
                  <a:lnTo>
                    <a:pt x="974568" y="334888"/>
                  </a:lnTo>
                  <a:lnTo>
                    <a:pt x="975046" y="335844"/>
                  </a:lnTo>
                  <a:lnTo>
                    <a:pt x="974090" y="334888"/>
                  </a:lnTo>
                  <a:lnTo>
                    <a:pt x="971224" y="329633"/>
                  </a:lnTo>
                  <a:lnTo>
                    <a:pt x="969791" y="325812"/>
                  </a:lnTo>
                  <a:lnTo>
                    <a:pt x="967880" y="319123"/>
                  </a:lnTo>
                  <a:lnTo>
                    <a:pt x="967402" y="317690"/>
                  </a:lnTo>
                  <a:lnTo>
                    <a:pt x="966924" y="317212"/>
                  </a:lnTo>
                  <a:lnTo>
                    <a:pt x="966447" y="317690"/>
                  </a:lnTo>
                  <a:lnTo>
                    <a:pt x="966447" y="318646"/>
                  </a:lnTo>
                  <a:lnTo>
                    <a:pt x="966447" y="319123"/>
                  </a:lnTo>
                  <a:lnTo>
                    <a:pt x="965969" y="321512"/>
                  </a:lnTo>
                  <a:lnTo>
                    <a:pt x="966447" y="322467"/>
                  </a:lnTo>
                  <a:lnTo>
                    <a:pt x="967402" y="323423"/>
                  </a:lnTo>
                  <a:lnTo>
                    <a:pt x="968357" y="325812"/>
                  </a:lnTo>
                  <a:lnTo>
                    <a:pt x="969313" y="329633"/>
                  </a:lnTo>
                  <a:lnTo>
                    <a:pt x="968357" y="328200"/>
                  </a:lnTo>
                  <a:lnTo>
                    <a:pt x="966924" y="327245"/>
                  </a:lnTo>
                  <a:lnTo>
                    <a:pt x="964536" y="326767"/>
                  </a:lnTo>
                  <a:lnTo>
                    <a:pt x="963103" y="325812"/>
                  </a:lnTo>
                  <a:lnTo>
                    <a:pt x="963103" y="327245"/>
                  </a:lnTo>
                  <a:lnTo>
                    <a:pt x="962625" y="328678"/>
                  </a:lnTo>
                  <a:lnTo>
                    <a:pt x="961669" y="328200"/>
                  </a:lnTo>
                  <a:lnTo>
                    <a:pt x="960714" y="327722"/>
                  </a:lnTo>
                  <a:lnTo>
                    <a:pt x="961192" y="329633"/>
                  </a:lnTo>
                  <a:lnTo>
                    <a:pt x="959281" y="329155"/>
                  </a:lnTo>
                  <a:lnTo>
                    <a:pt x="958325" y="329155"/>
                  </a:lnTo>
                  <a:lnTo>
                    <a:pt x="957370" y="330589"/>
                  </a:lnTo>
                  <a:lnTo>
                    <a:pt x="956414" y="331544"/>
                  </a:lnTo>
                  <a:lnTo>
                    <a:pt x="954981" y="331544"/>
                  </a:lnTo>
                  <a:lnTo>
                    <a:pt x="952592" y="330111"/>
                  </a:lnTo>
                  <a:lnTo>
                    <a:pt x="951637" y="328678"/>
                  </a:lnTo>
                  <a:lnTo>
                    <a:pt x="951159" y="326767"/>
                  </a:lnTo>
                  <a:lnTo>
                    <a:pt x="951159" y="329155"/>
                  </a:lnTo>
                  <a:lnTo>
                    <a:pt x="951637" y="331066"/>
                  </a:lnTo>
                  <a:lnTo>
                    <a:pt x="951637" y="332977"/>
                  </a:lnTo>
                  <a:lnTo>
                    <a:pt x="953548" y="333455"/>
                  </a:lnTo>
                  <a:lnTo>
                    <a:pt x="955937" y="332977"/>
                  </a:lnTo>
                  <a:lnTo>
                    <a:pt x="958803" y="332977"/>
                  </a:lnTo>
                  <a:lnTo>
                    <a:pt x="960714" y="332977"/>
                  </a:lnTo>
                  <a:lnTo>
                    <a:pt x="961669" y="332022"/>
                  </a:lnTo>
                  <a:lnTo>
                    <a:pt x="964536" y="332500"/>
                  </a:lnTo>
                  <a:lnTo>
                    <a:pt x="964536" y="334888"/>
                  </a:lnTo>
                  <a:lnTo>
                    <a:pt x="964536" y="336799"/>
                  </a:lnTo>
                  <a:lnTo>
                    <a:pt x="964058" y="338710"/>
                  </a:lnTo>
                  <a:lnTo>
                    <a:pt x="965014" y="338710"/>
                  </a:lnTo>
                  <a:lnTo>
                    <a:pt x="965969" y="338232"/>
                  </a:lnTo>
                  <a:lnTo>
                    <a:pt x="966447" y="334411"/>
                  </a:lnTo>
                  <a:lnTo>
                    <a:pt x="968835" y="332977"/>
                  </a:lnTo>
                  <a:lnTo>
                    <a:pt x="969791" y="332977"/>
                  </a:lnTo>
                  <a:lnTo>
                    <a:pt x="970269" y="334411"/>
                  </a:lnTo>
                  <a:lnTo>
                    <a:pt x="970746" y="335366"/>
                  </a:lnTo>
                  <a:lnTo>
                    <a:pt x="970746" y="337277"/>
                  </a:lnTo>
                  <a:lnTo>
                    <a:pt x="970269" y="339666"/>
                  </a:lnTo>
                  <a:lnTo>
                    <a:pt x="966447" y="343010"/>
                  </a:lnTo>
                  <a:lnTo>
                    <a:pt x="963580" y="345876"/>
                  </a:lnTo>
                  <a:lnTo>
                    <a:pt x="962625" y="346354"/>
                  </a:lnTo>
                  <a:lnTo>
                    <a:pt x="960236" y="345876"/>
                  </a:lnTo>
                  <a:lnTo>
                    <a:pt x="958325" y="345398"/>
                  </a:lnTo>
                  <a:lnTo>
                    <a:pt x="956892" y="345398"/>
                  </a:lnTo>
                  <a:lnTo>
                    <a:pt x="955937" y="345398"/>
                  </a:lnTo>
                  <a:lnTo>
                    <a:pt x="955459" y="344443"/>
                  </a:lnTo>
                  <a:lnTo>
                    <a:pt x="955459" y="343010"/>
                  </a:lnTo>
                  <a:lnTo>
                    <a:pt x="954504" y="342532"/>
                  </a:lnTo>
                  <a:lnTo>
                    <a:pt x="953548" y="342532"/>
                  </a:lnTo>
                  <a:lnTo>
                    <a:pt x="953070" y="344443"/>
                  </a:lnTo>
                  <a:lnTo>
                    <a:pt x="951159" y="344443"/>
                  </a:lnTo>
                  <a:lnTo>
                    <a:pt x="948293" y="343965"/>
                  </a:lnTo>
                  <a:lnTo>
                    <a:pt x="945427" y="342532"/>
                  </a:lnTo>
                  <a:lnTo>
                    <a:pt x="946382" y="343965"/>
                  </a:lnTo>
                  <a:lnTo>
                    <a:pt x="954026" y="346831"/>
                  </a:lnTo>
                  <a:lnTo>
                    <a:pt x="954981" y="347309"/>
                  </a:lnTo>
                  <a:lnTo>
                    <a:pt x="955937" y="348265"/>
                  </a:lnTo>
                  <a:lnTo>
                    <a:pt x="954504" y="349698"/>
                  </a:lnTo>
                  <a:lnTo>
                    <a:pt x="954026" y="350653"/>
                  </a:lnTo>
                  <a:lnTo>
                    <a:pt x="953548" y="352087"/>
                  </a:lnTo>
                  <a:lnTo>
                    <a:pt x="953548" y="352564"/>
                  </a:lnTo>
                  <a:lnTo>
                    <a:pt x="950204" y="354475"/>
                  </a:lnTo>
                  <a:lnTo>
                    <a:pt x="948771" y="353997"/>
                  </a:lnTo>
                  <a:lnTo>
                    <a:pt x="944471" y="350653"/>
                  </a:lnTo>
                  <a:lnTo>
                    <a:pt x="946382" y="353520"/>
                  </a:lnTo>
                  <a:lnTo>
                    <a:pt x="948293" y="354953"/>
                  </a:lnTo>
                  <a:lnTo>
                    <a:pt x="951159" y="355431"/>
                  </a:lnTo>
                  <a:lnTo>
                    <a:pt x="956892" y="354475"/>
                  </a:lnTo>
                  <a:lnTo>
                    <a:pt x="958803" y="355431"/>
                  </a:lnTo>
                  <a:lnTo>
                    <a:pt x="957370" y="357819"/>
                  </a:lnTo>
                  <a:lnTo>
                    <a:pt x="955459" y="359253"/>
                  </a:lnTo>
                  <a:lnTo>
                    <a:pt x="953548" y="359253"/>
                  </a:lnTo>
                  <a:lnTo>
                    <a:pt x="952115" y="359730"/>
                  </a:lnTo>
                  <a:lnTo>
                    <a:pt x="951159" y="360686"/>
                  </a:lnTo>
                  <a:lnTo>
                    <a:pt x="950204" y="360686"/>
                  </a:lnTo>
                  <a:lnTo>
                    <a:pt x="948293" y="360686"/>
                  </a:lnTo>
                  <a:lnTo>
                    <a:pt x="944949" y="360686"/>
                  </a:lnTo>
                  <a:lnTo>
                    <a:pt x="943516" y="360686"/>
                  </a:lnTo>
                  <a:lnTo>
                    <a:pt x="941127" y="362596"/>
                  </a:lnTo>
                  <a:lnTo>
                    <a:pt x="940172" y="363074"/>
                  </a:lnTo>
                  <a:lnTo>
                    <a:pt x="938739" y="362596"/>
                  </a:lnTo>
                  <a:lnTo>
                    <a:pt x="938261" y="361163"/>
                  </a:lnTo>
                  <a:lnTo>
                    <a:pt x="937783" y="360208"/>
                  </a:lnTo>
                  <a:lnTo>
                    <a:pt x="937783" y="363074"/>
                  </a:lnTo>
                  <a:lnTo>
                    <a:pt x="938261" y="364030"/>
                  </a:lnTo>
                  <a:lnTo>
                    <a:pt x="938739" y="364508"/>
                  </a:lnTo>
                  <a:lnTo>
                    <a:pt x="935872" y="366419"/>
                  </a:lnTo>
                  <a:lnTo>
                    <a:pt x="933006" y="368329"/>
                  </a:lnTo>
                  <a:lnTo>
                    <a:pt x="932050" y="368807"/>
                  </a:lnTo>
                  <a:lnTo>
                    <a:pt x="931095" y="369762"/>
                  </a:lnTo>
                  <a:lnTo>
                    <a:pt x="929184" y="373107"/>
                  </a:lnTo>
                  <a:lnTo>
                    <a:pt x="928228" y="375018"/>
                  </a:lnTo>
                  <a:lnTo>
                    <a:pt x="927750" y="377406"/>
                  </a:lnTo>
                  <a:lnTo>
                    <a:pt x="927750" y="376451"/>
                  </a:lnTo>
                  <a:lnTo>
                    <a:pt x="927750" y="374540"/>
                  </a:lnTo>
                  <a:lnTo>
                    <a:pt x="927273" y="372629"/>
                  </a:lnTo>
                  <a:lnTo>
                    <a:pt x="926795" y="376451"/>
                  </a:lnTo>
                  <a:lnTo>
                    <a:pt x="925840" y="378362"/>
                  </a:lnTo>
                  <a:lnTo>
                    <a:pt x="918196" y="377884"/>
                  </a:lnTo>
                  <a:lnTo>
                    <a:pt x="914852" y="378839"/>
                  </a:lnTo>
                  <a:lnTo>
                    <a:pt x="909597" y="382184"/>
                  </a:lnTo>
                  <a:lnTo>
                    <a:pt x="908164" y="383617"/>
                  </a:lnTo>
                  <a:lnTo>
                    <a:pt x="903864" y="389350"/>
                  </a:lnTo>
                  <a:lnTo>
                    <a:pt x="902431" y="392694"/>
                  </a:lnTo>
                  <a:lnTo>
                    <a:pt x="901475" y="391260"/>
                  </a:lnTo>
                  <a:lnTo>
                    <a:pt x="901953" y="389827"/>
                  </a:lnTo>
                  <a:lnTo>
                    <a:pt x="901953" y="389350"/>
                  </a:lnTo>
                  <a:lnTo>
                    <a:pt x="900998" y="390783"/>
                  </a:lnTo>
                  <a:lnTo>
                    <a:pt x="901953" y="393649"/>
                  </a:lnTo>
                  <a:lnTo>
                    <a:pt x="900998" y="395082"/>
                  </a:lnTo>
                  <a:lnTo>
                    <a:pt x="898131" y="396993"/>
                  </a:lnTo>
                  <a:lnTo>
                    <a:pt x="896698" y="397471"/>
                  </a:lnTo>
                  <a:lnTo>
                    <a:pt x="894787" y="397949"/>
                  </a:lnTo>
                  <a:lnTo>
                    <a:pt x="894309" y="399860"/>
                  </a:lnTo>
                  <a:lnTo>
                    <a:pt x="891921" y="401770"/>
                  </a:lnTo>
                  <a:lnTo>
                    <a:pt x="890488" y="402248"/>
                  </a:lnTo>
                  <a:lnTo>
                    <a:pt x="888099" y="401770"/>
                  </a:lnTo>
                  <a:lnTo>
                    <a:pt x="888577" y="403681"/>
                  </a:lnTo>
                  <a:lnTo>
                    <a:pt x="887621" y="405115"/>
                  </a:lnTo>
                  <a:lnTo>
                    <a:pt x="886188" y="406070"/>
                  </a:lnTo>
                  <a:lnTo>
                    <a:pt x="884277" y="406548"/>
                  </a:lnTo>
                  <a:lnTo>
                    <a:pt x="882844" y="406548"/>
                  </a:lnTo>
                  <a:lnTo>
                    <a:pt x="881889" y="407026"/>
                  </a:lnTo>
                  <a:lnTo>
                    <a:pt x="881411" y="407981"/>
                  </a:lnTo>
                  <a:lnTo>
                    <a:pt x="879500" y="408459"/>
                  </a:lnTo>
                  <a:lnTo>
                    <a:pt x="877589" y="407981"/>
                  </a:lnTo>
                  <a:lnTo>
                    <a:pt x="875200" y="407981"/>
                  </a:lnTo>
                  <a:lnTo>
                    <a:pt x="873767" y="408459"/>
                  </a:lnTo>
                  <a:lnTo>
                    <a:pt x="876156" y="408936"/>
                  </a:lnTo>
                  <a:lnTo>
                    <a:pt x="877111" y="410369"/>
                  </a:lnTo>
                  <a:lnTo>
                    <a:pt x="877111" y="411803"/>
                  </a:lnTo>
                  <a:lnTo>
                    <a:pt x="876156" y="412280"/>
                  </a:lnTo>
                  <a:lnTo>
                    <a:pt x="875200" y="413236"/>
                  </a:lnTo>
                  <a:lnTo>
                    <a:pt x="874723" y="413236"/>
                  </a:lnTo>
                  <a:lnTo>
                    <a:pt x="874245" y="412280"/>
                  </a:lnTo>
                  <a:lnTo>
                    <a:pt x="873767" y="410847"/>
                  </a:lnTo>
                  <a:lnTo>
                    <a:pt x="873290" y="411325"/>
                  </a:lnTo>
                  <a:lnTo>
                    <a:pt x="872812" y="411803"/>
                  </a:lnTo>
                  <a:lnTo>
                    <a:pt x="872334" y="412280"/>
                  </a:lnTo>
                  <a:lnTo>
                    <a:pt x="870423" y="409892"/>
                  </a:lnTo>
                  <a:lnTo>
                    <a:pt x="870901" y="411325"/>
                  </a:lnTo>
                  <a:lnTo>
                    <a:pt x="871378" y="412758"/>
                  </a:lnTo>
                  <a:lnTo>
                    <a:pt x="871856" y="413714"/>
                  </a:lnTo>
                  <a:lnTo>
                    <a:pt x="872812" y="414192"/>
                  </a:lnTo>
                  <a:lnTo>
                    <a:pt x="872812" y="414669"/>
                  </a:lnTo>
                  <a:lnTo>
                    <a:pt x="871378" y="416102"/>
                  </a:lnTo>
                  <a:lnTo>
                    <a:pt x="870901" y="416580"/>
                  </a:lnTo>
                  <a:lnTo>
                    <a:pt x="869945" y="417058"/>
                  </a:lnTo>
                  <a:lnTo>
                    <a:pt x="868990" y="418013"/>
                  </a:lnTo>
                  <a:lnTo>
                    <a:pt x="869468" y="418491"/>
                  </a:lnTo>
                  <a:lnTo>
                    <a:pt x="868034" y="420402"/>
                  </a:lnTo>
                  <a:lnTo>
                    <a:pt x="865646" y="421835"/>
                  </a:lnTo>
                  <a:lnTo>
                    <a:pt x="865168" y="421835"/>
                  </a:lnTo>
                  <a:lnTo>
                    <a:pt x="864690" y="421835"/>
                  </a:lnTo>
                  <a:lnTo>
                    <a:pt x="864690" y="422791"/>
                  </a:lnTo>
                  <a:lnTo>
                    <a:pt x="865646" y="423268"/>
                  </a:lnTo>
                  <a:lnTo>
                    <a:pt x="865168" y="423746"/>
                  </a:lnTo>
                  <a:lnTo>
                    <a:pt x="864690" y="424701"/>
                  </a:lnTo>
                  <a:lnTo>
                    <a:pt x="863735" y="424701"/>
                  </a:lnTo>
                  <a:lnTo>
                    <a:pt x="862779" y="425657"/>
                  </a:lnTo>
                  <a:lnTo>
                    <a:pt x="863257" y="426612"/>
                  </a:lnTo>
                  <a:lnTo>
                    <a:pt x="863257" y="427090"/>
                  </a:lnTo>
                  <a:lnTo>
                    <a:pt x="863257" y="427568"/>
                  </a:lnTo>
                  <a:lnTo>
                    <a:pt x="861824" y="428523"/>
                  </a:lnTo>
                  <a:lnTo>
                    <a:pt x="861346" y="429001"/>
                  </a:lnTo>
                  <a:lnTo>
                    <a:pt x="862302" y="429479"/>
                  </a:lnTo>
                  <a:lnTo>
                    <a:pt x="862779" y="429001"/>
                  </a:lnTo>
                  <a:lnTo>
                    <a:pt x="863257" y="429479"/>
                  </a:lnTo>
                  <a:lnTo>
                    <a:pt x="862302" y="430434"/>
                  </a:lnTo>
                  <a:lnTo>
                    <a:pt x="861824" y="431390"/>
                  </a:lnTo>
                  <a:lnTo>
                    <a:pt x="860868" y="432823"/>
                  </a:lnTo>
                  <a:lnTo>
                    <a:pt x="859435" y="433301"/>
                  </a:lnTo>
                  <a:lnTo>
                    <a:pt x="859435" y="433301"/>
                  </a:lnTo>
                  <a:lnTo>
                    <a:pt x="860391" y="433778"/>
                  </a:lnTo>
                  <a:lnTo>
                    <a:pt x="860868" y="435211"/>
                  </a:lnTo>
                  <a:lnTo>
                    <a:pt x="859435" y="437122"/>
                  </a:lnTo>
                  <a:lnTo>
                    <a:pt x="858480" y="436645"/>
                  </a:lnTo>
                  <a:lnTo>
                    <a:pt x="858002" y="436167"/>
                  </a:lnTo>
                  <a:lnTo>
                    <a:pt x="857524" y="438078"/>
                  </a:lnTo>
                  <a:lnTo>
                    <a:pt x="857524" y="438556"/>
                  </a:lnTo>
                  <a:lnTo>
                    <a:pt x="857524" y="440467"/>
                  </a:lnTo>
                  <a:lnTo>
                    <a:pt x="856569" y="442377"/>
                  </a:lnTo>
                  <a:lnTo>
                    <a:pt x="856569" y="443333"/>
                  </a:lnTo>
                  <a:lnTo>
                    <a:pt x="856569" y="444766"/>
                  </a:lnTo>
                  <a:lnTo>
                    <a:pt x="856569" y="446199"/>
                  </a:lnTo>
                  <a:lnTo>
                    <a:pt x="857524" y="448110"/>
                  </a:lnTo>
                  <a:lnTo>
                    <a:pt x="858958" y="455754"/>
                  </a:lnTo>
                  <a:lnTo>
                    <a:pt x="859913" y="458620"/>
                  </a:lnTo>
                  <a:lnTo>
                    <a:pt x="861824" y="465786"/>
                  </a:lnTo>
                  <a:lnTo>
                    <a:pt x="864690" y="472952"/>
                  </a:lnTo>
                  <a:lnTo>
                    <a:pt x="868512" y="481551"/>
                  </a:lnTo>
                  <a:lnTo>
                    <a:pt x="875200" y="491583"/>
                  </a:lnTo>
                  <a:lnTo>
                    <a:pt x="876156" y="493017"/>
                  </a:lnTo>
                  <a:lnTo>
                    <a:pt x="875200" y="493972"/>
                  </a:lnTo>
                  <a:lnTo>
                    <a:pt x="875200" y="495406"/>
                  </a:lnTo>
                  <a:lnTo>
                    <a:pt x="874723" y="497316"/>
                  </a:lnTo>
                  <a:lnTo>
                    <a:pt x="875200" y="499227"/>
                  </a:lnTo>
                  <a:lnTo>
                    <a:pt x="876156" y="501616"/>
                  </a:lnTo>
                  <a:lnTo>
                    <a:pt x="877589" y="504960"/>
                  </a:lnTo>
                  <a:lnTo>
                    <a:pt x="876634" y="504482"/>
                  </a:lnTo>
                  <a:lnTo>
                    <a:pt x="874245" y="499227"/>
                  </a:lnTo>
                  <a:lnTo>
                    <a:pt x="874245" y="496361"/>
                  </a:lnTo>
                  <a:lnTo>
                    <a:pt x="874723" y="492061"/>
                  </a:lnTo>
                  <a:lnTo>
                    <a:pt x="873767" y="492539"/>
                  </a:lnTo>
                  <a:lnTo>
                    <a:pt x="873767" y="493494"/>
                  </a:lnTo>
                  <a:lnTo>
                    <a:pt x="873290" y="495406"/>
                  </a:lnTo>
                  <a:lnTo>
                    <a:pt x="872812" y="495883"/>
                  </a:lnTo>
                  <a:lnTo>
                    <a:pt x="871856" y="493494"/>
                  </a:lnTo>
                  <a:lnTo>
                    <a:pt x="871856" y="492539"/>
                  </a:lnTo>
                  <a:lnTo>
                    <a:pt x="872812" y="491106"/>
                  </a:lnTo>
                  <a:lnTo>
                    <a:pt x="872812" y="490628"/>
                  </a:lnTo>
                  <a:lnTo>
                    <a:pt x="871378" y="490150"/>
                  </a:lnTo>
                  <a:lnTo>
                    <a:pt x="870901" y="488717"/>
                  </a:lnTo>
                  <a:lnTo>
                    <a:pt x="871378" y="487762"/>
                  </a:lnTo>
                  <a:lnTo>
                    <a:pt x="870423" y="487284"/>
                  </a:lnTo>
                  <a:lnTo>
                    <a:pt x="869945" y="487284"/>
                  </a:lnTo>
                  <a:lnTo>
                    <a:pt x="870423" y="490150"/>
                  </a:lnTo>
                  <a:lnTo>
                    <a:pt x="870901" y="491583"/>
                  </a:lnTo>
                  <a:lnTo>
                    <a:pt x="871856" y="494928"/>
                  </a:lnTo>
                  <a:lnTo>
                    <a:pt x="872812" y="497316"/>
                  </a:lnTo>
                  <a:lnTo>
                    <a:pt x="873767" y="499227"/>
                  </a:lnTo>
                  <a:lnTo>
                    <a:pt x="881889" y="519292"/>
                  </a:lnTo>
                  <a:lnTo>
                    <a:pt x="884277" y="521681"/>
                  </a:lnTo>
                  <a:lnTo>
                    <a:pt x="884755" y="523591"/>
                  </a:lnTo>
                  <a:lnTo>
                    <a:pt x="885710" y="527413"/>
                  </a:lnTo>
                  <a:lnTo>
                    <a:pt x="885710" y="532190"/>
                  </a:lnTo>
                  <a:lnTo>
                    <a:pt x="884277" y="540790"/>
                  </a:lnTo>
                  <a:lnTo>
                    <a:pt x="884277" y="547000"/>
                  </a:lnTo>
                  <a:lnTo>
                    <a:pt x="883800" y="546522"/>
                  </a:lnTo>
                  <a:lnTo>
                    <a:pt x="883800" y="546045"/>
                  </a:lnTo>
                  <a:lnTo>
                    <a:pt x="883322" y="546045"/>
                  </a:lnTo>
                  <a:lnTo>
                    <a:pt x="882366" y="548911"/>
                  </a:lnTo>
                  <a:lnTo>
                    <a:pt x="880455" y="551300"/>
                  </a:lnTo>
                  <a:lnTo>
                    <a:pt x="879978" y="555122"/>
                  </a:lnTo>
                  <a:lnTo>
                    <a:pt x="879500" y="557032"/>
                  </a:lnTo>
                  <a:lnTo>
                    <a:pt x="877111" y="558943"/>
                  </a:lnTo>
                  <a:lnTo>
                    <a:pt x="875678" y="558943"/>
                  </a:lnTo>
                  <a:lnTo>
                    <a:pt x="871856" y="560377"/>
                  </a:lnTo>
                  <a:lnTo>
                    <a:pt x="869468" y="559899"/>
                  </a:lnTo>
                  <a:lnTo>
                    <a:pt x="866601" y="560854"/>
                  </a:lnTo>
                  <a:lnTo>
                    <a:pt x="864690" y="560854"/>
                  </a:lnTo>
                  <a:lnTo>
                    <a:pt x="863257" y="558943"/>
                  </a:lnTo>
                  <a:lnTo>
                    <a:pt x="863735" y="558466"/>
                  </a:lnTo>
                  <a:lnTo>
                    <a:pt x="864213" y="557510"/>
                  </a:lnTo>
                  <a:lnTo>
                    <a:pt x="864690" y="557032"/>
                  </a:lnTo>
                  <a:lnTo>
                    <a:pt x="867557" y="558943"/>
                  </a:lnTo>
                  <a:lnTo>
                    <a:pt x="868034" y="558466"/>
                  </a:lnTo>
                  <a:lnTo>
                    <a:pt x="867079" y="557510"/>
                  </a:lnTo>
                  <a:lnTo>
                    <a:pt x="865646" y="557032"/>
                  </a:lnTo>
                  <a:lnTo>
                    <a:pt x="864690" y="556077"/>
                  </a:lnTo>
                  <a:lnTo>
                    <a:pt x="862302" y="551778"/>
                  </a:lnTo>
                  <a:lnTo>
                    <a:pt x="859913" y="548911"/>
                  </a:lnTo>
                  <a:lnTo>
                    <a:pt x="859435" y="547000"/>
                  </a:lnTo>
                  <a:lnTo>
                    <a:pt x="855613" y="545567"/>
                  </a:lnTo>
                  <a:lnTo>
                    <a:pt x="852747" y="544134"/>
                  </a:lnTo>
                  <a:lnTo>
                    <a:pt x="850836" y="540790"/>
                  </a:lnTo>
                  <a:lnTo>
                    <a:pt x="849403" y="534579"/>
                  </a:lnTo>
                  <a:lnTo>
                    <a:pt x="848448" y="534101"/>
                  </a:lnTo>
                  <a:lnTo>
                    <a:pt x="847492" y="533624"/>
                  </a:lnTo>
                  <a:lnTo>
                    <a:pt x="848925" y="531713"/>
                  </a:lnTo>
                  <a:lnTo>
                    <a:pt x="850359" y="529802"/>
                  </a:lnTo>
                  <a:lnTo>
                    <a:pt x="849403" y="530280"/>
                  </a:lnTo>
                  <a:lnTo>
                    <a:pt x="848448" y="530757"/>
                  </a:lnTo>
                  <a:lnTo>
                    <a:pt x="847492" y="532668"/>
                  </a:lnTo>
                  <a:lnTo>
                    <a:pt x="847014" y="532668"/>
                  </a:lnTo>
                  <a:lnTo>
                    <a:pt x="846059" y="532668"/>
                  </a:lnTo>
                  <a:lnTo>
                    <a:pt x="845581" y="529324"/>
                  </a:lnTo>
                  <a:lnTo>
                    <a:pt x="845581" y="525502"/>
                  </a:lnTo>
                  <a:lnTo>
                    <a:pt x="846536" y="524069"/>
                  </a:lnTo>
                  <a:lnTo>
                    <a:pt x="845103" y="524069"/>
                  </a:lnTo>
                  <a:lnTo>
                    <a:pt x="843193" y="524547"/>
                  </a:lnTo>
                  <a:lnTo>
                    <a:pt x="843670" y="525980"/>
                  </a:lnTo>
                  <a:lnTo>
                    <a:pt x="843193" y="526458"/>
                  </a:lnTo>
                  <a:lnTo>
                    <a:pt x="842237" y="526458"/>
                  </a:lnTo>
                  <a:lnTo>
                    <a:pt x="841282" y="525980"/>
                  </a:lnTo>
                  <a:lnTo>
                    <a:pt x="839848" y="524547"/>
                  </a:lnTo>
                  <a:lnTo>
                    <a:pt x="837937" y="522158"/>
                  </a:lnTo>
                  <a:lnTo>
                    <a:pt x="834593" y="514992"/>
                  </a:lnTo>
                  <a:lnTo>
                    <a:pt x="834116" y="514037"/>
                  </a:lnTo>
                  <a:lnTo>
                    <a:pt x="832683" y="513081"/>
                  </a:lnTo>
                  <a:lnTo>
                    <a:pt x="833160" y="513081"/>
                  </a:lnTo>
                  <a:lnTo>
                    <a:pt x="834116" y="512604"/>
                  </a:lnTo>
                  <a:lnTo>
                    <a:pt x="836504" y="509737"/>
                  </a:lnTo>
                  <a:lnTo>
                    <a:pt x="838415" y="507826"/>
                  </a:lnTo>
                  <a:lnTo>
                    <a:pt x="838893" y="506393"/>
                  </a:lnTo>
                  <a:lnTo>
                    <a:pt x="838893" y="505915"/>
                  </a:lnTo>
                  <a:lnTo>
                    <a:pt x="837937" y="504960"/>
                  </a:lnTo>
                  <a:lnTo>
                    <a:pt x="836982" y="505438"/>
                  </a:lnTo>
                  <a:lnTo>
                    <a:pt x="836504" y="505438"/>
                  </a:lnTo>
                  <a:lnTo>
                    <a:pt x="835549" y="504005"/>
                  </a:lnTo>
                  <a:lnTo>
                    <a:pt x="834116" y="503527"/>
                  </a:lnTo>
                  <a:lnTo>
                    <a:pt x="833638" y="503527"/>
                  </a:lnTo>
                  <a:lnTo>
                    <a:pt x="834116" y="504960"/>
                  </a:lnTo>
                  <a:lnTo>
                    <a:pt x="835071" y="505438"/>
                  </a:lnTo>
                  <a:lnTo>
                    <a:pt x="834593" y="507349"/>
                  </a:lnTo>
                  <a:lnTo>
                    <a:pt x="834593" y="508304"/>
                  </a:lnTo>
                  <a:lnTo>
                    <a:pt x="833638" y="508782"/>
                  </a:lnTo>
                  <a:lnTo>
                    <a:pt x="832683" y="508304"/>
                  </a:lnTo>
                  <a:lnTo>
                    <a:pt x="832205" y="508782"/>
                  </a:lnTo>
                  <a:lnTo>
                    <a:pt x="831727" y="508304"/>
                  </a:lnTo>
                  <a:lnTo>
                    <a:pt x="830771" y="507349"/>
                  </a:lnTo>
                  <a:lnTo>
                    <a:pt x="830294" y="505915"/>
                  </a:lnTo>
                  <a:lnTo>
                    <a:pt x="832205" y="498272"/>
                  </a:lnTo>
                  <a:lnTo>
                    <a:pt x="833638" y="493017"/>
                  </a:lnTo>
                  <a:lnTo>
                    <a:pt x="834116" y="487284"/>
                  </a:lnTo>
                  <a:lnTo>
                    <a:pt x="834116" y="486329"/>
                  </a:lnTo>
                  <a:lnTo>
                    <a:pt x="834116" y="484417"/>
                  </a:lnTo>
                  <a:lnTo>
                    <a:pt x="831727" y="481074"/>
                  </a:lnTo>
                  <a:lnTo>
                    <a:pt x="821217" y="472952"/>
                  </a:lnTo>
                  <a:lnTo>
                    <a:pt x="813095" y="462920"/>
                  </a:lnTo>
                  <a:lnTo>
                    <a:pt x="806407" y="459576"/>
                  </a:lnTo>
                  <a:lnTo>
                    <a:pt x="801152" y="460053"/>
                  </a:lnTo>
                  <a:lnTo>
                    <a:pt x="800197" y="461009"/>
                  </a:lnTo>
                  <a:lnTo>
                    <a:pt x="799719" y="461964"/>
                  </a:lnTo>
                  <a:lnTo>
                    <a:pt x="800197" y="462920"/>
                  </a:lnTo>
                  <a:lnTo>
                    <a:pt x="799719" y="463398"/>
                  </a:lnTo>
                  <a:lnTo>
                    <a:pt x="798286" y="463398"/>
                  </a:lnTo>
                  <a:lnTo>
                    <a:pt x="796375" y="463875"/>
                  </a:lnTo>
                  <a:lnTo>
                    <a:pt x="791598" y="466264"/>
                  </a:lnTo>
                  <a:lnTo>
                    <a:pt x="789687" y="466264"/>
                  </a:lnTo>
                  <a:lnTo>
                    <a:pt x="787776" y="466742"/>
                  </a:lnTo>
                  <a:lnTo>
                    <a:pt x="786820" y="467219"/>
                  </a:lnTo>
                  <a:lnTo>
                    <a:pt x="783954" y="467697"/>
                  </a:lnTo>
                  <a:lnTo>
                    <a:pt x="781088" y="468175"/>
                  </a:lnTo>
                  <a:lnTo>
                    <a:pt x="780132" y="467697"/>
                  </a:lnTo>
                  <a:lnTo>
                    <a:pt x="779177" y="466264"/>
                  </a:lnTo>
                  <a:lnTo>
                    <a:pt x="779177" y="464831"/>
                  </a:lnTo>
                  <a:lnTo>
                    <a:pt x="779654" y="466264"/>
                  </a:lnTo>
                  <a:lnTo>
                    <a:pt x="780610" y="467219"/>
                  </a:lnTo>
                  <a:lnTo>
                    <a:pt x="781088" y="466742"/>
                  </a:lnTo>
                  <a:lnTo>
                    <a:pt x="781088" y="465786"/>
                  </a:lnTo>
                  <a:lnTo>
                    <a:pt x="780610" y="464353"/>
                  </a:lnTo>
                  <a:lnTo>
                    <a:pt x="777266" y="461964"/>
                  </a:lnTo>
                  <a:lnTo>
                    <a:pt x="773922" y="459098"/>
                  </a:lnTo>
                  <a:lnTo>
                    <a:pt x="774877" y="459098"/>
                  </a:lnTo>
                  <a:lnTo>
                    <a:pt x="775355" y="458620"/>
                  </a:lnTo>
                  <a:lnTo>
                    <a:pt x="774399" y="457665"/>
                  </a:lnTo>
                  <a:lnTo>
                    <a:pt x="774877" y="456709"/>
                  </a:lnTo>
                  <a:lnTo>
                    <a:pt x="775355" y="455754"/>
                  </a:lnTo>
                  <a:lnTo>
                    <a:pt x="773922" y="455754"/>
                  </a:lnTo>
                  <a:lnTo>
                    <a:pt x="772488" y="456232"/>
                  </a:lnTo>
                  <a:lnTo>
                    <a:pt x="772488" y="457187"/>
                  </a:lnTo>
                  <a:lnTo>
                    <a:pt x="772488" y="458142"/>
                  </a:lnTo>
                  <a:lnTo>
                    <a:pt x="771533" y="458142"/>
                  </a:lnTo>
                  <a:lnTo>
                    <a:pt x="770578" y="457187"/>
                  </a:lnTo>
                  <a:lnTo>
                    <a:pt x="763889" y="454799"/>
                  </a:lnTo>
                  <a:lnTo>
                    <a:pt x="758634" y="453365"/>
                  </a:lnTo>
                  <a:lnTo>
                    <a:pt x="762934" y="452410"/>
                  </a:lnTo>
                  <a:lnTo>
                    <a:pt x="765322" y="452887"/>
                  </a:lnTo>
                  <a:lnTo>
                    <a:pt x="764845" y="452410"/>
                  </a:lnTo>
                  <a:lnTo>
                    <a:pt x="764367" y="451932"/>
                  </a:lnTo>
                  <a:lnTo>
                    <a:pt x="762456" y="451454"/>
                  </a:lnTo>
                  <a:lnTo>
                    <a:pt x="760068" y="451454"/>
                  </a:lnTo>
                  <a:lnTo>
                    <a:pt x="758634" y="450976"/>
                  </a:lnTo>
                  <a:lnTo>
                    <a:pt x="757201" y="451932"/>
                  </a:lnTo>
                  <a:lnTo>
                    <a:pt x="755768" y="452887"/>
                  </a:lnTo>
                  <a:lnTo>
                    <a:pt x="754335" y="452887"/>
                  </a:lnTo>
                  <a:lnTo>
                    <a:pt x="748602" y="453843"/>
                  </a:lnTo>
                  <a:lnTo>
                    <a:pt x="743825" y="454321"/>
                  </a:lnTo>
                  <a:lnTo>
                    <a:pt x="744303" y="453843"/>
                  </a:lnTo>
                  <a:lnTo>
                    <a:pt x="745258" y="453365"/>
                  </a:lnTo>
                  <a:lnTo>
                    <a:pt x="748124" y="452410"/>
                  </a:lnTo>
                  <a:lnTo>
                    <a:pt x="748602" y="450976"/>
                  </a:lnTo>
                  <a:lnTo>
                    <a:pt x="747647" y="449543"/>
                  </a:lnTo>
                  <a:lnTo>
                    <a:pt x="747169" y="450021"/>
                  </a:lnTo>
                  <a:lnTo>
                    <a:pt x="746213" y="450976"/>
                  </a:lnTo>
                  <a:lnTo>
                    <a:pt x="745258" y="450021"/>
                  </a:lnTo>
                  <a:lnTo>
                    <a:pt x="744303" y="450021"/>
                  </a:lnTo>
                  <a:lnTo>
                    <a:pt x="744303" y="451932"/>
                  </a:lnTo>
                  <a:lnTo>
                    <a:pt x="742869" y="453365"/>
                  </a:lnTo>
                  <a:lnTo>
                    <a:pt x="742392" y="454321"/>
                  </a:lnTo>
                  <a:lnTo>
                    <a:pt x="738570" y="455276"/>
                  </a:lnTo>
                  <a:lnTo>
                    <a:pt x="737614" y="455276"/>
                  </a:lnTo>
                  <a:lnTo>
                    <a:pt x="739047" y="453843"/>
                  </a:lnTo>
                  <a:lnTo>
                    <a:pt x="739047" y="453365"/>
                  </a:lnTo>
                  <a:lnTo>
                    <a:pt x="737614" y="453843"/>
                  </a:lnTo>
                  <a:lnTo>
                    <a:pt x="735226" y="455754"/>
                  </a:lnTo>
                  <a:lnTo>
                    <a:pt x="728060" y="456709"/>
                  </a:lnTo>
                  <a:lnTo>
                    <a:pt x="728060" y="456232"/>
                  </a:lnTo>
                  <a:lnTo>
                    <a:pt x="729971" y="456232"/>
                  </a:lnTo>
                  <a:lnTo>
                    <a:pt x="731881" y="455276"/>
                  </a:lnTo>
                  <a:lnTo>
                    <a:pt x="731881" y="454321"/>
                  </a:lnTo>
                  <a:lnTo>
                    <a:pt x="730926" y="452887"/>
                  </a:lnTo>
                  <a:lnTo>
                    <a:pt x="729971" y="452887"/>
                  </a:lnTo>
                  <a:lnTo>
                    <a:pt x="729493" y="451932"/>
                  </a:lnTo>
                  <a:lnTo>
                    <a:pt x="729493" y="449543"/>
                  </a:lnTo>
                  <a:lnTo>
                    <a:pt x="729015" y="448588"/>
                  </a:lnTo>
                  <a:lnTo>
                    <a:pt x="727582" y="447155"/>
                  </a:lnTo>
                  <a:lnTo>
                    <a:pt x="727104" y="447155"/>
                  </a:lnTo>
                  <a:lnTo>
                    <a:pt x="726149" y="449543"/>
                  </a:lnTo>
                  <a:lnTo>
                    <a:pt x="725671" y="452887"/>
                  </a:lnTo>
                  <a:lnTo>
                    <a:pt x="725193" y="453843"/>
                  </a:lnTo>
                  <a:lnTo>
                    <a:pt x="722805" y="453843"/>
                  </a:lnTo>
                  <a:lnTo>
                    <a:pt x="720894" y="453843"/>
                  </a:lnTo>
                  <a:lnTo>
                    <a:pt x="714206" y="454321"/>
                  </a:lnTo>
                  <a:lnTo>
                    <a:pt x="711817" y="452887"/>
                  </a:lnTo>
                  <a:lnTo>
                    <a:pt x="710862" y="452887"/>
                  </a:lnTo>
                  <a:lnTo>
                    <a:pt x="709906" y="452887"/>
                  </a:lnTo>
                  <a:lnTo>
                    <a:pt x="707040" y="453843"/>
                  </a:lnTo>
                  <a:lnTo>
                    <a:pt x="703696" y="454799"/>
                  </a:lnTo>
                  <a:lnTo>
                    <a:pt x="702740" y="454321"/>
                  </a:lnTo>
                  <a:lnTo>
                    <a:pt x="701785" y="454321"/>
                  </a:lnTo>
                  <a:lnTo>
                    <a:pt x="699396" y="456709"/>
                  </a:lnTo>
                  <a:lnTo>
                    <a:pt x="696530" y="458142"/>
                  </a:lnTo>
                  <a:lnTo>
                    <a:pt x="689364" y="455754"/>
                  </a:lnTo>
                  <a:lnTo>
                    <a:pt x="687453" y="454321"/>
                  </a:lnTo>
                  <a:lnTo>
                    <a:pt x="685542" y="453843"/>
                  </a:lnTo>
                  <a:lnTo>
                    <a:pt x="683631" y="453843"/>
                  </a:lnTo>
                  <a:lnTo>
                    <a:pt x="681720" y="455754"/>
                  </a:lnTo>
                  <a:lnTo>
                    <a:pt x="680287" y="458620"/>
                  </a:lnTo>
                  <a:lnTo>
                    <a:pt x="682675" y="460053"/>
                  </a:lnTo>
                  <a:lnTo>
                    <a:pt x="684586" y="461009"/>
                  </a:lnTo>
                  <a:lnTo>
                    <a:pt x="688408" y="460531"/>
                  </a:lnTo>
                  <a:lnTo>
                    <a:pt x="690319" y="459098"/>
                  </a:lnTo>
                  <a:lnTo>
                    <a:pt x="692230" y="459098"/>
                  </a:lnTo>
                  <a:lnTo>
                    <a:pt x="692708" y="458620"/>
                  </a:lnTo>
                  <a:lnTo>
                    <a:pt x="693663" y="458142"/>
                  </a:lnTo>
                  <a:lnTo>
                    <a:pt x="695096" y="458620"/>
                  </a:lnTo>
                  <a:lnTo>
                    <a:pt x="695096" y="459098"/>
                  </a:lnTo>
                  <a:lnTo>
                    <a:pt x="694141" y="460053"/>
                  </a:lnTo>
                  <a:lnTo>
                    <a:pt x="692708" y="460531"/>
                  </a:lnTo>
                  <a:lnTo>
                    <a:pt x="691752" y="461487"/>
                  </a:lnTo>
                  <a:lnTo>
                    <a:pt x="693185" y="462920"/>
                  </a:lnTo>
                  <a:lnTo>
                    <a:pt x="695574" y="463398"/>
                  </a:lnTo>
                  <a:lnTo>
                    <a:pt x="696530" y="463398"/>
                  </a:lnTo>
                  <a:lnTo>
                    <a:pt x="697007" y="461487"/>
                  </a:lnTo>
                  <a:lnTo>
                    <a:pt x="698440" y="460531"/>
                  </a:lnTo>
                  <a:lnTo>
                    <a:pt x="700351" y="460531"/>
                  </a:lnTo>
                  <a:lnTo>
                    <a:pt x="699874" y="461487"/>
                  </a:lnTo>
                  <a:lnTo>
                    <a:pt x="700351" y="461964"/>
                  </a:lnTo>
                  <a:lnTo>
                    <a:pt x="700829" y="463398"/>
                  </a:lnTo>
                  <a:lnTo>
                    <a:pt x="700829" y="464831"/>
                  </a:lnTo>
                  <a:lnTo>
                    <a:pt x="700829" y="465308"/>
                  </a:lnTo>
                  <a:lnTo>
                    <a:pt x="698918" y="466264"/>
                  </a:lnTo>
                  <a:lnTo>
                    <a:pt x="697485" y="466264"/>
                  </a:lnTo>
                  <a:lnTo>
                    <a:pt x="696530" y="467219"/>
                  </a:lnTo>
                  <a:lnTo>
                    <a:pt x="697007" y="467697"/>
                  </a:lnTo>
                  <a:lnTo>
                    <a:pt x="695574" y="468175"/>
                  </a:lnTo>
                  <a:lnTo>
                    <a:pt x="695096" y="468175"/>
                  </a:lnTo>
                  <a:lnTo>
                    <a:pt x="694619" y="468175"/>
                  </a:lnTo>
                  <a:lnTo>
                    <a:pt x="694619" y="469130"/>
                  </a:lnTo>
                  <a:lnTo>
                    <a:pt x="693663" y="469608"/>
                  </a:lnTo>
                  <a:lnTo>
                    <a:pt x="694619" y="471041"/>
                  </a:lnTo>
                  <a:lnTo>
                    <a:pt x="696530" y="471997"/>
                  </a:lnTo>
                  <a:lnTo>
                    <a:pt x="697963" y="473430"/>
                  </a:lnTo>
                  <a:lnTo>
                    <a:pt x="703218" y="475341"/>
                  </a:lnTo>
                  <a:lnTo>
                    <a:pt x="704651" y="475341"/>
                  </a:lnTo>
                  <a:lnTo>
                    <a:pt x="705606" y="477252"/>
                  </a:lnTo>
                  <a:lnTo>
                    <a:pt x="706562" y="477729"/>
                  </a:lnTo>
                  <a:lnTo>
                    <a:pt x="707995" y="478207"/>
                  </a:lnTo>
                  <a:lnTo>
                    <a:pt x="707517" y="479163"/>
                  </a:lnTo>
                  <a:lnTo>
                    <a:pt x="706084" y="480118"/>
                  </a:lnTo>
                  <a:lnTo>
                    <a:pt x="705606" y="481551"/>
                  </a:lnTo>
                  <a:lnTo>
                    <a:pt x="705129" y="482029"/>
                  </a:lnTo>
                  <a:lnTo>
                    <a:pt x="704173" y="481074"/>
                  </a:lnTo>
                  <a:lnTo>
                    <a:pt x="703218" y="480596"/>
                  </a:lnTo>
                  <a:lnTo>
                    <a:pt x="701307" y="482507"/>
                  </a:lnTo>
                  <a:lnTo>
                    <a:pt x="700829" y="482507"/>
                  </a:lnTo>
                  <a:lnTo>
                    <a:pt x="700829" y="481074"/>
                  </a:lnTo>
                  <a:lnTo>
                    <a:pt x="700351" y="480118"/>
                  </a:lnTo>
                  <a:lnTo>
                    <a:pt x="699396" y="478207"/>
                  </a:lnTo>
                  <a:lnTo>
                    <a:pt x="697963" y="477252"/>
                  </a:lnTo>
                  <a:lnTo>
                    <a:pt x="696530" y="476774"/>
                  </a:lnTo>
                  <a:lnTo>
                    <a:pt x="695574" y="475818"/>
                  </a:lnTo>
                  <a:lnTo>
                    <a:pt x="694619" y="475818"/>
                  </a:lnTo>
                  <a:lnTo>
                    <a:pt x="693663" y="475818"/>
                  </a:lnTo>
                  <a:lnTo>
                    <a:pt x="692230" y="475341"/>
                  </a:lnTo>
                  <a:lnTo>
                    <a:pt x="692230" y="474385"/>
                  </a:lnTo>
                  <a:lnTo>
                    <a:pt x="691752" y="473908"/>
                  </a:lnTo>
                  <a:lnTo>
                    <a:pt x="690797" y="472952"/>
                  </a:lnTo>
                  <a:lnTo>
                    <a:pt x="685064" y="471041"/>
                  </a:lnTo>
                  <a:lnTo>
                    <a:pt x="685064" y="471997"/>
                  </a:lnTo>
                  <a:lnTo>
                    <a:pt x="685542" y="472474"/>
                  </a:lnTo>
                  <a:lnTo>
                    <a:pt x="686497" y="472952"/>
                  </a:lnTo>
                  <a:lnTo>
                    <a:pt x="687453" y="473430"/>
                  </a:lnTo>
                  <a:lnTo>
                    <a:pt x="686975" y="475341"/>
                  </a:lnTo>
                  <a:lnTo>
                    <a:pt x="686975" y="476296"/>
                  </a:lnTo>
                  <a:lnTo>
                    <a:pt x="686497" y="477252"/>
                  </a:lnTo>
                  <a:lnTo>
                    <a:pt x="686020" y="478685"/>
                  </a:lnTo>
                  <a:lnTo>
                    <a:pt x="685542" y="479640"/>
                  </a:lnTo>
                  <a:lnTo>
                    <a:pt x="684108" y="480118"/>
                  </a:lnTo>
                  <a:lnTo>
                    <a:pt x="683153" y="479640"/>
                  </a:lnTo>
                  <a:lnTo>
                    <a:pt x="682198" y="476774"/>
                  </a:lnTo>
                  <a:lnTo>
                    <a:pt x="680765" y="476296"/>
                  </a:lnTo>
                  <a:lnTo>
                    <a:pt x="678376" y="476296"/>
                  </a:lnTo>
                  <a:lnTo>
                    <a:pt x="676465" y="476774"/>
                  </a:lnTo>
                  <a:lnTo>
                    <a:pt x="675032" y="479163"/>
                  </a:lnTo>
                  <a:lnTo>
                    <a:pt x="673121" y="479640"/>
                  </a:lnTo>
                  <a:lnTo>
                    <a:pt x="668343" y="478207"/>
                  </a:lnTo>
                  <a:lnTo>
                    <a:pt x="662611" y="476296"/>
                  </a:lnTo>
                  <a:lnTo>
                    <a:pt x="662611" y="475818"/>
                  </a:lnTo>
                  <a:lnTo>
                    <a:pt x="663566" y="475341"/>
                  </a:lnTo>
                  <a:lnTo>
                    <a:pt x="665477" y="475818"/>
                  </a:lnTo>
                  <a:lnTo>
                    <a:pt x="665477" y="474863"/>
                  </a:lnTo>
                  <a:lnTo>
                    <a:pt x="663566" y="472952"/>
                  </a:lnTo>
                  <a:lnTo>
                    <a:pt x="663089" y="471997"/>
                  </a:lnTo>
                  <a:lnTo>
                    <a:pt x="663566" y="470564"/>
                  </a:lnTo>
                  <a:lnTo>
                    <a:pt x="663089" y="470564"/>
                  </a:lnTo>
                  <a:lnTo>
                    <a:pt x="661655" y="471519"/>
                  </a:lnTo>
                  <a:lnTo>
                    <a:pt x="658311" y="471041"/>
                  </a:lnTo>
                  <a:lnTo>
                    <a:pt x="657356" y="469608"/>
                  </a:lnTo>
                  <a:lnTo>
                    <a:pt x="654967" y="466742"/>
                  </a:lnTo>
                  <a:lnTo>
                    <a:pt x="652101" y="466742"/>
                  </a:lnTo>
                  <a:lnTo>
                    <a:pt x="650667" y="464831"/>
                  </a:lnTo>
                  <a:lnTo>
                    <a:pt x="648279" y="465786"/>
                  </a:lnTo>
                  <a:lnTo>
                    <a:pt x="646846" y="466742"/>
                  </a:lnTo>
                  <a:lnTo>
                    <a:pt x="645890" y="467697"/>
                  </a:lnTo>
                  <a:lnTo>
                    <a:pt x="646368" y="468652"/>
                  </a:lnTo>
                  <a:lnTo>
                    <a:pt x="647324" y="469608"/>
                  </a:lnTo>
                  <a:lnTo>
                    <a:pt x="646846" y="470086"/>
                  </a:lnTo>
                  <a:lnTo>
                    <a:pt x="643501" y="470564"/>
                  </a:lnTo>
                  <a:lnTo>
                    <a:pt x="635380" y="470086"/>
                  </a:lnTo>
                  <a:lnTo>
                    <a:pt x="632992" y="469130"/>
                  </a:lnTo>
                  <a:lnTo>
                    <a:pt x="629648" y="467697"/>
                  </a:lnTo>
                  <a:lnTo>
                    <a:pt x="625348" y="466264"/>
                  </a:lnTo>
                  <a:lnTo>
                    <a:pt x="622959" y="465786"/>
                  </a:lnTo>
                  <a:lnTo>
                    <a:pt x="621048" y="466264"/>
                  </a:lnTo>
                  <a:lnTo>
                    <a:pt x="614838" y="466264"/>
                  </a:lnTo>
                  <a:lnTo>
                    <a:pt x="613405" y="466742"/>
                  </a:lnTo>
                  <a:lnTo>
                    <a:pt x="612449" y="467219"/>
                  </a:lnTo>
                  <a:lnTo>
                    <a:pt x="611494" y="466742"/>
                  </a:lnTo>
                  <a:lnTo>
                    <a:pt x="611016" y="465308"/>
                  </a:lnTo>
                  <a:lnTo>
                    <a:pt x="611971" y="465308"/>
                  </a:lnTo>
                  <a:lnTo>
                    <a:pt x="612927" y="464831"/>
                  </a:lnTo>
                  <a:lnTo>
                    <a:pt x="613405" y="463398"/>
                  </a:lnTo>
                  <a:lnTo>
                    <a:pt x="613405" y="462442"/>
                  </a:lnTo>
                  <a:lnTo>
                    <a:pt x="612927" y="461964"/>
                  </a:lnTo>
                  <a:lnTo>
                    <a:pt x="611971" y="461964"/>
                  </a:lnTo>
                  <a:lnTo>
                    <a:pt x="610060" y="465308"/>
                  </a:lnTo>
                  <a:lnTo>
                    <a:pt x="611016" y="467219"/>
                  </a:lnTo>
                  <a:lnTo>
                    <a:pt x="611016" y="468175"/>
                  </a:lnTo>
                  <a:lnTo>
                    <a:pt x="607194" y="468175"/>
                  </a:lnTo>
                  <a:lnTo>
                    <a:pt x="597640" y="472474"/>
                  </a:lnTo>
                  <a:lnTo>
                    <a:pt x="593818" y="474385"/>
                  </a:lnTo>
                  <a:lnTo>
                    <a:pt x="593818" y="473908"/>
                  </a:lnTo>
                  <a:lnTo>
                    <a:pt x="598595" y="471041"/>
                  </a:lnTo>
                  <a:lnTo>
                    <a:pt x="596684" y="470564"/>
                  </a:lnTo>
                  <a:lnTo>
                    <a:pt x="594295" y="471041"/>
                  </a:lnTo>
                  <a:lnTo>
                    <a:pt x="593340" y="471041"/>
                  </a:lnTo>
                  <a:lnTo>
                    <a:pt x="594773" y="468652"/>
                  </a:lnTo>
                  <a:lnTo>
                    <a:pt x="594295" y="466742"/>
                  </a:lnTo>
                  <a:lnTo>
                    <a:pt x="592385" y="466742"/>
                  </a:lnTo>
                  <a:lnTo>
                    <a:pt x="591429" y="468175"/>
                  </a:lnTo>
                  <a:lnTo>
                    <a:pt x="590474" y="468175"/>
                  </a:lnTo>
                  <a:lnTo>
                    <a:pt x="589518" y="467697"/>
                  </a:lnTo>
                  <a:lnTo>
                    <a:pt x="588563" y="467697"/>
                  </a:lnTo>
                  <a:lnTo>
                    <a:pt x="589041" y="471519"/>
                  </a:lnTo>
                  <a:lnTo>
                    <a:pt x="590474" y="472952"/>
                  </a:lnTo>
                  <a:lnTo>
                    <a:pt x="591429" y="474863"/>
                  </a:lnTo>
                  <a:lnTo>
                    <a:pt x="588563" y="476774"/>
                  </a:lnTo>
                  <a:lnTo>
                    <a:pt x="586174" y="478685"/>
                  </a:lnTo>
                  <a:lnTo>
                    <a:pt x="586174" y="480596"/>
                  </a:lnTo>
                  <a:lnTo>
                    <a:pt x="583785" y="482984"/>
                  </a:lnTo>
                  <a:lnTo>
                    <a:pt x="581397" y="484417"/>
                  </a:lnTo>
                  <a:lnTo>
                    <a:pt x="576142" y="487762"/>
                  </a:lnTo>
                  <a:lnTo>
                    <a:pt x="574709" y="488240"/>
                  </a:lnTo>
                  <a:lnTo>
                    <a:pt x="572320" y="489673"/>
                  </a:lnTo>
                  <a:lnTo>
                    <a:pt x="568976" y="490628"/>
                  </a:lnTo>
                  <a:lnTo>
                    <a:pt x="565632" y="492539"/>
                  </a:lnTo>
                  <a:lnTo>
                    <a:pt x="564676" y="493017"/>
                  </a:lnTo>
                  <a:lnTo>
                    <a:pt x="566587" y="491583"/>
                  </a:lnTo>
                  <a:lnTo>
                    <a:pt x="568976" y="490150"/>
                  </a:lnTo>
                  <a:lnTo>
                    <a:pt x="567065" y="490150"/>
                  </a:lnTo>
                  <a:lnTo>
                    <a:pt x="563721" y="489195"/>
                  </a:lnTo>
                  <a:lnTo>
                    <a:pt x="561810" y="489195"/>
                  </a:lnTo>
                  <a:lnTo>
                    <a:pt x="561810" y="490150"/>
                  </a:lnTo>
                  <a:lnTo>
                    <a:pt x="560377" y="490628"/>
                  </a:lnTo>
                  <a:lnTo>
                    <a:pt x="558944" y="489673"/>
                  </a:lnTo>
                  <a:lnTo>
                    <a:pt x="557988" y="488717"/>
                  </a:lnTo>
                  <a:lnTo>
                    <a:pt x="557988" y="488240"/>
                  </a:lnTo>
                  <a:lnTo>
                    <a:pt x="557033" y="488240"/>
                  </a:lnTo>
                  <a:lnTo>
                    <a:pt x="556555" y="488240"/>
                  </a:lnTo>
                  <a:lnTo>
                    <a:pt x="558944" y="493017"/>
                  </a:lnTo>
                  <a:lnTo>
                    <a:pt x="559899" y="493017"/>
                  </a:lnTo>
                  <a:lnTo>
                    <a:pt x="560854" y="493494"/>
                  </a:lnTo>
                  <a:lnTo>
                    <a:pt x="559421" y="494450"/>
                  </a:lnTo>
                  <a:lnTo>
                    <a:pt x="557988" y="495406"/>
                  </a:lnTo>
                  <a:lnTo>
                    <a:pt x="556077" y="495883"/>
                  </a:lnTo>
                  <a:lnTo>
                    <a:pt x="554166" y="494450"/>
                  </a:lnTo>
                  <a:lnTo>
                    <a:pt x="553688" y="496361"/>
                  </a:lnTo>
                  <a:lnTo>
                    <a:pt x="553211" y="498272"/>
                  </a:lnTo>
                  <a:lnTo>
                    <a:pt x="552733" y="498749"/>
                  </a:lnTo>
                  <a:lnTo>
                    <a:pt x="551778" y="499705"/>
                  </a:lnTo>
                  <a:lnTo>
                    <a:pt x="551300" y="499227"/>
                  </a:lnTo>
                  <a:lnTo>
                    <a:pt x="550822" y="498272"/>
                  </a:lnTo>
                  <a:lnTo>
                    <a:pt x="550344" y="499227"/>
                  </a:lnTo>
                  <a:lnTo>
                    <a:pt x="549389" y="499705"/>
                  </a:lnTo>
                  <a:lnTo>
                    <a:pt x="547478" y="499705"/>
                  </a:lnTo>
                  <a:lnTo>
                    <a:pt x="546522" y="500183"/>
                  </a:lnTo>
                  <a:lnTo>
                    <a:pt x="546522" y="500660"/>
                  </a:lnTo>
                  <a:lnTo>
                    <a:pt x="546522" y="501616"/>
                  </a:lnTo>
                  <a:lnTo>
                    <a:pt x="548911" y="501138"/>
                  </a:lnTo>
                  <a:lnTo>
                    <a:pt x="547956" y="503049"/>
                  </a:lnTo>
                  <a:lnTo>
                    <a:pt x="546045" y="505438"/>
                  </a:lnTo>
                  <a:lnTo>
                    <a:pt x="544612" y="505915"/>
                  </a:lnTo>
                  <a:lnTo>
                    <a:pt x="542223" y="505438"/>
                  </a:lnTo>
                  <a:lnTo>
                    <a:pt x="541268" y="505915"/>
                  </a:lnTo>
                  <a:lnTo>
                    <a:pt x="540790" y="506393"/>
                  </a:lnTo>
                  <a:lnTo>
                    <a:pt x="543656" y="509737"/>
                  </a:lnTo>
                  <a:lnTo>
                    <a:pt x="541745" y="514992"/>
                  </a:lnTo>
                  <a:lnTo>
                    <a:pt x="540790" y="516425"/>
                  </a:lnTo>
                  <a:lnTo>
                    <a:pt x="539834" y="516903"/>
                  </a:lnTo>
                  <a:lnTo>
                    <a:pt x="538879" y="516903"/>
                  </a:lnTo>
                  <a:lnTo>
                    <a:pt x="536013" y="515470"/>
                  </a:lnTo>
                  <a:lnTo>
                    <a:pt x="534102" y="514037"/>
                  </a:lnTo>
                  <a:lnTo>
                    <a:pt x="535535" y="517381"/>
                  </a:lnTo>
                  <a:lnTo>
                    <a:pt x="539834" y="518336"/>
                  </a:lnTo>
                  <a:lnTo>
                    <a:pt x="539834" y="519770"/>
                  </a:lnTo>
                  <a:lnTo>
                    <a:pt x="539834" y="520725"/>
                  </a:lnTo>
                  <a:lnTo>
                    <a:pt x="539357" y="522158"/>
                  </a:lnTo>
                  <a:lnTo>
                    <a:pt x="538401" y="524069"/>
                  </a:lnTo>
                  <a:lnTo>
                    <a:pt x="538879" y="525025"/>
                  </a:lnTo>
                  <a:lnTo>
                    <a:pt x="539834" y="528369"/>
                  </a:lnTo>
                  <a:lnTo>
                    <a:pt x="540312" y="529802"/>
                  </a:lnTo>
                  <a:lnTo>
                    <a:pt x="540790" y="533624"/>
                  </a:lnTo>
                  <a:lnTo>
                    <a:pt x="541268" y="535535"/>
                  </a:lnTo>
                  <a:lnTo>
                    <a:pt x="545089" y="542223"/>
                  </a:lnTo>
                  <a:lnTo>
                    <a:pt x="546522" y="542223"/>
                  </a:lnTo>
                  <a:lnTo>
                    <a:pt x="546522" y="543178"/>
                  </a:lnTo>
                  <a:lnTo>
                    <a:pt x="546522" y="544134"/>
                  </a:lnTo>
                  <a:lnTo>
                    <a:pt x="546522" y="544134"/>
                  </a:lnTo>
                  <a:lnTo>
                    <a:pt x="543656" y="544612"/>
                  </a:lnTo>
                  <a:lnTo>
                    <a:pt x="542701" y="545567"/>
                  </a:lnTo>
                  <a:lnTo>
                    <a:pt x="542701" y="545567"/>
                  </a:lnTo>
                  <a:lnTo>
                    <a:pt x="542701" y="546045"/>
                  </a:lnTo>
                  <a:lnTo>
                    <a:pt x="542223" y="546045"/>
                  </a:lnTo>
                  <a:lnTo>
                    <a:pt x="542223" y="546045"/>
                  </a:lnTo>
                  <a:lnTo>
                    <a:pt x="540790" y="545567"/>
                  </a:lnTo>
                  <a:lnTo>
                    <a:pt x="537923" y="543656"/>
                  </a:lnTo>
                  <a:lnTo>
                    <a:pt x="533624" y="542701"/>
                  </a:lnTo>
                  <a:lnTo>
                    <a:pt x="527891" y="542223"/>
                  </a:lnTo>
                  <a:lnTo>
                    <a:pt x="527891" y="542223"/>
                  </a:lnTo>
                  <a:lnTo>
                    <a:pt x="524069" y="541267"/>
                  </a:lnTo>
                  <a:lnTo>
                    <a:pt x="522158" y="539834"/>
                  </a:lnTo>
                  <a:lnTo>
                    <a:pt x="519770" y="538879"/>
                  </a:lnTo>
                  <a:lnTo>
                    <a:pt x="517859" y="538879"/>
                  </a:lnTo>
                  <a:lnTo>
                    <a:pt x="515948" y="537923"/>
                  </a:lnTo>
                  <a:lnTo>
                    <a:pt x="514515" y="536490"/>
                  </a:lnTo>
                  <a:lnTo>
                    <a:pt x="512126" y="536013"/>
                  </a:lnTo>
                  <a:lnTo>
                    <a:pt x="509260" y="535535"/>
                  </a:lnTo>
                  <a:lnTo>
                    <a:pt x="507826" y="534579"/>
                  </a:lnTo>
                  <a:lnTo>
                    <a:pt x="506393" y="532190"/>
                  </a:lnTo>
                  <a:lnTo>
                    <a:pt x="506393" y="532190"/>
                  </a:lnTo>
                  <a:lnTo>
                    <a:pt x="505438" y="528369"/>
                  </a:lnTo>
                  <a:lnTo>
                    <a:pt x="504005" y="525502"/>
                  </a:lnTo>
                  <a:lnTo>
                    <a:pt x="501138" y="522636"/>
                  </a:lnTo>
                  <a:lnTo>
                    <a:pt x="500661" y="522158"/>
                  </a:lnTo>
                  <a:lnTo>
                    <a:pt x="500661" y="521681"/>
                  </a:lnTo>
                  <a:lnTo>
                    <a:pt x="501138" y="519770"/>
                  </a:lnTo>
                  <a:lnTo>
                    <a:pt x="500661" y="518336"/>
                  </a:lnTo>
                  <a:lnTo>
                    <a:pt x="499705" y="517381"/>
                  </a:lnTo>
                  <a:lnTo>
                    <a:pt x="499705" y="516425"/>
                  </a:lnTo>
                  <a:lnTo>
                    <a:pt x="500183" y="515470"/>
                  </a:lnTo>
                  <a:lnTo>
                    <a:pt x="500183" y="514037"/>
                  </a:lnTo>
                  <a:lnTo>
                    <a:pt x="499705" y="512126"/>
                  </a:lnTo>
                  <a:lnTo>
                    <a:pt x="497794" y="510215"/>
                  </a:lnTo>
                  <a:lnTo>
                    <a:pt x="494928" y="508304"/>
                  </a:lnTo>
                  <a:lnTo>
                    <a:pt x="492061" y="505438"/>
                  </a:lnTo>
                  <a:lnTo>
                    <a:pt x="490150" y="502094"/>
                  </a:lnTo>
                  <a:lnTo>
                    <a:pt x="487762" y="499227"/>
                  </a:lnTo>
                  <a:lnTo>
                    <a:pt x="487762" y="499227"/>
                  </a:lnTo>
                  <a:lnTo>
                    <a:pt x="485373" y="497794"/>
                  </a:lnTo>
                  <a:lnTo>
                    <a:pt x="483940" y="496361"/>
                  </a:lnTo>
                  <a:lnTo>
                    <a:pt x="483462" y="493972"/>
                  </a:lnTo>
                  <a:lnTo>
                    <a:pt x="482984" y="493017"/>
                  </a:lnTo>
                  <a:lnTo>
                    <a:pt x="483462" y="492539"/>
                  </a:lnTo>
                  <a:lnTo>
                    <a:pt x="482029" y="490150"/>
                  </a:lnTo>
                  <a:lnTo>
                    <a:pt x="479163" y="485851"/>
                  </a:lnTo>
                  <a:lnTo>
                    <a:pt x="477252" y="482984"/>
                  </a:lnTo>
                  <a:lnTo>
                    <a:pt x="476774" y="481074"/>
                  </a:lnTo>
                  <a:lnTo>
                    <a:pt x="474863" y="478685"/>
                  </a:lnTo>
                  <a:lnTo>
                    <a:pt x="471519" y="475818"/>
                  </a:lnTo>
                  <a:lnTo>
                    <a:pt x="469608" y="473908"/>
                  </a:lnTo>
                  <a:lnTo>
                    <a:pt x="469130" y="472952"/>
                  </a:lnTo>
                  <a:lnTo>
                    <a:pt x="469130" y="472952"/>
                  </a:lnTo>
                  <a:lnTo>
                    <a:pt x="464353" y="469130"/>
                  </a:lnTo>
                  <a:lnTo>
                    <a:pt x="462442" y="466742"/>
                  </a:lnTo>
                  <a:lnTo>
                    <a:pt x="461487" y="466264"/>
                  </a:lnTo>
                  <a:lnTo>
                    <a:pt x="461487" y="466264"/>
                  </a:lnTo>
                  <a:lnTo>
                    <a:pt x="460054" y="466264"/>
                  </a:lnTo>
                  <a:lnTo>
                    <a:pt x="459576" y="466264"/>
                  </a:lnTo>
                  <a:lnTo>
                    <a:pt x="459098" y="465308"/>
                  </a:lnTo>
                  <a:lnTo>
                    <a:pt x="459098" y="465308"/>
                  </a:lnTo>
                  <a:lnTo>
                    <a:pt x="458620" y="465308"/>
                  </a:lnTo>
                  <a:lnTo>
                    <a:pt x="458143" y="465786"/>
                  </a:lnTo>
                  <a:lnTo>
                    <a:pt x="455276" y="466264"/>
                  </a:lnTo>
                  <a:lnTo>
                    <a:pt x="450499" y="465786"/>
                  </a:lnTo>
                  <a:lnTo>
                    <a:pt x="447155" y="465308"/>
                  </a:lnTo>
                  <a:lnTo>
                    <a:pt x="447155" y="465308"/>
                  </a:lnTo>
                  <a:lnTo>
                    <a:pt x="444766" y="464353"/>
                  </a:lnTo>
                  <a:lnTo>
                    <a:pt x="444766" y="464353"/>
                  </a:lnTo>
                  <a:lnTo>
                    <a:pt x="443333" y="464353"/>
                  </a:lnTo>
                  <a:lnTo>
                    <a:pt x="443333" y="464353"/>
                  </a:lnTo>
                  <a:lnTo>
                    <a:pt x="442377" y="465786"/>
                  </a:lnTo>
                  <a:lnTo>
                    <a:pt x="440944" y="466264"/>
                  </a:lnTo>
                  <a:lnTo>
                    <a:pt x="438078" y="466742"/>
                  </a:lnTo>
                  <a:lnTo>
                    <a:pt x="438078" y="466742"/>
                  </a:lnTo>
                  <a:lnTo>
                    <a:pt x="435689" y="469130"/>
                  </a:lnTo>
                  <a:lnTo>
                    <a:pt x="433778" y="472952"/>
                  </a:lnTo>
                  <a:lnTo>
                    <a:pt x="432823" y="475818"/>
                  </a:lnTo>
                  <a:lnTo>
                    <a:pt x="433301" y="476774"/>
                  </a:lnTo>
                  <a:lnTo>
                    <a:pt x="432345" y="477729"/>
                  </a:lnTo>
                  <a:lnTo>
                    <a:pt x="431390" y="478207"/>
                  </a:lnTo>
                  <a:lnTo>
                    <a:pt x="429957" y="479640"/>
                  </a:lnTo>
                  <a:lnTo>
                    <a:pt x="429957" y="479640"/>
                  </a:lnTo>
                  <a:lnTo>
                    <a:pt x="428523" y="481551"/>
                  </a:lnTo>
                  <a:lnTo>
                    <a:pt x="428523" y="481551"/>
                  </a:lnTo>
                  <a:lnTo>
                    <a:pt x="427090" y="482507"/>
                  </a:lnTo>
                  <a:lnTo>
                    <a:pt x="425179" y="482507"/>
                  </a:lnTo>
                  <a:lnTo>
                    <a:pt x="422313" y="481074"/>
                  </a:lnTo>
                  <a:lnTo>
                    <a:pt x="417536" y="478207"/>
                  </a:lnTo>
                  <a:lnTo>
                    <a:pt x="417058" y="478207"/>
                  </a:lnTo>
                  <a:lnTo>
                    <a:pt x="413714" y="476296"/>
                  </a:lnTo>
                  <a:lnTo>
                    <a:pt x="410847" y="475818"/>
                  </a:lnTo>
                  <a:lnTo>
                    <a:pt x="410847" y="475818"/>
                  </a:lnTo>
                  <a:lnTo>
                    <a:pt x="408459" y="474385"/>
                  </a:lnTo>
                  <a:lnTo>
                    <a:pt x="406548" y="472474"/>
                  </a:lnTo>
                  <a:lnTo>
                    <a:pt x="406548" y="472474"/>
                  </a:lnTo>
                  <a:lnTo>
                    <a:pt x="404637" y="471041"/>
                  </a:lnTo>
                  <a:lnTo>
                    <a:pt x="402726" y="470564"/>
                  </a:lnTo>
                  <a:lnTo>
                    <a:pt x="400815" y="468175"/>
                  </a:lnTo>
                  <a:lnTo>
                    <a:pt x="398426" y="464353"/>
                  </a:lnTo>
                  <a:lnTo>
                    <a:pt x="396993" y="461487"/>
                  </a:lnTo>
                  <a:lnTo>
                    <a:pt x="396993" y="458620"/>
                  </a:lnTo>
                  <a:lnTo>
                    <a:pt x="394127" y="451932"/>
                  </a:lnTo>
                  <a:lnTo>
                    <a:pt x="392694" y="449066"/>
                  </a:lnTo>
                  <a:lnTo>
                    <a:pt x="391260" y="448110"/>
                  </a:lnTo>
                  <a:lnTo>
                    <a:pt x="391260" y="448110"/>
                  </a:lnTo>
                  <a:lnTo>
                    <a:pt x="388872" y="446199"/>
                  </a:lnTo>
                  <a:lnTo>
                    <a:pt x="388872" y="446199"/>
                  </a:lnTo>
                  <a:lnTo>
                    <a:pt x="385528" y="444766"/>
                  </a:lnTo>
                  <a:lnTo>
                    <a:pt x="380750" y="440944"/>
                  </a:lnTo>
                  <a:lnTo>
                    <a:pt x="374540" y="435211"/>
                  </a:lnTo>
                  <a:lnTo>
                    <a:pt x="370718" y="432345"/>
                  </a:lnTo>
                  <a:lnTo>
                    <a:pt x="367852" y="430912"/>
                  </a:lnTo>
                  <a:lnTo>
                    <a:pt x="365941" y="429001"/>
                  </a:lnTo>
                  <a:lnTo>
                    <a:pt x="364030" y="426135"/>
                  </a:lnTo>
                  <a:lnTo>
                    <a:pt x="362597" y="424224"/>
                  </a:lnTo>
                  <a:lnTo>
                    <a:pt x="362119" y="424224"/>
                  </a:lnTo>
                  <a:lnTo>
                    <a:pt x="362119" y="424224"/>
                  </a:lnTo>
                  <a:lnTo>
                    <a:pt x="362119" y="424224"/>
                  </a:lnTo>
                  <a:lnTo>
                    <a:pt x="362119" y="424224"/>
                  </a:lnTo>
                  <a:lnTo>
                    <a:pt x="362119" y="424224"/>
                  </a:lnTo>
                  <a:lnTo>
                    <a:pt x="357819" y="424224"/>
                  </a:lnTo>
                  <a:lnTo>
                    <a:pt x="353520" y="424224"/>
                  </a:lnTo>
                  <a:lnTo>
                    <a:pt x="348742" y="424224"/>
                  </a:lnTo>
                  <a:lnTo>
                    <a:pt x="344443" y="424224"/>
                  </a:lnTo>
                  <a:lnTo>
                    <a:pt x="340143" y="424224"/>
                  </a:lnTo>
                  <a:lnTo>
                    <a:pt x="340143" y="424224"/>
                  </a:lnTo>
                  <a:lnTo>
                    <a:pt x="335844" y="424224"/>
                  </a:lnTo>
                  <a:lnTo>
                    <a:pt x="331544" y="424224"/>
                  </a:lnTo>
                  <a:lnTo>
                    <a:pt x="331544" y="424224"/>
                  </a:lnTo>
                  <a:lnTo>
                    <a:pt x="327245" y="423746"/>
                  </a:lnTo>
                  <a:lnTo>
                    <a:pt x="327245" y="424224"/>
                  </a:lnTo>
                  <a:lnTo>
                    <a:pt x="327245" y="424224"/>
                  </a:lnTo>
                  <a:lnTo>
                    <a:pt x="327245" y="426612"/>
                  </a:lnTo>
                  <a:lnTo>
                    <a:pt x="327245" y="429001"/>
                  </a:lnTo>
                  <a:lnTo>
                    <a:pt x="327245" y="431390"/>
                  </a:lnTo>
                  <a:lnTo>
                    <a:pt x="327245" y="433778"/>
                  </a:lnTo>
                  <a:lnTo>
                    <a:pt x="320079" y="433778"/>
                  </a:lnTo>
                  <a:lnTo>
                    <a:pt x="312913" y="433778"/>
                  </a:lnTo>
                  <a:lnTo>
                    <a:pt x="306225" y="433778"/>
                  </a:lnTo>
                  <a:lnTo>
                    <a:pt x="305747" y="433778"/>
                  </a:lnTo>
                  <a:lnTo>
                    <a:pt x="299059" y="433778"/>
                  </a:lnTo>
                  <a:lnTo>
                    <a:pt x="291893" y="433778"/>
                  </a:lnTo>
                  <a:lnTo>
                    <a:pt x="285205" y="433778"/>
                  </a:lnTo>
                  <a:lnTo>
                    <a:pt x="278039" y="433778"/>
                  </a:lnTo>
                  <a:lnTo>
                    <a:pt x="270873" y="433778"/>
                  </a:lnTo>
                  <a:lnTo>
                    <a:pt x="261318" y="430434"/>
                  </a:lnTo>
                  <a:lnTo>
                    <a:pt x="252241" y="427568"/>
                  </a:lnTo>
                  <a:lnTo>
                    <a:pt x="242687" y="424224"/>
                  </a:lnTo>
                  <a:lnTo>
                    <a:pt x="233132" y="420880"/>
                  </a:lnTo>
                  <a:lnTo>
                    <a:pt x="224055" y="418013"/>
                  </a:lnTo>
                  <a:lnTo>
                    <a:pt x="214500" y="414669"/>
                  </a:lnTo>
                  <a:lnTo>
                    <a:pt x="204946" y="411803"/>
                  </a:lnTo>
                  <a:lnTo>
                    <a:pt x="195869" y="408459"/>
                  </a:lnTo>
                  <a:lnTo>
                    <a:pt x="196825" y="407026"/>
                  </a:lnTo>
                  <a:lnTo>
                    <a:pt x="197780" y="404159"/>
                  </a:lnTo>
                  <a:lnTo>
                    <a:pt x="195869" y="404159"/>
                  </a:lnTo>
                  <a:lnTo>
                    <a:pt x="190136" y="404637"/>
                  </a:lnTo>
                  <a:lnTo>
                    <a:pt x="184404" y="405115"/>
                  </a:lnTo>
                  <a:lnTo>
                    <a:pt x="178671" y="405592"/>
                  </a:lnTo>
                  <a:lnTo>
                    <a:pt x="172938" y="406070"/>
                  </a:lnTo>
                  <a:lnTo>
                    <a:pt x="167205" y="406548"/>
                  </a:lnTo>
                  <a:lnTo>
                    <a:pt x="161473" y="407026"/>
                  </a:lnTo>
                  <a:lnTo>
                    <a:pt x="155740" y="407503"/>
                  </a:lnTo>
                  <a:lnTo>
                    <a:pt x="150485" y="407981"/>
                  </a:lnTo>
                  <a:lnTo>
                    <a:pt x="150485" y="407981"/>
                  </a:lnTo>
                  <a:lnTo>
                    <a:pt x="150007" y="405592"/>
                  </a:lnTo>
                  <a:lnTo>
                    <a:pt x="149052" y="404637"/>
                  </a:lnTo>
                  <a:lnTo>
                    <a:pt x="148096" y="405115"/>
                  </a:lnTo>
                  <a:lnTo>
                    <a:pt x="147618" y="402248"/>
                  </a:lnTo>
                  <a:lnTo>
                    <a:pt x="147618" y="400337"/>
                  </a:lnTo>
                  <a:lnTo>
                    <a:pt x="147618" y="399382"/>
                  </a:lnTo>
                  <a:lnTo>
                    <a:pt x="146663" y="395560"/>
                  </a:lnTo>
                  <a:lnTo>
                    <a:pt x="143797" y="391260"/>
                  </a:lnTo>
                  <a:lnTo>
                    <a:pt x="137108" y="386005"/>
                  </a:lnTo>
                  <a:lnTo>
                    <a:pt x="133764" y="384572"/>
                  </a:lnTo>
                  <a:lnTo>
                    <a:pt x="131376" y="382184"/>
                  </a:lnTo>
                  <a:lnTo>
                    <a:pt x="129942" y="381706"/>
                  </a:lnTo>
                  <a:lnTo>
                    <a:pt x="127554" y="381228"/>
                  </a:lnTo>
                  <a:lnTo>
                    <a:pt x="127076" y="382184"/>
                  </a:lnTo>
                  <a:lnTo>
                    <a:pt x="124687" y="381706"/>
                  </a:lnTo>
                  <a:lnTo>
                    <a:pt x="125165" y="379317"/>
                  </a:lnTo>
                  <a:lnTo>
                    <a:pt x="122777" y="375495"/>
                  </a:lnTo>
                  <a:lnTo>
                    <a:pt x="121343" y="375495"/>
                  </a:lnTo>
                  <a:lnTo>
                    <a:pt x="116566" y="375495"/>
                  </a:lnTo>
                  <a:lnTo>
                    <a:pt x="110356" y="373584"/>
                  </a:lnTo>
                  <a:lnTo>
                    <a:pt x="108445" y="372629"/>
                  </a:lnTo>
                  <a:lnTo>
                    <a:pt x="107967" y="370718"/>
                  </a:lnTo>
                  <a:lnTo>
                    <a:pt x="105100" y="368807"/>
                  </a:lnTo>
                  <a:lnTo>
                    <a:pt x="101279" y="366896"/>
                  </a:lnTo>
                  <a:lnTo>
                    <a:pt x="98890" y="367374"/>
                  </a:lnTo>
                  <a:lnTo>
                    <a:pt x="96024" y="366896"/>
                  </a:lnTo>
                  <a:lnTo>
                    <a:pt x="92202" y="365941"/>
                  </a:lnTo>
                  <a:lnTo>
                    <a:pt x="89813" y="365941"/>
                  </a:lnTo>
                  <a:lnTo>
                    <a:pt x="85514" y="365941"/>
                  </a:lnTo>
                  <a:lnTo>
                    <a:pt x="83603" y="365941"/>
                  </a:lnTo>
                  <a:lnTo>
                    <a:pt x="82170" y="364030"/>
                  </a:lnTo>
                  <a:lnTo>
                    <a:pt x="80736" y="363552"/>
                  </a:lnTo>
                  <a:lnTo>
                    <a:pt x="80736" y="361641"/>
                  </a:lnTo>
                  <a:lnTo>
                    <a:pt x="80736" y="359730"/>
                  </a:lnTo>
                  <a:lnTo>
                    <a:pt x="80736" y="358297"/>
                  </a:lnTo>
                  <a:lnTo>
                    <a:pt x="80259" y="355431"/>
                  </a:lnTo>
                  <a:lnTo>
                    <a:pt x="80736" y="352564"/>
                  </a:lnTo>
                  <a:lnTo>
                    <a:pt x="80259" y="351609"/>
                  </a:lnTo>
                  <a:lnTo>
                    <a:pt x="79303" y="350653"/>
                  </a:lnTo>
                  <a:lnTo>
                    <a:pt x="76437" y="349698"/>
                  </a:lnTo>
                  <a:lnTo>
                    <a:pt x="75959" y="348265"/>
                  </a:lnTo>
                  <a:lnTo>
                    <a:pt x="76437" y="345876"/>
                  </a:lnTo>
                  <a:lnTo>
                    <a:pt x="75481" y="344921"/>
                  </a:lnTo>
                  <a:lnTo>
                    <a:pt x="73093" y="343487"/>
                  </a:lnTo>
                  <a:lnTo>
                    <a:pt x="70704" y="340621"/>
                  </a:lnTo>
                  <a:lnTo>
                    <a:pt x="67838" y="339188"/>
                  </a:lnTo>
                  <a:lnTo>
                    <a:pt x="66882" y="336799"/>
                  </a:lnTo>
                  <a:lnTo>
                    <a:pt x="64971" y="334888"/>
                  </a:lnTo>
                  <a:lnTo>
                    <a:pt x="64493" y="333455"/>
                  </a:lnTo>
                  <a:lnTo>
                    <a:pt x="60194" y="328678"/>
                  </a:lnTo>
                  <a:lnTo>
                    <a:pt x="55894" y="324378"/>
                  </a:lnTo>
                  <a:lnTo>
                    <a:pt x="55417" y="321989"/>
                  </a:lnTo>
                  <a:lnTo>
                    <a:pt x="55417" y="319123"/>
                  </a:lnTo>
                  <a:lnTo>
                    <a:pt x="56850" y="317212"/>
                  </a:lnTo>
                  <a:lnTo>
                    <a:pt x="57805" y="315301"/>
                  </a:lnTo>
                  <a:lnTo>
                    <a:pt x="57805" y="313868"/>
                  </a:lnTo>
                  <a:lnTo>
                    <a:pt x="57328" y="312913"/>
                  </a:lnTo>
                  <a:lnTo>
                    <a:pt x="55894" y="310524"/>
                  </a:lnTo>
                  <a:lnTo>
                    <a:pt x="50162" y="309569"/>
                  </a:lnTo>
                  <a:lnTo>
                    <a:pt x="45862" y="304791"/>
                  </a:lnTo>
                  <a:lnTo>
                    <a:pt x="45384" y="300970"/>
                  </a:lnTo>
                  <a:lnTo>
                    <a:pt x="43951" y="297148"/>
                  </a:lnTo>
                  <a:lnTo>
                    <a:pt x="43951" y="294281"/>
                  </a:lnTo>
                  <a:lnTo>
                    <a:pt x="43473" y="291893"/>
                  </a:lnTo>
                  <a:lnTo>
                    <a:pt x="44907" y="291415"/>
                  </a:lnTo>
                  <a:lnTo>
                    <a:pt x="45862" y="291415"/>
                  </a:lnTo>
                  <a:lnTo>
                    <a:pt x="45862" y="292370"/>
                  </a:lnTo>
                  <a:lnTo>
                    <a:pt x="46340" y="294281"/>
                  </a:lnTo>
                  <a:lnTo>
                    <a:pt x="47773" y="295714"/>
                  </a:lnTo>
                  <a:lnTo>
                    <a:pt x="49206" y="296670"/>
                  </a:lnTo>
                  <a:lnTo>
                    <a:pt x="50162" y="298103"/>
                  </a:lnTo>
                  <a:lnTo>
                    <a:pt x="51117" y="298581"/>
                  </a:lnTo>
                  <a:lnTo>
                    <a:pt x="52072" y="298581"/>
                  </a:lnTo>
                  <a:lnTo>
                    <a:pt x="51595" y="297625"/>
                  </a:lnTo>
                  <a:lnTo>
                    <a:pt x="51117" y="297148"/>
                  </a:lnTo>
                  <a:lnTo>
                    <a:pt x="50639" y="295237"/>
                  </a:lnTo>
                  <a:lnTo>
                    <a:pt x="49206" y="292848"/>
                  </a:lnTo>
                  <a:lnTo>
                    <a:pt x="47773" y="291415"/>
                  </a:lnTo>
                  <a:lnTo>
                    <a:pt x="46818" y="289026"/>
                  </a:lnTo>
                  <a:lnTo>
                    <a:pt x="46340" y="288548"/>
                  </a:lnTo>
                  <a:lnTo>
                    <a:pt x="45862" y="287593"/>
                  </a:lnTo>
                  <a:lnTo>
                    <a:pt x="47295" y="286160"/>
                  </a:lnTo>
                  <a:lnTo>
                    <a:pt x="49206" y="285682"/>
                  </a:lnTo>
                  <a:lnTo>
                    <a:pt x="52072" y="285205"/>
                  </a:lnTo>
                  <a:lnTo>
                    <a:pt x="59238" y="285682"/>
                  </a:lnTo>
                  <a:lnTo>
                    <a:pt x="60672" y="285205"/>
                  </a:lnTo>
                  <a:lnTo>
                    <a:pt x="62105" y="285205"/>
                  </a:lnTo>
                  <a:lnTo>
                    <a:pt x="63060" y="285205"/>
                  </a:lnTo>
                  <a:lnTo>
                    <a:pt x="61149" y="284727"/>
                  </a:lnTo>
                  <a:lnTo>
                    <a:pt x="60194" y="284727"/>
                  </a:lnTo>
                  <a:lnTo>
                    <a:pt x="58761" y="284727"/>
                  </a:lnTo>
                  <a:lnTo>
                    <a:pt x="55894" y="284727"/>
                  </a:lnTo>
                  <a:lnTo>
                    <a:pt x="54939" y="284727"/>
                  </a:lnTo>
                  <a:lnTo>
                    <a:pt x="53984" y="283771"/>
                  </a:lnTo>
                  <a:lnTo>
                    <a:pt x="53028" y="283771"/>
                  </a:lnTo>
                  <a:lnTo>
                    <a:pt x="50639" y="285205"/>
                  </a:lnTo>
                  <a:lnTo>
                    <a:pt x="49684" y="284727"/>
                  </a:lnTo>
                  <a:lnTo>
                    <a:pt x="46818" y="283294"/>
                  </a:lnTo>
                  <a:lnTo>
                    <a:pt x="45862" y="283294"/>
                  </a:lnTo>
                  <a:lnTo>
                    <a:pt x="43951" y="284249"/>
                  </a:lnTo>
                  <a:lnTo>
                    <a:pt x="43951" y="287593"/>
                  </a:lnTo>
                  <a:lnTo>
                    <a:pt x="44429" y="290459"/>
                  </a:lnTo>
                  <a:lnTo>
                    <a:pt x="43473" y="290459"/>
                  </a:lnTo>
                  <a:lnTo>
                    <a:pt x="42040" y="289504"/>
                  </a:lnTo>
                  <a:lnTo>
                    <a:pt x="40129" y="288548"/>
                  </a:lnTo>
                  <a:lnTo>
                    <a:pt x="38696" y="287593"/>
                  </a:lnTo>
                  <a:lnTo>
                    <a:pt x="36307" y="286160"/>
                  </a:lnTo>
                  <a:lnTo>
                    <a:pt x="35352" y="285205"/>
                  </a:lnTo>
                  <a:lnTo>
                    <a:pt x="33919" y="286638"/>
                  </a:lnTo>
                  <a:lnTo>
                    <a:pt x="33919" y="286160"/>
                  </a:lnTo>
                  <a:lnTo>
                    <a:pt x="34397" y="284249"/>
                  </a:lnTo>
                  <a:lnTo>
                    <a:pt x="34397" y="281382"/>
                  </a:lnTo>
                  <a:lnTo>
                    <a:pt x="36307" y="283771"/>
                  </a:lnTo>
                  <a:lnTo>
                    <a:pt x="35830" y="281860"/>
                  </a:lnTo>
                  <a:lnTo>
                    <a:pt x="33919" y="279949"/>
                  </a:lnTo>
                  <a:lnTo>
                    <a:pt x="32963" y="279472"/>
                  </a:lnTo>
                  <a:lnTo>
                    <a:pt x="31530" y="276128"/>
                  </a:lnTo>
                  <a:lnTo>
                    <a:pt x="28186" y="274217"/>
                  </a:lnTo>
                  <a:lnTo>
                    <a:pt x="25320" y="270873"/>
                  </a:lnTo>
                  <a:lnTo>
                    <a:pt x="20065" y="265617"/>
                  </a:lnTo>
                  <a:lnTo>
                    <a:pt x="19587" y="260840"/>
                  </a:lnTo>
                  <a:lnTo>
                    <a:pt x="17676" y="254630"/>
                  </a:lnTo>
                  <a:lnTo>
                    <a:pt x="18631" y="251286"/>
                  </a:lnTo>
                  <a:lnTo>
                    <a:pt x="18154" y="248897"/>
                  </a:lnTo>
                  <a:lnTo>
                    <a:pt x="17198" y="245075"/>
                  </a:lnTo>
                  <a:lnTo>
                    <a:pt x="16243" y="243164"/>
                  </a:lnTo>
                  <a:lnTo>
                    <a:pt x="11943" y="237432"/>
                  </a:lnTo>
                  <a:lnTo>
                    <a:pt x="7644" y="234087"/>
                  </a:lnTo>
                  <a:lnTo>
                    <a:pt x="6688" y="231221"/>
                  </a:lnTo>
                  <a:lnTo>
                    <a:pt x="6688" y="228355"/>
                  </a:lnTo>
                  <a:lnTo>
                    <a:pt x="7644" y="225488"/>
                  </a:lnTo>
                  <a:lnTo>
                    <a:pt x="8599" y="223100"/>
                  </a:lnTo>
                  <a:lnTo>
                    <a:pt x="9077" y="222144"/>
                  </a:lnTo>
                  <a:lnTo>
                    <a:pt x="9077" y="222622"/>
                  </a:lnTo>
                  <a:lnTo>
                    <a:pt x="9077" y="223100"/>
                  </a:lnTo>
                  <a:lnTo>
                    <a:pt x="9555" y="223577"/>
                  </a:lnTo>
                  <a:lnTo>
                    <a:pt x="10032" y="222144"/>
                  </a:lnTo>
                  <a:lnTo>
                    <a:pt x="10032" y="221666"/>
                  </a:lnTo>
                  <a:lnTo>
                    <a:pt x="9555" y="221666"/>
                  </a:lnTo>
                  <a:lnTo>
                    <a:pt x="9555" y="221189"/>
                  </a:lnTo>
                  <a:lnTo>
                    <a:pt x="10032" y="220233"/>
                  </a:lnTo>
                  <a:lnTo>
                    <a:pt x="11465" y="216889"/>
                  </a:lnTo>
                  <a:lnTo>
                    <a:pt x="11465" y="212112"/>
                  </a:lnTo>
                  <a:lnTo>
                    <a:pt x="12421" y="206857"/>
                  </a:lnTo>
                  <a:lnTo>
                    <a:pt x="12421" y="204946"/>
                  </a:lnTo>
                  <a:lnTo>
                    <a:pt x="11465" y="201124"/>
                  </a:lnTo>
                  <a:lnTo>
                    <a:pt x="10988" y="198735"/>
                  </a:lnTo>
                  <a:lnTo>
                    <a:pt x="9077" y="196825"/>
                  </a:lnTo>
                  <a:lnTo>
                    <a:pt x="10032" y="194436"/>
                  </a:lnTo>
                  <a:lnTo>
                    <a:pt x="10032" y="192047"/>
                  </a:lnTo>
                  <a:lnTo>
                    <a:pt x="7166" y="188703"/>
                  </a:lnTo>
                  <a:lnTo>
                    <a:pt x="5733" y="184403"/>
                  </a:lnTo>
                  <a:lnTo>
                    <a:pt x="5733" y="182493"/>
                  </a:lnTo>
                  <a:lnTo>
                    <a:pt x="5733" y="177715"/>
                  </a:lnTo>
                  <a:lnTo>
                    <a:pt x="5255" y="175327"/>
                  </a:lnTo>
                  <a:lnTo>
                    <a:pt x="3344" y="171983"/>
                  </a:lnTo>
                  <a:lnTo>
                    <a:pt x="4300" y="168638"/>
                  </a:lnTo>
                  <a:lnTo>
                    <a:pt x="4777" y="167205"/>
                  </a:lnTo>
                  <a:lnTo>
                    <a:pt x="7166" y="158606"/>
                  </a:lnTo>
                  <a:lnTo>
                    <a:pt x="7644" y="158128"/>
                  </a:lnTo>
                  <a:lnTo>
                    <a:pt x="8599" y="158128"/>
                  </a:lnTo>
                  <a:lnTo>
                    <a:pt x="10032" y="156695"/>
                  </a:lnTo>
                  <a:lnTo>
                    <a:pt x="9555" y="156218"/>
                  </a:lnTo>
                  <a:lnTo>
                    <a:pt x="8121" y="157173"/>
                  </a:lnTo>
                  <a:lnTo>
                    <a:pt x="9077" y="153829"/>
                  </a:lnTo>
                  <a:lnTo>
                    <a:pt x="10510" y="150962"/>
                  </a:lnTo>
                  <a:lnTo>
                    <a:pt x="10988" y="150007"/>
                  </a:lnTo>
                  <a:lnTo>
                    <a:pt x="11465" y="140930"/>
                  </a:lnTo>
                  <a:lnTo>
                    <a:pt x="11943" y="133764"/>
                  </a:lnTo>
                  <a:lnTo>
                    <a:pt x="12899" y="131376"/>
                  </a:lnTo>
                  <a:lnTo>
                    <a:pt x="12899" y="128987"/>
                  </a:lnTo>
                  <a:lnTo>
                    <a:pt x="13377" y="125643"/>
                  </a:lnTo>
                  <a:lnTo>
                    <a:pt x="12899" y="122777"/>
                  </a:lnTo>
                  <a:lnTo>
                    <a:pt x="15287" y="106534"/>
                  </a:lnTo>
                  <a:lnTo>
                    <a:pt x="14810" y="104623"/>
                  </a:lnTo>
                  <a:lnTo>
                    <a:pt x="15287" y="101756"/>
                  </a:lnTo>
                  <a:lnTo>
                    <a:pt x="14810" y="95068"/>
                  </a:lnTo>
                  <a:lnTo>
                    <a:pt x="15287" y="87424"/>
                  </a:lnTo>
                  <a:lnTo>
                    <a:pt x="14332" y="86469"/>
                  </a:lnTo>
                  <a:lnTo>
                    <a:pt x="14332" y="85513"/>
                  </a:lnTo>
                  <a:lnTo>
                    <a:pt x="14810" y="85036"/>
                  </a:lnTo>
                  <a:lnTo>
                    <a:pt x="15765" y="86469"/>
                  </a:lnTo>
                  <a:lnTo>
                    <a:pt x="20542" y="86469"/>
                  </a:lnTo>
                  <a:lnTo>
                    <a:pt x="23409" y="85036"/>
                  </a:lnTo>
                  <a:lnTo>
                    <a:pt x="24842" y="85513"/>
                  </a:lnTo>
                  <a:lnTo>
                    <a:pt x="25797" y="86947"/>
                  </a:lnTo>
                  <a:lnTo>
                    <a:pt x="27708" y="87424"/>
                  </a:lnTo>
                  <a:lnTo>
                    <a:pt x="29619" y="86947"/>
                  </a:lnTo>
                  <a:lnTo>
                    <a:pt x="28664" y="86469"/>
                  </a:lnTo>
                  <a:lnTo>
                    <a:pt x="27708" y="86469"/>
                  </a:lnTo>
                  <a:lnTo>
                    <a:pt x="25797" y="85036"/>
                  </a:lnTo>
                  <a:lnTo>
                    <a:pt x="24842" y="84080"/>
                  </a:lnTo>
                  <a:lnTo>
                    <a:pt x="21020" y="84080"/>
                  </a:lnTo>
                  <a:lnTo>
                    <a:pt x="20065" y="83125"/>
                  </a:lnTo>
                  <a:lnTo>
                    <a:pt x="16243" y="84080"/>
                  </a:lnTo>
                  <a:lnTo>
                    <a:pt x="14810" y="83125"/>
                  </a:lnTo>
                  <a:lnTo>
                    <a:pt x="12421" y="83603"/>
                  </a:lnTo>
                  <a:lnTo>
                    <a:pt x="13377" y="81214"/>
                  </a:lnTo>
                  <a:lnTo>
                    <a:pt x="12899" y="78347"/>
                  </a:lnTo>
                  <a:lnTo>
                    <a:pt x="13377" y="75004"/>
                  </a:lnTo>
                  <a:lnTo>
                    <a:pt x="13854" y="77392"/>
                  </a:lnTo>
                  <a:lnTo>
                    <a:pt x="15287" y="79781"/>
                  </a:lnTo>
                  <a:lnTo>
                    <a:pt x="15765" y="76914"/>
                  </a:lnTo>
                  <a:lnTo>
                    <a:pt x="16243" y="73570"/>
                  </a:lnTo>
                  <a:lnTo>
                    <a:pt x="14810" y="72137"/>
                  </a:lnTo>
                  <a:lnTo>
                    <a:pt x="12421" y="71182"/>
                  </a:lnTo>
                  <a:lnTo>
                    <a:pt x="11943" y="68315"/>
                  </a:lnTo>
                  <a:lnTo>
                    <a:pt x="17198" y="65449"/>
                  </a:lnTo>
                  <a:lnTo>
                    <a:pt x="14332" y="64971"/>
                  </a:lnTo>
                  <a:lnTo>
                    <a:pt x="13377" y="64016"/>
                  </a:lnTo>
                  <a:lnTo>
                    <a:pt x="11943" y="63538"/>
                  </a:lnTo>
                  <a:lnTo>
                    <a:pt x="11465" y="64493"/>
                  </a:lnTo>
                  <a:lnTo>
                    <a:pt x="11465" y="65927"/>
                  </a:lnTo>
                  <a:lnTo>
                    <a:pt x="10988" y="64493"/>
                  </a:lnTo>
                  <a:lnTo>
                    <a:pt x="10510" y="62582"/>
                  </a:lnTo>
                  <a:lnTo>
                    <a:pt x="10032" y="59238"/>
                  </a:lnTo>
                  <a:lnTo>
                    <a:pt x="7644" y="53983"/>
                  </a:lnTo>
                  <a:lnTo>
                    <a:pt x="6688" y="46817"/>
                  </a:lnTo>
                  <a:lnTo>
                    <a:pt x="4777" y="43473"/>
                  </a:lnTo>
                  <a:lnTo>
                    <a:pt x="1433" y="40607"/>
                  </a:lnTo>
                  <a:lnTo>
                    <a:pt x="956" y="38696"/>
                  </a:lnTo>
                  <a:lnTo>
                    <a:pt x="0" y="33441"/>
                  </a:lnTo>
                  <a:lnTo>
                    <a:pt x="478" y="30097"/>
                  </a:lnTo>
                  <a:lnTo>
                    <a:pt x="0" y="27708"/>
                  </a:lnTo>
                  <a:lnTo>
                    <a:pt x="1433" y="27708"/>
                  </a:lnTo>
                  <a:lnTo>
                    <a:pt x="5255" y="29619"/>
                  </a:lnTo>
                  <a:lnTo>
                    <a:pt x="10510" y="31052"/>
                  </a:lnTo>
                  <a:lnTo>
                    <a:pt x="11943" y="32486"/>
                  </a:lnTo>
                  <a:lnTo>
                    <a:pt x="14332" y="33441"/>
                  </a:lnTo>
                  <a:lnTo>
                    <a:pt x="28186" y="34396"/>
                  </a:lnTo>
                  <a:lnTo>
                    <a:pt x="28664" y="34396"/>
                  </a:lnTo>
                  <a:lnTo>
                    <a:pt x="30575" y="33441"/>
                  </a:lnTo>
                  <a:lnTo>
                    <a:pt x="31530" y="33919"/>
                  </a:lnTo>
                  <a:lnTo>
                    <a:pt x="33441" y="35352"/>
                  </a:lnTo>
                  <a:lnTo>
                    <a:pt x="34397" y="35830"/>
                  </a:lnTo>
                  <a:lnTo>
                    <a:pt x="35830" y="35830"/>
                  </a:lnTo>
                  <a:lnTo>
                    <a:pt x="36785" y="35352"/>
                  </a:lnTo>
                  <a:lnTo>
                    <a:pt x="38218" y="33919"/>
                  </a:lnTo>
                  <a:lnTo>
                    <a:pt x="38218" y="34396"/>
                  </a:lnTo>
                  <a:lnTo>
                    <a:pt x="38218" y="35830"/>
                  </a:lnTo>
                  <a:lnTo>
                    <a:pt x="39174" y="37263"/>
                  </a:lnTo>
                  <a:lnTo>
                    <a:pt x="40129" y="39651"/>
                  </a:lnTo>
                  <a:lnTo>
                    <a:pt x="40607" y="41085"/>
                  </a:lnTo>
                  <a:lnTo>
                    <a:pt x="38218" y="44907"/>
                  </a:lnTo>
                  <a:lnTo>
                    <a:pt x="37741" y="44907"/>
                  </a:lnTo>
                  <a:lnTo>
                    <a:pt x="37741" y="43473"/>
                  </a:lnTo>
                  <a:lnTo>
                    <a:pt x="37263" y="43473"/>
                  </a:lnTo>
                  <a:lnTo>
                    <a:pt x="32963" y="49684"/>
                  </a:lnTo>
                  <a:lnTo>
                    <a:pt x="31052" y="53028"/>
                  </a:lnTo>
                  <a:lnTo>
                    <a:pt x="31052" y="54461"/>
                  </a:lnTo>
                  <a:lnTo>
                    <a:pt x="31052" y="54939"/>
                  </a:lnTo>
                  <a:lnTo>
                    <a:pt x="31530" y="55417"/>
                  </a:lnTo>
                  <a:lnTo>
                    <a:pt x="33441" y="54939"/>
                  </a:lnTo>
                  <a:lnTo>
                    <a:pt x="35352" y="53506"/>
                  </a:lnTo>
                  <a:lnTo>
                    <a:pt x="35352" y="53506"/>
                  </a:lnTo>
                  <a:lnTo>
                    <a:pt x="33441" y="53983"/>
                  </a:lnTo>
                  <a:lnTo>
                    <a:pt x="32486" y="53983"/>
                  </a:lnTo>
                  <a:lnTo>
                    <a:pt x="32486" y="52550"/>
                  </a:lnTo>
                  <a:lnTo>
                    <a:pt x="32963" y="51595"/>
                  </a:lnTo>
                  <a:lnTo>
                    <a:pt x="34397" y="49684"/>
                  </a:lnTo>
                  <a:lnTo>
                    <a:pt x="35352" y="48251"/>
                  </a:lnTo>
                  <a:lnTo>
                    <a:pt x="37263" y="46817"/>
                  </a:lnTo>
                  <a:lnTo>
                    <a:pt x="38696" y="45862"/>
                  </a:lnTo>
                  <a:lnTo>
                    <a:pt x="39174" y="44429"/>
                  </a:lnTo>
                  <a:lnTo>
                    <a:pt x="41563" y="42040"/>
                  </a:lnTo>
                  <a:lnTo>
                    <a:pt x="42040" y="41562"/>
                  </a:lnTo>
                  <a:lnTo>
                    <a:pt x="42040" y="40129"/>
                  </a:lnTo>
                  <a:lnTo>
                    <a:pt x="42040" y="39651"/>
                  </a:lnTo>
                  <a:lnTo>
                    <a:pt x="42996" y="40129"/>
                  </a:lnTo>
                  <a:lnTo>
                    <a:pt x="43473" y="42996"/>
                  </a:lnTo>
                  <a:lnTo>
                    <a:pt x="43473" y="43951"/>
                  </a:lnTo>
                  <a:lnTo>
                    <a:pt x="41563" y="45384"/>
                  </a:lnTo>
                  <a:lnTo>
                    <a:pt x="41085" y="45862"/>
                  </a:lnTo>
                  <a:lnTo>
                    <a:pt x="41563" y="48251"/>
                  </a:lnTo>
                  <a:lnTo>
                    <a:pt x="41085" y="48251"/>
                  </a:lnTo>
                  <a:lnTo>
                    <a:pt x="40607" y="48251"/>
                  </a:lnTo>
                  <a:lnTo>
                    <a:pt x="40129" y="48251"/>
                  </a:lnTo>
                  <a:lnTo>
                    <a:pt x="42040" y="50639"/>
                  </a:lnTo>
                  <a:lnTo>
                    <a:pt x="42518" y="52072"/>
                  </a:lnTo>
                  <a:lnTo>
                    <a:pt x="42518" y="53983"/>
                  </a:lnTo>
                  <a:lnTo>
                    <a:pt x="42040" y="56850"/>
                  </a:lnTo>
                  <a:lnTo>
                    <a:pt x="41563" y="57328"/>
                  </a:lnTo>
                  <a:lnTo>
                    <a:pt x="40607" y="57328"/>
                  </a:lnTo>
                  <a:lnTo>
                    <a:pt x="39652" y="56372"/>
                  </a:lnTo>
                  <a:lnTo>
                    <a:pt x="39174" y="56372"/>
                  </a:lnTo>
                  <a:lnTo>
                    <a:pt x="38218" y="58761"/>
                  </a:lnTo>
                  <a:lnTo>
                    <a:pt x="38218" y="58761"/>
                  </a:lnTo>
                  <a:lnTo>
                    <a:pt x="37741" y="55894"/>
                  </a:lnTo>
                  <a:lnTo>
                    <a:pt x="37263" y="55417"/>
                  </a:lnTo>
                  <a:lnTo>
                    <a:pt x="35352" y="56850"/>
                  </a:lnTo>
                  <a:lnTo>
                    <a:pt x="34874" y="58283"/>
                  </a:lnTo>
                  <a:lnTo>
                    <a:pt x="33919" y="60194"/>
                  </a:lnTo>
                  <a:lnTo>
                    <a:pt x="33441" y="61149"/>
                  </a:lnTo>
                  <a:lnTo>
                    <a:pt x="35352" y="61149"/>
                  </a:lnTo>
                  <a:lnTo>
                    <a:pt x="37741" y="60672"/>
                  </a:lnTo>
                  <a:lnTo>
                    <a:pt x="39174" y="61627"/>
                  </a:lnTo>
                  <a:lnTo>
                    <a:pt x="39652" y="61627"/>
                  </a:lnTo>
                  <a:lnTo>
                    <a:pt x="41085" y="60672"/>
                  </a:lnTo>
                  <a:lnTo>
                    <a:pt x="41563" y="60194"/>
                  </a:lnTo>
                  <a:lnTo>
                    <a:pt x="42996" y="57328"/>
                  </a:lnTo>
                  <a:lnTo>
                    <a:pt x="43473" y="56850"/>
                  </a:lnTo>
                  <a:lnTo>
                    <a:pt x="44429" y="56850"/>
                  </a:lnTo>
                  <a:lnTo>
                    <a:pt x="45384" y="56372"/>
                  </a:lnTo>
                  <a:lnTo>
                    <a:pt x="46818" y="54939"/>
                  </a:lnTo>
                  <a:lnTo>
                    <a:pt x="46818" y="53983"/>
                  </a:lnTo>
                  <a:lnTo>
                    <a:pt x="46340" y="50639"/>
                  </a:lnTo>
                  <a:lnTo>
                    <a:pt x="46340" y="48728"/>
                  </a:lnTo>
                  <a:lnTo>
                    <a:pt x="45862" y="47773"/>
                  </a:lnTo>
                  <a:lnTo>
                    <a:pt x="45384" y="47295"/>
                  </a:lnTo>
                  <a:lnTo>
                    <a:pt x="45384" y="46340"/>
                  </a:lnTo>
                  <a:lnTo>
                    <a:pt x="45862" y="45384"/>
                  </a:lnTo>
                  <a:lnTo>
                    <a:pt x="45862" y="44429"/>
                  </a:lnTo>
                  <a:lnTo>
                    <a:pt x="45862" y="43473"/>
                  </a:lnTo>
                  <a:lnTo>
                    <a:pt x="45862" y="42518"/>
                  </a:lnTo>
                  <a:lnTo>
                    <a:pt x="47295" y="40607"/>
                  </a:lnTo>
                  <a:lnTo>
                    <a:pt x="47295" y="39651"/>
                  </a:lnTo>
                  <a:lnTo>
                    <a:pt x="48728" y="37263"/>
                  </a:lnTo>
                  <a:lnTo>
                    <a:pt x="48251" y="36785"/>
                  </a:lnTo>
                  <a:lnTo>
                    <a:pt x="47295" y="35830"/>
                  </a:lnTo>
                  <a:lnTo>
                    <a:pt x="46818" y="34874"/>
                  </a:lnTo>
                  <a:lnTo>
                    <a:pt x="45862" y="33441"/>
                  </a:lnTo>
                  <a:lnTo>
                    <a:pt x="45384" y="32963"/>
                  </a:lnTo>
                  <a:lnTo>
                    <a:pt x="45384" y="32963"/>
                  </a:lnTo>
                  <a:lnTo>
                    <a:pt x="45862" y="35352"/>
                  </a:lnTo>
                  <a:lnTo>
                    <a:pt x="45862" y="35352"/>
                  </a:lnTo>
                  <a:lnTo>
                    <a:pt x="43951" y="34396"/>
                  </a:lnTo>
                  <a:lnTo>
                    <a:pt x="43473" y="33441"/>
                  </a:lnTo>
                  <a:lnTo>
                    <a:pt x="42996" y="32486"/>
                  </a:lnTo>
                  <a:lnTo>
                    <a:pt x="43473" y="31530"/>
                  </a:lnTo>
                  <a:lnTo>
                    <a:pt x="44429" y="30575"/>
                  </a:lnTo>
                  <a:lnTo>
                    <a:pt x="45862" y="30575"/>
                  </a:lnTo>
                  <a:lnTo>
                    <a:pt x="45384" y="29619"/>
                  </a:lnTo>
                  <a:lnTo>
                    <a:pt x="43951" y="27708"/>
                  </a:lnTo>
                  <a:lnTo>
                    <a:pt x="42996" y="26753"/>
                  </a:lnTo>
                  <a:lnTo>
                    <a:pt x="42040" y="26275"/>
                  </a:lnTo>
                  <a:lnTo>
                    <a:pt x="41085" y="25797"/>
                  </a:lnTo>
                  <a:lnTo>
                    <a:pt x="40607" y="25797"/>
                  </a:lnTo>
                  <a:lnTo>
                    <a:pt x="40129" y="25320"/>
                  </a:lnTo>
                  <a:lnTo>
                    <a:pt x="40607" y="24364"/>
                  </a:lnTo>
                  <a:lnTo>
                    <a:pt x="41085" y="24364"/>
                  </a:lnTo>
                  <a:lnTo>
                    <a:pt x="42996" y="24364"/>
                  </a:lnTo>
                  <a:lnTo>
                    <a:pt x="43951" y="23886"/>
                  </a:lnTo>
                  <a:lnTo>
                    <a:pt x="43951" y="22931"/>
                  </a:lnTo>
                  <a:lnTo>
                    <a:pt x="43473" y="22453"/>
                  </a:lnTo>
                  <a:lnTo>
                    <a:pt x="43473" y="19587"/>
                  </a:lnTo>
                  <a:lnTo>
                    <a:pt x="42996" y="17198"/>
                  </a:lnTo>
                  <a:lnTo>
                    <a:pt x="42518" y="16721"/>
                  </a:lnTo>
                  <a:lnTo>
                    <a:pt x="42040" y="16721"/>
                  </a:lnTo>
                  <a:lnTo>
                    <a:pt x="41563" y="16721"/>
                  </a:lnTo>
                  <a:lnTo>
                    <a:pt x="40607" y="16721"/>
                  </a:lnTo>
                  <a:lnTo>
                    <a:pt x="40129" y="16243"/>
                  </a:lnTo>
                  <a:lnTo>
                    <a:pt x="39174" y="14332"/>
                  </a:lnTo>
                  <a:lnTo>
                    <a:pt x="38218" y="10510"/>
                  </a:lnTo>
                  <a:lnTo>
                    <a:pt x="40129" y="10510"/>
                  </a:lnTo>
                  <a:lnTo>
                    <a:pt x="48728" y="10510"/>
                  </a:lnTo>
                  <a:lnTo>
                    <a:pt x="56850" y="10510"/>
                  </a:lnTo>
                  <a:lnTo>
                    <a:pt x="65449" y="10510"/>
                  </a:lnTo>
                  <a:lnTo>
                    <a:pt x="74048" y="10510"/>
                  </a:lnTo>
                  <a:lnTo>
                    <a:pt x="82170" y="10510"/>
                  </a:lnTo>
                  <a:lnTo>
                    <a:pt x="90769" y="10510"/>
                  </a:lnTo>
                  <a:lnTo>
                    <a:pt x="99368" y="10510"/>
                  </a:lnTo>
                  <a:lnTo>
                    <a:pt x="107489" y="10510"/>
                  </a:lnTo>
                  <a:lnTo>
                    <a:pt x="116088" y="10510"/>
                  </a:lnTo>
                  <a:lnTo>
                    <a:pt x="124687" y="10510"/>
                  </a:lnTo>
                  <a:lnTo>
                    <a:pt x="132809" y="10510"/>
                  </a:lnTo>
                  <a:lnTo>
                    <a:pt x="141408" y="10510"/>
                  </a:lnTo>
                  <a:lnTo>
                    <a:pt x="150007" y="10510"/>
                  </a:lnTo>
                  <a:lnTo>
                    <a:pt x="158606" y="10510"/>
                  </a:lnTo>
                  <a:lnTo>
                    <a:pt x="166728" y="10510"/>
                  </a:lnTo>
                  <a:lnTo>
                    <a:pt x="175327" y="10510"/>
                  </a:lnTo>
                  <a:lnTo>
                    <a:pt x="183926" y="10510"/>
                  </a:lnTo>
                  <a:lnTo>
                    <a:pt x="192047" y="10510"/>
                  </a:lnTo>
                  <a:lnTo>
                    <a:pt x="200646" y="10510"/>
                  </a:lnTo>
                  <a:lnTo>
                    <a:pt x="209246" y="10510"/>
                  </a:lnTo>
                  <a:lnTo>
                    <a:pt x="217845" y="10510"/>
                  </a:lnTo>
                  <a:lnTo>
                    <a:pt x="225966" y="10510"/>
                  </a:lnTo>
                  <a:lnTo>
                    <a:pt x="234565" y="10510"/>
                  </a:lnTo>
                  <a:lnTo>
                    <a:pt x="243164" y="10510"/>
                  </a:lnTo>
                  <a:lnTo>
                    <a:pt x="251286" y="10510"/>
                  </a:lnTo>
                  <a:lnTo>
                    <a:pt x="259885" y="10510"/>
                  </a:lnTo>
                  <a:lnTo>
                    <a:pt x="268484" y="10510"/>
                  </a:lnTo>
                  <a:lnTo>
                    <a:pt x="276605" y="10510"/>
                  </a:lnTo>
                  <a:lnTo>
                    <a:pt x="285205" y="10510"/>
                  </a:lnTo>
                  <a:lnTo>
                    <a:pt x="293804" y="10510"/>
                  </a:lnTo>
                  <a:lnTo>
                    <a:pt x="301925" y="10510"/>
                  </a:lnTo>
                  <a:lnTo>
                    <a:pt x="310524" y="10510"/>
                  </a:lnTo>
                  <a:lnTo>
                    <a:pt x="319123" y="10510"/>
                  </a:lnTo>
                  <a:lnTo>
                    <a:pt x="327722" y="10510"/>
                  </a:lnTo>
                  <a:lnTo>
                    <a:pt x="335844" y="10510"/>
                  </a:lnTo>
                  <a:lnTo>
                    <a:pt x="344443" y="10510"/>
                  </a:lnTo>
                  <a:lnTo>
                    <a:pt x="353042" y="10510"/>
                  </a:lnTo>
                  <a:lnTo>
                    <a:pt x="361163" y="10510"/>
                  </a:lnTo>
                  <a:lnTo>
                    <a:pt x="369763" y="10510"/>
                  </a:lnTo>
                  <a:lnTo>
                    <a:pt x="378362" y="10510"/>
                  </a:lnTo>
                  <a:lnTo>
                    <a:pt x="386961" y="10510"/>
                  </a:lnTo>
                  <a:lnTo>
                    <a:pt x="395082" y="10510"/>
                  </a:lnTo>
                  <a:lnTo>
                    <a:pt x="403681" y="10510"/>
                  </a:lnTo>
                  <a:lnTo>
                    <a:pt x="412281" y="10510"/>
                  </a:lnTo>
                  <a:lnTo>
                    <a:pt x="420402" y="10510"/>
                  </a:lnTo>
                  <a:lnTo>
                    <a:pt x="429001" y="10510"/>
                  </a:lnTo>
                  <a:lnTo>
                    <a:pt x="437600" y="10510"/>
                  </a:lnTo>
                  <a:lnTo>
                    <a:pt x="445722" y="10510"/>
                  </a:lnTo>
                  <a:lnTo>
                    <a:pt x="454321" y="10510"/>
                  </a:lnTo>
                  <a:lnTo>
                    <a:pt x="462920" y="10510"/>
                  </a:lnTo>
                  <a:lnTo>
                    <a:pt x="471519" y="10510"/>
                  </a:lnTo>
                  <a:lnTo>
                    <a:pt x="479640" y="10510"/>
                  </a:lnTo>
                  <a:lnTo>
                    <a:pt x="488240" y="10510"/>
                  </a:lnTo>
                  <a:lnTo>
                    <a:pt x="496839" y="10510"/>
                  </a:lnTo>
                  <a:lnTo>
                    <a:pt x="504960" y="10510"/>
                  </a:lnTo>
                  <a:lnTo>
                    <a:pt x="513559" y="10510"/>
                  </a:lnTo>
                  <a:lnTo>
                    <a:pt x="522158" y="10510"/>
                  </a:lnTo>
                  <a:lnTo>
                    <a:pt x="530280" y="10510"/>
                  </a:lnTo>
                  <a:lnTo>
                    <a:pt x="538879" y="10510"/>
                  </a:lnTo>
                  <a:lnTo>
                    <a:pt x="547478" y="10510"/>
                  </a:lnTo>
                  <a:lnTo>
                    <a:pt x="556077" y="10510"/>
                  </a:lnTo>
                  <a:lnTo>
                    <a:pt x="564199" y="10510"/>
                  </a:lnTo>
                  <a:lnTo>
                    <a:pt x="572798" y="10510"/>
                  </a:lnTo>
                  <a:lnTo>
                    <a:pt x="581397" y="10510"/>
                  </a:lnTo>
                  <a:lnTo>
                    <a:pt x="585696" y="10510"/>
                  </a:lnTo>
                  <a:lnTo>
                    <a:pt x="586174" y="4777"/>
                  </a:lnTo>
                  <a:lnTo>
                    <a:pt x="586174" y="0"/>
                  </a:lnTo>
                  <a:lnTo>
                    <a:pt x="590474" y="955"/>
                  </a:lnTo>
                  <a:lnTo>
                    <a:pt x="591429" y="1433"/>
                  </a:lnTo>
                  <a:lnTo>
                    <a:pt x="591907" y="1911"/>
                  </a:lnTo>
                  <a:lnTo>
                    <a:pt x="591907" y="3344"/>
                  </a:lnTo>
                  <a:lnTo>
                    <a:pt x="592385" y="7166"/>
                  </a:lnTo>
                  <a:lnTo>
                    <a:pt x="592862" y="10510"/>
                  </a:lnTo>
                  <a:lnTo>
                    <a:pt x="594773" y="14332"/>
                  </a:lnTo>
                  <a:lnTo>
                    <a:pt x="594773" y="15765"/>
                  </a:lnTo>
                  <a:lnTo>
                    <a:pt x="595729" y="16721"/>
                  </a:lnTo>
                  <a:lnTo>
                    <a:pt x="595729" y="16721"/>
                  </a:lnTo>
                  <a:lnTo>
                    <a:pt x="596684" y="17676"/>
                  </a:lnTo>
                  <a:lnTo>
                    <a:pt x="600506" y="18631"/>
                  </a:lnTo>
                  <a:lnTo>
                    <a:pt x="607672" y="20065"/>
                  </a:lnTo>
                  <a:lnTo>
                    <a:pt x="611971" y="21020"/>
                  </a:lnTo>
                  <a:lnTo>
                    <a:pt x="612927" y="22931"/>
                  </a:lnTo>
                  <a:lnTo>
                    <a:pt x="612927" y="22931"/>
                  </a:lnTo>
                  <a:lnTo>
                    <a:pt x="614838" y="23409"/>
                  </a:lnTo>
                  <a:lnTo>
                    <a:pt x="617704" y="23409"/>
                  </a:lnTo>
                  <a:lnTo>
                    <a:pt x="619615" y="22453"/>
                  </a:lnTo>
                  <a:lnTo>
                    <a:pt x="621048" y="21020"/>
                  </a:lnTo>
                  <a:lnTo>
                    <a:pt x="621048" y="21020"/>
                  </a:lnTo>
                  <a:lnTo>
                    <a:pt x="621526" y="21020"/>
                  </a:lnTo>
                  <a:lnTo>
                    <a:pt x="623437" y="20542"/>
                  </a:lnTo>
                  <a:lnTo>
                    <a:pt x="625826" y="21020"/>
                  </a:lnTo>
                  <a:lnTo>
                    <a:pt x="627736" y="21020"/>
                  </a:lnTo>
                  <a:lnTo>
                    <a:pt x="628692" y="21020"/>
                  </a:lnTo>
                  <a:lnTo>
                    <a:pt x="632036" y="22453"/>
                  </a:lnTo>
                  <a:lnTo>
                    <a:pt x="633947" y="23409"/>
                  </a:lnTo>
                  <a:lnTo>
                    <a:pt x="636813" y="25320"/>
                  </a:lnTo>
                  <a:lnTo>
                    <a:pt x="638724" y="25797"/>
                  </a:lnTo>
                  <a:lnTo>
                    <a:pt x="639680" y="27708"/>
                  </a:lnTo>
                  <a:lnTo>
                    <a:pt x="640158" y="30097"/>
                  </a:lnTo>
                  <a:lnTo>
                    <a:pt x="641591" y="30097"/>
                  </a:lnTo>
                  <a:lnTo>
                    <a:pt x="642546" y="28664"/>
                  </a:lnTo>
                  <a:lnTo>
                    <a:pt x="645413" y="28664"/>
                  </a:lnTo>
                  <a:lnTo>
                    <a:pt x="648279" y="29619"/>
                  </a:lnTo>
                  <a:lnTo>
                    <a:pt x="651623" y="32486"/>
                  </a:lnTo>
                  <a:lnTo>
                    <a:pt x="655445" y="34874"/>
                  </a:lnTo>
                  <a:lnTo>
                    <a:pt x="658311" y="36307"/>
                  </a:lnTo>
                  <a:lnTo>
                    <a:pt x="660700" y="36307"/>
                  </a:lnTo>
                  <a:lnTo>
                    <a:pt x="664044" y="34874"/>
                  </a:lnTo>
                  <a:lnTo>
                    <a:pt x="667388" y="32486"/>
                  </a:lnTo>
                  <a:lnTo>
                    <a:pt x="670255" y="32008"/>
                  </a:lnTo>
                  <a:lnTo>
                    <a:pt x="671688" y="32486"/>
                  </a:lnTo>
                  <a:lnTo>
                    <a:pt x="672643" y="34396"/>
                  </a:lnTo>
                  <a:lnTo>
                    <a:pt x="673599" y="34874"/>
                  </a:lnTo>
                  <a:lnTo>
                    <a:pt x="675987" y="34874"/>
                  </a:lnTo>
                  <a:lnTo>
                    <a:pt x="681720" y="35352"/>
                  </a:lnTo>
                  <a:lnTo>
                    <a:pt x="686497" y="34396"/>
                  </a:lnTo>
                  <a:lnTo>
                    <a:pt x="687453" y="35830"/>
                  </a:lnTo>
                  <a:lnTo>
                    <a:pt x="688408" y="37263"/>
                  </a:lnTo>
                  <a:lnTo>
                    <a:pt x="690319" y="37741"/>
                  </a:lnTo>
                  <a:lnTo>
                    <a:pt x="692708" y="37263"/>
                  </a:lnTo>
                  <a:lnTo>
                    <a:pt x="696530" y="37741"/>
                  </a:lnTo>
                  <a:lnTo>
                    <a:pt x="696052" y="38218"/>
                  </a:lnTo>
                  <a:lnTo>
                    <a:pt x="695574" y="38218"/>
                  </a:lnTo>
                  <a:lnTo>
                    <a:pt x="694619" y="38218"/>
                  </a:lnTo>
                  <a:lnTo>
                    <a:pt x="693663" y="39174"/>
                  </a:lnTo>
                  <a:lnTo>
                    <a:pt x="691752" y="40607"/>
                  </a:lnTo>
                  <a:lnTo>
                    <a:pt x="688408" y="42040"/>
                  </a:lnTo>
                  <a:lnTo>
                    <a:pt x="684586" y="43473"/>
                  </a:lnTo>
                  <a:lnTo>
                    <a:pt x="676465" y="46340"/>
                  </a:lnTo>
                  <a:lnTo>
                    <a:pt x="671688" y="49206"/>
                  </a:lnTo>
                  <a:lnTo>
                    <a:pt x="669299" y="50639"/>
                  </a:lnTo>
                  <a:lnTo>
                    <a:pt x="660700" y="58761"/>
                  </a:lnTo>
                  <a:lnTo>
                    <a:pt x="655445" y="63538"/>
                  </a:lnTo>
                  <a:lnTo>
                    <a:pt x="647324" y="69271"/>
                  </a:lnTo>
                  <a:lnTo>
                    <a:pt x="646368" y="70226"/>
                  </a:lnTo>
                  <a:lnTo>
                    <a:pt x="646368" y="71182"/>
                  </a:lnTo>
                  <a:lnTo>
                    <a:pt x="647324" y="71659"/>
                  </a:lnTo>
                  <a:lnTo>
                    <a:pt x="648757" y="72615"/>
                  </a:lnTo>
                  <a:lnTo>
                    <a:pt x="650190" y="72615"/>
                  </a:lnTo>
                  <a:lnTo>
                    <a:pt x="651623" y="72615"/>
                  </a:lnTo>
                  <a:lnTo>
                    <a:pt x="658311" y="70704"/>
                  </a:lnTo>
                  <a:lnTo>
                    <a:pt x="661178" y="69748"/>
                  </a:lnTo>
                  <a:lnTo>
                    <a:pt x="664044" y="67838"/>
                  </a:lnTo>
                  <a:lnTo>
                    <a:pt x="664522" y="67838"/>
                  </a:lnTo>
                  <a:lnTo>
                    <a:pt x="665477" y="67838"/>
                  </a:lnTo>
                  <a:lnTo>
                    <a:pt x="665955" y="68315"/>
                  </a:lnTo>
                  <a:lnTo>
                    <a:pt x="669299" y="65927"/>
                  </a:lnTo>
                  <a:lnTo>
                    <a:pt x="670732" y="65449"/>
                  </a:lnTo>
                  <a:lnTo>
                    <a:pt x="671688" y="65449"/>
                  </a:lnTo>
                  <a:lnTo>
                    <a:pt x="672643" y="66404"/>
                  </a:lnTo>
                  <a:lnTo>
                    <a:pt x="673121" y="66882"/>
                  </a:lnTo>
                  <a:lnTo>
                    <a:pt x="672643" y="68315"/>
                  </a:lnTo>
                  <a:lnTo>
                    <a:pt x="671688" y="69748"/>
                  </a:lnTo>
                  <a:lnTo>
                    <a:pt x="671210" y="71182"/>
                  </a:lnTo>
                  <a:lnTo>
                    <a:pt x="671210" y="72137"/>
                  </a:lnTo>
                  <a:lnTo>
                    <a:pt x="670732" y="73093"/>
                  </a:lnTo>
                  <a:lnTo>
                    <a:pt x="669777" y="74526"/>
                  </a:lnTo>
                  <a:lnTo>
                    <a:pt x="669777" y="75004"/>
                  </a:lnTo>
                  <a:lnTo>
                    <a:pt x="673121" y="74048"/>
                  </a:lnTo>
                  <a:lnTo>
                    <a:pt x="673599" y="73570"/>
                  </a:lnTo>
                  <a:lnTo>
                    <a:pt x="673599" y="73570"/>
                  </a:lnTo>
                  <a:lnTo>
                    <a:pt x="673121" y="73093"/>
                  </a:lnTo>
                  <a:lnTo>
                    <a:pt x="673599" y="73093"/>
                  </a:lnTo>
                  <a:lnTo>
                    <a:pt x="675987" y="74526"/>
                  </a:lnTo>
                  <a:lnTo>
                    <a:pt x="677420" y="75481"/>
                  </a:lnTo>
                  <a:lnTo>
                    <a:pt x="678854" y="75481"/>
                  </a:lnTo>
                  <a:lnTo>
                    <a:pt x="681720" y="75004"/>
                  </a:lnTo>
                  <a:lnTo>
                    <a:pt x="685064" y="74048"/>
                  </a:lnTo>
                  <a:lnTo>
                    <a:pt x="688408" y="72137"/>
                  </a:lnTo>
                  <a:lnTo>
                    <a:pt x="691274" y="70226"/>
                  </a:lnTo>
                  <a:lnTo>
                    <a:pt x="694141" y="68793"/>
                  </a:lnTo>
                  <a:lnTo>
                    <a:pt x="698440" y="68315"/>
                  </a:lnTo>
                  <a:lnTo>
                    <a:pt x="700829" y="67838"/>
                  </a:lnTo>
                  <a:lnTo>
                    <a:pt x="702740" y="66882"/>
                  </a:lnTo>
                  <a:lnTo>
                    <a:pt x="705129" y="64971"/>
                  </a:lnTo>
                  <a:lnTo>
                    <a:pt x="706084" y="64493"/>
                  </a:lnTo>
                  <a:lnTo>
                    <a:pt x="707995" y="64016"/>
                  </a:lnTo>
                  <a:lnTo>
                    <a:pt x="708950" y="63538"/>
                  </a:lnTo>
                  <a:lnTo>
                    <a:pt x="709906" y="62105"/>
                  </a:lnTo>
                  <a:lnTo>
                    <a:pt x="711339" y="60672"/>
                  </a:lnTo>
                  <a:lnTo>
                    <a:pt x="713728" y="59238"/>
                  </a:lnTo>
                  <a:lnTo>
                    <a:pt x="715161" y="58283"/>
                  </a:lnTo>
                  <a:lnTo>
                    <a:pt x="715161" y="58761"/>
                  </a:lnTo>
                  <a:lnTo>
                    <a:pt x="715639" y="59238"/>
                  </a:lnTo>
                  <a:lnTo>
                    <a:pt x="715639" y="60194"/>
                  </a:lnTo>
                  <a:lnTo>
                    <a:pt x="716116" y="60672"/>
                  </a:lnTo>
                  <a:lnTo>
                    <a:pt x="717072" y="61627"/>
                  </a:lnTo>
                  <a:lnTo>
                    <a:pt x="717550" y="62105"/>
                  </a:lnTo>
                  <a:lnTo>
                    <a:pt x="717550" y="63060"/>
                  </a:lnTo>
                  <a:lnTo>
                    <a:pt x="718027" y="63538"/>
                  </a:lnTo>
                  <a:lnTo>
                    <a:pt x="718505" y="64493"/>
                  </a:lnTo>
                  <a:lnTo>
                    <a:pt x="718983" y="65449"/>
                  </a:lnTo>
                  <a:lnTo>
                    <a:pt x="718505" y="67838"/>
                  </a:lnTo>
                  <a:lnTo>
                    <a:pt x="718505" y="68793"/>
                  </a:lnTo>
                  <a:lnTo>
                    <a:pt x="718983" y="69748"/>
                  </a:lnTo>
                  <a:lnTo>
                    <a:pt x="718983" y="69748"/>
                  </a:lnTo>
                  <a:lnTo>
                    <a:pt x="719461" y="69748"/>
                  </a:lnTo>
                  <a:lnTo>
                    <a:pt x="719938" y="68793"/>
                  </a:lnTo>
                  <a:lnTo>
                    <a:pt x="720416" y="68315"/>
                  </a:lnTo>
                  <a:lnTo>
                    <a:pt x="720416" y="67838"/>
                  </a:lnTo>
                  <a:lnTo>
                    <a:pt x="723760" y="65927"/>
                  </a:lnTo>
                  <a:lnTo>
                    <a:pt x="724238" y="65927"/>
                  </a:lnTo>
                  <a:lnTo>
                    <a:pt x="725193" y="66404"/>
                  </a:lnTo>
                  <a:lnTo>
                    <a:pt x="730448" y="67360"/>
                  </a:lnTo>
                  <a:lnTo>
                    <a:pt x="732359" y="67838"/>
                  </a:lnTo>
                  <a:lnTo>
                    <a:pt x="734270" y="68793"/>
                  </a:lnTo>
                  <a:lnTo>
                    <a:pt x="735226" y="69271"/>
                  </a:lnTo>
                  <a:lnTo>
                    <a:pt x="737614" y="73093"/>
                  </a:lnTo>
                  <a:lnTo>
                    <a:pt x="738570" y="74526"/>
                  </a:lnTo>
                  <a:lnTo>
                    <a:pt x="739525" y="75004"/>
                  </a:lnTo>
                  <a:lnTo>
                    <a:pt x="740003" y="75481"/>
                  </a:lnTo>
                  <a:lnTo>
                    <a:pt x="740481" y="76914"/>
                  </a:lnTo>
                  <a:lnTo>
                    <a:pt x="740481" y="77392"/>
                  </a:lnTo>
                  <a:lnTo>
                    <a:pt x="744303" y="77392"/>
                  </a:lnTo>
                  <a:lnTo>
                    <a:pt x="746213" y="77392"/>
                  </a:lnTo>
                  <a:lnTo>
                    <a:pt x="747169" y="76914"/>
                  </a:lnTo>
                  <a:lnTo>
                    <a:pt x="748124" y="76914"/>
                  </a:lnTo>
                  <a:lnTo>
                    <a:pt x="749557" y="78347"/>
                  </a:lnTo>
                  <a:lnTo>
                    <a:pt x="750513" y="78825"/>
                  </a:lnTo>
                  <a:lnTo>
                    <a:pt x="751946" y="78347"/>
                  </a:lnTo>
                  <a:lnTo>
                    <a:pt x="752902" y="78347"/>
                  </a:lnTo>
                  <a:lnTo>
                    <a:pt x="754335" y="78825"/>
                  </a:lnTo>
                  <a:lnTo>
                    <a:pt x="754813" y="79303"/>
                  </a:lnTo>
                  <a:lnTo>
                    <a:pt x="754813" y="79303"/>
                  </a:lnTo>
                  <a:lnTo>
                    <a:pt x="757201" y="77392"/>
                  </a:lnTo>
                  <a:lnTo>
                    <a:pt x="759590" y="75481"/>
                  </a:lnTo>
                  <a:lnTo>
                    <a:pt x="762934" y="73570"/>
                  </a:lnTo>
                  <a:lnTo>
                    <a:pt x="764845" y="73093"/>
                  </a:lnTo>
                  <a:lnTo>
                    <a:pt x="765322" y="73093"/>
                  </a:lnTo>
                  <a:lnTo>
                    <a:pt x="768667" y="72615"/>
                  </a:lnTo>
                  <a:lnTo>
                    <a:pt x="771533" y="72615"/>
                  </a:lnTo>
                  <a:lnTo>
                    <a:pt x="775355" y="73093"/>
                  </a:lnTo>
                  <a:lnTo>
                    <a:pt x="778699" y="72615"/>
                  </a:lnTo>
                  <a:lnTo>
                    <a:pt x="782043" y="71182"/>
                  </a:lnTo>
                  <a:lnTo>
                    <a:pt x="784910" y="70704"/>
                  </a:lnTo>
                  <a:lnTo>
                    <a:pt x="787298" y="70226"/>
                  </a:lnTo>
                  <a:lnTo>
                    <a:pt x="788254" y="70704"/>
                  </a:lnTo>
                  <a:lnTo>
                    <a:pt x="787298" y="71659"/>
                  </a:lnTo>
                  <a:lnTo>
                    <a:pt x="787298" y="73093"/>
                  </a:lnTo>
                  <a:lnTo>
                    <a:pt x="787298" y="75004"/>
                  </a:lnTo>
                  <a:lnTo>
                    <a:pt x="786820" y="76437"/>
                  </a:lnTo>
                  <a:lnTo>
                    <a:pt x="786343" y="76914"/>
                  </a:lnTo>
                  <a:lnTo>
                    <a:pt x="786343" y="77392"/>
                  </a:lnTo>
                  <a:lnTo>
                    <a:pt x="786820" y="77870"/>
                  </a:lnTo>
                  <a:lnTo>
                    <a:pt x="789209" y="77870"/>
                  </a:lnTo>
                  <a:lnTo>
                    <a:pt x="790164" y="78825"/>
                  </a:lnTo>
                  <a:lnTo>
                    <a:pt x="791598" y="78825"/>
                  </a:lnTo>
                  <a:lnTo>
                    <a:pt x="793509" y="78347"/>
                  </a:lnTo>
                  <a:lnTo>
                    <a:pt x="794464" y="78347"/>
                  </a:lnTo>
                  <a:lnTo>
                    <a:pt x="795420" y="79303"/>
                  </a:lnTo>
                  <a:lnTo>
                    <a:pt x="796853" y="79781"/>
                  </a:lnTo>
                  <a:lnTo>
                    <a:pt x="797808" y="78825"/>
                  </a:lnTo>
                  <a:lnTo>
                    <a:pt x="798764" y="78347"/>
                  </a:lnTo>
                  <a:lnTo>
                    <a:pt x="799719" y="77870"/>
                  </a:lnTo>
                  <a:lnTo>
                    <a:pt x="800197" y="77870"/>
                  </a:lnTo>
                  <a:lnTo>
                    <a:pt x="800675" y="78347"/>
                  </a:lnTo>
                  <a:lnTo>
                    <a:pt x="801152" y="78825"/>
                  </a:lnTo>
                  <a:lnTo>
                    <a:pt x="802108" y="80258"/>
                  </a:lnTo>
                  <a:lnTo>
                    <a:pt x="802586" y="81214"/>
                  </a:lnTo>
                  <a:lnTo>
                    <a:pt x="803063" y="83125"/>
                  </a:lnTo>
                  <a:lnTo>
                    <a:pt x="803063" y="83603"/>
                  </a:lnTo>
                  <a:lnTo>
                    <a:pt x="803063" y="84558"/>
                  </a:lnTo>
                  <a:lnTo>
                    <a:pt x="802586" y="85036"/>
                  </a:lnTo>
                  <a:lnTo>
                    <a:pt x="802586" y="85513"/>
                  </a:lnTo>
                  <a:lnTo>
                    <a:pt x="802586" y="85991"/>
                  </a:lnTo>
                  <a:lnTo>
                    <a:pt x="804974" y="86469"/>
                  </a:lnTo>
                  <a:lnTo>
                    <a:pt x="806407" y="86947"/>
                  </a:lnTo>
                  <a:lnTo>
                    <a:pt x="806407" y="87424"/>
                  </a:lnTo>
                  <a:lnTo>
                    <a:pt x="806407" y="87902"/>
                  </a:lnTo>
                  <a:lnTo>
                    <a:pt x="806407" y="88858"/>
                  </a:lnTo>
                  <a:lnTo>
                    <a:pt x="806885" y="89335"/>
                  </a:lnTo>
                  <a:lnTo>
                    <a:pt x="808796" y="90291"/>
                  </a:lnTo>
                  <a:lnTo>
                    <a:pt x="809274" y="90769"/>
                  </a:lnTo>
                  <a:lnTo>
                    <a:pt x="809274" y="91724"/>
                  </a:lnTo>
                  <a:lnTo>
                    <a:pt x="808796" y="91724"/>
                  </a:lnTo>
                  <a:lnTo>
                    <a:pt x="807841" y="92202"/>
                  </a:lnTo>
                  <a:lnTo>
                    <a:pt x="800675" y="91246"/>
                  </a:lnTo>
                  <a:lnTo>
                    <a:pt x="798286" y="90769"/>
                  </a:lnTo>
                  <a:lnTo>
                    <a:pt x="798286" y="91246"/>
                  </a:lnTo>
                  <a:lnTo>
                    <a:pt x="797808" y="91246"/>
                  </a:lnTo>
                  <a:lnTo>
                    <a:pt x="797330" y="91246"/>
                  </a:lnTo>
                  <a:lnTo>
                    <a:pt x="796853" y="91246"/>
                  </a:lnTo>
                  <a:lnTo>
                    <a:pt x="796853" y="90769"/>
                  </a:lnTo>
                  <a:lnTo>
                    <a:pt x="796375" y="90291"/>
                  </a:lnTo>
                  <a:lnTo>
                    <a:pt x="795897" y="89813"/>
                  </a:lnTo>
                  <a:lnTo>
                    <a:pt x="794942" y="89813"/>
                  </a:lnTo>
                  <a:lnTo>
                    <a:pt x="793986" y="90291"/>
                  </a:lnTo>
                  <a:lnTo>
                    <a:pt x="793031" y="92202"/>
                  </a:lnTo>
                  <a:lnTo>
                    <a:pt x="793031" y="92679"/>
                  </a:lnTo>
                  <a:lnTo>
                    <a:pt x="793031" y="93635"/>
                  </a:lnTo>
                  <a:lnTo>
                    <a:pt x="793031" y="94113"/>
                  </a:lnTo>
                  <a:lnTo>
                    <a:pt x="793031" y="94590"/>
                  </a:lnTo>
                  <a:lnTo>
                    <a:pt x="793031" y="94590"/>
                  </a:lnTo>
                  <a:lnTo>
                    <a:pt x="792076" y="94590"/>
                  </a:lnTo>
                  <a:lnTo>
                    <a:pt x="791120" y="94113"/>
                  </a:lnTo>
                  <a:lnTo>
                    <a:pt x="787776" y="91246"/>
                  </a:lnTo>
                  <a:lnTo>
                    <a:pt x="785387" y="89813"/>
                  </a:lnTo>
                  <a:lnTo>
                    <a:pt x="782043" y="88858"/>
                  </a:lnTo>
                  <a:lnTo>
                    <a:pt x="779654" y="88380"/>
                  </a:lnTo>
                  <a:lnTo>
                    <a:pt x="777744" y="88380"/>
                  </a:lnTo>
                  <a:lnTo>
                    <a:pt x="776310" y="88858"/>
                  </a:lnTo>
                  <a:lnTo>
                    <a:pt x="775355" y="90291"/>
                  </a:lnTo>
                  <a:lnTo>
                    <a:pt x="773444" y="91246"/>
                  </a:lnTo>
                  <a:lnTo>
                    <a:pt x="771055" y="91724"/>
                  </a:lnTo>
                  <a:lnTo>
                    <a:pt x="769622" y="92202"/>
                  </a:lnTo>
                  <a:lnTo>
                    <a:pt x="769145" y="92679"/>
                  </a:lnTo>
                  <a:lnTo>
                    <a:pt x="768667" y="92679"/>
                  </a:lnTo>
                  <a:lnTo>
                    <a:pt x="766756" y="92202"/>
                  </a:lnTo>
                  <a:lnTo>
                    <a:pt x="765322" y="91724"/>
                  </a:lnTo>
                  <a:lnTo>
                    <a:pt x="763412" y="92202"/>
                  </a:lnTo>
                  <a:lnTo>
                    <a:pt x="762456" y="92679"/>
                  </a:lnTo>
                  <a:lnTo>
                    <a:pt x="761023" y="94590"/>
                  </a:lnTo>
                  <a:lnTo>
                    <a:pt x="760545" y="95546"/>
                  </a:lnTo>
                  <a:lnTo>
                    <a:pt x="759590" y="96024"/>
                  </a:lnTo>
                  <a:lnTo>
                    <a:pt x="757201" y="97457"/>
                  </a:lnTo>
                  <a:lnTo>
                    <a:pt x="757201" y="97935"/>
                  </a:lnTo>
                  <a:lnTo>
                    <a:pt x="755768" y="99368"/>
                  </a:lnTo>
                  <a:lnTo>
                    <a:pt x="755290" y="99845"/>
                  </a:lnTo>
                  <a:lnTo>
                    <a:pt x="755290" y="100801"/>
                  </a:lnTo>
                  <a:lnTo>
                    <a:pt x="754813" y="100801"/>
                  </a:lnTo>
                  <a:lnTo>
                    <a:pt x="753857" y="99845"/>
                  </a:lnTo>
                  <a:lnTo>
                    <a:pt x="753857" y="98890"/>
                  </a:lnTo>
                  <a:lnTo>
                    <a:pt x="754813" y="97457"/>
                  </a:lnTo>
                  <a:lnTo>
                    <a:pt x="755290" y="96501"/>
                  </a:lnTo>
                  <a:lnTo>
                    <a:pt x="756246" y="96501"/>
                  </a:lnTo>
                  <a:lnTo>
                    <a:pt x="756723" y="96024"/>
                  </a:lnTo>
                  <a:lnTo>
                    <a:pt x="756723" y="94590"/>
                  </a:lnTo>
                  <a:lnTo>
                    <a:pt x="756246" y="94113"/>
                  </a:lnTo>
                  <a:lnTo>
                    <a:pt x="755290" y="94113"/>
                  </a:lnTo>
                  <a:lnTo>
                    <a:pt x="754335" y="95068"/>
                  </a:lnTo>
                  <a:lnTo>
                    <a:pt x="753857" y="95068"/>
                  </a:lnTo>
                  <a:lnTo>
                    <a:pt x="752424" y="94590"/>
                  </a:lnTo>
                  <a:lnTo>
                    <a:pt x="751946" y="95546"/>
                  </a:lnTo>
                  <a:lnTo>
                    <a:pt x="750991" y="96979"/>
                  </a:lnTo>
                  <a:lnTo>
                    <a:pt x="750035" y="98412"/>
                  </a:lnTo>
                  <a:lnTo>
                    <a:pt x="749080" y="98890"/>
                  </a:lnTo>
                  <a:lnTo>
                    <a:pt x="748124" y="98412"/>
                  </a:lnTo>
                  <a:lnTo>
                    <a:pt x="748124" y="96501"/>
                  </a:lnTo>
                  <a:lnTo>
                    <a:pt x="748124" y="95068"/>
                  </a:lnTo>
                  <a:lnTo>
                    <a:pt x="748124" y="93635"/>
                  </a:lnTo>
                  <a:lnTo>
                    <a:pt x="748124" y="93157"/>
                  </a:lnTo>
                  <a:lnTo>
                    <a:pt x="747647" y="93635"/>
                  </a:lnTo>
                  <a:lnTo>
                    <a:pt x="747169" y="95068"/>
                  </a:lnTo>
                  <a:lnTo>
                    <a:pt x="746213" y="97935"/>
                  </a:lnTo>
                  <a:lnTo>
                    <a:pt x="745736" y="98890"/>
                  </a:lnTo>
                  <a:lnTo>
                    <a:pt x="744780" y="99368"/>
                  </a:lnTo>
                  <a:lnTo>
                    <a:pt x="743347" y="101279"/>
                  </a:lnTo>
                  <a:lnTo>
                    <a:pt x="741914" y="104623"/>
                  </a:lnTo>
                  <a:lnTo>
                    <a:pt x="740003" y="107489"/>
                  </a:lnTo>
                  <a:lnTo>
                    <a:pt x="737614" y="110355"/>
                  </a:lnTo>
                  <a:lnTo>
                    <a:pt x="736659" y="112266"/>
                  </a:lnTo>
                  <a:lnTo>
                    <a:pt x="736181" y="112266"/>
                  </a:lnTo>
                  <a:lnTo>
                    <a:pt x="735703" y="112744"/>
                  </a:lnTo>
                  <a:lnTo>
                    <a:pt x="735703" y="114655"/>
                  </a:lnTo>
                  <a:lnTo>
                    <a:pt x="735226" y="116088"/>
                  </a:lnTo>
                  <a:lnTo>
                    <a:pt x="734270" y="117044"/>
                  </a:lnTo>
                  <a:lnTo>
                    <a:pt x="731404" y="118477"/>
                  </a:lnTo>
                  <a:lnTo>
                    <a:pt x="730926" y="119432"/>
                  </a:lnTo>
                  <a:lnTo>
                    <a:pt x="730926" y="119910"/>
                  </a:lnTo>
                  <a:lnTo>
                    <a:pt x="729015" y="122777"/>
                  </a:lnTo>
                  <a:lnTo>
                    <a:pt x="728060" y="124687"/>
                  </a:lnTo>
                  <a:lnTo>
                    <a:pt x="727582" y="126598"/>
                  </a:lnTo>
                  <a:lnTo>
                    <a:pt x="727582" y="128031"/>
                  </a:lnTo>
                  <a:lnTo>
                    <a:pt x="728538" y="128509"/>
                  </a:lnTo>
                  <a:lnTo>
                    <a:pt x="729493" y="128031"/>
                  </a:lnTo>
                  <a:lnTo>
                    <a:pt x="729971" y="127076"/>
                  </a:lnTo>
                  <a:lnTo>
                    <a:pt x="730926" y="126598"/>
                  </a:lnTo>
                  <a:lnTo>
                    <a:pt x="732359" y="125643"/>
                  </a:lnTo>
                  <a:lnTo>
                    <a:pt x="733315" y="124687"/>
                  </a:lnTo>
                  <a:lnTo>
                    <a:pt x="734270" y="122299"/>
                  </a:lnTo>
                  <a:lnTo>
                    <a:pt x="735703" y="120865"/>
                  </a:lnTo>
                  <a:lnTo>
                    <a:pt x="736659" y="120865"/>
                  </a:lnTo>
                  <a:lnTo>
                    <a:pt x="736659" y="120865"/>
                  </a:lnTo>
                  <a:lnTo>
                    <a:pt x="738092" y="119910"/>
                  </a:lnTo>
                  <a:lnTo>
                    <a:pt x="739525" y="120388"/>
                  </a:lnTo>
                  <a:lnTo>
                    <a:pt x="740003" y="121343"/>
                  </a:lnTo>
                  <a:lnTo>
                    <a:pt x="740958" y="121821"/>
                  </a:lnTo>
                  <a:lnTo>
                    <a:pt x="740958" y="122777"/>
                  </a:lnTo>
                  <a:lnTo>
                    <a:pt x="740481" y="124210"/>
                  </a:lnTo>
                  <a:lnTo>
                    <a:pt x="740003" y="125643"/>
                  </a:lnTo>
                  <a:lnTo>
                    <a:pt x="739047" y="127076"/>
                  </a:lnTo>
                  <a:lnTo>
                    <a:pt x="738092" y="129465"/>
                  </a:lnTo>
                  <a:lnTo>
                    <a:pt x="737137" y="132809"/>
                  </a:lnTo>
                  <a:lnTo>
                    <a:pt x="737137" y="134720"/>
                  </a:lnTo>
                  <a:lnTo>
                    <a:pt x="737614" y="136631"/>
                  </a:lnTo>
                  <a:lnTo>
                    <a:pt x="737137" y="138064"/>
                  </a:lnTo>
                  <a:lnTo>
                    <a:pt x="735703" y="139019"/>
                  </a:lnTo>
                  <a:lnTo>
                    <a:pt x="734748" y="140930"/>
                  </a:lnTo>
                  <a:lnTo>
                    <a:pt x="733792" y="142841"/>
                  </a:lnTo>
                  <a:lnTo>
                    <a:pt x="733315" y="144752"/>
                  </a:lnTo>
                  <a:lnTo>
                    <a:pt x="733315" y="146185"/>
                  </a:lnTo>
                  <a:lnTo>
                    <a:pt x="733315" y="147141"/>
                  </a:lnTo>
                  <a:lnTo>
                    <a:pt x="733792" y="148574"/>
                  </a:lnTo>
                  <a:lnTo>
                    <a:pt x="733792" y="149529"/>
                  </a:lnTo>
                  <a:lnTo>
                    <a:pt x="732359" y="152396"/>
                  </a:lnTo>
                  <a:lnTo>
                    <a:pt x="731881" y="153829"/>
                  </a:lnTo>
                  <a:lnTo>
                    <a:pt x="731881" y="155262"/>
                  </a:lnTo>
                  <a:lnTo>
                    <a:pt x="731404" y="156218"/>
                  </a:lnTo>
                  <a:lnTo>
                    <a:pt x="730448" y="158606"/>
                  </a:lnTo>
                  <a:lnTo>
                    <a:pt x="729971" y="160039"/>
                  </a:lnTo>
                  <a:lnTo>
                    <a:pt x="729971" y="160995"/>
                  </a:lnTo>
                  <a:lnTo>
                    <a:pt x="729971" y="163384"/>
                  </a:lnTo>
                  <a:lnTo>
                    <a:pt x="729971" y="163861"/>
                  </a:lnTo>
                  <a:lnTo>
                    <a:pt x="729971" y="164339"/>
                  </a:lnTo>
                  <a:lnTo>
                    <a:pt x="730448" y="164817"/>
                  </a:lnTo>
                  <a:lnTo>
                    <a:pt x="730448" y="165294"/>
                  </a:lnTo>
                  <a:lnTo>
                    <a:pt x="729971" y="166250"/>
                  </a:lnTo>
                  <a:lnTo>
                    <a:pt x="729971" y="167205"/>
                  </a:lnTo>
                  <a:lnTo>
                    <a:pt x="730926" y="167683"/>
                  </a:lnTo>
                  <a:lnTo>
                    <a:pt x="730926" y="168638"/>
                  </a:lnTo>
                  <a:lnTo>
                    <a:pt x="731404" y="170072"/>
                  </a:lnTo>
                  <a:lnTo>
                    <a:pt x="731404" y="171027"/>
                  </a:lnTo>
                  <a:lnTo>
                    <a:pt x="732359" y="171983"/>
                  </a:lnTo>
                  <a:lnTo>
                    <a:pt x="732359" y="173416"/>
                  </a:lnTo>
                  <a:lnTo>
                    <a:pt x="731881" y="175327"/>
                  </a:lnTo>
                  <a:lnTo>
                    <a:pt x="731881" y="178671"/>
                  </a:lnTo>
                  <a:lnTo>
                    <a:pt x="731881" y="183448"/>
                  </a:lnTo>
                  <a:lnTo>
                    <a:pt x="731881" y="186792"/>
                  </a:lnTo>
                  <a:lnTo>
                    <a:pt x="732837" y="188225"/>
                  </a:lnTo>
                  <a:lnTo>
                    <a:pt x="733315" y="189181"/>
                  </a:lnTo>
                  <a:lnTo>
                    <a:pt x="733792" y="189659"/>
                  </a:lnTo>
                  <a:lnTo>
                    <a:pt x="734748" y="192047"/>
                  </a:lnTo>
                  <a:lnTo>
                    <a:pt x="735703" y="195391"/>
                  </a:lnTo>
                  <a:lnTo>
                    <a:pt x="736659" y="197780"/>
                  </a:lnTo>
                  <a:lnTo>
                    <a:pt x="737614" y="198735"/>
                  </a:lnTo>
                  <a:lnTo>
                    <a:pt x="738570" y="199213"/>
                  </a:lnTo>
                  <a:lnTo>
                    <a:pt x="739047" y="199691"/>
                  </a:lnTo>
                  <a:lnTo>
                    <a:pt x="739525" y="199691"/>
                  </a:lnTo>
                  <a:lnTo>
                    <a:pt x="739525" y="200168"/>
                  </a:lnTo>
                  <a:lnTo>
                    <a:pt x="740958" y="200646"/>
                  </a:lnTo>
                  <a:lnTo>
                    <a:pt x="742869" y="200646"/>
                  </a:lnTo>
                  <a:lnTo>
                    <a:pt x="744780" y="200646"/>
                  </a:lnTo>
                  <a:lnTo>
                    <a:pt x="746213" y="200168"/>
                  </a:lnTo>
                  <a:lnTo>
                    <a:pt x="751946" y="196825"/>
                  </a:lnTo>
                  <a:lnTo>
                    <a:pt x="753857" y="195391"/>
                  </a:lnTo>
                  <a:lnTo>
                    <a:pt x="755290" y="193958"/>
                  </a:lnTo>
                  <a:lnTo>
                    <a:pt x="756246" y="192047"/>
                  </a:lnTo>
                  <a:lnTo>
                    <a:pt x="757201" y="189659"/>
                  </a:lnTo>
                  <a:lnTo>
                    <a:pt x="759590" y="186314"/>
                  </a:lnTo>
                  <a:lnTo>
                    <a:pt x="760545" y="184403"/>
                  </a:lnTo>
                  <a:lnTo>
                    <a:pt x="761501" y="181537"/>
                  </a:lnTo>
                  <a:lnTo>
                    <a:pt x="762456" y="179149"/>
                  </a:lnTo>
                  <a:lnTo>
                    <a:pt x="762934" y="175804"/>
                  </a:lnTo>
                  <a:lnTo>
                    <a:pt x="763412" y="172938"/>
                  </a:lnTo>
                  <a:lnTo>
                    <a:pt x="763412" y="169594"/>
                  </a:lnTo>
                  <a:lnTo>
                    <a:pt x="762934" y="166727"/>
                  </a:lnTo>
                  <a:lnTo>
                    <a:pt x="761501" y="163384"/>
                  </a:lnTo>
                  <a:lnTo>
                    <a:pt x="761023" y="161950"/>
                  </a:lnTo>
                  <a:lnTo>
                    <a:pt x="761023" y="161473"/>
                  </a:lnTo>
                  <a:lnTo>
                    <a:pt x="759112" y="157173"/>
                  </a:lnTo>
                  <a:lnTo>
                    <a:pt x="756723" y="151440"/>
                  </a:lnTo>
                  <a:lnTo>
                    <a:pt x="756723" y="150962"/>
                  </a:lnTo>
                  <a:lnTo>
                    <a:pt x="759112" y="147618"/>
                  </a:lnTo>
                  <a:lnTo>
                    <a:pt x="759112" y="147141"/>
                  </a:lnTo>
                  <a:lnTo>
                    <a:pt x="758634" y="144274"/>
                  </a:lnTo>
                  <a:lnTo>
                    <a:pt x="758157" y="142841"/>
                  </a:lnTo>
                  <a:lnTo>
                    <a:pt x="757201" y="140930"/>
                  </a:lnTo>
                  <a:lnTo>
                    <a:pt x="757201" y="140452"/>
                  </a:lnTo>
                  <a:lnTo>
                    <a:pt x="759590" y="138064"/>
                  </a:lnTo>
                  <a:lnTo>
                    <a:pt x="760545" y="136153"/>
                  </a:lnTo>
                  <a:lnTo>
                    <a:pt x="761979" y="133764"/>
                  </a:lnTo>
                  <a:lnTo>
                    <a:pt x="762456" y="131376"/>
                  </a:lnTo>
                  <a:lnTo>
                    <a:pt x="762934" y="128509"/>
                  </a:lnTo>
                  <a:lnTo>
                    <a:pt x="762934" y="126598"/>
                  </a:lnTo>
                  <a:lnTo>
                    <a:pt x="762456" y="125165"/>
                  </a:lnTo>
                  <a:lnTo>
                    <a:pt x="762456" y="124687"/>
                  </a:lnTo>
                  <a:lnTo>
                    <a:pt x="762934" y="124210"/>
                  </a:lnTo>
                  <a:lnTo>
                    <a:pt x="765322" y="123254"/>
                  </a:lnTo>
                  <a:lnTo>
                    <a:pt x="765800" y="122299"/>
                  </a:lnTo>
                  <a:lnTo>
                    <a:pt x="765800" y="119910"/>
                  </a:lnTo>
                  <a:lnTo>
                    <a:pt x="766278" y="118954"/>
                  </a:lnTo>
                  <a:lnTo>
                    <a:pt x="767234" y="118954"/>
                  </a:lnTo>
                  <a:lnTo>
                    <a:pt x="767711" y="118477"/>
                  </a:lnTo>
                  <a:lnTo>
                    <a:pt x="768667" y="117999"/>
                  </a:lnTo>
                  <a:lnTo>
                    <a:pt x="769622" y="117521"/>
                  </a:lnTo>
                  <a:lnTo>
                    <a:pt x="770578" y="117999"/>
                  </a:lnTo>
                  <a:lnTo>
                    <a:pt x="772011" y="116566"/>
                  </a:lnTo>
                  <a:lnTo>
                    <a:pt x="773922" y="113700"/>
                  </a:lnTo>
                  <a:lnTo>
                    <a:pt x="775355" y="111789"/>
                  </a:lnTo>
                  <a:lnTo>
                    <a:pt x="776310" y="111789"/>
                  </a:lnTo>
                  <a:lnTo>
                    <a:pt x="776310" y="111789"/>
                  </a:lnTo>
                  <a:lnTo>
                    <a:pt x="775833" y="112744"/>
                  </a:lnTo>
                  <a:lnTo>
                    <a:pt x="775833" y="113700"/>
                  </a:lnTo>
                  <a:lnTo>
                    <a:pt x="775833" y="114655"/>
                  </a:lnTo>
                  <a:lnTo>
                    <a:pt x="775833" y="115611"/>
                  </a:lnTo>
                  <a:lnTo>
                    <a:pt x="775355" y="117044"/>
                  </a:lnTo>
                  <a:lnTo>
                    <a:pt x="775355" y="117521"/>
                  </a:lnTo>
                  <a:lnTo>
                    <a:pt x="774877" y="119910"/>
                  </a:lnTo>
                  <a:lnTo>
                    <a:pt x="774399" y="121343"/>
                  </a:lnTo>
                  <a:lnTo>
                    <a:pt x="775355" y="121821"/>
                  </a:lnTo>
                  <a:lnTo>
                    <a:pt x="775833" y="121821"/>
                  </a:lnTo>
                  <a:lnTo>
                    <a:pt x="776310" y="120388"/>
                  </a:lnTo>
                  <a:lnTo>
                    <a:pt x="776788" y="119432"/>
                  </a:lnTo>
                  <a:lnTo>
                    <a:pt x="776310" y="119432"/>
                  </a:lnTo>
                  <a:lnTo>
                    <a:pt x="776310" y="118477"/>
                  </a:lnTo>
                  <a:lnTo>
                    <a:pt x="776788" y="117521"/>
                  </a:lnTo>
                  <a:lnTo>
                    <a:pt x="777266" y="117044"/>
                  </a:lnTo>
                  <a:lnTo>
                    <a:pt x="777744" y="117044"/>
                  </a:lnTo>
                  <a:lnTo>
                    <a:pt x="777744" y="117521"/>
                  </a:lnTo>
                  <a:lnTo>
                    <a:pt x="777744" y="118954"/>
                  </a:lnTo>
                  <a:lnTo>
                    <a:pt x="776310" y="121821"/>
                  </a:lnTo>
                  <a:lnTo>
                    <a:pt x="776310" y="122299"/>
                  </a:lnTo>
                  <a:lnTo>
                    <a:pt x="776788" y="122777"/>
                  </a:lnTo>
                  <a:lnTo>
                    <a:pt x="777744" y="120865"/>
                  </a:lnTo>
                  <a:lnTo>
                    <a:pt x="779177" y="118477"/>
                  </a:lnTo>
                  <a:lnTo>
                    <a:pt x="779654" y="116088"/>
                  </a:lnTo>
                  <a:lnTo>
                    <a:pt x="780132" y="115133"/>
                  </a:lnTo>
                  <a:lnTo>
                    <a:pt x="779654" y="111789"/>
                  </a:lnTo>
                  <a:lnTo>
                    <a:pt x="779654" y="110833"/>
                  </a:lnTo>
                  <a:lnTo>
                    <a:pt x="780132" y="109878"/>
                  </a:lnTo>
                  <a:lnTo>
                    <a:pt x="781088" y="108922"/>
                  </a:lnTo>
                  <a:lnTo>
                    <a:pt x="782999" y="107967"/>
                  </a:lnTo>
                  <a:lnTo>
                    <a:pt x="784910" y="107011"/>
                  </a:lnTo>
                  <a:lnTo>
                    <a:pt x="786820" y="107011"/>
                  </a:lnTo>
                  <a:lnTo>
                    <a:pt x="788254" y="107011"/>
                  </a:lnTo>
                  <a:lnTo>
                    <a:pt x="788731" y="106534"/>
                  </a:lnTo>
                  <a:lnTo>
                    <a:pt x="788731" y="106056"/>
                  </a:lnTo>
                  <a:lnTo>
                    <a:pt x="787298" y="105578"/>
                  </a:lnTo>
                  <a:lnTo>
                    <a:pt x="786343" y="105100"/>
                  </a:lnTo>
                  <a:lnTo>
                    <a:pt x="785865" y="104145"/>
                  </a:lnTo>
                  <a:lnTo>
                    <a:pt x="785387" y="102712"/>
                  </a:lnTo>
                  <a:lnTo>
                    <a:pt x="785865" y="101279"/>
                  </a:lnTo>
                  <a:lnTo>
                    <a:pt x="786343" y="99845"/>
                  </a:lnTo>
                  <a:lnTo>
                    <a:pt x="787776" y="98890"/>
                  </a:lnTo>
                  <a:lnTo>
                    <a:pt x="788254" y="97935"/>
                  </a:lnTo>
                  <a:lnTo>
                    <a:pt x="787776" y="96979"/>
                  </a:lnTo>
                  <a:lnTo>
                    <a:pt x="788254" y="96979"/>
                  </a:lnTo>
                  <a:lnTo>
                    <a:pt x="790164" y="96979"/>
                  </a:lnTo>
                  <a:lnTo>
                    <a:pt x="791120" y="96979"/>
                  </a:lnTo>
                  <a:lnTo>
                    <a:pt x="792076" y="96501"/>
                  </a:lnTo>
                  <a:lnTo>
                    <a:pt x="792076" y="96501"/>
                  </a:lnTo>
                  <a:lnTo>
                    <a:pt x="793509" y="96979"/>
                  </a:lnTo>
                  <a:lnTo>
                    <a:pt x="795897" y="98412"/>
                  </a:lnTo>
                  <a:lnTo>
                    <a:pt x="798764" y="99368"/>
                  </a:lnTo>
                  <a:lnTo>
                    <a:pt x="800675" y="99845"/>
                  </a:lnTo>
                  <a:lnTo>
                    <a:pt x="802586" y="100323"/>
                  </a:lnTo>
                  <a:lnTo>
                    <a:pt x="803541" y="101279"/>
                  </a:lnTo>
                  <a:lnTo>
                    <a:pt x="804496" y="102234"/>
                  </a:lnTo>
                  <a:lnTo>
                    <a:pt x="804974" y="103189"/>
                  </a:lnTo>
                  <a:lnTo>
                    <a:pt x="805929" y="103667"/>
                  </a:lnTo>
                  <a:lnTo>
                    <a:pt x="807363" y="104145"/>
                  </a:lnTo>
                  <a:lnTo>
                    <a:pt x="808796" y="104623"/>
                  </a:lnTo>
                  <a:lnTo>
                    <a:pt x="809752" y="105100"/>
                  </a:lnTo>
                  <a:lnTo>
                    <a:pt x="815484" y="107011"/>
                  </a:lnTo>
                  <a:lnTo>
                    <a:pt x="817873" y="108445"/>
                  </a:lnTo>
                  <a:lnTo>
                    <a:pt x="818828" y="109400"/>
                  </a:lnTo>
                  <a:lnTo>
                    <a:pt x="819306" y="109878"/>
                  </a:lnTo>
                  <a:lnTo>
                    <a:pt x="819306" y="110355"/>
                  </a:lnTo>
                  <a:lnTo>
                    <a:pt x="819306" y="111311"/>
                  </a:lnTo>
                  <a:lnTo>
                    <a:pt x="820261" y="112744"/>
                  </a:lnTo>
                  <a:lnTo>
                    <a:pt x="820739" y="112744"/>
                  </a:lnTo>
                  <a:lnTo>
                    <a:pt x="820739" y="113222"/>
                  </a:lnTo>
                  <a:lnTo>
                    <a:pt x="820739" y="114655"/>
                  </a:lnTo>
                  <a:lnTo>
                    <a:pt x="821217" y="115133"/>
                  </a:lnTo>
                  <a:lnTo>
                    <a:pt x="821695" y="115611"/>
                  </a:lnTo>
                  <a:lnTo>
                    <a:pt x="821217" y="116088"/>
                  </a:lnTo>
                  <a:lnTo>
                    <a:pt x="819784" y="115133"/>
                  </a:lnTo>
                  <a:lnTo>
                    <a:pt x="818828" y="115611"/>
                  </a:lnTo>
                  <a:lnTo>
                    <a:pt x="818351" y="116566"/>
                  </a:lnTo>
                  <a:lnTo>
                    <a:pt x="818351" y="117044"/>
                  </a:lnTo>
                  <a:lnTo>
                    <a:pt x="818351" y="117999"/>
                  </a:lnTo>
                  <a:lnTo>
                    <a:pt x="820739" y="120388"/>
                  </a:lnTo>
                  <a:lnTo>
                    <a:pt x="821217" y="122299"/>
                  </a:lnTo>
                  <a:lnTo>
                    <a:pt x="821217" y="125165"/>
                  </a:lnTo>
                  <a:lnTo>
                    <a:pt x="820739" y="126120"/>
                  </a:lnTo>
                  <a:lnTo>
                    <a:pt x="820739" y="128031"/>
                  </a:lnTo>
                  <a:lnTo>
                    <a:pt x="820739" y="131853"/>
                  </a:lnTo>
                  <a:lnTo>
                    <a:pt x="820739" y="132809"/>
                  </a:lnTo>
                  <a:lnTo>
                    <a:pt x="819784" y="134242"/>
                  </a:lnTo>
                  <a:lnTo>
                    <a:pt x="817873" y="135675"/>
                  </a:lnTo>
                  <a:lnTo>
                    <a:pt x="817873" y="135197"/>
                  </a:lnTo>
                  <a:lnTo>
                    <a:pt x="817395" y="135197"/>
                  </a:lnTo>
                  <a:lnTo>
                    <a:pt x="816917" y="135675"/>
                  </a:lnTo>
                  <a:lnTo>
                    <a:pt x="816440" y="137108"/>
                  </a:lnTo>
                  <a:lnTo>
                    <a:pt x="815484" y="139497"/>
                  </a:lnTo>
                  <a:lnTo>
                    <a:pt x="815006" y="140930"/>
                  </a:lnTo>
                  <a:lnTo>
                    <a:pt x="814051" y="140930"/>
                  </a:lnTo>
                  <a:lnTo>
                    <a:pt x="813573" y="141408"/>
                  </a:lnTo>
                  <a:lnTo>
                    <a:pt x="813573" y="141886"/>
                  </a:lnTo>
                  <a:lnTo>
                    <a:pt x="812618" y="142363"/>
                  </a:lnTo>
                  <a:lnTo>
                    <a:pt x="810707" y="142363"/>
                  </a:lnTo>
                  <a:lnTo>
                    <a:pt x="809752" y="143319"/>
                  </a:lnTo>
                  <a:lnTo>
                    <a:pt x="808796" y="145707"/>
                  </a:lnTo>
                  <a:lnTo>
                    <a:pt x="808796" y="146663"/>
                  </a:lnTo>
                  <a:lnTo>
                    <a:pt x="808318" y="148096"/>
                  </a:lnTo>
                  <a:lnTo>
                    <a:pt x="808318" y="149052"/>
                  </a:lnTo>
                  <a:lnTo>
                    <a:pt x="808796" y="150007"/>
                  </a:lnTo>
                  <a:lnTo>
                    <a:pt x="810229" y="150962"/>
                  </a:lnTo>
                  <a:lnTo>
                    <a:pt x="812618" y="151918"/>
                  </a:lnTo>
                  <a:lnTo>
                    <a:pt x="814051" y="151918"/>
                  </a:lnTo>
                  <a:lnTo>
                    <a:pt x="815006" y="151440"/>
                  </a:lnTo>
                  <a:lnTo>
                    <a:pt x="815962" y="150007"/>
                  </a:lnTo>
                  <a:lnTo>
                    <a:pt x="816917" y="149529"/>
                  </a:lnTo>
                  <a:lnTo>
                    <a:pt x="817873" y="149052"/>
                  </a:lnTo>
                  <a:lnTo>
                    <a:pt x="818351" y="148574"/>
                  </a:lnTo>
                  <a:lnTo>
                    <a:pt x="820261" y="145230"/>
                  </a:lnTo>
                  <a:lnTo>
                    <a:pt x="820261" y="144752"/>
                  </a:lnTo>
                  <a:lnTo>
                    <a:pt x="819306" y="144274"/>
                  </a:lnTo>
                  <a:lnTo>
                    <a:pt x="819306" y="144274"/>
                  </a:lnTo>
                  <a:lnTo>
                    <a:pt x="820261" y="144274"/>
                  </a:lnTo>
                  <a:lnTo>
                    <a:pt x="821217" y="143796"/>
                  </a:lnTo>
                  <a:lnTo>
                    <a:pt x="821695" y="142841"/>
                  </a:lnTo>
                  <a:lnTo>
                    <a:pt x="823128" y="142363"/>
                  </a:lnTo>
                  <a:lnTo>
                    <a:pt x="825517" y="141886"/>
                  </a:lnTo>
                  <a:lnTo>
                    <a:pt x="827427" y="140930"/>
                  </a:lnTo>
                  <a:lnTo>
                    <a:pt x="828383" y="140452"/>
                  </a:lnTo>
                  <a:lnTo>
                    <a:pt x="829338" y="141408"/>
                  </a:lnTo>
                  <a:lnTo>
                    <a:pt x="831249" y="142363"/>
                  </a:lnTo>
                  <a:lnTo>
                    <a:pt x="832683" y="143796"/>
                  </a:lnTo>
                  <a:lnTo>
                    <a:pt x="833638" y="146185"/>
                  </a:lnTo>
                  <a:lnTo>
                    <a:pt x="835071" y="151440"/>
                  </a:lnTo>
                  <a:lnTo>
                    <a:pt x="836504" y="160517"/>
                  </a:lnTo>
                  <a:lnTo>
                    <a:pt x="837937" y="165294"/>
                  </a:lnTo>
                  <a:lnTo>
                    <a:pt x="838415" y="166250"/>
                  </a:lnTo>
                  <a:lnTo>
                    <a:pt x="838415" y="166727"/>
                  </a:lnTo>
                  <a:lnTo>
                    <a:pt x="836982" y="173893"/>
                  </a:lnTo>
                  <a:lnTo>
                    <a:pt x="836027" y="176760"/>
                  </a:lnTo>
                  <a:lnTo>
                    <a:pt x="834116" y="178193"/>
                  </a:lnTo>
                  <a:lnTo>
                    <a:pt x="832205" y="179626"/>
                  </a:lnTo>
                  <a:lnTo>
                    <a:pt x="829816" y="182493"/>
                  </a:lnTo>
                  <a:lnTo>
                    <a:pt x="826950" y="183926"/>
                  </a:lnTo>
                  <a:lnTo>
                    <a:pt x="825517" y="184403"/>
                  </a:lnTo>
                  <a:lnTo>
                    <a:pt x="825517" y="184403"/>
                  </a:lnTo>
                  <a:lnTo>
                    <a:pt x="825517" y="184881"/>
                  </a:lnTo>
                  <a:lnTo>
                    <a:pt x="825517" y="184881"/>
                  </a:lnTo>
                  <a:lnTo>
                    <a:pt x="825517" y="184881"/>
                  </a:lnTo>
                  <a:lnTo>
                    <a:pt x="825039" y="184881"/>
                  </a:lnTo>
                  <a:lnTo>
                    <a:pt x="824083" y="186314"/>
                  </a:lnTo>
                  <a:lnTo>
                    <a:pt x="823606" y="188225"/>
                  </a:lnTo>
                  <a:lnTo>
                    <a:pt x="823606" y="190136"/>
                  </a:lnTo>
                  <a:lnTo>
                    <a:pt x="823606" y="190614"/>
                  </a:lnTo>
                  <a:lnTo>
                    <a:pt x="823128" y="191092"/>
                  </a:lnTo>
                  <a:lnTo>
                    <a:pt x="822172" y="192525"/>
                  </a:lnTo>
                  <a:lnTo>
                    <a:pt x="821695" y="192525"/>
                  </a:lnTo>
                  <a:lnTo>
                    <a:pt x="821695" y="193480"/>
                  </a:lnTo>
                  <a:lnTo>
                    <a:pt x="821695" y="193480"/>
                  </a:lnTo>
                  <a:lnTo>
                    <a:pt x="821217" y="193480"/>
                  </a:lnTo>
                  <a:lnTo>
                    <a:pt x="820739" y="193958"/>
                  </a:lnTo>
                  <a:lnTo>
                    <a:pt x="819784" y="194914"/>
                  </a:lnTo>
                  <a:lnTo>
                    <a:pt x="818351" y="197780"/>
                  </a:lnTo>
                  <a:lnTo>
                    <a:pt x="817873" y="198258"/>
                  </a:lnTo>
                  <a:lnTo>
                    <a:pt x="818351" y="198735"/>
                  </a:lnTo>
                  <a:lnTo>
                    <a:pt x="820261" y="198735"/>
                  </a:lnTo>
                  <a:lnTo>
                    <a:pt x="821217" y="199691"/>
                  </a:lnTo>
                  <a:lnTo>
                    <a:pt x="822172" y="200168"/>
                  </a:lnTo>
                  <a:lnTo>
                    <a:pt x="825517" y="201602"/>
                  </a:lnTo>
                  <a:lnTo>
                    <a:pt x="826950" y="202557"/>
                  </a:lnTo>
                  <a:lnTo>
                    <a:pt x="827905" y="203035"/>
                  </a:lnTo>
                  <a:lnTo>
                    <a:pt x="828861" y="203035"/>
                  </a:lnTo>
                  <a:lnTo>
                    <a:pt x="829338" y="203035"/>
                  </a:lnTo>
                  <a:lnTo>
                    <a:pt x="829816" y="202080"/>
                  </a:lnTo>
                  <a:lnTo>
                    <a:pt x="830294" y="202080"/>
                  </a:lnTo>
                  <a:lnTo>
                    <a:pt x="831249" y="202557"/>
                  </a:lnTo>
                  <a:lnTo>
                    <a:pt x="833160" y="203513"/>
                  </a:lnTo>
                  <a:lnTo>
                    <a:pt x="833160" y="203513"/>
                  </a:lnTo>
                  <a:lnTo>
                    <a:pt x="827905" y="204468"/>
                  </a:lnTo>
                  <a:lnTo>
                    <a:pt x="826472" y="205424"/>
                  </a:lnTo>
                  <a:lnTo>
                    <a:pt x="827905" y="205424"/>
                  </a:lnTo>
                  <a:lnTo>
                    <a:pt x="829338" y="205424"/>
                  </a:lnTo>
                  <a:lnTo>
                    <a:pt x="830771" y="204946"/>
                  </a:lnTo>
                  <a:lnTo>
                    <a:pt x="832205" y="204946"/>
                  </a:lnTo>
                  <a:lnTo>
                    <a:pt x="833638" y="205424"/>
                  </a:lnTo>
                  <a:lnTo>
                    <a:pt x="834116" y="204946"/>
                  </a:lnTo>
                  <a:lnTo>
                    <a:pt x="834116" y="204946"/>
                  </a:lnTo>
                  <a:lnTo>
                    <a:pt x="836504" y="206379"/>
                  </a:lnTo>
                  <a:lnTo>
                    <a:pt x="837460" y="206379"/>
                  </a:lnTo>
                  <a:lnTo>
                    <a:pt x="838415" y="206379"/>
                  </a:lnTo>
                  <a:lnTo>
                    <a:pt x="839371" y="205901"/>
                  </a:lnTo>
                  <a:lnTo>
                    <a:pt x="841282" y="204946"/>
                  </a:lnTo>
                  <a:lnTo>
                    <a:pt x="844626" y="204468"/>
                  </a:lnTo>
                  <a:lnTo>
                    <a:pt x="847492" y="203991"/>
                  </a:lnTo>
                  <a:lnTo>
                    <a:pt x="850359" y="203991"/>
                  </a:lnTo>
                  <a:lnTo>
                    <a:pt x="852269" y="203991"/>
                  </a:lnTo>
                  <a:lnTo>
                    <a:pt x="854180" y="203035"/>
                  </a:lnTo>
                  <a:lnTo>
                    <a:pt x="858002" y="200168"/>
                  </a:lnTo>
                  <a:lnTo>
                    <a:pt x="862302" y="197780"/>
                  </a:lnTo>
                  <a:lnTo>
                    <a:pt x="869468" y="194436"/>
                  </a:lnTo>
                  <a:lnTo>
                    <a:pt x="879978" y="191092"/>
                  </a:lnTo>
                  <a:lnTo>
                    <a:pt x="881411" y="190136"/>
                  </a:lnTo>
                  <a:lnTo>
                    <a:pt x="883322" y="189181"/>
                  </a:lnTo>
                  <a:lnTo>
                    <a:pt x="884277" y="188703"/>
                  </a:lnTo>
                  <a:lnTo>
                    <a:pt x="885233" y="188225"/>
                  </a:lnTo>
                  <a:lnTo>
                    <a:pt x="892399" y="184403"/>
                  </a:lnTo>
                  <a:lnTo>
                    <a:pt x="896220" y="182493"/>
                  </a:lnTo>
                  <a:lnTo>
                    <a:pt x="898131" y="180582"/>
                  </a:lnTo>
                  <a:lnTo>
                    <a:pt x="900042" y="179626"/>
                  </a:lnTo>
                  <a:lnTo>
                    <a:pt x="902431" y="178193"/>
                  </a:lnTo>
                  <a:lnTo>
                    <a:pt x="903864" y="176760"/>
                  </a:lnTo>
                  <a:lnTo>
                    <a:pt x="905297" y="175327"/>
                  </a:lnTo>
                  <a:lnTo>
                    <a:pt x="906731" y="173893"/>
                  </a:lnTo>
                  <a:lnTo>
                    <a:pt x="908164" y="173416"/>
                  </a:lnTo>
                  <a:lnTo>
                    <a:pt x="908641" y="172460"/>
                  </a:lnTo>
                  <a:lnTo>
                    <a:pt x="909119" y="171505"/>
                  </a:lnTo>
                  <a:lnTo>
                    <a:pt x="908641" y="170072"/>
                  </a:lnTo>
                  <a:lnTo>
                    <a:pt x="908164" y="168638"/>
                  </a:lnTo>
                  <a:lnTo>
                    <a:pt x="907686" y="167683"/>
                  </a:lnTo>
                  <a:lnTo>
                    <a:pt x="908641" y="166727"/>
                  </a:lnTo>
                  <a:lnTo>
                    <a:pt x="908641" y="165772"/>
                  </a:lnTo>
                  <a:lnTo>
                    <a:pt x="908164" y="165772"/>
                  </a:lnTo>
                  <a:lnTo>
                    <a:pt x="905297" y="164817"/>
                  </a:lnTo>
                  <a:lnTo>
                    <a:pt x="905297" y="160517"/>
                  </a:lnTo>
                  <a:lnTo>
                    <a:pt x="905297" y="160517"/>
                  </a:lnTo>
                  <a:lnTo>
                    <a:pt x="905297" y="160517"/>
                  </a:lnTo>
                  <a:lnTo>
                    <a:pt x="912463" y="158606"/>
                  </a:lnTo>
                  <a:lnTo>
                    <a:pt x="917241" y="157651"/>
                  </a:lnTo>
                  <a:lnTo>
                    <a:pt x="922973" y="157651"/>
                  </a:lnTo>
                  <a:lnTo>
                    <a:pt x="929662" y="158606"/>
                  </a:lnTo>
                  <a:lnTo>
                    <a:pt x="932050" y="159561"/>
                  </a:lnTo>
                  <a:lnTo>
                    <a:pt x="933483" y="160517"/>
                  </a:lnTo>
                  <a:lnTo>
                    <a:pt x="935394" y="160517"/>
                  </a:lnTo>
                  <a:lnTo>
                    <a:pt x="937783" y="160039"/>
                  </a:lnTo>
                  <a:lnTo>
                    <a:pt x="940649" y="160039"/>
                  </a:lnTo>
                  <a:lnTo>
                    <a:pt x="944471" y="160039"/>
                  </a:lnTo>
                  <a:lnTo>
                    <a:pt x="946382" y="160517"/>
                  </a:lnTo>
                  <a:lnTo>
                    <a:pt x="946860" y="160995"/>
                  </a:lnTo>
                  <a:lnTo>
                    <a:pt x="946860" y="160517"/>
                  </a:lnTo>
                  <a:lnTo>
                    <a:pt x="947338" y="160039"/>
                  </a:lnTo>
                  <a:lnTo>
                    <a:pt x="948293" y="159561"/>
                  </a:lnTo>
                  <a:lnTo>
                    <a:pt x="951159" y="158606"/>
                  </a:lnTo>
                  <a:lnTo>
                    <a:pt x="951637" y="159084"/>
                  </a:lnTo>
                  <a:lnTo>
                    <a:pt x="952115" y="158606"/>
                  </a:lnTo>
                  <a:lnTo>
                    <a:pt x="953070" y="157173"/>
                  </a:lnTo>
                  <a:lnTo>
                    <a:pt x="954504" y="156218"/>
                  </a:lnTo>
                  <a:lnTo>
                    <a:pt x="956414" y="154784"/>
                  </a:lnTo>
                  <a:lnTo>
                    <a:pt x="958325" y="154307"/>
                  </a:lnTo>
                  <a:lnTo>
                    <a:pt x="960236" y="153829"/>
                  </a:lnTo>
                  <a:lnTo>
                    <a:pt x="961192" y="153829"/>
                  </a:lnTo>
                  <a:lnTo>
                    <a:pt x="961669" y="152873"/>
                  </a:lnTo>
                  <a:lnTo>
                    <a:pt x="962147" y="152396"/>
                  </a:lnTo>
                  <a:lnTo>
                    <a:pt x="961669" y="151918"/>
                  </a:lnTo>
                  <a:lnTo>
                    <a:pt x="962147" y="151440"/>
                  </a:lnTo>
                  <a:lnTo>
                    <a:pt x="962147" y="151440"/>
                  </a:lnTo>
                  <a:lnTo>
                    <a:pt x="962147" y="150962"/>
                  </a:lnTo>
                  <a:lnTo>
                    <a:pt x="961669" y="150485"/>
                  </a:lnTo>
                  <a:lnTo>
                    <a:pt x="961669" y="148574"/>
                  </a:lnTo>
                  <a:lnTo>
                    <a:pt x="961192" y="147618"/>
                  </a:lnTo>
                  <a:lnTo>
                    <a:pt x="960714" y="146663"/>
                  </a:lnTo>
                  <a:lnTo>
                    <a:pt x="960236" y="146185"/>
                  </a:lnTo>
                  <a:lnTo>
                    <a:pt x="960236" y="145707"/>
                  </a:lnTo>
                  <a:lnTo>
                    <a:pt x="961192" y="145230"/>
                  </a:lnTo>
                  <a:lnTo>
                    <a:pt x="961192" y="145707"/>
                  </a:lnTo>
                  <a:lnTo>
                    <a:pt x="961669" y="145707"/>
                  </a:lnTo>
                  <a:lnTo>
                    <a:pt x="962147" y="145707"/>
                  </a:lnTo>
                  <a:lnTo>
                    <a:pt x="963103" y="144274"/>
                  </a:lnTo>
                  <a:lnTo>
                    <a:pt x="963103" y="143796"/>
                  </a:lnTo>
                  <a:lnTo>
                    <a:pt x="964058" y="143319"/>
                  </a:lnTo>
                  <a:lnTo>
                    <a:pt x="964536" y="142363"/>
                  </a:lnTo>
                  <a:lnTo>
                    <a:pt x="964058" y="142363"/>
                  </a:lnTo>
                  <a:lnTo>
                    <a:pt x="962625" y="142363"/>
                  </a:lnTo>
                  <a:lnTo>
                    <a:pt x="962147" y="142363"/>
                  </a:lnTo>
                  <a:lnTo>
                    <a:pt x="962625" y="141408"/>
                  </a:lnTo>
                  <a:lnTo>
                    <a:pt x="962625" y="140452"/>
                  </a:lnTo>
                  <a:lnTo>
                    <a:pt x="962625" y="140452"/>
                  </a:lnTo>
                  <a:lnTo>
                    <a:pt x="962147" y="140452"/>
                  </a:lnTo>
                  <a:lnTo>
                    <a:pt x="960236" y="141408"/>
                  </a:lnTo>
                  <a:lnTo>
                    <a:pt x="959758" y="141408"/>
                  </a:lnTo>
                  <a:lnTo>
                    <a:pt x="959758" y="140930"/>
                  </a:lnTo>
                  <a:lnTo>
                    <a:pt x="958803" y="139497"/>
                  </a:lnTo>
                  <a:lnTo>
                    <a:pt x="961192" y="137586"/>
                  </a:lnTo>
                  <a:lnTo>
                    <a:pt x="969313" y="132331"/>
                  </a:lnTo>
                  <a:lnTo>
                    <a:pt x="970269" y="131376"/>
                  </a:lnTo>
                  <a:lnTo>
                    <a:pt x="970269" y="130898"/>
                  </a:lnTo>
                  <a:lnTo>
                    <a:pt x="970269" y="129942"/>
                  </a:lnTo>
                  <a:lnTo>
                    <a:pt x="969791" y="129942"/>
                  </a:lnTo>
                  <a:lnTo>
                    <a:pt x="970269" y="129942"/>
                  </a:lnTo>
                  <a:lnTo>
                    <a:pt x="977912" y="122777"/>
                  </a:lnTo>
                  <a:lnTo>
                    <a:pt x="982212" y="119432"/>
                  </a:lnTo>
                  <a:lnTo>
                    <a:pt x="986034" y="117521"/>
                  </a:lnTo>
                  <a:lnTo>
                    <a:pt x="988422" y="117044"/>
                  </a:lnTo>
                  <a:lnTo>
                    <a:pt x="990333" y="117044"/>
                  </a:lnTo>
                  <a:lnTo>
                    <a:pt x="991766" y="117044"/>
                  </a:lnTo>
                  <a:lnTo>
                    <a:pt x="992244" y="117044"/>
                  </a:lnTo>
                  <a:lnTo>
                    <a:pt x="997021" y="117044"/>
                  </a:lnTo>
                  <a:lnTo>
                    <a:pt x="1005143" y="117044"/>
                  </a:lnTo>
                  <a:lnTo>
                    <a:pt x="1013742" y="117044"/>
                  </a:lnTo>
                  <a:lnTo>
                    <a:pt x="1021863" y="117044"/>
                  </a:lnTo>
                  <a:lnTo>
                    <a:pt x="1029985" y="117044"/>
                  </a:lnTo>
                  <a:lnTo>
                    <a:pt x="1038106" y="116566"/>
                  </a:lnTo>
                  <a:lnTo>
                    <a:pt x="1046705" y="116566"/>
                  </a:lnTo>
                  <a:lnTo>
                    <a:pt x="1054827" y="116566"/>
                  </a:lnTo>
                  <a:lnTo>
                    <a:pt x="1056737" y="111789"/>
                  </a:lnTo>
                  <a:lnTo>
                    <a:pt x="1058649" y="109400"/>
                  </a:lnTo>
                  <a:lnTo>
                    <a:pt x="1061037" y="110355"/>
                  </a:lnTo>
                  <a:lnTo>
                    <a:pt x="1062470" y="110355"/>
                  </a:lnTo>
                  <a:lnTo>
                    <a:pt x="1063903" y="108922"/>
                  </a:lnTo>
                  <a:lnTo>
                    <a:pt x="1065337" y="108445"/>
                  </a:lnTo>
                  <a:lnTo>
                    <a:pt x="1065814" y="108445"/>
                  </a:lnTo>
                  <a:lnTo>
                    <a:pt x="1066292" y="109400"/>
                  </a:lnTo>
                  <a:lnTo>
                    <a:pt x="1067248" y="110355"/>
                  </a:lnTo>
                  <a:lnTo>
                    <a:pt x="1067725" y="109878"/>
                  </a:lnTo>
                  <a:lnTo>
                    <a:pt x="1068203" y="108922"/>
                  </a:lnTo>
                  <a:lnTo>
                    <a:pt x="1068203" y="108922"/>
                  </a:lnTo>
                  <a:lnTo>
                    <a:pt x="1068203" y="107489"/>
                  </a:lnTo>
                  <a:lnTo>
                    <a:pt x="1069159" y="106534"/>
                  </a:lnTo>
                  <a:lnTo>
                    <a:pt x="1070114" y="106534"/>
                  </a:lnTo>
                  <a:lnTo>
                    <a:pt x="1070592" y="106534"/>
                  </a:lnTo>
                  <a:lnTo>
                    <a:pt x="1071069" y="106056"/>
                  </a:lnTo>
                  <a:lnTo>
                    <a:pt x="1071069" y="106056"/>
                  </a:lnTo>
                  <a:lnTo>
                    <a:pt x="1071069" y="105100"/>
                  </a:lnTo>
                  <a:lnTo>
                    <a:pt x="1071069" y="104145"/>
                  </a:lnTo>
                  <a:lnTo>
                    <a:pt x="1071069" y="102712"/>
                  </a:lnTo>
                  <a:lnTo>
                    <a:pt x="1072980" y="100323"/>
                  </a:lnTo>
                  <a:lnTo>
                    <a:pt x="1075847" y="98890"/>
                  </a:lnTo>
                  <a:lnTo>
                    <a:pt x="1076802" y="97935"/>
                  </a:lnTo>
                  <a:lnTo>
                    <a:pt x="1076802" y="97935"/>
                  </a:lnTo>
                  <a:lnTo>
                    <a:pt x="1076802" y="96024"/>
                  </a:lnTo>
                  <a:lnTo>
                    <a:pt x="1078235" y="94590"/>
                  </a:lnTo>
                  <a:lnTo>
                    <a:pt x="1078235" y="94590"/>
                  </a:lnTo>
                  <a:lnTo>
                    <a:pt x="1079191" y="93635"/>
                  </a:lnTo>
                  <a:lnTo>
                    <a:pt x="1079191" y="93635"/>
                  </a:lnTo>
                  <a:lnTo>
                    <a:pt x="1079191" y="92679"/>
                  </a:lnTo>
                  <a:lnTo>
                    <a:pt x="1079191" y="92679"/>
                  </a:lnTo>
                  <a:lnTo>
                    <a:pt x="1079191" y="92679"/>
                  </a:lnTo>
                  <a:lnTo>
                    <a:pt x="1078713" y="91724"/>
                  </a:lnTo>
                  <a:lnTo>
                    <a:pt x="1078713" y="89813"/>
                  </a:lnTo>
                  <a:lnTo>
                    <a:pt x="1079191" y="87424"/>
                  </a:lnTo>
                  <a:lnTo>
                    <a:pt x="1080146" y="84558"/>
                  </a:lnTo>
                  <a:lnTo>
                    <a:pt x="1080146" y="84558"/>
                  </a:lnTo>
                  <a:lnTo>
                    <a:pt x="1081579" y="82170"/>
                  </a:lnTo>
                  <a:lnTo>
                    <a:pt x="1083490" y="79781"/>
                  </a:lnTo>
                  <a:lnTo>
                    <a:pt x="1083490" y="79303"/>
                  </a:lnTo>
                  <a:lnTo>
                    <a:pt x="1083968" y="75959"/>
                  </a:lnTo>
                  <a:lnTo>
                    <a:pt x="1084924" y="72615"/>
                  </a:lnTo>
                  <a:lnTo>
                    <a:pt x="1087312" y="68793"/>
                  </a:lnTo>
                  <a:lnTo>
                    <a:pt x="1090656" y="64971"/>
                  </a:lnTo>
                  <a:lnTo>
                    <a:pt x="1092090" y="62582"/>
                  </a:lnTo>
                  <a:lnTo>
                    <a:pt x="1095434" y="58283"/>
                  </a:lnTo>
                  <a:lnTo>
                    <a:pt x="1097822" y="55417"/>
                  </a:lnTo>
                  <a:lnTo>
                    <a:pt x="1098778" y="53983"/>
                  </a:lnTo>
                  <a:lnTo>
                    <a:pt x="1099733" y="52550"/>
                  </a:lnTo>
                  <a:lnTo>
                    <a:pt x="1101644" y="53028"/>
                  </a:lnTo>
                  <a:lnTo>
                    <a:pt x="1103555" y="53506"/>
                  </a:lnTo>
                  <a:lnTo>
                    <a:pt x="1103555" y="55894"/>
                  </a:lnTo>
                  <a:lnTo>
                    <a:pt x="1103555" y="57328"/>
                  </a:lnTo>
                  <a:lnTo>
                    <a:pt x="1103555" y="57328"/>
                  </a:lnTo>
                  <a:lnTo>
                    <a:pt x="1104510" y="58283"/>
                  </a:lnTo>
                  <a:lnTo>
                    <a:pt x="1105944" y="59238"/>
                  </a:lnTo>
                  <a:lnTo>
                    <a:pt x="1106899" y="59238"/>
                  </a:lnTo>
                  <a:lnTo>
                    <a:pt x="1108332" y="59238"/>
                  </a:lnTo>
                  <a:lnTo>
                    <a:pt x="1111199" y="57805"/>
                  </a:lnTo>
                  <a:lnTo>
                    <a:pt x="1115021" y="57328"/>
                  </a:lnTo>
                  <a:lnTo>
                    <a:pt x="1116932" y="56372"/>
                  </a:lnTo>
                  <a:lnTo>
                    <a:pt x="1117409" y="55417"/>
                  </a:lnTo>
                  <a:lnTo>
                    <a:pt x="1118365" y="55417"/>
                  </a:lnTo>
                  <a:lnTo>
                    <a:pt x="1119798" y="55417"/>
                  </a:lnTo>
                  <a:lnTo>
                    <a:pt x="1122664" y="57328"/>
                  </a:lnTo>
                  <a:lnTo>
                    <a:pt x="1126008" y="60194"/>
                  </a:lnTo>
                  <a:lnTo>
                    <a:pt x="1128397" y="62582"/>
                  </a:lnTo>
                  <a:lnTo>
                    <a:pt x="1128397" y="66404"/>
                  </a:lnTo>
                  <a:lnTo>
                    <a:pt x="1128397" y="70704"/>
                  </a:lnTo>
                  <a:lnTo>
                    <a:pt x="1128397" y="75004"/>
                  </a:lnTo>
                  <a:lnTo>
                    <a:pt x="1128397" y="77870"/>
                  </a:lnTo>
                  <a:lnTo>
                    <a:pt x="1128875" y="82170"/>
                  </a:lnTo>
                  <a:lnTo>
                    <a:pt x="1128875" y="85513"/>
                  </a:lnTo>
                  <a:lnTo>
                    <a:pt x="1128875" y="89813"/>
                  </a:lnTo>
                  <a:lnTo>
                    <a:pt x="1128875" y="92202"/>
                  </a:lnTo>
                  <a:lnTo>
                    <a:pt x="1129352" y="93157"/>
                  </a:lnTo>
                  <a:lnTo>
                    <a:pt x="1128875" y="94113"/>
                  </a:lnTo>
                  <a:lnTo>
                    <a:pt x="1128875" y="94590"/>
                  </a:lnTo>
                  <a:lnTo>
                    <a:pt x="1128875" y="94590"/>
                  </a:lnTo>
                  <a:lnTo>
                    <a:pt x="1128875" y="95068"/>
                  </a:lnTo>
                  <a:lnTo>
                    <a:pt x="1128875" y="95546"/>
                  </a:lnTo>
                  <a:lnTo>
                    <a:pt x="1128875" y="96501"/>
                  </a:lnTo>
                  <a:lnTo>
                    <a:pt x="1128875" y="96501"/>
                  </a:lnTo>
                  <a:lnTo>
                    <a:pt x="1128397" y="96979"/>
                  </a:lnTo>
                  <a:lnTo>
                    <a:pt x="1128397" y="97935"/>
                  </a:lnTo>
                  <a:lnTo>
                    <a:pt x="1128397" y="98412"/>
                  </a:lnTo>
                  <a:lnTo>
                    <a:pt x="1128875" y="98890"/>
                  </a:lnTo>
                  <a:lnTo>
                    <a:pt x="1129352" y="99368"/>
                  </a:lnTo>
                  <a:lnTo>
                    <a:pt x="1129830" y="99368"/>
                  </a:lnTo>
                  <a:lnTo>
                    <a:pt x="1130308" y="99845"/>
                  </a:lnTo>
                  <a:lnTo>
                    <a:pt x="1131263" y="100323"/>
                  </a:lnTo>
                  <a:lnTo>
                    <a:pt x="1132697" y="100801"/>
                  </a:lnTo>
                  <a:lnTo>
                    <a:pt x="1133652" y="101279"/>
                  </a:lnTo>
                  <a:lnTo>
                    <a:pt x="1134608" y="100801"/>
                  </a:lnTo>
                  <a:lnTo>
                    <a:pt x="1135563" y="101279"/>
                  </a:lnTo>
                  <a:lnTo>
                    <a:pt x="1136041" y="102234"/>
                  </a:lnTo>
                  <a:lnTo>
                    <a:pt x="1136041" y="102234"/>
                  </a:lnTo>
                  <a:lnTo>
                    <a:pt x="1136041" y="103189"/>
                  </a:lnTo>
                  <a:lnTo>
                    <a:pt x="1135563" y="103667"/>
                  </a:lnTo>
                  <a:lnTo>
                    <a:pt x="1134608" y="104145"/>
                  </a:lnTo>
                  <a:lnTo>
                    <a:pt x="1134608" y="104145"/>
                  </a:lnTo>
                  <a:lnTo>
                    <a:pt x="1134608" y="104623"/>
                  </a:lnTo>
                  <a:lnTo>
                    <a:pt x="1134608" y="104623"/>
                  </a:lnTo>
                  <a:lnTo>
                    <a:pt x="1135085" y="105578"/>
                  </a:lnTo>
                  <a:lnTo>
                    <a:pt x="1135563" y="106056"/>
                  </a:lnTo>
                  <a:lnTo>
                    <a:pt x="1136041" y="107011"/>
                  </a:lnTo>
                  <a:lnTo>
                    <a:pt x="1136041" y="107489"/>
                  </a:lnTo>
                  <a:lnTo>
                    <a:pt x="1135563" y="107967"/>
                  </a:lnTo>
                  <a:lnTo>
                    <a:pt x="1135085" y="108922"/>
                  </a:lnTo>
                  <a:lnTo>
                    <a:pt x="1135085" y="108922"/>
                  </a:lnTo>
                  <a:lnTo>
                    <a:pt x="1135085" y="109878"/>
                  </a:lnTo>
                  <a:lnTo>
                    <a:pt x="1135085" y="109878"/>
                  </a:lnTo>
                  <a:lnTo>
                    <a:pt x="1135563" y="110833"/>
                  </a:lnTo>
                  <a:lnTo>
                    <a:pt x="1136518" y="111789"/>
                  </a:lnTo>
                  <a:lnTo>
                    <a:pt x="1136996" y="112744"/>
                  </a:lnTo>
                  <a:lnTo>
                    <a:pt x="1137951" y="113222"/>
                  </a:lnTo>
                  <a:lnTo>
                    <a:pt x="1138429" y="112744"/>
                  </a:lnTo>
                  <a:lnTo>
                    <a:pt x="1138907" y="112266"/>
                  </a:lnTo>
                  <a:lnTo>
                    <a:pt x="1139385" y="111789"/>
                  </a:lnTo>
                  <a:lnTo>
                    <a:pt x="1140340" y="112266"/>
                  </a:lnTo>
                  <a:lnTo>
                    <a:pt x="1140818" y="112266"/>
                  </a:lnTo>
                  <a:lnTo>
                    <a:pt x="1141774" y="112744"/>
                  </a:lnTo>
                  <a:lnTo>
                    <a:pt x="1141774" y="113222"/>
                  </a:lnTo>
                  <a:lnTo>
                    <a:pt x="1142251" y="114655"/>
                  </a:lnTo>
                  <a:lnTo>
                    <a:pt x="1142729" y="117521"/>
                  </a:lnTo>
                  <a:lnTo>
                    <a:pt x="1142251" y="118477"/>
                  </a:lnTo>
                  <a:lnTo>
                    <a:pt x="1142251" y="119910"/>
                  </a:lnTo>
                  <a:lnTo>
                    <a:pt x="1144162" y="120388"/>
                  </a:lnTo>
                  <a:lnTo>
                    <a:pt x="1144640" y="1208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1" name="Freeform 2620">
              <a:extLst>
                <a:ext uri="{FF2B5EF4-FFF2-40B4-BE49-F238E27FC236}">
                  <a16:creationId xmlns:a16="http://schemas.microsoft.com/office/drawing/2014/main" id="{AB9A9568-99F7-7B55-08BE-F77B8D47E1DA}"/>
                </a:ext>
              </a:extLst>
            </p:cNvPr>
            <p:cNvSpPr/>
            <p:nvPr/>
          </p:nvSpPr>
          <p:spPr>
            <a:xfrm>
              <a:off x="4550067" y="4690467"/>
              <a:ext cx="5254" cy="13853"/>
            </a:xfrm>
            <a:custGeom>
              <a:avLst/>
              <a:gdLst>
                <a:gd name="csX0" fmla="*/ 4299 w 5254"/>
                <a:gd name="csY0" fmla="*/ 10988 h 13853"/>
                <a:gd name="csX1" fmla="*/ 5255 w 5254"/>
                <a:gd name="csY1" fmla="*/ 13854 h 13853"/>
                <a:gd name="csX2" fmla="*/ 3822 w 5254"/>
                <a:gd name="csY2" fmla="*/ 10988 h 13853"/>
                <a:gd name="csX3" fmla="*/ 3344 w 5254"/>
                <a:gd name="csY3" fmla="*/ 9077 h 13853"/>
                <a:gd name="csX4" fmla="*/ 2389 w 5254"/>
                <a:gd name="csY4" fmla="*/ 8121 h 13853"/>
                <a:gd name="csX5" fmla="*/ 2866 w 5254"/>
                <a:gd name="csY5" fmla="*/ 7166 h 13853"/>
                <a:gd name="csX6" fmla="*/ 2389 w 5254"/>
                <a:gd name="csY6" fmla="*/ 6210 h 13853"/>
                <a:gd name="csX7" fmla="*/ 1433 w 5254"/>
                <a:gd name="csY7" fmla="*/ 5255 h 13853"/>
                <a:gd name="csX8" fmla="*/ 478 w 5254"/>
                <a:gd name="csY8" fmla="*/ 2866 h 13853"/>
                <a:gd name="csX9" fmla="*/ 955 w 5254"/>
                <a:gd name="csY9" fmla="*/ 1911 h 13853"/>
                <a:gd name="csX10" fmla="*/ 955 w 5254"/>
                <a:gd name="csY10" fmla="*/ 956 h 13853"/>
                <a:gd name="csX11" fmla="*/ 0 w 5254"/>
                <a:gd name="csY11" fmla="*/ 0 h 13853"/>
                <a:gd name="csX12" fmla="*/ 955 w 5254"/>
                <a:gd name="csY12" fmla="*/ 956 h 13853"/>
                <a:gd name="csX13" fmla="*/ 955 w 5254"/>
                <a:gd name="csY13" fmla="*/ 1911 h 13853"/>
                <a:gd name="csX14" fmla="*/ 955 w 5254"/>
                <a:gd name="csY14" fmla="*/ 2866 h 13853"/>
                <a:gd name="csX15" fmla="*/ 1911 w 5254"/>
                <a:gd name="csY15" fmla="*/ 5255 h 13853"/>
                <a:gd name="csX16" fmla="*/ 2389 w 5254"/>
                <a:gd name="csY16" fmla="*/ 6210 h 13853"/>
                <a:gd name="csX17" fmla="*/ 2866 w 5254"/>
                <a:gd name="csY17" fmla="*/ 7166 h 13853"/>
                <a:gd name="csX18" fmla="*/ 2389 w 5254"/>
                <a:gd name="csY18" fmla="*/ 8121 h 13853"/>
                <a:gd name="csX19" fmla="*/ 3344 w 5254"/>
                <a:gd name="csY19" fmla="*/ 9077 h 13853"/>
                <a:gd name="csX20" fmla="*/ 4299 w 5254"/>
                <a:gd name="csY20" fmla="*/ 10988 h 13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5254" h="13853">
                  <a:moveTo>
                    <a:pt x="4299" y="10988"/>
                  </a:moveTo>
                  <a:lnTo>
                    <a:pt x="5255" y="13854"/>
                  </a:lnTo>
                  <a:lnTo>
                    <a:pt x="3822" y="10988"/>
                  </a:lnTo>
                  <a:lnTo>
                    <a:pt x="3344" y="9077"/>
                  </a:lnTo>
                  <a:lnTo>
                    <a:pt x="2389" y="8121"/>
                  </a:lnTo>
                  <a:lnTo>
                    <a:pt x="2866" y="7166"/>
                  </a:lnTo>
                  <a:lnTo>
                    <a:pt x="2389" y="6210"/>
                  </a:lnTo>
                  <a:lnTo>
                    <a:pt x="1433" y="5255"/>
                  </a:lnTo>
                  <a:lnTo>
                    <a:pt x="478" y="2866"/>
                  </a:lnTo>
                  <a:lnTo>
                    <a:pt x="955" y="1911"/>
                  </a:lnTo>
                  <a:lnTo>
                    <a:pt x="955" y="956"/>
                  </a:lnTo>
                  <a:lnTo>
                    <a:pt x="0" y="0"/>
                  </a:lnTo>
                  <a:lnTo>
                    <a:pt x="955" y="956"/>
                  </a:lnTo>
                  <a:lnTo>
                    <a:pt x="955" y="1911"/>
                  </a:lnTo>
                  <a:lnTo>
                    <a:pt x="955" y="2866"/>
                  </a:lnTo>
                  <a:lnTo>
                    <a:pt x="1911" y="5255"/>
                  </a:lnTo>
                  <a:lnTo>
                    <a:pt x="2389" y="6210"/>
                  </a:lnTo>
                  <a:lnTo>
                    <a:pt x="2866" y="7166"/>
                  </a:lnTo>
                  <a:lnTo>
                    <a:pt x="2389" y="8121"/>
                  </a:lnTo>
                  <a:lnTo>
                    <a:pt x="3344" y="9077"/>
                  </a:lnTo>
                  <a:lnTo>
                    <a:pt x="4299" y="109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2" name="Freeform 2621">
              <a:extLst>
                <a:ext uri="{FF2B5EF4-FFF2-40B4-BE49-F238E27FC236}">
                  <a16:creationId xmlns:a16="http://schemas.microsoft.com/office/drawing/2014/main" id="{C211D7B4-7A7C-0B1E-0482-8FB9662DF416}"/>
                </a:ext>
              </a:extLst>
            </p:cNvPr>
            <p:cNvSpPr/>
            <p:nvPr/>
          </p:nvSpPr>
          <p:spPr>
            <a:xfrm>
              <a:off x="4554366" y="5152432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0 w 955"/>
                <a:gd name="csY1" fmla="*/ 955 h 955"/>
                <a:gd name="csX2" fmla="*/ 956 w 955"/>
                <a:gd name="csY2" fmla="*/ 0 h 955"/>
                <a:gd name="csX3" fmla="*/ 956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0" y="955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3" name="Freeform 2622">
              <a:extLst>
                <a:ext uri="{FF2B5EF4-FFF2-40B4-BE49-F238E27FC236}">
                  <a16:creationId xmlns:a16="http://schemas.microsoft.com/office/drawing/2014/main" id="{1D58E6A0-B8F2-4A92-638D-00A9958832D7}"/>
                </a:ext>
              </a:extLst>
            </p:cNvPr>
            <p:cNvSpPr/>
            <p:nvPr/>
          </p:nvSpPr>
          <p:spPr>
            <a:xfrm>
              <a:off x="4548156" y="5161986"/>
              <a:ext cx="6688" cy="20542"/>
            </a:xfrm>
            <a:custGeom>
              <a:avLst/>
              <a:gdLst>
                <a:gd name="csX0" fmla="*/ 6688 w 6688"/>
                <a:gd name="csY0" fmla="*/ 0 h 20542"/>
                <a:gd name="csX1" fmla="*/ 5255 w 6688"/>
                <a:gd name="csY1" fmla="*/ 4777 h 20542"/>
                <a:gd name="csX2" fmla="*/ 2389 w 6688"/>
                <a:gd name="csY2" fmla="*/ 12421 h 20542"/>
                <a:gd name="csX3" fmla="*/ 478 w 6688"/>
                <a:gd name="csY3" fmla="*/ 18631 h 20542"/>
                <a:gd name="csX4" fmla="*/ 0 w 6688"/>
                <a:gd name="csY4" fmla="*/ 19109 h 20542"/>
                <a:gd name="csX5" fmla="*/ 0 w 6688"/>
                <a:gd name="csY5" fmla="*/ 20542 h 20542"/>
                <a:gd name="csX6" fmla="*/ 0 w 6688"/>
                <a:gd name="csY6" fmla="*/ 20542 h 20542"/>
                <a:gd name="csX7" fmla="*/ 0 w 6688"/>
                <a:gd name="csY7" fmla="*/ 19109 h 20542"/>
                <a:gd name="csX8" fmla="*/ 478 w 6688"/>
                <a:gd name="csY8" fmla="*/ 18631 h 20542"/>
                <a:gd name="csX9" fmla="*/ 2389 w 6688"/>
                <a:gd name="csY9" fmla="*/ 12421 h 20542"/>
                <a:gd name="csX10" fmla="*/ 5255 w 6688"/>
                <a:gd name="csY10" fmla="*/ 4777 h 20542"/>
                <a:gd name="csX11" fmla="*/ 6688 w 6688"/>
                <a:gd name="csY11" fmla="*/ 0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8" h="20542">
                  <a:moveTo>
                    <a:pt x="6688" y="0"/>
                  </a:moveTo>
                  <a:lnTo>
                    <a:pt x="5255" y="4777"/>
                  </a:lnTo>
                  <a:lnTo>
                    <a:pt x="2389" y="12421"/>
                  </a:lnTo>
                  <a:lnTo>
                    <a:pt x="478" y="18631"/>
                  </a:lnTo>
                  <a:lnTo>
                    <a:pt x="0" y="19109"/>
                  </a:lnTo>
                  <a:lnTo>
                    <a:pt x="0" y="20542"/>
                  </a:lnTo>
                  <a:lnTo>
                    <a:pt x="0" y="20542"/>
                  </a:lnTo>
                  <a:lnTo>
                    <a:pt x="0" y="19109"/>
                  </a:lnTo>
                  <a:lnTo>
                    <a:pt x="478" y="18631"/>
                  </a:lnTo>
                  <a:lnTo>
                    <a:pt x="2389" y="12421"/>
                  </a:lnTo>
                  <a:lnTo>
                    <a:pt x="5255" y="4777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4" name="Freeform 2623">
              <a:extLst>
                <a:ext uri="{FF2B5EF4-FFF2-40B4-BE49-F238E27FC236}">
                  <a16:creationId xmlns:a16="http://schemas.microsoft.com/office/drawing/2014/main" id="{13E67789-DEE2-FF7F-D7F5-518CA9DC6685}"/>
                </a:ext>
              </a:extLst>
            </p:cNvPr>
            <p:cNvSpPr/>
            <p:nvPr/>
          </p:nvSpPr>
          <p:spPr>
            <a:xfrm>
              <a:off x="4382383" y="5055930"/>
              <a:ext cx="172460" cy="841281"/>
            </a:xfrm>
            <a:custGeom>
              <a:avLst/>
              <a:gdLst>
                <a:gd name="csX0" fmla="*/ 172461 w 172460"/>
                <a:gd name="csY0" fmla="*/ 106056 h 841281"/>
                <a:gd name="csX1" fmla="*/ 171027 w 172460"/>
                <a:gd name="csY1" fmla="*/ 110833 h 841281"/>
                <a:gd name="csX2" fmla="*/ 168161 w 172460"/>
                <a:gd name="csY2" fmla="*/ 118477 h 841281"/>
                <a:gd name="csX3" fmla="*/ 166250 w 172460"/>
                <a:gd name="csY3" fmla="*/ 124687 h 841281"/>
                <a:gd name="csX4" fmla="*/ 165772 w 172460"/>
                <a:gd name="csY4" fmla="*/ 125165 h 841281"/>
                <a:gd name="csX5" fmla="*/ 165772 w 172460"/>
                <a:gd name="csY5" fmla="*/ 126598 h 841281"/>
                <a:gd name="csX6" fmla="*/ 161472 w 172460"/>
                <a:gd name="csY6" fmla="*/ 128031 h 841281"/>
                <a:gd name="csX7" fmla="*/ 155262 w 172460"/>
                <a:gd name="csY7" fmla="*/ 130420 h 841281"/>
                <a:gd name="csX8" fmla="*/ 155262 w 172460"/>
                <a:gd name="csY8" fmla="*/ 130420 h 841281"/>
                <a:gd name="csX9" fmla="*/ 151918 w 172460"/>
                <a:gd name="csY9" fmla="*/ 131853 h 841281"/>
                <a:gd name="csX10" fmla="*/ 148096 w 172460"/>
                <a:gd name="csY10" fmla="*/ 133286 h 841281"/>
                <a:gd name="csX11" fmla="*/ 147619 w 172460"/>
                <a:gd name="csY11" fmla="*/ 133286 h 841281"/>
                <a:gd name="csX12" fmla="*/ 146663 w 172460"/>
                <a:gd name="csY12" fmla="*/ 134720 h 841281"/>
                <a:gd name="csX13" fmla="*/ 145707 w 172460"/>
                <a:gd name="csY13" fmla="*/ 135675 h 841281"/>
                <a:gd name="csX14" fmla="*/ 144274 w 172460"/>
                <a:gd name="csY14" fmla="*/ 136631 h 841281"/>
                <a:gd name="csX15" fmla="*/ 144274 w 172460"/>
                <a:gd name="csY15" fmla="*/ 136631 h 841281"/>
                <a:gd name="csX16" fmla="*/ 143797 w 172460"/>
                <a:gd name="csY16" fmla="*/ 137586 h 841281"/>
                <a:gd name="csX17" fmla="*/ 142841 w 172460"/>
                <a:gd name="csY17" fmla="*/ 138064 h 841281"/>
                <a:gd name="csX18" fmla="*/ 142841 w 172460"/>
                <a:gd name="csY18" fmla="*/ 138064 h 841281"/>
                <a:gd name="csX19" fmla="*/ 141886 w 172460"/>
                <a:gd name="csY19" fmla="*/ 140452 h 841281"/>
                <a:gd name="csX20" fmla="*/ 141886 w 172460"/>
                <a:gd name="csY20" fmla="*/ 142363 h 841281"/>
                <a:gd name="csX21" fmla="*/ 142363 w 172460"/>
                <a:gd name="csY21" fmla="*/ 143796 h 841281"/>
                <a:gd name="csX22" fmla="*/ 142363 w 172460"/>
                <a:gd name="csY22" fmla="*/ 143796 h 841281"/>
                <a:gd name="csX23" fmla="*/ 143797 w 172460"/>
                <a:gd name="csY23" fmla="*/ 144274 h 841281"/>
                <a:gd name="csX24" fmla="*/ 143797 w 172460"/>
                <a:gd name="csY24" fmla="*/ 145707 h 841281"/>
                <a:gd name="csX25" fmla="*/ 144274 w 172460"/>
                <a:gd name="csY25" fmla="*/ 146663 h 841281"/>
                <a:gd name="csX26" fmla="*/ 145230 w 172460"/>
                <a:gd name="csY26" fmla="*/ 147618 h 841281"/>
                <a:gd name="csX27" fmla="*/ 144752 w 172460"/>
                <a:gd name="csY27" fmla="*/ 148096 h 841281"/>
                <a:gd name="csX28" fmla="*/ 144274 w 172460"/>
                <a:gd name="csY28" fmla="*/ 148574 h 841281"/>
                <a:gd name="csX29" fmla="*/ 142841 w 172460"/>
                <a:gd name="csY29" fmla="*/ 149052 h 841281"/>
                <a:gd name="csX30" fmla="*/ 142841 w 172460"/>
                <a:gd name="csY30" fmla="*/ 149052 h 841281"/>
                <a:gd name="csX31" fmla="*/ 141886 w 172460"/>
                <a:gd name="csY31" fmla="*/ 150485 h 841281"/>
                <a:gd name="csX32" fmla="*/ 141886 w 172460"/>
                <a:gd name="csY32" fmla="*/ 150485 h 841281"/>
                <a:gd name="csX33" fmla="*/ 140930 w 172460"/>
                <a:gd name="csY33" fmla="*/ 153829 h 841281"/>
                <a:gd name="csX34" fmla="*/ 140930 w 172460"/>
                <a:gd name="csY34" fmla="*/ 155262 h 841281"/>
                <a:gd name="csX35" fmla="*/ 141886 w 172460"/>
                <a:gd name="csY35" fmla="*/ 158606 h 841281"/>
                <a:gd name="csX36" fmla="*/ 142841 w 172460"/>
                <a:gd name="csY36" fmla="*/ 160517 h 841281"/>
                <a:gd name="csX37" fmla="*/ 144274 w 172460"/>
                <a:gd name="csY37" fmla="*/ 167205 h 841281"/>
                <a:gd name="csX38" fmla="*/ 144752 w 172460"/>
                <a:gd name="csY38" fmla="*/ 168638 h 841281"/>
                <a:gd name="csX39" fmla="*/ 142363 w 172460"/>
                <a:gd name="csY39" fmla="*/ 171027 h 841281"/>
                <a:gd name="csX40" fmla="*/ 141408 w 172460"/>
                <a:gd name="csY40" fmla="*/ 172938 h 841281"/>
                <a:gd name="csX41" fmla="*/ 140930 w 172460"/>
                <a:gd name="csY41" fmla="*/ 173893 h 841281"/>
                <a:gd name="csX42" fmla="*/ 140930 w 172460"/>
                <a:gd name="csY42" fmla="*/ 175327 h 841281"/>
                <a:gd name="csX43" fmla="*/ 141408 w 172460"/>
                <a:gd name="csY43" fmla="*/ 176282 h 841281"/>
                <a:gd name="csX44" fmla="*/ 141408 w 172460"/>
                <a:gd name="csY44" fmla="*/ 176282 h 841281"/>
                <a:gd name="csX45" fmla="*/ 143319 w 172460"/>
                <a:gd name="csY45" fmla="*/ 179149 h 841281"/>
                <a:gd name="csX46" fmla="*/ 145230 w 172460"/>
                <a:gd name="csY46" fmla="*/ 182015 h 841281"/>
                <a:gd name="csX47" fmla="*/ 145707 w 172460"/>
                <a:gd name="csY47" fmla="*/ 182493 h 841281"/>
                <a:gd name="csX48" fmla="*/ 146663 w 172460"/>
                <a:gd name="csY48" fmla="*/ 183448 h 841281"/>
                <a:gd name="csX49" fmla="*/ 146663 w 172460"/>
                <a:gd name="csY49" fmla="*/ 185359 h 841281"/>
                <a:gd name="csX50" fmla="*/ 145707 w 172460"/>
                <a:gd name="csY50" fmla="*/ 186314 h 841281"/>
                <a:gd name="csX51" fmla="*/ 144752 w 172460"/>
                <a:gd name="csY51" fmla="*/ 186792 h 841281"/>
                <a:gd name="csX52" fmla="*/ 142363 w 172460"/>
                <a:gd name="csY52" fmla="*/ 187748 h 841281"/>
                <a:gd name="csX53" fmla="*/ 142363 w 172460"/>
                <a:gd name="csY53" fmla="*/ 187748 h 841281"/>
                <a:gd name="csX54" fmla="*/ 140930 w 172460"/>
                <a:gd name="csY54" fmla="*/ 188703 h 841281"/>
                <a:gd name="csX55" fmla="*/ 139975 w 172460"/>
                <a:gd name="csY55" fmla="*/ 188703 h 841281"/>
                <a:gd name="csX56" fmla="*/ 139019 w 172460"/>
                <a:gd name="csY56" fmla="*/ 188225 h 841281"/>
                <a:gd name="csX57" fmla="*/ 137586 w 172460"/>
                <a:gd name="csY57" fmla="*/ 188225 h 841281"/>
                <a:gd name="csX58" fmla="*/ 137586 w 172460"/>
                <a:gd name="csY58" fmla="*/ 188225 h 841281"/>
                <a:gd name="csX59" fmla="*/ 136153 w 172460"/>
                <a:gd name="csY59" fmla="*/ 189181 h 841281"/>
                <a:gd name="csX60" fmla="*/ 135675 w 172460"/>
                <a:gd name="csY60" fmla="*/ 191092 h 841281"/>
                <a:gd name="csX61" fmla="*/ 134242 w 172460"/>
                <a:gd name="csY61" fmla="*/ 193958 h 841281"/>
                <a:gd name="csX62" fmla="*/ 132809 w 172460"/>
                <a:gd name="csY62" fmla="*/ 194914 h 841281"/>
                <a:gd name="csX63" fmla="*/ 132331 w 172460"/>
                <a:gd name="csY63" fmla="*/ 197302 h 841281"/>
                <a:gd name="csX64" fmla="*/ 130420 w 172460"/>
                <a:gd name="csY64" fmla="*/ 201124 h 841281"/>
                <a:gd name="csX65" fmla="*/ 129942 w 172460"/>
                <a:gd name="csY65" fmla="*/ 203035 h 841281"/>
                <a:gd name="csX66" fmla="*/ 129465 w 172460"/>
                <a:gd name="csY66" fmla="*/ 204946 h 841281"/>
                <a:gd name="csX67" fmla="*/ 128031 w 172460"/>
                <a:gd name="csY67" fmla="*/ 205901 h 841281"/>
                <a:gd name="csX68" fmla="*/ 128031 w 172460"/>
                <a:gd name="csY68" fmla="*/ 205901 h 841281"/>
                <a:gd name="csX69" fmla="*/ 126121 w 172460"/>
                <a:gd name="csY69" fmla="*/ 207812 h 841281"/>
                <a:gd name="csX70" fmla="*/ 124688 w 172460"/>
                <a:gd name="csY70" fmla="*/ 209723 h 841281"/>
                <a:gd name="csX71" fmla="*/ 124210 w 172460"/>
                <a:gd name="csY71" fmla="*/ 210201 h 841281"/>
                <a:gd name="csX72" fmla="*/ 123254 w 172460"/>
                <a:gd name="csY72" fmla="*/ 210201 h 841281"/>
                <a:gd name="csX73" fmla="*/ 123254 w 172460"/>
                <a:gd name="csY73" fmla="*/ 210201 h 841281"/>
                <a:gd name="csX74" fmla="*/ 122299 w 172460"/>
                <a:gd name="csY74" fmla="*/ 212112 h 841281"/>
                <a:gd name="csX75" fmla="*/ 119910 w 172460"/>
                <a:gd name="csY75" fmla="*/ 214978 h 841281"/>
                <a:gd name="csX76" fmla="*/ 119432 w 172460"/>
                <a:gd name="csY76" fmla="*/ 217845 h 841281"/>
                <a:gd name="csX77" fmla="*/ 118477 w 172460"/>
                <a:gd name="csY77" fmla="*/ 219278 h 841281"/>
                <a:gd name="csX78" fmla="*/ 118477 w 172460"/>
                <a:gd name="csY78" fmla="*/ 222622 h 841281"/>
                <a:gd name="csX79" fmla="*/ 116566 w 172460"/>
                <a:gd name="csY79" fmla="*/ 227877 h 841281"/>
                <a:gd name="csX80" fmla="*/ 116566 w 172460"/>
                <a:gd name="csY80" fmla="*/ 228832 h 841281"/>
                <a:gd name="csX81" fmla="*/ 115133 w 172460"/>
                <a:gd name="csY81" fmla="*/ 229788 h 841281"/>
                <a:gd name="csX82" fmla="*/ 115133 w 172460"/>
                <a:gd name="csY82" fmla="*/ 229788 h 841281"/>
                <a:gd name="csX83" fmla="*/ 113222 w 172460"/>
                <a:gd name="csY83" fmla="*/ 232176 h 841281"/>
                <a:gd name="csX84" fmla="*/ 112744 w 172460"/>
                <a:gd name="csY84" fmla="*/ 233610 h 841281"/>
                <a:gd name="csX85" fmla="*/ 112744 w 172460"/>
                <a:gd name="csY85" fmla="*/ 234565 h 841281"/>
                <a:gd name="csX86" fmla="*/ 113700 w 172460"/>
                <a:gd name="csY86" fmla="*/ 238387 h 841281"/>
                <a:gd name="csX87" fmla="*/ 114655 w 172460"/>
                <a:gd name="csY87" fmla="*/ 242687 h 841281"/>
                <a:gd name="csX88" fmla="*/ 114655 w 172460"/>
                <a:gd name="csY88" fmla="*/ 245075 h 841281"/>
                <a:gd name="csX89" fmla="*/ 114177 w 172460"/>
                <a:gd name="csY89" fmla="*/ 247941 h 841281"/>
                <a:gd name="csX90" fmla="*/ 113700 w 172460"/>
                <a:gd name="csY90" fmla="*/ 249375 h 841281"/>
                <a:gd name="csX91" fmla="*/ 114177 w 172460"/>
                <a:gd name="csY91" fmla="*/ 249375 h 841281"/>
                <a:gd name="csX92" fmla="*/ 114655 w 172460"/>
                <a:gd name="csY92" fmla="*/ 249852 h 841281"/>
                <a:gd name="csX93" fmla="*/ 115611 w 172460"/>
                <a:gd name="csY93" fmla="*/ 250330 h 841281"/>
                <a:gd name="csX94" fmla="*/ 116088 w 172460"/>
                <a:gd name="csY94" fmla="*/ 251286 h 841281"/>
                <a:gd name="csX95" fmla="*/ 115133 w 172460"/>
                <a:gd name="csY95" fmla="*/ 252241 h 841281"/>
                <a:gd name="csX96" fmla="*/ 115133 w 172460"/>
                <a:gd name="csY96" fmla="*/ 253674 h 841281"/>
                <a:gd name="csX97" fmla="*/ 114177 w 172460"/>
                <a:gd name="csY97" fmla="*/ 255107 h 841281"/>
                <a:gd name="csX98" fmla="*/ 111311 w 172460"/>
                <a:gd name="csY98" fmla="*/ 256063 h 841281"/>
                <a:gd name="csX99" fmla="*/ 110356 w 172460"/>
                <a:gd name="csY99" fmla="*/ 255107 h 841281"/>
                <a:gd name="csX100" fmla="*/ 109878 w 172460"/>
                <a:gd name="csY100" fmla="*/ 255107 h 841281"/>
                <a:gd name="csX101" fmla="*/ 109878 w 172460"/>
                <a:gd name="csY101" fmla="*/ 255585 h 841281"/>
                <a:gd name="csX102" fmla="*/ 109878 w 172460"/>
                <a:gd name="csY102" fmla="*/ 257018 h 841281"/>
                <a:gd name="csX103" fmla="*/ 109400 w 172460"/>
                <a:gd name="csY103" fmla="*/ 258452 h 841281"/>
                <a:gd name="csX104" fmla="*/ 107967 w 172460"/>
                <a:gd name="csY104" fmla="*/ 261796 h 841281"/>
                <a:gd name="csX105" fmla="*/ 107012 w 172460"/>
                <a:gd name="csY105" fmla="*/ 265140 h 841281"/>
                <a:gd name="csX106" fmla="*/ 106056 w 172460"/>
                <a:gd name="csY106" fmla="*/ 266573 h 841281"/>
                <a:gd name="csX107" fmla="*/ 106534 w 172460"/>
                <a:gd name="csY107" fmla="*/ 268006 h 841281"/>
                <a:gd name="csX108" fmla="*/ 106534 w 172460"/>
                <a:gd name="csY108" fmla="*/ 268006 h 841281"/>
                <a:gd name="csX109" fmla="*/ 107012 w 172460"/>
                <a:gd name="csY109" fmla="*/ 268484 h 841281"/>
                <a:gd name="csX110" fmla="*/ 107012 w 172460"/>
                <a:gd name="csY110" fmla="*/ 268962 h 841281"/>
                <a:gd name="csX111" fmla="*/ 106056 w 172460"/>
                <a:gd name="csY111" fmla="*/ 269917 h 841281"/>
                <a:gd name="csX112" fmla="*/ 105578 w 172460"/>
                <a:gd name="csY112" fmla="*/ 271350 h 841281"/>
                <a:gd name="csX113" fmla="*/ 104623 w 172460"/>
                <a:gd name="csY113" fmla="*/ 271350 h 841281"/>
                <a:gd name="csX114" fmla="*/ 103667 w 172460"/>
                <a:gd name="csY114" fmla="*/ 270873 h 841281"/>
                <a:gd name="csX115" fmla="*/ 103667 w 172460"/>
                <a:gd name="csY115" fmla="*/ 270873 h 841281"/>
                <a:gd name="csX116" fmla="*/ 102712 w 172460"/>
                <a:gd name="csY116" fmla="*/ 271828 h 841281"/>
                <a:gd name="csX117" fmla="*/ 102712 w 172460"/>
                <a:gd name="csY117" fmla="*/ 273261 h 841281"/>
                <a:gd name="csX118" fmla="*/ 102234 w 172460"/>
                <a:gd name="csY118" fmla="*/ 275172 h 841281"/>
                <a:gd name="csX119" fmla="*/ 101756 w 172460"/>
                <a:gd name="csY119" fmla="*/ 277561 h 841281"/>
                <a:gd name="csX120" fmla="*/ 101756 w 172460"/>
                <a:gd name="csY120" fmla="*/ 280905 h 841281"/>
                <a:gd name="csX121" fmla="*/ 102712 w 172460"/>
                <a:gd name="csY121" fmla="*/ 282816 h 841281"/>
                <a:gd name="csX122" fmla="*/ 104145 w 172460"/>
                <a:gd name="csY122" fmla="*/ 286638 h 841281"/>
                <a:gd name="csX123" fmla="*/ 104145 w 172460"/>
                <a:gd name="csY123" fmla="*/ 286638 h 841281"/>
                <a:gd name="csX124" fmla="*/ 105578 w 172460"/>
                <a:gd name="csY124" fmla="*/ 287593 h 841281"/>
                <a:gd name="csX125" fmla="*/ 106534 w 172460"/>
                <a:gd name="csY125" fmla="*/ 287593 h 841281"/>
                <a:gd name="csX126" fmla="*/ 107489 w 172460"/>
                <a:gd name="csY126" fmla="*/ 288071 h 841281"/>
                <a:gd name="csX127" fmla="*/ 107967 w 172460"/>
                <a:gd name="csY127" fmla="*/ 289026 h 841281"/>
                <a:gd name="csX128" fmla="*/ 107489 w 172460"/>
                <a:gd name="csY128" fmla="*/ 290459 h 841281"/>
                <a:gd name="csX129" fmla="*/ 106056 w 172460"/>
                <a:gd name="csY129" fmla="*/ 290937 h 841281"/>
                <a:gd name="csX130" fmla="*/ 106056 w 172460"/>
                <a:gd name="csY130" fmla="*/ 291893 h 841281"/>
                <a:gd name="csX131" fmla="*/ 106056 w 172460"/>
                <a:gd name="csY131" fmla="*/ 293804 h 841281"/>
                <a:gd name="csX132" fmla="*/ 107012 w 172460"/>
                <a:gd name="csY132" fmla="*/ 295714 h 841281"/>
                <a:gd name="csX133" fmla="*/ 107012 w 172460"/>
                <a:gd name="csY133" fmla="*/ 295714 h 841281"/>
                <a:gd name="csX134" fmla="*/ 107967 w 172460"/>
                <a:gd name="csY134" fmla="*/ 296670 h 841281"/>
                <a:gd name="csX135" fmla="*/ 108445 w 172460"/>
                <a:gd name="csY135" fmla="*/ 299059 h 841281"/>
                <a:gd name="csX136" fmla="*/ 109878 w 172460"/>
                <a:gd name="csY136" fmla="*/ 300014 h 841281"/>
                <a:gd name="csX137" fmla="*/ 109400 w 172460"/>
                <a:gd name="csY137" fmla="*/ 303358 h 841281"/>
                <a:gd name="csX138" fmla="*/ 110833 w 172460"/>
                <a:gd name="csY138" fmla="*/ 307180 h 841281"/>
                <a:gd name="csX139" fmla="*/ 112266 w 172460"/>
                <a:gd name="csY139" fmla="*/ 308613 h 841281"/>
                <a:gd name="csX140" fmla="*/ 112744 w 172460"/>
                <a:gd name="csY140" fmla="*/ 309091 h 841281"/>
                <a:gd name="csX141" fmla="*/ 112266 w 172460"/>
                <a:gd name="csY141" fmla="*/ 310524 h 841281"/>
                <a:gd name="csX142" fmla="*/ 111311 w 172460"/>
                <a:gd name="csY142" fmla="*/ 311957 h 841281"/>
                <a:gd name="csX143" fmla="*/ 110833 w 172460"/>
                <a:gd name="csY143" fmla="*/ 314346 h 841281"/>
                <a:gd name="csX144" fmla="*/ 111311 w 172460"/>
                <a:gd name="csY144" fmla="*/ 315779 h 841281"/>
                <a:gd name="csX145" fmla="*/ 112744 w 172460"/>
                <a:gd name="csY145" fmla="*/ 317212 h 841281"/>
                <a:gd name="csX146" fmla="*/ 113700 w 172460"/>
                <a:gd name="csY146" fmla="*/ 317690 h 841281"/>
                <a:gd name="csX147" fmla="*/ 115133 w 172460"/>
                <a:gd name="csY147" fmla="*/ 316735 h 841281"/>
                <a:gd name="csX148" fmla="*/ 116566 w 172460"/>
                <a:gd name="csY148" fmla="*/ 317690 h 841281"/>
                <a:gd name="csX149" fmla="*/ 117044 w 172460"/>
                <a:gd name="csY149" fmla="*/ 318646 h 841281"/>
                <a:gd name="csX150" fmla="*/ 117044 w 172460"/>
                <a:gd name="csY150" fmla="*/ 320079 h 841281"/>
                <a:gd name="csX151" fmla="*/ 116566 w 172460"/>
                <a:gd name="csY151" fmla="*/ 321512 h 841281"/>
                <a:gd name="csX152" fmla="*/ 115611 w 172460"/>
                <a:gd name="csY152" fmla="*/ 324378 h 841281"/>
                <a:gd name="csX153" fmla="*/ 115133 w 172460"/>
                <a:gd name="csY153" fmla="*/ 327245 h 841281"/>
                <a:gd name="csX154" fmla="*/ 115611 w 172460"/>
                <a:gd name="csY154" fmla="*/ 331544 h 841281"/>
                <a:gd name="csX155" fmla="*/ 116088 w 172460"/>
                <a:gd name="csY155" fmla="*/ 334888 h 841281"/>
                <a:gd name="csX156" fmla="*/ 116088 w 172460"/>
                <a:gd name="csY156" fmla="*/ 337277 h 841281"/>
                <a:gd name="csX157" fmla="*/ 116088 w 172460"/>
                <a:gd name="csY157" fmla="*/ 338232 h 841281"/>
                <a:gd name="csX158" fmla="*/ 115611 w 172460"/>
                <a:gd name="csY158" fmla="*/ 338710 h 841281"/>
                <a:gd name="csX159" fmla="*/ 114177 w 172460"/>
                <a:gd name="csY159" fmla="*/ 339188 h 841281"/>
                <a:gd name="csX160" fmla="*/ 113222 w 172460"/>
                <a:gd name="csY160" fmla="*/ 339188 h 841281"/>
                <a:gd name="csX161" fmla="*/ 112266 w 172460"/>
                <a:gd name="csY161" fmla="*/ 339666 h 841281"/>
                <a:gd name="csX162" fmla="*/ 111789 w 172460"/>
                <a:gd name="csY162" fmla="*/ 340621 h 841281"/>
                <a:gd name="csX163" fmla="*/ 111311 w 172460"/>
                <a:gd name="csY163" fmla="*/ 342532 h 841281"/>
                <a:gd name="csX164" fmla="*/ 110356 w 172460"/>
                <a:gd name="csY164" fmla="*/ 343965 h 841281"/>
                <a:gd name="csX165" fmla="*/ 108922 w 172460"/>
                <a:gd name="csY165" fmla="*/ 345876 h 841281"/>
                <a:gd name="csX166" fmla="*/ 107967 w 172460"/>
                <a:gd name="csY166" fmla="*/ 347787 h 841281"/>
                <a:gd name="csX167" fmla="*/ 107489 w 172460"/>
                <a:gd name="csY167" fmla="*/ 349220 h 841281"/>
                <a:gd name="csX168" fmla="*/ 107489 w 172460"/>
                <a:gd name="csY168" fmla="*/ 350176 h 841281"/>
                <a:gd name="csX169" fmla="*/ 107012 w 172460"/>
                <a:gd name="csY169" fmla="*/ 352087 h 841281"/>
                <a:gd name="csX170" fmla="*/ 106534 w 172460"/>
                <a:gd name="csY170" fmla="*/ 353520 h 841281"/>
                <a:gd name="csX171" fmla="*/ 105100 w 172460"/>
                <a:gd name="csY171" fmla="*/ 358297 h 841281"/>
                <a:gd name="csX172" fmla="*/ 103667 w 172460"/>
                <a:gd name="csY172" fmla="*/ 359253 h 841281"/>
                <a:gd name="csX173" fmla="*/ 102712 w 172460"/>
                <a:gd name="csY173" fmla="*/ 359730 h 841281"/>
                <a:gd name="csX174" fmla="*/ 102712 w 172460"/>
                <a:gd name="csY174" fmla="*/ 359730 h 841281"/>
                <a:gd name="csX175" fmla="*/ 102234 w 172460"/>
                <a:gd name="csY175" fmla="*/ 360686 h 841281"/>
                <a:gd name="csX176" fmla="*/ 102712 w 172460"/>
                <a:gd name="csY176" fmla="*/ 362119 h 841281"/>
                <a:gd name="csX177" fmla="*/ 102712 w 172460"/>
                <a:gd name="csY177" fmla="*/ 362119 h 841281"/>
                <a:gd name="csX178" fmla="*/ 103667 w 172460"/>
                <a:gd name="csY178" fmla="*/ 362119 h 841281"/>
                <a:gd name="csX179" fmla="*/ 104145 w 172460"/>
                <a:gd name="csY179" fmla="*/ 363552 h 841281"/>
                <a:gd name="csX180" fmla="*/ 104145 w 172460"/>
                <a:gd name="csY180" fmla="*/ 364985 h 841281"/>
                <a:gd name="csX181" fmla="*/ 104145 w 172460"/>
                <a:gd name="csY181" fmla="*/ 364985 h 841281"/>
                <a:gd name="csX182" fmla="*/ 105100 w 172460"/>
                <a:gd name="csY182" fmla="*/ 366896 h 841281"/>
                <a:gd name="csX183" fmla="*/ 104623 w 172460"/>
                <a:gd name="csY183" fmla="*/ 368807 h 841281"/>
                <a:gd name="csX184" fmla="*/ 105578 w 172460"/>
                <a:gd name="csY184" fmla="*/ 372151 h 841281"/>
                <a:gd name="csX185" fmla="*/ 105100 w 172460"/>
                <a:gd name="csY185" fmla="*/ 374540 h 841281"/>
                <a:gd name="csX186" fmla="*/ 105100 w 172460"/>
                <a:gd name="csY186" fmla="*/ 376928 h 841281"/>
                <a:gd name="csX187" fmla="*/ 105100 w 172460"/>
                <a:gd name="csY187" fmla="*/ 378839 h 841281"/>
                <a:gd name="csX188" fmla="*/ 104145 w 172460"/>
                <a:gd name="csY188" fmla="*/ 380273 h 841281"/>
                <a:gd name="csX189" fmla="*/ 102234 w 172460"/>
                <a:gd name="csY189" fmla="*/ 380750 h 841281"/>
                <a:gd name="csX190" fmla="*/ 101756 w 172460"/>
                <a:gd name="csY190" fmla="*/ 380750 h 841281"/>
                <a:gd name="csX191" fmla="*/ 100801 w 172460"/>
                <a:gd name="csY191" fmla="*/ 382184 h 841281"/>
                <a:gd name="csX192" fmla="*/ 98890 w 172460"/>
                <a:gd name="csY192" fmla="*/ 383617 h 841281"/>
                <a:gd name="csX193" fmla="*/ 98890 w 172460"/>
                <a:gd name="csY193" fmla="*/ 383617 h 841281"/>
                <a:gd name="csX194" fmla="*/ 98412 w 172460"/>
                <a:gd name="csY194" fmla="*/ 385050 h 841281"/>
                <a:gd name="csX195" fmla="*/ 98412 w 172460"/>
                <a:gd name="csY195" fmla="*/ 386005 h 841281"/>
                <a:gd name="csX196" fmla="*/ 97457 w 172460"/>
                <a:gd name="csY196" fmla="*/ 386483 h 841281"/>
                <a:gd name="csX197" fmla="*/ 96501 w 172460"/>
                <a:gd name="csY197" fmla="*/ 386483 h 841281"/>
                <a:gd name="csX198" fmla="*/ 96024 w 172460"/>
                <a:gd name="csY198" fmla="*/ 386483 h 841281"/>
                <a:gd name="csX199" fmla="*/ 95068 w 172460"/>
                <a:gd name="csY199" fmla="*/ 386961 h 841281"/>
                <a:gd name="csX200" fmla="*/ 95068 w 172460"/>
                <a:gd name="csY200" fmla="*/ 386961 h 841281"/>
                <a:gd name="csX201" fmla="*/ 93635 w 172460"/>
                <a:gd name="csY201" fmla="*/ 388394 h 841281"/>
                <a:gd name="csX202" fmla="*/ 92202 w 172460"/>
                <a:gd name="csY202" fmla="*/ 389350 h 841281"/>
                <a:gd name="csX203" fmla="*/ 91724 w 172460"/>
                <a:gd name="csY203" fmla="*/ 390305 h 841281"/>
                <a:gd name="csX204" fmla="*/ 92202 w 172460"/>
                <a:gd name="csY204" fmla="*/ 391738 h 841281"/>
                <a:gd name="csX205" fmla="*/ 91246 w 172460"/>
                <a:gd name="csY205" fmla="*/ 392694 h 841281"/>
                <a:gd name="csX206" fmla="*/ 90291 w 172460"/>
                <a:gd name="csY206" fmla="*/ 394604 h 841281"/>
                <a:gd name="csX207" fmla="*/ 89335 w 172460"/>
                <a:gd name="csY207" fmla="*/ 396515 h 841281"/>
                <a:gd name="csX208" fmla="*/ 89335 w 172460"/>
                <a:gd name="csY208" fmla="*/ 396515 h 841281"/>
                <a:gd name="csX209" fmla="*/ 90291 w 172460"/>
                <a:gd name="csY209" fmla="*/ 397949 h 841281"/>
                <a:gd name="csX210" fmla="*/ 90769 w 172460"/>
                <a:gd name="csY210" fmla="*/ 400815 h 841281"/>
                <a:gd name="csX211" fmla="*/ 90769 w 172460"/>
                <a:gd name="csY211" fmla="*/ 401293 h 841281"/>
                <a:gd name="csX212" fmla="*/ 90769 w 172460"/>
                <a:gd name="csY212" fmla="*/ 401293 h 841281"/>
                <a:gd name="csX213" fmla="*/ 90769 w 172460"/>
                <a:gd name="csY213" fmla="*/ 402726 h 841281"/>
                <a:gd name="csX214" fmla="*/ 90291 w 172460"/>
                <a:gd name="csY214" fmla="*/ 405115 h 841281"/>
                <a:gd name="csX215" fmla="*/ 90291 w 172460"/>
                <a:gd name="csY215" fmla="*/ 405115 h 841281"/>
                <a:gd name="csX216" fmla="*/ 89335 w 172460"/>
                <a:gd name="csY216" fmla="*/ 406548 h 841281"/>
                <a:gd name="csX217" fmla="*/ 90291 w 172460"/>
                <a:gd name="csY217" fmla="*/ 408936 h 841281"/>
                <a:gd name="csX218" fmla="*/ 90769 w 172460"/>
                <a:gd name="csY218" fmla="*/ 409892 h 841281"/>
                <a:gd name="csX219" fmla="*/ 90291 w 172460"/>
                <a:gd name="csY219" fmla="*/ 412758 h 841281"/>
                <a:gd name="csX220" fmla="*/ 89813 w 172460"/>
                <a:gd name="csY220" fmla="*/ 414192 h 841281"/>
                <a:gd name="csX221" fmla="*/ 89813 w 172460"/>
                <a:gd name="csY221" fmla="*/ 417535 h 841281"/>
                <a:gd name="csX222" fmla="*/ 91246 w 172460"/>
                <a:gd name="csY222" fmla="*/ 420880 h 841281"/>
                <a:gd name="csX223" fmla="*/ 92680 w 172460"/>
                <a:gd name="csY223" fmla="*/ 423746 h 841281"/>
                <a:gd name="csX224" fmla="*/ 93157 w 172460"/>
                <a:gd name="csY224" fmla="*/ 427090 h 841281"/>
                <a:gd name="csX225" fmla="*/ 93157 w 172460"/>
                <a:gd name="csY225" fmla="*/ 429957 h 841281"/>
                <a:gd name="csX226" fmla="*/ 94113 w 172460"/>
                <a:gd name="csY226" fmla="*/ 432823 h 841281"/>
                <a:gd name="csX227" fmla="*/ 94113 w 172460"/>
                <a:gd name="csY227" fmla="*/ 432823 h 841281"/>
                <a:gd name="csX228" fmla="*/ 95546 w 172460"/>
                <a:gd name="csY228" fmla="*/ 434256 h 841281"/>
                <a:gd name="csX229" fmla="*/ 96501 w 172460"/>
                <a:gd name="csY229" fmla="*/ 435211 h 841281"/>
                <a:gd name="csX230" fmla="*/ 96024 w 172460"/>
                <a:gd name="csY230" fmla="*/ 436645 h 841281"/>
                <a:gd name="csX231" fmla="*/ 95546 w 172460"/>
                <a:gd name="csY231" fmla="*/ 438556 h 841281"/>
                <a:gd name="csX232" fmla="*/ 95546 w 172460"/>
                <a:gd name="csY232" fmla="*/ 438556 h 841281"/>
                <a:gd name="csX233" fmla="*/ 94113 w 172460"/>
                <a:gd name="csY233" fmla="*/ 439989 h 841281"/>
                <a:gd name="csX234" fmla="*/ 91724 w 172460"/>
                <a:gd name="csY234" fmla="*/ 440467 h 841281"/>
                <a:gd name="csX235" fmla="*/ 91724 w 172460"/>
                <a:gd name="csY235" fmla="*/ 440467 h 841281"/>
                <a:gd name="csX236" fmla="*/ 89335 w 172460"/>
                <a:gd name="csY236" fmla="*/ 441422 h 841281"/>
                <a:gd name="csX237" fmla="*/ 87902 w 172460"/>
                <a:gd name="csY237" fmla="*/ 442377 h 841281"/>
                <a:gd name="csX238" fmla="*/ 86469 w 172460"/>
                <a:gd name="csY238" fmla="*/ 443333 h 841281"/>
                <a:gd name="csX239" fmla="*/ 85514 w 172460"/>
                <a:gd name="csY239" fmla="*/ 444288 h 841281"/>
                <a:gd name="csX240" fmla="*/ 85036 w 172460"/>
                <a:gd name="csY240" fmla="*/ 445722 h 841281"/>
                <a:gd name="csX241" fmla="*/ 85036 w 172460"/>
                <a:gd name="csY241" fmla="*/ 450499 h 841281"/>
                <a:gd name="csX242" fmla="*/ 85036 w 172460"/>
                <a:gd name="csY242" fmla="*/ 452410 h 841281"/>
                <a:gd name="csX243" fmla="*/ 84081 w 172460"/>
                <a:gd name="csY243" fmla="*/ 455276 h 841281"/>
                <a:gd name="csX244" fmla="*/ 83125 w 172460"/>
                <a:gd name="csY244" fmla="*/ 457665 h 841281"/>
                <a:gd name="csX245" fmla="*/ 82647 w 172460"/>
                <a:gd name="csY245" fmla="*/ 458142 h 841281"/>
                <a:gd name="csX246" fmla="*/ 82647 w 172460"/>
                <a:gd name="csY246" fmla="*/ 459098 h 841281"/>
                <a:gd name="csX247" fmla="*/ 82647 w 172460"/>
                <a:gd name="csY247" fmla="*/ 460053 h 841281"/>
                <a:gd name="csX248" fmla="*/ 81692 w 172460"/>
                <a:gd name="csY248" fmla="*/ 460053 h 841281"/>
                <a:gd name="csX249" fmla="*/ 80258 w 172460"/>
                <a:gd name="csY249" fmla="*/ 460053 h 841281"/>
                <a:gd name="csX250" fmla="*/ 80258 w 172460"/>
                <a:gd name="csY250" fmla="*/ 459576 h 841281"/>
                <a:gd name="csX251" fmla="*/ 79781 w 172460"/>
                <a:gd name="csY251" fmla="*/ 460053 h 841281"/>
                <a:gd name="csX252" fmla="*/ 79781 w 172460"/>
                <a:gd name="csY252" fmla="*/ 460053 h 841281"/>
                <a:gd name="csX253" fmla="*/ 78825 w 172460"/>
                <a:gd name="csY253" fmla="*/ 461009 h 841281"/>
                <a:gd name="csX254" fmla="*/ 79303 w 172460"/>
                <a:gd name="csY254" fmla="*/ 462442 h 841281"/>
                <a:gd name="csX255" fmla="*/ 79781 w 172460"/>
                <a:gd name="csY255" fmla="*/ 465308 h 841281"/>
                <a:gd name="csX256" fmla="*/ 79781 w 172460"/>
                <a:gd name="csY256" fmla="*/ 465308 h 841281"/>
                <a:gd name="csX257" fmla="*/ 80736 w 172460"/>
                <a:gd name="csY257" fmla="*/ 466742 h 841281"/>
                <a:gd name="csX258" fmla="*/ 80258 w 172460"/>
                <a:gd name="csY258" fmla="*/ 467697 h 841281"/>
                <a:gd name="csX259" fmla="*/ 80258 w 172460"/>
                <a:gd name="csY259" fmla="*/ 469608 h 841281"/>
                <a:gd name="csX260" fmla="*/ 79303 w 172460"/>
                <a:gd name="csY260" fmla="*/ 471519 h 841281"/>
                <a:gd name="csX261" fmla="*/ 79303 w 172460"/>
                <a:gd name="csY261" fmla="*/ 471519 h 841281"/>
                <a:gd name="csX262" fmla="*/ 78348 w 172460"/>
                <a:gd name="csY262" fmla="*/ 471519 h 841281"/>
                <a:gd name="csX263" fmla="*/ 77392 w 172460"/>
                <a:gd name="csY263" fmla="*/ 472474 h 841281"/>
                <a:gd name="csX264" fmla="*/ 77392 w 172460"/>
                <a:gd name="csY264" fmla="*/ 472474 h 841281"/>
                <a:gd name="csX265" fmla="*/ 76915 w 172460"/>
                <a:gd name="csY265" fmla="*/ 473430 h 841281"/>
                <a:gd name="csX266" fmla="*/ 77392 w 172460"/>
                <a:gd name="csY266" fmla="*/ 475341 h 841281"/>
                <a:gd name="csX267" fmla="*/ 78825 w 172460"/>
                <a:gd name="csY267" fmla="*/ 476296 h 841281"/>
                <a:gd name="csX268" fmla="*/ 79303 w 172460"/>
                <a:gd name="csY268" fmla="*/ 477252 h 841281"/>
                <a:gd name="csX269" fmla="*/ 79303 w 172460"/>
                <a:gd name="csY269" fmla="*/ 478207 h 841281"/>
                <a:gd name="csX270" fmla="*/ 77870 w 172460"/>
                <a:gd name="csY270" fmla="*/ 478685 h 841281"/>
                <a:gd name="csX271" fmla="*/ 77870 w 172460"/>
                <a:gd name="csY271" fmla="*/ 478685 h 841281"/>
                <a:gd name="csX272" fmla="*/ 77392 w 172460"/>
                <a:gd name="csY272" fmla="*/ 479640 h 841281"/>
                <a:gd name="csX273" fmla="*/ 76437 w 172460"/>
                <a:gd name="csY273" fmla="*/ 482029 h 841281"/>
                <a:gd name="csX274" fmla="*/ 75959 w 172460"/>
                <a:gd name="csY274" fmla="*/ 483940 h 841281"/>
                <a:gd name="csX275" fmla="*/ 75004 w 172460"/>
                <a:gd name="csY275" fmla="*/ 485851 h 841281"/>
                <a:gd name="csX276" fmla="*/ 74526 w 172460"/>
                <a:gd name="csY276" fmla="*/ 488240 h 841281"/>
                <a:gd name="csX277" fmla="*/ 75959 w 172460"/>
                <a:gd name="csY277" fmla="*/ 490628 h 841281"/>
                <a:gd name="csX278" fmla="*/ 75959 w 172460"/>
                <a:gd name="csY278" fmla="*/ 493017 h 841281"/>
                <a:gd name="csX279" fmla="*/ 75959 w 172460"/>
                <a:gd name="csY279" fmla="*/ 500183 h 841281"/>
                <a:gd name="csX280" fmla="*/ 75481 w 172460"/>
                <a:gd name="csY280" fmla="*/ 502571 h 841281"/>
                <a:gd name="csX281" fmla="*/ 75481 w 172460"/>
                <a:gd name="csY281" fmla="*/ 502571 h 841281"/>
                <a:gd name="csX282" fmla="*/ 75481 w 172460"/>
                <a:gd name="csY282" fmla="*/ 502571 h 841281"/>
                <a:gd name="csX283" fmla="*/ 75959 w 172460"/>
                <a:gd name="csY283" fmla="*/ 506871 h 841281"/>
                <a:gd name="csX284" fmla="*/ 75481 w 172460"/>
                <a:gd name="csY284" fmla="*/ 507826 h 841281"/>
                <a:gd name="csX285" fmla="*/ 75004 w 172460"/>
                <a:gd name="csY285" fmla="*/ 508782 h 841281"/>
                <a:gd name="csX286" fmla="*/ 76437 w 172460"/>
                <a:gd name="csY286" fmla="*/ 511648 h 841281"/>
                <a:gd name="csX287" fmla="*/ 77870 w 172460"/>
                <a:gd name="csY287" fmla="*/ 516425 h 841281"/>
                <a:gd name="csX288" fmla="*/ 78348 w 172460"/>
                <a:gd name="csY288" fmla="*/ 518336 h 841281"/>
                <a:gd name="csX289" fmla="*/ 78348 w 172460"/>
                <a:gd name="csY289" fmla="*/ 519770 h 841281"/>
                <a:gd name="csX290" fmla="*/ 76437 w 172460"/>
                <a:gd name="csY290" fmla="*/ 520725 h 841281"/>
                <a:gd name="csX291" fmla="*/ 75004 w 172460"/>
                <a:gd name="csY291" fmla="*/ 521203 h 841281"/>
                <a:gd name="csX292" fmla="*/ 74526 w 172460"/>
                <a:gd name="csY292" fmla="*/ 521681 h 841281"/>
                <a:gd name="csX293" fmla="*/ 73570 w 172460"/>
                <a:gd name="csY293" fmla="*/ 520725 h 841281"/>
                <a:gd name="csX294" fmla="*/ 73093 w 172460"/>
                <a:gd name="csY294" fmla="*/ 520725 h 841281"/>
                <a:gd name="csX295" fmla="*/ 72137 w 172460"/>
                <a:gd name="csY295" fmla="*/ 522158 h 841281"/>
                <a:gd name="csX296" fmla="*/ 72137 w 172460"/>
                <a:gd name="csY296" fmla="*/ 522636 h 841281"/>
                <a:gd name="csX297" fmla="*/ 71182 w 172460"/>
                <a:gd name="csY297" fmla="*/ 523591 h 841281"/>
                <a:gd name="csX298" fmla="*/ 71182 w 172460"/>
                <a:gd name="csY298" fmla="*/ 524547 h 841281"/>
                <a:gd name="csX299" fmla="*/ 72137 w 172460"/>
                <a:gd name="csY299" fmla="*/ 525980 h 841281"/>
                <a:gd name="csX300" fmla="*/ 72615 w 172460"/>
                <a:gd name="csY300" fmla="*/ 528847 h 841281"/>
                <a:gd name="csX301" fmla="*/ 71182 w 172460"/>
                <a:gd name="csY301" fmla="*/ 530280 h 841281"/>
                <a:gd name="csX302" fmla="*/ 70704 w 172460"/>
                <a:gd name="csY302" fmla="*/ 531713 h 841281"/>
                <a:gd name="csX303" fmla="*/ 70704 w 172460"/>
                <a:gd name="csY303" fmla="*/ 533146 h 841281"/>
                <a:gd name="csX304" fmla="*/ 71182 w 172460"/>
                <a:gd name="csY304" fmla="*/ 536490 h 841281"/>
                <a:gd name="csX305" fmla="*/ 70704 w 172460"/>
                <a:gd name="csY305" fmla="*/ 541745 h 841281"/>
                <a:gd name="csX306" fmla="*/ 71659 w 172460"/>
                <a:gd name="csY306" fmla="*/ 543656 h 841281"/>
                <a:gd name="csX307" fmla="*/ 72137 w 172460"/>
                <a:gd name="csY307" fmla="*/ 544612 h 841281"/>
                <a:gd name="csX308" fmla="*/ 75481 w 172460"/>
                <a:gd name="csY308" fmla="*/ 545567 h 841281"/>
                <a:gd name="csX309" fmla="*/ 75481 w 172460"/>
                <a:gd name="csY309" fmla="*/ 545567 h 841281"/>
                <a:gd name="csX310" fmla="*/ 77870 w 172460"/>
                <a:gd name="csY310" fmla="*/ 546045 h 841281"/>
                <a:gd name="csX311" fmla="*/ 78348 w 172460"/>
                <a:gd name="csY311" fmla="*/ 547956 h 841281"/>
                <a:gd name="csX312" fmla="*/ 78348 w 172460"/>
                <a:gd name="csY312" fmla="*/ 549389 h 841281"/>
                <a:gd name="csX313" fmla="*/ 76915 w 172460"/>
                <a:gd name="csY313" fmla="*/ 549867 h 841281"/>
                <a:gd name="csX314" fmla="*/ 75481 w 172460"/>
                <a:gd name="csY314" fmla="*/ 550822 h 841281"/>
                <a:gd name="csX315" fmla="*/ 75481 w 172460"/>
                <a:gd name="csY315" fmla="*/ 550822 h 841281"/>
                <a:gd name="csX316" fmla="*/ 75481 w 172460"/>
                <a:gd name="csY316" fmla="*/ 550822 h 841281"/>
                <a:gd name="csX317" fmla="*/ 75481 w 172460"/>
                <a:gd name="csY317" fmla="*/ 552733 h 841281"/>
                <a:gd name="csX318" fmla="*/ 76915 w 172460"/>
                <a:gd name="csY318" fmla="*/ 555122 h 841281"/>
                <a:gd name="csX319" fmla="*/ 76915 w 172460"/>
                <a:gd name="csY319" fmla="*/ 555122 h 841281"/>
                <a:gd name="csX320" fmla="*/ 78348 w 172460"/>
                <a:gd name="csY320" fmla="*/ 556555 h 841281"/>
                <a:gd name="csX321" fmla="*/ 78825 w 172460"/>
                <a:gd name="csY321" fmla="*/ 557988 h 841281"/>
                <a:gd name="csX322" fmla="*/ 78825 w 172460"/>
                <a:gd name="csY322" fmla="*/ 559421 h 841281"/>
                <a:gd name="csX323" fmla="*/ 77392 w 172460"/>
                <a:gd name="csY323" fmla="*/ 560854 h 841281"/>
                <a:gd name="csX324" fmla="*/ 79303 w 172460"/>
                <a:gd name="csY324" fmla="*/ 563243 h 841281"/>
                <a:gd name="csX325" fmla="*/ 79781 w 172460"/>
                <a:gd name="csY325" fmla="*/ 565154 h 841281"/>
                <a:gd name="csX326" fmla="*/ 79303 w 172460"/>
                <a:gd name="csY326" fmla="*/ 566587 h 841281"/>
                <a:gd name="csX327" fmla="*/ 77870 w 172460"/>
                <a:gd name="csY327" fmla="*/ 568498 h 841281"/>
                <a:gd name="csX328" fmla="*/ 77392 w 172460"/>
                <a:gd name="csY328" fmla="*/ 569454 h 841281"/>
                <a:gd name="csX329" fmla="*/ 77392 w 172460"/>
                <a:gd name="csY329" fmla="*/ 569454 h 841281"/>
                <a:gd name="csX330" fmla="*/ 77392 w 172460"/>
                <a:gd name="csY330" fmla="*/ 570887 h 841281"/>
                <a:gd name="csX331" fmla="*/ 76915 w 172460"/>
                <a:gd name="csY331" fmla="*/ 573275 h 841281"/>
                <a:gd name="csX332" fmla="*/ 76915 w 172460"/>
                <a:gd name="csY332" fmla="*/ 575186 h 841281"/>
                <a:gd name="csX333" fmla="*/ 76915 w 172460"/>
                <a:gd name="csY333" fmla="*/ 576620 h 841281"/>
                <a:gd name="csX334" fmla="*/ 76915 w 172460"/>
                <a:gd name="csY334" fmla="*/ 576620 h 841281"/>
                <a:gd name="csX335" fmla="*/ 86947 w 172460"/>
                <a:gd name="csY335" fmla="*/ 577575 h 841281"/>
                <a:gd name="csX336" fmla="*/ 88858 w 172460"/>
                <a:gd name="csY336" fmla="*/ 578053 h 841281"/>
                <a:gd name="csX337" fmla="*/ 90291 w 172460"/>
                <a:gd name="csY337" fmla="*/ 579486 h 841281"/>
                <a:gd name="csX338" fmla="*/ 90291 w 172460"/>
                <a:gd name="csY338" fmla="*/ 581397 h 841281"/>
                <a:gd name="csX339" fmla="*/ 88858 w 172460"/>
                <a:gd name="csY339" fmla="*/ 582830 h 841281"/>
                <a:gd name="csX340" fmla="*/ 87902 w 172460"/>
                <a:gd name="csY340" fmla="*/ 586174 h 841281"/>
                <a:gd name="csX341" fmla="*/ 87424 w 172460"/>
                <a:gd name="csY341" fmla="*/ 586652 h 841281"/>
                <a:gd name="csX342" fmla="*/ 86469 w 172460"/>
                <a:gd name="csY342" fmla="*/ 586652 h 841281"/>
                <a:gd name="csX343" fmla="*/ 84558 w 172460"/>
                <a:gd name="csY343" fmla="*/ 586174 h 841281"/>
                <a:gd name="csX344" fmla="*/ 82170 w 172460"/>
                <a:gd name="csY344" fmla="*/ 586174 h 841281"/>
                <a:gd name="csX345" fmla="*/ 80258 w 172460"/>
                <a:gd name="csY345" fmla="*/ 586652 h 841281"/>
                <a:gd name="csX346" fmla="*/ 80258 w 172460"/>
                <a:gd name="csY346" fmla="*/ 586652 h 841281"/>
                <a:gd name="csX347" fmla="*/ 77870 w 172460"/>
                <a:gd name="csY347" fmla="*/ 586652 h 841281"/>
                <a:gd name="csX348" fmla="*/ 75004 w 172460"/>
                <a:gd name="csY348" fmla="*/ 587129 h 841281"/>
                <a:gd name="csX349" fmla="*/ 74526 w 172460"/>
                <a:gd name="csY349" fmla="*/ 587129 h 841281"/>
                <a:gd name="csX350" fmla="*/ 74526 w 172460"/>
                <a:gd name="csY350" fmla="*/ 587129 h 841281"/>
                <a:gd name="csX351" fmla="*/ 72137 w 172460"/>
                <a:gd name="csY351" fmla="*/ 586652 h 841281"/>
                <a:gd name="csX352" fmla="*/ 72137 w 172460"/>
                <a:gd name="csY352" fmla="*/ 586652 h 841281"/>
                <a:gd name="csX353" fmla="*/ 72137 w 172460"/>
                <a:gd name="csY353" fmla="*/ 586652 h 841281"/>
                <a:gd name="csX354" fmla="*/ 72137 w 172460"/>
                <a:gd name="csY354" fmla="*/ 587607 h 841281"/>
                <a:gd name="csX355" fmla="*/ 72615 w 172460"/>
                <a:gd name="csY355" fmla="*/ 589996 h 841281"/>
                <a:gd name="csX356" fmla="*/ 77392 w 172460"/>
                <a:gd name="csY356" fmla="*/ 590474 h 841281"/>
                <a:gd name="csX357" fmla="*/ 81692 w 172460"/>
                <a:gd name="csY357" fmla="*/ 591907 h 841281"/>
                <a:gd name="csX358" fmla="*/ 82647 w 172460"/>
                <a:gd name="csY358" fmla="*/ 594295 h 841281"/>
                <a:gd name="csX359" fmla="*/ 84558 w 172460"/>
                <a:gd name="csY359" fmla="*/ 596684 h 841281"/>
                <a:gd name="csX360" fmla="*/ 84558 w 172460"/>
                <a:gd name="csY360" fmla="*/ 596684 h 841281"/>
                <a:gd name="csX361" fmla="*/ 86469 w 172460"/>
                <a:gd name="csY361" fmla="*/ 598117 h 841281"/>
                <a:gd name="csX362" fmla="*/ 86469 w 172460"/>
                <a:gd name="csY362" fmla="*/ 600984 h 841281"/>
                <a:gd name="csX363" fmla="*/ 83603 w 172460"/>
                <a:gd name="csY363" fmla="*/ 603850 h 841281"/>
                <a:gd name="csX364" fmla="*/ 83603 w 172460"/>
                <a:gd name="csY364" fmla="*/ 603850 h 841281"/>
                <a:gd name="csX365" fmla="*/ 83125 w 172460"/>
                <a:gd name="csY365" fmla="*/ 605761 h 841281"/>
                <a:gd name="csX366" fmla="*/ 79781 w 172460"/>
                <a:gd name="csY366" fmla="*/ 606239 h 841281"/>
                <a:gd name="csX367" fmla="*/ 79781 w 172460"/>
                <a:gd name="csY367" fmla="*/ 606239 h 841281"/>
                <a:gd name="csX368" fmla="*/ 78825 w 172460"/>
                <a:gd name="csY368" fmla="*/ 606716 h 841281"/>
                <a:gd name="csX369" fmla="*/ 78348 w 172460"/>
                <a:gd name="csY369" fmla="*/ 607194 h 841281"/>
                <a:gd name="csX370" fmla="*/ 78348 w 172460"/>
                <a:gd name="csY370" fmla="*/ 607672 h 841281"/>
                <a:gd name="csX371" fmla="*/ 77870 w 172460"/>
                <a:gd name="csY371" fmla="*/ 611016 h 841281"/>
                <a:gd name="csX372" fmla="*/ 78348 w 172460"/>
                <a:gd name="csY372" fmla="*/ 613882 h 841281"/>
                <a:gd name="csX373" fmla="*/ 78348 w 172460"/>
                <a:gd name="csY373" fmla="*/ 613882 h 841281"/>
                <a:gd name="csX374" fmla="*/ 79781 w 172460"/>
                <a:gd name="csY374" fmla="*/ 615315 h 841281"/>
                <a:gd name="csX375" fmla="*/ 80736 w 172460"/>
                <a:gd name="csY375" fmla="*/ 617227 h 841281"/>
                <a:gd name="csX376" fmla="*/ 79781 w 172460"/>
                <a:gd name="csY376" fmla="*/ 619137 h 841281"/>
                <a:gd name="csX377" fmla="*/ 77392 w 172460"/>
                <a:gd name="csY377" fmla="*/ 621048 h 841281"/>
                <a:gd name="csX378" fmla="*/ 77392 w 172460"/>
                <a:gd name="csY378" fmla="*/ 621048 h 841281"/>
                <a:gd name="csX379" fmla="*/ 75959 w 172460"/>
                <a:gd name="csY379" fmla="*/ 622481 h 841281"/>
                <a:gd name="csX380" fmla="*/ 76915 w 172460"/>
                <a:gd name="csY380" fmla="*/ 623437 h 841281"/>
                <a:gd name="csX381" fmla="*/ 77870 w 172460"/>
                <a:gd name="csY381" fmla="*/ 625826 h 841281"/>
                <a:gd name="csX382" fmla="*/ 78348 w 172460"/>
                <a:gd name="csY382" fmla="*/ 626781 h 841281"/>
                <a:gd name="csX383" fmla="*/ 78825 w 172460"/>
                <a:gd name="csY383" fmla="*/ 629647 h 841281"/>
                <a:gd name="csX384" fmla="*/ 79303 w 172460"/>
                <a:gd name="csY384" fmla="*/ 633469 h 841281"/>
                <a:gd name="csX385" fmla="*/ 79303 w 172460"/>
                <a:gd name="csY385" fmla="*/ 635380 h 841281"/>
                <a:gd name="csX386" fmla="*/ 78825 w 172460"/>
                <a:gd name="csY386" fmla="*/ 636813 h 841281"/>
                <a:gd name="csX387" fmla="*/ 76437 w 172460"/>
                <a:gd name="csY387" fmla="*/ 639202 h 841281"/>
                <a:gd name="csX388" fmla="*/ 74526 w 172460"/>
                <a:gd name="csY388" fmla="*/ 640157 h 841281"/>
                <a:gd name="csX389" fmla="*/ 74526 w 172460"/>
                <a:gd name="csY389" fmla="*/ 640157 h 841281"/>
                <a:gd name="csX390" fmla="*/ 74526 w 172460"/>
                <a:gd name="csY390" fmla="*/ 643024 h 841281"/>
                <a:gd name="csX391" fmla="*/ 74048 w 172460"/>
                <a:gd name="csY391" fmla="*/ 644935 h 841281"/>
                <a:gd name="csX392" fmla="*/ 74526 w 172460"/>
                <a:gd name="csY392" fmla="*/ 646846 h 841281"/>
                <a:gd name="csX393" fmla="*/ 75481 w 172460"/>
                <a:gd name="csY393" fmla="*/ 648279 h 841281"/>
                <a:gd name="csX394" fmla="*/ 75481 w 172460"/>
                <a:gd name="csY394" fmla="*/ 650190 h 841281"/>
                <a:gd name="csX395" fmla="*/ 74048 w 172460"/>
                <a:gd name="csY395" fmla="*/ 650190 h 841281"/>
                <a:gd name="csX396" fmla="*/ 72615 w 172460"/>
                <a:gd name="csY396" fmla="*/ 651145 h 841281"/>
                <a:gd name="csX397" fmla="*/ 72615 w 172460"/>
                <a:gd name="csY397" fmla="*/ 651145 h 841281"/>
                <a:gd name="csX398" fmla="*/ 71182 w 172460"/>
                <a:gd name="csY398" fmla="*/ 653534 h 841281"/>
                <a:gd name="csX399" fmla="*/ 67838 w 172460"/>
                <a:gd name="csY399" fmla="*/ 656400 h 841281"/>
                <a:gd name="csX400" fmla="*/ 66882 w 172460"/>
                <a:gd name="csY400" fmla="*/ 657834 h 841281"/>
                <a:gd name="csX401" fmla="*/ 66405 w 172460"/>
                <a:gd name="csY401" fmla="*/ 657834 h 841281"/>
                <a:gd name="csX402" fmla="*/ 66882 w 172460"/>
                <a:gd name="csY402" fmla="*/ 659744 h 841281"/>
                <a:gd name="csX403" fmla="*/ 65449 w 172460"/>
                <a:gd name="csY403" fmla="*/ 663088 h 841281"/>
                <a:gd name="csX404" fmla="*/ 64016 w 172460"/>
                <a:gd name="csY404" fmla="*/ 665477 h 841281"/>
                <a:gd name="csX405" fmla="*/ 63060 w 172460"/>
                <a:gd name="csY405" fmla="*/ 667866 h 841281"/>
                <a:gd name="csX406" fmla="*/ 63538 w 172460"/>
                <a:gd name="csY406" fmla="*/ 670732 h 841281"/>
                <a:gd name="csX407" fmla="*/ 65449 w 172460"/>
                <a:gd name="csY407" fmla="*/ 671688 h 841281"/>
                <a:gd name="csX408" fmla="*/ 66882 w 172460"/>
                <a:gd name="csY408" fmla="*/ 674554 h 841281"/>
                <a:gd name="csX409" fmla="*/ 67838 w 172460"/>
                <a:gd name="csY409" fmla="*/ 677898 h 841281"/>
                <a:gd name="csX410" fmla="*/ 66405 w 172460"/>
                <a:gd name="csY410" fmla="*/ 681242 h 841281"/>
                <a:gd name="csX411" fmla="*/ 63538 w 172460"/>
                <a:gd name="csY411" fmla="*/ 682675 h 841281"/>
                <a:gd name="csX412" fmla="*/ 62105 w 172460"/>
                <a:gd name="csY412" fmla="*/ 684586 h 841281"/>
                <a:gd name="csX413" fmla="*/ 61627 w 172460"/>
                <a:gd name="csY413" fmla="*/ 685542 h 841281"/>
                <a:gd name="csX414" fmla="*/ 61627 w 172460"/>
                <a:gd name="csY414" fmla="*/ 685542 h 841281"/>
                <a:gd name="csX415" fmla="*/ 61627 w 172460"/>
                <a:gd name="csY415" fmla="*/ 689364 h 841281"/>
                <a:gd name="csX416" fmla="*/ 61627 w 172460"/>
                <a:gd name="csY416" fmla="*/ 691275 h 841281"/>
                <a:gd name="csX417" fmla="*/ 61149 w 172460"/>
                <a:gd name="csY417" fmla="*/ 693185 h 841281"/>
                <a:gd name="csX418" fmla="*/ 60672 w 172460"/>
                <a:gd name="csY418" fmla="*/ 694618 h 841281"/>
                <a:gd name="csX419" fmla="*/ 59239 w 172460"/>
                <a:gd name="csY419" fmla="*/ 696052 h 841281"/>
                <a:gd name="csX420" fmla="*/ 56372 w 172460"/>
                <a:gd name="csY420" fmla="*/ 697485 h 841281"/>
                <a:gd name="csX421" fmla="*/ 53983 w 172460"/>
                <a:gd name="csY421" fmla="*/ 697963 h 841281"/>
                <a:gd name="csX422" fmla="*/ 53983 w 172460"/>
                <a:gd name="csY422" fmla="*/ 697963 h 841281"/>
                <a:gd name="csX423" fmla="*/ 53028 w 172460"/>
                <a:gd name="csY423" fmla="*/ 699396 h 841281"/>
                <a:gd name="csX424" fmla="*/ 53028 w 172460"/>
                <a:gd name="csY424" fmla="*/ 699396 h 841281"/>
                <a:gd name="csX425" fmla="*/ 52073 w 172460"/>
                <a:gd name="csY425" fmla="*/ 701307 h 841281"/>
                <a:gd name="csX426" fmla="*/ 51595 w 172460"/>
                <a:gd name="csY426" fmla="*/ 701307 h 841281"/>
                <a:gd name="csX427" fmla="*/ 50639 w 172460"/>
                <a:gd name="csY427" fmla="*/ 704173 h 841281"/>
                <a:gd name="csX428" fmla="*/ 51117 w 172460"/>
                <a:gd name="csY428" fmla="*/ 707040 h 841281"/>
                <a:gd name="csX429" fmla="*/ 50639 w 172460"/>
                <a:gd name="csY429" fmla="*/ 707040 h 841281"/>
                <a:gd name="csX430" fmla="*/ 44429 w 172460"/>
                <a:gd name="csY430" fmla="*/ 707517 h 841281"/>
                <a:gd name="csX431" fmla="*/ 44429 w 172460"/>
                <a:gd name="csY431" fmla="*/ 707517 h 841281"/>
                <a:gd name="csX432" fmla="*/ 44429 w 172460"/>
                <a:gd name="csY432" fmla="*/ 707995 h 841281"/>
                <a:gd name="csX433" fmla="*/ 43951 w 172460"/>
                <a:gd name="csY433" fmla="*/ 709906 h 841281"/>
                <a:gd name="csX434" fmla="*/ 42518 w 172460"/>
                <a:gd name="csY434" fmla="*/ 711817 h 841281"/>
                <a:gd name="csX435" fmla="*/ 42040 w 172460"/>
                <a:gd name="csY435" fmla="*/ 715161 h 841281"/>
                <a:gd name="csX436" fmla="*/ 43474 w 172460"/>
                <a:gd name="csY436" fmla="*/ 718027 h 841281"/>
                <a:gd name="csX437" fmla="*/ 44429 w 172460"/>
                <a:gd name="csY437" fmla="*/ 720894 h 841281"/>
                <a:gd name="csX438" fmla="*/ 42996 w 172460"/>
                <a:gd name="csY438" fmla="*/ 724238 h 841281"/>
                <a:gd name="csX439" fmla="*/ 43474 w 172460"/>
                <a:gd name="csY439" fmla="*/ 727582 h 841281"/>
                <a:gd name="csX440" fmla="*/ 43951 w 172460"/>
                <a:gd name="csY440" fmla="*/ 730448 h 841281"/>
                <a:gd name="csX441" fmla="*/ 45862 w 172460"/>
                <a:gd name="csY441" fmla="*/ 733315 h 841281"/>
                <a:gd name="csX442" fmla="*/ 47295 w 172460"/>
                <a:gd name="csY442" fmla="*/ 737137 h 841281"/>
                <a:gd name="csX443" fmla="*/ 48251 w 172460"/>
                <a:gd name="csY443" fmla="*/ 740003 h 841281"/>
                <a:gd name="csX444" fmla="*/ 48728 w 172460"/>
                <a:gd name="csY444" fmla="*/ 742391 h 841281"/>
                <a:gd name="csX445" fmla="*/ 49206 w 172460"/>
                <a:gd name="csY445" fmla="*/ 744302 h 841281"/>
                <a:gd name="csX446" fmla="*/ 50162 w 172460"/>
                <a:gd name="csY446" fmla="*/ 745736 h 841281"/>
                <a:gd name="csX447" fmla="*/ 50639 w 172460"/>
                <a:gd name="csY447" fmla="*/ 747647 h 841281"/>
                <a:gd name="csX448" fmla="*/ 50639 w 172460"/>
                <a:gd name="csY448" fmla="*/ 747647 h 841281"/>
                <a:gd name="csX449" fmla="*/ 52073 w 172460"/>
                <a:gd name="csY449" fmla="*/ 748602 h 841281"/>
                <a:gd name="csX450" fmla="*/ 54461 w 172460"/>
                <a:gd name="csY450" fmla="*/ 746691 h 841281"/>
                <a:gd name="csX451" fmla="*/ 56372 w 172460"/>
                <a:gd name="csY451" fmla="*/ 745258 h 841281"/>
                <a:gd name="csX452" fmla="*/ 57805 w 172460"/>
                <a:gd name="csY452" fmla="*/ 744780 h 841281"/>
                <a:gd name="csX453" fmla="*/ 61149 w 172460"/>
                <a:gd name="csY453" fmla="*/ 745258 h 841281"/>
                <a:gd name="csX454" fmla="*/ 63538 w 172460"/>
                <a:gd name="csY454" fmla="*/ 743825 h 841281"/>
                <a:gd name="csX455" fmla="*/ 64493 w 172460"/>
                <a:gd name="csY455" fmla="*/ 744302 h 841281"/>
                <a:gd name="csX456" fmla="*/ 65449 w 172460"/>
                <a:gd name="csY456" fmla="*/ 744780 h 841281"/>
                <a:gd name="csX457" fmla="*/ 66882 w 172460"/>
                <a:gd name="csY457" fmla="*/ 746213 h 841281"/>
                <a:gd name="csX458" fmla="*/ 67360 w 172460"/>
                <a:gd name="csY458" fmla="*/ 749080 h 841281"/>
                <a:gd name="csX459" fmla="*/ 67838 w 172460"/>
                <a:gd name="csY459" fmla="*/ 752902 h 841281"/>
                <a:gd name="csX460" fmla="*/ 67360 w 172460"/>
                <a:gd name="csY460" fmla="*/ 756246 h 841281"/>
                <a:gd name="csX461" fmla="*/ 66405 w 172460"/>
                <a:gd name="csY461" fmla="*/ 757201 h 841281"/>
                <a:gd name="csX462" fmla="*/ 66405 w 172460"/>
                <a:gd name="csY462" fmla="*/ 757201 h 841281"/>
                <a:gd name="csX463" fmla="*/ 65927 w 172460"/>
                <a:gd name="csY463" fmla="*/ 758157 h 841281"/>
                <a:gd name="csX464" fmla="*/ 66405 w 172460"/>
                <a:gd name="csY464" fmla="*/ 760067 h 841281"/>
                <a:gd name="csX465" fmla="*/ 67360 w 172460"/>
                <a:gd name="csY465" fmla="*/ 761978 h 841281"/>
                <a:gd name="csX466" fmla="*/ 67360 w 172460"/>
                <a:gd name="csY466" fmla="*/ 763889 h 841281"/>
                <a:gd name="csX467" fmla="*/ 66405 w 172460"/>
                <a:gd name="csY467" fmla="*/ 769144 h 841281"/>
                <a:gd name="csX468" fmla="*/ 65449 w 172460"/>
                <a:gd name="csY468" fmla="*/ 771055 h 841281"/>
                <a:gd name="csX469" fmla="*/ 66882 w 172460"/>
                <a:gd name="csY469" fmla="*/ 773444 h 841281"/>
                <a:gd name="csX470" fmla="*/ 68315 w 172460"/>
                <a:gd name="csY470" fmla="*/ 775355 h 841281"/>
                <a:gd name="csX471" fmla="*/ 68315 w 172460"/>
                <a:gd name="csY471" fmla="*/ 775355 h 841281"/>
                <a:gd name="csX472" fmla="*/ 70704 w 172460"/>
                <a:gd name="csY472" fmla="*/ 776788 h 841281"/>
                <a:gd name="csX473" fmla="*/ 73093 w 172460"/>
                <a:gd name="csY473" fmla="*/ 779177 h 841281"/>
                <a:gd name="csX474" fmla="*/ 74526 w 172460"/>
                <a:gd name="csY474" fmla="*/ 781088 h 841281"/>
                <a:gd name="csX475" fmla="*/ 74048 w 172460"/>
                <a:gd name="csY475" fmla="*/ 783476 h 841281"/>
                <a:gd name="csX476" fmla="*/ 74048 w 172460"/>
                <a:gd name="csY476" fmla="*/ 783476 h 841281"/>
                <a:gd name="csX477" fmla="*/ 75004 w 172460"/>
                <a:gd name="csY477" fmla="*/ 783954 h 841281"/>
                <a:gd name="csX478" fmla="*/ 79303 w 172460"/>
                <a:gd name="csY478" fmla="*/ 784432 h 841281"/>
                <a:gd name="csX479" fmla="*/ 85036 w 172460"/>
                <a:gd name="csY479" fmla="*/ 784432 h 841281"/>
                <a:gd name="csX480" fmla="*/ 85036 w 172460"/>
                <a:gd name="csY480" fmla="*/ 784432 h 841281"/>
                <a:gd name="csX481" fmla="*/ 94590 w 172460"/>
                <a:gd name="csY481" fmla="*/ 784432 h 841281"/>
                <a:gd name="csX482" fmla="*/ 103667 w 172460"/>
                <a:gd name="csY482" fmla="*/ 784432 h 841281"/>
                <a:gd name="csX483" fmla="*/ 113700 w 172460"/>
                <a:gd name="csY483" fmla="*/ 784909 h 841281"/>
                <a:gd name="csX484" fmla="*/ 118955 w 172460"/>
                <a:gd name="csY484" fmla="*/ 786820 h 841281"/>
                <a:gd name="csX485" fmla="*/ 123254 w 172460"/>
                <a:gd name="csY485" fmla="*/ 788254 h 841281"/>
                <a:gd name="csX486" fmla="*/ 128987 w 172460"/>
                <a:gd name="csY486" fmla="*/ 788254 h 841281"/>
                <a:gd name="csX487" fmla="*/ 134242 w 172460"/>
                <a:gd name="csY487" fmla="*/ 790642 h 841281"/>
                <a:gd name="csX488" fmla="*/ 138542 w 172460"/>
                <a:gd name="csY488" fmla="*/ 792075 h 841281"/>
                <a:gd name="csX489" fmla="*/ 140930 w 172460"/>
                <a:gd name="csY489" fmla="*/ 792553 h 841281"/>
                <a:gd name="csX490" fmla="*/ 140930 w 172460"/>
                <a:gd name="csY490" fmla="*/ 792553 h 841281"/>
                <a:gd name="csX491" fmla="*/ 143797 w 172460"/>
                <a:gd name="csY491" fmla="*/ 793031 h 841281"/>
                <a:gd name="csX492" fmla="*/ 143797 w 172460"/>
                <a:gd name="csY492" fmla="*/ 794942 h 841281"/>
                <a:gd name="csX493" fmla="*/ 132809 w 172460"/>
                <a:gd name="csY493" fmla="*/ 792075 h 841281"/>
                <a:gd name="csX494" fmla="*/ 130420 w 172460"/>
                <a:gd name="csY494" fmla="*/ 790642 h 841281"/>
                <a:gd name="csX495" fmla="*/ 128031 w 172460"/>
                <a:gd name="csY495" fmla="*/ 790642 h 841281"/>
                <a:gd name="csX496" fmla="*/ 124210 w 172460"/>
                <a:gd name="csY496" fmla="*/ 792553 h 841281"/>
                <a:gd name="csX497" fmla="*/ 121821 w 172460"/>
                <a:gd name="csY497" fmla="*/ 796853 h 841281"/>
                <a:gd name="csX498" fmla="*/ 120865 w 172460"/>
                <a:gd name="csY498" fmla="*/ 798286 h 841281"/>
                <a:gd name="csX499" fmla="*/ 117999 w 172460"/>
                <a:gd name="csY499" fmla="*/ 799241 h 841281"/>
                <a:gd name="csX500" fmla="*/ 115133 w 172460"/>
                <a:gd name="csY500" fmla="*/ 799719 h 841281"/>
                <a:gd name="csX501" fmla="*/ 105578 w 172460"/>
                <a:gd name="csY501" fmla="*/ 804019 h 841281"/>
                <a:gd name="csX502" fmla="*/ 102234 w 172460"/>
                <a:gd name="csY502" fmla="*/ 804496 h 841281"/>
                <a:gd name="csX503" fmla="*/ 99846 w 172460"/>
                <a:gd name="csY503" fmla="*/ 805452 h 841281"/>
                <a:gd name="csX504" fmla="*/ 97457 w 172460"/>
                <a:gd name="csY504" fmla="*/ 807363 h 841281"/>
                <a:gd name="csX505" fmla="*/ 96501 w 172460"/>
                <a:gd name="csY505" fmla="*/ 810707 h 841281"/>
                <a:gd name="csX506" fmla="*/ 96979 w 172460"/>
                <a:gd name="csY506" fmla="*/ 813096 h 841281"/>
                <a:gd name="csX507" fmla="*/ 94113 w 172460"/>
                <a:gd name="csY507" fmla="*/ 821217 h 841281"/>
                <a:gd name="csX508" fmla="*/ 93635 w 172460"/>
                <a:gd name="csY508" fmla="*/ 825516 h 841281"/>
                <a:gd name="csX509" fmla="*/ 93635 w 172460"/>
                <a:gd name="csY509" fmla="*/ 827905 h 841281"/>
                <a:gd name="csX510" fmla="*/ 94590 w 172460"/>
                <a:gd name="csY510" fmla="*/ 831727 h 841281"/>
                <a:gd name="csX511" fmla="*/ 93635 w 172460"/>
                <a:gd name="csY511" fmla="*/ 837937 h 841281"/>
                <a:gd name="csX512" fmla="*/ 91724 w 172460"/>
                <a:gd name="csY512" fmla="*/ 839371 h 841281"/>
                <a:gd name="csX513" fmla="*/ 87424 w 172460"/>
                <a:gd name="csY513" fmla="*/ 841281 h 841281"/>
                <a:gd name="csX514" fmla="*/ 84558 w 172460"/>
                <a:gd name="csY514" fmla="*/ 839848 h 841281"/>
                <a:gd name="csX515" fmla="*/ 79781 w 172460"/>
                <a:gd name="csY515" fmla="*/ 838893 h 841281"/>
                <a:gd name="csX516" fmla="*/ 75959 w 172460"/>
                <a:gd name="csY516" fmla="*/ 836027 h 841281"/>
                <a:gd name="csX517" fmla="*/ 71659 w 172460"/>
                <a:gd name="csY517" fmla="*/ 834593 h 841281"/>
                <a:gd name="csX518" fmla="*/ 70226 w 172460"/>
                <a:gd name="csY518" fmla="*/ 833638 h 841281"/>
                <a:gd name="csX519" fmla="*/ 65927 w 172460"/>
                <a:gd name="csY519" fmla="*/ 828383 h 841281"/>
                <a:gd name="csX520" fmla="*/ 65449 w 172460"/>
                <a:gd name="csY520" fmla="*/ 826950 h 841281"/>
                <a:gd name="csX521" fmla="*/ 65449 w 172460"/>
                <a:gd name="csY521" fmla="*/ 825039 h 841281"/>
                <a:gd name="csX522" fmla="*/ 67360 w 172460"/>
                <a:gd name="csY522" fmla="*/ 822172 h 841281"/>
                <a:gd name="csX523" fmla="*/ 68793 w 172460"/>
                <a:gd name="csY523" fmla="*/ 821695 h 841281"/>
                <a:gd name="csX524" fmla="*/ 72137 w 172460"/>
                <a:gd name="csY524" fmla="*/ 821695 h 841281"/>
                <a:gd name="csX525" fmla="*/ 74526 w 172460"/>
                <a:gd name="csY525" fmla="*/ 821217 h 841281"/>
                <a:gd name="csX526" fmla="*/ 76437 w 172460"/>
                <a:gd name="csY526" fmla="*/ 823128 h 841281"/>
                <a:gd name="csX527" fmla="*/ 76915 w 172460"/>
                <a:gd name="csY527" fmla="*/ 826472 h 841281"/>
                <a:gd name="csX528" fmla="*/ 75959 w 172460"/>
                <a:gd name="csY528" fmla="*/ 827905 h 841281"/>
                <a:gd name="csX529" fmla="*/ 75481 w 172460"/>
                <a:gd name="csY529" fmla="*/ 829338 h 841281"/>
                <a:gd name="csX530" fmla="*/ 75481 w 172460"/>
                <a:gd name="csY530" fmla="*/ 830294 h 841281"/>
                <a:gd name="csX531" fmla="*/ 77870 w 172460"/>
                <a:gd name="csY531" fmla="*/ 828861 h 841281"/>
                <a:gd name="csX532" fmla="*/ 78825 w 172460"/>
                <a:gd name="csY532" fmla="*/ 821217 h 841281"/>
                <a:gd name="csX533" fmla="*/ 85514 w 172460"/>
                <a:gd name="csY533" fmla="*/ 817395 h 841281"/>
                <a:gd name="csX534" fmla="*/ 87424 w 172460"/>
                <a:gd name="csY534" fmla="*/ 815484 h 841281"/>
                <a:gd name="csX535" fmla="*/ 89813 w 172460"/>
                <a:gd name="csY535" fmla="*/ 811662 h 841281"/>
                <a:gd name="csX536" fmla="*/ 90291 w 172460"/>
                <a:gd name="csY536" fmla="*/ 810707 h 841281"/>
                <a:gd name="csX537" fmla="*/ 90291 w 172460"/>
                <a:gd name="csY537" fmla="*/ 809751 h 841281"/>
                <a:gd name="csX538" fmla="*/ 88858 w 172460"/>
                <a:gd name="csY538" fmla="*/ 808796 h 841281"/>
                <a:gd name="csX539" fmla="*/ 85514 w 172460"/>
                <a:gd name="csY539" fmla="*/ 807363 h 841281"/>
                <a:gd name="csX540" fmla="*/ 75481 w 172460"/>
                <a:gd name="csY540" fmla="*/ 814529 h 841281"/>
                <a:gd name="csX541" fmla="*/ 71182 w 172460"/>
                <a:gd name="csY541" fmla="*/ 816439 h 841281"/>
                <a:gd name="csX542" fmla="*/ 67838 w 172460"/>
                <a:gd name="csY542" fmla="*/ 818351 h 841281"/>
                <a:gd name="csX543" fmla="*/ 64493 w 172460"/>
                <a:gd name="csY543" fmla="*/ 822172 h 841281"/>
                <a:gd name="csX544" fmla="*/ 63538 w 172460"/>
                <a:gd name="csY544" fmla="*/ 823128 h 841281"/>
                <a:gd name="csX545" fmla="*/ 63060 w 172460"/>
                <a:gd name="csY545" fmla="*/ 825516 h 841281"/>
                <a:gd name="csX546" fmla="*/ 62583 w 172460"/>
                <a:gd name="csY546" fmla="*/ 828383 h 841281"/>
                <a:gd name="csX547" fmla="*/ 59239 w 172460"/>
                <a:gd name="csY547" fmla="*/ 826950 h 841281"/>
                <a:gd name="csX548" fmla="*/ 53506 w 172460"/>
                <a:gd name="csY548" fmla="*/ 823128 h 841281"/>
                <a:gd name="csX549" fmla="*/ 52550 w 172460"/>
                <a:gd name="csY549" fmla="*/ 821695 h 841281"/>
                <a:gd name="csX550" fmla="*/ 53506 w 172460"/>
                <a:gd name="csY550" fmla="*/ 819784 h 841281"/>
                <a:gd name="csX551" fmla="*/ 55417 w 172460"/>
                <a:gd name="csY551" fmla="*/ 817873 h 841281"/>
                <a:gd name="csX552" fmla="*/ 55417 w 172460"/>
                <a:gd name="csY552" fmla="*/ 812140 h 841281"/>
                <a:gd name="csX553" fmla="*/ 55894 w 172460"/>
                <a:gd name="csY553" fmla="*/ 810229 h 841281"/>
                <a:gd name="csX554" fmla="*/ 56850 w 172460"/>
                <a:gd name="csY554" fmla="*/ 808796 h 841281"/>
                <a:gd name="csX555" fmla="*/ 59239 w 172460"/>
                <a:gd name="csY555" fmla="*/ 806885 h 841281"/>
                <a:gd name="csX556" fmla="*/ 60194 w 172460"/>
                <a:gd name="csY556" fmla="*/ 806885 h 841281"/>
                <a:gd name="csX557" fmla="*/ 61149 w 172460"/>
                <a:gd name="csY557" fmla="*/ 807363 h 841281"/>
                <a:gd name="csX558" fmla="*/ 61149 w 172460"/>
                <a:gd name="csY558" fmla="*/ 808796 h 841281"/>
                <a:gd name="csX559" fmla="*/ 64493 w 172460"/>
                <a:gd name="csY559" fmla="*/ 808796 h 841281"/>
                <a:gd name="csX560" fmla="*/ 71182 w 172460"/>
                <a:gd name="csY560" fmla="*/ 803541 h 841281"/>
                <a:gd name="csX561" fmla="*/ 74048 w 172460"/>
                <a:gd name="csY561" fmla="*/ 803541 h 841281"/>
                <a:gd name="csX562" fmla="*/ 77392 w 172460"/>
                <a:gd name="csY562" fmla="*/ 804496 h 841281"/>
                <a:gd name="csX563" fmla="*/ 81692 w 172460"/>
                <a:gd name="csY563" fmla="*/ 804019 h 841281"/>
                <a:gd name="csX564" fmla="*/ 82170 w 172460"/>
                <a:gd name="csY564" fmla="*/ 803541 h 841281"/>
                <a:gd name="csX565" fmla="*/ 83125 w 172460"/>
                <a:gd name="csY565" fmla="*/ 802585 h 841281"/>
                <a:gd name="csX566" fmla="*/ 80258 w 172460"/>
                <a:gd name="csY566" fmla="*/ 801152 h 841281"/>
                <a:gd name="csX567" fmla="*/ 77392 w 172460"/>
                <a:gd name="csY567" fmla="*/ 800197 h 841281"/>
                <a:gd name="csX568" fmla="*/ 69271 w 172460"/>
                <a:gd name="csY568" fmla="*/ 799719 h 841281"/>
                <a:gd name="csX569" fmla="*/ 67360 w 172460"/>
                <a:gd name="csY569" fmla="*/ 800197 h 841281"/>
                <a:gd name="csX570" fmla="*/ 64971 w 172460"/>
                <a:gd name="csY570" fmla="*/ 803063 h 841281"/>
                <a:gd name="csX571" fmla="*/ 64016 w 172460"/>
                <a:gd name="csY571" fmla="*/ 802585 h 841281"/>
                <a:gd name="csX572" fmla="*/ 63538 w 172460"/>
                <a:gd name="csY572" fmla="*/ 801152 h 841281"/>
                <a:gd name="csX573" fmla="*/ 60672 w 172460"/>
                <a:gd name="csY573" fmla="*/ 800197 h 841281"/>
                <a:gd name="csX574" fmla="*/ 59239 w 172460"/>
                <a:gd name="csY574" fmla="*/ 800197 h 841281"/>
                <a:gd name="csX575" fmla="*/ 58283 w 172460"/>
                <a:gd name="csY575" fmla="*/ 801630 h 841281"/>
                <a:gd name="csX576" fmla="*/ 58283 w 172460"/>
                <a:gd name="csY576" fmla="*/ 803541 h 841281"/>
                <a:gd name="csX577" fmla="*/ 57805 w 172460"/>
                <a:gd name="csY577" fmla="*/ 805452 h 841281"/>
                <a:gd name="csX578" fmla="*/ 54939 w 172460"/>
                <a:gd name="csY578" fmla="*/ 807840 h 841281"/>
                <a:gd name="csX579" fmla="*/ 53506 w 172460"/>
                <a:gd name="csY579" fmla="*/ 811185 h 841281"/>
                <a:gd name="csX580" fmla="*/ 53506 w 172460"/>
                <a:gd name="csY580" fmla="*/ 813573 h 841281"/>
                <a:gd name="csX581" fmla="*/ 53028 w 172460"/>
                <a:gd name="csY581" fmla="*/ 815006 h 841281"/>
                <a:gd name="csX582" fmla="*/ 52550 w 172460"/>
                <a:gd name="csY582" fmla="*/ 815484 h 841281"/>
                <a:gd name="csX583" fmla="*/ 51117 w 172460"/>
                <a:gd name="csY583" fmla="*/ 816439 h 841281"/>
                <a:gd name="csX584" fmla="*/ 46817 w 172460"/>
                <a:gd name="csY584" fmla="*/ 815962 h 841281"/>
                <a:gd name="csX585" fmla="*/ 44429 w 172460"/>
                <a:gd name="csY585" fmla="*/ 813096 h 841281"/>
                <a:gd name="csX586" fmla="*/ 43474 w 172460"/>
                <a:gd name="csY586" fmla="*/ 811185 h 841281"/>
                <a:gd name="csX587" fmla="*/ 41085 w 172460"/>
                <a:gd name="csY587" fmla="*/ 809274 h 841281"/>
                <a:gd name="csX588" fmla="*/ 46817 w 172460"/>
                <a:gd name="csY588" fmla="*/ 806885 h 841281"/>
                <a:gd name="csX589" fmla="*/ 48728 w 172460"/>
                <a:gd name="csY589" fmla="*/ 805452 h 841281"/>
                <a:gd name="csX590" fmla="*/ 50639 w 172460"/>
                <a:gd name="csY590" fmla="*/ 802108 h 841281"/>
                <a:gd name="csX591" fmla="*/ 52073 w 172460"/>
                <a:gd name="csY591" fmla="*/ 800197 h 841281"/>
                <a:gd name="csX592" fmla="*/ 51117 w 172460"/>
                <a:gd name="csY592" fmla="*/ 798764 h 841281"/>
                <a:gd name="csX593" fmla="*/ 50162 w 172460"/>
                <a:gd name="csY593" fmla="*/ 798764 h 841281"/>
                <a:gd name="csX594" fmla="*/ 50162 w 172460"/>
                <a:gd name="csY594" fmla="*/ 801152 h 841281"/>
                <a:gd name="csX595" fmla="*/ 48728 w 172460"/>
                <a:gd name="csY595" fmla="*/ 803063 h 841281"/>
                <a:gd name="csX596" fmla="*/ 46340 w 172460"/>
                <a:gd name="csY596" fmla="*/ 802108 h 841281"/>
                <a:gd name="csX597" fmla="*/ 42040 w 172460"/>
                <a:gd name="csY597" fmla="*/ 804974 h 841281"/>
                <a:gd name="csX598" fmla="*/ 39651 w 172460"/>
                <a:gd name="csY598" fmla="*/ 804019 h 841281"/>
                <a:gd name="csX599" fmla="*/ 35352 w 172460"/>
                <a:gd name="csY599" fmla="*/ 804974 h 841281"/>
                <a:gd name="csX600" fmla="*/ 33441 w 172460"/>
                <a:gd name="csY600" fmla="*/ 803541 h 841281"/>
                <a:gd name="csX601" fmla="*/ 32963 w 172460"/>
                <a:gd name="csY601" fmla="*/ 801630 h 841281"/>
                <a:gd name="csX602" fmla="*/ 33919 w 172460"/>
                <a:gd name="csY602" fmla="*/ 799719 h 841281"/>
                <a:gd name="csX603" fmla="*/ 32963 w 172460"/>
                <a:gd name="csY603" fmla="*/ 796375 h 841281"/>
                <a:gd name="csX604" fmla="*/ 32008 w 172460"/>
                <a:gd name="csY604" fmla="*/ 795420 h 841281"/>
                <a:gd name="csX605" fmla="*/ 31052 w 172460"/>
                <a:gd name="csY605" fmla="*/ 795897 h 841281"/>
                <a:gd name="csX606" fmla="*/ 30575 w 172460"/>
                <a:gd name="csY606" fmla="*/ 793986 h 841281"/>
                <a:gd name="csX607" fmla="*/ 29142 w 172460"/>
                <a:gd name="csY607" fmla="*/ 790164 h 841281"/>
                <a:gd name="csX608" fmla="*/ 28664 w 172460"/>
                <a:gd name="csY608" fmla="*/ 789209 h 841281"/>
                <a:gd name="csX609" fmla="*/ 28186 w 172460"/>
                <a:gd name="csY609" fmla="*/ 787776 h 841281"/>
                <a:gd name="csX610" fmla="*/ 28664 w 172460"/>
                <a:gd name="csY610" fmla="*/ 787298 h 841281"/>
                <a:gd name="csX611" fmla="*/ 30097 w 172460"/>
                <a:gd name="csY611" fmla="*/ 787776 h 841281"/>
                <a:gd name="csX612" fmla="*/ 31052 w 172460"/>
                <a:gd name="csY612" fmla="*/ 789209 h 841281"/>
                <a:gd name="csX613" fmla="*/ 32963 w 172460"/>
                <a:gd name="csY613" fmla="*/ 789209 h 841281"/>
                <a:gd name="csX614" fmla="*/ 37263 w 172460"/>
                <a:gd name="csY614" fmla="*/ 791120 h 841281"/>
                <a:gd name="csX615" fmla="*/ 38696 w 172460"/>
                <a:gd name="csY615" fmla="*/ 790642 h 841281"/>
                <a:gd name="csX616" fmla="*/ 39651 w 172460"/>
                <a:gd name="csY616" fmla="*/ 790164 h 841281"/>
                <a:gd name="csX617" fmla="*/ 40129 w 172460"/>
                <a:gd name="csY617" fmla="*/ 788254 h 841281"/>
                <a:gd name="csX618" fmla="*/ 40129 w 172460"/>
                <a:gd name="csY618" fmla="*/ 786820 h 841281"/>
                <a:gd name="csX619" fmla="*/ 40607 w 172460"/>
                <a:gd name="csY619" fmla="*/ 786820 h 841281"/>
                <a:gd name="csX620" fmla="*/ 42996 w 172460"/>
                <a:gd name="csY620" fmla="*/ 788731 h 841281"/>
                <a:gd name="csX621" fmla="*/ 44429 w 172460"/>
                <a:gd name="csY621" fmla="*/ 788731 h 841281"/>
                <a:gd name="csX622" fmla="*/ 47295 w 172460"/>
                <a:gd name="csY622" fmla="*/ 789209 h 841281"/>
                <a:gd name="csX623" fmla="*/ 48728 w 172460"/>
                <a:gd name="csY623" fmla="*/ 789209 h 841281"/>
                <a:gd name="csX624" fmla="*/ 51117 w 172460"/>
                <a:gd name="csY624" fmla="*/ 788254 h 841281"/>
                <a:gd name="csX625" fmla="*/ 54939 w 172460"/>
                <a:gd name="csY625" fmla="*/ 785865 h 841281"/>
                <a:gd name="csX626" fmla="*/ 56850 w 172460"/>
                <a:gd name="csY626" fmla="*/ 783476 h 841281"/>
                <a:gd name="csX627" fmla="*/ 57805 w 172460"/>
                <a:gd name="csY627" fmla="*/ 782998 h 841281"/>
                <a:gd name="csX628" fmla="*/ 58761 w 172460"/>
                <a:gd name="csY628" fmla="*/ 783476 h 841281"/>
                <a:gd name="csX629" fmla="*/ 59716 w 172460"/>
                <a:gd name="csY629" fmla="*/ 783954 h 841281"/>
                <a:gd name="csX630" fmla="*/ 59716 w 172460"/>
                <a:gd name="csY630" fmla="*/ 785865 h 841281"/>
                <a:gd name="csX631" fmla="*/ 60672 w 172460"/>
                <a:gd name="csY631" fmla="*/ 787298 h 841281"/>
                <a:gd name="csX632" fmla="*/ 61627 w 172460"/>
                <a:gd name="csY632" fmla="*/ 788731 h 841281"/>
                <a:gd name="csX633" fmla="*/ 62105 w 172460"/>
                <a:gd name="csY633" fmla="*/ 790164 h 841281"/>
                <a:gd name="csX634" fmla="*/ 62105 w 172460"/>
                <a:gd name="csY634" fmla="*/ 792075 h 841281"/>
                <a:gd name="csX635" fmla="*/ 59716 w 172460"/>
                <a:gd name="csY635" fmla="*/ 793986 h 841281"/>
                <a:gd name="csX636" fmla="*/ 59239 w 172460"/>
                <a:gd name="csY636" fmla="*/ 794942 h 841281"/>
                <a:gd name="csX637" fmla="*/ 60194 w 172460"/>
                <a:gd name="csY637" fmla="*/ 795897 h 841281"/>
                <a:gd name="csX638" fmla="*/ 61149 w 172460"/>
                <a:gd name="csY638" fmla="*/ 795420 h 841281"/>
                <a:gd name="csX639" fmla="*/ 62105 w 172460"/>
                <a:gd name="csY639" fmla="*/ 794464 h 841281"/>
                <a:gd name="csX640" fmla="*/ 63060 w 172460"/>
                <a:gd name="csY640" fmla="*/ 792553 h 841281"/>
                <a:gd name="csX641" fmla="*/ 63060 w 172460"/>
                <a:gd name="csY641" fmla="*/ 792075 h 841281"/>
                <a:gd name="csX642" fmla="*/ 63060 w 172460"/>
                <a:gd name="csY642" fmla="*/ 790642 h 841281"/>
                <a:gd name="csX643" fmla="*/ 63060 w 172460"/>
                <a:gd name="csY643" fmla="*/ 789209 h 841281"/>
                <a:gd name="csX644" fmla="*/ 61149 w 172460"/>
                <a:gd name="csY644" fmla="*/ 785387 h 841281"/>
                <a:gd name="csX645" fmla="*/ 61149 w 172460"/>
                <a:gd name="csY645" fmla="*/ 784432 h 841281"/>
                <a:gd name="csX646" fmla="*/ 61149 w 172460"/>
                <a:gd name="csY646" fmla="*/ 782998 h 841281"/>
                <a:gd name="csX647" fmla="*/ 63060 w 172460"/>
                <a:gd name="csY647" fmla="*/ 781088 h 841281"/>
                <a:gd name="csX648" fmla="*/ 63538 w 172460"/>
                <a:gd name="csY648" fmla="*/ 780132 h 841281"/>
                <a:gd name="csX649" fmla="*/ 64016 w 172460"/>
                <a:gd name="csY649" fmla="*/ 777266 h 841281"/>
                <a:gd name="csX650" fmla="*/ 62583 w 172460"/>
                <a:gd name="csY650" fmla="*/ 775832 h 841281"/>
                <a:gd name="csX651" fmla="*/ 58283 w 172460"/>
                <a:gd name="csY651" fmla="*/ 772011 h 841281"/>
                <a:gd name="csX652" fmla="*/ 51117 w 172460"/>
                <a:gd name="csY652" fmla="*/ 768189 h 841281"/>
                <a:gd name="csX653" fmla="*/ 50162 w 172460"/>
                <a:gd name="csY653" fmla="*/ 768189 h 841281"/>
                <a:gd name="csX654" fmla="*/ 49684 w 172460"/>
                <a:gd name="csY654" fmla="*/ 769144 h 841281"/>
                <a:gd name="csX655" fmla="*/ 50639 w 172460"/>
                <a:gd name="csY655" fmla="*/ 769622 h 841281"/>
                <a:gd name="csX656" fmla="*/ 51595 w 172460"/>
                <a:gd name="csY656" fmla="*/ 770100 h 841281"/>
                <a:gd name="csX657" fmla="*/ 57805 w 172460"/>
                <a:gd name="csY657" fmla="*/ 772966 h 841281"/>
                <a:gd name="csX658" fmla="*/ 59716 w 172460"/>
                <a:gd name="csY658" fmla="*/ 774877 h 841281"/>
                <a:gd name="csX659" fmla="*/ 60672 w 172460"/>
                <a:gd name="csY659" fmla="*/ 775355 h 841281"/>
                <a:gd name="csX660" fmla="*/ 62105 w 172460"/>
                <a:gd name="csY660" fmla="*/ 776788 h 841281"/>
                <a:gd name="csX661" fmla="*/ 61627 w 172460"/>
                <a:gd name="csY661" fmla="*/ 778699 h 841281"/>
                <a:gd name="csX662" fmla="*/ 54939 w 172460"/>
                <a:gd name="csY662" fmla="*/ 780132 h 841281"/>
                <a:gd name="csX663" fmla="*/ 50162 w 172460"/>
                <a:gd name="csY663" fmla="*/ 783954 h 841281"/>
                <a:gd name="csX664" fmla="*/ 46340 w 172460"/>
                <a:gd name="csY664" fmla="*/ 786343 h 841281"/>
                <a:gd name="csX665" fmla="*/ 43474 w 172460"/>
                <a:gd name="csY665" fmla="*/ 785387 h 841281"/>
                <a:gd name="csX666" fmla="*/ 42040 w 172460"/>
                <a:gd name="csY666" fmla="*/ 783476 h 841281"/>
                <a:gd name="csX667" fmla="*/ 40607 w 172460"/>
                <a:gd name="csY667" fmla="*/ 780132 h 841281"/>
                <a:gd name="csX668" fmla="*/ 38696 w 172460"/>
                <a:gd name="csY668" fmla="*/ 778221 h 841281"/>
                <a:gd name="csX669" fmla="*/ 37741 w 172460"/>
                <a:gd name="csY669" fmla="*/ 778699 h 841281"/>
                <a:gd name="csX670" fmla="*/ 36785 w 172460"/>
                <a:gd name="csY670" fmla="*/ 778221 h 841281"/>
                <a:gd name="csX671" fmla="*/ 35830 w 172460"/>
                <a:gd name="csY671" fmla="*/ 777266 h 841281"/>
                <a:gd name="csX672" fmla="*/ 34397 w 172460"/>
                <a:gd name="csY672" fmla="*/ 778221 h 841281"/>
                <a:gd name="csX673" fmla="*/ 31052 w 172460"/>
                <a:gd name="csY673" fmla="*/ 775832 h 841281"/>
                <a:gd name="csX674" fmla="*/ 30097 w 172460"/>
                <a:gd name="csY674" fmla="*/ 774877 h 841281"/>
                <a:gd name="csX675" fmla="*/ 32486 w 172460"/>
                <a:gd name="csY675" fmla="*/ 772011 h 841281"/>
                <a:gd name="csX676" fmla="*/ 35352 w 172460"/>
                <a:gd name="csY676" fmla="*/ 772966 h 841281"/>
                <a:gd name="csX677" fmla="*/ 35830 w 172460"/>
                <a:gd name="csY677" fmla="*/ 764845 h 841281"/>
                <a:gd name="csX678" fmla="*/ 34874 w 172460"/>
                <a:gd name="csY678" fmla="*/ 762934 h 841281"/>
                <a:gd name="csX679" fmla="*/ 31530 w 172460"/>
                <a:gd name="csY679" fmla="*/ 761023 h 841281"/>
                <a:gd name="csX680" fmla="*/ 29619 w 172460"/>
                <a:gd name="csY680" fmla="*/ 761023 h 841281"/>
                <a:gd name="csX681" fmla="*/ 27231 w 172460"/>
                <a:gd name="csY681" fmla="*/ 761023 h 841281"/>
                <a:gd name="csX682" fmla="*/ 25798 w 172460"/>
                <a:gd name="csY682" fmla="*/ 760067 h 841281"/>
                <a:gd name="csX683" fmla="*/ 23886 w 172460"/>
                <a:gd name="csY683" fmla="*/ 759590 h 841281"/>
                <a:gd name="csX684" fmla="*/ 22453 w 172460"/>
                <a:gd name="csY684" fmla="*/ 759112 h 841281"/>
                <a:gd name="csX685" fmla="*/ 20065 w 172460"/>
                <a:gd name="csY685" fmla="*/ 757679 h 841281"/>
                <a:gd name="csX686" fmla="*/ 17676 w 172460"/>
                <a:gd name="csY686" fmla="*/ 757201 h 841281"/>
                <a:gd name="csX687" fmla="*/ 14332 w 172460"/>
                <a:gd name="csY687" fmla="*/ 751946 h 841281"/>
                <a:gd name="csX688" fmla="*/ 12899 w 172460"/>
                <a:gd name="csY688" fmla="*/ 749080 h 841281"/>
                <a:gd name="csX689" fmla="*/ 11943 w 172460"/>
                <a:gd name="csY689" fmla="*/ 746213 h 841281"/>
                <a:gd name="csX690" fmla="*/ 17198 w 172460"/>
                <a:gd name="csY690" fmla="*/ 746213 h 841281"/>
                <a:gd name="csX691" fmla="*/ 20065 w 172460"/>
                <a:gd name="csY691" fmla="*/ 745736 h 841281"/>
                <a:gd name="csX692" fmla="*/ 21020 w 172460"/>
                <a:gd name="csY692" fmla="*/ 744302 h 841281"/>
                <a:gd name="csX693" fmla="*/ 20065 w 172460"/>
                <a:gd name="csY693" fmla="*/ 741914 h 841281"/>
                <a:gd name="csX694" fmla="*/ 18632 w 172460"/>
                <a:gd name="csY694" fmla="*/ 740003 h 841281"/>
                <a:gd name="csX695" fmla="*/ 19587 w 172460"/>
                <a:gd name="csY695" fmla="*/ 738092 h 841281"/>
                <a:gd name="csX696" fmla="*/ 21020 w 172460"/>
                <a:gd name="csY696" fmla="*/ 737137 h 841281"/>
                <a:gd name="csX697" fmla="*/ 22931 w 172460"/>
                <a:gd name="csY697" fmla="*/ 737614 h 841281"/>
                <a:gd name="csX698" fmla="*/ 26753 w 172460"/>
                <a:gd name="csY698" fmla="*/ 740481 h 841281"/>
                <a:gd name="csX699" fmla="*/ 27231 w 172460"/>
                <a:gd name="csY699" fmla="*/ 742391 h 841281"/>
                <a:gd name="csX700" fmla="*/ 30097 w 172460"/>
                <a:gd name="csY700" fmla="*/ 748602 h 841281"/>
                <a:gd name="csX701" fmla="*/ 30575 w 172460"/>
                <a:gd name="csY701" fmla="*/ 749557 h 841281"/>
                <a:gd name="csX702" fmla="*/ 31052 w 172460"/>
                <a:gd name="csY702" fmla="*/ 750035 h 841281"/>
                <a:gd name="csX703" fmla="*/ 36785 w 172460"/>
                <a:gd name="csY703" fmla="*/ 753379 h 841281"/>
                <a:gd name="csX704" fmla="*/ 37741 w 172460"/>
                <a:gd name="csY704" fmla="*/ 753379 h 841281"/>
                <a:gd name="csX705" fmla="*/ 37263 w 172460"/>
                <a:gd name="csY705" fmla="*/ 750513 h 841281"/>
                <a:gd name="csX706" fmla="*/ 39174 w 172460"/>
                <a:gd name="csY706" fmla="*/ 746691 h 841281"/>
                <a:gd name="csX707" fmla="*/ 40607 w 172460"/>
                <a:gd name="csY707" fmla="*/ 745258 h 841281"/>
                <a:gd name="csX708" fmla="*/ 41563 w 172460"/>
                <a:gd name="csY708" fmla="*/ 745258 h 841281"/>
                <a:gd name="csX709" fmla="*/ 41563 w 172460"/>
                <a:gd name="csY709" fmla="*/ 744780 h 841281"/>
                <a:gd name="csX710" fmla="*/ 40129 w 172460"/>
                <a:gd name="csY710" fmla="*/ 742869 h 841281"/>
                <a:gd name="csX711" fmla="*/ 40607 w 172460"/>
                <a:gd name="csY711" fmla="*/ 740481 h 841281"/>
                <a:gd name="csX712" fmla="*/ 40129 w 172460"/>
                <a:gd name="csY712" fmla="*/ 740481 h 841281"/>
                <a:gd name="csX713" fmla="*/ 38696 w 172460"/>
                <a:gd name="csY713" fmla="*/ 741914 h 841281"/>
                <a:gd name="csX714" fmla="*/ 35830 w 172460"/>
                <a:gd name="csY714" fmla="*/ 749080 h 841281"/>
                <a:gd name="csX715" fmla="*/ 34397 w 172460"/>
                <a:gd name="csY715" fmla="*/ 750035 h 841281"/>
                <a:gd name="csX716" fmla="*/ 32008 w 172460"/>
                <a:gd name="csY716" fmla="*/ 747169 h 841281"/>
                <a:gd name="csX717" fmla="*/ 30575 w 172460"/>
                <a:gd name="csY717" fmla="*/ 744780 h 841281"/>
                <a:gd name="csX718" fmla="*/ 30097 w 172460"/>
                <a:gd name="csY718" fmla="*/ 743825 h 841281"/>
                <a:gd name="csX719" fmla="*/ 30097 w 172460"/>
                <a:gd name="csY719" fmla="*/ 740481 h 841281"/>
                <a:gd name="csX720" fmla="*/ 34874 w 172460"/>
                <a:gd name="csY720" fmla="*/ 740958 h 841281"/>
                <a:gd name="csX721" fmla="*/ 33441 w 172460"/>
                <a:gd name="csY721" fmla="*/ 740003 h 841281"/>
                <a:gd name="csX722" fmla="*/ 27708 w 172460"/>
                <a:gd name="csY722" fmla="*/ 738092 h 841281"/>
                <a:gd name="csX723" fmla="*/ 26275 w 172460"/>
                <a:gd name="csY723" fmla="*/ 737137 h 841281"/>
                <a:gd name="csX724" fmla="*/ 25320 w 172460"/>
                <a:gd name="csY724" fmla="*/ 736659 h 841281"/>
                <a:gd name="csX725" fmla="*/ 23886 w 172460"/>
                <a:gd name="csY725" fmla="*/ 734270 h 841281"/>
                <a:gd name="csX726" fmla="*/ 21498 w 172460"/>
                <a:gd name="csY726" fmla="*/ 732359 h 841281"/>
                <a:gd name="csX727" fmla="*/ 25320 w 172460"/>
                <a:gd name="csY727" fmla="*/ 728537 h 841281"/>
                <a:gd name="csX728" fmla="*/ 27231 w 172460"/>
                <a:gd name="csY728" fmla="*/ 726149 h 841281"/>
                <a:gd name="csX729" fmla="*/ 33441 w 172460"/>
                <a:gd name="csY729" fmla="*/ 727582 h 841281"/>
                <a:gd name="csX730" fmla="*/ 34874 w 172460"/>
                <a:gd name="csY730" fmla="*/ 726626 h 841281"/>
                <a:gd name="csX731" fmla="*/ 33441 w 172460"/>
                <a:gd name="csY731" fmla="*/ 724716 h 841281"/>
                <a:gd name="csX732" fmla="*/ 32486 w 172460"/>
                <a:gd name="csY732" fmla="*/ 725193 h 841281"/>
                <a:gd name="csX733" fmla="*/ 30575 w 172460"/>
                <a:gd name="csY733" fmla="*/ 724238 h 841281"/>
                <a:gd name="csX734" fmla="*/ 27708 w 172460"/>
                <a:gd name="csY734" fmla="*/ 720416 h 841281"/>
                <a:gd name="csX735" fmla="*/ 27708 w 172460"/>
                <a:gd name="csY735" fmla="*/ 718983 h 841281"/>
                <a:gd name="csX736" fmla="*/ 28186 w 172460"/>
                <a:gd name="csY736" fmla="*/ 715639 h 841281"/>
                <a:gd name="csX737" fmla="*/ 29142 w 172460"/>
                <a:gd name="csY737" fmla="*/ 714683 h 841281"/>
                <a:gd name="csX738" fmla="*/ 32008 w 172460"/>
                <a:gd name="csY738" fmla="*/ 714206 h 841281"/>
                <a:gd name="csX739" fmla="*/ 34874 w 172460"/>
                <a:gd name="csY739" fmla="*/ 715161 h 841281"/>
                <a:gd name="csX740" fmla="*/ 35830 w 172460"/>
                <a:gd name="csY740" fmla="*/ 716116 h 841281"/>
                <a:gd name="csX741" fmla="*/ 37263 w 172460"/>
                <a:gd name="csY741" fmla="*/ 715639 h 841281"/>
                <a:gd name="csX742" fmla="*/ 35830 w 172460"/>
                <a:gd name="csY742" fmla="*/ 713250 h 841281"/>
                <a:gd name="csX743" fmla="*/ 33919 w 172460"/>
                <a:gd name="csY743" fmla="*/ 712295 h 841281"/>
                <a:gd name="csX744" fmla="*/ 32008 w 172460"/>
                <a:gd name="csY744" fmla="*/ 710861 h 841281"/>
                <a:gd name="csX745" fmla="*/ 32008 w 172460"/>
                <a:gd name="csY745" fmla="*/ 708950 h 841281"/>
                <a:gd name="csX746" fmla="*/ 32963 w 172460"/>
                <a:gd name="csY746" fmla="*/ 707040 h 841281"/>
                <a:gd name="csX747" fmla="*/ 33441 w 172460"/>
                <a:gd name="csY747" fmla="*/ 705606 h 841281"/>
                <a:gd name="csX748" fmla="*/ 33919 w 172460"/>
                <a:gd name="csY748" fmla="*/ 703218 h 841281"/>
                <a:gd name="csX749" fmla="*/ 33441 w 172460"/>
                <a:gd name="csY749" fmla="*/ 701307 h 841281"/>
                <a:gd name="csX750" fmla="*/ 34397 w 172460"/>
                <a:gd name="csY750" fmla="*/ 700351 h 841281"/>
                <a:gd name="csX751" fmla="*/ 35352 w 172460"/>
                <a:gd name="csY751" fmla="*/ 699874 h 841281"/>
                <a:gd name="csX752" fmla="*/ 35352 w 172460"/>
                <a:gd name="csY752" fmla="*/ 699396 h 841281"/>
                <a:gd name="csX753" fmla="*/ 33441 w 172460"/>
                <a:gd name="csY753" fmla="*/ 699396 h 841281"/>
                <a:gd name="csX754" fmla="*/ 32486 w 172460"/>
                <a:gd name="csY754" fmla="*/ 701784 h 841281"/>
                <a:gd name="csX755" fmla="*/ 32486 w 172460"/>
                <a:gd name="csY755" fmla="*/ 704173 h 841281"/>
                <a:gd name="csX756" fmla="*/ 31052 w 172460"/>
                <a:gd name="csY756" fmla="*/ 705606 h 841281"/>
                <a:gd name="csX757" fmla="*/ 30575 w 172460"/>
                <a:gd name="csY757" fmla="*/ 707517 h 841281"/>
                <a:gd name="csX758" fmla="*/ 30097 w 172460"/>
                <a:gd name="csY758" fmla="*/ 709906 h 841281"/>
                <a:gd name="csX759" fmla="*/ 29619 w 172460"/>
                <a:gd name="csY759" fmla="*/ 712772 h 841281"/>
                <a:gd name="csX760" fmla="*/ 27708 w 172460"/>
                <a:gd name="csY760" fmla="*/ 711817 h 841281"/>
                <a:gd name="csX761" fmla="*/ 26753 w 172460"/>
                <a:gd name="csY761" fmla="*/ 710384 h 841281"/>
                <a:gd name="csX762" fmla="*/ 26753 w 172460"/>
                <a:gd name="csY762" fmla="*/ 709906 h 841281"/>
                <a:gd name="csX763" fmla="*/ 26753 w 172460"/>
                <a:gd name="csY763" fmla="*/ 708473 h 841281"/>
                <a:gd name="csX764" fmla="*/ 26275 w 172460"/>
                <a:gd name="csY764" fmla="*/ 699874 h 841281"/>
                <a:gd name="csX765" fmla="*/ 26275 w 172460"/>
                <a:gd name="csY765" fmla="*/ 693185 h 841281"/>
                <a:gd name="csX766" fmla="*/ 27231 w 172460"/>
                <a:gd name="csY766" fmla="*/ 687453 h 841281"/>
                <a:gd name="csX767" fmla="*/ 29142 w 172460"/>
                <a:gd name="csY767" fmla="*/ 685542 h 841281"/>
                <a:gd name="csX768" fmla="*/ 30575 w 172460"/>
                <a:gd name="csY768" fmla="*/ 685064 h 841281"/>
                <a:gd name="csX769" fmla="*/ 31530 w 172460"/>
                <a:gd name="csY769" fmla="*/ 685064 h 841281"/>
                <a:gd name="csX770" fmla="*/ 32486 w 172460"/>
                <a:gd name="csY770" fmla="*/ 685064 h 841281"/>
                <a:gd name="csX771" fmla="*/ 33441 w 172460"/>
                <a:gd name="csY771" fmla="*/ 684109 h 841281"/>
                <a:gd name="csX772" fmla="*/ 30575 w 172460"/>
                <a:gd name="csY772" fmla="*/ 683153 h 841281"/>
                <a:gd name="csX773" fmla="*/ 28664 w 172460"/>
                <a:gd name="csY773" fmla="*/ 683631 h 841281"/>
                <a:gd name="csX774" fmla="*/ 27231 w 172460"/>
                <a:gd name="csY774" fmla="*/ 684586 h 841281"/>
                <a:gd name="csX775" fmla="*/ 24364 w 172460"/>
                <a:gd name="csY775" fmla="*/ 684109 h 841281"/>
                <a:gd name="csX776" fmla="*/ 23886 w 172460"/>
                <a:gd name="csY776" fmla="*/ 681242 h 841281"/>
                <a:gd name="csX777" fmla="*/ 22453 w 172460"/>
                <a:gd name="csY777" fmla="*/ 678853 h 841281"/>
                <a:gd name="csX778" fmla="*/ 21976 w 172460"/>
                <a:gd name="csY778" fmla="*/ 675987 h 841281"/>
                <a:gd name="csX779" fmla="*/ 22453 w 172460"/>
                <a:gd name="csY779" fmla="*/ 671210 h 841281"/>
                <a:gd name="csX780" fmla="*/ 25798 w 172460"/>
                <a:gd name="csY780" fmla="*/ 671688 h 841281"/>
                <a:gd name="csX781" fmla="*/ 28664 w 172460"/>
                <a:gd name="csY781" fmla="*/ 672643 h 841281"/>
                <a:gd name="csX782" fmla="*/ 36785 w 172460"/>
                <a:gd name="csY782" fmla="*/ 672643 h 841281"/>
                <a:gd name="csX783" fmla="*/ 43474 w 172460"/>
                <a:gd name="csY783" fmla="*/ 676943 h 841281"/>
                <a:gd name="csX784" fmla="*/ 46340 w 172460"/>
                <a:gd name="csY784" fmla="*/ 675987 h 841281"/>
                <a:gd name="csX785" fmla="*/ 45862 w 172460"/>
                <a:gd name="csY785" fmla="*/ 675509 h 841281"/>
                <a:gd name="csX786" fmla="*/ 43951 w 172460"/>
                <a:gd name="csY786" fmla="*/ 674076 h 841281"/>
                <a:gd name="csX787" fmla="*/ 42518 w 172460"/>
                <a:gd name="csY787" fmla="*/ 671688 h 841281"/>
                <a:gd name="csX788" fmla="*/ 41563 w 172460"/>
                <a:gd name="csY788" fmla="*/ 671210 h 841281"/>
                <a:gd name="csX789" fmla="*/ 41085 w 172460"/>
                <a:gd name="csY789" fmla="*/ 669777 h 841281"/>
                <a:gd name="csX790" fmla="*/ 41085 w 172460"/>
                <a:gd name="csY790" fmla="*/ 668343 h 841281"/>
                <a:gd name="csX791" fmla="*/ 39651 w 172460"/>
                <a:gd name="csY791" fmla="*/ 662133 h 841281"/>
                <a:gd name="csX792" fmla="*/ 38696 w 172460"/>
                <a:gd name="csY792" fmla="*/ 662133 h 841281"/>
                <a:gd name="csX793" fmla="*/ 38218 w 172460"/>
                <a:gd name="csY793" fmla="*/ 664522 h 841281"/>
                <a:gd name="csX794" fmla="*/ 36785 w 172460"/>
                <a:gd name="csY794" fmla="*/ 667866 h 841281"/>
                <a:gd name="csX795" fmla="*/ 34874 w 172460"/>
                <a:gd name="csY795" fmla="*/ 669299 h 841281"/>
                <a:gd name="csX796" fmla="*/ 32008 w 172460"/>
                <a:gd name="csY796" fmla="*/ 670254 h 841281"/>
                <a:gd name="csX797" fmla="*/ 29142 w 172460"/>
                <a:gd name="csY797" fmla="*/ 670732 h 841281"/>
                <a:gd name="csX798" fmla="*/ 26753 w 172460"/>
                <a:gd name="csY798" fmla="*/ 669777 h 841281"/>
                <a:gd name="csX799" fmla="*/ 26275 w 172460"/>
                <a:gd name="csY799" fmla="*/ 668343 h 841281"/>
                <a:gd name="csX800" fmla="*/ 26275 w 172460"/>
                <a:gd name="csY800" fmla="*/ 666910 h 841281"/>
                <a:gd name="csX801" fmla="*/ 25320 w 172460"/>
                <a:gd name="csY801" fmla="*/ 665955 h 841281"/>
                <a:gd name="csX802" fmla="*/ 22453 w 172460"/>
                <a:gd name="csY802" fmla="*/ 664999 h 841281"/>
                <a:gd name="csX803" fmla="*/ 21976 w 172460"/>
                <a:gd name="csY803" fmla="*/ 664999 h 841281"/>
                <a:gd name="csX804" fmla="*/ 21020 w 172460"/>
                <a:gd name="csY804" fmla="*/ 663088 h 841281"/>
                <a:gd name="csX805" fmla="*/ 21976 w 172460"/>
                <a:gd name="csY805" fmla="*/ 661177 h 841281"/>
                <a:gd name="csX806" fmla="*/ 23409 w 172460"/>
                <a:gd name="csY806" fmla="*/ 659744 h 841281"/>
                <a:gd name="csX807" fmla="*/ 24842 w 172460"/>
                <a:gd name="csY807" fmla="*/ 659744 h 841281"/>
                <a:gd name="csX808" fmla="*/ 25798 w 172460"/>
                <a:gd name="csY808" fmla="*/ 660700 h 841281"/>
                <a:gd name="csX809" fmla="*/ 27708 w 172460"/>
                <a:gd name="csY809" fmla="*/ 662133 h 841281"/>
                <a:gd name="csX810" fmla="*/ 29142 w 172460"/>
                <a:gd name="csY810" fmla="*/ 662611 h 841281"/>
                <a:gd name="csX811" fmla="*/ 31052 w 172460"/>
                <a:gd name="csY811" fmla="*/ 661177 h 841281"/>
                <a:gd name="csX812" fmla="*/ 31052 w 172460"/>
                <a:gd name="csY812" fmla="*/ 660222 h 841281"/>
                <a:gd name="csX813" fmla="*/ 30097 w 172460"/>
                <a:gd name="csY813" fmla="*/ 659744 h 841281"/>
                <a:gd name="csX814" fmla="*/ 29142 w 172460"/>
                <a:gd name="csY814" fmla="*/ 659267 h 841281"/>
                <a:gd name="csX815" fmla="*/ 27231 w 172460"/>
                <a:gd name="csY815" fmla="*/ 658789 h 841281"/>
                <a:gd name="csX816" fmla="*/ 24364 w 172460"/>
                <a:gd name="csY816" fmla="*/ 655923 h 841281"/>
                <a:gd name="csX817" fmla="*/ 25798 w 172460"/>
                <a:gd name="csY817" fmla="*/ 653056 h 841281"/>
                <a:gd name="csX818" fmla="*/ 29619 w 172460"/>
                <a:gd name="csY818" fmla="*/ 650190 h 841281"/>
                <a:gd name="csX819" fmla="*/ 30575 w 172460"/>
                <a:gd name="csY819" fmla="*/ 649234 h 841281"/>
                <a:gd name="csX820" fmla="*/ 29619 w 172460"/>
                <a:gd name="csY820" fmla="*/ 646846 h 841281"/>
                <a:gd name="csX821" fmla="*/ 31052 w 172460"/>
                <a:gd name="csY821" fmla="*/ 643979 h 841281"/>
                <a:gd name="csX822" fmla="*/ 29619 w 172460"/>
                <a:gd name="csY822" fmla="*/ 641591 h 841281"/>
                <a:gd name="csX823" fmla="*/ 27708 w 172460"/>
                <a:gd name="csY823" fmla="*/ 638724 h 841281"/>
                <a:gd name="csX824" fmla="*/ 24842 w 172460"/>
                <a:gd name="csY824" fmla="*/ 638246 h 841281"/>
                <a:gd name="csX825" fmla="*/ 24364 w 172460"/>
                <a:gd name="csY825" fmla="*/ 639202 h 841281"/>
                <a:gd name="csX826" fmla="*/ 24364 w 172460"/>
                <a:gd name="csY826" fmla="*/ 640157 h 841281"/>
                <a:gd name="csX827" fmla="*/ 24842 w 172460"/>
                <a:gd name="csY827" fmla="*/ 641113 h 841281"/>
                <a:gd name="csX828" fmla="*/ 24364 w 172460"/>
                <a:gd name="csY828" fmla="*/ 641591 h 841281"/>
                <a:gd name="csX829" fmla="*/ 23886 w 172460"/>
                <a:gd name="csY829" fmla="*/ 641591 h 841281"/>
                <a:gd name="csX830" fmla="*/ 20065 w 172460"/>
                <a:gd name="csY830" fmla="*/ 641113 h 841281"/>
                <a:gd name="csX831" fmla="*/ 17676 w 172460"/>
                <a:gd name="csY831" fmla="*/ 639202 h 841281"/>
                <a:gd name="csX832" fmla="*/ 13854 w 172460"/>
                <a:gd name="csY832" fmla="*/ 637769 h 841281"/>
                <a:gd name="csX833" fmla="*/ 13376 w 172460"/>
                <a:gd name="csY833" fmla="*/ 636336 h 841281"/>
                <a:gd name="csX834" fmla="*/ 12899 w 172460"/>
                <a:gd name="csY834" fmla="*/ 634902 h 841281"/>
                <a:gd name="csX835" fmla="*/ 14332 w 172460"/>
                <a:gd name="csY835" fmla="*/ 631558 h 841281"/>
                <a:gd name="csX836" fmla="*/ 13854 w 172460"/>
                <a:gd name="csY836" fmla="*/ 631558 h 841281"/>
                <a:gd name="csX837" fmla="*/ 10988 w 172460"/>
                <a:gd name="csY837" fmla="*/ 633947 h 841281"/>
                <a:gd name="csX838" fmla="*/ 7166 w 172460"/>
                <a:gd name="csY838" fmla="*/ 635380 h 841281"/>
                <a:gd name="csX839" fmla="*/ 4777 w 172460"/>
                <a:gd name="csY839" fmla="*/ 635380 h 841281"/>
                <a:gd name="csX840" fmla="*/ 3344 w 172460"/>
                <a:gd name="csY840" fmla="*/ 636336 h 841281"/>
                <a:gd name="csX841" fmla="*/ 2867 w 172460"/>
                <a:gd name="csY841" fmla="*/ 637291 h 841281"/>
                <a:gd name="csX842" fmla="*/ 3822 w 172460"/>
                <a:gd name="csY842" fmla="*/ 637769 h 841281"/>
                <a:gd name="csX843" fmla="*/ 5255 w 172460"/>
                <a:gd name="csY843" fmla="*/ 637769 h 841281"/>
                <a:gd name="csX844" fmla="*/ 6210 w 172460"/>
                <a:gd name="csY844" fmla="*/ 641113 h 841281"/>
                <a:gd name="csX845" fmla="*/ 6210 w 172460"/>
                <a:gd name="csY845" fmla="*/ 642068 h 841281"/>
                <a:gd name="csX846" fmla="*/ 5733 w 172460"/>
                <a:gd name="csY846" fmla="*/ 642546 h 841281"/>
                <a:gd name="csX847" fmla="*/ 4300 w 172460"/>
                <a:gd name="csY847" fmla="*/ 643024 h 841281"/>
                <a:gd name="csX848" fmla="*/ 1433 w 172460"/>
                <a:gd name="csY848" fmla="*/ 641113 h 841281"/>
                <a:gd name="csX849" fmla="*/ 0 w 172460"/>
                <a:gd name="csY849" fmla="*/ 638724 h 841281"/>
                <a:gd name="csX850" fmla="*/ 0 w 172460"/>
                <a:gd name="csY850" fmla="*/ 636813 h 841281"/>
                <a:gd name="csX851" fmla="*/ 956 w 172460"/>
                <a:gd name="csY851" fmla="*/ 634425 h 841281"/>
                <a:gd name="csX852" fmla="*/ 5255 w 172460"/>
                <a:gd name="csY852" fmla="*/ 631081 h 841281"/>
                <a:gd name="csX853" fmla="*/ 6688 w 172460"/>
                <a:gd name="csY853" fmla="*/ 629647 h 841281"/>
                <a:gd name="csX854" fmla="*/ 9077 w 172460"/>
                <a:gd name="csY854" fmla="*/ 627736 h 841281"/>
                <a:gd name="csX855" fmla="*/ 12421 w 172460"/>
                <a:gd name="csY855" fmla="*/ 624392 h 841281"/>
                <a:gd name="csX856" fmla="*/ 15765 w 172460"/>
                <a:gd name="csY856" fmla="*/ 622481 h 841281"/>
                <a:gd name="csX857" fmla="*/ 14332 w 172460"/>
                <a:gd name="csY857" fmla="*/ 620570 h 841281"/>
                <a:gd name="csX858" fmla="*/ 12421 w 172460"/>
                <a:gd name="csY858" fmla="*/ 618182 h 841281"/>
                <a:gd name="csX859" fmla="*/ 12899 w 172460"/>
                <a:gd name="csY859" fmla="*/ 614838 h 841281"/>
                <a:gd name="csX860" fmla="*/ 18632 w 172460"/>
                <a:gd name="csY860" fmla="*/ 613404 h 841281"/>
                <a:gd name="csX861" fmla="*/ 21498 w 172460"/>
                <a:gd name="csY861" fmla="*/ 614360 h 841281"/>
                <a:gd name="csX862" fmla="*/ 24842 w 172460"/>
                <a:gd name="csY862" fmla="*/ 613882 h 841281"/>
                <a:gd name="csX863" fmla="*/ 26753 w 172460"/>
                <a:gd name="csY863" fmla="*/ 613404 h 841281"/>
                <a:gd name="csX864" fmla="*/ 27708 w 172460"/>
                <a:gd name="csY864" fmla="*/ 612927 h 841281"/>
                <a:gd name="csX865" fmla="*/ 30575 w 172460"/>
                <a:gd name="csY865" fmla="*/ 611971 h 841281"/>
                <a:gd name="csX866" fmla="*/ 32008 w 172460"/>
                <a:gd name="csY866" fmla="*/ 611016 h 841281"/>
                <a:gd name="csX867" fmla="*/ 32008 w 172460"/>
                <a:gd name="csY867" fmla="*/ 610061 h 841281"/>
                <a:gd name="csX868" fmla="*/ 32008 w 172460"/>
                <a:gd name="csY868" fmla="*/ 609105 h 841281"/>
                <a:gd name="csX869" fmla="*/ 32008 w 172460"/>
                <a:gd name="csY869" fmla="*/ 608150 h 841281"/>
                <a:gd name="csX870" fmla="*/ 31530 w 172460"/>
                <a:gd name="csY870" fmla="*/ 605283 h 841281"/>
                <a:gd name="csX871" fmla="*/ 32008 w 172460"/>
                <a:gd name="csY871" fmla="*/ 604328 h 841281"/>
                <a:gd name="csX872" fmla="*/ 32963 w 172460"/>
                <a:gd name="csY872" fmla="*/ 602895 h 841281"/>
                <a:gd name="csX873" fmla="*/ 34874 w 172460"/>
                <a:gd name="csY873" fmla="*/ 602895 h 841281"/>
                <a:gd name="csX874" fmla="*/ 35352 w 172460"/>
                <a:gd name="csY874" fmla="*/ 602895 h 841281"/>
                <a:gd name="csX875" fmla="*/ 37263 w 172460"/>
                <a:gd name="csY875" fmla="*/ 603850 h 841281"/>
                <a:gd name="csX876" fmla="*/ 36785 w 172460"/>
                <a:gd name="csY876" fmla="*/ 605283 h 841281"/>
                <a:gd name="csX877" fmla="*/ 36308 w 172460"/>
                <a:gd name="csY877" fmla="*/ 607194 h 841281"/>
                <a:gd name="csX878" fmla="*/ 34397 w 172460"/>
                <a:gd name="csY878" fmla="*/ 613882 h 841281"/>
                <a:gd name="csX879" fmla="*/ 33919 w 172460"/>
                <a:gd name="csY879" fmla="*/ 615315 h 841281"/>
                <a:gd name="csX880" fmla="*/ 32486 w 172460"/>
                <a:gd name="csY880" fmla="*/ 616749 h 841281"/>
                <a:gd name="csX881" fmla="*/ 33441 w 172460"/>
                <a:gd name="csY881" fmla="*/ 619615 h 841281"/>
                <a:gd name="csX882" fmla="*/ 32486 w 172460"/>
                <a:gd name="csY882" fmla="*/ 621526 h 841281"/>
                <a:gd name="csX883" fmla="*/ 26753 w 172460"/>
                <a:gd name="csY883" fmla="*/ 623915 h 841281"/>
                <a:gd name="csX884" fmla="*/ 26275 w 172460"/>
                <a:gd name="csY884" fmla="*/ 623915 h 841281"/>
                <a:gd name="csX885" fmla="*/ 26275 w 172460"/>
                <a:gd name="csY885" fmla="*/ 624870 h 841281"/>
                <a:gd name="csX886" fmla="*/ 29619 w 172460"/>
                <a:gd name="csY886" fmla="*/ 624392 h 841281"/>
                <a:gd name="csX887" fmla="*/ 32008 w 172460"/>
                <a:gd name="csY887" fmla="*/ 623915 h 841281"/>
                <a:gd name="csX888" fmla="*/ 34397 w 172460"/>
                <a:gd name="csY888" fmla="*/ 622481 h 841281"/>
                <a:gd name="csX889" fmla="*/ 35352 w 172460"/>
                <a:gd name="csY889" fmla="*/ 619615 h 841281"/>
                <a:gd name="csX890" fmla="*/ 36308 w 172460"/>
                <a:gd name="csY890" fmla="*/ 614360 h 841281"/>
                <a:gd name="csX891" fmla="*/ 37741 w 172460"/>
                <a:gd name="csY891" fmla="*/ 613404 h 841281"/>
                <a:gd name="csX892" fmla="*/ 39174 w 172460"/>
                <a:gd name="csY892" fmla="*/ 613404 h 841281"/>
                <a:gd name="csX893" fmla="*/ 40129 w 172460"/>
                <a:gd name="csY893" fmla="*/ 614360 h 841281"/>
                <a:gd name="csX894" fmla="*/ 39651 w 172460"/>
                <a:gd name="csY894" fmla="*/ 617227 h 841281"/>
                <a:gd name="csX895" fmla="*/ 39651 w 172460"/>
                <a:gd name="csY895" fmla="*/ 620093 h 841281"/>
                <a:gd name="csX896" fmla="*/ 37741 w 172460"/>
                <a:gd name="csY896" fmla="*/ 628214 h 841281"/>
                <a:gd name="csX897" fmla="*/ 35352 w 172460"/>
                <a:gd name="csY897" fmla="*/ 631558 h 841281"/>
                <a:gd name="csX898" fmla="*/ 34874 w 172460"/>
                <a:gd name="csY898" fmla="*/ 632036 h 841281"/>
                <a:gd name="csX899" fmla="*/ 34874 w 172460"/>
                <a:gd name="csY899" fmla="*/ 633469 h 841281"/>
                <a:gd name="csX900" fmla="*/ 36785 w 172460"/>
                <a:gd name="csY900" fmla="*/ 632992 h 841281"/>
                <a:gd name="csX901" fmla="*/ 38218 w 172460"/>
                <a:gd name="csY901" fmla="*/ 631558 h 841281"/>
                <a:gd name="csX902" fmla="*/ 39651 w 172460"/>
                <a:gd name="csY902" fmla="*/ 629170 h 841281"/>
                <a:gd name="csX903" fmla="*/ 40607 w 172460"/>
                <a:gd name="csY903" fmla="*/ 625826 h 841281"/>
                <a:gd name="csX904" fmla="*/ 40607 w 172460"/>
                <a:gd name="csY904" fmla="*/ 623915 h 841281"/>
                <a:gd name="csX905" fmla="*/ 40607 w 172460"/>
                <a:gd name="csY905" fmla="*/ 622481 h 841281"/>
                <a:gd name="csX906" fmla="*/ 41085 w 172460"/>
                <a:gd name="csY906" fmla="*/ 617704 h 841281"/>
                <a:gd name="csX907" fmla="*/ 42040 w 172460"/>
                <a:gd name="csY907" fmla="*/ 615793 h 841281"/>
                <a:gd name="csX908" fmla="*/ 42040 w 172460"/>
                <a:gd name="csY908" fmla="*/ 612449 h 841281"/>
                <a:gd name="csX909" fmla="*/ 40607 w 172460"/>
                <a:gd name="csY909" fmla="*/ 611016 h 841281"/>
                <a:gd name="csX910" fmla="*/ 38696 w 172460"/>
                <a:gd name="csY910" fmla="*/ 610538 h 841281"/>
                <a:gd name="csX911" fmla="*/ 38218 w 172460"/>
                <a:gd name="csY911" fmla="*/ 608627 h 841281"/>
                <a:gd name="csX912" fmla="*/ 39174 w 172460"/>
                <a:gd name="csY912" fmla="*/ 604805 h 841281"/>
                <a:gd name="csX913" fmla="*/ 42996 w 172460"/>
                <a:gd name="csY913" fmla="*/ 604805 h 841281"/>
                <a:gd name="csX914" fmla="*/ 46340 w 172460"/>
                <a:gd name="csY914" fmla="*/ 602417 h 841281"/>
                <a:gd name="csX915" fmla="*/ 48251 w 172460"/>
                <a:gd name="csY915" fmla="*/ 601461 h 841281"/>
                <a:gd name="csX916" fmla="*/ 49684 w 172460"/>
                <a:gd name="csY916" fmla="*/ 601461 h 841281"/>
                <a:gd name="csX917" fmla="*/ 53983 w 172460"/>
                <a:gd name="csY917" fmla="*/ 603850 h 841281"/>
                <a:gd name="csX918" fmla="*/ 54939 w 172460"/>
                <a:gd name="csY918" fmla="*/ 603850 h 841281"/>
                <a:gd name="csX919" fmla="*/ 54939 w 172460"/>
                <a:gd name="csY919" fmla="*/ 602895 h 841281"/>
                <a:gd name="csX920" fmla="*/ 53983 w 172460"/>
                <a:gd name="csY920" fmla="*/ 602417 h 841281"/>
                <a:gd name="csX921" fmla="*/ 52550 w 172460"/>
                <a:gd name="csY921" fmla="*/ 601461 h 841281"/>
                <a:gd name="csX922" fmla="*/ 49206 w 172460"/>
                <a:gd name="csY922" fmla="*/ 599073 h 841281"/>
                <a:gd name="csX923" fmla="*/ 44907 w 172460"/>
                <a:gd name="csY923" fmla="*/ 598595 h 841281"/>
                <a:gd name="csX924" fmla="*/ 45862 w 172460"/>
                <a:gd name="csY924" fmla="*/ 594773 h 841281"/>
                <a:gd name="csX925" fmla="*/ 46340 w 172460"/>
                <a:gd name="csY925" fmla="*/ 591907 h 841281"/>
                <a:gd name="csX926" fmla="*/ 48728 w 172460"/>
                <a:gd name="csY926" fmla="*/ 591429 h 841281"/>
                <a:gd name="csX927" fmla="*/ 52073 w 172460"/>
                <a:gd name="csY927" fmla="*/ 590474 h 841281"/>
                <a:gd name="csX928" fmla="*/ 58761 w 172460"/>
                <a:gd name="csY928" fmla="*/ 585696 h 841281"/>
                <a:gd name="csX929" fmla="*/ 60194 w 172460"/>
                <a:gd name="csY929" fmla="*/ 581874 h 841281"/>
                <a:gd name="csX930" fmla="*/ 60194 w 172460"/>
                <a:gd name="csY930" fmla="*/ 578053 h 841281"/>
                <a:gd name="csX931" fmla="*/ 57328 w 172460"/>
                <a:gd name="csY931" fmla="*/ 577097 h 841281"/>
                <a:gd name="csX932" fmla="*/ 53506 w 172460"/>
                <a:gd name="csY932" fmla="*/ 574231 h 841281"/>
                <a:gd name="csX933" fmla="*/ 51117 w 172460"/>
                <a:gd name="csY933" fmla="*/ 572797 h 841281"/>
                <a:gd name="csX934" fmla="*/ 48251 w 172460"/>
                <a:gd name="csY934" fmla="*/ 571364 h 841281"/>
                <a:gd name="csX935" fmla="*/ 48728 w 172460"/>
                <a:gd name="csY935" fmla="*/ 568498 h 841281"/>
                <a:gd name="csX936" fmla="*/ 49206 w 172460"/>
                <a:gd name="csY936" fmla="*/ 564198 h 841281"/>
                <a:gd name="csX937" fmla="*/ 52550 w 172460"/>
                <a:gd name="csY937" fmla="*/ 563243 h 841281"/>
                <a:gd name="csX938" fmla="*/ 53983 w 172460"/>
                <a:gd name="csY938" fmla="*/ 557510 h 841281"/>
                <a:gd name="csX939" fmla="*/ 51595 w 172460"/>
                <a:gd name="csY939" fmla="*/ 553211 h 841281"/>
                <a:gd name="csX940" fmla="*/ 52073 w 172460"/>
                <a:gd name="csY940" fmla="*/ 549867 h 841281"/>
                <a:gd name="csX941" fmla="*/ 54939 w 172460"/>
                <a:gd name="csY941" fmla="*/ 547000 h 841281"/>
                <a:gd name="csX942" fmla="*/ 55417 w 172460"/>
                <a:gd name="csY942" fmla="*/ 545089 h 841281"/>
                <a:gd name="csX943" fmla="*/ 55894 w 172460"/>
                <a:gd name="csY943" fmla="*/ 543178 h 841281"/>
                <a:gd name="csX944" fmla="*/ 58283 w 172460"/>
                <a:gd name="csY944" fmla="*/ 542701 h 841281"/>
                <a:gd name="csX945" fmla="*/ 58761 w 172460"/>
                <a:gd name="csY945" fmla="*/ 541745 h 841281"/>
                <a:gd name="csX946" fmla="*/ 58283 w 172460"/>
                <a:gd name="csY946" fmla="*/ 539834 h 841281"/>
                <a:gd name="csX947" fmla="*/ 56850 w 172460"/>
                <a:gd name="csY947" fmla="*/ 536968 h 841281"/>
                <a:gd name="csX948" fmla="*/ 56850 w 172460"/>
                <a:gd name="csY948" fmla="*/ 533624 h 841281"/>
                <a:gd name="csX949" fmla="*/ 58283 w 172460"/>
                <a:gd name="csY949" fmla="*/ 529802 h 841281"/>
                <a:gd name="csX950" fmla="*/ 60672 w 172460"/>
                <a:gd name="csY950" fmla="*/ 529802 h 841281"/>
                <a:gd name="csX951" fmla="*/ 61149 w 172460"/>
                <a:gd name="csY951" fmla="*/ 529802 h 841281"/>
                <a:gd name="csX952" fmla="*/ 59239 w 172460"/>
                <a:gd name="csY952" fmla="*/ 527413 h 841281"/>
                <a:gd name="csX953" fmla="*/ 57805 w 172460"/>
                <a:gd name="csY953" fmla="*/ 524547 h 841281"/>
                <a:gd name="csX954" fmla="*/ 58283 w 172460"/>
                <a:gd name="csY954" fmla="*/ 523591 h 841281"/>
                <a:gd name="csX955" fmla="*/ 59716 w 172460"/>
                <a:gd name="csY955" fmla="*/ 522636 h 841281"/>
                <a:gd name="csX956" fmla="*/ 61149 w 172460"/>
                <a:gd name="csY956" fmla="*/ 522158 h 841281"/>
                <a:gd name="csX957" fmla="*/ 62583 w 172460"/>
                <a:gd name="csY957" fmla="*/ 523591 h 841281"/>
                <a:gd name="csX958" fmla="*/ 64971 w 172460"/>
                <a:gd name="csY958" fmla="*/ 527891 h 841281"/>
                <a:gd name="csX959" fmla="*/ 65449 w 172460"/>
                <a:gd name="csY959" fmla="*/ 526936 h 841281"/>
                <a:gd name="csX960" fmla="*/ 64493 w 172460"/>
                <a:gd name="csY960" fmla="*/ 522636 h 841281"/>
                <a:gd name="csX961" fmla="*/ 63538 w 172460"/>
                <a:gd name="csY961" fmla="*/ 516903 h 841281"/>
                <a:gd name="csX962" fmla="*/ 61149 w 172460"/>
                <a:gd name="csY962" fmla="*/ 517859 h 841281"/>
                <a:gd name="csX963" fmla="*/ 58761 w 172460"/>
                <a:gd name="csY963" fmla="*/ 517381 h 841281"/>
                <a:gd name="csX964" fmla="*/ 57805 w 172460"/>
                <a:gd name="csY964" fmla="*/ 516425 h 841281"/>
                <a:gd name="csX965" fmla="*/ 57328 w 172460"/>
                <a:gd name="csY965" fmla="*/ 514992 h 841281"/>
                <a:gd name="csX966" fmla="*/ 57805 w 172460"/>
                <a:gd name="csY966" fmla="*/ 513559 h 841281"/>
                <a:gd name="csX967" fmla="*/ 58761 w 172460"/>
                <a:gd name="csY967" fmla="*/ 512604 h 841281"/>
                <a:gd name="csX968" fmla="*/ 60672 w 172460"/>
                <a:gd name="csY968" fmla="*/ 511171 h 841281"/>
                <a:gd name="csX969" fmla="*/ 64016 w 172460"/>
                <a:gd name="csY969" fmla="*/ 510693 h 841281"/>
                <a:gd name="csX970" fmla="*/ 66405 w 172460"/>
                <a:gd name="csY970" fmla="*/ 508782 h 841281"/>
                <a:gd name="csX971" fmla="*/ 67360 w 172460"/>
                <a:gd name="csY971" fmla="*/ 505438 h 841281"/>
                <a:gd name="csX972" fmla="*/ 66405 w 172460"/>
                <a:gd name="csY972" fmla="*/ 505438 h 841281"/>
                <a:gd name="csX973" fmla="*/ 64971 w 172460"/>
                <a:gd name="csY973" fmla="*/ 508782 h 841281"/>
                <a:gd name="csX974" fmla="*/ 62583 w 172460"/>
                <a:gd name="csY974" fmla="*/ 509737 h 841281"/>
                <a:gd name="csX975" fmla="*/ 61627 w 172460"/>
                <a:gd name="csY975" fmla="*/ 509737 h 841281"/>
                <a:gd name="csX976" fmla="*/ 60194 w 172460"/>
                <a:gd name="csY976" fmla="*/ 509259 h 841281"/>
                <a:gd name="csX977" fmla="*/ 57328 w 172460"/>
                <a:gd name="csY977" fmla="*/ 506393 h 841281"/>
                <a:gd name="csX978" fmla="*/ 55894 w 172460"/>
                <a:gd name="csY978" fmla="*/ 505438 h 841281"/>
                <a:gd name="csX979" fmla="*/ 54461 w 172460"/>
                <a:gd name="csY979" fmla="*/ 505438 h 841281"/>
                <a:gd name="csX980" fmla="*/ 53506 w 172460"/>
                <a:gd name="csY980" fmla="*/ 506393 h 841281"/>
                <a:gd name="csX981" fmla="*/ 50162 w 172460"/>
                <a:gd name="csY981" fmla="*/ 511171 h 841281"/>
                <a:gd name="csX982" fmla="*/ 48728 w 172460"/>
                <a:gd name="csY982" fmla="*/ 512126 h 841281"/>
                <a:gd name="csX983" fmla="*/ 43474 w 172460"/>
                <a:gd name="csY983" fmla="*/ 512604 h 841281"/>
                <a:gd name="csX984" fmla="*/ 41085 w 172460"/>
                <a:gd name="csY984" fmla="*/ 511648 h 841281"/>
                <a:gd name="csX985" fmla="*/ 39174 w 172460"/>
                <a:gd name="csY985" fmla="*/ 511171 h 841281"/>
                <a:gd name="csX986" fmla="*/ 39174 w 172460"/>
                <a:gd name="csY986" fmla="*/ 509737 h 841281"/>
                <a:gd name="csX987" fmla="*/ 40129 w 172460"/>
                <a:gd name="csY987" fmla="*/ 508782 h 841281"/>
                <a:gd name="csX988" fmla="*/ 41085 w 172460"/>
                <a:gd name="csY988" fmla="*/ 507826 h 841281"/>
                <a:gd name="csX989" fmla="*/ 41085 w 172460"/>
                <a:gd name="csY989" fmla="*/ 507349 h 841281"/>
                <a:gd name="csX990" fmla="*/ 39651 w 172460"/>
                <a:gd name="csY990" fmla="*/ 506871 h 841281"/>
                <a:gd name="csX991" fmla="*/ 37741 w 172460"/>
                <a:gd name="csY991" fmla="*/ 505438 h 841281"/>
                <a:gd name="csX992" fmla="*/ 36785 w 172460"/>
                <a:gd name="csY992" fmla="*/ 504005 h 841281"/>
                <a:gd name="csX993" fmla="*/ 36308 w 172460"/>
                <a:gd name="csY993" fmla="*/ 500660 h 841281"/>
                <a:gd name="csX994" fmla="*/ 34397 w 172460"/>
                <a:gd name="csY994" fmla="*/ 495883 h 841281"/>
                <a:gd name="csX995" fmla="*/ 34397 w 172460"/>
                <a:gd name="csY995" fmla="*/ 492539 h 841281"/>
                <a:gd name="csX996" fmla="*/ 35352 w 172460"/>
                <a:gd name="csY996" fmla="*/ 490150 h 841281"/>
                <a:gd name="csX997" fmla="*/ 38218 w 172460"/>
                <a:gd name="csY997" fmla="*/ 480596 h 841281"/>
                <a:gd name="csX998" fmla="*/ 39174 w 172460"/>
                <a:gd name="csY998" fmla="*/ 475341 h 841281"/>
                <a:gd name="csX999" fmla="*/ 40607 w 172460"/>
                <a:gd name="csY999" fmla="*/ 471519 h 841281"/>
                <a:gd name="csX1000" fmla="*/ 40129 w 172460"/>
                <a:gd name="csY1000" fmla="*/ 468652 h 841281"/>
                <a:gd name="csX1001" fmla="*/ 43951 w 172460"/>
                <a:gd name="csY1001" fmla="*/ 465786 h 841281"/>
                <a:gd name="csX1002" fmla="*/ 45384 w 172460"/>
                <a:gd name="csY1002" fmla="*/ 464353 h 841281"/>
                <a:gd name="csX1003" fmla="*/ 48728 w 172460"/>
                <a:gd name="csY1003" fmla="*/ 455754 h 841281"/>
                <a:gd name="csX1004" fmla="*/ 49206 w 172460"/>
                <a:gd name="csY1004" fmla="*/ 450976 h 841281"/>
                <a:gd name="csX1005" fmla="*/ 43951 w 172460"/>
                <a:gd name="csY1005" fmla="*/ 437122 h 841281"/>
                <a:gd name="csX1006" fmla="*/ 43474 w 172460"/>
                <a:gd name="csY1006" fmla="*/ 434256 h 841281"/>
                <a:gd name="csX1007" fmla="*/ 42996 w 172460"/>
                <a:gd name="csY1007" fmla="*/ 430912 h 841281"/>
                <a:gd name="csX1008" fmla="*/ 44429 w 172460"/>
                <a:gd name="csY1008" fmla="*/ 425657 h 841281"/>
                <a:gd name="csX1009" fmla="*/ 44429 w 172460"/>
                <a:gd name="csY1009" fmla="*/ 423746 h 841281"/>
                <a:gd name="csX1010" fmla="*/ 43474 w 172460"/>
                <a:gd name="csY1010" fmla="*/ 420402 h 841281"/>
                <a:gd name="csX1011" fmla="*/ 40607 w 172460"/>
                <a:gd name="csY1011" fmla="*/ 415625 h 841281"/>
                <a:gd name="csX1012" fmla="*/ 40607 w 172460"/>
                <a:gd name="csY1012" fmla="*/ 413236 h 841281"/>
                <a:gd name="csX1013" fmla="*/ 41563 w 172460"/>
                <a:gd name="csY1013" fmla="*/ 410847 h 841281"/>
                <a:gd name="csX1014" fmla="*/ 40607 w 172460"/>
                <a:gd name="csY1014" fmla="*/ 407503 h 841281"/>
                <a:gd name="csX1015" fmla="*/ 41085 w 172460"/>
                <a:gd name="csY1015" fmla="*/ 405592 h 841281"/>
                <a:gd name="csX1016" fmla="*/ 41563 w 172460"/>
                <a:gd name="csY1016" fmla="*/ 404159 h 841281"/>
                <a:gd name="csX1017" fmla="*/ 46340 w 172460"/>
                <a:gd name="csY1017" fmla="*/ 405115 h 841281"/>
                <a:gd name="csX1018" fmla="*/ 48251 w 172460"/>
                <a:gd name="csY1018" fmla="*/ 404637 h 841281"/>
                <a:gd name="csX1019" fmla="*/ 49206 w 172460"/>
                <a:gd name="csY1019" fmla="*/ 403681 h 841281"/>
                <a:gd name="csX1020" fmla="*/ 50162 w 172460"/>
                <a:gd name="csY1020" fmla="*/ 400815 h 841281"/>
                <a:gd name="csX1021" fmla="*/ 50639 w 172460"/>
                <a:gd name="csY1021" fmla="*/ 396993 h 841281"/>
                <a:gd name="csX1022" fmla="*/ 51117 w 172460"/>
                <a:gd name="csY1022" fmla="*/ 395082 h 841281"/>
                <a:gd name="csX1023" fmla="*/ 51117 w 172460"/>
                <a:gd name="csY1023" fmla="*/ 392694 h 841281"/>
                <a:gd name="csX1024" fmla="*/ 53506 w 172460"/>
                <a:gd name="csY1024" fmla="*/ 391738 h 841281"/>
                <a:gd name="csX1025" fmla="*/ 54461 w 172460"/>
                <a:gd name="csY1025" fmla="*/ 389350 h 841281"/>
                <a:gd name="csX1026" fmla="*/ 56372 w 172460"/>
                <a:gd name="csY1026" fmla="*/ 386005 h 841281"/>
                <a:gd name="csX1027" fmla="*/ 58283 w 172460"/>
                <a:gd name="csY1027" fmla="*/ 376928 h 841281"/>
                <a:gd name="csX1028" fmla="*/ 59716 w 172460"/>
                <a:gd name="csY1028" fmla="*/ 374540 h 841281"/>
                <a:gd name="csX1029" fmla="*/ 61627 w 172460"/>
                <a:gd name="csY1029" fmla="*/ 372151 h 841281"/>
                <a:gd name="csX1030" fmla="*/ 61149 w 172460"/>
                <a:gd name="csY1030" fmla="*/ 367852 h 841281"/>
                <a:gd name="csX1031" fmla="*/ 62583 w 172460"/>
                <a:gd name="csY1031" fmla="*/ 366419 h 841281"/>
                <a:gd name="csX1032" fmla="*/ 63538 w 172460"/>
                <a:gd name="csY1032" fmla="*/ 364985 h 841281"/>
                <a:gd name="csX1033" fmla="*/ 64493 w 172460"/>
                <a:gd name="csY1033" fmla="*/ 362596 h 841281"/>
                <a:gd name="csX1034" fmla="*/ 65927 w 172460"/>
                <a:gd name="csY1034" fmla="*/ 360208 h 841281"/>
                <a:gd name="csX1035" fmla="*/ 69271 w 172460"/>
                <a:gd name="csY1035" fmla="*/ 357342 h 841281"/>
                <a:gd name="csX1036" fmla="*/ 69749 w 172460"/>
                <a:gd name="csY1036" fmla="*/ 353520 h 841281"/>
                <a:gd name="csX1037" fmla="*/ 72615 w 172460"/>
                <a:gd name="csY1037" fmla="*/ 346831 h 841281"/>
                <a:gd name="csX1038" fmla="*/ 73093 w 172460"/>
                <a:gd name="csY1038" fmla="*/ 342054 h 841281"/>
                <a:gd name="csX1039" fmla="*/ 73570 w 172460"/>
                <a:gd name="csY1039" fmla="*/ 339188 h 841281"/>
                <a:gd name="csX1040" fmla="*/ 73570 w 172460"/>
                <a:gd name="csY1040" fmla="*/ 336799 h 841281"/>
                <a:gd name="csX1041" fmla="*/ 75004 w 172460"/>
                <a:gd name="csY1041" fmla="*/ 333455 h 841281"/>
                <a:gd name="csX1042" fmla="*/ 76437 w 172460"/>
                <a:gd name="csY1042" fmla="*/ 330589 h 841281"/>
                <a:gd name="csX1043" fmla="*/ 76915 w 172460"/>
                <a:gd name="csY1043" fmla="*/ 329155 h 841281"/>
                <a:gd name="csX1044" fmla="*/ 80258 w 172460"/>
                <a:gd name="csY1044" fmla="*/ 325334 h 841281"/>
                <a:gd name="csX1045" fmla="*/ 80736 w 172460"/>
                <a:gd name="csY1045" fmla="*/ 322467 h 841281"/>
                <a:gd name="csX1046" fmla="*/ 79303 w 172460"/>
                <a:gd name="csY1046" fmla="*/ 320556 h 841281"/>
                <a:gd name="csX1047" fmla="*/ 79303 w 172460"/>
                <a:gd name="csY1047" fmla="*/ 317690 h 841281"/>
                <a:gd name="csX1048" fmla="*/ 78825 w 172460"/>
                <a:gd name="csY1048" fmla="*/ 313390 h 841281"/>
                <a:gd name="csX1049" fmla="*/ 80736 w 172460"/>
                <a:gd name="csY1049" fmla="*/ 311957 h 841281"/>
                <a:gd name="csX1050" fmla="*/ 81692 w 172460"/>
                <a:gd name="csY1050" fmla="*/ 310524 h 841281"/>
                <a:gd name="csX1051" fmla="*/ 84558 w 172460"/>
                <a:gd name="csY1051" fmla="*/ 303836 h 841281"/>
                <a:gd name="csX1052" fmla="*/ 84081 w 172460"/>
                <a:gd name="csY1052" fmla="*/ 301447 h 841281"/>
                <a:gd name="csX1053" fmla="*/ 85036 w 172460"/>
                <a:gd name="csY1053" fmla="*/ 298103 h 841281"/>
                <a:gd name="csX1054" fmla="*/ 83125 w 172460"/>
                <a:gd name="csY1054" fmla="*/ 294281 h 841281"/>
                <a:gd name="csX1055" fmla="*/ 82647 w 172460"/>
                <a:gd name="csY1055" fmla="*/ 285682 h 841281"/>
                <a:gd name="csX1056" fmla="*/ 81692 w 172460"/>
                <a:gd name="csY1056" fmla="*/ 278994 h 841281"/>
                <a:gd name="csX1057" fmla="*/ 80258 w 172460"/>
                <a:gd name="csY1057" fmla="*/ 272306 h 841281"/>
                <a:gd name="csX1058" fmla="*/ 80258 w 172460"/>
                <a:gd name="csY1058" fmla="*/ 268484 h 841281"/>
                <a:gd name="csX1059" fmla="*/ 79303 w 172460"/>
                <a:gd name="csY1059" fmla="*/ 263707 h 841281"/>
                <a:gd name="csX1060" fmla="*/ 79303 w 172460"/>
                <a:gd name="csY1060" fmla="*/ 260840 h 841281"/>
                <a:gd name="csX1061" fmla="*/ 80258 w 172460"/>
                <a:gd name="csY1061" fmla="*/ 254630 h 841281"/>
                <a:gd name="csX1062" fmla="*/ 85514 w 172460"/>
                <a:gd name="csY1062" fmla="*/ 250808 h 841281"/>
                <a:gd name="csX1063" fmla="*/ 86469 w 172460"/>
                <a:gd name="csY1063" fmla="*/ 246508 h 841281"/>
                <a:gd name="csX1064" fmla="*/ 86947 w 172460"/>
                <a:gd name="csY1064" fmla="*/ 240298 h 841281"/>
                <a:gd name="csX1065" fmla="*/ 86947 w 172460"/>
                <a:gd name="csY1065" fmla="*/ 235998 h 841281"/>
                <a:gd name="csX1066" fmla="*/ 86469 w 172460"/>
                <a:gd name="csY1066" fmla="*/ 234087 h 841281"/>
                <a:gd name="csX1067" fmla="*/ 83603 w 172460"/>
                <a:gd name="csY1067" fmla="*/ 230743 h 841281"/>
                <a:gd name="csX1068" fmla="*/ 83125 w 172460"/>
                <a:gd name="csY1068" fmla="*/ 225488 h 841281"/>
                <a:gd name="csX1069" fmla="*/ 83603 w 172460"/>
                <a:gd name="csY1069" fmla="*/ 224055 h 841281"/>
                <a:gd name="csX1070" fmla="*/ 85514 w 172460"/>
                <a:gd name="csY1070" fmla="*/ 222144 h 841281"/>
                <a:gd name="csX1071" fmla="*/ 87424 w 172460"/>
                <a:gd name="csY1071" fmla="*/ 220233 h 841281"/>
                <a:gd name="csX1072" fmla="*/ 87902 w 172460"/>
                <a:gd name="csY1072" fmla="*/ 216889 h 841281"/>
                <a:gd name="csX1073" fmla="*/ 89813 w 172460"/>
                <a:gd name="csY1073" fmla="*/ 214023 h 841281"/>
                <a:gd name="csX1074" fmla="*/ 90291 w 172460"/>
                <a:gd name="csY1074" fmla="*/ 207812 h 841281"/>
                <a:gd name="csX1075" fmla="*/ 91724 w 172460"/>
                <a:gd name="csY1075" fmla="*/ 202557 h 841281"/>
                <a:gd name="csX1076" fmla="*/ 92202 w 172460"/>
                <a:gd name="csY1076" fmla="*/ 200646 h 841281"/>
                <a:gd name="csX1077" fmla="*/ 94590 w 172460"/>
                <a:gd name="csY1077" fmla="*/ 198258 h 841281"/>
                <a:gd name="csX1078" fmla="*/ 94590 w 172460"/>
                <a:gd name="csY1078" fmla="*/ 197780 h 841281"/>
                <a:gd name="csX1079" fmla="*/ 95068 w 172460"/>
                <a:gd name="csY1079" fmla="*/ 196347 h 841281"/>
                <a:gd name="csX1080" fmla="*/ 95068 w 172460"/>
                <a:gd name="csY1080" fmla="*/ 192047 h 841281"/>
                <a:gd name="csX1081" fmla="*/ 95546 w 172460"/>
                <a:gd name="csY1081" fmla="*/ 189659 h 841281"/>
                <a:gd name="csX1082" fmla="*/ 96979 w 172460"/>
                <a:gd name="csY1082" fmla="*/ 184881 h 841281"/>
                <a:gd name="csX1083" fmla="*/ 97457 w 172460"/>
                <a:gd name="csY1083" fmla="*/ 182493 h 841281"/>
                <a:gd name="csX1084" fmla="*/ 98890 w 172460"/>
                <a:gd name="csY1084" fmla="*/ 177715 h 841281"/>
                <a:gd name="csX1085" fmla="*/ 99368 w 172460"/>
                <a:gd name="csY1085" fmla="*/ 174371 h 841281"/>
                <a:gd name="csX1086" fmla="*/ 100323 w 172460"/>
                <a:gd name="csY1086" fmla="*/ 172460 h 841281"/>
                <a:gd name="csX1087" fmla="*/ 99846 w 172460"/>
                <a:gd name="csY1087" fmla="*/ 170072 h 841281"/>
                <a:gd name="csX1088" fmla="*/ 100323 w 172460"/>
                <a:gd name="csY1088" fmla="*/ 165294 h 841281"/>
                <a:gd name="csX1089" fmla="*/ 99368 w 172460"/>
                <a:gd name="csY1089" fmla="*/ 162906 h 841281"/>
                <a:gd name="csX1090" fmla="*/ 98890 w 172460"/>
                <a:gd name="csY1090" fmla="*/ 161473 h 841281"/>
                <a:gd name="csX1091" fmla="*/ 100801 w 172460"/>
                <a:gd name="csY1091" fmla="*/ 156695 h 841281"/>
                <a:gd name="csX1092" fmla="*/ 101756 w 172460"/>
                <a:gd name="csY1092" fmla="*/ 155262 h 841281"/>
                <a:gd name="csX1093" fmla="*/ 103667 w 172460"/>
                <a:gd name="csY1093" fmla="*/ 153351 h 841281"/>
                <a:gd name="csX1094" fmla="*/ 104145 w 172460"/>
                <a:gd name="csY1094" fmla="*/ 150485 h 841281"/>
                <a:gd name="csX1095" fmla="*/ 104145 w 172460"/>
                <a:gd name="csY1095" fmla="*/ 149052 h 841281"/>
                <a:gd name="csX1096" fmla="*/ 102234 w 172460"/>
                <a:gd name="csY1096" fmla="*/ 141408 h 841281"/>
                <a:gd name="csX1097" fmla="*/ 101756 w 172460"/>
                <a:gd name="csY1097" fmla="*/ 138542 h 841281"/>
                <a:gd name="csX1098" fmla="*/ 102234 w 172460"/>
                <a:gd name="csY1098" fmla="*/ 132331 h 841281"/>
                <a:gd name="csX1099" fmla="*/ 103190 w 172460"/>
                <a:gd name="csY1099" fmla="*/ 128509 h 841281"/>
                <a:gd name="csX1100" fmla="*/ 102712 w 172460"/>
                <a:gd name="csY1100" fmla="*/ 125165 h 841281"/>
                <a:gd name="csX1101" fmla="*/ 103190 w 172460"/>
                <a:gd name="csY1101" fmla="*/ 123254 h 841281"/>
                <a:gd name="csX1102" fmla="*/ 103667 w 172460"/>
                <a:gd name="csY1102" fmla="*/ 121343 h 841281"/>
                <a:gd name="csX1103" fmla="*/ 105100 w 172460"/>
                <a:gd name="csY1103" fmla="*/ 118954 h 841281"/>
                <a:gd name="csX1104" fmla="*/ 105578 w 172460"/>
                <a:gd name="csY1104" fmla="*/ 117044 h 841281"/>
                <a:gd name="csX1105" fmla="*/ 104623 w 172460"/>
                <a:gd name="csY1105" fmla="*/ 116566 h 841281"/>
                <a:gd name="csX1106" fmla="*/ 103190 w 172460"/>
                <a:gd name="csY1106" fmla="*/ 115611 h 841281"/>
                <a:gd name="csX1107" fmla="*/ 101279 w 172460"/>
                <a:gd name="csY1107" fmla="*/ 113222 h 841281"/>
                <a:gd name="csX1108" fmla="*/ 101279 w 172460"/>
                <a:gd name="csY1108" fmla="*/ 110833 h 841281"/>
                <a:gd name="csX1109" fmla="*/ 101756 w 172460"/>
                <a:gd name="csY1109" fmla="*/ 109400 h 841281"/>
                <a:gd name="csX1110" fmla="*/ 102234 w 172460"/>
                <a:gd name="csY1110" fmla="*/ 107011 h 841281"/>
                <a:gd name="csX1111" fmla="*/ 104145 w 172460"/>
                <a:gd name="csY1111" fmla="*/ 106534 h 841281"/>
                <a:gd name="csX1112" fmla="*/ 105578 w 172460"/>
                <a:gd name="csY1112" fmla="*/ 105578 h 841281"/>
                <a:gd name="csX1113" fmla="*/ 106534 w 172460"/>
                <a:gd name="csY1113" fmla="*/ 103189 h 841281"/>
                <a:gd name="csX1114" fmla="*/ 107967 w 172460"/>
                <a:gd name="csY1114" fmla="*/ 97457 h 841281"/>
                <a:gd name="csX1115" fmla="*/ 108445 w 172460"/>
                <a:gd name="csY1115" fmla="*/ 90291 h 841281"/>
                <a:gd name="csX1116" fmla="*/ 109400 w 172460"/>
                <a:gd name="csY1116" fmla="*/ 85991 h 841281"/>
                <a:gd name="csX1117" fmla="*/ 109878 w 172460"/>
                <a:gd name="csY1117" fmla="*/ 83603 h 841281"/>
                <a:gd name="csX1118" fmla="*/ 110356 w 172460"/>
                <a:gd name="csY1118" fmla="*/ 79303 h 841281"/>
                <a:gd name="csX1119" fmla="*/ 111311 w 172460"/>
                <a:gd name="csY1119" fmla="*/ 76437 h 841281"/>
                <a:gd name="csX1120" fmla="*/ 111789 w 172460"/>
                <a:gd name="csY1120" fmla="*/ 74048 h 841281"/>
                <a:gd name="csX1121" fmla="*/ 111311 w 172460"/>
                <a:gd name="csY1121" fmla="*/ 71659 h 841281"/>
                <a:gd name="csX1122" fmla="*/ 109400 w 172460"/>
                <a:gd name="csY1122" fmla="*/ 61627 h 841281"/>
                <a:gd name="csX1123" fmla="*/ 109400 w 172460"/>
                <a:gd name="csY1123" fmla="*/ 57805 h 841281"/>
                <a:gd name="csX1124" fmla="*/ 110356 w 172460"/>
                <a:gd name="csY1124" fmla="*/ 52072 h 841281"/>
                <a:gd name="csX1125" fmla="*/ 110356 w 172460"/>
                <a:gd name="csY1125" fmla="*/ 43951 h 841281"/>
                <a:gd name="csX1126" fmla="*/ 109878 w 172460"/>
                <a:gd name="csY1126" fmla="*/ 42040 h 841281"/>
                <a:gd name="csX1127" fmla="*/ 109400 w 172460"/>
                <a:gd name="csY1127" fmla="*/ 40129 h 841281"/>
                <a:gd name="csX1128" fmla="*/ 108922 w 172460"/>
                <a:gd name="csY1128" fmla="*/ 37740 h 841281"/>
                <a:gd name="csX1129" fmla="*/ 107489 w 172460"/>
                <a:gd name="csY1129" fmla="*/ 33441 h 841281"/>
                <a:gd name="csX1130" fmla="*/ 106534 w 172460"/>
                <a:gd name="csY1130" fmla="*/ 25320 h 841281"/>
                <a:gd name="csX1131" fmla="*/ 106534 w 172460"/>
                <a:gd name="csY1131" fmla="*/ 20542 h 841281"/>
                <a:gd name="csX1132" fmla="*/ 106056 w 172460"/>
                <a:gd name="csY1132" fmla="*/ 17198 h 841281"/>
                <a:gd name="csX1133" fmla="*/ 105100 w 172460"/>
                <a:gd name="csY1133" fmla="*/ 16243 h 841281"/>
                <a:gd name="csX1134" fmla="*/ 105578 w 172460"/>
                <a:gd name="csY1134" fmla="*/ 15765 h 841281"/>
                <a:gd name="csX1135" fmla="*/ 107489 w 172460"/>
                <a:gd name="csY1135" fmla="*/ 15765 h 841281"/>
                <a:gd name="csX1136" fmla="*/ 107489 w 172460"/>
                <a:gd name="csY1136" fmla="*/ 15765 h 841281"/>
                <a:gd name="csX1137" fmla="*/ 109400 w 172460"/>
                <a:gd name="csY1137" fmla="*/ 15765 h 841281"/>
                <a:gd name="csX1138" fmla="*/ 111789 w 172460"/>
                <a:gd name="csY1138" fmla="*/ 14809 h 841281"/>
                <a:gd name="csX1139" fmla="*/ 114655 w 172460"/>
                <a:gd name="csY1139" fmla="*/ 13376 h 841281"/>
                <a:gd name="csX1140" fmla="*/ 116566 w 172460"/>
                <a:gd name="csY1140" fmla="*/ 11465 h 841281"/>
                <a:gd name="csX1141" fmla="*/ 117044 w 172460"/>
                <a:gd name="csY1141" fmla="*/ 9077 h 841281"/>
                <a:gd name="csX1142" fmla="*/ 117044 w 172460"/>
                <a:gd name="csY1142" fmla="*/ 7644 h 841281"/>
                <a:gd name="csX1143" fmla="*/ 116088 w 172460"/>
                <a:gd name="csY1143" fmla="*/ 5255 h 841281"/>
                <a:gd name="csX1144" fmla="*/ 116088 w 172460"/>
                <a:gd name="csY1144" fmla="*/ 5255 h 841281"/>
                <a:gd name="csX1145" fmla="*/ 116088 w 172460"/>
                <a:gd name="csY1145" fmla="*/ 3822 h 841281"/>
                <a:gd name="csX1146" fmla="*/ 117044 w 172460"/>
                <a:gd name="csY1146" fmla="*/ 2866 h 841281"/>
                <a:gd name="csX1147" fmla="*/ 119432 w 172460"/>
                <a:gd name="csY1147" fmla="*/ 2866 h 841281"/>
                <a:gd name="csX1148" fmla="*/ 121343 w 172460"/>
                <a:gd name="csY1148" fmla="*/ 1433 h 841281"/>
                <a:gd name="csX1149" fmla="*/ 122777 w 172460"/>
                <a:gd name="csY1149" fmla="*/ 0 h 841281"/>
                <a:gd name="csX1150" fmla="*/ 123254 w 172460"/>
                <a:gd name="csY1150" fmla="*/ 2389 h 841281"/>
                <a:gd name="csX1151" fmla="*/ 123254 w 172460"/>
                <a:gd name="csY1151" fmla="*/ 2389 h 841281"/>
                <a:gd name="csX1152" fmla="*/ 125643 w 172460"/>
                <a:gd name="csY1152" fmla="*/ 5255 h 841281"/>
                <a:gd name="csX1153" fmla="*/ 126598 w 172460"/>
                <a:gd name="csY1153" fmla="*/ 8121 h 841281"/>
                <a:gd name="csX1154" fmla="*/ 126598 w 172460"/>
                <a:gd name="csY1154" fmla="*/ 8599 h 841281"/>
                <a:gd name="csX1155" fmla="*/ 127554 w 172460"/>
                <a:gd name="csY1155" fmla="*/ 8599 h 841281"/>
                <a:gd name="csX1156" fmla="*/ 130898 w 172460"/>
                <a:gd name="csY1156" fmla="*/ 10510 h 841281"/>
                <a:gd name="csX1157" fmla="*/ 130898 w 172460"/>
                <a:gd name="csY1157" fmla="*/ 10510 h 841281"/>
                <a:gd name="csX1158" fmla="*/ 131376 w 172460"/>
                <a:gd name="csY1158" fmla="*/ 10510 h 841281"/>
                <a:gd name="csX1159" fmla="*/ 131376 w 172460"/>
                <a:gd name="csY1159" fmla="*/ 10510 h 841281"/>
                <a:gd name="csX1160" fmla="*/ 131376 w 172460"/>
                <a:gd name="csY1160" fmla="*/ 10988 h 841281"/>
                <a:gd name="csX1161" fmla="*/ 130420 w 172460"/>
                <a:gd name="csY1161" fmla="*/ 11465 h 841281"/>
                <a:gd name="csX1162" fmla="*/ 129942 w 172460"/>
                <a:gd name="csY1162" fmla="*/ 11943 h 841281"/>
                <a:gd name="csX1163" fmla="*/ 129942 w 172460"/>
                <a:gd name="csY1163" fmla="*/ 12421 h 841281"/>
                <a:gd name="csX1164" fmla="*/ 130420 w 172460"/>
                <a:gd name="csY1164" fmla="*/ 13376 h 841281"/>
                <a:gd name="csX1165" fmla="*/ 131376 w 172460"/>
                <a:gd name="csY1165" fmla="*/ 14809 h 841281"/>
                <a:gd name="csX1166" fmla="*/ 131376 w 172460"/>
                <a:gd name="csY1166" fmla="*/ 16243 h 841281"/>
                <a:gd name="csX1167" fmla="*/ 131854 w 172460"/>
                <a:gd name="csY1167" fmla="*/ 17198 h 841281"/>
                <a:gd name="csX1168" fmla="*/ 131854 w 172460"/>
                <a:gd name="csY1168" fmla="*/ 17676 h 841281"/>
                <a:gd name="csX1169" fmla="*/ 132331 w 172460"/>
                <a:gd name="csY1169" fmla="*/ 20065 h 841281"/>
                <a:gd name="csX1170" fmla="*/ 132331 w 172460"/>
                <a:gd name="csY1170" fmla="*/ 21975 h 841281"/>
                <a:gd name="csX1171" fmla="*/ 133287 w 172460"/>
                <a:gd name="csY1171" fmla="*/ 24842 h 841281"/>
                <a:gd name="csX1172" fmla="*/ 133764 w 172460"/>
                <a:gd name="csY1172" fmla="*/ 26753 h 841281"/>
                <a:gd name="csX1173" fmla="*/ 133764 w 172460"/>
                <a:gd name="csY1173" fmla="*/ 27708 h 841281"/>
                <a:gd name="csX1174" fmla="*/ 134242 w 172460"/>
                <a:gd name="csY1174" fmla="*/ 29141 h 841281"/>
                <a:gd name="csX1175" fmla="*/ 134242 w 172460"/>
                <a:gd name="csY1175" fmla="*/ 29141 h 841281"/>
                <a:gd name="csX1176" fmla="*/ 135675 w 172460"/>
                <a:gd name="csY1176" fmla="*/ 30097 h 841281"/>
                <a:gd name="csX1177" fmla="*/ 137586 w 172460"/>
                <a:gd name="csY1177" fmla="*/ 31530 h 841281"/>
                <a:gd name="csX1178" fmla="*/ 139497 w 172460"/>
                <a:gd name="csY1178" fmla="*/ 32963 h 841281"/>
                <a:gd name="csX1179" fmla="*/ 140453 w 172460"/>
                <a:gd name="csY1179" fmla="*/ 33919 h 841281"/>
                <a:gd name="csX1180" fmla="*/ 141886 w 172460"/>
                <a:gd name="csY1180" fmla="*/ 34874 h 841281"/>
                <a:gd name="csX1181" fmla="*/ 142841 w 172460"/>
                <a:gd name="csY1181" fmla="*/ 35830 h 841281"/>
                <a:gd name="csX1182" fmla="*/ 143319 w 172460"/>
                <a:gd name="csY1182" fmla="*/ 36307 h 841281"/>
                <a:gd name="csX1183" fmla="*/ 143797 w 172460"/>
                <a:gd name="csY1183" fmla="*/ 36785 h 841281"/>
                <a:gd name="csX1184" fmla="*/ 143319 w 172460"/>
                <a:gd name="csY1184" fmla="*/ 37263 h 841281"/>
                <a:gd name="csX1185" fmla="*/ 143319 w 172460"/>
                <a:gd name="csY1185" fmla="*/ 37263 h 841281"/>
                <a:gd name="csX1186" fmla="*/ 141408 w 172460"/>
                <a:gd name="csY1186" fmla="*/ 39174 h 841281"/>
                <a:gd name="csX1187" fmla="*/ 139019 w 172460"/>
                <a:gd name="csY1187" fmla="*/ 42518 h 841281"/>
                <a:gd name="csX1188" fmla="*/ 139019 w 172460"/>
                <a:gd name="csY1188" fmla="*/ 42518 h 841281"/>
                <a:gd name="csX1189" fmla="*/ 139019 w 172460"/>
                <a:gd name="csY1189" fmla="*/ 42518 h 841281"/>
                <a:gd name="csX1190" fmla="*/ 141408 w 172460"/>
                <a:gd name="csY1190" fmla="*/ 44906 h 841281"/>
                <a:gd name="csX1191" fmla="*/ 141886 w 172460"/>
                <a:gd name="csY1191" fmla="*/ 45862 h 841281"/>
                <a:gd name="csX1192" fmla="*/ 141886 w 172460"/>
                <a:gd name="csY1192" fmla="*/ 46817 h 841281"/>
                <a:gd name="csX1193" fmla="*/ 140930 w 172460"/>
                <a:gd name="csY1193" fmla="*/ 48728 h 841281"/>
                <a:gd name="csX1194" fmla="*/ 138542 w 172460"/>
                <a:gd name="csY1194" fmla="*/ 49206 h 841281"/>
                <a:gd name="csX1195" fmla="*/ 138064 w 172460"/>
                <a:gd name="csY1195" fmla="*/ 49206 h 841281"/>
                <a:gd name="csX1196" fmla="*/ 137586 w 172460"/>
                <a:gd name="csY1196" fmla="*/ 49684 h 841281"/>
                <a:gd name="csX1197" fmla="*/ 137586 w 172460"/>
                <a:gd name="csY1197" fmla="*/ 50162 h 841281"/>
                <a:gd name="csX1198" fmla="*/ 138542 w 172460"/>
                <a:gd name="csY1198" fmla="*/ 50639 h 841281"/>
                <a:gd name="csX1199" fmla="*/ 138542 w 172460"/>
                <a:gd name="csY1199" fmla="*/ 50639 h 841281"/>
                <a:gd name="csX1200" fmla="*/ 138064 w 172460"/>
                <a:gd name="csY1200" fmla="*/ 52072 h 841281"/>
                <a:gd name="csX1201" fmla="*/ 139019 w 172460"/>
                <a:gd name="csY1201" fmla="*/ 53506 h 841281"/>
                <a:gd name="csX1202" fmla="*/ 138542 w 172460"/>
                <a:gd name="csY1202" fmla="*/ 53983 h 841281"/>
                <a:gd name="csX1203" fmla="*/ 137586 w 172460"/>
                <a:gd name="csY1203" fmla="*/ 54939 h 841281"/>
                <a:gd name="csX1204" fmla="*/ 137586 w 172460"/>
                <a:gd name="csY1204" fmla="*/ 55894 h 841281"/>
                <a:gd name="csX1205" fmla="*/ 138064 w 172460"/>
                <a:gd name="csY1205" fmla="*/ 56372 h 841281"/>
                <a:gd name="csX1206" fmla="*/ 138064 w 172460"/>
                <a:gd name="csY1206" fmla="*/ 56372 h 841281"/>
                <a:gd name="csX1207" fmla="*/ 139019 w 172460"/>
                <a:gd name="csY1207" fmla="*/ 57328 h 841281"/>
                <a:gd name="csX1208" fmla="*/ 142841 w 172460"/>
                <a:gd name="csY1208" fmla="*/ 59238 h 841281"/>
                <a:gd name="csX1209" fmla="*/ 143319 w 172460"/>
                <a:gd name="csY1209" fmla="*/ 59716 h 841281"/>
                <a:gd name="csX1210" fmla="*/ 143319 w 172460"/>
                <a:gd name="csY1210" fmla="*/ 60194 h 841281"/>
                <a:gd name="csX1211" fmla="*/ 141886 w 172460"/>
                <a:gd name="csY1211" fmla="*/ 61627 h 841281"/>
                <a:gd name="csX1212" fmla="*/ 141408 w 172460"/>
                <a:gd name="csY1212" fmla="*/ 62582 h 841281"/>
                <a:gd name="csX1213" fmla="*/ 141408 w 172460"/>
                <a:gd name="csY1213" fmla="*/ 64016 h 841281"/>
                <a:gd name="csX1214" fmla="*/ 141408 w 172460"/>
                <a:gd name="csY1214" fmla="*/ 64493 h 841281"/>
                <a:gd name="csX1215" fmla="*/ 141886 w 172460"/>
                <a:gd name="csY1215" fmla="*/ 64971 h 841281"/>
                <a:gd name="csX1216" fmla="*/ 141886 w 172460"/>
                <a:gd name="csY1216" fmla="*/ 64971 h 841281"/>
                <a:gd name="csX1217" fmla="*/ 142363 w 172460"/>
                <a:gd name="csY1217" fmla="*/ 65449 h 841281"/>
                <a:gd name="csX1218" fmla="*/ 142841 w 172460"/>
                <a:gd name="csY1218" fmla="*/ 65449 h 841281"/>
                <a:gd name="csX1219" fmla="*/ 144274 w 172460"/>
                <a:gd name="csY1219" fmla="*/ 65927 h 841281"/>
                <a:gd name="csX1220" fmla="*/ 146663 w 172460"/>
                <a:gd name="csY1220" fmla="*/ 69748 h 841281"/>
                <a:gd name="csX1221" fmla="*/ 149052 w 172460"/>
                <a:gd name="csY1221" fmla="*/ 72615 h 841281"/>
                <a:gd name="csX1222" fmla="*/ 149052 w 172460"/>
                <a:gd name="csY1222" fmla="*/ 72615 h 841281"/>
                <a:gd name="csX1223" fmla="*/ 149052 w 172460"/>
                <a:gd name="csY1223" fmla="*/ 75481 h 841281"/>
                <a:gd name="csX1224" fmla="*/ 149052 w 172460"/>
                <a:gd name="csY1224" fmla="*/ 78825 h 841281"/>
                <a:gd name="csX1225" fmla="*/ 149052 w 172460"/>
                <a:gd name="csY1225" fmla="*/ 78825 h 841281"/>
                <a:gd name="csX1226" fmla="*/ 150485 w 172460"/>
                <a:gd name="csY1226" fmla="*/ 81692 h 841281"/>
                <a:gd name="csX1227" fmla="*/ 150485 w 172460"/>
                <a:gd name="csY1227" fmla="*/ 81692 h 841281"/>
                <a:gd name="csX1228" fmla="*/ 150963 w 172460"/>
                <a:gd name="csY1228" fmla="*/ 83603 h 841281"/>
                <a:gd name="csX1229" fmla="*/ 151440 w 172460"/>
                <a:gd name="csY1229" fmla="*/ 85991 h 841281"/>
                <a:gd name="csX1230" fmla="*/ 151440 w 172460"/>
                <a:gd name="csY1230" fmla="*/ 85991 h 841281"/>
                <a:gd name="csX1231" fmla="*/ 152873 w 172460"/>
                <a:gd name="csY1231" fmla="*/ 87424 h 841281"/>
                <a:gd name="csX1232" fmla="*/ 153829 w 172460"/>
                <a:gd name="csY1232" fmla="*/ 90291 h 841281"/>
                <a:gd name="csX1233" fmla="*/ 153829 w 172460"/>
                <a:gd name="csY1233" fmla="*/ 91724 h 841281"/>
                <a:gd name="csX1234" fmla="*/ 153829 w 172460"/>
                <a:gd name="csY1234" fmla="*/ 92679 h 841281"/>
                <a:gd name="csX1235" fmla="*/ 155262 w 172460"/>
                <a:gd name="csY1235" fmla="*/ 96024 h 841281"/>
                <a:gd name="csX1236" fmla="*/ 155262 w 172460"/>
                <a:gd name="csY1236" fmla="*/ 98890 h 841281"/>
                <a:gd name="csX1237" fmla="*/ 154784 w 172460"/>
                <a:gd name="csY1237" fmla="*/ 100801 h 841281"/>
                <a:gd name="csX1238" fmla="*/ 154784 w 172460"/>
                <a:gd name="csY1238" fmla="*/ 101756 h 841281"/>
                <a:gd name="csX1239" fmla="*/ 155262 w 172460"/>
                <a:gd name="csY1239" fmla="*/ 102234 h 841281"/>
                <a:gd name="csX1240" fmla="*/ 155262 w 172460"/>
                <a:gd name="csY1240" fmla="*/ 102712 h 841281"/>
                <a:gd name="csX1241" fmla="*/ 155262 w 172460"/>
                <a:gd name="csY1241" fmla="*/ 102712 h 841281"/>
                <a:gd name="csX1242" fmla="*/ 156218 w 172460"/>
                <a:gd name="csY1242" fmla="*/ 103189 h 841281"/>
                <a:gd name="csX1243" fmla="*/ 156695 w 172460"/>
                <a:gd name="csY1243" fmla="*/ 103667 h 841281"/>
                <a:gd name="csX1244" fmla="*/ 158606 w 172460"/>
                <a:gd name="csY1244" fmla="*/ 103667 h 841281"/>
                <a:gd name="csX1245" fmla="*/ 160995 w 172460"/>
                <a:gd name="csY1245" fmla="*/ 103667 h 841281"/>
                <a:gd name="csX1246" fmla="*/ 160995 w 172460"/>
                <a:gd name="csY1246" fmla="*/ 103667 h 841281"/>
                <a:gd name="csX1247" fmla="*/ 165295 w 172460"/>
                <a:gd name="csY1247" fmla="*/ 103189 h 841281"/>
                <a:gd name="csX1248" fmla="*/ 168638 w 172460"/>
                <a:gd name="csY1248" fmla="*/ 102712 h 841281"/>
                <a:gd name="csX1249" fmla="*/ 168638 w 172460"/>
                <a:gd name="csY1249" fmla="*/ 102712 h 841281"/>
                <a:gd name="csX1250" fmla="*/ 170549 w 172460"/>
                <a:gd name="csY1250" fmla="*/ 104145 h 841281"/>
                <a:gd name="csX1251" fmla="*/ 172461 w 172460"/>
                <a:gd name="csY1251" fmla="*/ 106056 h 841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</a:cxnLst>
              <a:rect l="l" t="t" r="r" b="b"/>
              <a:pathLst>
                <a:path w="172460" h="841281">
                  <a:moveTo>
                    <a:pt x="172461" y="106056"/>
                  </a:moveTo>
                  <a:lnTo>
                    <a:pt x="171027" y="110833"/>
                  </a:lnTo>
                  <a:lnTo>
                    <a:pt x="168161" y="118477"/>
                  </a:lnTo>
                  <a:lnTo>
                    <a:pt x="166250" y="124687"/>
                  </a:lnTo>
                  <a:lnTo>
                    <a:pt x="165772" y="125165"/>
                  </a:lnTo>
                  <a:lnTo>
                    <a:pt x="165772" y="126598"/>
                  </a:lnTo>
                  <a:lnTo>
                    <a:pt x="161472" y="128031"/>
                  </a:lnTo>
                  <a:lnTo>
                    <a:pt x="155262" y="130420"/>
                  </a:lnTo>
                  <a:lnTo>
                    <a:pt x="155262" y="130420"/>
                  </a:lnTo>
                  <a:lnTo>
                    <a:pt x="151918" y="131853"/>
                  </a:lnTo>
                  <a:lnTo>
                    <a:pt x="148096" y="133286"/>
                  </a:lnTo>
                  <a:lnTo>
                    <a:pt x="147619" y="133286"/>
                  </a:lnTo>
                  <a:lnTo>
                    <a:pt x="146663" y="134720"/>
                  </a:lnTo>
                  <a:lnTo>
                    <a:pt x="145707" y="135675"/>
                  </a:lnTo>
                  <a:lnTo>
                    <a:pt x="144274" y="136631"/>
                  </a:lnTo>
                  <a:lnTo>
                    <a:pt x="144274" y="136631"/>
                  </a:lnTo>
                  <a:lnTo>
                    <a:pt x="143797" y="137586"/>
                  </a:lnTo>
                  <a:lnTo>
                    <a:pt x="142841" y="138064"/>
                  </a:lnTo>
                  <a:lnTo>
                    <a:pt x="142841" y="138064"/>
                  </a:lnTo>
                  <a:lnTo>
                    <a:pt x="141886" y="140452"/>
                  </a:lnTo>
                  <a:lnTo>
                    <a:pt x="141886" y="142363"/>
                  </a:lnTo>
                  <a:lnTo>
                    <a:pt x="142363" y="143796"/>
                  </a:lnTo>
                  <a:lnTo>
                    <a:pt x="142363" y="143796"/>
                  </a:lnTo>
                  <a:lnTo>
                    <a:pt x="143797" y="144274"/>
                  </a:lnTo>
                  <a:lnTo>
                    <a:pt x="143797" y="145707"/>
                  </a:lnTo>
                  <a:lnTo>
                    <a:pt x="144274" y="146663"/>
                  </a:lnTo>
                  <a:lnTo>
                    <a:pt x="145230" y="147618"/>
                  </a:lnTo>
                  <a:lnTo>
                    <a:pt x="144752" y="148096"/>
                  </a:lnTo>
                  <a:lnTo>
                    <a:pt x="144274" y="148574"/>
                  </a:lnTo>
                  <a:lnTo>
                    <a:pt x="142841" y="149052"/>
                  </a:lnTo>
                  <a:lnTo>
                    <a:pt x="142841" y="149052"/>
                  </a:lnTo>
                  <a:lnTo>
                    <a:pt x="141886" y="150485"/>
                  </a:lnTo>
                  <a:lnTo>
                    <a:pt x="141886" y="150485"/>
                  </a:lnTo>
                  <a:lnTo>
                    <a:pt x="140930" y="153829"/>
                  </a:lnTo>
                  <a:lnTo>
                    <a:pt x="140930" y="155262"/>
                  </a:lnTo>
                  <a:lnTo>
                    <a:pt x="141886" y="158606"/>
                  </a:lnTo>
                  <a:lnTo>
                    <a:pt x="142841" y="160517"/>
                  </a:lnTo>
                  <a:lnTo>
                    <a:pt x="144274" y="167205"/>
                  </a:lnTo>
                  <a:lnTo>
                    <a:pt x="144752" y="168638"/>
                  </a:lnTo>
                  <a:lnTo>
                    <a:pt x="142363" y="171027"/>
                  </a:lnTo>
                  <a:lnTo>
                    <a:pt x="141408" y="172938"/>
                  </a:lnTo>
                  <a:lnTo>
                    <a:pt x="140930" y="173893"/>
                  </a:lnTo>
                  <a:lnTo>
                    <a:pt x="140930" y="175327"/>
                  </a:lnTo>
                  <a:lnTo>
                    <a:pt x="141408" y="176282"/>
                  </a:lnTo>
                  <a:lnTo>
                    <a:pt x="141408" y="176282"/>
                  </a:lnTo>
                  <a:lnTo>
                    <a:pt x="143319" y="179149"/>
                  </a:lnTo>
                  <a:lnTo>
                    <a:pt x="145230" y="182015"/>
                  </a:lnTo>
                  <a:lnTo>
                    <a:pt x="145707" y="182493"/>
                  </a:lnTo>
                  <a:lnTo>
                    <a:pt x="146663" y="183448"/>
                  </a:lnTo>
                  <a:lnTo>
                    <a:pt x="146663" y="185359"/>
                  </a:lnTo>
                  <a:lnTo>
                    <a:pt x="145707" y="186314"/>
                  </a:lnTo>
                  <a:lnTo>
                    <a:pt x="144752" y="186792"/>
                  </a:lnTo>
                  <a:lnTo>
                    <a:pt x="142363" y="187748"/>
                  </a:lnTo>
                  <a:lnTo>
                    <a:pt x="142363" y="187748"/>
                  </a:lnTo>
                  <a:lnTo>
                    <a:pt x="140930" y="188703"/>
                  </a:lnTo>
                  <a:lnTo>
                    <a:pt x="139975" y="188703"/>
                  </a:lnTo>
                  <a:lnTo>
                    <a:pt x="139019" y="188225"/>
                  </a:lnTo>
                  <a:lnTo>
                    <a:pt x="137586" y="188225"/>
                  </a:lnTo>
                  <a:lnTo>
                    <a:pt x="137586" y="188225"/>
                  </a:lnTo>
                  <a:lnTo>
                    <a:pt x="136153" y="189181"/>
                  </a:lnTo>
                  <a:lnTo>
                    <a:pt x="135675" y="191092"/>
                  </a:lnTo>
                  <a:lnTo>
                    <a:pt x="134242" y="193958"/>
                  </a:lnTo>
                  <a:lnTo>
                    <a:pt x="132809" y="194914"/>
                  </a:lnTo>
                  <a:lnTo>
                    <a:pt x="132331" y="197302"/>
                  </a:lnTo>
                  <a:lnTo>
                    <a:pt x="130420" y="201124"/>
                  </a:lnTo>
                  <a:lnTo>
                    <a:pt x="129942" y="203035"/>
                  </a:lnTo>
                  <a:lnTo>
                    <a:pt x="129465" y="204946"/>
                  </a:lnTo>
                  <a:lnTo>
                    <a:pt x="128031" y="205901"/>
                  </a:lnTo>
                  <a:lnTo>
                    <a:pt x="128031" y="205901"/>
                  </a:lnTo>
                  <a:lnTo>
                    <a:pt x="126121" y="207812"/>
                  </a:lnTo>
                  <a:lnTo>
                    <a:pt x="124688" y="209723"/>
                  </a:lnTo>
                  <a:lnTo>
                    <a:pt x="124210" y="210201"/>
                  </a:lnTo>
                  <a:lnTo>
                    <a:pt x="123254" y="210201"/>
                  </a:lnTo>
                  <a:lnTo>
                    <a:pt x="123254" y="210201"/>
                  </a:lnTo>
                  <a:lnTo>
                    <a:pt x="122299" y="212112"/>
                  </a:lnTo>
                  <a:lnTo>
                    <a:pt x="119910" y="214978"/>
                  </a:lnTo>
                  <a:lnTo>
                    <a:pt x="119432" y="217845"/>
                  </a:lnTo>
                  <a:lnTo>
                    <a:pt x="118477" y="219278"/>
                  </a:lnTo>
                  <a:lnTo>
                    <a:pt x="118477" y="222622"/>
                  </a:lnTo>
                  <a:lnTo>
                    <a:pt x="116566" y="227877"/>
                  </a:lnTo>
                  <a:lnTo>
                    <a:pt x="116566" y="228832"/>
                  </a:lnTo>
                  <a:lnTo>
                    <a:pt x="115133" y="229788"/>
                  </a:lnTo>
                  <a:lnTo>
                    <a:pt x="115133" y="229788"/>
                  </a:lnTo>
                  <a:lnTo>
                    <a:pt x="113222" y="232176"/>
                  </a:lnTo>
                  <a:lnTo>
                    <a:pt x="112744" y="233610"/>
                  </a:lnTo>
                  <a:lnTo>
                    <a:pt x="112744" y="234565"/>
                  </a:lnTo>
                  <a:lnTo>
                    <a:pt x="113700" y="238387"/>
                  </a:lnTo>
                  <a:lnTo>
                    <a:pt x="114655" y="242687"/>
                  </a:lnTo>
                  <a:lnTo>
                    <a:pt x="114655" y="245075"/>
                  </a:lnTo>
                  <a:lnTo>
                    <a:pt x="114177" y="247941"/>
                  </a:lnTo>
                  <a:lnTo>
                    <a:pt x="113700" y="249375"/>
                  </a:lnTo>
                  <a:lnTo>
                    <a:pt x="114177" y="249375"/>
                  </a:lnTo>
                  <a:lnTo>
                    <a:pt x="114655" y="249852"/>
                  </a:lnTo>
                  <a:lnTo>
                    <a:pt x="115611" y="250330"/>
                  </a:lnTo>
                  <a:lnTo>
                    <a:pt x="116088" y="251286"/>
                  </a:lnTo>
                  <a:lnTo>
                    <a:pt x="115133" y="252241"/>
                  </a:lnTo>
                  <a:lnTo>
                    <a:pt x="115133" y="253674"/>
                  </a:lnTo>
                  <a:lnTo>
                    <a:pt x="114177" y="255107"/>
                  </a:lnTo>
                  <a:lnTo>
                    <a:pt x="111311" y="256063"/>
                  </a:lnTo>
                  <a:lnTo>
                    <a:pt x="110356" y="255107"/>
                  </a:lnTo>
                  <a:lnTo>
                    <a:pt x="109878" y="255107"/>
                  </a:lnTo>
                  <a:lnTo>
                    <a:pt x="109878" y="255585"/>
                  </a:lnTo>
                  <a:lnTo>
                    <a:pt x="109878" y="257018"/>
                  </a:lnTo>
                  <a:lnTo>
                    <a:pt x="109400" y="258452"/>
                  </a:lnTo>
                  <a:lnTo>
                    <a:pt x="107967" y="261796"/>
                  </a:lnTo>
                  <a:lnTo>
                    <a:pt x="107012" y="265140"/>
                  </a:lnTo>
                  <a:lnTo>
                    <a:pt x="106056" y="266573"/>
                  </a:lnTo>
                  <a:lnTo>
                    <a:pt x="106534" y="268006"/>
                  </a:lnTo>
                  <a:lnTo>
                    <a:pt x="106534" y="268006"/>
                  </a:lnTo>
                  <a:lnTo>
                    <a:pt x="107012" y="268484"/>
                  </a:lnTo>
                  <a:lnTo>
                    <a:pt x="107012" y="268962"/>
                  </a:lnTo>
                  <a:lnTo>
                    <a:pt x="106056" y="269917"/>
                  </a:lnTo>
                  <a:lnTo>
                    <a:pt x="105578" y="271350"/>
                  </a:lnTo>
                  <a:lnTo>
                    <a:pt x="104623" y="271350"/>
                  </a:lnTo>
                  <a:lnTo>
                    <a:pt x="103667" y="270873"/>
                  </a:lnTo>
                  <a:lnTo>
                    <a:pt x="103667" y="270873"/>
                  </a:lnTo>
                  <a:lnTo>
                    <a:pt x="102712" y="271828"/>
                  </a:lnTo>
                  <a:lnTo>
                    <a:pt x="102712" y="273261"/>
                  </a:lnTo>
                  <a:lnTo>
                    <a:pt x="102234" y="275172"/>
                  </a:lnTo>
                  <a:lnTo>
                    <a:pt x="101756" y="277561"/>
                  </a:lnTo>
                  <a:lnTo>
                    <a:pt x="101756" y="280905"/>
                  </a:lnTo>
                  <a:lnTo>
                    <a:pt x="102712" y="282816"/>
                  </a:lnTo>
                  <a:lnTo>
                    <a:pt x="104145" y="286638"/>
                  </a:lnTo>
                  <a:lnTo>
                    <a:pt x="104145" y="286638"/>
                  </a:lnTo>
                  <a:lnTo>
                    <a:pt x="105578" y="287593"/>
                  </a:lnTo>
                  <a:lnTo>
                    <a:pt x="106534" y="287593"/>
                  </a:lnTo>
                  <a:lnTo>
                    <a:pt x="107489" y="288071"/>
                  </a:lnTo>
                  <a:lnTo>
                    <a:pt x="107967" y="289026"/>
                  </a:lnTo>
                  <a:lnTo>
                    <a:pt x="107489" y="290459"/>
                  </a:lnTo>
                  <a:lnTo>
                    <a:pt x="106056" y="290937"/>
                  </a:lnTo>
                  <a:lnTo>
                    <a:pt x="106056" y="291893"/>
                  </a:lnTo>
                  <a:lnTo>
                    <a:pt x="106056" y="293804"/>
                  </a:lnTo>
                  <a:lnTo>
                    <a:pt x="107012" y="295714"/>
                  </a:lnTo>
                  <a:lnTo>
                    <a:pt x="107012" y="295714"/>
                  </a:lnTo>
                  <a:lnTo>
                    <a:pt x="107967" y="296670"/>
                  </a:lnTo>
                  <a:lnTo>
                    <a:pt x="108445" y="299059"/>
                  </a:lnTo>
                  <a:lnTo>
                    <a:pt x="109878" y="300014"/>
                  </a:lnTo>
                  <a:lnTo>
                    <a:pt x="109400" y="303358"/>
                  </a:lnTo>
                  <a:lnTo>
                    <a:pt x="110833" y="307180"/>
                  </a:lnTo>
                  <a:lnTo>
                    <a:pt x="112266" y="308613"/>
                  </a:lnTo>
                  <a:lnTo>
                    <a:pt x="112744" y="309091"/>
                  </a:lnTo>
                  <a:lnTo>
                    <a:pt x="112266" y="310524"/>
                  </a:lnTo>
                  <a:lnTo>
                    <a:pt x="111311" y="311957"/>
                  </a:lnTo>
                  <a:lnTo>
                    <a:pt x="110833" y="314346"/>
                  </a:lnTo>
                  <a:lnTo>
                    <a:pt x="111311" y="315779"/>
                  </a:lnTo>
                  <a:lnTo>
                    <a:pt x="112744" y="317212"/>
                  </a:lnTo>
                  <a:lnTo>
                    <a:pt x="113700" y="317690"/>
                  </a:lnTo>
                  <a:lnTo>
                    <a:pt x="115133" y="316735"/>
                  </a:lnTo>
                  <a:lnTo>
                    <a:pt x="116566" y="317690"/>
                  </a:lnTo>
                  <a:lnTo>
                    <a:pt x="117044" y="318646"/>
                  </a:lnTo>
                  <a:lnTo>
                    <a:pt x="117044" y="320079"/>
                  </a:lnTo>
                  <a:lnTo>
                    <a:pt x="116566" y="321512"/>
                  </a:lnTo>
                  <a:lnTo>
                    <a:pt x="115611" y="324378"/>
                  </a:lnTo>
                  <a:lnTo>
                    <a:pt x="115133" y="327245"/>
                  </a:lnTo>
                  <a:lnTo>
                    <a:pt x="115611" y="331544"/>
                  </a:lnTo>
                  <a:lnTo>
                    <a:pt x="116088" y="334888"/>
                  </a:lnTo>
                  <a:lnTo>
                    <a:pt x="116088" y="337277"/>
                  </a:lnTo>
                  <a:lnTo>
                    <a:pt x="116088" y="338232"/>
                  </a:lnTo>
                  <a:lnTo>
                    <a:pt x="115611" y="338710"/>
                  </a:lnTo>
                  <a:lnTo>
                    <a:pt x="114177" y="339188"/>
                  </a:lnTo>
                  <a:lnTo>
                    <a:pt x="113222" y="339188"/>
                  </a:lnTo>
                  <a:lnTo>
                    <a:pt x="112266" y="339666"/>
                  </a:lnTo>
                  <a:lnTo>
                    <a:pt x="111789" y="340621"/>
                  </a:lnTo>
                  <a:lnTo>
                    <a:pt x="111311" y="342532"/>
                  </a:lnTo>
                  <a:lnTo>
                    <a:pt x="110356" y="343965"/>
                  </a:lnTo>
                  <a:lnTo>
                    <a:pt x="108922" y="345876"/>
                  </a:lnTo>
                  <a:lnTo>
                    <a:pt x="107967" y="347787"/>
                  </a:lnTo>
                  <a:lnTo>
                    <a:pt x="107489" y="349220"/>
                  </a:lnTo>
                  <a:lnTo>
                    <a:pt x="107489" y="350176"/>
                  </a:lnTo>
                  <a:lnTo>
                    <a:pt x="107012" y="352087"/>
                  </a:lnTo>
                  <a:lnTo>
                    <a:pt x="106534" y="353520"/>
                  </a:lnTo>
                  <a:lnTo>
                    <a:pt x="105100" y="358297"/>
                  </a:lnTo>
                  <a:lnTo>
                    <a:pt x="103667" y="359253"/>
                  </a:lnTo>
                  <a:lnTo>
                    <a:pt x="102712" y="359730"/>
                  </a:lnTo>
                  <a:lnTo>
                    <a:pt x="102712" y="359730"/>
                  </a:lnTo>
                  <a:lnTo>
                    <a:pt x="102234" y="360686"/>
                  </a:lnTo>
                  <a:lnTo>
                    <a:pt x="102712" y="362119"/>
                  </a:lnTo>
                  <a:lnTo>
                    <a:pt x="102712" y="362119"/>
                  </a:lnTo>
                  <a:lnTo>
                    <a:pt x="103667" y="362119"/>
                  </a:lnTo>
                  <a:lnTo>
                    <a:pt x="104145" y="363552"/>
                  </a:lnTo>
                  <a:lnTo>
                    <a:pt x="104145" y="364985"/>
                  </a:lnTo>
                  <a:lnTo>
                    <a:pt x="104145" y="364985"/>
                  </a:lnTo>
                  <a:lnTo>
                    <a:pt x="105100" y="366896"/>
                  </a:lnTo>
                  <a:lnTo>
                    <a:pt x="104623" y="368807"/>
                  </a:lnTo>
                  <a:lnTo>
                    <a:pt x="105578" y="372151"/>
                  </a:lnTo>
                  <a:lnTo>
                    <a:pt x="105100" y="374540"/>
                  </a:lnTo>
                  <a:lnTo>
                    <a:pt x="105100" y="376928"/>
                  </a:lnTo>
                  <a:lnTo>
                    <a:pt x="105100" y="378839"/>
                  </a:lnTo>
                  <a:lnTo>
                    <a:pt x="104145" y="380273"/>
                  </a:lnTo>
                  <a:lnTo>
                    <a:pt x="102234" y="380750"/>
                  </a:lnTo>
                  <a:lnTo>
                    <a:pt x="101756" y="380750"/>
                  </a:lnTo>
                  <a:lnTo>
                    <a:pt x="100801" y="382184"/>
                  </a:lnTo>
                  <a:lnTo>
                    <a:pt x="98890" y="383617"/>
                  </a:lnTo>
                  <a:lnTo>
                    <a:pt x="98890" y="383617"/>
                  </a:lnTo>
                  <a:lnTo>
                    <a:pt x="98412" y="385050"/>
                  </a:lnTo>
                  <a:lnTo>
                    <a:pt x="98412" y="386005"/>
                  </a:lnTo>
                  <a:lnTo>
                    <a:pt x="97457" y="386483"/>
                  </a:lnTo>
                  <a:lnTo>
                    <a:pt x="96501" y="386483"/>
                  </a:lnTo>
                  <a:lnTo>
                    <a:pt x="96024" y="386483"/>
                  </a:lnTo>
                  <a:lnTo>
                    <a:pt x="95068" y="386961"/>
                  </a:lnTo>
                  <a:lnTo>
                    <a:pt x="95068" y="386961"/>
                  </a:lnTo>
                  <a:lnTo>
                    <a:pt x="93635" y="388394"/>
                  </a:lnTo>
                  <a:lnTo>
                    <a:pt x="92202" y="389350"/>
                  </a:lnTo>
                  <a:lnTo>
                    <a:pt x="91724" y="390305"/>
                  </a:lnTo>
                  <a:lnTo>
                    <a:pt x="92202" y="391738"/>
                  </a:lnTo>
                  <a:lnTo>
                    <a:pt x="91246" y="392694"/>
                  </a:lnTo>
                  <a:lnTo>
                    <a:pt x="90291" y="394604"/>
                  </a:lnTo>
                  <a:lnTo>
                    <a:pt x="89335" y="396515"/>
                  </a:lnTo>
                  <a:lnTo>
                    <a:pt x="89335" y="396515"/>
                  </a:lnTo>
                  <a:lnTo>
                    <a:pt x="90291" y="397949"/>
                  </a:lnTo>
                  <a:lnTo>
                    <a:pt x="90769" y="400815"/>
                  </a:lnTo>
                  <a:lnTo>
                    <a:pt x="90769" y="401293"/>
                  </a:lnTo>
                  <a:lnTo>
                    <a:pt x="90769" y="401293"/>
                  </a:lnTo>
                  <a:lnTo>
                    <a:pt x="90769" y="402726"/>
                  </a:lnTo>
                  <a:lnTo>
                    <a:pt x="90291" y="405115"/>
                  </a:lnTo>
                  <a:lnTo>
                    <a:pt x="90291" y="405115"/>
                  </a:lnTo>
                  <a:lnTo>
                    <a:pt x="89335" y="406548"/>
                  </a:lnTo>
                  <a:lnTo>
                    <a:pt x="90291" y="408936"/>
                  </a:lnTo>
                  <a:lnTo>
                    <a:pt x="90769" y="409892"/>
                  </a:lnTo>
                  <a:lnTo>
                    <a:pt x="90291" y="412758"/>
                  </a:lnTo>
                  <a:lnTo>
                    <a:pt x="89813" y="414192"/>
                  </a:lnTo>
                  <a:lnTo>
                    <a:pt x="89813" y="417535"/>
                  </a:lnTo>
                  <a:lnTo>
                    <a:pt x="91246" y="420880"/>
                  </a:lnTo>
                  <a:lnTo>
                    <a:pt x="92680" y="423746"/>
                  </a:lnTo>
                  <a:lnTo>
                    <a:pt x="93157" y="427090"/>
                  </a:lnTo>
                  <a:lnTo>
                    <a:pt x="93157" y="429957"/>
                  </a:lnTo>
                  <a:lnTo>
                    <a:pt x="94113" y="432823"/>
                  </a:lnTo>
                  <a:lnTo>
                    <a:pt x="94113" y="432823"/>
                  </a:lnTo>
                  <a:lnTo>
                    <a:pt x="95546" y="434256"/>
                  </a:lnTo>
                  <a:lnTo>
                    <a:pt x="96501" y="435211"/>
                  </a:lnTo>
                  <a:lnTo>
                    <a:pt x="96024" y="436645"/>
                  </a:lnTo>
                  <a:lnTo>
                    <a:pt x="95546" y="438556"/>
                  </a:lnTo>
                  <a:lnTo>
                    <a:pt x="95546" y="438556"/>
                  </a:lnTo>
                  <a:lnTo>
                    <a:pt x="94113" y="439989"/>
                  </a:lnTo>
                  <a:lnTo>
                    <a:pt x="91724" y="440467"/>
                  </a:lnTo>
                  <a:lnTo>
                    <a:pt x="91724" y="440467"/>
                  </a:lnTo>
                  <a:lnTo>
                    <a:pt x="89335" y="441422"/>
                  </a:lnTo>
                  <a:lnTo>
                    <a:pt x="87902" y="442377"/>
                  </a:lnTo>
                  <a:lnTo>
                    <a:pt x="86469" y="443333"/>
                  </a:lnTo>
                  <a:lnTo>
                    <a:pt x="85514" y="444288"/>
                  </a:lnTo>
                  <a:lnTo>
                    <a:pt x="85036" y="445722"/>
                  </a:lnTo>
                  <a:lnTo>
                    <a:pt x="85036" y="450499"/>
                  </a:lnTo>
                  <a:lnTo>
                    <a:pt x="85036" y="452410"/>
                  </a:lnTo>
                  <a:lnTo>
                    <a:pt x="84081" y="455276"/>
                  </a:lnTo>
                  <a:lnTo>
                    <a:pt x="83125" y="457665"/>
                  </a:lnTo>
                  <a:lnTo>
                    <a:pt x="82647" y="458142"/>
                  </a:lnTo>
                  <a:lnTo>
                    <a:pt x="82647" y="459098"/>
                  </a:lnTo>
                  <a:lnTo>
                    <a:pt x="82647" y="460053"/>
                  </a:lnTo>
                  <a:lnTo>
                    <a:pt x="81692" y="460053"/>
                  </a:lnTo>
                  <a:lnTo>
                    <a:pt x="80258" y="460053"/>
                  </a:lnTo>
                  <a:lnTo>
                    <a:pt x="80258" y="459576"/>
                  </a:lnTo>
                  <a:lnTo>
                    <a:pt x="79781" y="460053"/>
                  </a:lnTo>
                  <a:lnTo>
                    <a:pt x="79781" y="460053"/>
                  </a:lnTo>
                  <a:lnTo>
                    <a:pt x="78825" y="461009"/>
                  </a:lnTo>
                  <a:lnTo>
                    <a:pt x="79303" y="462442"/>
                  </a:lnTo>
                  <a:lnTo>
                    <a:pt x="79781" y="465308"/>
                  </a:lnTo>
                  <a:lnTo>
                    <a:pt x="79781" y="465308"/>
                  </a:lnTo>
                  <a:lnTo>
                    <a:pt x="80736" y="466742"/>
                  </a:lnTo>
                  <a:lnTo>
                    <a:pt x="80258" y="467697"/>
                  </a:lnTo>
                  <a:lnTo>
                    <a:pt x="80258" y="469608"/>
                  </a:lnTo>
                  <a:lnTo>
                    <a:pt x="79303" y="471519"/>
                  </a:lnTo>
                  <a:lnTo>
                    <a:pt x="79303" y="471519"/>
                  </a:lnTo>
                  <a:lnTo>
                    <a:pt x="78348" y="471519"/>
                  </a:lnTo>
                  <a:lnTo>
                    <a:pt x="77392" y="472474"/>
                  </a:lnTo>
                  <a:lnTo>
                    <a:pt x="77392" y="472474"/>
                  </a:lnTo>
                  <a:lnTo>
                    <a:pt x="76915" y="473430"/>
                  </a:lnTo>
                  <a:lnTo>
                    <a:pt x="77392" y="475341"/>
                  </a:lnTo>
                  <a:lnTo>
                    <a:pt x="78825" y="476296"/>
                  </a:lnTo>
                  <a:lnTo>
                    <a:pt x="79303" y="477252"/>
                  </a:lnTo>
                  <a:lnTo>
                    <a:pt x="79303" y="478207"/>
                  </a:lnTo>
                  <a:lnTo>
                    <a:pt x="77870" y="478685"/>
                  </a:lnTo>
                  <a:lnTo>
                    <a:pt x="77870" y="478685"/>
                  </a:lnTo>
                  <a:lnTo>
                    <a:pt x="77392" y="479640"/>
                  </a:lnTo>
                  <a:lnTo>
                    <a:pt x="76437" y="482029"/>
                  </a:lnTo>
                  <a:lnTo>
                    <a:pt x="75959" y="483940"/>
                  </a:lnTo>
                  <a:lnTo>
                    <a:pt x="75004" y="485851"/>
                  </a:lnTo>
                  <a:lnTo>
                    <a:pt x="74526" y="488240"/>
                  </a:lnTo>
                  <a:lnTo>
                    <a:pt x="75959" y="490628"/>
                  </a:lnTo>
                  <a:lnTo>
                    <a:pt x="75959" y="493017"/>
                  </a:lnTo>
                  <a:lnTo>
                    <a:pt x="75959" y="500183"/>
                  </a:lnTo>
                  <a:lnTo>
                    <a:pt x="75481" y="502571"/>
                  </a:lnTo>
                  <a:lnTo>
                    <a:pt x="75481" y="502571"/>
                  </a:lnTo>
                  <a:lnTo>
                    <a:pt x="75481" y="502571"/>
                  </a:lnTo>
                  <a:lnTo>
                    <a:pt x="75959" y="506871"/>
                  </a:lnTo>
                  <a:lnTo>
                    <a:pt x="75481" y="507826"/>
                  </a:lnTo>
                  <a:lnTo>
                    <a:pt x="75004" y="508782"/>
                  </a:lnTo>
                  <a:lnTo>
                    <a:pt x="76437" y="511648"/>
                  </a:lnTo>
                  <a:lnTo>
                    <a:pt x="77870" y="516425"/>
                  </a:lnTo>
                  <a:lnTo>
                    <a:pt x="78348" y="518336"/>
                  </a:lnTo>
                  <a:lnTo>
                    <a:pt x="78348" y="519770"/>
                  </a:lnTo>
                  <a:lnTo>
                    <a:pt x="76437" y="520725"/>
                  </a:lnTo>
                  <a:lnTo>
                    <a:pt x="75004" y="521203"/>
                  </a:lnTo>
                  <a:lnTo>
                    <a:pt x="74526" y="521681"/>
                  </a:lnTo>
                  <a:lnTo>
                    <a:pt x="73570" y="520725"/>
                  </a:lnTo>
                  <a:lnTo>
                    <a:pt x="73093" y="520725"/>
                  </a:lnTo>
                  <a:lnTo>
                    <a:pt x="72137" y="522158"/>
                  </a:lnTo>
                  <a:lnTo>
                    <a:pt x="72137" y="522636"/>
                  </a:lnTo>
                  <a:lnTo>
                    <a:pt x="71182" y="523591"/>
                  </a:lnTo>
                  <a:lnTo>
                    <a:pt x="71182" y="524547"/>
                  </a:lnTo>
                  <a:lnTo>
                    <a:pt x="72137" y="525980"/>
                  </a:lnTo>
                  <a:lnTo>
                    <a:pt x="72615" y="528847"/>
                  </a:lnTo>
                  <a:lnTo>
                    <a:pt x="71182" y="530280"/>
                  </a:lnTo>
                  <a:lnTo>
                    <a:pt x="70704" y="531713"/>
                  </a:lnTo>
                  <a:lnTo>
                    <a:pt x="70704" y="533146"/>
                  </a:lnTo>
                  <a:lnTo>
                    <a:pt x="71182" y="536490"/>
                  </a:lnTo>
                  <a:lnTo>
                    <a:pt x="70704" y="541745"/>
                  </a:lnTo>
                  <a:lnTo>
                    <a:pt x="71659" y="543656"/>
                  </a:lnTo>
                  <a:lnTo>
                    <a:pt x="72137" y="544612"/>
                  </a:lnTo>
                  <a:lnTo>
                    <a:pt x="75481" y="545567"/>
                  </a:lnTo>
                  <a:lnTo>
                    <a:pt x="75481" y="545567"/>
                  </a:lnTo>
                  <a:lnTo>
                    <a:pt x="77870" y="546045"/>
                  </a:lnTo>
                  <a:lnTo>
                    <a:pt x="78348" y="547956"/>
                  </a:lnTo>
                  <a:lnTo>
                    <a:pt x="78348" y="549389"/>
                  </a:lnTo>
                  <a:lnTo>
                    <a:pt x="76915" y="549867"/>
                  </a:lnTo>
                  <a:lnTo>
                    <a:pt x="75481" y="550822"/>
                  </a:lnTo>
                  <a:lnTo>
                    <a:pt x="75481" y="550822"/>
                  </a:lnTo>
                  <a:lnTo>
                    <a:pt x="75481" y="550822"/>
                  </a:lnTo>
                  <a:lnTo>
                    <a:pt x="75481" y="552733"/>
                  </a:lnTo>
                  <a:lnTo>
                    <a:pt x="76915" y="555122"/>
                  </a:lnTo>
                  <a:lnTo>
                    <a:pt x="76915" y="555122"/>
                  </a:lnTo>
                  <a:lnTo>
                    <a:pt x="78348" y="556555"/>
                  </a:lnTo>
                  <a:lnTo>
                    <a:pt x="78825" y="557988"/>
                  </a:lnTo>
                  <a:lnTo>
                    <a:pt x="78825" y="559421"/>
                  </a:lnTo>
                  <a:lnTo>
                    <a:pt x="77392" y="560854"/>
                  </a:lnTo>
                  <a:lnTo>
                    <a:pt x="79303" y="563243"/>
                  </a:lnTo>
                  <a:lnTo>
                    <a:pt x="79781" y="565154"/>
                  </a:lnTo>
                  <a:lnTo>
                    <a:pt x="79303" y="566587"/>
                  </a:lnTo>
                  <a:lnTo>
                    <a:pt x="77870" y="568498"/>
                  </a:lnTo>
                  <a:lnTo>
                    <a:pt x="77392" y="569454"/>
                  </a:lnTo>
                  <a:lnTo>
                    <a:pt x="77392" y="569454"/>
                  </a:lnTo>
                  <a:lnTo>
                    <a:pt x="77392" y="570887"/>
                  </a:lnTo>
                  <a:lnTo>
                    <a:pt x="76915" y="573275"/>
                  </a:lnTo>
                  <a:lnTo>
                    <a:pt x="76915" y="575186"/>
                  </a:lnTo>
                  <a:lnTo>
                    <a:pt x="76915" y="576620"/>
                  </a:lnTo>
                  <a:lnTo>
                    <a:pt x="76915" y="576620"/>
                  </a:lnTo>
                  <a:lnTo>
                    <a:pt x="86947" y="577575"/>
                  </a:lnTo>
                  <a:lnTo>
                    <a:pt x="88858" y="578053"/>
                  </a:lnTo>
                  <a:lnTo>
                    <a:pt x="90291" y="579486"/>
                  </a:lnTo>
                  <a:lnTo>
                    <a:pt x="90291" y="581397"/>
                  </a:lnTo>
                  <a:lnTo>
                    <a:pt x="88858" y="582830"/>
                  </a:lnTo>
                  <a:lnTo>
                    <a:pt x="87902" y="586174"/>
                  </a:lnTo>
                  <a:lnTo>
                    <a:pt x="87424" y="586652"/>
                  </a:lnTo>
                  <a:lnTo>
                    <a:pt x="86469" y="586652"/>
                  </a:lnTo>
                  <a:lnTo>
                    <a:pt x="84558" y="586174"/>
                  </a:lnTo>
                  <a:lnTo>
                    <a:pt x="82170" y="586174"/>
                  </a:lnTo>
                  <a:lnTo>
                    <a:pt x="80258" y="586652"/>
                  </a:lnTo>
                  <a:lnTo>
                    <a:pt x="80258" y="586652"/>
                  </a:lnTo>
                  <a:lnTo>
                    <a:pt x="77870" y="586652"/>
                  </a:lnTo>
                  <a:lnTo>
                    <a:pt x="75004" y="587129"/>
                  </a:lnTo>
                  <a:lnTo>
                    <a:pt x="74526" y="587129"/>
                  </a:lnTo>
                  <a:lnTo>
                    <a:pt x="74526" y="587129"/>
                  </a:lnTo>
                  <a:lnTo>
                    <a:pt x="72137" y="586652"/>
                  </a:lnTo>
                  <a:lnTo>
                    <a:pt x="72137" y="586652"/>
                  </a:lnTo>
                  <a:lnTo>
                    <a:pt x="72137" y="586652"/>
                  </a:lnTo>
                  <a:lnTo>
                    <a:pt x="72137" y="587607"/>
                  </a:lnTo>
                  <a:lnTo>
                    <a:pt x="72615" y="589996"/>
                  </a:lnTo>
                  <a:lnTo>
                    <a:pt x="77392" y="590474"/>
                  </a:lnTo>
                  <a:lnTo>
                    <a:pt x="81692" y="591907"/>
                  </a:lnTo>
                  <a:lnTo>
                    <a:pt x="82647" y="594295"/>
                  </a:lnTo>
                  <a:lnTo>
                    <a:pt x="84558" y="596684"/>
                  </a:lnTo>
                  <a:lnTo>
                    <a:pt x="84558" y="596684"/>
                  </a:lnTo>
                  <a:lnTo>
                    <a:pt x="86469" y="598117"/>
                  </a:lnTo>
                  <a:lnTo>
                    <a:pt x="86469" y="600984"/>
                  </a:lnTo>
                  <a:lnTo>
                    <a:pt x="83603" y="603850"/>
                  </a:lnTo>
                  <a:lnTo>
                    <a:pt x="83603" y="603850"/>
                  </a:lnTo>
                  <a:lnTo>
                    <a:pt x="83125" y="605761"/>
                  </a:lnTo>
                  <a:lnTo>
                    <a:pt x="79781" y="606239"/>
                  </a:lnTo>
                  <a:lnTo>
                    <a:pt x="79781" y="606239"/>
                  </a:lnTo>
                  <a:lnTo>
                    <a:pt x="78825" y="606716"/>
                  </a:lnTo>
                  <a:lnTo>
                    <a:pt x="78348" y="607194"/>
                  </a:lnTo>
                  <a:lnTo>
                    <a:pt x="78348" y="607672"/>
                  </a:lnTo>
                  <a:lnTo>
                    <a:pt x="77870" y="611016"/>
                  </a:lnTo>
                  <a:lnTo>
                    <a:pt x="78348" y="613882"/>
                  </a:lnTo>
                  <a:lnTo>
                    <a:pt x="78348" y="613882"/>
                  </a:lnTo>
                  <a:lnTo>
                    <a:pt x="79781" y="615315"/>
                  </a:lnTo>
                  <a:lnTo>
                    <a:pt x="80736" y="617227"/>
                  </a:lnTo>
                  <a:lnTo>
                    <a:pt x="79781" y="619137"/>
                  </a:lnTo>
                  <a:lnTo>
                    <a:pt x="77392" y="621048"/>
                  </a:lnTo>
                  <a:lnTo>
                    <a:pt x="77392" y="621048"/>
                  </a:lnTo>
                  <a:lnTo>
                    <a:pt x="75959" y="622481"/>
                  </a:lnTo>
                  <a:lnTo>
                    <a:pt x="76915" y="623437"/>
                  </a:lnTo>
                  <a:lnTo>
                    <a:pt x="77870" y="625826"/>
                  </a:lnTo>
                  <a:lnTo>
                    <a:pt x="78348" y="626781"/>
                  </a:lnTo>
                  <a:lnTo>
                    <a:pt x="78825" y="629647"/>
                  </a:lnTo>
                  <a:lnTo>
                    <a:pt x="79303" y="633469"/>
                  </a:lnTo>
                  <a:lnTo>
                    <a:pt x="79303" y="635380"/>
                  </a:lnTo>
                  <a:lnTo>
                    <a:pt x="78825" y="636813"/>
                  </a:lnTo>
                  <a:lnTo>
                    <a:pt x="76437" y="639202"/>
                  </a:lnTo>
                  <a:lnTo>
                    <a:pt x="74526" y="640157"/>
                  </a:lnTo>
                  <a:lnTo>
                    <a:pt x="74526" y="640157"/>
                  </a:lnTo>
                  <a:lnTo>
                    <a:pt x="74526" y="643024"/>
                  </a:lnTo>
                  <a:lnTo>
                    <a:pt x="74048" y="644935"/>
                  </a:lnTo>
                  <a:lnTo>
                    <a:pt x="74526" y="646846"/>
                  </a:lnTo>
                  <a:lnTo>
                    <a:pt x="75481" y="648279"/>
                  </a:lnTo>
                  <a:lnTo>
                    <a:pt x="75481" y="650190"/>
                  </a:lnTo>
                  <a:lnTo>
                    <a:pt x="74048" y="650190"/>
                  </a:lnTo>
                  <a:lnTo>
                    <a:pt x="72615" y="651145"/>
                  </a:lnTo>
                  <a:lnTo>
                    <a:pt x="72615" y="651145"/>
                  </a:lnTo>
                  <a:lnTo>
                    <a:pt x="71182" y="653534"/>
                  </a:lnTo>
                  <a:lnTo>
                    <a:pt x="67838" y="656400"/>
                  </a:lnTo>
                  <a:lnTo>
                    <a:pt x="66882" y="657834"/>
                  </a:lnTo>
                  <a:lnTo>
                    <a:pt x="66405" y="657834"/>
                  </a:lnTo>
                  <a:lnTo>
                    <a:pt x="66882" y="659744"/>
                  </a:lnTo>
                  <a:lnTo>
                    <a:pt x="65449" y="663088"/>
                  </a:lnTo>
                  <a:lnTo>
                    <a:pt x="64016" y="665477"/>
                  </a:lnTo>
                  <a:lnTo>
                    <a:pt x="63060" y="667866"/>
                  </a:lnTo>
                  <a:lnTo>
                    <a:pt x="63538" y="670732"/>
                  </a:lnTo>
                  <a:lnTo>
                    <a:pt x="65449" y="671688"/>
                  </a:lnTo>
                  <a:lnTo>
                    <a:pt x="66882" y="674554"/>
                  </a:lnTo>
                  <a:lnTo>
                    <a:pt x="67838" y="677898"/>
                  </a:lnTo>
                  <a:lnTo>
                    <a:pt x="66405" y="681242"/>
                  </a:lnTo>
                  <a:lnTo>
                    <a:pt x="63538" y="682675"/>
                  </a:lnTo>
                  <a:lnTo>
                    <a:pt x="62105" y="684586"/>
                  </a:lnTo>
                  <a:lnTo>
                    <a:pt x="61627" y="685542"/>
                  </a:lnTo>
                  <a:lnTo>
                    <a:pt x="61627" y="685542"/>
                  </a:lnTo>
                  <a:lnTo>
                    <a:pt x="61627" y="689364"/>
                  </a:lnTo>
                  <a:lnTo>
                    <a:pt x="61627" y="691275"/>
                  </a:lnTo>
                  <a:lnTo>
                    <a:pt x="61149" y="693185"/>
                  </a:lnTo>
                  <a:lnTo>
                    <a:pt x="60672" y="694618"/>
                  </a:lnTo>
                  <a:lnTo>
                    <a:pt x="59239" y="696052"/>
                  </a:lnTo>
                  <a:lnTo>
                    <a:pt x="56372" y="697485"/>
                  </a:lnTo>
                  <a:lnTo>
                    <a:pt x="53983" y="697963"/>
                  </a:lnTo>
                  <a:lnTo>
                    <a:pt x="53983" y="697963"/>
                  </a:lnTo>
                  <a:lnTo>
                    <a:pt x="53028" y="699396"/>
                  </a:lnTo>
                  <a:lnTo>
                    <a:pt x="53028" y="699396"/>
                  </a:lnTo>
                  <a:lnTo>
                    <a:pt x="52073" y="701307"/>
                  </a:lnTo>
                  <a:lnTo>
                    <a:pt x="51595" y="701307"/>
                  </a:lnTo>
                  <a:lnTo>
                    <a:pt x="50639" y="704173"/>
                  </a:lnTo>
                  <a:lnTo>
                    <a:pt x="51117" y="707040"/>
                  </a:lnTo>
                  <a:lnTo>
                    <a:pt x="50639" y="707040"/>
                  </a:lnTo>
                  <a:lnTo>
                    <a:pt x="44429" y="707517"/>
                  </a:lnTo>
                  <a:lnTo>
                    <a:pt x="44429" y="707517"/>
                  </a:lnTo>
                  <a:lnTo>
                    <a:pt x="44429" y="707995"/>
                  </a:lnTo>
                  <a:lnTo>
                    <a:pt x="43951" y="709906"/>
                  </a:lnTo>
                  <a:lnTo>
                    <a:pt x="42518" y="711817"/>
                  </a:lnTo>
                  <a:lnTo>
                    <a:pt x="42040" y="715161"/>
                  </a:lnTo>
                  <a:lnTo>
                    <a:pt x="43474" y="718027"/>
                  </a:lnTo>
                  <a:lnTo>
                    <a:pt x="44429" y="720894"/>
                  </a:lnTo>
                  <a:lnTo>
                    <a:pt x="42996" y="724238"/>
                  </a:lnTo>
                  <a:lnTo>
                    <a:pt x="43474" y="727582"/>
                  </a:lnTo>
                  <a:lnTo>
                    <a:pt x="43951" y="730448"/>
                  </a:lnTo>
                  <a:lnTo>
                    <a:pt x="45862" y="733315"/>
                  </a:lnTo>
                  <a:lnTo>
                    <a:pt x="47295" y="737137"/>
                  </a:lnTo>
                  <a:lnTo>
                    <a:pt x="48251" y="740003"/>
                  </a:lnTo>
                  <a:lnTo>
                    <a:pt x="48728" y="742391"/>
                  </a:lnTo>
                  <a:lnTo>
                    <a:pt x="49206" y="744302"/>
                  </a:lnTo>
                  <a:lnTo>
                    <a:pt x="50162" y="745736"/>
                  </a:lnTo>
                  <a:lnTo>
                    <a:pt x="50639" y="747647"/>
                  </a:lnTo>
                  <a:lnTo>
                    <a:pt x="50639" y="747647"/>
                  </a:lnTo>
                  <a:lnTo>
                    <a:pt x="52073" y="748602"/>
                  </a:lnTo>
                  <a:lnTo>
                    <a:pt x="54461" y="746691"/>
                  </a:lnTo>
                  <a:lnTo>
                    <a:pt x="56372" y="745258"/>
                  </a:lnTo>
                  <a:lnTo>
                    <a:pt x="57805" y="744780"/>
                  </a:lnTo>
                  <a:lnTo>
                    <a:pt x="61149" y="745258"/>
                  </a:lnTo>
                  <a:lnTo>
                    <a:pt x="63538" y="743825"/>
                  </a:lnTo>
                  <a:lnTo>
                    <a:pt x="64493" y="744302"/>
                  </a:lnTo>
                  <a:lnTo>
                    <a:pt x="65449" y="744780"/>
                  </a:lnTo>
                  <a:lnTo>
                    <a:pt x="66882" y="746213"/>
                  </a:lnTo>
                  <a:lnTo>
                    <a:pt x="67360" y="749080"/>
                  </a:lnTo>
                  <a:lnTo>
                    <a:pt x="67838" y="752902"/>
                  </a:lnTo>
                  <a:lnTo>
                    <a:pt x="67360" y="756246"/>
                  </a:lnTo>
                  <a:lnTo>
                    <a:pt x="66405" y="757201"/>
                  </a:lnTo>
                  <a:lnTo>
                    <a:pt x="66405" y="757201"/>
                  </a:lnTo>
                  <a:lnTo>
                    <a:pt x="65927" y="758157"/>
                  </a:lnTo>
                  <a:lnTo>
                    <a:pt x="66405" y="760067"/>
                  </a:lnTo>
                  <a:lnTo>
                    <a:pt x="67360" y="761978"/>
                  </a:lnTo>
                  <a:lnTo>
                    <a:pt x="67360" y="763889"/>
                  </a:lnTo>
                  <a:lnTo>
                    <a:pt x="66405" y="769144"/>
                  </a:lnTo>
                  <a:lnTo>
                    <a:pt x="65449" y="771055"/>
                  </a:lnTo>
                  <a:lnTo>
                    <a:pt x="66882" y="773444"/>
                  </a:lnTo>
                  <a:lnTo>
                    <a:pt x="68315" y="775355"/>
                  </a:lnTo>
                  <a:lnTo>
                    <a:pt x="68315" y="775355"/>
                  </a:lnTo>
                  <a:lnTo>
                    <a:pt x="70704" y="776788"/>
                  </a:lnTo>
                  <a:lnTo>
                    <a:pt x="73093" y="779177"/>
                  </a:lnTo>
                  <a:lnTo>
                    <a:pt x="74526" y="781088"/>
                  </a:lnTo>
                  <a:lnTo>
                    <a:pt x="74048" y="783476"/>
                  </a:lnTo>
                  <a:lnTo>
                    <a:pt x="74048" y="783476"/>
                  </a:lnTo>
                  <a:lnTo>
                    <a:pt x="75004" y="783954"/>
                  </a:lnTo>
                  <a:lnTo>
                    <a:pt x="79303" y="784432"/>
                  </a:lnTo>
                  <a:lnTo>
                    <a:pt x="85036" y="784432"/>
                  </a:lnTo>
                  <a:lnTo>
                    <a:pt x="85036" y="784432"/>
                  </a:lnTo>
                  <a:lnTo>
                    <a:pt x="94590" y="784432"/>
                  </a:lnTo>
                  <a:lnTo>
                    <a:pt x="103667" y="784432"/>
                  </a:lnTo>
                  <a:lnTo>
                    <a:pt x="113700" y="784909"/>
                  </a:lnTo>
                  <a:lnTo>
                    <a:pt x="118955" y="786820"/>
                  </a:lnTo>
                  <a:lnTo>
                    <a:pt x="123254" y="788254"/>
                  </a:lnTo>
                  <a:lnTo>
                    <a:pt x="128987" y="788254"/>
                  </a:lnTo>
                  <a:lnTo>
                    <a:pt x="134242" y="790642"/>
                  </a:lnTo>
                  <a:lnTo>
                    <a:pt x="138542" y="792075"/>
                  </a:lnTo>
                  <a:lnTo>
                    <a:pt x="140930" y="792553"/>
                  </a:lnTo>
                  <a:lnTo>
                    <a:pt x="140930" y="792553"/>
                  </a:lnTo>
                  <a:lnTo>
                    <a:pt x="143797" y="793031"/>
                  </a:lnTo>
                  <a:lnTo>
                    <a:pt x="143797" y="794942"/>
                  </a:lnTo>
                  <a:lnTo>
                    <a:pt x="132809" y="792075"/>
                  </a:lnTo>
                  <a:lnTo>
                    <a:pt x="130420" y="790642"/>
                  </a:lnTo>
                  <a:lnTo>
                    <a:pt x="128031" y="790642"/>
                  </a:lnTo>
                  <a:lnTo>
                    <a:pt x="124210" y="792553"/>
                  </a:lnTo>
                  <a:lnTo>
                    <a:pt x="121821" y="796853"/>
                  </a:lnTo>
                  <a:lnTo>
                    <a:pt x="120865" y="798286"/>
                  </a:lnTo>
                  <a:lnTo>
                    <a:pt x="117999" y="799241"/>
                  </a:lnTo>
                  <a:lnTo>
                    <a:pt x="115133" y="799719"/>
                  </a:lnTo>
                  <a:lnTo>
                    <a:pt x="105578" y="804019"/>
                  </a:lnTo>
                  <a:lnTo>
                    <a:pt x="102234" y="804496"/>
                  </a:lnTo>
                  <a:lnTo>
                    <a:pt x="99846" y="805452"/>
                  </a:lnTo>
                  <a:lnTo>
                    <a:pt x="97457" y="807363"/>
                  </a:lnTo>
                  <a:lnTo>
                    <a:pt x="96501" y="810707"/>
                  </a:lnTo>
                  <a:lnTo>
                    <a:pt x="96979" y="813096"/>
                  </a:lnTo>
                  <a:lnTo>
                    <a:pt x="94113" y="821217"/>
                  </a:lnTo>
                  <a:lnTo>
                    <a:pt x="93635" y="825516"/>
                  </a:lnTo>
                  <a:lnTo>
                    <a:pt x="93635" y="827905"/>
                  </a:lnTo>
                  <a:lnTo>
                    <a:pt x="94590" y="831727"/>
                  </a:lnTo>
                  <a:lnTo>
                    <a:pt x="93635" y="837937"/>
                  </a:lnTo>
                  <a:lnTo>
                    <a:pt x="91724" y="839371"/>
                  </a:lnTo>
                  <a:lnTo>
                    <a:pt x="87424" y="841281"/>
                  </a:lnTo>
                  <a:lnTo>
                    <a:pt x="84558" y="839848"/>
                  </a:lnTo>
                  <a:lnTo>
                    <a:pt x="79781" y="838893"/>
                  </a:lnTo>
                  <a:lnTo>
                    <a:pt x="75959" y="836027"/>
                  </a:lnTo>
                  <a:lnTo>
                    <a:pt x="71659" y="834593"/>
                  </a:lnTo>
                  <a:lnTo>
                    <a:pt x="70226" y="833638"/>
                  </a:lnTo>
                  <a:lnTo>
                    <a:pt x="65927" y="828383"/>
                  </a:lnTo>
                  <a:lnTo>
                    <a:pt x="65449" y="826950"/>
                  </a:lnTo>
                  <a:lnTo>
                    <a:pt x="65449" y="825039"/>
                  </a:lnTo>
                  <a:lnTo>
                    <a:pt x="67360" y="822172"/>
                  </a:lnTo>
                  <a:lnTo>
                    <a:pt x="68793" y="821695"/>
                  </a:lnTo>
                  <a:lnTo>
                    <a:pt x="72137" y="821695"/>
                  </a:lnTo>
                  <a:lnTo>
                    <a:pt x="74526" y="821217"/>
                  </a:lnTo>
                  <a:lnTo>
                    <a:pt x="76437" y="823128"/>
                  </a:lnTo>
                  <a:lnTo>
                    <a:pt x="76915" y="826472"/>
                  </a:lnTo>
                  <a:lnTo>
                    <a:pt x="75959" y="827905"/>
                  </a:lnTo>
                  <a:lnTo>
                    <a:pt x="75481" y="829338"/>
                  </a:lnTo>
                  <a:lnTo>
                    <a:pt x="75481" y="830294"/>
                  </a:lnTo>
                  <a:lnTo>
                    <a:pt x="77870" y="828861"/>
                  </a:lnTo>
                  <a:lnTo>
                    <a:pt x="78825" y="821217"/>
                  </a:lnTo>
                  <a:lnTo>
                    <a:pt x="85514" y="817395"/>
                  </a:lnTo>
                  <a:lnTo>
                    <a:pt x="87424" y="815484"/>
                  </a:lnTo>
                  <a:lnTo>
                    <a:pt x="89813" y="811662"/>
                  </a:lnTo>
                  <a:lnTo>
                    <a:pt x="90291" y="810707"/>
                  </a:lnTo>
                  <a:lnTo>
                    <a:pt x="90291" y="809751"/>
                  </a:lnTo>
                  <a:lnTo>
                    <a:pt x="88858" y="808796"/>
                  </a:lnTo>
                  <a:lnTo>
                    <a:pt x="85514" y="807363"/>
                  </a:lnTo>
                  <a:lnTo>
                    <a:pt x="75481" y="814529"/>
                  </a:lnTo>
                  <a:lnTo>
                    <a:pt x="71182" y="816439"/>
                  </a:lnTo>
                  <a:lnTo>
                    <a:pt x="67838" y="818351"/>
                  </a:lnTo>
                  <a:lnTo>
                    <a:pt x="64493" y="822172"/>
                  </a:lnTo>
                  <a:lnTo>
                    <a:pt x="63538" y="823128"/>
                  </a:lnTo>
                  <a:lnTo>
                    <a:pt x="63060" y="825516"/>
                  </a:lnTo>
                  <a:lnTo>
                    <a:pt x="62583" y="828383"/>
                  </a:lnTo>
                  <a:lnTo>
                    <a:pt x="59239" y="826950"/>
                  </a:lnTo>
                  <a:lnTo>
                    <a:pt x="53506" y="823128"/>
                  </a:lnTo>
                  <a:lnTo>
                    <a:pt x="52550" y="821695"/>
                  </a:lnTo>
                  <a:lnTo>
                    <a:pt x="53506" y="819784"/>
                  </a:lnTo>
                  <a:lnTo>
                    <a:pt x="55417" y="817873"/>
                  </a:lnTo>
                  <a:lnTo>
                    <a:pt x="55417" y="812140"/>
                  </a:lnTo>
                  <a:lnTo>
                    <a:pt x="55894" y="810229"/>
                  </a:lnTo>
                  <a:lnTo>
                    <a:pt x="56850" y="808796"/>
                  </a:lnTo>
                  <a:lnTo>
                    <a:pt x="59239" y="806885"/>
                  </a:lnTo>
                  <a:lnTo>
                    <a:pt x="60194" y="806885"/>
                  </a:lnTo>
                  <a:lnTo>
                    <a:pt x="61149" y="807363"/>
                  </a:lnTo>
                  <a:lnTo>
                    <a:pt x="61149" y="808796"/>
                  </a:lnTo>
                  <a:lnTo>
                    <a:pt x="64493" y="808796"/>
                  </a:lnTo>
                  <a:lnTo>
                    <a:pt x="71182" y="803541"/>
                  </a:lnTo>
                  <a:lnTo>
                    <a:pt x="74048" y="803541"/>
                  </a:lnTo>
                  <a:lnTo>
                    <a:pt x="77392" y="804496"/>
                  </a:lnTo>
                  <a:lnTo>
                    <a:pt x="81692" y="804019"/>
                  </a:lnTo>
                  <a:lnTo>
                    <a:pt x="82170" y="803541"/>
                  </a:lnTo>
                  <a:lnTo>
                    <a:pt x="83125" y="802585"/>
                  </a:lnTo>
                  <a:lnTo>
                    <a:pt x="80258" y="801152"/>
                  </a:lnTo>
                  <a:lnTo>
                    <a:pt x="77392" y="800197"/>
                  </a:lnTo>
                  <a:lnTo>
                    <a:pt x="69271" y="799719"/>
                  </a:lnTo>
                  <a:lnTo>
                    <a:pt x="67360" y="800197"/>
                  </a:lnTo>
                  <a:lnTo>
                    <a:pt x="64971" y="803063"/>
                  </a:lnTo>
                  <a:lnTo>
                    <a:pt x="64016" y="802585"/>
                  </a:lnTo>
                  <a:lnTo>
                    <a:pt x="63538" y="801152"/>
                  </a:lnTo>
                  <a:lnTo>
                    <a:pt x="60672" y="800197"/>
                  </a:lnTo>
                  <a:lnTo>
                    <a:pt x="59239" y="800197"/>
                  </a:lnTo>
                  <a:lnTo>
                    <a:pt x="58283" y="801630"/>
                  </a:lnTo>
                  <a:lnTo>
                    <a:pt x="58283" y="803541"/>
                  </a:lnTo>
                  <a:lnTo>
                    <a:pt x="57805" y="805452"/>
                  </a:lnTo>
                  <a:lnTo>
                    <a:pt x="54939" y="807840"/>
                  </a:lnTo>
                  <a:lnTo>
                    <a:pt x="53506" y="811185"/>
                  </a:lnTo>
                  <a:lnTo>
                    <a:pt x="53506" y="813573"/>
                  </a:lnTo>
                  <a:lnTo>
                    <a:pt x="53028" y="815006"/>
                  </a:lnTo>
                  <a:lnTo>
                    <a:pt x="52550" y="815484"/>
                  </a:lnTo>
                  <a:lnTo>
                    <a:pt x="51117" y="816439"/>
                  </a:lnTo>
                  <a:lnTo>
                    <a:pt x="46817" y="815962"/>
                  </a:lnTo>
                  <a:lnTo>
                    <a:pt x="44429" y="813096"/>
                  </a:lnTo>
                  <a:lnTo>
                    <a:pt x="43474" y="811185"/>
                  </a:lnTo>
                  <a:lnTo>
                    <a:pt x="41085" y="809274"/>
                  </a:lnTo>
                  <a:lnTo>
                    <a:pt x="46817" y="806885"/>
                  </a:lnTo>
                  <a:lnTo>
                    <a:pt x="48728" y="805452"/>
                  </a:lnTo>
                  <a:lnTo>
                    <a:pt x="50639" y="802108"/>
                  </a:lnTo>
                  <a:lnTo>
                    <a:pt x="52073" y="800197"/>
                  </a:lnTo>
                  <a:lnTo>
                    <a:pt x="51117" y="798764"/>
                  </a:lnTo>
                  <a:lnTo>
                    <a:pt x="50162" y="798764"/>
                  </a:lnTo>
                  <a:lnTo>
                    <a:pt x="50162" y="801152"/>
                  </a:lnTo>
                  <a:lnTo>
                    <a:pt x="48728" y="803063"/>
                  </a:lnTo>
                  <a:lnTo>
                    <a:pt x="46340" y="802108"/>
                  </a:lnTo>
                  <a:lnTo>
                    <a:pt x="42040" y="804974"/>
                  </a:lnTo>
                  <a:lnTo>
                    <a:pt x="39651" y="804019"/>
                  </a:lnTo>
                  <a:lnTo>
                    <a:pt x="35352" y="804974"/>
                  </a:lnTo>
                  <a:lnTo>
                    <a:pt x="33441" y="803541"/>
                  </a:lnTo>
                  <a:lnTo>
                    <a:pt x="32963" y="801630"/>
                  </a:lnTo>
                  <a:lnTo>
                    <a:pt x="33919" y="799719"/>
                  </a:lnTo>
                  <a:lnTo>
                    <a:pt x="32963" y="796375"/>
                  </a:lnTo>
                  <a:lnTo>
                    <a:pt x="32008" y="795420"/>
                  </a:lnTo>
                  <a:lnTo>
                    <a:pt x="31052" y="795897"/>
                  </a:lnTo>
                  <a:lnTo>
                    <a:pt x="30575" y="793986"/>
                  </a:lnTo>
                  <a:lnTo>
                    <a:pt x="29142" y="790164"/>
                  </a:lnTo>
                  <a:lnTo>
                    <a:pt x="28664" y="789209"/>
                  </a:lnTo>
                  <a:lnTo>
                    <a:pt x="28186" y="787776"/>
                  </a:lnTo>
                  <a:lnTo>
                    <a:pt x="28664" y="787298"/>
                  </a:lnTo>
                  <a:lnTo>
                    <a:pt x="30097" y="787776"/>
                  </a:lnTo>
                  <a:lnTo>
                    <a:pt x="31052" y="789209"/>
                  </a:lnTo>
                  <a:lnTo>
                    <a:pt x="32963" y="789209"/>
                  </a:lnTo>
                  <a:lnTo>
                    <a:pt x="37263" y="791120"/>
                  </a:lnTo>
                  <a:lnTo>
                    <a:pt x="38696" y="790642"/>
                  </a:lnTo>
                  <a:lnTo>
                    <a:pt x="39651" y="790164"/>
                  </a:lnTo>
                  <a:lnTo>
                    <a:pt x="40129" y="788254"/>
                  </a:lnTo>
                  <a:lnTo>
                    <a:pt x="40129" y="786820"/>
                  </a:lnTo>
                  <a:lnTo>
                    <a:pt x="40607" y="786820"/>
                  </a:lnTo>
                  <a:lnTo>
                    <a:pt x="42996" y="788731"/>
                  </a:lnTo>
                  <a:lnTo>
                    <a:pt x="44429" y="788731"/>
                  </a:lnTo>
                  <a:lnTo>
                    <a:pt x="47295" y="789209"/>
                  </a:lnTo>
                  <a:lnTo>
                    <a:pt x="48728" y="789209"/>
                  </a:lnTo>
                  <a:lnTo>
                    <a:pt x="51117" y="788254"/>
                  </a:lnTo>
                  <a:lnTo>
                    <a:pt x="54939" y="785865"/>
                  </a:lnTo>
                  <a:lnTo>
                    <a:pt x="56850" y="783476"/>
                  </a:lnTo>
                  <a:lnTo>
                    <a:pt x="57805" y="782998"/>
                  </a:lnTo>
                  <a:lnTo>
                    <a:pt x="58761" y="783476"/>
                  </a:lnTo>
                  <a:lnTo>
                    <a:pt x="59716" y="783954"/>
                  </a:lnTo>
                  <a:lnTo>
                    <a:pt x="59716" y="785865"/>
                  </a:lnTo>
                  <a:lnTo>
                    <a:pt x="60672" y="787298"/>
                  </a:lnTo>
                  <a:lnTo>
                    <a:pt x="61627" y="788731"/>
                  </a:lnTo>
                  <a:lnTo>
                    <a:pt x="62105" y="790164"/>
                  </a:lnTo>
                  <a:lnTo>
                    <a:pt x="62105" y="792075"/>
                  </a:lnTo>
                  <a:lnTo>
                    <a:pt x="59716" y="793986"/>
                  </a:lnTo>
                  <a:lnTo>
                    <a:pt x="59239" y="794942"/>
                  </a:lnTo>
                  <a:lnTo>
                    <a:pt x="60194" y="795897"/>
                  </a:lnTo>
                  <a:lnTo>
                    <a:pt x="61149" y="795420"/>
                  </a:lnTo>
                  <a:lnTo>
                    <a:pt x="62105" y="794464"/>
                  </a:lnTo>
                  <a:lnTo>
                    <a:pt x="63060" y="792553"/>
                  </a:lnTo>
                  <a:lnTo>
                    <a:pt x="63060" y="792075"/>
                  </a:lnTo>
                  <a:lnTo>
                    <a:pt x="63060" y="790642"/>
                  </a:lnTo>
                  <a:lnTo>
                    <a:pt x="63060" y="789209"/>
                  </a:lnTo>
                  <a:lnTo>
                    <a:pt x="61149" y="785387"/>
                  </a:lnTo>
                  <a:lnTo>
                    <a:pt x="61149" y="784432"/>
                  </a:lnTo>
                  <a:lnTo>
                    <a:pt x="61149" y="782998"/>
                  </a:lnTo>
                  <a:lnTo>
                    <a:pt x="63060" y="781088"/>
                  </a:lnTo>
                  <a:lnTo>
                    <a:pt x="63538" y="780132"/>
                  </a:lnTo>
                  <a:lnTo>
                    <a:pt x="64016" y="777266"/>
                  </a:lnTo>
                  <a:lnTo>
                    <a:pt x="62583" y="775832"/>
                  </a:lnTo>
                  <a:lnTo>
                    <a:pt x="58283" y="772011"/>
                  </a:lnTo>
                  <a:lnTo>
                    <a:pt x="51117" y="768189"/>
                  </a:lnTo>
                  <a:lnTo>
                    <a:pt x="50162" y="768189"/>
                  </a:lnTo>
                  <a:lnTo>
                    <a:pt x="49684" y="769144"/>
                  </a:lnTo>
                  <a:lnTo>
                    <a:pt x="50639" y="769622"/>
                  </a:lnTo>
                  <a:lnTo>
                    <a:pt x="51595" y="770100"/>
                  </a:lnTo>
                  <a:lnTo>
                    <a:pt x="57805" y="772966"/>
                  </a:lnTo>
                  <a:lnTo>
                    <a:pt x="59716" y="774877"/>
                  </a:lnTo>
                  <a:lnTo>
                    <a:pt x="60672" y="775355"/>
                  </a:lnTo>
                  <a:lnTo>
                    <a:pt x="62105" y="776788"/>
                  </a:lnTo>
                  <a:lnTo>
                    <a:pt x="61627" y="778699"/>
                  </a:lnTo>
                  <a:lnTo>
                    <a:pt x="54939" y="780132"/>
                  </a:lnTo>
                  <a:lnTo>
                    <a:pt x="50162" y="783954"/>
                  </a:lnTo>
                  <a:lnTo>
                    <a:pt x="46340" y="786343"/>
                  </a:lnTo>
                  <a:lnTo>
                    <a:pt x="43474" y="785387"/>
                  </a:lnTo>
                  <a:lnTo>
                    <a:pt x="42040" y="783476"/>
                  </a:lnTo>
                  <a:lnTo>
                    <a:pt x="40607" y="780132"/>
                  </a:lnTo>
                  <a:lnTo>
                    <a:pt x="38696" y="778221"/>
                  </a:lnTo>
                  <a:lnTo>
                    <a:pt x="37741" y="778699"/>
                  </a:lnTo>
                  <a:lnTo>
                    <a:pt x="36785" y="778221"/>
                  </a:lnTo>
                  <a:lnTo>
                    <a:pt x="35830" y="777266"/>
                  </a:lnTo>
                  <a:lnTo>
                    <a:pt x="34397" y="778221"/>
                  </a:lnTo>
                  <a:lnTo>
                    <a:pt x="31052" y="775832"/>
                  </a:lnTo>
                  <a:lnTo>
                    <a:pt x="30097" y="774877"/>
                  </a:lnTo>
                  <a:lnTo>
                    <a:pt x="32486" y="772011"/>
                  </a:lnTo>
                  <a:lnTo>
                    <a:pt x="35352" y="772966"/>
                  </a:lnTo>
                  <a:lnTo>
                    <a:pt x="35830" y="764845"/>
                  </a:lnTo>
                  <a:lnTo>
                    <a:pt x="34874" y="762934"/>
                  </a:lnTo>
                  <a:lnTo>
                    <a:pt x="31530" y="761023"/>
                  </a:lnTo>
                  <a:lnTo>
                    <a:pt x="29619" y="761023"/>
                  </a:lnTo>
                  <a:lnTo>
                    <a:pt x="27231" y="761023"/>
                  </a:lnTo>
                  <a:lnTo>
                    <a:pt x="25798" y="760067"/>
                  </a:lnTo>
                  <a:lnTo>
                    <a:pt x="23886" y="759590"/>
                  </a:lnTo>
                  <a:lnTo>
                    <a:pt x="22453" y="759112"/>
                  </a:lnTo>
                  <a:lnTo>
                    <a:pt x="20065" y="757679"/>
                  </a:lnTo>
                  <a:lnTo>
                    <a:pt x="17676" y="757201"/>
                  </a:lnTo>
                  <a:lnTo>
                    <a:pt x="14332" y="751946"/>
                  </a:lnTo>
                  <a:lnTo>
                    <a:pt x="12899" y="749080"/>
                  </a:lnTo>
                  <a:lnTo>
                    <a:pt x="11943" y="746213"/>
                  </a:lnTo>
                  <a:lnTo>
                    <a:pt x="17198" y="746213"/>
                  </a:lnTo>
                  <a:lnTo>
                    <a:pt x="20065" y="745736"/>
                  </a:lnTo>
                  <a:lnTo>
                    <a:pt x="21020" y="744302"/>
                  </a:lnTo>
                  <a:lnTo>
                    <a:pt x="20065" y="741914"/>
                  </a:lnTo>
                  <a:lnTo>
                    <a:pt x="18632" y="740003"/>
                  </a:lnTo>
                  <a:lnTo>
                    <a:pt x="19587" y="738092"/>
                  </a:lnTo>
                  <a:lnTo>
                    <a:pt x="21020" y="737137"/>
                  </a:lnTo>
                  <a:lnTo>
                    <a:pt x="22931" y="737614"/>
                  </a:lnTo>
                  <a:lnTo>
                    <a:pt x="26753" y="740481"/>
                  </a:lnTo>
                  <a:lnTo>
                    <a:pt x="27231" y="742391"/>
                  </a:lnTo>
                  <a:lnTo>
                    <a:pt x="30097" y="748602"/>
                  </a:lnTo>
                  <a:lnTo>
                    <a:pt x="30575" y="749557"/>
                  </a:lnTo>
                  <a:lnTo>
                    <a:pt x="31052" y="750035"/>
                  </a:lnTo>
                  <a:lnTo>
                    <a:pt x="36785" y="753379"/>
                  </a:lnTo>
                  <a:lnTo>
                    <a:pt x="37741" y="753379"/>
                  </a:lnTo>
                  <a:lnTo>
                    <a:pt x="37263" y="750513"/>
                  </a:lnTo>
                  <a:lnTo>
                    <a:pt x="39174" y="746691"/>
                  </a:lnTo>
                  <a:lnTo>
                    <a:pt x="40607" y="745258"/>
                  </a:lnTo>
                  <a:lnTo>
                    <a:pt x="41563" y="745258"/>
                  </a:lnTo>
                  <a:lnTo>
                    <a:pt x="41563" y="744780"/>
                  </a:lnTo>
                  <a:lnTo>
                    <a:pt x="40129" y="742869"/>
                  </a:lnTo>
                  <a:lnTo>
                    <a:pt x="40607" y="740481"/>
                  </a:lnTo>
                  <a:lnTo>
                    <a:pt x="40129" y="740481"/>
                  </a:lnTo>
                  <a:lnTo>
                    <a:pt x="38696" y="741914"/>
                  </a:lnTo>
                  <a:lnTo>
                    <a:pt x="35830" y="749080"/>
                  </a:lnTo>
                  <a:lnTo>
                    <a:pt x="34397" y="750035"/>
                  </a:lnTo>
                  <a:lnTo>
                    <a:pt x="32008" y="747169"/>
                  </a:lnTo>
                  <a:lnTo>
                    <a:pt x="30575" y="744780"/>
                  </a:lnTo>
                  <a:lnTo>
                    <a:pt x="30097" y="743825"/>
                  </a:lnTo>
                  <a:lnTo>
                    <a:pt x="30097" y="740481"/>
                  </a:lnTo>
                  <a:lnTo>
                    <a:pt x="34874" y="740958"/>
                  </a:lnTo>
                  <a:lnTo>
                    <a:pt x="33441" y="740003"/>
                  </a:lnTo>
                  <a:lnTo>
                    <a:pt x="27708" y="738092"/>
                  </a:lnTo>
                  <a:lnTo>
                    <a:pt x="26275" y="737137"/>
                  </a:lnTo>
                  <a:lnTo>
                    <a:pt x="25320" y="736659"/>
                  </a:lnTo>
                  <a:lnTo>
                    <a:pt x="23886" y="734270"/>
                  </a:lnTo>
                  <a:lnTo>
                    <a:pt x="21498" y="732359"/>
                  </a:lnTo>
                  <a:lnTo>
                    <a:pt x="25320" y="728537"/>
                  </a:lnTo>
                  <a:lnTo>
                    <a:pt x="27231" y="726149"/>
                  </a:lnTo>
                  <a:lnTo>
                    <a:pt x="33441" y="727582"/>
                  </a:lnTo>
                  <a:lnTo>
                    <a:pt x="34874" y="726626"/>
                  </a:lnTo>
                  <a:lnTo>
                    <a:pt x="33441" y="724716"/>
                  </a:lnTo>
                  <a:lnTo>
                    <a:pt x="32486" y="725193"/>
                  </a:lnTo>
                  <a:lnTo>
                    <a:pt x="30575" y="724238"/>
                  </a:lnTo>
                  <a:lnTo>
                    <a:pt x="27708" y="720416"/>
                  </a:lnTo>
                  <a:lnTo>
                    <a:pt x="27708" y="718983"/>
                  </a:lnTo>
                  <a:lnTo>
                    <a:pt x="28186" y="715639"/>
                  </a:lnTo>
                  <a:lnTo>
                    <a:pt x="29142" y="714683"/>
                  </a:lnTo>
                  <a:lnTo>
                    <a:pt x="32008" y="714206"/>
                  </a:lnTo>
                  <a:lnTo>
                    <a:pt x="34874" y="715161"/>
                  </a:lnTo>
                  <a:lnTo>
                    <a:pt x="35830" y="716116"/>
                  </a:lnTo>
                  <a:lnTo>
                    <a:pt x="37263" y="715639"/>
                  </a:lnTo>
                  <a:lnTo>
                    <a:pt x="35830" y="713250"/>
                  </a:lnTo>
                  <a:lnTo>
                    <a:pt x="33919" y="712295"/>
                  </a:lnTo>
                  <a:lnTo>
                    <a:pt x="32008" y="710861"/>
                  </a:lnTo>
                  <a:lnTo>
                    <a:pt x="32008" y="708950"/>
                  </a:lnTo>
                  <a:lnTo>
                    <a:pt x="32963" y="707040"/>
                  </a:lnTo>
                  <a:lnTo>
                    <a:pt x="33441" y="705606"/>
                  </a:lnTo>
                  <a:lnTo>
                    <a:pt x="33919" y="703218"/>
                  </a:lnTo>
                  <a:lnTo>
                    <a:pt x="33441" y="701307"/>
                  </a:lnTo>
                  <a:lnTo>
                    <a:pt x="34397" y="700351"/>
                  </a:lnTo>
                  <a:lnTo>
                    <a:pt x="35352" y="699874"/>
                  </a:lnTo>
                  <a:lnTo>
                    <a:pt x="35352" y="699396"/>
                  </a:lnTo>
                  <a:lnTo>
                    <a:pt x="33441" y="699396"/>
                  </a:lnTo>
                  <a:lnTo>
                    <a:pt x="32486" y="701784"/>
                  </a:lnTo>
                  <a:lnTo>
                    <a:pt x="32486" y="704173"/>
                  </a:lnTo>
                  <a:lnTo>
                    <a:pt x="31052" y="705606"/>
                  </a:lnTo>
                  <a:lnTo>
                    <a:pt x="30575" y="707517"/>
                  </a:lnTo>
                  <a:lnTo>
                    <a:pt x="30097" y="709906"/>
                  </a:lnTo>
                  <a:lnTo>
                    <a:pt x="29619" y="712772"/>
                  </a:lnTo>
                  <a:lnTo>
                    <a:pt x="27708" y="711817"/>
                  </a:lnTo>
                  <a:lnTo>
                    <a:pt x="26753" y="710384"/>
                  </a:lnTo>
                  <a:lnTo>
                    <a:pt x="26753" y="709906"/>
                  </a:lnTo>
                  <a:lnTo>
                    <a:pt x="26753" y="708473"/>
                  </a:lnTo>
                  <a:lnTo>
                    <a:pt x="26275" y="699874"/>
                  </a:lnTo>
                  <a:lnTo>
                    <a:pt x="26275" y="693185"/>
                  </a:lnTo>
                  <a:lnTo>
                    <a:pt x="27231" y="687453"/>
                  </a:lnTo>
                  <a:lnTo>
                    <a:pt x="29142" y="685542"/>
                  </a:lnTo>
                  <a:lnTo>
                    <a:pt x="30575" y="685064"/>
                  </a:lnTo>
                  <a:lnTo>
                    <a:pt x="31530" y="685064"/>
                  </a:lnTo>
                  <a:lnTo>
                    <a:pt x="32486" y="685064"/>
                  </a:lnTo>
                  <a:lnTo>
                    <a:pt x="33441" y="684109"/>
                  </a:lnTo>
                  <a:lnTo>
                    <a:pt x="30575" y="683153"/>
                  </a:lnTo>
                  <a:lnTo>
                    <a:pt x="28664" y="683631"/>
                  </a:lnTo>
                  <a:lnTo>
                    <a:pt x="27231" y="684586"/>
                  </a:lnTo>
                  <a:lnTo>
                    <a:pt x="24364" y="684109"/>
                  </a:lnTo>
                  <a:lnTo>
                    <a:pt x="23886" y="681242"/>
                  </a:lnTo>
                  <a:lnTo>
                    <a:pt x="22453" y="678853"/>
                  </a:lnTo>
                  <a:lnTo>
                    <a:pt x="21976" y="675987"/>
                  </a:lnTo>
                  <a:lnTo>
                    <a:pt x="22453" y="671210"/>
                  </a:lnTo>
                  <a:lnTo>
                    <a:pt x="25798" y="671688"/>
                  </a:lnTo>
                  <a:lnTo>
                    <a:pt x="28664" y="672643"/>
                  </a:lnTo>
                  <a:lnTo>
                    <a:pt x="36785" y="672643"/>
                  </a:lnTo>
                  <a:lnTo>
                    <a:pt x="43474" y="676943"/>
                  </a:lnTo>
                  <a:lnTo>
                    <a:pt x="46340" y="675987"/>
                  </a:lnTo>
                  <a:lnTo>
                    <a:pt x="45862" y="675509"/>
                  </a:lnTo>
                  <a:lnTo>
                    <a:pt x="43951" y="674076"/>
                  </a:lnTo>
                  <a:lnTo>
                    <a:pt x="42518" y="671688"/>
                  </a:lnTo>
                  <a:lnTo>
                    <a:pt x="41563" y="671210"/>
                  </a:lnTo>
                  <a:lnTo>
                    <a:pt x="41085" y="669777"/>
                  </a:lnTo>
                  <a:lnTo>
                    <a:pt x="41085" y="668343"/>
                  </a:lnTo>
                  <a:lnTo>
                    <a:pt x="39651" y="662133"/>
                  </a:lnTo>
                  <a:lnTo>
                    <a:pt x="38696" y="662133"/>
                  </a:lnTo>
                  <a:lnTo>
                    <a:pt x="38218" y="664522"/>
                  </a:lnTo>
                  <a:lnTo>
                    <a:pt x="36785" y="667866"/>
                  </a:lnTo>
                  <a:lnTo>
                    <a:pt x="34874" y="669299"/>
                  </a:lnTo>
                  <a:lnTo>
                    <a:pt x="32008" y="670254"/>
                  </a:lnTo>
                  <a:lnTo>
                    <a:pt x="29142" y="670732"/>
                  </a:lnTo>
                  <a:lnTo>
                    <a:pt x="26753" y="669777"/>
                  </a:lnTo>
                  <a:lnTo>
                    <a:pt x="26275" y="668343"/>
                  </a:lnTo>
                  <a:lnTo>
                    <a:pt x="26275" y="666910"/>
                  </a:lnTo>
                  <a:lnTo>
                    <a:pt x="25320" y="665955"/>
                  </a:lnTo>
                  <a:lnTo>
                    <a:pt x="22453" y="664999"/>
                  </a:lnTo>
                  <a:lnTo>
                    <a:pt x="21976" y="664999"/>
                  </a:lnTo>
                  <a:lnTo>
                    <a:pt x="21020" y="663088"/>
                  </a:lnTo>
                  <a:lnTo>
                    <a:pt x="21976" y="661177"/>
                  </a:lnTo>
                  <a:lnTo>
                    <a:pt x="23409" y="659744"/>
                  </a:lnTo>
                  <a:lnTo>
                    <a:pt x="24842" y="659744"/>
                  </a:lnTo>
                  <a:lnTo>
                    <a:pt x="25798" y="660700"/>
                  </a:lnTo>
                  <a:lnTo>
                    <a:pt x="27708" y="662133"/>
                  </a:lnTo>
                  <a:lnTo>
                    <a:pt x="29142" y="662611"/>
                  </a:lnTo>
                  <a:lnTo>
                    <a:pt x="31052" y="661177"/>
                  </a:lnTo>
                  <a:lnTo>
                    <a:pt x="31052" y="660222"/>
                  </a:lnTo>
                  <a:lnTo>
                    <a:pt x="30097" y="659744"/>
                  </a:lnTo>
                  <a:lnTo>
                    <a:pt x="29142" y="659267"/>
                  </a:lnTo>
                  <a:lnTo>
                    <a:pt x="27231" y="658789"/>
                  </a:lnTo>
                  <a:lnTo>
                    <a:pt x="24364" y="655923"/>
                  </a:lnTo>
                  <a:lnTo>
                    <a:pt x="25798" y="653056"/>
                  </a:lnTo>
                  <a:lnTo>
                    <a:pt x="29619" y="650190"/>
                  </a:lnTo>
                  <a:lnTo>
                    <a:pt x="30575" y="649234"/>
                  </a:lnTo>
                  <a:lnTo>
                    <a:pt x="29619" y="646846"/>
                  </a:lnTo>
                  <a:lnTo>
                    <a:pt x="31052" y="643979"/>
                  </a:lnTo>
                  <a:lnTo>
                    <a:pt x="29619" y="641591"/>
                  </a:lnTo>
                  <a:lnTo>
                    <a:pt x="27708" y="638724"/>
                  </a:lnTo>
                  <a:lnTo>
                    <a:pt x="24842" y="638246"/>
                  </a:lnTo>
                  <a:lnTo>
                    <a:pt x="24364" y="639202"/>
                  </a:lnTo>
                  <a:lnTo>
                    <a:pt x="24364" y="640157"/>
                  </a:lnTo>
                  <a:lnTo>
                    <a:pt x="24842" y="641113"/>
                  </a:lnTo>
                  <a:lnTo>
                    <a:pt x="24364" y="641591"/>
                  </a:lnTo>
                  <a:lnTo>
                    <a:pt x="23886" y="641591"/>
                  </a:lnTo>
                  <a:lnTo>
                    <a:pt x="20065" y="641113"/>
                  </a:lnTo>
                  <a:lnTo>
                    <a:pt x="17676" y="639202"/>
                  </a:lnTo>
                  <a:lnTo>
                    <a:pt x="13854" y="637769"/>
                  </a:lnTo>
                  <a:lnTo>
                    <a:pt x="13376" y="636336"/>
                  </a:lnTo>
                  <a:lnTo>
                    <a:pt x="12899" y="634902"/>
                  </a:lnTo>
                  <a:lnTo>
                    <a:pt x="14332" y="631558"/>
                  </a:lnTo>
                  <a:lnTo>
                    <a:pt x="13854" y="631558"/>
                  </a:lnTo>
                  <a:lnTo>
                    <a:pt x="10988" y="633947"/>
                  </a:lnTo>
                  <a:lnTo>
                    <a:pt x="7166" y="635380"/>
                  </a:lnTo>
                  <a:lnTo>
                    <a:pt x="4777" y="635380"/>
                  </a:lnTo>
                  <a:lnTo>
                    <a:pt x="3344" y="636336"/>
                  </a:lnTo>
                  <a:lnTo>
                    <a:pt x="2867" y="637291"/>
                  </a:lnTo>
                  <a:lnTo>
                    <a:pt x="3822" y="637769"/>
                  </a:lnTo>
                  <a:lnTo>
                    <a:pt x="5255" y="637769"/>
                  </a:lnTo>
                  <a:lnTo>
                    <a:pt x="6210" y="641113"/>
                  </a:lnTo>
                  <a:lnTo>
                    <a:pt x="6210" y="642068"/>
                  </a:lnTo>
                  <a:lnTo>
                    <a:pt x="5733" y="642546"/>
                  </a:lnTo>
                  <a:lnTo>
                    <a:pt x="4300" y="643024"/>
                  </a:lnTo>
                  <a:lnTo>
                    <a:pt x="1433" y="641113"/>
                  </a:lnTo>
                  <a:lnTo>
                    <a:pt x="0" y="638724"/>
                  </a:lnTo>
                  <a:lnTo>
                    <a:pt x="0" y="636813"/>
                  </a:lnTo>
                  <a:lnTo>
                    <a:pt x="956" y="634425"/>
                  </a:lnTo>
                  <a:lnTo>
                    <a:pt x="5255" y="631081"/>
                  </a:lnTo>
                  <a:lnTo>
                    <a:pt x="6688" y="629647"/>
                  </a:lnTo>
                  <a:lnTo>
                    <a:pt x="9077" y="627736"/>
                  </a:lnTo>
                  <a:lnTo>
                    <a:pt x="12421" y="624392"/>
                  </a:lnTo>
                  <a:lnTo>
                    <a:pt x="15765" y="622481"/>
                  </a:lnTo>
                  <a:lnTo>
                    <a:pt x="14332" y="620570"/>
                  </a:lnTo>
                  <a:lnTo>
                    <a:pt x="12421" y="618182"/>
                  </a:lnTo>
                  <a:lnTo>
                    <a:pt x="12899" y="614838"/>
                  </a:lnTo>
                  <a:lnTo>
                    <a:pt x="18632" y="613404"/>
                  </a:lnTo>
                  <a:lnTo>
                    <a:pt x="21498" y="614360"/>
                  </a:lnTo>
                  <a:lnTo>
                    <a:pt x="24842" y="613882"/>
                  </a:lnTo>
                  <a:lnTo>
                    <a:pt x="26753" y="613404"/>
                  </a:lnTo>
                  <a:lnTo>
                    <a:pt x="27708" y="612927"/>
                  </a:lnTo>
                  <a:lnTo>
                    <a:pt x="30575" y="611971"/>
                  </a:lnTo>
                  <a:lnTo>
                    <a:pt x="32008" y="611016"/>
                  </a:lnTo>
                  <a:lnTo>
                    <a:pt x="32008" y="610061"/>
                  </a:lnTo>
                  <a:lnTo>
                    <a:pt x="32008" y="609105"/>
                  </a:lnTo>
                  <a:lnTo>
                    <a:pt x="32008" y="608150"/>
                  </a:lnTo>
                  <a:lnTo>
                    <a:pt x="31530" y="605283"/>
                  </a:lnTo>
                  <a:lnTo>
                    <a:pt x="32008" y="604328"/>
                  </a:lnTo>
                  <a:lnTo>
                    <a:pt x="32963" y="602895"/>
                  </a:lnTo>
                  <a:lnTo>
                    <a:pt x="34874" y="602895"/>
                  </a:lnTo>
                  <a:lnTo>
                    <a:pt x="35352" y="602895"/>
                  </a:lnTo>
                  <a:lnTo>
                    <a:pt x="37263" y="603850"/>
                  </a:lnTo>
                  <a:lnTo>
                    <a:pt x="36785" y="605283"/>
                  </a:lnTo>
                  <a:lnTo>
                    <a:pt x="36308" y="607194"/>
                  </a:lnTo>
                  <a:lnTo>
                    <a:pt x="34397" y="613882"/>
                  </a:lnTo>
                  <a:lnTo>
                    <a:pt x="33919" y="615315"/>
                  </a:lnTo>
                  <a:lnTo>
                    <a:pt x="32486" y="616749"/>
                  </a:lnTo>
                  <a:lnTo>
                    <a:pt x="33441" y="619615"/>
                  </a:lnTo>
                  <a:lnTo>
                    <a:pt x="32486" y="621526"/>
                  </a:lnTo>
                  <a:lnTo>
                    <a:pt x="26753" y="623915"/>
                  </a:lnTo>
                  <a:lnTo>
                    <a:pt x="26275" y="623915"/>
                  </a:lnTo>
                  <a:lnTo>
                    <a:pt x="26275" y="624870"/>
                  </a:lnTo>
                  <a:lnTo>
                    <a:pt x="29619" y="624392"/>
                  </a:lnTo>
                  <a:lnTo>
                    <a:pt x="32008" y="623915"/>
                  </a:lnTo>
                  <a:lnTo>
                    <a:pt x="34397" y="622481"/>
                  </a:lnTo>
                  <a:lnTo>
                    <a:pt x="35352" y="619615"/>
                  </a:lnTo>
                  <a:lnTo>
                    <a:pt x="36308" y="614360"/>
                  </a:lnTo>
                  <a:lnTo>
                    <a:pt x="37741" y="613404"/>
                  </a:lnTo>
                  <a:lnTo>
                    <a:pt x="39174" y="613404"/>
                  </a:lnTo>
                  <a:lnTo>
                    <a:pt x="40129" y="614360"/>
                  </a:lnTo>
                  <a:lnTo>
                    <a:pt x="39651" y="617227"/>
                  </a:lnTo>
                  <a:lnTo>
                    <a:pt x="39651" y="620093"/>
                  </a:lnTo>
                  <a:lnTo>
                    <a:pt x="37741" y="628214"/>
                  </a:lnTo>
                  <a:lnTo>
                    <a:pt x="35352" y="631558"/>
                  </a:lnTo>
                  <a:lnTo>
                    <a:pt x="34874" y="632036"/>
                  </a:lnTo>
                  <a:lnTo>
                    <a:pt x="34874" y="633469"/>
                  </a:lnTo>
                  <a:lnTo>
                    <a:pt x="36785" y="632992"/>
                  </a:lnTo>
                  <a:lnTo>
                    <a:pt x="38218" y="631558"/>
                  </a:lnTo>
                  <a:lnTo>
                    <a:pt x="39651" y="629170"/>
                  </a:lnTo>
                  <a:lnTo>
                    <a:pt x="40607" y="625826"/>
                  </a:lnTo>
                  <a:lnTo>
                    <a:pt x="40607" y="623915"/>
                  </a:lnTo>
                  <a:lnTo>
                    <a:pt x="40607" y="622481"/>
                  </a:lnTo>
                  <a:lnTo>
                    <a:pt x="41085" y="617704"/>
                  </a:lnTo>
                  <a:lnTo>
                    <a:pt x="42040" y="615793"/>
                  </a:lnTo>
                  <a:lnTo>
                    <a:pt x="42040" y="612449"/>
                  </a:lnTo>
                  <a:lnTo>
                    <a:pt x="40607" y="611016"/>
                  </a:lnTo>
                  <a:lnTo>
                    <a:pt x="38696" y="610538"/>
                  </a:lnTo>
                  <a:lnTo>
                    <a:pt x="38218" y="608627"/>
                  </a:lnTo>
                  <a:lnTo>
                    <a:pt x="39174" y="604805"/>
                  </a:lnTo>
                  <a:lnTo>
                    <a:pt x="42996" y="604805"/>
                  </a:lnTo>
                  <a:lnTo>
                    <a:pt x="46340" y="602417"/>
                  </a:lnTo>
                  <a:lnTo>
                    <a:pt x="48251" y="601461"/>
                  </a:lnTo>
                  <a:lnTo>
                    <a:pt x="49684" y="601461"/>
                  </a:lnTo>
                  <a:lnTo>
                    <a:pt x="53983" y="603850"/>
                  </a:lnTo>
                  <a:lnTo>
                    <a:pt x="54939" y="603850"/>
                  </a:lnTo>
                  <a:lnTo>
                    <a:pt x="54939" y="602895"/>
                  </a:lnTo>
                  <a:lnTo>
                    <a:pt x="53983" y="602417"/>
                  </a:lnTo>
                  <a:lnTo>
                    <a:pt x="52550" y="601461"/>
                  </a:lnTo>
                  <a:lnTo>
                    <a:pt x="49206" y="599073"/>
                  </a:lnTo>
                  <a:lnTo>
                    <a:pt x="44907" y="598595"/>
                  </a:lnTo>
                  <a:lnTo>
                    <a:pt x="45862" y="594773"/>
                  </a:lnTo>
                  <a:lnTo>
                    <a:pt x="46340" y="591907"/>
                  </a:lnTo>
                  <a:lnTo>
                    <a:pt x="48728" y="591429"/>
                  </a:lnTo>
                  <a:lnTo>
                    <a:pt x="52073" y="590474"/>
                  </a:lnTo>
                  <a:lnTo>
                    <a:pt x="58761" y="585696"/>
                  </a:lnTo>
                  <a:lnTo>
                    <a:pt x="60194" y="581874"/>
                  </a:lnTo>
                  <a:lnTo>
                    <a:pt x="60194" y="578053"/>
                  </a:lnTo>
                  <a:lnTo>
                    <a:pt x="57328" y="577097"/>
                  </a:lnTo>
                  <a:lnTo>
                    <a:pt x="53506" y="574231"/>
                  </a:lnTo>
                  <a:lnTo>
                    <a:pt x="51117" y="572797"/>
                  </a:lnTo>
                  <a:lnTo>
                    <a:pt x="48251" y="571364"/>
                  </a:lnTo>
                  <a:lnTo>
                    <a:pt x="48728" y="568498"/>
                  </a:lnTo>
                  <a:lnTo>
                    <a:pt x="49206" y="564198"/>
                  </a:lnTo>
                  <a:lnTo>
                    <a:pt x="52550" y="563243"/>
                  </a:lnTo>
                  <a:lnTo>
                    <a:pt x="53983" y="557510"/>
                  </a:lnTo>
                  <a:lnTo>
                    <a:pt x="51595" y="553211"/>
                  </a:lnTo>
                  <a:lnTo>
                    <a:pt x="52073" y="549867"/>
                  </a:lnTo>
                  <a:lnTo>
                    <a:pt x="54939" y="547000"/>
                  </a:lnTo>
                  <a:lnTo>
                    <a:pt x="55417" y="545089"/>
                  </a:lnTo>
                  <a:lnTo>
                    <a:pt x="55894" y="543178"/>
                  </a:lnTo>
                  <a:lnTo>
                    <a:pt x="58283" y="542701"/>
                  </a:lnTo>
                  <a:lnTo>
                    <a:pt x="58761" y="541745"/>
                  </a:lnTo>
                  <a:lnTo>
                    <a:pt x="58283" y="539834"/>
                  </a:lnTo>
                  <a:lnTo>
                    <a:pt x="56850" y="536968"/>
                  </a:lnTo>
                  <a:lnTo>
                    <a:pt x="56850" y="533624"/>
                  </a:lnTo>
                  <a:lnTo>
                    <a:pt x="58283" y="529802"/>
                  </a:lnTo>
                  <a:lnTo>
                    <a:pt x="60672" y="529802"/>
                  </a:lnTo>
                  <a:lnTo>
                    <a:pt x="61149" y="529802"/>
                  </a:lnTo>
                  <a:lnTo>
                    <a:pt x="59239" y="527413"/>
                  </a:lnTo>
                  <a:lnTo>
                    <a:pt x="57805" y="524547"/>
                  </a:lnTo>
                  <a:lnTo>
                    <a:pt x="58283" y="523591"/>
                  </a:lnTo>
                  <a:lnTo>
                    <a:pt x="59716" y="522636"/>
                  </a:lnTo>
                  <a:lnTo>
                    <a:pt x="61149" y="522158"/>
                  </a:lnTo>
                  <a:lnTo>
                    <a:pt x="62583" y="523591"/>
                  </a:lnTo>
                  <a:lnTo>
                    <a:pt x="64971" y="527891"/>
                  </a:lnTo>
                  <a:lnTo>
                    <a:pt x="65449" y="526936"/>
                  </a:lnTo>
                  <a:lnTo>
                    <a:pt x="64493" y="522636"/>
                  </a:lnTo>
                  <a:lnTo>
                    <a:pt x="63538" y="516903"/>
                  </a:lnTo>
                  <a:lnTo>
                    <a:pt x="61149" y="517859"/>
                  </a:lnTo>
                  <a:lnTo>
                    <a:pt x="58761" y="517381"/>
                  </a:lnTo>
                  <a:lnTo>
                    <a:pt x="57805" y="516425"/>
                  </a:lnTo>
                  <a:lnTo>
                    <a:pt x="57328" y="514992"/>
                  </a:lnTo>
                  <a:lnTo>
                    <a:pt x="57805" y="513559"/>
                  </a:lnTo>
                  <a:lnTo>
                    <a:pt x="58761" y="512604"/>
                  </a:lnTo>
                  <a:lnTo>
                    <a:pt x="60672" y="511171"/>
                  </a:lnTo>
                  <a:lnTo>
                    <a:pt x="64016" y="510693"/>
                  </a:lnTo>
                  <a:lnTo>
                    <a:pt x="66405" y="508782"/>
                  </a:lnTo>
                  <a:lnTo>
                    <a:pt x="67360" y="505438"/>
                  </a:lnTo>
                  <a:lnTo>
                    <a:pt x="66405" y="505438"/>
                  </a:lnTo>
                  <a:lnTo>
                    <a:pt x="64971" y="508782"/>
                  </a:lnTo>
                  <a:lnTo>
                    <a:pt x="62583" y="509737"/>
                  </a:lnTo>
                  <a:lnTo>
                    <a:pt x="61627" y="509737"/>
                  </a:lnTo>
                  <a:lnTo>
                    <a:pt x="60194" y="509259"/>
                  </a:lnTo>
                  <a:lnTo>
                    <a:pt x="57328" y="506393"/>
                  </a:lnTo>
                  <a:lnTo>
                    <a:pt x="55894" y="505438"/>
                  </a:lnTo>
                  <a:lnTo>
                    <a:pt x="54461" y="505438"/>
                  </a:lnTo>
                  <a:lnTo>
                    <a:pt x="53506" y="506393"/>
                  </a:lnTo>
                  <a:lnTo>
                    <a:pt x="50162" y="511171"/>
                  </a:lnTo>
                  <a:lnTo>
                    <a:pt x="48728" y="512126"/>
                  </a:lnTo>
                  <a:lnTo>
                    <a:pt x="43474" y="512604"/>
                  </a:lnTo>
                  <a:lnTo>
                    <a:pt x="41085" y="511648"/>
                  </a:lnTo>
                  <a:lnTo>
                    <a:pt x="39174" y="511171"/>
                  </a:lnTo>
                  <a:lnTo>
                    <a:pt x="39174" y="509737"/>
                  </a:lnTo>
                  <a:lnTo>
                    <a:pt x="40129" y="508782"/>
                  </a:lnTo>
                  <a:lnTo>
                    <a:pt x="41085" y="507826"/>
                  </a:lnTo>
                  <a:lnTo>
                    <a:pt x="41085" y="507349"/>
                  </a:lnTo>
                  <a:lnTo>
                    <a:pt x="39651" y="506871"/>
                  </a:lnTo>
                  <a:lnTo>
                    <a:pt x="37741" y="505438"/>
                  </a:lnTo>
                  <a:lnTo>
                    <a:pt x="36785" y="504005"/>
                  </a:lnTo>
                  <a:lnTo>
                    <a:pt x="36308" y="500660"/>
                  </a:lnTo>
                  <a:lnTo>
                    <a:pt x="34397" y="495883"/>
                  </a:lnTo>
                  <a:lnTo>
                    <a:pt x="34397" y="492539"/>
                  </a:lnTo>
                  <a:lnTo>
                    <a:pt x="35352" y="490150"/>
                  </a:lnTo>
                  <a:lnTo>
                    <a:pt x="38218" y="480596"/>
                  </a:lnTo>
                  <a:lnTo>
                    <a:pt x="39174" y="475341"/>
                  </a:lnTo>
                  <a:lnTo>
                    <a:pt x="40607" y="471519"/>
                  </a:lnTo>
                  <a:lnTo>
                    <a:pt x="40129" y="468652"/>
                  </a:lnTo>
                  <a:lnTo>
                    <a:pt x="43951" y="465786"/>
                  </a:lnTo>
                  <a:lnTo>
                    <a:pt x="45384" y="464353"/>
                  </a:lnTo>
                  <a:lnTo>
                    <a:pt x="48728" y="455754"/>
                  </a:lnTo>
                  <a:lnTo>
                    <a:pt x="49206" y="450976"/>
                  </a:lnTo>
                  <a:lnTo>
                    <a:pt x="43951" y="437122"/>
                  </a:lnTo>
                  <a:lnTo>
                    <a:pt x="43474" y="434256"/>
                  </a:lnTo>
                  <a:lnTo>
                    <a:pt x="42996" y="430912"/>
                  </a:lnTo>
                  <a:lnTo>
                    <a:pt x="44429" y="425657"/>
                  </a:lnTo>
                  <a:lnTo>
                    <a:pt x="44429" y="423746"/>
                  </a:lnTo>
                  <a:lnTo>
                    <a:pt x="43474" y="420402"/>
                  </a:lnTo>
                  <a:lnTo>
                    <a:pt x="40607" y="415625"/>
                  </a:lnTo>
                  <a:lnTo>
                    <a:pt x="40607" y="413236"/>
                  </a:lnTo>
                  <a:lnTo>
                    <a:pt x="41563" y="410847"/>
                  </a:lnTo>
                  <a:lnTo>
                    <a:pt x="40607" y="407503"/>
                  </a:lnTo>
                  <a:lnTo>
                    <a:pt x="41085" y="405592"/>
                  </a:lnTo>
                  <a:lnTo>
                    <a:pt x="41563" y="404159"/>
                  </a:lnTo>
                  <a:lnTo>
                    <a:pt x="46340" y="405115"/>
                  </a:lnTo>
                  <a:lnTo>
                    <a:pt x="48251" y="404637"/>
                  </a:lnTo>
                  <a:lnTo>
                    <a:pt x="49206" y="403681"/>
                  </a:lnTo>
                  <a:lnTo>
                    <a:pt x="50162" y="400815"/>
                  </a:lnTo>
                  <a:lnTo>
                    <a:pt x="50639" y="396993"/>
                  </a:lnTo>
                  <a:lnTo>
                    <a:pt x="51117" y="395082"/>
                  </a:lnTo>
                  <a:lnTo>
                    <a:pt x="51117" y="392694"/>
                  </a:lnTo>
                  <a:lnTo>
                    <a:pt x="53506" y="391738"/>
                  </a:lnTo>
                  <a:lnTo>
                    <a:pt x="54461" y="389350"/>
                  </a:lnTo>
                  <a:lnTo>
                    <a:pt x="56372" y="386005"/>
                  </a:lnTo>
                  <a:lnTo>
                    <a:pt x="58283" y="376928"/>
                  </a:lnTo>
                  <a:lnTo>
                    <a:pt x="59716" y="374540"/>
                  </a:lnTo>
                  <a:lnTo>
                    <a:pt x="61627" y="372151"/>
                  </a:lnTo>
                  <a:lnTo>
                    <a:pt x="61149" y="367852"/>
                  </a:lnTo>
                  <a:lnTo>
                    <a:pt x="62583" y="366419"/>
                  </a:lnTo>
                  <a:lnTo>
                    <a:pt x="63538" y="364985"/>
                  </a:lnTo>
                  <a:lnTo>
                    <a:pt x="64493" y="362596"/>
                  </a:lnTo>
                  <a:lnTo>
                    <a:pt x="65927" y="360208"/>
                  </a:lnTo>
                  <a:lnTo>
                    <a:pt x="69271" y="357342"/>
                  </a:lnTo>
                  <a:lnTo>
                    <a:pt x="69749" y="353520"/>
                  </a:lnTo>
                  <a:lnTo>
                    <a:pt x="72615" y="346831"/>
                  </a:lnTo>
                  <a:lnTo>
                    <a:pt x="73093" y="342054"/>
                  </a:lnTo>
                  <a:lnTo>
                    <a:pt x="73570" y="339188"/>
                  </a:lnTo>
                  <a:lnTo>
                    <a:pt x="73570" y="336799"/>
                  </a:lnTo>
                  <a:lnTo>
                    <a:pt x="75004" y="333455"/>
                  </a:lnTo>
                  <a:lnTo>
                    <a:pt x="76437" y="330589"/>
                  </a:lnTo>
                  <a:lnTo>
                    <a:pt x="76915" y="329155"/>
                  </a:lnTo>
                  <a:lnTo>
                    <a:pt x="80258" y="325334"/>
                  </a:lnTo>
                  <a:lnTo>
                    <a:pt x="80736" y="322467"/>
                  </a:lnTo>
                  <a:lnTo>
                    <a:pt x="79303" y="320556"/>
                  </a:lnTo>
                  <a:lnTo>
                    <a:pt x="79303" y="317690"/>
                  </a:lnTo>
                  <a:lnTo>
                    <a:pt x="78825" y="313390"/>
                  </a:lnTo>
                  <a:lnTo>
                    <a:pt x="80736" y="311957"/>
                  </a:lnTo>
                  <a:lnTo>
                    <a:pt x="81692" y="310524"/>
                  </a:lnTo>
                  <a:lnTo>
                    <a:pt x="84558" y="303836"/>
                  </a:lnTo>
                  <a:lnTo>
                    <a:pt x="84081" y="301447"/>
                  </a:lnTo>
                  <a:lnTo>
                    <a:pt x="85036" y="298103"/>
                  </a:lnTo>
                  <a:lnTo>
                    <a:pt x="83125" y="294281"/>
                  </a:lnTo>
                  <a:lnTo>
                    <a:pt x="82647" y="285682"/>
                  </a:lnTo>
                  <a:lnTo>
                    <a:pt x="81692" y="278994"/>
                  </a:lnTo>
                  <a:lnTo>
                    <a:pt x="80258" y="272306"/>
                  </a:lnTo>
                  <a:lnTo>
                    <a:pt x="80258" y="268484"/>
                  </a:lnTo>
                  <a:lnTo>
                    <a:pt x="79303" y="263707"/>
                  </a:lnTo>
                  <a:lnTo>
                    <a:pt x="79303" y="260840"/>
                  </a:lnTo>
                  <a:lnTo>
                    <a:pt x="80258" y="254630"/>
                  </a:lnTo>
                  <a:lnTo>
                    <a:pt x="85514" y="250808"/>
                  </a:lnTo>
                  <a:lnTo>
                    <a:pt x="86469" y="246508"/>
                  </a:lnTo>
                  <a:lnTo>
                    <a:pt x="86947" y="240298"/>
                  </a:lnTo>
                  <a:lnTo>
                    <a:pt x="86947" y="235998"/>
                  </a:lnTo>
                  <a:lnTo>
                    <a:pt x="86469" y="234087"/>
                  </a:lnTo>
                  <a:lnTo>
                    <a:pt x="83603" y="230743"/>
                  </a:lnTo>
                  <a:lnTo>
                    <a:pt x="83125" y="225488"/>
                  </a:lnTo>
                  <a:lnTo>
                    <a:pt x="83603" y="224055"/>
                  </a:lnTo>
                  <a:lnTo>
                    <a:pt x="85514" y="222144"/>
                  </a:lnTo>
                  <a:lnTo>
                    <a:pt x="87424" y="220233"/>
                  </a:lnTo>
                  <a:lnTo>
                    <a:pt x="87902" y="216889"/>
                  </a:lnTo>
                  <a:lnTo>
                    <a:pt x="89813" y="214023"/>
                  </a:lnTo>
                  <a:lnTo>
                    <a:pt x="90291" y="207812"/>
                  </a:lnTo>
                  <a:lnTo>
                    <a:pt x="91724" y="202557"/>
                  </a:lnTo>
                  <a:lnTo>
                    <a:pt x="92202" y="200646"/>
                  </a:lnTo>
                  <a:lnTo>
                    <a:pt x="94590" y="198258"/>
                  </a:lnTo>
                  <a:lnTo>
                    <a:pt x="94590" y="197780"/>
                  </a:lnTo>
                  <a:lnTo>
                    <a:pt x="95068" y="196347"/>
                  </a:lnTo>
                  <a:lnTo>
                    <a:pt x="95068" y="192047"/>
                  </a:lnTo>
                  <a:lnTo>
                    <a:pt x="95546" y="189659"/>
                  </a:lnTo>
                  <a:lnTo>
                    <a:pt x="96979" y="184881"/>
                  </a:lnTo>
                  <a:lnTo>
                    <a:pt x="97457" y="182493"/>
                  </a:lnTo>
                  <a:lnTo>
                    <a:pt x="98890" y="177715"/>
                  </a:lnTo>
                  <a:lnTo>
                    <a:pt x="99368" y="174371"/>
                  </a:lnTo>
                  <a:lnTo>
                    <a:pt x="100323" y="172460"/>
                  </a:lnTo>
                  <a:lnTo>
                    <a:pt x="99846" y="170072"/>
                  </a:lnTo>
                  <a:lnTo>
                    <a:pt x="100323" y="165294"/>
                  </a:lnTo>
                  <a:lnTo>
                    <a:pt x="99368" y="162906"/>
                  </a:lnTo>
                  <a:lnTo>
                    <a:pt x="98890" y="161473"/>
                  </a:lnTo>
                  <a:lnTo>
                    <a:pt x="100801" y="156695"/>
                  </a:lnTo>
                  <a:lnTo>
                    <a:pt x="101756" y="155262"/>
                  </a:lnTo>
                  <a:lnTo>
                    <a:pt x="103667" y="153351"/>
                  </a:lnTo>
                  <a:lnTo>
                    <a:pt x="104145" y="150485"/>
                  </a:lnTo>
                  <a:lnTo>
                    <a:pt x="104145" y="149052"/>
                  </a:lnTo>
                  <a:lnTo>
                    <a:pt x="102234" y="141408"/>
                  </a:lnTo>
                  <a:lnTo>
                    <a:pt x="101756" y="138542"/>
                  </a:lnTo>
                  <a:lnTo>
                    <a:pt x="102234" y="132331"/>
                  </a:lnTo>
                  <a:lnTo>
                    <a:pt x="103190" y="128509"/>
                  </a:lnTo>
                  <a:lnTo>
                    <a:pt x="102712" y="125165"/>
                  </a:lnTo>
                  <a:lnTo>
                    <a:pt x="103190" y="123254"/>
                  </a:lnTo>
                  <a:lnTo>
                    <a:pt x="103667" y="121343"/>
                  </a:lnTo>
                  <a:lnTo>
                    <a:pt x="105100" y="118954"/>
                  </a:lnTo>
                  <a:lnTo>
                    <a:pt x="105578" y="117044"/>
                  </a:lnTo>
                  <a:lnTo>
                    <a:pt x="104623" y="116566"/>
                  </a:lnTo>
                  <a:lnTo>
                    <a:pt x="103190" y="115611"/>
                  </a:lnTo>
                  <a:lnTo>
                    <a:pt x="101279" y="113222"/>
                  </a:lnTo>
                  <a:lnTo>
                    <a:pt x="101279" y="110833"/>
                  </a:lnTo>
                  <a:lnTo>
                    <a:pt x="101756" y="109400"/>
                  </a:lnTo>
                  <a:lnTo>
                    <a:pt x="102234" y="107011"/>
                  </a:lnTo>
                  <a:lnTo>
                    <a:pt x="104145" y="106534"/>
                  </a:lnTo>
                  <a:lnTo>
                    <a:pt x="105578" y="105578"/>
                  </a:lnTo>
                  <a:lnTo>
                    <a:pt x="106534" y="103189"/>
                  </a:lnTo>
                  <a:lnTo>
                    <a:pt x="107967" y="97457"/>
                  </a:lnTo>
                  <a:lnTo>
                    <a:pt x="108445" y="90291"/>
                  </a:lnTo>
                  <a:lnTo>
                    <a:pt x="109400" y="85991"/>
                  </a:lnTo>
                  <a:lnTo>
                    <a:pt x="109878" y="83603"/>
                  </a:lnTo>
                  <a:lnTo>
                    <a:pt x="110356" y="79303"/>
                  </a:lnTo>
                  <a:lnTo>
                    <a:pt x="111311" y="76437"/>
                  </a:lnTo>
                  <a:lnTo>
                    <a:pt x="111789" y="74048"/>
                  </a:lnTo>
                  <a:lnTo>
                    <a:pt x="111311" y="71659"/>
                  </a:lnTo>
                  <a:lnTo>
                    <a:pt x="109400" y="61627"/>
                  </a:lnTo>
                  <a:lnTo>
                    <a:pt x="109400" y="57805"/>
                  </a:lnTo>
                  <a:lnTo>
                    <a:pt x="110356" y="52072"/>
                  </a:lnTo>
                  <a:lnTo>
                    <a:pt x="110356" y="43951"/>
                  </a:lnTo>
                  <a:lnTo>
                    <a:pt x="109878" y="42040"/>
                  </a:lnTo>
                  <a:lnTo>
                    <a:pt x="109400" y="40129"/>
                  </a:lnTo>
                  <a:lnTo>
                    <a:pt x="108922" y="37740"/>
                  </a:lnTo>
                  <a:lnTo>
                    <a:pt x="107489" y="33441"/>
                  </a:lnTo>
                  <a:lnTo>
                    <a:pt x="106534" y="25320"/>
                  </a:lnTo>
                  <a:lnTo>
                    <a:pt x="106534" y="20542"/>
                  </a:lnTo>
                  <a:lnTo>
                    <a:pt x="106056" y="17198"/>
                  </a:lnTo>
                  <a:lnTo>
                    <a:pt x="105100" y="16243"/>
                  </a:lnTo>
                  <a:lnTo>
                    <a:pt x="105578" y="15765"/>
                  </a:lnTo>
                  <a:lnTo>
                    <a:pt x="107489" y="15765"/>
                  </a:lnTo>
                  <a:lnTo>
                    <a:pt x="107489" y="15765"/>
                  </a:lnTo>
                  <a:lnTo>
                    <a:pt x="109400" y="15765"/>
                  </a:lnTo>
                  <a:lnTo>
                    <a:pt x="111789" y="14809"/>
                  </a:lnTo>
                  <a:lnTo>
                    <a:pt x="114655" y="13376"/>
                  </a:lnTo>
                  <a:lnTo>
                    <a:pt x="116566" y="11465"/>
                  </a:lnTo>
                  <a:lnTo>
                    <a:pt x="117044" y="9077"/>
                  </a:lnTo>
                  <a:lnTo>
                    <a:pt x="117044" y="7644"/>
                  </a:lnTo>
                  <a:lnTo>
                    <a:pt x="116088" y="5255"/>
                  </a:lnTo>
                  <a:lnTo>
                    <a:pt x="116088" y="5255"/>
                  </a:lnTo>
                  <a:lnTo>
                    <a:pt x="116088" y="3822"/>
                  </a:lnTo>
                  <a:lnTo>
                    <a:pt x="117044" y="2866"/>
                  </a:lnTo>
                  <a:lnTo>
                    <a:pt x="119432" y="2866"/>
                  </a:lnTo>
                  <a:lnTo>
                    <a:pt x="121343" y="1433"/>
                  </a:lnTo>
                  <a:lnTo>
                    <a:pt x="122777" y="0"/>
                  </a:lnTo>
                  <a:lnTo>
                    <a:pt x="123254" y="2389"/>
                  </a:lnTo>
                  <a:lnTo>
                    <a:pt x="123254" y="2389"/>
                  </a:lnTo>
                  <a:lnTo>
                    <a:pt x="125643" y="5255"/>
                  </a:lnTo>
                  <a:lnTo>
                    <a:pt x="126598" y="8121"/>
                  </a:lnTo>
                  <a:lnTo>
                    <a:pt x="126598" y="8599"/>
                  </a:lnTo>
                  <a:lnTo>
                    <a:pt x="127554" y="8599"/>
                  </a:lnTo>
                  <a:lnTo>
                    <a:pt x="130898" y="10510"/>
                  </a:lnTo>
                  <a:lnTo>
                    <a:pt x="130898" y="10510"/>
                  </a:lnTo>
                  <a:lnTo>
                    <a:pt x="131376" y="10510"/>
                  </a:lnTo>
                  <a:lnTo>
                    <a:pt x="131376" y="10510"/>
                  </a:lnTo>
                  <a:lnTo>
                    <a:pt x="131376" y="10988"/>
                  </a:lnTo>
                  <a:lnTo>
                    <a:pt x="130420" y="11465"/>
                  </a:lnTo>
                  <a:lnTo>
                    <a:pt x="129942" y="11943"/>
                  </a:lnTo>
                  <a:lnTo>
                    <a:pt x="129942" y="12421"/>
                  </a:lnTo>
                  <a:lnTo>
                    <a:pt x="130420" y="13376"/>
                  </a:lnTo>
                  <a:lnTo>
                    <a:pt x="131376" y="14809"/>
                  </a:lnTo>
                  <a:lnTo>
                    <a:pt x="131376" y="16243"/>
                  </a:lnTo>
                  <a:lnTo>
                    <a:pt x="131854" y="17198"/>
                  </a:lnTo>
                  <a:lnTo>
                    <a:pt x="131854" y="17676"/>
                  </a:lnTo>
                  <a:lnTo>
                    <a:pt x="132331" y="20065"/>
                  </a:lnTo>
                  <a:lnTo>
                    <a:pt x="132331" y="21975"/>
                  </a:lnTo>
                  <a:lnTo>
                    <a:pt x="133287" y="24842"/>
                  </a:lnTo>
                  <a:lnTo>
                    <a:pt x="133764" y="26753"/>
                  </a:lnTo>
                  <a:lnTo>
                    <a:pt x="133764" y="27708"/>
                  </a:lnTo>
                  <a:lnTo>
                    <a:pt x="134242" y="29141"/>
                  </a:lnTo>
                  <a:lnTo>
                    <a:pt x="134242" y="29141"/>
                  </a:lnTo>
                  <a:lnTo>
                    <a:pt x="135675" y="30097"/>
                  </a:lnTo>
                  <a:lnTo>
                    <a:pt x="137586" y="31530"/>
                  </a:lnTo>
                  <a:lnTo>
                    <a:pt x="139497" y="32963"/>
                  </a:lnTo>
                  <a:lnTo>
                    <a:pt x="140453" y="33919"/>
                  </a:lnTo>
                  <a:lnTo>
                    <a:pt x="141886" y="34874"/>
                  </a:lnTo>
                  <a:lnTo>
                    <a:pt x="142841" y="35830"/>
                  </a:lnTo>
                  <a:lnTo>
                    <a:pt x="143319" y="36307"/>
                  </a:lnTo>
                  <a:lnTo>
                    <a:pt x="143797" y="36785"/>
                  </a:lnTo>
                  <a:lnTo>
                    <a:pt x="143319" y="37263"/>
                  </a:lnTo>
                  <a:lnTo>
                    <a:pt x="143319" y="37263"/>
                  </a:lnTo>
                  <a:lnTo>
                    <a:pt x="141408" y="39174"/>
                  </a:lnTo>
                  <a:lnTo>
                    <a:pt x="139019" y="42518"/>
                  </a:lnTo>
                  <a:lnTo>
                    <a:pt x="139019" y="42518"/>
                  </a:lnTo>
                  <a:lnTo>
                    <a:pt x="139019" y="42518"/>
                  </a:lnTo>
                  <a:lnTo>
                    <a:pt x="141408" y="44906"/>
                  </a:lnTo>
                  <a:lnTo>
                    <a:pt x="141886" y="45862"/>
                  </a:lnTo>
                  <a:lnTo>
                    <a:pt x="141886" y="46817"/>
                  </a:lnTo>
                  <a:lnTo>
                    <a:pt x="140930" y="48728"/>
                  </a:lnTo>
                  <a:lnTo>
                    <a:pt x="138542" y="49206"/>
                  </a:lnTo>
                  <a:lnTo>
                    <a:pt x="138064" y="49206"/>
                  </a:lnTo>
                  <a:lnTo>
                    <a:pt x="137586" y="49684"/>
                  </a:lnTo>
                  <a:lnTo>
                    <a:pt x="137586" y="50162"/>
                  </a:lnTo>
                  <a:lnTo>
                    <a:pt x="138542" y="50639"/>
                  </a:lnTo>
                  <a:lnTo>
                    <a:pt x="138542" y="50639"/>
                  </a:lnTo>
                  <a:lnTo>
                    <a:pt x="138064" y="52072"/>
                  </a:lnTo>
                  <a:lnTo>
                    <a:pt x="139019" y="53506"/>
                  </a:lnTo>
                  <a:lnTo>
                    <a:pt x="138542" y="53983"/>
                  </a:lnTo>
                  <a:lnTo>
                    <a:pt x="137586" y="54939"/>
                  </a:lnTo>
                  <a:lnTo>
                    <a:pt x="137586" y="55894"/>
                  </a:lnTo>
                  <a:lnTo>
                    <a:pt x="138064" y="56372"/>
                  </a:lnTo>
                  <a:lnTo>
                    <a:pt x="138064" y="56372"/>
                  </a:lnTo>
                  <a:lnTo>
                    <a:pt x="139019" y="57328"/>
                  </a:lnTo>
                  <a:lnTo>
                    <a:pt x="142841" y="59238"/>
                  </a:lnTo>
                  <a:lnTo>
                    <a:pt x="143319" y="59716"/>
                  </a:lnTo>
                  <a:lnTo>
                    <a:pt x="143319" y="60194"/>
                  </a:lnTo>
                  <a:lnTo>
                    <a:pt x="141886" y="61627"/>
                  </a:lnTo>
                  <a:lnTo>
                    <a:pt x="141408" y="62582"/>
                  </a:lnTo>
                  <a:lnTo>
                    <a:pt x="141408" y="64016"/>
                  </a:lnTo>
                  <a:lnTo>
                    <a:pt x="141408" y="64493"/>
                  </a:lnTo>
                  <a:lnTo>
                    <a:pt x="141886" y="64971"/>
                  </a:lnTo>
                  <a:lnTo>
                    <a:pt x="141886" y="64971"/>
                  </a:lnTo>
                  <a:lnTo>
                    <a:pt x="142363" y="65449"/>
                  </a:lnTo>
                  <a:lnTo>
                    <a:pt x="142841" y="65449"/>
                  </a:lnTo>
                  <a:lnTo>
                    <a:pt x="144274" y="65927"/>
                  </a:lnTo>
                  <a:lnTo>
                    <a:pt x="146663" y="69748"/>
                  </a:lnTo>
                  <a:lnTo>
                    <a:pt x="149052" y="72615"/>
                  </a:lnTo>
                  <a:lnTo>
                    <a:pt x="149052" y="72615"/>
                  </a:lnTo>
                  <a:lnTo>
                    <a:pt x="149052" y="75481"/>
                  </a:lnTo>
                  <a:lnTo>
                    <a:pt x="149052" y="78825"/>
                  </a:lnTo>
                  <a:lnTo>
                    <a:pt x="149052" y="78825"/>
                  </a:lnTo>
                  <a:lnTo>
                    <a:pt x="150485" y="81692"/>
                  </a:lnTo>
                  <a:lnTo>
                    <a:pt x="150485" y="81692"/>
                  </a:lnTo>
                  <a:lnTo>
                    <a:pt x="150963" y="83603"/>
                  </a:lnTo>
                  <a:lnTo>
                    <a:pt x="151440" y="85991"/>
                  </a:lnTo>
                  <a:lnTo>
                    <a:pt x="151440" y="85991"/>
                  </a:lnTo>
                  <a:lnTo>
                    <a:pt x="152873" y="87424"/>
                  </a:lnTo>
                  <a:lnTo>
                    <a:pt x="153829" y="90291"/>
                  </a:lnTo>
                  <a:lnTo>
                    <a:pt x="153829" y="91724"/>
                  </a:lnTo>
                  <a:lnTo>
                    <a:pt x="153829" y="92679"/>
                  </a:lnTo>
                  <a:lnTo>
                    <a:pt x="155262" y="96024"/>
                  </a:lnTo>
                  <a:lnTo>
                    <a:pt x="155262" y="98890"/>
                  </a:lnTo>
                  <a:lnTo>
                    <a:pt x="154784" y="100801"/>
                  </a:lnTo>
                  <a:lnTo>
                    <a:pt x="154784" y="101756"/>
                  </a:lnTo>
                  <a:lnTo>
                    <a:pt x="155262" y="102234"/>
                  </a:lnTo>
                  <a:lnTo>
                    <a:pt x="155262" y="102712"/>
                  </a:lnTo>
                  <a:lnTo>
                    <a:pt x="155262" y="102712"/>
                  </a:lnTo>
                  <a:lnTo>
                    <a:pt x="156218" y="103189"/>
                  </a:lnTo>
                  <a:lnTo>
                    <a:pt x="156695" y="103667"/>
                  </a:lnTo>
                  <a:lnTo>
                    <a:pt x="158606" y="103667"/>
                  </a:lnTo>
                  <a:lnTo>
                    <a:pt x="160995" y="103667"/>
                  </a:lnTo>
                  <a:lnTo>
                    <a:pt x="160995" y="103667"/>
                  </a:lnTo>
                  <a:lnTo>
                    <a:pt x="165295" y="103189"/>
                  </a:lnTo>
                  <a:lnTo>
                    <a:pt x="168638" y="102712"/>
                  </a:lnTo>
                  <a:lnTo>
                    <a:pt x="168638" y="102712"/>
                  </a:lnTo>
                  <a:lnTo>
                    <a:pt x="170549" y="104145"/>
                  </a:lnTo>
                  <a:lnTo>
                    <a:pt x="172461" y="1060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5" name="Freeform 2624">
              <a:extLst>
                <a:ext uri="{FF2B5EF4-FFF2-40B4-BE49-F238E27FC236}">
                  <a16:creationId xmlns:a16="http://schemas.microsoft.com/office/drawing/2014/main" id="{03F98B66-BBC2-52C3-BF23-6E09EF412005}"/>
                </a:ext>
              </a:extLst>
            </p:cNvPr>
            <p:cNvSpPr/>
            <p:nvPr/>
          </p:nvSpPr>
          <p:spPr>
            <a:xfrm>
              <a:off x="4551977" y="5153387"/>
              <a:ext cx="2388" cy="4299"/>
            </a:xfrm>
            <a:custGeom>
              <a:avLst/>
              <a:gdLst>
                <a:gd name="csX0" fmla="*/ 2389 w 2388"/>
                <a:gd name="csY0" fmla="*/ 0 h 4299"/>
                <a:gd name="csX1" fmla="*/ 1911 w 2388"/>
                <a:gd name="csY1" fmla="*/ 1911 h 4299"/>
                <a:gd name="csX2" fmla="*/ 0 w 2388"/>
                <a:gd name="csY2" fmla="*/ 4300 h 4299"/>
                <a:gd name="csX3" fmla="*/ 1911 w 2388"/>
                <a:gd name="csY3" fmla="*/ 1911 h 4299"/>
                <a:gd name="csX4" fmla="*/ 2389 w 2388"/>
                <a:gd name="csY4" fmla="*/ 0 h 4299"/>
                <a:gd name="csX5" fmla="*/ 2389 w 2388"/>
                <a:gd name="csY5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4299">
                  <a:moveTo>
                    <a:pt x="2389" y="0"/>
                  </a:moveTo>
                  <a:lnTo>
                    <a:pt x="1911" y="1911"/>
                  </a:lnTo>
                  <a:lnTo>
                    <a:pt x="0" y="4300"/>
                  </a:lnTo>
                  <a:lnTo>
                    <a:pt x="1911" y="1911"/>
                  </a:lnTo>
                  <a:lnTo>
                    <a:pt x="2389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6" name="Freeform 2625">
              <a:extLst>
                <a:ext uri="{FF2B5EF4-FFF2-40B4-BE49-F238E27FC236}">
                  <a16:creationId xmlns:a16="http://schemas.microsoft.com/office/drawing/2014/main" id="{4C75E620-CF16-A1CB-E13F-08B990602833}"/>
                </a:ext>
              </a:extLst>
            </p:cNvPr>
            <p:cNvSpPr/>
            <p:nvPr/>
          </p:nvSpPr>
          <p:spPr>
            <a:xfrm>
              <a:off x="4547200" y="4696200"/>
              <a:ext cx="6688" cy="17198"/>
            </a:xfrm>
            <a:custGeom>
              <a:avLst/>
              <a:gdLst>
                <a:gd name="csX0" fmla="*/ 6688 w 6688"/>
                <a:gd name="csY0" fmla="*/ 17198 h 17198"/>
                <a:gd name="csX1" fmla="*/ 6688 w 6688"/>
                <a:gd name="csY1" fmla="*/ 17198 h 17198"/>
                <a:gd name="csX2" fmla="*/ 6210 w 6688"/>
                <a:gd name="csY2" fmla="*/ 16721 h 17198"/>
                <a:gd name="csX3" fmla="*/ 6210 w 6688"/>
                <a:gd name="csY3" fmla="*/ 16721 h 17198"/>
                <a:gd name="csX4" fmla="*/ 6210 w 6688"/>
                <a:gd name="csY4" fmla="*/ 12898 h 17198"/>
                <a:gd name="csX5" fmla="*/ 6210 w 6688"/>
                <a:gd name="csY5" fmla="*/ 9077 h 17198"/>
                <a:gd name="csX6" fmla="*/ 5733 w 6688"/>
                <a:gd name="csY6" fmla="*/ 7644 h 17198"/>
                <a:gd name="csX7" fmla="*/ 3822 w 6688"/>
                <a:gd name="csY7" fmla="*/ 5255 h 17198"/>
                <a:gd name="csX8" fmla="*/ 1433 w 6688"/>
                <a:gd name="csY8" fmla="*/ 1433 h 17198"/>
                <a:gd name="csX9" fmla="*/ 956 w 6688"/>
                <a:gd name="csY9" fmla="*/ 478 h 17198"/>
                <a:gd name="csX10" fmla="*/ 0 w 6688"/>
                <a:gd name="csY10" fmla="*/ 0 h 17198"/>
                <a:gd name="csX11" fmla="*/ 0 w 6688"/>
                <a:gd name="csY11" fmla="*/ 0 h 17198"/>
                <a:gd name="csX12" fmla="*/ 956 w 6688"/>
                <a:gd name="csY12" fmla="*/ 478 h 17198"/>
                <a:gd name="csX13" fmla="*/ 1433 w 6688"/>
                <a:gd name="csY13" fmla="*/ 1433 h 17198"/>
                <a:gd name="csX14" fmla="*/ 3822 w 6688"/>
                <a:gd name="csY14" fmla="*/ 4777 h 17198"/>
                <a:gd name="csX15" fmla="*/ 5733 w 6688"/>
                <a:gd name="csY15" fmla="*/ 7644 h 17198"/>
                <a:gd name="csX16" fmla="*/ 6210 w 6688"/>
                <a:gd name="csY16" fmla="*/ 9077 h 17198"/>
                <a:gd name="csX17" fmla="*/ 6210 w 6688"/>
                <a:gd name="csY17" fmla="*/ 12898 h 17198"/>
                <a:gd name="csX18" fmla="*/ 6210 w 6688"/>
                <a:gd name="csY18" fmla="*/ 16243 h 17198"/>
                <a:gd name="csX19" fmla="*/ 6210 w 6688"/>
                <a:gd name="csY19" fmla="*/ 16721 h 17198"/>
                <a:gd name="csX20" fmla="*/ 6688 w 6688"/>
                <a:gd name="csY20" fmla="*/ 17198 h 17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6688" h="17198">
                  <a:moveTo>
                    <a:pt x="6688" y="17198"/>
                  </a:moveTo>
                  <a:lnTo>
                    <a:pt x="6688" y="17198"/>
                  </a:lnTo>
                  <a:lnTo>
                    <a:pt x="6210" y="16721"/>
                  </a:lnTo>
                  <a:lnTo>
                    <a:pt x="6210" y="16721"/>
                  </a:lnTo>
                  <a:lnTo>
                    <a:pt x="6210" y="12898"/>
                  </a:lnTo>
                  <a:lnTo>
                    <a:pt x="6210" y="9077"/>
                  </a:lnTo>
                  <a:lnTo>
                    <a:pt x="5733" y="7644"/>
                  </a:lnTo>
                  <a:lnTo>
                    <a:pt x="3822" y="5255"/>
                  </a:lnTo>
                  <a:lnTo>
                    <a:pt x="1433" y="1433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433" y="1433"/>
                  </a:lnTo>
                  <a:lnTo>
                    <a:pt x="3822" y="4777"/>
                  </a:lnTo>
                  <a:lnTo>
                    <a:pt x="5733" y="7644"/>
                  </a:lnTo>
                  <a:lnTo>
                    <a:pt x="6210" y="9077"/>
                  </a:lnTo>
                  <a:lnTo>
                    <a:pt x="6210" y="12898"/>
                  </a:lnTo>
                  <a:lnTo>
                    <a:pt x="6210" y="16243"/>
                  </a:lnTo>
                  <a:lnTo>
                    <a:pt x="6210" y="16721"/>
                  </a:lnTo>
                  <a:lnTo>
                    <a:pt x="6688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7" name="Freeform 2626">
              <a:extLst>
                <a:ext uri="{FF2B5EF4-FFF2-40B4-BE49-F238E27FC236}">
                  <a16:creationId xmlns:a16="http://schemas.microsoft.com/office/drawing/2014/main" id="{6A960AAC-8EF1-94DC-B917-55742B396824}"/>
                </a:ext>
              </a:extLst>
            </p:cNvPr>
            <p:cNvSpPr/>
            <p:nvPr/>
          </p:nvSpPr>
          <p:spPr>
            <a:xfrm>
              <a:off x="4529046" y="5929697"/>
              <a:ext cx="24364" cy="11465"/>
            </a:xfrm>
            <a:custGeom>
              <a:avLst/>
              <a:gdLst>
                <a:gd name="csX0" fmla="*/ 24364 w 24364"/>
                <a:gd name="csY0" fmla="*/ 5733 h 11465"/>
                <a:gd name="csX1" fmla="*/ 24364 w 24364"/>
                <a:gd name="csY1" fmla="*/ 7166 h 11465"/>
                <a:gd name="csX2" fmla="*/ 23886 w 24364"/>
                <a:gd name="csY2" fmla="*/ 8121 h 11465"/>
                <a:gd name="csX3" fmla="*/ 22453 w 24364"/>
                <a:gd name="csY3" fmla="*/ 10032 h 11465"/>
                <a:gd name="csX4" fmla="*/ 21020 w 24364"/>
                <a:gd name="csY4" fmla="*/ 10988 h 11465"/>
                <a:gd name="csX5" fmla="*/ 19109 w 24364"/>
                <a:gd name="csY5" fmla="*/ 11466 h 11465"/>
                <a:gd name="csX6" fmla="*/ 18154 w 24364"/>
                <a:gd name="csY6" fmla="*/ 10988 h 11465"/>
                <a:gd name="csX7" fmla="*/ 17676 w 24364"/>
                <a:gd name="csY7" fmla="*/ 9555 h 11465"/>
                <a:gd name="csX8" fmla="*/ 17198 w 24364"/>
                <a:gd name="csY8" fmla="*/ 8599 h 11465"/>
                <a:gd name="csX9" fmla="*/ 16721 w 24364"/>
                <a:gd name="csY9" fmla="*/ 8121 h 11465"/>
                <a:gd name="csX10" fmla="*/ 16243 w 24364"/>
                <a:gd name="csY10" fmla="*/ 7644 h 11465"/>
                <a:gd name="csX11" fmla="*/ 15287 w 24364"/>
                <a:gd name="csY11" fmla="*/ 8121 h 11465"/>
                <a:gd name="csX12" fmla="*/ 14332 w 24364"/>
                <a:gd name="csY12" fmla="*/ 8121 h 11465"/>
                <a:gd name="csX13" fmla="*/ 12421 w 24364"/>
                <a:gd name="csY13" fmla="*/ 10032 h 11465"/>
                <a:gd name="csX14" fmla="*/ 11466 w 24364"/>
                <a:gd name="csY14" fmla="*/ 10510 h 11465"/>
                <a:gd name="csX15" fmla="*/ 10988 w 24364"/>
                <a:gd name="csY15" fmla="*/ 10510 h 11465"/>
                <a:gd name="csX16" fmla="*/ 4777 w 24364"/>
                <a:gd name="csY16" fmla="*/ 9077 h 11465"/>
                <a:gd name="csX17" fmla="*/ 4300 w 24364"/>
                <a:gd name="csY17" fmla="*/ 8599 h 11465"/>
                <a:gd name="csX18" fmla="*/ 3344 w 24364"/>
                <a:gd name="csY18" fmla="*/ 7644 h 11465"/>
                <a:gd name="csX19" fmla="*/ 2866 w 24364"/>
                <a:gd name="csY19" fmla="*/ 4300 h 11465"/>
                <a:gd name="csX20" fmla="*/ 0 w 24364"/>
                <a:gd name="csY20" fmla="*/ 1433 h 11465"/>
                <a:gd name="csX21" fmla="*/ 3822 w 24364"/>
                <a:gd name="csY21" fmla="*/ 0 h 11465"/>
                <a:gd name="csX22" fmla="*/ 8599 w 24364"/>
                <a:gd name="csY22" fmla="*/ 0 h 11465"/>
                <a:gd name="csX23" fmla="*/ 17676 w 24364"/>
                <a:gd name="csY23" fmla="*/ 1433 h 11465"/>
                <a:gd name="csX24" fmla="*/ 21020 w 24364"/>
                <a:gd name="csY24" fmla="*/ 1433 h 11465"/>
                <a:gd name="csX25" fmla="*/ 23886 w 24364"/>
                <a:gd name="csY25" fmla="*/ 4300 h 11465"/>
                <a:gd name="csX26" fmla="*/ 24364 w 24364"/>
                <a:gd name="csY26" fmla="*/ 5733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4364" h="11465">
                  <a:moveTo>
                    <a:pt x="24364" y="5733"/>
                  </a:moveTo>
                  <a:lnTo>
                    <a:pt x="24364" y="7166"/>
                  </a:lnTo>
                  <a:lnTo>
                    <a:pt x="23886" y="8121"/>
                  </a:lnTo>
                  <a:lnTo>
                    <a:pt x="22453" y="10032"/>
                  </a:lnTo>
                  <a:lnTo>
                    <a:pt x="21020" y="10988"/>
                  </a:lnTo>
                  <a:lnTo>
                    <a:pt x="19109" y="11466"/>
                  </a:lnTo>
                  <a:lnTo>
                    <a:pt x="18154" y="10988"/>
                  </a:lnTo>
                  <a:lnTo>
                    <a:pt x="17676" y="9555"/>
                  </a:lnTo>
                  <a:lnTo>
                    <a:pt x="17198" y="8599"/>
                  </a:lnTo>
                  <a:lnTo>
                    <a:pt x="16721" y="8121"/>
                  </a:lnTo>
                  <a:lnTo>
                    <a:pt x="16243" y="7644"/>
                  </a:lnTo>
                  <a:lnTo>
                    <a:pt x="15287" y="8121"/>
                  </a:lnTo>
                  <a:lnTo>
                    <a:pt x="14332" y="8121"/>
                  </a:lnTo>
                  <a:lnTo>
                    <a:pt x="12421" y="10032"/>
                  </a:lnTo>
                  <a:lnTo>
                    <a:pt x="11466" y="10510"/>
                  </a:lnTo>
                  <a:lnTo>
                    <a:pt x="10988" y="10510"/>
                  </a:lnTo>
                  <a:lnTo>
                    <a:pt x="4777" y="9077"/>
                  </a:lnTo>
                  <a:lnTo>
                    <a:pt x="4300" y="8599"/>
                  </a:lnTo>
                  <a:lnTo>
                    <a:pt x="3344" y="7644"/>
                  </a:lnTo>
                  <a:lnTo>
                    <a:pt x="2866" y="4300"/>
                  </a:lnTo>
                  <a:lnTo>
                    <a:pt x="0" y="1433"/>
                  </a:lnTo>
                  <a:lnTo>
                    <a:pt x="3822" y="0"/>
                  </a:lnTo>
                  <a:lnTo>
                    <a:pt x="8599" y="0"/>
                  </a:lnTo>
                  <a:lnTo>
                    <a:pt x="17676" y="1433"/>
                  </a:lnTo>
                  <a:lnTo>
                    <a:pt x="21020" y="1433"/>
                  </a:lnTo>
                  <a:lnTo>
                    <a:pt x="23886" y="4300"/>
                  </a:lnTo>
                  <a:lnTo>
                    <a:pt x="24364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8" name="Freeform 2627">
              <a:extLst>
                <a:ext uri="{FF2B5EF4-FFF2-40B4-BE49-F238E27FC236}">
                  <a16:creationId xmlns:a16="http://schemas.microsoft.com/office/drawing/2014/main" id="{8FBE666F-7AC5-7DDA-39F9-201985978BBC}"/>
                </a:ext>
              </a:extLst>
            </p:cNvPr>
            <p:cNvSpPr/>
            <p:nvPr/>
          </p:nvSpPr>
          <p:spPr>
            <a:xfrm>
              <a:off x="4551022" y="5157687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0 w 955"/>
                <a:gd name="csY1" fmla="*/ 956 h 955"/>
                <a:gd name="csX2" fmla="*/ 0 w 955"/>
                <a:gd name="csY2" fmla="*/ 956 h 955"/>
                <a:gd name="csX3" fmla="*/ 956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9" name="Freeform 2628">
              <a:extLst>
                <a:ext uri="{FF2B5EF4-FFF2-40B4-BE49-F238E27FC236}">
                  <a16:creationId xmlns:a16="http://schemas.microsoft.com/office/drawing/2014/main" id="{CDF320F3-7D64-4126-30D2-1D246CFBBFD6}"/>
                </a:ext>
              </a:extLst>
            </p:cNvPr>
            <p:cNvSpPr/>
            <p:nvPr/>
          </p:nvSpPr>
          <p:spPr>
            <a:xfrm>
              <a:off x="4543378" y="5158642"/>
              <a:ext cx="7643" cy="955"/>
            </a:xfrm>
            <a:custGeom>
              <a:avLst/>
              <a:gdLst>
                <a:gd name="csX0" fmla="*/ 7644 w 7643"/>
                <a:gd name="csY0" fmla="*/ 0 h 955"/>
                <a:gd name="csX1" fmla="*/ 4300 w 7643"/>
                <a:gd name="csY1" fmla="*/ 478 h 955"/>
                <a:gd name="csX2" fmla="*/ 0 w 7643"/>
                <a:gd name="csY2" fmla="*/ 956 h 955"/>
                <a:gd name="csX3" fmla="*/ 4300 w 7643"/>
                <a:gd name="csY3" fmla="*/ 478 h 955"/>
                <a:gd name="csX4" fmla="*/ 7644 w 7643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955">
                  <a:moveTo>
                    <a:pt x="7644" y="0"/>
                  </a:moveTo>
                  <a:lnTo>
                    <a:pt x="4300" y="478"/>
                  </a:lnTo>
                  <a:lnTo>
                    <a:pt x="0" y="956"/>
                  </a:lnTo>
                  <a:lnTo>
                    <a:pt x="4300" y="478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0" name="Freeform 2629">
              <a:extLst>
                <a:ext uri="{FF2B5EF4-FFF2-40B4-BE49-F238E27FC236}">
                  <a16:creationId xmlns:a16="http://schemas.microsoft.com/office/drawing/2014/main" id="{08FD3B34-EDDC-65E9-5EA1-AB6BBBDA3785}"/>
                </a:ext>
              </a:extLst>
            </p:cNvPr>
            <p:cNvSpPr/>
            <p:nvPr/>
          </p:nvSpPr>
          <p:spPr>
            <a:xfrm>
              <a:off x="4547200" y="4688079"/>
              <a:ext cx="2866" cy="2388"/>
            </a:xfrm>
            <a:custGeom>
              <a:avLst/>
              <a:gdLst>
                <a:gd name="csX0" fmla="*/ 1911 w 2866"/>
                <a:gd name="csY0" fmla="*/ 1911 h 2388"/>
                <a:gd name="csX1" fmla="*/ 2867 w 2866"/>
                <a:gd name="csY1" fmla="*/ 2389 h 2388"/>
                <a:gd name="csX2" fmla="*/ 1433 w 2866"/>
                <a:gd name="csY2" fmla="*/ 1911 h 2388"/>
                <a:gd name="csX3" fmla="*/ 0 w 2866"/>
                <a:gd name="csY3" fmla="*/ 0 h 2388"/>
                <a:gd name="csX4" fmla="*/ 0 w 2866"/>
                <a:gd name="csY4" fmla="*/ 0 h 2388"/>
                <a:gd name="csX5" fmla="*/ 1911 w 2866"/>
                <a:gd name="csY5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388">
                  <a:moveTo>
                    <a:pt x="1911" y="1911"/>
                  </a:moveTo>
                  <a:lnTo>
                    <a:pt x="2867" y="2389"/>
                  </a:lnTo>
                  <a:lnTo>
                    <a:pt x="1433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1" name="Freeform 2630">
              <a:extLst>
                <a:ext uri="{FF2B5EF4-FFF2-40B4-BE49-F238E27FC236}">
                  <a16:creationId xmlns:a16="http://schemas.microsoft.com/office/drawing/2014/main" id="{E4A27B66-ED68-FC75-F906-235DD4F51FF6}"/>
                </a:ext>
              </a:extLst>
            </p:cNvPr>
            <p:cNvSpPr/>
            <p:nvPr/>
          </p:nvSpPr>
          <p:spPr>
            <a:xfrm>
              <a:off x="4543856" y="5950717"/>
              <a:ext cx="6210" cy="6210"/>
            </a:xfrm>
            <a:custGeom>
              <a:avLst/>
              <a:gdLst>
                <a:gd name="csX0" fmla="*/ 5255 w 6210"/>
                <a:gd name="csY0" fmla="*/ 3344 h 6210"/>
                <a:gd name="csX1" fmla="*/ 6211 w 6210"/>
                <a:gd name="csY1" fmla="*/ 4777 h 6210"/>
                <a:gd name="csX2" fmla="*/ 5733 w 6210"/>
                <a:gd name="csY2" fmla="*/ 5733 h 6210"/>
                <a:gd name="csX3" fmla="*/ 5255 w 6210"/>
                <a:gd name="csY3" fmla="*/ 6210 h 6210"/>
                <a:gd name="csX4" fmla="*/ 4777 w 6210"/>
                <a:gd name="csY4" fmla="*/ 6210 h 6210"/>
                <a:gd name="csX5" fmla="*/ 4300 w 6210"/>
                <a:gd name="csY5" fmla="*/ 5733 h 6210"/>
                <a:gd name="csX6" fmla="*/ 3344 w 6210"/>
                <a:gd name="csY6" fmla="*/ 5255 h 6210"/>
                <a:gd name="csX7" fmla="*/ 0 w 6210"/>
                <a:gd name="csY7" fmla="*/ 4300 h 6210"/>
                <a:gd name="csX8" fmla="*/ 0 w 6210"/>
                <a:gd name="csY8" fmla="*/ 3822 h 6210"/>
                <a:gd name="csX9" fmla="*/ 478 w 6210"/>
                <a:gd name="csY9" fmla="*/ 2866 h 6210"/>
                <a:gd name="csX10" fmla="*/ 956 w 6210"/>
                <a:gd name="csY10" fmla="*/ 2389 h 6210"/>
                <a:gd name="csX11" fmla="*/ 2389 w 6210"/>
                <a:gd name="csY11" fmla="*/ 1911 h 6210"/>
                <a:gd name="csX12" fmla="*/ 3344 w 6210"/>
                <a:gd name="csY12" fmla="*/ 0 h 6210"/>
                <a:gd name="csX13" fmla="*/ 3822 w 6210"/>
                <a:gd name="csY13" fmla="*/ 0 h 6210"/>
                <a:gd name="csX14" fmla="*/ 4300 w 6210"/>
                <a:gd name="csY14" fmla="*/ 956 h 6210"/>
                <a:gd name="csX15" fmla="*/ 5255 w 6210"/>
                <a:gd name="csY15" fmla="*/ 3344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210" h="6210">
                  <a:moveTo>
                    <a:pt x="5255" y="3344"/>
                  </a:moveTo>
                  <a:lnTo>
                    <a:pt x="6211" y="4777"/>
                  </a:lnTo>
                  <a:lnTo>
                    <a:pt x="5733" y="5733"/>
                  </a:lnTo>
                  <a:lnTo>
                    <a:pt x="5255" y="6210"/>
                  </a:lnTo>
                  <a:lnTo>
                    <a:pt x="4777" y="6210"/>
                  </a:lnTo>
                  <a:lnTo>
                    <a:pt x="4300" y="5733"/>
                  </a:lnTo>
                  <a:lnTo>
                    <a:pt x="3344" y="5255"/>
                  </a:lnTo>
                  <a:lnTo>
                    <a:pt x="0" y="4300"/>
                  </a:lnTo>
                  <a:lnTo>
                    <a:pt x="0" y="3822"/>
                  </a:lnTo>
                  <a:lnTo>
                    <a:pt x="478" y="2866"/>
                  </a:lnTo>
                  <a:lnTo>
                    <a:pt x="956" y="2389"/>
                  </a:lnTo>
                  <a:lnTo>
                    <a:pt x="2389" y="1911"/>
                  </a:lnTo>
                  <a:lnTo>
                    <a:pt x="3344" y="0"/>
                  </a:lnTo>
                  <a:lnTo>
                    <a:pt x="3822" y="0"/>
                  </a:lnTo>
                  <a:lnTo>
                    <a:pt x="4300" y="956"/>
                  </a:lnTo>
                  <a:lnTo>
                    <a:pt x="52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2" name="Freeform 2631">
              <a:extLst>
                <a:ext uri="{FF2B5EF4-FFF2-40B4-BE49-F238E27FC236}">
                  <a16:creationId xmlns:a16="http://schemas.microsoft.com/office/drawing/2014/main" id="{D6819F35-FA96-E635-4B9B-2EA206704345}"/>
                </a:ext>
              </a:extLst>
            </p:cNvPr>
            <p:cNvSpPr/>
            <p:nvPr/>
          </p:nvSpPr>
          <p:spPr>
            <a:xfrm>
              <a:off x="4546723" y="4922166"/>
              <a:ext cx="2866" cy="955"/>
            </a:xfrm>
            <a:custGeom>
              <a:avLst/>
              <a:gdLst>
                <a:gd name="csX0" fmla="*/ 2866 w 2866"/>
                <a:gd name="csY0" fmla="*/ 0 h 955"/>
                <a:gd name="csX1" fmla="*/ 1911 w 2866"/>
                <a:gd name="csY1" fmla="*/ 478 h 955"/>
                <a:gd name="csX2" fmla="*/ 0 w 2866"/>
                <a:gd name="csY2" fmla="*/ 956 h 955"/>
                <a:gd name="csX3" fmla="*/ 1911 w 2866"/>
                <a:gd name="csY3" fmla="*/ 478 h 955"/>
                <a:gd name="csX4" fmla="*/ 2866 w 2866"/>
                <a:gd name="csY4" fmla="*/ 0 h 955"/>
                <a:gd name="csX5" fmla="*/ 2866 w 2866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955">
                  <a:moveTo>
                    <a:pt x="2866" y="0"/>
                  </a:moveTo>
                  <a:lnTo>
                    <a:pt x="1911" y="478"/>
                  </a:lnTo>
                  <a:lnTo>
                    <a:pt x="0" y="956"/>
                  </a:lnTo>
                  <a:lnTo>
                    <a:pt x="1911" y="478"/>
                  </a:lnTo>
                  <a:lnTo>
                    <a:pt x="2866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3" name="Freeform 2632">
              <a:extLst>
                <a:ext uri="{FF2B5EF4-FFF2-40B4-BE49-F238E27FC236}">
                  <a16:creationId xmlns:a16="http://schemas.microsoft.com/office/drawing/2014/main" id="{7EC9ABC7-B8FE-46C7-2EF4-907F002F868F}"/>
                </a:ext>
              </a:extLst>
            </p:cNvPr>
            <p:cNvSpPr/>
            <p:nvPr/>
          </p:nvSpPr>
          <p:spPr>
            <a:xfrm>
              <a:off x="4537646" y="4671836"/>
              <a:ext cx="11465" cy="12421"/>
            </a:xfrm>
            <a:custGeom>
              <a:avLst/>
              <a:gdLst>
                <a:gd name="csX0" fmla="*/ 10510 w 11465"/>
                <a:gd name="csY0" fmla="*/ 0 h 12421"/>
                <a:gd name="csX1" fmla="*/ 11466 w 11465"/>
                <a:gd name="csY1" fmla="*/ 956 h 12421"/>
                <a:gd name="csX2" fmla="*/ 10988 w 11465"/>
                <a:gd name="csY2" fmla="*/ 1911 h 12421"/>
                <a:gd name="csX3" fmla="*/ 10510 w 11465"/>
                <a:gd name="csY3" fmla="*/ 2389 h 12421"/>
                <a:gd name="csX4" fmla="*/ 10510 w 11465"/>
                <a:gd name="csY4" fmla="*/ 2389 h 12421"/>
                <a:gd name="csX5" fmla="*/ 7166 w 11465"/>
                <a:gd name="csY5" fmla="*/ 5255 h 12421"/>
                <a:gd name="csX6" fmla="*/ 956 w 11465"/>
                <a:gd name="csY6" fmla="*/ 10510 h 12421"/>
                <a:gd name="csX7" fmla="*/ 478 w 11465"/>
                <a:gd name="csY7" fmla="*/ 10988 h 12421"/>
                <a:gd name="csX8" fmla="*/ 478 w 11465"/>
                <a:gd name="csY8" fmla="*/ 11943 h 12421"/>
                <a:gd name="csX9" fmla="*/ 478 w 11465"/>
                <a:gd name="csY9" fmla="*/ 12421 h 12421"/>
                <a:gd name="csX10" fmla="*/ 0 w 11465"/>
                <a:gd name="csY10" fmla="*/ 10988 h 12421"/>
                <a:gd name="csX11" fmla="*/ 956 w 11465"/>
                <a:gd name="csY11" fmla="*/ 10510 h 12421"/>
                <a:gd name="csX12" fmla="*/ 7166 w 11465"/>
                <a:gd name="csY12" fmla="*/ 5255 h 12421"/>
                <a:gd name="csX13" fmla="*/ 10510 w 11465"/>
                <a:gd name="csY13" fmla="*/ 2389 h 12421"/>
                <a:gd name="csX14" fmla="*/ 10510 w 11465"/>
                <a:gd name="csY14" fmla="*/ 2389 h 12421"/>
                <a:gd name="csX15" fmla="*/ 10988 w 11465"/>
                <a:gd name="csY15" fmla="*/ 1433 h 12421"/>
                <a:gd name="csX16" fmla="*/ 10988 w 11465"/>
                <a:gd name="csY16" fmla="*/ 956 h 12421"/>
                <a:gd name="csX17" fmla="*/ 10510 w 11465"/>
                <a:gd name="csY17" fmla="*/ 0 h 12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1465" h="12421">
                  <a:moveTo>
                    <a:pt x="10510" y="0"/>
                  </a:moveTo>
                  <a:lnTo>
                    <a:pt x="11466" y="956"/>
                  </a:lnTo>
                  <a:lnTo>
                    <a:pt x="10988" y="1911"/>
                  </a:lnTo>
                  <a:lnTo>
                    <a:pt x="10510" y="2389"/>
                  </a:lnTo>
                  <a:lnTo>
                    <a:pt x="10510" y="2389"/>
                  </a:lnTo>
                  <a:lnTo>
                    <a:pt x="7166" y="5255"/>
                  </a:lnTo>
                  <a:lnTo>
                    <a:pt x="956" y="10510"/>
                  </a:lnTo>
                  <a:lnTo>
                    <a:pt x="478" y="10988"/>
                  </a:lnTo>
                  <a:lnTo>
                    <a:pt x="478" y="11943"/>
                  </a:lnTo>
                  <a:lnTo>
                    <a:pt x="478" y="12421"/>
                  </a:lnTo>
                  <a:lnTo>
                    <a:pt x="0" y="10988"/>
                  </a:lnTo>
                  <a:lnTo>
                    <a:pt x="956" y="10510"/>
                  </a:lnTo>
                  <a:lnTo>
                    <a:pt x="7166" y="5255"/>
                  </a:lnTo>
                  <a:lnTo>
                    <a:pt x="10510" y="2389"/>
                  </a:lnTo>
                  <a:lnTo>
                    <a:pt x="10510" y="2389"/>
                  </a:lnTo>
                  <a:lnTo>
                    <a:pt x="10988" y="1433"/>
                  </a:lnTo>
                  <a:lnTo>
                    <a:pt x="10988" y="956"/>
                  </a:lnTo>
                  <a:lnTo>
                    <a:pt x="105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4" name="Freeform 2633">
              <a:extLst>
                <a:ext uri="{FF2B5EF4-FFF2-40B4-BE49-F238E27FC236}">
                  <a16:creationId xmlns:a16="http://schemas.microsoft.com/office/drawing/2014/main" id="{D68A0203-3BD9-DA4F-A201-604018BFD5EB}"/>
                </a:ext>
              </a:extLst>
            </p:cNvPr>
            <p:cNvSpPr/>
            <p:nvPr/>
          </p:nvSpPr>
          <p:spPr>
            <a:xfrm>
              <a:off x="4545289" y="4667536"/>
              <a:ext cx="2866" cy="4299"/>
            </a:xfrm>
            <a:custGeom>
              <a:avLst/>
              <a:gdLst>
                <a:gd name="csX0" fmla="*/ 0 w 2866"/>
                <a:gd name="csY0" fmla="*/ 478 h 4299"/>
                <a:gd name="csX1" fmla="*/ 2866 w 2866"/>
                <a:gd name="csY1" fmla="*/ 4299 h 4299"/>
                <a:gd name="csX2" fmla="*/ 0 w 2866"/>
                <a:gd name="csY2" fmla="*/ 0 h 4299"/>
                <a:gd name="csX3" fmla="*/ 0 w 2866"/>
                <a:gd name="csY3" fmla="*/ 478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4299">
                  <a:moveTo>
                    <a:pt x="0" y="478"/>
                  </a:moveTo>
                  <a:lnTo>
                    <a:pt x="2866" y="4299"/>
                  </a:lnTo>
                  <a:lnTo>
                    <a:pt x="0" y="0"/>
                  </a:lnTo>
                  <a:lnTo>
                    <a:pt x="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5" name="Freeform 2634">
              <a:extLst>
                <a:ext uri="{FF2B5EF4-FFF2-40B4-BE49-F238E27FC236}">
                  <a16:creationId xmlns:a16="http://schemas.microsoft.com/office/drawing/2014/main" id="{28294CAE-D097-219D-8451-8F00041BA1CB}"/>
                </a:ext>
              </a:extLst>
            </p:cNvPr>
            <p:cNvSpPr/>
            <p:nvPr/>
          </p:nvSpPr>
          <p:spPr>
            <a:xfrm>
              <a:off x="4540990" y="4923121"/>
              <a:ext cx="5732" cy="5732"/>
            </a:xfrm>
            <a:custGeom>
              <a:avLst/>
              <a:gdLst>
                <a:gd name="csX0" fmla="*/ 5733 w 5732"/>
                <a:gd name="csY0" fmla="*/ 0 h 5732"/>
                <a:gd name="csX1" fmla="*/ 2866 w 5732"/>
                <a:gd name="csY1" fmla="*/ 2389 h 5732"/>
                <a:gd name="csX2" fmla="*/ 956 w 5732"/>
                <a:gd name="csY2" fmla="*/ 4299 h 5732"/>
                <a:gd name="csX3" fmla="*/ 0 w 5732"/>
                <a:gd name="csY3" fmla="*/ 5733 h 5732"/>
                <a:gd name="csX4" fmla="*/ 0 w 5732"/>
                <a:gd name="csY4" fmla="*/ 5733 h 5732"/>
                <a:gd name="csX5" fmla="*/ 956 w 5732"/>
                <a:gd name="csY5" fmla="*/ 4299 h 5732"/>
                <a:gd name="csX6" fmla="*/ 2389 w 5732"/>
                <a:gd name="csY6" fmla="*/ 2389 h 5732"/>
                <a:gd name="csX7" fmla="*/ 5733 w 5732"/>
                <a:gd name="csY7" fmla="*/ 478 h 5732"/>
                <a:gd name="csX8" fmla="*/ 5733 w 5732"/>
                <a:gd name="csY8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2" h="5732">
                  <a:moveTo>
                    <a:pt x="5733" y="0"/>
                  </a:moveTo>
                  <a:lnTo>
                    <a:pt x="2866" y="2389"/>
                  </a:lnTo>
                  <a:lnTo>
                    <a:pt x="956" y="4299"/>
                  </a:lnTo>
                  <a:lnTo>
                    <a:pt x="0" y="5733"/>
                  </a:lnTo>
                  <a:lnTo>
                    <a:pt x="0" y="5733"/>
                  </a:lnTo>
                  <a:lnTo>
                    <a:pt x="956" y="4299"/>
                  </a:lnTo>
                  <a:lnTo>
                    <a:pt x="2389" y="2389"/>
                  </a:lnTo>
                  <a:lnTo>
                    <a:pt x="5733" y="478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6" name="Freeform 2635">
              <a:extLst>
                <a:ext uri="{FF2B5EF4-FFF2-40B4-BE49-F238E27FC236}">
                  <a16:creationId xmlns:a16="http://schemas.microsoft.com/office/drawing/2014/main" id="{9310D8DD-6CCF-7CD3-02F7-E9224F2B1691}"/>
                </a:ext>
              </a:extLst>
            </p:cNvPr>
            <p:cNvSpPr/>
            <p:nvPr/>
          </p:nvSpPr>
          <p:spPr>
            <a:xfrm>
              <a:off x="4545289" y="3807145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1433 w 1433"/>
                <a:gd name="csY1" fmla="*/ 0 h 955"/>
                <a:gd name="csX2" fmla="*/ 955 w 1433"/>
                <a:gd name="csY2" fmla="*/ 478 h 955"/>
                <a:gd name="csX3" fmla="*/ 0 w 1433"/>
                <a:gd name="csY3" fmla="*/ 956 h 955"/>
                <a:gd name="csX4" fmla="*/ 0 w 1433"/>
                <a:gd name="csY4" fmla="*/ 956 h 955"/>
                <a:gd name="csX5" fmla="*/ 955 w 1433"/>
                <a:gd name="csY5" fmla="*/ 478 h 955"/>
                <a:gd name="csX6" fmla="*/ 1433 w 1433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1433" y="0"/>
                  </a:lnTo>
                  <a:lnTo>
                    <a:pt x="955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955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7" name="Freeform 2636">
              <a:extLst>
                <a:ext uri="{FF2B5EF4-FFF2-40B4-BE49-F238E27FC236}">
                  <a16:creationId xmlns:a16="http://schemas.microsoft.com/office/drawing/2014/main" id="{99ADD9C1-95F0-971A-4D26-6CB609EF7A92}"/>
                </a:ext>
              </a:extLst>
            </p:cNvPr>
            <p:cNvSpPr/>
            <p:nvPr/>
          </p:nvSpPr>
          <p:spPr>
            <a:xfrm>
              <a:off x="4545767" y="3811923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478 w 477"/>
                <a:gd name="csY1" fmla="*/ 478 h 955"/>
                <a:gd name="csX2" fmla="*/ 0 w 477"/>
                <a:gd name="csY2" fmla="*/ 956 h 955"/>
                <a:gd name="csX3" fmla="*/ 0 w 477"/>
                <a:gd name="csY3" fmla="*/ 956 h 955"/>
                <a:gd name="csX4" fmla="*/ 478 w 477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478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8" name="Freeform 2637">
              <a:extLst>
                <a:ext uri="{FF2B5EF4-FFF2-40B4-BE49-F238E27FC236}">
                  <a16:creationId xmlns:a16="http://schemas.microsoft.com/office/drawing/2014/main" id="{0095A76C-9175-46A0-FFB5-6AC4016377BE}"/>
                </a:ext>
              </a:extLst>
            </p:cNvPr>
            <p:cNvSpPr/>
            <p:nvPr/>
          </p:nvSpPr>
          <p:spPr>
            <a:xfrm>
              <a:off x="4538123" y="4622630"/>
              <a:ext cx="8121" cy="42040"/>
            </a:xfrm>
            <a:custGeom>
              <a:avLst/>
              <a:gdLst>
                <a:gd name="csX0" fmla="*/ 7644 w 8121"/>
                <a:gd name="csY0" fmla="*/ 956 h 42040"/>
                <a:gd name="csX1" fmla="*/ 8121 w 8121"/>
                <a:gd name="csY1" fmla="*/ 2866 h 42040"/>
                <a:gd name="csX2" fmla="*/ 7644 w 8121"/>
                <a:gd name="csY2" fmla="*/ 4777 h 42040"/>
                <a:gd name="csX3" fmla="*/ 5733 w 8121"/>
                <a:gd name="csY3" fmla="*/ 6210 h 42040"/>
                <a:gd name="csX4" fmla="*/ 4299 w 8121"/>
                <a:gd name="csY4" fmla="*/ 8599 h 42040"/>
                <a:gd name="csX5" fmla="*/ 4299 w 8121"/>
                <a:gd name="csY5" fmla="*/ 11466 h 42040"/>
                <a:gd name="csX6" fmla="*/ 3344 w 8121"/>
                <a:gd name="csY6" fmla="*/ 13376 h 42040"/>
                <a:gd name="csX7" fmla="*/ 1433 w 8121"/>
                <a:gd name="csY7" fmla="*/ 14809 h 42040"/>
                <a:gd name="csX8" fmla="*/ 478 w 8121"/>
                <a:gd name="csY8" fmla="*/ 16721 h 42040"/>
                <a:gd name="csX9" fmla="*/ 955 w 8121"/>
                <a:gd name="csY9" fmla="*/ 19109 h 42040"/>
                <a:gd name="csX10" fmla="*/ 955 w 8121"/>
                <a:gd name="csY10" fmla="*/ 22931 h 42040"/>
                <a:gd name="csX11" fmla="*/ 0 w 8121"/>
                <a:gd name="csY11" fmla="*/ 27708 h 42040"/>
                <a:gd name="csX12" fmla="*/ 0 w 8121"/>
                <a:gd name="csY12" fmla="*/ 30575 h 42040"/>
                <a:gd name="csX13" fmla="*/ 955 w 8121"/>
                <a:gd name="csY13" fmla="*/ 31530 h 42040"/>
                <a:gd name="csX14" fmla="*/ 955 w 8121"/>
                <a:gd name="csY14" fmla="*/ 32486 h 42040"/>
                <a:gd name="csX15" fmla="*/ 955 w 8121"/>
                <a:gd name="csY15" fmla="*/ 34397 h 42040"/>
                <a:gd name="csX16" fmla="*/ 1433 w 8121"/>
                <a:gd name="csY16" fmla="*/ 35830 h 42040"/>
                <a:gd name="csX17" fmla="*/ 2389 w 8121"/>
                <a:gd name="csY17" fmla="*/ 38218 h 42040"/>
                <a:gd name="csX18" fmla="*/ 3822 w 8121"/>
                <a:gd name="csY18" fmla="*/ 42040 h 42040"/>
                <a:gd name="csX19" fmla="*/ 2389 w 8121"/>
                <a:gd name="csY19" fmla="*/ 38218 h 42040"/>
                <a:gd name="csX20" fmla="*/ 1433 w 8121"/>
                <a:gd name="csY20" fmla="*/ 35830 h 42040"/>
                <a:gd name="csX21" fmla="*/ 955 w 8121"/>
                <a:gd name="csY21" fmla="*/ 34397 h 42040"/>
                <a:gd name="csX22" fmla="*/ 955 w 8121"/>
                <a:gd name="csY22" fmla="*/ 32486 h 42040"/>
                <a:gd name="csX23" fmla="*/ 478 w 8121"/>
                <a:gd name="csY23" fmla="*/ 31530 h 42040"/>
                <a:gd name="csX24" fmla="*/ 0 w 8121"/>
                <a:gd name="csY24" fmla="*/ 30575 h 42040"/>
                <a:gd name="csX25" fmla="*/ 0 w 8121"/>
                <a:gd name="csY25" fmla="*/ 27708 h 42040"/>
                <a:gd name="csX26" fmla="*/ 478 w 8121"/>
                <a:gd name="csY26" fmla="*/ 22931 h 42040"/>
                <a:gd name="csX27" fmla="*/ 955 w 8121"/>
                <a:gd name="csY27" fmla="*/ 19109 h 42040"/>
                <a:gd name="csX28" fmla="*/ 478 w 8121"/>
                <a:gd name="csY28" fmla="*/ 16721 h 42040"/>
                <a:gd name="csX29" fmla="*/ 1433 w 8121"/>
                <a:gd name="csY29" fmla="*/ 14809 h 42040"/>
                <a:gd name="csX30" fmla="*/ 2866 w 8121"/>
                <a:gd name="csY30" fmla="*/ 13376 h 42040"/>
                <a:gd name="csX31" fmla="*/ 4299 w 8121"/>
                <a:gd name="csY31" fmla="*/ 11466 h 42040"/>
                <a:gd name="csX32" fmla="*/ 4299 w 8121"/>
                <a:gd name="csY32" fmla="*/ 8599 h 42040"/>
                <a:gd name="csX33" fmla="*/ 5255 w 8121"/>
                <a:gd name="csY33" fmla="*/ 6210 h 42040"/>
                <a:gd name="csX34" fmla="*/ 7644 w 8121"/>
                <a:gd name="csY34" fmla="*/ 4300 h 42040"/>
                <a:gd name="csX35" fmla="*/ 8121 w 8121"/>
                <a:gd name="csY35" fmla="*/ 2866 h 42040"/>
                <a:gd name="csX36" fmla="*/ 7644 w 8121"/>
                <a:gd name="csY36" fmla="*/ 956 h 42040"/>
                <a:gd name="csX37" fmla="*/ 7166 w 8121"/>
                <a:gd name="csY37" fmla="*/ 0 h 42040"/>
                <a:gd name="csX38" fmla="*/ 7166 w 8121"/>
                <a:gd name="csY38" fmla="*/ 0 h 42040"/>
                <a:gd name="csX39" fmla="*/ 7644 w 8121"/>
                <a:gd name="csY39" fmla="*/ 956 h 42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8121" h="42040">
                  <a:moveTo>
                    <a:pt x="7644" y="956"/>
                  </a:moveTo>
                  <a:lnTo>
                    <a:pt x="8121" y="2866"/>
                  </a:lnTo>
                  <a:lnTo>
                    <a:pt x="7644" y="4777"/>
                  </a:lnTo>
                  <a:lnTo>
                    <a:pt x="5733" y="6210"/>
                  </a:lnTo>
                  <a:lnTo>
                    <a:pt x="4299" y="8599"/>
                  </a:lnTo>
                  <a:lnTo>
                    <a:pt x="4299" y="11466"/>
                  </a:lnTo>
                  <a:lnTo>
                    <a:pt x="3344" y="13376"/>
                  </a:lnTo>
                  <a:lnTo>
                    <a:pt x="1433" y="14809"/>
                  </a:lnTo>
                  <a:lnTo>
                    <a:pt x="478" y="16721"/>
                  </a:lnTo>
                  <a:lnTo>
                    <a:pt x="955" y="19109"/>
                  </a:lnTo>
                  <a:lnTo>
                    <a:pt x="955" y="22931"/>
                  </a:lnTo>
                  <a:lnTo>
                    <a:pt x="0" y="27708"/>
                  </a:lnTo>
                  <a:lnTo>
                    <a:pt x="0" y="30575"/>
                  </a:lnTo>
                  <a:lnTo>
                    <a:pt x="955" y="31530"/>
                  </a:lnTo>
                  <a:lnTo>
                    <a:pt x="955" y="32486"/>
                  </a:lnTo>
                  <a:lnTo>
                    <a:pt x="955" y="34397"/>
                  </a:lnTo>
                  <a:lnTo>
                    <a:pt x="1433" y="35830"/>
                  </a:lnTo>
                  <a:lnTo>
                    <a:pt x="2389" y="38218"/>
                  </a:lnTo>
                  <a:lnTo>
                    <a:pt x="3822" y="42040"/>
                  </a:lnTo>
                  <a:lnTo>
                    <a:pt x="2389" y="38218"/>
                  </a:lnTo>
                  <a:lnTo>
                    <a:pt x="1433" y="35830"/>
                  </a:lnTo>
                  <a:lnTo>
                    <a:pt x="955" y="34397"/>
                  </a:lnTo>
                  <a:lnTo>
                    <a:pt x="955" y="32486"/>
                  </a:lnTo>
                  <a:lnTo>
                    <a:pt x="478" y="31530"/>
                  </a:lnTo>
                  <a:lnTo>
                    <a:pt x="0" y="30575"/>
                  </a:lnTo>
                  <a:lnTo>
                    <a:pt x="0" y="27708"/>
                  </a:lnTo>
                  <a:lnTo>
                    <a:pt x="478" y="22931"/>
                  </a:lnTo>
                  <a:lnTo>
                    <a:pt x="955" y="19109"/>
                  </a:lnTo>
                  <a:lnTo>
                    <a:pt x="478" y="16721"/>
                  </a:lnTo>
                  <a:lnTo>
                    <a:pt x="1433" y="14809"/>
                  </a:lnTo>
                  <a:lnTo>
                    <a:pt x="2866" y="13376"/>
                  </a:lnTo>
                  <a:lnTo>
                    <a:pt x="4299" y="11466"/>
                  </a:lnTo>
                  <a:lnTo>
                    <a:pt x="4299" y="8599"/>
                  </a:lnTo>
                  <a:lnTo>
                    <a:pt x="5255" y="6210"/>
                  </a:lnTo>
                  <a:lnTo>
                    <a:pt x="7644" y="4300"/>
                  </a:lnTo>
                  <a:lnTo>
                    <a:pt x="8121" y="2866"/>
                  </a:lnTo>
                  <a:lnTo>
                    <a:pt x="7644" y="956"/>
                  </a:lnTo>
                  <a:lnTo>
                    <a:pt x="7166" y="0"/>
                  </a:lnTo>
                  <a:lnTo>
                    <a:pt x="7166" y="0"/>
                  </a:lnTo>
                  <a:lnTo>
                    <a:pt x="76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9" name="Freeform 2638">
              <a:extLst>
                <a:ext uri="{FF2B5EF4-FFF2-40B4-BE49-F238E27FC236}">
                  <a16:creationId xmlns:a16="http://schemas.microsoft.com/office/drawing/2014/main" id="{E8072F73-5845-2F63-DE2C-CC3FB1DF41D1}"/>
                </a:ext>
              </a:extLst>
            </p:cNvPr>
            <p:cNvSpPr/>
            <p:nvPr/>
          </p:nvSpPr>
          <p:spPr>
            <a:xfrm>
              <a:off x="4538123" y="5957883"/>
              <a:ext cx="6688" cy="2388"/>
            </a:xfrm>
            <a:custGeom>
              <a:avLst/>
              <a:gdLst>
                <a:gd name="csX0" fmla="*/ 6688 w 6688"/>
                <a:gd name="csY0" fmla="*/ 478 h 2388"/>
                <a:gd name="csX1" fmla="*/ 6688 w 6688"/>
                <a:gd name="csY1" fmla="*/ 956 h 2388"/>
                <a:gd name="csX2" fmla="*/ 6210 w 6688"/>
                <a:gd name="csY2" fmla="*/ 1911 h 2388"/>
                <a:gd name="csX3" fmla="*/ 5733 w 6688"/>
                <a:gd name="csY3" fmla="*/ 2389 h 2388"/>
                <a:gd name="csX4" fmla="*/ 4777 w 6688"/>
                <a:gd name="csY4" fmla="*/ 2389 h 2388"/>
                <a:gd name="csX5" fmla="*/ 2866 w 6688"/>
                <a:gd name="csY5" fmla="*/ 1911 h 2388"/>
                <a:gd name="csX6" fmla="*/ 478 w 6688"/>
                <a:gd name="csY6" fmla="*/ 1911 h 2388"/>
                <a:gd name="csX7" fmla="*/ 0 w 6688"/>
                <a:gd name="csY7" fmla="*/ 1433 h 2388"/>
                <a:gd name="csX8" fmla="*/ 0 w 6688"/>
                <a:gd name="csY8" fmla="*/ 956 h 2388"/>
                <a:gd name="csX9" fmla="*/ 478 w 6688"/>
                <a:gd name="csY9" fmla="*/ 478 h 2388"/>
                <a:gd name="csX10" fmla="*/ 1911 w 6688"/>
                <a:gd name="csY10" fmla="*/ 0 h 2388"/>
                <a:gd name="csX11" fmla="*/ 6210 w 6688"/>
                <a:gd name="csY11" fmla="*/ 478 h 2388"/>
                <a:gd name="csX12" fmla="*/ 6688 w 6688"/>
                <a:gd name="csY12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688" h="2388">
                  <a:moveTo>
                    <a:pt x="6688" y="478"/>
                  </a:moveTo>
                  <a:lnTo>
                    <a:pt x="6688" y="956"/>
                  </a:lnTo>
                  <a:lnTo>
                    <a:pt x="6210" y="1911"/>
                  </a:lnTo>
                  <a:lnTo>
                    <a:pt x="5733" y="2389"/>
                  </a:lnTo>
                  <a:lnTo>
                    <a:pt x="4777" y="2389"/>
                  </a:lnTo>
                  <a:lnTo>
                    <a:pt x="2866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6210" y="478"/>
                  </a:lnTo>
                  <a:lnTo>
                    <a:pt x="668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0" name="Freeform 2639">
              <a:extLst>
                <a:ext uri="{FF2B5EF4-FFF2-40B4-BE49-F238E27FC236}">
                  <a16:creationId xmlns:a16="http://schemas.microsoft.com/office/drawing/2014/main" id="{B7D60BEE-1C8B-2110-7E0A-82812AAA5508}"/>
                </a:ext>
              </a:extLst>
            </p:cNvPr>
            <p:cNvSpPr/>
            <p:nvPr/>
          </p:nvSpPr>
          <p:spPr>
            <a:xfrm>
              <a:off x="4542901" y="4684257"/>
              <a:ext cx="955" cy="1910"/>
            </a:xfrm>
            <a:custGeom>
              <a:avLst/>
              <a:gdLst>
                <a:gd name="csX0" fmla="*/ 478 w 955"/>
                <a:gd name="csY0" fmla="*/ 0 h 1910"/>
                <a:gd name="csX1" fmla="*/ 955 w 955"/>
                <a:gd name="csY1" fmla="*/ 1911 h 1910"/>
                <a:gd name="csX2" fmla="*/ 955 w 955"/>
                <a:gd name="csY2" fmla="*/ 1433 h 1910"/>
                <a:gd name="csX3" fmla="*/ 478 w 955"/>
                <a:gd name="csY3" fmla="*/ 0 h 1910"/>
                <a:gd name="csX4" fmla="*/ 0 w 955"/>
                <a:gd name="csY4" fmla="*/ 0 h 1910"/>
                <a:gd name="csX5" fmla="*/ 0 w 955"/>
                <a:gd name="csY5" fmla="*/ 0 h 1910"/>
                <a:gd name="csX6" fmla="*/ 478 w 955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1910">
                  <a:moveTo>
                    <a:pt x="478" y="0"/>
                  </a:moveTo>
                  <a:lnTo>
                    <a:pt x="955" y="1911"/>
                  </a:lnTo>
                  <a:lnTo>
                    <a:pt x="955" y="1433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1" name="Freeform 2640">
              <a:extLst>
                <a:ext uri="{FF2B5EF4-FFF2-40B4-BE49-F238E27FC236}">
                  <a16:creationId xmlns:a16="http://schemas.microsoft.com/office/drawing/2014/main" id="{D026161A-8D21-CDD7-D695-FCA9605E1489}"/>
                </a:ext>
              </a:extLst>
            </p:cNvPr>
            <p:cNvSpPr/>
            <p:nvPr/>
          </p:nvSpPr>
          <p:spPr>
            <a:xfrm>
              <a:off x="4530958" y="2949143"/>
              <a:ext cx="9076" cy="7643"/>
            </a:xfrm>
            <a:custGeom>
              <a:avLst/>
              <a:gdLst>
                <a:gd name="csX0" fmla="*/ 7644 w 9076"/>
                <a:gd name="csY0" fmla="*/ 478 h 7643"/>
                <a:gd name="csX1" fmla="*/ 9077 w 9076"/>
                <a:gd name="csY1" fmla="*/ 2389 h 7643"/>
                <a:gd name="csX2" fmla="*/ 7166 w 9076"/>
                <a:gd name="csY2" fmla="*/ 4777 h 7643"/>
                <a:gd name="csX3" fmla="*/ 5733 w 9076"/>
                <a:gd name="csY3" fmla="*/ 7166 h 7643"/>
                <a:gd name="csX4" fmla="*/ 5255 w 9076"/>
                <a:gd name="csY4" fmla="*/ 7644 h 7643"/>
                <a:gd name="csX5" fmla="*/ 478 w 9076"/>
                <a:gd name="csY5" fmla="*/ 5255 h 7643"/>
                <a:gd name="csX6" fmla="*/ 0 w 9076"/>
                <a:gd name="csY6" fmla="*/ 3344 h 7643"/>
                <a:gd name="csX7" fmla="*/ 2389 w 9076"/>
                <a:gd name="csY7" fmla="*/ 1433 h 7643"/>
                <a:gd name="csX8" fmla="*/ 4299 w 9076"/>
                <a:gd name="csY8" fmla="*/ 0 h 7643"/>
                <a:gd name="csX9" fmla="*/ 6210 w 9076"/>
                <a:gd name="csY9" fmla="*/ 0 h 7643"/>
                <a:gd name="csX10" fmla="*/ 7644 w 9076"/>
                <a:gd name="csY10" fmla="*/ 478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076" h="7643">
                  <a:moveTo>
                    <a:pt x="7644" y="478"/>
                  </a:moveTo>
                  <a:lnTo>
                    <a:pt x="9077" y="2389"/>
                  </a:lnTo>
                  <a:lnTo>
                    <a:pt x="7166" y="4777"/>
                  </a:lnTo>
                  <a:lnTo>
                    <a:pt x="5733" y="7166"/>
                  </a:lnTo>
                  <a:lnTo>
                    <a:pt x="5255" y="7644"/>
                  </a:lnTo>
                  <a:lnTo>
                    <a:pt x="478" y="5255"/>
                  </a:lnTo>
                  <a:lnTo>
                    <a:pt x="0" y="3344"/>
                  </a:lnTo>
                  <a:lnTo>
                    <a:pt x="2389" y="1433"/>
                  </a:lnTo>
                  <a:lnTo>
                    <a:pt x="4299" y="0"/>
                  </a:lnTo>
                  <a:lnTo>
                    <a:pt x="6210" y="0"/>
                  </a:lnTo>
                  <a:lnTo>
                    <a:pt x="76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2" name="Freeform 2641">
              <a:extLst>
                <a:ext uri="{FF2B5EF4-FFF2-40B4-BE49-F238E27FC236}">
                  <a16:creationId xmlns:a16="http://schemas.microsoft.com/office/drawing/2014/main" id="{40C10939-9418-3E8B-A620-C924C194DDB8}"/>
                </a:ext>
              </a:extLst>
            </p:cNvPr>
            <p:cNvSpPr/>
            <p:nvPr/>
          </p:nvSpPr>
          <p:spPr>
            <a:xfrm>
              <a:off x="4528091" y="3346136"/>
              <a:ext cx="10510" cy="13376"/>
            </a:xfrm>
            <a:custGeom>
              <a:avLst/>
              <a:gdLst>
                <a:gd name="csX0" fmla="*/ 10032 w 10510"/>
                <a:gd name="csY0" fmla="*/ 3822 h 13376"/>
                <a:gd name="csX1" fmla="*/ 10510 w 10510"/>
                <a:gd name="csY1" fmla="*/ 5255 h 13376"/>
                <a:gd name="csX2" fmla="*/ 10032 w 10510"/>
                <a:gd name="csY2" fmla="*/ 7644 h 13376"/>
                <a:gd name="csX3" fmla="*/ 8599 w 10510"/>
                <a:gd name="csY3" fmla="*/ 9555 h 13376"/>
                <a:gd name="csX4" fmla="*/ 6688 w 10510"/>
                <a:gd name="csY4" fmla="*/ 10510 h 13376"/>
                <a:gd name="csX5" fmla="*/ 2389 w 10510"/>
                <a:gd name="csY5" fmla="*/ 12899 h 13376"/>
                <a:gd name="csX6" fmla="*/ 956 w 10510"/>
                <a:gd name="csY6" fmla="*/ 13377 h 13376"/>
                <a:gd name="csX7" fmla="*/ 0 w 10510"/>
                <a:gd name="csY7" fmla="*/ 12421 h 13376"/>
                <a:gd name="csX8" fmla="*/ 0 w 10510"/>
                <a:gd name="csY8" fmla="*/ 10510 h 13376"/>
                <a:gd name="csX9" fmla="*/ 478 w 10510"/>
                <a:gd name="csY9" fmla="*/ 8599 h 13376"/>
                <a:gd name="csX10" fmla="*/ 2389 w 10510"/>
                <a:gd name="csY10" fmla="*/ 5255 h 13376"/>
                <a:gd name="csX11" fmla="*/ 4300 w 10510"/>
                <a:gd name="csY11" fmla="*/ 956 h 13376"/>
                <a:gd name="csX12" fmla="*/ 5255 w 10510"/>
                <a:gd name="csY12" fmla="*/ 0 h 13376"/>
                <a:gd name="csX13" fmla="*/ 7644 w 10510"/>
                <a:gd name="csY13" fmla="*/ 956 h 13376"/>
                <a:gd name="csX14" fmla="*/ 8599 w 10510"/>
                <a:gd name="csY14" fmla="*/ 1911 h 13376"/>
                <a:gd name="csX15" fmla="*/ 10032 w 10510"/>
                <a:gd name="csY15" fmla="*/ 3822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0510" h="13376">
                  <a:moveTo>
                    <a:pt x="10032" y="3822"/>
                  </a:moveTo>
                  <a:lnTo>
                    <a:pt x="10510" y="5255"/>
                  </a:lnTo>
                  <a:lnTo>
                    <a:pt x="10032" y="7644"/>
                  </a:lnTo>
                  <a:lnTo>
                    <a:pt x="8599" y="9555"/>
                  </a:lnTo>
                  <a:lnTo>
                    <a:pt x="6688" y="10510"/>
                  </a:lnTo>
                  <a:lnTo>
                    <a:pt x="2389" y="12899"/>
                  </a:lnTo>
                  <a:lnTo>
                    <a:pt x="956" y="13377"/>
                  </a:lnTo>
                  <a:lnTo>
                    <a:pt x="0" y="12421"/>
                  </a:lnTo>
                  <a:lnTo>
                    <a:pt x="0" y="10510"/>
                  </a:lnTo>
                  <a:lnTo>
                    <a:pt x="478" y="8599"/>
                  </a:lnTo>
                  <a:lnTo>
                    <a:pt x="2389" y="5255"/>
                  </a:lnTo>
                  <a:lnTo>
                    <a:pt x="4300" y="956"/>
                  </a:lnTo>
                  <a:lnTo>
                    <a:pt x="5255" y="0"/>
                  </a:lnTo>
                  <a:lnTo>
                    <a:pt x="7644" y="956"/>
                  </a:lnTo>
                  <a:lnTo>
                    <a:pt x="8599" y="1911"/>
                  </a:lnTo>
                  <a:lnTo>
                    <a:pt x="10032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3" name="Freeform 2642">
              <a:extLst>
                <a:ext uri="{FF2B5EF4-FFF2-40B4-BE49-F238E27FC236}">
                  <a16:creationId xmlns:a16="http://schemas.microsoft.com/office/drawing/2014/main" id="{5D7B4101-76FC-6C11-6E68-4A0CF514FF2A}"/>
                </a:ext>
              </a:extLst>
            </p:cNvPr>
            <p:cNvSpPr/>
            <p:nvPr/>
          </p:nvSpPr>
          <p:spPr>
            <a:xfrm>
              <a:off x="4537646" y="5158642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0 w 955"/>
                <a:gd name="csY1" fmla="*/ 0 h 477"/>
                <a:gd name="csX2" fmla="*/ 0 w 955"/>
                <a:gd name="csY2" fmla="*/ 0 h 477"/>
                <a:gd name="csX3" fmla="*/ 956 w 955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4" name="Freeform 2643">
              <a:extLst>
                <a:ext uri="{FF2B5EF4-FFF2-40B4-BE49-F238E27FC236}">
                  <a16:creationId xmlns:a16="http://schemas.microsoft.com/office/drawing/2014/main" id="{25DF1F13-7EB4-8DB9-F77A-42B730EFE486}"/>
                </a:ext>
              </a:extLst>
            </p:cNvPr>
            <p:cNvSpPr/>
            <p:nvPr/>
          </p:nvSpPr>
          <p:spPr>
            <a:xfrm>
              <a:off x="4536690" y="4401441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1433 w 1433"/>
                <a:gd name="csY1" fmla="*/ 478 h 955"/>
                <a:gd name="csX2" fmla="*/ 1433 w 1433"/>
                <a:gd name="csY2" fmla="*/ 478 h 955"/>
                <a:gd name="csX3" fmla="*/ 1433 w 1433"/>
                <a:gd name="csY3" fmla="*/ 956 h 955"/>
                <a:gd name="csX4" fmla="*/ 1433 w 1433"/>
                <a:gd name="csY4" fmla="*/ 956 h 955"/>
                <a:gd name="csX5" fmla="*/ 956 w 1433"/>
                <a:gd name="csY5" fmla="*/ 956 h 955"/>
                <a:gd name="csX6" fmla="*/ 956 w 1433"/>
                <a:gd name="csY6" fmla="*/ 956 h 955"/>
                <a:gd name="csX7" fmla="*/ 956 w 1433"/>
                <a:gd name="csY7" fmla="*/ 956 h 955"/>
                <a:gd name="csX8" fmla="*/ 956 w 1433"/>
                <a:gd name="csY8" fmla="*/ 956 h 955"/>
                <a:gd name="csX9" fmla="*/ 478 w 1433"/>
                <a:gd name="csY9" fmla="*/ 956 h 955"/>
                <a:gd name="csX10" fmla="*/ 478 w 1433"/>
                <a:gd name="csY10" fmla="*/ 956 h 955"/>
                <a:gd name="csX11" fmla="*/ 478 w 1433"/>
                <a:gd name="csY11" fmla="*/ 956 h 955"/>
                <a:gd name="csX12" fmla="*/ 0 w 1433"/>
                <a:gd name="csY12" fmla="*/ 478 h 955"/>
                <a:gd name="csX13" fmla="*/ 0 w 1433"/>
                <a:gd name="csY13" fmla="*/ 478 h 955"/>
                <a:gd name="csX14" fmla="*/ 0 w 1433"/>
                <a:gd name="csY14" fmla="*/ 0 h 955"/>
                <a:gd name="csX15" fmla="*/ 0 w 1433"/>
                <a:gd name="csY15" fmla="*/ 0 h 955"/>
                <a:gd name="csX16" fmla="*/ 1433 w 1433"/>
                <a:gd name="csY16" fmla="*/ 0 h 955"/>
                <a:gd name="csX17" fmla="*/ 1433 w 1433"/>
                <a:gd name="csY17" fmla="*/ 0 h 955"/>
                <a:gd name="csX18" fmla="*/ 1433 w 1433"/>
                <a:gd name="csY18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1433" y="478"/>
                  </a:lnTo>
                  <a:lnTo>
                    <a:pt x="1433" y="478"/>
                  </a:lnTo>
                  <a:lnTo>
                    <a:pt x="1433" y="956"/>
                  </a:lnTo>
                  <a:lnTo>
                    <a:pt x="1433" y="956"/>
                  </a:lnTo>
                  <a:lnTo>
                    <a:pt x="956" y="956"/>
                  </a:lnTo>
                  <a:lnTo>
                    <a:pt x="956" y="956"/>
                  </a:lnTo>
                  <a:lnTo>
                    <a:pt x="956" y="956"/>
                  </a:lnTo>
                  <a:lnTo>
                    <a:pt x="956" y="956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5" name="Freeform 2644">
              <a:extLst>
                <a:ext uri="{FF2B5EF4-FFF2-40B4-BE49-F238E27FC236}">
                  <a16:creationId xmlns:a16="http://schemas.microsoft.com/office/drawing/2014/main" id="{C1E2460E-37D4-619B-3D93-8591C38BBD59}"/>
                </a:ext>
              </a:extLst>
            </p:cNvPr>
            <p:cNvSpPr/>
            <p:nvPr/>
          </p:nvSpPr>
          <p:spPr>
            <a:xfrm>
              <a:off x="4531435" y="4698589"/>
              <a:ext cx="6210" cy="4299"/>
            </a:xfrm>
            <a:custGeom>
              <a:avLst/>
              <a:gdLst>
                <a:gd name="csX0" fmla="*/ 6210 w 6210"/>
                <a:gd name="csY0" fmla="*/ 4299 h 4299"/>
                <a:gd name="csX1" fmla="*/ 6210 w 6210"/>
                <a:gd name="csY1" fmla="*/ 4299 h 4299"/>
                <a:gd name="csX2" fmla="*/ 5255 w 6210"/>
                <a:gd name="csY2" fmla="*/ 4299 h 4299"/>
                <a:gd name="csX3" fmla="*/ 3822 w 6210"/>
                <a:gd name="csY3" fmla="*/ 4299 h 4299"/>
                <a:gd name="csX4" fmla="*/ 3344 w 6210"/>
                <a:gd name="csY4" fmla="*/ 3822 h 4299"/>
                <a:gd name="csX5" fmla="*/ 2389 w 6210"/>
                <a:gd name="csY5" fmla="*/ 2389 h 4299"/>
                <a:gd name="csX6" fmla="*/ 1433 w 6210"/>
                <a:gd name="csY6" fmla="*/ 478 h 4299"/>
                <a:gd name="csX7" fmla="*/ 0 w 6210"/>
                <a:gd name="csY7" fmla="*/ 0 h 4299"/>
                <a:gd name="csX8" fmla="*/ 0 w 6210"/>
                <a:gd name="csY8" fmla="*/ 0 h 4299"/>
                <a:gd name="csX9" fmla="*/ 1433 w 6210"/>
                <a:gd name="csY9" fmla="*/ 478 h 4299"/>
                <a:gd name="csX10" fmla="*/ 2389 w 6210"/>
                <a:gd name="csY10" fmla="*/ 2389 h 4299"/>
                <a:gd name="csX11" fmla="*/ 3344 w 6210"/>
                <a:gd name="csY11" fmla="*/ 3822 h 4299"/>
                <a:gd name="csX12" fmla="*/ 4300 w 6210"/>
                <a:gd name="csY12" fmla="*/ 4299 h 4299"/>
                <a:gd name="csX13" fmla="*/ 5255 w 6210"/>
                <a:gd name="csY13" fmla="*/ 4299 h 4299"/>
                <a:gd name="csX14" fmla="*/ 6210 w 6210"/>
                <a:gd name="csY14" fmla="*/ 429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210" h="4299">
                  <a:moveTo>
                    <a:pt x="6210" y="4299"/>
                  </a:moveTo>
                  <a:lnTo>
                    <a:pt x="6210" y="4299"/>
                  </a:lnTo>
                  <a:lnTo>
                    <a:pt x="5255" y="4299"/>
                  </a:lnTo>
                  <a:lnTo>
                    <a:pt x="3822" y="4299"/>
                  </a:lnTo>
                  <a:lnTo>
                    <a:pt x="3344" y="3822"/>
                  </a:lnTo>
                  <a:lnTo>
                    <a:pt x="2389" y="2389"/>
                  </a:lnTo>
                  <a:lnTo>
                    <a:pt x="1433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389" y="2389"/>
                  </a:lnTo>
                  <a:lnTo>
                    <a:pt x="3344" y="3822"/>
                  </a:lnTo>
                  <a:lnTo>
                    <a:pt x="4300" y="4299"/>
                  </a:lnTo>
                  <a:lnTo>
                    <a:pt x="5255" y="4299"/>
                  </a:lnTo>
                  <a:lnTo>
                    <a:pt x="6210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6" name="Freeform 2645">
              <a:extLst>
                <a:ext uri="{FF2B5EF4-FFF2-40B4-BE49-F238E27FC236}">
                  <a16:creationId xmlns:a16="http://schemas.microsoft.com/office/drawing/2014/main" id="{F99649E5-C972-6F57-31BD-852824985FEA}"/>
                </a:ext>
              </a:extLst>
            </p:cNvPr>
            <p:cNvSpPr/>
            <p:nvPr/>
          </p:nvSpPr>
          <p:spPr>
            <a:xfrm>
              <a:off x="4530480" y="5186350"/>
              <a:ext cx="7165" cy="2866"/>
            </a:xfrm>
            <a:custGeom>
              <a:avLst/>
              <a:gdLst>
                <a:gd name="csX0" fmla="*/ 7166 w 7165"/>
                <a:gd name="csY0" fmla="*/ 0 h 2866"/>
                <a:gd name="csX1" fmla="*/ 3822 w 7165"/>
                <a:gd name="csY1" fmla="*/ 1433 h 2866"/>
                <a:gd name="csX2" fmla="*/ 0 w 7165"/>
                <a:gd name="csY2" fmla="*/ 2866 h 2866"/>
                <a:gd name="csX3" fmla="*/ 3822 w 7165"/>
                <a:gd name="csY3" fmla="*/ 1433 h 2866"/>
                <a:gd name="csX4" fmla="*/ 7166 w 7165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65" h="2866">
                  <a:moveTo>
                    <a:pt x="7166" y="0"/>
                  </a:moveTo>
                  <a:lnTo>
                    <a:pt x="3822" y="1433"/>
                  </a:lnTo>
                  <a:lnTo>
                    <a:pt x="0" y="2866"/>
                  </a:lnTo>
                  <a:lnTo>
                    <a:pt x="3822" y="1433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7" name="Freeform 2646">
              <a:extLst>
                <a:ext uri="{FF2B5EF4-FFF2-40B4-BE49-F238E27FC236}">
                  <a16:creationId xmlns:a16="http://schemas.microsoft.com/office/drawing/2014/main" id="{F361D17E-B2FA-7429-7C7B-5BB7D74FFFFB}"/>
                </a:ext>
              </a:extLst>
            </p:cNvPr>
            <p:cNvSpPr/>
            <p:nvPr/>
          </p:nvSpPr>
          <p:spPr>
            <a:xfrm>
              <a:off x="4495605" y="5928264"/>
              <a:ext cx="38695" cy="24364"/>
            </a:xfrm>
            <a:custGeom>
              <a:avLst/>
              <a:gdLst>
                <a:gd name="csX0" fmla="*/ 38218 w 38695"/>
                <a:gd name="csY0" fmla="*/ 20065 h 24364"/>
                <a:gd name="csX1" fmla="*/ 38696 w 38695"/>
                <a:gd name="csY1" fmla="*/ 22453 h 24364"/>
                <a:gd name="csX2" fmla="*/ 38696 w 38695"/>
                <a:gd name="csY2" fmla="*/ 24364 h 24364"/>
                <a:gd name="csX3" fmla="*/ 38218 w 38695"/>
                <a:gd name="csY3" fmla="*/ 24364 h 24364"/>
                <a:gd name="csX4" fmla="*/ 36307 w 38695"/>
                <a:gd name="csY4" fmla="*/ 23886 h 24364"/>
                <a:gd name="csX5" fmla="*/ 34874 w 38695"/>
                <a:gd name="csY5" fmla="*/ 22931 h 24364"/>
                <a:gd name="csX6" fmla="*/ 33919 w 38695"/>
                <a:gd name="csY6" fmla="*/ 20065 h 24364"/>
                <a:gd name="csX7" fmla="*/ 32963 w 38695"/>
                <a:gd name="csY7" fmla="*/ 19587 h 24364"/>
                <a:gd name="csX8" fmla="*/ 30575 w 38695"/>
                <a:gd name="csY8" fmla="*/ 19109 h 24364"/>
                <a:gd name="csX9" fmla="*/ 27708 w 38695"/>
                <a:gd name="csY9" fmla="*/ 18154 h 24364"/>
                <a:gd name="csX10" fmla="*/ 25798 w 38695"/>
                <a:gd name="csY10" fmla="*/ 18154 h 24364"/>
                <a:gd name="csX11" fmla="*/ 23886 w 38695"/>
                <a:gd name="csY11" fmla="*/ 17676 h 24364"/>
                <a:gd name="csX12" fmla="*/ 22453 w 38695"/>
                <a:gd name="csY12" fmla="*/ 18154 h 24364"/>
                <a:gd name="csX13" fmla="*/ 21975 w 38695"/>
                <a:gd name="csY13" fmla="*/ 17198 h 24364"/>
                <a:gd name="csX14" fmla="*/ 21020 w 38695"/>
                <a:gd name="csY14" fmla="*/ 15287 h 24364"/>
                <a:gd name="csX15" fmla="*/ 21020 w 38695"/>
                <a:gd name="csY15" fmla="*/ 14810 h 24364"/>
                <a:gd name="csX16" fmla="*/ 21975 w 38695"/>
                <a:gd name="csY16" fmla="*/ 11943 h 24364"/>
                <a:gd name="csX17" fmla="*/ 21975 w 38695"/>
                <a:gd name="csY17" fmla="*/ 11466 h 24364"/>
                <a:gd name="csX18" fmla="*/ 21498 w 38695"/>
                <a:gd name="csY18" fmla="*/ 11466 h 24364"/>
                <a:gd name="csX19" fmla="*/ 19587 w 38695"/>
                <a:gd name="csY19" fmla="*/ 11943 h 24364"/>
                <a:gd name="csX20" fmla="*/ 19109 w 38695"/>
                <a:gd name="csY20" fmla="*/ 11466 h 24364"/>
                <a:gd name="csX21" fmla="*/ 16721 w 38695"/>
                <a:gd name="csY21" fmla="*/ 9555 h 24364"/>
                <a:gd name="csX22" fmla="*/ 15765 w 38695"/>
                <a:gd name="csY22" fmla="*/ 9077 h 24364"/>
                <a:gd name="csX23" fmla="*/ 13854 w 38695"/>
                <a:gd name="csY23" fmla="*/ 9077 h 24364"/>
                <a:gd name="csX24" fmla="*/ 12899 w 38695"/>
                <a:gd name="csY24" fmla="*/ 12421 h 24364"/>
                <a:gd name="csX25" fmla="*/ 12899 w 38695"/>
                <a:gd name="csY25" fmla="*/ 13376 h 24364"/>
                <a:gd name="csX26" fmla="*/ 13854 w 38695"/>
                <a:gd name="csY26" fmla="*/ 15287 h 24364"/>
                <a:gd name="csX27" fmla="*/ 16243 w 38695"/>
                <a:gd name="csY27" fmla="*/ 18632 h 24364"/>
                <a:gd name="csX28" fmla="*/ 14809 w 38695"/>
                <a:gd name="csY28" fmla="*/ 18632 h 24364"/>
                <a:gd name="csX29" fmla="*/ 11466 w 38695"/>
                <a:gd name="csY29" fmla="*/ 17676 h 24364"/>
                <a:gd name="csX30" fmla="*/ 10988 w 38695"/>
                <a:gd name="csY30" fmla="*/ 17198 h 24364"/>
                <a:gd name="csX31" fmla="*/ 9555 w 38695"/>
                <a:gd name="csY31" fmla="*/ 15287 h 24364"/>
                <a:gd name="csX32" fmla="*/ 7644 w 38695"/>
                <a:gd name="csY32" fmla="*/ 14332 h 24364"/>
                <a:gd name="csX33" fmla="*/ 7166 w 38695"/>
                <a:gd name="csY33" fmla="*/ 13854 h 24364"/>
                <a:gd name="csX34" fmla="*/ 6688 w 38695"/>
                <a:gd name="csY34" fmla="*/ 13376 h 24364"/>
                <a:gd name="csX35" fmla="*/ 6688 w 38695"/>
                <a:gd name="csY35" fmla="*/ 10988 h 24364"/>
                <a:gd name="csX36" fmla="*/ 6210 w 38695"/>
                <a:gd name="csY36" fmla="*/ 10510 h 24364"/>
                <a:gd name="csX37" fmla="*/ 3344 w 38695"/>
                <a:gd name="csY37" fmla="*/ 10988 h 24364"/>
                <a:gd name="csX38" fmla="*/ 2866 w 38695"/>
                <a:gd name="csY38" fmla="*/ 10510 h 24364"/>
                <a:gd name="csX39" fmla="*/ 2389 w 38695"/>
                <a:gd name="csY39" fmla="*/ 9555 h 24364"/>
                <a:gd name="csX40" fmla="*/ 2389 w 38695"/>
                <a:gd name="csY40" fmla="*/ 9077 h 24364"/>
                <a:gd name="csX41" fmla="*/ 478 w 38695"/>
                <a:gd name="csY41" fmla="*/ 8121 h 24364"/>
                <a:gd name="csX42" fmla="*/ 0 w 38695"/>
                <a:gd name="csY42" fmla="*/ 7644 h 24364"/>
                <a:gd name="csX43" fmla="*/ 956 w 38695"/>
                <a:gd name="csY43" fmla="*/ 7166 h 24364"/>
                <a:gd name="csX44" fmla="*/ 1433 w 38695"/>
                <a:gd name="csY44" fmla="*/ 5733 h 24364"/>
                <a:gd name="csX45" fmla="*/ 2389 w 38695"/>
                <a:gd name="csY45" fmla="*/ 0 h 24364"/>
                <a:gd name="csX46" fmla="*/ 5733 w 38695"/>
                <a:gd name="csY46" fmla="*/ 956 h 24364"/>
                <a:gd name="csX47" fmla="*/ 21975 w 38695"/>
                <a:gd name="csY47" fmla="*/ 4300 h 24364"/>
                <a:gd name="csX48" fmla="*/ 26753 w 38695"/>
                <a:gd name="csY48" fmla="*/ 2389 h 24364"/>
                <a:gd name="csX49" fmla="*/ 30575 w 38695"/>
                <a:gd name="csY49" fmla="*/ 2389 h 24364"/>
                <a:gd name="csX50" fmla="*/ 31530 w 38695"/>
                <a:gd name="csY50" fmla="*/ 4777 h 24364"/>
                <a:gd name="csX51" fmla="*/ 27708 w 38695"/>
                <a:gd name="csY51" fmla="*/ 7644 h 24364"/>
                <a:gd name="csX52" fmla="*/ 27708 w 38695"/>
                <a:gd name="csY52" fmla="*/ 8599 h 24364"/>
                <a:gd name="csX53" fmla="*/ 28186 w 38695"/>
                <a:gd name="csY53" fmla="*/ 9077 h 24364"/>
                <a:gd name="csX54" fmla="*/ 32008 w 38695"/>
                <a:gd name="csY54" fmla="*/ 9555 h 24364"/>
                <a:gd name="csX55" fmla="*/ 32963 w 38695"/>
                <a:gd name="csY55" fmla="*/ 10510 h 24364"/>
                <a:gd name="csX56" fmla="*/ 33919 w 38695"/>
                <a:gd name="csY56" fmla="*/ 11943 h 24364"/>
                <a:gd name="csX57" fmla="*/ 33441 w 38695"/>
                <a:gd name="csY57" fmla="*/ 13376 h 24364"/>
                <a:gd name="csX58" fmla="*/ 32963 w 38695"/>
                <a:gd name="csY58" fmla="*/ 14332 h 24364"/>
                <a:gd name="csX59" fmla="*/ 33441 w 38695"/>
                <a:gd name="csY59" fmla="*/ 14810 h 24364"/>
                <a:gd name="csX60" fmla="*/ 36785 w 38695"/>
                <a:gd name="csY60" fmla="*/ 17676 h 24364"/>
                <a:gd name="csX61" fmla="*/ 37741 w 38695"/>
                <a:gd name="csY61" fmla="*/ 19109 h 24364"/>
                <a:gd name="csX62" fmla="*/ 38218 w 38695"/>
                <a:gd name="csY62" fmla="*/ 20065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38695" h="24364">
                  <a:moveTo>
                    <a:pt x="38218" y="20065"/>
                  </a:moveTo>
                  <a:lnTo>
                    <a:pt x="38696" y="22453"/>
                  </a:lnTo>
                  <a:lnTo>
                    <a:pt x="38696" y="24364"/>
                  </a:lnTo>
                  <a:lnTo>
                    <a:pt x="38218" y="24364"/>
                  </a:lnTo>
                  <a:lnTo>
                    <a:pt x="36307" y="23886"/>
                  </a:lnTo>
                  <a:lnTo>
                    <a:pt x="34874" y="22931"/>
                  </a:lnTo>
                  <a:lnTo>
                    <a:pt x="33919" y="20065"/>
                  </a:lnTo>
                  <a:lnTo>
                    <a:pt x="32963" y="19587"/>
                  </a:lnTo>
                  <a:lnTo>
                    <a:pt x="30575" y="19109"/>
                  </a:lnTo>
                  <a:lnTo>
                    <a:pt x="27708" y="18154"/>
                  </a:lnTo>
                  <a:lnTo>
                    <a:pt x="25798" y="18154"/>
                  </a:lnTo>
                  <a:lnTo>
                    <a:pt x="23886" y="17676"/>
                  </a:lnTo>
                  <a:lnTo>
                    <a:pt x="22453" y="18154"/>
                  </a:lnTo>
                  <a:lnTo>
                    <a:pt x="21975" y="17198"/>
                  </a:lnTo>
                  <a:lnTo>
                    <a:pt x="21020" y="15287"/>
                  </a:lnTo>
                  <a:lnTo>
                    <a:pt x="21020" y="14810"/>
                  </a:lnTo>
                  <a:lnTo>
                    <a:pt x="21975" y="11943"/>
                  </a:lnTo>
                  <a:lnTo>
                    <a:pt x="21975" y="11466"/>
                  </a:lnTo>
                  <a:lnTo>
                    <a:pt x="21498" y="11466"/>
                  </a:lnTo>
                  <a:lnTo>
                    <a:pt x="19587" y="11943"/>
                  </a:lnTo>
                  <a:lnTo>
                    <a:pt x="19109" y="11466"/>
                  </a:lnTo>
                  <a:lnTo>
                    <a:pt x="16721" y="9555"/>
                  </a:lnTo>
                  <a:lnTo>
                    <a:pt x="15765" y="9077"/>
                  </a:lnTo>
                  <a:lnTo>
                    <a:pt x="13854" y="9077"/>
                  </a:lnTo>
                  <a:lnTo>
                    <a:pt x="12899" y="12421"/>
                  </a:lnTo>
                  <a:lnTo>
                    <a:pt x="12899" y="13376"/>
                  </a:lnTo>
                  <a:lnTo>
                    <a:pt x="13854" y="15287"/>
                  </a:lnTo>
                  <a:lnTo>
                    <a:pt x="16243" y="18632"/>
                  </a:lnTo>
                  <a:lnTo>
                    <a:pt x="14809" y="18632"/>
                  </a:lnTo>
                  <a:lnTo>
                    <a:pt x="11466" y="17676"/>
                  </a:lnTo>
                  <a:lnTo>
                    <a:pt x="10988" y="17198"/>
                  </a:lnTo>
                  <a:lnTo>
                    <a:pt x="9555" y="15287"/>
                  </a:lnTo>
                  <a:lnTo>
                    <a:pt x="7644" y="14332"/>
                  </a:lnTo>
                  <a:lnTo>
                    <a:pt x="7166" y="13854"/>
                  </a:lnTo>
                  <a:lnTo>
                    <a:pt x="6688" y="13376"/>
                  </a:lnTo>
                  <a:lnTo>
                    <a:pt x="6688" y="10988"/>
                  </a:lnTo>
                  <a:lnTo>
                    <a:pt x="6210" y="10510"/>
                  </a:lnTo>
                  <a:lnTo>
                    <a:pt x="3344" y="10988"/>
                  </a:lnTo>
                  <a:lnTo>
                    <a:pt x="2866" y="10510"/>
                  </a:lnTo>
                  <a:lnTo>
                    <a:pt x="2389" y="9555"/>
                  </a:lnTo>
                  <a:lnTo>
                    <a:pt x="2389" y="9077"/>
                  </a:lnTo>
                  <a:lnTo>
                    <a:pt x="478" y="8121"/>
                  </a:lnTo>
                  <a:lnTo>
                    <a:pt x="0" y="7644"/>
                  </a:lnTo>
                  <a:lnTo>
                    <a:pt x="956" y="7166"/>
                  </a:lnTo>
                  <a:lnTo>
                    <a:pt x="1433" y="5733"/>
                  </a:lnTo>
                  <a:lnTo>
                    <a:pt x="2389" y="0"/>
                  </a:lnTo>
                  <a:lnTo>
                    <a:pt x="5733" y="956"/>
                  </a:lnTo>
                  <a:lnTo>
                    <a:pt x="21975" y="4300"/>
                  </a:lnTo>
                  <a:lnTo>
                    <a:pt x="26753" y="2389"/>
                  </a:lnTo>
                  <a:lnTo>
                    <a:pt x="30575" y="2389"/>
                  </a:lnTo>
                  <a:lnTo>
                    <a:pt x="31530" y="4777"/>
                  </a:lnTo>
                  <a:lnTo>
                    <a:pt x="27708" y="7644"/>
                  </a:lnTo>
                  <a:lnTo>
                    <a:pt x="27708" y="8599"/>
                  </a:lnTo>
                  <a:lnTo>
                    <a:pt x="28186" y="9077"/>
                  </a:lnTo>
                  <a:lnTo>
                    <a:pt x="32008" y="9555"/>
                  </a:lnTo>
                  <a:lnTo>
                    <a:pt x="32963" y="10510"/>
                  </a:lnTo>
                  <a:lnTo>
                    <a:pt x="33919" y="11943"/>
                  </a:lnTo>
                  <a:lnTo>
                    <a:pt x="33441" y="13376"/>
                  </a:lnTo>
                  <a:lnTo>
                    <a:pt x="32963" y="14332"/>
                  </a:lnTo>
                  <a:lnTo>
                    <a:pt x="33441" y="14810"/>
                  </a:lnTo>
                  <a:lnTo>
                    <a:pt x="36785" y="17676"/>
                  </a:lnTo>
                  <a:lnTo>
                    <a:pt x="37741" y="19109"/>
                  </a:lnTo>
                  <a:lnTo>
                    <a:pt x="38218" y="200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8" name="Freeform 2647">
              <a:extLst>
                <a:ext uri="{FF2B5EF4-FFF2-40B4-BE49-F238E27FC236}">
                  <a16:creationId xmlns:a16="http://schemas.microsoft.com/office/drawing/2014/main" id="{94BCD039-44F4-38EC-6370-384D54C47B2C}"/>
                </a:ext>
              </a:extLst>
            </p:cNvPr>
            <p:cNvSpPr/>
            <p:nvPr/>
          </p:nvSpPr>
          <p:spPr>
            <a:xfrm>
              <a:off x="4522836" y="4929332"/>
              <a:ext cx="10987" cy="7165"/>
            </a:xfrm>
            <a:custGeom>
              <a:avLst/>
              <a:gdLst>
                <a:gd name="csX0" fmla="*/ 10988 w 10987"/>
                <a:gd name="csY0" fmla="*/ 0 h 7165"/>
                <a:gd name="csX1" fmla="*/ 9555 w 10987"/>
                <a:gd name="csY1" fmla="*/ 1433 h 7165"/>
                <a:gd name="csX2" fmla="*/ 7166 w 10987"/>
                <a:gd name="csY2" fmla="*/ 3822 h 7165"/>
                <a:gd name="csX3" fmla="*/ 6210 w 10987"/>
                <a:gd name="csY3" fmla="*/ 4777 h 7165"/>
                <a:gd name="csX4" fmla="*/ 4777 w 10987"/>
                <a:gd name="csY4" fmla="*/ 5733 h 7165"/>
                <a:gd name="csX5" fmla="*/ 2866 w 10987"/>
                <a:gd name="csY5" fmla="*/ 6210 h 7165"/>
                <a:gd name="csX6" fmla="*/ 0 w 10987"/>
                <a:gd name="csY6" fmla="*/ 7166 h 7165"/>
                <a:gd name="csX7" fmla="*/ 0 w 10987"/>
                <a:gd name="csY7" fmla="*/ 7166 h 7165"/>
                <a:gd name="csX8" fmla="*/ 2389 w 10987"/>
                <a:gd name="csY8" fmla="*/ 6210 h 7165"/>
                <a:gd name="csX9" fmla="*/ 4299 w 10987"/>
                <a:gd name="csY9" fmla="*/ 5733 h 7165"/>
                <a:gd name="csX10" fmla="*/ 6210 w 10987"/>
                <a:gd name="csY10" fmla="*/ 4777 h 7165"/>
                <a:gd name="csX11" fmla="*/ 7166 w 10987"/>
                <a:gd name="csY11" fmla="*/ 3822 h 7165"/>
                <a:gd name="csX12" fmla="*/ 9077 w 10987"/>
                <a:gd name="csY12" fmla="*/ 1433 h 7165"/>
                <a:gd name="csX13" fmla="*/ 10988 w 10987"/>
                <a:gd name="csY13" fmla="*/ 0 h 7165"/>
                <a:gd name="csX14" fmla="*/ 10988 w 10987"/>
                <a:gd name="csY14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0987" h="7165">
                  <a:moveTo>
                    <a:pt x="10988" y="0"/>
                  </a:moveTo>
                  <a:lnTo>
                    <a:pt x="9555" y="1433"/>
                  </a:lnTo>
                  <a:lnTo>
                    <a:pt x="7166" y="3822"/>
                  </a:lnTo>
                  <a:lnTo>
                    <a:pt x="6210" y="4777"/>
                  </a:lnTo>
                  <a:lnTo>
                    <a:pt x="4777" y="5733"/>
                  </a:lnTo>
                  <a:lnTo>
                    <a:pt x="2866" y="6210"/>
                  </a:lnTo>
                  <a:lnTo>
                    <a:pt x="0" y="7166"/>
                  </a:lnTo>
                  <a:lnTo>
                    <a:pt x="0" y="7166"/>
                  </a:lnTo>
                  <a:lnTo>
                    <a:pt x="2389" y="6210"/>
                  </a:lnTo>
                  <a:lnTo>
                    <a:pt x="4299" y="5733"/>
                  </a:lnTo>
                  <a:lnTo>
                    <a:pt x="6210" y="4777"/>
                  </a:lnTo>
                  <a:lnTo>
                    <a:pt x="7166" y="3822"/>
                  </a:lnTo>
                  <a:lnTo>
                    <a:pt x="9077" y="1433"/>
                  </a:lnTo>
                  <a:lnTo>
                    <a:pt x="10988" y="0"/>
                  </a:lnTo>
                  <a:lnTo>
                    <a:pt x="109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9" name="Freeform 2648">
              <a:extLst>
                <a:ext uri="{FF2B5EF4-FFF2-40B4-BE49-F238E27FC236}">
                  <a16:creationId xmlns:a16="http://schemas.microsoft.com/office/drawing/2014/main" id="{EA739400-CA1D-E631-D785-D58443573DDF}"/>
                </a:ext>
              </a:extLst>
            </p:cNvPr>
            <p:cNvSpPr/>
            <p:nvPr/>
          </p:nvSpPr>
          <p:spPr>
            <a:xfrm>
              <a:off x="4503727" y="4702410"/>
              <a:ext cx="28185" cy="955"/>
            </a:xfrm>
            <a:custGeom>
              <a:avLst/>
              <a:gdLst>
                <a:gd name="csX0" fmla="*/ 28186 w 28185"/>
                <a:gd name="csY0" fmla="*/ 956 h 955"/>
                <a:gd name="csX1" fmla="*/ 28186 w 28185"/>
                <a:gd name="csY1" fmla="*/ 956 h 955"/>
                <a:gd name="csX2" fmla="*/ 26753 w 28185"/>
                <a:gd name="csY2" fmla="*/ 956 h 955"/>
                <a:gd name="csX3" fmla="*/ 22931 w 28185"/>
                <a:gd name="csY3" fmla="*/ 956 h 955"/>
                <a:gd name="csX4" fmla="*/ 18154 w 28185"/>
                <a:gd name="csY4" fmla="*/ 956 h 955"/>
                <a:gd name="csX5" fmla="*/ 13376 w 28185"/>
                <a:gd name="csY5" fmla="*/ 956 h 955"/>
                <a:gd name="csX6" fmla="*/ 9077 w 28185"/>
                <a:gd name="csY6" fmla="*/ 956 h 955"/>
                <a:gd name="csX7" fmla="*/ 5255 w 28185"/>
                <a:gd name="csY7" fmla="*/ 956 h 955"/>
                <a:gd name="csX8" fmla="*/ 3822 w 28185"/>
                <a:gd name="csY8" fmla="*/ 956 h 955"/>
                <a:gd name="csX9" fmla="*/ 2389 w 28185"/>
                <a:gd name="csY9" fmla="*/ 478 h 955"/>
                <a:gd name="csX10" fmla="*/ 956 w 28185"/>
                <a:gd name="csY10" fmla="*/ 0 h 955"/>
                <a:gd name="csX11" fmla="*/ 0 w 28185"/>
                <a:gd name="csY11" fmla="*/ 0 h 955"/>
                <a:gd name="csX12" fmla="*/ 478 w 28185"/>
                <a:gd name="csY12" fmla="*/ 0 h 955"/>
                <a:gd name="csX13" fmla="*/ 956 w 28185"/>
                <a:gd name="csY13" fmla="*/ 0 h 955"/>
                <a:gd name="csX14" fmla="*/ 2389 w 28185"/>
                <a:gd name="csY14" fmla="*/ 478 h 955"/>
                <a:gd name="csX15" fmla="*/ 3822 w 28185"/>
                <a:gd name="csY15" fmla="*/ 956 h 955"/>
                <a:gd name="csX16" fmla="*/ 5255 w 28185"/>
                <a:gd name="csY16" fmla="*/ 956 h 955"/>
                <a:gd name="csX17" fmla="*/ 9555 w 28185"/>
                <a:gd name="csY17" fmla="*/ 956 h 955"/>
                <a:gd name="csX18" fmla="*/ 13376 w 28185"/>
                <a:gd name="csY18" fmla="*/ 956 h 955"/>
                <a:gd name="csX19" fmla="*/ 18154 w 28185"/>
                <a:gd name="csY19" fmla="*/ 956 h 955"/>
                <a:gd name="csX20" fmla="*/ 22931 w 28185"/>
                <a:gd name="csY20" fmla="*/ 956 h 955"/>
                <a:gd name="csX21" fmla="*/ 26753 w 28185"/>
                <a:gd name="csY21" fmla="*/ 956 h 955"/>
                <a:gd name="csX22" fmla="*/ 28186 w 28185"/>
                <a:gd name="csY2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8185" h="955">
                  <a:moveTo>
                    <a:pt x="28186" y="956"/>
                  </a:moveTo>
                  <a:lnTo>
                    <a:pt x="28186" y="956"/>
                  </a:lnTo>
                  <a:lnTo>
                    <a:pt x="26753" y="956"/>
                  </a:lnTo>
                  <a:lnTo>
                    <a:pt x="22931" y="956"/>
                  </a:lnTo>
                  <a:lnTo>
                    <a:pt x="18154" y="956"/>
                  </a:lnTo>
                  <a:lnTo>
                    <a:pt x="13376" y="956"/>
                  </a:lnTo>
                  <a:lnTo>
                    <a:pt x="9077" y="956"/>
                  </a:lnTo>
                  <a:lnTo>
                    <a:pt x="5255" y="956"/>
                  </a:lnTo>
                  <a:lnTo>
                    <a:pt x="3822" y="956"/>
                  </a:lnTo>
                  <a:lnTo>
                    <a:pt x="2389" y="478"/>
                  </a:lnTo>
                  <a:lnTo>
                    <a:pt x="956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2389" y="478"/>
                  </a:lnTo>
                  <a:lnTo>
                    <a:pt x="3822" y="956"/>
                  </a:lnTo>
                  <a:lnTo>
                    <a:pt x="5255" y="956"/>
                  </a:lnTo>
                  <a:lnTo>
                    <a:pt x="9555" y="956"/>
                  </a:lnTo>
                  <a:lnTo>
                    <a:pt x="13376" y="956"/>
                  </a:lnTo>
                  <a:lnTo>
                    <a:pt x="18154" y="956"/>
                  </a:lnTo>
                  <a:lnTo>
                    <a:pt x="22931" y="956"/>
                  </a:lnTo>
                  <a:lnTo>
                    <a:pt x="26753" y="956"/>
                  </a:lnTo>
                  <a:lnTo>
                    <a:pt x="2818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0" name="Freeform 2649">
              <a:extLst>
                <a:ext uri="{FF2B5EF4-FFF2-40B4-BE49-F238E27FC236}">
                  <a16:creationId xmlns:a16="http://schemas.microsoft.com/office/drawing/2014/main" id="{23C5DCDC-53AE-CA6C-55CF-FAEC88910A1F}"/>
                </a:ext>
              </a:extLst>
            </p:cNvPr>
            <p:cNvSpPr/>
            <p:nvPr/>
          </p:nvSpPr>
          <p:spPr>
            <a:xfrm>
              <a:off x="4527135" y="3834854"/>
              <a:ext cx="4299" cy="5255"/>
            </a:xfrm>
            <a:custGeom>
              <a:avLst/>
              <a:gdLst>
                <a:gd name="csX0" fmla="*/ 4300 w 4299"/>
                <a:gd name="csY0" fmla="*/ 2389 h 5255"/>
                <a:gd name="csX1" fmla="*/ 4300 w 4299"/>
                <a:gd name="csY1" fmla="*/ 2867 h 5255"/>
                <a:gd name="csX2" fmla="*/ 3344 w 4299"/>
                <a:gd name="csY2" fmla="*/ 3344 h 5255"/>
                <a:gd name="csX3" fmla="*/ 1911 w 4299"/>
                <a:gd name="csY3" fmla="*/ 3344 h 5255"/>
                <a:gd name="csX4" fmla="*/ 1911 w 4299"/>
                <a:gd name="csY4" fmla="*/ 4777 h 5255"/>
                <a:gd name="csX5" fmla="*/ 1911 w 4299"/>
                <a:gd name="csY5" fmla="*/ 5255 h 5255"/>
                <a:gd name="csX6" fmla="*/ 478 w 4299"/>
                <a:gd name="csY6" fmla="*/ 4300 h 5255"/>
                <a:gd name="csX7" fmla="*/ 0 w 4299"/>
                <a:gd name="csY7" fmla="*/ 3822 h 5255"/>
                <a:gd name="csX8" fmla="*/ 0 w 4299"/>
                <a:gd name="csY8" fmla="*/ 2389 h 5255"/>
                <a:gd name="csX9" fmla="*/ 956 w 4299"/>
                <a:gd name="csY9" fmla="*/ 478 h 5255"/>
                <a:gd name="csX10" fmla="*/ 1911 w 4299"/>
                <a:gd name="csY10" fmla="*/ 0 h 5255"/>
                <a:gd name="csX11" fmla="*/ 3344 w 4299"/>
                <a:gd name="csY11" fmla="*/ 478 h 5255"/>
                <a:gd name="csX12" fmla="*/ 4300 w 4299"/>
                <a:gd name="csY12" fmla="*/ 2389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5255">
                  <a:moveTo>
                    <a:pt x="4300" y="2389"/>
                  </a:moveTo>
                  <a:lnTo>
                    <a:pt x="4300" y="2867"/>
                  </a:lnTo>
                  <a:lnTo>
                    <a:pt x="3344" y="3344"/>
                  </a:lnTo>
                  <a:lnTo>
                    <a:pt x="1911" y="3344"/>
                  </a:lnTo>
                  <a:lnTo>
                    <a:pt x="1911" y="4777"/>
                  </a:lnTo>
                  <a:lnTo>
                    <a:pt x="1911" y="5255"/>
                  </a:lnTo>
                  <a:lnTo>
                    <a:pt x="478" y="4300"/>
                  </a:lnTo>
                  <a:lnTo>
                    <a:pt x="0" y="3822"/>
                  </a:lnTo>
                  <a:lnTo>
                    <a:pt x="0" y="2389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430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1" name="Freeform 2650">
              <a:extLst>
                <a:ext uri="{FF2B5EF4-FFF2-40B4-BE49-F238E27FC236}">
                  <a16:creationId xmlns:a16="http://schemas.microsoft.com/office/drawing/2014/main" id="{3788EC90-8CD0-93FD-3135-5443B1E4D99B}"/>
                </a:ext>
              </a:extLst>
            </p:cNvPr>
            <p:cNvSpPr/>
            <p:nvPr/>
          </p:nvSpPr>
          <p:spPr>
            <a:xfrm>
              <a:off x="4528091" y="4510363"/>
              <a:ext cx="2866" cy="5254"/>
            </a:xfrm>
            <a:custGeom>
              <a:avLst/>
              <a:gdLst>
                <a:gd name="csX0" fmla="*/ 2867 w 2866"/>
                <a:gd name="csY0" fmla="*/ 1433 h 5254"/>
                <a:gd name="csX1" fmla="*/ 2867 w 2866"/>
                <a:gd name="csY1" fmla="*/ 2866 h 5254"/>
                <a:gd name="csX2" fmla="*/ 1911 w 2866"/>
                <a:gd name="csY2" fmla="*/ 5255 h 5254"/>
                <a:gd name="csX3" fmla="*/ 1433 w 2866"/>
                <a:gd name="csY3" fmla="*/ 4300 h 5254"/>
                <a:gd name="csX4" fmla="*/ 1433 w 2866"/>
                <a:gd name="csY4" fmla="*/ 2389 h 5254"/>
                <a:gd name="csX5" fmla="*/ 956 w 2866"/>
                <a:gd name="csY5" fmla="*/ 1911 h 5254"/>
                <a:gd name="csX6" fmla="*/ 0 w 2866"/>
                <a:gd name="csY6" fmla="*/ 1433 h 5254"/>
                <a:gd name="csX7" fmla="*/ 0 w 2866"/>
                <a:gd name="csY7" fmla="*/ 956 h 5254"/>
                <a:gd name="csX8" fmla="*/ 0 w 2866"/>
                <a:gd name="csY8" fmla="*/ 0 h 5254"/>
                <a:gd name="csX9" fmla="*/ 2867 w 2866"/>
                <a:gd name="csY9" fmla="*/ 1433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5254">
                  <a:moveTo>
                    <a:pt x="2867" y="1433"/>
                  </a:moveTo>
                  <a:lnTo>
                    <a:pt x="2867" y="2866"/>
                  </a:lnTo>
                  <a:lnTo>
                    <a:pt x="1911" y="5255"/>
                  </a:lnTo>
                  <a:lnTo>
                    <a:pt x="1433" y="4300"/>
                  </a:lnTo>
                  <a:lnTo>
                    <a:pt x="1433" y="2389"/>
                  </a:lnTo>
                  <a:lnTo>
                    <a:pt x="956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286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2" name="Freeform 2651">
              <a:extLst>
                <a:ext uri="{FF2B5EF4-FFF2-40B4-BE49-F238E27FC236}">
                  <a16:creationId xmlns:a16="http://schemas.microsoft.com/office/drawing/2014/main" id="{50A288B5-F658-66F6-0F01-D0774CF67BA5}"/>
                </a:ext>
              </a:extLst>
            </p:cNvPr>
            <p:cNvSpPr/>
            <p:nvPr/>
          </p:nvSpPr>
          <p:spPr>
            <a:xfrm>
              <a:off x="4529046" y="5189217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478 w 1433"/>
                <a:gd name="csY1" fmla="*/ 1433 h 1433"/>
                <a:gd name="csX2" fmla="*/ 0 w 1433"/>
                <a:gd name="csY2" fmla="*/ 1433 h 1433"/>
                <a:gd name="csX3" fmla="*/ 956 w 1433"/>
                <a:gd name="csY3" fmla="*/ 0 h 1433"/>
                <a:gd name="csX4" fmla="*/ 1433 w 1433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478" y="1433"/>
                  </a:lnTo>
                  <a:lnTo>
                    <a:pt x="0" y="1433"/>
                  </a:lnTo>
                  <a:lnTo>
                    <a:pt x="956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3" name="Freeform 2652">
              <a:extLst>
                <a:ext uri="{FF2B5EF4-FFF2-40B4-BE49-F238E27FC236}">
                  <a16:creationId xmlns:a16="http://schemas.microsoft.com/office/drawing/2014/main" id="{9F005D39-EC5A-4BA8-EB6A-48D44D67DFEC}"/>
                </a:ext>
              </a:extLst>
            </p:cNvPr>
            <p:cNvSpPr/>
            <p:nvPr/>
          </p:nvSpPr>
          <p:spPr>
            <a:xfrm>
              <a:off x="4528091" y="5238423"/>
              <a:ext cx="955" cy="3821"/>
            </a:xfrm>
            <a:custGeom>
              <a:avLst/>
              <a:gdLst>
                <a:gd name="csX0" fmla="*/ 956 w 955"/>
                <a:gd name="csY0" fmla="*/ 955 h 3821"/>
                <a:gd name="csX1" fmla="*/ 956 w 955"/>
                <a:gd name="csY1" fmla="*/ 2866 h 3821"/>
                <a:gd name="csX2" fmla="*/ 478 w 955"/>
                <a:gd name="csY2" fmla="*/ 3822 h 3821"/>
                <a:gd name="csX3" fmla="*/ 0 w 955"/>
                <a:gd name="csY3" fmla="*/ 3822 h 3821"/>
                <a:gd name="csX4" fmla="*/ 956 w 955"/>
                <a:gd name="csY4" fmla="*/ 2866 h 3821"/>
                <a:gd name="csX5" fmla="*/ 956 w 955"/>
                <a:gd name="csY5" fmla="*/ 955 h 3821"/>
                <a:gd name="csX6" fmla="*/ 0 w 955"/>
                <a:gd name="csY6" fmla="*/ 0 h 3821"/>
                <a:gd name="csX7" fmla="*/ 956 w 955"/>
                <a:gd name="csY7" fmla="*/ 955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3821">
                  <a:moveTo>
                    <a:pt x="956" y="955"/>
                  </a:moveTo>
                  <a:lnTo>
                    <a:pt x="956" y="2866"/>
                  </a:lnTo>
                  <a:lnTo>
                    <a:pt x="478" y="3822"/>
                  </a:lnTo>
                  <a:lnTo>
                    <a:pt x="0" y="3822"/>
                  </a:lnTo>
                  <a:lnTo>
                    <a:pt x="956" y="2866"/>
                  </a:lnTo>
                  <a:lnTo>
                    <a:pt x="956" y="955"/>
                  </a:lnTo>
                  <a:lnTo>
                    <a:pt x="0" y="0"/>
                  </a:lnTo>
                  <a:lnTo>
                    <a:pt x="95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4" name="Freeform 2653">
              <a:extLst>
                <a:ext uri="{FF2B5EF4-FFF2-40B4-BE49-F238E27FC236}">
                  <a16:creationId xmlns:a16="http://schemas.microsoft.com/office/drawing/2014/main" id="{2E1966E2-B545-B370-F007-644F7558742A}"/>
                </a:ext>
              </a:extLst>
            </p:cNvPr>
            <p:cNvSpPr/>
            <p:nvPr/>
          </p:nvSpPr>
          <p:spPr>
            <a:xfrm>
              <a:off x="4455954" y="4367044"/>
              <a:ext cx="72614" cy="43473"/>
            </a:xfrm>
            <a:custGeom>
              <a:avLst/>
              <a:gdLst>
                <a:gd name="csX0" fmla="*/ 71659 w 72614"/>
                <a:gd name="csY0" fmla="*/ 23886 h 43473"/>
                <a:gd name="csX1" fmla="*/ 72615 w 72614"/>
                <a:gd name="csY1" fmla="*/ 24842 h 43473"/>
                <a:gd name="csX2" fmla="*/ 72137 w 72614"/>
                <a:gd name="csY2" fmla="*/ 26275 h 43473"/>
                <a:gd name="csX3" fmla="*/ 70226 w 72614"/>
                <a:gd name="csY3" fmla="*/ 28664 h 43473"/>
                <a:gd name="csX4" fmla="*/ 69271 w 72614"/>
                <a:gd name="csY4" fmla="*/ 29619 h 43473"/>
                <a:gd name="csX5" fmla="*/ 68315 w 72614"/>
                <a:gd name="csY5" fmla="*/ 30097 h 43473"/>
                <a:gd name="csX6" fmla="*/ 67360 w 72614"/>
                <a:gd name="csY6" fmla="*/ 31052 h 43473"/>
                <a:gd name="csX7" fmla="*/ 66404 w 72614"/>
                <a:gd name="csY7" fmla="*/ 32486 h 43473"/>
                <a:gd name="csX8" fmla="*/ 65449 w 72614"/>
                <a:gd name="csY8" fmla="*/ 32486 h 43473"/>
                <a:gd name="csX9" fmla="*/ 64971 w 72614"/>
                <a:gd name="csY9" fmla="*/ 32486 h 43473"/>
                <a:gd name="csX10" fmla="*/ 64016 w 72614"/>
                <a:gd name="csY10" fmla="*/ 31530 h 43473"/>
                <a:gd name="csX11" fmla="*/ 63060 w 72614"/>
                <a:gd name="csY11" fmla="*/ 30097 h 43473"/>
                <a:gd name="csX12" fmla="*/ 60672 w 72614"/>
                <a:gd name="csY12" fmla="*/ 29141 h 43473"/>
                <a:gd name="csX13" fmla="*/ 57805 w 72614"/>
                <a:gd name="csY13" fmla="*/ 29141 h 43473"/>
                <a:gd name="csX14" fmla="*/ 53983 w 72614"/>
                <a:gd name="csY14" fmla="*/ 28186 h 43473"/>
                <a:gd name="csX15" fmla="*/ 51595 w 72614"/>
                <a:gd name="csY15" fmla="*/ 28664 h 43473"/>
                <a:gd name="csX16" fmla="*/ 49206 w 72614"/>
                <a:gd name="csY16" fmla="*/ 28664 h 43473"/>
                <a:gd name="csX17" fmla="*/ 46817 w 72614"/>
                <a:gd name="csY17" fmla="*/ 28186 h 43473"/>
                <a:gd name="csX18" fmla="*/ 43951 w 72614"/>
                <a:gd name="csY18" fmla="*/ 28186 h 43473"/>
                <a:gd name="csX19" fmla="*/ 41563 w 72614"/>
                <a:gd name="csY19" fmla="*/ 28664 h 43473"/>
                <a:gd name="csX20" fmla="*/ 39174 w 72614"/>
                <a:gd name="csY20" fmla="*/ 29619 h 43473"/>
                <a:gd name="csX21" fmla="*/ 38218 w 72614"/>
                <a:gd name="csY21" fmla="*/ 30097 h 43473"/>
                <a:gd name="csX22" fmla="*/ 36785 w 72614"/>
                <a:gd name="csY22" fmla="*/ 31530 h 43473"/>
                <a:gd name="csX23" fmla="*/ 35830 w 72614"/>
                <a:gd name="csY23" fmla="*/ 32008 h 43473"/>
                <a:gd name="csX24" fmla="*/ 30097 w 72614"/>
                <a:gd name="csY24" fmla="*/ 32486 h 43473"/>
                <a:gd name="csX25" fmla="*/ 28186 w 72614"/>
                <a:gd name="csY25" fmla="*/ 31530 h 43473"/>
                <a:gd name="csX26" fmla="*/ 26753 w 72614"/>
                <a:gd name="csY26" fmla="*/ 30097 h 43473"/>
                <a:gd name="csX27" fmla="*/ 24364 w 72614"/>
                <a:gd name="csY27" fmla="*/ 30097 h 43473"/>
                <a:gd name="csX28" fmla="*/ 21498 w 72614"/>
                <a:gd name="csY28" fmla="*/ 31052 h 43473"/>
                <a:gd name="csX29" fmla="*/ 19109 w 72614"/>
                <a:gd name="csY29" fmla="*/ 31530 h 43473"/>
                <a:gd name="csX30" fmla="*/ 18154 w 72614"/>
                <a:gd name="csY30" fmla="*/ 32008 h 43473"/>
                <a:gd name="csX31" fmla="*/ 18154 w 72614"/>
                <a:gd name="csY31" fmla="*/ 32486 h 43473"/>
                <a:gd name="csX32" fmla="*/ 18154 w 72614"/>
                <a:gd name="csY32" fmla="*/ 34397 h 43473"/>
                <a:gd name="csX33" fmla="*/ 17676 w 72614"/>
                <a:gd name="csY33" fmla="*/ 35352 h 43473"/>
                <a:gd name="csX34" fmla="*/ 14332 w 72614"/>
                <a:gd name="csY34" fmla="*/ 39651 h 43473"/>
                <a:gd name="csX35" fmla="*/ 12899 w 72614"/>
                <a:gd name="csY35" fmla="*/ 42518 h 43473"/>
                <a:gd name="csX36" fmla="*/ 11943 w 72614"/>
                <a:gd name="csY36" fmla="*/ 43473 h 43473"/>
                <a:gd name="csX37" fmla="*/ 10988 w 72614"/>
                <a:gd name="csY37" fmla="*/ 43473 h 43473"/>
                <a:gd name="csX38" fmla="*/ 9555 w 72614"/>
                <a:gd name="csY38" fmla="*/ 42040 h 43473"/>
                <a:gd name="csX39" fmla="*/ 8599 w 72614"/>
                <a:gd name="csY39" fmla="*/ 41085 h 43473"/>
                <a:gd name="csX40" fmla="*/ 7166 w 72614"/>
                <a:gd name="csY40" fmla="*/ 41085 h 43473"/>
                <a:gd name="csX41" fmla="*/ 6688 w 72614"/>
                <a:gd name="csY41" fmla="*/ 40129 h 43473"/>
                <a:gd name="csX42" fmla="*/ 6688 w 72614"/>
                <a:gd name="csY42" fmla="*/ 38696 h 43473"/>
                <a:gd name="csX43" fmla="*/ 6210 w 72614"/>
                <a:gd name="csY43" fmla="*/ 37741 h 43473"/>
                <a:gd name="csX44" fmla="*/ 5733 w 72614"/>
                <a:gd name="csY44" fmla="*/ 36785 h 43473"/>
                <a:gd name="csX45" fmla="*/ 4299 w 72614"/>
                <a:gd name="csY45" fmla="*/ 35830 h 43473"/>
                <a:gd name="csX46" fmla="*/ 4777 w 72614"/>
                <a:gd name="csY46" fmla="*/ 32963 h 43473"/>
                <a:gd name="csX47" fmla="*/ 5255 w 72614"/>
                <a:gd name="csY47" fmla="*/ 31530 h 43473"/>
                <a:gd name="csX48" fmla="*/ 4777 w 72614"/>
                <a:gd name="csY48" fmla="*/ 30097 h 43473"/>
                <a:gd name="csX49" fmla="*/ 4777 w 72614"/>
                <a:gd name="csY49" fmla="*/ 30097 h 43473"/>
                <a:gd name="csX50" fmla="*/ 2389 w 72614"/>
                <a:gd name="csY50" fmla="*/ 28664 h 43473"/>
                <a:gd name="csX51" fmla="*/ 956 w 72614"/>
                <a:gd name="csY51" fmla="*/ 26753 h 43473"/>
                <a:gd name="csX52" fmla="*/ 0 w 72614"/>
                <a:gd name="csY52" fmla="*/ 25320 h 43473"/>
                <a:gd name="csX53" fmla="*/ 0 w 72614"/>
                <a:gd name="csY53" fmla="*/ 25320 h 43473"/>
                <a:gd name="csX54" fmla="*/ 2389 w 72614"/>
                <a:gd name="csY54" fmla="*/ 24842 h 43473"/>
                <a:gd name="csX55" fmla="*/ 3344 w 72614"/>
                <a:gd name="csY55" fmla="*/ 24364 h 43473"/>
                <a:gd name="csX56" fmla="*/ 3344 w 72614"/>
                <a:gd name="csY56" fmla="*/ 24364 h 43473"/>
                <a:gd name="csX57" fmla="*/ 5255 w 72614"/>
                <a:gd name="csY57" fmla="*/ 22931 h 43473"/>
                <a:gd name="csX58" fmla="*/ 5255 w 72614"/>
                <a:gd name="csY58" fmla="*/ 21498 h 43473"/>
                <a:gd name="csX59" fmla="*/ 5255 w 72614"/>
                <a:gd name="csY59" fmla="*/ 20542 h 43473"/>
                <a:gd name="csX60" fmla="*/ 4299 w 72614"/>
                <a:gd name="csY60" fmla="*/ 19109 h 43473"/>
                <a:gd name="csX61" fmla="*/ 3822 w 72614"/>
                <a:gd name="csY61" fmla="*/ 17676 h 43473"/>
                <a:gd name="csX62" fmla="*/ 5255 w 72614"/>
                <a:gd name="csY62" fmla="*/ 16721 h 43473"/>
                <a:gd name="csX63" fmla="*/ 6688 w 72614"/>
                <a:gd name="csY63" fmla="*/ 15287 h 43473"/>
                <a:gd name="csX64" fmla="*/ 7166 w 72614"/>
                <a:gd name="csY64" fmla="*/ 14332 h 43473"/>
                <a:gd name="csX65" fmla="*/ 7166 w 72614"/>
                <a:gd name="csY65" fmla="*/ 13854 h 43473"/>
                <a:gd name="csX66" fmla="*/ 4777 w 72614"/>
                <a:gd name="csY66" fmla="*/ 11943 h 43473"/>
                <a:gd name="csX67" fmla="*/ 4777 w 72614"/>
                <a:gd name="csY67" fmla="*/ 11466 h 43473"/>
                <a:gd name="csX68" fmla="*/ 5733 w 72614"/>
                <a:gd name="csY68" fmla="*/ 9555 h 43473"/>
                <a:gd name="csX69" fmla="*/ 5733 w 72614"/>
                <a:gd name="csY69" fmla="*/ 8121 h 43473"/>
                <a:gd name="csX70" fmla="*/ 4777 w 72614"/>
                <a:gd name="csY70" fmla="*/ 4300 h 43473"/>
                <a:gd name="csX71" fmla="*/ 4299 w 72614"/>
                <a:gd name="csY71" fmla="*/ 3822 h 43473"/>
                <a:gd name="csX72" fmla="*/ 5255 w 72614"/>
                <a:gd name="csY72" fmla="*/ 3344 h 43473"/>
                <a:gd name="csX73" fmla="*/ 5733 w 72614"/>
                <a:gd name="csY73" fmla="*/ 2389 h 43473"/>
                <a:gd name="csX74" fmla="*/ 6688 w 72614"/>
                <a:gd name="csY74" fmla="*/ 1433 h 43473"/>
                <a:gd name="csX75" fmla="*/ 7644 w 72614"/>
                <a:gd name="csY75" fmla="*/ 956 h 43473"/>
                <a:gd name="csX76" fmla="*/ 8599 w 72614"/>
                <a:gd name="csY76" fmla="*/ 478 h 43473"/>
                <a:gd name="csX77" fmla="*/ 10988 w 72614"/>
                <a:gd name="csY77" fmla="*/ 478 h 43473"/>
                <a:gd name="csX78" fmla="*/ 14332 w 72614"/>
                <a:gd name="csY78" fmla="*/ 1433 h 43473"/>
                <a:gd name="csX79" fmla="*/ 15287 w 72614"/>
                <a:gd name="csY79" fmla="*/ 1433 h 43473"/>
                <a:gd name="csX80" fmla="*/ 18154 w 72614"/>
                <a:gd name="csY80" fmla="*/ 478 h 43473"/>
                <a:gd name="csX81" fmla="*/ 20542 w 72614"/>
                <a:gd name="csY81" fmla="*/ 0 h 43473"/>
                <a:gd name="csX82" fmla="*/ 22931 w 72614"/>
                <a:gd name="csY82" fmla="*/ 478 h 43473"/>
                <a:gd name="csX83" fmla="*/ 23886 w 72614"/>
                <a:gd name="csY83" fmla="*/ 1433 h 43473"/>
                <a:gd name="csX84" fmla="*/ 25797 w 72614"/>
                <a:gd name="csY84" fmla="*/ 2389 h 43473"/>
                <a:gd name="csX85" fmla="*/ 26753 w 72614"/>
                <a:gd name="csY85" fmla="*/ 2866 h 43473"/>
                <a:gd name="csX86" fmla="*/ 30097 w 72614"/>
                <a:gd name="csY86" fmla="*/ 2866 h 43473"/>
                <a:gd name="csX87" fmla="*/ 31052 w 72614"/>
                <a:gd name="csY87" fmla="*/ 2866 h 43473"/>
                <a:gd name="csX88" fmla="*/ 33441 w 72614"/>
                <a:gd name="csY88" fmla="*/ 4777 h 43473"/>
                <a:gd name="csX89" fmla="*/ 35830 w 72614"/>
                <a:gd name="csY89" fmla="*/ 5255 h 43473"/>
                <a:gd name="csX90" fmla="*/ 37263 w 72614"/>
                <a:gd name="csY90" fmla="*/ 5255 h 43473"/>
                <a:gd name="csX91" fmla="*/ 39174 w 72614"/>
                <a:gd name="csY91" fmla="*/ 4777 h 43473"/>
                <a:gd name="csX92" fmla="*/ 40607 w 72614"/>
                <a:gd name="csY92" fmla="*/ 4777 h 43473"/>
                <a:gd name="csX93" fmla="*/ 41563 w 72614"/>
                <a:gd name="csY93" fmla="*/ 6210 h 43473"/>
                <a:gd name="csX94" fmla="*/ 42040 w 72614"/>
                <a:gd name="csY94" fmla="*/ 8599 h 43473"/>
                <a:gd name="csX95" fmla="*/ 42996 w 72614"/>
                <a:gd name="csY95" fmla="*/ 10510 h 43473"/>
                <a:gd name="csX96" fmla="*/ 44906 w 72614"/>
                <a:gd name="csY96" fmla="*/ 11943 h 43473"/>
                <a:gd name="csX97" fmla="*/ 53028 w 72614"/>
                <a:gd name="csY97" fmla="*/ 11466 h 43473"/>
                <a:gd name="csX98" fmla="*/ 54939 w 72614"/>
                <a:gd name="csY98" fmla="*/ 12421 h 43473"/>
                <a:gd name="csX99" fmla="*/ 53983 w 72614"/>
                <a:gd name="csY99" fmla="*/ 13376 h 43473"/>
                <a:gd name="csX100" fmla="*/ 53028 w 72614"/>
                <a:gd name="csY100" fmla="*/ 13854 h 43473"/>
                <a:gd name="csX101" fmla="*/ 49206 w 72614"/>
                <a:gd name="csY101" fmla="*/ 13376 h 43473"/>
                <a:gd name="csX102" fmla="*/ 47295 w 72614"/>
                <a:gd name="csY102" fmla="*/ 13854 h 43473"/>
                <a:gd name="csX103" fmla="*/ 47295 w 72614"/>
                <a:gd name="csY103" fmla="*/ 14809 h 43473"/>
                <a:gd name="csX104" fmla="*/ 46817 w 72614"/>
                <a:gd name="csY104" fmla="*/ 15287 h 43473"/>
                <a:gd name="csX105" fmla="*/ 49206 w 72614"/>
                <a:gd name="csY105" fmla="*/ 15765 h 43473"/>
                <a:gd name="csX106" fmla="*/ 51595 w 72614"/>
                <a:gd name="csY106" fmla="*/ 15765 h 43473"/>
                <a:gd name="csX107" fmla="*/ 53983 w 72614"/>
                <a:gd name="csY107" fmla="*/ 16721 h 43473"/>
                <a:gd name="csX108" fmla="*/ 56372 w 72614"/>
                <a:gd name="csY108" fmla="*/ 17198 h 43473"/>
                <a:gd name="csX109" fmla="*/ 58761 w 72614"/>
                <a:gd name="csY109" fmla="*/ 17198 h 43473"/>
                <a:gd name="csX110" fmla="*/ 61627 w 72614"/>
                <a:gd name="csY110" fmla="*/ 17676 h 43473"/>
                <a:gd name="csX111" fmla="*/ 65449 w 72614"/>
                <a:gd name="csY111" fmla="*/ 19587 h 43473"/>
                <a:gd name="csX112" fmla="*/ 70226 w 72614"/>
                <a:gd name="csY112" fmla="*/ 22931 h 43473"/>
                <a:gd name="csX113" fmla="*/ 71659 w 72614"/>
                <a:gd name="csY113" fmla="*/ 23886 h 43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</a:cxnLst>
              <a:rect l="l" t="t" r="r" b="b"/>
              <a:pathLst>
                <a:path w="72614" h="43473">
                  <a:moveTo>
                    <a:pt x="71659" y="23886"/>
                  </a:moveTo>
                  <a:lnTo>
                    <a:pt x="72615" y="24842"/>
                  </a:lnTo>
                  <a:lnTo>
                    <a:pt x="72137" y="26275"/>
                  </a:lnTo>
                  <a:lnTo>
                    <a:pt x="70226" y="28664"/>
                  </a:lnTo>
                  <a:lnTo>
                    <a:pt x="69271" y="29619"/>
                  </a:lnTo>
                  <a:lnTo>
                    <a:pt x="68315" y="30097"/>
                  </a:lnTo>
                  <a:lnTo>
                    <a:pt x="67360" y="31052"/>
                  </a:lnTo>
                  <a:lnTo>
                    <a:pt x="66404" y="32486"/>
                  </a:lnTo>
                  <a:lnTo>
                    <a:pt x="65449" y="32486"/>
                  </a:lnTo>
                  <a:lnTo>
                    <a:pt x="64971" y="32486"/>
                  </a:lnTo>
                  <a:lnTo>
                    <a:pt x="64016" y="31530"/>
                  </a:lnTo>
                  <a:lnTo>
                    <a:pt x="63060" y="30097"/>
                  </a:lnTo>
                  <a:lnTo>
                    <a:pt x="60672" y="29141"/>
                  </a:lnTo>
                  <a:lnTo>
                    <a:pt x="57805" y="29141"/>
                  </a:lnTo>
                  <a:lnTo>
                    <a:pt x="53983" y="28186"/>
                  </a:lnTo>
                  <a:lnTo>
                    <a:pt x="51595" y="28664"/>
                  </a:lnTo>
                  <a:lnTo>
                    <a:pt x="49206" y="28664"/>
                  </a:lnTo>
                  <a:lnTo>
                    <a:pt x="46817" y="28186"/>
                  </a:lnTo>
                  <a:lnTo>
                    <a:pt x="43951" y="28186"/>
                  </a:lnTo>
                  <a:lnTo>
                    <a:pt x="41563" y="28664"/>
                  </a:lnTo>
                  <a:lnTo>
                    <a:pt x="39174" y="29619"/>
                  </a:lnTo>
                  <a:lnTo>
                    <a:pt x="38218" y="30097"/>
                  </a:lnTo>
                  <a:lnTo>
                    <a:pt x="36785" y="31530"/>
                  </a:lnTo>
                  <a:lnTo>
                    <a:pt x="35830" y="32008"/>
                  </a:lnTo>
                  <a:lnTo>
                    <a:pt x="30097" y="32486"/>
                  </a:lnTo>
                  <a:lnTo>
                    <a:pt x="28186" y="31530"/>
                  </a:lnTo>
                  <a:lnTo>
                    <a:pt x="26753" y="30097"/>
                  </a:lnTo>
                  <a:lnTo>
                    <a:pt x="24364" y="30097"/>
                  </a:lnTo>
                  <a:lnTo>
                    <a:pt x="21498" y="31052"/>
                  </a:lnTo>
                  <a:lnTo>
                    <a:pt x="19109" y="31530"/>
                  </a:lnTo>
                  <a:lnTo>
                    <a:pt x="18154" y="32008"/>
                  </a:lnTo>
                  <a:lnTo>
                    <a:pt x="18154" y="32486"/>
                  </a:lnTo>
                  <a:lnTo>
                    <a:pt x="18154" y="34397"/>
                  </a:lnTo>
                  <a:lnTo>
                    <a:pt x="17676" y="35352"/>
                  </a:lnTo>
                  <a:lnTo>
                    <a:pt x="14332" y="39651"/>
                  </a:lnTo>
                  <a:lnTo>
                    <a:pt x="12899" y="42518"/>
                  </a:lnTo>
                  <a:lnTo>
                    <a:pt x="11943" y="43473"/>
                  </a:lnTo>
                  <a:lnTo>
                    <a:pt x="10988" y="43473"/>
                  </a:lnTo>
                  <a:lnTo>
                    <a:pt x="9555" y="42040"/>
                  </a:lnTo>
                  <a:lnTo>
                    <a:pt x="8599" y="41085"/>
                  </a:lnTo>
                  <a:lnTo>
                    <a:pt x="7166" y="41085"/>
                  </a:lnTo>
                  <a:lnTo>
                    <a:pt x="6688" y="40129"/>
                  </a:lnTo>
                  <a:lnTo>
                    <a:pt x="6688" y="38696"/>
                  </a:lnTo>
                  <a:lnTo>
                    <a:pt x="6210" y="37741"/>
                  </a:lnTo>
                  <a:lnTo>
                    <a:pt x="5733" y="36785"/>
                  </a:lnTo>
                  <a:lnTo>
                    <a:pt x="4299" y="35830"/>
                  </a:lnTo>
                  <a:lnTo>
                    <a:pt x="4777" y="32963"/>
                  </a:lnTo>
                  <a:lnTo>
                    <a:pt x="5255" y="31530"/>
                  </a:lnTo>
                  <a:lnTo>
                    <a:pt x="4777" y="30097"/>
                  </a:lnTo>
                  <a:lnTo>
                    <a:pt x="4777" y="30097"/>
                  </a:lnTo>
                  <a:lnTo>
                    <a:pt x="2389" y="28664"/>
                  </a:lnTo>
                  <a:lnTo>
                    <a:pt x="956" y="26753"/>
                  </a:lnTo>
                  <a:lnTo>
                    <a:pt x="0" y="25320"/>
                  </a:lnTo>
                  <a:lnTo>
                    <a:pt x="0" y="25320"/>
                  </a:lnTo>
                  <a:lnTo>
                    <a:pt x="2389" y="24842"/>
                  </a:lnTo>
                  <a:lnTo>
                    <a:pt x="3344" y="24364"/>
                  </a:lnTo>
                  <a:lnTo>
                    <a:pt x="3344" y="24364"/>
                  </a:lnTo>
                  <a:lnTo>
                    <a:pt x="5255" y="22931"/>
                  </a:lnTo>
                  <a:lnTo>
                    <a:pt x="5255" y="21498"/>
                  </a:lnTo>
                  <a:lnTo>
                    <a:pt x="5255" y="20542"/>
                  </a:lnTo>
                  <a:lnTo>
                    <a:pt x="4299" y="19109"/>
                  </a:lnTo>
                  <a:lnTo>
                    <a:pt x="3822" y="17676"/>
                  </a:lnTo>
                  <a:lnTo>
                    <a:pt x="5255" y="16721"/>
                  </a:lnTo>
                  <a:lnTo>
                    <a:pt x="6688" y="15287"/>
                  </a:lnTo>
                  <a:lnTo>
                    <a:pt x="7166" y="14332"/>
                  </a:lnTo>
                  <a:lnTo>
                    <a:pt x="7166" y="13854"/>
                  </a:lnTo>
                  <a:lnTo>
                    <a:pt x="4777" y="11943"/>
                  </a:lnTo>
                  <a:lnTo>
                    <a:pt x="4777" y="11466"/>
                  </a:lnTo>
                  <a:lnTo>
                    <a:pt x="5733" y="9555"/>
                  </a:lnTo>
                  <a:lnTo>
                    <a:pt x="5733" y="8121"/>
                  </a:lnTo>
                  <a:lnTo>
                    <a:pt x="4777" y="4300"/>
                  </a:lnTo>
                  <a:lnTo>
                    <a:pt x="4299" y="3822"/>
                  </a:lnTo>
                  <a:lnTo>
                    <a:pt x="5255" y="3344"/>
                  </a:lnTo>
                  <a:lnTo>
                    <a:pt x="5733" y="2389"/>
                  </a:lnTo>
                  <a:lnTo>
                    <a:pt x="6688" y="1433"/>
                  </a:lnTo>
                  <a:lnTo>
                    <a:pt x="7644" y="956"/>
                  </a:lnTo>
                  <a:lnTo>
                    <a:pt x="8599" y="478"/>
                  </a:lnTo>
                  <a:lnTo>
                    <a:pt x="10988" y="478"/>
                  </a:lnTo>
                  <a:lnTo>
                    <a:pt x="14332" y="1433"/>
                  </a:lnTo>
                  <a:lnTo>
                    <a:pt x="15287" y="1433"/>
                  </a:lnTo>
                  <a:lnTo>
                    <a:pt x="18154" y="478"/>
                  </a:lnTo>
                  <a:lnTo>
                    <a:pt x="20542" y="0"/>
                  </a:lnTo>
                  <a:lnTo>
                    <a:pt x="22931" y="478"/>
                  </a:lnTo>
                  <a:lnTo>
                    <a:pt x="23886" y="1433"/>
                  </a:lnTo>
                  <a:lnTo>
                    <a:pt x="25797" y="2389"/>
                  </a:lnTo>
                  <a:lnTo>
                    <a:pt x="26753" y="2866"/>
                  </a:lnTo>
                  <a:lnTo>
                    <a:pt x="30097" y="2866"/>
                  </a:lnTo>
                  <a:lnTo>
                    <a:pt x="31052" y="2866"/>
                  </a:lnTo>
                  <a:lnTo>
                    <a:pt x="33441" y="4777"/>
                  </a:lnTo>
                  <a:lnTo>
                    <a:pt x="35830" y="5255"/>
                  </a:lnTo>
                  <a:lnTo>
                    <a:pt x="37263" y="5255"/>
                  </a:lnTo>
                  <a:lnTo>
                    <a:pt x="39174" y="4777"/>
                  </a:lnTo>
                  <a:lnTo>
                    <a:pt x="40607" y="4777"/>
                  </a:lnTo>
                  <a:lnTo>
                    <a:pt x="41563" y="6210"/>
                  </a:lnTo>
                  <a:lnTo>
                    <a:pt x="42040" y="8599"/>
                  </a:lnTo>
                  <a:lnTo>
                    <a:pt x="42996" y="10510"/>
                  </a:lnTo>
                  <a:lnTo>
                    <a:pt x="44906" y="11943"/>
                  </a:lnTo>
                  <a:lnTo>
                    <a:pt x="53028" y="11466"/>
                  </a:lnTo>
                  <a:lnTo>
                    <a:pt x="54939" y="12421"/>
                  </a:lnTo>
                  <a:lnTo>
                    <a:pt x="53983" y="13376"/>
                  </a:lnTo>
                  <a:lnTo>
                    <a:pt x="53028" y="13854"/>
                  </a:lnTo>
                  <a:lnTo>
                    <a:pt x="49206" y="13376"/>
                  </a:lnTo>
                  <a:lnTo>
                    <a:pt x="47295" y="13854"/>
                  </a:lnTo>
                  <a:lnTo>
                    <a:pt x="47295" y="14809"/>
                  </a:lnTo>
                  <a:lnTo>
                    <a:pt x="46817" y="15287"/>
                  </a:lnTo>
                  <a:lnTo>
                    <a:pt x="49206" y="15765"/>
                  </a:lnTo>
                  <a:lnTo>
                    <a:pt x="51595" y="15765"/>
                  </a:lnTo>
                  <a:lnTo>
                    <a:pt x="53983" y="16721"/>
                  </a:lnTo>
                  <a:lnTo>
                    <a:pt x="56372" y="17198"/>
                  </a:lnTo>
                  <a:lnTo>
                    <a:pt x="58761" y="17198"/>
                  </a:lnTo>
                  <a:lnTo>
                    <a:pt x="61627" y="17676"/>
                  </a:lnTo>
                  <a:lnTo>
                    <a:pt x="65449" y="19587"/>
                  </a:lnTo>
                  <a:lnTo>
                    <a:pt x="70226" y="22931"/>
                  </a:lnTo>
                  <a:lnTo>
                    <a:pt x="71659" y="2388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5" name="Freeform 2654">
              <a:extLst>
                <a:ext uri="{FF2B5EF4-FFF2-40B4-BE49-F238E27FC236}">
                  <a16:creationId xmlns:a16="http://schemas.microsoft.com/office/drawing/2014/main" id="{50ABB303-343F-75C4-A1BB-57EDC77132E9}"/>
                </a:ext>
              </a:extLst>
            </p:cNvPr>
            <p:cNvSpPr/>
            <p:nvPr/>
          </p:nvSpPr>
          <p:spPr>
            <a:xfrm>
              <a:off x="4524747" y="5242245"/>
              <a:ext cx="3344" cy="1433"/>
            </a:xfrm>
            <a:custGeom>
              <a:avLst/>
              <a:gdLst>
                <a:gd name="csX0" fmla="*/ 3344 w 3344"/>
                <a:gd name="csY0" fmla="*/ 0 h 1433"/>
                <a:gd name="csX1" fmla="*/ 2389 w 3344"/>
                <a:gd name="csY1" fmla="*/ 478 h 1433"/>
                <a:gd name="csX2" fmla="*/ 0 w 3344"/>
                <a:gd name="csY2" fmla="*/ 1433 h 1433"/>
                <a:gd name="csX3" fmla="*/ 2389 w 3344"/>
                <a:gd name="csY3" fmla="*/ 478 h 1433"/>
                <a:gd name="csX4" fmla="*/ 3344 w 3344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1433">
                  <a:moveTo>
                    <a:pt x="3344" y="0"/>
                  </a:moveTo>
                  <a:lnTo>
                    <a:pt x="2389" y="478"/>
                  </a:lnTo>
                  <a:lnTo>
                    <a:pt x="0" y="1433"/>
                  </a:lnTo>
                  <a:lnTo>
                    <a:pt x="2389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6" name="Freeform 2655">
              <a:extLst>
                <a:ext uri="{FF2B5EF4-FFF2-40B4-BE49-F238E27FC236}">
                  <a16:creationId xmlns:a16="http://schemas.microsoft.com/office/drawing/2014/main" id="{B406294F-237A-9314-6807-530BCE0BD5D5}"/>
                </a:ext>
              </a:extLst>
            </p:cNvPr>
            <p:cNvSpPr/>
            <p:nvPr/>
          </p:nvSpPr>
          <p:spPr>
            <a:xfrm>
              <a:off x="4525225" y="5203548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2389 w 2388"/>
                <a:gd name="csY1" fmla="*/ 478 h 1433"/>
                <a:gd name="csX2" fmla="*/ 1433 w 2388"/>
                <a:gd name="csY2" fmla="*/ 956 h 1433"/>
                <a:gd name="csX3" fmla="*/ 0 w 2388"/>
                <a:gd name="csY3" fmla="*/ 1433 h 1433"/>
                <a:gd name="csX4" fmla="*/ 1433 w 2388"/>
                <a:gd name="csY4" fmla="*/ 956 h 1433"/>
                <a:gd name="csX5" fmla="*/ 1911 w 2388"/>
                <a:gd name="csY5" fmla="*/ 478 h 1433"/>
                <a:gd name="csX6" fmla="*/ 2389 w 2388"/>
                <a:gd name="csY6" fmla="*/ 0 h 1433"/>
                <a:gd name="csX7" fmla="*/ 2389 w 2388"/>
                <a:gd name="csY7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2389" y="478"/>
                  </a:lnTo>
                  <a:lnTo>
                    <a:pt x="1433" y="956"/>
                  </a:lnTo>
                  <a:lnTo>
                    <a:pt x="0" y="1433"/>
                  </a:lnTo>
                  <a:lnTo>
                    <a:pt x="1433" y="956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7" name="Freeform 2656">
              <a:extLst>
                <a:ext uri="{FF2B5EF4-FFF2-40B4-BE49-F238E27FC236}">
                  <a16:creationId xmlns:a16="http://schemas.microsoft.com/office/drawing/2014/main" id="{1A51A36D-45BE-1064-8430-96C39050ABBE}"/>
                </a:ext>
              </a:extLst>
            </p:cNvPr>
            <p:cNvSpPr/>
            <p:nvPr/>
          </p:nvSpPr>
          <p:spPr>
            <a:xfrm>
              <a:off x="4523314" y="5211192"/>
              <a:ext cx="3821" cy="21019"/>
            </a:xfrm>
            <a:custGeom>
              <a:avLst/>
              <a:gdLst>
                <a:gd name="csX0" fmla="*/ 3344 w 3821"/>
                <a:gd name="csY0" fmla="*/ 11943 h 21019"/>
                <a:gd name="csX1" fmla="*/ 3822 w 3821"/>
                <a:gd name="csY1" fmla="*/ 13376 h 21019"/>
                <a:gd name="csX2" fmla="*/ 1433 w 3821"/>
                <a:gd name="csY2" fmla="*/ 15765 h 21019"/>
                <a:gd name="csX3" fmla="*/ 478 w 3821"/>
                <a:gd name="csY3" fmla="*/ 17676 h 21019"/>
                <a:gd name="csX4" fmla="*/ 0 w 3821"/>
                <a:gd name="csY4" fmla="*/ 18631 h 21019"/>
                <a:gd name="csX5" fmla="*/ 0 w 3821"/>
                <a:gd name="csY5" fmla="*/ 20065 h 21019"/>
                <a:gd name="csX6" fmla="*/ 478 w 3821"/>
                <a:gd name="csY6" fmla="*/ 21020 h 21019"/>
                <a:gd name="csX7" fmla="*/ 478 w 3821"/>
                <a:gd name="csY7" fmla="*/ 21020 h 21019"/>
                <a:gd name="csX8" fmla="*/ 0 w 3821"/>
                <a:gd name="csY8" fmla="*/ 20065 h 21019"/>
                <a:gd name="csX9" fmla="*/ 0 w 3821"/>
                <a:gd name="csY9" fmla="*/ 18631 h 21019"/>
                <a:gd name="csX10" fmla="*/ 478 w 3821"/>
                <a:gd name="csY10" fmla="*/ 17676 h 21019"/>
                <a:gd name="csX11" fmla="*/ 1433 w 3821"/>
                <a:gd name="csY11" fmla="*/ 15765 h 21019"/>
                <a:gd name="csX12" fmla="*/ 3822 w 3821"/>
                <a:gd name="csY12" fmla="*/ 13376 h 21019"/>
                <a:gd name="csX13" fmla="*/ 3344 w 3821"/>
                <a:gd name="csY13" fmla="*/ 11943 h 21019"/>
                <a:gd name="csX14" fmla="*/ 1911 w 3821"/>
                <a:gd name="csY14" fmla="*/ 5255 h 21019"/>
                <a:gd name="csX15" fmla="*/ 956 w 3821"/>
                <a:gd name="csY15" fmla="*/ 3344 h 21019"/>
                <a:gd name="csX16" fmla="*/ 0 w 3821"/>
                <a:gd name="csY16" fmla="*/ 0 h 21019"/>
                <a:gd name="csX17" fmla="*/ 956 w 3821"/>
                <a:gd name="csY17" fmla="*/ 3344 h 21019"/>
                <a:gd name="csX18" fmla="*/ 1911 w 3821"/>
                <a:gd name="csY18" fmla="*/ 5255 h 21019"/>
                <a:gd name="csX19" fmla="*/ 3344 w 3821"/>
                <a:gd name="csY19" fmla="*/ 11943 h 21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821" h="21019">
                  <a:moveTo>
                    <a:pt x="3344" y="11943"/>
                  </a:moveTo>
                  <a:lnTo>
                    <a:pt x="3822" y="13376"/>
                  </a:lnTo>
                  <a:lnTo>
                    <a:pt x="1433" y="15765"/>
                  </a:lnTo>
                  <a:lnTo>
                    <a:pt x="478" y="17676"/>
                  </a:lnTo>
                  <a:lnTo>
                    <a:pt x="0" y="18631"/>
                  </a:lnTo>
                  <a:lnTo>
                    <a:pt x="0" y="20065"/>
                  </a:lnTo>
                  <a:lnTo>
                    <a:pt x="478" y="21020"/>
                  </a:lnTo>
                  <a:lnTo>
                    <a:pt x="478" y="21020"/>
                  </a:lnTo>
                  <a:lnTo>
                    <a:pt x="0" y="20065"/>
                  </a:lnTo>
                  <a:lnTo>
                    <a:pt x="0" y="18631"/>
                  </a:lnTo>
                  <a:lnTo>
                    <a:pt x="478" y="17676"/>
                  </a:lnTo>
                  <a:lnTo>
                    <a:pt x="1433" y="15765"/>
                  </a:lnTo>
                  <a:lnTo>
                    <a:pt x="3822" y="13376"/>
                  </a:lnTo>
                  <a:lnTo>
                    <a:pt x="3344" y="11943"/>
                  </a:lnTo>
                  <a:lnTo>
                    <a:pt x="1911" y="5255"/>
                  </a:lnTo>
                  <a:lnTo>
                    <a:pt x="956" y="3344"/>
                  </a:lnTo>
                  <a:lnTo>
                    <a:pt x="0" y="0"/>
                  </a:lnTo>
                  <a:lnTo>
                    <a:pt x="956" y="3344"/>
                  </a:lnTo>
                  <a:lnTo>
                    <a:pt x="1911" y="5255"/>
                  </a:lnTo>
                  <a:lnTo>
                    <a:pt x="3344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8" name="Freeform 2657">
              <a:extLst>
                <a:ext uri="{FF2B5EF4-FFF2-40B4-BE49-F238E27FC236}">
                  <a16:creationId xmlns:a16="http://schemas.microsoft.com/office/drawing/2014/main" id="{75F2244C-A4BC-4228-7F32-D97B98204800}"/>
                </a:ext>
              </a:extLst>
            </p:cNvPr>
            <p:cNvSpPr/>
            <p:nvPr/>
          </p:nvSpPr>
          <p:spPr>
            <a:xfrm>
              <a:off x="4526180" y="5192561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478 w 477"/>
                <a:gd name="csY2" fmla="*/ 0 h 955"/>
                <a:gd name="csX3" fmla="*/ 478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9" name="Freeform 2658">
              <a:extLst>
                <a:ext uri="{FF2B5EF4-FFF2-40B4-BE49-F238E27FC236}">
                  <a16:creationId xmlns:a16="http://schemas.microsoft.com/office/drawing/2014/main" id="{603BF8D9-38C0-8D27-C992-E00FDC793928}"/>
                </a:ext>
              </a:extLst>
            </p:cNvPr>
            <p:cNvSpPr/>
            <p:nvPr/>
          </p:nvSpPr>
          <p:spPr>
            <a:xfrm>
              <a:off x="4525225" y="5121379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1433 w 1433"/>
                <a:gd name="csY1" fmla="*/ 478 h 477"/>
                <a:gd name="csX2" fmla="*/ 0 w 1433"/>
                <a:gd name="csY2" fmla="*/ 0 h 477"/>
                <a:gd name="csX3" fmla="*/ 1433 w 1433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0" name="Freeform 2659">
              <a:extLst>
                <a:ext uri="{FF2B5EF4-FFF2-40B4-BE49-F238E27FC236}">
                  <a16:creationId xmlns:a16="http://schemas.microsoft.com/office/drawing/2014/main" id="{C421C81A-F21B-ECFF-59AF-9B01649958DA}"/>
                </a:ext>
              </a:extLst>
            </p:cNvPr>
            <p:cNvSpPr/>
            <p:nvPr/>
          </p:nvSpPr>
          <p:spPr>
            <a:xfrm>
              <a:off x="4526180" y="5848961"/>
              <a:ext cx="477" cy="1910"/>
            </a:xfrm>
            <a:custGeom>
              <a:avLst/>
              <a:gdLst>
                <a:gd name="csX0" fmla="*/ 0 w 477"/>
                <a:gd name="csY0" fmla="*/ 0 h 1910"/>
                <a:gd name="csX1" fmla="*/ 478 w 477"/>
                <a:gd name="csY1" fmla="*/ 1911 h 1910"/>
                <a:gd name="csX2" fmla="*/ 0 w 477"/>
                <a:gd name="csY2" fmla="*/ 1911 h 1910"/>
                <a:gd name="csX3" fmla="*/ 0 w 477"/>
                <a:gd name="csY3" fmla="*/ 0 h 1910"/>
                <a:gd name="csX4" fmla="*/ 0 w 477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910">
                  <a:moveTo>
                    <a:pt x="0" y="0"/>
                  </a:moveTo>
                  <a:lnTo>
                    <a:pt x="478" y="1911"/>
                  </a:lnTo>
                  <a:lnTo>
                    <a:pt x="0" y="19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1" name="Freeform 2660">
              <a:extLst>
                <a:ext uri="{FF2B5EF4-FFF2-40B4-BE49-F238E27FC236}">
                  <a16:creationId xmlns:a16="http://schemas.microsoft.com/office/drawing/2014/main" id="{878D5E2C-F7B1-CAAB-3F75-BEB5347DE537}"/>
                </a:ext>
              </a:extLst>
            </p:cNvPr>
            <p:cNvSpPr/>
            <p:nvPr/>
          </p:nvSpPr>
          <p:spPr>
            <a:xfrm>
              <a:off x="4525225" y="5193516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956 w 955"/>
                <a:gd name="csY1" fmla="*/ 0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956" y="0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2" name="Freeform 2661">
              <a:extLst>
                <a:ext uri="{FF2B5EF4-FFF2-40B4-BE49-F238E27FC236}">
                  <a16:creationId xmlns:a16="http://schemas.microsoft.com/office/drawing/2014/main" id="{115A6326-F866-6F9C-2CEF-66F90F93E982}"/>
                </a:ext>
              </a:extLst>
            </p:cNvPr>
            <p:cNvSpPr/>
            <p:nvPr/>
          </p:nvSpPr>
          <p:spPr>
            <a:xfrm>
              <a:off x="4524269" y="5204982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0 w 955"/>
                <a:gd name="csY1" fmla="*/ 1433 h 1433"/>
                <a:gd name="csX2" fmla="*/ 956 w 955"/>
                <a:gd name="csY2" fmla="*/ 0 h 1433"/>
                <a:gd name="csX3" fmla="*/ 956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0" y="1433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3" name="Freeform 2662">
              <a:extLst>
                <a:ext uri="{FF2B5EF4-FFF2-40B4-BE49-F238E27FC236}">
                  <a16:creationId xmlns:a16="http://schemas.microsoft.com/office/drawing/2014/main" id="{C334B880-5E5E-9FB1-0789-66D4B1CA8B10}"/>
                </a:ext>
              </a:extLst>
            </p:cNvPr>
            <p:cNvSpPr/>
            <p:nvPr/>
          </p:nvSpPr>
          <p:spPr>
            <a:xfrm>
              <a:off x="4524269" y="5193994"/>
              <a:ext cx="955" cy="5732"/>
            </a:xfrm>
            <a:custGeom>
              <a:avLst/>
              <a:gdLst>
                <a:gd name="csX0" fmla="*/ 956 w 955"/>
                <a:gd name="csY0" fmla="*/ 0 h 5732"/>
                <a:gd name="csX1" fmla="*/ 0 w 955"/>
                <a:gd name="csY1" fmla="*/ 2389 h 5732"/>
                <a:gd name="csX2" fmla="*/ 0 w 955"/>
                <a:gd name="csY2" fmla="*/ 4300 h 5732"/>
                <a:gd name="csX3" fmla="*/ 478 w 955"/>
                <a:gd name="csY3" fmla="*/ 5733 h 5732"/>
                <a:gd name="csX4" fmla="*/ 0 w 955"/>
                <a:gd name="csY4" fmla="*/ 4300 h 5732"/>
                <a:gd name="csX5" fmla="*/ 0 w 955"/>
                <a:gd name="csY5" fmla="*/ 2389 h 5732"/>
                <a:gd name="csX6" fmla="*/ 956 w 955"/>
                <a:gd name="csY6" fmla="*/ 0 h 5732"/>
                <a:gd name="csX7" fmla="*/ 956 w 955"/>
                <a:gd name="csY7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5732">
                  <a:moveTo>
                    <a:pt x="956" y="0"/>
                  </a:moveTo>
                  <a:lnTo>
                    <a:pt x="0" y="2389"/>
                  </a:lnTo>
                  <a:lnTo>
                    <a:pt x="0" y="4300"/>
                  </a:lnTo>
                  <a:lnTo>
                    <a:pt x="478" y="5733"/>
                  </a:lnTo>
                  <a:lnTo>
                    <a:pt x="0" y="4300"/>
                  </a:lnTo>
                  <a:lnTo>
                    <a:pt x="0" y="2389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4" name="Freeform 2663">
              <a:extLst>
                <a:ext uri="{FF2B5EF4-FFF2-40B4-BE49-F238E27FC236}">
                  <a16:creationId xmlns:a16="http://schemas.microsoft.com/office/drawing/2014/main" id="{78B423ED-A324-2189-7D42-A56ADBE94D98}"/>
                </a:ext>
              </a:extLst>
            </p:cNvPr>
            <p:cNvSpPr/>
            <p:nvPr/>
          </p:nvSpPr>
          <p:spPr>
            <a:xfrm>
              <a:off x="4523314" y="5243678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0 w 1433"/>
                <a:gd name="csY1" fmla="*/ 956 h 955"/>
                <a:gd name="csX2" fmla="*/ 1433 w 1433"/>
                <a:gd name="csY2" fmla="*/ 0 h 955"/>
                <a:gd name="csX3" fmla="*/ 1433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0" y="956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5" name="Freeform 2664">
              <a:extLst>
                <a:ext uri="{FF2B5EF4-FFF2-40B4-BE49-F238E27FC236}">
                  <a16:creationId xmlns:a16="http://schemas.microsoft.com/office/drawing/2014/main" id="{E90B75AA-2142-88CF-F4E4-8C029F77C65F}"/>
                </a:ext>
              </a:extLst>
            </p:cNvPr>
            <p:cNvSpPr/>
            <p:nvPr/>
          </p:nvSpPr>
          <p:spPr>
            <a:xfrm>
              <a:off x="4523314" y="5206415"/>
              <a:ext cx="955" cy="4777"/>
            </a:xfrm>
            <a:custGeom>
              <a:avLst/>
              <a:gdLst>
                <a:gd name="csX0" fmla="*/ 956 w 955"/>
                <a:gd name="csY0" fmla="*/ 0 h 4777"/>
                <a:gd name="csX1" fmla="*/ 0 w 955"/>
                <a:gd name="csY1" fmla="*/ 3344 h 4777"/>
                <a:gd name="csX2" fmla="*/ 0 w 955"/>
                <a:gd name="csY2" fmla="*/ 4777 h 4777"/>
                <a:gd name="csX3" fmla="*/ 0 w 955"/>
                <a:gd name="csY3" fmla="*/ 3344 h 4777"/>
                <a:gd name="csX4" fmla="*/ 956 w 955"/>
                <a:gd name="csY4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7">
                  <a:moveTo>
                    <a:pt x="956" y="0"/>
                  </a:moveTo>
                  <a:lnTo>
                    <a:pt x="0" y="3344"/>
                  </a:lnTo>
                  <a:lnTo>
                    <a:pt x="0" y="4777"/>
                  </a:lnTo>
                  <a:lnTo>
                    <a:pt x="0" y="3344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6" name="Freeform 2665">
              <a:extLst>
                <a:ext uri="{FF2B5EF4-FFF2-40B4-BE49-F238E27FC236}">
                  <a16:creationId xmlns:a16="http://schemas.microsoft.com/office/drawing/2014/main" id="{4443F0C1-E543-D193-27C0-204CAC55BAC0}"/>
                </a:ext>
              </a:extLst>
            </p:cNvPr>
            <p:cNvSpPr/>
            <p:nvPr/>
          </p:nvSpPr>
          <p:spPr>
            <a:xfrm>
              <a:off x="4521403" y="5098448"/>
              <a:ext cx="2388" cy="2388"/>
            </a:xfrm>
            <a:custGeom>
              <a:avLst/>
              <a:gdLst>
                <a:gd name="csX0" fmla="*/ 2389 w 2388"/>
                <a:gd name="csY0" fmla="*/ 2389 h 2388"/>
                <a:gd name="csX1" fmla="*/ 0 w 2388"/>
                <a:gd name="csY1" fmla="*/ 0 h 2388"/>
                <a:gd name="csX2" fmla="*/ 0 w 2388"/>
                <a:gd name="csY2" fmla="*/ 0 h 2388"/>
                <a:gd name="csX3" fmla="*/ 2389 w 2388"/>
                <a:gd name="csY3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2388">
                  <a:moveTo>
                    <a:pt x="2389" y="238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7" name="Freeform 2666">
              <a:extLst>
                <a:ext uri="{FF2B5EF4-FFF2-40B4-BE49-F238E27FC236}">
                  <a16:creationId xmlns:a16="http://schemas.microsoft.com/office/drawing/2014/main" id="{19A52F2F-0B20-C0FB-47D8-B28AEA548787}"/>
                </a:ext>
              </a:extLst>
            </p:cNvPr>
            <p:cNvSpPr/>
            <p:nvPr/>
          </p:nvSpPr>
          <p:spPr>
            <a:xfrm>
              <a:off x="4501338" y="5842751"/>
              <a:ext cx="21975" cy="5732"/>
            </a:xfrm>
            <a:custGeom>
              <a:avLst/>
              <a:gdLst>
                <a:gd name="csX0" fmla="*/ 21975 w 21975"/>
                <a:gd name="csY0" fmla="*/ 5733 h 5732"/>
                <a:gd name="csX1" fmla="*/ 19587 w 21975"/>
                <a:gd name="csY1" fmla="*/ 5255 h 5732"/>
                <a:gd name="csX2" fmla="*/ 15287 w 21975"/>
                <a:gd name="csY2" fmla="*/ 3822 h 5732"/>
                <a:gd name="csX3" fmla="*/ 10032 w 21975"/>
                <a:gd name="csY3" fmla="*/ 1433 h 5732"/>
                <a:gd name="csX4" fmla="*/ 4299 w 21975"/>
                <a:gd name="csY4" fmla="*/ 1433 h 5732"/>
                <a:gd name="csX5" fmla="*/ 0 w 21975"/>
                <a:gd name="csY5" fmla="*/ 0 h 5732"/>
                <a:gd name="csX6" fmla="*/ 4299 w 21975"/>
                <a:gd name="csY6" fmla="*/ 1433 h 5732"/>
                <a:gd name="csX7" fmla="*/ 10032 w 21975"/>
                <a:gd name="csY7" fmla="*/ 1433 h 5732"/>
                <a:gd name="csX8" fmla="*/ 15765 w 21975"/>
                <a:gd name="csY8" fmla="*/ 3822 h 5732"/>
                <a:gd name="csX9" fmla="*/ 19587 w 21975"/>
                <a:gd name="csY9" fmla="*/ 5255 h 5732"/>
                <a:gd name="csX10" fmla="*/ 21975 w 21975"/>
                <a:gd name="csY10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1975" h="5732">
                  <a:moveTo>
                    <a:pt x="21975" y="5733"/>
                  </a:moveTo>
                  <a:lnTo>
                    <a:pt x="19587" y="5255"/>
                  </a:lnTo>
                  <a:lnTo>
                    <a:pt x="15287" y="3822"/>
                  </a:lnTo>
                  <a:lnTo>
                    <a:pt x="10032" y="1433"/>
                  </a:lnTo>
                  <a:lnTo>
                    <a:pt x="4299" y="1433"/>
                  </a:lnTo>
                  <a:lnTo>
                    <a:pt x="0" y="0"/>
                  </a:lnTo>
                  <a:lnTo>
                    <a:pt x="4299" y="1433"/>
                  </a:lnTo>
                  <a:lnTo>
                    <a:pt x="10032" y="1433"/>
                  </a:lnTo>
                  <a:lnTo>
                    <a:pt x="15765" y="3822"/>
                  </a:lnTo>
                  <a:lnTo>
                    <a:pt x="19587" y="5255"/>
                  </a:lnTo>
                  <a:lnTo>
                    <a:pt x="21975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8" name="Freeform 2667">
              <a:extLst>
                <a:ext uri="{FF2B5EF4-FFF2-40B4-BE49-F238E27FC236}">
                  <a16:creationId xmlns:a16="http://schemas.microsoft.com/office/drawing/2014/main" id="{87522ADF-998D-A68F-D71E-6F79DC07A823}"/>
                </a:ext>
              </a:extLst>
            </p:cNvPr>
            <p:cNvSpPr/>
            <p:nvPr/>
          </p:nvSpPr>
          <p:spPr>
            <a:xfrm>
              <a:off x="4521403" y="3839631"/>
              <a:ext cx="1433" cy="1911"/>
            </a:xfrm>
            <a:custGeom>
              <a:avLst/>
              <a:gdLst>
                <a:gd name="csX0" fmla="*/ 955 w 1433"/>
                <a:gd name="csY0" fmla="*/ 478 h 1911"/>
                <a:gd name="csX1" fmla="*/ 1433 w 1433"/>
                <a:gd name="csY1" fmla="*/ 1911 h 1911"/>
                <a:gd name="csX2" fmla="*/ 955 w 1433"/>
                <a:gd name="csY2" fmla="*/ 1911 h 1911"/>
                <a:gd name="csX3" fmla="*/ 0 w 1433"/>
                <a:gd name="csY3" fmla="*/ 1911 h 1911"/>
                <a:gd name="csX4" fmla="*/ 0 w 1433"/>
                <a:gd name="csY4" fmla="*/ 956 h 1911"/>
                <a:gd name="csX5" fmla="*/ 0 w 1433"/>
                <a:gd name="csY5" fmla="*/ 478 h 1911"/>
                <a:gd name="csX6" fmla="*/ 478 w 1433"/>
                <a:gd name="csY6" fmla="*/ 0 h 1911"/>
                <a:gd name="csX7" fmla="*/ 955 w 1433"/>
                <a:gd name="csY7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1911">
                  <a:moveTo>
                    <a:pt x="955" y="478"/>
                  </a:moveTo>
                  <a:lnTo>
                    <a:pt x="1433" y="1911"/>
                  </a:lnTo>
                  <a:lnTo>
                    <a:pt x="955" y="1911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9" name="Freeform 2668">
              <a:extLst>
                <a:ext uri="{FF2B5EF4-FFF2-40B4-BE49-F238E27FC236}">
                  <a16:creationId xmlns:a16="http://schemas.microsoft.com/office/drawing/2014/main" id="{1889F705-A876-78CC-EC50-93C9BE8F5F2C}"/>
                </a:ext>
              </a:extLst>
            </p:cNvPr>
            <p:cNvSpPr/>
            <p:nvPr/>
          </p:nvSpPr>
          <p:spPr>
            <a:xfrm>
              <a:off x="4457387" y="5854694"/>
              <a:ext cx="65448" cy="74525"/>
            </a:xfrm>
            <a:custGeom>
              <a:avLst/>
              <a:gdLst>
                <a:gd name="csX0" fmla="*/ 65449 w 65448"/>
                <a:gd name="csY0" fmla="*/ 4777 h 74525"/>
                <a:gd name="csX1" fmla="*/ 65449 w 65448"/>
                <a:gd name="csY1" fmla="*/ 13854 h 74525"/>
                <a:gd name="csX2" fmla="*/ 65449 w 65448"/>
                <a:gd name="csY2" fmla="*/ 22931 h 74525"/>
                <a:gd name="csX3" fmla="*/ 65449 w 65448"/>
                <a:gd name="csY3" fmla="*/ 31052 h 74525"/>
                <a:gd name="csX4" fmla="*/ 64971 w 65448"/>
                <a:gd name="csY4" fmla="*/ 39651 h 74525"/>
                <a:gd name="csX5" fmla="*/ 64971 w 65448"/>
                <a:gd name="csY5" fmla="*/ 47773 h 74525"/>
                <a:gd name="csX6" fmla="*/ 64971 w 65448"/>
                <a:gd name="csY6" fmla="*/ 55894 h 74525"/>
                <a:gd name="csX7" fmla="*/ 64971 w 65448"/>
                <a:gd name="csY7" fmla="*/ 65449 h 74525"/>
                <a:gd name="csX8" fmla="*/ 64971 w 65448"/>
                <a:gd name="csY8" fmla="*/ 72615 h 74525"/>
                <a:gd name="csX9" fmla="*/ 62105 w 65448"/>
                <a:gd name="csY9" fmla="*/ 72615 h 74525"/>
                <a:gd name="csX10" fmla="*/ 61149 w 65448"/>
                <a:gd name="csY10" fmla="*/ 73570 h 74525"/>
                <a:gd name="csX11" fmla="*/ 56372 w 65448"/>
                <a:gd name="csY11" fmla="*/ 74526 h 74525"/>
                <a:gd name="csX12" fmla="*/ 48251 w 65448"/>
                <a:gd name="csY12" fmla="*/ 72615 h 74525"/>
                <a:gd name="csX13" fmla="*/ 46340 w 65448"/>
                <a:gd name="csY13" fmla="*/ 71182 h 74525"/>
                <a:gd name="csX14" fmla="*/ 43473 w 65448"/>
                <a:gd name="csY14" fmla="*/ 68315 h 74525"/>
                <a:gd name="csX15" fmla="*/ 42518 w 65448"/>
                <a:gd name="csY15" fmla="*/ 68793 h 74525"/>
                <a:gd name="csX16" fmla="*/ 40129 w 65448"/>
                <a:gd name="csY16" fmla="*/ 70226 h 74525"/>
                <a:gd name="csX17" fmla="*/ 37741 w 65448"/>
                <a:gd name="csY17" fmla="*/ 71659 h 74525"/>
                <a:gd name="csX18" fmla="*/ 35352 w 65448"/>
                <a:gd name="csY18" fmla="*/ 71659 h 74525"/>
                <a:gd name="csX19" fmla="*/ 33441 w 65448"/>
                <a:gd name="csY19" fmla="*/ 70226 h 74525"/>
                <a:gd name="csX20" fmla="*/ 32963 w 65448"/>
                <a:gd name="csY20" fmla="*/ 69748 h 74525"/>
                <a:gd name="csX21" fmla="*/ 32486 w 65448"/>
                <a:gd name="csY21" fmla="*/ 69271 h 74525"/>
                <a:gd name="csX22" fmla="*/ 28186 w 65448"/>
                <a:gd name="csY22" fmla="*/ 71182 h 74525"/>
                <a:gd name="csX23" fmla="*/ 23409 w 65448"/>
                <a:gd name="csY23" fmla="*/ 69271 h 74525"/>
                <a:gd name="csX24" fmla="*/ 20065 w 65448"/>
                <a:gd name="csY24" fmla="*/ 68315 h 74525"/>
                <a:gd name="csX25" fmla="*/ 13854 w 65448"/>
                <a:gd name="csY25" fmla="*/ 67837 h 74525"/>
                <a:gd name="csX26" fmla="*/ 9555 w 65448"/>
                <a:gd name="csY26" fmla="*/ 65449 h 74525"/>
                <a:gd name="csX27" fmla="*/ 1911 w 65448"/>
                <a:gd name="csY27" fmla="*/ 65449 h 74525"/>
                <a:gd name="csX28" fmla="*/ 478 w 65448"/>
                <a:gd name="csY28" fmla="*/ 64493 h 74525"/>
                <a:gd name="csX29" fmla="*/ 0 w 65448"/>
                <a:gd name="csY29" fmla="*/ 62582 h 74525"/>
                <a:gd name="csX30" fmla="*/ 478 w 65448"/>
                <a:gd name="csY30" fmla="*/ 61149 h 74525"/>
                <a:gd name="csX31" fmla="*/ 1911 w 65448"/>
                <a:gd name="csY31" fmla="*/ 60671 h 74525"/>
                <a:gd name="csX32" fmla="*/ 2389 w 65448"/>
                <a:gd name="csY32" fmla="*/ 59238 h 74525"/>
                <a:gd name="csX33" fmla="*/ 4300 w 65448"/>
                <a:gd name="csY33" fmla="*/ 59716 h 74525"/>
                <a:gd name="csX34" fmla="*/ 6210 w 65448"/>
                <a:gd name="csY34" fmla="*/ 61627 h 74525"/>
                <a:gd name="csX35" fmla="*/ 7166 w 65448"/>
                <a:gd name="csY35" fmla="*/ 61149 h 74525"/>
                <a:gd name="csX36" fmla="*/ 8599 w 65448"/>
                <a:gd name="csY36" fmla="*/ 59716 h 74525"/>
                <a:gd name="csX37" fmla="*/ 10510 w 65448"/>
                <a:gd name="csY37" fmla="*/ 58283 h 74525"/>
                <a:gd name="csX38" fmla="*/ 11466 w 65448"/>
                <a:gd name="csY38" fmla="*/ 58283 h 74525"/>
                <a:gd name="csX39" fmla="*/ 15287 w 65448"/>
                <a:gd name="csY39" fmla="*/ 60194 h 74525"/>
                <a:gd name="csX40" fmla="*/ 16721 w 65448"/>
                <a:gd name="csY40" fmla="*/ 59716 h 74525"/>
                <a:gd name="csX41" fmla="*/ 19109 w 65448"/>
                <a:gd name="csY41" fmla="*/ 59238 h 74525"/>
                <a:gd name="csX42" fmla="*/ 19587 w 65448"/>
                <a:gd name="csY42" fmla="*/ 58283 h 74525"/>
                <a:gd name="csX43" fmla="*/ 19587 w 65448"/>
                <a:gd name="csY43" fmla="*/ 57328 h 74525"/>
                <a:gd name="csX44" fmla="*/ 20542 w 65448"/>
                <a:gd name="csY44" fmla="*/ 56372 h 74525"/>
                <a:gd name="csX45" fmla="*/ 22453 w 65448"/>
                <a:gd name="csY45" fmla="*/ 56372 h 74525"/>
                <a:gd name="csX46" fmla="*/ 24364 w 65448"/>
                <a:gd name="csY46" fmla="*/ 56850 h 74525"/>
                <a:gd name="csX47" fmla="*/ 24364 w 65448"/>
                <a:gd name="csY47" fmla="*/ 58761 h 74525"/>
                <a:gd name="csX48" fmla="*/ 24364 w 65448"/>
                <a:gd name="csY48" fmla="*/ 61149 h 74525"/>
                <a:gd name="csX49" fmla="*/ 26753 w 65448"/>
                <a:gd name="csY49" fmla="*/ 61627 h 74525"/>
                <a:gd name="csX50" fmla="*/ 30097 w 65448"/>
                <a:gd name="csY50" fmla="*/ 61627 h 74525"/>
                <a:gd name="csX51" fmla="*/ 32008 w 65448"/>
                <a:gd name="csY51" fmla="*/ 62582 h 74525"/>
                <a:gd name="csX52" fmla="*/ 32486 w 65448"/>
                <a:gd name="csY52" fmla="*/ 61149 h 74525"/>
                <a:gd name="csX53" fmla="*/ 29141 w 65448"/>
                <a:gd name="csY53" fmla="*/ 57328 h 74525"/>
                <a:gd name="csX54" fmla="*/ 27231 w 65448"/>
                <a:gd name="csY54" fmla="*/ 55417 h 74525"/>
                <a:gd name="csX55" fmla="*/ 25320 w 65448"/>
                <a:gd name="csY55" fmla="*/ 53983 h 74525"/>
                <a:gd name="csX56" fmla="*/ 22931 w 65448"/>
                <a:gd name="csY56" fmla="*/ 53505 h 74525"/>
                <a:gd name="csX57" fmla="*/ 21020 w 65448"/>
                <a:gd name="csY57" fmla="*/ 49206 h 74525"/>
                <a:gd name="csX58" fmla="*/ 21020 w 65448"/>
                <a:gd name="csY58" fmla="*/ 45862 h 74525"/>
                <a:gd name="csX59" fmla="*/ 21020 w 65448"/>
                <a:gd name="csY59" fmla="*/ 42518 h 74525"/>
                <a:gd name="csX60" fmla="*/ 25320 w 65448"/>
                <a:gd name="csY60" fmla="*/ 40607 h 74525"/>
                <a:gd name="csX61" fmla="*/ 24364 w 65448"/>
                <a:gd name="csY61" fmla="*/ 37740 h 74525"/>
                <a:gd name="csX62" fmla="*/ 25798 w 65448"/>
                <a:gd name="csY62" fmla="*/ 35352 h 74525"/>
                <a:gd name="csX63" fmla="*/ 27708 w 65448"/>
                <a:gd name="csY63" fmla="*/ 34396 h 74525"/>
                <a:gd name="csX64" fmla="*/ 29619 w 65448"/>
                <a:gd name="csY64" fmla="*/ 42518 h 74525"/>
                <a:gd name="csX65" fmla="*/ 30575 w 65448"/>
                <a:gd name="csY65" fmla="*/ 45384 h 74525"/>
                <a:gd name="csX66" fmla="*/ 29141 w 65448"/>
                <a:gd name="csY66" fmla="*/ 46340 h 74525"/>
                <a:gd name="csX67" fmla="*/ 25798 w 65448"/>
                <a:gd name="csY67" fmla="*/ 46340 h 74525"/>
                <a:gd name="csX68" fmla="*/ 27708 w 65448"/>
                <a:gd name="csY68" fmla="*/ 50162 h 74525"/>
                <a:gd name="csX69" fmla="*/ 30575 w 65448"/>
                <a:gd name="csY69" fmla="*/ 51595 h 74525"/>
                <a:gd name="csX70" fmla="*/ 33441 w 65448"/>
                <a:gd name="csY70" fmla="*/ 54461 h 74525"/>
                <a:gd name="csX71" fmla="*/ 33441 w 65448"/>
                <a:gd name="csY71" fmla="*/ 56850 h 74525"/>
                <a:gd name="csX72" fmla="*/ 34874 w 65448"/>
                <a:gd name="csY72" fmla="*/ 57805 h 74525"/>
                <a:gd name="csX73" fmla="*/ 38218 w 65448"/>
                <a:gd name="csY73" fmla="*/ 57805 h 74525"/>
                <a:gd name="csX74" fmla="*/ 40607 w 65448"/>
                <a:gd name="csY74" fmla="*/ 57328 h 74525"/>
                <a:gd name="csX75" fmla="*/ 42040 w 65448"/>
                <a:gd name="csY75" fmla="*/ 55894 h 74525"/>
                <a:gd name="csX76" fmla="*/ 43473 w 65448"/>
                <a:gd name="csY76" fmla="*/ 55417 h 74525"/>
                <a:gd name="csX77" fmla="*/ 45862 w 65448"/>
                <a:gd name="csY77" fmla="*/ 57328 h 74525"/>
                <a:gd name="csX78" fmla="*/ 49684 w 65448"/>
                <a:gd name="csY78" fmla="*/ 58761 h 74525"/>
                <a:gd name="csX79" fmla="*/ 50639 w 65448"/>
                <a:gd name="csY79" fmla="*/ 59716 h 74525"/>
                <a:gd name="csX80" fmla="*/ 51595 w 65448"/>
                <a:gd name="csY80" fmla="*/ 61149 h 74525"/>
                <a:gd name="csX81" fmla="*/ 51595 w 65448"/>
                <a:gd name="csY81" fmla="*/ 63060 h 74525"/>
                <a:gd name="csX82" fmla="*/ 51595 w 65448"/>
                <a:gd name="csY82" fmla="*/ 63538 h 74525"/>
                <a:gd name="csX83" fmla="*/ 53028 w 65448"/>
                <a:gd name="csY83" fmla="*/ 63060 h 74525"/>
                <a:gd name="csX84" fmla="*/ 54461 w 65448"/>
                <a:gd name="csY84" fmla="*/ 61149 h 74525"/>
                <a:gd name="csX85" fmla="*/ 55416 w 65448"/>
                <a:gd name="csY85" fmla="*/ 60194 h 74525"/>
                <a:gd name="csX86" fmla="*/ 56372 w 65448"/>
                <a:gd name="csY86" fmla="*/ 59716 h 74525"/>
                <a:gd name="csX87" fmla="*/ 57328 w 65448"/>
                <a:gd name="csY87" fmla="*/ 59238 h 74525"/>
                <a:gd name="csX88" fmla="*/ 57328 w 65448"/>
                <a:gd name="csY88" fmla="*/ 58761 h 74525"/>
                <a:gd name="csX89" fmla="*/ 53983 w 65448"/>
                <a:gd name="csY89" fmla="*/ 56850 h 74525"/>
                <a:gd name="csX90" fmla="*/ 38218 w 65448"/>
                <a:gd name="csY90" fmla="*/ 49206 h 74525"/>
                <a:gd name="csX91" fmla="*/ 36307 w 65448"/>
                <a:gd name="csY91" fmla="*/ 46340 h 74525"/>
                <a:gd name="csX92" fmla="*/ 35352 w 65448"/>
                <a:gd name="csY92" fmla="*/ 42518 h 74525"/>
                <a:gd name="csX93" fmla="*/ 35352 w 65448"/>
                <a:gd name="csY93" fmla="*/ 38696 h 74525"/>
                <a:gd name="csX94" fmla="*/ 36307 w 65448"/>
                <a:gd name="csY94" fmla="*/ 37263 h 74525"/>
                <a:gd name="csX95" fmla="*/ 39174 w 65448"/>
                <a:gd name="csY95" fmla="*/ 35830 h 74525"/>
                <a:gd name="csX96" fmla="*/ 44429 w 65448"/>
                <a:gd name="csY96" fmla="*/ 33919 h 74525"/>
                <a:gd name="csX97" fmla="*/ 50162 w 65448"/>
                <a:gd name="csY97" fmla="*/ 30575 h 74525"/>
                <a:gd name="csX98" fmla="*/ 51117 w 65448"/>
                <a:gd name="csY98" fmla="*/ 30097 h 74525"/>
                <a:gd name="csX99" fmla="*/ 51117 w 65448"/>
                <a:gd name="csY99" fmla="*/ 28186 h 74525"/>
                <a:gd name="csX100" fmla="*/ 50162 w 65448"/>
                <a:gd name="csY100" fmla="*/ 26753 h 74525"/>
                <a:gd name="csX101" fmla="*/ 47773 w 65448"/>
                <a:gd name="csY101" fmla="*/ 25797 h 74525"/>
                <a:gd name="csX102" fmla="*/ 45384 w 65448"/>
                <a:gd name="csY102" fmla="*/ 25797 h 74525"/>
                <a:gd name="csX103" fmla="*/ 42996 w 65448"/>
                <a:gd name="csY103" fmla="*/ 25797 h 74525"/>
                <a:gd name="csX104" fmla="*/ 40607 w 65448"/>
                <a:gd name="csY104" fmla="*/ 26275 h 74525"/>
                <a:gd name="csX105" fmla="*/ 36307 w 65448"/>
                <a:gd name="csY105" fmla="*/ 28186 h 74525"/>
                <a:gd name="csX106" fmla="*/ 33919 w 65448"/>
                <a:gd name="csY106" fmla="*/ 28186 h 74525"/>
                <a:gd name="csX107" fmla="*/ 31530 w 65448"/>
                <a:gd name="csY107" fmla="*/ 26753 h 74525"/>
                <a:gd name="csX108" fmla="*/ 30097 w 65448"/>
                <a:gd name="csY108" fmla="*/ 24842 h 74525"/>
                <a:gd name="csX109" fmla="*/ 29141 w 65448"/>
                <a:gd name="csY109" fmla="*/ 21498 h 74525"/>
                <a:gd name="csX110" fmla="*/ 29141 w 65448"/>
                <a:gd name="csY110" fmla="*/ 19587 h 74525"/>
                <a:gd name="csX111" fmla="*/ 29141 w 65448"/>
                <a:gd name="csY111" fmla="*/ 18154 h 74525"/>
                <a:gd name="csX112" fmla="*/ 30575 w 65448"/>
                <a:gd name="csY112" fmla="*/ 16243 h 74525"/>
                <a:gd name="csX113" fmla="*/ 32008 w 65448"/>
                <a:gd name="csY113" fmla="*/ 15287 h 74525"/>
                <a:gd name="csX114" fmla="*/ 32963 w 65448"/>
                <a:gd name="csY114" fmla="*/ 15765 h 74525"/>
                <a:gd name="csX115" fmla="*/ 34397 w 65448"/>
                <a:gd name="csY115" fmla="*/ 15287 h 74525"/>
                <a:gd name="csX116" fmla="*/ 34874 w 65448"/>
                <a:gd name="csY116" fmla="*/ 14809 h 74525"/>
                <a:gd name="csX117" fmla="*/ 35352 w 65448"/>
                <a:gd name="csY117" fmla="*/ 13854 h 74525"/>
                <a:gd name="csX118" fmla="*/ 35352 w 65448"/>
                <a:gd name="csY118" fmla="*/ 12898 h 74525"/>
                <a:gd name="csX119" fmla="*/ 34874 w 65448"/>
                <a:gd name="csY119" fmla="*/ 12421 h 74525"/>
                <a:gd name="csX120" fmla="*/ 32963 w 65448"/>
                <a:gd name="csY120" fmla="*/ 10988 h 74525"/>
                <a:gd name="csX121" fmla="*/ 32486 w 65448"/>
                <a:gd name="csY121" fmla="*/ 10032 h 74525"/>
                <a:gd name="csX122" fmla="*/ 30575 w 65448"/>
                <a:gd name="csY122" fmla="*/ 8121 h 74525"/>
                <a:gd name="csX123" fmla="*/ 31530 w 65448"/>
                <a:gd name="csY123" fmla="*/ 7644 h 74525"/>
                <a:gd name="csX124" fmla="*/ 34397 w 65448"/>
                <a:gd name="csY124" fmla="*/ 7166 h 74525"/>
                <a:gd name="csX125" fmla="*/ 36307 w 65448"/>
                <a:gd name="csY125" fmla="*/ 8599 h 74525"/>
                <a:gd name="csX126" fmla="*/ 38218 w 65448"/>
                <a:gd name="csY126" fmla="*/ 10032 h 74525"/>
                <a:gd name="csX127" fmla="*/ 39651 w 65448"/>
                <a:gd name="csY127" fmla="*/ 10032 h 74525"/>
                <a:gd name="csX128" fmla="*/ 40607 w 65448"/>
                <a:gd name="csY128" fmla="*/ 9555 h 74525"/>
                <a:gd name="csX129" fmla="*/ 42996 w 65448"/>
                <a:gd name="csY129" fmla="*/ 7166 h 74525"/>
                <a:gd name="csX130" fmla="*/ 44907 w 65448"/>
                <a:gd name="csY130" fmla="*/ 4777 h 74525"/>
                <a:gd name="csX131" fmla="*/ 46817 w 65448"/>
                <a:gd name="csY131" fmla="*/ 1911 h 74525"/>
                <a:gd name="csX132" fmla="*/ 48251 w 65448"/>
                <a:gd name="csY132" fmla="*/ 0 h 74525"/>
                <a:gd name="csX133" fmla="*/ 49684 w 65448"/>
                <a:gd name="csY133" fmla="*/ 0 h 74525"/>
                <a:gd name="csX134" fmla="*/ 54461 w 65448"/>
                <a:gd name="csY134" fmla="*/ 5255 h 74525"/>
                <a:gd name="csX135" fmla="*/ 56372 w 65448"/>
                <a:gd name="csY135" fmla="*/ 5733 h 74525"/>
                <a:gd name="csX136" fmla="*/ 62105 w 65448"/>
                <a:gd name="csY136" fmla="*/ 2866 h 74525"/>
                <a:gd name="csX137" fmla="*/ 63060 w 65448"/>
                <a:gd name="csY137" fmla="*/ 2866 h 74525"/>
                <a:gd name="csX138" fmla="*/ 64971 w 65448"/>
                <a:gd name="csY138" fmla="*/ 4299 h 74525"/>
                <a:gd name="csX139" fmla="*/ 65449 w 65448"/>
                <a:gd name="csY139" fmla="*/ 4777 h 74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</a:cxnLst>
              <a:rect l="l" t="t" r="r" b="b"/>
              <a:pathLst>
                <a:path w="65448" h="74525">
                  <a:moveTo>
                    <a:pt x="65449" y="4777"/>
                  </a:moveTo>
                  <a:lnTo>
                    <a:pt x="65449" y="13854"/>
                  </a:lnTo>
                  <a:lnTo>
                    <a:pt x="65449" y="22931"/>
                  </a:lnTo>
                  <a:lnTo>
                    <a:pt x="65449" y="31052"/>
                  </a:lnTo>
                  <a:lnTo>
                    <a:pt x="64971" y="39651"/>
                  </a:lnTo>
                  <a:lnTo>
                    <a:pt x="64971" y="47773"/>
                  </a:lnTo>
                  <a:lnTo>
                    <a:pt x="64971" y="55894"/>
                  </a:lnTo>
                  <a:lnTo>
                    <a:pt x="64971" y="65449"/>
                  </a:lnTo>
                  <a:lnTo>
                    <a:pt x="64971" y="72615"/>
                  </a:lnTo>
                  <a:lnTo>
                    <a:pt x="62105" y="72615"/>
                  </a:lnTo>
                  <a:lnTo>
                    <a:pt x="61149" y="73570"/>
                  </a:lnTo>
                  <a:lnTo>
                    <a:pt x="56372" y="74526"/>
                  </a:lnTo>
                  <a:lnTo>
                    <a:pt x="48251" y="72615"/>
                  </a:lnTo>
                  <a:lnTo>
                    <a:pt x="46340" y="71182"/>
                  </a:lnTo>
                  <a:lnTo>
                    <a:pt x="43473" y="68315"/>
                  </a:lnTo>
                  <a:lnTo>
                    <a:pt x="42518" y="68793"/>
                  </a:lnTo>
                  <a:lnTo>
                    <a:pt x="40129" y="70226"/>
                  </a:lnTo>
                  <a:lnTo>
                    <a:pt x="37741" y="71659"/>
                  </a:lnTo>
                  <a:lnTo>
                    <a:pt x="35352" y="71659"/>
                  </a:lnTo>
                  <a:lnTo>
                    <a:pt x="33441" y="70226"/>
                  </a:lnTo>
                  <a:lnTo>
                    <a:pt x="32963" y="69748"/>
                  </a:lnTo>
                  <a:lnTo>
                    <a:pt x="32486" y="69271"/>
                  </a:lnTo>
                  <a:lnTo>
                    <a:pt x="28186" y="71182"/>
                  </a:lnTo>
                  <a:lnTo>
                    <a:pt x="23409" y="69271"/>
                  </a:lnTo>
                  <a:lnTo>
                    <a:pt x="20065" y="68315"/>
                  </a:lnTo>
                  <a:lnTo>
                    <a:pt x="13854" y="67837"/>
                  </a:lnTo>
                  <a:lnTo>
                    <a:pt x="9555" y="65449"/>
                  </a:lnTo>
                  <a:lnTo>
                    <a:pt x="1911" y="65449"/>
                  </a:lnTo>
                  <a:lnTo>
                    <a:pt x="478" y="64493"/>
                  </a:lnTo>
                  <a:lnTo>
                    <a:pt x="0" y="62582"/>
                  </a:lnTo>
                  <a:lnTo>
                    <a:pt x="478" y="61149"/>
                  </a:lnTo>
                  <a:lnTo>
                    <a:pt x="1911" y="60671"/>
                  </a:lnTo>
                  <a:lnTo>
                    <a:pt x="2389" y="59238"/>
                  </a:lnTo>
                  <a:lnTo>
                    <a:pt x="4300" y="59716"/>
                  </a:lnTo>
                  <a:lnTo>
                    <a:pt x="6210" y="61627"/>
                  </a:lnTo>
                  <a:lnTo>
                    <a:pt x="7166" y="61149"/>
                  </a:lnTo>
                  <a:lnTo>
                    <a:pt x="8599" y="59716"/>
                  </a:lnTo>
                  <a:lnTo>
                    <a:pt x="10510" y="58283"/>
                  </a:lnTo>
                  <a:lnTo>
                    <a:pt x="11466" y="58283"/>
                  </a:lnTo>
                  <a:lnTo>
                    <a:pt x="15287" y="60194"/>
                  </a:lnTo>
                  <a:lnTo>
                    <a:pt x="16721" y="59716"/>
                  </a:lnTo>
                  <a:lnTo>
                    <a:pt x="19109" y="59238"/>
                  </a:lnTo>
                  <a:lnTo>
                    <a:pt x="19587" y="58283"/>
                  </a:lnTo>
                  <a:lnTo>
                    <a:pt x="19587" y="57328"/>
                  </a:lnTo>
                  <a:lnTo>
                    <a:pt x="20542" y="56372"/>
                  </a:lnTo>
                  <a:lnTo>
                    <a:pt x="22453" y="56372"/>
                  </a:lnTo>
                  <a:lnTo>
                    <a:pt x="24364" y="56850"/>
                  </a:lnTo>
                  <a:lnTo>
                    <a:pt x="24364" y="58761"/>
                  </a:lnTo>
                  <a:lnTo>
                    <a:pt x="24364" y="61149"/>
                  </a:lnTo>
                  <a:lnTo>
                    <a:pt x="26753" y="61627"/>
                  </a:lnTo>
                  <a:lnTo>
                    <a:pt x="30097" y="61627"/>
                  </a:lnTo>
                  <a:lnTo>
                    <a:pt x="32008" y="62582"/>
                  </a:lnTo>
                  <a:lnTo>
                    <a:pt x="32486" y="61149"/>
                  </a:lnTo>
                  <a:lnTo>
                    <a:pt x="29141" y="57328"/>
                  </a:lnTo>
                  <a:lnTo>
                    <a:pt x="27231" y="55417"/>
                  </a:lnTo>
                  <a:lnTo>
                    <a:pt x="25320" y="53983"/>
                  </a:lnTo>
                  <a:lnTo>
                    <a:pt x="22931" y="53505"/>
                  </a:lnTo>
                  <a:lnTo>
                    <a:pt x="21020" y="49206"/>
                  </a:lnTo>
                  <a:lnTo>
                    <a:pt x="21020" y="45862"/>
                  </a:lnTo>
                  <a:lnTo>
                    <a:pt x="21020" y="42518"/>
                  </a:lnTo>
                  <a:lnTo>
                    <a:pt x="25320" y="40607"/>
                  </a:lnTo>
                  <a:lnTo>
                    <a:pt x="24364" y="37740"/>
                  </a:lnTo>
                  <a:lnTo>
                    <a:pt x="25798" y="35352"/>
                  </a:lnTo>
                  <a:lnTo>
                    <a:pt x="27708" y="34396"/>
                  </a:lnTo>
                  <a:lnTo>
                    <a:pt x="29619" y="42518"/>
                  </a:lnTo>
                  <a:lnTo>
                    <a:pt x="30575" y="45384"/>
                  </a:lnTo>
                  <a:lnTo>
                    <a:pt x="29141" y="46340"/>
                  </a:lnTo>
                  <a:lnTo>
                    <a:pt x="25798" y="46340"/>
                  </a:lnTo>
                  <a:lnTo>
                    <a:pt x="27708" y="50162"/>
                  </a:lnTo>
                  <a:lnTo>
                    <a:pt x="30575" y="51595"/>
                  </a:lnTo>
                  <a:lnTo>
                    <a:pt x="33441" y="54461"/>
                  </a:lnTo>
                  <a:lnTo>
                    <a:pt x="33441" y="56850"/>
                  </a:lnTo>
                  <a:lnTo>
                    <a:pt x="34874" y="57805"/>
                  </a:lnTo>
                  <a:lnTo>
                    <a:pt x="38218" y="57805"/>
                  </a:lnTo>
                  <a:lnTo>
                    <a:pt x="40607" y="57328"/>
                  </a:lnTo>
                  <a:lnTo>
                    <a:pt x="42040" y="55894"/>
                  </a:lnTo>
                  <a:lnTo>
                    <a:pt x="43473" y="55417"/>
                  </a:lnTo>
                  <a:lnTo>
                    <a:pt x="45862" y="57328"/>
                  </a:lnTo>
                  <a:lnTo>
                    <a:pt x="49684" y="58761"/>
                  </a:lnTo>
                  <a:lnTo>
                    <a:pt x="50639" y="59716"/>
                  </a:lnTo>
                  <a:lnTo>
                    <a:pt x="51595" y="61149"/>
                  </a:lnTo>
                  <a:lnTo>
                    <a:pt x="51595" y="63060"/>
                  </a:lnTo>
                  <a:lnTo>
                    <a:pt x="51595" y="63538"/>
                  </a:lnTo>
                  <a:lnTo>
                    <a:pt x="53028" y="63060"/>
                  </a:lnTo>
                  <a:lnTo>
                    <a:pt x="54461" y="61149"/>
                  </a:lnTo>
                  <a:lnTo>
                    <a:pt x="55416" y="60194"/>
                  </a:lnTo>
                  <a:lnTo>
                    <a:pt x="56372" y="59716"/>
                  </a:lnTo>
                  <a:lnTo>
                    <a:pt x="57328" y="59238"/>
                  </a:lnTo>
                  <a:lnTo>
                    <a:pt x="57328" y="58761"/>
                  </a:lnTo>
                  <a:lnTo>
                    <a:pt x="53983" y="56850"/>
                  </a:lnTo>
                  <a:lnTo>
                    <a:pt x="38218" y="49206"/>
                  </a:lnTo>
                  <a:lnTo>
                    <a:pt x="36307" y="46340"/>
                  </a:lnTo>
                  <a:lnTo>
                    <a:pt x="35352" y="42518"/>
                  </a:lnTo>
                  <a:lnTo>
                    <a:pt x="35352" y="38696"/>
                  </a:lnTo>
                  <a:lnTo>
                    <a:pt x="36307" y="37263"/>
                  </a:lnTo>
                  <a:lnTo>
                    <a:pt x="39174" y="35830"/>
                  </a:lnTo>
                  <a:lnTo>
                    <a:pt x="44429" y="33919"/>
                  </a:lnTo>
                  <a:lnTo>
                    <a:pt x="50162" y="30575"/>
                  </a:lnTo>
                  <a:lnTo>
                    <a:pt x="51117" y="30097"/>
                  </a:lnTo>
                  <a:lnTo>
                    <a:pt x="51117" y="28186"/>
                  </a:lnTo>
                  <a:lnTo>
                    <a:pt x="50162" y="26753"/>
                  </a:lnTo>
                  <a:lnTo>
                    <a:pt x="47773" y="25797"/>
                  </a:lnTo>
                  <a:lnTo>
                    <a:pt x="45384" y="25797"/>
                  </a:lnTo>
                  <a:lnTo>
                    <a:pt x="42996" y="25797"/>
                  </a:lnTo>
                  <a:lnTo>
                    <a:pt x="40607" y="26275"/>
                  </a:lnTo>
                  <a:lnTo>
                    <a:pt x="36307" y="28186"/>
                  </a:lnTo>
                  <a:lnTo>
                    <a:pt x="33919" y="28186"/>
                  </a:lnTo>
                  <a:lnTo>
                    <a:pt x="31530" y="26753"/>
                  </a:lnTo>
                  <a:lnTo>
                    <a:pt x="30097" y="24842"/>
                  </a:lnTo>
                  <a:lnTo>
                    <a:pt x="29141" y="21498"/>
                  </a:lnTo>
                  <a:lnTo>
                    <a:pt x="29141" y="19587"/>
                  </a:lnTo>
                  <a:lnTo>
                    <a:pt x="29141" y="18154"/>
                  </a:lnTo>
                  <a:lnTo>
                    <a:pt x="30575" y="16243"/>
                  </a:lnTo>
                  <a:lnTo>
                    <a:pt x="32008" y="15287"/>
                  </a:lnTo>
                  <a:lnTo>
                    <a:pt x="32963" y="15765"/>
                  </a:lnTo>
                  <a:lnTo>
                    <a:pt x="34397" y="15287"/>
                  </a:lnTo>
                  <a:lnTo>
                    <a:pt x="34874" y="14809"/>
                  </a:lnTo>
                  <a:lnTo>
                    <a:pt x="35352" y="13854"/>
                  </a:lnTo>
                  <a:lnTo>
                    <a:pt x="35352" y="12898"/>
                  </a:lnTo>
                  <a:lnTo>
                    <a:pt x="34874" y="12421"/>
                  </a:lnTo>
                  <a:lnTo>
                    <a:pt x="32963" y="10988"/>
                  </a:lnTo>
                  <a:lnTo>
                    <a:pt x="32486" y="10032"/>
                  </a:lnTo>
                  <a:lnTo>
                    <a:pt x="30575" y="8121"/>
                  </a:lnTo>
                  <a:lnTo>
                    <a:pt x="31530" y="7644"/>
                  </a:lnTo>
                  <a:lnTo>
                    <a:pt x="34397" y="7166"/>
                  </a:lnTo>
                  <a:lnTo>
                    <a:pt x="36307" y="8599"/>
                  </a:lnTo>
                  <a:lnTo>
                    <a:pt x="38218" y="10032"/>
                  </a:lnTo>
                  <a:lnTo>
                    <a:pt x="39651" y="10032"/>
                  </a:lnTo>
                  <a:lnTo>
                    <a:pt x="40607" y="9555"/>
                  </a:lnTo>
                  <a:lnTo>
                    <a:pt x="42996" y="7166"/>
                  </a:lnTo>
                  <a:lnTo>
                    <a:pt x="44907" y="4777"/>
                  </a:lnTo>
                  <a:lnTo>
                    <a:pt x="46817" y="1911"/>
                  </a:lnTo>
                  <a:lnTo>
                    <a:pt x="48251" y="0"/>
                  </a:lnTo>
                  <a:lnTo>
                    <a:pt x="49684" y="0"/>
                  </a:lnTo>
                  <a:lnTo>
                    <a:pt x="54461" y="5255"/>
                  </a:lnTo>
                  <a:lnTo>
                    <a:pt x="56372" y="5733"/>
                  </a:lnTo>
                  <a:lnTo>
                    <a:pt x="62105" y="2866"/>
                  </a:lnTo>
                  <a:lnTo>
                    <a:pt x="63060" y="2866"/>
                  </a:lnTo>
                  <a:lnTo>
                    <a:pt x="64971" y="4299"/>
                  </a:lnTo>
                  <a:lnTo>
                    <a:pt x="65449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0" name="Freeform 2669">
              <a:extLst>
                <a:ext uri="{FF2B5EF4-FFF2-40B4-BE49-F238E27FC236}">
                  <a16:creationId xmlns:a16="http://schemas.microsoft.com/office/drawing/2014/main" id="{C33BB457-E510-0CF5-CC01-C974641AA3CD}"/>
                </a:ext>
              </a:extLst>
            </p:cNvPr>
            <p:cNvSpPr/>
            <p:nvPr/>
          </p:nvSpPr>
          <p:spPr>
            <a:xfrm>
              <a:off x="4270595" y="4735374"/>
              <a:ext cx="250807" cy="336799"/>
            </a:xfrm>
            <a:custGeom>
              <a:avLst/>
              <a:gdLst>
                <a:gd name="csX0" fmla="*/ 248419 w 250807"/>
                <a:gd name="csY0" fmla="*/ 222622 h 336799"/>
                <a:gd name="csX1" fmla="*/ 250808 w 250807"/>
                <a:gd name="csY1" fmla="*/ 226921 h 336799"/>
                <a:gd name="csX2" fmla="*/ 250330 w 250807"/>
                <a:gd name="csY2" fmla="*/ 227877 h 336799"/>
                <a:gd name="csX3" fmla="*/ 249375 w 250807"/>
                <a:gd name="csY3" fmla="*/ 228833 h 336799"/>
                <a:gd name="csX4" fmla="*/ 249375 w 250807"/>
                <a:gd name="csY4" fmla="*/ 230266 h 336799"/>
                <a:gd name="csX5" fmla="*/ 248419 w 250807"/>
                <a:gd name="csY5" fmla="*/ 231221 h 336799"/>
                <a:gd name="csX6" fmla="*/ 247464 w 250807"/>
                <a:gd name="csY6" fmla="*/ 231699 h 336799"/>
                <a:gd name="csX7" fmla="*/ 246031 w 250807"/>
                <a:gd name="csY7" fmla="*/ 232654 h 336799"/>
                <a:gd name="csX8" fmla="*/ 245075 w 250807"/>
                <a:gd name="csY8" fmla="*/ 234087 h 336799"/>
                <a:gd name="csX9" fmla="*/ 245075 w 250807"/>
                <a:gd name="csY9" fmla="*/ 235521 h 336799"/>
                <a:gd name="csX10" fmla="*/ 245553 w 250807"/>
                <a:gd name="csY10" fmla="*/ 243164 h 336799"/>
                <a:gd name="csX11" fmla="*/ 245075 w 250807"/>
                <a:gd name="csY11" fmla="*/ 245553 h 336799"/>
                <a:gd name="csX12" fmla="*/ 244597 w 250807"/>
                <a:gd name="csY12" fmla="*/ 246986 h 336799"/>
                <a:gd name="csX13" fmla="*/ 243642 w 250807"/>
                <a:gd name="csY13" fmla="*/ 247942 h 336799"/>
                <a:gd name="csX14" fmla="*/ 243164 w 250807"/>
                <a:gd name="csY14" fmla="*/ 248897 h 336799"/>
                <a:gd name="csX15" fmla="*/ 244120 w 250807"/>
                <a:gd name="csY15" fmla="*/ 250808 h 336799"/>
                <a:gd name="csX16" fmla="*/ 245075 w 250807"/>
                <a:gd name="csY16" fmla="*/ 254152 h 336799"/>
                <a:gd name="csX17" fmla="*/ 246031 w 250807"/>
                <a:gd name="csY17" fmla="*/ 255108 h 336799"/>
                <a:gd name="csX18" fmla="*/ 246986 w 250807"/>
                <a:gd name="csY18" fmla="*/ 256541 h 336799"/>
                <a:gd name="csX19" fmla="*/ 247464 w 250807"/>
                <a:gd name="csY19" fmla="*/ 257974 h 336799"/>
                <a:gd name="csX20" fmla="*/ 246986 w 250807"/>
                <a:gd name="csY20" fmla="*/ 258452 h 336799"/>
                <a:gd name="csX21" fmla="*/ 245553 w 250807"/>
                <a:gd name="csY21" fmla="*/ 258929 h 336799"/>
                <a:gd name="csX22" fmla="*/ 244597 w 250807"/>
                <a:gd name="csY22" fmla="*/ 259885 h 336799"/>
                <a:gd name="csX23" fmla="*/ 244597 w 250807"/>
                <a:gd name="csY23" fmla="*/ 261796 h 336799"/>
                <a:gd name="csX24" fmla="*/ 243642 w 250807"/>
                <a:gd name="csY24" fmla="*/ 262751 h 336799"/>
                <a:gd name="csX25" fmla="*/ 242209 w 250807"/>
                <a:gd name="csY25" fmla="*/ 263707 h 336799"/>
                <a:gd name="csX26" fmla="*/ 241731 w 250807"/>
                <a:gd name="csY26" fmla="*/ 264662 h 336799"/>
                <a:gd name="csX27" fmla="*/ 240775 w 250807"/>
                <a:gd name="csY27" fmla="*/ 265618 h 336799"/>
                <a:gd name="csX28" fmla="*/ 240298 w 250807"/>
                <a:gd name="csY28" fmla="*/ 266095 h 336799"/>
                <a:gd name="csX29" fmla="*/ 239820 w 250807"/>
                <a:gd name="csY29" fmla="*/ 267529 h 336799"/>
                <a:gd name="csX30" fmla="*/ 239342 w 250807"/>
                <a:gd name="csY30" fmla="*/ 268484 h 336799"/>
                <a:gd name="csX31" fmla="*/ 237431 w 250807"/>
                <a:gd name="csY31" fmla="*/ 269440 h 336799"/>
                <a:gd name="csX32" fmla="*/ 237431 w 250807"/>
                <a:gd name="csY32" fmla="*/ 271351 h 336799"/>
                <a:gd name="csX33" fmla="*/ 237431 w 250807"/>
                <a:gd name="csY33" fmla="*/ 272784 h 336799"/>
                <a:gd name="csX34" fmla="*/ 238387 w 250807"/>
                <a:gd name="csY34" fmla="*/ 274217 h 336799"/>
                <a:gd name="csX35" fmla="*/ 241253 w 250807"/>
                <a:gd name="csY35" fmla="*/ 277083 h 336799"/>
                <a:gd name="csX36" fmla="*/ 241253 w 250807"/>
                <a:gd name="csY36" fmla="*/ 278039 h 336799"/>
                <a:gd name="csX37" fmla="*/ 239820 w 250807"/>
                <a:gd name="csY37" fmla="*/ 279472 h 336799"/>
                <a:gd name="csX38" fmla="*/ 238865 w 250807"/>
                <a:gd name="csY38" fmla="*/ 280905 h 336799"/>
                <a:gd name="csX39" fmla="*/ 236476 w 250807"/>
                <a:gd name="csY39" fmla="*/ 284727 h 336799"/>
                <a:gd name="csX40" fmla="*/ 236476 w 250807"/>
                <a:gd name="csY40" fmla="*/ 285682 h 336799"/>
                <a:gd name="csX41" fmla="*/ 236954 w 250807"/>
                <a:gd name="csY41" fmla="*/ 287116 h 336799"/>
                <a:gd name="csX42" fmla="*/ 240298 w 250807"/>
                <a:gd name="csY42" fmla="*/ 295237 h 336799"/>
                <a:gd name="csX43" fmla="*/ 241253 w 250807"/>
                <a:gd name="csY43" fmla="*/ 295715 h 336799"/>
                <a:gd name="csX44" fmla="*/ 242209 w 250807"/>
                <a:gd name="csY44" fmla="*/ 296192 h 336799"/>
                <a:gd name="csX45" fmla="*/ 244120 w 250807"/>
                <a:gd name="csY45" fmla="*/ 296192 h 336799"/>
                <a:gd name="csX46" fmla="*/ 246508 w 250807"/>
                <a:gd name="csY46" fmla="*/ 297148 h 336799"/>
                <a:gd name="csX47" fmla="*/ 247941 w 250807"/>
                <a:gd name="csY47" fmla="*/ 298103 h 336799"/>
                <a:gd name="csX48" fmla="*/ 247941 w 250807"/>
                <a:gd name="csY48" fmla="*/ 298581 h 336799"/>
                <a:gd name="csX49" fmla="*/ 247464 w 250807"/>
                <a:gd name="csY49" fmla="*/ 299059 h 336799"/>
                <a:gd name="csX50" fmla="*/ 246031 w 250807"/>
                <a:gd name="csY50" fmla="*/ 299536 h 336799"/>
                <a:gd name="csX51" fmla="*/ 244597 w 250807"/>
                <a:gd name="csY51" fmla="*/ 300492 h 336799"/>
                <a:gd name="csX52" fmla="*/ 244120 w 250807"/>
                <a:gd name="csY52" fmla="*/ 300970 h 336799"/>
                <a:gd name="csX53" fmla="*/ 244120 w 250807"/>
                <a:gd name="csY53" fmla="*/ 302403 h 336799"/>
                <a:gd name="csX54" fmla="*/ 244597 w 250807"/>
                <a:gd name="csY54" fmla="*/ 304314 h 336799"/>
                <a:gd name="csX55" fmla="*/ 243642 w 250807"/>
                <a:gd name="csY55" fmla="*/ 304792 h 336799"/>
                <a:gd name="csX56" fmla="*/ 242209 w 250807"/>
                <a:gd name="csY56" fmla="*/ 305747 h 336799"/>
                <a:gd name="csX57" fmla="*/ 240775 w 250807"/>
                <a:gd name="csY57" fmla="*/ 306702 h 336799"/>
                <a:gd name="csX58" fmla="*/ 239342 w 250807"/>
                <a:gd name="csY58" fmla="*/ 308613 h 336799"/>
                <a:gd name="csX59" fmla="*/ 237431 w 250807"/>
                <a:gd name="csY59" fmla="*/ 311002 h 336799"/>
                <a:gd name="csX60" fmla="*/ 236476 w 250807"/>
                <a:gd name="csY60" fmla="*/ 311958 h 336799"/>
                <a:gd name="csX61" fmla="*/ 235998 w 250807"/>
                <a:gd name="csY61" fmla="*/ 312913 h 336799"/>
                <a:gd name="csX62" fmla="*/ 235043 w 250807"/>
                <a:gd name="csY62" fmla="*/ 312913 h 336799"/>
                <a:gd name="csX63" fmla="*/ 232176 w 250807"/>
                <a:gd name="csY63" fmla="*/ 314824 h 336799"/>
                <a:gd name="csX64" fmla="*/ 232176 w 250807"/>
                <a:gd name="csY64" fmla="*/ 315779 h 336799"/>
                <a:gd name="csX65" fmla="*/ 232176 w 250807"/>
                <a:gd name="csY65" fmla="*/ 316735 h 336799"/>
                <a:gd name="csX66" fmla="*/ 233610 w 250807"/>
                <a:gd name="csY66" fmla="*/ 317212 h 336799"/>
                <a:gd name="csX67" fmla="*/ 234565 w 250807"/>
                <a:gd name="csY67" fmla="*/ 318646 h 336799"/>
                <a:gd name="csX68" fmla="*/ 234565 w 250807"/>
                <a:gd name="csY68" fmla="*/ 319601 h 336799"/>
                <a:gd name="csX69" fmla="*/ 234565 w 250807"/>
                <a:gd name="csY69" fmla="*/ 320557 h 336799"/>
                <a:gd name="csX70" fmla="*/ 234565 w 250807"/>
                <a:gd name="csY70" fmla="*/ 320557 h 336799"/>
                <a:gd name="csX71" fmla="*/ 233132 w 250807"/>
                <a:gd name="csY71" fmla="*/ 321990 h 336799"/>
                <a:gd name="csX72" fmla="*/ 231221 w 250807"/>
                <a:gd name="csY72" fmla="*/ 323423 h 336799"/>
                <a:gd name="csX73" fmla="*/ 228832 w 250807"/>
                <a:gd name="csY73" fmla="*/ 323423 h 336799"/>
                <a:gd name="csX74" fmla="*/ 227877 w 250807"/>
                <a:gd name="csY74" fmla="*/ 324378 h 336799"/>
                <a:gd name="csX75" fmla="*/ 227877 w 250807"/>
                <a:gd name="csY75" fmla="*/ 325812 h 336799"/>
                <a:gd name="csX76" fmla="*/ 227877 w 250807"/>
                <a:gd name="csY76" fmla="*/ 325812 h 336799"/>
                <a:gd name="csX77" fmla="*/ 228832 w 250807"/>
                <a:gd name="csY77" fmla="*/ 328200 h 336799"/>
                <a:gd name="csX78" fmla="*/ 228832 w 250807"/>
                <a:gd name="csY78" fmla="*/ 329633 h 336799"/>
                <a:gd name="csX79" fmla="*/ 228355 w 250807"/>
                <a:gd name="csY79" fmla="*/ 332022 h 336799"/>
                <a:gd name="csX80" fmla="*/ 226444 w 250807"/>
                <a:gd name="csY80" fmla="*/ 333933 h 336799"/>
                <a:gd name="csX81" fmla="*/ 223577 w 250807"/>
                <a:gd name="csY81" fmla="*/ 335366 h 336799"/>
                <a:gd name="csX82" fmla="*/ 221189 w 250807"/>
                <a:gd name="csY82" fmla="*/ 336322 h 336799"/>
                <a:gd name="csX83" fmla="*/ 219278 w 250807"/>
                <a:gd name="csY83" fmla="*/ 336322 h 336799"/>
                <a:gd name="csX84" fmla="*/ 219278 w 250807"/>
                <a:gd name="csY84" fmla="*/ 336322 h 336799"/>
                <a:gd name="csX85" fmla="*/ 217367 w 250807"/>
                <a:gd name="csY85" fmla="*/ 336322 h 336799"/>
                <a:gd name="csX86" fmla="*/ 216889 w 250807"/>
                <a:gd name="csY86" fmla="*/ 336799 h 336799"/>
                <a:gd name="csX87" fmla="*/ 214978 w 250807"/>
                <a:gd name="csY87" fmla="*/ 335366 h 336799"/>
                <a:gd name="csX88" fmla="*/ 208768 w 250807"/>
                <a:gd name="csY88" fmla="*/ 331067 h 336799"/>
                <a:gd name="csX89" fmla="*/ 206379 w 250807"/>
                <a:gd name="csY89" fmla="*/ 328678 h 336799"/>
                <a:gd name="csX90" fmla="*/ 203990 w 250807"/>
                <a:gd name="csY90" fmla="*/ 327723 h 336799"/>
                <a:gd name="csX91" fmla="*/ 198258 w 250807"/>
                <a:gd name="csY91" fmla="*/ 323901 h 336799"/>
                <a:gd name="csX92" fmla="*/ 197780 w 250807"/>
                <a:gd name="csY92" fmla="*/ 322945 h 336799"/>
                <a:gd name="csX93" fmla="*/ 197302 w 250807"/>
                <a:gd name="csY93" fmla="*/ 319124 h 336799"/>
                <a:gd name="csX94" fmla="*/ 196347 w 250807"/>
                <a:gd name="csY94" fmla="*/ 318168 h 336799"/>
                <a:gd name="csX95" fmla="*/ 194436 w 250807"/>
                <a:gd name="csY95" fmla="*/ 316735 h 336799"/>
                <a:gd name="csX96" fmla="*/ 189658 w 250807"/>
                <a:gd name="csY96" fmla="*/ 314824 h 336799"/>
                <a:gd name="csX97" fmla="*/ 187748 w 250807"/>
                <a:gd name="csY97" fmla="*/ 313868 h 336799"/>
                <a:gd name="csX98" fmla="*/ 185837 w 250807"/>
                <a:gd name="csY98" fmla="*/ 312435 h 336799"/>
                <a:gd name="csX99" fmla="*/ 182970 w 250807"/>
                <a:gd name="csY99" fmla="*/ 311002 h 336799"/>
                <a:gd name="csX100" fmla="*/ 180104 w 250807"/>
                <a:gd name="csY100" fmla="*/ 308613 h 336799"/>
                <a:gd name="csX101" fmla="*/ 178193 w 250807"/>
                <a:gd name="csY101" fmla="*/ 306702 h 336799"/>
                <a:gd name="csX102" fmla="*/ 175804 w 250807"/>
                <a:gd name="csY102" fmla="*/ 305747 h 336799"/>
                <a:gd name="csX103" fmla="*/ 169594 w 250807"/>
                <a:gd name="csY103" fmla="*/ 303836 h 336799"/>
                <a:gd name="csX104" fmla="*/ 166250 w 250807"/>
                <a:gd name="csY104" fmla="*/ 301925 h 336799"/>
                <a:gd name="csX105" fmla="*/ 160039 w 250807"/>
                <a:gd name="csY105" fmla="*/ 299536 h 336799"/>
                <a:gd name="csX106" fmla="*/ 157651 w 250807"/>
                <a:gd name="csY106" fmla="*/ 298103 h 336799"/>
                <a:gd name="csX107" fmla="*/ 150962 w 250807"/>
                <a:gd name="csY107" fmla="*/ 296192 h 336799"/>
                <a:gd name="csX108" fmla="*/ 149051 w 250807"/>
                <a:gd name="csY108" fmla="*/ 295237 h 336799"/>
                <a:gd name="csX109" fmla="*/ 142841 w 250807"/>
                <a:gd name="csY109" fmla="*/ 290460 h 336799"/>
                <a:gd name="csX110" fmla="*/ 138064 w 250807"/>
                <a:gd name="csY110" fmla="*/ 289026 h 336799"/>
                <a:gd name="csX111" fmla="*/ 134719 w 250807"/>
                <a:gd name="csY111" fmla="*/ 286638 h 336799"/>
                <a:gd name="csX112" fmla="*/ 123732 w 250807"/>
                <a:gd name="csY112" fmla="*/ 280905 h 336799"/>
                <a:gd name="csX113" fmla="*/ 121821 w 250807"/>
                <a:gd name="csY113" fmla="*/ 279472 h 336799"/>
                <a:gd name="csX114" fmla="*/ 120388 w 250807"/>
                <a:gd name="csY114" fmla="*/ 276605 h 336799"/>
                <a:gd name="csX115" fmla="*/ 117999 w 250807"/>
                <a:gd name="csY115" fmla="*/ 275172 h 336799"/>
                <a:gd name="csX116" fmla="*/ 115133 w 250807"/>
                <a:gd name="csY116" fmla="*/ 271351 h 336799"/>
                <a:gd name="csX117" fmla="*/ 111311 w 250807"/>
                <a:gd name="csY117" fmla="*/ 269440 h 336799"/>
                <a:gd name="csX118" fmla="*/ 107489 w 250807"/>
                <a:gd name="csY118" fmla="*/ 266573 h 336799"/>
                <a:gd name="csX119" fmla="*/ 106056 w 250807"/>
                <a:gd name="csY119" fmla="*/ 264185 h 336799"/>
                <a:gd name="csX120" fmla="*/ 103189 w 250807"/>
                <a:gd name="csY120" fmla="*/ 260840 h 336799"/>
                <a:gd name="csX121" fmla="*/ 102712 w 250807"/>
                <a:gd name="csY121" fmla="*/ 258929 h 336799"/>
                <a:gd name="csX122" fmla="*/ 100323 w 250807"/>
                <a:gd name="csY122" fmla="*/ 257019 h 336799"/>
                <a:gd name="csX123" fmla="*/ 99845 w 250807"/>
                <a:gd name="csY123" fmla="*/ 253675 h 336799"/>
                <a:gd name="csX124" fmla="*/ 98412 w 250807"/>
                <a:gd name="csY124" fmla="*/ 252241 h 336799"/>
                <a:gd name="csX125" fmla="*/ 99845 w 250807"/>
                <a:gd name="csY125" fmla="*/ 251286 h 336799"/>
                <a:gd name="csX126" fmla="*/ 100801 w 250807"/>
                <a:gd name="csY126" fmla="*/ 251286 h 336799"/>
                <a:gd name="csX127" fmla="*/ 102234 w 250807"/>
                <a:gd name="csY127" fmla="*/ 245553 h 336799"/>
                <a:gd name="csX128" fmla="*/ 101756 w 250807"/>
                <a:gd name="csY128" fmla="*/ 243164 h 336799"/>
                <a:gd name="csX129" fmla="*/ 97457 w 250807"/>
                <a:gd name="csY129" fmla="*/ 238387 h 336799"/>
                <a:gd name="csX130" fmla="*/ 96024 w 250807"/>
                <a:gd name="csY130" fmla="*/ 235998 h 336799"/>
                <a:gd name="csX131" fmla="*/ 95068 w 250807"/>
                <a:gd name="csY131" fmla="*/ 232654 h 336799"/>
                <a:gd name="csX132" fmla="*/ 93157 w 250807"/>
                <a:gd name="csY132" fmla="*/ 231221 h 336799"/>
                <a:gd name="csX133" fmla="*/ 90769 w 250807"/>
                <a:gd name="csY133" fmla="*/ 227399 h 336799"/>
                <a:gd name="csX134" fmla="*/ 89335 w 250807"/>
                <a:gd name="csY134" fmla="*/ 224055 h 336799"/>
                <a:gd name="csX135" fmla="*/ 86469 w 250807"/>
                <a:gd name="csY135" fmla="*/ 221667 h 336799"/>
                <a:gd name="csX136" fmla="*/ 85513 w 250807"/>
                <a:gd name="csY136" fmla="*/ 220711 h 336799"/>
                <a:gd name="csX137" fmla="*/ 85036 w 250807"/>
                <a:gd name="csY137" fmla="*/ 219756 h 336799"/>
                <a:gd name="csX138" fmla="*/ 83125 w 250807"/>
                <a:gd name="csY138" fmla="*/ 218800 h 336799"/>
                <a:gd name="csX139" fmla="*/ 83125 w 250807"/>
                <a:gd name="csY139" fmla="*/ 216412 h 336799"/>
                <a:gd name="csX140" fmla="*/ 81692 w 250807"/>
                <a:gd name="csY140" fmla="*/ 211634 h 336799"/>
                <a:gd name="csX141" fmla="*/ 79781 w 250807"/>
                <a:gd name="csY141" fmla="*/ 209246 h 336799"/>
                <a:gd name="csX142" fmla="*/ 73570 w 250807"/>
                <a:gd name="csY142" fmla="*/ 204468 h 336799"/>
                <a:gd name="csX143" fmla="*/ 73570 w 250807"/>
                <a:gd name="csY143" fmla="*/ 202557 h 336799"/>
                <a:gd name="csX144" fmla="*/ 73093 w 250807"/>
                <a:gd name="csY144" fmla="*/ 199691 h 336799"/>
                <a:gd name="csX145" fmla="*/ 71659 w 250807"/>
                <a:gd name="csY145" fmla="*/ 196347 h 336799"/>
                <a:gd name="csX146" fmla="*/ 64493 w 250807"/>
                <a:gd name="csY146" fmla="*/ 185837 h 336799"/>
                <a:gd name="csX147" fmla="*/ 62582 w 250807"/>
                <a:gd name="csY147" fmla="*/ 182493 h 336799"/>
                <a:gd name="csX148" fmla="*/ 60671 w 250807"/>
                <a:gd name="csY148" fmla="*/ 177238 h 336799"/>
                <a:gd name="csX149" fmla="*/ 59238 w 250807"/>
                <a:gd name="csY149" fmla="*/ 174371 h 336799"/>
                <a:gd name="csX150" fmla="*/ 57328 w 250807"/>
                <a:gd name="csY150" fmla="*/ 169116 h 336799"/>
                <a:gd name="csX151" fmla="*/ 54939 w 250807"/>
                <a:gd name="csY151" fmla="*/ 165295 h 336799"/>
                <a:gd name="csX152" fmla="*/ 53028 w 250807"/>
                <a:gd name="csY152" fmla="*/ 161950 h 336799"/>
                <a:gd name="csX153" fmla="*/ 51595 w 250807"/>
                <a:gd name="csY153" fmla="*/ 157651 h 336799"/>
                <a:gd name="csX154" fmla="*/ 51117 w 250807"/>
                <a:gd name="csY154" fmla="*/ 155262 h 336799"/>
                <a:gd name="csX155" fmla="*/ 47773 w 250807"/>
                <a:gd name="csY155" fmla="*/ 151440 h 336799"/>
                <a:gd name="csX156" fmla="*/ 46340 w 250807"/>
                <a:gd name="csY156" fmla="*/ 148096 h 336799"/>
                <a:gd name="csX157" fmla="*/ 42996 w 250807"/>
                <a:gd name="csY157" fmla="*/ 145230 h 336799"/>
                <a:gd name="csX158" fmla="*/ 40129 w 250807"/>
                <a:gd name="csY158" fmla="*/ 142841 h 336799"/>
                <a:gd name="csX159" fmla="*/ 39174 w 250807"/>
                <a:gd name="csY159" fmla="*/ 141408 h 336799"/>
                <a:gd name="csX160" fmla="*/ 34874 w 250807"/>
                <a:gd name="csY160" fmla="*/ 133764 h 336799"/>
                <a:gd name="csX161" fmla="*/ 34396 w 250807"/>
                <a:gd name="csY161" fmla="*/ 131376 h 336799"/>
                <a:gd name="csX162" fmla="*/ 31530 w 250807"/>
                <a:gd name="csY162" fmla="*/ 127076 h 336799"/>
                <a:gd name="csX163" fmla="*/ 28664 w 250807"/>
                <a:gd name="csY163" fmla="*/ 124210 h 336799"/>
                <a:gd name="csX164" fmla="*/ 26753 w 250807"/>
                <a:gd name="csY164" fmla="*/ 121821 h 336799"/>
                <a:gd name="csX165" fmla="*/ 24364 w 250807"/>
                <a:gd name="csY165" fmla="*/ 119432 h 336799"/>
                <a:gd name="csX166" fmla="*/ 10510 w 250807"/>
                <a:gd name="csY166" fmla="*/ 112744 h 336799"/>
                <a:gd name="csX167" fmla="*/ 5733 w 250807"/>
                <a:gd name="csY167" fmla="*/ 110356 h 336799"/>
                <a:gd name="csX168" fmla="*/ 3822 w 250807"/>
                <a:gd name="csY168" fmla="*/ 108923 h 336799"/>
                <a:gd name="csX169" fmla="*/ 3344 w 250807"/>
                <a:gd name="csY169" fmla="*/ 107012 h 336799"/>
                <a:gd name="csX170" fmla="*/ 3344 w 250807"/>
                <a:gd name="csY170" fmla="*/ 105578 h 336799"/>
                <a:gd name="csX171" fmla="*/ 4777 w 250807"/>
                <a:gd name="csY171" fmla="*/ 104623 h 336799"/>
                <a:gd name="csX172" fmla="*/ 7166 w 250807"/>
                <a:gd name="csY172" fmla="*/ 105100 h 336799"/>
                <a:gd name="csX173" fmla="*/ 8121 w 250807"/>
                <a:gd name="csY173" fmla="*/ 105100 h 336799"/>
                <a:gd name="csX174" fmla="*/ 9077 w 250807"/>
                <a:gd name="csY174" fmla="*/ 103190 h 336799"/>
                <a:gd name="csX175" fmla="*/ 9077 w 250807"/>
                <a:gd name="csY175" fmla="*/ 101279 h 336799"/>
                <a:gd name="csX176" fmla="*/ 8121 w 250807"/>
                <a:gd name="csY176" fmla="*/ 98412 h 336799"/>
                <a:gd name="csX177" fmla="*/ 3344 w 250807"/>
                <a:gd name="csY177" fmla="*/ 92680 h 336799"/>
                <a:gd name="csX178" fmla="*/ 3822 w 250807"/>
                <a:gd name="csY178" fmla="*/ 91724 h 336799"/>
                <a:gd name="csX179" fmla="*/ 4777 w 250807"/>
                <a:gd name="csY179" fmla="*/ 90291 h 336799"/>
                <a:gd name="csX180" fmla="*/ 2866 w 250807"/>
                <a:gd name="csY180" fmla="*/ 87425 h 336799"/>
                <a:gd name="csX181" fmla="*/ 955 w 250807"/>
                <a:gd name="csY181" fmla="*/ 85514 h 336799"/>
                <a:gd name="csX182" fmla="*/ 0 w 250807"/>
                <a:gd name="csY182" fmla="*/ 83603 h 336799"/>
                <a:gd name="csX183" fmla="*/ 1433 w 250807"/>
                <a:gd name="csY183" fmla="*/ 77392 h 336799"/>
                <a:gd name="csX184" fmla="*/ 2389 w 250807"/>
                <a:gd name="csY184" fmla="*/ 75959 h 336799"/>
                <a:gd name="csX185" fmla="*/ 9077 w 250807"/>
                <a:gd name="csY185" fmla="*/ 69271 h 336799"/>
                <a:gd name="csX186" fmla="*/ 10988 w 250807"/>
                <a:gd name="csY186" fmla="*/ 66405 h 336799"/>
                <a:gd name="csX187" fmla="*/ 13854 w 250807"/>
                <a:gd name="csY187" fmla="*/ 64971 h 336799"/>
                <a:gd name="csX188" fmla="*/ 16721 w 250807"/>
                <a:gd name="csY188" fmla="*/ 62583 h 336799"/>
                <a:gd name="csX189" fmla="*/ 20064 w 250807"/>
                <a:gd name="csY189" fmla="*/ 60672 h 336799"/>
                <a:gd name="csX190" fmla="*/ 20542 w 250807"/>
                <a:gd name="csY190" fmla="*/ 60672 h 336799"/>
                <a:gd name="csX191" fmla="*/ 21020 w 250807"/>
                <a:gd name="csY191" fmla="*/ 61150 h 336799"/>
                <a:gd name="csX192" fmla="*/ 21020 w 250807"/>
                <a:gd name="csY192" fmla="*/ 61150 h 336799"/>
                <a:gd name="csX193" fmla="*/ 21020 w 250807"/>
                <a:gd name="csY193" fmla="*/ 61627 h 336799"/>
                <a:gd name="csX194" fmla="*/ 21498 w 250807"/>
                <a:gd name="csY194" fmla="*/ 62583 h 336799"/>
                <a:gd name="csX195" fmla="*/ 21975 w 250807"/>
                <a:gd name="csY195" fmla="*/ 63060 h 336799"/>
                <a:gd name="csX196" fmla="*/ 21975 w 250807"/>
                <a:gd name="csY196" fmla="*/ 64016 h 336799"/>
                <a:gd name="csX197" fmla="*/ 21975 w 250807"/>
                <a:gd name="csY197" fmla="*/ 64016 h 336799"/>
                <a:gd name="csX198" fmla="*/ 22453 w 250807"/>
                <a:gd name="csY198" fmla="*/ 64493 h 336799"/>
                <a:gd name="csX199" fmla="*/ 22453 w 250807"/>
                <a:gd name="csY199" fmla="*/ 65449 h 336799"/>
                <a:gd name="csX200" fmla="*/ 22453 w 250807"/>
                <a:gd name="csY200" fmla="*/ 66405 h 336799"/>
                <a:gd name="csX201" fmla="*/ 21975 w 250807"/>
                <a:gd name="csY201" fmla="*/ 66882 h 336799"/>
                <a:gd name="csX202" fmla="*/ 22453 w 250807"/>
                <a:gd name="csY202" fmla="*/ 67838 h 336799"/>
                <a:gd name="csX203" fmla="*/ 22931 w 250807"/>
                <a:gd name="csY203" fmla="*/ 68793 h 336799"/>
                <a:gd name="csX204" fmla="*/ 22931 w 250807"/>
                <a:gd name="csY204" fmla="*/ 69271 h 336799"/>
                <a:gd name="csX205" fmla="*/ 22931 w 250807"/>
                <a:gd name="csY205" fmla="*/ 69749 h 336799"/>
                <a:gd name="csX206" fmla="*/ 21975 w 250807"/>
                <a:gd name="csY206" fmla="*/ 70226 h 336799"/>
                <a:gd name="csX207" fmla="*/ 21498 w 250807"/>
                <a:gd name="csY207" fmla="*/ 70704 h 336799"/>
                <a:gd name="csX208" fmla="*/ 21498 w 250807"/>
                <a:gd name="csY208" fmla="*/ 70704 h 336799"/>
                <a:gd name="csX209" fmla="*/ 20542 w 250807"/>
                <a:gd name="csY209" fmla="*/ 71659 h 336799"/>
                <a:gd name="csX210" fmla="*/ 19587 w 250807"/>
                <a:gd name="csY210" fmla="*/ 71659 h 336799"/>
                <a:gd name="csX211" fmla="*/ 18154 w 250807"/>
                <a:gd name="csY211" fmla="*/ 71182 h 336799"/>
                <a:gd name="csX212" fmla="*/ 16721 w 250807"/>
                <a:gd name="csY212" fmla="*/ 71659 h 336799"/>
                <a:gd name="csX213" fmla="*/ 16721 w 250807"/>
                <a:gd name="csY213" fmla="*/ 71659 h 336799"/>
                <a:gd name="csX214" fmla="*/ 16721 w 250807"/>
                <a:gd name="csY214" fmla="*/ 72615 h 336799"/>
                <a:gd name="csX215" fmla="*/ 16721 w 250807"/>
                <a:gd name="csY215" fmla="*/ 73570 h 336799"/>
                <a:gd name="csX216" fmla="*/ 16721 w 250807"/>
                <a:gd name="csY216" fmla="*/ 74526 h 336799"/>
                <a:gd name="csX217" fmla="*/ 17676 w 250807"/>
                <a:gd name="csY217" fmla="*/ 75004 h 336799"/>
                <a:gd name="csX218" fmla="*/ 19587 w 250807"/>
                <a:gd name="csY218" fmla="*/ 75481 h 336799"/>
                <a:gd name="csX219" fmla="*/ 17676 w 250807"/>
                <a:gd name="csY219" fmla="*/ 77392 h 336799"/>
                <a:gd name="csX220" fmla="*/ 16721 w 250807"/>
                <a:gd name="csY220" fmla="*/ 78825 h 336799"/>
                <a:gd name="csX221" fmla="*/ 17198 w 250807"/>
                <a:gd name="csY221" fmla="*/ 79303 h 336799"/>
                <a:gd name="csX222" fmla="*/ 18154 w 250807"/>
                <a:gd name="csY222" fmla="*/ 79781 h 336799"/>
                <a:gd name="csX223" fmla="*/ 19109 w 250807"/>
                <a:gd name="csY223" fmla="*/ 79781 h 336799"/>
                <a:gd name="csX224" fmla="*/ 21020 w 250807"/>
                <a:gd name="csY224" fmla="*/ 79303 h 336799"/>
                <a:gd name="csX225" fmla="*/ 21975 w 250807"/>
                <a:gd name="csY225" fmla="*/ 77870 h 336799"/>
                <a:gd name="csX226" fmla="*/ 22931 w 250807"/>
                <a:gd name="csY226" fmla="*/ 77392 h 336799"/>
                <a:gd name="csX227" fmla="*/ 23886 w 250807"/>
                <a:gd name="csY227" fmla="*/ 76915 h 336799"/>
                <a:gd name="csX228" fmla="*/ 25320 w 250807"/>
                <a:gd name="csY228" fmla="*/ 77392 h 336799"/>
                <a:gd name="csX229" fmla="*/ 26753 w 250807"/>
                <a:gd name="csY229" fmla="*/ 78348 h 336799"/>
                <a:gd name="csX230" fmla="*/ 27230 w 250807"/>
                <a:gd name="csY230" fmla="*/ 78825 h 336799"/>
                <a:gd name="csX231" fmla="*/ 29619 w 250807"/>
                <a:gd name="csY231" fmla="*/ 79781 h 336799"/>
                <a:gd name="csX232" fmla="*/ 30575 w 250807"/>
                <a:gd name="csY232" fmla="*/ 80259 h 336799"/>
                <a:gd name="csX233" fmla="*/ 32486 w 250807"/>
                <a:gd name="csY233" fmla="*/ 80259 h 336799"/>
                <a:gd name="csX234" fmla="*/ 33919 w 250807"/>
                <a:gd name="csY234" fmla="*/ 79781 h 336799"/>
                <a:gd name="csX235" fmla="*/ 34874 w 250807"/>
                <a:gd name="csY235" fmla="*/ 80736 h 336799"/>
                <a:gd name="csX236" fmla="*/ 36307 w 250807"/>
                <a:gd name="csY236" fmla="*/ 81214 h 336799"/>
                <a:gd name="csX237" fmla="*/ 36307 w 250807"/>
                <a:gd name="csY237" fmla="*/ 83603 h 336799"/>
                <a:gd name="csX238" fmla="*/ 37263 w 250807"/>
                <a:gd name="csY238" fmla="*/ 85514 h 336799"/>
                <a:gd name="csX239" fmla="*/ 38696 w 250807"/>
                <a:gd name="csY239" fmla="*/ 86947 h 336799"/>
                <a:gd name="csX240" fmla="*/ 40129 w 250807"/>
                <a:gd name="csY240" fmla="*/ 88380 h 336799"/>
                <a:gd name="csX241" fmla="*/ 41085 w 250807"/>
                <a:gd name="csY241" fmla="*/ 88858 h 336799"/>
                <a:gd name="csX242" fmla="*/ 42996 w 250807"/>
                <a:gd name="csY242" fmla="*/ 88858 h 336799"/>
                <a:gd name="csX243" fmla="*/ 44906 w 250807"/>
                <a:gd name="csY243" fmla="*/ 89335 h 336799"/>
                <a:gd name="csX244" fmla="*/ 45862 w 250807"/>
                <a:gd name="csY244" fmla="*/ 88858 h 336799"/>
                <a:gd name="csX245" fmla="*/ 46817 w 250807"/>
                <a:gd name="csY245" fmla="*/ 87902 h 336799"/>
                <a:gd name="csX246" fmla="*/ 46817 w 250807"/>
                <a:gd name="csY246" fmla="*/ 87425 h 336799"/>
                <a:gd name="csX247" fmla="*/ 48251 w 250807"/>
                <a:gd name="csY247" fmla="*/ 86947 h 336799"/>
                <a:gd name="csX248" fmla="*/ 48251 w 250807"/>
                <a:gd name="csY248" fmla="*/ 86469 h 336799"/>
                <a:gd name="csX249" fmla="*/ 47773 w 250807"/>
                <a:gd name="csY249" fmla="*/ 85514 h 336799"/>
                <a:gd name="csX250" fmla="*/ 48251 w 250807"/>
                <a:gd name="csY250" fmla="*/ 84558 h 336799"/>
                <a:gd name="csX251" fmla="*/ 49206 w 250807"/>
                <a:gd name="csY251" fmla="*/ 83603 h 336799"/>
                <a:gd name="csX252" fmla="*/ 51595 w 250807"/>
                <a:gd name="csY252" fmla="*/ 82170 h 336799"/>
                <a:gd name="csX253" fmla="*/ 52550 w 250807"/>
                <a:gd name="csY253" fmla="*/ 81692 h 336799"/>
                <a:gd name="csX254" fmla="*/ 53028 w 250807"/>
                <a:gd name="csY254" fmla="*/ 80736 h 336799"/>
                <a:gd name="csX255" fmla="*/ 53505 w 250807"/>
                <a:gd name="csY255" fmla="*/ 79781 h 336799"/>
                <a:gd name="csX256" fmla="*/ 53028 w 250807"/>
                <a:gd name="csY256" fmla="*/ 79303 h 336799"/>
                <a:gd name="csX257" fmla="*/ 52550 w 250807"/>
                <a:gd name="csY257" fmla="*/ 78348 h 336799"/>
                <a:gd name="csX258" fmla="*/ 53028 w 250807"/>
                <a:gd name="csY258" fmla="*/ 77392 h 336799"/>
                <a:gd name="csX259" fmla="*/ 53505 w 250807"/>
                <a:gd name="csY259" fmla="*/ 75959 h 336799"/>
                <a:gd name="csX260" fmla="*/ 54461 w 250807"/>
                <a:gd name="csY260" fmla="*/ 74526 h 336799"/>
                <a:gd name="csX261" fmla="*/ 54939 w 250807"/>
                <a:gd name="csY261" fmla="*/ 72137 h 336799"/>
                <a:gd name="csX262" fmla="*/ 55416 w 250807"/>
                <a:gd name="csY262" fmla="*/ 71182 h 336799"/>
                <a:gd name="csX263" fmla="*/ 56372 w 250807"/>
                <a:gd name="csY263" fmla="*/ 70704 h 336799"/>
                <a:gd name="csX264" fmla="*/ 56372 w 250807"/>
                <a:gd name="csY264" fmla="*/ 69749 h 336799"/>
                <a:gd name="csX265" fmla="*/ 56850 w 250807"/>
                <a:gd name="csY265" fmla="*/ 68793 h 336799"/>
                <a:gd name="csX266" fmla="*/ 57805 w 250807"/>
                <a:gd name="csY266" fmla="*/ 67360 h 336799"/>
                <a:gd name="csX267" fmla="*/ 57805 w 250807"/>
                <a:gd name="csY267" fmla="*/ 66405 h 336799"/>
                <a:gd name="csX268" fmla="*/ 58283 w 250807"/>
                <a:gd name="csY268" fmla="*/ 65449 h 336799"/>
                <a:gd name="csX269" fmla="*/ 58283 w 250807"/>
                <a:gd name="csY269" fmla="*/ 64016 h 336799"/>
                <a:gd name="csX270" fmla="*/ 59238 w 250807"/>
                <a:gd name="csY270" fmla="*/ 61150 h 336799"/>
                <a:gd name="csX271" fmla="*/ 59238 w 250807"/>
                <a:gd name="csY271" fmla="*/ 60672 h 336799"/>
                <a:gd name="csX272" fmla="*/ 59716 w 250807"/>
                <a:gd name="csY272" fmla="*/ 60672 h 336799"/>
                <a:gd name="csX273" fmla="*/ 60671 w 250807"/>
                <a:gd name="csY273" fmla="*/ 60672 h 336799"/>
                <a:gd name="csX274" fmla="*/ 61149 w 250807"/>
                <a:gd name="csY274" fmla="*/ 61150 h 336799"/>
                <a:gd name="csX275" fmla="*/ 61627 w 250807"/>
                <a:gd name="csY275" fmla="*/ 62105 h 336799"/>
                <a:gd name="csX276" fmla="*/ 61627 w 250807"/>
                <a:gd name="csY276" fmla="*/ 62105 h 336799"/>
                <a:gd name="csX277" fmla="*/ 62582 w 250807"/>
                <a:gd name="csY277" fmla="*/ 62105 h 336799"/>
                <a:gd name="csX278" fmla="*/ 63060 w 250807"/>
                <a:gd name="csY278" fmla="*/ 61627 h 336799"/>
                <a:gd name="csX279" fmla="*/ 63060 w 250807"/>
                <a:gd name="csY279" fmla="*/ 61150 h 336799"/>
                <a:gd name="csX280" fmla="*/ 62582 w 250807"/>
                <a:gd name="csY280" fmla="*/ 60672 h 336799"/>
                <a:gd name="csX281" fmla="*/ 62582 w 250807"/>
                <a:gd name="csY281" fmla="*/ 60194 h 336799"/>
                <a:gd name="csX282" fmla="*/ 62582 w 250807"/>
                <a:gd name="csY282" fmla="*/ 59716 h 336799"/>
                <a:gd name="csX283" fmla="*/ 64016 w 250807"/>
                <a:gd name="csY283" fmla="*/ 58761 h 336799"/>
                <a:gd name="csX284" fmla="*/ 64971 w 250807"/>
                <a:gd name="csY284" fmla="*/ 57328 h 336799"/>
                <a:gd name="csX285" fmla="*/ 67360 w 250807"/>
                <a:gd name="csY285" fmla="*/ 54461 h 336799"/>
                <a:gd name="csX286" fmla="*/ 69271 w 250807"/>
                <a:gd name="csY286" fmla="*/ 53028 h 336799"/>
                <a:gd name="csX287" fmla="*/ 73093 w 250807"/>
                <a:gd name="csY287" fmla="*/ 52073 h 336799"/>
                <a:gd name="csX288" fmla="*/ 75959 w 250807"/>
                <a:gd name="csY288" fmla="*/ 51117 h 336799"/>
                <a:gd name="csX289" fmla="*/ 78825 w 250807"/>
                <a:gd name="csY289" fmla="*/ 50162 h 336799"/>
                <a:gd name="csX290" fmla="*/ 83125 w 250807"/>
                <a:gd name="csY290" fmla="*/ 48728 h 336799"/>
                <a:gd name="csX291" fmla="*/ 88380 w 250807"/>
                <a:gd name="csY291" fmla="*/ 46818 h 336799"/>
                <a:gd name="csX292" fmla="*/ 92679 w 250807"/>
                <a:gd name="csY292" fmla="*/ 45384 h 336799"/>
                <a:gd name="csX293" fmla="*/ 96024 w 250807"/>
                <a:gd name="csY293" fmla="*/ 42996 h 336799"/>
                <a:gd name="csX294" fmla="*/ 98890 w 250807"/>
                <a:gd name="csY294" fmla="*/ 41563 h 336799"/>
                <a:gd name="csX295" fmla="*/ 101278 w 250807"/>
                <a:gd name="csY295" fmla="*/ 39652 h 336799"/>
                <a:gd name="csX296" fmla="*/ 104145 w 250807"/>
                <a:gd name="csY296" fmla="*/ 37741 h 336799"/>
                <a:gd name="csX297" fmla="*/ 108444 w 250807"/>
                <a:gd name="csY297" fmla="*/ 33441 h 336799"/>
                <a:gd name="csX298" fmla="*/ 110833 w 250807"/>
                <a:gd name="csY298" fmla="*/ 30575 h 336799"/>
                <a:gd name="csX299" fmla="*/ 113222 w 250807"/>
                <a:gd name="csY299" fmla="*/ 28186 h 336799"/>
                <a:gd name="csX300" fmla="*/ 114655 w 250807"/>
                <a:gd name="csY300" fmla="*/ 26753 h 336799"/>
                <a:gd name="csX301" fmla="*/ 115610 w 250807"/>
                <a:gd name="csY301" fmla="*/ 22931 h 336799"/>
                <a:gd name="csX302" fmla="*/ 117044 w 250807"/>
                <a:gd name="csY302" fmla="*/ 18632 h 336799"/>
                <a:gd name="csX303" fmla="*/ 117521 w 250807"/>
                <a:gd name="csY303" fmla="*/ 16721 h 336799"/>
                <a:gd name="csX304" fmla="*/ 117521 w 250807"/>
                <a:gd name="csY304" fmla="*/ 15765 h 336799"/>
                <a:gd name="csX305" fmla="*/ 118477 w 250807"/>
                <a:gd name="csY305" fmla="*/ 16243 h 336799"/>
                <a:gd name="csX306" fmla="*/ 118954 w 250807"/>
                <a:gd name="csY306" fmla="*/ 16721 h 336799"/>
                <a:gd name="csX307" fmla="*/ 118954 w 250807"/>
                <a:gd name="csY307" fmla="*/ 16721 h 336799"/>
                <a:gd name="csX308" fmla="*/ 119432 w 250807"/>
                <a:gd name="csY308" fmla="*/ 16721 h 336799"/>
                <a:gd name="csX309" fmla="*/ 120388 w 250807"/>
                <a:gd name="csY309" fmla="*/ 16721 h 336799"/>
                <a:gd name="csX310" fmla="*/ 120865 w 250807"/>
                <a:gd name="csY310" fmla="*/ 16721 h 336799"/>
                <a:gd name="csX311" fmla="*/ 120865 w 250807"/>
                <a:gd name="csY311" fmla="*/ 16243 h 336799"/>
                <a:gd name="csX312" fmla="*/ 120865 w 250807"/>
                <a:gd name="csY312" fmla="*/ 16243 h 336799"/>
                <a:gd name="csX313" fmla="*/ 120388 w 250807"/>
                <a:gd name="csY313" fmla="*/ 11943 h 336799"/>
                <a:gd name="csX314" fmla="*/ 120388 w 250807"/>
                <a:gd name="csY314" fmla="*/ 10988 h 336799"/>
                <a:gd name="csX315" fmla="*/ 120865 w 250807"/>
                <a:gd name="csY315" fmla="*/ 10032 h 336799"/>
                <a:gd name="csX316" fmla="*/ 120388 w 250807"/>
                <a:gd name="csY316" fmla="*/ 9077 h 336799"/>
                <a:gd name="csX317" fmla="*/ 119432 w 250807"/>
                <a:gd name="csY317" fmla="*/ 8599 h 336799"/>
                <a:gd name="csX318" fmla="*/ 117521 w 250807"/>
                <a:gd name="csY318" fmla="*/ 6688 h 336799"/>
                <a:gd name="csX319" fmla="*/ 116566 w 250807"/>
                <a:gd name="csY319" fmla="*/ 4777 h 336799"/>
                <a:gd name="csX320" fmla="*/ 116088 w 250807"/>
                <a:gd name="csY320" fmla="*/ 3822 h 336799"/>
                <a:gd name="csX321" fmla="*/ 114655 w 250807"/>
                <a:gd name="csY321" fmla="*/ 2867 h 336799"/>
                <a:gd name="csX322" fmla="*/ 113222 w 250807"/>
                <a:gd name="csY322" fmla="*/ 1911 h 336799"/>
                <a:gd name="csX323" fmla="*/ 113222 w 250807"/>
                <a:gd name="csY323" fmla="*/ 1433 h 336799"/>
                <a:gd name="csX324" fmla="*/ 114177 w 250807"/>
                <a:gd name="csY324" fmla="*/ 1433 h 336799"/>
                <a:gd name="csX325" fmla="*/ 116566 w 250807"/>
                <a:gd name="csY325" fmla="*/ 1911 h 336799"/>
                <a:gd name="csX326" fmla="*/ 117999 w 250807"/>
                <a:gd name="csY326" fmla="*/ 1911 h 336799"/>
                <a:gd name="csX327" fmla="*/ 118954 w 250807"/>
                <a:gd name="csY327" fmla="*/ 1911 h 336799"/>
                <a:gd name="csX328" fmla="*/ 120388 w 250807"/>
                <a:gd name="csY328" fmla="*/ 956 h 336799"/>
                <a:gd name="csX329" fmla="*/ 120388 w 250807"/>
                <a:gd name="csY329" fmla="*/ 956 h 336799"/>
                <a:gd name="csX330" fmla="*/ 121343 w 250807"/>
                <a:gd name="csY330" fmla="*/ 0 h 336799"/>
                <a:gd name="csX331" fmla="*/ 122299 w 250807"/>
                <a:gd name="csY331" fmla="*/ 0 h 336799"/>
                <a:gd name="csX332" fmla="*/ 123254 w 250807"/>
                <a:gd name="csY332" fmla="*/ 0 h 336799"/>
                <a:gd name="csX333" fmla="*/ 124687 w 250807"/>
                <a:gd name="csY333" fmla="*/ 1433 h 336799"/>
                <a:gd name="csX334" fmla="*/ 125643 w 250807"/>
                <a:gd name="csY334" fmla="*/ 1911 h 336799"/>
                <a:gd name="csX335" fmla="*/ 127076 w 250807"/>
                <a:gd name="csY335" fmla="*/ 2389 h 336799"/>
                <a:gd name="csX336" fmla="*/ 128031 w 250807"/>
                <a:gd name="csY336" fmla="*/ 2867 h 336799"/>
                <a:gd name="csX337" fmla="*/ 128987 w 250807"/>
                <a:gd name="csY337" fmla="*/ 2867 h 336799"/>
                <a:gd name="csX338" fmla="*/ 129942 w 250807"/>
                <a:gd name="csY338" fmla="*/ 2867 h 336799"/>
                <a:gd name="csX339" fmla="*/ 129942 w 250807"/>
                <a:gd name="csY339" fmla="*/ 3822 h 336799"/>
                <a:gd name="csX340" fmla="*/ 130898 w 250807"/>
                <a:gd name="csY340" fmla="*/ 4777 h 336799"/>
                <a:gd name="csX341" fmla="*/ 131853 w 250807"/>
                <a:gd name="csY341" fmla="*/ 5255 h 336799"/>
                <a:gd name="csX342" fmla="*/ 133286 w 250807"/>
                <a:gd name="csY342" fmla="*/ 5733 h 336799"/>
                <a:gd name="csX343" fmla="*/ 134719 w 250807"/>
                <a:gd name="csY343" fmla="*/ 7166 h 336799"/>
                <a:gd name="csX344" fmla="*/ 135675 w 250807"/>
                <a:gd name="csY344" fmla="*/ 7644 h 336799"/>
                <a:gd name="csX345" fmla="*/ 136631 w 250807"/>
                <a:gd name="csY345" fmla="*/ 8599 h 336799"/>
                <a:gd name="csX346" fmla="*/ 137108 w 250807"/>
                <a:gd name="csY346" fmla="*/ 9077 h 336799"/>
                <a:gd name="csX347" fmla="*/ 137586 w 250807"/>
                <a:gd name="csY347" fmla="*/ 9555 h 336799"/>
                <a:gd name="csX348" fmla="*/ 137586 w 250807"/>
                <a:gd name="csY348" fmla="*/ 10510 h 336799"/>
                <a:gd name="csX349" fmla="*/ 138064 w 250807"/>
                <a:gd name="csY349" fmla="*/ 11466 h 336799"/>
                <a:gd name="csX350" fmla="*/ 138542 w 250807"/>
                <a:gd name="csY350" fmla="*/ 12899 h 336799"/>
                <a:gd name="csX351" fmla="*/ 139019 w 250807"/>
                <a:gd name="csY351" fmla="*/ 13854 h 336799"/>
                <a:gd name="csX352" fmla="*/ 139019 w 250807"/>
                <a:gd name="csY352" fmla="*/ 14332 h 336799"/>
                <a:gd name="csX353" fmla="*/ 139975 w 250807"/>
                <a:gd name="csY353" fmla="*/ 15765 h 336799"/>
                <a:gd name="csX354" fmla="*/ 140930 w 250807"/>
                <a:gd name="csY354" fmla="*/ 16721 h 336799"/>
                <a:gd name="csX355" fmla="*/ 140930 w 250807"/>
                <a:gd name="csY355" fmla="*/ 16721 h 336799"/>
                <a:gd name="csX356" fmla="*/ 141885 w 250807"/>
                <a:gd name="csY356" fmla="*/ 17198 h 336799"/>
                <a:gd name="csX357" fmla="*/ 141885 w 250807"/>
                <a:gd name="csY357" fmla="*/ 17198 h 336799"/>
                <a:gd name="csX358" fmla="*/ 144752 w 250807"/>
                <a:gd name="csY358" fmla="*/ 17676 h 336799"/>
                <a:gd name="csX359" fmla="*/ 145707 w 250807"/>
                <a:gd name="csY359" fmla="*/ 19109 h 336799"/>
                <a:gd name="csX360" fmla="*/ 147141 w 250807"/>
                <a:gd name="csY360" fmla="*/ 19587 h 336799"/>
                <a:gd name="csX361" fmla="*/ 148096 w 250807"/>
                <a:gd name="csY361" fmla="*/ 21020 h 336799"/>
                <a:gd name="csX362" fmla="*/ 149529 w 250807"/>
                <a:gd name="csY362" fmla="*/ 21020 h 336799"/>
                <a:gd name="csX363" fmla="*/ 150962 w 250807"/>
                <a:gd name="csY363" fmla="*/ 21020 h 336799"/>
                <a:gd name="csX364" fmla="*/ 152396 w 250807"/>
                <a:gd name="csY364" fmla="*/ 21976 h 336799"/>
                <a:gd name="csX365" fmla="*/ 153351 w 250807"/>
                <a:gd name="csY365" fmla="*/ 22931 h 336799"/>
                <a:gd name="csX366" fmla="*/ 154307 w 250807"/>
                <a:gd name="csY366" fmla="*/ 24364 h 336799"/>
                <a:gd name="csX367" fmla="*/ 154307 w 250807"/>
                <a:gd name="csY367" fmla="*/ 24364 h 336799"/>
                <a:gd name="csX368" fmla="*/ 155262 w 250807"/>
                <a:gd name="csY368" fmla="*/ 25320 h 336799"/>
                <a:gd name="csX369" fmla="*/ 155740 w 250807"/>
                <a:gd name="csY369" fmla="*/ 26753 h 336799"/>
                <a:gd name="csX370" fmla="*/ 155262 w 250807"/>
                <a:gd name="csY370" fmla="*/ 28664 h 336799"/>
                <a:gd name="csX371" fmla="*/ 155262 w 250807"/>
                <a:gd name="csY371" fmla="*/ 29142 h 336799"/>
                <a:gd name="csX372" fmla="*/ 155740 w 250807"/>
                <a:gd name="csY372" fmla="*/ 29619 h 336799"/>
                <a:gd name="csX373" fmla="*/ 155740 w 250807"/>
                <a:gd name="csY373" fmla="*/ 29619 h 336799"/>
                <a:gd name="csX374" fmla="*/ 156695 w 250807"/>
                <a:gd name="csY374" fmla="*/ 30575 h 336799"/>
                <a:gd name="csX375" fmla="*/ 158606 w 250807"/>
                <a:gd name="csY375" fmla="*/ 31530 h 336799"/>
                <a:gd name="csX376" fmla="*/ 160039 w 250807"/>
                <a:gd name="csY376" fmla="*/ 31052 h 336799"/>
                <a:gd name="csX377" fmla="*/ 160995 w 250807"/>
                <a:gd name="csY377" fmla="*/ 31530 h 336799"/>
                <a:gd name="csX378" fmla="*/ 161472 w 250807"/>
                <a:gd name="csY378" fmla="*/ 32486 h 336799"/>
                <a:gd name="csX379" fmla="*/ 161950 w 250807"/>
                <a:gd name="csY379" fmla="*/ 32963 h 336799"/>
                <a:gd name="csX380" fmla="*/ 162428 w 250807"/>
                <a:gd name="csY380" fmla="*/ 35352 h 336799"/>
                <a:gd name="csX381" fmla="*/ 162906 w 250807"/>
                <a:gd name="csY381" fmla="*/ 36785 h 336799"/>
                <a:gd name="csX382" fmla="*/ 162428 w 250807"/>
                <a:gd name="csY382" fmla="*/ 38218 h 336799"/>
                <a:gd name="csX383" fmla="*/ 161950 w 250807"/>
                <a:gd name="csY383" fmla="*/ 39174 h 336799"/>
                <a:gd name="csX384" fmla="*/ 162428 w 250807"/>
                <a:gd name="csY384" fmla="*/ 40607 h 336799"/>
                <a:gd name="csX385" fmla="*/ 162428 w 250807"/>
                <a:gd name="csY385" fmla="*/ 40607 h 336799"/>
                <a:gd name="csX386" fmla="*/ 164339 w 250807"/>
                <a:gd name="csY386" fmla="*/ 41085 h 336799"/>
                <a:gd name="csX387" fmla="*/ 165772 w 250807"/>
                <a:gd name="csY387" fmla="*/ 41563 h 336799"/>
                <a:gd name="csX388" fmla="*/ 166727 w 250807"/>
                <a:gd name="csY388" fmla="*/ 42518 h 336799"/>
                <a:gd name="csX389" fmla="*/ 167683 w 250807"/>
                <a:gd name="csY389" fmla="*/ 42518 h 336799"/>
                <a:gd name="csX390" fmla="*/ 169116 w 250807"/>
                <a:gd name="csY390" fmla="*/ 42518 h 336799"/>
                <a:gd name="csX391" fmla="*/ 171027 w 250807"/>
                <a:gd name="csY391" fmla="*/ 42518 h 336799"/>
                <a:gd name="csX392" fmla="*/ 172460 w 250807"/>
                <a:gd name="csY392" fmla="*/ 42040 h 336799"/>
                <a:gd name="csX393" fmla="*/ 172938 w 250807"/>
                <a:gd name="csY393" fmla="*/ 41563 h 336799"/>
                <a:gd name="csX394" fmla="*/ 173893 w 250807"/>
                <a:gd name="csY394" fmla="*/ 42040 h 336799"/>
                <a:gd name="csX395" fmla="*/ 175326 w 250807"/>
                <a:gd name="csY395" fmla="*/ 42518 h 336799"/>
                <a:gd name="csX396" fmla="*/ 175804 w 250807"/>
                <a:gd name="csY396" fmla="*/ 42518 h 336799"/>
                <a:gd name="csX397" fmla="*/ 177715 w 250807"/>
                <a:gd name="csY397" fmla="*/ 42996 h 336799"/>
                <a:gd name="csX398" fmla="*/ 179149 w 250807"/>
                <a:gd name="csY398" fmla="*/ 42518 h 336799"/>
                <a:gd name="csX399" fmla="*/ 181059 w 250807"/>
                <a:gd name="csY399" fmla="*/ 42518 h 336799"/>
                <a:gd name="csX400" fmla="*/ 182492 w 250807"/>
                <a:gd name="csY400" fmla="*/ 42040 h 336799"/>
                <a:gd name="csX401" fmla="*/ 184403 w 250807"/>
                <a:gd name="csY401" fmla="*/ 41085 h 336799"/>
                <a:gd name="csX402" fmla="*/ 184403 w 250807"/>
                <a:gd name="csY402" fmla="*/ 41085 h 336799"/>
                <a:gd name="csX403" fmla="*/ 185837 w 250807"/>
                <a:gd name="csY403" fmla="*/ 41085 h 336799"/>
                <a:gd name="csX404" fmla="*/ 186792 w 250807"/>
                <a:gd name="csY404" fmla="*/ 40607 h 336799"/>
                <a:gd name="csX405" fmla="*/ 187748 w 250807"/>
                <a:gd name="csY405" fmla="*/ 39652 h 336799"/>
                <a:gd name="csX406" fmla="*/ 189181 w 250807"/>
                <a:gd name="csY406" fmla="*/ 38218 h 336799"/>
                <a:gd name="csX407" fmla="*/ 190136 w 250807"/>
                <a:gd name="csY407" fmla="*/ 38218 h 336799"/>
                <a:gd name="csX408" fmla="*/ 191569 w 250807"/>
                <a:gd name="csY408" fmla="*/ 38696 h 336799"/>
                <a:gd name="csX409" fmla="*/ 193958 w 250807"/>
                <a:gd name="csY409" fmla="*/ 39652 h 336799"/>
                <a:gd name="csX410" fmla="*/ 195391 w 250807"/>
                <a:gd name="csY410" fmla="*/ 40607 h 336799"/>
                <a:gd name="csX411" fmla="*/ 195391 w 250807"/>
                <a:gd name="csY411" fmla="*/ 40607 h 336799"/>
                <a:gd name="csX412" fmla="*/ 195869 w 250807"/>
                <a:gd name="csY412" fmla="*/ 40607 h 336799"/>
                <a:gd name="csX413" fmla="*/ 196347 w 250807"/>
                <a:gd name="csY413" fmla="*/ 40607 h 336799"/>
                <a:gd name="csX414" fmla="*/ 197302 w 250807"/>
                <a:gd name="csY414" fmla="*/ 41563 h 336799"/>
                <a:gd name="csX415" fmla="*/ 199213 w 250807"/>
                <a:gd name="csY415" fmla="*/ 41563 h 336799"/>
                <a:gd name="csX416" fmla="*/ 201124 w 250807"/>
                <a:gd name="csY416" fmla="*/ 41085 h 336799"/>
                <a:gd name="csX417" fmla="*/ 203035 w 250807"/>
                <a:gd name="csY417" fmla="*/ 39652 h 336799"/>
                <a:gd name="csX418" fmla="*/ 204468 w 250807"/>
                <a:gd name="csY418" fmla="*/ 39652 h 336799"/>
                <a:gd name="csX419" fmla="*/ 205901 w 250807"/>
                <a:gd name="csY419" fmla="*/ 39174 h 336799"/>
                <a:gd name="csX420" fmla="*/ 206857 w 250807"/>
                <a:gd name="csY420" fmla="*/ 39174 h 336799"/>
                <a:gd name="csX421" fmla="*/ 211156 w 250807"/>
                <a:gd name="csY421" fmla="*/ 41563 h 336799"/>
                <a:gd name="csX422" fmla="*/ 212112 w 250807"/>
                <a:gd name="csY422" fmla="*/ 42518 h 336799"/>
                <a:gd name="csX423" fmla="*/ 213545 w 250807"/>
                <a:gd name="csY423" fmla="*/ 42996 h 336799"/>
                <a:gd name="csX424" fmla="*/ 214500 w 250807"/>
                <a:gd name="csY424" fmla="*/ 43474 h 336799"/>
                <a:gd name="csX425" fmla="*/ 216889 w 250807"/>
                <a:gd name="csY425" fmla="*/ 44429 h 336799"/>
                <a:gd name="csX426" fmla="*/ 217845 w 250807"/>
                <a:gd name="csY426" fmla="*/ 44907 h 336799"/>
                <a:gd name="csX427" fmla="*/ 219278 w 250807"/>
                <a:gd name="csY427" fmla="*/ 45384 h 336799"/>
                <a:gd name="csX428" fmla="*/ 220233 w 250807"/>
                <a:gd name="csY428" fmla="*/ 46340 h 336799"/>
                <a:gd name="csX429" fmla="*/ 221666 w 250807"/>
                <a:gd name="csY429" fmla="*/ 46818 h 336799"/>
                <a:gd name="csX430" fmla="*/ 223099 w 250807"/>
                <a:gd name="csY430" fmla="*/ 47295 h 336799"/>
                <a:gd name="csX431" fmla="*/ 223577 w 250807"/>
                <a:gd name="csY431" fmla="*/ 48251 h 336799"/>
                <a:gd name="csX432" fmla="*/ 223577 w 250807"/>
                <a:gd name="csY432" fmla="*/ 48728 h 336799"/>
                <a:gd name="csX433" fmla="*/ 223577 w 250807"/>
                <a:gd name="csY433" fmla="*/ 48728 h 336799"/>
                <a:gd name="csX434" fmla="*/ 222144 w 250807"/>
                <a:gd name="csY434" fmla="*/ 51117 h 336799"/>
                <a:gd name="csX435" fmla="*/ 222144 w 250807"/>
                <a:gd name="csY435" fmla="*/ 51117 h 336799"/>
                <a:gd name="csX436" fmla="*/ 219278 w 250807"/>
                <a:gd name="csY436" fmla="*/ 54939 h 336799"/>
                <a:gd name="csX437" fmla="*/ 216889 w 250807"/>
                <a:gd name="csY437" fmla="*/ 58761 h 336799"/>
                <a:gd name="csX438" fmla="*/ 212590 w 250807"/>
                <a:gd name="csY438" fmla="*/ 64493 h 336799"/>
                <a:gd name="csX439" fmla="*/ 210201 w 250807"/>
                <a:gd name="csY439" fmla="*/ 67360 h 336799"/>
                <a:gd name="csX440" fmla="*/ 210201 w 250807"/>
                <a:gd name="csY440" fmla="*/ 67360 h 336799"/>
                <a:gd name="csX441" fmla="*/ 211156 w 250807"/>
                <a:gd name="csY441" fmla="*/ 67838 h 336799"/>
                <a:gd name="csX442" fmla="*/ 214500 w 250807"/>
                <a:gd name="csY442" fmla="*/ 69271 h 336799"/>
                <a:gd name="csX443" fmla="*/ 215456 w 250807"/>
                <a:gd name="csY443" fmla="*/ 69271 h 336799"/>
                <a:gd name="csX444" fmla="*/ 216411 w 250807"/>
                <a:gd name="csY444" fmla="*/ 68793 h 336799"/>
                <a:gd name="csX445" fmla="*/ 217367 w 250807"/>
                <a:gd name="csY445" fmla="*/ 68316 h 336799"/>
                <a:gd name="csX446" fmla="*/ 217367 w 250807"/>
                <a:gd name="csY446" fmla="*/ 68316 h 336799"/>
                <a:gd name="csX447" fmla="*/ 218322 w 250807"/>
                <a:gd name="csY447" fmla="*/ 68316 h 336799"/>
                <a:gd name="csX448" fmla="*/ 218800 w 250807"/>
                <a:gd name="csY448" fmla="*/ 68793 h 336799"/>
                <a:gd name="csX449" fmla="*/ 220233 w 250807"/>
                <a:gd name="csY449" fmla="*/ 69271 h 336799"/>
                <a:gd name="csX450" fmla="*/ 220711 w 250807"/>
                <a:gd name="csY450" fmla="*/ 70704 h 336799"/>
                <a:gd name="csX451" fmla="*/ 221189 w 250807"/>
                <a:gd name="csY451" fmla="*/ 71182 h 336799"/>
                <a:gd name="csX452" fmla="*/ 221666 w 250807"/>
                <a:gd name="csY452" fmla="*/ 72615 h 336799"/>
                <a:gd name="csX453" fmla="*/ 223099 w 250807"/>
                <a:gd name="csY453" fmla="*/ 73093 h 336799"/>
                <a:gd name="csX454" fmla="*/ 224533 w 250807"/>
                <a:gd name="csY454" fmla="*/ 74526 h 336799"/>
                <a:gd name="csX455" fmla="*/ 225488 w 250807"/>
                <a:gd name="csY455" fmla="*/ 75959 h 336799"/>
                <a:gd name="csX456" fmla="*/ 225488 w 250807"/>
                <a:gd name="csY456" fmla="*/ 76915 h 336799"/>
                <a:gd name="csX457" fmla="*/ 225010 w 250807"/>
                <a:gd name="csY457" fmla="*/ 77392 h 336799"/>
                <a:gd name="csX458" fmla="*/ 224055 w 250807"/>
                <a:gd name="csY458" fmla="*/ 77392 h 336799"/>
                <a:gd name="csX459" fmla="*/ 222622 w 250807"/>
                <a:gd name="csY459" fmla="*/ 76915 h 336799"/>
                <a:gd name="csX460" fmla="*/ 222622 w 250807"/>
                <a:gd name="csY460" fmla="*/ 76915 h 336799"/>
                <a:gd name="csX461" fmla="*/ 222622 w 250807"/>
                <a:gd name="csY461" fmla="*/ 76915 h 336799"/>
                <a:gd name="csX462" fmla="*/ 221666 w 250807"/>
                <a:gd name="csY462" fmla="*/ 76915 h 336799"/>
                <a:gd name="csX463" fmla="*/ 221189 w 250807"/>
                <a:gd name="csY463" fmla="*/ 76915 h 336799"/>
                <a:gd name="csX464" fmla="*/ 220233 w 250807"/>
                <a:gd name="csY464" fmla="*/ 76915 h 336799"/>
                <a:gd name="csX465" fmla="*/ 218800 w 250807"/>
                <a:gd name="csY465" fmla="*/ 75959 h 336799"/>
                <a:gd name="csX466" fmla="*/ 218322 w 250807"/>
                <a:gd name="csY466" fmla="*/ 75004 h 336799"/>
                <a:gd name="csX467" fmla="*/ 216889 w 250807"/>
                <a:gd name="csY467" fmla="*/ 74048 h 336799"/>
                <a:gd name="csX468" fmla="*/ 216889 w 250807"/>
                <a:gd name="csY468" fmla="*/ 74048 h 336799"/>
                <a:gd name="csX469" fmla="*/ 216411 w 250807"/>
                <a:gd name="csY469" fmla="*/ 74526 h 336799"/>
                <a:gd name="csX470" fmla="*/ 214500 w 250807"/>
                <a:gd name="csY470" fmla="*/ 74526 h 336799"/>
                <a:gd name="csX471" fmla="*/ 212590 w 250807"/>
                <a:gd name="csY471" fmla="*/ 74526 h 336799"/>
                <a:gd name="csX472" fmla="*/ 212590 w 250807"/>
                <a:gd name="csY472" fmla="*/ 74526 h 336799"/>
                <a:gd name="csX473" fmla="*/ 210679 w 250807"/>
                <a:gd name="csY473" fmla="*/ 74526 h 336799"/>
                <a:gd name="csX474" fmla="*/ 210201 w 250807"/>
                <a:gd name="csY474" fmla="*/ 74526 h 336799"/>
                <a:gd name="csX475" fmla="*/ 209245 w 250807"/>
                <a:gd name="csY475" fmla="*/ 74526 h 336799"/>
                <a:gd name="csX476" fmla="*/ 209245 w 250807"/>
                <a:gd name="csY476" fmla="*/ 74526 h 336799"/>
                <a:gd name="csX477" fmla="*/ 209245 w 250807"/>
                <a:gd name="csY477" fmla="*/ 74526 h 336799"/>
                <a:gd name="csX478" fmla="*/ 207812 w 250807"/>
                <a:gd name="csY478" fmla="*/ 75481 h 336799"/>
                <a:gd name="csX479" fmla="*/ 206857 w 250807"/>
                <a:gd name="csY479" fmla="*/ 76915 h 336799"/>
                <a:gd name="csX480" fmla="*/ 205901 w 250807"/>
                <a:gd name="csY480" fmla="*/ 77870 h 336799"/>
                <a:gd name="csX481" fmla="*/ 205424 w 250807"/>
                <a:gd name="csY481" fmla="*/ 77870 h 336799"/>
                <a:gd name="csX482" fmla="*/ 202557 w 250807"/>
                <a:gd name="csY482" fmla="*/ 78348 h 336799"/>
                <a:gd name="csX483" fmla="*/ 200646 w 250807"/>
                <a:gd name="csY483" fmla="*/ 78348 h 336799"/>
                <a:gd name="csX484" fmla="*/ 200646 w 250807"/>
                <a:gd name="csY484" fmla="*/ 78348 h 336799"/>
                <a:gd name="csX485" fmla="*/ 199213 w 250807"/>
                <a:gd name="csY485" fmla="*/ 79303 h 336799"/>
                <a:gd name="csX486" fmla="*/ 198735 w 250807"/>
                <a:gd name="csY486" fmla="*/ 79303 h 336799"/>
                <a:gd name="csX487" fmla="*/ 197302 w 250807"/>
                <a:gd name="csY487" fmla="*/ 79303 h 336799"/>
                <a:gd name="csX488" fmla="*/ 196347 w 250807"/>
                <a:gd name="csY488" fmla="*/ 79303 h 336799"/>
                <a:gd name="csX489" fmla="*/ 196347 w 250807"/>
                <a:gd name="csY489" fmla="*/ 79303 h 336799"/>
                <a:gd name="csX490" fmla="*/ 194914 w 250807"/>
                <a:gd name="csY490" fmla="*/ 80259 h 336799"/>
                <a:gd name="csX491" fmla="*/ 192047 w 250807"/>
                <a:gd name="csY491" fmla="*/ 80259 h 336799"/>
                <a:gd name="csX492" fmla="*/ 188703 w 250807"/>
                <a:gd name="csY492" fmla="*/ 80736 h 336799"/>
                <a:gd name="csX493" fmla="*/ 188225 w 250807"/>
                <a:gd name="csY493" fmla="*/ 80736 h 336799"/>
                <a:gd name="csX494" fmla="*/ 186314 w 250807"/>
                <a:gd name="csY494" fmla="*/ 81692 h 336799"/>
                <a:gd name="csX495" fmla="*/ 185837 w 250807"/>
                <a:gd name="csY495" fmla="*/ 82170 h 336799"/>
                <a:gd name="csX496" fmla="*/ 183448 w 250807"/>
                <a:gd name="csY496" fmla="*/ 83125 h 336799"/>
                <a:gd name="csX497" fmla="*/ 180104 w 250807"/>
                <a:gd name="csY497" fmla="*/ 85036 h 336799"/>
                <a:gd name="csX498" fmla="*/ 178193 w 250807"/>
                <a:gd name="csY498" fmla="*/ 85991 h 336799"/>
                <a:gd name="csX499" fmla="*/ 175804 w 250807"/>
                <a:gd name="csY499" fmla="*/ 87902 h 336799"/>
                <a:gd name="csX500" fmla="*/ 173416 w 250807"/>
                <a:gd name="csY500" fmla="*/ 89813 h 336799"/>
                <a:gd name="csX501" fmla="*/ 171505 w 250807"/>
                <a:gd name="csY501" fmla="*/ 90769 h 336799"/>
                <a:gd name="csX502" fmla="*/ 171505 w 250807"/>
                <a:gd name="csY502" fmla="*/ 90769 h 336799"/>
                <a:gd name="csX503" fmla="*/ 168638 w 250807"/>
                <a:gd name="csY503" fmla="*/ 91247 h 336799"/>
                <a:gd name="csX504" fmla="*/ 167683 w 250807"/>
                <a:gd name="csY504" fmla="*/ 91724 h 336799"/>
                <a:gd name="csX505" fmla="*/ 167683 w 250807"/>
                <a:gd name="csY505" fmla="*/ 91724 h 336799"/>
                <a:gd name="csX506" fmla="*/ 167205 w 250807"/>
                <a:gd name="csY506" fmla="*/ 92680 h 336799"/>
                <a:gd name="csX507" fmla="*/ 167683 w 250807"/>
                <a:gd name="csY507" fmla="*/ 93157 h 336799"/>
                <a:gd name="csX508" fmla="*/ 167205 w 250807"/>
                <a:gd name="csY508" fmla="*/ 95068 h 336799"/>
                <a:gd name="csX509" fmla="*/ 166250 w 250807"/>
                <a:gd name="csY509" fmla="*/ 98412 h 336799"/>
                <a:gd name="csX510" fmla="*/ 166250 w 250807"/>
                <a:gd name="csY510" fmla="*/ 100323 h 336799"/>
                <a:gd name="csX511" fmla="*/ 165772 w 250807"/>
                <a:gd name="csY511" fmla="*/ 101279 h 336799"/>
                <a:gd name="csX512" fmla="*/ 164339 w 250807"/>
                <a:gd name="csY512" fmla="*/ 104145 h 336799"/>
                <a:gd name="csX513" fmla="*/ 162428 w 250807"/>
                <a:gd name="csY513" fmla="*/ 106534 h 336799"/>
                <a:gd name="csX514" fmla="*/ 161472 w 250807"/>
                <a:gd name="csY514" fmla="*/ 108445 h 336799"/>
                <a:gd name="csX515" fmla="*/ 160995 w 250807"/>
                <a:gd name="csY515" fmla="*/ 109400 h 336799"/>
                <a:gd name="csX516" fmla="*/ 161472 w 250807"/>
                <a:gd name="csY516" fmla="*/ 110833 h 336799"/>
                <a:gd name="csX517" fmla="*/ 161950 w 250807"/>
                <a:gd name="csY517" fmla="*/ 112744 h 336799"/>
                <a:gd name="csX518" fmla="*/ 162906 w 250807"/>
                <a:gd name="csY518" fmla="*/ 114177 h 336799"/>
                <a:gd name="csX519" fmla="*/ 162906 w 250807"/>
                <a:gd name="csY519" fmla="*/ 115133 h 336799"/>
                <a:gd name="csX520" fmla="*/ 162906 w 250807"/>
                <a:gd name="csY520" fmla="*/ 116088 h 336799"/>
                <a:gd name="csX521" fmla="*/ 161950 w 250807"/>
                <a:gd name="csY521" fmla="*/ 117522 h 336799"/>
                <a:gd name="csX522" fmla="*/ 160995 w 250807"/>
                <a:gd name="csY522" fmla="*/ 117999 h 336799"/>
                <a:gd name="csX523" fmla="*/ 159084 w 250807"/>
                <a:gd name="csY523" fmla="*/ 117999 h 336799"/>
                <a:gd name="csX524" fmla="*/ 159084 w 250807"/>
                <a:gd name="csY524" fmla="*/ 118477 h 336799"/>
                <a:gd name="csX525" fmla="*/ 159084 w 250807"/>
                <a:gd name="csY525" fmla="*/ 118477 h 336799"/>
                <a:gd name="csX526" fmla="*/ 155740 w 250807"/>
                <a:gd name="csY526" fmla="*/ 120388 h 336799"/>
                <a:gd name="csX527" fmla="*/ 151918 w 250807"/>
                <a:gd name="csY527" fmla="*/ 122777 h 336799"/>
                <a:gd name="csX528" fmla="*/ 151918 w 250807"/>
                <a:gd name="csY528" fmla="*/ 122777 h 336799"/>
                <a:gd name="csX529" fmla="*/ 150485 w 250807"/>
                <a:gd name="csY529" fmla="*/ 124210 h 336799"/>
                <a:gd name="csX530" fmla="*/ 150007 w 250807"/>
                <a:gd name="csY530" fmla="*/ 125643 h 336799"/>
                <a:gd name="csX531" fmla="*/ 149529 w 250807"/>
                <a:gd name="csY531" fmla="*/ 127554 h 336799"/>
                <a:gd name="csX532" fmla="*/ 149529 w 250807"/>
                <a:gd name="csY532" fmla="*/ 128509 h 336799"/>
                <a:gd name="csX533" fmla="*/ 150485 w 250807"/>
                <a:gd name="csY533" fmla="*/ 128987 h 336799"/>
                <a:gd name="csX534" fmla="*/ 150962 w 250807"/>
                <a:gd name="csY534" fmla="*/ 130898 h 336799"/>
                <a:gd name="csX535" fmla="*/ 150962 w 250807"/>
                <a:gd name="csY535" fmla="*/ 131854 h 336799"/>
                <a:gd name="csX536" fmla="*/ 150485 w 250807"/>
                <a:gd name="csY536" fmla="*/ 131854 h 336799"/>
                <a:gd name="csX537" fmla="*/ 149529 w 250807"/>
                <a:gd name="csY537" fmla="*/ 132331 h 336799"/>
                <a:gd name="csX538" fmla="*/ 149529 w 250807"/>
                <a:gd name="csY538" fmla="*/ 132331 h 336799"/>
                <a:gd name="csX539" fmla="*/ 148574 w 250807"/>
                <a:gd name="csY539" fmla="*/ 132331 h 336799"/>
                <a:gd name="csX540" fmla="*/ 148574 w 250807"/>
                <a:gd name="csY540" fmla="*/ 132331 h 336799"/>
                <a:gd name="csX541" fmla="*/ 148574 w 250807"/>
                <a:gd name="csY541" fmla="*/ 132331 h 336799"/>
                <a:gd name="csX542" fmla="*/ 147618 w 250807"/>
                <a:gd name="csY542" fmla="*/ 132809 h 336799"/>
                <a:gd name="csX543" fmla="*/ 147618 w 250807"/>
                <a:gd name="csY543" fmla="*/ 132809 h 336799"/>
                <a:gd name="csX544" fmla="*/ 147141 w 250807"/>
                <a:gd name="csY544" fmla="*/ 132809 h 336799"/>
                <a:gd name="csX545" fmla="*/ 147141 w 250807"/>
                <a:gd name="csY545" fmla="*/ 132809 h 336799"/>
                <a:gd name="csX546" fmla="*/ 146663 w 250807"/>
                <a:gd name="csY546" fmla="*/ 132809 h 336799"/>
                <a:gd name="csX547" fmla="*/ 146185 w 250807"/>
                <a:gd name="csY547" fmla="*/ 132809 h 336799"/>
                <a:gd name="csX548" fmla="*/ 146185 w 250807"/>
                <a:gd name="csY548" fmla="*/ 133764 h 336799"/>
                <a:gd name="csX549" fmla="*/ 146663 w 250807"/>
                <a:gd name="csY549" fmla="*/ 134242 h 336799"/>
                <a:gd name="csX550" fmla="*/ 146663 w 250807"/>
                <a:gd name="csY550" fmla="*/ 135198 h 336799"/>
                <a:gd name="csX551" fmla="*/ 146185 w 250807"/>
                <a:gd name="csY551" fmla="*/ 135675 h 336799"/>
                <a:gd name="csX552" fmla="*/ 145707 w 250807"/>
                <a:gd name="csY552" fmla="*/ 136153 h 336799"/>
                <a:gd name="csX553" fmla="*/ 146185 w 250807"/>
                <a:gd name="csY553" fmla="*/ 136631 h 336799"/>
                <a:gd name="csX554" fmla="*/ 146663 w 250807"/>
                <a:gd name="csY554" fmla="*/ 137108 h 336799"/>
                <a:gd name="csX555" fmla="*/ 147618 w 250807"/>
                <a:gd name="csY555" fmla="*/ 138064 h 336799"/>
                <a:gd name="csX556" fmla="*/ 149051 w 250807"/>
                <a:gd name="csY556" fmla="*/ 139497 h 336799"/>
                <a:gd name="csX557" fmla="*/ 150007 w 250807"/>
                <a:gd name="csY557" fmla="*/ 139975 h 336799"/>
                <a:gd name="csX558" fmla="*/ 150962 w 250807"/>
                <a:gd name="csY558" fmla="*/ 140453 h 336799"/>
                <a:gd name="csX559" fmla="*/ 151440 w 250807"/>
                <a:gd name="csY559" fmla="*/ 140930 h 336799"/>
                <a:gd name="csX560" fmla="*/ 150962 w 250807"/>
                <a:gd name="csY560" fmla="*/ 141886 h 336799"/>
                <a:gd name="csX561" fmla="*/ 150485 w 250807"/>
                <a:gd name="csY561" fmla="*/ 142364 h 336799"/>
                <a:gd name="csX562" fmla="*/ 150007 w 250807"/>
                <a:gd name="csY562" fmla="*/ 142364 h 336799"/>
                <a:gd name="csX563" fmla="*/ 150007 w 250807"/>
                <a:gd name="csY563" fmla="*/ 142841 h 336799"/>
                <a:gd name="csX564" fmla="*/ 150962 w 250807"/>
                <a:gd name="csY564" fmla="*/ 143797 h 336799"/>
                <a:gd name="csX565" fmla="*/ 151918 w 250807"/>
                <a:gd name="csY565" fmla="*/ 144752 h 336799"/>
                <a:gd name="csX566" fmla="*/ 152873 w 250807"/>
                <a:gd name="csY566" fmla="*/ 145707 h 336799"/>
                <a:gd name="csX567" fmla="*/ 153351 w 250807"/>
                <a:gd name="csY567" fmla="*/ 146663 h 336799"/>
                <a:gd name="csX568" fmla="*/ 153351 w 250807"/>
                <a:gd name="csY568" fmla="*/ 147619 h 336799"/>
                <a:gd name="csX569" fmla="*/ 154307 w 250807"/>
                <a:gd name="csY569" fmla="*/ 148574 h 336799"/>
                <a:gd name="csX570" fmla="*/ 154784 w 250807"/>
                <a:gd name="csY570" fmla="*/ 149530 h 336799"/>
                <a:gd name="csX571" fmla="*/ 154784 w 250807"/>
                <a:gd name="csY571" fmla="*/ 150485 h 336799"/>
                <a:gd name="csX572" fmla="*/ 155740 w 250807"/>
                <a:gd name="csY572" fmla="*/ 151440 h 336799"/>
                <a:gd name="csX573" fmla="*/ 156695 w 250807"/>
                <a:gd name="csY573" fmla="*/ 151918 h 336799"/>
                <a:gd name="csX574" fmla="*/ 157651 w 250807"/>
                <a:gd name="csY574" fmla="*/ 152396 h 336799"/>
                <a:gd name="csX575" fmla="*/ 158128 w 250807"/>
                <a:gd name="csY575" fmla="*/ 152873 h 336799"/>
                <a:gd name="csX576" fmla="*/ 158606 w 250807"/>
                <a:gd name="csY576" fmla="*/ 153829 h 336799"/>
                <a:gd name="csX577" fmla="*/ 158606 w 250807"/>
                <a:gd name="csY577" fmla="*/ 154784 h 336799"/>
                <a:gd name="csX578" fmla="*/ 159561 w 250807"/>
                <a:gd name="csY578" fmla="*/ 156218 h 336799"/>
                <a:gd name="csX579" fmla="*/ 161472 w 250807"/>
                <a:gd name="csY579" fmla="*/ 157173 h 336799"/>
                <a:gd name="csX580" fmla="*/ 162906 w 250807"/>
                <a:gd name="csY580" fmla="*/ 159084 h 336799"/>
                <a:gd name="csX581" fmla="*/ 163861 w 250807"/>
                <a:gd name="csY581" fmla="*/ 160517 h 336799"/>
                <a:gd name="csX582" fmla="*/ 165772 w 250807"/>
                <a:gd name="csY582" fmla="*/ 162428 h 336799"/>
                <a:gd name="csX583" fmla="*/ 166250 w 250807"/>
                <a:gd name="csY583" fmla="*/ 164817 h 336799"/>
                <a:gd name="csX584" fmla="*/ 163861 w 250807"/>
                <a:gd name="csY584" fmla="*/ 167205 h 336799"/>
                <a:gd name="csX585" fmla="*/ 161472 w 250807"/>
                <a:gd name="csY585" fmla="*/ 170072 h 336799"/>
                <a:gd name="csX586" fmla="*/ 165294 w 250807"/>
                <a:gd name="csY586" fmla="*/ 170072 h 336799"/>
                <a:gd name="csX587" fmla="*/ 165294 w 250807"/>
                <a:gd name="csY587" fmla="*/ 170072 h 336799"/>
                <a:gd name="csX588" fmla="*/ 169116 w 250807"/>
                <a:gd name="csY588" fmla="*/ 170072 h 336799"/>
                <a:gd name="csX589" fmla="*/ 169116 w 250807"/>
                <a:gd name="csY589" fmla="*/ 170072 h 336799"/>
                <a:gd name="csX590" fmla="*/ 173416 w 250807"/>
                <a:gd name="csY590" fmla="*/ 171027 h 336799"/>
                <a:gd name="csX591" fmla="*/ 176282 w 250807"/>
                <a:gd name="csY591" fmla="*/ 171505 h 336799"/>
                <a:gd name="csX592" fmla="*/ 177715 w 250807"/>
                <a:gd name="csY592" fmla="*/ 171983 h 336799"/>
                <a:gd name="csX593" fmla="*/ 179149 w 250807"/>
                <a:gd name="csY593" fmla="*/ 172938 h 336799"/>
                <a:gd name="csX594" fmla="*/ 179626 w 250807"/>
                <a:gd name="csY594" fmla="*/ 173894 h 336799"/>
                <a:gd name="csX595" fmla="*/ 180104 w 250807"/>
                <a:gd name="csY595" fmla="*/ 175327 h 336799"/>
                <a:gd name="csX596" fmla="*/ 180104 w 250807"/>
                <a:gd name="csY596" fmla="*/ 176760 h 336799"/>
                <a:gd name="csX597" fmla="*/ 182015 w 250807"/>
                <a:gd name="csY597" fmla="*/ 178193 h 336799"/>
                <a:gd name="csX598" fmla="*/ 181537 w 250807"/>
                <a:gd name="csY598" fmla="*/ 179149 h 336799"/>
                <a:gd name="csX599" fmla="*/ 181537 w 250807"/>
                <a:gd name="csY599" fmla="*/ 181060 h 336799"/>
                <a:gd name="csX600" fmla="*/ 182492 w 250807"/>
                <a:gd name="csY600" fmla="*/ 181060 h 336799"/>
                <a:gd name="csX601" fmla="*/ 187748 w 250807"/>
                <a:gd name="csY601" fmla="*/ 181060 h 336799"/>
                <a:gd name="csX602" fmla="*/ 193003 w 250807"/>
                <a:gd name="csY602" fmla="*/ 181060 h 336799"/>
                <a:gd name="csX603" fmla="*/ 193958 w 250807"/>
                <a:gd name="csY603" fmla="*/ 181060 h 336799"/>
                <a:gd name="csX604" fmla="*/ 198258 w 250807"/>
                <a:gd name="csY604" fmla="*/ 180582 h 336799"/>
                <a:gd name="csX605" fmla="*/ 198735 w 250807"/>
                <a:gd name="csY605" fmla="*/ 180582 h 336799"/>
                <a:gd name="csX606" fmla="*/ 200646 w 250807"/>
                <a:gd name="csY606" fmla="*/ 180104 h 336799"/>
                <a:gd name="csX607" fmla="*/ 200646 w 250807"/>
                <a:gd name="csY607" fmla="*/ 180104 h 336799"/>
                <a:gd name="csX608" fmla="*/ 203035 w 250807"/>
                <a:gd name="csY608" fmla="*/ 178193 h 336799"/>
                <a:gd name="csX609" fmla="*/ 204468 w 250807"/>
                <a:gd name="csY609" fmla="*/ 177715 h 336799"/>
                <a:gd name="csX610" fmla="*/ 205901 w 250807"/>
                <a:gd name="csY610" fmla="*/ 176282 h 336799"/>
                <a:gd name="csX611" fmla="*/ 207334 w 250807"/>
                <a:gd name="csY611" fmla="*/ 174849 h 336799"/>
                <a:gd name="csX612" fmla="*/ 208768 w 250807"/>
                <a:gd name="csY612" fmla="*/ 173894 h 336799"/>
                <a:gd name="csX613" fmla="*/ 210201 w 250807"/>
                <a:gd name="csY613" fmla="*/ 172938 h 336799"/>
                <a:gd name="csX614" fmla="*/ 211634 w 250807"/>
                <a:gd name="csY614" fmla="*/ 171983 h 336799"/>
                <a:gd name="csX615" fmla="*/ 212590 w 250807"/>
                <a:gd name="csY615" fmla="*/ 171027 h 336799"/>
                <a:gd name="csX616" fmla="*/ 213067 w 250807"/>
                <a:gd name="csY616" fmla="*/ 171027 h 336799"/>
                <a:gd name="csX617" fmla="*/ 214023 w 250807"/>
                <a:gd name="csY617" fmla="*/ 170549 h 336799"/>
                <a:gd name="csX618" fmla="*/ 213545 w 250807"/>
                <a:gd name="csY618" fmla="*/ 171505 h 336799"/>
                <a:gd name="csX619" fmla="*/ 213067 w 250807"/>
                <a:gd name="csY619" fmla="*/ 172461 h 336799"/>
                <a:gd name="csX620" fmla="*/ 213067 w 250807"/>
                <a:gd name="csY620" fmla="*/ 173894 h 336799"/>
                <a:gd name="csX621" fmla="*/ 213545 w 250807"/>
                <a:gd name="csY621" fmla="*/ 175327 h 336799"/>
                <a:gd name="csX622" fmla="*/ 213067 w 250807"/>
                <a:gd name="csY622" fmla="*/ 176760 h 336799"/>
                <a:gd name="csX623" fmla="*/ 212112 w 250807"/>
                <a:gd name="csY623" fmla="*/ 177715 h 336799"/>
                <a:gd name="csX624" fmla="*/ 212112 w 250807"/>
                <a:gd name="csY624" fmla="*/ 180104 h 336799"/>
                <a:gd name="csX625" fmla="*/ 212112 w 250807"/>
                <a:gd name="csY625" fmla="*/ 184404 h 336799"/>
                <a:gd name="csX626" fmla="*/ 212112 w 250807"/>
                <a:gd name="csY626" fmla="*/ 187270 h 336799"/>
                <a:gd name="csX627" fmla="*/ 212112 w 250807"/>
                <a:gd name="csY627" fmla="*/ 191570 h 336799"/>
                <a:gd name="csX628" fmla="*/ 212112 w 250807"/>
                <a:gd name="csY628" fmla="*/ 196347 h 336799"/>
                <a:gd name="csX629" fmla="*/ 212112 w 250807"/>
                <a:gd name="csY629" fmla="*/ 199213 h 336799"/>
                <a:gd name="csX630" fmla="*/ 212590 w 250807"/>
                <a:gd name="csY630" fmla="*/ 199213 h 336799"/>
                <a:gd name="csX631" fmla="*/ 212590 w 250807"/>
                <a:gd name="csY631" fmla="*/ 199213 h 336799"/>
                <a:gd name="csX632" fmla="*/ 213067 w 250807"/>
                <a:gd name="csY632" fmla="*/ 198736 h 336799"/>
                <a:gd name="csX633" fmla="*/ 214500 w 250807"/>
                <a:gd name="csY633" fmla="*/ 198258 h 336799"/>
                <a:gd name="csX634" fmla="*/ 215933 w 250807"/>
                <a:gd name="csY634" fmla="*/ 199691 h 336799"/>
                <a:gd name="csX635" fmla="*/ 217367 w 250807"/>
                <a:gd name="csY635" fmla="*/ 200169 h 336799"/>
                <a:gd name="csX636" fmla="*/ 217367 w 250807"/>
                <a:gd name="csY636" fmla="*/ 200169 h 336799"/>
                <a:gd name="csX637" fmla="*/ 218322 w 250807"/>
                <a:gd name="csY637" fmla="*/ 200646 h 336799"/>
                <a:gd name="csX638" fmla="*/ 219278 w 250807"/>
                <a:gd name="csY638" fmla="*/ 200169 h 336799"/>
                <a:gd name="csX639" fmla="*/ 220711 w 250807"/>
                <a:gd name="csY639" fmla="*/ 200169 h 336799"/>
                <a:gd name="csX640" fmla="*/ 223577 w 250807"/>
                <a:gd name="csY640" fmla="*/ 198736 h 336799"/>
                <a:gd name="csX641" fmla="*/ 223577 w 250807"/>
                <a:gd name="csY641" fmla="*/ 198736 h 336799"/>
                <a:gd name="csX642" fmla="*/ 225966 w 250807"/>
                <a:gd name="csY642" fmla="*/ 197780 h 336799"/>
                <a:gd name="csX643" fmla="*/ 228355 w 250807"/>
                <a:gd name="csY643" fmla="*/ 197780 h 336799"/>
                <a:gd name="csX644" fmla="*/ 231221 w 250807"/>
                <a:gd name="csY644" fmla="*/ 198258 h 336799"/>
                <a:gd name="csX645" fmla="*/ 231699 w 250807"/>
                <a:gd name="csY645" fmla="*/ 198258 h 336799"/>
                <a:gd name="csX646" fmla="*/ 233132 w 250807"/>
                <a:gd name="csY646" fmla="*/ 198258 h 336799"/>
                <a:gd name="csX647" fmla="*/ 235998 w 250807"/>
                <a:gd name="csY647" fmla="*/ 202557 h 336799"/>
                <a:gd name="csX648" fmla="*/ 237431 w 250807"/>
                <a:gd name="csY648" fmla="*/ 205424 h 336799"/>
                <a:gd name="csX649" fmla="*/ 239820 w 250807"/>
                <a:gd name="csY649" fmla="*/ 208768 h 336799"/>
                <a:gd name="csX650" fmla="*/ 241253 w 250807"/>
                <a:gd name="csY650" fmla="*/ 211156 h 336799"/>
                <a:gd name="csX651" fmla="*/ 244120 w 250807"/>
                <a:gd name="csY651" fmla="*/ 215456 h 336799"/>
                <a:gd name="csX652" fmla="*/ 246031 w 250807"/>
                <a:gd name="csY652" fmla="*/ 218800 h 336799"/>
                <a:gd name="csX653" fmla="*/ 248419 w 250807"/>
                <a:gd name="csY653" fmla="*/ 222622 h 336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</a:cxnLst>
              <a:rect l="l" t="t" r="r" b="b"/>
              <a:pathLst>
                <a:path w="250807" h="336799">
                  <a:moveTo>
                    <a:pt x="248419" y="222622"/>
                  </a:moveTo>
                  <a:lnTo>
                    <a:pt x="250808" y="226921"/>
                  </a:lnTo>
                  <a:lnTo>
                    <a:pt x="250330" y="227877"/>
                  </a:lnTo>
                  <a:lnTo>
                    <a:pt x="249375" y="228833"/>
                  </a:lnTo>
                  <a:lnTo>
                    <a:pt x="249375" y="230266"/>
                  </a:lnTo>
                  <a:lnTo>
                    <a:pt x="248419" y="231221"/>
                  </a:lnTo>
                  <a:lnTo>
                    <a:pt x="247464" y="231699"/>
                  </a:lnTo>
                  <a:lnTo>
                    <a:pt x="246031" y="232654"/>
                  </a:lnTo>
                  <a:lnTo>
                    <a:pt x="245075" y="234087"/>
                  </a:lnTo>
                  <a:lnTo>
                    <a:pt x="245075" y="235521"/>
                  </a:lnTo>
                  <a:lnTo>
                    <a:pt x="245553" y="243164"/>
                  </a:lnTo>
                  <a:lnTo>
                    <a:pt x="245075" y="245553"/>
                  </a:lnTo>
                  <a:lnTo>
                    <a:pt x="244597" y="246986"/>
                  </a:lnTo>
                  <a:lnTo>
                    <a:pt x="243642" y="247942"/>
                  </a:lnTo>
                  <a:lnTo>
                    <a:pt x="243164" y="248897"/>
                  </a:lnTo>
                  <a:lnTo>
                    <a:pt x="244120" y="250808"/>
                  </a:lnTo>
                  <a:lnTo>
                    <a:pt x="245075" y="254152"/>
                  </a:lnTo>
                  <a:lnTo>
                    <a:pt x="246031" y="255108"/>
                  </a:lnTo>
                  <a:lnTo>
                    <a:pt x="246986" y="256541"/>
                  </a:lnTo>
                  <a:lnTo>
                    <a:pt x="247464" y="257974"/>
                  </a:lnTo>
                  <a:lnTo>
                    <a:pt x="246986" y="258452"/>
                  </a:lnTo>
                  <a:lnTo>
                    <a:pt x="245553" y="258929"/>
                  </a:lnTo>
                  <a:lnTo>
                    <a:pt x="244597" y="259885"/>
                  </a:lnTo>
                  <a:lnTo>
                    <a:pt x="244597" y="261796"/>
                  </a:lnTo>
                  <a:lnTo>
                    <a:pt x="243642" y="262751"/>
                  </a:lnTo>
                  <a:lnTo>
                    <a:pt x="242209" y="263707"/>
                  </a:lnTo>
                  <a:lnTo>
                    <a:pt x="241731" y="264662"/>
                  </a:lnTo>
                  <a:lnTo>
                    <a:pt x="240775" y="265618"/>
                  </a:lnTo>
                  <a:lnTo>
                    <a:pt x="240298" y="266095"/>
                  </a:lnTo>
                  <a:lnTo>
                    <a:pt x="239820" y="267529"/>
                  </a:lnTo>
                  <a:lnTo>
                    <a:pt x="239342" y="268484"/>
                  </a:lnTo>
                  <a:lnTo>
                    <a:pt x="237431" y="269440"/>
                  </a:lnTo>
                  <a:lnTo>
                    <a:pt x="237431" y="271351"/>
                  </a:lnTo>
                  <a:lnTo>
                    <a:pt x="237431" y="272784"/>
                  </a:lnTo>
                  <a:lnTo>
                    <a:pt x="238387" y="274217"/>
                  </a:lnTo>
                  <a:lnTo>
                    <a:pt x="241253" y="277083"/>
                  </a:lnTo>
                  <a:lnTo>
                    <a:pt x="241253" y="278039"/>
                  </a:lnTo>
                  <a:lnTo>
                    <a:pt x="239820" y="279472"/>
                  </a:lnTo>
                  <a:lnTo>
                    <a:pt x="238865" y="280905"/>
                  </a:lnTo>
                  <a:lnTo>
                    <a:pt x="236476" y="284727"/>
                  </a:lnTo>
                  <a:lnTo>
                    <a:pt x="236476" y="285682"/>
                  </a:lnTo>
                  <a:lnTo>
                    <a:pt x="236954" y="287116"/>
                  </a:lnTo>
                  <a:lnTo>
                    <a:pt x="240298" y="295237"/>
                  </a:lnTo>
                  <a:lnTo>
                    <a:pt x="241253" y="295715"/>
                  </a:lnTo>
                  <a:lnTo>
                    <a:pt x="242209" y="296192"/>
                  </a:lnTo>
                  <a:lnTo>
                    <a:pt x="244120" y="296192"/>
                  </a:lnTo>
                  <a:lnTo>
                    <a:pt x="246508" y="297148"/>
                  </a:lnTo>
                  <a:lnTo>
                    <a:pt x="247941" y="298103"/>
                  </a:lnTo>
                  <a:lnTo>
                    <a:pt x="247941" y="298581"/>
                  </a:lnTo>
                  <a:lnTo>
                    <a:pt x="247464" y="299059"/>
                  </a:lnTo>
                  <a:lnTo>
                    <a:pt x="246031" y="299536"/>
                  </a:lnTo>
                  <a:lnTo>
                    <a:pt x="244597" y="300492"/>
                  </a:lnTo>
                  <a:lnTo>
                    <a:pt x="244120" y="300970"/>
                  </a:lnTo>
                  <a:lnTo>
                    <a:pt x="244120" y="302403"/>
                  </a:lnTo>
                  <a:lnTo>
                    <a:pt x="244597" y="304314"/>
                  </a:lnTo>
                  <a:lnTo>
                    <a:pt x="243642" y="304792"/>
                  </a:lnTo>
                  <a:lnTo>
                    <a:pt x="242209" y="305747"/>
                  </a:lnTo>
                  <a:lnTo>
                    <a:pt x="240775" y="306702"/>
                  </a:lnTo>
                  <a:lnTo>
                    <a:pt x="239342" y="308613"/>
                  </a:lnTo>
                  <a:lnTo>
                    <a:pt x="237431" y="311002"/>
                  </a:lnTo>
                  <a:lnTo>
                    <a:pt x="236476" y="311958"/>
                  </a:lnTo>
                  <a:lnTo>
                    <a:pt x="235998" y="312913"/>
                  </a:lnTo>
                  <a:lnTo>
                    <a:pt x="235043" y="312913"/>
                  </a:lnTo>
                  <a:lnTo>
                    <a:pt x="232176" y="314824"/>
                  </a:lnTo>
                  <a:lnTo>
                    <a:pt x="232176" y="315779"/>
                  </a:lnTo>
                  <a:lnTo>
                    <a:pt x="232176" y="316735"/>
                  </a:lnTo>
                  <a:lnTo>
                    <a:pt x="233610" y="317212"/>
                  </a:lnTo>
                  <a:lnTo>
                    <a:pt x="234565" y="318646"/>
                  </a:lnTo>
                  <a:lnTo>
                    <a:pt x="234565" y="319601"/>
                  </a:lnTo>
                  <a:lnTo>
                    <a:pt x="234565" y="320557"/>
                  </a:lnTo>
                  <a:lnTo>
                    <a:pt x="234565" y="320557"/>
                  </a:lnTo>
                  <a:lnTo>
                    <a:pt x="233132" y="321990"/>
                  </a:lnTo>
                  <a:lnTo>
                    <a:pt x="231221" y="323423"/>
                  </a:lnTo>
                  <a:lnTo>
                    <a:pt x="228832" y="323423"/>
                  </a:lnTo>
                  <a:lnTo>
                    <a:pt x="227877" y="324378"/>
                  </a:lnTo>
                  <a:lnTo>
                    <a:pt x="227877" y="325812"/>
                  </a:lnTo>
                  <a:lnTo>
                    <a:pt x="227877" y="325812"/>
                  </a:lnTo>
                  <a:lnTo>
                    <a:pt x="228832" y="328200"/>
                  </a:lnTo>
                  <a:lnTo>
                    <a:pt x="228832" y="329633"/>
                  </a:lnTo>
                  <a:lnTo>
                    <a:pt x="228355" y="332022"/>
                  </a:lnTo>
                  <a:lnTo>
                    <a:pt x="226444" y="333933"/>
                  </a:lnTo>
                  <a:lnTo>
                    <a:pt x="223577" y="335366"/>
                  </a:lnTo>
                  <a:lnTo>
                    <a:pt x="221189" y="336322"/>
                  </a:lnTo>
                  <a:lnTo>
                    <a:pt x="219278" y="336322"/>
                  </a:lnTo>
                  <a:lnTo>
                    <a:pt x="219278" y="336322"/>
                  </a:lnTo>
                  <a:lnTo>
                    <a:pt x="217367" y="336322"/>
                  </a:lnTo>
                  <a:lnTo>
                    <a:pt x="216889" y="336799"/>
                  </a:lnTo>
                  <a:lnTo>
                    <a:pt x="214978" y="335366"/>
                  </a:lnTo>
                  <a:lnTo>
                    <a:pt x="208768" y="331067"/>
                  </a:lnTo>
                  <a:lnTo>
                    <a:pt x="206379" y="328678"/>
                  </a:lnTo>
                  <a:lnTo>
                    <a:pt x="203990" y="327723"/>
                  </a:lnTo>
                  <a:lnTo>
                    <a:pt x="198258" y="323901"/>
                  </a:lnTo>
                  <a:lnTo>
                    <a:pt x="197780" y="322945"/>
                  </a:lnTo>
                  <a:lnTo>
                    <a:pt x="197302" y="319124"/>
                  </a:lnTo>
                  <a:lnTo>
                    <a:pt x="196347" y="318168"/>
                  </a:lnTo>
                  <a:lnTo>
                    <a:pt x="194436" y="316735"/>
                  </a:lnTo>
                  <a:lnTo>
                    <a:pt x="189658" y="314824"/>
                  </a:lnTo>
                  <a:lnTo>
                    <a:pt x="187748" y="313868"/>
                  </a:lnTo>
                  <a:lnTo>
                    <a:pt x="185837" y="312435"/>
                  </a:lnTo>
                  <a:lnTo>
                    <a:pt x="182970" y="311002"/>
                  </a:lnTo>
                  <a:lnTo>
                    <a:pt x="180104" y="308613"/>
                  </a:lnTo>
                  <a:lnTo>
                    <a:pt x="178193" y="306702"/>
                  </a:lnTo>
                  <a:lnTo>
                    <a:pt x="175804" y="305747"/>
                  </a:lnTo>
                  <a:lnTo>
                    <a:pt x="169594" y="303836"/>
                  </a:lnTo>
                  <a:lnTo>
                    <a:pt x="166250" y="301925"/>
                  </a:lnTo>
                  <a:lnTo>
                    <a:pt x="160039" y="299536"/>
                  </a:lnTo>
                  <a:lnTo>
                    <a:pt x="157651" y="298103"/>
                  </a:lnTo>
                  <a:lnTo>
                    <a:pt x="150962" y="296192"/>
                  </a:lnTo>
                  <a:lnTo>
                    <a:pt x="149051" y="295237"/>
                  </a:lnTo>
                  <a:lnTo>
                    <a:pt x="142841" y="290460"/>
                  </a:lnTo>
                  <a:lnTo>
                    <a:pt x="138064" y="289026"/>
                  </a:lnTo>
                  <a:lnTo>
                    <a:pt x="134719" y="286638"/>
                  </a:lnTo>
                  <a:lnTo>
                    <a:pt x="123732" y="280905"/>
                  </a:lnTo>
                  <a:lnTo>
                    <a:pt x="121821" y="279472"/>
                  </a:lnTo>
                  <a:lnTo>
                    <a:pt x="120388" y="276605"/>
                  </a:lnTo>
                  <a:lnTo>
                    <a:pt x="117999" y="275172"/>
                  </a:lnTo>
                  <a:lnTo>
                    <a:pt x="115133" y="271351"/>
                  </a:lnTo>
                  <a:lnTo>
                    <a:pt x="111311" y="269440"/>
                  </a:lnTo>
                  <a:lnTo>
                    <a:pt x="107489" y="266573"/>
                  </a:lnTo>
                  <a:lnTo>
                    <a:pt x="106056" y="264185"/>
                  </a:lnTo>
                  <a:lnTo>
                    <a:pt x="103189" y="260840"/>
                  </a:lnTo>
                  <a:lnTo>
                    <a:pt x="102712" y="258929"/>
                  </a:lnTo>
                  <a:lnTo>
                    <a:pt x="100323" y="257019"/>
                  </a:lnTo>
                  <a:lnTo>
                    <a:pt x="99845" y="253675"/>
                  </a:lnTo>
                  <a:lnTo>
                    <a:pt x="98412" y="252241"/>
                  </a:lnTo>
                  <a:lnTo>
                    <a:pt x="99845" y="251286"/>
                  </a:lnTo>
                  <a:lnTo>
                    <a:pt x="100801" y="251286"/>
                  </a:lnTo>
                  <a:lnTo>
                    <a:pt x="102234" y="245553"/>
                  </a:lnTo>
                  <a:lnTo>
                    <a:pt x="101756" y="243164"/>
                  </a:lnTo>
                  <a:lnTo>
                    <a:pt x="97457" y="238387"/>
                  </a:lnTo>
                  <a:lnTo>
                    <a:pt x="96024" y="235998"/>
                  </a:lnTo>
                  <a:lnTo>
                    <a:pt x="95068" y="232654"/>
                  </a:lnTo>
                  <a:lnTo>
                    <a:pt x="93157" y="231221"/>
                  </a:lnTo>
                  <a:lnTo>
                    <a:pt x="90769" y="227399"/>
                  </a:lnTo>
                  <a:lnTo>
                    <a:pt x="89335" y="224055"/>
                  </a:lnTo>
                  <a:lnTo>
                    <a:pt x="86469" y="221667"/>
                  </a:lnTo>
                  <a:lnTo>
                    <a:pt x="85513" y="220711"/>
                  </a:lnTo>
                  <a:lnTo>
                    <a:pt x="85036" y="219756"/>
                  </a:lnTo>
                  <a:lnTo>
                    <a:pt x="83125" y="218800"/>
                  </a:lnTo>
                  <a:lnTo>
                    <a:pt x="83125" y="216412"/>
                  </a:lnTo>
                  <a:lnTo>
                    <a:pt x="81692" y="211634"/>
                  </a:lnTo>
                  <a:lnTo>
                    <a:pt x="79781" y="209246"/>
                  </a:lnTo>
                  <a:lnTo>
                    <a:pt x="73570" y="204468"/>
                  </a:lnTo>
                  <a:lnTo>
                    <a:pt x="73570" y="202557"/>
                  </a:lnTo>
                  <a:lnTo>
                    <a:pt x="73093" y="199691"/>
                  </a:lnTo>
                  <a:lnTo>
                    <a:pt x="71659" y="196347"/>
                  </a:lnTo>
                  <a:lnTo>
                    <a:pt x="64493" y="185837"/>
                  </a:lnTo>
                  <a:lnTo>
                    <a:pt x="62582" y="182493"/>
                  </a:lnTo>
                  <a:lnTo>
                    <a:pt x="60671" y="177238"/>
                  </a:lnTo>
                  <a:lnTo>
                    <a:pt x="59238" y="174371"/>
                  </a:lnTo>
                  <a:lnTo>
                    <a:pt x="57328" y="169116"/>
                  </a:lnTo>
                  <a:lnTo>
                    <a:pt x="54939" y="165295"/>
                  </a:lnTo>
                  <a:lnTo>
                    <a:pt x="53028" y="161950"/>
                  </a:lnTo>
                  <a:lnTo>
                    <a:pt x="51595" y="157651"/>
                  </a:lnTo>
                  <a:lnTo>
                    <a:pt x="51117" y="155262"/>
                  </a:lnTo>
                  <a:lnTo>
                    <a:pt x="47773" y="151440"/>
                  </a:lnTo>
                  <a:lnTo>
                    <a:pt x="46340" y="148096"/>
                  </a:lnTo>
                  <a:lnTo>
                    <a:pt x="42996" y="145230"/>
                  </a:lnTo>
                  <a:lnTo>
                    <a:pt x="40129" y="142841"/>
                  </a:lnTo>
                  <a:lnTo>
                    <a:pt x="39174" y="141408"/>
                  </a:lnTo>
                  <a:lnTo>
                    <a:pt x="34874" y="133764"/>
                  </a:lnTo>
                  <a:lnTo>
                    <a:pt x="34396" y="131376"/>
                  </a:lnTo>
                  <a:lnTo>
                    <a:pt x="31530" y="127076"/>
                  </a:lnTo>
                  <a:lnTo>
                    <a:pt x="28664" y="124210"/>
                  </a:lnTo>
                  <a:lnTo>
                    <a:pt x="26753" y="121821"/>
                  </a:lnTo>
                  <a:lnTo>
                    <a:pt x="24364" y="119432"/>
                  </a:lnTo>
                  <a:lnTo>
                    <a:pt x="10510" y="112744"/>
                  </a:lnTo>
                  <a:lnTo>
                    <a:pt x="5733" y="110356"/>
                  </a:lnTo>
                  <a:lnTo>
                    <a:pt x="3822" y="108923"/>
                  </a:lnTo>
                  <a:lnTo>
                    <a:pt x="3344" y="107012"/>
                  </a:lnTo>
                  <a:lnTo>
                    <a:pt x="3344" y="105578"/>
                  </a:lnTo>
                  <a:lnTo>
                    <a:pt x="4777" y="104623"/>
                  </a:lnTo>
                  <a:lnTo>
                    <a:pt x="7166" y="105100"/>
                  </a:lnTo>
                  <a:lnTo>
                    <a:pt x="8121" y="105100"/>
                  </a:lnTo>
                  <a:lnTo>
                    <a:pt x="9077" y="103190"/>
                  </a:lnTo>
                  <a:lnTo>
                    <a:pt x="9077" y="101279"/>
                  </a:lnTo>
                  <a:lnTo>
                    <a:pt x="8121" y="98412"/>
                  </a:lnTo>
                  <a:lnTo>
                    <a:pt x="3344" y="92680"/>
                  </a:lnTo>
                  <a:lnTo>
                    <a:pt x="3822" y="91724"/>
                  </a:lnTo>
                  <a:lnTo>
                    <a:pt x="4777" y="90291"/>
                  </a:lnTo>
                  <a:lnTo>
                    <a:pt x="2866" y="87425"/>
                  </a:lnTo>
                  <a:lnTo>
                    <a:pt x="955" y="85514"/>
                  </a:lnTo>
                  <a:lnTo>
                    <a:pt x="0" y="83603"/>
                  </a:lnTo>
                  <a:lnTo>
                    <a:pt x="1433" y="77392"/>
                  </a:lnTo>
                  <a:lnTo>
                    <a:pt x="2389" y="75959"/>
                  </a:lnTo>
                  <a:lnTo>
                    <a:pt x="9077" y="69271"/>
                  </a:lnTo>
                  <a:lnTo>
                    <a:pt x="10988" y="66405"/>
                  </a:lnTo>
                  <a:lnTo>
                    <a:pt x="13854" y="64971"/>
                  </a:lnTo>
                  <a:lnTo>
                    <a:pt x="16721" y="62583"/>
                  </a:lnTo>
                  <a:lnTo>
                    <a:pt x="20064" y="60672"/>
                  </a:lnTo>
                  <a:lnTo>
                    <a:pt x="20542" y="60672"/>
                  </a:lnTo>
                  <a:lnTo>
                    <a:pt x="21020" y="61150"/>
                  </a:lnTo>
                  <a:lnTo>
                    <a:pt x="21020" y="61150"/>
                  </a:lnTo>
                  <a:lnTo>
                    <a:pt x="21020" y="61627"/>
                  </a:lnTo>
                  <a:lnTo>
                    <a:pt x="21498" y="62583"/>
                  </a:lnTo>
                  <a:lnTo>
                    <a:pt x="21975" y="63060"/>
                  </a:lnTo>
                  <a:lnTo>
                    <a:pt x="21975" y="64016"/>
                  </a:lnTo>
                  <a:lnTo>
                    <a:pt x="21975" y="64016"/>
                  </a:lnTo>
                  <a:lnTo>
                    <a:pt x="22453" y="64493"/>
                  </a:lnTo>
                  <a:lnTo>
                    <a:pt x="22453" y="65449"/>
                  </a:lnTo>
                  <a:lnTo>
                    <a:pt x="22453" y="66405"/>
                  </a:lnTo>
                  <a:lnTo>
                    <a:pt x="21975" y="66882"/>
                  </a:lnTo>
                  <a:lnTo>
                    <a:pt x="22453" y="67838"/>
                  </a:lnTo>
                  <a:lnTo>
                    <a:pt x="22931" y="68793"/>
                  </a:lnTo>
                  <a:lnTo>
                    <a:pt x="22931" y="69271"/>
                  </a:lnTo>
                  <a:lnTo>
                    <a:pt x="22931" y="69749"/>
                  </a:lnTo>
                  <a:lnTo>
                    <a:pt x="21975" y="70226"/>
                  </a:lnTo>
                  <a:lnTo>
                    <a:pt x="21498" y="70704"/>
                  </a:lnTo>
                  <a:lnTo>
                    <a:pt x="21498" y="70704"/>
                  </a:lnTo>
                  <a:lnTo>
                    <a:pt x="20542" y="71659"/>
                  </a:lnTo>
                  <a:lnTo>
                    <a:pt x="19587" y="71659"/>
                  </a:lnTo>
                  <a:lnTo>
                    <a:pt x="18154" y="71182"/>
                  </a:lnTo>
                  <a:lnTo>
                    <a:pt x="16721" y="71659"/>
                  </a:lnTo>
                  <a:lnTo>
                    <a:pt x="16721" y="71659"/>
                  </a:lnTo>
                  <a:lnTo>
                    <a:pt x="16721" y="72615"/>
                  </a:lnTo>
                  <a:lnTo>
                    <a:pt x="16721" y="73570"/>
                  </a:lnTo>
                  <a:lnTo>
                    <a:pt x="16721" y="74526"/>
                  </a:lnTo>
                  <a:lnTo>
                    <a:pt x="17676" y="75004"/>
                  </a:lnTo>
                  <a:lnTo>
                    <a:pt x="19587" y="75481"/>
                  </a:lnTo>
                  <a:lnTo>
                    <a:pt x="17676" y="77392"/>
                  </a:lnTo>
                  <a:lnTo>
                    <a:pt x="16721" y="78825"/>
                  </a:lnTo>
                  <a:lnTo>
                    <a:pt x="17198" y="79303"/>
                  </a:lnTo>
                  <a:lnTo>
                    <a:pt x="18154" y="79781"/>
                  </a:lnTo>
                  <a:lnTo>
                    <a:pt x="19109" y="79781"/>
                  </a:lnTo>
                  <a:lnTo>
                    <a:pt x="21020" y="79303"/>
                  </a:lnTo>
                  <a:lnTo>
                    <a:pt x="21975" y="77870"/>
                  </a:lnTo>
                  <a:lnTo>
                    <a:pt x="22931" y="77392"/>
                  </a:lnTo>
                  <a:lnTo>
                    <a:pt x="23886" y="76915"/>
                  </a:lnTo>
                  <a:lnTo>
                    <a:pt x="25320" y="77392"/>
                  </a:lnTo>
                  <a:lnTo>
                    <a:pt x="26753" y="78348"/>
                  </a:lnTo>
                  <a:lnTo>
                    <a:pt x="27230" y="78825"/>
                  </a:lnTo>
                  <a:lnTo>
                    <a:pt x="29619" y="79781"/>
                  </a:lnTo>
                  <a:lnTo>
                    <a:pt x="30575" y="80259"/>
                  </a:lnTo>
                  <a:lnTo>
                    <a:pt x="32486" y="80259"/>
                  </a:lnTo>
                  <a:lnTo>
                    <a:pt x="33919" y="79781"/>
                  </a:lnTo>
                  <a:lnTo>
                    <a:pt x="34874" y="80736"/>
                  </a:lnTo>
                  <a:lnTo>
                    <a:pt x="36307" y="81214"/>
                  </a:lnTo>
                  <a:lnTo>
                    <a:pt x="36307" y="83603"/>
                  </a:lnTo>
                  <a:lnTo>
                    <a:pt x="37263" y="85514"/>
                  </a:lnTo>
                  <a:lnTo>
                    <a:pt x="38696" y="86947"/>
                  </a:lnTo>
                  <a:lnTo>
                    <a:pt x="40129" y="88380"/>
                  </a:lnTo>
                  <a:lnTo>
                    <a:pt x="41085" y="88858"/>
                  </a:lnTo>
                  <a:lnTo>
                    <a:pt x="42996" y="88858"/>
                  </a:lnTo>
                  <a:lnTo>
                    <a:pt x="44906" y="89335"/>
                  </a:lnTo>
                  <a:lnTo>
                    <a:pt x="45862" y="88858"/>
                  </a:lnTo>
                  <a:lnTo>
                    <a:pt x="46817" y="87902"/>
                  </a:lnTo>
                  <a:lnTo>
                    <a:pt x="46817" y="87425"/>
                  </a:lnTo>
                  <a:lnTo>
                    <a:pt x="48251" y="86947"/>
                  </a:lnTo>
                  <a:lnTo>
                    <a:pt x="48251" y="86469"/>
                  </a:lnTo>
                  <a:lnTo>
                    <a:pt x="47773" y="85514"/>
                  </a:lnTo>
                  <a:lnTo>
                    <a:pt x="48251" y="84558"/>
                  </a:lnTo>
                  <a:lnTo>
                    <a:pt x="49206" y="83603"/>
                  </a:lnTo>
                  <a:lnTo>
                    <a:pt x="51595" y="82170"/>
                  </a:lnTo>
                  <a:lnTo>
                    <a:pt x="52550" y="81692"/>
                  </a:lnTo>
                  <a:lnTo>
                    <a:pt x="53028" y="80736"/>
                  </a:lnTo>
                  <a:lnTo>
                    <a:pt x="53505" y="79781"/>
                  </a:lnTo>
                  <a:lnTo>
                    <a:pt x="53028" y="79303"/>
                  </a:lnTo>
                  <a:lnTo>
                    <a:pt x="52550" y="78348"/>
                  </a:lnTo>
                  <a:lnTo>
                    <a:pt x="53028" y="77392"/>
                  </a:lnTo>
                  <a:lnTo>
                    <a:pt x="53505" y="75959"/>
                  </a:lnTo>
                  <a:lnTo>
                    <a:pt x="54461" y="74526"/>
                  </a:lnTo>
                  <a:lnTo>
                    <a:pt x="54939" y="72137"/>
                  </a:lnTo>
                  <a:lnTo>
                    <a:pt x="55416" y="71182"/>
                  </a:lnTo>
                  <a:lnTo>
                    <a:pt x="56372" y="70704"/>
                  </a:lnTo>
                  <a:lnTo>
                    <a:pt x="56372" y="69749"/>
                  </a:lnTo>
                  <a:lnTo>
                    <a:pt x="56850" y="68793"/>
                  </a:lnTo>
                  <a:lnTo>
                    <a:pt x="57805" y="67360"/>
                  </a:lnTo>
                  <a:lnTo>
                    <a:pt x="57805" y="66405"/>
                  </a:lnTo>
                  <a:lnTo>
                    <a:pt x="58283" y="65449"/>
                  </a:lnTo>
                  <a:lnTo>
                    <a:pt x="58283" y="64016"/>
                  </a:lnTo>
                  <a:lnTo>
                    <a:pt x="59238" y="61150"/>
                  </a:lnTo>
                  <a:lnTo>
                    <a:pt x="59238" y="60672"/>
                  </a:lnTo>
                  <a:lnTo>
                    <a:pt x="59716" y="60672"/>
                  </a:lnTo>
                  <a:lnTo>
                    <a:pt x="60671" y="60672"/>
                  </a:lnTo>
                  <a:lnTo>
                    <a:pt x="61149" y="61150"/>
                  </a:lnTo>
                  <a:lnTo>
                    <a:pt x="61627" y="62105"/>
                  </a:lnTo>
                  <a:lnTo>
                    <a:pt x="61627" y="62105"/>
                  </a:lnTo>
                  <a:lnTo>
                    <a:pt x="62582" y="62105"/>
                  </a:lnTo>
                  <a:lnTo>
                    <a:pt x="63060" y="61627"/>
                  </a:lnTo>
                  <a:lnTo>
                    <a:pt x="63060" y="61150"/>
                  </a:lnTo>
                  <a:lnTo>
                    <a:pt x="62582" y="60672"/>
                  </a:lnTo>
                  <a:lnTo>
                    <a:pt x="62582" y="60194"/>
                  </a:lnTo>
                  <a:lnTo>
                    <a:pt x="62582" y="59716"/>
                  </a:lnTo>
                  <a:lnTo>
                    <a:pt x="64016" y="58761"/>
                  </a:lnTo>
                  <a:lnTo>
                    <a:pt x="64971" y="57328"/>
                  </a:lnTo>
                  <a:lnTo>
                    <a:pt x="67360" y="54461"/>
                  </a:lnTo>
                  <a:lnTo>
                    <a:pt x="69271" y="53028"/>
                  </a:lnTo>
                  <a:lnTo>
                    <a:pt x="73093" y="52073"/>
                  </a:lnTo>
                  <a:lnTo>
                    <a:pt x="75959" y="51117"/>
                  </a:lnTo>
                  <a:lnTo>
                    <a:pt x="78825" y="50162"/>
                  </a:lnTo>
                  <a:lnTo>
                    <a:pt x="83125" y="48728"/>
                  </a:lnTo>
                  <a:lnTo>
                    <a:pt x="88380" y="46818"/>
                  </a:lnTo>
                  <a:lnTo>
                    <a:pt x="92679" y="45384"/>
                  </a:lnTo>
                  <a:lnTo>
                    <a:pt x="96024" y="42996"/>
                  </a:lnTo>
                  <a:lnTo>
                    <a:pt x="98890" y="41563"/>
                  </a:lnTo>
                  <a:lnTo>
                    <a:pt x="101278" y="39652"/>
                  </a:lnTo>
                  <a:lnTo>
                    <a:pt x="104145" y="37741"/>
                  </a:lnTo>
                  <a:lnTo>
                    <a:pt x="108444" y="33441"/>
                  </a:lnTo>
                  <a:lnTo>
                    <a:pt x="110833" y="30575"/>
                  </a:lnTo>
                  <a:lnTo>
                    <a:pt x="113222" y="28186"/>
                  </a:lnTo>
                  <a:lnTo>
                    <a:pt x="114655" y="26753"/>
                  </a:lnTo>
                  <a:lnTo>
                    <a:pt x="115610" y="22931"/>
                  </a:lnTo>
                  <a:lnTo>
                    <a:pt x="117044" y="18632"/>
                  </a:lnTo>
                  <a:lnTo>
                    <a:pt x="117521" y="16721"/>
                  </a:lnTo>
                  <a:lnTo>
                    <a:pt x="117521" y="15765"/>
                  </a:lnTo>
                  <a:lnTo>
                    <a:pt x="118477" y="16243"/>
                  </a:lnTo>
                  <a:lnTo>
                    <a:pt x="118954" y="16721"/>
                  </a:lnTo>
                  <a:lnTo>
                    <a:pt x="118954" y="16721"/>
                  </a:lnTo>
                  <a:lnTo>
                    <a:pt x="119432" y="16721"/>
                  </a:lnTo>
                  <a:lnTo>
                    <a:pt x="120388" y="16721"/>
                  </a:lnTo>
                  <a:lnTo>
                    <a:pt x="120865" y="16721"/>
                  </a:lnTo>
                  <a:lnTo>
                    <a:pt x="120865" y="16243"/>
                  </a:lnTo>
                  <a:lnTo>
                    <a:pt x="120865" y="16243"/>
                  </a:lnTo>
                  <a:lnTo>
                    <a:pt x="120388" y="11943"/>
                  </a:lnTo>
                  <a:lnTo>
                    <a:pt x="120388" y="10988"/>
                  </a:lnTo>
                  <a:lnTo>
                    <a:pt x="120865" y="10032"/>
                  </a:lnTo>
                  <a:lnTo>
                    <a:pt x="120388" y="9077"/>
                  </a:lnTo>
                  <a:lnTo>
                    <a:pt x="119432" y="8599"/>
                  </a:lnTo>
                  <a:lnTo>
                    <a:pt x="117521" y="6688"/>
                  </a:lnTo>
                  <a:lnTo>
                    <a:pt x="116566" y="4777"/>
                  </a:lnTo>
                  <a:lnTo>
                    <a:pt x="116088" y="3822"/>
                  </a:lnTo>
                  <a:lnTo>
                    <a:pt x="114655" y="2867"/>
                  </a:lnTo>
                  <a:lnTo>
                    <a:pt x="113222" y="1911"/>
                  </a:lnTo>
                  <a:lnTo>
                    <a:pt x="113222" y="1433"/>
                  </a:lnTo>
                  <a:lnTo>
                    <a:pt x="114177" y="1433"/>
                  </a:lnTo>
                  <a:lnTo>
                    <a:pt x="116566" y="1911"/>
                  </a:lnTo>
                  <a:lnTo>
                    <a:pt x="117999" y="1911"/>
                  </a:lnTo>
                  <a:lnTo>
                    <a:pt x="118954" y="1911"/>
                  </a:lnTo>
                  <a:lnTo>
                    <a:pt x="120388" y="956"/>
                  </a:lnTo>
                  <a:lnTo>
                    <a:pt x="120388" y="956"/>
                  </a:lnTo>
                  <a:lnTo>
                    <a:pt x="121343" y="0"/>
                  </a:lnTo>
                  <a:lnTo>
                    <a:pt x="122299" y="0"/>
                  </a:lnTo>
                  <a:lnTo>
                    <a:pt x="123254" y="0"/>
                  </a:lnTo>
                  <a:lnTo>
                    <a:pt x="124687" y="1433"/>
                  </a:lnTo>
                  <a:lnTo>
                    <a:pt x="125643" y="1911"/>
                  </a:lnTo>
                  <a:lnTo>
                    <a:pt x="127076" y="2389"/>
                  </a:lnTo>
                  <a:lnTo>
                    <a:pt x="128031" y="2867"/>
                  </a:lnTo>
                  <a:lnTo>
                    <a:pt x="128987" y="2867"/>
                  </a:lnTo>
                  <a:lnTo>
                    <a:pt x="129942" y="2867"/>
                  </a:lnTo>
                  <a:lnTo>
                    <a:pt x="129942" y="3822"/>
                  </a:lnTo>
                  <a:lnTo>
                    <a:pt x="130898" y="4777"/>
                  </a:lnTo>
                  <a:lnTo>
                    <a:pt x="131853" y="5255"/>
                  </a:lnTo>
                  <a:lnTo>
                    <a:pt x="133286" y="5733"/>
                  </a:lnTo>
                  <a:lnTo>
                    <a:pt x="134719" y="7166"/>
                  </a:lnTo>
                  <a:lnTo>
                    <a:pt x="135675" y="7644"/>
                  </a:lnTo>
                  <a:lnTo>
                    <a:pt x="136631" y="8599"/>
                  </a:lnTo>
                  <a:lnTo>
                    <a:pt x="137108" y="9077"/>
                  </a:lnTo>
                  <a:lnTo>
                    <a:pt x="137586" y="9555"/>
                  </a:lnTo>
                  <a:lnTo>
                    <a:pt x="137586" y="10510"/>
                  </a:lnTo>
                  <a:lnTo>
                    <a:pt x="138064" y="11466"/>
                  </a:lnTo>
                  <a:lnTo>
                    <a:pt x="138542" y="12899"/>
                  </a:lnTo>
                  <a:lnTo>
                    <a:pt x="139019" y="13854"/>
                  </a:lnTo>
                  <a:lnTo>
                    <a:pt x="139019" y="14332"/>
                  </a:lnTo>
                  <a:lnTo>
                    <a:pt x="139975" y="15765"/>
                  </a:lnTo>
                  <a:lnTo>
                    <a:pt x="140930" y="16721"/>
                  </a:lnTo>
                  <a:lnTo>
                    <a:pt x="140930" y="16721"/>
                  </a:lnTo>
                  <a:lnTo>
                    <a:pt x="141885" y="17198"/>
                  </a:lnTo>
                  <a:lnTo>
                    <a:pt x="141885" y="17198"/>
                  </a:lnTo>
                  <a:lnTo>
                    <a:pt x="144752" y="17676"/>
                  </a:lnTo>
                  <a:lnTo>
                    <a:pt x="145707" y="19109"/>
                  </a:lnTo>
                  <a:lnTo>
                    <a:pt x="147141" y="19587"/>
                  </a:lnTo>
                  <a:lnTo>
                    <a:pt x="148096" y="21020"/>
                  </a:lnTo>
                  <a:lnTo>
                    <a:pt x="149529" y="21020"/>
                  </a:lnTo>
                  <a:lnTo>
                    <a:pt x="150962" y="21020"/>
                  </a:lnTo>
                  <a:lnTo>
                    <a:pt x="152396" y="21976"/>
                  </a:lnTo>
                  <a:lnTo>
                    <a:pt x="153351" y="22931"/>
                  </a:lnTo>
                  <a:lnTo>
                    <a:pt x="154307" y="24364"/>
                  </a:lnTo>
                  <a:lnTo>
                    <a:pt x="154307" y="24364"/>
                  </a:lnTo>
                  <a:lnTo>
                    <a:pt x="155262" y="25320"/>
                  </a:lnTo>
                  <a:lnTo>
                    <a:pt x="155740" y="26753"/>
                  </a:lnTo>
                  <a:lnTo>
                    <a:pt x="155262" y="28664"/>
                  </a:lnTo>
                  <a:lnTo>
                    <a:pt x="155262" y="29142"/>
                  </a:lnTo>
                  <a:lnTo>
                    <a:pt x="155740" y="29619"/>
                  </a:lnTo>
                  <a:lnTo>
                    <a:pt x="155740" y="29619"/>
                  </a:lnTo>
                  <a:lnTo>
                    <a:pt x="156695" y="30575"/>
                  </a:lnTo>
                  <a:lnTo>
                    <a:pt x="158606" y="31530"/>
                  </a:lnTo>
                  <a:lnTo>
                    <a:pt x="160039" y="31052"/>
                  </a:lnTo>
                  <a:lnTo>
                    <a:pt x="160995" y="31530"/>
                  </a:lnTo>
                  <a:lnTo>
                    <a:pt x="161472" y="32486"/>
                  </a:lnTo>
                  <a:lnTo>
                    <a:pt x="161950" y="32963"/>
                  </a:lnTo>
                  <a:lnTo>
                    <a:pt x="162428" y="35352"/>
                  </a:lnTo>
                  <a:lnTo>
                    <a:pt x="162906" y="36785"/>
                  </a:lnTo>
                  <a:lnTo>
                    <a:pt x="162428" y="38218"/>
                  </a:lnTo>
                  <a:lnTo>
                    <a:pt x="161950" y="39174"/>
                  </a:lnTo>
                  <a:lnTo>
                    <a:pt x="162428" y="40607"/>
                  </a:lnTo>
                  <a:lnTo>
                    <a:pt x="162428" y="40607"/>
                  </a:lnTo>
                  <a:lnTo>
                    <a:pt x="164339" y="41085"/>
                  </a:lnTo>
                  <a:lnTo>
                    <a:pt x="165772" y="41563"/>
                  </a:lnTo>
                  <a:lnTo>
                    <a:pt x="166727" y="42518"/>
                  </a:lnTo>
                  <a:lnTo>
                    <a:pt x="167683" y="42518"/>
                  </a:lnTo>
                  <a:lnTo>
                    <a:pt x="169116" y="42518"/>
                  </a:lnTo>
                  <a:lnTo>
                    <a:pt x="171027" y="42518"/>
                  </a:lnTo>
                  <a:lnTo>
                    <a:pt x="172460" y="42040"/>
                  </a:lnTo>
                  <a:lnTo>
                    <a:pt x="172938" y="41563"/>
                  </a:lnTo>
                  <a:lnTo>
                    <a:pt x="173893" y="42040"/>
                  </a:lnTo>
                  <a:lnTo>
                    <a:pt x="175326" y="42518"/>
                  </a:lnTo>
                  <a:lnTo>
                    <a:pt x="175804" y="42518"/>
                  </a:lnTo>
                  <a:lnTo>
                    <a:pt x="177715" y="42996"/>
                  </a:lnTo>
                  <a:lnTo>
                    <a:pt x="179149" y="42518"/>
                  </a:lnTo>
                  <a:lnTo>
                    <a:pt x="181059" y="42518"/>
                  </a:lnTo>
                  <a:lnTo>
                    <a:pt x="182492" y="42040"/>
                  </a:lnTo>
                  <a:lnTo>
                    <a:pt x="184403" y="41085"/>
                  </a:lnTo>
                  <a:lnTo>
                    <a:pt x="184403" y="41085"/>
                  </a:lnTo>
                  <a:lnTo>
                    <a:pt x="185837" y="41085"/>
                  </a:lnTo>
                  <a:lnTo>
                    <a:pt x="186792" y="40607"/>
                  </a:lnTo>
                  <a:lnTo>
                    <a:pt x="187748" y="39652"/>
                  </a:lnTo>
                  <a:lnTo>
                    <a:pt x="189181" y="38218"/>
                  </a:lnTo>
                  <a:lnTo>
                    <a:pt x="190136" y="38218"/>
                  </a:lnTo>
                  <a:lnTo>
                    <a:pt x="191569" y="38696"/>
                  </a:lnTo>
                  <a:lnTo>
                    <a:pt x="193958" y="39652"/>
                  </a:lnTo>
                  <a:lnTo>
                    <a:pt x="195391" y="40607"/>
                  </a:lnTo>
                  <a:lnTo>
                    <a:pt x="195391" y="40607"/>
                  </a:lnTo>
                  <a:lnTo>
                    <a:pt x="195869" y="40607"/>
                  </a:lnTo>
                  <a:lnTo>
                    <a:pt x="196347" y="40607"/>
                  </a:lnTo>
                  <a:lnTo>
                    <a:pt x="197302" y="41563"/>
                  </a:lnTo>
                  <a:lnTo>
                    <a:pt x="199213" y="41563"/>
                  </a:lnTo>
                  <a:lnTo>
                    <a:pt x="201124" y="41085"/>
                  </a:lnTo>
                  <a:lnTo>
                    <a:pt x="203035" y="39652"/>
                  </a:lnTo>
                  <a:lnTo>
                    <a:pt x="204468" y="39652"/>
                  </a:lnTo>
                  <a:lnTo>
                    <a:pt x="205901" y="39174"/>
                  </a:lnTo>
                  <a:lnTo>
                    <a:pt x="206857" y="39174"/>
                  </a:lnTo>
                  <a:lnTo>
                    <a:pt x="211156" y="41563"/>
                  </a:lnTo>
                  <a:lnTo>
                    <a:pt x="212112" y="42518"/>
                  </a:lnTo>
                  <a:lnTo>
                    <a:pt x="213545" y="42996"/>
                  </a:lnTo>
                  <a:lnTo>
                    <a:pt x="214500" y="43474"/>
                  </a:lnTo>
                  <a:lnTo>
                    <a:pt x="216889" y="44429"/>
                  </a:lnTo>
                  <a:lnTo>
                    <a:pt x="217845" y="44907"/>
                  </a:lnTo>
                  <a:lnTo>
                    <a:pt x="219278" y="45384"/>
                  </a:lnTo>
                  <a:lnTo>
                    <a:pt x="220233" y="46340"/>
                  </a:lnTo>
                  <a:lnTo>
                    <a:pt x="221666" y="46818"/>
                  </a:lnTo>
                  <a:lnTo>
                    <a:pt x="223099" y="47295"/>
                  </a:lnTo>
                  <a:lnTo>
                    <a:pt x="223577" y="48251"/>
                  </a:lnTo>
                  <a:lnTo>
                    <a:pt x="223577" y="48728"/>
                  </a:lnTo>
                  <a:lnTo>
                    <a:pt x="223577" y="48728"/>
                  </a:lnTo>
                  <a:lnTo>
                    <a:pt x="222144" y="51117"/>
                  </a:lnTo>
                  <a:lnTo>
                    <a:pt x="222144" y="51117"/>
                  </a:lnTo>
                  <a:lnTo>
                    <a:pt x="219278" y="54939"/>
                  </a:lnTo>
                  <a:lnTo>
                    <a:pt x="216889" y="58761"/>
                  </a:lnTo>
                  <a:lnTo>
                    <a:pt x="212590" y="64493"/>
                  </a:lnTo>
                  <a:lnTo>
                    <a:pt x="210201" y="67360"/>
                  </a:lnTo>
                  <a:lnTo>
                    <a:pt x="210201" y="67360"/>
                  </a:lnTo>
                  <a:lnTo>
                    <a:pt x="211156" y="67838"/>
                  </a:lnTo>
                  <a:lnTo>
                    <a:pt x="214500" y="69271"/>
                  </a:lnTo>
                  <a:lnTo>
                    <a:pt x="215456" y="69271"/>
                  </a:lnTo>
                  <a:lnTo>
                    <a:pt x="216411" y="68793"/>
                  </a:lnTo>
                  <a:lnTo>
                    <a:pt x="217367" y="68316"/>
                  </a:lnTo>
                  <a:lnTo>
                    <a:pt x="217367" y="68316"/>
                  </a:lnTo>
                  <a:lnTo>
                    <a:pt x="218322" y="68316"/>
                  </a:lnTo>
                  <a:lnTo>
                    <a:pt x="218800" y="68793"/>
                  </a:lnTo>
                  <a:lnTo>
                    <a:pt x="220233" y="69271"/>
                  </a:lnTo>
                  <a:lnTo>
                    <a:pt x="220711" y="70704"/>
                  </a:lnTo>
                  <a:lnTo>
                    <a:pt x="221189" y="71182"/>
                  </a:lnTo>
                  <a:lnTo>
                    <a:pt x="221666" y="72615"/>
                  </a:lnTo>
                  <a:lnTo>
                    <a:pt x="223099" y="73093"/>
                  </a:lnTo>
                  <a:lnTo>
                    <a:pt x="224533" y="74526"/>
                  </a:lnTo>
                  <a:lnTo>
                    <a:pt x="225488" y="75959"/>
                  </a:lnTo>
                  <a:lnTo>
                    <a:pt x="225488" y="76915"/>
                  </a:lnTo>
                  <a:lnTo>
                    <a:pt x="225010" y="77392"/>
                  </a:lnTo>
                  <a:lnTo>
                    <a:pt x="224055" y="77392"/>
                  </a:lnTo>
                  <a:lnTo>
                    <a:pt x="222622" y="76915"/>
                  </a:lnTo>
                  <a:lnTo>
                    <a:pt x="222622" y="76915"/>
                  </a:lnTo>
                  <a:lnTo>
                    <a:pt x="222622" y="76915"/>
                  </a:lnTo>
                  <a:lnTo>
                    <a:pt x="221666" y="76915"/>
                  </a:lnTo>
                  <a:lnTo>
                    <a:pt x="221189" y="76915"/>
                  </a:lnTo>
                  <a:lnTo>
                    <a:pt x="220233" y="76915"/>
                  </a:lnTo>
                  <a:lnTo>
                    <a:pt x="218800" y="75959"/>
                  </a:lnTo>
                  <a:lnTo>
                    <a:pt x="218322" y="75004"/>
                  </a:lnTo>
                  <a:lnTo>
                    <a:pt x="216889" y="74048"/>
                  </a:lnTo>
                  <a:lnTo>
                    <a:pt x="216889" y="74048"/>
                  </a:lnTo>
                  <a:lnTo>
                    <a:pt x="216411" y="74526"/>
                  </a:lnTo>
                  <a:lnTo>
                    <a:pt x="214500" y="74526"/>
                  </a:lnTo>
                  <a:lnTo>
                    <a:pt x="212590" y="74526"/>
                  </a:lnTo>
                  <a:lnTo>
                    <a:pt x="212590" y="74526"/>
                  </a:lnTo>
                  <a:lnTo>
                    <a:pt x="210679" y="74526"/>
                  </a:lnTo>
                  <a:lnTo>
                    <a:pt x="210201" y="74526"/>
                  </a:lnTo>
                  <a:lnTo>
                    <a:pt x="209245" y="74526"/>
                  </a:lnTo>
                  <a:lnTo>
                    <a:pt x="209245" y="74526"/>
                  </a:lnTo>
                  <a:lnTo>
                    <a:pt x="209245" y="74526"/>
                  </a:lnTo>
                  <a:lnTo>
                    <a:pt x="207812" y="75481"/>
                  </a:lnTo>
                  <a:lnTo>
                    <a:pt x="206857" y="76915"/>
                  </a:lnTo>
                  <a:lnTo>
                    <a:pt x="205901" y="77870"/>
                  </a:lnTo>
                  <a:lnTo>
                    <a:pt x="205424" y="77870"/>
                  </a:lnTo>
                  <a:lnTo>
                    <a:pt x="202557" y="78348"/>
                  </a:lnTo>
                  <a:lnTo>
                    <a:pt x="200646" y="78348"/>
                  </a:lnTo>
                  <a:lnTo>
                    <a:pt x="200646" y="78348"/>
                  </a:lnTo>
                  <a:lnTo>
                    <a:pt x="199213" y="79303"/>
                  </a:lnTo>
                  <a:lnTo>
                    <a:pt x="198735" y="79303"/>
                  </a:lnTo>
                  <a:lnTo>
                    <a:pt x="197302" y="79303"/>
                  </a:lnTo>
                  <a:lnTo>
                    <a:pt x="196347" y="79303"/>
                  </a:lnTo>
                  <a:lnTo>
                    <a:pt x="196347" y="79303"/>
                  </a:lnTo>
                  <a:lnTo>
                    <a:pt x="194914" y="80259"/>
                  </a:lnTo>
                  <a:lnTo>
                    <a:pt x="192047" y="80259"/>
                  </a:lnTo>
                  <a:lnTo>
                    <a:pt x="188703" y="80736"/>
                  </a:lnTo>
                  <a:lnTo>
                    <a:pt x="188225" y="80736"/>
                  </a:lnTo>
                  <a:lnTo>
                    <a:pt x="186314" y="81692"/>
                  </a:lnTo>
                  <a:lnTo>
                    <a:pt x="185837" y="82170"/>
                  </a:lnTo>
                  <a:lnTo>
                    <a:pt x="183448" y="83125"/>
                  </a:lnTo>
                  <a:lnTo>
                    <a:pt x="180104" y="85036"/>
                  </a:lnTo>
                  <a:lnTo>
                    <a:pt x="178193" y="85991"/>
                  </a:lnTo>
                  <a:lnTo>
                    <a:pt x="175804" y="87902"/>
                  </a:lnTo>
                  <a:lnTo>
                    <a:pt x="173416" y="89813"/>
                  </a:lnTo>
                  <a:lnTo>
                    <a:pt x="171505" y="90769"/>
                  </a:lnTo>
                  <a:lnTo>
                    <a:pt x="171505" y="90769"/>
                  </a:lnTo>
                  <a:lnTo>
                    <a:pt x="168638" y="91247"/>
                  </a:lnTo>
                  <a:lnTo>
                    <a:pt x="167683" y="91724"/>
                  </a:lnTo>
                  <a:lnTo>
                    <a:pt x="167683" y="91724"/>
                  </a:lnTo>
                  <a:lnTo>
                    <a:pt x="167205" y="92680"/>
                  </a:lnTo>
                  <a:lnTo>
                    <a:pt x="167683" y="93157"/>
                  </a:lnTo>
                  <a:lnTo>
                    <a:pt x="167205" y="95068"/>
                  </a:lnTo>
                  <a:lnTo>
                    <a:pt x="166250" y="98412"/>
                  </a:lnTo>
                  <a:lnTo>
                    <a:pt x="166250" y="100323"/>
                  </a:lnTo>
                  <a:lnTo>
                    <a:pt x="165772" y="101279"/>
                  </a:lnTo>
                  <a:lnTo>
                    <a:pt x="164339" y="104145"/>
                  </a:lnTo>
                  <a:lnTo>
                    <a:pt x="162428" y="106534"/>
                  </a:lnTo>
                  <a:lnTo>
                    <a:pt x="161472" y="108445"/>
                  </a:lnTo>
                  <a:lnTo>
                    <a:pt x="160995" y="109400"/>
                  </a:lnTo>
                  <a:lnTo>
                    <a:pt x="161472" y="110833"/>
                  </a:lnTo>
                  <a:lnTo>
                    <a:pt x="161950" y="112744"/>
                  </a:lnTo>
                  <a:lnTo>
                    <a:pt x="162906" y="114177"/>
                  </a:lnTo>
                  <a:lnTo>
                    <a:pt x="162906" y="115133"/>
                  </a:lnTo>
                  <a:lnTo>
                    <a:pt x="162906" y="116088"/>
                  </a:lnTo>
                  <a:lnTo>
                    <a:pt x="161950" y="117522"/>
                  </a:lnTo>
                  <a:lnTo>
                    <a:pt x="160995" y="117999"/>
                  </a:lnTo>
                  <a:lnTo>
                    <a:pt x="159084" y="117999"/>
                  </a:lnTo>
                  <a:lnTo>
                    <a:pt x="159084" y="118477"/>
                  </a:lnTo>
                  <a:lnTo>
                    <a:pt x="159084" y="118477"/>
                  </a:lnTo>
                  <a:lnTo>
                    <a:pt x="155740" y="120388"/>
                  </a:lnTo>
                  <a:lnTo>
                    <a:pt x="151918" y="122777"/>
                  </a:lnTo>
                  <a:lnTo>
                    <a:pt x="151918" y="122777"/>
                  </a:lnTo>
                  <a:lnTo>
                    <a:pt x="150485" y="124210"/>
                  </a:lnTo>
                  <a:lnTo>
                    <a:pt x="150007" y="125643"/>
                  </a:lnTo>
                  <a:lnTo>
                    <a:pt x="149529" y="127554"/>
                  </a:lnTo>
                  <a:lnTo>
                    <a:pt x="149529" y="128509"/>
                  </a:lnTo>
                  <a:lnTo>
                    <a:pt x="150485" y="128987"/>
                  </a:lnTo>
                  <a:lnTo>
                    <a:pt x="150962" y="130898"/>
                  </a:lnTo>
                  <a:lnTo>
                    <a:pt x="150962" y="131854"/>
                  </a:lnTo>
                  <a:lnTo>
                    <a:pt x="150485" y="131854"/>
                  </a:lnTo>
                  <a:lnTo>
                    <a:pt x="149529" y="132331"/>
                  </a:lnTo>
                  <a:lnTo>
                    <a:pt x="149529" y="132331"/>
                  </a:lnTo>
                  <a:lnTo>
                    <a:pt x="148574" y="132331"/>
                  </a:lnTo>
                  <a:lnTo>
                    <a:pt x="148574" y="132331"/>
                  </a:lnTo>
                  <a:lnTo>
                    <a:pt x="148574" y="132331"/>
                  </a:lnTo>
                  <a:lnTo>
                    <a:pt x="147618" y="132809"/>
                  </a:lnTo>
                  <a:lnTo>
                    <a:pt x="147618" y="132809"/>
                  </a:lnTo>
                  <a:lnTo>
                    <a:pt x="147141" y="132809"/>
                  </a:lnTo>
                  <a:lnTo>
                    <a:pt x="147141" y="132809"/>
                  </a:lnTo>
                  <a:lnTo>
                    <a:pt x="146663" y="132809"/>
                  </a:lnTo>
                  <a:lnTo>
                    <a:pt x="146185" y="132809"/>
                  </a:lnTo>
                  <a:lnTo>
                    <a:pt x="146185" y="133764"/>
                  </a:lnTo>
                  <a:lnTo>
                    <a:pt x="146663" y="134242"/>
                  </a:lnTo>
                  <a:lnTo>
                    <a:pt x="146663" y="135198"/>
                  </a:lnTo>
                  <a:lnTo>
                    <a:pt x="146185" y="135675"/>
                  </a:lnTo>
                  <a:lnTo>
                    <a:pt x="145707" y="136153"/>
                  </a:lnTo>
                  <a:lnTo>
                    <a:pt x="146185" y="136631"/>
                  </a:lnTo>
                  <a:lnTo>
                    <a:pt x="146663" y="137108"/>
                  </a:lnTo>
                  <a:lnTo>
                    <a:pt x="147618" y="138064"/>
                  </a:lnTo>
                  <a:lnTo>
                    <a:pt x="149051" y="139497"/>
                  </a:lnTo>
                  <a:lnTo>
                    <a:pt x="150007" y="139975"/>
                  </a:lnTo>
                  <a:lnTo>
                    <a:pt x="150962" y="140453"/>
                  </a:lnTo>
                  <a:lnTo>
                    <a:pt x="151440" y="140930"/>
                  </a:lnTo>
                  <a:lnTo>
                    <a:pt x="150962" y="141886"/>
                  </a:lnTo>
                  <a:lnTo>
                    <a:pt x="150485" y="142364"/>
                  </a:lnTo>
                  <a:lnTo>
                    <a:pt x="150007" y="142364"/>
                  </a:lnTo>
                  <a:lnTo>
                    <a:pt x="150007" y="142841"/>
                  </a:lnTo>
                  <a:lnTo>
                    <a:pt x="150962" y="143797"/>
                  </a:lnTo>
                  <a:lnTo>
                    <a:pt x="151918" y="144752"/>
                  </a:lnTo>
                  <a:lnTo>
                    <a:pt x="152873" y="145707"/>
                  </a:lnTo>
                  <a:lnTo>
                    <a:pt x="153351" y="146663"/>
                  </a:lnTo>
                  <a:lnTo>
                    <a:pt x="153351" y="147619"/>
                  </a:lnTo>
                  <a:lnTo>
                    <a:pt x="154307" y="148574"/>
                  </a:lnTo>
                  <a:lnTo>
                    <a:pt x="154784" y="149530"/>
                  </a:lnTo>
                  <a:lnTo>
                    <a:pt x="154784" y="150485"/>
                  </a:lnTo>
                  <a:lnTo>
                    <a:pt x="155740" y="151440"/>
                  </a:lnTo>
                  <a:lnTo>
                    <a:pt x="156695" y="151918"/>
                  </a:lnTo>
                  <a:lnTo>
                    <a:pt x="157651" y="152396"/>
                  </a:lnTo>
                  <a:lnTo>
                    <a:pt x="158128" y="152873"/>
                  </a:lnTo>
                  <a:lnTo>
                    <a:pt x="158606" y="153829"/>
                  </a:lnTo>
                  <a:lnTo>
                    <a:pt x="158606" y="154784"/>
                  </a:lnTo>
                  <a:lnTo>
                    <a:pt x="159561" y="156218"/>
                  </a:lnTo>
                  <a:lnTo>
                    <a:pt x="161472" y="157173"/>
                  </a:lnTo>
                  <a:lnTo>
                    <a:pt x="162906" y="159084"/>
                  </a:lnTo>
                  <a:lnTo>
                    <a:pt x="163861" y="160517"/>
                  </a:lnTo>
                  <a:lnTo>
                    <a:pt x="165772" y="162428"/>
                  </a:lnTo>
                  <a:lnTo>
                    <a:pt x="166250" y="164817"/>
                  </a:lnTo>
                  <a:lnTo>
                    <a:pt x="163861" y="167205"/>
                  </a:lnTo>
                  <a:lnTo>
                    <a:pt x="161472" y="170072"/>
                  </a:lnTo>
                  <a:lnTo>
                    <a:pt x="165294" y="170072"/>
                  </a:lnTo>
                  <a:lnTo>
                    <a:pt x="165294" y="170072"/>
                  </a:lnTo>
                  <a:lnTo>
                    <a:pt x="169116" y="170072"/>
                  </a:lnTo>
                  <a:lnTo>
                    <a:pt x="169116" y="170072"/>
                  </a:lnTo>
                  <a:lnTo>
                    <a:pt x="173416" y="171027"/>
                  </a:lnTo>
                  <a:lnTo>
                    <a:pt x="176282" y="171505"/>
                  </a:lnTo>
                  <a:lnTo>
                    <a:pt x="177715" y="171983"/>
                  </a:lnTo>
                  <a:lnTo>
                    <a:pt x="179149" y="172938"/>
                  </a:lnTo>
                  <a:lnTo>
                    <a:pt x="179626" y="173894"/>
                  </a:lnTo>
                  <a:lnTo>
                    <a:pt x="180104" y="175327"/>
                  </a:lnTo>
                  <a:lnTo>
                    <a:pt x="180104" y="176760"/>
                  </a:lnTo>
                  <a:lnTo>
                    <a:pt x="182015" y="178193"/>
                  </a:lnTo>
                  <a:lnTo>
                    <a:pt x="181537" y="179149"/>
                  </a:lnTo>
                  <a:lnTo>
                    <a:pt x="181537" y="181060"/>
                  </a:lnTo>
                  <a:lnTo>
                    <a:pt x="182492" y="181060"/>
                  </a:lnTo>
                  <a:lnTo>
                    <a:pt x="187748" y="181060"/>
                  </a:lnTo>
                  <a:lnTo>
                    <a:pt x="193003" y="181060"/>
                  </a:lnTo>
                  <a:lnTo>
                    <a:pt x="193958" y="181060"/>
                  </a:lnTo>
                  <a:lnTo>
                    <a:pt x="198258" y="180582"/>
                  </a:lnTo>
                  <a:lnTo>
                    <a:pt x="198735" y="180582"/>
                  </a:lnTo>
                  <a:lnTo>
                    <a:pt x="200646" y="180104"/>
                  </a:lnTo>
                  <a:lnTo>
                    <a:pt x="200646" y="180104"/>
                  </a:lnTo>
                  <a:lnTo>
                    <a:pt x="203035" y="178193"/>
                  </a:lnTo>
                  <a:lnTo>
                    <a:pt x="204468" y="177715"/>
                  </a:lnTo>
                  <a:lnTo>
                    <a:pt x="205901" y="176282"/>
                  </a:lnTo>
                  <a:lnTo>
                    <a:pt x="207334" y="174849"/>
                  </a:lnTo>
                  <a:lnTo>
                    <a:pt x="208768" y="173894"/>
                  </a:lnTo>
                  <a:lnTo>
                    <a:pt x="210201" y="172938"/>
                  </a:lnTo>
                  <a:lnTo>
                    <a:pt x="211634" y="171983"/>
                  </a:lnTo>
                  <a:lnTo>
                    <a:pt x="212590" y="171027"/>
                  </a:lnTo>
                  <a:lnTo>
                    <a:pt x="213067" y="171027"/>
                  </a:lnTo>
                  <a:lnTo>
                    <a:pt x="214023" y="170549"/>
                  </a:lnTo>
                  <a:lnTo>
                    <a:pt x="213545" y="171505"/>
                  </a:lnTo>
                  <a:lnTo>
                    <a:pt x="213067" y="172461"/>
                  </a:lnTo>
                  <a:lnTo>
                    <a:pt x="213067" y="173894"/>
                  </a:lnTo>
                  <a:lnTo>
                    <a:pt x="213545" y="175327"/>
                  </a:lnTo>
                  <a:lnTo>
                    <a:pt x="213067" y="176760"/>
                  </a:lnTo>
                  <a:lnTo>
                    <a:pt x="212112" y="177715"/>
                  </a:lnTo>
                  <a:lnTo>
                    <a:pt x="212112" y="180104"/>
                  </a:lnTo>
                  <a:lnTo>
                    <a:pt x="212112" y="184404"/>
                  </a:lnTo>
                  <a:lnTo>
                    <a:pt x="212112" y="187270"/>
                  </a:lnTo>
                  <a:lnTo>
                    <a:pt x="212112" y="191570"/>
                  </a:lnTo>
                  <a:lnTo>
                    <a:pt x="212112" y="196347"/>
                  </a:lnTo>
                  <a:lnTo>
                    <a:pt x="212112" y="199213"/>
                  </a:lnTo>
                  <a:lnTo>
                    <a:pt x="212590" y="199213"/>
                  </a:lnTo>
                  <a:lnTo>
                    <a:pt x="212590" y="199213"/>
                  </a:lnTo>
                  <a:lnTo>
                    <a:pt x="213067" y="198736"/>
                  </a:lnTo>
                  <a:lnTo>
                    <a:pt x="214500" y="198258"/>
                  </a:lnTo>
                  <a:lnTo>
                    <a:pt x="215933" y="199691"/>
                  </a:lnTo>
                  <a:lnTo>
                    <a:pt x="217367" y="200169"/>
                  </a:lnTo>
                  <a:lnTo>
                    <a:pt x="217367" y="200169"/>
                  </a:lnTo>
                  <a:lnTo>
                    <a:pt x="218322" y="200646"/>
                  </a:lnTo>
                  <a:lnTo>
                    <a:pt x="219278" y="200169"/>
                  </a:lnTo>
                  <a:lnTo>
                    <a:pt x="220711" y="200169"/>
                  </a:lnTo>
                  <a:lnTo>
                    <a:pt x="223577" y="198736"/>
                  </a:lnTo>
                  <a:lnTo>
                    <a:pt x="223577" y="198736"/>
                  </a:lnTo>
                  <a:lnTo>
                    <a:pt x="225966" y="197780"/>
                  </a:lnTo>
                  <a:lnTo>
                    <a:pt x="228355" y="197780"/>
                  </a:lnTo>
                  <a:lnTo>
                    <a:pt x="231221" y="198258"/>
                  </a:lnTo>
                  <a:lnTo>
                    <a:pt x="231699" y="198258"/>
                  </a:lnTo>
                  <a:lnTo>
                    <a:pt x="233132" y="198258"/>
                  </a:lnTo>
                  <a:lnTo>
                    <a:pt x="235998" y="202557"/>
                  </a:lnTo>
                  <a:lnTo>
                    <a:pt x="237431" y="205424"/>
                  </a:lnTo>
                  <a:lnTo>
                    <a:pt x="239820" y="208768"/>
                  </a:lnTo>
                  <a:lnTo>
                    <a:pt x="241253" y="211156"/>
                  </a:lnTo>
                  <a:lnTo>
                    <a:pt x="244120" y="215456"/>
                  </a:lnTo>
                  <a:lnTo>
                    <a:pt x="246031" y="218800"/>
                  </a:lnTo>
                  <a:lnTo>
                    <a:pt x="248419" y="2226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1" name="Freeform 2670">
              <a:extLst>
                <a:ext uri="{FF2B5EF4-FFF2-40B4-BE49-F238E27FC236}">
                  <a16:creationId xmlns:a16="http://schemas.microsoft.com/office/drawing/2014/main" id="{78A033C2-F254-577E-CF03-16F9EE92D06F}"/>
                </a:ext>
              </a:extLst>
            </p:cNvPr>
            <p:cNvSpPr/>
            <p:nvPr/>
          </p:nvSpPr>
          <p:spPr>
            <a:xfrm>
              <a:off x="4512326" y="4508930"/>
              <a:ext cx="8121" cy="6210"/>
            </a:xfrm>
            <a:custGeom>
              <a:avLst/>
              <a:gdLst>
                <a:gd name="csX0" fmla="*/ 6688 w 8121"/>
                <a:gd name="csY0" fmla="*/ 4299 h 6210"/>
                <a:gd name="csX1" fmla="*/ 8121 w 8121"/>
                <a:gd name="csY1" fmla="*/ 6210 h 6210"/>
                <a:gd name="csX2" fmla="*/ 7166 w 8121"/>
                <a:gd name="csY2" fmla="*/ 6210 h 6210"/>
                <a:gd name="csX3" fmla="*/ 3344 w 8121"/>
                <a:gd name="csY3" fmla="*/ 4777 h 6210"/>
                <a:gd name="csX4" fmla="*/ 0 w 8121"/>
                <a:gd name="csY4" fmla="*/ 1433 h 6210"/>
                <a:gd name="csX5" fmla="*/ 0 w 8121"/>
                <a:gd name="csY5" fmla="*/ 0 h 6210"/>
                <a:gd name="csX6" fmla="*/ 956 w 8121"/>
                <a:gd name="csY6" fmla="*/ 478 h 6210"/>
                <a:gd name="csX7" fmla="*/ 1433 w 8121"/>
                <a:gd name="csY7" fmla="*/ 956 h 6210"/>
                <a:gd name="csX8" fmla="*/ 2866 w 8121"/>
                <a:gd name="csY8" fmla="*/ 2866 h 6210"/>
                <a:gd name="csX9" fmla="*/ 6688 w 8121"/>
                <a:gd name="csY9" fmla="*/ 429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121" h="6210">
                  <a:moveTo>
                    <a:pt x="6688" y="4299"/>
                  </a:moveTo>
                  <a:lnTo>
                    <a:pt x="8121" y="6210"/>
                  </a:lnTo>
                  <a:lnTo>
                    <a:pt x="7166" y="6210"/>
                  </a:lnTo>
                  <a:lnTo>
                    <a:pt x="3344" y="4777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433" y="956"/>
                  </a:lnTo>
                  <a:lnTo>
                    <a:pt x="2866" y="2866"/>
                  </a:lnTo>
                  <a:lnTo>
                    <a:pt x="6688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2" name="Freeform 2671">
              <a:extLst>
                <a:ext uri="{FF2B5EF4-FFF2-40B4-BE49-F238E27FC236}">
                  <a16:creationId xmlns:a16="http://schemas.microsoft.com/office/drawing/2014/main" id="{E5A639D1-1AD7-B9E9-F9C6-D33FE2120D99}"/>
                </a:ext>
              </a:extLst>
            </p:cNvPr>
            <p:cNvSpPr/>
            <p:nvPr/>
          </p:nvSpPr>
          <p:spPr>
            <a:xfrm>
              <a:off x="4516626" y="5085072"/>
              <a:ext cx="3343" cy="2388"/>
            </a:xfrm>
            <a:custGeom>
              <a:avLst/>
              <a:gdLst>
                <a:gd name="csX0" fmla="*/ 3344 w 3343"/>
                <a:gd name="csY0" fmla="*/ 2389 h 2388"/>
                <a:gd name="csX1" fmla="*/ 1433 w 3343"/>
                <a:gd name="csY1" fmla="*/ 956 h 2388"/>
                <a:gd name="csX2" fmla="*/ 0 w 3343"/>
                <a:gd name="csY2" fmla="*/ 0 h 2388"/>
                <a:gd name="csX3" fmla="*/ 1433 w 3343"/>
                <a:gd name="csY3" fmla="*/ 956 h 2388"/>
                <a:gd name="csX4" fmla="*/ 3344 w 3343"/>
                <a:gd name="csY4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3" h="2388">
                  <a:moveTo>
                    <a:pt x="3344" y="2389"/>
                  </a:moveTo>
                  <a:lnTo>
                    <a:pt x="1433" y="956"/>
                  </a:lnTo>
                  <a:lnTo>
                    <a:pt x="0" y="0"/>
                  </a:lnTo>
                  <a:lnTo>
                    <a:pt x="1433" y="956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3" name="Freeform 2672">
              <a:extLst>
                <a:ext uri="{FF2B5EF4-FFF2-40B4-BE49-F238E27FC236}">
                  <a16:creationId xmlns:a16="http://schemas.microsoft.com/office/drawing/2014/main" id="{B77496C0-2D86-9002-BCFF-482E1F9F4E45}"/>
                </a:ext>
              </a:extLst>
            </p:cNvPr>
            <p:cNvSpPr/>
            <p:nvPr/>
          </p:nvSpPr>
          <p:spPr>
            <a:xfrm>
              <a:off x="4518059" y="5244155"/>
              <a:ext cx="1910" cy="2866"/>
            </a:xfrm>
            <a:custGeom>
              <a:avLst/>
              <a:gdLst>
                <a:gd name="csX0" fmla="*/ 1911 w 1910"/>
                <a:gd name="csY0" fmla="*/ 0 h 2866"/>
                <a:gd name="csX1" fmla="*/ 478 w 1910"/>
                <a:gd name="csY1" fmla="*/ 956 h 2866"/>
                <a:gd name="csX2" fmla="*/ 0 w 1910"/>
                <a:gd name="csY2" fmla="*/ 2867 h 2866"/>
                <a:gd name="csX3" fmla="*/ 478 w 1910"/>
                <a:gd name="csY3" fmla="*/ 956 h 2866"/>
                <a:gd name="csX4" fmla="*/ 1911 w 1910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2866">
                  <a:moveTo>
                    <a:pt x="1911" y="0"/>
                  </a:moveTo>
                  <a:lnTo>
                    <a:pt x="478" y="956"/>
                  </a:lnTo>
                  <a:lnTo>
                    <a:pt x="0" y="2867"/>
                  </a:lnTo>
                  <a:lnTo>
                    <a:pt x="478" y="956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4" name="Freeform 2673">
              <a:extLst>
                <a:ext uri="{FF2B5EF4-FFF2-40B4-BE49-F238E27FC236}">
                  <a16:creationId xmlns:a16="http://schemas.microsoft.com/office/drawing/2014/main" id="{84EE3E00-F18E-B4C4-B371-D50628C5E5CF}"/>
                </a:ext>
              </a:extLst>
            </p:cNvPr>
            <p:cNvSpPr/>
            <p:nvPr/>
          </p:nvSpPr>
          <p:spPr>
            <a:xfrm>
              <a:off x="4516626" y="5247022"/>
              <a:ext cx="1433" cy="2866"/>
            </a:xfrm>
            <a:custGeom>
              <a:avLst/>
              <a:gdLst>
                <a:gd name="csX0" fmla="*/ 1433 w 1433"/>
                <a:gd name="csY0" fmla="*/ 0 h 2866"/>
                <a:gd name="csX1" fmla="*/ 0 w 1433"/>
                <a:gd name="csY1" fmla="*/ 2866 h 2866"/>
                <a:gd name="csX2" fmla="*/ 0 w 1433"/>
                <a:gd name="csY2" fmla="*/ 2866 h 2866"/>
                <a:gd name="csX3" fmla="*/ 1433 w 1433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2866">
                  <a:moveTo>
                    <a:pt x="1433" y="0"/>
                  </a:moveTo>
                  <a:lnTo>
                    <a:pt x="0" y="2866"/>
                  </a:lnTo>
                  <a:lnTo>
                    <a:pt x="0" y="286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5" name="Freeform 2674">
              <a:extLst>
                <a:ext uri="{FF2B5EF4-FFF2-40B4-BE49-F238E27FC236}">
                  <a16:creationId xmlns:a16="http://schemas.microsoft.com/office/drawing/2014/main" id="{B38EAEEA-7728-901A-50E8-45F210A93D86}"/>
                </a:ext>
              </a:extLst>
            </p:cNvPr>
            <p:cNvSpPr/>
            <p:nvPr/>
          </p:nvSpPr>
          <p:spPr>
            <a:xfrm>
              <a:off x="4510415" y="5249888"/>
              <a:ext cx="6210" cy="11943"/>
            </a:xfrm>
            <a:custGeom>
              <a:avLst/>
              <a:gdLst>
                <a:gd name="csX0" fmla="*/ 6211 w 6210"/>
                <a:gd name="csY0" fmla="*/ 0 h 11943"/>
                <a:gd name="csX1" fmla="*/ 5255 w 6210"/>
                <a:gd name="csY1" fmla="*/ 956 h 11943"/>
                <a:gd name="csX2" fmla="*/ 4300 w 6210"/>
                <a:gd name="csY2" fmla="*/ 3344 h 11943"/>
                <a:gd name="csX3" fmla="*/ 2867 w 6210"/>
                <a:gd name="csY3" fmla="*/ 7166 h 11943"/>
                <a:gd name="csX4" fmla="*/ 1911 w 6210"/>
                <a:gd name="csY4" fmla="*/ 9077 h 11943"/>
                <a:gd name="csX5" fmla="*/ 1433 w 6210"/>
                <a:gd name="csY5" fmla="*/ 10988 h 11943"/>
                <a:gd name="csX6" fmla="*/ 0 w 6210"/>
                <a:gd name="csY6" fmla="*/ 11943 h 11943"/>
                <a:gd name="csX7" fmla="*/ 1433 w 6210"/>
                <a:gd name="csY7" fmla="*/ 10988 h 11943"/>
                <a:gd name="csX8" fmla="*/ 1911 w 6210"/>
                <a:gd name="csY8" fmla="*/ 9077 h 11943"/>
                <a:gd name="csX9" fmla="*/ 2389 w 6210"/>
                <a:gd name="csY9" fmla="*/ 7166 h 11943"/>
                <a:gd name="csX10" fmla="*/ 4300 w 6210"/>
                <a:gd name="csY10" fmla="*/ 3344 h 11943"/>
                <a:gd name="csX11" fmla="*/ 4777 w 6210"/>
                <a:gd name="csY11" fmla="*/ 956 h 11943"/>
                <a:gd name="csX12" fmla="*/ 6211 w 6210"/>
                <a:gd name="csY12" fmla="*/ 0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210" h="11943">
                  <a:moveTo>
                    <a:pt x="6211" y="0"/>
                  </a:moveTo>
                  <a:lnTo>
                    <a:pt x="5255" y="956"/>
                  </a:lnTo>
                  <a:lnTo>
                    <a:pt x="4300" y="3344"/>
                  </a:lnTo>
                  <a:lnTo>
                    <a:pt x="2867" y="7166"/>
                  </a:lnTo>
                  <a:lnTo>
                    <a:pt x="1911" y="9077"/>
                  </a:lnTo>
                  <a:lnTo>
                    <a:pt x="1433" y="10988"/>
                  </a:lnTo>
                  <a:lnTo>
                    <a:pt x="0" y="11943"/>
                  </a:lnTo>
                  <a:lnTo>
                    <a:pt x="1433" y="10988"/>
                  </a:lnTo>
                  <a:lnTo>
                    <a:pt x="1911" y="9077"/>
                  </a:lnTo>
                  <a:lnTo>
                    <a:pt x="2389" y="7166"/>
                  </a:lnTo>
                  <a:lnTo>
                    <a:pt x="4300" y="3344"/>
                  </a:lnTo>
                  <a:lnTo>
                    <a:pt x="4777" y="956"/>
                  </a:lnTo>
                  <a:lnTo>
                    <a:pt x="62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6" name="Freeform 2675">
              <a:extLst>
                <a:ext uri="{FF2B5EF4-FFF2-40B4-BE49-F238E27FC236}">
                  <a16:creationId xmlns:a16="http://schemas.microsoft.com/office/drawing/2014/main" id="{1C4AA5D3-8BF0-08B6-E8B1-63F174D0A797}"/>
                </a:ext>
              </a:extLst>
            </p:cNvPr>
            <p:cNvSpPr/>
            <p:nvPr/>
          </p:nvSpPr>
          <p:spPr>
            <a:xfrm>
              <a:off x="4508504" y="3398687"/>
              <a:ext cx="3821" cy="6210"/>
            </a:xfrm>
            <a:custGeom>
              <a:avLst/>
              <a:gdLst>
                <a:gd name="csX0" fmla="*/ 3822 w 3821"/>
                <a:gd name="csY0" fmla="*/ 2866 h 6210"/>
                <a:gd name="csX1" fmla="*/ 3822 w 3821"/>
                <a:gd name="csY1" fmla="*/ 3344 h 6210"/>
                <a:gd name="csX2" fmla="*/ 2389 w 3821"/>
                <a:gd name="csY2" fmla="*/ 6211 h 6210"/>
                <a:gd name="csX3" fmla="*/ 956 w 3821"/>
                <a:gd name="csY3" fmla="*/ 5733 h 6210"/>
                <a:gd name="csX4" fmla="*/ 478 w 3821"/>
                <a:gd name="csY4" fmla="*/ 6211 h 6210"/>
                <a:gd name="csX5" fmla="*/ 0 w 3821"/>
                <a:gd name="csY5" fmla="*/ 6211 h 6210"/>
                <a:gd name="csX6" fmla="*/ 478 w 3821"/>
                <a:gd name="csY6" fmla="*/ 3822 h 6210"/>
                <a:gd name="csX7" fmla="*/ 956 w 3821"/>
                <a:gd name="csY7" fmla="*/ 2389 h 6210"/>
                <a:gd name="csX8" fmla="*/ 478 w 3821"/>
                <a:gd name="csY8" fmla="*/ 956 h 6210"/>
                <a:gd name="csX9" fmla="*/ 956 w 3821"/>
                <a:gd name="csY9" fmla="*/ 0 h 6210"/>
                <a:gd name="csX10" fmla="*/ 2866 w 3821"/>
                <a:gd name="csY10" fmla="*/ 0 h 6210"/>
                <a:gd name="csX11" fmla="*/ 2866 w 3821"/>
                <a:gd name="csY11" fmla="*/ 1911 h 6210"/>
                <a:gd name="csX12" fmla="*/ 3344 w 3821"/>
                <a:gd name="csY12" fmla="*/ 2389 h 6210"/>
                <a:gd name="csX13" fmla="*/ 3822 w 3821"/>
                <a:gd name="csY13" fmla="*/ 286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821" h="6210">
                  <a:moveTo>
                    <a:pt x="3822" y="2866"/>
                  </a:moveTo>
                  <a:lnTo>
                    <a:pt x="3822" y="3344"/>
                  </a:lnTo>
                  <a:lnTo>
                    <a:pt x="2389" y="6211"/>
                  </a:lnTo>
                  <a:lnTo>
                    <a:pt x="956" y="5733"/>
                  </a:lnTo>
                  <a:lnTo>
                    <a:pt x="478" y="6211"/>
                  </a:lnTo>
                  <a:lnTo>
                    <a:pt x="0" y="6211"/>
                  </a:lnTo>
                  <a:lnTo>
                    <a:pt x="478" y="3822"/>
                  </a:lnTo>
                  <a:lnTo>
                    <a:pt x="956" y="2389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2866" y="0"/>
                  </a:lnTo>
                  <a:lnTo>
                    <a:pt x="2866" y="1911"/>
                  </a:lnTo>
                  <a:lnTo>
                    <a:pt x="3344" y="2389"/>
                  </a:lnTo>
                  <a:lnTo>
                    <a:pt x="3822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7" name="Freeform 2676">
              <a:extLst>
                <a:ext uri="{FF2B5EF4-FFF2-40B4-BE49-F238E27FC236}">
                  <a16:creationId xmlns:a16="http://schemas.microsoft.com/office/drawing/2014/main" id="{53BD582C-2DCE-35C6-8CAF-3D4889468F3D}"/>
                </a:ext>
              </a:extLst>
            </p:cNvPr>
            <p:cNvSpPr/>
            <p:nvPr/>
          </p:nvSpPr>
          <p:spPr>
            <a:xfrm>
              <a:off x="4509937" y="4722953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478 w 955"/>
                <a:gd name="csY1" fmla="*/ 478 h 477"/>
                <a:gd name="csX2" fmla="*/ 0 w 955"/>
                <a:gd name="csY2" fmla="*/ 478 h 477"/>
                <a:gd name="csX3" fmla="*/ 478 w 955"/>
                <a:gd name="csY3" fmla="*/ 478 h 477"/>
                <a:gd name="csX4" fmla="*/ 956 w 955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8" name="Freeform 2677">
              <a:extLst>
                <a:ext uri="{FF2B5EF4-FFF2-40B4-BE49-F238E27FC236}">
                  <a16:creationId xmlns:a16="http://schemas.microsoft.com/office/drawing/2014/main" id="{75F0D7A2-2BB4-44D9-673D-1AAEF8715935}"/>
                </a:ext>
              </a:extLst>
            </p:cNvPr>
            <p:cNvSpPr/>
            <p:nvPr/>
          </p:nvSpPr>
          <p:spPr>
            <a:xfrm>
              <a:off x="4506593" y="5261831"/>
              <a:ext cx="3821" cy="4299"/>
            </a:xfrm>
            <a:custGeom>
              <a:avLst/>
              <a:gdLst>
                <a:gd name="csX0" fmla="*/ 3822 w 3821"/>
                <a:gd name="csY0" fmla="*/ 0 h 4299"/>
                <a:gd name="csX1" fmla="*/ 1911 w 3821"/>
                <a:gd name="csY1" fmla="*/ 1911 h 4299"/>
                <a:gd name="csX2" fmla="*/ 478 w 3821"/>
                <a:gd name="csY2" fmla="*/ 3822 h 4299"/>
                <a:gd name="csX3" fmla="*/ 0 w 3821"/>
                <a:gd name="csY3" fmla="*/ 4300 h 4299"/>
                <a:gd name="csX4" fmla="*/ 478 w 3821"/>
                <a:gd name="csY4" fmla="*/ 3822 h 4299"/>
                <a:gd name="csX5" fmla="*/ 1911 w 3821"/>
                <a:gd name="csY5" fmla="*/ 1911 h 4299"/>
                <a:gd name="csX6" fmla="*/ 3822 w 3821"/>
                <a:gd name="csY6" fmla="*/ 0 h 4299"/>
                <a:gd name="csX7" fmla="*/ 3822 w 3821"/>
                <a:gd name="csY7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4299">
                  <a:moveTo>
                    <a:pt x="3822" y="0"/>
                  </a:moveTo>
                  <a:lnTo>
                    <a:pt x="1911" y="1911"/>
                  </a:lnTo>
                  <a:lnTo>
                    <a:pt x="478" y="3822"/>
                  </a:lnTo>
                  <a:lnTo>
                    <a:pt x="0" y="4300"/>
                  </a:lnTo>
                  <a:lnTo>
                    <a:pt x="478" y="3822"/>
                  </a:lnTo>
                  <a:lnTo>
                    <a:pt x="1911" y="1911"/>
                  </a:lnTo>
                  <a:lnTo>
                    <a:pt x="3822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9" name="Freeform 2678">
              <a:extLst>
                <a:ext uri="{FF2B5EF4-FFF2-40B4-BE49-F238E27FC236}">
                  <a16:creationId xmlns:a16="http://schemas.microsoft.com/office/drawing/2014/main" id="{A2577FF2-C5E6-9965-224A-7457F4BE8A21}"/>
                </a:ext>
              </a:extLst>
            </p:cNvPr>
            <p:cNvSpPr/>
            <p:nvPr/>
          </p:nvSpPr>
          <p:spPr>
            <a:xfrm>
              <a:off x="4509460" y="4623585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0" name="Freeform 2679">
              <a:extLst>
                <a:ext uri="{FF2B5EF4-FFF2-40B4-BE49-F238E27FC236}">
                  <a16:creationId xmlns:a16="http://schemas.microsoft.com/office/drawing/2014/main" id="{D568A8A9-B3CB-9BF2-7E44-11DCBF248F80}"/>
                </a:ext>
              </a:extLst>
            </p:cNvPr>
            <p:cNvSpPr/>
            <p:nvPr/>
          </p:nvSpPr>
          <p:spPr>
            <a:xfrm>
              <a:off x="4509460" y="4722953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  <a:gd name="csX3" fmla="*/ 0 w 477"/>
                <a:gd name="csY3" fmla="*/ 0 h 477"/>
                <a:gd name="csX4" fmla="*/ 478 w 477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1" name="Freeform 2680">
              <a:extLst>
                <a:ext uri="{FF2B5EF4-FFF2-40B4-BE49-F238E27FC236}">
                  <a16:creationId xmlns:a16="http://schemas.microsoft.com/office/drawing/2014/main" id="{4B07C04A-5BB3-4DC5-CD77-311F7EAC41FC}"/>
                </a:ext>
              </a:extLst>
            </p:cNvPr>
            <p:cNvSpPr/>
            <p:nvPr/>
          </p:nvSpPr>
          <p:spPr>
            <a:xfrm>
              <a:off x="4506116" y="4721520"/>
              <a:ext cx="2866" cy="1433"/>
            </a:xfrm>
            <a:custGeom>
              <a:avLst/>
              <a:gdLst>
                <a:gd name="csX0" fmla="*/ 2866 w 2866"/>
                <a:gd name="csY0" fmla="*/ 956 h 1433"/>
                <a:gd name="csX1" fmla="*/ 2389 w 2866"/>
                <a:gd name="csY1" fmla="*/ 1433 h 1433"/>
                <a:gd name="csX2" fmla="*/ 1433 w 2866"/>
                <a:gd name="csY2" fmla="*/ 956 h 1433"/>
                <a:gd name="csX3" fmla="*/ 956 w 2866"/>
                <a:gd name="csY3" fmla="*/ 478 h 1433"/>
                <a:gd name="csX4" fmla="*/ 0 w 2866"/>
                <a:gd name="csY4" fmla="*/ 0 h 1433"/>
                <a:gd name="csX5" fmla="*/ 956 w 2866"/>
                <a:gd name="csY5" fmla="*/ 478 h 1433"/>
                <a:gd name="csX6" fmla="*/ 1433 w 2866"/>
                <a:gd name="csY6" fmla="*/ 956 h 1433"/>
                <a:gd name="csX7" fmla="*/ 2389 w 2866"/>
                <a:gd name="csY7" fmla="*/ 1433 h 1433"/>
                <a:gd name="csX8" fmla="*/ 2866 w 2866"/>
                <a:gd name="csY8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1433">
                  <a:moveTo>
                    <a:pt x="2866" y="956"/>
                  </a:moveTo>
                  <a:lnTo>
                    <a:pt x="2389" y="1433"/>
                  </a:lnTo>
                  <a:lnTo>
                    <a:pt x="1433" y="956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433" y="956"/>
                  </a:lnTo>
                  <a:lnTo>
                    <a:pt x="2389" y="1433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2" name="Freeform 2681">
              <a:extLst>
                <a:ext uri="{FF2B5EF4-FFF2-40B4-BE49-F238E27FC236}">
                  <a16:creationId xmlns:a16="http://schemas.microsoft.com/office/drawing/2014/main" id="{FEAC86F4-5275-6237-D655-F7A71C36880D}"/>
                </a:ext>
              </a:extLst>
            </p:cNvPr>
            <p:cNvSpPr/>
            <p:nvPr/>
          </p:nvSpPr>
          <p:spPr>
            <a:xfrm>
              <a:off x="4507071" y="5046376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955 w 955"/>
                <a:gd name="csY1" fmla="*/ 0 h 955"/>
                <a:gd name="csX2" fmla="*/ 0 w 955"/>
                <a:gd name="csY2" fmla="*/ 956 h 955"/>
                <a:gd name="csX3" fmla="*/ 955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955" y="0"/>
                  </a:lnTo>
                  <a:lnTo>
                    <a:pt x="0" y="956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3" name="Freeform 2682">
              <a:extLst>
                <a:ext uri="{FF2B5EF4-FFF2-40B4-BE49-F238E27FC236}">
                  <a16:creationId xmlns:a16="http://schemas.microsoft.com/office/drawing/2014/main" id="{89173144-4C76-ADEE-57CA-564A7CFAE5CC}"/>
                </a:ext>
              </a:extLst>
            </p:cNvPr>
            <p:cNvSpPr/>
            <p:nvPr/>
          </p:nvSpPr>
          <p:spPr>
            <a:xfrm>
              <a:off x="4493694" y="4608775"/>
              <a:ext cx="13376" cy="14809"/>
            </a:xfrm>
            <a:custGeom>
              <a:avLst/>
              <a:gdLst>
                <a:gd name="csX0" fmla="*/ 12899 w 13376"/>
                <a:gd name="csY0" fmla="*/ 14810 h 14809"/>
                <a:gd name="csX1" fmla="*/ 13377 w 13376"/>
                <a:gd name="csY1" fmla="*/ 14810 h 14809"/>
                <a:gd name="csX2" fmla="*/ 12899 w 13376"/>
                <a:gd name="csY2" fmla="*/ 14810 h 14809"/>
                <a:gd name="csX3" fmla="*/ 12899 w 13376"/>
                <a:gd name="csY3" fmla="*/ 14810 h 14809"/>
                <a:gd name="csX4" fmla="*/ 10032 w 13376"/>
                <a:gd name="csY4" fmla="*/ 11466 h 14809"/>
                <a:gd name="csX5" fmla="*/ 7166 w 13376"/>
                <a:gd name="csY5" fmla="*/ 8121 h 14809"/>
                <a:gd name="csX6" fmla="*/ 3822 w 13376"/>
                <a:gd name="csY6" fmla="*/ 4300 h 14809"/>
                <a:gd name="csX7" fmla="*/ 0 w 13376"/>
                <a:gd name="csY7" fmla="*/ 0 h 14809"/>
                <a:gd name="csX8" fmla="*/ 0 w 13376"/>
                <a:gd name="csY8" fmla="*/ 0 h 14809"/>
                <a:gd name="csX9" fmla="*/ 3822 w 13376"/>
                <a:gd name="csY9" fmla="*/ 4300 h 14809"/>
                <a:gd name="csX10" fmla="*/ 7166 w 13376"/>
                <a:gd name="csY10" fmla="*/ 8121 h 14809"/>
                <a:gd name="csX11" fmla="*/ 10032 w 13376"/>
                <a:gd name="csY11" fmla="*/ 11466 h 14809"/>
                <a:gd name="csX12" fmla="*/ 12899 w 13376"/>
                <a:gd name="csY12" fmla="*/ 14810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3376" h="14809">
                  <a:moveTo>
                    <a:pt x="12899" y="14810"/>
                  </a:moveTo>
                  <a:lnTo>
                    <a:pt x="13377" y="14810"/>
                  </a:lnTo>
                  <a:lnTo>
                    <a:pt x="12899" y="14810"/>
                  </a:lnTo>
                  <a:lnTo>
                    <a:pt x="12899" y="14810"/>
                  </a:lnTo>
                  <a:lnTo>
                    <a:pt x="10032" y="11466"/>
                  </a:lnTo>
                  <a:lnTo>
                    <a:pt x="7166" y="8121"/>
                  </a:lnTo>
                  <a:lnTo>
                    <a:pt x="3822" y="43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822" y="4300"/>
                  </a:lnTo>
                  <a:lnTo>
                    <a:pt x="7166" y="8121"/>
                  </a:lnTo>
                  <a:lnTo>
                    <a:pt x="10032" y="11466"/>
                  </a:lnTo>
                  <a:lnTo>
                    <a:pt x="12899" y="148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4" name="Freeform 2683">
              <a:extLst>
                <a:ext uri="{FF2B5EF4-FFF2-40B4-BE49-F238E27FC236}">
                  <a16:creationId xmlns:a16="http://schemas.microsoft.com/office/drawing/2014/main" id="{889539EE-9C8F-0B6D-8287-37ED7E7D85C1}"/>
                </a:ext>
              </a:extLst>
            </p:cNvPr>
            <p:cNvSpPr/>
            <p:nvPr/>
          </p:nvSpPr>
          <p:spPr>
            <a:xfrm>
              <a:off x="4500860" y="5266131"/>
              <a:ext cx="4777" cy="9076"/>
            </a:xfrm>
            <a:custGeom>
              <a:avLst/>
              <a:gdLst>
                <a:gd name="csX0" fmla="*/ 4777 w 4777"/>
                <a:gd name="csY0" fmla="*/ 0 h 9076"/>
                <a:gd name="csX1" fmla="*/ 4300 w 4777"/>
                <a:gd name="csY1" fmla="*/ 1911 h 9076"/>
                <a:gd name="csX2" fmla="*/ 1433 w 4777"/>
                <a:gd name="csY2" fmla="*/ 4777 h 9076"/>
                <a:gd name="csX3" fmla="*/ 956 w 4777"/>
                <a:gd name="csY3" fmla="*/ 7644 h 9076"/>
                <a:gd name="csX4" fmla="*/ 0 w 4777"/>
                <a:gd name="csY4" fmla="*/ 9077 h 9076"/>
                <a:gd name="csX5" fmla="*/ 956 w 4777"/>
                <a:gd name="csY5" fmla="*/ 7644 h 9076"/>
                <a:gd name="csX6" fmla="*/ 1433 w 4777"/>
                <a:gd name="csY6" fmla="*/ 4777 h 9076"/>
                <a:gd name="csX7" fmla="*/ 3822 w 4777"/>
                <a:gd name="csY7" fmla="*/ 1911 h 9076"/>
                <a:gd name="csX8" fmla="*/ 4777 w 4777"/>
                <a:gd name="csY8" fmla="*/ 0 h 9076"/>
                <a:gd name="csX9" fmla="*/ 4777 w 4777"/>
                <a:gd name="csY9" fmla="*/ 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9076">
                  <a:moveTo>
                    <a:pt x="4777" y="0"/>
                  </a:moveTo>
                  <a:lnTo>
                    <a:pt x="4300" y="1911"/>
                  </a:lnTo>
                  <a:lnTo>
                    <a:pt x="1433" y="4777"/>
                  </a:lnTo>
                  <a:lnTo>
                    <a:pt x="956" y="7644"/>
                  </a:lnTo>
                  <a:lnTo>
                    <a:pt x="0" y="9077"/>
                  </a:lnTo>
                  <a:lnTo>
                    <a:pt x="956" y="7644"/>
                  </a:lnTo>
                  <a:lnTo>
                    <a:pt x="1433" y="4777"/>
                  </a:lnTo>
                  <a:lnTo>
                    <a:pt x="3822" y="1911"/>
                  </a:lnTo>
                  <a:lnTo>
                    <a:pt x="4777" y="0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5" name="Freeform 2684">
              <a:extLst>
                <a:ext uri="{FF2B5EF4-FFF2-40B4-BE49-F238E27FC236}">
                  <a16:creationId xmlns:a16="http://schemas.microsoft.com/office/drawing/2014/main" id="{43046A98-F759-E326-2040-0784F92A74EC}"/>
                </a:ext>
              </a:extLst>
            </p:cNvPr>
            <p:cNvSpPr/>
            <p:nvPr/>
          </p:nvSpPr>
          <p:spPr>
            <a:xfrm>
              <a:off x="4498472" y="5055930"/>
              <a:ext cx="6688" cy="5254"/>
            </a:xfrm>
            <a:custGeom>
              <a:avLst/>
              <a:gdLst>
                <a:gd name="csX0" fmla="*/ 6688 w 6688"/>
                <a:gd name="csY0" fmla="*/ 0 h 5254"/>
                <a:gd name="csX1" fmla="*/ 6688 w 6688"/>
                <a:gd name="csY1" fmla="*/ 0 h 5254"/>
                <a:gd name="csX2" fmla="*/ 5255 w 6688"/>
                <a:gd name="csY2" fmla="*/ 1433 h 5254"/>
                <a:gd name="csX3" fmla="*/ 3344 w 6688"/>
                <a:gd name="csY3" fmla="*/ 2866 h 5254"/>
                <a:gd name="csX4" fmla="*/ 956 w 6688"/>
                <a:gd name="csY4" fmla="*/ 2866 h 5254"/>
                <a:gd name="csX5" fmla="*/ 0 w 6688"/>
                <a:gd name="csY5" fmla="*/ 3822 h 5254"/>
                <a:gd name="csX6" fmla="*/ 0 w 6688"/>
                <a:gd name="csY6" fmla="*/ 5255 h 5254"/>
                <a:gd name="csX7" fmla="*/ 0 w 6688"/>
                <a:gd name="csY7" fmla="*/ 3822 h 5254"/>
                <a:gd name="csX8" fmla="*/ 956 w 6688"/>
                <a:gd name="csY8" fmla="*/ 2866 h 5254"/>
                <a:gd name="csX9" fmla="*/ 3344 w 6688"/>
                <a:gd name="csY9" fmla="*/ 2866 h 5254"/>
                <a:gd name="csX10" fmla="*/ 5255 w 6688"/>
                <a:gd name="csY10" fmla="*/ 1433 h 5254"/>
                <a:gd name="csX11" fmla="*/ 6688 w 6688"/>
                <a:gd name="csY11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8" h="5254">
                  <a:moveTo>
                    <a:pt x="6688" y="0"/>
                  </a:moveTo>
                  <a:lnTo>
                    <a:pt x="6688" y="0"/>
                  </a:lnTo>
                  <a:lnTo>
                    <a:pt x="5255" y="1433"/>
                  </a:lnTo>
                  <a:lnTo>
                    <a:pt x="3344" y="2866"/>
                  </a:lnTo>
                  <a:lnTo>
                    <a:pt x="956" y="2866"/>
                  </a:lnTo>
                  <a:lnTo>
                    <a:pt x="0" y="3822"/>
                  </a:lnTo>
                  <a:lnTo>
                    <a:pt x="0" y="5255"/>
                  </a:lnTo>
                  <a:lnTo>
                    <a:pt x="0" y="3822"/>
                  </a:lnTo>
                  <a:lnTo>
                    <a:pt x="956" y="2866"/>
                  </a:lnTo>
                  <a:lnTo>
                    <a:pt x="3344" y="2866"/>
                  </a:lnTo>
                  <a:lnTo>
                    <a:pt x="5255" y="1433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6" name="Freeform 2685">
              <a:extLst>
                <a:ext uri="{FF2B5EF4-FFF2-40B4-BE49-F238E27FC236}">
                  <a16:creationId xmlns:a16="http://schemas.microsoft.com/office/drawing/2014/main" id="{38F10B99-93D2-0B85-2151-B21E7F908160}"/>
                </a:ext>
              </a:extLst>
            </p:cNvPr>
            <p:cNvSpPr/>
            <p:nvPr/>
          </p:nvSpPr>
          <p:spPr>
            <a:xfrm>
              <a:off x="4500860" y="4702888"/>
              <a:ext cx="1911" cy="477"/>
            </a:xfrm>
            <a:custGeom>
              <a:avLst/>
              <a:gdLst>
                <a:gd name="csX0" fmla="*/ 1911 w 1911"/>
                <a:gd name="csY0" fmla="*/ 0 h 477"/>
                <a:gd name="csX1" fmla="*/ 1911 w 1911"/>
                <a:gd name="csY1" fmla="*/ 478 h 477"/>
                <a:gd name="csX2" fmla="*/ 0 w 1911"/>
                <a:gd name="csY2" fmla="*/ 478 h 477"/>
                <a:gd name="csX3" fmla="*/ 0 w 1911"/>
                <a:gd name="csY3" fmla="*/ 478 h 477"/>
                <a:gd name="csX4" fmla="*/ 1911 w 1911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477">
                  <a:moveTo>
                    <a:pt x="1911" y="0"/>
                  </a:moveTo>
                  <a:lnTo>
                    <a:pt x="1911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7" name="Freeform 2686">
              <a:extLst>
                <a:ext uri="{FF2B5EF4-FFF2-40B4-BE49-F238E27FC236}">
                  <a16:creationId xmlns:a16="http://schemas.microsoft.com/office/drawing/2014/main" id="{BF3B530F-B945-933A-E8E6-587622F302D7}"/>
                </a:ext>
              </a:extLst>
            </p:cNvPr>
            <p:cNvSpPr/>
            <p:nvPr/>
          </p:nvSpPr>
          <p:spPr>
            <a:xfrm>
              <a:off x="4486051" y="5840362"/>
              <a:ext cx="15287" cy="2388"/>
            </a:xfrm>
            <a:custGeom>
              <a:avLst/>
              <a:gdLst>
                <a:gd name="csX0" fmla="*/ 15287 w 15287"/>
                <a:gd name="csY0" fmla="*/ 2389 h 2388"/>
                <a:gd name="csX1" fmla="*/ 10032 w 15287"/>
                <a:gd name="csY1" fmla="*/ 478 h 2388"/>
                <a:gd name="csX2" fmla="*/ 0 w 15287"/>
                <a:gd name="csY2" fmla="*/ 0 h 2388"/>
                <a:gd name="csX3" fmla="*/ 10510 w 15287"/>
                <a:gd name="csY3" fmla="*/ 0 h 2388"/>
                <a:gd name="csX4" fmla="*/ 15287 w 15287"/>
                <a:gd name="csY4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287" h="2388">
                  <a:moveTo>
                    <a:pt x="15287" y="2389"/>
                  </a:moveTo>
                  <a:lnTo>
                    <a:pt x="10032" y="478"/>
                  </a:lnTo>
                  <a:lnTo>
                    <a:pt x="0" y="0"/>
                  </a:lnTo>
                  <a:lnTo>
                    <a:pt x="10510" y="0"/>
                  </a:lnTo>
                  <a:lnTo>
                    <a:pt x="1528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8" name="Freeform 2687">
              <a:extLst>
                <a:ext uri="{FF2B5EF4-FFF2-40B4-BE49-F238E27FC236}">
                  <a16:creationId xmlns:a16="http://schemas.microsoft.com/office/drawing/2014/main" id="{C0257AC0-CBE7-FE9D-C233-FC9B50FAC552}"/>
                </a:ext>
              </a:extLst>
            </p:cNvPr>
            <p:cNvSpPr/>
            <p:nvPr/>
          </p:nvSpPr>
          <p:spPr>
            <a:xfrm>
              <a:off x="4498950" y="5278552"/>
              <a:ext cx="1910" cy="6210"/>
            </a:xfrm>
            <a:custGeom>
              <a:avLst/>
              <a:gdLst>
                <a:gd name="csX0" fmla="*/ 1911 w 1910"/>
                <a:gd name="csY0" fmla="*/ 0 h 6210"/>
                <a:gd name="csX1" fmla="*/ 478 w 1910"/>
                <a:gd name="csY1" fmla="*/ 5255 h 6210"/>
                <a:gd name="csX2" fmla="*/ 0 w 1910"/>
                <a:gd name="csY2" fmla="*/ 6210 h 6210"/>
                <a:gd name="csX3" fmla="*/ 0 w 1910"/>
                <a:gd name="csY3" fmla="*/ 6210 h 6210"/>
                <a:gd name="csX4" fmla="*/ 0 w 1910"/>
                <a:gd name="csY4" fmla="*/ 5255 h 6210"/>
                <a:gd name="csX5" fmla="*/ 1911 w 1910"/>
                <a:gd name="csY5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6210">
                  <a:moveTo>
                    <a:pt x="1911" y="0"/>
                  </a:moveTo>
                  <a:lnTo>
                    <a:pt x="478" y="5255"/>
                  </a:lnTo>
                  <a:lnTo>
                    <a:pt x="0" y="6210"/>
                  </a:lnTo>
                  <a:lnTo>
                    <a:pt x="0" y="6210"/>
                  </a:lnTo>
                  <a:lnTo>
                    <a:pt x="0" y="5255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9" name="Freeform 2688">
              <a:extLst>
                <a:ext uri="{FF2B5EF4-FFF2-40B4-BE49-F238E27FC236}">
                  <a16:creationId xmlns:a16="http://schemas.microsoft.com/office/drawing/2014/main" id="{46A0418B-4C56-86C5-954B-8E56F1FCF6AF}"/>
                </a:ext>
              </a:extLst>
            </p:cNvPr>
            <p:cNvSpPr/>
            <p:nvPr/>
          </p:nvSpPr>
          <p:spPr>
            <a:xfrm>
              <a:off x="4498950" y="5373620"/>
              <a:ext cx="477" cy="3821"/>
            </a:xfrm>
            <a:custGeom>
              <a:avLst/>
              <a:gdLst>
                <a:gd name="csX0" fmla="*/ 478 w 477"/>
                <a:gd name="csY0" fmla="*/ 956 h 3821"/>
                <a:gd name="csX1" fmla="*/ 478 w 477"/>
                <a:gd name="csY1" fmla="*/ 2389 h 3821"/>
                <a:gd name="csX2" fmla="*/ 0 w 477"/>
                <a:gd name="csY2" fmla="*/ 3822 h 3821"/>
                <a:gd name="csX3" fmla="*/ 478 w 477"/>
                <a:gd name="csY3" fmla="*/ 2389 h 3821"/>
                <a:gd name="csX4" fmla="*/ 478 w 477"/>
                <a:gd name="csY4" fmla="*/ 956 h 3821"/>
                <a:gd name="csX5" fmla="*/ 0 w 477"/>
                <a:gd name="csY5" fmla="*/ 0 h 3821"/>
                <a:gd name="csX6" fmla="*/ 0 w 477"/>
                <a:gd name="csY6" fmla="*/ 0 h 3821"/>
                <a:gd name="csX7" fmla="*/ 478 w 477"/>
                <a:gd name="csY7" fmla="*/ 95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" h="3821">
                  <a:moveTo>
                    <a:pt x="478" y="956"/>
                  </a:moveTo>
                  <a:lnTo>
                    <a:pt x="478" y="2389"/>
                  </a:lnTo>
                  <a:lnTo>
                    <a:pt x="0" y="3822"/>
                  </a:lnTo>
                  <a:lnTo>
                    <a:pt x="478" y="2389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0" name="Freeform 2689">
              <a:extLst>
                <a:ext uri="{FF2B5EF4-FFF2-40B4-BE49-F238E27FC236}">
                  <a16:creationId xmlns:a16="http://schemas.microsoft.com/office/drawing/2014/main" id="{883BAA9E-FD5C-AF23-949D-34CC2F611B81}"/>
                </a:ext>
              </a:extLst>
            </p:cNvPr>
            <p:cNvSpPr/>
            <p:nvPr/>
          </p:nvSpPr>
          <p:spPr>
            <a:xfrm>
              <a:off x="4497516" y="4723430"/>
              <a:ext cx="1910" cy="477"/>
            </a:xfrm>
            <a:custGeom>
              <a:avLst/>
              <a:gdLst>
                <a:gd name="csX0" fmla="*/ 1911 w 1910"/>
                <a:gd name="csY0" fmla="*/ 0 h 477"/>
                <a:gd name="csX1" fmla="*/ 1911 w 1910"/>
                <a:gd name="csY1" fmla="*/ 0 h 477"/>
                <a:gd name="csX2" fmla="*/ 955 w 1910"/>
                <a:gd name="csY2" fmla="*/ 478 h 477"/>
                <a:gd name="csX3" fmla="*/ 0 w 1910"/>
                <a:gd name="csY3" fmla="*/ 478 h 477"/>
                <a:gd name="csX4" fmla="*/ 955 w 1910"/>
                <a:gd name="csY4" fmla="*/ 478 h 477"/>
                <a:gd name="csX5" fmla="*/ 1911 w 1910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477">
                  <a:moveTo>
                    <a:pt x="1911" y="0"/>
                  </a:moveTo>
                  <a:lnTo>
                    <a:pt x="1911" y="0"/>
                  </a:lnTo>
                  <a:lnTo>
                    <a:pt x="955" y="478"/>
                  </a:lnTo>
                  <a:lnTo>
                    <a:pt x="0" y="478"/>
                  </a:lnTo>
                  <a:lnTo>
                    <a:pt x="955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1" name="Freeform 2690">
              <a:extLst>
                <a:ext uri="{FF2B5EF4-FFF2-40B4-BE49-F238E27FC236}">
                  <a16:creationId xmlns:a16="http://schemas.microsoft.com/office/drawing/2014/main" id="{348A351A-B3A6-63C3-3ACB-94CFAA307A8F}"/>
                </a:ext>
              </a:extLst>
            </p:cNvPr>
            <p:cNvSpPr/>
            <p:nvPr/>
          </p:nvSpPr>
          <p:spPr>
            <a:xfrm>
              <a:off x="4491784" y="5067396"/>
              <a:ext cx="7165" cy="4299"/>
            </a:xfrm>
            <a:custGeom>
              <a:avLst/>
              <a:gdLst>
                <a:gd name="csX0" fmla="*/ 7166 w 7165"/>
                <a:gd name="csY0" fmla="*/ 0 h 4299"/>
                <a:gd name="csX1" fmla="*/ 5255 w 7165"/>
                <a:gd name="csY1" fmla="*/ 1911 h 4299"/>
                <a:gd name="csX2" fmla="*/ 2389 w 7165"/>
                <a:gd name="csY2" fmla="*/ 3344 h 4299"/>
                <a:gd name="csX3" fmla="*/ 0 w 7165"/>
                <a:gd name="csY3" fmla="*/ 4300 h 4299"/>
                <a:gd name="csX4" fmla="*/ 2389 w 7165"/>
                <a:gd name="csY4" fmla="*/ 3344 h 4299"/>
                <a:gd name="csX5" fmla="*/ 5255 w 7165"/>
                <a:gd name="csY5" fmla="*/ 1911 h 4299"/>
                <a:gd name="csX6" fmla="*/ 7166 w 7165"/>
                <a:gd name="csY6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65" h="4299">
                  <a:moveTo>
                    <a:pt x="7166" y="0"/>
                  </a:moveTo>
                  <a:lnTo>
                    <a:pt x="5255" y="1911"/>
                  </a:lnTo>
                  <a:lnTo>
                    <a:pt x="2389" y="3344"/>
                  </a:lnTo>
                  <a:lnTo>
                    <a:pt x="0" y="4300"/>
                  </a:lnTo>
                  <a:lnTo>
                    <a:pt x="2389" y="3344"/>
                  </a:lnTo>
                  <a:lnTo>
                    <a:pt x="5255" y="1911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2" name="Freeform 2691">
              <a:extLst>
                <a:ext uri="{FF2B5EF4-FFF2-40B4-BE49-F238E27FC236}">
                  <a16:creationId xmlns:a16="http://schemas.microsoft.com/office/drawing/2014/main" id="{D2C58972-E334-EE41-7B12-413E60E12D62}"/>
                </a:ext>
              </a:extLst>
            </p:cNvPr>
            <p:cNvSpPr/>
            <p:nvPr/>
          </p:nvSpPr>
          <p:spPr>
            <a:xfrm>
              <a:off x="4497516" y="5377442"/>
              <a:ext cx="1433" cy="10032"/>
            </a:xfrm>
            <a:custGeom>
              <a:avLst/>
              <a:gdLst>
                <a:gd name="csX0" fmla="*/ 1433 w 1433"/>
                <a:gd name="csY0" fmla="*/ 0 h 10032"/>
                <a:gd name="csX1" fmla="*/ 478 w 1433"/>
                <a:gd name="csY1" fmla="*/ 2866 h 10032"/>
                <a:gd name="csX2" fmla="*/ 0 w 1433"/>
                <a:gd name="csY2" fmla="*/ 5733 h 10032"/>
                <a:gd name="csX3" fmla="*/ 478 w 1433"/>
                <a:gd name="csY3" fmla="*/ 10032 h 10032"/>
                <a:gd name="csX4" fmla="*/ 0 w 1433"/>
                <a:gd name="csY4" fmla="*/ 5733 h 10032"/>
                <a:gd name="csX5" fmla="*/ 478 w 1433"/>
                <a:gd name="csY5" fmla="*/ 2866 h 10032"/>
                <a:gd name="csX6" fmla="*/ 1433 w 1433"/>
                <a:gd name="csY6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10032">
                  <a:moveTo>
                    <a:pt x="1433" y="0"/>
                  </a:moveTo>
                  <a:lnTo>
                    <a:pt x="478" y="2866"/>
                  </a:lnTo>
                  <a:lnTo>
                    <a:pt x="0" y="5733"/>
                  </a:lnTo>
                  <a:lnTo>
                    <a:pt x="478" y="10032"/>
                  </a:lnTo>
                  <a:lnTo>
                    <a:pt x="0" y="5733"/>
                  </a:lnTo>
                  <a:lnTo>
                    <a:pt x="478" y="286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3" name="Freeform 2692">
              <a:extLst>
                <a:ext uri="{FF2B5EF4-FFF2-40B4-BE49-F238E27FC236}">
                  <a16:creationId xmlns:a16="http://schemas.microsoft.com/office/drawing/2014/main" id="{762C2B61-E330-49FA-8829-1274F3A2E5A5}"/>
                </a:ext>
              </a:extLst>
            </p:cNvPr>
            <p:cNvSpPr/>
            <p:nvPr/>
          </p:nvSpPr>
          <p:spPr>
            <a:xfrm>
              <a:off x="4497994" y="5306260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  <a:gd name="csX3" fmla="*/ 0 w 477"/>
                <a:gd name="csY3" fmla="*/ 0 h 955"/>
                <a:gd name="csX4" fmla="*/ 478 w 477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478" y="956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4" name="Freeform 2693">
              <a:extLst>
                <a:ext uri="{FF2B5EF4-FFF2-40B4-BE49-F238E27FC236}">
                  <a16:creationId xmlns:a16="http://schemas.microsoft.com/office/drawing/2014/main" id="{30C965DB-0B22-1D98-6FBC-375708651A80}"/>
                </a:ext>
              </a:extLst>
            </p:cNvPr>
            <p:cNvSpPr/>
            <p:nvPr/>
          </p:nvSpPr>
          <p:spPr>
            <a:xfrm>
              <a:off x="4493694" y="5307216"/>
              <a:ext cx="4777" cy="4777"/>
            </a:xfrm>
            <a:custGeom>
              <a:avLst/>
              <a:gdLst>
                <a:gd name="csX0" fmla="*/ 4777 w 4777"/>
                <a:gd name="csY0" fmla="*/ 0 h 4777"/>
                <a:gd name="csX1" fmla="*/ 4300 w 4777"/>
                <a:gd name="csY1" fmla="*/ 956 h 4777"/>
                <a:gd name="csX2" fmla="*/ 3822 w 4777"/>
                <a:gd name="csY2" fmla="*/ 2389 h 4777"/>
                <a:gd name="csX3" fmla="*/ 2867 w 4777"/>
                <a:gd name="csY3" fmla="*/ 3822 h 4777"/>
                <a:gd name="csX4" fmla="*/ 0 w 4777"/>
                <a:gd name="csY4" fmla="*/ 4777 h 4777"/>
                <a:gd name="csX5" fmla="*/ 2867 w 4777"/>
                <a:gd name="csY5" fmla="*/ 3822 h 4777"/>
                <a:gd name="csX6" fmla="*/ 3822 w 4777"/>
                <a:gd name="csY6" fmla="*/ 2389 h 4777"/>
                <a:gd name="csX7" fmla="*/ 3822 w 4777"/>
                <a:gd name="csY7" fmla="*/ 956 h 4777"/>
                <a:gd name="csX8" fmla="*/ 4777 w 4777"/>
                <a:gd name="csY8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4777">
                  <a:moveTo>
                    <a:pt x="4777" y="0"/>
                  </a:moveTo>
                  <a:lnTo>
                    <a:pt x="4300" y="956"/>
                  </a:lnTo>
                  <a:lnTo>
                    <a:pt x="3822" y="2389"/>
                  </a:lnTo>
                  <a:lnTo>
                    <a:pt x="2867" y="3822"/>
                  </a:lnTo>
                  <a:lnTo>
                    <a:pt x="0" y="4777"/>
                  </a:lnTo>
                  <a:lnTo>
                    <a:pt x="2867" y="3822"/>
                  </a:lnTo>
                  <a:lnTo>
                    <a:pt x="3822" y="2389"/>
                  </a:lnTo>
                  <a:lnTo>
                    <a:pt x="3822" y="956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5" name="Freeform 2694">
              <a:extLst>
                <a:ext uri="{FF2B5EF4-FFF2-40B4-BE49-F238E27FC236}">
                  <a16:creationId xmlns:a16="http://schemas.microsoft.com/office/drawing/2014/main" id="{2FE880F9-E5CD-974D-A1F0-164BE7A44285}"/>
                </a:ext>
              </a:extLst>
            </p:cNvPr>
            <p:cNvSpPr/>
            <p:nvPr/>
          </p:nvSpPr>
          <p:spPr>
            <a:xfrm>
              <a:off x="4495605" y="5390818"/>
              <a:ext cx="2866" cy="4299"/>
            </a:xfrm>
            <a:custGeom>
              <a:avLst/>
              <a:gdLst>
                <a:gd name="csX0" fmla="*/ 2866 w 2866"/>
                <a:gd name="csY0" fmla="*/ 2389 h 4299"/>
                <a:gd name="csX1" fmla="*/ 2866 w 2866"/>
                <a:gd name="csY1" fmla="*/ 3344 h 4299"/>
                <a:gd name="csX2" fmla="*/ 2389 w 2866"/>
                <a:gd name="csY2" fmla="*/ 3822 h 4299"/>
                <a:gd name="csX3" fmla="*/ 956 w 2866"/>
                <a:gd name="csY3" fmla="*/ 4300 h 4299"/>
                <a:gd name="csX4" fmla="*/ 0 w 2866"/>
                <a:gd name="csY4" fmla="*/ 4300 h 4299"/>
                <a:gd name="csX5" fmla="*/ 956 w 2866"/>
                <a:gd name="csY5" fmla="*/ 4300 h 4299"/>
                <a:gd name="csX6" fmla="*/ 2389 w 2866"/>
                <a:gd name="csY6" fmla="*/ 3822 h 4299"/>
                <a:gd name="csX7" fmla="*/ 2866 w 2866"/>
                <a:gd name="csY7" fmla="*/ 3344 h 4299"/>
                <a:gd name="csX8" fmla="*/ 2866 w 2866"/>
                <a:gd name="csY8" fmla="*/ 2389 h 4299"/>
                <a:gd name="csX9" fmla="*/ 2866 w 2866"/>
                <a:gd name="csY9" fmla="*/ 0 h 4299"/>
                <a:gd name="csX10" fmla="*/ 2866 w 2866"/>
                <a:gd name="csY10" fmla="*/ 238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866" h="4299">
                  <a:moveTo>
                    <a:pt x="2866" y="2389"/>
                  </a:moveTo>
                  <a:lnTo>
                    <a:pt x="2866" y="3344"/>
                  </a:lnTo>
                  <a:lnTo>
                    <a:pt x="2389" y="3822"/>
                  </a:lnTo>
                  <a:lnTo>
                    <a:pt x="956" y="4300"/>
                  </a:lnTo>
                  <a:lnTo>
                    <a:pt x="0" y="4300"/>
                  </a:lnTo>
                  <a:lnTo>
                    <a:pt x="956" y="4300"/>
                  </a:lnTo>
                  <a:lnTo>
                    <a:pt x="2389" y="3822"/>
                  </a:lnTo>
                  <a:lnTo>
                    <a:pt x="2866" y="3344"/>
                  </a:lnTo>
                  <a:lnTo>
                    <a:pt x="2866" y="2389"/>
                  </a:lnTo>
                  <a:lnTo>
                    <a:pt x="2866" y="0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6" name="Freeform 2695">
              <a:extLst>
                <a:ext uri="{FF2B5EF4-FFF2-40B4-BE49-F238E27FC236}">
                  <a16:creationId xmlns:a16="http://schemas.microsoft.com/office/drawing/2014/main" id="{D15DFBF3-FEBD-4646-42D9-476F49C7D622}"/>
                </a:ext>
              </a:extLst>
            </p:cNvPr>
            <p:cNvSpPr/>
            <p:nvPr/>
          </p:nvSpPr>
          <p:spPr>
            <a:xfrm>
              <a:off x="4494172" y="4504630"/>
              <a:ext cx="3344" cy="3821"/>
            </a:xfrm>
            <a:custGeom>
              <a:avLst/>
              <a:gdLst>
                <a:gd name="csX0" fmla="*/ 3344 w 3344"/>
                <a:gd name="csY0" fmla="*/ 3344 h 3821"/>
                <a:gd name="csX1" fmla="*/ 3344 w 3344"/>
                <a:gd name="csY1" fmla="*/ 3822 h 3821"/>
                <a:gd name="csX2" fmla="*/ 2389 w 3344"/>
                <a:gd name="csY2" fmla="*/ 3344 h 3821"/>
                <a:gd name="csX3" fmla="*/ 1433 w 3344"/>
                <a:gd name="csY3" fmla="*/ 2389 h 3821"/>
                <a:gd name="csX4" fmla="*/ 0 w 3344"/>
                <a:gd name="csY4" fmla="*/ 1433 h 3821"/>
                <a:gd name="csX5" fmla="*/ 478 w 3344"/>
                <a:gd name="csY5" fmla="*/ 478 h 3821"/>
                <a:gd name="csX6" fmla="*/ 478 w 3344"/>
                <a:gd name="csY6" fmla="*/ 0 h 3821"/>
                <a:gd name="csX7" fmla="*/ 1911 w 3344"/>
                <a:gd name="csY7" fmla="*/ 956 h 3821"/>
                <a:gd name="csX8" fmla="*/ 3344 w 3344"/>
                <a:gd name="csY8" fmla="*/ 2389 h 3821"/>
                <a:gd name="csX9" fmla="*/ 3344 w 3344"/>
                <a:gd name="csY9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821">
                  <a:moveTo>
                    <a:pt x="3344" y="3344"/>
                  </a:moveTo>
                  <a:lnTo>
                    <a:pt x="3344" y="3822"/>
                  </a:lnTo>
                  <a:lnTo>
                    <a:pt x="2389" y="3344"/>
                  </a:lnTo>
                  <a:lnTo>
                    <a:pt x="1433" y="2389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911" y="956"/>
                  </a:lnTo>
                  <a:lnTo>
                    <a:pt x="3344" y="2389"/>
                  </a:lnTo>
                  <a:lnTo>
                    <a:pt x="3344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7" name="Freeform 2696">
              <a:extLst>
                <a:ext uri="{FF2B5EF4-FFF2-40B4-BE49-F238E27FC236}">
                  <a16:creationId xmlns:a16="http://schemas.microsoft.com/office/drawing/2014/main" id="{C1C27CE1-B7F7-B61A-F5BC-C2AC0A42DF03}"/>
                </a:ext>
              </a:extLst>
            </p:cNvPr>
            <p:cNvSpPr/>
            <p:nvPr/>
          </p:nvSpPr>
          <p:spPr>
            <a:xfrm>
              <a:off x="4495605" y="5285718"/>
              <a:ext cx="1911" cy="2388"/>
            </a:xfrm>
            <a:custGeom>
              <a:avLst/>
              <a:gdLst>
                <a:gd name="csX0" fmla="*/ 1911 w 1911"/>
                <a:gd name="csY0" fmla="*/ 0 h 2388"/>
                <a:gd name="csX1" fmla="*/ 0 w 1911"/>
                <a:gd name="csY1" fmla="*/ 2389 h 2388"/>
                <a:gd name="csX2" fmla="*/ 1911 w 1911"/>
                <a:gd name="csY2" fmla="*/ 0 h 2388"/>
                <a:gd name="csX3" fmla="*/ 1911 w 1911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2388">
                  <a:moveTo>
                    <a:pt x="1911" y="0"/>
                  </a:moveTo>
                  <a:lnTo>
                    <a:pt x="0" y="2389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8" name="Freeform 2697">
              <a:extLst>
                <a:ext uri="{FF2B5EF4-FFF2-40B4-BE49-F238E27FC236}">
                  <a16:creationId xmlns:a16="http://schemas.microsoft.com/office/drawing/2014/main" id="{3599323A-0AC2-4F01-85E6-E05EB5BE475D}"/>
                </a:ext>
              </a:extLst>
            </p:cNvPr>
            <p:cNvSpPr/>
            <p:nvPr/>
          </p:nvSpPr>
          <p:spPr>
            <a:xfrm>
              <a:off x="4496083" y="5298617"/>
              <a:ext cx="955" cy="6688"/>
            </a:xfrm>
            <a:custGeom>
              <a:avLst/>
              <a:gdLst>
                <a:gd name="csX0" fmla="*/ 956 w 955"/>
                <a:gd name="csY0" fmla="*/ 0 h 6688"/>
                <a:gd name="csX1" fmla="*/ 956 w 955"/>
                <a:gd name="csY1" fmla="*/ 2389 h 6688"/>
                <a:gd name="csX2" fmla="*/ 478 w 955"/>
                <a:gd name="csY2" fmla="*/ 5255 h 6688"/>
                <a:gd name="csX3" fmla="*/ 478 w 955"/>
                <a:gd name="csY3" fmla="*/ 6688 h 6688"/>
                <a:gd name="csX4" fmla="*/ 0 w 955"/>
                <a:gd name="csY4" fmla="*/ 6688 h 6688"/>
                <a:gd name="csX5" fmla="*/ 478 w 955"/>
                <a:gd name="csY5" fmla="*/ 5255 h 6688"/>
                <a:gd name="csX6" fmla="*/ 956 w 955"/>
                <a:gd name="csY6" fmla="*/ 2389 h 6688"/>
                <a:gd name="csX7" fmla="*/ 956 w 955"/>
                <a:gd name="csY7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6688">
                  <a:moveTo>
                    <a:pt x="956" y="0"/>
                  </a:moveTo>
                  <a:lnTo>
                    <a:pt x="956" y="2389"/>
                  </a:lnTo>
                  <a:lnTo>
                    <a:pt x="478" y="5255"/>
                  </a:lnTo>
                  <a:lnTo>
                    <a:pt x="478" y="6688"/>
                  </a:lnTo>
                  <a:lnTo>
                    <a:pt x="0" y="6688"/>
                  </a:lnTo>
                  <a:lnTo>
                    <a:pt x="478" y="5255"/>
                  </a:lnTo>
                  <a:lnTo>
                    <a:pt x="956" y="2389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9" name="Freeform 2698">
              <a:extLst>
                <a:ext uri="{FF2B5EF4-FFF2-40B4-BE49-F238E27FC236}">
                  <a16:creationId xmlns:a16="http://schemas.microsoft.com/office/drawing/2014/main" id="{31D88B3B-0A93-3910-F4C0-F7A336D41C63}"/>
                </a:ext>
              </a:extLst>
            </p:cNvPr>
            <p:cNvSpPr/>
            <p:nvPr/>
          </p:nvSpPr>
          <p:spPr>
            <a:xfrm>
              <a:off x="4495128" y="5290495"/>
              <a:ext cx="1910" cy="8121"/>
            </a:xfrm>
            <a:custGeom>
              <a:avLst/>
              <a:gdLst>
                <a:gd name="csX0" fmla="*/ 955 w 1910"/>
                <a:gd name="csY0" fmla="*/ 3822 h 8121"/>
                <a:gd name="csX1" fmla="*/ 1911 w 1910"/>
                <a:gd name="csY1" fmla="*/ 8121 h 8121"/>
                <a:gd name="csX2" fmla="*/ 955 w 1910"/>
                <a:gd name="csY2" fmla="*/ 3822 h 8121"/>
                <a:gd name="csX3" fmla="*/ 0 w 1910"/>
                <a:gd name="csY3" fmla="*/ 0 h 8121"/>
                <a:gd name="csX4" fmla="*/ 955 w 1910"/>
                <a:gd name="csY4" fmla="*/ 3822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8121">
                  <a:moveTo>
                    <a:pt x="955" y="3822"/>
                  </a:moveTo>
                  <a:lnTo>
                    <a:pt x="1911" y="8121"/>
                  </a:lnTo>
                  <a:lnTo>
                    <a:pt x="955" y="3822"/>
                  </a:lnTo>
                  <a:lnTo>
                    <a:pt x="0" y="0"/>
                  </a:lnTo>
                  <a:lnTo>
                    <a:pt x="95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0" name="Freeform 2699">
              <a:extLst>
                <a:ext uri="{FF2B5EF4-FFF2-40B4-BE49-F238E27FC236}">
                  <a16:creationId xmlns:a16="http://schemas.microsoft.com/office/drawing/2014/main" id="{77CCE0D0-06AA-FC55-4E14-329D7B89D402}"/>
                </a:ext>
              </a:extLst>
            </p:cNvPr>
            <p:cNvSpPr/>
            <p:nvPr/>
          </p:nvSpPr>
          <p:spPr>
            <a:xfrm>
              <a:off x="4494172" y="4933154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0 w 2388"/>
                <a:gd name="csY1" fmla="*/ 956 h 955"/>
                <a:gd name="csX2" fmla="*/ 2389 w 2388"/>
                <a:gd name="csY2" fmla="*/ 0 h 955"/>
                <a:gd name="csX3" fmla="*/ 2389 w 238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0" y="956"/>
                  </a:lnTo>
                  <a:lnTo>
                    <a:pt x="2389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1" name="Freeform 2700">
              <a:extLst>
                <a:ext uri="{FF2B5EF4-FFF2-40B4-BE49-F238E27FC236}">
                  <a16:creationId xmlns:a16="http://schemas.microsoft.com/office/drawing/2014/main" id="{4AA6AB75-21F3-1AE2-D4AB-F9DA786D9FEA}"/>
                </a:ext>
              </a:extLst>
            </p:cNvPr>
            <p:cNvSpPr/>
            <p:nvPr/>
          </p:nvSpPr>
          <p:spPr>
            <a:xfrm>
              <a:off x="4490828" y="3910335"/>
              <a:ext cx="5254" cy="3821"/>
            </a:xfrm>
            <a:custGeom>
              <a:avLst/>
              <a:gdLst>
                <a:gd name="csX0" fmla="*/ 5255 w 5254"/>
                <a:gd name="csY0" fmla="*/ 2389 h 3821"/>
                <a:gd name="csX1" fmla="*/ 5255 w 5254"/>
                <a:gd name="csY1" fmla="*/ 3344 h 3821"/>
                <a:gd name="csX2" fmla="*/ 3822 w 5254"/>
                <a:gd name="csY2" fmla="*/ 3822 h 3821"/>
                <a:gd name="csX3" fmla="*/ 0 w 5254"/>
                <a:gd name="csY3" fmla="*/ 2866 h 3821"/>
                <a:gd name="csX4" fmla="*/ 2866 w 5254"/>
                <a:gd name="csY4" fmla="*/ 1911 h 3821"/>
                <a:gd name="csX5" fmla="*/ 3344 w 5254"/>
                <a:gd name="csY5" fmla="*/ 1911 h 3821"/>
                <a:gd name="csX6" fmla="*/ 3822 w 5254"/>
                <a:gd name="csY6" fmla="*/ 478 h 3821"/>
                <a:gd name="csX7" fmla="*/ 3822 w 5254"/>
                <a:gd name="csY7" fmla="*/ 0 h 3821"/>
                <a:gd name="csX8" fmla="*/ 5255 w 5254"/>
                <a:gd name="csY8" fmla="*/ 2389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4" h="3821">
                  <a:moveTo>
                    <a:pt x="5255" y="2389"/>
                  </a:moveTo>
                  <a:lnTo>
                    <a:pt x="5255" y="3344"/>
                  </a:lnTo>
                  <a:lnTo>
                    <a:pt x="3822" y="3822"/>
                  </a:lnTo>
                  <a:lnTo>
                    <a:pt x="0" y="2866"/>
                  </a:lnTo>
                  <a:lnTo>
                    <a:pt x="2866" y="1911"/>
                  </a:lnTo>
                  <a:lnTo>
                    <a:pt x="3344" y="1911"/>
                  </a:lnTo>
                  <a:lnTo>
                    <a:pt x="3822" y="478"/>
                  </a:lnTo>
                  <a:lnTo>
                    <a:pt x="3822" y="0"/>
                  </a:lnTo>
                  <a:lnTo>
                    <a:pt x="525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2" name="Freeform 2701">
              <a:extLst>
                <a:ext uri="{FF2B5EF4-FFF2-40B4-BE49-F238E27FC236}">
                  <a16:creationId xmlns:a16="http://schemas.microsoft.com/office/drawing/2014/main" id="{B1BB734E-B95D-3026-16CA-2844FF3E5344}"/>
                </a:ext>
              </a:extLst>
            </p:cNvPr>
            <p:cNvSpPr/>
            <p:nvPr/>
          </p:nvSpPr>
          <p:spPr>
            <a:xfrm>
              <a:off x="4489873" y="5395118"/>
              <a:ext cx="5732" cy="10987"/>
            </a:xfrm>
            <a:custGeom>
              <a:avLst/>
              <a:gdLst>
                <a:gd name="csX0" fmla="*/ 5733 w 5732"/>
                <a:gd name="csY0" fmla="*/ 0 h 10987"/>
                <a:gd name="csX1" fmla="*/ 4777 w 5732"/>
                <a:gd name="csY1" fmla="*/ 478 h 10987"/>
                <a:gd name="csX2" fmla="*/ 4300 w 5732"/>
                <a:gd name="csY2" fmla="*/ 1433 h 10987"/>
                <a:gd name="csX3" fmla="*/ 3822 w 5732"/>
                <a:gd name="csY3" fmla="*/ 3344 h 10987"/>
                <a:gd name="csX4" fmla="*/ 2867 w 5732"/>
                <a:gd name="csY4" fmla="*/ 4777 h 10987"/>
                <a:gd name="csX5" fmla="*/ 1433 w 5732"/>
                <a:gd name="csY5" fmla="*/ 6688 h 10987"/>
                <a:gd name="csX6" fmla="*/ 478 w 5732"/>
                <a:gd name="csY6" fmla="*/ 8599 h 10987"/>
                <a:gd name="csX7" fmla="*/ 0 w 5732"/>
                <a:gd name="csY7" fmla="*/ 10032 h 10987"/>
                <a:gd name="csX8" fmla="*/ 0 w 5732"/>
                <a:gd name="csY8" fmla="*/ 10988 h 10987"/>
                <a:gd name="csX9" fmla="*/ 0 w 5732"/>
                <a:gd name="csY9" fmla="*/ 10032 h 10987"/>
                <a:gd name="csX10" fmla="*/ 478 w 5732"/>
                <a:gd name="csY10" fmla="*/ 8599 h 10987"/>
                <a:gd name="csX11" fmla="*/ 1433 w 5732"/>
                <a:gd name="csY11" fmla="*/ 6688 h 10987"/>
                <a:gd name="csX12" fmla="*/ 2867 w 5732"/>
                <a:gd name="csY12" fmla="*/ 4777 h 10987"/>
                <a:gd name="csX13" fmla="*/ 3822 w 5732"/>
                <a:gd name="csY13" fmla="*/ 3344 h 10987"/>
                <a:gd name="csX14" fmla="*/ 4300 w 5732"/>
                <a:gd name="csY14" fmla="*/ 1433 h 10987"/>
                <a:gd name="csX15" fmla="*/ 4777 w 5732"/>
                <a:gd name="csY15" fmla="*/ 478 h 10987"/>
                <a:gd name="csX16" fmla="*/ 5733 w 5732"/>
                <a:gd name="csY16" fmla="*/ 0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732" h="10987">
                  <a:moveTo>
                    <a:pt x="5733" y="0"/>
                  </a:moveTo>
                  <a:lnTo>
                    <a:pt x="4777" y="478"/>
                  </a:lnTo>
                  <a:lnTo>
                    <a:pt x="4300" y="1433"/>
                  </a:lnTo>
                  <a:lnTo>
                    <a:pt x="3822" y="3344"/>
                  </a:lnTo>
                  <a:lnTo>
                    <a:pt x="2867" y="4777"/>
                  </a:lnTo>
                  <a:lnTo>
                    <a:pt x="1433" y="6688"/>
                  </a:lnTo>
                  <a:lnTo>
                    <a:pt x="478" y="8599"/>
                  </a:lnTo>
                  <a:lnTo>
                    <a:pt x="0" y="10032"/>
                  </a:lnTo>
                  <a:lnTo>
                    <a:pt x="0" y="10988"/>
                  </a:lnTo>
                  <a:lnTo>
                    <a:pt x="0" y="10032"/>
                  </a:lnTo>
                  <a:lnTo>
                    <a:pt x="478" y="8599"/>
                  </a:lnTo>
                  <a:lnTo>
                    <a:pt x="1433" y="6688"/>
                  </a:lnTo>
                  <a:lnTo>
                    <a:pt x="2867" y="4777"/>
                  </a:lnTo>
                  <a:lnTo>
                    <a:pt x="3822" y="3344"/>
                  </a:lnTo>
                  <a:lnTo>
                    <a:pt x="4300" y="1433"/>
                  </a:lnTo>
                  <a:lnTo>
                    <a:pt x="4777" y="478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3" name="Freeform 2702">
              <a:extLst>
                <a:ext uri="{FF2B5EF4-FFF2-40B4-BE49-F238E27FC236}">
                  <a16:creationId xmlns:a16="http://schemas.microsoft.com/office/drawing/2014/main" id="{F6CB17E0-94B0-52BC-86B3-2D365D2163AB}"/>
                </a:ext>
              </a:extLst>
            </p:cNvPr>
            <p:cNvSpPr/>
            <p:nvPr/>
          </p:nvSpPr>
          <p:spPr>
            <a:xfrm>
              <a:off x="4493217" y="5365021"/>
              <a:ext cx="1911" cy="6688"/>
            </a:xfrm>
            <a:custGeom>
              <a:avLst/>
              <a:gdLst>
                <a:gd name="csX0" fmla="*/ 1911 w 1911"/>
                <a:gd name="csY0" fmla="*/ 0 h 6688"/>
                <a:gd name="csX1" fmla="*/ 1433 w 1911"/>
                <a:gd name="csY1" fmla="*/ 1433 h 6688"/>
                <a:gd name="csX2" fmla="*/ 478 w 1911"/>
                <a:gd name="csY2" fmla="*/ 2866 h 6688"/>
                <a:gd name="csX3" fmla="*/ 478 w 1911"/>
                <a:gd name="csY3" fmla="*/ 5255 h 6688"/>
                <a:gd name="csX4" fmla="*/ 478 w 1911"/>
                <a:gd name="csY4" fmla="*/ 6688 h 6688"/>
                <a:gd name="csX5" fmla="*/ 0 w 1911"/>
                <a:gd name="csY5" fmla="*/ 5255 h 6688"/>
                <a:gd name="csX6" fmla="*/ 478 w 1911"/>
                <a:gd name="csY6" fmla="*/ 2866 h 6688"/>
                <a:gd name="csX7" fmla="*/ 1433 w 1911"/>
                <a:gd name="csY7" fmla="*/ 1433 h 6688"/>
                <a:gd name="csX8" fmla="*/ 1911 w 1911"/>
                <a:gd name="csY8" fmla="*/ 0 h 6688"/>
                <a:gd name="csX9" fmla="*/ 1911 w 1911"/>
                <a:gd name="csY9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1" h="6688">
                  <a:moveTo>
                    <a:pt x="1911" y="0"/>
                  </a:moveTo>
                  <a:lnTo>
                    <a:pt x="1433" y="1433"/>
                  </a:lnTo>
                  <a:lnTo>
                    <a:pt x="478" y="2866"/>
                  </a:lnTo>
                  <a:lnTo>
                    <a:pt x="478" y="5255"/>
                  </a:lnTo>
                  <a:lnTo>
                    <a:pt x="478" y="6688"/>
                  </a:lnTo>
                  <a:lnTo>
                    <a:pt x="0" y="5255"/>
                  </a:lnTo>
                  <a:lnTo>
                    <a:pt x="478" y="2866"/>
                  </a:lnTo>
                  <a:lnTo>
                    <a:pt x="1433" y="1433"/>
                  </a:lnTo>
                  <a:lnTo>
                    <a:pt x="1911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4" name="Freeform 2703">
              <a:extLst>
                <a:ext uri="{FF2B5EF4-FFF2-40B4-BE49-F238E27FC236}">
                  <a16:creationId xmlns:a16="http://schemas.microsoft.com/office/drawing/2014/main" id="{B8CBB0D0-4CF0-C942-B504-6926311D6441}"/>
                </a:ext>
              </a:extLst>
            </p:cNvPr>
            <p:cNvSpPr/>
            <p:nvPr/>
          </p:nvSpPr>
          <p:spPr>
            <a:xfrm>
              <a:off x="4493217" y="4812288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1433 w 1433"/>
                <a:gd name="csY1" fmla="*/ 478 h 477"/>
                <a:gd name="csX2" fmla="*/ 0 w 1433"/>
                <a:gd name="csY2" fmla="*/ 0 h 477"/>
                <a:gd name="csX3" fmla="*/ 0 w 1433"/>
                <a:gd name="csY3" fmla="*/ 0 h 477"/>
                <a:gd name="csX4" fmla="*/ 1433 w 1433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1433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5" name="Freeform 2704">
              <a:extLst>
                <a:ext uri="{FF2B5EF4-FFF2-40B4-BE49-F238E27FC236}">
                  <a16:creationId xmlns:a16="http://schemas.microsoft.com/office/drawing/2014/main" id="{39D95D2B-3393-1B37-EC1C-14CF5DC55C0A}"/>
                </a:ext>
              </a:extLst>
            </p:cNvPr>
            <p:cNvSpPr/>
            <p:nvPr/>
          </p:nvSpPr>
          <p:spPr>
            <a:xfrm>
              <a:off x="4491784" y="5355944"/>
              <a:ext cx="1433" cy="7165"/>
            </a:xfrm>
            <a:custGeom>
              <a:avLst/>
              <a:gdLst>
                <a:gd name="csX0" fmla="*/ 478 w 1433"/>
                <a:gd name="csY0" fmla="*/ 3344 h 7165"/>
                <a:gd name="csX1" fmla="*/ 1433 w 1433"/>
                <a:gd name="csY1" fmla="*/ 7166 h 7165"/>
                <a:gd name="csX2" fmla="*/ 0 w 1433"/>
                <a:gd name="csY2" fmla="*/ 3344 h 7165"/>
                <a:gd name="csX3" fmla="*/ 478 w 1433"/>
                <a:gd name="csY3" fmla="*/ 0 h 7165"/>
                <a:gd name="csX4" fmla="*/ 478 w 1433"/>
                <a:gd name="csY4" fmla="*/ 0 h 7165"/>
                <a:gd name="csX5" fmla="*/ 478 w 1433"/>
                <a:gd name="csY5" fmla="*/ 3344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7165">
                  <a:moveTo>
                    <a:pt x="478" y="3344"/>
                  </a:moveTo>
                  <a:lnTo>
                    <a:pt x="1433" y="7166"/>
                  </a:lnTo>
                  <a:lnTo>
                    <a:pt x="0" y="3344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478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6" name="Freeform 2705">
              <a:extLst>
                <a:ext uri="{FF2B5EF4-FFF2-40B4-BE49-F238E27FC236}">
                  <a16:creationId xmlns:a16="http://schemas.microsoft.com/office/drawing/2014/main" id="{F1CE0DFE-3EFC-85F3-DB8B-012729FADC63}"/>
                </a:ext>
              </a:extLst>
            </p:cNvPr>
            <p:cNvSpPr/>
            <p:nvPr/>
          </p:nvSpPr>
          <p:spPr>
            <a:xfrm>
              <a:off x="4491784" y="5311038"/>
              <a:ext cx="955" cy="3344"/>
            </a:xfrm>
            <a:custGeom>
              <a:avLst/>
              <a:gdLst>
                <a:gd name="csX0" fmla="*/ 478 w 955"/>
                <a:gd name="csY0" fmla="*/ 0 h 3344"/>
                <a:gd name="csX1" fmla="*/ 956 w 955"/>
                <a:gd name="csY1" fmla="*/ 0 h 3344"/>
                <a:gd name="csX2" fmla="*/ 478 w 955"/>
                <a:gd name="csY2" fmla="*/ 478 h 3344"/>
                <a:gd name="csX3" fmla="*/ 478 w 955"/>
                <a:gd name="csY3" fmla="*/ 1911 h 3344"/>
                <a:gd name="csX4" fmla="*/ 0 w 955"/>
                <a:gd name="csY4" fmla="*/ 3344 h 3344"/>
                <a:gd name="csX5" fmla="*/ 478 w 955"/>
                <a:gd name="csY5" fmla="*/ 1911 h 3344"/>
                <a:gd name="csX6" fmla="*/ 478 w 955"/>
                <a:gd name="csY6" fmla="*/ 478 h 3344"/>
                <a:gd name="csX7" fmla="*/ 478 w 955"/>
                <a:gd name="csY7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3344">
                  <a:moveTo>
                    <a:pt x="478" y="0"/>
                  </a:moveTo>
                  <a:lnTo>
                    <a:pt x="956" y="0"/>
                  </a:lnTo>
                  <a:lnTo>
                    <a:pt x="478" y="478"/>
                  </a:lnTo>
                  <a:lnTo>
                    <a:pt x="478" y="1911"/>
                  </a:lnTo>
                  <a:lnTo>
                    <a:pt x="0" y="3344"/>
                  </a:lnTo>
                  <a:lnTo>
                    <a:pt x="478" y="1911"/>
                  </a:lnTo>
                  <a:lnTo>
                    <a:pt x="478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7" name="Freeform 2706">
              <a:extLst>
                <a:ext uri="{FF2B5EF4-FFF2-40B4-BE49-F238E27FC236}">
                  <a16:creationId xmlns:a16="http://schemas.microsoft.com/office/drawing/2014/main" id="{CA11A6E3-D772-884B-4C58-41A82C133D36}"/>
                </a:ext>
              </a:extLst>
            </p:cNvPr>
            <p:cNvSpPr/>
            <p:nvPr/>
          </p:nvSpPr>
          <p:spPr>
            <a:xfrm>
              <a:off x="4487484" y="4809422"/>
              <a:ext cx="4299" cy="2866"/>
            </a:xfrm>
            <a:custGeom>
              <a:avLst/>
              <a:gdLst>
                <a:gd name="csX0" fmla="*/ 4300 w 4299"/>
                <a:gd name="csY0" fmla="*/ 2867 h 2866"/>
                <a:gd name="csX1" fmla="*/ 3344 w 4299"/>
                <a:gd name="csY1" fmla="*/ 2867 h 2866"/>
                <a:gd name="csX2" fmla="*/ 1911 w 4299"/>
                <a:gd name="csY2" fmla="*/ 1911 h 2866"/>
                <a:gd name="csX3" fmla="*/ 1433 w 4299"/>
                <a:gd name="csY3" fmla="*/ 956 h 2866"/>
                <a:gd name="csX4" fmla="*/ 0 w 4299"/>
                <a:gd name="csY4" fmla="*/ 0 h 2866"/>
                <a:gd name="csX5" fmla="*/ 0 w 4299"/>
                <a:gd name="csY5" fmla="*/ 0 h 2866"/>
                <a:gd name="csX6" fmla="*/ 1433 w 4299"/>
                <a:gd name="csY6" fmla="*/ 956 h 2866"/>
                <a:gd name="csX7" fmla="*/ 1911 w 4299"/>
                <a:gd name="csY7" fmla="*/ 1911 h 2866"/>
                <a:gd name="csX8" fmla="*/ 3344 w 4299"/>
                <a:gd name="csY8" fmla="*/ 2867 h 2866"/>
                <a:gd name="csX9" fmla="*/ 4300 w 4299"/>
                <a:gd name="csY9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2866">
                  <a:moveTo>
                    <a:pt x="4300" y="2867"/>
                  </a:moveTo>
                  <a:lnTo>
                    <a:pt x="3344" y="2867"/>
                  </a:lnTo>
                  <a:lnTo>
                    <a:pt x="1911" y="1911"/>
                  </a:lnTo>
                  <a:lnTo>
                    <a:pt x="1433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956"/>
                  </a:lnTo>
                  <a:lnTo>
                    <a:pt x="1911" y="1911"/>
                  </a:lnTo>
                  <a:lnTo>
                    <a:pt x="3344" y="2867"/>
                  </a:lnTo>
                  <a:lnTo>
                    <a:pt x="4300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8" name="Freeform 2707">
              <a:extLst>
                <a:ext uri="{FF2B5EF4-FFF2-40B4-BE49-F238E27FC236}">
                  <a16:creationId xmlns:a16="http://schemas.microsoft.com/office/drawing/2014/main" id="{2CBB4040-EB2C-A125-3A72-0C3AEC2A6DCD}"/>
                </a:ext>
              </a:extLst>
            </p:cNvPr>
            <p:cNvSpPr/>
            <p:nvPr/>
          </p:nvSpPr>
          <p:spPr>
            <a:xfrm>
              <a:off x="4488439" y="5314382"/>
              <a:ext cx="3344" cy="9554"/>
            </a:xfrm>
            <a:custGeom>
              <a:avLst/>
              <a:gdLst>
                <a:gd name="csX0" fmla="*/ 3344 w 3344"/>
                <a:gd name="csY0" fmla="*/ 0 h 9554"/>
                <a:gd name="csX1" fmla="*/ 1911 w 3344"/>
                <a:gd name="csY1" fmla="*/ 3344 h 9554"/>
                <a:gd name="csX2" fmla="*/ 956 w 3344"/>
                <a:gd name="csY2" fmla="*/ 6688 h 9554"/>
                <a:gd name="csX3" fmla="*/ 0 w 3344"/>
                <a:gd name="csY3" fmla="*/ 8121 h 9554"/>
                <a:gd name="csX4" fmla="*/ 478 w 3344"/>
                <a:gd name="csY4" fmla="*/ 9555 h 9554"/>
                <a:gd name="csX5" fmla="*/ 478 w 3344"/>
                <a:gd name="csY5" fmla="*/ 9555 h 9554"/>
                <a:gd name="csX6" fmla="*/ 0 w 3344"/>
                <a:gd name="csY6" fmla="*/ 8121 h 9554"/>
                <a:gd name="csX7" fmla="*/ 956 w 3344"/>
                <a:gd name="csY7" fmla="*/ 6688 h 9554"/>
                <a:gd name="csX8" fmla="*/ 1911 w 3344"/>
                <a:gd name="csY8" fmla="*/ 3344 h 9554"/>
                <a:gd name="csX9" fmla="*/ 3344 w 3344"/>
                <a:gd name="csY9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9554">
                  <a:moveTo>
                    <a:pt x="3344" y="0"/>
                  </a:moveTo>
                  <a:lnTo>
                    <a:pt x="1911" y="3344"/>
                  </a:lnTo>
                  <a:lnTo>
                    <a:pt x="956" y="6688"/>
                  </a:lnTo>
                  <a:lnTo>
                    <a:pt x="0" y="8121"/>
                  </a:lnTo>
                  <a:lnTo>
                    <a:pt x="478" y="9555"/>
                  </a:lnTo>
                  <a:lnTo>
                    <a:pt x="478" y="9555"/>
                  </a:lnTo>
                  <a:lnTo>
                    <a:pt x="0" y="8121"/>
                  </a:lnTo>
                  <a:lnTo>
                    <a:pt x="956" y="6688"/>
                  </a:lnTo>
                  <a:lnTo>
                    <a:pt x="1911" y="3344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9" name="Freeform 2708">
              <a:extLst>
                <a:ext uri="{FF2B5EF4-FFF2-40B4-BE49-F238E27FC236}">
                  <a16:creationId xmlns:a16="http://schemas.microsoft.com/office/drawing/2014/main" id="{BD0A96A9-F3F8-762F-0AC7-D77AB95C8D5D}"/>
                </a:ext>
              </a:extLst>
            </p:cNvPr>
            <p:cNvSpPr/>
            <p:nvPr/>
          </p:nvSpPr>
          <p:spPr>
            <a:xfrm>
              <a:off x="4489873" y="5344001"/>
              <a:ext cx="477" cy="2388"/>
            </a:xfrm>
            <a:custGeom>
              <a:avLst/>
              <a:gdLst>
                <a:gd name="csX0" fmla="*/ 0 w 477"/>
                <a:gd name="csY0" fmla="*/ 0 h 2388"/>
                <a:gd name="csX1" fmla="*/ 478 w 477"/>
                <a:gd name="csY1" fmla="*/ 956 h 2388"/>
                <a:gd name="csX2" fmla="*/ 0 w 477"/>
                <a:gd name="csY2" fmla="*/ 2389 h 2388"/>
                <a:gd name="csX3" fmla="*/ 0 w 477"/>
                <a:gd name="csY3" fmla="*/ 2389 h 2388"/>
                <a:gd name="csX4" fmla="*/ 478 w 477"/>
                <a:gd name="csY4" fmla="*/ 956 h 2388"/>
                <a:gd name="csX5" fmla="*/ 0 w 477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2388">
                  <a:moveTo>
                    <a:pt x="0" y="0"/>
                  </a:moveTo>
                  <a:lnTo>
                    <a:pt x="478" y="956"/>
                  </a:lnTo>
                  <a:lnTo>
                    <a:pt x="0" y="2389"/>
                  </a:lnTo>
                  <a:lnTo>
                    <a:pt x="0" y="2389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0" name="Freeform 2709">
              <a:extLst>
                <a:ext uri="{FF2B5EF4-FFF2-40B4-BE49-F238E27FC236}">
                  <a16:creationId xmlns:a16="http://schemas.microsoft.com/office/drawing/2014/main" id="{21F73DCA-86E7-F0F0-E89F-250C3A6DFD9B}"/>
                </a:ext>
              </a:extLst>
            </p:cNvPr>
            <p:cNvSpPr/>
            <p:nvPr/>
          </p:nvSpPr>
          <p:spPr>
            <a:xfrm>
              <a:off x="4471241" y="3258712"/>
              <a:ext cx="19109" cy="12898"/>
            </a:xfrm>
            <a:custGeom>
              <a:avLst/>
              <a:gdLst>
                <a:gd name="csX0" fmla="*/ 18631 w 19109"/>
                <a:gd name="csY0" fmla="*/ 10032 h 12898"/>
                <a:gd name="csX1" fmla="*/ 19109 w 19109"/>
                <a:gd name="csY1" fmla="*/ 11465 h 12898"/>
                <a:gd name="csX2" fmla="*/ 18631 w 19109"/>
                <a:gd name="csY2" fmla="*/ 12421 h 12898"/>
                <a:gd name="csX3" fmla="*/ 17676 w 19109"/>
                <a:gd name="csY3" fmla="*/ 12899 h 12898"/>
                <a:gd name="csX4" fmla="*/ 16243 w 19109"/>
                <a:gd name="csY4" fmla="*/ 12899 h 12898"/>
                <a:gd name="csX5" fmla="*/ 13376 w 19109"/>
                <a:gd name="csY5" fmla="*/ 12899 h 12898"/>
                <a:gd name="csX6" fmla="*/ 10510 w 19109"/>
                <a:gd name="csY6" fmla="*/ 11943 h 12898"/>
                <a:gd name="csX7" fmla="*/ 9077 w 19109"/>
                <a:gd name="csY7" fmla="*/ 10988 h 12898"/>
                <a:gd name="csX8" fmla="*/ 7644 w 19109"/>
                <a:gd name="csY8" fmla="*/ 9077 h 12898"/>
                <a:gd name="csX9" fmla="*/ 7644 w 19109"/>
                <a:gd name="csY9" fmla="*/ 6688 h 12898"/>
                <a:gd name="csX10" fmla="*/ 4777 w 19109"/>
                <a:gd name="csY10" fmla="*/ 3344 h 12898"/>
                <a:gd name="csX11" fmla="*/ 1911 w 19109"/>
                <a:gd name="csY11" fmla="*/ 2389 h 12898"/>
                <a:gd name="csX12" fmla="*/ 0 w 19109"/>
                <a:gd name="csY12" fmla="*/ 0 h 12898"/>
                <a:gd name="csX13" fmla="*/ 1911 w 19109"/>
                <a:gd name="csY13" fmla="*/ 0 h 12898"/>
                <a:gd name="csX14" fmla="*/ 4299 w 19109"/>
                <a:gd name="csY14" fmla="*/ 478 h 12898"/>
                <a:gd name="csX15" fmla="*/ 7644 w 19109"/>
                <a:gd name="csY15" fmla="*/ 1433 h 12898"/>
                <a:gd name="csX16" fmla="*/ 10988 w 19109"/>
                <a:gd name="csY16" fmla="*/ 2389 h 12898"/>
                <a:gd name="csX17" fmla="*/ 15765 w 19109"/>
                <a:gd name="csY17" fmla="*/ 5733 h 12898"/>
                <a:gd name="csX18" fmla="*/ 17198 w 19109"/>
                <a:gd name="csY18" fmla="*/ 8121 h 12898"/>
                <a:gd name="csX19" fmla="*/ 18631 w 19109"/>
                <a:gd name="csY19" fmla="*/ 10032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9109" h="12898">
                  <a:moveTo>
                    <a:pt x="18631" y="10032"/>
                  </a:moveTo>
                  <a:lnTo>
                    <a:pt x="19109" y="11465"/>
                  </a:lnTo>
                  <a:lnTo>
                    <a:pt x="18631" y="12421"/>
                  </a:lnTo>
                  <a:lnTo>
                    <a:pt x="17676" y="12899"/>
                  </a:lnTo>
                  <a:lnTo>
                    <a:pt x="16243" y="12899"/>
                  </a:lnTo>
                  <a:lnTo>
                    <a:pt x="13376" y="12899"/>
                  </a:lnTo>
                  <a:lnTo>
                    <a:pt x="10510" y="11943"/>
                  </a:lnTo>
                  <a:lnTo>
                    <a:pt x="9077" y="10988"/>
                  </a:lnTo>
                  <a:lnTo>
                    <a:pt x="7644" y="9077"/>
                  </a:lnTo>
                  <a:lnTo>
                    <a:pt x="7644" y="6688"/>
                  </a:lnTo>
                  <a:lnTo>
                    <a:pt x="4777" y="3344"/>
                  </a:lnTo>
                  <a:lnTo>
                    <a:pt x="1911" y="2389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4299" y="478"/>
                  </a:lnTo>
                  <a:lnTo>
                    <a:pt x="7644" y="1433"/>
                  </a:lnTo>
                  <a:lnTo>
                    <a:pt x="10988" y="2389"/>
                  </a:lnTo>
                  <a:lnTo>
                    <a:pt x="15765" y="5733"/>
                  </a:lnTo>
                  <a:lnTo>
                    <a:pt x="17198" y="8121"/>
                  </a:lnTo>
                  <a:lnTo>
                    <a:pt x="18631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1" name="Freeform 2710">
              <a:extLst>
                <a:ext uri="{FF2B5EF4-FFF2-40B4-BE49-F238E27FC236}">
                  <a16:creationId xmlns:a16="http://schemas.microsoft.com/office/drawing/2014/main" id="{A3230B31-9081-634E-7592-BAAFAAA7F55D}"/>
                </a:ext>
              </a:extLst>
            </p:cNvPr>
            <p:cNvSpPr/>
            <p:nvPr/>
          </p:nvSpPr>
          <p:spPr>
            <a:xfrm>
              <a:off x="4466942" y="5926831"/>
              <a:ext cx="22930" cy="10510"/>
            </a:xfrm>
            <a:custGeom>
              <a:avLst/>
              <a:gdLst>
                <a:gd name="csX0" fmla="*/ 20542 w 22930"/>
                <a:gd name="csY0" fmla="*/ 2389 h 10510"/>
                <a:gd name="csX1" fmla="*/ 22931 w 22930"/>
                <a:gd name="csY1" fmla="*/ 7166 h 10510"/>
                <a:gd name="csX2" fmla="*/ 22453 w 22930"/>
                <a:gd name="csY2" fmla="*/ 8599 h 10510"/>
                <a:gd name="csX3" fmla="*/ 20542 w 22930"/>
                <a:gd name="csY3" fmla="*/ 10510 h 10510"/>
                <a:gd name="csX4" fmla="*/ 19109 w 22930"/>
                <a:gd name="csY4" fmla="*/ 10510 h 10510"/>
                <a:gd name="csX5" fmla="*/ 17676 w 22930"/>
                <a:gd name="csY5" fmla="*/ 10032 h 10510"/>
                <a:gd name="csX6" fmla="*/ 18154 w 22930"/>
                <a:gd name="csY6" fmla="*/ 9555 h 10510"/>
                <a:gd name="csX7" fmla="*/ 17676 w 22930"/>
                <a:gd name="csY7" fmla="*/ 8599 h 10510"/>
                <a:gd name="csX8" fmla="*/ 16721 w 22930"/>
                <a:gd name="csY8" fmla="*/ 7644 h 10510"/>
                <a:gd name="csX9" fmla="*/ 15765 w 22930"/>
                <a:gd name="csY9" fmla="*/ 7644 h 10510"/>
                <a:gd name="csX10" fmla="*/ 14332 w 22930"/>
                <a:gd name="csY10" fmla="*/ 8599 h 10510"/>
                <a:gd name="csX11" fmla="*/ 13854 w 22930"/>
                <a:gd name="csY11" fmla="*/ 8599 h 10510"/>
                <a:gd name="csX12" fmla="*/ 12421 w 22930"/>
                <a:gd name="csY12" fmla="*/ 7644 h 10510"/>
                <a:gd name="csX13" fmla="*/ 10032 w 22930"/>
                <a:gd name="csY13" fmla="*/ 7166 h 10510"/>
                <a:gd name="csX14" fmla="*/ 9555 w 22930"/>
                <a:gd name="csY14" fmla="*/ 6210 h 10510"/>
                <a:gd name="csX15" fmla="*/ 9555 w 22930"/>
                <a:gd name="csY15" fmla="*/ 5255 h 10510"/>
                <a:gd name="csX16" fmla="*/ 9077 w 22930"/>
                <a:gd name="csY16" fmla="*/ 4777 h 10510"/>
                <a:gd name="csX17" fmla="*/ 6210 w 22930"/>
                <a:gd name="csY17" fmla="*/ 3344 h 10510"/>
                <a:gd name="csX18" fmla="*/ 4777 w 22930"/>
                <a:gd name="csY18" fmla="*/ 1911 h 10510"/>
                <a:gd name="csX19" fmla="*/ 3344 w 22930"/>
                <a:gd name="csY19" fmla="*/ 1433 h 10510"/>
                <a:gd name="csX20" fmla="*/ 2866 w 22930"/>
                <a:gd name="csY20" fmla="*/ 1911 h 10510"/>
                <a:gd name="csX21" fmla="*/ 2389 w 22930"/>
                <a:gd name="csY21" fmla="*/ 2389 h 10510"/>
                <a:gd name="csX22" fmla="*/ 956 w 22930"/>
                <a:gd name="csY22" fmla="*/ 2866 h 10510"/>
                <a:gd name="csX23" fmla="*/ 478 w 22930"/>
                <a:gd name="csY23" fmla="*/ 2866 h 10510"/>
                <a:gd name="csX24" fmla="*/ 478 w 22930"/>
                <a:gd name="csY24" fmla="*/ 2389 h 10510"/>
                <a:gd name="csX25" fmla="*/ 0 w 22930"/>
                <a:gd name="csY25" fmla="*/ 1433 h 10510"/>
                <a:gd name="csX26" fmla="*/ 478 w 22930"/>
                <a:gd name="csY26" fmla="*/ 0 h 10510"/>
                <a:gd name="csX27" fmla="*/ 1433 w 22930"/>
                <a:gd name="csY27" fmla="*/ 0 h 10510"/>
                <a:gd name="csX28" fmla="*/ 4777 w 22930"/>
                <a:gd name="csY28" fmla="*/ 0 h 10510"/>
                <a:gd name="csX29" fmla="*/ 7166 w 22930"/>
                <a:gd name="csY29" fmla="*/ 956 h 10510"/>
                <a:gd name="csX30" fmla="*/ 9077 w 22930"/>
                <a:gd name="csY30" fmla="*/ 956 h 10510"/>
                <a:gd name="csX31" fmla="*/ 10032 w 22930"/>
                <a:gd name="csY31" fmla="*/ 2866 h 10510"/>
                <a:gd name="csX32" fmla="*/ 10032 w 22930"/>
                <a:gd name="csY32" fmla="*/ 3344 h 10510"/>
                <a:gd name="csX33" fmla="*/ 12899 w 22930"/>
                <a:gd name="csY33" fmla="*/ 4300 h 10510"/>
                <a:gd name="csX34" fmla="*/ 13854 w 22930"/>
                <a:gd name="csY34" fmla="*/ 3822 h 10510"/>
                <a:gd name="csX35" fmla="*/ 16243 w 22930"/>
                <a:gd name="csY35" fmla="*/ 3344 h 10510"/>
                <a:gd name="csX36" fmla="*/ 18154 w 22930"/>
                <a:gd name="csY36" fmla="*/ 2389 h 10510"/>
                <a:gd name="csX37" fmla="*/ 20542 w 22930"/>
                <a:gd name="csY37" fmla="*/ 2389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2930" h="10510">
                  <a:moveTo>
                    <a:pt x="20542" y="2389"/>
                  </a:moveTo>
                  <a:lnTo>
                    <a:pt x="22931" y="7166"/>
                  </a:lnTo>
                  <a:lnTo>
                    <a:pt x="22453" y="8599"/>
                  </a:lnTo>
                  <a:lnTo>
                    <a:pt x="20542" y="10510"/>
                  </a:lnTo>
                  <a:lnTo>
                    <a:pt x="19109" y="10510"/>
                  </a:lnTo>
                  <a:lnTo>
                    <a:pt x="17676" y="10032"/>
                  </a:lnTo>
                  <a:lnTo>
                    <a:pt x="18154" y="9555"/>
                  </a:lnTo>
                  <a:lnTo>
                    <a:pt x="17676" y="8599"/>
                  </a:lnTo>
                  <a:lnTo>
                    <a:pt x="16721" y="7644"/>
                  </a:lnTo>
                  <a:lnTo>
                    <a:pt x="15765" y="7644"/>
                  </a:lnTo>
                  <a:lnTo>
                    <a:pt x="14332" y="8599"/>
                  </a:lnTo>
                  <a:lnTo>
                    <a:pt x="13854" y="8599"/>
                  </a:lnTo>
                  <a:lnTo>
                    <a:pt x="12421" y="7644"/>
                  </a:lnTo>
                  <a:lnTo>
                    <a:pt x="10032" y="7166"/>
                  </a:lnTo>
                  <a:lnTo>
                    <a:pt x="9555" y="6210"/>
                  </a:lnTo>
                  <a:lnTo>
                    <a:pt x="9555" y="5255"/>
                  </a:lnTo>
                  <a:lnTo>
                    <a:pt x="9077" y="4777"/>
                  </a:lnTo>
                  <a:lnTo>
                    <a:pt x="6210" y="3344"/>
                  </a:lnTo>
                  <a:lnTo>
                    <a:pt x="4777" y="1911"/>
                  </a:lnTo>
                  <a:lnTo>
                    <a:pt x="3344" y="1433"/>
                  </a:lnTo>
                  <a:lnTo>
                    <a:pt x="2866" y="1911"/>
                  </a:lnTo>
                  <a:lnTo>
                    <a:pt x="2389" y="2389"/>
                  </a:lnTo>
                  <a:lnTo>
                    <a:pt x="956" y="2866"/>
                  </a:lnTo>
                  <a:lnTo>
                    <a:pt x="478" y="2866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4777" y="0"/>
                  </a:lnTo>
                  <a:lnTo>
                    <a:pt x="7166" y="956"/>
                  </a:lnTo>
                  <a:lnTo>
                    <a:pt x="9077" y="956"/>
                  </a:lnTo>
                  <a:lnTo>
                    <a:pt x="10032" y="2866"/>
                  </a:lnTo>
                  <a:lnTo>
                    <a:pt x="10032" y="3344"/>
                  </a:lnTo>
                  <a:lnTo>
                    <a:pt x="12899" y="4300"/>
                  </a:lnTo>
                  <a:lnTo>
                    <a:pt x="13854" y="3822"/>
                  </a:lnTo>
                  <a:lnTo>
                    <a:pt x="16243" y="3344"/>
                  </a:lnTo>
                  <a:lnTo>
                    <a:pt x="18154" y="2389"/>
                  </a:lnTo>
                  <a:lnTo>
                    <a:pt x="20542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2" name="Freeform 2711">
              <a:extLst>
                <a:ext uri="{FF2B5EF4-FFF2-40B4-BE49-F238E27FC236}">
                  <a16:creationId xmlns:a16="http://schemas.microsoft.com/office/drawing/2014/main" id="{1F053804-DBF8-9B19-C36C-AC1018F90748}"/>
                </a:ext>
              </a:extLst>
            </p:cNvPr>
            <p:cNvSpPr/>
            <p:nvPr/>
          </p:nvSpPr>
          <p:spPr>
            <a:xfrm>
              <a:off x="4489395" y="3795680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5 h 955"/>
                <a:gd name="csX2" fmla="*/ 478 w 477"/>
                <a:gd name="csY2" fmla="*/ 955 h 955"/>
                <a:gd name="csX3" fmla="*/ 0 w 477"/>
                <a:gd name="csY3" fmla="*/ 0 h 955"/>
                <a:gd name="csX4" fmla="*/ 0 w 477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5"/>
                  </a:lnTo>
                  <a:lnTo>
                    <a:pt x="478" y="95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3" name="Freeform 2712">
              <a:extLst>
                <a:ext uri="{FF2B5EF4-FFF2-40B4-BE49-F238E27FC236}">
                  <a16:creationId xmlns:a16="http://schemas.microsoft.com/office/drawing/2014/main" id="{7A6259CB-DEAD-6FCA-9188-F9A5A3CDA286}"/>
                </a:ext>
              </a:extLst>
            </p:cNvPr>
            <p:cNvSpPr/>
            <p:nvPr/>
          </p:nvSpPr>
          <p:spPr>
            <a:xfrm>
              <a:off x="4487484" y="5071695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478 w 2388"/>
                <a:gd name="csY1" fmla="*/ 0 h 477"/>
                <a:gd name="csX2" fmla="*/ 0 w 2388"/>
                <a:gd name="csY2" fmla="*/ 478 h 477"/>
                <a:gd name="csX3" fmla="*/ 478 w 2388"/>
                <a:gd name="csY3" fmla="*/ 0 h 477"/>
                <a:gd name="csX4" fmla="*/ 2389 w 2388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4" name="Freeform 2713">
              <a:extLst>
                <a:ext uri="{FF2B5EF4-FFF2-40B4-BE49-F238E27FC236}">
                  <a16:creationId xmlns:a16="http://schemas.microsoft.com/office/drawing/2014/main" id="{F53895A3-FE8E-44FE-02AB-B9D3F0115799}"/>
                </a:ext>
              </a:extLst>
            </p:cNvPr>
            <p:cNvSpPr/>
            <p:nvPr/>
          </p:nvSpPr>
          <p:spPr>
            <a:xfrm>
              <a:off x="4488439" y="5346390"/>
              <a:ext cx="1433" cy="5254"/>
            </a:xfrm>
            <a:custGeom>
              <a:avLst/>
              <a:gdLst>
                <a:gd name="csX0" fmla="*/ 1433 w 1433"/>
                <a:gd name="csY0" fmla="*/ 0 h 5254"/>
                <a:gd name="csX1" fmla="*/ 0 w 1433"/>
                <a:gd name="csY1" fmla="*/ 478 h 5254"/>
                <a:gd name="csX2" fmla="*/ 0 w 1433"/>
                <a:gd name="csY2" fmla="*/ 1433 h 5254"/>
                <a:gd name="csX3" fmla="*/ 478 w 1433"/>
                <a:gd name="csY3" fmla="*/ 3344 h 5254"/>
                <a:gd name="csX4" fmla="*/ 956 w 1433"/>
                <a:gd name="csY4" fmla="*/ 5255 h 5254"/>
                <a:gd name="csX5" fmla="*/ 956 w 1433"/>
                <a:gd name="csY5" fmla="*/ 5255 h 5254"/>
                <a:gd name="csX6" fmla="*/ 0 w 1433"/>
                <a:gd name="csY6" fmla="*/ 3344 h 5254"/>
                <a:gd name="csX7" fmla="*/ 0 w 1433"/>
                <a:gd name="csY7" fmla="*/ 1433 h 5254"/>
                <a:gd name="csX8" fmla="*/ 0 w 1433"/>
                <a:gd name="csY8" fmla="*/ 478 h 5254"/>
                <a:gd name="csX9" fmla="*/ 1433 w 1433"/>
                <a:gd name="csY9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33" h="5254">
                  <a:moveTo>
                    <a:pt x="1433" y="0"/>
                  </a:moveTo>
                  <a:lnTo>
                    <a:pt x="0" y="478"/>
                  </a:lnTo>
                  <a:lnTo>
                    <a:pt x="0" y="1433"/>
                  </a:lnTo>
                  <a:lnTo>
                    <a:pt x="478" y="3344"/>
                  </a:lnTo>
                  <a:lnTo>
                    <a:pt x="956" y="5255"/>
                  </a:lnTo>
                  <a:lnTo>
                    <a:pt x="956" y="5255"/>
                  </a:lnTo>
                  <a:lnTo>
                    <a:pt x="0" y="3344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5" name="Freeform 2714">
              <a:extLst>
                <a:ext uri="{FF2B5EF4-FFF2-40B4-BE49-F238E27FC236}">
                  <a16:creationId xmlns:a16="http://schemas.microsoft.com/office/drawing/2014/main" id="{431EC9D6-88E9-156E-7D37-FFC074C0FEDA}"/>
                </a:ext>
              </a:extLst>
            </p:cNvPr>
            <p:cNvSpPr/>
            <p:nvPr/>
          </p:nvSpPr>
          <p:spPr>
            <a:xfrm>
              <a:off x="4487962" y="5323936"/>
              <a:ext cx="1433" cy="3344"/>
            </a:xfrm>
            <a:custGeom>
              <a:avLst/>
              <a:gdLst>
                <a:gd name="csX0" fmla="*/ 1433 w 1433"/>
                <a:gd name="csY0" fmla="*/ 478 h 3344"/>
                <a:gd name="csX1" fmla="*/ 1433 w 1433"/>
                <a:gd name="csY1" fmla="*/ 956 h 3344"/>
                <a:gd name="csX2" fmla="*/ 478 w 1433"/>
                <a:gd name="csY2" fmla="*/ 1911 h 3344"/>
                <a:gd name="csX3" fmla="*/ 0 w 1433"/>
                <a:gd name="csY3" fmla="*/ 3344 h 3344"/>
                <a:gd name="csX4" fmla="*/ 0 w 1433"/>
                <a:gd name="csY4" fmla="*/ 3344 h 3344"/>
                <a:gd name="csX5" fmla="*/ 478 w 1433"/>
                <a:gd name="csY5" fmla="*/ 1911 h 3344"/>
                <a:gd name="csX6" fmla="*/ 1433 w 1433"/>
                <a:gd name="csY6" fmla="*/ 956 h 3344"/>
                <a:gd name="csX7" fmla="*/ 1433 w 1433"/>
                <a:gd name="csY7" fmla="*/ 478 h 3344"/>
                <a:gd name="csX8" fmla="*/ 955 w 1433"/>
                <a:gd name="csY8" fmla="*/ 0 h 3344"/>
                <a:gd name="csX9" fmla="*/ 1433 w 1433"/>
                <a:gd name="csY9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33" h="3344">
                  <a:moveTo>
                    <a:pt x="1433" y="478"/>
                  </a:moveTo>
                  <a:lnTo>
                    <a:pt x="1433" y="956"/>
                  </a:lnTo>
                  <a:lnTo>
                    <a:pt x="478" y="1911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478" y="1911"/>
                  </a:lnTo>
                  <a:lnTo>
                    <a:pt x="1433" y="956"/>
                  </a:lnTo>
                  <a:lnTo>
                    <a:pt x="1433" y="478"/>
                  </a:lnTo>
                  <a:lnTo>
                    <a:pt x="955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6" name="Freeform 2715">
              <a:extLst>
                <a:ext uri="{FF2B5EF4-FFF2-40B4-BE49-F238E27FC236}">
                  <a16:creationId xmlns:a16="http://schemas.microsoft.com/office/drawing/2014/main" id="{66EEBFB1-A266-4980-BB16-FE21003CD341}"/>
                </a:ext>
              </a:extLst>
            </p:cNvPr>
            <p:cNvSpPr/>
            <p:nvPr/>
          </p:nvSpPr>
          <p:spPr>
            <a:xfrm>
              <a:off x="4487484" y="5408017"/>
              <a:ext cx="1911" cy="6210"/>
            </a:xfrm>
            <a:custGeom>
              <a:avLst/>
              <a:gdLst>
                <a:gd name="csX0" fmla="*/ 1911 w 1911"/>
                <a:gd name="csY0" fmla="*/ 0 h 6210"/>
                <a:gd name="csX1" fmla="*/ 1433 w 1911"/>
                <a:gd name="csY1" fmla="*/ 1433 h 6210"/>
                <a:gd name="csX2" fmla="*/ 478 w 1911"/>
                <a:gd name="csY2" fmla="*/ 6210 h 6210"/>
                <a:gd name="csX3" fmla="*/ 0 w 1911"/>
                <a:gd name="csY3" fmla="*/ 6210 h 6210"/>
                <a:gd name="csX4" fmla="*/ 1433 w 1911"/>
                <a:gd name="csY4" fmla="*/ 1433 h 6210"/>
                <a:gd name="csX5" fmla="*/ 1911 w 1911"/>
                <a:gd name="csY5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6210">
                  <a:moveTo>
                    <a:pt x="1911" y="0"/>
                  </a:moveTo>
                  <a:lnTo>
                    <a:pt x="1433" y="1433"/>
                  </a:lnTo>
                  <a:lnTo>
                    <a:pt x="478" y="6210"/>
                  </a:lnTo>
                  <a:lnTo>
                    <a:pt x="0" y="6210"/>
                  </a:lnTo>
                  <a:lnTo>
                    <a:pt x="1433" y="1433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7" name="Freeform 2716">
              <a:extLst>
                <a:ext uri="{FF2B5EF4-FFF2-40B4-BE49-F238E27FC236}">
                  <a16:creationId xmlns:a16="http://schemas.microsoft.com/office/drawing/2014/main" id="{056B9168-B585-5DDF-4D3D-CF525876C22F}"/>
                </a:ext>
              </a:extLst>
            </p:cNvPr>
            <p:cNvSpPr/>
            <p:nvPr/>
          </p:nvSpPr>
          <p:spPr>
            <a:xfrm>
              <a:off x="4487006" y="5422826"/>
              <a:ext cx="955" cy="10032"/>
            </a:xfrm>
            <a:custGeom>
              <a:avLst/>
              <a:gdLst>
                <a:gd name="csX0" fmla="*/ 478 w 955"/>
                <a:gd name="csY0" fmla="*/ 1911 h 10032"/>
                <a:gd name="csX1" fmla="*/ 956 w 955"/>
                <a:gd name="csY1" fmla="*/ 5255 h 10032"/>
                <a:gd name="csX2" fmla="*/ 478 w 955"/>
                <a:gd name="csY2" fmla="*/ 7644 h 10032"/>
                <a:gd name="csX3" fmla="*/ 478 w 955"/>
                <a:gd name="csY3" fmla="*/ 10032 h 10032"/>
                <a:gd name="csX4" fmla="*/ 478 w 955"/>
                <a:gd name="csY4" fmla="*/ 7644 h 10032"/>
                <a:gd name="csX5" fmla="*/ 956 w 955"/>
                <a:gd name="csY5" fmla="*/ 5255 h 10032"/>
                <a:gd name="csX6" fmla="*/ 0 w 955"/>
                <a:gd name="csY6" fmla="*/ 1911 h 10032"/>
                <a:gd name="csX7" fmla="*/ 478 w 955"/>
                <a:gd name="csY7" fmla="*/ 0 h 10032"/>
                <a:gd name="csX8" fmla="*/ 478 w 955"/>
                <a:gd name="csY8" fmla="*/ 0 h 10032"/>
                <a:gd name="csX9" fmla="*/ 478 w 955"/>
                <a:gd name="csY9" fmla="*/ 1911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55" h="10032">
                  <a:moveTo>
                    <a:pt x="478" y="1911"/>
                  </a:moveTo>
                  <a:lnTo>
                    <a:pt x="956" y="5255"/>
                  </a:lnTo>
                  <a:lnTo>
                    <a:pt x="478" y="7644"/>
                  </a:lnTo>
                  <a:lnTo>
                    <a:pt x="478" y="10032"/>
                  </a:lnTo>
                  <a:lnTo>
                    <a:pt x="478" y="7644"/>
                  </a:lnTo>
                  <a:lnTo>
                    <a:pt x="956" y="5255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47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8" name="Freeform 2717">
              <a:extLst>
                <a:ext uri="{FF2B5EF4-FFF2-40B4-BE49-F238E27FC236}">
                  <a16:creationId xmlns:a16="http://schemas.microsoft.com/office/drawing/2014/main" id="{04CFD919-8EC4-2B5B-F6D5-3AFB47C7D255}"/>
                </a:ext>
              </a:extLst>
            </p:cNvPr>
            <p:cNvSpPr/>
            <p:nvPr/>
          </p:nvSpPr>
          <p:spPr>
            <a:xfrm>
              <a:off x="4485095" y="5414227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1433 w 2388"/>
                <a:gd name="csY1" fmla="*/ 956 h 1433"/>
                <a:gd name="csX2" fmla="*/ 0 w 2388"/>
                <a:gd name="csY2" fmla="*/ 1433 h 1433"/>
                <a:gd name="csX3" fmla="*/ 0 w 2388"/>
                <a:gd name="csY3" fmla="*/ 1433 h 1433"/>
                <a:gd name="csX4" fmla="*/ 956 w 2388"/>
                <a:gd name="csY4" fmla="*/ 956 h 1433"/>
                <a:gd name="csX5" fmla="*/ 2389 w 2388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1433" y="956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956" y="956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9" name="Freeform 2718">
              <a:extLst>
                <a:ext uri="{FF2B5EF4-FFF2-40B4-BE49-F238E27FC236}">
                  <a16:creationId xmlns:a16="http://schemas.microsoft.com/office/drawing/2014/main" id="{3425AD38-0B7D-F3F7-7500-6113040492D8}"/>
                </a:ext>
              </a:extLst>
            </p:cNvPr>
            <p:cNvSpPr/>
            <p:nvPr/>
          </p:nvSpPr>
          <p:spPr>
            <a:xfrm>
              <a:off x="4486528" y="5432859"/>
              <a:ext cx="955" cy="3344"/>
            </a:xfrm>
            <a:custGeom>
              <a:avLst/>
              <a:gdLst>
                <a:gd name="csX0" fmla="*/ 956 w 955"/>
                <a:gd name="csY0" fmla="*/ 0 h 3344"/>
                <a:gd name="csX1" fmla="*/ 956 w 955"/>
                <a:gd name="csY1" fmla="*/ 1911 h 3344"/>
                <a:gd name="csX2" fmla="*/ 0 w 955"/>
                <a:gd name="csY2" fmla="*/ 3344 h 3344"/>
                <a:gd name="csX3" fmla="*/ 0 w 955"/>
                <a:gd name="csY3" fmla="*/ 3344 h 3344"/>
                <a:gd name="csX4" fmla="*/ 956 w 955"/>
                <a:gd name="csY4" fmla="*/ 1911 h 3344"/>
                <a:gd name="csX5" fmla="*/ 956 w 955"/>
                <a:gd name="csY5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3344">
                  <a:moveTo>
                    <a:pt x="956" y="0"/>
                  </a:moveTo>
                  <a:lnTo>
                    <a:pt x="956" y="1911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956" y="1911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0" name="Freeform 2719">
              <a:extLst>
                <a:ext uri="{FF2B5EF4-FFF2-40B4-BE49-F238E27FC236}">
                  <a16:creationId xmlns:a16="http://schemas.microsoft.com/office/drawing/2014/main" id="{EE133D93-274B-A2A9-A2C5-B8561DE9937A}"/>
                </a:ext>
              </a:extLst>
            </p:cNvPr>
            <p:cNvSpPr/>
            <p:nvPr/>
          </p:nvSpPr>
          <p:spPr>
            <a:xfrm>
              <a:off x="4486051" y="5418049"/>
              <a:ext cx="477" cy="2866"/>
            </a:xfrm>
            <a:custGeom>
              <a:avLst/>
              <a:gdLst>
                <a:gd name="csX0" fmla="*/ 0 w 477"/>
                <a:gd name="csY0" fmla="*/ 0 h 2866"/>
                <a:gd name="csX1" fmla="*/ 478 w 477"/>
                <a:gd name="csY1" fmla="*/ 1433 h 2866"/>
                <a:gd name="csX2" fmla="*/ 478 w 477"/>
                <a:gd name="csY2" fmla="*/ 2866 h 2866"/>
                <a:gd name="csX3" fmla="*/ 478 w 477"/>
                <a:gd name="csY3" fmla="*/ 2866 h 2866"/>
                <a:gd name="csX4" fmla="*/ 478 w 477"/>
                <a:gd name="csY4" fmla="*/ 1433 h 2866"/>
                <a:gd name="csX5" fmla="*/ 0 w 477"/>
                <a:gd name="csY5" fmla="*/ 0 h 2866"/>
                <a:gd name="csX6" fmla="*/ 0 w 477"/>
                <a:gd name="csY6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2866">
                  <a:moveTo>
                    <a:pt x="0" y="0"/>
                  </a:moveTo>
                  <a:lnTo>
                    <a:pt x="478" y="1433"/>
                  </a:lnTo>
                  <a:lnTo>
                    <a:pt x="478" y="2866"/>
                  </a:lnTo>
                  <a:lnTo>
                    <a:pt x="478" y="2866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1" name="Freeform 2720">
              <a:extLst>
                <a:ext uri="{FF2B5EF4-FFF2-40B4-BE49-F238E27FC236}">
                  <a16:creationId xmlns:a16="http://schemas.microsoft.com/office/drawing/2014/main" id="{A65AD617-A367-3CB1-8980-210247BFFBCE}"/>
                </a:ext>
              </a:extLst>
            </p:cNvPr>
            <p:cNvSpPr/>
            <p:nvPr/>
          </p:nvSpPr>
          <p:spPr>
            <a:xfrm>
              <a:off x="4485095" y="5338746"/>
              <a:ext cx="1433" cy="3821"/>
            </a:xfrm>
            <a:custGeom>
              <a:avLst/>
              <a:gdLst>
                <a:gd name="csX0" fmla="*/ 0 w 1433"/>
                <a:gd name="csY0" fmla="*/ 0 h 3821"/>
                <a:gd name="csX1" fmla="*/ 1433 w 1433"/>
                <a:gd name="csY1" fmla="*/ 3822 h 3821"/>
                <a:gd name="csX2" fmla="*/ 1433 w 1433"/>
                <a:gd name="csY2" fmla="*/ 3822 h 3821"/>
                <a:gd name="csX3" fmla="*/ 0 w 1433"/>
                <a:gd name="csY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3821">
                  <a:moveTo>
                    <a:pt x="0" y="0"/>
                  </a:moveTo>
                  <a:lnTo>
                    <a:pt x="1433" y="3822"/>
                  </a:lnTo>
                  <a:lnTo>
                    <a:pt x="1433" y="382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2" name="Freeform 2721">
              <a:extLst>
                <a:ext uri="{FF2B5EF4-FFF2-40B4-BE49-F238E27FC236}">
                  <a16:creationId xmlns:a16="http://schemas.microsoft.com/office/drawing/2014/main" id="{4707114B-D451-A9AE-3173-3B9935C6A3D7}"/>
                </a:ext>
              </a:extLst>
            </p:cNvPr>
            <p:cNvSpPr/>
            <p:nvPr/>
          </p:nvSpPr>
          <p:spPr>
            <a:xfrm>
              <a:off x="4484140" y="5326803"/>
              <a:ext cx="1911" cy="10032"/>
            </a:xfrm>
            <a:custGeom>
              <a:avLst/>
              <a:gdLst>
                <a:gd name="csX0" fmla="*/ 1911 w 1911"/>
                <a:gd name="csY0" fmla="*/ 0 h 10032"/>
                <a:gd name="csX1" fmla="*/ 956 w 1911"/>
                <a:gd name="csY1" fmla="*/ 955 h 10032"/>
                <a:gd name="csX2" fmla="*/ 956 w 1911"/>
                <a:gd name="csY2" fmla="*/ 2389 h 10032"/>
                <a:gd name="csX3" fmla="*/ 478 w 1911"/>
                <a:gd name="csY3" fmla="*/ 4299 h 10032"/>
                <a:gd name="csX4" fmla="*/ 0 w 1911"/>
                <a:gd name="csY4" fmla="*/ 6688 h 10032"/>
                <a:gd name="csX5" fmla="*/ 0 w 1911"/>
                <a:gd name="csY5" fmla="*/ 10032 h 10032"/>
                <a:gd name="csX6" fmla="*/ 0 w 1911"/>
                <a:gd name="csY6" fmla="*/ 6688 h 10032"/>
                <a:gd name="csX7" fmla="*/ 478 w 1911"/>
                <a:gd name="csY7" fmla="*/ 4299 h 10032"/>
                <a:gd name="csX8" fmla="*/ 956 w 1911"/>
                <a:gd name="csY8" fmla="*/ 2389 h 10032"/>
                <a:gd name="csX9" fmla="*/ 956 w 1911"/>
                <a:gd name="csY9" fmla="*/ 955 h 10032"/>
                <a:gd name="csX10" fmla="*/ 1911 w 1911"/>
                <a:gd name="csY10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911" h="10032">
                  <a:moveTo>
                    <a:pt x="1911" y="0"/>
                  </a:moveTo>
                  <a:lnTo>
                    <a:pt x="956" y="955"/>
                  </a:lnTo>
                  <a:lnTo>
                    <a:pt x="956" y="2389"/>
                  </a:lnTo>
                  <a:lnTo>
                    <a:pt x="478" y="4299"/>
                  </a:lnTo>
                  <a:lnTo>
                    <a:pt x="0" y="6688"/>
                  </a:lnTo>
                  <a:lnTo>
                    <a:pt x="0" y="10032"/>
                  </a:lnTo>
                  <a:lnTo>
                    <a:pt x="0" y="6688"/>
                  </a:lnTo>
                  <a:lnTo>
                    <a:pt x="478" y="4299"/>
                  </a:lnTo>
                  <a:lnTo>
                    <a:pt x="956" y="2389"/>
                  </a:lnTo>
                  <a:lnTo>
                    <a:pt x="956" y="955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3" name="Freeform 2722">
              <a:extLst>
                <a:ext uri="{FF2B5EF4-FFF2-40B4-BE49-F238E27FC236}">
                  <a16:creationId xmlns:a16="http://schemas.microsoft.com/office/drawing/2014/main" id="{2442A1C5-696A-B051-C910-B4AB7D9E03A6}"/>
                </a:ext>
              </a:extLst>
            </p:cNvPr>
            <p:cNvSpPr/>
            <p:nvPr/>
          </p:nvSpPr>
          <p:spPr>
            <a:xfrm>
              <a:off x="4478885" y="3908902"/>
              <a:ext cx="6688" cy="3344"/>
            </a:xfrm>
            <a:custGeom>
              <a:avLst/>
              <a:gdLst>
                <a:gd name="csX0" fmla="*/ 6210 w 6688"/>
                <a:gd name="csY0" fmla="*/ 956 h 3344"/>
                <a:gd name="csX1" fmla="*/ 6688 w 6688"/>
                <a:gd name="csY1" fmla="*/ 1911 h 3344"/>
                <a:gd name="csX2" fmla="*/ 956 w 6688"/>
                <a:gd name="csY2" fmla="*/ 3344 h 3344"/>
                <a:gd name="csX3" fmla="*/ 0 w 6688"/>
                <a:gd name="csY3" fmla="*/ 2389 h 3344"/>
                <a:gd name="csX4" fmla="*/ 1433 w 6688"/>
                <a:gd name="csY4" fmla="*/ 1911 h 3344"/>
                <a:gd name="csX5" fmla="*/ 3344 w 6688"/>
                <a:gd name="csY5" fmla="*/ 478 h 3344"/>
                <a:gd name="csX6" fmla="*/ 4300 w 6688"/>
                <a:gd name="csY6" fmla="*/ 0 h 3344"/>
                <a:gd name="csX7" fmla="*/ 6210 w 6688"/>
                <a:gd name="csY7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688" h="3344">
                  <a:moveTo>
                    <a:pt x="6210" y="956"/>
                  </a:moveTo>
                  <a:lnTo>
                    <a:pt x="6688" y="1911"/>
                  </a:lnTo>
                  <a:lnTo>
                    <a:pt x="956" y="3344"/>
                  </a:lnTo>
                  <a:lnTo>
                    <a:pt x="0" y="2389"/>
                  </a:lnTo>
                  <a:lnTo>
                    <a:pt x="1433" y="1911"/>
                  </a:lnTo>
                  <a:lnTo>
                    <a:pt x="3344" y="478"/>
                  </a:lnTo>
                  <a:lnTo>
                    <a:pt x="4300" y="0"/>
                  </a:lnTo>
                  <a:lnTo>
                    <a:pt x="621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4" name="Freeform 2723">
              <a:extLst>
                <a:ext uri="{FF2B5EF4-FFF2-40B4-BE49-F238E27FC236}">
                  <a16:creationId xmlns:a16="http://schemas.microsoft.com/office/drawing/2014/main" id="{A20D1023-B127-93C9-EA0C-C3A9214E0463}"/>
                </a:ext>
              </a:extLst>
            </p:cNvPr>
            <p:cNvSpPr/>
            <p:nvPr/>
          </p:nvSpPr>
          <p:spPr>
            <a:xfrm>
              <a:off x="4484618" y="5415660"/>
              <a:ext cx="477" cy="2388"/>
            </a:xfrm>
            <a:custGeom>
              <a:avLst/>
              <a:gdLst>
                <a:gd name="csX0" fmla="*/ 478 w 477"/>
                <a:gd name="csY0" fmla="*/ 0 h 2388"/>
                <a:gd name="csX1" fmla="*/ 0 w 477"/>
                <a:gd name="csY1" fmla="*/ 956 h 2388"/>
                <a:gd name="csX2" fmla="*/ 478 w 477"/>
                <a:gd name="csY2" fmla="*/ 2389 h 2388"/>
                <a:gd name="csX3" fmla="*/ 0 w 477"/>
                <a:gd name="csY3" fmla="*/ 956 h 2388"/>
                <a:gd name="csX4" fmla="*/ 478 w 477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388">
                  <a:moveTo>
                    <a:pt x="478" y="0"/>
                  </a:moveTo>
                  <a:lnTo>
                    <a:pt x="0" y="956"/>
                  </a:lnTo>
                  <a:lnTo>
                    <a:pt x="478" y="2389"/>
                  </a:lnTo>
                  <a:lnTo>
                    <a:pt x="0" y="95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5" name="Freeform 2724">
              <a:extLst>
                <a:ext uri="{FF2B5EF4-FFF2-40B4-BE49-F238E27FC236}">
                  <a16:creationId xmlns:a16="http://schemas.microsoft.com/office/drawing/2014/main" id="{13650902-A4DF-C36A-E807-CC0C478E9BC6}"/>
                </a:ext>
              </a:extLst>
            </p:cNvPr>
            <p:cNvSpPr/>
            <p:nvPr/>
          </p:nvSpPr>
          <p:spPr>
            <a:xfrm>
              <a:off x="4483185" y="5436681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0 w 1433"/>
                <a:gd name="csY1" fmla="*/ 1433 h 1433"/>
                <a:gd name="csX2" fmla="*/ 955 w 1433"/>
                <a:gd name="csY2" fmla="*/ 0 h 1433"/>
                <a:gd name="csX3" fmla="*/ 1433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0" y="1433"/>
                  </a:lnTo>
                  <a:lnTo>
                    <a:pt x="955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6" name="Freeform 2725">
              <a:extLst>
                <a:ext uri="{FF2B5EF4-FFF2-40B4-BE49-F238E27FC236}">
                  <a16:creationId xmlns:a16="http://schemas.microsoft.com/office/drawing/2014/main" id="{6389999B-0EAF-E99A-68DC-80FBE19F09F6}"/>
                </a:ext>
              </a:extLst>
            </p:cNvPr>
            <p:cNvSpPr/>
            <p:nvPr/>
          </p:nvSpPr>
          <p:spPr>
            <a:xfrm>
              <a:off x="4483185" y="4934109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  <a:gd name="csX4" fmla="*/ 478 w 477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7" name="Freeform 2726">
              <a:extLst>
                <a:ext uri="{FF2B5EF4-FFF2-40B4-BE49-F238E27FC236}">
                  <a16:creationId xmlns:a16="http://schemas.microsoft.com/office/drawing/2014/main" id="{E5BD1A01-66ED-A126-F81E-365968E7CFE5}"/>
                </a:ext>
              </a:extLst>
            </p:cNvPr>
            <p:cNvSpPr/>
            <p:nvPr/>
          </p:nvSpPr>
          <p:spPr>
            <a:xfrm>
              <a:off x="4480796" y="4906401"/>
              <a:ext cx="2866" cy="1910"/>
            </a:xfrm>
            <a:custGeom>
              <a:avLst/>
              <a:gdLst>
                <a:gd name="csX0" fmla="*/ 2866 w 2866"/>
                <a:gd name="csY0" fmla="*/ 0 h 1910"/>
                <a:gd name="csX1" fmla="*/ 2389 w 2866"/>
                <a:gd name="csY1" fmla="*/ 0 h 1910"/>
                <a:gd name="csX2" fmla="*/ 1433 w 2866"/>
                <a:gd name="csY2" fmla="*/ 955 h 1910"/>
                <a:gd name="csX3" fmla="*/ 0 w 2866"/>
                <a:gd name="csY3" fmla="*/ 1911 h 1910"/>
                <a:gd name="csX4" fmla="*/ 1433 w 2866"/>
                <a:gd name="csY4" fmla="*/ 955 h 1910"/>
                <a:gd name="csX5" fmla="*/ 1911 w 2866"/>
                <a:gd name="csY5" fmla="*/ 0 h 1910"/>
                <a:gd name="csX6" fmla="*/ 2866 w 2866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1910">
                  <a:moveTo>
                    <a:pt x="2866" y="0"/>
                  </a:moveTo>
                  <a:lnTo>
                    <a:pt x="2389" y="0"/>
                  </a:lnTo>
                  <a:lnTo>
                    <a:pt x="1433" y="955"/>
                  </a:lnTo>
                  <a:lnTo>
                    <a:pt x="0" y="1911"/>
                  </a:lnTo>
                  <a:lnTo>
                    <a:pt x="1433" y="955"/>
                  </a:lnTo>
                  <a:lnTo>
                    <a:pt x="1911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8" name="Freeform 2727">
              <a:extLst>
                <a:ext uri="{FF2B5EF4-FFF2-40B4-BE49-F238E27FC236}">
                  <a16:creationId xmlns:a16="http://schemas.microsoft.com/office/drawing/2014/main" id="{03DDDF0D-5B82-6DF8-4DB7-FC62AC70B9F8}"/>
                </a:ext>
              </a:extLst>
            </p:cNvPr>
            <p:cNvSpPr/>
            <p:nvPr/>
          </p:nvSpPr>
          <p:spPr>
            <a:xfrm>
              <a:off x="4481274" y="5438114"/>
              <a:ext cx="1911" cy="1433"/>
            </a:xfrm>
            <a:custGeom>
              <a:avLst/>
              <a:gdLst>
                <a:gd name="csX0" fmla="*/ 1911 w 1911"/>
                <a:gd name="csY0" fmla="*/ 0 h 1433"/>
                <a:gd name="csX1" fmla="*/ 1911 w 1911"/>
                <a:gd name="csY1" fmla="*/ 0 h 1433"/>
                <a:gd name="csX2" fmla="*/ 0 w 1911"/>
                <a:gd name="csY2" fmla="*/ 1433 h 1433"/>
                <a:gd name="csX3" fmla="*/ 1911 w 1911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433">
                  <a:moveTo>
                    <a:pt x="1911" y="0"/>
                  </a:moveTo>
                  <a:lnTo>
                    <a:pt x="1911" y="0"/>
                  </a:lnTo>
                  <a:lnTo>
                    <a:pt x="0" y="1433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9" name="Freeform 2728">
              <a:extLst>
                <a:ext uri="{FF2B5EF4-FFF2-40B4-BE49-F238E27FC236}">
                  <a16:creationId xmlns:a16="http://schemas.microsoft.com/office/drawing/2014/main" id="{87DCE907-F74E-481F-C218-6CD4635AA9A2}"/>
                </a:ext>
              </a:extLst>
            </p:cNvPr>
            <p:cNvSpPr/>
            <p:nvPr/>
          </p:nvSpPr>
          <p:spPr>
            <a:xfrm>
              <a:off x="4480796" y="5439547"/>
              <a:ext cx="477" cy="2388"/>
            </a:xfrm>
            <a:custGeom>
              <a:avLst/>
              <a:gdLst>
                <a:gd name="csX0" fmla="*/ 478 w 477"/>
                <a:gd name="csY0" fmla="*/ 0 h 2388"/>
                <a:gd name="csX1" fmla="*/ 0 w 477"/>
                <a:gd name="csY1" fmla="*/ 1433 h 2388"/>
                <a:gd name="csX2" fmla="*/ 0 w 477"/>
                <a:gd name="csY2" fmla="*/ 2389 h 2388"/>
                <a:gd name="csX3" fmla="*/ 0 w 477"/>
                <a:gd name="csY3" fmla="*/ 1433 h 2388"/>
                <a:gd name="csX4" fmla="*/ 478 w 477"/>
                <a:gd name="csY4" fmla="*/ 0 h 2388"/>
                <a:gd name="csX5" fmla="*/ 478 w 477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2388">
                  <a:moveTo>
                    <a:pt x="478" y="0"/>
                  </a:moveTo>
                  <a:lnTo>
                    <a:pt x="0" y="1433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0" name="Freeform 2729">
              <a:extLst>
                <a:ext uri="{FF2B5EF4-FFF2-40B4-BE49-F238E27FC236}">
                  <a16:creationId xmlns:a16="http://schemas.microsoft.com/office/drawing/2014/main" id="{F48141D4-1E96-8F33-9A85-2B659FE935F2}"/>
                </a:ext>
              </a:extLst>
            </p:cNvPr>
            <p:cNvSpPr/>
            <p:nvPr/>
          </p:nvSpPr>
          <p:spPr>
            <a:xfrm>
              <a:off x="4479840" y="5441936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956 w 955"/>
                <a:gd name="csY1" fmla="*/ 0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956" y="0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1" name="Freeform 2730">
              <a:extLst>
                <a:ext uri="{FF2B5EF4-FFF2-40B4-BE49-F238E27FC236}">
                  <a16:creationId xmlns:a16="http://schemas.microsoft.com/office/drawing/2014/main" id="{556DC5A4-90AF-9DD1-7527-C1A366B41BA7}"/>
                </a:ext>
              </a:extLst>
            </p:cNvPr>
            <p:cNvSpPr/>
            <p:nvPr/>
          </p:nvSpPr>
          <p:spPr>
            <a:xfrm>
              <a:off x="4471241" y="4908312"/>
              <a:ext cx="9554" cy="7165"/>
            </a:xfrm>
            <a:custGeom>
              <a:avLst/>
              <a:gdLst>
                <a:gd name="csX0" fmla="*/ 9555 w 9554"/>
                <a:gd name="csY0" fmla="*/ 0 h 7165"/>
                <a:gd name="csX1" fmla="*/ 8121 w 9554"/>
                <a:gd name="csY1" fmla="*/ 956 h 7165"/>
                <a:gd name="csX2" fmla="*/ 6688 w 9554"/>
                <a:gd name="csY2" fmla="*/ 1911 h 7165"/>
                <a:gd name="csX3" fmla="*/ 5255 w 9554"/>
                <a:gd name="csY3" fmla="*/ 3344 h 7165"/>
                <a:gd name="csX4" fmla="*/ 3822 w 9554"/>
                <a:gd name="csY4" fmla="*/ 4777 h 7165"/>
                <a:gd name="csX5" fmla="*/ 2389 w 9554"/>
                <a:gd name="csY5" fmla="*/ 5255 h 7165"/>
                <a:gd name="csX6" fmla="*/ 0 w 9554"/>
                <a:gd name="csY6" fmla="*/ 7166 h 7165"/>
                <a:gd name="csX7" fmla="*/ 0 w 9554"/>
                <a:gd name="csY7" fmla="*/ 7166 h 7165"/>
                <a:gd name="csX8" fmla="*/ 2389 w 9554"/>
                <a:gd name="csY8" fmla="*/ 5255 h 7165"/>
                <a:gd name="csX9" fmla="*/ 3822 w 9554"/>
                <a:gd name="csY9" fmla="*/ 4777 h 7165"/>
                <a:gd name="csX10" fmla="*/ 5255 w 9554"/>
                <a:gd name="csY10" fmla="*/ 3822 h 7165"/>
                <a:gd name="csX11" fmla="*/ 6688 w 9554"/>
                <a:gd name="csY11" fmla="*/ 1911 h 7165"/>
                <a:gd name="csX12" fmla="*/ 8121 w 9554"/>
                <a:gd name="csY12" fmla="*/ 956 h 7165"/>
                <a:gd name="csX13" fmla="*/ 9077 w 9554"/>
                <a:gd name="csY13" fmla="*/ 0 h 7165"/>
                <a:gd name="csX14" fmla="*/ 9555 w 9554"/>
                <a:gd name="csY14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554" h="7165">
                  <a:moveTo>
                    <a:pt x="9555" y="0"/>
                  </a:moveTo>
                  <a:lnTo>
                    <a:pt x="8121" y="956"/>
                  </a:lnTo>
                  <a:lnTo>
                    <a:pt x="6688" y="1911"/>
                  </a:lnTo>
                  <a:lnTo>
                    <a:pt x="5255" y="3344"/>
                  </a:lnTo>
                  <a:lnTo>
                    <a:pt x="3822" y="4777"/>
                  </a:lnTo>
                  <a:lnTo>
                    <a:pt x="2389" y="5255"/>
                  </a:lnTo>
                  <a:lnTo>
                    <a:pt x="0" y="7166"/>
                  </a:lnTo>
                  <a:lnTo>
                    <a:pt x="0" y="7166"/>
                  </a:lnTo>
                  <a:lnTo>
                    <a:pt x="2389" y="5255"/>
                  </a:lnTo>
                  <a:lnTo>
                    <a:pt x="3822" y="4777"/>
                  </a:lnTo>
                  <a:lnTo>
                    <a:pt x="5255" y="3822"/>
                  </a:lnTo>
                  <a:lnTo>
                    <a:pt x="6688" y="1911"/>
                  </a:lnTo>
                  <a:lnTo>
                    <a:pt x="8121" y="956"/>
                  </a:lnTo>
                  <a:lnTo>
                    <a:pt x="9077" y="0"/>
                  </a:lnTo>
                  <a:lnTo>
                    <a:pt x="95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2" name="Freeform 2731">
              <a:extLst>
                <a:ext uri="{FF2B5EF4-FFF2-40B4-BE49-F238E27FC236}">
                  <a16:creationId xmlns:a16="http://schemas.microsoft.com/office/drawing/2014/main" id="{7CF7F707-AE6A-B364-272B-CDAF78234F86}"/>
                </a:ext>
              </a:extLst>
            </p:cNvPr>
            <p:cNvSpPr/>
            <p:nvPr/>
          </p:nvSpPr>
          <p:spPr>
            <a:xfrm>
              <a:off x="4473630" y="3768927"/>
              <a:ext cx="5732" cy="3344"/>
            </a:xfrm>
            <a:custGeom>
              <a:avLst/>
              <a:gdLst>
                <a:gd name="csX0" fmla="*/ 5733 w 5732"/>
                <a:gd name="csY0" fmla="*/ 0 h 3344"/>
                <a:gd name="csX1" fmla="*/ 3822 w 5732"/>
                <a:gd name="csY1" fmla="*/ 1911 h 3344"/>
                <a:gd name="csX2" fmla="*/ 1433 w 5732"/>
                <a:gd name="csY2" fmla="*/ 2867 h 3344"/>
                <a:gd name="csX3" fmla="*/ 0 w 5732"/>
                <a:gd name="csY3" fmla="*/ 3344 h 3344"/>
                <a:gd name="csX4" fmla="*/ 478 w 5732"/>
                <a:gd name="csY4" fmla="*/ 2389 h 3344"/>
                <a:gd name="csX5" fmla="*/ 2866 w 5732"/>
                <a:gd name="csY5" fmla="*/ 478 h 3344"/>
                <a:gd name="csX6" fmla="*/ 4299 w 5732"/>
                <a:gd name="csY6" fmla="*/ 0 h 3344"/>
                <a:gd name="csX7" fmla="*/ 5733 w 5732"/>
                <a:gd name="csY7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3344">
                  <a:moveTo>
                    <a:pt x="5733" y="0"/>
                  </a:moveTo>
                  <a:lnTo>
                    <a:pt x="3822" y="1911"/>
                  </a:lnTo>
                  <a:lnTo>
                    <a:pt x="1433" y="2867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2866" y="478"/>
                  </a:lnTo>
                  <a:lnTo>
                    <a:pt x="4299" y="0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3" name="Freeform 2732">
              <a:extLst>
                <a:ext uri="{FF2B5EF4-FFF2-40B4-BE49-F238E27FC236}">
                  <a16:creationId xmlns:a16="http://schemas.microsoft.com/office/drawing/2014/main" id="{FA17A35E-0FFC-3F11-896F-22B56D8B04A0}"/>
                </a:ext>
              </a:extLst>
            </p:cNvPr>
            <p:cNvSpPr/>
            <p:nvPr/>
          </p:nvSpPr>
          <p:spPr>
            <a:xfrm>
              <a:off x="4477929" y="5491142"/>
              <a:ext cx="955" cy="3344"/>
            </a:xfrm>
            <a:custGeom>
              <a:avLst/>
              <a:gdLst>
                <a:gd name="csX0" fmla="*/ 956 w 955"/>
                <a:gd name="csY0" fmla="*/ 0 h 3344"/>
                <a:gd name="csX1" fmla="*/ 478 w 955"/>
                <a:gd name="csY1" fmla="*/ 1433 h 3344"/>
                <a:gd name="csX2" fmla="*/ 0 w 955"/>
                <a:gd name="csY2" fmla="*/ 3344 h 3344"/>
                <a:gd name="csX3" fmla="*/ 478 w 955"/>
                <a:gd name="csY3" fmla="*/ 1433 h 3344"/>
                <a:gd name="csX4" fmla="*/ 956 w 955"/>
                <a:gd name="csY4" fmla="*/ 0 h 3344"/>
                <a:gd name="csX5" fmla="*/ 956 w 955"/>
                <a:gd name="csY5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3344">
                  <a:moveTo>
                    <a:pt x="956" y="0"/>
                  </a:moveTo>
                  <a:lnTo>
                    <a:pt x="478" y="1433"/>
                  </a:lnTo>
                  <a:lnTo>
                    <a:pt x="0" y="3344"/>
                  </a:lnTo>
                  <a:lnTo>
                    <a:pt x="478" y="1433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4" name="Freeform 2733">
              <a:extLst>
                <a:ext uri="{FF2B5EF4-FFF2-40B4-BE49-F238E27FC236}">
                  <a16:creationId xmlns:a16="http://schemas.microsoft.com/office/drawing/2014/main" id="{83A7A128-2B10-53CF-01BB-A8587312B2D9}"/>
                </a:ext>
              </a:extLst>
            </p:cNvPr>
            <p:cNvSpPr/>
            <p:nvPr/>
          </p:nvSpPr>
          <p:spPr>
            <a:xfrm>
              <a:off x="4477452" y="5442413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5" name="Freeform 2734">
              <a:extLst>
                <a:ext uri="{FF2B5EF4-FFF2-40B4-BE49-F238E27FC236}">
                  <a16:creationId xmlns:a16="http://schemas.microsoft.com/office/drawing/2014/main" id="{C0C9D6C0-C3A3-03F8-1821-F084E4B84290}"/>
                </a:ext>
              </a:extLst>
            </p:cNvPr>
            <p:cNvSpPr/>
            <p:nvPr/>
          </p:nvSpPr>
          <p:spPr>
            <a:xfrm>
              <a:off x="4476496" y="5494486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0 w 1433"/>
                <a:gd name="csY1" fmla="*/ 1433 h 1433"/>
                <a:gd name="csX2" fmla="*/ 0 w 1433"/>
                <a:gd name="csY2" fmla="*/ 1433 h 1433"/>
                <a:gd name="csX3" fmla="*/ 1433 w 1433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6" name="Freeform 2735">
              <a:extLst>
                <a:ext uri="{FF2B5EF4-FFF2-40B4-BE49-F238E27FC236}">
                  <a16:creationId xmlns:a16="http://schemas.microsoft.com/office/drawing/2014/main" id="{DF16EE82-E975-F1BD-5911-20EB1189CACE}"/>
                </a:ext>
              </a:extLst>
            </p:cNvPr>
            <p:cNvSpPr/>
            <p:nvPr/>
          </p:nvSpPr>
          <p:spPr>
            <a:xfrm>
              <a:off x="4474585" y="5442891"/>
              <a:ext cx="2866" cy="2388"/>
            </a:xfrm>
            <a:custGeom>
              <a:avLst/>
              <a:gdLst>
                <a:gd name="csX0" fmla="*/ 2867 w 2866"/>
                <a:gd name="csY0" fmla="*/ 0 h 2388"/>
                <a:gd name="csX1" fmla="*/ 1433 w 2866"/>
                <a:gd name="csY1" fmla="*/ 1433 h 2388"/>
                <a:gd name="csX2" fmla="*/ 0 w 2866"/>
                <a:gd name="csY2" fmla="*/ 2389 h 2388"/>
                <a:gd name="csX3" fmla="*/ 1433 w 2866"/>
                <a:gd name="csY3" fmla="*/ 1433 h 2388"/>
                <a:gd name="csX4" fmla="*/ 2867 w 2866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2388">
                  <a:moveTo>
                    <a:pt x="2867" y="0"/>
                  </a:moveTo>
                  <a:lnTo>
                    <a:pt x="1433" y="1433"/>
                  </a:lnTo>
                  <a:lnTo>
                    <a:pt x="0" y="2389"/>
                  </a:lnTo>
                  <a:lnTo>
                    <a:pt x="1433" y="1433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7" name="Freeform 2736">
              <a:extLst>
                <a:ext uri="{FF2B5EF4-FFF2-40B4-BE49-F238E27FC236}">
                  <a16:creationId xmlns:a16="http://schemas.microsoft.com/office/drawing/2014/main" id="{E8F5C48B-1EE4-1636-89CD-B79DFBBF1BBE}"/>
                </a:ext>
              </a:extLst>
            </p:cNvPr>
            <p:cNvSpPr/>
            <p:nvPr/>
          </p:nvSpPr>
          <p:spPr>
            <a:xfrm>
              <a:off x="4475063" y="5479676"/>
              <a:ext cx="1433" cy="9076"/>
            </a:xfrm>
            <a:custGeom>
              <a:avLst/>
              <a:gdLst>
                <a:gd name="csX0" fmla="*/ 1433 w 1433"/>
                <a:gd name="csY0" fmla="*/ 9077 h 9076"/>
                <a:gd name="csX1" fmla="*/ 1433 w 1433"/>
                <a:gd name="csY1" fmla="*/ 9077 h 9076"/>
                <a:gd name="csX2" fmla="*/ 478 w 1433"/>
                <a:gd name="csY2" fmla="*/ 6210 h 9076"/>
                <a:gd name="csX3" fmla="*/ 478 w 1433"/>
                <a:gd name="csY3" fmla="*/ 3344 h 9076"/>
                <a:gd name="csX4" fmla="*/ 0 w 1433"/>
                <a:gd name="csY4" fmla="*/ 0 h 9076"/>
                <a:gd name="csX5" fmla="*/ 0 w 1433"/>
                <a:gd name="csY5" fmla="*/ 0 h 9076"/>
                <a:gd name="csX6" fmla="*/ 478 w 1433"/>
                <a:gd name="csY6" fmla="*/ 3344 h 9076"/>
                <a:gd name="csX7" fmla="*/ 478 w 1433"/>
                <a:gd name="csY7" fmla="*/ 6210 h 9076"/>
                <a:gd name="csX8" fmla="*/ 1433 w 1433"/>
                <a:gd name="csY8" fmla="*/ 9077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9076">
                  <a:moveTo>
                    <a:pt x="1433" y="9077"/>
                  </a:moveTo>
                  <a:lnTo>
                    <a:pt x="1433" y="9077"/>
                  </a:lnTo>
                  <a:lnTo>
                    <a:pt x="478" y="6210"/>
                  </a:lnTo>
                  <a:lnTo>
                    <a:pt x="478" y="33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3344"/>
                  </a:lnTo>
                  <a:lnTo>
                    <a:pt x="478" y="6210"/>
                  </a:lnTo>
                  <a:lnTo>
                    <a:pt x="1433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8" name="Freeform 2737">
              <a:extLst>
                <a:ext uri="{FF2B5EF4-FFF2-40B4-BE49-F238E27FC236}">
                  <a16:creationId xmlns:a16="http://schemas.microsoft.com/office/drawing/2014/main" id="{ECB09B99-166E-1A55-44F2-48FDF5AB690D}"/>
                </a:ext>
              </a:extLst>
            </p:cNvPr>
            <p:cNvSpPr/>
            <p:nvPr/>
          </p:nvSpPr>
          <p:spPr>
            <a:xfrm>
              <a:off x="4451654" y="5897212"/>
              <a:ext cx="23886" cy="14809"/>
            </a:xfrm>
            <a:custGeom>
              <a:avLst/>
              <a:gdLst>
                <a:gd name="csX0" fmla="*/ 23409 w 23886"/>
                <a:gd name="csY0" fmla="*/ 8599 h 14809"/>
                <a:gd name="csX1" fmla="*/ 23886 w 23886"/>
                <a:gd name="csY1" fmla="*/ 10988 h 14809"/>
                <a:gd name="csX2" fmla="*/ 23409 w 23886"/>
                <a:gd name="csY2" fmla="*/ 11943 h 14809"/>
                <a:gd name="csX3" fmla="*/ 22453 w 23886"/>
                <a:gd name="csY3" fmla="*/ 13376 h 14809"/>
                <a:gd name="csX4" fmla="*/ 21976 w 23886"/>
                <a:gd name="csY4" fmla="*/ 14810 h 14809"/>
                <a:gd name="csX5" fmla="*/ 21498 w 23886"/>
                <a:gd name="csY5" fmla="*/ 14810 h 14809"/>
                <a:gd name="csX6" fmla="*/ 18154 w 23886"/>
                <a:gd name="csY6" fmla="*/ 13376 h 14809"/>
                <a:gd name="csX7" fmla="*/ 14810 w 23886"/>
                <a:gd name="csY7" fmla="*/ 10510 h 14809"/>
                <a:gd name="csX8" fmla="*/ 12899 w 23886"/>
                <a:gd name="csY8" fmla="*/ 10988 h 14809"/>
                <a:gd name="csX9" fmla="*/ 10988 w 23886"/>
                <a:gd name="csY9" fmla="*/ 10510 h 14809"/>
                <a:gd name="csX10" fmla="*/ 9077 w 23886"/>
                <a:gd name="csY10" fmla="*/ 10510 h 14809"/>
                <a:gd name="csX11" fmla="*/ 7644 w 23886"/>
                <a:gd name="csY11" fmla="*/ 11943 h 14809"/>
                <a:gd name="csX12" fmla="*/ 5255 w 23886"/>
                <a:gd name="csY12" fmla="*/ 12899 h 14809"/>
                <a:gd name="csX13" fmla="*/ 4777 w 23886"/>
                <a:gd name="csY13" fmla="*/ 10032 h 14809"/>
                <a:gd name="csX14" fmla="*/ 2389 w 23886"/>
                <a:gd name="csY14" fmla="*/ 7166 h 14809"/>
                <a:gd name="csX15" fmla="*/ 0 w 23886"/>
                <a:gd name="csY15" fmla="*/ 4777 h 14809"/>
                <a:gd name="csX16" fmla="*/ 1433 w 23886"/>
                <a:gd name="csY16" fmla="*/ 1433 h 14809"/>
                <a:gd name="csX17" fmla="*/ 2867 w 23886"/>
                <a:gd name="csY17" fmla="*/ 956 h 14809"/>
                <a:gd name="csX18" fmla="*/ 4300 w 23886"/>
                <a:gd name="csY18" fmla="*/ 0 h 14809"/>
                <a:gd name="csX19" fmla="*/ 10032 w 23886"/>
                <a:gd name="csY19" fmla="*/ 956 h 14809"/>
                <a:gd name="csX20" fmla="*/ 12899 w 23886"/>
                <a:gd name="csY20" fmla="*/ 1911 h 14809"/>
                <a:gd name="csX21" fmla="*/ 16243 w 23886"/>
                <a:gd name="csY21" fmla="*/ 4300 h 14809"/>
                <a:gd name="csX22" fmla="*/ 20542 w 23886"/>
                <a:gd name="csY22" fmla="*/ 6688 h 14809"/>
                <a:gd name="csX23" fmla="*/ 23409 w 23886"/>
                <a:gd name="csY23" fmla="*/ 6688 h 14809"/>
                <a:gd name="csX24" fmla="*/ 23409 w 23886"/>
                <a:gd name="csY24" fmla="*/ 8599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23886" h="14809">
                  <a:moveTo>
                    <a:pt x="23409" y="8599"/>
                  </a:moveTo>
                  <a:lnTo>
                    <a:pt x="23886" y="10988"/>
                  </a:lnTo>
                  <a:lnTo>
                    <a:pt x="23409" y="11943"/>
                  </a:lnTo>
                  <a:lnTo>
                    <a:pt x="22453" y="13376"/>
                  </a:lnTo>
                  <a:lnTo>
                    <a:pt x="21976" y="14810"/>
                  </a:lnTo>
                  <a:lnTo>
                    <a:pt x="21498" y="14810"/>
                  </a:lnTo>
                  <a:lnTo>
                    <a:pt x="18154" y="13376"/>
                  </a:lnTo>
                  <a:lnTo>
                    <a:pt x="14810" y="10510"/>
                  </a:lnTo>
                  <a:lnTo>
                    <a:pt x="12899" y="10988"/>
                  </a:lnTo>
                  <a:lnTo>
                    <a:pt x="10988" y="10510"/>
                  </a:lnTo>
                  <a:lnTo>
                    <a:pt x="9077" y="10510"/>
                  </a:lnTo>
                  <a:lnTo>
                    <a:pt x="7644" y="11943"/>
                  </a:lnTo>
                  <a:lnTo>
                    <a:pt x="5255" y="12899"/>
                  </a:lnTo>
                  <a:lnTo>
                    <a:pt x="4777" y="10032"/>
                  </a:lnTo>
                  <a:lnTo>
                    <a:pt x="2389" y="7166"/>
                  </a:lnTo>
                  <a:lnTo>
                    <a:pt x="0" y="4777"/>
                  </a:lnTo>
                  <a:lnTo>
                    <a:pt x="1433" y="1433"/>
                  </a:lnTo>
                  <a:lnTo>
                    <a:pt x="2867" y="956"/>
                  </a:lnTo>
                  <a:lnTo>
                    <a:pt x="4300" y="0"/>
                  </a:lnTo>
                  <a:lnTo>
                    <a:pt x="10032" y="956"/>
                  </a:lnTo>
                  <a:lnTo>
                    <a:pt x="12899" y="1911"/>
                  </a:lnTo>
                  <a:lnTo>
                    <a:pt x="16243" y="4300"/>
                  </a:lnTo>
                  <a:lnTo>
                    <a:pt x="20542" y="6688"/>
                  </a:lnTo>
                  <a:lnTo>
                    <a:pt x="23409" y="6688"/>
                  </a:lnTo>
                  <a:lnTo>
                    <a:pt x="23409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9" name="Freeform 2738">
              <a:extLst>
                <a:ext uri="{FF2B5EF4-FFF2-40B4-BE49-F238E27FC236}">
                  <a16:creationId xmlns:a16="http://schemas.microsoft.com/office/drawing/2014/main" id="{9A2B172B-570C-8EF6-C560-430C4825C9D5}"/>
                </a:ext>
              </a:extLst>
            </p:cNvPr>
            <p:cNvSpPr/>
            <p:nvPr/>
          </p:nvSpPr>
          <p:spPr>
            <a:xfrm>
              <a:off x="4471719" y="4775025"/>
              <a:ext cx="3344" cy="1433"/>
            </a:xfrm>
            <a:custGeom>
              <a:avLst/>
              <a:gdLst>
                <a:gd name="csX0" fmla="*/ 3344 w 3344"/>
                <a:gd name="csY0" fmla="*/ 0 h 1433"/>
                <a:gd name="csX1" fmla="*/ 1911 w 3344"/>
                <a:gd name="csY1" fmla="*/ 0 h 1433"/>
                <a:gd name="csX2" fmla="*/ 0 w 3344"/>
                <a:gd name="csY2" fmla="*/ 1433 h 1433"/>
                <a:gd name="csX3" fmla="*/ 1911 w 3344"/>
                <a:gd name="csY3" fmla="*/ 0 h 1433"/>
                <a:gd name="csX4" fmla="*/ 3344 w 3344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1433">
                  <a:moveTo>
                    <a:pt x="3344" y="0"/>
                  </a:moveTo>
                  <a:lnTo>
                    <a:pt x="1911" y="0"/>
                  </a:lnTo>
                  <a:lnTo>
                    <a:pt x="0" y="1433"/>
                  </a:lnTo>
                  <a:lnTo>
                    <a:pt x="1911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0" name="Freeform 2739">
              <a:extLst>
                <a:ext uri="{FF2B5EF4-FFF2-40B4-BE49-F238E27FC236}">
                  <a16:creationId xmlns:a16="http://schemas.microsoft.com/office/drawing/2014/main" id="{69B02460-A88B-B0ED-3F6E-66176838B807}"/>
                </a:ext>
              </a:extLst>
            </p:cNvPr>
            <p:cNvSpPr/>
            <p:nvPr/>
          </p:nvSpPr>
          <p:spPr>
            <a:xfrm>
              <a:off x="4472197" y="5465822"/>
              <a:ext cx="2866" cy="13854"/>
            </a:xfrm>
            <a:custGeom>
              <a:avLst/>
              <a:gdLst>
                <a:gd name="csX0" fmla="*/ 1433 w 2866"/>
                <a:gd name="csY0" fmla="*/ 10988 h 13854"/>
                <a:gd name="csX1" fmla="*/ 2867 w 2866"/>
                <a:gd name="csY1" fmla="*/ 13854 h 13854"/>
                <a:gd name="csX2" fmla="*/ 1433 w 2866"/>
                <a:gd name="csY2" fmla="*/ 10988 h 13854"/>
                <a:gd name="csX3" fmla="*/ 0 w 2866"/>
                <a:gd name="csY3" fmla="*/ 7644 h 13854"/>
                <a:gd name="csX4" fmla="*/ 0 w 2866"/>
                <a:gd name="csY4" fmla="*/ 4300 h 13854"/>
                <a:gd name="csX5" fmla="*/ 478 w 2866"/>
                <a:gd name="csY5" fmla="*/ 2866 h 13854"/>
                <a:gd name="csX6" fmla="*/ 956 w 2866"/>
                <a:gd name="csY6" fmla="*/ 0 h 13854"/>
                <a:gd name="csX7" fmla="*/ 478 w 2866"/>
                <a:gd name="csY7" fmla="*/ 2866 h 13854"/>
                <a:gd name="csX8" fmla="*/ 0 w 2866"/>
                <a:gd name="csY8" fmla="*/ 4300 h 13854"/>
                <a:gd name="csX9" fmla="*/ 0 w 2866"/>
                <a:gd name="csY9" fmla="*/ 7644 h 13854"/>
                <a:gd name="csX10" fmla="*/ 1433 w 2866"/>
                <a:gd name="csY10" fmla="*/ 10988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866" h="13854">
                  <a:moveTo>
                    <a:pt x="1433" y="10988"/>
                  </a:moveTo>
                  <a:lnTo>
                    <a:pt x="2867" y="13854"/>
                  </a:lnTo>
                  <a:lnTo>
                    <a:pt x="1433" y="10988"/>
                  </a:lnTo>
                  <a:lnTo>
                    <a:pt x="0" y="7644"/>
                  </a:lnTo>
                  <a:lnTo>
                    <a:pt x="0" y="4300"/>
                  </a:lnTo>
                  <a:lnTo>
                    <a:pt x="478" y="2866"/>
                  </a:lnTo>
                  <a:lnTo>
                    <a:pt x="956" y="0"/>
                  </a:lnTo>
                  <a:lnTo>
                    <a:pt x="478" y="2866"/>
                  </a:lnTo>
                  <a:lnTo>
                    <a:pt x="0" y="4300"/>
                  </a:lnTo>
                  <a:lnTo>
                    <a:pt x="0" y="7644"/>
                  </a:lnTo>
                  <a:lnTo>
                    <a:pt x="1433" y="109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1" name="Freeform 2740">
              <a:extLst>
                <a:ext uri="{FF2B5EF4-FFF2-40B4-BE49-F238E27FC236}">
                  <a16:creationId xmlns:a16="http://schemas.microsoft.com/office/drawing/2014/main" id="{5EEE67F8-67FB-094A-44A4-92E5FE7C5557}"/>
                </a:ext>
              </a:extLst>
            </p:cNvPr>
            <p:cNvSpPr/>
            <p:nvPr/>
          </p:nvSpPr>
          <p:spPr>
            <a:xfrm>
              <a:off x="4471719" y="5445280"/>
              <a:ext cx="2866" cy="7165"/>
            </a:xfrm>
            <a:custGeom>
              <a:avLst/>
              <a:gdLst>
                <a:gd name="csX0" fmla="*/ 2866 w 2866"/>
                <a:gd name="csY0" fmla="*/ 0 h 7165"/>
                <a:gd name="csX1" fmla="*/ 2389 w 2866"/>
                <a:gd name="csY1" fmla="*/ 956 h 7165"/>
                <a:gd name="csX2" fmla="*/ 2866 w 2866"/>
                <a:gd name="csY2" fmla="*/ 2389 h 7165"/>
                <a:gd name="csX3" fmla="*/ 1911 w 2866"/>
                <a:gd name="csY3" fmla="*/ 3344 h 7165"/>
                <a:gd name="csX4" fmla="*/ 956 w 2866"/>
                <a:gd name="csY4" fmla="*/ 5255 h 7165"/>
                <a:gd name="csX5" fmla="*/ 0 w 2866"/>
                <a:gd name="csY5" fmla="*/ 7166 h 7165"/>
                <a:gd name="csX6" fmla="*/ 0 w 2866"/>
                <a:gd name="csY6" fmla="*/ 7166 h 7165"/>
                <a:gd name="csX7" fmla="*/ 956 w 2866"/>
                <a:gd name="csY7" fmla="*/ 5255 h 7165"/>
                <a:gd name="csX8" fmla="*/ 1911 w 2866"/>
                <a:gd name="csY8" fmla="*/ 3344 h 7165"/>
                <a:gd name="csX9" fmla="*/ 2866 w 2866"/>
                <a:gd name="csY9" fmla="*/ 2389 h 7165"/>
                <a:gd name="csX10" fmla="*/ 2389 w 2866"/>
                <a:gd name="csY10" fmla="*/ 956 h 7165"/>
                <a:gd name="csX11" fmla="*/ 2866 w 2866"/>
                <a:gd name="csY11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866" h="7165">
                  <a:moveTo>
                    <a:pt x="2866" y="0"/>
                  </a:moveTo>
                  <a:lnTo>
                    <a:pt x="2389" y="956"/>
                  </a:lnTo>
                  <a:lnTo>
                    <a:pt x="2866" y="2389"/>
                  </a:lnTo>
                  <a:lnTo>
                    <a:pt x="1911" y="3344"/>
                  </a:lnTo>
                  <a:lnTo>
                    <a:pt x="956" y="5255"/>
                  </a:lnTo>
                  <a:lnTo>
                    <a:pt x="0" y="7166"/>
                  </a:lnTo>
                  <a:lnTo>
                    <a:pt x="0" y="7166"/>
                  </a:lnTo>
                  <a:lnTo>
                    <a:pt x="956" y="5255"/>
                  </a:lnTo>
                  <a:lnTo>
                    <a:pt x="1911" y="3344"/>
                  </a:lnTo>
                  <a:lnTo>
                    <a:pt x="2866" y="2389"/>
                  </a:lnTo>
                  <a:lnTo>
                    <a:pt x="2389" y="956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2" name="Freeform 2741">
              <a:extLst>
                <a:ext uri="{FF2B5EF4-FFF2-40B4-BE49-F238E27FC236}">
                  <a16:creationId xmlns:a16="http://schemas.microsoft.com/office/drawing/2014/main" id="{EC912F2B-3A99-3278-CDD8-6729BAF35961}"/>
                </a:ext>
              </a:extLst>
            </p:cNvPr>
            <p:cNvSpPr/>
            <p:nvPr/>
          </p:nvSpPr>
          <p:spPr>
            <a:xfrm>
              <a:off x="4470286" y="5496397"/>
              <a:ext cx="3821" cy="1910"/>
            </a:xfrm>
            <a:custGeom>
              <a:avLst/>
              <a:gdLst>
                <a:gd name="csX0" fmla="*/ 3822 w 3821"/>
                <a:gd name="csY0" fmla="*/ 0 h 1910"/>
                <a:gd name="csX1" fmla="*/ 1433 w 3821"/>
                <a:gd name="csY1" fmla="*/ 955 h 1910"/>
                <a:gd name="csX2" fmla="*/ 0 w 3821"/>
                <a:gd name="csY2" fmla="*/ 1911 h 1910"/>
                <a:gd name="csX3" fmla="*/ 1433 w 3821"/>
                <a:gd name="csY3" fmla="*/ 955 h 1910"/>
                <a:gd name="csX4" fmla="*/ 3822 w 3821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1910">
                  <a:moveTo>
                    <a:pt x="3822" y="0"/>
                  </a:moveTo>
                  <a:lnTo>
                    <a:pt x="1433" y="955"/>
                  </a:lnTo>
                  <a:lnTo>
                    <a:pt x="0" y="1911"/>
                  </a:lnTo>
                  <a:lnTo>
                    <a:pt x="1433" y="955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3" name="Freeform 2742">
              <a:extLst>
                <a:ext uri="{FF2B5EF4-FFF2-40B4-BE49-F238E27FC236}">
                  <a16:creationId xmlns:a16="http://schemas.microsoft.com/office/drawing/2014/main" id="{2F6ACDE0-D0D4-2B02-97A0-09A41C888929}"/>
                </a:ext>
              </a:extLst>
            </p:cNvPr>
            <p:cNvSpPr/>
            <p:nvPr/>
          </p:nvSpPr>
          <p:spPr>
            <a:xfrm>
              <a:off x="4472674" y="5457223"/>
              <a:ext cx="477" cy="3821"/>
            </a:xfrm>
            <a:custGeom>
              <a:avLst/>
              <a:gdLst>
                <a:gd name="csX0" fmla="*/ 478 w 477"/>
                <a:gd name="csY0" fmla="*/ 0 h 3821"/>
                <a:gd name="csX1" fmla="*/ 478 w 477"/>
                <a:gd name="csY1" fmla="*/ 1433 h 3821"/>
                <a:gd name="csX2" fmla="*/ 0 w 477"/>
                <a:gd name="csY2" fmla="*/ 3822 h 3821"/>
                <a:gd name="csX3" fmla="*/ 478 w 477"/>
                <a:gd name="csY3" fmla="*/ 1433 h 3821"/>
                <a:gd name="csX4" fmla="*/ 478 w 477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3821">
                  <a:moveTo>
                    <a:pt x="478" y="0"/>
                  </a:moveTo>
                  <a:lnTo>
                    <a:pt x="478" y="1433"/>
                  </a:lnTo>
                  <a:lnTo>
                    <a:pt x="0" y="3822"/>
                  </a:lnTo>
                  <a:lnTo>
                    <a:pt x="478" y="143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4" name="Freeform 2743">
              <a:extLst>
                <a:ext uri="{FF2B5EF4-FFF2-40B4-BE49-F238E27FC236}">
                  <a16:creationId xmlns:a16="http://schemas.microsoft.com/office/drawing/2014/main" id="{D7BC9560-1A40-E130-BD4A-EF91E6F0A92C}"/>
                </a:ext>
              </a:extLst>
            </p:cNvPr>
            <p:cNvSpPr/>
            <p:nvPr/>
          </p:nvSpPr>
          <p:spPr>
            <a:xfrm>
              <a:off x="4471719" y="5452446"/>
              <a:ext cx="1433" cy="4299"/>
            </a:xfrm>
            <a:custGeom>
              <a:avLst/>
              <a:gdLst>
                <a:gd name="csX0" fmla="*/ 1433 w 1433"/>
                <a:gd name="csY0" fmla="*/ 4299 h 4299"/>
                <a:gd name="csX1" fmla="*/ 956 w 1433"/>
                <a:gd name="csY1" fmla="*/ 1433 h 4299"/>
                <a:gd name="csX2" fmla="*/ 0 w 1433"/>
                <a:gd name="csY2" fmla="*/ 0 h 4299"/>
                <a:gd name="csX3" fmla="*/ 956 w 1433"/>
                <a:gd name="csY3" fmla="*/ 1433 h 4299"/>
                <a:gd name="csX4" fmla="*/ 1433 w 1433"/>
                <a:gd name="csY4" fmla="*/ 429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4299">
                  <a:moveTo>
                    <a:pt x="1433" y="4299"/>
                  </a:moveTo>
                  <a:lnTo>
                    <a:pt x="956" y="1433"/>
                  </a:lnTo>
                  <a:lnTo>
                    <a:pt x="0" y="0"/>
                  </a:lnTo>
                  <a:lnTo>
                    <a:pt x="956" y="1433"/>
                  </a:lnTo>
                  <a:lnTo>
                    <a:pt x="1433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5" name="Freeform 2744">
              <a:extLst>
                <a:ext uri="{FF2B5EF4-FFF2-40B4-BE49-F238E27FC236}">
                  <a16:creationId xmlns:a16="http://schemas.microsoft.com/office/drawing/2014/main" id="{2DEFBA36-A3A8-3BD3-7582-2CF378450885}"/>
                </a:ext>
              </a:extLst>
            </p:cNvPr>
            <p:cNvSpPr/>
            <p:nvPr/>
          </p:nvSpPr>
          <p:spPr>
            <a:xfrm>
              <a:off x="4469330" y="5633505"/>
              <a:ext cx="3344" cy="3822"/>
            </a:xfrm>
            <a:custGeom>
              <a:avLst/>
              <a:gdLst>
                <a:gd name="csX0" fmla="*/ 2389 w 3344"/>
                <a:gd name="csY0" fmla="*/ 478 h 3822"/>
                <a:gd name="csX1" fmla="*/ 3344 w 3344"/>
                <a:gd name="csY1" fmla="*/ 1911 h 3822"/>
                <a:gd name="csX2" fmla="*/ 3344 w 3344"/>
                <a:gd name="csY2" fmla="*/ 3344 h 3822"/>
                <a:gd name="csX3" fmla="*/ 3344 w 3344"/>
                <a:gd name="csY3" fmla="*/ 3822 h 3822"/>
                <a:gd name="csX4" fmla="*/ 3344 w 3344"/>
                <a:gd name="csY4" fmla="*/ 1911 h 3822"/>
                <a:gd name="csX5" fmla="*/ 1911 w 3344"/>
                <a:gd name="csY5" fmla="*/ 478 h 3822"/>
                <a:gd name="csX6" fmla="*/ 0 w 3344"/>
                <a:gd name="csY6" fmla="*/ 0 h 3822"/>
                <a:gd name="csX7" fmla="*/ 2389 w 3344"/>
                <a:gd name="csY7" fmla="*/ 478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3822">
                  <a:moveTo>
                    <a:pt x="2389" y="478"/>
                  </a:moveTo>
                  <a:lnTo>
                    <a:pt x="3344" y="1911"/>
                  </a:lnTo>
                  <a:lnTo>
                    <a:pt x="3344" y="3344"/>
                  </a:lnTo>
                  <a:lnTo>
                    <a:pt x="3344" y="3822"/>
                  </a:lnTo>
                  <a:lnTo>
                    <a:pt x="3344" y="1911"/>
                  </a:lnTo>
                  <a:lnTo>
                    <a:pt x="1911" y="478"/>
                  </a:lnTo>
                  <a:lnTo>
                    <a:pt x="0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6" name="Freeform 2745">
              <a:extLst>
                <a:ext uri="{FF2B5EF4-FFF2-40B4-BE49-F238E27FC236}">
                  <a16:creationId xmlns:a16="http://schemas.microsoft.com/office/drawing/2014/main" id="{54B04A36-78E5-F231-36AD-7854954B1958}"/>
                </a:ext>
              </a:extLst>
            </p:cNvPr>
            <p:cNvSpPr/>
            <p:nvPr/>
          </p:nvSpPr>
          <p:spPr>
            <a:xfrm>
              <a:off x="4470286" y="5637327"/>
              <a:ext cx="2388" cy="4777"/>
            </a:xfrm>
            <a:custGeom>
              <a:avLst/>
              <a:gdLst>
                <a:gd name="csX0" fmla="*/ 2389 w 2388"/>
                <a:gd name="csY0" fmla="*/ 0 h 4777"/>
                <a:gd name="csX1" fmla="*/ 956 w 2388"/>
                <a:gd name="csY1" fmla="*/ 1433 h 4777"/>
                <a:gd name="csX2" fmla="*/ 478 w 2388"/>
                <a:gd name="csY2" fmla="*/ 4777 h 4777"/>
                <a:gd name="csX3" fmla="*/ 0 w 2388"/>
                <a:gd name="csY3" fmla="*/ 4777 h 4777"/>
                <a:gd name="csX4" fmla="*/ 956 w 2388"/>
                <a:gd name="csY4" fmla="*/ 1433 h 4777"/>
                <a:gd name="csX5" fmla="*/ 2389 w 2388"/>
                <a:gd name="csY5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4777">
                  <a:moveTo>
                    <a:pt x="2389" y="0"/>
                  </a:moveTo>
                  <a:lnTo>
                    <a:pt x="956" y="1433"/>
                  </a:lnTo>
                  <a:lnTo>
                    <a:pt x="478" y="4777"/>
                  </a:lnTo>
                  <a:lnTo>
                    <a:pt x="0" y="4777"/>
                  </a:lnTo>
                  <a:lnTo>
                    <a:pt x="956" y="1433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7" name="Freeform 2746">
              <a:extLst>
                <a:ext uri="{FF2B5EF4-FFF2-40B4-BE49-F238E27FC236}">
                  <a16:creationId xmlns:a16="http://schemas.microsoft.com/office/drawing/2014/main" id="{85B4ACF9-3901-0135-8BFD-A2DF7DDC75D8}"/>
                </a:ext>
              </a:extLst>
            </p:cNvPr>
            <p:cNvSpPr/>
            <p:nvPr/>
          </p:nvSpPr>
          <p:spPr>
            <a:xfrm>
              <a:off x="4468853" y="3904124"/>
              <a:ext cx="2388" cy="4777"/>
            </a:xfrm>
            <a:custGeom>
              <a:avLst/>
              <a:gdLst>
                <a:gd name="csX0" fmla="*/ 2389 w 2388"/>
                <a:gd name="csY0" fmla="*/ 0 h 4777"/>
                <a:gd name="csX1" fmla="*/ 1911 w 2388"/>
                <a:gd name="csY1" fmla="*/ 3822 h 4777"/>
                <a:gd name="csX2" fmla="*/ 955 w 2388"/>
                <a:gd name="csY2" fmla="*/ 4777 h 4777"/>
                <a:gd name="csX3" fmla="*/ 0 w 2388"/>
                <a:gd name="csY3" fmla="*/ 4777 h 4777"/>
                <a:gd name="csX4" fmla="*/ 478 w 2388"/>
                <a:gd name="csY4" fmla="*/ 3822 h 4777"/>
                <a:gd name="csX5" fmla="*/ 955 w 2388"/>
                <a:gd name="csY5" fmla="*/ 2389 h 4777"/>
                <a:gd name="csX6" fmla="*/ 1433 w 2388"/>
                <a:gd name="csY6" fmla="*/ 956 h 4777"/>
                <a:gd name="csX7" fmla="*/ 1433 w 2388"/>
                <a:gd name="csY7" fmla="*/ 478 h 4777"/>
                <a:gd name="csX8" fmla="*/ 2389 w 2388"/>
                <a:gd name="csY8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4777">
                  <a:moveTo>
                    <a:pt x="2389" y="0"/>
                  </a:moveTo>
                  <a:lnTo>
                    <a:pt x="1911" y="3822"/>
                  </a:lnTo>
                  <a:lnTo>
                    <a:pt x="955" y="4777"/>
                  </a:lnTo>
                  <a:lnTo>
                    <a:pt x="0" y="4777"/>
                  </a:lnTo>
                  <a:lnTo>
                    <a:pt x="478" y="3822"/>
                  </a:lnTo>
                  <a:lnTo>
                    <a:pt x="955" y="2389"/>
                  </a:lnTo>
                  <a:lnTo>
                    <a:pt x="1433" y="956"/>
                  </a:lnTo>
                  <a:lnTo>
                    <a:pt x="1433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8" name="Freeform 2747">
              <a:extLst>
                <a:ext uri="{FF2B5EF4-FFF2-40B4-BE49-F238E27FC236}">
                  <a16:creationId xmlns:a16="http://schemas.microsoft.com/office/drawing/2014/main" id="{6AF629E9-D7AE-5C73-E360-D5FAF0EEF771}"/>
                </a:ext>
              </a:extLst>
            </p:cNvPr>
            <p:cNvSpPr/>
            <p:nvPr/>
          </p:nvSpPr>
          <p:spPr>
            <a:xfrm>
              <a:off x="4466942" y="4518485"/>
              <a:ext cx="2388" cy="955"/>
            </a:xfrm>
            <a:custGeom>
              <a:avLst/>
              <a:gdLst>
                <a:gd name="csX0" fmla="*/ 2389 w 2388"/>
                <a:gd name="csY0" fmla="*/ 0 h 955"/>
                <a:gd name="csX1" fmla="*/ 2389 w 2388"/>
                <a:gd name="csY1" fmla="*/ 478 h 955"/>
                <a:gd name="csX2" fmla="*/ 1911 w 2388"/>
                <a:gd name="csY2" fmla="*/ 478 h 955"/>
                <a:gd name="csX3" fmla="*/ 956 w 2388"/>
                <a:gd name="csY3" fmla="*/ 956 h 955"/>
                <a:gd name="csX4" fmla="*/ 0 w 2388"/>
                <a:gd name="csY4" fmla="*/ 956 h 955"/>
                <a:gd name="csX5" fmla="*/ 956 w 2388"/>
                <a:gd name="csY5" fmla="*/ 956 h 955"/>
                <a:gd name="csX6" fmla="*/ 1433 w 2388"/>
                <a:gd name="csY6" fmla="*/ 478 h 955"/>
                <a:gd name="csX7" fmla="*/ 2389 w 2388"/>
                <a:gd name="csY7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955">
                  <a:moveTo>
                    <a:pt x="2389" y="0"/>
                  </a:moveTo>
                  <a:lnTo>
                    <a:pt x="2389" y="478"/>
                  </a:lnTo>
                  <a:lnTo>
                    <a:pt x="1911" y="478"/>
                  </a:lnTo>
                  <a:lnTo>
                    <a:pt x="956" y="956"/>
                  </a:lnTo>
                  <a:lnTo>
                    <a:pt x="0" y="956"/>
                  </a:lnTo>
                  <a:lnTo>
                    <a:pt x="956" y="956"/>
                  </a:lnTo>
                  <a:lnTo>
                    <a:pt x="1433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9" name="Freeform 2748">
              <a:extLst>
                <a:ext uri="{FF2B5EF4-FFF2-40B4-BE49-F238E27FC236}">
                  <a16:creationId xmlns:a16="http://schemas.microsoft.com/office/drawing/2014/main" id="{2C5AE432-D591-39CE-EF1B-0D4C371C9E7E}"/>
                </a:ext>
              </a:extLst>
            </p:cNvPr>
            <p:cNvSpPr/>
            <p:nvPr/>
          </p:nvSpPr>
          <p:spPr>
            <a:xfrm>
              <a:off x="4466942" y="5652614"/>
              <a:ext cx="1911" cy="4299"/>
            </a:xfrm>
            <a:custGeom>
              <a:avLst/>
              <a:gdLst>
                <a:gd name="csX0" fmla="*/ 1911 w 1911"/>
                <a:gd name="csY0" fmla="*/ 1433 h 4299"/>
                <a:gd name="csX1" fmla="*/ 1911 w 1911"/>
                <a:gd name="csY1" fmla="*/ 4300 h 4299"/>
                <a:gd name="csX2" fmla="*/ 1911 w 1911"/>
                <a:gd name="csY2" fmla="*/ 4300 h 4299"/>
                <a:gd name="csX3" fmla="*/ 1911 w 1911"/>
                <a:gd name="csY3" fmla="*/ 1433 h 4299"/>
                <a:gd name="csX4" fmla="*/ 0 w 1911"/>
                <a:gd name="csY4" fmla="*/ 0 h 4299"/>
                <a:gd name="csX5" fmla="*/ 1911 w 1911"/>
                <a:gd name="csY5" fmla="*/ 1433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4299">
                  <a:moveTo>
                    <a:pt x="1911" y="1433"/>
                  </a:moveTo>
                  <a:lnTo>
                    <a:pt x="1911" y="4300"/>
                  </a:lnTo>
                  <a:lnTo>
                    <a:pt x="1911" y="4300"/>
                  </a:lnTo>
                  <a:lnTo>
                    <a:pt x="1911" y="1433"/>
                  </a:lnTo>
                  <a:lnTo>
                    <a:pt x="0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0" name="Freeform 2749">
              <a:extLst>
                <a:ext uri="{FF2B5EF4-FFF2-40B4-BE49-F238E27FC236}">
                  <a16:creationId xmlns:a16="http://schemas.microsoft.com/office/drawing/2014/main" id="{635656DB-D6A9-8D17-BA2B-09C86865CEE9}"/>
                </a:ext>
              </a:extLst>
            </p:cNvPr>
            <p:cNvSpPr/>
            <p:nvPr/>
          </p:nvSpPr>
          <p:spPr>
            <a:xfrm>
              <a:off x="4467897" y="3906035"/>
              <a:ext cx="955" cy="2866"/>
            </a:xfrm>
            <a:custGeom>
              <a:avLst/>
              <a:gdLst>
                <a:gd name="csX0" fmla="*/ 478 w 955"/>
                <a:gd name="csY0" fmla="*/ 0 h 2866"/>
                <a:gd name="csX1" fmla="*/ 956 w 955"/>
                <a:gd name="csY1" fmla="*/ 956 h 2866"/>
                <a:gd name="csX2" fmla="*/ 478 w 955"/>
                <a:gd name="csY2" fmla="*/ 2389 h 2866"/>
                <a:gd name="csX3" fmla="*/ 0 w 955"/>
                <a:gd name="csY3" fmla="*/ 2866 h 2866"/>
                <a:gd name="csX4" fmla="*/ 0 w 955"/>
                <a:gd name="csY4" fmla="*/ 1433 h 2866"/>
                <a:gd name="csX5" fmla="*/ 478 w 955"/>
                <a:gd name="csY5" fmla="*/ 478 h 2866"/>
                <a:gd name="csX6" fmla="*/ 478 w 955"/>
                <a:gd name="csY6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2866">
                  <a:moveTo>
                    <a:pt x="478" y="0"/>
                  </a:moveTo>
                  <a:lnTo>
                    <a:pt x="956" y="956"/>
                  </a:lnTo>
                  <a:lnTo>
                    <a:pt x="478" y="2389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1" name="Freeform 2750">
              <a:extLst>
                <a:ext uri="{FF2B5EF4-FFF2-40B4-BE49-F238E27FC236}">
                  <a16:creationId xmlns:a16="http://schemas.microsoft.com/office/drawing/2014/main" id="{60978836-B5EC-C58B-03F0-6321A5681A0E}"/>
                </a:ext>
              </a:extLst>
            </p:cNvPr>
            <p:cNvSpPr/>
            <p:nvPr/>
          </p:nvSpPr>
          <p:spPr>
            <a:xfrm>
              <a:off x="4465031" y="5500219"/>
              <a:ext cx="2866" cy="13853"/>
            </a:xfrm>
            <a:custGeom>
              <a:avLst/>
              <a:gdLst>
                <a:gd name="csX0" fmla="*/ 2867 w 2866"/>
                <a:gd name="csY0" fmla="*/ 0 h 13853"/>
                <a:gd name="csX1" fmla="*/ 2389 w 2866"/>
                <a:gd name="csY1" fmla="*/ 1433 h 13853"/>
                <a:gd name="csX2" fmla="*/ 2389 w 2866"/>
                <a:gd name="csY2" fmla="*/ 6210 h 13853"/>
                <a:gd name="csX3" fmla="*/ 2389 w 2866"/>
                <a:gd name="csY3" fmla="*/ 8121 h 13853"/>
                <a:gd name="csX4" fmla="*/ 1433 w 2866"/>
                <a:gd name="csY4" fmla="*/ 10988 h 13853"/>
                <a:gd name="csX5" fmla="*/ 478 w 2866"/>
                <a:gd name="csY5" fmla="*/ 13376 h 13853"/>
                <a:gd name="csX6" fmla="*/ 0 w 2866"/>
                <a:gd name="csY6" fmla="*/ 13854 h 13853"/>
                <a:gd name="csX7" fmla="*/ 478 w 2866"/>
                <a:gd name="csY7" fmla="*/ 13376 h 13853"/>
                <a:gd name="csX8" fmla="*/ 1433 w 2866"/>
                <a:gd name="csY8" fmla="*/ 10988 h 13853"/>
                <a:gd name="csX9" fmla="*/ 2389 w 2866"/>
                <a:gd name="csY9" fmla="*/ 8121 h 13853"/>
                <a:gd name="csX10" fmla="*/ 2389 w 2866"/>
                <a:gd name="csY10" fmla="*/ 6210 h 13853"/>
                <a:gd name="csX11" fmla="*/ 2389 w 2866"/>
                <a:gd name="csY11" fmla="*/ 1433 h 13853"/>
                <a:gd name="csX12" fmla="*/ 2867 w 2866"/>
                <a:gd name="csY12" fmla="*/ 0 h 13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866" h="13853">
                  <a:moveTo>
                    <a:pt x="2867" y="0"/>
                  </a:moveTo>
                  <a:lnTo>
                    <a:pt x="2389" y="1433"/>
                  </a:lnTo>
                  <a:lnTo>
                    <a:pt x="2389" y="6210"/>
                  </a:lnTo>
                  <a:lnTo>
                    <a:pt x="2389" y="8121"/>
                  </a:lnTo>
                  <a:lnTo>
                    <a:pt x="1433" y="10988"/>
                  </a:lnTo>
                  <a:lnTo>
                    <a:pt x="478" y="13376"/>
                  </a:lnTo>
                  <a:lnTo>
                    <a:pt x="0" y="13854"/>
                  </a:lnTo>
                  <a:lnTo>
                    <a:pt x="478" y="13376"/>
                  </a:lnTo>
                  <a:lnTo>
                    <a:pt x="1433" y="10988"/>
                  </a:lnTo>
                  <a:lnTo>
                    <a:pt x="2389" y="8121"/>
                  </a:lnTo>
                  <a:lnTo>
                    <a:pt x="2389" y="6210"/>
                  </a:lnTo>
                  <a:lnTo>
                    <a:pt x="2389" y="1433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2" name="Freeform 2751">
              <a:extLst>
                <a:ext uri="{FF2B5EF4-FFF2-40B4-BE49-F238E27FC236}">
                  <a16:creationId xmlns:a16="http://schemas.microsoft.com/office/drawing/2014/main" id="{33CAFFC9-C793-97E5-9155-2EA7C110AA01}"/>
                </a:ext>
              </a:extLst>
            </p:cNvPr>
            <p:cNvSpPr/>
            <p:nvPr/>
          </p:nvSpPr>
          <p:spPr>
            <a:xfrm>
              <a:off x="4456432" y="5839407"/>
              <a:ext cx="10987" cy="955"/>
            </a:xfrm>
            <a:custGeom>
              <a:avLst/>
              <a:gdLst>
                <a:gd name="csX0" fmla="*/ 10988 w 10987"/>
                <a:gd name="csY0" fmla="*/ 956 h 955"/>
                <a:gd name="csX1" fmla="*/ 5255 w 10987"/>
                <a:gd name="csY1" fmla="*/ 956 h 955"/>
                <a:gd name="csX2" fmla="*/ 956 w 10987"/>
                <a:gd name="csY2" fmla="*/ 478 h 955"/>
                <a:gd name="csX3" fmla="*/ 0 w 10987"/>
                <a:gd name="csY3" fmla="*/ 0 h 955"/>
                <a:gd name="csX4" fmla="*/ 956 w 10987"/>
                <a:gd name="csY4" fmla="*/ 478 h 955"/>
                <a:gd name="csX5" fmla="*/ 5255 w 10987"/>
                <a:gd name="csY5" fmla="*/ 478 h 955"/>
                <a:gd name="csX6" fmla="*/ 10988 w 10987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987" h="955">
                  <a:moveTo>
                    <a:pt x="10988" y="956"/>
                  </a:moveTo>
                  <a:lnTo>
                    <a:pt x="5255" y="956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5255" y="478"/>
                  </a:lnTo>
                  <a:lnTo>
                    <a:pt x="1098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3" name="Freeform 2752">
              <a:extLst>
                <a:ext uri="{FF2B5EF4-FFF2-40B4-BE49-F238E27FC236}">
                  <a16:creationId xmlns:a16="http://schemas.microsoft.com/office/drawing/2014/main" id="{AA94C64D-CE84-E39F-536F-FB5EACA3DAF7}"/>
                </a:ext>
              </a:extLst>
            </p:cNvPr>
            <p:cNvSpPr/>
            <p:nvPr/>
          </p:nvSpPr>
          <p:spPr>
            <a:xfrm>
              <a:off x="4445921" y="2438928"/>
              <a:ext cx="21020" cy="12420"/>
            </a:xfrm>
            <a:custGeom>
              <a:avLst/>
              <a:gdLst>
                <a:gd name="csX0" fmla="*/ 21020 w 21020"/>
                <a:gd name="csY0" fmla="*/ 6210 h 12420"/>
                <a:gd name="csX1" fmla="*/ 20543 w 21020"/>
                <a:gd name="csY1" fmla="*/ 9555 h 12420"/>
                <a:gd name="csX2" fmla="*/ 16721 w 21020"/>
                <a:gd name="csY2" fmla="*/ 11943 h 12420"/>
                <a:gd name="csX3" fmla="*/ 9555 w 21020"/>
                <a:gd name="csY3" fmla="*/ 12421 h 12420"/>
                <a:gd name="csX4" fmla="*/ 2389 w 21020"/>
                <a:gd name="csY4" fmla="*/ 9077 h 12420"/>
                <a:gd name="csX5" fmla="*/ 0 w 21020"/>
                <a:gd name="csY5" fmla="*/ 6688 h 12420"/>
                <a:gd name="csX6" fmla="*/ 478 w 21020"/>
                <a:gd name="csY6" fmla="*/ 2866 h 12420"/>
                <a:gd name="csX7" fmla="*/ 1433 w 21020"/>
                <a:gd name="csY7" fmla="*/ 1433 h 12420"/>
                <a:gd name="csX8" fmla="*/ 5255 w 21020"/>
                <a:gd name="csY8" fmla="*/ 0 h 12420"/>
                <a:gd name="csX9" fmla="*/ 8121 w 21020"/>
                <a:gd name="csY9" fmla="*/ 0 h 12420"/>
                <a:gd name="csX10" fmla="*/ 10510 w 21020"/>
                <a:gd name="csY10" fmla="*/ 478 h 12420"/>
                <a:gd name="csX11" fmla="*/ 15287 w 21020"/>
                <a:gd name="csY11" fmla="*/ 2866 h 12420"/>
                <a:gd name="csX12" fmla="*/ 18632 w 21020"/>
                <a:gd name="csY12" fmla="*/ 5255 h 12420"/>
                <a:gd name="csX13" fmla="*/ 21020 w 21020"/>
                <a:gd name="csY13" fmla="*/ 6210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1020" h="12420">
                  <a:moveTo>
                    <a:pt x="21020" y="6210"/>
                  </a:moveTo>
                  <a:lnTo>
                    <a:pt x="20543" y="9555"/>
                  </a:lnTo>
                  <a:lnTo>
                    <a:pt x="16721" y="11943"/>
                  </a:lnTo>
                  <a:lnTo>
                    <a:pt x="9555" y="12421"/>
                  </a:lnTo>
                  <a:lnTo>
                    <a:pt x="2389" y="9077"/>
                  </a:lnTo>
                  <a:lnTo>
                    <a:pt x="0" y="6688"/>
                  </a:lnTo>
                  <a:lnTo>
                    <a:pt x="478" y="2866"/>
                  </a:lnTo>
                  <a:lnTo>
                    <a:pt x="1433" y="1433"/>
                  </a:lnTo>
                  <a:lnTo>
                    <a:pt x="5255" y="0"/>
                  </a:lnTo>
                  <a:lnTo>
                    <a:pt x="8121" y="0"/>
                  </a:lnTo>
                  <a:lnTo>
                    <a:pt x="10510" y="478"/>
                  </a:lnTo>
                  <a:lnTo>
                    <a:pt x="15287" y="2866"/>
                  </a:lnTo>
                  <a:lnTo>
                    <a:pt x="18632" y="5255"/>
                  </a:lnTo>
                  <a:lnTo>
                    <a:pt x="21020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4" name="Freeform 2753">
              <a:extLst>
                <a:ext uri="{FF2B5EF4-FFF2-40B4-BE49-F238E27FC236}">
                  <a16:creationId xmlns:a16="http://schemas.microsoft.com/office/drawing/2014/main" id="{330ACF6B-536B-A662-EC64-FAAB60605739}"/>
                </a:ext>
              </a:extLst>
            </p:cNvPr>
            <p:cNvSpPr/>
            <p:nvPr/>
          </p:nvSpPr>
          <p:spPr>
            <a:xfrm>
              <a:off x="4464075" y="5647837"/>
              <a:ext cx="2866" cy="4777"/>
            </a:xfrm>
            <a:custGeom>
              <a:avLst/>
              <a:gdLst>
                <a:gd name="csX0" fmla="*/ 955 w 2866"/>
                <a:gd name="csY0" fmla="*/ 2389 h 4777"/>
                <a:gd name="csX1" fmla="*/ 2866 w 2866"/>
                <a:gd name="csY1" fmla="*/ 4777 h 4777"/>
                <a:gd name="csX2" fmla="*/ 2866 w 2866"/>
                <a:gd name="csY2" fmla="*/ 4777 h 4777"/>
                <a:gd name="csX3" fmla="*/ 955 w 2866"/>
                <a:gd name="csY3" fmla="*/ 2389 h 4777"/>
                <a:gd name="csX4" fmla="*/ 0 w 2866"/>
                <a:gd name="csY4" fmla="*/ 0 h 4777"/>
                <a:gd name="csX5" fmla="*/ 0 w 2866"/>
                <a:gd name="csY5" fmla="*/ 0 h 4777"/>
                <a:gd name="csX6" fmla="*/ 955 w 2866"/>
                <a:gd name="csY6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4777">
                  <a:moveTo>
                    <a:pt x="955" y="2389"/>
                  </a:moveTo>
                  <a:lnTo>
                    <a:pt x="2866" y="4777"/>
                  </a:lnTo>
                  <a:lnTo>
                    <a:pt x="2866" y="4777"/>
                  </a:lnTo>
                  <a:lnTo>
                    <a:pt x="955" y="2389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5" name="Freeform 2754">
              <a:extLst>
                <a:ext uri="{FF2B5EF4-FFF2-40B4-BE49-F238E27FC236}">
                  <a16:creationId xmlns:a16="http://schemas.microsoft.com/office/drawing/2014/main" id="{DCE1EAC0-6093-1D50-2A0E-CBF708E26368}"/>
                </a:ext>
              </a:extLst>
            </p:cNvPr>
            <p:cNvSpPr/>
            <p:nvPr/>
          </p:nvSpPr>
          <p:spPr>
            <a:xfrm>
              <a:off x="4465509" y="5659780"/>
              <a:ext cx="477" cy="1911"/>
            </a:xfrm>
            <a:custGeom>
              <a:avLst/>
              <a:gdLst>
                <a:gd name="csX0" fmla="*/ 478 w 477"/>
                <a:gd name="csY0" fmla="*/ 0 h 1911"/>
                <a:gd name="csX1" fmla="*/ 0 w 477"/>
                <a:gd name="csY1" fmla="*/ 1911 h 1911"/>
                <a:gd name="csX2" fmla="*/ 0 w 477"/>
                <a:gd name="csY2" fmla="*/ 1911 h 1911"/>
                <a:gd name="csX3" fmla="*/ 478 w 477"/>
                <a:gd name="csY3" fmla="*/ 0 h 1911"/>
                <a:gd name="csX4" fmla="*/ 478 w 477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911">
                  <a:moveTo>
                    <a:pt x="478" y="0"/>
                  </a:moveTo>
                  <a:lnTo>
                    <a:pt x="0" y="1911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6" name="Freeform 2755">
              <a:extLst>
                <a:ext uri="{FF2B5EF4-FFF2-40B4-BE49-F238E27FC236}">
                  <a16:creationId xmlns:a16="http://schemas.microsoft.com/office/drawing/2014/main" id="{0C47D100-6B95-3FC3-8514-9EEDA63127A0}"/>
                </a:ext>
              </a:extLst>
            </p:cNvPr>
            <p:cNvSpPr/>
            <p:nvPr/>
          </p:nvSpPr>
          <p:spPr>
            <a:xfrm>
              <a:off x="4428723" y="4520395"/>
              <a:ext cx="36307" cy="47772"/>
            </a:xfrm>
            <a:custGeom>
              <a:avLst/>
              <a:gdLst>
                <a:gd name="csX0" fmla="*/ 36307 w 36307"/>
                <a:gd name="csY0" fmla="*/ 0 h 47772"/>
                <a:gd name="csX1" fmla="*/ 32486 w 36307"/>
                <a:gd name="csY1" fmla="*/ 956 h 47772"/>
                <a:gd name="csX2" fmla="*/ 28186 w 36307"/>
                <a:gd name="csY2" fmla="*/ 1911 h 47772"/>
                <a:gd name="csX3" fmla="*/ 26753 w 36307"/>
                <a:gd name="csY3" fmla="*/ 2867 h 47772"/>
                <a:gd name="csX4" fmla="*/ 22453 w 36307"/>
                <a:gd name="csY4" fmla="*/ 10510 h 47772"/>
                <a:gd name="csX5" fmla="*/ 18154 w 36307"/>
                <a:gd name="csY5" fmla="*/ 11943 h 47772"/>
                <a:gd name="csX6" fmla="*/ 16721 w 36307"/>
                <a:gd name="csY6" fmla="*/ 13377 h 47772"/>
                <a:gd name="csX7" fmla="*/ 15765 w 36307"/>
                <a:gd name="csY7" fmla="*/ 14810 h 47772"/>
                <a:gd name="csX8" fmla="*/ 13376 w 36307"/>
                <a:gd name="csY8" fmla="*/ 17198 h 47772"/>
                <a:gd name="csX9" fmla="*/ 12421 w 36307"/>
                <a:gd name="csY9" fmla="*/ 19109 h 47772"/>
                <a:gd name="csX10" fmla="*/ 10032 w 36307"/>
                <a:gd name="csY10" fmla="*/ 23409 h 47772"/>
                <a:gd name="csX11" fmla="*/ 8599 w 36307"/>
                <a:gd name="csY11" fmla="*/ 29142 h 47772"/>
                <a:gd name="csX12" fmla="*/ 8121 w 36307"/>
                <a:gd name="csY12" fmla="*/ 32008 h 47772"/>
                <a:gd name="csX13" fmla="*/ 7166 w 36307"/>
                <a:gd name="csY13" fmla="*/ 36308 h 47772"/>
                <a:gd name="csX14" fmla="*/ 6210 w 36307"/>
                <a:gd name="csY14" fmla="*/ 38696 h 47772"/>
                <a:gd name="csX15" fmla="*/ 4777 w 36307"/>
                <a:gd name="csY15" fmla="*/ 40607 h 47772"/>
                <a:gd name="csX16" fmla="*/ 2866 w 36307"/>
                <a:gd name="csY16" fmla="*/ 42518 h 47772"/>
                <a:gd name="csX17" fmla="*/ 1433 w 36307"/>
                <a:gd name="csY17" fmla="*/ 44907 h 47772"/>
                <a:gd name="csX18" fmla="*/ 478 w 36307"/>
                <a:gd name="csY18" fmla="*/ 46818 h 47772"/>
                <a:gd name="csX19" fmla="*/ 0 w 36307"/>
                <a:gd name="csY19" fmla="*/ 47295 h 47772"/>
                <a:gd name="csX20" fmla="*/ 478 w 36307"/>
                <a:gd name="csY20" fmla="*/ 47773 h 47772"/>
                <a:gd name="csX21" fmla="*/ 478 w 36307"/>
                <a:gd name="csY21" fmla="*/ 47773 h 47772"/>
                <a:gd name="csX22" fmla="*/ 0 w 36307"/>
                <a:gd name="csY22" fmla="*/ 47295 h 47772"/>
                <a:gd name="csX23" fmla="*/ 0 w 36307"/>
                <a:gd name="csY23" fmla="*/ 46818 h 47772"/>
                <a:gd name="csX24" fmla="*/ 1433 w 36307"/>
                <a:gd name="csY24" fmla="*/ 44907 h 47772"/>
                <a:gd name="csX25" fmla="*/ 2866 w 36307"/>
                <a:gd name="csY25" fmla="*/ 42518 h 47772"/>
                <a:gd name="csX26" fmla="*/ 4300 w 36307"/>
                <a:gd name="csY26" fmla="*/ 40607 h 47772"/>
                <a:gd name="csX27" fmla="*/ 5733 w 36307"/>
                <a:gd name="csY27" fmla="*/ 38696 h 47772"/>
                <a:gd name="csX28" fmla="*/ 7166 w 36307"/>
                <a:gd name="csY28" fmla="*/ 36308 h 47772"/>
                <a:gd name="csX29" fmla="*/ 7644 w 36307"/>
                <a:gd name="csY29" fmla="*/ 32008 h 47772"/>
                <a:gd name="csX30" fmla="*/ 8599 w 36307"/>
                <a:gd name="csY30" fmla="*/ 29142 h 47772"/>
                <a:gd name="csX31" fmla="*/ 10032 w 36307"/>
                <a:gd name="csY31" fmla="*/ 23409 h 47772"/>
                <a:gd name="csX32" fmla="*/ 12421 w 36307"/>
                <a:gd name="csY32" fmla="*/ 19109 h 47772"/>
                <a:gd name="csX33" fmla="*/ 13376 w 36307"/>
                <a:gd name="csY33" fmla="*/ 17198 h 47772"/>
                <a:gd name="csX34" fmla="*/ 15765 w 36307"/>
                <a:gd name="csY34" fmla="*/ 14332 h 47772"/>
                <a:gd name="csX35" fmla="*/ 16721 w 36307"/>
                <a:gd name="csY35" fmla="*/ 12899 h 47772"/>
                <a:gd name="csX36" fmla="*/ 18154 w 36307"/>
                <a:gd name="csY36" fmla="*/ 11943 h 47772"/>
                <a:gd name="csX37" fmla="*/ 21975 w 36307"/>
                <a:gd name="csY37" fmla="*/ 10510 h 47772"/>
                <a:gd name="csX38" fmla="*/ 26753 w 36307"/>
                <a:gd name="csY38" fmla="*/ 2867 h 47772"/>
                <a:gd name="csX39" fmla="*/ 27708 w 36307"/>
                <a:gd name="csY39" fmla="*/ 1911 h 47772"/>
                <a:gd name="csX40" fmla="*/ 32486 w 36307"/>
                <a:gd name="csY40" fmla="*/ 478 h 47772"/>
                <a:gd name="csX41" fmla="*/ 36307 w 36307"/>
                <a:gd name="csY41" fmla="*/ 0 h 47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36307" h="47772">
                  <a:moveTo>
                    <a:pt x="36307" y="0"/>
                  </a:moveTo>
                  <a:lnTo>
                    <a:pt x="32486" y="956"/>
                  </a:lnTo>
                  <a:lnTo>
                    <a:pt x="28186" y="1911"/>
                  </a:lnTo>
                  <a:lnTo>
                    <a:pt x="26753" y="2867"/>
                  </a:lnTo>
                  <a:lnTo>
                    <a:pt x="22453" y="10510"/>
                  </a:lnTo>
                  <a:lnTo>
                    <a:pt x="18154" y="11943"/>
                  </a:lnTo>
                  <a:lnTo>
                    <a:pt x="16721" y="13377"/>
                  </a:lnTo>
                  <a:lnTo>
                    <a:pt x="15765" y="14810"/>
                  </a:lnTo>
                  <a:lnTo>
                    <a:pt x="13376" y="17198"/>
                  </a:lnTo>
                  <a:lnTo>
                    <a:pt x="12421" y="19109"/>
                  </a:lnTo>
                  <a:lnTo>
                    <a:pt x="10032" y="23409"/>
                  </a:lnTo>
                  <a:lnTo>
                    <a:pt x="8599" y="29142"/>
                  </a:lnTo>
                  <a:lnTo>
                    <a:pt x="8121" y="32008"/>
                  </a:lnTo>
                  <a:lnTo>
                    <a:pt x="7166" y="36308"/>
                  </a:lnTo>
                  <a:lnTo>
                    <a:pt x="6210" y="38696"/>
                  </a:lnTo>
                  <a:lnTo>
                    <a:pt x="4777" y="40607"/>
                  </a:lnTo>
                  <a:lnTo>
                    <a:pt x="2866" y="42518"/>
                  </a:lnTo>
                  <a:lnTo>
                    <a:pt x="1433" y="44907"/>
                  </a:lnTo>
                  <a:lnTo>
                    <a:pt x="478" y="46818"/>
                  </a:lnTo>
                  <a:lnTo>
                    <a:pt x="0" y="47295"/>
                  </a:lnTo>
                  <a:lnTo>
                    <a:pt x="478" y="47773"/>
                  </a:lnTo>
                  <a:lnTo>
                    <a:pt x="478" y="47773"/>
                  </a:lnTo>
                  <a:lnTo>
                    <a:pt x="0" y="47295"/>
                  </a:lnTo>
                  <a:lnTo>
                    <a:pt x="0" y="46818"/>
                  </a:lnTo>
                  <a:lnTo>
                    <a:pt x="1433" y="44907"/>
                  </a:lnTo>
                  <a:lnTo>
                    <a:pt x="2866" y="42518"/>
                  </a:lnTo>
                  <a:lnTo>
                    <a:pt x="4300" y="40607"/>
                  </a:lnTo>
                  <a:lnTo>
                    <a:pt x="5733" y="38696"/>
                  </a:lnTo>
                  <a:lnTo>
                    <a:pt x="7166" y="36308"/>
                  </a:lnTo>
                  <a:lnTo>
                    <a:pt x="7644" y="32008"/>
                  </a:lnTo>
                  <a:lnTo>
                    <a:pt x="8599" y="29142"/>
                  </a:lnTo>
                  <a:lnTo>
                    <a:pt x="10032" y="23409"/>
                  </a:lnTo>
                  <a:lnTo>
                    <a:pt x="12421" y="19109"/>
                  </a:lnTo>
                  <a:lnTo>
                    <a:pt x="13376" y="17198"/>
                  </a:lnTo>
                  <a:lnTo>
                    <a:pt x="15765" y="14332"/>
                  </a:lnTo>
                  <a:lnTo>
                    <a:pt x="16721" y="12899"/>
                  </a:lnTo>
                  <a:lnTo>
                    <a:pt x="18154" y="11943"/>
                  </a:lnTo>
                  <a:lnTo>
                    <a:pt x="21975" y="10510"/>
                  </a:lnTo>
                  <a:lnTo>
                    <a:pt x="26753" y="2867"/>
                  </a:lnTo>
                  <a:lnTo>
                    <a:pt x="27708" y="1911"/>
                  </a:lnTo>
                  <a:lnTo>
                    <a:pt x="32486" y="478"/>
                  </a:lnTo>
                  <a:lnTo>
                    <a:pt x="3630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7" name="Freeform 2756">
              <a:extLst>
                <a:ext uri="{FF2B5EF4-FFF2-40B4-BE49-F238E27FC236}">
                  <a16:creationId xmlns:a16="http://schemas.microsoft.com/office/drawing/2014/main" id="{5CF26548-19E0-EE45-0B67-5E2BB184CD90}"/>
                </a:ext>
              </a:extLst>
            </p:cNvPr>
            <p:cNvSpPr/>
            <p:nvPr/>
          </p:nvSpPr>
          <p:spPr>
            <a:xfrm>
              <a:off x="4454521" y="5642582"/>
              <a:ext cx="9554" cy="5254"/>
            </a:xfrm>
            <a:custGeom>
              <a:avLst/>
              <a:gdLst>
                <a:gd name="csX0" fmla="*/ 9555 w 9554"/>
                <a:gd name="csY0" fmla="*/ 5255 h 5254"/>
                <a:gd name="csX1" fmla="*/ 5255 w 9554"/>
                <a:gd name="csY1" fmla="*/ 3822 h 5254"/>
                <a:gd name="csX2" fmla="*/ 478 w 9554"/>
                <a:gd name="csY2" fmla="*/ 3344 h 5254"/>
                <a:gd name="csX3" fmla="*/ 0 w 9554"/>
                <a:gd name="csY3" fmla="*/ 956 h 5254"/>
                <a:gd name="csX4" fmla="*/ 0 w 9554"/>
                <a:gd name="csY4" fmla="*/ 0 h 5254"/>
                <a:gd name="csX5" fmla="*/ 0 w 9554"/>
                <a:gd name="csY5" fmla="*/ 0 h 5254"/>
                <a:gd name="csX6" fmla="*/ 0 w 9554"/>
                <a:gd name="csY6" fmla="*/ 956 h 5254"/>
                <a:gd name="csX7" fmla="*/ 478 w 9554"/>
                <a:gd name="csY7" fmla="*/ 3344 h 5254"/>
                <a:gd name="csX8" fmla="*/ 5255 w 9554"/>
                <a:gd name="csY8" fmla="*/ 3822 h 5254"/>
                <a:gd name="csX9" fmla="*/ 9555 w 9554"/>
                <a:gd name="csY9" fmla="*/ 52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554" h="5254">
                  <a:moveTo>
                    <a:pt x="9555" y="5255"/>
                  </a:moveTo>
                  <a:lnTo>
                    <a:pt x="5255" y="3822"/>
                  </a:lnTo>
                  <a:lnTo>
                    <a:pt x="478" y="3344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6"/>
                  </a:lnTo>
                  <a:lnTo>
                    <a:pt x="478" y="3344"/>
                  </a:lnTo>
                  <a:lnTo>
                    <a:pt x="5255" y="3822"/>
                  </a:lnTo>
                  <a:lnTo>
                    <a:pt x="9555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8" name="Freeform 2757">
              <a:extLst>
                <a:ext uri="{FF2B5EF4-FFF2-40B4-BE49-F238E27FC236}">
                  <a16:creationId xmlns:a16="http://schemas.microsoft.com/office/drawing/2014/main" id="{04725ABB-6115-4206-3940-70B1077D63EF}"/>
                </a:ext>
              </a:extLst>
            </p:cNvPr>
            <p:cNvSpPr/>
            <p:nvPr/>
          </p:nvSpPr>
          <p:spPr>
            <a:xfrm>
              <a:off x="4462164" y="5671246"/>
              <a:ext cx="955" cy="3821"/>
            </a:xfrm>
            <a:custGeom>
              <a:avLst/>
              <a:gdLst>
                <a:gd name="csX0" fmla="*/ 0 w 955"/>
                <a:gd name="csY0" fmla="*/ 0 h 3821"/>
                <a:gd name="csX1" fmla="*/ 956 w 955"/>
                <a:gd name="csY1" fmla="*/ 1911 h 3821"/>
                <a:gd name="csX2" fmla="*/ 0 w 955"/>
                <a:gd name="csY2" fmla="*/ 3822 h 3821"/>
                <a:gd name="csX3" fmla="*/ 956 w 955"/>
                <a:gd name="csY3" fmla="*/ 1911 h 3821"/>
                <a:gd name="csX4" fmla="*/ 0 w 955"/>
                <a:gd name="csY4" fmla="*/ 0 h 3821"/>
                <a:gd name="csX5" fmla="*/ 0 w 955"/>
                <a:gd name="csY5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3821">
                  <a:moveTo>
                    <a:pt x="0" y="0"/>
                  </a:moveTo>
                  <a:lnTo>
                    <a:pt x="956" y="1911"/>
                  </a:lnTo>
                  <a:lnTo>
                    <a:pt x="0" y="3822"/>
                  </a:lnTo>
                  <a:lnTo>
                    <a:pt x="956" y="19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9" name="Freeform 2758">
              <a:extLst>
                <a:ext uri="{FF2B5EF4-FFF2-40B4-BE49-F238E27FC236}">
                  <a16:creationId xmlns:a16="http://schemas.microsoft.com/office/drawing/2014/main" id="{027ACDD0-684A-DE2E-EEFE-07063FD0708B}"/>
                </a:ext>
              </a:extLst>
            </p:cNvPr>
            <p:cNvSpPr/>
            <p:nvPr/>
          </p:nvSpPr>
          <p:spPr>
            <a:xfrm>
              <a:off x="4458820" y="4329781"/>
              <a:ext cx="4299" cy="1910"/>
            </a:xfrm>
            <a:custGeom>
              <a:avLst/>
              <a:gdLst>
                <a:gd name="csX0" fmla="*/ 3822 w 4299"/>
                <a:gd name="csY0" fmla="*/ 0 h 1910"/>
                <a:gd name="csX1" fmla="*/ 4300 w 4299"/>
                <a:gd name="csY1" fmla="*/ 956 h 1910"/>
                <a:gd name="csX2" fmla="*/ 3822 w 4299"/>
                <a:gd name="csY2" fmla="*/ 1433 h 1910"/>
                <a:gd name="csX3" fmla="*/ 3822 w 4299"/>
                <a:gd name="csY3" fmla="*/ 1911 h 1910"/>
                <a:gd name="csX4" fmla="*/ 2389 w 4299"/>
                <a:gd name="csY4" fmla="*/ 956 h 1910"/>
                <a:gd name="csX5" fmla="*/ 478 w 4299"/>
                <a:gd name="csY5" fmla="*/ 956 h 1910"/>
                <a:gd name="csX6" fmla="*/ 0 w 4299"/>
                <a:gd name="csY6" fmla="*/ 0 h 1910"/>
                <a:gd name="csX7" fmla="*/ 956 w 4299"/>
                <a:gd name="csY7" fmla="*/ 0 h 1910"/>
                <a:gd name="csX8" fmla="*/ 3822 w 4299"/>
                <a:gd name="csY8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1910">
                  <a:moveTo>
                    <a:pt x="3822" y="0"/>
                  </a:moveTo>
                  <a:lnTo>
                    <a:pt x="4300" y="956"/>
                  </a:lnTo>
                  <a:lnTo>
                    <a:pt x="3822" y="1433"/>
                  </a:lnTo>
                  <a:lnTo>
                    <a:pt x="3822" y="1911"/>
                  </a:lnTo>
                  <a:lnTo>
                    <a:pt x="2389" y="956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0" name="Freeform 2759">
              <a:extLst>
                <a:ext uri="{FF2B5EF4-FFF2-40B4-BE49-F238E27FC236}">
                  <a16:creationId xmlns:a16="http://schemas.microsoft.com/office/drawing/2014/main" id="{D86346DE-F7AA-2DC1-4B4F-2F05A3DC3142}"/>
                </a:ext>
              </a:extLst>
            </p:cNvPr>
            <p:cNvSpPr/>
            <p:nvPr/>
          </p:nvSpPr>
          <p:spPr>
            <a:xfrm>
              <a:off x="4461687" y="5521239"/>
              <a:ext cx="1433" cy="6210"/>
            </a:xfrm>
            <a:custGeom>
              <a:avLst/>
              <a:gdLst>
                <a:gd name="csX0" fmla="*/ 478 w 1433"/>
                <a:gd name="csY0" fmla="*/ 0 h 6210"/>
                <a:gd name="csX1" fmla="*/ 1433 w 1433"/>
                <a:gd name="csY1" fmla="*/ 1433 h 6210"/>
                <a:gd name="csX2" fmla="*/ 1433 w 1433"/>
                <a:gd name="csY2" fmla="*/ 2389 h 6210"/>
                <a:gd name="csX3" fmla="*/ 955 w 1433"/>
                <a:gd name="csY3" fmla="*/ 4777 h 6210"/>
                <a:gd name="csX4" fmla="*/ 0 w 1433"/>
                <a:gd name="csY4" fmla="*/ 6211 h 6210"/>
                <a:gd name="csX5" fmla="*/ 955 w 1433"/>
                <a:gd name="csY5" fmla="*/ 4300 h 6210"/>
                <a:gd name="csX6" fmla="*/ 955 w 1433"/>
                <a:gd name="csY6" fmla="*/ 2389 h 6210"/>
                <a:gd name="csX7" fmla="*/ 1433 w 1433"/>
                <a:gd name="csY7" fmla="*/ 1433 h 6210"/>
                <a:gd name="csX8" fmla="*/ 478 w 1433"/>
                <a:gd name="csY8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6210">
                  <a:moveTo>
                    <a:pt x="478" y="0"/>
                  </a:moveTo>
                  <a:lnTo>
                    <a:pt x="1433" y="1433"/>
                  </a:lnTo>
                  <a:lnTo>
                    <a:pt x="1433" y="2389"/>
                  </a:lnTo>
                  <a:lnTo>
                    <a:pt x="955" y="4777"/>
                  </a:lnTo>
                  <a:lnTo>
                    <a:pt x="0" y="6211"/>
                  </a:lnTo>
                  <a:lnTo>
                    <a:pt x="955" y="4300"/>
                  </a:lnTo>
                  <a:lnTo>
                    <a:pt x="955" y="2389"/>
                  </a:lnTo>
                  <a:lnTo>
                    <a:pt x="1433" y="143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1" name="Freeform 2760">
              <a:extLst>
                <a:ext uri="{FF2B5EF4-FFF2-40B4-BE49-F238E27FC236}">
                  <a16:creationId xmlns:a16="http://schemas.microsoft.com/office/drawing/2014/main" id="{665A682D-B486-D195-3F56-EB4ECC175733}"/>
                </a:ext>
              </a:extLst>
            </p:cNvPr>
            <p:cNvSpPr/>
            <p:nvPr/>
          </p:nvSpPr>
          <p:spPr>
            <a:xfrm>
              <a:off x="4462642" y="4380899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478 h 1433"/>
                <a:gd name="csX2" fmla="*/ 0 w 477"/>
                <a:gd name="csY2" fmla="*/ 1433 h 1433"/>
                <a:gd name="csX3" fmla="*/ 478 w 477"/>
                <a:gd name="csY3" fmla="*/ 478 h 1433"/>
                <a:gd name="csX4" fmla="*/ 478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478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2" name="Freeform 2761">
              <a:extLst>
                <a:ext uri="{FF2B5EF4-FFF2-40B4-BE49-F238E27FC236}">
                  <a16:creationId xmlns:a16="http://schemas.microsoft.com/office/drawing/2014/main" id="{69E892D0-1512-DB14-44FD-89C575CF8F7E}"/>
                </a:ext>
              </a:extLst>
            </p:cNvPr>
            <p:cNvSpPr/>
            <p:nvPr/>
          </p:nvSpPr>
          <p:spPr>
            <a:xfrm>
              <a:off x="4406748" y="4367044"/>
              <a:ext cx="56372" cy="35829"/>
            </a:xfrm>
            <a:custGeom>
              <a:avLst/>
              <a:gdLst>
                <a:gd name="csX0" fmla="*/ 56372 w 56372"/>
                <a:gd name="csY0" fmla="*/ 13854 h 35829"/>
                <a:gd name="csX1" fmla="*/ 56372 w 56372"/>
                <a:gd name="csY1" fmla="*/ 14332 h 35829"/>
                <a:gd name="csX2" fmla="*/ 55894 w 56372"/>
                <a:gd name="csY2" fmla="*/ 15287 h 35829"/>
                <a:gd name="csX3" fmla="*/ 54461 w 56372"/>
                <a:gd name="csY3" fmla="*/ 16721 h 35829"/>
                <a:gd name="csX4" fmla="*/ 53028 w 56372"/>
                <a:gd name="csY4" fmla="*/ 17676 h 35829"/>
                <a:gd name="csX5" fmla="*/ 53028 w 56372"/>
                <a:gd name="csY5" fmla="*/ 17676 h 35829"/>
                <a:gd name="csX6" fmla="*/ 53505 w 56372"/>
                <a:gd name="csY6" fmla="*/ 19109 h 35829"/>
                <a:gd name="csX7" fmla="*/ 54461 w 56372"/>
                <a:gd name="csY7" fmla="*/ 20542 h 35829"/>
                <a:gd name="csX8" fmla="*/ 54461 w 56372"/>
                <a:gd name="csY8" fmla="*/ 21498 h 35829"/>
                <a:gd name="csX9" fmla="*/ 54461 w 56372"/>
                <a:gd name="csY9" fmla="*/ 22931 h 35829"/>
                <a:gd name="csX10" fmla="*/ 52550 w 56372"/>
                <a:gd name="csY10" fmla="*/ 24364 h 35829"/>
                <a:gd name="csX11" fmla="*/ 51595 w 56372"/>
                <a:gd name="csY11" fmla="*/ 24842 h 35829"/>
                <a:gd name="csX12" fmla="*/ 49206 w 56372"/>
                <a:gd name="csY12" fmla="*/ 25320 h 35829"/>
                <a:gd name="csX13" fmla="*/ 49206 w 56372"/>
                <a:gd name="csY13" fmla="*/ 25320 h 35829"/>
                <a:gd name="csX14" fmla="*/ 50162 w 56372"/>
                <a:gd name="csY14" fmla="*/ 26753 h 35829"/>
                <a:gd name="csX15" fmla="*/ 51595 w 56372"/>
                <a:gd name="csY15" fmla="*/ 28664 h 35829"/>
                <a:gd name="csX16" fmla="*/ 53983 w 56372"/>
                <a:gd name="csY16" fmla="*/ 30097 h 35829"/>
                <a:gd name="csX17" fmla="*/ 54461 w 56372"/>
                <a:gd name="csY17" fmla="*/ 31530 h 35829"/>
                <a:gd name="csX18" fmla="*/ 53983 w 56372"/>
                <a:gd name="csY18" fmla="*/ 32963 h 35829"/>
                <a:gd name="csX19" fmla="*/ 53505 w 56372"/>
                <a:gd name="csY19" fmla="*/ 35830 h 35829"/>
                <a:gd name="csX20" fmla="*/ 52072 w 56372"/>
                <a:gd name="csY20" fmla="*/ 34397 h 35829"/>
                <a:gd name="csX21" fmla="*/ 50162 w 56372"/>
                <a:gd name="csY21" fmla="*/ 32963 h 35829"/>
                <a:gd name="csX22" fmla="*/ 49206 w 56372"/>
                <a:gd name="csY22" fmla="*/ 32486 h 35829"/>
                <a:gd name="csX23" fmla="*/ 47773 w 56372"/>
                <a:gd name="csY23" fmla="*/ 32486 h 35829"/>
                <a:gd name="csX24" fmla="*/ 39174 w 56372"/>
                <a:gd name="csY24" fmla="*/ 32486 h 35829"/>
                <a:gd name="csX25" fmla="*/ 38218 w 56372"/>
                <a:gd name="csY25" fmla="*/ 32963 h 35829"/>
                <a:gd name="csX26" fmla="*/ 37263 w 56372"/>
                <a:gd name="csY26" fmla="*/ 32963 h 35829"/>
                <a:gd name="csX27" fmla="*/ 36785 w 56372"/>
                <a:gd name="csY27" fmla="*/ 33441 h 35829"/>
                <a:gd name="csX28" fmla="*/ 34396 w 56372"/>
                <a:gd name="csY28" fmla="*/ 33919 h 35829"/>
                <a:gd name="csX29" fmla="*/ 31530 w 56372"/>
                <a:gd name="csY29" fmla="*/ 33919 h 35829"/>
                <a:gd name="csX30" fmla="*/ 26275 w 56372"/>
                <a:gd name="csY30" fmla="*/ 32963 h 35829"/>
                <a:gd name="csX31" fmla="*/ 23886 w 56372"/>
                <a:gd name="csY31" fmla="*/ 32008 h 35829"/>
                <a:gd name="csX32" fmla="*/ 21498 w 56372"/>
                <a:gd name="csY32" fmla="*/ 32008 h 35829"/>
                <a:gd name="csX33" fmla="*/ 19109 w 56372"/>
                <a:gd name="csY33" fmla="*/ 32008 h 35829"/>
                <a:gd name="csX34" fmla="*/ 16721 w 56372"/>
                <a:gd name="csY34" fmla="*/ 32486 h 35829"/>
                <a:gd name="csX35" fmla="*/ 14332 w 56372"/>
                <a:gd name="csY35" fmla="*/ 32963 h 35829"/>
                <a:gd name="csX36" fmla="*/ 12898 w 56372"/>
                <a:gd name="csY36" fmla="*/ 34397 h 35829"/>
                <a:gd name="csX37" fmla="*/ 12898 w 56372"/>
                <a:gd name="csY37" fmla="*/ 35830 h 35829"/>
                <a:gd name="csX38" fmla="*/ 11943 w 56372"/>
                <a:gd name="csY38" fmla="*/ 35830 h 35829"/>
                <a:gd name="csX39" fmla="*/ 9555 w 56372"/>
                <a:gd name="csY39" fmla="*/ 33919 h 35829"/>
                <a:gd name="csX40" fmla="*/ 7644 w 56372"/>
                <a:gd name="csY40" fmla="*/ 32486 h 35829"/>
                <a:gd name="csX41" fmla="*/ 5733 w 56372"/>
                <a:gd name="csY41" fmla="*/ 31530 h 35829"/>
                <a:gd name="csX42" fmla="*/ 1433 w 56372"/>
                <a:gd name="csY42" fmla="*/ 30097 h 35829"/>
                <a:gd name="csX43" fmla="*/ 478 w 56372"/>
                <a:gd name="csY43" fmla="*/ 29141 h 35829"/>
                <a:gd name="csX44" fmla="*/ 0 w 56372"/>
                <a:gd name="csY44" fmla="*/ 28186 h 35829"/>
                <a:gd name="csX45" fmla="*/ 1911 w 56372"/>
                <a:gd name="csY45" fmla="*/ 24842 h 35829"/>
                <a:gd name="csX46" fmla="*/ 3822 w 56372"/>
                <a:gd name="csY46" fmla="*/ 24364 h 35829"/>
                <a:gd name="csX47" fmla="*/ 4777 w 56372"/>
                <a:gd name="csY47" fmla="*/ 23886 h 35829"/>
                <a:gd name="csX48" fmla="*/ 7644 w 56372"/>
                <a:gd name="csY48" fmla="*/ 24364 h 35829"/>
                <a:gd name="csX49" fmla="*/ 10032 w 56372"/>
                <a:gd name="csY49" fmla="*/ 25320 h 35829"/>
                <a:gd name="csX50" fmla="*/ 12421 w 56372"/>
                <a:gd name="csY50" fmla="*/ 25798 h 35829"/>
                <a:gd name="csX51" fmla="*/ 15765 w 56372"/>
                <a:gd name="csY51" fmla="*/ 25798 h 35829"/>
                <a:gd name="csX52" fmla="*/ 17676 w 56372"/>
                <a:gd name="csY52" fmla="*/ 26753 h 35829"/>
                <a:gd name="csX53" fmla="*/ 31052 w 56372"/>
                <a:gd name="csY53" fmla="*/ 28186 h 35829"/>
                <a:gd name="csX54" fmla="*/ 33441 w 56372"/>
                <a:gd name="csY54" fmla="*/ 28186 h 35829"/>
                <a:gd name="csX55" fmla="*/ 34396 w 56372"/>
                <a:gd name="csY55" fmla="*/ 28186 h 35829"/>
                <a:gd name="csX56" fmla="*/ 35352 w 56372"/>
                <a:gd name="csY56" fmla="*/ 27708 h 35829"/>
                <a:gd name="csX57" fmla="*/ 36307 w 56372"/>
                <a:gd name="csY57" fmla="*/ 26753 h 35829"/>
                <a:gd name="csX58" fmla="*/ 36785 w 56372"/>
                <a:gd name="csY58" fmla="*/ 26275 h 35829"/>
                <a:gd name="csX59" fmla="*/ 41085 w 56372"/>
                <a:gd name="csY59" fmla="*/ 26275 h 35829"/>
                <a:gd name="csX60" fmla="*/ 41562 w 56372"/>
                <a:gd name="csY60" fmla="*/ 25798 h 35829"/>
                <a:gd name="csX61" fmla="*/ 42040 w 56372"/>
                <a:gd name="csY61" fmla="*/ 24842 h 35829"/>
                <a:gd name="csX62" fmla="*/ 42040 w 56372"/>
                <a:gd name="csY62" fmla="*/ 23886 h 35829"/>
                <a:gd name="csX63" fmla="*/ 40129 w 56372"/>
                <a:gd name="csY63" fmla="*/ 22453 h 35829"/>
                <a:gd name="csX64" fmla="*/ 36307 w 56372"/>
                <a:gd name="csY64" fmla="*/ 19587 h 35829"/>
                <a:gd name="csX65" fmla="*/ 32963 w 56372"/>
                <a:gd name="csY65" fmla="*/ 16243 h 35829"/>
                <a:gd name="csX66" fmla="*/ 34396 w 56372"/>
                <a:gd name="csY66" fmla="*/ 15287 h 35829"/>
                <a:gd name="csX67" fmla="*/ 33919 w 56372"/>
                <a:gd name="csY67" fmla="*/ 12899 h 35829"/>
                <a:gd name="csX68" fmla="*/ 34396 w 56372"/>
                <a:gd name="csY68" fmla="*/ 10988 h 35829"/>
                <a:gd name="csX69" fmla="*/ 35352 w 56372"/>
                <a:gd name="csY69" fmla="*/ 9077 h 35829"/>
                <a:gd name="csX70" fmla="*/ 32008 w 56372"/>
                <a:gd name="csY70" fmla="*/ 7644 h 35829"/>
                <a:gd name="csX71" fmla="*/ 28186 w 56372"/>
                <a:gd name="csY71" fmla="*/ 5733 h 35829"/>
                <a:gd name="csX72" fmla="*/ 22931 w 56372"/>
                <a:gd name="csY72" fmla="*/ 5255 h 35829"/>
                <a:gd name="csX73" fmla="*/ 21498 w 56372"/>
                <a:gd name="csY73" fmla="*/ 4777 h 35829"/>
                <a:gd name="csX74" fmla="*/ 20542 w 56372"/>
                <a:gd name="csY74" fmla="*/ 3822 h 35829"/>
                <a:gd name="csX75" fmla="*/ 21498 w 56372"/>
                <a:gd name="csY75" fmla="*/ 1911 h 35829"/>
                <a:gd name="csX76" fmla="*/ 22931 w 56372"/>
                <a:gd name="csY76" fmla="*/ 1433 h 35829"/>
                <a:gd name="csX77" fmla="*/ 24842 w 56372"/>
                <a:gd name="csY77" fmla="*/ 478 h 35829"/>
                <a:gd name="csX78" fmla="*/ 26753 w 56372"/>
                <a:gd name="csY78" fmla="*/ 478 h 35829"/>
                <a:gd name="csX79" fmla="*/ 32008 w 56372"/>
                <a:gd name="csY79" fmla="*/ 0 h 35829"/>
                <a:gd name="csX80" fmla="*/ 36307 w 56372"/>
                <a:gd name="csY80" fmla="*/ 478 h 35829"/>
                <a:gd name="csX81" fmla="*/ 40607 w 56372"/>
                <a:gd name="csY81" fmla="*/ 1911 h 35829"/>
                <a:gd name="csX82" fmla="*/ 44906 w 56372"/>
                <a:gd name="csY82" fmla="*/ 3344 h 35829"/>
                <a:gd name="csX83" fmla="*/ 50162 w 56372"/>
                <a:gd name="csY83" fmla="*/ 3822 h 35829"/>
                <a:gd name="csX84" fmla="*/ 52550 w 56372"/>
                <a:gd name="csY84" fmla="*/ 4300 h 35829"/>
                <a:gd name="csX85" fmla="*/ 53505 w 56372"/>
                <a:gd name="csY85" fmla="*/ 3822 h 35829"/>
                <a:gd name="csX86" fmla="*/ 53983 w 56372"/>
                <a:gd name="csY86" fmla="*/ 4300 h 35829"/>
                <a:gd name="csX87" fmla="*/ 54939 w 56372"/>
                <a:gd name="csY87" fmla="*/ 8121 h 35829"/>
                <a:gd name="csX88" fmla="*/ 54939 w 56372"/>
                <a:gd name="csY88" fmla="*/ 9555 h 35829"/>
                <a:gd name="csX89" fmla="*/ 53983 w 56372"/>
                <a:gd name="csY89" fmla="*/ 11466 h 35829"/>
                <a:gd name="csX90" fmla="*/ 53983 w 56372"/>
                <a:gd name="csY90" fmla="*/ 11943 h 35829"/>
                <a:gd name="csX91" fmla="*/ 56372 w 56372"/>
                <a:gd name="csY91" fmla="*/ 13854 h 3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56372" h="35829">
                  <a:moveTo>
                    <a:pt x="56372" y="13854"/>
                  </a:moveTo>
                  <a:lnTo>
                    <a:pt x="56372" y="14332"/>
                  </a:lnTo>
                  <a:lnTo>
                    <a:pt x="55894" y="15287"/>
                  </a:lnTo>
                  <a:lnTo>
                    <a:pt x="54461" y="16721"/>
                  </a:lnTo>
                  <a:lnTo>
                    <a:pt x="53028" y="17676"/>
                  </a:lnTo>
                  <a:lnTo>
                    <a:pt x="53028" y="17676"/>
                  </a:lnTo>
                  <a:lnTo>
                    <a:pt x="53505" y="19109"/>
                  </a:lnTo>
                  <a:lnTo>
                    <a:pt x="54461" y="20542"/>
                  </a:lnTo>
                  <a:lnTo>
                    <a:pt x="54461" y="21498"/>
                  </a:lnTo>
                  <a:lnTo>
                    <a:pt x="54461" y="22931"/>
                  </a:lnTo>
                  <a:lnTo>
                    <a:pt x="52550" y="24364"/>
                  </a:lnTo>
                  <a:lnTo>
                    <a:pt x="51595" y="24842"/>
                  </a:lnTo>
                  <a:lnTo>
                    <a:pt x="49206" y="25320"/>
                  </a:lnTo>
                  <a:lnTo>
                    <a:pt x="49206" y="25320"/>
                  </a:lnTo>
                  <a:lnTo>
                    <a:pt x="50162" y="26753"/>
                  </a:lnTo>
                  <a:lnTo>
                    <a:pt x="51595" y="28664"/>
                  </a:lnTo>
                  <a:lnTo>
                    <a:pt x="53983" y="30097"/>
                  </a:lnTo>
                  <a:lnTo>
                    <a:pt x="54461" y="31530"/>
                  </a:lnTo>
                  <a:lnTo>
                    <a:pt x="53983" y="32963"/>
                  </a:lnTo>
                  <a:lnTo>
                    <a:pt x="53505" y="35830"/>
                  </a:lnTo>
                  <a:lnTo>
                    <a:pt x="52072" y="34397"/>
                  </a:lnTo>
                  <a:lnTo>
                    <a:pt x="50162" y="32963"/>
                  </a:lnTo>
                  <a:lnTo>
                    <a:pt x="49206" y="32486"/>
                  </a:lnTo>
                  <a:lnTo>
                    <a:pt x="47773" y="32486"/>
                  </a:lnTo>
                  <a:lnTo>
                    <a:pt x="39174" y="32486"/>
                  </a:lnTo>
                  <a:lnTo>
                    <a:pt x="38218" y="32963"/>
                  </a:lnTo>
                  <a:lnTo>
                    <a:pt x="37263" y="32963"/>
                  </a:lnTo>
                  <a:lnTo>
                    <a:pt x="36785" y="33441"/>
                  </a:lnTo>
                  <a:lnTo>
                    <a:pt x="34396" y="33919"/>
                  </a:lnTo>
                  <a:lnTo>
                    <a:pt x="31530" y="33919"/>
                  </a:lnTo>
                  <a:lnTo>
                    <a:pt x="26275" y="32963"/>
                  </a:lnTo>
                  <a:lnTo>
                    <a:pt x="23886" y="32008"/>
                  </a:lnTo>
                  <a:lnTo>
                    <a:pt x="21498" y="32008"/>
                  </a:lnTo>
                  <a:lnTo>
                    <a:pt x="19109" y="32008"/>
                  </a:lnTo>
                  <a:lnTo>
                    <a:pt x="16721" y="32486"/>
                  </a:lnTo>
                  <a:lnTo>
                    <a:pt x="14332" y="32963"/>
                  </a:lnTo>
                  <a:lnTo>
                    <a:pt x="12898" y="34397"/>
                  </a:lnTo>
                  <a:lnTo>
                    <a:pt x="12898" y="35830"/>
                  </a:lnTo>
                  <a:lnTo>
                    <a:pt x="11943" y="35830"/>
                  </a:lnTo>
                  <a:lnTo>
                    <a:pt x="9555" y="33919"/>
                  </a:lnTo>
                  <a:lnTo>
                    <a:pt x="7644" y="32486"/>
                  </a:lnTo>
                  <a:lnTo>
                    <a:pt x="5733" y="31530"/>
                  </a:lnTo>
                  <a:lnTo>
                    <a:pt x="1433" y="30097"/>
                  </a:lnTo>
                  <a:lnTo>
                    <a:pt x="478" y="29141"/>
                  </a:lnTo>
                  <a:lnTo>
                    <a:pt x="0" y="28186"/>
                  </a:lnTo>
                  <a:lnTo>
                    <a:pt x="1911" y="24842"/>
                  </a:lnTo>
                  <a:lnTo>
                    <a:pt x="3822" y="24364"/>
                  </a:lnTo>
                  <a:lnTo>
                    <a:pt x="4777" y="23886"/>
                  </a:lnTo>
                  <a:lnTo>
                    <a:pt x="7644" y="24364"/>
                  </a:lnTo>
                  <a:lnTo>
                    <a:pt x="10032" y="25320"/>
                  </a:lnTo>
                  <a:lnTo>
                    <a:pt x="12421" y="25798"/>
                  </a:lnTo>
                  <a:lnTo>
                    <a:pt x="15765" y="25798"/>
                  </a:lnTo>
                  <a:lnTo>
                    <a:pt x="17676" y="26753"/>
                  </a:lnTo>
                  <a:lnTo>
                    <a:pt x="31052" y="28186"/>
                  </a:lnTo>
                  <a:lnTo>
                    <a:pt x="33441" y="28186"/>
                  </a:lnTo>
                  <a:lnTo>
                    <a:pt x="34396" y="28186"/>
                  </a:lnTo>
                  <a:lnTo>
                    <a:pt x="35352" y="27708"/>
                  </a:lnTo>
                  <a:lnTo>
                    <a:pt x="36307" y="26753"/>
                  </a:lnTo>
                  <a:lnTo>
                    <a:pt x="36785" y="26275"/>
                  </a:lnTo>
                  <a:lnTo>
                    <a:pt x="41085" y="26275"/>
                  </a:lnTo>
                  <a:lnTo>
                    <a:pt x="41562" y="25798"/>
                  </a:lnTo>
                  <a:lnTo>
                    <a:pt x="42040" y="24842"/>
                  </a:lnTo>
                  <a:lnTo>
                    <a:pt x="42040" y="23886"/>
                  </a:lnTo>
                  <a:lnTo>
                    <a:pt x="40129" y="22453"/>
                  </a:lnTo>
                  <a:lnTo>
                    <a:pt x="36307" y="19587"/>
                  </a:lnTo>
                  <a:lnTo>
                    <a:pt x="32963" y="16243"/>
                  </a:lnTo>
                  <a:lnTo>
                    <a:pt x="34396" y="15287"/>
                  </a:lnTo>
                  <a:lnTo>
                    <a:pt x="33919" y="12899"/>
                  </a:lnTo>
                  <a:lnTo>
                    <a:pt x="34396" y="10988"/>
                  </a:lnTo>
                  <a:lnTo>
                    <a:pt x="35352" y="9077"/>
                  </a:lnTo>
                  <a:lnTo>
                    <a:pt x="32008" y="7644"/>
                  </a:lnTo>
                  <a:lnTo>
                    <a:pt x="28186" y="5733"/>
                  </a:lnTo>
                  <a:lnTo>
                    <a:pt x="22931" y="5255"/>
                  </a:lnTo>
                  <a:lnTo>
                    <a:pt x="21498" y="4777"/>
                  </a:lnTo>
                  <a:lnTo>
                    <a:pt x="20542" y="3822"/>
                  </a:lnTo>
                  <a:lnTo>
                    <a:pt x="21498" y="1911"/>
                  </a:lnTo>
                  <a:lnTo>
                    <a:pt x="22931" y="1433"/>
                  </a:lnTo>
                  <a:lnTo>
                    <a:pt x="24842" y="478"/>
                  </a:lnTo>
                  <a:lnTo>
                    <a:pt x="26753" y="478"/>
                  </a:lnTo>
                  <a:lnTo>
                    <a:pt x="32008" y="0"/>
                  </a:lnTo>
                  <a:lnTo>
                    <a:pt x="36307" y="478"/>
                  </a:lnTo>
                  <a:lnTo>
                    <a:pt x="40607" y="1911"/>
                  </a:lnTo>
                  <a:lnTo>
                    <a:pt x="44906" y="3344"/>
                  </a:lnTo>
                  <a:lnTo>
                    <a:pt x="50162" y="3822"/>
                  </a:lnTo>
                  <a:lnTo>
                    <a:pt x="52550" y="4300"/>
                  </a:lnTo>
                  <a:lnTo>
                    <a:pt x="53505" y="3822"/>
                  </a:lnTo>
                  <a:lnTo>
                    <a:pt x="53983" y="4300"/>
                  </a:lnTo>
                  <a:lnTo>
                    <a:pt x="54939" y="8121"/>
                  </a:lnTo>
                  <a:lnTo>
                    <a:pt x="54939" y="9555"/>
                  </a:lnTo>
                  <a:lnTo>
                    <a:pt x="53983" y="11466"/>
                  </a:lnTo>
                  <a:lnTo>
                    <a:pt x="53983" y="11943"/>
                  </a:lnTo>
                  <a:lnTo>
                    <a:pt x="56372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3" name="Freeform 2762">
              <a:extLst>
                <a:ext uri="{FF2B5EF4-FFF2-40B4-BE49-F238E27FC236}">
                  <a16:creationId xmlns:a16="http://schemas.microsoft.com/office/drawing/2014/main" id="{C297C285-2FCE-998C-5594-52889F2B6F8F}"/>
                </a:ext>
              </a:extLst>
            </p:cNvPr>
            <p:cNvSpPr/>
            <p:nvPr/>
          </p:nvSpPr>
          <p:spPr>
            <a:xfrm>
              <a:off x="4462164" y="5515506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478 h 477"/>
                <a:gd name="csX2" fmla="*/ 0 w 477"/>
                <a:gd name="csY2" fmla="*/ 478 h 477"/>
                <a:gd name="csX3" fmla="*/ 478 w 477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4" name="Freeform 2763">
              <a:extLst>
                <a:ext uri="{FF2B5EF4-FFF2-40B4-BE49-F238E27FC236}">
                  <a16:creationId xmlns:a16="http://schemas.microsoft.com/office/drawing/2014/main" id="{0E28275E-9B87-BE1C-42BE-F62019BA392F}"/>
                </a:ext>
              </a:extLst>
            </p:cNvPr>
            <p:cNvSpPr/>
            <p:nvPr/>
          </p:nvSpPr>
          <p:spPr>
            <a:xfrm>
              <a:off x="4461209" y="5515984"/>
              <a:ext cx="955" cy="5254"/>
            </a:xfrm>
            <a:custGeom>
              <a:avLst/>
              <a:gdLst>
                <a:gd name="csX0" fmla="*/ 478 w 955"/>
                <a:gd name="csY0" fmla="*/ 2389 h 5254"/>
                <a:gd name="csX1" fmla="*/ 956 w 955"/>
                <a:gd name="csY1" fmla="*/ 5255 h 5254"/>
                <a:gd name="csX2" fmla="*/ 956 w 955"/>
                <a:gd name="csY2" fmla="*/ 5255 h 5254"/>
                <a:gd name="csX3" fmla="*/ 478 w 955"/>
                <a:gd name="csY3" fmla="*/ 2389 h 5254"/>
                <a:gd name="csX4" fmla="*/ 0 w 955"/>
                <a:gd name="csY4" fmla="*/ 956 h 5254"/>
                <a:gd name="csX5" fmla="*/ 956 w 955"/>
                <a:gd name="csY5" fmla="*/ 0 h 5254"/>
                <a:gd name="csX6" fmla="*/ 956 w 955"/>
                <a:gd name="csY6" fmla="*/ 0 h 5254"/>
                <a:gd name="csX7" fmla="*/ 0 w 955"/>
                <a:gd name="csY7" fmla="*/ 956 h 5254"/>
                <a:gd name="csX8" fmla="*/ 478 w 955"/>
                <a:gd name="csY8" fmla="*/ 2389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" h="5254">
                  <a:moveTo>
                    <a:pt x="478" y="2389"/>
                  </a:moveTo>
                  <a:lnTo>
                    <a:pt x="956" y="5255"/>
                  </a:lnTo>
                  <a:lnTo>
                    <a:pt x="956" y="5255"/>
                  </a:lnTo>
                  <a:lnTo>
                    <a:pt x="478" y="2389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0" y="956"/>
                  </a:lnTo>
                  <a:lnTo>
                    <a:pt x="47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5" name="Freeform 2764">
              <a:extLst>
                <a:ext uri="{FF2B5EF4-FFF2-40B4-BE49-F238E27FC236}">
                  <a16:creationId xmlns:a16="http://schemas.microsoft.com/office/drawing/2014/main" id="{D93A919E-FF6B-CCCE-9ED0-3CFE3939A260}"/>
                </a:ext>
              </a:extLst>
            </p:cNvPr>
            <p:cNvSpPr/>
            <p:nvPr/>
          </p:nvSpPr>
          <p:spPr>
            <a:xfrm>
              <a:off x="4459776" y="5612485"/>
              <a:ext cx="2388" cy="8599"/>
            </a:xfrm>
            <a:custGeom>
              <a:avLst/>
              <a:gdLst>
                <a:gd name="csX0" fmla="*/ 1911 w 2388"/>
                <a:gd name="csY0" fmla="*/ 6688 h 8599"/>
                <a:gd name="csX1" fmla="*/ 2389 w 2388"/>
                <a:gd name="csY1" fmla="*/ 8599 h 8599"/>
                <a:gd name="csX2" fmla="*/ 2389 w 2388"/>
                <a:gd name="csY2" fmla="*/ 8599 h 8599"/>
                <a:gd name="csX3" fmla="*/ 1911 w 2388"/>
                <a:gd name="csY3" fmla="*/ 6688 h 8599"/>
                <a:gd name="csX4" fmla="*/ 0 w 2388"/>
                <a:gd name="csY4" fmla="*/ 4299 h 8599"/>
                <a:gd name="csX5" fmla="*/ 1433 w 2388"/>
                <a:gd name="csY5" fmla="*/ 2866 h 8599"/>
                <a:gd name="csX6" fmla="*/ 1433 w 2388"/>
                <a:gd name="csY6" fmla="*/ 1433 h 8599"/>
                <a:gd name="csX7" fmla="*/ 956 w 2388"/>
                <a:gd name="csY7" fmla="*/ 0 h 8599"/>
                <a:gd name="csX8" fmla="*/ 956 w 2388"/>
                <a:gd name="csY8" fmla="*/ 0 h 8599"/>
                <a:gd name="csX9" fmla="*/ 1433 w 2388"/>
                <a:gd name="csY9" fmla="*/ 1433 h 8599"/>
                <a:gd name="csX10" fmla="*/ 1433 w 2388"/>
                <a:gd name="csY10" fmla="*/ 2866 h 8599"/>
                <a:gd name="csX11" fmla="*/ 0 w 2388"/>
                <a:gd name="csY11" fmla="*/ 4299 h 8599"/>
                <a:gd name="csX12" fmla="*/ 1911 w 2388"/>
                <a:gd name="csY12" fmla="*/ 6688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388" h="8599">
                  <a:moveTo>
                    <a:pt x="1911" y="6688"/>
                  </a:moveTo>
                  <a:lnTo>
                    <a:pt x="2389" y="8599"/>
                  </a:lnTo>
                  <a:lnTo>
                    <a:pt x="2389" y="8599"/>
                  </a:lnTo>
                  <a:lnTo>
                    <a:pt x="1911" y="6688"/>
                  </a:lnTo>
                  <a:lnTo>
                    <a:pt x="0" y="4299"/>
                  </a:lnTo>
                  <a:lnTo>
                    <a:pt x="1433" y="2866"/>
                  </a:lnTo>
                  <a:lnTo>
                    <a:pt x="1433" y="1433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1433" y="1433"/>
                  </a:lnTo>
                  <a:lnTo>
                    <a:pt x="1433" y="2866"/>
                  </a:lnTo>
                  <a:lnTo>
                    <a:pt x="0" y="4299"/>
                  </a:lnTo>
                  <a:lnTo>
                    <a:pt x="1911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6" name="Freeform 2765">
              <a:extLst>
                <a:ext uri="{FF2B5EF4-FFF2-40B4-BE49-F238E27FC236}">
                  <a16:creationId xmlns:a16="http://schemas.microsoft.com/office/drawing/2014/main" id="{D0E2F9F6-A725-034E-D7F8-C300E777838D}"/>
                </a:ext>
              </a:extLst>
            </p:cNvPr>
            <p:cNvSpPr/>
            <p:nvPr/>
          </p:nvSpPr>
          <p:spPr>
            <a:xfrm>
              <a:off x="4459776" y="5621084"/>
              <a:ext cx="2388" cy="4299"/>
            </a:xfrm>
            <a:custGeom>
              <a:avLst/>
              <a:gdLst>
                <a:gd name="csX0" fmla="*/ 2389 w 2388"/>
                <a:gd name="csY0" fmla="*/ 0 h 4299"/>
                <a:gd name="csX1" fmla="*/ 1911 w 2388"/>
                <a:gd name="csY1" fmla="*/ 1433 h 4299"/>
                <a:gd name="csX2" fmla="*/ 956 w 2388"/>
                <a:gd name="csY2" fmla="*/ 3344 h 4299"/>
                <a:gd name="csX3" fmla="*/ 0 w 2388"/>
                <a:gd name="csY3" fmla="*/ 4300 h 4299"/>
                <a:gd name="csX4" fmla="*/ 478 w 2388"/>
                <a:gd name="csY4" fmla="*/ 3344 h 4299"/>
                <a:gd name="csX5" fmla="*/ 1911 w 2388"/>
                <a:gd name="csY5" fmla="*/ 1433 h 4299"/>
                <a:gd name="csX6" fmla="*/ 2389 w 2388"/>
                <a:gd name="csY6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4299">
                  <a:moveTo>
                    <a:pt x="2389" y="0"/>
                  </a:moveTo>
                  <a:lnTo>
                    <a:pt x="1911" y="1433"/>
                  </a:lnTo>
                  <a:lnTo>
                    <a:pt x="956" y="3344"/>
                  </a:lnTo>
                  <a:lnTo>
                    <a:pt x="0" y="4300"/>
                  </a:lnTo>
                  <a:lnTo>
                    <a:pt x="478" y="3344"/>
                  </a:lnTo>
                  <a:lnTo>
                    <a:pt x="1911" y="1433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7" name="Freeform 2766">
              <a:extLst>
                <a:ext uri="{FF2B5EF4-FFF2-40B4-BE49-F238E27FC236}">
                  <a16:creationId xmlns:a16="http://schemas.microsoft.com/office/drawing/2014/main" id="{4EEE414F-287B-90F6-7082-D90BAA87F628}"/>
                </a:ext>
              </a:extLst>
            </p:cNvPr>
            <p:cNvSpPr/>
            <p:nvPr/>
          </p:nvSpPr>
          <p:spPr>
            <a:xfrm>
              <a:off x="4461209" y="5662169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956 w 955"/>
                <a:gd name="csY2" fmla="*/ 0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8" name="Freeform 2767">
              <a:extLst>
                <a:ext uri="{FF2B5EF4-FFF2-40B4-BE49-F238E27FC236}">
                  <a16:creationId xmlns:a16="http://schemas.microsoft.com/office/drawing/2014/main" id="{E0237229-6BA3-A813-AD08-372720AB987D}"/>
                </a:ext>
              </a:extLst>
            </p:cNvPr>
            <p:cNvSpPr/>
            <p:nvPr/>
          </p:nvSpPr>
          <p:spPr>
            <a:xfrm>
              <a:off x="4461209" y="5532227"/>
              <a:ext cx="955" cy="1910"/>
            </a:xfrm>
            <a:custGeom>
              <a:avLst/>
              <a:gdLst>
                <a:gd name="csX0" fmla="*/ 0 w 955"/>
                <a:gd name="csY0" fmla="*/ 0 h 1910"/>
                <a:gd name="csX1" fmla="*/ 956 w 955"/>
                <a:gd name="csY1" fmla="*/ 955 h 1910"/>
                <a:gd name="csX2" fmla="*/ 478 w 955"/>
                <a:gd name="csY2" fmla="*/ 1911 h 1910"/>
                <a:gd name="csX3" fmla="*/ 478 w 955"/>
                <a:gd name="csY3" fmla="*/ 1911 h 1910"/>
                <a:gd name="csX4" fmla="*/ 478 w 955"/>
                <a:gd name="csY4" fmla="*/ 955 h 1910"/>
                <a:gd name="csX5" fmla="*/ 0 w 955"/>
                <a:gd name="csY5" fmla="*/ 0 h 1910"/>
                <a:gd name="csX6" fmla="*/ 0 w 955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1910">
                  <a:moveTo>
                    <a:pt x="0" y="0"/>
                  </a:moveTo>
                  <a:lnTo>
                    <a:pt x="956" y="955"/>
                  </a:lnTo>
                  <a:lnTo>
                    <a:pt x="478" y="1911"/>
                  </a:lnTo>
                  <a:lnTo>
                    <a:pt x="478" y="1911"/>
                  </a:lnTo>
                  <a:lnTo>
                    <a:pt x="478" y="95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9" name="Freeform 2768">
              <a:extLst>
                <a:ext uri="{FF2B5EF4-FFF2-40B4-BE49-F238E27FC236}">
                  <a16:creationId xmlns:a16="http://schemas.microsoft.com/office/drawing/2014/main" id="{458D08AA-9238-6AAC-A88D-B4DF55547843}"/>
                </a:ext>
              </a:extLst>
            </p:cNvPr>
            <p:cNvSpPr/>
            <p:nvPr/>
          </p:nvSpPr>
          <p:spPr>
            <a:xfrm>
              <a:off x="4458343" y="5676978"/>
              <a:ext cx="3821" cy="15765"/>
            </a:xfrm>
            <a:custGeom>
              <a:avLst/>
              <a:gdLst>
                <a:gd name="csX0" fmla="*/ 2866 w 3821"/>
                <a:gd name="csY0" fmla="*/ 8599 h 15765"/>
                <a:gd name="csX1" fmla="*/ 3822 w 3821"/>
                <a:gd name="csY1" fmla="*/ 12421 h 15765"/>
                <a:gd name="csX2" fmla="*/ 3344 w 3821"/>
                <a:gd name="csY2" fmla="*/ 14332 h 15765"/>
                <a:gd name="csX3" fmla="*/ 2866 w 3821"/>
                <a:gd name="csY3" fmla="*/ 15765 h 15765"/>
                <a:gd name="csX4" fmla="*/ 2866 w 3821"/>
                <a:gd name="csY4" fmla="*/ 15765 h 15765"/>
                <a:gd name="csX5" fmla="*/ 3344 w 3821"/>
                <a:gd name="csY5" fmla="*/ 14332 h 15765"/>
                <a:gd name="csX6" fmla="*/ 3344 w 3821"/>
                <a:gd name="csY6" fmla="*/ 12421 h 15765"/>
                <a:gd name="csX7" fmla="*/ 2866 w 3821"/>
                <a:gd name="csY7" fmla="*/ 8599 h 15765"/>
                <a:gd name="csX8" fmla="*/ 2389 w 3821"/>
                <a:gd name="csY8" fmla="*/ 5733 h 15765"/>
                <a:gd name="csX9" fmla="*/ 1911 w 3821"/>
                <a:gd name="csY9" fmla="*/ 4777 h 15765"/>
                <a:gd name="csX10" fmla="*/ 956 w 3821"/>
                <a:gd name="csY10" fmla="*/ 2389 h 15765"/>
                <a:gd name="csX11" fmla="*/ 0 w 3821"/>
                <a:gd name="csY11" fmla="*/ 1433 h 15765"/>
                <a:gd name="csX12" fmla="*/ 1433 w 3821"/>
                <a:gd name="csY12" fmla="*/ 0 h 15765"/>
                <a:gd name="csX13" fmla="*/ 1433 w 3821"/>
                <a:gd name="csY13" fmla="*/ 0 h 15765"/>
                <a:gd name="csX14" fmla="*/ 0 w 3821"/>
                <a:gd name="csY14" fmla="*/ 1433 h 15765"/>
                <a:gd name="csX15" fmla="*/ 956 w 3821"/>
                <a:gd name="csY15" fmla="*/ 2389 h 15765"/>
                <a:gd name="csX16" fmla="*/ 1911 w 3821"/>
                <a:gd name="csY16" fmla="*/ 4299 h 15765"/>
                <a:gd name="csX17" fmla="*/ 2389 w 3821"/>
                <a:gd name="csY17" fmla="*/ 5733 h 15765"/>
                <a:gd name="csX18" fmla="*/ 2866 w 3821"/>
                <a:gd name="csY18" fmla="*/ 8599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821" h="15765">
                  <a:moveTo>
                    <a:pt x="2866" y="8599"/>
                  </a:moveTo>
                  <a:lnTo>
                    <a:pt x="3822" y="12421"/>
                  </a:lnTo>
                  <a:lnTo>
                    <a:pt x="3344" y="14332"/>
                  </a:lnTo>
                  <a:lnTo>
                    <a:pt x="2866" y="15765"/>
                  </a:lnTo>
                  <a:lnTo>
                    <a:pt x="2866" y="15765"/>
                  </a:lnTo>
                  <a:lnTo>
                    <a:pt x="3344" y="14332"/>
                  </a:lnTo>
                  <a:lnTo>
                    <a:pt x="3344" y="12421"/>
                  </a:lnTo>
                  <a:lnTo>
                    <a:pt x="2866" y="8599"/>
                  </a:lnTo>
                  <a:lnTo>
                    <a:pt x="2389" y="5733"/>
                  </a:lnTo>
                  <a:lnTo>
                    <a:pt x="1911" y="4777"/>
                  </a:lnTo>
                  <a:lnTo>
                    <a:pt x="956" y="2389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0" y="1433"/>
                  </a:lnTo>
                  <a:lnTo>
                    <a:pt x="956" y="2389"/>
                  </a:lnTo>
                  <a:lnTo>
                    <a:pt x="1911" y="4299"/>
                  </a:lnTo>
                  <a:lnTo>
                    <a:pt x="2389" y="5733"/>
                  </a:lnTo>
                  <a:lnTo>
                    <a:pt x="2866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0" name="Freeform 2769">
              <a:extLst>
                <a:ext uri="{FF2B5EF4-FFF2-40B4-BE49-F238E27FC236}">
                  <a16:creationId xmlns:a16="http://schemas.microsoft.com/office/drawing/2014/main" id="{DF6D4207-F691-A660-4726-E8CCFC7FC262}"/>
                </a:ext>
              </a:extLst>
            </p:cNvPr>
            <p:cNvSpPr/>
            <p:nvPr/>
          </p:nvSpPr>
          <p:spPr>
            <a:xfrm>
              <a:off x="4460731" y="4376599"/>
              <a:ext cx="955" cy="2388"/>
            </a:xfrm>
            <a:custGeom>
              <a:avLst/>
              <a:gdLst>
                <a:gd name="csX0" fmla="*/ 956 w 955"/>
                <a:gd name="csY0" fmla="*/ 0 h 2388"/>
                <a:gd name="csX1" fmla="*/ 0 w 955"/>
                <a:gd name="csY1" fmla="*/ 1911 h 2388"/>
                <a:gd name="csX2" fmla="*/ 0 w 955"/>
                <a:gd name="csY2" fmla="*/ 2389 h 2388"/>
                <a:gd name="csX3" fmla="*/ 0 w 955"/>
                <a:gd name="csY3" fmla="*/ 1911 h 2388"/>
                <a:gd name="csX4" fmla="*/ 956 w 955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2388">
                  <a:moveTo>
                    <a:pt x="956" y="0"/>
                  </a:moveTo>
                  <a:lnTo>
                    <a:pt x="0" y="1911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1" name="Freeform 2770">
              <a:extLst>
                <a:ext uri="{FF2B5EF4-FFF2-40B4-BE49-F238E27FC236}">
                  <a16:creationId xmlns:a16="http://schemas.microsoft.com/office/drawing/2014/main" id="{4330DD11-470A-935B-1C95-A931843E3BD3}"/>
                </a:ext>
              </a:extLst>
            </p:cNvPr>
            <p:cNvSpPr/>
            <p:nvPr/>
          </p:nvSpPr>
          <p:spPr>
            <a:xfrm>
              <a:off x="4459298" y="5528404"/>
              <a:ext cx="1910" cy="3822"/>
            </a:xfrm>
            <a:custGeom>
              <a:avLst/>
              <a:gdLst>
                <a:gd name="csX0" fmla="*/ 478 w 1910"/>
                <a:gd name="csY0" fmla="*/ 2867 h 3822"/>
                <a:gd name="csX1" fmla="*/ 1911 w 1910"/>
                <a:gd name="csY1" fmla="*/ 3822 h 3822"/>
                <a:gd name="csX2" fmla="*/ 478 w 1910"/>
                <a:gd name="csY2" fmla="*/ 2867 h 3822"/>
                <a:gd name="csX3" fmla="*/ 0 w 1910"/>
                <a:gd name="csY3" fmla="*/ 956 h 3822"/>
                <a:gd name="csX4" fmla="*/ 478 w 1910"/>
                <a:gd name="csY4" fmla="*/ 0 h 3822"/>
                <a:gd name="csX5" fmla="*/ 478 w 1910"/>
                <a:gd name="csY5" fmla="*/ 0 h 3822"/>
                <a:gd name="csX6" fmla="*/ 0 w 1910"/>
                <a:gd name="csY6" fmla="*/ 956 h 3822"/>
                <a:gd name="csX7" fmla="*/ 478 w 1910"/>
                <a:gd name="csY7" fmla="*/ 2867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3822">
                  <a:moveTo>
                    <a:pt x="478" y="2867"/>
                  </a:moveTo>
                  <a:lnTo>
                    <a:pt x="1911" y="3822"/>
                  </a:lnTo>
                  <a:lnTo>
                    <a:pt x="478" y="2867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0" y="956"/>
                  </a:lnTo>
                  <a:lnTo>
                    <a:pt x="478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2" name="Freeform 2771">
              <a:extLst>
                <a:ext uri="{FF2B5EF4-FFF2-40B4-BE49-F238E27FC236}">
                  <a16:creationId xmlns:a16="http://schemas.microsoft.com/office/drawing/2014/main" id="{F736F277-0BED-68EA-7435-A061925DBF39}"/>
                </a:ext>
              </a:extLst>
            </p:cNvPr>
            <p:cNvSpPr/>
            <p:nvPr/>
          </p:nvSpPr>
          <p:spPr>
            <a:xfrm>
              <a:off x="4460731" y="4397141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0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3" name="Freeform 2772">
              <a:extLst>
                <a:ext uri="{FF2B5EF4-FFF2-40B4-BE49-F238E27FC236}">
                  <a16:creationId xmlns:a16="http://schemas.microsoft.com/office/drawing/2014/main" id="{7709915C-1795-5B59-84C2-FB05D49F7355}"/>
                </a:ext>
              </a:extLst>
            </p:cNvPr>
            <p:cNvSpPr/>
            <p:nvPr/>
          </p:nvSpPr>
          <p:spPr>
            <a:xfrm>
              <a:off x="4459298" y="4389975"/>
              <a:ext cx="1910" cy="1433"/>
            </a:xfrm>
            <a:custGeom>
              <a:avLst/>
              <a:gdLst>
                <a:gd name="csX0" fmla="*/ 1911 w 1910"/>
                <a:gd name="csY0" fmla="*/ 0 h 1433"/>
                <a:gd name="csX1" fmla="*/ 0 w 1910"/>
                <a:gd name="csY1" fmla="*/ 1433 h 1433"/>
                <a:gd name="csX2" fmla="*/ 0 w 1910"/>
                <a:gd name="csY2" fmla="*/ 1433 h 1433"/>
                <a:gd name="csX3" fmla="*/ 1911 w 1910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1433">
                  <a:moveTo>
                    <a:pt x="1911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4" name="Freeform 2773">
              <a:extLst>
                <a:ext uri="{FF2B5EF4-FFF2-40B4-BE49-F238E27FC236}">
                  <a16:creationId xmlns:a16="http://schemas.microsoft.com/office/drawing/2014/main" id="{35752A96-689F-91B0-8190-3E6ED48E31D9}"/>
                </a:ext>
              </a:extLst>
            </p:cNvPr>
            <p:cNvSpPr/>
            <p:nvPr/>
          </p:nvSpPr>
          <p:spPr>
            <a:xfrm>
              <a:off x="4457387" y="5562801"/>
              <a:ext cx="3344" cy="12898"/>
            </a:xfrm>
            <a:custGeom>
              <a:avLst/>
              <a:gdLst>
                <a:gd name="csX0" fmla="*/ 2866 w 3344"/>
                <a:gd name="csY0" fmla="*/ 9555 h 12898"/>
                <a:gd name="csX1" fmla="*/ 3344 w 3344"/>
                <a:gd name="csY1" fmla="*/ 11466 h 12898"/>
                <a:gd name="csX2" fmla="*/ 3344 w 3344"/>
                <a:gd name="csY2" fmla="*/ 12899 h 12898"/>
                <a:gd name="csX3" fmla="*/ 3344 w 3344"/>
                <a:gd name="csY3" fmla="*/ 12899 h 12898"/>
                <a:gd name="csX4" fmla="*/ 3344 w 3344"/>
                <a:gd name="csY4" fmla="*/ 11466 h 12898"/>
                <a:gd name="csX5" fmla="*/ 2866 w 3344"/>
                <a:gd name="csY5" fmla="*/ 9555 h 12898"/>
                <a:gd name="csX6" fmla="*/ 1433 w 3344"/>
                <a:gd name="csY6" fmla="*/ 4777 h 12898"/>
                <a:gd name="csX7" fmla="*/ 0 w 3344"/>
                <a:gd name="csY7" fmla="*/ 1911 h 12898"/>
                <a:gd name="csX8" fmla="*/ 478 w 3344"/>
                <a:gd name="csY8" fmla="*/ 956 h 12898"/>
                <a:gd name="csX9" fmla="*/ 956 w 3344"/>
                <a:gd name="csY9" fmla="*/ 0 h 12898"/>
                <a:gd name="csX10" fmla="*/ 478 w 3344"/>
                <a:gd name="csY10" fmla="*/ 956 h 12898"/>
                <a:gd name="csX11" fmla="*/ 478 w 3344"/>
                <a:gd name="csY11" fmla="*/ 1911 h 12898"/>
                <a:gd name="csX12" fmla="*/ 1433 w 3344"/>
                <a:gd name="csY12" fmla="*/ 4777 h 12898"/>
                <a:gd name="csX13" fmla="*/ 2866 w 3344"/>
                <a:gd name="csY13" fmla="*/ 9555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344" h="12898">
                  <a:moveTo>
                    <a:pt x="2866" y="9555"/>
                  </a:moveTo>
                  <a:lnTo>
                    <a:pt x="3344" y="11466"/>
                  </a:lnTo>
                  <a:lnTo>
                    <a:pt x="3344" y="12899"/>
                  </a:lnTo>
                  <a:lnTo>
                    <a:pt x="3344" y="12899"/>
                  </a:lnTo>
                  <a:lnTo>
                    <a:pt x="3344" y="11466"/>
                  </a:lnTo>
                  <a:lnTo>
                    <a:pt x="2866" y="9555"/>
                  </a:lnTo>
                  <a:lnTo>
                    <a:pt x="1433" y="4777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478" y="956"/>
                  </a:lnTo>
                  <a:lnTo>
                    <a:pt x="478" y="1911"/>
                  </a:lnTo>
                  <a:lnTo>
                    <a:pt x="1433" y="4777"/>
                  </a:lnTo>
                  <a:lnTo>
                    <a:pt x="2866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5" name="Freeform 2774">
              <a:extLst>
                <a:ext uri="{FF2B5EF4-FFF2-40B4-BE49-F238E27FC236}">
                  <a16:creationId xmlns:a16="http://schemas.microsoft.com/office/drawing/2014/main" id="{6C99E7A4-D4B3-12AB-4DAA-F68EC16C5601}"/>
                </a:ext>
              </a:extLst>
            </p:cNvPr>
            <p:cNvSpPr/>
            <p:nvPr/>
          </p:nvSpPr>
          <p:spPr>
            <a:xfrm>
              <a:off x="4460253" y="5601975"/>
              <a:ext cx="477" cy="3344"/>
            </a:xfrm>
            <a:custGeom>
              <a:avLst/>
              <a:gdLst>
                <a:gd name="csX0" fmla="*/ 0 w 477"/>
                <a:gd name="csY0" fmla="*/ 0 h 3344"/>
                <a:gd name="csX1" fmla="*/ 478 w 477"/>
                <a:gd name="csY1" fmla="*/ 1911 h 3344"/>
                <a:gd name="csX2" fmla="*/ 478 w 477"/>
                <a:gd name="csY2" fmla="*/ 3344 h 3344"/>
                <a:gd name="csX3" fmla="*/ 478 w 477"/>
                <a:gd name="csY3" fmla="*/ 3344 h 3344"/>
                <a:gd name="csX4" fmla="*/ 478 w 477"/>
                <a:gd name="csY4" fmla="*/ 1911 h 3344"/>
                <a:gd name="csX5" fmla="*/ 0 w 477"/>
                <a:gd name="csY5" fmla="*/ 0 h 3344"/>
                <a:gd name="csX6" fmla="*/ 0 w 477"/>
                <a:gd name="csY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3344">
                  <a:moveTo>
                    <a:pt x="0" y="0"/>
                  </a:moveTo>
                  <a:lnTo>
                    <a:pt x="478" y="1911"/>
                  </a:lnTo>
                  <a:lnTo>
                    <a:pt x="478" y="3344"/>
                  </a:lnTo>
                  <a:lnTo>
                    <a:pt x="478" y="3344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6" name="Freeform 2775">
              <a:extLst>
                <a:ext uri="{FF2B5EF4-FFF2-40B4-BE49-F238E27FC236}">
                  <a16:creationId xmlns:a16="http://schemas.microsoft.com/office/drawing/2014/main" id="{7EC32704-A673-F67A-E3E6-B3DE311DFB92}"/>
                </a:ext>
              </a:extLst>
            </p:cNvPr>
            <p:cNvSpPr/>
            <p:nvPr/>
          </p:nvSpPr>
          <p:spPr>
            <a:xfrm>
              <a:off x="4460253" y="5663602"/>
              <a:ext cx="477" cy="6210"/>
            </a:xfrm>
            <a:custGeom>
              <a:avLst/>
              <a:gdLst>
                <a:gd name="csX0" fmla="*/ 0 w 477"/>
                <a:gd name="csY0" fmla="*/ 3344 h 6210"/>
                <a:gd name="csX1" fmla="*/ 478 w 477"/>
                <a:gd name="csY1" fmla="*/ 0 h 6210"/>
                <a:gd name="csX2" fmla="*/ 0 w 477"/>
                <a:gd name="csY2" fmla="*/ 3344 h 6210"/>
                <a:gd name="csX3" fmla="*/ 478 w 477"/>
                <a:gd name="csY3" fmla="*/ 6210 h 6210"/>
                <a:gd name="csX4" fmla="*/ 478 w 477"/>
                <a:gd name="csY4" fmla="*/ 6210 h 6210"/>
                <a:gd name="csX5" fmla="*/ 0 w 477"/>
                <a:gd name="csY5" fmla="*/ 3344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6210">
                  <a:moveTo>
                    <a:pt x="0" y="3344"/>
                  </a:moveTo>
                  <a:lnTo>
                    <a:pt x="478" y="0"/>
                  </a:lnTo>
                  <a:lnTo>
                    <a:pt x="0" y="3344"/>
                  </a:lnTo>
                  <a:lnTo>
                    <a:pt x="478" y="6210"/>
                  </a:lnTo>
                  <a:lnTo>
                    <a:pt x="478" y="6210"/>
                  </a:lnTo>
                  <a:lnTo>
                    <a:pt x="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7" name="Freeform 2776">
              <a:extLst>
                <a:ext uri="{FF2B5EF4-FFF2-40B4-BE49-F238E27FC236}">
                  <a16:creationId xmlns:a16="http://schemas.microsoft.com/office/drawing/2014/main" id="{19335D2A-F326-6E82-B178-0E3AA2141FC7}"/>
                </a:ext>
              </a:extLst>
            </p:cNvPr>
            <p:cNvSpPr/>
            <p:nvPr/>
          </p:nvSpPr>
          <p:spPr>
            <a:xfrm>
              <a:off x="4456909" y="5534615"/>
              <a:ext cx="3343" cy="23886"/>
            </a:xfrm>
            <a:custGeom>
              <a:avLst/>
              <a:gdLst>
                <a:gd name="csX0" fmla="*/ 3344 w 3343"/>
                <a:gd name="csY0" fmla="*/ 0 h 23886"/>
                <a:gd name="csX1" fmla="*/ 2866 w 3343"/>
                <a:gd name="csY1" fmla="*/ 955 h 23886"/>
                <a:gd name="csX2" fmla="*/ 2389 w 3343"/>
                <a:gd name="csY2" fmla="*/ 3344 h 23886"/>
                <a:gd name="csX3" fmla="*/ 1433 w 3343"/>
                <a:gd name="csY3" fmla="*/ 5255 h 23886"/>
                <a:gd name="csX4" fmla="*/ 478 w 3343"/>
                <a:gd name="csY4" fmla="*/ 7166 h 23886"/>
                <a:gd name="csX5" fmla="*/ 0 w 3343"/>
                <a:gd name="csY5" fmla="*/ 9555 h 23886"/>
                <a:gd name="csX6" fmla="*/ 1433 w 3343"/>
                <a:gd name="csY6" fmla="*/ 11943 h 23886"/>
                <a:gd name="csX7" fmla="*/ 1433 w 3343"/>
                <a:gd name="csY7" fmla="*/ 14332 h 23886"/>
                <a:gd name="csX8" fmla="*/ 1433 w 3343"/>
                <a:gd name="csY8" fmla="*/ 21498 h 23886"/>
                <a:gd name="csX9" fmla="*/ 955 w 3343"/>
                <a:gd name="csY9" fmla="*/ 23886 h 23886"/>
                <a:gd name="csX10" fmla="*/ 1433 w 3343"/>
                <a:gd name="csY10" fmla="*/ 21498 h 23886"/>
                <a:gd name="csX11" fmla="*/ 1433 w 3343"/>
                <a:gd name="csY11" fmla="*/ 14332 h 23886"/>
                <a:gd name="csX12" fmla="*/ 1433 w 3343"/>
                <a:gd name="csY12" fmla="*/ 11943 h 23886"/>
                <a:gd name="csX13" fmla="*/ 0 w 3343"/>
                <a:gd name="csY13" fmla="*/ 9555 h 23886"/>
                <a:gd name="csX14" fmla="*/ 478 w 3343"/>
                <a:gd name="csY14" fmla="*/ 7166 h 23886"/>
                <a:gd name="csX15" fmla="*/ 1433 w 3343"/>
                <a:gd name="csY15" fmla="*/ 5255 h 23886"/>
                <a:gd name="csX16" fmla="*/ 1911 w 3343"/>
                <a:gd name="csY16" fmla="*/ 3344 h 23886"/>
                <a:gd name="csX17" fmla="*/ 2866 w 3343"/>
                <a:gd name="csY17" fmla="*/ 955 h 23886"/>
                <a:gd name="csX18" fmla="*/ 3344 w 3343"/>
                <a:gd name="csY18" fmla="*/ 0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343" h="23886">
                  <a:moveTo>
                    <a:pt x="3344" y="0"/>
                  </a:moveTo>
                  <a:lnTo>
                    <a:pt x="2866" y="955"/>
                  </a:lnTo>
                  <a:lnTo>
                    <a:pt x="2389" y="3344"/>
                  </a:lnTo>
                  <a:lnTo>
                    <a:pt x="1433" y="5255"/>
                  </a:lnTo>
                  <a:lnTo>
                    <a:pt x="478" y="7166"/>
                  </a:lnTo>
                  <a:lnTo>
                    <a:pt x="0" y="9555"/>
                  </a:lnTo>
                  <a:lnTo>
                    <a:pt x="1433" y="11943"/>
                  </a:lnTo>
                  <a:lnTo>
                    <a:pt x="1433" y="14332"/>
                  </a:lnTo>
                  <a:lnTo>
                    <a:pt x="1433" y="21498"/>
                  </a:lnTo>
                  <a:lnTo>
                    <a:pt x="955" y="23886"/>
                  </a:lnTo>
                  <a:lnTo>
                    <a:pt x="1433" y="21498"/>
                  </a:lnTo>
                  <a:lnTo>
                    <a:pt x="1433" y="14332"/>
                  </a:lnTo>
                  <a:lnTo>
                    <a:pt x="1433" y="11943"/>
                  </a:lnTo>
                  <a:lnTo>
                    <a:pt x="0" y="9555"/>
                  </a:lnTo>
                  <a:lnTo>
                    <a:pt x="478" y="7166"/>
                  </a:lnTo>
                  <a:lnTo>
                    <a:pt x="1433" y="5255"/>
                  </a:lnTo>
                  <a:lnTo>
                    <a:pt x="1911" y="3344"/>
                  </a:lnTo>
                  <a:lnTo>
                    <a:pt x="2866" y="955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8" name="Freeform 2777">
              <a:extLst>
                <a:ext uri="{FF2B5EF4-FFF2-40B4-BE49-F238E27FC236}">
                  <a16:creationId xmlns:a16="http://schemas.microsoft.com/office/drawing/2014/main" id="{839B43AE-CE6E-5D2A-6A9D-12B99A7B4D6E}"/>
                </a:ext>
              </a:extLst>
            </p:cNvPr>
            <p:cNvSpPr/>
            <p:nvPr/>
          </p:nvSpPr>
          <p:spPr>
            <a:xfrm>
              <a:off x="4459776" y="4384720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0 w 477"/>
                <a:gd name="csY2" fmla="*/ 0 h 1433"/>
                <a:gd name="csX3" fmla="*/ 0 w 477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9" name="Freeform 2778">
              <a:extLst>
                <a:ext uri="{FF2B5EF4-FFF2-40B4-BE49-F238E27FC236}">
                  <a16:creationId xmlns:a16="http://schemas.microsoft.com/office/drawing/2014/main" id="{6ACFB9DC-C40C-1858-E06B-D0CC18566B7F}"/>
                </a:ext>
              </a:extLst>
            </p:cNvPr>
            <p:cNvSpPr/>
            <p:nvPr/>
          </p:nvSpPr>
          <p:spPr>
            <a:xfrm>
              <a:off x="4459298" y="5625384"/>
              <a:ext cx="477" cy="7165"/>
            </a:xfrm>
            <a:custGeom>
              <a:avLst/>
              <a:gdLst>
                <a:gd name="csX0" fmla="*/ 478 w 477"/>
                <a:gd name="csY0" fmla="*/ 0 h 7165"/>
                <a:gd name="csX1" fmla="*/ 478 w 477"/>
                <a:gd name="csY1" fmla="*/ 1433 h 7165"/>
                <a:gd name="csX2" fmla="*/ 0 w 477"/>
                <a:gd name="csY2" fmla="*/ 3344 h 7165"/>
                <a:gd name="csX3" fmla="*/ 0 w 477"/>
                <a:gd name="csY3" fmla="*/ 5733 h 7165"/>
                <a:gd name="csX4" fmla="*/ 0 w 477"/>
                <a:gd name="csY4" fmla="*/ 7166 h 7165"/>
                <a:gd name="csX5" fmla="*/ 0 w 477"/>
                <a:gd name="csY5" fmla="*/ 7166 h 7165"/>
                <a:gd name="csX6" fmla="*/ 0 w 477"/>
                <a:gd name="csY6" fmla="*/ 5733 h 7165"/>
                <a:gd name="csX7" fmla="*/ 0 w 477"/>
                <a:gd name="csY7" fmla="*/ 3822 h 7165"/>
                <a:gd name="csX8" fmla="*/ 478 w 477"/>
                <a:gd name="csY8" fmla="*/ 1433 h 7165"/>
                <a:gd name="csX9" fmla="*/ 478 w 477"/>
                <a:gd name="csY9" fmla="*/ 0 h 7165"/>
                <a:gd name="csX10" fmla="*/ 478 w 477"/>
                <a:gd name="csY10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" h="7165">
                  <a:moveTo>
                    <a:pt x="478" y="0"/>
                  </a:moveTo>
                  <a:lnTo>
                    <a:pt x="478" y="1433"/>
                  </a:lnTo>
                  <a:lnTo>
                    <a:pt x="0" y="3344"/>
                  </a:lnTo>
                  <a:lnTo>
                    <a:pt x="0" y="5733"/>
                  </a:lnTo>
                  <a:lnTo>
                    <a:pt x="0" y="7166"/>
                  </a:lnTo>
                  <a:lnTo>
                    <a:pt x="0" y="7166"/>
                  </a:lnTo>
                  <a:lnTo>
                    <a:pt x="0" y="5733"/>
                  </a:lnTo>
                  <a:lnTo>
                    <a:pt x="0" y="3822"/>
                  </a:lnTo>
                  <a:lnTo>
                    <a:pt x="478" y="1433"/>
                  </a:lnTo>
                  <a:lnTo>
                    <a:pt x="478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0" name="Freeform 2779">
              <a:extLst>
                <a:ext uri="{FF2B5EF4-FFF2-40B4-BE49-F238E27FC236}">
                  <a16:creationId xmlns:a16="http://schemas.microsoft.com/office/drawing/2014/main" id="{DEFAC703-819F-0E89-AAD7-25DFE2DFBCB6}"/>
                </a:ext>
              </a:extLst>
            </p:cNvPr>
            <p:cNvSpPr/>
            <p:nvPr/>
          </p:nvSpPr>
          <p:spPr>
            <a:xfrm>
              <a:off x="4457865" y="5606752"/>
              <a:ext cx="1433" cy="4299"/>
            </a:xfrm>
            <a:custGeom>
              <a:avLst/>
              <a:gdLst>
                <a:gd name="csX0" fmla="*/ 0 w 1433"/>
                <a:gd name="csY0" fmla="*/ 1911 h 4299"/>
                <a:gd name="csX1" fmla="*/ 1433 w 1433"/>
                <a:gd name="csY1" fmla="*/ 4300 h 4299"/>
                <a:gd name="csX2" fmla="*/ 1433 w 1433"/>
                <a:gd name="csY2" fmla="*/ 4300 h 4299"/>
                <a:gd name="csX3" fmla="*/ 0 w 1433"/>
                <a:gd name="csY3" fmla="*/ 1911 h 4299"/>
                <a:gd name="csX4" fmla="*/ 0 w 1433"/>
                <a:gd name="csY4" fmla="*/ 0 h 4299"/>
                <a:gd name="csX5" fmla="*/ 0 w 1433"/>
                <a:gd name="csY5" fmla="*/ 0 h 4299"/>
                <a:gd name="csX6" fmla="*/ 0 w 1433"/>
                <a:gd name="csY6" fmla="*/ 1911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4299">
                  <a:moveTo>
                    <a:pt x="0" y="1911"/>
                  </a:moveTo>
                  <a:lnTo>
                    <a:pt x="1433" y="4300"/>
                  </a:lnTo>
                  <a:lnTo>
                    <a:pt x="1433" y="4300"/>
                  </a:lnTo>
                  <a:lnTo>
                    <a:pt x="0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1" name="Freeform 2780">
              <a:extLst>
                <a:ext uri="{FF2B5EF4-FFF2-40B4-BE49-F238E27FC236}">
                  <a16:creationId xmlns:a16="http://schemas.microsoft.com/office/drawing/2014/main" id="{C3DC8996-A4DB-17C2-7F73-CE28C70DAC0F}"/>
                </a:ext>
              </a:extLst>
            </p:cNvPr>
            <p:cNvSpPr/>
            <p:nvPr/>
          </p:nvSpPr>
          <p:spPr>
            <a:xfrm>
              <a:off x="4454998" y="4775025"/>
              <a:ext cx="3344" cy="1433"/>
            </a:xfrm>
            <a:custGeom>
              <a:avLst/>
              <a:gdLst>
                <a:gd name="csX0" fmla="*/ 3344 w 3344"/>
                <a:gd name="csY0" fmla="*/ 0 h 1433"/>
                <a:gd name="csX1" fmla="*/ 2389 w 3344"/>
                <a:gd name="csY1" fmla="*/ 955 h 1433"/>
                <a:gd name="csX2" fmla="*/ 1433 w 3344"/>
                <a:gd name="csY2" fmla="*/ 1433 h 1433"/>
                <a:gd name="csX3" fmla="*/ 0 w 3344"/>
                <a:gd name="csY3" fmla="*/ 1433 h 1433"/>
                <a:gd name="csX4" fmla="*/ 1433 w 3344"/>
                <a:gd name="csY4" fmla="*/ 1433 h 1433"/>
                <a:gd name="csX5" fmla="*/ 2389 w 3344"/>
                <a:gd name="csY5" fmla="*/ 955 h 1433"/>
                <a:gd name="csX6" fmla="*/ 3344 w 3344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1433">
                  <a:moveTo>
                    <a:pt x="3344" y="0"/>
                  </a:moveTo>
                  <a:lnTo>
                    <a:pt x="2389" y="955"/>
                  </a:lnTo>
                  <a:lnTo>
                    <a:pt x="1433" y="1433"/>
                  </a:lnTo>
                  <a:lnTo>
                    <a:pt x="0" y="1433"/>
                  </a:lnTo>
                  <a:lnTo>
                    <a:pt x="1433" y="1433"/>
                  </a:lnTo>
                  <a:lnTo>
                    <a:pt x="2389" y="955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2" name="Freeform 2781">
              <a:extLst>
                <a:ext uri="{FF2B5EF4-FFF2-40B4-BE49-F238E27FC236}">
                  <a16:creationId xmlns:a16="http://schemas.microsoft.com/office/drawing/2014/main" id="{8C4AA512-042C-10B4-66E6-70EDED332340}"/>
                </a:ext>
              </a:extLst>
            </p:cNvPr>
            <p:cNvSpPr/>
            <p:nvPr/>
          </p:nvSpPr>
          <p:spPr>
            <a:xfrm>
              <a:off x="4457865" y="5558502"/>
              <a:ext cx="477" cy="4299"/>
            </a:xfrm>
            <a:custGeom>
              <a:avLst/>
              <a:gdLst>
                <a:gd name="csX0" fmla="*/ 0 w 477"/>
                <a:gd name="csY0" fmla="*/ 0 h 4299"/>
                <a:gd name="csX1" fmla="*/ 478 w 477"/>
                <a:gd name="csY1" fmla="*/ 4299 h 4299"/>
                <a:gd name="csX2" fmla="*/ 478 w 477"/>
                <a:gd name="csY2" fmla="*/ 4299 h 4299"/>
                <a:gd name="csX3" fmla="*/ 0 w 477"/>
                <a:gd name="csY3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299">
                  <a:moveTo>
                    <a:pt x="0" y="0"/>
                  </a:moveTo>
                  <a:lnTo>
                    <a:pt x="478" y="4299"/>
                  </a:lnTo>
                  <a:lnTo>
                    <a:pt x="478" y="429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3" name="Freeform 2782">
              <a:extLst>
                <a:ext uri="{FF2B5EF4-FFF2-40B4-BE49-F238E27FC236}">
                  <a16:creationId xmlns:a16="http://schemas.microsoft.com/office/drawing/2014/main" id="{83C5C158-EFE2-B9F6-7D95-93D625B8F440}"/>
                </a:ext>
              </a:extLst>
            </p:cNvPr>
            <p:cNvSpPr/>
            <p:nvPr/>
          </p:nvSpPr>
          <p:spPr>
            <a:xfrm>
              <a:off x="4455954" y="4392364"/>
              <a:ext cx="2388" cy="3344"/>
            </a:xfrm>
            <a:custGeom>
              <a:avLst/>
              <a:gdLst>
                <a:gd name="csX0" fmla="*/ 956 w 2388"/>
                <a:gd name="csY0" fmla="*/ 1433 h 3344"/>
                <a:gd name="csX1" fmla="*/ 2389 w 2388"/>
                <a:gd name="csY1" fmla="*/ 3344 h 3344"/>
                <a:gd name="csX2" fmla="*/ 956 w 2388"/>
                <a:gd name="csY2" fmla="*/ 1433 h 3344"/>
                <a:gd name="csX3" fmla="*/ 0 w 2388"/>
                <a:gd name="csY3" fmla="*/ 0 h 3344"/>
                <a:gd name="csX4" fmla="*/ 956 w 2388"/>
                <a:gd name="csY4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3344">
                  <a:moveTo>
                    <a:pt x="956" y="1433"/>
                  </a:moveTo>
                  <a:lnTo>
                    <a:pt x="2389" y="3344"/>
                  </a:lnTo>
                  <a:lnTo>
                    <a:pt x="956" y="1433"/>
                  </a:lnTo>
                  <a:lnTo>
                    <a:pt x="0" y="0"/>
                  </a:lnTo>
                  <a:lnTo>
                    <a:pt x="95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4" name="Freeform 2783">
              <a:extLst>
                <a:ext uri="{FF2B5EF4-FFF2-40B4-BE49-F238E27FC236}">
                  <a16:creationId xmlns:a16="http://schemas.microsoft.com/office/drawing/2014/main" id="{9B0EF626-83DC-76D3-39DF-5E86E2ED4FE0}"/>
                </a:ext>
              </a:extLst>
            </p:cNvPr>
            <p:cNvSpPr/>
            <p:nvPr/>
          </p:nvSpPr>
          <p:spPr>
            <a:xfrm>
              <a:off x="4455476" y="4327870"/>
              <a:ext cx="2866" cy="2388"/>
            </a:xfrm>
            <a:custGeom>
              <a:avLst/>
              <a:gdLst>
                <a:gd name="csX0" fmla="*/ 2389 w 2866"/>
                <a:gd name="csY0" fmla="*/ 1433 h 2388"/>
                <a:gd name="csX1" fmla="*/ 2867 w 2866"/>
                <a:gd name="csY1" fmla="*/ 1911 h 2388"/>
                <a:gd name="csX2" fmla="*/ 2389 w 2866"/>
                <a:gd name="csY2" fmla="*/ 2389 h 2388"/>
                <a:gd name="csX3" fmla="*/ 1433 w 2866"/>
                <a:gd name="csY3" fmla="*/ 1433 h 2388"/>
                <a:gd name="csX4" fmla="*/ 956 w 2866"/>
                <a:gd name="csY4" fmla="*/ 956 h 2388"/>
                <a:gd name="csX5" fmla="*/ 956 w 2866"/>
                <a:gd name="csY5" fmla="*/ 956 h 2388"/>
                <a:gd name="csX6" fmla="*/ 0 w 2866"/>
                <a:gd name="csY6" fmla="*/ 478 h 2388"/>
                <a:gd name="csX7" fmla="*/ 0 w 2866"/>
                <a:gd name="csY7" fmla="*/ 0 h 2388"/>
                <a:gd name="csX8" fmla="*/ 1911 w 2866"/>
                <a:gd name="csY8" fmla="*/ 0 h 2388"/>
                <a:gd name="csX9" fmla="*/ 2389 w 2866"/>
                <a:gd name="csY9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2388">
                  <a:moveTo>
                    <a:pt x="2389" y="1433"/>
                  </a:moveTo>
                  <a:lnTo>
                    <a:pt x="2867" y="1911"/>
                  </a:lnTo>
                  <a:lnTo>
                    <a:pt x="2389" y="2389"/>
                  </a:lnTo>
                  <a:lnTo>
                    <a:pt x="1433" y="1433"/>
                  </a:lnTo>
                  <a:lnTo>
                    <a:pt x="956" y="956"/>
                  </a:lnTo>
                  <a:lnTo>
                    <a:pt x="956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5" name="Freeform 2784">
              <a:extLst>
                <a:ext uri="{FF2B5EF4-FFF2-40B4-BE49-F238E27FC236}">
                  <a16:creationId xmlns:a16="http://schemas.microsoft.com/office/drawing/2014/main" id="{113236D8-A2C4-C80D-13D0-D47C84A9E0D4}"/>
                </a:ext>
              </a:extLst>
            </p:cNvPr>
            <p:cNvSpPr/>
            <p:nvPr/>
          </p:nvSpPr>
          <p:spPr>
            <a:xfrm>
              <a:off x="4456432" y="5696088"/>
              <a:ext cx="1433" cy="10032"/>
            </a:xfrm>
            <a:custGeom>
              <a:avLst/>
              <a:gdLst>
                <a:gd name="csX0" fmla="*/ 478 w 1433"/>
                <a:gd name="csY0" fmla="*/ 6688 h 10032"/>
                <a:gd name="csX1" fmla="*/ 1433 w 1433"/>
                <a:gd name="csY1" fmla="*/ 8121 h 10032"/>
                <a:gd name="csX2" fmla="*/ 1433 w 1433"/>
                <a:gd name="csY2" fmla="*/ 10032 h 10032"/>
                <a:gd name="csX3" fmla="*/ 1433 w 1433"/>
                <a:gd name="csY3" fmla="*/ 10032 h 10032"/>
                <a:gd name="csX4" fmla="*/ 1433 w 1433"/>
                <a:gd name="csY4" fmla="*/ 8121 h 10032"/>
                <a:gd name="csX5" fmla="*/ 478 w 1433"/>
                <a:gd name="csY5" fmla="*/ 6688 h 10032"/>
                <a:gd name="csX6" fmla="*/ 0 w 1433"/>
                <a:gd name="csY6" fmla="*/ 4777 h 10032"/>
                <a:gd name="csX7" fmla="*/ 478 w 1433"/>
                <a:gd name="csY7" fmla="*/ 2866 h 10032"/>
                <a:gd name="csX8" fmla="*/ 478 w 1433"/>
                <a:gd name="csY8" fmla="*/ 0 h 10032"/>
                <a:gd name="csX9" fmla="*/ 478 w 1433"/>
                <a:gd name="csY9" fmla="*/ 0 h 10032"/>
                <a:gd name="csX10" fmla="*/ 478 w 1433"/>
                <a:gd name="csY10" fmla="*/ 2866 h 10032"/>
                <a:gd name="csX11" fmla="*/ 0 w 1433"/>
                <a:gd name="csY11" fmla="*/ 4777 h 10032"/>
                <a:gd name="csX12" fmla="*/ 478 w 1433"/>
                <a:gd name="csY12" fmla="*/ 6688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433" h="10032">
                  <a:moveTo>
                    <a:pt x="478" y="6688"/>
                  </a:moveTo>
                  <a:lnTo>
                    <a:pt x="1433" y="8121"/>
                  </a:lnTo>
                  <a:lnTo>
                    <a:pt x="1433" y="10032"/>
                  </a:lnTo>
                  <a:lnTo>
                    <a:pt x="1433" y="10032"/>
                  </a:lnTo>
                  <a:lnTo>
                    <a:pt x="1433" y="8121"/>
                  </a:lnTo>
                  <a:lnTo>
                    <a:pt x="478" y="6688"/>
                  </a:lnTo>
                  <a:lnTo>
                    <a:pt x="0" y="4777"/>
                  </a:lnTo>
                  <a:lnTo>
                    <a:pt x="478" y="2866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478" y="2866"/>
                  </a:lnTo>
                  <a:lnTo>
                    <a:pt x="0" y="4777"/>
                  </a:lnTo>
                  <a:lnTo>
                    <a:pt x="478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6" name="Freeform 2785">
              <a:extLst>
                <a:ext uri="{FF2B5EF4-FFF2-40B4-BE49-F238E27FC236}">
                  <a16:creationId xmlns:a16="http://schemas.microsoft.com/office/drawing/2014/main" id="{B8E038BF-1E6C-B4B3-2C7B-BFC453BBC73C}"/>
                </a:ext>
              </a:extLst>
            </p:cNvPr>
            <p:cNvSpPr/>
            <p:nvPr/>
          </p:nvSpPr>
          <p:spPr>
            <a:xfrm>
              <a:off x="4453087" y="5584777"/>
              <a:ext cx="4777" cy="16720"/>
            </a:xfrm>
            <a:custGeom>
              <a:avLst/>
              <a:gdLst>
                <a:gd name="csX0" fmla="*/ 1911 w 4777"/>
                <a:gd name="csY0" fmla="*/ 15765 h 16720"/>
                <a:gd name="csX1" fmla="*/ 4777 w 4777"/>
                <a:gd name="csY1" fmla="*/ 16721 h 16720"/>
                <a:gd name="csX2" fmla="*/ 1433 w 4777"/>
                <a:gd name="csY2" fmla="*/ 15765 h 16720"/>
                <a:gd name="csX3" fmla="*/ 956 w 4777"/>
                <a:gd name="csY3" fmla="*/ 14809 h 16720"/>
                <a:gd name="csX4" fmla="*/ 0 w 4777"/>
                <a:gd name="csY4" fmla="*/ 12898 h 16720"/>
                <a:gd name="csX5" fmla="*/ 478 w 4777"/>
                <a:gd name="csY5" fmla="*/ 7644 h 16720"/>
                <a:gd name="csX6" fmla="*/ 0 w 4777"/>
                <a:gd name="csY6" fmla="*/ 4299 h 16720"/>
                <a:gd name="csX7" fmla="*/ 0 w 4777"/>
                <a:gd name="csY7" fmla="*/ 2866 h 16720"/>
                <a:gd name="csX8" fmla="*/ 478 w 4777"/>
                <a:gd name="csY8" fmla="*/ 1433 h 16720"/>
                <a:gd name="csX9" fmla="*/ 1911 w 4777"/>
                <a:gd name="csY9" fmla="*/ 0 h 16720"/>
                <a:gd name="csX10" fmla="*/ 478 w 4777"/>
                <a:gd name="csY10" fmla="*/ 1433 h 16720"/>
                <a:gd name="csX11" fmla="*/ 0 w 4777"/>
                <a:gd name="csY11" fmla="*/ 2866 h 16720"/>
                <a:gd name="csX12" fmla="*/ 478 w 4777"/>
                <a:gd name="csY12" fmla="*/ 4299 h 16720"/>
                <a:gd name="csX13" fmla="*/ 478 w 4777"/>
                <a:gd name="csY13" fmla="*/ 7644 h 16720"/>
                <a:gd name="csX14" fmla="*/ 0 w 4777"/>
                <a:gd name="csY14" fmla="*/ 12898 h 16720"/>
                <a:gd name="csX15" fmla="*/ 956 w 4777"/>
                <a:gd name="csY15" fmla="*/ 14809 h 16720"/>
                <a:gd name="csX16" fmla="*/ 1911 w 4777"/>
                <a:gd name="csY16" fmla="*/ 15765 h 16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4777" h="16720">
                  <a:moveTo>
                    <a:pt x="1911" y="15765"/>
                  </a:moveTo>
                  <a:lnTo>
                    <a:pt x="4777" y="16721"/>
                  </a:lnTo>
                  <a:lnTo>
                    <a:pt x="1433" y="15765"/>
                  </a:lnTo>
                  <a:lnTo>
                    <a:pt x="956" y="14809"/>
                  </a:lnTo>
                  <a:lnTo>
                    <a:pt x="0" y="12898"/>
                  </a:lnTo>
                  <a:lnTo>
                    <a:pt x="478" y="7644"/>
                  </a:lnTo>
                  <a:lnTo>
                    <a:pt x="0" y="4299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1911" y="0"/>
                  </a:lnTo>
                  <a:lnTo>
                    <a:pt x="478" y="1433"/>
                  </a:lnTo>
                  <a:lnTo>
                    <a:pt x="0" y="2866"/>
                  </a:lnTo>
                  <a:lnTo>
                    <a:pt x="478" y="4299"/>
                  </a:lnTo>
                  <a:lnTo>
                    <a:pt x="478" y="7644"/>
                  </a:lnTo>
                  <a:lnTo>
                    <a:pt x="0" y="12898"/>
                  </a:lnTo>
                  <a:lnTo>
                    <a:pt x="956" y="14809"/>
                  </a:lnTo>
                  <a:lnTo>
                    <a:pt x="1911" y="157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7" name="Freeform 2786">
              <a:extLst>
                <a:ext uri="{FF2B5EF4-FFF2-40B4-BE49-F238E27FC236}">
                  <a16:creationId xmlns:a16="http://schemas.microsoft.com/office/drawing/2014/main" id="{873ABE15-FCA5-0FE6-8356-F31B4BEAB9DC}"/>
                </a:ext>
              </a:extLst>
            </p:cNvPr>
            <p:cNvSpPr/>
            <p:nvPr/>
          </p:nvSpPr>
          <p:spPr>
            <a:xfrm>
              <a:off x="4415825" y="3916545"/>
              <a:ext cx="42040" cy="13853"/>
            </a:xfrm>
            <a:custGeom>
              <a:avLst/>
              <a:gdLst>
                <a:gd name="csX0" fmla="*/ 42040 w 42040"/>
                <a:gd name="csY0" fmla="*/ 1911 h 13853"/>
                <a:gd name="csX1" fmla="*/ 33441 w 42040"/>
                <a:gd name="csY1" fmla="*/ 6210 h 13853"/>
                <a:gd name="csX2" fmla="*/ 31530 w 42040"/>
                <a:gd name="csY2" fmla="*/ 6688 h 13853"/>
                <a:gd name="csX3" fmla="*/ 29142 w 42040"/>
                <a:gd name="csY3" fmla="*/ 7644 h 13853"/>
                <a:gd name="csX4" fmla="*/ 26753 w 42040"/>
                <a:gd name="csY4" fmla="*/ 8599 h 13853"/>
                <a:gd name="csX5" fmla="*/ 24842 w 42040"/>
                <a:gd name="csY5" fmla="*/ 8599 h 13853"/>
                <a:gd name="csX6" fmla="*/ 16243 w 42040"/>
                <a:gd name="csY6" fmla="*/ 11943 h 13853"/>
                <a:gd name="csX7" fmla="*/ 15765 w 42040"/>
                <a:gd name="csY7" fmla="*/ 11943 h 13853"/>
                <a:gd name="csX8" fmla="*/ 14810 w 42040"/>
                <a:gd name="csY8" fmla="*/ 11465 h 13853"/>
                <a:gd name="csX9" fmla="*/ 8121 w 42040"/>
                <a:gd name="csY9" fmla="*/ 12899 h 13853"/>
                <a:gd name="csX10" fmla="*/ 4777 w 42040"/>
                <a:gd name="csY10" fmla="*/ 13376 h 13853"/>
                <a:gd name="csX11" fmla="*/ 2389 w 42040"/>
                <a:gd name="csY11" fmla="*/ 13854 h 13853"/>
                <a:gd name="csX12" fmla="*/ 4300 w 42040"/>
                <a:gd name="csY12" fmla="*/ 12421 h 13853"/>
                <a:gd name="csX13" fmla="*/ 4300 w 42040"/>
                <a:gd name="csY13" fmla="*/ 11943 h 13853"/>
                <a:gd name="csX14" fmla="*/ 3822 w 42040"/>
                <a:gd name="csY14" fmla="*/ 11943 h 13853"/>
                <a:gd name="csX15" fmla="*/ 2867 w 42040"/>
                <a:gd name="csY15" fmla="*/ 11943 h 13853"/>
                <a:gd name="csX16" fmla="*/ 1911 w 42040"/>
                <a:gd name="csY16" fmla="*/ 12899 h 13853"/>
                <a:gd name="csX17" fmla="*/ 0 w 42040"/>
                <a:gd name="csY17" fmla="*/ 13376 h 13853"/>
                <a:gd name="csX18" fmla="*/ 0 w 42040"/>
                <a:gd name="csY18" fmla="*/ 11943 h 13853"/>
                <a:gd name="csX19" fmla="*/ 478 w 42040"/>
                <a:gd name="csY19" fmla="*/ 10988 h 13853"/>
                <a:gd name="csX20" fmla="*/ 956 w 42040"/>
                <a:gd name="csY20" fmla="*/ 10032 h 13853"/>
                <a:gd name="csX21" fmla="*/ 2867 w 42040"/>
                <a:gd name="csY21" fmla="*/ 8599 h 13853"/>
                <a:gd name="csX22" fmla="*/ 5255 w 42040"/>
                <a:gd name="csY22" fmla="*/ 7644 h 13853"/>
                <a:gd name="csX23" fmla="*/ 6688 w 42040"/>
                <a:gd name="csY23" fmla="*/ 6688 h 13853"/>
                <a:gd name="csX24" fmla="*/ 7166 w 42040"/>
                <a:gd name="csY24" fmla="*/ 7166 h 13853"/>
                <a:gd name="csX25" fmla="*/ 7644 w 42040"/>
                <a:gd name="csY25" fmla="*/ 6210 h 13853"/>
                <a:gd name="csX26" fmla="*/ 8121 w 42040"/>
                <a:gd name="csY26" fmla="*/ 5733 h 13853"/>
                <a:gd name="csX27" fmla="*/ 9077 w 42040"/>
                <a:gd name="csY27" fmla="*/ 5255 h 13853"/>
                <a:gd name="csX28" fmla="*/ 10510 w 42040"/>
                <a:gd name="csY28" fmla="*/ 5255 h 13853"/>
                <a:gd name="csX29" fmla="*/ 11466 w 42040"/>
                <a:gd name="csY29" fmla="*/ 5255 h 13853"/>
                <a:gd name="csX30" fmla="*/ 11943 w 42040"/>
                <a:gd name="csY30" fmla="*/ 4777 h 13853"/>
                <a:gd name="csX31" fmla="*/ 12899 w 42040"/>
                <a:gd name="csY31" fmla="*/ 4777 h 13853"/>
                <a:gd name="csX32" fmla="*/ 14810 w 42040"/>
                <a:gd name="csY32" fmla="*/ 5255 h 13853"/>
                <a:gd name="csX33" fmla="*/ 16721 w 42040"/>
                <a:gd name="csY33" fmla="*/ 5255 h 13853"/>
                <a:gd name="csX34" fmla="*/ 18154 w 42040"/>
                <a:gd name="csY34" fmla="*/ 4299 h 13853"/>
                <a:gd name="csX35" fmla="*/ 19587 w 42040"/>
                <a:gd name="csY35" fmla="*/ 4299 h 13853"/>
                <a:gd name="csX36" fmla="*/ 23409 w 42040"/>
                <a:gd name="csY36" fmla="*/ 4299 h 13853"/>
                <a:gd name="csX37" fmla="*/ 27708 w 42040"/>
                <a:gd name="csY37" fmla="*/ 3822 h 13853"/>
                <a:gd name="csX38" fmla="*/ 29142 w 42040"/>
                <a:gd name="csY38" fmla="*/ 2866 h 13853"/>
                <a:gd name="csX39" fmla="*/ 32486 w 42040"/>
                <a:gd name="csY39" fmla="*/ 478 h 13853"/>
                <a:gd name="csX40" fmla="*/ 34874 w 42040"/>
                <a:gd name="csY40" fmla="*/ 0 h 13853"/>
                <a:gd name="csX41" fmla="*/ 31530 w 42040"/>
                <a:gd name="csY41" fmla="*/ 2389 h 13853"/>
                <a:gd name="csX42" fmla="*/ 30097 w 42040"/>
                <a:gd name="csY42" fmla="*/ 3822 h 13853"/>
                <a:gd name="csX43" fmla="*/ 28664 w 42040"/>
                <a:gd name="csY43" fmla="*/ 5255 h 13853"/>
                <a:gd name="csX44" fmla="*/ 29619 w 42040"/>
                <a:gd name="csY44" fmla="*/ 5733 h 13853"/>
                <a:gd name="csX45" fmla="*/ 31052 w 42040"/>
                <a:gd name="csY45" fmla="*/ 5255 h 13853"/>
                <a:gd name="csX46" fmla="*/ 32008 w 42040"/>
                <a:gd name="csY46" fmla="*/ 4299 h 13853"/>
                <a:gd name="csX47" fmla="*/ 34397 w 42040"/>
                <a:gd name="csY47" fmla="*/ 2866 h 13853"/>
                <a:gd name="csX48" fmla="*/ 36308 w 42040"/>
                <a:gd name="csY48" fmla="*/ 2389 h 13853"/>
                <a:gd name="csX49" fmla="*/ 37263 w 42040"/>
                <a:gd name="csY49" fmla="*/ 2389 h 13853"/>
                <a:gd name="csX50" fmla="*/ 38218 w 42040"/>
                <a:gd name="csY50" fmla="*/ 3344 h 13853"/>
                <a:gd name="csX51" fmla="*/ 40129 w 42040"/>
                <a:gd name="csY51" fmla="*/ 2389 h 13853"/>
                <a:gd name="csX52" fmla="*/ 42040 w 42040"/>
                <a:gd name="csY52" fmla="*/ 1911 h 13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42040" h="13853">
                  <a:moveTo>
                    <a:pt x="42040" y="1911"/>
                  </a:moveTo>
                  <a:lnTo>
                    <a:pt x="33441" y="6210"/>
                  </a:lnTo>
                  <a:lnTo>
                    <a:pt x="31530" y="6688"/>
                  </a:lnTo>
                  <a:lnTo>
                    <a:pt x="29142" y="7644"/>
                  </a:lnTo>
                  <a:lnTo>
                    <a:pt x="26753" y="8599"/>
                  </a:lnTo>
                  <a:lnTo>
                    <a:pt x="24842" y="8599"/>
                  </a:lnTo>
                  <a:lnTo>
                    <a:pt x="16243" y="11943"/>
                  </a:lnTo>
                  <a:lnTo>
                    <a:pt x="15765" y="11943"/>
                  </a:lnTo>
                  <a:lnTo>
                    <a:pt x="14810" y="11465"/>
                  </a:lnTo>
                  <a:lnTo>
                    <a:pt x="8121" y="12899"/>
                  </a:lnTo>
                  <a:lnTo>
                    <a:pt x="4777" y="13376"/>
                  </a:lnTo>
                  <a:lnTo>
                    <a:pt x="2389" y="13854"/>
                  </a:lnTo>
                  <a:lnTo>
                    <a:pt x="4300" y="12421"/>
                  </a:lnTo>
                  <a:lnTo>
                    <a:pt x="4300" y="11943"/>
                  </a:lnTo>
                  <a:lnTo>
                    <a:pt x="3822" y="11943"/>
                  </a:lnTo>
                  <a:lnTo>
                    <a:pt x="2867" y="11943"/>
                  </a:lnTo>
                  <a:lnTo>
                    <a:pt x="1911" y="12899"/>
                  </a:lnTo>
                  <a:lnTo>
                    <a:pt x="0" y="13376"/>
                  </a:lnTo>
                  <a:lnTo>
                    <a:pt x="0" y="11943"/>
                  </a:lnTo>
                  <a:lnTo>
                    <a:pt x="478" y="10988"/>
                  </a:lnTo>
                  <a:lnTo>
                    <a:pt x="956" y="10032"/>
                  </a:lnTo>
                  <a:lnTo>
                    <a:pt x="2867" y="8599"/>
                  </a:lnTo>
                  <a:lnTo>
                    <a:pt x="5255" y="7644"/>
                  </a:lnTo>
                  <a:lnTo>
                    <a:pt x="6688" y="6688"/>
                  </a:lnTo>
                  <a:lnTo>
                    <a:pt x="7166" y="7166"/>
                  </a:lnTo>
                  <a:lnTo>
                    <a:pt x="7644" y="6210"/>
                  </a:lnTo>
                  <a:lnTo>
                    <a:pt x="8121" y="5733"/>
                  </a:lnTo>
                  <a:lnTo>
                    <a:pt x="9077" y="5255"/>
                  </a:lnTo>
                  <a:lnTo>
                    <a:pt x="10510" y="5255"/>
                  </a:lnTo>
                  <a:lnTo>
                    <a:pt x="11466" y="5255"/>
                  </a:lnTo>
                  <a:lnTo>
                    <a:pt x="11943" y="4777"/>
                  </a:lnTo>
                  <a:lnTo>
                    <a:pt x="12899" y="4777"/>
                  </a:lnTo>
                  <a:lnTo>
                    <a:pt x="14810" y="5255"/>
                  </a:lnTo>
                  <a:lnTo>
                    <a:pt x="16721" y="5255"/>
                  </a:lnTo>
                  <a:lnTo>
                    <a:pt x="18154" y="4299"/>
                  </a:lnTo>
                  <a:lnTo>
                    <a:pt x="19587" y="4299"/>
                  </a:lnTo>
                  <a:lnTo>
                    <a:pt x="23409" y="4299"/>
                  </a:lnTo>
                  <a:lnTo>
                    <a:pt x="27708" y="3822"/>
                  </a:lnTo>
                  <a:lnTo>
                    <a:pt x="29142" y="2866"/>
                  </a:lnTo>
                  <a:lnTo>
                    <a:pt x="32486" y="478"/>
                  </a:lnTo>
                  <a:lnTo>
                    <a:pt x="34874" y="0"/>
                  </a:lnTo>
                  <a:lnTo>
                    <a:pt x="31530" y="2389"/>
                  </a:lnTo>
                  <a:lnTo>
                    <a:pt x="30097" y="3822"/>
                  </a:lnTo>
                  <a:lnTo>
                    <a:pt x="28664" y="5255"/>
                  </a:lnTo>
                  <a:lnTo>
                    <a:pt x="29619" y="5733"/>
                  </a:lnTo>
                  <a:lnTo>
                    <a:pt x="31052" y="5255"/>
                  </a:lnTo>
                  <a:lnTo>
                    <a:pt x="32008" y="4299"/>
                  </a:lnTo>
                  <a:lnTo>
                    <a:pt x="34397" y="2866"/>
                  </a:lnTo>
                  <a:lnTo>
                    <a:pt x="36308" y="2389"/>
                  </a:lnTo>
                  <a:lnTo>
                    <a:pt x="37263" y="2389"/>
                  </a:lnTo>
                  <a:lnTo>
                    <a:pt x="38218" y="3344"/>
                  </a:lnTo>
                  <a:lnTo>
                    <a:pt x="40129" y="2389"/>
                  </a:lnTo>
                  <a:lnTo>
                    <a:pt x="4204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8" name="Freeform 2787">
              <a:extLst>
                <a:ext uri="{FF2B5EF4-FFF2-40B4-BE49-F238E27FC236}">
                  <a16:creationId xmlns:a16="http://schemas.microsoft.com/office/drawing/2014/main" id="{F3188105-4092-EA74-F742-46B164CF0006}"/>
                </a:ext>
              </a:extLst>
            </p:cNvPr>
            <p:cNvSpPr/>
            <p:nvPr/>
          </p:nvSpPr>
          <p:spPr>
            <a:xfrm>
              <a:off x="4453087" y="5832718"/>
              <a:ext cx="3822" cy="6688"/>
            </a:xfrm>
            <a:custGeom>
              <a:avLst/>
              <a:gdLst>
                <a:gd name="csX0" fmla="*/ 2389 w 3822"/>
                <a:gd name="csY0" fmla="*/ 2389 h 6688"/>
                <a:gd name="csX1" fmla="*/ 3822 w 3822"/>
                <a:gd name="csY1" fmla="*/ 4300 h 6688"/>
                <a:gd name="csX2" fmla="*/ 3344 w 3822"/>
                <a:gd name="csY2" fmla="*/ 6688 h 6688"/>
                <a:gd name="csX3" fmla="*/ 3344 w 3822"/>
                <a:gd name="csY3" fmla="*/ 6688 h 6688"/>
                <a:gd name="csX4" fmla="*/ 3822 w 3822"/>
                <a:gd name="csY4" fmla="*/ 4300 h 6688"/>
                <a:gd name="csX5" fmla="*/ 2389 w 3822"/>
                <a:gd name="csY5" fmla="*/ 2389 h 6688"/>
                <a:gd name="csX6" fmla="*/ 0 w 3822"/>
                <a:gd name="csY6" fmla="*/ 0 h 6688"/>
                <a:gd name="csX7" fmla="*/ 0 w 3822"/>
                <a:gd name="csY7" fmla="*/ 0 h 6688"/>
                <a:gd name="csX8" fmla="*/ 2389 w 3822"/>
                <a:gd name="csY8" fmla="*/ 2389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2" h="6688">
                  <a:moveTo>
                    <a:pt x="2389" y="2389"/>
                  </a:moveTo>
                  <a:lnTo>
                    <a:pt x="3822" y="4300"/>
                  </a:lnTo>
                  <a:lnTo>
                    <a:pt x="3344" y="6688"/>
                  </a:lnTo>
                  <a:lnTo>
                    <a:pt x="3344" y="6688"/>
                  </a:lnTo>
                  <a:lnTo>
                    <a:pt x="3822" y="4300"/>
                  </a:lnTo>
                  <a:lnTo>
                    <a:pt x="2389" y="2389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9" name="Freeform 2788">
              <a:extLst>
                <a:ext uri="{FF2B5EF4-FFF2-40B4-BE49-F238E27FC236}">
                  <a16:creationId xmlns:a16="http://schemas.microsoft.com/office/drawing/2014/main" id="{13512E4C-A3E2-FBFA-2E14-2AD5A10E81F0}"/>
                </a:ext>
              </a:extLst>
            </p:cNvPr>
            <p:cNvSpPr/>
            <p:nvPr/>
          </p:nvSpPr>
          <p:spPr>
            <a:xfrm>
              <a:off x="4452610" y="4603043"/>
              <a:ext cx="2866" cy="4299"/>
            </a:xfrm>
            <a:custGeom>
              <a:avLst/>
              <a:gdLst>
                <a:gd name="csX0" fmla="*/ 1433 w 2866"/>
                <a:gd name="csY0" fmla="*/ 2866 h 4299"/>
                <a:gd name="csX1" fmla="*/ 2866 w 2866"/>
                <a:gd name="csY1" fmla="*/ 4299 h 4299"/>
                <a:gd name="csX2" fmla="*/ 1433 w 2866"/>
                <a:gd name="csY2" fmla="*/ 2866 h 4299"/>
                <a:gd name="csX3" fmla="*/ 0 w 2866"/>
                <a:gd name="csY3" fmla="*/ 0 h 4299"/>
                <a:gd name="csX4" fmla="*/ 1433 w 2866"/>
                <a:gd name="csY4" fmla="*/ 286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299">
                  <a:moveTo>
                    <a:pt x="1433" y="2866"/>
                  </a:moveTo>
                  <a:lnTo>
                    <a:pt x="2866" y="4299"/>
                  </a:lnTo>
                  <a:lnTo>
                    <a:pt x="1433" y="2866"/>
                  </a:lnTo>
                  <a:lnTo>
                    <a:pt x="0" y="0"/>
                  </a:lnTo>
                  <a:lnTo>
                    <a:pt x="14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0" name="Freeform 2789">
              <a:extLst>
                <a:ext uri="{FF2B5EF4-FFF2-40B4-BE49-F238E27FC236}">
                  <a16:creationId xmlns:a16="http://schemas.microsoft.com/office/drawing/2014/main" id="{134EE5E5-F78A-8CA8-4C14-F25F470FD1F8}"/>
                </a:ext>
              </a:extLst>
            </p:cNvPr>
            <p:cNvSpPr/>
            <p:nvPr/>
          </p:nvSpPr>
          <p:spPr>
            <a:xfrm>
              <a:off x="4453565" y="5707075"/>
              <a:ext cx="1433" cy="2388"/>
            </a:xfrm>
            <a:custGeom>
              <a:avLst/>
              <a:gdLst>
                <a:gd name="csX0" fmla="*/ 1433 w 1433"/>
                <a:gd name="csY0" fmla="*/ 0 h 2388"/>
                <a:gd name="csX1" fmla="*/ 478 w 1433"/>
                <a:gd name="csY1" fmla="*/ 2389 h 2388"/>
                <a:gd name="csX2" fmla="*/ 0 w 1433"/>
                <a:gd name="csY2" fmla="*/ 2389 h 2388"/>
                <a:gd name="csX3" fmla="*/ 1433 w 1433"/>
                <a:gd name="csY3" fmla="*/ 0 h 2388"/>
                <a:gd name="csX4" fmla="*/ 1433 w 1433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388">
                  <a:moveTo>
                    <a:pt x="1433" y="0"/>
                  </a:moveTo>
                  <a:lnTo>
                    <a:pt x="478" y="2389"/>
                  </a:lnTo>
                  <a:lnTo>
                    <a:pt x="0" y="2389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1" name="Freeform 2790">
              <a:extLst>
                <a:ext uri="{FF2B5EF4-FFF2-40B4-BE49-F238E27FC236}">
                  <a16:creationId xmlns:a16="http://schemas.microsoft.com/office/drawing/2014/main" id="{4AA34EAA-9EB0-769D-9688-080F71E8D5A4}"/>
                </a:ext>
              </a:extLst>
            </p:cNvPr>
            <p:cNvSpPr/>
            <p:nvPr/>
          </p:nvSpPr>
          <p:spPr>
            <a:xfrm>
              <a:off x="4453565" y="5578566"/>
              <a:ext cx="1433" cy="6210"/>
            </a:xfrm>
            <a:custGeom>
              <a:avLst/>
              <a:gdLst>
                <a:gd name="csX0" fmla="*/ 956 w 1433"/>
                <a:gd name="csY0" fmla="*/ 3344 h 6210"/>
                <a:gd name="csX1" fmla="*/ 1433 w 1433"/>
                <a:gd name="csY1" fmla="*/ 6211 h 6210"/>
                <a:gd name="csX2" fmla="*/ 1433 w 1433"/>
                <a:gd name="csY2" fmla="*/ 6211 h 6210"/>
                <a:gd name="csX3" fmla="*/ 956 w 1433"/>
                <a:gd name="csY3" fmla="*/ 3344 h 6210"/>
                <a:gd name="csX4" fmla="*/ 0 w 1433"/>
                <a:gd name="csY4" fmla="*/ 1911 h 6210"/>
                <a:gd name="csX5" fmla="*/ 0 w 1433"/>
                <a:gd name="csY5" fmla="*/ 956 h 6210"/>
                <a:gd name="csX6" fmla="*/ 956 w 1433"/>
                <a:gd name="csY6" fmla="*/ 0 h 6210"/>
                <a:gd name="csX7" fmla="*/ 0 w 1433"/>
                <a:gd name="csY7" fmla="*/ 956 h 6210"/>
                <a:gd name="csX8" fmla="*/ 0 w 1433"/>
                <a:gd name="csY8" fmla="*/ 1911 h 6210"/>
                <a:gd name="csX9" fmla="*/ 956 w 1433"/>
                <a:gd name="csY9" fmla="*/ 3344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33" h="6210">
                  <a:moveTo>
                    <a:pt x="956" y="3344"/>
                  </a:moveTo>
                  <a:lnTo>
                    <a:pt x="1433" y="6211"/>
                  </a:lnTo>
                  <a:lnTo>
                    <a:pt x="1433" y="6211"/>
                  </a:lnTo>
                  <a:lnTo>
                    <a:pt x="956" y="3344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0" y="956"/>
                  </a:lnTo>
                  <a:lnTo>
                    <a:pt x="0" y="1911"/>
                  </a:lnTo>
                  <a:lnTo>
                    <a:pt x="95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2" name="Freeform 2791">
              <a:extLst>
                <a:ext uri="{FF2B5EF4-FFF2-40B4-BE49-F238E27FC236}">
                  <a16:creationId xmlns:a16="http://schemas.microsoft.com/office/drawing/2014/main" id="{C38E8A2E-2B17-4859-D8FF-8C17AF7991A3}"/>
                </a:ext>
              </a:extLst>
            </p:cNvPr>
            <p:cNvSpPr/>
            <p:nvPr/>
          </p:nvSpPr>
          <p:spPr>
            <a:xfrm>
              <a:off x="4449266" y="4329781"/>
              <a:ext cx="3821" cy="1910"/>
            </a:xfrm>
            <a:custGeom>
              <a:avLst/>
              <a:gdLst>
                <a:gd name="csX0" fmla="*/ 3822 w 3821"/>
                <a:gd name="csY0" fmla="*/ 956 h 1910"/>
                <a:gd name="csX1" fmla="*/ 3822 w 3821"/>
                <a:gd name="csY1" fmla="*/ 956 h 1910"/>
                <a:gd name="csX2" fmla="*/ 2867 w 3821"/>
                <a:gd name="csY2" fmla="*/ 1433 h 1910"/>
                <a:gd name="csX3" fmla="*/ 2867 w 3821"/>
                <a:gd name="csY3" fmla="*/ 1433 h 1910"/>
                <a:gd name="csX4" fmla="*/ 478 w 3821"/>
                <a:gd name="csY4" fmla="*/ 1911 h 1910"/>
                <a:gd name="csX5" fmla="*/ 0 w 3821"/>
                <a:gd name="csY5" fmla="*/ 1911 h 1910"/>
                <a:gd name="csX6" fmla="*/ 0 w 3821"/>
                <a:gd name="csY6" fmla="*/ 956 h 1910"/>
                <a:gd name="csX7" fmla="*/ 0 w 3821"/>
                <a:gd name="csY7" fmla="*/ 0 h 1910"/>
                <a:gd name="csX8" fmla="*/ 2389 w 3821"/>
                <a:gd name="csY8" fmla="*/ 956 h 1910"/>
                <a:gd name="csX9" fmla="*/ 3822 w 3821"/>
                <a:gd name="csY9" fmla="*/ 956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1910">
                  <a:moveTo>
                    <a:pt x="3822" y="956"/>
                  </a:moveTo>
                  <a:lnTo>
                    <a:pt x="3822" y="956"/>
                  </a:lnTo>
                  <a:lnTo>
                    <a:pt x="2867" y="1433"/>
                  </a:lnTo>
                  <a:lnTo>
                    <a:pt x="2867" y="1433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3" name="Freeform 2792">
              <a:extLst>
                <a:ext uri="{FF2B5EF4-FFF2-40B4-BE49-F238E27FC236}">
                  <a16:creationId xmlns:a16="http://schemas.microsoft.com/office/drawing/2014/main" id="{2D7DAD13-7D5A-A51C-B7C4-CE99908279B6}"/>
                </a:ext>
              </a:extLst>
            </p:cNvPr>
            <p:cNvSpPr/>
            <p:nvPr/>
          </p:nvSpPr>
          <p:spPr>
            <a:xfrm>
              <a:off x="4419169" y="5881924"/>
              <a:ext cx="32485" cy="22453"/>
            </a:xfrm>
            <a:custGeom>
              <a:avLst/>
              <a:gdLst>
                <a:gd name="csX0" fmla="*/ 30575 w 32485"/>
                <a:gd name="csY0" fmla="*/ 10510 h 22453"/>
                <a:gd name="csX1" fmla="*/ 32486 w 32485"/>
                <a:gd name="csY1" fmla="*/ 12899 h 22453"/>
                <a:gd name="csX2" fmla="*/ 30575 w 32485"/>
                <a:gd name="csY2" fmla="*/ 14332 h 22453"/>
                <a:gd name="csX3" fmla="*/ 29619 w 32485"/>
                <a:gd name="csY3" fmla="*/ 16721 h 22453"/>
                <a:gd name="csX4" fmla="*/ 29619 w 32485"/>
                <a:gd name="csY4" fmla="*/ 18154 h 22453"/>
                <a:gd name="csX5" fmla="*/ 28664 w 32485"/>
                <a:gd name="csY5" fmla="*/ 18632 h 22453"/>
                <a:gd name="csX6" fmla="*/ 27231 w 32485"/>
                <a:gd name="csY6" fmla="*/ 19587 h 22453"/>
                <a:gd name="csX7" fmla="*/ 25798 w 32485"/>
                <a:gd name="csY7" fmla="*/ 21020 h 22453"/>
                <a:gd name="csX8" fmla="*/ 23409 w 32485"/>
                <a:gd name="csY8" fmla="*/ 21020 h 22453"/>
                <a:gd name="csX9" fmla="*/ 21020 w 32485"/>
                <a:gd name="csY9" fmla="*/ 21976 h 22453"/>
                <a:gd name="csX10" fmla="*/ 20065 w 32485"/>
                <a:gd name="csY10" fmla="*/ 22453 h 22453"/>
                <a:gd name="csX11" fmla="*/ 19587 w 32485"/>
                <a:gd name="csY11" fmla="*/ 22453 h 22453"/>
                <a:gd name="csX12" fmla="*/ 18632 w 32485"/>
                <a:gd name="csY12" fmla="*/ 22453 h 22453"/>
                <a:gd name="csX13" fmla="*/ 18154 w 32485"/>
                <a:gd name="csY13" fmla="*/ 21498 h 22453"/>
                <a:gd name="csX14" fmla="*/ 17676 w 32485"/>
                <a:gd name="csY14" fmla="*/ 20543 h 22453"/>
                <a:gd name="csX15" fmla="*/ 19109 w 32485"/>
                <a:gd name="csY15" fmla="*/ 20065 h 22453"/>
                <a:gd name="csX16" fmla="*/ 21020 w 32485"/>
                <a:gd name="csY16" fmla="*/ 17198 h 22453"/>
                <a:gd name="csX17" fmla="*/ 21498 w 32485"/>
                <a:gd name="csY17" fmla="*/ 14332 h 22453"/>
                <a:gd name="csX18" fmla="*/ 19587 w 32485"/>
                <a:gd name="csY18" fmla="*/ 13854 h 22453"/>
                <a:gd name="csX19" fmla="*/ 18154 w 32485"/>
                <a:gd name="csY19" fmla="*/ 14332 h 22453"/>
                <a:gd name="csX20" fmla="*/ 17198 w 32485"/>
                <a:gd name="csY20" fmla="*/ 14332 h 22453"/>
                <a:gd name="csX21" fmla="*/ 16243 w 32485"/>
                <a:gd name="csY21" fmla="*/ 13377 h 22453"/>
                <a:gd name="csX22" fmla="*/ 15287 w 32485"/>
                <a:gd name="csY22" fmla="*/ 14810 h 22453"/>
                <a:gd name="csX23" fmla="*/ 15287 w 32485"/>
                <a:gd name="csY23" fmla="*/ 16243 h 22453"/>
                <a:gd name="csX24" fmla="*/ 15287 w 32485"/>
                <a:gd name="csY24" fmla="*/ 18154 h 22453"/>
                <a:gd name="csX25" fmla="*/ 15287 w 32485"/>
                <a:gd name="csY25" fmla="*/ 18632 h 22453"/>
                <a:gd name="csX26" fmla="*/ 14332 w 32485"/>
                <a:gd name="csY26" fmla="*/ 19109 h 22453"/>
                <a:gd name="csX27" fmla="*/ 12899 w 32485"/>
                <a:gd name="csY27" fmla="*/ 18154 h 22453"/>
                <a:gd name="csX28" fmla="*/ 10988 w 32485"/>
                <a:gd name="csY28" fmla="*/ 17198 h 22453"/>
                <a:gd name="csX29" fmla="*/ 10510 w 32485"/>
                <a:gd name="csY29" fmla="*/ 16243 h 22453"/>
                <a:gd name="csX30" fmla="*/ 10988 w 32485"/>
                <a:gd name="csY30" fmla="*/ 13854 h 22453"/>
                <a:gd name="csX31" fmla="*/ 10988 w 32485"/>
                <a:gd name="csY31" fmla="*/ 12421 h 22453"/>
                <a:gd name="csX32" fmla="*/ 10510 w 32485"/>
                <a:gd name="csY32" fmla="*/ 10510 h 22453"/>
                <a:gd name="csX33" fmla="*/ 10510 w 32485"/>
                <a:gd name="csY33" fmla="*/ 10032 h 22453"/>
                <a:gd name="csX34" fmla="*/ 9555 w 32485"/>
                <a:gd name="csY34" fmla="*/ 10032 h 22453"/>
                <a:gd name="csX35" fmla="*/ 7644 w 32485"/>
                <a:gd name="csY35" fmla="*/ 10510 h 22453"/>
                <a:gd name="csX36" fmla="*/ 5255 w 32485"/>
                <a:gd name="csY36" fmla="*/ 8121 h 22453"/>
                <a:gd name="csX37" fmla="*/ 4300 w 32485"/>
                <a:gd name="csY37" fmla="*/ 5733 h 22453"/>
                <a:gd name="csX38" fmla="*/ 0 w 32485"/>
                <a:gd name="csY38" fmla="*/ 4777 h 22453"/>
                <a:gd name="csX39" fmla="*/ 3344 w 32485"/>
                <a:gd name="csY39" fmla="*/ 956 h 22453"/>
                <a:gd name="csX40" fmla="*/ 8121 w 32485"/>
                <a:gd name="csY40" fmla="*/ 478 h 22453"/>
                <a:gd name="csX41" fmla="*/ 9555 w 32485"/>
                <a:gd name="csY41" fmla="*/ 2389 h 22453"/>
                <a:gd name="csX42" fmla="*/ 14809 w 32485"/>
                <a:gd name="csY42" fmla="*/ 3822 h 22453"/>
                <a:gd name="csX43" fmla="*/ 14809 w 32485"/>
                <a:gd name="csY43" fmla="*/ 1911 h 22453"/>
                <a:gd name="csX44" fmla="*/ 14809 w 32485"/>
                <a:gd name="csY44" fmla="*/ 956 h 22453"/>
                <a:gd name="csX45" fmla="*/ 15287 w 32485"/>
                <a:gd name="csY45" fmla="*/ 478 h 22453"/>
                <a:gd name="csX46" fmla="*/ 15765 w 32485"/>
                <a:gd name="csY46" fmla="*/ 0 h 22453"/>
                <a:gd name="csX47" fmla="*/ 16243 w 32485"/>
                <a:gd name="csY47" fmla="*/ 956 h 22453"/>
                <a:gd name="csX48" fmla="*/ 17676 w 32485"/>
                <a:gd name="csY48" fmla="*/ 956 h 22453"/>
                <a:gd name="csX49" fmla="*/ 18154 w 32485"/>
                <a:gd name="csY49" fmla="*/ 1433 h 22453"/>
                <a:gd name="csX50" fmla="*/ 18632 w 32485"/>
                <a:gd name="csY50" fmla="*/ 2867 h 22453"/>
                <a:gd name="csX51" fmla="*/ 19109 w 32485"/>
                <a:gd name="csY51" fmla="*/ 5255 h 22453"/>
                <a:gd name="csX52" fmla="*/ 19109 w 32485"/>
                <a:gd name="csY52" fmla="*/ 5733 h 22453"/>
                <a:gd name="csX53" fmla="*/ 20542 w 32485"/>
                <a:gd name="csY53" fmla="*/ 5255 h 22453"/>
                <a:gd name="csX54" fmla="*/ 22931 w 32485"/>
                <a:gd name="csY54" fmla="*/ 5255 h 22453"/>
                <a:gd name="csX55" fmla="*/ 27231 w 32485"/>
                <a:gd name="csY55" fmla="*/ 6211 h 22453"/>
                <a:gd name="csX56" fmla="*/ 27708 w 32485"/>
                <a:gd name="csY56" fmla="*/ 6211 h 22453"/>
                <a:gd name="csX57" fmla="*/ 29141 w 32485"/>
                <a:gd name="csY57" fmla="*/ 9077 h 22453"/>
                <a:gd name="csX58" fmla="*/ 30575 w 32485"/>
                <a:gd name="csY58" fmla="*/ 10510 h 22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32485" h="22453">
                  <a:moveTo>
                    <a:pt x="30575" y="10510"/>
                  </a:moveTo>
                  <a:lnTo>
                    <a:pt x="32486" y="12899"/>
                  </a:lnTo>
                  <a:lnTo>
                    <a:pt x="30575" y="14332"/>
                  </a:lnTo>
                  <a:lnTo>
                    <a:pt x="29619" y="16721"/>
                  </a:lnTo>
                  <a:lnTo>
                    <a:pt x="29619" y="18154"/>
                  </a:lnTo>
                  <a:lnTo>
                    <a:pt x="28664" y="18632"/>
                  </a:lnTo>
                  <a:lnTo>
                    <a:pt x="27231" y="19587"/>
                  </a:lnTo>
                  <a:lnTo>
                    <a:pt x="25798" y="21020"/>
                  </a:lnTo>
                  <a:lnTo>
                    <a:pt x="23409" y="21020"/>
                  </a:lnTo>
                  <a:lnTo>
                    <a:pt x="21020" y="21976"/>
                  </a:lnTo>
                  <a:lnTo>
                    <a:pt x="20065" y="22453"/>
                  </a:lnTo>
                  <a:lnTo>
                    <a:pt x="19587" y="22453"/>
                  </a:lnTo>
                  <a:lnTo>
                    <a:pt x="18632" y="22453"/>
                  </a:lnTo>
                  <a:lnTo>
                    <a:pt x="18154" y="21498"/>
                  </a:lnTo>
                  <a:lnTo>
                    <a:pt x="17676" y="20543"/>
                  </a:lnTo>
                  <a:lnTo>
                    <a:pt x="19109" y="20065"/>
                  </a:lnTo>
                  <a:lnTo>
                    <a:pt x="21020" y="17198"/>
                  </a:lnTo>
                  <a:lnTo>
                    <a:pt x="21498" y="14332"/>
                  </a:lnTo>
                  <a:lnTo>
                    <a:pt x="19587" y="13854"/>
                  </a:lnTo>
                  <a:lnTo>
                    <a:pt x="18154" y="14332"/>
                  </a:lnTo>
                  <a:lnTo>
                    <a:pt x="17198" y="14332"/>
                  </a:lnTo>
                  <a:lnTo>
                    <a:pt x="16243" y="13377"/>
                  </a:lnTo>
                  <a:lnTo>
                    <a:pt x="15287" y="14810"/>
                  </a:lnTo>
                  <a:lnTo>
                    <a:pt x="15287" y="16243"/>
                  </a:lnTo>
                  <a:lnTo>
                    <a:pt x="15287" y="18154"/>
                  </a:lnTo>
                  <a:lnTo>
                    <a:pt x="15287" y="18632"/>
                  </a:lnTo>
                  <a:lnTo>
                    <a:pt x="14332" y="19109"/>
                  </a:lnTo>
                  <a:lnTo>
                    <a:pt x="12899" y="18154"/>
                  </a:lnTo>
                  <a:lnTo>
                    <a:pt x="10988" y="17198"/>
                  </a:lnTo>
                  <a:lnTo>
                    <a:pt x="10510" y="16243"/>
                  </a:lnTo>
                  <a:lnTo>
                    <a:pt x="10988" y="13854"/>
                  </a:lnTo>
                  <a:lnTo>
                    <a:pt x="10988" y="12421"/>
                  </a:lnTo>
                  <a:lnTo>
                    <a:pt x="10510" y="10510"/>
                  </a:lnTo>
                  <a:lnTo>
                    <a:pt x="10510" y="10032"/>
                  </a:lnTo>
                  <a:lnTo>
                    <a:pt x="9555" y="10032"/>
                  </a:lnTo>
                  <a:lnTo>
                    <a:pt x="7644" y="10510"/>
                  </a:lnTo>
                  <a:lnTo>
                    <a:pt x="5255" y="8121"/>
                  </a:lnTo>
                  <a:lnTo>
                    <a:pt x="4300" y="5733"/>
                  </a:lnTo>
                  <a:lnTo>
                    <a:pt x="0" y="4777"/>
                  </a:lnTo>
                  <a:lnTo>
                    <a:pt x="3344" y="956"/>
                  </a:lnTo>
                  <a:lnTo>
                    <a:pt x="8121" y="478"/>
                  </a:lnTo>
                  <a:lnTo>
                    <a:pt x="9555" y="2389"/>
                  </a:lnTo>
                  <a:lnTo>
                    <a:pt x="14809" y="3822"/>
                  </a:lnTo>
                  <a:lnTo>
                    <a:pt x="14809" y="1911"/>
                  </a:lnTo>
                  <a:lnTo>
                    <a:pt x="14809" y="956"/>
                  </a:lnTo>
                  <a:lnTo>
                    <a:pt x="15287" y="478"/>
                  </a:lnTo>
                  <a:lnTo>
                    <a:pt x="15765" y="0"/>
                  </a:lnTo>
                  <a:lnTo>
                    <a:pt x="16243" y="956"/>
                  </a:lnTo>
                  <a:lnTo>
                    <a:pt x="17676" y="956"/>
                  </a:lnTo>
                  <a:lnTo>
                    <a:pt x="18154" y="1433"/>
                  </a:lnTo>
                  <a:lnTo>
                    <a:pt x="18632" y="2867"/>
                  </a:lnTo>
                  <a:lnTo>
                    <a:pt x="19109" y="5255"/>
                  </a:lnTo>
                  <a:lnTo>
                    <a:pt x="19109" y="5733"/>
                  </a:lnTo>
                  <a:lnTo>
                    <a:pt x="20542" y="5255"/>
                  </a:lnTo>
                  <a:lnTo>
                    <a:pt x="22931" y="5255"/>
                  </a:lnTo>
                  <a:lnTo>
                    <a:pt x="27231" y="6211"/>
                  </a:lnTo>
                  <a:lnTo>
                    <a:pt x="27708" y="6211"/>
                  </a:lnTo>
                  <a:lnTo>
                    <a:pt x="29141" y="9077"/>
                  </a:lnTo>
                  <a:lnTo>
                    <a:pt x="30575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4" name="Freeform 2793">
              <a:extLst>
                <a:ext uri="{FF2B5EF4-FFF2-40B4-BE49-F238E27FC236}">
                  <a16:creationId xmlns:a16="http://schemas.microsoft.com/office/drawing/2014/main" id="{FC97E974-2E4B-13DE-A53B-264E8E7F087D}"/>
                </a:ext>
              </a:extLst>
            </p:cNvPr>
            <p:cNvSpPr/>
            <p:nvPr/>
          </p:nvSpPr>
          <p:spPr>
            <a:xfrm>
              <a:off x="4447832" y="5813131"/>
              <a:ext cx="2866" cy="18153"/>
            </a:xfrm>
            <a:custGeom>
              <a:avLst/>
              <a:gdLst>
                <a:gd name="csX0" fmla="*/ 1433 w 2866"/>
                <a:gd name="csY0" fmla="*/ 16243 h 18153"/>
                <a:gd name="csX1" fmla="*/ 2866 w 2866"/>
                <a:gd name="csY1" fmla="*/ 18154 h 18153"/>
                <a:gd name="csX2" fmla="*/ 2866 w 2866"/>
                <a:gd name="csY2" fmla="*/ 18154 h 18153"/>
                <a:gd name="csX3" fmla="*/ 1433 w 2866"/>
                <a:gd name="csY3" fmla="*/ 16243 h 18153"/>
                <a:gd name="csX4" fmla="*/ 0 w 2866"/>
                <a:gd name="csY4" fmla="*/ 13854 h 18153"/>
                <a:gd name="csX5" fmla="*/ 956 w 2866"/>
                <a:gd name="csY5" fmla="*/ 11943 h 18153"/>
                <a:gd name="csX6" fmla="*/ 1911 w 2866"/>
                <a:gd name="csY6" fmla="*/ 6688 h 18153"/>
                <a:gd name="csX7" fmla="*/ 1911 w 2866"/>
                <a:gd name="csY7" fmla="*/ 4777 h 18153"/>
                <a:gd name="csX8" fmla="*/ 956 w 2866"/>
                <a:gd name="csY8" fmla="*/ 2866 h 18153"/>
                <a:gd name="csX9" fmla="*/ 478 w 2866"/>
                <a:gd name="csY9" fmla="*/ 956 h 18153"/>
                <a:gd name="csX10" fmla="*/ 956 w 2866"/>
                <a:gd name="csY10" fmla="*/ 0 h 18153"/>
                <a:gd name="csX11" fmla="*/ 956 w 2866"/>
                <a:gd name="csY11" fmla="*/ 0 h 18153"/>
                <a:gd name="csX12" fmla="*/ 478 w 2866"/>
                <a:gd name="csY12" fmla="*/ 956 h 18153"/>
                <a:gd name="csX13" fmla="*/ 956 w 2866"/>
                <a:gd name="csY13" fmla="*/ 2866 h 18153"/>
                <a:gd name="csX14" fmla="*/ 1911 w 2866"/>
                <a:gd name="csY14" fmla="*/ 4299 h 18153"/>
                <a:gd name="csX15" fmla="*/ 1911 w 2866"/>
                <a:gd name="csY15" fmla="*/ 6688 h 18153"/>
                <a:gd name="csX16" fmla="*/ 956 w 2866"/>
                <a:gd name="csY16" fmla="*/ 11943 h 18153"/>
                <a:gd name="csX17" fmla="*/ 0 w 2866"/>
                <a:gd name="csY17" fmla="*/ 13854 h 18153"/>
                <a:gd name="csX18" fmla="*/ 1433 w 2866"/>
                <a:gd name="csY18" fmla="*/ 16243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866" h="18153">
                  <a:moveTo>
                    <a:pt x="1433" y="16243"/>
                  </a:moveTo>
                  <a:lnTo>
                    <a:pt x="2866" y="18154"/>
                  </a:lnTo>
                  <a:lnTo>
                    <a:pt x="2866" y="18154"/>
                  </a:lnTo>
                  <a:lnTo>
                    <a:pt x="1433" y="16243"/>
                  </a:lnTo>
                  <a:lnTo>
                    <a:pt x="0" y="13854"/>
                  </a:lnTo>
                  <a:lnTo>
                    <a:pt x="956" y="11943"/>
                  </a:lnTo>
                  <a:lnTo>
                    <a:pt x="1911" y="6688"/>
                  </a:lnTo>
                  <a:lnTo>
                    <a:pt x="1911" y="4777"/>
                  </a:lnTo>
                  <a:lnTo>
                    <a:pt x="956" y="2866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478" y="956"/>
                  </a:lnTo>
                  <a:lnTo>
                    <a:pt x="956" y="2866"/>
                  </a:lnTo>
                  <a:lnTo>
                    <a:pt x="1911" y="4299"/>
                  </a:lnTo>
                  <a:lnTo>
                    <a:pt x="1911" y="6688"/>
                  </a:lnTo>
                  <a:lnTo>
                    <a:pt x="956" y="11943"/>
                  </a:lnTo>
                  <a:lnTo>
                    <a:pt x="0" y="13854"/>
                  </a:lnTo>
                  <a:lnTo>
                    <a:pt x="1433" y="162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5" name="Freeform 2794">
              <a:extLst>
                <a:ext uri="{FF2B5EF4-FFF2-40B4-BE49-F238E27FC236}">
                  <a16:creationId xmlns:a16="http://schemas.microsoft.com/office/drawing/2014/main" id="{F832131B-750E-B180-89DF-09906EE174E7}"/>
                </a:ext>
              </a:extLst>
            </p:cNvPr>
            <p:cNvSpPr/>
            <p:nvPr/>
          </p:nvSpPr>
          <p:spPr>
            <a:xfrm>
              <a:off x="4447832" y="5800710"/>
              <a:ext cx="2388" cy="11465"/>
            </a:xfrm>
            <a:custGeom>
              <a:avLst/>
              <a:gdLst>
                <a:gd name="csX0" fmla="*/ 1911 w 2388"/>
                <a:gd name="csY0" fmla="*/ 4300 h 11465"/>
                <a:gd name="csX1" fmla="*/ 2389 w 2388"/>
                <a:gd name="csY1" fmla="*/ 8121 h 11465"/>
                <a:gd name="csX2" fmla="*/ 1911 w 2388"/>
                <a:gd name="csY2" fmla="*/ 11466 h 11465"/>
                <a:gd name="csX3" fmla="*/ 1911 w 2388"/>
                <a:gd name="csY3" fmla="*/ 11466 h 11465"/>
                <a:gd name="csX4" fmla="*/ 2389 w 2388"/>
                <a:gd name="csY4" fmla="*/ 8121 h 11465"/>
                <a:gd name="csX5" fmla="*/ 1911 w 2388"/>
                <a:gd name="csY5" fmla="*/ 4300 h 11465"/>
                <a:gd name="csX6" fmla="*/ 1433 w 2388"/>
                <a:gd name="csY6" fmla="*/ 1433 h 11465"/>
                <a:gd name="csX7" fmla="*/ 0 w 2388"/>
                <a:gd name="csY7" fmla="*/ 0 h 11465"/>
                <a:gd name="csX8" fmla="*/ 478 w 2388"/>
                <a:gd name="csY8" fmla="*/ 0 h 11465"/>
                <a:gd name="csX9" fmla="*/ 1433 w 2388"/>
                <a:gd name="csY9" fmla="*/ 1433 h 11465"/>
                <a:gd name="csX10" fmla="*/ 1911 w 2388"/>
                <a:gd name="csY10" fmla="*/ 4300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11465">
                  <a:moveTo>
                    <a:pt x="1911" y="4300"/>
                  </a:moveTo>
                  <a:lnTo>
                    <a:pt x="2389" y="8121"/>
                  </a:lnTo>
                  <a:lnTo>
                    <a:pt x="1911" y="11466"/>
                  </a:lnTo>
                  <a:lnTo>
                    <a:pt x="1911" y="11466"/>
                  </a:lnTo>
                  <a:lnTo>
                    <a:pt x="2389" y="8121"/>
                  </a:lnTo>
                  <a:lnTo>
                    <a:pt x="1911" y="4300"/>
                  </a:lnTo>
                  <a:lnTo>
                    <a:pt x="1433" y="1433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1433"/>
                  </a:lnTo>
                  <a:lnTo>
                    <a:pt x="1911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6" name="Freeform 2795">
              <a:extLst>
                <a:ext uri="{FF2B5EF4-FFF2-40B4-BE49-F238E27FC236}">
                  <a16:creationId xmlns:a16="http://schemas.microsoft.com/office/drawing/2014/main" id="{8C0A3901-290B-1C23-27C3-7731C43CC316}"/>
                </a:ext>
              </a:extLst>
            </p:cNvPr>
            <p:cNvSpPr/>
            <p:nvPr/>
          </p:nvSpPr>
          <p:spPr>
            <a:xfrm>
              <a:off x="4445921" y="5726662"/>
              <a:ext cx="4299" cy="10510"/>
            </a:xfrm>
            <a:custGeom>
              <a:avLst/>
              <a:gdLst>
                <a:gd name="csX0" fmla="*/ 3344 w 4299"/>
                <a:gd name="csY0" fmla="*/ 3822 h 10510"/>
                <a:gd name="csX1" fmla="*/ 4300 w 4299"/>
                <a:gd name="csY1" fmla="*/ 6688 h 10510"/>
                <a:gd name="csX2" fmla="*/ 2867 w 4299"/>
                <a:gd name="csY2" fmla="*/ 10510 h 10510"/>
                <a:gd name="csX3" fmla="*/ 2867 w 4299"/>
                <a:gd name="csY3" fmla="*/ 10510 h 10510"/>
                <a:gd name="csX4" fmla="*/ 4300 w 4299"/>
                <a:gd name="csY4" fmla="*/ 7166 h 10510"/>
                <a:gd name="csX5" fmla="*/ 3344 w 4299"/>
                <a:gd name="csY5" fmla="*/ 3822 h 10510"/>
                <a:gd name="csX6" fmla="*/ 1911 w 4299"/>
                <a:gd name="csY6" fmla="*/ 956 h 10510"/>
                <a:gd name="csX7" fmla="*/ 0 w 4299"/>
                <a:gd name="csY7" fmla="*/ 0 h 10510"/>
                <a:gd name="csX8" fmla="*/ 1911 w 4299"/>
                <a:gd name="csY8" fmla="*/ 956 h 10510"/>
                <a:gd name="csX9" fmla="*/ 3344 w 4299"/>
                <a:gd name="csY9" fmla="*/ 3822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10510">
                  <a:moveTo>
                    <a:pt x="3344" y="3822"/>
                  </a:moveTo>
                  <a:lnTo>
                    <a:pt x="4300" y="6688"/>
                  </a:lnTo>
                  <a:lnTo>
                    <a:pt x="2867" y="10510"/>
                  </a:lnTo>
                  <a:lnTo>
                    <a:pt x="2867" y="10510"/>
                  </a:lnTo>
                  <a:lnTo>
                    <a:pt x="4300" y="7166"/>
                  </a:lnTo>
                  <a:lnTo>
                    <a:pt x="3344" y="3822"/>
                  </a:lnTo>
                  <a:lnTo>
                    <a:pt x="1911" y="956"/>
                  </a:lnTo>
                  <a:lnTo>
                    <a:pt x="0" y="0"/>
                  </a:lnTo>
                  <a:lnTo>
                    <a:pt x="1911" y="956"/>
                  </a:lnTo>
                  <a:lnTo>
                    <a:pt x="33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7" name="Freeform 2796">
              <a:extLst>
                <a:ext uri="{FF2B5EF4-FFF2-40B4-BE49-F238E27FC236}">
                  <a16:creationId xmlns:a16="http://schemas.microsoft.com/office/drawing/2014/main" id="{0588BAB1-7CA7-D8FF-F4FF-462EF37E0DE5}"/>
                </a:ext>
              </a:extLst>
            </p:cNvPr>
            <p:cNvSpPr/>
            <p:nvPr/>
          </p:nvSpPr>
          <p:spPr>
            <a:xfrm>
              <a:off x="4446399" y="4777892"/>
              <a:ext cx="3344" cy="477"/>
            </a:xfrm>
            <a:custGeom>
              <a:avLst/>
              <a:gdLst>
                <a:gd name="csX0" fmla="*/ 3344 w 3344"/>
                <a:gd name="csY0" fmla="*/ 0 h 477"/>
                <a:gd name="csX1" fmla="*/ 1911 w 3344"/>
                <a:gd name="csY1" fmla="*/ 478 h 477"/>
                <a:gd name="csX2" fmla="*/ 0 w 3344"/>
                <a:gd name="csY2" fmla="*/ 0 h 477"/>
                <a:gd name="csX3" fmla="*/ 1433 w 3344"/>
                <a:gd name="csY3" fmla="*/ 478 h 477"/>
                <a:gd name="csX4" fmla="*/ 3344 w 3344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477">
                  <a:moveTo>
                    <a:pt x="3344" y="0"/>
                  </a:moveTo>
                  <a:lnTo>
                    <a:pt x="1911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8" name="Freeform 2797">
              <a:extLst>
                <a:ext uri="{FF2B5EF4-FFF2-40B4-BE49-F238E27FC236}">
                  <a16:creationId xmlns:a16="http://schemas.microsoft.com/office/drawing/2014/main" id="{2BDA2332-4F80-D4BF-B82C-2122D5A446EB}"/>
                </a:ext>
              </a:extLst>
            </p:cNvPr>
            <p:cNvSpPr/>
            <p:nvPr/>
          </p:nvSpPr>
          <p:spPr>
            <a:xfrm>
              <a:off x="4448788" y="5713764"/>
              <a:ext cx="477" cy="1910"/>
            </a:xfrm>
            <a:custGeom>
              <a:avLst/>
              <a:gdLst>
                <a:gd name="csX0" fmla="*/ 478 w 477"/>
                <a:gd name="csY0" fmla="*/ 0 h 1910"/>
                <a:gd name="csX1" fmla="*/ 478 w 477"/>
                <a:gd name="csY1" fmla="*/ 1911 h 1910"/>
                <a:gd name="csX2" fmla="*/ 478 w 477"/>
                <a:gd name="csY2" fmla="*/ 1911 h 1910"/>
                <a:gd name="csX3" fmla="*/ 0 w 477"/>
                <a:gd name="csY3" fmla="*/ 0 h 1910"/>
                <a:gd name="csX4" fmla="*/ 478 w 477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910">
                  <a:moveTo>
                    <a:pt x="478" y="0"/>
                  </a:moveTo>
                  <a:lnTo>
                    <a:pt x="478" y="1911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9" name="Freeform 2798">
              <a:extLst>
                <a:ext uri="{FF2B5EF4-FFF2-40B4-BE49-F238E27FC236}">
                  <a16:creationId xmlns:a16="http://schemas.microsoft.com/office/drawing/2014/main" id="{8651813F-0EB9-6C79-58DE-1EBA0C904B3A}"/>
                </a:ext>
              </a:extLst>
            </p:cNvPr>
            <p:cNvSpPr/>
            <p:nvPr/>
          </p:nvSpPr>
          <p:spPr>
            <a:xfrm>
              <a:off x="4445444" y="5715674"/>
              <a:ext cx="3821" cy="10987"/>
            </a:xfrm>
            <a:custGeom>
              <a:avLst/>
              <a:gdLst>
                <a:gd name="csX0" fmla="*/ 3822 w 3821"/>
                <a:gd name="csY0" fmla="*/ 0 h 10987"/>
                <a:gd name="csX1" fmla="*/ 2389 w 3821"/>
                <a:gd name="csY1" fmla="*/ 3344 h 10987"/>
                <a:gd name="csX2" fmla="*/ 956 w 3821"/>
                <a:gd name="csY2" fmla="*/ 5733 h 10987"/>
                <a:gd name="csX3" fmla="*/ 0 w 3821"/>
                <a:gd name="csY3" fmla="*/ 8121 h 10987"/>
                <a:gd name="csX4" fmla="*/ 478 w 3821"/>
                <a:gd name="csY4" fmla="*/ 10988 h 10987"/>
                <a:gd name="csX5" fmla="*/ 0 w 3821"/>
                <a:gd name="csY5" fmla="*/ 8121 h 10987"/>
                <a:gd name="csX6" fmla="*/ 956 w 3821"/>
                <a:gd name="csY6" fmla="*/ 5733 h 10987"/>
                <a:gd name="csX7" fmla="*/ 2389 w 3821"/>
                <a:gd name="csY7" fmla="*/ 3344 h 10987"/>
                <a:gd name="csX8" fmla="*/ 3822 w 3821"/>
                <a:gd name="csY8" fmla="*/ 0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10987">
                  <a:moveTo>
                    <a:pt x="3822" y="0"/>
                  </a:moveTo>
                  <a:lnTo>
                    <a:pt x="2389" y="3344"/>
                  </a:lnTo>
                  <a:lnTo>
                    <a:pt x="956" y="5733"/>
                  </a:lnTo>
                  <a:lnTo>
                    <a:pt x="0" y="8121"/>
                  </a:lnTo>
                  <a:lnTo>
                    <a:pt x="478" y="10988"/>
                  </a:lnTo>
                  <a:lnTo>
                    <a:pt x="0" y="8121"/>
                  </a:lnTo>
                  <a:lnTo>
                    <a:pt x="956" y="5733"/>
                  </a:lnTo>
                  <a:lnTo>
                    <a:pt x="2389" y="3344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0" name="Freeform 2799">
              <a:extLst>
                <a:ext uri="{FF2B5EF4-FFF2-40B4-BE49-F238E27FC236}">
                  <a16:creationId xmlns:a16="http://schemas.microsoft.com/office/drawing/2014/main" id="{26AE4BB2-45EB-0387-D90B-3D38B0F5E3EA}"/>
                </a:ext>
              </a:extLst>
            </p:cNvPr>
            <p:cNvSpPr/>
            <p:nvPr/>
          </p:nvSpPr>
          <p:spPr>
            <a:xfrm>
              <a:off x="4446399" y="4582500"/>
              <a:ext cx="2388" cy="15765"/>
            </a:xfrm>
            <a:custGeom>
              <a:avLst/>
              <a:gdLst>
                <a:gd name="csX0" fmla="*/ 2389 w 2388"/>
                <a:gd name="csY0" fmla="*/ 4300 h 15765"/>
                <a:gd name="csX1" fmla="*/ 2389 w 2388"/>
                <a:gd name="csY1" fmla="*/ 5255 h 15765"/>
                <a:gd name="csX2" fmla="*/ 1911 w 2388"/>
                <a:gd name="csY2" fmla="*/ 6211 h 15765"/>
                <a:gd name="csX3" fmla="*/ 478 w 2388"/>
                <a:gd name="csY3" fmla="*/ 7644 h 15765"/>
                <a:gd name="csX4" fmla="*/ 478 w 2388"/>
                <a:gd name="csY4" fmla="*/ 10510 h 15765"/>
                <a:gd name="csX5" fmla="*/ 0 w 2388"/>
                <a:gd name="csY5" fmla="*/ 11466 h 15765"/>
                <a:gd name="csX6" fmla="*/ 0 w 2388"/>
                <a:gd name="csY6" fmla="*/ 13854 h 15765"/>
                <a:gd name="csX7" fmla="*/ 0 w 2388"/>
                <a:gd name="csY7" fmla="*/ 15765 h 15765"/>
                <a:gd name="csX8" fmla="*/ 0 w 2388"/>
                <a:gd name="csY8" fmla="*/ 15765 h 15765"/>
                <a:gd name="csX9" fmla="*/ 0 w 2388"/>
                <a:gd name="csY9" fmla="*/ 13854 h 15765"/>
                <a:gd name="csX10" fmla="*/ 0 w 2388"/>
                <a:gd name="csY10" fmla="*/ 11466 h 15765"/>
                <a:gd name="csX11" fmla="*/ 478 w 2388"/>
                <a:gd name="csY11" fmla="*/ 10510 h 15765"/>
                <a:gd name="csX12" fmla="*/ 478 w 2388"/>
                <a:gd name="csY12" fmla="*/ 7644 h 15765"/>
                <a:gd name="csX13" fmla="*/ 1433 w 2388"/>
                <a:gd name="csY13" fmla="*/ 6211 h 15765"/>
                <a:gd name="csX14" fmla="*/ 2389 w 2388"/>
                <a:gd name="csY14" fmla="*/ 5255 h 15765"/>
                <a:gd name="csX15" fmla="*/ 2389 w 2388"/>
                <a:gd name="csY15" fmla="*/ 4300 h 15765"/>
                <a:gd name="csX16" fmla="*/ 1433 w 2388"/>
                <a:gd name="csY16" fmla="*/ 1911 h 15765"/>
                <a:gd name="csX17" fmla="*/ 956 w 2388"/>
                <a:gd name="csY17" fmla="*/ 0 h 15765"/>
                <a:gd name="csX18" fmla="*/ 1433 w 2388"/>
                <a:gd name="csY18" fmla="*/ 0 h 15765"/>
                <a:gd name="csX19" fmla="*/ 1911 w 2388"/>
                <a:gd name="csY19" fmla="*/ 1911 h 15765"/>
                <a:gd name="csX20" fmla="*/ 2389 w 2388"/>
                <a:gd name="csY20" fmla="*/ 4300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2388" h="15765">
                  <a:moveTo>
                    <a:pt x="2389" y="4300"/>
                  </a:moveTo>
                  <a:lnTo>
                    <a:pt x="2389" y="5255"/>
                  </a:lnTo>
                  <a:lnTo>
                    <a:pt x="1911" y="6211"/>
                  </a:lnTo>
                  <a:lnTo>
                    <a:pt x="478" y="7644"/>
                  </a:lnTo>
                  <a:lnTo>
                    <a:pt x="478" y="10510"/>
                  </a:lnTo>
                  <a:lnTo>
                    <a:pt x="0" y="11466"/>
                  </a:lnTo>
                  <a:lnTo>
                    <a:pt x="0" y="13854"/>
                  </a:lnTo>
                  <a:lnTo>
                    <a:pt x="0" y="15765"/>
                  </a:lnTo>
                  <a:lnTo>
                    <a:pt x="0" y="15765"/>
                  </a:lnTo>
                  <a:lnTo>
                    <a:pt x="0" y="13854"/>
                  </a:lnTo>
                  <a:lnTo>
                    <a:pt x="0" y="11466"/>
                  </a:lnTo>
                  <a:lnTo>
                    <a:pt x="478" y="10510"/>
                  </a:lnTo>
                  <a:lnTo>
                    <a:pt x="478" y="7644"/>
                  </a:lnTo>
                  <a:lnTo>
                    <a:pt x="1433" y="6211"/>
                  </a:lnTo>
                  <a:lnTo>
                    <a:pt x="2389" y="5255"/>
                  </a:lnTo>
                  <a:lnTo>
                    <a:pt x="2389" y="4300"/>
                  </a:lnTo>
                  <a:lnTo>
                    <a:pt x="1433" y="1911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1911" y="1911"/>
                  </a:lnTo>
                  <a:lnTo>
                    <a:pt x="2389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1" name="Freeform 2800">
              <a:extLst>
                <a:ext uri="{FF2B5EF4-FFF2-40B4-BE49-F238E27FC236}">
                  <a16:creationId xmlns:a16="http://schemas.microsoft.com/office/drawing/2014/main" id="{602FEB2D-4781-BBE8-D7B5-087949959820}"/>
                </a:ext>
              </a:extLst>
            </p:cNvPr>
            <p:cNvSpPr/>
            <p:nvPr/>
          </p:nvSpPr>
          <p:spPr>
            <a:xfrm>
              <a:off x="4446877" y="4599221"/>
              <a:ext cx="1433" cy="955"/>
            </a:xfrm>
            <a:custGeom>
              <a:avLst/>
              <a:gdLst>
                <a:gd name="csX0" fmla="*/ 1433 w 1433"/>
                <a:gd name="csY0" fmla="*/ 956 h 955"/>
                <a:gd name="csX1" fmla="*/ 956 w 1433"/>
                <a:gd name="csY1" fmla="*/ 956 h 955"/>
                <a:gd name="csX2" fmla="*/ 0 w 1433"/>
                <a:gd name="csY2" fmla="*/ 0 h 955"/>
                <a:gd name="csX3" fmla="*/ 1433 w 1433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956"/>
                  </a:moveTo>
                  <a:lnTo>
                    <a:pt x="956" y="956"/>
                  </a:lnTo>
                  <a:lnTo>
                    <a:pt x="0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2" name="Freeform 2801">
              <a:extLst>
                <a:ext uri="{FF2B5EF4-FFF2-40B4-BE49-F238E27FC236}">
                  <a16:creationId xmlns:a16="http://schemas.microsoft.com/office/drawing/2014/main" id="{35166ABA-D2F4-E4A9-BAB2-64E9C64CB49B}"/>
                </a:ext>
              </a:extLst>
            </p:cNvPr>
            <p:cNvSpPr/>
            <p:nvPr/>
          </p:nvSpPr>
          <p:spPr>
            <a:xfrm>
              <a:off x="4445921" y="5799755"/>
              <a:ext cx="1911" cy="955"/>
            </a:xfrm>
            <a:custGeom>
              <a:avLst/>
              <a:gdLst>
                <a:gd name="csX0" fmla="*/ 956 w 1911"/>
                <a:gd name="csY0" fmla="*/ 478 h 955"/>
                <a:gd name="csX1" fmla="*/ 1911 w 1911"/>
                <a:gd name="csY1" fmla="*/ 955 h 955"/>
                <a:gd name="csX2" fmla="*/ 956 w 1911"/>
                <a:gd name="csY2" fmla="*/ 478 h 955"/>
                <a:gd name="csX3" fmla="*/ 0 w 1911"/>
                <a:gd name="csY3" fmla="*/ 0 h 955"/>
                <a:gd name="csX4" fmla="*/ 956 w 1911"/>
                <a:gd name="csY4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955">
                  <a:moveTo>
                    <a:pt x="956" y="478"/>
                  </a:moveTo>
                  <a:lnTo>
                    <a:pt x="1911" y="955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3" name="Freeform 2802">
              <a:extLst>
                <a:ext uri="{FF2B5EF4-FFF2-40B4-BE49-F238E27FC236}">
                  <a16:creationId xmlns:a16="http://schemas.microsoft.com/office/drawing/2014/main" id="{70D41F24-B0FA-4B09-311E-50EA5A55C5A2}"/>
                </a:ext>
              </a:extLst>
            </p:cNvPr>
            <p:cNvSpPr/>
            <p:nvPr/>
          </p:nvSpPr>
          <p:spPr>
            <a:xfrm>
              <a:off x="4446399" y="4598265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5 h 955"/>
                <a:gd name="csX2" fmla="*/ 478 w 477"/>
                <a:gd name="csY2" fmla="*/ 955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5"/>
                  </a:lnTo>
                  <a:lnTo>
                    <a:pt x="478" y="95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4" name="Freeform 2803">
              <a:extLst>
                <a:ext uri="{FF2B5EF4-FFF2-40B4-BE49-F238E27FC236}">
                  <a16:creationId xmlns:a16="http://schemas.microsoft.com/office/drawing/2014/main" id="{6A60A0F2-F802-F997-46FB-9273C56F651F}"/>
                </a:ext>
              </a:extLst>
            </p:cNvPr>
            <p:cNvSpPr/>
            <p:nvPr/>
          </p:nvSpPr>
          <p:spPr>
            <a:xfrm>
              <a:off x="4441622" y="5741472"/>
              <a:ext cx="2866" cy="10510"/>
            </a:xfrm>
            <a:custGeom>
              <a:avLst/>
              <a:gdLst>
                <a:gd name="csX0" fmla="*/ 2389 w 2866"/>
                <a:gd name="csY0" fmla="*/ 0 h 10510"/>
                <a:gd name="csX1" fmla="*/ 2866 w 2866"/>
                <a:gd name="csY1" fmla="*/ 3822 h 10510"/>
                <a:gd name="csX2" fmla="*/ 2389 w 2866"/>
                <a:gd name="csY2" fmla="*/ 5733 h 10510"/>
                <a:gd name="csX3" fmla="*/ 1911 w 2866"/>
                <a:gd name="csY3" fmla="*/ 7644 h 10510"/>
                <a:gd name="csX4" fmla="*/ 1433 w 2866"/>
                <a:gd name="csY4" fmla="*/ 9077 h 10510"/>
                <a:gd name="csX5" fmla="*/ 0 w 2866"/>
                <a:gd name="csY5" fmla="*/ 10510 h 10510"/>
                <a:gd name="csX6" fmla="*/ 1433 w 2866"/>
                <a:gd name="csY6" fmla="*/ 9077 h 10510"/>
                <a:gd name="csX7" fmla="*/ 1911 w 2866"/>
                <a:gd name="csY7" fmla="*/ 7644 h 10510"/>
                <a:gd name="csX8" fmla="*/ 2389 w 2866"/>
                <a:gd name="csY8" fmla="*/ 5733 h 10510"/>
                <a:gd name="csX9" fmla="*/ 2389 w 2866"/>
                <a:gd name="csY9" fmla="*/ 3822 h 10510"/>
                <a:gd name="csX10" fmla="*/ 2389 w 2866"/>
                <a:gd name="csY10" fmla="*/ 0 h 10510"/>
                <a:gd name="csX11" fmla="*/ 2389 w 2866"/>
                <a:gd name="csY11" fmla="*/ 0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866" h="10510">
                  <a:moveTo>
                    <a:pt x="2389" y="0"/>
                  </a:moveTo>
                  <a:lnTo>
                    <a:pt x="2866" y="3822"/>
                  </a:lnTo>
                  <a:lnTo>
                    <a:pt x="2389" y="5733"/>
                  </a:lnTo>
                  <a:lnTo>
                    <a:pt x="1911" y="7644"/>
                  </a:lnTo>
                  <a:lnTo>
                    <a:pt x="1433" y="9077"/>
                  </a:lnTo>
                  <a:lnTo>
                    <a:pt x="0" y="10510"/>
                  </a:lnTo>
                  <a:lnTo>
                    <a:pt x="1433" y="9077"/>
                  </a:lnTo>
                  <a:lnTo>
                    <a:pt x="1911" y="7644"/>
                  </a:lnTo>
                  <a:lnTo>
                    <a:pt x="2389" y="5733"/>
                  </a:lnTo>
                  <a:lnTo>
                    <a:pt x="2389" y="3822"/>
                  </a:lnTo>
                  <a:lnTo>
                    <a:pt x="2389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5" name="Freeform 2804">
              <a:extLst>
                <a:ext uri="{FF2B5EF4-FFF2-40B4-BE49-F238E27FC236}">
                  <a16:creationId xmlns:a16="http://schemas.microsoft.com/office/drawing/2014/main" id="{40AA3DC6-0042-6C98-145F-C6D672CBED27}"/>
                </a:ext>
              </a:extLst>
            </p:cNvPr>
            <p:cNvSpPr/>
            <p:nvPr/>
          </p:nvSpPr>
          <p:spPr>
            <a:xfrm>
              <a:off x="4436845" y="4363700"/>
              <a:ext cx="6688" cy="1911"/>
            </a:xfrm>
            <a:custGeom>
              <a:avLst/>
              <a:gdLst>
                <a:gd name="csX0" fmla="*/ 6688 w 6688"/>
                <a:gd name="csY0" fmla="*/ 1433 h 1911"/>
                <a:gd name="csX1" fmla="*/ 6210 w 6688"/>
                <a:gd name="csY1" fmla="*/ 1911 h 1911"/>
                <a:gd name="csX2" fmla="*/ 4299 w 6688"/>
                <a:gd name="csY2" fmla="*/ 1911 h 1911"/>
                <a:gd name="csX3" fmla="*/ 2389 w 6688"/>
                <a:gd name="csY3" fmla="*/ 956 h 1911"/>
                <a:gd name="csX4" fmla="*/ 1433 w 6688"/>
                <a:gd name="csY4" fmla="*/ 1433 h 1911"/>
                <a:gd name="csX5" fmla="*/ 1433 w 6688"/>
                <a:gd name="csY5" fmla="*/ 956 h 1911"/>
                <a:gd name="csX6" fmla="*/ 0 w 6688"/>
                <a:gd name="csY6" fmla="*/ 478 h 1911"/>
                <a:gd name="csX7" fmla="*/ 956 w 6688"/>
                <a:gd name="csY7" fmla="*/ 0 h 1911"/>
                <a:gd name="csX8" fmla="*/ 2389 w 6688"/>
                <a:gd name="csY8" fmla="*/ 0 h 1911"/>
                <a:gd name="csX9" fmla="*/ 3344 w 6688"/>
                <a:gd name="csY9" fmla="*/ 0 h 1911"/>
                <a:gd name="csX10" fmla="*/ 5733 w 6688"/>
                <a:gd name="csY10" fmla="*/ 956 h 1911"/>
                <a:gd name="csX11" fmla="*/ 6688 w 6688"/>
                <a:gd name="csY11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8" h="1911">
                  <a:moveTo>
                    <a:pt x="6688" y="1433"/>
                  </a:moveTo>
                  <a:lnTo>
                    <a:pt x="6210" y="1911"/>
                  </a:lnTo>
                  <a:lnTo>
                    <a:pt x="4299" y="1911"/>
                  </a:lnTo>
                  <a:lnTo>
                    <a:pt x="2389" y="956"/>
                  </a:lnTo>
                  <a:lnTo>
                    <a:pt x="1433" y="1433"/>
                  </a:lnTo>
                  <a:lnTo>
                    <a:pt x="1433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5733" y="956"/>
                  </a:lnTo>
                  <a:lnTo>
                    <a:pt x="668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6" name="Freeform 2805">
              <a:extLst>
                <a:ext uri="{FF2B5EF4-FFF2-40B4-BE49-F238E27FC236}">
                  <a16:creationId xmlns:a16="http://schemas.microsoft.com/office/drawing/2014/main" id="{749FBEE0-BE97-95AC-A62B-01EDF717DED0}"/>
                </a:ext>
              </a:extLst>
            </p:cNvPr>
            <p:cNvSpPr/>
            <p:nvPr/>
          </p:nvSpPr>
          <p:spPr>
            <a:xfrm>
              <a:off x="4439233" y="4568646"/>
              <a:ext cx="3344" cy="9554"/>
            </a:xfrm>
            <a:custGeom>
              <a:avLst/>
              <a:gdLst>
                <a:gd name="csX0" fmla="*/ 2389 w 3344"/>
                <a:gd name="csY0" fmla="*/ 5255 h 9554"/>
                <a:gd name="csX1" fmla="*/ 3344 w 3344"/>
                <a:gd name="csY1" fmla="*/ 9555 h 9554"/>
                <a:gd name="csX2" fmla="*/ 3344 w 3344"/>
                <a:gd name="csY2" fmla="*/ 9555 h 9554"/>
                <a:gd name="csX3" fmla="*/ 2389 w 3344"/>
                <a:gd name="csY3" fmla="*/ 5255 h 9554"/>
                <a:gd name="csX4" fmla="*/ 956 w 3344"/>
                <a:gd name="csY4" fmla="*/ 478 h 9554"/>
                <a:gd name="csX5" fmla="*/ 0 w 3344"/>
                <a:gd name="csY5" fmla="*/ 0 h 9554"/>
                <a:gd name="csX6" fmla="*/ 956 w 3344"/>
                <a:gd name="csY6" fmla="*/ 478 h 9554"/>
                <a:gd name="csX7" fmla="*/ 2389 w 3344"/>
                <a:gd name="csY7" fmla="*/ 52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9554">
                  <a:moveTo>
                    <a:pt x="2389" y="5255"/>
                  </a:moveTo>
                  <a:lnTo>
                    <a:pt x="3344" y="9555"/>
                  </a:lnTo>
                  <a:lnTo>
                    <a:pt x="3344" y="9555"/>
                  </a:lnTo>
                  <a:lnTo>
                    <a:pt x="2389" y="5255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2389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7" name="Freeform 2806">
              <a:extLst>
                <a:ext uri="{FF2B5EF4-FFF2-40B4-BE49-F238E27FC236}">
                  <a16:creationId xmlns:a16="http://schemas.microsoft.com/office/drawing/2014/main" id="{0773FF1B-988B-6981-0354-58D9C23218A3}"/>
                </a:ext>
              </a:extLst>
            </p:cNvPr>
            <p:cNvSpPr/>
            <p:nvPr/>
          </p:nvSpPr>
          <p:spPr>
            <a:xfrm>
              <a:off x="4433023" y="4317838"/>
              <a:ext cx="8121" cy="3344"/>
            </a:xfrm>
            <a:custGeom>
              <a:avLst/>
              <a:gdLst>
                <a:gd name="csX0" fmla="*/ 8121 w 8121"/>
                <a:gd name="csY0" fmla="*/ 2389 h 3344"/>
                <a:gd name="csX1" fmla="*/ 7166 w 8121"/>
                <a:gd name="csY1" fmla="*/ 3344 h 3344"/>
                <a:gd name="csX2" fmla="*/ 5255 w 8121"/>
                <a:gd name="csY2" fmla="*/ 1911 h 3344"/>
                <a:gd name="csX3" fmla="*/ 3344 w 8121"/>
                <a:gd name="csY3" fmla="*/ 1911 h 3344"/>
                <a:gd name="csX4" fmla="*/ 955 w 8121"/>
                <a:gd name="csY4" fmla="*/ 1911 h 3344"/>
                <a:gd name="csX5" fmla="*/ 0 w 8121"/>
                <a:gd name="csY5" fmla="*/ 1433 h 3344"/>
                <a:gd name="csX6" fmla="*/ 478 w 8121"/>
                <a:gd name="csY6" fmla="*/ 0 h 3344"/>
                <a:gd name="csX7" fmla="*/ 2389 w 8121"/>
                <a:gd name="csY7" fmla="*/ 478 h 3344"/>
                <a:gd name="csX8" fmla="*/ 3344 w 8121"/>
                <a:gd name="csY8" fmla="*/ 956 h 3344"/>
                <a:gd name="csX9" fmla="*/ 4299 w 8121"/>
                <a:gd name="csY9" fmla="*/ 956 h 3344"/>
                <a:gd name="csX10" fmla="*/ 6210 w 8121"/>
                <a:gd name="csY10" fmla="*/ 1433 h 3344"/>
                <a:gd name="csX11" fmla="*/ 7644 w 8121"/>
                <a:gd name="csY11" fmla="*/ 2389 h 3344"/>
                <a:gd name="csX12" fmla="*/ 8121 w 8121"/>
                <a:gd name="csY12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121" h="3344">
                  <a:moveTo>
                    <a:pt x="8121" y="2389"/>
                  </a:moveTo>
                  <a:lnTo>
                    <a:pt x="7166" y="3344"/>
                  </a:lnTo>
                  <a:lnTo>
                    <a:pt x="5255" y="1911"/>
                  </a:lnTo>
                  <a:lnTo>
                    <a:pt x="3344" y="1911"/>
                  </a:lnTo>
                  <a:lnTo>
                    <a:pt x="955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3344" y="956"/>
                  </a:lnTo>
                  <a:lnTo>
                    <a:pt x="4299" y="956"/>
                  </a:lnTo>
                  <a:lnTo>
                    <a:pt x="6210" y="1433"/>
                  </a:lnTo>
                  <a:lnTo>
                    <a:pt x="7644" y="2389"/>
                  </a:lnTo>
                  <a:lnTo>
                    <a:pt x="812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8" name="Freeform 2807">
              <a:extLst>
                <a:ext uri="{FF2B5EF4-FFF2-40B4-BE49-F238E27FC236}">
                  <a16:creationId xmlns:a16="http://schemas.microsoft.com/office/drawing/2014/main" id="{243037F4-8E5F-FE59-3176-7A0F48468F61}"/>
                </a:ext>
              </a:extLst>
            </p:cNvPr>
            <p:cNvSpPr/>
            <p:nvPr/>
          </p:nvSpPr>
          <p:spPr>
            <a:xfrm>
              <a:off x="4427290" y="5631116"/>
              <a:ext cx="13376" cy="13376"/>
            </a:xfrm>
            <a:custGeom>
              <a:avLst/>
              <a:gdLst>
                <a:gd name="csX0" fmla="*/ 13376 w 13376"/>
                <a:gd name="csY0" fmla="*/ 4777 h 13376"/>
                <a:gd name="csX1" fmla="*/ 13376 w 13376"/>
                <a:gd name="csY1" fmla="*/ 5733 h 13376"/>
                <a:gd name="csX2" fmla="*/ 11943 w 13376"/>
                <a:gd name="csY2" fmla="*/ 8121 h 13376"/>
                <a:gd name="csX3" fmla="*/ 10988 w 13376"/>
                <a:gd name="csY3" fmla="*/ 10032 h 13376"/>
                <a:gd name="csX4" fmla="*/ 9077 w 13376"/>
                <a:gd name="csY4" fmla="*/ 11466 h 13376"/>
                <a:gd name="csX5" fmla="*/ 4299 w 13376"/>
                <a:gd name="csY5" fmla="*/ 13377 h 13376"/>
                <a:gd name="csX6" fmla="*/ 1911 w 13376"/>
                <a:gd name="csY6" fmla="*/ 12899 h 13376"/>
                <a:gd name="csX7" fmla="*/ 956 w 13376"/>
                <a:gd name="csY7" fmla="*/ 11466 h 13376"/>
                <a:gd name="csX8" fmla="*/ 478 w 13376"/>
                <a:gd name="csY8" fmla="*/ 10032 h 13376"/>
                <a:gd name="csX9" fmla="*/ 0 w 13376"/>
                <a:gd name="csY9" fmla="*/ 8121 h 13376"/>
                <a:gd name="csX10" fmla="*/ 956 w 13376"/>
                <a:gd name="csY10" fmla="*/ 6688 h 13376"/>
                <a:gd name="csX11" fmla="*/ 2389 w 13376"/>
                <a:gd name="csY11" fmla="*/ 5255 h 13376"/>
                <a:gd name="csX12" fmla="*/ 3344 w 13376"/>
                <a:gd name="csY12" fmla="*/ 4300 h 13376"/>
                <a:gd name="csX13" fmla="*/ 3344 w 13376"/>
                <a:gd name="csY13" fmla="*/ 2867 h 13376"/>
                <a:gd name="csX14" fmla="*/ 3344 w 13376"/>
                <a:gd name="csY14" fmla="*/ 1911 h 13376"/>
                <a:gd name="csX15" fmla="*/ 3822 w 13376"/>
                <a:gd name="csY15" fmla="*/ 478 h 13376"/>
                <a:gd name="csX16" fmla="*/ 4777 w 13376"/>
                <a:gd name="csY16" fmla="*/ 0 h 13376"/>
                <a:gd name="csX17" fmla="*/ 8121 w 13376"/>
                <a:gd name="csY17" fmla="*/ 1433 h 13376"/>
                <a:gd name="csX18" fmla="*/ 11943 w 13376"/>
                <a:gd name="csY18" fmla="*/ 3344 h 13376"/>
                <a:gd name="csX19" fmla="*/ 13376 w 13376"/>
                <a:gd name="csY19" fmla="*/ 4777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3376" h="13376">
                  <a:moveTo>
                    <a:pt x="13376" y="4777"/>
                  </a:moveTo>
                  <a:lnTo>
                    <a:pt x="13376" y="5733"/>
                  </a:lnTo>
                  <a:lnTo>
                    <a:pt x="11943" y="8121"/>
                  </a:lnTo>
                  <a:lnTo>
                    <a:pt x="10988" y="10032"/>
                  </a:lnTo>
                  <a:lnTo>
                    <a:pt x="9077" y="11466"/>
                  </a:lnTo>
                  <a:lnTo>
                    <a:pt x="4299" y="13377"/>
                  </a:lnTo>
                  <a:lnTo>
                    <a:pt x="1911" y="12899"/>
                  </a:lnTo>
                  <a:lnTo>
                    <a:pt x="956" y="11466"/>
                  </a:lnTo>
                  <a:lnTo>
                    <a:pt x="478" y="10032"/>
                  </a:lnTo>
                  <a:lnTo>
                    <a:pt x="0" y="8121"/>
                  </a:lnTo>
                  <a:lnTo>
                    <a:pt x="956" y="6688"/>
                  </a:lnTo>
                  <a:lnTo>
                    <a:pt x="2389" y="5255"/>
                  </a:lnTo>
                  <a:lnTo>
                    <a:pt x="3344" y="4300"/>
                  </a:lnTo>
                  <a:lnTo>
                    <a:pt x="3344" y="2867"/>
                  </a:lnTo>
                  <a:lnTo>
                    <a:pt x="3344" y="1911"/>
                  </a:lnTo>
                  <a:lnTo>
                    <a:pt x="3822" y="478"/>
                  </a:lnTo>
                  <a:lnTo>
                    <a:pt x="4777" y="0"/>
                  </a:lnTo>
                  <a:lnTo>
                    <a:pt x="8121" y="1433"/>
                  </a:lnTo>
                  <a:lnTo>
                    <a:pt x="11943" y="3344"/>
                  </a:lnTo>
                  <a:lnTo>
                    <a:pt x="1337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9" name="Freeform 2808">
              <a:extLst>
                <a:ext uri="{FF2B5EF4-FFF2-40B4-BE49-F238E27FC236}">
                  <a16:creationId xmlns:a16="http://schemas.microsoft.com/office/drawing/2014/main" id="{CF2E8EEC-BAA8-08E6-A7AC-237138980069}"/>
                </a:ext>
              </a:extLst>
            </p:cNvPr>
            <p:cNvSpPr/>
            <p:nvPr/>
          </p:nvSpPr>
          <p:spPr>
            <a:xfrm>
              <a:off x="4430634" y="4385198"/>
              <a:ext cx="9554" cy="5255"/>
            </a:xfrm>
            <a:custGeom>
              <a:avLst/>
              <a:gdLst>
                <a:gd name="csX0" fmla="*/ 9555 w 9554"/>
                <a:gd name="csY0" fmla="*/ 3822 h 5255"/>
                <a:gd name="csX1" fmla="*/ 9077 w 9554"/>
                <a:gd name="csY1" fmla="*/ 5255 h 5255"/>
                <a:gd name="csX2" fmla="*/ 3822 w 9554"/>
                <a:gd name="csY2" fmla="*/ 3344 h 5255"/>
                <a:gd name="csX3" fmla="*/ 0 w 9554"/>
                <a:gd name="csY3" fmla="*/ 1433 h 5255"/>
                <a:gd name="csX4" fmla="*/ 0 w 9554"/>
                <a:gd name="csY4" fmla="*/ 478 h 5255"/>
                <a:gd name="csX5" fmla="*/ 1911 w 9554"/>
                <a:gd name="csY5" fmla="*/ 0 h 5255"/>
                <a:gd name="csX6" fmla="*/ 4299 w 9554"/>
                <a:gd name="csY6" fmla="*/ 956 h 5255"/>
                <a:gd name="csX7" fmla="*/ 7166 w 9554"/>
                <a:gd name="csY7" fmla="*/ 1911 h 5255"/>
                <a:gd name="csX8" fmla="*/ 9555 w 9554"/>
                <a:gd name="csY8" fmla="*/ 3822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4" h="5255">
                  <a:moveTo>
                    <a:pt x="9555" y="3822"/>
                  </a:moveTo>
                  <a:lnTo>
                    <a:pt x="9077" y="5255"/>
                  </a:lnTo>
                  <a:lnTo>
                    <a:pt x="3822" y="3344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4299" y="956"/>
                  </a:lnTo>
                  <a:lnTo>
                    <a:pt x="7166" y="1911"/>
                  </a:lnTo>
                  <a:lnTo>
                    <a:pt x="955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0" name="Freeform 2809">
              <a:extLst>
                <a:ext uri="{FF2B5EF4-FFF2-40B4-BE49-F238E27FC236}">
                  <a16:creationId xmlns:a16="http://schemas.microsoft.com/office/drawing/2014/main" id="{413DEDBB-3D05-22CC-C845-54A2FB31EB21}"/>
                </a:ext>
              </a:extLst>
            </p:cNvPr>
            <p:cNvSpPr/>
            <p:nvPr/>
          </p:nvSpPr>
          <p:spPr>
            <a:xfrm>
              <a:off x="4434934" y="4335514"/>
              <a:ext cx="2866" cy="1910"/>
            </a:xfrm>
            <a:custGeom>
              <a:avLst/>
              <a:gdLst>
                <a:gd name="csX0" fmla="*/ 2867 w 2866"/>
                <a:gd name="csY0" fmla="*/ 955 h 1910"/>
                <a:gd name="csX1" fmla="*/ 0 w 2866"/>
                <a:gd name="csY1" fmla="*/ 1911 h 1910"/>
                <a:gd name="csX2" fmla="*/ 0 w 2866"/>
                <a:gd name="csY2" fmla="*/ 478 h 1910"/>
                <a:gd name="csX3" fmla="*/ 1433 w 2866"/>
                <a:gd name="csY3" fmla="*/ 0 h 1910"/>
                <a:gd name="csX4" fmla="*/ 2867 w 2866"/>
                <a:gd name="csY4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910">
                  <a:moveTo>
                    <a:pt x="2867" y="955"/>
                  </a:moveTo>
                  <a:lnTo>
                    <a:pt x="0" y="1911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867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1" name="Freeform 2810">
              <a:extLst>
                <a:ext uri="{FF2B5EF4-FFF2-40B4-BE49-F238E27FC236}">
                  <a16:creationId xmlns:a16="http://schemas.microsoft.com/office/drawing/2014/main" id="{8A95112E-2F2D-EBB4-0466-C56219FF2D17}"/>
                </a:ext>
              </a:extLst>
            </p:cNvPr>
            <p:cNvSpPr/>
            <p:nvPr/>
          </p:nvSpPr>
          <p:spPr>
            <a:xfrm>
              <a:off x="4435889" y="4566735"/>
              <a:ext cx="955" cy="1911"/>
            </a:xfrm>
            <a:custGeom>
              <a:avLst/>
              <a:gdLst>
                <a:gd name="csX0" fmla="*/ 956 w 955"/>
                <a:gd name="csY0" fmla="*/ 1911 h 1911"/>
                <a:gd name="csX1" fmla="*/ 956 w 955"/>
                <a:gd name="csY1" fmla="*/ 1911 h 1911"/>
                <a:gd name="csX2" fmla="*/ 0 w 955"/>
                <a:gd name="csY2" fmla="*/ 0 h 1911"/>
                <a:gd name="csX3" fmla="*/ 0 w 955"/>
                <a:gd name="csY3" fmla="*/ 0 h 1911"/>
                <a:gd name="csX4" fmla="*/ 956 w 955"/>
                <a:gd name="csY4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911">
                  <a:moveTo>
                    <a:pt x="956" y="1911"/>
                  </a:moveTo>
                  <a:lnTo>
                    <a:pt x="956" y="19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2" name="Freeform 2811">
              <a:extLst>
                <a:ext uri="{FF2B5EF4-FFF2-40B4-BE49-F238E27FC236}">
                  <a16:creationId xmlns:a16="http://schemas.microsoft.com/office/drawing/2014/main" id="{50CE82DB-CBB5-04E1-744C-489A0DF835F0}"/>
                </a:ext>
              </a:extLst>
            </p:cNvPr>
            <p:cNvSpPr/>
            <p:nvPr/>
          </p:nvSpPr>
          <p:spPr>
            <a:xfrm>
              <a:off x="4435412" y="5753893"/>
              <a:ext cx="955" cy="1433"/>
            </a:xfrm>
            <a:custGeom>
              <a:avLst/>
              <a:gdLst>
                <a:gd name="csX0" fmla="*/ 955 w 955"/>
                <a:gd name="csY0" fmla="*/ 0 h 1433"/>
                <a:gd name="csX1" fmla="*/ 0 w 955"/>
                <a:gd name="csY1" fmla="*/ 1433 h 1433"/>
                <a:gd name="csX2" fmla="*/ 955 w 955"/>
                <a:gd name="csY2" fmla="*/ 0 h 1433"/>
                <a:gd name="csX3" fmla="*/ 955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955" y="0"/>
                  </a:moveTo>
                  <a:lnTo>
                    <a:pt x="0" y="1433"/>
                  </a:lnTo>
                  <a:lnTo>
                    <a:pt x="955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3" name="Freeform 2812">
              <a:extLst>
                <a:ext uri="{FF2B5EF4-FFF2-40B4-BE49-F238E27FC236}">
                  <a16:creationId xmlns:a16="http://schemas.microsoft.com/office/drawing/2014/main" id="{61999A5C-A185-D822-7798-A5670DB9DE4E}"/>
                </a:ext>
              </a:extLst>
            </p:cNvPr>
            <p:cNvSpPr/>
            <p:nvPr/>
          </p:nvSpPr>
          <p:spPr>
            <a:xfrm>
              <a:off x="4422513" y="4340292"/>
              <a:ext cx="13376" cy="7165"/>
            </a:xfrm>
            <a:custGeom>
              <a:avLst/>
              <a:gdLst>
                <a:gd name="csX0" fmla="*/ 13376 w 13376"/>
                <a:gd name="csY0" fmla="*/ 0 h 7165"/>
                <a:gd name="csX1" fmla="*/ 12899 w 13376"/>
                <a:gd name="csY1" fmla="*/ 2389 h 7165"/>
                <a:gd name="csX2" fmla="*/ 12421 w 13376"/>
                <a:gd name="csY2" fmla="*/ 3822 h 7165"/>
                <a:gd name="csX3" fmla="*/ 10510 w 13376"/>
                <a:gd name="csY3" fmla="*/ 6210 h 7165"/>
                <a:gd name="csX4" fmla="*/ 5733 w 13376"/>
                <a:gd name="csY4" fmla="*/ 7166 h 7165"/>
                <a:gd name="csX5" fmla="*/ 478 w 13376"/>
                <a:gd name="csY5" fmla="*/ 7166 h 7165"/>
                <a:gd name="csX6" fmla="*/ 0 w 13376"/>
                <a:gd name="csY6" fmla="*/ 6210 h 7165"/>
                <a:gd name="csX7" fmla="*/ 0 w 13376"/>
                <a:gd name="csY7" fmla="*/ 5733 h 7165"/>
                <a:gd name="csX8" fmla="*/ 478 w 13376"/>
                <a:gd name="csY8" fmla="*/ 4777 h 7165"/>
                <a:gd name="csX9" fmla="*/ 478 w 13376"/>
                <a:gd name="csY9" fmla="*/ 4299 h 7165"/>
                <a:gd name="csX10" fmla="*/ 0 w 13376"/>
                <a:gd name="csY10" fmla="*/ 3822 h 7165"/>
                <a:gd name="csX11" fmla="*/ 1911 w 13376"/>
                <a:gd name="csY11" fmla="*/ 3344 h 7165"/>
                <a:gd name="csX12" fmla="*/ 3344 w 13376"/>
                <a:gd name="csY12" fmla="*/ 2389 h 7165"/>
                <a:gd name="csX13" fmla="*/ 5255 w 13376"/>
                <a:gd name="csY13" fmla="*/ 1911 h 7165"/>
                <a:gd name="csX14" fmla="*/ 7644 w 13376"/>
                <a:gd name="csY14" fmla="*/ 2866 h 7165"/>
                <a:gd name="csX15" fmla="*/ 9077 w 13376"/>
                <a:gd name="csY15" fmla="*/ 2866 h 7165"/>
                <a:gd name="csX16" fmla="*/ 10988 w 13376"/>
                <a:gd name="csY16" fmla="*/ 1911 h 7165"/>
                <a:gd name="csX17" fmla="*/ 12421 w 13376"/>
                <a:gd name="csY17" fmla="*/ 0 h 7165"/>
                <a:gd name="csX18" fmla="*/ 13376 w 13376"/>
                <a:gd name="csY18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3376" h="7165">
                  <a:moveTo>
                    <a:pt x="13376" y="0"/>
                  </a:moveTo>
                  <a:lnTo>
                    <a:pt x="12899" y="2389"/>
                  </a:lnTo>
                  <a:lnTo>
                    <a:pt x="12421" y="3822"/>
                  </a:lnTo>
                  <a:lnTo>
                    <a:pt x="10510" y="6210"/>
                  </a:lnTo>
                  <a:lnTo>
                    <a:pt x="5733" y="7166"/>
                  </a:lnTo>
                  <a:lnTo>
                    <a:pt x="478" y="7166"/>
                  </a:lnTo>
                  <a:lnTo>
                    <a:pt x="0" y="6210"/>
                  </a:lnTo>
                  <a:lnTo>
                    <a:pt x="0" y="5733"/>
                  </a:lnTo>
                  <a:lnTo>
                    <a:pt x="478" y="4777"/>
                  </a:lnTo>
                  <a:lnTo>
                    <a:pt x="478" y="4299"/>
                  </a:lnTo>
                  <a:lnTo>
                    <a:pt x="0" y="3822"/>
                  </a:lnTo>
                  <a:lnTo>
                    <a:pt x="1911" y="3344"/>
                  </a:lnTo>
                  <a:lnTo>
                    <a:pt x="3344" y="2389"/>
                  </a:lnTo>
                  <a:lnTo>
                    <a:pt x="5255" y="1911"/>
                  </a:lnTo>
                  <a:lnTo>
                    <a:pt x="7644" y="2866"/>
                  </a:lnTo>
                  <a:lnTo>
                    <a:pt x="9077" y="2866"/>
                  </a:lnTo>
                  <a:lnTo>
                    <a:pt x="10988" y="1911"/>
                  </a:lnTo>
                  <a:lnTo>
                    <a:pt x="12421" y="0"/>
                  </a:lnTo>
                  <a:lnTo>
                    <a:pt x="1337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4" name="Freeform 2813">
              <a:extLst>
                <a:ext uri="{FF2B5EF4-FFF2-40B4-BE49-F238E27FC236}">
                  <a16:creationId xmlns:a16="http://schemas.microsoft.com/office/drawing/2014/main" id="{16A4B13B-1081-9348-C3E2-56F73E581781}"/>
                </a:ext>
              </a:extLst>
            </p:cNvPr>
            <p:cNvSpPr/>
            <p:nvPr/>
          </p:nvSpPr>
          <p:spPr>
            <a:xfrm>
              <a:off x="4434456" y="5755326"/>
              <a:ext cx="955" cy="1911"/>
            </a:xfrm>
            <a:custGeom>
              <a:avLst/>
              <a:gdLst>
                <a:gd name="csX0" fmla="*/ 956 w 955"/>
                <a:gd name="csY0" fmla="*/ 0 h 1911"/>
                <a:gd name="csX1" fmla="*/ 0 w 955"/>
                <a:gd name="csY1" fmla="*/ 1911 h 1911"/>
                <a:gd name="csX2" fmla="*/ 956 w 955"/>
                <a:gd name="csY2" fmla="*/ 0 h 1911"/>
                <a:gd name="csX3" fmla="*/ 956 w 955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1">
                  <a:moveTo>
                    <a:pt x="956" y="0"/>
                  </a:moveTo>
                  <a:lnTo>
                    <a:pt x="0" y="1911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5" name="Freeform 2814">
              <a:extLst>
                <a:ext uri="{FF2B5EF4-FFF2-40B4-BE49-F238E27FC236}">
                  <a16:creationId xmlns:a16="http://schemas.microsoft.com/office/drawing/2014/main" id="{6221B468-6A95-7FCF-2792-5201A3F2A543}"/>
                </a:ext>
              </a:extLst>
            </p:cNvPr>
            <p:cNvSpPr/>
            <p:nvPr/>
          </p:nvSpPr>
          <p:spPr>
            <a:xfrm>
              <a:off x="4433023" y="5757237"/>
              <a:ext cx="955" cy="5732"/>
            </a:xfrm>
            <a:custGeom>
              <a:avLst/>
              <a:gdLst>
                <a:gd name="csX0" fmla="*/ 955 w 955"/>
                <a:gd name="csY0" fmla="*/ 0 h 5732"/>
                <a:gd name="csX1" fmla="*/ 0 w 955"/>
                <a:gd name="csY1" fmla="*/ 2866 h 5732"/>
                <a:gd name="csX2" fmla="*/ 478 w 955"/>
                <a:gd name="csY2" fmla="*/ 5733 h 5732"/>
                <a:gd name="csX3" fmla="*/ 478 w 955"/>
                <a:gd name="csY3" fmla="*/ 5733 h 5732"/>
                <a:gd name="csX4" fmla="*/ 0 w 955"/>
                <a:gd name="csY4" fmla="*/ 2866 h 5732"/>
                <a:gd name="csX5" fmla="*/ 955 w 955"/>
                <a:gd name="csY5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5732">
                  <a:moveTo>
                    <a:pt x="955" y="0"/>
                  </a:moveTo>
                  <a:lnTo>
                    <a:pt x="0" y="2866"/>
                  </a:lnTo>
                  <a:lnTo>
                    <a:pt x="478" y="5733"/>
                  </a:lnTo>
                  <a:lnTo>
                    <a:pt x="478" y="5733"/>
                  </a:lnTo>
                  <a:lnTo>
                    <a:pt x="0" y="2866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6" name="Freeform 2815">
              <a:extLst>
                <a:ext uri="{FF2B5EF4-FFF2-40B4-BE49-F238E27FC236}">
                  <a16:creationId xmlns:a16="http://schemas.microsoft.com/office/drawing/2014/main" id="{FE63338B-A44B-63A1-A241-A11021D0C1CD}"/>
                </a:ext>
              </a:extLst>
            </p:cNvPr>
            <p:cNvSpPr/>
            <p:nvPr/>
          </p:nvSpPr>
          <p:spPr>
            <a:xfrm>
              <a:off x="4401971" y="5862337"/>
              <a:ext cx="31530" cy="18631"/>
            </a:xfrm>
            <a:custGeom>
              <a:avLst/>
              <a:gdLst>
                <a:gd name="csX0" fmla="*/ 31052 w 31530"/>
                <a:gd name="csY0" fmla="*/ 18154 h 18631"/>
                <a:gd name="csX1" fmla="*/ 31530 w 31530"/>
                <a:gd name="csY1" fmla="*/ 18632 h 18631"/>
                <a:gd name="csX2" fmla="*/ 29619 w 31530"/>
                <a:gd name="csY2" fmla="*/ 18632 h 18631"/>
                <a:gd name="csX3" fmla="*/ 25797 w 31530"/>
                <a:gd name="csY3" fmla="*/ 17676 h 18631"/>
                <a:gd name="csX4" fmla="*/ 24364 w 31530"/>
                <a:gd name="csY4" fmla="*/ 17676 h 18631"/>
                <a:gd name="csX5" fmla="*/ 22931 w 31530"/>
                <a:gd name="csY5" fmla="*/ 17198 h 18631"/>
                <a:gd name="csX6" fmla="*/ 22453 w 31530"/>
                <a:gd name="csY6" fmla="*/ 16721 h 18631"/>
                <a:gd name="csX7" fmla="*/ 22453 w 31530"/>
                <a:gd name="csY7" fmla="*/ 15287 h 18631"/>
                <a:gd name="csX8" fmla="*/ 21975 w 31530"/>
                <a:gd name="csY8" fmla="*/ 14809 h 18631"/>
                <a:gd name="csX9" fmla="*/ 18154 w 31530"/>
                <a:gd name="csY9" fmla="*/ 11466 h 18631"/>
                <a:gd name="csX10" fmla="*/ 16721 w 31530"/>
                <a:gd name="csY10" fmla="*/ 10988 h 18631"/>
                <a:gd name="csX11" fmla="*/ 14332 w 31530"/>
                <a:gd name="csY11" fmla="*/ 10032 h 18631"/>
                <a:gd name="csX12" fmla="*/ 11465 w 31530"/>
                <a:gd name="csY12" fmla="*/ 10510 h 18631"/>
                <a:gd name="csX13" fmla="*/ 9555 w 31530"/>
                <a:gd name="csY13" fmla="*/ 10032 h 18631"/>
                <a:gd name="csX14" fmla="*/ 9077 w 31530"/>
                <a:gd name="csY14" fmla="*/ 10032 h 18631"/>
                <a:gd name="csX15" fmla="*/ 6210 w 31530"/>
                <a:gd name="csY15" fmla="*/ 7644 h 18631"/>
                <a:gd name="csX16" fmla="*/ 3344 w 31530"/>
                <a:gd name="csY16" fmla="*/ 5255 h 18631"/>
                <a:gd name="csX17" fmla="*/ 1911 w 31530"/>
                <a:gd name="csY17" fmla="*/ 2866 h 18631"/>
                <a:gd name="csX18" fmla="*/ 0 w 31530"/>
                <a:gd name="csY18" fmla="*/ 956 h 18631"/>
                <a:gd name="csX19" fmla="*/ 0 w 31530"/>
                <a:gd name="csY19" fmla="*/ 478 h 18631"/>
                <a:gd name="csX20" fmla="*/ 955 w 31530"/>
                <a:gd name="csY20" fmla="*/ 0 h 18631"/>
                <a:gd name="csX21" fmla="*/ 2866 w 31530"/>
                <a:gd name="csY21" fmla="*/ 956 h 18631"/>
                <a:gd name="csX22" fmla="*/ 4777 w 31530"/>
                <a:gd name="csY22" fmla="*/ 2866 h 18631"/>
                <a:gd name="csX23" fmla="*/ 5733 w 31530"/>
                <a:gd name="csY23" fmla="*/ 3822 h 18631"/>
                <a:gd name="csX24" fmla="*/ 6688 w 31530"/>
                <a:gd name="csY24" fmla="*/ 5255 h 18631"/>
                <a:gd name="csX25" fmla="*/ 7166 w 31530"/>
                <a:gd name="csY25" fmla="*/ 5733 h 18631"/>
                <a:gd name="csX26" fmla="*/ 7644 w 31530"/>
                <a:gd name="csY26" fmla="*/ 5733 h 18631"/>
                <a:gd name="csX27" fmla="*/ 8599 w 31530"/>
                <a:gd name="csY27" fmla="*/ 6210 h 18631"/>
                <a:gd name="csX28" fmla="*/ 12898 w 31530"/>
                <a:gd name="csY28" fmla="*/ 6688 h 18631"/>
                <a:gd name="csX29" fmla="*/ 16721 w 31530"/>
                <a:gd name="csY29" fmla="*/ 8121 h 18631"/>
                <a:gd name="csX30" fmla="*/ 18631 w 31530"/>
                <a:gd name="csY30" fmla="*/ 9555 h 18631"/>
                <a:gd name="csX31" fmla="*/ 21020 w 31530"/>
                <a:gd name="csY31" fmla="*/ 10032 h 18631"/>
                <a:gd name="csX32" fmla="*/ 23409 w 31530"/>
                <a:gd name="csY32" fmla="*/ 11466 h 18631"/>
                <a:gd name="csX33" fmla="*/ 23886 w 31530"/>
                <a:gd name="csY33" fmla="*/ 11943 h 18631"/>
                <a:gd name="csX34" fmla="*/ 25320 w 31530"/>
                <a:gd name="csY34" fmla="*/ 11943 h 18631"/>
                <a:gd name="csX35" fmla="*/ 27708 w 31530"/>
                <a:gd name="csY35" fmla="*/ 15287 h 18631"/>
                <a:gd name="csX36" fmla="*/ 28186 w 31530"/>
                <a:gd name="csY36" fmla="*/ 15765 h 18631"/>
                <a:gd name="csX37" fmla="*/ 31052 w 31530"/>
                <a:gd name="csY37" fmla="*/ 18154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31530" h="18631">
                  <a:moveTo>
                    <a:pt x="31052" y="18154"/>
                  </a:moveTo>
                  <a:lnTo>
                    <a:pt x="31530" y="18632"/>
                  </a:lnTo>
                  <a:lnTo>
                    <a:pt x="29619" y="18632"/>
                  </a:lnTo>
                  <a:lnTo>
                    <a:pt x="25797" y="17676"/>
                  </a:lnTo>
                  <a:lnTo>
                    <a:pt x="24364" y="17676"/>
                  </a:lnTo>
                  <a:lnTo>
                    <a:pt x="22931" y="17198"/>
                  </a:lnTo>
                  <a:lnTo>
                    <a:pt x="22453" y="16721"/>
                  </a:lnTo>
                  <a:lnTo>
                    <a:pt x="22453" y="15287"/>
                  </a:lnTo>
                  <a:lnTo>
                    <a:pt x="21975" y="14809"/>
                  </a:lnTo>
                  <a:lnTo>
                    <a:pt x="18154" y="11466"/>
                  </a:lnTo>
                  <a:lnTo>
                    <a:pt x="16721" y="10988"/>
                  </a:lnTo>
                  <a:lnTo>
                    <a:pt x="14332" y="10032"/>
                  </a:lnTo>
                  <a:lnTo>
                    <a:pt x="11465" y="10510"/>
                  </a:lnTo>
                  <a:lnTo>
                    <a:pt x="9555" y="10032"/>
                  </a:lnTo>
                  <a:lnTo>
                    <a:pt x="9077" y="10032"/>
                  </a:lnTo>
                  <a:lnTo>
                    <a:pt x="6210" y="7644"/>
                  </a:lnTo>
                  <a:lnTo>
                    <a:pt x="3344" y="5255"/>
                  </a:lnTo>
                  <a:lnTo>
                    <a:pt x="1911" y="286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2866" y="956"/>
                  </a:lnTo>
                  <a:lnTo>
                    <a:pt x="4777" y="2866"/>
                  </a:lnTo>
                  <a:lnTo>
                    <a:pt x="5733" y="3822"/>
                  </a:lnTo>
                  <a:lnTo>
                    <a:pt x="6688" y="5255"/>
                  </a:lnTo>
                  <a:lnTo>
                    <a:pt x="7166" y="5733"/>
                  </a:lnTo>
                  <a:lnTo>
                    <a:pt x="7644" y="5733"/>
                  </a:lnTo>
                  <a:lnTo>
                    <a:pt x="8599" y="6210"/>
                  </a:lnTo>
                  <a:lnTo>
                    <a:pt x="12898" y="6688"/>
                  </a:lnTo>
                  <a:lnTo>
                    <a:pt x="16721" y="8121"/>
                  </a:lnTo>
                  <a:lnTo>
                    <a:pt x="18631" y="9555"/>
                  </a:lnTo>
                  <a:lnTo>
                    <a:pt x="21020" y="10032"/>
                  </a:lnTo>
                  <a:lnTo>
                    <a:pt x="23409" y="11466"/>
                  </a:lnTo>
                  <a:lnTo>
                    <a:pt x="23886" y="11943"/>
                  </a:lnTo>
                  <a:lnTo>
                    <a:pt x="25320" y="11943"/>
                  </a:lnTo>
                  <a:lnTo>
                    <a:pt x="27708" y="15287"/>
                  </a:lnTo>
                  <a:lnTo>
                    <a:pt x="28186" y="15765"/>
                  </a:lnTo>
                  <a:lnTo>
                    <a:pt x="31052" y="181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7" name="Freeform 2816">
              <a:extLst>
                <a:ext uri="{FF2B5EF4-FFF2-40B4-BE49-F238E27FC236}">
                  <a16:creationId xmlns:a16="http://schemas.microsoft.com/office/drawing/2014/main" id="{90725887-0758-DA8E-D550-01DF4AB26D3A}"/>
                </a:ext>
              </a:extLst>
            </p:cNvPr>
            <p:cNvSpPr/>
            <p:nvPr/>
          </p:nvSpPr>
          <p:spPr>
            <a:xfrm>
              <a:off x="4431112" y="5798322"/>
              <a:ext cx="1911" cy="5255"/>
            </a:xfrm>
            <a:custGeom>
              <a:avLst/>
              <a:gdLst>
                <a:gd name="csX0" fmla="*/ 1433 w 1911"/>
                <a:gd name="csY0" fmla="*/ 3344 h 5255"/>
                <a:gd name="csX1" fmla="*/ 1911 w 1911"/>
                <a:gd name="csY1" fmla="*/ 5255 h 5255"/>
                <a:gd name="csX2" fmla="*/ 1911 w 1911"/>
                <a:gd name="csY2" fmla="*/ 5255 h 5255"/>
                <a:gd name="csX3" fmla="*/ 1433 w 1911"/>
                <a:gd name="csY3" fmla="*/ 3344 h 5255"/>
                <a:gd name="csX4" fmla="*/ 478 w 1911"/>
                <a:gd name="csY4" fmla="*/ 1911 h 5255"/>
                <a:gd name="csX5" fmla="*/ 0 w 1911"/>
                <a:gd name="csY5" fmla="*/ 0 h 5255"/>
                <a:gd name="csX6" fmla="*/ 478 w 1911"/>
                <a:gd name="csY6" fmla="*/ 1911 h 5255"/>
                <a:gd name="csX7" fmla="*/ 1433 w 1911"/>
                <a:gd name="csY7" fmla="*/ 3344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5255">
                  <a:moveTo>
                    <a:pt x="1433" y="3344"/>
                  </a:moveTo>
                  <a:lnTo>
                    <a:pt x="1911" y="5255"/>
                  </a:lnTo>
                  <a:lnTo>
                    <a:pt x="1911" y="5255"/>
                  </a:lnTo>
                  <a:lnTo>
                    <a:pt x="1433" y="3344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478" y="1911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8" name="Freeform 2817">
              <a:extLst>
                <a:ext uri="{FF2B5EF4-FFF2-40B4-BE49-F238E27FC236}">
                  <a16:creationId xmlns:a16="http://schemas.microsoft.com/office/drawing/2014/main" id="{A95BCA1A-0798-FD3F-3E3B-3C65531B8462}"/>
                </a:ext>
              </a:extLst>
            </p:cNvPr>
            <p:cNvSpPr/>
            <p:nvPr/>
          </p:nvSpPr>
          <p:spPr>
            <a:xfrm>
              <a:off x="4429679" y="4853373"/>
              <a:ext cx="1910" cy="477"/>
            </a:xfrm>
            <a:custGeom>
              <a:avLst/>
              <a:gdLst>
                <a:gd name="csX0" fmla="*/ 1911 w 1910"/>
                <a:gd name="csY0" fmla="*/ 0 h 477"/>
                <a:gd name="csX1" fmla="*/ 1433 w 1910"/>
                <a:gd name="csY1" fmla="*/ 0 h 477"/>
                <a:gd name="csX2" fmla="*/ 0 w 1910"/>
                <a:gd name="csY2" fmla="*/ 478 h 477"/>
                <a:gd name="csX3" fmla="*/ 0 w 1910"/>
                <a:gd name="csY3" fmla="*/ 0 h 477"/>
                <a:gd name="csX4" fmla="*/ 1911 w 1910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477">
                  <a:moveTo>
                    <a:pt x="1911" y="0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9" name="Freeform 2818">
              <a:extLst>
                <a:ext uri="{FF2B5EF4-FFF2-40B4-BE49-F238E27FC236}">
                  <a16:creationId xmlns:a16="http://schemas.microsoft.com/office/drawing/2014/main" id="{91A61686-3E05-F0D5-A57E-BB32367F4D53}"/>
                </a:ext>
              </a:extLst>
            </p:cNvPr>
            <p:cNvSpPr/>
            <p:nvPr/>
          </p:nvSpPr>
          <p:spPr>
            <a:xfrm>
              <a:off x="4425379" y="5776824"/>
              <a:ext cx="5732" cy="21497"/>
            </a:xfrm>
            <a:custGeom>
              <a:avLst/>
              <a:gdLst>
                <a:gd name="csX0" fmla="*/ 5255 w 5732"/>
                <a:gd name="csY0" fmla="*/ 19109 h 21497"/>
                <a:gd name="csX1" fmla="*/ 5733 w 5732"/>
                <a:gd name="csY1" fmla="*/ 21498 h 21497"/>
                <a:gd name="csX2" fmla="*/ 5255 w 5732"/>
                <a:gd name="csY2" fmla="*/ 19109 h 21497"/>
                <a:gd name="csX3" fmla="*/ 4300 w 5732"/>
                <a:gd name="csY3" fmla="*/ 16243 h 21497"/>
                <a:gd name="csX4" fmla="*/ 2867 w 5732"/>
                <a:gd name="csY4" fmla="*/ 12421 h 21497"/>
                <a:gd name="csX5" fmla="*/ 956 w 5732"/>
                <a:gd name="csY5" fmla="*/ 9555 h 21497"/>
                <a:gd name="csX6" fmla="*/ 478 w 5732"/>
                <a:gd name="csY6" fmla="*/ 6688 h 21497"/>
                <a:gd name="csX7" fmla="*/ 0 w 5732"/>
                <a:gd name="csY7" fmla="*/ 3344 h 21497"/>
                <a:gd name="csX8" fmla="*/ 1433 w 5732"/>
                <a:gd name="csY8" fmla="*/ 0 h 21497"/>
                <a:gd name="csX9" fmla="*/ 478 w 5732"/>
                <a:gd name="csY9" fmla="*/ 3344 h 21497"/>
                <a:gd name="csX10" fmla="*/ 478 w 5732"/>
                <a:gd name="csY10" fmla="*/ 6688 h 21497"/>
                <a:gd name="csX11" fmla="*/ 956 w 5732"/>
                <a:gd name="csY11" fmla="*/ 9555 h 21497"/>
                <a:gd name="csX12" fmla="*/ 2867 w 5732"/>
                <a:gd name="csY12" fmla="*/ 12421 h 21497"/>
                <a:gd name="csX13" fmla="*/ 4300 w 5732"/>
                <a:gd name="csY13" fmla="*/ 16243 h 21497"/>
                <a:gd name="csX14" fmla="*/ 5255 w 5732"/>
                <a:gd name="csY14" fmla="*/ 19109 h 21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732" h="21497">
                  <a:moveTo>
                    <a:pt x="5255" y="19109"/>
                  </a:moveTo>
                  <a:lnTo>
                    <a:pt x="5733" y="21498"/>
                  </a:lnTo>
                  <a:lnTo>
                    <a:pt x="5255" y="19109"/>
                  </a:lnTo>
                  <a:lnTo>
                    <a:pt x="4300" y="16243"/>
                  </a:lnTo>
                  <a:lnTo>
                    <a:pt x="2867" y="12421"/>
                  </a:lnTo>
                  <a:lnTo>
                    <a:pt x="956" y="9555"/>
                  </a:lnTo>
                  <a:lnTo>
                    <a:pt x="478" y="6688"/>
                  </a:lnTo>
                  <a:lnTo>
                    <a:pt x="0" y="3344"/>
                  </a:lnTo>
                  <a:lnTo>
                    <a:pt x="1433" y="0"/>
                  </a:lnTo>
                  <a:lnTo>
                    <a:pt x="478" y="3344"/>
                  </a:lnTo>
                  <a:lnTo>
                    <a:pt x="478" y="6688"/>
                  </a:lnTo>
                  <a:lnTo>
                    <a:pt x="956" y="9555"/>
                  </a:lnTo>
                  <a:lnTo>
                    <a:pt x="2867" y="12421"/>
                  </a:lnTo>
                  <a:lnTo>
                    <a:pt x="4300" y="16243"/>
                  </a:lnTo>
                  <a:lnTo>
                    <a:pt x="5255" y="191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0" name="Freeform 2819">
              <a:extLst>
                <a:ext uri="{FF2B5EF4-FFF2-40B4-BE49-F238E27FC236}">
                  <a16:creationId xmlns:a16="http://schemas.microsoft.com/office/drawing/2014/main" id="{6BB29F53-3C5D-5038-B69D-BE5228E16354}"/>
                </a:ext>
              </a:extLst>
            </p:cNvPr>
            <p:cNvSpPr/>
            <p:nvPr/>
          </p:nvSpPr>
          <p:spPr>
            <a:xfrm>
              <a:off x="4429201" y="4766426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1433 w 1433"/>
                <a:gd name="csY1" fmla="*/ 0 h 477"/>
                <a:gd name="csX2" fmla="*/ 0 w 1433"/>
                <a:gd name="csY2" fmla="*/ 478 h 477"/>
                <a:gd name="csX3" fmla="*/ 1433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1433" y="0"/>
                  </a:lnTo>
                  <a:lnTo>
                    <a:pt x="0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1" name="Freeform 2820">
              <a:extLst>
                <a:ext uri="{FF2B5EF4-FFF2-40B4-BE49-F238E27FC236}">
                  <a16:creationId xmlns:a16="http://schemas.microsoft.com/office/drawing/2014/main" id="{294B0EA9-FAF2-3209-2219-486AFC2B505A}"/>
                </a:ext>
              </a:extLst>
            </p:cNvPr>
            <p:cNvSpPr/>
            <p:nvPr/>
          </p:nvSpPr>
          <p:spPr>
            <a:xfrm>
              <a:off x="4401493" y="3029402"/>
              <a:ext cx="26753" cy="14809"/>
            </a:xfrm>
            <a:custGeom>
              <a:avLst/>
              <a:gdLst>
                <a:gd name="csX0" fmla="*/ 26753 w 26753"/>
                <a:gd name="csY0" fmla="*/ 10510 h 14809"/>
                <a:gd name="csX1" fmla="*/ 26753 w 26753"/>
                <a:gd name="csY1" fmla="*/ 12421 h 14809"/>
                <a:gd name="csX2" fmla="*/ 26275 w 26753"/>
                <a:gd name="csY2" fmla="*/ 14332 h 14809"/>
                <a:gd name="csX3" fmla="*/ 22453 w 26753"/>
                <a:gd name="csY3" fmla="*/ 14810 h 14809"/>
                <a:gd name="csX4" fmla="*/ 12421 w 26753"/>
                <a:gd name="csY4" fmla="*/ 14810 h 14809"/>
                <a:gd name="csX5" fmla="*/ 7166 w 26753"/>
                <a:gd name="csY5" fmla="*/ 14332 h 14809"/>
                <a:gd name="csX6" fmla="*/ 5255 w 26753"/>
                <a:gd name="csY6" fmla="*/ 13854 h 14809"/>
                <a:gd name="csX7" fmla="*/ 3344 w 26753"/>
                <a:gd name="csY7" fmla="*/ 12421 h 14809"/>
                <a:gd name="csX8" fmla="*/ 1433 w 26753"/>
                <a:gd name="csY8" fmla="*/ 9077 h 14809"/>
                <a:gd name="csX9" fmla="*/ 0 w 26753"/>
                <a:gd name="csY9" fmla="*/ 5255 h 14809"/>
                <a:gd name="csX10" fmla="*/ 0 w 26753"/>
                <a:gd name="csY10" fmla="*/ 3344 h 14809"/>
                <a:gd name="csX11" fmla="*/ 0 w 26753"/>
                <a:gd name="csY11" fmla="*/ 1911 h 14809"/>
                <a:gd name="csX12" fmla="*/ 956 w 26753"/>
                <a:gd name="csY12" fmla="*/ 956 h 14809"/>
                <a:gd name="csX13" fmla="*/ 7166 w 26753"/>
                <a:gd name="csY13" fmla="*/ 0 h 14809"/>
                <a:gd name="csX14" fmla="*/ 12421 w 26753"/>
                <a:gd name="csY14" fmla="*/ 1433 h 14809"/>
                <a:gd name="csX15" fmla="*/ 17198 w 26753"/>
                <a:gd name="csY15" fmla="*/ 3344 h 14809"/>
                <a:gd name="csX16" fmla="*/ 22931 w 26753"/>
                <a:gd name="csY16" fmla="*/ 3822 h 14809"/>
                <a:gd name="csX17" fmla="*/ 24842 w 26753"/>
                <a:gd name="csY17" fmla="*/ 4300 h 14809"/>
                <a:gd name="csX18" fmla="*/ 25320 w 26753"/>
                <a:gd name="csY18" fmla="*/ 4777 h 14809"/>
                <a:gd name="csX19" fmla="*/ 25798 w 26753"/>
                <a:gd name="csY19" fmla="*/ 5733 h 14809"/>
                <a:gd name="csX20" fmla="*/ 26753 w 26753"/>
                <a:gd name="csY20" fmla="*/ 10510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26753" h="14809">
                  <a:moveTo>
                    <a:pt x="26753" y="10510"/>
                  </a:moveTo>
                  <a:lnTo>
                    <a:pt x="26753" y="12421"/>
                  </a:lnTo>
                  <a:lnTo>
                    <a:pt x="26275" y="14332"/>
                  </a:lnTo>
                  <a:lnTo>
                    <a:pt x="22453" y="14810"/>
                  </a:lnTo>
                  <a:lnTo>
                    <a:pt x="12421" y="14810"/>
                  </a:lnTo>
                  <a:lnTo>
                    <a:pt x="7166" y="14332"/>
                  </a:lnTo>
                  <a:lnTo>
                    <a:pt x="5255" y="13854"/>
                  </a:lnTo>
                  <a:lnTo>
                    <a:pt x="3344" y="12421"/>
                  </a:lnTo>
                  <a:lnTo>
                    <a:pt x="1433" y="9077"/>
                  </a:lnTo>
                  <a:lnTo>
                    <a:pt x="0" y="5255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956" y="956"/>
                  </a:lnTo>
                  <a:lnTo>
                    <a:pt x="7166" y="0"/>
                  </a:lnTo>
                  <a:lnTo>
                    <a:pt x="12421" y="1433"/>
                  </a:lnTo>
                  <a:lnTo>
                    <a:pt x="17198" y="3344"/>
                  </a:lnTo>
                  <a:lnTo>
                    <a:pt x="22931" y="3822"/>
                  </a:lnTo>
                  <a:lnTo>
                    <a:pt x="24842" y="4300"/>
                  </a:lnTo>
                  <a:lnTo>
                    <a:pt x="25320" y="4777"/>
                  </a:lnTo>
                  <a:lnTo>
                    <a:pt x="25798" y="5733"/>
                  </a:lnTo>
                  <a:lnTo>
                    <a:pt x="26753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2" name="Freeform 2821">
              <a:extLst>
                <a:ext uri="{FF2B5EF4-FFF2-40B4-BE49-F238E27FC236}">
                  <a16:creationId xmlns:a16="http://schemas.microsoft.com/office/drawing/2014/main" id="{3C81206D-8B3B-5157-67F9-F32EA700674B}"/>
                </a:ext>
              </a:extLst>
            </p:cNvPr>
            <p:cNvSpPr/>
            <p:nvPr/>
          </p:nvSpPr>
          <p:spPr>
            <a:xfrm>
              <a:off x="4408659" y="5568534"/>
              <a:ext cx="19109" cy="38695"/>
            </a:xfrm>
            <a:custGeom>
              <a:avLst/>
              <a:gdLst>
                <a:gd name="csX0" fmla="*/ 19109 w 19109"/>
                <a:gd name="csY0" fmla="*/ 9555 h 38695"/>
                <a:gd name="csX1" fmla="*/ 18632 w 19109"/>
                <a:gd name="csY1" fmla="*/ 11466 h 38695"/>
                <a:gd name="csX2" fmla="*/ 16721 w 19109"/>
                <a:gd name="csY2" fmla="*/ 12421 h 38695"/>
                <a:gd name="csX3" fmla="*/ 17198 w 19109"/>
                <a:gd name="csY3" fmla="*/ 14332 h 38695"/>
                <a:gd name="csX4" fmla="*/ 18154 w 19109"/>
                <a:gd name="csY4" fmla="*/ 16243 h 38695"/>
                <a:gd name="csX5" fmla="*/ 16721 w 19109"/>
                <a:gd name="csY5" fmla="*/ 16721 h 38695"/>
                <a:gd name="csX6" fmla="*/ 14810 w 19109"/>
                <a:gd name="csY6" fmla="*/ 17198 h 38695"/>
                <a:gd name="csX7" fmla="*/ 14332 w 19109"/>
                <a:gd name="csY7" fmla="*/ 17676 h 38695"/>
                <a:gd name="csX8" fmla="*/ 13376 w 19109"/>
                <a:gd name="csY8" fmla="*/ 18154 h 38695"/>
                <a:gd name="csX9" fmla="*/ 11943 w 19109"/>
                <a:gd name="csY9" fmla="*/ 19109 h 38695"/>
                <a:gd name="csX10" fmla="*/ 11943 w 19109"/>
                <a:gd name="csY10" fmla="*/ 20065 h 38695"/>
                <a:gd name="csX11" fmla="*/ 13854 w 19109"/>
                <a:gd name="csY11" fmla="*/ 21975 h 38695"/>
                <a:gd name="csX12" fmla="*/ 16243 w 19109"/>
                <a:gd name="csY12" fmla="*/ 23409 h 38695"/>
                <a:gd name="csX13" fmla="*/ 17198 w 19109"/>
                <a:gd name="csY13" fmla="*/ 25798 h 38695"/>
                <a:gd name="csX14" fmla="*/ 18632 w 19109"/>
                <a:gd name="csY14" fmla="*/ 27708 h 38695"/>
                <a:gd name="csX15" fmla="*/ 18154 w 19109"/>
                <a:gd name="csY15" fmla="*/ 29141 h 38695"/>
                <a:gd name="csX16" fmla="*/ 16721 w 19109"/>
                <a:gd name="csY16" fmla="*/ 31052 h 38695"/>
                <a:gd name="csX17" fmla="*/ 14332 w 19109"/>
                <a:gd name="csY17" fmla="*/ 32486 h 38695"/>
                <a:gd name="csX18" fmla="*/ 12421 w 19109"/>
                <a:gd name="csY18" fmla="*/ 33441 h 38695"/>
                <a:gd name="csX19" fmla="*/ 12899 w 19109"/>
                <a:gd name="csY19" fmla="*/ 36785 h 38695"/>
                <a:gd name="csX20" fmla="*/ 11943 w 19109"/>
                <a:gd name="csY20" fmla="*/ 37741 h 38695"/>
                <a:gd name="csX21" fmla="*/ 10510 w 19109"/>
                <a:gd name="csY21" fmla="*/ 38696 h 38695"/>
                <a:gd name="csX22" fmla="*/ 9077 w 19109"/>
                <a:gd name="csY22" fmla="*/ 38696 h 38695"/>
                <a:gd name="csX23" fmla="*/ 7644 w 19109"/>
                <a:gd name="csY23" fmla="*/ 38218 h 38695"/>
                <a:gd name="csX24" fmla="*/ 5255 w 19109"/>
                <a:gd name="csY24" fmla="*/ 38218 h 38695"/>
                <a:gd name="csX25" fmla="*/ 2867 w 19109"/>
                <a:gd name="csY25" fmla="*/ 37263 h 38695"/>
                <a:gd name="csX26" fmla="*/ 478 w 19109"/>
                <a:gd name="csY26" fmla="*/ 35830 h 38695"/>
                <a:gd name="csX27" fmla="*/ 0 w 19109"/>
                <a:gd name="csY27" fmla="*/ 35352 h 38695"/>
                <a:gd name="csX28" fmla="*/ 0 w 19109"/>
                <a:gd name="csY28" fmla="*/ 33919 h 38695"/>
                <a:gd name="csX29" fmla="*/ 1911 w 19109"/>
                <a:gd name="csY29" fmla="*/ 31530 h 38695"/>
                <a:gd name="csX30" fmla="*/ 3344 w 19109"/>
                <a:gd name="csY30" fmla="*/ 26275 h 38695"/>
                <a:gd name="csX31" fmla="*/ 4300 w 19109"/>
                <a:gd name="csY31" fmla="*/ 19109 h 38695"/>
                <a:gd name="csX32" fmla="*/ 3822 w 19109"/>
                <a:gd name="csY32" fmla="*/ 16721 h 38695"/>
                <a:gd name="csX33" fmla="*/ 3822 w 19109"/>
                <a:gd name="csY33" fmla="*/ 15287 h 38695"/>
                <a:gd name="csX34" fmla="*/ 4300 w 19109"/>
                <a:gd name="csY34" fmla="*/ 13854 h 38695"/>
                <a:gd name="csX35" fmla="*/ 4300 w 19109"/>
                <a:gd name="csY35" fmla="*/ 12899 h 38695"/>
                <a:gd name="csX36" fmla="*/ 4300 w 19109"/>
                <a:gd name="csY36" fmla="*/ 11466 h 38695"/>
                <a:gd name="csX37" fmla="*/ 4300 w 19109"/>
                <a:gd name="csY37" fmla="*/ 10032 h 38695"/>
                <a:gd name="csX38" fmla="*/ 6210 w 19109"/>
                <a:gd name="csY38" fmla="*/ 7166 h 38695"/>
                <a:gd name="csX39" fmla="*/ 6210 w 19109"/>
                <a:gd name="csY39" fmla="*/ 6210 h 38695"/>
                <a:gd name="csX40" fmla="*/ 6210 w 19109"/>
                <a:gd name="csY40" fmla="*/ 4777 h 38695"/>
                <a:gd name="csX41" fmla="*/ 7166 w 19109"/>
                <a:gd name="csY41" fmla="*/ 1911 h 38695"/>
                <a:gd name="csX42" fmla="*/ 7166 w 19109"/>
                <a:gd name="csY42" fmla="*/ 1433 h 38695"/>
                <a:gd name="csX43" fmla="*/ 6210 w 19109"/>
                <a:gd name="csY43" fmla="*/ 478 h 38695"/>
                <a:gd name="csX44" fmla="*/ 6688 w 19109"/>
                <a:gd name="csY44" fmla="*/ 0 h 38695"/>
                <a:gd name="csX45" fmla="*/ 12899 w 19109"/>
                <a:gd name="csY45" fmla="*/ 1911 h 38695"/>
                <a:gd name="csX46" fmla="*/ 16721 w 19109"/>
                <a:gd name="csY46" fmla="*/ 2389 h 38695"/>
                <a:gd name="csX47" fmla="*/ 17198 w 19109"/>
                <a:gd name="csY47" fmla="*/ 4300 h 38695"/>
                <a:gd name="csX48" fmla="*/ 18154 w 19109"/>
                <a:gd name="csY48" fmla="*/ 5733 h 38695"/>
                <a:gd name="csX49" fmla="*/ 18154 w 19109"/>
                <a:gd name="csY49" fmla="*/ 9077 h 38695"/>
                <a:gd name="csX50" fmla="*/ 19109 w 19109"/>
                <a:gd name="csY50" fmla="*/ 9555 h 38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19109" h="38695">
                  <a:moveTo>
                    <a:pt x="19109" y="9555"/>
                  </a:moveTo>
                  <a:lnTo>
                    <a:pt x="18632" y="11466"/>
                  </a:lnTo>
                  <a:lnTo>
                    <a:pt x="16721" y="12421"/>
                  </a:lnTo>
                  <a:lnTo>
                    <a:pt x="17198" y="14332"/>
                  </a:lnTo>
                  <a:lnTo>
                    <a:pt x="18154" y="16243"/>
                  </a:lnTo>
                  <a:lnTo>
                    <a:pt x="16721" y="16721"/>
                  </a:lnTo>
                  <a:lnTo>
                    <a:pt x="14810" y="17198"/>
                  </a:lnTo>
                  <a:lnTo>
                    <a:pt x="14332" y="17676"/>
                  </a:lnTo>
                  <a:lnTo>
                    <a:pt x="13376" y="18154"/>
                  </a:lnTo>
                  <a:lnTo>
                    <a:pt x="11943" y="19109"/>
                  </a:lnTo>
                  <a:lnTo>
                    <a:pt x="11943" y="20065"/>
                  </a:lnTo>
                  <a:lnTo>
                    <a:pt x="13854" y="21975"/>
                  </a:lnTo>
                  <a:lnTo>
                    <a:pt x="16243" y="23409"/>
                  </a:lnTo>
                  <a:lnTo>
                    <a:pt x="17198" y="25798"/>
                  </a:lnTo>
                  <a:lnTo>
                    <a:pt x="18632" y="27708"/>
                  </a:lnTo>
                  <a:lnTo>
                    <a:pt x="18154" y="29141"/>
                  </a:lnTo>
                  <a:lnTo>
                    <a:pt x="16721" y="31052"/>
                  </a:lnTo>
                  <a:lnTo>
                    <a:pt x="14332" y="32486"/>
                  </a:lnTo>
                  <a:lnTo>
                    <a:pt x="12421" y="33441"/>
                  </a:lnTo>
                  <a:lnTo>
                    <a:pt x="12899" y="36785"/>
                  </a:lnTo>
                  <a:lnTo>
                    <a:pt x="11943" y="37741"/>
                  </a:lnTo>
                  <a:lnTo>
                    <a:pt x="10510" y="38696"/>
                  </a:lnTo>
                  <a:lnTo>
                    <a:pt x="9077" y="38696"/>
                  </a:lnTo>
                  <a:lnTo>
                    <a:pt x="7644" y="38218"/>
                  </a:lnTo>
                  <a:lnTo>
                    <a:pt x="5255" y="38218"/>
                  </a:lnTo>
                  <a:lnTo>
                    <a:pt x="2867" y="37263"/>
                  </a:lnTo>
                  <a:lnTo>
                    <a:pt x="478" y="35830"/>
                  </a:lnTo>
                  <a:lnTo>
                    <a:pt x="0" y="35352"/>
                  </a:lnTo>
                  <a:lnTo>
                    <a:pt x="0" y="33919"/>
                  </a:lnTo>
                  <a:lnTo>
                    <a:pt x="1911" y="31530"/>
                  </a:lnTo>
                  <a:lnTo>
                    <a:pt x="3344" y="26275"/>
                  </a:lnTo>
                  <a:lnTo>
                    <a:pt x="4300" y="19109"/>
                  </a:lnTo>
                  <a:lnTo>
                    <a:pt x="3822" y="16721"/>
                  </a:lnTo>
                  <a:lnTo>
                    <a:pt x="3822" y="15287"/>
                  </a:lnTo>
                  <a:lnTo>
                    <a:pt x="4300" y="13854"/>
                  </a:lnTo>
                  <a:lnTo>
                    <a:pt x="4300" y="12899"/>
                  </a:lnTo>
                  <a:lnTo>
                    <a:pt x="4300" y="11466"/>
                  </a:lnTo>
                  <a:lnTo>
                    <a:pt x="4300" y="10032"/>
                  </a:lnTo>
                  <a:lnTo>
                    <a:pt x="6210" y="7166"/>
                  </a:lnTo>
                  <a:lnTo>
                    <a:pt x="6210" y="6210"/>
                  </a:lnTo>
                  <a:lnTo>
                    <a:pt x="6210" y="4777"/>
                  </a:lnTo>
                  <a:lnTo>
                    <a:pt x="7166" y="1911"/>
                  </a:lnTo>
                  <a:lnTo>
                    <a:pt x="7166" y="1433"/>
                  </a:lnTo>
                  <a:lnTo>
                    <a:pt x="6210" y="478"/>
                  </a:lnTo>
                  <a:lnTo>
                    <a:pt x="6688" y="0"/>
                  </a:lnTo>
                  <a:lnTo>
                    <a:pt x="12899" y="1911"/>
                  </a:lnTo>
                  <a:lnTo>
                    <a:pt x="16721" y="2389"/>
                  </a:lnTo>
                  <a:lnTo>
                    <a:pt x="17198" y="4300"/>
                  </a:lnTo>
                  <a:lnTo>
                    <a:pt x="18154" y="5733"/>
                  </a:lnTo>
                  <a:lnTo>
                    <a:pt x="18154" y="9077"/>
                  </a:lnTo>
                  <a:lnTo>
                    <a:pt x="19109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3" name="Freeform 2822">
              <a:extLst>
                <a:ext uri="{FF2B5EF4-FFF2-40B4-BE49-F238E27FC236}">
                  <a16:creationId xmlns:a16="http://schemas.microsoft.com/office/drawing/2014/main" id="{7A0A40F9-D1D5-E478-AA64-B3333DE2F830}"/>
                </a:ext>
              </a:extLst>
            </p:cNvPr>
            <p:cNvSpPr/>
            <p:nvPr/>
          </p:nvSpPr>
          <p:spPr>
            <a:xfrm>
              <a:off x="4424424" y="5763925"/>
              <a:ext cx="2388" cy="12898"/>
            </a:xfrm>
            <a:custGeom>
              <a:avLst/>
              <a:gdLst>
                <a:gd name="csX0" fmla="*/ 1911 w 2388"/>
                <a:gd name="csY0" fmla="*/ 1911 h 12898"/>
                <a:gd name="csX1" fmla="*/ 2389 w 2388"/>
                <a:gd name="csY1" fmla="*/ 0 h 12898"/>
                <a:gd name="csX2" fmla="*/ 1911 w 2388"/>
                <a:gd name="csY2" fmla="*/ 1911 h 12898"/>
                <a:gd name="csX3" fmla="*/ 478 w 2388"/>
                <a:gd name="csY3" fmla="*/ 3822 h 12898"/>
                <a:gd name="csX4" fmla="*/ 478 w 2388"/>
                <a:gd name="csY4" fmla="*/ 7166 h 12898"/>
                <a:gd name="csX5" fmla="*/ 1433 w 2388"/>
                <a:gd name="csY5" fmla="*/ 10032 h 12898"/>
                <a:gd name="csX6" fmla="*/ 2389 w 2388"/>
                <a:gd name="csY6" fmla="*/ 12898 h 12898"/>
                <a:gd name="csX7" fmla="*/ 2389 w 2388"/>
                <a:gd name="csY7" fmla="*/ 12898 h 12898"/>
                <a:gd name="csX8" fmla="*/ 1433 w 2388"/>
                <a:gd name="csY8" fmla="*/ 10032 h 12898"/>
                <a:gd name="csX9" fmla="*/ 0 w 2388"/>
                <a:gd name="csY9" fmla="*/ 7166 h 12898"/>
                <a:gd name="csX10" fmla="*/ 478 w 2388"/>
                <a:gd name="csY10" fmla="*/ 3822 h 12898"/>
                <a:gd name="csX11" fmla="*/ 1911 w 2388"/>
                <a:gd name="csY11" fmla="*/ 1911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88" h="12898">
                  <a:moveTo>
                    <a:pt x="1911" y="1911"/>
                  </a:moveTo>
                  <a:lnTo>
                    <a:pt x="2389" y="0"/>
                  </a:lnTo>
                  <a:lnTo>
                    <a:pt x="1911" y="1911"/>
                  </a:lnTo>
                  <a:lnTo>
                    <a:pt x="478" y="3822"/>
                  </a:lnTo>
                  <a:lnTo>
                    <a:pt x="478" y="7166"/>
                  </a:lnTo>
                  <a:lnTo>
                    <a:pt x="1433" y="10032"/>
                  </a:lnTo>
                  <a:lnTo>
                    <a:pt x="2389" y="12898"/>
                  </a:lnTo>
                  <a:lnTo>
                    <a:pt x="2389" y="12898"/>
                  </a:lnTo>
                  <a:lnTo>
                    <a:pt x="1433" y="10032"/>
                  </a:lnTo>
                  <a:lnTo>
                    <a:pt x="0" y="7166"/>
                  </a:lnTo>
                  <a:lnTo>
                    <a:pt x="478" y="3822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4" name="Freeform 2823">
              <a:extLst>
                <a:ext uri="{FF2B5EF4-FFF2-40B4-BE49-F238E27FC236}">
                  <a16:creationId xmlns:a16="http://schemas.microsoft.com/office/drawing/2014/main" id="{17463F6A-095E-E243-190E-33D7D3A4577D}"/>
                </a:ext>
              </a:extLst>
            </p:cNvPr>
            <p:cNvSpPr/>
            <p:nvPr/>
          </p:nvSpPr>
          <p:spPr>
            <a:xfrm>
              <a:off x="4416780" y="3802846"/>
              <a:ext cx="10032" cy="6688"/>
            </a:xfrm>
            <a:custGeom>
              <a:avLst/>
              <a:gdLst>
                <a:gd name="csX0" fmla="*/ 10032 w 10032"/>
                <a:gd name="csY0" fmla="*/ 0 h 6688"/>
                <a:gd name="csX1" fmla="*/ 8599 w 10032"/>
                <a:gd name="csY1" fmla="*/ 3822 h 6688"/>
                <a:gd name="csX2" fmla="*/ 8121 w 10032"/>
                <a:gd name="csY2" fmla="*/ 5255 h 6688"/>
                <a:gd name="csX3" fmla="*/ 8121 w 10032"/>
                <a:gd name="csY3" fmla="*/ 5733 h 6688"/>
                <a:gd name="csX4" fmla="*/ 6688 w 10032"/>
                <a:gd name="csY4" fmla="*/ 6210 h 6688"/>
                <a:gd name="csX5" fmla="*/ 3822 w 10032"/>
                <a:gd name="csY5" fmla="*/ 5733 h 6688"/>
                <a:gd name="csX6" fmla="*/ 956 w 10032"/>
                <a:gd name="csY6" fmla="*/ 6688 h 6688"/>
                <a:gd name="csX7" fmla="*/ 0 w 10032"/>
                <a:gd name="csY7" fmla="*/ 6688 h 6688"/>
                <a:gd name="csX8" fmla="*/ 2389 w 10032"/>
                <a:gd name="csY8" fmla="*/ 4777 h 6688"/>
                <a:gd name="csX9" fmla="*/ 5733 w 10032"/>
                <a:gd name="csY9" fmla="*/ 3344 h 6688"/>
                <a:gd name="csX10" fmla="*/ 9077 w 10032"/>
                <a:gd name="csY10" fmla="*/ 0 h 6688"/>
                <a:gd name="csX11" fmla="*/ 10032 w 10032"/>
                <a:gd name="csY11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032" h="6688">
                  <a:moveTo>
                    <a:pt x="10032" y="0"/>
                  </a:moveTo>
                  <a:lnTo>
                    <a:pt x="8599" y="3822"/>
                  </a:lnTo>
                  <a:lnTo>
                    <a:pt x="8121" y="5255"/>
                  </a:lnTo>
                  <a:lnTo>
                    <a:pt x="8121" y="5733"/>
                  </a:lnTo>
                  <a:lnTo>
                    <a:pt x="6688" y="6210"/>
                  </a:lnTo>
                  <a:lnTo>
                    <a:pt x="3822" y="5733"/>
                  </a:lnTo>
                  <a:lnTo>
                    <a:pt x="956" y="6688"/>
                  </a:lnTo>
                  <a:lnTo>
                    <a:pt x="0" y="6688"/>
                  </a:lnTo>
                  <a:lnTo>
                    <a:pt x="2389" y="4777"/>
                  </a:lnTo>
                  <a:lnTo>
                    <a:pt x="5733" y="3344"/>
                  </a:lnTo>
                  <a:lnTo>
                    <a:pt x="9077" y="0"/>
                  </a:lnTo>
                  <a:lnTo>
                    <a:pt x="1003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5" name="Freeform 2824">
              <a:extLst>
                <a:ext uri="{FF2B5EF4-FFF2-40B4-BE49-F238E27FC236}">
                  <a16:creationId xmlns:a16="http://schemas.microsoft.com/office/drawing/2014/main" id="{CAF3F8C3-1492-7172-9434-89FBBEB9EC15}"/>
                </a:ext>
              </a:extLst>
            </p:cNvPr>
            <p:cNvSpPr/>
            <p:nvPr/>
          </p:nvSpPr>
          <p:spPr>
            <a:xfrm>
              <a:off x="4419169" y="3802846"/>
              <a:ext cx="5732" cy="3343"/>
            </a:xfrm>
            <a:custGeom>
              <a:avLst/>
              <a:gdLst>
                <a:gd name="csX0" fmla="*/ 5733 w 5732"/>
                <a:gd name="csY0" fmla="*/ 0 h 3343"/>
                <a:gd name="csX1" fmla="*/ 3344 w 5732"/>
                <a:gd name="csY1" fmla="*/ 2866 h 3343"/>
                <a:gd name="csX2" fmla="*/ 478 w 5732"/>
                <a:gd name="csY2" fmla="*/ 3344 h 3343"/>
                <a:gd name="csX3" fmla="*/ 0 w 5732"/>
                <a:gd name="csY3" fmla="*/ 3344 h 3343"/>
                <a:gd name="csX4" fmla="*/ 2389 w 5732"/>
                <a:gd name="csY4" fmla="*/ 478 h 3343"/>
                <a:gd name="csX5" fmla="*/ 5733 w 5732"/>
                <a:gd name="csY5" fmla="*/ 0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732" h="3343">
                  <a:moveTo>
                    <a:pt x="5733" y="0"/>
                  </a:moveTo>
                  <a:lnTo>
                    <a:pt x="3344" y="2866"/>
                  </a:lnTo>
                  <a:lnTo>
                    <a:pt x="478" y="3344"/>
                  </a:lnTo>
                  <a:lnTo>
                    <a:pt x="0" y="3344"/>
                  </a:lnTo>
                  <a:lnTo>
                    <a:pt x="2389" y="478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6" name="Freeform 2825">
              <a:extLst>
                <a:ext uri="{FF2B5EF4-FFF2-40B4-BE49-F238E27FC236}">
                  <a16:creationId xmlns:a16="http://schemas.microsoft.com/office/drawing/2014/main" id="{228A63CF-4304-5B44-484B-55D90D33543B}"/>
                </a:ext>
              </a:extLst>
            </p:cNvPr>
            <p:cNvSpPr/>
            <p:nvPr/>
          </p:nvSpPr>
          <p:spPr>
            <a:xfrm>
              <a:off x="4419646" y="5636849"/>
              <a:ext cx="4299" cy="7165"/>
            </a:xfrm>
            <a:custGeom>
              <a:avLst/>
              <a:gdLst>
                <a:gd name="csX0" fmla="*/ 3822 w 4299"/>
                <a:gd name="csY0" fmla="*/ 3344 h 7165"/>
                <a:gd name="csX1" fmla="*/ 4300 w 4299"/>
                <a:gd name="csY1" fmla="*/ 5255 h 7165"/>
                <a:gd name="csX2" fmla="*/ 3822 w 4299"/>
                <a:gd name="csY2" fmla="*/ 6688 h 7165"/>
                <a:gd name="csX3" fmla="*/ 3344 w 4299"/>
                <a:gd name="csY3" fmla="*/ 7166 h 7165"/>
                <a:gd name="csX4" fmla="*/ 2867 w 4299"/>
                <a:gd name="csY4" fmla="*/ 7166 h 7165"/>
                <a:gd name="csX5" fmla="*/ 1911 w 4299"/>
                <a:gd name="csY5" fmla="*/ 6210 h 7165"/>
                <a:gd name="csX6" fmla="*/ 1911 w 4299"/>
                <a:gd name="csY6" fmla="*/ 5255 h 7165"/>
                <a:gd name="csX7" fmla="*/ 478 w 4299"/>
                <a:gd name="csY7" fmla="*/ 3344 h 7165"/>
                <a:gd name="csX8" fmla="*/ 0 w 4299"/>
                <a:gd name="csY8" fmla="*/ 2389 h 7165"/>
                <a:gd name="csX9" fmla="*/ 0 w 4299"/>
                <a:gd name="csY9" fmla="*/ 1433 h 7165"/>
                <a:gd name="csX10" fmla="*/ 956 w 4299"/>
                <a:gd name="csY10" fmla="*/ 0 h 7165"/>
                <a:gd name="csX11" fmla="*/ 1911 w 4299"/>
                <a:gd name="csY11" fmla="*/ 0 h 7165"/>
                <a:gd name="csX12" fmla="*/ 2867 w 4299"/>
                <a:gd name="csY12" fmla="*/ 0 h 7165"/>
                <a:gd name="csX13" fmla="*/ 3822 w 4299"/>
                <a:gd name="csY13" fmla="*/ 1433 h 7165"/>
                <a:gd name="csX14" fmla="*/ 3822 w 4299"/>
                <a:gd name="csY14" fmla="*/ 3344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299" h="7165">
                  <a:moveTo>
                    <a:pt x="3822" y="3344"/>
                  </a:moveTo>
                  <a:lnTo>
                    <a:pt x="4300" y="5255"/>
                  </a:lnTo>
                  <a:lnTo>
                    <a:pt x="3822" y="6688"/>
                  </a:lnTo>
                  <a:lnTo>
                    <a:pt x="3344" y="7166"/>
                  </a:lnTo>
                  <a:lnTo>
                    <a:pt x="2867" y="7166"/>
                  </a:lnTo>
                  <a:lnTo>
                    <a:pt x="1911" y="6210"/>
                  </a:lnTo>
                  <a:lnTo>
                    <a:pt x="1911" y="5255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2867" y="0"/>
                  </a:lnTo>
                  <a:lnTo>
                    <a:pt x="3822" y="1433"/>
                  </a:lnTo>
                  <a:lnTo>
                    <a:pt x="3822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7" name="Freeform 2826">
              <a:extLst>
                <a:ext uri="{FF2B5EF4-FFF2-40B4-BE49-F238E27FC236}">
                  <a16:creationId xmlns:a16="http://schemas.microsoft.com/office/drawing/2014/main" id="{1009DCED-F787-9670-69E0-1AF9377149D9}"/>
                </a:ext>
              </a:extLst>
            </p:cNvPr>
            <p:cNvSpPr/>
            <p:nvPr/>
          </p:nvSpPr>
          <p:spPr>
            <a:xfrm>
              <a:off x="4403881" y="5626339"/>
              <a:ext cx="18153" cy="31052"/>
            </a:xfrm>
            <a:custGeom>
              <a:avLst/>
              <a:gdLst>
                <a:gd name="csX0" fmla="*/ 18154 w 18153"/>
                <a:gd name="csY0" fmla="*/ 3344 h 31052"/>
                <a:gd name="csX1" fmla="*/ 18154 w 18153"/>
                <a:gd name="csY1" fmla="*/ 4777 h 31052"/>
                <a:gd name="csX2" fmla="*/ 17676 w 18153"/>
                <a:gd name="csY2" fmla="*/ 6688 h 31052"/>
                <a:gd name="csX3" fmla="*/ 16721 w 18153"/>
                <a:gd name="csY3" fmla="*/ 7644 h 31052"/>
                <a:gd name="csX4" fmla="*/ 15287 w 18153"/>
                <a:gd name="csY4" fmla="*/ 7644 h 31052"/>
                <a:gd name="csX5" fmla="*/ 12899 w 18153"/>
                <a:gd name="csY5" fmla="*/ 9077 h 31052"/>
                <a:gd name="csX6" fmla="*/ 12421 w 18153"/>
                <a:gd name="csY6" fmla="*/ 10032 h 31052"/>
                <a:gd name="csX7" fmla="*/ 12421 w 18153"/>
                <a:gd name="csY7" fmla="*/ 11466 h 31052"/>
                <a:gd name="csX8" fmla="*/ 13854 w 18153"/>
                <a:gd name="csY8" fmla="*/ 12899 h 31052"/>
                <a:gd name="csX9" fmla="*/ 14810 w 18153"/>
                <a:gd name="csY9" fmla="*/ 14810 h 31052"/>
                <a:gd name="csX10" fmla="*/ 15765 w 18153"/>
                <a:gd name="csY10" fmla="*/ 17676 h 31052"/>
                <a:gd name="csX11" fmla="*/ 16721 w 18153"/>
                <a:gd name="csY11" fmla="*/ 20543 h 31052"/>
                <a:gd name="csX12" fmla="*/ 16243 w 18153"/>
                <a:gd name="csY12" fmla="*/ 21498 h 31052"/>
                <a:gd name="csX13" fmla="*/ 16721 w 18153"/>
                <a:gd name="csY13" fmla="*/ 22931 h 31052"/>
                <a:gd name="csX14" fmla="*/ 17676 w 18153"/>
                <a:gd name="csY14" fmla="*/ 24842 h 31052"/>
                <a:gd name="csX15" fmla="*/ 17676 w 18153"/>
                <a:gd name="csY15" fmla="*/ 25798 h 31052"/>
                <a:gd name="csX16" fmla="*/ 17676 w 18153"/>
                <a:gd name="csY16" fmla="*/ 26753 h 31052"/>
                <a:gd name="csX17" fmla="*/ 17198 w 18153"/>
                <a:gd name="csY17" fmla="*/ 28664 h 31052"/>
                <a:gd name="csX18" fmla="*/ 16721 w 18153"/>
                <a:gd name="csY18" fmla="*/ 29142 h 31052"/>
                <a:gd name="csX19" fmla="*/ 15765 w 18153"/>
                <a:gd name="csY19" fmla="*/ 29142 h 31052"/>
                <a:gd name="csX20" fmla="*/ 15765 w 18153"/>
                <a:gd name="csY20" fmla="*/ 30575 h 31052"/>
                <a:gd name="csX21" fmla="*/ 15287 w 18153"/>
                <a:gd name="csY21" fmla="*/ 30575 h 31052"/>
                <a:gd name="csX22" fmla="*/ 11943 w 18153"/>
                <a:gd name="csY22" fmla="*/ 31052 h 31052"/>
                <a:gd name="csX23" fmla="*/ 10510 w 18153"/>
                <a:gd name="csY23" fmla="*/ 30575 h 31052"/>
                <a:gd name="csX24" fmla="*/ 10510 w 18153"/>
                <a:gd name="csY24" fmla="*/ 26753 h 31052"/>
                <a:gd name="csX25" fmla="*/ 8599 w 18153"/>
                <a:gd name="csY25" fmla="*/ 25798 h 31052"/>
                <a:gd name="csX26" fmla="*/ 7166 w 18153"/>
                <a:gd name="csY26" fmla="*/ 23409 h 31052"/>
                <a:gd name="csX27" fmla="*/ 5255 w 18153"/>
                <a:gd name="csY27" fmla="*/ 19587 h 31052"/>
                <a:gd name="csX28" fmla="*/ 4300 w 18153"/>
                <a:gd name="csY28" fmla="*/ 18632 h 31052"/>
                <a:gd name="csX29" fmla="*/ 2389 w 18153"/>
                <a:gd name="csY29" fmla="*/ 15287 h 31052"/>
                <a:gd name="csX30" fmla="*/ 0 w 18153"/>
                <a:gd name="csY30" fmla="*/ 12899 h 31052"/>
                <a:gd name="csX31" fmla="*/ 2867 w 18153"/>
                <a:gd name="csY31" fmla="*/ 11466 h 31052"/>
                <a:gd name="csX32" fmla="*/ 2389 w 18153"/>
                <a:gd name="csY32" fmla="*/ 8599 h 31052"/>
                <a:gd name="csX33" fmla="*/ 3822 w 18153"/>
                <a:gd name="csY33" fmla="*/ 7644 h 31052"/>
                <a:gd name="csX34" fmla="*/ 6210 w 18153"/>
                <a:gd name="csY34" fmla="*/ 6688 h 31052"/>
                <a:gd name="csX35" fmla="*/ 8121 w 18153"/>
                <a:gd name="csY35" fmla="*/ 7166 h 31052"/>
                <a:gd name="csX36" fmla="*/ 9555 w 18153"/>
                <a:gd name="csY36" fmla="*/ 7166 h 31052"/>
                <a:gd name="csX37" fmla="*/ 10510 w 18153"/>
                <a:gd name="csY37" fmla="*/ 6211 h 31052"/>
                <a:gd name="csX38" fmla="*/ 10032 w 18153"/>
                <a:gd name="csY38" fmla="*/ 3344 h 31052"/>
                <a:gd name="csX39" fmla="*/ 10510 w 18153"/>
                <a:gd name="csY39" fmla="*/ 1433 h 31052"/>
                <a:gd name="csX40" fmla="*/ 12421 w 18153"/>
                <a:gd name="csY40" fmla="*/ 0 h 31052"/>
                <a:gd name="csX41" fmla="*/ 14332 w 18153"/>
                <a:gd name="csY41" fmla="*/ 0 h 31052"/>
                <a:gd name="csX42" fmla="*/ 14810 w 18153"/>
                <a:gd name="csY42" fmla="*/ 1433 h 31052"/>
                <a:gd name="csX43" fmla="*/ 15765 w 18153"/>
                <a:gd name="csY43" fmla="*/ 2389 h 31052"/>
                <a:gd name="csX44" fmla="*/ 18154 w 18153"/>
                <a:gd name="csY44" fmla="*/ 3344 h 310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8153" h="31052">
                  <a:moveTo>
                    <a:pt x="18154" y="3344"/>
                  </a:moveTo>
                  <a:lnTo>
                    <a:pt x="18154" y="4777"/>
                  </a:lnTo>
                  <a:lnTo>
                    <a:pt x="17676" y="6688"/>
                  </a:lnTo>
                  <a:lnTo>
                    <a:pt x="16721" y="7644"/>
                  </a:lnTo>
                  <a:lnTo>
                    <a:pt x="15287" y="7644"/>
                  </a:lnTo>
                  <a:lnTo>
                    <a:pt x="12899" y="9077"/>
                  </a:lnTo>
                  <a:lnTo>
                    <a:pt x="12421" y="10032"/>
                  </a:lnTo>
                  <a:lnTo>
                    <a:pt x="12421" y="11466"/>
                  </a:lnTo>
                  <a:lnTo>
                    <a:pt x="13854" y="12899"/>
                  </a:lnTo>
                  <a:lnTo>
                    <a:pt x="14810" y="14810"/>
                  </a:lnTo>
                  <a:lnTo>
                    <a:pt x="15765" y="17676"/>
                  </a:lnTo>
                  <a:lnTo>
                    <a:pt x="16721" y="20543"/>
                  </a:lnTo>
                  <a:lnTo>
                    <a:pt x="16243" y="21498"/>
                  </a:lnTo>
                  <a:lnTo>
                    <a:pt x="16721" y="22931"/>
                  </a:lnTo>
                  <a:lnTo>
                    <a:pt x="17676" y="24842"/>
                  </a:lnTo>
                  <a:lnTo>
                    <a:pt x="17676" y="25798"/>
                  </a:lnTo>
                  <a:lnTo>
                    <a:pt x="17676" y="26753"/>
                  </a:lnTo>
                  <a:lnTo>
                    <a:pt x="17198" y="28664"/>
                  </a:lnTo>
                  <a:lnTo>
                    <a:pt x="16721" y="29142"/>
                  </a:lnTo>
                  <a:lnTo>
                    <a:pt x="15765" y="29142"/>
                  </a:lnTo>
                  <a:lnTo>
                    <a:pt x="15765" y="30575"/>
                  </a:lnTo>
                  <a:lnTo>
                    <a:pt x="15287" y="30575"/>
                  </a:lnTo>
                  <a:lnTo>
                    <a:pt x="11943" y="31052"/>
                  </a:lnTo>
                  <a:lnTo>
                    <a:pt x="10510" y="30575"/>
                  </a:lnTo>
                  <a:lnTo>
                    <a:pt x="10510" y="26753"/>
                  </a:lnTo>
                  <a:lnTo>
                    <a:pt x="8599" y="25798"/>
                  </a:lnTo>
                  <a:lnTo>
                    <a:pt x="7166" y="23409"/>
                  </a:lnTo>
                  <a:lnTo>
                    <a:pt x="5255" y="19587"/>
                  </a:lnTo>
                  <a:lnTo>
                    <a:pt x="4300" y="18632"/>
                  </a:lnTo>
                  <a:lnTo>
                    <a:pt x="2389" y="15287"/>
                  </a:lnTo>
                  <a:lnTo>
                    <a:pt x="0" y="12899"/>
                  </a:lnTo>
                  <a:lnTo>
                    <a:pt x="2867" y="11466"/>
                  </a:lnTo>
                  <a:lnTo>
                    <a:pt x="2389" y="8599"/>
                  </a:lnTo>
                  <a:lnTo>
                    <a:pt x="3822" y="7644"/>
                  </a:lnTo>
                  <a:lnTo>
                    <a:pt x="6210" y="6688"/>
                  </a:lnTo>
                  <a:lnTo>
                    <a:pt x="8121" y="7166"/>
                  </a:lnTo>
                  <a:lnTo>
                    <a:pt x="9555" y="7166"/>
                  </a:lnTo>
                  <a:lnTo>
                    <a:pt x="10510" y="6211"/>
                  </a:lnTo>
                  <a:lnTo>
                    <a:pt x="10032" y="3344"/>
                  </a:lnTo>
                  <a:lnTo>
                    <a:pt x="10510" y="1433"/>
                  </a:lnTo>
                  <a:lnTo>
                    <a:pt x="12421" y="0"/>
                  </a:lnTo>
                  <a:lnTo>
                    <a:pt x="14332" y="0"/>
                  </a:lnTo>
                  <a:lnTo>
                    <a:pt x="14810" y="1433"/>
                  </a:lnTo>
                  <a:lnTo>
                    <a:pt x="15765" y="2389"/>
                  </a:lnTo>
                  <a:lnTo>
                    <a:pt x="18154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8" name="Freeform 2827">
              <a:extLst>
                <a:ext uri="{FF2B5EF4-FFF2-40B4-BE49-F238E27FC236}">
                  <a16:creationId xmlns:a16="http://schemas.microsoft.com/office/drawing/2014/main" id="{13EC64DE-B5DE-3215-2920-317F3FFB5C91}"/>
                </a:ext>
              </a:extLst>
            </p:cNvPr>
            <p:cNvSpPr/>
            <p:nvPr/>
          </p:nvSpPr>
          <p:spPr>
            <a:xfrm>
              <a:off x="4420124" y="4867227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956 w 955"/>
                <a:gd name="csY1" fmla="*/ 478 h 477"/>
                <a:gd name="csX2" fmla="*/ 0 w 955"/>
                <a:gd name="csY2" fmla="*/ 478 h 477"/>
                <a:gd name="csX3" fmla="*/ 0 w 955"/>
                <a:gd name="csY3" fmla="*/ 478 h 477"/>
                <a:gd name="csX4" fmla="*/ 956 w 955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956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9" name="Freeform 2828">
              <a:extLst>
                <a:ext uri="{FF2B5EF4-FFF2-40B4-BE49-F238E27FC236}">
                  <a16:creationId xmlns:a16="http://schemas.microsoft.com/office/drawing/2014/main" id="{4FE206FD-2691-052F-5D7C-E994AF612F73}"/>
                </a:ext>
              </a:extLst>
            </p:cNvPr>
            <p:cNvSpPr/>
            <p:nvPr/>
          </p:nvSpPr>
          <p:spPr>
            <a:xfrm>
              <a:off x="4413436" y="5617262"/>
              <a:ext cx="7165" cy="3821"/>
            </a:xfrm>
            <a:custGeom>
              <a:avLst/>
              <a:gdLst>
                <a:gd name="csX0" fmla="*/ 6688 w 7165"/>
                <a:gd name="csY0" fmla="*/ 1433 h 3821"/>
                <a:gd name="csX1" fmla="*/ 7166 w 7165"/>
                <a:gd name="csY1" fmla="*/ 2389 h 3821"/>
                <a:gd name="csX2" fmla="*/ 6210 w 7165"/>
                <a:gd name="csY2" fmla="*/ 2866 h 3821"/>
                <a:gd name="csX3" fmla="*/ 4777 w 7165"/>
                <a:gd name="csY3" fmla="*/ 2389 h 3821"/>
                <a:gd name="csX4" fmla="*/ 3822 w 7165"/>
                <a:gd name="csY4" fmla="*/ 3344 h 3821"/>
                <a:gd name="csX5" fmla="*/ 3822 w 7165"/>
                <a:gd name="csY5" fmla="*/ 3822 h 3821"/>
                <a:gd name="csX6" fmla="*/ 478 w 7165"/>
                <a:gd name="csY6" fmla="*/ 2866 h 3821"/>
                <a:gd name="csX7" fmla="*/ 0 w 7165"/>
                <a:gd name="csY7" fmla="*/ 2389 h 3821"/>
                <a:gd name="csX8" fmla="*/ 0 w 7165"/>
                <a:gd name="csY8" fmla="*/ 956 h 3821"/>
                <a:gd name="csX9" fmla="*/ 3344 w 7165"/>
                <a:gd name="csY9" fmla="*/ 956 h 3821"/>
                <a:gd name="csX10" fmla="*/ 5733 w 7165"/>
                <a:gd name="csY10" fmla="*/ 0 h 3821"/>
                <a:gd name="csX11" fmla="*/ 5733 w 7165"/>
                <a:gd name="csY11" fmla="*/ 478 h 3821"/>
                <a:gd name="csX12" fmla="*/ 6688 w 7165"/>
                <a:gd name="csY12" fmla="*/ 1433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165" h="3821">
                  <a:moveTo>
                    <a:pt x="6688" y="1433"/>
                  </a:moveTo>
                  <a:lnTo>
                    <a:pt x="7166" y="2389"/>
                  </a:lnTo>
                  <a:lnTo>
                    <a:pt x="6210" y="2866"/>
                  </a:lnTo>
                  <a:lnTo>
                    <a:pt x="4777" y="2389"/>
                  </a:lnTo>
                  <a:lnTo>
                    <a:pt x="3822" y="3344"/>
                  </a:lnTo>
                  <a:lnTo>
                    <a:pt x="3822" y="3822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3344" y="956"/>
                  </a:lnTo>
                  <a:lnTo>
                    <a:pt x="5733" y="0"/>
                  </a:lnTo>
                  <a:lnTo>
                    <a:pt x="5733" y="478"/>
                  </a:lnTo>
                  <a:lnTo>
                    <a:pt x="668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0" name="Freeform 2829">
              <a:extLst>
                <a:ext uri="{FF2B5EF4-FFF2-40B4-BE49-F238E27FC236}">
                  <a16:creationId xmlns:a16="http://schemas.microsoft.com/office/drawing/2014/main" id="{9FE21665-EE17-CC6D-240B-123E570B9358}"/>
                </a:ext>
              </a:extLst>
            </p:cNvPr>
            <p:cNvSpPr/>
            <p:nvPr/>
          </p:nvSpPr>
          <p:spPr>
            <a:xfrm>
              <a:off x="4410570" y="4312583"/>
              <a:ext cx="9076" cy="10510"/>
            </a:xfrm>
            <a:custGeom>
              <a:avLst/>
              <a:gdLst>
                <a:gd name="csX0" fmla="*/ 8121 w 9076"/>
                <a:gd name="csY0" fmla="*/ 956 h 10510"/>
                <a:gd name="csX1" fmla="*/ 9077 w 9076"/>
                <a:gd name="csY1" fmla="*/ 3822 h 10510"/>
                <a:gd name="csX2" fmla="*/ 6210 w 9076"/>
                <a:gd name="csY2" fmla="*/ 7166 h 10510"/>
                <a:gd name="csX3" fmla="*/ 3822 w 9076"/>
                <a:gd name="csY3" fmla="*/ 8121 h 10510"/>
                <a:gd name="csX4" fmla="*/ 1433 w 9076"/>
                <a:gd name="csY4" fmla="*/ 10032 h 10510"/>
                <a:gd name="csX5" fmla="*/ 0 w 9076"/>
                <a:gd name="csY5" fmla="*/ 10510 h 10510"/>
                <a:gd name="csX6" fmla="*/ 478 w 9076"/>
                <a:gd name="csY6" fmla="*/ 9555 h 10510"/>
                <a:gd name="csX7" fmla="*/ 3344 w 9076"/>
                <a:gd name="csY7" fmla="*/ 7644 h 10510"/>
                <a:gd name="csX8" fmla="*/ 4777 w 9076"/>
                <a:gd name="csY8" fmla="*/ 6211 h 10510"/>
                <a:gd name="csX9" fmla="*/ 5255 w 9076"/>
                <a:gd name="csY9" fmla="*/ 5733 h 10510"/>
                <a:gd name="csX10" fmla="*/ 5733 w 9076"/>
                <a:gd name="csY10" fmla="*/ 5255 h 10510"/>
                <a:gd name="csX11" fmla="*/ 7166 w 9076"/>
                <a:gd name="csY11" fmla="*/ 4777 h 10510"/>
                <a:gd name="csX12" fmla="*/ 7644 w 9076"/>
                <a:gd name="csY12" fmla="*/ 3822 h 10510"/>
                <a:gd name="csX13" fmla="*/ 7166 w 9076"/>
                <a:gd name="csY13" fmla="*/ 2867 h 10510"/>
                <a:gd name="csX14" fmla="*/ 6210 w 9076"/>
                <a:gd name="csY14" fmla="*/ 1911 h 10510"/>
                <a:gd name="csX15" fmla="*/ 6210 w 9076"/>
                <a:gd name="csY15" fmla="*/ 956 h 10510"/>
                <a:gd name="csX16" fmla="*/ 6688 w 9076"/>
                <a:gd name="csY16" fmla="*/ 0 h 10510"/>
                <a:gd name="csX17" fmla="*/ 8599 w 9076"/>
                <a:gd name="csY17" fmla="*/ 0 h 10510"/>
                <a:gd name="csX18" fmla="*/ 8121 w 9076"/>
                <a:gd name="csY18" fmla="*/ 956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076" h="10510">
                  <a:moveTo>
                    <a:pt x="8121" y="956"/>
                  </a:moveTo>
                  <a:lnTo>
                    <a:pt x="9077" y="3822"/>
                  </a:lnTo>
                  <a:lnTo>
                    <a:pt x="6210" y="7166"/>
                  </a:lnTo>
                  <a:lnTo>
                    <a:pt x="3822" y="8121"/>
                  </a:lnTo>
                  <a:lnTo>
                    <a:pt x="1433" y="10032"/>
                  </a:lnTo>
                  <a:lnTo>
                    <a:pt x="0" y="10510"/>
                  </a:lnTo>
                  <a:lnTo>
                    <a:pt x="478" y="9555"/>
                  </a:lnTo>
                  <a:lnTo>
                    <a:pt x="3344" y="7644"/>
                  </a:lnTo>
                  <a:lnTo>
                    <a:pt x="4777" y="6211"/>
                  </a:lnTo>
                  <a:lnTo>
                    <a:pt x="5255" y="5733"/>
                  </a:lnTo>
                  <a:lnTo>
                    <a:pt x="5733" y="5255"/>
                  </a:lnTo>
                  <a:lnTo>
                    <a:pt x="7166" y="4777"/>
                  </a:lnTo>
                  <a:lnTo>
                    <a:pt x="7644" y="3822"/>
                  </a:lnTo>
                  <a:lnTo>
                    <a:pt x="7166" y="2867"/>
                  </a:lnTo>
                  <a:lnTo>
                    <a:pt x="6210" y="1911"/>
                  </a:lnTo>
                  <a:lnTo>
                    <a:pt x="6210" y="956"/>
                  </a:lnTo>
                  <a:lnTo>
                    <a:pt x="6688" y="0"/>
                  </a:lnTo>
                  <a:lnTo>
                    <a:pt x="8599" y="0"/>
                  </a:lnTo>
                  <a:lnTo>
                    <a:pt x="81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1" name="Freeform 2830">
              <a:extLst>
                <a:ext uri="{FF2B5EF4-FFF2-40B4-BE49-F238E27FC236}">
                  <a16:creationId xmlns:a16="http://schemas.microsoft.com/office/drawing/2014/main" id="{482F226A-2666-AF14-703E-58DAB8B4E405}"/>
                </a:ext>
              </a:extLst>
            </p:cNvPr>
            <p:cNvSpPr/>
            <p:nvPr/>
          </p:nvSpPr>
          <p:spPr>
            <a:xfrm>
              <a:off x="4403881" y="3264445"/>
              <a:ext cx="12421" cy="4777"/>
            </a:xfrm>
            <a:custGeom>
              <a:avLst/>
              <a:gdLst>
                <a:gd name="csX0" fmla="*/ 11943 w 12421"/>
                <a:gd name="csY0" fmla="*/ 2389 h 4777"/>
                <a:gd name="csX1" fmla="*/ 12421 w 12421"/>
                <a:gd name="csY1" fmla="*/ 3822 h 4777"/>
                <a:gd name="csX2" fmla="*/ 12421 w 12421"/>
                <a:gd name="csY2" fmla="*/ 4300 h 4777"/>
                <a:gd name="csX3" fmla="*/ 11466 w 12421"/>
                <a:gd name="csY3" fmla="*/ 4777 h 4777"/>
                <a:gd name="csX4" fmla="*/ 7166 w 12421"/>
                <a:gd name="csY4" fmla="*/ 4300 h 4777"/>
                <a:gd name="csX5" fmla="*/ 2389 w 12421"/>
                <a:gd name="csY5" fmla="*/ 2389 h 4777"/>
                <a:gd name="csX6" fmla="*/ 0 w 12421"/>
                <a:gd name="csY6" fmla="*/ 478 h 4777"/>
                <a:gd name="csX7" fmla="*/ 0 w 12421"/>
                <a:gd name="csY7" fmla="*/ 0 h 4777"/>
                <a:gd name="csX8" fmla="*/ 956 w 12421"/>
                <a:gd name="csY8" fmla="*/ 0 h 4777"/>
                <a:gd name="csX9" fmla="*/ 2389 w 12421"/>
                <a:gd name="csY9" fmla="*/ 0 h 4777"/>
                <a:gd name="csX10" fmla="*/ 4300 w 12421"/>
                <a:gd name="csY10" fmla="*/ 1433 h 4777"/>
                <a:gd name="csX11" fmla="*/ 10032 w 12421"/>
                <a:gd name="csY11" fmla="*/ 1911 h 4777"/>
                <a:gd name="csX12" fmla="*/ 11943 w 12421"/>
                <a:gd name="csY12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2421" h="4777">
                  <a:moveTo>
                    <a:pt x="11943" y="2389"/>
                  </a:moveTo>
                  <a:lnTo>
                    <a:pt x="12421" y="3822"/>
                  </a:lnTo>
                  <a:lnTo>
                    <a:pt x="12421" y="4300"/>
                  </a:lnTo>
                  <a:lnTo>
                    <a:pt x="11466" y="4777"/>
                  </a:lnTo>
                  <a:lnTo>
                    <a:pt x="7166" y="4300"/>
                  </a:lnTo>
                  <a:lnTo>
                    <a:pt x="2389" y="2389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4300" y="1433"/>
                  </a:lnTo>
                  <a:lnTo>
                    <a:pt x="10032" y="1911"/>
                  </a:lnTo>
                  <a:lnTo>
                    <a:pt x="1194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2" name="Freeform 2831">
              <a:extLst>
                <a:ext uri="{FF2B5EF4-FFF2-40B4-BE49-F238E27FC236}">
                  <a16:creationId xmlns:a16="http://schemas.microsoft.com/office/drawing/2014/main" id="{D336FE5D-FA30-C550-FDF6-8546ADFD222A}"/>
                </a:ext>
              </a:extLst>
            </p:cNvPr>
            <p:cNvSpPr/>
            <p:nvPr/>
          </p:nvSpPr>
          <p:spPr>
            <a:xfrm>
              <a:off x="4410092" y="4310194"/>
              <a:ext cx="5255" cy="3344"/>
            </a:xfrm>
            <a:custGeom>
              <a:avLst/>
              <a:gdLst>
                <a:gd name="csX0" fmla="*/ 5255 w 5255"/>
                <a:gd name="csY0" fmla="*/ 2867 h 3344"/>
                <a:gd name="csX1" fmla="*/ 4300 w 5255"/>
                <a:gd name="csY1" fmla="*/ 3344 h 3344"/>
                <a:gd name="csX2" fmla="*/ 1433 w 5255"/>
                <a:gd name="csY2" fmla="*/ 2389 h 3344"/>
                <a:gd name="csX3" fmla="*/ 478 w 5255"/>
                <a:gd name="csY3" fmla="*/ 2867 h 3344"/>
                <a:gd name="csX4" fmla="*/ 0 w 5255"/>
                <a:gd name="csY4" fmla="*/ 1433 h 3344"/>
                <a:gd name="csX5" fmla="*/ 0 w 5255"/>
                <a:gd name="csY5" fmla="*/ 956 h 3344"/>
                <a:gd name="csX6" fmla="*/ 0 w 5255"/>
                <a:gd name="csY6" fmla="*/ 0 h 3344"/>
                <a:gd name="csX7" fmla="*/ 1911 w 5255"/>
                <a:gd name="csY7" fmla="*/ 478 h 3344"/>
                <a:gd name="csX8" fmla="*/ 2867 w 5255"/>
                <a:gd name="csY8" fmla="*/ 1911 h 3344"/>
                <a:gd name="csX9" fmla="*/ 4777 w 5255"/>
                <a:gd name="csY9" fmla="*/ 2389 h 3344"/>
                <a:gd name="csX10" fmla="*/ 5255 w 5255"/>
                <a:gd name="csY10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5" h="3344">
                  <a:moveTo>
                    <a:pt x="5255" y="2867"/>
                  </a:moveTo>
                  <a:lnTo>
                    <a:pt x="4300" y="3344"/>
                  </a:lnTo>
                  <a:lnTo>
                    <a:pt x="1433" y="2389"/>
                  </a:lnTo>
                  <a:lnTo>
                    <a:pt x="478" y="2867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2867" y="1911"/>
                  </a:lnTo>
                  <a:lnTo>
                    <a:pt x="4777" y="2389"/>
                  </a:lnTo>
                  <a:lnTo>
                    <a:pt x="5255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3" name="Freeform 2832">
              <a:extLst>
                <a:ext uri="{FF2B5EF4-FFF2-40B4-BE49-F238E27FC236}">
                  <a16:creationId xmlns:a16="http://schemas.microsoft.com/office/drawing/2014/main" id="{C9370C3B-C523-8CC7-193A-5A8360389969}"/>
                </a:ext>
              </a:extLst>
            </p:cNvPr>
            <p:cNvSpPr/>
            <p:nvPr/>
          </p:nvSpPr>
          <p:spPr>
            <a:xfrm>
              <a:off x="4412480" y="4752572"/>
              <a:ext cx="2866" cy="477"/>
            </a:xfrm>
            <a:custGeom>
              <a:avLst/>
              <a:gdLst>
                <a:gd name="csX0" fmla="*/ 2867 w 2866"/>
                <a:gd name="csY0" fmla="*/ 478 h 477"/>
                <a:gd name="csX1" fmla="*/ 2867 w 2866"/>
                <a:gd name="csY1" fmla="*/ 478 h 477"/>
                <a:gd name="csX2" fmla="*/ 0 w 2866"/>
                <a:gd name="csY2" fmla="*/ 0 h 477"/>
                <a:gd name="csX3" fmla="*/ 0 w 2866"/>
                <a:gd name="csY3" fmla="*/ 0 h 477"/>
                <a:gd name="csX4" fmla="*/ 2867 w 2866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">
                  <a:moveTo>
                    <a:pt x="2867" y="478"/>
                  </a:moveTo>
                  <a:lnTo>
                    <a:pt x="2867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4" name="Freeform 2833">
              <a:extLst>
                <a:ext uri="{FF2B5EF4-FFF2-40B4-BE49-F238E27FC236}">
                  <a16:creationId xmlns:a16="http://schemas.microsoft.com/office/drawing/2014/main" id="{596CDDE0-C17A-3E22-2C19-0C753F283392}"/>
                </a:ext>
              </a:extLst>
            </p:cNvPr>
            <p:cNvSpPr/>
            <p:nvPr/>
          </p:nvSpPr>
          <p:spPr>
            <a:xfrm>
              <a:off x="4411525" y="3928011"/>
              <a:ext cx="3343" cy="3344"/>
            </a:xfrm>
            <a:custGeom>
              <a:avLst/>
              <a:gdLst>
                <a:gd name="csX0" fmla="*/ 3344 w 3343"/>
                <a:gd name="csY0" fmla="*/ 478 h 3344"/>
                <a:gd name="csX1" fmla="*/ 3344 w 3343"/>
                <a:gd name="csY1" fmla="*/ 1433 h 3344"/>
                <a:gd name="csX2" fmla="*/ 3344 w 3343"/>
                <a:gd name="csY2" fmla="*/ 1911 h 3344"/>
                <a:gd name="csX3" fmla="*/ 1911 w 3343"/>
                <a:gd name="csY3" fmla="*/ 2867 h 3344"/>
                <a:gd name="csX4" fmla="*/ 955 w 3343"/>
                <a:gd name="csY4" fmla="*/ 3344 h 3344"/>
                <a:gd name="csX5" fmla="*/ 0 w 3343"/>
                <a:gd name="csY5" fmla="*/ 3344 h 3344"/>
                <a:gd name="csX6" fmla="*/ 955 w 3343"/>
                <a:gd name="csY6" fmla="*/ 1433 h 3344"/>
                <a:gd name="csX7" fmla="*/ 2866 w 3343"/>
                <a:gd name="csY7" fmla="*/ 0 h 3344"/>
                <a:gd name="csX8" fmla="*/ 3344 w 3343"/>
                <a:gd name="csY8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3344">
                  <a:moveTo>
                    <a:pt x="3344" y="478"/>
                  </a:moveTo>
                  <a:lnTo>
                    <a:pt x="3344" y="1433"/>
                  </a:lnTo>
                  <a:lnTo>
                    <a:pt x="3344" y="1911"/>
                  </a:lnTo>
                  <a:lnTo>
                    <a:pt x="1911" y="2867"/>
                  </a:lnTo>
                  <a:lnTo>
                    <a:pt x="955" y="3344"/>
                  </a:lnTo>
                  <a:lnTo>
                    <a:pt x="0" y="3344"/>
                  </a:lnTo>
                  <a:lnTo>
                    <a:pt x="955" y="1433"/>
                  </a:lnTo>
                  <a:lnTo>
                    <a:pt x="2866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5" name="Freeform 2834">
              <a:extLst>
                <a:ext uri="{FF2B5EF4-FFF2-40B4-BE49-F238E27FC236}">
                  <a16:creationId xmlns:a16="http://schemas.microsoft.com/office/drawing/2014/main" id="{A7158C81-D3F2-EE40-40B1-461BF5EFDAF2}"/>
                </a:ext>
              </a:extLst>
            </p:cNvPr>
            <p:cNvSpPr/>
            <p:nvPr/>
          </p:nvSpPr>
          <p:spPr>
            <a:xfrm>
              <a:off x="4411047" y="3949987"/>
              <a:ext cx="2866" cy="4777"/>
            </a:xfrm>
            <a:custGeom>
              <a:avLst/>
              <a:gdLst>
                <a:gd name="csX0" fmla="*/ 2867 w 2866"/>
                <a:gd name="csY0" fmla="*/ 0 h 4777"/>
                <a:gd name="csX1" fmla="*/ 2389 w 2866"/>
                <a:gd name="csY1" fmla="*/ 1433 h 4777"/>
                <a:gd name="csX2" fmla="*/ 0 w 2866"/>
                <a:gd name="csY2" fmla="*/ 4777 h 4777"/>
                <a:gd name="csX3" fmla="*/ 0 w 2866"/>
                <a:gd name="csY3" fmla="*/ 4299 h 4777"/>
                <a:gd name="csX4" fmla="*/ 2867 w 2866"/>
                <a:gd name="csY4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7">
                  <a:moveTo>
                    <a:pt x="2867" y="0"/>
                  </a:moveTo>
                  <a:lnTo>
                    <a:pt x="2389" y="1433"/>
                  </a:lnTo>
                  <a:lnTo>
                    <a:pt x="0" y="4777"/>
                  </a:lnTo>
                  <a:lnTo>
                    <a:pt x="0" y="4299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6" name="Freeform 2835">
              <a:extLst>
                <a:ext uri="{FF2B5EF4-FFF2-40B4-BE49-F238E27FC236}">
                  <a16:creationId xmlns:a16="http://schemas.microsoft.com/office/drawing/2014/main" id="{8BF74668-C020-6055-738D-B501E57DA9C0}"/>
                </a:ext>
              </a:extLst>
            </p:cNvPr>
            <p:cNvSpPr/>
            <p:nvPr/>
          </p:nvSpPr>
          <p:spPr>
            <a:xfrm>
              <a:off x="4406748" y="5832241"/>
              <a:ext cx="7165" cy="6210"/>
            </a:xfrm>
            <a:custGeom>
              <a:avLst/>
              <a:gdLst>
                <a:gd name="csX0" fmla="*/ 6688 w 7165"/>
                <a:gd name="csY0" fmla="*/ 4299 h 6210"/>
                <a:gd name="csX1" fmla="*/ 7166 w 7165"/>
                <a:gd name="csY1" fmla="*/ 4777 h 6210"/>
                <a:gd name="csX2" fmla="*/ 7166 w 7165"/>
                <a:gd name="csY2" fmla="*/ 5255 h 6210"/>
                <a:gd name="csX3" fmla="*/ 6688 w 7165"/>
                <a:gd name="csY3" fmla="*/ 6210 h 6210"/>
                <a:gd name="csX4" fmla="*/ 6210 w 7165"/>
                <a:gd name="csY4" fmla="*/ 6210 h 6210"/>
                <a:gd name="csX5" fmla="*/ 3822 w 7165"/>
                <a:gd name="csY5" fmla="*/ 5733 h 6210"/>
                <a:gd name="csX6" fmla="*/ 2866 w 7165"/>
                <a:gd name="csY6" fmla="*/ 5255 h 6210"/>
                <a:gd name="csX7" fmla="*/ 955 w 7165"/>
                <a:gd name="csY7" fmla="*/ 3344 h 6210"/>
                <a:gd name="csX8" fmla="*/ 955 w 7165"/>
                <a:gd name="csY8" fmla="*/ 1911 h 6210"/>
                <a:gd name="csX9" fmla="*/ 0 w 7165"/>
                <a:gd name="csY9" fmla="*/ 0 h 6210"/>
                <a:gd name="csX10" fmla="*/ 478 w 7165"/>
                <a:gd name="csY10" fmla="*/ 0 h 6210"/>
                <a:gd name="csX11" fmla="*/ 2389 w 7165"/>
                <a:gd name="csY11" fmla="*/ 956 h 6210"/>
                <a:gd name="csX12" fmla="*/ 2866 w 7165"/>
                <a:gd name="csY12" fmla="*/ 1433 h 6210"/>
                <a:gd name="csX13" fmla="*/ 3822 w 7165"/>
                <a:gd name="csY13" fmla="*/ 2389 h 6210"/>
                <a:gd name="csX14" fmla="*/ 6688 w 7165"/>
                <a:gd name="csY14" fmla="*/ 429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165" h="6210">
                  <a:moveTo>
                    <a:pt x="6688" y="4299"/>
                  </a:moveTo>
                  <a:lnTo>
                    <a:pt x="7166" y="4777"/>
                  </a:lnTo>
                  <a:lnTo>
                    <a:pt x="7166" y="5255"/>
                  </a:lnTo>
                  <a:lnTo>
                    <a:pt x="6688" y="6210"/>
                  </a:lnTo>
                  <a:lnTo>
                    <a:pt x="6210" y="6210"/>
                  </a:lnTo>
                  <a:lnTo>
                    <a:pt x="3822" y="5733"/>
                  </a:lnTo>
                  <a:lnTo>
                    <a:pt x="2866" y="5255"/>
                  </a:lnTo>
                  <a:lnTo>
                    <a:pt x="955" y="3344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2389" y="956"/>
                  </a:lnTo>
                  <a:lnTo>
                    <a:pt x="2866" y="1433"/>
                  </a:lnTo>
                  <a:lnTo>
                    <a:pt x="3822" y="2389"/>
                  </a:lnTo>
                  <a:lnTo>
                    <a:pt x="6688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7" name="Freeform 2836">
              <a:extLst>
                <a:ext uri="{FF2B5EF4-FFF2-40B4-BE49-F238E27FC236}">
                  <a16:creationId xmlns:a16="http://schemas.microsoft.com/office/drawing/2014/main" id="{B2B9C963-C035-F252-9CDF-CB808C2D013F}"/>
                </a:ext>
              </a:extLst>
            </p:cNvPr>
            <p:cNvSpPr/>
            <p:nvPr/>
          </p:nvSpPr>
          <p:spPr>
            <a:xfrm>
              <a:off x="4200369" y="4303506"/>
              <a:ext cx="213067" cy="64971"/>
            </a:xfrm>
            <a:custGeom>
              <a:avLst/>
              <a:gdLst>
                <a:gd name="csX0" fmla="*/ 212590 w 213067"/>
                <a:gd name="csY0" fmla="*/ 56372 h 64971"/>
                <a:gd name="csX1" fmla="*/ 213067 w 213067"/>
                <a:gd name="csY1" fmla="*/ 57328 h 64971"/>
                <a:gd name="csX2" fmla="*/ 212590 w 213067"/>
                <a:gd name="csY2" fmla="*/ 58761 h 64971"/>
                <a:gd name="csX3" fmla="*/ 211634 w 213067"/>
                <a:gd name="csY3" fmla="*/ 59716 h 64971"/>
                <a:gd name="csX4" fmla="*/ 210679 w 213067"/>
                <a:gd name="csY4" fmla="*/ 60672 h 64971"/>
                <a:gd name="csX5" fmla="*/ 207812 w 213067"/>
                <a:gd name="csY5" fmla="*/ 60672 h 64971"/>
                <a:gd name="csX6" fmla="*/ 203035 w 213067"/>
                <a:gd name="csY6" fmla="*/ 60672 h 64971"/>
                <a:gd name="csX7" fmla="*/ 199213 w 213067"/>
                <a:gd name="csY7" fmla="*/ 62105 h 64971"/>
                <a:gd name="csX8" fmla="*/ 196825 w 213067"/>
                <a:gd name="csY8" fmla="*/ 62582 h 64971"/>
                <a:gd name="csX9" fmla="*/ 195869 w 213067"/>
                <a:gd name="csY9" fmla="*/ 63538 h 64971"/>
                <a:gd name="csX10" fmla="*/ 193480 w 213067"/>
                <a:gd name="csY10" fmla="*/ 64016 h 64971"/>
                <a:gd name="csX11" fmla="*/ 193480 w 213067"/>
                <a:gd name="csY11" fmla="*/ 63538 h 64971"/>
                <a:gd name="csX12" fmla="*/ 193480 w 213067"/>
                <a:gd name="csY12" fmla="*/ 63060 h 64971"/>
                <a:gd name="csX13" fmla="*/ 193003 w 213067"/>
                <a:gd name="csY13" fmla="*/ 61627 h 64971"/>
                <a:gd name="csX14" fmla="*/ 192525 w 213067"/>
                <a:gd name="csY14" fmla="*/ 62582 h 64971"/>
                <a:gd name="csX15" fmla="*/ 191569 w 213067"/>
                <a:gd name="csY15" fmla="*/ 63538 h 64971"/>
                <a:gd name="csX16" fmla="*/ 190136 w 213067"/>
                <a:gd name="csY16" fmla="*/ 64016 h 64971"/>
                <a:gd name="csX17" fmla="*/ 184881 w 213067"/>
                <a:gd name="csY17" fmla="*/ 64016 h 64971"/>
                <a:gd name="csX18" fmla="*/ 182970 w 213067"/>
                <a:gd name="csY18" fmla="*/ 63060 h 64971"/>
                <a:gd name="csX19" fmla="*/ 181059 w 213067"/>
                <a:gd name="csY19" fmla="*/ 62582 h 64971"/>
                <a:gd name="csX20" fmla="*/ 172938 w 213067"/>
                <a:gd name="csY20" fmla="*/ 62105 h 64971"/>
                <a:gd name="csX21" fmla="*/ 171027 w 213067"/>
                <a:gd name="csY21" fmla="*/ 62105 h 64971"/>
                <a:gd name="csX22" fmla="*/ 165772 w 213067"/>
                <a:gd name="csY22" fmla="*/ 62582 h 64971"/>
                <a:gd name="csX23" fmla="*/ 160517 w 213067"/>
                <a:gd name="csY23" fmla="*/ 63060 h 64971"/>
                <a:gd name="csX24" fmla="*/ 158606 w 213067"/>
                <a:gd name="csY24" fmla="*/ 63538 h 64971"/>
                <a:gd name="csX25" fmla="*/ 156218 w 213067"/>
                <a:gd name="csY25" fmla="*/ 64016 h 64971"/>
                <a:gd name="csX26" fmla="*/ 151918 w 213067"/>
                <a:gd name="csY26" fmla="*/ 64016 h 64971"/>
                <a:gd name="csX27" fmla="*/ 147141 w 213067"/>
                <a:gd name="csY27" fmla="*/ 64493 h 64971"/>
                <a:gd name="csX28" fmla="*/ 142363 w 213067"/>
                <a:gd name="csY28" fmla="*/ 64971 h 64971"/>
                <a:gd name="csX29" fmla="*/ 145230 w 213067"/>
                <a:gd name="csY29" fmla="*/ 60194 h 64971"/>
                <a:gd name="csX30" fmla="*/ 151918 w 213067"/>
                <a:gd name="csY30" fmla="*/ 56372 h 64971"/>
                <a:gd name="csX31" fmla="*/ 153351 w 213067"/>
                <a:gd name="csY31" fmla="*/ 55417 h 64971"/>
                <a:gd name="csX32" fmla="*/ 154307 w 213067"/>
                <a:gd name="csY32" fmla="*/ 53983 h 64971"/>
                <a:gd name="csX33" fmla="*/ 154307 w 213067"/>
                <a:gd name="csY33" fmla="*/ 53028 h 64971"/>
                <a:gd name="csX34" fmla="*/ 154307 w 213067"/>
                <a:gd name="csY34" fmla="*/ 52550 h 64971"/>
                <a:gd name="csX35" fmla="*/ 152396 w 213067"/>
                <a:gd name="csY35" fmla="*/ 51117 h 64971"/>
                <a:gd name="csX36" fmla="*/ 152396 w 213067"/>
                <a:gd name="csY36" fmla="*/ 50162 h 64971"/>
                <a:gd name="csX37" fmla="*/ 151918 w 213067"/>
                <a:gd name="csY37" fmla="*/ 49684 h 64971"/>
                <a:gd name="csX38" fmla="*/ 149529 w 213067"/>
                <a:gd name="csY38" fmla="*/ 49206 h 64971"/>
                <a:gd name="csX39" fmla="*/ 147141 w 213067"/>
                <a:gd name="csY39" fmla="*/ 48728 h 64971"/>
                <a:gd name="csX40" fmla="*/ 144752 w 213067"/>
                <a:gd name="csY40" fmla="*/ 48728 h 64971"/>
                <a:gd name="csX41" fmla="*/ 139497 w 213067"/>
                <a:gd name="csY41" fmla="*/ 48251 h 64971"/>
                <a:gd name="csX42" fmla="*/ 136631 w 213067"/>
                <a:gd name="csY42" fmla="*/ 48251 h 64971"/>
                <a:gd name="csX43" fmla="*/ 134242 w 213067"/>
                <a:gd name="csY43" fmla="*/ 47295 h 64971"/>
                <a:gd name="csX44" fmla="*/ 130420 w 213067"/>
                <a:gd name="csY44" fmla="*/ 43951 h 64971"/>
                <a:gd name="csX45" fmla="*/ 128509 w 213067"/>
                <a:gd name="csY45" fmla="*/ 42996 h 64971"/>
                <a:gd name="csX46" fmla="*/ 127554 w 213067"/>
                <a:gd name="csY46" fmla="*/ 42518 h 64971"/>
                <a:gd name="csX47" fmla="*/ 126598 w 213067"/>
                <a:gd name="csY47" fmla="*/ 41563 h 64971"/>
                <a:gd name="csX48" fmla="*/ 125643 w 213067"/>
                <a:gd name="csY48" fmla="*/ 36785 h 64971"/>
                <a:gd name="csX49" fmla="*/ 125165 w 213067"/>
                <a:gd name="csY49" fmla="*/ 34874 h 64971"/>
                <a:gd name="csX50" fmla="*/ 123732 w 213067"/>
                <a:gd name="csY50" fmla="*/ 32486 h 64971"/>
                <a:gd name="csX51" fmla="*/ 122299 w 213067"/>
                <a:gd name="csY51" fmla="*/ 31052 h 64971"/>
                <a:gd name="csX52" fmla="*/ 120388 w 213067"/>
                <a:gd name="csY52" fmla="*/ 30575 h 64971"/>
                <a:gd name="csX53" fmla="*/ 112744 w 213067"/>
                <a:gd name="csY53" fmla="*/ 32008 h 64971"/>
                <a:gd name="csX54" fmla="*/ 111311 w 213067"/>
                <a:gd name="csY54" fmla="*/ 32008 h 64971"/>
                <a:gd name="csX55" fmla="*/ 109400 w 213067"/>
                <a:gd name="csY55" fmla="*/ 31530 h 64971"/>
                <a:gd name="csX56" fmla="*/ 98890 w 213067"/>
                <a:gd name="csY56" fmla="*/ 28186 h 64971"/>
                <a:gd name="csX57" fmla="*/ 94113 w 213067"/>
                <a:gd name="csY57" fmla="*/ 26753 h 64971"/>
                <a:gd name="csX58" fmla="*/ 92202 w 213067"/>
                <a:gd name="csY58" fmla="*/ 25797 h 64971"/>
                <a:gd name="csX59" fmla="*/ 90769 w 213067"/>
                <a:gd name="csY59" fmla="*/ 24364 h 64971"/>
                <a:gd name="csX60" fmla="*/ 88858 w 213067"/>
                <a:gd name="csY60" fmla="*/ 22453 h 64971"/>
                <a:gd name="csX61" fmla="*/ 87424 w 213067"/>
                <a:gd name="csY61" fmla="*/ 21020 h 64971"/>
                <a:gd name="csX62" fmla="*/ 87424 w 213067"/>
                <a:gd name="csY62" fmla="*/ 21498 h 64971"/>
                <a:gd name="csX63" fmla="*/ 86947 w 213067"/>
                <a:gd name="csY63" fmla="*/ 21975 h 64971"/>
                <a:gd name="csX64" fmla="*/ 77870 w 213067"/>
                <a:gd name="csY64" fmla="*/ 21975 h 64971"/>
                <a:gd name="csX65" fmla="*/ 76437 w 213067"/>
                <a:gd name="csY65" fmla="*/ 21975 h 64971"/>
                <a:gd name="csX66" fmla="*/ 75481 w 213067"/>
                <a:gd name="csY66" fmla="*/ 21498 h 64971"/>
                <a:gd name="csX67" fmla="*/ 74526 w 213067"/>
                <a:gd name="csY67" fmla="*/ 20542 h 64971"/>
                <a:gd name="csX68" fmla="*/ 74048 w 213067"/>
                <a:gd name="csY68" fmla="*/ 19109 h 64971"/>
                <a:gd name="csX69" fmla="*/ 73570 w 213067"/>
                <a:gd name="csY69" fmla="*/ 18154 h 64971"/>
                <a:gd name="csX70" fmla="*/ 73093 w 213067"/>
                <a:gd name="csY70" fmla="*/ 19109 h 64971"/>
                <a:gd name="csX71" fmla="*/ 72615 w 213067"/>
                <a:gd name="csY71" fmla="*/ 20542 h 64971"/>
                <a:gd name="csX72" fmla="*/ 71182 w 213067"/>
                <a:gd name="csY72" fmla="*/ 21020 h 64971"/>
                <a:gd name="csX73" fmla="*/ 69748 w 213067"/>
                <a:gd name="csY73" fmla="*/ 21020 h 64971"/>
                <a:gd name="csX74" fmla="*/ 68315 w 213067"/>
                <a:gd name="csY74" fmla="*/ 19587 h 64971"/>
                <a:gd name="csX75" fmla="*/ 60672 w 213067"/>
                <a:gd name="csY75" fmla="*/ 19109 h 64971"/>
                <a:gd name="csX76" fmla="*/ 60194 w 213067"/>
                <a:gd name="csY76" fmla="*/ 19109 h 64971"/>
                <a:gd name="csX77" fmla="*/ 57805 w 213067"/>
                <a:gd name="csY77" fmla="*/ 17676 h 64971"/>
                <a:gd name="csX78" fmla="*/ 55416 w 213067"/>
                <a:gd name="csY78" fmla="*/ 15765 h 64971"/>
                <a:gd name="csX79" fmla="*/ 57805 w 213067"/>
                <a:gd name="csY79" fmla="*/ 14809 h 64971"/>
                <a:gd name="csX80" fmla="*/ 62105 w 213067"/>
                <a:gd name="csY80" fmla="*/ 14332 h 64971"/>
                <a:gd name="csX81" fmla="*/ 63060 w 213067"/>
                <a:gd name="csY81" fmla="*/ 13376 h 64971"/>
                <a:gd name="csX82" fmla="*/ 63538 w 213067"/>
                <a:gd name="csY82" fmla="*/ 12899 h 64971"/>
                <a:gd name="csX83" fmla="*/ 63060 w 213067"/>
                <a:gd name="csY83" fmla="*/ 11465 h 64971"/>
                <a:gd name="csX84" fmla="*/ 62105 w 213067"/>
                <a:gd name="csY84" fmla="*/ 10988 h 64971"/>
                <a:gd name="csX85" fmla="*/ 61149 w 213067"/>
                <a:gd name="csY85" fmla="*/ 10510 h 64971"/>
                <a:gd name="csX86" fmla="*/ 60194 w 213067"/>
                <a:gd name="csY86" fmla="*/ 10032 h 64971"/>
                <a:gd name="csX87" fmla="*/ 59238 w 213067"/>
                <a:gd name="csY87" fmla="*/ 10032 h 64971"/>
                <a:gd name="csX88" fmla="*/ 42518 w 213067"/>
                <a:gd name="csY88" fmla="*/ 9555 h 64971"/>
                <a:gd name="csX89" fmla="*/ 41563 w 213067"/>
                <a:gd name="csY89" fmla="*/ 10510 h 64971"/>
                <a:gd name="csX90" fmla="*/ 40129 w 213067"/>
                <a:gd name="csY90" fmla="*/ 11465 h 64971"/>
                <a:gd name="csX91" fmla="*/ 37263 w 213067"/>
                <a:gd name="csY91" fmla="*/ 13376 h 64971"/>
                <a:gd name="csX92" fmla="*/ 35352 w 213067"/>
                <a:gd name="csY92" fmla="*/ 14809 h 64971"/>
                <a:gd name="csX93" fmla="*/ 34397 w 213067"/>
                <a:gd name="csY93" fmla="*/ 15765 h 64971"/>
                <a:gd name="csX94" fmla="*/ 33441 w 213067"/>
                <a:gd name="csY94" fmla="*/ 16243 h 64971"/>
                <a:gd name="csX95" fmla="*/ 31530 w 213067"/>
                <a:gd name="csY95" fmla="*/ 17198 h 64971"/>
                <a:gd name="csX96" fmla="*/ 29619 w 213067"/>
                <a:gd name="csY96" fmla="*/ 19109 h 64971"/>
                <a:gd name="csX97" fmla="*/ 27708 w 213067"/>
                <a:gd name="csY97" fmla="*/ 19587 h 64971"/>
                <a:gd name="csX98" fmla="*/ 26753 w 213067"/>
                <a:gd name="csY98" fmla="*/ 19109 h 64971"/>
                <a:gd name="csX99" fmla="*/ 25320 w 213067"/>
                <a:gd name="csY99" fmla="*/ 19109 h 64971"/>
                <a:gd name="csX100" fmla="*/ 24364 w 213067"/>
                <a:gd name="csY100" fmla="*/ 19587 h 64971"/>
                <a:gd name="csX101" fmla="*/ 23886 w 213067"/>
                <a:gd name="csY101" fmla="*/ 19587 h 64971"/>
                <a:gd name="csX102" fmla="*/ 19587 w 213067"/>
                <a:gd name="csY102" fmla="*/ 20065 h 64971"/>
                <a:gd name="csX103" fmla="*/ 18631 w 213067"/>
                <a:gd name="csY103" fmla="*/ 20065 h 64971"/>
                <a:gd name="csX104" fmla="*/ 18154 w 213067"/>
                <a:gd name="csY104" fmla="*/ 21498 h 64971"/>
                <a:gd name="csX105" fmla="*/ 17676 w 213067"/>
                <a:gd name="csY105" fmla="*/ 23409 h 64971"/>
                <a:gd name="csX106" fmla="*/ 16721 w 213067"/>
                <a:gd name="csY106" fmla="*/ 24364 h 64971"/>
                <a:gd name="csX107" fmla="*/ 14809 w 213067"/>
                <a:gd name="csY107" fmla="*/ 24842 h 64971"/>
                <a:gd name="csX108" fmla="*/ 12899 w 213067"/>
                <a:gd name="csY108" fmla="*/ 25320 h 64971"/>
                <a:gd name="csX109" fmla="*/ 8599 w 213067"/>
                <a:gd name="csY109" fmla="*/ 27231 h 64971"/>
                <a:gd name="csX110" fmla="*/ 7644 w 213067"/>
                <a:gd name="csY110" fmla="*/ 27708 h 64971"/>
                <a:gd name="csX111" fmla="*/ 7644 w 213067"/>
                <a:gd name="csY111" fmla="*/ 26275 h 64971"/>
                <a:gd name="csX112" fmla="*/ 7644 w 213067"/>
                <a:gd name="csY112" fmla="*/ 24364 h 64971"/>
                <a:gd name="csX113" fmla="*/ 6210 w 213067"/>
                <a:gd name="csY113" fmla="*/ 24364 h 64971"/>
                <a:gd name="csX114" fmla="*/ 5255 w 213067"/>
                <a:gd name="csY114" fmla="*/ 24842 h 64971"/>
                <a:gd name="csX115" fmla="*/ 3822 w 213067"/>
                <a:gd name="csY115" fmla="*/ 25320 h 64971"/>
                <a:gd name="csX116" fmla="*/ 1911 w 213067"/>
                <a:gd name="csY116" fmla="*/ 26275 h 64971"/>
                <a:gd name="csX117" fmla="*/ 956 w 213067"/>
                <a:gd name="csY117" fmla="*/ 26753 h 64971"/>
                <a:gd name="csX118" fmla="*/ 0 w 213067"/>
                <a:gd name="csY118" fmla="*/ 25797 h 64971"/>
                <a:gd name="csX119" fmla="*/ 0 w 213067"/>
                <a:gd name="csY119" fmla="*/ 25320 h 64971"/>
                <a:gd name="csX120" fmla="*/ 7166 w 213067"/>
                <a:gd name="csY120" fmla="*/ 22453 h 64971"/>
                <a:gd name="csX121" fmla="*/ 7644 w 213067"/>
                <a:gd name="csY121" fmla="*/ 22453 h 64971"/>
                <a:gd name="csX122" fmla="*/ 9077 w 213067"/>
                <a:gd name="csY122" fmla="*/ 22453 h 64971"/>
                <a:gd name="csX123" fmla="*/ 10032 w 213067"/>
                <a:gd name="csY123" fmla="*/ 22453 h 64971"/>
                <a:gd name="csX124" fmla="*/ 10988 w 213067"/>
                <a:gd name="csY124" fmla="*/ 21975 h 64971"/>
                <a:gd name="csX125" fmla="*/ 10032 w 213067"/>
                <a:gd name="csY125" fmla="*/ 18154 h 64971"/>
                <a:gd name="csX126" fmla="*/ 10510 w 213067"/>
                <a:gd name="csY126" fmla="*/ 15765 h 64971"/>
                <a:gd name="csX127" fmla="*/ 11943 w 213067"/>
                <a:gd name="csY127" fmla="*/ 13854 h 64971"/>
                <a:gd name="csX128" fmla="*/ 15287 w 213067"/>
                <a:gd name="csY128" fmla="*/ 10988 h 64971"/>
                <a:gd name="csX129" fmla="*/ 16721 w 213067"/>
                <a:gd name="csY129" fmla="*/ 10032 h 64971"/>
                <a:gd name="csX130" fmla="*/ 32008 w 213067"/>
                <a:gd name="csY130" fmla="*/ 4299 h 64971"/>
                <a:gd name="csX131" fmla="*/ 33919 w 213067"/>
                <a:gd name="csY131" fmla="*/ 3822 h 64971"/>
                <a:gd name="csX132" fmla="*/ 43951 w 213067"/>
                <a:gd name="csY132" fmla="*/ 2866 h 64971"/>
                <a:gd name="csX133" fmla="*/ 45384 w 213067"/>
                <a:gd name="csY133" fmla="*/ 2389 h 64971"/>
                <a:gd name="csX134" fmla="*/ 50162 w 213067"/>
                <a:gd name="csY134" fmla="*/ 478 h 64971"/>
                <a:gd name="csX135" fmla="*/ 54939 w 213067"/>
                <a:gd name="csY135" fmla="*/ 0 h 64971"/>
                <a:gd name="csX136" fmla="*/ 60672 w 213067"/>
                <a:gd name="csY136" fmla="*/ 478 h 64971"/>
                <a:gd name="csX137" fmla="*/ 65449 w 213067"/>
                <a:gd name="csY137" fmla="*/ 1433 h 64971"/>
                <a:gd name="csX138" fmla="*/ 69748 w 213067"/>
                <a:gd name="csY138" fmla="*/ 956 h 64971"/>
                <a:gd name="csX139" fmla="*/ 71659 w 213067"/>
                <a:gd name="csY139" fmla="*/ 478 h 64971"/>
                <a:gd name="csX140" fmla="*/ 71659 w 213067"/>
                <a:gd name="csY140" fmla="*/ 956 h 64971"/>
                <a:gd name="csX141" fmla="*/ 73570 w 213067"/>
                <a:gd name="csY141" fmla="*/ 2389 h 64971"/>
                <a:gd name="csX142" fmla="*/ 74048 w 213067"/>
                <a:gd name="csY142" fmla="*/ 2389 h 64971"/>
                <a:gd name="csX143" fmla="*/ 76914 w 213067"/>
                <a:gd name="csY143" fmla="*/ 1911 h 64971"/>
                <a:gd name="csX144" fmla="*/ 84080 w 213067"/>
                <a:gd name="csY144" fmla="*/ 1433 h 64971"/>
                <a:gd name="csX145" fmla="*/ 84558 w 213067"/>
                <a:gd name="csY145" fmla="*/ 1911 h 64971"/>
                <a:gd name="csX146" fmla="*/ 85991 w 213067"/>
                <a:gd name="csY146" fmla="*/ 3344 h 64971"/>
                <a:gd name="csX147" fmla="*/ 87902 w 213067"/>
                <a:gd name="csY147" fmla="*/ 4299 h 64971"/>
                <a:gd name="csX148" fmla="*/ 89813 w 213067"/>
                <a:gd name="csY148" fmla="*/ 4777 h 64971"/>
                <a:gd name="csX149" fmla="*/ 91724 w 213067"/>
                <a:gd name="csY149" fmla="*/ 4777 h 64971"/>
                <a:gd name="csX150" fmla="*/ 93635 w 213067"/>
                <a:gd name="csY150" fmla="*/ 4777 h 64971"/>
                <a:gd name="csX151" fmla="*/ 95546 w 213067"/>
                <a:gd name="csY151" fmla="*/ 4777 h 64971"/>
                <a:gd name="csX152" fmla="*/ 97457 w 213067"/>
                <a:gd name="csY152" fmla="*/ 6210 h 64971"/>
                <a:gd name="csX153" fmla="*/ 98412 w 213067"/>
                <a:gd name="csY153" fmla="*/ 6210 h 64971"/>
                <a:gd name="csX154" fmla="*/ 100323 w 213067"/>
                <a:gd name="csY154" fmla="*/ 5733 h 64971"/>
                <a:gd name="csX155" fmla="*/ 99845 w 213067"/>
                <a:gd name="csY155" fmla="*/ 7166 h 64971"/>
                <a:gd name="csX156" fmla="*/ 103189 w 213067"/>
                <a:gd name="csY156" fmla="*/ 8599 h 64971"/>
                <a:gd name="csX157" fmla="*/ 105578 w 213067"/>
                <a:gd name="csY157" fmla="*/ 11943 h 64971"/>
                <a:gd name="csX158" fmla="*/ 107489 w 213067"/>
                <a:gd name="csY158" fmla="*/ 13376 h 64971"/>
                <a:gd name="csX159" fmla="*/ 109400 w 213067"/>
                <a:gd name="csY159" fmla="*/ 14332 h 64971"/>
                <a:gd name="csX160" fmla="*/ 111311 w 213067"/>
                <a:gd name="csY160" fmla="*/ 15287 h 64971"/>
                <a:gd name="csX161" fmla="*/ 113222 w 213067"/>
                <a:gd name="csY161" fmla="*/ 15765 h 64971"/>
                <a:gd name="csX162" fmla="*/ 118477 w 213067"/>
                <a:gd name="csY162" fmla="*/ 15287 h 64971"/>
                <a:gd name="csX163" fmla="*/ 119910 w 213067"/>
                <a:gd name="csY163" fmla="*/ 15765 h 64971"/>
                <a:gd name="csX164" fmla="*/ 121343 w 213067"/>
                <a:gd name="csY164" fmla="*/ 16243 h 64971"/>
                <a:gd name="csX165" fmla="*/ 122299 w 213067"/>
                <a:gd name="csY165" fmla="*/ 16243 h 64971"/>
                <a:gd name="csX166" fmla="*/ 122777 w 213067"/>
                <a:gd name="csY166" fmla="*/ 16243 h 64971"/>
                <a:gd name="csX167" fmla="*/ 133764 w 213067"/>
                <a:gd name="csY167" fmla="*/ 21020 h 64971"/>
                <a:gd name="csX168" fmla="*/ 137108 w 213067"/>
                <a:gd name="csY168" fmla="*/ 23886 h 64971"/>
                <a:gd name="csX169" fmla="*/ 139019 w 213067"/>
                <a:gd name="csY169" fmla="*/ 25320 h 64971"/>
                <a:gd name="csX170" fmla="*/ 143796 w 213067"/>
                <a:gd name="csY170" fmla="*/ 27231 h 64971"/>
                <a:gd name="csX171" fmla="*/ 145707 w 213067"/>
                <a:gd name="csY171" fmla="*/ 27708 h 64971"/>
                <a:gd name="csX172" fmla="*/ 146663 w 213067"/>
                <a:gd name="csY172" fmla="*/ 27231 h 64971"/>
                <a:gd name="csX173" fmla="*/ 146185 w 213067"/>
                <a:gd name="csY173" fmla="*/ 26753 h 64971"/>
                <a:gd name="csX174" fmla="*/ 145230 w 213067"/>
                <a:gd name="csY174" fmla="*/ 25797 h 64971"/>
                <a:gd name="csX175" fmla="*/ 144752 w 213067"/>
                <a:gd name="csY175" fmla="*/ 25320 h 64971"/>
                <a:gd name="csX176" fmla="*/ 146663 w 213067"/>
                <a:gd name="csY176" fmla="*/ 25797 h 64971"/>
                <a:gd name="csX177" fmla="*/ 149529 w 213067"/>
                <a:gd name="csY177" fmla="*/ 28186 h 64971"/>
                <a:gd name="csX178" fmla="*/ 150485 w 213067"/>
                <a:gd name="csY178" fmla="*/ 28664 h 64971"/>
                <a:gd name="csX179" fmla="*/ 151918 w 213067"/>
                <a:gd name="csY179" fmla="*/ 29619 h 64971"/>
                <a:gd name="csX180" fmla="*/ 153351 w 213067"/>
                <a:gd name="csY180" fmla="*/ 30097 h 64971"/>
                <a:gd name="csX181" fmla="*/ 152873 w 213067"/>
                <a:gd name="csY181" fmla="*/ 31052 h 64971"/>
                <a:gd name="csX182" fmla="*/ 151440 w 213067"/>
                <a:gd name="csY182" fmla="*/ 31052 h 64971"/>
                <a:gd name="csX183" fmla="*/ 149052 w 213067"/>
                <a:gd name="csY183" fmla="*/ 30575 h 64971"/>
                <a:gd name="csX184" fmla="*/ 150962 w 213067"/>
                <a:gd name="csY184" fmla="*/ 32008 h 64971"/>
                <a:gd name="csX185" fmla="*/ 151440 w 213067"/>
                <a:gd name="csY185" fmla="*/ 33441 h 64971"/>
                <a:gd name="csX186" fmla="*/ 152396 w 213067"/>
                <a:gd name="csY186" fmla="*/ 33441 h 64971"/>
                <a:gd name="csX187" fmla="*/ 153351 w 213067"/>
                <a:gd name="csY187" fmla="*/ 32008 h 64971"/>
                <a:gd name="csX188" fmla="*/ 154307 w 213067"/>
                <a:gd name="csY188" fmla="*/ 31052 h 64971"/>
                <a:gd name="csX189" fmla="*/ 157651 w 213067"/>
                <a:gd name="csY189" fmla="*/ 33919 h 64971"/>
                <a:gd name="csX190" fmla="*/ 159561 w 213067"/>
                <a:gd name="csY190" fmla="*/ 34874 h 64971"/>
                <a:gd name="csX191" fmla="*/ 159084 w 213067"/>
                <a:gd name="csY191" fmla="*/ 35830 h 64971"/>
                <a:gd name="csX192" fmla="*/ 159084 w 213067"/>
                <a:gd name="csY192" fmla="*/ 36307 h 64971"/>
                <a:gd name="csX193" fmla="*/ 160995 w 213067"/>
                <a:gd name="csY193" fmla="*/ 35830 h 64971"/>
                <a:gd name="csX194" fmla="*/ 161950 w 213067"/>
                <a:gd name="csY194" fmla="*/ 35830 h 64971"/>
                <a:gd name="csX195" fmla="*/ 162428 w 213067"/>
                <a:gd name="csY195" fmla="*/ 36307 h 64971"/>
                <a:gd name="csX196" fmla="*/ 163384 w 213067"/>
                <a:gd name="csY196" fmla="*/ 37263 h 64971"/>
                <a:gd name="csX197" fmla="*/ 165294 w 213067"/>
                <a:gd name="csY197" fmla="*/ 37263 h 64971"/>
                <a:gd name="csX198" fmla="*/ 167205 w 213067"/>
                <a:gd name="csY198" fmla="*/ 37263 h 64971"/>
                <a:gd name="csX199" fmla="*/ 171027 w 213067"/>
                <a:gd name="csY199" fmla="*/ 38218 h 64971"/>
                <a:gd name="csX200" fmla="*/ 174849 w 213067"/>
                <a:gd name="csY200" fmla="*/ 40129 h 64971"/>
                <a:gd name="csX201" fmla="*/ 178193 w 213067"/>
                <a:gd name="csY201" fmla="*/ 40607 h 64971"/>
                <a:gd name="csX202" fmla="*/ 181537 w 213067"/>
                <a:gd name="csY202" fmla="*/ 40607 h 64971"/>
                <a:gd name="csX203" fmla="*/ 183448 w 213067"/>
                <a:gd name="csY203" fmla="*/ 41563 h 64971"/>
                <a:gd name="csX204" fmla="*/ 184403 w 213067"/>
                <a:gd name="csY204" fmla="*/ 42996 h 64971"/>
                <a:gd name="csX205" fmla="*/ 183448 w 213067"/>
                <a:gd name="csY205" fmla="*/ 43473 h 64971"/>
                <a:gd name="csX206" fmla="*/ 182970 w 213067"/>
                <a:gd name="csY206" fmla="*/ 44429 h 64971"/>
                <a:gd name="csX207" fmla="*/ 184403 w 213067"/>
                <a:gd name="csY207" fmla="*/ 45862 h 64971"/>
                <a:gd name="csX208" fmla="*/ 181537 w 213067"/>
                <a:gd name="csY208" fmla="*/ 46340 h 64971"/>
                <a:gd name="csX209" fmla="*/ 181059 w 213067"/>
                <a:gd name="csY209" fmla="*/ 46817 h 64971"/>
                <a:gd name="csX210" fmla="*/ 181059 w 213067"/>
                <a:gd name="csY210" fmla="*/ 47773 h 64971"/>
                <a:gd name="csX211" fmla="*/ 181537 w 213067"/>
                <a:gd name="csY211" fmla="*/ 48251 h 64971"/>
                <a:gd name="csX212" fmla="*/ 183448 w 213067"/>
                <a:gd name="csY212" fmla="*/ 47773 h 64971"/>
                <a:gd name="csX213" fmla="*/ 185837 w 213067"/>
                <a:gd name="csY213" fmla="*/ 48251 h 64971"/>
                <a:gd name="csX214" fmla="*/ 189181 w 213067"/>
                <a:gd name="csY214" fmla="*/ 48251 h 64971"/>
                <a:gd name="csX215" fmla="*/ 191569 w 213067"/>
                <a:gd name="csY215" fmla="*/ 48251 h 64971"/>
                <a:gd name="csX216" fmla="*/ 196825 w 213067"/>
                <a:gd name="csY216" fmla="*/ 49206 h 64971"/>
                <a:gd name="csX217" fmla="*/ 198258 w 213067"/>
                <a:gd name="csY217" fmla="*/ 49206 h 64971"/>
                <a:gd name="csX218" fmla="*/ 201124 w 213067"/>
                <a:gd name="csY218" fmla="*/ 51117 h 64971"/>
                <a:gd name="csX219" fmla="*/ 202557 w 213067"/>
                <a:gd name="csY219" fmla="*/ 52072 h 64971"/>
                <a:gd name="csX220" fmla="*/ 205901 w 213067"/>
                <a:gd name="csY220" fmla="*/ 54461 h 64971"/>
                <a:gd name="csX221" fmla="*/ 208290 w 213067"/>
                <a:gd name="csY221" fmla="*/ 55417 h 64971"/>
                <a:gd name="csX222" fmla="*/ 210201 w 213067"/>
                <a:gd name="csY222" fmla="*/ 55894 h 64971"/>
                <a:gd name="csX223" fmla="*/ 211156 w 213067"/>
                <a:gd name="csY223" fmla="*/ 55894 h 64971"/>
                <a:gd name="csX224" fmla="*/ 211634 w 213067"/>
                <a:gd name="csY224" fmla="*/ 55894 h 64971"/>
                <a:gd name="csX225" fmla="*/ 212590 w 213067"/>
                <a:gd name="csY225" fmla="*/ 56372 h 64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</a:cxnLst>
              <a:rect l="l" t="t" r="r" b="b"/>
              <a:pathLst>
                <a:path w="213067" h="64971">
                  <a:moveTo>
                    <a:pt x="212590" y="56372"/>
                  </a:moveTo>
                  <a:lnTo>
                    <a:pt x="213067" y="57328"/>
                  </a:lnTo>
                  <a:lnTo>
                    <a:pt x="212590" y="58761"/>
                  </a:lnTo>
                  <a:lnTo>
                    <a:pt x="211634" y="59716"/>
                  </a:lnTo>
                  <a:lnTo>
                    <a:pt x="210679" y="60672"/>
                  </a:lnTo>
                  <a:lnTo>
                    <a:pt x="207812" y="60672"/>
                  </a:lnTo>
                  <a:lnTo>
                    <a:pt x="203035" y="60672"/>
                  </a:lnTo>
                  <a:lnTo>
                    <a:pt x="199213" y="62105"/>
                  </a:lnTo>
                  <a:lnTo>
                    <a:pt x="196825" y="62582"/>
                  </a:lnTo>
                  <a:lnTo>
                    <a:pt x="195869" y="63538"/>
                  </a:lnTo>
                  <a:lnTo>
                    <a:pt x="193480" y="64016"/>
                  </a:lnTo>
                  <a:lnTo>
                    <a:pt x="193480" y="63538"/>
                  </a:lnTo>
                  <a:lnTo>
                    <a:pt x="193480" y="63060"/>
                  </a:lnTo>
                  <a:lnTo>
                    <a:pt x="193003" y="61627"/>
                  </a:lnTo>
                  <a:lnTo>
                    <a:pt x="192525" y="62582"/>
                  </a:lnTo>
                  <a:lnTo>
                    <a:pt x="191569" y="63538"/>
                  </a:lnTo>
                  <a:lnTo>
                    <a:pt x="190136" y="64016"/>
                  </a:lnTo>
                  <a:lnTo>
                    <a:pt x="184881" y="64016"/>
                  </a:lnTo>
                  <a:lnTo>
                    <a:pt x="182970" y="63060"/>
                  </a:lnTo>
                  <a:lnTo>
                    <a:pt x="181059" y="62582"/>
                  </a:lnTo>
                  <a:lnTo>
                    <a:pt x="172938" y="62105"/>
                  </a:lnTo>
                  <a:lnTo>
                    <a:pt x="171027" y="62105"/>
                  </a:lnTo>
                  <a:lnTo>
                    <a:pt x="165772" y="62582"/>
                  </a:lnTo>
                  <a:lnTo>
                    <a:pt x="160517" y="63060"/>
                  </a:lnTo>
                  <a:lnTo>
                    <a:pt x="158606" y="63538"/>
                  </a:lnTo>
                  <a:lnTo>
                    <a:pt x="156218" y="64016"/>
                  </a:lnTo>
                  <a:lnTo>
                    <a:pt x="151918" y="64016"/>
                  </a:lnTo>
                  <a:lnTo>
                    <a:pt x="147141" y="64493"/>
                  </a:lnTo>
                  <a:lnTo>
                    <a:pt x="142363" y="64971"/>
                  </a:lnTo>
                  <a:lnTo>
                    <a:pt x="145230" y="60194"/>
                  </a:lnTo>
                  <a:lnTo>
                    <a:pt x="151918" y="56372"/>
                  </a:lnTo>
                  <a:lnTo>
                    <a:pt x="153351" y="55417"/>
                  </a:lnTo>
                  <a:lnTo>
                    <a:pt x="154307" y="53983"/>
                  </a:lnTo>
                  <a:lnTo>
                    <a:pt x="154307" y="53028"/>
                  </a:lnTo>
                  <a:lnTo>
                    <a:pt x="154307" y="52550"/>
                  </a:lnTo>
                  <a:lnTo>
                    <a:pt x="152396" y="51117"/>
                  </a:lnTo>
                  <a:lnTo>
                    <a:pt x="152396" y="50162"/>
                  </a:lnTo>
                  <a:lnTo>
                    <a:pt x="151918" y="49684"/>
                  </a:lnTo>
                  <a:lnTo>
                    <a:pt x="149529" y="49206"/>
                  </a:lnTo>
                  <a:lnTo>
                    <a:pt x="147141" y="48728"/>
                  </a:lnTo>
                  <a:lnTo>
                    <a:pt x="144752" y="48728"/>
                  </a:lnTo>
                  <a:lnTo>
                    <a:pt x="139497" y="48251"/>
                  </a:lnTo>
                  <a:lnTo>
                    <a:pt x="136631" y="48251"/>
                  </a:lnTo>
                  <a:lnTo>
                    <a:pt x="134242" y="47295"/>
                  </a:lnTo>
                  <a:lnTo>
                    <a:pt x="130420" y="43951"/>
                  </a:lnTo>
                  <a:lnTo>
                    <a:pt x="128509" y="42996"/>
                  </a:lnTo>
                  <a:lnTo>
                    <a:pt x="127554" y="42518"/>
                  </a:lnTo>
                  <a:lnTo>
                    <a:pt x="126598" y="41563"/>
                  </a:lnTo>
                  <a:lnTo>
                    <a:pt x="125643" y="36785"/>
                  </a:lnTo>
                  <a:lnTo>
                    <a:pt x="125165" y="34874"/>
                  </a:lnTo>
                  <a:lnTo>
                    <a:pt x="123732" y="32486"/>
                  </a:lnTo>
                  <a:lnTo>
                    <a:pt x="122299" y="31052"/>
                  </a:lnTo>
                  <a:lnTo>
                    <a:pt x="120388" y="30575"/>
                  </a:lnTo>
                  <a:lnTo>
                    <a:pt x="112744" y="32008"/>
                  </a:lnTo>
                  <a:lnTo>
                    <a:pt x="111311" y="32008"/>
                  </a:lnTo>
                  <a:lnTo>
                    <a:pt x="109400" y="31530"/>
                  </a:lnTo>
                  <a:lnTo>
                    <a:pt x="98890" y="28186"/>
                  </a:lnTo>
                  <a:lnTo>
                    <a:pt x="94113" y="26753"/>
                  </a:lnTo>
                  <a:lnTo>
                    <a:pt x="92202" y="25797"/>
                  </a:lnTo>
                  <a:lnTo>
                    <a:pt x="90769" y="24364"/>
                  </a:lnTo>
                  <a:lnTo>
                    <a:pt x="88858" y="22453"/>
                  </a:lnTo>
                  <a:lnTo>
                    <a:pt x="87424" y="21020"/>
                  </a:lnTo>
                  <a:lnTo>
                    <a:pt x="87424" y="21498"/>
                  </a:lnTo>
                  <a:lnTo>
                    <a:pt x="86947" y="21975"/>
                  </a:lnTo>
                  <a:lnTo>
                    <a:pt x="77870" y="21975"/>
                  </a:lnTo>
                  <a:lnTo>
                    <a:pt x="76437" y="21975"/>
                  </a:lnTo>
                  <a:lnTo>
                    <a:pt x="75481" y="21498"/>
                  </a:lnTo>
                  <a:lnTo>
                    <a:pt x="74526" y="20542"/>
                  </a:lnTo>
                  <a:lnTo>
                    <a:pt x="74048" y="19109"/>
                  </a:lnTo>
                  <a:lnTo>
                    <a:pt x="73570" y="18154"/>
                  </a:lnTo>
                  <a:lnTo>
                    <a:pt x="73093" y="19109"/>
                  </a:lnTo>
                  <a:lnTo>
                    <a:pt x="72615" y="20542"/>
                  </a:lnTo>
                  <a:lnTo>
                    <a:pt x="71182" y="21020"/>
                  </a:lnTo>
                  <a:lnTo>
                    <a:pt x="69748" y="21020"/>
                  </a:lnTo>
                  <a:lnTo>
                    <a:pt x="68315" y="19587"/>
                  </a:lnTo>
                  <a:lnTo>
                    <a:pt x="60672" y="19109"/>
                  </a:lnTo>
                  <a:lnTo>
                    <a:pt x="60194" y="19109"/>
                  </a:lnTo>
                  <a:lnTo>
                    <a:pt x="57805" y="17676"/>
                  </a:lnTo>
                  <a:lnTo>
                    <a:pt x="55416" y="15765"/>
                  </a:lnTo>
                  <a:lnTo>
                    <a:pt x="57805" y="14809"/>
                  </a:lnTo>
                  <a:lnTo>
                    <a:pt x="62105" y="14332"/>
                  </a:lnTo>
                  <a:lnTo>
                    <a:pt x="63060" y="13376"/>
                  </a:lnTo>
                  <a:lnTo>
                    <a:pt x="63538" y="12899"/>
                  </a:lnTo>
                  <a:lnTo>
                    <a:pt x="63060" y="11465"/>
                  </a:lnTo>
                  <a:lnTo>
                    <a:pt x="62105" y="10988"/>
                  </a:lnTo>
                  <a:lnTo>
                    <a:pt x="61149" y="10510"/>
                  </a:lnTo>
                  <a:lnTo>
                    <a:pt x="60194" y="10032"/>
                  </a:lnTo>
                  <a:lnTo>
                    <a:pt x="59238" y="10032"/>
                  </a:lnTo>
                  <a:lnTo>
                    <a:pt x="42518" y="9555"/>
                  </a:lnTo>
                  <a:lnTo>
                    <a:pt x="41563" y="10510"/>
                  </a:lnTo>
                  <a:lnTo>
                    <a:pt x="40129" y="11465"/>
                  </a:lnTo>
                  <a:lnTo>
                    <a:pt x="37263" y="13376"/>
                  </a:lnTo>
                  <a:lnTo>
                    <a:pt x="35352" y="14809"/>
                  </a:lnTo>
                  <a:lnTo>
                    <a:pt x="34397" y="15765"/>
                  </a:lnTo>
                  <a:lnTo>
                    <a:pt x="33441" y="16243"/>
                  </a:lnTo>
                  <a:lnTo>
                    <a:pt x="31530" y="17198"/>
                  </a:lnTo>
                  <a:lnTo>
                    <a:pt x="29619" y="19109"/>
                  </a:lnTo>
                  <a:lnTo>
                    <a:pt x="27708" y="19587"/>
                  </a:lnTo>
                  <a:lnTo>
                    <a:pt x="26753" y="19109"/>
                  </a:lnTo>
                  <a:lnTo>
                    <a:pt x="25320" y="19109"/>
                  </a:lnTo>
                  <a:lnTo>
                    <a:pt x="24364" y="19587"/>
                  </a:lnTo>
                  <a:lnTo>
                    <a:pt x="23886" y="19587"/>
                  </a:lnTo>
                  <a:lnTo>
                    <a:pt x="19587" y="20065"/>
                  </a:lnTo>
                  <a:lnTo>
                    <a:pt x="18631" y="20065"/>
                  </a:lnTo>
                  <a:lnTo>
                    <a:pt x="18154" y="21498"/>
                  </a:lnTo>
                  <a:lnTo>
                    <a:pt x="17676" y="23409"/>
                  </a:lnTo>
                  <a:lnTo>
                    <a:pt x="16721" y="24364"/>
                  </a:lnTo>
                  <a:lnTo>
                    <a:pt x="14809" y="24842"/>
                  </a:lnTo>
                  <a:lnTo>
                    <a:pt x="12899" y="25320"/>
                  </a:lnTo>
                  <a:lnTo>
                    <a:pt x="8599" y="27231"/>
                  </a:lnTo>
                  <a:lnTo>
                    <a:pt x="7644" y="27708"/>
                  </a:lnTo>
                  <a:lnTo>
                    <a:pt x="7644" y="26275"/>
                  </a:lnTo>
                  <a:lnTo>
                    <a:pt x="7644" y="24364"/>
                  </a:lnTo>
                  <a:lnTo>
                    <a:pt x="6210" y="24364"/>
                  </a:lnTo>
                  <a:lnTo>
                    <a:pt x="5255" y="24842"/>
                  </a:lnTo>
                  <a:lnTo>
                    <a:pt x="3822" y="25320"/>
                  </a:lnTo>
                  <a:lnTo>
                    <a:pt x="1911" y="26275"/>
                  </a:lnTo>
                  <a:lnTo>
                    <a:pt x="956" y="26753"/>
                  </a:lnTo>
                  <a:lnTo>
                    <a:pt x="0" y="25797"/>
                  </a:lnTo>
                  <a:lnTo>
                    <a:pt x="0" y="25320"/>
                  </a:lnTo>
                  <a:lnTo>
                    <a:pt x="7166" y="22453"/>
                  </a:lnTo>
                  <a:lnTo>
                    <a:pt x="7644" y="22453"/>
                  </a:lnTo>
                  <a:lnTo>
                    <a:pt x="9077" y="22453"/>
                  </a:lnTo>
                  <a:lnTo>
                    <a:pt x="10032" y="22453"/>
                  </a:lnTo>
                  <a:lnTo>
                    <a:pt x="10988" y="21975"/>
                  </a:lnTo>
                  <a:lnTo>
                    <a:pt x="10032" y="18154"/>
                  </a:lnTo>
                  <a:lnTo>
                    <a:pt x="10510" y="15765"/>
                  </a:lnTo>
                  <a:lnTo>
                    <a:pt x="11943" y="13854"/>
                  </a:lnTo>
                  <a:lnTo>
                    <a:pt x="15287" y="10988"/>
                  </a:lnTo>
                  <a:lnTo>
                    <a:pt x="16721" y="10032"/>
                  </a:lnTo>
                  <a:lnTo>
                    <a:pt x="32008" y="4299"/>
                  </a:lnTo>
                  <a:lnTo>
                    <a:pt x="33919" y="3822"/>
                  </a:lnTo>
                  <a:lnTo>
                    <a:pt x="43951" y="2866"/>
                  </a:lnTo>
                  <a:lnTo>
                    <a:pt x="45384" y="2389"/>
                  </a:lnTo>
                  <a:lnTo>
                    <a:pt x="50162" y="478"/>
                  </a:lnTo>
                  <a:lnTo>
                    <a:pt x="54939" y="0"/>
                  </a:lnTo>
                  <a:lnTo>
                    <a:pt x="60672" y="478"/>
                  </a:lnTo>
                  <a:lnTo>
                    <a:pt x="65449" y="1433"/>
                  </a:lnTo>
                  <a:lnTo>
                    <a:pt x="69748" y="956"/>
                  </a:lnTo>
                  <a:lnTo>
                    <a:pt x="71659" y="478"/>
                  </a:lnTo>
                  <a:lnTo>
                    <a:pt x="71659" y="956"/>
                  </a:lnTo>
                  <a:lnTo>
                    <a:pt x="73570" y="2389"/>
                  </a:lnTo>
                  <a:lnTo>
                    <a:pt x="74048" y="2389"/>
                  </a:lnTo>
                  <a:lnTo>
                    <a:pt x="76914" y="1911"/>
                  </a:lnTo>
                  <a:lnTo>
                    <a:pt x="84080" y="1433"/>
                  </a:lnTo>
                  <a:lnTo>
                    <a:pt x="84558" y="1911"/>
                  </a:lnTo>
                  <a:lnTo>
                    <a:pt x="85991" y="3344"/>
                  </a:lnTo>
                  <a:lnTo>
                    <a:pt x="87902" y="4299"/>
                  </a:lnTo>
                  <a:lnTo>
                    <a:pt x="89813" y="4777"/>
                  </a:lnTo>
                  <a:lnTo>
                    <a:pt x="91724" y="4777"/>
                  </a:lnTo>
                  <a:lnTo>
                    <a:pt x="93635" y="4777"/>
                  </a:lnTo>
                  <a:lnTo>
                    <a:pt x="95546" y="4777"/>
                  </a:lnTo>
                  <a:lnTo>
                    <a:pt x="97457" y="6210"/>
                  </a:lnTo>
                  <a:lnTo>
                    <a:pt x="98412" y="6210"/>
                  </a:lnTo>
                  <a:lnTo>
                    <a:pt x="100323" y="5733"/>
                  </a:lnTo>
                  <a:lnTo>
                    <a:pt x="99845" y="7166"/>
                  </a:lnTo>
                  <a:lnTo>
                    <a:pt x="103189" y="8599"/>
                  </a:lnTo>
                  <a:lnTo>
                    <a:pt x="105578" y="11943"/>
                  </a:lnTo>
                  <a:lnTo>
                    <a:pt x="107489" y="13376"/>
                  </a:lnTo>
                  <a:lnTo>
                    <a:pt x="109400" y="14332"/>
                  </a:lnTo>
                  <a:lnTo>
                    <a:pt x="111311" y="15287"/>
                  </a:lnTo>
                  <a:lnTo>
                    <a:pt x="113222" y="15765"/>
                  </a:lnTo>
                  <a:lnTo>
                    <a:pt x="118477" y="15287"/>
                  </a:lnTo>
                  <a:lnTo>
                    <a:pt x="119910" y="15765"/>
                  </a:lnTo>
                  <a:lnTo>
                    <a:pt x="121343" y="16243"/>
                  </a:lnTo>
                  <a:lnTo>
                    <a:pt x="122299" y="16243"/>
                  </a:lnTo>
                  <a:lnTo>
                    <a:pt x="122777" y="16243"/>
                  </a:lnTo>
                  <a:lnTo>
                    <a:pt x="133764" y="21020"/>
                  </a:lnTo>
                  <a:lnTo>
                    <a:pt x="137108" y="23886"/>
                  </a:lnTo>
                  <a:lnTo>
                    <a:pt x="139019" y="25320"/>
                  </a:lnTo>
                  <a:lnTo>
                    <a:pt x="143796" y="27231"/>
                  </a:lnTo>
                  <a:lnTo>
                    <a:pt x="145707" y="27708"/>
                  </a:lnTo>
                  <a:lnTo>
                    <a:pt x="146663" y="27231"/>
                  </a:lnTo>
                  <a:lnTo>
                    <a:pt x="146185" y="26753"/>
                  </a:lnTo>
                  <a:lnTo>
                    <a:pt x="145230" y="25797"/>
                  </a:lnTo>
                  <a:lnTo>
                    <a:pt x="144752" y="25320"/>
                  </a:lnTo>
                  <a:lnTo>
                    <a:pt x="146663" y="25797"/>
                  </a:lnTo>
                  <a:lnTo>
                    <a:pt x="149529" y="28186"/>
                  </a:lnTo>
                  <a:lnTo>
                    <a:pt x="150485" y="28664"/>
                  </a:lnTo>
                  <a:lnTo>
                    <a:pt x="151918" y="29619"/>
                  </a:lnTo>
                  <a:lnTo>
                    <a:pt x="153351" y="30097"/>
                  </a:lnTo>
                  <a:lnTo>
                    <a:pt x="152873" y="31052"/>
                  </a:lnTo>
                  <a:lnTo>
                    <a:pt x="151440" y="31052"/>
                  </a:lnTo>
                  <a:lnTo>
                    <a:pt x="149052" y="30575"/>
                  </a:lnTo>
                  <a:lnTo>
                    <a:pt x="150962" y="32008"/>
                  </a:lnTo>
                  <a:lnTo>
                    <a:pt x="151440" y="33441"/>
                  </a:lnTo>
                  <a:lnTo>
                    <a:pt x="152396" y="33441"/>
                  </a:lnTo>
                  <a:lnTo>
                    <a:pt x="153351" y="32008"/>
                  </a:lnTo>
                  <a:lnTo>
                    <a:pt x="154307" y="31052"/>
                  </a:lnTo>
                  <a:lnTo>
                    <a:pt x="157651" y="33919"/>
                  </a:lnTo>
                  <a:lnTo>
                    <a:pt x="159561" y="34874"/>
                  </a:lnTo>
                  <a:lnTo>
                    <a:pt x="159084" y="35830"/>
                  </a:lnTo>
                  <a:lnTo>
                    <a:pt x="159084" y="36307"/>
                  </a:lnTo>
                  <a:lnTo>
                    <a:pt x="160995" y="35830"/>
                  </a:lnTo>
                  <a:lnTo>
                    <a:pt x="161950" y="35830"/>
                  </a:lnTo>
                  <a:lnTo>
                    <a:pt x="162428" y="36307"/>
                  </a:lnTo>
                  <a:lnTo>
                    <a:pt x="163384" y="37263"/>
                  </a:lnTo>
                  <a:lnTo>
                    <a:pt x="165294" y="37263"/>
                  </a:lnTo>
                  <a:lnTo>
                    <a:pt x="167205" y="37263"/>
                  </a:lnTo>
                  <a:lnTo>
                    <a:pt x="171027" y="38218"/>
                  </a:lnTo>
                  <a:lnTo>
                    <a:pt x="174849" y="40129"/>
                  </a:lnTo>
                  <a:lnTo>
                    <a:pt x="178193" y="40607"/>
                  </a:lnTo>
                  <a:lnTo>
                    <a:pt x="181537" y="40607"/>
                  </a:lnTo>
                  <a:lnTo>
                    <a:pt x="183448" y="41563"/>
                  </a:lnTo>
                  <a:lnTo>
                    <a:pt x="184403" y="42996"/>
                  </a:lnTo>
                  <a:lnTo>
                    <a:pt x="183448" y="43473"/>
                  </a:lnTo>
                  <a:lnTo>
                    <a:pt x="182970" y="44429"/>
                  </a:lnTo>
                  <a:lnTo>
                    <a:pt x="184403" y="45862"/>
                  </a:lnTo>
                  <a:lnTo>
                    <a:pt x="181537" y="46340"/>
                  </a:lnTo>
                  <a:lnTo>
                    <a:pt x="181059" y="46817"/>
                  </a:lnTo>
                  <a:lnTo>
                    <a:pt x="181059" y="47773"/>
                  </a:lnTo>
                  <a:lnTo>
                    <a:pt x="181537" y="48251"/>
                  </a:lnTo>
                  <a:lnTo>
                    <a:pt x="183448" y="47773"/>
                  </a:lnTo>
                  <a:lnTo>
                    <a:pt x="185837" y="48251"/>
                  </a:lnTo>
                  <a:lnTo>
                    <a:pt x="189181" y="48251"/>
                  </a:lnTo>
                  <a:lnTo>
                    <a:pt x="191569" y="48251"/>
                  </a:lnTo>
                  <a:lnTo>
                    <a:pt x="196825" y="49206"/>
                  </a:lnTo>
                  <a:lnTo>
                    <a:pt x="198258" y="49206"/>
                  </a:lnTo>
                  <a:lnTo>
                    <a:pt x="201124" y="51117"/>
                  </a:lnTo>
                  <a:lnTo>
                    <a:pt x="202557" y="52072"/>
                  </a:lnTo>
                  <a:lnTo>
                    <a:pt x="205901" y="54461"/>
                  </a:lnTo>
                  <a:lnTo>
                    <a:pt x="208290" y="55417"/>
                  </a:lnTo>
                  <a:lnTo>
                    <a:pt x="210201" y="55894"/>
                  </a:lnTo>
                  <a:lnTo>
                    <a:pt x="211156" y="55894"/>
                  </a:lnTo>
                  <a:lnTo>
                    <a:pt x="211634" y="55894"/>
                  </a:lnTo>
                  <a:lnTo>
                    <a:pt x="212590" y="5637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8" name="Freeform 2837">
              <a:extLst>
                <a:ext uri="{FF2B5EF4-FFF2-40B4-BE49-F238E27FC236}">
                  <a16:creationId xmlns:a16="http://schemas.microsoft.com/office/drawing/2014/main" id="{6DA48F23-A038-12D9-3811-8BF9D5BA9E40}"/>
                </a:ext>
              </a:extLst>
            </p:cNvPr>
            <p:cNvSpPr/>
            <p:nvPr/>
          </p:nvSpPr>
          <p:spPr>
            <a:xfrm>
              <a:off x="4402448" y="5652614"/>
              <a:ext cx="9076" cy="15287"/>
            </a:xfrm>
            <a:custGeom>
              <a:avLst/>
              <a:gdLst>
                <a:gd name="csX0" fmla="*/ 9077 w 9076"/>
                <a:gd name="csY0" fmla="*/ 10510 h 15287"/>
                <a:gd name="csX1" fmla="*/ 9077 w 9076"/>
                <a:gd name="csY1" fmla="*/ 11466 h 15287"/>
                <a:gd name="csX2" fmla="*/ 9077 w 9076"/>
                <a:gd name="csY2" fmla="*/ 12421 h 15287"/>
                <a:gd name="csX3" fmla="*/ 7644 w 9076"/>
                <a:gd name="csY3" fmla="*/ 13377 h 15287"/>
                <a:gd name="csX4" fmla="*/ 6688 w 9076"/>
                <a:gd name="csY4" fmla="*/ 14810 h 15287"/>
                <a:gd name="csX5" fmla="*/ 4777 w 9076"/>
                <a:gd name="csY5" fmla="*/ 15287 h 15287"/>
                <a:gd name="csX6" fmla="*/ 2866 w 9076"/>
                <a:gd name="csY6" fmla="*/ 14332 h 15287"/>
                <a:gd name="csX7" fmla="*/ 478 w 9076"/>
                <a:gd name="csY7" fmla="*/ 14810 h 15287"/>
                <a:gd name="csX8" fmla="*/ 0 w 9076"/>
                <a:gd name="csY8" fmla="*/ 12899 h 15287"/>
                <a:gd name="csX9" fmla="*/ 956 w 9076"/>
                <a:gd name="csY9" fmla="*/ 10988 h 15287"/>
                <a:gd name="csX10" fmla="*/ 2866 w 9076"/>
                <a:gd name="csY10" fmla="*/ 9077 h 15287"/>
                <a:gd name="csX11" fmla="*/ 3822 w 9076"/>
                <a:gd name="csY11" fmla="*/ 6688 h 15287"/>
                <a:gd name="csX12" fmla="*/ 3822 w 9076"/>
                <a:gd name="csY12" fmla="*/ 2867 h 15287"/>
                <a:gd name="csX13" fmla="*/ 4777 w 9076"/>
                <a:gd name="csY13" fmla="*/ 2389 h 15287"/>
                <a:gd name="csX14" fmla="*/ 5255 w 9076"/>
                <a:gd name="csY14" fmla="*/ 956 h 15287"/>
                <a:gd name="csX15" fmla="*/ 7644 w 9076"/>
                <a:gd name="csY15" fmla="*/ 0 h 15287"/>
                <a:gd name="csX16" fmla="*/ 8121 w 9076"/>
                <a:gd name="csY16" fmla="*/ 2867 h 15287"/>
                <a:gd name="csX17" fmla="*/ 7644 w 9076"/>
                <a:gd name="csY17" fmla="*/ 7644 h 15287"/>
                <a:gd name="csX18" fmla="*/ 9077 w 9076"/>
                <a:gd name="csY18" fmla="*/ 10510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076" h="15287">
                  <a:moveTo>
                    <a:pt x="9077" y="10510"/>
                  </a:moveTo>
                  <a:lnTo>
                    <a:pt x="9077" y="11466"/>
                  </a:lnTo>
                  <a:lnTo>
                    <a:pt x="9077" y="12421"/>
                  </a:lnTo>
                  <a:lnTo>
                    <a:pt x="7644" y="13377"/>
                  </a:lnTo>
                  <a:lnTo>
                    <a:pt x="6688" y="14810"/>
                  </a:lnTo>
                  <a:lnTo>
                    <a:pt x="4777" y="15287"/>
                  </a:lnTo>
                  <a:lnTo>
                    <a:pt x="2866" y="14332"/>
                  </a:lnTo>
                  <a:lnTo>
                    <a:pt x="478" y="14810"/>
                  </a:lnTo>
                  <a:lnTo>
                    <a:pt x="0" y="12899"/>
                  </a:lnTo>
                  <a:lnTo>
                    <a:pt x="956" y="10988"/>
                  </a:lnTo>
                  <a:lnTo>
                    <a:pt x="2866" y="9077"/>
                  </a:lnTo>
                  <a:lnTo>
                    <a:pt x="3822" y="6688"/>
                  </a:lnTo>
                  <a:lnTo>
                    <a:pt x="3822" y="2867"/>
                  </a:lnTo>
                  <a:lnTo>
                    <a:pt x="4777" y="2389"/>
                  </a:lnTo>
                  <a:lnTo>
                    <a:pt x="5255" y="956"/>
                  </a:lnTo>
                  <a:lnTo>
                    <a:pt x="7644" y="0"/>
                  </a:lnTo>
                  <a:lnTo>
                    <a:pt x="8121" y="2867"/>
                  </a:lnTo>
                  <a:lnTo>
                    <a:pt x="7644" y="7644"/>
                  </a:lnTo>
                  <a:lnTo>
                    <a:pt x="9077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9" name="Freeform 2838">
              <a:extLst>
                <a:ext uri="{FF2B5EF4-FFF2-40B4-BE49-F238E27FC236}">
                  <a16:creationId xmlns:a16="http://schemas.microsoft.com/office/drawing/2014/main" id="{2BB8B322-E857-1AB0-340D-9903D9F85DBA}"/>
                </a:ext>
              </a:extLst>
            </p:cNvPr>
            <p:cNvSpPr/>
            <p:nvPr/>
          </p:nvSpPr>
          <p:spPr>
            <a:xfrm>
              <a:off x="4405314" y="4284875"/>
              <a:ext cx="2388" cy="3344"/>
            </a:xfrm>
            <a:custGeom>
              <a:avLst/>
              <a:gdLst>
                <a:gd name="csX0" fmla="*/ 1911 w 2388"/>
                <a:gd name="csY0" fmla="*/ 0 h 3344"/>
                <a:gd name="csX1" fmla="*/ 2389 w 2388"/>
                <a:gd name="csY1" fmla="*/ 956 h 3344"/>
                <a:gd name="csX2" fmla="*/ 956 w 2388"/>
                <a:gd name="csY2" fmla="*/ 3344 h 3344"/>
                <a:gd name="csX3" fmla="*/ 0 w 2388"/>
                <a:gd name="csY3" fmla="*/ 3344 h 3344"/>
                <a:gd name="csX4" fmla="*/ 478 w 2388"/>
                <a:gd name="csY4" fmla="*/ 478 h 3344"/>
                <a:gd name="csX5" fmla="*/ 1433 w 2388"/>
                <a:gd name="csY5" fmla="*/ 0 h 3344"/>
                <a:gd name="csX6" fmla="*/ 1911 w 2388"/>
                <a:gd name="csY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3344">
                  <a:moveTo>
                    <a:pt x="1911" y="0"/>
                  </a:moveTo>
                  <a:lnTo>
                    <a:pt x="2389" y="956"/>
                  </a:lnTo>
                  <a:lnTo>
                    <a:pt x="956" y="3344"/>
                  </a:lnTo>
                  <a:lnTo>
                    <a:pt x="0" y="3344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0" name="Freeform 2839">
              <a:extLst>
                <a:ext uri="{FF2B5EF4-FFF2-40B4-BE49-F238E27FC236}">
                  <a16:creationId xmlns:a16="http://schemas.microsoft.com/office/drawing/2014/main" id="{27A45238-826D-C81A-1479-60024BE16469}"/>
                </a:ext>
              </a:extLst>
            </p:cNvPr>
            <p:cNvSpPr/>
            <p:nvPr/>
          </p:nvSpPr>
          <p:spPr>
            <a:xfrm>
              <a:off x="4385250" y="5746727"/>
              <a:ext cx="21975" cy="36307"/>
            </a:xfrm>
            <a:custGeom>
              <a:avLst/>
              <a:gdLst>
                <a:gd name="csX0" fmla="*/ 21498 w 21975"/>
                <a:gd name="csY0" fmla="*/ 26753 h 36307"/>
                <a:gd name="csX1" fmla="*/ 21975 w 21975"/>
                <a:gd name="csY1" fmla="*/ 27231 h 36307"/>
                <a:gd name="csX2" fmla="*/ 21498 w 21975"/>
                <a:gd name="csY2" fmla="*/ 30097 h 36307"/>
                <a:gd name="csX3" fmla="*/ 21020 w 21975"/>
                <a:gd name="csY3" fmla="*/ 32008 h 36307"/>
                <a:gd name="csX4" fmla="*/ 20064 w 21975"/>
                <a:gd name="csY4" fmla="*/ 33919 h 36307"/>
                <a:gd name="csX5" fmla="*/ 19587 w 21975"/>
                <a:gd name="csY5" fmla="*/ 35830 h 36307"/>
                <a:gd name="csX6" fmla="*/ 19109 w 21975"/>
                <a:gd name="csY6" fmla="*/ 36308 h 36307"/>
                <a:gd name="csX7" fmla="*/ 17198 w 21975"/>
                <a:gd name="csY7" fmla="*/ 36308 h 36307"/>
                <a:gd name="csX8" fmla="*/ 15765 w 21975"/>
                <a:gd name="csY8" fmla="*/ 36308 h 36307"/>
                <a:gd name="csX9" fmla="*/ 14809 w 21975"/>
                <a:gd name="csY9" fmla="*/ 33919 h 36307"/>
                <a:gd name="csX10" fmla="*/ 14809 w 21975"/>
                <a:gd name="csY10" fmla="*/ 32486 h 36307"/>
                <a:gd name="csX11" fmla="*/ 14809 w 21975"/>
                <a:gd name="csY11" fmla="*/ 30575 h 36307"/>
                <a:gd name="csX12" fmla="*/ 13376 w 21975"/>
                <a:gd name="csY12" fmla="*/ 28186 h 36307"/>
                <a:gd name="csX13" fmla="*/ 13376 w 21975"/>
                <a:gd name="csY13" fmla="*/ 27231 h 36307"/>
                <a:gd name="csX14" fmla="*/ 13854 w 21975"/>
                <a:gd name="csY14" fmla="*/ 25798 h 36307"/>
                <a:gd name="csX15" fmla="*/ 14809 w 21975"/>
                <a:gd name="csY15" fmla="*/ 24842 h 36307"/>
                <a:gd name="csX16" fmla="*/ 14809 w 21975"/>
                <a:gd name="csY16" fmla="*/ 22453 h 36307"/>
                <a:gd name="csX17" fmla="*/ 15287 w 21975"/>
                <a:gd name="csY17" fmla="*/ 21498 h 36307"/>
                <a:gd name="csX18" fmla="*/ 16721 w 21975"/>
                <a:gd name="csY18" fmla="*/ 20542 h 36307"/>
                <a:gd name="csX19" fmla="*/ 16721 w 21975"/>
                <a:gd name="csY19" fmla="*/ 20065 h 36307"/>
                <a:gd name="csX20" fmla="*/ 16721 w 21975"/>
                <a:gd name="csY20" fmla="*/ 19587 h 36307"/>
                <a:gd name="csX21" fmla="*/ 16243 w 21975"/>
                <a:gd name="csY21" fmla="*/ 19587 h 36307"/>
                <a:gd name="csX22" fmla="*/ 11943 w 21975"/>
                <a:gd name="csY22" fmla="*/ 22931 h 36307"/>
                <a:gd name="csX23" fmla="*/ 11465 w 21975"/>
                <a:gd name="csY23" fmla="*/ 23886 h 36307"/>
                <a:gd name="csX24" fmla="*/ 11465 w 21975"/>
                <a:gd name="csY24" fmla="*/ 24842 h 36307"/>
                <a:gd name="csX25" fmla="*/ 11465 w 21975"/>
                <a:gd name="csY25" fmla="*/ 29142 h 36307"/>
                <a:gd name="csX26" fmla="*/ 10510 w 21975"/>
                <a:gd name="csY26" fmla="*/ 31530 h 36307"/>
                <a:gd name="csX27" fmla="*/ 10032 w 21975"/>
                <a:gd name="csY27" fmla="*/ 32008 h 36307"/>
                <a:gd name="csX28" fmla="*/ 7644 w 21975"/>
                <a:gd name="csY28" fmla="*/ 32008 h 36307"/>
                <a:gd name="csX29" fmla="*/ 5255 w 21975"/>
                <a:gd name="csY29" fmla="*/ 31530 h 36307"/>
                <a:gd name="csX30" fmla="*/ 2389 w 21975"/>
                <a:gd name="csY30" fmla="*/ 29619 h 36307"/>
                <a:gd name="csX31" fmla="*/ 478 w 21975"/>
                <a:gd name="csY31" fmla="*/ 30097 h 36307"/>
                <a:gd name="csX32" fmla="*/ 0 w 21975"/>
                <a:gd name="csY32" fmla="*/ 27231 h 36307"/>
                <a:gd name="csX33" fmla="*/ 955 w 21975"/>
                <a:gd name="csY33" fmla="*/ 25320 h 36307"/>
                <a:gd name="csX34" fmla="*/ 4299 w 21975"/>
                <a:gd name="csY34" fmla="*/ 25320 h 36307"/>
                <a:gd name="csX35" fmla="*/ 5255 w 21975"/>
                <a:gd name="csY35" fmla="*/ 21976 h 36307"/>
                <a:gd name="csX36" fmla="*/ 3822 w 21975"/>
                <a:gd name="csY36" fmla="*/ 21020 h 36307"/>
                <a:gd name="csX37" fmla="*/ 2866 w 21975"/>
                <a:gd name="csY37" fmla="*/ 19109 h 36307"/>
                <a:gd name="csX38" fmla="*/ 1911 w 21975"/>
                <a:gd name="csY38" fmla="*/ 18154 h 36307"/>
                <a:gd name="csX39" fmla="*/ 2389 w 21975"/>
                <a:gd name="csY39" fmla="*/ 17198 h 36307"/>
                <a:gd name="csX40" fmla="*/ 4777 w 21975"/>
                <a:gd name="csY40" fmla="*/ 15287 h 36307"/>
                <a:gd name="csX41" fmla="*/ 5733 w 21975"/>
                <a:gd name="csY41" fmla="*/ 15287 h 36307"/>
                <a:gd name="csX42" fmla="*/ 6688 w 21975"/>
                <a:gd name="csY42" fmla="*/ 16243 h 36307"/>
                <a:gd name="csX43" fmla="*/ 9555 w 21975"/>
                <a:gd name="csY43" fmla="*/ 15287 h 36307"/>
                <a:gd name="csX44" fmla="*/ 9555 w 21975"/>
                <a:gd name="csY44" fmla="*/ 13376 h 36307"/>
                <a:gd name="csX45" fmla="*/ 7166 w 21975"/>
                <a:gd name="csY45" fmla="*/ 11943 h 36307"/>
                <a:gd name="csX46" fmla="*/ 7644 w 21975"/>
                <a:gd name="csY46" fmla="*/ 10510 h 36307"/>
                <a:gd name="csX47" fmla="*/ 10510 w 21975"/>
                <a:gd name="csY47" fmla="*/ 8599 h 36307"/>
                <a:gd name="csX48" fmla="*/ 12421 w 21975"/>
                <a:gd name="csY48" fmla="*/ 6688 h 36307"/>
                <a:gd name="csX49" fmla="*/ 12421 w 21975"/>
                <a:gd name="csY49" fmla="*/ 4777 h 36307"/>
                <a:gd name="csX50" fmla="*/ 11465 w 21975"/>
                <a:gd name="csY50" fmla="*/ 2867 h 36307"/>
                <a:gd name="csX51" fmla="*/ 11943 w 21975"/>
                <a:gd name="csY51" fmla="*/ 2389 h 36307"/>
                <a:gd name="csX52" fmla="*/ 13376 w 21975"/>
                <a:gd name="csY52" fmla="*/ 478 h 36307"/>
                <a:gd name="csX53" fmla="*/ 15287 w 21975"/>
                <a:gd name="csY53" fmla="*/ 0 h 36307"/>
                <a:gd name="csX54" fmla="*/ 16243 w 21975"/>
                <a:gd name="csY54" fmla="*/ 0 h 36307"/>
                <a:gd name="csX55" fmla="*/ 18154 w 21975"/>
                <a:gd name="csY55" fmla="*/ 956 h 36307"/>
                <a:gd name="csX56" fmla="*/ 19587 w 21975"/>
                <a:gd name="csY56" fmla="*/ 1433 h 36307"/>
                <a:gd name="csX57" fmla="*/ 20064 w 21975"/>
                <a:gd name="csY57" fmla="*/ 1433 h 36307"/>
                <a:gd name="csX58" fmla="*/ 20542 w 21975"/>
                <a:gd name="csY58" fmla="*/ 2867 h 36307"/>
                <a:gd name="csX59" fmla="*/ 21498 w 21975"/>
                <a:gd name="csY59" fmla="*/ 11943 h 36307"/>
                <a:gd name="csX60" fmla="*/ 21975 w 21975"/>
                <a:gd name="csY60" fmla="*/ 16243 h 36307"/>
                <a:gd name="csX61" fmla="*/ 21498 w 21975"/>
                <a:gd name="csY61" fmla="*/ 20065 h 36307"/>
                <a:gd name="csX62" fmla="*/ 20542 w 21975"/>
                <a:gd name="csY62" fmla="*/ 25320 h 36307"/>
                <a:gd name="csX63" fmla="*/ 20542 w 21975"/>
                <a:gd name="csY63" fmla="*/ 26275 h 36307"/>
                <a:gd name="csX64" fmla="*/ 21498 w 21975"/>
                <a:gd name="csY64" fmla="*/ 26753 h 363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21975" h="36307">
                  <a:moveTo>
                    <a:pt x="21498" y="26753"/>
                  </a:moveTo>
                  <a:lnTo>
                    <a:pt x="21975" y="27231"/>
                  </a:lnTo>
                  <a:lnTo>
                    <a:pt x="21498" y="30097"/>
                  </a:lnTo>
                  <a:lnTo>
                    <a:pt x="21020" y="32008"/>
                  </a:lnTo>
                  <a:lnTo>
                    <a:pt x="20064" y="33919"/>
                  </a:lnTo>
                  <a:lnTo>
                    <a:pt x="19587" y="35830"/>
                  </a:lnTo>
                  <a:lnTo>
                    <a:pt x="19109" y="36308"/>
                  </a:lnTo>
                  <a:lnTo>
                    <a:pt x="17198" y="36308"/>
                  </a:lnTo>
                  <a:lnTo>
                    <a:pt x="15765" y="36308"/>
                  </a:lnTo>
                  <a:lnTo>
                    <a:pt x="14809" y="33919"/>
                  </a:lnTo>
                  <a:lnTo>
                    <a:pt x="14809" y="32486"/>
                  </a:lnTo>
                  <a:lnTo>
                    <a:pt x="14809" y="30575"/>
                  </a:lnTo>
                  <a:lnTo>
                    <a:pt x="13376" y="28186"/>
                  </a:lnTo>
                  <a:lnTo>
                    <a:pt x="13376" y="27231"/>
                  </a:lnTo>
                  <a:lnTo>
                    <a:pt x="13854" y="25798"/>
                  </a:lnTo>
                  <a:lnTo>
                    <a:pt x="14809" y="24842"/>
                  </a:lnTo>
                  <a:lnTo>
                    <a:pt x="14809" y="22453"/>
                  </a:lnTo>
                  <a:lnTo>
                    <a:pt x="15287" y="21498"/>
                  </a:lnTo>
                  <a:lnTo>
                    <a:pt x="16721" y="20542"/>
                  </a:lnTo>
                  <a:lnTo>
                    <a:pt x="16721" y="20065"/>
                  </a:lnTo>
                  <a:lnTo>
                    <a:pt x="16721" y="19587"/>
                  </a:lnTo>
                  <a:lnTo>
                    <a:pt x="16243" y="19587"/>
                  </a:lnTo>
                  <a:lnTo>
                    <a:pt x="11943" y="22931"/>
                  </a:lnTo>
                  <a:lnTo>
                    <a:pt x="11465" y="23886"/>
                  </a:lnTo>
                  <a:lnTo>
                    <a:pt x="11465" y="24842"/>
                  </a:lnTo>
                  <a:lnTo>
                    <a:pt x="11465" y="29142"/>
                  </a:lnTo>
                  <a:lnTo>
                    <a:pt x="10510" y="31530"/>
                  </a:lnTo>
                  <a:lnTo>
                    <a:pt x="10032" y="32008"/>
                  </a:lnTo>
                  <a:lnTo>
                    <a:pt x="7644" y="32008"/>
                  </a:lnTo>
                  <a:lnTo>
                    <a:pt x="5255" y="31530"/>
                  </a:lnTo>
                  <a:lnTo>
                    <a:pt x="2389" y="29619"/>
                  </a:lnTo>
                  <a:lnTo>
                    <a:pt x="478" y="30097"/>
                  </a:lnTo>
                  <a:lnTo>
                    <a:pt x="0" y="27231"/>
                  </a:lnTo>
                  <a:lnTo>
                    <a:pt x="955" y="25320"/>
                  </a:lnTo>
                  <a:lnTo>
                    <a:pt x="4299" y="25320"/>
                  </a:lnTo>
                  <a:lnTo>
                    <a:pt x="5255" y="21976"/>
                  </a:lnTo>
                  <a:lnTo>
                    <a:pt x="3822" y="21020"/>
                  </a:lnTo>
                  <a:lnTo>
                    <a:pt x="2866" y="19109"/>
                  </a:lnTo>
                  <a:lnTo>
                    <a:pt x="1911" y="18154"/>
                  </a:lnTo>
                  <a:lnTo>
                    <a:pt x="2389" y="17198"/>
                  </a:lnTo>
                  <a:lnTo>
                    <a:pt x="4777" y="15287"/>
                  </a:lnTo>
                  <a:lnTo>
                    <a:pt x="5733" y="15287"/>
                  </a:lnTo>
                  <a:lnTo>
                    <a:pt x="6688" y="16243"/>
                  </a:lnTo>
                  <a:lnTo>
                    <a:pt x="9555" y="15287"/>
                  </a:lnTo>
                  <a:lnTo>
                    <a:pt x="9555" y="13376"/>
                  </a:lnTo>
                  <a:lnTo>
                    <a:pt x="7166" y="11943"/>
                  </a:lnTo>
                  <a:lnTo>
                    <a:pt x="7644" y="10510"/>
                  </a:lnTo>
                  <a:lnTo>
                    <a:pt x="10510" y="8599"/>
                  </a:lnTo>
                  <a:lnTo>
                    <a:pt x="12421" y="6688"/>
                  </a:lnTo>
                  <a:lnTo>
                    <a:pt x="12421" y="4777"/>
                  </a:lnTo>
                  <a:lnTo>
                    <a:pt x="11465" y="2867"/>
                  </a:lnTo>
                  <a:lnTo>
                    <a:pt x="11943" y="2389"/>
                  </a:lnTo>
                  <a:lnTo>
                    <a:pt x="13376" y="478"/>
                  </a:lnTo>
                  <a:lnTo>
                    <a:pt x="15287" y="0"/>
                  </a:lnTo>
                  <a:lnTo>
                    <a:pt x="16243" y="0"/>
                  </a:lnTo>
                  <a:lnTo>
                    <a:pt x="18154" y="956"/>
                  </a:lnTo>
                  <a:lnTo>
                    <a:pt x="19587" y="1433"/>
                  </a:lnTo>
                  <a:lnTo>
                    <a:pt x="20064" y="1433"/>
                  </a:lnTo>
                  <a:lnTo>
                    <a:pt x="20542" y="2867"/>
                  </a:lnTo>
                  <a:lnTo>
                    <a:pt x="21498" y="11943"/>
                  </a:lnTo>
                  <a:lnTo>
                    <a:pt x="21975" y="16243"/>
                  </a:lnTo>
                  <a:lnTo>
                    <a:pt x="21498" y="20065"/>
                  </a:lnTo>
                  <a:lnTo>
                    <a:pt x="20542" y="25320"/>
                  </a:lnTo>
                  <a:lnTo>
                    <a:pt x="20542" y="26275"/>
                  </a:lnTo>
                  <a:lnTo>
                    <a:pt x="21498" y="2675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1" name="Freeform 2840">
              <a:extLst>
                <a:ext uri="{FF2B5EF4-FFF2-40B4-BE49-F238E27FC236}">
                  <a16:creationId xmlns:a16="http://schemas.microsoft.com/office/drawing/2014/main" id="{EF29B69B-1066-1A19-BD81-7DA1ABBDE04A}"/>
                </a:ext>
              </a:extLst>
            </p:cNvPr>
            <p:cNvSpPr/>
            <p:nvPr/>
          </p:nvSpPr>
          <p:spPr>
            <a:xfrm>
              <a:off x="4394327" y="5829374"/>
              <a:ext cx="11465" cy="19109"/>
            </a:xfrm>
            <a:custGeom>
              <a:avLst/>
              <a:gdLst>
                <a:gd name="csX0" fmla="*/ 11466 w 11465"/>
                <a:gd name="csY0" fmla="*/ 10032 h 19109"/>
                <a:gd name="csX1" fmla="*/ 11466 w 11465"/>
                <a:gd name="csY1" fmla="*/ 10510 h 19109"/>
                <a:gd name="csX2" fmla="*/ 8599 w 11465"/>
                <a:gd name="csY2" fmla="*/ 15765 h 19109"/>
                <a:gd name="csX3" fmla="*/ 8121 w 11465"/>
                <a:gd name="csY3" fmla="*/ 19109 h 19109"/>
                <a:gd name="csX4" fmla="*/ 5255 w 11465"/>
                <a:gd name="csY4" fmla="*/ 19109 h 19109"/>
                <a:gd name="csX5" fmla="*/ 3822 w 11465"/>
                <a:gd name="csY5" fmla="*/ 15287 h 19109"/>
                <a:gd name="csX6" fmla="*/ 1911 w 11465"/>
                <a:gd name="csY6" fmla="*/ 11943 h 19109"/>
                <a:gd name="csX7" fmla="*/ 956 w 11465"/>
                <a:gd name="csY7" fmla="*/ 8121 h 19109"/>
                <a:gd name="csX8" fmla="*/ 0 w 11465"/>
                <a:gd name="csY8" fmla="*/ 4777 h 19109"/>
                <a:gd name="csX9" fmla="*/ 1911 w 11465"/>
                <a:gd name="csY9" fmla="*/ 2867 h 19109"/>
                <a:gd name="csX10" fmla="*/ 3822 w 11465"/>
                <a:gd name="csY10" fmla="*/ 3344 h 19109"/>
                <a:gd name="csX11" fmla="*/ 3822 w 11465"/>
                <a:gd name="csY11" fmla="*/ 478 h 19109"/>
                <a:gd name="csX12" fmla="*/ 5733 w 11465"/>
                <a:gd name="csY12" fmla="*/ 0 h 19109"/>
                <a:gd name="csX13" fmla="*/ 6210 w 11465"/>
                <a:gd name="csY13" fmla="*/ 5733 h 19109"/>
                <a:gd name="csX14" fmla="*/ 7166 w 11465"/>
                <a:gd name="csY14" fmla="*/ 6688 h 19109"/>
                <a:gd name="csX15" fmla="*/ 9077 w 11465"/>
                <a:gd name="csY15" fmla="*/ 7166 h 19109"/>
                <a:gd name="csX16" fmla="*/ 11466 w 11465"/>
                <a:gd name="csY16" fmla="*/ 10032 h 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1465" h="19109">
                  <a:moveTo>
                    <a:pt x="11466" y="10032"/>
                  </a:moveTo>
                  <a:lnTo>
                    <a:pt x="11466" y="10510"/>
                  </a:lnTo>
                  <a:lnTo>
                    <a:pt x="8599" y="15765"/>
                  </a:lnTo>
                  <a:lnTo>
                    <a:pt x="8121" y="19109"/>
                  </a:lnTo>
                  <a:lnTo>
                    <a:pt x="5255" y="19109"/>
                  </a:lnTo>
                  <a:lnTo>
                    <a:pt x="3822" y="15287"/>
                  </a:lnTo>
                  <a:lnTo>
                    <a:pt x="1911" y="11943"/>
                  </a:lnTo>
                  <a:lnTo>
                    <a:pt x="956" y="8121"/>
                  </a:lnTo>
                  <a:lnTo>
                    <a:pt x="0" y="4777"/>
                  </a:lnTo>
                  <a:lnTo>
                    <a:pt x="1911" y="2867"/>
                  </a:lnTo>
                  <a:lnTo>
                    <a:pt x="3822" y="3344"/>
                  </a:lnTo>
                  <a:lnTo>
                    <a:pt x="3822" y="478"/>
                  </a:lnTo>
                  <a:lnTo>
                    <a:pt x="5733" y="0"/>
                  </a:lnTo>
                  <a:lnTo>
                    <a:pt x="6210" y="5733"/>
                  </a:lnTo>
                  <a:lnTo>
                    <a:pt x="7166" y="6688"/>
                  </a:lnTo>
                  <a:lnTo>
                    <a:pt x="9077" y="7166"/>
                  </a:lnTo>
                  <a:lnTo>
                    <a:pt x="11466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2" name="Freeform 2841">
              <a:extLst>
                <a:ext uri="{FF2B5EF4-FFF2-40B4-BE49-F238E27FC236}">
                  <a16:creationId xmlns:a16="http://schemas.microsoft.com/office/drawing/2014/main" id="{8803230F-6C64-6797-1B59-C9B0DDA90AE1}"/>
                </a:ext>
              </a:extLst>
            </p:cNvPr>
            <p:cNvSpPr/>
            <p:nvPr/>
          </p:nvSpPr>
          <p:spPr>
            <a:xfrm>
              <a:off x="4390505" y="5816953"/>
              <a:ext cx="14809" cy="12420"/>
            </a:xfrm>
            <a:custGeom>
              <a:avLst/>
              <a:gdLst>
                <a:gd name="csX0" fmla="*/ 14332 w 14809"/>
                <a:gd name="csY0" fmla="*/ 1433 h 12420"/>
                <a:gd name="csX1" fmla="*/ 14809 w 14809"/>
                <a:gd name="csY1" fmla="*/ 2389 h 12420"/>
                <a:gd name="csX2" fmla="*/ 14809 w 14809"/>
                <a:gd name="csY2" fmla="*/ 4777 h 12420"/>
                <a:gd name="csX3" fmla="*/ 13854 w 14809"/>
                <a:gd name="csY3" fmla="*/ 5255 h 12420"/>
                <a:gd name="csX4" fmla="*/ 13376 w 14809"/>
                <a:gd name="csY4" fmla="*/ 5733 h 12420"/>
                <a:gd name="csX5" fmla="*/ 11943 w 14809"/>
                <a:gd name="csY5" fmla="*/ 4777 h 12420"/>
                <a:gd name="csX6" fmla="*/ 11466 w 14809"/>
                <a:gd name="csY6" fmla="*/ 4777 h 12420"/>
                <a:gd name="csX7" fmla="*/ 10032 w 14809"/>
                <a:gd name="csY7" fmla="*/ 6210 h 12420"/>
                <a:gd name="csX8" fmla="*/ 8599 w 14809"/>
                <a:gd name="csY8" fmla="*/ 6688 h 12420"/>
                <a:gd name="csX9" fmla="*/ 7166 w 14809"/>
                <a:gd name="csY9" fmla="*/ 6688 h 12420"/>
                <a:gd name="csX10" fmla="*/ 4777 w 14809"/>
                <a:gd name="csY10" fmla="*/ 5733 h 12420"/>
                <a:gd name="csX11" fmla="*/ 2866 w 14809"/>
                <a:gd name="csY11" fmla="*/ 9555 h 12420"/>
                <a:gd name="csX12" fmla="*/ 1911 w 14809"/>
                <a:gd name="csY12" fmla="*/ 10510 h 12420"/>
                <a:gd name="csX13" fmla="*/ 0 w 14809"/>
                <a:gd name="csY13" fmla="*/ 12421 h 12420"/>
                <a:gd name="csX14" fmla="*/ 0 w 14809"/>
                <a:gd name="csY14" fmla="*/ 10510 h 12420"/>
                <a:gd name="csX15" fmla="*/ 956 w 14809"/>
                <a:gd name="csY15" fmla="*/ 7166 h 12420"/>
                <a:gd name="csX16" fmla="*/ 1911 w 14809"/>
                <a:gd name="csY16" fmla="*/ 5255 h 12420"/>
                <a:gd name="csX17" fmla="*/ 2866 w 14809"/>
                <a:gd name="csY17" fmla="*/ 2389 h 12420"/>
                <a:gd name="csX18" fmla="*/ 5255 w 14809"/>
                <a:gd name="csY18" fmla="*/ 3344 h 12420"/>
                <a:gd name="csX19" fmla="*/ 8121 w 14809"/>
                <a:gd name="csY19" fmla="*/ 2389 h 12420"/>
                <a:gd name="csX20" fmla="*/ 10988 w 14809"/>
                <a:gd name="csY20" fmla="*/ 0 h 12420"/>
                <a:gd name="csX21" fmla="*/ 13854 w 14809"/>
                <a:gd name="csY21" fmla="*/ 0 h 12420"/>
                <a:gd name="csX22" fmla="*/ 14332 w 14809"/>
                <a:gd name="csY22" fmla="*/ 1433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4809" h="12420">
                  <a:moveTo>
                    <a:pt x="14332" y="1433"/>
                  </a:moveTo>
                  <a:lnTo>
                    <a:pt x="14809" y="2389"/>
                  </a:lnTo>
                  <a:lnTo>
                    <a:pt x="14809" y="4777"/>
                  </a:lnTo>
                  <a:lnTo>
                    <a:pt x="13854" y="5255"/>
                  </a:lnTo>
                  <a:lnTo>
                    <a:pt x="13376" y="5733"/>
                  </a:lnTo>
                  <a:lnTo>
                    <a:pt x="11943" y="4777"/>
                  </a:lnTo>
                  <a:lnTo>
                    <a:pt x="11466" y="4777"/>
                  </a:lnTo>
                  <a:lnTo>
                    <a:pt x="10032" y="6210"/>
                  </a:lnTo>
                  <a:lnTo>
                    <a:pt x="8599" y="6688"/>
                  </a:lnTo>
                  <a:lnTo>
                    <a:pt x="7166" y="6688"/>
                  </a:lnTo>
                  <a:lnTo>
                    <a:pt x="4777" y="5733"/>
                  </a:lnTo>
                  <a:lnTo>
                    <a:pt x="2866" y="9555"/>
                  </a:lnTo>
                  <a:lnTo>
                    <a:pt x="1911" y="10510"/>
                  </a:lnTo>
                  <a:lnTo>
                    <a:pt x="0" y="12421"/>
                  </a:lnTo>
                  <a:lnTo>
                    <a:pt x="0" y="10510"/>
                  </a:lnTo>
                  <a:lnTo>
                    <a:pt x="956" y="7166"/>
                  </a:lnTo>
                  <a:lnTo>
                    <a:pt x="1911" y="5255"/>
                  </a:lnTo>
                  <a:lnTo>
                    <a:pt x="2866" y="2389"/>
                  </a:lnTo>
                  <a:lnTo>
                    <a:pt x="5255" y="3344"/>
                  </a:lnTo>
                  <a:lnTo>
                    <a:pt x="8121" y="2389"/>
                  </a:lnTo>
                  <a:lnTo>
                    <a:pt x="10988" y="0"/>
                  </a:lnTo>
                  <a:lnTo>
                    <a:pt x="13854" y="0"/>
                  </a:lnTo>
                  <a:lnTo>
                    <a:pt x="1433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3" name="Freeform 2842">
              <a:extLst>
                <a:ext uri="{FF2B5EF4-FFF2-40B4-BE49-F238E27FC236}">
                  <a16:creationId xmlns:a16="http://schemas.microsoft.com/office/drawing/2014/main" id="{BA1620F8-F177-6B17-C56A-C65D44B419DD}"/>
                </a:ext>
              </a:extLst>
            </p:cNvPr>
            <p:cNvSpPr/>
            <p:nvPr/>
          </p:nvSpPr>
          <p:spPr>
            <a:xfrm>
              <a:off x="4391460" y="5722840"/>
              <a:ext cx="13376" cy="21497"/>
            </a:xfrm>
            <a:custGeom>
              <a:avLst/>
              <a:gdLst>
                <a:gd name="csX0" fmla="*/ 12421 w 13376"/>
                <a:gd name="csY0" fmla="*/ 16243 h 21497"/>
                <a:gd name="csX1" fmla="*/ 13376 w 13376"/>
                <a:gd name="csY1" fmla="*/ 20542 h 21497"/>
                <a:gd name="csX2" fmla="*/ 12899 w 13376"/>
                <a:gd name="csY2" fmla="*/ 21498 h 21497"/>
                <a:gd name="csX3" fmla="*/ 10510 w 13376"/>
                <a:gd name="csY3" fmla="*/ 21020 h 21497"/>
                <a:gd name="csX4" fmla="*/ 6688 w 13376"/>
                <a:gd name="csY4" fmla="*/ 21498 h 21497"/>
                <a:gd name="csX5" fmla="*/ 4777 w 13376"/>
                <a:gd name="csY5" fmla="*/ 19109 h 21497"/>
                <a:gd name="csX6" fmla="*/ 3822 w 13376"/>
                <a:gd name="csY6" fmla="*/ 15287 h 21497"/>
                <a:gd name="csX7" fmla="*/ 3344 w 13376"/>
                <a:gd name="csY7" fmla="*/ 14332 h 21497"/>
                <a:gd name="csX8" fmla="*/ 2389 w 13376"/>
                <a:gd name="csY8" fmla="*/ 11943 h 21497"/>
                <a:gd name="csX9" fmla="*/ 1911 w 13376"/>
                <a:gd name="csY9" fmla="*/ 10510 h 21497"/>
                <a:gd name="csX10" fmla="*/ 956 w 13376"/>
                <a:gd name="csY10" fmla="*/ 8599 h 21497"/>
                <a:gd name="csX11" fmla="*/ 478 w 13376"/>
                <a:gd name="csY11" fmla="*/ 5733 h 21497"/>
                <a:gd name="csX12" fmla="*/ 0 w 13376"/>
                <a:gd name="csY12" fmla="*/ 5255 h 21497"/>
                <a:gd name="csX13" fmla="*/ 956 w 13376"/>
                <a:gd name="csY13" fmla="*/ 3822 h 21497"/>
                <a:gd name="csX14" fmla="*/ 5255 w 13376"/>
                <a:gd name="csY14" fmla="*/ 2389 h 21497"/>
                <a:gd name="csX15" fmla="*/ 7166 w 13376"/>
                <a:gd name="csY15" fmla="*/ 0 h 21497"/>
                <a:gd name="csX16" fmla="*/ 8121 w 13376"/>
                <a:gd name="csY16" fmla="*/ 478 h 21497"/>
                <a:gd name="csX17" fmla="*/ 8121 w 13376"/>
                <a:gd name="csY17" fmla="*/ 5255 h 21497"/>
                <a:gd name="csX18" fmla="*/ 8599 w 13376"/>
                <a:gd name="csY18" fmla="*/ 6688 h 21497"/>
                <a:gd name="csX19" fmla="*/ 10510 w 13376"/>
                <a:gd name="csY19" fmla="*/ 8121 h 21497"/>
                <a:gd name="csX20" fmla="*/ 10510 w 13376"/>
                <a:gd name="csY20" fmla="*/ 8599 h 21497"/>
                <a:gd name="csX21" fmla="*/ 10988 w 13376"/>
                <a:gd name="csY21" fmla="*/ 10032 h 21497"/>
                <a:gd name="csX22" fmla="*/ 11465 w 13376"/>
                <a:gd name="csY22" fmla="*/ 12421 h 21497"/>
                <a:gd name="csX23" fmla="*/ 12421 w 13376"/>
                <a:gd name="csY23" fmla="*/ 13854 h 21497"/>
                <a:gd name="csX24" fmla="*/ 12899 w 13376"/>
                <a:gd name="csY24" fmla="*/ 14810 h 21497"/>
                <a:gd name="csX25" fmla="*/ 12899 w 13376"/>
                <a:gd name="csY25" fmla="*/ 15287 h 21497"/>
                <a:gd name="csX26" fmla="*/ 12421 w 13376"/>
                <a:gd name="csY26" fmla="*/ 16243 h 21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3376" h="21497">
                  <a:moveTo>
                    <a:pt x="12421" y="16243"/>
                  </a:moveTo>
                  <a:lnTo>
                    <a:pt x="13376" y="20542"/>
                  </a:lnTo>
                  <a:lnTo>
                    <a:pt x="12899" y="21498"/>
                  </a:lnTo>
                  <a:lnTo>
                    <a:pt x="10510" y="21020"/>
                  </a:lnTo>
                  <a:lnTo>
                    <a:pt x="6688" y="21498"/>
                  </a:lnTo>
                  <a:lnTo>
                    <a:pt x="4777" y="19109"/>
                  </a:lnTo>
                  <a:lnTo>
                    <a:pt x="3822" y="15287"/>
                  </a:lnTo>
                  <a:lnTo>
                    <a:pt x="3344" y="14332"/>
                  </a:lnTo>
                  <a:lnTo>
                    <a:pt x="2389" y="11943"/>
                  </a:lnTo>
                  <a:lnTo>
                    <a:pt x="1911" y="10510"/>
                  </a:lnTo>
                  <a:lnTo>
                    <a:pt x="956" y="8599"/>
                  </a:lnTo>
                  <a:lnTo>
                    <a:pt x="478" y="5733"/>
                  </a:lnTo>
                  <a:lnTo>
                    <a:pt x="0" y="5255"/>
                  </a:lnTo>
                  <a:lnTo>
                    <a:pt x="956" y="3822"/>
                  </a:lnTo>
                  <a:lnTo>
                    <a:pt x="5255" y="2389"/>
                  </a:lnTo>
                  <a:lnTo>
                    <a:pt x="7166" y="0"/>
                  </a:lnTo>
                  <a:lnTo>
                    <a:pt x="8121" y="478"/>
                  </a:lnTo>
                  <a:lnTo>
                    <a:pt x="8121" y="5255"/>
                  </a:lnTo>
                  <a:lnTo>
                    <a:pt x="8599" y="6688"/>
                  </a:lnTo>
                  <a:lnTo>
                    <a:pt x="10510" y="8121"/>
                  </a:lnTo>
                  <a:lnTo>
                    <a:pt x="10510" y="8599"/>
                  </a:lnTo>
                  <a:lnTo>
                    <a:pt x="10988" y="10032"/>
                  </a:lnTo>
                  <a:lnTo>
                    <a:pt x="11465" y="12421"/>
                  </a:lnTo>
                  <a:lnTo>
                    <a:pt x="12421" y="13854"/>
                  </a:lnTo>
                  <a:lnTo>
                    <a:pt x="12899" y="14810"/>
                  </a:lnTo>
                  <a:lnTo>
                    <a:pt x="12899" y="15287"/>
                  </a:lnTo>
                  <a:lnTo>
                    <a:pt x="12421" y="162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4" name="Freeform 2843">
              <a:extLst>
                <a:ext uri="{FF2B5EF4-FFF2-40B4-BE49-F238E27FC236}">
                  <a16:creationId xmlns:a16="http://schemas.microsoft.com/office/drawing/2014/main" id="{0C2A7426-069F-F65B-3DA3-A47E4831B2A9}"/>
                </a:ext>
              </a:extLst>
            </p:cNvPr>
            <p:cNvSpPr/>
            <p:nvPr/>
          </p:nvSpPr>
          <p:spPr>
            <a:xfrm>
              <a:off x="4399582" y="5611052"/>
              <a:ext cx="3343" cy="2388"/>
            </a:xfrm>
            <a:custGeom>
              <a:avLst/>
              <a:gdLst>
                <a:gd name="csX0" fmla="*/ 3344 w 3343"/>
                <a:gd name="csY0" fmla="*/ 1433 h 2388"/>
                <a:gd name="csX1" fmla="*/ 3344 w 3343"/>
                <a:gd name="csY1" fmla="*/ 1911 h 2388"/>
                <a:gd name="csX2" fmla="*/ 3344 w 3343"/>
                <a:gd name="csY2" fmla="*/ 1911 h 2388"/>
                <a:gd name="csX3" fmla="*/ 478 w 3343"/>
                <a:gd name="csY3" fmla="*/ 2389 h 2388"/>
                <a:gd name="csX4" fmla="*/ 0 w 3343"/>
                <a:gd name="csY4" fmla="*/ 1433 h 2388"/>
                <a:gd name="csX5" fmla="*/ 0 w 3343"/>
                <a:gd name="csY5" fmla="*/ 955 h 2388"/>
                <a:gd name="csX6" fmla="*/ 478 w 3343"/>
                <a:gd name="csY6" fmla="*/ 478 h 2388"/>
                <a:gd name="csX7" fmla="*/ 1911 w 3343"/>
                <a:gd name="csY7" fmla="*/ 0 h 2388"/>
                <a:gd name="csX8" fmla="*/ 2866 w 3343"/>
                <a:gd name="csY8" fmla="*/ 478 h 2388"/>
                <a:gd name="csX9" fmla="*/ 3344 w 3343"/>
                <a:gd name="csY9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3" h="2388">
                  <a:moveTo>
                    <a:pt x="3344" y="1433"/>
                  </a:moveTo>
                  <a:lnTo>
                    <a:pt x="3344" y="1911"/>
                  </a:lnTo>
                  <a:lnTo>
                    <a:pt x="3344" y="1911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866" y="478"/>
                  </a:lnTo>
                  <a:lnTo>
                    <a:pt x="334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5" name="Freeform 2844">
              <a:extLst>
                <a:ext uri="{FF2B5EF4-FFF2-40B4-BE49-F238E27FC236}">
                  <a16:creationId xmlns:a16="http://schemas.microsoft.com/office/drawing/2014/main" id="{5BBBAD16-3449-6CBF-CD80-FA2873C532ED}"/>
                </a:ext>
              </a:extLst>
            </p:cNvPr>
            <p:cNvSpPr/>
            <p:nvPr/>
          </p:nvSpPr>
          <p:spPr>
            <a:xfrm>
              <a:off x="4388594" y="2999305"/>
              <a:ext cx="11943" cy="17675"/>
            </a:xfrm>
            <a:custGeom>
              <a:avLst/>
              <a:gdLst>
                <a:gd name="csX0" fmla="*/ 11466 w 11943"/>
                <a:gd name="csY0" fmla="*/ 10032 h 17675"/>
                <a:gd name="csX1" fmla="*/ 11943 w 11943"/>
                <a:gd name="csY1" fmla="*/ 11943 h 17675"/>
                <a:gd name="csX2" fmla="*/ 10988 w 11943"/>
                <a:gd name="csY2" fmla="*/ 12899 h 17675"/>
                <a:gd name="csX3" fmla="*/ 10988 w 11943"/>
                <a:gd name="csY3" fmla="*/ 13854 h 17675"/>
                <a:gd name="csX4" fmla="*/ 11466 w 11943"/>
                <a:gd name="csY4" fmla="*/ 14332 h 17675"/>
                <a:gd name="csX5" fmla="*/ 11466 w 11943"/>
                <a:gd name="csY5" fmla="*/ 15287 h 17675"/>
                <a:gd name="csX6" fmla="*/ 10988 w 11943"/>
                <a:gd name="csY6" fmla="*/ 16721 h 17675"/>
                <a:gd name="csX7" fmla="*/ 10032 w 11943"/>
                <a:gd name="csY7" fmla="*/ 17198 h 17675"/>
                <a:gd name="csX8" fmla="*/ 8599 w 11943"/>
                <a:gd name="csY8" fmla="*/ 17676 h 17675"/>
                <a:gd name="csX9" fmla="*/ 6211 w 11943"/>
                <a:gd name="csY9" fmla="*/ 14809 h 17675"/>
                <a:gd name="csX10" fmla="*/ 1433 w 11943"/>
                <a:gd name="csY10" fmla="*/ 10988 h 17675"/>
                <a:gd name="csX11" fmla="*/ 0 w 11943"/>
                <a:gd name="csY11" fmla="*/ 8599 h 17675"/>
                <a:gd name="csX12" fmla="*/ 0 w 11943"/>
                <a:gd name="csY12" fmla="*/ 7644 h 17675"/>
                <a:gd name="csX13" fmla="*/ 0 w 11943"/>
                <a:gd name="csY13" fmla="*/ 5733 h 17675"/>
                <a:gd name="csX14" fmla="*/ 478 w 11943"/>
                <a:gd name="csY14" fmla="*/ 3344 h 17675"/>
                <a:gd name="csX15" fmla="*/ 1911 w 11943"/>
                <a:gd name="csY15" fmla="*/ 478 h 17675"/>
                <a:gd name="csX16" fmla="*/ 3822 w 11943"/>
                <a:gd name="csY16" fmla="*/ 0 h 17675"/>
                <a:gd name="csX17" fmla="*/ 6211 w 11943"/>
                <a:gd name="csY17" fmla="*/ 955 h 17675"/>
                <a:gd name="csX18" fmla="*/ 8121 w 11943"/>
                <a:gd name="csY18" fmla="*/ 2866 h 17675"/>
                <a:gd name="csX19" fmla="*/ 10032 w 11943"/>
                <a:gd name="csY19" fmla="*/ 7644 h 17675"/>
                <a:gd name="csX20" fmla="*/ 11466 w 11943"/>
                <a:gd name="csY20" fmla="*/ 10032 h 17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1943" h="17675">
                  <a:moveTo>
                    <a:pt x="11466" y="10032"/>
                  </a:moveTo>
                  <a:lnTo>
                    <a:pt x="11943" y="11943"/>
                  </a:lnTo>
                  <a:lnTo>
                    <a:pt x="10988" y="12899"/>
                  </a:lnTo>
                  <a:lnTo>
                    <a:pt x="10988" y="13854"/>
                  </a:lnTo>
                  <a:lnTo>
                    <a:pt x="11466" y="14332"/>
                  </a:lnTo>
                  <a:lnTo>
                    <a:pt x="11466" y="15287"/>
                  </a:lnTo>
                  <a:lnTo>
                    <a:pt x="10988" y="16721"/>
                  </a:lnTo>
                  <a:lnTo>
                    <a:pt x="10032" y="17198"/>
                  </a:lnTo>
                  <a:lnTo>
                    <a:pt x="8599" y="17676"/>
                  </a:lnTo>
                  <a:lnTo>
                    <a:pt x="6211" y="14809"/>
                  </a:lnTo>
                  <a:lnTo>
                    <a:pt x="1433" y="10988"/>
                  </a:lnTo>
                  <a:lnTo>
                    <a:pt x="0" y="8599"/>
                  </a:lnTo>
                  <a:lnTo>
                    <a:pt x="0" y="7644"/>
                  </a:lnTo>
                  <a:lnTo>
                    <a:pt x="0" y="5733"/>
                  </a:lnTo>
                  <a:lnTo>
                    <a:pt x="478" y="3344"/>
                  </a:lnTo>
                  <a:lnTo>
                    <a:pt x="1911" y="478"/>
                  </a:lnTo>
                  <a:lnTo>
                    <a:pt x="3822" y="0"/>
                  </a:lnTo>
                  <a:lnTo>
                    <a:pt x="6211" y="955"/>
                  </a:lnTo>
                  <a:lnTo>
                    <a:pt x="8121" y="2866"/>
                  </a:lnTo>
                  <a:lnTo>
                    <a:pt x="10032" y="7644"/>
                  </a:lnTo>
                  <a:lnTo>
                    <a:pt x="11466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6" name="Freeform 2845">
              <a:extLst>
                <a:ext uri="{FF2B5EF4-FFF2-40B4-BE49-F238E27FC236}">
                  <a16:creationId xmlns:a16="http://schemas.microsoft.com/office/drawing/2014/main" id="{5F9E0431-F107-A544-7BCD-BEF628194145}"/>
                </a:ext>
              </a:extLst>
            </p:cNvPr>
            <p:cNvSpPr/>
            <p:nvPr/>
          </p:nvSpPr>
          <p:spPr>
            <a:xfrm>
              <a:off x="4387639" y="5783034"/>
              <a:ext cx="11943" cy="10509"/>
            </a:xfrm>
            <a:custGeom>
              <a:avLst/>
              <a:gdLst>
                <a:gd name="csX0" fmla="*/ 11465 w 11943"/>
                <a:gd name="csY0" fmla="*/ 2866 h 10509"/>
                <a:gd name="csX1" fmla="*/ 11943 w 11943"/>
                <a:gd name="csY1" fmla="*/ 5255 h 10509"/>
                <a:gd name="csX2" fmla="*/ 9555 w 11943"/>
                <a:gd name="csY2" fmla="*/ 6210 h 10509"/>
                <a:gd name="csX3" fmla="*/ 7644 w 11943"/>
                <a:gd name="csY3" fmla="*/ 8121 h 10509"/>
                <a:gd name="csX4" fmla="*/ 3822 w 11943"/>
                <a:gd name="csY4" fmla="*/ 10510 h 10509"/>
                <a:gd name="csX5" fmla="*/ 2866 w 11943"/>
                <a:gd name="csY5" fmla="*/ 9555 h 10509"/>
                <a:gd name="csX6" fmla="*/ 0 w 11943"/>
                <a:gd name="csY6" fmla="*/ 9555 h 10509"/>
                <a:gd name="csX7" fmla="*/ 478 w 11943"/>
                <a:gd name="csY7" fmla="*/ 6688 h 10509"/>
                <a:gd name="csX8" fmla="*/ 955 w 11943"/>
                <a:gd name="csY8" fmla="*/ 5255 h 10509"/>
                <a:gd name="csX9" fmla="*/ 1433 w 11943"/>
                <a:gd name="csY9" fmla="*/ 4299 h 10509"/>
                <a:gd name="csX10" fmla="*/ 1433 w 11943"/>
                <a:gd name="csY10" fmla="*/ 2866 h 10509"/>
                <a:gd name="csX11" fmla="*/ 2389 w 11943"/>
                <a:gd name="csY11" fmla="*/ 0 h 10509"/>
                <a:gd name="csX12" fmla="*/ 4777 w 11943"/>
                <a:gd name="csY12" fmla="*/ 955 h 10509"/>
                <a:gd name="csX13" fmla="*/ 6210 w 11943"/>
                <a:gd name="csY13" fmla="*/ 1433 h 10509"/>
                <a:gd name="csX14" fmla="*/ 8599 w 11943"/>
                <a:gd name="csY14" fmla="*/ 2389 h 10509"/>
                <a:gd name="csX15" fmla="*/ 11465 w 11943"/>
                <a:gd name="csY15" fmla="*/ 2866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943" h="10509">
                  <a:moveTo>
                    <a:pt x="11465" y="2866"/>
                  </a:moveTo>
                  <a:lnTo>
                    <a:pt x="11943" y="5255"/>
                  </a:lnTo>
                  <a:lnTo>
                    <a:pt x="9555" y="6210"/>
                  </a:lnTo>
                  <a:lnTo>
                    <a:pt x="7644" y="8121"/>
                  </a:lnTo>
                  <a:lnTo>
                    <a:pt x="3822" y="10510"/>
                  </a:lnTo>
                  <a:lnTo>
                    <a:pt x="2866" y="9555"/>
                  </a:lnTo>
                  <a:lnTo>
                    <a:pt x="0" y="9555"/>
                  </a:lnTo>
                  <a:lnTo>
                    <a:pt x="478" y="6688"/>
                  </a:lnTo>
                  <a:lnTo>
                    <a:pt x="955" y="5255"/>
                  </a:lnTo>
                  <a:lnTo>
                    <a:pt x="1433" y="4299"/>
                  </a:lnTo>
                  <a:lnTo>
                    <a:pt x="1433" y="2866"/>
                  </a:lnTo>
                  <a:lnTo>
                    <a:pt x="2389" y="0"/>
                  </a:lnTo>
                  <a:lnTo>
                    <a:pt x="4777" y="955"/>
                  </a:lnTo>
                  <a:lnTo>
                    <a:pt x="6210" y="1433"/>
                  </a:lnTo>
                  <a:lnTo>
                    <a:pt x="8599" y="2389"/>
                  </a:lnTo>
                  <a:lnTo>
                    <a:pt x="1146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7" name="Freeform 2846">
              <a:extLst>
                <a:ext uri="{FF2B5EF4-FFF2-40B4-BE49-F238E27FC236}">
                  <a16:creationId xmlns:a16="http://schemas.microsoft.com/office/drawing/2014/main" id="{92CB9232-E21C-CD75-8273-07FD6E3B26B5}"/>
                </a:ext>
              </a:extLst>
            </p:cNvPr>
            <p:cNvSpPr/>
            <p:nvPr/>
          </p:nvSpPr>
          <p:spPr>
            <a:xfrm>
              <a:off x="4390027" y="4293952"/>
              <a:ext cx="9554" cy="15765"/>
            </a:xfrm>
            <a:custGeom>
              <a:avLst/>
              <a:gdLst>
                <a:gd name="csX0" fmla="*/ 9555 w 9554"/>
                <a:gd name="csY0" fmla="*/ 13376 h 15765"/>
                <a:gd name="csX1" fmla="*/ 9555 w 9554"/>
                <a:gd name="csY1" fmla="*/ 15287 h 15765"/>
                <a:gd name="csX2" fmla="*/ 9555 w 9554"/>
                <a:gd name="csY2" fmla="*/ 15765 h 15765"/>
                <a:gd name="csX3" fmla="*/ 6688 w 9554"/>
                <a:gd name="csY3" fmla="*/ 11943 h 15765"/>
                <a:gd name="csX4" fmla="*/ 3822 w 9554"/>
                <a:gd name="csY4" fmla="*/ 10988 h 15765"/>
                <a:gd name="csX5" fmla="*/ 1911 w 9554"/>
                <a:gd name="csY5" fmla="*/ 10032 h 15765"/>
                <a:gd name="csX6" fmla="*/ 2389 w 9554"/>
                <a:gd name="csY6" fmla="*/ 9555 h 15765"/>
                <a:gd name="csX7" fmla="*/ 3822 w 9554"/>
                <a:gd name="csY7" fmla="*/ 9077 h 15765"/>
                <a:gd name="csX8" fmla="*/ 3822 w 9554"/>
                <a:gd name="csY8" fmla="*/ 8121 h 15765"/>
                <a:gd name="csX9" fmla="*/ 3344 w 9554"/>
                <a:gd name="csY9" fmla="*/ 6688 h 15765"/>
                <a:gd name="csX10" fmla="*/ 1433 w 9554"/>
                <a:gd name="csY10" fmla="*/ 3822 h 15765"/>
                <a:gd name="csX11" fmla="*/ 478 w 9554"/>
                <a:gd name="csY11" fmla="*/ 1911 h 15765"/>
                <a:gd name="csX12" fmla="*/ 0 w 9554"/>
                <a:gd name="csY12" fmla="*/ 1433 h 15765"/>
                <a:gd name="csX13" fmla="*/ 0 w 9554"/>
                <a:gd name="csY13" fmla="*/ 0 h 15765"/>
                <a:gd name="csX14" fmla="*/ 1911 w 9554"/>
                <a:gd name="csY14" fmla="*/ 2389 h 15765"/>
                <a:gd name="csX15" fmla="*/ 2866 w 9554"/>
                <a:gd name="csY15" fmla="*/ 4777 h 15765"/>
                <a:gd name="csX16" fmla="*/ 4299 w 9554"/>
                <a:gd name="csY16" fmla="*/ 6688 h 15765"/>
                <a:gd name="csX17" fmla="*/ 5255 w 9554"/>
                <a:gd name="csY17" fmla="*/ 10510 h 15765"/>
                <a:gd name="csX18" fmla="*/ 7644 w 9554"/>
                <a:gd name="csY18" fmla="*/ 11465 h 15765"/>
                <a:gd name="csX19" fmla="*/ 9555 w 9554"/>
                <a:gd name="csY19" fmla="*/ 13376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9554" h="15765">
                  <a:moveTo>
                    <a:pt x="9555" y="13376"/>
                  </a:moveTo>
                  <a:lnTo>
                    <a:pt x="9555" y="15287"/>
                  </a:lnTo>
                  <a:lnTo>
                    <a:pt x="9555" y="15765"/>
                  </a:lnTo>
                  <a:lnTo>
                    <a:pt x="6688" y="11943"/>
                  </a:lnTo>
                  <a:lnTo>
                    <a:pt x="3822" y="10988"/>
                  </a:lnTo>
                  <a:lnTo>
                    <a:pt x="1911" y="10032"/>
                  </a:lnTo>
                  <a:lnTo>
                    <a:pt x="2389" y="9555"/>
                  </a:lnTo>
                  <a:lnTo>
                    <a:pt x="3822" y="9077"/>
                  </a:lnTo>
                  <a:lnTo>
                    <a:pt x="3822" y="8121"/>
                  </a:lnTo>
                  <a:lnTo>
                    <a:pt x="3344" y="6688"/>
                  </a:lnTo>
                  <a:lnTo>
                    <a:pt x="1433" y="3822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1911" y="2389"/>
                  </a:lnTo>
                  <a:lnTo>
                    <a:pt x="2866" y="4777"/>
                  </a:lnTo>
                  <a:lnTo>
                    <a:pt x="4299" y="6688"/>
                  </a:lnTo>
                  <a:lnTo>
                    <a:pt x="5255" y="10510"/>
                  </a:lnTo>
                  <a:lnTo>
                    <a:pt x="7644" y="11465"/>
                  </a:lnTo>
                  <a:lnTo>
                    <a:pt x="9555" y="1337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8" name="Freeform 2847">
              <a:extLst>
                <a:ext uri="{FF2B5EF4-FFF2-40B4-BE49-F238E27FC236}">
                  <a16:creationId xmlns:a16="http://schemas.microsoft.com/office/drawing/2014/main" id="{0B027478-0747-47AA-2E5D-EB912F592A25}"/>
                </a:ext>
              </a:extLst>
            </p:cNvPr>
            <p:cNvSpPr/>
            <p:nvPr/>
          </p:nvSpPr>
          <p:spPr>
            <a:xfrm>
              <a:off x="4390983" y="5719019"/>
              <a:ext cx="7165" cy="4299"/>
            </a:xfrm>
            <a:custGeom>
              <a:avLst/>
              <a:gdLst>
                <a:gd name="csX0" fmla="*/ 6688 w 7165"/>
                <a:gd name="csY0" fmla="*/ 956 h 4299"/>
                <a:gd name="csX1" fmla="*/ 7166 w 7165"/>
                <a:gd name="csY1" fmla="*/ 1911 h 4299"/>
                <a:gd name="csX2" fmla="*/ 4300 w 7165"/>
                <a:gd name="csY2" fmla="*/ 2866 h 4299"/>
                <a:gd name="csX3" fmla="*/ 3822 w 7165"/>
                <a:gd name="csY3" fmla="*/ 3344 h 4299"/>
                <a:gd name="csX4" fmla="*/ 3344 w 7165"/>
                <a:gd name="csY4" fmla="*/ 3822 h 4299"/>
                <a:gd name="csX5" fmla="*/ 1911 w 7165"/>
                <a:gd name="csY5" fmla="*/ 4300 h 4299"/>
                <a:gd name="csX6" fmla="*/ 1433 w 7165"/>
                <a:gd name="csY6" fmla="*/ 3344 h 4299"/>
                <a:gd name="csX7" fmla="*/ 0 w 7165"/>
                <a:gd name="csY7" fmla="*/ 1911 h 4299"/>
                <a:gd name="csX8" fmla="*/ 1433 w 7165"/>
                <a:gd name="csY8" fmla="*/ 956 h 4299"/>
                <a:gd name="csX9" fmla="*/ 3822 w 7165"/>
                <a:gd name="csY9" fmla="*/ 0 h 4299"/>
                <a:gd name="csX10" fmla="*/ 5255 w 7165"/>
                <a:gd name="csY10" fmla="*/ 0 h 4299"/>
                <a:gd name="csX11" fmla="*/ 6688 w 7165"/>
                <a:gd name="csY11" fmla="*/ 95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165" h="4299">
                  <a:moveTo>
                    <a:pt x="6688" y="956"/>
                  </a:moveTo>
                  <a:lnTo>
                    <a:pt x="7166" y="1911"/>
                  </a:lnTo>
                  <a:lnTo>
                    <a:pt x="4300" y="2866"/>
                  </a:lnTo>
                  <a:lnTo>
                    <a:pt x="3822" y="3344"/>
                  </a:lnTo>
                  <a:lnTo>
                    <a:pt x="3344" y="3822"/>
                  </a:lnTo>
                  <a:lnTo>
                    <a:pt x="1911" y="4300"/>
                  </a:lnTo>
                  <a:lnTo>
                    <a:pt x="1433" y="3344"/>
                  </a:lnTo>
                  <a:lnTo>
                    <a:pt x="0" y="1911"/>
                  </a:lnTo>
                  <a:lnTo>
                    <a:pt x="1433" y="956"/>
                  </a:lnTo>
                  <a:lnTo>
                    <a:pt x="3822" y="0"/>
                  </a:lnTo>
                  <a:lnTo>
                    <a:pt x="5255" y="0"/>
                  </a:lnTo>
                  <a:lnTo>
                    <a:pt x="668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9" name="Freeform 2848">
              <a:extLst>
                <a:ext uri="{FF2B5EF4-FFF2-40B4-BE49-F238E27FC236}">
                  <a16:creationId xmlns:a16="http://schemas.microsoft.com/office/drawing/2014/main" id="{47866002-3049-4367-9692-45D190324A65}"/>
                </a:ext>
              </a:extLst>
            </p:cNvPr>
            <p:cNvSpPr/>
            <p:nvPr/>
          </p:nvSpPr>
          <p:spPr>
            <a:xfrm>
              <a:off x="4393849" y="5643060"/>
              <a:ext cx="1910" cy="2866"/>
            </a:xfrm>
            <a:custGeom>
              <a:avLst/>
              <a:gdLst>
                <a:gd name="csX0" fmla="*/ 1433 w 1910"/>
                <a:gd name="csY0" fmla="*/ 956 h 2866"/>
                <a:gd name="csX1" fmla="*/ 1911 w 1910"/>
                <a:gd name="csY1" fmla="*/ 1911 h 2866"/>
                <a:gd name="csX2" fmla="*/ 1911 w 1910"/>
                <a:gd name="csY2" fmla="*/ 2389 h 2866"/>
                <a:gd name="csX3" fmla="*/ 1433 w 1910"/>
                <a:gd name="csY3" fmla="*/ 2867 h 2866"/>
                <a:gd name="csX4" fmla="*/ 478 w 1910"/>
                <a:gd name="csY4" fmla="*/ 2867 h 2866"/>
                <a:gd name="csX5" fmla="*/ 0 w 1910"/>
                <a:gd name="csY5" fmla="*/ 1911 h 2866"/>
                <a:gd name="csX6" fmla="*/ 0 w 1910"/>
                <a:gd name="csY6" fmla="*/ 478 h 2866"/>
                <a:gd name="csX7" fmla="*/ 478 w 1910"/>
                <a:gd name="csY7" fmla="*/ 0 h 2866"/>
                <a:gd name="csX8" fmla="*/ 956 w 1910"/>
                <a:gd name="csY8" fmla="*/ 0 h 2866"/>
                <a:gd name="csX9" fmla="*/ 1433 w 1910"/>
                <a:gd name="csY9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0" h="2866">
                  <a:moveTo>
                    <a:pt x="1433" y="956"/>
                  </a:moveTo>
                  <a:lnTo>
                    <a:pt x="1911" y="1911"/>
                  </a:lnTo>
                  <a:lnTo>
                    <a:pt x="1911" y="2389"/>
                  </a:lnTo>
                  <a:lnTo>
                    <a:pt x="1433" y="2867"/>
                  </a:lnTo>
                  <a:lnTo>
                    <a:pt x="478" y="2867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0" name="Freeform 2849">
              <a:extLst>
                <a:ext uri="{FF2B5EF4-FFF2-40B4-BE49-F238E27FC236}">
                  <a16:creationId xmlns:a16="http://schemas.microsoft.com/office/drawing/2014/main" id="{9200B6D1-27A1-ACBF-BA96-8E7E3C8ED7D8}"/>
                </a:ext>
              </a:extLst>
            </p:cNvPr>
            <p:cNvSpPr/>
            <p:nvPr/>
          </p:nvSpPr>
          <p:spPr>
            <a:xfrm>
              <a:off x="4350853" y="3017459"/>
              <a:ext cx="44428" cy="53027"/>
            </a:xfrm>
            <a:custGeom>
              <a:avLst/>
              <a:gdLst>
                <a:gd name="csX0" fmla="*/ 44429 w 44428"/>
                <a:gd name="csY0" fmla="*/ 9555 h 53027"/>
                <a:gd name="csX1" fmla="*/ 44429 w 44428"/>
                <a:gd name="csY1" fmla="*/ 12899 h 53027"/>
                <a:gd name="csX2" fmla="*/ 43951 w 44428"/>
                <a:gd name="csY2" fmla="*/ 13854 h 53027"/>
                <a:gd name="csX3" fmla="*/ 42996 w 44428"/>
                <a:gd name="csY3" fmla="*/ 17198 h 53027"/>
                <a:gd name="csX4" fmla="*/ 42996 w 44428"/>
                <a:gd name="csY4" fmla="*/ 18154 h 53027"/>
                <a:gd name="csX5" fmla="*/ 43951 w 44428"/>
                <a:gd name="csY5" fmla="*/ 28186 h 53027"/>
                <a:gd name="csX6" fmla="*/ 43951 w 44428"/>
                <a:gd name="csY6" fmla="*/ 33919 h 53027"/>
                <a:gd name="csX7" fmla="*/ 42996 w 44428"/>
                <a:gd name="csY7" fmla="*/ 38696 h 53027"/>
                <a:gd name="csX8" fmla="*/ 41563 w 44428"/>
                <a:gd name="csY8" fmla="*/ 42040 h 53027"/>
                <a:gd name="csX9" fmla="*/ 39174 w 44428"/>
                <a:gd name="csY9" fmla="*/ 44907 h 53027"/>
                <a:gd name="csX10" fmla="*/ 37740 w 44428"/>
                <a:gd name="csY10" fmla="*/ 46817 h 53027"/>
                <a:gd name="csX11" fmla="*/ 30097 w 44428"/>
                <a:gd name="csY11" fmla="*/ 50639 h 53027"/>
                <a:gd name="csX12" fmla="*/ 24842 w 44428"/>
                <a:gd name="csY12" fmla="*/ 51595 h 53027"/>
                <a:gd name="csX13" fmla="*/ 19109 w 44428"/>
                <a:gd name="csY13" fmla="*/ 51595 h 53027"/>
                <a:gd name="csX14" fmla="*/ 11943 w 44428"/>
                <a:gd name="csY14" fmla="*/ 53028 h 53027"/>
                <a:gd name="csX15" fmla="*/ 8599 w 44428"/>
                <a:gd name="csY15" fmla="*/ 52550 h 53027"/>
                <a:gd name="csX16" fmla="*/ 7166 w 44428"/>
                <a:gd name="csY16" fmla="*/ 52072 h 53027"/>
                <a:gd name="csX17" fmla="*/ 5733 w 44428"/>
                <a:gd name="csY17" fmla="*/ 51595 h 53027"/>
                <a:gd name="csX18" fmla="*/ 4299 w 44428"/>
                <a:gd name="csY18" fmla="*/ 48728 h 53027"/>
                <a:gd name="csX19" fmla="*/ 2866 w 44428"/>
                <a:gd name="csY19" fmla="*/ 44429 h 53027"/>
                <a:gd name="csX20" fmla="*/ 1433 w 44428"/>
                <a:gd name="csY20" fmla="*/ 40129 h 53027"/>
                <a:gd name="csX21" fmla="*/ 0 w 44428"/>
                <a:gd name="csY21" fmla="*/ 31530 h 53027"/>
                <a:gd name="csX22" fmla="*/ 0 w 44428"/>
                <a:gd name="csY22" fmla="*/ 30575 h 53027"/>
                <a:gd name="csX23" fmla="*/ 1433 w 44428"/>
                <a:gd name="csY23" fmla="*/ 23409 h 53027"/>
                <a:gd name="csX24" fmla="*/ 3344 w 44428"/>
                <a:gd name="csY24" fmla="*/ 19109 h 53027"/>
                <a:gd name="csX25" fmla="*/ 7166 w 44428"/>
                <a:gd name="csY25" fmla="*/ 11943 h 53027"/>
                <a:gd name="csX26" fmla="*/ 10988 w 44428"/>
                <a:gd name="csY26" fmla="*/ 5255 h 53027"/>
                <a:gd name="csX27" fmla="*/ 11943 w 44428"/>
                <a:gd name="csY27" fmla="*/ 3822 h 53027"/>
                <a:gd name="csX28" fmla="*/ 13854 w 44428"/>
                <a:gd name="csY28" fmla="*/ 2866 h 53027"/>
                <a:gd name="csX29" fmla="*/ 18631 w 44428"/>
                <a:gd name="csY29" fmla="*/ 956 h 53027"/>
                <a:gd name="csX30" fmla="*/ 22453 w 44428"/>
                <a:gd name="csY30" fmla="*/ 1433 h 53027"/>
                <a:gd name="csX31" fmla="*/ 23886 w 44428"/>
                <a:gd name="csY31" fmla="*/ 956 h 53027"/>
                <a:gd name="csX32" fmla="*/ 26275 w 44428"/>
                <a:gd name="csY32" fmla="*/ 0 h 53027"/>
                <a:gd name="csX33" fmla="*/ 28186 w 44428"/>
                <a:gd name="csY33" fmla="*/ 0 h 53027"/>
                <a:gd name="csX34" fmla="*/ 32008 w 44428"/>
                <a:gd name="csY34" fmla="*/ 478 h 53027"/>
                <a:gd name="csX35" fmla="*/ 42518 w 44428"/>
                <a:gd name="csY35" fmla="*/ 4777 h 53027"/>
                <a:gd name="csX36" fmla="*/ 43473 w 44428"/>
                <a:gd name="csY36" fmla="*/ 6688 h 53027"/>
                <a:gd name="csX37" fmla="*/ 43951 w 44428"/>
                <a:gd name="csY37" fmla="*/ 8121 h 53027"/>
                <a:gd name="csX38" fmla="*/ 44429 w 44428"/>
                <a:gd name="csY38" fmla="*/ 9555 h 53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44428" h="53027">
                  <a:moveTo>
                    <a:pt x="44429" y="9555"/>
                  </a:moveTo>
                  <a:lnTo>
                    <a:pt x="44429" y="12899"/>
                  </a:lnTo>
                  <a:lnTo>
                    <a:pt x="43951" y="13854"/>
                  </a:lnTo>
                  <a:lnTo>
                    <a:pt x="42996" y="17198"/>
                  </a:lnTo>
                  <a:lnTo>
                    <a:pt x="42996" y="18154"/>
                  </a:lnTo>
                  <a:lnTo>
                    <a:pt x="43951" y="28186"/>
                  </a:lnTo>
                  <a:lnTo>
                    <a:pt x="43951" y="33919"/>
                  </a:lnTo>
                  <a:lnTo>
                    <a:pt x="42996" y="38696"/>
                  </a:lnTo>
                  <a:lnTo>
                    <a:pt x="41563" y="42040"/>
                  </a:lnTo>
                  <a:lnTo>
                    <a:pt x="39174" y="44907"/>
                  </a:lnTo>
                  <a:lnTo>
                    <a:pt x="37740" y="46817"/>
                  </a:lnTo>
                  <a:lnTo>
                    <a:pt x="30097" y="50639"/>
                  </a:lnTo>
                  <a:lnTo>
                    <a:pt x="24842" y="51595"/>
                  </a:lnTo>
                  <a:lnTo>
                    <a:pt x="19109" y="51595"/>
                  </a:lnTo>
                  <a:lnTo>
                    <a:pt x="11943" y="53028"/>
                  </a:lnTo>
                  <a:lnTo>
                    <a:pt x="8599" y="52550"/>
                  </a:lnTo>
                  <a:lnTo>
                    <a:pt x="7166" y="52072"/>
                  </a:lnTo>
                  <a:lnTo>
                    <a:pt x="5733" y="51595"/>
                  </a:lnTo>
                  <a:lnTo>
                    <a:pt x="4299" y="48728"/>
                  </a:lnTo>
                  <a:lnTo>
                    <a:pt x="2866" y="44429"/>
                  </a:lnTo>
                  <a:lnTo>
                    <a:pt x="1433" y="40129"/>
                  </a:lnTo>
                  <a:lnTo>
                    <a:pt x="0" y="31530"/>
                  </a:lnTo>
                  <a:lnTo>
                    <a:pt x="0" y="30575"/>
                  </a:lnTo>
                  <a:lnTo>
                    <a:pt x="1433" y="23409"/>
                  </a:lnTo>
                  <a:lnTo>
                    <a:pt x="3344" y="19109"/>
                  </a:lnTo>
                  <a:lnTo>
                    <a:pt x="7166" y="11943"/>
                  </a:lnTo>
                  <a:lnTo>
                    <a:pt x="10988" y="5255"/>
                  </a:lnTo>
                  <a:lnTo>
                    <a:pt x="11943" y="3822"/>
                  </a:lnTo>
                  <a:lnTo>
                    <a:pt x="13854" y="2866"/>
                  </a:lnTo>
                  <a:lnTo>
                    <a:pt x="18631" y="956"/>
                  </a:lnTo>
                  <a:lnTo>
                    <a:pt x="22453" y="1433"/>
                  </a:lnTo>
                  <a:lnTo>
                    <a:pt x="23886" y="956"/>
                  </a:lnTo>
                  <a:lnTo>
                    <a:pt x="26275" y="0"/>
                  </a:lnTo>
                  <a:lnTo>
                    <a:pt x="28186" y="0"/>
                  </a:lnTo>
                  <a:lnTo>
                    <a:pt x="32008" y="478"/>
                  </a:lnTo>
                  <a:lnTo>
                    <a:pt x="42518" y="4777"/>
                  </a:lnTo>
                  <a:lnTo>
                    <a:pt x="43473" y="6688"/>
                  </a:lnTo>
                  <a:lnTo>
                    <a:pt x="43951" y="8121"/>
                  </a:lnTo>
                  <a:lnTo>
                    <a:pt x="44429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1" name="Freeform 2850">
              <a:extLst>
                <a:ext uri="{FF2B5EF4-FFF2-40B4-BE49-F238E27FC236}">
                  <a16:creationId xmlns:a16="http://schemas.microsoft.com/office/drawing/2014/main" id="{D4ABBD74-3E25-0A6A-E62D-56886CE3AAB4}"/>
                </a:ext>
              </a:extLst>
            </p:cNvPr>
            <p:cNvSpPr/>
            <p:nvPr/>
          </p:nvSpPr>
          <p:spPr>
            <a:xfrm>
              <a:off x="4389072" y="3983428"/>
              <a:ext cx="5254" cy="10032"/>
            </a:xfrm>
            <a:custGeom>
              <a:avLst/>
              <a:gdLst>
                <a:gd name="csX0" fmla="*/ 5255 w 5254"/>
                <a:gd name="csY0" fmla="*/ 0 h 10032"/>
                <a:gd name="csX1" fmla="*/ 4777 w 5254"/>
                <a:gd name="csY1" fmla="*/ 2866 h 10032"/>
                <a:gd name="csX2" fmla="*/ 3344 w 5254"/>
                <a:gd name="csY2" fmla="*/ 5255 h 10032"/>
                <a:gd name="csX3" fmla="*/ 956 w 5254"/>
                <a:gd name="csY3" fmla="*/ 9555 h 10032"/>
                <a:gd name="csX4" fmla="*/ 0 w 5254"/>
                <a:gd name="csY4" fmla="*/ 10032 h 10032"/>
                <a:gd name="csX5" fmla="*/ 2866 w 5254"/>
                <a:gd name="csY5" fmla="*/ 5255 h 10032"/>
                <a:gd name="csX6" fmla="*/ 4777 w 5254"/>
                <a:gd name="csY6" fmla="*/ 1433 h 10032"/>
                <a:gd name="csX7" fmla="*/ 5255 w 5254"/>
                <a:gd name="csY7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10032">
                  <a:moveTo>
                    <a:pt x="5255" y="0"/>
                  </a:moveTo>
                  <a:lnTo>
                    <a:pt x="4777" y="2866"/>
                  </a:lnTo>
                  <a:lnTo>
                    <a:pt x="3344" y="5255"/>
                  </a:lnTo>
                  <a:lnTo>
                    <a:pt x="956" y="9555"/>
                  </a:lnTo>
                  <a:lnTo>
                    <a:pt x="0" y="10032"/>
                  </a:lnTo>
                  <a:lnTo>
                    <a:pt x="2866" y="5255"/>
                  </a:lnTo>
                  <a:lnTo>
                    <a:pt x="4777" y="1433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2" name="Freeform 2851">
              <a:extLst>
                <a:ext uri="{FF2B5EF4-FFF2-40B4-BE49-F238E27FC236}">
                  <a16:creationId xmlns:a16="http://schemas.microsoft.com/office/drawing/2014/main" id="{A2594C14-9409-4DEE-02A2-E6BE531A1468}"/>
                </a:ext>
              </a:extLst>
            </p:cNvPr>
            <p:cNvSpPr/>
            <p:nvPr/>
          </p:nvSpPr>
          <p:spPr>
            <a:xfrm>
              <a:off x="4383817" y="5748638"/>
              <a:ext cx="10510" cy="12420"/>
            </a:xfrm>
            <a:custGeom>
              <a:avLst/>
              <a:gdLst>
                <a:gd name="csX0" fmla="*/ 10032 w 10510"/>
                <a:gd name="csY0" fmla="*/ 0 h 12420"/>
                <a:gd name="csX1" fmla="*/ 10510 w 10510"/>
                <a:gd name="csY1" fmla="*/ 1433 h 12420"/>
                <a:gd name="csX2" fmla="*/ 10510 w 10510"/>
                <a:gd name="csY2" fmla="*/ 3822 h 12420"/>
                <a:gd name="csX3" fmla="*/ 7166 w 10510"/>
                <a:gd name="csY3" fmla="*/ 8121 h 12420"/>
                <a:gd name="csX4" fmla="*/ 4777 w 10510"/>
                <a:gd name="csY4" fmla="*/ 10510 h 12420"/>
                <a:gd name="csX5" fmla="*/ 2389 w 10510"/>
                <a:gd name="csY5" fmla="*/ 12421 h 12420"/>
                <a:gd name="csX6" fmla="*/ 956 w 10510"/>
                <a:gd name="csY6" fmla="*/ 12421 h 12420"/>
                <a:gd name="csX7" fmla="*/ 0 w 10510"/>
                <a:gd name="csY7" fmla="*/ 11465 h 12420"/>
                <a:gd name="csX8" fmla="*/ 1433 w 10510"/>
                <a:gd name="csY8" fmla="*/ 10032 h 12420"/>
                <a:gd name="csX9" fmla="*/ 2867 w 10510"/>
                <a:gd name="csY9" fmla="*/ 8599 h 12420"/>
                <a:gd name="csX10" fmla="*/ 2389 w 10510"/>
                <a:gd name="csY10" fmla="*/ 6210 h 12420"/>
                <a:gd name="csX11" fmla="*/ 1911 w 10510"/>
                <a:gd name="csY11" fmla="*/ 5733 h 12420"/>
                <a:gd name="csX12" fmla="*/ 956 w 10510"/>
                <a:gd name="csY12" fmla="*/ 5733 h 12420"/>
                <a:gd name="csX13" fmla="*/ 0 w 10510"/>
                <a:gd name="csY13" fmla="*/ 4299 h 12420"/>
                <a:gd name="csX14" fmla="*/ 478 w 10510"/>
                <a:gd name="csY14" fmla="*/ 2866 h 12420"/>
                <a:gd name="csX15" fmla="*/ 956 w 10510"/>
                <a:gd name="csY15" fmla="*/ 2389 h 12420"/>
                <a:gd name="csX16" fmla="*/ 1911 w 10510"/>
                <a:gd name="csY16" fmla="*/ 1433 h 12420"/>
                <a:gd name="csX17" fmla="*/ 2867 w 10510"/>
                <a:gd name="csY17" fmla="*/ 1911 h 12420"/>
                <a:gd name="csX18" fmla="*/ 6688 w 10510"/>
                <a:gd name="csY18" fmla="*/ 956 h 12420"/>
                <a:gd name="csX19" fmla="*/ 8121 w 10510"/>
                <a:gd name="csY19" fmla="*/ 0 h 12420"/>
                <a:gd name="csX20" fmla="*/ 10032 w 10510"/>
                <a:gd name="csY20" fmla="*/ 0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0510" h="12420">
                  <a:moveTo>
                    <a:pt x="10032" y="0"/>
                  </a:moveTo>
                  <a:lnTo>
                    <a:pt x="10510" y="1433"/>
                  </a:lnTo>
                  <a:lnTo>
                    <a:pt x="10510" y="3822"/>
                  </a:lnTo>
                  <a:lnTo>
                    <a:pt x="7166" y="8121"/>
                  </a:lnTo>
                  <a:lnTo>
                    <a:pt x="4777" y="10510"/>
                  </a:lnTo>
                  <a:lnTo>
                    <a:pt x="2389" y="12421"/>
                  </a:lnTo>
                  <a:lnTo>
                    <a:pt x="956" y="12421"/>
                  </a:lnTo>
                  <a:lnTo>
                    <a:pt x="0" y="11465"/>
                  </a:lnTo>
                  <a:lnTo>
                    <a:pt x="1433" y="10032"/>
                  </a:lnTo>
                  <a:lnTo>
                    <a:pt x="2867" y="8599"/>
                  </a:lnTo>
                  <a:lnTo>
                    <a:pt x="2389" y="6210"/>
                  </a:lnTo>
                  <a:lnTo>
                    <a:pt x="1911" y="5733"/>
                  </a:lnTo>
                  <a:lnTo>
                    <a:pt x="956" y="5733"/>
                  </a:lnTo>
                  <a:lnTo>
                    <a:pt x="0" y="4299"/>
                  </a:lnTo>
                  <a:lnTo>
                    <a:pt x="478" y="2866"/>
                  </a:lnTo>
                  <a:lnTo>
                    <a:pt x="956" y="2389"/>
                  </a:lnTo>
                  <a:lnTo>
                    <a:pt x="1911" y="1433"/>
                  </a:lnTo>
                  <a:lnTo>
                    <a:pt x="2867" y="1911"/>
                  </a:lnTo>
                  <a:lnTo>
                    <a:pt x="6688" y="956"/>
                  </a:lnTo>
                  <a:lnTo>
                    <a:pt x="8121" y="0"/>
                  </a:lnTo>
                  <a:lnTo>
                    <a:pt x="1003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3" name="Freeform 2852">
              <a:extLst>
                <a:ext uri="{FF2B5EF4-FFF2-40B4-BE49-F238E27FC236}">
                  <a16:creationId xmlns:a16="http://schemas.microsoft.com/office/drawing/2014/main" id="{402C8644-D33A-8075-5FEC-D9F7EFC960A2}"/>
                </a:ext>
              </a:extLst>
            </p:cNvPr>
            <p:cNvSpPr/>
            <p:nvPr/>
          </p:nvSpPr>
          <p:spPr>
            <a:xfrm>
              <a:off x="4387161" y="5796411"/>
              <a:ext cx="7165" cy="8121"/>
            </a:xfrm>
            <a:custGeom>
              <a:avLst/>
              <a:gdLst>
                <a:gd name="csX0" fmla="*/ 7166 w 7165"/>
                <a:gd name="csY0" fmla="*/ 956 h 8121"/>
                <a:gd name="csX1" fmla="*/ 6210 w 7165"/>
                <a:gd name="csY1" fmla="*/ 1911 h 8121"/>
                <a:gd name="csX2" fmla="*/ 5255 w 7165"/>
                <a:gd name="csY2" fmla="*/ 2866 h 8121"/>
                <a:gd name="csX3" fmla="*/ 3344 w 7165"/>
                <a:gd name="csY3" fmla="*/ 3344 h 8121"/>
                <a:gd name="csX4" fmla="*/ 3344 w 7165"/>
                <a:gd name="csY4" fmla="*/ 5733 h 8121"/>
                <a:gd name="csX5" fmla="*/ 2867 w 7165"/>
                <a:gd name="csY5" fmla="*/ 8121 h 8121"/>
                <a:gd name="csX6" fmla="*/ 956 w 7165"/>
                <a:gd name="csY6" fmla="*/ 8121 h 8121"/>
                <a:gd name="csX7" fmla="*/ 478 w 7165"/>
                <a:gd name="csY7" fmla="*/ 7166 h 8121"/>
                <a:gd name="csX8" fmla="*/ 478 w 7165"/>
                <a:gd name="csY8" fmla="*/ 5733 h 8121"/>
                <a:gd name="csX9" fmla="*/ 0 w 7165"/>
                <a:gd name="csY9" fmla="*/ 4777 h 8121"/>
                <a:gd name="csX10" fmla="*/ 478 w 7165"/>
                <a:gd name="csY10" fmla="*/ 3344 h 8121"/>
                <a:gd name="csX11" fmla="*/ 956 w 7165"/>
                <a:gd name="csY11" fmla="*/ 1433 h 8121"/>
                <a:gd name="csX12" fmla="*/ 956 w 7165"/>
                <a:gd name="csY12" fmla="*/ 0 h 8121"/>
                <a:gd name="csX13" fmla="*/ 3344 w 7165"/>
                <a:gd name="csY13" fmla="*/ 0 h 8121"/>
                <a:gd name="csX14" fmla="*/ 6210 w 7165"/>
                <a:gd name="csY14" fmla="*/ 478 h 8121"/>
                <a:gd name="csX15" fmla="*/ 7166 w 7165"/>
                <a:gd name="csY15" fmla="*/ 95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7165" h="8121">
                  <a:moveTo>
                    <a:pt x="7166" y="956"/>
                  </a:moveTo>
                  <a:lnTo>
                    <a:pt x="6210" y="1911"/>
                  </a:lnTo>
                  <a:lnTo>
                    <a:pt x="5255" y="2866"/>
                  </a:lnTo>
                  <a:lnTo>
                    <a:pt x="3344" y="3344"/>
                  </a:lnTo>
                  <a:lnTo>
                    <a:pt x="3344" y="5733"/>
                  </a:lnTo>
                  <a:lnTo>
                    <a:pt x="2867" y="8121"/>
                  </a:lnTo>
                  <a:lnTo>
                    <a:pt x="956" y="8121"/>
                  </a:lnTo>
                  <a:lnTo>
                    <a:pt x="478" y="7166"/>
                  </a:lnTo>
                  <a:lnTo>
                    <a:pt x="478" y="5733"/>
                  </a:lnTo>
                  <a:lnTo>
                    <a:pt x="0" y="4777"/>
                  </a:lnTo>
                  <a:lnTo>
                    <a:pt x="478" y="3344"/>
                  </a:lnTo>
                  <a:lnTo>
                    <a:pt x="956" y="1433"/>
                  </a:lnTo>
                  <a:lnTo>
                    <a:pt x="956" y="0"/>
                  </a:lnTo>
                  <a:lnTo>
                    <a:pt x="3344" y="0"/>
                  </a:lnTo>
                  <a:lnTo>
                    <a:pt x="6210" y="478"/>
                  </a:lnTo>
                  <a:lnTo>
                    <a:pt x="71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4" name="Freeform 2853">
              <a:extLst>
                <a:ext uri="{FF2B5EF4-FFF2-40B4-BE49-F238E27FC236}">
                  <a16:creationId xmlns:a16="http://schemas.microsoft.com/office/drawing/2014/main" id="{7DC914B0-4605-AAEB-C72F-879E88CE584B}"/>
                </a:ext>
              </a:extLst>
            </p:cNvPr>
            <p:cNvSpPr/>
            <p:nvPr/>
          </p:nvSpPr>
          <p:spPr>
            <a:xfrm>
              <a:off x="4383339" y="5728096"/>
              <a:ext cx="10032" cy="20064"/>
            </a:xfrm>
            <a:custGeom>
              <a:avLst/>
              <a:gdLst>
                <a:gd name="csX0" fmla="*/ 7644 w 10032"/>
                <a:gd name="csY0" fmla="*/ 5255 h 20064"/>
                <a:gd name="csX1" fmla="*/ 10032 w 10032"/>
                <a:gd name="csY1" fmla="*/ 10988 h 20064"/>
                <a:gd name="csX2" fmla="*/ 10032 w 10032"/>
                <a:gd name="csY2" fmla="*/ 16243 h 20064"/>
                <a:gd name="csX3" fmla="*/ 8599 w 10032"/>
                <a:gd name="csY3" fmla="*/ 17676 h 20064"/>
                <a:gd name="csX4" fmla="*/ 4300 w 10032"/>
                <a:gd name="csY4" fmla="*/ 19109 h 20064"/>
                <a:gd name="csX5" fmla="*/ 2866 w 10032"/>
                <a:gd name="csY5" fmla="*/ 20064 h 20064"/>
                <a:gd name="csX6" fmla="*/ 956 w 10032"/>
                <a:gd name="csY6" fmla="*/ 20064 h 20064"/>
                <a:gd name="csX7" fmla="*/ 0 w 10032"/>
                <a:gd name="csY7" fmla="*/ 15287 h 20064"/>
                <a:gd name="csX8" fmla="*/ 2866 w 10032"/>
                <a:gd name="csY8" fmla="*/ 8121 h 20064"/>
                <a:gd name="csX9" fmla="*/ 2866 w 10032"/>
                <a:gd name="csY9" fmla="*/ 5733 h 20064"/>
                <a:gd name="csX10" fmla="*/ 1911 w 10032"/>
                <a:gd name="csY10" fmla="*/ 3344 h 20064"/>
                <a:gd name="csX11" fmla="*/ 1911 w 10032"/>
                <a:gd name="csY11" fmla="*/ 1911 h 20064"/>
                <a:gd name="csX12" fmla="*/ 1911 w 10032"/>
                <a:gd name="csY12" fmla="*/ 955 h 20064"/>
                <a:gd name="csX13" fmla="*/ 5255 w 10032"/>
                <a:gd name="csY13" fmla="*/ 0 h 20064"/>
                <a:gd name="csX14" fmla="*/ 6210 w 10032"/>
                <a:gd name="csY14" fmla="*/ 1433 h 20064"/>
                <a:gd name="csX15" fmla="*/ 7644 w 10032"/>
                <a:gd name="csY15" fmla="*/ 5255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0032" h="20064">
                  <a:moveTo>
                    <a:pt x="7644" y="5255"/>
                  </a:moveTo>
                  <a:lnTo>
                    <a:pt x="10032" y="10988"/>
                  </a:lnTo>
                  <a:lnTo>
                    <a:pt x="10032" y="16243"/>
                  </a:lnTo>
                  <a:lnTo>
                    <a:pt x="8599" y="17676"/>
                  </a:lnTo>
                  <a:lnTo>
                    <a:pt x="4300" y="19109"/>
                  </a:lnTo>
                  <a:lnTo>
                    <a:pt x="2866" y="20064"/>
                  </a:lnTo>
                  <a:lnTo>
                    <a:pt x="956" y="20064"/>
                  </a:lnTo>
                  <a:lnTo>
                    <a:pt x="0" y="15287"/>
                  </a:lnTo>
                  <a:lnTo>
                    <a:pt x="2866" y="8121"/>
                  </a:lnTo>
                  <a:lnTo>
                    <a:pt x="2866" y="5733"/>
                  </a:lnTo>
                  <a:lnTo>
                    <a:pt x="1911" y="3344"/>
                  </a:lnTo>
                  <a:lnTo>
                    <a:pt x="1911" y="1911"/>
                  </a:lnTo>
                  <a:lnTo>
                    <a:pt x="1911" y="955"/>
                  </a:lnTo>
                  <a:lnTo>
                    <a:pt x="5255" y="0"/>
                  </a:lnTo>
                  <a:lnTo>
                    <a:pt x="6210" y="1433"/>
                  </a:lnTo>
                  <a:lnTo>
                    <a:pt x="7644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5" name="Freeform 2854">
              <a:extLst>
                <a:ext uri="{FF2B5EF4-FFF2-40B4-BE49-F238E27FC236}">
                  <a16:creationId xmlns:a16="http://schemas.microsoft.com/office/drawing/2014/main" id="{8FB337A0-6438-25C2-2589-BED4C56AED07}"/>
                </a:ext>
              </a:extLst>
            </p:cNvPr>
            <p:cNvSpPr/>
            <p:nvPr/>
          </p:nvSpPr>
          <p:spPr>
            <a:xfrm>
              <a:off x="4390983" y="4735374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0 w 955"/>
                <a:gd name="csY1" fmla="*/ 956 h 955"/>
                <a:gd name="csX2" fmla="*/ 956 w 955"/>
                <a:gd name="csY2" fmla="*/ 0 h 955"/>
                <a:gd name="csX3" fmla="*/ 956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0" y="956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6" name="Freeform 2855">
              <a:extLst>
                <a:ext uri="{FF2B5EF4-FFF2-40B4-BE49-F238E27FC236}">
                  <a16:creationId xmlns:a16="http://schemas.microsoft.com/office/drawing/2014/main" id="{54C7E2C9-AFC5-B9F4-00DB-BCE7E99EB602}"/>
                </a:ext>
              </a:extLst>
            </p:cNvPr>
            <p:cNvSpPr/>
            <p:nvPr/>
          </p:nvSpPr>
          <p:spPr>
            <a:xfrm>
              <a:off x="4278239" y="4708143"/>
              <a:ext cx="113221" cy="116565"/>
            </a:xfrm>
            <a:custGeom>
              <a:avLst/>
              <a:gdLst>
                <a:gd name="csX0" fmla="*/ 112744 w 113221"/>
                <a:gd name="csY0" fmla="*/ 39174 h 116565"/>
                <a:gd name="csX1" fmla="*/ 113222 w 113221"/>
                <a:gd name="csY1" fmla="*/ 43473 h 116565"/>
                <a:gd name="csX2" fmla="*/ 113222 w 113221"/>
                <a:gd name="csY2" fmla="*/ 43951 h 116565"/>
                <a:gd name="csX3" fmla="*/ 112744 w 113221"/>
                <a:gd name="csY3" fmla="*/ 43951 h 116565"/>
                <a:gd name="csX4" fmla="*/ 111789 w 113221"/>
                <a:gd name="csY4" fmla="*/ 43951 h 116565"/>
                <a:gd name="csX5" fmla="*/ 111311 w 113221"/>
                <a:gd name="csY5" fmla="*/ 43951 h 116565"/>
                <a:gd name="csX6" fmla="*/ 111311 w 113221"/>
                <a:gd name="csY6" fmla="*/ 43951 h 116565"/>
                <a:gd name="csX7" fmla="*/ 110833 w 113221"/>
                <a:gd name="csY7" fmla="*/ 43473 h 116565"/>
                <a:gd name="csX8" fmla="*/ 109878 w 113221"/>
                <a:gd name="csY8" fmla="*/ 42996 h 116565"/>
                <a:gd name="csX9" fmla="*/ 109878 w 113221"/>
                <a:gd name="csY9" fmla="*/ 43951 h 116565"/>
                <a:gd name="csX10" fmla="*/ 109400 w 113221"/>
                <a:gd name="csY10" fmla="*/ 45862 h 116565"/>
                <a:gd name="csX11" fmla="*/ 107967 w 113221"/>
                <a:gd name="csY11" fmla="*/ 50162 h 116565"/>
                <a:gd name="csX12" fmla="*/ 107012 w 113221"/>
                <a:gd name="csY12" fmla="*/ 53983 h 116565"/>
                <a:gd name="csX13" fmla="*/ 105578 w 113221"/>
                <a:gd name="csY13" fmla="*/ 55417 h 116565"/>
                <a:gd name="csX14" fmla="*/ 103189 w 113221"/>
                <a:gd name="csY14" fmla="*/ 57805 h 116565"/>
                <a:gd name="csX15" fmla="*/ 100801 w 113221"/>
                <a:gd name="csY15" fmla="*/ 60671 h 116565"/>
                <a:gd name="csX16" fmla="*/ 96501 w 113221"/>
                <a:gd name="csY16" fmla="*/ 64971 h 116565"/>
                <a:gd name="csX17" fmla="*/ 93635 w 113221"/>
                <a:gd name="csY17" fmla="*/ 66882 h 116565"/>
                <a:gd name="csX18" fmla="*/ 91246 w 113221"/>
                <a:gd name="csY18" fmla="*/ 68793 h 116565"/>
                <a:gd name="csX19" fmla="*/ 88380 w 113221"/>
                <a:gd name="csY19" fmla="*/ 70226 h 116565"/>
                <a:gd name="csX20" fmla="*/ 85036 w 113221"/>
                <a:gd name="csY20" fmla="*/ 72615 h 116565"/>
                <a:gd name="csX21" fmla="*/ 80736 w 113221"/>
                <a:gd name="csY21" fmla="*/ 74048 h 116565"/>
                <a:gd name="csX22" fmla="*/ 75481 w 113221"/>
                <a:gd name="csY22" fmla="*/ 75959 h 116565"/>
                <a:gd name="csX23" fmla="*/ 71182 w 113221"/>
                <a:gd name="csY23" fmla="*/ 77392 h 116565"/>
                <a:gd name="csX24" fmla="*/ 68315 w 113221"/>
                <a:gd name="csY24" fmla="*/ 78347 h 116565"/>
                <a:gd name="csX25" fmla="*/ 65449 w 113221"/>
                <a:gd name="csY25" fmla="*/ 79303 h 116565"/>
                <a:gd name="csX26" fmla="*/ 61627 w 113221"/>
                <a:gd name="csY26" fmla="*/ 80258 h 116565"/>
                <a:gd name="csX27" fmla="*/ 59716 w 113221"/>
                <a:gd name="csY27" fmla="*/ 81692 h 116565"/>
                <a:gd name="csX28" fmla="*/ 57328 w 113221"/>
                <a:gd name="csY28" fmla="*/ 84558 h 116565"/>
                <a:gd name="csX29" fmla="*/ 55894 w 113221"/>
                <a:gd name="csY29" fmla="*/ 85991 h 116565"/>
                <a:gd name="csX30" fmla="*/ 54939 w 113221"/>
                <a:gd name="csY30" fmla="*/ 86947 h 116565"/>
                <a:gd name="csX31" fmla="*/ 54939 w 113221"/>
                <a:gd name="csY31" fmla="*/ 87424 h 116565"/>
                <a:gd name="csX32" fmla="*/ 54939 w 113221"/>
                <a:gd name="csY32" fmla="*/ 87902 h 116565"/>
                <a:gd name="csX33" fmla="*/ 55416 w 113221"/>
                <a:gd name="csY33" fmla="*/ 88380 h 116565"/>
                <a:gd name="csX34" fmla="*/ 55416 w 113221"/>
                <a:gd name="csY34" fmla="*/ 88858 h 116565"/>
                <a:gd name="csX35" fmla="*/ 54939 w 113221"/>
                <a:gd name="csY35" fmla="*/ 89335 h 116565"/>
                <a:gd name="csX36" fmla="*/ 53983 w 113221"/>
                <a:gd name="csY36" fmla="*/ 89335 h 116565"/>
                <a:gd name="csX37" fmla="*/ 53983 w 113221"/>
                <a:gd name="csY37" fmla="*/ 89335 h 116565"/>
                <a:gd name="csX38" fmla="*/ 53506 w 113221"/>
                <a:gd name="csY38" fmla="*/ 88380 h 116565"/>
                <a:gd name="csX39" fmla="*/ 53028 w 113221"/>
                <a:gd name="csY39" fmla="*/ 87902 h 116565"/>
                <a:gd name="csX40" fmla="*/ 52073 w 113221"/>
                <a:gd name="csY40" fmla="*/ 87902 h 116565"/>
                <a:gd name="csX41" fmla="*/ 51595 w 113221"/>
                <a:gd name="csY41" fmla="*/ 87902 h 116565"/>
                <a:gd name="csX42" fmla="*/ 51595 w 113221"/>
                <a:gd name="csY42" fmla="*/ 88380 h 116565"/>
                <a:gd name="csX43" fmla="*/ 50639 w 113221"/>
                <a:gd name="csY43" fmla="*/ 91246 h 116565"/>
                <a:gd name="csX44" fmla="*/ 50639 w 113221"/>
                <a:gd name="csY44" fmla="*/ 92679 h 116565"/>
                <a:gd name="csX45" fmla="*/ 50162 w 113221"/>
                <a:gd name="csY45" fmla="*/ 93635 h 116565"/>
                <a:gd name="csX46" fmla="*/ 50162 w 113221"/>
                <a:gd name="csY46" fmla="*/ 94590 h 116565"/>
                <a:gd name="csX47" fmla="*/ 49206 w 113221"/>
                <a:gd name="csY47" fmla="*/ 96024 h 116565"/>
                <a:gd name="csX48" fmla="*/ 48728 w 113221"/>
                <a:gd name="csY48" fmla="*/ 96979 h 116565"/>
                <a:gd name="csX49" fmla="*/ 48728 w 113221"/>
                <a:gd name="csY49" fmla="*/ 97935 h 116565"/>
                <a:gd name="csX50" fmla="*/ 47773 w 113221"/>
                <a:gd name="csY50" fmla="*/ 98412 h 116565"/>
                <a:gd name="csX51" fmla="*/ 47773 w 113221"/>
                <a:gd name="csY51" fmla="*/ 98412 h 116565"/>
                <a:gd name="csX52" fmla="*/ 47295 w 113221"/>
                <a:gd name="csY52" fmla="*/ 99368 h 116565"/>
                <a:gd name="csX53" fmla="*/ 46817 w 113221"/>
                <a:gd name="csY53" fmla="*/ 101756 h 116565"/>
                <a:gd name="csX54" fmla="*/ 45862 w 113221"/>
                <a:gd name="csY54" fmla="*/ 103189 h 116565"/>
                <a:gd name="csX55" fmla="*/ 45384 w 113221"/>
                <a:gd name="csY55" fmla="*/ 104623 h 116565"/>
                <a:gd name="csX56" fmla="*/ 44907 w 113221"/>
                <a:gd name="csY56" fmla="*/ 105578 h 116565"/>
                <a:gd name="csX57" fmla="*/ 45384 w 113221"/>
                <a:gd name="csY57" fmla="*/ 106534 h 116565"/>
                <a:gd name="csX58" fmla="*/ 45862 w 113221"/>
                <a:gd name="csY58" fmla="*/ 107011 h 116565"/>
                <a:gd name="csX59" fmla="*/ 45384 w 113221"/>
                <a:gd name="csY59" fmla="*/ 107967 h 116565"/>
                <a:gd name="csX60" fmla="*/ 44907 w 113221"/>
                <a:gd name="csY60" fmla="*/ 108922 h 116565"/>
                <a:gd name="csX61" fmla="*/ 43951 w 113221"/>
                <a:gd name="csY61" fmla="*/ 109400 h 116565"/>
                <a:gd name="csX62" fmla="*/ 41563 w 113221"/>
                <a:gd name="csY62" fmla="*/ 110833 h 116565"/>
                <a:gd name="csX63" fmla="*/ 40607 w 113221"/>
                <a:gd name="csY63" fmla="*/ 111789 h 116565"/>
                <a:gd name="csX64" fmla="*/ 40129 w 113221"/>
                <a:gd name="csY64" fmla="*/ 112744 h 116565"/>
                <a:gd name="csX65" fmla="*/ 40607 w 113221"/>
                <a:gd name="csY65" fmla="*/ 113700 h 116565"/>
                <a:gd name="csX66" fmla="*/ 40607 w 113221"/>
                <a:gd name="csY66" fmla="*/ 114177 h 116565"/>
                <a:gd name="csX67" fmla="*/ 39174 w 113221"/>
                <a:gd name="csY67" fmla="*/ 114655 h 116565"/>
                <a:gd name="csX68" fmla="*/ 39174 w 113221"/>
                <a:gd name="csY68" fmla="*/ 114655 h 116565"/>
                <a:gd name="csX69" fmla="*/ 39174 w 113221"/>
                <a:gd name="csY69" fmla="*/ 115133 h 116565"/>
                <a:gd name="csX70" fmla="*/ 38218 w 113221"/>
                <a:gd name="csY70" fmla="*/ 116088 h 116565"/>
                <a:gd name="csX71" fmla="*/ 37263 w 113221"/>
                <a:gd name="csY71" fmla="*/ 116566 h 116565"/>
                <a:gd name="csX72" fmla="*/ 35352 w 113221"/>
                <a:gd name="csY72" fmla="*/ 116088 h 116565"/>
                <a:gd name="csX73" fmla="*/ 33441 w 113221"/>
                <a:gd name="csY73" fmla="*/ 116088 h 116565"/>
                <a:gd name="csX74" fmla="*/ 32486 w 113221"/>
                <a:gd name="csY74" fmla="*/ 115610 h 116565"/>
                <a:gd name="csX75" fmla="*/ 31052 w 113221"/>
                <a:gd name="csY75" fmla="*/ 114177 h 116565"/>
                <a:gd name="csX76" fmla="*/ 29619 w 113221"/>
                <a:gd name="csY76" fmla="*/ 112744 h 116565"/>
                <a:gd name="csX77" fmla="*/ 28664 w 113221"/>
                <a:gd name="csY77" fmla="*/ 110833 h 116565"/>
                <a:gd name="csX78" fmla="*/ 28664 w 113221"/>
                <a:gd name="csY78" fmla="*/ 108444 h 116565"/>
                <a:gd name="csX79" fmla="*/ 27231 w 113221"/>
                <a:gd name="csY79" fmla="*/ 107967 h 116565"/>
                <a:gd name="csX80" fmla="*/ 26275 w 113221"/>
                <a:gd name="csY80" fmla="*/ 107011 h 116565"/>
                <a:gd name="csX81" fmla="*/ 24842 w 113221"/>
                <a:gd name="csY81" fmla="*/ 107489 h 116565"/>
                <a:gd name="csX82" fmla="*/ 22931 w 113221"/>
                <a:gd name="csY82" fmla="*/ 107489 h 116565"/>
                <a:gd name="csX83" fmla="*/ 21975 w 113221"/>
                <a:gd name="csY83" fmla="*/ 107011 h 116565"/>
                <a:gd name="csX84" fmla="*/ 19587 w 113221"/>
                <a:gd name="csY84" fmla="*/ 106056 h 116565"/>
                <a:gd name="csX85" fmla="*/ 19109 w 113221"/>
                <a:gd name="csY85" fmla="*/ 105578 h 116565"/>
                <a:gd name="csX86" fmla="*/ 17676 w 113221"/>
                <a:gd name="csY86" fmla="*/ 104623 h 116565"/>
                <a:gd name="csX87" fmla="*/ 16243 w 113221"/>
                <a:gd name="csY87" fmla="*/ 104145 h 116565"/>
                <a:gd name="csX88" fmla="*/ 15287 w 113221"/>
                <a:gd name="csY88" fmla="*/ 104623 h 116565"/>
                <a:gd name="csX89" fmla="*/ 14332 w 113221"/>
                <a:gd name="csY89" fmla="*/ 105100 h 116565"/>
                <a:gd name="csX90" fmla="*/ 14332 w 113221"/>
                <a:gd name="csY90" fmla="*/ 105100 h 116565"/>
                <a:gd name="csX91" fmla="*/ 13376 w 113221"/>
                <a:gd name="csY91" fmla="*/ 106534 h 116565"/>
                <a:gd name="csX92" fmla="*/ 11466 w 113221"/>
                <a:gd name="csY92" fmla="*/ 107011 h 116565"/>
                <a:gd name="csX93" fmla="*/ 10510 w 113221"/>
                <a:gd name="csY93" fmla="*/ 107011 h 116565"/>
                <a:gd name="csX94" fmla="*/ 9555 w 113221"/>
                <a:gd name="csY94" fmla="*/ 106534 h 116565"/>
                <a:gd name="csX95" fmla="*/ 9077 w 113221"/>
                <a:gd name="csY95" fmla="*/ 106056 h 116565"/>
                <a:gd name="csX96" fmla="*/ 10032 w 113221"/>
                <a:gd name="csY96" fmla="*/ 104623 h 116565"/>
                <a:gd name="csX97" fmla="*/ 11943 w 113221"/>
                <a:gd name="csY97" fmla="*/ 102712 h 116565"/>
                <a:gd name="csX98" fmla="*/ 10032 w 113221"/>
                <a:gd name="csY98" fmla="*/ 102234 h 116565"/>
                <a:gd name="csX99" fmla="*/ 9077 w 113221"/>
                <a:gd name="csY99" fmla="*/ 101756 h 116565"/>
                <a:gd name="csX100" fmla="*/ 9077 w 113221"/>
                <a:gd name="csY100" fmla="*/ 100801 h 116565"/>
                <a:gd name="csX101" fmla="*/ 9077 w 113221"/>
                <a:gd name="csY101" fmla="*/ 99845 h 116565"/>
                <a:gd name="csX102" fmla="*/ 9077 w 113221"/>
                <a:gd name="csY102" fmla="*/ 98890 h 116565"/>
                <a:gd name="csX103" fmla="*/ 10510 w 113221"/>
                <a:gd name="csY103" fmla="*/ 98412 h 116565"/>
                <a:gd name="csX104" fmla="*/ 11943 w 113221"/>
                <a:gd name="csY104" fmla="*/ 98890 h 116565"/>
                <a:gd name="csX105" fmla="*/ 12899 w 113221"/>
                <a:gd name="csY105" fmla="*/ 98890 h 116565"/>
                <a:gd name="csX106" fmla="*/ 13854 w 113221"/>
                <a:gd name="csY106" fmla="*/ 97935 h 116565"/>
                <a:gd name="csX107" fmla="*/ 14332 w 113221"/>
                <a:gd name="csY107" fmla="*/ 97457 h 116565"/>
                <a:gd name="csX108" fmla="*/ 15287 w 113221"/>
                <a:gd name="csY108" fmla="*/ 96979 h 116565"/>
                <a:gd name="csX109" fmla="*/ 15287 w 113221"/>
                <a:gd name="csY109" fmla="*/ 96501 h 116565"/>
                <a:gd name="csX110" fmla="*/ 15287 w 113221"/>
                <a:gd name="csY110" fmla="*/ 96024 h 116565"/>
                <a:gd name="csX111" fmla="*/ 14809 w 113221"/>
                <a:gd name="csY111" fmla="*/ 95068 h 116565"/>
                <a:gd name="csX112" fmla="*/ 14332 w 113221"/>
                <a:gd name="csY112" fmla="*/ 94112 h 116565"/>
                <a:gd name="csX113" fmla="*/ 14809 w 113221"/>
                <a:gd name="csY113" fmla="*/ 93635 h 116565"/>
                <a:gd name="csX114" fmla="*/ 14809 w 113221"/>
                <a:gd name="csY114" fmla="*/ 92679 h 116565"/>
                <a:gd name="csX115" fmla="*/ 14809 w 113221"/>
                <a:gd name="csY115" fmla="*/ 91724 h 116565"/>
                <a:gd name="csX116" fmla="*/ 14809 w 113221"/>
                <a:gd name="csY116" fmla="*/ 91724 h 116565"/>
                <a:gd name="csX117" fmla="*/ 14332 w 113221"/>
                <a:gd name="csY117" fmla="*/ 91246 h 116565"/>
                <a:gd name="csX118" fmla="*/ 14332 w 113221"/>
                <a:gd name="csY118" fmla="*/ 90291 h 116565"/>
                <a:gd name="csX119" fmla="*/ 13854 w 113221"/>
                <a:gd name="csY119" fmla="*/ 89813 h 116565"/>
                <a:gd name="csX120" fmla="*/ 13376 w 113221"/>
                <a:gd name="csY120" fmla="*/ 88858 h 116565"/>
                <a:gd name="csX121" fmla="*/ 13376 w 113221"/>
                <a:gd name="csY121" fmla="*/ 88380 h 116565"/>
                <a:gd name="csX122" fmla="*/ 13376 w 113221"/>
                <a:gd name="csY122" fmla="*/ 88380 h 116565"/>
                <a:gd name="csX123" fmla="*/ 13376 w 113221"/>
                <a:gd name="csY123" fmla="*/ 88380 h 116565"/>
                <a:gd name="csX124" fmla="*/ 12899 w 113221"/>
                <a:gd name="csY124" fmla="*/ 87902 h 116565"/>
                <a:gd name="csX125" fmla="*/ 12421 w 113221"/>
                <a:gd name="csY125" fmla="*/ 87902 h 116565"/>
                <a:gd name="csX126" fmla="*/ 12899 w 113221"/>
                <a:gd name="csY126" fmla="*/ 87424 h 116565"/>
                <a:gd name="csX127" fmla="*/ 15765 w 113221"/>
                <a:gd name="csY127" fmla="*/ 86469 h 116565"/>
                <a:gd name="csX128" fmla="*/ 17198 w 113221"/>
                <a:gd name="csY128" fmla="*/ 85513 h 116565"/>
                <a:gd name="csX129" fmla="*/ 18632 w 113221"/>
                <a:gd name="csY129" fmla="*/ 84558 h 116565"/>
                <a:gd name="csX130" fmla="*/ 19587 w 113221"/>
                <a:gd name="csY130" fmla="*/ 83603 h 116565"/>
                <a:gd name="csX131" fmla="*/ 20542 w 113221"/>
                <a:gd name="csY131" fmla="*/ 82169 h 116565"/>
                <a:gd name="csX132" fmla="*/ 22453 w 113221"/>
                <a:gd name="csY132" fmla="*/ 76437 h 116565"/>
                <a:gd name="csX133" fmla="*/ 24364 w 113221"/>
                <a:gd name="csY133" fmla="*/ 73093 h 116565"/>
                <a:gd name="csX134" fmla="*/ 23886 w 113221"/>
                <a:gd name="csY134" fmla="*/ 71182 h 116565"/>
                <a:gd name="csX135" fmla="*/ 22453 w 113221"/>
                <a:gd name="csY135" fmla="*/ 68793 h 116565"/>
                <a:gd name="csX136" fmla="*/ 21975 w 113221"/>
                <a:gd name="csY136" fmla="*/ 65449 h 116565"/>
                <a:gd name="csX137" fmla="*/ 22453 w 113221"/>
                <a:gd name="csY137" fmla="*/ 64493 h 116565"/>
                <a:gd name="csX138" fmla="*/ 21975 w 113221"/>
                <a:gd name="csY138" fmla="*/ 64016 h 116565"/>
                <a:gd name="csX139" fmla="*/ 21020 w 113221"/>
                <a:gd name="csY139" fmla="*/ 64971 h 116565"/>
                <a:gd name="csX140" fmla="*/ 21498 w 113221"/>
                <a:gd name="csY140" fmla="*/ 70226 h 116565"/>
                <a:gd name="csX141" fmla="*/ 20542 w 113221"/>
                <a:gd name="csY141" fmla="*/ 72615 h 116565"/>
                <a:gd name="csX142" fmla="*/ 19109 w 113221"/>
                <a:gd name="csY142" fmla="*/ 73093 h 116565"/>
                <a:gd name="csX143" fmla="*/ 18154 w 113221"/>
                <a:gd name="csY143" fmla="*/ 72615 h 116565"/>
                <a:gd name="csX144" fmla="*/ 19109 w 113221"/>
                <a:gd name="csY144" fmla="*/ 68793 h 116565"/>
                <a:gd name="csX145" fmla="*/ 18154 w 113221"/>
                <a:gd name="csY145" fmla="*/ 69748 h 116565"/>
                <a:gd name="csX146" fmla="*/ 16243 w 113221"/>
                <a:gd name="csY146" fmla="*/ 72137 h 116565"/>
                <a:gd name="csX147" fmla="*/ 13854 w 113221"/>
                <a:gd name="csY147" fmla="*/ 74048 h 116565"/>
                <a:gd name="csX148" fmla="*/ 13854 w 113221"/>
                <a:gd name="csY148" fmla="*/ 74526 h 116565"/>
                <a:gd name="csX149" fmla="*/ 13376 w 113221"/>
                <a:gd name="csY149" fmla="*/ 75481 h 116565"/>
                <a:gd name="csX150" fmla="*/ 11466 w 113221"/>
                <a:gd name="csY150" fmla="*/ 74526 h 116565"/>
                <a:gd name="csX151" fmla="*/ 10032 w 113221"/>
                <a:gd name="csY151" fmla="*/ 74048 h 116565"/>
                <a:gd name="csX152" fmla="*/ 5255 w 113221"/>
                <a:gd name="csY152" fmla="*/ 69748 h 116565"/>
                <a:gd name="csX153" fmla="*/ 2389 w 113221"/>
                <a:gd name="csY153" fmla="*/ 68793 h 116565"/>
                <a:gd name="csX154" fmla="*/ 478 w 113221"/>
                <a:gd name="csY154" fmla="*/ 67360 h 116565"/>
                <a:gd name="csX155" fmla="*/ 0 w 113221"/>
                <a:gd name="csY155" fmla="*/ 66882 h 116565"/>
                <a:gd name="csX156" fmla="*/ 0 w 113221"/>
                <a:gd name="csY156" fmla="*/ 65927 h 116565"/>
                <a:gd name="csX157" fmla="*/ 1911 w 113221"/>
                <a:gd name="csY157" fmla="*/ 64971 h 116565"/>
                <a:gd name="csX158" fmla="*/ 3822 w 113221"/>
                <a:gd name="csY158" fmla="*/ 64016 h 116565"/>
                <a:gd name="csX159" fmla="*/ 3822 w 113221"/>
                <a:gd name="csY159" fmla="*/ 61149 h 116565"/>
                <a:gd name="csX160" fmla="*/ 3822 w 113221"/>
                <a:gd name="csY160" fmla="*/ 59238 h 116565"/>
                <a:gd name="csX161" fmla="*/ 2389 w 113221"/>
                <a:gd name="csY161" fmla="*/ 55894 h 116565"/>
                <a:gd name="csX162" fmla="*/ 2866 w 113221"/>
                <a:gd name="csY162" fmla="*/ 51595 h 116565"/>
                <a:gd name="csX163" fmla="*/ 2866 w 113221"/>
                <a:gd name="csY163" fmla="*/ 49684 h 116565"/>
                <a:gd name="csX164" fmla="*/ 956 w 113221"/>
                <a:gd name="csY164" fmla="*/ 45862 h 116565"/>
                <a:gd name="csX165" fmla="*/ 2389 w 113221"/>
                <a:gd name="csY165" fmla="*/ 43951 h 116565"/>
                <a:gd name="csX166" fmla="*/ 6688 w 113221"/>
                <a:gd name="csY166" fmla="*/ 42518 h 116565"/>
                <a:gd name="csX167" fmla="*/ 8121 w 113221"/>
                <a:gd name="csY167" fmla="*/ 41562 h 116565"/>
                <a:gd name="csX168" fmla="*/ 9077 w 113221"/>
                <a:gd name="csY168" fmla="*/ 38696 h 116565"/>
                <a:gd name="csX169" fmla="*/ 10032 w 113221"/>
                <a:gd name="csY169" fmla="*/ 36785 h 116565"/>
                <a:gd name="csX170" fmla="*/ 11943 w 113221"/>
                <a:gd name="csY170" fmla="*/ 37740 h 116565"/>
                <a:gd name="csX171" fmla="*/ 13376 w 113221"/>
                <a:gd name="csY171" fmla="*/ 37740 h 116565"/>
                <a:gd name="csX172" fmla="*/ 11466 w 113221"/>
                <a:gd name="csY172" fmla="*/ 36785 h 116565"/>
                <a:gd name="csX173" fmla="*/ 9555 w 113221"/>
                <a:gd name="csY173" fmla="*/ 34396 h 116565"/>
                <a:gd name="csX174" fmla="*/ 9555 w 113221"/>
                <a:gd name="csY174" fmla="*/ 32963 h 116565"/>
                <a:gd name="csX175" fmla="*/ 12421 w 113221"/>
                <a:gd name="csY175" fmla="*/ 29141 h 116565"/>
                <a:gd name="csX176" fmla="*/ 14332 w 113221"/>
                <a:gd name="csY176" fmla="*/ 28186 h 116565"/>
                <a:gd name="csX177" fmla="*/ 16243 w 113221"/>
                <a:gd name="csY177" fmla="*/ 26275 h 116565"/>
                <a:gd name="csX178" fmla="*/ 18154 w 113221"/>
                <a:gd name="csY178" fmla="*/ 23409 h 116565"/>
                <a:gd name="csX179" fmla="*/ 18632 w 113221"/>
                <a:gd name="csY179" fmla="*/ 19109 h 116565"/>
                <a:gd name="csX180" fmla="*/ 17676 w 113221"/>
                <a:gd name="csY180" fmla="*/ 15765 h 116565"/>
                <a:gd name="csX181" fmla="*/ 17198 w 113221"/>
                <a:gd name="csY181" fmla="*/ 12421 h 116565"/>
                <a:gd name="csX182" fmla="*/ 18154 w 113221"/>
                <a:gd name="csY182" fmla="*/ 11465 h 116565"/>
                <a:gd name="csX183" fmla="*/ 21020 w 113221"/>
                <a:gd name="csY183" fmla="*/ 10988 h 116565"/>
                <a:gd name="csX184" fmla="*/ 22931 w 113221"/>
                <a:gd name="csY184" fmla="*/ 9555 h 116565"/>
                <a:gd name="csX185" fmla="*/ 23886 w 113221"/>
                <a:gd name="csY185" fmla="*/ 8599 h 116565"/>
                <a:gd name="csX186" fmla="*/ 26753 w 113221"/>
                <a:gd name="csY186" fmla="*/ 8599 h 116565"/>
                <a:gd name="csX187" fmla="*/ 29619 w 113221"/>
                <a:gd name="csY187" fmla="*/ 7166 h 116565"/>
                <a:gd name="csX188" fmla="*/ 34397 w 113221"/>
                <a:gd name="csY188" fmla="*/ 6210 h 116565"/>
                <a:gd name="csX189" fmla="*/ 40607 w 113221"/>
                <a:gd name="csY189" fmla="*/ 4777 h 116565"/>
                <a:gd name="csX190" fmla="*/ 42040 w 113221"/>
                <a:gd name="csY190" fmla="*/ 2866 h 116565"/>
                <a:gd name="csX191" fmla="*/ 41563 w 113221"/>
                <a:gd name="csY191" fmla="*/ 0 h 116565"/>
                <a:gd name="csX192" fmla="*/ 41563 w 113221"/>
                <a:gd name="csY192" fmla="*/ 0 h 116565"/>
                <a:gd name="csX193" fmla="*/ 42040 w 113221"/>
                <a:gd name="csY193" fmla="*/ 478 h 116565"/>
                <a:gd name="csX194" fmla="*/ 43951 w 113221"/>
                <a:gd name="csY194" fmla="*/ 1911 h 116565"/>
                <a:gd name="csX195" fmla="*/ 44907 w 113221"/>
                <a:gd name="csY195" fmla="*/ 3344 h 116565"/>
                <a:gd name="csX196" fmla="*/ 46817 w 113221"/>
                <a:gd name="csY196" fmla="*/ 3822 h 116565"/>
                <a:gd name="csX197" fmla="*/ 48251 w 113221"/>
                <a:gd name="csY197" fmla="*/ 4777 h 116565"/>
                <a:gd name="csX198" fmla="*/ 52550 w 113221"/>
                <a:gd name="csY198" fmla="*/ 7644 h 116565"/>
                <a:gd name="csX199" fmla="*/ 54939 w 113221"/>
                <a:gd name="csY199" fmla="*/ 9077 h 116565"/>
                <a:gd name="csX200" fmla="*/ 57805 w 113221"/>
                <a:gd name="csY200" fmla="*/ 10032 h 116565"/>
                <a:gd name="csX201" fmla="*/ 57805 w 113221"/>
                <a:gd name="csY201" fmla="*/ 10032 h 116565"/>
                <a:gd name="csX202" fmla="*/ 62105 w 113221"/>
                <a:gd name="csY202" fmla="*/ 11465 h 116565"/>
                <a:gd name="csX203" fmla="*/ 62105 w 113221"/>
                <a:gd name="csY203" fmla="*/ 11465 h 116565"/>
                <a:gd name="csX204" fmla="*/ 64493 w 113221"/>
                <a:gd name="csY204" fmla="*/ 11465 h 116565"/>
                <a:gd name="csX205" fmla="*/ 64971 w 113221"/>
                <a:gd name="csY205" fmla="*/ 12421 h 116565"/>
                <a:gd name="csX206" fmla="*/ 65449 w 113221"/>
                <a:gd name="csY206" fmla="*/ 13376 h 116565"/>
                <a:gd name="csX207" fmla="*/ 66405 w 113221"/>
                <a:gd name="csY207" fmla="*/ 13854 h 116565"/>
                <a:gd name="csX208" fmla="*/ 67838 w 113221"/>
                <a:gd name="csY208" fmla="*/ 14332 h 116565"/>
                <a:gd name="csX209" fmla="*/ 68315 w 113221"/>
                <a:gd name="csY209" fmla="*/ 14332 h 116565"/>
                <a:gd name="csX210" fmla="*/ 68793 w 113221"/>
                <a:gd name="csY210" fmla="*/ 14809 h 116565"/>
                <a:gd name="csX211" fmla="*/ 69271 w 113221"/>
                <a:gd name="csY211" fmla="*/ 14809 h 116565"/>
                <a:gd name="csX212" fmla="*/ 70226 w 113221"/>
                <a:gd name="csY212" fmla="*/ 18631 h 116565"/>
                <a:gd name="csX213" fmla="*/ 70704 w 113221"/>
                <a:gd name="csY213" fmla="*/ 19109 h 116565"/>
                <a:gd name="csX214" fmla="*/ 70704 w 113221"/>
                <a:gd name="csY214" fmla="*/ 19587 h 116565"/>
                <a:gd name="csX215" fmla="*/ 71659 w 113221"/>
                <a:gd name="csY215" fmla="*/ 19587 h 116565"/>
                <a:gd name="csX216" fmla="*/ 72615 w 113221"/>
                <a:gd name="csY216" fmla="*/ 20064 h 116565"/>
                <a:gd name="csX217" fmla="*/ 75004 w 113221"/>
                <a:gd name="csY217" fmla="*/ 20064 h 116565"/>
                <a:gd name="csX218" fmla="*/ 75481 w 113221"/>
                <a:gd name="csY218" fmla="*/ 20064 h 116565"/>
                <a:gd name="csX219" fmla="*/ 76437 w 113221"/>
                <a:gd name="csY219" fmla="*/ 20064 h 116565"/>
                <a:gd name="csX220" fmla="*/ 78348 w 113221"/>
                <a:gd name="csY220" fmla="*/ 21020 h 116565"/>
                <a:gd name="csX221" fmla="*/ 79781 w 113221"/>
                <a:gd name="csY221" fmla="*/ 21498 h 116565"/>
                <a:gd name="csX222" fmla="*/ 81692 w 113221"/>
                <a:gd name="csY222" fmla="*/ 21975 h 116565"/>
                <a:gd name="csX223" fmla="*/ 81692 w 113221"/>
                <a:gd name="csY223" fmla="*/ 21975 h 116565"/>
                <a:gd name="csX224" fmla="*/ 83125 w 113221"/>
                <a:gd name="csY224" fmla="*/ 21975 h 116565"/>
                <a:gd name="csX225" fmla="*/ 83125 w 113221"/>
                <a:gd name="csY225" fmla="*/ 21975 h 116565"/>
                <a:gd name="csX226" fmla="*/ 83125 w 113221"/>
                <a:gd name="csY226" fmla="*/ 21975 h 116565"/>
                <a:gd name="csX227" fmla="*/ 83603 w 113221"/>
                <a:gd name="csY227" fmla="*/ 21975 h 116565"/>
                <a:gd name="csX228" fmla="*/ 84080 w 113221"/>
                <a:gd name="csY228" fmla="*/ 21498 h 116565"/>
                <a:gd name="csX229" fmla="*/ 85036 w 113221"/>
                <a:gd name="csY229" fmla="*/ 21498 h 116565"/>
                <a:gd name="csX230" fmla="*/ 86469 w 113221"/>
                <a:gd name="csY230" fmla="*/ 21975 h 116565"/>
                <a:gd name="csX231" fmla="*/ 86469 w 113221"/>
                <a:gd name="csY231" fmla="*/ 21975 h 116565"/>
                <a:gd name="csX232" fmla="*/ 88380 w 113221"/>
                <a:gd name="csY232" fmla="*/ 22453 h 116565"/>
                <a:gd name="csX233" fmla="*/ 89813 w 113221"/>
                <a:gd name="csY233" fmla="*/ 21498 h 116565"/>
                <a:gd name="csX234" fmla="*/ 90291 w 113221"/>
                <a:gd name="csY234" fmla="*/ 21020 h 116565"/>
                <a:gd name="csX235" fmla="*/ 90291 w 113221"/>
                <a:gd name="csY235" fmla="*/ 19587 h 116565"/>
                <a:gd name="csX236" fmla="*/ 90769 w 113221"/>
                <a:gd name="csY236" fmla="*/ 19109 h 116565"/>
                <a:gd name="csX237" fmla="*/ 92202 w 113221"/>
                <a:gd name="csY237" fmla="*/ 18154 h 116565"/>
                <a:gd name="csX238" fmla="*/ 92680 w 113221"/>
                <a:gd name="csY238" fmla="*/ 18631 h 116565"/>
                <a:gd name="csX239" fmla="*/ 96979 w 113221"/>
                <a:gd name="csY239" fmla="*/ 20064 h 116565"/>
                <a:gd name="csX240" fmla="*/ 97935 w 113221"/>
                <a:gd name="csY240" fmla="*/ 20542 h 116565"/>
                <a:gd name="csX241" fmla="*/ 98890 w 113221"/>
                <a:gd name="csY241" fmla="*/ 21975 h 116565"/>
                <a:gd name="csX242" fmla="*/ 100801 w 113221"/>
                <a:gd name="csY242" fmla="*/ 23886 h 116565"/>
                <a:gd name="csX243" fmla="*/ 102712 w 113221"/>
                <a:gd name="csY243" fmla="*/ 24842 h 116565"/>
                <a:gd name="csX244" fmla="*/ 103189 w 113221"/>
                <a:gd name="csY244" fmla="*/ 24842 h 116565"/>
                <a:gd name="csX245" fmla="*/ 106056 w 113221"/>
                <a:gd name="csY245" fmla="*/ 25320 h 116565"/>
                <a:gd name="csX246" fmla="*/ 108922 w 113221"/>
                <a:gd name="csY246" fmla="*/ 27230 h 116565"/>
                <a:gd name="csX247" fmla="*/ 112744 w 113221"/>
                <a:gd name="csY247" fmla="*/ 28186 h 116565"/>
                <a:gd name="csX248" fmla="*/ 111311 w 113221"/>
                <a:gd name="csY248" fmla="*/ 29141 h 116565"/>
                <a:gd name="csX249" fmla="*/ 110355 w 113221"/>
                <a:gd name="csY249" fmla="*/ 29141 h 116565"/>
                <a:gd name="csX250" fmla="*/ 108922 w 113221"/>
                <a:gd name="csY250" fmla="*/ 29141 h 116565"/>
                <a:gd name="csX251" fmla="*/ 106534 w 113221"/>
                <a:gd name="csY251" fmla="*/ 28664 h 116565"/>
                <a:gd name="csX252" fmla="*/ 105578 w 113221"/>
                <a:gd name="csY252" fmla="*/ 28664 h 116565"/>
                <a:gd name="csX253" fmla="*/ 105578 w 113221"/>
                <a:gd name="csY253" fmla="*/ 29141 h 116565"/>
                <a:gd name="csX254" fmla="*/ 107012 w 113221"/>
                <a:gd name="csY254" fmla="*/ 30097 h 116565"/>
                <a:gd name="csX255" fmla="*/ 108445 w 113221"/>
                <a:gd name="csY255" fmla="*/ 31052 h 116565"/>
                <a:gd name="csX256" fmla="*/ 108922 w 113221"/>
                <a:gd name="csY256" fmla="*/ 32008 h 116565"/>
                <a:gd name="csX257" fmla="*/ 109878 w 113221"/>
                <a:gd name="csY257" fmla="*/ 33919 h 116565"/>
                <a:gd name="csX258" fmla="*/ 111789 w 113221"/>
                <a:gd name="csY258" fmla="*/ 35830 h 116565"/>
                <a:gd name="csX259" fmla="*/ 112744 w 113221"/>
                <a:gd name="csY259" fmla="*/ 36307 h 116565"/>
                <a:gd name="csX260" fmla="*/ 113222 w 113221"/>
                <a:gd name="csY260" fmla="*/ 37263 h 116565"/>
                <a:gd name="csX261" fmla="*/ 112744 w 113221"/>
                <a:gd name="csY261" fmla="*/ 38218 h 116565"/>
                <a:gd name="csX262" fmla="*/ 112744 w 113221"/>
                <a:gd name="csY262" fmla="*/ 39174 h 116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</a:cxnLst>
              <a:rect l="l" t="t" r="r" b="b"/>
              <a:pathLst>
                <a:path w="113221" h="116565">
                  <a:moveTo>
                    <a:pt x="112744" y="39174"/>
                  </a:moveTo>
                  <a:lnTo>
                    <a:pt x="113222" y="43473"/>
                  </a:lnTo>
                  <a:lnTo>
                    <a:pt x="113222" y="43951"/>
                  </a:lnTo>
                  <a:lnTo>
                    <a:pt x="112744" y="43951"/>
                  </a:lnTo>
                  <a:lnTo>
                    <a:pt x="111789" y="43951"/>
                  </a:lnTo>
                  <a:lnTo>
                    <a:pt x="111311" y="43951"/>
                  </a:lnTo>
                  <a:lnTo>
                    <a:pt x="111311" y="43951"/>
                  </a:lnTo>
                  <a:lnTo>
                    <a:pt x="110833" y="43473"/>
                  </a:lnTo>
                  <a:lnTo>
                    <a:pt x="109878" y="42996"/>
                  </a:lnTo>
                  <a:lnTo>
                    <a:pt x="109878" y="43951"/>
                  </a:lnTo>
                  <a:lnTo>
                    <a:pt x="109400" y="45862"/>
                  </a:lnTo>
                  <a:lnTo>
                    <a:pt x="107967" y="50162"/>
                  </a:lnTo>
                  <a:lnTo>
                    <a:pt x="107012" y="53983"/>
                  </a:lnTo>
                  <a:lnTo>
                    <a:pt x="105578" y="55417"/>
                  </a:lnTo>
                  <a:lnTo>
                    <a:pt x="103189" y="57805"/>
                  </a:lnTo>
                  <a:lnTo>
                    <a:pt x="100801" y="60671"/>
                  </a:lnTo>
                  <a:lnTo>
                    <a:pt x="96501" y="64971"/>
                  </a:lnTo>
                  <a:lnTo>
                    <a:pt x="93635" y="66882"/>
                  </a:lnTo>
                  <a:lnTo>
                    <a:pt x="91246" y="68793"/>
                  </a:lnTo>
                  <a:lnTo>
                    <a:pt x="88380" y="70226"/>
                  </a:lnTo>
                  <a:lnTo>
                    <a:pt x="85036" y="72615"/>
                  </a:lnTo>
                  <a:lnTo>
                    <a:pt x="80736" y="74048"/>
                  </a:lnTo>
                  <a:lnTo>
                    <a:pt x="75481" y="75959"/>
                  </a:lnTo>
                  <a:lnTo>
                    <a:pt x="71182" y="77392"/>
                  </a:lnTo>
                  <a:lnTo>
                    <a:pt x="68315" y="78347"/>
                  </a:lnTo>
                  <a:lnTo>
                    <a:pt x="65449" y="79303"/>
                  </a:lnTo>
                  <a:lnTo>
                    <a:pt x="61627" y="80258"/>
                  </a:lnTo>
                  <a:lnTo>
                    <a:pt x="59716" y="81692"/>
                  </a:lnTo>
                  <a:lnTo>
                    <a:pt x="57328" y="84558"/>
                  </a:lnTo>
                  <a:lnTo>
                    <a:pt x="55894" y="85991"/>
                  </a:lnTo>
                  <a:lnTo>
                    <a:pt x="54939" y="86947"/>
                  </a:lnTo>
                  <a:lnTo>
                    <a:pt x="54939" y="87424"/>
                  </a:lnTo>
                  <a:lnTo>
                    <a:pt x="54939" y="87902"/>
                  </a:lnTo>
                  <a:lnTo>
                    <a:pt x="55416" y="88380"/>
                  </a:lnTo>
                  <a:lnTo>
                    <a:pt x="55416" y="88858"/>
                  </a:lnTo>
                  <a:lnTo>
                    <a:pt x="54939" y="89335"/>
                  </a:lnTo>
                  <a:lnTo>
                    <a:pt x="53983" y="89335"/>
                  </a:lnTo>
                  <a:lnTo>
                    <a:pt x="53983" y="89335"/>
                  </a:lnTo>
                  <a:lnTo>
                    <a:pt x="53506" y="88380"/>
                  </a:lnTo>
                  <a:lnTo>
                    <a:pt x="53028" y="87902"/>
                  </a:lnTo>
                  <a:lnTo>
                    <a:pt x="52073" y="87902"/>
                  </a:lnTo>
                  <a:lnTo>
                    <a:pt x="51595" y="87902"/>
                  </a:lnTo>
                  <a:lnTo>
                    <a:pt x="51595" y="88380"/>
                  </a:lnTo>
                  <a:lnTo>
                    <a:pt x="50639" y="91246"/>
                  </a:lnTo>
                  <a:lnTo>
                    <a:pt x="50639" y="92679"/>
                  </a:lnTo>
                  <a:lnTo>
                    <a:pt x="50162" y="93635"/>
                  </a:lnTo>
                  <a:lnTo>
                    <a:pt x="50162" y="94590"/>
                  </a:lnTo>
                  <a:lnTo>
                    <a:pt x="49206" y="96024"/>
                  </a:lnTo>
                  <a:lnTo>
                    <a:pt x="48728" y="96979"/>
                  </a:lnTo>
                  <a:lnTo>
                    <a:pt x="48728" y="97935"/>
                  </a:lnTo>
                  <a:lnTo>
                    <a:pt x="47773" y="98412"/>
                  </a:lnTo>
                  <a:lnTo>
                    <a:pt x="47773" y="98412"/>
                  </a:lnTo>
                  <a:lnTo>
                    <a:pt x="47295" y="99368"/>
                  </a:lnTo>
                  <a:lnTo>
                    <a:pt x="46817" y="101756"/>
                  </a:lnTo>
                  <a:lnTo>
                    <a:pt x="45862" y="103189"/>
                  </a:lnTo>
                  <a:lnTo>
                    <a:pt x="45384" y="104623"/>
                  </a:lnTo>
                  <a:lnTo>
                    <a:pt x="44907" y="105578"/>
                  </a:lnTo>
                  <a:lnTo>
                    <a:pt x="45384" y="106534"/>
                  </a:lnTo>
                  <a:lnTo>
                    <a:pt x="45862" y="107011"/>
                  </a:lnTo>
                  <a:lnTo>
                    <a:pt x="45384" y="107967"/>
                  </a:lnTo>
                  <a:lnTo>
                    <a:pt x="44907" y="108922"/>
                  </a:lnTo>
                  <a:lnTo>
                    <a:pt x="43951" y="109400"/>
                  </a:lnTo>
                  <a:lnTo>
                    <a:pt x="41563" y="110833"/>
                  </a:lnTo>
                  <a:lnTo>
                    <a:pt x="40607" y="111789"/>
                  </a:lnTo>
                  <a:lnTo>
                    <a:pt x="40129" y="112744"/>
                  </a:lnTo>
                  <a:lnTo>
                    <a:pt x="40607" y="113700"/>
                  </a:lnTo>
                  <a:lnTo>
                    <a:pt x="40607" y="114177"/>
                  </a:lnTo>
                  <a:lnTo>
                    <a:pt x="39174" y="114655"/>
                  </a:lnTo>
                  <a:lnTo>
                    <a:pt x="39174" y="114655"/>
                  </a:lnTo>
                  <a:lnTo>
                    <a:pt x="39174" y="115133"/>
                  </a:lnTo>
                  <a:lnTo>
                    <a:pt x="38218" y="116088"/>
                  </a:lnTo>
                  <a:lnTo>
                    <a:pt x="37263" y="116566"/>
                  </a:lnTo>
                  <a:lnTo>
                    <a:pt x="35352" y="116088"/>
                  </a:lnTo>
                  <a:lnTo>
                    <a:pt x="33441" y="116088"/>
                  </a:lnTo>
                  <a:lnTo>
                    <a:pt x="32486" y="115610"/>
                  </a:lnTo>
                  <a:lnTo>
                    <a:pt x="31052" y="114177"/>
                  </a:lnTo>
                  <a:lnTo>
                    <a:pt x="29619" y="112744"/>
                  </a:lnTo>
                  <a:lnTo>
                    <a:pt x="28664" y="110833"/>
                  </a:lnTo>
                  <a:lnTo>
                    <a:pt x="28664" y="108444"/>
                  </a:lnTo>
                  <a:lnTo>
                    <a:pt x="27231" y="107967"/>
                  </a:lnTo>
                  <a:lnTo>
                    <a:pt x="26275" y="107011"/>
                  </a:lnTo>
                  <a:lnTo>
                    <a:pt x="24842" y="107489"/>
                  </a:lnTo>
                  <a:lnTo>
                    <a:pt x="22931" y="107489"/>
                  </a:lnTo>
                  <a:lnTo>
                    <a:pt x="21975" y="107011"/>
                  </a:lnTo>
                  <a:lnTo>
                    <a:pt x="19587" y="106056"/>
                  </a:lnTo>
                  <a:lnTo>
                    <a:pt x="19109" y="105578"/>
                  </a:lnTo>
                  <a:lnTo>
                    <a:pt x="17676" y="104623"/>
                  </a:lnTo>
                  <a:lnTo>
                    <a:pt x="16243" y="104145"/>
                  </a:lnTo>
                  <a:lnTo>
                    <a:pt x="15287" y="104623"/>
                  </a:lnTo>
                  <a:lnTo>
                    <a:pt x="14332" y="105100"/>
                  </a:lnTo>
                  <a:lnTo>
                    <a:pt x="14332" y="105100"/>
                  </a:lnTo>
                  <a:lnTo>
                    <a:pt x="13376" y="106534"/>
                  </a:lnTo>
                  <a:lnTo>
                    <a:pt x="11466" y="107011"/>
                  </a:lnTo>
                  <a:lnTo>
                    <a:pt x="10510" y="107011"/>
                  </a:lnTo>
                  <a:lnTo>
                    <a:pt x="9555" y="106534"/>
                  </a:lnTo>
                  <a:lnTo>
                    <a:pt x="9077" y="106056"/>
                  </a:lnTo>
                  <a:lnTo>
                    <a:pt x="10032" y="104623"/>
                  </a:lnTo>
                  <a:lnTo>
                    <a:pt x="11943" y="102712"/>
                  </a:lnTo>
                  <a:lnTo>
                    <a:pt x="10032" y="102234"/>
                  </a:lnTo>
                  <a:lnTo>
                    <a:pt x="9077" y="101756"/>
                  </a:lnTo>
                  <a:lnTo>
                    <a:pt x="9077" y="100801"/>
                  </a:lnTo>
                  <a:lnTo>
                    <a:pt x="9077" y="99845"/>
                  </a:lnTo>
                  <a:lnTo>
                    <a:pt x="9077" y="98890"/>
                  </a:lnTo>
                  <a:lnTo>
                    <a:pt x="10510" y="98412"/>
                  </a:lnTo>
                  <a:lnTo>
                    <a:pt x="11943" y="98890"/>
                  </a:lnTo>
                  <a:lnTo>
                    <a:pt x="12899" y="98890"/>
                  </a:lnTo>
                  <a:lnTo>
                    <a:pt x="13854" y="97935"/>
                  </a:lnTo>
                  <a:lnTo>
                    <a:pt x="14332" y="97457"/>
                  </a:lnTo>
                  <a:lnTo>
                    <a:pt x="15287" y="96979"/>
                  </a:lnTo>
                  <a:lnTo>
                    <a:pt x="15287" y="96501"/>
                  </a:lnTo>
                  <a:lnTo>
                    <a:pt x="15287" y="96024"/>
                  </a:lnTo>
                  <a:lnTo>
                    <a:pt x="14809" y="95068"/>
                  </a:lnTo>
                  <a:lnTo>
                    <a:pt x="14332" y="94112"/>
                  </a:lnTo>
                  <a:lnTo>
                    <a:pt x="14809" y="93635"/>
                  </a:lnTo>
                  <a:lnTo>
                    <a:pt x="14809" y="92679"/>
                  </a:lnTo>
                  <a:lnTo>
                    <a:pt x="14809" y="91724"/>
                  </a:lnTo>
                  <a:lnTo>
                    <a:pt x="14809" y="91724"/>
                  </a:lnTo>
                  <a:lnTo>
                    <a:pt x="14332" y="91246"/>
                  </a:lnTo>
                  <a:lnTo>
                    <a:pt x="14332" y="90291"/>
                  </a:lnTo>
                  <a:lnTo>
                    <a:pt x="13854" y="89813"/>
                  </a:lnTo>
                  <a:lnTo>
                    <a:pt x="13376" y="88858"/>
                  </a:lnTo>
                  <a:lnTo>
                    <a:pt x="13376" y="88380"/>
                  </a:lnTo>
                  <a:lnTo>
                    <a:pt x="13376" y="88380"/>
                  </a:lnTo>
                  <a:lnTo>
                    <a:pt x="13376" y="88380"/>
                  </a:lnTo>
                  <a:lnTo>
                    <a:pt x="12899" y="87902"/>
                  </a:lnTo>
                  <a:lnTo>
                    <a:pt x="12421" y="87902"/>
                  </a:lnTo>
                  <a:lnTo>
                    <a:pt x="12899" y="87424"/>
                  </a:lnTo>
                  <a:lnTo>
                    <a:pt x="15765" y="86469"/>
                  </a:lnTo>
                  <a:lnTo>
                    <a:pt x="17198" y="85513"/>
                  </a:lnTo>
                  <a:lnTo>
                    <a:pt x="18632" y="84558"/>
                  </a:lnTo>
                  <a:lnTo>
                    <a:pt x="19587" y="83603"/>
                  </a:lnTo>
                  <a:lnTo>
                    <a:pt x="20542" y="82169"/>
                  </a:lnTo>
                  <a:lnTo>
                    <a:pt x="22453" y="76437"/>
                  </a:lnTo>
                  <a:lnTo>
                    <a:pt x="24364" y="73093"/>
                  </a:lnTo>
                  <a:lnTo>
                    <a:pt x="23886" y="71182"/>
                  </a:lnTo>
                  <a:lnTo>
                    <a:pt x="22453" y="68793"/>
                  </a:lnTo>
                  <a:lnTo>
                    <a:pt x="21975" y="65449"/>
                  </a:lnTo>
                  <a:lnTo>
                    <a:pt x="22453" y="64493"/>
                  </a:lnTo>
                  <a:lnTo>
                    <a:pt x="21975" y="64016"/>
                  </a:lnTo>
                  <a:lnTo>
                    <a:pt x="21020" y="64971"/>
                  </a:lnTo>
                  <a:lnTo>
                    <a:pt x="21498" y="70226"/>
                  </a:lnTo>
                  <a:lnTo>
                    <a:pt x="20542" y="72615"/>
                  </a:lnTo>
                  <a:lnTo>
                    <a:pt x="19109" y="73093"/>
                  </a:lnTo>
                  <a:lnTo>
                    <a:pt x="18154" y="72615"/>
                  </a:lnTo>
                  <a:lnTo>
                    <a:pt x="19109" y="68793"/>
                  </a:lnTo>
                  <a:lnTo>
                    <a:pt x="18154" y="69748"/>
                  </a:lnTo>
                  <a:lnTo>
                    <a:pt x="16243" y="72137"/>
                  </a:lnTo>
                  <a:lnTo>
                    <a:pt x="13854" y="74048"/>
                  </a:lnTo>
                  <a:lnTo>
                    <a:pt x="13854" y="74526"/>
                  </a:lnTo>
                  <a:lnTo>
                    <a:pt x="13376" y="75481"/>
                  </a:lnTo>
                  <a:lnTo>
                    <a:pt x="11466" y="74526"/>
                  </a:lnTo>
                  <a:lnTo>
                    <a:pt x="10032" y="74048"/>
                  </a:lnTo>
                  <a:lnTo>
                    <a:pt x="5255" y="69748"/>
                  </a:lnTo>
                  <a:lnTo>
                    <a:pt x="2389" y="68793"/>
                  </a:lnTo>
                  <a:lnTo>
                    <a:pt x="478" y="67360"/>
                  </a:lnTo>
                  <a:lnTo>
                    <a:pt x="0" y="66882"/>
                  </a:lnTo>
                  <a:lnTo>
                    <a:pt x="0" y="65927"/>
                  </a:lnTo>
                  <a:lnTo>
                    <a:pt x="1911" y="64971"/>
                  </a:lnTo>
                  <a:lnTo>
                    <a:pt x="3822" y="64016"/>
                  </a:lnTo>
                  <a:lnTo>
                    <a:pt x="3822" y="61149"/>
                  </a:lnTo>
                  <a:lnTo>
                    <a:pt x="3822" y="59238"/>
                  </a:lnTo>
                  <a:lnTo>
                    <a:pt x="2389" y="55894"/>
                  </a:lnTo>
                  <a:lnTo>
                    <a:pt x="2866" y="51595"/>
                  </a:lnTo>
                  <a:lnTo>
                    <a:pt x="2866" y="49684"/>
                  </a:lnTo>
                  <a:lnTo>
                    <a:pt x="956" y="45862"/>
                  </a:lnTo>
                  <a:lnTo>
                    <a:pt x="2389" y="43951"/>
                  </a:lnTo>
                  <a:lnTo>
                    <a:pt x="6688" y="42518"/>
                  </a:lnTo>
                  <a:lnTo>
                    <a:pt x="8121" y="41562"/>
                  </a:lnTo>
                  <a:lnTo>
                    <a:pt x="9077" y="38696"/>
                  </a:lnTo>
                  <a:lnTo>
                    <a:pt x="10032" y="36785"/>
                  </a:lnTo>
                  <a:lnTo>
                    <a:pt x="11943" y="37740"/>
                  </a:lnTo>
                  <a:lnTo>
                    <a:pt x="13376" y="37740"/>
                  </a:lnTo>
                  <a:lnTo>
                    <a:pt x="11466" y="36785"/>
                  </a:lnTo>
                  <a:lnTo>
                    <a:pt x="9555" y="34396"/>
                  </a:lnTo>
                  <a:lnTo>
                    <a:pt x="9555" y="32963"/>
                  </a:lnTo>
                  <a:lnTo>
                    <a:pt x="12421" y="29141"/>
                  </a:lnTo>
                  <a:lnTo>
                    <a:pt x="14332" y="28186"/>
                  </a:lnTo>
                  <a:lnTo>
                    <a:pt x="16243" y="26275"/>
                  </a:lnTo>
                  <a:lnTo>
                    <a:pt x="18154" y="23409"/>
                  </a:lnTo>
                  <a:lnTo>
                    <a:pt x="18632" y="19109"/>
                  </a:lnTo>
                  <a:lnTo>
                    <a:pt x="17676" y="15765"/>
                  </a:lnTo>
                  <a:lnTo>
                    <a:pt x="17198" y="12421"/>
                  </a:lnTo>
                  <a:lnTo>
                    <a:pt x="18154" y="11465"/>
                  </a:lnTo>
                  <a:lnTo>
                    <a:pt x="21020" y="10988"/>
                  </a:lnTo>
                  <a:lnTo>
                    <a:pt x="22931" y="9555"/>
                  </a:lnTo>
                  <a:lnTo>
                    <a:pt x="23886" y="8599"/>
                  </a:lnTo>
                  <a:lnTo>
                    <a:pt x="26753" y="8599"/>
                  </a:lnTo>
                  <a:lnTo>
                    <a:pt x="29619" y="7166"/>
                  </a:lnTo>
                  <a:lnTo>
                    <a:pt x="34397" y="6210"/>
                  </a:lnTo>
                  <a:lnTo>
                    <a:pt x="40607" y="4777"/>
                  </a:lnTo>
                  <a:lnTo>
                    <a:pt x="42040" y="2866"/>
                  </a:lnTo>
                  <a:lnTo>
                    <a:pt x="41563" y="0"/>
                  </a:lnTo>
                  <a:lnTo>
                    <a:pt x="41563" y="0"/>
                  </a:lnTo>
                  <a:lnTo>
                    <a:pt x="42040" y="478"/>
                  </a:lnTo>
                  <a:lnTo>
                    <a:pt x="43951" y="1911"/>
                  </a:lnTo>
                  <a:lnTo>
                    <a:pt x="44907" y="3344"/>
                  </a:lnTo>
                  <a:lnTo>
                    <a:pt x="46817" y="3822"/>
                  </a:lnTo>
                  <a:lnTo>
                    <a:pt x="48251" y="4777"/>
                  </a:lnTo>
                  <a:lnTo>
                    <a:pt x="52550" y="7644"/>
                  </a:lnTo>
                  <a:lnTo>
                    <a:pt x="54939" y="9077"/>
                  </a:lnTo>
                  <a:lnTo>
                    <a:pt x="57805" y="10032"/>
                  </a:lnTo>
                  <a:lnTo>
                    <a:pt x="57805" y="10032"/>
                  </a:lnTo>
                  <a:lnTo>
                    <a:pt x="62105" y="11465"/>
                  </a:lnTo>
                  <a:lnTo>
                    <a:pt x="62105" y="11465"/>
                  </a:lnTo>
                  <a:lnTo>
                    <a:pt x="64493" y="11465"/>
                  </a:lnTo>
                  <a:lnTo>
                    <a:pt x="64971" y="12421"/>
                  </a:lnTo>
                  <a:lnTo>
                    <a:pt x="65449" y="13376"/>
                  </a:lnTo>
                  <a:lnTo>
                    <a:pt x="66405" y="13854"/>
                  </a:lnTo>
                  <a:lnTo>
                    <a:pt x="67838" y="14332"/>
                  </a:lnTo>
                  <a:lnTo>
                    <a:pt x="68315" y="14332"/>
                  </a:lnTo>
                  <a:lnTo>
                    <a:pt x="68793" y="14809"/>
                  </a:lnTo>
                  <a:lnTo>
                    <a:pt x="69271" y="14809"/>
                  </a:lnTo>
                  <a:lnTo>
                    <a:pt x="70226" y="18631"/>
                  </a:lnTo>
                  <a:lnTo>
                    <a:pt x="70704" y="19109"/>
                  </a:lnTo>
                  <a:lnTo>
                    <a:pt x="70704" y="19587"/>
                  </a:lnTo>
                  <a:lnTo>
                    <a:pt x="71659" y="19587"/>
                  </a:lnTo>
                  <a:lnTo>
                    <a:pt x="72615" y="20064"/>
                  </a:lnTo>
                  <a:lnTo>
                    <a:pt x="75004" y="20064"/>
                  </a:lnTo>
                  <a:lnTo>
                    <a:pt x="75481" y="20064"/>
                  </a:lnTo>
                  <a:lnTo>
                    <a:pt x="76437" y="20064"/>
                  </a:lnTo>
                  <a:lnTo>
                    <a:pt x="78348" y="21020"/>
                  </a:lnTo>
                  <a:lnTo>
                    <a:pt x="79781" y="21498"/>
                  </a:lnTo>
                  <a:lnTo>
                    <a:pt x="81692" y="21975"/>
                  </a:lnTo>
                  <a:lnTo>
                    <a:pt x="81692" y="21975"/>
                  </a:lnTo>
                  <a:lnTo>
                    <a:pt x="83125" y="21975"/>
                  </a:lnTo>
                  <a:lnTo>
                    <a:pt x="83125" y="21975"/>
                  </a:lnTo>
                  <a:lnTo>
                    <a:pt x="83125" y="21975"/>
                  </a:lnTo>
                  <a:lnTo>
                    <a:pt x="83603" y="21975"/>
                  </a:lnTo>
                  <a:lnTo>
                    <a:pt x="84080" y="21498"/>
                  </a:lnTo>
                  <a:lnTo>
                    <a:pt x="85036" y="21498"/>
                  </a:lnTo>
                  <a:lnTo>
                    <a:pt x="86469" y="21975"/>
                  </a:lnTo>
                  <a:lnTo>
                    <a:pt x="86469" y="21975"/>
                  </a:lnTo>
                  <a:lnTo>
                    <a:pt x="88380" y="22453"/>
                  </a:lnTo>
                  <a:lnTo>
                    <a:pt x="89813" y="21498"/>
                  </a:lnTo>
                  <a:lnTo>
                    <a:pt x="90291" y="21020"/>
                  </a:lnTo>
                  <a:lnTo>
                    <a:pt x="90291" y="19587"/>
                  </a:lnTo>
                  <a:lnTo>
                    <a:pt x="90769" y="19109"/>
                  </a:lnTo>
                  <a:lnTo>
                    <a:pt x="92202" y="18154"/>
                  </a:lnTo>
                  <a:lnTo>
                    <a:pt x="92680" y="18631"/>
                  </a:lnTo>
                  <a:lnTo>
                    <a:pt x="96979" y="20064"/>
                  </a:lnTo>
                  <a:lnTo>
                    <a:pt x="97935" y="20542"/>
                  </a:lnTo>
                  <a:lnTo>
                    <a:pt x="98890" y="21975"/>
                  </a:lnTo>
                  <a:lnTo>
                    <a:pt x="100801" y="23886"/>
                  </a:lnTo>
                  <a:lnTo>
                    <a:pt x="102712" y="24842"/>
                  </a:lnTo>
                  <a:lnTo>
                    <a:pt x="103189" y="24842"/>
                  </a:lnTo>
                  <a:lnTo>
                    <a:pt x="106056" y="25320"/>
                  </a:lnTo>
                  <a:lnTo>
                    <a:pt x="108922" y="27230"/>
                  </a:lnTo>
                  <a:lnTo>
                    <a:pt x="112744" y="28186"/>
                  </a:lnTo>
                  <a:lnTo>
                    <a:pt x="111311" y="29141"/>
                  </a:lnTo>
                  <a:lnTo>
                    <a:pt x="110355" y="29141"/>
                  </a:lnTo>
                  <a:lnTo>
                    <a:pt x="108922" y="29141"/>
                  </a:lnTo>
                  <a:lnTo>
                    <a:pt x="106534" y="28664"/>
                  </a:lnTo>
                  <a:lnTo>
                    <a:pt x="105578" y="28664"/>
                  </a:lnTo>
                  <a:lnTo>
                    <a:pt x="105578" y="29141"/>
                  </a:lnTo>
                  <a:lnTo>
                    <a:pt x="107012" y="30097"/>
                  </a:lnTo>
                  <a:lnTo>
                    <a:pt x="108445" y="31052"/>
                  </a:lnTo>
                  <a:lnTo>
                    <a:pt x="108922" y="32008"/>
                  </a:lnTo>
                  <a:lnTo>
                    <a:pt x="109878" y="33919"/>
                  </a:lnTo>
                  <a:lnTo>
                    <a:pt x="111789" y="35830"/>
                  </a:lnTo>
                  <a:lnTo>
                    <a:pt x="112744" y="36307"/>
                  </a:lnTo>
                  <a:lnTo>
                    <a:pt x="113222" y="37263"/>
                  </a:lnTo>
                  <a:lnTo>
                    <a:pt x="112744" y="38218"/>
                  </a:lnTo>
                  <a:lnTo>
                    <a:pt x="112744" y="3917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7" name="Freeform 2856">
              <a:extLst>
                <a:ext uri="{FF2B5EF4-FFF2-40B4-BE49-F238E27FC236}">
                  <a16:creationId xmlns:a16="http://schemas.microsoft.com/office/drawing/2014/main" id="{317524F5-D399-1B3A-D17B-1A2B194E57C6}"/>
                </a:ext>
              </a:extLst>
            </p:cNvPr>
            <p:cNvSpPr/>
            <p:nvPr/>
          </p:nvSpPr>
          <p:spPr>
            <a:xfrm>
              <a:off x="4381428" y="4273409"/>
              <a:ext cx="9076" cy="11465"/>
            </a:xfrm>
            <a:custGeom>
              <a:avLst/>
              <a:gdLst>
                <a:gd name="csX0" fmla="*/ 9077 w 9076"/>
                <a:gd name="csY0" fmla="*/ 10032 h 11465"/>
                <a:gd name="csX1" fmla="*/ 9077 w 9076"/>
                <a:gd name="csY1" fmla="*/ 10988 h 11465"/>
                <a:gd name="csX2" fmla="*/ 7644 w 9076"/>
                <a:gd name="csY2" fmla="*/ 10988 h 11465"/>
                <a:gd name="csX3" fmla="*/ 5733 w 9076"/>
                <a:gd name="csY3" fmla="*/ 11465 h 11465"/>
                <a:gd name="csX4" fmla="*/ 4777 w 9076"/>
                <a:gd name="csY4" fmla="*/ 11465 h 11465"/>
                <a:gd name="csX5" fmla="*/ 5255 w 9076"/>
                <a:gd name="csY5" fmla="*/ 10510 h 11465"/>
                <a:gd name="csX6" fmla="*/ 6688 w 9076"/>
                <a:gd name="csY6" fmla="*/ 9555 h 11465"/>
                <a:gd name="csX7" fmla="*/ 6688 w 9076"/>
                <a:gd name="csY7" fmla="*/ 8599 h 11465"/>
                <a:gd name="csX8" fmla="*/ 5255 w 9076"/>
                <a:gd name="csY8" fmla="*/ 7644 h 11465"/>
                <a:gd name="csX9" fmla="*/ 3344 w 9076"/>
                <a:gd name="csY9" fmla="*/ 4299 h 11465"/>
                <a:gd name="csX10" fmla="*/ 2389 w 9076"/>
                <a:gd name="csY10" fmla="*/ 3344 h 11465"/>
                <a:gd name="csX11" fmla="*/ 1911 w 9076"/>
                <a:gd name="csY11" fmla="*/ 2389 h 11465"/>
                <a:gd name="csX12" fmla="*/ 0 w 9076"/>
                <a:gd name="csY12" fmla="*/ 955 h 11465"/>
                <a:gd name="csX13" fmla="*/ 478 w 9076"/>
                <a:gd name="csY13" fmla="*/ 478 h 11465"/>
                <a:gd name="csX14" fmla="*/ 956 w 9076"/>
                <a:gd name="csY14" fmla="*/ 0 h 11465"/>
                <a:gd name="csX15" fmla="*/ 1911 w 9076"/>
                <a:gd name="csY15" fmla="*/ 478 h 11465"/>
                <a:gd name="csX16" fmla="*/ 4777 w 9076"/>
                <a:gd name="csY16" fmla="*/ 5255 h 11465"/>
                <a:gd name="csX17" fmla="*/ 4777 w 9076"/>
                <a:gd name="csY17" fmla="*/ 5733 h 11465"/>
                <a:gd name="csX18" fmla="*/ 9077 w 9076"/>
                <a:gd name="csY18" fmla="*/ 10032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076" h="11465">
                  <a:moveTo>
                    <a:pt x="9077" y="10032"/>
                  </a:moveTo>
                  <a:lnTo>
                    <a:pt x="9077" y="10988"/>
                  </a:lnTo>
                  <a:lnTo>
                    <a:pt x="7644" y="10988"/>
                  </a:lnTo>
                  <a:lnTo>
                    <a:pt x="5733" y="11465"/>
                  </a:lnTo>
                  <a:lnTo>
                    <a:pt x="4777" y="11465"/>
                  </a:lnTo>
                  <a:lnTo>
                    <a:pt x="5255" y="10510"/>
                  </a:lnTo>
                  <a:lnTo>
                    <a:pt x="6688" y="9555"/>
                  </a:lnTo>
                  <a:lnTo>
                    <a:pt x="6688" y="8599"/>
                  </a:lnTo>
                  <a:lnTo>
                    <a:pt x="5255" y="7644"/>
                  </a:lnTo>
                  <a:lnTo>
                    <a:pt x="3344" y="4299"/>
                  </a:lnTo>
                  <a:lnTo>
                    <a:pt x="2389" y="3344"/>
                  </a:lnTo>
                  <a:lnTo>
                    <a:pt x="1911" y="2389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911" y="478"/>
                  </a:lnTo>
                  <a:lnTo>
                    <a:pt x="4777" y="5255"/>
                  </a:lnTo>
                  <a:lnTo>
                    <a:pt x="4777" y="5733"/>
                  </a:lnTo>
                  <a:lnTo>
                    <a:pt x="9077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8" name="Freeform 2857">
              <a:extLst>
                <a:ext uri="{FF2B5EF4-FFF2-40B4-BE49-F238E27FC236}">
                  <a16:creationId xmlns:a16="http://schemas.microsoft.com/office/drawing/2014/main" id="{D6C2984D-D74A-8EAF-C94C-673328D1C1FB}"/>
                </a:ext>
              </a:extLst>
            </p:cNvPr>
            <p:cNvSpPr/>
            <p:nvPr/>
          </p:nvSpPr>
          <p:spPr>
            <a:xfrm>
              <a:off x="4382861" y="4041233"/>
              <a:ext cx="4299" cy="11943"/>
            </a:xfrm>
            <a:custGeom>
              <a:avLst/>
              <a:gdLst>
                <a:gd name="csX0" fmla="*/ 4299 w 4299"/>
                <a:gd name="csY0" fmla="*/ 956 h 11943"/>
                <a:gd name="csX1" fmla="*/ 4299 w 4299"/>
                <a:gd name="csY1" fmla="*/ 4300 h 11943"/>
                <a:gd name="csX2" fmla="*/ 4299 w 4299"/>
                <a:gd name="csY2" fmla="*/ 7166 h 11943"/>
                <a:gd name="csX3" fmla="*/ 3344 w 4299"/>
                <a:gd name="csY3" fmla="*/ 10510 h 11943"/>
                <a:gd name="csX4" fmla="*/ 2866 w 4299"/>
                <a:gd name="csY4" fmla="*/ 11466 h 11943"/>
                <a:gd name="csX5" fmla="*/ 0 w 4299"/>
                <a:gd name="csY5" fmla="*/ 11943 h 11943"/>
                <a:gd name="csX6" fmla="*/ 0 w 4299"/>
                <a:gd name="csY6" fmla="*/ 11943 h 11943"/>
                <a:gd name="csX7" fmla="*/ 2866 w 4299"/>
                <a:gd name="csY7" fmla="*/ 10510 h 11943"/>
                <a:gd name="csX8" fmla="*/ 3822 w 4299"/>
                <a:gd name="csY8" fmla="*/ 6210 h 11943"/>
                <a:gd name="csX9" fmla="*/ 3822 w 4299"/>
                <a:gd name="csY9" fmla="*/ 4300 h 11943"/>
                <a:gd name="csX10" fmla="*/ 3344 w 4299"/>
                <a:gd name="csY10" fmla="*/ 478 h 11943"/>
                <a:gd name="csX11" fmla="*/ 3344 w 4299"/>
                <a:gd name="csY11" fmla="*/ 0 h 11943"/>
                <a:gd name="csX12" fmla="*/ 4299 w 4299"/>
                <a:gd name="csY12" fmla="*/ 956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11943">
                  <a:moveTo>
                    <a:pt x="4299" y="956"/>
                  </a:moveTo>
                  <a:lnTo>
                    <a:pt x="4299" y="4300"/>
                  </a:lnTo>
                  <a:lnTo>
                    <a:pt x="4299" y="7166"/>
                  </a:lnTo>
                  <a:lnTo>
                    <a:pt x="3344" y="10510"/>
                  </a:lnTo>
                  <a:lnTo>
                    <a:pt x="2866" y="11466"/>
                  </a:lnTo>
                  <a:lnTo>
                    <a:pt x="0" y="11943"/>
                  </a:lnTo>
                  <a:lnTo>
                    <a:pt x="0" y="11943"/>
                  </a:lnTo>
                  <a:lnTo>
                    <a:pt x="2866" y="10510"/>
                  </a:lnTo>
                  <a:lnTo>
                    <a:pt x="3822" y="6210"/>
                  </a:lnTo>
                  <a:lnTo>
                    <a:pt x="3822" y="4300"/>
                  </a:lnTo>
                  <a:lnTo>
                    <a:pt x="3344" y="478"/>
                  </a:lnTo>
                  <a:lnTo>
                    <a:pt x="3344" y="0"/>
                  </a:lnTo>
                  <a:lnTo>
                    <a:pt x="429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9" name="Freeform 2858">
              <a:extLst>
                <a:ext uri="{FF2B5EF4-FFF2-40B4-BE49-F238E27FC236}">
                  <a16:creationId xmlns:a16="http://schemas.microsoft.com/office/drawing/2014/main" id="{E831D34C-05F7-0B97-AD11-F77CB900BC88}"/>
                </a:ext>
              </a:extLst>
            </p:cNvPr>
            <p:cNvSpPr/>
            <p:nvPr/>
          </p:nvSpPr>
          <p:spPr>
            <a:xfrm>
              <a:off x="4381428" y="4732985"/>
              <a:ext cx="2866" cy="477"/>
            </a:xfrm>
            <a:custGeom>
              <a:avLst/>
              <a:gdLst>
                <a:gd name="csX0" fmla="*/ 2867 w 2866"/>
                <a:gd name="csY0" fmla="*/ 478 h 477"/>
                <a:gd name="csX1" fmla="*/ 2867 w 2866"/>
                <a:gd name="csY1" fmla="*/ 478 h 477"/>
                <a:gd name="csX2" fmla="*/ 0 w 2866"/>
                <a:gd name="csY2" fmla="*/ 0 h 477"/>
                <a:gd name="csX3" fmla="*/ 2867 w 2866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477">
                  <a:moveTo>
                    <a:pt x="2867" y="478"/>
                  </a:moveTo>
                  <a:lnTo>
                    <a:pt x="2867" y="478"/>
                  </a:lnTo>
                  <a:lnTo>
                    <a:pt x="0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0" name="Freeform 2859">
              <a:extLst>
                <a:ext uri="{FF2B5EF4-FFF2-40B4-BE49-F238E27FC236}">
                  <a16:creationId xmlns:a16="http://schemas.microsoft.com/office/drawing/2014/main" id="{9252D1E9-C7CC-4FDD-850B-91F6DA3B1701}"/>
                </a:ext>
              </a:extLst>
            </p:cNvPr>
            <p:cNvSpPr/>
            <p:nvPr/>
          </p:nvSpPr>
          <p:spPr>
            <a:xfrm>
              <a:off x="4382383" y="4036933"/>
              <a:ext cx="1433" cy="2388"/>
            </a:xfrm>
            <a:custGeom>
              <a:avLst/>
              <a:gdLst>
                <a:gd name="csX0" fmla="*/ 1433 w 1433"/>
                <a:gd name="csY0" fmla="*/ 1433 h 2388"/>
                <a:gd name="csX1" fmla="*/ 1433 w 1433"/>
                <a:gd name="csY1" fmla="*/ 1911 h 2388"/>
                <a:gd name="csX2" fmla="*/ 956 w 1433"/>
                <a:gd name="csY2" fmla="*/ 2389 h 2388"/>
                <a:gd name="csX3" fmla="*/ 0 w 1433"/>
                <a:gd name="csY3" fmla="*/ 0 h 2388"/>
                <a:gd name="csX4" fmla="*/ 956 w 1433"/>
                <a:gd name="csY4" fmla="*/ 955 h 2388"/>
                <a:gd name="csX5" fmla="*/ 1433 w 1433"/>
                <a:gd name="csY5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2388">
                  <a:moveTo>
                    <a:pt x="1433" y="1433"/>
                  </a:moveTo>
                  <a:lnTo>
                    <a:pt x="1433" y="1911"/>
                  </a:lnTo>
                  <a:lnTo>
                    <a:pt x="956" y="2389"/>
                  </a:lnTo>
                  <a:lnTo>
                    <a:pt x="0" y="0"/>
                  </a:lnTo>
                  <a:lnTo>
                    <a:pt x="956" y="955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1" name="Freeform 2860">
              <a:extLst>
                <a:ext uri="{FF2B5EF4-FFF2-40B4-BE49-F238E27FC236}">
                  <a16:creationId xmlns:a16="http://schemas.microsoft.com/office/drawing/2014/main" id="{3D0BE0C4-B2DB-91A8-BD9D-81A59533507D}"/>
                </a:ext>
              </a:extLst>
            </p:cNvPr>
            <p:cNvSpPr/>
            <p:nvPr/>
          </p:nvSpPr>
          <p:spPr>
            <a:xfrm>
              <a:off x="4375695" y="4293952"/>
              <a:ext cx="7643" cy="4299"/>
            </a:xfrm>
            <a:custGeom>
              <a:avLst/>
              <a:gdLst>
                <a:gd name="csX0" fmla="*/ 7644 w 7643"/>
                <a:gd name="csY0" fmla="*/ 4299 h 4299"/>
                <a:gd name="csX1" fmla="*/ 6688 w 7643"/>
                <a:gd name="csY1" fmla="*/ 4299 h 4299"/>
                <a:gd name="csX2" fmla="*/ 5255 w 7643"/>
                <a:gd name="csY2" fmla="*/ 3822 h 4299"/>
                <a:gd name="csX3" fmla="*/ 1911 w 7643"/>
                <a:gd name="csY3" fmla="*/ 1433 h 4299"/>
                <a:gd name="csX4" fmla="*/ 0 w 7643"/>
                <a:gd name="csY4" fmla="*/ 1433 h 4299"/>
                <a:gd name="csX5" fmla="*/ 478 w 7643"/>
                <a:gd name="csY5" fmla="*/ 0 h 4299"/>
                <a:gd name="csX6" fmla="*/ 1911 w 7643"/>
                <a:gd name="csY6" fmla="*/ 478 h 4299"/>
                <a:gd name="csX7" fmla="*/ 4777 w 7643"/>
                <a:gd name="csY7" fmla="*/ 2389 h 4299"/>
                <a:gd name="csX8" fmla="*/ 5733 w 7643"/>
                <a:gd name="csY8" fmla="*/ 3344 h 4299"/>
                <a:gd name="csX9" fmla="*/ 7644 w 7643"/>
                <a:gd name="csY9" fmla="*/ 429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643" h="4299">
                  <a:moveTo>
                    <a:pt x="7644" y="4299"/>
                  </a:moveTo>
                  <a:lnTo>
                    <a:pt x="6688" y="4299"/>
                  </a:lnTo>
                  <a:lnTo>
                    <a:pt x="5255" y="3822"/>
                  </a:lnTo>
                  <a:lnTo>
                    <a:pt x="1911" y="1433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4777" y="2389"/>
                  </a:lnTo>
                  <a:lnTo>
                    <a:pt x="5733" y="3344"/>
                  </a:lnTo>
                  <a:lnTo>
                    <a:pt x="7644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2" name="Freeform 2861">
              <a:extLst>
                <a:ext uri="{FF2B5EF4-FFF2-40B4-BE49-F238E27FC236}">
                  <a16:creationId xmlns:a16="http://schemas.microsoft.com/office/drawing/2014/main" id="{426C056D-74CD-DE4B-2A2F-2F221D217903}"/>
                </a:ext>
              </a:extLst>
            </p:cNvPr>
            <p:cNvSpPr/>
            <p:nvPr/>
          </p:nvSpPr>
          <p:spPr>
            <a:xfrm>
              <a:off x="4377129" y="4054132"/>
              <a:ext cx="3821" cy="1433"/>
            </a:xfrm>
            <a:custGeom>
              <a:avLst/>
              <a:gdLst>
                <a:gd name="csX0" fmla="*/ 3822 w 3821"/>
                <a:gd name="csY0" fmla="*/ 0 h 1433"/>
                <a:gd name="csX1" fmla="*/ 0 w 3821"/>
                <a:gd name="csY1" fmla="*/ 1433 h 1433"/>
                <a:gd name="csX2" fmla="*/ 0 w 3821"/>
                <a:gd name="csY2" fmla="*/ 1433 h 1433"/>
                <a:gd name="csX3" fmla="*/ 1911 w 3821"/>
                <a:gd name="csY3" fmla="*/ 0 h 1433"/>
                <a:gd name="csX4" fmla="*/ 3822 w 3821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1433">
                  <a:moveTo>
                    <a:pt x="3822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1911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3" name="Freeform 2862">
              <a:extLst>
                <a:ext uri="{FF2B5EF4-FFF2-40B4-BE49-F238E27FC236}">
                  <a16:creationId xmlns:a16="http://schemas.microsoft.com/office/drawing/2014/main" id="{8EDED0AA-8610-40FF-DBD9-2CDBC1262841}"/>
                </a:ext>
              </a:extLst>
            </p:cNvPr>
            <p:cNvSpPr/>
            <p:nvPr/>
          </p:nvSpPr>
          <p:spPr>
            <a:xfrm>
              <a:off x="4373784" y="3838676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1433 w 1433"/>
                <a:gd name="csY1" fmla="*/ 0 h 955"/>
                <a:gd name="csX2" fmla="*/ 478 w 1433"/>
                <a:gd name="csY2" fmla="*/ 478 h 955"/>
                <a:gd name="csX3" fmla="*/ 0 w 1433"/>
                <a:gd name="csY3" fmla="*/ 955 h 955"/>
                <a:gd name="csX4" fmla="*/ 0 w 1433"/>
                <a:gd name="csY4" fmla="*/ 478 h 955"/>
                <a:gd name="csX5" fmla="*/ 0 w 1433"/>
                <a:gd name="csY5" fmla="*/ 0 h 955"/>
                <a:gd name="csX6" fmla="*/ 478 w 1433"/>
                <a:gd name="csY6" fmla="*/ 0 h 955"/>
                <a:gd name="csX7" fmla="*/ 1433 w 1433"/>
                <a:gd name="csY7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1433" y="0"/>
                  </a:lnTo>
                  <a:lnTo>
                    <a:pt x="478" y="478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4" name="Freeform 2863">
              <a:extLst>
                <a:ext uri="{FF2B5EF4-FFF2-40B4-BE49-F238E27FC236}">
                  <a16:creationId xmlns:a16="http://schemas.microsoft.com/office/drawing/2014/main" id="{90B8B0E8-7F4C-0122-9D46-BD1E8AB0A490}"/>
                </a:ext>
              </a:extLst>
            </p:cNvPr>
            <p:cNvSpPr/>
            <p:nvPr/>
          </p:nvSpPr>
          <p:spPr>
            <a:xfrm>
              <a:off x="4280150" y="2711234"/>
              <a:ext cx="94590" cy="64015"/>
            </a:xfrm>
            <a:custGeom>
              <a:avLst/>
              <a:gdLst>
                <a:gd name="csX0" fmla="*/ 93635 w 94590"/>
                <a:gd name="csY0" fmla="*/ 54461 h 64015"/>
                <a:gd name="csX1" fmla="*/ 94590 w 94590"/>
                <a:gd name="csY1" fmla="*/ 56372 h 64015"/>
                <a:gd name="csX2" fmla="*/ 92679 w 94590"/>
                <a:gd name="csY2" fmla="*/ 58283 h 64015"/>
                <a:gd name="csX3" fmla="*/ 88380 w 94590"/>
                <a:gd name="csY3" fmla="*/ 59716 h 64015"/>
                <a:gd name="csX4" fmla="*/ 76437 w 94590"/>
                <a:gd name="csY4" fmla="*/ 58283 h 64015"/>
                <a:gd name="csX5" fmla="*/ 60194 w 94590"/>
                <a:gd name="csY5" fmla="*/ 55417 h 64015"/>
                <a:gd name="csX6" fmla="*/ 50639 w 94590"/>
                <a:gd name="csY6" fmla="*/ 56372 h 64015"/>
                <a:gd name="csX7" fmla="*/ 45862 w 94590"/>
                <a:gd name="csY7" fmla="*/ 57805 h 64015"/>
                <a:gd name="csX8" fmla="*/ 34396 w 94590"/>
                <a:gd name="csY8" fmla="*/ 63060 h 64015"/>
                <a:gd name="csX9" fmla="*/ 30575 w 94590"/>
                <a:gd name="csY9" fmla="*/ 64016 h 64015"/>
                <a:gd name="csX10" fmla="*/ 27230 w 94590"/>
                <a:gd name="csY10" fmla="*/ 64016 h 64015"/>
                <a:gd name="csX11" fmla="*/ 20542 w 94590"/>
                <a:gd name="csY11" fmla="*/ 59716 h 64015"/>
                <a:gd name="csX12" fmla="*/ 18154 w 94590"/>
                <a:gd name="csY12" fmla="*/ 57328 h 64015"/>
                <a:gd name="csX13" fmla="*/ 17676 w 94590"/>
                <a:gd name="csY13" fmla="*/ 55417 h 64015"/>
                <a:gd name="csX14" fmla="*/ 16243 w 94590"/>
                <a:gd name="csY14" fmla="*/ 50162 h 64015"/>
                <a:gd name="csX15" fmla="*/ 14809 w 94590"/>
                <a:gd name="csY15" fmla="*/ 43951 h 64015"/>
                <a:gd name="csX16" fmla="*/ 14332 w 94590"/>
                <a:gd name="csY16" fmla="*/ 38696 h 64015"/>
                <a:gd name="csX17" fmla="*/ 13376 w 94590"/>
                <a:gd name="csY17" fmla="*/ 34874 h 64015"/>
                <a:gd name="csX18" fmla="*/ 11465 w 94590"/>
                <a:gd name="csY18" fmla="*/ 33441 h 64015"/>
                <a:gd name="csX19" fmla="*/ 4777 w 94590"/>
                <a:gd name="csY19" fmla="*/ 32008 h 64015"/>
                <a:gd name="csX20" fmla="*/ 2866 w 94590"/>
                <a:gd name="csY20" fmla="*/ 29619 h 64015"/>
                <a:gd name="csX21" fmla="*/ 1911 w 94590"/>
                <a:gd name="csY21" fmla="*/ 27708 h 64015"/>
                <a:gd name="csX22" fmla="*/ 955 w 94590"/>
                <a:gd name="csY22" fmla="*/ 24842 h 64015"/>
                <a:gd name="csX23" fmla="*/ 955 w 94590"/>
                <a:gd name="csY23" fmla="*/ 21976 h 64015"/>
                <a:gd name="csX24" fmla="*/ 1433 w 94590"/>
                <a:gd name="csY24" fmla="*/ 19109 h 64015"/>
                <a:gd name="csX25" fmla="*/ 1911 w 94590"/>
                <a:gd name="csY25" fmla="*/ 18631 h 64015"/>
                <a:gd name="csX26" fmla="*/ 2389 w 94590"/>
                <a:gd name="csY26" fmla="*/ 18154 h 64015"/>
                <a:gd name="csX27" fmla="*/ 478 w 94590"/>
                <a:gd name="csY27" fmla="*/ 14810 h 64015"/>
                <a:gd name="csX28" fmla="*/ 0 w 94590"/>
                <a:gd name="csY28" fmla="*/ 11465 h 64015"/>
                <a:gd name="csX29" fmla="*/ 0 w 94590"/>
                <a:gd name="csY29" fmla="*/ 6211 h 64015"/>
                <a:gd name="csX30" fmla="*/ 478 w 94590"/>
                <a:gd name="csY30" fmla="*/ 2866 h 64015"/>
                <a:gd name="csX31" fmla="*/ 955 w 94590"/>
                <a:gd name="csY31" fmla="*/ 1433 h 64015"/>
                <a:gd name="csX32" fmla="*/ 1911 w 94590"/>
                <a:gd name="csY32" fmla="*/ 478 h 64015"/>
                <a:gd name="csX33" fmla="*/ 4777 w 94590"/>
                <a:gd name="csY33" fmla="*/ 0 h 64015"/>
                <a:gd name="csX34" fmla="*/ 9077 w 94590"/>
                <a:gd name="csY34" fmla="*/ 0 h 64015"/>
                <a:gd name="csX35" fmla="*/ 14809 w 94590"/>
                <a:gd name="csY35" fmla="*/ 3822 h 64015"/>
                <a:gd name="csX36" fmla="*/ 19109 w 94590"/>
                <a:gd name="csY36" fmla="*/ 4300 h 64015"/>
                <a:gd name="csX37" fmla="*/ 26275 w 94590"/>
                <a:gd name="csY37" fmla="*/ 7166 h 64015"/>
                <a:gd name="csX38" fmla="*/ 29619 w 94590"/>
                <a:gd name="csY38" fmla="*/ 8121 h 64015"/>
                <a:gd name="csX39" fmla="*/ 51117 w 94590"/>
                <a:gd name="csY39" fmla="*/ 6688 h 64015"/>
                <a:gd name="csX40" fmla="*/ 55416 w 94590"/>
                <a:gd name="csY40" fmla="*/ 7644 h 64015"/>
                <a:gd name="csX41" fmla="*/ 69271 w 94590"/>
                <a:gd name="csY41" fmla="*/ 14810 h 64015"/>
                <a:gd name="csX42" fmla="*/ 72615 w 94590"/>
                <a:gd name="csY42" fmla="*/ 17198 h 64015"/>
                <a:gd name="csX43" fmla="*/ 74048 w 94590"/>
                <a:gd name="csY43" fmla="*/ 20542 h 64015"/>
                <a:gd name="csX44" fmla="*/ 75959 w 94590"/>
                <a:gd name="csY44" fmla="*/ 25320 h 64015"/>
                <a:gd name="csX45" fmla="*/ 76437 w 94590"/>
                <a:gd name="csY45" fmla="*/ 26275 h 64015"/>
                <a:gd name="csX46" fmla="*/ 81214 w 94590"/>
                <a:gd name="csY46" fmla="*/ 29142 h 64015"/>
                <a:gd name="csX47" fmla="*/ 83603 w 94590"/>
                <a:gd name="csY47" fmla="*/ 32963 h 64015"/>
                <a:gd name="csX48" fmla="*/ 84080 w 94590"/>
                <a:gd name="csY48" fmla="*/ 34874 h 64015"/>
                <a:gd name="csX49" fmla="*/ 85036 w 94590"/>
                <a:gd name="csY49" fmla="*/ 38696 h 64015"/>
                <a:gd name="csX50" fmla="*/ 87424 w 94590"/>
                <a:gd name="csY50" fmla="*/ 41085 h 64015"/>
                <a:gd name="csX51" fmla="*/ 89813 w 94590"/>
                <a:gd name="csY51" fmla="*/ 42518 h 64015"/>
                <a:gd name="csX52" fmla="*/ 90769 w 94590"/>
                <a:gd name="csY52" fmla="*/ 43951 h 64015"/>
                <a:gd name="csX53" fmla="*/ 90291 w 94590"/>
                <a:gd name="csY53" fmla="*/ 48728 h 64015"/>
                <a:gd name="csX54" fmla="*/ 91246 w 94590"/>
                <a:gd name="csY54" fmla="*/ 51595 h 64015"/>
                <a:gd name="csX55" fmla="*/ 93635 w 94590"/>
                <a:gd name="csY55" fmla="*/ 54461 h 640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</a:cxnLst>
              <a:rect l="l" t="t" r="r" b="b"/>
              <a:pathLst>
                <a:path w="94590" h="64015">
                  <a:moveTo>
                    <a:pt x="93635" y="54461"/>
                  </a:moveTo>
                  <a:lnTo>
                    <a:pt x="94590" y="56372"/>
                  </a:lnTo>
                  <a:lnTo>
                    <a:pt x="92679" y="58283"/>
                  </a:lnTo>
                  <a:lnTo>
                    <a:pt x="88380" y="59716"/>
                  </a:lnTo>
                  <a:lnTo>
                    <a:pt x="76437" y="58283"/>
                  </a:lnTo>
                  <a:lnTo>
                    <a:pt x="60194" y="55417"/>
                  </a:lnTo>
                  <a:lnTo>
                    <a:pt x="50639" y="56372"/>
                  </a:lnTo>
                  <a:lnTo>
                    <a:pt x="45862" y="57805"/>
                  </a:lnTo>
                  <a:lnTo>
                    <a:pt x="34396" y="63060"/>
                  </a:lnTo>
                  <a:lnTo>
                    <a:pt x="30575" y="64016"/>
                  </a:lnTo>
                  <a:lnTo>
                    <a:pt x="27230" y="64016"/>
                  </a:lnTo>
                  <a:lnTo>
                    <a:pt x="20542" y="59716"/>
                  </a:lnTo>
                  <a:lnTo>
                    <a:pt x="18154" y="57328"/>
                  </a:lnTo>
                  <a:lnTo>
                    <a:pt x="17676" y="55417"/>
                  </a:lnTo>
                  <a:lnTo>
                    <a:pt x="16243" y="50162"/>
                  </a:lnTo>
                  <a:lnTo>
                    <a:pt x="14809" y="43951"/>
                  </a:lnTo>
                  <a:lnTo>
                    <a:pt x="14332" y="38696"/>
                  </a:lnTo>
                  <a:lnTo>
                    <a:pt x="13376" y="34874"/>
                  </a:lnTo>
                  <a:lnTo>
                    <a:pt x="11465" y="33441"/>
                  </a:lnTo>
                  <a:lnTo>
                    <a:pt x="4777" y="32008"/>
                  </a:lnTo>
                  <a:lnTo>
                    <a:pt x="2866" y="29619"/>
                  </a:lnTo>
                  <a:lnTo>
                    <a:pt x="1911" y="27708"/>
                  </a:lnTo>
                  <a:lnTo>
                    <a:pt x="955" y="24842"/>
                  </a:lnTo>
                  <a:lnTo>
                    <a:pt x="955" y="21976"/>
                  </a:lnTo>
                  <a:lnTo>
                    <a:pt x="1433" y="19109"/>
                  </a:lnTo>
                  <a:lnTo>
                    <a:pt x="1911" y="18631"/>
                  </a:lnTo>
                  <a:lnTo>
                    <a:pt x="2389" y="18154"/>
                  </a:lnTo>
                  <a:lnTo>
                    <a:pt x="478" y="14810"/>
                  </a:lnTo>
                  <a:lnTo>
                    <a:pt x="0" y="11465"/>
                  </a:lnTo>
                  <a:lnTo>
                    <a:pt x="0" y="6211"/>
                  </a:lnTo>
                  <a:lnTo>
                    <a:pt x="478" y="2866"/>
                  </a:lnTo>
                  <a:lnTo>
                    <a:pt x="955" y="1433"/>
                  </a:lnTo>
                  <a:lnTo>
                    <a:pt x="1911" y="478"/>
                  </a:lnTo>
                  <a:lnTo>
                    <a:pt x="4777" y="0"/>
                  </a:lnTo>
                  <a:lnTo>
                    <a:pt x="9077" y="0"/>
                  </a:lnTo>
                  <a:lnTo>
                    <a:pt x="14809" y="3822"/>
                  </a:lnTo>
                  <a:lnTo>
                    <a:pt x="19109" y="4300"/>
                  </a:lnTo>
                  <a:lnTo>
                    <a:pt x="26275" y="7166"/>
                  </a:lnTo>
                  <a:lnTo>
                    <a:pt x="29619" y="8121"/>
                  </a:lnTo>
                  <a:lnTo>
                    <a:pt x="51117" y="6688"/>
                  </a:lnTo>
                  <a:lnTo>
                    <a:pt x="55416" y="7644"/>
                  </a:lnTo>
                  <a:lnTo>
                    <a:pt x="69271" y="14810"/>
                  </a:lnTo>
                  <a:lnTo>
                    <a:pt x="72615" y="17198"/>
                  </a:lnTo>
                  <a:lnTo>
                    <a:pt x="74048" y="20542"/>
                  </a:lnTo>
                  <a:lnTo>
                    <a:pt x="75959" y="25320"/>
                  </a:lnTo>
                  <a:lnTo>
                    <a:pt x="76437" y="26275"/>
                  </a:lnTo>
                  <a:lnTo>
                    <a:pt x="81214" y="29142"/>
                  </a:lnTo>
                  <a:lnTo>
                    <a:pt x="83603" y="32963"/>
                  </a:lnTo>
                  <a:lnTo>
                    <a:pt x="84080" y="34874"/>
                  </a:lnTo>
                  <a:lnTo>
                    <a:pt x="85036" y="38696"/>
                  </a:lnTo>
                  <a:lnTo>
                    <a:pt x="87424" y="41085"/>
                  </a:lnTo>
                  <a:lnTo>
                    <a:pt x="89813" y="42518"/>
                  </a:lnTo>
                  <a:lnTo>
                    <a:pt x="90769" y="43951"/>
                  </a:lnTo>
                  <a:lnTo>
                    <a:pt x="90291" y="48728"/>
                  </a:lnTo>
                  <a:lnTo>
                    <a:pt x="91246" y="51595"/>
                  </a:lnTo>
                  <a:lnTo>
                    <a:pt x="93635" y="5446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5" name="Freeform 2864">
              <a:extLst>
                <a:ext uri="{FF2B5EF4-FFF2-40B4-BE49-F238E27FC236}">
                  <a16:creationId xmlns:a16="http://schemas.microsoft.com/office/drawing/2014/main" id="{E40ADB84-9445-E6A3-B7CA-E95790525D16}"/>
                </a:ext>
              </a:extLst>
            </p:cNvPr>
            <p:cNvSpPr/>
            <p:nvPr/>
          </p:nvSpPr>
          <p:spPr>
            <a:xfrm>
              <a:off x="4360886" y="4256211"/>
              <a:ext cx="13376" cy="18153"/>
            </a:xfrm>
            <a:custGeom>
              <a:avLst/>
              <a:gdLst>
                <a:gd name="csX0" fmla="*/ 13376 w 13376"/>
                <a:gd name="csY0" fmla="*/ 8599 h 18153"/>
                <a:gd name="csX1" fmla="*/ 13376 w 13376"/>
                <a:gd name="csY1" fmla="*/ 9555 h 18153"/>
                <a:gd name="csX2" fmla="*/ 12899 w 13376"/>
                <a:gd name="csY2" fmla="*/ 13376 h 18153"/>
                <a:gd name="csX3" fmla="*/ 12421 w 13376"/>
                <a:gd name="csY3" fmla="*/ 16243 h 18153"/>
                <a:gd name="csX4" fmla="*/ 12421 w 13376"/>
                <a:gd name="csY4" fmla="*/ 18154 h 18153"/>
                <a:gd name="csX5" fmla="*/ 11466 w 13376"/>
                <a:gd name="csY5" fmla="*/ 17676 h 18153"/>
                <a:gd name="csX6" fmla="*/ 10988 w 13376"/>
                <a:gd name="csY6" fmla="*/ 16243 h 18153"/>
                <a:gd name="csX7" fmla="*/ 9555 w 13376"/>
                <a:gd name="csY7" fmla="*/ 15287 h 18153"/>
                <a:gd name="csX8" fmla="*/ 9555 w 13376"/>
                <a:gd name="csY8" fmla="*/ 14810 h 18153"/>
                <a:gd name="csX9" fmla="*/ 11466 w 13376"/>
                <a:gd name="csY9" fmla="*/ 14810 h 18153"/>
                <a:gd name="csX10" fmla="*/ 11466 w 13376"/>
                <a:gd name="csY10" fmla="*/ 12421 h 18153"/>
                <a:gd name="csX11" fmla="*/ 12421 w 13376"/>
                <a:gd name="csY11" fmla="*/ 10988 h 18153"/>
                <a:gd name="csX12" fmla="*/ 12421 w 13376"/>
                <a:gd name="csY12" fmla="*/ 9077 h 18153"/>
                <a:gd name="csX13" fmla="*/ 10032 w 13376"/>
                <a:gd name="csY13" fmla="*/ 6688 h 18153"/>
                <a:gd name="csX14" fmla="*/ 8599 w 13376"/>
                <a:gd name="csY14" fmla="*/ 5255 h 18153"/>
                <a:gd name="csX15" fmla="*/ 5733 w 13376"/>
                <a:gd name="csY15" fmla="*/ 4300 h 18153"/>
                <a:gd name="csX16" fmla="*/ 3344 w 13376"/>
                <a:gd name="csY16" fmla="*/ 2867 h 18153"/>
                <a:gd name="csX17" fmla="*/ 1911 w 13376"/>
                <a:gd name="csY17" fmla="*/ 2389 h 18153"/>
                <a:gd name="csX18" fmla="*/ 0 w 13376"/>
                <a:gd name="csY18" fmla="*/ 2867 h 18153"/>
                <a:gd name="csX19" fmla="*/ 956 w 13376"/>
                <a:gd name="csY19" fmla="*/ 1911 h 18153"/>
                <a:gd name="csX20" fmla="*/ 1433 w 13376"/>
                <a:gd name="csY20" fmla="*/ 478 h 18153"/>
                <a:gd name="csX21" fmla="*/ 1433 w 13376"/>
                <a:gd name="csY21" fmla="*/ 0 h 18153"/>
                <a:gd name="csX22" fmla="*/ 2867 w 13376"/>
                <a:gd name="csY22" fmla="*/ 1433 h 18153"/>
                <a:gd name="csX23" fmla="*/ 6210 w 13376"/>
                <a:gd name="csY23" fmla="*/ 3822 h 18153"/>
                <a:gd name="csX24" fmla="*/ 9077 w 13376"/>
                <a:gd name="csY24" fmla="*/ 4777 h 18153"/>
                <a:gd name="csX25" fmla="*/ 11943 w 13376"/>
                <a:gd name="csY25" fmla="*/ 7644 h 18153"/>
                <a:gd name="csX26" fmla="*/ 13376 w 13376"/>
                <a:gd name="csY26" fmla="*/ 8599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3376" h="18153">
                  <a:moveTo>
                    <a:pt x="13376" y="8599"/>
                  </a:moveTo>
                  <a:lnTo>
                    <a:pt x="13376" y="9555"/>
                  </a:lnTo>
                  <a:lnTo>
                    <a:pt x="12899" y="13376"/>
                  </a:lnTo>
                  <a:lnTo>
                    <a:pt x="12421" y="16243"/>
                  </a:lnTo>
                  <a:lnTo>
                    <a:pt x="12421" y="18154"/>
                  </a:lnTo>
                  <a:lnTo>
                    <a:pt x="11466" y="17676"/>
                  </a:lnTo>
                  <a:lnTo>
                    <a:pt x="10988" y="16243"/>
                  </a:lnTo>
                  <a:lnTo>
                    <a:pt x="9555" y="15287"/>
                  </a:lnTo>
                  <a:lnTo>
                    <a:pt x="9555" y="14810"/>
                  </a:lnTo>
                  <a:lnTo>
                    <a:pt x="11466" y="14810"/>
                  </a:lnTo>
                  <a:lnTo>
                    <a:pt x="11466" y="12421"/>
                  </a:lnTo>
                  <a:lnTo>
                    <a:pt x="12421" y="10988"/>
                  </a:lnTo>
                  <a:lnTo>
                    <a:pt x="12421" y="9077"/>
                  </a:lnTo>
                  <a:lnTo>
                    <a:pt x="10032" y="6688"/>
                  </a:lnTo>
                  <a:lnTo>
                    <a:pt x="8599" y="5255"/>
                  </a:lnTo>
                  <a:lnTo>
                    <a:pt x="5733" y="4300"/>
                  </a:lnTo>
                  <a:lnTo>
                    <a:pt x="3344" y="2867"/>
                  </a:lnTo>
                  <a:lnTo>
                    <a:pt x="1911" y="2389"/>
                  </a:lnTo>
                  <a:lnTo>
                    <a:pt x="0" y="2867"/>
                  </a:lnTo>
                  <a:lnTo>
                    <a:pt x="956" y="1911"/>
                  </a:lnTo>
                  <a:lnTo>
                    <a:pt x="1433" y="478"/>
                  </a:lnTo>
                  <a:lnTo>
                    <a:pt x="1433" y="0"/>
                  </a:lnTo>
                  <a:lnTo>
                    <a:pt x="2867" y="1433"/>
                  </a:lnTo>
                  <a:lnTo>
                    <a:pt x="6210" y="3822"/>
                  </a:lnTo>
                  <a:lnTo>
                    <a:pt x="9077" y="4777"/>
                  </a:lnTo>
                  <a:lnTo>
                    <a:pt x="11943" y="7644"/>
                  </a:lnTo>
                  <a:lnTo>
                    <a:pt x="13376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6" name="Freeform 2865">
              <a:extLst>
                <a:ext uri="{FF2B5EF4-FFF2-40B4-BE49-F238E27FC236}">
                  <a16:creationId xmlns:a16="http://schemas.microsoft.com/office/drawing/2014/main" id="{BE5C0F90-EE45-ABBB-4697-40C928A8AED7}"/>
                </a:ext>
              </a:extLst>
            </p:cNvPr>
            <p:cNvSpPr/>
            <p:nvPr/>
          </p:nvSpPr>
          <p:spPr>
            <a:xfrm>
              <a:off x="4366141" y="4059386"/>
              <a:ext cx="6210" cy="6688"/>
            </a:xfrm>
            <a:custGeom>
              <a:avLst/>
              <a:gdLst>
                <a:gd name="csX0" fmla="*/ 6210 w 6210"/>
                <a:gd name="csY0" fmla="*/ 0 h 6688"/>
                <a:gd name="csX1" fmla="*/ 3344 w 6210"/>
                <a:gd name="csY1" fmla="*/ 2867 h 6688"/>
                <a:gd name="csX2" fmla="*/ 478 w 6210"/>
                <a:gd name="csY2" fmla="*/ 6688 h 6688"/>
                <a:gd name="csX3" fmla="*/ 0 w 6210"/>
                <a:gd name="csY3" fmla="*/ 6688 h 6688"/>
                <a:gd name="csX4" fmla="*/ 1911 w 6210"/>
                <a:gd name="csY4" fmla="*/ 4300 h 6688"/>
                <a:gd name="csX5" fmla="*/ 5255 w 6210"/>
                <a:gd name="csY5" fmla="*/ 478 h 6688"/>
                <a:gd name="csX6" fmla="*/ 6210 w 6210"/>
                <a:gd name="csY6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6688">
                  <a:moveTo>
                    <a:pt x="6210" y="0"/>
                  </a:moveTo>
                  <a:lnTo>
                    <a:pt x="3344" y="2867"/>
                  </a:lnTo>
                  <a:lnTo>
                    <a:pt x="478" y="6688"/>
                  </a:lnTo>
                  <a:lnTo>
                    <a:pt x="0" y="6688"/>
                  </a:lnTo>
                  <a:lnTo>
                    <a:pt x="1911" y="4300"/>
                  </a:lnTo>
                  <a:lnTo>
                    <a:pt x="5255" y="478"/>
                  </a:lnTo>
                  <a:lnTo>
                    <a:pt x="62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7" name="Freeform 2866">
              <a:extLst>
                <a:ext uri="{FF2B5EF4-FFF2-40B4-BE49-F238E27FC236}">
                  <a16:creationId xmlns:a16="http://schemas.microsoft.com/office/drawing/2014/main" id="{F3BBD8EE-FF92-96F5-27BC-5E75A0A2E356}"/>
                </a:ext>
              </a:extLst>
            </p:cNvPr>
            <p:cNvSpPr/>
            <p:nvPr/>
          </p:nvSpPr>
          <p:spPr>
            <a:xfrm>
              <a:off x="4330311" y="4393797"/>
              <a:ext cx="42040" cy="15287"/>
            </a:xfrm>
            <a:custGeom>
              <a:avLst/>
              <a:gdLst>
                <a:gd name="csX0" fmla="*/ 41562 w 42040"/>
                <a:gd name="csY0" fmla="*/ 10510 h 15287"/>
                <a:gd name="csX1" fmla="*/ 42040 w 42040"/>
                <a:gd name="csY1" fmla="*/ 11466 h 15287"/>
                <a:gd name="csX2" fmla="*/ 40129 w 42040"/>
                <a:gd name="csY2" fmla="*/ 12421 h 15287"/>
                <a:gd name="csX3" fmla="*/ 38218 w 42040"/>
                <a:gd name="csY3" fmla="*/ 12421 h 15287"/>
                <a:gd name="csX4" fmla="*/ 35830 w 42040"/>
                <a:gd name="csY4" fmla="*/ 12421 h 15287"/>
                <a:gd name="csX5" fmla="*/ 33919 w 42040"/>
                <a:gd name="csY5" fmla="*/ 11943 h 15287"/>
                <a:gd name="csX6" fmla="*/ 32963 w 42040"/>
                <a:gd name="csY6" fmla="*/ 11466 h 15287"/>
                <a:gd name="csX7" fmla="*/ 31052 w 42040"/>
                <a:gd name="csY7" fmla="*/ 10988 h 15287"/>
                <a:gd name="csX8" fmla="*/ 31530 w 42040"/>
                <a:gd name="csY8" fmla="*/ 10510 h 15287"/>
                <a:gd name="csX9" fmla="*/ 30575 w 42040"/>
                <a:gd name="csY9" fmla="*/ 10510 h 15287"/>
                <a:gd name="csX10" fmla="*/ 29141 w 42040"/>
                <a:gd name="csY10" fmla="*/ 10510 h 15287"/>
                <a:gd name="csX11" fmla="*/ 28664 w 42040"/>
                <a:gd name="csY11" fmla="*/ 11943 h 15287"/>
                <a:gd name="csX12" fmla="*/ 27708 w 42040"/>
                <a:gd name="csY12" fmla="*/ 12899 h 15287"/>
                <a:gd name="csX13" fmla="*/ 25797 w 42040"/>
                <a:gd name="csY13" fmla="*/ 12899 h 15287"/>
                <a:gd name="csX14" fmla="*/ 24842 w 42040"/>
                <a:gd name="csY14" fmla="*/ 11943 h 15287"/>
                <a:gd name="csX15" fmla="*/ 23886 w 42040"/>
                <a:gd name="csY15" fmla="*/ 12421 h 15287"/>
                <a:gd name="csX16" fmla="*/ 23409 w 42040"/>
                <a:gd name="csY16" fmla="*/ 12899 h 15287"/>
                <a:gd name="csX17" fmla="*/ 22453 w 42040"/>
                <a:gd name="csY17" fmla="*/ 15287 h 15287"/>
                <a:gd name="csX18" fmla="*/ 21020 w 42040"/>
                <a:gd name="csY18" fmla="*/ 14332 h 15287"/>
                <a:gd name="csX19" fmla="*/ 19109 w 42040"/>
                <a:gd name="csY19" fmla="*/ 12899 h 15287"/>
                <a:gd name="csX20" fmla="*/ 17198 w 42040"/>
                <a:gd name="csY20" fmla="*/ 12899 h 15287"/>
                <a:gd name="csX21" fmla="*/ 13376 w 42040"/>
                <a:gd name="csY21" fmla="*/ 12421 h 15287"/>
                <a:gd name="csX22" fmla="*/ 10988 w 42040"/>
                <a:gd name="csY22" fmla="*/ 12421 h 15287"/>
                <a:gd name="csX23" fmla="*/ 9555 w 42040"/>
                <a:gd name="csY23" fmla="*/ 10032 h 15287"/>
                <a:gd name="csX24" fmla="*/ 9077 w 42040"/>
                <a:gd name="csY24" fmla="*/ 9555 h 15287"/>
                <a:gd name="csX25" fmla="*/ 7166 w 42040"/>
                <a:gd name="csY25" fmla="*/ 9077 h 15287"/>
                <a:gd name="csX26" fmla="*/ 5733 w 42040"/>
                <a:gd name="csY26" fmla="*/ 6688 h 15287"/>
                <a:gd name="csX27" fmla="*/ 5255 w 42040"/>
                <a:gd name="csY27" fmla="*/ 6211 h 15287"/>
                <a:gd name="csX28" fmla="*/ 955 w 42040"/>
                <a:gd name="csY28" fmla="*/ 5733 h 15287"/>
                <a:gd name="csX29" fmla="*/ 0 w 42040"/>
                <a:gd name="csY29" fmla="*/ 4300 h 15287"/>
                <a:gd name="csX30" fmla="*/ 0 w 42040"/>
                <a:gd name="csY30" fmla="*/ 3344 h 15287"/>
                <a:gd name="csX31" fmla="*/ 1433 w 42040"/>
                <a:gd name="csY31" fmla="*/ 1911 h 15287"/>
                <a:gd name="csX32" fmla="*/ 2389 w 42040"/>
                <a:gd name="csY32" fmla="*/ 1433 h 15287"/>
                <a:gd name="csX33" fmla="*/ 4777 w 42040"/>
                <a:gd name="csY33" fmla="*/ 1433 h 15287"/>
                <a:gd name="csX34" fmla="*/ 7166 w 42040"/>
                <a:gd name="csY34" fmla="*/ 956 h 15287"/>
                <a:gd name="csX35" fmla="*/ 8121 w 42040"/>
                <a:gd name="csY35" fmla="*/ 478 h 15287"/>
                <a:gd name="csX36" fmla="*/ 9077 w 42040"/>
                <a:gd name="csY36" fmla="*/ 0 h 15287"/>
                <a:gd name="csX37" fmla="*/ 17676 w 42040"/>
                <a:gd name="csY37" fmla="*/ 956 h 15287"/>
                <a:gd name="csX38" fmla="*/ 19587 w 42040"/>
                <a:gd name="csY38" fmla="*/ 956 h 15287"/>
                <a:gd name="csX39" fmla="*/ 21020 w 42040"/>
                <a:gd name="csY39" fmla="*/ 1433 h 15287"/>
                <a:gd name="csX40" fmla="*/ 23886 w 42040"/>
                <a:gd name="csY40" fmla="*/ 1911 h 15287"/>
                <a:gd name="csX41" fmla="*/ 26275 w 42040"/>
                <a:gd name="csY41" fmla="*/ 2389 h 15287"/>
                <a:gd name="csX42" fmla="*/ 27230 w 42040"/>
                <a:gd name="csY42" fmla="*/ 2389 h 15287"/>
                <a:gd name="csX43" fmla="*/ 28186 w 42040"/>
                <a:gd name="csY43" fmla="*/ 2389 h 15287"/>
                <a:gd name="csX44" fmla="*/ 30575 w 42040"/>
                <a:gd name="csY44" fmla="*/ 4300 h 15287"/>
                <a:gd name="csX45" fmla="*/ 32486 w 42040"/>
                <a:gd name="csY45" fmla="*/ 5255 h 15287"/>
                <a:gd name="csX46" fmla="*/ 39174 w 42040"/>
                <a:gd name="csY46" fmla="*/ 7166 h 15287"/>
                <a:gd name="csX47" fmla="*/ 41562 w 42040"/>
                <a:gd name="csY47" fmla="*/ 10510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42040" h="15287">
                  <a:moveTo>
                    <a:pt x="41562" y="10510"/>
                  </a:moveTo>
                  <a:lnTo>
                    <a:pt x="42040" y="11466"/>
                  </a:lnTo>
                  <a:lnTo>
                    <a:pt x="40129" y="12421"/>
                  </a:lnTo>
                  <a:lnTo>
                    <a:pt x="38218" y="12421"/>
                  </a:lnTo>
                  <a:lnTo>
                    <a:pt x="35830" y="12421"/>
                  </a:lnTo>
                  <a:lnTo>
                    <a:pt x="33919" y="11943"/>
                  </a:lnTo>
                  <a:lnTo>
                    <a:pt x="32963" y="11466"/>
                  </a:lnTo>
                  <a:lnTo>
                    <a:pt x="31052" y="10988"/>
                  </a:lnTo>
                  <a:lnTo>
                    <a:pt x="31530" y="10510"/>
                  </a:lnTo>
                  <a:lnTo>
                    <a:pt x="30575" y="10510"/>
                  </a:lnTo>
                  <a:lnTo>
                    <a:pt x="29141" y="10510"/>
                  </a:lnTo>
                  <a:lnTo>
                    <a:pt x="28664" y="11943"/>
                  </a:lnTo>
                  <a:lnTo>
                    <a:pt x="27708" y="12899"/>
                  </a:lnTo>
                  <a:lnTo>
                    <a:pt x="25797" y="12899"/>
                  </a:lnTo>
                  <a:lnTo>
                    <a:pt x="24842" y="11943"/>
                  </a:lnTo>
                  <a:lnTo>
                    <a:pt x="23886" y="12421"/>
                  </a:lnTo>
                  <a:lnTo>
                    <a:pt x="23409" y="12899"/>
                  </a:lnTo>
                  <a:lnTo>
                    <a:pt x="22453" y="15287"/>
                  </a:lnTo>
                  <a:lnTo>
                    <a:pt x="21020" y="14332"/>
                  </a:lnTo>
                  <a:lnTo>
                    <a:pt x="19109" y="12899"/>
                  </a:lnTo>
                  <a:lnTo>
                    <a:pt x="17198" y="12899"/>
                  </a:lnTo>
                  <a:lnTo>
                    <a:pt x="13376" y="12421"/>
                  </a:lnTo>
                  <a:lnTo>
                    <a:pt x="10988" y="12421"/>
                  </a:lnTo>
                  <a:lnTo>
                    <a:pt x="9555" y="10032"/>
                  </a:lnTo>
                  <a:lnTo>
                    <a:pt x="9077" y="9555"/>
                  </a:lnTo>
                  <a:lnTo>
                    <a:pt x="7166" y="9077"/>
                  </a:lnTo>
                  <a:lnTo>
                    <a:pt x="5733" y="6688"/>
                  </a:lnTo>
                  <a:lnTo>
                    <a:pt x="5255" y="6211"/>
                  </a:lnTo>
                  <a:lnTo>
                    <a:pt x="955" y="5733"/>
                  </a:lnTo>
                  <a:lnTo>
                    <a:pt x="0" y="4300"/>
                  </a:lnTo>
                  <a:lnTo>
                    <a:pt x="0" y="3344"/>
                  </a:lnTo>
                  <a:lnTo>
                    <a:pt x="1433" y="1911"/>
                  </a:lnTo>
                  <a:lnTo>
                    <a:pt x="2389" y="1433"/>
                  </a:lnTo>
                  <a:lnTo>
                    <a:pt x="4777" y="1433"/>
                  </a:lnTo>
                  <a:lnTo>
                    <a:pt x="7166" y="956"/>
                  </a:lnTo>
                  <a:lnTo>
                    <a:pt x="8121" y="478"/>
                  </a:lnTo>
                  <a:lnTo>
                    <a:pt x="9077" y="0"/>
                  </a:lnTo>
                  <a:lnTo>
                    <a:pt x="17676" y="956"/>
                  </a:lnTo>
                  <a:lnTo>
                    <a:pt x="19587" y="956"/>
                  </a:lnTo>
                  <a:lnTo>
                    <a:pt x="21020" y="1433"/>
                  </a:lnTo>
                  <a:lnTo>
                    <a:pt x="23886" y="1911"/>
                  </a:lnTo>
                  <a:lnTo>
                    <a:pt x="26275" y="2389"/>
                  </a:lnTo>
                  <a:lnTo>
                    <a:pt x="27230" y="2389"/>
                  </a:lnTo>
                  <a:lnTo>
                    <a:pt x="28186" y="2389"/>
                  </a:lnTo>
                  <a:lnTo>
                    <a:pt x="30575" y="4300"/>
                  </a:lnTo>
                  <a:lnTo>
                    <a:pt x="32486" y="5255"/>
                  </a:lnTo>
                  <a:lnTo>
                    <a:pt x="39174" y="7166"/>
                  </a:lnTo>
                  <a:lnTo>
                    <a:pt x="41562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8" name="Freeform 2867">
              <a:extLst>
                <a:ext uri="{FF2B5EF4-FFF2-40B4-BE49-F238E27FC236}">
                  <a16:creationId xmlns:a16="http://schemas.microsoft.com/office/drawing/2014/main" id="{52623538-A5AD-91EC-34BB-7176BF37AB48}"/>
                </a:ext>
              </a:extLst>
            </p:cNvPr>
            <p:cNvSpPr/>
            <p:nvPr/>
          </p:nvSpPr>
          <p:spPr>
            <a:xfrm>
              <a:off x="4366618" y="3839631"/>
              <a:ext cx="5254" cy="3344"/>
            </a:xfrm>
            <a:custGeom>
              <a:avLst/>
              <a:gdLst>
                <a:gd name="csX0" fmla="*/ 5255 w 5254"/>
                <a:gd name="csY0" fmla="*/ 0 h 3344"/>
                <a:gd name="csX1" fmla="*/ 5255 w 5254"/>
                <a:gd name="csY1" fmla="*/ 956 h 3344"/>
                <a:gd name="csX2" fmla="*/ 3344 w 5254"/>
                <a:gd name="csY2" fmla="*/ 1433 h 3344"/>
                <a:gd name="csX3" fmla="*/ 2866 w 5254"/>
                <a:gd name="csY3" fmla="*/ 2389 h 3344"/>
                <a:gd name="csX4" fmla="*/ 2866 w 5254"/>
                <a:gd name="csY4" fmla="*/ 2867 h 3344"/>
                <a:gd name="csX5" fmla="*/ 1433 w 5254"/>
                <a:gd name="csY5" fmla="*/ 3344 h 3344"/>
                <a:gd name="csX6" fmla="*/ 478 w 5254"/>
                <a:gd name="csY6" fmla="*/ 3344 h 3344"/>
                <a:gd name="csX7" fmla="*/ 478 w 5254"/>
                <a:gd name="csY7" fmla="*/ 3344 h 3344"/>
                <a:gd name="csX8" fmla="*/ 478 w 5254"/>
                <a:gd name="csY8" fmla="*/ 2867 h 3344"/>
                <a:gd name="csX9" fmla="*/ 478 w 5254"/>
                <a:gd name="csY9" fmla="*/ 2867 h 3344"/>
                <a:gd name="csX10" fmla="*/ 0 w 5254"/>
                <a:gd name="csY10" fmla="*/ 2389 h 3344"/>
                <a:gd name="csX11" fmla="*/ 478 w 5254"/>
                <a:gd name="csY11" fmla="*/ 1911 h 3344"/>
                <a:gd name="csX12" fmla="*/ 956 w 5254"/>
                <a:gd name="csY12" fmla="*/ 1433 h 3344"/>
                <a:gd name="csX13" fmla="*/ 1433 w 5254"/>
                <a:gd name="csY13" fmla="*/ 956 h 3344"/>
                <a:gd name="csX14" fmla="*/ 3344 w 5254"/>
                <a:gd name="csY14" fmla="*/ 478 h 3344"/>
                <a:gd name="csX15" fmla="*/ 4300 w 5254"/>
                <a:gd name="csY15" fmla="*/ 478 h 3344"/>
                <a:gd name="csX16" fmla="*/ 5255 w 5254"/>
                <a:gd name="csY16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254" h="3344">
                  <a:moveTo>
                    <a:pt x="5255" y="0"/>
                  </a:moveTo>
                  <a:lnTo>
                    <a:pt x="5255" y="956"/>
                  </a:lnTo>
                  <a:lnTo>
                    <a:pt x="3344" y="1433"/>
                  </a:lnTo>
                  <a:lnTo>
                    <a:pt x="2866" y="2389"/>
                  </a:lnTo>
                  <a:lnTo>
                    <a:pt x="2866" y="2867"/>
                  </a:lnTo>
                  <a:lnTo>
                    <a:pt x="1433" y="3344"/>
                  </a:lnTo>
                  <a:lnTo>
                    <a:pt x="478" y="3344"/>
                  </a:lnTo>
                  <a:lnTo>
                    <a:pt x="478" y="3344"/>
                  </a:lnTo>
                  <a:lnTo>
                    <a:pt x="478" y="2867"/>
                  </a:lnTo>
                  <a:lnTo>
                    <a:pt x="478" y="2867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956" y="1433"/>
                  </a:lnTo>
                  <a:lnTo>
                    <a:pt x="1433" y="956"/>
                  </a:lnTo>
                  <a:lnTo>
                    <a:pt x="3344" y="478"/>
                  </a:lnTo>
                  <a:lnTo>
                    <a:pt x="4300" y="478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9" name="Freeform 2868">
              <a:extLst>
                <a:ext uri="{FF2B5EF4-FFF2-40B4-BE49-F238E27FC236}">
                  <a16:creationId xmlns:a16="http://schemas.microsoft.com/office/drawing/2014/main" id="{E829864C-3F8C-7384-C471-01948687C728}"/>
                </a:ext>
              </a:extLst>
            </p:cNvPr>
            <p:cNvSpPr/>
            <p:nvPr/>
          </p:nvSpPr>
          <p:spPr>
            <a:xfrm>
              <a:off x="4370918" y="3845364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955 w 955"/>
                <a:gd name="csY1" fmla="*/ 478 h 955"/>
                <a:gd name="csX2" fmla="*/ 478 w 955"/>
                <a:gd name="csY2" fmla="*/ 956 h 955"/>
                <a:gd name="csX3" fmla="*/ 0 w 955"/>
                <a:gd name="csY3" fmla="*/ 956 h 955"/>
                <a:gd name="csX4" fmla="*/ 0 w 955"/>
                <a:gd name="csY4" fmla="*/ 478 h 955"/>
                <a:gd name="csX5" fmla="*/ 478 w 955"/>
                <a:gd name="csY5" fmla="*/ 478 h 955"/>
                <a:gd name="csX6" fmla="*/ 955 w 955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955" y="478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0" name="Freeform 2869">
              <a:extLst>
                <a:ext uri="{FF2B5EF4-FFF2-40B4-BE49-F238E27FC236}">
                  <a16:creationId xmlns:a16="http://schemas.microsoft.com/office/drawing/2014/main" id="{57AE7BFC-AFC2-3C28-2519-10744EC8CDE8}"/>
                </a:ext>
              </a:extLst>
            </p:cNvPr>
            <p:cNvSpPr/>
            <p:nvPr/>
          </p:nvSpPr>
          <p:spPr>
            <a:xfrm>
              <a:off x="4364707" y="4726297"/>
              <a:ext cx="5732" cy="4299"/>
            </a:xfrm>
            <a:custGeom>
              <a:avLst/>
              <a:gdLst>
                <a:gd name="csX0" fmla="*/ 5733 w 5732"/>
                <a:gd name="csY0" fmla="*/ 0 h 4299"/>
                <a:gd name="csX1" fmla="*/ 5733 w 5732"/>
                <a:gd name="csY1" fmla="*/ 0 h 4299"/>
                <a:gd name="csX2" fmla="*/ 4300 w 5732"/>
                <a:gd name="csY2" fmla="*/ 956 h 4299"/>
                <a:gd name="csX3" fmla="*/ 3822 w 5732"/>
                <a:gd name="csY3" fmla="*/ 1433 h 4299"/>
                <a:gd name="csX4" fmla="*/ 3822 w 5732"/>
                <a:gd name="csY4" fmla="*/ 2866 h 4299"/>
                <a:gd name="csX5" fmla="*/ 3344 w 5732"/>
                <a:gd name="csY5" fmla="*/ 3344 h 4299"/>
                <a:gd name="csX6" fmla="*/ 1911 w 5732"/>
                <a:gd name="csY6" fmla="*/ 4299 h 4299"/>
                <a:gd name="csX7" fmla="*/ 0 w 5732"/>
                <a:gd name="csY7" fmla="*/ 3822 h 4299"/>
                <a:gd name="csX8" fmla="*/ 0 w 5732"/>
                <a:gd name="csY8" fmla="*/ 3822 h 4299"/>
                <a:gd name="csX9" fmla="*/ 1911 w 5732"/>
                <a:gd name="csY9" fmla="*/ 3822 h 4299"/>
                <a:gd name="csX10" fmla="*/ 3344 w 5732"/>
                <a:gd name="csY10" fmla="*/ 3344 h 4299"/>
                <a:gd name="csX11" fmla="*/ 3344 w 5732"/>
                <a:gd name="csY11" fmla="*/ 2866 h 4299"/>
                <a:gd name="csX12" fmla="*/ 3822 w 5732"/>
                <a:gd name="csY12" fmla="*/ 1433 h 4299"/>
                <a:gd name="csX13" fmla="*/ 4300 w 5732"/>
                <a:gd name="csY13" fmla="*/ 956 h 4299"/>
                <a:gd name="csX14" fmla="*/ 5733 w 5732"/>
                <a:gd name="csY14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732" h="4299">
                  <a:moveTo>
                    <a:pt x="5733" y="0"/>
                  </a:moveTo>
                  <a:lnTo>
                    <a:pt x="5733" y="0"/>
                  </a:lnTo>
                  <a:lnTo>
                    <a:pt x="4300" y="956"/>
                  </a:lnTo>
                  <a:lnTo>
                    <a:pt x="3822" y="1433"/>
                  </a:lnTo>
                  <a:lnTo>
                    <a:pt x="3822" y="2866"/>
                  </a:lnTo>
                  <a:lnTo>
                    <a:pt x="3344" y="3344"/>
                  </a:lnTo>
                  <a:lnTo>
                    <a:pt x="1911" y="4299"/>
                  </a:lnTo>
                  <a:lnTo>
                    <a:pt x="0" y="3822"/>
                  </a:lnTo>
                  <a:lnTo>
                    <a:pt x="0" y="3822"/>
                  </a:lnTo>
                  <a:lnTo>
                    <a:pt x="1911" y="3822"/>
                  </a:lnTo>
                  <a:lnTo>
                    <a:pt x="3344" y="3344"/>
                  </a:lnTo>
                  <a:lnTo>
                    <a:pt x="3344" y="2866"/>
                  </a:lnTo>
                  <a:lnTo>
                    <a:pt x="3822" y="1433"/>
                  </a:lnTo>
                  <a:lnTo>
                    <a:pt x="4300" y="956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1" name="Freeform 2870">
              <a:extLst>
                <a:ext uri="{FF2B5EF4-FFF2-40B4-BE49-F238E27FC236}">
                  <a16:creationId xmlns:a16="http://schemas.microsoft.com/office/drawing/2014/main" id="{9852415A-E62D-041F-55EC-1808E667FA8B}"/>
                </a:ext>
              </a:extLst>
            </p:cNvPr>
            <p:cNvSpPr/>
            <p:nvPr/>
          </p:nvSpPr>
          <p:spPr>
            <a:xfrm>
              <a:off x="4358975" y="4778369"/>
              <a:ext cx="7643" cy="3822"/>
            </a:xfrm>
            <a:custGeom>
              <a:avLst/>
              <a:gdLst>
                <a:gd name="csX0" fmla="*/ 7644 w 7643"/>
                <a:gd name="csY0" fmla="*/ 0 h 3822"/>
                <a:gd name="csX1" fmla="*/ 4299 w 7643"/>
                <a:gd name="csY1" fmla="*/ 2389 h 3822"/>
                <a:gd name="csX2" fmla="*/ 0 w 7643"/>
                <a:gd name="csY2" fmla="*/ 3822 h 3822"/>
                <a:gd name="csX3" fmla="*/ 4299 w 7643"/>
                <a:gd name="csY3" fmla="*/ 2389 h 3822"/>
                <a:gd name="csX4" fmla="*/ 7644 w 7643"/>
                <a:gd name="csY4" fmla="*/ 0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3822">
                  <a:moveTo>
                    <a:pt x="7644" y="0"/>
                  </a:moveTo>
                  <a:lnTo>
                    <a:pt x="4299" y="2389"/>
                  </a:lnTo>
                  <a:lnTo>
                    <a:pt x="0" y="3822"/>
                  </a:lnTo>
                  <a:lnTo>
                    <a:pt x="4299" y="2389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2" name="Freeform 2871">
              <a:extLst>
                <a:ext uri="{FF2B5EF4-FFF2-40B4-BE49-F238E27FC236}">
                  <a16:creationId xmlns:a16="http://schemas.microsoft.com/office/drawing/2014/main" id="{5A439D7B-BF26-AD67-0062-8F2E902C702B}"/>
                </a:ext>
              </a:extLst>
            </p:cNvPr>
            <p:cNvSpPr/>
            <p:nvPr/>
          </p:nvSpPr>
          <p:spPr>
            <a:xfrm>
              <a:off x="4363274" y="4064642"/>
              <a:ext cx="2388" cy="955"/>
            </a:xfrm>
            <a:custGeom>
              <a:avLst/>
              <a:gdLst>
                <a:gd name="csX0" fmla="*/ 2389 w 2388"/>
                <a:gd name="csY0" fmla="*/ 956 h 955"/>
                <a:gd name="csX1" fmla="*/ 1911 w 2388"/>
                <a:gd name="csY1" fmla="*/ 956 h 955"/>
                <a:gd name="csX2" fmla="*/ 1433 w 2388"/>
                <a:gd name="csY2" fmla="*/ 956 h 955"/>
                <a:gd name="csX3" fmla="*/ 0 w 2388"/>
                <a:gd name="csY3" fmla="*/ 478 h 955"/>
                <a:gd name="csX4" fmla="*/ 0 w 2388"/>
                <a:gd name="csY4" fmla="*/ 0 h 955"/>
                <a:gd name="csX5" fmla="*/ 956 w 2388"/>
                <a:gd name="csY5" fmla="*/ 0 h 955"/>
                <a:gd name="csX6" fmla="*/ 2389 w 2388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955">
                  <a:moveTo>
                    <a:pt x="2389" y="956"/>
                  </a:moveTo>
                  <a:lnTo>
                    <a:pt x="1911" y="956"/>
                  </a:lnTo>
                  <a:lnTo>
                    <a:pt x="1433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3" name="Freeform 2872">
              <a:extLst>
                <a:ext uri="{FF2B5EF4-FFF2-40B4-BE49-F238E27FC236}">
                  <a16:creationId xmlns:a16="http://schemas.microsoft.com/office/drawing/2014/main" id="{E0E5270A-20E7-9189-BA0C-731A5B159114}"/>
                </a:ext>
              </a:extLst>
            </p:cNvPr>
            <p:cNvSpPr/>
            <p:nvPr/>
          </p:nvSpPr>
          <p:spPr>
            <a:xfrm>
              <a:off x="4360408" y="3841064"/>
              <a:ext cx="3344" cy="1910"/>
            </a:xfrm>
            <a:custGeom>
              <a:avLst/>
              <a:gdLst>
                <a:gd name="csX0" fmla="*/ 3344 w 3344"/>
                <a:gd name="csY0" fmla="*/ 0 h 1910"/>
                <a:gd name="csX1" fmla="*/ 3344 w 3344"/>
                <a:gd name="csY1" fmla="*/ 478 h 1910"/>
                <a:gd name="csX2" fmla="*/ 2389 w 3344"/>
                <a:gd name="csY2" fmla="*/ 1911 h 1910"/>
                <a:gd name="csX3" fmla="*/ 1433 w 3344"/>
                <a:gd name="csY3" fmla="*/ 1911 h 1910"/>
                <a:gd name="csX4" fmla="*/ 478 w 3344"/>
                <a:gd name="csY4" fmla="*/ 1911 h 1910"/>
                <a:gd name="csX5" fmla="*/ 0 w 3344"/>
                <a:gd name="csY5" fmla="*/ 1433 h 1910"/>
                <a:gd name="csX6" fmla="*/ 478 w 3344"/>
                <a:gd name="csY6" fmla="*/ 1433 h 1910"/>
                <a:gd name="csX7" fmla="*/ 956 w 3344"/>
                <a:gd name="csY7" fmla="*/ 955 h 1910"/>
                <a:gd name="csX8" fmla="*/ 3344 w 3344"/>
                <a:gd name="csY8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1910">
                  <a:moveTo>
                    <a:pt x="3344" y="0"/>
                  </a:moveTo>
                  <a:lnTo>
                    <a:pt x="3344" y="478"/>
                  </a:lnTo>
                  <a:lnTo>
                    <a:pt x="2389" y="1911"/>
                  </a:lnTo>
                  <a:lnTo>
                    <a:pt x="1433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1433"/>
                  </a:lnTo>
                  <a:lnTo>
                    <a:pt x="956" y="955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4" name="Freeform 2873">
              <a:extLst>
                <a:ext uri="{FF2B5EF4-FFF2-40B4-BE49-F238E27FC236}">
                  <a16:creationId xmlns:a16="http://schemas.microsoft.com/office/drawing/2014/main" id="{A03E23B8-448E-E5B3-D7C5-A8D6D2E0F3F2}"/>
                </a:ext>
              </a:extLst>
            </p:cNvPr>
            <p:cNvSpPr/>
            <p:nvPr/>
          </p:nvSpPr>
          <p:spPr>
            <a:xfrm>
              <a:off x="4349420" y="3226226"/>
              <a:ext cx="14331" cy="11943"/>
            </a:xfrm>
            <a:custGeom>
              <a:avLst/>
              <a:gdLst>
                <a:gd name="csX0" fmla="*/ 11943 w 14331"/>
                <a:gd name="csY0" fmla="*/ 4300 h 11943"/>
                <a:gd name="csX1" fmla="*/ 14332 w 14331"/>
                <a:gd name="csY1" fmla="*/ 7166 h 11943"/>
                <a:gd name="csX2" fmla="*/ 13854 w 14331"/>
                <a:gd name="csY2" fmla="*/ 11465 h 11943"/>
                <a:gd name="csX3" fmla="*/ 11465 w 14331"/>
                <a:gd name="csY3" fmla="*/ 11943 h 11943"/>
                <a:gd name="csX4" fmla="*/ 9077 w 14331"/>
                <a:gd name="csY4" fmla="*/ 10988 h 11943"/>
                <a:gd name="csX5" fmla="*/ 6210 w 14331"/>
                <a:gd name="csY5" fmla="*/ 9077 h 11943"/>
                <a:gd name="csX6" fmla="*/ 0 w 14331"/>
                <a:gd name="csY6" fmla="*/ 3822 h 11943"/>
                <a:gd name="csX7" fmla="*/ 4777 w 14331"/>
                <a:gd name="csY7" fmla="*/ 0 h 11943"/>
                <a:gd name="csX8" fmla="*/ 11943 w 14331"/>
                <a:gd name="csY8" fmla="*/ 4300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1" h="11943">
                  <a:moveTo>
                    <a:pt x="11943" y="4300"/>
                  </a:moveTo>
                  <a:lnTo>
                    <a:pt x="14332" y="7166"/>
                  </a:lnTo>
                  <a:lnTo>
                    <a:pt x="13854" y="11465"/>
                  </a:lnTo>
                  <a:lnTo>
                    <a:pt x="11465" y="11943"/>
                  </a:lnTo>
                  <a:lnTo>
                    <a:pt x="9077" y="10988"/>
                  </a:lnTo>
                  <a:lnTo>
                    <a:pt x="6210" y="9077"/>
                  </a:lnTo>
                  <a:lnTo>
                    <a:pt x="0" y="3822"/>
                  </a:lnTo>
                  <a:lnTo>
                    <a:pt x="4777" y="0"/>
                  </a:lnTo>
                  <a:lnTo>
                    <a:pt x="11943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5" name="Freeform 2874">
              <a:extLst>
                <a:ext uri="{FF2B5EF4-FFF2-40B4-BE49-F238E27FC236}">
                  <a16:creationId xmlns:a16="http://schemas.microsoft.com/office/drawing/2014/main" id="{A34F9169-642C-7EFD-F030-A773F3665B16}"/>
                </a:ext>
              </a:extLst>
            </p:cNvPr>
            <p:cNvSpPr/>
            <p:nvPr/>
          </p:nvSpPr>
          <p:spPr>
            <a:xfrm>
              <a:off x="4349420" y="2961564"/>
              <a:ext cx="13853" cy="15765"/>
            </a:xfrm>
            <a:custGeom>
              <a:avLst/>
              <a:gdLst>
                <a:gd name="csX0" fmla="*/ 13854 w 13853"/>
                <a:gd name="csY0" fmla="*/ 3822 h 15765"/>
                <a:gd name="csX1" fmla="*/ 13854 w 13853"/>
                <a:gd name="csY1" fmla="*/ 4777 h 15765"/>
                <a:gd name="csX2" fmla="*/ 13376 w 13853"/>
                <a:gd name="csY2" fmla="*/ 5733 h 15765"/>
                <a:gd name="csX3" fmla="*/ 10988 w 13853"/>
                <a:gd name="csY3" fmla="*/ 9077 h 15765"/>
                <a:gd name="csX4" fmla="*/ 10032 w 13853"/>
                <a:gd name="csY4" fmla="*/ 10988 h 15765"/>
                <a:gd name="csX5" fmla="*/ 9077 w 13853"/>
                <a:gd name="csY5" fmla="*/ 13854 h 15765"/>
                <a:gd name="csX6" fmla="*/ 7644 w 13853"/>
                <a:gd name="csY6" fmla="*/ 15287 h 15765"/>
                <a:gd name="csX7" fmla="*/ 4777 w 13853"/>
                <a:gd name="csY7" fmla="*/ 15765 h 15765"/>
                <a:gd name="csX8" fmla="*/ 2866 w 13853"/>
                <a:gd name="csY8" fmla="*/ 15765 h 15765"/>
                <a:gd name="csX9" fmla="*/ 1911 w 13853"/>
                <a:gd name="csY9" fmla="*/ 14332 h 15765"/>
                <a:gd name="csX10" fmla="*/ 955 w 13853"/>
                <a:gd name="csY10" fmla="*/ 12899 h 15765"/>
                <a:gd name="csX11" fmla="*/ 0 w 13853"/>
                <a:gd name="csY11" fmla="*/ 8599 h 15765"/>
                <a:gd name="csX12" fmla="*/ 0 w 13853"/>
                <a:gd name="csY12" fmla="*/ 6688 h 15765"/>
                <a:gd name="csX13" fmla="*/ 478 w 13853"/>
                <a:gd name="csY13" fmla="*/ 3344 h 15765"/>
                <a:gd name="csX14" fmla="*/ 478 w 13853"/>
                <a:gd name="csY14" fmla="*/ 1911 h 15765"/>
                <a:gd name="csX15" fmla="*/ 955 w 13853"/>
                <a:gd name="csY15" fmla="*/ 1433 h 15765"/>
                <a:gd name="csX16" fmla="*/ 3822 w 13853"/>
                <a:gd name="csY16" fmla="*/ 0 h 15765"/>
                <a:gd name="csX17" fmla="*/ 5255 w 13853"/>
                <a:gd name="csY17" fmla="*/ 0 h 15765"/>
                <a:gd name="csX18" fmla="*/ 7644 w 13853"/>
                <a:gd name="csY18" fmla="*/ 1433 h 15765"/>
                <a:gd name="csX19" fmla="*/ 12421 w 13853"/>
                <a:gd name="csY19" fmla="*/ 1911 h 15765"/>
                <a:gd name="csX20" fmla="*/ 13376 w 13853"/>
                <a:gd name="csY20" fmla="*/ 3344 h 15765"/>
                <a:gd name="csX21" fmla="*/ 13854 w 13853"/>
                <a:gd name="csY21" fmla="*/ 3822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3853" h="15765">
                  <a:moveTo>
                    <a:pt x="13854" y="3822"/>
                  </a:moveTo>
                  <a:lnTo>
                    <a:pt x="13854" y="4777"/>
                  </a:lnTo>
                  <a:lnTo>
                    <a:pt x="13376" y="5733"/>
                  </a:lnTo>
                  <a:lnTo>
                    <a:pt x="10988" y="9077"/>
                  </a:lnTo>
                  <a:lnTo>
                    <a:pt x="10032" y="10988"/>
                  </a:lnTo>
                  <a:lnTo>
                    <a:pt x="9077" y="13854"/>
                  </a:lnTo>
                  <a:lnTo>
                    <a:pt x="7644" y="15287"/>
                  </a:lnTo>
                  <a:lnTo>
                    <a:pt x="4777" y="15765"/>
                  </a:lnTo>
                  <a:lnTo>
                    <a:pt x="2866" y="15765"/>
                  </a:lnTo>
                  <a:lnTo>
                    <a:pt x="1911" y="14332"/>
                  </a:lnTo>
                  <a:lnTo>
                    <a:pt x="955" y="12899"/>
                  </a:lnTo>
                  <a:lnTo>
                    <a:pt x="0" y="8599"/>
                  </a:lnTo>
                  <a:lnTo>
                    <a:pt x="0" y="6688"/>
                  </a:lnTo>
                  <a:lnTo>
                    <a:pt x="478" y="3344"/>
                  </a:lnTo>
                  <a:lnTo>
                    <a:pt x="478" y="1911"/>
                  </a:lnTo>
                  <a:lnTo>
                    <a:pt x="955" y="1433"/>
                  </a:lnTo>
                  <a:lnTo>
                    <a:pt x="3822" y="0"/>
                  </a:lnTo>
                  <a:lnTo>
                    <a:pt x="5255" y="0"/>
                  </a:lnTo>
                  <a:lnTo>
                    <a:pt x="7644" y="1433"/>
                  </a:lnTo>
                  <a:lnTo>
                    <a:pt x="12421" y="1911"/>
                  </a:lnTo>
                  <a:lnTo>
                    <a:pt x="13376" y="3344"/>
                  </a:lnTo>
                  <a:lnTo>
                    <a:pt x="1385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6" name="Freeform 2875">
              <a:extLst>
                <a:ext uri="{FF2B5EF4-FFF2-40B4-BE49-F238E27FC236}">
                  <a16:creationId xmlns:a16="http://schemas.microsoft.com/office/drawing/2014/main" id="{66CD7EB8-1DE3-7066-6099-8BB35DAAAB64}"/>
                </a:ext>
              </a:extLst>
            </p:cNvPr>
            <p:cNvSpPr/>
            <p:nvPr/>
          </p:nvSpPr>
          <p:spPr>
            <a:xfrm>
              <a:off x="4361364" y="4729641"/>
              <a:ext cx="1910" cy="477"/>
            </a:xfrm>
            <a:custGeom>
              <a:avLst/>
              <a:gdLst>
                <a:gd name="csX0" fmla="*/ 1911 w 1910"/>
                <a:gd name="csY0" fmla="*/ 0 h 477"/>
                <a:gd name="csX1" fmla="*/ 1911 w 1910"/>
                <a:gd name="csY1" fmla="*/ 0 h 477"/>
                <a:gd name="csX2" fmla="*/ 955 w 1910"/>
                <a:gd name="csY2" fmla="*/ 0 h 477"/>
                <a:gd name="csX3" fmla="*/ 478 w 1910"/>
                <a:gd name="csY3" fmla="*/ 478 h 477"/>
                <a:gd name="csX4" fmla="*/ 0 w 1910"/>
                <a:gd name="csY4" fmla="*/ 478 h 477"/>
                <a:gd name="csX5" fmla="*/ 478 w 1910"/>
                <a:gd name="csY5" fmla="*/ 478 h 477"/>
                <a:gd name="csX6" fmla="*/ 478 w 1910"/>
                <a:gd name="csY6" fmla="*/ 0 h 477"/>
                <a:gd name="csX7" fmla="*/ 1911 w 1910"/>
                <a:gd name="csY7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477">
                  <a:moveTo>
                    <a:pt x="1911" y="0"/>
                  </a:moveTo>
                  <a:lnTo>
                    <a:pt x="1911" y="0"/>
                  </a:lnTo>
                  <a:lnTo>
                    <a:pt x="955" y="0"/>
                  </a:lnTo>
                  <a:lnTo>
                    <a:pt x="478" y="478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7" name="Freeform 2876">
              <a:extLst>
                <a:ext uri="{FF2B5EF4-FFF2-40B4-BE49-F238E27FC236}">
                  <a16:creationId xmlns:a16="http://schemas.microsoft.com/office/drawing/2014/main" id="{3E5DC594-A562-A81F-BDDC-A9B3754249E1}"/>
                </a:ext>
              </a:extLst>
            </p:cNvPr>
            <p:cNvSpPr/>
            <p:nvPr/>
          </p:nvSpPr>
          <p:spPr>
            <a:xfrm>
              <a:off x="4337955" y="4228503"/>
              <a:ext cx="18153" cy="21020"/>
            </a:xfrm>
            <a:custGeom>
              <a:avLst/>
              <a:gdLst>
                <a:gd name="csX0" fmla="*/ 17676 w 18153"/>
                <a:gd name="csY0" fmla="*/ 8121 h 21020"/>
                <a:gd name="csX1" fmla="*/ 18154 w 18153"/>
                <a:gd name="csY1" fmla="*/ 12421 h 21020"/>
                <a:gd name="csX2" fmla="*/ 15287 w 18153"/>
                <a:gd name="csY2" fmla="*/ 14332 h 21020"/>
                <a:gd name="csX3" fmla="*/ 14809 w 18153"/>
                <a:gd name="csY3" fmla="*/ 20065 h 21020"/>
                <a:gd name="csX4" fmla="*/ 14332 w 18153"/>
                <a:gd name="csY4" fmla="*/ 21020 h 21020"/>
                <a:gd name="csX5" fmla="*/ 13854 w 18153"/>
                <a:gd name="csY5" fmla="*/ 21020 h 21020"/>
                <a:gd name="csX6" fmla="*/ 12421 w 18153"/>
                <a:gd name="csY6" fmla="*/ 19109 h 21020"/>
                <a:gd name="csX7" fmla="*/ 10988 w 18153"/>
                <a:gd name="csY7" fmla="*/ 18632 h 21020"/>
                <a:gd name="csX8" fmla="*/ 12899 w 18153"/>
                <a:gd name="csY8" fmla="*/ 17198 h 21020"/>
                <a:gd name="csX9" fmla="*/ 13854 w 18153"/>
                <a:gd name="csY9" fmla="*/ 15765 h 21020"/>
                <a:gd name="csX10" fmla="*/ 13854 w 18153"/>
                <a:gd name="csY10" fmla="*/ 13376 h 21020"/>
                <a:gd name="csX11" fmla="*/ 14332 w 18153"/>
                <a:gd name="csY11" fmla="*/ 11943 h 21020"/>
                <a:gd name="csX12" fmla="*/ 14332 w 18153"/>
                <a:gd name="csY12" fmla="*/ 10510 h 21020"/>
                <a:gd name="csX13" fmla="*/ 14809 w 18153"/>
                <a:gd name="csY13" fmla="*/ 9077 h 21020"/>
                <a:gd name="csX14" fmla="*/ 13854 w 18153"/>
                <a:gd name="csY14" fmla="*/ 7644 h 21020"/>
                <a:gd name="csX15" fmla="*/ 12421 w 18153"/>
                <a:gd name="csY15" fmla="*/ 6688 h 21020"/>
                <a:gd name="csX16" fmla="*/ 8599 w 18153"/>
                <a:gd name="csY16" fmla="*/ 1911 h 21020"/>
                <a:gd name="csX17" fmla="*/ 2866 w 18153"/>
                <a:gd name="csY17" fmla="*/ 956 h 21020"/>
                <a:gd name="csX18" fmla="*/ 0 w 18153"/>
                <a:gd name="csY18" fmla="*/ 956 h 21020"/>
                <a:gd name="csX19" fmla="*/ 1911 w 18153"/>
                <a:gd name="csY19" fmla="*/ 0 h 21020"/>
                <a:gd name="csX20" fmla="*/ 3344 w 18153"/>
                <a:gd name="csY20" fmla="*/ 0 h 21020"/>
                <a:gd name="csX21" fmla="*/ 5255 w 18153"/>
                <a:gd name="csY21" fmla="*/ 478 h 21020"/>
                <a:gd name="csX22" fmla="*/ 8121 w 18153"/>
                <a:gd name="csY22" fmla="*/ 956 h 21020"/>
                <a:gd name="csX23" fmla="*/ 10032 w 18153"/>
                <a:gd name="csY23" fmla="*/ 1911 h 21020"/>
                <a:gd name="csX24" fmla="*/ 11466 w 18153"/>
                <a:gd name="csY24" fmla="*/ 3822 h 21020"/>
                <a:gd name="csX25" fmla="*/ 12899 w 18153"/>
                <a:gd name="csY25" fmla="*/ 4777 h 21020"/>
                <a:gd name="csX26" fmla="*/ 13376 w 18153"/>
                <a:gd name="csY26" fmla="*/ 5255 h 21020"/>
                <a:gd name="csX27" fmla="*/ 13376 w 18153"/>
                <a:gd name="csY27" fmla="*/ 5733 h 21020"/>
                <a:gd name="csX28" fmla="*/ 13854 w 18153"/>
                <a:gd name="csY28" fmla="*/ 6210 h 21020"/>
                <a:gd name="csX29" fmla="*/ 15765 w 18153"/>
                <a:gd name="csY29" fmla="*/ 7166 h 21020"/>
                <a:gd name="csX30" fmla="*/ 17676 w 18153"/>
                <a:gd name="csY30" fmla="*/ 8121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18153" h="21020">
                  <a:moveTo>
                    <a:pt x="17676" y="8121"/>
                  </a:moveTo>
                  <a:lnTo>
                    <a:pt x="18154" y="12421"/>
                  </a:lnTo>
                  <a:lnTo>
                    <a:pt x="15287" y="14332"/>
                  </a:lnTo>
                  <a:lnTo>
                    <a:pt x="14809" y="20065"/>
                  </a:lnTo>
                  <a:lnTo>
                    <a:pt x="14332" y="21020"/>
                  </a:lnTo>
                  <a:lnTo>
                    <a:pt x="13854" y="21020"/>
                  </a:lnTo>
                  <a:lnTo>
                    <a:pt x="12421" y="19109"/>
                  </a:lnTo>
                  <a:lnTo>
                    <a:pt x="10988" y="18632"/>
                  </a:lnTo>
                  <a:lnTo>
                    <a:pt x="12899" y="17198"/>
                  </a:lnTo>
                  <a:lnTo>
                    <a:pt x="13854" y="15765"/>
                  </a:lnTo>
                  <a:lnTo>
                    <a:pt x="13854" y="13376"/>
                  </a:lnTo>
                  <a:lnTo>
                    <a:pt x="14332" y="11943"/>
                  </a:lnTo>
                  <a:lnTo>
                    <a:pt x="14332" y="10510"/>
                  </a:lnTo>
                  <a:lnTo>
                    <a:pt x="14809" y="9077"/>
                  </a:lnTo>
                  <a:lnTo>
                    <a:pt x="13854" y="7644"/>
                  </a:lnTo>
                  <a:lnTo>
                    <a:pt x="12421" y="6688"/>
                  </a:lnTo>
                  <a:lnTo>
                    <a:pt x="8599" y="1911"/>
                  </a:lnTo>
                  <a:lnTo>
                    <a:pt x="2866" y="956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3344" y="0"/>
                  </a:lnTo>
                  <a:lnTo>
                    <a:pt x="5255" y="478"/>
                  </a:lnTo>
                  <a:lnTo>
                    <a:pt x="8121" y="956"/>
                  </a:lnTo>
                  <a:lnTo>
                    <a:pt x="10032" y="1911"/>
                  </a:lnTo>
                  <a:lnTo>
                    <a:pt x="11466" y="3822"/>
                  </a:lnTo>
                  <a:lnTo>
                    <a:pt x="12899" y="4777"/>
                  </a:lnTo>
                  <a:lnTo>
                    <a:pt x="13376" y="5255"/>
                  </a:lnTo>
                  <a:lnTo>
                    <a:pt x="13376" y="5733"/>
                  </a:lnTo>
                  <a:lnTo>
                    <a:pt x="13854" y="6210"/>
                  </a:lnTo>
                  <a:lnTo>
                    <a:pt x="15765" y="7166"/>
                  </a:lnTo>
                  <a:lnTo>
                    <a:pt x="17676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8" name="Freeform 2877">
              <a:extLst>
                <a:ext uri="{FF2B5EF4-FFF2-40B4-BE49-F238E27FC236}">
                  <a16:creationId xmlns:a16="http://schemas.microsoft.com/office/drawing/2014/main" id="{99882A75-98DE-A2F5-0611-B40CA65292AE}"/>
                </a:ext>
              </a:extLst>
            </p:cNvPr>
            <p:cNvSpPr/>
            <p:nvPr/>
          </p:nvSpPr>
          <p:spPr>
            <a:xfrm>
              <a:off x="4237154" y="4560525"/>
              <a:ext cx="115610" cy="43473"/>
            </a:xfrm>
            <a:custGeom>
              <a:avLst/>
              <a:gdLst>
                <a:gd name="csX0" fmla="*/ 115610 w 115610"/>
                <a:gd name="csY0" fmla="*/ 28186 h 43473"/>
                <a:gd name="csX1" fmla="*/ 115610 w 115610"/>
                <a:gd name="csY1" fmla="*/ 29619 h 43473"/>
                <a:gd name="csX2" fmla="*/ 115133 w 115610"/>
                <a:gd name="csY2" fmla="*/ 30097 h 43473"/>
                <a:gd name="csX3" fmla="*/ 114177 w 115610"/>
                <a:gd name="csY3" fmla="*/ 30575 h 43473"/>
                <a:gd name="csX4" fmla="*/ 112744 w 115610"/>
                <a:gd name="csY4" fmla="*/ 32008 h 43473"/>
                <a:gd name="csX5" fmla="*/ 112744 w 115610"/>
                <a:gd name="csY5" fmla="*/ 32008 h 43473"/>
                <a:gd name="csX6" fmla="*/ 112266 w 115610"/>
                <a:gd name="csY6" fmla="*/ 33441 h 43473"/>
                <a:gd name="csX7" fmla="*/ 112266 w 115610"/>
                <a:gd name="csY7" fmla="*/ 33441 h 43473"/>
                <a:gd name="csX8" fmla="*/ 112744 w 115610"/>
                <a:gd name="csY8" fmla="*/ 34397 h 43473"/>
                <a:gd name="csX9" fmla="*/ 108922 w 115610"/>
                <a:gd name="csY9" fmla="*/ 36785 h 43473"/>
                <a:gd name="csX10" fmla="*/ 107967 w 115610"/>
                <a:gd name="csY10" fmla="*/ 37263 h 43473"/>
                <a:gd name="csX11" fmla="*/ 107489 w 115610"/>
                <a:gd name="csY11" fmla="*/ 36785 h 43473"/>
                <a:gd name="csX12" fmla="*/ 106534 w 115610"/>
                <a:gd name="csY12" fmla="*/ 35830 h 43473"/>
                <a:gd name="csX13" fmla="*/ 106534 w 115610"/>
                <a:gd name="csY13" fmla="*/ 35830 h 43473"/>
                <a:gd name="csX14" fmla="*/ 105578 w 115610"/>
                <a:gd name="csY14" fmla="*/ 34874 h 43473"/>
                <a:gd name="csX15" fmla="*/ 105578 w 115610"/>
                <a:gd name="csY15" fmla="*/ 34874 h 43473"/>
                <a:gd name="csX16" fmla="*/ 105100 w 115610"/>
                <a:gd name="csY16" fmla="*/ 34397 h 43473"/>
                <a:gd name="csX17" fmla="*/ 105100 w 115610"/>
                <a:gd name="csY17" fmla="*/ 34397 h 43473"/>
                <a:gd name="csX18" fmla="*/ 104623 w 115610"/>
                <a:gd name="csY18" fmla="*/ 34397 h 43473"/>
                <a:gd name="csX19" fmla="*/ 104623 w 115610"/>
                <a:gd name="csY19" fmla="*/ 34397 h 43473"/>
                <a:gd name="csX20" fmla="*/ 104145 w 115610"/>
                <a:gd name="csY20" fmla="*/ 34874 h 43473"/>
                <a:gd name="csX21" fmla="*/ 104623 w 115610"/>
                <a:gd name="csY21" fmla="*/ 37263 h 43473"/>
                <a:gd name="csX22" fmla="*/ 104623 w 115610"/>
                <a:gd name="csY22" fmla="*/ 38218 h 43473"/>
                <a:gd name="csX23" fmla="*/ 103189 w 115610"/>
                <a:gd name="csY23" fmla="*/ 39174 h 43473"/>
                <a:gd name="csX24" fmla="*/ 101756 w 115610"/>
                <a:gd name="csY24" fmla="*/ 42996 h 43473"/>
                <a:gd name="csX25" fmla="*/ 101278 w 115610"/>
                <a:gd name="csY25" fmla="*/ 42518 h 43473"/>
                <a:gd name="csX26" fmla="*/ 96501 w 115610"/>
                <a:gd name="csY26" fmla="*/ 37263 h 43473"/>
                <a:gd name="csX27" fmla="*/ 92202 w 115610"/>
                <a:gd name="csY27" fmla="*/ 30575 h 43473"/>
                <a:gd name="csX28" fmla="*/ 91246 w 115610"/>
                <a:gd name="csY28" fmla="*/ 27708 h 43473"/>
                <a:gd name="csX29" fmla="*/ 92679 w 115610"/>
                <a:gd name="csY29" fmla="*/ 27708 h 43473"/>
                <a:gd name="csX30" fmla="*/ 93635 w 115610"/>
                <a:gd name="csY30" fmla="*/ 27708 h 43473"/>
                <a:gd name="csX31" fmla="*/ 94112 w 115610"/>
                <a:gd name="csY31" fmla="*/ 27231 h 43473"/>
                <a:gd name="csX32" fmla="*/ 94590 w 115610"/>
                <a:gd name="csY32" fmla="*/ 26275 h 43473"/>
                <a:gd name="csX33" fmla="*/ 94112 w 115610"/>
                <a:gd name="csY33" fmla="*/ 24364 h 43473"/>
                <a:gd name="csX34" fmla="*/ 96024 w 115610"/>
                <a:gd name="csY34" fmla="*/ 22931 h 43473"/>
                <a:gd name="csX35" fmla="*/ 96979 w 115610"/>
                <a:gd name="csY35" fmla="*/ 21975 h 43473"/>
                <a:gd name="csX36" fmla="*/ 97457 w 115610"/>
                <a:gd name="csY36" fmla="*/ 21975 h 43473"/>
                <a:gd name="csX37" fmla="*/ 98890 w 115610"/>
                <a:gd name="csY37" fmla="*/ 23886 h 43473"/>
                <a:gd name="csX38" fmla="*/ 100801 w 115610"/>
                <a:gd name="csY38" fmla="*/ 24842 h 43473"/>
                <a:gd name="csX39" fmla="*/ 103189 w 115610"/>
                <a:gd name="csY39" fmla="*/ 26275 h 43473"/>
                <a:gd name="csX40" fmla="*/ 104623 w 115610"/>
                <a:gd name="csY40" fmla="*/ 26753 h 43473"/>
                <a:gd name="csX41" fmla="*/ 102712 w 115610"/>
                <a:gd name="csY41" fmla="*/ 24842 h 43473"/>
                <a:gd name="csX42" fmla="*/ 99368 w 115610"/>
                <a:gd name="csY42" fmla="*/ 22931 h 43473"/>
                <a:gd name="csX43" fmla="*/ 98412 w 115610"/>
                <a:gd name="csY43" fmla="*/ 21975 h 43473"/>
                <a:gd name="csX44" fmla="*/ 97935 w 115610"/>
                <a:gd name="csY44" fmla="*/ 20065 h 43473"/>
                <a:gd name="csX45" fmla="*/ 96501 w 115610"/>
                <a:gd name="csY45" fmla="*/ 20542 h 43473"/>
                <a:gd name="csX46" fmla="*/ 96024 w 115610"/>
                <a:gd name="csY46" fmla="*/ 21498 h 43473"/>
                <a:gd name="csX47" fmla="*/ 95546 w 115610"/>
                <a:gd name="csY47" fmla="*/ 21975 h 43473"/>
                <a:gd name="csX48" fmla="*/ 94590 w 115610"/>
                <a:gd name="csY48" fmla="*/ 21498 h 43473"/>
                <a:gd name="csX49" fmla="*/ 94590 w 115610"/>
                <a:gd name="csY49" fmla="*/ 20542 h 43473"/>
                <a:gd name="csX50" fmla="*/ 92679 w 115610"/>
                <a:gd name="csY50" fmla="*/ 20542 h 43473"/>
                <a:gd name="csX51" fmla="*/ 92202 w 115610"/>
                <a:gd name="csY51" fmla="*/ 20065 h 43473"/>
                <a:gd name="csX52" fmla="*/ 91724 w 115610"/>
                <a:gd name="csY52" fmla="*/ 19587 h 43473"/>
                <a:gd name="csX53" fmla="*/ 92202 w 115610"/>
                <a:gd name="csY53" fmla="*/ 21020 h 43473"/>
                <a:gd name="csX54" fmla="*/ 92202 w 115610"/>
                <a:gd name="csY54" fmla="*/ 21498 h 43473"/>
                <a:gd name="csX55" fmla="*/ 92202 w 115610"/>
                <a:gd name="csY55" fmla="*/ 22453 h 43473"/>
                <a:gd name="csX56" fmla="*/ 91724 w 115610"/>
                <a:gd name="csY56" fmla="*/ 22453 h 43473"/>
                <a:gd name="csX57" fmla="*/ 91246 w 115610"/>
                <a:gd name="csY57" fmla="*/ 21498 h 43473"/>
                <a:gd name="csX58" fmla="*/ 90291 w 115610"/>
                <a:gd name="csY58" fmla="*/ 21020 h 43473"/>
                <a:gd name="csX59" fmla="*/ 89335 w 115610"/>
                <a:gd name="csY59" fmla="*/ 17676 h 43473"/>
                <a:gd name="csX60" fmla="*/ 87424 w 115610"/>
                <a:gd name="csY60" fmla="*/ 15765 h 43473"/>
                <a:gd name="csX61" fmla="*/ 86469 w 115610"/>
                <a:gd name="csY61" fmla="*/ 15287 h 43473"/>
                <a:gd name="csX62" fmla="*/ 85513 w 115610"/>
                <a:gd name="csY62" fmla="*/ 15287 h 43473"/>
                <a:gd name="csX63" fmla="*/ 84558 w 115610"/>
                <a:gd name="csY63" fmla="*/ 14332 h 43473"/>
                <a:gd name="csX64" fmla="*/ 83125 w 115610"/>
                <a:gd name="csY64" fmla="*/ 13376 h 43473"/>
                <a:gd name="csX65" fmla="*/ 80736 w 115610"/>
                <a:gd name="csY65" fmla="*/ 11943 h 43473"/>
                <a:gd name="csX66" fmla="*/ 78347 w 115610"/>
                <a:gd name="csY66" fmla="*/ 10988 h 43473"/>
                <a:gd name="csX67" fmla="*/ 75003 w 115610"/>
                <a:gd name="csY67" fmla="*/ 10510 h 43473"/>
                <a:gd name="csX68" fmla="*/ 71182 w 115610"/>
                <a:gd name="csY68" fmla="*/ 10510 h 43473"/>
                <a:gd name="csX69" fmla="*/ 69748 w 115610"/>
                <a:gd name="csY69" fmla="*/ 11466 h 43473"/>
                <a:gd name="csX70" fmla="*/ 68793 w 115610"/>
                <a:gd name="csY70" fmla="*/ 11943 h 43473"/>
                <a:gd name="csX71" fmla="*/ 68793 w 115610"/>
                <a:gd name="csY71" fmla="*/ 12421 h 43473"/>
                <a:gd name="csX72" fmla="*/ 66404 w 115610"/>
                <a:gd name="csY72" fmla="*/ 13376 h 43473"/>
                <a:gd name="csX73" fmla="*/ 65449 w 115610"/>
                <a:gd name="csY73" fmla="*/ 14809 h 43473"/>
                <a:gd name="csX74" fmla="*/ 64971 w 115610"/>
                <a:gd name="csY74" fmla="*/ 16243 h 43473"/>
                <a:gd name="csX75" fmla="*/ 63538 w 115610"/>
                <a:gd name="csY75" fmla="*/ 17198 h 43473"/>
                <a:gd name="csX76" fmla="*/ 64971 w 115610"/>
                <a:gd name="csY76" fmla="*/ 18154 h 43473"/>
                <a:gd name="csX77" fmla="*/ 57805 w 115610"/>
                <a:gd name="csY77" fmla="*/ 22453 h 43473"/>
                <a:gd name="csX78" fmla="*/ 56372 w 115610"/>
                <a:gd name="csY78" fmla="*/ 23409 h 43473"/>
                <a:gd name="csX79" fmla="*/ 53028 w 115610"/>
                <a:gd name="csY79" fmla="*/ 23886 h 43473"/>
                <a:gd name="csX80" fmla="*/ 52072 w 115610"/>
                <a:gd name="csY80" fmla="*/ 24364 h 43473"/>
                <a:gd name="csX81" fmla="*/ 51117 w 115610"/>
                <a:gd name="csY81" fmla="*/ 24842 h 43473"/>
                <a:gd name="csX82" fmla="*/ 50639 w 115610"/>
                <a:gd name="csY82" fmla="*/ 26275 h 43473"/>
                <a:gd name="csX83" fmla="*/ 51117 w 115610"/>
                <a:gd name="csY83" fmla="*/ 27708 h 43473"/>
                <a:gd name="csX84" fmla="*/ 52072 w 115610"/>
                <a:gd name="csY84" fmla="*/ 28664 h 43473"/>
                <a:gd name="csX85" fmla="*/ 53028 w 115610"/>
                <a:gd name="csY85" fmla="*/ 29141 h 43473"/>
                <a:gd name="csX86" fmla="*/ 54939 w 115610"/>
                <a:gd name="csY86" fmla="*/ 31530 h 43473"/>
                <a:gd name="csX87" fmla="*/ 58761 w 115610"/>
                <a:gd name="csY87" fmla="*/ 34874 h 43473"/>
                <a:gd name="csX88" fmla="*/ 59238 w 115610"/>
                <a:gd name="csY88" fmla="*/ 36307 h 43473"/>
                <a:gd name="csX89" fmla="*/ 59716 w 115610"/>
                <a:gd name="csY89" fmla="*/ 38218 h 43473"/>
                <a:gd name="csX90" fmla="*/ 58761 w 115610"/>
                <a:gd name="csY90" fmla="*/ 39174 h 43473"/>
                <a:gd name="csX91" fmla="*/ 57805 w 115610"/>
                <a:gd name="csY91" fmla="*/ 39174 h 43473"/>
                <a:gd name="csX92" fmla="*/ 54461 w 115610"/>
                <a:gd name="csY92" fmla="*/ 39651 h 43473"/>
                <a:gd name="csX93" fmla="*/ 53028 w 115610"/>
                <a:gd name="csY93" fmla="*/ 40129 h 43473"/>
                <a:gd name="csX94" fmla="*/ 52550 w 115610"/>
                <a:gd name="csY94" fmla="*/ 41563 h 43473"/>
                <a:gd name="csX95" fmla="*/ 51595 w 115610"/>
                <a:gd name="csY95" fmla="*/ 42040 h 43473"/>
                <a:gd name="csX96" fmla="*/ 46817 w 115610"/>
                <a:gd name="csY96" fmla="*/ 42996 h 43473"/>
                <a:gd name="csX97" fmla="*/ 43473 w 115610"/>
                <a:gd name="csY97" fmla="*/ 43473 h 43473"/>
                <a:gd name="csX98" fmla="*/ 42040 w 115610"/>
                <a:gd name="csY98" fmla="*/ 42040 h 43473"/>
                <a:gd name="csX99" fmla="*/ 42040 w 115610"/>
                <a:gd name="csY99" fmla="*/ 39174 h 43473"/>
                <a:gd name="csX100" fmla="*/ 39651 w 115610"/>
                <a:gd name="csY100" fmla="*/ 34397 h 43473"/>
                <a:gd name="csX101" fmla="*/ 39174 w 115610"/>
                <a:gd name="csY101" fmla="*/ 31052 h 43473"/>
                <a:gd name="csX102" fmla="*/ 38218 w 115610"/>
                <a:gd name="csY102" fmla="*/ 31052 h 43473"/>
                <a:gd name="csX103" fmla="*/ 37263 w 115610"/>
                <a:gd name="csY103" fmla="*/ 31530 h 43473"/>
                <a:gd name="csX104" fmla="*/ 36785 w 115610"/>
                <a:gd name="csY104" fmla="*/ 32486 h 43473"/>
                <a:gd name="csX105" fmla="*/ 36307 w 115610"/>
                <a:gd name="csY105" fmla="*/ 34874 h 43473"/>
                <a:gd name="csX106" fmla="*/ 35830 w 115610"/>
                <a:gd name="csY106" fmla="*/ 35830 h 43473"/>
                <a:gd name="csX107" fmla="*/ 34874 w 115610"/>
                <a:gd name="csY107" fmla="*/ 35830 h 43473"/>
                <a:gd name="csX108" fmla="*/ 32963 w 115610"/>
                <a:gd name="csY108" fmla="*/ 34874 h 43473"/>
                <a:gd name="csX109" fmla="*/ 30097 w 115610"/>
                <a:gd name="csY109" fmla="*/ 33919 h 43473"/>
                <a:gd name="csX110" fmla="*/ 26753 w 115610"/>
                <a:gd name="csY110" fmla="*/ 28664 h 43473"/>
                <a:gd name="csX111" fmla="*/ 26275 w 115610"/>
                <a:gd name="csY111" fmla="*/ 27708 h 43473"/>
                <a:gd name="csX112" fmla="*/ 25797 w 115610"/>
                <a:gd name="csY112" fmla="*/ 26275 h 43473"/>
                <a:gd name="csX113" fmla="*/ 23409 w 115610"/>
                <a:gd name="csY113" fmla="*/ 25798 h 43473"/>
                <a:gd name="csX114" fmla="*/ 21020 w 115610"/>
                <a:gd name="csY114" fmla="*/ 24842 h 43473"/>
                <a:gd name="csX115" fmla="*/ 18631 w 115610"/>
                <a:gd name="csY115" fmla="*/ 24842 h 43473"/>
                <a:gd name="csX116" fmla="*/ 17198 w 115610"/>
                <a:gd name="csY116" fmla="*/ 25320 h 43473"/>
                <a:gd name="csX117" fmla="*/ 16243 w 115610"/>
                <a:gd name="csY117" fmla="*/ 24842 h 43473"/>
                <a:gd name="csX118" fmla="*/ 15765 w 115610"/>
                <a:gd name="csY118" fmla="*/ 23409 h 43473"/>
                <a:gd name="csX119" fmla="*/ 13376 w 115610"/>
                <a:gd name="csY119" fmla="*/ 23886 h 43473"/>
                <a:gd name="csX120" fmla="*/ 10032 w 115610"/>
                <a:gd name="csY120" fmla="*/ 23886 h 43473"/>
                <a:gd name="csX121" fmla="*/ 7166 w 115610"/>
                <a:gd name="csY121" fmla="*/ 22931 h 43473"/>
                <a:gd name="csX122" fmla="*/ 4777 w 115610"/>
                <a:gd name="csY122" fmla="*/ 23409 h 43473"/>
                <a:gd name="csX123" fmla="*/ 3344 w 115610"/>
                <a:gd name="csY123" fmla="*/ 24364 h 43473"/>
                <a:gd name="csX124" fmla="*/ 3344 w 115610"/>
                <a:gd name="csY124" fmla="*/ 27231 h 43473"/>
                <a:gd name="csX125" fmla="*/ 2866 w 115610"/>
                <a:gd name="csY125" fmla="*/ 27708 h 43473"/>
                <a:gd name="csX126" fmla="*/ 2866 w 115610"/>
                <a:gd name="csY126" fmla="*/ 26753 h 43473"/>
                <a:gd name="csX127" fmla="*/ 2866 w 115610"/>
                <a:gd name="csY127" fmla="*/ 26753 h 43473"/>
                <a:gd name="csX128" fmla="*/ 2866 w 115610"/>
                <a:gd name="csY128" fmla="*/ 26275 h 43473"/>
                <a:gd name="csX129" fmla="*/ 2389 w 115610"/>
                <a:gd name="csY129" fmla="*/ 25320 h 43473"/>
                <a:gd name="csX130" fmla="*/ 1911 w 115610"/>
                <a:gd name="csY130" fmla="*/ 24842 h 43473"/>
                <a:gd name="csX131" fmla="*/ 1433 w 115610"/>
                <a:gd name="csY131" fmla="*/ 24364 h 43473"/>
                <a:gd name="csX132" fmla="*/ 1433 w 115610"/>
                <a:gd name="csY132" fmla="*/ 24364 h 43473"/>
                <a:gd name="csX133" fmla="*/ 0 w 115610"/>
                <a:gd name="csY133" fmla="*/ 23409 h 43473"/>
                <a:gd name="csX134" fmla="*/ 0 w 115610"/>
                <a:gd name="csY134" fmla="*/ 22931 h 43473"/>
                <a:gd name="csX135" fmla="*/ 0 w 115610"/>
                <a:gd name="csY135" fmla="*/ 22931 h 43473"/>
                <a:gd name="csX136" fmla="*/ 478 w 115610"/>
                <a:gd name="csY136" fmla="*/ 22453 h 43473"/>
                <a:gd name="csX137" fmla="*/ 3344 w 115610"/>
                <a:gd name="csY137" fmla="*/ 20542 h 43473"/>
                <a:gd name="csX138" fmla="*/ 3344 w 115610"/>
                <a:gd name="csY138" fmla="*/ 20542 h 43473"/>
                <a:gd name="csX139" fmla="*/ 3822 w 115610"/>
                <a:gd name="csY139" fmla="*/ 20065 h 43473"/>
                <a:gd name="csX140" fmla="*/ 3822 w 115610"/>
                <a:gd name="csY140" fmla="*/ 18632 h 43473"/>
                <a:gd name="csX141" fmla="*/ 3344 w 115610"/>
                <a:gd name="csY141" fmla="*/ 17198 h 43473"/>
                <a:gd name="csX142" fmla="*/ 3344 w 115610"/>
                <a:gd name="csY142" fmla="*/ 17198 h 43473"/>
                <a:gd name="csX143" fmla="*/ 2389 w 115610"/>
                <a:gd name="csY143" fmla="*/ 15287 h 43473"/>
                <a:gd name="csX144" fmla="*/ 2866 w 115610"/>
                <a:gd name="csY144" fmla="*/ 14332 h 43473"/>
                <a:gd name="csX145" fmla="*/ 4299 w 115610"/>
                <a:gd name="csY145" fmla="*/ 13376 h 43473"/>
                <a:gd name="csX146" fmla="*/ 5733 w 115610"/>
                <a:gd name="csY146" fmla="*/ 12421 h 43473"/>
                <a:gd name="csX147" fmla="*/ 5733 w 115610"/>
                <a:gd name="csY147" fmla="*/ 12421 h 43473"/>
                <a:gd name="csX148" fmla="*/ 6210 w 115610"/>
                <a:gd name="csY148" fmla="*/ 12421 h 43473"/>
                <a:gd name="csX149" fmla="*/ 5733 w 115610"/>
                <a:gd name="csY149" fmla="*/ 11466 h 43473"/>
                <a:gd name="csX150" fmla="*/ 4777 w 115610"/>
                <a:gd name="csY150" fmla="*/ 10988 h 43473"/>
                <a:gd name="csX151" fmla="*/ 3822 w 115610"/>
                <a:gd name="csY151" fmla="*/ 10032 h 43473"/>
                <a:gd name="csX152" fmla="*/ 2866 w 115610"/>
                <a:gd name="csY152" fmla="*/ 9555 h 43473"/>
                <a:gd name="csX153" fmla="*/ 2866 w 115610"/>
                <a:gd name="csY153" fmla="*/ 9555 h 43473"/>
                <a:gd name="csX154" fmla="*/ 1911 w 115610"/>
                <a:gd name="csY154" fmla="*/ 9555 h 43473"/>
                <a:gd name="csX155" fmla="*/ 1911 w 115610"/>
                <a:gd name="csY155" fmla="*/ 6210 h 43473"/>
                <a:gd name="csX156" fmla="*/ 1911 w 115610"/>
                <a:gd name="csY156" fmla="*/ 2389 h 43473"/>
                <a:gd name="csX157" fmla="*/ 1911 w 115610"/>
                <a:gd name="csY157" fmla="*/ 2389 h 43473"/>
                <a:gd name="csX158" fmla="*/ 2866 w 115610"/>
                <a:gd name="csY158" fmla="*/ 1911 h 43473"/>
                <a:gd name="csX159" fmla="*/ 3344 w 115610"/>
                <a:gd name="csY159" fmla="*/ 1433 h 43473"/>
                <a:gd name="csX160" fmla="*/ 3822 w 115610"/>
                <a:gd name="csY160" fmla="*/ 478 h 43473"/>
                <a:gd name="csX161" fmla="*/ 4777 w 115610"/>
                <a:gd name="csY161" fmla="*/ 0 h 43473"/>
                <a:gd name="csX162" fmla="*/ 6210 w 115610"/>
                <a:gd name="csY162" fmla="*/ 956 h 43473"/>
                <a:gd name="csX163" fmla="*/ 7644 w 115610"/>
                <a:gd name="csY163" fmla="*/ 1433 h 43473"/>
                <a:gd name="csX164" fmla="*/ 8121 w 115610"/>
                <a:gd name="csY164" fmla="*/ 1433 h 43473"/>
                <a:gd name="csX165" fmla="*/ 8599 w 115610"/>
                <a:gd name="csY165" fmla="*/ 956 h 43473"/>
                <a:gd name="csX166" fmla="*/ 9077 w 115610"/>
                <a:gd name="csY166" fmla="*/ 478 h 43473"/>
                <a:gd name="csX167" fmla="*/ 9077 w 115610"/>
                <a:gd name="csY167" fmla="*/ 0 h 43473"/>
                <a:gd name="csX168" fmla="*/ 10510 w 115610"/>
                <a:gd name="csY168" fmla="*/ 956 h 43473"/>
                <a:gd name="csX169" fmla="*/ 12898 w 115610"/>
                <a:gd name="csY169" fmla="*/ 2866 h 43473"/>
                <a:gd name="csX170" fmla="*/ 13376 w 115610"/>
                <a:gd name="csY170" fmla="*/ 3822 h 43473"/>
                <a:gd name="csX171" fmla="*/ 12898 w 115610"/>
                <a:gd name="csY171" fmla="*/ 4777 h 43473"/>
                <a:gd name="csX172" fmla="*/ 13854 w 115610"/>
                <a:gd name="csY172" fmla="*/ 6688 h 43473"/>
                <a:gd name="csX173" fmla="*/ 14809 w 115610"/>
                <a:gd name="csY173" fmla="*/ 7166 h 43473"/>
                <a:gd name="csX174" fmla="*/ 16243 w 115610"/>
                <a:gd name="csY174" fmla="*/ 6688 h 43473"/>
                <a:gd name="csX175" fmla="*/ 16721 w 115610"/>
                <a:gd name="csY175" fmla="*/ 7166 h 43473"/>
                <a:gd name="csX176" fmla="*/ 16721 w 115610"/>
                <a:gd name="csY176" fmla="*/ 7644 h 43473"/>
                <a:gd name="csX177" fmla="*/ 15765 w 115610"/>
                <a:gd name="csY177" fmla="*/ 8121 h 43473"/>
                <a:gd name="csX178" fmla="*/ 15765 w 115610"/>
                <a:gd name="csY178" fmla="*/ 10032 h 43473"/>
                <a:gd name="csX179" fmla="*/ 17676 w 115610"/>
                <a:gd name="csY179" fmla="*/ 10988 h 43473"/>
                <a:gd name="csX180" fmla="*/ 19109 w 115610"/>
                <a:gd name="csY180" fmla="*/ 11943 h 43473"/>
                <a:gd name="csX181" fmla="*/ 22453 w 115610"/>
                <a:gd name="csY181" fmla="*/ 11466 h 43473"/>
                <a:gd name="csX182" fmla="*/ 23886 w 115610"/>
                <a:gd name="csY182" fmla="*/ 11943 h 43473"/>
                <a:gd name="csX183" fmla="*/ 24842 w 115610"/>
                <a:gd name="csY183" fmla="*/ 11466 h 43473"/>
                <a:gd name="csX184" fmla="*/ 23886 w 115610"/>
                <a:gd name="csY184" fmla="*/ 10032 h 43473"/>
                <a:gd name="csX185" fmla="*/ 22453 w 115610"/>
                <a:gd name="csY185" fmla="*/ 8599 h 43473"/>
                <a:gd name="csX186" fmla="*/ 22453 w 115610"/>
                <a:gd name="csY186" fmla="*/ 8121 h 43473"/>
                <a:gd name="csX187" fmla="*/ 23409 w 115610"/>
                <a:gd name="csY187" fmla="*/ 8599 h 43473"/>
                <a:gd name="csX188" fmla="*/ 24364 w 115610"/>
                <a:gd name="csY188" fmla="*/ 9555 h 43473"/>
                <a:gd name="csX189" fmla="*/ 26275 w 115610"/>
                <a:gd name="csY189" fmla="*/ 10510 h 43473"/>
                <a:gd name="csX190" fmla="*/ 29619 w 115610"/>
                <a:gd name="csY190" fmla="*/ 13854 h 43473"/>
                <a:gd name="csX191" fmla="*/ 33441 w 115610"/>
                <a:gd name="csY191" fmla="*/ 14809 h 43473"/>
                <a:gd name="csX192" fmla="*/ 36307 w 115610"/>
                <a:gd name="csY192" fmla="*/ 14809 h 43473"/>
                <a:gd name="csX193" fmla="*/ 39174 w 115610"/>
                <a:gd name="csY193" fmla="*/ 14332 h 43473"/>
                <a:gd name="csX194" fmla="*/ 43473 w 115610"/>
                <a:gd name="csY194" fmla="*/ 12899 h 43473"/>
                <a:gd name="csX195" fmla="*/ 46817 w 115610"/>
                <a:gd name="csY195" fmla="*/ 10510 h 43473"/>
                <a:gd name="csX196" fmla="*/ 49206 w 115610"/>
                <a:gd name="csY196" fmla="*/ 9077 h 43473"/>
                <a:gd name="csX197" fmla="*/ 57805 w 115610"/>
                <a:gd name="csY197" fmla="*/ 6688 h 43473"/>
                <a:gd name="csX198" fmla="*/ 60671 w 115610"/>
                <a:gd name="csY198" fmla="*/ 4300 h 43473"/>
                <a:gd name="csX199" fmla="*/ 61627 w 115610"/>
                <a:gd name="csY199" fmla="*/ 4300 h 43473"/>
                <a:gd name="csX200" fmla="*/ 63060 w 115610"/>
                <a:gd name="csY200" fmla="*/ 3822 h 43473"/>
                <a:gd name="csX201" fmla="*/ 65449 w 115610"/>
                <a:gd name="csY201" fmla="*/ 1911 h 43473"/>
                <a:gd name="csX202" fmla="*/ 66882 w 115610"/>
                <a:gd name="csY202" fmla="*/ 478 h 43473"/>
                <a:gd name="csX203" fmla="*/ 68315 w 115610"/>
                <a:gd name="csY203" fmla="*/ 0 h 43473"/>
                <a:gd name="csX204" fmla="*/ 73093 w 115610"/>
                <a:gd name="csY204" fmla="*/ 478 h 43473"/>
                <a:gd name="csX205" fmla="*/ 75959 w 115610"/>
                <a:gd name="csY205" fmla="*/ 956 h 43473"/>
                <a:gd name="csX206" fmla="*/ 77870 w 115610"/>
                <a:gd name="csY206" fmla="*/ 956 h 43473"/>
                <a:gd name="csX207" fmla="*/ 79781 w 115610"/>
                <a:gd name="csY207" fmla="*/ 1433 h 43473"/>
                <a:gd name="csX208" fmla="*/ 80258 w 115610"/>
                <a:gd name="csY208" fmla="*/ 2389 h 43473"/>
                <a:gd name="csX209" fmla="*/ 81214 w 115610"/>
                <a:gd name="csY209" fmla="*/ 2866 h 43473"/>
                <a:gd name="csX210" fmla="*/ 85991 w 115610"/>
                <a:gd name="csY210" fmla="*/ 2866 h 43473"/>
                <a:gd name="csX211" fmla="*/ 89813 w 115610"/>
                <a:gd name="csY211" fmla="*/ 3344 h 43473"/>
                <a:gd name="csX212" fmla="*/ 97935 w 115610"/>
                <a:gd name="csY212" fmla="*/ 6210 h 43473"/>
                <a:gd name="csX213" fmla="*/ 103189 w 115610"/>
                <a:gd name="csY213" fmla="*/ 9555 h 43473"/>
                <a:gd name="csX214" fmla="*/ 105578 w 115610"/>
                <a:gd name="csY214" fmla="*/ 12899 h 43473"/>
                <a:gd name="csX215" fmla="*/ 112266 w 115610"/>
                <a:gd name="csY215" fmla="*/ 17198 h 43473"/>
                <a:gd name="csX216" fmla="*/ 111789 w 115610"/>
                <a:gd name="csY216" fmla="*/ 17198 h 43473"/>
                <a:gd name="csX217" fmla="*/ 111789 w 115610"/>
                <a:gd name="csY217" fmla="*/ 17198 h 43473"/>
                <a:gd name="csX218" fmla="*/ 110833 w 115610"/>
                <a:gd name="csY218" fmla="*/ 18632 h 43473"/>
                <a:gd name="csX219" fmla="*/ 110355 w 115610"/>
                <a:gd name="csY219" fmla="*/ 20065 h 43473"/>
                <a:gd name="csX220" fmla="*/ 111311 w 115610"/>
                <a:gd name="csY220" fmla="*/ 21020 h 43473"/>
                <a:gd name="csX221" fmla="*/ 111789 w 115610"/>
                <a:gd name="csY221" fmla="*/ 21498 h 43473"/>
                <a:gd name="csX222" fmla="*/ 111789 w 115610"/>
                <a:gd name="csY222" fmla="*/ 22453 h 43473"/>
                <a:gd name="csX223" fmla="*/ 112266 w 115610"/>
                <a:gd name="csY223" fmla="*/ 23409 h 43473"/>
                <a:gd name="csX224" fmla="*/ 112744 w 115610"/>
                <a:gd name="csY224" fmla="*/ 23886 h 43473"/>
                <a:gd name="csX225" fmla="*/ 114177 w 115610"/>
                <a:gd name="csY225" fmla="*/ 25798 h 43473"/>
                <a:gd name="csX226" fmla="*/ 115610 w 115610"/>
                <a:gd name="csY226" fmla="*/ 28186 h 43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</a:cxnLst>
              <a:rect l="l" t="t" r="r" b="b"/>
              <a:pathLst>
                <a:path w="115610" h="43473">
                  <a:moveTo>
                    <a:pt x="115610" y="28186"/>
                  </a:moveTo>
                  <a:lnTo>
                    <a:pt x="115610" y="29619"/>
                  </a:lnTo>
                  <a:lnTo>
                    <a:pt x="115133" y="30097"/>
                  </a:lnTo>
                  <a:lnTo>
                    <a:pt x="114177" y="30575"/>
                  </a:lnTo>
                  <a:lnTo>
                    <a:pt x="112744" y="32008"/>
                  </a:lnTo>
                  <a:lnTo>
                    <a:pt x="112744" y="32008"/>
                  </a:lnTo>
                  <a:lnTo>
                    <a:pt x="112266" y="33441"/>
                  </a:lnTo>
                  <a:lnTo>
                    <a:pt x="112266" y="33441"/>
                  </a:lnTo>
                  <a:lnTo>
                    <a:pt x="112744" y="34397"/>
                  </a:lnTo>
                  <a:lnTo>
                    <a:pt x="108922" y="36785"/>
                  </a:lnTo>
                  <a:lnTo>
                    <a:pt x="107967" y="37263"/>
                  </a:lnTo>
                  <a:lnTo>
                    <a:pt x="107489" y="36785"/>
                  </a:lnTo>
                  <a:lnTo>
                    <a:pt x="106534" y="35830"/>
                  </a:lnTo>
                  <a:lnTo>
                    <a:pt x="106534" y="35830"/>
                  </a:lnTo>
                  <a:lnTo>
                    <a:pt x="105578" y="34874"/>
                  </a:lnTo>
                  <a:lnTo>
                    <a:pt x="105578" y="34874"/>
                  </a:lnTo>
                  <a:lnTo>
                    <a:pt x="105100" y="34397"/>
                  </a:lnTo>
                  <a:lnTo>
                    <a:pt x="105100" y="34397"/>
                  </a:lnTo>
                  <a:lnTo>
                    <a:pt x="104623" y="34397"/>
                  </a:lnTo>
                  <a:lnTo>
                    <a:pt x="104623" y="34397"/>
                  </a:lnTo>
                  <a:lnTo>
                    <a:pt x="104145" y="34874"/>
                  </a:lnTo>
                  <a:lnTo>
                    <a:pt x="104623" y="37263"/>
                  </a:lnTo>
                  <a:lnTo>
                    <a:pt x="104623" y="38218"/>
                  </a:lnTo>
                  <a:lnTo>
                    <a:pt x="103189" y="39174"/>
                  </a:lnTo>
                  <a:lnTo>
                    <a:pt x="101756" y="42996"/>
                  </a:lnTo>
                  <a:lnTo>
                    <a:pt x="101278" y="42518"/>
                  </a:lnTo>
                  <a:lnTo>
                    <a:pt x="96501" y="37263"/>
                  </a:lnTo>
                  <a:lnTo>
                    <a:pt x="92202" y="30575"/>
                  </a:lnTo>
                  <a:lnTo>
                    <a:pt x="91246" y="27708"/>
                  </a:lnTo>
                  <a:lnTo>
                    <a:pt x="92679" y="27708"/>
                  </a:lnTo>
                  <a:lnTo>
                    <a:pt x="93635" y="27708"/>
                  </a:lnTo>
                  <a:lnTo>
                    <a:pt x="94112" y="27231"/>
                  </a:lnTo>
                  <a:lnTo>
                    <a:pt x="94590" y="26275"/>
                  </a:lnTo>
                  <a:lnTo>
                    <a:pt x="94112" y="24364"/>
                  </a:lnTo>
                  <a:lnTo>
                    <a:pt x="96024" y="22931"/>
                  </a:lnTo>
                  <a:lnTo>
                    <a:pt x="96979" y="21975"/>
                  </a:lnTo>
                  <a:lnTo>
                    <a:pt x="97457" y="21975"/>
                  </a:lnTo>
                  <a:lnTo>
                    <a:pt x="98890" y="23886"/>
                  </a:lnTo>
                  <a:lnTo>
                    <a:pt x="100801" y="24842"/>
                  </a:lnTo>
                  <a:lnTo>
                    <a:pt x="103189" y="26275"/>
                  </a:lnTo>
                  <a:lnTo>
                    <a:pt x="104623" y="26753"/>
                  </a:lnTo>
                  <a:lnTo>
                    <a:pt x="102712" y="24842"/>
                  </a:lnTo>
                  <a:lnTo>
                    <a:pt x="99368" y="22931"/>
                  </a:lnTo>
                  <a:lnTo>
                    <a:pt x="98412" y="21975"/>
                  </a:lnTo>
                  <a:lnTo>
                    <a:pt x="97935" y="20065"/>
                  </a:lnTo>
                  <a:lnTo>
                    <a:pt x="96501" y="20542"/>
                  </a:lnTo>
                  <a:lnTo>
                    <a:pt x="96024" y="21498"/>
                  </a:lnTo>
                  <a:lnTo>
                    <a:pt x="95546" y="21975"/>
                  </a:lnTo>
                  <a:lnTo>
                    <a:pt x="94590" y="21498"/>
                  </a:lnTo>
                  <a:lnTo>
                    <a:pt x="94590" y="20542"/>
                  </a:lnTo>
                  <a:lnTo>
                    <a:pt x="92679" y="20542"/>
                  </a:lnTo>
                  <a:lnTo>
                    <a:pt x="92202" y="20065"/>
                  </a:lnTo>
                  <a:lnTo>
                    <a:pt x="91724" y="19587"/>
                  </a:lnTo>
                  <a:lnTo>
                    <a:pt x="92202" y="21020"/>
                  </a:lnTo>
                  <a:lnTo>
                    <a:pt x="92202" y="21498"/>
                  </a:lnTo>
                  <a:lnTo>
                    <a:pt x="92202" y="22453"/>
                  </a:lnTo>
                  <a:lnTo>
                    <a:pt x="91724" y="22453"/>
                  </a:lnTo>
                  <a:lnTo>
                    <a:pt x="91246" y="21498"/>
                  </a:lnTo>
                  <a:lnTo>
                    <a:pt x="90291" y="21020"/>
                  </a:lnTo>
                  <a:lnTo>
                    <a:pt x="89335" y="17676"/>
                  </a:lnTo>
                  <a:lnTo>
                    <a:pt x="87424" y="15765"/>
                  </a:lnTo>
                  <a:lnTo>
                    <a:pt x="86469" y="15287"/>
                  </a:lnTo>
                  <a:lnTo>
                    <a:pt x="85513" y="15287"/>
                  </a:lnTo>
                  <a:lnTo>
                    <a:pt x="84558" y="14332"/>
                  </a:lnTo>
                  <a:lnTo>
                    <a:pt x="83125" y="13376"/>
                  </a:lnTo>
                  <a:lnTo>
                    <a:pt x="80736" y="11943"/>
                  </a:lnTo>
                  <a:lnTo>
                    <a:pt x="78347" y="10988"/>
                  </a:lnTo>
                  <a:lnTo>
                    <a:pt x="75003" y="10510"/>
                  </a:lnTo>
                  <a:lnTo>
                    <a:pt x="71182" y="10510"/>
                  </a:lnTo>
                  <a:lnTo>
                    <a:pt x="69748" y="11466"/>
                  </a:lnTo>
                  <a:lnTo>
                    <a:pt x="68793" y="11943"/>
                  </a:lnTo>
                  <a:lnTo>
                    <a:pt x="68793" y="12421"/>
                  </a:lnTo>
                  <a:lnTo>
                    <a:pt x="66404" y="13376"/>
                  </a:lnTo>
                  <a:lnTo>
                    <a:pt x="65449" y="14809"/>
                  </a:lnTo>
                  <a:lnTo>
                    <a:pt x="64971" y="16243"/>
                  </a:lnTo>
                  <a:lnTo>
                    <a:pt x="63538" y="17198"/>
                  </a:lnTo>
                  <a:lnTo>
                    <a:pt x="64971" y="18154"/>
                  </a:lnTo>
                  <a:lnTo>
                    <a:pt x="57805" y="22453"/>
                  </a:lnTo>
                  <a:lnTo>
                    <a:pt x="56372" y="23409"/>
                  </a:lnTo>
                  <a:lnTo>
                    <a:pt x="53028" y="23886"/>
                  </a:lnTo>
                  <a:lnTo>
                    <a:pt x="52072" y="24364"/>
                  </a:lnTo>
                  <a:lnTo>
                    <a:pt x="51117" y="24842"/>
                  </a:lnTo>
                  <a:lnTo>
                    <a:pt x="50639" y="26275"/>
                  </a:lnTo>
                  <a:lnTo>
                    <a:pt x="51117" y="27708"/>
                  </a:lnTo>
                  <a:lnTo>
                    <a:pt x="52072" y="28664"/>
                  </a:lnTo>
                  <a:lnTo>
                    <a:pt x="53028" y="29141"/>
                  </a:lnTo>
                  <a:lnTo>
                    <a:pt x="54939" y="31530"/>
                  </a:lnTo>
                  <a:lnTo>
                    <a:pt x="58761" y="34874"/>
                  </a:lnTo>
                  <a:lnTo>
                    <a:pt x="59238" y="36307"/>
                  </a:lnTo>
                  <a:lnTo>
                    <a:pt x="59716" y="38218"/>
                  </a:lnTo>
                  <a:lnTo>
                    <a:pt x="58761" y="39174"/>
                  </a:lnTo>
                  <a:lnTo>
                    <a:pt x="57805" y="39174"/>
                  </a:lnTo>
                  <a:lnTo>
                    <a:pt x="54461" y="39651"/>
                  </a:lnTo>
                  <a:lnTo>
                    <a:pt x="53028" y="40129"/>
                  </a:lnTo>
                  <a:lnTo>
                    <a:pt x="52550" y="41563"/>
                  </a:lnTo>
                  <a:lnTo>
                    <a:pt x="51595" y="42040"/>
                  </a:lnTo>
                  <a:lnTo>
                    <a:pt x="46817" y="42996"/>
                  </a:lnTo>
                  <a:lnTo>
                    <a:pt x="43473" y="43473"/>
                  </a:lnTo>
                  <a:lnTo>
                    <a:pt x="42040" y="42040"/>
                  </a:lnTo>
                  <a:lnTo>
                    <a:pt x="42040" y="39174"/>
                  </a:lnTo>
                  <a:lnTo>
                    <a:pt x="39651" y="34397"/>
                  </a:lnTo>
                  <a:lnTo>
                    <a:pt x="39174" y="31052"/>
                  </a:lnTo>
                  <a:lnTo>
                    <a:pt x="38218" y="31052"/>
                  </a:lnTo>
                  <a:lnTo>
                    <a:pt x="37263" y="31530"/>
                  </a:lnTo>
                  <a:lnTo>
                    <a:pt x="36785" y="32486"/>
                  </a:lnTo>
                  <a:lnTo>
                    <a:pt x="36307" y="34874"/>
                  </a:lnTo>
                  <a:lnTo>
                    <a:pt x="35830" y="35830"/>
                  </a:lnTo>
                  <a:lnTo>
                    <a:pt x="34874" y="35830"/>
                  </a:lnTo>
                  <a:lnTo>
                    <a:pt x="32963" y="34874"/>
                  </a:lnTo>
                  <a:lnTo>
                    <a:pt x="30097" y="33919"/>
                  </a:lnTo>
                  <a:lnTo>
                    <a:pt x="26753" y="28664"/>
                  </a:lnTo>
                  <a:lnTo>
                    <a:pt x="26275" y="27708"/>
                  </a:lnTo>
                  <a:lnTo>
                    <a:pt x="25797" y="26275"/>
                  </a:lnTo>
                  <a:lnTo>
                    <a:pt x="23409" y="25798"/>
                  </a:lnTo>
                  <a:lnTo>
                    <a:pt x="21020" y="24842"/>
                  </a:lnTo>
                  <a:lnTo>
                    <a:pt x="18631" y="24842"/>
                  </a:lnTo>
                  <a:lnTo>
                    <a:pt x="17198" y="25320"/>
                  </a:lnTo>
                  <a:lnTo>
                    <a:pt x="16243" y="24842"/>
                  </a:lnTo>
                  <a:lnTo>
                    <a:pt x="15765" y="23409"/>
                  </a:lnTo>
                  <a:lnTo>
                    <a:pt x="13376" y="23886"/>
                  </a:lnTo>
                  <a:lnTo>
                    <a:pt x="10032" y="23886"/>
                  </a:lnTo>
                  <a:lnTo>
                    <a:pt x="7166" y="22931"/>
                  </a:lnTo>
                  <a:lnTo>
                    <a:pt x="4777" y="23409"/>
                  </a:lnTo>
                  <a:lnTo>
                    <a:pt x="3344" y="24364"/>
                  </a:lnTo>
                  <a:lnTo>
                    <a:pt x="3344" y="27231"/>
                  </a:lnTo>
                  <a:lnTo>
                    <a:pt x="2866" y="27708"/>
                  </a:lnTo>
                  <a:lnTo>
                    <a:pt x="2866" y="26753"/>
                  </a:lnTo>
                  <a:lnTo>
                    <a:pt x="2866" y="26753"/>
                  </a:lnTo>
                  <a:lnTo>
                    <a:pt x="2866" y="26275"/>
                  </a:lnTo>
                  <a:lnTo>
                    <a:pt x="2389" y="25320"/>
                  </a:lnTo>
                  <a:lnTo>
                    <a:pt x="1911" y="24842"/>
                  </a:lnTo>
                  <a:lnTo>
                    <a:pt x="1433" y="24364"/>
                  </a:lnTo>
                  <a:lnTo>
                    <a:pt x="1433" y="24364"/>
                  </a:lnTo>
                  <a:lnTo>
                    <a:pt x="0" y="23409"/>
                  </a:lnTo>
                  <a:lnTo>
                    <a:pt x="0" y="22931"/>
                  </a:lnTo>
                  <a:lnTo>
                    <a:pt x="0" y="22931"/>
                  </a:lnTo>
                  <a:lnTo>
                    <a:pt x="478" y="22453"/>
                  </a:lnTo>
                  <a:lnTo>
                    <a:pt x="3344" y="20542"/>
                  </a:lnTo>
                  <a:lnTo>
                    <a:pt x="3344" y="20542"/>
                  </a:lnTo>
                  <a:lnTo>
                    <a:pt x="3822" y="20065"/>
                  </a:lnTo>
                  <a:lnTo>
                    <a:pt x="3822" y="18632"/>
                  </a:lnTo>
                  <a:lnTo>
                    <a:pt x="3344" y="17198"/>
                  </a:lnTo>
                  <a:lnTo>
                    <a:pt x="3344" y="17198"/>
                  </a:lnTo>
                  <a:lnTo>
                    <a:pt x="2389" y="15287"/>
                  </a:lnTo>
                  <a:lnTo>
                    <a:pt x="2866" y="14332"/>
                  </a:lnTo>
                  <a:lnTo>
                    <a:pt x="4299" y="13376"/>
                  </a:lnTo>
                  <a:lnTo>
                    <a:pt x="5733" y="12421"/>
                  </a:lnTo>
                  <a:lnTo>
                    <a:pt x="5733" y="12421"/>
                  </a:lnTo>
                  <a:lnTo>
                    <a:pt x="6210" y="12421"/>
                  </a:lnTo>
                  <a:lnTo>
                    <a:pt x="5733" y="11466"/>
                  </a:lnTo>
                  <a:lnTo>
                    <a:pt x="4777" y="10988"/>
                  </a:lnTo>
                  <a:lnTo>
                    <a:pt x="3822" y="10032"/>
                  </a:lnTo>
                  <a:lnTo>
                    <a:pt x="2866" y="9555"/>
                  </a:lnTo>
                  <a:lnTo>
                    <a:pt x="2866" y="9555"/>
                  </a:lnTo>
                  <a:lnTo>
                    <a:pt x="1911" y="9555"/>
                  </a:lnTo>
                  <a:lnTo>
                    <a:pt x="1911" y="6210"/>
                  </a:lnTo>
                  <a:lnTo>
                    <a:pt x="1911" y="2389"/>
                  </a:lnTo>
                  <a:lnTo>
                    <a:pt x="1911" y="2389"/>
                  </a:lnTo>
                  <a:lnTo>
                    <a:pt x="2866" y="1911"/>
                  </a:lnTo>
                  <a:lnTo>
                    <a:pt x="3344" y="1433"/>
                  </a:lnTo>
                  <a:lnTo>
                    <a:pt x="3822" y="478"/>
                  </a:lnTo>
                  <a:lnTo>
                    <a:pt x="4777" y="0"/>
                  </a:lnTo>
                  <a:lnTo>
                    <a:pt x="6210" y="956"/>
                  </a:lnTo>
                  <a:lnTo>
                    <a:pt x="7644" y="1433"/>
                  </a:lnTo>
                  <a:lnTo>
                    <a:pt x="8121" y="1433"/>
                  </a:lnTo>
                  <a:lnTo>
                    <a:pt x="8599" y="956"/>
                  </a:lnTo>
                  <a:lnTo>
                    <a:pt x="9077" y="478"/>
                  </a:lnTo>
                  <a:lnTo>
                    <a:pt x="9077" y="0"/>
                  </a:lnTo>
                  <a:lnTo>
                    <a:pt x="10510" y="956"/>
                  </a:lnTo>
                  <a:lnTo>
                    <a:pt x="12898" y="2866"/>
                  </a:lnTo>
                  <a:lnTo>
                    <a:pt x="13376" y="3822"/>
                  </a:lnTo>
                  <a:lnTo>
                    <a:pt x="12898" y="4777"/>
                  </a:lnTo>
                  <a:lnTo>
                    <a:pt x="13854" y="6688"/>
                  </a:lnTo>
                  <a:lnTo>
                    <a:pt x="14809" y="7166"/>
                  </a:lnTo>
                  <a:lnTo>
                    <a:pt x="16243" y="6688"/>
                  </a:lnTo>
                  <a:lnTo>
                    <a:pt x="16721" y="7166"/>
                  </a:lnTo>
                  <a:lnTo>
                    <a:pt x="16721" y="7644"/>
                  </a:lnTo>
                  <a:lnTo>
                    <a:pt x="15765" y="8121"/>
                  </a:lnTo>
                  <a:lnTo>
                    <a:pt x="15765" y="10032"/>
                  </a:lnTo>
                  <a:lnTo>
                    <a:pt x="17676" y="10988"/>
                  </a:lnTo>
                  <a:lnTo>
                    <a:pt x="19109" y="11943"/>
                  </a:lnTo>
                  <a:lnTo>
                    <a:pt x="22453" y="11466"/>
                  </a:lnTo>
                  <a:lnTo>
                    <a:pt x="23886" y="11943"/>
                  </a:lnTo>
                  <a:lnTo>
                    <a:pt x="24842" y="11466"/>
                  </a:lnTo>
                  <a:lnTo>
                    <a:pt x="23886" y="10032"/>
                  </a:lnTo>
                  <a:lnTo>
                    <a:pt x="22453" y="8599"/>
                  </a:lnTo>
                  <a:lnTo>
                    <a:pt x="22453" y="8121"/>
                  </a:lnTo>
                  <a:lnTo>
                    <a:pt x="23409" y="8599"/>
                  </a:lnTo>
                  <a:lnTo>
                    <a:pt x="24364" y="9555"/>
                  </a:lnTo>
                  <a:lnTo>
                    <a:pt x="26275" y="10510"/>
                  </a:lnTo>
                  <a:lnTo>
                    <a:pt x="29619" y="13854"/>
                  </a:lnTo>
                  <a:lnTo>
                    <a:pt x="33441" y="14809"/>
                  </a:lnTo>
                  <a:lnTo>
                    <a:pt x="36307" y="14809"/>
                  </a:lnTo>
                  <a:lnTo>
                    <a:pt x="39174" y="14332"/>
                  </a:lnTo>
                  <a:lnTo>
                    <a:pt x="43473" y="12899"/>
                  </a:lnTo>
                  <a:lnTo>
                    <a:pt x="46817" y="10510"/>
                  </a:lnTo>
                  <a:lnTo>
                    <a:pt x="49206" y="9077"/>
                  </a:lnTo>
                  <a:lnTo>
                    <a:pt x="57805" y="6688"/>
                  </a:lnTo>
                  <a:lnTo>
                    <a:pt x="60671" y="4300"/>
                  </a:lnTo>
                  <a:lnTo>
                    <a:pt x="61627" y="4300"/>
                  </a:lnTo>
                  <a:lnTo>
                    <a:pt x="63060" y="3822"/>
                  </a:lnTo>
                  <a:lnTo>
                    <a:pt x="65449" y="1911"/>
                  </a:lnTo>
                  <a:lnTo>
                    <a:pt x="66882" y="478"/>
                  </a:lnTo>
                  <a:lnTo>
                    <a:pt x="68315" y="0"/>
                  </a:lnTo>
                  <a:lnTo>
                    <a:pt x="73093" y="478"/>
                  </a:lnTo>
                  <a:lnTo>
                    <a:pt x="75959" y="956"/>
                  </a:lnTo>
                  <a:lnTo>
                    <a:pt x="77870" y="956"/>
                  </a:lnTo>
                  <a:lnTo>
                    <a:pt x="79781" y="1433"/>
                  </a:lnTo>
                  <a:lnTo>
                    <a:pt x="80258" y="2389"/>
                  </a:lnTo>
                  <a:lnTo>
                    <a:pt x="81214" y="2866"/>
                  </a:lnTo>
                  <a:lnTo>
                    <a:pt x="85991" y="2866"/>
                  </a:lnTo>
                  <a:lnTo>
                    <a:pt x="89813" y="3344"/>
                  </a:lnTo>
                  <a:lnTo>
                    <a:pt x="97935" y="6210"/>
                  </a:lnTo>
                  <a:lnTo>
                    <a:pt x="103189" y="9555"/>
                  </a:lnTo>
                  <a:lnTo>
                    <a:pt x="105578" y="12899"/>
                  </a:lnTo>
                  <a:lnTo>
                    <a:pt x="112266" y="17198"/>
                  </a:lnTo>
                  <a:lnTo>
                    <a:pt x="111789" y="17198"/>
                  </a:lnTo>
                  <a:lnTo>
                    <a:pt x="111789" y="17198"/>
                  </a:lnTo>
                  <a:lnTo>
                    <a:pt x="110833" y="18632"/>
                  </a:lnTo>
                  <a:lnTo>
                    <a:pt x="110355" y="20065"/>
                  </a:lnTo>
                  <a:lnTo>
                    <a:pt x="111311" y="21020"/>
                  </a:lnTo>
                  <a:lnTo>
                    <a:pt x="111789" y="21498"/>
                  </a:lnTo>
                  <a:lnTo>
                    <a:pt x="111789" y="22453"/>
                  </a:lnTo>
                  <a:lnTo>
                    <a:pt x="112266" y="23409"/>
                  </a:lnTo>
                  <a:lnTo>
                    <a:pt x="112744" y="23886"/>
                  </a:lnTo>
                  <a:lnTo>
                    <a:pt x="114177" y="25798"/>
                  </a:lnTo>
                  <a:lnTo>
                    <a:pt x="115610" y="2818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9" name="Freeform 2878">
              <a:extLst>
                <a:ext uri="{FF2B5EF4-FFF2-40B4-BE49-F238E27FC236}">
                  <a16:creationId xmlns:a16="http://schemas.microsoft.com/office/drawing/2014/main" id="{A5914F99-DEC3-16EB-E0DB-7A6D2A8BBF28}"/>
                </a:ext>
              </a:extLst>
            </p:cNvPr>
            <p:cNvSpPr/>
            <p:nvPr/>
          </p:nvSpPr>
          <p:spPr>
            <a:xfrm>
              <a:off x="4345598" y="4265766"/>
              <a:ext cx="5732" cy="1911"/>
            </a:xfrm>
            <a:custGeom>
              <a:avLst/>
              <a:gdLst>
                <a:gd name="csX0" fmla="*/ 5733 w 5732"/>
                <a:gd name="csY0" fmla="*/ 478 h 1911"/>
                <a:gd name="csX1" fmla="*/ 5733 w 5732"/>
                <a:gd name="csY1" fmla="*/ 956 h 1911"/>
                <a:gd name="csX2" fmla="*/ 4300 w 5732"/>
                <a:gd name="csY2" fmla="*/ 1433 h 1911"/>
                <a:gd name="csX3" fmla="*/ 1911 w 5732"/>
                <a:gd name="csY3" fmla="*/ 1911 h 1911"/>
                <a:gd name="csX4" fmla="*/ 478 w 5732"/>
                <a:gd name="csY4" fmla="*/ 1433 h 1911"/>
                <a:gd name="csX5" fmla="*/ 0 w 5732"/>
                <a:gd name="csY5" fmla="*/ 956 h 1911"/>
                <a:gd name="csX6" fmla="*/ 478 w 5732"/>
                <a:gd name="csY6" fmla="*/ 478 h 1911"/>
                <a:gd name="csX7" fmla="*/ 2389 w 5732"/>
                <a:gd name="csY7" fmla="*/ 0 h 1911"/>
                <a:gd name="csX8" fmla="*/ 4777 w 5732"/>
                <a:gd name="csY8" fmla="*/ 0 h 1911"/>
                <a:gd name="csX9" fmla="*/ 5733 w 5732"/>
                <a:gd name="csY9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1911">
                  <a:moveTo>
                    <a:pt x="5733" y="478"/>
                  </a:moveTo>
                  <a:lnTo>
                    <a:pt x="5733" y="956"/>
                  </a:lnTo>
                  <a:lnTo>
                    <a:pt x="4300" y="1433"/>
                  </a:lnTo>
                  <a:lnTo>
                    <a:pt x="1911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2389" y="0"/>
                  </a:lnTo>
                  <a:lnTo>
                    <a:pt x="4777" y="0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0" name="Freeform 2879">
              <a:extLst>
                <a:ext uri="{FF2B5EF4-FFF2-40B4-BE49-F238E27FC236}">
                  <a16:creationId xmlns:a16="http://schemas.microsoft.com/office/drawing/2014/main" id="{4676AF08-7CC6-8BDE-7422-A028C88ECBE3}"/>
                </a:ext>
              </a:extLst>
            </p:cNvPr>
            <p:cNvSpPr/>
            <p:nvPr/>
          </p:nvSpPr>
          <p:spPr>
            <a:xfrm>
              <a:off x="4348942" y="4727252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0 w 955"/>
                <a:gd name="csY1" fmla="*/ 478 h 477"/>
                <a:gd name="csX2" fmla="*/ 0 w 955"/>
                <a:gd name="csY2" fmla="*/ 0 h 477"/>
                <a:gd name="csX3" fmla="*/ 956 w 955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1" name="Freeform 2880">
              <a:extLst>
                <a:ext uri="{FF2B5EF4-FFF2-40B4-BE49-F238E27FC236}">
                  <a16:creationId xmlns:a16="http://schemas.microsoft.com/office/drawing/2014/main" id="{0260E646-CC3E-3A3A-B2F1-C38D86581018}"/>
                </a:ext>
              </a:extLst>
            </p:cNvPr>
            <p:cNvSpPr/>
            <p:nvPr/>
          </p:nvSpPr>
          <p:spPr>
            <a:xfrm>
              <a:off x="4347509" y="4580589"/>
              <a:ext cx="955" cy="955"/>
            </a:xfrm>
            <a:custGeom>
              <a:avLst/>
              <a:gdLst>
                <a:gd name="csX0" fmla="*/ 956 w 955"/>
                <a:gd name="csY0" fmla="*/ 956 h 955"/>
                <a:gd name="csX1" fmla="*/ 956 w 955"/>
                <a:gd name="csY1" fmla="*/ 956 h 955"/>
                <a:gd name="csX2" fmla="*/ 0 w 955"/>
                <a:gd name="csY2" fmla="*/ 0 h 955"/>
                <a:gd name="csX3" fmla="*/ 956 w 955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956"/>
                  </a:moveTo>
                  <a:lnTo>
                    <a:pt x="956" y="956"/>
                  </a:lnTo>
                  <a:lnTo>
                    <a:pt x="0" y="0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2" name="Freeform 2881">
              <a:extLst>
                <a:ext uri="{FF2B5EF4-FFF2-40B4-BE49-F238E27FC236}">
                  <a16:creationId xmlns:a16="http://schemas.microsoft.com/office/drawing/2014/main" id="{E12D6748-1A08-CE8C-76DC-AA248647DE25}"/>
                </a:ext>
              </a:extLst>
            </p:cNvPr>
            <p:cNvSpPr/>
            <p:nvPr/>
          </p:nvSpPr>
          <p:spPr>
            <a:xfrm>
              <a:off x="4346076" y="4722475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478 w 955"/>
                <a:gd name="csY1" fmla="*/ 0 h 477"/>
                <a:gd name="csX2" fmla="*/ 0 w 955"/>
                <a:gd name="csY2" fmla="*/ 0 h 477"/>
                <a:gd name="csX3" fmla="*/ 956 w 955"/>
                <a:gd name="csY3" fmla="*/ 478 h 477"/>
                <a:gd name="csX4" fmla="*/ 956 w 955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3" name="Freeform 2882">
              <a:extLst>
                <a:ext uri="{FF2B5EF4-FFF2-40B4-BE49-F238E27FC236}">
                  <a16:creationId xmlns:a16="http://schemas.microsoft.com/office/drawing/2014/main" id="{2683A9EA-C5A2-76F7-C0CE-AB440520B55E}"/>
                </a:ext>
              </a:extLst>
            </p:cNvPr>
            <p:cNvSpPr/>
            <p:nvPr/>
          </p:nvSpPr>
          <p:spPr>
            <a:xfrm>
              <a:off x="4336999" y="4281531"/>
              <a:ext cx="9554" cy="10988"/>
            </a:xfrm>
            <a:custGeom>
              <a:avLst/>
              <a:gdLst>
                <a:gd name="csX0" fmla="*/ 9555 w 9554"/>
                <a:gd name="csY0" fmla="*/ 7644 h 10988"/>
                <a:gd name="csX1" fmla="*/ 9555 w 9554"/>
                <a:gd name="csY1" fmla="*/ 8599 h 10988"/>
                <a:gd name="csX2" fmla="*/ 8599 w 9554"/>
                <a:gd name="csY2" fmla="*/ 10988 h 10988"/>
                <a:gd name="csX3" fmla="*/ 4300 w 9554"/>
                <a:gd name="csY3" fmla="*/ 10988 h 10988"/>
                <a:gd name="csX4" fmla="*/ 4300 w 9554"/>
                <a:gd name="csY4" fmla="*/ 8599 h 10988"/>
                <a:gd name="csX5" fmla="*/ 3822 w 9554"/>
                <a:gd name="csY5" fmla="*/ 8121 h 10988"/>
                <a:gd name="csX6" fmla="*/ 2867 w 9554"/>
                <a:gd name="csY6" fmla="*/ 5255 h 10988"/>
                <a:gd name="csX7" fmla="*/ 1433 w 9554"/>
                <a:gd name="csY7" fmla="*/ 4300 h 10988"/>
                <a:gd name="csX8" fmla="*/ 0 w 9554"/>
                <a:gd name="csY8" fmla="*/ 1433 h 10988"/>
                <a:gd name="csX9" fmla="*/ 956 w 9554"/>
                <a:gd name="csY9" fmla="*/ 956 h 10988"/>
                <a:gd name="csX10" fmla="*/ 2389 w 9554"/>
                <a:gd name="csY10" fmla="*/ 956 h 10988"/>
                <a:gd name="csX11" fmla="*/ 2867 w 9554"/>
                <a:gd name="csY11" fmla="*/ 956 h 10988"/>
                <a:gd name="csX12" fmla="*/ 4777 w 9554"/>
                <a:gd name="csY12" fmla="*/ 478 h 10988"/>
                <a:gd name="csX13" fmla="*/ 5733 w 9554"/>
                <a:gd name="csY13" fmla="*/ 0 h 10988"/>
                <a:gd name="csX14" fmla="*/ 6688 w 9554"/>
                <a:gd name="csY14" fmla="*/ 956 h 10988"/>
                <a:gd name="csX15" fmla="*/ 6688 w 9554"/>
                <a:gd name="csY15" fmla="*/ 1433 h 10988"/>
                <a:gd name="csX16" fmla="*/ 4777 w 9554"/>
                <a:gd name="csY16" fmla="*/ 2867 h 10988"/>
                <a:gd name="csX17" fmla="*/ 6210 w 9554"/>
                <a:gd name="csY17" fmla="*/ 3344 h 10988"/>
                <a:gd name="csX18" fmla="*/ 7644 w 9554"/>
                <a:gd name="csY18" fmla="*/ 1433 h 10988"/>
                <a:gd name="csX19" fmla="*/ 8599 w 9554"/>
                <a:gd name="csY19" fmla="*/ 3344 h 10988"/>
                <a:gd name="csX20" fmla="*/ 9077 w 9554"/>
                <a:gd name="csY20" fmla="*/ 6211 h 10988"/>
                <a:gd name="csX21" fmla="*/ 9077 w 9554"/>
                <a:gd name="csY21" fmla="*/ 6688 h 10988"/>
                <a:gd name="csX22" fmla="*/ 9077 w 9554"/>
                <a:gd name="csY22" fmla="*/ 7166 h 10988"/>
                <a:gd name="csX23" fmla="*/ 9555 w 9554"/>
                <a:gd name="csY23" fmla="*/ 7644 h 109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9554" h="10988">
                  <a:moveTo>
                    <a:pt x="9555" y="7644"/>
                  </a:moveTo>
                  <a:lnTo>
                    <a:pt x="9555" y="8599"/>
                  </a:lnTo>
                  <a:lnTo>
                    <a:pt x="8599" y="10988"/>
                  </a:lnTo>
                  <a:lnTo>
                    <a:pt x="4300" y="10988"/>
                  </a:lnTo>
                  <a:lnTo>
                    <a:pt x="4300" y="8599"/>
                  </a:lnTo>
                  <a:lnTo>
                    <a:pt x="3822" y="8121"/>
                  </a:lnTo>
                  <a:lnTo>
                    <a:pt x="2867" y="5255"/>
                  </a:lnTo>
                  <a:lnTo>
                    <a:pt x="1433" y="4300"/>
                  </a:lnTo>
                  <a:lnTo>
                    <a:pt x="0" y="1433"/>
                  </a:lnTo>
                  <a:lnTo>
                    <a:pt x="956" y="956"/>
                  </a:lnTo>
                  <a:lnTo>
                    <a:pt x="2389" y="956"/>
                  </a:lnTo>
                  <a:lnTo>
                    <a:pt x="2867" y="956"/>
                  </a:lnTo>
                  <a:lnTo>
                    <a:pt x="4777" y="478"/>
                  </a:lnTo>
                  <a:lnTo>
                    <a:pt x="5733" y="0"/>
                  </a:lnTo>
                  <a:lnTo>
                    <a:pt x="6688" y="956"/>
                  </a:lnTo>
                  <a:lnTo>
                    <a:pt x="6688" y="1433"/>
                  </a:lnTo>
                  <a:lnTo>
                    <a:pt x="4777" y="2867"/>
                  </a:lnTo>
                  <a:lnTo>
                    <a:pt x="6210" y="3344"/>
                  </a:lnTo>
                  <a:lnTo>
                    <a:pt x="7644" y="1433"/>
                  </a:lnTo>
                  <a:lnTo>
                    <a:pt x="8599" y="3344"/>
                  </a:lnTo>
                  <a:lnTo>
                    <a:pt x="9077" y="6211"/>
                  </a:lnTo>
                  <a:lnTo>
                    <a:pt x="9077" y="6688"/>
                  </a:lnTo>
                  <a:lnTo>
                    <a:pt x="9077" y="7166"/>
                  </a:lnTo>
                  <a:lnTo>
                    <a:pt x="9555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4" name="Freeform 2883">
              <a:extLst>
                <a:ext uri="{FF2B5EF4-FFF2-40B4-BE49-F238E27FC236}">
                  <a16:creationId xmlns:a16="http://schemas.microsoft.com/office/drawing/2014/main" id="{051427FF-59C5-B7D0-4CCA-FC26CA088D99}"/>
                </a:ext>
              </a:extLst>
            </p:cNvPr>
            <p:cNvSpPr/>
            <p:nvPr/>
          </p:nvSpPr>
          <p:spPr>
            <a:xfrm>
              <a:off x="4326011" y="3233870"/>
              <a:ext cx="20064" cy="15287"/>
            </a:xfrm>
            <a:custGeom>
              <a:avLst/>
              <a:gdLst>
                <a:gd name="csX0" fmla="*/ 20065 w 20064"/>
                <a:gd name="csY0" fmla="*/ 8121 h 15287"/>
                <a:gd name="csX1" fmla="*/ 20065 w 20064"/>
                <a:gd name="csY1" fmla="*/ 9077 h 15287"/>
                <a:gd name="csX2" fmla="*/ 20065 w 20064"/>
                <a:gd name="csY2" fmla="*/ 10510 h 15287"/>
                <a:gd name="csX3" fmla="*/ 19109 w 20064"/>
                <a:gd name="csY3" fmla="*/ 11943 h 15287"/>
                <a:gd name="csX4" fmla="*/ 17676 w 20064"/>
                <a:gd name="csY4" fmla="*/ 12899 h 15287"/>
                <a:gd name="csX5" fmla="*/ 14809 w 20064"/>
                <a:gd name="csY5" fmla="*/ 14332 h 15287"/>
                <a:gd name="csX6" fmla="*/ 11943 w 20064"/>
                <a:gd name="csY6" fmla="*/ 15287 h 15287"/>
                <a:gd name="csX7" fmla="*/ 10510 w 20064"/>
                <a:gd name="csY7" fmla="*/ 14332 h 15287"/>
                <a:gd name="csX8" fmla="*/ 5733 w 20064"/>
                <a:gd name="csY8" fmla="*/ 10032 h 15287"/>
                <a:gd name="csX9" fmla="*/ 1433 w 20064"/>
                <a:gd name="csY9" fmla="*/ 5255 h 15287"/>
                <a:gd name="csX10" fmla="*/ 0 w 20064"/>
                <a:gd name="csY10" fmla="*/ 2866 h 15287"/>
                <a:gd name="csX11" fmla="*/ 956 w 20064"/>
                <a:gd name="csY11" fmla="*/ 1433 h 15287"/>
                <a:gd name="csX12" fmla="*/ 2866 w 20064"/>
                <a:gd name="csY12" fmla="*/ 956 h 15287"/>
                <a:gd name="csX13" fmla="*/ 6210 w 20064"/>
                <a:gd name="csY13" fmla="*/ 0 h 15287"/>
                <a:gd name="csX14" fmla="*/ 12421 w 20064"/>
                <a:gd name="csY14" fmla="*/ 478 h 15287"/>
                <a:gd name="csX15" fmla="*/ 13376 w 20064"/>
                <a:gd name="csY15" fmla="*/ 956 h 15287"/>
                <a:gd name="csX16" fmla="*/ 14809 w 20064"/>
                <a:gd name="csY16" fmla="*/ 2389 h 15287"/>
                <a:gd name="csX17" fmla="*/ 16721 w 20064"/>
                <a:gd name="csY17" fmla="*/ 2389 h 15287"/>
                <a:gd name="csX18" fmla="*/ 17676 w 20064"/>
                <a:gd name="csY18" fmla="*/ 3822 h 15287"/>
                <a:gd name="csX19" fmla="*/ 20065 w 20064"/>
                <a:gd name="csY19" fmla="*/ 8121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0064" h="15287">
                  <a:moveTo>
                    <a:pt x="20065" y="8121"/>
                  </a:moveTo>
                  <a:lnTo>
                    <a:pt x="20065" y="9077"/>
                  </a:lnTo>
                  <a:lnTo>
                    <a:pt x="20065" y="10510"/>
                  </a:lnTo>
                  <a:lnTo>
                    <a:pt x="19109" y="11943"/>
                  </a:lnTo>
                  <a:lnTo>
                    <a:pt x="17676" y="12899"/>
                  </a:lnTo>
                  <a:lnTo>
                    <a:pt x="14809" y="14332"/>
                  </a:lnTo>
                  <a:lnTo>
                    <a:pt x="11943" y="15287"/>
                  </a:lnTo>
                  <a:lnTo>
                    <a:pt x="10510" y="14332"/>
                  </a:lnTo>
                  <a:lnTo>
                    <a:pt x="5733" y="10032"/>
                  </a:lnTo>
                  <a:lnTo>
                    <a:pt x="1433" y="5255"/>
                  </a:lnTo>
                  <a:lnTo>
                    <a:pt x="0" y="2866"/>
                  </a:lnTo>
                  <a:lnTo>
                    <a:pt x="956" y="1433"/>
                  </a:lnTo>
                  <a:lnTo>
                    <a:pt x="2866" y="956"/>
                  </a:lnTo>
                  <a:lnTo>
                    <a:pt x="6210" y="0"/>
                  </a:lnTo>
                  <a:lnTo>
                    <a:pt x="12421" y="478"/>
                  </a:lnTo>
                  <a:lnTo>
                    <a:pt x="13376" y="956"/>
                  </a:lnTo>
                  <a:lnTo>
                    <a:pt x="14809" y="2389"/>
                  </a:lnTo>
                  <a:lnTo>
                    <a:pt x="16721" y="2389"/>
                  </a:lnTo>
                  <a:lnTo>
                    <a:pt x="17676" y="3822"/>
                  </a:lnTo>
                  <a:lnTo>
                    <a:pt x="20065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5" name="Freeform 2884">
              <a:extLst>
                <a:ext uri="{FF2B5EF4-FFF2-40B4-BE49-F238E27FC236}">
                  <a16:creationId xmlns:a16="http://schemas.microsoft.com/office/drawing/2014/main" id="{22B68E4E-1F2E-6D8F-E649-463EDCD877DC}"/>
                </a:ext>
              </a:extLst>
            </p:cNvPr>
            <p:cNvSpPr/>
            <p:nvPr/>
          </p:nvSpPr>
          <p:spPr>
            <a:xfrm>
              <a:off x="4337477" y="3211417"/>
              <a:ext cx="8121" cy="3821"/>
            </a:xfrm>
            <a:custGeom>
              <a:avLst/>
              <a:gdLst>
                <a:gd name="csX0" fmla="*/ 8121 w 8121"/>
                <a:gd name="csY0" fmla="*/ 478 h 3821"/>
                <a:gd name="csX1" fmla="*/ 8121 w 8121"/>
                <a:gd name="csY1" fmla="*/ 478 h 3821"/>
                <a:gd name="csX2" fmla="*/ 6688 w 8121"/>
                <a:gd name="csY2" fmla="*/ 1911 h 3821"/>
                <a:gd name="csX3" fmla="*/ 5255 w 8121"/>
                <a:gd name="csY3" fmla="*/ 3822 h 3821"/>
                <a:gd name="csX4" fmla="*/ 955 w 8121"/>
                <a:gd name="csY4" fmla="*/ 2866 h 3821"/>
                <a:gd name="csX5" fmla="*/ 478 w 8121"/>
                <a:gd name="csY5" fmla="*/ 2389 h 3821"/>
                <a:gd name="csX6" fmla="*/ 0 w 8121"/>
                <a:gd name="csY6" fmla="*/ 1911 h 3821"/>
                <a:gd name="csX7" fmla="*/ 955 w 8121"/>
                <a:gd name="csY7" fmla="*/ 955 h 3821"/>
                <a:gd name="csX8" fmla="*/ 5255 w 8121"/>
                <a:gd name="csY8" fmla="*/ 0 h 3821"/>
                <a:gd name="csX9" fmla="*/ 7166 w 8121"/>
                <a:gd name="csY9" fmla="*/ 0 h 3821"/>
                <a:gd name="csX10" fmla="*/ 8121 w 8121"/>
                <a:gd name="csY10" fmla="*/ 478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8121" h="3821">
                  <a:moveTo>
                    <a:pt x="8121" y="478"/>
                  </a:moveTo>
                  <a:lnTo>
                    <a:pt x="8121" y="478"/>
                  </a:lnTo>
                  <a:lnTo>
                    <a:pt x="6688" y="1911"/>
                  </a:lnTo>
                  <a:lnTo>
                    <a:pt x="5255" y="3822"/>
                  </a:lnTo>
                  <a:lnTo>
                    <a:pt x="955" y="2866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955" y="955"/>
                  </a:lnTo>
                  <a:lnTo>
                    <a:pt x="5255" y="0"/>
                  </a:lnTo>
                  <a:lnTo>
                    <a:pt x="7166" y="0"/>
                  </a:lnTo>
                  <a:lnTo>
                    <a:pt x="81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6" name="Freeform 2885">
              <a:extLst>
                <a:ext uri="{FF2B5EF4-FFF2-40B4-BE49-F238E27FC236}">
                  <a16:creationId xmlns:a16="http://schemas.microsoft.com/office/drawing/2014/main" id="{8656958E-E80E-DDE6-5C0A-1CDC815B9562}"/>
                </a:ext>
              </a:extLst>
            </p:cNvPr>
            <p:cNvSpPr/>
            <p:nvPr/>
          </p:nvSpPr>
          <p:spPr>
            <a:xfrm>
              <a:off x="4343688" y="4596354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6 w 955"/>
                <a:gd name="csY1" fmla="*/ 956 h 955"/>
                <a:gd name="csX2" fmla="*/ 956 w 955"/>
                <a:gd name="csY2" fmla="*/ 956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6" y="956"/>
                  </a:lnTo>
                  <a:lnTo>
                    <a:pt x="956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7" name="Freeform 2886">
              <a:extLst>
                <a:ext uri="{FF2B5EF4-FFF2-40B4-BE49-F238E27FC236}">
                  <a16:creationId xmlns:a16="http://schemas.microsoft.com/office/drawing/2014/main" id="{483D5D3E-D31C-7ABA-6626-AA7BCC531D85}"/>
                </a:ext>
              </a:extLst>
            </p:cNvPr>
            <p:cNvSpPr/>
            <p:nvPr/>
          </p:nvSpPr>
          <p:spPr>
            <a:xfrm>
              <a:off x="4338432" y="4325004"/>
              <a:ext cx="5732" cy="3344"/>
            </a:xfrm>
            <a:custGeom>
              <a:avLst/>
              <a:gdLst>
                <a:gd name="csX0" fmla="*/ 5733 w 5732"/>
                <a:gd name="csY0" fmla="*/ 478 h 3344"/>
                <a:gd name="csX1" fmla="*/ 5733 w 5732"/>
                <a:gd name="csY1" fmla="*/ 1911 h 3344"/>
                <a:gd name="csX2" fmla="*/ 5255 w 5732"/>
                <a:gd name="csY2" fmla="*/ 2866 h 3344"/>
                <a:gd name="csX3" fmla="*/ 4300 w 5732"/>
                <a:gd name="csY3" fmla="*/ 3344 h 3344"/>
                <a:gd name="csX4" fmla="*/ 3344 w 5732"/>
                <a:gd name="csY4" fmla="*/ 2389 h 3344"/>
                <a:gd name="csX5" fmla="*/ 2867 w 5732"/>
                <a:gd name="csY5" fmla="*/ 2389 h 3344"/>
                <a:gd name="csX6" fmla="*/ 1911 w 5732"/>
                <a:gd name="csY6" fmla="*/ 1911 h 3344"/>
                <a:gd name="csX7" fmla="*/ 478 w 5732"/>
                <a:gd name="csY7" fmla="*/ 956 h 3344"/>
                <a:gd name="csX8" fmla="*/ 0 w 5732"/>
                <a:gd name="csY8" fmla="*/ 0 h 3344"/>
                <a:gd name="csX9" fmla="*/ 1433 w 5732"/>
                <a:gd name="csY9" fmla="*/ 0 h 3344"/>
                <a:gd name="csX10" fmla="*/ 2867 w 5732"/>
                <a:gd name="csY10" fmla="*/ 0 h 3344"/>
                <a:gd name="csX11" fmla="*/ 5733 w 5732"/>
                <a:gd name="csY11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32" h="3344">
                  <a:moveTo>
                    <a:pt x="5733" y="478"/>
                  </a:moveTo>
                  <a:lnTo>
                    <a:pt x="5733" y="1911"/>
                  </a:lnTo>
                  <a:lnTo>
                    <a:pt x="5255" y="2866"/>
                  </a:lnTo>
                  <a:lnTo>
                    <a:pt x="4300" y="3344"/>
                  </a:lnTo>
                  <a:lnTo>
                    <a:pt x="3344" y="2389"/>
                  </a:lnTo>
                  <a:lnTo>
                    <a:pt x="2867" y="2389"/>
                  </a:lnTo>
                  <a:lnTo>
                    <a:pt x="1911" y="1911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867" y="0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8" name="Freeform 2887">
              <a:extLst>
                <a:ext uri="{FF2B5EF4-FFF2-40B4-BE49-F238E27FC236}">
                  <a16:creationId xmlns:a16="http://schemas.microsoft.com/office/drawing/2014/main" id="{5756E6A0-3CF6-CEB1-0DC5-DFAAA9E349E4}"/>
                </a:ext>
              </a:extLst>
            </p:cNvPr>
            <p:cNvSpPr/>
            <p:nvPr/>
          </p:nvSpPr>
          <p:spPr>
            <a:xfrm>
              <a:off x="4342732" y="4595399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6 w 955"/>
                <a:gd name="csY1" fmla="*/ 956 h 955"/>
                <a:gd name="csX2" fmla="*/ 0 w 955"/>
                <a:gd name="csY2" fmla="*/ 0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6" y="9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9" name="Freeform 2888">
              <a:extLst>
                <a:ext uri="{FF2B5EF4-FFF2-40B4-BE49-F238E27FC236}">
                  <a16:creationId xmlns:a16="http://schemas.microsoft.com/office/drawing/2014/main" id="{1B560C38-542F-EF9C-E42E-22843094F747}"/>
                </a:ext>
              </a:extLst>
            </p:cNvPr>
            <p:cNvSpPr/>
            <p:nvPr/>
          </p:nvSpPr>
          <p:spPr>
            <a:xfrm>
              <a:off x="4328400" y="4263377"/>
              <a:ext cx="13854" cy="18153"/>
            </a:xfrm>
            <a:custGeom>
              <a:avLst/>
              <a:gdLst>
                <a:gd name="csX0" fmla="*/ 13376 w 13854"/>
                <a:gd name="csY0" fmla="*/ 12421 h 18153"/>
                <a:gd name="csX1" fmla="*/ 13854 w 13854"/>
                <a:gd name="csY1" fmla="*/ 14332 h 18153"/>
                <a:gd name="csX2" fmla="*/ 13376 w 13854"/>
                <a:gd name="csY2" fmla="*/ 14810 h 18153"/>
                <a:gd name="csX3" fmla="*/ 11466 w 13854"/>
                <a:gd name="csY3" fmla="*/ 16243 h 18153"/>
                <a:gd name="csX4" fmla="*/ 10988 w 13854"/>
                <a:gd name="csY4" fmla="*/ 16721 h 18153"/>
                <a:gd name="csX5" fmla="*/ 9077 w 13854"/>
                <a:gd name="csY5" fmla="*/ 17198 h 18153"/>
                <a:gd name="csX6" fmla="*/ 7644 w 13854"/>
                <a:gd name="csY6" fmla="*/ 18154 h 18153"/>
                <a:gd name="csX7" fmla="*/ 7166 w 13854"/>
                <a:gd name="csY7" fmla="*/ 16721 h 18153"/>
                <a:gd name="csX8" fmla="*/ 5733 w 13854"/>
                <a:gd name="csY8" fmla="*/ 15765 h 18153"/>
                <a:gd name="csX9" fmla="*/ 5733 w 13854"/>
                <a:gd name="csY9" fmla="*/ 14332 h 18153"/>
                <a:gd name="csX10" fmla="*/ 4777 w 13854"/>
                <a:gd name="csY10" fmla="*/ 14810 h 18153"/>
                <a:gd name="csX11" fmla="*/ 3344 w 13854"/>
                <a:gd name="csY11" fmla="*/ 14332 h 18153"/>
                <a:gd name="csX12" fmla="*/ 1433 w 13854"/>
                <a:gd name="csY12" fmla="*/ 13376 h 18153"/>
                <a:gd name="csX13" fmla="*/ 0 w 13854"/>
                <a:gd name="csY13" fmla="*/ 11466 h 18153"/>
                <a:gd name="csX14" fmla="*/ 1911 w 13854"/>
                <a:gd name="csY14" fmla="*/ 11466 h 18153"/>
                <a:gd name="csX15" fmla="*/ 2389 w 13854"/>
                <a:gd name="csY15" fmla="*/ 12421 h 18153"/>
                <a:gd name="csX16" fmla="*/ 3822 w 13854"/>
                <a:gd name="csY16" fmla="*/ 10988 h 18153"/>
                <a:gd name="csX17" fmla="*/ 3344 w 13854"/>
                <a:gd name="csY17" fmla="*/ 10510 h 18153"/>
                <a:gd name="csX18" fmla="*/ 2866 w 13854"/>
                <a:gd name="csY18" fmla="*/ 10510 h 18153"/>
                <a:gd name="csX19" fmla="*/ 2389 w 13854"/>
                <a:gd name="csY19" fmla="*/ 9077 h 18153"/>
                <a:gd name="csX20" fmla="*/ 4777 w 13854"/>
                <a:gd name="csY20" fmla="*/ 5733 h 18153"/>
                <a:gd name="csX21" fmla="*/ 5255 w 13854"/>
                <a:gd name="csY21" fmla="*/ 3822 h 18153"/>
                <a:gd name="csX22" fmla="*/ 4300 w 13854"/>
                <a:gd name="csY22" fmla="*/ 478 h 18153"/>
                <a:gd name="csX23" fmla="*/ 5255 w 13854"/>
                <a:gd name="csY23" fmla="*/ 0 h 18153"/>
                <a:gd name="csX24" fmla="*/ 7644 w 13854"/>
                <a:gd name="csY24" fmla="*/ 1433 h 18153"/>
                <a:gd name="csX25" fmla="*/ 9077 w 13854"/>
                <a:gd name="csY25" fmla="*/ 2389 h 18153"/>
                <a:gd name="csX26" fmla="*/ 9077 w 13854"/>
                <a:gd name="csY26" fmla="*/ 4300 h 18153"/>
                <a:gd name="csX27" fmla="*/ 10032 w 13854"/>
                <a:gd name="csY27" fmla="*/ 5255 h 18153"/>
                <a:gd name="csX28" fmla="*/ 11466 w 13854"/>
                <a:gd name="csY28" fmla="*/ 8121 h 18153"/>
                <a:gd name="csX29" fmla="*/ 13376 w 13854"/>
                <a:gd name="csY29" fmla="*/ 10032 h 18153"/>
                <a:gd name="csX30" fmla="*/ 13376 w 13854"/>
                <a:gd name="csY30" fmla="*/ 12421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13854" h="18153">
                  <a:moveTo>
                    <a:pt x="13376" y="12421"/>
                  </a:moveTo>
                  <a:lnTo>
                    <a:pt x="13854" y="14332"/>
                  </a:lnTo>
                  <a:lnTo>
                    <a:pt x="13376" y="14810"/>
                  </a:lnTo>
                  <a:lnTo>
                    <a:pt x="11466" y="16243"/>
                  </a:lnTo>
                  <a:lnTo>
                    <a:pt x="10988" y="16721"/>
                  </a:lnTo>
                  <a:lnTo>
                    <a:pt x="9077" y="17198"/>
                  </a:lnTo>
                  <a:lnTo>
                    <a:pt x="7644" y="18154"/>
                  </a:lnTo>
                  <a:lnTo>
                    <a:pt x="7166" y="16721"/>
                  </a:lnTo>
                  <a:lnTo>
                    <a:pt x="5733" y="15765"/>
                  </a:lnTo>
                  <a:lnTo>
                    <a:pt x="5733" y="14332"/>
                  </a:lnTo>
                  <a:lnTo>
                    <a:pt x="4777" y="14810"/>
                  </a:lnTo>
                  <a:lnTo>
                    <a:pt x="3344" y="14332"/>
                  </a:lnTo>
                  <a:lnTo>
                    <a:pt x="1433" y="13376"/>
                  </a:lnTo>
                  <a:lnTo>
                    <a:pt x="0" y="11466"/>
                  </a:lnTo>
                  <a:lnTo>
                    <a:pt x="1911" y="11466"/>
                  </a:lnTo>
                  <a:lnTo>
                    <a:pt x="2389" y="12421"/>
                  </a:lnTo>
                  <a:lnTo>
                    <a:pt x="3822" y="10988"/>
                  </a:lnTo>
                  <a:lnTo>
                    <a:pt x="3344" y="10510"/>
                  </a:lnTo>
                  <a:lnTo>
                    <a:pt x="2866" y="10510"/>
                  </a:lnTo>
                  <a:lnTo>
                    <a:pt x="2389" y="9077"/>
                  </a:lnTo>
                  <a:lnTo>
                    <a:pt x="4777" y="5733"/>
                  </a:lnTo>
                  <a:lnTo>
                    <a:pt x="5255" y="3822"/>
                  </a:lnTo>
                  <a:lnTo>
                    <a:pt x="4300" y="478"/>
                  </a:lnTo>
                  <a:lnTo>
                    <a:pt x="5255" y="0"/>
                  </a:lnTo>
                  <a:lnTo>
                    <a:pt x="7644" y="1433"/>
                  </a:lnTo>
                  <a:lnTo>
                    <a:pt x="9077" y="2389"/>
                  </a:lnTo>
                  <a:lnTo>
                    <a:pt x="9077" y="4300"/>
                  </a:lnTo>
                  <a:lnTo>
                    <a:pt x="10032" y="5255"/>
                  </a:lnTo>
                  <a:lnTo>
                    <a:pt x="11466" y="8121"/>
                  </a:lnTo>
                  <a:lnTo>
                    <a:pt x="13376" y="10032"/>
                  </a:lnTo>
                  <a:lnTo>
                    <a:pt x="13376" y="124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0" name="Freeform 2889">
              <a:extLst>
                <a:ext uri="{FF2B5EF4-FFF2-40B4-BE49-F238E27FC236}">
                  <a16:creationId xmlns:a16="http://schemas.microsoft.com/office/drawing/2014/main" id="{DB25604E-EF47-B3EC-91AF-AABFFE3E4553}"/>
                </a:ext>
              </a:extLst>
            </p:cNvPr>
            <p:cNvSpPr/>
            <p:nvPr/>
          </p:nvSpPr>
          <p:spPr>
            <a:xfrm>
              <a:off x="4336044" y="4718175"/>
              <a:ext cx="4299" cy="1433"/>
            </a:xfrm>
            <a:custGeom>
              <a:avLst/>
              <a:gdLst>
                <a:gd name="csX0" fmla="*/ 4300 w 4299"/>
                <a:gd name="csY0" fmla="*/ 1433 h 1433"/>
                <a:gd name="csX1" fmla="*/ 0 w 4299"/>
                <a:gd name="csY1" fmla="*/ 0 h 1433"/>
                <a:gd name="csX2" fmla="*/ 0 w 4299"/>
                <a:gd name="csY2" fmla="*/ 0 h 1433"/>
                <a:gd name="csX3" fmla="*/ 4300 w 4299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1433">
                  <a:moveTo>
                    <a:pt x="4300" y="14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1" name="Freeform 2890">
              <a:extLst>
                <a:ext uri="{FF2B5EF4-FFF2-40B4-BE49-F238E27FC236}">
                  <a16:creationId xmlns:a16="http://schemas.microsoft.com/office/drawing/2014/main" id="{C1952757-9BA2-C201-ADC6-C0B3A8BEE8E0}"/>
                </a:ext>
              </a:extLst>
            </p:cNvPr>
            <p:cNvSpPr/>
            <p:nvPr/>
          </p:nvSpPr>
          <p:spPr>
            <a:xfrm>
              <a:off x="4336044" y="4320704"/>
              <a:ext cx="3822" cy="3821"/>
            </a:xfrm>
            <a:custGeom>
              <a:avLst/>
              <a:gdLst>
                <a:gd name="csX0" fmla="*/ 2867 w 3822"/>
                <a:gd name="csY0" fmla="*/ 1911 h 3821"/>
                <a:gd name="csX1" fmla="*/ 3822 w 3822"/>
                <a:gd name="csY1" fmla="*/ 3344 h 3821"/>
                <a:gd name="csX2" fmla="*/ 3344 w 3822"/>
                <a:gd name="csY2" fmla="*/ 3344 h 3821"/>
                <a:gd name="csX3" fmla="*/ 2867 w 3822"/>
                <a:gd name="csY3" fmla="*/ 3822 h 3821"/>
                <a:gd name="csX4" fmla="*/ 478 w 3822"/>
                <a:gd name="csY4" fmla="*/ 2867 h 3821"/>
                <a:gd name="csX5" fmla="*/ 0 w 3822"/>
                <a:gd name="csY5" fmla="*/ 1911 h 3821"/>
                <a:gd name="csX6" fmla="*/ 478 w 3822"/>
                <a:gd name="csY6" fmla="*/ 956 h 3821"/>
                <a:gd name="csX7" fmla="*/ 956 w 3822"/>
                <a:gd name="csY7" fmla="*/ 0 h 3821"/>
                <a:gd name="csX8" fmla="*/ 956 w 3822"/>
                <a:gd name="csY8" fmla="*/ 0 h 3821"/>
                <a:gd name="csX9" fmla="*/ 1433 w 3822"/>
                <a:gd name="csY9" fmla="*/ 1433 h 3821"/>
                <a:gd name="csX10" fmla="*/ 2867 w 3822"/>
                <a:gd name="csY10" fmla="*/ 1911 h 3821"/>
                <a:gd name="csX11" fmla="*/ 2867 w 3822"/>
                <a:gd name="csY11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3821">
                  <a:moveTo>
                    <a:pt x="2867" y="1911"/>
                  </a:moveTo>
                  <a:lnTo>
                    <a:pt x="3822" y="3344"/>
                  </a:lnTo>
                  <a:lnTo>
                    <a:pt x="3344" y="3344"/>
                  </a:lnTo>
                  <a:lnTo>
                    <a:pt x="2867" y="3822"/>
                  </a:lnTo>
                  <a:lnTo>
                    <a:pt x="478" y="2867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1433" y="1433"/>
                  </a:lnTo>
                  <a:lnTo>
                    <a:pt x="2867" y="1911"/>
                  </a:lnTo>
                  <a:lnTo>
                    <a:pt x="286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2" name="Freeform 2891">
              <a:extLst>
                <a:ext uri="{FF2B5EF4-FFF2-40B4-BE49-F238E27FC236}">
                  <a16:creationId xmlns:a16="http://schemas.microsoft.com/office/drawing/2014/main" id="{A2943570-47C2-58A3-8901-9A685581FCC7}"/>
                </a:ext>
              </a:extLst>
            </p:cNvPr>
            <p:cNvSpPr/>
            <p:nvPr/>
          </p:nvSpPr>
          <p:spPr>
            <a:xfrm>
              <a:off x="4317412" y="4231369"/>
              <a:ext cx="21019" cy="6210"/>
            </a:xfrm>
            <a:custGeom>
              <a:avLst/>
              <a:gdLst>
                <a:gd name="csX0" fmla="*/ 20542 w 21019"/>
                <a:gd name="csY0" fmla="*/ 956 h 6210"/>
                <a:gd name="csX1" fmla="*/ 21020 w 21019"/>
                <a:gd name="csY1" fmla="*/ 2389 h 6210"/>
                <a:gd name="csX2" fmla="*/ 21020 w 21019"/>
                <a:gd name="csY2" fmla="*/ 2867 h 6210"/>
                <a:gd name="csX3" fmla="*/ 14809 w 21019"/>
                <a:gd name="csY3" fmla="*/ 3344 h 6210"/>
                <a:gd name="csX4" fmla="*/ 9077 w 21019"/>
                <a:gd name="csY4" fmla="*/ 4777 h 6210"/>
                <a:gd name="csX5" fmla="*/ 6210 w 21019"/>
                <a:gd name="csY5" fmla="*/ 5733 h 6210"/>
                <a:gd name="csX6" fmla="*/ 4777 w 21019"/>
                <a:gd name="csY6" fmla="*/ 6211 h 6210"/>
                <a:gd name="csX7" fmla="*/ 3822 w 21019"/>
                <a:gd name="csY7" fmla="*/ 5255 h 6210"/>
                <a:gd name="csX8" fmla="*/ 0 w 21019"/>
                <a:gd name="csY8" fmla="*/ 2389 h 6210"/>
                <a:gd name="csX9" fmla="*/ 956 w 21019"/>
                <a:gd name="csY9" fmla="*/ 2389 h 6210"/>
                <a:gd name="csX10" fmla="*/ 3822 w 21019"/>
                <a:gd name="csY10" fmla="*/ 4300 h 6210"/>
                <a:gd name="csX11" fmla="*/ 5255 w 21019"/>
                <a:gd name="csY11" fmla="*/ 4300 h 6210"/>
                <a:gd name="csX12" fmla="*/ 7166 w 21019"/>
                <a:gd name="csY12" fmla="*/ 2867 h 6210"/>
                <a:gd name="csX13" fmla="*/ 7166 w 21019"/>
                <a:gd name="csY13" fmla="*/ 1911 h 6210"/>
                <a:gd name="csX14" fmla="*/ 7166 w 21019"/>
                <a:gd name="csY14" fmla="*/ 1433 h 6210"/>
                <a:gd name="csX15" fmla="*/ 7644 w 21019"/>
                <a:gd name="csY15" fmla="*/ 0 h 6210"/>
                <a:gd name="csX16" fmla="*/ 9555 w 21019"/>
                <a:gd name="csY16" fmla="*/ 1433 h 6210"/>
                <a:gd name="csX17" fmla="*/ 11943 w 21019"/>
                <a:gd name="csY17" fmla="*/ 1911 h 6210"/>
                <a:gd name="csX18" fmla="*/ 13376 w 21019"/>
                <a:gd name="csY18" fmla="*/ 1911 h 6210"/>
                <a:gd name="csX19" fmla="*/ 14332 w 21019"/>
                <a:gd name="csY19" fmla="*/ 1433 h 6210"/>
                <a:gd name="csX20" fmla="*/ 17676 w 21019"/>
                <a:gd name="csY20" fmla="*/ 1911 h 6210"/>
                <a:gd name="csX21" fmla="*/ 20542 w 21019"/>
                <a:gd name="csY21" fmla="*/ 95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1019" h="6210">
                  <a:moveTo>
                    <a:pt x="20542" y="956"/>
                  </a:moveTo>
                  <a:lnTo>
                    <a:pt x="21020" y="2389"/>
                  </a:lnTo>
                  <a:lnTo>
                    <a:pt x="21020" y="2867"/>
                  </a:lnTo>
                  <a:lnTo>
                    <a:pt x="14809" y="3344"/>
                  </a:lnTo>
                  <a:lnTo>
                    <a:pt x="9077" y="4777"/>
                  </a:lnTo>
                  <a:lnTo>
                    <a:pt x="6210" y="5733"/>
                  </a:lnTo>
                  <a:lnTo>
                    <a:pt x="4777" y="6211"/>
                  </a:lnTo>
                  <a:lnTo>
                    <a:pt x="3822" y="5255"/>
                  </a:lnTo>
                  <a:lnTo>
                    <a:pt x="0" y="2389"/>
                  </a:lnTo>
                  <a:lnTo>
                    <a:pt x="956" y="2389"/>
                  </a:lnTo>
                  <a:lnTo>
                    <a:pt x="3822" y="4300"/>
                  </a:lnTo>
                  <a:lnTo>
                    <a:pt x="5255" y="4300"/>
                  </a:lnTo>
                  <a:lnTo>
                    <a:pt x="7166" y="2867"/>
                  </a:lnTo>
                  <a:lnTo>
                    <a:pt x="7166" y="1911"/>
                  </a:lnTo>
                  <a:lnTo>
                    <a:pt x="7166" y="1433"/>
                  </a:lnTo>
                  <a:lnTo>
                    <a:pt x="7644" y="0"/>
                  </a:lnTo>
                  <a:lnTo>
                    <a:pt x="9555" y="1433"/>
                  </a:lnTo>
                  <a:lnTo>
                    <a:pt x="11943" y="1911"/>
                  </a:lnTo>
                  <a:lnTo>
                    <a:pt x="13376" y="1911"/>
                  </a:lnTo>
                  <a:lnTo>
                    <a:pt x="14332" y="1433"/>
                  </a:lnTo>
                  <a:lnTo>
                    <a:pt x="17676" y="1911"/>
                  </a:lnTo>
                  <a:lnTo>
                    <a:pt x="2054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3" name="Freeform 2892">
              <a:extLst>
                <a:ext uri="{FF2B5EF4-FFF2-40B4-BE49-F238E27FC236}">
                  <a16:creationId xmlns:a16="http://schemas.microsoft.com/office/drawing/2014/main" id="{58BF549F-0FF5-106A-0CC9-A92B6FDC6C08}"/>
                </a:ext>
              </a:extLst>
            </p:cNvPr>
            <p:cNvSpPr/>
            <p:nvPr/>
          </p:nvSpPr>
          <p:spPr>
            <a:xfrm>
              <a:off x="4320279" y="2946277"/>
              <a:ext cx="17198" cy="13376"/>
            </a:xfrm>
            <a:custGeom>
              <a:avLst/>
              <a:gdLst>
                <a:gd name="csX0" fmla="*/ 17198 w 17198"/>
                <a:gd name="csY0" fmla="*/ 3822 h 13376"/>
                <a:gd name="csX1" fmla="*/ 17198 w 17198"/>
                <a:gd name="csY1" fmla="*/ 4777 h 13376"/>
                <a:gd name="csX2" fmla="*/ 15765 w 17198"/>
                <a:gd name="csY2" fmla="*/ 6688 h 13376"/>
                <a:gd name="csX3" fmla="*/ 10510 w 17198"/>
                <a:gd name="csY3" fmla="*/ 9555 h 13376"/>
                <a:gd name="csX4" fmla="*/ 7166 w 17198"/>
                <a:gd name="csY4" fmla="*/ 11943 h 13376"/>
                <a:gd name="csX5" fmla="*/ 5733 w 17198"/>
                <a:gd name="csY5" fmla="*/ 12899 h 13376"/>
                <a:gd name="csX6" fmla="*/ 3344 w 17198"/>
                <a:gd name="csY6" fmla="*/ 11943 h 13376"/>
                <a:gd name="csX7" fmla="*/ 956 w 17198"/>
                <a:gd name="csY7" fmla="*/ 13376 h 13376"/>
                <a:gd name="csX8" fmla="*/ 0 w 17198"/>
                <a:gd name="csY8" fmla="*/ 13376 h 13376"/>
                <a:gd name="csX9" fmla="*/ 956 w 17198"/>
                <a:gd name="csY9" fmla="*/ 10988 h 13376"/>
                <a:gd name="csX10" fmla="*/ 5255 w 17198"/>
                <a:gd name="csY10" fmla="*/ 5255 h 13376"/>
                <a:gd name="csX11" fmla="*/ 8599 w 17198"/>
                <a:gd name="csY11" fmla="*/ 4300 h 13376"/>
                <a:gd name="csX12" fmla="*/ 9555 w 17198"/>
                <a:gd name="csY12" fmla="*/ 3344 h 13376"/>
                <a:gd name="csX13" fmla="*/ 10988 w 17198"/>
                <a:gd name="csY13" fmla="*/ 3344 h 13376"/>
                <a:gd name="csX14" fmla="*/ 11466 w 17198"/>
                <a:gd name="csY14" fmla="*/ 2389 h 13376"/>
                <a:gd name="csX15" fmla="*/ 11466 w 17198"/>
                <a:gd name="csY15" fmla="*/ 955 h 13376"/>
                <a:gd name="csX16" fmla="*/ 12421 w 17198"/>
                <a:gd name="csY16" fmla="*/ 0 h 13376"/>
                <a:gd name="csX17" fmla="*/ 13854 w 17198"/>
                <a:gd name="csY17" fmla="*/ 0 h 13376"/>
                <a:gd name="csX18" fmla="*/ 16243 w 17198"/>
                <a:gd name="csY18" fmla="*/ 955 h 13376"/>
                <a:gd name="csX19" fmla="*/ 17198 w 17198"/>
                <a:gd name="csY19" fmla="*/ 3822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7198" h="13376">
                  <a:moveTo>
                    <a:pt x="17198" y="3822"/>
                  </a:moveTo>
                  <a:lnTo>
                    <a:pt x="17198" y="4777"/>
                  </a:lnTo>
                  <a:lnTo>
                    <a:pt x="15765" y="6688"/>
                  </a:lnTo>
                  <a:lnTo>
                    <a:pt x="10510" y="9555"/>
                  </a:lnTo>
                  <a:lnTo>
                    <a:pt x="7166" y="11943"/>
                  </a:lnTo>
                  <a:lnTo>
                    <a:pt x="5733" y="12899"/>
                  </a:lnTo>
                  <a:lnTo>
                    <a:pt x="3344" y="11943"/>
                  </a:lnTo>
                  <a:lnTo>
                    <a:pt x="956" y="13376"/>
                  </a:lnTo>
                  <a:lnTo>
                    <a:pt x="0" y="13376"/>
                  </a:lnTo>
                  <a:lnTo>
                    <a:pt x="956" y="10988"/>
                  </a:lnTo>
                  <a:lnTo>
                    <a:pt x="5255" y="5255"/>
                  </a:lnTo>
                  <a:lnTo>
                    <a:pt x="8599" y="4300"/>
                  </a:lnTo>
                  <a:lnTo>
                    <a:pt x="9555" y="3344"/>
                  </a:lnTo>
                  <a:lnTo>
                    <a:pt x="10988" y="3344"/>
                  </a:lnTo>
                  <a:lnTo>
                    <a:pt x="11466" y="2389"/>
                  </a:lnTo>
                  <a:lnTo>
                    <a:pt x="11466" y="955"/>
                  </a:lnTo>
                  <a:lnTo>
                    <a:pt x="12421" y="0"/>
                  </a:lnTo>
                  <a:lnTo>
                    <a:pt x="13854" y="0"/>
                  </a:lnTo>
                  <a:lnTo>
                    <a:pt x="16243" y="955"/>
                  </a:lnTo>
                  <a:lnTo>
                    <a:pt x="17198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4" name="Freeform 2893">
              <a:extLst>
                <a:ext uri="{FF2B5EF4-FFF2-40B4-BE49-F238E27FC236}">
                  <a16:creationId xmlns:a16="http://schemas.microsoft.com/office/drawing/2014/main" id="{A749447D-CF8F-AD8C-8C99-06C833B91CD6}"/>
                </a:ext>
              </a:extLst>
            </p:cNvPr>
            <p:cNvSpPr/>
            <p:nvPr/>
          </p:nvSpPr>
          <p:spPr>
            <a:xfrm>
              <a:off x="4331266" y="4318316"/>
              <a:ext cx="5255" cy="3344"/>
            </a:xfrm>
            <a:custGeom>
              <a:avLst/>
              <a:gdLst>
                <a:gd name="csX0" fmla="*/ 5255 w 5255"/>
                <a:gd name="csY0" fmla="*/ 2867 h 3344"/>
                <a:gd name="csX1" fmla="*/ 4777 w 5255"/>
                <a:gd name="csY1" fmla="*/ 3344 h 3344"/>
                <a:gd name="csX2" fmla="*/ 3822 w 5255"/>
                <a:gd name="csY2" fmla="*/ 2389 h 3344"/>
                <a:gd name="csX3" fmla="*/ 1911 w 5255"/>
                <a:gd name="csY3" fmla="*/ 1911 h 3344"/>
                <a:gd name="csX4" fmla="*/ 956 w 5255"/>
                <a:gd name="csY4" fmla="*/ 956 h 3344"/>
                <a:gd name="csX5" fmla="*/ 478 w 5255"/>
                <a:gd name="csY5" fmla="*/ 478 h 3344"/>
                <a:gd name="csX6" fmla="*/ 0 w 5255"/>
                <a:gd name="csY6" fmla="*/ 0 h 3344"/>
                <a:gd name="csX7" fmla="*/ 1433 w 5255"/>
                <a:gd name="csY7" fmla="*/ 0 h 3344"/>
                <a:gd name="csX8" fmla="*/ 2867 w 5255"/>
                <a:gd name="csY8" fmla="*/ 0 h 3344"/>
                <a:gd name="csX9" fmla="*/ 3822 w 5255"/>
                <a:gd name="csY9" fmla="*/ 956 h 3344"/>
                <a:gd name="csX10" fmla="*/ 4300 w 5255"/>
                <a:gd name="csY10" fmla="*/ 2389 h 3344"/>
                <a:gd name="csX11" fmla="*/ 5255 w 5255"/>
                <a:gd name="csY11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5" h="3344">
                  <a:moveTo>
                    <a:pt x="5255" y="2867"/>
                  </a:moveTo>
                  <a:lnTo>
                    <a:pt x="4777" y="3344"/>
                  </a:lnTo>
                  <a:lnTo>
                    <a:pt x="3822" y="2389"/>
                  </a:lnTo>
                  <a:lnTo>
                    <a:pt x="1911" y="1911"/>
                  </a:lnTo>
                  <a:lnTo>
                    <a:pt x="956" y="956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867" y="0"/>
                  </a:lnTo>
                  <a:lnTo>
                    <a:pt x="3822" y="956"/>
                  </a:lnTo>
                  <a:lnTo>
                    <a:pt x="4300" y="2389"/>
                  </a:lnTo>
                  <a:lnTo>
                    <a:pt x="5255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5" name="Freeform 2894">
              <a:extLst>
                <a:ext uri="{FF2B5EF4-FFF2-40B4-BE49-F238E27FC236}">
                  <a16:creationId xmlns:a16="http://schemas.microsoft.com/office/drawing/2014/main" id="{D7C5DA20-AD9A-A701-EC00-8A5D4BF732B0}"/>
                </a:ext>
              </a:extLst>
            </p:cNvPr>
            <p:cNvSpPr/>
            <p:nvPr/>
          </p:nvSpPr>
          <p:spPr>
            <a:xfrm>
              <a:off x="4332700" y="4686645"/>
              <a:ext cx="1910" cy="2388"/>
            </a:xfrm>
            <a:custGeom>
              <a:avLst/>
              <a:gdLst>
                <a:gd name="csX0" fmla="*/ 1911 w 1910"/>
                <a:gd name="csY0" fmla="*/ 955 h 2388"/>
                <a:gd name="csX1" fmla="*/ 1911 w 1910"/>
                <a:gd name="csY1" fmla="*/ 1911 h 2388"/>
                <a:gd name="csX2" fmla="*/ 1433 w 1910"/>
                <a:gd name="csY2" fmla="*/ 2389 h 2388"/>
                <a:gd name="csX3" fmla="*/ 478 w 1910"/>
                <a:gd name="csY3" fmla="*/ 1433 h 2388"/>
                <a:gd name="csX4" fmla="*/ 0 w 1910"/>
                <a:gd name="csY4" fmla="*/ 955 h 2388"/>
                <a:gd name="csX5" fmla="*/ 478 w 1910"/>
                <a:gd name="csY5" fmla="*/ 0 h 2388"/>
                <a:gd name="csX6" fmla="*/ 1433 w 1910"/>
                <a:gd name="csY6" fmla="*/ 478 h 2388"/>
                <a:gd name="csX7" fmla="*/ 1911 w 1910"/>
                <a:gd name="csY7" fmla="*/ 955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2388">
                  <a:moveTo>
                    <a:pt x="1911" y="955"/>
                  </a:moveTo>
                  <a:lnTo>
                    <a:pt x="1911" y="1911"/>
                  </a:lnTo>
                  <a:lnTo>
                    <a:pt x="1433" y="2389"/>
                  </a:lnTo>
                  <a:lnTo>
                    <a:pt x="478" y="1433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6" name="Freeform 2895">
              <a:extLst>
                <a:ext uri="{FF2B5EF4-FFF2-40B4-BE49-F238E27FC236}">
                  <a16:creationId xmlns:a16="http://schemas.microsoft.com/office/drawing/2014/main" id="{9048373E-3239-5E0C-1637-A61D2F63D95B}"/>
                </a:ext>
              </a:extLst>
            </p:cNvPr>
            <p:cNvSpPr/>
            <p:nvPr/>
          </p:nvSpPr>
          <p:spPr>
            <a:xfrm>
              <a:off x="4308813" y="2964431"/>
              <a:ext cx="23408" cy="27708"/>
            </a:xfrm>
            <a:custGeom>
              <a:avLst/>
              <a:gdLst>
                <a:gd name="csX0" fmla="*/ 23409 w 23408"/>
                <a:gd name="csY0" fmla="*/ 3822 h 27708"/>
                <a:gd name="csX1" fmla="*/ 23409 w 23408"/>
                <a:gd name="csY1" fmla="*/ 4300 h 27708"/>
                <a:gd name="csX2" fmla="*/ 22453 w 23408"/>
                <a:gd name="csY2" fmla="*/ 6211 h 27708"/>
                <a:gd name="csX3" fmla="*/ 19587 w 23408"/>
                <a:gd name="csY3" fmla="*/ 9555 h 27708"/>
                <a:gd name="csX4" fmla="*/ 17676 w 23408"/>
                <a:gd name="csY4" fmla="*/ 12421 h 27708"/>
                <a:gd name="csX5" fmla="*/ 17198 w 23408"/>
                <a:gd name="csY5" fmla="*/ 13377 h 27708"/>
                <a:gd name="csX6" fmla="*/ 17198 w 23408"/>
                <a:gd name="csY6" fmla="*/ 14332 h 27708"/>
                <a:gd name="csX7" fmla="*/ 16243 w 23408"/>
                <a:gd name="csY7" fmla="*/ 15765 h 27708"/>
                <a:gd name="csX8" fmla="*/ 14332 w 23408"/>
                <a:gd name="csY8" fmla="*/ 19109 h 27708"/>
                <a:gd name="csX9" fmla="*/ 12421 w 23408"/>
                <a:gd name="csY9" fmla="*/ 22453 h 27708"/>
                <a:gd name="csX10" fmla="*/ 10988 w 23408"/>
                <a:gd name="csY10" fmla="*/ 23886 h 27708"/>
                <a:gd name="csX11" fmla="*/ 7166 w 23408"/>
                <a:gd name="csY11" fmla="*/ 25797 h 27708"/>
                <a:gd name="csX12" fmla="*/ 4299 w 23408"/>
                <a:gd name="csY12" fmla="*/ 27708 h 27708"/>
                <a:gd name="csX13" fmla="*/ 2866 w 23408"/>
                <a:gd name="csY13" fmla="*/ 27708 h 27708"/>
                <a:gd name="csX14" fmla="*/ 955 w 23408"/>
                <a:gd name="csY14" fmla="*/ 26753 h 27708"/>
                <a:gd name="csX15" fmla="*/ 478 w 23408"/>
                <a:gd name="csY15" fmla="*/ 25320 h 27708"/>
                <a:gd name="csX16" fmla="*/ 0 w 23408"/>
                <a:gd name="csY16" fmla="*/ 23886 h 27708"/>
                <a:gd name="csX17" fmla="*/ 478 w 23408"/>
                <a:gd name="csY17" fmla="*/ 22931 h 27708"/>
                <a:gd name="csX18" fmla="*/ 1433 w 23408"/>
                <a:gd name="csY18" fmla="*/ 21976 h 27708"/>
                <a:gd name="csX19" fmla="*/ 2389 w 23408"/>
                <a:gd name="csY19" fmla="*/ 20065 h 27708"/>
                <a:gd name="csX20" fmla="*/ 3344 w 23408"/>
                <a:gd name="csY20" fmla="*/ 17198 h 27708"/>
                <a:gd name="csX21" fmla="*/ 5255 w 23408"/>
                <a:gd name="csY21" fmla="*/ 15287 h 27708"/>
                <a:gd name="csX22" fmla="*/ 9555 w 23408"/>
                <a:gd name="csY22" fmla="*/ 13377 h 27708"/>
                <a:gd name="csX23" fmla="*/ 10032 w 23408"/>
                <a:gd name="csY23" fmla="*/ 12899 h 27708"/>
                <a:gd name="csX24" fmla="*/ 11943 w 23408"/>
                <a:gd name="csY24" fmla="*/ 7644 h 27708"/>
                <a:gd name="csX25" fmla="*/ 12898 w 23408"/>
                <a:gd name="csY25" fmla="*/ 6688 h 27708"/>
                <a:gd name="csX26" fmla="*/ 14809 w 23408"/>
                <a:gd name="csY26" fmla="*/ 6211 h 27708"/>
                <a:gd name="csX27" fmla="*/ 15287 w 23408"/>
                <a:gd name="csY27" fmla="*/ 5733 h 27708"/>
                <a:gd name="csX28" fmla="*/ 14332 w 23408"/>
                <a:gd name="csY28" fmla="*/ 4300 h 27708"/>
                <a:gd name="csX29" fmla="*/ 14332 w 23408"/>
                <a:gd name="csY29" fmla="*/ 3344 h 27708"/>
                <a:gd name="csX30" fmla="*/ 15287 w 23408"/>
                <a:gd name="csY30" fmla="*/ 1911 h 27708"/>
                <a:gd name="csX31" fmla="*/ 16243 w 23408"/>
                <a:gd name="csY31" fmla="*/ 956 h 27708"/>
                <a:gd name="csX32" fmla="*/ 19109 w 23408"/>
                <a:gd name="csY32" fmla="*/ 0 h 27708"/>
                <a:gd name="csX33" fmla="*/ 21498 w 23408"/>
                <a:gd name="csY33" fmla="*/ 0 h 27708"/>
                <a:gd name="csX34" fmla="*/ 21975 w 23408"/>
                <a:gd name="csY34" fmla="*/ 478 h 27708"/>
                <a:gd name="csX35" fmla="*/ 22931 w 23408"/>
                <a:gd name="csY35" fmla="*/ 1433 h 27708"/>
                <a:gd name="csX36" fmla="*/ 23409 w 23408"/>
                <a:gd name="csY36" fmla="*/ 3822 h 27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23408" h="27708">
                  <a:moveTo>
                    <a:pt x="23409" y="3822"/>
                  </a:moveTo>
                  <a:lnTo>
                    <a:pt x="23409" y="4300"/>
                  </a:lnTo>
                  <a:lnTo>
                    <a:pt x="22453" y="6211"/>
                  </a:lnTo>
                  <a:lnTo>
                    <a:pt x="19587" y="9555"/>
                  </a:lnTo>
                  <a:lnTo>
                    <a:pt x="17676" y="12421"/>
                  </a:lnTo>
                  <a:lnTo>
                    <a:pt x="17198" y="13377"/>
                  </a:lnTo>
                  <a:lnTo>
                    <a:pt x="17198" y="14332"/>
                  </a:lnTo>
                  <a:lnTo>
                    <a:pt x="16243" y="15765"/>
                  </a:lnTo>
                  <a:lnTo>
                    <a:pt x="14332" y="19109"/>
                  </a:lnTo>
                  <a:lnTo>
                    <a:pt x="12421" y="22453"/>
                  </a:lnTo>
                  <a:lnTo>
                    <a:pt x="10988" y="23886"/>
                  </a:lnTo>
                  <a:lnTo>
                    <a:pt x="7166" y="25797"/>
                  </a:lnTo>
                  <a:lnTo>
                    <a:pt x="4299" y="27708"/>
                  </a:lnTo>
                  <a:lnTo>
                    <a:pt x="2866" y="27708"/>
                  </a:lnTo>
                  <a:lnTo>
                    <a:pt x="955" y="26753"/>
                  </a:lnTo>
                  <a:lnTo>
                    <a:pt x="478" y="25320"/>
                  </a:lnTo>
                  <a:lnTo>
                    <a:pt x="0" y="23886"/>
                  </a:lnTo>
                  <a:lnTo>
                    <a:pt x="478" y="22931"/>
                  </a:lnTo>
                  <a:lnTo>
                    <a:pt x="1433" y="21976"/>
                  </a:lnTo>
                  <a:lnTo>
                    <a:pt x="2389" y="20065"/>
                  </a:lnTo>
                  <a:lnTo>
                    <a:pt x="3344" y="17198"/>
                  </a:lnTo>
                  <a:lnTo>
                    <a:pt x="5255" y="15287"/>
                  </a:lnTo>
                  <a:lnTo>
                    <a:pt x="9555" y="13377"/>
                  </a:lnTo>
                  <a:lnTo>
                    <a:pt x="10032" y="12899"/>
                  </a:lnTo>
                  <a:lnTo>
                    <a:pt x="11943" y="7644"/>
                  </a:lnTo>
                  <a:lnTo>
                    <a:pt x="12898" y="6688"/>
                  </a:lnTo>
                  <a:lnTo>
                    <a:pt x="14809" y="6211"/>
                  </a:lnTo>
                  <a:lnTo>
                    <a:pt x="15287" y="5733"/>
                  </a:lnTo>
                  <a:lnTo>
                    <a:pt x="14332" y="4300"/>
                  </a:lnTo>
                  <a:lnTo>
                    <a:pt x="14332" y="3344"/>
                  </a:lnTo>
                  <a:lnTo>
                    <a:pt x="15287" y="1911"/>
                  </a:lnTo>
                  <a:lnTo>
                    <a:pt x="16243" y="956"/>
                  </a:lnTo>
                  <a:lnTo>
                    <a:pt x="19109" y="0"/>
                  </a:lnTo>
                  <a:lnTo>
                    <a:pt x="21498" y="0"/>
                  </a:lnTo>
                  <a:lnTo>
                    <a:pt x="21975" y="478"/>
                  </a:lnTo>
                  <a:lnTo>
                    <a:pt x="22931" y="1433"/>
                  </a:lnTo>
                  <a:lnTo>
                    <a:pt x="23409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7" name="Freeform 2896">
              <a:extLst>
                <a:ext uri="{FF2B5EF4-FFF2-40B4-BE49-F238E27FC236}">
                  <a16:creationId xmlns:a16="http://schemas.microsoft.com/office/drawing/2014/main" id="{A7129198-901B-859A-BF68-B4BEA95AEDD8}"/>
                </a:ext>
              </a:extLst>
            </p:cNvPr>
            <p:cNvSpPr/>
            <p:nvPr/>
          </p:nvSpPr>
          <p:spPr>
            <a:xfrm>
              <a:off x="4323623" y="3338015"/>
              <a:ext cx="8599" cy="3344"/>
            </a:xfrm>
            <a:custGeom>
              <a:avLst/>
              <a:gdLst>
                <a:gd name="csX0" fmla="*/ 8599 w 8599"/>
                <a:gd name="csY0" fmla="*/ 0 h 3344"/>
                <a:gd name="csX1" fmla="*/ 7644 w 8599"/>
                <a:gd name="csY1" fmla="*/ 955 h 3344"/>
                <a:gd name="csX2" fmla="*/ 5733 w 8599"/>
                <a:gd name="csY2" fmla="*/ 1911 h 3344"/>
                <a:gd name="csX3" fmla="*/ 2866 w 8599"/>
                <a:gd name="csY3" fmla="*/ 3344 h 3344"/>
                <a:gd name="csX4" fmla="*/ 0 w 8599"/>
                <a:gd name="csY4" fmla="*/ 3344 h 3344"/>
                <a:gd name="csX5" fmla="*/ 0 w 8599"/>
                <a:gd name="csY5" fmla="*/ 2866 h 3344"/>
                <a:gd name="csX6" fmla="*/ 956 w 8599"/>
                <a:gd name="csY6" fmla="*/ 1433 h 3344"/>
                <a:gd name="csX7" fmla="*/ 5255 w 8599"/>
                <a:gd name="csY7" fmla="*/ 0 h 3344"/>
                <a:gd name="csX8" fmla="*/ 8599 w 8599"/>
                <a:gd name="csY8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599" h="3344">
                  <a:moveTo>
                    <a:pt x="8599" y="0"/>
                  </a:moveTo>
                  <a:lnTo>
                    <a:pt x="7644" y="955"/>
                  </a:lnTo>
                  <a:lnTo>
                    <a:pt x="5733" y="1911"/>
                  </a:lnTo>
                  <a:lnTo>
                    <a:pt x="2866" y="3344"/>
                  </a:lnTo>
                  <a:lnTo>
                    <a:pt x="0" y="3344"/>
                  </a:lnTo>
                  <a:lnTo>
                    <a:pt x="0" y="2866"/>
                  </a:lnTo>
                  <a:lnTo>
                    <a:pt x="956" y="1433"/>
                  </a:lnTo>
                  <a:lnTo>
                    <a:pt x="5255" y="0"/>
                  </a:lnTo>
                  <a:lnTo>
                    <a:pt x="85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8" name="Freeform 2897">
              <a:extLst>
                <a:ext uri="{FF2B5EF4-FFF2-40B4-BE49-F238E27FC236}">
                  <a16:creationId xmlns:a16="http://schemas.microsoft.com/office/drawing/2014/main" id="{BA279D9B-044E-7BBF-CC2C-79B29F7F7C97}"/>
                </a:ext>
              </a:extLst>
            </p:cNvPr>
            <p:cNvSpPr/>
            <p:nvPr/>
          </p:nvSpPr>
          <p:spPr>
            <a:xfrm>
              <a:off x="4323145" y="4315927"/>
              <a:ext cx="8121" cy="1911"/>
            </a:xfrm>
            <a:custGeom>
              <a:avLst/>
              <a:gdLst>
                <a:gd name="csX0" fmla="*/ 6688 w 8121"/>
                <a:gd name="csY0" fmla="*/ 478 h 1911"/>
                <a:gd name="csX1" fmla="*/ 8121 w 8121"/>
                <a:gd name="csY1" fmla="*/ 1911 h 1911"/>
                <a:gd name="csX2" fmla="*/ 7166 w 8121"/>
                <a:gd name="csY2" fmla="*/ 1911 h 1911"/>
                <a:gd name="csX3" fmla="*/ 6210 w 8121"/>
                <a:gd name="csY3" fmla="*/ 1911 h 1911"/>
                <a:gd name="csX4" fmla="*/ 5255 w 8121"/>
                <a:gd name="csY4" fmla="*/ 1911 h 1911"/>
                <a:gd name="csX5" fmla="*/ 2866 w 8121"/>
                <a:gd name="csY5" fmla="*/ 1911 h 1911"/>
                <a:gd name="csX6" fmla="*/ 1433 w 8121"/>
                <a:gd name="csY6" fmla="*/ 1433 h 1911"/>
                <a:gd name="csX7" fmla="*/ 478 w 8121"/>
                <a:gd name="csY7" fmla="*/ 956 h 1911"/>
                <a:gd name="csX8" fmla="*/ 0 w 8121"/>
                <a:gd name="csY8" fmla="*/ 478 h 1911"/>
                <a:gd name="csX9" fmla="*/ 1433 w 8121"/>
                <a:gd name="csY9" fmla="*/ 0 h 1911"/>
                <a:gd name="csX10" fmla="*/ 3822 w 8121"/>
                <a:gd name="csY10" fmla="*/ 478 h 1911"/>
                <a:gd name="csX11" fmla="*/ 4777 w 8121"/>
                <a:gd name="csY11" fmla="*/ 0 h 1911"/>
                <a:gd name="csX12" fmla="*/ 5733 w 8121"/>
                <a:gd name="csY12" fmla="*/ 0 h 1911"/>
                <a:gd name="csX13" fmla="*/ 6688 w 8121"/>
                <a:gd name="csY13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8121" h="1911">
                  <a:moveTo>
                    <a:pt x="6688" y="478"/>
                  </a:moveTo>
                  <a:lnTo>
                    <a:pt x="8121" y="1911"/>
                  </a:lnTo>
                  <a:lnTo>
                    <a:pt x="7166" y="1911"/>
                  </a:lnTo>
                  <a:lnTo>
                    <a:pt x="6210" y="1911"/>
                  </a:lnTo>
                  <a:lnTo>
                    <a:pt x="5255" y="1911"/>
                  </a:lnTo>
                  <a:lnTo>
                    <a:pt x="2866" y="1911"/>
                  </a:lnTo>
                  <a:lnTo>
                    <a:pt x="1433" y="1433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3822" y="478"/>
                  </a:lnTo>
                  <a:lnTo>
                    <a:pt x="4777" y="0"/>
                  </a:lnTo>
                  <a:lnTo>
                    <a:pt x="5733" y="0"/>
                  </a:lnTo>
                  <a:lnTo>
                    <a:pt x="668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9" name="Freeform 2898">
              <a:extLst>
                <a:ext uri="{FF2B5EF4-FFF2-40B4-BE49-F238E27FC236}">
                  <a16:creationId xmlns:a16="http://schemas.microsoft.com/office/drawing/2014/main" id="{F665AB0D-B87E-BB18-9513-924AB5F220AA}"/>
                </a:ext>
              </a:extLst>
            </p:cNvPr>
            <p:cNvSpPr/>
            <p:nvPr/>
          </p:nvSpPr>
          <p:spPr>
            <a:xfrm>
              <a:off x="4318846" y="3490889"/>
              <a:ext cx="5254" cy="10032"/>
            </a:xfrm>
            <a:custGeom>
              <a:avLst/>
              <a:gdLst>
                <a:gd name="csX0" fmla="*/ 4777 w 5254"/>
                <a:gd name="csY0" fmla="*/ 0 h 10032"/>
                <a:gd name="csX1" fmla="*/ 5255 w 5254"/>
                <a:gd name="csY1" fmla="*/ 3822 h 10032"/>
                <a:gd name="csX2" fmla="*/ 4777 w 5254"/>
                <a:gd name="csY2" fmla="*/ 5733 h 10032"/>
                <a:gd name="csX3" fmla="*/ 3822 w 5254"/>
                <a:gd name="csY3" fmla="*/ 7166 h 10032"/>
                <a:gd name="csX4" fmla="*/ 2866 w 5254"/>
                <a:gd name="csY4" fmla="*/ 8599 h 10032"/>
                <a:gd name="csX5" fmla="*/ 1433 w 5254"/>
                <a:gd name="csY5" fmla="*/ 9555 h 10032"/>
                <a:gd name="csX6" fmla="*/ 478 w 5254"/>
                <a:gd name="csY6" fmla="*/ 10032 h 10032"/>
                <a:gd name="csX7" fmla="*/ 0 w 5254"/>
                <a:gd name="csY7" fmla="*/ 10032 h 10032"/>
                <a:gd name="csX8" fmla="*/ 0 w 5254"/>
                <a:gd name="csY8" fmla="*/ 8599 h 10032"/>
                <a:gd name="csX9" fmla="*/ 956 w 5254"/>
                <a:gd name="csY9" fmla="*/ 6688 h 10032"/>
                <a:gd name="csX10" fmla="*/ 1433 w 5254"/>
                <a:gd name="csY10" fmla="*/ 4777 h 10032"/>
                <a:gd name="csX11" fmla="*/ 1911 w 5254"/>
                <a:gd name="csY11" fmla="*/ 3344 h 10032"/>
                <a:gd name="csX12" fmla="*/ 2389 w 5254"/>
                <a:gd name="csY12" fmla="*/ 1911 h 10032"/>
                <a:gd name="csX13" fmla="*/ 2866 w 5254"/>
                <a:gd name="csY13" fmla="*/ 478 h 10032"/>
                <a:gd name="csX14" fmla="*/ 3822 w 5254"/>
                <a:gd name="csY14" fmla="*/ 0 h 10032"/>
                <a:gd name="csX15" fmla="*/ 4777 w 5254"/>
                <a:gd name="csY15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254" h="10032">
                  <a:moveTo>
                    <a:pt x="4777" y="0"/>
                  </a:moveTo>
                  <a:lnTo>
                    <a:pt x="5255" y="3822"/>
                  </a:lnTo>
                  <a:lnTo>
                    <a:pt x="4777" y="5733"/>
                  </a:lnTo>
                  <a:lnTo>
                    <a:pt x="3822" y="7166"/>
                  </a:lnTo>
                  <a:lnTo>
                    <a:pt x="2866" y="8599"/>
                  </a:lnTo>
                  <a:lnTo>
                    <a:pt x="1433" y="9555"/>
                  </a:lnTo>
                  <a:lnTo>
                    <a:pt x="478" y="10032"/>
                  </a:lnTo>
                  <a:lnTo>
                    <a:pt x="0" y="10032"/>
                  </a:lnTo>
                  <a:lnTo>
                    <a:pt x="0" y="8599"/>
                  </a:lnTo>
                  <a:lnTo>
                    <a:pt x="956" y="6688"/>
                  </a:lnTo>
                  <a:lnTo>
                    <a:pt x="1433" y="4777"/>
                  </a:lnTo>
                  <a:lnTo>
                    <a:pt x="1911" y="3344"/>
                  </a:lnTo>
                  <a:lnTo>
                    <a:pt x="2389" y="1911"/>
                  </a:lnTo>
                  <a:lnTo>
                    <a:pt x="2866" y="478"/>
                  </a:lnTo>
                  <a:lnTo>
                    <a:pt x="3822" y="0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0" name="Freeform 2899">
              <a:extLst>
                <a:ext uri="{FF2B5EF4-FFF2-40B4-BE49-F238E27FC236}">
                  <a16:creationId xmlns:a16="http://schemas.microsoft.com/office/drawing/2014/main" id="{4D531007-5F70-7B68-5F73-AEB26A5736C1}"/>
                </a:ext>
              </a:extLst>
            </p:cNvPr>
            <p:cNvSpPr/>
            <p:nvPr/>
          </p:nvSpPr>
          <p:spPr>
            <a:xfrm>
              <a:off x="4317412" y="5379831"/>
              <a:ext cx="4299" cy="1911"/>
            </a:xfrm>
            <a:custGeom>
              <a:avLst/>
              <a:gdLst>
                <a:gd name="csX0" fmla="*/ 3822 w 4299"/>
                <a:gd name="csY0" fmla="*/ 956 h 1911"/>
                <a:gd name="csX1" fmla="*/ 4299 w 4299"/>
                <a:gd name="csY1" fmla="*/ 956 h 1911"/>
                <a:gd name="csX2" fmla="*/ 4299 w 4299"/>
                <a:gd name="csY2" fmla="*/ 1433 h 1911"/>
                <a:gd name="csX3" fmla="*/ 3344 w 4299"/>
                <a:gd name="csY3" fmla="*/ 1433 h 1911"/>
                <a:gd name="csX4" fmla="*/ 0 w 4299"/>
                <a:gd name="csY4" fmla="*/ 1911 h 1911"/>
                <a:gd name="csX5" fmla="*/ 0 w 4299"/>
                <a:gd name="csY5" fmla="*/ 1911 h 1911"/>
                <a:gd name="csX6" fmla="*/ 0 w 4299"/>
                <a:gd name="csY6" fmla="*/ 1433 h 1911"/>
                <a:gd name="csX7" fmla="*/ 956 w 4299"/>
                <a:gd name="csY7" fmla="*/ 956 h 1911"/>
                <a:gd name="csX8" fmla="*/ 1911 w 4299"/>
                <a:gd name="csY8" fmla="*/ 0 h 1911"/>
                <a:gd name="csX9" fmla="*/ 1911 w 4299"/>
                <a:gd name="csY9" fmla="*/ 0 h 1911"/>
                <a:gd name="csX10" fmla="*/ 2389 w 4299"/>
                <a:gd name="csY10" fmla="*/ 0 h 1911"/>
                <a:gd name="csX11" fmla="*/ 2866 w 4299"/>
                <a:gd name="csY11" fmla="*/ 0 h 1911"/>
                <a:gd name="csX12" fmla="*/ 3822 w 4299"/>
                <a:gd name="csY12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1911">
                  <a:moveTo>
                    <a:pt x="3822" y="956"/>
                  </a:moveTo>
                  <a:lnTo>
                    <a:pt x="4299" y="956"/>
                  </a:lnTo>
                  <a:lnTo>
                    <a:pt x="4299" y="1433"/>
                  </a:lnTo>
                  <a:lnTo>
                    <a:pt x="3344" y="1433"/>
                  </a:lnTo>
                  <a:lnTo>
                    <a:pt x="0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956" y="956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1" name="Freeform 2900">
              <a:extLst>
                <a:ext uri="{FF2B5EF4-FFF2-40B4-BE49-F238E27FC236}">
                  <a16:creationId xmlns:a16="http://schemas.microsoft.com/office/drawing/2014/main" id="{02846BCC-7653-8145-9952-9F70FB14A71E}"/>
                </a:ext>
              </a:extLst>
            </p:cNvPr>
            <p:cNvSpPr/>
            <p:nvPr/>
          </p:nvSpPr>
          <p:spPr>
            <a:xfrm>
              <a:off x="4313591" y="3016503"/>
              <a:ext cx="6688" cy="8599"/>
            </a:xfrm>
            <a:custGeom>
              <a:avLst/>
              <a:gdLst>
                <a:gd name="csX0" fmla="*/ 6210 w 6688"/>
                <a:gd name="csY0" fmla="*/ 1911 h 8599"/>
                <a:gd name="csX1" fmla="*/ 6688 w 6688"/>
                <a:gd name="csY1" fmla="*/ 4300 h 8599"/>
                <a:gd name="csX2" fmla="*/ 3822 w 6688"/>
                <a:gd name="csY2" fmla="*/ 8121 h 8599"/>
                <a:gd name="csX3" fmla="*/ 2389 w 6688"/>
                <a:gd name="csY3" fmla="*/ 8599 h 8599"/>
                <a:gd name="csX4" fmla="*/ 0 w 6688"/>
                <a:gd name="csY4" fmla="*/ 5733 h 8599"/>
                <a:gd name="csX5" fmla="*/ 0 w 6688"/>
                <a:gd name="csY5" fmla="*/ 4300 h 8599"/>
                <a:gd name="csX6" fmla="*/ 478 w 6688"/>
                <a:gd name="csY6" fmla="*/ 956 h 8599"/>
                <a:gd name="csX7" fmla="*/ 4299 w 6688"/>
                <a:gd name="csY7" fmla="*/ 0 h 8599"/>
                <a:gd name="csX8" fmla="*/ 6210 w 6688"/>
                <a:gd name="csY8" fmla="*/ 1911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688" h="8599">
                  <a:moveTo>
                    <a:pt x="6210" y="1911"/>
                  </a:moveTo>
                  <a:lnTo>
                    <a:pt x="6688" y="4300"/>
                  </a:lnTo>
                  <a:lnTo>
                    <a:pt x="3822" y="8121"/>
                  </a:lnTo>
                  <a:lnTo>
                    <a:pt x="2389" y="8599"/>
                  </a:lnTo>
                  <a:lnTo>
                    <a:pt x="0" y="5733"/>
                  </a:lnTo>
                  <a:lnTo>
                    <a:pt x="0" y="4300"/>
                  </a:lnTo>
                  <a:lnTo>
                    <a:pt x="478" y="956"/>
                  </a:lnTo>
                  <a:lnTo>
                    <a:pt x="4299" y="0"/>
                  </a:lnTo>
                  <a:lnTo>
                    <a:pt x="621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2" name="Freeform 2901">
              <a:extLst>
                <a:ext uri="{FF2B5EF4-FFF2-40B4-BE49-F238E27FC236}">
                  <a16:creationId xmlns:a16="http://schemas.microsoft.com/office/drawing/2014/main" id="{E1BA4507-3B22-DD93-5024-A455050E7EAE}"/>
                </a:ext>
              </a:extLst>
            </p:cNvPr>
            <p:cNvSpPr/>
            <p:nvPr/>
          </p:nvSpPr>
          <p:spPr>
            <a:xfrm>
              <a:off x="4317890" y="4581067"/>
              <a:ext cx="2388" cy="4299"/>
            </a:xfrm>
            <a:custGeom>
              <a:avLst/>
              <a:gdLst>
                <a:gd name="csX0" fmla="*/ 1911 w 2388"/>
                <a:gd name="csY0" fmla="*/ 478 h 4299"/>
                <a:gd name="csX1" fmla="*/ 2389 w 2388"/>
                <a:gd name="csY1" fmla="*/ 1911 h 4299"/>
                <a:gd name="csX2" fmla="*/ 1911 w 2388"/>
                <a:gd name="csY2" fmla="*/ 2867 h 4299"/>
                <a:gd name="csX3" fmla="*/ 1433 w 2388"/>
                <a:gd name="csY3" fmla="*/ 3344 h 4299"/>
                <a:gd name="csX4" fmla="*/ 956 w 2388"/>
                <a:gd name="csY4" fmla="*/ 4300 h 4299"/>
                <a:gd name="csX5" fmla="*/ 0 w 2388"/>
                <a:gd name="csY5" fmla="*/ 2389 h 4299"/>
                <a:gd name="csX6" fmla="*/ 0 w 2388"/>
                <a:gd name="csY6" fmla="*/ 1911 h 4299"/>
                <a:gd name="csX7" fmla="*/ 0 w 2388"/>
                <a:gd name="csY7" fmla="*/ 478 h 4299"/>
                <a:gd name="csX8" fmla="*/ 956 w 2388"/>
                <a:gd name="csY8" fmla="*/ 0 h 4299"/>
                <a:gd name="csX9" fmla="*/ 1433 w 2388"/>
                <a:gd name="csY9" fmla="*/ 0 h 4299"/>
                <a:gd name="csX10" fmla="*/ 1911 w 2388"/>
                <a:gd name="csY10" fmla="*/ 478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4299">
                  <a:moveTo>
                    <a:pt x="1911" y="478"/>
                  </a:moveTo>
                  <a:lnTo>
                    <a:pt x="2389" y="1911"/>
                  </a:lnTo>
                  <a:lnTo>
                    <a:pt x="1911" y="2867"/>
                  </a:lnTo>
                  <a:lnTo>
                    <a:pt x="1433" y="3344"/>
                  </a:lnTo>
                  <a:lnTo>
                    <a:pt x="956" y="4300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3" name="Freeform 2902">
              <a:extLst>
                <a:ext uri="{FF2B5EF4-FFF2-40B4-BE49-F238E27FC236}">
                  <a16:creationId xmlns:a16="http://schemas.microsoft.com/office/drawing/2014/main" id="{8B88B556-57AF-B40F-CE68-A6052DE35488}"/>
                </a:ext>
              </a:extLst>
            </p:cNvPr>
            <p:cNvSpPr/>
            <p:nvPr/>
          </p:nvSpPr>
          <p:spPr>
            <a:xfrm>
              <a:off x="4303081" y="2544029"/>
              <a:ext cx="17198" cy="24364"/>
            </a:xfrm>
            <a:custGeom>
              <a:avLst/>
              <a:gdLst>
                <a:gd name="csX0" fmla="*/ 15287 w 17198"/>
                <a:gd name="csY0" fmla="*/ 956 h 24364"/>
                <a:gd name="csX1" fmla="*/ 17198 w 17198"/>
                <a:gd name="csY1" fmla="*/ 3344 h 24364"/>
                <a:gd name="csX2" fmla="*/ 15287 w 17198"/>
                <a:gd name="csY2" fmla="*/ 9077 h 24364"/>
                <a:gd name="csX3" fmla="*/ 12899 w 17198"/>
                <a:gd name="csY3" fmla="*/ 12421 h 24364"/>
                <a:gd name="csX4" fmla="*/ 12899 w 17198"/>
                <a:gd name="csY4" fmla="*/ 16721 h 24364"/>
                <a:gd name="csX5" fmla="*/ 12899 w 17198"/>
                <a:gd name="csY5" fmla="*/ 21020 h 24364"/>
                <a:gd name="csX6" fmla="*/ 11465 w 17198"/>
                <a:gd name="csY6" fmla="*/ 21020 h 24364"/>
                <a:gd name="csX7" fmla="*/ 7166 w 17198"/>
                <a:gd name="csY7" fmla="*/ 23886 h 24364"/>
                <a:gd name="csX8" fmla="*/ 3344 w 17198"/>
                <a:gd name="csY8" fmla="*/ 24364 h 24364"/>
                <a:gd name="csX9" fmla="*/ 1433 w 17198"/>
                <a:gd name="csY9" fmla="*/ 22931 h 24364"/>
                <a:gd name="csX10" fmla="*/ 0 w 17198"/>
                <a:gd name="csY10" fmla="*/ 20065 h 24364"/>
                <a:gd name="csX11" fmla="*/ 2866 w 17198"/>
                <a:gd name="csY11" fmla="*/ 14332 h 24364"/>
                <a:gd name="csX12" fmla="*/ 6688 w 17198"/>
                <a:gd name="csY12" fmla="*/ 10510 h 24364"/>
                <a:gd name="csX13" fmla="*/ 10510 w 17198"/>
                <a:gd name="csY13" fmla="*/ 4300 h 24364"/>
                <a:gd name="csX14" fmla="*/ 13854 w 17198"/>
                <a:gd name="csY14" fmla="*/ 0 h 24364"/>
                <a:gd name="csX15" fmla="*/ 15287 w 17198"/>
                <a:gd name="csY15" fmla="*/ 956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7198" h="24364">
                  <a:moveTo>
                    <a:pt x="15287" y="956"/>
                  </a:moveTo>
                  <a:lnTo>
                    <a:pt x="17198" y="3344"/>
                  </a:lnTo>
                  <a:lnTo>
                    <a:pt x="15287" y="9077"/>
                  </a:lnTo>
                  <a:lnTo>
                    <a:pt x="12899" y="12421"/>
                  </a:lnTo>
                  <a:lnTo>
                    <a:pt x="12899" y="16721"/>
                  </a:lnTo>
                  <a:lnTo>
                    <a:pt x="12899" y="21020"/>
                  </a:lnTo>
                  <a:lnTo>
                    <a:pt x="11465" y="21020"/>
                  </a:lnTo>
                  <a:lnTo>
                    <a:pt x="7166" y="23886"/>
                  </a:lnTo>
                  <a:lnTo>
                    <a:pt x="3344" y="24364"/>
                  </a:lnTo>
                  <a:lnTo>
                    <a:pt x="1433" y="22931"/>
                  </a:lnTo>
                  <a:lnTo>
                    <a:pt x="0" y="20065"/>
                  </a:lnTo>
                  <a:lnTo>
                    <a:pt x="2866" y="14332"/>
                  </a:lnTo>
                  <a:lnTo>
                    <a:pt x="6688" y="10510"/>
                  </a:lnTo>
                  <a:lnTo>
                    <a:pt x="10510" y="4300"/>
                  </a:lnTo>
                  <a:lnTo>
                    <a:pt x="13854" y="0"/>
                  </a:lnTo>
                  <a:lnTo>
                    <a:pt x="1528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4" name="Freeform 2903">
              <a:extLst>
                <a:ext uri="{FF2B5EF4-FFF2-40B4-BE49-F238E27FC236}">
                  <a16:creationId xmlns:a16="http://schemas.microsoft.com/office/drawing/2014/main" id="{1D935E6E-1E48-F342-988C-0E4DAEEA4227}"/>
                </a:ext>
              </a:extLst>
            </p:cNvPr>
            <p:cNvSpPr/>
            <p:nvPr/>
          </p:nvSpPr>
          <p:spPr>
            <a:xfrm>
              <a:off x="4317412" y="4710054"/>
              <a:ext cx="1910" cy="1911"/>
            </a:xfrm>
            <a:custGeom>
              <a:avLst/>
              <a:gdLst>
                <a:gd name="csX0" fmla="*/ 1911 w 1910"/>
                <a:gd name="csY0" fmla="*/ 0 h 1911"/>
                <a:gd name="csX1" fmla="*/ 1433 w 1910"/>
                <a:gd name="csY1" fmla="*/ 1911 h 1911"/>
                <a:gd name="csX2" fmla="*/ 478 w 1910"/>
                <a:gd name="csY2" fmla="*/ 1911 h 1911"/>
                <a:gd name="csX3" fmla="*/ 0 w 1910"/>
                <a:gd name="csY3" fmla="*/ 956 h 1911"/>
                <a:gd name="csX4" fmla="*/ 956 w 1910"/>
                <a:gd name="csY4" fmla="*/ 0 h 1911"/>
                <a:gd name="csX5" fmla="*/ 1911 w 1910"/>
                <a:gd name="csY5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1911">
                  <a:moveTo>
                    <a:pt x="1911" y="0"/>
                  </a:moveTo>
                  <a:lnTo>
                    <a:pt x="1433" y="1911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5" name="Freeform 2904">
              <a:extLst>
                <a:ext uri="{FF2B5EF4-FFF2-40B4-BE49-F238E27FC236}">
                  <a16:creationId xmlns:a16="http://schemas.microsoft.com/office/drawing/2014/main" id="{879935F5-B65F-38E4-2563-AAF3EA67D09C}"/>
                </a:ext>
              </a:extLst>
            </p:cNvPr>
            <p:cNvSpPr/>
            <p:nvPr/>
          </p:nvSpPr>
          <p:spPr>
            <a:xfrm>
              <a:off x="4297348" y="3485633"/>
              <a:ext cx="21497" cy="25797"/>
            </a:xfrm>
            <a:custGeom>
              <a:avLst/>
              <a:gdLst>
                <a:gd name="csX0" fmla="*/ 21498 w 21497"/>
                <a:gd name="csY0" fmla="*/ 9077 h 25797"/>
                <a:gd name="csX1" fmla="*/ 21020 w 21497"/>
                <a:gd name="csY1" fmla="*/ 10988 h 25797"/>
                <a:gd name="csX2" fmla="*/ 19587 w 21497"/>
                <a:gd name="csY2" fmla="*/ 14332 h 25797"/>
                <a:gd name="csX3" fmla="*/ 18154 w 21497"/>
                <a:gd name="csY3" fmla="*/ 17198 h 25797"/>
                <a:gd name="csX4" fmla="*/ 16243 w 21497"/>
                <a:gd name="csY4" fmla="*/ 23409 h 25797"/>
                <a:gd name="csX5" fmla="*/ 15287 w 21497"/>
                <a:gd name="csY5" fmla="*/ 23409 h 25797"/>
                <a:gd name="csX6" fmla="*/ 14332 w 21497"/>
                <a:gd name="csY6" fmla="*/ 21976 h 25797"/>
                <a:gd name="csX7" fmla="*/ 16721 w 21497"/>
                <a:gd name="csY7" fmla="*/ 15287 h 25797"/>
                <a:gd name="csX8" fmla="*/ 17198 w 21497"/>
                <a:gd name="csY8" fmla="*/ 14332 h 25797"/>
                <a:gd name="csX9" fmla="*/ 16721 w 21497"/>
                <a:gd name="csY9" fmla="*/ 13854 h 25797"/>
                <a:gd name="csX10" fmla="*/ 16243 w 21497"/>
                <a:gd name="csY10" fmla="*/ 12421 h 25797"/>
                <a:gd name="csX11" fmla="*/ 15287 w 21497"/>
                <a:gd name="csY11" fmla="*/ 13854 h 25797"/>
                <a:gd name="csX12" fmla="*/ 11466 w 21497"/>
                <a:gd name="csY12" fmla="*/ 21498 h 25797"/>
                <a:gd name="csX13" fmla="*/ 10510 w 21497"/>
                <a:gd name="csY13" fmla="*/ 22931 h 25797"/>
                <a:gd name="csX14" fmla="*/ 10032 w 21497"/>
                <a:gd name="csY14" fmla="*/ 23409 h 25797"/>
                <a:gd name="csX15" fmla="*/ 9555 w 21497"/>
                <a:gd name="csY15" fmla="*/ 23886 h 25797"/>
                <a:gd name="csX16" fmla="*/ 7644 w 21497"/>
                <a:gd name="csY16" fmla="*/ 23409 h 25797"/>
                <a:gd name="csX17" fmla="*/ 4777 w 21497"/>
                <a:gd name="csY17" fmla="*/ 25797 h 25797"/>
                <a:gd name="csX18" fmla="*/ 10032 w 21497"/>
                <a:gd name="csY18" fmla="*/ 16721 h 25797"/>
                <a:gd name="csX19" fmla="*/ 10032 w 21497"/>
                <a:gd name="csY19" fmla="*/ 15765 h 25797"/>
                <a:gd name="csX20" fmla="*/ 9077 w 21497"/>
                <a:gd name="csY20" fmla="*/ 15287 h 25797"/>
                <a:gd name="csX21" fmla="*/ 8599 w 21497"/>
                <a:gd name="csY21" fmla="*/ 15765 h 25797"/>
                <a:gd name="csX22" fmla="*/ 4300 w 21497"/>
                <a:gd name="csY22" fmla="*/ 21498 h 25797"/>
                <a:gd name="csX23" fmla="*/ 1911 w 21497"/>
                <a:gd name="csY23" fmla="*/ 23886 h 25797"/>
                <a:gd name="csX24" fmla="*/ 0 w 21497"/>
                <a:gd name="csY24" fmla="*/ 22931 h 25797"/>
                <a:gd name="csX25" fmla="*/ 0 w 21497"/>
                <a:gd name="csY25" fmla="*/ 22453 h 25797"/>
                <a:gd name="csX26" fmla="*/ 0 w 21497"/>
                <a:gd name="csY26" fmla="*/ 21976 h 25797"/>
                <a:gd name="csX27" fmla="*/ 4300 w 21497"/>
                <a:gd name="csY27" fmla="*/ 15765 h 25797"/>
                <a:gd name="csX28" fmla="*/ 8121 w 21497"/>
                <a:gd name="csY28" fmla="*/ 11465 h 25797"/>
                <a:gd name="csX29" fmla="*/ 9555 w 21497"/>
                <a:gd name="csY29" fmla="*/ 9077 h 25797"/>
                <a:gd name="csX30" fmla="*/ 10032 w 21497"/>
                <a:gd name="csY30" fmla="*/ 6210 h 25797"/>
                <a:gd name="csX31" fmla="*/ 10510 w 21497"/>
                <a:gd name="csY31" fmla="*/ 4300 h 25797"/>
                <a:gd name="csX32" fmla="*/ 10510 w 21497"/>
                <a:gd name="csY32" fmla="*/ 2389 h 25797"/>
                <a:gd name="csX33" fmla="*/ 10510 w 21497"/>
                <a:gd name="csY33" fmla="*/ 1911 h 25797"/>
                <a:gd name="csX34" fmla="*/ 10988 w 21497"/>
                <a:gd name="csY34" fmla="*/ 1911 h 25797"/>
                <a:gd name="csX35" fmla="*/ 10988 w 21497"/>
                <a:gd name="csY35" fmla="*/ 2866 h 25797"/>
                <a:gd name="csX36" fmla="*/ 10988 w 21497"/>
                <a:gd name="csY36" fmla="*/ 4777 h 25797"/>
                <a:gd name="csX37" fmla="*/ 10510 w 21497"/>
                <a:gd name="csY37" fmla="*/ 9077 h 25797"/>
                <a:gd name="csX38" fmla="*/ 9555 w 21497"/>
                <a:gd name="csY38" fmla="*/ 11465 h 25797"/>
                <a:gd name="csX39" fmla="*/ 8599 w 21497"/>
                <a:gd name="csY39" fmla="*/ 13376 h 25797"/>
                <a:gd name="csX40" fmla="*/ 9077 w 21497"/>
                <a:gd name="csY40" fmla="*/ 13854 h 25797"/>
                <a:gd name="csX41" fmla="*/ 10510 w 21497"/>
                <a:gd name="csY41" fmla="*/ 12421 h 25797"/>
                <a:gd name="csX42" fmla="*/ 11943 w 21497"/>
                <a:gd name="csY42" fmla="*/ 10510 h 25797"/>
                <a:gd name="csX43" fmla="*/ 12899 w 21497"/>
                <a:gd name="csY43" fmla="*/ 7166 h 25797"/>
                <a:gd name="csX44" fmla="*/ 13854 w 21497"/>
                <a:gd name="csY44" fmla="*/ 4300 h 25797"/>
                <a:gd name="csX45" fmla="*/ 14332 w 21497"/>
                <a:gd name="csY45" fmla="*/ 0 h 25797"/>
                <a:gd name="csX46" fmla="*/ 14332 w 21497"/>
                <a:gd name="csY46" fmla="*/ 0 h 25797"/>
                <a:gd name="csX47" fmla="*/ 14809 w 21497"/>
                <a:gd name="csY47" fmla="*/ 956 h 25797"/>
                <a:gd name="csX48" fmla="*/ 15765 w 21497"/>
                <a:gd name="csY48" fmla="*/ 1433 h 25797"/>
                <a:gd name="csX49" fmla="*/ 16721 w 21497"/>
                <a:gd name="csY49" fmla="*/ 1911 h 25797"/>
                <a:gd name="csX50" fmla="*/ 17198 w 21497"/>
                <a:gd name="csY50" fmla="*/ 2389 h 25797"/>
                <a:gd name="csX51" fmla="*/ 17676 w 21497"/>
                <a:gd name="csY51" fmla="*/ 3822 h 25797"/>
                <a:gd name="csX52" fmla="*/ 18154 w 21497"/>
                <a:gd name="csY52" fmla="*/ 4777 h 25797"/>
                <a:gd name="csX53" fmla="*/ 20065 w 21497"/>
                <a:gd name="csY53" fmla="*/ 5255 h 25797"/>
                <a:gd name="csX54" fmla="*/ 20542 w 21497"/>
                <a:gd name="csY54" fmla="*/ 5733 h 25797"/>
                <a:gd name="csX55" fmla="*/ 21020 w 21497"/>
                <a:gd name="csY55" fmla="*/ 7166 h 25797"/>
                <a:gd name="csX56" fmla="*/ 21020 w 21497"/>
                <a:gd name="csY56" fmla="*/ 8121 h 25797"/>
                <a:gd name="csX57" fmla="*/ 21020 w 21497"/>
                <a:gd name="csY57" fmla="*/ 8599 h 25797"/>
                <a:gd name="csX58" fmla="*/ 21498 w 21497"/>
                <a:gd name="csY58" fmla="*/ 9077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21497" h="25797">
                  <a:moveTo>
                    <a:pt x="21498" y="9077"/>
                  </a:moveTo>
                  <a:lnTo>
                    <a:pt x="21020" y="10988"/>
                  </a:lnTo>
                  <a:lnTo>
                    <a:pt x="19587" y="14332"/>
                  </a:lnTo>
                  <a:lnTo>
                    <a:pt x="18154" y="17198"/>
                  </a:lnTo>
                  <a:lnTo>
                    <a:pt x="16243" y="23409"/>
                  </a:lnTo>
                  <a:lnTo>
                    <a:pt x="15287" y="23409"/>
                  </a:lnTo>
                  <a:lnTo>
                    <a:pt x="14332" y="21976"/>
                  </a:lnTo>
                  <a:lnTo>
                    <a:pt x="16721" y="15287"/>
                  </a:lnTo>
                  <a:lnTo>
                    <a:pt x="17198" y="14332"/>
                  </a:lnTo>
                  <a:lnTo>
                    <a:pt x="16721" y="13854"/>
                  </a:lnTo>
                  <a:lnTo>
                    <a:pt x="16243" y="12421"/>
                  </a:lnTo>
                  <a:lnTo>
                    <a:pt x="15287" y="13854"/>
                  </a:lnTo>
                  <a:lnTo>
                    <a:pt x="11466" y="21498"/>
                  </a:lnTo>
                  <a:lnTo>
                    <a:pt x="10510" y="22931"/>
                  </a:lnTo>
                  <a:lnTo>
                    <a:pt x="10032" y="23409"/>
                  </a:lnTo>
                  <a:lnTo>
                    <a:pt x="9555" y="23886"/>
                  </a:lnTo>
                  <a:lnTo>
                    <a:pt x="7644" y="23409"/>
                  </a:lnTo>
                  <a:lnTo>
                    <a:pt x="4777" y="25797"/>
                  </a:lnTo>
                  <a:lnTo>
                    <a:pt x="10032" y="16721"/>
                  </a:lnTo>
                  <a:lnTo>
                    <a:pt x="10032" y="15765"/>
                  </a:lnTo>
                  <a:lnTo>
                    <a:pt x="9077" y="15287"/>
                  </a:lnTo>
                  <a:lnTo>
                    <a:pt x="8599" y="15765"/>
                  </a:lnTo>
                  <a:lnTo>
                    <a:pt x="4300" y="21498"/>
                  </a:lnTo>
                  <a:lnTo>
                    <a:pt x="1911" y="23886"/>
                  </a:lnTo>
                  <a:lnTo>
                    <a:pt x="0" y="22931"/>
                  </a:lnTo>
                  <a:lnTo>
                    <a:pt x="0" y="22453"/>
                  </a:lnTo>
                  <a:lnTo>
                    <a:pt x="0" y="21976"/>
                  </a:lnTo>
                  <a:lnTo>
                    <a:pt x="4300" y="15765"/>
                  </a:lnTo>
                  <a:lnTo>
                    <a:pt x="8121" y="11465"/>
                  </a:lnTo>
                  <a:lnTo>
                    <a:pt x="9555" y="9077"/>
                  </a:lnTo>
                  <a:lnTo>
                    <a:pt x="10032" y="6210"/>
                  </a:lnTo>
                  <a:lnTo>
                    <a:pt x="10510" y="4300"/>
                  </a:lnTo>
                  <a:lnTo>
                    <a:pt x="10510" y="2389"/>
                  </a:lnTo>
                  <a:lnTo>
                    <a:pt x="10510" y="1911"/>
                  </a:lnTo>
                  <a:lnTo>
                    <a:pt x="10988" y="1911"/>
                  </a:lnTo>
                  <a:lnTo>
                    <a:pt x="10988" y="2866"/>
                  </a:lnTo>
                  <a:lnTo>
                    <a:pt x="10988" y="4777"/>
                  </a:lnTo>
                  <a:lnTo>
                    <a:pt x="10510" y="9077"/>
                  </a:lnTo>
                  <a:lnTo>
                    <a:pt x="9555" y="11465"/>
                  </a:lnTo>
                  <a:lnTo>
                    <a:pt x="8599" y="13376"/>
                  </a:lnTo>
                  <a:lnTo>
                    <a:pt x="9077" y="13854"/>
                  </a:lnTo>
                  <a:lnTo>
                    <a:pt x="10510" y="12421"/>
                  </a:lnTo>
                  <a:lnTo>
                    <a:pt x="11943" y="10510"/>
                  </a:lnTo>
                  <a:lnTo>
                    <a:pt x="12899" y="7166"/>
                  </a:lnTo>
                  <a:lnTo>
                    <a:pt x="13854" y="4300"/>
                  </a:lnTo>
                  <a:lnTo>
                    <a:pt x="14332" y="0"/>
                  </a:lnTo>
                  <a:lnTo>
                    <a:pt x="14332" y="0"/>
                  </a:lnTo>
                  <a:lnTo>
                    <a:pt x="14809" y="956"/>
                  </a:lnTo>
                  <a:lnTo>
                    <a:pt x="15765" y="1433"/>
                  </a:lnTo>
                  <a:lnTo>
                    <a:pt x="16721" y="1911"/>
                  </a:lnTo>
                  <a:lnTo>
                    <a:pt x="17198" y="2389"/>
                  </a:lnTo>
                  <a:lnTo>
                    <a:pt x="17676" y="3822"/>
                  </a:lnTo>
                  <a:lnTo>
                    <a:pt x="18154" y="4777"/>
                  </a:lnTo>
                  <a:lnTo>
                    <a:pt x="20065" y="5255"/>
                  </a:lnTo>
                  <a:lnTo>
                    <a:pt x="20542" y="5733"/>
                  </a:lnTo>
                  <a:lnTo>
                    <a:pt x="21020" y="7166"/>
                  </a:lnTo>
                  <a:lnTo>
                    <a:pt x="21020" y="8121"/>
                  </a:lnTo>
                  <a:lnTo>
                    <a:pt x="21020" y="8599"/>
                  </a:lnTo>
                  <a:lnTo>
                    <a:pt x="21498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6" name="Freeform 2905">
              <a:extLst>
                <a:ext uri="{FF2B5EF4-FFF2-40B4-BE49-F238E27FC236}">
                  <a16:creationId xmlns:a16="http://schemas.microsoft.com/office/drawing/2014/main" id="{CB2A011B-D5BC-61B4-B7D8-CEFABB82C486}"/>
                </a:ext>
              </a:extLst>
            </p:cNvPr>
            <p:cNvSpPr/>
            <p:nvPr/>
          </p:nvSpPr>
          <p:spPr>
            <a:xfrm>
              <a:off x="4316457" y="3869728"/>
              <a:ext cx="2388" cy="1910"/>
            </a:xfrm>
            <a:custGeom>
              <a:avLst/>
              <a:gdLst>
                <a:gd name="csX0" fmla="*/ 2389 w 2388"/>
                <a:gd name="csY0" fmla="*/ 0 h 1910"/>
                <a:gd name="csX1" fmla="*/ 2389 w 2388"/>
                <a:gd name="csY1" fmla="*/ 478 h 1910"/>
                <a:gd name="csX2" fmla="*/ 1911 w 2388"/>
                <a:gd name="csY2" fmla="*/ 955 h 1910"/>
                <a:gd name="csX3" fmla="*/ 1433 w 2388"/>
                <a:gd name="csY3" fmla="*/ 1911 h 1910"/>
                <a:gd name="csX4" fmla="*/ 956 w 2388"/>
                <a:gd name="csY4" fmla="*/ 1911 h 1910"/>
                <a:gd name="csX5" fmla="*/ 478 w 2388"/>
                <a:gd name="csY5" fmla="*/ 1433 h 1910"/>
                <a:gd name="csX6" fmla="*/ 0 w 2388"/>
                <a:gd name="csY6" fmla="*/ 955 h 1910"/>
                <a:gd name="csX7" fmla="*/ 478 w 2388"/>
                <a:gd name="csY7" fmla="*/ 0 h 1910"/>
                <a:gd name="csX8" fmla="*/ 956 w 2388"/>
                <a:gd name="csY8" fmla="*/ 0 h 1910"/>
                <a:gd name="csX9" fmla="*/ 2389 w 2388"/>
                <a:gd name="csY9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1910">
                  <a:moveTo>
                    <a:pt x="2389" y="0"/>
                  </a:moveTo>
                  <a:lnTo>
                    <a:pt x="2389" y="478"/>
                  </a:lnTo>
                  <a:lnTo>
                    <a:pt x="1911" y="955"/>
                  </a:lnTo>
                  <a:lnTo>
                    <a:pt x="1433" y="1911"/>
                  </a:lnTo>
                  <a:lnTo>
                    <a:pt x="956" y="1911"/>
                  </a:lnTo>
                  <a:lnTo>
                    <a:pt x="478" y="1433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7" name="Freeform 2906">
              <a:extLst>
                <a:ext uri="{FF2B5EF4-FFF2-40B4-BE49-F238E27FC236}">
                  <a16:creationId xmlns:a16="http://schemas.microsoft.com/office/drawing/2014/main" id="{A45828A8-CCD4-1174-7D7E-58C6DECDECA7}"/>
                </a:ext>
              </a:extLst>
            </p:cNvPr>
            <p:cNvSpPr/>
            <p:nvPr/>
          </p:nvSpPr>
          <p:spPr>
            <a:xfrm>
              <a:off x="4317412" y="4822320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0 w 1433"/>
                <a:gd name="csY1" fmla="*/ 478 h 477"/>
                <a:gd name="csX2" fmla="*/ 0 w 1433"/>
                <a:gd name="csY2" fmla="*/ 478 h 477"/>
                <a:gd name="csX3" fmla="*/ 1433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8" name="Freeform 2907">
              <a:extLst>
                <a:ext uri="{FF2B5EF4-FFF2-40B4-BE49-F238E27FC236}">
                  <a16:creationId xmlns:a16="http://schemas.microsoft.com/office/drawing/2014/main" id="{6C8CD4AD-0B34-74D9-A45D-0BDBC46DEC76}"/>
                </a:ext>
              </a:extLst>
            </p:cNvPr>
            <p:cNvSpPr/>
            <p:nvPr/>
          </p:nvSpPr>
          <p:spPr>
            <a:xfrm>
              <a:off x="4314546" y="4583934"/>
              <a:ext cx="1433" cy="1910"/>
            </a:xfrm>
            <a:custGeom>
              <a:avLst/>
              <a:gdLst>
                <a:gd name="csX0" fmla="*/ 956 w 1433"/>
                <a:gd name="csY0" fmla="*/ 0 h 1910"/>
                <a:gd name="csX1" fmla="*/ 1433 w 1433"/>
                <a:gd name="csY1" fmla="*/ 955 h 1910"/>
                <a:gd name="csX2" fmla="*/ 478 w 1433"/>
                <a:gd name="csY2" fmla="*/ 1911 h 1910"/>
                <a:gd name="csX3" fmla="*/ 0 w 1433"/>
                <a:gd name="csY3" fmla="*/ 955 h 1910"/>
                <a:gd name="csX4" fmla="*/ 478 w 1433"/>
                <a:gd name="csY4" fmla="*/ 0 h 1910"/>
                <a:gd name="csX5" fmla="*/ 956 w 1433"/>
                <a:gd name="csY5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1910">
                  <a:moveTo>
                    <a:pt x="956" y="0"/>
                  </a:moveTo>
                  <a:lnTo>
                    <a:pt x="1433" y="955"/>
                  </a:lnTo>
                  <a:lnTo>
                    <a:pt x="478" y="1911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9" name="Freeform 2908">
              <a:extLst>
                <a:ext uri="{FF2B5EF4-FFF2-40B4-BE49-F238E27FC236}">
                  <a16:creationId xmlns:a16="http://schemas.microsoft.com/office/drawing/2014/main" id="{70A3AA6C-4BE7-806B-90D2-885D610EDB8F}"/>
                </a:ext>
              </a:extLst>
            </p:cNvPr>
            <p:cNvSpPr/>
            <p:nvPr/>
          </p:nvSpPr>
          <p:spPr>
            <a:xfrm>
              <a:off x="4304514" y="3626086"/>
              <a:ext cx="7165" cy="4299"/>
            </a:xfrm>
            <a:custGeom>
              <a:avLst/>
              <a:gdLst>
                <a:gd name="csX0" fmla="*/ 7166 w 7165"/>
                <a:gd name="csY0" fmla="*/ 0 h 4299"/>
                <a:gd name="csX1" fmla="*/ 7166 w 7165"/>
                <a:gd name="csY1" fmla="*/ 478 h 4299"/>
                <a:gd name="csX2" fmla="*/ 6210 w 7165"/>
                <a:gd name="csY2" fmla="*/ 1911 h 4299"/>
                <a:gd name="csX3" fmla="*/ 6210 w 7165"/>
                <a:gd name="csY3" fmla="*/ 2866 h 4299"/>
                <a:gd name="csX4" fmla="*/ 5733 w 7165"/>
                <a:gd name="csY4" fmla="*/ 3822 h 4299"/>
                <a:gd name="csX5" fmla="*/ 4777 w 7165"/>
                <a:gd name="csY5" fmla="*/ 4300 h 4299"/>
                <a:gd name="csX6" fmla="*/ 4300 w 7165"/>
                <a:gd name="csY6" fmla="*/ 4300 h 4299"/>
                <a:gd name="csX7" fmla="*/ 2389 w 7165"/>
                <a:gd name="csY7" fmla="*/ 3822 h 4299"/>
                <a:gd name="csX8" fmla="*/ 956 w 7165"/>
                <a:gd name="csY8" fmla="*/ 3344 h 4299"/>
                <a:gd name="csX9" fmla="*/ 0 w 7165"/>
                <a:gd name="csY9" fmla="*/ 2389 h 4299"/>
                <a:gd name="csX10" fmla="*/ 5733 w 7165"/>
                <a:gd name="csY10" fmla="*/ 0 h 4299"/>
                <a:gd name="csX11" fmla="*/ 7166 w 7165"/>
                <a:gd name="csY11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165" h="4299">
                  <a:moveTo>
                    <a:pt x="7166" y="0"/>
                  </a:moveTo>
                  <a:lnTo>
                    <a:pt x="7166" y="478"/>
                  </a:lnTo>
                  <a:lnTo>
                    <a:pt x="6210" y="1911"/>
                  </a:lnTo>
                  <a:lnTo>
                    <a:pt x="6210" y="2866"/>
                  </a:lnTo>
                  <a:lnTo>
                    <a:pt x="5733" y="3822"/>
                  </a:lnTo>
                  <a:lnTo>
                    <a:pt x="4777" y="4300"/>
                  </a:lnTo>
                  <a:lnTo>
                    <a:pt x="4300" y="4300"/>
                  </a:lnTo>
                  <a:lnTo>
                    <a:pt x="2389" y="3822"/>
                  </a:lnTo>
                  <a:lnTo>
                    <a:pt x="956" y="3344"/>
                  </a:lnTo>
                  <a:lnTo>
                    <a:pt x="0" y="2389"/>
                  </a:lnTo>
                  <a:lnTo>
                    <a:pt x="5733" y="0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0" name="Freeform 2909">
              <a:extLst>
                <a:ext uri="{FF2B5EF4-FFF2-40B4-BE49-F238E27FC236}">
                  <a16:creationId xmlns:a16="http://schemas.microsoft.com/office/drawing/2014/main" id="{3E77FB57-64A9-35FA-3A11-8F0369EF21D8}"/>
                </a:ext>
              </a:extLst>
            </p:cNvPr>
            <p:cNvSpPr/>
            <p:nvPr/>
          </p:nvSpPr>
          <p:spPr>
            <a:xfrm>
              <a:off x="4291615" y="3276866"/>
              <a:ext cx="20064" cy="31530"/>
            </a:xfrm>
            <a:custGeom>
              <a:avLst/>
              <a:gdLst>
                <a:gd name="csX0" fmla="*/ 19587 w 20064"/>
                <a:gd name="csY0" fmla="*/ 6688 h 31530"/>
                <a:gd name="csX1" fmla="*/ 20065 w 20064"/>
                <a:gd name="csY1" fmla="*/ 9077 h 31530"/>
                <a:gd name="csX2" fmla="*/ 19587 w 20064"/>
                <a:gd name="csY2" fmla="*/ 11943 h 31530"/>
                <a:gd name="csX3" fmla="*/ 19109 w 20064"/>
                <a:gd name="csY3" fmla="*/ 15287 h 31530"/>
                <a:gd name="csX4" fmla="*/ 18154 w 20064"/>
                <a:gd name="csY4" fmla="*/ 17198 h 31530"/>
                <a:gd name="csX5" fmla="*/ 16243 w 20064"/>
                <a:gd name="csY5" fmla="*/ 20065 h 31530"/>
                <a:gd name="csX6" fmla="*/ 14810 w 20064"/>
                <a:gd name="csY6" fmla="*/ 23409 h 31530"/>
                <a:gd name="csX7" fmla="*/ 13376 w 20064"/>
                <a:gd name="csY7" fmla="*/ 27231 h 31530"/>
                <a:gd name="csX8" fmla="*/ 12421 w 20064"/>
                <a:gd name="csY8" fmla="*/ 29619 h 31530"/>
                <a:gd name="csX9" fmla="*/ 11466 w 20064"/>
                <a:gd name="csY9" fmla="*/ 31052 h 31530"/>
                <a:gd name="csX10" fmla="*/ 10510 w 20064"/>
                <a:gd name="csY10" fmla="*/ 31530 h 31530"/>
                <a:gd name="csX11" fmla="*/ 9077 w 20064"/>
                <a:gd name="csY11" fmla="*/ 31530 h 31530"/>
                <a:gd name="csX12" fmla="*/ 7644 w 20064"/>
                <a:gd name="csY12" fmla="*/ 30575 h 31530"/>
                <a:gd name="csX13" fmla="*/ 5733 w 20064"/>
                <a:gd name="csY13" fmla="*/ 27708 h 31530"/>
                <a:gd name="csX14" fmla="*/ 3822 w 20064"/>
                <a:gd name="csY14" fmla="*/ 25798 h 31530"/>
                <a:gd name="csX15" fmla="*/ 1433 w 20064"/>
                <a:gd name="csY15" fmla="*/ 24842 h 31530"/>
                <a:gd name="csX16" fmla="*/ 478 w 20064"/>
                <a:gd name="csY16" fmla="*/ 22931 h 31530"/>
                <a:gd name="csX17" fmla="*/ 0 w 20064"/>
                <a:gd name="csY17" fmla="*/ 21498 h 31530"/>
                <a:gd name="csX18" fmla="*/ 0 w 20064"/>
                <a:gd name="csY18" fmla="*/ 16721 h 31530"/>
                <a:gd name="csX19" fmla="*/ 0 w 20064"/>
                <a:gd name="csY19" fmla="*/ 13854 h 31530"/>
                <a:gd name="csX20" fmla="*/ 478 w 20064"/>
                <a:gd name="csY20" fmla="*/ 11943 h 31530"/>
                <a:gd name="csX21" fmla="*/ 956 w 20064"/>
                <a:gd name="csY21" fmla="*/ 10032 h 31530"/>
                <a:gd name="csX22" fmla="*/ 1911 w 20064"/>
                <a:gd name="csY22" fmla="*/ 7644 h 31530"/>
                <a:gd name="csX23" fmla="*/ 5255 w 20064"/>
                <a:gd name="csY23" fmla="*/ 2866 h 31530"/>
                <a:gd name="csX24" fmla="*/ 7166 w 20064"/>
                <a:gd name="csY24" fmla="*/ 956 h 31530"/>
                <a:gd name="csX25" fmla="*/ 8121 w 20064"/>
                <a:gd name="csY25" fmla="*/ 478 h 31530"/>
                <a:gd name="csX26" fmla="*/ 11466 w 20064"/>
                <a:gd name="csY26" fmla="*/ 478 h 31530"/>
                <a:gd name="csX27" fmla="*/ 12421 w 20064"/>
                <a:gd name="csY27" fmla="*/ 478 h 31530"/>
                <a:gd name="csX28" fmla="*/ 13376 w 20064"/>
                <a:gd name="csY28" fmla="*/ 0 h 31530"/>
                <a:gd name="csX29" fmla="*/ 14810 w 20064"/>
                <a:gd name="csY29" fmla="*/ 0 h 31530"/>
                <a:gd name="csX30" fmla="*/ 16243 w 20064"/>
                <a:gd name="csY30" fmla="*/ 956 h 31530"/>
                <a:gd name="csX31" fmla="*/ 18632 w 20064"/>
                <a:gd name="csY31" fmla="*/ 4777 h 31530"/>
                <a:gd name="csX32" fmla="*/ 19587 w 20064"/>
                <a:gd name="csY32" fmla="*/ 6688 h 31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0064" h="31530">
                  <a:moveTo>
                    <a:pt x="19587" y="6688"/>
                  </a:moveTo>
                  <a:lnTo>
                    <a:pt x="20065" y="9077"/>
                  </a:lnTo>
                  <a:lnTo>
                    <a:pt x="19587" y="11943"/>
                  </a:lnTo>
                  <a:lnTo>
                    <a:pt x="19109" y="15287"/>
                  </a:lnTo>
                  <a:lnTo>
                    <a:pt x="18154" y="17198"/>
                  </a:lnTo>
                  <a:lnTo>
                    <a:pt x="16243" y="20065"/>
                  </a:lnTo>
                  <a:lnTo>
                    <a:pt x="14810" y="23409"/>
                  </a:lnTo>
                  <a:lnTo>
                    <a:pt x="13376" y="27231"/>
                  </a:lnTo>
                  <a:lnTo>
                    <a:pt x="12421" y="29619"/>
                  </a:lnTo>
                  <a:lnTo>
                    <a:pt x="11466" y="31052"/>
                  </a:lnTo>
                  <a:lnTo>
                    <a:pt x="10510" y="31530"/>
                  </a:lnTo>
                  <a:lnTo>
                    <a:pt x="9077" y="31530"/>
                  </a:lnTo>
                  <a:lnTo>
                    <a:pt x="7644" y="30575"/>
                  </a:lnTo>
                  <a:lnTo>
                    <a:pt x="5733" y="27708"/>
                  </a:lnTo>
                  <a:lnTo>
                    <a:pt x="3822" y="25798"/>
                  </a:lnTo>
                  <a:lnTo>
                    <a:pt x="1433" y="24842"/>
                  </a:lnTo>
                  <a:lnTo>
                    <a:pt x="478" y="22931"/>
                  </a:lnTo>
                  <a:lnTo>
                    <a:pt x="0" y="21498"/>
                  </a:lnTo>
                  <a:lnTo>
                    <a:pt x="0" y="16721"/>
                  </a:lnTo>
                  <a:lnTo>
                    <a:pt x="0" y="13854"/>
                  </a:lnTo>
                  <a:lnTo>
                    <a:pt x="478" y="11943"/>
                  </a:lnTo>
                  <a:lnTo>
                    <a:pt x="956" y="10032"/>
                  </a:lnTo>
                  <a:lnTo>
                    <a:pt x="1911" y="7644"/>
                  </a:lnTo>
                  <a:lnTo>
                    <a:pt x="5255" y="2866"/>
                  </a:lnTo>
                  <a:lnTo>
                    <a:pt x="7166" y="956"/>
                  </a:lnTo>
                  <a:lnTo>
                    <a:pt x="8121" y="478"/>
                  </a:lnTo>
                  <a:lnTo>
                    <a:pt x="11466" y="478"/>
                  </a:lnTo>
                  <a:lnTo>
                    <a:pt x="12421" y="478"/>
                  </a:lnTo>
                  <a:lnTo>
                    <a:pt x="13376" y="0"/>
                  </a:lnTo>
                  <a:lnTo>
                    <a:pt x="14810" y="0"/>
                  </a:lnTo>
                  <a:lnTo>
                    <a:pt x="16243" y="956"/>
                  </a:lnTo>
                  <a:lnTo>
                    <a:pt x="18632" y="4777"/>
                  </a:lnTo>
                  <a:lnTo>
                    <a:pt x="19587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1" name="Freeform 2910">
              <a:extLst>
                <a:ext uri="{FF2B5EF4-FFF2-40B4-BE49-F238E27FC236}">
                  <a16:creationId xmlns:a16="http://schemas.microsoft.com/office/drawing/2014/main" id="{907D5DAC-8F1A-6302-73F3-B23B78C149B4}"/>
                </a:ext>
              </a:extLst>
            </p:cNvPr>
            <p:cNvSpPr/>
            <p:nvPr/>
          </p:nvSpPr>
          <p:spPr>
            <a:xfrm>
              <a:off x="4304514" y="4311150"/>
              <a:ext cx="5732" cy="3344"/>
            </a:xfrm>
            <a:custGeom>
              <a:avLst/>
              <a:gdLst>
                <a:gd name="csX0" fmla="*/ 5733 w 5732"/>
                <a:gd name="csY0" fmla="*/ 2389 h 3344"/>
                <a:gd name="csX1" fmla="*/ 5733 w 5732"/>
                <a:gd name="csY1" fmla="*/ 3344 h 3344"/>
                <a:gd name="csX2" fmla="*/ 2389 w 5732"/>
                <a:gd name="csY2" fmla="*/ 1911 h 3344"/>
                <a:gd name="csX3" fmla="*/ 478 w 5732"/>
                <a:gd name="csY3" fmla="*/ 0 h 3344"/>
                <a:gd name="csX4" fmla="*/ 0 w 5732"/>
                <a:gd name="csY4" fmla="*/ 0 h 3344"/>
                <a:gd name="csX5" fmla="*/ 956 w 5732"/>
                <a:gd name="csY5" fmla="*/ 0 h 3344"/>
                <a:gd name="csX6" fmla="*/ 4777 w 5732"/>
                <a:gd name="csY6" fmla="*/ 2389 h 3344"/>
                <a:gd name="csX7" fmla="*/ 5733 w 5732"/>
                <a:gd name="csY7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3344">
                  <a:moveTo>
                    <a:pt x="5733" y="2389"/>
                  </a:moveTo>
                  <a:lnTo>
                    <a:pt x="5733" y="3344"/>
                  </a:lnTo>
                  <a:lnTo>
                    <a:pt x="2389" y="1911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4777" y="2389"/>
                  </a:lnTo>
                  <a:lnTo>
                    <a:pt x="57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2" name="Freeform 2911">
              <a:extLst>
                <a:ext uri="{FF2B5EF4-FFF2-40B4-BE49-F238E27FC236}">
                  <a16:creationId xmlns:a16="http://schemas.microsoft.com/office/drawing/2014/main" id="{5AA6C285-D6A8-8036-3FB4-5A1407B36A49}"/>
                </a:ext>
              </a:extLst>
            </p:cNvPr>
            <p:cNvSpPr/>
            <p:nvPr/>
          </p:nvSpPr>
          <p:spPr>
            <a:xfrm>
              <a:off x="4281583" y="2942455"/>
              <a:ext cx="28185" cy="15765"/>
            </a:xfrm>
            <a:custGeom>
              <a:avLst/>
              <a:gdLst>
                <a:gd name="csX0" fmla="*/ 27708 w 28185"/>
                <a:gd name="csY0" fmla="*/ 3822 h 15765"/>
                <a:gd name="csX1" fmla="*/ 28186 w 28185"/>
                <a:gd name="csY1" fmla="*/ 4777 h 15765"/>
                <a:gd name="csX2" fmla="*/ 27708 w 28185"/>
                <a:gd name="csY2" fmla="*/ 6211 h 15765"/>
                <a:gd name="csX3" fmla="*/ 24364 w 28185"/>
                <a:gd name="csY3" fmla="*/ 9077 h 15765"/>
                <a:gd name="csX4" fmla="*/ 18154 w 28185"/>
                <a:gd name="csY4" fmla="*/ 10510 h 15765"/>
                <a:gd name="csX5" fmla="*/ 14809 w 28185"/>
                <a:gd name="csY5" fmla="*/ 9077 h 15765"/>
                <a:gd name="csX6" fmla="*/ 16243 w 28185"/>
                <a:gd name="csY6" fmla="*/ 13377 h 15765"/>
                <a:gd name="csX7" fmla="*/ 16721 w 28185"/>
                <a:gd name="csY7" fmla="*/ 14810 h 15765"/>
                <a:gd name="csX8" fmla="*/ 16243 w 28185"/>
                <a:gd name="csY8" fmla="*/ 15765 h 15765"/>
                <a:gd name="csX9" fmla="*/ 14809 w 28185"/>
                <a:gd name="csY9" fmla="*/ 15287 h 15765"/>
                <a:gd name="csX10" fmla="*/ 12421 w 28185"/>
                <a:gd name="csY10" fmla="*/ 14332 h 15765"/>
                <a:gd name="csX11" fmla="*/ 10988 w 28185"/>
                <a:gd name="csY11" fmla="*/ 12899 h 15765"/>
                <a:gd name="csX12" fmla="*/ 10988 w 28185"/>
                <a:gd name="csY12" fmla="*/ 11466 h 15765"/>
                <a:gd name="csX13" fmla="*/ 10510 w 28185"/>
                <a:gd name="csY13" fmla="*/ 10988 h 15765"/>
                <a:gd name="csX14" fmla="*/ 9555 w 28185"/>
                <a:gd name="csY14" fmla="*/ 11943 h 15765"/>
                <a:gd name="csX15" fmla="*/ 9077 w 28185"/>
                <a:gd name="csY15" fmla="*/ 11466 h 15765"/>
                <a:gd name="csX16" fmla="*/ 7644 w 28185"/>
                <a:gd name="csY16" fmla="*/ 9077 h 15765"/>
                <a:gd name="csX17" fmla="*/ 6688 w 28185"/>
                <a:gd name="csY17" fmla="*/ 8121 h 15765"/>
                <a:gd name="csX18" fmla="*/ 0 w 28185"/>
                <a:gd name="csY18" fmla="*/ 6688 h 15765"/>
                <a:gd name="csX19" fmla="*/ 0 w 28185"/>
                <a:gd name="csY19" fmla="*/ 6211 h 15765"/>
                <a:gd name="csX20" fmla="*/ 0 w 28185"/>
                <a:gd name="csY20" fmla="*/ 5255 h 15765"/>
                <a:gd name="csX21" fmla="*/ 1433 w 28185"/>
                <a:gd name="csY21" fmla="*/ 3344 h 15765"/>
                <a:gd name="csX22" fmla="*/ 2866 w 28185"/>
                <a:gd name="csY22" fmla="*/ 2866 h 15765"/>
                <a:gd name="csX23" fmla="*/ 6210 w 28185"/>
                <a:gd name="csY23" fmla="*/ 3822 h 15765"/>
                <a:gd name="csX24" fmla="*/ 6688 w 28185"/>
                <a:gd name="csY24" fmla="*/ 3344 h 15765"/>
                <a:gd name="csX25" fmla="*/ 7166 w 28185"/>
                <a:gd name="csY25" fmla="*/ 1433 h 15765"/>
                <a:gd name="csX26" fmla="*/ 7166 w 28185"/>
                <a:gd name="csY26" fmla="*/ 478 h 15765"/>
                <a:gd name="csX27" fmla="*/ 9555 w 28185"/>
                <a:gd name="csY27" fmla="*/ 956 h 15765"/>
                <a:gd name="csX28" fmla="*/ 11465 w 28185"/>
                <a:gd name="csY28" fmla="*/ 478 h 15765"/>
                <a:gd name="csX29" fmla="*/ 12421 w 28185"/>
                <a:gd name="csY29" fmla="*/ 1433 h 15765"/>
                <a:gd name="csX30" fmla="*/ 13376 w 28185"/>
                <a:gd name="csY30" fmla="*/ 3822 h 15765"/>
                <a:gd name="csX31" fmla="*/ 14332 w 28185"/>
                <a:gd name="csY31" fmla="*/ 3344 h 15765"/>
                <a:gd name="csX32" fmla="*/ 16243 w 28185"/>
                <a:gd name="csY32" fmla="*/ 3822 h 15765"/>
                <a:gd name="csX33" fmla="*/ 18154 w 28185"/>
                <a:gd name="csY33" fmla="*/ 2866 h 15765"/>
                <a:gd name="csX34" fmla="*/ 21498 w 28185"/>
                <a:gd name="csY34" fmla="*/ 478 h 15765"/>
                <a:gd name="csX35" fmla="*/ 23886 w 28185"/>
                <a:gd name="csY35" fmla="*/ 0 h 15765"/>
                <a:gd name="csX36" fmla="*/ 26753 w 28185"/>
                <a:gd name="csY36" fmla="*/ 956 h 15765"/>
                <a:gd name="csX37" fmla="*/ 27708 w 28185"/>
                <a:gd name="csY37" fmla="*/ 3822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8185" h="15765">
                  <a:moveTo>
                    <a:pt x="27708" y="3822"/>
                  </a:moveTo>
                  <a:lnTo>
                    <a:pt x="28186" y="4777"/>
                  </a:lnTo>
                  <a:lnTo>
                    <a:pt x="27708" y="6211"/>
                  </a:lnTo>
                  <a:lnTo>
                    <a:pt x="24364" y="9077"/>
                  </a:lnTo>
                  <a:lnTo>
                    <a:pt x="18154" y="10510"/>
                  </a:lnTo>
                  <a:lnTo>
                    <a:pt x="14809" y="9077"/>
                  </a:lnTo>
                  <a:lnTo>
                    <a:pt x="16243" y="13377"/>
                  </a:lnTo>
                  <a:lnTo>
                    <a:pt x="16721" y="14810"/>
                  </a:lnTo>
                  <a:lnTo>
                    <a:pt x="16243" y="15765"/>
                  </a:lnTo>
                  <a:lnTo>
                    <a:pt x="14809" y="15287"/>
                  </a:lnTo>
                  <a:lnTo>
                    <a:pt x="12421" y="14332"/>
                  </a:lnTo>
                  <a:lnTo>
                    <a:pt x="10988" y="12899"/>
                  </a:lnTo>
                  <a:lnTo>
                    <a:pt x="10988" y="11466"/>
                  </a:lnTo>
                  <a:lnTo>
                    <a:pt x="10510" y="10988"/>
                  </a:lnTo>
                  <a:lnTo>
                    <a:pt x="9555" y="11943"/>
                  </a:lnTo>
                  <a:lnTo>
                    <a:pt x="9077" y="11466"/>
                  </a:lnTo>
                  <a:lnTo>
                    <a:pt x="7644" y="9077"/>
                  </a:lnTo>
                  <a:lnTo>
                    <a:pt x="6688" y="8121"/>
                  </a:lnTo>
                  <a:lnTo>
                    <a:pt x="0" y="6688"/>
                  </a:lnTo>
                  <a:lnTo>
                    <a:pt x="0" y="6211"/>
                  </a:lnTo>
                  <a:lnTo>
                    <a:pt x="0" y="5255"/>
                  </a:lnTo>
                  <a:lnTo>
                    <a:pt x="1433" y="3344"/>
                  </a:lnTo>
                  <a:lnTo>
                    <a:pt x="2866" y="2866"/>
                  </a:lnTo>
                  <a:lnTo>
                    <a:pt x="6210" y="3822"/>
                  </a:lnTo>
                  <a:lnTo>
                    <a:pt x="6688" y="3344"/>
                  </a:lnTo>
                  <a:lnTo>
                    <a:pt x="7166" y="1433"/>
                  </a:lnTo>
                  <a:lnTo>
                    <a:pt x="7166" y="478"/>
                  </a:lnTo>
                  <a:lnTo>
                    <a:pt x="9555" y="956"/>
                  </a:lnTo>
                  <a:lnTo>
                    <a:pt x="11465" y="478"/>
                  </a:lnTo>
                  <a:lnTo>
                    <a:pt x="12421" y="1433"/>
                  </a:lnTo>
                  <a:lnTo>
                    <a:pt x="13376" y="3822"/>
                  </a:lnTo>
                  <a:lnTo>
                    <a:pt x="14332" y="3344"/>
                  </a:lnTo>
                  <a:lnTo>
                    <a:pt x="16243" y="3822"/>
                  </a:lnTo>
                  <a:lnTo>
                    <a:pt x="18154" y="2866"/>
                  </a:lnTo>
                  <a:lnTo>
                    <a:pt x="21498" y="478"/>
                  </a:lnTo>
                  <a:lnTo>
                    <a:pt x="23886" y="0"/>
                  </a:lnTo>
                  <a:lnTo>
                    <a:pt x="26753" y="956"/>
                  </a:lnTo>
                  <a:lnTo>
                    <a:pt x="27708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3" name="Freeform 2912">
              <a:extLst>
                <a:ext uri="{FF2B5EF4-FFF2-40B4-BE49-F238E27FC236}">
                  <a16:creationId xmlns:a16="http://schemas.microsoft.com/office/drawing/2014/main" id="{D87B96E1-0B7F-2C62-31F3-C8BCB6A9979F}"/>
                </a:ext>
              </a:extLst>
            </p:cNvPr>
            <p:cNvSpPr/>
            <p:nvPr/>
          </p:nvSpPr>
          <p:spPr>
            <a:xfrm>
              <a:off x="3961982" y="2471892"/>
              <a:ext cx="347309" cy="192524"/>
            </a:xfrm>
            <a:custGeom>
              <a:avLst/>
              <a:gdLst>
                <a:gd name="csX0" fmla="*/ 345876 w 347309"/>
                <a:gd name="csY0" fmla="*/ 159084 h 192524"/>
                <a:gd name="csX1" fmla="*/ 347309 w 347309"/>
                <a:gd name="csY1" fmla="*/ 161950 h 192524"/>
                <a:gd name="csX2" fmla="*/ 344921 w 347309"/>
                <a:gd name="csY2" fmla="*/ 164339 h 192524"/>
                <a:gd name="csX3" fmla="*/ 336322 w 347309"/>
                <a:gd name="csY3" fmla="*/ 167683 h 192524"/>
                <a:gd name="csX4" fmla="*/ 331066 w 347309"/>
                <a:gd name="csY4" fmla="*/ 163383 h 192524"/>
                <a:gd name="csX5" fmla="*/ 329633 w 347309"/>
                <a:gd name="csY5" fmla="*/ 162428 h 192524"/>
                <a:gd name="csX6" fmla="*/ 328200 w 347309"/>
                <a:gd name="csY6" fmla="*/ 162906 h 192524"/>
                <a:gd name="csX7" fmla="*/ 329156 w 347309"/>
                <a:gd name="csY7" fmla="*/ 164817 h 192524"/>
                <a:gd name="csX8" fmla="*/ 331544 w 347309"/>
                <a:gd name="csY8" fmla="*/ 168161 h 192524"/>
                <a:gd name="csX9" fmla="*/ 332500 w 347309"/>
                <a:gd name="csY9" fmla="*/ 170072 h 192524"/>
                <a:gd name="csX10" fmla="*/ 331544 w 347309"/>
                <a:gd name="csY10" fmla="*/ 171505 h 192524"/>
                <a:gd name="csX11" fmla="*/ 331066 w 347309"/>
                <a:gd name="csY11" fmla="*/ 173416 h 192524"/>
                <a:gd name="csX12" fmla="*/ 331066 w 347309"/>
                <a:gd name="csY12" fmla="*/ 176760 h 192524"/>
                <a:gd name="csX13" fmla="*/ 331066 w 347309"/>
                <a:gd name="csY13" fmla="*/ 179626 h 192524"/>
                <a:gd name="csX14" fmla="*/ 330111 w 347309"/>
                <a:gd name="csY14" fmla="*/ 184881 h 192524"/>
                <a:gd name="csX15" fmla="*/ 329633 w 347309"/>
                <a:gd name="csY15" fmla="*/ 184881 h 192524"/>
                <a:gd name="csX16" fmla="*/ 311002 w 347309"/>
                <a:gd name="csY16" fmla="*/ 186314 h 192524"/>
                <a:gd name="csX17" fmla="*/ 308613 w 347309"/>
                <a:gd name="csY17" fmla="*/ 186792 h 192524"/>
                <a:gd name="csX18" fmla="*/ 303358 w 347309"/>
                <a:gd name="csY18" fmla="*/ 190614 h 192524"/>
                <a:gd name="csX19" fmla="*/ 299536 w 347309"/>
                <a:gd name="csY19" fmla="*/ 192047 h 192524"/>
                <a:gd name="csX20" fmla="*/ 296670 w 347309"/>
                <a:gd name="csY20" fmla="*/ 192525 h 192524"/>
                <a:gd name="csX21" fmla="*/ 294282 w 347309"/>
                <a:gd name="csY21" fmla="*/ 192047 h 192524"/>
                <a:gd name="csX22" fmla="*/ 287593 w 347309"/>
                <a:gd name="csY22" fmla="*/ 188225 h 192524"/>
                <a:gd name="csX23" fmla="*/ 282816 w 347309"/>
                <a:gd name="csY23" fmla="*/ 188703 h 192524"/>
                <a:gd name="csX24" fmla="*/ 280905 w 347309"/>
                <a:gd name="csY24" fmla="*/ 188703 h 192524"/>
                <a:gd name="csX25" fmla="*/ 277083 w 347309"/>
                <a:gd name="csY25" fmla="*/ 186314 h 192524"/>
                <a:gd name="csX26" fmla="*/ 276128 w 347309"/>
                <a:gd name="csY26" fmla="*/ 184881 h 192524"/>
                <a:gd name="csX27" fmla="*/ 274694 w 347309"/>
                <a:gd name="csY27" fmla="*/ 181537 h 192524"/>
                <a:gd name="csX28" fmla="*/ 273261 w 347309"/>
                <a:gd name="csY28" fmla="*/ 177238 h 192524"/>
                <a:gd name="csX29" fmla="*/ 273739 w 347309"/>
                <a:gd name="csY29" fmla="*/ 174849 h 192524"/>
                <a:gd name="csX30" fmla="*/ 274217 w 347309"/>
                <a:gd name="csY30" fmla="*/ 171027 h 192524"/>
                <a:gd name="csX31" fmla="*/ 273739 w 347309"/>
                <a:gd name="csY31" fmla="*/ 169116 h 192524"/>
                <a:gd name="csX32" fmla="*/ 272784 w 347309"/>
                <a:gd name="csY32" fmla="*/ 168639 h 192524"/>
                <a:gd name="csX33" fmla="*/ 271350 w 347309"/>
                <a:gd name="csY33" fmla="*/ 168161 h 192524"/>
                <a:gd name="csX34" fmla="*/ 267528 w 347309"/>
                <a:gd name="csY34" fmla="*/ 164339 h 192524"/>
                <a:gd name="csX35" fmla="*/ 265618 w 347309"/>
                <a:gd name="csY35" fmla="*/ 162906 h 192524"/>
                <a:gd name="csX36" fmla="*/ 265140 w 347309"/>
                <a:gd name="csY36" fmla="*/ 163383 h 192524"/>
                <a:gd name="csX37" fmla="*/ 265618 w 347309"/>
                <a:gd name="csY37" fmla="*/ 166728 h 192524"/>
                <a:gd name="csX38" fmla="*/ 266095 w 347309"/>
                <a:gd name="csY38" fmla="*/ 167683 h 192524"/>
                <a:gd name="csX39" fmla="*/ 268484 w 347309"/>
                <a:gd name="csY39" fmla="*/ 170072 h 192524"/>
                <a:gd name="csX40" fmla="*/ 268962 w 347309"/>
                <a:gd name="csY40" fmla="*/ 172460 h 192524"/>
                <a:gd name="csX41" fmla="*/ 268006 w 347309"/>
                <a:gd name="csY41" fmla="*/ 179148 h 192524"/>
                <a:gd name="csX42" fmla="*/ 267528 w 347309"/>
                <a:gd name="csY42" fmla="*/ 180104 h 192524"/>
                <a:gd name="csX43" fmla="*/ 265140 w 347309"/>
                <a:gd name="csY43" fmla="*/ 184881 h 192524"/>
                <a:gd name="csX44" fmla="*/ 263229 w 347309"/>
                <a:gd name="csY44" fmla="*/ 186314 h 192524"/>
                <a:gd name="csX45" fmla="*/ 258452 w 347309"/>
                <a:gd name="csY45" fmla="*/ 186314 h 192524"/>
                <a:gd name="csX46" fmla="*/ 251286 w 347309"/>
                <a:gd name="csY46" fmla="*/ 189659 h 192524"/>
                <a:gd name="csX47" fmla="*/ 247464 w 347309"/>
                <a:gd name="csY47" fmla="*/ 190136 h 192524"/>
                <a:gd name="csX48" fmla="*/ 242686 w 347309"/>
                <a:gd name="csY48" fmla="*/ 189181 h 192524"/>
                <a:gd name="csX49" fmla="*/ 239820 w 347309"/>
                <a:gd name="csY49" fmla="*/ 187748 h 192524"/>
                <a:gd name="csX50" fmla="*/ 237909 w 347309"/>
                <a:gd name="csY50" fmla="*/ 185837 h 192524"/>
                <a:gd name="csX51" fmla="*/ 235998 w 347309"/>
                <a:gd name="csY51" fmla="*/ 183448 h 192524"/>
                <a:gd name="csX52" fmla="*/ 235043 w 347309"/>
                <a:gd name="csY52" fmla="*/ 183448 h 192524"/>
                <a:gd name="csX53" fmla="*/ 234565 w 347309"/>
                <a:gd name="csY53" fmla="*/ 188703 h 192524"/>
                <a:gd name="csX54" fmla="*/ 233610 w 347309"/>
                <a:gd name="csY54" fmla="*/ 189181 h 192524"/>
                <a:gd name="csX55" fmla="*/ 231699 w 347309"/>
                <a:gd name="csY55" fmla="*/ 189181 h 192524"/>
                <a:gd name="csX56" fmla="*/ 229310 w 347309"/>
                <a:gd name="csY56" fmla="*/ 187748 h 192524"/>
                <a:gd name="csX57" fmla="*/ 227399 w 347309"/>
                <a:gd name="csY57" fmla="*/ 183926 h 192524"/>
                <a:gd name="csX58" fmla="*/ 226921 w 347309"/>
                <a:gd name="csY58" fmla="*/ 183926 h 192524"/>
                <a:gd name="csX59" fmla="*/ 226444 w 347309"/>
                <a:gd name="csY59" fmla="*/ 185837 h 192524"/>
                <a:gd name="csX60" fmla="*/ 225966 w 347309"/>
                <a:gd name="csY60" fmla="*/ 187748 h 192524"/>
                <a:gd name="csX61" fmla="*/ 225488 w 347309"/>
                <a:gd name="csY61" fmla="*/ 188225 h 192524"/>
                <a:gd name="csX62" fmla="*/ 220233 w 347309"/>
                <a:gd name="csY62" fmla="*/ 190614 h 192524"/>
                <a:gd name="csX63" fmla="*/ 217367 w 347309"/>
                <a:gd name="csY63" fmla="*/ 190614 h 192524"/>
                <a:gd name="csX64" fmla="*/ 214023 w 347309"/>
                <a:gd name="csY64" fmla="*/ 187748 h 192524"/>
                <a:gd name="csX65" fmla="*/ 212112 w 347309"/>
                <a:gd name="csY65" fmla="*/ 188225 h 192524"/>
                <a:gd name="csX66" fmla="*/ 209723 w 347309"/>
                <a:gd name="csY66" fmla="*/ 189659 h 192524"/>
                <a:gd name="csX67" fmla="*/ 203035 w 347309"/>
                <a:gd name="csY67" fmla="*/ 186792 h 192524"/>
                <a:gd name="csX68" fmla="*/ 201602 w 347309"/>
                <a:gd name="csY68" fmla="*/ 186792 h 192524"/>
                <a:gd name="csX69" fmla="*/ 203035 w 347309"/>
                <a:gd name="csY69" fmla="*/ 191092 h 192524"/>
                <a:gd name="csX70" fmla="*/ 201124 w 347309"/>
                <a:gd name="csY70" fmla="*/ 192047 h 192524"/>
                <a:gd name="csX71" fmla="*/ 196347 w 347309"/>
                <a:gd name="csY71" fmla="*/ 192047 h 192524"/>
                <a:gd name="csX72" fmla="*/ 189181 w 347309"/>
                <a:gd name="csY72" fmla="*/ 190614 h 192524"/>
                <a:gd name="csX73" fmla="*/ 184881 w 347309"/>
                <a:gd name="csY73" fmla="*/ 192525 h 192524"/>
                <a:gd name="csX74" fmla="*/ 176282 w 347309"/>
                <a:gd name="csY74" fmla="*/ 191092 h 192524"/>
                <a:gd name="csX75" fmla="*/ 168161 w 347309"/>
                <a:gd name="csY75" fmla="*/ 191092 h 192524"/>
                <a:gd name="csX76" fmla="*/ 166728 w 347309"/>
                <a:gd name="csY76" fmla="*/ 190136 h 192524"/>
                <a:gd name="csX77" fmla="*/ 165772 w 347309"/>
                <a:gd name="csY77" fmla="*/ 187748 h 192524"/>
                <a:gd name="csX78" fmla="*/ 165772 w 347309"/>
                <a:gd name="csY78" fmla="*/ 185837 h 192524"/>
                <a:gd name="csX79" fmla="*/ 165772 w 347309"/>
                <a:gd name="csY79" fmla="*/ 182970 h 192524"/>
                <a:gd name="csX80" fmla="*/ 167205 w 347309"/>
                <a:gd name="csY80" fmla="*/ 179148 h 192524"/>
                <a:gd name="csX81" fmla="*/ 169116 w 347309"/>
                <a:gd name="csY81" fmla="*/ 173894 h 192524"/>
                <a:gd name="csX82" fmla="*/ 170072 w 347309"/>
                <a:gd name="csY82" fmla="*/ 171027 h 192524"/>
                <a:gd name="csX83" fmla="*/ 168161 w 347309"/>
                <a:gd name="csY83" fmla="*/ 169594 h 192524"/>
                <a:gd name="csX84" fmla="*/ 166728 w 347309"/>
                <a:gd name="csY84" fmla="*/ 168161 h 192524"/>
                <a:gd name="csX85" fmla="*/ 166250 w 347309"/>
                <a:gd name="csY85" fmla="*/ 167683 h 192524"/>
                <a:gd name="csX86" fmla="*/ 162906 w 347309"/>
                <a:gd name="csY86" fmla="*/ 170072 h 192524"/>
                <a:gd name="csX87" fmla="*/ 160995 w 347309"/>
                <a:gd name="csY87" fmla="*/ 175804 h 192524"/>
                <a:gd name="csX88" fmla="*/ 159562 w 347309"/>
                <a:gd name="csY88" fmla="*/ 177715 h 192524"/>
                <a:gd name="csX89" fmla="*/ 159084 w 347309"/>
                <a:gd name="csY89" fmla="*/ 176282 h 192524"/>
                <a:gd name="csX90" fmla="*/ 158606 w 347309"/>
                <a:gd name="csY90" fmla="*/ 172460 h 192524"/>
                <a:gd name="csX91" fmla="*/ 158129 w 347309"/>
                <a:gd name="csY91" fmla="*/ 170549 h 192524"/>
                <a:gd name="csX92" fmla="*/ 157173 w 347309"/>
                <a:gd name="csY92" fmla="*/ 171027 h 192524"/>
                <a:gd name="csX93" fmla="*/ 156218 w 347309"/>
                <a:gd name="csY93" fmla="*/ 171983 h 192524"/>
                <a:gd name="csX94" fmla="*/ 155740 w 347309"/>
                <a:gd name="csY94" fmla="*/ 173416 h 192524"/>
                <a:gd name="csX95" fmla="*/ 154307 w 347309"/>
                <a:gd name="csY95" fmla="*/ 174371 h 192524"/>
                <a:gd name="csX96" fmla="*/ 152873 w 347309"/>
                <a:gd name="csY96" fmla="*/ 173894 h 192524"/>
                <a:gd name="csX97" fmla="*/ 152396 w 347309"/>
                <a:gd name="csY97" fmla="*/ 174849 h 192524"/>
                <a:gd name="csX98" fmla="*/ 152873 w 347309"/>
                <a:gd name="csY98" fmla="*/ 177238 h 192524"/>
                <a:gd name="csX99" fmla="*/ 152873 w 347309"/>
                <a:gd name="csY99" fmla="*/ 179148 h 192524"/>
                <a:gd name="csX100" fmla="*/ 152873 w 347309"/>
                <a:gd name="csY100" fmla="*/ 181060 h 192524"/>
                <a:gd name="csX101" fmla="*/ 151440 w 347309"/>
                <a:gd name="csY101" fmla="*/ 182970 h 192524"/>
                <a:gd name="csX102" fmla="*/ 147619 w 347309"/>
                <a:gd name="csY102" fmla="*/ 185837 h 192524"/>
                <a:gd name="csX103" fmla="*/ 145707 w 347309"/>
                <a:gd name="csY103" fmla="*/ 186792 h 192524"/>
                <a:gd name="csX104" fmla="*/ 139975 w 347309"/>
                <a:gd name="csY104" fmla="*/ 187270 h 192524"/>
                <a:gd name="csX105" fmla="*/ 136631 w 347309"/>
                <a:gd name="csY105" fmla="*/ 186314 h 192524"/>
                <a:gd name="csX106" fmla="*/ 129942 w 347309"/>
                <a:gd name="csY106" fmla="*/ 182970 h 192524"/>
                <a:gd name="csX107" fmla="*/ 126121 w 347309"/>
                <a:gd name="csY107" fmla="*/ 182970 h 192524"/>
                <a:gd name="csX108" fmla="*/ 121343 w 347309"/>
                <a:gd name="csY108" fmla="*/ 177238 h 192524"/>
                <a:gd name="csX109" fmla="*/ 117999 w 347309"/>
                <a:gd name="csY109" fmla="*/ 175804 h 192524"/>
                <a:gd name="csX110" fmla="*/ 117999 w 347309"/>
                <a:gd name="csY110" fmla="*/ 173894 h 192524"/>
                <a:gd name="csX111" fmla="*/ 119432 w 347309"/>
                <a:gd name="csY111" fmla="*/ 170072 h 192524"/>
                <a:gd name="csX112" fmla="*/ 119432 w 347309"/>
                <a:gd name="csY112" fmla="*/ 168639 h 192524"/>
                <a:gd name="csX113" fmla="*/ 114655 w 347309"/>
                <a:gd name="csY113" fmla="*/ 174371 h 192524"/>
                <a:gd name="csX114" fmla="*/ 113700 w 347309"/>
                <a:gd name="csY114" fmla="*/ 176282 h 192524"/>
                <a:gd name="csX115" fmla="*/ 114655 w 347309"/>
                <a:gd name="csY115" fmla="*/ 180582 h 192524"/>
                <a:gd name="csX116" fmla="*/ 113700 w 347309"/>
                <a:gd name="csY116" fmla="*/ 180582 h 192524"/>
                <a:gd name="csX117" fmla="*/ 110356 w 347309"/>
                <a:gd name="csY117" fmla="*/ 179148 h 192524"/>
                <a:gd name="csX118" fmla="*/ 107012 w 347309"/>
                <a:gd name="csY118" fmla="*/ 180104 h 192524"/>
                <a:gd name="csX119" fmla="*/ 106056 w 347309"/>
                <a:gd name="csY119" fmla="*/ 180104 h 192524"/>
                <a:gd name="csX120" fmla="*/ 104145 w 347309"/>
                <a:gd name="csY120" fmla="*/ 176760 h 192524"/>
                <a:gd name="csX121" fmla="*/ 99846 w 347309"/>
                <a:gd name="csY121" fmla="*/ 173894 h 192524"/>
                <a:gd name="csX122" fmla="*/ 97935 w 347309"/>
                <a:gd name="csY122" fmla="*/ 170549 h 192524"/>
                <a:gd name="csX123" fmla="*/ 95068 w 347309"/>
                <a:gd name="csY123" fmla="*/ 159562 h 192524"/>
                <a:gd name="csX124" fmla="*/ 93635 w 347309"/>
                <a:gd name="csY124" fmla="*/ 152396 h 192524"/>
                <a:gd name="csX125" fmla="*/ 94113 w 347309"/>
                <a:gd name="csY125" fmla="*/ 150962 h 192524"/>
                <a:gd name="csX126" fmla="*/ 96024 w 347309"/>
                <a:gd name="csY126" fmla="*/ 149052 h 192524"/>
                <a:gd name="csX127" fmla="*/ 95546 w 347309"/>
                <a:gd name="csY127" fmla="*/ 147141 h 192524"/>
                <a:gd name="csX128" fmla="*/ 93157 w 347309"/>
                <a:gd name="csY128" fmla="*/ 143319 h 192524"/>
                <a:gd name="csX129" fmla="*/ 90291 w 347309"/>
                <a:gd name="csY129" fmla="*/ 139975 h 192524"/>
                <a:gd name="csX130" fmla="*/ 89813 w 347309"/>
                <a:gd name="csY130" fmla="*/ 137586 h 192524"/>
                <a:gd name="csX131" fmla="*/ 89335 w 347309"/>
                <a:gd name="csY131" fmla="*/ 134720 h 192524"/>
                <a:gd name="csX132" fmla="*/ 88858 w 347309"/>
                <a:gd name="csY132" fmla="*/ 131376 h 192524"/>
                <a:gd name="csX133" fmla="*/ 88858 w 347309"/>
                <a:gd name="csY133" fmla="*/ 128987 h 192524"/>
                <a:gd name="csX134" fmla="*/ 89335 w 347309"/>
                <a:gd name="csY134" fmla="*/ 127076 h 192524"/>
                <a:gd name="csX135" fmla="*/ 90769 w 347309"/>
                <a:gd name="csY135" fmla="*/ 121821 h 192524"/>
                <a:gd name="csX136" fmla="*/ 95068 w 347309"/>
                <a:gd name="csY136" fmla="*/ 112266 h 192524"/>
                <a:gd name="csX137" fmla="*/ 95546 w 347309"/>
                <a:gd name="csY137" fmla="*/ 110355 h 192524"/>
                <a:gd name="csX138" fmla="*/ 96024 w 347309"/>
                <a:gd name="csY138" fmla="*/ 108922 h 192524"/>
                <a:gd name="csX139" fmla="*/ 95546 w 347309"/>
                <a:gd name="csY139" fmla="*/ 103667 h 192524"/>
                <a:gd name="csX140" fmla="*/ 94590 w 347309"/>
                <a:gd name="csY140" fmla="*/ 98412 h 192524"/>
                <a:gd name="csX141" fmla="*/ 93635 w 347309"/>
                <a:gd name="csY141" fmla="*/ 95068 h 192524"/>
                <a:gd name="csX142" fmla="*/ 91246 w 347309"/>
                <a:gd name="csY142" fmla="*/ 89813 h 192524"/>
                <a:gd name="csX143" fmla="*/ 87902 w 347309"/>
                <a:gd name="csY143" fmla="*/ 84558 h 192524"/>
                <a:gd name="csX144" fmla="*/ 83125 w 347309"/>
                <a:gd name="csY144" fmla="*/ 74526 h 192524"/>
                <a:gd name="csX145" fmla="*/ 79781 w 347309"/>
                <a:gd name="csY145" fmla="*/ 67360 h 192524"/>
                <a:gd name="csX146" fmla="*/ 75481 w 347309"/>
                <a:gd name="csY146" fmla="*/ 56372 h 192524"/>
                <a:gd name="csX147" fmla="*/ 73570 w 347309"/>
                <a:gd name="csY147" fmla="*/ 55417 h 192524"/>
                <a:gd name="csX148" fmla="*/ 71182 w 347309"/>
                <a:gd name="csY148" fmla="*/ 55894 h 192524"/>
                <a:gd name="csX149" fmla="*/ 66405 w 347309"/>
                <a:gd name="csY149" fmla="*/ 59716 h 192524"/>
                <a:gd name="csX150" fmla="*/ 64493 w 347309"/>
                <a:gd name="csY150" fmla="*/ 61627 h 192524"/>
                <a:gd name="csX151" fmla="*/ 64493 w 347309"/>
                <a:gd name="csY151" fmla="*/ 62583 h 192524"/>
                <a:gd name="csX152" fmla="*/ 60672 w 347309"/>
                <a:gd name="csY152" fmla="*/ 63060 h 192524"/>
                <a:gd name="csX153" fmla="*/ 50162 w 347309"/>
                <a:gd name="csY153" fmla="*/ 62105 h 192524"/>
                <a:gd name="csX154" fmla="*/ 45862 w 347309"/>
                <a:gd name="csY154" fmla="*/ 60672 h 192524"/>
                <a:gd name="csX155" fmla="*/ 42996 w 347309"/>
                <a:gd name="csY155" fmla="*/ 61149 h 192524"/>
                <a:gd name="csX156" fmla="*/ 37741 w 347309"/>
                <a:gd name="csY156" fmla="*/ 64016 h 192524"/>
                <a:gd name="csX157" fmla="*/ 32486 w 347309"/>
                <a:gd name="csY157" fmla="*/ 63538 h 192524"/>
                <a:gd name="csX158" fmla="*/ 29142 w 347309"/>
                <a:gd name="csY158" fmla="*/ 55894 h 192524"/>
                <a:gd name="csX159" fmla="*/ 21020 w 347309"/>
                <a:gd name="csY159" fmla="*/ 51595 h 192524"/>
                <a:gd name="csX160" fmla="*/ 18632 w 347309"/>
                <a:gd name="csY160" fmla="*/ 49206 h 192524"/>
                <a:gd name="csX161" fmla="*/ 17198 w 347309"/>
                <a:gd name="csY161" fmla="*/ 46340 h 192524"/>
                <a:gd name="csX162" fmla="*/ 17676 w 347309"/>
                <a:gd name="csY162" fmla="*/ 43951 h 192524"/>
                <a:gd name="csX163" fmla="*/ 21976 w 347309"/>
                <a:gd name="csY163" fmla="*/ 42040 h 192524"/>
                <a:gd name="csX164" fmla="*/ 23886 w 347309"/>
                <a:gd name="csY164" fmla="*/ 40129 h 192524"/>
                <a:gd name="csX165" fmla="*/ 24842 w 347309"/>
                <a:gd name="csY165" fmla="*/ 38696 h 192524"/>
                <a:gd name="csX166" fmla="*/ 20542 w 347309"/>
                <a:gd name="csY166" fmla="*/ 40129 h 192524"/>
                <a:gd name="csX167" fmla="*/ 18632 w 347309"/>
                <a:gd name="csY167" fmla="*/ 39652 h 192524"/>
                <a:gd name="csX168" fmla="*/ 5255 w 347309"/>
                <a:gd name="csY168" fmla="*/ 29141 h 192524"/>
                <a:gd name="csX169" fmla="*/ 1433 w 347309"/>
                <a:gd name="csY169" fmla="*/ 27231 h 192524"/>
                <a:gd name="csX170" fmla="*/ 478 w 347309"/>
                <a:gd name="csY170" fmla="*/ 26275 h 192524"/>
                <a:gd name="csX171" fmla="*/ 0 w 347309"/>
                <a:gd name="csY171" fmla="*/ 25320 h 192524"/>
                <a:gd name="csX172" fmla="*/ 0 w 347309"/>
                <a:gd name="csY172" fmla="*/ 23409 h 192524"/>
                <a:gd name="csX173" fmla="*/ 478 w 347309"/>
                <a:gd name="csY173" fmla="*/ 21020 h 192524"/>
                <a:gd name="csX174" fmla="*/ 4300 w 347309"/>
                <a:gd name="csY174" fmla="*/ 24364 h 192524"/>
                <a:gd name="csX175" fmla="*/ 6210 w 347309"/>
                <a:gd name="csY175" fmla="*/ 24364 h 192524"/>
                <a:gd name="csX176" fmla="*/ 9077 w 347309"/>
                <a:gd name="csY176" fmla="*/ 23409 h 192524"/>
                <a:gd name="csX177" fmla="*/ 10032 w 347309"/>
                <a:gd name="csY177" fmla="*/ 21498 h 192524"/>
                <a:gd name="csX178" fmla="*/ 9555 w 347309"/>
                <a:gd name="csY178" fmla="*/ 20542 h 192524"/>
                <a:gd name="csX179" fmla="*/ 4777 w 347309"/>
                <a:gd name="csY179" fmla="*/ 17198 h 192524"/>
                <a:gd name="csX180" fmla="*/ 2867 w 347309"/>
                <a:gd name="csY180" fmla="*/ 14332 h 192524"/>
                <a:gd name="csX181" fmla="*/ 1911 w 347309"/>
                <a:gd name="csY181" fmla="*/ 12421 h 192524"/>
                <a:gd name="csX182" fmla="*/ 2867 w 347309"/>
                <a:gd name="csY182" fmla="*/ 9555 h 192524"/>
                <a:gd name="csX183" fmla="*/ 2867 w 347309"/>
                <a:gd name="csY183" fmla="*/ 7644 h 192524"/>
                <a:gd name="csX184" fmla="*/ 4300 w 347309"/>
                <a:gd name="csY184" fmla="*/ 6688 h 192524"/>
                <a:gd name="csX185" fmla="*/ 7166 w 347309"/>
                <a:gd name="csY185" fmla="*/ 6210 h 192524"/>
                <a:gd name="csX186" fmla="*/ 10510 w 347309"/>
                <a:gd name="csY186" fmla="*/ 5255 h 192524"/>
                <a:gd name="csX187" fmla="*/ 16721 w 347309"/>
                <a:gd name="csY187" fmla="*/ 1433 h 192524"/>
                <a:gd name="csX188" fmla="*/ 21020 w 347309"/>
                <a:gd name="csY188" fmla="*/ 0 h 192524"/>
                <a:gd name="csX189" fmla="*/ 25320 w 347309"/>
                <a:gd name="csY189" fmla="*/ 478 h 192524"/>
                <a:gd name="csX190" fmla="*/ 35352 w 347309"/>
                <a:gd name="csY190" fmla="*/ 3822 h 192524"/>
                <a:gd name="csX191" fmla="*/ 45384 w 347309"/>
                <a:gd name="csY191" fmla="*/ 8599 h 192524"/>
                <a:gd name="csX192" fmla="*/ 51595 w 347309"/>
                <a:gd name="csY192" fmla="*/ 12421 h 192524"/>
                <a:gd name="csX193" fmla="*/ 55417 w 347309"/>
                <a:gd name="csY193" fmla="*/ 13376 h 192524"/>
                <a:gd name="csX194" fmla="*/ 58761 w 347309"/>
                <a:gd name="csY194" fmla="*/ 11943 h 192524"/>
                <a:gd name="csX195" fmla="*/ 61627 w 347309"/>
                <a:gd name="csY195" fmla="*/ 12421 h 192524"/>
                <a:gd name="csX196" fmla="*/ 65449 w 347309"/>
                <a:gd name="csY196" fmla="*/ 15765 h 192524"/>
                <a:gd name="csX197" fmla="*/ 69271 w 347309"/>
                <a:gd name="csY197" fmla="*/ 20542 h 192524"/>
                <a:gd name="csX198" fmla="*/ 72137 w 347309"/>
                <a:gd name="csY198" fmla="*/ 22931 h 192524"/>
                <a:gd name="csX199" fmla="*/ 73093 w 347309"/>
                <a:gd name="csY199" fmla="*/ 23886 h 192524"/>
                <a:gd name="csX200" fmla="*/ 73093 w 347309"/>
                <a:gd name="csY200" fmla="*/ 25320 h 192524"/>
                <a:gd name="csX201" fmla="*/ 73570 w 347309"/>
                <a:gd name="csY201" fmla="*/ 28664 h 192524"/>
                <a:gd name="csX202" fmla="*/ 73570 w 347309"/>
                <a:gd name="csY202" fmla="*/ 30575 h 192524"/>
                <a:gd name="csX203" fmla="*/ 73570 w 347309"/>
                <a:gd name="csY203" fmla="*/ 32008 h 192524"/>
                <a:gd name="csX204" fmla="*/ 72137 w 347309"/>
                <a:gd name="csY204" fmla="*/ 35352 h 192524"/>
                <a:gd name="csX205" fmla="*/ 71182 w 347309"/>
                <a:gd name="csY205" fmla="*/ 39174 h 192524"/>
                <a:gd name="csX206" fmla="*/ 68793 w 347309"/>
                <a:gd name="csY206" fmla="*/ 42996 h 192524"/>
                <a:gd name="csX207" fmla="*/ 67838 w 347309"/>
                <a:gd name="csY207" fmla="*/ 45862 h 192524"/>
                <a:gd name="csX208" fmla="*/ 66882 w 347309"/>
                <a:gd name="csY208" fmla="*/ 49206 h 192524"/>
                <a:gd name="csX209" fmla="*/ 69271 w 347309"/>
                <a:gd name="csY209" fmla="*/ 47295 h 192524"/>
                <a:gd name="csX210" fmla="*/ 77392 w 347309"/>
                <a:gd name="csY210" fmla="*/ 35830 h 192524"/>
                <a:gd name="csX211" fmla="*/ 83125 w 347309"/>
                <a:gd name="csY211" fmla="*/ 37263 h 192524"/>
                <a:gd name="csX212" fmla="*/ 91246 w 347309"/>
                <a:gd name="csY212" fmla="*/ 35830 h 192524"/>
                <a:gd name="csX213" fmla="*/ 101279 w 347309"/>
                <a:gd name="csY213" fmla="*/ 31530 h 192524"/>
                <a:gd name="csX214" fmla="*/ 106056 w 347309"/>
                <a:gd name="csY214" fmla="*/ 30575 h 192524"/>
                <a:gd name="csX215" fmla="*/ 110833 w 347309"/>
                <a:gd name="csY215" fmla="*/ 31052 h 192524"/>
                <a:gd name="csX216" fmla="*/ 114655 w 347309"/>
                <a:gd name="csY216" fmla="*/ 32486 h 192524"/>
                <a:gd name="csX217" fmla="*/ 122299 w 347309"/>
                <a:gd name="csY217" fmla="*/ 38696 h 192524"/>
                <a:gd name="csX218" fmla="*/ 125165 w 347309"/>
                <a:gd name="csY218" fmla="*/ 41562 h 192524"/>
                <a:gd name="csX219" fmla="*/ 126121 w 347309"/>
                <a:gd name="csY219" fmla="*/ 43951 h 192524"/>
                <a:gd name="csX220" fmla="*/ 126121 w 347309"/>
                <a:gd name="csY220" fmla="*/ 45384 h 192524"/>
                <a:gd name="csX221" fmla="*/ 124688 w 347309"/>
                <a:gd name="csY221" fmla="*/ 47773 h 192524"/>
                <a:gd name="csX222" fmla="*/ 119910 w 347309"/>
                <a:gd name="csY222" fmla="*/ 46340 h 192524"/>
                <a:gd name="csX223" fmla="*/ 111789 w 347309"/>
                <a:gd name="csY223" fmla="*/ 44907 h 192524"/>
                <a:gd name="csX224" fmla="*/ 110356 w 347309"/>
                <a:gd name="csY224" fmla="*/ 44429 h 192524"/>
                <a:gd name="csX225" fmla="*/ 109400 w 347309"/>
                <a:gd name="csY225" fmla="*/ 44429 h 192524"/>
                <a:gd name="csX226" fmla="*/ 108445 w 347309"/>
                <a:gd name="csY226" fmla="*/ 45384 h 192524"/>
                <a:gd name="csX227" fmla="*/ 108922 w 347309"/>
                <a:gd name="csY227" fmla="*/ 48728 h 192524"/>
                <a:gd name="csX228" fmla="*/ 110356 w 347309"/>
                <a:gd name="csY228" fmla="*/ 49206 h 192524"/>
                <a:gd name="csX229" fmla="*/ 119910 w 347309"/>
                <a:gd name="csY229" fmla="*/ 50162 h 192524"/>
                <a:gd name="csX230" fmla="*/ 150963 w 347309"/>
                <a:gd name="csY230" fmla="*/ 60672 h 192524"/>
                <a:gd name="csX231" fmla="*/ 152396 w 347309"/>
                <a:gd name="csY231" fmla="*/ 63538 h 192524"/>
                <a:gd name="csX232" fmla="*/ 151918 w 347309"/>
                <a:gd name="csY232" fmla="*/ 65449 h 192524"/>
                <a:gd name="csX233" fmla="*/ 150963 w 347309"/>
                <a:gd name="csY233" fmla="*/ 66882 h 192524"/>
                <a:gd name="csX234" fmla="*/ 148574 w 347309"/>
                <a:gd name="csY234" fmla="*/ 69271 h 192524"/>
                <a:gd name="csX235" fmla="*/ 130898 w 347309"/>
                <a:gd name="csY235" fmla="*/ 71659 h 192524"/>
                <a:gd name="csX236" fmla="*/ 120388 w 347309"/>
                <a:gd name="csY236" fmla="*/ 69271 h 192524"/>
                <a:gd name="csX237" fmla="*/ 111789 w 347309"/>
                <a:gd name="csY237" fmla="*/ 65927 h 192524"/>
                <a:gd name="csX238" fmla="*/ 108922 w 347309"/>
                <a:gd name="csY238" fmla="*/ 66882 h 192524"/>
                <a:gd name="csX239" fmla="*/ 111789 w 347309"/>
                <a:gd name="csY239" fmla="*/ 71182 h 192524"/>
                <a:gd name="csX240" fmla="*/ 116566 w 347309"/>
                <a:gd name="csY240" fmla="*/ 72615 h 192524"/>
                <a:gd name="csX241" fmla="*/ 120865 w 347309"/>
                <a:gd name="csY241" fmla="*/ 75481 h 192524"/>
                <a:gd name="csX242" fmla="*/ 122777 w 347309"/>
                <a:gd name="csY242" fmla="*/ 77870 h 192524"/>
                <a:gd name="csX243" fmla="*/ 131854 w 347309"/>
                <a:gd name="csY243" fmla="*/ 79303 h 192524"/>
                <a:gd name="csX244" fmla="*/ 133287 w 347309"/>
                <a:gd name="csY244" fmla="*/ 81214 h 192524"/>
                <a:gd name="csX245" fmla="*/ 136153 w 347309"/>
                <a:gd name="csY245" fmla="*/ 85514 h 192524"/>
                <a:gd name="csX246" fmla="*/ 138542 w 347309"/>
                <a:gd name="csY246" fmla="*/ 85991 h 192524"/>
                <a:gd name="csX247" fmla="*/ 140930 w 347309"/>
                <a:gd name="csY247" fmla="*/ 88858 h 192524"/>
                <a:gd name="csX248" fmla="*/ 142841 w 347309"/>
                <a:gd name="csY248" fmla="*/ 94113 h 192524"/>
                <a:gd name="csX249" fmla="*/ 143797 w 347309"/>
                <a:gd name="csY249" fmla="*/ 95068 h 192524"/>
                <a:gd name="csX250" fmla="*/ 146663 w 347309"/>
                <a:gd name="csY250" fmla="*/ 94113 h 192524"/>
                <a:gd name="csX251" fmla="*/ 151440 w 347309"/>
                <a:gd name="csY251" fmla="*/ 98890 h 192524"/>
                <a:gd name="csX252" fmla="*/ 152873 w 347309"/>
                <a:gd name="csY252" fmla="*/ 101279 h 192524"/>
                <a:gd name="csX253" fmla="*/ 152873 w 347309"/>
                <a:gd name="csY253" fmla="*/ 103190 h 192524"/>
                <a:gd name="csX254" fmla="*/ 151440 w 347309"/>
                <a:gd name="csY254" fmla="*/ 105578 h 192524"/>
                <a:gd name="csX255" fmla="*/ 149529 w 347309"/>
                <a:gd name="csY255" fmla="*/ 109878 h 192524"/>
                <a:gd name="csX256" fmla="*/ 144274 w 347309"/>
                <a:gd name="csY256" fmla="*/ 114177 h 192524"/>
                <a:gd name="csX257" fmla="*/ 143797 w 347309"/>
                <a:gd name="csY257" fmla="*/ 115611 h 192524"/>
                <a:gd name="csX258" fmla="*/ 150007 w 347309"/>
                <a:gd name="csY258" fmla="*/ 115133 h 192524"/>
                <a:gd name="csX259" fmla="*/ 151440 w 347309"/>
                <a:gd name="csY259" fmla="*/ 115611 h 192524"/>
                <a:gd name="csX260" fmla="*/ 158606 w 347309"/>
                <a:gd name="csY260" fmla="*/ 123732 h 192524"/>
                <a:gd name="csX261" fmla="*/ 159562 w 347309"/>
                <a:gd name="csY261" fmla="*/ 123732 h 192524"/>
                <a:gd name="csX262" fmla="*/ 160039 w 347309"/>
                <a:gd name="csY262" fmla="*/ 122776 h 192524"/>
                <a:gd name="csX263" fmla="*/ 160517 w 347309"/>
                <a:gd name="csY263" fmla="*/ 119910 h 192524"/>
                <a:gd name="csX264" fmla="*/ 160517 w 347309"/>
                <a:gd name="csY264" fmla="*/ 117521 h 192524"/>
                <a:gd name="csX265" fmla="*/ 159562 w 347309"/>
                <a:gd name="csY265" fmla="*/ 113700 h 192524"/>
                <a:gd name="csX266" fmla="*/ 159562 w 347309"/>
                <a:gd name="csY266" fmla="*/ 111311 h 192524"/>
                <a:gd name="csX267" fmla="*/ 160995 w 347309"/>
                <a:gd name="csY267" fmla="*/ 109400 h 192524"/>
                <a:gd name="csX268" fmla="*/ 162428 w 347309"/>
                <a:gd name="csY268" fmla="*/ 108922 h 192524"/>
                <a:gd name="csX269" fmla="*/ 163861 w 347309"/>
                <a:gd name="csY269" fmla="*/ 108922 h 192524"/>
                <a:gd name="csX270" fmla="*/ 165295 w 347309"/>
                <a:gd name="csY270" fmla="*/ 109878 h 192524"/>
                <a:gd name="csX271" fmla="*/ 172461 w 347309"/>
                <a:gd name="csY271" fmla="*/ 119432 h 192524"/>
                <a:gd name="csX272" fmla="*/ 182015 w 347309"/>
                <a:gd name="csY272" fmla="*/ 114655 h 192524"/>
                <a:gd name="csX273" fmla="*/ 183448 w 347309"/>
                <a:gd name="csY273" fmla="*/ 117044 h 192524"/>
                <a:gd name="csX274" fmla="*/ 184881 w 347309"/>
                <a:gd name="csY274" fmla="*/ 120866 h 192524"/>
                <a:gd name="csX275" fmla="*/ 185837 w 347309"/>
                <a:gd name="csY275" fmla="*/ 121343 h 192524"/>
                <a:gd name="csX276" fmla="*/ 189181 w 347309"/>
                <a:gd name="csY276" fmla="*/ 113700 h 192524"/>
                <a:gd name="csX277" fmla="*/ 191092 w 347309"/>
                <a:gd name="csY277" fmla="*/ 111789 h 192524"/>
                <a:gd name="csX278" fmla="*/ 200169 w 347309"/>
                <a:gd name="csY278" fmla="*/ 120866 h 192524"/>
                <a:gd name="csX279" fmla="*/ 205424 w 347309"/>
                <a:gd name="csY279" fmla="*/ 122776 h 192524"/>
                <a:gd name="csX280" fmla="*/ 207812 w 347309"/>
                <a:gd name="csY280" fmla="*/ 125165 h 192524"/>
                <a:gd name="csX281" fmla="*/ 211634 w 347309"/>
                <a:gd name="csY281" fmla="*/ 127076 h 192524"/>
                <a:gd name="csX282" fmla="*/ 217367 w 347309"/>
                <a:gd name="csY282" fmla="*/ 128032 h 192524"/>
                <a:gd name="csX283" fmla="*/ 218322 w 347309"/>
                <a:gd name="csY283" fmla="*/ 124687 h 192524"/>
                <a:gd name="csX284" fmla="*/ 214978 w 347309"/>
                <a:gd name="csY284" fmla="*/ 120388 h 192524"/>
                <a:gd name="csX285" fmla="*/ 216889 w 347309"/>
                <a:gd name="csY285" fmla="*/ 117999 h 192524"/>
                <a:gd name="csX286" fmla="*/ 224533 w 347309"/>
                <a:gd name="csY286" fmla="*/ 114655 h 192524"/>
                <a:gd name="csX287" fmla="*/ 228833 w 347309"/>
                <a:gd name="csY287" fmla="*/ 115133 h 192524"/>
                <a:gd name="csX288" fmla="*/ 236476 w 347309"/>
                <a:gd name="csY288" fmla="*/ 109878 h 192524"/>
                <a:gd name="csX289" fmla="*/ 241253 w 347309"/>
                <a:gd name="csY289" fmla="*/ 108922 h 192524"/>
                <a:gd name="csX290" fmla="*/ 244120 w 347309"/>
                <a:gd name="csY290" fmla="*/ 108922 h 192524"/>
                <a:gd name="csX291" fmla="*/ 253197 w 347309"/>
                <a:gd name="csY291" fmla="*/ 101279 h 192524"/>
                <a:gd name="csX292" fmla="*/ 255585 w 347309"/>
                <a:gd name="csY292" fmla="*/ 99846 h 192524"/>
                <a:gd name="csX293" fmla="*/ 257496 w 347309"/>
                <a:gd name="csY293" fmla="*/ 96979 h 192524"/>
                <a:gd name="csX294" fmla="*/ 260840 w 347309"/>
                <a:gd name="csY294" fmla="*/ 97457 h 192524"/>
                <a:gd name="csX295" fmla="*/ 270873 w 347309"/>
                <a:gd name="csY295" fmla="*/ 101756 h 192524"/>
                <a:gd name="csX296" fmla="*/ 273739 w 347309"/>
                <a:gd name="csY296" fmla="*/ 101756 h 192524"/>
                <a:gd name="csX297" fmla="*/ 284727 w 347309"/>
                <a:gd name="csY297" fmla="*/ 96979 h 192524"/>
                <a:gd name="csX298" fmla="*/ 288549 w 347309"/>
                <a:gd name="csY298" fmla="*/ 96024 h 192524"/>
                <a:gd name="csX299" fmla="*/ 292370 w 347309"/>
                <a:gd name="csY299" fmla="*/ 96024 h 192524"/>
                <a:gd name="csX300" fmla="*/ 302403 w 347309"/>
                <a:gd name="csY300" fmla="*/ 98890 h 192524"/>
                <a:gd name="csX301" fmla="*/ 310047 w 347309"/>
                <a:gd name="csY301" fmla="*/ 101756 h 192524"/>
                <a:gd name="csX302" fmla="*/ 312435 w 347309"/>
                <a:gd name="csY302" fmla="*/ 103190 h 192524"/>
                <a:gd name="csX303" fmla="*/ 311480 w 347309"/>
                <a:gd name="csY303" fmla="*/ 107011 h 192524"/>
                <a:gd name="csX304" fmla="*/ 311957 w 347309"/>
                <a:gd name="csY304" fmla="*/ 107967 h 192524"/>
                <a:gd name="csX305" fmla="*/ 312913 w 347309"/>
                <a:gd name="csY305" fmla="*/ 108922 h 192524"/>
                <a:gd name="csX306" fmla="*/ 315301 w 347309"/>
                <a:gd name="csY306" fmla="*/ 109878 h 192524"/>
                <a:gd name="csX307" fmla="*/ 324856 w 347309"/>
                <a:gd name="csY307" fmla="*/ 109878 h 192524"/>
                <a:gd name="csX308" fmla="*/ 328678 w 347309"/>
                <a:gd name="csY308" fmla="*/ 110833 h 192524"/>
                <a:gd name="csX309" fmla="*/ 332022 w 347309"/>
                <a:gd name="csY309" fmla="*/ 114177 h 192524"/>
                <a:gd name="csX310" fmla="*/ 332977 w 347309"/>
                <a:gd name="csY310" fmla="*/ 115611 h 192524"/>
                <a:gd name="csX311" fmla="*/ 332977 w 347309"/>
                <a:gd name="csY311" fmla="*/ 117044 h 192524"/>
                <a:gd name="csX312" fmla="*/ 329633 w 347309"/>
                <a:gd name="csY312" fmla="*/ 120866 h 192524"/>
                <a:gd name="csX313" fmla="*/ 330111 w 347309"/>
                <a:gd name="csY313" fmla="*/ 121821 h 192524"/>
                <a:gd name="csX314" fmla="*/ 333455 w 347309"/>
                <a:gd name="csY314" fmla="*/ 122776 h 192524"/>
                <a:gd name="csX315" fmla="*/ 340621 w 347309"/>
                <a:gd name="csY315" fmla="*/ 123254 h 192524"/>
                <a:gd name="csX316" fmla="*/ 342054 w 347309"/>
                <a:gd name="csY316" fmla="*/ 124210 h 192524"/>
                <a:gd name="csX317" fmla="*/ 343488 w 347309"/>
                <a:gd name="csY317" fmla="*/ 128509 h 192524"/>
                <a:gd name="csX318" fmla="*/ 344921 w 347309"/>
                <a:gd name="csY318" fmla="*/ 135197 h 192524"/>
                <a:gd name="csX319" fmla="*/ 344921 w 347309"/>
                <a:gd name="csY319" fmla="*/ 137586 h 192524"/>
                <a:gd name="csX320" fmla="*/ 342532 w 347309"/>
                <a:gd name="csY320" fmla="*/ 141886 h 192524"/>
                <a:gd name="csX321" fmla="*/ 335844 w 347309"/>
                <a:gd name="csY321" fmla="*/ 147618 h 192524"/>
                <a:gd name="csX322" fmla="*/ 328200 w 347309"/>
                <a:gd name="csY322" fmla="*/ 152396 h 192524"/>
                <a:gd name="csX323" fmla="*/ 327723 w 347309"/>
                <a:gd name="csY323" fmla="*/ 153829 h 192524"/>
                <a:gd name="csX324" fmla="*/ 330111 w 347309"/>
                <a:gd name="csY324" fmla="*/ 155740 h 192524"/>
                <a:gd name="csX325" fmla="*/ 332500 w 347309"/>
                <a:gd name="csY325" fmla="*/ 156695 h 192524"/>
                <a:gd name="csX326" fmla="*/ 334411 w 347309"/>
                <a:gd name="csY326" fmla="*/ 156695 h 192524"/>
                <a:gd name="csX327" fmla="*/ 340621 w 347309"/>
                <a:gd name="csY327" fmla="*/ 154784 h 192524"/>
                <a:gd name="csX328" fmla="*/ 342054 w 347309"/>
                <a:gd name="csY328" fmla="*/ 154784 h 192524"/>
                <a:gd name="csX329" fmla="*/ 344921 w 347309"/>
                <a:gd name="csY329" fmla="*/ 156695 h 192524"/>
                <a:gd name="csX330" fmla="*/ 345876 w 347309"/>
                <a:gd name="csY330" fmla="*/ 159084 h 1925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</a:cxnLst>
              <a:rect l="l" t="t" r="r" b="b"/>
              <a:pathLst>
                <a:path w="347309" h="192524">
                  <a:moveTo>
                    <a:pt x="345876" y="159084"/>
                  </a:moveTo>
                  <a:lnTo>
                    <a:pt x="347309" y="161950"/>
                  </a:lnTo>
                  <a:lnTo>
                    <a:pt x="344921" y="164339"/>
                  </a:lnTo>
                  <a:lnTo>
                    <a:pt x="336322" y="167683"/>
                  </a:lnTo>
                  <a:lnTo>
                    <a:pt x="331066" y="163383"/>
                  </a:lnTo>
                  <a:lnTo>
                    <a:pt x="329633" y="162428"/>
                  </a:lnTo>
                  <a:lnTo>
                    <a:pt x="328200" y="162906"/>
                  </a:lnTo>
                  <a:lnTo>
                    <a:pt x="329156" y="164817"/>
                  </a:lnTo>
                  <a:lnTo>
                    <a:pt x="331544" y="168161"/>
                  </a:lnTo>
                  <a:lnTo>
                    <a:pt x="332500" y="170072"/>
                  </a:lnTo>
                  <a:lnTo>
                    <a:pt x="331544" y="171505"/>
                  </a:lnTo>
                  <a:lnTo>
                    <a:pt x="331066" y="173416"/>
                  </a:lnTo>
                  <a:lnTo>
                    <a:pt x="331066" y="176760"/>
                  </a:lnTo>
                  <a:lnTo>
                    <a:pt x="331066" y="179626"/>
                  </a:lnTo>
                  <a:lnTo>
                    <a:pt x="330111" y="184881"/>
                  </a:lnTo>
                  <a:lnTo>
                    <a:pt x="329633" y="184881"/>
                  </a:lnTo>
                  <a:lnTo>
                    <a:pt x="311002" y="186314"/>
                  </a:lnTo>
                  <a:lnTo>
                    <a:pt x="308613" y="186792"/>
                  </a:lnTo>
                  <a:lnTo>
                    <a:pt x="303358" y="190614"/>
                  </a:lnTo>
                  <a:lnTo>
                    <a:pt x="299536" y="192047"/>
                  </a:lnTo>
                  <a:lnTo>
                    <a:pt x="296670" y="192525"/>
                  </a:lnTo>
                  <a:lnTo>
                    <a:pt x="294282" y="192047"/>
                  </a:lnTo>
                  <a:lnTo>
                    <a:pt x="287593" y="188225"/>
                  </a:lnTo>
                  <a:lnTo>
                    <a:pt x="282816" y="188703"/>
                  </a:lnTo>
                  <a:lnTo>
                    <a:pt x="280905" y="188703"/>
                  </a:lnTo>
                  <a:lnTo>
                    <a:pt x="277083" y="186314"/>
                  </a:lnTo>
                  <a:lnTo>
                    <a:pt x="276128" y="184881"/>
                  </a:lnTo>
                  <a:lnTo>
                    <a:pt x="274694" y="181537"/>
                  </a:lnTo>
                  <a:lnTo>
                    <a:pt x="273261" y="177238"/>
                  </a:lnTo>
                  <a:lnTo>
                    <a:pt x="273739" y="174849"/>
                  </a:lnTo>
                  <a:lnTo>
                    <a:pt x="274217" y="171027"/>
                  </a:lnTo>
                  <a:lnTo>
                    <a:pt x="273739" y="169116"/>
                  </a:lnTo>
                  <a:lnTo>
                    <a:pt x="272784" y="168639"/>
                  </a:lnTo>
                  <a:lnTo>
                    <a:pt x="271350" y="168161"/>
                  </a:lnTo>
                  <a:lnTo>
                    <a:pt x="267528" y="164339"/>
                  </a:lnTo>
                  <a:lnTo>
                    <a:pt x="265618" y="162906"/>
                  </a:lnTo>
                  <a:lnTo>
                    <a:pt x="265140" y="163383"/>
                  </a:lnTo>
                  <a:lnTo>
                    <a:pt x="265618" y="166728"/>
                  </a:lnTo>
                  <a:lnTo>
                    <a:pt x="266095" y="167683"/>
                  </a:lnTo>
                  <a:lnTo>
                    <a:pt x="268484" y="170072"/>
                  </a:lnTo>
                  <a:lnTo>
                    <a:pt x="268962" y="172460"/>
                  </a:lnTo>
                  <a:lnTo>
                    <a:pt x="268006" y="179148"/>
                  </a:lnTo>
                  <a:lnTo>
                    <a:pt x="267528" y="180104"/>
                  </a:lnTo>
                  <a:lnTo>
                    <a:pt x="265140" y="184881"/>
                  </a:lnTo>
                  <a:lnTo>
                    <a:pt x="263229" y="186314"/>
                  </a:lnTo>
                  <a:lnTo>
                    <a:pt x="258452" y="186314"/>
                  </a:lnTo>
                  <a:lnTo>
                    <a:pt x="251286" y="189659"/>
                  </a:lnTo>
                  <a:lnTo>
                    <a:pt x="247464" y="190136"/>
                  </a:lnTo>
                  <a:lnTo>
                    <a:pt x="242686" y="189181"/>
                  </a:lnTo>
                  <a:lnTo>
                    <a:pt x="239820" y="187748"/>
                  </a:lnTo>
                  <a:lnTo>
                    <a:pt x="237909" y="185837"/>
                  </a:lnTo>
                  <a:lnTo>
                    <a:pt x="235998" y="183448"/>
                  </a:lnTo>
                  <a:lnTo>
                    <a:pt x="235043" y="183448"/>
                  </a:lnTo>
                  <a:lnTo>
                    <a:pt x="234565" y="188703"/>
                  </a:lnTo>
                  <a:lnTo>
                    <a:pt x="233610" y="189181"/>
                  </a:lnTo>
                  <a:lnTo>
                    <a:pt x="231699" y="189181"/>
                  </a:lnTo>
                  <a:lnTo>
                    <a:pt x="229310" y="187748"/>
                  </a:lnTo>
                  <a:lnTo>
                    <a:pt x="227399" y="183926"/>
                  </a:lnTo>
                  <a:lnTo>
                    <a:pt x="226921" y="183926"/>
                  </a:lnTo>
                  <a:lnTo>
                    <a:pt x="226444" y="185837"/>
                  </a:lnTo>
                  <a:lnTo>
                    <a:pt x="225966" y="187748"/>
                  </a:lnTo>
                  <a:lnTo>
                    <a:pt x="225488" y="188225"/>
                  </a:lnTo>
                  <a:lnTo>
                    <a:pt x="220233" y="190614"/>
                  </a:lnTo>
                  <a:lnTo>
                    <a:pt x="217367" y="190614"/>
                  </a:lnTo>
                  <a:lnTo>
                    <a:pt x="214023" y="187748"/>
                  </a:lnTo>
                  <a:lnTo>
                    <a:pt x="212112" y="188225"/>
                  </a:lnTo>
                  <a:lnTo>
                    <a:pt x="209723" y="189659"/>
                  </a:lnTo>
                  <a:lnTo>
                    <a:pt x="203035" y="186792"/>
                  </a:lnTo>
                  <a:lnTo>
                    <a:pt x="201602" y="186792"/>
                  </a:lnTo>
                  <a:lnTo>
                    <a:pt x="203035" y="191092"/>
                  </a:lnTo>
                  <a:lnTo>
                    <a:pt x="201124" y="192047"/>
                  </a:lnTo>
                  <a:lnTo>
                    <a:pt x="196347" y="192047"/>
                  </a:lnTo>
                  <a:lnTo>
                    <a:pt x="189181" y="190614"/>
                  </a:lnTo>
                  <a:lnTo>
                    <a:pt x="184881" y="192525"/>
                  </a:lnTo>
                  <a:lnTo>
                    <a:pt x="176282" y="191092"/>
                  </a:lnTo>
                  <a:lnTo>
                    <a:pt x="168161" y="191092"/>
                  </a:lnTo>
                  <a:lnTo>
                    <a:pt x="166728" y="190136"/>
                  </a:lnTo>
                  <a:lnTo>
                    <a:pt x="165772" y="187748"/>
                  </a:lnTo>
                  <a:lnTo>
                    <a:pt x="165772" y="185837"/>
                  </a:lnTo>
                  <a:lnTo>
                    <a:pt x="165772" y="182970"/>
                  </a:lnTo>
                  <a:lnTo>
                    <a:pt x="167205" y="179148"/>
                  </a:lnTo>
                  <a:lnTo>
                    <a:pt x="169116" y="173894"/>
                  </a:lnTo>
                  <a:lnTo>
                    <a:pt x="170072" y="171027"/>
                  </a:lnTo>
                  <a:lnTo>
                    <a:pt x="168161" y="169594"/>
                  </a:lnTo>
                  <a:lnTo>
                    <a:pt x="166728" y="168161"/>
                  </a:lnTo>
                  <a:lnTo>
                    <a:pt x="166250" y="167683"/>
                  </a:lnTo>
                  <a:lnTo>
                    <a:pt x="162906" y="170072"/>
                  </a:lnTo>
                  <a:lnTo>
                    <a:pt x="160995" y="175804"/>
                  </a:lnTo>
                  <a:lnTo>
                    <a:pt x="159562" y="177715"/>
                  </a:lnTo>
                  <a:lnTo>
                    <a:pt x="159084" y="176282"/>
                  </a:lnTo>
                  <a:lnTo>
                    <a:pt x="158606" y="172460"/>
                  </a:lnTo>
                  <a:lnTo>
                    <a:pt x="158129" y="170549"/>
                  </a:lnTo>
                  <a:lnTo>
                    <a:pt x="157173" y="171027"/>
                  </a:lnTo>
                  <a:lnTo>
                    <a:pt x="156218" y="171983"/>
                  </a:lnTo>
                  <a:lnTo>
                    <a:pt x="155740" y="173416"/>
                  </a:lnTo>
                  <a:lnTo>
                    <a:pt x="154307" y="174371"/>
                  </a:lnTo>
                  <a:lnTo>
                    <a:pt x="152873" y="173894"/>
                  </a:lnTo>
                  <a:lnTo>
                    <a:pt x="152396" y="174849"/>
                  </a:lnTo>
                  <a:lnTo>
                    <a:pt x="152873" y="177238"/>
                  </a:lnTo>
                  <a:lnTo>
                    <a:pt x="152873" y="179148"/>
                  </a:lnTo>
                  <a:lnTo>
                    <a:pt x="152873" y="181060"/>
                  </a:lnTo>
                  <a:lnTo>
                    <a:pt x="151440" y="182970"/>
                  </a:lnTo>
                  <a:lnTo>
                    <a:pt x="147619" y="185837"/>
                  </a:lnTo>
                  <a:lnTo>
                    <a:pt x="145707" y="186792"/>
                  </a:lnTo>
                  <a:lnTo>
                    <a:pt x="139975" y="187270"/>
                  </a:lnTo>
                  <a:lnTo>
                    <a:pt x="136631" y="186314"/>
                  </a:lnTo>
                  <a:lnTo>
                    <a:pt x="129942" y="182970"/>
                  </a:lnTo>
                  <a:lnTo>
                    <a:pt x="126121" y="182970"/>
                  </a:lnTo>
                  <a:lnTo>
                    <a:pt x="121343" y="177238"/>
                  </a:lnTo>
                  <a:lnTo>
                    <a:pt x="117999" y="175804"/>
                  </a:lnTo>
                  <a:lnTo>
                    <a:pt x="117999" y="173894"/>
                  </a:lnTo>
                  <a:lnTo>
                    <a:pt x="119432" y="170072"/>
                  </a:lnTo>
                  <a:lnTo>
                    <a:pt x="119432" y="168639"/>
                  </a:lnTo>
                  <a:lnTo>
                    <a:pt x="114655" y="174371"/>
                  </a:lnTo>
                  <a:lnTo>
                    <a:pt x="113700" y="176282"/>
                  </a:lnTo>
                  <a:lnTo>
                    <a:pt x="114655" y="180582"/>
                  </a:lnTo>
                  <a:lnTo>
                    <a:pt x="113700" y="180582"/>
                  </a:lnTo>
                  <a:lnTo>
                    <a:pt x="110356" y="179148"/>
                  </a:lnTo>
                  <a:lnTo>
                    <a:pt x="107012" y="180104"/>
                  </a:lnTo>
                  <a:lnTo>
                    <a:pt x="106056" y="180104"/>
                  </a:lnTo>
                  <a:lnTo>
                    <a:pt x="104145" y="176760"/>
                  </a:lnTo>
                  <a:lnTo>
                    <a:pt x="99846" y="173894"/>
                  </a:lnTo>
                  <a:lnTo>
                    <a:pt x="97935" y="170549"/>
                  </a:lnTo>
                  <a:lnTo>
                    <a:pt x="95068" y="159562"/>
                  </a:lnTo>
                  <a:lnTo>
                    <a:pt x="93635" y="152396"/>
                  </a:lnTo>
                  <a:lnTo>
                    <a:pt x="94113" y="150962"/>
                  </a:lnTo>
                  <a:lnTo>
                    <a:pt x="96024" y="149052"/>
                  </a:lnTo>
                  <a:lnTo>
                    <a:pt x="95546" y="147141"/>
                  </a:lnTo>
                  <a:lnTo>
                    <a:pt x="93157" y="143319"/>
                  </a:lnTo>
                  <a:lnTo>
                    <a:pt x="90291" y="139975"/>
                  </a:lnTo>
                  <a:lnTo>
                    <a:pt x="89813" y="137586"/>
                  </a:lnTo>
                  <a:lnTo>
                    <a:pt x="89335" y="134720"/>
                  </a:lnTo>
                  <a:lnTo>
                    <a:pt x="88858" y="131376"/>
                  </a:lnTo>
                  <a:lnTo>
                    <a:pt x="88858" y="128987"/>
                  </a:lnTo>
                  <a:lnTo>
                    <a:pt x="89335" y="127076"/>
                  </a:lnTo>
                  <a:lnTo>
                    <a:pt x="90769" y="121821"/>
                  </a:lnTo>
                  <a:lnTo>
                    <a:pt x="95068" y="112266"/>
                  </a:lnTo>
                  <a:lnTo>
                    <a:pt x="95546" y="110355"/>
                  </a:lnTo>
                  <a:lnTo>
                    <a:pt x="96024" y="108922"/>
                  </a:lnTo>
                  <a:lnTo>
                    <a:pt x="95546" y="103667"/>
                  </a:lnTo>
                  <a:lnTo>
                    <a:pt x="94590" y="98412"/>
                  </a:lnTo>
                  <a:lnTo>
                    <a:pt x="93635" y="95068"/>
                  </a:lnTo>
                  <a:lnTo>
                    <a:pt x="91246" y="89813"/>
                  </a:lnTo>
                  <a:lnTo>
                    <a:pt x="87902" y="84558"/>
                  </a:lnTo>
                  <a:lnTo>
                    <a:pt x="83125" y="74526"/>
                  </a:lnTo>
                  <a:lnTo>
                    <a:pt x="79781" y="67360"/>
                  </a:lnTo>
                  <a:lnTo>
                    <a:pt x="75481" y="56372"/>
                  </a:lnTo>
                  <a:lnTo>
                    <a:pt x="73570" y="55417"/>
                  </a:lnTo>
                  <a:lnTo>
                    <a:pt x="71182" y="55894"/>
                  </a:lnTo>
                  <a:lnTo>
                    <a:pt x="66405" y="59716"/>
                  </a:lnTo>
                  <a:lnTo>
                    <a:pt x="64493" y="61627"/>
                  </a:lnTo>
                  <a:lnTo>
                    <a:pt x="64493" y="62583"/>
                  </a:lnTo>
                  <a:lnTo>
                    <a:pt x="60672" y="63060"/>
                  </a:lnTo>
                  <a:lnTo>
                    <a:pt x="50162" y="62105"/>
                  </a:lnTo>
                  <a:lnTo>
                    <a:pt x="45862" y="60672"/>
                  </a:lnTo>
                  <a:lnTo>
                    <a:pt x="42996" y="61149"/>
                  </a:lnTo>
                  <a:lnTo>
                    <a:pt x="37741" y="64016"/>
                  </a:lnTo>
                  <a:lnTo>
                    <a:pt x="32486" y="63538"/>
                  </a:lnTo>
                  <a:lnTo>
                    <a:pt x="29142" y="55894"/>
                  </a:lnTo>
                  <a:lnTo>
                    <a:pt x="21020" y="51595"/>
                  </a:lnTo>
                  <a:lnTo>
                    <a:pt x="18632" y="49206"/>
                  </a:lnTo>
                  <a:lnTo>
                    <a:pt x="17198" y="46340"/>
                  </a:lnTo>
                  <a:lnTo>
                    <a:pt x="17676" y="43951"/>
                  </a:lnTo>
                  <a:lnTo>
                    <a:pt x="21976" y="42040"/>
                  </a:lnTo>
                  <a:lnTo>
                    <a:pt x="23886" y="40129"/>
                  </a:lnTo>
                  <a:lnTo>
                    <a:pt x="24842" y="38696"/>
                  </a:lnTo>
                  <a:lnTo>
                    <a:pt x="20542" y="40129"/>
                  </a:lnTo>
                  <a:lnTo>
                    <a:pt x="18632" y="39652"/>
                  </a:lnTo>
                  <a:lnTo>
                    <a:pt x="5255" y="29141"/>
                  </a:lnTo>
                  <a:lnTo>
                    <a:pt x="1433" y="27231"/>
                  </a:lnTo>
                  <a:lnTo>
                    <a:pt x="478" y="26275"/>
                  </a:lnTo>
                  <a:lnTo>
                    <a:pt x="0" y="25320"/>
                  </a:lnTo>
                  <a:lnTo>
                    <a:pt x="0" y="23409"/>
                  </a:lnTo>
                  <a:lnTo>
                    <a:pt x="478" y="21020"/>
                  </a:lnTo>
                  <a:lnTo>
                    <a:pt x="4300" y="24364"/>
                  </a:lnTo>
                  <a:lnTo>
                    <a:pt x="6210" y="24364"/>
                  </a:lnTo>
                  <a:lnTo>
                    <a:pt x="9077" y="23409"/>
                  </a:lnTo>
                  <a:lnTo>
                    <a:pt x="10032" y="21498"/>
                  </a:lnTo>
                  <a:lnTo>
                    <a:pt x="9555" y="20542"/>
                  </a:lnTo>
                  <a:lnTo>
                    <a:pt x="4777" y="17198"/>
                  </a:lnTo>
                  <a:lnTo>
                    <a:pt x="2867" y="14332"/>
                  </a:lnTo>
                  <a:lnTo>
                    <a:pt x="1911" y="12421"/>
                  </a:lnTo>
                  <a:lnTo>
                    <a:pt x="2867" y="9555"/>
                  </a:lnTo>
                  <a:lnTo>
                    <a:pt x="2867" y="7644"/>
                  </a:lnTo>
                  <a:lnTo>
                    <a:pt x="4300" y="6688"/>
                  </a:lnTo>
                  <a:lnTo>
                    <a:pt x="7166" y="6210"/>
                  </a:lnTo>
                  <a:lnTo>
                    <a:pt x="10510" y="5255"/>
                  </a:lnTo>
                  <a:lnTo>
                    <a:pt x="16721" y="1433"/>
                  </a:lnTo>
                  <a:lnTo>
                    <a:pt x="21020" y="0"/>
                  </a:lnTo>
                  <a:lnTo>
                    <a:pt x="25320" y="478"/>
                  </a:lnTo>
                  <a:lnTo>
                    <a:pt x="35352" y="3822"/>
                  </a:lnTo>
                  <a:lnTo>
                    <a:pt x="45384" y="8599"/>
                  </a:lnTo>
                  <a:lnTo>
                    <a:pt x="51595" y="12421"/>
                  </a:lnTo>
                  <a:lnTo>
                    <a:pt x="55417" y="13376"/>
                  </a:lnTo>
                  <a:lnTo>
                    <a:pt x="58761" y="11943"/>
                  </a:lnTo>
                  <a:lnTo>
                    <a:pt x="61627" y="12421"/>
                  </a:lnTo>
                  <a:lnTo>
                    <a:pt x="65449" y="15765"/>
                  </a:lnTo>
                  <a:lnTo>
                    <a:pt x="69271" y="20542"/>
                  </a:lnTo>
                  <a:lnTo>
                    <a:pt x="72137" y="22931"/>
                  </a:lnTo>
                  <a:lnTo>
                    <a:pt x="73093" y="23886"/>
                  </a:lnTo>
                  <a:lnTo>
                    <a:pt x="73093" y="25320"/>
                  </a:lnTo>
                  <a:lnTo>
                    <a:pt x="73570" y="28664"/>
                  </a:lnTo>
                  <a:lnTo>
                    <a:pt x="73570" y="30575"/>
                  </a:lnTo>
                  <a:lnTo>
                    <a:pt x="73570" y="32008"/>
                  </a:lnTo>
                  <a:lnTo>
                    <a:pt x="72137" y="35352"/>
                  </a:lnTo>
                  <a:lnTo>
                    <a:pt x="71182" y="39174"/>
                  </a:lnTo>
                  <a:lnTo>
                    <a:pt x="68793" y="42996"/>
                  </a:lnTo>
                  <a:lnTo>
                    <a:pt x="67838" y="45862"/>
                  </a:lnTo>
                  <a:lnTo>
                    <a:pt x="66882" y="49206"/>
                  </a:lnTo>
                  <a:lnTo>
                    <a:pt x="69271" y="47295"/>
                  </a:lnTo>
                  <a:lnTo>
                    <a:pt x="77392" y="35830"/>
                  </a:lnTo>
                  <a:lnTo>
                    <a:pt x="83125" y="37263"/>
                  </a:lnTo>
                  <a:lnTo>
                    <a:pt x="91246" y="35830"/>
                  </a:lnTo>
                  <a:lnTo>
                    <a:pt x="101279" y="31530"/>
                  </a:lnTo>
                  <a:lnTo>
                    <a:pt x="106056" y="30575"/>
                  </a:lnTo>
                  <a:lnTo>
                    <a:pt x="110833" y="31052"/>
                  </a:lnTo>
                  <a:lnTo>
                    <a:pt x="114655" y="32486"/>
                  </a:lnTo>
                  <a:lnTo>
                    <a:pt x="122299" y="38696"/>
                  </a:lnTo>
                  <a:lnTo>
                    <a:pt x="125165" y="41562"/>
                  </a:lnTo>
                  <a:lnTo>
                    <a:pt x="126121" y="43951"/>
                  </a:lnTo>
                  <a:lnTo>
                    <a:pt x="126121" y="45384"/>
                  </a:lnTo>
                  <a:lnTo>
                    <a:pt x="124688" y="47773"/>
                  </a:lnTo>
                  <a:lnTo>
                    <a:pt x="119910" y="46340"/>
                  </a:lnTo>
                  <a:lnTo>
                    <a:pt x="111789" y="44907"/>
                  </a:lnTo>
                  <a:lnTo>
                    <a:pt x="110356" y="44429"/>
                  </a:lnTo>
                  <a:lnTo>
                    <a:pt x="109400" y="44429"/>
                  </a:lnTo>
                  <a:lnTo>
                    <a:pt x="108445" y="45384"/>
                  </a:lnTo>
                  <a:lnTo>
                    <a:pt x="108922" y="48728"/>
                  </a:lnTo>
                  <a:lnTo>
                    <a:pt x="110356" y="49206"/>
                  </a:lnTo>
                  <a:lnTo>
                    <a:pt x="119910" y="50162"/>
                  </a:lnTo>
                  <a:lnTo>
                    <a:pt x="150963" y="60672"/>
                  </a:lnTo>
                  <a:lnTo>
                    <a:pt x="152396" y="63538"/>
                  </a:lnTo>
                  <a:lnTo>
                    <a:pt x="151918" y="65449"/>
                  </a:lnTo>
                  <a:lnTo>
                    <a:pt x="150963" y="66882"/>
                  </a:lnTo>
                  <a:lnTo>
                    <a:pt x="148574" y="69271"/>
                  </a:lnTo>
                  <a:lnTo>
                    <a:pt x="130898" y="71659"/>
                  </a:lnTo>
                  <a:lnTo>
                    <a:pt x="120388" y="69271"/>
                  </a:lnTo>
                  <a:lnTo>
                    <a:pt x="111789" y="65927"/>
                  </a:lnTo>
                  <a:lnTo>
                    <a:pt x="108922" y="66882"/>
                  </a:lnTo>
                  <a:lnTo>
                    <a:pt x="111789" y="71182"/>
                  </a:lnTo>
                  <a:lnTo>
                    <a:pt x="116566" y="72615"/>
                  </a:lnTo>
                  <a:lnTo>
                    <a:pt x="120865" y="75481"/>
                  </a:lnTo>
                  <a:lnTo>
                    <a:pt x="122777" y="77870"/>
                  </a:lnTo>
                  <a:lnTo>
                    <a:pt x="131854" y="79303"/>
                  </a:lnTo>
                  <a:lnTo>
                    <a:pt x="133287" y="81214"/>
                  </a:lnTo>
                  <a:lnTo>
                    <a:pt x="136153" y="85514"/>
                  </a:lnTo>
                  <a:lnTo>
                    <a:pt x="138542" y="85991"/>
                  </a:lnTo>
                  <a:lnTo>
                    <a:pt x="140930" y="88858"/>
                  </a:lnTo>
                  <a:lnTo>
                    <a:pt x="142841" y="94113"/>
                  </a:lnTo>
                  <a:lnTo>
                    <a:pt x="143797" y="95068"/>
                  </a:lnTo>
                  <a:lnTo>
                    <a:pt x="146663" y="94113"/>
                  </a:lnTo>
                  <a:lnTo>
                    <a:pt x="151440" y="98890"/>
                  </a:lnTo>
                  <a:lnTo>
                    <a:pt x="152873" y="101279"/>
                  </a:lnTo>
                  <a:lnTo>
                    <a:pt x="152873" y="103190"/>
                  </a:lnTo>
                  <a:lnTo>
                    <a:pt x="151440" y="105578"/>
                  </a:lnTo>
                  <a:lnTo>
                    <a:pt x="149529" y="109878"/>
                  </a:lnTo>
                  <a:lnTo>
                    <a:pt x="144274" y="114177"/>
                  </a:lnTo>
                  <a:lnTo>
                    <a:pt x="143797" y="115611"/>
                  </a:lnTo>
                  <a:lnTo>
                    <a:pt x="150007" y="115133"/>
                  </a:lnTo>
                  <a:lnTo>
                    <a:pt x="151440" y="115611"/>
                  </a:lnTo>
                  <a:lnTo>
                    <a:pt x="158606" y="123732"/>
                  </a:lnTo>
                  <a:lnTo>
                    <a:pt x="159562" y="123732"/>
                  </a:lnTo>
                  <a:lnTo>
                    <a:pt x="160039" y="122776"/>
                  </a:lnTo>
                  <a:lnTo>
                    <a:pt x="160517" y="119910"/>
                  </a:lnTo>
                  <a:lnTo>
                    <a:pt x="160517" y="117521"/>
                  </a:lnTo>
                  <a:lnTo>
                    <a:pt x="159562" y="113700"/>
                  </a:lnTo>
                  <a:lnTo>
                    <a:pt x="159562" y="111311"/>
                  </a:lnTo>
                  <a:lnTo>
                    <a:pt x="160995" y="109400"/>
                  </a:lnTo>
                  <a:lnTo>
                    <a:pt x="162428" y="108922"/>
                  </a:lnTo>
                  <a:lnTo>
                    <a:pt x="163861" y="108922"/>
                  </a:lnTo>
                  <a:lnTo>
                    <a:pt x="165295" y="109878"/>
                  </a:lnTo>
                  <a:lnTo>
                    <a:pt x="172461" y="119432"/>
                  </a:lnTo>
                  <a:lnTo>
                    <a:pt x="182015" y="114655"/>
                  </a:lnTo>
                  <a:lnTo>
                    <a:pt x="183448" y="117044"/>
                  </a:lnTo>
                  <a:lnTo>
                    <a:pt x="184881" y="120866"/>
                  </a:lnTo>
                  <a:lnTo>
                    <a:pt x="185837" y="121343"/>
                  </a:lnTo>
                  <a:lnTo>
                    <a:pt x="189181" y="113700"/>
                  </a:lnTo>
                  <a:lnTo>
                    <a:pt x="191092" y="111789"/>
                  </a:lnTo>
                  <a:lnTo>
                    <a:pt x="200169" y="120866"/>
                  </a:lnTo>
                  <a:lnTo>
                    <a:pt x="205424" y="122776"/>
                  </a:lnTo>
                  <a:lnTo>
                    <a:pt x="207812" y="125165"/>
                  </a:lnTo>
                  <a:lnTo>
                    <a:pt x="211634" y="127076"/>
                  </a:lnTo>
                  <a:lnTo>
                    <a:pt x="217367" y="128032"/>
                  </a:lnTo>
                  <a:lnTo>
                    <a:pt x="218322" y="124687"/>
                  </a:lnTo>
                  <a:lnTo>
                    <a:pt x="214978" y="120388"/>
                  </a:lnTo>
                  <a:lnTo>
                    <a:pt x="216889" y="117999"/>
                  </a:lnTo>
                  <a:lnTo>
                    <a:pt x="224533" y="114655"/>
                  </a:lnTo>
                  <a:lnTo>
                    <a:pt x="228833" y="115133"/>
                  </a:lnTo>
                  <a:lnTo>
                    <a:pt x="236476" y="109878"/>
                  </a:lnTo>
                  <a:lnTo>
                    <a:pt x="241253" y="108922"/>
                  </a:lnTo>
                  <a:lnTo>
                    <a:pt x="244120" y="108922"/>
                  </a:lnTo>
                  <a:lnTo>
                    <a:pt x="253197" y="101279"/>
                  </a:lnTo>
                  <a:lnTo>
                    <a:pt x="255585" y="99846"/>
                  </a:lnTo>
                  <a:lnTo>
                    <a:pt x="257496" y="96979"/>
                  </a:lnTo>
                  <a:lnTo>
                    <a:pt x="260840" y="97457"/>
                  </a:lnTo>
                  <a:lnTo>
                    <a:pt x="270873" y="101756"/>
                  </a:lnTo>
                  <a:lnTo>
                    <a:pt x="273739" y="101756"/>
                  </a:lnTo>
                  <a:lnTo>
                    <a:pt x="284727" y="96979"/>
                  </a:lnTo>
                  <a:lnTo>
                    <a:pt x="288549" y="96024"/>
                  </a:lnTo>
                  <a:lnTo>
                    <a:pt x="292370" y="96024"/>
                  </a:lnTo>
                  <a:lnTo>
                    <a:pt x="302403" y="98890"/>
                  </a:lnTo>
                  <a:lnTo>
                    <a:pt x="310047" y="101756"/>
                  </a:lnTo>
                  <a:lnTo>
                    <a:pt x="312435" y="103190"/>
                  </a:lnTo>
                  <a:lnTo>
                    <a:pt x="311480" y="107011"/>
                  </a:lnTo>
                  <a:lnTo>
                    <a:pt x="311957" y="107967"/>
                  </a:lnTo>
                  <a:lnTo>
                    <a:pt x="312913" y="108922"/>
                  </a:lnTo>
                  <a:lnTo>
                    <a:pt x="315301" y="109878"/>
                  </a:lnTo>
                  <a:lnTo>
                    <a:pt x="324856" y="109878"/>
                  </a:lnTo>
                  <a:lnTo>
                    <a:pt x="328678" y="110833"/>
                  </a:lnTo>
                  <a:lnTo>
                    <a:pt x="332022" y="114177"/>
                  </a:lnTo>
                  <a:lnTo>
                    <a:pt x="332977" y="115611"/>
                  </a:lnTo>
                  <a:lnTo>
                    <a:pt x="332977" y="117044"/>
                  </a:lnTo>
                  <a:lnTo>
                    <a:pt x="329633" y="120866"/>
                  </a:lnTo>
                  <a:lnTo>
                    <a:pt x="330111" y="121821"/>
                  </a:lnTo>
                  <a:lnTo>
                    <a:pt x="333455" y="122776"/>
                  </a:lnTo>
                  <a:lnTo>
                    <a:pt x="340621" y="123254"/>
                  </a:lnTo>
                  <a:lnTo>
                    <a:pt x="342054" y="124210"/>
                  </a:lnTo>
                  <a:lnTo>
                    <a:pt x="343488" y="128509"/>
                  </a:lnTo>
                  <a:lnTo>
                    <a:pt x="344921" y="135197"/>
                  </a:lnTo>
                  <a:lnTo>
                    <a:pt x="344921" y="137586"/>
                  </a:lnTo>
                  <a:lnTo>
                    <a:pt x="342532" y="141886"/>
                  </a:lnTo>
                  <a:lnTo>
                    <a:pt x="335844" y="147618"/>
                  </a:lnTo>
                  <a:lnTo>
                    <a:pt x="328200" y="152396"/>
                  </a:lnTo>
                  <a:lnTo>
                    <a:pt x="327723" y="153829"/>
                  </a:lnTo>
                  <a:lnTo>
                    <a:pt x="330111" y="155740"/>
                  </a:lnTo>
                  <a:lnTo>
                    <a:pt x="332500" y="156695"/>
                  </a:lnTo>
                  <a:lnTo>
                    <a:pt x="334411" y="156695"/>
                  </a:lnTo>
                  <a:lnTo>
                    <a:pt x="340621" y="154784"/>
                  </a:lnTo>
                  <a:lnTo>
                    <a:pt x="342054" y="154784"/>
                  </a:lnTo>
                  <a:lnTo>
                    <a:pt x="344921" y="156695"/>
                  </a:lnTo>
                  <a:lnTo>
                    <a:pt x="345876" y="15908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4" name="Freeform 2913">
              <a:extLst>
                <a:ext uri="{FF2B5EF4-FFF2-40B4-BE49-F238E27FC236}">
                  <a16:creationId xmlns:a16="http://schemas.microsoft.com/office/drawing/2014/main" id="{63674C30-4947-24B7-FFC1-8F8A9F774D23}"/>
                </a:ext>
              </a:extLst>
            </p:cNvPr>
            <p:cNvSpPr/>
            <p:nvPr/>
          </p:nvSpPr>
          <p:spPr>
            <a:xfrm>
              <a:off x="4305469" y="3478945"/>
              <a:ext cx="1910" cy="5255"/>
            </a:xfrm>
            <a:custGeom>
              <a:avLst/>
              <a:gdLst>
                <a:gd name="csX0" fmla="*/ 1911 w 1910"/>
                <a:gd name="csY0" fmla="*/ 1911 h 5255"/>
                <a:gd name="csX1" fmla="*/ 1911 w 1910"/>
                <a:gd name="csY1" fmla="*/ 2866 h 5255"/>
                <a:gd name="csX2" fmla="*/ 1911 w 1910"/>
                <a:gd name="csY2" fmla="*/ 3822 h 5255"/>
                <a:gd name="csX3" fmla="*/ 1911 w 1910"/>
                <a:gd name="csY3" fmla="*/ 4300 h 5255"/>
                <a:gd name="csX4" fmla="*/ 1433 w 1910"/>
                <a:gd name="csY4" fmla="*/ 4777 h 5255"/>
                <a:gd name="csX5" fmla="*/ 478 w 1910"/>
                <a:gd name="csY5" fmla="*/ 5255 h 5255"/>
                <a:gd name="csX6" fmla="*/ 0 w 1910"/>
                <a:gd name="csY6" fmla="*/ 5255 h 5255"/>
                <a:gd name="csX7" fmla="*/ 478 w 1910"/>
                <a:gd name="csY7" fmla="*/ 2389 h 5255"/>
                <a:gd name="csX8" fmla="*/ 0 w 1910"/>
                <a:gd name="csY8" fmla="*/ 955 h 5255"/>
                <a:gd name="csX9" fmla="*/ 0 w 1910"/>
                <a:gd name="csY9" fmla="*/ 478 h 5255"/>
                <a:gd name="csX10" fmla="*/ 478 w 1910"/>
                <a:gd name="csY10" fmla="*/ 0 h 5255"/>
                <a:gd name="csX11" fmla="*/ 478 w 1910"/>
                <a:gd name="csY11" fmla="*/ 0 h 5255"/>
                <a:gd name="csX12" fmla="*/ 1433 w 1910"/>
                <a:gd name="csY12" fmla="*/ 955 h 5255"/>
                <a:gd name="csX13" fmla="*/ 1911 w 1910"/>
                <a:gd name="csY13" fmla="*/ 1911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910" h="5255">
                  <a:moveTo>
                    <a:pt x="1911" y="1911"/>
                  </a:moveTo>
                  <a:lnTo>
                    <a:pt x="1911" y="2866"/>
                  </a:lnTo>
                  <a:lnTo>
                    <a:pt x="1911" y="3822"/>
                  </a:lnTo>
                  <a:lnTo>
                    <a:pt x="1911" y="4300"/>
                  </a:lnTo>
                  <a:lnTo>
                    <a:pt x="1433" y="4777"/>
                  </a:lnTo>
                  <a:lnTo>
                    <a:pt x="478" y="5255"/>
                  </a:lnTo>
                  <a:lnTo>
                    <a:pt x="0" y="5255"/>
                  </a:lnTo>
                  <a:lnTo>
                    <a:pt x="478" y="2389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1433" y="955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5" name="Freeform 2914">
              <a:extLst>
                <a:ext uri="{FF2B5EF4-FFF2-40B4-BE49-F238E27FC236}">
                  <a16:creationId xmlns:a16="http://schemas.microsoft.com/office/drawing/2014/main" id="{A7F4F8E3-35D6-A67C-5347-D93C27750CB2}"/>
                </a:ext>
              </a:extLst>
            </p:cNvPr>
            <p:cNvSpPr/>
            <p:nvPr/>
          </p:nvSpPr>
          <p:spPr>
            <a:xfrm>
              <a:off x="4295437" y="3489933"/>
              <a:ext cx="10032" cy="8599"/>
            </a:xfrm>
            <a:custGeom>
              <a:avLst/>
              <a:gdLst>
                <a:gd name="csX0" fmla="*/ 10032 w 10032"/>
                <a:gd name="csY0" fmla="*/ 0 h 8599"/>
                <a:gd name="csX1" fmla="*/ 9077 w 10032"/>
                <a:gd name="csY1" fmla="*/ 2389 h 8599"/>
                <a:gd name="csX2" fmla="*/ 8121 w 10032"/>
                <a:gd name="csY2" fmla="*/ 4777 h 8599"/>
                <a:gd name="csX3" fmla="*/ 2389 w 10032"/>
                <a:gd name="csY3" fmla="*/ 8599 h 8599"/>
                <a:gd name="csX4" fmla="*/ 1433 w 10032"/>
                <a:gd name="csY4" fmla="*/ 8599 h 8599"/>
                <a:gd name="csX5" fmla="*/ 0 w 10032"/>
                <a:gd name="csY5" fmla="*/ 8121 h 8599"/>
                <a:gd name="csX6" fmla="*/ 478 w 10032"/>
                <a:gd name="csY6" fmla="*/ 5733 h 8599"/>
                <a:gd name="csX7" fmla="*/ 1911 w 10032"/>
                <a:gd name="csY7" fmla="*/ 4777 h 8599"/>
                <a:gd name="csX8" fmla="*/ 4300 w 10032"/>
                <a:gd name="csY8" fmla="*/ 3822 h 8599"/>
                <a:gd name="csX9" fmla="*/ 4777 w 10032"/>
                <a:gd name="csY9" fmla="*/ 3344 h 8599"/>
                <a:gd name="csX10" fmla="*/ 5733 w 10032"/>
                <a:gd name="csY10" fmla="*/ 2866 h 8599"/>
                <a:gd name="csX11" fmla="*/ 6688 w 10032"/>
                <a:gd name="csY11" fmla="*/ 2866 h 8599"/>
                <a:gd name="csX12" fmla="*/ 8121 w 10032"/>
                <a:gd name="csY12" fmla="*/ 1911 h 8599"/>
                <a:gd name="csX13" fmla="*/ 9555 w 10032"/>
                <a:gd name="csY13" fmla="*/ 0 h 8599"/>
                <a:gd name="csX14" fmla="*/ 10032 w 10032"/>
                <a:gd name="csY14" fmla="*/ 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0032" h="8599">
                  <a:moveTo>
                    <a:pt x="10032" y="0"/>
                  </a:moveTo>
                  <a:lnTo>
                    <a:pt x="9077" y="2389"/>
                  </a:lnTo>
                  <a:lnTo>
                    <a:pt x="8121" y="4777"/>
                  </a:lnTo>
                  <a:lnTo>
                    <a:pt x="2389" y="8599"/>
                  </a:lnTo>
                  <a:lnTo>
                    <a:pt x="1433" y="8599"/>
                  </a:lnTo>
                  <a:lnTo>
                    <a:pt x="0" y="8121"/>
                  </a:lnTo>
                  <a:lnTo>
                    <a:pt x="478" y="5733"/>
                  </a:lnTo>
                  <a:lnTo>
                    <a:pt x="1911" y="4777"/>
                  </a:lnTo>
                  <a:lnTo>
                    <a:pt x="4300" y="3822"/>
                  </a:lnTo>
                  <a:lnTo>
                    <a:pt x="4777" y="3344"/>
                  </a:lnTo>
                  <a:lnTo>
                    <a:pt x="5733" y="2866"/>
                  </a:lnTo>
                  <a:lnTo>
                    <a:pt x="6688" y="2866"/>
                  </a:lnTo>
                  <a:lnTo>
                    <a:pt x="8121" y="1911"/>
                  </a:lnTo>
                  <a:lnTo>
                    <a:pt x="9555" y="0"/>
                  </a:lnTo>
                  <a:lnTo>
                    <a:pt x="1003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6" name="Freeform 2915">
              <a:extLst>
                <a:ext uri="{FF2B5EF4-FFF2-40B4-BE49-F238E27FC236}">
                  <a16:creationId xmlns:a16="http://schemas.microsoft.com/office/drawing/2014/main" id="{4FB6588B-80E6-AE1E-5E04-5FB4B6950E64}"/>
                </a:ext>
              </a:extLst>
            </p:cNvPr>
            <p:cNvSpPr/>
            <p:nvPr/>
          </p:nvSpPr>
          <p:spPr>
            <a:xfrm>
              <a:off x="4300692" y="3451715"/>
              <a:ext cx="2388" cy="5732"/>
            </a:xfrm>
            <a:custGeom>
              <a:avLst/>
              <a:gdLst>
                <a:gd name="csX0" fmla="*/ 1911 w 2388"/>
                <a:gd name="csY0" fmla="*/ 0 h 5732"/>
                <a:gd name="csX1" fmla="*/ 2389 w 2388"/>
                <a:gd name="csY1" fmla="*/ 1911 h 5732"/>
                <a:gd name="csX2" fmla="*/ 2389 w 2388"/>
                <a:gd name="csY2" fmla="*/ 3344 h 5732"/>
                <a:gd name="csX3" fmla="*/ 1911 w 2388"/>
                <a:gd name="csY3" fmla="*/ 3344 h 5732"/>
                <a:gd name="csX4" fmla="*/ 956 w 2388"/>
                <a:gd name="csY4" fmla="*/ 3344 h 5732"/>
                <a:gd name="csX5" fmla="*/ 478 w 2388"/>
                <a:gd name="csY5" fmla="*/ 5733 h 5732"/>
                <a:gd name="csX6" fmla="*/ 478 w 2388"/>
                <a:gd name="csY6" fmla="*/ 5733 h 5732"/>
                <a:gd name="csX7" fmla="*/ 0 w 2388"/>
                <a:gd name="csY7" fmla="*/ 4300 h 5732"/>
                <a:gd name="csX8" fmla="*/ 0 w 2388"/>
                <a:gd name="csY8" fmla="*/ 3344 h 5732"/>
                <a:gd name="csX9" fmla="*/ 0 w 2388"/>
                <a:gd name="csY9" fmla="*/ 2389 h 5732"/>
                <a:gd name="csX10" fmla="*/ 478 w 2388"/>
                <a:gd name="csY10" fmla="*/ 1911 h 5732"/>
                <a:gd name="csX11" fmla="*/ 956 w 2388"/>
                <a:gd name="csY11" fmla="*/ 478 h 5732"/>
                <a:gd name="csX12" fmla="*/ 1433 w 2388"/>
                <a:gd name="csY12" fmla="*/ 0 h 5732"/>
                <a:gd name="csX13" fmla="*/ 1911 w 2388"/>
                <a:gd name="csY13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388" h="5732">
                  <a:moveTo>
                    <a:pt x="1911" y="0"/>
                  </a:moveTo>
                  <a:lnTo>
                    <a:pt x="2389" y="1911"/>
                  </a:lnTo>
                  <a:lnTo>
                    <a:pt x="2389" y="3344"/>
                  </a:lnTo>
                  <a:lnTo>
                    <a:pt x="1911" y="3344"/>
                  </a:lnTo>
                  <a:lnTo>
                    <a:pt x="956" y="3344"/>
                  </a:lnTo>
                  <a:lnTo>
                    <a:pt x="478" y="5733"/>
                  </a:lnTo>
                  <a:lnTo>
                    <a:pt x="478" y="5733"/>
                  </a:lnTo>
                  <a:lnTo>
                    <a:pt x="0" y="4300"/>
                  </a:lnTo>
                  <a:lnTo>
                    <a:pt x="0" y="3344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956" y="478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7" name="Freeform 2916">
              <a:extLst>
                <a:ext uri="{FF2B5EF4-FFF2-40B4-BE49-F238E27FC236}">
                  <a16:creationId xmlns:a16="http://schemas.microsoft.com/office/drawing/2014/main" id="{ABAAA1A3-D540-CCD8-6213-7831DCE3FCF6}"/>
                </a:ext>
              </a:extLst>
            </p:cNvPr>
            <p:cNvSpPr/>
            <p:nvPr/>
          </p:nvSpPr>
          <p:spPr>
            <a:xfrm>
              <a:off x="4299259" y="4369911"/>
              <a:ext cx="2866" cy="1433"/>
            </a:xfrm>
            <a:custGeom>
              <a:avLst/>
              <a:gdLst>
                <a:gd name="csX0" fmla="*/ 2866 w 2866"/>
                <a:gd name="csY0" fmla="*/ 0 h 1433"/>
                <a:gd name="csX1" fmla="*/ 2866 w 2866"/>
                <a:gd name="csY1" fmla="*/ 478 h 1433"/>
                <a:gd name="csX2" fmla="*/ 1433 w 2866"/>
                <a:gd name="csY2" fmla="*/ 956 h 1433"/>
                <a:gd name="csX3" fmla="*/ 478 w 2866"/>
                <a:gd name="csY3" fmla="*/ 1433 h 1433"/>
                <a:gd name="csX4" fmla="*/ 0 w 2866"/>
                <a:gd name="csY4" fmla="*/ 1433 h 1433"/>
                <a:gd name="csX5" fmla="*/ 1433 w 2866"/>
                <a:gd name="csY5" fmla="*/ 478 h 1433"/>
                <a:gd name="csX6" fmla="*/ 1911 w 2866"/>
                <a:gd name="csY6" fmla="*/ 0 h 1433"/>
                <a:gd name="csX7" fmla="*/ 2389 w 2866"/>
                <a:gd name="csY7" fmla="*/ 0 h 1433"/>
                <a:gd name="csX8" fmla="*/ 2866 w 2866"/>
                <a:gd name="csY8" fmla="*/ 0 h 1433"/>
                <a:gd name="csX9" fmla="*/ 2866 w 2866"/>
                <a:gd name="csY9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1433">
                  <a:moveTo>
                    <a:pt x="2866" y="0"/>
                  </a:moveTo>
                  <a:lnTo>
                    <a:pt x="2866" y="478"/>
                  </a:lnTo>
                  <a:lnTo>
                    <a:pt x="1433" y="956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8" name="Freeform 2917">
              <a:extLst>
                <a:ext uri="{FF2B5EF4-FFF2-40B4-BE49-F238E27FC236}">
                  <a16:creationId xmlns:a16="http://schemas.microsoft.com/office/drawing/2014/main" id="{5D96D1FE-0FEA-6371-AD5F-F11A0400CCEB}"/>
                </a:ext>
              </a:extLst>
            </p:cNvPr>
            <p:cNvSpPr/>
            <p:nvPr/>
          </p:nvSpPr>
          <p:spPr>
            <a:xfrm>
              <a:off x="4298303" y="3476557"/>
              <a:ext cx="2388" cy="3821"/>
            </a:xfrm>
            <a:custGeom>
              <a:avLst/>
              <a:gdLst>
                <a:gd name="csX0" fmla="*/ 1911 w 2388"/>
                <a:gd name="csY0" fmla="*/ 0 h 3821"/>
                <a:gd name="csX1" fmla="*/ 2389 w 2388"/>
                <a:gd name="csY1" fmla="*/ 955 h 3821"/>
                <a:gd name="csX2" fmla="*/ 2389 w 2388"/>
                <a:gd name="csY2" fmla="*/ 1911 h 3821"/>
                <a:gd name="csX3" fmla="*/ 1433 w 2388"/>
                <a:gd name="csY3" fmla="*/ 3344 h 3821"/>
                <a:gd name="csX4" fmla="*/ 956 w 2388"/>
                <a:gd name="csY4" fmla="*/ 3822 h 3821"/>
                <a:gd name="csX5" fmla="*/ 0 w 2388"/>
                <a:gd name="csY5" fmla="*/ 2866 h 3821"/>
                <a:gd name="csX6" fmla="*/ 0 w 2388"/>
                <a:gd name="csY6" fmla="*/ 1433 h 3821"/>
                <a:gd name="csX7" fmla="*/ 956 w 2388"/>
                <a:gd name="csY7" fmla="*/ 0 h 3821"/>
                <a:gd name="csX8" fmla="*/ 1911 w 2388"/>
                <a:gd name="csY8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3821">
                  <a:moveTo>
                    <a:pt x="1911" y="0"/>
                  </a:moveTo>
                  <a:lnTo>
                    <a:pt x="2389" y="955"/>
                  </a:lnTo>
                  <a:lnTo>
                    <a:pt x="2389" y="1911"/>
                  </a:lnTo>
                  <a:lnTo>
                    <a:pt x="1433" y="3344"/>
                  </a:lnTo>
                  <a:lnTo>
                    <a:pt x="956" y="3822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956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9" name="Freeform 2918">
              <a:extLst>
                <a:ext uri="{FF2B5EF4-FFF2-40B4-BE49-F238E27FC236}">
                  <a16:creationId xmlns:a16="http://schemas.microsoft.com/office/drawing/2014/main" id="{92E2B766-16F5-A7CA-8A4A-C23D653B354C}"/>
                </a:ext>
              </a:extLst>
            </p:cNvPr>
            <p:cNvSpPr/>
            <p:nvPr/>
          </p:nvSpPr>
          <p:spPr>
            <a:xfrm>
              <a:off x="4294004" y="3372412"/>
              <a:ext cx="5255" cy="3821"/>
            </a:xfrm>
            <a:custGeom>
              <a:avLst/>
              <a:gdLst>
                <a:gd name="csX0" fmla="*/ 5255 w 5255"/>
                <a:gd name="csY0" fmla="*/ 956 h 3821"/>
                <a:gd name="csX1" fmla="*/ 4300 w 5255"/>
                <a:gd name="csY1" fmla="*/ 2389 h 3821"/>
                <a:gd name="csX2" fmla="*/ 1911 w 5255"/>
                <a:gd name="csY2" fmla="*/ 3822 h 3821"/>
                <a:gd name="csX3" fmla="*/ 0 w 5255"/>
                <a:gd name="csY3" fmla="*/ 3822 h 3821"/>
                <a:gd name="csX4" fmla="*/ 956 w 5255"/>
                <a:gd name="csY4" fmla="*/ 1911 h 3821"/>
                <a:gd name="csX5" fmla="*/ 1433 w 5255"/>
                <a:gd name="csY5" fmla="*/ 956 h 3821"/>
                <a:gd name="csX6" fmla="*/ 2389 w 5255"/>
                <a:gd name="csY6" fmla="*/ 0 h 3821"/>
                <a:gd name="csX7" fmla="*/ 4300 w 5255"/>
                <a:gd name="csY7" fmla="*/ 0 h 3821"/>
                <a:gd name="csX8" fmla="*/ 5255 w 5255"/>
                <a:gd name="csY8" fmla="*/ 95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5" h="3821">
                  <a:moveTo>
                    <a:pt x="5255" y="956"/>
                  </a:moveTo>
                  <a:lnTo>
                    <a:pt x="4300" y="2389"/>
                  </a:lnTo>
                  <a:lnTo>
                    <a:pt x="1911" y="3822"/>
                  </a:lnTo>
                  <a:lnTo>
                    <a:pt x="0" y="3822"/>
                  </a:lnTo>
                  <a:lnTo>
                    <a:pt x="956" y="1911"/>
                  </a:lnTo>
                  <a:lnTo>
                    <a:pt x="1433" y="956"/>
                  </a:lnTo>
                  <a:lnTo>
                    <a:pt x="2389" y="0"/>
                  </a:lnTo>
                  <a:lnTo>
                    <a:pt x="4300" y="0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0" name="Freeform 2919">
              <a:extLst>
                <a:ext uri="{FF2B5EF4-FFF2-40B4-BE49-F238E27FC236}">
                  <a16:creationId xmlns:a16="http://schemas.microsoft.com/office/drawing/2014/main" id="{FAAAF4B6-250C-C2D6-9D24-EEC5E07063C5}"/>
                </a:ext>
              </a:extLst>
            </p:cNvPr>
            <p:cNvSpPr/>
            <p:nvPr/>
          </p:nvSpPr>
          <p:spPr>
            <a:xfrm>
              <a:off x="4291615" y="4782669"/>
              <a:ext cx="7643" cy="6210"/>
            </a:xfrm>
            <a:custGeom>
              <a:avLst/>
              <a:gdLst>
                <a:gd name="csX0" fmla="*/ 7644 w 7643"/>
                <a:gd name="csY0" fmla="*/ 956 h 6210"/>
                <a:gd name="csX1" fmla="*/ 5255 w 7643"/>
                <a:gd name="csY1" fmla="*/ 2866 h 6210"/>
                <a:gd name="csX2" fmla="*/ 4300 w 7643"/>
                <a:gd name="csY2" fmla="*/ 2866 h 6210"/>
                <a:gd name="csX3" fmla="*/ 3822 w 7643"/>
                <a:gd name="csY3" fmla="*/ 3344 h 6210"/>
                <a:gd name="csX4" fmla="*/ 2867 w 7643"/>
                <a:gd name="csY4" fmla="*/ 5733 h 6210"/>
                <a:gd name="csX5" fmla="*/ 2867 w 7643"/>
                <a:gd name="csY5" fmla="*/ 6210 h 6210"/>
                <a:gd name="csX6" fmla="*/ 956 w 7643"/>
                <a:gd name="csY6" fmla="*/ 6210 h 6210"/>
                <a:gd name="csX7" fmla="*/ 0 w 7643"/>
                <a:gd name="csY7" fmla="*/ 6210 h 6210"/>
                <a:gd name="csX8" fmla="*/ 0 w 7643"/>
                <a:gd name="csY8" fmla="*/ 5255 h 6210"/>
                <a:gd name="csX9" fmla="*/ 478 w 7643"/>
                <a:gd name="csY9" fmla="*/ 2866 h 6210"/>
                <a:gd name="csX10" fmla="*/ 956 w 7643"/>
                <a:gd name="csY10" fmla="*/ 1911 h 6210"/>
                <a:gd name="csX11" fmla="*/ 2867 w 7643"/>
                <a:gd name="csY11" fmla="*/ 478 h 6210"/>
                <a:gd name="csX12" fmla="*/ 3822 w 7643"/>
                <a:gd name="csY12" fmla="*/ 0 h 6210"/>
                <a:gd name="csX13" fmla="*/ 5733 w 7643"/>
                <a:gd name="csY13" fmla="*/ 0 h 6210"/>
                <a:gd name="csX14" fmla="*/ 7644 w 7643"/>
                <a:gd name="csY14" fmla="*/ 95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643" h="6210">
                  <a:moveTo>
                    <a:pt x="7644" y="956"/>
                  </a:moveTo>
                  <a:lnTo>
                    <a:pt x="5255" y="2866"/>
                  </a:lnTo>
                  <a:lnTo>
                    <a:pt x="4300" y="2866"/>
                  </a:lnTo>
                  <a:lnTo>
                    <a:pt x="3822" y="3344"/>
                  </a:lnTo>
                  <a:lnTo>
                    <a:pt x="2867" y="5733"/>
                  </a:lnTo>
                  <a:lnTo>
                    <a:pt x="2867" y="6210"/>
                  </a:lnTo>
                  <a:lnTo>
                    <a:pt x="956" y="6210"/>
                  </a:lnTo>
                  <a:lnTo>
                    <a:pt x="0" y="6210"/>
                  </a:lnTo>
                  <a:lnTo>
                    <a:pt x="0" y="5255"/>
                  </a:lnTo>
                  <a:lnTo>
                    <a:pt x="478" y="2866"/>
                  </a:lnTo>
                  <a:lnTo>
                    <a:pt x="956" y="1911"/>
                  </a:lnTo>
                  <a:lnTo>
                    <a:pt x="2867" y="478"/>
                  </a:lnTo>
                  <a:lnTo>
                    <a:pt x="3822" y="0"/>
                  </a:lnTo>
                  <a:lnTo>
                    <a:pt x="5733" y="0"/>
                  </a:lnTo>
                  <a:lnTo>
                    <a:pt x="76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1" name="Freeform 2920">
              <a:extLst>
                <a:ext uri="{FF2B5EF4-FFF2-40B4-BE49-F238E27FC236}">
                  <a16:creationId xmlns:a16="http://schemas.microsoft.com/office/drawing/2014/main" id="{D3F9ADCF-DE5E-5B05-564D-83FF248DAE8A}"/>
                </a:ext>
              </a:extLst>
            </p:cNvPr>
            <p:cNvSpPr/>
            <p:nvPr/>
          </p:nvSpPr>
          <p:spPr>
            <a:xfrm>
              <a:off x="4295915" y="3587868"/>
              <a:ext cx="2388" cy="2866"/>
            </a:xfrm>
            <a:custGeom>
              <a:avLst/>
              <a:gdLst>
                <a:gd name="csX0" fmla="*/ 2389 w 2388"/>
                <a:gd name="csY0" fmla="*/ 1911 h 2866"/>
                <a:gd name="csX1" fmla="*/ 2389 w 2388"/>
                <a:gd name="csY1" fmla="*/ 2866 h 2866"/>
                <a:gd name="csX2" fmla="*/ 1433 w 2388"/>
                <a:gd name="csY2" fmla="*/ 2866 h 2866"/>
                <a:gd name="csX3" fmla="*/ 478 w 2388"/>
                <a:gd name="csY3" fmla="*/ 1911 h 2866"/>
                <a:gd name="csX4" fmla="*/ 0 w 2388"/>
                <a:gd name="csY4" fmla="*/ 1433 h 2866"/>
                <a:gd name="csX5" fmla="*/ 0 w 2388"/>
                <a:gd name="csY5" fmla="*/ 956 h 2866"/>
                <a:gd name="csX6" fmla="*/ 478 w 2388"/>
                <a:gd name="csY6" fmla="*/ 0 h 2866"/>
                <a:gd name="csX7" fmla="*/ 1911 w 2388"/>
                <a:gd name="csY7" fmla="*/ 478 h 2866"/>
                <a:gd name="csX8" fmla="*/ 2389 w 2388"/>
                <a:gd name="csY8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866">
                  <a:moveTo>
                    <a:pt x="2389" y="1911"/>
                  </a:moveTo>
                  <a:lnTo>
                    <a:pt x="2389" y="2866"/>
                  </a:lnTo>
                  <a:lnTo>
                    <a:pt x="1433" y="2866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2" name="Freeform 2921">
              <a:extLst>
                <a:ext uri="{FF2B5EF4-FFF2-40B4-BE49-F238E27FC236}">
                  <a16:creationId xmlns:a16="http://schemas.microsoft.com/office/drawing/2014/main" id="{15F45C19-7167-A0E6-9AC6-9F3F770FB350}"/>
                </a:ext>
              </a:extLst>
            </p:cNvPr>
            <p:cNvSpPr/>
            <p:nvPr/>
          </p:nvSpPr>
          <p:spPr>
            <a:xfrm>
              <a:off x="4294959" y="4370866"/>
              <a:ext cx="2866" cy="955"/>
            </a:xfrm>
            <a:custGeom>
              <a:avLst/>
              <a:gdLst>
                <a:gd name="csX0" fmla="*/ 2866 w 2866"/>
                <a:gd name="csY0" fmla="*/ 0 h 955"/>
                <a:gd name="csX1" fmla="*/ 2866 w 2866"/>
                <a:gd name="csY1" fmla="*/ 0 h 955"/>
                <a:gd name="csX2" fmla="*/ 2389 w 2866"/>
                <a:gd name="csY2" fmla="*/ 478 h 955"/>
                <a:gd name="csX3" fmla="*/ 1911 w 2866"/>
                <a:gd name="csY3" fmla="*/ 0 h 955"/>
                <a:gd name="csX4" fmla="*/ 478 w 2866"/>
                <a:gd name="csY4" fmla="*/ 956 h 955"/>
                <a:gd name="csX5" fmla="*/ 0 w 2866"/>
                <a:gd name="csY5" fmla="*/ 956 h 955"/>
                <a:gd name="csX6" fmla="*/ 0 w 2866"/>
                <a:gd name="csY6" fmla="*/ 956 h 955"/>
                <a:gd name="csX7" fmla="*/ 478 w 2866"/>
                <a:gd name="csY7" fmla="*/ 478 h 955"/>
                <a:gd name="csX8" fmla="*/ 478 w 2866"/>
                <a:gd name="csY8" fmla="*/ 478 h 955"/>
                <a:gd name="csX9" fmla="*/ 956 w 2866"/>
                <a:gd name="csY9" fmla="*/ 0 h 955"/>
                <a:gd name="csX10" fmla="*/ 1911 w 2866"/>
                <a:gd name="csY10" fmla="*/ 0 h 955"/>
                <a:gd name="csX11" fmla="*/ 2389 w 2866"/>
                <a:gd name="csY11" fmla="*/ 0 h 955"/>
                <a:gd name="csX12" fmla="*/ 2866 w 2866"/>
                <a:gd name="csY1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866" h="955">
                  <a:moveTo>
                    <a:pt x="2866" y="0"/>
                  </a:moveTo>
                  <a:lnTo>
                    <a:pt x="2866" y="0"/>
                  </a:lnTo>
                  <a:lnTo>
                    <a:pt x="2389" y="478"/>
                  </a:lnTo>
                  <a:lnTo>
                    <a:pt x="1911" y="0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3" name="Freeform 2922">
              <a:extLst>
                <a:ext uri="{FF2B5EF4-FFF2-40B4-BE49-F238E27FC236}">
                  <a16:creationId xmlns:a16="http://schemas.microsoft.com/office/drawing/2014/main" id="{8F322363-7D84-4A7B-5D7E-18777D1BAC21}"/>
                </a:ext>
              </a:extLst>
            </p:cNvPr>
            <p:cNvSpPr/>
            <p:nvPr/>
          </p:nvSpPr>
          <p:spPr>
            <a:xfrm>
              <a:off x="4292570" y="3824344"/>
              <a:ext cx="1433" cy="1910"/>
            </a:xfrm>
            <a:custGeom>
              <a:avLst/>
              <a:gdLst>
                <a:gd name="csX0" fmla="*/ 1433 w 1433"/>
                <a:gd name="csY0" fmla="*/ 0 h 1910"/>
                <a:gd name="csX1" fmla="*/ 1433 w 1433"/>
                <a:gd name="csY1" fmla="*/ 478 h 1910"/>
                <a:gd name="csX2" fmla="*/ 1433 w 1433"/>
                <a:gd name="csY2" fmla="*/ 1433 h 1910"/>
                <a:gd name="csX3" fmla="*/ 1433 w 1433"/>
                <a:gd name="csY3" fmla="*/ 1911 h 1910"/>
                <a:gd name="csX4" fmla="*/ 478 w 1433"/>
                <a:gd name="csY4" fmla="*/ 955 h 1910"/>
                <a:gd name="csX5" fmla="*/ 0 w 1433"/>
                <a:gd name="csY5" fmla="*/ 478 h 1910"/>
                <a:gd name="csX6" fmla="*/ 0 w 1433"/>
                <a:gd name="csY6" fmla="*/ 0 h 1910"/>
                <a:gd name="csX7" fmla="*/ 478 w 1433"/>
                <a:gd name="csY7" fmla="*/ 0 h 1910"/>
                <a:gd name="csX8" fmla="*/ 1433 w 1433"/>
                <a:gd name="csY8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1910">
                  <a:moveTo>
                    <a:pt x="1433" y="0"/>
                  </a:moveTo>
                  <a:lnTo>
                    <a:pt x="1433" y="478"/>
                  </a:lnTo>
                  <a:lnTo>
                    <a:pt x="1433" y="1433"/>
                  </a:lnTo>
                  <a:lnTo>
                    <a:pt x="1433" y="1911"/>
                  </a:lnTo>
                  <a:lnTo>
                    <a:pt x="478" y="955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4" name="Freeform 2923">
              <a:extLst>
                <a:ext uri="{FF2B5EF4-FFF2-40B4-BE49-F238E27FC236}">
                  <a16:creationId xmlns:a16="http://schemas.microsoft.com/office/drawing/2014/main" id="{3025B4AE-B2E2-D9AB-F568-8311287E656F}"/>
                </a:ext>
              </a:extLst>
            </p:cNvPr>
            <p:cNvSpPr/>
            <p:nvPr/>
          </p:nvSpPr>
          <p:spPr>
            <a:xfrm>
              <a:off x="4290659" y="3378144"/>
              <a:ext cx="3344" cy="3344"/>
            </a:xfrm>
            <a:custGeom>
              <a:avLst/>
              <a:gdLst>
                <a:gd name="csX0" fmla="*/ 3344 w 3344"/>
                <a:gd name="csY0" fmla="*/ 478 h 3344"/>
                <a:gd name="csX1" fmla="*/ 2867 w 3344"/>
                <a:gd name="csY1" fmla="*/ 1433 h 3344"/>
                <a:gd name="csX2" fmla="*/ 1911 w 3344"/>
                <a:gd name="csY2" fmla="*/ 2866 h 3344"/>
                <a:gd name="csX3" fmla="*/ 956 w 3344"/>
                <a:gd name="csY3" fmla="*/ 3344 h 3344"/>
                <a:gd name="csX4" fmla="*/ 478 w 3344"/>
                <a:gd name="csY4" fmla="*/ 3344 h 3344"/>
                <a:gd name="csX5" fmla="*/ 0 w 3344"/>
                <a:gd name="csY5" fmla="*/ 2866 h 3344"/>
                <a:gd name="csX6" fmla="*/ 478 w 3344"/>
                <a:gd name="csY6" fmla="*/ 1433 h 3344"/>
                <a:gd name="csX7" fmla="*/ 1433 w 3344"/>
                <a:gd name="csY7" fmla="*/ 1433 h 3344"/>
                <a:gd name="csX8" fmla="*/ 2389 w 3344"/>
                <a:gd name="csY8" fmla="*/ 0 h 3344"/>
                <a:gd name="csX9" fmla="*/ 3344 w 3344"/>
                <a:gd name="csY9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344">
                  <a:moveTo>
                    <a:pt x="3344" y="478"/>
                  </a:moveTo>
                  <a:lnTo>
                    <a:pt x="2867" y="1433"/>
                  </a:lnTo>
                  <a:lnTo>
                    <a:pt x="1911" y="2866"/>
                  </a:lnTo>
                  <a:lnTo>
                    <a:pt x="956" y="3344"/>
                  </a:lnTo>
                  <a:lnTo>
                    <a:pt x="478" y="3344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1433" y="1433"/>
                  </a:lnTo>
                  <a:lnTo>
                    <a:pt x="2389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5" name="Freeform 2924">
              <a:extLst>
                <a:ext uri="{FF2B5EF4-FFF2-40B4-BE49-F238E27FC236}">
                  <a16:creationId xmlns:a16="http://schemas.microsoft.com/office/drawing/2014/main" id="{AB4E5D2F-CEDF-895F-EF0B-85E148D41067}"/>
                </a:ext>
              </a:extLst>
            </p:cNvPr>
            <p:cNvSpPr/>
            <p:nvPr/>
          </p:nvSpPr>
          <p:spPr>
            <a:xfrm>
              <a:off x="4288749" y="4209871"/>
              <a:ext cx="5254" cy="13376"/>
            </a:xfrm>
            <a:custGeom>
              <a:avLst/>
              <a:gdLst>
                <a:gd name="csX0" fmla="*/ 4777 w 5254"/>
                <a:gd name="csY0" fmla="*/ 11943 h 13376"/>
                <a:gd name="csX1" fmla="*/ 5255 w 5254"/>
                <a:gd name="csY1" fmla="*/ 13377 h 13376"/>
                <a:gd name="csX2" fmla="*/ 3344 w 5254"/>
                <a:gd name="csY2" fmla="*/ 9555 h 13376"/>
                <a:gd name="csX3" fmla="*/ 956 w 5254"/>
                <a:gd name="csY3" fmla="*/ 4300 h 13376"/>
                <a:gd name="csX4" fmla="*/ 0 w 5254"/>
                <a:gd name="csY4" fmla="*/ 0 h 13376"/>
                <a:gd name="csX5" fmla="*/ 478 w 5254"/>
                <a:gd name="csY5" fmla="*/ 1433 h 13376"/>
                <a:gd name="csX6" fmla="*/ 1433 w 5254"/>
                <a:gd name="csY6" fmla="*/ 3822 h 13376"/>
                <a:gd name="csX7" fmla="*/ 4777 w 5254"/>
                <a:gd name="csY7" fmla="*/ 11943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13376">
                  <a:moveTo>
                    <a:pt x="4777" y="11943"/>
                  </a:moveTo>
                  <a:lnTo>
                    <a:pt x="5255" y="13377"/>
                  </a:lnTo>
                  <a:lnTo>
                    <a:pt x="3344" y="9555"/>
                  </a:lnTo>
                  <a:lnTo>
                    <a:pt x="956" y="4300"/>
                  </a:lnTo>
                  <a:lnTo>
                    <a:pt x="0" y="0"/>
                  </a:lnTo>
                  <a:lnTo>
                    <a:pt x="478" y="1433"/>
                  </a:lnTo>
                  <a:lnTo>
                    <a:pt x="1433" y="3822"/>
                  </a:lnTo>
                  <a:lnTo>
                    <a:pt x="4777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6" name="Freeform 2925">
              <a:extLst>
                <a:ext uri="{FF2B5EF4-FFF2-40B4-BE49-F238E27FC236}">
                  <a16:creationId xmlns:a16="http://schemas.microsoft.com/office/drawing/2014/main" id="{B2E04CCF-D83B-7C42-4FA3-B992C13ABAA4}"/>
                </a:ext>
              </a:extLst>
            </p:cNvPr>
            <p:cNvSpPr/>
            <p:nvPr/>
          </p:nvSpPr>
          <p:spPr>
            <a:xfrm>
              <a:off x="4292570" y="4800823"/>
              <a:ext cx="955" cy="3344"/>
            </a:xfrm>
            <a:custGeom>
              <a:avLst/>
              <a:gdLst>
                <a:gd name="csX0" fmla="*/ 956 w 955"/>
                <a:gd name="csY0" fmla="*/ 3344 h 3344"/>
                <a:gd name="csX1" fmla="*/ 478 w 955"/>
                <a:gd name="csY1" fmla="*/ 2389 h 3344"/>
                <a:gd name="csX2" fmla="*/ 0 w 955"/>
                <a:gd name="csY2" fmla="*/ 1433 h 3344"/>
                <a:gd name="csX3" fmla="*/ 478 w 955"/>
                <a:gd name="csY3" fmla="*/ 956 h 3344"/>
                <a:gd name="csX4" fmla="*/ 478 w 955"/>
                <a:gd name="csY4" fmla="*/ 0 h 3344"/>
                <a:gd name="csX5" fmla="*/ 478 w 955"/>
                <a:gd name="csY5" fmla="*/ 956 h 3344"/>
                <a:gd name="csX6" fmla="*/ 0 w 955"/>
                <a:gd name="csY6" fmla="*/ 1433 h 3344"/>
                <a:gd name="csX7" fmla="*/ 478 w 955"/>
                <a:gd name="csY7" fmla="*/ 2389 h 3344"/>
                <a:gd name="csX8" fmla="*/ 956 w 955"/>
                <a:gd name="csY8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" h="3344">
                  <a:moveTo>
                    <a:pt x="956" y="3344"/>
                  </a:moveTo>
                  <a:lnTo>
                    <a:pt x="478" y="2389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478" y="0"/>
                  </a:lnTo>
                  <a:lnTo>
                    <a:pt x="478" y="956"/>
                  </a:lnTo>
                  <a:lnTo>
                    <a:pt x="0" y="1433"/>
                  </a:lnTo>
                  <a:lnTo>
                    <a:pt x="478" y="2389"/>
                  </a:lnTo>
                  <a:lnTo>
                    <a:pt x="95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7" name="Freeform 2926">
              <a:extLst>
                <a:ext uri="{FF2B5EF4-FFF2-40B4-BE49-F238E27FC236}">
                  <a16:creationId xmlns:a16="http://schemas.microsoft.com/office/drawing/2014/main" id="{E92FEE0E-71CF-DC2F-F9F9-37D7D8BBEFDF}"/>
                </a:ext>
              </a:extLst>
            </p:cNvPr>
            <p:cNvSpPr/>
            <p:nvPr/>
          </p:nvSpPr>
          <p:spPr>
            <a:xfrm>
              <a:off x="4292093" y="4805122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478 w 1433"/>
                <a:gd name="csY1" fmla="*/ 478 h 955"/>
                <a:gd name="csX2" fmla="*/ 0 w 1433"/>
                <a:gd name="csY2" fmla="*/ 956 h 955"/>
                <a:gd name="csX3" fmla="*/ 0 w 1433"/>
                <a:gd name="csY3" fmla="*/ 956 h 955"/>
                <a:gd name="csX4" fmla="*/ 478 w 1433"/>
                <a:gd name="csY4" fmla="*/ 478 h 955"/>
                <a:gd name="csX5" fmla="*/ 1433 w 1433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478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8" name="Freeform 2927">
              <a:extLst>
                <a:ext uri="{FF2B5EF4-FFF2-40B4-BE49-F238E27FC236}">
                  <a16:creationId xmlns:a16="http://schemas.microsoft.com/office/drawing/2014/main" id="{59EA4249-2A4F-08DF-4EAB-87C320FF53A8}"/>
                </a:ext>
              </a:extLst>
            </p:cNvPr>
            <p:cNvSpPr/>
            <p:nvPr/>
          </p:nvSpPr>
          <p:spPr>
            <a:xfrm>
              <a:off x="4285882" y="4260511"/>
              <a:ext cx="6210" cy="8121"/>
            </a:xfrm>
            <a:custGeom>
              <a:avLst/>
              <a:gdLst>
                <a:gd name="csX0" fmla="*/ 6211 w 6210"/>
                <a:gd name="csY0" fmla="*/ 0 h 8121"/>
                <a:gd name="csX1" fmla="*/ 3822 w 6210"/>
                <a:gd name="csY1" fmla="*/ 4299 h 8121"/>
                <a:gd name="csX2" fmla="*/ 0 w 6210"/>
                <a:gd name="csY2" fmla="*/ 8121 h 8121"/>
                <a:gd name="csX3" fmla="*/ 478 w 6210"/>
                <a:gd name="csY3" fmla="*/ 7166 h 8121"/>
                <a:gd name="csX4" fmla="*/ 1911 w 6210"/>
                <a:gd name="csY4" fmla="*/ 5255 h 8121"/>
                <a:gd name="csX5" fmla="*/ 2389 w 6210"/>
                <a:gd name="csY5" fmla="*/ 4299 h 8121"/>
                <a:gd name="csX6" fmla="*/ 3344 w 6210"/>
                <a:gd name="csY6" fmla="*/ 3344 h 8121"/>
                <a:gd name="csX7" fmla="*/ 4300 w 6210"/>
                <a:gd name="csY7" fmla="*/ 2389 h 8121"/>
                <a:gd name="csX8" fmla="*/ 4300 w 6210"/>
                <a:gd name="csY8" fmla="*/ 956 h 8121"/>
                <a:gd name="csX9" fmla="*/ 5733 w 6210"/>
                <a:gd name="csY9" fmla="*/ 478 h 8121"/>
                <a:gd name="csX10" fmla="*/ 6211 w 6210"/>
                <a:gd name="csY10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210" h="8121">
                  <a:moveTo>
                    <a:pt x="6211" y="0"/>
                  </a:moveTo>
                  <a:lnTo>
                    <a:pt x="3822" y="4299"/>
                  </a:lnTo>
                  <a:lnTo>
                    <a:pt x="0" y="8121"/>
                  </a:lnTo>
                  <a:lnTo>
                    <a:pt x="478" y="7166"/>
                  </a:lnTo>
                  <a:lnTo>
                    <a:pt x="1911" y="5255"/>
                  </a:lnTo>
                  <a:lnTo>
                    <a:pt x="2389" y="4299"/>
                  </a:lnTo>
                  <a:lnTo>
                    <a:pt x="3344" y="3344"/>
                  </a:lnTo>
                  <a:lnTo>
                    <a:pt x="4300" y="2389"/>
                  </a:lnTo>
                  <a:lnTo>
                    <a:pt x="4300" y="956"/>
                  </a:lnTo>
                  <a:lnTo>
                    <a:pt x="5733" y="478"/>
                  </a:lnTo>
                  <a:lnTo>
                    <a:pt x="62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9" name="Freeform 2928">
              <a:extLst>
                <a:ext uri="{FF2B5EF4-FFF2-40B4-BE49-F238E27FC236}">
                  <a16:creationId xmlns:a16="http://schemas.microsoft.com/office/drawing/2014/main" id="{CA56710D-0509-7D6F-3CD2-E8902F20B38D}"/>
                </a:ext>
              </a:extLst>
            </p:cNvPr>
            <p:cNvSpPr/>
            <p:nvPr/>
          </p:nvSpPr>
          <p:spPr>
            <a:xfrm>
              <a:off x="4154506" y="3130681"/>
              <a:ext cx="137586" cy="117999"/>
            </a:xfrm>
            <a:custGeom>
              <a:avLst/>
              <a:gdLst>
                <a:gd name="csX0" fmla="*/ 137586 w 137586"/>
                <a:gd name="csY0" fmla="*/ 90291 h 117999"/>
                <a:gd name="csX1" fmla="*/ 136631 w 137586"/>
                <a:gd name="csY1" fmla="*/ 92202 h 117999"/>
                <a:gd name="csX2" fmla="*/ 132809 w 137586"/>
                <a:gd name="csY2" fmla="*/ 95546 h 117999"/>
                <a:gd name="csX3" fmla="*/ 128509 w 137586"/>
                <a:gd name="csY3" fmla="*/ 98890 h 117999"/>
                <a:gd name="csX4" fmla="*/ 123732 w 137586"/>
                <a:gd name="csY4" fmla="*/ 103667 h 117999"/>
                <a:gd name="csX5" fmla="*/ 122777 w 137586"/>
                <a:gd name="csY5" fmla="*/ 104145 h 117999"/>
                <a:gd name="csX6" fmla="*/ 121821 w 137586"/>
                <a:gd name="csY6" fmla="*/ 104145 h 117999"/>
                <a:gd name="csX7" fmla="*/ 119432 w 137586"/>
                <a:gd name="csY7" fmla="*/ 103667 h 117999"/>
                <a:gd name="csX8" fmla="*/ 115611 w 137586"/>
                <a:gd name="csY8" fmla="*/ 101279 h 117999"/>
                <a:gd name="csX9" fmla="*/ 103667 w 137586"/>
                <a:gd name="csY9" fmla="*/ 96024 h 117999"/>
                <a:gd name="csX10" fmla="*/ 100323 w 137586"/>
                <a:gd name="csY10" fmla="*/ 95068 h 117999"/>
                <a:gd name="csX11" fmla="*/ 95546 w 137586"/>
                <a:gd name="csY11" fmla="*/ 94113 h 117999"/>
                <a:gd name="csX12" fmla="*/ 95068 w 137586"/>
                <a:gd name="csY12" fmla="*/ 93157 h 117999"/>
                <a:gd name="csX13" fmla="*/ 93635 w 137586"/>
                <a:gd name="csY13" fmla="*/ 85036 h 117999"/>
                <a:gd name="csX14" fmla="*/ 91724 w 137586"/>
                <a:gd name="csY14" fmla="*/ 84080 h 117999"/>
                <a:gd name="csX15" fmla="*/ 84558 w 137586"/>
                <a:gd name="csY15" fmla="*/ 82169 h 117999"/>
                <a:gd name="csX16" fmla="*/ 82647 w 137586"/>
                <a:gd name="csY16" fmla="*/ 81214 h 117999"/>
                <a:gd name="csX17" fmla="*/ 82647 w 137586"/>
                <a:gd name="csY17" fmla="*/ 79781 h 117999"/>
                <a:gd name="csX18" fmla="*/ 83125 w 137586"/>
                <a:gd name="csY18" fmla="*/ 76914 h 117999"/>
                <a:gd name="csX19" fmla="*/ 82170 w 137586"/>
                <a:gd name="csY19" fmla="*/ 75481 h 117999"/>
                <a:gd name="csX20" fmla="*/ 79781 w 137586"/>
                <a:gd name="csY20" fmla="*/ 75481 h 117999"/>
                <a:gd name="csX21" fmla="*/ 77392 w 137586"/>
                <a:gd name="csY21" fmla="*/ 76437 h 117999"/>
                <a:gd name="csX22" fmla="*/ 73570 w 137586"/>
                <a:gd name="csY22" fmla="*/ 78348 h 117999"/>
                <a:gd name="csX23" fmla="*/ 71659 w 137586"/>
                <a:gd name="csY23" fmla="*/ 79781 h 117999"/>
                <a:gd name="csX24" fmla="*/ 71182 w 137586"/>
                <a:gd name="csY24" fmla="*/ 81692 h 117999"/>
                <a:gd name="csX25" fmla="*/ 70704 w 137586"/>
                <a:gd name="csY25" fmla="*/ 85514 h 117999"/>
                <a:gd name="csX26" fmla="*/ 70226 w 137586"/>
                <a:gd name="csY26" fmla="*/ 87424 h 117999"/>
                <a:gd name="csX27" fmla="*/ 68793 w 137586"/>
                <a:gd name="csY27" fmla="*/ 89813 h 117999"/>
                <a:gd name="csX28" fmla="*/ 63060 w 137586"/>
                <a:gd name="csY28" fmla="*/ 96024 h 117999"/>
                <a:gd name="csX29" fmla="*/ 60672 w 137586"/>
                <a:gd name="csY29" fmla="*/ 97935 h 117999"/>
                <a:gd name="csX30" fmla="*/ 58283 w 137586"/>
                <a:gd name="csY30" fmla="*/ 98412 h 117999"/>
                <a:gd name="csX31" fmla="*/ 57328 w 137586"/>
                <a:gd name="csY31" fmla="*/ 99368 h 117999"/>
                <a:gd name="csX32" fmla="*/ 55894 w 137586"/>
                <a:gd name="csY32" fmla="*/ 101756 h 117999"/>
                <a:gd name="csX33" fmla="*/ 53506 w 137586"/>
                <a:gd name="csY33" fmla="*/ 107011 h 117999"/>
                <a:gd name="csX34" fmla="*/ 52550 w 137586"/>
                <a:gd name="csY34" fmla="*/ 108922 h 117999"/>
                <a:gd name="csX35" fmla="*/ 50639 w 137586"/>
                <a:gd name="csY35" fmla="*/ 110355 h 117999"/>
                <a:gd name="csX36" fmla="*/ 47773 w 137586"/>
                <a:gd name="csY36" fmla="*/ 113222 h 117999"/>
                <a:gd name="csX37" fmla="*/ 44429 w 137586"/>
                <a:gd name="csY37" fmla="*/ 115133 h 117999"/>
                <a:gd name="csX38" fmla="*/ 38696 w 137586"/>
                <a:gd name="csY38" fmla="*/ 117521 h 117999"/>
                <a:gd name="csX39" fmla="*/ 35830 w 137586"/>
                <a:gd name="csY39" fmla="*/ 117999 h 117999"/>
                <a:gd name="csX40" fmla="*/ 33919 w 137586"/>
                <a:gd name="csY40" fmla="*/ 117521 h 117999"/>
                <a:gd name="csX41" fmla="*/ 32486 w 137586"/>
                <a:gd name="csY41" fmla="*/ 112266 h 117999"/>
                <a:gd name="csX42" fmla="*/ 29619 w 137586"/>
                <a:gd name="csY42" fmla="*/ 96501 h 117999"/>
                <a:gd name="csX43" fmla="*/ 29142 w 137586"/>
                <a:gd name="csY43" fmla="*/ 95068 h 117999"/>
                <a:gd name="csX44" fmla="*/ 28186 w 137586"/>
                <a:gd name="csY44" fmla="*/ 94590 h 117999"/>
                <a:gd name="csX45" fmla="*/ 27709 w 137586"/>
                <a:gd name="csY45" fmla="*/ 94113 h 117999"/>
                <a:gd name="csX46" fmla="*/ 17676 w 137586"/>
                <a:gd name="csY46" fmla="*/ 96501 h 117999"/>
                <a:gd name="csX47" fmla="*/ 12421 w 137586"/>
                <a:gd name="csY47" fmla="*/ 96024 h 117999"/>
                <a:gd name="csX48" fmla="*/ 7166 w 137586"/>
                <a:gd name="csY48" fmla="*/ 99845 h 117999"/>
                <a:gd name="csX49" fmla="*/ 5733 w 137586"/>
                <a:gd name="csY49" fmla="*/ 99845 h 117999"/>
                <a:gd name="csX50" fmla="*/ 2867 w 137586"/>
                <a:gd name="csY50" fmla="*/ 99845 h 117999"/>
                <a:gd name="csX51" fmla="*/ 956 w 137586"/>
                <a:gd name="csY51" fmla="*/ 99368 h 117999"/>
                <a:gd name="csX52" fmla="*/ 478 w 137586"/>
                <a:gd name="csY52" fmla="*/ 98890 h 117999"/>
                <a:gd name="csX53" fmla="*/ 0 w 137586"/>
                <a:gd name="csY53" fmla="*/ 97457 h 117999"/>
                <a:gd name="csX54" fmla="*/ 0 w 137586"/>
                <a:gd name="csY54" fmla="*/ 95546 h 117999"/>
                <a:gd name="csX55" fmla="*/ 956 w 137586"/>
                <a:gd name="csY55" fmla="*/ 94113 h 117999"/>
                <a:gd name="csX56" fmla="*/ 3344 w 137586"/>
                <a:gd name="csY56" fmla="*/ 89335 h 117999"/>
                <a:gd name="csX57" fmla="*/ 5255 w 137586"/>
                <a:gd name="csY57" fmla="*/ 86469 h 117999"/>
                <a:gd name="csX58" fmla="*/ 6211 w 137586"/>
                <a:gd name="csY58" fmla="*/ 85514 h 117999"/>
                <a:gd name="csX59" fmla="*/ 15287 w 137586"/>
                <a:gd name="csY59" fmla="*/ 80258 h 117999"/>
                <a:gd name="csX60" fmla="*/ 17676 w 137586"/>
                <a:gd name="csY60" fmla="*/ 78348 h 117999"/>
                <a:gd name="csX61" fmla="*/ 18632 w 137586"/>
                <a:gd name="csY61" fmla="*/ 76437 h 117999"/>
                <a:gd name="csX62" fmla="*/ 18632 w 137586"/>
                <a:gd name="csY62" fmla="*/ 74526 h 117999"/>
                <a:gd name="csX63" fmla="*/ 18154 w 137586"/>
                <a:gd name="csY63" fmla="*/ 72137 h 117999"/>
                <a:gd name="csX64" fmla="*/ 16721 w 137586"/>
                <a:gd name="csY64" fmla="*/ 66404 h 117999"/>
                <a:gd name="csX65" fmla="*/ 16243 w 137586"/>
                <a:gd name="csY65" fmla="*/ 61149 h 117999"/>
                <a:gd name="csX66" fmla="*/ 16243 w 137586"/>
                <a:gd name="csY66" fmla="*/ 58283 h 117999"/>
                <a:gd name="csX67" fmla="*/ 16721 w 137586"/>
                <a:gd name="csY67" fmla="*/ 54461 h 117999"/>
                <a:gd name="csX68" fmla="*/ 19109 w 137586"/>
                <a:gd name="csY68" fmla="*/ 44429 h 117999"/>
                <a:gd name="csX69" fmla="*/ 20065 w 137586"/>
                <a:gd name="csY69" fmla="*/ 39651 h 117999"/>
                <a:gd name="csX70" fmla="*/ 21498 w 137586"/>
                <a:gd name="csY70" fmla="*/ 21975 h 117999"/>
                <a:gd name="csX71" fmla="*/ 22453 w 137586"/>
                <a:gd name="csY71" fmla="*/ 16721 h 117999"/>
                <a:gd name="csX72" fmla="*/ 23409 w 137586"/>
                <a:gd name="csY72" fmla="*/ 11943 h 117999"/>
                <a:gd name="csX73" fmla="*/ 24364 w 137586"/>
                <a:gd name="csY73" fmla="*/ 9555 h 117999"/>
                <a:gd name="csX74" fmla="*/ 27231 w 137586"/>
                <a:gd name="csY74" fmla="*/ 3822 h 117999"/>
                <a:gd name="csX75" fmla="*/ 29619 w 137586"/>
                <a:gd name="csY75" fmla="*/ 1433 h 117999"/>
                <a:gd name="csX76" fmla="*/ 32486 w 137586"/>
                <a:gd name="csY76" fmla="*/ 0 h 117999"/>
                <a:gd name="csX77" fmla="*/ 33441 w 137586"/>
                <a:gd name="csY77" fmla="*/ 0 h 117999"/>
                <a:gd name="csX78" fmla="*/ 33919 w 137586"/>
                <a:gd name="csY78" fmla="*/ 478 h 117999"/>
                <a:gd name="csX79" fmla="*/ 34874 w 137586"/>
                <a:gd name="csY79" fmla="*/ 2866 h 117999"/>
                <a:gd name="csX80" fmla="*/ 38696 w 137586"/>
                <a:gd name="csY80" fmla="*/ 5255 h 117999"/>
                <a:gd name="csX81" fmla="*/ 40129 w 137586"/>
                <a:gd name="csY81" fmla="*/ 7644 h 117999"/>
                <a:gd name="csX82" fmla="*/ 41085 w 137586"/>
                <a:gd name="csY82" fmla="*/ 9555 h 117999"/>
                <a:gd name="csX83" fmla="*/ 41563 w 137586"/>
                <a:gd name="csY83" fmla="*/ 12899 h 117999"/>
                <a:gd name="csX84" fmla="*/ 41085 w 137586"/>
                <a:gd name="csY84" fmla="*/ 14332 h 117999"/>
                <a:gd name="csX85" fmla="*/ 39174 w 137586"/>
                <a:gd name="csY85" fmla="*/ 16243 h 117999"/>
                <a:gd name="csX86" fmla="*/ 38696 w 137586"/>
                <a:gd name="csY86" fmla="*/ 17198 h 117999"/>
                <a:gd name="csX87" fmla="*/ 38696 w 137586"/>
                <a:gd name="csY87" fmla="*/ 17676 h 117999"/>
                <a:gd name="csX88" fmla="*/ 42518 w 137586"/>
                <a:gd name="csY88" fmla="*/ 21020 h 117999"/>
                <a:gd name="csX89" fmla="*/ 45384 w 137586"/>
                <a:gd name="csY89" fmla="*/ 28664 h 117999"/>
                <a:gd name="csX90" fmla="*/ 45862 w 137586"/>
                <a:gd name="csY90" fmla="*/ 29141 h 117999"/>
                <a:gd name="csX91" fmla="*/ 46818 w 137586"/>
                <a:gd name="csY91" fmla="*/ 29141 h 117999"/>
                <a:gd name="csX92" fmla="*/ 48251 w 137586"/>
                <a:gd name="csY92" fmla="*/ 26753 h 117999"/>
                <a:gd name="csX93" fmla="*/ 51117 w 137586"/>
                <a:gd name="csY93" fmla="*/ 20542 h 117999"/>
                <a:gd name="csX94" fmla="*/ 52073 w 137586"/>
                <a:gd name="csY94" fmla="*/ 20065 h 117999"/>
                <a:gd name="csX95" fmla="*/ 53506 w 137586"/>
                <a:gd name="csY95" fmla="*/ 20065 h 117999"/>
                <a:gd name="csX96" fmla="*/ 58283 w 137586"/>
                <a:gd name="csY96" fmla="*/ 24364 h 117999"/>
                <a:gd name="csX97" fmla="*/ 59716 w 137586"/>
                <a:gd name="csY97" fmla="*/ 26275 h 117999"/>
                <a:gd name="csX98" fmla="*/ 60672 w 137586"/>
                <a:gd name="csY98" fmla="*/ 29619 h 117999"/>
                <a:gd name="csX99" fmla="*/ 61627 w 137586"/>
                <a:gd name="csY99" fmla="*/ 30575 h 117999"/>
                <a:gd name="csX100" fmla="*/ 65449 w 137586"/>
                <a:gd name="csY100" fmla="*/ 32008 h 117999"/>
                <a:gd name="csX101" fmla="*/ 68793 w 137586"/>
                <a:gd name="csY101" fmla="*/ 32963 h 117999"/>
                <a:gd name="csX102" fmla="*/ 73570 w 137586"/>
                <a:gd name="csY102" fmla="*/ 34396 h 117999"/>
                <a:gd name="csX103" fmla="*/ 75004 w 137586"/>
                <a:gd name="csY103" fmla="*/ 35352 h 117999"/>
                <a:gd name="csX104" fmla="*/ 78825 w 137586"/>
                <a:gd name="csY104" fmla="*/ 41562 h 117999"/>
                <a:gd name="csX105" fmla="*/ 79303 w 137586"/>
                <a:gd name="csY105" fmla="*/ 41562 h 117999"/>
                <a:gd name="csX106" fmla="*/ 83603 w 137586"/>
                <a:gd name="csY106" fmla="*/ 43951 h 117999"/>
                <a:gd name="csX107" fmla="*/ 89813 w 137586"/>
                <a:gd name="csY107" fmla="*/ 49206 h 117999"/>
                <a:gd name="csX108" fmla="*/ 91246 w 137586"/>
                <a:gd name="csY108" fmla="*/ 50162 h 117999"/>
                <a:gd name="csX109" fmla="*/ 97935 w 137586"/>
                <a:gd name="csY109" fmla="*/ 52072 h 117999"/>
                <a:gd name="csX110" fmla="*/ 99846 w 137586"/>
                <a:gd name="csY110" fmla="*/ 53028 h 117999"/>
                <a:gd name="csX111" fmla="*/ 102234 w 137586"/>
                <a:gd name="csY111" fmla="*/ 55417 h 117999"/>
                <a:gd name="csX112" fmla="*/ 104623 w 137586"/>
                <a:gd name="csY112" fmla="*/ 58761 h 117999"/>
                <a:gd name="csX113" fmla="*/ 107489 w 137586"/>
                <a:gd name="csY113" fmla="*/ 64493 h 117999"/>
                <a:gd name="csX114" fmla="*/ 109400 w 137586"/>
                <a:gd name="csY114" fmla="*/ 73570 h 117999"/>
                <a:gd name="csX115" fmla="*/ 109878 w 137586"/>
                <a:gd name="csY115" fmla="*/ 75003 h 117999"/>
                <a:gd name="csX116" fmla="*/ 109400 w 137586"/>
                <a:gd name="csY116" fmla="*/ 76437 h 117999"/>
                <a:gd name="csX117" fmla="*/ 108445 w 137586"/>
                <a:gd name="csY117" fmla="*/ 77392 h 117999"/>
                <a:gd name="csX118" fmla="*/ 105100 w 137586"/>
                <a:gd name="csY118" fmla="*/ 80736 h 117999"/>
                <a:gd name="csX119" fmla="*/ 105100 w 137586"/>
                <a:gd name="csY119" fmla="*/ 81692 h 117999"/>
                <a:gd name="csX120" fmla="*/ 108923 w 137586"/>
                <a:gd name="csY120" fmla="*/ 81214 h 117999"/>
                <a:gd name="csX121" fmla="*/ 116088 w 137586"/>
                <a:gd name="csY121" fmla="*/ 79303 h 117999"/>
                <a:gd name="csX122" fmla="*/ 120866 w 137586"/>
                <a:gd name="csY122" fmla="*/ 80736 h 117999"/>
                <a:gd name="csX123" fmla="*/ 122299 w 137586"/>
                <a:gd name="csY123" fmla="*/ 80736 h 117999"/>
                <a:gd name="csX124" fmla="*/ 122777 w 137586"/>
                <a:gd name="csY124" fmla="*/ 80736 h 117999"/>
                <a:gd name="csX125" fmla="*/ 124688 w 137586"/>
                <a:gd name="csY125" fmla="*/ 77870 h 117999"/>
                <a:gd name="csX126" fmla="*/ 126121 w 137586"/>
                <a:gd name="csY126" fmla="*/ 78348 h 117999"/>
                <a:gd name="csX127" fmla="*/ 128987 w 137586"/>
                <a:gd name="csY127" fmla="*/ 81214 h 117999"/>
                <a:gd name="csX128" fmla="*/ 130898 w 137586"/>
                <a:gd name="csY128" fmla="*/ 83603 h 117999"/>
                <a:gd name="csX129" fmla="*/ 131376 w 137586"/>
                <a:gd name="csY129" fmla="*/ 85036 h 117999"/>
                <a:gd name="csX130" fmla="*/ 131376 w 137586"/>
                <a:gd name="csY130" fmla="*/ 85991 h 117999"/>
                <a:gd name="csX131" fmla="*/ 129465 w 137586"/>
                <a:gd name="csY131" fmla="*/ 86469 h 117999"/>
                <a:gd name="csX132" fmla="*/ 133764 w 137586"/>
                <a:gd name="csY132" fmla="*/ 87902 h 117999"/>
                <a:gd name="csX133" fmla="*/ 137586 w 137586"/>
                <a:gd name="csY133" fmla="*/ 90291 h 117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</a:cxnLst>
              <a:rect l="l" t="t" r="r" b="b"/>
              <a:pathLst>
                <a:path w="137586" h="117999">
                  <a:moveTo>
                    <a:pt x="137586" y="90291"/>
                  </a:moveTo>
                  <a:lnTo>
                    <a:pt x="136631" y="92202"/>
                  </a:lnTo>
                  <a:lnTo>
                    <a:pt x="132809" y="95546"/>
                  </a:lnTo>
                  <a:lnTo>
                    <a:pt x="128509" y="98890"/>
                  </a:lnTo>
                  <a:lnTo>
                    <a:pt x="123732" y="103667"/>
                  </a:lnTo>
                  <a:lnTo>
                    <a:pt x="122777" y="104145"/>
                  </a:lnTo>
                  <a:lnTo>
                    <a:pt x="121821" y="104145"/>
                  </a:lnTo>
                  <a:lnTo>
                    <a:pt x="119432" y="103667"/>
                  </a:lnTo>
                  <a:lnTo>
                    <a:pt x="115611" y="101279"/>
                  </a:lnTo>
                  <a:lnTo>
                    <a:pt x="103667" y="96024"/>
                  </a:lnTo>
                  <a:lnTo>
                    <a:pt x="100323" y="95068"/>
                  </a:lnTo>
                  <a:lnTo>
                    <a:pt x="95546" y="94113"/>
                  </a:lnTo>
                  <a:lnTo>
                    <a:pt x="95068" y="93157"/>
                  </a:lnTo>
                  <a:lnTo>
                    <a:pt x="93635" y="85036"/>
                  </a:lnTo>
                  <a:lnTo>
                    <a:pt x="91724" y="84080"/>
                  </a:lnTo>
                  <a:lnTo>
                    <a:pt x="84558" y="82169"/>
                  </a:lnTo>
                  <a:lnTo>
                    <a:pt x="82647" y="81214"/>
                  </a:lnTo>
                  <a:lnTo>
                    <a:pt x="82647" y="79781"/>
                  </a:lnTo>
                  <a:lnTo>
                    <a:pt x="83125" y="76914"/>
                  </a:lnTo>
                  <a:lnTo>
                    <a:pt x="82170" y="75481"/>
                  </a:lnTo>
                  <a:lnTo>
                    <a:pt x="79781" y="75481"/>
                  </a:lnTo>
                  <a:lnTo>
                    <a:pt x="77392" y="76437"/>
                  </a:lnTo>
                  <a:lnTo>
                    <a:pt x="73570" y="78348"/>
                  </a:lnTo>
                  <a:lnTo>
                    <a:pt x="71659" y="79781"/>
                  </a:lnTo>
                  <a:lnTo>
                    <a:pt x="71182" y="81692"/>
                  </a:lnTo>
                  <a:lnTo>
                    <a:pt x="70704" y="85514"/>
                  </a:lnTo>
                  <a:lnTo>
                    <a:pt x="70226" y="87424"/>
                  </a:lnTo>
                  <a:lnTo>
                    <a:pt x="68793" y="89813"/>
                  </a:lnTo>
                  <a:lnTo>
                    <a:pt x="63060" y="96024"/>
                  </a:lnTo>
                  <a:lnTo>
                    <a:pt x="60672" y="97935"/>
                  </a:lnTo>
                  <a:lnTo>
                    <a:pt x="58283" y="98412"/>
                  </a:lnTo>
                  <a:lnTo>
                    <a:pt x="57328" y="99368"/>
                  </a:lnTo>
                  <a:lnTo>
                    <a:pt x="55894" y="101756"/>
                  </a:lnTo>
                  <a:lnTo>
                    <a:pt x="53506" y="107011"/>
                  </a:lnTo>
                  <a:lnTo>
                    <a:pt x="52550" y="108922"/>
                  </a:lnTo>
                  <a:lnTo>
                    <a:pt x="50639" y="110355"/>
                  </a:lnTo>
                  <a:lnTo>
                    <a:pt x="47773" y="113222"/>
                  </a:lnTo>
                  <a:lnTo>
                    <a:pt x="44429" y="115133"/>
                  </a:lnTo>
                  <a:lnTo>
                    <a:pt x="38696" y="117521"/>
                  </a:lnTo>
                  <a:lnTo>
                    <a:pt x="35830" y="117999"/>
                  </a:lnTo>
                  <a:lnTo>
                    <a:pt x="33919" y="117521"/>
                  </a:lnTo>
                  <a:lnTo>
                    <a:pt x="32486" y="112266"/>
                  </a:lnTo>
                  <a:lnTo>
                    <a:pt x="29619" y="96501"/>
                  </a:lnTo>
                  <a:lnTo>
                    <a:pt x="29142" y="95068"/>
                  </a:lnTo>
                  <a:lnTo>
                    <a:pt x="28186" y="94590"/>
                  </a:lnTo>
                  <a:lnTo>
                    <a:pt x="27709" y="94113"/>
                  </a:lnTo>
                  <a:lnTo>
                    <a:pt x="17676" y="96501"/>
                  </a:lnTo>
                  <a:lnTo>
                    <a:pt x="12421" y="96024"/>
                  </a:lnTo>
                  <a:lnTo>
                    <a:pt x="7166" y="99845"/>
                  </a:lnTo>
                  <a:lnTo>
                    <a:pt x="5733" y="99845"/>
                  </a:lnTo>
                  <a:lnTo>
                    <a:pt x="2867" y="99845"/>
                  </a:lnTo>
                  <a:lnTo>
                    <a:pt x="956" y="99368"/>
                  </a:lnTo>
                  <a:lnTo>
                    <a:pt x="478" y="98890"/>
                  </a:lnTo>
                  <a:lnTo>
                    <a:pt x="0" y="97457"/>
                  </a:lnTo>
                  <a:lnTo>
                    <a:pt x="0" y="95546"/>
                  </a:lnTo>
                  <a:lnTo>
                    <a:pt x="956" y="94113"/>
                  </a:lnTo>
                  <a:lnTo>
                    <a:pt x="3344" y="89335"/>
                  </a:lnTo>
                  <a:lnTo>
                    <a:pt x="5255" y="86469"/>
                  </a:lnTo>
                  <a:lnTo>
                    <a:pt x="6211" y="85514"/>
                  </a:lnTo>
                  <a:lnTo>
                    <a:pt x="15287" y="80258"/>
                  </a:lnTo>
                  <a:lnTo>
                    <a:pt x="17676" y="78348"/>
                  </a:lnTo>
                  <a:lnTo>
                    <a:pt x="18632" y="76437"/>
                  </a:lnTo>
                  <a:lnTo>
                    <a:pt x="18632" y="74526"/>
                  </a:lnTo>
                  <a:lnTo>
                    <a:pt x="18154" y="72137"/>
                  </a:lnTo>
                  <a:lnTo>
                    <a:pt x="16721" y="66404"/>
                  </a:lnTo>
                  <a:lnTo>
                    <a:pt x="16243" y="61149"/>
                  </a:lnTo>
                  <a:lnTo>
                    <a:pt x="16243" y="58283"/>
                  </a:lnTo>
                  <a:lnTo>
                    <a:pt x="16721" y="54461"/>
                  </a:lnTo>
                  <a:lnTo>
                    <a:pt x="19109" y="44429"/>
                  </a:lnTo>
                  <a:lnTo>
                    <a:pt x="20065" y="39651"/>
                  </a:lnTo>
                  <a:lnTo>
                    <a:pt x="21498" y="21975"/>
                  </a:lnTo>
                  <a:lnTo>
                    <a:pt x="22453" y="16721"/>
                  </a:lnTo>
                  <a:lnTo>
                    <a:pt x="23409" y="11943"/>
                  </a:lnTo>
                  <a:lnTo>
                    <a:pt x="24364" y="9555"/>
                  </a:lnTo>
                  <a:lnTo>
                    <a:pt x="27231" y="3822"/>
                  </a:lnTo>
                  <a:lnTo>
                    <a:pt x="29619" y="1433"/>
                  </a:lnTo>
                  <a:lnTo>
                    <a:pt x="32486" y="0"/>
                  </a:lnTo>
                  <a:lnTo>
                    <a:pt x="33441" y="0"/>
                  </a:lnTo>
                  <a:lnTo>
                    <a:pt x="33919" y="478"/>
                  </a:lnTo>
                  <a:lnTo>
                    <a:pt x="34874" y="2866"/>
                  </a:lnTo>
                  <a:lnTo>
                    <a:pt x="38696" y="5255"/>
                  </a:lnTo>
                  <a:lnTo>
                    <a:pt x="40129" y="7644"/>
                  </a:lnTo>
                  <a:lnTo>
                    <a:pt x="41085" y="9555"/>
                  </a:lnTo>
                  <a:lnTo>
                    <a:pt x="41563" y="12899"/>
                  </a:lnTo>
                  <a:lnTo>
                    <a:pt x="41085" y="14332"/>
                  </a:lnTo>
                  <a:lnTo>
                    <a:pt x="39174" y="16243"/>
                  </a:lnTo>
                  <a:lnTo>
                    <a:pt x="38696" y="17198"/>
                  </a:lnTo>
                  <a:lnTo>
                    <a:pt x="38696" y="17676"/>
                  </a:lnTo>
                  <a:lnTo>
                    <a:pt x="42518" y="21020"/>
                  </a:lnTo>
                  <a:lnTo>
                    <a:pt x="45384" y="28664"/>
                  </a:lnTo>
                  <a:lnTo>
                    <a:pt x="45862" y="29141"/>
                  </a:lnTo>
                  <a:lnTo>
                    <a:pt x="46818" y="29141"/>
                  </a:lnTo>
                  <a:lnTo>
                    <a:pt x="48251" y="26753"/>
                  </a:lnTo>
                  <a:lnTo>
                    <a:pt x="51117" y="20542"/>
                  </a:lnTo>
                  <a:lnTo>
                    <a:pt x="52073" y="20065"/>
                  </a:lnTo>
                  <a:lnTo>
                    <a:pt x="53506" y="20065"/>
                  </a:lnTo>
                  <a:lnTo>
                    <a:pt x="58283" y="24364"/>
                  </a:lnTo>
                  <a:lnTo>
                    <a:pt x="59716" y="26275"/>
                  </a:lnTo>
                  <a:lnTo>
                    <a:pt x="60672" y="29619"/>
                  </a:lnTo>
                  <a:lnTo>
                    <a:pt x="61627" y="30575"/>
                  </a:lnTo>
                  <a:lnTo>
                    <a:pt x="65449" y="32008"/>
                  </a:lnTo>
                  <a:lnTo>
                    <a:pt x="68793" y="32963"/>
                  </a:lnTo>
                  <a:lnTo>
                    <a:pt x="73570" y="34396"/>
                  </a:lnTo>
                  <a:lnTo>
                    <a:pt x="75004" y="35352"/>
                  </a:lnTo>
                  <a:lnTo>
                    <a:pt x="78825" y="41562"/>
                  </a:lnTo>
                  <a:lnTo>
                    <a:pt x="79303" y="41562"/>
                  </a:lnTo>
                  <a:lnTo>
                    <a:pt x="83603" y="43951"/>
                  </a:lnTo>
                  <a:lnTo>
                    <a:pt x="89813" y="49206"/>
                  </a:lnTo>
                  <a:lnTo>
                    <a:pt x="91246" y="50162"/>
                  </a:lnTo>
                  <a:lnTo>
                    <a:pt x="97935" y="52072"/>
                  </a:lnTo>
                  <a:lnTo>
                    <a:pt x="99846" y="53028"/>
                  </a:lnTo>
                  <a:lnTo>
                    <a:pt x="102234" y="55417"/>
                  </a:lnTo>
                  <a:lnTo>
                    <a:pt x="104623" y="58761"/>
                  </a:lnTo>
                  <a:lnTo>
                    <a:pt x="107489" y="64493"/>
                  </a:lnTo>
                  <a:lnTo>
                    <a:pt x="109400" y="73570"/>
                  </a:lnTo>
                  <a:lnTo>
                    <a:pt x="109878" y="75003"/>
                  </a:lnTo>
                  <a:lnTo>
                    <a:pt x="109400" y="76437"/>
                  </a:lnTo>
                  <a:lnTo>
                    <a:pt x="108445" y="77392"/>
                  </a:lnTo>
                  <a:lnTo>
                    <a:pt x="105100" y="80736"/>
                  </a:lnTo>
                  <a:lnTo>
                    <a:pt x="105100" y="81692"/>
                  </a:lnTo>
                  <a:lnTo>
                    <a:pt x="108923" y="81214"/>
                  </a:lnTo>
                  <a:lnTo>
                    <a:pt x="116088" y="79303"/>
                  </a:lnTo>
                  <a:lnTo>
                    <a:pt x="120866" y="80736"/>
                  </a:lnTo>
                  <a:lnTo>
                    <a:pt x="122299" y="80736"/>
                  </a:lnTo>
                  <a:lnTo>
                    <a:pt x="122777" y="80736"/>
                  </a:lnTo>
                  <a:lnTo>
                    <a:pt x="124688" y="77870"/>
                  </a:lnTo>
                  <a:lnTo>
                    <a:pt x="126121" y="78348"/>
                  </a:lnTo>
                  <a:lnTo>
                    <a:pt x="128987" y="81214"/>
                  </a:lnTo>
                  <a:lnTo>
                    <a:pt x="130898" y="83603"/>
                  </a:lnTo>
                  <a:lnTo>
                    <a:pt x="131376" y="85036"/>
                  </a:lnTo>
                  <a:lnTo>
                    <a:pt x="131376" y="85991"/>
                  </a:lnTo>
                  <a:lnTo>
                    <a:pt x="129465" y="86469"/>
                  </a:lnTo>
                  <a:lnTo>
                    <a:pt x="133764" y="87902"/>
                  </a:lnTo>
                  <a:lnTo>
                    <a:pt x="137586" y="9029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0" name="Freeform 2929">
              <a:extLst>
                <a:ext uri="{FF2B5EF4-FFF2-40B4-BE49-F238E27FC236}">
                  <a16:creationId xmlns:a16="http://schemas.microsoft.com/office/drawing/2014/main" id="{5448A2CD-008D-C901-727F-3B014826E87B}"/>
                </a:ext>
              </a:extLst>
            </p:cNvPr>
            <p:cNvSpPr/>
            <p:nvPr/>
          </p:nvSpPr>
          <p:spPr>
            <a:xfrm>
              <a:off x="4290182" y="4806078"/>
              <a:ext cx="1911" cy="955"/>
            </a:xfrm>
            <a:custGeom>
              <a:avLst/>
              <a:gdLst>
                <a:gd name="csX0" fmla="*/ 1911 w 1911"/>
                <a:gd name="csY0" fmla="*/ 0 h 955"/>
                <a:gd name="csX1" fmla="*/ 956 w 1911"/>
                <a:gd name="csY1" fmla="*/ 955 h 955"/>
                <a:gd name="csX2" fmla="*/ 0 w 1911"/>
                <a:gd name="csY2" fmla="*/ 955 h 955"/>
                <a:gd name="csX3" fmla="*/ 956 w 1911"/>
                <a:gd name="csY3" fmla="*/ 955 h 955"/>
                <a:gd name="csX4" fmla="*/ 1911 w 1911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955">
                  <a:moveTo>
                    <a:pt x="1911" y="0"/>
                  </a:moveTo>
                  <a:lnTo>
                    <a:pt x="956" y="955"/>
                  </a:lnTo>
                  <a:lnTo>
                    <a:pt x="0" y="955"/>
                  </a:lnTo>
                  <a:lnTo>
                    <a:pt x="956" y="955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1" name="Freeform 2930">
              <a:extLst>
                <a:ext uri="{FF2B5EF4-FFF2-40B4-BE49-F238E27FC236}">
                  <a16:creationId xmlns:a16="http://schemas.microsoft.com/office/drawing/2014/main" id="{CC8AF338-FEE1-836A-B636-BA62018A6CD3}"/>
                </a:ext>
              </a:extLst>
            </p:cNvPr>
            <p:cNvSpPr/>
            <p:nvPr/>
          </p:nvSpPr>
          <p:spPr>
            <a:xfrm>
              <a:off x="4283971" y="4268632"/>
              <a:ext cx="955" cy="955"/>
            </a:xfrm>
            <a:custGeom>
              <a:avLst/>
              <a:gdLst>
                <a:gd name="csX0" fmla="*/ 956 w 955"/>
                <a:gd name="csY0" fmla="*/ 0 h 955"/>
                <a:gd name="csX1" fmla="*/ 478 w 955"/>
                <a:gd name="csY1" fmla="*/ 955 h 955"/>
                <a:gd name="csX2" fmla="*/ 0 w 955"/>
                <a:gd name="csY2" fmla="*/ 955 h 955"/>
                <a:gd name="csX3" fmla="*/ 956 w 955"/>
                <a:gd name="csY3" fmla="*/ 0 h 955"/>
                <a:gd name="csX4" fmla="*/ 956 w 955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955">
                  <a:moveTo>
                    <a:pt x="956" y="0"/>
                  </a:moveTo>
                  <a:lnTo>
                    <a:pt x="478" y="955"/>
                  </a:lnTo>
                  <a:lnTo>
                    <a:pt x="0" y="955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2" name="Freeform 2931">
              <a:extLst>
                <a:ext uri="{FF2B5EF4-FFF2-40B4-BE49-F238E27FC236}">
                  <a16:creationId xmlns:a16="http://schemas.microsoft.com/office/drawing/2014/main" id="{443F1247-3DAC-83FE-7522-D7291EFE00D2}"/>
                </a:ext>
              </a:extLst>
            </p:cNvPr>
            <p:cNvSpPr/>
            <p:nvPr/>
          </p:nvSpPr>
          <p:spPr>
            <a:xfrm>
              <a:off x="4256741" y="3592167"/>
              <a:ext cx="26275" cy="14809"/>
            </a:xfrm>
            <a:custGeom>
              <a:avLst/>
              <a:gdLst>
                <a:gd name="csX0" fmla="*/ 26275 w 26275"/>
                <a:gd name="csY0" fmla="*/ 11943 h 14809"/>
                <a:gd name="csX1" fmla="*/ 26275 w 26275"/>
                <a:gd name="csY1" fmla="*/ 13377 h 14809"/>
                <a:gd name="csX2" fmla="*/ 25798 w 26275"/>
                <a:gd name="csY2" fmla="*/ 14332 h 14809"/>
                <a:gd name="csX3" fmla="*/ 24842 w 26275"/>
                <a:gd name="csY3" fmla="*/ 14810 h 14809"/>
                <a:gd name="csX4" fmla="*/ 20542 w 26275"/>
                <a:gd name="csY4" fmla="*/ 13854 h 14809"/>
                <a:gd name="csX5" fmla="*/ 18632 w 26275"/>
                <a:gd name="csY5" fmla="*/ 13377 h 14809"/>
                <a:gd name="csX6" fmla="*/ 13854 w 26275"/>
                <a:gd name="csY6" fmla="*/ 11466 h 14809"/>
                <a:gd name="csX7" fmla="*/ 3822 w 26275"/>
                <a:gd name="csY7" fmla="*/ 8121 h 14809"/>
                <a:gd name="csX8" fmla="*/ 956 w 26275"/>
                <a:gd name="csY8" fmla="*/ 6688 h 14809"/>
                <a:gd name="csX9" fmla="*/ 0 w 26275"/>
                <a:gd name="csY9" fmla="*/ 5255 h 14809"/>
                <a:gd name="csX10" fmla="*/ 1911 w 26275"/>
                <a:gd name="csY10" fmla="*/ 2866 h 14809"/>
                <a:gd name="csX11" fmla="*/ 2866 w 26275"/>
                <a:gd name="csY11" fmla="*/ 1911 h 14809"/>
                <a:gd name="csX12" fmla="*/ 3822 w 26275"/>
                <a:gd name="csY12" fmla="*/ 1433 h 14809"/>
                <a:gd name="csX13" fmla="*/ 13854 w 26275"/>
                <a:gd name="csY13" fmla="*/ 0 h 14809"/>
                <a:gd name="csX14" fmla="*/ 18154 w 26275"/>
                <a:gd name="csY14" fmla="*/ 478 h 14809"/>
                <a:gd name="csX15" fmla="*/ 22453 w 26275"/>
                <a:gd name="csY15" fmla="*/ 5733 h 14809"/>
                <a:gd name="csX16" fmla="*/ 25320 w 26275"/>
                <a:gd name="csY16" fmla="*/ 9077 h 14809"/>
                <a:gd name="csX17" fmla="*/ 26275 w 26275"/>
                <a:gd name="csY17" fmla="*/ 11943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6275" h="14809">
                  <a:moveTo>
                    <a:pt x="26275" y="11943"/>
                  </a:moveTo>
                  <a:lnTo>
                    <a:pt x="26275" y="13377"/>
                  </a:lnTo>
                  <a:lnTo>
                    <a:pt x="25798" y="14332"/>
                  </a:lnTo>
                  <a:lnTo>
                    <a:pt x="24842" y="14810"/>
                  </a:lnTo>
                  <a:lnTo>
                    <a:pt x="20542" y="13854"/>
                  </a:lnTo>
                  <a:lnTo>
                    <a:pt x="18632" y="13377"/>
                  </a:lnTo>
                  <a:lnTo>
                    <a:pt x="13854" y="11466"/>
                  </a:lnTo>
                  <a:lnTo>
                    <a:pt x="3822" y="8121"/>
                  </a:lnTo>
                  <a:lnTo>
                    <a:pt x="956" y="6688"/>
                  </a:lnTo>
                  <a:lnTo>
                    <a:pt x="0" y="5255"/>
                  </a:lnTo>
                  <a:lnTo>
                    <a:pt x="1911" y="2866"/>
                  </a:lnTo>
                  <a:lnTo>
                    <a:pt x="2866" y="1911"/>
                  </a:lnTo>
                  <a:lnTo>
                    <a:pt x="3822" y="1433"/>
                  </a:lnTo>
                  <a:lnTo>
                    <a:pt x="13854" y="0"/>
                  </a:lnTo>
                  <a:lnTo>
                    <a:pt x="18154" y="478"/>
                  </a:lnTo>
                  <a:lnTo>
                    <a:pt x="22453" y="5733"/>
                  </a:lnTo>
                  <a:lnTo>
                    <a:pt x="25320" y="9077"/>
                  </a:lnTo>
                  <a:lnTo>
                    <a:pt x="26275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3" name="Freeform 2932">
              <a:extLst>
                <a:ext uri="{FF2B5EF4-FFF2-40B4-BE49-F238E27FC236}">
                  <a16:creationId xmlns:a16="http://schemas.microsoft.com/office/drawing/2014/main" id="{72066034-ABC8-E35D-6892-548E6E67D118}"/>
                </a:ext>
              </a:extLst>
            </p:cNvPr>
            <p:cNvSpPr/>
            <p:nvPr/>
          </p:nvSpPr>
          <p:spPr>
            <a:xfrm>
              <a:off x="4280627" y="4270543"/>
              <a:ext cx="955" cy="955"/>
            </a:xfrm>
            <a:custGeom>
              <a:avLst/>
              <a:gdLst>
                <a:gd name="csX0" fmla="*/ 956 w 955"/>
                <a:gd name="csY0" fmla="*/ 478 h 955"/>
                <a:gd name="csX1" fmla="*/ 956 w 955"/>
                <a:gd name="csY1" fmla="*/ 478 h 955"/>
                <a:gd name="csX2" fmla="*/ 0 w 955"/>
                <a:gd name="csY2" fmla="*/ 956 h 955"/>
                <a:gd name="csX3" fmla="*/ 0 w 955"/>
                <a:gd name="csY3" fmla="*/ 956 h 955"/>
                <a:gd name="csX4" fmla="*/ 0 w 955"/>
                <a:gd name="csY4" fmla="*/ 478 h 955"/>
                <a:gd name="csX5" fmla="*/ 956 w 955"/>
                <a:gd name="csY5" fmla="*/ 0 h 955"/>
                <a:gd name="csX6" fmla="*/ 956 w 955"/>
                <a:gd name="csY6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955">
                  <a:moveTo>
                    <a:pt x="956" y="478"/>
                  </a:moveTo>
                  <a:lnTo>
                    <a:pt x="956" y="478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4" name="Freeform 2933">
              <a:extLst>
                <a:ext uri="{FF2B5EF4-FFF2-40B4-BE49-F238E27FC236}">
                  <a16:creationId xmlns:a16="http://schemas.microsoft.com/office/drawing/2014/main" id="{5802DED7-40BB-A901-C54E-117CC3989DAF}"/>
                </a:ext>
              </a:extLst>
            </p:cNvPr>
            <p:cNvSpPr/>
            <p:nvPr/>
          </p:nvSpPr>
          <p:spPr>
            <a:xfrm>
              <a:off x="4274894" y="4272454"/>
              <a:ext cx="3821" cy="1433"/>
            </a:xfrm>
            <a:custGeom>
              <a:avLst/>
              <a:gdLst>
                <a:gd name="csX0" fmla="*/ 3822 w 3821"/>
                <a:gd name="csY0" fmla="*/ 0 h 1433"/>
                <a:gd name="csX1" fmla="*/ 2867 w 3821"/>
                <a:gd name="csY1" fmla="*/ 478 h 1433"/>
                <a:gd name="csX2" fmla="*/ 1433 w 3821"/>
                <a:gd name="csY2" fmla="*/ 956 h 1433"/>
                <a:gd name="csX3" fmla="*/ 956 w 3821"/>
                <a:gd name="csY3" fmla="*/ 1433 h 1433"/>
                <a:gd name="csX4" fmla="*/ 0 w 3821"/>
                <a:gd name="csY4" fmla="*/ 956 h 1433"/>
                <a:gd name="csX5" fmla="*/ 956 w 3821"/>
                <a:gd name="csY5" fmla="*/ 478 h 1433"/>
                <a:gd name="csX6" fmla="*/ 3822 w 3821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1433">
                  <a:moveTo>
                    <a:pt x="3822" y="0"/>
                  </a:moveTo>
                  <a:lnTo>
                    <a:pt x="2867" y="478"/>
                  </a:lnTo>
                  <a:lnTo>
                    <a:pt x="1433" y="956"/>
                  </a:lnTo>
                  <a:lnTo>
                    <a:pt x="956" y="1433"/>
                  </a:lnTo>
                  <a:lnTo>
                    <a:pt x="0" y="956"/>
                  </a:lnTo>
                  <a:lnTo>
                    <a:pt x="956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5" name="Freeform 2934">
              <a:extLst>
                <a:ext uri="{FF2B5EF4-FFF2-40B4-BE49-F238E27FC236}">
                  <a16:creationId xmlns:a16="http://schemas.microsoft.com/office/drawing/2014/main" id="{FF2FE8F8-FED6-394A-478E-A613D98049B4}"/>
                </a:ext>
              </a:extLst>
            </p:cNvPr>
            <p:cNvSpPr/>
            <p:nvPr/>
          </p:nvSpPr>
          <p:spPr>
            <a:xfrm>
              <a:off x="4269162" y="4377076"/>
              <a:ext cx="6210" cy="2388"/>
            </a:xfrm>
            <a:custGeom>
              <a:avLst/>
              <a:gdLst>
                <a:gd name="csX0" fmla="*/ 5733 w 6210"/>
                <a:gd name="csY0" fmla="*/ 956 h 2388"/>
                <a:gd name="csX1" fmla="*/ 6211 w 6210"/>
                <a:gd name="csY1" fmla="*/ 1911 h 2388"/>
                <a:gd name="csX2" fmla="*/ 3822 w 6210"/>
                <a:gd name="csY2" fmla="*/ 1911 h 2388"/>
                <a:gd name="csX3" fmla="*/ 2867 w 6210"/>
                <a:gd name="csY3" fmla="*/ 2389 h 2388"/>
                <a:gd name="csX4" fmla="*/ 2389 w 6210"/>
                <a:gd name="csY4" fmla="*/ 2389 h 2388"/>
                <a:gd name="csX5" fmla="*/ 0 w 6210"/>
                <a:gd name="csY5" fmla="*/ 2389 h 2388"/>
                <a:gd name="csX6" fmla="*/ 0 w 6210"/>
                <a:gd name="csY6" fmla="*/ 478 h 2388"/>
                <a:gd name="csX7" fmla="*/ 478 w 6210"/>
                <a:gd name="csY7" fmla="*/ 0 h 2388"/>
                <a:gd name="csX8" fmla="*/ 956 w 6210"/>
                <a:gd name="csY8" fmla="*/ 956 h 2388"/>
                <a:gd name="csX9" fmla="*/ 1433 w 6210"/>
                <a:gd name="csY9" fmla="*/ 1433 h 2388"/>
                <a:gd name="csX10" fmla="*/ 2389 w 6210"/>
                <a:gd name="csY10" fmla="*/ 956 h 2388"/>
                <a:gd name="csX11" fmla="*/ 2389 w 6210"/>
                <a:gd name="csY11" fmla="*/ 478 h 2388"/>
                <a:gd name="csX12" fmla="*/ 5733 w 6210"/>
                <a:gd name="csY12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210" h="2388">
                  <a:moveTo>
                    <a:pt x="5733" y="956"/>
                  </a:moveTo>
                  <a:lnTo>
                    <a:pt x="6211" y="1911"/>
                  </a:lnTo>
                  <a:lnTo>
                    <a:pt x="3822" y="1911"/>
                  </a:lnTo>
                  <a:lnTo>
                    <a:pt x="2867" y="2389"/>
                  </a:lnTo>
                  <a:lnTo>
                    <a:pt x="2389" y="2389"/>
                  </a:lnTo>
                  <a:lnTo>
                    <a:pt x="0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956"/>
                  </a:lnTo>
                  <a:lnTo>
                    <a:pt x="1433" y="1433"/>
                  </a:lnTo>
                  <a:lnTo>
                    <a:pt x="2389" y="956"/>
                  </a:lnTo>
                  <a:lnTo>
                    <a:pt x="2389" y="478"/>
                  </a:lnTo>
                  <a:lnTo>
                    <a:pt x="57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6" name="Freeform 2935">
              <a:extLst>
                <a:ext uri="{FF2B5EF4-FFF2-40B4-BE49-F238E27FC236}">
                  <a16:creationId xmlns:a16="http://schemas.microsoft.com/office/drawing/2014/main" id="{DFA97FDE-25BC-72E4-48B4-87DC44F5142D}"/>
                </a:ext>
              </a:extLst>
            </p:cNvPr>
            <p:cNvSpPr/>
            <p:nvPr/>
          </p:nvSpPr>
          <p:spPr>
            <a:xfrm>
              <a:off x="4269162" y="4272454"/>
              <a:ext cx="1911" cy="2388"/>
            </a:xfrm>
            <a:custGeom>
              <a:avLst/>
              <a:gdLst>
                <a:gd name="csX0" fmla="*/ 1911 w 1911"/>
                <a:gd name="csY0" fmla="*/ 1433 h 2388"/>
                <a:gd name="csX1" fmla="*/ 1911 w 1911"/>
                <a:gd name="csY1" fmla="*/ 1911 h 2388"/>
                <a:gd name="csX2" fmla="*/ 1433 w 1911"/>
                <a:gd name="csY2" fmla="*/ 1911 h 2388"/>
                <a:gd name="csX3" fmla="*/ 956 w 1911"/>
                <a:gd name="csY3" fmla="*/ 2389 h 2388"/>
                <a:gd name="csX4" fmla="*/ 956 w 1911"/>
                <a:gd name="csY4" fmla="*/ 2389 h 2388"/>
                <a:gd name="csX5" fmla="*/ 956 w 1911"/>
                <a:gd name="csY5" fmla="*/ 1911 h 2388"/>
                <a:gd name="csX6" fmla="*/ 0 w 1911"/>
                <a:gd name="csY6" fmla="*/ 478 h 2388"/>
                <a:gd name="csX7" fmla="*/ 0 w 1911"/>
                <a:gd name="csY7" fmla="*/ 0 h 2388"/>
                <a:gd name="csX8" fmla="*/ 1911 w 1911"/>
                <a:gd name="csY8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2388">
                  <a:moveTo>
                    <a:pt x="1911" y="1433"/>
                  </a:moveTo>
                  <a:lnTo>
                    <a:pt x="1911" y="1911"/>
                  </a:lnTo>
                  <a:lnTo>
                    <a:pt x="1433" y="1911"/>
                  </a:lnTo>
                  <a:lnTo>
                    <a:pt x="956" y="2389"/>
                  </a:lnTo>
                  <a:lnTo>
                    <a:pt x="956" y="2389"/>
                  </a:lnTo>
                  <a:lnTo>
                    <a:pt x="956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7" name="Freeform 2936">
              <a:extLst>
                <a:ext uri="{FF2B5EF4-FFF2-40B4-BE49-F238E27FC236}">
                  <a16:creationId xmlns:a16="http://schemas.microsoft.com/office/drawing/2014/main" id="{A49D5C25-A568-CE23-7E43-87DC41279299}"/>
                </a:ext>
              </a:extLst>
            </p:cNvPr>
            <p:cNvSpPr/>
            <p:nvPr/>
          </p:nvSpPr>
          <p:spPr>
            <a:xfrm>
              <a:off x="4267728" y="4144900"/>
              <a:ext cx="1433" cy="5254"/>
            </a:xfrm>
            <a:custGeom>
              <a:avLst/>
              <a:gdLst>
                <a:gd name="csX0" fmla="*/ 1433 w 1433"/>
                <a:gd name="csY0" fmla="*/ 0 h 5254"/>
                <a:gd name="csX1" fmla="*/ 478 w 1433"/>
                <a:gd name="csY1" fmla="*/ 5255 h 5254"/>
                <a:gd name="csX2" fmla="*/ 0 w 1433"/>
                <a:gd name="csY2" fmla="*/ 3344 h 5254"/>
                <a:gd name="csX3" fmla="*/ 0 w 1433"/>
                <a:gd name="csY3" fmla="*/ 1911 h 5254"/>
                <a:gd name="csX4" fmla="*/ 956 w 1433"/>
                <a:gd name="csY4" fmla="*/ 478 h 5254"/>
                <a:gd name="csX5" fmla="*/ 1433 w 1433"/>
                <a:gd name="csY5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5254">
                  <a:moveTo>
                    <a:pt x="1433" y="0"/>
                  </a:moveTo>
                  <a:lnTo>
                    <a:pt x="478" y="5255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956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8" name="Freeform 2937">
              <a:extLst>
                <a:ext uri="{FF2B5EF4-FFF2-40B4-BE49-F238E27FC236}">
                  <a16:creationId xmlns:a16="http://schemas.microsoft.com/office/drawing/2014/main" id="{FF72A44B-8D9C-1AD8-36D6-16C3FD0F04B8}"/>
                </a:ext>
              </a:extLst>
            </p:cNvPr>
            <p:cNvSpPr/>
            <p:nvPr/>
          </p:nvSpPr>
          <p:spPr>
            <a:xfrm>
              <a:off x="4264862" y="4273887"/>
              <a:ext cx="1910" cy="1911"/>
            </a:xfrm>
            <a:custGeom>
              <a:avLst/>
              <a:gdLst>
                <a:gd name="csX0" fmla="*/ 1911 w 1910"/>
                <a:gd name="csY0" fmla="*/ 956 h 1911"/>
                <a:gd name="csX1" fmla="*/ 1911 w 1910"/>
                <a:gd name="csY1" fmla="*/ 1433 h 1911"/>
                <a:gd name="csX2" fmla="*/ 1433 w 1910"/>
                <a:gd name="csY2" fmla="*/ 1433 h 1911"/>
                <a:gd name="csX3" fmla="*/ 0 w 1910"/>
                <a:gd name="csY3" fmla="*/ 1911 h 1911"/>
                <a:gd name="csX4" fmla="*/ 956 w 1910"/>
                <a:gd name="csY4" fmla="*/ 956 h 1911"/>
                <a:gd name="csX5" fmla="*/ 1433 w 1910"/>
                <a:gd name="csY5" fmla="*/ 0 h 1911"/>
                <a:gd name="csX6" fmla="*/ 1911 w 1910"/>
                <a:gd name="csY6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1911">
                  <a:moveTo>
                    <a:pt x="1911" y="956"/>
                  </a:moveTo>
                  <a:lnTo>
                    <a:pt x="1911" y="1433"/>
                  </a:lnTo>
                  <a:lnTo>
                    <a:pt x="1433" y="1433"/>
                  </a:lnTo>
                  <a:lnTo>
                    <a:pt x="0" y="1911"/>
                  </a:lnTo>
                  <a:lnTo>
                    <a:pt x="956" y="956"/>
                  </a:lnTo>
                  <a:lnTo>
                    <a:pt x="1433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9" name="Freeform 2938">
              <a:extLst>
                <a:ext uri="{FF2B5EF4-FFF2-40B4-BE49-F238E27FC236}">
                  <a16:creationId xmlns:a16="http://schemas.microsoft.com/office/drawing/2014/main" id="{17260823-C1C2-FD46-BABF-41DA315917E7}"/>
                </a:ext>
              </a:extLst>
            </p:cNvPr>
            <p:cNvSpPr/>
            <p:nvPr/>
          </p:nvSpPr>
          <p:spPr>
            <a:xfrm>
              <a:off x="4233332" y="3795202"/>
              <a:ext cx="32485" cy="11943"/>
            </a:xfrm>
            <a:custGeom>
              <a:avLst/>
              <a:gdLst>
                <a:gd name="csX0" fmla="*/ 32008 w 32485"/>
                <a:gd name="csY0" fmla="*/ 4777 h 11943"/>
                <a:gd name="csX1" fmla="*/ 32486 w 32485"/>
                <a:gd name="csY1" fmla="*/ 5255 h 11943"/>
                <a:gd name="csX2" fmla="*/ 30575 w 32485"/>
                <a:gd name="csY2" fmla="*/ 8599 h 11943"/>
                <a:gd name="csX3" fmla="*/ 29142 w 32485"/>
                <a:gd name="csY3" fmla="*/ 10510 h 11943"/>
                <a:gd name="csX4" fmla="*/ 27709 w 32485"/>
                <a:gd name="csY4" fmla="*/ 11466 h 11943"/>
                <a:gd name="csX5" fmla="*/ 26753 w 32485"/>
                <a:gd name="csY5" fmla="*/ 11943 h 11943"/>
                <a:gd name="csX6" fmla="*/ 25798 w 32485"/>
                <a:gd name="csY6" fmla="*/ 11466 h 11943"/>
                <a:gd name="csX7" fmla="*/ 25320 w 32485"/>
                <a:gd name="csY7" fmla="*/ 10988 h 11943"/>
                <a:gd name="csX8" fmla="*/ 24842 w 32485"/>
                <a:gd name="csY8" fmla="*/ 10988 h 11943"/>
                <a:gd name="csX9" fmla="*/ 24842 w 32485"/>
                <a:gd name="csY9" fmla="*/ 10988 h 11943"/>
                <a:gd name="csX10" fmla="*/ 25798 w 32485"/>
                <a:gd name="csY10" fmla="*/ 10032 h 11943"/>
                <a:gd name="csX11" fmla="*/ 26275 w 32485"/>
                <a:gd name="csY11" fmla="*/ 10032 h 11943"/>
                <a:gd name="csX12" fmla="*/ 26753 w 32485"/>
                <a:gd name="csY12" fmla="*/ 10032 h 11943"/>
                <a:gd name="csX13" fmla="*/ 29142 w 32485"/>
                <a:gd name="csY13" fmla="*/ 8121 h 11943"/>
                <a:gd name="csX14" fmla="*/ 29142 w 32485"/>
                <a:gd name="csY14" fmla="*/ 7644 h 11943"/>
                <a:gd name="csX15" fmla="*/ 27709 w 32485"/>
                <a:gd name="csY15" fmla="*/ 7644 h 11943"/>
                <a:gd name="csX16" fmla="*/ 23886 w 32485"/>
                <a:gd name="csY16" fmla="*/ 10988 h 11943"/>
                <a:gd name="csX17" fmla="*/ 23409 w 32485"/>
                <a:gd name="csY17" fmla="*/ 10988 h 11943"/>
                <a:gd name="csX18" fmla="*/ 22931 w 32485"/>
                <a:gd name="csY18" fmla="*/ 10988 h 11943"/>
                <a:gd name="csX19" fmla="*/ 22453 w 32485"/>
                <a:gd name="csY19" fmla="*/ 10510 h 11943"/>
                <a:gd name="csX20" fmla="*/ 20065 w 32485"/>
                <a:gd name="csY20" fmla="*/ 9555 h 11943"/>
                <a:gd name="csX21" fmla="*/ 19109 w 32485"/>
                <a:gd name="csY21" fmla="*/ 8599 h 11943"/>
                <a:gd name="csX22" fmla="*/ 17676 w 32485"/>
                <a:gd name="csY22" fmla="*/ 8121 h 11943"/>
                <a:gd name="csX23" fmla="*/ 16243 w 32485"/>
                <a:gd name="csY23" fmla="*/ 7644 h 11943"/>
                <a:gd name="csX24" fmla="*/ 14332 w 32485"/>
                <a:gd name="csY24" fmla="*/ 6688 h 11943"/>
                <a:gd name="csX25" fmla="*/ 11943 w 32485"/>
                <a:gd name="csY25" fmla="*/ 5733 h 11943"/>
                <a:gd name="csX26" fmla="*/ 9555 w 32485"/>
                <a:gd name="csY26" fmla="*/ 5255 h 11943"/>
                <a:gd name="csX27" fmla="*/ 5733 w 32485"/>
                <a:gd name="csY27" fmla="*/ 4777 h 11943"/>
                <a:gd name="csX28" fmla="*/ 5255 w 32485"/>
                <a:gd name="csY28" fmla="*/ 4300 h 11943"/>
                <a:gd name="csX29" fmla="*/ 1433 w 32485"/>
                <a:gd name="csY29" fmla="*/ 2867 h 11943"/>
                <a:gd name="csX30" fmla="*/ 0 w 32485"/>
                <a:gd name="csY30" fmla="*/ 2389 h 11943"/>
                <a:gd name="csX31" fmla="*/ 0 w 32485"/>
                <a:gd name="csY31" fmla="*/ 1433 h 11943"/>
                <a:gd name="csX32" fmla="*/ 478 w 32485"/>
                <a:gd name="csY32" fmla="*/ 956 h 11943"/>
                <a:gd name="csX33" fmla="*/ 956 w 32485"/>
                <a:gd name="csY33" fmla="*/ 478 h 11943"/>
                <a:gd name="csX34" fmla="*/ 1433 w 32485"/>
                <a:gd name="csY34" fmla="*/ 956 h 11943"/>
                <a:gd name="csX35" fmla="*/ 1911 w 32485"/>
                <a:gd name="csY35" fmla="*/ 1433 h 11943"/>
                <a:gd name="csX36" fmla="*/ 2389 w 32485"/>
                <a:gd name="csY36" fmla="*/ 1433 h 11943"/>
                <a:gd name="csX37" fmla="*/ 2867 w 32485"/>
                <a:gd name="csY37" fmla="*/ 956 h 11943"/>
                <a:gd name="csX38" fmla="*/ 3822 w 32485"/>
                <a:gd name="csY38" fmla="*/ 956 h 11943"/>
                <a:gd name="csX39" fmla="*/ 4300 w 32485"/>
                <a:gd name="csY39" fmla="*/ 1433 h 11943"/>
                <a:gd name="csX40" fmla="*/ 5255 w 32485"/>
                <a:gd name="csY40" fmla="*/ 956 h 11943"/>
                <a:gd name="csX41" fmla="*/ 5733 w 32485"/>
                <a:gd name="csY41" fmla="*/ 956 h 11943"/>
                <a:gd name="csX42" fmla="*/ 6211 w 32485"/>
                <a:gd name="csY42" fmla="*/ 478 h 11943"/>
                <a:gd name="csX43" fmla="*/ 7644 w 32485"/>
                <a:gd name="csY43" fmla="*/ 0 h 11943"/>
                <a:gd name="csX44" fmla="*/ 8121 w 32485"/>
                <a:gd name="csY44" fmla="*/ 478 h 11943"/>
                <a:gd name="csX45" fmla="*/ 7644 w 32485"/>
                <a:gd name="csY45" fmla="*/ 1433 h 11943"/>
                <a:gd name="csX46" fmla="*/ 8121 w 32485"/>
                <a:gd name="csY46" fmla="*/ 1911 h 11943"/>
                <a:gd name="csX47" fmla="*/ 8599 w 32485"/>
                <a:gd name="csY47" fmla="*/ 2389 h 11943"/>
                <a:gd name="csX48" fmla="*/ 9077 w 32485"/>
                <a:gd name="csY48" fmla="*/ 2867 h 11943"/>
                <a:gd name="csX49" fmla="*/ 9077 w 32485"/>
                <a:gd name="csY49" fmla="*/ 3344 h 11943"/>
                <a:gd name="csX50" fmla="*/ 9555 w 32485"/>
                <a:gd name="csY50" fmla="*/ 3822 h 11943"/>
                <a:gd name="csX51" fmla="*/ 10510 w 32485"/>
                <a:gd name="csY51" fmla="*/ 3344 h 11943"/>
                <a:gd name="csX52" fmla="*/ 10988 w 32485"/>
                <a:gd name="csY52" fmla="*/ 3344 h 11943"/>
                <a:gd name="csX53" fmla="*/ 11466 w 32485"/>
                <a:gd name="csY53" fmla="*/ 3822 h 11943"/>
                <a:gd name="csX54" fmla="*/ 11943 w 32485"/>
                <a:gd name="csY54" fmla="*/ 3822 h 11943"/>
                <a:gd name="csX55" fmla="*/ 12421 w 32485"/>
                <a:gd name="csY55" fmla="*/ 3822 h 11943"/>
                <a:gd name="csX56" fmla="*/ 12899 w 32485"/>
                <a:gd name="csY56" fmla="*/ 3822 h 11943"/>
                <a:gd name="csX57" fmla="*/ 13377 w 32485"/>
                <a:gd name="csY57" fmla="*/ 4777 h 11943"/>
                <a:gd name="csX58" fmla="*/ 13854 w 32485"/>
                <a:gd name="csY58" fmla="*/ 4777 h 11943"/>
                <a:gd name="csX59" fmla="*/ 13854 w 32485"/>
                <a:gd name="csY59" fmla="*/ 4300 h 11943"/>
                <a:gd name="csX60" fmla="*/ 13854 w 32485"/>
                <a:gd name="csY60" fmla="*/ 3822 h 11943"/>
                <a:gd name="csX61" fmla="*/ 13377 w 32485"/>
                <a:gd name="csY61" fmla="*/ 3344 h 11943"/>
                <a:gd name="csX62" fmla="*/ 13377 w 32485"/>
                <a:gd name="csY62" fmla="*/ 3344 h 11943"/>
                <a:gd name="csX63" fmla="*/ 12899 w 32485"/>
                <a:gd name="csY63" fmla="*/ 2389 h 11943"/>
                <a:gd name="csX64" fmla="*/ 12899 w 32485"/>
                <a:gd name="csY64" fmla="*/ 1911 h 11943"/>
                <a:gd name="csX65" fmla="*/ 13854 w 32485"/>
                <a:gd name="csY65" fmla="*/ 1433 h 11943"/>
                <a:gd name="csX66" fmla="*/ 14332 w 32485"/>
                <a:gd name="csY66" fmla="*/ 956 h 11943"/>
                <a:gd name="csX67" fmla="*/ 14810 w 32485"/>
                <a:gd name="csY67" fmla="*/ 1433 h 11943"/>
                <a:gd name="csX68" fmla="*/ 15287 w 32485"/>
                <a:gd name="csY68" fmla="*/ 1433 h 11943"/>
                <a:gd name="csX69" fmla="*/ 15287 w 32485"/>
                <a:gd name="csY69" fmla="*/ 956 h 11943"/>
                <a:gd name="csX70" fmla="*/ 16243 w 32485"/>
                <a:gd name="csY70" fmla="*/ 478 h 11943"/>
                <a:gd name="csX71" fmla="*/ 17676 w 32485"/>
                <a:gd name="csY71" fmla="*/ 0 h 11943"/>
                <a:gd name="csX72" fmla="*/ 18632 w 32485"/>
                <a:gd name="csY72" fmla="*/ 478 h 11943"/>
                <a:gd name="csX73" fmla="*/ 18632 w 32485"/>
                <a:gd name="csY73" fmla="*/ 956 h 11943"/>
                <a:gd name="csX74" fmla="*/ 19109 w 32485"/>
                <a:gd name="csY74" fmla="*/ 1433 h 11943"/>
                <a:gd name="csX75" fmla="*/ 19587 w 32485"/>
                <a:gd name="csY75" fmla="*/ 956 h 11943"/>
                <a:gd name="csX76" fmla="*/ 20065 w 32485"/>
                <a:gd name="csY76" fmla="*/ 1911 h 11943"/>
                <a:gd name="csX77" fmla="*/ 20543 w 32485"/>
                <a:gd name="csY77" fmla="*/ 2867 h 11943"/>
                <a:gd name="csX78" fmla="*/ 21498 w 32485"/>
                <a:gd name="csY78" fmla="*/ 3344 h 11943"/>
                <a:gd name="csX79" fmla="*/ 21976 w 32485"/>
                <a:gd name="csY79" fmla="*/ 1911 h 11943"/>
                <a:gd name="csX80" fmla="*/ 23409 w 32485"/>
                <a:gd name="csY80" fmla="*/ 956 h 11943"/>
                <a:gd name="csX81" fmla="*/ 24364 w 32485"/>
                <a:gd name="csY81" fmla="*/ 478 h 11943"/>
                <a:gd name="csX82" fmla="*/ 25320 w 32485"/>
                <a:gd name="csY82" fmla="*/ 478 h 11943"/>
                <a:gd name="csX83" fmla="*/ 26275 w 32485"/>
                <a:gd name="csY83" fmla="*/ 956 h 11943"/>
                <a:gd name="csX84" fmla="*/ 26275 w 32485"/>
                <a:gd name="csY84" fmla="*/ 1433 h 11943"/>
                <a:gd name="csX85" fmla="*/ 26275 w 32485"/>
                <a:gd name="csY85" fmla="*/ 1911 h 11943"/>
                <a:gd name="csX86" fmla="*/ 26753 w 32485"/>
                <a:gd name="csY86" fmla="*/ 2389 h 11943"/>
                <a:gd name="csX87" fmla="*/ 27231 w 32485"/>
                <a:gd name="csY87" fmla="*/ 2867 h 11943"/>
                <a:gd name="csX88" fmla="*/ 27709 w 32485"/>
                <a:gd name="csY88" fmla="*/ 3344 h 11943"/>
                <a:gd name="csX89" fmla="*/ 27231 w 32485"/>
                <a:gd name="csY89" fmla="*/ 4300 h 11943"/>
                <a:gd name="csX90" fmla="*/ 27231 w 32485"/>
                <a:gd name="csY90" fmla="*/ 5255 h 11943"/>
                <a:gd name="csX91" fmla="*/ 28186 w 32485"/>
                <a:gd name="csY91" fmla="*/ 6210 h 11943"/>
                <a:gd name="csX92" fmla="*/ 28186 w 32485"/>
                <a:gd name="csY92" fmla="*/ 6688 h 11943"/>
                <a:gd name="csX93" fmla="*/ 29142 w 32485"/>
                <a:gd name="csY93" fmla="*/ 4300 h 11943"/>
                <a:gd name="csX94" fmla="*/ 29619 w 32485"/>
                <a:gd name="csY94" fmla="*/ 3344 h 11943"/>
                <a:gd name="csX95" fmla="*/ 30097 w 32485"/>
                <a:gd name="csY95" fmla="*/ 2389 h 11943"/>
                <a:gd name="csX96" fmla="*/ 30575 w 32485"/>
                <a:gd name="csY96" fmla="*/ 2389 h 11943"/>
                <a:gd name="csX97" fmla="*/ 31052 w 32485"/>
                <a:gd name="csY97" fmla="*/ 2867 h 11943"/>
                <a:gd name="csX98" fmla="*/ 30575 w 32485"/>
                <a:gd name="csY98" fmla="*/ 3822 h 11943"/>
                <a:gd name="csX99" fmla="*/ 30097 w 32485"/>
                <a:gd name="csY99" fmla="*/ 4777 h 11943"/>
                <a:gd name="csX100" fmla="*/ 30575 w 32485"/>
                <a:gd name="csY100" fmla="*/ 4777 h 11943"/>
                <a:gd name="csX101" fmla="*/ 32008 w 32485"/>
                <a:gd name="csY101" fmla="*/ 4777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32485" h="11943">
                  <a:moveTo>
                    <a:pt x="32008" y="4777"/>
                  </a:moveTo>
                  <a:lnTo>
                    <a:pt x="32486" y="5255"/>
                  </a:lnTo>
                  <a:lnTo>
                    <a:pt x="30575" y="8599"/>
                  </a:lnTo>
                  <a:lnTo>
                    <a:pt x="29142" y="10510"/>
                  </a:lnTo>
                  <a:lnTo>
                    <a:pt x="27709" y="11466"/>
                  </a:lnTo>
                  <a:lnTo>
                    <a:pt x="26753" y="11943"/>
                  </a:lnTo>
                  <a:lnTo>
                    <a:pt x="25798" y="11466"/>
                  </a:lnTo>
                  <a:lnTo>
                    <a:pt x="25320" y="10988"/>
                  </a:lnTo>
                  <a:lnTo>
                    <a:pt x="24842" y="10988"/>
                  </a:lnTo>
                  <a:lnTo>
                    <a:pt x="24842" y="10988"/>
                  </a:lnTo>
                  <a:lnTo>
                    <a:pt x="25798" y="10032"/>
                  </a:lnTo>
                  <a:lnTo>
                    <a:pt x="26275" y="10032"/>
                  </a:lnTo>
                  <a:lnTo>
                    <a:pt x="26753" y="10032"/>
                  </a:lnTo>
                  <a:lnTo>
                    <a:pt x="29142" y="8121"/>
                  </a:lnTo>
                  <a:lnTo>
                    <a:pt x="29142" y="7644"/>
                  </a:lnTo>
                  <a:lnTo>
                    <a:pt x="27709" y="7644"/>
                  </a:lnTo>
                  <a:lnTo>
                    <a:pt x="23886" y="10988"/>
                  </a:lnTo>
                  <a:lnTo>
                    <a:pt x="23409" y="10988"/>
                  </a:lnTo>
                  <a:lnTo>
                    <a:pt x="22931" y="10988"/>
                  </a:lnTo>
                  <a:lnTo>
                    <a:pt x="22453" y="10510"/>
                  </a:lnTo>
                  <a:lnTo>
                    <a:pt x="20065" y="9555"/>
                  </a:lnTo>
                  <a:lnTo>
                    <a:pt x="19109" y="8599"/>
                  </a:lnTo>
                  <a:lnTo>
                    <a:pt x="17676" y="8121"/>
                  </a:lnTo>
                  <a:lnTo>
                    <a:pt x="16243" y="7644"/>
                  </a:lnTo>
                  <a:lnTo>
                    <a:pt x="14332" y="6688"/>
                  </a:lnTo>
                  <a:lnTo>
                    <a:pt x="11943" y="5733"/>
                  </a:lnTo>
                  <a:lnTo>
                    <a:pt x="9555" y="5255"/>
                  </a:lnTo>
                  <a:lnTo>
                    <a:pt x="5733" y="4777"/>
                  </a:lnTo>
                  <a:lnTo>
                    <a:pt x="5255" y="4300"/>
                  </a:lnTo>
                  <a:lnTo>
                    <a:pt x="1433" y="2867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956" y="478"/>
                  </a:lnTo>
                  <a:lnTo>
                    <a:pt x="1433" y="956"/>
                  </a:lnTo>
                  <a:lnTo>
                    <a:pt x="1911" y="1433"/>
                  </a:lnTo>
                  <a:lnTo>
                    <a:pt x="2389" y="1433"/>
                  </a:lnTo>
                  <a:lnTo>
                    <a:pt x="2867" y="956"/>
                  </a:lnTo>
                  <a:lnTo>
                    <a:pt x="3822" y="956"/>
                  </a:lnTo>
                  <a:lnTo>
                    <a:pt x="4300" y="1433"/>
                  </a:lnTo>
                  <a:lnTo>
                    <a:pt x="5255" y="956"/>
                  </a:lnTo>
                  <a:lnTo>
                    <a:pt x="5733" y="956"/>
                  </a:lnTo>
                  <a:lnTo>
                    <a:pt x="6211" y="478"/>
                  </a:lnTo>
                  <a:lnTo>
                    <a:pt x="7644" y="0"/>
                  </a:lnTo>
                  <a:lnTo>
                    <a:pt x="8121" y="478"/>
                  </a:lnTo>
                  <a:lnTo>
                    <a:pt x="7644" y="1433"/>
                  </a:lnTo>
                  <a:lnTo>
                    <a:pt x="8121" y="1911"/>
                  </a:lnTo>
                  <a:lnTo>
                    <a:pt x="8599" y="2389"/>
                  </a:lnTo>
                  <a:lnTo>
                    <a:pt x="9077" y="2867"/>
                  </a:lnTo>
                  <a:lnTo>
                    <a:pt x="9077" y="3344"/>
                  </a:lnTo>
                  <a:lnTo>
                    <a:pt x="9555" y="3822"/>
                  </a:lnTo>
                  <a:lnTo>
                    <a:pt x="10510" y="3344"/>
                  </a:lnTo>
                  <a:lnTo>
                    <a:pt x="10988" y="3344"/>
                  </a:lnTo>
                  <a:lnTo>
                    <a:pt x="11466" y="3822"/>
                  </a:lnTo>
                  <a:lnTo>
                    <a:pt x="11943" y="3822"/>
                  </a:lnTo>
                  <a:lnTo>
                    <a:pt x="12421" y="3822"/>
                  </a:lnTo>
                  <a:lnTo>
                    <a:pt x="12899" y="3822"/>
                  </a:lnTo>
                  <a:lnTo>
                    <a:pt x="13377" y="4777"/>
                  </a:lnTo>
                  <a:lnTo>
                    <a:pt x="13854" y="4777"/>
                  </a:lnTo>
                  <a:lnTo>
                    <a:pt x="13854" y="4300"/>
                  </a:lnTo>
                  <a:lnTo>
                    <a:pt x="13854" y="3822"/>
                  </a:lnTo>
                  <a:lnTo>
                    <a:pt x="13377" y="3344"/>
                  </a:lnTo>
                  <a:lnTo>
                    <a:pt x="13377" y="3344"/>
                  </a:lnTo>
                  <a:lnTo>
                    <a:pt x="12899" y="2389"/>
                  </a:lnTo>
                  <a:lnTo>
                    <a:pt x="12899" y="1911"/>
                  </a:lnTo>
                  <a:lnTo>
                    <a:pt x="13854" y="1433"/>
                  </a:lnTo>
                  <a:lnTo>
                    <a:pt x="14332" y="956"/>
                  </a:lnTo>
                  <a:lnTo>
                    <a:pt x="14810" y="1433"/>
                  </a:lnTo>
                  <a:lnTo>
                    <a:pt x="15287" y="1433"/>
                  </a:lnTo>
                  <a:lnTo>
                    <a:pt x="15287" y="956"/>
                  </a:lnTo>
                  <a:lnTo>
                    <a:pt x="16243" y="478"/>
                  </a:lnTo>
                  <a:lnTo>
                    <a:pt x="17676" y="0"/>
                  </a:lnTo>
                  <a:lnTo>
                    <a:pt x="18632" y="478"/>
                  </a:lnTo>
                  <a:lnTo>
                    <a:pt x="18632" y="956"/>
                  </a:lnTo>
                  <a:lnTo>
                    <a:pt x="19109" y="1433"/>
                  </a:lnTo>
                  <a:lnTo>
                    <a:pt x="19587" y="956"/>
                  </a:lnTo>
                  <a:lnTo>
                    <a:pt x="20065" y="1911"/>
                  </a:lnTo>
                  <a:lnTo>
                    <a:pt x="20543" y="2867"/>
                  </a:lnTo>
                  <a:lnTo>
                    <a:pt x="21498" y="3344"/>
                  </a:lnTo>
                  <a:lnTo>
                    <a:pt x="21976" y="1911"/>
                  </a:lnTo>
                  <a:lnTo>
                    <a:pt x="23409" y="956"/>
                  </a:lnTo>
                  <a:lnTo>
                    <a:pt x="24364" y="478"/>
                  </a:lnTo>
                  <a:lnTo>
                    <a:pt x="25320" y="478"/>
                  </a:lnTo>
                  <a:lnTo>
                    <a:pt x="26275" y="956"/>
                  </a:lnTo>
                  <a:lnTo>
                    <a:pt x="26275" y="1433"/>
                  </a:lnTo>
                  <a:lnTo>
                    <a:pt x="26275" y="1911"/>
                  </a:lnTo>
                  <a:lnTo>
                    <a:pt x="26753" y="2389"/>
                  </a:lnTo>
                  <a:lnTo>
                    <a:pt x="27231" y="2867"/>
                  </a:lnTo>
                  <a:lnTo>
                    <a:pt x="27709" y="3344"/>
                  </a:lnTo>
                  <a:lnTo>
                    <a:pt x="27231" y="4300"/>
                  </a:lnTo>
                  <a:lnTo>
                    <a:pt x="27231" y="5255"/>
                  </a:lnTo>
                  <a:lnTo>
                    <a:pt x="28186" y="6210"/>
                  </a:lnTo>
                  <a:lnTo>
                    <a:pt x="28186" y="6688"/>
                  </a:lnTo>
                  <a:lnTo>
                    <a:pt x="29142" y="4300"/>
                  </a:lnTo>
                  <a:lnTo>
                    <a:pt x="29619" y="3344"/>
                  </a:lnTo>
                  <a:lnTo>
                    <a:pt x="30097" y="2389"/>
                  </a:lnTo>
                  <a:lnTo>
                    <a:pt x="30575" y="2389"/>
                  </a:lnTo>
                  <a:lnTo>
                    <a:pt x="31052" y="2867"/>
                  </a:lnTo>
                  <a:lnTo>
                    <a:pt x="30575" y="3822"/>
                  </a:lnTo>
                  <a:lnTo>
                    <a:pt x="30097" y="4777"/>
                  </a:lnTo>
                  <a:lnTo>
                    <a:pt x="30575" y="4777"/>
                  </a:lnTo>
                  <a:lnTo>
                    <a:pt x="3200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0" name="Freeform 2939">
              <a:extLst>
                <a:ext uri="{FF2B5EF4-FFF2-40B4-BE49-F238E27FC236}">
                  <a16:creationId xmlns:a16="http://schemas.microsoft.com/office/drawing/2014/main" id="{6721785B-DA94-1910-7A6B-C14177845800}"/>
                </a:ext>
              </a:extLst>
            </p:cNvPr>
            <p:cNvSpPr/>
            <p:nvPr/>
          </p:nvSpPr>
          <p:spPr>
            <a:xfrm>
              <a:off x="4260562" y="4596354"/>
              <a:ext cx="4777" cy="5254"/>
            </a:xfrm>
            <a:custGeom>
              <a:avLst/>
              <a:gdLst>
                <a:gd name="csX0" fmla="*/ 4777 w 4777"/>
                <a:gd name="csY0" fmla="*/ 4300 h 5254"/>
                <a:gd name="csX1" fmla="*/ 4777 w 4777"/>
                <a:gd name="csY1" fmla="*/ 5255 h 5254"/>
                <a:gd name="csX2" fmla="*/ 3822 w 4777"/>
                <a:gd name="csY2" fmla="*/ 5255 h 5254"/>
                <a:gd name="csX3" fmla="*/ 1433 w 4777"/>
                <a:gd name="csY3" fmla="*/ 4777 h 5254"/>
                <a:gd name="csX4" fmla="*/ 0 w 4777"/>
                <a:gd name="csY4" fmla="*/ 3344 h 5254"/>
                <a:gd name="csX5" fmla="*/ 0 w 4777"/>
                <a:gd name="csY5" fmla="*/ 2866 h 5254"/>
                <a:gd name="csX6" fmla="*/ 0 w 4777"/>
                <a:gd name="csY6" fmla="*/ 1911 h 5254"/>
                <a:gd name="csX7" fmla="*/ 956 w 4777"/>
                <a:gd name="csY7" fmla="*/ 478 h 5254"/>
                <a:gd name="csX8" fmla="*/ 1911 w 4777"/>
                <a:gd name="csY8" fmla="*/ 0 h 5254"/>
                <a:gd name="csX9" fmla="*/ 2389 w 4777"/>
                <a:gd name="csY9" fmla="*/ 0 h 5254"/>
                <a:gd name="csX10" fmla="*/ 3344 w 4777"/>
                <a:gd name="csY10" fmla="*/ 1911 h 5254"/>
                <a:gd name="csX11" fmla="*/ 2867 w 4777"/>
                <a:gd name="csY11" fmla="*/ 2389 h 5254"/>
                <a:gd name="csX12" fmla="*/ 2867 w 4777"/>
                <a:gd name="csY12" fmla="*/ 3822 h 5254"/>
                <a:gd name="csX13" fmla="*/ 4777 w 4777"/>
                <a:gd name="csY13" fmla="*/ 430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777" h="5254">
                  <a:moveTo>
                    <a:pt x="4777" y="4300"/>
                  </a:moveTo>
                  <a:lnTo>
                    <a:pt x="4777" y="5255"/>
                  </a:lnTo>
                  <a:lnTo>
                    <a:pt x="3822" y="5255"/>
                  </a:lnTo>
                  <a:lnTo>
                    <a:pt x="1433" y="4777"/>
                  </a:lnTo>
                  <a:lnTo>
                    <a:pt x="0" y="3344"/>
                  </a:lnTo>
                  <a:lnTo>
                    <a:pt x="0" y="2866"/>
                  </a:lnTo>
                  <a:lnTo>
                    <a:pt x="0" y="1911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3344" y="1911"/>
                  </a:lnTo>
                  <a:lnTo>
                    <a:pt x="2867" y="2389"/>
                  </a:lnTo>
                  <a:lnTo>
                    <a:pt x="2867" y="3822"/>
                  </a:lnTo>
                  <a:lnTo>
                    <a:pt x="4777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1" name="Freeform 2940">
              <a:extLst>
                <a:ext uri="{FF2B5EF4-FFF2-40B4-BE49-F238E27FC236}">
                  <a16:creationId xmlns:a16="http://schemas.microsoft.com/office/drawing/2014/main" id="{3EA191B6-6D0B-362C-80B2-1332D0427950}"/>
                </a:ext>
              </a:extLst>
            </p:cNvPr>
            <p:cNvSpPr/>
            <p:nvPr/>
          </p:nvSpPr>
          <p:spPr>
            <a:xfrm>
              <a:off x="4261040" y="3807145"/>
              <a:ext cx="2388" cy="1911"/>
            </a:xfrm>
            <a:custGeom>
              <a:avLst/>
              <a:gdLst>
                <a:gd name="csX0" fmla="*/ 2389 w 2388"/>
                <a:gd name="csY0" fmla="*/ 0 h 1911"/>
                <a:gd name="csX1" fmla="*/ 1911 w 2388"/>
                <a:gd name="csY1" fmla="*/ 956 h 1911"/>
                <a:gd name="csX2" fmla="*/ 955 w 2388"/>
                <a:gd name="csY2" fmla="*/ 1911 h 1911"/>
                <a:gd name="csX3" fmla="*/ 0 w 2388"/>
                <a:gd name="csY3" fmla="*/ 1911 h 1911"/>
                <a:gd name="csX4" fmla="*/ 0 w 2388"/>
                <a:gd name="csY4" fmla="*/ 1433 h 1911"/>
                <a:gd name="csX5" fmla="*/ 0 w 2388"/>
                <a:gd name="csY5" fmla="*/ 1433 h 1911"/>
                <a:gd name="csX6" fmla="*/ 0 w 2388"/>
                <a:gd name="csY6" fmla="*/ 956 h 1911"/>
                <a:gd name="csX7" fmla="*/ 1911 w 2388"/>
                <a:gd name="csY7" fmla="*/ 0 h 1911"/>
                <a:gd name="csX8" fmla="*/ 2389 w 2388"/>
                <a:gd name="csY8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1911">
                  <a:moveTo>
                    <a:pt x="2389" y="0"/>
                  </a:moveTo>
                  <a:lnTo>
                    <a:pt x="1911" y="956"/>
                  </a:lnTo>
                  <a:lnTo>
                    <a:pt x="955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2" name="Freeform 2941">
              <a:extLst>
                <a:ext uri="{FF2B5EF4-FFF2-40B4-BE49-F238E27FC236}">
                  <a16:creationId xmlns:a16="http://schemas.microsoft.com/office/drawing/2014/main" id="{6B3CDC91-DE51-4704-C6CE-7E6C3407ACD6}"/>
                </a:ext>
              </a:extLst>
            </p:cNvPr>
            <p:cNvSpPr/>
            <p:nvPr/>
          </p:nvSpPr>
          <p:spPr>
            <a:xfrm>
              <a:off x="4261518" y="4275798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1433 w 1433"/>
                <a:gd name="csY1" fmla="*/ 478 h 955"/>
                <a:gd name="csX2" fmla="*/ 478 w 1433"/>
                <a:gd name="csY2" fmla="*/ 955 h 955"/>
                <a:gd name="csX3" fmla="*/ 0 w 1433"/>
                <a:gd name="csY3" fmla="*/ 955 h 955"/>
                <a:gd name="csX4" fmla="*/ 0 w 1433"/>
                <a:gd name="csY4" fmla="*/ 478 h 955"/>
                <a:gd name="csX5" fmla="*/ 478 w 1433"/>
                <a:gd name="csY5" fmla="*/ 0 h 955"/>
                <a:gd name="csX6" fmla="*/ 1433 w 1433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1433" y="478"/>
                  </a:lnTo>
                  <a:lnTo>
                    <a:pt x="478" y="955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3" name="Freeform 2942">
              <a:extLst>
                <a:ext uri="{FF2B5EF4-FFF2-40B4-BE49-F238E27FC236}">
                  <a16:creationId xmlns:a16="http://schemas.microsoft.com/office/drawing/2014/main" id="{38D2F46B-9FB1-5FF2-87EE-D1B5D8E5723C}"/>
                </a:ext>
              </a:extLst>
            </p:cNvPr>
            <p:cNvSpPr/>
            <p:nvPr/>
          </p:nvSpPr>
          <p:spPr>
            <a:xfrm>
              <a:off x="4219478" y="3254412"/>
              <a:ext cx="39173" cy="32485"/>
            </a:xfrm>
            <a:custGeom>
              <a:avLst/>
              <a:gdLst>
                <a:gd name="csX0" fmla="*/ 38696 w 39173"/>
                <a:gd name="csY0" fmla="*/ 1911 h 32485"/>
                <a:gd name="csX1" fmla="*/ 39174 w 39173"/>
                <a:gd name="csY1" fmla="*/ 3822 h 32485"/>
                <a:gd name="csX2" fmla="*/ 38696 w 39173"/>
                <a:gd name="csY2" fmla="*/ 6210 h 32485"/>
                <a:gd name="csX3" fmla="*/ 38218 w 39173"/>
                <a:gd name="csY3" fmla="*/ 8121 h 32485"/>
                <a:gd name="csX4" fmla="*/ 37740 w 39173"/>
                <a:gd name="csY4" fmla="*/ 10032 h 32485"/>
                <a:gd name="csX5" fmla="*/ 35830 w 39173"/>
                <a:gd name="csY5" fmla="*/ 12899 h 32485"/>
                <a:gd name="csX6" fmla="*/ 30575 w 39173"/>
                <a:gd name="csY6" fmla="*/ 18154 h 32485"/>
                <a:gd name="csX7" fmla="*/ 28186 w 39173"/>
                <a:gd name="csY7" fmla="*/ 21020 h 32485"/>
                <a:gd name="csX8" fmla="*/ 26753 w 39173"/>
                <a:gd name="csY8" fmla="*/ 22931 h 32485"/>
                <a:gd name="csX9" fmla="*/ 18154 w 39173"/>
                <a:gd name="csY9" fmla="*/ 30575 h 32485"/>
                <a:gd name="csX10" fmla="*/ 16721 w 39173"/>
                <a:gd name="csY10" fmla="*/ 30575 h 32485"/>
                <a:gd name="csX11" fmla="*/ 15765 w 39173"/>
                <a:gd name="csY11" fmla="*/ 30575 h 32485"/>
                <a:gd name="csX12" fmla="*/ 13376 w 39173"/>
                <a:gd name="csY12" fmla="*/ 29619 h 32485"/>
                <a:gd name="csX13" fmla="*/ 10988 w 39173"/>
                <a:gd name="csY13" fmla="*/ 29142 h 32485"/>
                <a:gd name="csX14" fmla="*/ 4299 w 39173"/>
                <a:gd name="csY14" fmla="*/ 32486 h 32485"/>
                <a:gd name="csX15" fmla="*/ 4299 w 39173"/>
                <a:gd name="csY15" fmla="*/ 32008 h 32485"/>
                <a:gd name="csX16" fmla="*/ 3822 w 39173"/>
                <a:gd name="csY16" fmla="*/ 28664 h 32485"/>
                <a:gd name="csX17" fmla="*/ 3344 w 39173"/>
                <a:gd name="csY17" fmla="*/ 26753 h 32485"/>
                <a:gd name="csX18" fmla="*/ 478 w 39173"/>
                <a:gd name="csY18" fmla="*/ 22931 h 32485"/>
                <a:gd name="csX19" fmla="*/ 0 w 39173"/>
                <a:gd name="csY19" fmla="*/ 21976 h 32485"/>
                <a:gd name="csX20" fmla="*/ 0 w 39173"/>
                <a:gd name="csY20" fmla="*/ 21020 h 32485"/>
                <a:gd name="csX21" fmla="*/ 478 w 39173"/>
                <a:gd name="csY21" fmla="*/ 20065 h 32485"/>
                <a:gd name="csX22" fmla="*/ 3822 w 39173"/>
                <a:gd name="csY22" fmla="*/ 16243 h 32485"/>
                <a:gd name="csX23" fmla="*/ 10988 w 39173"/>
                <a:gd name="csY23" fmla="*/ 2866 h 32485"/>
                <a:gd name="csX24" fmla="*/ 12421 w 39173"/>
                <a:gd name="csY24" fmla="*/ 2389 h 32485"/>
                <a:gd name="csX25" fmla="*/ 16243 w 39173"/>
                <a:gd name="csY25" fmla="*/ 3822 h 32485"/>
                <a:gd name="csX26" fmla="*/ 17676 w 39173"/>
                <a:gd name="csY26" fmla="*/ 4300 h 32485"/>
                <a:gd name="csX27" fmla="*/ 19109 w 39173"/>
                <a:gd name="csY27" fmla="*/ 4300 h 32485"/>
                <a:gd name="csX28" fmla="*/ 23886 w 39173"/>
                <a:gd name="csY28" fmla="*/ 1433 h 32485"/>
                <a:gd name="csX29" fmla="*/ 29141 w 39173"/>
                <a:gd name="csY29" fmla="*/ 1911 h 32485"/>
                <a:gd name="csX30" fmla="*/ 33441 w 39173"/>
                <a:gd name="csY30" fmla="*/ 0 h 32485"/>
                <a:gd name="csX31" fmla="*/ 35352 w 39173"/>
                <a:gd name="csY31" fmla="*/ 0 h 32485"/>
                <a:gd name="csX32" fmla="*/ 37263 w 39173"/>
                <a:gd name="csY32" fmla="*/ 478 h 32485"/>
                <a:gd name="csX33" fmla="*/ 38218 w 39173"/>
                <a:gd name="csY33" fmla="*/ 955 h 32485"/>
                <a:gd name="csX34" fmla="*/ 38696 w 39173"/>
                <a:gd name="csY34" fmla="*/ 1911 h 32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39173" h="32485">
                  <a:moveTo>
                    <a:pt x="38696" y="1911"/>
                  </a:moveTo>
                  <a:lnTo>
                    <a:pt x="39174" y="3822"/>
                  </a:lnTo>
                  <a:lnTo>
                    <a:pt x="38696" y="6210"/>
                  </a:lnTo>
                  <a:lnTo>
                    <a:pt x="38218" y="8121"/>
                  </a:lnTo>
                  <a:lnTo>
                    <a:pt x="37740" y="10032"/>
                  </a:lnTo>
                  <a:lnTo>
                    <a:pt x="35830" y="12899"/>
                  </a:lnTo>
                  <a:lnTo>
                    <a:pt x="30575" y="18154"/>
                  </a:lnTo>
                  <a:lnTo>
                    <a:pt x="28186" y="21020"/>
                  </a:lnTo>
                  <a:lnTo>
                    <a:pt x="26753" y="22931"/>
                  </a:lnTo>
                  <a:lnTo>
                    <a:pt x="18154" y="30575"/>
                  </a:lnTo>
                  <a:lnTo>
                    <a:pt x="16721" y="30575"/>
                  </a:lnTo>
                  <a:lnTo>
                    <a:pt x="15765" y="30575"/>
                  </a:lnTo>
                  <a:lnTo>
                    <a:pt x="13376" y="29619"/>
                  </a:lnTo>
                  <a:lnTo>
                    <a:pt x="10988" y="29142"/>
                  </a:lnTo>
                  <a:lnTo>
                    <a:pt x="4299" y="32486"/>
                  </a:lnTo>
                  <a:lnTo>
                    <a:pt x="4299" y="32008"/>
                  </a:lnTo>
                  <a:lnTo>
                    <a:pt x="3822" y="28664"/>
                  </a:lnTo>
                  <a:lnTo>
                    <a:pt x="3344" y="26753"/>
                  </a:lnTo>
                  <a:lnTo>
                    <a:pt x="478" y="22931"/>
                  </a:lnTo>
                  <a:lnTo>
                    <a:pt x="0" y="21976"/>
                  </a:lnTo>
                  <a:lnTo>
                    <a:pt x="0" y="21020"/>
                  </a:lnTo>
                  <a:lnTo>
                    <a:pt x="478" y="20065"/>
                  </a:lnTo>
                  <a:lnTo>
                    <a:pt x="3822" y="16243"/>
                  </a:lnTo>
                  <a:lnTo>
                    <a:pt x="10988" y="2866"/>
                  </a:lnTo>
                  <a:lnTo>
                    <a:pt x="12421" y="2389"/>
                  </a:lnTo>
                  <a:lnTo>
                    <a:pt x="16243" y="3822"/>
                  </a:lnTo>
                  <a:lnTo>
                    <a:pt x="17676" y="4300"/>
                  </a:lnTo>
                  <a:lnTo>
                    <a:pt x="19109" y="4300"/>
                  </a:lnTo>
                  <a:lnTo>
                    <a:pt x="23886" y="1433"/>
                  </a:lnTo>
                  <a:lnTo>
                    <a:pt x="29141" y="1911"/>
                  </a:lnTo>
                  <a:lnTo>
                    <a:pt x="33441" y="0"/>
                  </a:lnTo>
                  <a:lnTo>
                    <a:pt x="35352" y="0"/>
                  </a:lnTo>
                  <a:lnTo>
                    <a:pt x="37263" y="478"/>
                  </a:lnTo>
                  <a:lnTo>
                    <a:pt x="38218" y="955"/>
                  </a:lnTo>
                  <a:lnTo>
                    <a:pt x="3869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4" name="Freeform 2943">
              <a:extLst>
                <a:ext uri="{FF2B5EF4-FFF2-40B4-BE49-F238E27FC236}">
                  <a16:creationId xmlns:a16="http://schemas.microsoft.com/office/drawing/2014/main" id="{14D643CA-C117-42D8-949B-8D0E97A6B6E9}"/>
                </a:ext>
              </a:extLst>
            </p:cNvPr>
            <p:cNvSpPr/>
            <p:nvPr/>
          </p:nvSpPr>
          <p:spPr>
            <a:xfrm>
              <a:off x="4253397" y="4236624"/>
              <a:ext cx="3344" cy="2388"/>
            </a:xfrm>
            <a:custGeom>
              <a:avLst/>
              <a:gdLst>
                <a:gd name="csX0" fmla="*/ 3344 w 3344"/>
                <a:gd name="csY0" fmla="*/ 1911 h 2388"/>
                <a:gd name="csX1" fmla="*/ 2867 w 3344"/>
                <a:gd name="csY1" fmla="*/ 2389 h 2388"/>
                <a:gd name="csX2" fmla="*/ 1433 w 3344"/>
                <a:gd name="csY2" fmla="*/ 1911 h 2388"/>
                <a:gd name="csX3" fmla="*/ 478 w 3344"/>
                <a:gd name="csY3" fmla="*/ 956 h 2388"/>
                <a:gd name="csX4" fmla="*/ 0 w 3344"/>
                <a:gd name="csY4" fmla="*/ 0 h 2388"/>
                <a:gd name="csX5" fmla="*/ 1433 w 3344"/>
                <a:gd name="csY5" fmla="*/ 1433 h 2388"/>
                <a:gd name="csX6" fmla="*/ 1911 w 3344"/>
                <a:gd name="csY6" fmla="*/ 1433 h 2388"/>
                <a:gd name="csX7" fmla="*/ 3344 w 3344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2388">
                  <a:moveTo>
                    <a:pt x="3344" y="1911"/>
                  </a:moveTo>
                  <a:lnTo>
                    <a:pt x="2867" y="2389"/>
                  </a:lnTo>
                  <a:lnTo>
                    <a:pt x="1433" y="1911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1911" y="1433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5" name="Freeform 2944">
              <a:extLst>
                <a:ext uri="{FF2B5EF4-FFF2-40B4-BE49-F238E27FC236}">
                  <a16:creationId xmlns:a16="http://schemas.microsoft.com/office/drawing/2014/main" id="{7E377164-9C71-CE19-083C-DAE73C972051}"/>
                </a:ext>
              </a:extLst>
            </p:cNvPr>
            <p:cNvSpPr/>
            <p:nvPr/>
          </p:nvSpPr>
          <p:spPr>
            <a:xfrm>
              <a:off x="4254352" y="4233280"/>
              <a:ext cx="1433" cy="4299"/>
            </a:xfrm>
            <a:custGeom>
              <a:avLst/>
              <a:gdLst>
                <a:gd name="csX0" fmla="*/ 956 w 1433"/>
                <a:gd name="csY0" fmla="*/ 956 h 4299"/>
                <a:gd name="csX1" fmla="*/ 1433 w 1433"/>
                <a:gd name="csY1" fmla="*/ 2866 h 4299"/>
                <a:gd name="csX2" fmla="*/ 1433 w 1433"/>
                <a:gd name="csY2" fmla="*/ 4300 h 4299"/>
                <a:gd name="csX3" fmla="*/ 478 w 1433"/>
                <a:gd name="csY3" fmla="*/ 2389 h 4299"/>
                <a:gd name="csX4" fmla="*/ 0 w 1433"/>
                <a:gd name="csY4" fmla="*/ 0 h 4299"/>
                <a:gd name="csX5" fmla="*/ 956 w 1433"/>
                <a:gd name="csY5" fmla="*/ 95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4299">
                  <a:moveTo>
                    <a:pt x="956" y="956"/>
                  </a:moveTo>
                  <a:lnTo>
                    <a:pt x="1433" y="2866"/>
                  </a:lnTo>
                  <a:lnTo>
                    <a:pt x="1433" y="4300"/>
                  </a:lnTo>
                  <a:lnTo>
                    <a:pt x="478" y="2389"/>
                  </a:lnTo>
                  <a:lnTo>
                    <a:pt x="0" y="0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6" name="Freeform 2945">
              <a:extLst>
                <a:ext uri="{FF2B5EF4-FFF2-40B4-BE49-F238E27FC236}">
                  <a16:creationId xmlns:a16="http://schemas.microsoft.com/office/drawing/2014/main" id="{849440BB-B702-4BEC-1EE0-328C717DD902}"/>
                </a:ext>
              </a:extLst>
            </p:cNvPr>
            <p:cNvSpPr/>
            <p:nvPr/>
          </p:nvSpPr>
          <p:spPr>
            <a:xfrm>
              <a:off x="4251008" y="4563391"/>
              <a:ext cx="1911" cy="1911"/>
            </a:xfrm>
            <a:custGeom>
              <a:avLst/>
              <a:gdLst>
                <a:gd name="csX0" fmla="*/ 1433 w 1911"/>
                <a:gd name="csY0" fmla="*/ 0 h 1911"/>
                <a:gd name="csX1" fmla="*/ 1911 w 1911"/>
                <a:gd name="csY1" fmla="*/ 956 h 1911"/>
                <a:gd name="csX2" fmla="*/ 1911 w 1911"/>
                <a:gd name="csY2" fmla="*/ 1911 h 1911"/>
                <a:gd name="csX3" fmla="*/ 0 w 1911"/>
                <a:gd name="csY3" fmla="*/ 0 h 1911"/>
                <a:gd name="csX4" fmla="*/ 956 w 1911"/>
                <a:gd name="csY4" fmla="*/ 0 h 1911"/>
                <a:gd name="csX5" fmla="*/ 1433 w 1911"/>
                <a:gd name="csY5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1911">
                  <a:moveTo>
                    <a:pt x="1433" y="0"/>
                  </a:moveTo>
                  <a:lnTo>
                    <a:pt x="1911" y="956"/>
                  </a:lnTo>
                  <a:lnTo>
                    <a:pt x="1911" y="1911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7" name="Freeform 2946">
              <a:extLst>
                <a:ext uri="{FF2B5EF4-FFF2-40B4-BE49-F238E27FC236}">
                  <a16:creationId xmlns:a16="http://schemas.microsoft.com/office/drawing/2014/main" id="{2E58BAD7-B75E-798C-FF20-AAD37A813E07}"/>
                </a:ext>
              </a:extLst>
            </p:cNvPr>
            <p:cNvSpPr/>
            <p:nvPr/>
          </p:nvSpPr>
          <p:spPr>
            <a:xfrm>
              <a:off x="4236198" y="3870683"/>
              <a:ext cx="13376" cy="17676"/>
            </a:xfrm>
            <a:custGeom>
              <a:avLst/>
              <a:gdLst>
                <a:gd name="csX0" fmla="*/ 12899 w 13376"/>
                <a:gd name="csY0" fmla="*/ 0 h 17676"/>
                <a:gd name="csX1" fmla="*/ 13376 w 13376"/>
                <a:gd name="csY1" fmla="*/ 0 h 17676"/>
                <a:gd name="csX2" fmla="*/ 11943 w 13376"/>
                <a:gd name="csY2" fmla="*/ 7166 h 17676"/>
                <a:gd name="csX3" fmla="*/ 10510 w 13376"/>
                <a:gd name="csY3" fmla="*/ 10032 h 17676"/>
                <a:gd name="csX4" fmla="*/ 8599 w 13376"/>
                <a:gd name="csY4" fmla="*/ 11466 h 17676"/>
                <a:gd name="csX5" fmla="*/ 6688 w 13376"/>
                <a:gd name="csY5" fmla="*/ 13377 h 17676"/>
                <a:gd name="csX6" fmla="*/ 4299 w 13376"/>
                <a:gd name="csY6" fmla="*/ 15765 h 17676"/>
                <a:gd name="csX7" fmla="*/ 1433 w 13376"/>
                <a:gd name="csY7" fmla="*/ 17198 h 17676"/>
                <a:gd name="csX8" fmla="*/ 0 w 13376"/>
                <a:gd name="csY8" fmla="*/ 17676 h 17676"/>
                <a:gd name="csX9" fmla="*/ 0 w 13376"/>
                <a:gd name="csY9" fmla="*/ 17676 h 17676"/>
                <a:gd name="csX10" fmla="*/ 1433 w 13376"/>
                <a:gd name="csY10" fmla="*/ 17198 h 17676"/>
                <a:gd name="csX11" fmla="*/ 4299 w 13376"/>
                <a:gd name="csY11" fmla="*/ 15765 h 17676"/>
                <a:gd name="csX12" fmla="*/ 6688 w 13376"/>
                <a:gd name="csY12" fmla="*/ 12899 h 17676"/>
                <a:gd name="csX13" fmla="*/ 8599 w 13376"/>
                <a:gd name="csY13" fmla="*/ 11466 h 17676"/>
                <a:gd name="csX14" fmla="*/ 10510 w 13376"/>
                <a:gd name="csY14" fmla="*/ 10032 h 17676"/>
                <a:gd name="csX15" fmla="*/ 11465 w 13376"/>
                <a:gd name="csY15" fmla="*/ 7166 h 17676"/>
                <a:gd name="csX16" fmla="*/ 12899 w 13376"/>
                <a:gd name="csY16" fmla="*/ 0 h 1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3376" h="17676">
                  <a:moveTo>
                    <a:pt x="12899" y="0"/>
                  </a:moveTo>
                  <a:lnTo>
                    <a:pt x="13376" y="0"/>
                  </a:lnTo>
                  <a:lnTo>
                    <a:pt x="11943" y="7166"/>
                  </a:lnTo>
                  <a:lnTo>
                    <a:pt x="10510" y="10032"/>
                  </a:lnTo>
                  <a:lnTo>
                    <a:pt x="8599" y="11466"/>
                  </a:lnTo>
                  <a:lnTo>
                    <a:pt x="6688" y="13377"/>
                  </a:lnTo>
                  <a:lnTo>
                    <a:pt x="4299" y="15765"/>
                  </a:lnTo>
                  <a:lnTo>
                    <a:pt x="1433" y="17198"/>
                  </a:lnTo>
                  <a:lnTo>
                    <a:pt x="0" y="17676"/>
                  </a:lnTo>
                  <a:lnTo>
                    <a:pt x="0" y="17676"/>
                  </a:lnTo>
                  <a:lnTo>
                    <a:pt x="1433" y="17198"/>
                  </a:lnTo>
                  <a:lnTo>
                    <a:pt x="4299" y="15765"/>
                  </a:lnTo>
                  <a:lnTo>
                    <a:pt x="6688" y="12899"/>
                  </a:lnTo>
                  <a:lnTo>
                    <a:pt x="8599" y="11466"/>
                  </a:lnTo>
                  <a:lnTo>
                    <a:pt x="10510" y="10032"/>
                  </a:lnTo>
                  <a:lnTo>
                    <a:pt x="11465" y="7166"/>
                  </a:lnTo>
                  <a:lnTo>
                    <a:pt x="128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8" name="Freeform 2947">
              <a:extLst>
                <a:ext uri="{FF2B5EF4-FFF2-40B4-BE49-F238E27FC236}">
                  <a16:creationId xmlns:a16="http://schemas.microsoft.com/office/drawing/2014/main" id="{39FA84E7-294F-662F-F5C2-922F828DEC06}"/>
                </a:ext>
              </a:extLst>
            </p:cNvPr>
            <p:cNvSpPr/>
            <p:nvPr/>
          </p:nvSpPr>
          <p:spPr>
            <a:xfrm>
              <a:off x="4234287" y="4327870"/>
              <a:ext cx="11943" cy="9554"/>
            </a:xfrm>
            <a:custGeom>
              <a:avLst/>
              <a:gdLst>
                <a:gd name="csX0" fmla="*/ 11943 w 11943"/>
                <a:gd name="csY0" fmla="*/ 6210 h 9554"/>
                <a:gd name="csX1" fmla="*/ 11943 w 11943"/>
                <a:gd name="csY1" fmla="*/ 7166 h 9554"/>
                <a:gd name="csX2" fmla="*/ 10510 w 11943"/>
                <a:gd name="csY2" fmla="*/ 8121 h 9554"/>
                <a:gd name="csX3" fmla="*/ 6210 w 11943"/>
                <a:gd name="csY3" fmla="*/ 9555 h 9554"/>
                <a:gd name="csX4" fmla="*/ 4300 w 11943"/>
                <a:gd name="csY4" fmla="*/ 9555 h 9554"/>
                <a:gd name="csX5" fmla="*/ 1911 w 11943"/>
                <a:gd name="csY5" fmla="*/ 9077 h 9554"/>
                <a:gd name="csX6" fmla="*/ 478 w 11943"/>
                <a:gd name="csY6" fmla="*/ 8121 h 9554"/>
                <a:gd name="csX7" fmla="*/ 0 w 11943"/>
                <a:gd name="csY7" fmla="*/ 6688 h 9554"/>
                <a:gd name="csX8" fmla="*/ 0 w 11943"/>
                <a:gd name="csY8" fmla="*/ 6210 h 9554"/>
                <a:gd name="csX9" fmla="*/ 1433 w 11943"/>
                <a:gd name="csY9" fmla="*/ 7166 h 9554"/>
                <a:gd name="csX10" fmla="*/ 2389 w 11943"/>
                <a:gd name="csY10" fmla="*/ 7644 h 9554"/>
                <a:gd name="csX11" fmla="*/ 3344 w 11943"/>
                <a:gd name="csY11" fmla="*/ 7166 h 9554"/>
                <a:gd name="csX12" fmla="*/ 3822 w 11943"/>
                <a:gd name="csY12" fmla="*/ 6688 h 9554"/>
                <a:gd name="csX13" fmla="*/ 1911 w 11943"/>
                <a:gd name="csY13" fmla="*/ 2867 h 9554"/>
                <a:gd name="csX14" fmla="*/ 1911 w 11943"/>
                <a:gd name="csY14" fmla="*/ 1911 h 9554"/>
                <a:gd name="csX15" fmla="*/ 3822 w 11943"/>
                <a:gd name="csY15" fmla="*/ 0 h 9554"/>
                <a:gd name="csX16" fmla="*/ 8121 w 11943"/>
                <a:gd name="csY16" fmla="*/ 478 h 9554"/>
                <a:gd name="csX17" fmla="*/ 9077 w 11943"/>
                <a:gd name="csY17" fmla="*/ 956 h 9554"/>
                <a:gd name="csX18" fmla="*/ 9555 w 11943"/>
                <a:gd name="csY18" fmla="*/ 2389 h 9554"/>
                <a:gd name="csX19" fmla="*/ 10988 w 11943"/>
                <a:gd name="csY19" fmla="*/ 3344 h 9554"/>
                <a:gd name="csX20" fmla="*/ 11943 w 11943"/>
                <a:gd name="csY20" fmla="*/ 621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1943" h="9554">
                  <a:moveTo>
                    <a:pt x="11943" y="6210"/>
                  </a:moveTo>
                  <a:lnTo>
                    <a:pt x="11943" y="7166"/>
                  </a:lnTo>
                  <a:lnTo>
                    <a:pt x="10510" y="8121"/>
                  </a:lnTo>
                  <a:lnTo>
                    <a:pt x="6210" y="9555"/>
                  </a:lnTo>
                  <a:lnTo>
                    <a:pt x="4300" y="9555"/>
                  </a:lnTo>
                  <a:lnTo>
                    <a:pt x="1911" y="9077"/>
                  </a:lnTo>
                  <a:lnTo>
                    <a:pt x="478" y="8121"/>
                  </a:lnTo>
                  <a:lnTo>
                    <a:pt x="0" y="6688"/>
                  </a:lnTo>
                  <a:lnTo>
                    <a:pt x="0" y="6210"/>
                  </a:lnTo>
                  <a:lnTo>
                    <a:pt x="1433" y="7166"/>
                  </a:lnTo>
                  <a:lnTo>
                    <a:pt x="2389" y="7644"/>
                  </a:lnTo>
                  <a:lnTo>
                    <a:pt x="3344" y="7166"/>
                  </a:lnTo>
                  <a:lnTo>
                    <a:pt x="3822" y="6688"/>
                  </a:lnTo>
                  <a:lnTo>
                    <a:pt x="1911" y="2867"/>
                  </a:lnTo>
                  <a:lnTo>
                    <a:pt x="1911" y="1911"/>
                  </a:lnTo>
                  <a:lnTo>
                    <a:pt x="3822" y="0"/>
                  </a:lnTo>
                  <a:lnTo>
                    <a:pt x="8121" y="478"/>
                  </a:lnTo>
                  <a:lnTo>
                    <a:pt x="9077" y="956"/>
                  </a:lnTo>
                  <a:lnTo>
                    <a:pt x="9555" y="2389"/>
                  </a:lnTo>
                  <a:lnTo>
                    <a:pt x="10988" y="3344"/>
                  </a:lnTo>
                  <a:lnTo>
                    <a:pt x="11943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9" name="Freeform 2948">
              <a:extLst>
                <a:ext uri="{FF2B5EF4-FFF2-40B4-BE49-F238E27FC236}">
                  <a16:creationId xmlns:a16="http://schemas.microsoft.com/office/drawing/2014/main" id="{48030FC9-BBE9-4AE4-7A90-767F862534FE}"/>
                </a:ext>
              </a:extLst>
            </p:cNvPr>
            <p:cNvSpPr/>
            <p:nvPr/>
          </p:nvSpPr>
          <p:spPr>
            <a:xfrm>
              <a:off x="4180304" y="4530905"/>
              <a:ext cx="65926" cy="57327"/>
            </a:xfrm>
            <a:custGeom>
              <a:avLst/>
              <a:gdLst>
                <a:gd name="csX0" fmla="*/ 65927 w 65926"/>
                <a:gd name="csY0" fmla="*/ 29619 h 57327"/>
                <a:gd name="csX1" fmla="*/ 65927 w 65926"/>
                <a:gd name="csY1" fmla="*/ 30097 h 57327"/>
                <a:gd name="csX2" fmla="*/ 65449 w 65926"/>
                <a:gd name="csY2" fmla="*/ 30575 h 57327"/>
                <a:gd name="csX3" fmla="*/ 64971 w 65926"/>
                <a:gd name="csY3" fmla="*/ 31052 h 57327"/>
                <a:gd name="csX4" fmla="*/ 64493 w 65926"/>
                <a:gd name="csY4" fmla="*/ 31052 h 57327"/>
                <a:gd name="csX5" fmla="*/ 63060 w 65926"/>
                <a:gd name="csY5" fmla="*/ 30575 h 57327"/>
                <a:gd name="csX6" fmla="*/ 61627 w 65926"/>
                <a:gd name="csY6" fmla="*/ 29619 h 57327"/>
                <a:gd name="csX7" fmla="*/ 60672 w 65926"/>
                <a:gd name="csY7" fmla="*/ 30097 h 57327"/>
                <a:gd name="csX8" fmla="*/ 60672 w 65926"/>
                <a:gd name="csY8" fmla="*/ 30097 h 57327"/>
                <a:gd name="csX9" fmla="*/ 60194 w 65926"/>
                <a:gd name="csY9" fmla="*/ 31052 h 57327"/>
                <a:gd name="csX10" fmla="*/ 59716 w 65926"/>
                <a:gd name="csY10" fmla="*/ 31530 h 57327"/>
                <a:gd name="csX11" fmla="*/ 58761 w 65926"/>
                <a:gd name="csY11" fmla="*/ 31530 h 57327"/>
                <a:gd name="csX12" fmla="*/ 58761 w 65926"/>
                <a:gd name="csY12" fmla="*/ 32008 h 57327"/>
                <a:gd name="csX13" fmla="*/ 58761 w 65926"/>
                <a:gd name="csY13" fmla="*/ 32008 h 57327"/>
                <a:gd name="csX14" fmla="*/ 58761 w 65926"/>
                <a:gd name="csY14" fmla="*/ 35830 h 57327"/>
                <a:gd name="csX15" fmla="*/ 58761 w 65926"/>
                <a:gd name="csY15" fmla="*/ 39174 h 57327"/>
                <a:gd name="csX16" fmla="*/ 58761 w 65926"/>
                <a:gd name="csY16" fmla="*/ 39174 h 57327"/>
                <a:gd name="csX17" fmla="*/ 59716 w 65926"/>
                <a:gd name="csY17" fmla="*/ 39174 h 57327"/>
                <a:gd name="csX18" fmla="*/ 59716 w 65926"/>
                <a:gd name="csY18" fmla="*/ 39174 h 57327"/>
                <a:gd name="csX19" fmla="*/ 60672 w 65926"/>
                <a:gd name="csY19" fmla="*/ 39651 h 57327"/>
                <a:gd name="csX20" fmla="*/ 61627 w 65926"/>
                <a:gd name="csY20" fmla="*/ 40607 h 57327"/>
                <a:gd name="csX21" fmla="*/ 62582 w 65926"/>
                <a:gd name="csY21" fmla="*/ 41085 h 57327"/>
                <a:gd name="csX22" fmla="*/ 63060 w 65926"/>
                <a:gd name="csY22" fmla="*/ 42040 h 57327"/>
                <a:gd name="csX23" fmla="*/ 62582 w 65926"/>
                <a:gd name="csY23" fmla="*/ 42040 h 57327"/>
                <a:gd name="csX24" fmla="*/ 61149 w 65926"/>
                <a:gd name="csY24" fmla="*/ 42996 h 57327"/>
                <a:gd name="csX25" fmla="*/ 59716 w 65926"/>
                <a:gd name="csY25" fmla="*/ 43951 h 57327"/>
                <a:gd name="csX26" fmla="*/ 59716 w 65926"/>
                <a:gd name="csY26" fmla="*/ 43951 h 57327"/>
                <a:gd name="csX27" fmla="*/ 59239 w 65926"/>
                <a:gd name="csY27" fmla="*/ 44907 h 57327"/>
                <a:gd name="csX28" fmla="*/ 60194 w 65926"/>
                <a:gd name="csY28" fmla="*/ 46817 h 57327"/>
                <a:gd name="csX29" fmla="*/ 60672 w 65926"/>
                <a:gd name="csY29" fmla="*/ 48251 h 57327"/>
                <a:gd name="csX30" fmla="*/ 60672 w 65926"/>
                <a:gd name="csY30" fmla="*/ 49684 h 57327"/>
                <a:gd name="csX31" fmla="*/ 60194 w 65926"/>
                <a:gd name="csY31" fmla="*/ 50162 h 57327"/>
                <a:gd name="csX32" fmla="*/ 57328 w 65926"/>
                <a:gd name="csY32" fmla="*/ 52073 h 57327"/>
                <a:gd name="csX33" fmla="*/ 56850 w 65926"/>
                <a:gd name="csY33" fmla="*/ 52550 h 57327"/>
                <a:gd name="csX34" fmla="*/ 56850 w 65926"/>
                <a:gd name="csY34" fmla="*/ 52550 h 57327"/>
                <a:gd name="csX35" fmla="*/ 56850 w 65926"/>
                <a:gd name="csY35" fmla="*/ 52550 h 57327"/>
                <a:gd name="csX36" fmla="*/ 56850 w 65926"/>
                <a:gd name="csY36" fmla="*/ 53028 h 57327"/>
                <a:gd name="csX37" fmla="*/ 56850 w 65926"/>
                <a:gd name="csY37" fmla="*/ 53028 h 57327"/>
                <a:gd name="csX38" fmla="*/ 58283 w 65926"/>
                <a:gd name="csY38" fmla="*/ 53983 h 57327"/>
                <a:gd name="csX39" fmla="*/ 58761 w 65926"/>
                <a:gd name="csY39" fmla="*/ 54461 h 57327"/>
                <a:gd name="csX40" fmla="*/ 59239 w 65926"/>
                <a:gd name="csY40" fmla="*/ 54939 h 57327"/>
                <a:gd name="csX41" fmla="*/ 59716 w 65926"/>
                <a:gd name="csY41" fmla="*/ 55894 h 57327"/>
                <a:gd name="csX42" fmla="*/ 59716 w 65926"/>
                <a:gd name="csY42" fmla="*/ 56372 h 57327"/>
                <a:gd name="csX43" fmla="*/ 59716 w 65926"/>
                <a:gd name="csY43" fmla="*/ 56372 h 57327"/>
                <a:gd name="csX44" fmla="*/ 59716 w 65926"/>
                <a:gd name="csY44" fmla="*/ 57328 h 57327"/>
                <a:gd name="csX45" fmla="*/ 58283 w 65926"/>
                <a:gd name="csY45" fmla="*/ 55417 h 57327"/>
                <a:gd name="csX46" fmla="*/ 56850 w 65926"/>
                <a:gd name="csY46" fmla="*/ 53506 h 57327"/>
                <a:gd name="csX47" fmla="*/ 54939 w 65926"/>
                <a:gd name="csY47" fmla="*/ 52073 h 57327"/>
                <a:gd name="csX48" fmla="*/ 54939 w 65926"/>
                <a:gd name="csY48" fmla="*/ 49206 h 57327"/>
                <a:gd name="csX49" fmla="*/ 53983 w 65926"/>
                <a:gd name="csY49" fmla="*/ 47773 h 57327"/>
                <a:gd name="csX50" fmla="*/ 51595 w 65926"/>
                <a:gd name="csY50" fmla="*/ 46340 h 57327"/>
                <a:gd name="csX51" fmla="*/ 49684 w 65926"/>
                <a:gd name="csY51" fmla="*/ 45384 h 57327"/>
                <a:gd name="csX52" fmla="*/ 48251 w 65926"/>
                <a:gd name="csY52" fmla="*/ 45862 h 57327"/>
                <a:gd name="csX53" fmla="*/ 49206 w 65926"/>
                <a:gd name="csY53" fmla="*/ 47295 h 57327"/>
                <a:gd name="csX54" fmla="*/ 51595 w 65926"/>
                <a:gd name="csY54" fmla="*/ 49206 h 57327"/>
                <a:gd name="csX55" fmla="*/ 51595 w 65926"/>
                <a:gd name="csY55" fmla="*/ 50162 h 57327"/>
                <a:gd name="csX56" fmla="*/ 51595 w 65926"/>
                <a:gd name="csY56" fmla="*/ 51117 h 57327"/>
                <a:gd name="csX57" fmla="*/ 50162 w 65926"/>
                <a:gd name="csY57" fmla="*/ 51117 h 57327"/>
                <a:gd name="csX58" fmla="*/ 48251 w 65926"/>
                <a:gd name="csY58" fmla="*/ 50639 h 57327"/>
                <a:gd name="csX59" fmla="*/ 46817 w 65926"/>
                <a:gd name="csY59" fmla="*/ 50639 h 57327"/>
                <a:gd name="csX60" fmla="*/ 45384 w 65926"/>
                <a:gd name="csY60" fmla="*/ 49684 h 57327"/>
                <a:gd name="csX61" fmla="*/ 42996 w 65926"/>
                <a:gd name="csY61" fmla="*/ 47295 h 57327"/>
                <a:gd name="csX62" fmla="*/ 44907 w 65926"/>
                <a:gd name="csY62" fmla="*/ 45384 h 57327"/>
                <a:gd name="csX63" fmla="*/ 45384 w 65926"/>
                <a:gd name="csY63" fmla="*/ 43951 h 57327"/>
                <a:gd name="csX64" fmla="*/ 45384 w 65926"/>
                <a:gd name="csY64" fmla="*/ 41085 h 57327"/>
                <a:gd name="csX65" fmla="*/ 44907 w 65926"/>
                <a:gd name="csY65" fmla="*/ 39651 h 57327"/>
                <a:gd name="csX66" fmla="*/ 42996 w 65926"/>
                <a:gd name="csY66" fmla="*/ 37741 h 57327"/>
                <a:gd name="csX67" fmla="*/ 39651 w 65926"/>
                <a:gd name="csY67" fmla="*/ 35352 h 57327"/>
                <a:gd name="csX68" fmla="*/ 35352 w 65926"/>
                <a:gd name="csY68" fmla="*/ 33441 h 57327"/>
                <a:gd name="csX69" fmla="*/ 33441 w 65926"/>
                <a:gd name="csY69" fmla="*/ 32008 h 57327"/>
                <a:gd name="csX70" fmla="*/ 28186 w 65926"/>
                <a:gd name="csY70" fmla="*/ 30575 h 57327"/>
                <a:gd name="csX71" fmla="*/ 26275 w 65926"/>
                <a:gd name="csY71" fmla="*/ 30097 h 57327"/>
                <a:gd name="csX72" fmla="*/ 24364 w 65926"/>
                <a:gd name="csY72" fmla="*/ 28664 h 57327"/>
                <a:gd name="csX73" fmla="*/ 24364 w 65926"/>
                <a:gd name="csY73" fmla="*/ 27708 h 57327"/>
                <a:gd name="csX74" fmla="*/ 24842 w 65926"/>
                <a:gd name="csY74" fmla="*/ 25798 h 57327"/>
                <a:gd name="csX75" fmla="*/ 23409 w 65926"/>
                <a:gd name="csY75" fmla="*/ 23886 h 57327"/>
                <a:gd name="csX76" fmla="*/ 17198 w 65926"/>
                <a:gd name="csY76" fmla="*/ 20065 h 57327"/>
                <a:gd name="csX77" fmla="*/ 13854 w 65926"/>
                <a:gd name="csY77" fmla="*/ 18632 h 57327"/>
                <a:gd name="csX78" fmla="*/ 12899 w 65926"/>
                <a:gd name="csY78" fmla="*/ 17676 h 57327"/>
                <a:gd name="csX79" fmla="*/ 12421 w 65926"/>
                <a:gd name="csY79" fmla="*/ 17198 h 57327"/>
                <a:gd name="csX80" fmla="*/ 12899 w 65926"/>
                <a:gd name="csY80" fmla="*/ 20065 h 57327"/>
                <a:gd name="csX81" fmla="*/ 14809 w 65926"/>
                <a:gd name="csY81" fmla="*/ 21498 h 57327"/>
                <a:gd name="csX82" fmla="*/ 18632 w 65926"/>
                <a:gd name="csY82" fmla="*/ 23409 h 57327"/>
                <a:gd name="csX83" fmla="*/ 19587 w 65926"/>
                <a:gd name="csY83" fmla="*/ 24364 h 57327"/>
                <a:gd name="csX84" fmla="*/ 20065 w 65926"/>
                <a:gd name="csY84" fmla="*/ 25320 h 57327"/>
                <a:gd name="csX85" fmla="*/ 17676 w 65926"/>
                <a:gd name="csY85" fmla="*/ 27708 h 57327"/>
                <a:gd name="csX86" fmla="*/ 16721 w 65926"/>
                <a:gd name="csY86" fmla="*/ 28186 h 57327"/>
                <a:gd name="csX87" fmla="*/ 16243 w 65926"/>
                <a:gd name="csY87" fmla="*/ 29142 h 57327"/>
                <a:gd name="csX88" fmla="*/ 15287 w 65926"/>
                <a:gd name="csY88" fmla="*/ 29619 h 57327"/>
                <a:gd name="csX89" fmla="*/ 14809 w 65926"/>
                <a:gd name="csY89" fmla="*/ 29142 h 57327"/>
                <a:gd name="csX90" fmla="*/ 11466 w 65926"/>
                <a:gd name="csY90" fmla="*/ 25320 h 57327"/>
                <a:gd name="csX91" fmla="*/ 5255 w 65926"/>
                <a:gd name="csY91" fmla="*/ 23886 h 57327"/>
                <a:gd name="csX92" fmla="*/ 4300 w 65926"/>
                <a:gd name="csY92" fmla="*/ 22931 h 57327"/>
                <a:gd name="csX93" fmla="*/ 1911 w 65926"/>
                <a:gd name="csY93" fmla="*/ 19587 h 57327"/>
                <a:gd name="csX94" fmla="*/ 956 w 65926"/>
                <a:gd name="csY94" fmla="*/ 16721 h 57327"/>
                <a:gd name="csX95" fmla="*/ 1433 w 65926"/>
                <a:gd name="csY95" fmla="*/ 14810 h 57327"/>
                <a:gd name="csX96" fmla="*/ 3822 w 65926"/>
                <a:gd name="csY96" fmla="*/ 11466 h 57327"/>
                <a:gd name="csX97" fmla="*/ 4777 w 65926"/>
                <a:gd name="csY97" fmla="*/ 10510 h 57327"/>
                <a:gd name="csX98" fmla="*/ 4300 w 65926"/>
                <a:gd name="csY98" fmla="*/ 9555 h 57327"/>
                <a:gd name="csX99" fmla="*/ 4777 w 65926"/>
                <a:gd name="csY99" fmla="*/ 8121 h 57327"/>
                <a:gd name="csX100" fmla="*/ 3822 w 65926"/>
                <a:gd name="csY100" fmla="*/ 7644 h 57327"/>
                <a:gd name="csX101" fmla="*/ 1433 w 65926"/>
                <a:gd name="csY101" fmla="*/ 6210 h 57327"/>
                <a:gd name="csX102" fmla="*/ 0 w 65926"/>
                <a:gd name="csY102" fmla="*/ 5733 h 57327"/>
                <a:gd name="csX103" fmla="*/ 0 w 65926"/>
                <a:gd name="csY103" fmla="*/ 5255 h 57327"/>
                <a:gd name="csX104" fmla="*/ 2866 w 65926"/>
                <a:gd name="csY104" fmla="*/ 3822 h 57327"/>
                <a:gd name="csX105" fmla="*/ 2866 w 65926"/>
                <a:gd name="csY105" fmla="*/ 2867 h 57327"/>
                <a:gd name="csX106" fmla="*/ 2866 w 65926"/>
                <a:gd name="csY106" fmla="*/ 2389 h 57327"/>
                <a:gd name="csX107" fmla="*/ 3344 w 65926"/>
                <a:gd name="csY107" fmla="*/ 2389 h 57327"/>
                <a:gd name="csX108" fmla="*/ 3822 w 65926"/>
                <a:gd name="csY108" fmla="*/ 2389 h 57327"/>
                <a:gd name="csX109" fmla="*/ 4300 w 65926"/>
                <a:gd name="csY109" fmla="*/ 1911 h 57327"/>
                <a:gd name="csX110" fmla="*/ 4777 w 65926"/>
                <a:gd name="csY110" fmla="*/ 956 h 57327"/>
                <a:gd name="csX111" fmla="*/ 5255 w 65926"/>
                <a:gd name="csY111" fmla="*/ 478 h 57327"/>
                <a:gd name="csX112" fmla="*/ 6210 w 65926"/>
                <a:gd name="csY112" fmla="*/ 0 h 57327"/>
                <a:gd name="csX113" fmla="*/ 7166 w 65926"/>
                <a:gd name="csY113" fmla="*/ 478 h 57327"/>
                <a:gd name="csX114" fmla="*/ 10510 w 65926"/>
                <a:gd name="csY114" fmla="*/ 1433 h 57327"/>
                <a:gd name="csX115" fmla="*/ 14332 w 65926"/>
                <a:gd name="csY115" fmla="*/ 2867 h 57327"/>
                <a:gd name="csX116" fmla="*/ 19587 w 65926"/>
                <a:gd name="csY116" fmla="*/ 4777 h 57327"/>
                <a:gd name="csX117" fmla="*/ 21975 w 65926"/>
                <a:gd name="csY117" fmla="*/ 3344 h 57327"/>
                <a:gd name="csX118" fmla="*/ 23886 w 65926"/>
                <a:gd name="csY118" fmla="*/ 2867 h 57327"/>
                <a:gd name="csX119" fmla="*/ 24842 w 65926"/>
                <a:gd name="csY119" fmla="*/ 2867 h 57327"/>
                <a:gd name="csX120" fmla="*/ 28186 w 65926"/>
                <a:gd name="csY120" fmla="*/ 3822 h 57327"/>
                <a:gd name="csX121" fmla="*/ 29619 w 65926"/>
                <a:gd name="csY121" fmla="*/ 4300 h 57327"/>
                <a:gd name="csX122" fmla="*/ 30575 w 65926"/>
                <a:gd name="csY122" fmla="*/ 3822 h 57327"/>
                <a:gd name="csX123" fmla="*/ 32486 w 65926"/>
                <a:gd name="csY123" fmla="*/ 5255 h 57327"/>
                <a:gd name="csX124" fmla="*/ 33441 w 65926"/>
                <a:gd name="csY124" fmla="*/ 6688 h 57327"/>
                <a:gd name="csX125" fmla="*/ 33919 w 65926"/>
                <a:gd name="csY125" fmla="*/ 7166 h 57327"/>
                <a:gd name="csX126" fmla="*/ 34397 w 65926"/>
                <a:gd name="csY126" fmla="*/ 7644 h 57327"/>
                <a:gd name="csX127" fmla="*/ 35830 w 65926"/>
                <a:gd name="csY127" fmla="*/ 7644 h 57327"/>
                <a:gd name="csX128" fmla="*/ 39174 w 65926"/>
                <a:gd name="csY128" fmla="*/ 8599 h 57327"/>
                <a:gd name="csX129" fmla="*/ 41563 w 65926"/>
                <a:gd name="csY129" fmla="*/ 8121 h 57327"/>
                <a:gd name="csX130" fmla="*/ 43473 w 65926"/>
                <a:gd name="csY130" fmla="*/ 7644 h 57327"/>
                <a:gd name="csX131" fmla="*/ 44429 w 65926"/>
                <a:gd name="csY131" fmla="*/ 6688 h 57327"/>
                <a:gd name="csX132" fmla="*/ 44907 w 65926"/>
                <a:gd name="csY132" fmla="*/ 5255 h 57327"/>
                <a:gd name="csX133" fmla="*/ 45384 w 65926"/>
                <a:gd name="csY133" fmla="*/ 5733 h 57327"/>
                <a:gd name="csX134" fmla="*/ 45862 w 65926"/>
                <a:gd name="csY134" fmla="*/ 7166 h 57327"/>
                <a:gd name="csX135" fmla="*/ 45862 w 65926"/>
                <a:gd name="csY135" fmla="*/ 8599 h 57327"/>
                <a:gd name="csX136" fmla="*/ 48728 w 65926"/>
                <a:gd name="csY136" fmla="*/ 13376 h 57327"/>
                <a:gd name="csX137" fmla="*/ 50639 w 65926"/>
                <a:gd name="csY137" fmla="*/ 16243 h 57327"/>
                <a:gd name="csX138" fmla="*/ 54939 w 65926"/>
                <a:gd name="csY138" fmla="*/ 21020 h 57327"/>
                <a:gd name="csX139" fmla="*/ 56850 w 65926"/>
                <a:gd name="csY139" fmla="*/ 21976 h 57327"/>
                <a:gd name="csX140" fmla="*/ 60194 w 65926"/>
                <a:gd name="csY140" fmla="*/ 26275 h 57327"/>
                <a:gd name="csX141" fmla="*/ 61149 w 65926"/>
                <a:gd name="csY141" fmla="*/ 26753 h 57327"/>
                <a:gd name="csX142" fmla="*/ 61627 w 65926"/>
                <a:gd name="csY142" fmla="*/ 28186 h 57327"/>
                <a:gd name="csX143" fmla="*/ 64971 w 65926"/>
                <a:gd name="csY143" fmla="*/ 29142 h 57327"/>
                <a:gd name="csX144" fmla="*/ 65927 w 65926"/>
                <a:gd name="csY144" fmla="*/ 29619 h 57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</a:cxnLst>
              <a:rect l="l" t="t" r="r" b="b"/>
              <a:pathLst>
                <a:path w="65926" h="57327">
                  <a:moveTo>
                    <a:pt x="65927" y="29619"/>
                  </a:moveTo>
                  <a:lnTo>
                    <a:pt x="65927" y="30097"/>
                  </a:lnTo>
                  <a:lnTo>
                    <a:pt x="65449" y="30575"/>
                  </a:lnTo>
                  <a:lnTo>
                    <a:pt x="64971" y="31052"/>
                  </a:lnTo>
                  <a:lnTo>
                    <a:pt x="64493" y="31052"/>
                  </a:lnTo>
                  <a:lnTo>
                    <a:pt x="63060" y="30575"/>
                  </a:lnTo>
                  <a:lnTo>
                    <a:pt x="61627" y="29619"/>
                  </a:lnTo>
                  <a:lnTo>
                    <a:pt x="60672" y="30097"/>
                  </a:lnTo>
                  <a:lnTo>
                    <a:pt x="60672" y="30097"/>
                  </a:lnTo>
                  <a:lnTo>
                    <a:pt x="60194" y="31052"/>
                  </a:lnTo>
                  <a:lnTo>
                    <a:pt x="59716" y="31530"/>
                  </a:lnTo>
                  <a:lnTo>
                    <a:pt x="58761" y="31530"/>
                  </a:lnTo>
                  <a:lnTo>
                    <a:pt x="58761" y="32008"/>
                  </a:lnTo>
                  <a:lnTo>
                    <a:pt x="58761" y="32008"/>
                  </a:lnTo>
                  <a:lnTo>
                    <a:pt x="58761" y="35830"/>
                  </a:lnTo>
                  <a:lnTo>
                    <a:pt x="58761" y="39174"/>
                  </a:lnTo>
                  <a:lnTo>
                    <a:pt x="58761" y="39174"/>
                  </a:lnTo>
                  <a:lnTo>
                    <a:pt x="59716" y="39174"/>
                  </a:lnTo>
                  <a:lnTo>
                    <a:pt x="59716" y="39174"/>
                  </a:lnTo>
                  <a:lnTo>
                    <a:pt x="60672" y="39651"/>
                  </a:lnTo>
                  <a:lnTo>
                    <a:pt x="61627" y="40607"/>
                  </a:lnTo>
                  <a:lnTo>
                    <a:pt x="62582" y="41085"/>
                  </a:lnTo>
                  <a:lnTo>
                    <a:pt x="63060" y="42040"/>
                  </a:lnTo>
                  <a:lnTo>
                    <a:pt x="62582" y="42040"/>
                  </a:lnTo>
                  <a:lnTo>
                    <a:pt x="61149" y="42996"/>
                  </a:lnTo>
                  <a:lnTo>
                    <a:pt x="59716" y="43951"/>
                  </a:lnTo>
                  <a:lnTo>
                    <a:pt x="59716" y="43951"/>
                  </a:lnTo>
                  <a:lnTo>
                    <a:pt x="59239" y="44907"/>
                  </a:lnTo>
                  <a:lnTo>
                    <a:pt x="60194" y="46817"/>
                  </a:lnTo>
                  <a:lnTo>
                    <a:pt x="60672" y="48251"/>
                  </a:lnTo>
                  <a:lnTo>
                    <a:pt x="60672" y="49684"/>
                  </a:lnTo>
                  <a:lnTo>
                    <a:pt x="60194" y="50162"/>
                  </a:lnTo>
                  <a:lnTo>
                    <a:pt x="57328" y="52073"/>
                  </a:lnTo>
                  <a:lnTo>
                    <a:pt x="56850" y="52550"/>
                  </a:lnTo>
                  <a:lnTo>
                    <a:pt x="56850" y="52550"/>
                  </a:lnTo>
                  <a:lnTo>
                    <a:pt x="56850" y="52550"/>
                  </a:lnTo>
                  <a:lnTo>
                    <a:pt x="56850" y="53028"/>
                  </a:lnTo>
                  <a:lnTo>
                    <a:pt x="56850" y="53028"/>
                  </a:lnTo>
                  <a:lnTo>
                    <a:pt x="58283" y="53983"/>
                  </a:lnTo>
                  <a:lnTo>
                    <a:pt x="58761" y="54461"/>
                  </a:lnTo>
                  <a:lnTo>
                    <a:pt x="59239" y="54939"/>
                  </a:lnTo>
                  <a:lnTo>
                    <a:pt x="59716" y="55894"/>
                  </a:lnTo>
                  <a:lnTo>
                    <a:pt x="59716" y="56372"/>
                  </a:lnTo>
                  <a:lnTo>
                    <a:pt x="59716" y="56372"/>
                  </a:lnTo>
                  <a:lnTo>
                    <a:pt x="59716" y="57328"/>
                  </a:lnTo>
                  <a:lnTo>
                    <a:pt x="58283" y="55417"/>
                  </a:lnTo>
                  <a:lnTo>
                    <a:pt x="56850" y="53506"/>
                  </a:lnTo>
                  <a:lnTo>
                    <a:pt x="54939" y="52073"/>
                  </a:lnTo>
                  <a:lnTo>
                    <a:pt x="54939" y="49206"/>
                  </a:lnTo>
                  <a:lnTo>
                    <a:pt x="53983" y="47773"/>
                  </a:lnTo>
                  <a:lnTo>
                    <a:pt x="51595" y="46340"/>
                  </a:lnTo>
                  <a:lnTo>
                    <a:pt x="49684" y="45384"/>
                  </a:lnTo>
                  <a:lnTo>
                    <a:pt x="48251" y="45862"/>
                  </a:lnTo>
                  <a:lnTo>
                    <a:pt x="49206" y="47295"/>
                  </a:lnTo>
                  <a:lnTo>
                    <a:pt x="51595" y="49206"/>
                  </a:lnTo>
                  <a:lnTo>
                    <a:pt x="51595" y="50162"/>
                  </a:lnTo>
                  <a:lnTo>
                    <a:pt x="51595" y="51117"/>
                  </a:lnTo>
                  <a:lnTo>
                    <a:pt x="50162" y="51117"/>
                  </a:lnTo>
                  <a:lnTo>
                    <a:pt x="48251" y="50639"/>
                  </a:lnTo>
                  <a:lnTo>
                    <a:pt x="46817" y="50639"/>
                  </a:lnTo>
                  <a:lnTo>
                    <a:pt x="45384" y="49684"/>
                  </a:lnTo>
                  <a:lnTo>
                    <a:pt x="42996" y="47295"/>
                  </a:lnTo>
                  <a:lnTo>
                    <a:pt x="44907" y="45384"/>
                  </a:lnTo>
                  <a:lnTo>
                    <a:pt x="45384" y="43951"/>
                  </a:lnTo>
                  <a:lnTo>
                    <a:pt x="45384" y="41085"/>
                  </a:lnTo>
                  <a:lnTo>
                    <a:pt x="44907" y="39651"/>
                  </a:lnTo>
                  <a:lnTo>
                    <a:pt x="42996" y="37741"/>
                  </a:lnTo>
                  <a:lnTo>
                    <a:pt x="39651" y="35352"/>
                  </a:lnTo>
                  <a:lnTo>
                    <a:pt x="35352" y="33441"/>
                  </a:lnTo>
                  <a:lnTo>
                    <a:pt x="33441" y="32008"/>
                  </a:lnTo>
                  <a:lnTo>
                    <a:pt x="28186" y="30575"/>
                  </a:lnTo>
                  <a:lnTo>
                    <a:pt x="26275" y="30097"/>
                  </a:lnTo>
                  <a:lnTo>
                    <a:pt x="24364" y="28664"/>
                  </a:lnTo>
                  <a:lnTo>
                    <a:pt x="24364" y="27708"/>
                  </a:lnTo>
                  <a:lnTo>
                    <a:pt x="24842" y="25798"/>
                  </a:lnTo>
                  <a:lnTo>
                    <a:pt x="23409" y="23886"/>
                  </a:lnTo>
                  <a:lnTo>
                    <a:pt x="17198" y="20065"/>
                  </a:lnTo>
                  <a:lnTo>
                    <a:pt x="13854" y="18632"/>
                  </a:lnTo>
                  <a:lnTo>
                    <a:pt x="12899" y="17676"/>
                  </a:lnTo>
                  <a:lnTo>
                    <a:pt x="12421" y="17198"/>
                  </a:lnTo>
                  <a:lnTo>
                    <a:pt x="12899" y="20065"/>
                  </a:lnTo>
                  <a:lnTo>
                    <a:pt x="14809" y="21498"/>
                  </a:lnTo>
                  <a:lnTo>
                    <a:pt x="18632" y="23409"/>
                  </a:lnTo>
                  <a:lnTo>
                    <a:pt x="19587" y="24364"/>
                  </a:lnTo>
                  <a:lnTo>
                    <a:pt x="20065" y="25320"/>
                  </a:lnTo>
                  <a:lnTo>
                    <a:pt x="17676" y="27708"/>
                  </a:lnTo>
                  <a:lnTo>
                    <a:pt x="16721" y="28186"/>
                  </a:lnTo>
                  <a:lnTo>
                    <a:pt x="16243" y="29142"/>
                  </a:lnTo>
                  <a:lnTo>
                    <a:pt x="15287" y="29619"/>
                  </a:lnTo>
                  <a:lnTo>
                    <a:pt x="14809" y="29142"/>
                  </a:lnTo>
                  <a:lnTo>
                    <a:pt x="11466" y="25320"/>
                  </a:lnTo>
                  <a:lnTo>
                    <a:pt x="5255" y="23886"/>
                  </a:lnTo>
                  <a:lnTo>
                    <a:pt x="4300" y="22931"/>
                  </a:lnTo>
                  <a:lnTo>
                    <a:pt x="1911" y="19587"/>
                  </a:lnTo>
                  <a:lnTo>
                    <a:pt x="956" y="16721"/>
                  </a:lnTo>
                  <a:lnTo>
                    <a:pt x="1433" y="14810"/>
                  </a:lnTo>
                  <a:lnTo>
                    <a:pt x="3822" y="11466"/>
                  </a:lnTo>
                  <a:lnTo>
                    <a:pt x="4777" y="10510"/>
                  </a:lnTo>
                  <a:lnTo>
                    <a:pt x="4300" y="9555"/>
                  </a:lnTo>
                  <a:lnTo>
                    <a:pt x="4777" y="8121"/>
                  </a:lnTo>
                  <a:lnTo>
                    <a:pt x="3822" y="7644"/>
                  </a:lnTo>
                  <a:lnTo>
                    <a:pt x="1433" y="6210"/>
                  </a:lnTo>
                  <a:lnTo>
                    <a:pt x="0" y="5733"/>
                  </a:lnTo>
                  <a:lnTo>
                    <a:pt x="0" y="5255"/>
                  </a:lnTo>
                  <a:lnTo>
                    <a:pt x="2866" y="3822"/>
                  </a:lnTo>
                  <a:lnTo>
                    <a:pt x="2866" y="2867"/>
                  </a:lnTo>
                  <a:lnTo>
                    <a:pt x="2866" y="2389"/>
                  </a:lnTo>
                  <a:lnTo>
                    <a:pt x="3344" y="2389"/>
                  </a:lnTo>
                  <a:lnTo>
                    <a:pt x="3822" y="2389"/>
                  </a:lnTo>
                  <a:lnTo>
                    <a:pt x="4300" y="1911"/>
                  </a:lnTo>
                  <a:lnTo>
                    <a:pt x="4777" y="956"/>
                  </a:lnTo>
                  <a:lnTo>
                    <a:pt x="5255" y="478"/>
                  </a:lnTo>
                  <a:lnTo>
                    <a:pt x="6210" y="0"/>
                  </a:lnTo>
                  <a:lnTo>
                    <a:pt x="7166" y="478"/>
                  </a:lnTo>
                  <a:lnTo>
                    <a:pt x="10510" y="1433"/>
                  </a:lnTo>
                  <a:lnTo>
                    <a:pt x="14332" y="2867"/>
                  </a:lnTo>
                  <a:lnTo>
                    <a:pt x="19587" y="4777"/>
                  </a:lnTo>
                  <a:lnTo>
                    <a:pt x="21975" y="3344"/>
                  </a:lnTo>
                  <a:lnTo>
                    <a:pt x="23886" y="2867"/>
                  </a:lnTo>
                  <a:lnTo>
                    <a:pt x="24842" y="2867"/>
                  </a:lnTo>
                  <a:lnTo>
                    <a:pt x="28186" y="3822"/>
                  </a:lnTo>
                  <a:lnTo>
                    <a:pt x="29619" y="4300"/>
                  </a:lnTo>
                  <a:lnTo>
                    <a:pt x="30575" y="3822"/>
                  </a:lnTo>
                  <a:lnTo>
                    <a:pt x="32486" y="5255"/>
                  </a:lnTo>
                  <a:lnTo>
                    <a:pt x="33441" y="6688"/>
                  </a:lnTo>
                  <a:lnTo>
                    <a:pt x="33919" y="7166"/>
                  </a:lnTo>
                  <a:lnTo>
                    <a:pt x="34397" y="7644"/>
                  </a:lnTo>
                  <a:lnTo>
                    <a:pt x="35830" y="7644"/>
                  </a:lnTo>
                  <a:lnTo>
                    <a:pt x="39174" y="8599"/>
                  </a:lnTo>
                  <a:lnTo>
                    <a:pt x="41563" y="8121"/>
                  </a:lnTo>
                  <a:lnTo>
                    <a:pt x="43473" y="7644"/>
                  </a:lnTo>
                  <a:lnTo>
                    <a:pt x="44429" y="6688"/>
                  </a:lnTo>
                  <a:lnTo>
                    <a:pt x="44907" y="5255"/>
                  </a:lnTo>
                  <a:lnTo>
                    <a:pt x="45384" y="5733"/>
                  </a:lnTo>
                  <a:lnTo>
                    <a:pt x="45862" y="7166"/>
                  </a:lnTo>
                  <a:lnTo>
                    <a:pt x="45862" y="8599"/>
                  </a:lnTo>
                  <a:lnTo>
                    <a:pt x="48728" y="13376"/>
                  </a:lnTo>
                  <a:lnTo>
                    <a:pt x="50639" y="16243"/>
                  </a:lnTo>
                  <a:lnTo>
                    <a:pt x="54939" y="21020"/>
                  </a:lnTo>
                  <a:lnTo>
                    <a:pt x="56850" y="21976"/>
                  </a:lnTo>
                  <a:lnTo>
                    <a:pt x="60194" y="26275"/>
                  </a:lnTo>
                  <a:lnTo>
                    <a:pt x="61149" y="26753"/>
                  </a:lnTo>
                  <a:lnTo>
                    <a:pt x="61627" y="28186"/>
                  </a:lnTo>
                  <a:lnTo>
                    <a:pt x="64971" y="29142"/>
                  </a:lnTo>
                  <a:lnTo>
                    <a:pt x="65927" y="2961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0" name="Freeform 2949">
              <a:extLst>
                <a:ext uri="{FF2B5EF4-FFF2-40B4-BE49-F238E27FC236}">
                  <a16:creationId xmlns:a16="http://schemas.microsoft.com/office/drawing/2014/main" id="{E66616EF-FD1E-6D3B-17CA-CE77540A5AD6}"/>
                </a:ext>
              </a:extLst>
            </p:cNvPr>
            <p:cNvSpPr/>
            <p:nvPr/>
          </p:nvSpPr>
          <p:spPr>
            <a:xfrm>
              <a:off x="4243842" y="3899825"/>
              <a:ext cx="1433" cy="2388"/>
            </a:xfrm>
            <a:custGeom>
              <a:avLst/>
              <a:gdLst>
                <a:gd name="csX0" fmla="*/ 956 w 1433"/>
                <a:gd name="csY0" fmla="*/ 478 h 2388"/>
                <a:gd name="csX1" fmla="*/ 1433 w 1433"/>
                <a:gd name="csY1" fmla="*/ 1433 h 2388"/>
                <a:gd name="csX2" fmla="*/ 956 w 1433"/>
                <a:gd name="csY2" fmla="*/ 2389 h 2388"/>
                <a:gd name="csX3" fmla="*/ 0 w 1433"/>
                <a:gd name="csY3" fmla="*/ 2389 h 2388"/>
                <a:gd name="csX4" fmla="*/ 0 w 1433"/>
                <a:gd name="csY4" fmla="*/ 1911 h 2388"/>
                <a:gd name="csX5" fmla="*/ 478 w 1433"/>
                <a:gd name="csY5" fmla="*/ 956 h 2388"/>
                <a:gd name="csX6" fmla="*/ 956 w 1433"/>
                <a:gd name="csY6" fmla="*/ 0 h 2388"/>
                <a:gd name="csX7" fmla="*/ 956 w 1433"/>
                <a:gd name="csY7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2388">
                  <a:moveTo>
                    <a:pt x="956" y="478"/>
                  </a:moveTo>
                  <a:lnTo>
                    <a:pt x="1433" y="1433"/>
                  </a:lnTo>
                  <a:lnTo>
                    <a:pt x="956" y="2389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1" name="Freeform 2950">
              <a:extLst>
                <a:ext uri="{FF2B5EF4-FFF2-40B4-BE49-F238E27FC236}">
                  <a16:creationId xmlns:a16="http://schemas.microsoft.com/office/drawing/2014/main" id="{85B63542-E8F7-0827-C407-83B068AB9CA5}"/>
                </a:ext>
              </a:extLst>
            </p:cNvPr>
            <p:cNvSpPr/>
            <p:nvPr/>
          </p:nvSpPr>
          <p:spPr>
            <a:xfrm>
              <a:off x="4240976" y="4570557"/>
              <a:ext cx="1910" cy="1433"/>
            </a:xfrm>
            <a:custGeom>
              <a:avLst/>
              <a:gdLst>
                <a:gd name="csX0" fmla="*/ 1911 w 1910"/>
                <a:gd name="csY0" fmla="*/ 1433 h 1433"/>
                <a:gd name="csX1" fmla="*/ 956 w 1910"/>
                <a:gd name="csY1" fmla="*/ 956 h 1433"/>
                <a:gd name="csX2" fmla="*/ 0 w 1910"/>
                <a:gd name="csY2" fmla="*/ 0 h 1433"/>
                <a:gd name="csX3" fmla="*/ 956 w 1910"/>
                <a:gd name="csY3" fmla="*/ 956 h 1433"/>
                <a:gd name="csX4" fmla="*/ 1911 w 1910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1433">
                  <a:moveTo>
                    <a:pt x="1911" y="1433"/>
                  </a:moveTo>
                  <a:lnTo>
                    <a:pt x="956" y="956"/>
                  </a:lnTo>
                  <a:lnTo>
                    <a:pt x="0" y="0"/>
                  </a:lnTo>
                  <a:lnTo>
                    <a:pt x="956" y="956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2" name="Freeform 2951">
              <a:extLst>
                <a:ext uri="{FF2B5EF4-FFF2-40B4-BE49-F238E27FC236}">
                  <a16:creationId xmlns:a16="http://schemas.microsoft.com/office/drawing/2014/main" id="{7A7D88F4-A55F-1A88-ECCA-7F669B532AD5}"/>
                </a:ext>
              </a:extLst>
            </p:cNvPr>
            <p:cNvSpPr/>
            <p:nvPr/>
          </p:nvSpPr>
          <p:spPr>
            <a:xfrm>
              <a:off x="4232854" y="3111571"/>
              <a:ext cx="6210" cy="6210"/>
            </a:xfrm>
            <a:custGeom>
              <a:avLst/>
              <a:gdLst>
                <a:gd name="csX0" fmla="*/ 5733 w 6210"/>
                <a:gd name="csY0" fmla="*/ 2866 h 6210"/>
                <a:gd name="csX1" fmla="*/ 6210 w 6210"/>
                <a:gd name="csY1" fmla="*/ 3822 h 6210"/>
                <a:gd name="csX2" fmla="*/ 4777 w 6210"/>
                <a:gd name="csY2" fmla="*/ 5733 h 6210"/>
                <a:gd name="csX3" fmla="*/ 3822 w 6210"/>
                <a:gd name="csY3" fmla="*/ 6210 h 6210"/>
                <a:gd name="csX4" fmla="*/ 1911 w 6210"/>
                <a:gd name="csY4" fmla="*/ 4777 h 6210"/>
                <a:gd name="csX5" fmla="*/ 478 w 6210"/>
                <a:gd name="csY5" fmla="*/ 2866 h 6210"/>
                <a:gd name="csX6" fmla="*/ 478 w 6210"/>
                <a:gd name="csY6" fmla="*/ 1911 h 6210"/>
                <a:gd name="csX7" fmla="*/ 0 w 6210"/>
                <a:gd name="csY7" fmla="*/ 478 h 6210"/>
                <a:gd name="csX8" fmla="*/ 478 w 6210"/>
                <a:gd name="csY8" fmla="*/ 0 h 6210"/>
                <a:gd name="csX9" fmla="*/ 2389 w 6210"/>
                <a:gd name="csY9" fmla="*/ 2389 h 6210"/>
                <a:gd name="csX10" fmla="*/ 4300 w 6210"/>
                <a:gd name="csY10" fmla="*/ 3344 h 6210"/>
                <a:gd name="csX11" fmla="*/ 5733 w 6210"/>
                <a:gd name="csY11" fmla="*/ 286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210" h="6210">
                  <a:moveTo>
                    <a:pt x="5733" y="2866"/>
                  </a:moveTo>
                  <a:lnTo>
                    <a:pt x="6210" y="3822"/>
                  </a:lnTo>
                  <a:lnTo>
                    <a:pt x="4777" y="5733"/>
                  </a:lnTo>
                  <a:lnTo>
                    <a:pt x="3822" y="6210"/>
                  </a:lnTo>
                  <a:lnTo>
                    <a:pt x="1911" y="4777"/>
                  </a:lnTo>
                  <a:lnTo>
                    <a:pt x="478" y="2866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2389"/>
                  </a:lnTo>
                  <a:lnTo>
                    <a:pt x="4300" y="3344"/>
                  </a:lnTo>
                  <a:lnTo>
                    <a:pt x="57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3" name="Freeform 2952">
              <a:extLst>
                <a:ext uri="{FF2B5EF4-FFF2-40B4-BE49-F238E27FC236}">
                  <a16:creationId xmlns:a16="http://schemas.microsoft.com/office/drawing/2014/main" id="{3B3A85D9-0701-3868-E9A1-1C919AF4870F}"/>
                </a:ext>
              </a:extLst>
            </p:cNvPr>
            <p:cNvSpPr/>
            <p:nvPr/>
          </p:nvSpPr>
          <p:spPr>
            <a:xfrm>
              <a:off x="4237154" y="4583934"/>
              <a:ext cx="1433" cy="955"/>
            </a:xfrm>
            <a:custGeom>
              <a:avLst/>
              <a:gdLst>
                <a:gd name="csX0" fmla="*/ 1433 w 1433"/>
                <a:gd name="csY0" fmla="*/ 955 h 955"/>
                <a:gd name="csX1" fmla="*/ 1433 w 1433"/>
                <a:gd name="csY1" fmla="*/ 955 h 955"/>
                <a:gd name="csX2" fmla="*/ 0 w 1433"/>
                <a:gd name="csY2" fmla="*/ 0 h 955"/>
                <a:gd name="csX3" fmla="*/ 1433 w 1433"/>
                <a:gd name="csY3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955"/>
                  </a:moveTo>
                  <a:lnTo>
                    <a:pt x="1433" y="955"/>
                  </a:lnTo>
                  <a:lnTo>
                    <a:pt x="0" y="0"/>
                  </a:lnTo>
                  <a:lnTo>
                    <a:pt x="1433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4" name="Freeform 2953">
              <a:extLst>
                <a:ext uri="{FF2B5EF4-FFF2-40B4-BE49-F238E27FC236}">
                  <a16:creationId xmlns:a16="http://schemas.microsoft.com/office/drawing/2014/main" id="{D439982F-1F2A-5A3D-2D5F-945109DE8B91}"/>
                </a:ext>
              </a:extLst>
            </p:cNvPr>
            <p:cNvSpPr/>
            <p:nvPr/>
          </p:nvSpPr>
          <p:spPr>
            <a:xfrm>
              <a:off x="4144952" y="4460202"/>
              <a:ext cx="89813" cy="79302"/>
            </a:xfrm>
            <a:custGeom>
              <a:avLst/>
              <a:gdLst>
                <a:gd name="csX0" fmla="*/ 89813 w 89813"/>
                <a:gd name="csY0" fmla="*/ 478 h 79302"/>
                <a:gd name="csX1" fmla="*/ 89335 w 89813"/>
                <a:gd name="csY1" fmla="*/ 956 h 79302"/>
                <a:gd name="csX2" fmla="*/ 88380 w 89813"/>
                <a:gd name="csY2" fmla="*/ 1433 h 79302"/>
                <a:gd name="csX3" fmla="*/ 87425 w 89813"/>
                <a:gd name="csY3" fmla="*/ 3822 h 79302"/>
                <a:gd name="csX4" fmla="*/ 86947 w 89813"/>
                <a:gd name="csY4" fmla="*/ 3822 h 79302"/>
                <a:gd name="csX5" fmla="*/ 86947 w 89813"/>
                <a:gd name="csY5" fmla="*/ 2389 h 79302"/>
                <a:gd name="csX6" fmla="*/ 85991 w 89813"/>
                <a:gd name="csY6" fmla="*/ 1911 h 79302"/>
                <a:gd name="csX7" fmla="*/ 85036 w 89813"/>
                <a:gd name="csY7" fmla="*/ 2389 h 79302"/>
                <a:gd name="csX8" fmla="*/ 84558 w 89813"/>
                <a:gd name="csY8" fmla="*/ 3344 h 79302"/>
                <a:gd name="csX9" fmla="*/ 85514 w 89813"/>
                <a:gd name="csY9" fmla="*/ 4300 h 79302"/>
                <a:gd name="csX10" fmla="*/ 85991 w 89813"/>
                <a:gd name="csY10" fmla="*/ 4300 h 79302"/>
                <a:gd name="csX11" fmla="*/ 86947 w 89813"/>
                <a:gd name="csY11" fmla="*/ 4777 h 79302"/>
                <a:gd name="csX12" fmla="*/ 88858 w 89813"/>
                <a:gd name="csY12" fmla="*/ 12421 h 79302"/>
                <a:gd name="csX13" fmla="*/ 88380 w 89813"/>
                <a:gd name="csY13" fmla="*/ 13854 h 79302"/>
                <a:gd name="csX14" fmla="*/ 87425 w 89813"/>
                <a:gd name="csY14" fmla="*/ 15765 h 79302"/>
                <a:gd name="csX15" fmla="*/ 85991 w 89813"/>
                <a:gd name="csY15" fmla="*/ 17676 h 79302"/>
                <a:gd name="csX16" fmla="*/ 84558 w 89813"/>
                <a:gd name="csY16" fmla="*/ 19109 h 79302"/>
                <a:gd name="csX17" fmla="*/ 83125 w 89813"/>
                <a:gd name="csY17" fmla="*/ 23886 h 79302"/>
                <a:gd name="csX18" fmla="*/ 81692 w 89813"/>
                <a:gd name="csY18" fmla="*/ 31530 h 79302"/>
                <a:gd name="csX19" fmla="*/ 82647 w 89813"/>
                <a:gd name="csY19" fmla="*/ 38218 h 79302"/>
                <a:gd name="csX20" fmla="*/ 82170 w 89813"/>
                <a:gd name="csY20" fmla="*/ 44907 h 79302"/>
                <a:gd name="csX21" fmla="*/ 82647 w 89813"/>
                <a:gd name="csY21" fmla="*/ 46340 h 79302"/>
                <a:gd name="csX22" fmla="*/ 82647 w 89813"/>
                <a:gd name="csY22" fmla="*/ 48251 h 79302"/>
                <a:gd name="csX23" fmla="*/ 81692 w 89813"/>
                <a:gd name="csY23" fmla="*/ 48728 h 79302"/>
                <a:gd name="csX24" fmla="*/ 81214 w 89813"/>
                <a:gd name="csY24" fmla="*/ 48728 h 79302"/>
                <a:gd name="csX25" fmla="*/ 80259 w 89813"/>
                <a:gd name="csY25" fmla="*/ 47295 h 79302"/>
                <a:gd name="csX26" fmla="*/ 80259 w 89813"/>
                <a:gd name="csY26" fmla="*/ 46340 h 79302"/>
                <a:gd name="csX27" fmla="*/ 81214 w 89813"/>
                <a:gd name="csY27" fmla="*/ 45384 h 79302"/>
                <a:gd name="csX28" fmla="*/ 81214 w 89813"/>
                <a:gd name="csY28" fmla="*/ 43473 h 79302"/>
                <a:gd name="csX29" fmla="*/ 81214 w 89813"/>
                <a:gd name="csY29" fmla="*/ 42518 h 79302"/>
                <a:gd name="csX30" fmla="*/ 80259 w 89813"/>
                <a:gd name="csY30" fmla="*/ 44429 h 79302"/>
                <a:gd name="csX31" fmla="*/ 79303 w 89813"/>
                <a:gd name="csY31" fmla="*/ 45384 h 79302"/>
                <a:gd name="csX32" fmla="*/ 78348 w 89813"/>
                <a:gd name="csY32" fmla="*/ 45862 h 79302"/>
                <a:gd name="csX33" fmla="*/ 77870 w 89813"/>
                <a:gd name="csY33" fmla="*/ 46817 h 79302"/>
                <a:gd name="csX34" fmla="*/ 78825 w 89813"/>
                <a:gd name="csY34" fmla="*/ 48251 h 79302"/>
                <a:gd name="csX35" fmla="*/ 79781 w 89813"/>
                <a:gd name="csY35" fmla="*/ 49684 h 79302"/>
                <a:gd name="csX36" fmla="*/ 79781 w 89813"/>
                <a:gd name="csY36" fmla="*/ 50639 h 79302"/>
                <a:gd name="csX37" fmla="*/ 79781 w 89813"/>
                <a:gd name="csY37" fmla="*/ 51595 h 79302"/>
                <a:gd name="csX38" fmla="*/ 79303 w 89813"/>
                <a:gd name="csY38" fmla="*/ 55417 h 79302"/>
                <a:gd name="csX39" fmla="*/ 78825 w 89813"/>
                <a:gd name="csY39" fmla="*/ 55417 h 79302"/>
                <a:gd name="csX40" fmla="*/ 78825 w 89813"/>
                <a:gd name="csY40" fmla="*/ 54939 h 79302"/>
                <a:gd name="csX41" fmla="*/ 77392 w 89813"/>
                <a:gd name="csY41" fmla="*/ 54939 h 79302"/>
                <a:gd name="csX42" fmla="*/ 77392 w 89813"/>
                <a:gd name="csY42" fmla="*/ 56372 h 79302"/>
                <a:gd name="csX43" fmla="*/ 77392 w 89813"/>
                <a:gd name="csY43" fmla="*/ 57328 h 79302"/>
                <a:gd name="csX44" fmla="*/ 76915 w 89813"/>
                <a:gd name="csY44" fmla="*/ 57805 h 79302"/>
                <a:gd name="csX45" fmla="*/ 76437 w 89813"/>
                <a:gd name="csY45" fmla="*/ 58283 h 79302"/>
                <a:gd name="csX46" fmla="*/ 76915 w 89813"/>
                <a:gd name="csY46" fmla="*/ 58761 h 79302"/>
                <a:gd name="csX47" fmla="*/ 77870 w 89813"/>
                <a:gd name="csY47" fmla="*/ 59239 h 79302"/>
                <a:gd name="csX48" fmla="*/ 78825 w 89813"/>
                <a:gd name="csY48" fmla="*/ 59239 h 79302"/>
                <a:gd name="csX49" fmla="*/ 79781 w 89813"/>
                <a:gd name="csY49" fmla="*/ 61149 h 79302"/>
                <a:gd name="csX50" fmla="*/ 79781 w 89813"/>
                <a:gd name="csY50" fmla="*/ 62582 h 79302"/>
                <a:gd name="csX51" fmla="*/ 77870 w 89813"/>
                <a:gd name="csY51" fmla="*/ 64016 h 79302"/>
                <a:gd name="csX52" fmla="*/ 77392 w 89813"/>
                <a:gd name="csY52" fmla="*/ 64971 h 79302"/>
                <a:gd name="csX53" fmla="*/ 76437 w 89813"/>
                <a:gd name="csY53" fmla="*/ 66405 h 79302"/>
                <a:gd name="csX54" fmla="*/ 75959 w 89813"/>
                <a:gd name="csY54" fmla="*/ 67838 h 79302"/>
                <a:gd name="csX55" fmla="*/ 75481 w 89813"/>
                <a:gd name="csY55" fmla="*/ 68793 h 79302"/>
                <a:gd name="csX56" fmla="*/ 76437 w 89813"/>
                <a:gd name="csY56" fmla="*/ 72137 h 79302"/>
                <a:gd name="csX57" fmla="*/ 77392 w 89813"/>
                <a:gd name="csY57" fmla="*/ 74048 h 79302"/>
                <a:gd name="csX58" fmla="*/ 78825 w 89813"/>
                <a:gd name="csY58" fmla="*/ 75481 h 79302"/>
                <a:gd name="csX59" fmla="*/ 80259 w 89813"/>
                <a:gd name="csY59" fmla="*/ 75959 h 79302"/>
                <a:gd name="csX60" fmla="*/ 79781 w 89813"/>
                <a:gd name="csY60" fmla="*/ 77392 h 79302"/>
                <a:gd name="csX61" fmla="*/ 78825 w 89813"/>
                <a:gd name="csY61" fmla="*/ 78348 h 79302"/>
                <a:gd name="csX62" fmla="*/ 76915 w 89813"/>
                <a:gd name="csY62" fmla="*/ 78825 h 79302"/>
                <a:gd name="csX63" fmla="*/ 74526 w 89813"/>
                <a:gd name="csY63" fmla="*/ 79303 h 79302"/>
                <a:gd name="csX64" fmla="*/ 71182 w 89813"/>
                <a:gd name="csY64" fmla="*/ 78348 h 79302"/>
                <a:gd name="csX65" fmla="*/ 69749 w 89813"/>
                <a:gd name="csY65" fmla="*/ 78348 h 79302"/>
                <a:gd name="csX66" fmla="*/ 69271 w 89813"/>
                <a:gd name="csY66" fmla="*/ 77870 h 79302"/>
                <a:gd name="csX67" fmla="*/ 68793 w 89813"/>
                <a:gd name="csY67" fmla="*/ 77392 h 79302"/>
                <a:gd name="csX68" fmla="*/ 67838 w 89813"/>
                <a:gd name="csY68" fmla="*/ 75959 h 79302"/>
                <a:gd name="csX69" fmla="*/ 65927 w 89813"/>
                <a:gd name="csY69" fmla="*/ 74526 h 79302"/>
                <a:gd name="csX70" fmla="*/ 64971 w 89813"/>
                <a:gd name="csY70" fmla="*/ 75004 h 79302"/>
                <a:gd name="csX71" fmla="*/ 63538 w 89813"/>
                <a:gd name="csY71" fmla="*/ 74526 h 79302"/>
                <a:gd name="csX72" fmla="*/ 60194 w 89813"/>
                <a:gd name="csY72" fmla="*/ 73570 h 79302"/>
                <a:gd name="csX73" fmla="*/ 59239 w 89813"/>
                <a:gd name="csY73" fmla="*/ 73570 h 79302"/>
                <a:gd name="csX74" fmla="*/ 57328 w 89813"/>
                <a:gd name="csY74" fmla="*/ 74048 h 79302"/>
                <a:gd name="csX75" fmla="*/ 54939 w 89813"/>
                <a:gd name="csY75" fmla="*/ 75481 h 79302"/>
                <a:gd name="csX76" fmla="*/ 49684 w 89813"/>
                <a:gd name="csY76" fmla="*/ 73570 h 79302"/>
                <a:gd name="csX77" fmla="*/ 45862 w 89813"/>
                <a:gd name="csY77" fmla="*/ 72137 h 79302"/>
                <a:gd name="csX78" fmla="*/ 42518 w 89813"/>
                <a:gd name="csY78" fmla="*/ 71182 h 79302"/>
                <a:gd name="csX79" fmla="*/ 41563 w 89813"/>
                <a:gd name="csY79" fmla="*/ 70704 h 79302"/>
                <a:gd name="csX80" fmla="*/ 40607 w 89813"/>
                <a:gd name="csY80" fmla="*/ 71182 h 79302"/>
                <a:gd name="csX81" fmla="*/ 40129 w 89813"/>
                <a:gd name="csY81" fmla="*/ 71659 h 79302"/>
                <a:gd name="csX82" fmla="*/ 39652 w 89813"/>
                <a:gd name="csY82" fmla="*/ 72615 h 79302"/>
                <a:gd name="csX83" fmla="*/ 39174 w 89813"/>
                <a:gd name="csY83" fmla="*/ 73093 h 79302"/>
                <a:gd name="csX84" fmla="*/ 38696 w 89813"/>
                <a:gd name="csY84" fmla="*/ 73093 h 79302"/>
                <a:gd name="csX85" fmla="*/ 38218 w 89813"/>
                <a:gd name="csY85" fmla="*/ 73093 h 79302"/>
                <a:gd name="csX86" fmla="*/ 38218 w 89813"/>
                <a:gd name="csY86" fmla="*/ 72615 h 79302"/>
                <a:gd name="csX87" fmla="*/ 36785 w 89813"/>
                <a:gd name="csY87" fmla="*/ 70704 h 79302"/>
                <a:gd name="csX88" fmla="*/ 33919 w 89813"/>
                <a:gd name="csY88" fmla="*/ 68315 h 79302"/>
                <a:gd name="csX89" fmla="*/ 23886 w 89813"/>
                <a:gd name="csY89" fmla="*/ 60672 h 79302"/>
                <a:gd name="csX90" fmla="*/ 20543 w 89813"/>
                <a:gd name="csY90" fmla="*/ 56372 h 79302"/>
                <a:gd name="csX91" fmla="*/ 18154 w 89813"/>
                <a:gd name="csY91" fmla="*/ 53028 h 79302"/>
                <a:gd name="csX92" fmla="*/ 16243 w 89813"/>
                <a:gd name="csY92" fmla="*/ 51117 h 79302"/>
                <a:gd name="csX93" fmla="*/ 10988 w 89813"/>
                <a:gd name="csY93" fmla="*/ 47773 h 79302"/>
                <a:gd name="csX94" fmla="*/ 9555 w 89813"/>
                <a:gd name="csY94" fmla="*/ 46340 h 79302"/>
                <a:gd name="csX95" fmla="*/ 4300 w 89813"/>
                <a:gd name="csY95" fmla="*/ 42040 h 79302"/>
                <a:gd name="csX96" fmla="*/ 478 w 89813"/>
                <a:gd name="csY96" fmla="*/ 39174 h 79302"/>
                <a:gd name="csX97" fmla="*/ 0 w 89813"/>
                <a:gd name="csY97" fmla="*/ 38218 h 79302"/>
                <a:gd name="csX98" fmla="*/ 1911 w 89813"/>
                <a:gd name="csY98" fmla="*/ 36785 h 79302"/>
                <a:gd name="csX99" fmla="*/ 2867 w 89813"/>
                <a:gd name="csY99" fmla="*/ 36785 h 79302"/>
                <a:gd name="csX100" fmla="*/ 3822 w 89813"/>
                <a:gd name="csY100" fmla="*/ 37741 h 79302"/>
                <a:gd name="csX101" fmla="*/ 5255 w 89813"/>
                <a:gd name="csY101" fmla="*/ 38696 h 79302"/>
                <a:gd name="csX102" fmla="*/ 5733 w 89813"/>
                <a:gd name="csY102" fmla="*/ 38696 h 79302"/>
                <a:gd name="csX103" fmla="*/ 6688 w 89813"/>
                <a:gd name="csY103" fmla="*/ 38218 h 79302"/>
                <a:gd name="csX104" fmla="*/ 6688 w 89813"/>
                <a:gd name="csY104" fmla="*/ 37741 h 79302"/>
                <a:gd name="csX105" fmla="*/ 12421 w 89813"/>
                <a:gd name="csY105" fmla="*/ 37741 h 79302"/>
                <a:gd name="csX106" fmla="*/ 13377 w 89813"/>
                <a:gd name="csY106" fmla="*/ 37263 h 79302"/>
                <a:gd name="csX107" fmla="*/ 14332 w 89813"/>
                <a:gd name="csY107" fmla="*/ 36307 h 79302"/>
                <a:gd name="csX108" fmla="*/ 14810 w 89813"/>
                <a:gd name="csY108" fmla="*/ 35352 h 79302"/>
                <a:gd name="csX109" fmla="*/ 14810 w 89813"/>
                <a:gd name="csY109" fmla="*/ 33919 h 79302"/>
                <a:gd name="csX110" fmla="*/ 15287 w 89813"/>
                <a:gd name="csY110" fmla="*/ 33441 h 79302"/>
                <a:gd name="csX111" fmla="*/ 15765 w 89813"/>
                <a:gd name="csY111" fmla="*/ 32486 h 79302"/>
                <a:gd name="csX112" fmla="*/ 17676 w 89813"/>
                <a:gd name="csY112" fmla="*/ 32008 h 79302"/>
                <a:gd name="csX113" fmla="*/ 19109 w 89813"/>
                <a:gd name="csY113" fmla="*/ 32008 h 79302"/>
                <a:gd name="csX114" fmla="*/ 19109 w 89813"/>
                <a:gd name="csY114" fmla="*/ 31530 h 79302"/>
                <a:gd name="csX115" fmla="*/ 19109 w 89813"/>
                <a:gd name="csY115" fmla="*/ 31530 h 79302"/>
                <a:gd name="csX116" fmla="*/ 19109 w 89813"/>
                <a:gd name="csY116" fmla="*/ 29619 h 79302"/>
                <a:gd name="csX117" fmla="*/ 18154 w 89813"/>
                <a:gd name="csY117" fmla="*/ 25798 h 79302"/>
                <a:gd name="csX118" fmla="*/ 18154 w 89813"/>
                <a:gd name="csY118" fmla="*/ 24364 h 79302"/>
                <a:gd name="csX119" fmla="*/ 18154 w 89813"/>
                <a:gd name="csY119" fmla="*/ 23409 h 79302"/>
                <a:gd name="csX120" fmla="*/ 18632 w 89813"/>
                <a:gd name="csY120" fmla="*/ 23409 h 79302"/>
                <a:gd name="csX121" fmla="*/ 21020 w 89813"/>
                <a:gd name="csY121" fmla="*/ 22931 h 79302"/>
                <a:gd name="csX122" fmla="*/ 25798 w 89813"/>
                <a:gd name="csY122" fmla="*/ 23409 h 79302"/>
                <a:gd name="csX123" fmla="*/ 26753 w 89813"/>
                <a:gd name="csY123" fmla="*/ 22931 h 79302"/>
                <a:gd name="csX124" fmla="*/ 26753 w 89813"/>
                <a:gd name="csY124" fmla="*/ 22931 h 79302"/>
                <a:gd name="csX125" fmla="*/ 28664 w 89813"/>
                <a:gd name="csY125" fmla="*/ 20542 h 79302"/>
                <a:gd name="csX126" fmla="*/ 29619 w 89813"/>
                <a:gd name="csY126" fmla="*/ 19587 h 79302"/>
                <a:gd name="csX127" fmla="*/ 30575 w 89813"/>
                <a:gd name="csY127" fmla="*/ 19109 h 79302"/>
                <a:gd name="csX128" fmla="*/ 31530 w 89813"/>
                <a:gd name="csY128" fmla="*/ 18154 h 79302"/>
                <a:gd name="csX129" fmla="*/ 32486 w 89813"/>
                <a:gd name="csY129" fmla="*/ 17676 h 79302"/>
                <a:gd name="csX130" fmla="*/ 33441 w 89813"/>
                <a:gd name="csY130" fmla="*/ 19587 h 79302"/>
                <a:gd name="csX131" fmla="*/ 33441 w 89813"/>
                <a:gd name="csY131" fmla="*/ 19587 h 79302"/>
                <a:gd name="csX132" fmla="*/ 37741 w 89813"/>
                <a:gd name="csY132" fmla="*/ 21498 h 79302"/>
                <a:gd name="csX133" fmla="*/ 38218 w 89813"/>
                <a:gd name="csY133" fmla="*/ 21498 h 79302"/>
                <a:gd name="csX134" fmla="*/ 38696 w 89813"/>
                <a:gd name="csY134" fmla="*/ 21498 h 79302"/>
                <a:gd name="csX135" fmla="*/ 38696 w 89813"/>
                <a:gd name="csY135" fmla="*/ 21020 h 79302"/>
                <a:gd name="csX136" fmla="*/ 38696 w 89813"/>
                <a:gd name="csY136" fmla="*/ 20065 h 79302"/>
                <a:gd name="csX137" fmla="*/ 39652 w 89813"/>
                <a:gd name="csY137" fmla="*/ 19109 h 79302"/>
                <a:gd name="csX138" fmla="*/ 41563 w 89813"/>
                <a:gd name="csY138" fmla="*/ 18154 h 79302"/>
                <a:gd name="csX139" fmla="*/ 43474 w 89813"/>
                <a:gd name="csY139" fmla="*/ 16721 h 79302"/>
                <a:gd name="csX140" fmla="*/ 45862 w 89813"/>
                <a:gd name="csY140" fmla="*/ 14809 h 79302"/>
                <a:gd name="csX141" fmla="*/ 47295 w 89813"/>
                <a:gd name="csY141" fmla="*/ 13376 h 79302"/>
                <a:gd name="csX142" fmla="*/ 49206 w 89813"/>
                <a:gd name="csY142" fmla="*/ 12899 h 79302"/>
                <a:gd name="csX143" fmla="*/ 49684 w 89813"/>
                <a:gd name="csY143" fmla="*/ 12421 h 79302"/>
                <a:gd name="csX144" fmla="*/ 49206 w 89813"/>
                <a:gd name="csY144" fmla="*/ 11466 h 79302"/>
                <a:gd name="csX145" fmla="*/ 49206 w 89813"/>
                <a:gd name="csY145" fmla="*/ 10510 h 79302"/>
                <a:gd name="csX146" fmla="*/ 49684 w 89813"/>
                <a:gd name="csY146" fmla="*/ 9077 h 79302"/>
                <a:gd name="csX147" fmla="*/ 50639 w 89813"/>
                <a:gd name="csY147" fmla="*/ 8121 h 79302"/>
                <a:gd name="csX148" fmla="*/ 52073 w 89813"/>
                <a:gd name="csY148" fmla="*/ 8121 h 79302"/>
                <a:gd name="csX149" fmla="*/ 52550 w 89813"/>
                <a:gd name="csY149" fmla="*/ 7644 h 79302"/>
                <a:gd name="csX150" fmla="*/ 52073 w 89813"/>
                <a:gd name="csY150" fmla="*/ 6688 h 79302"/>
                <a:gd name="csX151" fmla="*/ 52550 w 89813"/>
                <a:gd name="csY151" fmla="*/ 6210 h 79302"/>
                <a:gd name="csX152" fmla="*/ 53506 w 89813"/>
                <a:gd name="csY152" fmla="*/ 4777 h 79302"/>
                <a:gd name="csX153" fmla="*/ 55894 w 89813"/>
                <a:gd name="csY153" fmla="*/ 3822 h 79302"/>
                <a:gd name="csX154" fmla="*/ 57328 w 89813"/>
                <a:gd name="csY154" fmla="*/ 3822 h 79302"/>
                <a:gd name="csX155" fmla="*/ 58283 w 89813"/>
                <a:gd name="csY155" fmla="*/ 5255 h 79302"/>
                <a:gd name="csX156" fmla="*/ 58283 w 89813"/>
                <a:gd name="csY156" fmla="*/ 5733 h 79302"/>
                <a:gd name="csX157" fmla="*/ 60194 w 89813"/>
                <a:gd name="csY157" fmla="*/ 6688 h 79302"/>
                <a:gd name="csX158" fmla="*/ 62105 w 89813"/>
                <a:gd name="csY158" fmla="*/ 7166 h 79302"/>
                <a:gd name="csX159" fmla="*/ 64016 w 89813"/>
                <a:gd name="csY159" fmla="*/ 6688 h 79302"/>
                <a:gd name="csX160" fmla="*/ 64971 w 89813"/>
                <a:gd name="csY160" fmla="*/ 5733 h 79302"/>
                <a:gd name="csX161" fmla="*/ 66405 w 89813"/>
                <a:gd name="csY161" fmla="*/ 5733 h 79302"/>
                <a:gd name="csX162" fmla="*/ 67360 w 89813"/>
                <a:gd name="csY162" fmla="*/ 5733 h 79302"/>
                <a:gd name="csX163" fmla="*/ 67838 w 89813"/>
                <a:gd name="csY163" fmla="*/ 5733 h 79302"/>
                <a:gd name="csX164" fmla="*/ 67838 w 89813"/>
                <a:gd name="csY164" fmla="*/ 4777 h 79302"/>
                <a:gd name="csX165" fmla="*/ 68316 w 89813"/>
                <a:gd name="csY165" fmla="*/ 4777 h 79302"/>
                <a:gd name="csX166" fmla="*/ 69271 w 89813"/>
                <a:gd name="csY166" fmla="*/ 5255 h 79302"/>
                <a:gd name="csX167" fmla="*/ 70226 w 89813"/>
                <a:gd name="csY167" fmla="*/ 5255 h 79302"/>
                <a:gd name="csX168" fmla="*/ 70704 w 89813"/>
                <a:gd name="csY168" fmla="*/ 5255 h 79302"/>
                <a:gd name="csX169" fmla="*/ 71182 w 89813"/>
                <a:gd name="csY169" fmla="*/ 4777 h 79302"/>
                <a:gd name="csX170" fmla="*/ 71182 w 89813"/>
                <a:gd name="csY170" fmla="*/ 4300 h 79302"/>
                <a:gd name="csX171" fmla="*/ 71659 w 89813"/>
                <a:gd name="csY171" fmla="*/ 4300 h 79302"/>
                <a:gd name="csX172" fmla="*/ 73570 w 89813"/>
                <a:gd name="csY172" fmla="*/ 4300 h 79302"/>
                <a:gd name="csX173" fmla="*/ 75481 w 89813"/>
                <a:gd name="csY173" fmla="*/ 3822 h 79302"/>
                <a:gd name="csX174" fmla="*/ 77870 w 89813"/>
                <a:gd name="csY174" fmla="*/ 2866 h 79302"/>
                <a:gd name="csX175" fmla="*/ 79303 w 89813"/>
                <a:gd name="csY175" fmla="*/ 2389 h 79302"/>
                <a:gd name="csX176" fmla="*/ 80259 w 89813"/>
                <a:gd name="csY176" fmla="*/ 2389 h 79302"/>
                <a:gd name="csX177" fmla="*/ 81214 w 89813"/>
                <a:gd name="csY177" fmla="*/ 1911 h 79302"/>
                <a:gd name="csX178" fmla="*/ 82170 w 89813"/>
                <a:gd name="csY178" fmla="*/ 478 h 79302"/>
                <a:gd name="csX179" fmla="*/ 84558 w 89813"/>
                <a:gd name="csY179" fmla="*/ 0 h 79302"/>
                <a:gd name="csX180" fmla="*/ 89813 w 89813"/>
                <a:gd name="csY180" fmla="*/ 478 h 79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</a:cxnLst>
              <a:rect l="l" t="t" r="r" b="b"/>
              <a:pathLst>
                <a:path w="89813" h="79302">
                  <a:moveTo>
                    <a:pt x="89813" y="478"/>
                  </a:moveTo>
                  <a:lnTo>
                    <a:pt x="89335" y="956"/>
                  </a:lnTo>
                  <a:lnTo>
                    <a:pt x="88380" y="1433"/>
                  </a:lnTo>
                  <a:lnTo>
                    <a:pt x="87425" y="3822"/>
                  </a:lnTo>
                  <a:lnTo>
                    <a:pt x="86947" y="3822"/>
                  </a:lnTo>
                  <a:lnTo>
                    <a:pt x="86947" y="2389"/>
                  </a:lnTo>
                  <a:lnTo>
                    <a:pt x="85991" y="1911"/>
                  </a:lnTo>
                  <a:lnTo>
                    <a:pt x="85036" y="2389"/>
                  </a:lnTo>
                  <a:lnTo>
                    <a:pt x="84558" y="3344"/>
                  </a:lnTo>
                  <a:lnTo>
                    <a:pt x="85514" y="4300"/>
                  </a:lnTo>
                  <a:lnTo>
                    <a:pt x="85991" y="4300"/>
                  </a:lnTo>
                  <a:lnTo>
                    <a:pt x="86947" y="4777"/>
                  </a:lnTo>
                  <a:lnTo>
                    <a:pt x="88858" y="12421"/>
                  </a:lnTo>
                  <a:lnTo>
                    <a:pt x="88380" y="13854"/>
                  </a:lnTo>
                  <a:lnTo>
                    <a:pt x="87425" y="15765"/>
                  </a:lnTo>
                  <a:lnTo>
                    <a:pt x="85991" y="17676"/>
                  </a:lnTo>
                  <a:lnTo>
                    <a:pt x="84558" y="19109"/>
                  </a:lnTo>
                  <a:lnTo>
                    <a:pt x="83125" y="23886"/>
                  </a:lnTo>
                  <a:lnTo>
                    <a:pt x="81692" y="31530"/>
                  </a:lnTo>
                  <a:lnTo>
                    <a:pt x="82647" y="38218"/>
                  </a:lnTo>
                  <a:lnTo>
                    <a:pt x="82170" y="44907"/>
                  </a:lnTo>
                  <a:lnTo>
                    <a:pt x="82647" y="46340"/>
                  </a:lnTo>
                  <a:lnTo>
                    <a:pt x="82647" y="48251"/>
                  </a:lnTo>
                  <a:lnTo>
                    <a:pt x="81692" y="48728"/>
                  </a:lnTo>
                  <a:lnTo>
                    <a:pt x="81214" y="48728"/>
                  </a:lnTo>
                  <a:lnTo>
                    <a:pt x="80259" y="47295"/>
                  </a:lnTo>
                  <a:lnTo>
                    <a:pt x="80259" y="46340"/>
                  </a:lnTo>
                  <a:lnTo>
                    <a:pt x="81214" y="45384"/>
                  </a:lnTo>
                  <a:lnTo>
                    <a:pt x="81214" y="43473"/>
                  </a:lnTo>
                  <a:lnTo>
                    <a:pt x="81214" y="42518"/>
                  </a:lnTo>
                  <a:lnTo>
                    <a:pt x="80259" y="44429"/>
                  </a:lnTo>
                  <a:lnTo>
                    <a:pt x="79303" y="45384"/>
                  </a:lnTo>
                  <a:lnTo>
                    <a:pt x="78348" y="45862"/>
                  </a:lnTo>
                  <a:lnTo>
                    <a:pt x="77870" y="46817"/>
                  </a:lnTo>
                  <a:lnTo>
                    <a:pt x="78825" y="48251"/>
                  </a:lnTo>
                  <a:lnTo>
                    <a:pt x="79781" y="49684"/>
                  </a:lnTo>
                  <a:lnTo>
                    <a:pt x="79781" y="50639"/>
                  </a:lnTo>
                  <a:lnTo>
                    <a:pt x="79781" y="51595"/>
                  </a:lnTo>
                  <a:lnTo>
                    <a:pt x="79303" y="55417"/>
                  </a:lnTo>
                  <a:lnTo>
                    <a:pt x="78825" y="55417"/>
                  </a:lnTo>
                  <a:lnTo>
                    <a:pt x="78825" y="54939"/>
                  </a:lnTo>
                  <a:lnTo>
                    <a:pt x="77392" y="54939"/>
                  </a:lnTo>
                  <a:lnTo>
                    <a:pt x="77392" y="56372"/>
                  </a:lnTo>
                  <a:lnTo>
                    <a:pt x="77392" y="57328"/>
                  </a:lnTo>
                  <a:lnTo>
                    <a:pt x="76915" y="57805"/>
                  </a:lnTo>
                  <a:lnTo>
                    <a:pt x="76437" y="58283"/>
                  </a:lnTo>
                  <a:lnTo>
                    <a:pt x="76915" y="58761"/>
                  </a:lnTo>
                  <a:lnTo>
                    <a:pt x="77870" y="59239"/>
                  </a:lnTo>
                  <a:lnTo>
                    <a:pt x="78825" y="59239"/>
                  </a:lnTo>
                  <a:lnTo>
                    <a:pt x="79781" y="61149"/>
                  </a:lnTo>
                  <a:lnTo>
                    <a:pt x="79781" y="62582"/>
                  </a:lnTo>
                  <a:lnTo>
                    <a:pt x="77870" y="64016"/>
                  </a:lnTo>
                  <a:lnTo>
                    <a:pt x="77392" y="64971"/>
                  </a:lnTo>
                  <a:lnTo>
                    <a:pt x="76437" y="66405"/>
                  </a:lnTo>
                  <a:lnTo>
                    <a:pt x="75959" y="67838"/>
                  </a:lnTo>
                  <a:lnTo>
                    <a:pt x="75481" y="68793"/>
                  </a:lnTo>
                  <a:lnTo>
                    <a:pt x="76437" y="72137"/>
                  </a:lnTo>
                  <a:lnTo>
                    <a:pt x="77392" y="74048"/>
                  </a:lnTo>
                  <a:lnTo>
                    <a:pt x="78825" y="75481"/>
                  </a:lnTo>
                  <a:lnTo>
                    <a:pt x="80259" y="75959"/>
                  </a:lnTo>
                  <a:lnTo>
                    <a:pt x="79781" y="77392"/>
                  </a:lnTo>
                  <a:lnTo>
                    <a:pt x="78825" y="78348"/>
                  </a:lnTo>
                  <a:lnTo>
                    <a:pt x="76915" y="78825"/>
                  </a:lnTo>
                  <a:lnTo>
                    <a:pt x="74526" y="79303"/>
                  </a:lnTo>
                  <a:lnTo>
                    <a:pt x="71182" y="78348"/>
                  </a:lnTo>
                  <a:lnTo>
                    <a:pt x="69749" y="78348"/>
                  </a:lnTo>
                  <a:lnTo>
                    <a:pt x="69271" y="77870"/>
                  </a:lnTo>
                  <a:lnTo>
                    <a:pt x="68793" y="77392"/>
                  </a:lnTo>
                  <a:lnTo>
                    <a:pt x="67838" y="75959"/>
                  </a:lnTo>
                  <a:lnTo>
                    <a:pt x="65927" y="74526"/>
                  </a:lnTo>
                  <a:lnTo>
                    <a:pt x="64971" y="75004"/>
                  </a:lnTo>
                  <a:lnTo>
                    <a:pt x="63538" y="74526"/>
                  </a:lnTo>
                  <a:lnTo>
                    <a:pt x="60194" y="73570"/>
                  </a:lnTo>
                  <a:lnTo>
                    <a:pt x="59239" y="73570"/>
                  </a:lnTo>
                  <a:lnTo>
                    <a:pt x="57328" y="74048"/>
                  </a:lnTo>
                  <a:lnTo>
                    <a:pt x="54939" y="75481"/>
                  </a:lnTo>
                  <a:lnTo>
                    <a:pt x="49684" y="73570"/>
                  </a:lnTo>
                  <a:lnTo>
                    <a:pt x="45862" y="72137"/>
                  </a:lnTo>
                  <a:lnTo>
                    <a:pt x="42518" y="71182"/>
                  </a:lnTo>
                  <a:lnTo>
                    <a:pt x="41563" y="70704"/>
                  </a:lnTo>
                  <a:lnTo>
                    <a:pt x="40607" y="71182"/>
                  </a:lnTo>
                  <a:lnTo>
                    <a:pt x="40129" y="71659"/>
                  </a:lnTo>
                  <a:lnTo>
                    <a:pt x="39652" y="72615"/>
                  </a:lnTo>
                  <a:lnTo>
                    <a:pt x="39174" y="73093"/>
                  </a:lnTo>
                  <a:lnTo>
                    <a:pt x="38696" y="73093"/>
                  </a:lnTo>
                  <a:lnTo>
                    <a:pt x="38218" y="73093"/>
                  </a:lnTo>
                  <a:lnTo>
                    <a:pt x="38218" y="72615"/>
                  </a:lnTo>
                  <a:lnTo>
                    <a:pt x="36785" y="70704"/>
                  </a:lnTo>
                  <a:lnTo>
                    <a:pt x="33919" y="68315"/>
                  </a:lnTo>
                  <a:lnTo>
                    <a:pt x="23886" y="60672"/>
                  </a:lnTo>
                  <a:lnTo>
                    <a:pt x="20543" y="56372"/>
                  </a:lnTo>
                  <a:lnTo>
                    <a:pt x="18154" y="53028"/>
                  </a:lnTo>
                  <a:lnTo>
                    <a:pt x="16243" y="51117"/>
                  </a:lnTo>
                  <a:lnTo>
                    <a:pt x="10988" y="47773"/>
                  </a:lnTo>
                  <a:lnTo>
                    <a:pt x="9555" y="46340"/>
                  </a:lnTo>
                  <a:lnTo>
                    <a:pt x="4300" y="42040"/>
                  </a:lnTo>
                  <a:lnTo>
                    <a:pt x="478" y="39174"/>
                  </a:lnTo>
                  <a:lnTo>
                    <a:pt x="0" y="38218"/>
                  </a:lnTo>
                  <a:lnTo>
                    <a:pt x="1911" y="36785"/>
                  </a:lnTo>
                  <a:lnTo>
                    <a:pt x="2867" y="36785"/>
                  </a:lnTo>
                  <a:lnTo>
                    <a:pt x="3822" y="37741"/>
                  </a:lnTo>
                  <a:lnTo>
                    <a:pt x="5255" y="38696"/>
                  </a:lnTo>
                  <a:lnTo>
                    <a:pt x="5733" y="38696"/>
                  </a:lnTo>
                  <a:lnTo>
                    <a:pt x="6688" y="38218"/>
                  </a:lnTo>
                  <a:lnTo>
                    <a:pt x="6688" y="37741"/>
                  </a:lnTo>
                  <a:lnTo>
                    <a:pt x="12421" y="37741"/>
                  </a:lnTo>
                  <a:lnTo>
                    <a:pt x="13377" y="37263"/>
                  </a:lnTo>
                  <a:lnTo>
                    <a:pt x="14332" y="36307"/>
                  </a:lnTo>
                  <a:lnTo>
                    <a:pt x="14810" y="35352"/>
                  </a:lnTo>
                  <a:lnTo>
                    <a:pt x="14810" y="33919"/>
                  </a:lnTo>
                  <a:lnTo>
                    <a:pt x="15287" y="33441"/>
                  </a:lnTo>
                  <a:lnTo>
                    <a:pt x="15765" y="32486"/>
                  </a:lnTo>
                  <a:lnTo>
                    <a:pt x="17676" y="32008"/>
                  </a:lnTo>
                  <a:lnTo>
                    <a:pt x="19109" y="32008"/>
                  </a:lnTo>
                  <a:lnTo>
                    <a:pt x="19109" y="31530"/>
                  </a:lnTo>
                  <a:lnTo>
                    <a:pt x="19109" y="31530"/>
                  </a:lnTo>
                  <a:lnTo>
                    <a:pt x="19109" y="29619"/>
                  </a:lnTo>
                  <a:lnTo>
                    <a:pt x="18154" y="25798"/>
                  </a:lnTo>
                  <a:lnTo>
                    <a:pt x="18154" y="24364"/>
                  </a:lnTo>
                  <a:lnTo>
                    <a:pt x="18154" y="23409"/>
                  </a:lnTo>
                  <a:lnTo>
                    <a:pt x="18632" y="23409"/>
                  </a:lnTo>
                  <a:lnTo>
                    <a:pt x="21020" y="22931"/>
                  </a:lnTo>
                  <a:lnTo>
                    <a:pt x="25798" y="23409"/>
                  </a:lnTo>
                  <a:lnTo>
                    <a:pt x="26753" y="22931"/>
                  </a:lnTo>
                  <a:lnTo>
                    <a:pt x="26753" y="22931"/>
                  </a:lnTo>
                  <a:lnTo>
                    <a:pt x="28664" y="20542"/>
                  </a:lnTo>
                  <a:lnTo>
                    <a:pt x="29619" y="19587"/>
                  </a:lnTo>
                  <a:lnTo>
                    <a:pt x="30575" y="19109"/>
                  </a:lnTo>
                  <a:lnTo>
                    <a:pt x="31530" y="18154"/>
                  </a:lnTo>
                  <a:lnTo>
                    <a:pt x="32486" y="17676"/>
                  </a:lnTo>
                  <a:lnTo>
                    <a:pt x="33441" y="19587"/>
                  </a:lnTo>
                  <a:lnTo>
                    <a:pt x="33441" y="19587"/>
                  </a:lnTo>
                  <a:lnTo>
                    <a:pt x="37741" y="21498"/>
                  </a:lnTo>
                  <a:lnTo>
                    <a:pt x="38218" y="21498"/>
                  </a:lnTo>
                  <a:lnTo>
                    <a:pt x="38696" y="21498"/>
                  </a:lnTo>
                  <a:lnTo>
                    <a:pt x="38696" y="21020"/>
                  </a:lnTo>
                  <a:lnTo>
                    <a:pt x="38696" y="20065"/>
                  </a:lnTo>
                  <a:lnTo>
                    <a:pt x="39652" y="19109"/>
                  </a:lnTo>
                  <a:lnTo>
                    <a:pt x="41563" y="18154"/>
                  </a:lnTo>
                  <a:lnTo>
                    <a:pt x="43474" y="16721"/>
                  </a:lnTo>
                  <a:lnTo>
                    <a:pt x="45862" y="14809"/>
                  </a:lnTo>
                  <a:lnTo>
                    <a:pt x="47295" y="13376"/>
                  </a:lnTo>
                  <a:lnTo>
                    <a:pt x="49206" y="12899"/>
                  </a:lnTo>
                  <a:lnTo>
                    <a:pt x="49684" y="12421"/>
                  </a:lnTo>
                  <a:lnTo>
                    <a:pt x="49206" y="11466"/>
                  </a:lnTo>
                  <a:lnTo>
                    <a:pt x="49206" y="10510"/>
                  </a:lnTo>
                  <a:lnTo>
                    <a:pt x="49684" y="9077"/>
                  </a:lnTo>
                  <a:lnTo>
                    <a:pt x="50639" y="8121"/>
                  </a:lnTo>
                  <a:lnTo>
                    <a:pt x="52073" y="8121"/>
                  </a:lnTo>
                  <a:lnTo>
                    <a:pt x="52550" y="7644"/>
                  </a:lnTo>
                  <a:lnTo>
                    <a:pt x="52073" y="6688"/>
                  </a:lnTo>
                  <a:lnTo>
                    <a:pt x="52550" y="6210"/>
                  </a:lnTo>
                  <a:lnTo>
                    <a:pt x="53506" y="4777"/>
                  </a:lnTo>
                  <a:lnTo>
                    <a:pt x="55894" y="3822"/>
                  </a:lnTo>
                  <a:lnTo>
                    <a:pt x="57328" y="3822"/>
                  </a:lnTo>
                  <a:lnTo>
                    <a:pt x="58283" y="5255"/>
                  </a:lnTo>
                  <a:lnTo>
                    <a:pt x="58283" y="5733"/>
                  </a:lnTo>
                  <a:lnTo>
                    <a:pt x="60194" y="6688"/>
                  </a:lnTo>
                  <a:lnTo>
                    <a:pt x="62105" y="7166"/>
                  </a:lnTo>
                  <a:lnTo>
                    <a:pt x="64016" y="6688"/>
                  </a:lnTo>
                  <a:lnTo>
                    <a:pt x="64971" y="5733"/>
                  </a:lnTo>
                  <a:lnTo>
                    <a:pt x="66405" y="5733"/>
                  </a:lnTo>
                  <a:lnTo>
                    <a:pt x="67360" y="5733"/>
                  </a:lnTo>
                  <a:lnTo>
                    <a:pt x="67838" y="5733"/>
                  </a:lnTo>
                  <a:lnTo>
                    <a:pt x="67838" y="4777"/>
                  </a:lnTo>
                  <a:lnTo>
                    <a:pt x="68316" y="4777"/>
                  </a:lnTo>
                  <a:lnTo>
                    <a:pt x="69271" y="5255"/>
                  </a:lnTo>
                  <a:lnTo>
                    <a:pt x="70226" y="5255"/>
                  </a:lnTo>
                  <a:lnTo>
                    <a:pt x="70704" y="5255"/>
                  </a:lnTo>
                  <a:lnTo>
                    <a:pt x="71182" y="4777"/>
                  </a:lnTo>
                  <a:lnTo>
                    <a:pt x="71182" y="4300"/>
                  </a:lnTo>
                  <a:lnTo>
                    <a:pt x="71659" y="4300"/>
                  </a:lnTo>
                  <a:lnTo>
                    <a:pt x="73570" y="4300"/>
                  </a:lnTo>
                  <a:lnTo>
                    <a:pt x="75481" y="3822"/>
                  </a:lnTo>
                  <a:lnTo>
                    <a:pt x="77870" y="2866"/>
                  </a:lnTo>
                  <a:lnTo>
                    <a:pt x="79303" y="2389"/>
                  </a:lnTo>
                  <a:lnTo>
                    <a:pt x="80259" y="2389"/>
                  </a:lnTo>
                  <a:lnTo>
                    <a:pt x="81214" y="1911"/>
                  </a:lnTo>
                  <a:lnTo>
                    <a:pt x="82170" y="478"/>
                  </a:lnTo>
                  <a:lnTo>
                    <a:pt x="84558" y="0"/>
                  </a:lnTo>
                  <a:lnTo>
                    <a:pt x="8981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5" name="Freeform 2954">
              <a:extLst>
                <a:ext uri="{FF2B5EF4-FFF2-40B4-BE49-F238E27FC236}">
                  <a16:creationId xmlns:a16="http://schemas.microsoft.com/office/drawing/2014/main" id="{E4CF8AFF-C409-C457-28A7-23F823EFC838}"/>
                </a:ext>
              </a:extLst>
            </p:cNvPr>
            <p:cNvSpPr/>
            <p:nvPr/>
          </p:nvSpPr>
          <p:spPr>
            <a:xfrm>
              <a:off x="4111511" y="4441092"/>
              <a:ext cx="123254" cy="56849"/>
            </a:xfrm>
            <a:custGeom>
              <a:avLst/>
              <a:gdLst>
                <a:gd name="csX0" fmla="*/ 123254 w 123254"/>
                <a:gd name="csY0" fmla="*/ 19587 h 56849"/>
                <a:gd name="csX1" fmla="*/ 117999 w 123254"/>
                <a:gd name="csY1" fmla="*/ 19109 h 56849"/>
                <a:gd name="csX2" fmla="*/ 115611 w 123254"/>
                <a:gd name="csY2" fmla="*/ 19587 h 56849"/>
                <a:gd name="csX3" fmla="*/ 114655 w 123254"/>
                <a:gd name="csY3" fmla="*/ 21020 h 56849"/>
                <a:gd name="csX4" fmla="*/ 113700 w 123254"/>
                <a:gd name="csY4" fmla="*/ 21498 h 56849"/>
                <a:gd name="csX5" fmla="*/ 112744 w 123254"/>
                <a:gd name="csY5" fmla="*/ 21498 h 56849"/>
                <a:gd name="csX6" fmla="*/ 111311 w 123254"/>
                <a:gd name="csY6" fmla="*/ 21975 h 56849"/>
                <a:gd name="csX7" fmla="*/ 108923 w 123254"/>
                <a:gd name="csY7" fmla="*/ 22931 h 56849"/>
                <a:gd name="csX8" fmla="*/ 107012 w 123254"/>
                <a:gd name="csY8" fmla="*/ 23409 h 56849"/>
                <a:gd name="csX9" fmla="*/ 105100 w 123254"/>
                <a:gd name="csY9" fmla="*/ 23409 h 56849"/>
                <a:gd name="csX10" fmla="*/ 104623 w 123254"/>
                <a:gd name="csY10" fmla="*/ 23409 h 56849"/>
                <a:gd name="csX11" fmla="*/ 104623 w 123254"/>
                <a:gd name="csY11" fmla="*/ 23886 h 56849"/>
                <a:gd name="csX12" fmla="*/ 104145 w 123254"/>
                <a:gd name="csY12" fmla="*/ 24364 h 56849"/>
                <a:gd name="csX13" fmla="*/ 103667 w 123254"/>
                <a:gd name="csY13" fmla="*/ 24364 h 56849"/>
                <a:gd name="csX14" fmla="*/ 102712 w 123254"/>
                <a:gd name="csY14" fmla="*/ 24364 h 56849"/>
                <a:gd name="csX15" fmla="*/ 101757 w 123254"/>
                <a:gd name="csY15" fmla="*/ 23886 h 56849"/>
                <a:gd name="csX16" fmla="*/ 101279 w 123254"/>
                <a:gd name="csY16" fmla="*/ 23886 h 56849"/>
                <a:gd name="csX17" fmla="*/ 101279 w 123254"/>
                <a:gd name="csY17" fmla="*/ 24842 h 56849"/>
                <a:gd name="csX18" fmla="*/ 100801 w 123254"/>
                <a:gd name="csY18" fmla="*/ 24842 h 56849"/>
                <a:gd name="csX19" fmla="*/ 99846 w 123254"/>
                <a:gd name="csY19" fmla="*/ 24842 h 56849"/>
                <a:gd name="csX20" fmla="*/ 98412 w 123254"/>
                <a:gd name="csY20" fmla="*/ 24842 h 56849"/>
                <a:gd name="csX21" fmla="*/ 97457 w 123254"/>
                <a:gd name="csY21" fmla="*/ 25798 h 56849"/>
                <a:gd name="csX22" fmla="*/ 95546 w 123254"/>
                <a:gd name="csY22" fmla="*/ 26275 h 56849"/>
                <a:gd name="csX23" fmla="*/ 93635 w 123254"/>
                <a:gd name="csY23" fmla="*/ 25798 h 56849"/>
                <a:gd name="csX24" fmla="*/ 91724 w 123254"/>
                <a:gd name="csY24" fmla="*/ 24364 h 56849"/>
                <a:gd name="csX25" fmla="*/ 90769 w 123254"/>
                <a:gd name="csY25" fmla="*/ 22931 h 56849"/>
                <a:gd name="csX26" fmla="*/ 89335 w 123254"/>
                <a:gd name="csY26" fmla="*/ 22931 h 56849"/>
                <a:gd name="csX27" fmla="*/ 86947 w 123254"/>
                <a:gd name="csY27" fmla="*/ 23886 h 56849"/>
                <a:gd name="csX28" fmla="*/ 86947 w 123254"/>
                <a:gd name="csY28" fmla="*/ 23886 h 56849"/>
                <a:gd name="csX29" fmla="*/ 85991 w 123254"/>
                <a:gd name="csY29" fmla="*/ 25320 h 56849"/>
                <a:gd name="csX30" fmla="*/ 85514 w 123254"/>
                <a:gd name="csY30" fmla="*/ 25798 h 56849"/>
                <a:gd name="csX31" fmla="*/ 85991 w 123254"/>
                <a:gd name="csY31" fmla="*/ 26753 h 56849"/>
                <a:gd name="csX32" fmla="*/ 85514 w 123254"/>
                <a:gd name="csY32" fmla="*/ 27231 h 56849"/>
                <a:gd name="csX33" fmla="*/ 84081 w 123254"/>
                <a:gd name="csY33" fmla="*/ 27231 h 56849"/>
                <a:gd name="csX34" fmla="*/ 83125 w 123254"/>
                <a:gd name="csY34" fmla="*/ 28186 h 56849"/>
                <a:gd name="csX35" fmla="*/ 82647 w 123254"/>
                <a:gd name="csY35" fmla="*/ 29619 h 56849"/>
                <a:gd name="csX36" fmla="*/ 82647 w 123254"/>
                <a:gd name="csY36" fmla="*/ 30575 h 56849"/>
                <a:gd name="csX37" fmla="*/ 83125 w 123254"/>
                <a:gd name="csY37" fmla="*/ 31530 h 56849"/>
                <a:gd name="csX38" fmla="*/ 82647 w 123254"/>
                <a:gd name="csY38" fmla="*/ 32008 h 56849"/>
                <a:gd name="csX39" fmla="*/ 80736 w 123254"/>
                <a:gd name="csY39" fmla="*/ 32486 h 56849"/>
                <a:gd name="csX40" fmla="*/ 79303 w 123254"/>
                <a:gd name="csY40" fmla="*/ 33919 h 56849"/>
                <a:gd name="csX41" fmla="*/ 76915 w 123254"/>
                <a:gd name="csY41" fmla="*/ 35830 h 56849"/>
                <a:gd name="csX42" fmla="*/ 75004 w 123254"/>
                <a:gd name="csY42" fmla="*/ 37263 h 56849"/>
                <a:gd name="csX43" fmla="*/ 73093 w 123254"/>
                <a:gd name="csY43" fmla="*/ 38218 h 56849"/>
                <a:gd name="csX44" fmla="*/ 72137 w 123254"/>
                <a:gd name="csY44" fmla="*/ 39174 h 56849"/>
                <a:gd name="csX45" fmla="*/ 72137 w 123254"/>
                <a:gd name="csY45" fmla="*/ 40129 h 56849"/>
                <a:gd name="csX46" fmla="*/ 72137 w 123254"/>
                <a:gd name="csY46" fmla="*/ 40607 h 56849"/>
                <a:gd name="csX47" fmla="*/ 71659 w 123254"/>
                <a:gd name="csY47" fmla="*/ 40607 h 56849"/>
                <a:gd name="csX48" fmla="*/ 71182 w 123254"/>
                <a:gd name="csY48" fmla="*/ 40607 h 56849"/>
                <a:gd name="csX49" fmla="*/ 66882 w 123254"/>
                <a:gd name="csY49" fmla="*/ 38696 h 56849"/>
                <a:gd name="csX50" fmla="*/ 65927 w 123254"/>
                <a:gd name="csY50" fmla="*/ 36785 h 56849"/>
                <a:gd name="csX51" fmla="*/ 64971 w 123254"/>
                <a:gd name="csY51" fmla="*/ 37263 h 56849"/>
                <a:gd name="csX52" fmla="*/ 64016 w 123254"/>
                <a:gd name="csY52" fmla="*/ 38218 h 56849"/>
                <a:gd name="csX53" fmla="*/ 63538 w 123254"/>
                <a:gd name="csY53" fmla="*/ 38218 h 56849"/>
                <a:gd name="csX54" fmla="*/ 63060 w 123254"/>
                <a:gd name="csY54" fmla="*/ 38696 h 56849"/>
                <a:gd name="csX55" fmla="*/ 62105 w 123254"/>
                <a:gd name="csY55" fmla="*/ 39651 h 56849"/>
                <a:gd name="csX56" fmla="*/ 60194 w 123254"/>
                <a:gd name="csY56" fmla="*/ 42040 h 56849"/>
                <a:gd name="csX57" fmla="*/ 59239 w 123254"/>
                <a:gd name="csY57" fmla="*/ 42518 h 56849"/>
                <a:gd name="csX58" fmla="*/ 54461 w 123254"/>
                <a:gd name="csY58" fmla="*/ 42040 h 56849"/>
                <a:gd name="csX59" fmla="*/ 52073 w 123254"/>
                <a:gd name="csY59" fmla="*/ 42518 h 56849"/>
                <a:gd name="csX60" fmla="*/ 51595 w 123254"/>
                <a:gd name="csY60" fmla="*/ 42518 h 56849"/>
                <a:gd name="csX61" fmla="*/ 51595 w 123254"/>
                <a:gd name="csY61" fmla="*/ 43473 h 56849"/>
                <a:gd name="csX62" fmla="*/ 51595 w 123254"/>
                <a:gd name="csY62" fmla="*/ 44907 h 56849"/>
                <a:gd name="csX63" fmla="*/ 52073 w 123254"/>
                <a:gd name="csY63" fmla="*/ 48728 h 56849"/>
                <a:gd name="csX64" fmla="*/ 52550 w 123254"/>
                <a:gd name="csY64" fmla="*/ 50639 h 56849"/>
                <a:gd name="csX65" fmla="*/ 52550 w 123254"/>
                <a:gd name="csY65" fmla="*/ 50639 h 56849"/>
                <a:gd name="csX66" fmla="*/ 52550 w 123254"/>
                <a:gd name="csY66" fmla="*/ 51117 h 56849"/>
                <a:gd name="csX67" fmla="*/ 51117 w 123254"/>
                <a:gd name="csY67" fmla="*/ 51117 h 56849"/>
                <a:gd name="csX68" fmla="*/ 49206 w 123254"/>
                <a:gd name="csY68" fmla="*/ 51595 h 56849"/>
                <a:gd name="csX69" fmla="*/ 48728 w 123254"/>
                <a:gd name="csY69" fmla="*/ 52550 h 56849"/>
                <a:gd name="csX70" fmla="*/ 48251 w 123254"/>
                <a:gd name="csY70" fmla="*/ 53028 h 56849"/>
                <a:gd name="csX71" fmla="*/ 48251 w 123254"/>
                <a:gd name="csY71" fmla="*/ 54461 h 56849"/>
                <a:gd name="csX72" fmla="*/ 47773 w 123254"/>
                <a:gd name="csY72" fmla="*/ 55417 h 56849"/>
                <a:gd name="csX73" fmla="*/ 46818 w 123254"/>
                <a:gd name="csY73" fmla="*/ 56372 h 56849"/>
                <a:gd name="csX74" fmla="*/ 45862 w 123254"/>
                <a:gd name="csY74" fmla="*/ 56850 h 56849"/>
                <a:gd name="csX75" fmla="*/ 40129 w 123254"/>
                <a:gd name="csY75" fmla="*/ 56850 h 56849"/>
                <a:gd name="csX76" fmla="*/ 40129 w 123254"/>
                <a:gd name="csY76" fmla="*/ 54939 h 56849"/>
                <a:gd name="csX77" fmla="*/ 38696 w 123254"/>
                <a:gd name="csY77" fmla="*/ 53983 h 56849"/>
                <a:gd name="csX78" fmla="*/ 37741 w 123254"/>
                <a:gd name="csY78" fmla="*/ 52550 h 56849"/>
                <a:gd name="csX79" fmla="*/ 37263 w 123254"/>
                <a:gd name="csY79" fmla="*/ 51595 h 56849"/>
                <a:gd name="csX80" fmla="*/ 37263 w 123254"/>
                <a:gd name="csY80" fmla="*/ 50639 h 56849"/>
                <a:gd name="csX81" fmla="*/ 37263 w 123254"/>
                <a:gd name="csY81" fmla="*/ 49684 h 56849"/>
                <a:gd name="csX82" fmla="*/ 34874 w 123254"/>
                <a:gd name="csY82" fmla="*/ 49206 h 56849"/>
                <a:gd name="csX83" fmla="*/ 32963 w 123254"/>
                <a:gd name="csY83" fmla="*/ 49684 h 56849"/>
                <a:gd name="csX84" fmla="*/ 31530 w 123254"/>
                <a:gd name="csY84" fmla="*/ 49684 h 56849"/>
                <a:gd name="csX85" fmla="*/ 30575 w 123254"/>
                <a:gd name="csY85" fmla="*/ 49206 h 56849"/>
                <a:gd name="csX86" fmla="*/ 32486 w 123254"/>
                <a:gd name="csY86" fmla="*/ 48251 h 56849"/>
                <a:gd name="csX87" fmla="*/ 32486 w 123254"/>
                <a:gd name="csY87" fmla="*/ 48251 h 56849"/>
                <a:gd name="csX88" fmla="*/ 32486 w 123254"/>
                <a:gd name="csY88" fmla="*/ 47295 h 56849"/>
                <a:gd name="csX89" fmla="*/ 32486 w 123254"/>
                <a:gd name="csY89" fmla="*/ 47295 h 56849"/>
                <a:gd name="csX90" fmla="*/ 32008 w 123254"/>
                <a:gd name="csY90" fmla="*/ 47295 h 56849"/>
                <a:gd name="csX91" fmla="*/ 31530 w 123254"/>
                <a:gd name="csY91" fmla="*/ 46817 h 56849"/>
                <a:gd name="csX92" fmla="*/ 31530 w 123254"/>
                <a:gd name="csY92" fmla="*/ 45862 h 56849"/>
                <a:gd name="csX93" fmla="*/ 32008 w 123254"/>
                <a:gd name="csY93" fmla="*/ 44429 h 56849"/>
                <a:gd name="csX94" fmla="*/ 32963 w 123254"/>
                <a:gd name="csY94" fmla="*/ 41563 h 56849"/>
                <a:gd name="csX95" fmla="*/ 32486 w 123254"/>
                <a:gd name="csY95" fmla="*/ 41085 h 56849"/>
                <a:gd name="csX96" fmla="*/ 32486 w 123254"/>
                <a:gd name="csY96" fmla="*/ 41085 h 56849"/>
                <a:gd name="csX97" fmla="*/ 31052 w 123254"/>
                <a:gd name="csY97" fmla="*/ 40129 h 56849"/>
                <a:gd name="csX98" fmla="*/ 29142 w 123254"/>
                <a:gd name="csY98" fmla="*/ 39651 h 56849"/>
                <a:gd name="csX99" fmla="*/ 27231 w 123254"/>
                <a:gd name="csY99" fmla="*/ 40129 h 56849"/>
                <a:gd name="csX100" fmla="*/ 26275 w 123254"/>
                <a:gd name="csY100" fmla="*/ 39651 h 56849"/>
                <a:gd name="csX101" fmla="*/ 25320 w 123254"/>
                <a:gd name="csY101" fmla="*/ 38696 h 56849"/>
                <a:gd name="csX102" fmla="*/ 25320 w 123254"/>
                <a:gd name="csY102" fmla="*/ 38696 h 56849"/>
                <a:gd name="csX103" fmla="*/ 24364 w 123254"/>
                <a:gd name="csY103" fmla="*/ 38218 h 56849"/>
                <a:gd name="csX104" fmla="*/ 23886 w 123254"/>
                <a:gd name="csY104" fmla="*/ 38218 h 56849"/>
                <a:gd name="csX105" fmla="*/ 21498 w 123254"/>
                <a:gd name="csY105" fmla="*/ 39174 h 56849"/>
                <a:gd name="csX106" fmla="*/ 19109 w 123254"/>
                <a:gd name="csY106" fmla="*/ 40129 h 56849"/>
                <a:gd name="csX107" fmla="*/ 18154 w 123254"/>
                <a:gd name="csY107" fmla="*/ 40607 h 56849"/>
                <a:gd name="csX108" fmla="*/ 17676 w 123254"/>
                <a:gd name="csY108" fmla="*/ 40607 h 56849"/>
                <a:gd name="csX109" fmla="*/ 17198 w 123254"/>
                <a:gd name="csY109" fmla="*/ 39651 h 56849"/>
                <a:gd name="csX110" fmla="*/ 17198 w 123254"/>
                <a:gd name="csY110" fmla="*/ 38696 h 56849"/>
                <a:gd name="csX111" fmla="*/ 16721 w 123254"/>
                <a:gd name="csY111" fmla="*/ 38218 h 56849"/>
                <a:gd name="csX112" fmla="*/ 15765 w 123254"/>
                <a:gd name="csY112" fmla="*/ 37741 h 56849"/>
                <a:gd name="csX113" fmla="*/ 13854 w 123254"/>
                <a:gd name="csY113" fmla="*/ 37741 h 56849"/>
                <a:gd name="csX114" fmla="*/ 12899 w 123254"/>
                <a:gd name="csY114" fmla="*/ 37263 h 56849"/>
                <a:gd name="csX115" fmla="*/ 12421 w 123254"/>
                <a:gd name="csY115" fmla="*/ 36307 h 56849"/>
                <a:gd name="csX116" fmla="*/ 10510 w 123254"/>
                <a:gd name="csY116" fmla="*/ 35352 h 56849"/>
                <a:gd name="csX117" fmla="*/ 10032 w 123254"/>
                <a:gd name="csY117" fmla="*/ 34874 h 56849"/>
                <a:gd name="csX118" fmla="*/ 10032 w 123254"/>
                <a:gd name="csY118" fmla="*/ 34874 h 56849"/>
                <a:gd name="csX119" fmla="*/ 7166 w 123254"/>
                <a:gd name="csY119" fmla="*/ 32963 h 56849"/>
                <a:gd name="csX120" fmla="*/ 6688 w 123254"/>
                <a:gd name="csY120" fmla="*/ 32486 h 56849"/>
                <a:gd name="csX121" fmla="*/ 6688 w 123254"/>
                <a:gd name="csY121" fmla="*/ 32486 h 56849"/>
                <a:gd name="csX122" fmla="*/ 6211 w 123254"/>
                <a:gd name="csY122" fmla="*/ 31530 h 56849"/>
                <a:gd name="csX123" fmla="*/ 4777 w 123254"/>
                <a:gd name="csY123" fmla="*/ 31052 h 56849"/>
                <a:gd name="csX124" fmla="*/ 3822 w 123254"/>
                <a:gd name="csY124" fmla="*/ 31052 h 56849"/>
                <a:gd name="csX125" fmla="*/ 478 w 123254"/>
                <a:gd name="csY125" fmla="*/ 30097 h 56849"/>
                <a:gd name="csX126" fmla="*/ 0 w 123254"/>
                <a:gd name="csY126" fmla="*/ 30097 h 56849"/>
                <a:gd name="csX127" fmla="*/ 478 w 123254"/>
                <a:gd name="csY127" fmla="*/ 29141 h 56849"/>
                <a:gd name="csX128" fmla="*/ 1433 w 123254"/>
                <a:gd name="csY128" fmla="*/ 28186 h 56849"/>
                <a:gd name="csX129" fmla="*/ 2867 w 123254"/>
                <a:gd name="csY129" fmla="*/ 27231 h 56849"/>
                <a:gd name="csX130" fmla="*/ 3822 w 123254"/>
                <a:gd name="csY130" fmla="*/ 26753 h 56849"/>
                <a:gd name="csX131" fmla="*/ 3822 w 123254"/>
                <a:gd name="csY131" fmla="*/ 26753 h 56849"/>
                <a:gd name="csX132" fmla="*/ 3822 w 123254"/>
                <a:gd name="csY132" fmla="*/ 25320 h 56849"/>
                <a:gd name="csX133" fmla="*/ 3344 w 123254"/>
                <a:gd name="csY133" fmla="*/ 22931 h 56849"/>
                <a:gd name="csX134" fmla="*/ 2867 w 123254"/>
                <a:gd name="csY134" fmla="*/ 21975 h 56849"/>
                <a:gd name="csX135" fmla="*/ 3344 w 123254"/>
                <a:gd name="csY135" fmla="*/ 21020 h 56849"/>
                <a:gd name="csX136" fmla="*/ 3822 w 123254"/>
                <a:gd name="csY136" fmla="*/ 18632 h 56849"/>
                <a:gd name="csX137" fmla="*/ 4300 w 123254"/>
                <a:gd name="csY137" fmla="*/ 17676 h 56849"/>
                <a:gd name="csX138" fmla="*/ 7644 w 123254"/>
                <a:gd name="csY138" fmla="*/ 16721 h 56849"/>
                <a:gd name="csX139" fmla="*/ 8121 w 123254"/>
                <a:gd name="csY139" fmla="*/ 16721 h 56849"/>
                <a:gd name="csX140" fmla="*/ 8121 w 123254"/>
                <a:gd name="csY140" fmla="*/ 16243 h 56849"/>
                <a:gd name="csX141" fmla="*/ 10510 w 123254"/>
                <a:gd name="csY141" fmla="*/ 14332 h 56849"/>
                <a:gd name="csX142" fmla="*/ 13377 w 123254"/>
                <a:gd name="csY142" fmla="*/ 12421 h 56849"/>
                <a:gd name="csX143" fmla="*/ 16721 w 123254"/>
                <a:gd name="csY143" fmla="*/ 10032 h 56849"/>
                <a:gd name="csX144" fmla="*/ 20065 w 123254"/>
                <a:gd name="csY144" fmla="*/ 7644 h 56849"/>
                <a:gd name="csX145" fmla="*/ 21498 w 123254"/>
                <a:gd name="csY145" fmla="*/ 6210 h 56849"/>
                <a:gd name="csX146" fmla="*/ 22453 w 123254"/>
                <a:gd name="csY146" fmla="*/ 5733 h 56849"/>
                <a:gd name="csX147" fmla="*/ 24364 w 123254"/>
                <a:gd name="csY147" fmla="*/ 6210 h 56849"/>
                <a:gd name="csX148" fmla="*/ 26275 w 123254"/>
                <a:gd name="csY148" fmla="*/ 4777 h 56849"/>
                <a:gd name="csX149" fmla="*/ 26753 w 123254"/>
                <a:gd name="csY149" fmla="*/ 4300 h 56849"/>
                <a:gd name="csX150" fmla="*/ 29142 w 123254"/>
                <a:gd name="csY150" fmla="*/ 2866 h 56849"/>
                <a:gd name="csX151" fmla="*/ 29619 w 123254"/>
                <a:gd name="csY151" fmla="*/ 2866 h 56849"/>
                <a:gd name="csX152" fmla="*/ 32963 w 123254"/>
                <a:gd name="csY152" fmla="*/ 1911 h 56849"/>
                <a:gd name="csX153" fmla="*/ 34874 w 123254"/>
                <a:gd name="csY153" fmla="*/ 2389 h 56849"/>
                <a:gd name="csX154" fmla="*/ 36308 w 123254"/>
                <a:gd name="csY154" fmla="*/ 3822 h 56849"/>
                <a:gd name="csX155" fmla="*/ 37263 w 123254"/>
                <a:gd name="csY155" fmla="*/ 4300 h 56849"/>
                <a:gd name="csX156" fmla="*/ 39652 w 123254"/>
                <a:gd name="csY156" fmla="*/ 3822 h 56849"/>
                <a:gd name="csX157" fmla="*/ 41085 w 123254"/>
                <a:gd name="csY157" fmla="*/ 3344 h 56849"/>
                <a:gd name="csX158" fmla="*/ 48728 w 123254"/>
                <a:gd name="csY158" fmla="*/ 4777 h 56849"/>
                <a:gd name="csX159" fmla="*/ 51595 w 123254"/>
                <a:gd name="csY159" fmla="*/ 4300 h 56849"/>
                <a:gd name="csX160" fmla="*/ 57328 w 123254"/>
                <a:gd name="csY160" fmla="*/ 4300 h 56849"/>
                <a:gd name="csX161" fmla="*/ 59716 w 123254"/>
                <a:gd name="csY161" fmla="*/ 4300 h 56849"/>
                <a:gd name="csX162" fmla="*/ 63060 w 123254"/>
                <a:gd name="csY162" fmla="*/ 2389 h 56849"/>
                <a:gd name="csX163" fmla="*/ 65449 w 123254"/>
                <a:gd name="csY163" fmla="*/ 2389 h 56849"/>
                <a:gd name="csX164" fmla="*/ 67838 w 123254"/>
                <a:gd name="csY164" fmla="*/ 1433 h 56849"/>
                <a:gd name="csX165" fmla="*/ 67838 w 123254"/>
                <a:gd name="csY165" fmla="*/ 478 h 56849"/>
                <a:gd name="csX166" fmla="*/ 66882 w 123254"/>
                <a:gd name="csY166" fmla="*/ 0 h 56849"/>
                <a:gd name="csX167" fmla="*/ 71182 w 123254"/>
                <a:gd name="csY167" fmla="*/ 478 h 56849"/>
                <a:gd name="csX168" fmla="*/ 76915 w 123254"/>
                <a:gd name="csY168" fmla="*/ 2389 h 56849"/>
                <a:gd name="csX169" fmla="*/ 83125 w 123254"/>
                <a:gd name="csY169" fmla="*/ 1911 h 56849"/>
                <a:gd name="csX170" fmla="*/ 85514 w 123254"/>
                <a:gd name="csY170" fmla="*/ 956 h 56849"/>
                <a:gd name="csX171" fmla="*/ 86947 w 123254"/>
                <a:gd name="csY171" fmla="*/ 478 h 56849"/>
                <a:gd name="csX172" fmla="*/ 93635 w 123254"/>
                <a:gd name="csY172" fmla="*/ 2866 h 56849"/>
                <a:gd name="csX173" fmla="*/ 95546 w 123254"/>
                <a:gd name="csY173" fmla="*/ 4300 h 56849"/>
                <a:gd name="csX174" fmla="*/ 96501 w 123254"/>
                <a:gd name="csY174" fmla="*/ 4300 h 56849"/>
                <a:gd name="csX175" fmla="*/ 97935 w 123254"/>
                <a:gd name="csY175" fmla="*/ 3822 h 56849"/>
                <a:gd name="csX176" fmla="*/ 97935 w 123254"/>
                <a:gd name="csY176" fmla="*/ 3822 h 56849"/>
                <a:gd name="csX177" fmla="*/ 96979 w 123254"/>
                <a:gd name="csY177" fmla="*/ 3344 h 56849"/>
                <a:gd name="csX178" fmla="*/ 96024 w 123254"/>
                <a:gd name="csY178" fmla="*/ 2866 h 56849"/>
                <a:gd name="csX179" fmla="*/ 101279 w 123254"/>
                <a:gd name="csY179" fmla="*/ 3822 h 56849"/>
                <a:gd name="csX180" fmla="*/ 110833 w 123254"/>
                <a:gd name="csY180" fmla="*/ 10988 h 56849"/>
                <a:gd name="csX181" fmla="*/ 111311 w 123254"/>
                <a:gd name="csY181" fmla="*/ 11466 h 56849"/>
                <a:gd name="csX182" fmla="*/ 107012 w 123254"/>
                <a:gd name="csY182" fmla="*/ 9555 h 56849"/>
                <a:gd name="csX183" fmla="*/ 104623 w 123254"/>
                <a:gd name="csY183" fmla="*/ 9555 h 56849"/>
                <a:gd name="csX184" fmla="*/ 104145 w 123254"/>
                <a:gd name="csY184" fmla="*/ 10032 h 56849"/>
                <a:gd name="csX185" fmla="*/ 104623 w 123254"/>
                <a:gd name="csY185" fmla="*/ 10988 h 56849"/>
                <a:gd name="csX186" fmla="*/ 104623 w 123254"/>
                <a:gd name="csY186" fmla="*/ 11943 h 56849"/>
                <a:gd name="csX187" fmla="*/ 105578 w 123254"/>
                <a:gd name="csY187" fmla="*/ 11943 h 56849"/>
                <a:gd name="csX188" fmla="*/ 106056 w 123254"/>
                <a:gd name="csY188" fmla="*/ 11466 h 56849"/>
                <a:gd name="csX189" fmla="*/ 107967 w 123254"/>
                <a:gd name="csY189" fmla="*/ 11943 h 56849"/>
                <a:gd name="csX190" fmla="*/ 108923 w 123254"/>
                <a:gd name="csY190" fmla="*/ 12421 h 56849"/>
                <a:gd name="csX191" fmla="*/ 110356 w 123254"/>
                <a:gd name="csY191" fmla="*/ 13854 h 56849"/>
                <a:gd name="csX192" fmla="*/ 111311 w 123254"/>
                <a:gd name="csY192" fmla="*/ 15287 h 56849"/>
                <a:gd name="csX193" fmla="*/ 112266 w 123254"/>
                <a:gd name="csY193" fmla="*/ 15287 h 56849"/>
                <a:gd name="csX194" fmla="*/ 112744 w 123254"/>
                <a:gd name="csY194" fmla="*/ 14332 h 56849"/>
                <a:gd name="csX195" fmla="*/ 114655 w 123254"/>
                <a:gd name="csY195" fmla="*/ 14332 h 56849"/>
                <a:gd name="csX196" fmla="*/ 115611 w 123254"/>
                <a:gd name="csY196" fmla="*/ 15287 h 56849"/>
                <a:gd name="csX197" fmla="*/ 116566 w 123254"/>
                <a:gd name="csY197" fmla="*/ 14809 h 56849"/>
                <a:gd name="csX198" fmla="*/ 115133 w 123254"/>
                <a:gd name="csY198" fmla="*/ 13854 h 56849"/>
                <a:gd name="csX199" fmla="*/ 112744 w 123254"/>
                <a:gd name="csY199" fmla="*/ 12421 h 56849"/>
                <a:gd name="csX200" fmla="*/ 113222 w 123254"/>
                <a:gd name="csY200" fmla="*/ 12421 h 56849"/>
                <a:gd name="csX201" fmla="*/ 118955 w 123254"/>
                <a:gd name="csY201" fmla="*/ 14809 h 56849"/>
                <a:gd name="csX202" fmla="*/ 120388 w 123254"/>
                <a:gd name="csY202" fmla="*/ 17676 h 56849"/>
                <a:gd name="csX203" fmla="*/ 121821 w 123254"/>
                <a:gd name="csY203" fmla="*/ 18632 h 56849"/>
                <a:gd name="csX204" fmla="*/ 123254 w 123254"/>
                <a:gd name="csY204" fmla="*/ 19587 h 568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</a:cxnLst>
              <a:rect l="l" t="t" r="r" b="b"/>
              <a:pathLst>
                <a:path w="123254" h="56849">
                  <a:moveTo>
                    <a:pt x="123254" y="19587"/>
                  </a:moveTo>
                  <a:lnTo>
                    <a:pt x="117999" y="19109"/>
                  </a:lnTo>
                  <a:lnTo>
                    <a:pt x="115611" y="19587"/>
                  </a:lnTo>
                  <a:lnTo>
                    <a:pt x="114655" y="21020"/>
                  </a:lnTo>
                  <a:lnTo>
                    <a:pt x="113700" y="21498"/>
                  </a:lnTo>
                  <a:lnTo>
                    <a:pt x="112744" y="21498"/>
                  </a:lnTo>
                  <a:lnTo>
                    <a:pt x="111311" y="21975"/>
                  </a:lnTo>
                  <a:lnTo>
                    <a:pt x="108923" y="22931"/>
                  </a:lnTo>
                  <a:lnTo>
                    <a:pt x="107012" y="23409"/>
                  </a:lnTo>
                  <a:lnTo>
                    <a:pt x="105100" y="23409"/>
                  </a:lnTo>
                  <a:lnTo>
                    <a:pt x="104623" y="23409"/>
                  </a:lnTo>
                  <a:lnTo>
                    <a:pt x="104623" y="23886"/>
                  </a:lnTo>
                  <a:lnTo>
                    <a:pt x="104145" y="24364"/>
                  </a:lnTo>
                  <a:lnTo>
                    <a:pt x="103667" y="24364"/>
                  </a:lnTo>
                  <a:lnTo>
                    <a:pt x="102712" y="24364"/>
                  </a:lnTo>
                  <a:lnTo>
                    <a:pt x="101757" y="23886"/>
                  </a:lnTo>
                  <a:lnTo>
                    <a:pt x="101279" y="23886"/>
                  </a:lnTo>
                  <a:lnTo>
                    <a:pt x="101279" y="24842"/>
                  </a:lnTo>
                  <a:lnTo>
                    <a:pt x="100801" y="24842"/>
                  </a:lnTo>
                  <a:lnTo>
                    <a:pt x="99846" y="24842"/>
                  </a:lnTo>
                  <a:lnTo>
                    <a:pt x="98412" y="24842"/>
                  </a:lnTo>
                  <a:lnTo>
                    <a:pt x="97457" y="25798"/>
                  </a:lnTo>
                  <a:lnTo>
                    <a:pt x="95546" y="26275"/>
                  </a:lnTo>
                  <a:lnTo>
                    <a:pt x="93635" y="25798"/>
                  </a:lnTo>
                  <a:lnTo>
                    <a:pt x="91724" y="24364"/>
                  </a:lnTo>
                  <a:lnTo>
                    <a:pt x="90769" y="22931"/>
                  </a:lnTo>
                  <a:lnTo>
                    <a:pt x="89335" y="22931"/>
                  </a:lnTo>
                  <a:lnTo>
                    <a:pt x="86947" y="23886"/>
                  </a:lnTo>
                  <a:lnTo>
                    <a:pt x="86947" y="23886"/>
                  </a:lnTo>
                  <a:lnTo>
                    <a:pt x="85991" y="25320"/>
                  </a:lnTo>
                  <a:lnTo>
                    <a:pt x="85514" y="25798"/>
                  </a:lnTo>
                  <a:lnTo>
                    <a:pt x="85991" y="26753"/>
                  </a:lnTo>
                  <a:lnTo>
                    <a:pt x="85514" y="27231"/>
                  </a:lnTo>
                  <a:lnTo>
                    <a:pt x="84081" y="27231"/>
                  </a:lnTo>
                  <a:lnTo>
                    <a:pt x="83125" y="28186"/>
                  </a:lnTo>
                  <a:lnTo>
                    <a:pt x="82647" y="29619"/>
                  </a:lnTo>
                  <a:lnTo>
                    <a:pt x="82647" y="30575"/>
                  </a:lnTo>
                  <a:lnTo>
                    <a:pt x="83125" y="31530"/>
                  </a:lnTo>
                  <a:lnTo>
                    <a:pt x="82647" y="32008"/>
                  </a:lnTo>
                  <a:lnTo>
                    <a:pt x="80736" y="32486"/>
                  </a:lnTo>
                  <a:lnTo>
                    <a:pt x="79303" y="33919"/>
                  </a:lnTo>
                  <a:lnTo>
                    <a:pt x="76915" y="35830"/>
                  </a:lnTo>
                  <a:lnTo>
                    <a:pt x="75004" y="37263"/>
                  </a:lnTo>
                  <a:lnTo>
                    <a:pt x="73093" y="38218"/>
                  </a:lnTo>
                  <a:lnTo>
                    <a:pt x="72137" y="39174"/>
                  </a:lnTo>
                  <a:lnTo>
                    <a:pt x="72137" y="40129"/>
                  </a:lnTo>
                  <a:lnTo>
                    <a:pt x="72137" y="40607"/>
                  </a:lnTo>
                  <a:lnTo>
                    <a:pt x="71659" y="40607"/>
                  </a:lnTo>
                  <a:lnTo>
                    <a:pt x="71182" y="40607"/>
                  </a:lnTo>
                  <a:lnTo>
                    <a:pt x="66882" y="38696"/>
                  </a:lnTo>
                  <a:lnTo>
                    <a:pt x="65927" y="36785"/>
                  </a:lnTo>
                  <a:lnTo>
                    <a:pt x="64971" y="37263"/>
                  </a:lnTo>
                  <a:lnTo>
                    <a:pt x="64016" y="38218"/>
                  </a:lnTo>
                  <a:lnTo>
                    <a:pt x="63538" y="38218"/>
                  </a:lnTo>
                  <a:lnTo>
                    <a:pt x="63060" y="38696"/>
                  </a:lnTo>
                  <a:lnTo>
                    <a:pt x="62105" y="39651"/>
                  </a:lnTo>
                  <a:lnTo>
                    <a:pt x="60194" y="42040"/>
                  </a:lnTo>
                  <a:lnTo>
                    <a:pt x="59239" y="42518"/>
                  </a:lnTo>
                  <a:lnTo>
                    <a:pt x="54461" y="42040"/>
                  </a:lnTo>
                  <a:lnTo>
                    <a:pt x="52073" y="42518"/>
                  </a:lnTo>
                  <a:lnTo>
                    <a:pt x="51595" y="42518"/>
                  </a:lnTo>
                  <a:lnTo>
                    <a:pt x="51595" y="43473"/>
                  </a:lnTo>
                  <a:lnTo>
                    <a:pt x="51595" y="44907"/>
                  </a:lnTo>
                  <a:lnTo>
                    <a:pt x="52073" y="48728"/>
                  </a:lnTo>
                  <a:lnTo>
                    <a:pt x="52550" y="50639"/>
                  </a:lnTo>
                  <a:lnTo>
                    <a:pt x="52550" y="50639"/>
                  </a:lnTo>
                  <a:lnTo>
                    <a:pt x="52550" y="51117"/>
                  </a:lnTo>
                  <a:lnTo>
                    <a:pt x="51117" y="51117"/>
                  </a:lnTo>
                  <a:lnTo>
                    <a:pt x="49206" y="51595"/>
                  </a:lnTo>
                  <a:lnTo>
                    <a:pt x="48728" y="52550"/>
                  </a:lnTo>
                  <a:lnTo>
                    <a:pt x="48251" y="53028"/>
                  </a:lnTo>
                  <a:lnTo>
                    <a:pt x="48251" y="54461"/>
                  </a:lnTo>
                  <a:lnTo>
                    <a:pt x="47773" y="55417"/>
                  </a:lnTo>
                  <a:lnTo>
                    <a:pt x="46818" y="56372"/>
                  </a:lnTo>
                  <a:lnTo>
                    <a:pt x="45862" y="56850"/>
                  </a:lnTo>
                  <a:lnTo>
                    <a:pt x="40129" y="56850"/>
                  </a:lnTo>
                  <a:lnTo>
                    <a:pt x="40129" y="54939"/>
                  </a:lnTo>
                  <a:lnTo>
                    <a:pt x="38696" y="53983"/>
                  </a:lnTo>
                  <a:lnTo>
                    <a:pt x="37741" y="52550"/>
                  </a:lnTo>
                  <a:lnTo>
                    <a:pt x="37263" y="51595"/>
                  </a:lnTo>
                  <a:lnTo>
                    <a:pt x="37263" y="50639"/>
                  </a:lnTo>
                  <a:lnTo>
                    <a:pt x="37263" y="49684"/>
                  </a:lnTo>
                  <a:lnTo>
                    <a:pt x="34874" y="49206"/>
                  </a:lnTo>
                  <a:lnTo>
                    <a:pt x="32963" y="49684"/>
                  </a:lnTo>
                  <a:lnTo>
                    <a:pt x="31530" y="49684"/>
                  </a:lnTo>
                  <a:lnTo>
                    <a:pt x="30575" y="49206"/>
                  </a:lnTo>
                  <a:lnTo>
                    <a:pt x="32486" y="48251"/>
                  </a:lnTo>
                  <a:lnTo>
                    <a:pt x="32486" y="48251"/>
                  </a:lnTo>
                  <a:lnTo>
                    <a:pt x="32486" y="47295"/>
                  </a:lnTo>
                  <a:lnTo>
                    <a:pt x="32486" y="47295"/>
                  </a:lnTo>
                  <a:lnTo>
                    <a:pt x="32008" y="47295"/>
                  </a:lnTo>
                  <a:lnTo>
                    <a:pt x="31530" y="46817"/>
                  </a:lnTo>
                  <a:lnTo>
                    <a:pt x="31530" y="45862"/>
                  </a:lnTo>
                  <a:lnTo>
                    <a:pt x="32008" y="44429"/>
                  </a:lnTo>
                  <a:lnTo>
                    <a:pt x="32963" y="41563"/>
                  </a:lnTo>
                  <a:lnTo>
                    <a:pt x="32486" y="41085"/>
                  </a:lnTo>
                  <a:lnTo>
                    <a:pt x="32486" y="41085"/>
                  </a:lnTo>
                  <a:lnTo>
                    <a:pt x="31052" y="40129"/>
                  </a:lnTo>
                  <a:lnTo>
                    <a:pt x="29142" y="39651"/>
                  </a:lnTo>
                  <a:lnTo>
                    <a:pt x="27231" y="40129"/>
                  </a:lnTo>
                  <a:lnTo>
                    <a:pt x="26275" y="39651"/>
                  </a:lnTo>
                  <a:lnTo>
                    <a:pt x="25320" y="38696"/>
                  </a:lnTo>
                  <a:lnTo>
                    <a:pt x="25320" y="38696"/>
                  </a:lnTo>
                  <a:lnTo>
                    <a:pt x="24364" y="38218"/>
                  </a:lnTo>
                  <a:lnTo>
                    <a:pt x="23886" y="38218"/>
                  </a:lnTo>
                  <a:lnTo>
                    <a:pt x="21498" y="39174"/>
                  </a:lnTo>
                  <a:lnTo>
                    <a:pt x="19109" y="40129"/>
                  </a:lnTo>
                  <a:lnTo>
                    <a:pt x="18154" y="40607"/>
                  </a:lnTo>
                  <a:lnTo>
                    <a:pt x="17676" y="40607"/>
                  </a:lnTo>
                  <a:lnTo>
                    <a:pt x="17198" y="39651"/>
                  </a:lnTo>
                  <a:lnTo>
                    <a:pt x="17198" y="38696"/>
                  </a:lnTo>
                  <a:lnTo>
                    <a:pt x="16721" y="38218"/>
                  </a:lnTo>
                  <a:lnTo>
                    <a:pt x="15765" y="37741"/>
                  </a:lnTo>
                  <a:lnTo>
                    <a:pt x="13854" y="37741"/>
                  </a:lnTo>
                  <a:lnTo>
                    <a:pt x="12899" y="37263"/>
                  </a:lnTo>
                  <a:lnTo>
                    <a:pt x="12421" y="36307"/>
                  </a:lnTo>
                  <a:lnTo>
                    <a:pt x="10510" y="35352"/>
                  </a:lnTo>
                  <a:lnTo>
                    <a:pt x="10032" y="34874"/>
                  </a:lnTo>
                  <a:lnTo>
                    <a:pt x="10032" y="34874"/>
                  </a:lnTo>
                  <a:lnTo>
                    <a:pt x="7166" y="32963"/>
                  </a:lnTo>
                  <a:lnTo>
                    <a:pt x="6688" y="32486"/>
                  </a:lnTo>
                  <a:lnTo>
                    <a:pt x="6688" y="32486"/>
                  </a:lnTo>
                  <a:lnTo>
                    <a:pt x="6211" y="31530"/>
                  </a:lnTo>
                  <a:lnTo>
                    <a:pt x="4777" y="31052"/>
                  </a:lnTo>
                  <a:lnTo>
                    <a:pt x="3822" y="31052"/>
                  </a:lnTo>
                  <a:lnTo>
                    <a:pt x="478" y="30097"/>
                  </a:lnTo>
                  <a:lnTo>
                    <a:pt x="0" y="30097"/>
                  </a:lnTo>
                  <a:lnTo>
                    <a:pt x="478" y="29141"/>
                  </a:lnTo>
                  <a:lnTo>
                    <a:pt x="1433" y="28186"/>
                  </a:lnTo>
                  <a:lnTo>
                    <a:pt x="2867" y="27231"/>
                  </a:lnTo>
                  <a:lnTo>
                    <a:pt x="3822" y="26753"/>
                  </a:lnTo>
                  <a:lnTo>
                    <a:pt x="3822" y="26753"/>
                  </a:lnTo>
                  <a:lnTo>
                    <a:pt x="3822" y="25320"/>
                  </a:lnTo>
                  <a:lnTo>
                    <a:pt x="3344" y="22931"/>
                  </a:lnTo>
                  <a:lnTo>
                    <a:pt x="2867" y="21975"/>
                  </a:lnTo>
                  <a:lnTo>
                    <a:pt x="3344" y="21020"/>
                  </a:lnTo>
                  <a:lnTo>
                    <a:pt x="3822" y="18632"/>
                  </a:lnTo>
                  <a:lnTo>
                    <a:pt x="4300" y="17676"/>
                  </a:lnTo>
                  <a:lnTo>
                    <a:pt x="7644" y="16721"/>
                  </a:lnTo>
                  <a:lnTo>
                    <a:pt x="8121" y="16721"/>
                  </a:lnTo>
                  <a:lnTo>
                    <a:pt x="8121" y="16243"/>
                  </a:lnTo>
                  <a:lnTo>
                    <a:pt x="10510" y="14332"/>
                  </a:lnTo>
                  <a:lnTo>
                    <a:pt x="13377" y="12421"/>
                  </a:lnTo>
                  <a:lnTo>
                    <a:pt x="16721" y="10032"/>
                  </a:lnTo>
                  <a:lnTo>
                    <a:pt x="20065" y="7644"/>
                  </a:lnTo>
                  <a:lnTo>
                    <a:pt x="21498" y="6210"/>
                  </a:lnTo>
                  <a:lnTo>
                    <a:pt x="22453" y="5733"/>
                  </a:lnTo>
                  <a:lnTo>
                    <a:pt x="24364" y="6210"/>
                  </a:lnTo>
                  <a:lnTo>
                    <a:pt x="26275" y="4777"/>
                  </a:lnTo>
                  <a:lnTo>
                    <a:pt x="26753" y="4300"/>
                  </a:lnTo>
                  <a:lnTo>
                    <a:pt x="29142" y="2866"/>
                  </a:lnTo>
                  <a:lnTo>
                    <a:pt x="29619" y="2866"/>
                  </a:lnTo>
                  <a:lnTo>
                    <a:pt x="32963" y="1911"/>
                  </a:lnTo>
                  <a:lnTo>
                    <a:pt x="34874" y="2389"/>
                  </a:lnTo>
                  <a:lnTo>
                    <a:pt x="36308" y="3822"/>
                  </a:lnTo>
                  <a:lnTo>
                    <a:pt x="37263" y="4300"/>
                  </a:lnTo>
                  <a:lnTo>
                    <a:pt x="39652" y="3822"/>
                  </a:lnTo>
                  <a:lnTo>
                    <a:pt x="41085" y="3344"/>
                  </a:lnTo>
                  <a:lnTo>
                    <a:pt x="48728" y="4777"/>
                  </a:lnTo>
                  <a:lnTo>
                    <a:pt x="51595" y="4300"/>
                  </a:lnTo>
                  <a:lnTo>
                    <a:pt x="57328" y="4300"/>
                  </a:lnTo>
                  <a:lnTo>
                    <a:pt x="59716" y="4300"/>
                  </a:lnTo>
                  <a:lnTo>
                    <a:pt x="63060" y="2389"/>
                  </a:lnTo>
                  <a:lnTo>
                    <a:pt x="65449" y="2389"/>
                  </a:lnTo>
                  <a:lnTo>
                    <a:pt x="67838" y="1433"/>
                  </a:lnTo>
                  <a:lnTo>
                    <a:pt x="67838" y="478"/>
                  </a:lnTo>
                  <a:lnTo>
                    <a:pt x="66882" y="0"/>
                  </a:lnTo>
                  <a:lnTo>
                    <a:pt x="71182" y="478"/>
                  </a:lnTo>
                  <a:lnTo>
                    <a:pt x="76915" y="2389"/>
                  </a:lnTo>
                  <a:lnTo>
                    <a:pt x="83125" y="1911"/>
                  </a:lnTo>
                  <a:lnTo>
                    <a:pt x="85514" y="956"/>
                  </a:lnTo>
                  <a:lnTo>
                    <a:pt x="86947" y="478"/>
                  </a:lnTo>
                  <a:lnTo>
                    <a:pt x="93635" y="2866"/>
                  </a:lnTo>
                  <a:lnTo>
                    <a:pt x="95546" y="4300"/>
                  </a:lnTo>
                  <a:lnTo>
                    <a:pt x="96501" y="4300"/>
                  </a:lnTo>
                  <a:lnTo>
                    <a:pt x="97935" y="3822"/>
                  </a:lnTo>
                  <a:lnTo>
                    <a:pt x="97935" y="3822"/>
                  </a:lnTo>
                  <a:lnTo>
                    <a:pt x="96979" y="3344"/>
                  </a:lnTo>
                  <a:lnTo>
                    <a:pt x="96024" y="2866"/>
                  </a:lnTo>
                  <a:lnTo>
                    <a:pt x="101279" y="3822"/>
                  </a:lnTo>
                  <a:lnTo>
                    <a:pt x="110833" y="10988"/>
                  </a:lnTo>
                  <a:lnTo>
                    <a:pt x="111311" y="11466"/>
                  </a:lnTo>
                  <a:lnTo>
                    <a:pt x="107012" y="9555"/>
                  </a:lnTo>
                  <a:lnTo>
                    <a:pt x="104623" y="9555"/>
                  </a:lnTo>
                  <a:lnTo>
                    <a:pt x="104145" y="10032"/>
                  </a:lnTo>
                  <a:lnTo>
                    <a:pt x="104623" y="10988"/>
                  </a:lnTo>
                  <a:lnTo>
                    <a:pt x="104623" y="11943"/>
                  </a:lnTo>
                  <a:lnTo>
                    <a:pt x="105578" y="11943"/>
                  </a:lnTo>
                  <a:lnTo>
                    <a:pt x="106056" y="11466"/>
                  </a:lnTo>
                  <a:lnTo>
                    <a:pt x="107967" y="11943"/>
                  </a:lnTo>
                  <a:lnTo>
                    <a:pt x="108923" y="12421"/>
                  </a:lnTo>
                  <a:lnTo>
                    <a:pt x="110356" y="13854"/>
                  </a:lnTo>
                  <a:lnTo>
                    <a:pt x="111311" y="15287"/>
                  </a:lnTo>
                  <a:lnTo>
                    <a:pt x="112266" y="15287"/>
                  </a:lnTo>
                  <a:lnTo>
                    <a:pt x="112744" y="14332"/>
                  </a:lnTo>
                  <a:lnTo>
                    <a:pt x="114655" y="14332"/>
                  </a:lnTo>
                  <a:lnTo>
                    <a:pt x="115611" y="15287"/>
                  </a:lnTo>
                  <a:lnTo>
                    <a:pt x="116566" y="14809"/>
                  </a:lnTo>
                  <a:lnTo>
                    <a:pt x="115133" y="13854"/>
                  </a:lnTo>
                  <a:lnTo>
                    <a:pt x="112744" y="12421"/>
                  </a:lnTo>
                  <a:lnTo>
                    <a:pt x="113222" y="12421"/>
                  </a:lnTo>
                  <a:lnTo>
                    <a:pt x="118955" y="14809"/>
                  </a:lnTo>
                  <a:lnTo>
                    <a:pt x="120388" y="17676"/>
                  </a:lnTo>
                  <a:lnTo>
                    <a:pt x="121821" y="18632"/>
                  </a:lnTo>
                  <a:lnTo>
                    <a:pt x="123254" y="195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6" name="Freeform 2955">
              <a:extLst>
                <a:ext uri="{FF2B5EF4-FFF2-40B4-BE49-F238E27FC236}">
                  <a16:creationId xmlns:a16="http://schemas.microsoft.com/office/drawing/2014/main" id="{48CB8D8C-E866-3B8C-E527-AB86A4C86013}"/>
                </a:ext>
              </a:extLst>
            </p:cNvPr>
            <p:cNvSpPr/>
            <p:nvPr/>
          </p:nvSpPr>
          <p:spPr>
            <a:xfrm>
              <a:off x="4208490" y="3121126"/>
              <a:ext cx="24841" cy="21975"/>
            </a:xfrm>
            <a:custGeom>
              <a:avLst/>
              <a:gdLst>
                <a:gd name="csX0" fmla="*/ 24842 w 24841"/>
                <a:gd name="csY0" fmla="*/ 18154 h 21975"/>
                <a:gd name="csX1" fmla="*/ 24842 w 24841"/>
                <a:gd name="csY1" fmla="*/ 19109 h 21975"/>
                <a:gd name="csX2" fmla="*/ 23886 w 24841"/>
                <a:gd name="csY2" fmla="*/ 20542 h 21975"/>
                <a:gd name="csX3" fmla="*/ 22931 w 24841"/>
                <a:gd name="csY3" fmla="*/ 21975 h 21975"/>
                <a:gd name="csX4" fmla="*/ 21498 w 24841"/>
                <a:gd name="csY4" fmla="*/ 21975 h 21975"/>
                <a:gd name="csX5" fmla="*/ 19587 w 24841"/>
                <a:gd name="csY5" fmla="*/ 21020 h 21975"/>
                <a:gd name="csX6" fmla="*/ 18631 w 24841"/>
                <a:gd name="csY6" fmla="*/ 20542 h 21975"/>
                <a:gd name="csX7" fmla="*/ 17676 w 24841"/>
                <a:gd name="csY7" fmla="*/ 19109 h 21975"/>
                <a:gd name="csX8" fmla="*/ 17198 w 24841"/>
                <a:gd name="csY8" fmla="*/ 19109 h 21975"/>
                <a:gd name="csX9" fmla="*/ 16721 w 24841"/>
                <a:gd name="csY9" fmla="*/ 19587 h 21975"/>
                <a:gd name="csX10" fmla="*/ 16721 w 24841"/>
                <a:gd name="csY10" fmla="*/ 20065 h 21975"/>
                <a:gd name="csX11" fmla="*/ 16721 w 24841"/>
                <a:gd name="csY11" fmla="*/ 20542 h 21975"/>
                <a:gd name="csX12" fmla="*/ 16243 w 24841"/>
                <a:gd name="csY12" fmla="*/ 21020 h 21975"/>
                <a:gd name="csX13" fmla="*/ 13854 w 24841"/>
                <a:gd name="csY13" fmla="*/ 20542 h 21975"/>
                <a:gd name="csX14" fmla="*/ 13376 w 24841"/>
                <a:gd name="csY14" fmla="*/ 20065 h 21975"/>
                <a:gd name="csX15" fmla="*/ 13376 w 24841"/>
                <a:gd name="csY15" fmla="*/ 18631 h 21975"/>
                <a:gd name="csX16" fmla="*/ 15287 w 24841"/>
                <a:gd name="csY16" fmla="*/ 16721 h 21975"/>
                <a:gd name="csX17" fmla="*/ 13854 w 24841"/>
                <a:gd name="csY17" fmla="*/ 15765 h 21975"/>
                <a:gd name="csX18" fmla="*/ 13376 w 24841"/>
                <a:gd name="csY18" fmla="*/ 15287 h 21975"/>
                <a:gd name="csX19" fmla="*/ 10510 w 24841"/>
                <a:gd name="csY19" fmla="*/ 16243 h 21975"/>
                <a:gd name="csX20" fmla="*/ 9077 w 24841"/>
                <a:gd name="csY20" fmla="*/ 16721 h 21975"/>
                <a:gd name="csX21" fmla="*/ 7166 w 24841"/>
                <a:gd name="csY21" fmla="*/ 15765 h 21975"/>
                <a:gd name="csX22" fmla="*/ 6688 w 24841"/>
                <a:gd name="csY22" fmla="*/ 10988 h 21975"/>
                <a:gd name="csX23" fmla="*/ 6688 w 24841"/>
                <a:gd name="csY23" fmla="*/ 9555 h 21975"/>
                <a:gd name="csX24" fmla="*/ 5733 w 24841"/>
                <a:gd name="csY24" fmla="*/ 8121 h 21975"/>
                <a:gd name="csX25" fmla="*/ 5255 w 24841"/>
                <a:gd name="csY25" fmla="*/ 7166 h 21975"/>
                <a:gd name="csX26" fmla="*/ 4299 w 24841"/>
                <a:gd name="csY26" fmla="*/ 6210 h 21975"/>
                <a:gd name="csX27" fmla="*/ 1911 w 24841"/>
                <a:gd name="csY27" fmla="*/ 5255 h 21975"/>
                <a:gd name="csX28" fmla="*/ 478 w 24841"/>
                <a:gd name="csY28" fmla="*/ 2866 h 21975"/>
                <a:gd name="csX29" fmla="*/ 0 w 24841"/>
                <a:gd name="csY29" fmla="*/ 1911 h 21975"/>
                <a:gd name="csX30" fmla="*/ 478 w 24841"/>
                <a:gd name="csY30" fmla="*/ 955 h 21975"/>
                <a:gd name="csX31" fmla="*/ 1433 w 24841"/>
                <a:gd name="csY31" fmla="*/ 0 h 21975"/>
                <a:gd name="csX32" fmla="*/ 7166 w 24841"/>
                <a:gd name="csY32" fmla="*/ 2389 h 21975"/>
                <a:gd name="csX33" fmla="*/ 10510 w 24841"/>
                <a:gd name="csY33" fmla="*/ 4300 h 21975"/>
                <a:gd name="csX34" fmla="*/ 13854 w 24841"/>
                <a:gd name="csY34" fmla="*/ 7166 h 21975"/>
                <a:gd name="csX35" fmla="*/ 15287 w 24841"/>
                <a:gd name="csY35" fmla="*/ 9077 h 21975"/>
                <a:gd name="csX36" fmla="*/ 15287 w 24841"/>
                <a:gd name="csY36" fmla="*/ 10510 h 21975"/>
                <a:gd name="csX37" fmla="*/ 15287 w 24841"/>
                <a:gd name="csY37" fmla="*/ 11943 h 21975"/>
                <a:gd name="csX38" fmla="*/ 14332 w 24841"/>
                <a:gd name="csY38" fmla="*/ 13376 h 21975"/>
                <a:gd name="csX39" fmla="*/ 14809 w 24841"/>
                <a:gd name="csY39" fmla="*/ 14809 h 21975"/>
                <a:gd name="csX40" fmla="*/ 17198 w 24841"/>
                <a:gd name="csY40" fmla="*/ 16721 h 21975"/>
                <a:gd name="csX41" fmla="*/ 20064 w 24841"/>
                <a:gd name="csY41" fmla="*/ 17676 h 21975"/>
                <a:gd name="csX42" fmla="*/ 23886 w 24841"/>
                <a:gd name="csY42" fmla="*/ 18154 h 21975"/>
                <a:gd name="csX43" fmla="*/ 24842 w 24841"/>
                <a:gd name="csY43" fmla="*/ 18154 h 21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4841" h="21975">
                  <a:moveTo>
                    <a:pt x="24842" y="18154"/>
                  </a:moveTo>
                  <a:lnTo>
                    <a:pt x="24842" y="19109"/>
                  </a:lnTo>
                  <a:lnTo>
                    <a:pt x="23886" y="20542"/>
                  </a:lnTo>
                  <a:lnTo>
                    <a:pt x="22931" y="21975"/>
                  </a:lnTo>
                  <a:lnTo>
                    <a:pt x="21498" y="21975"/>
                  </a:lnTo>
                  <a:lnTo>
                    <a:pt x="19587" y="21020"/>
                  </a:lnTo>
                  <a:lnTo>
                    <a:pt x="18631" y="20542"/>
                  </a:lnTo>
                  <a:lnTo>
                    <a:pt x="17676" y="19109"/>
                  </a:lnTo>
                  <a:lnTo>
                    <a:pt x="17198" y="19109"/>
                  </a:lnTo>
                  <a:lnTo>
                    <a:pt x="16721" y="19587"/>
                  </a:lnTo>
                  <a:lnTo>
                    <a:pt x="16721" y="20065"/>
                  </a:lnTo>
                  <a:lnTo>
                    <a:pt x="16721" y="20542"/>
                  </a:lnTo>
                  <a:lnTo>
                    <a:pt x="16243" y="21020"/>
                  </a:lnTo>
                  <a:lnTo>
                    <a:pt x="13854" y="20542"/>
                  </a:lnTo>
                  <a:lnTo>
                    <a:pt x="13376" y="20065"/>
                  </a:lnTo>
                  <a:lnTo>
                    <a:pt x="13376" y="18631"/>
                  </a:lnTo>
                  <a:lnTo>
                    <a:pt x="15287" y="16721"/>
                  </a:lnTo>
                  <a:lnTo>
                    <a:pt x="13854" y="15765"/>
                  </a:lnTo>
                  <a:lnTo>
                    <a:pt x="13376" y="15287"/>
                  </a:lnTo>
                  <a:lnTo>
                    <a:pt x="10510" y="16243"/>
                  </a:lnTo>
                  <a:lnTo>
                    <a:pt x="9077" y="16721"/>
                  </a:lnTo>
                  <a:lnTo>
                    <a:pt x="7166" y="15765"/>
                  </a:lnTo>
                  <a:lnTo>
                    <a:pt x="6688" y="10988"/>
                  </a:lnTo>
                  <a:lnTo>
                    <a:pt x="6688" y="9555"/>
                  </a:lnTo>
                  <a:lnTo>
                    <a:pt x="5733" y="8121"/>
                  </a:lnTo>
                  <a:lnTo>
                    <a:pt x="5255" y="7166"/>
                  </a:lnTo>
                  <a:lnTo>
                    <a:pt x="4299" y="6210"/>
                  </a:lnTo>
                  <a:lnTo>
                    <a:pt x="1911" y="5255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1433" y="0"/>
                  </a:lnTo>
                  <a:lnTo>
                    <a:pt x="7166" y="2389"/>
                  </a:lnTo>
                  <a:lnTo>
                    <a:pt x="10510" y="4300"/>
                  </a:lnTo>
                  <a:lnTo>
                    <a:pt x="13854" y="7166"/>
                  </a:lnTo>
                  <a:lnTo>
                    <a:pt x="15287" y="9077"/>
                  </a:lnTo>
                  <a:lnTo>
                    <a:pt x="15287" y="10510"/>
                  </a:lnTo>
                  <a:lnTo>
                    <a:pt x="15287" y="11943"/>
                  </a:lnTo>
                  <a:lnTo>
                    <a:pt x="14332" y="13376"/>
                  </a:lnTo>
                  <a:lnTo>
                    <a:pt x="14809" y="14809"/>
                  </a:lnTo>
                  <a:lnTo>
                    <a:pt x="17198" y="16721"/>
                  </a:lnTo>
                  <a:lnTo>
                    <a:pt x="20064" y="17676"/>
                  </a:lnTo>
                  <a:lnTo>
                    <a:pt x="23886" y="18154"/>
                  </a:lnTo>
                  <a:lnTo>
                    <a:pt x="24842" y="181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7" name="Freeform 2956">
              <a:extLst>
                <a:ext uri="{FF2B5EF4-FFF2-40B4-BE49-F238E27FC236}">
                  <a16:creationId xmlns:a16="http://schemas.microsoft.com/office/drawing/2014/main" id="{D23A85FA-FA03-13B9-8813-DF1E735F0852}"/>
                </a:ext>
              </a:extLst>
            </p:cNvPr>
            <p:cNvSpPr/>
            <p:nvPr/>
          </p:nvSpPr>
          <p:spPr>
            <a:xfrm>
              <a:off x="4228077" y="3795202"/>
              <a:ext cx="4299" cy="3344"/>
            </a:xfrm>
            <a:custGeom>
              <a:avLst/>
              <a:gdLst>
                <a:gd name="csX0" fmla="*/ 4300 w 4299"/>
                <a:gd name="csY0" fmla="*/ 956 h 3344"/>
                <a:gd name="csX1" fmla="*/ 4300 w 4299"/>
                <a:gd name="csY1" fmla="*/ 956 h 3344"/>
                <a:gd name="csX2" fmla="*/ 3344 w 4299"/>
                <a:gd name="csY2" fmla="*/ 2867 h 3344"/>
                <a:gd name="csX3" fmla="*/ 1911 w 4299"/>
                <a:gd name="csY3" fmla="*/ 3344 h 3344"/>
                <a:gd name="csX4" fmla="*/ 478 w 4299"/>
                <a:gd name="csY4" fmla="*/ 2867 h 3344"/>
                <a:gd name="csX5" fmla="*/ 0 w 4299"/>
                <a:gd name="csY5" fmla="*/ 2389 h 3344"/>
                <a:gd name="csX6" fmla="*/ 478 w 4299"/>
                <a:gd name="csY6" fmla="*/ 1433 h 3344"/>
                <a:gd name="csX7" fmla="*/ 956 w 4299"/>
                <a:gd name="csY7" fmla="*/ 956 h 3344"/>
                <a:gd name="csX8" fmla="*/ 1911 w 4299"/>
                <a:gd name="csY8" fmla="*/ 0 h 3344"/>
                <a:gd name="csX9" fmla="*/ 2866 w 4299"/>
                <a:gd name="csY9" fmla="*/ 0 h 3344"/>
                <a:gd name="csX10" fmla="*/ 3822 w 4299"/>
                <a:gd name="csY10" fmla="*/ 478 h 3344"/>
                <a:gd name="csX11" fmla="*/ 4300 w 4299"/>
                <a:gd name="csY11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3344">
                  <a:moveTo>
                    <a:pt x="4300" y="956"/>
                  </a:moveTo>
                  <a:lnTo>
                    <a:pt x="4300" y="956"/>
                  </a:lnTo>
                  <a:lnTo>
                    <a:pt x="3344" y="2867"/>
                  </a:lnTo>
                  <a:lnTo>
                    <a:pt x="1911" y="3344"/>
                  </a:lnTo>
                  <a:lnTo>
                    <a:pt x="478" y="2867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956" y="956"/>
                  </a:lnTo>
                  <a:lnTo>
                    <a:pt x="1911" y="0"/>
                  </a:lnTo>
                  <a:lnTo>
                    <a:pt x="2866" y="0"/>
                  </a:lnTo>
                  <a:lnTo>
                    <a:pt x="3822" y="478"/>
                  </a:lnTo>
                  <a:lnTo>
                    <a:pt x="430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8" name="Freeform 2957">
              <a:extLst>
                <a:ext uri="{FF2B5EF4-FFF2-40B4-BE49-F238E27FC236}">
                  <a16:creationId xmlns:a16="http://schemas.microsoft.com/office/drawing/2014/main" id="{737E2DBE-B4A6-1653-060B-9089862DCAD3}"/>
                </a:ext>
              </a:extLst>
            </p:cNvPr>
            <p:cNvSpPr/>
            <p:nvPr/>
          </p:nvSpPr>
          <p:spPr>
            <a:xfrm>
              <a:off x="4220433" y="3792336"/>
              <a:ext cx="7643" cy="4299"/>
            </a:xfrm>
            <a:custGeom>
              <a:avLst/>
              <a:gdLst>
                <a:gd name="csX0" fmla="*/ 7166 w 7643"/>
                <a:gd name="csY0" fmla="*/ 2389 h 4299"/>
                <a:gd name="csX1" fmla="*/ 7644 w 7643"/>
                <a:gd name="csY1" fmla="*/ 2866 h 4299"/>
                <a:gd name="csX2" fmla="*/ 7166 w 7643"/>
                <a:gd name="csY2" fmla="*/ 3822 h 4299"/>
                <a:gd name="csX3" fmla="*/ 5733 w 7643"/>
                <a:gd name="csY3" fmla="*/ 4299 h 4299"/>
                <a:gd name="csX4" fmla="*/ 2866 w 7643"/>
                <a:gd name="csY4" fmla="*/ 4299 h 4299"/>
                <a:gd name="csX5" fmla="*/ 955 w 7643"/>
                <a:gd name="csY5" fmla="*/ 3822 h 4299"/>
                <a:gd name="csX6" fmla="*/ 0 w 7643"/>
                <a:gd name="csY6" fmla="*/ 3344 h 4299"/>
                <a:gd name="csX7" fmla="*/ 0 w 7643"/>
                <a:gd name="csY7" fmla="*/ 2866 h 4299"/>
                <a:gd name="csX8" fmla="*/ 0 w 7643"/>
                <a:gd name="csY8" fmla="*/ 2389 h 4299"/>
                <a:gd name="csX9" fmla="*/ 478 w 7643"/>
                <a:gd name="csY9" fmla="*/ 1911 h 4299"/>
                <a:gd name="csX10" fmla="*/ 955 w 7643"/>
                <a:gd name="csY10" fmla="*/ 2389 h 4299"/>
                <a:gd name="csX11" fmla="*/ 1911 w 7643"/>
                <a:gd name="csY11" fmla="*/ 2389 h 4299"/>
                <a:gd name="csX12" fmla="*/ 3344 w 7643"/>
                <a:gd name="csY12" fmla="*/ 1433 h 4299"/>
                <a:gd name="csX13" fmla="*/ 3822 w 7643"/>
                <a:gd name="csY13" fmla="*/ 956 h 4299"/>
                <a:gd name="csX14" fmla="*/ 3822 w 7643"/>
                <a:gd name="csY14" fmla="*/ 956 h 4299"/>
                <a:gd name="csX15" fmla="*/ 3344 w 7643"/>
                <a:gd name="csY15" fmla="*/ 0 h 4299"/>
                <a:gd name="csX16" fmla="*/ 3822 w 7643"/>
                <a:gd name="csY16" fmla="*/ 0 h 4299"/>
                <a:gd name="csX17" fmla="*/ 5255 w 7643"/>
                <a:gd name="csY17" fmla="*/ 0 h 4299"/>
                <a:gd name="csX18" fmla="*/ 5733 w 7643"/>
                <a:gd name="csY18" fmla="*/ 478 h 4299"/>
                <a:gd name="csX19" fmla="*/ 6688 w 7643"/>
                <a:gd name="csY19" fmla="*/ 1911 h 4299"/>
                <a:gd name="csX20" fmla="*/ 7166 w 7643"/>
                <a:gd name="csY20" fmla="*/ 238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7643" h="4299">
                  <a:moveTo>
                    <a:pt x="7166" y="2389"/>
                  </a:moveTo>
                  <a:lnTo>
                    <a:pt x="7644" y="2866"/>
                  </a:lnTo>
                  <a:lnTo>
                    <a:pt x="7166" y="3822"/>
                  </a:lnTo>
                  <a:lnTo>
                    <a:pt x="5733" y="4299"/>
                  </a:lnTo>
                  <a:lnTo>
                    <a:pt x="2866" y="4299"/>
                  </a:lnTo>
                  <a:lnTo>
                    <a:pt x="955" y="3822"/>
                  </a:lnTo>
                  <a:lnTo>
                    <a:pt x="0" y="3344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955" y="2389"/>
                  </a:lnTo>
                  <a:lnTo>
                    <a:pt x="1911" y="2389"/>
                  </a:lnTo>
                  <a:lnTo>
                    <a:pt x="3344" y="1433"/>
                  </a:lnTo>
                  <a:lnTo>
                    <a:pt x="3822" y="956"/>
                  </a:lnTo>
                  <a:lnTo>
                    <a:pt x="3822" y="956"/>
                  </a:lnTo>
                  <a:lnTo>
                    <a:pt x="3344" y="0"/>
                  </a:lnTo>
                  <a:lnTo>
                    <a:pt x="3822" y="0"/>
                  </a:lnTo>
                  <a:lnTo>
                    <a:pt x="5255" y="0"/>
                  </a:lnTo>
                  <a:lnTo>
                    <a:pt x="5733" y="478"/>
                  </a:lnTo>
                  <a:lnTo>
                    <a:pt x="6688" y="1911"/>
                  </a:lnTo>
                  <a:lnTo>
                    <a:pt x="71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9" name="Freeform 2958">
              <a:extLst>
                <a:ext uri="{FF2B5EF4-FFF2-40B4-BE49-F238E27FC236}">
                  <a16:creationId xmlns:a16="http://schemas.microsoft.com/office/drawing/2014/main" id="{EC8D8E2C-9A2F-B6D4-E15B-BB898CF0BF97}"/>
                </a:ext>
              </a:extLst>
            </p:cNvPr>
            <p:cNvSpPr/>
            <p:nvPr/>
          </p:nvSpPr>
          <p:spPr>
            <a:xfrm>
              <a:off x="4216134" y="3786603"/>
              <a:ext cx="5732" cy="5732"/>
            </a:xfrm>
            <a:custGeom>
              <a:avLst/>
              <a:gdLst>
                <a:gd name="csX0" fmla="*/ 5255 w 5732"/>
                <a:gd name="csY0" fmla="*/ 1911 h 5732"/>
                <a:gd name="csX1" fmla="*/ 5733 w 5732"/>
                <a:gd name="csY1" fmla="*/ 2866 h 5732"/>
                <a:gd name="csX2" fmla="*/ 5733 w 5732"/>
                <a:gd name="csY2" fmla="*/ 3822 h 5732"/>
                <a:gd name="csX3" fmla="*/ 5255 w 5732"/>
                <a:gd name="csY3" fmla="*/ 4300 h 5732"/>
                <a:gd name="csX4" fmla="*/ 4777 w 5732"/>
                <a:gd name="csY4" fmla="*/ 4300 h 5732"/>
                <a:gd name="csX5" fmla="*/ 4300 w 5732"/>
                <a:gd name="csY5" fmla="*/ 4300 h 5732"/>
                <a:gd name="csX6" fmla="*/ 3822 w 5732"/>
                <a:gd name="csY6" fmla="*/ 5255 h 5732"/>
                <a:gd name="csX7" fmla="*/ 3822 w 5732"/>
                <a:gd name="csY7" fmla="*/ 5733 h 5732"/>
                <a:gd name="csX8" fmla="*/ 3344 w 5732"/>
                <a:gd name="csY8" fmla="*/ 5733 h 5732"/>
                <a:gd name="csX9" fmla="*/ 2389 w 5732"/>
                <a:gd name="csY9" fmla="*/ 5733 h 5732"/>
                <a:gd name="csX10" fmla="*/ 956 w 5732"/>
                <a:gd name="csY10" fmla="*/ 3822 h 5732"/>
                <a:gd name="csX11" fmla="*/ 0 w 5732"/>
                <a:gd name="csY11" fmla="*/ 1911 h 5732"/>
                <a:gd name="csX12" fmla="*/ 0 w 5732"/>
                <a:gd name="csY12" fmla="*/ 956 h 5732"/>
                <a:gd name="csX13" fmla="*/ 478 w 5732"/>
                <a:gd name="csY13" fmla="*/ 0 h 5732"/>
                <a:gd name="csX14" fmla="*/ 2389 w 5732"/>
                <a:gd name="csY14" fmla="*/ 478 h 5732"/>
                <a:gd name="csX15" fmla="*/ 3822 w 5732"/>
                <a:gd name="csY15" fmla="*/ 956 h 5732"/>
                <a:gd name="csX16" fmla="*/ 5255 w 5732"/>
                <a:gd name="csY16" fmla="*/ 1911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732" h="5732">
                  <a:moveTo>
                    <a:pt x="5255" y="1911"/>
                  </a:moveTo>
                  <a:lnTo>
                    <a:pt x="5733" y="2866"/>
                  </a:lnTo>
                  <a:lnTo>
                    <a:pt x="5733" y="3822"/>
                  </a:lnTo>
                  <a:lnTo>
                    <a:pt x="5255" y="4300"/>
                  </a:lnTo>
                  <a:lnTo>
                    <a:pt x="4777" y="4300"/>
                  </a:lnTo>
                  <a:lnTo>
                    <a:pt x="4300" y="4300"/>
                  </a:lnTo>
                  <a:lnTo>
                    <a:pt x="3822" y="5255"/>
                  </a:lnTo>
                  <a:lnTo>
                    <a:pt x="3822" y="5733"/>
                  </a:lnTo>
                  <a:lnTo>
                    <a:pt x="3344" y="5733"/>
                  </a:lnTo>
                  <a:lnTo>
                    <a:pt x="2389" y="5733"/>
                  </a:lnTo>
                  <a:lnTo>
                    <a:pt x="956" y="3822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3822" y="956"/>
                  </a:lnTo>
                  <a:lnTo>
                    <a:pt x="52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0" name="Freeform 2959">
              <a:extLst>
                <a:ext uri="{FF2B5EF4-FFF2-40B4-BE49-F238E27FC236}">
                  <a16:creationId xmlns:a16="http://schemas.microsoft.com/office/drawing/2014/main" id="{B30C6679-6C55-1858-AA37-995C2DB51B85}"/>
                </a:ext>
              </a:extLst>
            </p:cNvPr>
            <p:cNvSpPr/>
            <p:nvPr/>
          </p:nvSpPr>
          <p:spPr>
            <a:xfrm>
              <a:off x="4214223" y="3786603"/>
              <a:ext cx="1433" cy="1911"/>
            </a:xfrm>
            <a:custGeom>
              <a:avLst/>
              <a:gdLst>
                <a:gd name="csX0" fmla="*/ 1433 w 1433"/>
                <a:gd name="csY0" fmla="*/ 956 h 1911"/>
                <a:gd name="csX1" fmla="*/ 1433 w 1433"/>
                <a:gd name="csY1" fmla="*/ 1433 h 1911"/>
                <a:gd name="csX2" fmla="*/ 1433 w 1433"/>
                <a:gd name="csY2" fmla="*/ 1911 h 1911"/>
                <a:gd name="csX3" fmla="*/ 956 w 1433"/>
                <a:gd name="csY3" fmla="*/ 1911 h 1911"/>
                <a:gd name="csX4" fmla="*/ 0 w 1433"/>
                <a:gd name="csY4" fmla="*/ 956 h 1911"/>
                <a:gd name="csX5" fmla="*/ 0 w 1433"/>
                <a:gd name="csY5" fmla="*/ 956 h 1911"/>
                <a:gd name="csX6" fmla="*/ 0 w 1433"/>
                <a:gd name="csY6" fmla="*/ 478 h 1911"/>
                <a:gd name="csX7" fmla="*/ 0 w 1433"/>
                <a:gd name="csY7" fmla="*/ 0 h 1911"/>
                <a:gd name="csX8" fmla="*/ 478 w 1433"/>
                <a:gd name="csY8" fmla="*/ 0 h 1911"/>
                <a:gd name="csX9" fmla="*/ 956 w 1433"/>
                <a:gd name="csY9" fmla="*/ 478 h 1911"/>
                <a:gd name="csX10" fmla="*/ 1433 w 1433"/>
                <a:gd name="csY10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33" h="1911">
                  <a:moveTo>
                    <a:pt x="1433" y="956"/>
                  </a:moveTo>
                  <a:lnTo>
                    <a:pt x="1433" y="1433"/>
                  </a:lnTo>
                  <a:lnTo>
                    <a:pt x="1433" y="1911"/>
                  </a:lnTo>
                  <a:lnTo>
                    <a:pt x="956" y="1911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478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1" name="Freeform 2960">
              <a:extLst>
                <a:ext uri="{FF2B5EF4-FFF2-40B4-BE49-F238E27FC236}">
                  <a16:creationId xmlns:a16="http://schemas.microsoft.com/office/drawing/2014/main" id="{EFC7A12D-94E1-7247-8608-5349959E5E08}"/>
                </a:ext>
              </a:extLst>
            </p:cNvPr>
            <p:cNvSpPr/>
            <p:nvPr/>
          </p:nvSpPr>
          <p:spPr>
            <a:xfrm>
              <a:off x="4212312" y="3780870"/>
              <a:ext cx="2866" cy="5255"/>
            </a:xfrm>
            <a:custGeom>
              <a:avLst/>
              <a:gdLst>
                <a:gd name="csX0" fmla="*/ 2866 w 2866"/>
                <a:gd name="csY0" fmla="*/ 4777 h 5255"/>
                <a:gd name="csX1" fmla="*/ 2866 w 2866"/>
                <a:gd name="csY1" fmla="*/ 5255 h 5255"/>
                <a:gd name="csX2" fmla="*/ 2389 w 2866"/>
                <a:gd name="csY2" fmla="*/ 5255 h 5255"/>
                <a:gd name="csX3" fmla="*/ 1911 w 2866"/>
                <a:gd name="csY3" fmla="*/ 4777 h 5255"/>
                <a:gd name="csX4" fmla="*/ 1433 w 2866"/>
                <a:gd name="csY4" fmla="*/ 3822 h 5255"/>
                <a:gd name="csX5" fmla="*/ 956 w 2866"/>
                <a:gd name="csY5" fmla="*/ 2389 h 5255"/>
                <a:gd name="csX6" fmla="*/ 0 w 2866"/>
                <a:gd name="csY6" fmla="*/ 1433 h 5255"/>
                <a:gd name="csX7" fmla="*/ 1433 w 2866"/>
                <a:gd name="csY7" fmla="*/ 0 h 5255"/>
                <a:gd name="csX8" fmla="*/ 1911 w 2866"/>
                <a:gd name="csY8" fmla="*/ 0 h 5255"/>
                <a:gd name="csX9" fmla="*/ 2866 w 2866"/>
                <a:gd name="csY9" fmla="*/ 0 h 5255"/>
                <a:gd name="csX10" fmla="*/ 2866 w 2866"/>
                <a:gd name="csY10" fmla="*/ 956 h 5255"/>
                <a:gd name="csX11" fmla="*/ 2389 w 2866"/>
                <a:gd name="csY11" fmla="*/ 1911 h 5255"/>
                <a:gd name="csX12" fmla="*/ 2389 w 2866"/>
                <a:gd name="csY12" fmla="*/ 3344 h 5255"/>
                <a:gd name="csX13" fmla="*/ 2866 w 2866"/>
                <a:gd name="csY13" fmla="*/ 4777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866" h="5255">
                  <a:moveTo>
                    <a:pt x="2866" y="4777"/>
                  </a:moveTo>
                  <a:lnTo>
                    <a:pt x="2866" y="5255"/>
                  </a:lnTo>
                  <a:lnTo>
                    <a:pt x="2389" y="5255"/>
                  </a:lnTo>
                  <a:lnTo>
                    <a:pt x="1911" y="4777"/>
                  </a:lnTo>
                  <a:lnTo>
                    <a:pt x="1433" y="3822"/>
                  </a:lnTo>
                  <a:lnTo>
                    <a:pt x="956" y="2389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866" y="0"/>
                  </a:lnTo>
                  <a:lnTo>
                    <a:pt x="2866" y="956"/>
                  </a:lnTo>
                  <a:lnTo>
                    <a:pt x="2389" y="1911"/>
                  </a:lnTo>
                  <a:lnTo>
                    <a:pt x="2389" y="3344"/>
                  </a:lnTo>
                  <a:lnTo>
                    <a:pt x="286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2" name="Freeform 2961">
              <a:extLst>
                <a:ext uri="{FF2B5EF4-FFF2-40B4-BE49-F238E27FC236}">
                  <a16:creationId xmlns:a16="http://schemas.microsoft.com/office/drawing/2014/main" id="{7C2D914F-6E4E-82D2-48DF-F7B02A547787}"/>
                </a:ext>
              </a:extLst>
            </p:cNvPr>
            <p:cNvSpPr/>
            <p:nvPr/>
          </p:nvSpPr>
          <p:spPr>
            <a:xfrm>
              <a:off x="4206579" y="3799502"/>
              <a:ext cx="3821" cy="2388"/>
            </a:xfrm>
            <a:custGeom>
              <a:avLst/>
              <a:gdLst>
                <a:gd name="csX0" fmla="*/ 3822 w 3821"/>
                <a:gd name="csY0" fmla="*/ 956 h 2388"/>
                <a:gd name="csX1" fmla="*/ 3822 w 3821"/>
                <a:gd name="csY1" fmla="*/ 1433 h 2388"/>
                <a:gd name="csX2" fmla="*/ 3822 w 3821"/>
                <a:gd name="csY2" fmla="*/ 1911 h 2388"/>
                <a:gd name="csX3" fmla="*/ 3344 w 3821"/>
                <a:gd name="csY3" fmla="*/ 2389 h 2388"/>
                <a:gd name="csX4" fmla="*/ 2389 w 3821"/>
                <a:gd name="csY4" fmla="*/ 2389 h 2388"/>
                <a:gd name="csX5" fmla="*/ 1911 w 3821"/>
                <a:gd name="csY5" fmla="*/ 1911 h 2388"/>
                <a:gd name="csX6" fmla="*/ 0 w 3821"/>
                <a:gd name="csY6" fmla="*/ 478 h 2388"/>
                <a:gd name="csX7" fmla="*/ 478 w 3821"/>
                <a:gd name="csY7" fmla="*/ 0 h 2388"/>
                <a:gd name="csX8" fmla="*/ 2866 w 3821"/>
                <a:gd name="csY8" fmla="*/ 478 h 2388"/>
                <a:gd name="csX9" fmla="*/ 2866 w 3821"/>
                <a:gd name="csY9" fmla="*/ 478 h 2388"/>
                <a:gd name="csX10" fmla="*/ 3822 w 3821"/>
                <a:gd name="csY10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21" h="2388">
                  <a:moveTo>
                    <a:pt x="3822" y="956"/>
                  </a:moveTo>
                  <a:lnTo>
                    <a:pt x="3822" y="1433"/>
                  </a:lnTo>
                  <a:lnTo>
                    <a:pt x="3822" y="1911"/>
                  </a:lnTo>
                  <a:lnTo>
                    <a:pt x="3344" y="2389"/>
                  </a:lnTo>
                  <a:lnTo>
                    <a:pt x="2389" y="2389"/>
                  </a:lnTo>
                  <a:lnTo>
                    <a:pt x="1911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866" y="478"/>
                  </a:lnTo>
                  <a:lnTo>
                    <a:pt x="2866" y="478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3" name="Freeform 2962">
              <a:extLst>
                <a:ext uri="{FF2B5EF4-FFF2-40B4-BE49-F238E27FC236}">
                  <a16:creationId xmlns:a16="http://schemas.microsoft.com/office/drawing/2014/main" id="{EA78FEA5-14D0-758B-FEF2-26DF09E624AF}"/>
                </a:ext>
              </a:extLst>
            </p:cNvPr>
            <p:cNvSpPr/>
            <p:nvPr/>
          </p:nvSpPr>
          <p:spPr>
            <a:xfrm>
              <a:off x="4194636" y="3125903"/>
              <a:ext cx="11465" cy="20064"/>
            </a:xfrm>
            <a:custGeom>
              <a:avLst/>
              <a:gdLst>
                <a:gd name="csX0" fmla="*/ 11466 w 11465"/>
                <a:gd name="csY0" fmla="*/ 16243 h 20064"/>
                <a:gd name="csX1" fmla="*/ 11466 w 11465"/>
                <a:gd name="csY1" fmla="*/ 17198 h 20064"/>
                <a:gd name="csX2" fmla="*/ 10988 w 11465"/>
                <a:gd name="csY2" fmla="*/ 18631 h 20064"/>
                <a:gd name="csX3" fmla="*/ 10032 w 11465"/>
                <a:gd name="csY3" fmla="*/ 19587 h 20064"/>
                <a:gd name="csX4" fmla="*/ 9077 w 11465"/>
                <a:gd name="csY4" fmla="*/ 20065 h 20064"/>
                <a:gd name="csX5" fmla="*/ 7644 w 11465"/>
                <a:gd name="csY5" fmla="*/ 20065 h 20064"/>
                <a:gd name="csX6" fmla="*/ 6688 w 11465"/>
                <a:gd name="csY6" fmla="*/ 18631 h 20064"/>
                <a:gd name="csX7" fmla="*/ 6210 w 11465"/>
                <a:gd name="csY7" fmla="*/ 16243 h 20064"/>
                <a:gd name="csX8" fmla="*/ 4777 w 11465"/>
                <a:gd name="csY8" fmla="*/ 14809 h 20064"/>
                <a:gd name="csX9" fmla="*/ 1911 w 11465"/>
                <a:gd name="csY9" fmla="*/ 12421 h 20064"/>
                <a:gd name="csX10" fmla="*/ 1433 w 11465"/>
                <a:gd name="csY10" fmla="*/ 11943 h 20064"/>
                <a:gd name="csX11" fmla="*/ 956 w 11465"/>
                <a:gd name="csY11" fmla="*/ 9077 h 20064"/>
                <a:gd name="csX12" fmla="*/ 478 w 11465"/>
                <a:gd name="csY12" fmla="*/ 6210 h 20064"/>
                <a:gd name="csX13" fmla="*/ 0 w 11465"/>
                <a:gd name="csY13" fmla="*/ 3344 h 20064"/>
                <a:gd name="csX14" fmla="*/ 0 w 11465"/>
                <a:gd name="csY14" fmla="*/ 2389 h 20064"/>
                <a:gd name="csX15" fmla="*/ 478 w 11465"/>
                <a:gd name="csY15" fmla="*/ 478 h 20064"/>
                <a:gd name="csX16" fmla="*/ 2866 w 11465"/>
                <a:gd name="csY16" fmla="*/ 0 h 20064"/>
                <a:gd name="csX17" fmla="*/ 4777 w 11465"/>
                <a:gd name="csY17" fmla="*/ 478 h 20064"/>
                <a:gd name="csX18" fmla="*/ 5255 w 11465"/>
                <a:gd name="csY18" fmla="*/ 955 h 20064"/>
                <a:gd name="csX19" fmla="*/ 5733 w 11465"/>
                <a:gd name="csY19" fmla="*/ 2389 h 20064"/>
                <a:gd name="csX20" fmla="*/ 6210 w 11465"/>
                <a:gd name="csY20" fmla="*/ 3344 h 20064"/>
                <a:gd name="csX21" fmla="*/ 8121 w 11465"/>
                <a:gd name="csY21" fmla="*/ 7166 h 20064"/>
                <a:gd name="csX22" fmla="*/ 9555 w 11465"/>
                <a:gd name="csY22" fmla="*/ 10032 h 20064"/>
                <a:gd name="csX23" fmla="*/ 11466 w 11465"/>
                <a:gd name="csY23" fmla="*/ 16243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1465" h="20064">
                  <a:moveTo>
                    <a:pt x="11466" y="16243"/>
                  </a:moveTo>
                  <a:lnTo>
                    <a:pt x="11466" y="17198"/>
                  </a:lnTo>
                  <a:lnTo>
                    <a:pt x="10988" y="18631"/>
                  </a:lnTo>
                  <a:lnTo>
                    <a:pt x="10032" y="19587"/>
                  </a:lnTo>
                  <a:lnTo>
                    <a:pt x="9077" y="20065"/>
                  </a:lnTo>
                  <a:lnTo>
                    <a:pt x="7644" y="20065"/>
                  </a:lnTo>
                  <a:lnTo>
                    <a:pt x="6688" y="18631"/>
                  </a:lnTo>
                  <a:lnTo>
                    <a:pt x="6210" y="16243"/>
                  </a:lnTo>
                  <a:lnTo>
                    <a:pt x="4777" y="14809"/>
                  </a:lnTo>
                  <a:lnTo>
                    <a:pt x="1911" y="12421"/>
                  </a:lnTo>
                  <a:lnTo>
                    <a:pt x="1433" y="11943"/>
                  </a:lnTo>
                  <a:lnTo>
                    <a:pt x="956" y="9077"/>
                  </a:lnTo>
                  <a:lnTo>
                    <a:pt x="478" y="6210"/>
                  </a:lnTo>
                  <a:lnTo>
                    <a:pt x="0" y="3344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2866" y="0"/>
                  </a:lnTo>
                  <a:lnTo>
                    <a:pt x="4777" y="478"/>
                  </a:lnTo>
                  <a:lnTo>
                    <a:pt x="5255" y="955"/>
                  </a:lnTo>
                  <a:lnTo>
                    <a:pt x="5733" y="2389"/>
                  </a:lnTo>
                  <a:lnTo>
                    <a:pt x="6210" y="3344"/>
                  </a:lnTo>
                  <a:lnTo>
                    <a:pt x="8121" y="7166"/>
                  </a:lnTo>
                  <a:lnTo>
                    <a:pt x="9555" y="10032"/>
                  </a:lnTo>
                  <a:lnTo>
                    <a:pt x="11466" y="162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4" name="Freeform 2963">
              <a:extLst>
                <a:ext uri="{FF2B5EF4-FFF2-40B4-BE49-F238E27FC236}">
                  <a16:creationId xmlns:a16="http://schemas.microsoft.com/office/drawing/2014/main" id="{13A61AA9-6F08-FE72-E8E4-FA561DD18FE3}"/>
                </a:ext>
              </a:extLst>
            </p:cNvPr>
            <p:cNvSpPr/>
            <p:nvPr/>
          </p:nvSpPr>
          <p:spPr>
            <a:xfrm>
              <a:off x="4195591" y="4171175"/>
              <a:ext cx="7643" cy="2388"/>
            </a:xfrm>
            <a:custGeom>
              <a:avLst/>
              <a:gdLst>
                <a:gd name="csX0" fmla="*/ 7644 w 7643"/>
                <a:gd name="csY0" fmla="*/ 0 h 2388"/>
                <a:gd name="csX1" fmla="*/ 4299 w 7643"/>
                <a:gd name="csY1" fmla="*/ 1911 h 2388"/>
                <a:gd name="csX2" fmla="*/ 2389 w 7643"/>
                <a:gd name="csY2" fmla="*/ 2389 h 2388"/>
                <a:gd name="csX3" fmla="*/ 0 w 7643"/>
                <a:gd name="csY3" fmla="*/ 1911 h 2388"/>
                <a:gd name="csX4" fmla="*/ 1433 w 7643"/>
                <a:gd name="csY4" fmla="*/ 1911 h 2388"/>
                <a:gd name="csX5" fmla="*/ 2389 w 7643"/>
                <a:gd name="csY5" fmla="*/ 1911 h 2388"/>
                <a:gd name="csX6" fmla="*/ 4777 w 7643"/>
                <a:gd name="csY6" fmla="*/ 956 h 2388"/>
                <a:gd name="csX7" fmla="*/ 6210 w 7643"/>
                <a:gd name="csY7" fmla="*/ 0 h 2388"/>
                <a:gd name="csX8" fmla="*/ 7644 w 7643"/>
                <a:gd name="csY8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43" h="2388">
                  <a:moveTo>
                    <a:pt x="7644" y="0"/>
                  </a:moveTo>
                  <a:lnTo>
                    <a:pt x="4299" y="1911"/>
                  </a:lnTo>
                  <a:lnTo>
                    <a:pt x="2389" y="2389"/>
                  </a:lnTo>
                  <a:lnTo>
                    <a:pt x="0" y="1911"/>
                  </a:lnTo>
                  <a:lnTo>
                    <a:pt x="1433" y="1911"/>
                  </a:lnTo>
                  <a:lnTo>
                    <a:pt x="2389" y="1911"/>
                  </a:lnTo>
                  <a:lnTo>
                    <a:pt x="4777" y="956"/>
                  </a:lnTo>
                  <a:lnTo>
                    <a:pt x="6210" y="0"/>
                  </a:lnTo>
                  <a:lnTo>
                    <a:pt x="76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5" name="Freeform 2964">
              <a:extLst>
                <a:ext uri="{FF2B5EF4-FFF2-40B4-BE49-F238E27FC236}">
                  <a16:creationId xmlns:a16="http://schemas.microsoft.com/office/drawing/2014/main" id="{D8023822-1E3E-35FF-3792-6C3E8ADC6431}"/>
                </a:ext>
              </a:extLst>
            </p:cNvPr>
            <p:cNvSpPr/>
            <p:nvPr/>
          </p:nvSpPr>
          <p:spPr>
            <a:xfrm>
              <a:off x="3964370" y="2048623"/>
              <a:ext cx="233131" cy="331544"/>
            </a:xfrm>
            <a:custGeom>
              <a:avLst/>
              <a:gdLst>
                <a:gd name="csX0" fmla="*/ 232654 w 233131"/>
                <a:gd name="csY0" fmla="*/ 221667 h 331544"/>
                <a:gd name="csX1" fmla="*/ 233132 w 233131"/>
                <a:gd name="csY1" fmla="*/ 225966 h 331544"/>
                <a:gd name="csX2" fmla="*/ 230266 w 233131"/>
                <a:gd name="csY2" fmla="*/ 230743 h 331544"/>
                <a:gd name="csX3" fmla="*/ 227877 w 233131"/>
                <a:gd name="csY3" fmla="*/ 233132 h 331544"/>
                <a:gd name="csX4" fmla="*/ 212112 w 233131"/>
                <a:gd name="csY4" fmla="*/ 243642 h 331544"/>
                <a:gd name="csX5" fmla="*/ 204946 w 233131"/>
                <a:gd name="csY5" fmla="*/ 249853 h 331544"/>
                <a:gd name="csX6" fmla="*/ 201602 w 233131"/>
                <a:gd name="csY6" fmla="*/ 254152 h 331544"/>
                <a:gd name="csX7" fmla="*/ 199691 w 233131"/>
                <a:gd name="csY7" fmla="*/ 255585 h 331544"/>
                <a:gd name="csX8" fmla="*/ 195869 w 233131"/>
                <a:gd name="csY8" fmla="*/ 255108 h 331544"/>
                <a:gd name="csX9" fmla="*/ 194914 w 233131"/>
                <a:gd name="csY9" fmla="*/ 255585 h 331544"/>
                <a:gd name="csX10" fmla="*/ 193480 w 233131"/>
                <a:gd name="csY10" fmla="*/ 262751 h 331544"/>
                <a:gd name="csX11" fmla="*/ 192525 w 233131"/>
                <a:gd name="csY11" fmla="*/ 266095 h 331544"/>
                <a:gd name="csX12" fmla="*/ 189181 w 233131"/>
                <a:gd name="csY12" fmla="*/ 270873 h 331544"/>
                <a:gd name="csX13" fmla="*/ 184404 w 233131"/>
                <a:gd name="csY13" fmla="*/ 279949 h 331544"/>
                <a:gd name="csX14" fmla="*/ 182015 w 233131"/>
                <a:gd name="csY14" fmla="*/ 283771 h 331544"/>
                <a:gd name="csX15" fmla="*/ 176760 w 233131"/>
                <a:gd name="csY15" fmla="*/ 280905 h 331544"/>
                <a:gd name="csX16" fmla="*/ 175804 w 233131"/>
                <a:gd name="csY16" fmla="*/ 276605 h 331544"/>
                <a:gd name="csX17" fmla="*/ 175327 w 233131"/>
                <a:gd name="csY17" fmla="*/ 267529 h 331544"/>
                <a:gd name="csX18" fmla="*/ 174849 w 233131"/>
                <a:gd name="csY18" fmla="*/ 263707 h 331544"/>
                <a:gd name="csX19" fmla="*/ 175327 w 233131"/>
                <a:gd name="csY19" fmla="*/ 261318 h 331544"/>
                <a:gd name="csX20" fmla="*/ 175804 w 233131"/>
                <a:gd name="csY20" fmla="*/ 257974 h 331544"/>
                <a:gd name="csX21" fmla="*/ 177715 w 233131"/>
                <a:gd name="csY21" fmla="*/ 249853 h 331544"/>
                <a:gd name="csX22" fmla="*/ 177715 w 233131"/>
                <a:gd name="csY22" fmla="*/ 248897 h 331544"/>
                <a:gd name="csX23" fmla="*/ 176760 w 233131"/>
                <a:gd name="csY23" fmla="*/ 249853 h 331544"/>
                <a:gd name="csX24" fmla="*/ 173416 w 233131"/>
                <a:gd name="csY24" fmla="*/ 253674 h 331544"/>
                <a:gd name="csX25" fmla="*/ 171983 w 233131"/>
                <a:gd name="csY25" fmla="*/ 256063 h 331544"/>
                <a:gd name="csX26" fmla="*/ 171027 w 233131"/>
                <a:gd name="csY26" fmla="*/ 259885 h 331544"/>
                <a:gd name="csX27" fmla="*/ 170549 w 233131"/>
                <a:gd name="csY27" fmla="*/ 266095 h 331544"/>
                <a:gd name="csX28" fmla="*/ 171027 w 233131"/>
                <a:gd name="csY28" fmla="*/ 277561 h 331544"/>
                <a:gd name="csX29" fmla="*/ 170549 w 233131"/>
                <a:gd name="csY29" fmla="*/ 281860 h 331544"/>
                <a:gd name="csX30" fmla="*/ 169116 w 233131"/>
                <a:gd name="csY30" fmla="*/ 284249 h 331544"/>
                <a:gd name="csX31" fmla="*/ 169594 w 233131"/>
                <a:gd name="csY31" fmla="*/ 286160 h 331544"/>
                <a:gd name="csX32" fmla="*/ 173416 w 233131"/>
                <a:gd name="csY32" fmla="*/ 288549 h 331544"/>
                <a:gd name="csX33" fmla="*/ 174371 w 233131"/>
                <a:gd name="csY33" fmla="*/ 289504 h 331544"/>
                <a:gd name="csX34" fmla="*/ 174371 w 233131"/>
                <a:gd name="csY34" fmla="*/ 291415 h 331544"/>
                <a:gd name="csX35" fmla="*/ 174849 w 233131"/>
                <a:gd name="csY35" fmla="*/ 294281 h 331544"/>
                <a:gd name="csX36" fmla="*/ 174371 w 233131"/>
                <a:gd name="csY36" fmla="*/ 296670 h 331544"/>
                <a:gd name="csX37" fmla="*/ 173416 w 233131"/>
                <a:gd name="csY37" fmla="*/ 300492 h 331544"/>
                <a:gd name="csX38" fmla="*/ 171505 w 233131"/>
                <a:gd name="csY38" fmla="*/ 301925 h 331544"/>
                <a:gd name="csX39" fmla="*/ 168638 w 233131"/>
                <a:gd name="csY39" fmla="*/ 300492 h 331544"/>
                <a:gd name="csX40" fmla="*/ 162906 w 233131"/>
                <a:gd name="csY40" fmla="*/ 290460 h 331544"/>
                <a:gd name="csX41" fmla="*/ 160039 w 233131"/>
                <a:gd name="csY41" fmla="*/ 291415 h 331544"/>
                <a:gd name="csX42" fmla="*/ 159562 w 233131"/>
                <a:gd name="csY42" fmla="*/ 292370 h 331544"/>
                <a:gd name="csX43" fmla="*/ 160039 w 233131"/>
                <a:gd name="csY43" fmla="*/ 295715 h 331544"/>
                <a:gd name="csX44" fmla="*/ 161950 w 233131"/>
                <a:gd name="csY44" fmla="*/ 303358 h 331544"/>
                <a:gd name="csX45" fmla="*/ 162428 w 233131"/>
                <a:gd name="csY45" fmla="*/ 310046 h 331544"/>
                <a:gd name="csX46" fmla="*/ 161472 w 233131"/>
                <a:gd name="csY46" fmla="*/ 314824 h 331544"/>
                <a:gd name="csX47" fmla="*/ 159562 w 233131"/>
                <a:gd name="csY47" fmla="*/ 323423 h 331544"/>
                <a:gd name="csX48" fmla="*/ 158606 w 233131"/>
                <a:gd name="csY48" fmla="*/ 327722 h 331544"/>
                <a:gd name="csX49" fmla="*/ 158129 w 233131"/>
                <a:gd name="csY49" fmla="*/ 328200 h 331544"/>
                <a:gd name="csX50" fmla="*/ 155262 w 233131"/>
                <a:gd name="csY50" fmla="*/ 328200 h 331544"/>
                <a:gd name="csX51" fmla="*/ 152396 w 233131"/>
                <a:gd name="csY51" fmla="*/ 326289 h 331544"/>
                <a:gd name="csX52" fmla="*/ 145230 w 233131"/>
                <a:gd name="csY52" fmla="*/ 311957 h 331544"/>
                <a:gd name="csX53" fmla="*/ 141408 w 233131"/>
                <a:gd name="csY53" fmla="*/ 305747 h 331544"/>
                <a:gd name="csX54" fmla="*/ 136153 w 233131"/>
                <a:gd name="csY54" fmla="*/ 293326 h 331544"/>
                <a:gd name="csX55" fmla="*/ 134720 w 233131"/>
                <a:gd name="csY55" fmla="*/ 290937 h 331544"/>
                <a:gd name="csX56" fmla="*/ 133764 w 233131"/>
                <a:gd name="csY56" fmla="*/ 289982 h 331544"/>
                <a:gd name="csX57" fmla="*/ 132809 w 233131"/>
                <a:gd name="csY57" fmla="*/ 295715 h 331544"/>
                <a:gd name="csX58" fmla="*/ 134720 w 233131"/>
                <a:gd name="csY58" fmla="*/ 300492 h 331544"/>
                <a:gd name="csX59" fmla="*/ 139497 w 233131"/>
                <a:gd name="csY59" fmla="*/ 311957 h 331544"/>
                <a:gd name="csX60" fmla="*/ 142363 w 233131"/>
                <a:gd name="csY60" fmla="*/ 320079 h 331544"/>
                <a:gd name="csX61" fmla="*/ 144274 w 233131"/>
                <a:gd name="csY61" fmla="*/ 326767 h 331544"/>
                <a:gd name="csX62" fmla="*/ 144752 w 233131"/>
                <a:gd name="csY62" fmla="*/ 329633 h 331544"/>
                <a:gd name="csX63" fmla="*/ 143797 w 233131"/>
                <a:gd name="csY63" fmla="*/ 330589 h 331544"/>
                <a:gd name="csX64" fmla="*/ 142841 w 233131"/>
                <a:gd name="csY64" fmla="*/ 330111 h 331544"/>
                <a:gd name="csX65" fmla="*/ 141408 w 233131"/>
                <a:gd name="csY65" fmla="*/ 327722 h 331544"/>
                <a:gd name="csX66" fmla="*/ 137108 w 233131"/>
                <a:gd name="csY66" fmla="*/ 323901 h 331544"/>
                <a:gd name="csX67" fmla="*/ 135197 w 233131"/>
                <a:gd name="csY67" fmla="*/ 321512 h 331544"/>
                <a:gd name="csX68" fmla="*/ 134242 w 233131"/>
                <a:gd name="csY68" fmla="*/ 319123 h 331544"/>
                <a:gd name="csX69" fmla="*/ 131854 w 233131"/>
                <a:gd name="csY69" fmla="*/ 316735 h 331544"/>
                <a:gd name="csX70" fmla="*/ 128509 w 233131"/>
                <a:gd name="csY70" fmla="*/ 315779 h 331544"/>
                <a:gd name="csX71" fmla="*/ 125643 w 233131"/>
                <a:gd name="csY71" fmla="*/ 315301 h 331544"/>
                <a:gd name="csX72" fmla="*/ 122299 w 233131"/>
                <a:gd name="csY72" fmla="*/ 316257 h 331544"/>
                <a:gd name="csX73" fmla="*/ 121821 w 233131"/>
                <a:gd name="csY73" fmla="*/ 317212 h 331544"/>
                <a:gd name="csX74" fmla="*/ 125165 w 233131"/>
                <a:gd name="csY74" fmla="*/ 321034 h 331544"/>
                <a:gd name="csX75" fmla="*/ 126598 w 233131"/>
                <a:gd name="csY75" fmla="*/ 322945 h 331544"/>
                <a:gd name="csX76" fmla="*/ 127554 w 233131"/>
                <a:gd name="csY76" fmla="*/ 325334 h 331544"/>
                <a:gd name="csX77" fmla="*/ 128031 w 233131"/>
                <a:gd name="csY77" fmla="*/ 328200 h 331544"/>
                <a:gd name="csX78" fmla="*/ 127076 w 233131"/>
                <a:gd name="csY78" fmla="*/ 330111 h 331544"/>
                <a:gd name="csX79" fmla="*/ 122299 w 233131"/>
                <a:gd name="csY79" fmla="*/ 331544 h 331544"/>
                <a:gd name="csX80" fmla="*/ 116566 w 233131"/>
                <a:gd name="csY80" fmla="*/ 330589 h 331544"/>
                <a:gd name="csX81" fmla="*/ 106534 w 233131"/>
                <a:gd name="csY81" fmla="*/ 328200 h 331544"/>
                <a:gd name="csX82" fmla="*/ 96979 w 233131"/>
                <a:gd name="csY82" fmla="*/ 323901 h 331544"/>
                <a:gd name="csX83" fmla="*/ 87902 w 233131"/>
                <a:gd name="csY83" fmla="*/ 316735 h 331544"/>
                <a:gd name="csX84" fmla="*/ 81214 w 233131"/>
                <a:gd name="csY84" fmla="*/ 310046 h 331544"/>
                <a:gd name="csX85" fmla="*/ 78825 w 233131"/>
                <a:gd name="csY85" fmla="*/ 306225 h 331544"/>
                <a:gd name="csX86" fmla="*/ 77870 w 233131"/>
                <a:gd name="csY86" fmla="*/ 303836 h 331544"/>
                <a:gd name="csX87" fmla="*/ 80736 w 233131"/>
                <a:gd name="csY87" fmla="*/ 301447 h 331544"/>
                <a:gd name="csX88" fmla="*/ 88858 w 233131"/>
                <a:gd name="csY88" fmla="*/ 298103 h 331544"/>
                <a:gd name="csX89" fmla="*/ 97457 w 233131"/>
                <a:gd name="csY89" fmla="*/ 296192 h 331544"/>
                <a:gd name="csX90" fmla="*/ 96024 w 233131"/>
                <a:gd name="csY90" fmla="*/ 294281 h 331544"/>
                <a:gd name="csX91" fmla="*/ 80736 w 233131"/>
                <a:gd name="csY91" fmla="*/ 290460 h 331544"/>
                <a:gd name="csX92" fmla="*/ 75481 w 233131"/>
                <a:gd name="csY92" fmla="*/ 289504 h 331544"/>
                <a:gd name="csX93" fmla="*/ 73093 w 233131"/>
                <a:gd name="csY93" fmla="*/ 290937 h 331544"/>
                <a:gd name="csX94" fmla="*/ 69749 w 233131"/>
                <a:gd name="csY94" fmla="*/ 289982 h 331544"/>
                <a:gd name="csX95" fmla="*/ 67360 w 233131"/>
                <a:gd name="csY95" fmla="*/ 287115 h 331544"/>
                <a:gd name="csX96" fmla="*/ 64016 w 233131"/>
                <a:gd name="csY96" fmla="*/ 280905 h 331544"/>
                <a:gd name="csX97" fmla="*/ 62583 w 233131"/>
                <a:gd name="csY97" fmla="*/ 277083 h 331544"/>
                <a:gd name="csX98" fmla="*/ 62583 w 233131"/>
                <a:gd name="csY98" fmla="*/ 275172 h 331544"/>
                <a:gd name="csX99" fmla="*/ 64016 w 233131"/>
                <a:gd name="csY99" fmla="*/ 274217 h 331544"/>
                <a:gd name="csX100" fmla="*/ 71182 w 233131"/>
                <a:gd name="csY100" fmla="*/ 275172 h 331544"/>
                <a:gd name="csX101" fmla="*/ 72137 w 233131"/>
                <a:gd name="csY101" fmla="*/ 274694 h 331544"/>
                <a:gd name="csX102" fmla="*/ 68315 w 233131"/>
                <a:gd name="csY102" fmla="*/ 271350 h 331544"/>
                <a:gd name="csX103" fmla="*/ 57328 w 233131"/>
                <a:gd name="csY103" fmla="*/ 265618 h 331544"/>
                <a:gd name="csX104" fmla="*/ 53028 w 233131"/>
                <a:gd name="csY104" fmla="*/ 259885 h 331544"/>
                <a:gd name="csX105" fmla="*/ 52073 w 233131"/>
                <a:gd name="csY105" fmla="*/ 257974 h 331544"/>
                <a:gd name="csX106" fmla="*/ 52073 w 233131"/>
                <a:gd name="csY106" fmla="*/ 256063 h 331544"/>
                <a:gd name="csX107" fmla="*/ 52073 w 233131"/>
                <a:gd name="csY107" fmla="*/ 254152 h 331544"/>
                <a:gd name="csX108" fmla="*/ 56372 w 233131"/>
                <a:gd name="csY108" fmla="*/ 249853 h 331544"/>
                <a:gd name="csX109" fmla="*/ 69271 w 233131"/>
                <a:gd name="csY109" fmla="*/ 239820 h 331544"/>
                <a:gd name="csX110" fmla="*/ 73570 w 233131"/>
                <a:gd name="csY110" fmla="*/ 238387 h 331544"/>
                <a:gd name="csX111" fmla="*/ 78348 w 233131"/>
                <a:gd name="csY111" fmla="*/ 238387 h 331544"/>
                <a:gd name="csX112" fmla="*/ 81214 w 233131"/>
                <a:gd name="csY112" fmla="*/ 235521 h 331544"/>
                <a:gd name="csX113" fmla="*/ 84081 w 233131"/>
                <a:gd name="csY113" fmla="*/ 225966 h 331544"/>
                <a:gd name="csX114" fmla="*/ 97457 w 233131"/>
                <a:gd name="csY114" fmla="*/ 222622 h 331544"/>
                <a:gd name="csX115" fmla="*/ 107967 w 233131"/>
                <a:gd name="csY115" fmla="*/ 218322 h 331544"/>
                <a:gd name="csX116" fmla="*/ 108922 w 233131"/>
                <a:gd name="csY116" fmla="*/ 217367 h 331544"/>
                <a:gd name="csX117" fmla="*/ 100801 w 233131"/>
                <a:gd name="csY117" fmla="*/ 217845 h 331544"/>
                <a:gd name="csX118" fmla="*/ 89813 w 233131"/>
                <a:gd name="csY118" fmla="*/ 217367 h 331544"/>
                <a:gd name="csX119" fmla="*/ 85514 w 233131"/>
                <a:gd name="csY119" fmla="*/ 210679 h 331544"/>
                <a:gd name="csX120" fmla="*/ 82170 w 233131"/>
                <a:gd name="csY120" fmla="*/ 209723 h 331544"/>
                <a:gd name="csX121" fmla="*/ 78825 w 233131"/>
                <a:gd name="csY121" fmla="*/ 209723 h 331544"/>
                <a:gd name="csX122" fmla="*/ 74526 w 233131"/>
                <a:gd name="csY122" fmla="*/ 211634 h 331544"/>
                <a:gd name="csX123" fmla="*/ 67360 w 233131"/>
                <a:gd name="csY123" fmla="*/ 217845 h 331544"/>
                <a:gd name="csX124" fmla="*/ 64016 w 233131"/>
                <a:gd name="csY124" fmla="*/ 219278 h 331544"/>
                <a:gd name="csX125" fmla="*/ 56372 w 233131"/>
                <a:gd name="csY125" fmla="*/ 225488 h 331544"/>
                <a:gd name="csX126" fmla="*/ 54461 w 233131"/>
                <a:gd name="csY126" fmla="*/ 225011 h 331544"/>
                <a:gd name="csX127" fmla="*/ 53506 w 233131"/>
                <a:gd name="csY127" fmla="*/ 224055 h 331544"/>
                <a:gd name="csX128" fmla="*/ 53028 w 233131"/>
                <a:gd name="csY128" fmla="*/ 223100 h 331544"/>
                <a:gd name="csX129" fmla="*/ 54461 w 233131"/>
                <a:gd name="csY129" fmla="*/ 218800 h 331544"/>
                <a:gd name="csX130" fmla="*/ 56372 w 233131"/>
                <a:gd name="csY130" fmla="*/ 215934 h 331544"/>
                <a:gd name="csX131" fmla="*/ 55894 w 233131"/>
                <a:gd name="csY131" fmla="*/ 214978 h 331544"/>
                <a:gd name="csX132" fmla="*/ 53028 w 233131"/>
                <a:gd name="csY132" fmla="*/ 214501 h 331544"/>
                <a:gd name="csX133" fmla="*/ 49684 w 233131"/>
                <a:gd name="csY133" fmla="*/ 214501 h 331544"/>
                <a:gd name="csX134" fmla="*/ 47295 w 233131"/>
                <a:gd name="csY134" fmla="*/ 215456 h 331544"/>
                <a:gd name="csX135" fmla="*/ 38218 w 233131"/>
                <a:gd name="csY135" fmla="*/ 221189 h 331544"/>
                <a:gd name="csX136" fmla="*/ 34397 w 233131"/>
                <a:gd name="csY136" fmla="*/ 225011 h 331544"/>
                <a:gd name="csX137" fmla="*/ 33441 w 233131"/>
                <a:gd name="csY137" fmla="*/ 225488 h 331544"/>
                <a:gd name="csX138" fmla="*/ 29142 w 233131"/>
                <a:gd name="csY138" fmla="*/ 218800 h 331544"/>
                <a:gd name="csX139" fmla="*/ 22453 w 233131"/>
                <a:gd name="csY139" fmla="*/ 215456 h 331544"/>
                <a:gd name="csX140" fmla="*/ 21020 w 233131"/>
                <a:gd name="csY140" fmla="*/ 212590 h 331544"/>
                <a:gd name="csX141" fmla="*/ 22453 w 233131"/>
                <a:gd name="csY141" fmla="*/ 202080 h 331544"/>
                <a:gd name="csX142" fmla="*/ 24364 w 233131"/>
                <a:gd name="csY142" fmla="*/ 199691 h 331544"/>
                <a:gd name="csX143" fmla="*/ 29619 w 233131"/>
                <a:gd name="csY143" fmla="*/ 197780 h 331544"/>
                <a:gd name="csX144" fmla="*/ 44907 w 233131"/>
                <a:gd name="csY144" fmla="*/ 187748 h 331544"/>
                <a:gd name="csX145" fmla="*/ 45862 w 233131"/>
                <a:gd name="csY145" fmla="*/ 185837 h 331544"/>
                <a:gd name="csX146" fmla="*/ 47295 w 233131"/>
                <a:gd name="csY146" fmla="*/ 180582 h 331544"/>
                <a:gd name="csX147" fmla="*/ 43474 w 233131"/>
                <a:gd name="csY147" fmla="*/ 182015 h 331544"/>
                <a:gd name="csX148" fmla="*/ 35830 w 233131"/>
                <a:gd name="csY148" fmla="*/ 186792 h 331544"/>
                <a:gd name="csX149" fmla="*/ 29619 w 233131"/>
                <a:gd name="csY149" fmla="*/ 189181 h 331544"/>
                <a:gd name="csX150" fmla="*/ 24364 w 233131"/>
                <a:gd name="csY150" fmla="*/ 189181 h 331544"/>
                <a:gd name="csX151" fmla="*/ 20542 w 233131"/>
                <a:gd name="csY151" fmla="*/ 188703 h 331544"/>
                <a:gd name="csX152" fmla="*/ 18154 w 233131"/>
                <a:gd name="csY152" fmla="*/ 187270 h 331544"/>
                <a:gd name="csX153" fmla="*/ 15765 w 233131"/>
                <a:gd name="csY153" fmla="*/ 183926 h 331544"/>
                <a:gd name="csX154" fmla="*/ 6210 w 233131"/>
                <a:gd name="csY154" fmla="*/ 169116 h 331544"/>
                <a:gd name="csX155" fmla="*/ 3822 w 233131"/>
                <a:gd name="csY155" fmla="*/ 162428 h 331544"/>
                <a:gd name="csX156" fmla="*/ 3344 w 233131"/>
                <a:gd name="csY156" fmla="*/ 155740 h 331544"/>
                <a:gd name="csX157" fmla="*/ 2867 w 233131"/>
                <a:gd name="csY157" fmla="*/ 150963 h 331544"/>
                <a:gd name="csX158" fmla="*/ 0 w 233131"/>
                <a:gd name="csY158" fmla="*/ 139019 h 331544"/>
                <a:gd name="csX159" fmla="*/ 20065 w 233131"/>
                <a:gd name="csY159" fmla="*/ 146663 h 331544"/>
                <a:gd name="csX160" fmla="*/ 27708 w 233131"/>
                <a:gd name="csY160" fmla="*/ 148096 h 331544"/>
                <a:gd name="csX161" fmla="*/ 42518 w 233131"/>
                <a:gd name="csY161" fmla="*/ 148574 h 331544"/>
                <a:gd name="csX162" fmla="*/ 42996 w 233131"/>
                <a:gd name="csY162" fmla="*/ 147618 h 331544"/>
                <a:gd name="csX163" fmla="*/ 43474 w 233131"/>
                <a:gd name="csY163" fmla="*/ 145707 h 331544"/>
                <a:gd name="csX164" fmla="*/ 42996 w 233131"/>
                <a:gd name="csY164" fmla="*/ 142841 h 331544"/>
                <a:gd name="csX165" fmla="*/ 42996 w 233131"/>
                <a:gd name="csY165" fmla="*/ 140453 h 331544"/>
                <a:gd name="csX166" fmla="*/ 43474 w 233131"/>
                <a:gd name="csY166" fmla="*/ 138542 h 331544"/>
                <a:gd name="csX167" fmla="*/ 49206 w 233131"/>
                <a:gd name="csY167" fmla="*/ 134242 h 331544"/>
                <a:gd name="csX168" fmla="*/ 50162 w 233131"/>
                <a:gd name="csY168" fmla="*/ 132809 h 331544"/>
                <a:gd name="csX169" fmla="*/ 43474 w 233131"/>
                <a:gd name="csY169" fmla="*/ 132331 h 331544"/>
                <a:gd name="csX170" fmla="*/ 31530 w 233131"/>
                <a:gd name="csY170" fmla="*/ 139497 h 331544"/>
                <a:gd name="csX171" fmla="*/ 27231 w 233131"/>
                <a:gd name="csY171" fmla="*/ 139019 h 331544"/>
                <a:gd name="csX172" fmla="*/ 22453 w 233131"/>
                <a:gd name="csY172" fmla="*/ 128987 h 331544"/>
                <a:gd name="csX173" fmla="*/ 17676 w 233131"/>
                <a:gd name="csY173" fmla="*/ 130898 h 331544"/>
                <a:gd name="csX174" fmla="*/ 14810 w 233131"/>
                <a:gd name="csY174" fmla="*/ 129942 h 331544"/>
                <a:gd name="csX175" fmla="*/ 11466 w 233131"/>
                <a:gd name="csY175" fmla="*/ 127554 h 331544"/>
                <a:gd name="csX176" fmla="*/ 9555 w 233131"/>
                <a:gd name="csY176" fmla="*/ 125165 h 331544"/>
                <a:gd name="csX177" fmla="*/ 8121 w 233131"/>
                <a:gd name="csY177" fmla="*/ 122299 h 331544"/>
                <a:gd name="csX178" fmla="*/ 7644 w 233131"/>
                <a:gd name="csY178" fmla="*/ 119910 h 331544"/>
                <a:gd name="csX179" fmla="*/ 8121 w 233131"/>
                <a:gd name="csY179" fmla="*/ 117999 h 331544"/>
                <a:gd name="csX180" fmla="*/ 9077 w 233131"/>
                <a:gd name="csY180" fmla="*/ 116088 h 331544"/>
                <a:gd name="csX181" fmla="*/ 13376 w 233131"/>
                <a:gd name="csY181" fmla="*/ 112744 h 331544"/>
                <a:gd name="csX182" fmla="*/ 15287 w 233131"/>
                <a:gd name="csY182" fmla="*/ 112744 h 331544"/>
                <a:gd name="csX183" fmla="*/ 20542 w 233131"/>
                <a:gd name="csY183" fmla="*/ 114655 h 331544"/>
                <a:gd name="csX184" fmla="*/ 24364 w 233131"/>
                <a:gd name="csY184" fmla="*/ 114177 h 331544"/>
                <a:gd name="csX185" fmla="*/ 23409 w 233131"/>
                <a:gd name="csY185" fmla="*/ 111311 h 331544"/>
                <a:gd name="csX186" fmla="*/ 17676 w 233131"/>
                <a:gd name="csY186" fmla="*/ 103190 h 331544"/>
                <a:gd name="csX187" fmla="*/ 12421 w 233131"/>
                <a:gd name="csY187" fmla="*/ 93635 h 331544"/>
                <a:gd name="csX188" fmla="*/ 12899 w 233131"/>
                <a:gd name="csY188" fmla="*/ 78348 h 331544"/>
                <a:gd name="csX189" fmla="*/ 16721 w 233131"/>
                <a:gd name="csY189" fmla="*/ 75004 h 331544"/>
                <a:gd name="csX190" fmla="*/ 21020 w 233131"/>
                <a:gd name="csY190" fmla="*/ 74526 h 331544"/>
                <a:gd name="csX191" fmla="*/ 25320 w 233131"/>
                <a:gd name="csY191" fmla="*/ 78348 h 331544"/>
                <a:gd name="csX192" fmla="*/ 31052 w 233131"/>
                <a:gd name="csY192" fmla="*/ 79303 h 331544"/>
                <a:gd name="csX193" fmla="*/ 34874 w 233131"/>
                <a:gd name="csY193" fmla="*/ 83603 h 331544"/>
                <a:gd name="csX194" fmla="*/ 37263 w 233131"/>
                <a:gd name="csY194" fmla="*/ 91724 h 331544"/>
                <a:gd name="csX195" fmla="*/ 40607 w 233131"/>
                <a:gd name="csY195" fmla="*/ 91724 h 331544"/>
                <a:gd name="csX196" fmla="*/ 45384 w 233131"/>
                <a:gd name="csY196" fmla="*/ 93157 h 331544"/>
                <a:gd name="csX197" fmla="*/ 56372 w 233131"/>
                <a:gd name="csY197" fmla="*/ 93157 h 331544"/>
                <a:gd name="csX198" fmla="*/ 54461 w 233131"/>
                <a:gd name="csY198" fmla="*/ 90291 h 331544"/>
                <a:gd name="csX199" fmla="*/ 51117 w 233131"/>
                <a:gd name="csY199" fmla="*/ 87425 h 331544"/>
                <a:gd name="csX200" fmla="*/ 43474 w 233131"/>
                <a:gd name="csY200" fmla="*/ 84080 h 331544"/>
                <a:gd name="csX201" fmla="*/ 39651 w 233131"/>
                <a:gd name="csY201" fmla="*/ 71659 h 331544"/>
                <a:gd name="csX202" fmla="*/ 31530 w 233131"/>
                <a:gd name="csY202" fmla="*/ 65449 h 331544"/>
                <a:gd name="csX203" fmla="*/ 25320 w 233131"/>
                <a:gd name="csY203" fmla="*/ 62105 h 331544"/>
                <a:gd name="csX204" fmla="*/ 25320 w 233131"/>
                <a:gd name="csY204" fmla="*/ 59238 h 331544"/>
                <a:gd name="csX205" fmla="*/ 30097 w 233131"/>
                <a:gd name="csY205" fmla="*/ 42996 h 331544"/>
                <a:gd name="csX206" fmla="*/ 35830 w 233131"/>
                <a:gd name="csY206" fmla="*/ 37263 h 331544"/>
                <a:gd name="csX207" fmla="*/ 44907 w 233131"/>
                <a:gd name="csY207" fmla="*/ 39652 h 331544"/>
                <a:gd name="csX208" fmla="*/ 51117 w 233131"/>
                <a:gd name="csY208" fmla="*/ 36307 h 331544"/>
                <a:gd name="csX209" fmla="*/ 58761 w 233131"/>
                <a:gd name="csY209" fmla="*/ 31052 h 331544"/>
                <a:gd name="csX210" fmla="*/ 66405 w 233131"/>
                <a:gd name="csY210" fmla="*/ 33441 h 331544"/>
                <a:gd name="csX211" fmla="*/ 68315 w 233131"/>
                <a:gd name="csY211" fmla="*/ 33441 h 331544"/>
                <a:gd name="csX212" fmla="*/ 69271 w 233131"/>
                <a:gd name="csY212" fmla="*/ 31530 h 331544"/>
                <a:gd name="csX213" fmla="*/ 70226 w 233131"/>
                <a:gd name="csY213" fmla="*/ 28186 h 331544"/>
                <a:gd name="csX214" fmla="*/ 70226 w 233131"/>
                <a:gd name="csY214" fmla="*/ 24842 h 331544"/>
                <a:gd name="csX215" fmla="*/ 69271 w 233131"/>
                <a:gd name="csY215" fmla="*/ 21976 h 331544"/>
                <a:gd name="csX216" fmla="*/ 66882 w 233131"/>
                <a:gd name="csY216" fmla="*/ 18631 h 331544"/>
                <a:gd name="csX217" fmla="*/ 57328 w 233131"/>
                <a:gd name="csY217" fmla="*/ 18154 h 331544"/>
                <a:gd name="csX218" fmla="*/ 53028 w 233131"/>
                <a:gd name="csY218" fmla="*/ 16721 h 331544"/>
                <a:gd name="csX219" fmla="*/ 51117 w 233131"/>
                <a:gd name="csY219" fmla="*/ 14810 h 331544"/>
                <a:gd name="csX220" fmla="*/ 50639 w 233131"/>
                <a:gd name="csY220" fmla="*/ 11943 h 331544"/>
                <a:gd name="csX221" fmla="*/ 50639 w 233131"/>
                <a:gd name="csY221" fmla="*/ 9077 h 331544"/>
                <a:gd name="csX222" fmla="*/ 50639 w 233131"/>
                <a:gd name="csY222" fmla="*/ 5733 h 331544"/>
                <a:gd name="csX223" fmla="*/ 50639 w 233131"/>
                <a:gd name="csY223" fmla="*/ 3822 h 331544"/>
                <a:gd name="csX224" fmla="*/ 51595 w 233131"/>
                <a:gd name="csY224" fmla="*/ 2866 h 331544"/>
                <a:gd name="csX225" fmla="*/ 53983 w 233131"/>
                <a:gd name="csY225" fmla="*/ 1911 h 331544"/>
                <a:gd name="csX226" fmla="*/ 63060 w 233131"/>
                <a:gd name="csY226" fmla="*/ 1433 h 331544"/>
                <a:gd name="csX227" fmla="*/ 68315 w 233131"/>
                <a:gd name="csY227" fmla="*/ 0 h 331544"/>
                <a:gd name="csX228" fmla="*/ 74526 w 233131"/>
                <a:gd name="csY228" fmla="*/ 1911 h 331544"/>
                <a:gd name="csX229" fmla="*/ 86469 w 233131"/>
                <a:gd name="csY229" fmla="*/ 10510 h 331544"/>
                <a:gd name="csX230" fmla="*/ 90769 w 233131"/>
                <a:gd name="csY230" fmla="*/ 14332 h 331544"/>
                <a:gd name="csX231" fmla="*/ 95068 w 233131"/>
                <a:gd name="csY231" fmla="*/ 21498 h 331544"/>
                <a:gd name="csX232" fmla="*/ 96979 w 233131"/>
                <a:gd name="csY232" fmla="*/ 27708 h 331544"/>
                <a:gd name="csX233" fmla="*/ 99846 w 233131"/>
                <a:gd name="csY233" fmla="*/ 37263 h 331544"/>
                <a:gd name="csX234" fmla="*/ 109400 w 233131"/>
                <a:gd name="csY234" fmla="*/ 60672 h 331544"/>
                <a:gd name="csX235" fmla="*/ 113700 w 233131"/>
                <a:gd name="csY235" fmla="*/ 68793 h 331544"/>
                <a:gd name="csX236" fmla="*/ 120865 w 233131"/>
                <a:gd name="csY236" fmla="*/ 78825 h 331544"/>
                <a:gd name="csX237" fmla="*/ 121821 w 233131"/>
                <a:gd name="csY237" fmla="*/ 82647 h 331544"/>
                <a:gd name="csX238" fmla="*/ 121821 w 233131"/>
                <a:gd name="csY238" fmla="*/ 84080 h 331544"/>
                <a:gd name="csX239" fmla="*/ 121821 w 233131"/>
                <a:gd name="csY239" fmla="*/ 89335 h 331544"/>
                <a:gd name="csX240" fmla="*/ 123732 w 233131"/>
                <a:gd name="csY240" fmla="*/ 91246 h 331544"/>
                <a:gd name="csX241" fmla="*/ 130420 w 233131"/>
                <a:gd name="csY241" fmla="*/ 94590 h 331544"/>
                <a:gd name="csX242" fmla="*/ 137108 w 233131"/>
                <a:gd name="csY242" fmla="*/ 99846 h 331544"/>
                <a:gd name="csX243" fmla="*/ 138542 w 233131"/>
                <a:gd name="csY243" fmla="*/ 99846 h 331544"/>
                <a:gd name="csX244" fmla="*/ 140930 w 233131"/>
                <a:gd name="csY244" fmla="*/ 96501 h 331544"/>
                <a:gd name="csX245" fmla="*/ 143797 w 233131"/>
                <a:gd name="csY245" fmla="*/ 95546 h 331544"/>
                <a:gd name="csX246" fmla="*/ 148096 w 233131"/>
                <a:gd name="csY246" fmla="*/ 96024 h 331544"/>
                <a:gd name="csX247" fmla="*/ 149529 w 233131"/>
                <a:gd name="csY247" fmla="*/ 98412 h 331544"/>
                <a:gd name="csX248" fmla="*/ 150963 w 233131"/>
                <a:gd name="csY248" fmla="*/ 101756 h 331544"/>
                <a:gd name="csX249" fmla="*/ 151440 w 233131"/>
                <a:gd name="csY249" fmla="*/ 104623 h 331544"/>
                <a:gd name="csX250" fmla="*/ 151918 w 233131"/>
                <a:gd name="csY250" fmla="*/ 106534 h 331544"/>
                <a:gd name="csX251" fmla="*/ 150485 w 233131"/>
                <a:gd name="csY251" fmla="*/ 109878 h 331544"/>
                <a:gd name="csX252" fmla="*/ 150485 w 233131"/>
                <a:gd name="csY252" fmla="*/ 111311 h 331544"/>
                <a:gd name="csX253" fmla="*/ 151440 w 233131"/>
                <a:gd name="csY253" fmla="*/ 113222 h 331544"/>
                <a:gd name="csX254" fmla="*/ 151440 w 233131"/>
                <a:gd name="csY254" fmla="*/ 115133 h 331544"/>
                <a:gd name="csX255" fmla="*/ 150007 w 233131"/>
                <a:gd name="csY255" fmla="*/ 122776 h 331544"/>
                <a:gd name="csX256" fmla="*/ 150485 w 233131"/>
                <a:gd name="csY256" fmla="*/ 125643 h 331544"/>
                <a:gd name="csX257" fmla="*/ 153829 w 233131"/>
                <a:gd name="csY257" fmla="*/ 132331 h 331544"/>
                <a:gd name="csX258" fmla="*/ 157173 w 233131"/>
                <a:gd name="csY258" fmla="*/ 136153 h 331544"/>
                <a:gd name="csX259" fmla="*/ 163384 w 233131"/>
                <a:gd name="csY259" fmla="*/ 139497 h 331544"/>
                <a:gd name="csX260" fmla="*/ 167683 w 233131"/>
                <a:gd name="csY260" fmla="*/ 139497 h 331544"/>
                <a:gd name="csX261" fmla="*/ 170072 w 233131"/>
                <a:gd name="csY261" fmla="*/ 141886 h 331544"/>
                <a:gd name="csX262" fmla="*/ 170549 w 233131"/>
                <a:gd name="csY262" fmla="*/ 140453 h 331544"/>
                <a:gd name="csX263" fmla="*/ 169116 w 233131"/>
                <a:gd name="csY263" fmla="*/ 135675 h 331544"/>
                <a:gd name="csX264" fmla="*/ 166728 w 233131"/>
                <a:gd name="csY264" fmla="*/ 129465 h 331544"/>
                <a:gd name="csX265" fmla="*/ 161950 w 233131"/>
                <a:gd name="csY265" fmla="*/ 126598 h 331544"/>
                <a:gd name="csX266" fmla="*/ 161472 w 233131"/>
                <a:gd name="csY266" fmla="*/ 122776 h 331544"/>
                <a:gd name="csX267" fmla="*/ 160995 w 233131"/>
                <a:gd name="csY267" fmla="*/ 116566 h 331544"/>
                <a:gd name="csX268" fmla="*/ 161472 w 233131"/>
                <a:gd name="csY268" fmla="*/ 112266 h 331544"/>
                <a:gd name="csX269" fmla="*/ 163861 w 233131"/>
                <a:gd name="csY269" fmla="*/ 108922 h 331544"/>
                <a:gd name="csX270" fmla="*/ 165772 w 233131"/>
                <a:gd name="csY270" fmla="*/ 107489 h 331544"/>
                <a:gd name="csX271" fmla="*/ 171983 w 233131"/>
                <a:gd name="csY271" fmla="*/ 107489 h 331544"/>
                <a:gd name="csX272" fmla="*/ 174849 w 233131"/>
                <a:gd name="csY272" fmla="*/ 108922 h 331544"/>
                <a:gd name="csX273" fmla="*/ 180582 w 233131"/>
                <a:gd name="csY273" fmla="*/ 113700 h 331544"/>
                <a:gd name="csX274" fmla="*/ 181060 w 233131"/>
                <a:gd name="csY274" fmla="*/ 116088 h 331544"/>
                <a:gd name="csX275" fmla="*/ 181537 w 233131"/>
                <a:gd name="csY275" fmla="*/ 121343 h 331544"/>
                <a:gd name="csX276" fmla="*/ 182015 w 233131"/>
                <a:gd name="csY276" fmla="*/ 131376 h 331544"/>
                <a:gd name="csX277" fmla="*/ 181537 w 233131"/>
                <a:gd name="csY277" fmla="*/ 133764 h 331544"/>
                <a:gd name="csX278" fmla="*/ 176760 w 233131"/>
                <a:gd name="csY278" fmla="*/ 139497 h 331544"/>
                <a:gd name="csX279" fmla="*/ 175804 w 233131"/>
                <a:gd name="csY279" fmla="*/ 143319 h 331544"/>
                <a:gd name="csX280" fmla="*/ 177238 w 233131"/>
                <a:gd name="csY280" fmla="*/ 144274 h 331544"/>
                <a:gd name="csX281" fmla="*/ 181060 w 233131"/>
                <a:gd name="csY281" fmla="*/ 145230 h 331544"/>
                <a:gd name="csX282" fmla="*/ 187748 w 233131"/>
                <a:gd name="csY282" fmla="*/ 148574 h 331544"/>
                <a:gd name="csX283" fmla="*/ 190136 w 233131"/>
                <a:gd name="csY283" fmla="*/ 149052 h 331544"/>
                <a:gd name="csX284" fmla="*/ 192525 w 233131"/>
                <a:gd name="csY284" fmla="*/ 156695 h 331544"/>
                <a:gd name="csX285" fmla="*/ 194436 w 233131"/>
                <a:gd name="csY285" fmla="*/ 164339 h 331544"/>
                <a:gd name="csX286" fmla="*/ 193003 w 233131"/>
                <a:gd name="csY286" fmla="*/ 173894 h 331544"/>
                <a:gd name="csX287" fmla="*/ 191092 w 233131"/>
                <a:gd name="csY287" fmla="*/ 188225 h 331544"/>
                <a:gd name="csX288" fmla="*/ 189659 w 233131"/>
                <a:gd name="csY288" fmla="*/ 191570 h 331544"/>
                <a:gd name="csX289" fmla="*/ 188226 w 233131"/>
                <a:gd name="csY289" fmla="*/ 196347 h 331544"/>
                <a:gd name="csX290" fmla="*/ 189181 w 233131"/>
                <a:gd name="csY290" fmla="*/ 197302 h 331544"/>
                <a:gd name="csX291" fmla="*/ 195391 w 233131"/>
                <a:gd name="csY291" fmla="*/ 195391 h 331544"/>
                <a:gd name="csX292" fmla="*/ 196825 w 233131"/>
                <a:gd name="csY292" fmla="*/ 194914 h 331544"/>
                <a:gd name="csX293" fmla="*/ 201124 w 233131"/>
                <a:gd name="csY293" fmla="*/ 189659 h 331544"/>
                <a:gd name="csX294" fmla="*/ 207335 w 233131"/>
                <a:gd name="csY294" fmla="*/ 191092 h 331544"/>
                <a:gd name="csX295" fmla="*/ 209245 w 233131"/>
                <a:gd name="csY295" fmla="*/ 192525 h 331544"/>
                <a:gd name="csX296" fmla="*/ 210201 w 233131"/>
                <a:gd name="csY296" fmla="*/ 193958 h 331544"/>
                <a:gd name="csX297" fmla="*/ 212112 w 233131"/>
                <a:gd name="csY297" fmla="*/ 199691 h 331544"/>
                <a:gd name="csX298" fmla="*/ 214023 w 233131"/>
                <a:gd name="csY298" fmla="*/ 206857 h 331544"/>
                <a:gd name="csX299" fmla="*/ 214978 w 233131"/>
                <a:gd name="csY299" fmla="*/ 205901 h 331544"/>
                <a:gd name="csX300" fmla="*/ 217845 w 233131"/>
                <a:gd name="csY300" fmla="*/ 197302 h 331544"/>
                <a:gd name="csX301" fmla="*/ 218800 w 233131"/>
                <a:gd name="csY301" fmla="*/ 194914 h 331544"/>
                <a:gd name="csX302" fmla="*/ 220233 w 233131"/>
                <a:gd name="csY302" fmla="*/ 193003 h 331544"/>
                <a:gd name="csX303" fmla="*/ 220711 w 233131"/>
                <a:gd name="csY303" fmla="*/ 193480 h 331544"/>
                <a:gd name="csX304" fmla="*/ 223577 w 233131"/>
                <a:gd name="csY304" fmla="*/ 201602 h 331544"/>
                <a:gd name="csX305" fmla="*/ 230266 w 233131"/>
                <a:gd name="csY305" fmla="*/ 215934 h 331544"/>
                <a:gd name="csX306" fmla="*/ 232654 w 233131"/>
                <a:gd name="csY306" fmla="*/ 221667 h 331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</a:cxnLst>
              <a:rect l="l" t="t" r="r" b="b"/>
              <a:pathLst>
                <a:path w="233131" h="331544">
                  <a:moveTo>
                    <a:pt x="232654" y="221667"/>
                  </a:moveTo>
                  <a:lnTo>
                    <a:pt x="233132" y="225966"/>
                  </a:lnTo>
                  <a:lnTo>
                    <a:pt x="230266" y="230743"/>
                  </a:lnTo>
                  <a:lnTo>
                    <a:pt x="227877" y="233132"/>
                  </a:lnTo>
                  <a:lnTo>
                    <a:pt x="212112" y="243642"/>
                  </a:lnTo>
                  <a:lnTo>
                    <a:pt x="204946" y="249853"/>
                  </a:lnTo>
                  <a:lnTo>
                    <a:pt x="201602" y="254152"/>
                  </a:lnTo>
                  <a:lnTo>
                    <a:pt x="199691" y="255585"/>
                  </a:lnTo>
                  <a:lnTo>
                    <a:pt x="195869" y="255108"/>
                  </a:lnTo>
                  <a:lnTo>
                    <a:pt x="194914" y="255585"/>
                  </a:lnTo>
                  <a:lnTo>
                    <a:pt x="193480" y="262751"/>
                  </a:lnTo>
                  <a:lnTo>
                    <a:pt x="192525" y="266095"/>
                  </a:lnTo>
                  <a:lnTo>
                    <a:pt x="189181" y="270873"/>
                  </a:lnTo>
                  <a:lnTo>
                    <a:pt x="184404" y="279949"/>
                  </a:lnTo>
                  <a:lnTo>
                    <a:pt x="182015" y="283771"/>
                  </a:lnTo>
                  <a:lnTo>
                    <a:pt x="176760" y="280905"/>
                  </a:lnTo>
                  <a:lnTo>
                    <a:pt x="175804" y="276605"/>
                  </a:lnTo>
                  <a:lnTo>
                    <a:pt x="175327" y="267529"/>
                  </a:lnTo>
                  <a:lnTo>
                    <a:pt x="174849" y="263707"/>
                  </a:lnTo>
                  <a:lnTo>
                    <a:pt x="175327" y="261318"/>
                  </a:lnTo>
                  <a:lnTo>
                    <a:pt x="175804" y="257974"/>
                  </a:lnTo>
                  <a:lnTo>
                    <a:pt x="177715" y="249853"/>
                  </a:lnTo>
                  <a:lnTo>
                    <a:pt x="177715" y="248897"/>
                  </a:lnTo>
                  <a:lnTo>
                    <a:pt x="176760" y="249853"/>
                  </a:lnTo>
                  <a:lnTo>
                    <a:pt x="173416" y="253674"/>
                  </a:lnTo>
                  <a:lnTo>
                    <a:pt x="171983" y="256063"/>
                  </a:lnTo>
                  <a:lnTo>
                    <a:pt x="171027" y="259885"/>
                  </a:lnTo>
                  <a:lnTo>
                    <a:pt x="170549" y="266095"/>
                  </a:lnTo>
                  <a:lnTo>
                    <a:pt x="171027" y="277561"/>
                  </a:lnTo>
                  <a:lnTo>
                    <a:pt x="170549" y="281860"/>
                  </a:lnTo>
                  <a:lnTo>
                    <a:pt x="169116" y="284249"/>
                  </a:lnTo>
                  <a:lnTo>
                    <a:pt x="169594" y="286160"/>
                  </a:lnTo>
                  <a:lnTo>
                    <a:pt x="173416" y="288549"/>
                  </a:lnTo>
                  <a:lnTo>
                    <a:pt x="174371" y="289504"/>
                  </a:lnTo>
                  <a:lnTo>
                    <a:pt x="174371" y="291415"/>
                  </a:lnTo>
                  <a:lnTo>
                    <a:pt x="174849" y="294281"/>
                  </a:lnTo>
                  <a:lnTo>
                    <a:pt x="174371" y="296670"/>
                  </a:lnTo>
                  <a:lnTo>
                    <a:pt x="173416" y="300492"/>
                  </a:lnTo>
                  <a:lnTo>
                    <a:pt x="171505" y="301925"/>
                  </a:lnTo>
                  <a:lnTo>
                    <a:pt x="168638" y="300492"/>
                  </a:lnTo>
                  <a:lnTo>
                    <a:pt x="162906" y="290460"/>
                  </a:lnTo>
                  <a:lnTo>
                    <a:pt x="160039" y="291415"/>
                  </a:lnTo>
                  <a:lnTo>
                    <a:pt x="159562" y="292370"/>
                  </a:lnTo>
                  <a:lnTo>
                    <a:pt x="160039" y="295715"/>
                  </a:lnTo>
                  <a:lnTo>
                    <a:pt x="161950" y="303358"/>
                  </a:lnTo>
                  <a:lnTo>
                    <a:pt x="162428" y="310046"/>
                  </a:lnTo>
                  <a:lnTo>
                    <a:pt x="161472" y="314824"/>
                  </a:lnTo>
                  <a:lnTo>
                    <a:pt x="159562" y="323423"/>
                  </a:lnTo>
                  <a:lnTo>
                    <a:pt x="158606" y="327722"/>
                  </a:lnTo>
                  <a:lnTo>
                    <a:pt x="158129" y="328200"/>
                  </a:lnTo>
                  <a:lnTo>
                    <a:pt x="155262" y="328200"/>
                  </a:lnTo>
                  <a:lnTo>
                    <a:pt x="152396" y="326289"/>
                  </a:lnTo>
                  <a:lnTo>
                    <a:pt x="145230" y="311957"/>
                  </a:lnTo>
                  <a:lnTo>
                    <a:pt x="141408" y="305747"/>
                  </a:lnTo>
                  <a:lnTo>
                    <a:pt x="136153" y="293326"/>
                  </a:lnTo>
                  <a:lnTo>
                    <a:pt x="134720" y="290937"/>
                  </a:lnTo>
                  <a:lnTo>
                    <a:pt x="133764" y="289982"/>
                  </a:lnTo>
                  <a:lnTo>
                    <a:pt x="132809" y="295715"/>
                  </a:lnTo>
                  <a:lnTo>
                    <a:pt x="134720" y="300492"/>
                  </a:lnTo>
                  <a:lnTo>
                    <a:pt x="139497" y="311957"/>
                  </a:lnTo>
                  <a:lnTo>
                    <a:pt x="142363" y="320079"/>
                  </a:lnTo>
                  <a:lnTo>
                    <a:pt x="144274" y="326767"/>
                  </a:lnTo>
                  <a:lnTo>
                    <a:pt x="144752" y="329633"/>
                  </a:lnTo>
                  <a:lnTo>
                    <a:pt x="143797" y="330589"/>
                  </a:lnTo>
                  <a:lnTo>
                    <a:pt x="142841" y="330111"/>
                  </a:lnTo>
                  <a:lnTo>
                    <a:pt x="141408" y="327722"/>
                  </a:lnTo>
                  <a:lnTo>
                    <a:pt x="137108" y="323901"/>
                  </a:lnTo>
                  <a:lnTo>
                    <a:pt x="135197" y="321512"/>
                  </a:lnTo>
                  <a:lnTo>
                    <a:pt x="134242" y="319123"/>
                  </a:lnTo>
                  <a:lnTo>
                    <a:pt x="131854" y="316735"/>
                  </a:lnTo>
                  <a:lnTo>
                    <a:pt x="128509" y="315779"/>
                  </a:lnTo>
                  <a:lnTo>
                    <a:pt x="125643" y="315301"/>
                  </a:lnTo>
                  <a:lnTo>
                    <a:pt x="122299" y="316257"/>
                  </a:lnTo>
                  <a:lnTo>
                    <a:pt x="121821" y="317212"/>
                  </a:lnTo>
                  <a:lnTo>
                    <a:pt x="125165" y="321034"/>
                  </a:lnTo>
                  <a:lnTo>
                    <a:pt x="126598" y="322945"/>
                  </a:lnTo>
                  <a:lnTo>
                    <a:pt x="127554" y="325334"/>
                  </a:lnTo>
                  <a:lnTo>
                    <a:pt x="128031" y="328200"/>
                  </a:lnTo>
                  <a:lnTo>
                    <a:pt x="127076" y="330111"/>
                  </a:lnTo>
                  <a:lnTo>
                    <a:pt x="122299" y="331544"/>
                  </a:lnTo>
                  <a:lnTo>
                    <a:pt x="116566" y="330589"/>
                  </a:lnTo>
                  <a:lnTo>
                    <a:pt x="106534" y="328200"/>
                  </a:lnTo>
                  <a:lnTo>
                    <a:pt x="96979" y="323901"/>
                  </a:lnTo>
                  <a:lnTo>
                    <a:pt x="87902" y="316735"/>
                  </a:lnTo>
                  <a:lnTo>
                    <a:pt x="81214" y="310046"/>
                  </a:lnTo>
                  <a:lnTo>
                    <a:pt x="78825" y="306225"/>
                  </a:lnTo>
                  <a:lnTo>
                    <a:pt x="77870" y="303836"/>
                  </a:lnTo>
                  <a:lnTo>
                    <a:pt x="80736" y="301447"/>
                  </a:lnTo>
                  <a:lnTo>
                    <a:pt x="88858" y="298103"/>
                  </a:lnTo>
                  <a:lnTo>
                    <a:pt x="97457" y="296192"/>
                  </a:lnTo>
                  <a:lnTo>
                    <a:pt x="96024" y="294281"/>
                  </a:lnTo>
                  <a:lnTo>
                    <a:pt x="80736" y="290460"/>
                  </a:lnTo>
                  <a:lnTo>
                    <a:pt x="75481" y="289504"/>
                  </a:lnTo>
                  <a:lnTo>
                    <a:pt x="73093" y="290937"/>
                  </a:lnTo>
                  <a:lnTo>
                    <a:pt x="69749" y="289982"/>
                  </a:lnTo>
                  <a:lnTo>
                    <a:pt x="67360" y="287115"/>
                  </a:lnTo>
                  <a:lnTo>
                    <a:pt x="64016" y="280905"/>
                  </a:lnTo>
                  <a:lnTo>
                    <a:pt x="62583" y="277083"/>
                  </a:lnTo>
                  <a:lnTo>
                    <a:pt x="62583" y="275172"/>
                  </a:lnTo>
                  <a:lnTo>
                    <a:pt x="64016" y="274217"/>
                  </a:lnTo>
                  <a:lnTo>
                    <a:pt x="71182" y="275172"/>
                  </a:lnTo>
                  <a:lnTo>
                    <a:pt x="72137" y="274694"/>
                  </a:lnTo>
                  <a:lnTo>
                    <a:pt x="68315" y="271350"/>
                  </a:lnTo>
                  <a:lnTo>
                    <a:pt x="57328" y="265618"/>
                  </a:lnTo>
                  <a:lnTo>
                    <a:pt x="53028" y="259885"/>
                  </a:lnTo>
                  <a:lnTo>
                    <a:pt x="52073" y="257974"/>
                  </a:lnTo>
                  <a:lnTo>
                    <a:pt x="52073" y="256063"/>
                  </a:lnTo>
                  <a:lnTo>
                    <a:pt x="52073" y="254152"/>
                  </a:lnTo>
                  <a:lnTo>
                    <a:pt x="56372" y="249853"/>
                  </a:lnTo>
                  <a:lnTo>
                    <a:pt x="69271" y="239820"/>
                  </a:lnTo>
                  <a:lnTo>
                    <a:pt x="73570" y="238387"/>
                  </a:lnTo>
                  <a:lnTo>
                    <a:pt x="78348" y="238387"/>
                  </a:lnTo>
                  <a:lnTo>
                    <a:pt x="81214" y="235521"/>
                  </a:lnTo>
                  <a:lnTo>
                    <a:pt x="84081" y="225966"/>
                  </a:lnTo>
                  <a:lnTo>
                    <a:pt x="97457" y="222622"/>
                  </a:lnTo>
                  <a:lnTo>
                    <a:pt x="107967" y="218322"/>
                  </a:lnTo>
                  <a:lnTo>
                    <a:pt x="108922" y="217367"/>
                  </a:lnTo>
                  <a:lnTo>
                    <a:pt x="100801" y="217845"/>
                  </a:lnTo>
                  <a:lnTo>
                    <a:pt x="89813" y="217367"/>
                  </a:lnTo>
                  <a:lnTo>
                    <a:pt x="85514" y="210679"/>
                  </a:lnTo>
                  <a:lnTo>
                    <a:pt x="82170" y="209723"/>
                  </a:lnTo>
                  <a:lnTo>
                    <a:pt x="78825" y="209723"/>
                  </a:lnTo>
                  <a:lnTo>
                    <a:pt x="74526" y="211634"/>
                  </a:lnTo>
                  <a:lnTo>
                    <a:pt x="67360" y="217845"/>
                  </a:lnTo>
                  <a:lnTo>
                    <a:pt x="64016" y="219278"/>
                  </a:lnTo>
                  <a:lnTo>
                    <a:pt x="56372" y="225488"/>
                  </a:lnTo>
                  <a:lnTo>
                    <a:pt x="54461" y="225011"/>
                  </a:lnTo>
                  <a:lnTo>
                    <a:pt x="53506" y="224055"/>
                  </a:lnTo>
                  <a:lnTo>
                    <a:pt x="53028" y="223100"/>
                  </a:lnTo>
                  <a:lnTo>
                    <a:pt x="54461" y="218800"/>
                  </a:lnTo>
                  <a:lnTo>
                    <a:pt x="56372" y="215934"/>
                  </a:lnTo>
                  <a:lnTo>
                    <a:pt x="55894" y="214978"/>
                  </a:lnTo>
                  <a:lnTo>
                    <a:pt x="53028" y="214501"/>
                  </a:lnTo>
                  <a:lnTo>
                    <a:pt x="49684" y="214501"/>
                  </a:lnTo>
                  <a:lnTo>
                    <a:pt x="47295" y="215456"/>
                  </a:lnTo>
                  <a:lnTo>
                    <a:pt x="38218" y="221189"/>
                  </a:lnTo>
                  <a:lnTo>
                    <a:pt x="34397" y="225011"/>
                  </a:lnTo>
                  <a:lnTo>
                    <a:pt x="33441" y="225488"/>
                  </a:lnTo>
                  <a:lnTo>
                    <a:pt x="29142" y="218800"/>
                  </a:lnTo>
                  <a:lnTo>
                    <a:pt x="22453" y="215456"/>
                  </a:lnTo>
                  <a:lnTo>
                    <a:pt x="21020" y="212590"/>
                  </a:lnTo>
                  <a:lnTo>
                    <a:pt x="22453" y="202080"/>
                  </a:lnTo>
                  <a:lnTo>
                    <a:pt x="24364" y="199691"/>
                  </a:lnTo>
                  <a:lnTo>
                    <a:pt x="29619" y="197780"/>
                  </a:lnTo>
                  <a:lnTo>
                    <a:pt x="44907" y="187748"/>
                  </a:lnTo>
                  <a:lnTo>
                    <a:pt x="45862" y="185837"/>
                  </a:lnTo>
                  <a:lnTo>
                    <a:pt x="47295" y="180582"/>
                  </a:lnTo>
                  <a:lnTo>
                    <a:pt x="43474" y="182015"/>
                  </a:lnTo>
                  <a:lnTo>
                    <a:pt x="35830" y="186792"/>
                  </a:lnTo>
                  <a:lnTo>
                    <a:pt x="29619" y="189181"/>
                  </a:lnTo>
                  <a:lnTo>
                    <a:pt x="24364" y="189181"/>
                  </a:lnTo>
                  <a:lnTo>
                    <a:pt x="20542" y="188703"/>
                  </a:lnTo>
                  <a:lnTo>
                    <a:pt x="18154" y="187270"/>
                  </a:lnTo>
                  <a:lnTo>
                    <a:pt x="15765" y="183926"/>
                  </a:lnTo>
                  <a:lnTo>
                    <a:pt x="6210" y="169116"/>
                  </a:lnTo>
                  <a:lnTo>
                    <a:pt x="3822" y="162428"/>
                  </a:lnTo>
                  <a:lnTo>
                    <a:pt x="3344" y="155740"/>
                  </a:lnTo>
                  <a:lnTo>
                    <a:pt x="2867" y="150963"/>
                  </a:lnTo>
                  <a:lnTo>
                    <a:pt x="0" y="139019"/>
                  </a:lnTo>
                  <a:lnTo>
                    <a:pt x="20065" y="146663"/>
                  </a:lnTo>
                  <a:lnTo>
                    <a:pt x="27708" y="148096"/>
                  </a:lnTo>
                  <a:lnTo>
                    <a:pt x="42518" y="148574"/>
                  </a:lnTo>
                  <a:lnTo>
                    <a:pt x="42996" y="147618"/>
                  </a:lnTo>
                  <a:lnTo>
                    <a:pt x="43474" y="145707"/>
                  </a:lnTo>
                  <a:lnTo>
                    <a:pt x="42996" y="142841"/>
                  </a:lnTo>
                  <a:lnTo>
                    <a:pt x="42996" y="140453"/>
                  </a:lnTo>
                  <a:lnTo>
                    <a:pt x="43474" y="138542"/>
                  </a:lnTo>
                  <a:lnTo>
                    <a:pt x="49206" y="134242"/>
                  </a:lnTo>
                  <a:lnTo>
                    <a:pt x="50162" y="132809"/>
                  </a:lnTo>
                  <a:lnTo>
                    <a:pt x="43474" y="132331"/>
                  </a:lnTo>
                  <a:lnTo>
                    <a:pt x="31530" y="139497"/>
                  </a:lnTo>
                  <a:lnTo>
                    <a:pt x="27231" y="139019"/>
                  </a:lnTo>
                  <a:lnTo>
                    <a:pt x="22453" y="128987"/>
                  </a:lnTo>
                  <a:lnTo>
                    <a:pt x="17676" y="130898"/>
                  </a:lnTo>
                  <a:lnTo>
                    <a:pt x="14810" y="129942"/>
                  </a:lnTo>
                  <a:lnTo>
                    <a:pt x="11466" y="127554"/>
                  </a:lnTo>
                  <a:lnTo>
                    <a:pt x="9555" y="125165"/>
                  </a:lnTo>
                  <a:lnTo>
                    <a:pt x="8121" y="122299"/>
                  </a:lnTo>
                  <a:lnTo>
                    <a:pt x="7644" y="119910"/>
                  </a:lnTo>
                  <a:lnTo>
                    <a:pt x="8121" y="117999"/>
                  </a:lnTo>
                  <a:lnTo>
                    <a:pt x="9077" y="116088"/>
                  </a:lnTo>
                  <a:lnTo>
                    <a:pt x="13376" y="112744"/>
                  </a:lnTo>
                  <a:lnTo>
                    <a:pt x="15287" y="112744"/>
                  </a:lnTo>
                  <a:lnTo>
                    <a:pt x="20542" y="114655"/>
                  </a:lnTo>
                  <a:lnTo>
                    <a:pt x="24364" y="114177"/>
                  </a:lnTo>
                  <a:lnTo>
                    <a:pt x="23409" y="111311"/>
                  </a:lnTo>
                  <a:lnTo>
                    <a:pt x="17676" y="103190"/>
                  </a:lnTo>
                  <a:lnTo>
                    <a:pt x="12421" y="93635"/>
                  </a:lnTo>
                  <a:lnTo>
                    <a:pt x="12899" y="78348"/>
                  </a:lnTo>
                  <a:lnTo>
                    <a:pt x="16721" y="75004"/>
                  </a:lnTo>
                  <a:lnTo>
                    <a:pt x="21020" y="74526"/>
                  </a:lnTo>
                  <a:lnTo>
                    <a:pt x="25320" y="78348"/>
                  </a:lnTo>
                  <a:lnTo>
                    <a:pt x="31052" y="79303"/>
                  </a:lnTo>
                  <a:lnTo>
                    <a:pt x="34874" y="83603"/>
                  </a:lnTo>
                  <a:lnTo>
                    <a:pt x="37263" y="91724"/>
                  </a:lnTo>
                  <a:lnTo>
                    <a:pt x="40607" y="91724"/>
                  </a:lnTo>
                  <a:lnTo>
                    <a:pt x="45384" y="93157"/>
                  </a:lnTo>
                  <a:lnTo>
                    <a:pt x="56372" y="93157"/>
                  </a:lnTo>
                  <a:lnTo>
                    <a:pt x="54461" y="90291"/>
                  </a:lnTo>
                  <a:lnTo>
                    <a:pt x="51117" y="87425"/>
                  </a:lnTo>
                  <a:lnTo>
                    <a:pt x="43474" y="84080"/>
                  </a:lnTo>
                  <a:lnTo>
                    <a:pt x="39651" y="71659"/>
                  </a:lnTo>
                  <a:lnTo>
                    <a:pt x="31530" y="65449"/>
                  </a:lnTo>
                  <a:lnTo>
                    <a:pt x="25320" y="62105"/>
                  </a:lnTo>
                  <a:lnTo>
                    <a:pt x="25320" y="59238"/>
                  </a:lnTo>
                  <a:lnTo>
                    <a:pt x="30097" y="42996"/>
                  </a:lnTo>
                  <a:lnTo>
                    <a:pt x="35830" y="37263"/>
                  </a:lnTo>
                  <a:lnTo>
                    <a:pt x="44907" y="39652"/>
                  </a:lnTo>
                  <a:lnTo>
                    <a:pt x="51117" y="36307"/>
                  </a:lnTo>
                  <a:lnTo>
                    <a:pt x="58761" y="31052"/>
                  </a:lnTo>
                  <a:lnTo>
                    <a:pt x="66405" y="33441"/>
                  </a:lnTo>
                  <a:lnTo>
                    <a:pt x="68315" y="33441"/>
                  </a:lnTo>
                  <a:lnTo>
                    <a:pt x="69271" y="31530"/>
                  </a:lnTo>
                  <a:lnTo>
                    <a:pt x="70226" y="28186"/>
                  </a:lnTo>
                  <a:lnTo>
                    <a:pt x="70226" y="24842"/>
                  </a:lnTo>
                  <a:lnTo>
                    <a:pt x="69271" y="21976"/>
                  </a:lnTo>
                  <a:lnTo>
                    <a:pt x="66882" y="18631"/>
                  </a:lnTo>
                  <a:lnTo>
                    <a:pt x="57328" y="18154"/>
                  </a:lnTo>
                  <a:lnTo>
                    <a:pt x="53028" y="16721"/>
                  </a:lnTo>
                  <a:lnTo>
                    <a:pt x="51117" y="14810"/>
                  </a:lnTo>
                  <a:lnTo>
                    <a:pt x="50639" y="11943"/>
                  </a:lnTo>
                  <a:lnTo>
                    <a:pt x="50639" y="9077"/>
                  </a:lnTo>
                  <a:lnTo>
                    <a:pt x="50639" y="5733"/>
                  </a:lnTo>
                  <a:lnTo>
                    <a:pt x="50639" y="3822"/>
                  </a:lnTo>
                  <a:lnTo>
                    <a:pt x="51595" y="2866"/>
                  </a:lnTo>
                  <a:lnTo>
                    <a:pt x="53983" y="1911"/>
                  </a:lnTo>
                  <a:lnTo>
                    <a:pt x="63060" y="1433"/>
                  </a:lnTo>
                  <a:lnTo>
                    <a:pt x="68315" y="0"/>
                  </a:lnTo>
                  <a:lnTo>
                    <a:pt x="74526" y="1911"/>
                  </a:lnTo>
                  <a:lnTo>
                    <a:pt x="86469" y="10510"/>
                  </a:lnTo>
                  <a:lnTo>
                    <a:pt x="90769" y="14332"/>
                  </a:lnTo>
                  <a:lnTo>
                    <a:pt x="95068" y="21498"/>
                  </a:lnTo>
                  <a:lnTo>
                    <a:pt x="96979" y="27708"/>
                  </a:lnTo>
                  <a:lnTo>
                    <a:pt x="99846" y="37263"/>
                  </a:lnTo>
                  <a:lnTo>
                    <a:pt x="109400" y="60672"/>
                  </a:lnTo>
                  <a:lnTo>
                    <a:pt x="113700" y="68793"/>
                  </a:lnTo>
                  <a:lnTo>
                    <a:pt x="120865" y="78825"/>
                  </a:lnTo>
                  <a:lnTo>
                    <a:pt x="121821" y="82647"/>
                  </a:lnTo>
                  <a:lnTo>
                    <a:pt x="121821" y="84080"/>
                  </a:lnTo>
                  <a:lnTo>
                    <a:pt x="121821" y="89335"/>
                  </a:lnTo>
                  <a:lnTo>
                    <a:pt x="123732" y="91246"/>
                  </a:lnTo>
                  <a:lnTo>
                    <a:pt x="130420" y="94590"/>
                  </a:lnTo>
                  <a:lnTo>
                    <a:pt x="137108" y="99846"/>
                  </a:lnTo>
                  <a:lnTo>
                    <a:pt x="138542" y="99846"/>
                  </a:lnTo>
                  <a:lnTo>
                    <a:pt x="140930" y="96501"/>
                  </a:lnTo>
                  <a:lnTo>
                    <a:pt x="143797" y="95546"/>
                  </a:lnTo>
                  <a:lnTo>
                    <a:pt x="148096" y="96024"/>
                  </a:lnTo>
                  <a:lnTo>
                    <a:pt x="149529" y="98412"/>
                  </a:lnTo>
                  <a:lnTo>
                    <a:pt x="150963" y="101756"/>
                  </a:lnTo>
                  <a:lnTo>
                    <a:pt x="151440" y="104623"/>
                  </a:lnTo>
                  <a:lnTo>
                    <a:pt x="151918" y="106534"/>
                  </a:lnTo>
                  <a:lnTo>
                    <a:pt x="150485" y="109878"/>
                  </a:lnTo>
                  <a:lnTo>
                    <a:pt x="150485" y="111311"/>
                  </a:lnTo>
                  <a:lnTo>
                    <a:pt x="151440" y="113222"/>
                  </a:lnTo>
                  <a:lnTo>
                    <a:pt x="151440" y="115133"/>
                  </a:lnTo>
                  <a:lnTo>
                    <a:pt x="150007" y="122776"/>
                  </a:lnTo>
                  <a:lnTo>
                    <a:pt x="150485" y="125643"/>
                  </a:lnTo>
                  <a:lnTo>
                    <a:pt x="153829" y="132331"/>
                  </a:lnTo>
                  <a:lnTo>
                    <a:pt x="157173" y="136153"/>
                  </a:lnTo>
                  <a:lnTo>
                    <a:pt x="163384" y="139497"/>
                  </a:lnTo>
                  <a:lnTo>
                    <a:pt x="167683" y="139497"/>
                  </a:lnTo>
                  <a:lnTo>
                    <a:pt x="170072" y="141886"/>
                  </a:lnTo>
                  <a:lnTo>
                    <a:pt x="170549" y="140453"/>
                  </a:lnTo>
                  <a:lnTo>
                    <a:pt x="169116" y="135675"/>
                  </a:lnTo>
                  <a:lnTo>
                    <a:pt x="166728" y="129465"/>
                  </a:lnTo>
                  <a:lnTo>
                    <a:pt x="161950" y="126598"/>
                  </a:lnTo>
                  <a:lnTo>
                    <a:pt x="161472" y="122776"/>
                  </a:lnTo>
                  <a:lnTo>
                    <a:pt x="160995" y="116566"/>
                  </a:lnTo>
                  <a:lnTo>
                    <a:pt x="161472" y="112266"/>
                  </a:lnTo>
                  <a:lnTo>
                    <a:pt x="163861" y="108922"/>
                  </a:lnTo>
                  <a:lnTo>
                    <a:pt x="165772" y="107489"/>
                  </a:lnTo>
                  <a:lnTo>
                    <a:pt x="171983" y="107489"/>
                  </a:lnTo>
                  <a:lnTo>
                    <a:pt x="174849" y="108922"/>
                  </a:lnTo>
                  <a:lnTo>
                    <a:pt x="180582" y="113700"/>
                  </a:lnTo>
                  <a:lnTo>
                    <a:pt x="181060" y="116088"/>
                  </a:lnTo>
                  <a:lnTo>
                    <a:pt x="181537" y="121343"/>
                  </a:lnTo>
                  <a:lnTo>
                    <a:pt x="182015" y="131376"/>
                  </a:lnTo>
                  <a:lnTo>
                    <a:pt x="181537" y="133764"/>
                  </a:lnTo>
                  <a:lnTo>
                    <a:pt x="176760" y="139497"/>
                  </a:lnTo>
                  <a:lnTo>
                    <a:pt x="175804" y="143319"/>
                  </a:lnTo>
                  <a:lnTo>
                    <a:pt x="177238" y="144274"/>
                  </a:lnTo>
                  <a:lnTo>
                    <a:pt x="181060" y="145230"/>
                  </a:lnTo>
                  <a:lnTo>
                    <a:pt x="187748" y="148574"/>
                  </a:lnTo>
                  <a:lnTo>
                    <a:pt x="190136" y="149052"/>
                  </a:lnTo>
                  <a:lnTo>
                    <a:pt x="192525" y="156695"/>
                  </a:lnTo>
                  <a:lnTo>
                    <a:pt x="194436" y="164339"/>
                  </a:lnTo>
                  <a:lnTo>
                    <a:pt x="193003" y="173894"/>
                  </a:lnTo>
                  <a:lnTo>
                    <a:pt x="191092" y="188225"/>
                  </a:lnTo>
                  <a:lnTo>
                    <a:pt x="189659" y="191570"/>
                  </a:lnTo>
                  <a:lnTo>
                    <a:pt x="188226" y="196347"/>
                  </a:lnTo>
                  <a:lnTo>
                    <a:pt x="189181" y="197302"/>
                  </a:lnTo>
                  <a:lnTo>
                    <a:pt x="195391" y="195391"/>
                  </a:lnTo>
                  <a:lnTo>
                    <a:pt x="196825" y="194914"/>
                  </a:lnTo>
                  <a:lnTo>
                    <a:pt x="201124" y="189659"/>
                  </a:lnTo>
                  <a:lnTo>
                    <a:pt x="207335" y="191092"/>
                  </a:lnTo>
                  <a:lnTo>
                    <a:pt x="209245" y="192525"/>
                  </a:lnTo>
                  <a:lnTo>
                    <a:pt x="210201" y="193958"/>
                  </a:lnTo>
                  <a:lnTo>
                    <a:pt x="212112" y="199691"/>
                  </a:lnTo>
                  <a:lnTo>
                    <a:pt x="214023" y="206857"/>
                  </a:lnTo>
                  <a:lnTo>
                    <a:pt x="214978" y="205901"/>
                  </a:lnTo>
                  <a:lnTo>
                    <a:pt x="217845" y="197302"/>
                  </a:lnTo>
                  <a:lnTo>
                    <a:pt x="218800" y="194914"/>
                  </a:lnTo>
                  <a:lnTo>
                    <a:pt x="220233" y="193003"/>
                  </a:lnTo>
                  <a:lnTo>
                    <a:pt x="220711" y="193480"/>
                  </a:lnTo>
                  <a:lnTo>
                    <a:pt x="223577" y="201602"/>
                  </a:lnTo>
                  <a:lnTo>
                    <a:pt x="230266" y="215934"/>
                  </a:lnTo>
                  <a:lnTo>
                    <a:pt x="232654" y="2216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6" name="Freeform 2965">
              <a:extLst>
                <a:ext uri="{FF2B5EF4-FFF2-40B4-BE49-F238E27FC236}">
                  <a16:creationId xmlns:a16="http://schemas.microsoft.com/office/drawing/2014/main" id="{C5198895-910F-F6E8-B760-B17214A605AB}"/>
                </a:ext>
              </a:extLst>
            </p:cNvPr>
            <p:cNvSpPr/>
            <p:nvPr/>
          </p:nvSpPr>
          <p:spPr>
            <a:xfrm>
              <a:off x="4186037" y="3800935"/>
              <a:ext cx="2388" cy="4299"/>
            </a:xfrm>
            <a:custGeom>
              <a:avLst/>
              <a:gdLst>
                <a:gd name="csX0" fmla="*/ 2389 w 2388"/>
                <a:gd name="csY0" fmla="*/ 478 h 4299"/>
                <a:gd name="csX1" fmla="*/ 1911 w 2388"/>
                <a:gd name="csY1" fmla="*/ 478 h 4299"/>
                <a:gd name="csX2" fmla="*/ 2389 w 2388"/>
                <a:gd name="csY2" fmla="*/ 2866 h 4299"/>
                <a:gd name="csX3" fmla="*/ 1911 w 2388"/>
                <a:gd name="csY3" fmla="*/ 3822 h 4299"/>
                <a:gd name="csX4" fmla="*/ 956 w 2388"/>
                <a:gd name="csY4" fmla="*/ 4300 h 4299"/>
                <a:gd name="csX5" fmla="*/ 478 w 2388"/>
                <a:gd name="csY5" fmla="*/ 4300 h 4299"/>
                <a:gd name="csX6" fmla="*/ 0 w 2388"/>
                <a:gd name="csY6" fmla="*/ 4300 h 4299"/>
                <a:gd name="csX7" fmla="*/ 0 w 2388"/>
                <a:gd name="csY7" fmla="*/ 2866 h 4299"/>
                <a:gd name="csX8" fmla="*/ 478 w 2388"/>
                <a:gd name="csY8" fmla="*/ 956 h 4299"/>
                <a:gd name="csX9" fmla="*/ 1433 w 2388"/>
                <a:gd name="csY9" fmla="*/ 0 h 4299"/>
                <a:gd name="csX10" fmla="*/ 2389 w 2388"/>
                <a:gd name="csY10" fmla="*/ 478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4299">
                  <a:moveTo>
                    <a:pt x="2389" y="478"/>
                  </a:moveTo>
                  <a:lnTo>
                    <a:pt x="1911" y="478"/>
                  </a:lnTo>
                  <a:lnTo>
                    <a:pt x="2389" y="2866"/>
                  </a:lnTo>
                  <a:lnTo>
                    <a:pt x="1911" y="3822"/>
                  </a:lnTo>
                  <a:lnTo>
                    <a:pt x="956" y="4300"/>
                  </a:lnTo>
                  <a:lnTo>
                    <a:pt x="478" y="4300"/>
                  </a:lnTo>
                  <a:lnTo>
                    <a:pt x="0" y="4300"/>
                  </a:lnTo>
                  <a:lnTo>
                    <a:pt x="0" y="2866"/>
                  </a:lnTo>
                  <a:lnTo>
                    <a:pt x="478" y="956"/>
                  </a:lnTo>
                  <a:lnTo>
                    <a:pt x="1433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7" name="Freeform 2966">
              <a:extLst>
                <a:ext uri="{FF2B5EF4-FFF2-40B4-BE49-F238E27FC236}">
                  <a16:creationId xmlns:a16="http://schemas.microsoft.com/office/drawing/2014/main" id="{3F3565A5-486C-871B-587A-6FDDF12EE0B7}"/>
                </a:ext>
              </a:extLst>
            </p:cNvPr>
            <p:cNvSpPr/>
            <p:nvPr/>
          </p:nvSpPr>
          <p:spPr>
            <a:xfrm>
              <a:off x="4179348" y="3746952"/>
              <a:ext cx="6688" cy="2388"/>
            </a:xfrm>
            <a:custGeom>
              <a:avLst/>
              <a:gdLst>
                <a:gd name="csX0" fmla="*/ 6688 w 6688"/>
                <a:gd name="csY0" fmla="*/ 1433 h 2388"/>
                <a:gd name="csX1" fmla="*/ 6688 w 6688"/>
                <a:gd name="csY1" fmla="*/ 1911 h 2388"/>
                <a:gd name="csX2" fmla="*/ 5733 w 6688"/>
                <a:gd name="csY2" fmla="*/ 1911 h 2388"/>
                <a:gd name="csX3" fmla="*/ 1911 w 6688"/>
                <a:gd name="csY3" fmla="*/ 2389 h 2388"/>
                <a:gd name="csX4" fmla="*/ 0 w 6688"/>
                <a:gd name="csY4" fmla="*/ 1911 h 2388"/>
                <a:gd name="csX5" fmla="*/ 0 w 6688"/>
                <a:gd name="csY5" fmla="*/ 1433 h 2388"/>
                <a:gd name="csX6" fmla="*/ 478 w 6688"/>
                <a:gd name="csY6" fmla="*/ 955 h 2388"/>
                <a:gd name="csX7" fmla="*/ 1433 w 6688"/>
                <a:gd name="csY7" fmla="*/ 478 h 2388"/>
                <a:gd name="csX8" fmla="*/ 2389 w 6688"/>
                <a:gd name="csY8" fmla="*/ 0 h 2388"/>
                <a:gd name="csX9" fmla="*/ 3822 w 6688"/>
                <a:gd name="csY9" fmla="*/ 0 h 2388"/>
                <a:gd name="csX10" fmla="*/ 6210 w 6688"/>
                <a:gd name="csY10" fmla="*/ 478 h 2388"/>
                <a:gd name="csX11" fmla="*/ 6688 w 6688"/>
                <a:gd name="csY11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8" h="2388">
                  <a:moveTo>
                    <a:pt x="6688" y="1433"/>
                  </a:moveTo>
                  <a:lnTo>
                    <a:pt x="6688" y="1911"/>
                  </a:lnTo>
                  <a:lnTo>
                    <a:pt x="5733" y="1911"/>
                  </a:lnTo>
                  <a:lnTo>
                    <a:pt x="1911" y="2389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955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3822" y="0"/>
                  </a:lnTo>
                  <a:lnTo>
                    <a:pt x="6210" y="478"/>
                  </a:lnTo>
                  <a:lnTo>
                    <a:pt x="668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8" name="Freeform 2967">
              <a:extLst>
                <a:ext uri="{FF2B5EF4-FFF2-40B4-BE49-F238E27FC236}">
                  <a16:creationId xmlns:a16="http://schemas.microsoft.com/office/drawing/2014/main" id="{7B471FE0-2FD6-4462-852E-CE5D3836060A}"/>
                </a:ext>
              </a:extLst>
            </p:cNvPr>
            <p:cNvSpPr/>
            <p:nvPr/>
          </p:nvSpPr>
          <p:spPr>
            <a:xfrm>
              <a:off x="4178871" y="4432015"/>
              <a:ext cx="2866" cy="1911"/>
            </a:xfrm>
            <a:custGeom>
              <a:avLst/>
              <a:gdLst>
                <a:gd name="csX0" fmla="*/ 2866 w 2866"/>
                <a:gd name="csY0" fmla="*/ 0 h 1911"/>
                <a:gd name="csX1" fmla="*/ 2389 w 2866"/>
                <a:gd name="csY1" fmla="*/ 478 h 1911"/>
                <a:gd name="csX2" fmla="*/ 1911 w 2866"/>
                <a:gd name="csY2" fmla="*/ 956 h 1911"/>
                <a:gd name="csX3" fmla="*/ 478 w 2866"/>
                <a:gd name="csY3" fmla="*/ 1911 h 1911"/>
                <a:gd name="csX4" fmla="*/ 0 w 2866"/>
                <a:gd name="csY4" fmla="*/ 1433 h 1911"/>
                <a:gd name="csX5" fmla="*/ 956 w 2866"/>
                <a:gd name="csY5" fmla="*/ 478 h 1911"/>
                <a:gd name="csX6" fmla="*/ 1911 w 2866"/>
                <a:gd name="csY6" fmla="*/ 0 h 1911"/>
                <a:gd name="csX7" fmla="*/ 2866 w 2866"/>
                <a:gd name="csY7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1911">
                  <a:moveTo>
                    <a:pt x="2866" y="0"/>
                  </a:moveTo>
                  <a:lnTo>
                    <a:pt x="2389" y="478"/>
                  </a:lnTo>
                  <a:lnTo>
                    <a:pt x="1911" y="956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9" name="Freeform 2968">
              <a:extLst>
                <a:ext uri="{FF2B5EF4-FFF2-40B4-BE49-F238E27FC236}">
                  <a16:creationId xmlns:a16="http://schemas.microsoft.com/office/drawing/2014/main" id="{06BCCCA5-ABF9-D206-8371-FBDAB8CF754B}"/>
                </a:ext>
              </a:extLst>
            </p:cNvPr>
            <p:cNvSpPr/>
            <p:nvPr/>
          </p:nvSpPr>
          <p:spPr>
            <a:xfrm>
              <a:off x="4176960" y="3816700"/>
              <a:ext cx="1911" cy="1911"/>
            </a:xfrm>
            <a:custGeom>
              <a:avLst/>
              <a:gdLst>
                <a:gd name="csX0" fmla="*/ 1911 w 1911"/>
                <a:gd name="csY0" fmla="*/ 956 h 1911"/>
                <a:gd name="csX1" fmla="*/ 1911 w 1911"/>
                <a:gd name="csY1" fmla="*/ 1433 h 1911"/>
                <a:gd name="csX2" fmla="*/ 1433 w 1911"/>
                <a:gd name="csY2" fmla="*/ 1911 h 1911"/>
                <a:gd name="csX3" fmla="*/ 956 w 1911"/>
                <a:gd name="csY3" fmla="*/ 1911 h 1911"/>
                <a:gd name="csX4" fmla="*/ 478 w 1911"/>
                <a:gd name="csY4" fmla="*/ 1433 h 1911"/>
                <a:gd name="csX5" fmla="*/ 0 w 1911"/>
                <a:gd name="csY5" fmla="*/ 478 h 1911"/>
                <a:gd name="csX6" fmla="*/ 478 w 1911"/>
                <a:gd name="csY6" fmla="*/ 0 h 1911"/>
                <a:gd name="csX7" fmla="*/ 1433 w 1911"/>
                <a:gd name="csY7" fmla="*/ 478 h 1911"/>
                <a:gd name="csX8" fmla="*/ 1911 w 1911"/>
                <a:gd name="csY8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1911">
                  <a:moveTo>
                    <a:pt x="1911" y="956"/>
                  </a:moveTo>
                  <a:lnTo>
                    <a:pt x="1911" y="1433"/>
                  </a:lnTo>
                  <a:lnTo>
                    <a:pt x="1433" y="1911"/>
                  </a:lnTo>
                  <a:lnTo>
                    <a:pt x="956" y="1911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0" name="Freeform 2969">
              <a:extLst>
                <a:ext uri="{FF2B5EF4-FFF2-40B4-BE49-F238E27FC236}">
                  <a16:creationId xmlns:a16="http://schemas.microsoft.com/office/drawing/2014/main" id="{AC413C63-4154-7BA7-CE48-6884D15EA6E8}"/>
                </a:ext>
              </a:extLst>
            </p:cNvPr>
            <p:cNvSpPr/>
            <p:nvPr/>
          </p:nvSpPr>
          <p:spPr>
            <a:xfrm>
              <a:off x="4174571" y="4479311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478 w 955"/>
                <a:gd name="csY2" fmla="*/ 0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1" name="Freeform 2970">
              <a:extLst>
                <a:ext uri="{FF2B5EF4-FFF2-40B4-BE49-F238E27FC236}">
                  <a16:creationId xmlns:a16="http://schemas.microsoft.com/office/drawing/2014/main" id="{27E7E1B1-B260-E1FE-8C89-CE20FEF1F378}"/>
                </a:ext>
              </a:extLst>
            </p:cNvPr>
            <p:cNvSpPr/>
            <p:nvPr/>
          </p:nvSpPr>
          <p:spPr>
            <a:xfrm>
              <a:off x="4165972" y="4433449"/>
              <a:ext cx="7165" cy="2388"/>
            </a:xfrm>
            <a:custGeom>
              <a:avLst/>
              <a:gdLst>
                <a:gd name="csX0" fmla="*/ 7166 w 7165"/>
                <a:gd name="csY0" fmla="*/ 0 h 2388"/>
                <a:gd name="csX1" fmla="*/ 3822 w 7165"/>
                <a:gd name="csY1" fmla="*/ 955 h 2388"/>
                <a:gd name="csX2" fmla="*/ 956 w 7165"/>
                <a:gd name="csY2" fmla="*/ 2389 h 2388"/>
                <a:gd name="csX3" fmla="*/ 0 w 7165"/>
                <a:gd name="csY3" fmla="*/ 2389 h 2388"/>
                <a:gd name="csX4" fmla="*/ 1433 w 7165"/>
                <a:gd name="csY4" fmla="*/ 1433 h 2388"/>
                <a:gd name="csX5" fmla="*/ 3822 w 7165"/>
                <a:gd name="csY5" fmla="*/ 478 h 2388"/>
                <a:gd name="csX6" fmla="*/ 5733 w 7165"/>
                <a:gd name="csY6" fmla="*/ 0 h 2388"/>
                <a:gd name="csX7" fmla="*/ 7166 w 7165"/>
                <a:gd name="csY7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165" h="2388">
                  <a:moveTo>
                    <a:pt x="7166" y="0"/>
                  </a:moveTo>
                  <a:lnTo>
                    <a:pt x="3822" y="955"/>
                  </a:lnTo>
                  <a:lnTo>
                    <a:pt x="956" y="2389"/>
                  </a:lnTo>
                  <a:lnTo>
                    <a:pt x="0" y="2389"/>
                  </a:lnTo>
                  <a:lnTo>
                    <a:pt x="1433" y="1433"/>
                  </a:lnTo>
                  <a:lnTo>
                    <a:pt x="3822" y="478"/>
                  </a:lnTo>
                  <a:lnTo>
                    <a:pt x="5733" y="0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2" name="Freeform 2971">
              <a:extLst>
                <a:ext uri="{FF2B5EF4-FFF2-40B4-BE49-F238E27FC236}">
                  <a16:creationId xmlns:a16="http://schemas.microsoft.com/office/drawing/2014/main" id="{8AB8D98B-6A4D-0B48-EFE6-14D7726B2E3E}"/>
                </a:ext>
              </a:extLst>
            </p:cNvPr>
            <p:cNvSpPr/>
            <p:nvPr/>
          </p:nvSpPr>
          <p:spPr>
            <a:xfrm>
              <a:off x="4159284" y="3018892"/>
              <a:ext cx="11465" cy="27708"/>
            </a:xfrm>
            <a:custGeom>
              <a:avLst/>
              <a:gdLst>
                <a:gd name="csX0" fmla="*/ 11466 w 11465"/>
                <a:gd name="csY0" fmla="*/ 15287 h 27708"/>
                <a:gd name="csX1" fmla="*/ 11466 w 11465"/>
                <a:gd name="csY1" fmla="*/ 18154 h 27708"/>
                <a:gd name="csX2" fmla="*/ 10988 w 11465"/>
                <a:gd name="csY2" fmla="*/ 20065 h 27708"/>
                <a:gd name="csX3" fmla="*/ 10032 w 11465"/>
                <a:gd name="csY3" fmla="*/ 23886 h 27708"/>
                <a:gd name="csX4" fmla="*/ 9077 w 11465"/>
                <a:gd name="csY4" fmla="*/ 25320 h 27708"/>
                <a:gd name="csX5" fmla="*/ 8121 w 11465"/>
                <a:gd name="csY5" fmla="*/ 26753 h 27708"/>
                <a:gd name="csX6" fmla="*/ 7166 w 11465"/>
                <a:gd name="csY6" fmla="*/ 27708 h 27708"/>
                <a:gd name="csX7" fmla="*/ 6211 w 11465"/>
                <a:gd name="csY7" fmla="*/ 27708 h 27708"/>
                <a:gd name="csX8" fmla="*/ 4777 w 11465"/>
                <a:gd name="csY8" fmla="*/ 26753 h 27708"/>
                <a:gd name="csX9" fmla="*/ 1911 w 11465"/>
                <a:gd name="csY9" fmla="*/ 23886 h 27708"/>
                <a:gd name="csX10" fmla="*/ 1433 w 11465"/>
                <a:gd name="csY10" fmla="*/ 22931 h 27708"/>
                <a:gd name="csX11" fmla="*/ 956 w 11465"/>
                <a:gd name="csY11" fmla="*/ 21498 h 27708"/>
                <a:gd name="csX12" fmla="*/ 956 w 11465"/>
                <a:gd name="csY12" fmla="*/ 19587 h 27708"/>
                <a:gd name="csX13" fmla="*/ 1433 w 11465"/>
                <a:gd name="csY13" fmla="*/ 17676 h 27708"/>
                <a:gd name="csX14" fmla="*/ 2389 w 11465"/>
                <a:gd name="csY14" fmla="*/ 14332 h 27708"/>
                <a:gd name="csX15" fmla="*/ 478 w 11465"/>
                <a:gd name="csY15" fmla="*/ 11466 h 27708"/>
                <a:gd name="csX16" fmla="*/ 0 w 11465"/>
                <a:gd name="csY16" fmla="*/ 10032 h 27708"/>
                <a:gd name="csX17" fmla="*/ 0 w 11465"/>
                <a:gd name="csY17" fmla="*/ 9077 h 27708"/>
                <a:gd name="csX18" fmla="*/ 956 w 11465"/>
                <a:gd name="csY18" fmla="*/ 7166 h 27708"/>
                <a:gd name="csX19" fmla="*/ 1433 w 11465"/>
                <a:gd name="csY19" fmla="*/ 5733 h 27708"/>
                <a:gd name="csX20" fmla="*/ 2389 w 11465"/>
                <a:gd name="csY20" fmla="*/ 3822 h 27708"/>
                <a:gd name="csX21" fmla="*/ 5255 w 11465"/>
                <a:gd name="csY21" fmla="*/ 0 h 27708"/>
                <a:gd name="csX22" fmla="*/ 7644 w 11465"/>
                <a:gd name="csY22" fmla="*/ 956 h 27708"/>
                <a:gd name="csX23" fmla="*/ 10032 w 11465"/>
                <a:gd name="csY23" fmla="*/ 3822 h 27708"/>
                <a:gd name="csX24" fmla="*/ 10510 w 11465"/>
                <a:gd name="csY24" fmla="*/ 5733 h 27708"/>
                <a:gd name="csX25" fmla="*/ 10510 w 11465"/>
                <a:gd name="csY25" fmla="*/ 8121 h 27708"/>
                <a:gd name="csX26" fmla="*/ 10510 w 11465"/>
                <a:gd name="csY26" fmla="*/ 11466 h 27708"/>
                <a:gd name="csX27" fmla="*/ 11466 w 11465"/>
                <a:gd name="csY27" fmla="*/ 15287 h 27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1465" h="27708">
                  <a:moveTo>
                    <a:pt x="11466" y="15287"/>
                  </a:moveTo>
                  <a:lnTo>
                    <a:pt x="11466" y="18154"/>
                  </a:lnTo>
                  <a:lnTo>
                    <a:pt x="10988" y="20065"/>
                  </a:lnTo>
                  <a:lnTo>
                    <a:pt x="10032" y="23886"/>
                  </a:lnTo>
                  <a:lnTo>
                    <a:pt x="9077" y="25320"/>
                  </a:lnTo>
                  <a:lnTo>
                    <a:pt x="8121" y="26753"/>
                  </a:lnTo>
                  <a:lnTo>
                    <a:pt x="7166" y="27708"/>
                  </a:lnTo>
                  <a:lnTo>
                    <a:pt x="6211" y="27708"/>
                  </a:lnTo>
                  <a:lnTo>
                    <a:pt x="4777" y="26753"/>
                  </a:lnTo>
                  <a:lnTo>
                    <a:pt x="1911" y="23886"/>
                  </a:lnTo>
                  <a:lnTo>
                    <a:pt x="1433" y="22931"/>
                  </a:lnTo>
                  <a:lnTo>
                    <a:pt x="956" y="21498"/>
                  </a:lnTo>
                  <a:lnTo>
                    <a:pt x="956" y="19587"/>
                  </a:lnTo>
                  <a:lnTo>
                    <a:pt x="1433" y="17676"/>
                  </a:lnTo>
                  <a:lnTo>
                    <a:pt x="2389" y="14332"/>
                  </a:lnTo>
                  <a:lnTo>
                    <a:pt x="478" y="11466"/>
                  </a:lnTo>
                  <a:lnTo>
                    <a:pt x="0" y="10032"/>
                  </a:lnTo>
                  <a:lnTo>
                    <a:pt x="0" y="9077"/>
                  </a:lnTo>
                  <a:lnTo>
                    <a:pt x="956" y="7166"/>
                  </a:lnTo>
                  <a:lnTo>
                    <a:pt x="1433" y="5733"/>
                  </a:lnTo>
                  <a:lnTo>
                    <a:pt x="2389" y="3822"/>
                  </a:lnTo>
                  <a:lnTo>
                    <a:pt x="5255" y="0"/>
                  </a:lnTo>
                  <a:lnTo>
                    <a:pt x="7644" y="956"/>
                  </a:lnTo>
                  <a:lnTo>
                    <a:pt x="10032" y="3822"/>
                  </a:lnTo>
                  <a:lnTo>
                    <a:pt x="10510" y="5733"/>
                  </a:lnTo>
                  <a:lnTo>
                    <a:pt x="10510" y="8121"/>
                  </a:lnTo>
                  <a:lnTo>
                    <a:pt x="10510" y="11466"/>
                  </a:lnTo>
                  <a:lnTo>
                    <a:pt x="11466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3" name="Freeform 2972">
              <a:extLst>
                <a:ext uri="{FF2B5EF4-FFF2-40B4-BE49-F238E27FC236}">
                  <a16:creationId xmlns:a16="http://schemas.microsoft.com/office/drawing/2014/main" id="{4DD18591-3A20-407F-E764-B3D3CFB9AF33}"/>
                </a:ext>
              </a:extLst>
            </p:cNvPr>
            <p:cNvSpPr/>
            <p:nvPr/>
          </p:nvSpPr>
          <p:spPr>
            <a:xfrm>
              <a:off x="4152118" y="2924301"/>
              <a:ext cx="15765" cy="9076"/>
            </a:xfrm>
            <a:custGeom>
              <a:avLst/>
              <a:gdLst>
                <a:gd name="csX0" fmla="*/ 15765 w 15765"/>
                <a:gd name="csY0" fmla="*/ 5255 h 9076"/>
                <a:gd name="csX1" fmla="*/ 15765 w 15765"/>
                <a:gd name="csY1" fmla="*/ 7166 h 9076"/>
                <a:gd name="csX2" fmla="*/ 15287 w 15765"/>
                <a:gd name="csY2" fmla="*/ 8121 h 9076"/>
                <a:gd name="csX3" fmla="*/ 11466 w 15765"/>
                <a:gd name="csY3" fmla="*/ 9077 h 9076"/>
                <a:gd name="csX4" fmla="*/ 9077 w 15765"/>
                <a:gd name="csY4" fmla="*/ 8599 h 9076"/>
                <a:gd name="csX5" fmla="*/ 6688 w 15765"/>
                <a:gd name="csY5" fmla="*/ 7166 h 9076"/>
                <a:gd name="csX6" fmla="*/ 5255 w 15765"/>
                <a:gd name="csY6" fmla="*/ 8121 h 9076"/>
                <a:gd name="csX7" fmla="*/ 2389 w 15765"/>
                <a:gd name="csY7" fmla="*/ 7166 h 9076"/>
                <a:gd name="csX8" fmla="*/ 956 w 15765"/>
                <a:gd name="csY8" fmla="*/ 5733 h 9076"/>
                <a:gd name="csX9" fmla="*/ 0 w 15765"/>
                <a:gd name="csY9" fmla="*/ 3822 h 9076"/>
                <a:gd name="csX10" fmla="*/ 0 w 15765"/>
                <a:gd name="csY10" fmla="*/ 2389 h 9076"/>
                <a:gd name="csX11" fmla="*/ 2867 w 15765"/>
                <a:gd name="csY11" fmla="*/ 1433 h 9076"/>
                <a:gd name="csX12" fmla="*/ 4300 w 15765"/>
                <a:gd name="csY12" fmla="*/ 0 h 9076"/>
                <a:gd name="csX13" fmla="*/ 8121 w 15765"/>
                <a:gd name="csY13" fmla="*/ 1911 h 9076"/>
                <a:gd name="csX14" fmla="*/ 10510 w 15765"/>
                <a:gd name="csY14" fmla="*/ 2389 h 9076"/>
                <a:gd name="csX15" fmla="*/ 12421 w 15765"/>
                <a:gd name="csY15" fmla="*/ 1911 h 9076"/>
                <a:gd name="csX16" fmla="*/ 13854 w 15765"/>
                <a:gd name="csY16" fmla="*/ 2389 h 9076"/>
                <a:gd name="csX17" fmla="*/ 14810 w 15765"/>
                <a:gd name="csY17" fmla="*/ 3822 h 9076"/>
                <a:gd name="csX18" fmla="*/ 15765 w 15765"/>
                <a:gd name="csY18" fmla="*/ 5255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5765" h="9076">
                  <a:moveTo>
                    <a:pt x="15765" y="5255"/>
                  </a:moveTo>
                  <a:lnTo>
                    <a:pt x="15765" y="7166"/>
                  </a:lnTo>
                  <a:lnTo>
                    <a:pt x="15287" y="8121"/>
                  </a:lnTo>
                  <a:lnTo>
                    <a:pt x="11466" y="9077"/>
                  </a:lnTo>
                  <a:lnTo>
                    <a:pt x="9077" y="8599"/>
                  </a:lnTo>
                  <a:lnTo>
                    <a:pt x="6688" y="7166"/>
                  </a:lnTo>
                  <a:lnTo>
                    <a:pt x="5255" y="8121"/>
                  </a:lnTo>
                  <a:lnTo>
                    <a:pt x="2389" y="7166"/>
                  </a:lnTo>
                  <a:lnTo>
                    <a:pt x="956" y="5733"/>
                  </a:lnTo>
                  <a:lnTo>
                    <a:pt x="0" y="3822"/>
                  </a:lnTo>
                  <a:lnTo>
                    <a:pt x="0" y="2389"/>
                  </a:lnTo>
                  <a:lnTo>
                    <a:pt x="2867" y="1433"/>
                  </a:lnTo>
                  <a:lnTo>
                    <a:pt x="4300" y="0"/>
                  </a:lnTo>
                  <a:lnTo>
                    <a:pt x="8121" y="1911"/>
                  </a:lnTo>
                  <a:lnTo>
                    <a:pt x="10510" y="2389"/>
                  </a:lnTo>
                  <a:lnTo>
                    <a:pt x="12421" y="1911"/>
                  </a:lnTo>
                  <a:lnTo>
                    <a:pt x="13854" y="2389"/>
                  </a:lnTo>
                  <a:lnTo>
                    <a:pt x="14810" y="3822"/>
                  </a:lnTo>
                  <a:lnTo>
                    <a:pt x="15765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4" name="Freeform 2973">
              <a:extLst>
                <a:ext uri="{FF2B5EF4-FFF2-40B4-BE49-F238E27FC236}">
                  <a16:creationId xmlns:a16="http://schemas.microsoft.com/office/drawing/2014/main" id="{6F7FCB31-CDBE-3C10-6662-58D43874D311}"/>
                </a:ext>
              </a:extLst>
            </p:cNvPr>
            <p:cNvSpPr/>
            <p:nvPr/>
          </p:nvSpPr>
          <p:spPr>
            <a:xfrm>
              <a:off x="4163106" y="4340769"/>
              <a:ext cx="1433" cy="1911"/>
            </a:xfrm>
            <a:custGeom>
              <a:avLst/>
              <a:gdLst>
                <a:gd name="csX0" fmla="*/ 955 w 1433"/>
                <a:gd name="csY0" fmla="*/ 956 h 1911"/>
                <a:gd name="csX1" fmla="*/ 1433 w 1433"/>
                <a:gd name="csY1" fmla="*/ 1911 h 1911"/>
                <a:gd name="csX2" fmla="*/ 955 w 1433"/>
                <a:gd name="csY2" fmla="*/ 1433 h 1911"/>
                <a:gd name="csX3" fmla="*/ 478 w 1433"/>
                <a:gd name="csY3" fmla="*/ 956 h 1911"/>
                <a:gd name="csX4" fmla="*/ 0 w 1433"/>
                <a:gd name="csY4" fmla="*/ 0 h 1911"/>
                <a:gd name="csX5" fmla="*/ 478 w 1433"/>
                <a:gd name="csY5" fmla="*/ 0 h 1911"/>
                <a:gd name="csX6" fmla="*/ 955 w 1433"/>
                <a:gd name="csY6" fmla="*/ 478 h 1911"/>
                <a:gd name="csX7" fmla="*/ 955 w 1433"/>
                <a:gd name="csY7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1911">
                  <a:moveTo>
                    <a:pt x="955" y="956"/>
                  </a:moveTo>
                  <a:lnTo>
                    <a:pt x="1433" y="1911"/>
                  </a:lnTo>
                  <a:lnTo>
                    <a:pt x="955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478"/>
                  </a:lnTo>
                  <a:lnTo>
                    <a:pt x="9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5" name="Freeform 2974">
              <a:extLst>
                <a:ext uri="{FF2B5EF4-FFF2-40B4-BE49-F238E27FC236}">
                  <a16:creationId xmlns:a16="http://schemas.microsoft.com/office/drawing/2014/main" id="{405D6322-5551-AEF3-751A-80492396F40F}"/>
                </a:ext>
              </a:extLst>
            </p:cNvPr>
            <p:cNvSpPr/>
            <p:nvPr/>
          </p:nvSpPr>
          <p:spPr>
            <a:xfrm>
              <a:off x="4163106" y="4485999"/>
              <a:ext cx="955" cy="5732"/>
            </a:xfrm>
            <a:custGeom>
              <a:avLst/>
              <a:gdLst>
                <a:gd name="csX0" fmla="*/ 955 w 955"/>
                <a:gd name="csY0" fmla="*/ 3822 h 5732"/>
                <a:gd name="csX1" fmla="*/ 955 w 955"/>
                <a:gd name="csY1" fmla="*/ 5733 h 5732"/>
                <a:gd name="csX2" fmla="*/ 478 w 955"/>
                <a:gd name="csY2" fmla="*/ 3822 h 5732"/>
                <a:gd name="csX3" fmla="*/ 0 w 955"/>
                <a:gd name="csY3" fmla="*/ 0 h 5732"/>
                <a:gd name="csX4" fmla="*/ 955 w 955"/>
                <a:gd name="csY4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5732">
                  <a:moveTo>
                    <a:pt x="955" y="3822"/>
                  </a:moveTo>
                  <a:lnTo>
                    <a:pt x="955" y="5733"/>
                  </a:lnTo>
                  <a:lnTo>
                    <a:pt x="478" y="3822"/>
                  </a:lnTo>
                  <a:lnTo>
                    <a:pt x="0" y="0"/>
                  </a:lnTo>
                  <a:lnTo>
                    <a:pt x="95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6" name="Freeform 2975">
              <a:extLst>
                <a:ext uri="{FF2B5EF4-FFF2-40B4-BE49-F238E27FC236}">
                  <a16:creationId xmlns:a16="http://schemas.microsoft.com/office/drawing/2014/main" id="{22CB67BF-2325-EF3E-B4DB-7EF5777020D7}"/>
                </a:ext>
              </a:extLst>
            </p:cNvPr>
            <p:cNvSpPr/>
            <p:nvPr/>
          </p:nvSpPr>
          <p:spPr>
            <a:xfrm>
              <a:off x="4157851" y="4354146"/>
              <a:ext cx="5255" cy="6210"/>
            </a:xfrm>
            <a:custGeom>
              <a:avLst/>
              <a:gdLst>
                <a:gd name="csX0" fmla="*/ 5255 w 5255"/>
                <a:gd name="csY0" fmla="*/ 0 h 6210"/>
                <a:gd name="csX1" fmla="*/ 5255 w 5255"/>
                <a:gd name="csY1" fmla="*/ 478 h 6210"/>
                <a:gd name="csX2" fmla="*/ 4300 w 5255"/>
                <a:gd name="csY2" fmla="*/ 2389 h 6210"/>
                <a:gd name="csX3" fmla="*/ 1911 w 5255"/>
                <a:gd name="csY3" fmla="*/ 5255 h 6210"/>
                <a:gd name="csX4" fmla="*/ 956 w 5255"/>
                <a:gd name="csY4" fmla="*/ 6210 h 6210"/>
                <a:gd name="csX5" fmla="*/ 0 w 5255"/>
                <a:gd name="csY5" fmla="*/ 3822 h 6210"/>
                <a:gd name="csX6" fmla="*/ 956 w 5255"/>
                <a:gd name="csY6" fmla="*/ 1911 h 6210"/>
                <a:gd name="csX7" fmla="*/ 1911 w 5255"/>
                <a:gd name="csY7" fmla="*/ 478 h 6210"/>
                <a:gd name="csX8" fmla="*/ 3822 w 5255"/>
                <a:gd name="csY8" fmla="*/ 478 h 6210"/>
                <a:gd name="csX9" fmla="*/ 5255 w 5255"/>
                <a:gd name="csY9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255" h="6210">
                  <a:moveTo>
                    <a:pt x="5255" y="0"/>
                  </a:moveTo>
                  <a:lnTo>
                    <a:pt x="5255" y="478"/>
                  </a:lnTo>
                  <a:lnTo>
                    <a:pt x="4300" y="2389"/>
                  </a:lnTo>
                  <a:lnTo>
                    <a:pt x="1911" y="5255"/>
                  </a:lnTo>
                  <a:lnTo>
                    <a:pt x="956" y="6210"/>
                  </a:lnTo>
                  <a:lnTo>
                    <a:pt x="0" y="3822"/>
                  </a:lnTo>
                  <a:lnTo>
                    <a:pt x="956" y="1911"/>
                  </a:lnTo>
                  <a:lnTo>
                    <a:pt x="1911" y="478"/>
                  </a:lnTo>
                  <a:lnTo>
                    <a:pt x="3822" y="478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" name="Freeform 2976">
              <a:extLst>
                <a:ext uri="{FF2B5EF4-FFF2-40B4-BE49-F238E27FC236}">
                  <a16:creationId xmlns:a16="http://schemas.microsoft.com/office/drawing/2014/main" id="{F134AEA9-06EC-4856-C456-415BF61FBA17}"/>
                </a:ext>
              </a:extLst>
            </p:cNvPr>
            <p:cNvSpPr/>
            <p:nvPr/>
          </p:nvSpPr>
          <p:spPr>
            <a:xfrm>
              <a:off x="3561167" y="4108115"/>
              <a:ext cx="601939" cy="360685"/>
            </a:xfrm>
            <a:custGeom>
              <a:avLst/>
              <a:gdLst>
                <a:gd name="csX0" fmla="*/ 600984 w 601939"/>
                <a:gd name="csY0" fmla="*/ 234087 h 360685"/>
                <a:gd name="csX1" fmla="*/ 601939 w 601939"/>
                <a:gd name="csY1" fmla="*/ 235043 h 360685"/>
                <a:gd name="csX2" fmla="*/ 600984 w 601939"/>
                <a:gd name="csY2" fmla="*/ 237909 h 360685"/>
                <a:gd name="csX3" fmla="*/ 600028 w 601939"/>
                <a:gd name="csY3" fmla="*/ 240298 h 360685"/>
                <a:gd name="csX4" fmla="*/ 598595 w 601939"/>
                <a:gd name="csY4" fmla="*/ 242209 h 360685"/>
                <a:gd name="csX5" fmla="*/ 596206 w 601939"/>
                <a:gd name="csY5" fmla="*/ 245075 h 360685"/>
                <a:gd name="csX6" fmla="*/ 592862 w 601939"/>
                <a:gd name="csY6" fmla="*/ 247464 h 360685"/>
                <a:gd name="csX7" fmla="*/ 589041 w 601939"/>
                <a:gd name="csY7" fmla="*/ 252719 h 360685"/>
                <a:gd name="csX8" fmla="*/ 588085 w 601939"/>
                <a:gd name="csY8" fmla="*/ 255585 h 360685"/>
                <a:gd name="csX9" fmla="*/ 588085 w 601939"/>
                <a:gd name="csY9" fmla="*/ 257496 h 360685"/>
                <a:gd name="csX10" fmla="*/ 588563 w 601939"/>
                <a:gd name="csY10" fmla="*/ 259407 h 360685"/>
                <a:gd name="csX11" fmla="*/ 588563 w 601939"/>
                <a:gd name="csY11" fmla="*/ 259885 h 360685"/>
                <a:gd name="csX12" fmla="*/ 588085 w 601939"/>
                <a:gd name="csY12" fmla="*/ 260840 h 360685"/>
                <a:gd name="csX13" fmla="*/ 587129 w 601939"/>
                <a:gd name="csY13" fmla="*/ 260840 h 360685"/>
                <a:gd name="csX14" fmla="*/ 585696 w 601939"/>
                <a:gd name="csY14" fmla="*/ 261796 h 360685"/>
                <a:gd name="csX15" fmla="*/ 583785 w 601939"/>
                <a:gd name="csY15" fmla="*/ 264184 h 360685"/>
                <a:gd name="csX16" fmla="*/ 583308 w 601939"/>
                <a:gd name="csY16" fmla="*/ 265140 h 360685"/>
                <a:gd name="csX17" fmla="*/ 584263 w 601939"/>
                <a:gd name="csY17" fmla="*/ 266095 h 360685"/>
                <a:gd name="csX18" fmla="*/ 585696 w 601939"/>
                <a:gd name="csY18" fmla="*/ 265618 h 360685"/>
                <a:gd name="csX19" fmla="*/ 587129 w 601939"/>
                <a:gd name="csY19" fmla="*/ 265618 h 360685"/>
                <a:gd name="csX20" fmla="*/ 588085 w 601939"/>
                <a:gd name="csY20" fmla="*/ 265140 h 360685"/>
                <a:gd name="csX21" fmla="*/ 589041 w 601939"/>
                <a:gd name="csY21" fmla="*/ 265618 h 360685"/>
                <a:gd name="csX22" fmla="*/ 588563 w 601939"/>
                <a:gd name="csY22" fmla="*/ 267051 h 360685"/>
                <a:gd name="csX23" fmla="*/ 587607 w 601939"/>
                <a:gd name="csY23" fmla="*/ 268006 h 360685"/>
                <a:gd name="csX24" fmla="*/ 587129 w 601939"/>
                <a:gd name="csY24" fmla="*/ 268484 h 360685"/>
                <a:gd name="csX25" fmla="*/ 586174 w 601939"/>
                <a:gd name="csY25" fmla="*/ 268484 h 360685"/>
                <a:gd name="csX26" fmla="*/ 584741 w 601939"/>
                <a:gd name="csY26" fmla="*/ 269440 h 360685"/>
                <a:gd name="csX27" fmla="*/ 584263 w 601939"/>
                <a:gd name="csY27" fmla="*/ 269917 h 360685"/>
                <a:gd name="csX28" fmla="*/ 584263 w 601939"/>
                <a:gd name="csY28" fmla="*/ 271828 h 360685"/>
                <a:gd name="csX29" fmla="*/ 584741 w 601939"/>
                <a:gd name="csY29" fmla="*/ 271828 h 360685"/>
                <a:gd name="csX30" fmla="*/ 586174 w 601939"/>
                <a:gd name="csY30" fmla="*/ 270395 h 360685"/>
                <a:gd name="csX31" fmla="*/ 587129 w 601939"/>
                <a:gd name="csY31" fmla="*/ 270395 h 360685"/>
                <a:gd name="csX32" fmla="*/ 587129 w 601939"/>
                <a:gd name="csY32" fmla="*/ 270873 h 360685"/>
                <a:gd name="csX33" fmla="*/ 585219 w 601939"/>
                <a:gd name="csY33" fmla="*/ 275650 h 360685"/>
                <a:gd name="csX34" fmla="*/ 584263 w 601939"/>
                <a:gd name="csY34" fmla="*/ 280427 h 360685"/>
                <a:gd name="csX35" fmla="*/ 582830 w 601939"/>
                <a:gd name="csY35" fmla="*/ 283294 h 360685"/>
                <a:gd name="csX36" fmla="*/ 582352 w 601939"/>
                <a:gd name="csY36" fmla="*/ 287116 h 360685"/>
                <a:gd name="csX37" fmla="*/ 581397 w 601939"/>
                <a:gd name="csY37" fmla="*/ 289026 h 360685"/>
                <a:gd name="csX38" fmla="*/ 580441 w 601939"/>
                <a:gd name="csY38" fmla="*/ 290459 h 360685"/>
                <a:gd name="csX39" fmla="*/ 579486 w 601939"/>
                <a:gd name="csY39" fmla="*/ 290459 h 360685"/>
                <a:gd name="csX40" fmla="*/ 578053 w 601939"/>
                <a:gd name="csY40" fmla="*/ 287116 h 360685"/>
                <a:gd name="csX41" fmla="*/ 576619 w 601939"/>
                <a:gd name="csY41" fmla="*/ 286638 h 360685"/>
                <a:gd name="csX42" fmla="*/ 576142 w 601939"/>
                <a:gd name="csY42" fmla="*/ 285682 h 360685"/>
                <a:gd name="csX43" fmla="*/ 577097 w 601939"/>
                <a:gd name="csY43" fmla="*/ 281860 h 360685"/>
                <a:gd name="csX44" fmla="*/ 576619 w 601939"/>
                <a:gd name="csY44" fmla="*/ 279472 h 360685"/>
                <a:gd name="csX45" fmla="*/ 576142 w 601939"/>
                <a:gd name="csY45" fmla="*/ 279950 h 360685"/>
                <a:gd name="csX46" fmla="*/ 574709 w 601939"/>
                <a:gd name="csY46" fmla="*/ 280905 h 360685"/>
                <a:gd name="csX47" fmla="*/ 573275 w 601939"/>
                <a:gd name="csY47" fmla="*/ 281860 h 360685"/>
                <a:gd name="csX48" fmla="*/ 573753 w 601939"/>
                <a:gd name="csY48" fmla="*/ 283294 h 360685"/>
                <a:gd name="csX49" fmla="*/ 571842 w 601939"/>
                <a:gd name="csY49" fmla="*/ 285682 h 360685"/>
                <a:gd name="csX50" fmla="*/ 571364 w 601939"/>
                <a:gd name="csY50" fmla="*/ 286638 h 360685"/>
                <a:gd name="csX51" fmla="*/ 569931 w 601939"/>
                <a:gd name="csY51" fmla="*/ 286638 h 360685"/>
                <a:gd name="csX52" fmla="*/ 568020 w 601939"/>
                <a:gd name="csY52" fmla="*/ 286638 h 360685"/>
                <a:gd name="csX53" fmla="*/ 567065 w 601939"/>
                <a:gd name="csY53" fmla="*/ 287116 h 360685"/>
                <a:gd name="csX54" fmla="*/ 565632 w 601939"/>
                <a:gd name="csY54" fmla="*/ 289982 h 360685"/>
                <a:gd name="csX55" fmla="*/ 562765 w 601939"/>
                <a:gd name="csY55" fmla="*/ 294282 h 360685"/>
                <a:gd name="csX56" fmla="*/ 561332 w 601939"/>
                <a:gd name="csY56" fmla="*/ 296192 h 360685"/>
                <a:gd name="csX57" fmla="*/ 560377 w 601939"/>
                <a:gd name="csY57" fmla="*/ 297148 h 360685"/>
                <a:gd name="csX58" fmla="*/ 559421 w 601939"/>
                <a:gd name="csY58" fmla="*/ 297148 h 360685"/>
                <a:gd name="csX59" fmla="*/ 558944 w 601939"/>
                <a:gd name="csY59" fmla="*/ 296670 h 360685"/>
                <a:gd name="csX60" fmla="*/ 558466 w 601939"/>
                <a:gd name="csY60" fmla="*/ 296670 h 360685"/>
                <a:gd name="csX61" fmla="*/ 556555 w 601939"/>
                <a:gd name="csY61" fmla="*/ 295715 h 360685"/>
                <a:gd name="csX62" fmla="*/ 556077 w 601939"/>
                <a:gd name="csY62" fmla="*/ 295715 h 360685"/>
                <a:gd name="csX63" fmla="*/ 555122 w 601939"/>
                <a:gd name="csY63" fmla="*/ 296192 h 360685"/>
                <a:gd name="csX64" fmla="*/ 555122 w 601939"/>
                <a:gd name="csY64" fmla="*/ 296192 h 360685"/>
                <a:gd name="csX65" fmla="*/ 554166 w 601939"/>
                <a:gd name="csY65" fmla="*/ 297625 h 360685"/>
                <a:gd name="csX66" fmla="*/ 554166 w 601939"/>
                <a:gd name="csY66" fmla="*/ 299059 h 360685"/>
                <a:gd name="csX67" fmla="*/ 550344 w 601939"/>
                <a:gd name="csY67" fmla="*/ 299059 h 360685"/>
                <a:gd name="csX68" fmla="*/ 543178 w 601939"/>
                <a:gd name="csY68" fmla="*/ 299059 h 360685"/>
                <a:gd name="csX69" fmla="*/ 534102 w 601939"/>
                <a:gd name="csY69" fmla="*/ 299059 h 360685"/>
                <a:gd name="csX70" fmla="*/ 525503 w 601939"/>
                <a:gd name="csY70" fmla="*/ 299059 h 360685"/>
                <a:gd name="csX71" fmla="*/ 518337 w 601939"/>
                <a:gd name="csY71" fmla="*/ 299059 h 360685"/>
                <a:gd name="csX72" fmla="*/ 518337 w 601939"/>
                <a:gd name="csY72" fmla="*/ 299059 h 360685"/>
                <a:gd name="csX73" fmla="*/ 518337 w 601939"/>
                <a:gd name="csY73" fmla="*/ 299059 h 360685"/>
                <a:gd name="csX74" fmla="*/ 517859 w 601939"/>
                <a:gd name="csY74" fmla="*/ 302881 h 360685"/>
                <a:gd name="csX75" fmla="*/ 517859 w 601939"/>
                <a:gd name="csY75" fmla="*/ 306225 h 360685"/>
                <a:gd name="csX76" fmla="*/ 517859 w 601939"/>
                <a:gd name="csY76" fmla="*/ 310047 h 360685"/>
                <a:gd name="csX77" fmla="*/ 514037 w 601939"/>
                <a:gd name="csY77" fmla="*/ 309569 h 360685"/>
                <a:gd name="csX78" fmla="*/ 509737 w 601939"/>
                <a:gd name="csY78" fmla="*/ 309569 h 360685"/>
                <a:gd name="csX79" fmla="*/ 510215 w 601939"/>
                <a:gd name="csY79" fmla="*/ 310047 h 360685"/>
                <a:gd name="csX80" fmla="*/ 511648 w 601939"/>
                <a:gd name="csY80" fmla="*/ 311002 h 360685"/>
                <a:gd name="csX81" fmla="*/ 513559 w 601939"/>
                <a:gd name="csY81" fmla="*/ 312435 h 360685"/>
                <a:gd name="csX82" fmla="*/ 515948 w 601939"/>
                <a:gd name="csY82" fmla="*/ 314824 h 360685"/>
                <a:gd name="csX83" fmla="*/ 515948 w 601939"/>
                <a:gd name="csY83" fmla="*/ 315301 h 360685"/>
                <a:gd name="csX84" fmla="*/ 518337 w 601939"/>
                <a:gd name="csY84" fmla="*/ 317212 h 360685"/>
                <a:gd name="csX85" fmla="*/ 521680 w 601939"/>
                <a:gd name="csY85" fmla="*/ 318646 h 360685"/>
                <a:gd name="csX86" fmla="*/ 523591 w 601939"/>
                <a:gd name="csY86" fmla="*/ 320079 h 360685"/>
                <a:gd name="csX87" fmla="*/ 524547 w 601939"/>
                <a:gd name="csY87" fmla="*/ 321512 h 360685"/>
                <a:gd name="csX88" fmla="*/ 525025 w 601939"/>
                <a:gd name="csY88" fmla="*/ 322945 h 360685"/>
                <a:gd name="csX89" fmla="*/ 525025 w 601939"/>
                <a:gd name="csY89" fmla="*/ 323901 h 360685"/>
                <a:gd name="csX90" fmla="*/ 525025 w 601939"/>
                <a:gd name="csY90" fmla="*/ 323901 h 360685"/>
                <a:gd name="csX91" fmla="*/ 526458 w 601939"/>
                <a:gd name="csY91" fmla="*/ 324856 h 360685"/>
                <a:gd name="csX92" fmla="*/ 528369 w 601939"/>
                <a:gd name="csY92" fmla="*/ 325334 h 360685"/>
                <a:gd name="csX93" fmla="*/ 529324 w 601939"/>
                <a:gd name="csY93" fmla="*/ 326289 h 360685"/>
                <a:gd name="csX94" fmla="*/ 529324 w 601939"/>
                <a:gd name="csY94" fmla="*/ 326767 h 360685"/>
                <a:gd name="csX95" fmla="*/ 528846 w 601939"/>
                <a:gd name="csY95" fmla="*/ 328678 h 360685"/>
                <a:gd name="csX96" fmla="*/ 528846 w 601939"/>
                <a:gd name="csY96" fmla="*/ 328678 h 360685"/>
                <a:gd name="csX97" fmla="*/ 528846 w 601939"/>
                <a:gd name="csY97" fmla="*/ 330111 h 360685"/>
                <a:gd name="csX98" fmla="*/ 528846 w 601939"/>
                <a:gd name="csY98" fmla="*/ 330589 h 360685"/>
                <a:gd name="csX99" fmla="*/ 528846 w 601939"/>
                <a:gd name="csY99" fmla="*/ 332022 h 360685"/>
                <a:gd name="csX100" fmla="*/ 527413 w 601939"/>
                <a:gd name="csY100" fmla="*/ 332022 h 360685"/>
                <a:gd name="csX101" fmla="*/ 523591 w 601939"/>
                <a:gd name="csY101" fmla="*/ 332022 h 360685"/>
                <a:gd name="csX102" fmla="*/ 518337 w 601939"/>
                <a:gd name="csY102" fmla="*/ 332022 h 360685"/>
                <a:gd name="csX103" fmla="*/ 513081 w 601939"/>
                <a:gd name="csY103" fmla="*/ 332022 h 360685"/>
                <a:gd name="csX104" fmla="*/ 509260 w 601939"/>
                <a:gd name="csY104" fmla="*/ 332022 h 360685"/>
                <a:gd name="csX105" fmla="*/ 503527 w 601939"/>
                <a:gd name="csY105" fmla="*/ 332022 h 360685"/>
                <a:gd name="csX106" fmla="*/ 501616 w 601939"/>
                <a:gd name="csY106" fmla="*/ 334889 h 360685"/>
                <a:gd name="csX107" fmla="*/ 498750 w 601939"/>
                <a:gd name="csY107" fmla="*/ 339188 h 360685"/>
                <a:gd name="csX108" fmla="*/ 496361 w 601939"/>
                <a:gd name="csY108" fmla="*/ 343010 h 360685"/>
                <a:gd name="csX109" fmla="*/ 494450 w 601939"/>
                <a:gd name="csY109" fmla="*/ 346354 h 360685"/>
                <a:gd name="csX110" fmla="*/ 493972 w 601939"/>
                <a:gd name="csY110" fmla="*/ 346832 h 360685"/>
                <a:gd name="csX111" fmla="*/ 493972 w 601939"/>
                <a:gd name="csY111" fmla="*/ 347787 h 360685"/>
                <a:gd name="csX112" fmla="*/ 496361 w 601939"/>
                <a:gd name="csY112" fmla="*/ 350654 h 360685"/>
                <a:gd name="csX113" fmla="*/ 496361 w 601939"/>
                <a:gd name="csY113" fmla="*/ 351609 h 360685"/>
                <a:gd name="csX114" fmla="*/ 496361 w 601939"/>
                <a:gd name="csY114" fmla="*/ 351609 h 360685"/>
                <a:gd name="csX115" fmla="*/ 495405 w 601939"/>
                <a:gd name="csY115" fmla="*/ 352087 h 360685"/>
                <a:gd name="csX116" fmla="*/ 494928 w 601939"/>
                <a:gd name="csY116" fmla="*/ 353042 h 360685"/>
                <a:gd name="csX117" fmla="*/ 494928 w 601939"/>
                <a:gd name="csY117" fmla="*/ 353998 h 360685"/>
                <a:gd name="csX118" fmla="*/ 494450 w 601939"/>
                <a:gd name="csY118" fmla="*/ 355431 h 360685"/>
                <a:gd name="csX119" fmla="*/ 494450 w 601939"/>
                <a:gd name="csY119" fmla="*/ 356864 h 360685"/>
                <a:gd name="csX120" fmla="*/ 494928 w 601939"/>
                <a:gd name="csY120" fmla="*/ 357819 h 360685"/>
                <a:gd name="csX121" fmla="*/ 494450 w 601939"/>
                <a:gd name="csY121" fmla="*/ 358775 h 360685"/>
                <a:gd name="csX122" fmla="*/ 494450 w 601939"/>
                <a:gd name="csY122" fmla="*/ 359253 h 360685"/>
                <a:gd name="csX123" fmla="*/ 493972 w 601939"/>
                <a:gd name="csY123" fmla="*/ 360208 h 360685"/>
                <a:gd name="csX124" fmla="*/ 493495 w 601939"/>
                <a:gd name="csY124" fmla="*/ 360686 h 360685"/>
                <a:gd name="csX125" fmla="*/ 493017 w 601939"/>
                <a:gd name="csY125" fmla="*/ 360208 h 360685"/>
                <a:gd name="csX126" fmla="*/ 487762 w 601939"/>
                <a:gd name="csY126" fmla="*/ 355431 h 360685"/>
                <a:gd name="csX127" fmla="*/ 482029 w 601939"/>
                <a:gd name="csY127" fmla="*/ 349698 h 360685"/>
                <a:gd name="csX128" fmla="*/ 480118 w 601939"/>
                <a:gd name="csY128" fmla="*/ 347787 h 360685"/>
                <a:gd name="csX129" fmla="*/ 477730 w 601939"/>
                <a:gd name="csY129" fmla="*/ 346354 h 360685"/>
                <a:gd name="csX130" fmla="*/ 474863 w 601939"/>
                <a:gd name="csY130" fmla="*/ 343965 h 360685"/>
                <a:gd name="csX131" fmla="*/ 467697 w 601939"/>
                <a:gd name="csY131" fmla="*/ 338232 h 360685"/>
                <a:gd name="csX132" fmla="*/ 463875 w 601939"/>
                <a:gd name="csY132" fmla="*/ 335366 h 360685"/>
                <a:gd name="csX133" fmla="*/ 460054 w 601939"/>
                <a:gd name="csY133" fmla="*/ 332500 h 360685"/>
                <a:gd name="csX134" fmla="*/ 456709 w 601939"/>
                <a:gd name="csY134" fmla="*/ 330589 h 360685"/>
                <a:gd name="csX135" fmla="*/ 453843 w 601939"/>
                <a:gd name="csY135" fmla="*/ 329633 h 360685"/>
                <a:gd name="csX136" fmla="*/ 452410 w 601939"/>
                <a:gd name="csY136" fmla="*/ 329156 h 360685"/>
                <a:gd name="csX137" fmla="*/ 450977 w 601939"/>
                <a:gd name="csY137" fmla="*/ 328200 h 360685"/>
                <a:gd name="csX138" fmla="*/ 450499 w 601939"/>
                <a:gd name="csY138" fmla="*/ 328200 h 360685"/>
                <a:gd name="csX139" fmla="*/ 450021 w 601939"/>
                <a:gd name="csY139" fmla="*/ 329156 h 360685"/>
                <a:gd name="csX140" fmla="*/ 450977 w 601939"/>
                <a:gd name="csY140" fmla="*/ 329633 h 360685"/>
                <a:gd name="csX141" fmla="*/ 452410 w 601939"/>
                <a:gd name="csY141" fmla="*/ 330111 h 360685"/>
                <a:gd name="csX142" fmla="*/ 453365 w 601939"/>
                <a:gd name="csY142" fmla="*/ 330111 h 360685"/>
                <a:gd name="csX143" fmla="*/ 454798 w 601939"/>
                <a:gd name="csY143" fmla="*/ 330589 h 360685"/>
                <a:gd name="csX144" fmla="*/ 457665 w 601939"/>
                <a:gd name="csY144" fmla="*/ 332500 h 360685"/>
                <a:gd name="csX145" fmla="*/ 458620 w 601939"/>
                <a:gd name="csY145" fmla="*/ 332977 h 360685"/>
                <a:gd name="csX146" fmla="*/ 449066 w 601939"/>
                <a:gd name="csY146" fmla="*/ 330111 h 360685"/>
                <a:gd name="csX147" fmla="*/ 445244 w 601939"/>
                <a:gd name="csY147" fmla="*/ 329633 h 360685"/>
                <a:gd name="csX148" fmla="*/ 444766 w 601939"/>
                <a:gd name="csY148" fmla="*/ 329156 h 360685"/>
                <a:gd name="csX149" fmla="*/ 446677 w 601939"/>
                <a:gd name="csY149" fmla="*/ 327723 h 360685"/>
                <a:gd name="csX150" fmla="*/ 446199 w 601939"/>
                <a:gd name="csY150" fmla="*/ 326767 h 360685"/>
                <a:gd name="csX151" fmla="*/ 445722 w 601939"/>
                <a:gd name="csY151" fmla="*/ 326767 h 360685"/>
                <a:gd name="csX152" fmla="*/ 443333 w 601939"/>
                <a:gd name="csY152" fmla="*/ 328200 h 360685"/>
                <a:gd name="csX153" fmla="*/ 442855 w 601939"/>
                <a:gd name="csY153" fmla="*/ 328200 h 360685"/>
                <a:gd name="csX154" fmla="*/ 442377 w 601939"/>
                <a:gd name="csY154" fmla="*/ 327245 h 360685"/>
                <a:gd name="csX155" fmla="*/ 442855 w 601939"/>
                <a:gd name="csY155" fmla="*/ 326767 h 360685"/>
                <a:gd name="csX156" fmla="*/ 441422 w 601939"/>
                <a:gd name="csY156" fmla="*/ 325812 h 360685"/>
                <a:gd name="csX157" fmla="*/ 440466 w 601939"/>
                <a:gd name="csY157" fmla="*/ 325812 h 360685"/>
                <a:gd name="csX158" fmla="*/ 439989 w 601939"/>
                <a:gd name="csY158" fmla="*/ 326289 h 360685"/>
                <a:gd name="csX159" fmla="*/ 438078 w 601939"/>
                <a:gd name="csY159" fmla="*/ 327723 h 360685"/>
                <a:gd name="csX160" fmla="*/ 438078 w 601939"/>
                <a:gd name="csY160" fmla="*/ 328200 h 360685"/>
                <a:gd name="csX161" fmla="*/ 441422 w 601939"/>
                <a:gd name="csY161" fmla="*/ 328678 h 360685"/>
                <a:gd name="csX162" fmla="*/ 442855 w 601939"/>
                <a:gd name="csY162" fmla="*/ 329156 h 360685"/>
                <a:gd name="csX163" fmla="*/ 442377 w 601939"/>
                <a:gd name="csY163" fmla="*/ 329633 h 360685"/>
                <a:gd name="csX164" fmla="*/ 439511 w 601939"/>
                <a:gd name="csY164" fmla="*/ 329633 h 360685"/>
                <a:gd name="csX165" fmla="*/ 435689 w 601939"/>
                <a:gd name="csY165" fmla="*/ 330111 h 360685"/>
                <a:gd name="csX166" fmla="*/ 429479 w 601939"/>
                <a:gd name="csY166" fmla="*/ 333933 h 360685"/>
                <a:gd name="csX167" fmla="*/ 423268 w 601939"/>
                <a:gd name="csY167" fmla="*/ 335366 h 360685"/>
                <a:gd name="csX168" fmla="*/ 414669 w 601939"/>
                <a:gd name="csY168" fmla="*/ 339188 h 360685"/>
                <a:gd name="csX169" fmla="*/ 410847 w 601939"/>
                <a:gd name="csY169" fmla="*/ 339188 h 360685"/>
                <a:gd name="csX170" fmla="*/ 408459 w 601939"/>
                <a:gd name="csY170" fmla="*/ 340143 h 360685"/>
                <a:gd name="csX171" fmla="*/ 402726 w 601939"/>
                <a:gd name="csY171" fmla="*/ 338710 h 360685"/>
                <a:gd name="csX172" fmla="*/ 395082 w 601939"/>
                <a:gd name="csY172" fmla="*/ 335366 h 360685"/>
                <a:gd name="csX173" fmla="*/ 384094 w 601939"/>
                <a:gd name="csY173" fmla="*/ 333933 h 360685"/>
                <a:gd name="csX174" fmla="*/ 376451 w 601939"/>
                <a:gd name="csY174" fmla="*/ 329633 h 360685"/>
                <a:gd name="csX175" fmla="*/ 368807 w 601939"/>
                <a:gd name="csY175" fmla="*/ 327723 h 360685"/>
                <a:gd name="csX176" fmla="*/ 364030 w 601939"/>
                <a:gd name="csY176" fmla="*/ 323423 h 360685"/>
                <a:gd name="csX177" fmla="*/ 361163 w 601939"/>
                <a:gd name="csY177" fmla="*/ 323423 h 360685"/>
                <a:gd name="csX178" fmla="*/ 359253 w 601939"/>
                <a:gd name="csY178" fmla="*/ 322467 h 360685"/>
                <a:gd name="csX179" fmla="*/ 352564 w 601939"/>
                <a:gd name="csY179" fmla="*/ 321034 h 360685"/>
                <a:gd name="csX180" fmla="*/ 345398 w 601939"/>
                <a:gd name="csY180" fmla="*/ 320079 h 360685"/>
                <a:gd name="csX181" fmla="*/ 339188 w 601939"/>
                <a:gd name="csY181" fmla="*/ 316257 h 360685"/>
                <a:gd name="csX182" fmla="*/ 334411 w 601939"/>
                <a:gd name="csY182" fmla="*/ 314824 h 360685"/>
                <a:gd name="csX183" fmla="*/ 331067 w 601939"/>
                <a:gd name="csY183" fmla="*/ 313391 h 360685"/>
                <a:gd name="csX184" fmla="*/ 322467 w 601939"/>
                <a:gd name="csY184" fmla="*/ 311002 h 360685"/>
                <a:gd name="csX185" fmla="*/ 319601 w 601939"/>
                <a:gd name="csY185" fmla="*/ 309569 h 360685"/>
                <a:gd name="csX186" fmla="*/ 316735 w 601939"/>
                <a:gd name="csY186" fmla="*/ 307180 h 360685"/>
                <a:gd name="csX187" fmla="*/ 311957 w 601939"/>
                <a:gd name="csY187" fmla="*/ 304791 h 360685"/>
                <a:gd name="csX188" fmla="*/ 310046 w 601939"/>
                <a:gd name="csY188" fmla="*/ 302881 h 360685"/>
                <a:gd name="csX189" fmla="*/ 307658 w 601939"/>
                <a:gd name="csY189" fmla="*/ 302403 h 360685"/>
                <a:gd name="csX190" fmla="*/ 304314 w 601939"/>
                <a:gd name="csY190" fmla="*/ 298581 h 360685"/>
                <a:gd name="csX191" fmla="*/ 302880 w 601939"/>
                <a:gd name="csY191" fmla="*/ 297148 h 360685"/>
                <a:gd name="csX192" fmla="*/ 301447 w 601939"/>
                <a:gd name="csY192" fmla="*/ 296670 h 360685"/>
                <a:gd name="csX193" fmla="*/ 300014 w 601939"/>
                <a:gd name="csY193" fmla="*/ 296192 h 360685"/>
                <a:gd name="csX194" fmla="*/ 295715 w 601939"/>
                <a:gd name="csY194" fmla="*/ 296670 h 360685"/>
                <a:gd name="csX195" fmla="*/ 289026 w 601939"/>
                <a:gd name="csY195" fmla="*/ 294759 h 360685"/>
                <a:gd name="csX196" fmla="*/ 285682 w 601939"/>
                <a:gd name="csY196" fmla="*/ 294282 h 360685"/>
                <a:gd name="csX197" fmla="*/ 279472 w 601939"/>
                <a:gd name="csY197" fmla="*/ 291893 h 360685"/>
                <a:gd name="csX198" fmla="*/ 271350 w 601939"/>
                <a:gd name="csY198" fmla="*/ 289504 h 360685"/>
                <a:gd name="csX199" fmla="*/ 268484 w 601939"/>
                <a:gd name="csY199" fmla="*/ 286638 h 360685"/>
                <a:gd name="csX200" fmla="*/ 266095 w 601939"/>
                <a:gd name="csY200" fmla="*/ 283771 h 360685"/>
                <a:gd name="csX201" fmla="*/ 261796 w 601939"/>
                <a:gd name="csY201" fmla="*/ 279950 h 360685"/>
                <a:gd name="csX202" fmla="*/ 259407 w 601939"/>
                <a:gd name="csY202" fmla="*/ 278516 h 360685"/>
                <a:gd name="csX203" fmla="*/ 254630 w 601939"/>
                <a:gd name="csY203" fmla="*/ 276605 h 360685"/>
                <a:gd name="csX204" fmla="*/ 252241 w 601939"/>
                <a:gd name="csY204" fmla="*/ 274694 h 360685"/>
                <a:gd name="csX205" fmla="*/ 247942 w 601939"/>
                <a:gd name="csY205" fmla="*/ 273739 h 360685"/>
                <a:gd name="csX206" fmla="*/ 241253 w 601939"/>
                <a:gd name="csY206" fmla="*/ 270873 h 360685"/>
                <a:gd name="csX207" fmla="*/ 239342 w 601939"/>
                <a:gd name="csY207" fmla="*/ 268006 h 360685"/>
                <a:gd name="csX208" fmla="*/ 238387 w 601939"/>
                <a:gd name="csY208" fmla="*/ 265618 h 360685"/>
                <a:gd name="csX209" fmla="*/ 234565 w 601939"/>
                <a:gd name="csY209" fmla="*/ 263229 h 360685"/>
                <a:gd name="csX210" fmla="*/ 230743 w 601939"/>
                <a:gd name="csY210" fmla="*/ 257974 h 360685"/>
                <a:gd name="csX211" fmla="*/ 229788 w 601939"/>
                <a:gd name="csY211" fmla="*/ 256063 h 360685"/>
                <a:gd name="csX212" fmla="*/ 228832 w 601939"/>
                <a:gd name="csY212" fmla="*/ 253197 h 360685"/>
                <a:gd name="csX213" fmla="*/ 227877 w 601939"/>
                <a:gd name="csY213" fmla="*/ 251286 h 360685"/>
                <a:gd name="csX214" fmla="*/ 226921 w 601939"/>
                <a:gd name="csY214" fmla="*/ 249852 h 360685"/>
                <a:gd name="csX215" fmla="*/ 227399 w 601939"/>
                <a:gd name="csY215" fmla="*/ 248897 h 360685"/>
                <a:gd name="csX216" fmla="*/ 229788 w 601939"/>
                <a:gd name="csY216" fmla="*/ 247942 h 360685"/>
                <a:gd name="csX217" fmla="*/ 232654 w 601939"/>
                <a:gd name="csY217" fmla="*/ 247464 h 360685"/>
                <a:gd name="csX218" fmla="*/ 235043 w 601939"/>
                <a:gd name="csY218" fmla="*/ 246031 h 360685"/>
                <a:gd name="csX219" fmla="*/ 235521 w 601939"/>
                <a:gd name="csY219" fmla="*/ 245075 h 360685"/>
                <a:gd name="csX220" fmla="*/ 235521 w 601939"/>
                <a:gd name="csY220" fmla="*/ 244598 h 360685"/>
                <a:gd name="csX221" fmla="*/ 233610 w 601939"/>
                <a:gd name="csY221" fmla="*/ 242687 h 360685"/>
                <a:gd name="csX222" fmla="*/ 232177 w 601939"/>
                <a:gd name="csY222" fmla="*/ 242687 h 360685"/>
                <a:gd name="csX223" fmla="*/ 230743 w 601939"/>
                <a:gd name="csY223" fmla="*/ 242209 h 360685"/>
                <a:gd name="csX224" fmla="*/ 230266 w 601939"/>
                <a:gd name="csY224" fmla="*/ 241731 h 360685"/>
                <a:gd name="csX225" fmla="*/ 231221 w 601939"/>
                <a:gd name="csY225" fmla="*/ 241253 h 360685"/>
                <a:gd name="csX226" fmla="*/ 232654 w 601939"/>
                <a:gd name="csY226" fmla="*/ 239343 h 360685"/>
                <a:gd name="csX227" fmla="*/ 234087 w 601939"/>
                <a:gd name="csY227" fmla="*/ 237432 h 360685"/>
                <a:gd name="csX228" fmla="*/ 235521 w 601939"/>
                <a:gd name="csY228" fmla="*/ 235998 h 360685"/>
                <a:gd name="csX229" fmla="*/ 235998 w 601939"/>
                <a:gd name="csY229" fmla="*/ 233132 h 360685"/>
                <a:gd name="csX230" fmla="*/ 235521 w 601939"/>
                <a:gd name="csY230" fmla="*/ 230743 h 360685"/>
                <a:gd name="csX231" fmla="*/ 235998 w 601939"/>
                <a:gd name="csY231" fmla="*/ 228355 h 360685"/>
                <a:gd name="csX232" fmla="*/ 231699 w 601939"/>
                <a:gd name="csY232" fmla="*/ 225966 h 360685"/>
                <a:gd name="csX233" fmla="*/ 231221 w 601939"/>
                <a:gd name="csY233" fmla="*/ 225011 h 360685"/>
                <a:gd name="csX234" fmla="*/ 229788 w 601939"/>
                <a:gd name="csY234" fmla="*/ 222144 h 360685"/>
                <a:gd name="csX235" fmla="*/ 227399 w 601939"/>
                <a:gd name="csY235" fmla="*/ 218800 h 360685"/>
                <a:gd name="csX236" fmla="*/ 227399 w 601939"/>
                <a:gd name="csY236" fmla="*/ 212112 h 360685"/>
                <a:gd name="csX237" fmla="*/ 224533 w 601939"/>
                <a:gd name="csY237" fmla="*/ 206379 h 360685"/>
                <a:gd name="csX238" fmla="*/ 221666 w 601939"/>
                <a:gd name="csY238" fmla="*/ 203513 h 360685"/>
                <a:gd name="csX239" fmla="*/ 220233 w 601939"/>
                <a:gd name="csY239" fmla="*/ 202557 h 360685"/>
                <a:gd name="csX240" fmla="*/ 215934 w 601939"/>
                <a:gd name="csY240" fmla="*/ 197780 h 360685"/>
                <a:gd name="csX241" fmla="*/ 212590 w 601939"/>
                <a:gd name="csY241" fmla="*/ 195391 h 360685"/>
                <a:gd name="csX242" fmla="*/ 209246 w 601939"/>
                <a:gd name="csY242" fmla="*/ 190136 h 360685"/>
                <a:gd name="csX243" fmla="*/ 205901 w 601939"/>
                <a:gd name="csY243" fmla="*/ 186792 h 360685"/>
                <a:gd name="csX244" fmla="*/ 202080 w 601939"/>
                <a:gd name="csY244" fmla="*/ 181537 h 360685"/>
                <a:gd name="csX245" fmla="*/ 198735 w 601939"/>
                <a:gd name="csY245" fmla="*/ 179149 h 360685"/>
                <a:gd name="csX246" fmla="*/ 185359 w 601939"/>
                <a:gd name="csY246" fmla="*/ 170072 h 360685"/>
                <a:gd name="csX247" fmla="*/ 186314 w 601939"/>
                <a:gd name="csY247" fmla="*/ 170072 h 360685"/>
                <a:gd name="csX248" fmla="*/ 190136 w 601939"/>
                <a:gd name="csY248" fmla="*/ 171983 h 360685"/>
                <a:gd name="csX249" fmla="*/ 190614 w 601939"/>
                <a:gd name="csY249" fmla="*/ 171983 h 360685"/>
                <a:gd name="csX250" fmla="*/ 191092 w 601939"/>
                <a:gd name="csY250" fmla="*/ 171027 h 360685"/>
                <a:gd name="csX251" fmla="*/ 190614 w 601939"/>
                <a:gd name="csY251" fmla="*/ 169594 h 360685"/>
                <a:gd name="csX252" fmla="*/ 189659 w 601939"/>
                <a:gd name="csY252" fmla="*/ 169116 h 360685"/>
                <a:gd name="csX253" fmla="*/ 188703 w 601939"/>
                <a:gd name="csY253" fmla="*/ 169594 h 360685"/>
                <a:gd name="csX254" fmla="*/ 187270 w 601939"/>
                <a:gd name="csY254" fmla="*/ 169116 h 360685"/>
                <a:gd name="csX255" fmla="*/ 186314 w 601939"/>
                <a:gd name="csY255" fmla="*/ 169116 h 360685"/>
                <a:gd name="csX256" fmla="*/ 184404 w 601939"/>
                <a:gd name="csY256" fmla="*/ 168638 h 360685"/>
                <a:gd name="csX257" fmla="*/ 181537 w 601939"/>
                <a:gd name="csY257" fmla="*/ 167205 h 360685"/>
                <a:gd name="csX258" fmla="*/ 180582 w 601939"/>
                <a:gd name="csY258" fmla="*/ 165772 h 360685"/>
                <a:gd name="csX259" fmla="*/ 180582 w 601939"/>
                <a:gd name="csY259" fmla="*/ 163861 h 360685"/>
                <a:gd name="csX260" fmla="*/ 176760 w 601939"/>
                <a:gd name="csY260" fmla="*/ 160039 h 360685"/>
                <a:gd name="csX261" fmla="*/ 175327 w 601939"/>
                <a:gd name="csY261" fmla="*/ 157651 h 360685"/>
                <a:gd name="csX262" fmla="*/ 175805 w 601939"/>
                <a:gd name="csY262" fmla="*/ 158129 h 360685"/>
                <a:gd name="csX263" fmla="*/ 176760 w 601939"/>
                <a:gd name="csY263" fmla="*/ 158606 h 360685"/>
                <a:gd name="csX264" fmla="*/ 178193 w 601939"/>
                <a:gd name="csY264" fmla="*/ 159084 h 360685"/>
                <a:gd name="csX265" fmla="*/ 179149 w 601939"/>
                <a:gd name="csY265" fmla="*/ 159084 h 360685"/>
                <a:gd name="csX266" fmla="*/ 180104 w 601939"/>
                <a:gd name="csY266" fmla="*/ 158606 h 360685"/>
                <a:gd name="csX267" fmla="*/ 179626 w 601939"/>
                <a:gd name="csY267" fmla="*/ 158129 h 360685"/>
                <a:gd name="csX268" fmla="*/ 179149 w 601939"/>
                <a:gd name="csY268" fmla="*/ 157651 h 360685"/>
                <a:gd name="csX269" fmla="*/ 173416 w 601939"/>
                <a:gd name="csY269" fmla="*/ 155740 h 360685"/>
                <a:gd name="csX270" fmla="*/ 171505 w 601939"/>
                <a:gd name="csY270" fmla="*/ 154307 h 360685"/>
                <a:gd name="csX271" fmla="*/ 167205 w 601939"/>
                <a:gd name="csY271" fmla="*/ 151918 h 360685"/>
                <a:gd name="csX272" fmla="*/ 165772 w 601939"/>
                <a:gd name="csY272" fmla="*/ 150963 h 360685"/>
                <a:gd name="csX273" fmla="*/ 165294 w 601939"/>
                <a:gd name="csY273" fmla="*/ 148574 h 360685"/>
                <a:gd name="csX274" fmla="*/ 163861 w 601939"/>
                <a:gd name="csY274" fmla="*/ 148574 h 360685"/>
                <a:gd name="csX275" fmla="*/ 162906 w 601939"/>
                <a:gd name="csY275" fmla="*/ 149052 h 360685"/>
                <a:gd name="csX276" fmla="*/ 160517 w 601939"/>
                <a:gd name="csY276" fmla="*/ 150007 h 360685"/>
                <a:gd name="csX277" fmla="*/ 159562 w 601939"/>
                <a:gd name="csY277" fmla="*/ 149052 h 360685"/>
                <a:gd name="csX278" fmla="*/ 159562 w 601939"/>
                <a:gd name="csY278" fmla="*/ 148574 h 360685"/>
                <a:gd name="csX279" fmla="*/ 161473 w 601939"/>
                <a:gd name="csY279" fmla="*/ 147619 h 360685"/>
                <a:gd name="csX280" fmla="*/ 163384 w 601939"/>
                <a:gd name="csY280" fmla="*/ 145707 h 360685"/>
                <a:gd name="csX281" fmla="*/ 163384 w 601939"/>
                <a:gd name="csY281" fmla="*/ 144752 h 360685"/>
                <a:gd name="csX282" fmla="*/ 162428 w 601939"/>
                <a:gd name="csY282" fmla="*/ 145707 h 360685"/>
                <a:gd name="csX283" fmla="*/ 160995 w 601939"/>
                <a:gd name="csY283" fmla="*/ 146663 h 360685"/>
                <a:gd name="csX284" fmla="*/ 159084 w 601939"/>
                <a:gd name="csY284" fmla="*/ 147141 h 360685"/>
                <a:gd name="csX285" fmla="*/ 157173 w 601939"/>
                <a:gd name="csY285" fmla="*/ 147619 h 360685"/>
                <a:gd name="csX286" fmla="*/ 155740 w 601939"/>
                <a:gd name="csY286" fmla="*/ 147141 h 360685"/>
                <a:gd name="csX287" fmla="*/ 154784 w 601939"/>
                <a:gd name="csY287" fmla="*/ 146663 h 360685"/>
                <a:gd name="csX288" fmla="*/ 153351 w 601939"/>
                <a:gd name="csY288" fmla="*/ 144752 h 360685"/>
                <a:gd name="csX289" fmla="*/ 152396 w 601939"/>
                <a:gd name="csY289" fmla="*/ 138542 h 360685"/>
                <a:gd name="csX290" fmla="*/ 153829 w 601939"/>
                <a:gd name="csY290" fmla="*/ 136631 h 360685"/>
                <a:gd name="csX291" fmla="*/ 155740 w 601939"/>
                <a:gd name="csY291" fmla="*/ 134242 h 360685"/>
                <a:gd name="csX292" fmla="*/ 157173 w 601939"/>
                <a:gd name="csY292" fmla="*/ 133287 h 360685"/>
                <a:gd name="csX293" fmla="*/ 157651 w 601939"/>
                <a:gd name="csY293" fmla="*/ 134242 h 360685"/>
                <a:gd name="csX294" fmla="*/ 158606 w 601939"/>
                <a:gd name="csY294" fmla="*/ 134242 h 360685"/>
                <a:gd name="csX295" fmla="*/ 158128 w 601939"/>
                <a:gd name="csY295" fmla="*/ 133287 h 360685"/>
                <a:gd name="csX296" fmla="*/ 156695 w 601939"/>
                <a:gd name="csY296" fmla="*/ 132331 h 360685"/>
                <a:gd name="csX297" fmla="*/ 156218 w 601939"/>
                <a:gd name="csY297" fmla="*/ 131376 h 360685"/>
                <a:gd name="csX298" fmla="*/ 156218 w 601939"/>
                <a:gd name="csY298" fmla="*/ 130420 h 360685"/>
                <a:gd name="csX299" fmla="*/ 155262 w 601939"/>
                <a:gd name="csY299" fmla="*/ 128509 h 360685"/>
                <a:gd name="csX300" fmla="*/ 151440 w 601939"/>
                <a:gd name="csY300" fmla="*/ 125165 h 360685"/>
                <a:gd name="csX301" fmla="*/ 147618 w 601939"/>
                <a:gd name="csY301" fmla="*/ 125165 h 360685"/>
                <a:gd name="csX302" fmla="*/ 146185 w 601939"/>
                <a:gd name="csY302" fmla="*/ 125165 h 360685"/>
                <a:gd name="csX303" fmla="*/ 144752 w 601939"/>
                <a:gd name="csY303" fmla="*/ 123732 h 360685"/>
                <a:gd name="csX304" fmla="*/ 143319 w 601939"/>
                <a:gd name="csY304" fmla="*/ 121343 h 360685"/>
                <a:gd name="csX305" fmla="*/ 142841 w 601939"/>
                <a:gd name="csY305" fmla="*/ 119432 h 360685"/>
                <a:gd name="csX306" fmla="*/ 142841 w 601939"/>
                <a:gd name="csY306" fmla="*/ 118477 h 360685"/>
                <a:gd name="csX307" fmla="*/ 142363 w 601939"/>
                <a:gd name="csY307" fmla="*/ 117522 h 360685"/>
                <a:gd name="csX308" fmla="*/ 135675 w 601939"/>
                <a:gd name="csY308" fmla="*/ 116088 h 360685"/>
                <a:gd name="csX309" fmla="*/ 133764 w 601939"/>
                <a:gd name="csY309" fmla="*/ 114177 h 360685"/>
                <a:gd name="csX310" fmla="*/ 131853 w 601939"/>
                <a:gd name="csY310" fmla="*/ 112744 h 360685"/>
                <a:gd name="csX311" fmla="*/ 130898 w 601939"/>
                <a:gd name="csY311" fmla="*/ 111311 h 360685"/>
                <a:gd name="csX312" fmla="*/ 129942 w 601939"/>
                <a:gd name="csY312" fmla="*/ 109878 h 360685"/>
                <a:gd name="csX313" fmla="*/ 129465 w 601939"/>
                <a:gd name="csY313" fmla="*/ 107967 h 360685"/>
                <a:gd name="csX314" fmla="*/ 128987 w 601939"/>
                <a:gd name="csY314" fmla="*/ 106056 h 360685"/>
                <a:gd name="csX315" fmla="*/ 129465 w 601939"/>
                <a:gd name="csY315" fmla="*/ 103190 h 360685"/>
                <a:gd name="csX316" fmla="*/ 130420 w 601939"/>
                <a:gd name="csY316" fmla="*/ 101756 h 360685"/>
                <a:gd name="csX317" fmla="*/ 126121 w 601939"/>
                <a:gd name="csY317" fmla="*/ 100323 h 360685"/>
                <a:gd name="csX318" fmla="*/ 124210 w 601939"/>
                <a:gd name="csY318" fmla="*/ 100323 h 360685"/>
                <a:gd name="csX319" fmla="*/ 122777 w 601939"/>
                <a:gd name="csY319" fmla="*/ 101279 h 360685"/>
                <a:gd name="csX320" fmla="*/ 121821 w 601939"/>
                <a:gd name="csY320" fmla="*/ 100323 h 360685"/>
                <a:gd name="csX321" fmla="*/ 118955 w 601939"/>
                <a:gd name="csY321" fmla="*/ 99368 h 360685"/>
                <a:gd name="csX322" fmla="*/ 115611 w 601939"/>
                <a:gd name="csY322" fmla="*/ 96501 h 360685"/>
                <a:gd name="csX323" fmla="*/ 111789 w 601939"/>
                <a:gd name="csY323" fmla="*/ 90769 h 360685"/>
                <a:gd name="csX324" fmla="*/ 107967 w 601939"/>
                <a:gd name="csY324" fmla="*/ 89335 h 360685"/>
                <a:gd name="csX325" fmla="*/ 106534 w 601939"/>
                <a:gd name="csY325" fmla="*/ 86947 h 360685"/>
                <a:gd name="csX326" fmla="*/ 104623 w 601939"/>
                <a:gd name="csY326" fmla="*/ 85514 h 360685"/>
                <a:gd name="csX327" fmla="*/ 103190 w 601939"/>
                <a:gd name="csY327" fmla="*/ 83125 h 360685"/>
                <a:gd name="csX328" fmla="*/ 103190 w 601939"/>
                <a:gd name="csY328" fmla="*/ 82170 h 360685"/>
                <a:gd name="csX329" fmla="*/ 102712 w 601939"/>
                <a:gd name="csY329" fmla="*/ 81692 h 360685"/>
                <a:gd name="csX330" fmla="*/ 100801 w 601939"/>
                <a:gd name="csY330" fmla="*/ 80258 h 360685"/>
                <a:gd name="csX331" fmla="*/ 98412 w 601939"/>
                <a:gd name="csY331" fmla="*/ 77870 h 360685"/>
                <a:gd name="csX332" fmla="*/ 97457 w 601939"/>
                <a:gd name="csY332" fmla="*/ 75959 h 360685"/>
                <a:gd name="csX333" fmla="*/ 96979 w 601939"/>
                <a:gd name="csY333" fmla="*/ 72615 h 360685"/>
                <a:gd name="csX334" fmla="*/ 95546 w 601939"/>
                <a:gd name="csY334" fmla="*/ 71659 h 360685"/>
                <a:gd name="csX335" fmla="*/ 94113 w 601939"/>
                <a:gd name="csY335" fmla="*/ 71182 h 360685"/>
                <a:gd name="csX336" fmla="*/ 93635 w 601939"/>
                <a:gd name="csY336" fmla="*/ 69271 h 360685"/>
                <a:gd name="csX337" fmla="*/ 93635 w 601939"/>
                <a:gd name="csY337" fmla="*/ 68793 h 360685"/>
                <a:gd name="csX338" fmla="*/ 93157 w 601939"/>
                <a:gd name="csY338" fmla="*/ 66882 h 360685"/>
                <a:gd name="csX339" fmla="*/ 90291 w 601939"/>
                <a:gd name="csY339" fmla="*/ 63060 h 360685"/>
                <a:gd name="csX340" fmla="*/ 88380 w 601939"/>
                <a:gd name="csY340" fmla="*/ 60194 h 360685"/>
                <a:gd name="csX341" fmla="*/ 87902 w 601939"/>
                <a:gd name="csY341" fmla="*/ 59239 h 360685"/>
                <a:gd name="csX342" fmla="*/ 86947 w 601939"/>
                <a:gd name="csY342" fmla="*/ 57805 h 360685"/>
                <a:gd name="csX343" fmla="*/ 86469 w 601939"/>
                <a:gd name="csY343" fmla="*/ 54939 h 360685"/>
                <a:gd name="csX344" fmla="*/ 85036 w 601939"/>
                <a:gd name="csY344" fmla="*/ 51117 h 360685"/>
                <a:gd name="csX345" fmla="*/ 82647 w 601939"/>
                <a:gd name="csY345" fmla="*/ 46817 h 360685"/>
                <a:gd name="csX346" fmla="*/ 80736 w 601939"/>
                <a:gd name="csY346" fmla="*/ 43951 h 360685"/>
                <a:gd name="csX347" fmla="*/ 79303 w 601939"/>
                <a:gd name="csY347" fmla="*/ 40607 h 360685"/>
                <a:gd name="csX348" fmla="*/ 79781 w 601939"/>
                <a:gd name="csY348" fmla="*/ 37741 h 360685"/>
                <a:gd name="csX349" fmla="*/ 79781 w 601939"/>
                <a:gd name="csY349" fmla="*/ 35830 h 360685"/>
                <a:gd name="csX350" fmla="*/ 79303 w 601939"/>
                <a:gd name="csY350" fmla="*/ 35352 h 360685"/>
                <a:gd name="csX351" fmla="*/ 79303 w 601939"/>
                <a:gd name="csY351" fmla="*/ 34874 h 360685"/>
                <a:gd name="csX352" fmla="*/ 80259 w 601939"/>
                <a:gd name="csY352" fmla="*/ 34874 h 360685"/>
                <a:gd name="csX353" fmla="*/ 80736 w 601939"/>
                <a:gd name="csY353" fmla="*/ 34397 h 360685"/>
                <a:gd name="csX354" fmla="*/ 80736 w 601939"/>
                <a:gd name="csY354" fmla="*/ 32486 h 360685"/>
                <a:gd name="csX355" fmla="*/ 80259 w 601939"/>
                <a:gd name="csY355" fmla="*/ 32008 h 360685"/>
                <a:gd name="csX356" fmla="*/ 77870 w 601939"/>
                <a:gd name="csY356" fmla="*/ 31530 h 360685"/>
                <a:gd name="csX357" fmla="*/ 76914 w 601939"/>
                <a:gd name="csY357" fmla="*/ 31052 h 360685"/>
                <a:gd name="csX358" fmla="*/ 72137 w 601939"/>
                <a:gd name="csY358" fmla="*/ 30097 h 360685"/>
                <a:gd name="csX359" fmla="*/ 69271 w 601939"/>
                <a:gd name="csY359" fmla="*/ 29142 h 360685"/>
                <a:gd name="csX360" fmla="*/ 69271 w 601939"/>
                <a:gd name="csY360" fmla="*/ 26275 h 360685"/>
                <a:gd name="csX361" fmla="*/ 67838 w 601939"/>
                <a:gd name="csY361" fmla="*/ 25320 h 360685"/>
                <a:gd name="csX362" fmla="*/ 66404 w 601939"/>
                <a:gd name="csY362" fmla="*/ 24364 h 360685"/>
                <a:gd name="csX363" fmla="*/ 63060 w 601939"/>
                <a:gd name="csY363" fmla="*/ 22931 h 360685"/>
                <a:gd name="csX364" fmla="*/ 62105 w 601939"/>
                <a:gd name="csY364" fmla="*/ 23886 h 360685"/>
                <a:gd name="csX365" fmla="*/ 61627 w 601939"/>
                <a:gd name="csY365" fmla="*/ 25320 h 360685"/>
                <a:gd name="csX366" fmla="*/ 60194 w 601939"/>
                <a:gd name="csY366" fmla="*/ 25798 h 360685"/>
                <a:gd name="csX367" fmla="*/ 58761 w 601939"/>
                <a:gd name="csY367" fmla="*/ 25798 h 360685"/>
                <a:gd name="csX368" fmla="*/ 56850 w 601939"/>
                <a:gd name="csY368" fmla="*/ 24842 h 360685"/>
                <a:gd name="csX369" fmla="*/ 51117 w 601939"/>
                <a:gd name="csY369" fmla="*/ 21020 h 360685"/>
                <a:gd name="csX370" fmla="*/ 49684 w 601939"/>
                <a:gd name="csY370" fmla="*/ 20065 h 360685"/>
                <a:gd name="csX371" fmla="*/ 48251 w 601939"/>
                <a:gd name="csY371" fmla="*/ 20065 h 360685"/>
                <a:gd name="csX372" fmla="*/ 47295 w 601939"/>
                <a:gd name="csY372" fmla="*/ 19109 h 360685"/>
                <a:gd name="csX373" fmla="*/ 43473 w 601939"/>
                <a:gd name="csY373" fmla="*/ 17198 h 360685"/>
                <a:gd name="csX374" fmla="*/ 43951 w 601939"/>
                <a:gd name="csY374" fmla="*/ 18154 h 360685"/>
                <a:gd name="csX375" fmla="*/ 45384 w 601939"/>
                <a:gd name="csY375" fmla="*/ 19587 h 360685"/>
                <a:gd name="csX376" fmla="*/ 46340 w 601939"/>
                <a:gd name="csY376" fmla="*/ 22453 h 360685"/>
                <a:gd name="csX377" fmla="*/ 44907 w 601939"/>
                <a:gd name="csY377" fmla="*/ 24842 h 360685"/>
                <a:gd name="csX378" fmla="*/ 44429 w 601939"/>
                <a:gd name="csY378" fmla="*/ 32963 h 360685"/>
                <a:gd name="csX379" fmla="*/ 44907 w 601939"/>
                <a:gd name="csY379" fmla="*/ 34874 h 360685"/>
                <a:gd name="csX380" fmla="*/ 46818 w 601939"/>
                <a:gd name="csY380" fmla="*/ 37263 h 360685"/>
                <a:gd name="csX381" fmla="*/ 47773 w 601939"/>
                <a:gd name="csY381" fmla="*/ 41563 h 360685"/>
                <a:gd name="csX382" fmla="*/ 48251 w 601939"/>
                <a:gd name="csY382" fmla="*/ 44429 h 360685"/>
                <a:gd name="csX383" fmla="*/ 49206 w 601939"/>
                <a:gd name="csY383" fmla="*/ 46817 h 360685"/>
                <a:gd name="csX384" fmla="*/ 48728 w 601939"/>
                <a:gd name="csY384" fmla="*/ 52550 h 360685"/>
                <a:gd name="csX385" fmla="*/ 49206 w 601939"/>
                <a:gd name="csY385" fmla="*/ 53983 h 360685"/>
                <a:gd name="csX386" fmla="*/ 51117 w 601939"/>
                <a:gd name="csY386" fmla="*/ 56850 h 360685"/>
                <a:gd name="csX387" fmla="*/ 53984 w 601939"/>
                <a:gd name="csY387" fmla="*/ 59716 h 360685"/>
                <a:gd name="csX388" fmla="*/ 54461 w 601939"/>
                <a:gd name="csY388" fmla="*/ 61149 h 360685"/>
                <a:gd name="csX389" fmla="*/ 58283 w 601939"/>
                <a:gd name="csY389" fmla="*/ 63060 h 360685"/>
                <a:gd name="csX390" fmla="*/ 60672 w 601939"/>
                <a:gd name="csY390" fmla="*/ 65449 h 360685"/>
                <a:gd name="csX391" fmla="*/ 65449 w 601939"/>
                <a:gd name="csY391" fmla="*/ 69271 h 360685"/>
                <a:gd name="csX392" fmla="*/ 66404 w 601939"/>
                <a:gd name="csY392" fmla="*/ 70704 h 360685"/>
                <a:gd name="csX393" fmla="*/ 70704 w 601939"/>
                <a:gd name="csY393" fmla="*/ 75959 h 360685"/>
                <a:gd name="csX394" fmla="*/ 71182 w 601939"/>
                <a:gd name="csY394" fmla="*/ 77870 h 360685"/>
                <a:gd name="csX395" fmla="*/ 71659 w 601939"/>
                <a:gd name="csY395" fmla="*/ 79781 h 360685"/>
                <a:gd name="csX396" fmla="*/ 74048 w 601939"/>
                <a:gd name="csY396" fmla="*/ 79303 h 360685"/>
                <a:gd name="csX397" fmla="*/ 75004 w 601939"/>
                <a:gd name="csY397" fmla="*/ 80736 h 360685"/>
                <a:gd name="csX398" fmla="*/ 75004 w 601939"/>
                <a:gd name="csY398" fmla="*/ 81692 h 360685"/>
                <a:gd name="csX399" fmla="*/ 75481 w 601939"/>
                <a:gd name="csY399" fmla="*/ 82170 h 360685"/>
                <a:gd name="csX400" fmla="*/ 76437 w 601939"/>
                <a:gd name="csY400" fmla="*/ 82170 h 360685"/>
                <a:gd name="csX401" fmla="*/ 77392 w 601939"/>
                <a:gd name="csY401" fmla="*/ 82170 h 360685"/>
                <a:gd name="csX402" fmla="*/ 79781 w 601939"/>
                <a:gd name="csY402" fmla="*/ 88380 h 360685"/>
                <a:gd name="csX403" fmla="*/ 81214 w 601939"/>
                <a:gd name="csY403" fmla="*/ 88858 h 360685"/>
                <a:gd name="csX404" fmla="*/ 82647 w 601939"/>
                <a:gd name="csY404" fmla="*/ 89335 h 360685"/>
                <a:gd name="csX405" fmla="*/ 84080 w 601939"/>
                <a:gd name="csY405" fmla="*/ 90291 h 360685"/>
                <a:gd name="csX406" fmla="*/ 84080 w 601939"/>
                <a:gd name="csY406" fmla="*/ 91724 h 360685"/>
                <a:gd name="csX407" fmla="*/ 84080 w 601939"/>
                <a:gd name="csY407" fmla="*/ 92680 h 360685"/>
                <a:gd name="csX408" fmla="*/ 85514 w 601939"/>
                <a:gd name="csY408" fmla="*/ 94590 h 360685"/>
                <a:gd name="csX409" fmla="*/ 85514 w 601939"/>
                <a:gd name="csY409" fmla="*/ 96979 h 360685"/>
                <a:gd name="csX410" fmla="*/ 86469 w 601939"/>
                <a:gd name="csY410" fmla="*/ 98890 h 360685"/>
                <a:gd name="csX411" fmla="*/ 86469 w 601939"/>
                <a:gd name="csY411" fmla="*/ 100801 h 360685"/>
                <a:gd name="csX412" fmla="*/ 86947 w 601939"/>
                <a:gd name="csY412" fmla="*/ 102234 h 360685"/>
                <a:gd name="csX413" fmla="*/ 90291 w 601939"/>
                <a:gd name="csY413" fmla="*/ 105578 h 360685"/>
                <a:gd name="csX414" fmla="*/ 95068 w 601939"/>
                <a:gd name="csY414" fmla="*/ 108445 h 360685"/>
                <a:gd name="csX415" fmla="*/ 96024 w 601939"/>
                <a:gd name="csY415" fmla="*/ 112266 h 360685"/>
                <a:gd name="csX416" fmla="*/ 97457 w 601939"/>
                <a:gd name="csY416" fmla="*/ 115611 h 360685"/>
                <a:gd name="csX417" fmla="*/ 99368 w 601939"/>
                <a:gd name="csY417" fmla="*/ 116088 h 360685"/>
                <a:gd name="csX418" fmla="*/ 101279 w 601939"/>
                <a:gd name="csY418" fmla="*/ 117522 h 360685"/>
                <a:gd name="csX419" fmla="*/ 101279 w 601939"/>
                <a:gd name="csY419" fmla="*/ 118955 h 360685"/>
                <a:gd name="csX420" fmla="*/ 101279 w 601939"/>
                <a:gd name="csY420" fmla="*/ 119910 h 360685"/>
                <a:gd name="csX421" fmla="*/ 103667 w 601939"/>
                <a:gd name="csY421" fmla="*/ 122299 h 360685"/>
                <a:gd name="csX422" fmla="*/ 104145 w 601939"/>
                <a:gd name="csY422" fmla="*/ 125643 h 360685"/>
                <a:gd name="csX423" fmla="*/ 106534 w 601939"/>
                <a:gd name="csY423" fmla="*/ 128031 h 360685"/>
                <a:gd name="csX424" fmla="*/ 107011 w 601939"/>
                <a:gd name="csY424" fmla="*/ 128031 h 360685"/>
                <a:gd name="csX425" fmla="*/ 107489 w 601939"/>
                <a:gd name="csY425" fmla="*/ 127554 h 360685"/>
                <a:gd name="csX426" fmla="*/ 106056 w 601939"/>
                <a:gd name="csY426" fmla="*/ 125643 h 360685"/>
                <a:gd name="csX427" fmla="*/ 105100 w 601939"/>
                <a:gd name="csY427" fmla="*/ 124210 h 360685"/>
                <a:gd name="csX428" fmla="*/ 105100 w 601939"/>
                <a:gd name="csY428" fmla="*/ 121821 h 360685"/>
                <a:gd name="csX429" fmla="*/ 105578 w 601939"/>
                <a:gd name="csY429" fmla="*/ 121821 h 360685"/>
                <a:gd name="csX430" fmla="*/ 109878 w 601939"/>
                <a:gd name="csY430" fmla="*/ 125165 h 360685"/>
                <a:gd name="csX431" fmla="*/ 110356 w 601939"/>
                <a:gd name="csY431" fmla="*/ 127554 h 360685"/>
                <a:gd name="csX432" fmla="*/ 111789 w 601939"/>
                <a:gd name="csY432" fmla="*/ 128987 h 360685"/>
                <a:gd name="csX433" fmla="*/ 112266 w 601939"/>
                <a:gd name="csY433" fmla="*/ 131376 h 360685"/>
                <a:gd name="csX434" fmla="*/ 112744 w 601939"/>
                <a:gd name="csY434" fmla="*/ 132331 h 360685"/>
                <a:gd name="csX435" fmla="*/ 113222 w 601939"/>
                <a:gd name="csY435" fmla="*/ 134242 h 360685"/>
                <a:gd name="csX436" fmla="*/ 114655 w 601939"/>
                <a:gd name="csY436" fmla="*/ 137108 h 360685"/>
                <a:gd name="csX437" fmla="*/ 114655 w 601939"/>
                <a:gd name="csY437" fmla="*/ 140930 h 360685"/>
                <a:gd name="csX438" fmla="*/ 115611 w 601939"/>
                <a:gd name="csY438" fmla="*/ 143797 h 360685"/>
                <a:gd name="csX439" fmla="*/ 118477 w 601939"/>
                <a:gd name="csY439" fmla="*/ 148096 h 360685"/>
                <a:gd name="csX440" fmla="*/ 120866 w 601939"/>
                <a:gd name="csY440" fmla="*/ 149052 h 360685"/>
                <a:gd name="csX441" fmla="*/ 120866 w 601939"/>
                <a:gd name="csY441" fmla="*/ 150963 h 360685"/>
                <a:gd name="csX442" fmla="*/ 123254 w 601939"/>
                <a:gd name="csY442" fmla="*/ 156695 h 360685"/>
                <a:gd name="csX443" fmla="*/ 126121 w 601939"/>
                <a:gd name="csY443" fmla="*/ 159562 h 360685"/>
                <a:gd name="csX444" fmla="*/ 127554 w 601939"/>
                <a:gd name="csY444" fmla="*/ 161950 h 360685"/>
                <a:gd name="csX445" fmla="*/ 127554 w 601939"/>
                <a:gd name="csY445" fmla="*/ 163861 h 360685"/>
                <a:gd name="csX446" fmla="*/ 126598 w 601939"/>
                <a:gd name="csY446" fmla="*/ 165772 h 360685"/>
                <a:gd name="csX447" fmla="*/ 126598 w 601939"/>
                <a:gd name="csY447" fmla="*/ 167683 h 360685"/>
                <a:gd name="csX448" fmla="*/ 128032 w 601939"/>
                <a:gd name="csY448" fmla="*/ 172461 h 360685"/>
                <a:gd name="csX449" fmla="*/ 130420 w 601939"/>
                <a:gd name="csY449" fmla="*/ 174849 h 360685"/>
                <a:gd name="csX450" fmla="*/ 132809 w 601939"/>
                <a:gd name="csY450" fmla="*/ 175804 h 360685"/>
                <a:gd name="csX451" fmla="*/ 133286 w 601939"/>
                <a:gd name="csY451" fmla="*/ 175804 h 360685"/>
                <a:gd name="csX452" fmla="*/ 132809 w 601939"/>
                <a:gd name="csY452" fmla="*/ 176760 h 360685"/>
                <a:gd name="csX453" fmla="*/ 133764 w 601939"/>
                <a:gd name="csY453" fmla="*/ 177238 h 360685"/>
                <a:gd name="csX454" fmla="*/ 134720 w 601939"/>
                <a:gd name="csY454" fmla="*/ 176760 h 360685"/>
                <a:gd name="csX455" fmla="*/ 135198 w 601939"/>
                <a:gd name="csY455" fmla="*/ 175327 h 360685"/>
                <a:gd name="csX456" fmla="*/ 134720 w 601939"/>
                <a:gd name="csY456" fmla="*/ 174371 h 360685"/>
                <a:gd name="csX457" fmla="*/ 134720 w 601939"/>
                <a:gd name="csY457" fmla="*/ 173416 h 360685"/>
                <a:gd name="csX458" fmla="*/ 135198 w 601939"/>
                <a:gd name="csY458" fmla="*/ 172461 h 360685"/>
                <a:gd name="csX459" fmla="*/ 136153 w 601939"/>
                <a:gd name="csY459" fmla="*/ 172461 h 360685"/>
                <a:gd name="csX460" fmla="*/ 140452 w 601939"/>
                <a:gd name="csY460" fmla="*/ 175804 h 360685"/>
                <a:gd name="csX461" fmla="*/ 141408 w 601939"/>
                <a:gd name="csY461" fmla="*/ 177238 h 360685"/>
                <a:gd name="csX462" fmla="*/ 143319 w 601939"/>
                <a:gd name="csY462" fmla="*/ 178671 h 360685"/>
                <a:gd name="csX463" fmla="*/ 144752 w 601939"/>
                <a:gd name="csY463" fmla="*/ 180582 h 360685"/>
                <a:gd name="csX464" fmla="*/ 145707 w 601939"/>
                <a:gd name="csY464" fmla="*/ 182015 h 360685"/>
                <a:gd name="csX465" fmla="*/ 146663 w 601939"/>
                <a:gd name="csY465" fmla="*/ 183448 h 360685"/>
                <a:gd name="csX466" fmla="*/ 147618 w 601939"/>
                <a:gd name="csY466" fmla="*/ 185837 h 360685"/>
                <a:gd name="csX467" fmla="*/ 150963 w 601939"/>
                <a:gd name="csY467" fmla="*/ 187270 h 360685"/>
                <a:gd name="csX468" fmla="*/ 152396 w 601939"/>
                <a:gd name="csY468" fmla="*/ 189659 h 360685"/>
                <a:gd name="csX469" fmla="*/ 152873 w 601939"/>
                <a:gd name="csY469" fmla="*/ 191092 h 360685"/>
                <a:gd name="csX470" fmla="*/ 151918 w 601939"/>
                <a:gd name="csY470" fmla="*/ 194914 h 360685"/>
                <a:gd name="csX471" fmla="*/ 150963 w 601939"/>
                <a:gd name="csY471" fmla="*/ 195869 h 360685"/>
                <a:gd name="csX472" fmla="*/ 148574 w 601939"/>
                <a:gd name="csY472" fmla="*/ 197302 h 360685"/>
                <a:gd name="csX473" fmla="*/ 146663 w 601939"/>
                <a:gd name="csY473" fmla="*/ 199213 h 360685"/>
                <a:gd name="csX474" fmla="*/ 144752 w 601939"/>
                <a:gd name="csY474" fmla="*/ 200646 h 360685"/>
                <a:gd name="csX475" fmla="*/ 142841 w 601939"/>
                <a:gd name="csY475" fmla="*/ 201124 h 360685"/>
                <a:gd name="csX476" fmla="*/ 140930 w 601939"/>
                <a:gd name="csY476" fmla="*/ 201124 h 360685"/>
                <a:gd name="csX477" fmla="*/ 139497 w 601939"/>
                <a:gd name="csY477" fmla="*/ 199213 h 360685"/>
                <a:gd name="csX478" fmla="*/ 137586 w 601939"/>
                <a:gd name="csY478" fmla="*/ 192525 h 360685"/>
                <a:gd name="csX479" fmla="*/ 136153 w 601939"/>
                <a:gd name="csY479" fmla="*/ 191092 h 360685"/>
                <a:gd name="csX480" fmla="*/ 135198 w 601939"/>
                <a:gd name="csY480" fmla="*/ 188703 h 360685"/>
                <a:gd name="csX481" fmla="*/ 133764 w 601939"/>
                <a:gd name="csY481" fmla="*/ 187270 h 360685"/>
                <a:gd name="csX482" fmla="*/ 128509 w 601939"/>
                <a:gd name="csY482" fmla="*/ 184404 h 360685"/>
                <a:gd name="csX483" fmla="*/ 126121 w 601939"/>
                <a:gd name="csY483" fmla="*/ 182015 h 360685"/>
                <a:gd name="csX484" fmla="*/ 123254 w 601939"/>
                <a:gd name="csY484" fmla="*/ 180104 h 360685"/>
                <a:gd name="csX485" fmla="*/ 120388 w 601939"/>
                <a:gd name="csY485" fmla="*/ 177238 h 360685"/>
                <a:gd name="csX486" fmla="*/ 112744 w 601939"/>
                <a:gd name="csY486" fmla="*/ 172938 h 360685"/>
                <a:gd name="csX487" fmla="*/ 109878 w 601939"/>
                <a:gd name="csY487" fmla="*/ 170549 h 360685"/>
                <a:gd name="csX488" fmla="*/ 107967 w 601939"/>
                <a:gd name="csY488" fmla="*/ 168161 h 360685"/>
                <a:gd name="csX489" fmla="*/ 106534 w 601939"/>
                <a:gd name="csY489" fmla="*/ 168161 h 360685"/>
                <a:gd name="csX490" fmla="*/ 105578 w 601939"/>
                <a:gd name="csY490" fmla="*/ 168638 h 360685"/>
                <a:gd name="csX491" fmla="*/ 105100 w 601939"/>
                <a:gd name="csY491" fmla="*/ 168161 h 360685"/>
                <a:gd name="csX492" fmla="*/ 105100 w 601939"/>
                <a:gd name="csY492" fmla="*/ 166728 h 360685"/>
                <a:gd name="csX493" fmla="*/ 104623 w 601939"/>
                <a:gd name="csY493" fmla="*/ 166250 h 360685"/>
                <a:gd name="csX494" fmla="*/ 99845 w 601939"/>
                <a:gd name="csY494" fmla="*/ 162428 h 360685"/>
                <a:gd name="csX495" fmla="*/ 98890 w 601939"/>
                <a:gd name="csY495" fmla="*/ 160517 h 360685"/>
                <a:gd name="csX496" fmla="*/ 98890 w 601939"/>
                <a:gd name="csY496" fmla="*/ 158606 h 360685"/>
                <a:gd name="csX497" fmla="*/ 99845 w 601939"/>
                <a:gd name="csY497" fmla="*/ 152873 h 360685"/>
                <a:gd name="csX498" fmla="*/ 100323 w 601939"/>
                <a:gd name="csY498" fmla="*/ 149529 h 360685"/>
                <a:gd name="csX499" fmla="*/ 100323 w 601939"/>
                <a:gd name="csY499" fmla="*/ 148096 h 360685"/>
                <a:gd name="csX500" fmla="*/ 99368 w 601939"/>
                <a:gd name="csY500" fmla="*/ 147619 h 360685"/>
                <a:gd name="csX501" fmla="*/ 99368 w 601939"/>
                <a:gd name="csY501" fmla="*/ 146663 h 360685"/>
                <a:gd name="csX502" fmla="*/ 98890 w 601939"/>
                <a:gd name="csY502" fmla="*/ 144274 h 360685"/>
                <a:gd name="csX503" fmla="*/ 97935 w 601939"/>
                <a:gd name="csY503" fmla="*/ 141408 h 360685"/>
                <a:gd name="csX504" fmla="*/ 94113 w 601939"/>
                <a:gd name="csY504" fmla="*/ 135197 h 360685"/>
                <a:gd name="csX505" fmla="*/ 91246 w 601939"/>
                <a:gd name="csY505" fmla="*/ 133764 h 360685"/>
                <a:gd name="csX506" fmla="*/ 88380 w 601939"/>
                <a:gd name="csY506" fmla="*/ 132809 h 360685"/>
                <a:gd name="csX507" fmla="*/ 81214 w 601939"/>
                <a:gd name="csY507" fmla="*/ 127554 h 360685"/>
                <a:gd name="csX508" fmla="*/ 79303 w 601939"/>
                <a:gd name="csY508" fmla="*/ 124688 h 360685"/>
                <a:gd name="csX509" fmla="*/ 78825 w 601939"/>
                <a:gd name="csY509" fmla="*/ 123254 h 360685"/>
                <a:gd name="csX510" fmla="*/ 78348 w 601939"/>
                <a:gd name="csY510" fmla="*/ 120388 h 360685"/>
                <a:gd name="csX511" fmla="*/ 77392 w 601939"/>
                <a:gd name="csY511" fmla="*/ 121821 h 360685"/>
                <a:gd name="csX512" fmla="*/ 76437 w 601939"/>
                <a:gd name="csY512" fmla="*/ 123254 h 360685"/>
                <a:gd name="csX513" fmla="*/ 73093 w 601939"/>
                <a:gd name="csY513" fmla="*/ 123254 h 360685"/>
                <a:gd name="csX514" fmla="*/ 69749 w 601939"/>
                <a:gd name="csY514" fmla="*/ 124688 h 360685"/>
                <a:gd name="csX515" fmla="*/ 67838 w 601939"/>
                <a:gd name="csY515" fmla="*/ 123254 h 360685"/>
                <a:gd name="csX516" fmla="*/ 66404 w 601939"/>
                <a:gd name="csY516" fmla="*/ 121821 h 360685"/>
                <a:gd name="csX517" fmla="*/ 64971 w 601939"/>
                <a:gd name="csY517" fmla="*/ 119910 h 360685"/>
                <a:gd name="csX518" fmla="*/ 63060 w 601939"/>
                <a:gd name="csY518" fmla="*/ 119432 h 360685"/>
                <a:gd name="csX519" fmla="*/ 62105 w 601939"/>
                <a:gd name="csY519" fmla="*/ 119432 h 360685"/>
                <a:gd name="csX520" fmla="*/ 59716 w 601939"/>
                <a:gd name="csY520" fmla="*/ 117044 h 360685"/>
                <a:gd name="csX521" fmla="*/ 57805 w 601939"/>
                <a:gd name="csY521" fmla="*/ 116088 h 360685"/>
                <a:gd name="csX522" fmla="*/ 55417 w 601939"/>
                <a:gd name="csY522" fmla="*/ 116088 h 360685"/>
                <a:gd name="csX523" fmla="*/ 53028 w 601939"/>
                <a:gd name="csY523" fmla="*/ 114655 h 360685"/>
                <a:gd name="csX524" fmla="*/ 52072 w 601939"/>
                <a:gd name="csY524" fmla="*/ 113222 h 360685"/>
                <a:gd name="csX525" fmla="*/ 52072 w 601939"/>
                <a:gd name="csY525" fmla="*/ 111311 h 360685"/>
                <a:gd name="csX526" fmla="*/ 51117 w 601939"/>
                <a:gd name="csY526" fmla="*/ 110356 h 360685"/>
                <a:gd name="csX527" fmla="*/ 47773 w 601939"/>
                <a:gd name="csY527" fmla="*/ 108445 h 360685"/>
                <a:gd name="csX528" fmla="*/ 44907 w 601939"/>
                <a:gd name="csY528" fmla="*/ 105578 h 360685"/>
                <a:gd name="csX529" fmla="*/ 42040 w 601939"/>
                <a:gd name="csY529" fmla="*/ 104145 h 360685"/>
                <a:gd name="csX530" fmla="*/ 41563 w 601939"/>
                <a:gd name="csY530" fmla="*/ 102712 h 360685"/>
                <a:gd name="csX531" fmla="*/ 41085 w 601939"/>
                <a:gd name="csY531" fmla="*/ 102234 h 360685"/>
                <a:gd name="csX532" fmla="*/ 45384 w 601939"/>
                <a:gd name="csY532" fmla="*/ 102234 h 360685"/>
                <a:gd name="csX533" fmla="*/ 50639 w 601939"/>
                <a:gd name="csY533" fmla="*/ 103190 h 360685"/>
                <a:gd name="csX534" fmla="*/ 53028 w 601939"/>
                <a:gd name="csY534" fmla="*/ 102712 h 360685"/>
                <a:gd name="csX535" fmla="*/ 54461 w 601939"/>
                <a:gd name="csY535" fmla="*/ 102234 h 360685"/>
                <a:gd name="csX536" fmla="*/ 55894 w 601939"/>
                <a:gd name="csY536" fmla="*/ 101279 h 360685"/>
                <a:gd name="csX537" fmla="*/ 55894 w 601939"/>
                <a:gd name="csY537" fmla="*/ 102234 h 360685"/>
                <a:gd name="csX538" fmla="*/ 55894 w 601939"/>
                <a:gd name="csY538" fmla="*/ 103190 h 360685"/>
                <a:gd name="csX539" fmla="*/ 57328 w 601939"/>
                <a:gd name="csY539" fmla="*/ 104623 h 360685"/>
                <a:gd name="csX540" fmla="*/ 59238 w 601939"/>
                <a:gd name="csY540" fmla="*/ 105578 h 360685"/>
                <a:gd name="csX541" fmla="*/ 60672 w 601939"/>
                <a:gd name="csY541" fmla="*/ 105578 h 360685"/>
                <a:gd name="csX542" fmla="*/ 59238 w 601939"/>
                <a:gd name="csY542" fmla="*/ 104145 h 360685"/>
                <a:gd name="csX543" fmla="*/ 58283 w 601939"/>
                <a:gd name="csY543" fmla="*/ 102234 h 360685"/>
                <a:gd name="csX544" fmla="*/ 58761 w 601939"/>
                <a:gd name="csY544" fmla="*/ 101279 h 360685"/>
                <a:gd name="csX545" fmla="*/ 58761 w 601939"/>
                <a:gd name="csY545" fmla="*/ 100323 h 360685"/>
                <a:gd name="csX546" fmla="*/ 56850 w 601939"/>
                <a:gd name="csY546" fmla="*/ 100801 h 360685"/>
                <a:gd name="csX547" fmla="*/ 56372 w 601939"/>
                <a:gd name="csY547" fmla="*/ 100323 h 360685"/>
                <a:gd name="csX548" fmla="*/ 58283 w 601939"/>
                <a:gd name="csY548" fmla="*/ 98412 h 360685"/>
                <a:gd name="csX549" fmla="*/ 60194 w 601939"/>
                <a:gd name="csY549" fmla="*/ 94113 h 360685"/>
                <a:gd name="csX550" fmla="*/ 60672 w 601939"/>
                <a:gd name="csY550" fmla="*/ 89813 h 360685"/>
                <a:gd name="csX551" fmla="*/ 58761 w 601939"/>
                <a:gd name="csY551" fmla="*/ 86469 h 360685"/>
                <a:gd name="csX552" fmla="*/ 55894 w 601939"/>
                <a:gd name="csY552" fmla="*/ 83603 h 360685"/>
                <a:gd name="csX553" fmla="*/ 48728 w 601939"/>
                <a:gd name="csY553" fmla="*/ 76437 h 360685"/>
                <a:gd name="csX554" fmla="*/ 44429 w 601939"/>
                <a:gd name="csY554" fmla="*/ 72137 h 360685"/>
                <a:gd name="csX555" fmla="*/ 43473 w 601939"/>
                <a:gd name="csY555" fmla="*/ 70704 h 360685"/>
                <a:gd name="csX556" fmla="*/ 42040 w 601939"/>
                <a:gd name="csY556" fmla="*/ 70226 h 360685"/>
                <a:gd name="csX557" fmla="*/ 38696 w 601939"/>
                <a:gd name="csY557" fmla="*/ 69271 h 360685"/>
                <a:gd name="csX558" fmla="*/ 35830 w 601939"/>
                <a:gd name="csY558" fmla="*/ 67360 h 360685"/>
                <a:gd name="csX559" fmla="*/ 30575 w 601939"/>
                <a:gd name="csY559" fmla="*/ 64016 h 360685"/>
                <a:gd name="csX560" fmla="*/ 28664 w 601939"/>
                <a:gd name="csY560" fmla="*/ 62583 h 360685"/>
                <a:gd name="csX561" fmla="*/ 27231 w 601939"/>
                <a:gd name="csY561" fmla="*/ 58761 h 360685"/>
                <a:gd name="csX562" fmla="*/ 25797 w 601939"/>
                <a:gd name="csY562" fmla="*/ 58283 h 360685"/>
                <a:gd name="csX563" fmla="*/ 26275 w 601939"/>
                <a:gd name="csY563" fmla="*/ 55417 h 360685"/>
                <a:gd name="csX564" fmla="*/ 25797 w 601939"/>
                <a:gd name="csY564" fmla="*/ 51117 h 360685"/>
                <a:gd name="csX565" fmla="*/ 24842 w 601939"/>
                <a:gd name="csY565" fmla="*/ 49684 h 360685"/>
                <a:gd name="csX566" fmla="*/ 22453 w 601939"/>
                <a:gd name="csY566" fmla="*/ 48728 h 360685"/>
                <a:gd name="csX567" fmla="*/ 21498 w 601939"/>
                <a:gd name="csY567" fmla="*/ 45384 h 360685"/>
                <a:gd name="csX568" fmla="*/ 21498 w 601939"/>
                <a:gd name="csY568" fmla="*/ 42518 h 360685"/>
                <a:gd name="csX569" fmla="*/ 21020 w 601939"/>
                <a:gd name="csY569" fmla="*/ 40607 h 360685"/>
                <a:gd name="csX570" fmla="*/ 16243 w 601939"/>
                <a:gd name="csY570" fmla="*/ 36785 h 360685"/>
                <a:gd name="csX571" fmla="*/ 16243 w 601939"/>
                <a:gd name="csY571" fmla="*/ 35352 h 360685"/>
                <a:gd name="csX572" fmla="*/ 16243 w 601939"/>
                <a:gd name="csY572" fmla="*/ 33919 h 360685"/>
                <a:gd name="csX573" fmla="*/ 15765 w 601939"/>
                <a:gd name="csY573" fmla="*/ 32008 h 360685"/>
                <a:gd name="csX574" fmla="*/ 12899 w 601939"/>
                <a:gd name="csY574" fmla="*/ 28664 h 360685"/>
                <a:gd name="csX575" fmla="*/ 10032 w 601939"/>
                <a:gd name="csY575" fmla="*/ 25798 h 360685"/>
                <a:gd name="csX576" fmla="*/ 9077 w 601939"/>
                <a:gd name="csY576" fmla="*/ 24364 h 360685"/>
                <a:gd name="csX577" fmla="*/ 9077 w 601939"/>
                <a:gd name="csY577" fmla="*/ 21498 h 360685"/>
                <a:gd name="csX578" fmla="*/ 7644 w 601939"/>
                <a:gd name="csY578" fmla="*/ 20542 h 360685"/>
                <a:gd name="csX579" fmla="*/ 8121 w 601939"/>
                <a:gd name="csY579" fmla="*/ 20542 h 360685"/>
                <a:gd name="csX580" fmla="*/ 9077 w 601939"/>
                <a:gd name="csY580" fmla="*/ 20542 h 360685"/>
                <a:gd name="csX581" fmla="*/ 9555 w 601939"/>
                <a:gd name="csY581" fmla="*/ 20542 h 360685"/>
                <a:gd name="csX582" fmla="*/ 10032 w 601939"/>
                <a:gd name="csY582" fmla="*/ 18154 h 360685"/>
                <a:gd name="csX583" fmla="*/ 5255 w 601939"/>
                <a:gd name="csY583" fmla="*/ 15287 h 360685"/>
                <a:gd name="csX584" fmla="*/ 3822 w 601939"/>
                <a:gd name="csY584" fmla="*/ 10988 h 360685"/>
                <a:gd name="csX585" fmla="*/ 1433 w 601939"/>
                <a:gd name="csY585" fmla="*/ 8599 h 360685"/>
                <a:gd name="csX586" fmla="*/ 956 w 601939"/>
                <a:gd name="csY586" fmla="*/ 7644 h 360685"/>
                <a:gd name="csX587" fmla="*/ 0 w 601939"/>
                <a:gd name="csY587" fmla="*/ 3822 h 360685"/>
                <a:gd name="csX588" fmla="*/ 5255 w 601939"/>
                <a:gd name="csY588" fmla="*/ 3344 h 360685"/>
                <a:gd name="csX589" fmla="*/ 10988 w 601939"/>
                <a:gd name="csY589" fmla="*/ 2867 h 360685"/>
                <a:gd name="csX590" fmla="*/ 16721 w 601939"/>
                <a:gd name="csY590" fmla="*/ 2389 h 360685"/>
                <a:gd name="csX591" fmla="*/ 22453 w 601939"/>
                <a:gd name="csY591" fmla="*/ 1911 h 360685"/>
                <a:gd name="csX592" fmla="*/ 28186 w 601939"/>
                <a:gd name="csY592" fmla="*/ 1433 h 360685"/>
                <a:gd name="csX593" fmla="*/ 33919 w 601939"/>
                <a:gd name="csY593" fmla="*/ 956 h 360685"/>
                <a:gd name="csX594" fmla="*/ 39652 w 601939"/>
                <a:gd name="csY594" fmla="*/ 478 h 360685"/>
                <a:gd name="csX595" fmla="*/ 45384 w 601939"/>
                <a:gd name="csY595" fmla="*/ 0 h 360685"/>
                <a:gd name="csX596" fmla="*/ 47295 w 601939"/>
                <a:gd name="csY596" fmla="*/ 0 h 360685"/>
                <a:gd name="csX597" fmla="*/ 46340 w 601939"/>
                <a:gd name="csY597" fmla="*/ 2867 h 360685"/>
                <a:gd name="csX598" fmla="*/ 45384 w 601939"/>
                <a:gd name="csY598" fmla="*/ 4300 h 360685"/>
                <a:gd name="csX599" fmla="*/ 45384 w 601939"/>
                <a:gd name="csY599" fmla="*/ 4300 h 360685"/>
                <a:gd name="csX600" fmla="*/ 54461 w 601939"/>
                <a:gd name="csY600" fmla="*/ 7644 h 360685"/>
                <a:gd name="csX601" fmla="*/ 64016 w 601939"/>
                <a:gd name="csY601" fmla="*/ 10510 h 360685"/>
                <a:gd name="csX602" fmla="*/ 73570 w 601939"/>
                <a:gd name="csY602" fmla="*/ 13854 h 360685"/>
                <a:gd name="csX603" fmla="*/ 82647 w 601939"/>
                <a:gd name="csY603" fmla="*/ 16721 h 360685"/>
                <a:gd name="csX604" fmla="*/ 92202 w 601939"/>
                <a:gd name="csY604" fmla="*/ 20065 h 360685"/>
                <a:gd name="csX605" fmla="*/ 101756 w 601939"/>
                <a:gd name="csY605" fmla="*/ 23409 h 360685"/>
                <a:gd name="csX606" fmla="*/ 110833 w 601939"/>
                <a:gd name="csY606" fmla="*/ 26275 h 360685"/>
                <a:gd name="csX607" fmla="*/ 120388 w 601939"/>
                <a:gd name="csY607" fmla="*/ 29619 h 360685"/>
                <a:gd name="csX608" fmla="*/ 127554 w 601939"/>
                <a:gd name="csY608" fmla="*/ 29619 h 360685"/>
                <a:gd name="csX609" fmla="*/ 134720 w 601939"/>
                <a:gd name="csY609" fmla="*/ 29619 h 360685"/>
                <a:gd name="csX610" fmla="*/ 141408 w 601939"/>
                <a:gd name="csY610" fmla="*/ 29619 h 360685"/>
                <a:gd name="csX611" fmla="*/ 148574 w 601939"/>
                <a:gd name="csY611" fmla="*/ 29619 h 360685"/>
                <a:gd name="csX612" fmla="*/ 155262 w 601939"/>
                <a:gd name="csY612" fmla="*/ 29619 h 360685"/>
                <a:gd name="csX613" fmla="*/ 155740 w 601939"/>
                <a:gd name="csY613" fmla="*/ 29619 h 360685"/>
                <a:gd name="csX614" fmla="*/ 162428 w 601939"/>
                <a:gd name="csY614" fmla="*/ 29619 h 360685"/>
                <a:gd name="csX615" fmla="*/ 169594 w 601939"/>
                <a:gd name="csY615" fmla="*/ 29619 h 360685"/>
                <a:gd name="csX616" fmla="*/ 176760 w 601939"/>
                <a:gd name="csY616" fmla="*/ 29619 h 360685"/>
                <a:gd name="csX617" fmla="*/ 176760 w 601939"/>
                <a:gd name="csY617" fmla="*/ 27231 h 360685"/>
                <a:gd name="csX618" fmla="*/ 176760 w 601939"/>
                <a:gd name="csY618" fmla="*/ 24842 h 360685"/>
                <a:gd name="csX619" fmla="*/ 176760 w 601939"/>
                <a:gd name="csY619" fmla="*/ 22453 h 360685"/>
                <a:gd name="csX620" fmla="*/ 176760 w 601939"/>
                <a:gd name="csY620" fmla="*/ 20065 h 360685"/>
                <a:gd name="csX621" fmla="*/ 181059 w 601939"/>
                <a:gd name="csY621" fmla="*/ 20065 h 360685"/>
                <a:gd name="csX622" fmla="*/ 181059 w 601939"/>
                <a:gd name="csY622" fmla="*/ 20065 h 360685"/>
                <a:gd name="csX623" fmla="*/ 185359 w 601939"/>
                <a:gd name="csY623" fmla="*/ 20065 h 360685"/>
                <a:gd name="csX624" fmla="*/ 189659 w 601939"/>
                <a:gd name="csY624" fmla="*/ 20065 h 360685"/>
                <a:gd name="csX625" fmla="*/ 189659 w 601939"/>
                <a:gd name="csY625" fmla="*/ 20065 h 360685"/>
                <a:gd name="csX626" fmla="*/ 193958 w 601939"/>
                <a:gd name="csY626" fmla="*/ 20065 h 360685"/>
                <a:gd name="csX627" fmla="*/ 198258 w 601939"/>
                <a:gd name="csY627" fmla="*/ 20065 h 360685"/>
                <a:gd name="csX628" fmla="*/ 203035 w 601939"/>
                <a:gd name="csY628" fmla="*/ 20065 h 360685"/>
                <a:gd name="csX629" fmla="*/ 207335 w 601939"/>
                <a:gd name="csY629" fmla="*/ 20065 h 360685"/>
                <a:gd name="csX630" fmla="*/ 211634 w 601939"/>
                <a:gd name="csY630" fmla="*/ 20065 h 360685"/>
                <a:gd name="csX631" fmla="*/ 211634 w 601939"/>
                <a:gd name="csY631" fmla="*/ 20065 h 360685"/>
                <a:gd name="csX632" fmla="*/ 211634 w 601939"/>
                <a:gd name="csY632" fmla="*/ 20065 h 360685"/>
                <a:gd name="csX633" fmla="*/ 211634 w 601939"/>
                <a:gd name="csY633" fmla="*/ 20065 h 360685"/>
                <a:gd name="csX634" fmla="*/ 213545 w 601939"/>
                <a:gd name="csY634" fmla="*/ 21976 h 360685"/>
                <a:gd name="csX635" fmla="*/ 215456 w 601939"/>
                <a:gd name="csY635" fmla="*/ 24842 h 360685"/>
                <a:gd name="csX636" fmla="*/ 215456 w 601939"/>
                <a:gd name="csY636" fmla="*/ 24842 h 360685"/>
                <a:gd name="csX637" fmla="*/ 217367 w 601939"/>
                <a:gd name="csY637" fmla="*/ 26753 h 360685"/>
                <a:gd name="csX638" fmla="*/ 220233 w 601939"/>
                <a:gd name="csY638" fmla="*/ 28186 h 360685"/>
                <a:gd name="csX639" fmla="*/ 224055 w 601939"/>
                <a:gd name="csY639" fmla="*/ 31052 h 360685"/>
                <a:gd name="csX640" fmla="*/ 230266 w 601939"/>
                <a:gd name="csY640" fmla="*/ 36785 h 360685"/>
                <a:gd name="csX641" fmla="*/ 234565 w 601939"/>
                <a:gd name="csY641" fmla="*/ 40607 h 360685"/>
                <a:gd name="csX642" fmla="*/ 238387 w 601939"/>
                <a:gd name="csY642" fmla="*/ 42040 h 360685"/>
                <a:gd name="csX643" fmla="*/ 238387 w 601939"/>
                <a:gd name="csY643" fmla="*/ 42040 h 360685"/>
                <a:gd name="csX644" fmla="*/ 240776 w 601939"/>
                <a:gd name="csY644" fmla="*/ 43951 h 360685"/>
                <a:gd name="csX645" fmla="*/ 241731 w 601939"/>
                <a:gd name="csY645" fmla="*/ 45384 h 360685"/>
                <a:gd name="csX646" fmla="*/ 243642 w 601939"/>
                <a:gd name="csY646" fmla="*/ 47773 h 360685"/>
                <a:gd name="csX647" fmla="*/ 246508 w 601939"/>
                <a:gd name="csY647" fmla="*/ 54461 h 360685"/>
                <a:gd name="csX648" fmla="*/ 246508 w 601939"/>
                <a:gd name="csY648" fmla="*/ 57328 h 360685"/>
                <a:gd name="csX649" fmla="*/ 247942 w 601939"/>
                <a:gd name="csY649" fmla="*/ 60194 h 360685"/>
                <a:gd name="csX650" fmla="*/ 250330 w 601939"/>
                <a:gd name="csY650" fmla="*/ 64016 h 360685"/>
                <a:gd name="csX651" fmla="*/ 252241 w 601939"/>
                <a:gd name="csY651" fmla="*/ 66405 h 360685"/>
                <a:gd name="csX652" fmla="*/ 252241 w 601939"/>
                <a:gd name="csY652" fmla="*/ 66405 h 360685"/>
                <a:gd name="csX653" fmla="*/ 254152 w 601939"/>
                <a:gd name="csY653" fmla="*/ 66882 h 360685"/>
                <a:gd name="csX654" fmla="*/ 256063 w 601939"/>
                <a:gd name="csY654" fmla="*/ 68315 h 360685"/>
                <a:gd name="csX655" fmla="*/ 256063 w 601939"/>
                <a:gd name="csY655" fmla="*/ 68315 h 360685"/>
                <a:gd name="csX656" fmla="*/ 257974 w 601939"/>
                <a:gd name="csY656" fmla="*/ 70226 h 360685"/>
                <a:gd name="csX657" fmla="*/ 260363 w 601939"/>
                <a:gd name="csY657" fmla="*/ 71659 h 360685"/>
                <a:gd name="csX658" fmla="*/ 260363 w 601939"/>
                <a:gd name="csY658" fmla="*/ 71659 h 360685"/>
                <a:gd name="csX659" fmla="*/ 263229 w 601939"/>
                <a:gd name="csY659" fmla="*/ 72137 h 360685"/>
                <a:gd name="csX660" fmla="*/ 266573 w 601939"/>
                <a:gd name="csY660" fmla="*/ 74048 h 360685"/>
                <a:gd name="csX661" fmla="*/ 267051 w 601939"/>
                <a:gd name="csY661" fmla="*/ 74048 h 360685"/>
                <a:gd name="csX662" fmla="*/ 271828 w 601939"/>
                <a:gd name="csY662" fmla="*/ 76915 h 360685"/>
                <a:gd name="csX663" fmla="*/ 274694 w 601939"/>
                <a:gd name="csY663" fmla="*/ 78348 h 360685"/>
                <a:gd name="csX664" fmla="*/ 276605 w 601939"/>
                <a:gd name="csY664" fmla="*/ 78348 h 360685"/>
                <a:gd name="csX665" fmla="*/ 276605 w 601939"/>
                <a:gd name="csY665" fmla="*/ 78348 h 360685"/>
                <a:gd name="csX666" fmla="*/ 278039 w 601939"/>
                <a:gd name="csY666" fmla="*/ 77392 h 360685"/>
                <a:gd name="csX667" fmla="*/ 278039 w 601939"/>
                <a:gd name="csY667" fmla="*/ 77392 h 360685"/>
                <a:gd name="csX668" fmla="*/ 279472 w 601939"/>
                <a:gd name="csY668" fmla="*/ 75481 h 360685"/>
                <a:gd name="csX669" fmla="*/ 280905 w 601939"/>
                <a:gd name="csY669" fmla="*/ 74048 h 360685"/>
                <a:gd name="csX670" fmla="*/ 281860 w 601939"/>
                <a:gd name="csY670" fmla="*/ 73570 h 360685"/>
                <a:gd name="csX671" fmla="*/ 282338 w 601939"/>
                <a:gd name="csY671" fmla="*/ 73570 h 360685"/>
                <a:gd name="csX672" fmla="*/ 282816 w 601939"/>
                <a:gd name="csY672" fmla="*/ 72615 h 360685"/>
                <a:gd name="csX673" fmla="*/ 282338 w 601939"/>
                <a:gd name="csY673" fmla="*/ 71659 h 360685"/>
                <a:gd name="csX674" fmla="*/ 283294 w 601939"/>
                <a:gd name="csY674" fmla="*/ 68793 h 360685"/>
                <a:gd name="csX675" fmla="*/ 285205 w 601939"/>
                <a:gd name="csY675" fmla="*/ 64971 h 360685"/>
                <a:gd name="csX676" fmla="*/ 287593 w 601939"/>
                <a:gd name="csY676" fmla="*/ 62583 h 360685"/>
                <a:gd name="csX677" fmla="*/ 290460 w 601939"/>
                <a:gd name="csY677" fmla="*/ 62105 h 360685"/>
                <a:gd name="csX678" fmla="*/ 291893 w 601939"/>
                <a:gd name="csY678" fmla="*/ 61627 h 360685"/>
                <a:gd name="csX679" fmla="*/ 292370 w 601939"/>
                <a:gd name="csY679" fmla="*/ 61627 h 360685"/>
                <a:gd name="csX680" fmla="*/ 292848 w 601939"/>
                <a:gd name="csY680" fmla="*/ 60194 h 360685"/>
                <a:gd name="csX681" fmla="*/ 294281 w 601939"/>
                <a:gd name="csY681" fmla="*/ 60194 h 360685"/>
                <a:gd name="csX682" fmla="*/ 296670 w 601939"/>
                <a:gd name="csY682" fmla="*/ 61149 h 360685"/>
                <a:gd name="csX683" fmla="*/ 296670 w 601939"/>
                <a:gd name="csY683" fmla="*/ 61149 h 360685"/>
                <a:gd name="csX684" fmla="*/ 300014 w 601939"/>
                <a:gd name="csY684" fmla="*/ 61627 h 360685"/>
                <a:gd name="csX685" fmla="*/ 304791 w 601939"/>
                <a:gd name="csY685" fmla="*/ 62105 h 360685"/>
                <a:gd name="csX686" fmla="*/ 307658 w 601939"/>
                <a:gd name="csY686" fmla="*/ 61627 h 360685"/>
                <a:gd name="csX687" fmla="*/ 308135 w 601939"/>
                <a:gd name="csY687" fmla="*/ 61149 h 360685"/>
                <a:gd name="csX688" fmla="*/ 308613 w 601939"/>
                <a:gd name="csY688" fmla="*/ 61149 h 360685"/>
                <a:gd name="csX689" fmla="*/ 308613 w 601939"/>
                <a:gd name="csY689" fmla="*/ 62105 h 360685"/>
                <a:gd name="csX690" fmla="*/ 309091 w 601939"/>
                <a:gd name="csY690" fmla="*/ 62105 h 360685"/>
                <a:gd name="csX691" fmla="*/ 309569 w 601939"/>
                <a:gd name="csY691" fmla="*/ 62105 h 360685"/>
                <a:gd name="csX692" fmla="*/ 311002 w 601939"/>
                <a:gd name="csY692" fmla="*/ 62105 h 360685"/>
                <a:gd name="csX693" fmla="*/ 311957 w 601939"/>
                <a:gd name="csY693" fmla="*/ 62583 h 360685"/>
                <a:gd name="csX694" fmla="*/ 313391 w 601939"/>
                <a:gd name="csY694" fmla="*/ 64971 h 360685"/>
                <a:gd name="csX695" fmla="*/ 313868 w 601939"/>
                <a:gd name="csY695" fmla="*/ 64971 h 360685"/>
                <a:gd name="csX696" fmla="*/ 318646 w 601939"/>
                <a:gd name="csY696" fmla="*/ 68793 h 360685"/>
                <a:gd name="csX697" fmla="*/ 319123 w 601939"/>
                <a:gd name="csY697" fmla="*/ 69749 h 360685"/>
                <a:gd name="csX698" fmla="*/ 321034 w 601939"/>
                <a:gd name="csY698" fmla="*/ 71659 h 360685"/>
                <a:gd name="csX699" fmla="*/ 324378 w 601939"/>
                <a:gd name="csY699" fmla="*/ 74526 h 360685"/>
                <a:gd name="csX700" fmla="*/ 326289 w 601939"/>
                <a:gd name="csY700" fmla="*/ 76915 h 360685"/>
                <a:gd name="csX701" fmla="*/ 326767 w 601939"/>
                <a:gd name="csY701" fmla="*/ 78825 h 360685"/>
                <a:gd name="csX702" fmla="*/ 328678 w 601939"/>
                <a:gd name="csY702" fmla="*/ 81692 h 360685"/>
                <a:gd name="csX703" fmla="*/ 331544 w 601939"/>
                <a:gd name="csY703" fmla="*/ 85991 h 360685"/>
                <a:gd name="csX704" fmla="*/ 332977 w 601939"/>
                <a:gd name="csY704" fmla="*/ 88380 h 360685"/>
                <a:gd name="csX705" fmla="*/ 332500 w 601939"/>
                <a:gd name="csY705" fmla="*/ 88858 h 360685"/>
                <a:gd name="csX706" fmla="*/ 332977 w 601939"/>
                <a:gd name="csY706" fmla="*/ 89813 h 360685"/>
                <a:gd name="csX707" fmla="*/ 333455 w 601939"/>
                <a:gd name="csY707" fmla="*/ 92202 h 360685"/>
                <a:gd name="csX708" fmla="*/ 334888 w 601939"/>
                <a:gd name="csY708" fmla="*/ 93635 h 360685"/>
                <a:gd name="csX709" fmla="*/ 337277 w 601939"/>
                <a:gd name="csY709" fmla="*/ 95068 h 360685"/>
                <a:gd name="csX710" fmla="*/ 339188 w 601939"/>
                <a:gd name="csY710" fmla="*/ 97935 h 360685"/>
                <a:gd name="csX711" fmla="*/ 341577 w 601939"/>
                <a:gd name="csY711" fmla="*/ 101279 h 360685"/>
                <a:gd name="csX712" fmla="*/ 344443 w 601939"/>
                <a:gd name="csY712" fmla="*/ 104145 h 360685"/>
                <a:gd name="csX713" fmla="*/ 344443 w 601939"/>
                <a:gd name="csY713" fmla="*/ 104145 h 360685"/>
                <a:gd name="csX714" fmla="*/ 347309 w 601939"/>
                <a:gd name="csY714" fmla="*/ 106056 h 360685"/>
                <a:gd name="csX715" fmla="*/ 349220 w 601939"/>
                <a:gd name="csY715" fmla="*/ 107967 h 360685"/>
                <a:gd name="csX716" fmla="*/ 349698 w 601939"/>
                <a:gd name="csY716" fmla="*/ 109878 h 360685"/>
                <a:gd name="csX717" fmla="*/ 349698 w 601939"/>
                <a:gd name="csY717" fmla="*/ 111311 h 360685"/>
                <a:gd name="csX718" fmla="*/ 349220 w 601939"/>
                <a:gd name="csY718" fmla="*/ 112266 h 360685"/>
                <a:gd name="csX719" fmla="*/ 349220 w 601939"/>
                <a:gd name="csY719" fmla="*/ 113222 h 360685"/>
                <a:gd name="csX720" fmla="*/ 350176 w 601939"/>
                <a:gd name="csY720" fmla="*/ 114177 h 360685"/>
                <a:gd name="csX721" fmla="*/ 350653 w 601939"/>
                <a:gd name="csY721" fmla="*/ 115611 h 360685"/>
                <a:gd name="csX722" fmla="*/ 350176 w 601939"/>
                <a:gd name="csY722" fmla="*/ 117522 h 360685"/>
                <a:gd name="csX723" fmla="*/ 350176 w 601939"/>
                <a:gd name="csY723" fmla="*/ 117999 h 360685"/>
                <a:gd name="csX724" fmla="*/ 350653 w 601939"/>
                <a:gd name="csY724" fmla="*/ 118477 h 360685"/>
                <a:gd name="csX725" fmla="*/ 353042 w 601939"/>
                <a:gd name="csY725" fmla="*/ 121343 h 360685"/>
                <a:gd name="csX726" fmla="*/ 354475 w 601939"/>
                <a:gd name="csY726" fmla="*/ 124210 h 360685"/>
                <a:gd name="csX727" fmla="*/ 355908 w 601939"/>
                <a:gd name="csY727" fmla="*/ 128031 h 360685"/>
                <a:gd name="csX728" fmla="*/ 355908 w 601939"/>
                <a:gd name="csY728" fmla="*/ 128031 h 360685"/>
                <a:gd name="csX729" fmla="*/ 357342 w 601939"/>
                <a:gd name="csY729" fmla="*/ 130420 h 360685"/>
                <a:gd name="csX730" fmla="*/ 357342 w 601939"/>
                <a:gd name="csY730" fmla="*/ 130420 h 360685"/>
                <a:gd name="csX731" fmla="*/ 358775 w 601939"/>
                <a:gd name="csY731" fmla="*/ 131376 h 360685"/>
                <a:gd name="csX732" fmla="*/ 361641 w 601939"/>
                <a:gd name="csY732" fmla="*/ 131854 h 360685"/>
                <a:gd name="csX733" fmla="*/ 364030 w 601939"/>
                <a:gd name="csY733" fmla="*/ 132331 h 360685"/>
                <a:gd name="csX734" fmla="*/ 365463 w 601939"/>
                <a:gd name="csY734" fmla="*/ 133764 h 360685"/>
                <a:gd name="csX735" fmla="*/ 367374 w 601939"/>
                <a:gd name="csY735" fmla="*/ 134720 h 360685"/>
                <a:gd name="csX736" fmla="*/ 367374 w 601939"/>
                <a:gd name="csY736" fmla="*/ 134720 h 360685"/>
                <a:gd name="csX737" fmla="*/ 369285 w 601939"/>
                <a:gd name="csY737" fmla="*/ 134720 h 360685"/>
                <a:gd name="csX738" fmla="*/ 371674 w 601939"/>
                <a:gd name="csY738" fmla="*/ 135675 h 360685"/>
                <a:gd name="csX739" fmla="*/ 373584 w 601939"/>
                <a:gd name="csY739" fmla="*/ 137108 h 360685"/>
                <a:gd name="csX740" fmla="*/ 377406 w 601939"/>
                <a:gd name="csY740" fmla="*/ 138064 h 360685"/>
                <a:gd name="csX741" fmla="*/ 377406 w 601939"/>
                <a:gd name="csY741" fmla="*/ 138064 h 360685"/>
                <a:gd name="csX742" fmla="*/ 383139 w 601939"/>
                <a:gd name="csY742" fmla="*/ 138542 h 360685"/>
                <a:gd name="csX743" fmla="*/ 387439 w 601939"/>
                <a:gd name="csY743" fmla="*/ 139497 h 360685"/>
                <a:gd name="csX744" fmla="*/ 390305 w 601939"/>
                <a:gd name="csY744" fmla="*/ 141408 h 360685"/>
                <a:gd name="csX745" fmla="*/ 391738 w 601939"/>
                <a:gd name="csY745" fmla="*/ 141886 h 360685"/>
                <a:gd name="csX746" fmla="*/ 391738 w 601939"/>
                <a:gd name="csY746" fmla="*/ 141886 h 360685"/>
                <a:gd name="csX747" fmla="*/ 391738 w 601939"/>
                <a:gd name="csY747" fmla="*/ 141886 h 360685"/>
                <a:gd name="csX748" fmla="*/ 392216 w 601939"/>
                <a:gd name="csY748" fmla="*/ 141886 h 360685"/>
                <a:gd name="csX749" fmla="*/ 392216 w 601939"/>
                <a:gd name="csY749" fmla="*/ 141408 h 360685"/>
                <a:gd name="csX750" fmla="*/ 393171 w 601939"/>
                <a:gd name="csY750" fmla="*/ 140453 h 360685"/>
                <a:gd name="csX751" fmla="*/ 396038 w 601939"/>
                <a:gd name="csY751" fmla="*/ 139975 h 360685"/>
                <a:gd name="csX752" fmla="*/ 395560 w 601939"/>
                <a:gd name="csY752" fmla="*/ 144274 h 360685"/>
                <a:gd name="csX753" fmla="*/ 394605 w 601939"/>
                <a:gd name="csY753" fmla="*/ 147619 h 360685"/>
                <a:gd name="csX754" fmla="*/ 390305 w 601939"/>
                <a:gd name="csY754" fmla="*/ 154784 h 360685"/>
                <a:gd name="csX755" fmla="*/ 388872 w 601939"/>
                <a:gd name="csY755" fmla="*/ 159084 h 360685"/>
                <a:gd name="csX756" fmla="*/ 385528 w 601939"/>
                <a:gd name="csY756" fmla="*/ 171505 h 360685"/>
                <a:gd name="csX757" fmla="*/ 384572 w 601939"/>
                <a:gd name="csY757" fmla="*/ 179626 h 360685"/>
                <a:gd name="csX758" fmla="*/ 384572 w 601939"/>
                <a:gd name="csY758" fmla="*/ 183448 h 360685"/>
                <a:gd name="csX759" fmla="*/ 384094 w 601939"/>
                <a:gd name="csY759" fmla="*/ 183926 h 360685"/>
                <a:gd name="csX760" fmla="*/ 384572 w 601939"/>
                <a:gd name="csY760" fmla="*/ 184404 h 360685"/>
                <a:gd name="csX761" fmla="*/ 383617 w 601939"/>
                <a:gd name="csY761" fmla="*/ 193003 h 360685"/>
                <a:gd name="csX762" fmla="*/ 384094 w 601939"/>
                <a:gd name="csY762" fmla="*/ 200169 h 360685"/>
                <a:gd name="csX763" fmla="*/ 384094 w 601939"/>
                <a:gd name="csY763" fmla="*/ 201124 h 360685"/>
                <a:gd name="csX764" fmla="*/ 382661 w 601939"/>
                <a:gd name="csY764" fmla="*/ 203513 h 360685"/>
                <a:gd name="csX765" fmla="*/ 381706 w 601939"/>
                <a:gd name="csY765" fmla="*/ 206379 h 360685"/>
                <a:gd name="csX766" fmla="*/ 382184 w 601939"/>
                <a:gd name="csY766" fmla="*/ 207812 h 360685"/>
                <a:gd name="csX767" fmla="*/ 382184 w 601939"/>
                <a:gd name="csY767" fmla="*/ 208768 h 360685"/>
                <a:gd name="csX768" fmla="*/ 383617 w 601939"/>
                <a:gd name="csY768" fmla="*/ 213068 h 360685"/>
                <a:gd name="csX769" fmla="*/ 383617 w 601939"/>
                <a:gd name="csY769" fmla="*/ 216411 h 360685"/>
                <a:gd name="csX770" fmla="*/ 387439 w 601939"/>
                <a:gd name="csY770" fmla="*/ 222144 h 360685"/>
                <a:gd name="csX771" fmla="*/ 389349 w 601939"/>
                <a:gd name="csY771" fmla="*/ 224533 h 360685"/>
                <a:gd name="csX772" fmla="*/ 391738 w 601939"/>
                <a:gd name="csY772" fmla="*/ 225966 h 360685"/>
                <a:gd name="csX773" fmla="*/ 392694 w 601939"/>
                <a:gd name="csY773" fmla="*/ 226921 h 360685"/>
                <a:gd name="csX774" fmla="*/ 392216 w 601939"/>
                <a:gd name="csY774" fmla="*/ 229788 h 360685"/>
                <a:gd name="csX775" fmla="*/ 391260 w 601939"/>
                <a:gd name="csY775" fmla="*/ 230743 h 360685"/>
                <a:gd name="csX776" fmla="*/ 390783 w 601939"/>
                <a:gd name="csY776" fmla="*/ 232654 h 360685"/>
                <a:gd name="csX777" fmla="*/ 390305 w 601939"/>
                <a:gd name="csY777" fmla="*/ 231221 h 360685"/>
                <a:gd name="csX778" fmla="*/ 390305 w 601939"/>
                <a:gd name="csY778" fmla="*/ 228833 h 360685"/>
                <a:gd name="csX779" fmla="*/ 391260 w 601939"/>
                <a:gd name="csY779" fmla="*/ 227877 h 360685"/>
                <a:gd name="csX780" fmla="*/ 391260 w 601939"/>
                <a:gd name="csY780" fmla="*/ 226921 h 360685"/>
                <a:gd name="csX781" fmla="*/ 389827 w 601939"/>
                <a:gd name="csY781" fmla="*/ 225966 h 360685"/>
                <a:gd name="csX782" fmla="*/ 387439 w 601939"/>
                <a:gd name="csY782" fmla="*/ 223100 h 360685"/>
                <a:gd name="csX783" fmla="*/ 384094 w 601939"/>
                <a:gd name="csY783" fmla="*/ 218322 h 360685"/>
                <a:gd name="csX784" fmla="*/ 386483 w 601939"/>
                <a:gd name="csY784" fmla="*/ 226444 h 360685"/>
                <a:gd name="csX785" fmla="*/ 386961 w 601939"/>
                <a:gd name="csY785" fmla="*/ 227877 h 360685"/>
                <a:gd name="csX786" fmla="*/ 387916 w 601939"/>
                <a:gd name="csY786" fmla="*/ 228355 h 360685"/>
                <a:gd name="csX787" fmla="*/ 388872 w 601939"/>
                <a:gd name="csY787" fmla="*/ 228833 h 360685"/>
                <a:gd name="csX788" fmla="*/ 388872 w 601939"/>
                <a:gd name="csY788" fmla="*/ 229788 h 360685"/>
                <a:gd name="csX789" fmla="*/ 388872 w 601939"/>
                <a:gd name="csY789" fmla="*/ 230266 h 360685"/>
                <a:gd name="csX790" fmla="*/ 391738 w 601939"/>
                <a:gd name="csY790" fmla="*/ 235998 h 360685"/>
                <a:gd name="csX791" fmla="*/ 395082 w 601939"/>
                <a:gd name="csY791" fmla="*/ 241731 h 360685"/>
                <a:gd name="csX792" fmla="*/ 395082 w 601939"/>
                <a:gd name="csY792" fmla="*/ 243642 h 360685"/>
                <a:gd name="csX793" fmla="*/ 396516 w 601939"/>
                <a:gd name="csY793" fmla="*/ 245553 h 360685"/>
                <a:gd name="csX794" fmla="*/ 404637 w 601939"/>
                <a:gd name="csY794" fmla="*/ 253675 h 360685"/>
                <a:gd name="csX795" fmla="*/ 409892 w 601939"/>
                <a:gd name="csY795" fmla="*/ 259885 h 360685"/>
                <a:gd name="csX796" fmla="*/ 411325 w 601939"/>
                <a:gd name="csY796" fmla="*/ 265618 h 360685"/>
                <a:gd name="csX797" fmla="*/ 412281 w 601939"/>
                <a:gd name="csY797" fmla="*/ 267529 h 360685"/>
                <a:gd name="csX798" fmla="*/ 413236 w 601939"/>
                <a:gd name="csY798" fmla="*/ 269917 h 360685"/>
                <a:gd name="csX799" fmla="*/ 416102 w 601939"/>
                <a:gd name="csY799" fmla="*/ 272784 h 360685"/>
                <a:gd name="csX800" fmla="*/ 417058 w 601939"/>
                <a:gd name="csY800" fmla="*/ 274694 h 360685"/>
                <a:gd name="csX801" fmla="*/ 418969 w 601939"/>
                <a:gd name="csY801" fmla="*/ 275650 h 360685"/>
                <a:gd name="csX802" fmla="*/ 420402 w 601939"/>
                <a:gd name="csY802" fmla="*/ 278516 h 360685"/>
                <a:gd name="csX803" fmla="*/ 423268 w 601939"/>
                <a:gd name="csY803" fmla="*/ 280427 h 360685"/>
                <a:gd name="csX804" fmla="*/ 422313 w 601939"/>
                <a:gd name="csY804" fmla="*/ 280427 h 360685"/>
                <a:gd name="csX805" fmla="*/ 419924 w 601939"/>
                <a:gd name="csY805" fmla="*/ 279472 h 360685"/>
                <a:gd name="csX806" fmla="*/ 420402 w 601939"/>
                <a:gd name="csY806" fmla="*/ 279950 h 360685"/>
                <a:gd name="csX807" fmla="*/ 422313 w 601939"/>
                <a:gd name="csY807" fmla="*/ 281383 h 360685"/>
                <a:gd name="csX808" fmla="*/ 426135 w 601939"/>
                <a:gd name="csY808" fmla="*/ 282338 h 360685"/>
                <a:gd name="csX809" fmla="*/ 427090 w 601939"/>
                <a:gd name="csY809" fmla="*/ 282338 h 360685"/>
                <a:gd name="csX810" fmla="*/ 425657 w 601939"/>
                <a:gd name="csY810" fmla="*/ 281860 h 360685"/>
                <a:gd name="csX811" fmla="*/ 424224 w 601939"/>
                <a:gd name="csY811" fmla="*/ 280905 h 360685"/>
                <a:gd name="csX812" fmla="*/ 424701 w 601939"/>
                <a:gd name="csY812" fmla="*/ 280905 h 360685"/>
                <a:gd name="csX813" fmla="*/ 427568 w 601939"/>
                <a:gd name="csY813" fmla="*/ 281860 h 360685"/>
                <a:gd name="csX814" fmla="*/ 434734 w 601939"/>
                <a:gd name="csY814" fmla="*/ 282338 h 360685"/>
                <a:gd name="csX815" fmla="*/ 438078 w 601939"/>
                <a:gd name="csY815" fmla="*/ 284727 h 360685"/>
                <a:gd name="csX816" fmla="*/ 442377 w 601939"/>
                <a:gd name="csY816" fmla="*/ 285682 h 360685"/>
                <a:gd name="csX817" fmla="*/ 444766 w 601939"/>
                <a:gd name="csY817" fmla="*/ 289026 h 360685"/>
                <a:gd name="csX818" fmla="*/ 447632 w 601939"/>
                <a:gd name="csY818" fmla="*/ 292370 h 360685"/>
                <a:gd name="csX819" fmla="*/ 449066 w 601939"/>
                <a:gd name="csY819" fmla="*/ 292370 h 360685"/>
                <a:gd name="csX820" fmla="*/ 450499 w 601939"/>
                <a:gd name="csY820" fmla="*/ 292370 h 360685"/>
                <a:gd name="csX821" fmla="*/ 454798 w 601939"/>
                <a:gd name="csY821" fmla="*/ 291893 h 360685"/>
                <a:gd name="csX822" fmla="*/ 461009 w 601939"/>
                <a:gd name="csY822" fmla="*/ 289982 h 360685"/>
                <a:gd name="csX823" fmla="*/ 462920 w 601939"/>
                <a:gd name="csY823" fmla="*/ 289026 h 360685"/>
                <a:gd name="csX824" fmla="*/ 467219 w 601939"/>
                <a:gd name="csY824" fmla="*/ 287593 h 360685"/>
                <a:gd name="csX825" fmla="*/ 473908 w 601939"/>
                <a:gd name="csY825" fmla="*/ 287116 h 360685"/>
                <a:gd name="csX826" fmla="*/ 475819 w 601939"/>
                <a:gd name="csY826" fmla="*/ 287593 h 360685"/>
                <a:gd name="csX827" fmla="*/ 480596 w 601939"/>
                <a:gd name="csY827" fmla="*/ 286638 h 360685"/>
                <a:gd name="csX828" fmla="*/ 482984 w 601939"/>
                <a:gd name="csY828" fmla="*/ 285682 h 360685"/>
                <a:gd name="csX829" fmla="*/ 483462 w 601939"/>
                <a:gd name="csY829" fmla="*/ 284727 h 360685"/>
                <a:gd name="csX830" fmla="*/ 483940 w 601939"/>
                <a:gd name="csY830" fmla="*/ 283771 h 360685"/>
                <a:gd name="csX831" fmla="*/ 488239 w 601939"/>
                <a:gd name="csY831" fmla="*/ 282816 h 360685"/>
                <a:gd name="csX832" fmla="*/ 489195 w 601939"/>
                <a:gd name="csY832" fmla="*/ 282816 h 360685"/>
                <a:gd name="csX833" fmla="*/ 493972 w 601939"/>
                <a:gd name="csY833" fmla="*/ 282338 h 360685"/>
                <a:gd name="csX834" fmla="*/ 495883 w 601939"/>
                <a:gd name="csY834" fmla="*/ 282338 h 360685"/>
                <a:gd name="csX835" fmla="*/ 498750 w 601939"/>
                <a:gd name="csY835" fmla="*/ 281860 h 360685"/>
                <a:gd name="csX836" fmla="*/ 500661 w 601939"/>
                <a:gd name="csY836" fmla="*/ 283294 h 360685"/>
                <a:gd name="csX837" fmla="*/ 500661 w 601939"/>
                <a:gd name="csY837" fmla="*/ 284249 h 360685"/>
                <a:gd name="csX838" fmla="*/ 499227 w 601939"/>
                <a:gd name="csY838" fmla="*/ 284727 h 360685"/>
                <a:gd name="csX839" fmla="*/ 499705 w 601939"/>
                <a:gd name="csY839" fmla="*/ 285682 h 360685"/>
                <a:gd name="csX840" fmla="*/ 502094 w 601939"/>
                <a:gd name="csY840" fmla="*/ 286638 h 360685"/>
                <a:gd name="csX841" fmla="*/ 505915 w 601939"/>
                <a:gd name="csY841" fmla="*/ 287116 h 360685"/>
                <a:gd name="csX842" fmla="*/ 507349 w 601939"/>
                <a:gd name="csY842" fmla="*/ 287116 h 360685"/>
                <a:gd name="csX843" fmla="*/ 509260 w 601939"/>
                <a:gd name="csY843" fmla="*/ 285205 h 360685"/>
                <a:gd name="csX844" fmla="*/ 512604 w 601939"/>
                <a:gd name="csY844" fmla="*/ 283771 h 360685"/>
                <a:gd name="csX845" fmla="*/ 512604 w 601939"/>
                <a:gd name="csY845" fmla="*/ 281860 h 360685"/>
                <a:gd name="csX846" fmla="*/ 511648 w 601939"/>
                <a:gd name="csY846" fmla="*/ 280905 h 360685"/>
                <a:gd name="csX847" fmla="*/ 510693 w 601939"/>
                <a:gd name="csY847" fmla="*/ 280905 h 360685"/>
                <a:gd name="csX848" fmla="*/ 510693 w 601939"/>
                <a:gd name="csY848" fmla="*/ 280427 h 360685"/>
                <a:gd name="csX849" fmla="*/ 511171 w 601939"/>
                <a:gd name="csY849" fmla="*/ 278994 h 360685"/>
                <a:gd name="csX850" fmla="*/ 511171 w 601939"/>
                <a:gd name="csY850" fmla="*/ 278516 h 360685"/>
                <a:gd name="csX851" fmla="*/ 509260 w 601939"/>
                <a:gd name="csY851" fmla="*/ 279950 h 360685"/>
                <a:gd name="csX852" fmla="*/ 508782 w 601939"/>
                <a:gd name="csY852" fmla="*/ 279950 h 360685"/>
                <a:gd name="csX853" fmla="*/ 508782 w 601939"/>
                <a:gd name="csY853" fmla="*/ 278994 h 360685"/>
                <a:gd name="csX854" fmla="*/ 509260 w 601939"/>
                <a:gd name="csY854" fmla="*/ 278516 h 360685"/>
                <a:gd name="csX855" fmla="*/ 515470 w 601939"/>
                <a:gd name="csY855" fmla="*/ 275650 h 360685"/>
                <a:gd name="csX856" fmla="*/ 516903 w 601939"/>
                <a:gd name="csY856" fmla="*/ 274694 h 360685"/>
                <a:gd name="csX857" fmla="*/ 518814 w 601939"/>
                <a:gd name="csY857" fmla="*/ 273739 h 360685"/>
                <a:gd name="csX858" fmla="*/ 523114 w 601939"/>
                <a:gd name="csY858" fmla="*/ 269917 h 360685"/>
                <a:gd name="csX859" fmla="*/ 524069 w 601939"/>
                <a:gd name="csY859" fmla="*/ 262751 h 360685"/>
                <a:gd name="csX860" fmla="*/ 525025 w 601939"/>
                <a:gd name="csY860" fmla="*/ 261318 h 360685"/>
                <a:gd name="csX861" fmla="*/ 527891 w 601939"/>
                <a:gd name="csY861" fmla="*/ 258929 h 360685"/>
                <a:gd name="csX862" fmla="*/ 527891 w 601939"/>
                <a:gd name="csY862" fmla="*/ 258452 h 360685"/>
                <a:gd name="csX863" fmla="*/ 528369 w 601939"/>
                <a:gd name="csY863" fmla="*/ 257018 h 360685"/>
                <a:gd name="csX864" fmla="*/ 527891 w 601939"/>
                <a:gd name="csY864" fmla="*/ 253197 h 360685"/>
                <a:gd name="csX865" fmla="*/ 528369 w 601939"/>
                <a:gd name="csY865" fmla="*/ 249852 h 360685"/>
                <a:gd name="csX866" fmla="*/ 528369 w 601939"/>
                <a:gd name="csY866" fmla="*/ 246509 h 360685"/>
                <a:gd name="csX867" fmla="*/ 528846 w 601939"/>
                <a:gd name="csY867" fmla="*/ 243642 h 360685"/>
                <a:gd name="csX868" fmla="*/ 529324 w 601939"/>
                <a:gd name="csY868" fmla="*/ 242687 h 360685"/>
                <a:gd name="csX869" fmla="*/ 530757 w 601939"/>
                <a:gd name="csY869" fmla="*/ 237909 h 360685"/>
                <a:gd name="csX870" fmla="*/ 534102 w 601939"/>
                <a:gd name="csY870" fmla="*/ 235521 h 360685"/>
                <a:gd name="csX871" fmla="*/ 539834 w 601939"/>
                <a:gd name="csY871" fmla="*/ 233132 h 360685"/>
                <a:gd name="csX872" fmla="*/ 541268 w 601939"/>
                <a:gd name="csY872" fmla="*/ 232654 h 360685"/>
                <a:gd name="csX873" fmla="*/ 559899 w 601939"/>
                <a:gd name="csY873" fmla="*/ 230266 h 360685"/>
                <a:gd name="csX874" fmla="*/ 562765 w 601939"/>
                <a:gd name="csY874" fmla="*/ 229310 h 360685"/>
                <a:gd name="csX875" fmla="*/ 565632 w 601939"/>
                <a:gd name="csY875" fmla="*/ 227399 h 360685"/>
                <a:gd name="csX876" fmla="*/ 568020 w 601939"/>
                <a:gd name="csY876" fmla="*/ 226921 h 360685"/>
                <a:gd name="csX877" fmla="*/ 572320 w 601939"/>
                <a:gd name="csY877" fmla="*/ 226921 h 360685"/>
                <a:gd name="csX878" fmla="*/ 573753 w 601939"/>
                <a:gd name="csY878" fmla="*/ 226921 h 360685"/>
                <a:gd name="csX879" fmla="*/ 573753 w 601939"/>
                <a:gd name="csY879" fmla="*/ 226444 h 360685"/>
                <a:gd name="csX880" fmla="*/ 574231 w 601939"/>
                <a:gd name="csY880" fmla="*/ 226444 h 360685"/>
                <a:gd name="csX881" fmla="*/ 574709 w 601939"/>
                <a:gd name="csY881" fmla="*/ 225966 h 360685"/>
                <a:gd name="csX882" fmla="*/ 577097 w 601939"/>
                <a:gd name="csY882" fmla="*/ 226444 h 360685"/>
                <a:gd name="csX883" fmla="*/ 581875 w 601939"/>
                <a:gd name="csY883" fmla="*/ 227399 h 360685"/>
                <a:gd name="csX884" fmla="*/ 583785 w 601939"/>
                <a:gd name="csY884" fmla="*/ 227877 h 360685"/>
                <a:gd name="csX885" fmla="*/ 587607 w 601939"/>
                <a:gd name="csY885" fmla="*/ 228833 h 360685"/>
                <a:gd name="csX886" fmla="*/ 592385 w 601939"/>
                <a:gd name="csY886" fmla="*/ 229310 h 360685"/>
                <a:gd name="csX887" fmla="*/ 592862 w 601939"/>
                <a:gd name="csY887" fmla="*/ 229310 h 360685"/>
                <a:gd name="csX888" fmla="*/ 593340 w 601939"/>
                <a:gd name="csY888" fmla="*/ 228833 h 360685"/>
                <a:gd name="csX889" fmla="*/ 593818 w 601939"/>
                <a:gd name="csY889" fmla="*/ 227877 h 360685"/>
                <a:gd name="csX890" fmla="*/ 593340 w 601939"/>
                <a:gd name="csY890" fmla="*/ 227399 h 360685"/>
                <a:gd name="csX891" fmla="*/ 592862 w 601939"/>
                <a:gd name="csY891" fmla="*/ 227399 h 360685"/>
                <a:gd name="csX892" fmla="*/ 592385 w 601939"/>
                <a:gd name="csY892" fmla="*/ 227877 h 360685"/>
                <a:gd name="csX893" fmla="*/ 591429 w 601939"/>
                <a:gd name="csY893" fmla="*/ 227877 h 360685"/>
                <a:gd name="csX894" fmla="*/ 589518 w 601939"/>
                <a:gd name="csY894" fmla="*/ 227399 h 360685"/>
                <a:gd name="csX895" fmla="*/ 589996 w 601939"/>
                <a:gd name="csY895" fmla="*/ 226921 h 360685"/>
                <a:gd name="csX896" fmla="*/ 591907 w 601939"/>
                <a:gd name="csY896" fmla="*/ 226921 h 360685"/>
                <a:gd name="csX897" fmla="*/ 592862 w 601939"/>
                <a:gd name="csY897" fmla="*/ 226921 h 360685"/>
                <a:gd name="csX898" fmla="*/ 594773 w 601939"/>
                <a:gd name="csY898" fmla="*/ 225966 h 360685"/>
                <a:gd name="csX899" fmla="*/ 596684 w 601939"/>
                <a:gd name="csY899" fmla="*/ 226444 h 360685"/>
                <a:gd name="csX900" fmla="*/ 599073 w 601939"/>
                <a:gd name="csY900" fmla="*/ 229310 h 360685"/>
                <a:gd name="csX901" fmla="*/ 600506 w 601939"/>
                <a:gd name="csY901" fmla="*/ 229788 h 360685"/>
                <a:gd name="csX902" fmla="*/ 600984 w 601939"/>
                <a:gd name="csY902" fmla="*/ 233610 h 360685"/>
                <a:gd name="csX903" fmla="*/ 600984 w 601939"/>
                <a:gd name="csY903" fmla="*/ 234087 h 360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</a:cxnLst>
              <a:rect l="l" t="t" r="r" b="b"/>
              <a:pathLst>
                <a:path w="601939" h="360685">
                  <a:moveTo>
                    <a:pt x="600984" y="234087"/>
                  </a:moveTo>
                  <a:lnTo>
                    <a:pt x="601939" y="235043"/>
                  </a:lnTo>
                  <a:lnTo>
                    <a:pt x="600984" y="237909"/>
                  </a:lnTo>
                  <a:lnTo>
                    <a:pt x="600028" y="240298"/>
                  </a:lnTo>
                  <a:lnTo>
                    <a:pt x="598595" y="242209"/>
                  </a:lnTo>
                  <a:lnTo>
                    <a:pt x="596206" y="245075"/>
                  </a:lnTo>
                  <a:lnTo>
                    <a:pt x="592862" y="247464"/>
                  </a:lnTo>
                  <a:lnTo>
                    <a:pt x="589041" y="252719"/>
                  </a:lnTo>
                  <a:lnTo>
                    <a:pt x="588085" y="255585"/>
                  </a:lnTo>
                  <a:lnTo>
                    <a:pt x="588085" y="257496"/>
                  </a:lnTo>
                  <a:lnTo>
                    <a:pt x="588563" y="259407"/>
                  </a:lnTo>
                  <a:lnTo>
                    <a:pt x="588563" y="259885"/>
                  </a:lnTo>
                  <a:lnTo>
                    <a:pt x="588085" y="260840"/>
                  </a:lnTo>
                  <a:lnTo>
                    <a:pt x="587129" y="260840"/>
                  </a:lnTo>
                  <a:lnTo>
                    <a:pt x="585696" y="261796"/>
                  </a:lnTo>
                  <a:lnTo>
                    <a:pt x="583785" y="264184"/>
                  </a:lnTo>
                  <a:lnTo>
                    <a:pt x="583308" y="265140"/>
                  </a:lnTo>
                  <a:lnTo>
                    <a:pt x="584263" y="266095"/>
                  </a:lnTo>
                  <a:lnTo>
                    <a:pt x="585696" y="265618"/>
                  </a:lnTo>
                  <a:lnTo>
                    <a:pt x="587129" y="265618"/>
                  </a:lnTo>
                  <a:lnTo>
                    <a:pt x="588085" y="265140"/>
                  </a:lnTo>
                  <a:lnTo>
                    <a:pt x="589041" y="265618"/>
                  </a:lnTo>
                  <a:lnTo>
                    <a:pt x="588563" y="267051"/>
                  </a:lnTo>
                  <a:lnTo>
                    <a:pt x="587607" y="268006"/>
                  </a:lnTo>
                  <a:lnTo>
                    <a:pt x="587129" y="268484"/>
                  </a:lnTo>
                  <a:lnTo>
                    <a:pt x="586174" y="268484"/>
                  </a:lnTo>
                  <a:lnTo>
                    <a:pt x="584741" y="269440"/>
                  </a:lnTo>
                  <a:lnTo>
                    <a:pt x="584263" y="269917"/>
                  </a:lnTo>
                  <a:lnTo>
                    <a:pt x="584263" y="271828"/>
                  </a:lnTo>
                  <a:lnTo>
                    <a:pt x="584741" y="271828"/>
                  </a:lnTo>
                  <a:lnTo>
                    <a:pt x="586174" y="270395"/>
                  </a:lnTo>
                  <a:lnTo>
                    <a:pt x="587129" y="270395"/>
                  </a:lnTo>
                  <a:lnTo>
                    <a:pt x="587129" y="270873"/>
                  </a:lnTo>
                  <a:lnTo>
                    <a:pt x="585219" y="275650"/>
                  </a:lnTo>
                  <a:lnTo>
                    <a:pt x="584263" y="280427"/>
                  </a:lnTo>
                  <a:lnTo>
                    <a:pt x="582830" y="283294"/>
                  </a:lnTo>
                  <a:lnTo>
                    <a:pt x="582352" y="287116"/>
                  </a:lnTo>
                  <a:lnTo>
                    <a:pt x="581397" y="289026"/>
                  </a:lnTo>
                  <a:lnTo>
                    <a:pt x="580441" y="290459"/>
                  </a:lnTo>
                  <a:lnTo>
                    <a:pt x="579486" y="290459"/>
                  </a:lnTo>
                  <a:lnTo>
                    <a:pt x="578053" y="287116"/>
                  </a:lnTo>
                  <a:lnTo>
                    <a:pt x="576619" y="286638"/>
                  </a:lnTo>
                  <a:lnTo>
                    <a:pt x="576142" y="285682"/>
                  </a:lnTo>
                  <a:lnTo>
                    <a:pt x="577097" y="281860"/>
                  </a:lnTo>
                  <a:lnTo>
                    <a:pt x="576619" y="279472"/>
                  </a:lnTo>
                  <a:lnTo>
                    <a:pt x="576142" y="279950"/>
                  </a:lnTo>
                  <a:lnTo>
                    <a:pt x="574709" y="280905"/>
                  </a:lnTo>
                  <a:lnTo>
                    <a:pt x="573275" y="281860"/>
                  </a:lnTo>
                  <a:lnTo>
                    <a:pt x="573753" y="283294"/>
                  </a:lnTo>
                  <a:lnTo>
                    <a:pt x="571842" y="285682"/>
                  </a:lnTo>
                  <a:lnTo>
                    <a:pt x="571364" y="286638"/>
                  </a:lnTo>
                  <a:lnTo>
                    <a:pt x="569931" y="286638"/>
                  </a:lnTo>
                  <a:lnTo>
                    <a:pt x="568020" y="286638"/>
                  </a:lnTo>
                  <a:lnTo>
                    <a:pt x="567065" y="287116"/>
                  </a:lnTo>
                  <a:lnTo>
                    <a:pt x="565632" y="289982"/>
                  </a:lnTo>
                  <a:lnTo>
                    <a:pt x="562765" y="294282"/>
                  </a:lnTo>
                  <a:lnTo>
                    <a:pt x="561332" y="296192"/>
                  </a:lnTo>
                  <a:lnTo>
                    <a:pt x="560377" y="297148"/>
                  </a:lnTo>
                  <a:lnTo>
                    <a:pt x="559421" y="297148"/>
                  </a:lnTo>
                  <a:lnTo>
                    <a:pt x="558944" y="296670"/>
                  </a:lnTo>
                  <a:lnTo>
                    <a:pt x="558466" y="296670"/>
                  </a:lnTo>
                  <a:lnTo>
                    <a:pt x="556555" y="295715"/>
                  </a:lnTo>
                  <a:lnTo>
                    <a:pt x="556077" y="295715"/>
                  </a:lnTo>
                  <a:lnTo>
                    <a:pt x="555122" y="296192"/>
                  </a:lnTo>
                  <a:lnTo>
                    <a:pt x="555122" y="296192"/>
                  </a:lnTo>
                  <a:lnTo>
                    <a:pt x="554166" y="297625"/>
                  </a:lnTo>
                  <a:lnTo>
                    <a:pt x="554166" y="299059"/>
                  </a:lnTo>
                  <a:lnTo>
                    <a:pt x="550344" y="299059"/>
                  </a:lnTo>
                  <a:lnTo>
                    <a:pt x="543178" y="299059"/>
                  </a:lnTo>
                  <a:lnTo>
                    <a:pt x="534102" y="299059"/>
                  </a:lnTo>
                  <a:lnTo>
                    <a:pt x="525503" y="299059"/>
                  </a:lnTo>
                  <a:lnTo>
                    <a:pt x="518337" y="299059"/>
                  </a:lnTo>
                  <a:lnTo>
                    <a:pt x="518337" y="299059"/>
                  </a:lnTo>
                  <a:lnTo>
                    <a:pt x="518337" y="299059"/>
                  </a:lnTo>
                  <a:lnTo>
                    <a:pt x="517859" y="302881"/>
                  </a:lnTo>
                  <a:lnTo>
                    <a:pt x="517859" y="306225"/>
                  </a:lnTo>
                  <a:lnTo>
                    <a:pt x="517859" y="310047"/>
                  </a:lnTo>
                  <a:lnTo>
                    <a:pt x="514037" y="309569"/>
                  </a:lnTo>
                  <a:lnTo>
                    <a:pt x="509737" y="309569"/>
                  </a:lnTo>
                  <a:lnTo>
                    <a:pt x="510215" y="310047"/>
                  </a:lnTo>
                  <a:lnTo>
                    <a:pt x="511648" y="311002"/>
                  </a:lnTo>
                  <a:lnTo>
                    <a:pt x="513559" y="312435"/>
                  </a:lnTo>
                  <a:lnTo>
                    <a:pt x="515948" y="314824"/>
                  </a:lnTo>
                  <a:lnTo>
                    <a:pt x="515948" y="315301"/>
                  </a:lnTo>
                  <a:lnTo>
                    <a:pt x="518337" y="317212"/>
                  </a:lnTo>
                  <a:lnTo>
                    <a:pt x="521680" y="318646"/>
                  </a:lnTo>
                  <a:lnTo>
                    <a:pt x="523591" y="320079"/>
                  </a:lnTo>
                  <a:lnTo>
                    <a:pt x="524547" y="321512"/>
                  </a:lnTo>
                  <a:lnTo>
                    <a:pt x="525025" y="322945"/>
                  </a:lnTo>
                  <a:lnTo>
                    <a:pt x="525025" y="323901"/>
                  </a:lnTo>
                  <a:lnTo>
                    <a:pt x="525025" y="323901"/>
                  </a:lnTo>
                  <a:lnTo>
                    <a:pt x="526458" y="324856"/>
                  </a:lnTo>
                  <a:lnTo>
                    <a:pt x="528369" y="325334"/>
                  </a:lnTo>
                  <a:lnTo>
                    <a:pt x="529324" y="326289"/>
                  </a:lnTo>
                  <a:lnTo>
                    <a:pt x="529324" y="326767"/>
                  </a:lnTo>
                  <a:lnTo>
                    <a:pt x="528846" y="328678"/>
                  </a:lnTo>
                  <a:lnTo>
                    <a:pt x="528846" y="328678"/>
                  </a:lnTo>
                  <a:lnTo>
                    <a:pt x="528846" y="330111"/>
                  </a:lnTo>
                  <a:lnTo>
                    <a:pt x="528846" y="330589"/>
                  </a:lnTo>
                  <a:lnTo>
                    <a:pt x="528846" y="332022"/>
                  </a:lnTo>
                  <a:lnTo>
                    <a:pt x="527413" y="332022"/>
                  </a:lnTo>
                  <a:lnTo>
                    <a:pt x="523591" y="332022"/>
                  </a:lnTo>
                  <a:lnTo>
                    <a:pt x="518337" y="332022"/>
                  </a:lnTo>
                  <a:lnTo>
                    <a:pt x="513081" y="332022"/>
                  </a:lnTo>
                  <a:lnTo>
                    <a:pt x="509260" y="332022"/>
                  </a:lnTo>
                  <a:lnTo>
                    <a:pt x="503527" y="332022"/>
                  </a:lnTo>
                  <a:lnTo>
                    <a:pt x="501616" y="334889"/>
                  </a:lnTo>
                  <a:lnTo>
                    <a:pt x="498750" y="339188"/>
                  </a:lnTo>
                  <a:lnTo>
                    <a:pt x="496361" y="343010"/>
                  </a:lnTo>
                  <a:lnTo>
                    <a:pt x="494450" y="346354"/>
                  </a:lnTo>
                  <a:lnTo>
                    <a:pt x="493972" y="346832"/>
                  </a:lnTo>
                  <a:lnTo>
                    <a:pt x="493972" y="347787"/>
                  </a:lnTo>
                  <a:lnTo>
                    <a:pt x="496361" y="350654"/>
                  </a:lnTo>
                  <a:lnTo>
                    <a:pt x="496361" y="351609"/>
                  </a:lnTo>
                  <a:lnTo>
                    <a:pt x="496361" y="351609"/>
                  </a:lnTo>
                  <a:lnTo>
                    <a:pt x="495405" y="352087"/>
                  </a:lnTo>
                  <a:lnTo>
                    <a:pt x="494928" y="353042"/>
                  </a:lnTo>
                  <a:lnTo>
                    <a:pt x="494928" y="353998"/>
                  </a:lnTo>
                  <a:lnTo>
                    <a:pt x="494450" y="355431"/>
                  </a:lnTo>
                  <a:lnTo>
                    <a:pt x="494450" y="356864"/>
                  </a:lnTo>
                  <a:lnTo>
                    <a:pt x="494928" y="357819"/>
                  </a:lnTo>
                  <a:lnTo>
                    <a:pt x="494450" y="358775"/>
                  </a:lnTo>
                  <a:lnTo>
                    <a:pt x="494450" y="359253"/>
                  </a:lnTo>
                  <a:lnTo>
                    <a:pt x="493972" y="360208"/>
                  </a:lnTo>
                  <a:lnTo>
                    <a:pt x="493495" y="360686"/>
                  </a:lnTo>
                  <a:lnTo>
                    <a:pt x="493017" y="360208"/>
                  </a:lnTo>
                  <a:lnTo>
                    <a:pt x="487762" y="355431"/>
                  </a:lnTo>
                  <a:lnTo>
                    <a:pt x="482029" y="349698"/>
                  </a:lnTo>
                  <a:lnTo>
                    <a:pt x="480118" y="347787"/>
                  </a:lnTo>
                  <a:lnTo>
                    <a:pt x="477730" y="346354"/>
                  </a:lnTo>
                  <a:lnTo>
                    <a:pt x="474863" y="343965"/>
                  </a:lnTo>
                  <a:lnTo>
                    <a:pt x="467697" y="338232"/>
                  </a:lnTo>
                  <a:lnTo>
                    <a:pt x="463875" y="335366"/>
                  </a:lnTo>
                  <a:lnTo>
                    <a:pt x="460054" y="332500"/>
                  </a:lnTo>
                  <a:lnTo>
                    <a:pt x="456709" y="330589"/>
                  </a:lnTo>
                  <a:lnTo>
                    <a:pt x="453843" y="329633"/>
                  </a:lnTo>
                  <a:lnTo>
                    <a:pt x="452410" y="329156"/>
                  </a:lnTo>
                  <a:lnTo>
                    <a:pt x="450977" y="328200"/>
                  </a:lnTo>
                  <a:lnTo>
                    <a:pt x="450499" y="328200"/>
                  </a:lnTo>
                  <a:lnTo>
                    <a:pt x="450021" y="329156"/>
                  </a:lnTo>
                  <a:lnTo>
                    <a:pt x="450977" y="329633"/>
                  </a:lnTo>
                  <a:lnTo>
                    <a:pt x="452410" y="330111"/>
                  </a:lnTo>
                  <a:lnTo>
                    <a:pt x="453365" y="330111"/>
                  </a:lnTo>
                  <a:lnTo>
                    <a:pt x="454798" y="330589"/>
                  </a:lnTo>
                  <a:lnTo>
                    <a:pt x="457665" y="332500"/>
                  </a:lnTo>
                  <a:lnTo>
                    <a:pt x="458620" y="332977"/>
                  </a:lnTo>
                  <a:lnTo>
                    <a:pt x="449066" y="330111"/>
                  </a:lnTo>
                  <a:lnTo>
                    <a:pt x="445244" y="329633"/>
                  </a:lnTo>
                  <a:lnTo>
                    <a:pt x="444766" y="329156"/>
                  </a:lnTo>
                  <a:lnTo>
                    <a:pt x="446677" y="327723"/>
                  </a:lnTo>
                  <a:lnTo>
                    <a:pt x="446199" y="326767"/>
                  </a:lnTo>
                  <a:lnTo>
                    <a:pt x="445722" y="326767"/>
                  </a:lnTo>
                  <a:lnTo>
                    <a:pt x="443333" y="328200"/>
                  </a:lnTo>
                  <a:lnTo>
                    <a:pt x="442855" y="328200"/>
                  </a:lnTo>
                  <a:lnTo>
                    <a:pt x="442377" y="327245"/>
                  </a:lnTo>
                  <a:lnTo>
                    <a:pt x="442855" y="326767"/>
                  </a:lnTo>
                  <a:lnTo>
                    <a:pt x="441422" y="325812"/>
                  </a:lnTo>
                  <a:lnTo>
                    <a:pt x="440466" y="325812"/>
                  </a:lnTo>
                  <a:lnTo>
                    <a:pt x="439989" y="326289"/>
                  </a:lnTo>
                  <a:lnTo>
                    <a:pt x="438078" y="327723"/>
                  </a:lnTo>
                  <a:lnTo>
                    <a:pt x="438078" y="328200"/>
                  </a:lnTo>
                  <a:lnTo>
                    <a:pt x="441422" y="328678"/>
                  </a:lnTo>
                  <a:lnTo>
                    <a:pt x="442855" y="329156"/>
                  </a:lnTo>
                  <a:lnTo>
                    <a:pt x="442377" y="329633"/>
                  </a:lnTo>
                  <a:lnTo>
                    <a:pt x="439511" y="329633"/>
                  </a:lnTo>
                  <a:lnTo>
                    <a:pt x="435689" y="330111"/>
                  </a:lnTo>
                  <a:lnTo>
                    <a:pt x="429479" y="333933"/>
                  </a:lnTo>
                  <a:lnTo>
                    <a:pt x="423268" y="335366"/>
                  </a:lnTo>
                  <a:lnTo>
                    <a:pt x="414669" y="339188"/>
                  </a:lnTo>
                  <a:lnTo>
                    <a:pt x="410847" y="339188"/>
                  </a:lnTo>
                  <a:lnTo>
                    <a:pt x="408459" y="340143"/>
                  </a:lnTo>
                  <a:lnTo>
                    <a:pt x="402726" y="338710"/>
                  </a:lnTo>
                  <a:lnTo>
                    <a:pt x="395082" y="335366"/>
                  </a:lnTo>
                  <a:lnTo>
                    <a:pt x="384094" y="333933"/>
                  </a:lnTo>
                  <a:lnTo>
                    <a:pt x="376451" y="329633"/>
                  </a:lnTo>
                  <a:lnTo>
                    <a:pt x="368807" y="327723"/>
                  </a:lnTo>
                  <a:lnTo>
                    <a:pt x="364030" y="323423"/>
                  </a:lnTo>
                  <a:lnTo>
                    <a:pt x="361163" y="323423"/>
                  </a:lnTo>
                  <a:lnTo>
                    <a:pt x="359253" y="322467"/>
                  </a:lnTo>
                  <a:lnTo>
                    <a:pt x="352564" y="321034"/>
                  </a:lnTo>
                  <a:lnTo>
                    <a:pt x="345398" y="320079"/>
                  </a:lnTo>
                  <a:lnTo>
                    <a:pt x="339188" y="316257"/>
                  </a:lnTo>
                  <a:lnTo>
                    <a:pt x="334411" y="314824"/>
                  </a:lnTo>
                  <a:lnTo>
                    <a:pt x="331067" y="313391"/>
                  </a:lnTo>
                  <a:lnTo>
                    <a:pt x="322467" y="311002"/>
                  </a:lnTo>
                  <a:lnTo>
                    <a:pt x="319601" y="309569"/>
                  </a:lnTo>
                  <a:lnTo>
                    <a:pt x="316735" y="307180"/>
                  </a:lnTo>
                  <a:lnTo>
                    <a:pt x="311957" y="304791"/>
                  </a:lnTo>
                  <a:lnTo>
                    <a:pt x="310046" y="302881"/>
                  </a:lnTo>
                  <a:lnTo>
                    <a:pt x="307658" y="302403"/>
                  </a:lnTo>
                  <a:lnTo>
                    <a:pt x="304314" y="298581"/>
                  </a:lnTo>
                  <a:lnTo>
                    <a:pt x="302880" y="297148"/>
                  </a:lnTo>
                  <a:lnTo>
                    <a:pt x="301447" y="296670"/>
                  </a:lnTo>
                  <a:lnTo>
                    <a:pt x="300014" y="296192"/>
                  </a:lnTo>
                  <a:lnTo>
                    <a:pt x="295715" y="296670"/>
                  </a:lnTo>
                  <a:lnTo>
                    <a:pt x="289026" y="294759"/>
                  </a:lnTo>
                  <a:lnTo>
                    <a:pt x="285682" y="294282"/>
                  </a:lnTo>
                  <a:lnTo>
                    <a:pt x="279472" y="291893"/>
                  </a:lnTo>
                  <a:lnTo>
                    <a:pt x="271350" y="289504"/>
                  </a:lnTo>
                  <a:lnTo>
                    <a:pt x="268484" y="286638"/>
                  </a:lnTo>
                  <a:lnTo>
                    <a:pt x="266095" y="283771"/>
                  </a:lnTo>
                  <a:lnTo>
                    <a:pt x="261796" y="279950"/>
                  </a:lnTo>
                  <a:lnTo>
                    <a:pt x="259407" y="278516"/>
                  </a:lnTo>
                  <a:lnTo>
                    <a:pt x="254630" y="276605"/>
                  </a:lnTo>
                  <a:lnTo>
                    <a:pt x="252241" y="274694"/>
                  </a:lnTo>
                  <a:lnTo>
                    <a:pt x="247942" y="273739"/>
                  </a:lnTo>
                  <a:lnTo>
                    <a:pt x="241253" y="270873"/>
                  </a:lnTo>
                  <a:lnTo>
                    <a:pt x="239342" y="268006"/>
                  </a:lnTo>
                  <a:lnTo>
                    <a:pt x="238387" y="265618"/>
                  </a:lnTo>
                  <a:lnTo>
                    <a:pt x="234565" y="263229"/>
                  </a:lnTo>
                  <a:lnTo>
                    <a:pt x="230743" y="257974"/>
                  </a:lnTo>
                  <a:lnTo>
                    <a:pt x="229788" y="256063"/>
                  </a:lnTo>
                  <a:lnTo>
                    <a:pt x="228832" y="253197"/>
                  </a:lnTo>
                  <a:lnTo>
                    <a:pt x="227877" y="251286"/>
                  </a:lnTo>
                  <a:lnTo>
                    <a:pt x="226921" y="249852"/>
                  </a:lnTo>
                  <a:lnTo>
                    <a:pt x="227399" y="248897"/>
                  </a:lnTo>
                  <a:lnTo>
                    <a:pt x="229788" y="247942"/>
                  </a:lnTo>
                  <a:lnTo>
                    <a:pt x="232654" y="247464"/>
                  </a:lnTo>
                  <a:lnTo>
                    <a:pt x="235043" y="246031"/>
                  </a:lnTo>
                  <a:lnTo>
                    <a:pt x="235521" y="245075"/>
                  </a:lnTo>
                  <a:lnTo>
                    <a:pt x="235521" y="244598"/>
                  </a:lnTo>
                  <a:lnTo>
                    <a:pt x="233610" y="242687"/>
                  </a:lnTo>
                  <a:lnTo>
                    <a:pt x="232177" y="242687"/>
                  </a:lnTo>
                  <a:lnTo>
                    <a:pt x="230743" y="242209"/>
                  </a:lnTo>
                  <a:lnTo>
                    <a:pt x="230266" y="241731"/>
                  </a:lnTo>
                  <a:lnTo>
                    <a:pt x="231221" y="241253"/>
                  </a:lnTo>
                  <a:lnTo>
                    <a:pt x="232654" y="239343"/>
                  </a:lnTo>
                  <a:lnTo>
                    <a:pt x="234087" y="237432"/>
                  </a:lnTo>
                  <a:lnTo>
                    <a:pt x="235521" y="235998"/>
                  </a:lnTo>
                  <a:lnTo>
                    <a:pt x="235998" y="233132"/>
                  </a:lnTo>
                  <a:lnTo>
                    <a:pt x="235521" y="230743"/>
                  </a:lnTo>
                  <a:lnTo>
                    <a:pt x="235998" y="228355"/>
                  </a:lnTo>
                  <a:lnTo>
                    <a:pt x="231699" y="225966"/>
                  </a:lnTo>
                  <a:lnTo>
                    <a:pt x="231221" y="225011"/>
                  </a:lnTo>
                  <a:lnTo>
                    <a:pt x="229788" y="222144"/>
                  </a:lnTo>
                  <a:lnTo>
                    <a:pt x="227399" y="218800"/>
                  </a:lnTo>
                  <a:lnTo>
                    <a:pt x="227399" y="212112"/>
                  </a:lnTo>
                  <a:lnTo>
                    <a:pt x="224533" y="206379"/>
                  </a:lnTo>
                  <a:lnTo>
                    <a:pt x="221666" y="203513"/>
                  </a:lnTo>
                  <a:lnTo>
                    <a:pt x="220233" y="202557"/>
                  </a:lnTo>
                  <a:lnTo>
                    <a:pt x="215934" y="197780"/>
                  </a:lnTo>
                  <a:lnTo>
                    <a:pt x="212590" y="195391"/>
                  </a:lnTo>
                  <a:lnTo>
                    <a:pt x="209246" y="190136"/>
                  </a:lnTo>
                  <a:lnTo>
                    <a:pt x="205901" y="186792"/>
                  </a:lnTo>
                  <a:lnTo>
                    <a:pt x="202080" y="181537"/>
                  </a:lnTo>
                  <a:lnTo>
                    <a:pt x="198735" y="179149"/>
                  </a:lnTo>
                  <a:lnTo>
                    <a:pt x="185359" y="170072"/>
                  </a:lnTo>
                  <a:lnTo>
                    <a:pt x="186314" y="170072"/>
                  </a:lnTo>
                  <a:lnTo>
                    <a:pt x="190136" y="171983"/>
                  </a:lnTo>
                  <a:lnTo>
                    <a:pt x="190614" y="171983"/>
                  </a:lnTo>
                  <a:lnTo>
                    <a:pt x="191092" y="171027"/>
                  </a:lnTo>
                  <a:lnTo>
                    <a:pt x="190614" y="169594"/>
                  </a:lnTo>
                  <a:lnTo>
                    <a:pt x="189659" y="169116"/>
                  </a:lnTo>
                  <a:lnTo>
                    <a:pt x="188703" y="169594"/>
                  </a:lnTo>
                  <a:lnTo>
                    <a:pt x="187270" y="169116"/>
                  </a:lnTo>
                  <a:lnTo>
                    <a:pt x="186314" y="169116"/>
                  </a:lnTo>
                  <a:lnTo>
                    <a:pt x="184404" y="168638"/>
                  </a:lnTo>
                  <a:lnTo>
                    <a:pt x="181537" y="167205"/>
                  </a:lnTo>
                  <a:lnTo>
                    <a:pt x="180582" y="165772"/>
                  </a:lnTo>
                  <a:lnTo>
                    <a:pt x="180582" y="163861"/>
                  </a:lnTo>
                  <a:lnTo>
                    <a:pt x="176760" y="160039"/>
                  </a:lnTo>
                  <a:lnTo>
                    <a:pt x="175327" y="157651"/>
                  </a:lnTo>
                  <a:lnTo>
                    <a:pt x="175805" y="158129"/>
                  </a:lnTo>
                  <a:lnTo>
                    <a:pt x="176760" y="158606"/>
                  </a:lnTo>
                  <a:lnTo>
                    <a:pt x="178193" y="159084"/>
                  </a:lnTo>
                  <a:lnTo>
                    <a:pt x="179149" y="159084"/>
                  </a:lnTo>
                  <a:lnTo>
                    <a:pt x="180104" y="158606"/>
                  </a:lnTo>
                  <a:lnTo>
                    <a:pt x="179626" y="158129"/>
                  </a:lnTo>
                  <a:lnTo>
                    <a:pt x="179149" y="157651"/>
                  </a:lnTo>
                  <a:lnTo>
                    <a:pt x="173416" y="155740"/>
                  </a:lnTo>
                  <a:lnTo>
                    <a:pt x="171505" y="154307"/>
                  </a:lnTo>
                  <a:lnTo>
                    <a:pt x="167205" y="151918"/>
                  </a:lnTo>
                  <a:lnTo>
                    <a:pt x="165772" y="150963"/>
                  </a:lnTo>
                  <a:lnTo>
                    <a:pt x="165294" y="148574"/>
                  </a:lnTo>
                  <a:lnTo>
                    <a:pt x="163861" y="148574"/>
                  </a:lnTo>
                  <a:lnTo>
                    <a:pt x="162906" y="149052"/>
                  </a:lnTo>
                  <a:lnTo>
                    <a:pt x="160517" y="150007"/>
                  </a:lnTo>
                  <a:lnTo>
                    <a:pt x="159562" y="149052"/>
                  </a:lnTo>
                  <a:lnTo>
                    <a:pt x="159562" y="148574"/>
                  </a:lnTo>
                  <a:lnTo>
                    <a:pt x="161473" y="147619"/>
                  </a:lnTo>
                  <a:lnTo>
                    <a:pt x="163384" y="145707"/>
                  </a:lnTo>
                  <a:lnTo>
                    <a:pt x="163384" y="144752"/>
                  </a:lnTo>
                  <a:lnTo>
                    <a:pt x="162428" y="145707"/>
                  </a:lnTo>
                  <a:lnTo>
                    <a:pt x="160995" y="146663"/>
                  </a:lnTo>
                  <a:lnTo>
                    <a:pt x="159084" y="147141"/>
                  </a:lnTo>
                  <a:lnTo>
                    <a:pt x="157173" y="147619"/>
                  </a:lnTo>
                  <a:lnTo>
                    <a:pt x="155740" y="147141"/>
                  </a:lnTo>
                  <a:lnTo>
                    <a:pt x="154784" y="146663"/>
                  </a:lnTo>
                  <a:lnTo>
                    <a:pt x="153351" y="144752"/>
                  </a:lnTo>
                  <a:lnTo>
                    <a:pt x="152396" y="138542"/>
                  </a:lnTo>
                  <a:lnTo>
                    <a:pt x="153829" y="136631"/>
                  </a:lnTo>
                  <a:lnTo>
                    <a:pt x="155740" y="134242"/>
                  </a:lnTo>
                  <a:lnTo>
                    <a:pt x="157173" y="133287"/>
                  </a:lnTo>
                  <a:lnTo>
                    <a:pt x="157651" y="134242"/>
                  </a:lnTo>
                  <a:lnTo>
                    <a:pt x="158606" y="134242"/>
                  </a:lnTo>
                  <a:lnTo>
                    <a:pt x="158128" y="133287"/>
                  </a:lnTo>
                  <a:lnTo>
                    <a:pt x="156695" y="132331"/>
                  </a:lnTo>
                  <a:lnTo>
                    <a:pt x="156218" y="131376"/>
                  </a:lnTo>
                  <a:lnTo>
                    <a:pt x="156218" y="130420"/>
                  </a:lnTo>
                  <a:lnTo>
                    <a:pt x="155262" y="128509"/>
                  </a:lnTo>
                  <a:lnTo>
                    <a:pt x="151440" y="125165"/>
                  </a:lnTo>
                  <a:lnTo>
                    <a:pt x="147618" y="125165"/>
                  </a:lnTo>
                  <a:lnTo>
                    <a:pt x="146185" y="125165"/>
                  </a:lnTo>
                  <a:lnTo>
                    <a:pt x="144752" y="123732"/>
                  </a:lnTo>
                  <a:lnTo>
                    <a:pt x="143319" y="121343"/>
                  </a:lnTo>
                  <a:lnTo>
                    <a:pt x="142841" y="119432"/>
                  </a:lnTo>
                  <a:lnTo>
                    <a:pt x="142841" y="118477"/>
                  </a:lnTo>
                  <a:lnTo>
                    <a:pt x="142363" y="117522"/>
                  </a:lnTo>
                  <a:lnTo>
                    <a:pt x="135675" y="116088"/>
                  </a:lnTo>
                  <a:lnTo>
                    <a:pt x="133764" y="114177"/>
                  </a:lnTo>
                  <a:lnTo>
                    <a:pt x="131853" y="112744"/>
                  </a:lnTo>
                  <a:lnTo>
                    <a:pt x="130898" y="111311"/>
                  </a:lnTo>
                  <a:lnTo>
                    <a:pt x="129942" y="109878"/>
                  </a:lnTo>
                  <a:lnTo>
                    <a:pt x="129465" y="107967"/>
                  </a:lnTo>
                  <a:lnTo>
                    <a:pt x="128987" y="106056"/>
                  </a:lnTo>
                  <a:lnTo>
                    <a:pt x="129465" y="103190"/>
                  </a:lnTo>
                  <a:lnTo>
                    <a:pt x="130420" y="101756"/>
                  </a:lnTo>
                  <a:lnTo>
                    <a:pt x="126121" y="100323"/>
                  </a:lnTo>
                  <a:lnTo>
                    <a:pt x="124210" y="100323"/>
                  </a:lnTo>
                  <a:lnTo>
                    <a:pt x="122777" y="101279"/>
                  </a:lnTo>
                  <a:lnTo>
                    <a:pt x="121821" y="100323"/>
                  </a:lnTo>
                  <a:lnTo>
                    <a:pt x="118955" y="99368"/>
                  </a:lnTo>
                  <a:lnTo>
                    <a:pt x="115611" y="96501"/>
                  </a:lnTo>
                  <a:lnTo>
                    <a:pt x="111789" y="90769"/>
                  </a:lnTo>
                  <a:lnTo>
                    <a:pt x="107967" y="89335"/>
                  </a:lnTo>
                  <a:lnTo>
                    <a:pt x="106534" y="86947"/>
                  </a:lnTo>
                  <a:lnTo>
                    <a:pt x="104623" y="85514"/>
                  </a:lnTo>
                  <a:lnTo>
                    <a:pt x="103190" y="83125"/>
                  </a:lnTo>
                  <a:lnTo>
                    <a:pt x="103190" y="82170"/>
                  </a:lnTo>
                  <a:lnTo>
                    <a:pt x="102712" y="81692"/>
                  </a:lnTo>
                  <a:lnTo>
                    <a:pt x="100801" y="80258"/>
                  </a:lnTo>
                  <a:lnTo>
                    <a:pt x="98412" y="77870"/>
                  </a:lnTo>
                  <a:lnTo>
                    <a:pt x="97457" y="75959"/>
                  </a:lnTo>
                  <a:lnTo>
                    <a:pt x="96979" y="72615"/>
                  </a:lnTo>
                  <a:lnTo>
                    <a:pt x="95546" y="71659"/>
                  </a:lnTo>
                  <a:lnTo>
                    <a:pt x="94113" y="71182"/>
                  </a:lnTo>
                  <a:lnTo>
                    <a:pt x="93635" y="69271"/>
                  </a:lnTo>
                  <a:lnTo>
                    <a:pt x="93635" y="68793"/>
                  </a:lnTo>
                  <a:lnTo>
                    <a:pt x="93157" y="66882"/>
                  </a:lnTo>
                  <a:lnTo>
                    <a:pt x="90291" y="63060"/>
                  </a:lnTo>
                  <a:lnTo>
                    <a:pt x="88380" y="60194"/>
                  </a:lnTo>
                  <a:lnTo>
                    <a:pt x="87902" y="59239"/>
                  </a:lnTo>
                  <a:lnTo>
                    <a:pt x="86947" y="57805"/>
                  </a:lnTo>
                  <a:lnTo>
                    <a:pt x="86469" y="54939"/>
                  </a:lnTo>
                  <a:lnTo>
                    <a:pt x="85036" y="51117"/>
                  </a:lnTo>
                  <a:lnTo>
                    <a:pt x="82647" y="46817"/>
                  </a:lnTo>
                  <a:lnTo>
                    <a:pt x="80736" y="43951"/>
                  </a:lnTo>
                  <a:lnTo>
                    <a:pt x="79303" y="40607"/>
                  </a:lnTo>
                  <a:lnTo>
                    <a:pt x="79781" y="37741"/>
                  </a:lnTo>
                  <a:lnTo>
                    <a:pt x="79781" y="35830"/>
                  </a:lnTo>
                  <a:lnTo>
                    <a:pt x="79303" y="35352"/>
                  </a:lnTo>
                  <a:lnTo>
                    <a:pt x="79303" y="34874"/>
                  </a:lnTo>
                  <a:lnTo>
                    <a:pt x="80259" y="34874"/>
                  </a:lnTo>
                  <a:lnTo>
                    <a:pt x="80736" y="34397"/>
                  </a:lnTo>
                  <a:lnTo>
                    <a:pt x="80736" y="32486"/>
                  </a:lnTo>
                  <a:lnTo>
                    <a:pt x="80259" y="32008"/>
                  </a:lnTo>
                  <a:lnTo>
                    <a:pt x="77870" y="31530"/>
                  </a:lnTo>
                  <a:lnTo>
                    <a:pt x="76914" y="31052"/>
                  </a:lnTo>
                  <a:lnTo>
                    <a:pt x="72137" y="30097"/>
                  </a:lnTo>
                  <a:lnTo>
                    <a:pt x="69271" y="29142"/>
                  </a:lnTo>
                  <a:lnTo>
                    <a:pt x="69271" y="26275"/>
                  </a:lnTo>
                  <a:lnTo>
                    <a:pt x="67838" y="25320"/>
                  </a:lnTo>
                  <a:lnTo>
                    <a:pt x="66404" y="24364"/>
                  </a:lnTo>
                  <a:lnTo>
                    <a:pt x="63060" y="22931"/>
                  </a:lnTo>
                  <a:lnTo>
                    <a:pt x="62105" y="23886"/>
                  </a:lnTo>
                  <a:lnTo>
                    <a:pt x="61627" y="25320"/>
                  </a:lnTo>
                  <a:lnTo>
                    <a:pt x="60194" y="25798"/>
                  </a:lnTo>
                  <a:lnTo>
                    <a:pt x="58761" y="25798"/>
                  </a:lnTo>
                  <a:lnTo>
                    <a:pt x="56850" y="24842"/>
                  </a:lnTo>
                  <a:lnTo>
                    <a:pt x="51117" y="21020"/>
                  </a:lnTo>
                  <a:lnTo>
                    <a:pt x="49684" y="20065"/>
                  </a:lnTo>
                  <a:lnTo>
                    <a:pt x="48251" y="20065"/>
                  </a:lnTo>
                  <a:lnTo>
                    <a:pt x="47295" y="19109"/>
                  </a:lnTo>
                  <a:lnTo>
                    <a:pt x="43473" y="17198"/>
                  </a:lnTo>
                  <a:lnTo>
                    <a:pt x="43951" y="18154"/>
                  </a:lnTo>
                  <a:lnTo>
                    <a:pt x="45384" y="19587"/>
                  </a:lnTo>
                  <a:lnTo>
                    <a:pt x="46340" y="22453"/>
                  </a:lnTo>
                  <a:lnTo>
                    <a:pt x="44907" y="24842"/>
                  </a:lnTo>
                  <a:lnTo>
                    <a:pt x="44429" y="32963"/>
                  </a:lnTo>
                  <a:lnTo>
                    <a:pt x="44907" y="34874"/>
                  </a:lnTo>
                  <a:lnTo>
                    <a:pt x="46818" y="37263"/>
                  </a:lnTo>
                  <a:lnTo>
                    <a:pt x="47773" y="41563"/>
                  </a:lnTo>
                  <a:lnTo>
                    <a:pt x="48251" y="44429"/>
                  </a:lnTo>
                  <a:lnTo>
                    <a:pt x="49206" y="46817"/>
                  </a:lnTo>
                  <a:lnTo>
                    <a:pt x="48728" y="52550"/>
                  </a:lnTo>
                  <a:lnTo>
                    <a:pt x="49206" y="53983"/>
                  </a:lnTo>
                  <a:lnTo>
                    <a:pt x="51117" y="56850"/>
                  </a:lnTo>
                  <a:lnTo>
                    <a:pt x="53984" y="59716"/>
                  </a:lnTo>
                  <a:lnTo>
                    <a:pt x="54461" y="61149"/>
                  </a:lnTo>
                  <a:lnTo>
                    <a:pt x="58283" y="63060"/>
                  </a:lnTo>
                  <a:lnTo>
                    <a:pt x="60672" y="65449"/>
                  </a:lnTo>
                  <a:lnTo>
                    <a:pt x="65449" y="69271"/>
                  </a:lnTo>
                  <a:lnTo>
                    <a:pt x="66404" y="70704"/>
                  </a:lnTo>
                  <a:lnTo>
                    <a:pt x="70704" y="75959"/>
                  </a:lnTo>
                  <a:lnTo>
                    <a:pt x="71182" y="77870"/>
                  </a:lnTo>
                  <a:lnTo>
                    <a:pt x="71659" y="79781"/>
                  </a:lnTo>
                  <a:lnTo>
                    <a:pt x="74048" y="79303"/>
                  </a:lnTo>
                  <a:lnTo>
                    <a:pt x="75004" y="80736"/>
                  </a:lnTo>
                  <a:lnTo>
                    <a:pt x="75004" y="81692"/>
                  </a:lnTo>
                  <a:lnTo>
                    <a:pt x="75481" y="82170"/>
                  </a:lnTo>
                  <a:lnTo>
                    <a:pt x="76437" y="82170"/>
                  </a:lnTo>
                  <a:lnTo>
                    <a:pt x="77392" y="82170"/>
                  </a:lnTo>
                  <a:lnTo>
                    <a:pt x="79781" y="88380"/>
                  </a:lnTo>
                  <a:lnTo>
                    <a:pt x="81214" y="88858"/>
                  </a:lnTo>
                  <a:lnTo>
                    <a:pt x="82647" y="89335"/>
                  </a:lnTo>
                  <a:lnTo>
                    <a:pt x="84080" y="90291"/>
                  </a:lnTo>
                  <a:lnTo>
                    <a:pt x="84080" y="91724"/>
                  </a:lnTo>
                  <a:lnTo>
                    <a:pt x="84080" y="92680"/>
                  </a:lnTo>
                  <a:lnTo>
                    <a:pt x="85514" y="94590"/>
                  </a:lnTo>
                  <a:lnTo>
                    <a:pt x="85514" y="96979"/>
                  </a:lnTo>
                  <a:lnTo>
                    <a:pt x="86469" y="98890"/>
                  </a:lnTo>
                  <a:lnTo>
                    <a:pt x="86469" y="100801"/>
                  </a:lnTo>
                  <a:lnTo>
                    <a:pt x="86947" y="102234"/>
                  </a:lnTo>
                  <a:lnTo>
                    <a:pt x="90291" y="105578"/>
                  </a:lnTo>
                  <a:lnTo>
                    <a:pt x="95068" y="108445"/>
                  </a:lnTo>
                  <a:lnTo>
                    <a:pt x="96024" y="112266"/>
                  </a:lnTo>
                  <a:lnTo>
                    <a:pt x="97457" y="115611"/>
                  </a:lnTo>
                  <a:lnTo>
                    <a:pt x="99368" y="116088"/>
                  </a:lnTo>
                  <a:lnTo>
                    <a:pt x="101279" y="117522"/>
                  </a:lnTo>
                  <a:lnTo>
                    <a:pt x="101279" y="118955"/>
                  </a:lnTo>
                  <a:lnTo>
                    <a:pt x="101279" y="119910"/>
                  </a:lnTo>
                  <a:lnTo>
                    <a:pt x="103667" y="122299"/>
                  </a:lnTo>
                  <a:lnTo>
                    <a:pt x="104145" y="125643"/>
                  </a:lnTo>
                  <a:lnTo>
                    <a:pt x="106534" y="128031"/>
                  </a:lnTo>
                  <a:lnTo>
                    <a:pt x="107011" y="128031"/>
                  </a:lnTo>
                  <a:lnTo>
                    <a:pt x="107489" y="127554"/>
                  </a:lnTo>
                  <a:lnTo>
                    <a:pt x="106056" y="125643"/>
                  </a:lnTo>
                  <a:lnTo>
                    <a:pt x="105100" y="124210"/>
                  </a:lnTo>
                  <a:lnTo>
                    <a:pt x="105100" y="121821"/>
                  </a:lnTo>
                  <a:lnTo>
                    <a:pt x="105578" y="121821"/>
                  </a:lnTo>
                  <a:lnTo>
                    <a:pt x="109878" y="125165"/>
                  </a:lnTo>
                  <a:lnTo>
                    <a:pt x="110356" y="127554"/>
                  </a:lnTo>
                  <a:lnTo>
                    <a:pt x="111789" y="128987"/>
                  </a:lnTo>
                  <a:lnTo>
                    <a:pt x="112266" y="131376"/>
                  </a:lnTo>
                  <a:lnTo>
                    <a:pt x="112744" y="132331"/>
                  </a:lnTo>
                  <a:lnTo>
                    <a:pt x="113222" y="134242"/>
                  </a:lnTo>
                  <a:lnTo>
                    <a:pt x="114655" y="137108"/>
                  </a:lnTo>
                  <a:lnTo>
                    <a:pt x="114655" y="140930"/>
                  </a:lnTo>
                  <a:lnTo>
                    <a:pt x="115611" y="143797"/>
                  </a:lnTo>
                  <a:lnTo>
                    <a:pt x="118477" y="148096"/>
                  </a:lnTo>
                  <a:lnTo>
                    <a:pt x="120866" y="149052"/>
                  </a:lnTo>
                  <a:lnTo>
                    <a:pt x="120866" y="150963"/>
                  </a:lnTo>
                  <a:lnTo>
                    <a:pt x="123254" y="156695"/>
                  </a:lnTo>
                  <a:lnTo>
                    <a:pt x="126121" y="159562"/>
                  </a:lnTo>
                  <a:lnTo>
                    <a:pt x="127554" y="161950"/>
                  </a:lnTo>
                  <a:lnTo>
                    <a:pt x="127554" y="163861"/>
                  </a:lnTo>
                  <a:lnTo>
                    <a:pt x="126598" y="165772"/>
                  </a:lnTo>
                  <a:lnTo>
                    <a:pt x="126598" y="167683"/>
                  </a:lnTo>
                  <a:lnTo>
                    <a:pt x="128032" y="172461"/>
                  </a:lnTo>
                  <a:lnTo>
                    <a:pt x="130420" y="174849"/>
                  </a:lnTo>
                  <a:lnTo>
                    <a:pt x="132809" y="175804"/>
                  </a:lnTo>
                  <a:lnTo>
                    <a:pt x="133286" y="175804"/>
                  </a:lnTo>
                  <a:lnTo>
                    <a:pt x="132809" y="176760"/>
                  </a:lnTo>
                  <a:lnTo>
                    <a:pt x="133764" y="177238"/>
                  </a:lnTo>
                  <a:lnTo>
                    <a:pt x="134720" y="176760"/>
                  </a:lnTo>
                  <a:lnTo>
                    <a:pt x="135198" y="175327"/>
                  </a:lnTo>
                  <a:lnTo>
                    <a:pt x="134720" y="174371"/>
                  </a:lnTo>
                  <a:lnTo>
                    <a:pt x="134720" y="173416"/>
                  </a:lnTo>
                  <a:lnTo>
                    <a:pt x="135198" y="172461"/>
                  </a:lnTo>
                  <a:lnTo>
                    <a:pt x="136153" y="172461"/>
                  </a:lnTo>
                  <a:lnTo>
                    <a:pt x="140452" y="175804"/>
                  </a:lnTo>
                  <a:lnTo>
                    <a:pt x="141408" y="177238"/>
                  </a:lnTo>
                  <a:lnTo>
                    <a:pt x="143319" y="178671"/>
                  </a:lnTo>
                  <a:lnTo>
                    <a:pt x="144752" y="180582"/>
                  </a:lnTo>
                  <a:lnTo>
                    <a:pt x="145707" y="182015"/>
                  </a:lnTo>
                  <a:lnTo>
                    <a:pt x="146663" y="183448"/>
                  </a:lnTo>
                  <a:lnTo>
                    <a:pt x="147618" y="185837"/>
                  </a:lnTo>
                  <a:lnTo>
                    <a:pt x="150963" y="187270"/>
                  </a:lnTo>
                  <a:lnTo>
                    <a:pt x="152396" y="189659"/>
                  </a:lnTo>
                  <a:lnTo>
                    <a:pt x="152873" y="191092"/>
                  </a:lnTo>
                  <a:lnTo>
                    <a:pt x="151918" y="194914"/>
                  </a:lnTo>
                  <a:lnTo>
                    <a:pt x="150963" y="195869"/>
                  </a:lnTo>
                  <a:lnTo>
                    <a:pt x="148574" y="197302"/>
                  </a:lnTo>
                  <a:lnTo>
                    <a:pt x="146663" y="199213"/>
                  </a:lnTo>
                  <a:lnTo>
                    <a:pt x="144752" y="200646"/>
                  </a:lnTo>
                  <a:lnTo>
                    <a:pt x="142841" y="201124"/>
                  </a:lnTo>
                  <a:lnTo>
                    <a:pt x="140930" y="201124"/>
                  </a:lnTo>
                  <a:lnTo>
                    <a:pt x="139497" y="199213"/>
                  </a:lnTo>
                  <a:lnTo>
                    <a:pt x="137586" y="192525"/>
                  </a:lnTo>
                  <a:lnTo>
                    <a:pt x="136153" y="191092"/>
                  </a:lnTo>
                  <a:lnTo>
                    <a:pt x="135198" y="188703"/>
                  </a:lnTo>
                  <a:lnTo>
                    <a:pt x="133764" y="187270"/>
                  </a:lnTo>
                  <a:lnTo>
                    <a:pt x="128509" y="184404"/>
                  </a:lnTo>
                  <a:lnTo>
                    <a:pt x="126121" y="182015"/>
                  </a:lnTo>
                  <a:lnTo>
                    <a:pt x="123254" y="180104"/>
                  </a:lnTo>
                  <a:lnTo>
                    <a:pt x="120388" y="177238"/>
                  </a:lnTo>
                  <a:lnTo>
                    <a:pt x="112744" y="172938"/>
                  </a:lnTo>
                  <a:lnTo>
                    <a:pt x="109878" y="170549"/>
                  </a:lnTo>
                  <a:lnTo>
                    <a:pt x="107967" y="168161"/>
                  </a:lnTo>
                  <a:lnTo>
                    <a:pt x="106534" y="168161"/>
                  </a:lnTo>
                  <a:lnTo>
                    <a:pt x="105578" y="168638"/>
                  </a:lnTo>
                  <a:lnTo>
                    <a:pt x="105100" y="168161"/>
                  </a:lnTo>
                  <a:lnTo>
                    <a:pt x="105100" y="166728"/>
                  </a:lnTo>
                  <a:lnTo>
                    <a:pt x="104623" y="166250"/>
                  </a:lnTo>
                  <a:lnTo>
                    <a:pt x="99845" y="162428"/>
                  </a:lnTo>
                  <a:lnTo>
                    <a:pt x="98890" y="160517"/>
                  </a:lnTo>
                  <a:lnTo>
                    <a:pt x="98890" y="158606"/>
                  </a:lnTo>
                  <a:lnTo>
                    <a:pt x="99845" y="152873"/>
                  </a:lnTo>
                  <a:lnTo>
                    <a:pt x="100323" y="149529"/>
                  </a:lnTo>
                  <a:lnTo>
                    <a:pt x="100323" y="148096"/>
                  </a:lnTo>
                  <a:lnTo>
                    <a:pt x="99368" y="147619"/>
                  </a:lnTo>
                  <a:lnTo>
                    <a:pt x="99368" y="146663"/>
                  </a:lnTo>
                  <a:lnTo>
                    <a:pt x="98890" y="144274"/>
                  </a:lnTo>
                  <a:lnTo>
                    <a:pt x="97935" y="141408"/>
                  </a:lnTo>
                  <a:lnTo>
                    <a:pt x="94113" y="135197"/>
                  </a:lnTo>
                  <a:lnTo>
                    <a:pt x="91246" y="133764"/>
                  </a:lnTo>
                  <a:lnTo>
                    <a:pt x="88380" y="132809"/>
                  </a:lnTo>
                  <a:lnTo>
                    <a:pt x="81214" y="127554"/>
                  </a:lnTo>
                  <a:lnTo>
                    <a:pt x="79303" y="124688"/>
                  </a:lnTo>
                  <a:lnTo>
                    <a:pt x="78825" y="123254"/>
                  </a:lnTo>
                  <a:lnTo>
                    <a:pt x="78348" y="120388"/>
                  </a:lnTo>
                  <a:lnTo>
                    <a:pt x="77392" y="121821"/>
                  </a:lnTo>
                  <a:lnTo>
                    <a:pt x="76437" y="123254"/>
                  </a:lnTo>
                  <a:lnTo>
                    <a:pt x="73093" y="123254"/>
                  </a:lnTo>
                  <a:lnTo>
                    <a:pt x="69749" y="124688"/>
                  </a:lnTo>
                  <a:lnTo>
                    <a:pt x="67838" y="123254"/>
                  </a:lnTo>
                  <a:lnTo>
                    <a:pt x="66404" y="121821"/>
                  </a:lnTo>
                  <a:lnTo>
                    <a:pt x="64971" y="119910"/>
                  </a:lnTo>
                  <a:lnTo>
                    <a:pt x="63060" y="119432"/>
                  </a:lnTo>
                  <a:lnTo>
                    <a:pt x="62105" y="119432"/>
                  </a:lnTo>
                  <a:lnTo>
                    <a:pt x="59716" y="117044"/>
                  </a:lnTo>
                  <a:lnTo>
                    <a:pt x="57805" y="116088"/>
                  </a:lnTo>
                  <a:lnTo>
                    <a:pt x="55417" y="116088"/>
                  </a:lnTo>
                  <a:lnTo>
                    <a:pt x="53028" y="114655"/>
                  </a:lnTo>
                  <a:lnTo>
                    <a:pt x="52072" y="113222"/>
                  </a:lnTo>
                  <a:lnTo>
                    <a:pt x="52072" y="111311"/>
                  </a:lnTo>
                  <a:lnTo>
                    <a:pt x="51117" y="110356"/>
                  </a:lnTo>
                  <a:lnTo>
                    <a:pt x="47773" y="108445"/>
                  </a:lnTo>
                  <a:lnTo>
                    <a:pt x="44907" y="105578"/>
                  </a:lnTo>
                  <a:lnTo>
                    <a:pt x="42040" y="104145"/>
                  </a:lnTo>
                  <a:lnTo>
                    <a:pt x="41563" y="102712"/>
                  </a:lnTo>
                  <a:lnTo>
                    <a:pt x="41085" y="102234"/>
                  </a:lnTo>
                  <a:lnTo>
                    <a:pt x="45384" y="102234"/>
                  </a:lnTo>
                  <a:lnTo>
                    <a:pt x="50639" y="103190"/>
                  </a:lnTo>
                  <a:lnTo>
                    <a:pt x="53028" y="102712"/>
                  </a:lnTo>
                  <a:lnTo>
                    <a:pt x="54461" y="102234"/>
                  </a:lnTo>
                  <a:lnTo>
                    <a:pt x="55894" y="101279"/>
                  </a:lnTo>
                  <a:lnTo>
                    <a:pt x="55894" y="102234"/>
                  </a:lnTo>
                  <a:lnTo>
                    <a:pt x="55894" y="103190"/>
                  </a:lnTo>
                  <a:lnTo>
                    <a:pt x="57328" y="104623"/>
                  </a:lnTo>
                  <a:lnTo>
                    <a:pt x="59238" y="105578"/>
                  </a:lnTo>
                  <a:lnTo>
                    <a:pt x="60672" y="105578"/>
                  </a:lnTo>
                  <a:lnTo>
                    <a:pt x="59238" y="104145"/>
                  </a:lnTo>
                  <a:lnTo>
                    <a:pt x="58283" y="102234"/>
                  </a:lnTo>
                  <a:lnTo>
                    <a:pt x="58761" y="101279"/>
                  </a:lnTo>
                  <a:lnTo>
                    <a:pt x="58761" y="100323"/>
                  </a:lnTo>
                  <a:lnTo>
                    <a:pt x="56850" y="100801"/>
                  </a:lnTo>
                  <a:lnTo>
                    <a:pt x="56372" y="100323"/>
                  </a:lnTo>
                  <a:lnTo>
                    <a:pt x="58283" y="98412"/>
                  </a:lnTo>
                  <a:lnTo>
                    <a:pt x="60194" y="94113"/>
                  </a:lnTo>
                  <a:lnTo>
                    <a:pt x="60672" y="89813"/>
                  </a:lnTo>
                  <a:lnTo>
                    <a:pt x="58761" y="86469"/>
                  </a:lnTo>
                  <a:lnTo>
                    <a:pt x="55894" y="83603"/>
                  </a:lnTo>
                  <a:lnTo>
                    <a:pt x="48728" y="76437"/>
                  </a:lnTo>
                  <a:lnTo>
                    <a:pt x="44429" y="72137"/>
                  </a:lnTo>
                  <a:lnTo>
                    <a:pt x="43473" y="70704"/>
                  </a:lnTo>
                  <a:lnTo>
                    <a:pt x="42040" y="70226"/>
                  </a:lnTo>
                  <a:lnTo>
                    <a:pt x="38696" y="69271"/>
                  </a:lnTo>
                  <a:lnTo>
                    <a:pt x="35830" y="67360"/>
                  </a:lnTo>
                  <a:lnTo>
                    <a:pt x="30575" y="64016"/>
                  </a:lnTo>
                  <a:lnTo>
                    <a:pt x="28664" y="62583"/>
                  </a:lnTo>
                  <a:lnTo>
                    <a:pt x="27231" y="58761"/>
                  </a:lnTo>
                  <a:lnTo>
                    <a:pt x="25797" y="58283"/>
                  </a:lnTo>
                  <a:lnTo>
                    <a:pt x="26275" y="55417"/>
                  </a:lnTo>
                  <a:lnTo>
                    <a:pt x="25797" y="51117"/>
                  </a:lnTo>
                  <a:lnTo>
                    <a:pt x="24842" y="49684"/>
                  </a:lnTo>
                  <a:lnTo>
                    <a:pt x="22453" y="48728"/>
                  </a:lnTo>
                  <a:lnTo>
                    <a:pt x="21498" y="45384"/>
                  </a:lnTo>
                  <a:lnTo>
                    <a:pt x="21498" y="42518"/>
                  </a:lnTo>
                  <a:lnTo>
                    <a:pt x="21020" y="40607"/>
                  </a:lnTo>
                  <a:lnTo>
                    <a:pt x="16243" y="36785"/>
                  </a:lnTo>
                  <a:lnTo>
                    <a:pt x="16243" y="35352"/>
                  </a:lnTo>
                  <a:lnTo>
                    <a:pt x="16243" y="33919"/>
                  </a:lnTo>
                  <a:lnTo>
                    <a:pt x="15765" y="32008"/>
                  </a:lnTo>
                  <a:lnTo>
                    <a:pt x="12899" y="28664"/>
                  </a:lnTo>
                  <a:lnTo>
                    <a:pt x="10032" y="25798"/>
                  </a:lnTo>
                  <a:lnTo>
                    <a:pt x="9077" y="24364"/>
                  </a:lnTo>
                  <a:lnTo>
                    <a:pt x="9077" y="21498"/>
                  </a:lnTo>
                  <a:lnTo>
                    <a:pt x="7644" y="20542"/>
                  </a:lnTo>
                  <a:lnTo>
                    <a:pt x="8121" y="20542"/>
                  </a:lnTo>
                  <a:lnTo>
                    <a:pt x="9077" y="20542"/>
                  </a:lnTo>
                  <a:lnTo>
                    <a:pt x="9555" y="20542"/>
                  </a:lnTo>
                  <a:lnTo>
                    <a:pt x="10032" y="18154"/>
                  </a:lnTo>
                  <a:lnTo>
                    <a:pt x="5255" y="15287"/>
                  </a:lnTo>
                  <a:lnTo>
                    <a:pt x="3822" y="10988"/>
                  </a:lnTo>
                  <a:lnTo>
                    <a:pt x="1433" y="8599"/>
                  </a:lnTo>
                  <a:lnTo>
                    <a:pt x="956" y="7644"/>
                  </a:lnTo>
                  <a:lnTo>
                    <a:pt x="0" y="3822"/>
                  </a:lnTo>
                  <a:lnTo>
                    <a:pt x="5255" y="3344"/>
                  </a:lnTo>
                  <a:lnTo>
                    <a:pt x="10988" y="2867"/>
                  </a:lnTo>
                  <a:lnTo>
                    <a:pt x="16721" y="2389"/>
                  </a:lnTo>
                  <a:lnTo>
                    <a:pt x="22453" y="1911"/>
                  </a:lnTo>
                  <a:lnTo>
                    <a:pt x="28186" y="1433"/>
                  </a:lnTo>
                  <a:lnTo>
                    <a:pt x="33919" y="956"/>
                  </a:lnTo>
                  <a:lnTo>
                    <a:pt x="39652" y="478"/>
                  </a:lnTo>
                  <a:lnTo>
                    <a:pt x="45384" y="0"/>
                  </a:lnTo>
                  <a:lnTo>
                    <a:pt x="47295" y="0"/>
                  </a:lnTo>
                  <a:lnTo>
                    <a:pt x="46340" y="2867"/>
                  </a:lnTo>
                  <a:lnTo>
                    <a:pt x="45384" y="4300"/>
                  </a:lnTo>
                  <a:lnTo>
                    <a:pt x="45384" y="4300"/>
                  </a:lnTo>
                  <a:lnTo>
                    <a:pt x="54461" y="7644"/>
                  </a:lnTo>
                  <a:lnTo>
                    <a:pt x="64016" y="10510"/>
                  </a:lnTo>
                  <a:lnTo>
                    <a:pt x="73570" y="13854"/>
                  </a:lnTo>
                  <a:lnTo>
                    <a:pt x="82647" y="16721"/>
                  </a:lnTo>
                  <a:lnTo>
                    <a:pt x="92202" y="20065"/>
                  </a:lnTo>
                  <a:lnTo>
                    <a:pt x="101756" y="23409"/>
                  </a:lnTo>
                  <a:lnTo>
                    <a:pt x="110833" y="26275"/>
                  </a:lnTo>
                  <a:lnTo>
                    <a:pt x="120388" y="29619"/>
                  </a:lnTo>
                  <a:lnTo>
                    <a:pt x="127554" y="29619"/>
                  </a:lnTo>
                  <a:lnTo>
                    <a:pt x="134720" y="29619"/>
                  </a:lnTo>
                  <a:lnTo>
                    <a:pt x="141408" y="29619"/>
                  </a:lnTo>
                  <a:lnTo>
                    <a:pt x="148574" y="29619"/>
                  </a:lnTo>
                  <a:lnTo>
                    <a:pt x="155262" y="29619"/>
                  </a:lnTo>
                  <a:lnTo>
                    <a:pt x="155740" y="29619"/>
                  </a:lnTo>
                  <a:lnTo>
                    <a:pt x="162428" y="29619"/>
                  </a:lnTo>
                  <a:lnTo>
                    <a:pt x="169594" y="29619"/>
                  </a:lnTo>
                  <a:lnTo>
                    <a:pt x="176760" y="29619"/>
                  </a:lnTo>
                  <a:lnTo>
                    <a:pt x="176760" y="27231"/>
                  </a:lnTo>
                  <a:lnTo>
                    <a:pt x="176760" y="24842"/>
                  </a:lnTo>
                  <a:lnTo>
                    <a:pt x="176760" y="22453"/>
                  </a:lnTo>
                  <a:lnTo>
                    <a:pt x="176760" y="20065"/>
                  </a:lnTo>
                  <a:lnTo>
                    <a:pt x="181059" y="20065"/>
                  </a:lnTo>
                  <a:lnTo>
                    <a:pt x="181059" y="20065"/>
                  </a:lnTo>
                  <a:lnTo>
                    <a:pt x="185359" y="20065"/>
                  </a:lnTo>
                  <a:lnTo>
                    <a:pt x="189659" y="20065"/>
                  </a:lnTo>
                  <a:lnTo>
                    <a:pt x="189659" y="20065"/>
                  </a:lnTo>
                  <a:lnTo>
                    <a:pt x="193958" y="20065"/>
                  </a:lnTo>
                  <a:lnTo>
                    <a:pt x="198258" y="20065"/>
                  </a:lnTo>
                  <a:lnTo>
                    <a:pt x="203035" y="20065"/>
                  </a:lnTo>
                  <a:lnTo>
                    <a:pt x="207335" y="20065"/>
                  </a:lnTo>
                  <a:lnTo>
                    <a:pt x="211634" y="20065"/>
                  </a:lnTo>
                  <a:lnTo>
                    <a:pt x="211634" y="20065"/>
                  </a:lnTo>
                  <a:lnTo>
                    <a:pt x="211634" y="20065"/>
                  </a:lnTo>
                  <a:lnTo>
                    <a:pt x="211634" y="20065"/>
                  </a:lnTo>
                  <a:lnTo>
                    <a:pt x="213545" y="21976"/>
                  </a:lnTo>
                  <a:lnTo>
                    <a:pt x="215456" y="24842"/>
                  </a:lnTo>
                  <a:lnTo>
                    <a:pt x="215456" y="24842"/>
                  </a:lnTo>
                  <a:lnTo>
                    <a:pt x="217367" y="26753"/>
                  </a:lnTo>
                  <a:lnTo>
                    <a:pt x="220233" y="28186"/>
                  </a:lnTo>
                  <a:lnTo>
                    <a:pt x="224055" y="31052"/>
                  </a:lnTo>
                  <a:lnTo>
                    <a:pt x="230266" y="36785"/>
                  </a:lnTo>
                  <a:lnTo>
                    <a:pt x="234565" y="40607"/>
                  </a:lnTo>
                  <a:lnTo>
                    <a:pt x="238387" y="42040"/>
                  </a:lnTo>
                  <a:lnTo>
                    <a:pt x="238387" y="42040"/>
                  </a:lnTo>
                  <a:lnTo>
                    <a:pt x="240776" y="43951"/>
                  </a:lnTo>
                  <a:lnTo>
                    <a:pt x="241731" y="45384"/>
                  </a:lnTo>
                  <a:lnTo>
                    <a:pt x="243642" y="47773"/>
                  </a:lnTo>
                  <a:lnTo>
                    <a:pt x="246508" y="54461"/>
                  </a:lnTo>
                  <a:lnTo>
                    <a:pt x="246508" y="57328"/>
                  </a:lnTo>
                  <a:lnTo>
                    <a:pt x="247942" y="60194"/>
                  </a:lnTo>
                  <a:lnTo>
                    <a:pt x="250330" y="64016"/>
                  </a:lnTo>
                  <a:lnTo>
                    <a:pt x="252241" y="66405"/>
                  </a:lnTo>
                  <a:lnTo>
                    <a:pt x="252241" y="66405"/>
                  </a:lnTo>
                  <a:lnTo>
                    <a:pt x="254152" y="66882"/>
                  </a:lnTo>
                  <a:lnTo>
                    <a:pt x="256063" y="68315"/>
                  </a:lnTo>
                  <a:lnTo>
                    <a:pt x="256063" y="68315"/>
                  </a:lnTo>
                  <a:lnTo>
                    <a:pt x="257974" y="70226"/>
                  </a:lnTo>
                  <a:lnTo>
                    <a:pt x="260363" y="71659"/>
                  </a:lnTo>
                  <a:lnTo>
                    <a:pt x="260363" y="71659"/>
                  </a:lnTo>
                  <a:lnTo>
                    <a:pt x="263229" y="72137"/>
                  </a:lnTo>
                  <a:lnTo>
                    <a:pt x="266573" y="74048"/>
                  </a:lnTo>
                  <a:lnTo>
                    <a:pt x="267051" y="74048"/>
                  </a:lnTo>
                  <a:lnTo>
                    <a:pt x="271828" y="76915"/>
                  </a:lnTo>
                  <a:lnTo>
                    <a:pt x="274694" y="78348"/>
                  </a:lnTo>
                  <a:lnTo>
                    <a:pt x="276605" y="78348"/>
                  </a:lnTo>
                  <a:lnTo>
                    <a:pt x="276605" y="78348"/>
                  </a:lnTo>
                  <a:lnTo>
                    <a:pt x="278039" y="77392"/>
                  </a:lnTo>
                  <a:lnTo>
                    <a:pt x="278039" y="77392"/>
                  </a:lnTo>
                  <a:lnTo>
                    <a:pt x="279472" y="75481"/>
                  </a:lnTo>
                  <a:lnTo>
                    <a:pt x="280905" y="74048"/>
                  </a:lnTo>
                  <a:lnTo>
                    <a:pt x="281860" y="73570"/>
                  </a:lnTo>
                  <a:lnTo>
                    <a:pt x="282338" y="73570"/>
                  </a:lnTo>
                  <a:lnTo>
                    <a:pt x="282816" y="72615"/>
                  </a:lnTo>
                  <a:lnTo>
                    <a:pt x="282338" y="71659"/>
                  </a:lnTo>
                  <a:lnTo>
                    <a:pt x="283294" y="68793"/>
                  </a:lnTo>
                  <a:lnTo>
                    <a:pt x="285205" y="64971"/>
                  </a:lnTo>
                  <a:lnTo>
                    <a:pt x="287593" y="62583"/>
                  </a:lnTo>
                  <a:lnTo>
                    <a:pt x="290460" y="62105"/>
                  </a:lnTo>
                  <a:lnTo>
                    <a:pt x="291893" y="61627"/>
                  </a:lnTo>
                  <a:lnTo>
                    <a:pt x="292370" y="61627"/>
                  </a:lnTo>
                  <a:lnTo>
                    <a:pt x="292848" y="60194"/>
                  </a:lnTo>
                  <a:lnTo>
                    <a:pt x="294281" y="60194"/>
                  </a:lnTo>
                  <a:lnTo>
                    <a:pt x="296670" y="61149"/>
                  </a:lnTo>
                  <a:lnTo>
                    <a:pt x="296670" y="61149"/>
                  </a:lnTo>
                  <a:lnTo>
                    <a:pt x="300014" y="61627"/>
                  </a:lnTo>
                  <a:lnTo>
                    <a:pt x="304791" y="62105"/>
                  </a:lnTo>
                  <a:lnTo>
                    <a:pt x="307658" y="61627"/>
                  </a:lnTo>
                  <a:lnTo>
                    <a:pt x="308135" y="61149"/>
                  </a:lnTo>
                  <a:lnTo>
                    <a:pt x="308613" y="61149"/>
                  </a:lnTo>
                  <a:lnTo>
                    <a:pt x="308613" y="62105"/>
                  </a:lnTo>
                  <a:lnTo>
                    <a:pt x="309091" y="62105"/>
                  </a:lnTo>
                  <a:lnTo>
                    <a:pt x="309569" y="62105"/>
                  </a:lnTo>
                  <a:lnTo>
                    <a:pt x="311002" y="62105"/>
                  </a:lnTo>
                  <a:lnTo>
                    <a:pt x="311957" y="62583"/>
                  </a:lnTo>
                  <a:lnTo>
                    <a:pt x="313391" y="64971"/>
                  </a:lnTo>
                  <a:lnTo>
                    <a:pt x="313868" y="64971"/>
                  </a:lnTo>
                  <a:lnTo>
                    <a:pt x="318646" y="68793"/>
                  </a:lnTo>
                  <a:lnTo>
                    <a:pt x="319123" y="69749"/>
                  </a:lnTo>
                  <a:lnTo>
                    <a:pt x="321034" y="71659"/>
                  </a:lnTo>
                  <a:lnTo>
                    <a:pt x="324378" y="74526"/>
                  </a:lnTo>
                  <a:lnTo>
                    <a:pt x="326289" y="76915"/>
                  </a:lnTo>
                  <a:lnTo>
                    <a:pt x="326767" y="78825"/>
                  </a:lnTo>
                  <a:lnTo>
                    <a:pt x="328678" y="81692"/>
                  </a:lnTo>
                  <a:lnTo>
                    <a:pt x="331544" y="85991"/>
                  </a:lnTo>
                  <a:lnTo>
                    <a:pt x="332977" y="88380"/>
                  </a:lnTo>
                  <a:lnTo>
                    <a:pt x="332500" y="88858"/>
                  </a:lnTo>
                  <a:lnTo>
                    <a:pt x="332977" y="89813"/>
                  </a:lnTo>
                  <a:lnTo>
                    <a:pt x="333455" y="92202"/>
                  </a:lnTo>
                  <a:lnTo>
                    <a:pt x="334888" y="93635"/>
                  </a:lnTo>
                  <a:lnTo>
                    <a:pt x="337277" y="95068"/>
                  </a:lnTo>
                  <a:lnTo>
                    <a:pt x="339188" y="97935"/>
                  </a:lnTo>
                  <a:lnTo>
                    <a:pt x="341577" y="101279"/>
                  </a:lnTo>
                  <a:lnTo>
                    <a:pt x="344443" y="104145"/>
                  </a:lnTo>
                  <a:lnTo>
                    <a:pt x="344443" y="104145"/>
                  </a:lnTo>
                  <a:lnTo>
                    <a:pt x="347309" y="106056"/>
                  </a:lnTo>
                  <a:lnTo>
                    <a:pt x="349220" y="107967"/>
                  </a:lnTo>
                  <a:lnTo>
                    <a:pt x="349698" y="109878"/>
                  </a:lnTo>
                  <a:lnTo>
                    <a:pt x="349698" y="111311"/>
                  </a:lnTo>
                  <a:lnTo>
                    <a:pt x="349220" y="112266"/>
                  </a:lnTo>
                  <a:lnTo>
                    <a:pt x="349220" y="113222"/>
                  </a:lnTo>
                  <a:lnTo>
                    <a:pt x="350176" y="114177"/>
                  </a:lnTo>
                  <a:lnTo>
                    <a:pt x="350653" y="115611"/>
                  </a:lnTo>
                  <a:lnTo>
                    <a:pt x="350176" y="117522"/>
                  </a:lnTo>
                  <a:lnTo>
                    <a:pt x="350176" y="117999"/>
                  </a:lnTo>
                  <a:lnTo>
                    <a:pt x="350653" y="118477"/>
                  </a:lnTo>
                  <a:lnTo>
                    <a:pt x="353042" y="121343"/>
                  </a:lnTo>
                  <a:lnTo>
                    <a:pt x="354475" y="124210"/>
                  </a:lnTo>
                  <a:lnTo>
                    <a:pt x="355908" y="128031"/>
                  </a:lnTo>
                  <a:lnTo>
                    <a:pt x="355908" y="128031"/>
                  </a:lnTo>
                  <a:lnTo>
                    <a:pt x="357342" y="130420"/>
                  </a:lnTo>
                  <a:lnTo>
                    <a:pt x="357342" y="130420"/>
                  </a:lnTo>
                  <a:lnTo>
                    <a:pt x="358775" y="131376"/>
                  </a:lnTo>
                  <a:lnTo>
                    <a:pt x="361641" y="131854"/>
                  </a:lnTo>
                  <a:lnTo>
                    <a:pt x="364030" y="132331"/>
                  </a:lnTo>
                  <a:lnTo>
                    <a:pt x="365463" y="133764"/>
                  </a:lnTo>
                  <a:lnTo>
                    <a:pt x="367374" y="134720"/>
                  </a:lnTo>
                  <a:lnTo>
                    <a:pt x="367374" y="134720"/>
                  </a:lnTo>
                  <a:lnTo>
                    <a:pt x="369285" y="134720"/>
                  </a:lnTo>
                  <a:lnTo>
                    <a:pt x="371674" y="135675"/>
                  </a:lnTo>
                  <a:lnTo>
                    <a:pt x="373584" y="137108"/>
                  </a:lnTo>
                  <a:lnTo>
                    <a:pt x="377406" y="138064"/>
                  </a:lnTo>
                  <a:lnTo>
                    <a:pt x="377406" y="138064"/>
                  </a:lnTo>
                  <a:lnTo>
                    <a:pt x="383139" y="138542"/>
                  </a:lnTo>
                  <a:lnTo>
                    <a:pt x="387439" y="139497"/>
                  </a:lnTo>
                  <a:lnTo>
                    <a:pt x="390305" y="141408"/>
                  </a:lnTo>
                  <a:lnTo>
                    <a:pt x="391738" y="141886"/>
                  </a:lnTo>
                  <a:lnTo>
                    <a:pt x="391738" y="141886"/>
                  </a:lnTo>
                  <a:lnTo>
                    <a:pt x="391738" y="141886"/>
                  </a:lnTo>
                  <a:lnTo>
                    <a:pt x="392216" y="141886"/>
                  </a:lnTo>
                  <a:lnTo>
                    <a:pt x="392216" y="141408"/>
                  </a:lnTo>
                  <a:lnTo>
                    <a:pt x="393171" y="140453"/>
                  </a:lnTo>
                  <a:lnTo>
                    <a:pt x="396038" y="139975"/>
                  </a:lnTo>
                  <a:lnTo>
                    <a:pt x="395560" y="144274"/>
                  </a:lnTo>
                  <a:lnTo>
                    <a:pt x="394605" y="147619"/>
                  </a:lnTo>
                  <a:lnTo>
                    <a:pt x="390305" y="154784"/>
                  </a:lnTo>
                  <a:lnTo>
                    <a:pt x="388872" y="159084"/>
                  </a:lnTo>
                  <a:lnTo>
                    <a:pt x="385528" y="171505"/>
                  </a:lnTo>
                  <a:lnTo>
                    <a:pt x="384572" y="179626"/>
                  </a:lnTo>
                  <a:lnTo>
                    <a:pt x="384572" y="183448"/>
                  </a:lnTo>
                  <a:lnTo>
                    <a:pt x="384094" y="183926"/>
                  </a:lnTo>
                  <a:lnTo>
                    <a:pt x="384572" y="184404"/>
                  </a:lnTo>
                  <a:lnTo>
                    <a:pt x="383617" y="193003"/>
                  </a:lnTo>
                  <a:lnTo>
                    <a:pt x="384094" y="200169"/>
                  </a:lnTo>
                  <a:lnTo>
                    <a:pt x="384094" y="201124"/>
                  </a:lnTo>
                  <a:lnTo>
                    <a:pt x="382661" y="203513"/>
                  </a:lnTo>
                  <a:lnTo>
                    <a:pt x="381706" y="206379"/>
                  </a:lnTo>
                  <a:lnTo>
                    <a:pt x="382184" y="207812"/>
                  </a:lnTo>
                  <a:lnTo>
                    <a:pt x="382184" y="208768"/>
                  </a:lnTo>
                  <a:lnTo>
                    <a:pt x="383617" y="213068"/>
                  </a:lnTo>
                  <a:lnTo>
                    <a:pt x="383617" y="216411"/>
                  </a:lnTo>
                  <a:lnTo>
                    <a:pt x="387439" y="222144"/>
                  </a:lnTo>
                  <a:lnTo>
                    <a:pt x="389349" y="224533"/>
                  </a:lnTo>
                  <a:lnTo>
                    <a:pt x="391738" y="225966"/>
                  </a:lnTo>
                  <a:lnTo>
                    <a:pt x="392694" y="226921"/>
                  </a:lnTo>
                  <a:lnTo>
                    <a:pt x="392216" y="229788"/>
                  </a:lnTo>
                  <a:lnTo>
                    <a:pt x="391260" y="230743"/>
                  </a:lnTo>
                  <a:lnTo>
                    <a:pt x="390783" y="232654"/>
                  </a:lnTo>
                  <a:lnTo>
                    <a:pt x="390305" y="231221"/>
                  </a:lnTo>
                  <a:lnTo>
                    <a:pt x="390305" y="228833"/>
                  </a:lnTo>
                  <a:lnTo>
                    <a:pt x="391260" y="227877"/>
                  </a:lnTo>
                  <a:lnTo>
                    <a:pt x="391260" y="226921"/>
                  </a:lnTo>
                  <a:lnTo>
                    <a:pt x="389827" y="225966"/>
                  </a:lnTo>
                  <a:lnTo>
                    <a:pt x="387439" y="223100"/>
                  </a:lnTo>
                  <a:lnTo>
                    <a:pt x="384094" y="218322"/>
                  </a:lnTo>
                  <a:lnTo>
                    <a:pt x="386483" y="226444"/>
                  </a:lnTo>
                  <a:lnTo>
                    <a:pt x="386961" y="227877"/>
                  </a:lnTo>
                  <a:lnTo>
                    <a:pt x="387916" y="228355"/>
                  </a:lnTo>
                  <a:lnTo>
                    <a:pt x="388872" y="228833"/>
                  </a:lnTo>
                  <a:lnTo>
                    <a:pt x="388872" y="229788"/>
                  </a:lnTo>
                  <a:lnTo>
                    <a:pt x="388872" y="230266"/>
                  </a:lnTo>
                  <a:lnTo>
                    <a:pt x="391738" y="235998"/>
                  </a:lnTo>
                  <a:lnTo>
                    <a:pt x="395082" y="241731"/>
                  </a:lnTo>
                  <a:lnTo>
                    <a:pt x="395082" y="243642"/>
                  </a:lnTo>
                  <a:lnTo>
                    <a:pt x="396516" y="245553"/>
                  </a:lnTo>
                  <a:lnTo>
                    <a:pt x="404637" y="253675"/>
                  </a:lnTo>
                  <a:lnTo>
                    <a:pt x="409892" y="259885"/>
                  </a:lnTo>
                  <a:lnTo>
                    <a:pt x="411325" y="265618"/>
                  </a:lnTo>
                  <a:lnTo>
                    <a:pt x="412281" y="267529"/>
                  </a:lnTo>
                  <a:lnTo>
                    <a:pt x="413236" y="269917"/>
                  </a:lnTo>
                  <a:lnTo>
                    <a:pt x="416102" y="272784"/>
                  </a:lnTo>
                  <a:lnTo>
                    <a:pt x="417058" y="274694"/>
                  </a:lnTo>
                  <a:lnTo>
                    <a:pt x="418969" y="275650"/>
                  </a:lnTo>
                  <a:lnTo>
                    <a:pt x="420402" y="278516"/>
                  </a:lnTo>
                  <a:lnTo>
                    <a:pt x="423268" y="280427"/>
                  </a:lnTo>
                  <a:lnTo>
                    <a:pt x="422313" y="280427"/>
                  </a:lnTo>
                  <a:lnTo>
                    <a:pt x="419924" y="279472"/>
                  </a:lnTo>
                  <a:lnTo>
                    <a:pt x="420402" y="279950"/>
                  </a:lnTo>
                  <a:lnTo>
                    <a:pt x="422313" y="281383"/>
                  </a:lnTo>
                  <a:lnTo>
                    <a:pt x="426135" y="282338"/>
                  </a:lnTo>
                  <a:lnTo>
                    <a:pt x="427090" y="282338"/>
                  </a:lnTo>
                  <a:lnTo>
                    <a:pt x="425657" y="281860"/>
                  </a:lnTo>
                  <a:lnTo>
                    <a:pt x="424224" y="280905"/>
                  </a:lnTo>
                  <a:lnTo>
                    <a:pt x="424701" y="280905"/>
                  </a:lnTo>
                  <a:lnTo>
                    <a:pt x="427568" y="281860"/>
                  </a:lnTo>
                  <a:lnTo>
                    <a:pt x="434734" y="282338"/>
                  </a:lnTo>
                  <a:lnTo>
                    <a:pt x="438078" y="284727"/>
                  </a:lnTo>
                  <a:lnTo>
                    <a:pt x="442377" y="285682"/>
                  </a:lnTo>
                  <a:lnTo>
                    <a:pt x="444766" y="289026"/>
                  </a:lnTo>
                  <a:lnTo>
                    <a:pt x="447632" y="292370"/>
                  </a:lnTo>
                  <a:lnTo>
                    <a:pt x="449066" y="292370"/>
                  </a:lnTo>
                  <a:lnTo>
                    <a:pt x="450499" y="292370"/>
                  </a:lnTo>
                  <a:lnTo>
                    <a:pt x="454798" y="291893"/>
                  </a:lnTo>
                  <a:lnTo>
                    <a:pt x="461009" y="289982"/>
                  </a:lnTo>
                  <a:lnTo>
                    <a:pt x="462920" y="289026"/>
                  </a:lnTo>
                  <a:lnTo>
                    <a:pt x="467219" y="287593"/>
                  </a:lnTo>
                  <a:lnTo>
                    <a:pt x="473908" y="287116"/>
                  </a:lnTo>
                  <a:lnTo>
                    <a:pt x="475819" y="287593"/>
                  </a:lnTo>
                  <a:lnTo>
                    <a:pt x="480596" y="286638"/>
                  </a:lnTo>
                  <a:lnTo>
                    <a:pt x="482984" y="285682"/>
                  </a:lnTo>
                  <a:lnTo>
                    <a:pt x="483462" y="284727"/>
                  </a:lnTo>
                  <a:lnTo>
                    <a:pt x="483940" y="283771"/>
                  </a:lnTo>
                  <a:lnTo>
                    <a:pt x="488239" y="282816"/>
                  </a:lnTo>
                  <a:lnTo>
                    <a:pt x="489195" y="282816"/>
                  </a:lnTo>
                  <a:lnTo>
                    <a:pt x="493972" y="282338"/>
                  </a:lnTo>
                  <a:lnTo>
                    <a:pt x="495883" y="282338"/>
                  </a:lnTo>
                  <a:lnTo>
                    <a:pt x="498750" y="281860"/>
                  </a:lnTo>
                  <a:lnTo>
                    <a:pt x="500661" y="283294"/>
                  </a:lnTo>
                  <a:lnTo>
                    <a:pt x="500661" y="284249"/>
                  </a:lnTo>
                  <a:lnTo>
                    <a:pt x="499227" y="284727"/>
                  </a:lnTo>
                  <a:lnTo>
                    <a:pt x="499705" y="285682"/>
                  </a:lnTo>
                  <a:lnTo>
                    <a:pt x="502094" y="286638"/>
                  </a:lnTo>
                  <a:lnTo>
                    <a:pt x="505915" y="287116"/>
                  </a:lnTo>
                  <a:lnTo>
                    <a:pt x="507349" y="287116"/>
                  </a:lnTo>
                  <a:lnTo>
                    <a:pt x="509260" y="285205"/>
                  </a:lnTo>
                  <a:lnTo>
                    <a:pt x="512604" y="283771"/>
                  </a:lnTo>
                  <a:lnTo>
                    <a:pt x="512604" y="281860"/>
                  </a:lnTo>
                  <a:lnTo>
                    <a:pt x="511648" y="280905"/>
                  </a:lnTo>
                  <a:lnTo>
                    <a:pt x="510693" y="280905"/>
                  </a:lnTo>
                  <a:lnTo>
                    <a:pt x="510693" y="280427"/>
                  </a:lnTo>
                  <a:lnTo>
                    <a:pt x="511171" y="278994"/>
                  </a:lnTo>
                  <a:lnTo>
                    <a:pt x="511171" y="278516"/>
                  </a:lnTo>
                  <a:lnTo>
                    <a:pt x="509260" y="279950"/>
                  </a:lnTo>
                  <a:lnTo>
                    <a:pt x="508782" y="279950"/>
                  </a:lnTo>
                  <a:lnTo>
                    <a:pt x="508782" y="278994"/>
                  </a:lnTo>
                  <a:lnTo>
                    <a:pt x="509260" y="278516"/>
                  </a:lnTo>
                  <a:lnTo>
                    <a:pt x="515470" y="275650"/>
                  </a:lnTo>
                  <a:lnTo>
                    <a:pt x="516903" y="274694"/>
                  </a:lnTo>
                  <a:lnTo>
                    <a:pt x="518814" y="273739"/>
                  </a:lnTo>
                  <a:lnTo>
                    <a:pt x="523114" y="269917"/>
                  </a:lnTo>
                  <a:lnTo>
                    <a:pt x="524069" y="262751"/>
                  </a:lnTo>
                  <a:lnTo>
                    <a:pt x="525025" y="261318"/>
                  </a:lnTo>
                  <a:lnTo>
                    <a:pt x="527891" y="258929"/>
                  </a:lnTo>
                  <a:lnTo>
                    <a:pt x="527891" y="258452"/>
                  </a:lnTo>
                  <a:lnTo>
                    <a:pt x="528369" y="257018"/>
                  </a:lnTo>
                  <a:lnTo>
                    <a:pt x="527891" y="253197"/>
                  </a:lnTo>
                  <a:lnTo>
                    <a:pt x="528369" y="249852"/>
                  </a:lnTo>
                  <a:lnTo>
                    <a:pt x="528369" y="246509"/>
                  </a:lnTo>
                  <a:lnTo>
                    <a:pt x="528846" y="243642"/>
                  </a:lnTo>
                  <a:lnTo>
                    <a:pt x="529324" y="242687"/>
                  </a:lnTo>
                  <a:lnTo>
                    <a:pt x="530757" y="237909"/>
                  </a:lnTo>
                  <a:lnTo>
                    <a:pt x="534102" y="235521"/>
                  </a:lnTo>
                  <a:lnTo>
                    <a:pt x="539834" y="233132"/>
                  </a:lnTo>
                  <a:lnTo>
                    <a:pt x="541268" y="232654"/>
                  </a:lnTo>
                  <a:lnTo>
                    <a:pt x="559899" y="230266"/>
                  </a:lnTo>
                  <a:lnTo>
                    <a:pt x="562765" y="229310"/>
                  </a:lnTo>
                  <a:lnTo>
                    <a:pt x="565632" y="227399"/>
                  </a:lnTo>
                  <a:lnTo>
                    <a:pt x="568020" y="226921"/>
                  </a:lnTo>
                  <a:lnTo>
                    <a:pt x="572320" y="226921"/>
                  </a:lnTo>
                  <a:lnTo>
                    <a:pt x="573753" y="226921"/>
                  </a:lnTo>
                  <a:lnTo>
                    <a:pt x="573753" y="226444"/>
                  </a:lnTo>
                  <a:lnTo>
                    <a:pt x="574231" y="226444"/>
                  </a:lnTo>
                  <a:lnTo>
                    <a:pt x="574709" y="225966"/>
                  </a:lnTo>
                  <a:lnTo>
                    <a:pt x="577097" y="226444"/>
                  </a:lnTo>
                  <a:lnTo>
                    <a:pt x="581875" y="227399"/>
                  </a:lnTo>
                  <a:lnTo>
                    <a:pt x="583785" y="227877"/>
                  </a:lnTo>
                  <a:lnTo>
                    <a:pt x="587607" y="228833"/>
                  </a:lnTo>
                  <a:lnTo>
                    <a:pt x="592385" y="229310"/>
                  </a:lnTo>
                  <a:lnTo>
                    <a:pt x="592862" y="229310"/>
                  </a:lnTo>
                  <a:lnTo>
                    <a:pt x="593340" y="228833"/>
                  </a:lnTo>
                  <a:lnTo>
                    <a:pt x="593818" y="227877"/>
                  </a:lnTo>
                  <a:lnTo>
                    <a:pt x="593340" y="227399"/>
                  </a:lnTo>
                  <a:lnTo>
                    <a:pt x="592862" y="227399"/>
                  </a:lnTo>
                  <a:lnTo>
                    <a:pt x="592385" y="227877"/>
                  </a:lnTo>
                  <a:lnTo>
                    <a:pt x="591429" y="227877"/>
                  </a:lnTo>
                  <a:lnTo>
                    <a:pt x="589518" y="227399"/>
                  </a:lnTo>
                  <a:lnTo>
                    <a:pt x="589996" y="226921"/>
                  </a:lnTo>
                  <a:lnTo>
                    <a:pt x="591907" y="226921"/>
                  </a:lnTo>
                  <a:lnTo>
                    <a:pt x="592862" y="226921"/>
                  </a:lnTo>
                  <a:lnTo>
                    <a:pt x="594773" y="225966"/>
                  </a:lnTo>
                  <a:lnTo>
                    <a:pt x="596684" y="226444"/>
                  </a:lnTo>
                  <a:lnTo>
                    <a:pt x="599073" y="229310"/>
                  </a:lnTo>
                  <a:lnTo>
                    <a:pt x="600506" y="229788"/>
                  </a:lnTo>
                  <a:lnTo>
                    <a:pt x="600984" y="233610"/>
                  </a:lnTo>
                  <a:lnTo>
                    <a:pt x="600984" y="2340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8" name="Freeform 2977">
              <a:extLst>
                <a:ext uri="{FF2B5EF4-FFF2-40B4-BE49-F238E27FC236}">
                  <a16:creationId xmlns:a16="http://schemas.microsoft.com/office/drawing/2014/main" id="{6FAFE98E-D0EB-A438-ED35-9FB98EC53B75}"/>
                </a:ext>
              </a:extLst>
            </p:cNvPr>
            <p:cNvSpPr/>
            <p:nvPr/>
          </p:nvSpPr>
          <p:spPr>
            <a:xfrm>
              <a:off x="4159284" y="3810012"/>
              <a:ext cx="1911" cy="1910"/>
            </a:xfrm>
            <a:custGeom>
              <a:avLst/>
              <a:gdLst>
                <a:gd name="csX0" fmla="*/ 1911 w 1911"/>
                <a:gd name="csY0" fmla="*/ 478 h 1910"/>
                <a:gd name="csX1" fmla="*/ 1911 w 1911"/>
                <a:gd name="csY1" fmla="*/ 478 h 1910"/>
                <a:gd name="csX2" fmla="*/ 1911 w 1911"/>
                <a:gd name="csY2" fmla="*/ 1911 h 1910"/>
                <a:gd name="csX3" fmla="*/ 1433 w 1911"/>
                <a:gd name="csY3" fmla="*/ 1911 h 1910"/>
                <a:gd name="csX4" fmla="*/ 0 w 1911"/>
                <a:gd name="csY4" fmla="*/ 1911 h 1910"/>
                <a:gd name="csX5" fmla="*/ 0 w 1911"/>
                <a:gd name="csY5" fmla="*/ 1433 h 1910"/>
                <a:gd name="csX6" fmla="*/ 478 w 1911"/>
                <a:gd name="csY6" fmla="*/ 0 h 1910"/>
                <a:gd name="csX7" fmla="*/ 478 w 1911"/>
                <a:gd name="csY7" fmla="*/ 0 h 1910"/>
                <a:gd name="csX8" fmla="*/ 1433 w 1911"/>
                <a:gd name="csY8" fmla="*/ 0 h 1910"/>
                <a:gd name="csX9" fmla="*/ 1911 w 1911"/>
                <a:gd name="csY9" fmla="*/ 478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1" h="1910">
                  <a:moveTo>
                    <a:pt x="1911" y="478"/>
                  </a:moveTo>
                  <a:lnTo>
                    <a:pt x="1911" y="478"/>
                  </a:lnTo>
                  <a:lnTo>
                    <a:pt x="1911" y="1911"/>
                  </a:lnTo>
                  <a:lnTo>
                    <a:pt x="1433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9" name="Freeform 2978">
              <a:extLst>
                <a:ext uri="{FF2B5EF4-FFF2-40B4-BE49-F238E27FC236}">
                  <a16:creationId xmlns:a16="http://schemas.microsoft.com/office/drawing/2014/main" id="{5564BDEB-581A-029D-A0D9-7553560F64B1}"/>
                </a:ext>
              </a:extLst>
            </p:cNvPr>
            <p:cNvSpPr/>
            <p:nvPr/>
          </p:nvSpPr>
          <p:spPr>
            <a:xfrm>
              <a:off x="4150207" y="3812878"/>
              <a:ext cx="8599" cy="12420"/>
            </a:xfrm>
            <a:custGeom>
              <a:avLst/>
              <a:gdLst>
                <a:gd name="csX0" fmla="*/ 8121 w 8599"/>
                <a:gd name="csY0" fmla="*/ 478 h 12420"/>
                <a:gd name="csX1" fmla="*/ 8599 w 8599"/>
                <a:gd name="csY1" fmla="*/ 956 h 12420"/>
                <a:gd name="csX2" fmla="*/ 8599 w 8599"/>
                <a:gd name="csY2" fmla="*/ 1911 h 12420"/>
                <a:gd name="csX3" fmla="*/ 8121 w 8599"/>
                <a:gd name="csY3" fmla="*/ 1911 h 12420"/>
                <a:gd name="csX4" fmla="*/ 7644 w 8599"/>
                <a:gd name="csY4" fmla="*/ 1911 h 12420"/>
                <a:gd name="csX5" fmla="*/ 7166 w 8599"/>
                <a:gd name="csY5" fmla="*/ 2389 h 12420"/>
                <a:gd name="csX6" fmla="*/ 7166 w 8599"/>
                <a:gd name="csY6" fmla="*/ 3344 h 12420"/>
                <a:gd name="csX7" fmla="*/ 7166 w 8599"/>
                <a:gd name="csY7" fmla="*/ 4300 h 12420"/>
                <a:gd name="csX8" fmla="*/ 6688 w 8599"/>
                <a:gd name="csY8" fmla="*/ 3822 h 12420"/>
                <a:gd name="csX9" fmla="*/ 6688 w 8599"/>
                <a:gd name="csY9" fmla="*/ 4300 h 12420"/>
                <a:gd name="csX10" fmla="*/ 7166 w 8599"/>
                <a:gd name="csY10" fmla="*/ 4777 h 12420"/>
                <a:gd name="csX11" fmla="*/ 7166 w 8599"/>
                <a:gd name="csY11" fmla="*/ 5255 h 12420"/>
                <a:gd name="csX12" fmla="*/ 6688 w 8599"/>
                <a:gd name="csY12" fmla="*/ 5733 h 12420"/>
                <a:gd name="csX13" fmla="*/ 6210 w 8599"/>
                <a:gd name="csY13" fmla="*/ 6210 h 12420"/>
                <a:gd name="csX14" fmla="*/ 5733 w 8599"/>
                <a:gd name="csY14" fmla="*/ 6210 h 12420"/>
                <a:gd name="csX15" fmla="*/ 5255 w 8599"/>
                <a:gd name="csY15" fmla="*/ 6688 h 12420"/>
                <a:gd name="csX16" fmla="*/ 4777 w 8599"/>
                <a:gd name="csY16" fmla="*/ 8599 h 12420"/>
                <a:gd name="csX17" fmla="*/ 4299 w 8599"/>
                <a:gd name="csY17" fmla="*/ 9077 h 12420"/>
                <a:gd name="csX18" fmla="*/ 4777 w 8599"/>
                <a:gd name="csY18" fmla="*/ 9555 h 12420"/>
                <a:gd name="csX19" fmla="*/ 4299 w 8599"/>
                <a:gd name="csY19" fmla="*/ 10032 h 12420"/>
                <a:gd name="csX20" fmla="*/ 2866 w 8599"/>
                <a:gd name="csY20" fmla="*/ 12421 h 12420"/>
                <a:gd name="csX21" fmla="*/ 1911 w 8599"/>
                <a:gd name="csY21" fmla="*/ 12421 h 12420"/>
                <a:gd name="csX22" fmla="*/ 956 w 8599"/>
                <a:gd name="csY22" fmla="*/ 11943 h 12420"/>
                <a:gd name="csX23" fmla="*/ 478 w 8599"/>
                <a:gd name="csY23" fmla="*/ 11466 h 12420"/>
                <a:gd name="csX24" fmla="*/ 478 w 8599"/>
                <a:gd name="csY24" fmla="*/ 10510 h 12420"/>
                <a:gd name="csX25" fmla="*/ 0 w 8599"/>
                <a:gd name="csY25" fmla="*/ 9555 h 12420"/>
                <a:gd name="csX26" fmla="*/ 478 w 8599"/>
                <a:gd name="csY26" fmla="*/ 9077 h 12420"/>
                <a:gd name="csX27" fmla="*/ 1911 w 8599"/>
                <a:gd name="csY27" fmla="*/ 7166 h 12420"/>
                <a:gd name="csX28" fmla="*/ 2866 w 8599"/>
                <a:gd name="csY28" fmla="*/ 5733 h 12420"/>
                <a:gd name="csX29" fmla="*/ 2866 w 8599"/>
                <a:gd name="csY29" fmla="*/ 4300 h 12420"/>
                <a:gd name="csX30" fmla="*/ 3822 w 8599"/>
                <a:gd name="csY30" fmla="*/ 3344 h 12420"/>
                <a:gd name="csX31" fmla="*/ 4777 w 8599"/>
                <a:gd name="csY31" fmla="*/ 2866 h 12420"/>
                <a:gd name="csX32" fmla="*/ 5733 w 8599"/>
                <a:gd name="csY32" fmla="*/ 2389 h 12420"/>
                <a:gd name="csX33" fmla="*/ 6688 w 8599"/>
                <a:gd name="csY33" fmla="*/ 956 h 12420"/>
                <a:gd name="csX34" fmla="*/ 7166 w 8599"/>
                <a:gd name="csY34" fmla="*/ 0 h 12420"/>
                <a:gd name="csX35" fmla="*/ 8121 w 8599"/>
                <a:gd name="csY35" fmla="*/ 478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8599" h="12420">
                  <a:moveTo>
                    <a:pt x="8121" y="478"/>
                  </a:moveTo>
                  <a:lnTo>
                    <a:pt x="8599" y="956"/>
                  </a:lnTo>
                  <a:lnTo>
                    <a:pt x="8599" y="1911"/>
                  </a:lnTo>
                  <a:lnTo>
                    <a:pt x="8121" y="1911"/>
                  </a:lnTo>
                  <a:lnTo>
                    <a:pt x="7644" y="1911"/>
                  </a:lnTo>
                  <a:lnTo>
                    <a:pt x="7166" y="2389"/>
                  </a:lnTo>
                  <a:lnTo>
                    <a:pt x="7166" y="3344"/>
                  </a:lnTo>
                  <a:lnTo>
                    <a:pt x="7166" y="4300"/>
                  </a:lnTo>
                  <a:lnTo>
                    <a:pt x="6688" y="3822"/>
                  </a:lnTo>
                  <a:lnTo>
                    <a:pt x="6688" y="4300"/>
                  </a:lnTo>
                  <a:lnTo>
                    <a:pt x="7166" y="4777"/>
                  </a:lnTo>
                  <a:lnTo>
                    <a:pt x="7166" y="5255"/>
                  </a:lnTo>
                  <a:lnTo>
                    <a:pt x="6688" y="5733"/>
                  </a:lnTo>
                  <a:lnTo>
                    <a:pt x="6210" y="6210"/>
                  </a:lnTo>
                  <a:lnTo>
                    <a:pt x="5733" y="6210"/>
                  </a:lnTo>
                  <a:lnTo>
                    <a:pt x="5255" y="6688"/>
                  </a:lnTo>
                  <a:lnTo>
                    <a:pt x="4777" y="8599"/>
                  </a:lnTo>
                  <a:lnTo>
                    <a:pt x="4299" y="9077"/>
                  </a:lnTo>
                  <a:lnTo>
                    <a:pt x="4777" y="9555"/>
                  </a:lnTo>
                  <a:lnTo>
                    <a:pt x="4299" y="10032"/>
                  </a:lnTo>
                  <a:lnTo>
                    <a:pt x="2866" y="12421"/>
                  </a:lnTo>
                  <a:lnTo>
                    <a:pt x="1911" y="12421"/>
                  </a:lnTo>
                  <a:lnTo>
                    <a:pt x="956" y="11943"/>
                  </a:lnTo>
                  <a:lnTo>
                    <a:pt x="478" y="11466"/>
                  </a:lnTo>
                  <a:lnTo>
                    <a:pt x="478" y="10510"/>
                  </a:lnTo>
                  <a:lnTo>
                    <a:pt x="0" y="9555"/>
                  </a:lnTo>
                  <a:lnTo>
                    <a:pt x="478" y="9077"/>
                  </a:lnTo>
                  <a:lnTo>
                    <a:pt x="1911" y="7166"/>
                  </a:lnTo>
                  <a:lnTo>
                    <a:pt x="2866" y="5733"/>
                  </a:lnTo>
                  <a:lnTo>
                    <a:pt x="2866" y="4300"/>
                  </a:lnTo>
                  <a:lnTo>
                    <a:pt x="3822" y="3344"/>
                  </a:lnTo>
                  <a:lnTo>
                    <a:pt x="4777" y="2866"/>
                  </a:lnTo>
                  <a:lnTo>
                    <a:pt x="5733" y="2389"/>
                  </a:lnTo>
                  <a:lnTo>
                    <a:pt x="6688" y="956"/>
                  </a:lnTo>
                  <a:lnTo>
                    <a:pt x="7166" y="0"/>
                  </a:lnTo>
                  <a:lnTo>
                    <a:pt x="81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0" name="Freeform 2979">
              <a:extLst>
                <a:ext uri="{FF2B5EF4-FFF2-40B4-BE49-F238E27FC236}">
                  <a16:creationId xmlns:a16="http://schemas.microsoft.com/office/drawing/2014/main" id="{9253A658-BF1A-D475-ED4B-8C5EA960A4F4}"/>
                </a:ext>
              </a:extLst>
            </p:cNvPr>
            <p:cNvSpPr/>
            <p:nvPr/>
          </p:nvSpPr>
          <p:spPr>
            <a:xfrm>
              <a:off x="4143519" y="3718765"/>
              <a:ext cx="2388" cy="2388"/>
            </a:xfrm>
            <a:custGeom>
              <a:avLst/>
              <a:gdLst>
                <a:gd name="csX0" fmla="*/ 2389 w 2388"/>
                <a:gd name="csY0" fmla="*/ 1911 h 2388"/>
                <a:gd name="csX1" fmla="*/ 2389 w 2388"/>
                <a:gd name="csY1" fmla="*/ 2389 h 2388"/>
                <a:gd name="csX2" fmla="*/ 1433 w 2388"/>
                <a:gd name="csY2" fmla="*/ 2389 h 2388"/>
                <a:gd name="csX3" fmla="*/ 478 w 2388"/>
                <a:gd name="csY3" fmla="*/ 2389 h 2388"/>
                <a:gd name="csX4" fmla="*/ 0 w 2388"/>
                <a:gd name="csY4" fmla="*/ 2389 h 2388"/>
                <a:gd name="csX5" fmla="*/ 478 w 2388"/>
                <a:gd name="csY5" fmla="*/ 1911 h 2388"/>
                <a:gd name="csX6" fmla="*/ 478 w 2388"/>
                <a:gd name="csY6" fmla="*/ 1433 h 2388"/>
                <a:gd name="csX7" fmla="*/ 0 w 2388"/>
                <a:gd name="csY7" fmla="*/ 478 h 2388"/>
                <a:gd name="csX8" fmla="*/ 0 w 2388"/>
                <a:gd name="csY8" fmla="*/ 0 h 2388"/>
                <a:gd name="csX9" fmla="*/ 478 w 2388"/>
                <a:gd name="csY9" fmla="*/ 0 h 2388"/>
                <a:gd name="csX10" fmla="*/ 956 w 2388"/>
                <a:gd name="csY10" fmla="*/ 0 h 2388"/>
                <a:gd name="csX11" fmla="*/ 1911 w 2388"/>
                <a:gd name="csY11" fmla="*/ 478 h 2388"/>
                <a:gd name="csX12" fmla="*/ 2389 w 2388"/>
                <a:gd name="csY12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388" h="2388">
                  <a:moveTo>
                    <a:pt x="2389" y="1911"/>
                  </a:moveTo>
                  <a:lnTo>
                    <a:pt x="2389" y="2389"/>
                  </a:lnTo>
                  <a:lnTo>
                    <a:pt x="1433" y="2389"/>
                  </a:lnTo>
                  <a:lnTo>
                    <a:pt x="478" y="2389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911" y="478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1" name="Freeform 2980">
              <a:extLst>
                <a:ext uri="{FF2B5EF4-FFF2-40B4-BE49-F238E27FC236}">
                  <a16:creationId xmlns:a16="http://schemas.microsoft.com/office/drawing/2014/main" id="{1607462C-6C00-D444-07EA-62D509952AAE}"/>
                </a:ext>
              </a:extLst>
            </p:cNvPr>
            <p:cNvSpPr/>
            <p:nvPr/>
          </p:nvSpPr>
          <p:spPr>
            <a:xfrm>
              <a:off x="4096701" y="4470712"/>
              <a:ext cx="47772" cy="23886"/>
            </a:xfrm>
            <a:custGeom>
              <a:avLst/>
              <a:gdLst>
                <a:gd name="csX0" fmla="*/ 47295 w 47772"/>
                <a:gd name="csY0" fmla="*/ 11465 h 23886"/>
                <a:gd name="csX1" fmla="*/ 47773 w 47772"/>
                <a:gd name="csY1" fmla="*/ 11943 h 23886"/>
                <a:gd name="csX2" fmla="*/ 46817 w 47772"/>
                <a:gd name="csY2" fmla="*/ 14809 h 23886"/>
                <a:gd name="csX3" fmla="*/ 46340 w 47772"/>
                <a:gd name="csY3" fmla="*/ 16243 h 23886"/>
                <a:gd name="csX4" fmla="*/ 46340 w 47772"/>
                <a:gd name="csY4" fmla="*/ 17198 h 23886"/>
                <a:gd name="csX5" fmla="*/ 46340 w 47772"/>
                <a:gd name="csY5" fmla="*/ 17198 h 23886"/>
                <a:gd name="csX6" fmla="*/ 46817 w 47772"/>
                <a:gd name="csY6" fmla="*/ 17676 h 23886"/>
                <a:gd name="csX7" fmla="*/ 47295 w 47772"/>
                <a:gd name="csY7" fmla="*/ 17676 h 23886"/>
                <a:gd name="csX8" fmla="*/ 47295 w 47772"/>
                <a:gd name="csY8" fmla="*/ 18631 h 23886"/>
                <a:gd name="csX9" fmla="*/ 45384 w 47772"/>
                <a:gd name="csY9" fmla="*/ 19587 h 23886"/>
                <a:gd name="csX10" fmla="*/ 44907 w 47772"/>
                <a:gd name="csY10" fmla="*/ 19587 h 23886"/>
                <a:gd name="csX11" fmla="*/ 45384 w 47772"/>
                <a:gd name="csY11" fmla="*/ 21498 h 23886"/>
                <a:gd name="csX12" fmla="*/ 44429 w 47772"/>
                <a:gd name="csY12" fmla="*/ 22931 h 23886"/>
                <a:gd name="csX13" fmla="*/ 43473 w 47772"/>
                <a:gd name="csY13" fmla="*/ 23409 h 23886"/>
                <a:gd name="csX14" fmla="*/ 41563 w 47772"/>
                <a:gd name="csY14" fmla="*/ 23886 h 23886"/>
                <a:gd name="csX15" fmla="*/ 38218 w 47772"/>
                <a:gd name="csY15" fmla="*/ 23886 h 23886"/>
                <a:gd name="csX16" fmla="*/ 33441 w 47772"/>
                <a:gd name="csY16" fmla="*/ 22931 h 23886"/>
                <a:gd name="csX17" fmla="*/ 30097 w 47772"/>
                <a:gd name="csY17" fmla="*/ 21498 h 23886"/>
                <a:gd name="csX18" fmla="*/ 28186 w 47772"/>
                <a:gd name="csY18" fmla="*/ 21498 h 23886"/>
                <a:gd name="csX19" fmla="*/ 28664 w 47772"/>
                <a:gd name="csY19" fmla="*/ 21975 h 23886"/>
                <a:gd name="csX20" fmla="*/ 30575 w 47772"/>
                <a:gd name="csY20" fmla="*/ 22453 h 23886"/>
                <a:gd name="csX21" fmla="*/ 32486 w 47772"/>
                <a:gd name="csY21" fmla="*/ 23409 h 23886"/>
                <a:gd name="csX22" fmla="*/ 31530 w 47772"/>
                <a:gd name="csY22" fmla="*/ 23409 h 23886"/>
                <a:gd name="csX23" fmla="*/ 24842 w 47772"/>
                <a:gd name="csY23" fmla="*/ 21498 h 23886"/>
                <a:gd name="csX24" fmla="*/ 16721 w 47772"/>
                <a:gd name="csY24" fmla="*/ 18154 h 23886"/>
                <a:gd name="csX25" fmla="*/ 11466 w 47772"/>
                <a:gd name="csY25" fmla="*/ 17198 h 23886"/>
                <a:gd name="csX26" fmla="*/ 6210 w 47772"/>
                <a:gd name="csY26" fmla="*/ 16243 h 23886"/>
                <a:gd name="csX27" fmla="*/ 2866 w 47772"/>
                <a:gd name="csY27" fmla="*/ 14332 h 23886"/>
                <a:gd name="csX28" fmla="*/ 478 w 47772"/>
                <a:gd name="csY28" fmla="*/ 13376 h 23886"/>
                <a:gd name="csX29" fmla="*/ 0 w 47772"/>
                <a:gd name="csY29" fmla="*/ 12421 h 23886"/>
                <a:gd name="csX30" fmla="*/ 0 w 47772"/>
                <a:gd name="csY30" fmla="*/ 11465 h 23886"/>
                <a:gd name="csX31" fmla="*/ 1433 w 47772"/>
                <a:gd name="csY31" fmla="*/ 10032 h 23886"/>
                <a:gd name="csX32" fmla="*/ 3344 w 47772"/>
                <a:gd name="csY32" fmla="*/ 8121 h 23886"/>
                <a:gd name="csX33" fmla="*/ 4777 w 47772"/>
                <a:gd name="csY33" fmla="*/ 7644 h 23886"/>
                <a:gd name="csX34" fmla="*/ 5255 w 47772"/>
                <a:gd name="csY34" fmla="*/ 7166 h 23886"/>
                <a:gd name="csX35" fmla="*/ 6210 w 47772"/>
                <a:gd name="csY35" fmla="*/ 7166 h 23886"/>
                <a:gd name="csX36" fmla="*/ 7166 w 47772"/>
                <a:gd name="csY36" fmla="*/ 6688 h 23886"/>
                <a:gd name="csX37" fmla="*/ 8121 w 47772"/>
                <a:gd name="csY37" fmla="*/ 5733 h 23886"/>
                <a:gd name="csX38" fmla="*/ 8599 w 47772"/>
                <a:gd name="csY38" fmla="*/ 4777 h 23886"/>
                <a:gd name="csX39" fmla="*/ 10988 w 47772"/>
                <a:gd name="csY39" fmla="*/ 4299 h 23886"/>
                <a:gd name="csX40" fmla="*/ 10988 w 47772"/>
                <a:gd name="csY40" fmla="*/ 3822 h 23886"/>
                <a:gd name="csX41" fmla="*/ 10988 w 47772"/>
                <a:gd name="csY41" fmla="*/ 3344 h 23886"/>
                <a:gd name="csX42" fmla="*/ 10510 w 47772"/>
                <a:gd name="csY42" fmla="*/ 1911 h 23886"/>
                <a:gd name="csX43" fmla="*/ 10510 w 47772"/>
                <a:gd name="csY43" fmla="*/ 956 h 23886"/>
                <a:gd name="csX44" fmla="*/ 11466 w 47772"/>
                <a:gd name="csY44" fmla="*/ 478 h 23886"/>
                <a:gd name="csX45" fmla="*/ 11943 w 47772"/>
                <a:gd name="csY45" fmla="*/ 478 h 23886"/>
                <a:gd name="csX46" fmla="*/ 13854 w 47772"/>
                <a:gd name="csY46" fmla="*/ 0 h 23886"/>
                <a:gd name="csX47" fmla="*/ 14332 w 47772"/>
                <a:gd name="csY47" fmla="*/ 478 h 23886"/>
                <a:gd name="csX48" fmla="*/ 14809 w 47772"/>
                <a:gd name="csY48" fmla="*/ 478 h 23886"/>
                <a:gd name="csX49" fmla="*/ 15287 w 47772"/>
                <a:gd name="csY49" fmla="*/ 478 h 23886"/>
                <a:gd name="csX50" fmla="*/ 18632 w 47772"/>
                <a:gd name="csY50" fmla="*/ 1433 h 23886"/>
                <a:gd name="csX51" fmla="*/ 19587 w 47772"/>
                <a:gd name="csY51" fmla="*/ 1433 h 23886"/>
                <a:gd name="csX52" fmla="*/ 21020 w 47772"/>
                <a:gd name="csY52" fmla="*/ 1911 h 23886"/>
                <a:gd name="csX53" fmla="*/ 21498 w 47772"/>
                <a:gd name="csY53" fmla="*/ 2866 h 23886"/>
                <a:gd name="csX54" fmla="*/ 21975 w 47772"/>
                <a:gd name="csY54" fmla="*/ 3344 h 23886"/>
                <a:gd name="csX55" fmla="*/ 21975 w 47772"/>
                <a:gd name="csY55" fmla="*/ 3822 h 23886"/>
                <a:gd name="csX56" fmla="*/ 24842 w 47772"/>
                <a:gd name="csY56" fmla="*/ 5255 h 23886"/>
                <a:gd name="csX57" fmla="*/ 25320 w 47772"/>
                <a:gd name="csY57" fmla="*/ 5733 h 23886"/>
                <a:gd name="csX58" fmla="*/ 25320 w 47772"/>
                <a:gd name="csY58" fmla="*/ 5733 h 23886"/>
                <a:gd name="csX59" fmla="*/ 27231 w 47772"/>
                <a:gd name="csY59" fmla="*/ 6688 h 23886"/>
                <a:gd name="csX60" fmla="*/ 27708 w 47772"/>
                <a:gd name="csY60" fmla="*/ 7644 h 23886"/>
                <a:gd name="csX61" fmla="*/ 28664 w 47772"/>
                <a:gd name="csY61" fmla="*/ 8121 h 23886"/>
                <a:gd name="csX62" fmla="*/ 30575 w 47772"/>
                <a:gd name="csY62" fmla="*/ 8121 h 23886"/>
                <a:gd name="csX63" fmla="*/ 31530 w 47772"/>
                <a:gd name="csY63" fmla="*/ 8599 h 23886"/>
                <a:gd name="csX64" fmla="*/ 32008 w 47772"/>
                <a:gd name="csY64" fmla="*/ 9077 h 23886"/>
                <a:gd name="csX65" fmla="*/ 32008 w 47772"/>
                <a:gd name="csY65" fmla="*/ 10032 h 23886"/>
                <a:gd name="csX66" fmla="*/ 32486 w 47772"/>
                <a:gd name="csY66" fmla="*/ 10988 h 23886"/>
                <a:gd name="csX67" fmla="*/ 32963 w 47772"/>
                <a:gd name="csY67" fmla="*/ 10988 h 23886"/>
                <a:gd name="csX68" fmla="*/ 33919 w 47772"/>
                <a:gd name="csY68" fmla="*/ 10510 h 23886"/>
                <a:gd name="csX69" fmla="*/ 36307 w 47772"/>
                <a:gd name="csY69" fmla="*/ 9555 h 23886"/>
                <a:gd name="csX70" fmla="*/ 38696 w 47772"/>
                <a:gd name="csY70" fmla="*/ 8599 h 23886"/>
                <a:gd name="csX71" fmla="*/ 40129 w 47772"/>
                <a:gd name="csY71" fmla="*/ 9077 h 23886"/>
                <a:gd name="csX72" fmla="*/ 41085 w 47772"/>
                <a:gd name="csY72" fmla="*/ 10032 h 23886"/>
                <a:gd name="csX73" fmla="*/ 42040 w 47772"/>
                <a:gd name="csY73" fmla="*/ 10510 h 23886"/>
                <a:gd name="csX74" fmla="*/ 43951 w 47772"/>
                <a:gd name="csY74" fmla="*/ 10032 h 23886"/>
                <a:gd name="csX75" fmla="*/ 45862 w 47772"/>
                <a:gd name="csY75" fmla="*/ 10510 h 23886"/>
                <a:gd name="csX76" fmla="*/ 47295 w 47772"/>
                <a:gd name="csY76" fmla="*/ 11465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47772" h="23886">
                  <a:moveTo>
                    <a:pt x="47295" y="11465"/>
                  </a:moveTo>
                  <a:lnTo>
                    <a:pt x="47773" y="11943"/>
                  </a:lnTo>
                  <a:lnTo>
                    <a:pt x="46817" y="14809"/>
                  </a:lnTo>
                  <a:lnTo>
                    <a:pt x="46340" y="16243"/>
                  </a:lnTo>
                  <a:lnTo>
                    <a:pt x="46340" y="17198"/>
                  </a:lnTo>
                  <a:lnTo>
                    <a:pt x="46340" y="17198"/>
                  </a:lnTo>
                  <a:lnTo>
                    <a:pt x="46817" y="17676"/>
                  </a:lnTo>
                  <a:lnTo>
                    <a:pt x="47295" y="17676"/>
                  </a:lnTo>
                  <a:lnTo>
                    <a:pt x="47295" y="18631"/>
                  </a:lnTo>
                  <a:lnTo>
                    <a:pt x="45384" y="19587"/>
                  </a:lnTo>
                  <a:lnTo>
                    <a:pt x="44907" y="19587"/>
                  </a:lnTo>
                  <a:lnTo>
                    <a:pt x="45384" y="21498"/>
                  </a:lnTo>
                  <a:lnTo>
                    <a:pt x="44429" y="22931"/>
                  </a:lnTo>
                  <a:lnTo>
                    <a:pt x="43473" y="23409"/>
                  </a:lnTo>
                  <a:lnTo>
                    <a:pt x="41563" y="23886"/>
                  </a:lnTo>
                  <a:lnTo>
                    <a:pt x="38218" y="23886"/>
                  </a:lnTo>
                  <a:lnTo>
                    <a:pt x="33441" y="22931"/>
                  </a:lnTo>
                  <a:lnTo>
                    <a:pt x="30097" y="21498"/>
                  </a:lnTo>
                  <a:lnTo>
                    <a:pt x="28186" y="21498"/>
                  </a:lnTo>
                  <a:lnTo>
                    <a:pt x="28664" y="21975"/>
                  </a:lnTo>
                  <a:lnTo>
                    <a:pt x="30575" y="22453"/>
                  </a:lnTo>
                  <a:lnTo>
                    <a:pt x="32486" y="23409"/>
                  </a:lnTo>
                  <a:lnTo>
                    <a:pt x="31530" y="23409"/>
                  </a:lnTo>
                  <a:lnTo>
                    <a:pt x="24842" y="21498"/>
                  </a:lnTo>
                  <a:lnTo>
                    <a:pt x="16721" y="18154"/>
                  </a:lnTo>
                  <a:lnTo>
                    <a:pt x="11466" y="17198"/>
                  </a:lnTo>
                  <a:lnTo>
                    <a:pt x="6210" y="16243"/>
                  </a:lnTo>
                  <a:lnTo>
                    <a:pt x="2866" y="14332"/>
                  </a:lnTo>
                  <a:lnTo>
                    <a:pt x="478" y="13376"/>
                  </a:lnTo>
                  <a:lnTo>
                    <a:pt x="0" y="12421"/>
                  </a:lnTo>
                  <a:lnTo>
                    <a:pt x="0" y="11465"/>
                  </a:lnTo>
                  <a:lnTo>
                    <a:pt x="1433" y="10032"/>
                  </a:lnTo>
                  <a:lnTo>
                    <a:pt x="3344" y="8121"/>
                  </a:lnTo>
                  <a:lnTo>
                    <a:pt x="4777" y="7644"/>
                  </a:lnTo>
                  <a:lnTo>
                    <a:pt x="5255" y="7166"/>
                  </a:lnTo>
                  <a:lnTo>
                    <a:pt x="6210" y="7166"/>
                  </a:lnTo>
                  <a:lnTo>
                    <a:pt x="7166" y="6688"/>
                  </a:lnTo>
                  <a:lnTo>
                    <a:pt x="8121" y="5733"/>
                  </a:lnTo>
                  <a:lnTo>
                    <a:pt x="8599" y="4777"/>
                  </a:lnTo>
                  <a:lnTo>
                    <a:pt x="10988" y="4299"/>
                  </a:lnTo>
                  <a:lnTo>
                    <a:pt x="10988" y="3822"/>
                  </a:lnTo>
                  <a:lnTo>
                    <a:pt x="10988" y="3344"/>
                  </a:lnTo>
                  <a:lnTo>
                    <a:pt x="10510" y="1911"/>
                  </a:lnTo>
                  <a:lnTo>
                    <a:pt x="10510" y="956"/>
                  </a:lnTo>
                  <a:lnTo>
                    <a:pt x="11466" y="478"/>
                  </a:lnTo>
                  <a:lnTo>
                    <a:pt x="11943" y="478"/>
                  </a:lnTo>
                  <a:lnTo>
                    <a:pt x="13854" y="0"/>
                  </a:lnTo>
                  <a:lnTo>
                    <a:pt x="14332" y="478"/>
                  </a:lnTo>
                  <a:lnTo>
                    <a:pt x="14809" y="478"/>
                  </a:lnTo>
                  <a:lnTo>
                    <a:pt x="15287" y="478"/>
                  </a:lnTo>
                  <a:lnTo>
                    <a:pt x="18632" y="1433"/>
                  </a:lnTo>
                  <a:lnTo>
                    <a:pt x="19587" y="1433"/>
                  </a:lnTo>
                  <a:lnTo>
                    <a:pt x="21020" y="1911"/>
                  </a:lnTo>
                  <a:lnTo>
                    <a:pt x="21498" y="2866"/>
                  </a:lnTo>
                  <a:lnTo>
                    <a:pt x="21975" y="3344"/>
                  </a:lnTo>
                  <a:lnTo>
                    <a:pt x="21975" y="3822"/>
                  </a:lnTo>
                  <a:lnTo>
                    <a:pt x="24842" y="5255"/>
                  </a:lnTo>
                  <a:lnTo>
                    <a:pt x="25320" y="5733"/>
                  </a:lnTo>
                  <a:lnTo>
                    <a:pt x="25320" y="5733"/>
                  </a:lnTo>
                  <a:lnTo>
                    <a:pt x="27231" y="6688"/>
                  </a:lnTo>
                  <a:lnTo>
                    <a:pt x="27708" y="7644"/>
                  </a:lnTo>
                  <a:lnTo>
                    <a:pt x="28664" y="8121"/>
                  </a:lnTo>
                  <a:lnTo>
                    <a:pt x="30575" y="8121"/>
                  </a:lnTo>
                  <a:lnTo>
                    <a:pt x="31530" y="8599"/>
                  </a:lnTo>
                  <a:lnTo>
                    <a:pt x="32008" y="9077"/>
                  </a:lnTo>
                  <a:lnTo>
                    <a:pt x="32008" y="10032"/>
                  </a:lnTo>
                  <a:lnTo>
                    <a:pt x="32486" y="10988"/>
                  </a:lnTo>
                  <a:lnTo>
                    <a:pt x="32963" y="10988"/>
                  </a:lnTo>
                  <a:lnTo>
                    <a:pt x="33919" y="10510"/>
                  </a:lnTo>
                  <a:lnTo>
                    <a:pt x="36307" y="9555"/>
                  </a:lnTo>
                  <a:lnTo>
                    <a:pt x="38696" y="8599"/>
                  </a:lnTo>
                  <a:lnTo>
                    <a:pt x="40129" y="9077"/>
                  </a:lnTo>
                  <a:lnTo>
                    <a:pt x="41085" y="10032"/>
                  </a:lnTo>
                  <a:lnTo>
                    <a:pt x="42040" y="10510"/>
                  </a:lnTo>
                  <a:lnTo>
                    <a:pt x="43951" y="10032"/>
                  </a:lnTo>
                  <a:lnTo>
                    <a:pt x="45862" y="10510"/>
                  </a:lnTo>
                  <a:lnTo>
                    <a:pt x="47295" y="114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2" name="Freeform 2981">
              <a:extLst>
                <a:ext uri="{FF2B5EF4-FFF2-40B4-BE49-F238E27FC236}">
                  <a16:creationId xmlns:a16="http://schemas.microsoft.com/office/drawing/2014/main" id="{605A4850-E7FF-7C33-F96F-4ED3B631ED3A}"/>
                </a:ext>
              </a:extLst>
            </p:cNvPr>
            <p:cNvSpPr/>
            <p:nvPr/>
          </p:nvSpPr>
          <p:spPr>
            <a:xfrm>
              <a:off x="4126321" y="3755551"/>
              <a:ext cx="17198" cy="12898"/>
            </a:xfrm>
            <a:custGeom>
              <a:avLst/>
              <a:gdLst>
                <a:gd name="csX0" fmla="*/ 17198 w 17198"/>
                <a:gd name="csY0" fmla="*/ 1433 h 12898"/>
                <a:gd name="csX1" fmla="*/ 16243 w 17198"/>
                <a:gd name="csY1" fmla="*/ 1911 h 12898"/>
                <a:gd name="csX2" fmla="*/ 11943 w 17198"/>
                <a:gd name="csY2" fmla="*/ 2389 h 12898"/>
                <a:gd name="csX3" fmla="*/ 11943 w 17198"/>
                <a:gd name="csY3" fmla="*/ 2866 h 12898"/>
                <a:gd name="csX4" fmla="*/ 12421 w 17198"/>
                <a:gd name="csY4" fmla="*/ 3344 h 12898"/>
                <a:gd name="csX5" fmla="*/ 12899 w 17198"/>
                <a:gd name="csY5" fmla="*/ 3822 h 12898"/>
                <a:gd name="csX6" fmla="*/ 11943 w 17198"/>
                <a:gd name="csY6" fmla="*/ 4300 h 12898"/>
                <a:gd name="csX7" fmla="*/ 7644 w 17198"/>
                <a:gd name="csY7" fmla="*/ 7644 h 12898"/>
                <a:gd name="csX8" fmla="*/ 7644 w 17198"/>
                <a:gd name="csY8" fmla="*/ 8121 h 12898"/>
                <a:gd name="csX9" fmla="*/ 7644 w 17198"/>
                <a:gd name="csY9" fmla="*/ 9077 h 12898"/>
                <a:gd name="csX10" fmla="*/ 5255 w 17198"/>
                <a:gd name="csY10" fmla="*/ 10988 h 12898"/>
                <a:gd name="csX11" fmla="*/ 4299 w 17198"/>
                <a:gd name="csY11" fmla="*/ 12421 h 12898"/>
                <a:gd name="csX12" fmla="*/ 3822 w 17198"/>
                <a:gd name="csY12" fmla="*/ 12899 h 12898"/>
                <a:gd name="csX13" fmla="*/ 2866 w 17198"/>
                <a:gd name="csY13" fmla="*/ 11943 h 12898"/>
                <a:gd name="csX14" fmla="*/ 2866 w 17198"/>
                <a:gd name="csY14" fmla="*/ 10988 h 12898"/>
                <a:gd name="csX15" fmla="*/ 3822 w 17198"/>
                <a:gd name="csY15" fmla="*/ 10510 h 12898"/>
                <a:gd name="csX16" fmla="*/ 4299 w 17198"/>
                <a:gd name="csY16" fmla="*/ 9555 h 12898"/>
                <a:gd name="csX17" fmla="*/ 4299 w 17198"/>
                <a:gd name="csY17" fmla="*/ 8599 h 12898"/>
                <a:gd name="csX18" fmla="*/ 3822 w 17198"/>
                <a:gd name="csY18" fmla="*/ 8121 h 12898"/>
                <a:gd name="csX19" fmla="*/ 3344 w 17198"/>
                <a:gd name="csY19" fmla="*/ 9077 h 12898"/>
                <a:gd name="csX20" fmla="*/ 3822 w 17198"/>
                <a:gd name="csY20" fmla="*/ 9077 h 12898"/>
                <a:gd name="csX21" fmla="*/ 3822 w 17198"/>
                <a:gd name="csY21" fmla="*/ 9555 h 12898"/>
                <a:gd name="csX22" fmla="*/ 3822 w 17198"/>
                <a:gd name="csY22" fmla="*/ 10032 h 12898"/>
                <a:gd name="csX23" fmla="*/ 956 w 17198"/>
                <a:gd name="csY23" fmla="*/ 9077 h 12898"/>
                <a:gd name="csX24" fmla="*/ 0 w 17198"/>
                <a:gd name="csY24" fmla="*/ 8599 h 12898"/>
                <a:gd name="csX25" fmla="*/ 0 w 17198"/>
                <a:gd name="csY25" fmla="*/ 7166 h 12898"/>
                <a:gd name="csX26" fmla="*/ 956 w 17198"/>
                <a:gd name="csY26" fmla="*/ 5733 h 12898"/>
                <a:gd name="csX27" fmla="*/ 4299 w 17198"/>
                <a:gd name="csY27" fmla="*/ 2866 h 12898"/>
                <a:gd name="csX28" fmla="*/ 5733 w 17198"/>
                <a:gd name="csY28" fmla="*/ 1911 h 12898"/>
                <a:gd name="csX29" fmla="*/ 10032 w 17198"/>
                <a:gd name="csY29" fmla="*/ 478 h 12898"/>
                <a:gd name="csX30" fmla="*/ 12421 w 17198"/>
                <a:gd name="csY30" fmla="*/ 0 h 12898"/>
                <a:gd name="csX31" fmla="*/ 14809 w 17198"/>
                <a:gd name="csY31" fmla="*/ 0 h 12898"/>
                <a:gd name="csX32" fmla="*/ 16243 w 17198"/>
                <a:gd name="csY32" fmla="*/ 478 h 12898"/>
                <a:gd name="csX33" fmla="*/ 17198 w 17198"/>
                <a:gd name="csY33" fmla="*/ 1433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17198" h="12898">
                  <a:moveTo>
                    <a:pt x="17198" y="1433"/>
                  </a:moveTo>
                  <a:lnTo>
                    <a:pt x="16243" y="1911"/>
                  </a:lnTo>
                  <a:lnTo>
                    <a:pt x="11943" y="2389"/>
                  </a:lnTo>
                  <a:lnTo>
                    <a:pt x="11943" y="2866"/>
                  </a:lnTo>
                  <a:lnTo>
                    <a:pt x="12421" y="3344"/>
                  </a:lnTo>
                  <a:lnTo>
                    <a:pt x="12899" y="3822"/>
                  </a:lnTo>
                  <a:lnTo>
                    <a:pt x="11943" y="4300"/>
                  </a:lnTo>
                  <a:lnTo>
                    <a:pt x="7644" y="7644"/>
                  </a:lnTo>
                  <a:lnTo>
                    <a:pt x="7644" y="8121"/>
                  </a:lnTo>
                  <a:lnTo>
                    <a:pt x="7644" y="9077"/>
                  </a:lnTo>
                  <a:lnTo>
                    <a:pt x="5255" y="10988"/>
                  </a:lnTo>
                  <a:lnTo>
                    <a:pt x="4299" y="12421"/>
                  </a:lnTo>
                  <a:lnTo>
                    <a:pt x="3822" y="12899"/>
                  </a:lnTo>
                  <a:lnTo>
                    <a:pt x="2866" y="11943"/>
                  </a:lnTo>
                  <a:lnTo>
                    <a:pt x="2866" y="10988"/>
                  </a:lnTo>
                  <a:lnTo>
                    <a:pt x="3822" y="10510"/>
                  </a:lnTo>
                  <a:lnTo>
                    <a:pt x="4299" y="9555"/>
                  </a:lnTo>
                  <a:lnTo>
                    <a:pt x="4299" y="8599"/>
                  </a:lnTo>
                  <a:lnTo>
                    <a:pt x="3822" y="8121"/>
                  </a:lnTo>
                  <a:lnTo>
                    <a:pt x="3344" y="9077"/>
                  </a:lnTo>
                  <a:lnTo>
                    <a:pt x="3822" y="9077"/>
                  </a:lnTo>
                  <a:lnTo>
                    <a:pt x="3822" y="9555"/>
                  </a:lnTo>
                  <a:lnTo>
                    <a:pt x="3822" y="10032"/>
                  </a:lnTo>
                  <a:lnTo>
                    <a:pt x="956" y="9077"/>
                  </a:lnTo>
                  <a:lnTo>
                    <a:pt x="0" y="8599"/>
                  </a:lnTo>
                  <a:lnTo>
                    <a:pt x="0" y="7166"/>
                  </a:lnTo>
                  <a:lnTo>
                    <a:pt x="956" y="5733"/>
                  </a:lnTo>
                  <a:lnTo>
                    <a:pt x="4299" y="2866"/>
                  </a:lnTo>
                  <a:lnTo>
                    <a:pt x="5733" y="1911"/>
                  </a:lnTo>
                  <a:lnTo>
                    <a:pt x="10032" y="478"/>
                  </a:lnTo>
                  <a:lnTo>
                    <a:pt x="12421" y="0"/>
                  </a:lnTo>
                  <a:lnTo>
                    <a:pt x="14809" y="0"/>
                  </a:lnTo>
                  <a:lnTo>
                    <a:pt x="16243" y="478"/>
                  </a:lnTo>
                  <a:lnTo>
                    <a:pt x="1719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3" name="Freeform 2982">
              <a:extLst>
                <a:ext uri="{FF2B5EF4-FFF2-40B4-BE49-F238E27FC236}">
                  <a16:creationId xmlns:a16="http://schemas.microsoft.com/office/drawing/2014/main" id="{730468AE-EEA5-C871-5D9E-10E77A16C92F}"/>
                </a:ext>
              </a:extLst>
            </p:cNvPr>
            <p:cNvSpPr/>
            <p:nvPr/>
          </p:nvSpPr>
          <p:spPr>
            <a:xfrm>
              <a:off x="4136831" y="3718288"/>
              <a:ext cx="6210" cy="3821"/>
            </a:xfrm>
            <a:custGeom>
              <a:avLst/>
              <a:gdLst>
                <a:gd name="csX0" fmla="*/ 6210 w 6210"/>
                <a:gd name="csY0" fmla="*/ 478 h 3821"/>
                <a:gd name="csX1" fmla="*/ 6210 w 6210"/>
                <a:gd name="csY1" fmla="*/ 1433 h 3821"/>
                <a:gd name="csX2" fmla="*/ 6210 w 6210"/>
                <a:gd name="csY2" fmla="*/ 1911 h 3821"/>
                <a:gd name="csX3" fmla="*/ 5733 w 6210"/>
                <a:gd name="csY3" fmla="*/ 1911 h 3821"/>
                <a:gd name="csX4" fmla="*/ 5255 w 6210"/>
                <a:gd name="csY4" fmla="*/ 2389 h 3821"/>
                <a:gd name="csX5" fmla="*/ 4777 w 6210"/>
                <a:gd name="csY5" fmla="*/ 2866 h 3821"/>
                <a:gd name="csX6" fmla="*/ 2866 w 6210"/>
                <a:gd name="csY6" fmla="*/ 2866 h 3821"/>
                <a:gd name="csX7" fmla="*/ 1911 w 6210"/>
                <a:gd name="csY7" fmla="*/ 3344 h 3821"/>
                <a:gd name="csX8" fmla="*/ 955 w 6210"/>
                <a:gd name="csY8" fmla="*/ 3822 h 3821"/>
                <a:gd name="csX9" fmla="*/ 478 w 6210"/>
                <a:gd name="csY9" fmla="*/ 3822 h 3821"/>
                <a:gd name="csX10" fmla="*/ 478 w 6210"/>
                <a:gd name="csY10" fmla="*/ 3344 h 3821"/>
                <a:gd name="csX11" fmla="*/ 0 w 6210"/>
                <a:gd name="csY11" fmla="*/ 1433 h 3821"/>
                <a:gd name="csX12" fmla="*/ 478 w 6210"/>
                <a:gd name="csY12" fmla="*/ 478 h 3821"/>
                <a:gd name="csX13" fmla="*/ 1911 w 6210"/>
                <a:gd name="csY13" fmla="*/ 0 h 3821"/>
                <a:gd name="csX14" fmla="*/ 3344 w 6210"/>
                <a:gd name="csY14" fmla="*/ 0 h 3821"/>
                <a:gd name="csX15" fmla="*/ 5255 w 6210"/>
                <a:gd name="csY15" fmla="*/ 0 h 3821"/>
                <a:gd name="csX16" fmla="*/ 6210 w 6210"/>
                <a:gd name="csY16" fmla="*/ 478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6210" h="3821">
                  <a:moveTo>
                    <a:pt x="6210" y="478"/>
                  </a:moveTo>
                  <a:lnTo>
                    <a:pt x="6210" y="1433"/>
                  </a:lnTo>
                  <a:lnTo>
                    <a:pt x="6210" y="1911"/>
                  </a:lnTo>
                  <a:lnTo>
                    <a:pt x="5733" y="1911"/>
                  </a:lnTo>
                  <a:lnTo>
                    <a:pt x="5255" y="2389"/>
                  </a:lnTo>
                  <a:lnTo>
                    <a:pt x="4777" y="2866"/>
                  </a:lnTo>
                  <a:lnTo>
                    <a:pt x="2866" y="2866"/>
                  </a:lnTo>
                  <a:lnTo>
                    <a:pt x="1911" y="3344"/>
                  </a:lnTo>
                  <a:lnTo>
                    <a:pt x="955" y="3822"/>
                  </a:lnTo>
                  <a:lnTo>
                    <a:pt x="478" y="3822"/>
                  </a:lnTo>
                  <a:lnTo>
                    <a:pt x="478" y="3344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3344" y="0"/>
                  </a:lnTo>
                  <a:lnTo>
                    <a:pt x="5255" y="0"/>
                  </a:lnTo>
                  <a:lnTo>
                    <a:pt x="621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" name="Freeform 2983">
              <a:extLst>
                <a:ext uri="{FF2B5EF4-FFF2-40B4-BE49-F238E27FC236}">
                  <a16:creationId xmlns:a16="http://schemas.microsoft.com/office/drawing/2014/main" id="{D87B8959-1B43-B0A2-3544-CF63D5817147}"/>
                </a:ext>
              </a:extLst>
            </p:cNvPr>
            <p:cNvSpPr/>
            <p:nvPr/>
          </p:nvSpPr>
          <p:spPr>
            <a:xfrm>
              <a:off x="4139697" y="4412429"/>
              <a:ext cx="2866" cy="4777"/>
            </a:xfrm>
            <a:custGeom>
              <a:avLst/>
              <a:gdLst>
                <a:gd name="csX0" fmla="*/ 2866 w 2866"/>
                <a:gd name="csY0" fmla="*/ 478 h 4777"/>
                <a:gd name="csX1" fmla="*/ 2866 w 2866"/>
                <a:gd name="csY1" fmla="*/ 956 h 4777"/>
                <a:gd name="csX2" fmla="*/ 1911 w 2866"/>
                <a:gd name="csY2" fmla="*/ 2389 h 4777"/>
                <a:gd name="csX3" fmla="*/ 478 w 2866"/>
                <a:gd name="csY3" fmla="*/ 4777 h 4777"/>
                <a:gd name="csX4" fmla="*/ 0 w 2866"/>
                <a:gd name="csY4" fmla="*/ 4300 h 4777"/>
                <a:gd name="csX5" fmla="*/ 956 w 2866"/>
                <a:gd name="csY5" fmla="*/ 2389 h 4777"/>
                <a:gd name="csX6" fmla="*/ 1911 w 2866"/>
                <a:gd name="csY6" fmla="*/ 1433 h 4777"/>
                <a:gd name="csX7" fmla="*/ 2389 w 2866"/>
                <a:gd name="csY7" fmla="*/ 956 h 4777"/>
                <a:gd name="csX8" fmla="*/ 2389 w 2866"/>
                <a:gd name="csY8" fmla="*/ 0 h 4777"/>
                <a:gd name="csX9" fmla="*/ 2866 w 2866"/>
                <a:gd name="csY9" fmla="*/ 478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4777">
                  <a:moveTo>
                    <a:pt x="2866" y="478"/>
                  </a:moveTo>
                  <a:lnTo>
                    <a:pt x="2866" y="956"/>
                  </a:lnTo>
                  <a:lnTo>
                    <a:pt x="1911" y="2389"/>
                  </a:lnTo>
                  <a:lnTo>
                    <a:pt x="478" y="4777"/>
                  </a:lnTo>
                  <a:lnTo>
                    <a:pt x="0" y="4300"/>
                  </a:lnTo>
                  <a:lnTo>
                    <a:pt x="956" y="2389"/>
                  </a:lnTo>
                  <a:lnTo>
                    <a:pt x="1911" y="1433"/>
                  </a:lnTo>
                  <a:lnTo>
                    <a:pt x="2389" y="956"/>
                  </a:lnTo>
                  <a:lnTo>
                    <a:pt x="2389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5" name="Freeform 2984">
              <a:extLst>
                <a:ext uri="{FF2B5EF4-FFF2-40B4-BE49-F238E27FC236}">
                  <a16:creationId xmlns:a16="http://schemas.microsoft.com/office/drawing/2014/main" id="{46D2A753-3B5A-1D5B-AD23-8B47DF5E1374}"/>
                </a:ext>
              </a:extLst>
            </p:cNvPr>
            <p:cNvSpPr/>
            <p:nvPr/>
          </p:nvSpPr>
          <p:spPr>
            <a:xfrm>
              <a:off x="4138741" y="4400963"/>
              <a:ext cx="2866" cy="4777"/>
            </a:xfrm>
            <a:custGeom>
              <a:avLst/>
              <a:gdLst>
                <a:gd name="csX0" fmla="*/ 2867 w 2866"/>
                <a:gd name="csY0" fmla="*/ 0 h 4777"/>
                <a:gd name="csX1" fmla="*/ 2867 w 2866"/>
                <a:gd name="csY1" fmla="*/ 0 h 4777"/>
                <a:gd name="csX2" fmla="*/ 956 w 2866"/>
                <a:gd name="csY2" fmla="*/ 4300 h 4777"/>
                <a:gd name="csX3" fmla="*/ 0 w 2866"/>
                <a:gd name="csY3" fmla="*/ 4777 h 4777"/>
                <a:gd name="csX4" fmla="*/ 478 w 2866"/>
                <a:gd name="csY4" fmla="*/ 3344 h 4777"/>
                <a:gd name="csX5" fmla="*/ 956 w 2866"/>
                <a:gd name="csY5" fmla="*/ 2867 h 4777"/>
                <a:gd name="csX6" fmla="*/ 1911 w 2866"/>
                <a:gd name="csY6" fmla="*/ 0 h 4777"/>
                <a:gd name="csX7" fmla="*/ 2867 w 2866"/>
                <a:gd name="csY7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4777">
                  <a:moveTo>
                    <a:pt x="2867" y="0"/>
                  </a:moveTo>
                  <a:lnTo>
                    <a:pt x="2867" y="0"/>
                  </a:lnTo>
                  <a:lnTo>
                    <a:pt x="956" y="4300"/>
                  </a:lnTo>
                  <a:lnTo>
                    <a:pt x="0" y="4777"/>
                  </a:lnTo>
                  <a:lnTo>
                    <a:pt x="478" y="3344"/>
                  </a:lnTo>
                  <a:lnTo>
                    <a:pt x="956" y="2867"/>
                  </a:lnTo>
                  <a:lnTo>
                    <a:pt x="1911" y="0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6" name="Freeform 2985">
              <a:extLst>
                <a:ext uri="{FF2B5EF4-FFF2-40B4-BE49-F238E27FC236}">
                  <a16:creationId xmlns:a16="http://schemas.microsoft.com/office/drawing/2014/main" id="{B0A8C349-E62C-5740-A056-EA7BF632D98A}"/>
                </a:ext>
              </a:extLst>
            </p:cNvPr>
            <p:cNvSpPr/>
            <p:nvPr/>
          </p:nvSpPr>
          <p:spPr>
            <a:xfrm>
              <a:off x="4132531" y="4159710"/>
              <a:ext cx="4777" cy="955"/>
            </a:xfrm>
            <a:custGeom>
              <a:avLst/>
              <a:gdLst>
                <a:gd name="csX0" fmla="*/ 4777 w 4777"/>
                <a:gd name="csY0" fmla="*/ 478 h 955"/>
                <a:gd name="csX1" fmla="*/ 2866 w 4777"/>
                <a:gd name="csY1" fmla="*/ 956 h 955"/>
                <a:gd name="csX2" fmla="*/ 478 w 4777"/>
                <a:gd name="csY2" fmla="*/ 956 h 955"/>
                <a:gd name="csX3" fmla="*/ 0 w 4777"/>
                <a:gd name="csY3" fmla="*/ 956 h 955"/>
                <a:gd name="csX4" fmla="*/ 956 w 4777"/>
                <a:gd name="csY4" fmla="*/ 478 h 955"/>
                <a:gd name="csX5" fmla="*/ 3822 w 4777"/>
                <a:gd name="csY5" fmla="*/ 0 h 955"/>
                <a:gd name="csX6" fmla="*/ 4777 w 4777"/>
                <a:gd name="csY6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7" h="955">
                  <a:moveTo>
                    <a:pt x="4777" y="478"/>
                  </a:moveTo>
                  <a:lnTo>
                    <a:pt x="2866" y="956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956" y="478"/>
                  </a:lnTo>
                  <a:lnTo>
                    <a:pt x="3822" y="0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7" name="Freeform 2986">
              <a:extLst>
                <a:ext uri="{FF2B5EF4-FFF2-40B4-BE49-F238E27FC236}">
                  <a16:creationId xmlns:a16="http://schemas.microsoft.com/office/drawing/2014/main" id="{4E4C957C-7F4A-1270-56E5-6261C505885D}"/>
                </a:ext>
              </a:extLst>
            </p:cNvPr>
            <p:cNvSpPr/>
            <p:nvPr/>
          </p:nvSpPr>
          <p:spPr>
            <a:xfrm>
              <a:off x="4113899" y="4394753"/>
              <a:ext cx="22931" cy="48728"/>
            </a:xfrm>
            <a:custGeom>
              <a:avLst/>
              <a:gdLst>
                <a:gd name="csX0" fmla="*/ 21976 w 22931"/>
                <a:gd name="csY0" fmla="*/ 2389 h 48728"/>
                <a:gd name="csX1" fmla="*/ 22931 w 22931"/>
                <a:gd name="csY1" fmla="*/ 4777 h 48728"/>
                <a:gd name="csX2" fmla="*/ 22931 w 22931"/>
                <a:gd name="csY2" fmla="*/ 6688 h 48728"/>
                <a:gd name="csX3" fmla="*/ 20543 w 22931"/>
                <a:gd name="csY3" fmla="*/ 11943 h 48728"/>
                <a:gd name="csX4" fmla="*/ 20543 w 22931"/>
                <a:gd name="csY4" fmla="*/ 13854 h 48728"/>
                <a:gd name="csX5" fmla="*/ 19109 w 22931"/>
                <a:gd name="csY5" fmla="*/ 16243 h 48728"/>
                <a:gd name="csX6" fmla="*/ 20543 w 22931"/>
                <a:gd name="csY6" fmla="*/ 18154 h 48728"/>
                <a:gd name="csX7" fmla="*/ 19587 w 22931"/>
                <a:gd name="csY7" fmla="*/ 20542 h 48728"/>
                <a:gd name="csX8" fmla="*/ 19109 w 22931"/>
                <a:gd name="csY8" fmla="*/ 21976 h 48728"/>
                <a:gd name="csX9" fmla="*/ 19109 w 22931"/>
                <a:gd name="csY9" fmla="*/ 24364 h 48728"/>
                <a:gd name="csX10" fmla="*/ 19587 w 22931"/>
                <a:gd name="csY10" fmla="*/ 28664 h 48728"/>
                <a:gd name="csX11" fmla="*/ 18632 w 22931"/>
                <a:gd name="csY11" fmla="*/ 34874 h 48728"/>
                <a:gd name="csX12" fmla="*/ 16721 w 22931"/>
                <a:gd name="csY12" fmla="*/ 37741 h 48728"/>
                <a:gd name="csX13" fmla="*/ 15765 w 22931"/>
                <a:gd name="csY13" fmla="*/ 38696 h 48728"/>
                <a:gd name="csX14" fmla="*/ 13377 w 22931"/>
                <a:gd name="csY14" fmla="*/ 41563 h 48728"/>
                <a:gd name="csX15" fmla="*/ 10988 w 22931"/>
                <a:gd name="csY15" fmla="*/ 42040 h 48728"/>
                <a:gd name="csX16" fmla="*/ 7166 w 22931"/>
                <a:gd name="csY16" fmla="*/ 46340 h 48728"/>
                <a:gd name="csX17" fmla="*/ 6688 w 22931"/>
                <a:gd name="csY17" fmla="*/ 47773 h 48728"/>
                <a:gd name="csX18" fmla="*/ 7166 w 22931"/>
                <a:gd name="csY18" fmla="*/ 48728 h 48728"/>
                <a:gd name="csX19" fmla="*/ 6211 w 22931"/>
                <a:gd name="csY19" fmla="*/ 48728 h 48728"/>
                <a:gd name="csX20" fmla="*/ 2389 w 22931"/>
                <a:gd name="csY20" fmla="*/ 48728 h 48728"/>
                <a:gd name="csX21" fmla="*/ 478 w 22931"/>
                <a:gd name="csY21" fmla="*/ 48728 h 48728"/>
                <a:gd name="csX22" fmla="*/ 0 w 22931"/>
                <a:gd name="csY22" fmla="*/ 48728 h 48728"/>
                <a:gd name="csX23" fmla="*/ 478 w 22931"/>
                <a:gd name="csY23" fmla="*/ 43951 h 48728"/>
                <a:gd name="csX24" fmla="*/ 478 w 22931"/>
                <a:gd name="csY24" fmla="*/ 36785 h 48728"/>
                <a:gd name="csX25" fmla="*/ 956 w 22931"/>
                <a:gd name="csY25" fmla="*/ 31530 h 48728"/>
                <a:gd name="csX26" fmla="*/ 956 w 22931"/>
                <a:gd name="csY26" fmla="*/ 26275 h 48728"/>
                <a:gd name="csX27" fmla="*/ 1433 w 22931"/>
                <a:gd name="csY27" fmla="*/ 22453 h 48728"/>
                <a:gd name="csX28" fmla="*/ 1433 w 22931"/>
                <a:gd name="csY28" fmla="*/ 17198 h 48728"/>
                <a:gd name="csX29" fmla="*/ 1433 w 22931"/>
                <a:gd name="csY29" fmla="*/ 12421 h 48728"/>
                <a:gd name="csX30" fmla="*/ 1433 w 22931"/>
                <a:gd name="csY30" fmla="*/ 10988 h 48728"/>
                <a:gd name="csX31" fmla="*/ 2389 w 22931"/>
                <a:gd name="csY31" fmla="*/ 9555 h 48728"/>
                <a:gd name="csX32" fmla="*/ 3344 w 22931"/>
                <a:gd name="csY32" fmla="*/ 9077 h 48728"/>
                <a:gd name="csX33" fmla="*/ 3822 w 22931"/>
                <a:gd name="csY33" fmla="*/ 9077 h 48728"/>
                <a:gd name="csX34" fmla="*/ 5733 w 22931"/>
                <a:gd name="csY34" fmla="*/ 10032 h 48728"/>
                <a:gd name="csX35" fmla="*/ 6211 w 22931"/>
                <a:gd name="csY35" fmla="*/ 10032 h 48728"/>
                <a:gd name="csX36" fmla="*/ 6688 w 22931"/>
                <a:gd name="csY36" fmla="*/ 10510 h 48728"/>
                <a:gd name="csX37" fmla="*/ 6688 w 22931"/>
                <a:gd name="csY37" fmla="*/ 10510 h 48728"/>
                <a:gd name="csX38" fmla="*/ 7644 w 22931"/>
                <a:gd name="csY38" fmla="*/ 10510 h 48728"/>
                <a:gd name="csX39" fmla="*/ 8599 w 22931"/>
                <a:gd name="csY39" fmla="*/ 9555 h 48728"/>
                <a:gd name="csX40" fmla="*/ 8599 w 22931"/>
                <a:gd name="csY40" fmla="*/ 9555 h 48728"/>
                <a:gd name="csX41" fmla="*/ 10032 w 22931"/>
                <a:gd name="csY41" fmla="*/ 7644 h 48728"/>
                <a:gd name="csX42" fmla="*/ 12899 w 22931"/>
                <a:gd name="csY42" fmla="*/ 3344 h 48728"/>
                <a:gd name="csX43" fmla="*/ 14332 w 22931"/>
                <a:gd name="csY43" fmla="*/ 478 h 48728"/>
                <a:gd name="csX44" fmla="*/ 15287 w 22931"/>
                <a:gd name="csY44" fmla="*/ 0 h 48728"/>
                <a:gd name="csX45" fmla="*/ 17198 w 22931"/>
                <a:gd name="csY45" fmla="*/ 0 h 48728"/>
                <a:gd name="csX46" fmla="*/ 18632 w 22931"/>
                <a:gd name="csY46" fmla="*/ 0 h 48728"/>
                <a:gd name="csX47" fmla="*/ 17676 w 22931"/>
                <a:gd name="csY47" fmla="*/ 2389 h 48728"/>
                <a:gd name="csX48" fmla="*/ 18632 w 22931"/>
                <a:gd name="csY48" fmla="*/ 2389 h 48728"/>
                <a:gd name="csX49" fmla="*/ 19587 w 22931"/>
                <a:gd name="csY49" fmla="*/ 2389 h 48728"/>
                <a:gd name="csX50" fmla="*/ 21976 w 22931"/>
                <a:gd name="csY50" fmla="*/ 2389 h 48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2931" h="48728">
                  <a:moveTo>
                    <a:pt x="21976" y="2389"/>
                  </a:moveTo>
                  <a:lnTo>
                    <a:pt x="22931" y="4777"/>
                  </a:lnTo>
                  <a:lnTo>
                    <a:pt x="22931" y="6688"/>
                  </a:lnTo>
                  <a:lnTo>
                    <a:pt x="20543" y="11943"/>
                  </a:lnTo>
                  <a:lnTo>
                    <a:pt x="20543" y="13854"/>
                  </a:lnTo>
                  <a:lnTo>
                    <a:pt x="19109" y="16243"/>
                  </a:lnTo>
                  <a:lnTo>
                    <a:pt x="20543" y="18154"/>
                  </a:lnTo>
                  <a:lnTo>
                    <a:pt x="19587" y="20542"/>
                  </a:lnTo>
                  <a:lnTo>
                    <a:pt x="19109" y="21976"/>
                  </a:lnTo>
                  <a:lnTo>
                    <a:pt x="19109" y="24364"/>
                  </a:lnTo>
                  <a:lnTo>
                    <a:pt x="19587" y="28664"/>
                  </a:lnTo>
                  <a:lnTo>
                    <a:pt x="18632" y="34874"/>
                  </a:lnTo>
                  <a:lnTo>
                    <a:pt x="16721" y="37741"/>
                  </a:lnTo>
                  <a:lnTo>
                    <a:pt x="15765" y="38696"/>
                  </a:lnTo>
                  <a:lnTo>
                    <a:pt x="13377" y="41563"/>
                  </a:lnTo>
                  <a:lnTo>
                    <a:pt x="10988" y="42040"/>
                  </a:lnTo>
                  <a:lnTo>
                    <a:pt x="7166" y="46340"/>
                  </a:lnTo>
                  <a:lnTo>
                    <a:pt x="6688" y="47773"/>
                  </a:lnTo>
                  <a:lnTo>
                    <a:pt x="7166" y="48728"/>
                  </a:lnTo>
                  <a:lnTo>
                    <a:pt x="6211" y="48728"/>
                  </a:lnTo>
                  <a:lnTo>
                    <a:pt x="2389" y="48728"/>
                  </a:lnTo>
                  <a:lnTo>
                    <a:pt x="478" y="48728"/>
                  </a:lnTo>
                  <a:lnTo>
                    <a:pt x="0" y="48728"/>
                  </a:lnTo>
                  <a:lnTo>
                    <a:pt x="478" y="43951"/>
                  </a:lnTo>
                  <a:lnTo>
                    <a:pt x="478" y="36785"/>
                  </a:lnTo>
                  <a:lnTo>
                    <a:pt x="956" y="31530"/>
                  </a:lnTo>
                  <a:lnTo>
                    <a:pt x="956" y="26275"/>
                  </a:lnTo>
                  <a:lnTo>
                    <a:pt x="1433" y="22453"/>
                  </a:lnTo>
                  <a:lnTo>
                    <a:pt x="1433" y="17198"/>
                  </a:lnTo>
                  <a:lnTo>
                    <a:pt x="1433" y="12421"/>
                  </a:lnTo>
                  <a:lnTo>
                    <a:pt x="1433" y="10988"/>
                  </a:lnTo>
                  <a:lnTo>
                    <a:pt x="2389" y="9555"/>
                  </a:lnTo>
                  <a:lnTo>
                    <a:pt x="3344" y="9077"/>
                  </a:lnTo>
                  <a:lnTo>
                    <a:pt x="3822" y="9077"/>
                  </a:lnTo>
                  <a:lnTo>
                    <a:pt x="5733" y="10032"/>
                  </a:lnTo>
                  <a:lnTo>
                    <a:pt x="6211" y="10032"/>
                  </a:lnTo>
                  <a:lnTo>
                    <a:pt x="6688" y="10510"/>
                  </a:lnTo>
                  <a:lnTo>
                    <a:pt x="6688" y="10510"/>
                  </a:lnTo>
                  <a:lnTo>
                    <a:pt x="7644" y="10510"/>
                  </a:lnTo>
                  <a:lnTo>
                    <a:pt x="8599" y="9555"/>
                  </a:lnTo>
                  <a:lnTo>
                    <a:pt x="8599" y="9555"/>
                  </a:lnTo>
                  <a:lnTo>
                    <a:pt x="10032" y="7644"/>
                  </a:lnTo>
                  <a:lnTo>
                    <a:pt x="12899" y="3344"/>
                  </a:lnTo>
                  <a:lnTo>
                    <a:pt x="14332" y="478"/>
                  </a:lnTo>
                  <a:lnTo>
                    <a:pt x="15287" y="0"/>
                  </a:lnTo>
                  <a:lnTo>
                    <a:pt x="17198" y="0"/>
                  </a:lnTo>
                  <a:lnTo>
                    <a:pt x="18632" y="0"/>
                  </a:lnTo>
                  <a:lnTo>
                    <a:pt x="17676" y="2389"/>
                  </a:lnTo>
                  <a:lnTo>
                    <a:pt x="18632" y="2389"/>
                  </a:lnTo>
                  <a:lnTo>
                    <a:pt x="19587" y="2389"/>
                  </a:lnTo>
                  <a:lnTo>
                    <a:pt x="2197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8" name="Freeform 2987">
              <a:extLst>
                <a:ext uri="{FF2B5EF4-FFF2-40B4-BE49-F238E27FC236}">
                  <a16:creationId xmlns:a16="http://schemas.microsoft.com/office/drawing/2014/main" id="{CDDE5436-48C4-5B0E-0B5B-8AED5D5837F3}"/>
                </a:ext>
              </a:extLst>
            </p:cNvPr>
            <p:cNvSpPr/>
            <p:nvPr/>
          </p:nvSpPr>
          <p:spPr>
            <a:xfrm>
              <a:off x="4131576" y="4446825"/>
              <a:ext cx="2388" cy="1910"/>
            </a:xfrm>
            <a:custGeom>
              <a:avLst/>
              <a:gdLst>
                <a:gd name="csX0" fmla="*/ 2389 w 2388"/>
                <a:gd name="csY0" fmla="*/ 0 h 1910"/>
                <a:gd name="csX1" fmla="*/ 1433 w 2388"/>
                <a:gd name="csY1" fmla="*/ 478 h 1910"/>
                <a:gd name="csX2" fmla="*/ 0 w 2388"/>
                <a:gd name="csY2" fmla="*/ 1911 h 1910"/>
                <a:gd name="csX3" fmla="*/ 1433 w 2388"/>
                <a:gd name="csY3" fmla="*/ 478 h 1910"/>
                <a:gd name="csX4" fmla="*/ 2389 w 2388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1910">
                  <a:moveTo>
                    <a:pt x="2389" y="0"/>
                  </a:moveTo>
                  <a:lnTo>
                    <a:pt x="1433" y="478"/>
                  </a:lnTo>
                  <a:lnTo>
                    <a:pt x="0" y="1911"/>
                  </a:lnTo>
                  <a:lnTo>
                    <a:pt x="1433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9" name="Freeform 2988">
              <a:extLst>
                <a:ext uri="{FF2B5EF4-FFF2-40B4-BE49-F238E27FC236}">
                  <a16:creationId xmlns:a16="http://schemas.microsoft.com/office/drawing/2014/main" id="{049DEF38-F4CF-B7A1-1271-DE57DCE3FAEF}"/>
                </a:ext>
              </a:extLst>
            </p:cNvPr>
            <p:cNvSpPr/>
            <p:nvPr/>
          </p:nvSpPr>
          <p:spPr>
            <a:xfrm>
              <a:off x="4054661" y="4407174"/>
              <a:ext cx="79302" cy="76914"/>
            </a:xfrm>
            <a:custGeom>
              <a:avLst/>
              <a:gdLst>
                <a:gd name="csX0" fmla="*/ 79303 w 79302"/>
                <a:gd name="csY0" fmla="*/ 39651 h 76914"/>
                <a:gd name="csX1" fmla="*/ 78347 w 79302"/>
                <a:gd name="csY1" fmla="*/ 40129 h 76914"/>
                <a:gd name="csX2" fmla="*/ 76914 w 79302"/>
                <a:gd name="csY2" fmla="*/ 41562 h 76914"/>
                <a:gd name="csX3" fmla="*/ 73570 w 79302"/>
                <a:gd name="csY3" fmla="*/ 43951 h 76914"/>
                <a:gd name="csX4" fmla="*/ 70226 w 79302"/>
                <a:gd name="csY4" fmla="*/ 46340 h 76914"/>
                <a:gd name="csX5" fmla="*/ 67360 w 79302"/>
                <a:gd name="csY5" fmla="*/ 48251 h 76914"/>
                <a:gd name="csX6" fmla="*/ 64971 w 79302"/>
                <a:gd name="csY6" fmla="*/ 50162 h 76914"/>
                <a:gd name="csX7" fmla="*/ 64971 w 79302"/>
                <a:gd name="csY7" fmla="*/ 50639 h 76914"/>
                <a:gd name="csX8" fmla="*/ 64493 w 79302"/>
                <a:gd name="csY8" fmla="*/ 50639 h 76914"/>
                <a:gd name="csX9" fmla="*/ 61149 w 79302"/>
                <a:gd name="csY9" fmla="*/ 51595 h 76914"/>
                <a:gd name="csX10" fmla="*/ 60672 w 79302"/>
                <a:gd name="csY10" fmla="*/ 52550 h 76914"/>
                <a:gd name="csX11" fmla="*/ 60194 w 79302"/>
                <a:gd name="csY11" fmla="*/ 54939 h 76914"/>
                <a:gd name="csX12" fmla="*/ 59716 w 79302"/>
                <a:gd name="csY12" fmla="*/ 55894 h 76914"/>
                <a:gd name="csX13" fmla="*/ 60194 w 79302"/>
                <a:gd name="csY13" fmla="*/ 57328 h 76914"/>
                <a:gd name="csX14" fmla="*/ 60672 w 79302"/>
                <a:gd name="csY14" fmla="*/ 59238 h 76914"/>
                <a:gd name="csX15" fmla="*/ 60672 w 79302"/>
                <a:gd name="csY15" fmla="*/ 60671 h 76914"/>
                <a:gd name="csX16" fmla="*/ 59716 w 79302"/>
                <a:gd name="csY16" fmla="*/ 61149 h 76914"/>
                <a:gd name="csX17" fmla="*/ 58283 w 79302"/>
                <a:gd name="csY17" fmla="*/ 62105 h 76914"/>
                <a:gd name="csX18" fmla="*/ 58283 w 79302"/>
                <a:gd name="csY18" fmla="*/ 62105 h 76914"/>
                <a:gd name="csX19" fmla="*/ 57328 w 79302"/>
                <a:gd name="csY19" fmla="*/ 63060 h 76914"/>
                <a:gd name="csX20" fmla="*/ 56850 w 79302"/>
                <a:gd name="csY20" fmla="*/ 64016 h 76914"/>
                <a:gd name="csX21" fmla="*/ 56372 w 79302"/>
                <a:gd name="csY21" fmla="*/ 64016 h 76914"/>
                <a:gd name="csX22" fmla="*/ 55894 w 79302"/>
                <a:gd name="csY22" fmla="*/ 63538 h 76914"/>
                <a:gd name="csX23" fmla="*/ 53983 w 79302"/>
                <a:gd name="csY23" fmla="*/ 64016 h 76914"/>
                <a:gd name="csX24" fmla="*/ 53506 w 79302"/>
                <a:gd name="csY24" fmla="*/ 64016 h 76914"/>
                <a:gd name="csX25" fmla="*/ 52550 w 79302"/>
                <a:gd name="csY25" fmla="*/ 64493 h 76914"/>
                <a:gd name="csX26" fmla="*/ 52550 w 79302"/>
                <a:gd name="csY26" fmla="*/ 65449 h 76914"/>
                <a:gd name="csX27" fmla="*/ 53028 w 79302"/>
                <a:gd name="csY27" fmla="*/ 66882 h 76914"/>
                <a:gd name="csX28" fmla="*/ 53028 w 79302"/>
                <a:gd name="csY28" fmla="*/ 67360 h 76914"/>
                <a:gd name="csX29" fmla="*/ 53028 w 79302"/>
                <a:gd name="csY29" fmla="*/ 67837 h 76914"/>
                <a:gd name="csX30" fmla="*/ 50639 w 79302"/>
                <a:gd name="csY30" fmla="*/ 68315 h 76914"/>
                <a:gd name="csX31" fmla="*/ 50162 w 79302"/>
                <a:gd name="csY31" fmla="*/ 69271 h 76914"/>
                <a:gd name="csX32" fmla="*/ 49206 w 79302"/>
                <a:gd name="csY32" fmla="*/ 70226 h 76914"/>
                <a:gd name="csX33" fmla="*/ 48251 w 79302"/>
                <a:gd name="csY33" fmla="*/ 70704 h 76914"/>
                <a:gd name="csX34" fmla="*/ 47295 w 79302"/>
                <a:gd name="csY34" fmla="*/ 70704 h 76914"/>
                <a:gd name="csX35" fmla="*/ 46817 w 79302"/>
                <a:gd name="csY35" fmla="*/ 71182 h 76914"/>
                <a:gd name="csX36" fmla="*/ 45384 w 79302"/>
                <a:gd name="csY36" fmla="*/ 71659 h 76914"/>
                <a:gd name="csX37" fmla="*/ 43473 w 79302"/>
                <a:gd name="csY37" fmla="*/ 73570 h 76914"/>
                <a:gd name="csX38" fmla="*/ 42040 w 79302"/>
                <a:gd name="csY38" fmla="*/ 75003 h 76914"/>
                <a:gd name="csX39" fmla="*/ 42040 w 79302"/>
                <a:gd name="csY39" fmla="*/ 75959 h 76914"/>
                <a:gd name="csX40" fmla="*/ 42518 w 79302"/>
                <a:gd name="csY40" fmla="*/ 76914 h 76914"/>
                <a:gd name="csX41" fmla="*/ 34874 w 79302"/>
                <a:gd name="csY41" fmla="*/ 73570 h 76914"/>
                <a:gd name="csX42" fmla="*/ 32008 w 79302"/>
                <a:gd name="csY42" fmla="*/ 73093 h 76914"/>
                <a:gd name="csX43" fmla="*/ 21498 w 79302"/>
                <a:gd name="csY43" fmla="*/ 73093 h 76914"/>
                <a:gd name="csX44" fmla="*/ 17198 w 79302"/>
                <a:gd name="csY44" fmla="*/ 72137 h 76914"/>
                <a:gd name="csX45" fmla="*/ 11943 w 79302"/>
                <a:gd name="csY45" fmla="*/ 69748 h 76914"/>
                <a:gd name="csX46" fmla="*/ 8121 w 79302"/>
                <a:gd name="csY46" fmla="*/ 67360 h 76914"/>
                <a:gd name="csX47" fmla="*/ 0 w 79302"/>
                <a:gd name="csY47" fmla="*/ 61627 h 76914"/>
                <a:gd name="csX48" fmla="*/ 478 w 79302"/>
                <a:gd name="csY48" fmla="*/ 61149 h 76914"/>
                <a:gd name="csX49" fmla="*/ 956 w 79302"/>
                <a:gd name="csY49" fmla="*/ 60194 h 76914"/>
                <a:gd name="csX50" fmla="*/ 956 w 79302"/>
                <a:gd name="csY50" fmla="*/ 59716 h 76914"/>
                <a:gd name="csX51" fmla="*/ 1433 w 79302"/>
                <a:gd name="csY51" fmla="*/ 58761 h 76914"/>
                <a:gd name="csX52" fmla="*/ 956 w 79302"/>
                <a:gd name="csY52" fmla="*/ 57805 h 76914"/>
                <a:gd name="csX53" fmla="*/ 956 w 79302"/>
                <a:gd name="csY53" fmla="*/ 56372 h 76914"/>
                <a:gd name="csX54" fmla="*/ 1433 w 79302"/>
                <a:gd name="csY54" fmla="*/ 54939 h 76914"/>
                <a:gd name="csX55" fmla="*/ 1433 w 79302"/>
                <a:gd name="csY55" fmla="*/ 53983 h 76914"/>
                <a:gd name="csX56" fmla="*/ 1911 w 79302"/>
                <a:gd name="csY56" fmla="*/ 53028 h 76914"/>
                <a:gd name="csX57" fmla="*/ 2866 w 79302"/>
                <a:gd name="csY57" fmla="*/ 52550 h 76914"/>
                <a:gd name="csX58" fmla="*/ 2866 w 79302"/>
                <a:gd name="csY58" fmla="*/ 52550 h 76914"/>
                <a:gd name="csX59" fmla="*/ 2866 w 79302"/>
                <a:gd name="csY59" fmla="*/ 52550 h 76914"/>
                <a:gd name="csX60" fmla="*/ 3344 w 79302"/>
                <a:gd name="csY60" fmla="*/ 51595 h 76914"/>
                <a:gd name="csX61" fmla="*/ 478 w 79302"/>
                <a:gd name="csY61" fmla="*/ 48728 h 76914"/>
                <a:gd name="csX62" fmla="*/ 478 w 79302"/>
                <a:gd name="csY62" fmla="*/ 47773 h 76914"/>
                <a:gd name="csX63" fmla="*/ 956 w 79302"/>
                <a:gd name="csY63" fmla="*/ 47295 h 76914"/>
                <a:gd name="csX64" fmla="*/ 2866 w 79302"/>
                <a:gd name="csY64" fmla="*/ 43951 h 76914"/>
                <a:gd name="csX65" fmla="*/ 5255 w 79302"/>
                <a:gd name="csY65" fmla="*/ 40129 h 76914"/>
                <a:gd name="csX66" fmla="*/ 8121 w 79302"/>
                <a:gd name="csY66" fmla="*/ 35830 h 76914"/>
                <a:gd name="csX67" fmla="*/ 10032 w 79302"/>
                <a:gd name="csY67" fmla="*/ 32963 h 76914"/>
                <a:gd name="csX68" fmla="*/ 15765 w 79302"/>
                <a:gd name="csY68" fmla="*/ 32963 h 76914"/>
                <a:gd name="csX69" fmla="*/ 19587 w 79302"/>
                <a:gd name="csY69" fmla="*/ 32963 h 76914"/>
                <a:gd name="csX70" fmla="*/ 24842 w 79302"/>
                <a:gd name="csY70" fmla="*/ 32963 h 76914"/>
                <a:gd name="csX71" fmla="*/ 30097 w 79302"/>
                <a:gd name="csY71" fmla="*/ 32963 h 76914"/>
                <a:gd name="csX72" fmla="*/ 33919 w 79302"/>
                <a:gd name="csY72" fmla="*/ 32963 h 76914"/>
                <a:gd name="csX73" fmla="*/ 35352 w 79302"/>
                <a:gd name="csY73" fmla="*/ 32963 h 76914"/>
                <a:gd name="csX74" fmla="*/ 35352 w 79302"/>
                <a:gd name="csY74" fmla="*/ 32963 h 76914"/>
                <a:gd name="csX75" fmla="*/ 35352 w 79302"/>
                <a:gd name="csY75" fmla="*/ 32963 h 76914"/>
                <a:gd name="csX76" fmla="*/ 35352 w 79302"/>
                <a:gd name="csY76" fmla="*/ 31530 h 76914"/>
                <a:gd name="csX77" fmla="*/ 35352 w 79302"/>
                <a:gd name="csY77" fmla="*/ 31052 h 76914"/>
                <a:gd name="csX78" fmla="*/ 35352 w 79302"/>
                <a:gd name="csY78" fmla="*/ 29619 h 76914"/>
                <a:gd name="csX79" fmla="*/ 35830 w 79302"/>
                <a:gd name="csY79" fmla="*/ 27708 h 76914"/>
                <a:gd name="csX80" fmla="*/ 35830 w 79302"/>
                <a:gd name="csY80" fmla="*/ 27230 h 76914"/>
                <a:gd name="csX81" fmla="*/ 34874 w 79302"/>
                <a:gd name="csY81" fmla="*/ 26275 h 76914"/>
                <a:gd name="csX82" fmla="*/ 32963 w 79302"/>
                <a:gd name="csY82" fmla="*/ 25797 h 76914"/>
                <a:gd name="csX83" fmla="*/ 31530 w 79302"/>
                <a:gd name="csY83" fmla="*/ 24842 h 76914"/>
                <a:gd name="csX84" fmla="*/ 31530 w 79302"/>
                <a:gd name="csY84" fmla="*/ 23886 h 76914"/>
                <a:gd name="csX85" fmla="*/ 31052 w 79302"/>
                <a:gd name="csY85" fmla="*/ 22453 h 76914"/>
                <a:gd name="csX86" fmla="*/ 30097 w 79302"/>
                <a:gd name="csY86" fmla="*/ 21020 h 76914"/>
                <a:gd name="csX87" fmla="*/ 30097 w 79302"/>
                <a:gd name="csY87" fmla="*/ 21020 h 76914"/>
                <a:gd name="csX88" fmla="*/ 28186 w 79302"/>
                <a:gd name="csY88" fmla="*/ 19587 h 76914"/>
                <a:gd name="csX89" fmla="*/ 24842 w 79302"/>
                <a:gd name="csY89" fmla="*/ 18154 h 76914"/>
                <a:gd name="csX90" fmla="*/ 22453 w 79302"/>
                <a:gd name="csY90" fmla="*/ 15765 h 76914"/>
                <a:gd name="csX91" fmla="*/ 20065 w 79302"/>
                <a:gd name="csY91" fmla="*/ 13376 h 76914"/>
                <a:gd name="csX92" fmla="*/ 20065 w 79302"/>
                <a:gd name="csY92" fmla="*/ 13376 h 76914"/>
                <a:gd name="csX93" fmla="*/ 18154 w 79302"/>
                <a:gd name="csY93" fmla="*/ 11943 h 76914"/>
                <a:gd name="csX94" fmla="*/ 16721 w 79302"/>
                <a:gd name="csY94" fmla="*/ 10988 h 76914"/>
                <a:gd name="csX95" fmla="*/ 16243 w 79302"/>
                <a:gd name="csY95" fmla="*/ 10510 h 76914"/>
                <a:gd name="csX96" fmla="*/ 20542 w 79302"/>
                <a:gd name="csY96" fmla="*/ 10510 h 76914"/>
                <a:gd name="csX97" fmla="*/ 24364 w 79302"/>
                <a:gd name="csY97" fmla="*/ 10988 h 76914"/>
                <a:gd name="csX98" fmla="*/ 24842 w 79302"/>
                <a:gd name="csY98" fmla="*/ 7166 h 76914"/>
                <a:gd name="csX99" fmla="*/ 24842 w 79302"/>
                <a:gd name="csY99" fmla="*/ 3822 h 76914"/>
                <a:gd name="csX100" fmla="*/ 24842 w 79302"/>
                <a:gd name="csY100" fmla="*/ 0 h 76914"/>
                <a:gd name="csX101" fmla="*/ 32008 w 79302"/>
                <a:gd name="csY101" fmla="*/ 0 h 76914"/>
                <a:gd name="csX102" fmla="*/ 40607 w 79302"/>
                <a:gd name="csY102" fmla="*/ 0 h 76914"/>
                <a:gd name="csX103" fmla="*/ 49684 w 79302"/>
                <a:gd name="csY103" fmla="*/ 0 h 76914"/>
                <a:gd name="csX104" fmla="*/ 56850 w 79302"/>
                <a:gd name="csY104" fmla="*/ 0 h 76914"/>
                <a:gd name="csX105" fmla="*/ 60672 w 79302"/>
                <a:gd name="csY105" fmla="*/ 0 h 76914"/>
                <a:gd name="csX106" fmla="*/ 60672 w 79302"/>
                <a:gd name="csY106" fmla="*/ 0 h 76914"/>
                <a:gd name="csX107" fmla="*/ 60672 w 79302"/>
                <a:gd name="csY107" fmla="*/ 4777 h 76914"/>
                <a:gd name="csX108" fmla="*/ 60672 w 79302"/>
                <a:gd name="csY108" fmla="*/ 10032 h 76914"/>
                <a:gd name="csX109" fmla="*/ 60194 w 79302"/>
                <a:gd name="csY109" fmla="*/ 13854 h 76914"/>
                <a:gd name="csX110" fmla="*/ 60194 w 79302"/>
                <a:gd name="csY110" fmla="*/ 19109 h 76914"/>
                <a:gd name="csX111" fmla="*/ 59716 w 79302"/>
                <a:gd name="csY111" fmla="*/ 24364 h 76914"/>
                <a:gd name="csX112" fmla="*/ 59716 w 79302"/>
                <a:gd name="csY112" fmla="*/ 31530 h 76914"/>
                <a:gd name="csX113" fmla="*/ 59238 w 79302"/>
                <a:gd name="csY113" fmla="*/ 36307 h 76914"/>
                <a:gd name="csX114" fmla="*/ 59716 w 79302"/>
                <a:gd name="csY114" fmla="*/ 36307 h 76914"/>
                <a:gd name="csX115" fmla="*/ 61627 w 79302"/>
                <a:gd name="csY115" fmla="*/ 36307 h 76914"/>
                <a:gd name="csX116" fmla="*/ 65449 w 79302"/>
                <a:gd name="csY116" fmla="*/ 36307 h 76914"/>
                <a:gd name="csX117" fmla="*/ 66404 w 79302"/>
                <a:gd name="csY117" fmla="*/ 36307 h 76914"/>
                <a:gd name="csX118" fmla="*/ 67360 w 79302"/>
                <a:gd name="csY118" fmla="*/ 36785 h 76914"/>
                <a:gd name="csX119" fmla="*/ 68315 w 79302"/>
                <a:gd name="csY119" fmla="*/ 36785 h 76914"/>
                <a:gd name="csX120" fmla="*/ 69748 w 79302"/>
                <a:gd name="csY120" fmla="*/ 38218 h 76914"/>
                <a:gd name="csX121" fmla="*/ 72137 w 79302"/>
                <a:gd name="csY121" fmla="*/ 38696 h 76914"/>
                <a:gd name="csX122" fmla="*/ 73093 w 79302"/>
                <a:gd name="csY122" fmla="*/ 37263 h 76914"/>
                <a:gd name="csX123" fmla="*/ 72615 w 79302"/>
                <a:gd name="csY123" fmla="*/ 36307 h 76914"/>
                <a:gd name="csX124" fmla="*/ 72137 w 79302"/>
                <a:gd name="csY124" fmla="*/ 35830 h 76914"/>
                <a:gd name="csX125" fmla="*/ 72137 w 79302"/>
                <a:gd name="csY125" fmla="*/ 35352 h 76914"/>
                <a:gd name="csX126" fmla="*/ 79303 w 79302"/>
                <a:gd name="csY126" fmla="*/ 39651 h 769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79302" h="76914">
                  <a:moveTo>
                    <a:pt x="79303" y="39651"/>
                  </a:moveTo>
                  <a:lnTo>
                    <a:pt x="78347" y="40129"/>
                  </a:lnTo>
                  <a:lnTo>
                    <a:pt x="76914" y="41562"/>
                  </a:lnTo>
                  <a:lnTo>
                    <a:pt x="73570" y="43951"/>
                  </a:lnTo>
                  <a:lnTo>
                    <a:pt x="70226" y="46340"/>
                  </a:lnTo>
                  <a:lnTo>
                    <a:pt x="67360" y="48251"/>
                  </a:lnTo>
                  <a:lnTo>
                    <a:pt x="64971" y="50162"/>
                  </a:lnTo>
                  <a:lnTo>
                    <a:pt x="64971" y="50639"/>
                  </a:lnTo>
                  <a:lnTo>
                    <a:pt x="64493" y="50639"/>
                  </a:lnTo>
                  <a:lnTo>
                    <a:pt x="61149" y="51595"/>
                  </a:lnTo>
                  <a:lnTo>
                    <a:pt x="60672" y="52550"/>
                  </a:lnTo>
                  <a:lnTo>
                    <a:pt x="60194" y="54939"/>
                  </a:lnTo>
                  <a:lnTo>
                    <a:pt x="59716" y="55894"/>
                  </a:lnTo>
                  <a:lnTo>
                    <a:pt x="60194" y="57328"/>
                  </a:lnTo>
                  <a:lnTo>
                    <a:pt x="60672" y="59238"/>
                  </a:lnTo>
                  <a:lnTo>
                    <a:pt x="60672" y="60671"/>
                  </a:lnTo>
                  <a:lnTo>
                    <a:pt x="59716" y="61149"/>
                  </a:lnTo>
                  <a:lnTo>
                    <a:pt x="58283" y="62105"/>
                  </a:lnTo>
                  <a:lnTo>
                    <a:pt x="58283" y="62105"/>
                  </a:lnTo>
                  <a:lnTo>
                    <a:pt x="57328" y="63060"/>
                  </a:lnTo>
                  <a:lnTo>
                    <a:pt x="56850" y="64016"/>
                  </a:lnTo>
                  <a:lnTo>
                    <a:pt x="56372" y="64016"/>
                  </a:lnTo>
                  <a:lnTo>
                    <a:pt x="55894" y="63538"/>
                  </a:lnTo>
                  <a:lnTo>
                    <a:pt x="53983" y="64016"/>
                  </a:lnTo>
                  <a:lnTo>
                    <a:pt x="53506" y="64016"/>
                  </a:lnTo>
                  <a:lnTo>
                    <a:pt x="52550" y="64493"/>
                  </a:lnTo>
                  <a:lnTo>
                    <a:pt x="52550" y="65449"/>
                  </a:lnTo>
                  <a:lnTo>
                    <a:pt x="53028" y="66882"/>
                  </a:lnTo>
                  <a:lnTo>
                    <a:pt x="53028" y="67360"/>
                  </a:lnTo>
                  <a:lnTo>
                    <a:pt x="53028" y="67837"/>
                  </a:lnTo>
                  <a:lnTo>
                    <a:pt x="50639" y="68315"/>
                  </a:lnTo>
                  <a:lnTo>
                    <a:pt x="50162" y="69271"/>
                  </a:lnTo>
                  <a:lnTo>
                    <a:pt x="49206" y="70226"/>
                  </a:lnTo>
                  <a:lnTo>
                    <a:pt x="48251" y="70704"/>
                  </a:lnTo>
                  <a:lnTo>
                    <a:pt x="47295" y="70704"/>
                  </a:lnTo>
                  <a:lnTo>
                    <a:pt x="46817" y="71182"/>
                  </a:lnTo>
                  <a:lnTo>
                    <a:pt x="45384" y="71659"/>
                  </a:lnTo>
                  <a:lnTo>
                    <a:pt x="43473" y="73570"/>
                  </a:lnTo>
                  <a:lnTo>
                    <a:pt x="42040" y="75003"/>
                  </a:lnTo>
                  <a:lnTo>
                    <a:pt x="42040" y="75959"/>
                  </a:lnTo>
                  <a:lnTo>
                    <a:pt x="42518" y="76914"/>
                  </a:lnTo>
                  <a:lnTo>
                    <a:pt x="34874" y="73570"/>
                  </a:lnTo>
                  <a:lnTo>
                    <a:pt x="32008" y="73093"/>
                  </a:lnTo>
                  <a:lnTo>
                    <a:pt x="21498" y="73093"/>
                  </a:lnTo>
                  <a:lnTo>
                    <a:pt x="17198" y="72137"/>
                  </a:lnTo>
                  <a:lnTo>
                    <a:pt x="11943" y="69748"/>
                  </a:lnTo>
                  <a:lnTo>
                    <a:pt x="8121" y="67360"/>
                  </a:lnTo>
                  <a:lnTo>
                    <a:pt x="0" y="61627"/>
                  </a:lnTo>
                  <a:lnTo>
                    <a:pt x="478" y="61149"/>
                  </a:lnTo>
                  <a:lnTo>
                    <a:pt x="956" y="60194"/>
                  </a:lnTo>
                  <a:lnTo>
                    <a:pt x="956" y="59716"/>
                  </a:lnTo>
                  <a:lnTo>
                    <a:pt x="1433" y="58761"/>
                  </a:lnTo>
                  <a:lnTo>
                    <a:pt x="956" y="57805"/>
                  </a:lnTo>
                  <a:lnTo>
                    <a:pt x="956" y="56372"/>
                  </a:lnTo>
                  <a:lnTo>
                    <a:pt x="1433" y="54939"/>
                  </a:lnTo>
                  <a:lnTo>
                    <a:pt x="1433" y="53983"/>
                  </a:lnTo>
                  <a:lnTo>
                    <a:pt x="1911" y="53028"/>
                  </a:lnTo>
                  <a:lnTo>
                    <a:pt x="2866" y="52550"/>
                  </a:lnTo>
                  <a:lnTo>
                    <a:pt x="2866" y="52550"/>
                  </a:lnTo>
                  <a:lnTo>
                    <a:pt x="2866" y="52550"/>
                  </a:lnTo>
                  <a:lnTo>
                    <a:pt x="3344" y="51595"/>
                  </a:lnTo>
                  <a:lnTo>
                    <a:pt x="478" y="48728"/>
                  </a:lnTo>
                  <a:lnTo>
                    <a:pt x="478" y="47773"/>
                  </a:lnTo>
                  <a:lnTo>
                    <a:pt x="956" y="47295"/>
                  </a:lnTo>
                  <a:lnTo>
                    <a:pt x="2866" y="43951"/>
                  </a:lnTo>
                  <a:lnTo>
                    <a:pt x="5255" y="40129"/>
                  </a:lnTo>
                  <a:lnTo>
                    <a:pt x="8121" y="35830"/>
                  </a:lnTo>
                  <a:lnTo>
                    <a:pt x="10032" y="32963"/>
                  </a:lnTo>
                  <a:lnTo>
                    <a:pt x="15765" y="32963"/>
                  </a:lnTo>
                  <a:lnTo>
                    <a:pt x="19587" y="32963"/>
                  </a:lnTo>
                  <a:lnTo>
                    <a:pt x="24842" y="32963"/>
                  </a:lnTo>
                  <a:lnTo>
                    <a:pt x="30097" y="32963"/>
                  </a:lnTo>
                  <a:lnTo>
                    <a:pt x="33919" y="32963"/>
                  </a:lnTo>
                  <a:lnTo>
                    <a:pt x="35352" y="32963"/>
                  </a:lnTo>
                  <a:lnTo>
                    <a:pt x="35352" y="32963"/>
                  </a:lnTo>
                  <a:lnTo>
                    <a:pt x="35352" y="32963"/>
                  </a:lnTo>
                  <a:lnTo>
                    <a:pt x="35352" y="31530"/>
                  </a:lnTo>
                  <a:lnTo>
                    <a:pt x="35352" y="31052"/>
                  </a:lnTo>
                  <a:lnTo>
                    <a:pt x="35352" y="29619"/>
                  </a:lnTo>
                  <a:lnTo>
                    <a:pt x="35830" y="27708"/>
                  </a:lnTo>
                  <a:lnTo>
                    <a:pt x="35830" y="27230"/>
                  </a:lnTo>
                  <a:lnTo>
                    <a:pt x="34874" y="26275"/>
                  </a:lnTo>
                  <a:lnTo>
                    <a:pt x="32963" y="25797"/>
                  </a:lnTo>
                  <a:lnTo>
                    <a:pt x="31530" y="24842"/>
                  </a:lnTo>
                  <a:lnTo>
                    <a:pt x="31530" y="23886"/>
                  </a:lnTo>
                  <a:lnTo>
                    <a:pt x="31052" y="22453"/>
                  </a:lnTo>
                  <a:lnTo>
                    <a:pt x="30097" y="21020"/>
                  </a:lnTo>
                  <a:lnTo>
                    <a:pt x="30097" y="21020"/>
                  </a:lnTo>
                  <a:lnTo>
                    <a:pt x="28186" y="19587"/>
                  </a:lnTo>
                  <a:lnTo>
                    <a:pt x="24842" y="18154"/>
                  </a:lnTo>
                  <a:lnTo>
                    <a:pt x="22453" y="15765"/>
                  </a:lnTo>
                  <a:lnTo>
                    <a:pt x="20065" y="13376"/>
                  </a:lnTo>
                  <a:lnTo>
                    <a:pt x="20065" y="13376"/>
                  </a:lnTo>
                  <a:lnTo>
                    <a:pt x="18154" y="11943"/>
                  </a:lnTo>
                  <a:lnTo>
                    <a:pt x="16721" y="10988"/>
                  </a:lnTo>
                  <a:lnTo>
                    <a:pt x="16243" y="10510"/>
                  </a:lnTo>
                  <a:lnTo>
                    <a:pt x="20542" y="10510"/>
                  </a:lnTo>
                  <a:lnTo>
                    <a:pt x="24364" y="10988"/>
                  </a:lnTo>
                  <a:lnTo>
                    <a:pt x="24842" y="7166"/>
                  </a:lnTo>
                  <a:lnTo>
                    <a:pt x="24842" y="3822"/>
                  </a:lnTo>
                  <a:lnTo>
                    <a:pt x="24842" y="0"/>
                  </a:lnTo>
                  <a:lnTo>
                    <a:pt x="32008" y="0"/>
                  </a:lnTo>
                  <a:lnTo>
                    <a:pt x="40607" y="0"/>
                  </a:lnTo>
                  <a:lnTo>
                    <a:pt x="49684" y="0"/>
                  </a:lnTo>
                  <a:lnTo>
                    <a:pt x="56850" y="0"/>
                  </a:lnTo>
                  <a:lnTo>
                    <a:pt x="60672" y="0"/>
                  </a:lnTo>
                  <a:lnTo>
                    <a:pt x="60672" y="0"/>
                  </a:lnTo>
                  <a:lnTo>
                    <a:pt x="60672" y="4777"/>
                  </a:lnTo>
                  <a:lnTo>
                    <a:pt x="60672" y="10032"/>
                  </a:lnTo>
                  <a:lnTo>
                    <a:pt x="60194" y="13854"/>
                  </a:lnTo>
                  <a:lnTo>
                    <a:pt x="60194" y="19109"/>
                  </a:lnTo>
                  <a:lnTo>
                    <a:pt x="59716" y="24364"/>
                  </a:lnTo>
                  <a:lnTo>
                    <a:pt x="59716" y="31530"/>
                  </a:lnTo>
                  <a:lnTo>
                    <a:pt x="59238" y="36307"/>
                  </a:lnTo>
                  <a:lnTo>
                    <a:pt x="59716" y="36307"/>
                  </a:lnTo>
                  <a:lnTo>
                    <a:pt x="61627" y="36307"/>
                  </a:lnTo>
                  <a:lnTo>
                    <a:pt x="65449" y="36307"/>
                  </a:lnTo>
                  <a:lnTo>
                    <a:pt x="66404" y="36307"/>
                  </a:lnTo>
                  <a:lnTo>
                    <a:pt x="67360" y="36785"/>
                  </a:lnTo>
                  <a:lnTo>
                    <a:pt x="68315" y="36785"/>
                  </a:lnTo>
                  <a:lnTo>
                    <a:pt x="69748" y="38218"/>
                  </a:lnTo>
                  <a:lnTo>
                    <a:pt x="72137" y="38696"/>
                  </a:lnTo>
                  <a:lnTo>
                    <a:pt x="73093" y="37263"/>
                  </a:lnTo>
                  <a:lnTo>
                    <a:pt x="72615" y="36307"/>
                  </a:lnTo>
                  <a:lnTo>
                    <a:pt x="72137" y="35830"/>
                  </a:lnTo>
                  <a:lnTo>
                    <a:pt x="72137" y="35352"/>
                  </a:lnTo>
                  <a:lnTo>
                    <a:pt x="79303" y="3965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0" name="Freeform 2989">
              <a:extLst>
                <a:ext uri="{FF2B5EF4-FFF2-40B4-BE49-F238E27FC236}">
                  <a16:creationId xmlns:a16="http://schemas.microsoft.com/office/drawing/2014/main" id="{FB26421F-486F-B444-B3D2-EFA20BF14ED6}"/>
                </a:ext>
              </a:extLst>
            </p:cNvPr>
            <p:cNvSpPr/>
            <p:nvPr/>
          </p:nvSpPr>
          <p:spPr>
            <a:xfrm>
              <a:off x="4114855" y="3736919"/>
              <a:ext cx="14331" cy="9076"/>
            </a:xfrm>
            <a:custGeom>
              <a:avLst/>
              <a:gdLst>
                <a:gd name="csX0" fmla="*/ 14332 w 14331"/>
                <a:gd name="csY0" fmla="*/ 478 h 9076"/>
                <a:gd name="csX1" fmla="*/ 12421 w 14331"/>
                <a:gd name="csY1" fmla="*/ 1911 h 9076"/>
                <a:gd name="csX2" fmla="*/ 11943 w 14331"/>
                <a:gd name="csY2" fmla="*/ 2389 h 9076"/>
                <a:gd name="csX3" fmla="*/ 11943 w 14331"/>
                <a:gd name="csY3" fmla="*/ 2866 h 9076"/>
                <a:gd name="csX4" fmla="*/ 11466 w 14331"/>
                <a:gd name="csY4" fmla="*/ 3822 h 9076"/>
                <a:gd name="csX5" fmla="*/ 5733 w 14331"/>
                <a:gd name="csY5" fmla="*/ 6688 h 9076"/>
                <a:gd name="csX6" fmla="*/ 4777 w 14331"/>
                <a:gd name="csY6" fmla="*/ 6688 h 9076"/>
                <a:gd name="csX7" fmla="*/ 4777 w 14331"/>
                <a:gd name="csY7" fmla="*/ 7166 h 9076"/>
                <a:gd name="csX8" fmla="*/ 5255 w 14331"/>
                <a:gd name="csY8" fmla="*/ 7644 h 9076"/>
                <a:gd name="csX9" fmla="*/ 5255 w 14331"/>
                <a:gd name="csY9" fmla="*/ 7644 h 9076"/>
                <a:gd name="csX10" fmla="*/ 4300 w 14331"/>
                <a:gd name="csY10" fmla="*/ 8121 h 9076"/>
                <a:gd name="csX11" fmla="*/ 2389 w 14331"/>
                <a:gd name="csY11" fmla="*/ 9077 h 9076"/>
                <a:gd name="csX12" fmla="*/ 956 w 14331"/>
                <a:gd name="csY12" fmla="*/ 9077 h 9076"/>
                <a:gd name="csX13" fmla="*/ 0 w 14331"/>
                <a:gd name="csY13" fmla="*/ 9077 h 9076"/>
                <a:gd name="csX14" fmla="*/ 0 w 14331"/>
                <a:gd name="csY14" fmla="*/ 8121 h 9076"/>
                <a:gd name="csX15" fmla="*/ 478 w 14331"/>
                <a:gd name="csY15" fmla="*/ 7644 h 9076"/>
                <a:gd name="csX16" fmla="*/ 478 w 14331"/>
                <a:gd name="csY16" fmla="*/ 7166 h 9076"/>
                <a:gd name="csX17" fmla="*/ 0 w 14331"/>
                <a:gd name="csY17" fmla="*/ 7166 h 9076"/>
                <a:gd name="csX18" fmla="*/ 0 w 14331"/>
                <a:gd name="csY18" fmla="*/ 6688 h 9076"/>
                <a:gd name="csX19" fmla="*/ 956 w 14331"/>
                <a:gd name="csY19" fmla="*/ 6210 h 9076"/>
                <a:gd name="csX20" fmla="*/ 8599 w 14331"/>
                <a:gd name="csY20" fmla="*/ 1911 h 9076"/>
                <a:gd name="csX21" fmla="*/ 11943 w 14331"/>
                <a:gd name="csY21" fmla="*/ 478 h 9076"/>
                <a:gd name="csX22" fmla="*/ 13854 w 14331"/>
                <a:gd name="csY22" fmla="*/ 0 h 9076"/>
                <a:gd name="csX23" fmla="*/ 14332 w 14331"/>
                <a:gd name="csY23" fmla="*/ 478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4331" h="9076">
                  <a:moveTo>
                    <a:pt x="14332" y="478"/>
                  </a:moveTo>
                  <a:lnTo>
                    <a:pt x="12421" y="1911"/>
                  </a:lnTo>
                  <a:lnTo>
                    <a:pt x="11943" y="2389"/>
                  </a:lnTo>
                  <a:lnTo>
                    <a:pt x="11943" y="2866"/>
                  </a:lnTo>
                  <a:lnTo>
                    <a:pt x="11466" y="3822"/>
                  </a:lnTo>
                  <a:lnTo>
                    <a:pt x="5733" y="6688"/>
                  </a:lnTo>
                  <a:lnTo>
                    <a:pt x="4777" y="6688"/>
                  </a:lnTo>
                  <a:lnTo>
                    <a:pt x="4777" y="7166"/>
                  </a:lnTo>
                  <a:lnTo>
                    <a:pt x="5255" y="7644"/>
                  </a:lnTo>
                  <a:lnTo>
                    <a:pt x="5255" y="7644"/>
                  </a:lnTo>
                  <a:lnTo>
                    <a:pt x="4300" y="8121"/>
                  </a:lnTo>
                  <a:lnTo>
                    <a:pt x="2389" y="9077"/>
                  </a:lnTo>
                  <a:lnTo>
                    <a:pt x="956" y="9077"/>
                  </a:lnTo>
                  <a:lnTo>
                    <a:pt x="0" y="9077"/>
                  </a:lnTo>
                  <a:lnTo>
                    <a:pt x="0" y="8121"/>
                  </a:lnTo>
                  <a:lnTo>
                    <a:pt x="478" y="7644"/>
                  </a:lnTo>
                  <a:lnTo>
                    <a:pt x="478" y="7166"/>
                  </a:lnTo>
                  <a:lnTo>
                    <a:pt x="0" y="7166"/>
                  </a:lnTo>
                  <a:lnTo>
                    <a:pt x="0" y="6688"/>
                  </a:lnTo>
                  <a:lnTo>
                    <a:pt x="956" y="6210"/>
                  </a:lnTo>
                  <a:lnTo>
                    <a:pt x="8599" y="1911"/>
                  </a:lnTo>
                  <a:lnTo>
                    <a:pt x="11943" y="478"/>
                  </a:lnTo>
                  <a:lnTo>
                    <a:pt x="13854" y="0"/>
                  </a:lnTo>
                  <a:lnTo>
                    <a:pt x="1433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1" name="Freeform 2990">
              <a:extLst>
                <a:ext uri="{FF2B5EF4-FFF2-40B4-BE49-F238E27FC236}">
                  <a16:creationId xmlns:a16="http://schemas.microsoft.com/office/drawing/2014/main" id="{9707583E-BA9B-942C-C92A-457441D76FAD}"/>
                </a:ext>
              </a:extLst>
            </p:cNvPr>
            <p:cNvSpPr/>
            <p:nvPr/>
          </p:nvSpPr>
          <p:spPr>
            <a:xfrm>
              <a:off x="4124410" y="4160188"/>
              <a:ext cx="3344" cy="955"/>
            </a:xfrm>
            <a:custGeom>
              <a:avLst/>
              <a:gdLst>
                <a:gd name="csX0" fmla="*/ 3344 w 3344"/>
                <a:gd name="csY0" fmla="*/ 956 h 955"/>
                <a:gd name="csX1" fmla="*/ 2867 w 3344"/>
                <a:gd name="csY1" fmla="*/ 956 h 955"/>
                <a:gd name="csX2" fmla="*/ 956 w 3344"/>
                <a:gd name="csY2" fmla="*/ 478 h 955"/>
                <a:gd name="csX3" fmla="*/ 0 w 3344"/>
                <a:gd name="csY3" fmla="*/ 0 h 955"/>
                <a:gd name="csX4" fmla="*/ 0 w 3344"/>
                <a:gd name="csY4" fmla="*/ 0 h 955"/>
                <a:gd name="csX5" fmla="*/ 2867 w 3344"/>
                <a:gd name="csY5" fmla="*/ 478 h 955"/>
                <a:gd name="csX6" fmla="*/ 3344 w 3344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955">
                  <a:moveTo>
                    <a:pt x="3344" y="956"/>
                  </a:moveTo>
                  <a:lnTo>
                    <a:pt x="2867" y="956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867" y="478"/>
                  </a:lnTo>
                  <a:lnTo>
                    <a:pt x="33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2" name="Freeform 2991">
              <a:extLst>
                <a:ext uri="{FF2B5EF4-FFF2-40B4-BE49-F238E27FC236}">
                  <a16:creationId xmlns:a16="http://schemas.microsoft.com/office/drawing/2014/main" id="{3BA6BDE7-CE79-8B34-311C-1E3C62031647}"/>
                </a:ext>
              </a:extLst>
            </p:cNvPr>
            <p:cNvSpPr/>
            <p:nvPr/>
          </p:nvSpPr>
          <p:spPr>
            <a:xfrm>
              <a:off x="4121543" y="4164487"/>
              <a:ext cx="955" cy="5732"/>
            </a:xfrm>
            <a:custGeom>
              <a:avLst/>
              <a:gdLst>
                <a:gd name="csX0" fmla="*/ 478 w 955"/>
                <a:gd name="csY0" fmla="*/ 956 h 5732"/>
                <a:gd name="csX1" fmla="*/ 956 w 955"/>
                <a:gd name="csY1" fmla="*/ 2389 h 5732"/>
                <a:gd name="csX2" fmla="*/ 478 w 955"/>
                <a:gd name="csY2" fmla="*/ 5255 h 5732"/>
                <a:gd name="csX3" fmla="*/ 0 w 955"/>
                <a:gd name="csY3" fmla="*/ 5733 h 5732"/>
                <a:gd name="csX4" fmla="*/ 478 w 955"/>
                <a:gd name="csY4" fmla="*/ 2389 h 5732"/>
                <a:gd name="csX5" fmla="*/ 0 w 955"/>
                <a:gd name="csY5" fmla="*/ 0 h 5732"/>
                <a:gd name="csX6" fmla="*/ 478 w 955"/>
                <a:gd name="csY6" fmla="*/ 956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5732">
                  <a:moveTo>
                    <a:pt x="478" y="956"/>
                  </a:moveTo>
                  <a:lnTo>
                    <a:pt x="956" y="2389"/>
                  </a:lnTo>
                  <a:lnTo>
                    <a:pt x="478" y="5255"/>
                  </a:lnTo>
                  <a:lnTo>
                    <a:pt x="0" y="5733"/>
                  </a:lnTo>
                  <a:lnTo>
                    <a:pt x="478" y="2389"/>
                  </a:lnTo>
                  <a:lnTo>
                    <a:pt x="0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3" name="Freeform 2992">
              <a:extLst>
                <a:ext uri="{FF2B5EF4-FFF2-40B4-BE49-F238E27FC236}">
                  <a16:creationId xmlns:a16="http://schemas.microsoft.com/office/drawing/2014/main" id="{ACC9E988-2244-4DC6-4627-6F11E15CD9C2}"/>
                </a:ext>
              </a:extLst>
            </p:cNvPr>
            <p:cNvSpPr/>
            <p:nvPr/>
          </p:nvSpPr>
          <p:spPr>
            <a:xfrm>
              <a:off x="4119632" y="4455424"/>
              <a:ext cx="2388" cy="2388"/>
            </a:xfrm>
            <a:custGeom>
              <a:avLst/>
              <a:gdLst>
                <a:gd name="csX0" fmla="*/ 2389 w 2388"/>
                <a:gd name="csY0" fmla="*/ 0 h 2388"/>
                <a:gd name="csX1" fmla="*/ 0 w 2388"/>
                <a:gd name="csY1" fmla="*/ 1911 h 2388"/>
                <a:gd name="csX2" fmla="*/ 0 w 2388"/>
                <a:gd name="csY2" fmla="*/ 2389 h 2388"/>
                <a:gd name="csX3" fmla="*/ 0 w 2388"/>
                <a:gd name="csY3" fmla="*/ 1911 h 2388"/>
                <a:gd name="csX4" fmla="*/ 2389 w 2388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2388">
                  <a:moveTo>
                    <a:pt x="2389" y="0"/>
                  </a:moveTo>
                  <a:lnTo>
                    <a:pt x="0" y="1911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4" name="Freeform 2993">
              <a:extLst>
                <a:ext uri="{FF2B5EF4-FFF2-40B4-BE49-F238E27FC236}">
                  <a16:creationId xmlns:a16="http://schemas.microsoft.com/office/drawing/2014/main" id="{B336A8B2-C34A-5A59-5576-3C5817416BB0}"/>
                </a:ext>
              </a:extLst>
            </p:cNvPr>
            <p:cNvSpPr/>
            <p:nvPr/>
          </p:nvSpPr>
          <p:spPr>
            <a:xfrm>
              <a:off x="4120110" y="4170698"/>
              <a:ext cx="1433" cy="1910"/>
            </a:xfrm>
            <a:custGeom>
              <a:avLst/>
              <a:gdLst>
                <a:gd name="csX0" fmla="*/ 1433 w 1433"/>
                <a:gd name="csY0" fmla="*/ 0 h 1910"/>
                <a:gd name="csX1" fmla="*/ 955 w 1433"/>
                <a:gd name="csY1" fmla="*/ 955 h 1910"/>
                <a:gd name="csX2" fmla="*/ 0 w 1433"/>
                <a:gd name="csY2" fmla="*/ 1911 h 1910"/>
                <a:gd name="csX3" fmla="*/ 0 w 1433"/>
                <a:gd name="csY3" fmla="*/ 1433 h 1910"/>
                <a:gd name="csX4" fmla="*/ 478 w 1433"/>
                <a:gd name="csY4" fmla="*/ 478 h 1910"/>
                <a:gd name="csX5" fmla="*/ 1433 w 1433"/>
                <a:gd name="csY5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1910">
                  <a:moveTo>
                    <a:pt x="1433" y="0"/>
                  </a:moveTo>
                  <a:lnTo>
                    <a:pt x="955" y="955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5" name="Freeform 2994">
              <a:extLst>
                <a:ext uri="{FF2B5EF4-FFF2-40B4-BE49-F238E27FC236}">
                  <a16:creationId xmlns:a16="http://schemas.microsoft.com/office/drawing/2014/main" id="{231826AE-E360-3772-4925-A4DC4F99D578}"/>
                </a:ext>
              </a:extLst>
            </p:cNvPr>
            <p:cNvSpPr/>
            <p:nvPr/>
          </p:nvSpPr>
          <p:spPr>
            <a:xfrm>
              <a:off x="4120110" y="4404785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6" name="Freeform 2995">
              <a:extLst>
                <a:ext uri="{FF2B5EF4-FFF2-40B4-BE49-F238E27FC236}">
                  <a16:creationId xmlns:a16="http://schemas.microsoft.com/office/drawing/2014/main" id="{95B2B241-F7DE-DFFA-1E7B-E1F1C83D17CB}"/>
                </a:ext>
              </a:extLst>
            </p:cNvPr>
            <p:cNvSpPr/>
            <p:nvPr/>
          </p:nvSpPr>
          <p:spPr>
            <a:xfrm>
              <a:off x="4116288" y="4403830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7" name="Freeform 2996">
              <a:extLst>
                <a:ext uri="{FF2B5EF4-FFF2-40B4-BE49-F238E27FC236}">
                  <a16:creationId xmlns:a16="http://schemas.microsoft.com/office/drawing/2014/main" id="{B463FEAE-A750-4C2D-3770-DD51A27817F1}"/>
                </a:ext>
              </a:extLst>
            </p:cNvPr>
            <p:cNvSpPr/>
            <p:nvPr/>
          </p:nvSpPr>
          <p:spPr>
            <a:xfrm>
              <a:off x="4114855" y="4407174"/>
              <a:ext cx="477" cy="13853"/>
            </a:xfrm>
            <a:custGeom>
              <a:avLst/>
              <a:gdLst>
                <a:gd name="csX0" fmla="*/ 478 w 477"/>
                <a:gd name="csY0" fmla="*/ 0 h 13853"/>
                <a:gd name="csX1" fmla="*/ 478 w 477"/>
                <a:gd name="csY1" fmla="*/ 4777 h 13853"/>
                <a:gd name="csX2" fmla="*/ 478 w 477"/>
                <a:gd name="csY2" fmla="*/ 10032 h 13853"/>
                <a:gd name="csX3" fmla="*/ 0 w 477"/>
                <a:gd name="csY3" fmla="*/ 13854 h 13853"/>
                <a:gd name="csX4" fmla="*/ 478 w 477"/>
                <a:gd name="csY4" fmla="*/ 10032 h 13853"/>
                <a:gd name="csX5" fmla="*/ 478 w 477"/>
                <a:gd name="csY5" fmla="*/ 4777 h 13853"/>
                <a:gd name="csX6" fmla="*/ 478 w 477"/>
                <a:gd name="csY6" fmla="*/ 0 h 13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" h="13853">
                  <a:moveTo>
                    <a:pt x="478" y="0"/>
                  </a:moveTo>
                  <a:lnTo>
                    <a:pt x="478" y="4777"/>
                  </a:lnTo>
                  <a:lnTo>
                    <a:pt x="478" y="10032"/>
                  </a:lnTo>
                  <a:lnTo>
                    <a:pt x="0" y="13854"/>
                  </a:lnTo>
                  <a:lnTo>
                    <a:pt x="478" y="10032"/>
                  </a:lnTo>
                  <a:lnTo>
                    <a:pt x="478" y="4777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8" name="Freeform 2997">
              <a:extLst>
                <a:ext uri="{FF2B5EF4-FFF2-40B4-BE49-F238E27FC236}">
                  <a16:creationId xmlns:a16="http://schemas.microsoft.com/office/drawing/2014/main" id="{79F54113-E8C8-8572-5172-EBA85F14F65B}"/>
                </a:ext>
              </a:extLst>
            </p:cNvPr>
            <p:cNvSpPr/>
            <p:nvPr/>
          </p:nvSpPr>
          <p:spPr>
            <a:xfrm>
              <a:off x="4111989" y="4162098"/>
              <a:ext cx="3344" cy="2388"/>
            </a:xfrm>
            <a:custGeom>
              <a:avLst/>
              <a:gdLst>
                <a:gd name="csX0" fmla="*/ 3344 w 3344"/>
                <a:gd name="csY0" fmla="*/ 0 h 2388"/>
                <a:gd name="csX1" fmla="*/ 2389 w 3344"/>
                <a:gd name="csY1" fmla="*/ 956 h 2388"/>
                <a:gd name="csX2" fmla="*/ 2389 w 3344"/>
                <a:gd name="csY2" fmla="*/ 1433 h 2388"/>
                <a:gd name="csX3" fmla="*/ 2389 w 3344"/>
                <a:gd name="csY3" fmla="*/ 2389 h 2388"/>
                <a:gd name="csX4" fmla="*/ 1433 w 3344"/>
                <a:gd name="csY4" fmla="*/ 2389 h 2388"/>
                <a:gd name="csX5" fmla="*/ 0 w 3344"/>
                <a:gd name="csY5" fmla="*/ 1911 h 2388"/>
                <a:gd name="csX6" fmla="*/ 478 w 3344"/>
                <a:gd name="csY6" fmla="*/ 1911 h 2388"/>
                <a:gd name="csX7" fmla="*/ 956 w 3344"/>
                <a:gd name="csY7" fmla="*/ 1433 h 2388"/>
                <a:gd name="csX8" fmla="*/ 1433 w 3344"/>
                <a:gd name="csY8" fmla="*/ 956 h 2388"/>
                <a:gd name="csX9" fmla="*/ 3344 w 3344"/>
                <a:gd name="csY9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2388">
                  <a:moveTo>
                    <a:pt x="3344" y="0"/>
                  </a:moveTo>
                  <a:lnTo>
                    <a:pt x="2389" y="956"/>
                  </a:lnTo>
                  <a:lnTo>
                    <a:pt x="2389" y="1433"/>
                  </a:lnTo>
                  <a:lnTo>
                    <a:pt x="2389" y="2389"/>
                  </a:lnTo>
                  <a:lnTo>
                    <a:pt x="1433" y="2389"/>
                  </a:lnTo>
                  <a:lnTo>
                    <a:pt x="0" y="1911"/>
                  </a:lnTo>
                  <a:lnTo>
                    <a:pt x="478" y="1911"/>
                  </a:lnTo>
                  <a:lnTo>
                    <a:pt x="956" y="1433"/>
                  </a:lnTo>
                  <a:lnTo>
                    <a:pt x="1433" y="956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9" name="Freeform 2998">
              <a:extLst>
                <a:ext uri="{FF2B5EF4-FFF2-40B4-BE49-F238E27FC236}">
                  <a16:creationId xmlns:a16="http://schemas.microsoft.com/office/drawing/2014/main" id="{1E5AE193-6407-9E67-2F33-F843DE3EF3A9}"/>
                </a:ext>
              </a:extLst>
            </p:cNvPr>
            <p:cNvSpPr/>
            <p:nvPr/>
          </p:nvSpPr>
          <p:spPr>
            <a:xfrm>
              <a:off x="4113899" y="4431538"/>
              <a:ext cx="477" cy="11943"/>
            </a:xfrm>
            <a:custGeom>
              <a:avLst/>
              <a:gdLst>
                <a:gd name="csX0" fmla="*/ 478 w 477"/>
                <a:gd name="csY0" fmla="*/ 0 h 11943"/>
                <a:gd name="csX1" fmla="*/ 478 w 477"/>
                <a:gd name="csY1" fmla="*/ 7166 h 11943"/>
                <a:gd name="csX2" fmla="*/ 0 w 477"/>
                <a:gd name="csY2" fmla="*/ 11943 h 11943"/>
                <a:gd name="csX3" fmla="*/ 478 w 477"/>
                <a:gd name="csY3" fmla="*/ 7166 h 11943"/>
                <a:gd name="csX4" fmla="*/ 478 w 477"/>
                <a:gd name="csY4" fmla="*/ 0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1943">
                  <a:moveTo>
                    <a:pt x="478" y="0"/>
                  </a:moveTo>
                  <a:lnTo>
                    <a:pt x="478" y="7166"/>
                  </a:lnTo>
                  <a:lnTo>
                    <a:pt x="0" y="11943"/>
                  </a:lnTo>
                  <a:lnTo>
                    <a:pt x="478" y="716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0" name="Freeform 2999">
              <a:extLst>
                <a:ext uri="{FF2B5EF4-FFF2-40B4-BE49-F238E27FC236}">
                  <a16:creationId xmlns:a16="http://schemas.microsoft.com/office/drawing/2014/main" id="{7A400090-0E68-3FCB-1FA1-6C36020AF646}"/>
                </a:ext>
              </a:extLst>
            </p:cNvPr>
            <p:cNvSpPr/>
            <p:nvPr/>
          </p:nvSpPr>
          <p:spPr>
            <a:xfrm>
              <a:off x="4112944" y="4468323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0 w 1433"/>
                <a:gd name="csY1" fmla="*/ 956 h 955"/>
                <a:gd name="csX2" fmla="*/ 0 w 1433"/>
                <a:gd name="csY2" fmla="*/ 956 h 955"/>
                <a:gd name="csX3" fmla="*/ 1433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1" name="Freeform 3000">
              <a:extLst>
                <a:ext uri="{FF2B5EF4-FFF2-40B4-BE49-F238E27FC236}">
                  <a16:creationId xmlns:a16="http://schemas.microsoft.com/office/drawing/2014/main" id="{47A928C7-F3D5-3C22-6F0B-A32EB20F401F}"/>
                </a:ext>
              </a:extLst>
            </p:cNvPr>
            <p:cNvSpPr/>
            <p:nvPr/>
          </p:nvSpPr>
          <p:spPr>
            <a:xfrm>
              <a:off x="4087624" y="2490523"/>
              <a:ext cx="17198" cy="27708"/>
            </a:xfrm>
            <a:custGeom>
              <a:avLst/>
              <a:gdLst>
                <a:gd name="csX0" fmla="*/ 17198 w 17198"/>
                <a:gd name="csY0" fmla="*/ 7644 h 27708"/>
                <a:gd name="csX1" fmla="*/ 17198 w 17198"/>
                <a:gd name="csY1" fmla="*/ 9077 h 27708"/>
                <a:gd name="csX2" fmla="*/ 17198 w 17198"/>
                <a:gd name="csY2" fmla="*/ 10510 h 27708"/>
                <a:gd name="csX3" fmla="*/ 15287 w 17198"/>
                <a:gd name="csY3" fmla="*/ 13854 h 27708"/>
                <a:gd name="csX4" fmla="*/ 14810 w 17198"/>
                <a:gd name="csY4" fmla="*/ 16243 h 27708"/>
                <a:gd name="csX5" fmla="*/ 14810 w 17198"/>
                <a:gd name="csY5" fmla="*/ 18631 h 27708"/>
                <a:gd name="csX6" fmla="*/ 15287 w 17198"/>
                <a:gd name="csY6" fmla="*/ 21976 h 27708"/>
                <a:gd name="csX7" fmla="*/ 15765 w 17198"/>
                <a:gd name="csY7" fmla="*/ 23886 h 27708"/>
                <a:gd name="csX8" fmla="*/ 16721 w 17198"/>
                <a:gd name="csY8" fmla="*/ 24842 h 27708"/>
                <a:gd name="csX9" fmla="*/ 16721 w 17198"/>
                <a:gd name="csY9" fmla="*/ 25797 h 27708"/>
                <a:gd name="csX10" fmla="*/ 15765 w 17198"/>
                <a:gd name="csY10" fmla="*/ 26753 h 27708"/>
                <a:gd name="csX11" fmla="*/ 12899 w 17198"/>
                <a:gd name="csY11" fmla="*/ 26275 h 27708"/>
                <a:gd name="csX12" fmla="*/ 11943 w 17198"/>
                <a:gd name="csY12" fmla="*/ 27708 h 27708"/>
                <a:gd name="csX13" fmla="*/ 10032 w 17198"/>
                <a:gd name="csY13" fmla="*/ 26753 h 27708"/>
                <a:gd name="csX14" fmla="*/ 8121 w 17198"/>
                <a:gd name="csY14" fmla="*/ 24842 h 27708"/>
                <a:gd name="csX15" fmla="*/ 5733 w 17198"/>
                <a:gd name="csY15" fmla="*/ 20065 h 27708"/>
                <a:gd name="csX16" fmla="*/ 2389 w 17198"/>
                <a:gd name="csY16" fmla="*/ 13854 h 27708"/>
                <a:gd name="csX17" fmla="*/ 478 w 17198"/>
                <a:gd name="csY17" fmla="*/ 8121 h 27708"/>
                <a:gd name="csX18" fmla="*/ 0 w 17198"/>
                <a:gd name="csY18" fmla="*/ 6688 h 27708"/>
                <a:gd name="csX19" fmla="*/ 956 w 17198"/>
                <a:gd name="csY19" fmla="*/ 3822 h 27708"/>
                <a:gd name="csX20" fmla="*/ 3344 w 17198"/>
                <a:gd name="csY20" fmla="*/ 1911 h 27708"/>
                <a:gd name="csX21" fmla="*/ 8599 w 17198"/>
                <a:gd name="csY21" fmla="*/ 0 h 27708"/>
                <a:gd name="csX22" fmla="*/ 12421 w 17198"/>
                <a:gd name="csY22" fmla="*/ 0 h 27708"/>
                <a:gd name="csX23" fmla="*/ 15765 w 17198"/>
                <a:gd name="csY23" fmla="*/ 4300 h 27708"/>
                <a:gd name="csX24" fmla="*/ 16721 w 17198"/>
                <a:gd name="csY24" fmla="*/ 5733 h 27708"/>
                <a:gd name="csX25" fmla="*/ 17198 w 17198"/>
                <a:gd name="csY25" fmla="*/ 7644 h 27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7198" h="27708">
                  <a:moveTo>
                    <a:pt x="17198" y="7644"/>
                  </a:moveTo>
                  <a:lnTo>
                    <a:pt x="17198" y="9077"/>
                  </a:lnTo>
                  <a:lnTo>
                    <a:pt x="17198" y="10510"/>
                  </a:lnTo>
                  <a:lnTo>
                    <a:pt x="15287" y="13854"/>
                  </a:lnTo>
                  <a:lnTo>
                    <a:pt x="14810" y="16243"/>
                  </a:lnTo>
                  <a:lnTo>
                    <a:pt x="14810" y="18631"/>
                  </a:lnTo>
                  <a:lnTo>
                    <a:pt x="15287" y="21976"/>
                  </a:lnTo>
                  <a:lnTo>
                    <a:pt x="15765" y="23886"/>
                  </a:lnTo>
                  <a:lnTo>
                    <a:pt x="16721" y="24842"/>
                  </a:lnTo>
                  <a:lnTo>
                    <a:pt x="16721" y="25797"/>
                  </a:lnTo>
                  <a:lnTo>
                    <a:pt x="15765" y="26753"/>
                  </a:lnTo>
                  <a:lnTo>
                    <a:pt x="12899" y="26275"/>
                  </a:lnTo>
                  <a:lnTo>
                    <a:pt x="11943" y="27708"/>
                  </a:lnTo>
                  <a:lnTo>
                    <a:pt x="10032" y="26753"/>
                  </a:lnTo>
                  <a:lnTo>
                    <a:pt x="8121" y="24842"/>
                  </a:lnTo>
                  <a:lnTo>
                    <a:pt x="5733" y="20065"/>
                  </a:lnTo>
                  <a:lnTo>
                    <a:pt x="2389" y="13854"/>
                  </a:lnTo>
                  <a:lnTo>
                    <a:pt x="478" y="8121"/>
                  </a:lnTo>
                  <a:lnTo>
                    <a:pt x="0" y="6688"/>
                  </a:lnTo>
                  <a:lnTo>
                    <a:pt x="956" y="3822"/>
                  </a:lnTo>
                  <a:lnTo>
                    <a:pt x="3344" y="1911"/>
                  </a:lnTo>
                  <a:lnTo>
                    <a:pt x="8599" y="0"/>
                  </a:lnTo>
                  <a:lnTo>
                    <a:pt x="12421" y="0"/>
                  </a:lnTo>
                  <a:lnTo>
                    <a:pt x="15765" y="4300"/>
                  </a:lnTo>
                  <a:lnTo>
                    <a:pt x="16721" y="5733"/>
                  </a:lnTo>
                  <a:lnTo>
                    <a:pt x="17198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2" name="Freeform 3001">
              <a:extLst>
                <a:ext uri="{FF2B5EF4-FFF2-40B4-BE49-F238E27FC236}">
                  <a16:creationId xmlns:a16="http://schemas.microsoft.com/office/drawing/2014/main" id="{6C094203-9C3B-90CC-AB58-0F9151C3B288}"/>
                </a:ext>
              </a:extLst>
            </p:cNvPr>
            <p:cNvSpPr/>
            <p:nvPr/>
          </p:nvSpPr>
          <p:spPr>
            <a:xfrm>
              <a:off x="4075204" y="2423163"/>
              <a:ext cx="29619" cy="37262"/>
            </a:xfrm>
            <a:custGeom>
              <a:avLst/>
              <a:gdLst>
                <a:gd name="csX0" fmla="*/ 29619 w 29619"/>
                <a:gd name="csY0" fmla="*/ 23409 h 37262"/>
                <a:gd name="csX1" fmla="*/ 29619 w 29619"/>
                <a:gd name="csY1" fmla="*/ 26275 h 37262"/>
                <a:gd name="csX2" fmla="*/ 29619 w 29619"/>
                <a:gd name="csY2" fmla="*/ 28664 h 37262"/>
                <a:gd name="csX3" fmla="*/ 28664 w 29619"/>
                <a:gd name="csY3" fmla="*/ 30097 h 37262"/>
                <a:gd name="csX4" fmla="*/ 27231 w 29619"/>
                <a:gd name="csY4" fmla="*/ 32486 h 37262"/>
                <a:gd name="csX5" fmla="*/ 21975 w 29619"/>
                <a:gd name="csY5" fmla="*/ 37263 h 37262"/>
                <a:gd name="csX6" fmla="*/ 19109 w 29619"/>
                <a:gd name="csY6" fmla="*/ 36785 h 37262"/>
                <a:gd name="csX7" fmla="*/ 3822 w 29619"/>
                <a:gd name="csY7" fmla="*/ 27231 h 37262"/>
                <a:gd name="csX8" fmla="*/ 956 w 29619"/>
                <a:gd name="csY8" fmla="*/ 22453 h 37262"/>
                <a:gd name="csX9" fmla="*/ 478 w 29619"/>
                <a:gd name="csY9" fmla="*/ 19109 h 37262"/>
                <a:gd name="csX10" fmla="*/ 0 w 29619"/>
                <a:gd name="csY10" fmla="*/ 14332 h 37262"/>
                <a:gd name="csX11" fmla="*/ 478 w 29619"/>
                <a:gd name="csY11" fmla="*/ 8121 h 37262"/>
                <a:gd name="csX12" fmla="*/ 956 w 29619"/>
                <a:gd name="csY12" fmla="*/ 3822 h 37262"/>
                <a:gd name="csX13" fmla="*/ 1911 w 29619"/>
                <a:gd name="csY13" fmla="*/ 2389 h 37262"/>
                <a:gd name="csX14" fmla="*/ 3344 w 29619"/>
                <a:gd name="csY14" fmla="*/ 955 h 37262"/>
                <a:gd name="csX15" fmla="*/ 7166 w 29619"/>
                <a:gd name="csY15" fmla="*/ 0 h 37262"/>
                <a:gd name="csX16" fmla="*/ 10510 w 29619"/>
                <a:gd name="csY16" fmla="*/ 478 h 37262"/>
                <a:gd name="csX17" fmla="*/ 15287 w 29619"/>
                <a:gd name="csY17" fmla="*/ 2389 h 37262"/>
                <a:gd name="csX18" fmla="*/ 20542 w 29619"/>
                <a:gd name="csY18" fmla="*/ 4777 h 37262"/>
                <a:gd name="csX19" fmla="*/ 26753 w 29619"/>
                <a:gd name="csY19" fmla="*/ 13854 h 37262"/>
                <a:gd name="csX20" fmla="*/ 29141 w 29619"/>
                <a:gd name="csY20" fmla="*/ 17676 h 37262"/>
                <a:gd name="csX21" fmla="*/ 29619 w 29619"/>
                <a:gd name="csY21" fmla="*/ 23409 h 37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9619" h="37262">
                  <a:moveTo>
                    <a:pt x="29619" y="23409"/>
                  </a:moveTo>
                  <a:lnTo>
                    <a:pt x="29619" y="26275"/>
                  </a:lnTo>
                  <a:lnTo>
                    <a:pt x="29619" y="28664"/>
                  </a:lnTo>
                  <a:lnTo>
                    <a:pt x="28664" y="30097"/>
                  </a:lnTo>
                  <a:lnTo>
                    <a:pt x="27231" y="32486"/>
                  </a:lnTo>
                  <a:lnTo>
                    <a:pt x="21975" y="37263"/>
                  </a:lnTo>
                  <a:lnTo>
                    <a:pt x="19109" y="36785"/>
                  </a:lnTo>
                  <a:lnTo>
                    <a:pt x="3822" y="27231"/>
                  </a:lnTo>
                  <a:lnTo>
                    <a:pt x="956" y="22453"/>
                  </a:lnTo>
                  <a:lnTo>
                    <a:pt x="478" y="19109"/>
                  </a:lnTo>
                  <a:lnTo>
                    <a:pt x="0" y="14332"/>
                  </a:lnTo>
                  <a:lnTo>
                    <a:pt x="478" y="8121"/>
                  </a:lnTo>
                  <a:lnTo>
                    <a:pt x="956" y="3822"/>
                  </a:lnTo>
                  <a:lnTo>
                    <a:pt x="1911" y="2389"/>
                  </a:lnTo>
                  <a:lnTo>
                    <a:pt x="3344" y="955"/>
                  </a:lnTo>
                  <a:lnTo>
                    <a:pt x="7166" y="0"/>
                  </a:lnTo>
                  <a:lnTo>
                    <a:pt x="10510" y="478"/>
                  </a:lnTo>
                  <a:lnTo>
                    <a:pt x="15287" y="2389"/>
                  </a:lnTo>
                  <a:lnTo>
                    <a:pt x="20542" y="4777"/>
                  </a:lnTo>
                  <a:lnTo>
                    <a:pt x="26753" y="13854"/>
                  </a:lnTo>
                  <a:lnTo>
                    <a:pt x="29141" y="17676"/>
                  </a:lnTo>
                  <a:lnTo>
                    <a:pt x="29619" y="234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3" name="Freeform 3002">
              <a:extLst>
                <a:ext uri="{FF2B5EF4-FFF2-40B4-BE49-F238E27FC236}">
                  <a16:creationId xmlns:a16="http://schemas.microsoft.com/office/drawing/2014/main" id="{5892020F-41A4-9825-A3FB-CD9C6EB2CC5E}"/>
                </a:ext>
              </a:extLst>
            </p:cNvPr>
            <p:cNvSpPr/>
            <p:nvPr/>
          </p:nvSpPr>
          <p:spPr>
            <a:xfrm>
              <a:off x="4089058" y="2962042"/>
              <a:ext cx="6210" cy="9076"/>
            </a:xfrm>
            <a:custGeom>
              <a:avLst/>
              <a:gdLst>
                <a:gd name="csX0" fmla="*/ 5733 w 6210"/>
                <a:gd name="csY0" fmla="*/ 478 h 9076"/>
                <a:gd name="csX1" fmla="*/ 6210 w 6210"/>
                <a:gd name="csY1" fmla="*/ 3822 h 9076"/>
                <a:gd name="csX2" fmla="*/ 4777 w 6210"/>
                <a:gd name="csY2" fmla="*/ 8121 h 9076"/>
                <a:gd name="csX3" fmla="*/ 3822 w 6210"/>
                <a:gd name="csY3" fmla="*/ 9077 h 9076"/>
                <a:gd name="csX4" fmla="*/ 3344 w 6210"/>
                <a:gd name="csY4" fmla="*/ 9077 h 9076"/>
                <a:gd name="csX5" fmla="*/ 2866 w 6210"/>
                <a:gd name="csY5" fmla="*/ 8599 h 9076"/>
                <a:gd name="csX6" fmla="*/ 478 w 6210"/>
                <a:gd name="csY6" fmla="*/ 5255 h 9076"/>
                <a:gd name="csX7" fmla="*/ 0 w 6210"/>
                <a:gd name="csY7" fmla="*/ 3344 h 9076"/>
                <a:gd name="csX8" fmla="*/ 955 w 6210"/>
                <a:gd name="csY8" fmla="*/ 2389 h 9076"/>
                <a:gd name="csX9" fmla="*/ 2389 w 6210"/>
                <a:gd name="csY9" fmla="*/ 956 h 9076"/>
                <a:gd name="csX10" fmla="*/ 3344 w 6210"/>
                <a:gd name="csY10" fmla="*/ 0 h 9076"/>
                <a:gd name="csX11" fmla="*/ 4777 w 6210"/>
                <a:gd name="csY11" fmla="*/ 956 h 9076"/>
                <a:gd name="csX12" fmla="*/ 5255 w 6210"/>
                <a:gd name="csY12" fmla="*/ 0 h 9076"/>
                <a:gd name="csX13" fmla="*/ 5733 w 6210"/>
                <a:gd name="csY13" fmla="*/ 478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210" h="9076">
                  <a:moveTo>
                    <a:pt x="5733" y="478"/>
                  </a:moveTo>
                  <a:lnTo>
                    <a:pt x="6210" y="3822"/>
                  </a:lnTo>
                  <a:lnTo>
                    <a:pt x="4777" y="8121"/>
                  </a:lnTo>
                  <a:lnTo>
                    <a:pt x="3822" y="9077"/>
                  </a:lnTo>
                  <a:lnTo>
                    <a:pt x="3344" y="9077"/>
                  </a:lnTo>
                  <a:lnTo>
                    <a:pt x="2866" y="8599"/>
                  </a:lnTo>
                  <a:lnTo>
                    <a:pt x="478" y="5255"/>
                  </a:lnTo>
                  <a:lnTo>
                    <a:pt x="0" y="3344"/>
                  </a:lnTo>
                  <a:lnTo>
                    <a:pt x="955" y="2389"/>
                  </a:lnTo>
                  <a:lnTo>
                    <a:pt x="2389" y="956"/>
                  </a:lnTo>
                  <a:lnTo>
                    <a:pt x="3344" y="0"/>
                  </a:lnTo>
                  <a:lnTo>
                    <a:pt x="4777" y="956"/>
                  </a:lnTo>
                  <a:lnTo>
                    <a:pt x="5255" y="0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4" name="Freeform 3003">
              <a:extLst>
                <a:ext uri="{FF2B5EF4-FFF2-40B4-BE49-F238E27FC236}">
                  <a16:creationId xmlns:a16="http://schemas.microsoft.com/office/drawing/2014/main" id="{9849DB39-E5EA-DB94-4D1A-7E744328A2FE}"/>
                </a:ext>
              </a:extLst>
            </p:cNvPr>
            <p:cNvSpPr/>
            <p:nvPr/>
          </p:nvSpPr>
          <p:spPr>
            <a:xfrm>
              <a:off x="3986824" y="2684004"/>
              <a:ext cx="105100" cy="136630"/>
            </a:xfrm>
            <a:custGeom>
              <a:avLst/>
              <a:gdLst>
                <a:gd name="csX0" fmla="*/ 103189 w 105100"/>
                <a:gd name="csY0" fmla="*/ 18154 h 136630"/>
                <a:gd name="csX1" fmla="*/ 105100 w 105100"/>
                <a:gd name="csY1" fmla="*/ 20542 h 136630"/>
                <a:gd name="csX2" fmla="*/ 104623 w 105100"/>
                <a:gd name="csY2" fmla="*/ 23409 h 136630"/>
                <a:gd name="csX3" fmla="*/ 102712 w 105100"/>
                <a:gd name="csY3" fmla="*/ 28186 h 136630"/>
                <a:gd name="csX4" fmla="*/ 100801 w 105100"/>
                <a:gd name="csY4" fmla="*/ 32486 h 136630"/>
                <a:gd name="csX5" fmla="*/ 96979 w 105100"/>
                <a:gd name="csY5" fmla="*/ 39174 h 136630"/>
                <a:gd name="csX6" fmla="*/ 93635 w 105100"/>
                <a:gd name="csY6" fmla="*/ 42518 h 136630"/>
                <a:gd name="csX7" fmla="*/ 92680 w 105100"/>
                <a:gd name="csY7" fmla="*/ 44429 h 136630"/>
                <a:gd name="csX8" fmla="*/ 92202 w 105100"/>
                <a:gd name="csY8" fmla="*/ 46817 h 136630"/>
                <a:gd name="csX9" fmla="*/ 90769 w 105100"/>
                <a:gd name="csY9" fmla="*/ 49684 h 136630"/>
                <a:gd name="csX10" fmla="*/ 87424 w 105100"/>
                <a:gd name="csY10" fmla="*/ 56850 h 136630"/>
                <a:gd name="csX11" fmla="*/ 86469 w 105100"/>
                <a:gd name="csY11" fmla="*/ 58283 h 136630"/>
                <a:gd name="csX12" fmla="*/ 81214 w 105100"/>
                <a:gd name="csY12" fmla="*/ 61149 h 136630"/>
                <a:gd name="csX13" fmla="*/ 83125 w 105100"/>
                <a:gd name="csY13" fmla="*/ 62582 h 136630"/>
                <a:gd name="csX14" fmla="*/ 83603 w 105100"/>
                <a:gd name="csY14" fmla="*/ 64016 h 136630"/>
                <a:gd name="csX15" fmla="*/ 83125 w 105100"/>
                <a:gd name="csY15" fmla="*/ 66882 h 136630"/>
                <a:gd name="csX16" fmla="*/ 79781 w 105100"/>
                <a:gd name="csY16" fmla="*/ 74526 h 136630"/>
                <a:gd name="csX17" fmla="*/ 76437 w 105100"/>
                <a:gd name="csY17" fmla="*/ 81214 h 136630"/>
                <a:gd name="csX18" fmla="*/ 74526 w 105100"/>
                <a:gd name="csY18" fmla="*/ 85514 h 136630"/>
                <a:gd name="csX19" fmla="*/ 70226 w 105100"/>
                <a:gd name="csY19" fmla="*/ 91246 h 136630"/>
                <a:gd name="csX20" fmla="*/ 67838 w 105100"/>
                <a:gd name="csY20" fmla="*/ 92679 h 136630"/>
                <a:gd name="csX21" fmla="*/ 64493 w 105100"/>
                <a:gd name="csY21" fmla="*/ 93157 h 136630"/>
                <a:gd name="csX22" fmla="*/ 45862 w 105100"/>
                <a:gd name="csY22" fmla="*/ 88380 h 136630"/>
                <a:gd name="csX23" fmla="*/ 41085 w 105100"/>
                <a:gd name="csY23" fmla="*/ 88380 h 136630"/>
                <a:gd name="csX24" fmla="*/ 28664 w 105100"/>
                <a:gd name="csY24" fmla="*/ 91246 h 136630"/>
                <a:gd name="csX25" fmla="*/ 29619 w 105100"/>
                <a:gd name="csY25" fmla="*/ 92202 h 136630"/>
                <a:gd name="csX26" fmla="*/ 34397 w 105100"/>
                <a:gd name="csY26" fmla="*/ 94113 h 136630"/>
                <a:gd name="csX27" fmla="*/ 37263 w 105100"/>
                <a:gd name="csY27" fmla="*/ 96501 h 136630"/>
                <a:gd name="csX28" fmla="*/ 41085 w 105100"/>
                <a:gd name="csY28" fmla="*/ 103189 h 136630"/>
                <a:gd name="csX29" fmla="*/ 41563 w 105100"/>
                <a:gd name="csY29" fmla="*/ 104623 h 136630"/>
                <a:gd name="csX30" fmla="*/ 42040 w 105100"/>
                <a:gd name="csY30" fmla="*/ 106534 h 136630"/>
                <a:gd name="csX31" fmla="*/ 42040 w 105100"/>
                <a:gd name="csY31" fmla="*/ 110355 h 136630"/>
                <a:gd name="csX32" fmla="*/ 41563 w 105100"/>
                <a:gd name="csY32" fmla="*/ 111311 h 136630"/>
                <a:gd name="csX33" fmla="*/ 35352 w 105100"/>
                <a:gd name="csY33" fmla="*/ 121343 h 136630"/>
                <a:gd name="csX34" fmla="*/ 33441 w 105100"/>
                <a:gd name="csY34" fmla="*/ 128987 h 136630"/>
                <a:gd name="csX35" fmla="*/ 32008 w 105100"/>
                <a:gd name="csY35" fmla="*/ 134720 h 136630"/>
                <a:gd name="csX36" fmla="*/ 30097 w 105100"/>
                <a:gd name="csY36" fmla="*/ 136631 h 136630"/>
                <a:gd name="csX37" fmla="*/ 22931 w 105100"/>
                <a:gd name="csY37" fmla="*/ 133764 h 136630"/>
                <a:gd name="csX38" fmla="*/ 20542 w 105100"/>
                <a:gd name="csY38" fmla="*/ 133764 h 136630"/>
                <a:gd name="csX39" fmla="*/ 12899 w 105100"/>
                <a:gd name="csY39" fmla="*/ 135675 h 136630"/>
                <a:gd name="csX40" fmla="*/ 9077 w 105100"/>
                <a:gd name="csY40" fmla="*/ 134720 h 136630"/>
                <a:gd name="csX41" fmla="*/ 9555 w 105100"/>
                <a:gd name="csY41" fmla="*/ 125643 h 136630"/>
                <a:gd name="csX42" fmla="*/ 9077 w 105100"/>
                <a:gd name="csY42" fmla="*/ 116088 h 136630"/>
                <a:gd name="csX43" fmla="*/ 8121 w 105100"/>
                <a:gd name="csY43" fmla="*/ 106534 h 136630"/>
                <a:gd name="csX44" fmla="*/ 1911 w 105100"/>
                <a:gd name="csY44" fmla="*/ 89335 h 136630"/>
                <a:gd name="csX45" fmla="*/ 1433 w 105100"/>
                <a:gd name="csY45" fmla="*/ 86469 h 136630"/>
                <a:gd name="csX46" fmla="*/ 956 w 105100"/>
                <a:gd name="csY46" fmla="*/ 83125 h 136630"/>
                <a:gd name="csX47" fmla="*/ 956 w 105100"/>
                <a:gd name="csY47" fmla="*/ 79781 h 136630"/>
                <a:gd name="csX48" fmla="*/ 956 w 105100"/>
                <a:gd name="csY48" fmla="*/ 75959 h 136630"/>
                <a:gd name="csX49" fmla="*/ 1433 w 105100"/>
                <a:gd name="csY49" fmla="*/ 68793 h 136630"/>
                <a:gd name="csX50" fmla="*/ 1433 w 105100"/>
                <a:gd name="csY50" fmla="*/ 64971 h 136630"/>
                <a:gd name="csX51" fmla="*/ 956 w 105100"/>
                <a:gd name="csY51" fmla="*/ 55417 h 136630"/>
                <a:gd name="csX52" fmla="*/ 0 w 105100"/>
                <a:gd name="csY52" fmla="*/ 40607 h 136630"/>
                <a:gd name="csX53" fmla="*/ 0 w 105100"/>
                <a:gd name="csY53" fmla="*/ 35352 h 136630"/>
                <a:gd name="csX54" fmla="*/ 0 w 105100"/>
                <a:gd name="csY54" fmla="*/ 33441 h 136630"/>
                <a:gd name="csX55" fmla="*/ 478 w 105100"/>
                <a:gd name="csY55" fmla="*/ 32008 h 136630"/>
                <a:gd name="csX56" fmla="*/ 1433 w 105100"/>
                <a:gd name="csY56" fmla="*/ 29619 h 136630"/>
                <a:gd name="csX57" fmla="*/ 4300 w 105100"/>
                <a:gd name="csY57" fmla="*/ 28186 h 136630"/>
                <a:gd name="csX58" fmla="*/ 5255 w 105100"/>
                <a:gd name="csY58" fmla="*/ 28186 h 136630"/>
                <a:gd name="csX59" fmla="*/ 12899 w 105100"/>
                <a:gd name="csY59" fmla="*/ 32486 h 136630"/>
                <a:gd name="csX60" fmla="*/ 16721 w 105100"/>
                <a:gd name="csY60" fmla="*/ 33919 h 136630"/>
                <a:gd name="csX61" fmla="*/ 19109 w 105100"/>
                <a:gd name="csY61" fmla="*/ 33919 h 136630"/>
                <a:gd name="csX62" fmla="*/ 19109 w 105100"/>
                <a:gd name="csY62" fmla="*/ 33441 h 136630"/>
                <a:gd name="csX63" fmla="*/ 17198 w 105100"/>
                <a:gd name="csY63" fmla="*/ 32486 h 136630"/>
                <a:gd name="csX64" fmla="*/ 14809 w 105100"/>
                <a:gd name="csY64" fmla="*/ 30575 h 136630"/>
                <a:gd name="csX65" fmla="*/ 11943 w 105100"/>
                <a:gd name="csY65" fmla="*/ 24842 h 136630"/>
                <a:gd name="csX66" fmla="*/ 10510 w 105100"/>
                <a:gd name="csY66" fmla="*/ 19587 h 136630"/>
                <a:gd name="csX67" fmla="*/ 10032 w 105100"/>
                <a:gd name="csY67" fmla="*/ 18154 h 136630"/>
                <a:gd name="csX68" fmla="*/ 10032 w 105100"/>
                <a:gd name="csY68" fmla="*/ 16243 h 136630"/>
                <a:gd name="csX69" fmla="*/ 10032 w 105100"/>
                <a:gd name="csY69" fmla="*/ 14809 h 136630"/>
                <a:gd name="csX70" fmla="*/ 10510 w 105100"/>
                <a:gd name="csY70" fmla="*/ 12899 h 136630"/>
                <a:gd name="csX71" fmla="*/ 11943 w 105100"/>
                <a:gd name="csY71" fmla="*/ 10510 h 136630"/>
                <a:gd name="csX72" fmla="*/ 13376 w 105100"/>
                <a:gd name="csY72" fmla="*/ 9077 h 136630"/>
                <a:gd name="csX73" fmla="*/ 18154 w 105100"/>
                <a:gd name="csY73" fmla="*/ 6210 h 136630"/>
                <a:gd name="csX74" fmla="*/ 23409 w 105100"/>
                <a:gd name="csY74" fmla="*/ 4300 h 136630"/>
                <a:gd name="csX75" fmla="*/ 33919 w 105100"/>
                <a:gd name="csY75" fmla="*/ 3344 h 136630"/>
                <a:gd name="csX76" fmla="*/ 37263 w 105100"/>
                <a:gd name="csY76" fmla="*/ 4300 h 136630"/>
                <a:gd name="csX77" fmla="*/ 41563 w 105100"/>
                <a:gd name="csY77" fmla="*/ 955 h 136630"/>
                <a:gd name="csX78" fmla="*/ 44429 w 105100"/>
                <a:gd name="csY78" fmla="*/ 0 h 136630"/>
                <a:gd name="csX79" fmla="*/ 49206 w 105100"/>
                <a:gd name="csY79" fmla="*/ 1433 h 136630"/>
                <a:gd name="csX80" fmla="*/ 56850 w 105100"/>
                <a:gd name="csY80" fmla="*/ 4300 h 136630"/>
                <a:gd name="csX81" fmla="*/ 60672 w 105100"/>
                <a:gd name="csY81" fmla="*/ 6688 h 136630"/>
                <a:gd name="csX82" fmla="*/ 62582 w 105100"/>
                <a:gd name="csY82" fmla="*/ 8121 h 136630"/>
                <a:gd name="csX83" fmla="*/ 66405 w 105100"/>
                <a:gd name="csY83" fmla="*/ 12421 h 136630"/>
                <a:gd name="csX84" fmla="*/ 67838 w 105100"/>
                <a:gd name="csY84" fmla="*/ 13854 h 136630"/>
                <a:gd name="csX85" fmla="*/ 75004 w 105100"/>
                <a:gd name="csY85" fmla="*/ 10988 h 136630"/>
                <a:gd name="csX86" fmla="*/ 79781 w 105100"/>
                <a:gd name="csY86" fmla="*/ 10032 h 136630"/>
                <a:gd name="csX87" fmla="*/ 90769 w 105100"/>
                <a:gd name="csY87" fmla="*/ 11465 h 136630"/>
                <a:gd name="csX88" fmla="*/ 99846 w 105100"/>
                <a:gd name="csY88" fmla="*/ 15287 h 136630"/>
                <a:gd name="csX89" fmla="*/ 103189 w 105100"/>
                <a:gd name="csY89" fmla="*/ 18154 h 136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</a:cxnLst>
              <a:rect l="l" t="t" r="r" b="b"/>
              <a:pathLst>
                <a:path w="105100" h="136630">
                  <a:moveTo>
                    <a:pt x="103189" y="18154"/>
                  </a:moveTo>
                  <a:lnTo>
                    <a:pt x="105100" y="20542"/>
                  </a:lnTo>
                  <a:lnTo>
                    <a:pt x="104623" y="23409"/>
                  </a:lnTo>
                  <a:lnTo>
                    <a:pt x="102712" y="28186"/>
                  </a:lnTo>
                  <a:lnTo>
                    <a:pt x="100801" y="32486"/>
                  </a:lnTo>
                  <a:lnTo>
                    <a:pt x="96979" y="39174"/>
                  </a:lnTo>
                  <a:lnTo>
                    <a:pt x="93635" y="42518"/>
                  </a:lnTo>
                  <a:lnTo>
                    <a:pt x="92680" y="44429"/>
                  </a:lnTo>
                  <a:lnTo>
                    <a:pt x="92202" y="46817"/>
                  </a:lnTo>
                  <a:lnTo>
                    <a:pt x="90769" y="49684"/>
                  </a:lnTo>
                  <a:lnTo>
                    <a:pt x="87424" y="56850"/>
                  </a:lnTo>
                  <a:lnTo>
                    <a:pt x="86469" y="58283"/>
                  </a:lnTo>
                  <a:lnTo>
                    <a:pt x="81214" y="61149"/>
                  </a:lnTo>
                  <a:lnTo>
                    <a:pt x="83125" y="62582"/>
                  </a:lnTo>
                  <a:lnTo>
                    <a:pt x="83603" y="64016"/>
                  </a:lnTo>
                  <a:lnTo>
                    <a:pt x="83125" y="66882"/>
                  </a:lnTo>
                  <a:lnTo>
                    <a:pt x="79781" y="74526"/>
                  </a:lnTo>
                  <a:lnTo>
                    <a:pt x="76437" y="81214"/>
                  </a:lnTo>
                  <a:lnTo>
                    <a:pt x="74526" y="85514"/>
                  </a:lnTo>
                  <a:lnTo>
                    <a:pt x="70226" y="91246"/>
                  </a:lnTo>
                  <a:lnTo>
                    <a:pt x="67838" y="92679"/>
                  </a:lnTo>
                  <a:lnTo>
                    <a:pt x="64493" y="93157"/>
                  </a:lnTo>
                  <a:lnTo>
                    <a:pt x="45862" y="88380"/>
                  </a:lnTo>
                  <a:lnTo>
                    <a:pt x="41085" y="88380"/>
                  </a:lnTo>
                  <a:lnTo>
                    <a:pt x="28664" y="91246"/>
                  </a:lnTo>
                  <a:lnTo>
                    <a:pt x="29619" y="92202"/>
                  </a:lnTo>
                  <a:lnTo>
                    <a:pt x="34397" y="94113"/>
                  </a:lnTo>
                  <a:lnTo>
                    <a:pt x="37263" y="96501"/>
                  </a:lnTo>
                  <a:lnTo>
                    <a:pt x="41085" y="103189"/>
                  </a:lnTo>
                  <a:lnTo>
                    <a:pt x="41563" y="104623"/>
                  </a:lnTo>
                  <a:lnTo>
                    <a:pt x="42040" y="106534"/>
                  </a:lnTo>
                  <a:lnTo>
                    <a:pt x="42040" y="110355"/>
                  </a:lnTo>
                  <a:lnTo>
                    <a:pt x="41563" y="111311"/>
                  </a:lnTo>
                  <a:lnTo>
                    <a:pt x="35352" y="121343"/>
                  </a:lnTo>
                  <a:lnTo>
                    <a:pt x="33441" y="128987"/>
                  </a:lnTo>
                  <a:lnTo>
                    <a:pt x="32008" y="134720"/>
                  </a:lnTo>
                  <a:lnTo>
                    <a:pt x="30097" y="136631"/>
                  </a:lnTo>
                  <a:lnTo>
                    <a:pt x="22931" y="133764"/>
                  </a:lnTo>
                  <a:lnTo>
                    <a:pt x="20542" y="133764"/>
                  </a:lnTo>
                  <a:lnTo>
                    <a:pt x="12899" y="135675"/>
                  </a:lnTo>
                  <a:lnTo>
                    <a:pt x="9077" y="134720"/>
                  </a:lnTo>
                  <a:lnTo>
                    <a:pt x="9555" y="125643"/>
                  </a:lnTo>
                  <a:lnTo>
                    <a:pt x="9077" y="116088"/>
                  </a:lnTo>
                  <a:lnTo>
                    <a:pt x="8121" y="106534"/>
                  </a:lnTo>
                  <a:lnTo>
                    <a:pt x="1911" y="89335"/>
                  </a:lnTo>
                  <a:lnTo>
                    <a:pt x="1433" y="86469"/>
                  </a:lnTo>
                  <a:lnTo>
                    <a:pt x="956" y="83125"/>
                  </a:lnTo>
                  <a:lnTo>
                    <a:pt x="956" y="79781"/>
                  </a:lnTo>
                  <a:lnTo>
                    <a:pt x="956" y="75959"/>
                  </a:lnTo>
                  <a:lnTo>
                    <a:pt x="1433" y="68793"/>
                  </a:lnTo>
                  <a:lnTo>
                    <a:pt x="1433" y="64971"/>
                  </a:lnTo>
                  <a:lnTo>
                    <a:pt x="956" y="55417"/>
                  </a:lnTo>
                  <a:lnTo>
                    <a:pt x="0" y="40607"/>
                  </a:lnTo>
                  <a:lnTo>
                    <a:pt x="0" y="35352"/>
                  </a:lnTo>
                  <a:lnTo>
                    <a:pt x="0" y="33441"/>
                  </a:lnTo>
                  <a:lnTo>
                    <a:pt x="478" y="32008"/>
                  </a:lnTo>
                  <a:lnTo>
                    <a:pt x="1433" y="29619"/>
                  </a:lnTo>
                  <a:lnTo>
                    <a:pt x="4300" y="28186"/>
                  </a:lnTo>
                  <a:lnTo>
                    <a:pt x="5255" y="28186"/>
                  </a:lnTo>
                  <a:lnTo>
                    <a:pt x="12899" y="32486"/>
                  </a:lnTo>
                  <a:lnTo>
                    <a:pt x="16721" y="33919"/>
                  </a:lnTo>
                  <a:lnTo>
                    <a:pt x="19109" y="33919"/>
                  </a:lnTo>
                  <a:lnTo>
                    <a:pt x="19109" y="33441"/>
                  </a:lnTo>
                  <a:lnTo>
                    <a:pt x="17198" y="32486"/>
                  </a:lnTo>
                  <a:lnTo>
                    <a:pt x="14809" y="30575"/>
                  </a:lnTo>
                  <a:lnTo>
                    <a:pt x="11943" y="24842"/>
                  </a:lnTo>
                  <a:lnTo>
                    <a:pt x="10510" y="19587"/>
                  </a:lnTo>
                  <a:lnTo>
                    <a:pt x="10032" y="18154"/>
                  </a:lnTo>
                  <a:lnTo>
                    <a:pt x="10032" y="16243"/>
                  </a:lnTo>
                  <a:lnTo>
                    <a:pt x="10032" y="14809"/>
                  </a:lnTo>
                  <a:lnTo>
                    <a:pt x="10510" y="12899"/>
                  </a:lnTo>
                  <a:lnTo>
                    <a:pt x="11943" y="10510"/>
                  </a:lnTo>
                  <a:lnTo>
                    <a:pt x="13376" y="9077"/>
                  </a:lnTo>
                  <a:lnTo>
                    <a:pt x="18154" y="6210"/>
                  </a:lnTo>
                  <a:lnTo>
                    <a:pt x="23409" y="4300"/>
                  </a:lnTo>
                  <a:lnTo>
                    <a:pt x="33919" y="3344"/>
                  </a:lnTo>
                  <a:lnTo>
                    <a:pt x="37263" y="4300"/>
                  </a:lnTo>
                  <a:lnTo>
                    <a:pt x="41563" y="955"/>
                  </a:lnTo>
                  <a:lnTo>
                    <a:pt x="44429" y="0"/>
                  </a:lnTo>
                  <a:lnTo>
                    <a:pt x="49206" y="1433"/>
                  </a:lnTo>
                  <a:lnTo>
                    <a:pt x="56850" y="4300"/>
                  </a:lnTo>
                  <a:lnTo>
                    <a:pt x="60672" y="6688"/>
                  </a:lnTo>
                  <a:lnTo>
                    <a:pt x="62582" y="8121"/>
                  </a:lnTo>
                  <a:lnTo>
                    <a:pt x="66405" y="12421"/>
                  </a:lnTo>
                  <a:lnTo>
                    <a:pt x="67838" y="13854"/>
                  </a:lnTo>
                  <a:lnTo>
                    <a:pt x="75004" y="10988"/>
                  </a:lnTo>
                  <a:lnTo>
                    <a:pt x="79781" y="10032"/>
                  </a:lnTo>
                  <a:lnTo>
                    <a:pt x="90769" y="11465"/>
                  </a:lnTo>
                  <a:lnTo>
                    <a:pt x="99846" y="15287"/>
                  </a:lnTo>
                  <a:lnTo>
                    <a:pt x="103189" y="181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5" name="Freeform 3004">
              <a:extLst>
                <a:ext uri="{FF2B5EF4-FFF2-40B4-BE49-F238E27FC236}">
                  <a16:creationId xmlns:a16="http://schemas.microsoft.com/office/drawing/2014/main" id="{58021650-8C02-107B-E10E-282B95310207}"/>
                </a:ext>
              </a:extLst>
            </p:cNvPr>
            <p:cNvSpPr/>
            <p:nvPr/>
          </p:nvSpPr>
          <p:spPr>
            <a:xfrm>
              <a:off x="4089535" y="3766538"/>
              <a:ext cx="1433" cy="1911"/>
            </a:xfrm>
            <a:custGeom>
              <a:avLst/>
              <a:gdLst>
                <a:gd name="csX0" fmla="*/ 1433 w 1433"/>
                <a:gd name="csY0" fmla="*/ 478 h 1911"/>
                <a:gd name="csX1" fmla="*/ 1433 w 1433"/>
                <a:gd name="csY1" fmla="*/ 956 h 1911"/>
                <a:gd name="csX2" fmla="*/ 956 w 1433"/>
                <a:gd name="csY2" fmla="*/ 1433 h 1911"/>
                <a:gd name="csX3" fmla="*/ 478 w 1433"/>
                <a:gd name="csY3" fmla="*/ 1911 h 1911"/>
                <a:gd name="csX4" fmla="*/ 0 w 1433"/>
                <a:gd name="csY4" fmla="*/ 1433 h 1911"/>
                <a:gd name="csX5" fmla="*/ 0 w 1433"/>
                <a:gd name="csY5" fmla="*/ 956 h 1911"/>
                <a:gd name="csX6" fmla="*/ 478 w 1433"/>
                <a:gd name="csY6" fmla="*/ 478 h 1911"/>
                <a:gd name="csX7" fmla="*/ 956 w 1433"/>
                <a:gd name="csY7" fmla="*/ 0 h 1911"/>
                <a:gd name="csX8" fmla="*/ 1433 w 1433"/>
                <a:gd name="csY8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1911">
                  <a:moveTo>
                    <a:pt x="1433" y="478"/>
                  </a:moveTo>
                  <a:lnTo>
                    <a:pt x="1433" y="956"/>
                  </a:lnTo>
                  <a:lnTo>
                    <a:pt x="956" y="1433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6" name="Freeform 3005">
              <a:extLst>
                <a:ext uri="{FF2B5EF4-FFF2-40B4-BE49-F238E27FC236}">
                  <a16:creationId xmlns:a16="http://schemas.microsoft.com/office/drawing/2014/main" id="{2F1AE2DA-155B-9396-55C9-B13DE865BB61}"/>
                </a:ext>
              </a:extLst>
            </p:cNvPr>
            <p:cNvSpPr/>
            <p:nvPr/>
          </p:nvSpPr>
          <p:spPr>
            <a:xfrm>
              <a:off x="4083803" y="2964908"/>
              <a:ext cx="5732" cy="8599"/>
            </a:xfrm>
            <a:custGeom>
              <a:avLst/>
              <a:gdLst>
                <a:gd name="csX0" fmla="*/ 4777 w 5732"/>
                <a:gd name="csY0" fmla="*/ 4300 h 8599"/>
                <a:gd name="csX1" fmla="*/ 5733 w 5732"/>
                <a:gd name="csY1" fmla="*/ 6688 h 8599"/>
                <a:gd name="csX2" fmla="*/ 5255 w 5732"/>
                <a:gd name="csY2" fmla="*/ 8121 h 8599"/>
                <a:gd name="csX3" fmla="*/ 3822 w 5732"/>
                <a:gd name="csY3" fmla="*/ 8599 h 8599"/>
                <a:gd name="csX4" fmla="*/ 2867 w 5732"/>
                <a:gd name="csY4" fmla="*/ 6688 h 8599"/>
                <a:gd name="csX5" fmla="*/ 1911 w 5732"/>
                <a:gd name="csY5" fmla="*/ 6210 h 8599"/>
                <a:gd name="csX6" fmla="*/ 1433 w 5732"/>
                <a:gd name="csY6" fmla="*/ 4777 h 8599"/>
                <a:gd name="csX7" fmla="*/ 0 w 5732"/>
                <a:gd name="csY7" fmla="*/ 4300 h 8599"/>
                <a:gd name="csX8" fmla="*/ 0 w 5732"/>
                <a:gd name="csY8" fmla="*/ 1911 h 8599"/>
                <a:gd name="csX9" fmla="*/ 478 w 5732"/>
                <a:gd name="csY9" fmla="*/ 956 h 8599"/>
                <a:gd name="csX10" fmla="*/ 1911 w 5732"/>
                <a:gd name="csY10" fmla="*/ 0 h 8599"/>
                <a:gd name="csX11" fmla="*/ 3344 w 5732"/>
                <a:gd name="csY11" fmla="*/ 478 h 8599"/>
                <a:gd name="csX12" fmla="*/ 4300 w 5732"/>
                <a:gd name="csY12" fmla="*/ 2866 h 8599"/>
                <a:gd name="csX13" fmla="*/ 4777 w 5732"/>
                <a:gd name="csY13" fmla="*/ 430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2" h="8599">
                  <a:moveTo>
                    <a:pt x="4777" y="4300"/>
                  </a:moveTo>
                  <a:lnTo>
                    <a:pt x="5733" y="6688"/>
                  </a:lnTo>
                  <a:lnTo>
                    <a:pt x="5255" y="8121"/>
                  </a:lnTo>
                  <a:lnTo>
                    <a:pt x="3822" y="8599"/>
                  </a:lnTo>
                  <a:lnTo>
                    <a:pt x="2867" y="6688"/>
                  </a:lnTo>
                  <a:lnTo>
                    <a:pt x="1911" y="6210"/>
                  </a:lnTo>
                  <a:lnTo>
                    <a:pt x="1433" y="4777"/>
                  </a:lnTo>
                  <a:lnTo>
                    <a:pt x="0" y="4300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4300" y="2866"/>
                  </a:lnTo>
                  <a:lnTo>
                    <a:pt x="4777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7" name="Freeform 3006">
              <a:extLst>
                <a:ext uri="{FF2B5EF4-FFF2-40B4-BE49-F238E27FC236}">
                  <a16:creationId xmlns:a16="http://schemas.microsoft.com/office/drawing/2014/main" id="{BF56ED7A-DEB7-E3C6-6998-6859A18BA05A}"/>
                </a:ext>
              </a:extLst>
            </p:cNvPr>
            <p:cNvSpPr/>
            <p:nvPr/>
          </p:nvSpPr>
          <p:spPr>
            <a:xfrm>
              <a:off x="4086191" y="3769405"/>
              <a:ext cx="2388" cy="1433"/>
            </a:xfrm>
            <a:custGeom>
              <a:avLst/>
              <a:gdLst>
                <a:gd name="csX0" fmla="*/ 1911 w 2388"/>
                <a:gd name="csY0" fmla="*/ 0 h 1433"/>
                <a:gd name="csX1" fmla="*/ 2389 w 2388"/>
                <a:gd name="csY1" fmla="*/ 478 h 1433"/>
                <a:gd name="csX2" fmla="*/ 1911 w 2388"/>
                <a:gd name="csY2" fmla="*/ 1433 h 1433"/>
                <a:gd name="csX3" fmla="*/ 1433 w 2388"/>
                <a:gd name="csY3" fmla="*/ 1433 h 1433"/>
                <a:gd name="csX4" fmla="*/ 0 w 2388"/>
                <a:gd name="csY4" fmla="*/ 1433 h 1433"/>
                <a:gd name="csX5" fmla="*/ 0 w 2388"/>
                <a:gd name="csY5" fmla="*/ 955 h 1433"/>
                <a:gd name="csX6" fmla="*/ 1433 w 2388"/>
                <a:gd name="csY6" fmla="*/ 478 h 1433"/>
                <a:gd name="csX7" fmla="*/ 1911 w 2388"/>
                <a:gd name="csY7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1433">
                  <a:moveTo>
                    <a:pt x="1911" y="0"/>
                  </a:moveTo>
                  <a:lnTo>
                    <a:pt x="2389" y="478"/>
                  </a:lnTo>
                  <a:lnTo>
                    <a:pt x="1911" y="1433"/>
                  </a:lnTo>
                  <a:lnTo>
                    <a:pt x="1433" y="1433"/>
                  </a:lnTo>
                  <a:lnTo>
                    <a:pt x="0" y="1433"/>
                  </a:lnTo>
                  <a:lnTo>
                    <a:pt x="0" y="955"/>
                  </a:lnTo>
                  <a:lnTo>
                    <a:pt x="1433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8" name="Freeform 3007">
              <a:extLst>
                <a:ext uri="{FF2B5EF4-FFF2-40B4-BE49-F238E27FC236}">
                  <a16:creationId xmlns:a16="http://schemas.microsoft.com/office/drawing/2014/main" id="{E1138E26-282D-ED98-3E64-6CAE730EC352}"/>
                </a:ext>
              </a:extLst>
            </p:cNvPr>
            <p:cNvSpPr/>
            <p:nvPr/>
          </p:nvSpPr>
          <p:spPr>
            <a:xfrm>
              <a:off x="4083325" y="3772271"/>
              <a:ext cx="3821" cy="2388"/>
            </a:xfrm>
            <a:custGeom>
              <a:avLst/>
              <a:gdLst>
                <a:gd name="csX0" fmla="*/ 3822 w 3821"/>
                <a:gd name="csY0" fmla="*/ 0 h 2388"/>
                <a:gd name="csX1" fmla="*/ 3822 w 3821"/>
                <a:gd name="csY1" fmla="*/ 0 h 2388"/>
                <a:gd name="csX2" fmla="*/ 2866 w 3821"/>
                <a:gd name="csY2" fmla="*/ 956 h 2388"/>
                <a:gd name="csX3" fmla="*/ 2389 w 3821"/>
                <a:gd name="csY3" fmla="*/ 1433 h 2388"/>
                <a:gd name="csX4" fmla="*/ 1911 w 3821"/>
                <a:gd name="csY4" fmla="*/ 1911 h 2388"/>
                <a:gd name="csX5" fmla="*/ 1433 w 3821"/>
                <a:gd name="csY5" fmla="*/ 1911 h 2388"/>
                <a:gd name="csX6" fmla="*/ 478 w 3821"/>
                <a:gd name="csY6" fmla="*/ 2389 h 2388"/>
                <a:gd name="csX7" fmla="*/ 0 w 3821"/>
                <a:gd name="csY7" fmla="*/ 2389 h 2388"/>
                <a:gd name="csX8" fmla="*/ 0 w 3821"/>
                <a:gd name="csY8" fmla="*/ 1911 h 2388"/>
                <a:gd name="csX9" fmla="*/ 478 w 3821"/>
                <a:gd name="csY9" fmla="*/ 1433 h 2388"/>
                <a:gd name="csX10" fmla="*/ 3344 w 3821"/>
                <a:gd name="csY10" fmla="*/ 0 h 2388"/>
                <a:gd name="csX11" fmla="*/ 3822 w 3821"/>
                <a:gd name="csY1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1" h="2388">
                  <a:moveTo>
                    <a:pt x="3822" y="0"/>
                  </a:moveTo>
                  <a:lnTo>
                    <a:pt x="3822" y="0"/>
                  </a:lnTo>
                  <a:lnTo>
                    <a:pt x="2866" y="956"/>
                  </a:lnTo>
                  <a:lnTo>
                    <a:pt x="2389" y="1433"/>
                  </a:lnTo>
                  <a:lnTo>
                    <a:pt x="1911" y="1911"/>
                  </a:lnTo>
                  <a:lnTo>
                    <a:pt x="1433" y="1911"/>
                  </a:lnTo>
                  <a:lnTo>
                    <a:pt x="478" y="2389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3344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9" name="Freeform 3008">
              <a:extLst>
                <a:ext uri="{FF2B5EF4-FFF2-40B4-BE49-F238E27FC236}">
                  <a16:creationId xmlns:a16="http://schemas.microsoft.com/office/drawing/2014/main" id="{CE4A386C-9FDF-AEAC-A00E-C8F486BE4E4D}"/>
                </a:ext>
              </a:extLst>
            </p:cNvPr>
            <p:cNvSpPr/>
            <p:nvPr/>
          </p:nvSpPr>
          <p:spPr>
            <a:xfrm>
              <a:off x="4083803" y="3769405"/>
              <a:ext cx="955" cy="1433"/>
            </a:xfrm>
            <a:custGeom>
              <a:avLst/>
              <a:gdLst>
                <a:gd name="csX0" fmla="*/ 956 w 955"/>
                <a:gd name="csY0" fmla="*/ 955 h 1433"/>
                <a:gd name="csX1" fmla="*/ 956 w 955"/>
                <a:gd name="csY1" fmla="*/ 955 h 1433"/>
                <a:gd name="csX2" fmla="*/ 956 w 955"/>
                <a:gd name="csY2" fmla="*/ 1433 h 1433"/>
                <a:gd name="csX3" fmla="*/ 0 w 955"/>
                <a:gd name="csY3" fmla="*/ 955 h 1433"/>
                <a:gd name="csX4" fmla="*/ 0 w 955"/>
                <a:gd name="csY4" fmla="*/ 478 h 1433"/>
                <a:gd name="csX5" fmla="*/ 0 w 955"/>
                <a:gd name="csY5" fmla="*/ 0 h 1433"/>
                <a:gd name="csX6" fmla="*/ 478 w 955"/>
                <a:gd name="csY6" fmla="*/ 0 h 1433"/>
                <a:gd name="csX7" fmla="*/ 956 w 955"/>
                <a:gd name="csY7" fmla="*/ 955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1433">
                  <a:moveTo>
                    <a:pt x="956" y="955"/>
                  </a:moveTo>
                  <a:lnTo>
                    <a:pt x="956" y="955"/>
                  </a:lnTo>
                  <a:lnTo>
                    <a:pt x="956" y="1433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0" name="Freeform 3009">
              <a:extLst>
                <a:ext uri="{FF2B5EF4-FFF2-40B4-BE49-F238E27FC236}">
                  <a16:creationId xmlns:a16="http://schemas.microsoft.com/office/drawing/2014/main" id="{ED99551B-8271-C3AC-4B39-BE1B367B6A96}"/>
                </a:ext>
              </a:extLst>
            </p:cNvPr>
            <p:cNvSpPr/>
            <p:nvPr/>
          </p:nvSpPr>
          <p:spPr>
            <a:xfrm>
              <a:off x="4062783" y="4389020"/>
              <a:ext cx="5732" cy="2388"/>
            </a:xfrm>
            <a:custGeom>
              <a:avLst/>
              <a:gdLst>
                <a:gd name="csX0" fmla="*/ 5255 w 5732"/>
                <a:gd name="csY0" fmla="*/ 0 h 2388"/>
                <a:gd name="csX1" fmla="*/ 5733 w 5732"/>
                <a:gd name="csY1" fmla="*/ 478 h 2388"/>
                <a:gd name="csX2" fmla="*/ 3344 w 5732"/>
                <a:gd name="csY2" fmla="*/ 956 h 2388"/>
                <a:gd name="csX3" fmla="*/ 2866 w 5732"/>
                <a:gd name="csY3" fmla="*/ 1911 h 2388"/>
                <a:gd name="csX4" fmla="*/ 478 w 5732"/>
                <a:gd name="csY4" fmla="*/ 2389 h 2388"/>
                <a:gd name="csX5" fmla="*/ 0 w 5732"/>
                <a:gd name="csY5" fmla="*/ 1911 h 2388"/>
                <a:gd name="csX6" fmla="*/ 4777 w 5732"/>
                <a:gd name="csY6" fmla="*/ 0 h 2388"/>
                <a:gd name="csX7" fmla="*/ 5255 w 5732"/>
                <a:gd name="csY7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2388">
                  <a:moveTo>
                    <a:pt x="5255" y="0"/>
                  </a:moveTo>
                  <a:lnTo>
                    <a:pt x="5733" y="478"/>
                  </a:lnTo>
                  <a:lnTo>
                    <a:pt x="3344" y="956"/>
                  </a:lnTo>
                  <a:lnTo>
                    <a:pt x="2866" y="1911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4777" y="0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1" name="Freeform 3010">
              <a:extLst>
                <a:ext uri="{FF2B5EF4-FFF2-40B4-BE49-F238E27FC236}">
                  <a16:creationId xmlns:a16="http://schemas.microsoft.com/office/drawing/2014/main" id="{D3795567-16E8-A0A2-92A7-8F90F2626901}"/>
                </a:ext>
              </a:extLst>
            </p:cNvPr>
            <p:cNvSpPr/>
            <p:nvPr/>
          </p:nvSpPr>
          <p:spPr>
            <a:xfrm>
              <a:off x="4058961" y="4173086"/>
              <a:ext cx="5255" cy="3343"/>
            </a:xfrm>
            <a:custGeom>
              <a:avLst/>
              <a:gdLst>
                <a:gd name="csX0" fmla="*/ 4777 w 5255"/>
                <a:gd name="csY0" fmla="*/ 955 h 3343"/>
                <a:gd name="csX1" fmla="*/ 5255 w 5255"/>
                <a:gd name="csY1" fmla="*/ 1433 h 3343"/>
                <a:gd name="csX2" fmla="*/ 5255 w 5255"/>
                <a:gd name="csY2" fmla="*/ 1911 h 3343"/>
                <a:gd name="csX3" fmla="*/ 4300 w 5255"/>
                <a:gd name="csY3" fmla="*/ 2866 h 3343"/>
                <a:gd name="csX4" fmla="*/ 3822 w 5255"/>
                <a:gd name="csY4" fmla="*/ 3344 h 3343"/>
                <a:gd name="csX5" fmla="*/ 478 w 5255"/>
                <a:gd name="csY5" fmla="*/ 1433 h 3343"/>
                <a:gd name="csX6" fmla="*/ 0 w 5255"/>
                <a:gd name="csY6" fmla="*/ 478 h 3343"/>
                <a:gd name="csX7" fmla="*/ 1911 w 5255"/>
                <a:gd name="csY7" fmla="*/ 0 h 3343"/>
                <a:gd name="csX8" fmla="*/ 2867 w 5255"/>
                <a:gd name="csY8" fmla="*/ 0 h 3343"/>
                <a:gd name="csX9" fmla="*/ 4300 w 5255"/>
                <a:gd name="csY9" fmla="*/ 955 h 3343"/>
                <a:gd name="csX10" fmla="*/ 4777 w 5255"/>
                <a:gd name="csY10" fmla="*/ 955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5" h="3343">
                  <a:moveTo>
                    <a:pt x="4777" y="955"/>
                  </a:moveTo>
                  <a:lnTo>
                    <a:pt x="5255" y="1433"/>
                  </a:lnTo>
                  <a:lnTo>
                    <a:pt x="5255" y="1911"/>
                  </a:lnTo>
                  <a:lnTo>
                    <a:pt x="4300" y="2866"/>
                  </a:lnTo>
                  <a:lnTo>
                    <a:pt x="3822" y="3344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2867" y="0"/>
                  </a:lnTo>
                  <a:lnTo>
                    <a:pt x="4300" y="955"/>
                  </a:lnTo>
                  <a:lnTo>
                    <a:pt x="4777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" name="Freeform 3011">
              <a:extLst>
                <a:ext uri="{FF2B5EF4-FFF2-40B4-BE49-F238E27FC236}">
                  <a16:creationId xmlns:a16="http://schemas.microsoft.com/office/drawing/2014/main" id="{716D6C15-2481-DAF2-DCAA-905F49B74929}"/>
                </a:ext>
              </a:extLst>
            </p:cNvPr>
            <p:cNvSpPr/>
            <p:nvPr/>
          </p:nvSpPr>
          <p:spPr>
            <a:xfrm>
              <a:off x="4056572" y="4459724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956 w 955"/>
                <a:gd name="csY1" fmla="*/ 0 h 477"/>
                <a:gd name="csX2" fmla="*/ 0 w 955"/>
                <a:gd name="csY2" fmla="*/ 478 h 477"/>
                <a:gd name="csX3" fmla="*/ 956 w 9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956" y="0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" name="Freeform 3012">
              <a:extLst>
                <a:ext uri="{FF2B5EF4-FFF2-40B4-BE49-F238E27FC236}">
                  <a16:creationId xmlns:a16="http://schemas.microsoft.com/office/drawing/2014/main" id="{4BB559FD-8051-C596-0FD4-A9E075F58B7B}"/>
                </a:ext>
              </a:extLst>
            </p:cNvPr>
            <p:cNvSpPr/>
            <p:nvPr/>
          </p:nvSpPr>
          <p:spPr>
            <a:xfrm>
              <a:off x="4035552" y="3295497"/>
              <a:ext cx="3821" cy="3344"/>
            </a:xfrm>
            <a:custGeom>
              <a:avLst/>
              <a:gdLst>
                <a:gd name="csX0" fmla="*/ 2389 w 3821"/>
                <a:gd name="csY0" fmla="*/ 0 h 3344"/>
                <a:gd name="csX1" fmla="*/ 3822 w 3821"/>
                <a:gd name="csY1" fmla="*/ 1911 h 3344"/>
                <a:gd name="csX2" fmla="*/ 3822 w 3821"/>
                <a:gd name="csY2" fmla="*/ 2389 h 3344"/>
                <a:gd name="csX3" fmla="*/ 2866 w 3821"/>
                <a:gd name="csY3" fmla="*/ 3344 h 3344"/>
                <a:gd name="csX4" fmla="*/ 2389 w 3821"/>
                <a:gd name="csY4" fmla="*/ 3344 h 3344"/>
                <a:gd name="csX5" fmla="*/ 478 w 3821"/>
                <a:gd name="csY5" fmla="*/ 1433 h 3344"/>
                <a:gd name="csX6" fmla="*/ 0 w 3821"/>
                <a:gd name="csY6" fmla="*/ 478 h 3344"/>
                <a:gd name="csX7" fmla="*/ 2389 w 3821"/>
                <a:gd name="csY7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3344">
                  <a:moveTo>
                    <a:pt x="2389" y="0"/>
                  </a:moveTo>
                  <a:lnTo>
                    <a:pt x="3822" y="1911"/>
                  </a:lnTo>
                  <a:lnTo>
                    <a:pt x="3822" y="2389"/>
                  </a:lnTo>
                  <a:lnTo>
                    <a:pt x="2866" y="3344"/>
                  </a:lnTo>
                  <a:lnTo>
                    <a:pt x="2389" y="3344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" name="Freeform 3013">
              <a:extLst>
                <a:ext uri="{FF2B5EF4-FFF2-40B4-BE49-F238E27FC236}">
                  <a16:creationId xmlns:a16="http://schemas.microsoft.com/office/drawing/2014/main" id="{7BE1B63A-BF0B-EF12-389B-BA15643B4F34}"/>
                </a:ext>
              </a:extLst>
            </p:cNvPr>
            <p:cNvSpPr/>
            <p:nvPr/>
          </p:nvSpPr>
          <p:spPr>
            <a:xfrm>
              <a:off x="3974403" y="2411220"/>
              <a:ext cx="62582" cy="28663"/>
            </a:xfrm>
            <a:custGeom>
              <a:avLst/>
              <a:gdLst>
                <a:gd name="csX0" fmla="*/ 60671 w 62582"/>
                <a:gd name="csY0" fmla="*/ 7166 h 28663"/>
                <a:gd name="csX1" fmla="*/ 62582 w 62582"/>
                <a:gd name="csY1" fmla="*/ 11465 h 28663"/>
                <a:gd name="csX2" fmla="*/ 58283 w 62582"/>
                <a:gd name="csY2" fmla="*/ 13854 h 28663"/>
                <a:gd name="csX3" fmla="*/ 54939 w 62582"/>
                <a:gd name="csY3" fmla="*/ 27231 h 28663"/>
                <a:gd name="csX4" fmla="*/ 54461 w 62582"/>
                <a:gd name="csY4" fmla="*/ 27708 h 28663"/>
                <a:gd name="csX5" fmla="*/ 50162 w 62582"/>
                <a:gd name="csY5" fmla="*/ 27708 h 28663"/>
                <a:gd name="csX6" fmla="*/ 48251 w 62582"/>
                <a:gd name="csY6" fmla="*/ 28664 h 28663"/>
                <a:gd name="csX7" fmla="*/ 37263 w 62582"/>
                <a:gd name="csY7" fmla="*/ 27231 h 28663"/>
                <a:gd name="csX8" fmla="*/ 5733 w 62582"/>
                <a:gd name="csY8" fmla="*/ 26275 h 28663"/>
                <a:gd name="csX9" fmla="*/ 4299 w 62582"/>
                <a:gd name="csY9" fmla="*/ 24842 h 28663"/>
                <a:gd name="csX10" fmla="*/ 478 w 62582"/>
                <a:gd name="csY10" fmla="*/ 16721 h 28663"/>
                <a:gd name="csX11" fmla="*/ 0 w 62582"/>
                <a:gd name="csY11" fmla="*/ 13854 h 28663"/>
                <a:gd name="csX12" fmla="*/ 955 w 62582"/>
                <a:gd name="csY12" fmla="*/ 10510 h 28663"/>
                <a:gd name="csX13" fmla="*/ 1911 w 62582"/>
                <a:gd name="csY13" fmla="*/ 8121 h 28663"/>
                <a:gd name="csX14" fmla="*/ 2866 w 62582"/>
                <a:gd name="csY14" fmla="*/ 6688 h 28663"/>
                <a:gd name="csX15" fmla="*/ 11943 w 62582"/>
                <a:gd name="csY15" fmla="*/ 955 h 28663"/>
                <a:gd name="csX16" fmla="*/ 15765 w 62582"/>
                <a:gd name="csY16" fmla="*/ 0 h 28663"/>
                <a:gd name="csX17" fmla="*/ 20542 w 62582"/>
                <a:gd name="csY17" fmla="*/ 3344 h 28663"/>
                <a:gd name="csX18" fmla="*/ 26275 w 62582"/>
                <a:gd name="csY18" fmla="*/ 1433 h 28663"/>
                <a:gd name="csX19" fmla="*/ 32008 w 62582"/>
                <a:gd name="csY19" fmla="*/ 1433 h 28663"/>
                <a:gd name="csX20" fmla="*/ 44906 w 62582"/>
                <a:gd name="csY20" fmla="*/ 2866 h 28663"/>
                <a:gd name="csX21" fmla="*/ 53505 w 62582"/>
                <a:gd name="csY21" fmla="*/ 1911 h 28663"/>
                <a:gd name="csX22" fmla="*/ 55894 w 62582"/>
                <a:gd name="csY22" fmla="*/ 2389 h 28663"/>
                <a:gd name="csX23" fmla="*/ 59238 w 62582"/>
                <a:gd name="csY23" fmla="*/ 4777 h 28663"/>
                <a:gd name="csX24" fmla="*/ 60671 w 62582"/>
                <a:gd name="csY24" fmla="*/ 7166 h 2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62582" h="28663">
                  <a:moveTo>
                    <a:pt x="60671" y="7166"/>
                  </a:moveTo>
                  <a:lnTo>
                    <a:pt x="62582" y="11465"/>
                  </a:lnTo>
                  <a:lnTo>
                    <a:pt x="58283" y="13854"/>
                  </a:lnTo>
                  <a:lnTo>
                    <a:pt x="54939" y="27231"/>
                  </a:lnTo>
                  <a:lnTo>
                    <a:pt x="54461" y="27708"/>
                  </a:lnTo>
                  <a:lnTo>
                    <a:pt x="50162" y="27708"/>
                  </a:lnTo>
                  <a:lnTo>
                    <a:pt x="48251" y="28664"/>
                  </a:lnTo>
                  <a:lnTo>
                    <a:pt x="37263" y="27231"/>
                  </a:lnTo>
                  <a:lnTo>
                    <a:pt x="5733" y="26275"/>
                  </a:lnTo>
                  <a:lnTo>
                    <a:pt x="4299" y="24842"/>
                  </a:lnTo>
                  <a:lnTo>
                    <a:pt x="478" y="16721"/>
                  </a:lnTo>
                  <a:lnTo>
                    <a:pt x="0" y="13854"/>
                  </a:lnTo>
                  <a:lnTo>
                    <a:pt x="955" y="10510"/>
                  </a:lnTo>
                  <a:lnTo>
                    <a:pt x="1911" y="8121"/>
                  </a:lnTo>
                  <a:lnTo>
                    <a:pt x="2866" y="6688"/>
                  </a:lnTo>
                  <a:lnTo>
                    <a:pt x="11943" y="955"/>
                  </a:lnTo>
                  <a:lnTo>
                    <a:pt x="15765" y="0"/>
                  </a:lnTo>
                  <a:lnTo>
                    <a:pt x="20542" y="3344"/>
                  </a:lnTo>
                  <a:lnTo>
                    <a:pt x="26275" y="1433"/>
                  </a:lnTo>
                  <a:lnTo>
                    <a:pt x="32008" y="1433"/>
                  </a:lnTo>
                  <a:lnTo>
                    <a:pt x="44906" y="2866"/>
                  </a:lnTo>
                  <a:lnTo>
                    <a:pt x="53505" y="1911"/>
                  </a:lnTo>
                  <a:lnTo>
                    <a:pt x="55894" y="2389"/>
                  </a:lnTo>
                  <a:lnTo>
                    <a:pt x="59238" y="4777"/>
                  </a:lnTo>
                  <a:lnTo>
                    <a:pt x="60671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" name="Freeform 3014">
              <a:extLst>
                <a:ext uri="{FF2B5EF4-FFF2-40B4-BE49-F238E27FC236}">
                  <a16:creationId xmlns:a16="http://schemas.microsoft.com/office/drawing/2014/main" id="{D13B12D3-2AC2-3BDF-5C35-4AF08EA5E954}"/>
                </a:ext>
              </a:extLst>
            </p:cNvPr>
            <p:cNvSpPr/>
            <p:nvPr/>
          </p:nvSpPr>
          <p:spPr>
            <a:xfrm>
              <a:off x="4025520" y="3724976"/>
              <a:ext cx="6210" cy="2388"/>
            </a:xfrm>
            <a:custGeom>
              <a:avLst/>
              <a:gdLst>
                <a:gd name="csX0" fmla="*/ 6211 w 6210"/>
                <a:gd name="csY0" fmla="*/ 0 h 2388"/>
                <a:gd name="csX1" fmla="*/ 4777 w 6210"/>
                <a:gd name="csY1" fmla="*/ 1433 h 2388"/>
                <a:gd name="csX2" fmla="*/ 2867 w 6210"/>
                <a:gd name="csY2" fmla="*/ 2389 h 2388"/>
                <a:gd name="csX3" fmla="*/ 0 w 6210"/>
                <a:gd name="csY3" fmla="*/ 2389 h 2388"/>
                <a:gd name="csX4" fmla="*/ 2867 w 6210"/>
                <a:gd name="csY4" fmla="*/ 1911 h 2388"/>
                <a:gd name="csX5" fmla="*/ 4777 w 6210"/>
                <a:gd name="csY5" fmla="*/ 1433 h 2388"/>
                <a:gd name="csX6" fmla="*/ 6211 w 6210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2388">
                  <a:moveTo>
                    <a:pt x="6211" y="0"/>
                  </a:moveTo>
                  <a:lnTo>
                    <a:pt x="4777" y="1433"/>
                  </a:lnTo>
                  <a:lnTo>
                    <a:pt x="2867" y="2389"/>
                  </a:lnTo>
                  <a:lnTo>
                    <a:pt x="0" y="2389"/>
                  </a:lnTo>
                  <a:lnTo>
                    <a:pt x="2867" y="1911"/>
                  </a:lnTo>
                  <a:lnTo>
                    <a:pt x="4777" y="1433"/>
                  </a:lnTo>
                  <a:lnTo>
                    <a:pt x="62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" name="Freeform 3015">
              <a:extLst>
                <a:ext uri="{FF2B5EF4-FFF2-40B4-BE49-F238E27FC236}">
                  <a16:creationId xmlns:a16="http://schemas.microsoft.com/office/drawing/2014/main" id="{CC226BE8-C846-48CF-1BE2-1DB4C2C8E332}"/>
                </a:ext>
              </a:extLst>
            </p:cNvPr>
            <p:cNvSpPr/>
            <p:nvPr/>
          </p:nvSpPr>
          <p:spPr>
            <a:xfrm>
              <a:off x="3968192" y="2582725"/>
              <a:ext cx="62104" cy="70226"/>
            </a:xfrm>
            <a:custGeom>
              <a:avLst/>
              <a:gdLst>
                <a:gd name="csX0" fmla="*/ 62105 w 62104"/>
                <a:gd name="csY0" fmla="*/ 50639 h 70226"/>
                <a:gd name="csX1" fmla="*/ 62105 w 62104"/>
                <a:gd name="csY1" fmla="*/ 55417 h 70226"/>
                <a:gd name="csX2" fmla="*/ 61627 w 62104"/>
                <a:gd name="csY2" fmla="*/ 61149 h 70226"/>
                <a:gd name="csX3" fmla="*/ 61150 w 62104"/>
                <a:gd name="csY3" fmla="*/ 62105 h 70226"/>
                <a:gd name="csX4" fmla="*/ 60672 w 62104"/>
                <a:gd name="csY4" fmla="*/ 62583 h 70226"/>
                <a:gd name="csX5" fmla="*/ 60194 w 62104"/>
                <a:gd name="csY5" fmla="*/ 64016 h 70226"/>
                <a:gd name="csX6" fmla="*/ 60194 w 62104"/>
                <a:gd name="csY6" fmla="*/ 66882 h 70226"/>
                <a:gd name="csX7" fmla="*/ 59716 w 62104"/>
                <a:gd name="csY7" fmla="*/ 68315 h 70226"/>
                <a:gd name="csX8" fmla="*/ 58761 w 62104"/>
                <a:gd name="csY8" fmla="*/ 68793 h 70226"/>
                <a:gd name="csX9" fmla="*/ 51595 w 62104"/>
                <a:gd name="csY9" fmla="*/ 69749 h 70226"/>
                <a:gd name="csX10" fmla="*/ 47295 w 62104"/>
                <a:gd name="csY10" fmla="*/ 69749 h 70226"/>
                <a:gd name="csX11" fmla="*/ 40607 w 62104"/>
                <a:gd name="csY11" fmla="*/ 70226 h 70226"/>
                <a:gd name="csX12" fmla="*/ 37741 w 62104"/>
                <a:gd name="csY12" fmla="*/ 70226 h 70226"/>
                <a:gd name="csX13" fmla="*/ 35352 w 62104"/>
                <a:gd name="csY13" fmla="*/ 68793 h 70226"/>
                <a:gd name="csX14" fmla="*/ 32486 w 62104"/>
                <a:gd name="csY14" fmla="*/ 65927 h 70226"/>
                <a:gd name="csX15" fmla="*/ 25798 w 62104"/>
                <a:gd name="csY15" fmla="*/ 59716 h 70226"/>
                <a:gd name="csX16" fmla="*/ 22453 w 62104"/>
                <a:gd name="csY16" fmla="*/ 59238 h 70226"/>
                <a:gd name="csX17" fmla="*/ 14332 w 62104"/>
                <a:gd name="csY17" fmla="*/ 56850 h 70226"/>
                <a:gd name="csX18" fmla="*/ 10032 w 62104"/>
                <a:gd name="csY18" fmla="*/ 49684 h 70226"/>
                <a:gd name="csX19" fmla="*/ 8121 w 62104"/>
                <a:gd name="csY19" fmla="*/ 48728 h 70226"/>
                <a:gd name="csX20" fmla="*/ 6211 w 62104"/>
                <a:gd name="csY20" fmla="*/ 50639 h 70226"/>
                <a:gd name="csX21" fmla="*/ 5733 w 62104"/>
                <a:gd name="csY21" fmla="*/ 50162 h 70226"/>
                <a:gd name="csX22" fmla="*/ 5255 w 62104"/>
                <a:gd name="csY22" fmla="*/ 48728 h 70226"/>
                <a:gd name="csX23" fmla="*/ 4777 w 62104"/>
                <a:gd name="csY23" fmla="*/ 46340 h 70226"/>
                <a:gd name="csX24" fmla="*/ 4300 w 62104"/>
                <a:gd name="csY24" fmla="*/ 45384 h 70226"/>
                <a:gd name="csX25" fmla="*/ 478 w 62104"/>
                <a:gd name="csY25" fmla="*/ 45862 h 70226"/>
                <a:gd name="csX26" fmla="*/ 0 w 62104"/>
                <a:gd name="csY26" fmla="*/ 44907 h 70226"/>
                <a:gd name="csX27" fmla="*/ 0 w 62104"/>
                <a:gd name="csY27" fmla="*/ 42996 h 70226"/>
                <a:gd name="csX28" fmla="*/ 0 w 62104"/>
                <a:gd name="csY28" fmla="*/ 41085 h 70226"/>
                <a:gd name="csX29" fmla="*/ 478 w 62104"/>
                <a:gd name="csY29" fmla="*/ 38218 h 70226"/>
                <a:gd name="csX30" fmla="*/ 4300 w 62104"/>
                <a:gd name="csY30" fmla="*/ 30097 h 70226"/>
                <a:gd name="csX31" fmla="*/ 5733 w 62104"/>
                <a:gd name="csY31" fmla="*/ 29619 h 70226"/>
                <a:gd name="csX32" fmla="*/ 8121 w 62104"/>
                <a:gd name="csY32" fmla="*/ 28186 h 70226"/>
                <a:gd name="csX33" fmla="*/ 9555 w 62104"/>
                <a:gd name="csY33" fmla="*/ 23886 h 70226"/>
                <a:gd name="csX34" fmla="*/ 9077 w 62104"/>
                <a:gd name="csY34" fmla="*/ 19587 h 70226"/>
                <a:gd name="csX35" fmla="*/ 12421 w 62104"/>
                <a:gd name="csY35" fmla="*/ 13376 h 70226"/>
                <a:gd name="csX36" fmla="*/ 14810 w 62104"/>
                <a:gd name="csY36" fmla="*/ 11943 h 70226"/>
                <a:gd name="csX37" fmla="*/ 18154 w 62104"/>
                <a:gd name="csY37" fmla="*/ 7166 h 70226"/>
                <a:gd name="csX38" fmla="*/ 30575 w 62104"/>
                <a:gd name="csY38" fmla="*/ 478 h 70226"/>
                <a:gd name="csX39" fmla="*/ 33919 w 62104"/>
                <a:gd name="csY39" fmla="*/ 0 h 70226"/>
                <a:gd name="csX40" fmla="*/ 38696 w 62104"/>
                <a:gd name="csY40" fmla="*/ 478 h 70226"/>
                <a:gd name="csX41" fmla="*/ 42996 w 62104"/>
                <a:gd name="csY41" fmla="*/ 2866 h 70226"/>
                <a:gd name="csX42" fmla="*/ 46340 w 62104"/>
                <a:gd name="csY42" fmla="*/ 6210 h 70226"/>
                <a:gd name="csX43" fmla="*/ 53028 w 62104"/>
                <a:gd name="csY43" fmla="*/ 15287 h 70226"/>
                <a:gd name="csX44" fmla="*/ 56372 w 62104"/>
                <a:gd name="csY44" fmla="*/ 20542 h 70226"/>
                <a:gd name="csX45" fmla="*/ 57805 w 62104"/>
                <a:gd name="csY45" fmla="*/ 25797 h 70226"/>
                <a:gd name="csX46" fmla="*/ 59716 w 62104"/>
                <a:gd name="csY46" fmla="*/ 29142 h 70226"/>
                <a:gd name="csX47" fmla="*/ 61150 w 62104"/>
                <a:gd name="csY47" fmla="*/ 35352 h 70226"/>
                <a:gd name="csX48" fmla="*/ 60672 w 62104"/>
                <a:gd name="csY48" fmla="*/ 38218 h 70226"/>
                <a:gd name="csX49" fmla="*/ 60194 w 62104"/>
                <a:gd name="csY49" fmla="*/ 41563 h 70226"/>
                <a:gd name="csX50" fmla="*/ 60672 w 62104"/>
                <a:gd name="csY50" fmla="*/ 42996 h 70226"/>
                <a:gd name="csX51" fmla="*/ 61627 w 62104"/>
                <a:gd name="csY51" fmla="*/ 48728 h 70226"/>
                <a:gd name="csX52" fmla="*/ 62105 w 62104"/>
                <a:gd name="csY52" fmla="*/ 50639 h 70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62104" h="70226">
                  <a:moveTo>
                    <a:pt x="62105" y="50639"/>
                  </a:moveTo>
                  <a:lnTo>
                    <a:pt x="62105" y="55417"/>
                  </a:lnTo>
                  <a:lnTo>
                    <a:pt x="61627" y="61149"/>
                  </a:lnTo>
                  <a:lnTo>
                    <a:pt x="61150" y="62105"/>
                  </a:lnTo>
                  <a:lnTo>
                    <a:pt x="60672" y="62583"/>
                  </a:lnTo>
                  <a:lnTo>
                    <a:pt x="60194" y="64016"/>
                  </a:lnTo>
                  <a:lnTo>
                    <a:pt x="60194" y="66882"/>
                  </a:lnTo>
                  <a:lnTo>
                    <a:pt x="59716" y="68315"/>
                  </a:lnTo>
                  <a:lnTo>
                    <a:pt x="58761" y="68793"/>
                  </a:lnTo>
                  <a:lnTo>
                    <a:pt x="51595" y="69749"/>
                  </a:lnTo>
                  <a:lnTo>
                    <a:pt x="47295" y="69749"/>
                  </a:lnTo>
                  <a:lnTo>
                    <a:pt x="40607" y="70226"/>
                  </a:lnTo>
                  <a:lnTo>
                    <a:pt x="37741" y="70226"/>
                  </a:lnTo>
                  <a:lnTo>
                    <a:pt x="35352" y="68793"/>
                  </a:lnTo>
                  <a:lnTo>
                    <a:pt x="32486" y="65927"/>
                  </a:lnTo>
                  <a:lnTo>
                    <a:pt x="25798" y="59716"/>
                  </a:lnTo>
                  <a:lnTo>
                    <a:pt x="22453" y="59238"/>
                  </a:lnTo>
                  <a:lnTo>
                    <a:pt x="14332" y="56850"/>
                  </a:lnTo>
                  <a:lnTo>
                    <a:pt x="10032" y="49684"/>
                  </a:lnTo>
                  <a:lnTo>
                    <a:pt x="8121" y="48728"/>
                  </a:lnTo>
                  <a:lnTo>
                    <a:pt x="6211" y="50639"/>
                  </a:lnTo>
                  <a:lnTo>
                    <a:pt x="5733" y="50162"/>
                  </a:lnTo>
                  <a:lnTo>
                    <a:pt x="5255" y="48728"/>
                  </a:lnTo>
                  <a:lnTo>
                    <a:pt x="4777" y="46340"/>
                  </a:lnTo>
                  <a:lnTo>
                    <a:pt x="4300" y="45384"/>
                  </a:lnTo>
                  <a:lnTo>
                    <a:pt x="478" y="45862"/>
                  </a:lnTo>
                  <a:lnTo>
                    <a:pt x="0" y="44907"/>
                  </a:lnTo>
                  <a:lnTo>
                    <a:pt x="0" y="42996"/>
                  </a:lnTo>
                  <a:lnTo>
                    <a:pt x="0" y="41085"/>
                  </a:lnTo>
                  <a:lnTo>
                    <a:pt x="478" y="38218"/>
                  </a:lnTo>
                  <a:lnTo>
                    <a:pt x="4300" y="30097"/>
                  </a:lnTo>
                  <a:lnTo>
                    <a:pt x="5733" y="29619"/>
                  </a:lnTo>
                  <a:lnTo>
                    <a:pt x="8121" y="28186"/>
                  </a:lnTo>
                  <a:lnTo>
                    <a:pt x="9555" y="23886"/>
                  </a:lnTo>
                  <a:lnTo>
                    <a:pt x="9077" y="19587"/>
                  </a:lnTo>
                  <a:lnTo>
                    <a:pt x="12421" y="13376"/>
                  </a:lnTo>
                  <a:lnTo>
                    <a:pt x="14810" y="11943"/>
                  </a:lnTo>
                  <a:lnTo>
                    <a:pt x="18154" y="7166"/>
                  </a:lnTo>
                  <a:lnTo>
                    <a:pt x="30575" y="478"/>
                  </a:lnTo>
                  <a:lnTo>
                    <a:pt x="33919" y="0"/>
                  </a:lnTo>
                  <a:lnTo>
                    <a:pt x="38696" y="478"/>
                  </a:lnTo>
                  <a:lnTo>
                    <a:pt x="42996" y="2866"/>
                  </a:lnTo>
                  <a:lnTo>
                    <a:pt x="46340" y="6210"/>
                  </a:lnTo>
                  <a:lnTo>
                    <a:pt x="53028" y="15287"/>
                  </a:lnTo>
                  <a:lnTo>
                    <a:pt x="56372" y="20542"/>
                  </a:lnTo>
                  <a:lnTo>
                    <a:pt x="57805" y="25797"/>
                  </a:lnTo>
                  <a:lnTo>
                    <a:pt x="59716" y="29142"/>
                  </a:lnTo>
                  <a:lnTo>
                    <a:pt x="61150" y="35352"/>
                  </a:lnTo>
                  <a:lnTo>
                    <a:pt x="60672" y="38218"/>
                  </a:lnTo>
                  <a:lnTo>
                    <a:pt x="60194" y="41563"/>
                  </a:lnTo>
                  <a:lnTo>
                    <a:pt x="60672" y="42996"/>
                  </a:lnTo>
                  <a:lnTo>
                    <a:pt x="61627" y="48728"/>
                  </a:lnTo>
                  <a:lnTo>
                    <a:pt x="62105" y="5063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" name="Freeform 3016">
              <a:extLst>
                <a:ext uri="{FF2B5EF4-FFF2-40B4-BE49-F238E27FC236}">
                  <a16:creationId xmlns:a16="http://schemas.microsoft.com/office/drawing/2014/main" id="{3D8370FC-5AAA-96CB-EC7A-A171FCD7D12B}"/>
                </a:ext>
              </a:extLst>
            </p:cNvPr>
            <p:cNvSpPr/>
            <p:nvPr/>
          </p:nvSpPr>
          <p:spPr>
            <a:xfrm>
              <a:off x="4023609" y="3726887"/>
              <a:ext cx="1910" cy="477"/>
            </a:xfrm>
            <a:custGeom>
              <a:avLst/>
              <a:gdLst>
                <a:gd name="csX0" fmla="*/ 1911 w 1910"/>
                <a:gd name="csY0" fmla="*/ 478 h 477"/>
                <a:gd name="csX1" fmla="*/ 0 w 1910"/>
                <a:gd name="csY1" fmla="*/ 0 h 477"/>
                <a:gd name="csX2" fmla="*/ 0 w 1910"/>
                <a:gd name="csY2" fmla="*/ 0 h 477"/>
                <a:gd name="csX3" fmla="*/ 1911 w 1910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477">
                  <a:moveTo>
                    <a:pt x="1911" y="47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" name="Freeform 3017">
              <a:extLst>
                <a:ext uri="{FF2B5EF4-FFF2-40B4-BE49-F238E27FC236}">
                  <a16:creationId xmlns:a16="http://schemas.microsoft.com/office/drawing/2014/main" id="{A53934D5-58FA-0B48-7A0F-7DD07FE0A14C}"/>
                </a:ext>
              </a:extLst>
            </p:cNvPr>
            <p:cNvSpPr/>
            <p:nvPr/>
          </p:nvSpPr>
          <p:spPr>
            <a:xfrm>
              <a:off x="4001633" y="2555494"/>
              <a:ext cx="11943" cy="18631"/>
            </a:xfrm>
            <a:custGeom>
              <a:avLst/>
              <a:gdLst>
                <a:gd name="csX0" fmla="*/ 11466 w 11943"/>
                <a:gd name="csY0" fmla="*/ 12899 h 18631"/>
                <a:gd name="csX1" fmla="*/ 11943 w 11943"/>
                <a:gd name="csY1" fmla="*/ 15765 h 18631"/>
                <a:gd name="csX2" fmla="*/ 11943 w 11943"/>
                <a:gd name="csY2" fmla="*/ 16243 h 18631"/>
                <a:gd name="csX3" fmla="*/ 11466 w 11943"/>
                <a:gd name="csY3" fmla="*/ 17198 h 18631"/>
                <a:gd name="csX4" fmla="*/ 7644 w 11943"/>
                <a:gd name="csY4" fmla="*/ 18632 h 18631"/>
                <a:gd name="csX5" fmla="*/ 5733 w 11943"/>
                <a:gd name="csY5" fmla="*/ 18632 h 18631"/>
                <a:gd name="csX6" fmla="*/ 2867 w 11943"/>
                <a:gd name="csY6" fmla="*/ 16721 h 18631"/>
                <a:gd name="csX7" fmla="*/ 2389 w 11943"/>
                <a:gd name="csY7" fmla="*/ 15287 h 18631"/>
                <a:gd name="csX8" fmla="*/ 1911 w 11943"/>
                <a:gd name="csY8" fmla="*/ 12899 h 18631"/>
                <a:gd name="csX9" fmla="*/ 1433 w 11943"/>
                <a:gd name="csY9" fmla="*/ 10510 h 18631"/>
                <a:gd name="csX10" fmla="*/ 956 w 11943"/>
                <a:gd name="csY10" fmla="*/ 8121 h 18631"/>
                <a:gd name="csX11" fmla="*/ 0 w 11943"/>
                <a:gd name="csY11" fmla="*/ 6211 h 18631"/>
                <a:gd name="csX12" fmla="*/ 0 w 11943"/>
                <a:gd name="csY12" fmla="*/ 4777 h 18631"/>
                <a:gd name="csX13" fmla="*/ 478 w 11943"/>
                <a:gd name="csY13" fmla="*/ 3822 h 18631"/>
                <a:gd name="csX14" fmla="*/ 1433 w 11943"/>
                <a:gd name="csY14" fmla="*/ 3344 h 18631"/>
                <a:gd name="csX15" fmla="*/ 3344 w 11943"/>
                <a:gd name="csY15" fmla="*/ 2866 h 18631"/>
                <a:gd name="csX16" fmla="*/ 7166 w 11943"/>
                <a:gd name="csY16" fmla="*/ 0 h 18631"/>
                <a:gd name="csX17" fmla="*/ 8121 w 11943"/>
                <a:gd name="csY17" fmla="*/ 478 h 18631"/>
                <a:gd name="csX18" fmla="*/ 8599 w 11943"/>
                <a:gd name="csY18" fmla="*/ 1911 h 18631"/>
                <a:gd name="csX19" fmla="*/ 9077 w 11943"/>
                <a:gd name="csY19" fmla="*/ 6211 h 18631"/>
                <a:gd name="csX20" fmla="*/ 9555 w 11943"/>
                <a:gd name="csY20" fmla="*/ 8599 h 18631"/>
                <a:gd name="csX21" fmla="*/ 11466 w 11943"/>
                <a:gd name="csY21" fmla="*/ 12899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1943" h="18631">
                  <a:moveTo>
                    <a:pt x="11466" y="12899"/>
                  </a:moveTo>
                  <a:lnTo>
                    <a:pt x="11943" y="15765"/>
                  </a:lnTo>
                  <a:lnTo>
                    <a:pt x="11943" y="16243"/>
                  </a:lnTo>
                  <a:lnTo>
                    <a:pt x="11466" y="17198"/>
                  </a:lnTo>
                  <a:lnTo>
                    <a:pt x="7644" y="18632"/>
                  </a:lnTo>
                  <a:lnTo>
                    <a:pt x="5733" y="18632"/>
                  </a:lnTo>
                  <a:lnTo>
                    <a:pt x="2867" y="16721"/>
                  </a:lnTo>
                  <a:lnTo>
                    <a:pt x="2389" y="15287"/>
                  </a:lnTo>
                  <a:lnTo>
                    <a:pt x="1911" y="12899"/>
                  </a:lnTo>
                  <a:lnTo>
                    <a:pt x="1433" y="10510"/>
                  </a:lnTo>
                  <a:lnTo>
                    <a:pt x="956" y="8121"/>
                  </a:lnTo>
                  <a:lnTo>
                    <a:pt x="0" y="6211"/>
                  </a:lnTo>
                  <a:lnTo>
                    <a:pt x="0" y="4777"/>
                  </a:lnTo>
                  <a:lnTo>
                    <a:pt x="478" y="3822"/>
                  </a:lnTo>
                  <a:lnTo>
                    <a:pt x="1433" y="3344"/>
                  </a:lnTo>
                  <a:lnTo>
                    <a:pt x="3344" y="2866"/>
                  </a:lnTo>
                  <a:lnTo>
                    <a:pt x="7166" y="0"/>
                  </a:lnTo>
                  <a:lnTo>
                    <a:pt x="8121" y="478"/>
                  </a:lnTo>
                  <a:lnTo>
                    <a:pt x="8599" y="1911"/>
                  </a:lnTo>
                  <a:lnTo>
                    <a:pt x="9077" y="6211"/>
                  </a:lnTo>
                  <a:lnTo>
                    <a:pt x="9555" y="8599"/>
                  </a:lnTo>
                  <a:lnTo>
                    <a:pt x="11466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9" name="Freeform 3018">
              <a:extLst>
                <a:ext uri="{FF2B5EF4-FFF2-40B4-BE49-F238E27FC236}">
                  <a16:creationId xmlns:a16="http://schemas.microsoft.com/office/drawing/2014/main" id="{A460848A-CD92-AAED-88E2-FD1D9D441341}"/>
                </a:ext>
              </a:extLst>
            </p:cNvPr>
            <p:cNvSpPr/>
            <p:nvPr/>
          </p:nvSpPr>
          <p:spPr>
            <a:xfrm>
              <a:off x="4006410" y="3720676"/>
              <a:ext cx="955" cy="955"/>
            </a:xfrm>
            <a:custGeom>
              <a:avLst/>
              <a:gdLst>
                <a:gd name="csX0" fmla="*/ 956 w 955"/>
                <a:gd name="csY0" fmla="*/ 955 h 955"/>
                <a:gd name="csX1" fmla="*/ 0 w 955"/>
                <a:gd name="csY1" fmla="*/ 0 h 955"/>
                <a:gd name="csX2" fmla="*/ 0 w 955"/>
                <a:gd name="csY2" fmla="*/ 0 h 955"/>
                <a:gd name="csX3" fmla="*/ 956 w 955"/>
                <a:gd name="csY3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95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5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0" name="Freeform 3019">
              <a:extLst>
                <a:ext uri="{FF2B5EF4-FFF2-40B4-BE49-F238E27FC236}">
                  <a16:creationId xmlns:a16="http://schemas.microsoft.com/office/drawing/2014/main" id="{8EE74601-3445-393F-DCFD-8B21E10F5BAC}"/>
                </a:ext>
              </a:extLst>
            </p:cNvPr>
            <p:cNvSpPr/>
            <p:nvPr/>
          </p:nvSpPr>
          <p:spPr>
            <a:xfrm>
              <a:off x="3997811" y="4179297"/>
              <a:ext cx="6688" cy="4299"/>
            </a:xfrm>
            <a:custGeom>
              <a:avLst/>
              <a:gdLst>
                <a:gd name="csX0" fmla="*/ 6688 w 6688"/>
                <a:gd name="csY0" fmla="*/ 0 h 4299"/>
                <a:gd name="csX1" fmla="*/ 4777 w 6688"/>
                <a:gd name="csY1" fmla="*/ 1911 h 4299"/>
                <a:gd name="csX2" fmla="*/ 956 w 6688"/>
                <a:gd name="csY2" fmla="*/ 3822 h 4299"/>
                <a:gd name="csX3" fmla="*/ 0 w 6688"/>
                <a:gd name="csY3" fmla="*/ 4299 h 4299"/>
                <a:gd name="csX4" fmla="*/ 4777 w 6688"/>
                <a:gd name="csY4" fmla="*/ 956 h 4299"/>
                <a:gd name="csX5" fmla="*/ 5255 w 6688"/>
                <a:gd name="csY5" fmla="*/ 0 h 4299"/>
                <a:gd name="csX6" fmla="*/ 6688 w 6688"/>
                <a:gd name="csY6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8" h="4299">
                  <a:moveTo>
                    <a:pt x="6688" y="0"/>
                  </a:moveTo>
                  <a:lnTo>
                    <a:pt x="4777" y="1911"/>
                  </a:lnTo>
                  <a:lnTo>
                    <a:pt x="956" y="3822"/>
                  </a:lnTo>
                  <a:lnTo>
                    <a:pt x="0" y="4299"/>
                  </a:lnTo>
                  <a:lnTo>
                    <a:pt x="4777" y="956"/>
                  </a:lnTo>
                  <a:lnTo>
                    <a:pt x="5255" y="0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1" name="Freeform 3020">
              <a:extLst>
                <a:ext uri="{FF2B5EF4-FFF2-40B4-BE49-F238E27FC236}">
                  <a16:creationId xmlns:a16="http://schemas.microsoft.com/office/drawing/2014/main" id="{2FAAF0D6-8670-F3B4-4316-9CB469A4C361}"/>
                </a:ext>
              </a:extLst>
            </p:cNvPr>
            <p:cNvSpPr/>
            <p:nvPr/>
          </p:nvSpPr>
          <p:spPr>
            <a:xfrm>
              <a:off x="3996856" y="3703956"/>
              <a:ext cx="5732" cy="1910"/>
            </a:xfrm>
            <a:custGeom>
              <a:avLst/>
              <a:gdLst>
                <a:gd name="csX0" fmla="*/ 5733 w 5732"/>
                <a:gd name="csY0" fmla="*/ 1911 h 1910"/>
                <a:gd name="csX1" fmla="*/ 5733 w 5732"/>
                <a:gd name="csY1" fmla="*/ 1911 h 1910"/>
                <a:gd name="csX2" fmla="*/ 5255 w 5732"/>
                <a:gd name="csY2" fmla="*/ 1433 h 1910"/>
                <a:gd name="csX3" fmla="*/ 4300 w 5732"/>
                <a:gd name="csY3" fmla="*/ 955 h 1910"/>
                <a:gd name="csX4" fmla="*/ 0 w 5732"/>
                <a:gd name="csY4" fmla="*/ 0 h 1910"/>
                <a:gd name="csX5" fmla="*/ 0 w 5732"/>
                <a:gd name="csY5" fmla="*/ 0 h 1910"/>
                <a:gd name="csX6" fmla="*/ 4300 w 5732"/>
                <a:gd name="csY6" fmla="*/ 478 h 1910"/>
                <a:gd name="csX7" fmla="*/ 5255 w 5732"/>
                <a:gd name="csY7" fmla="*/ 1433 h 1910"/>
                <a:gd name="csX8" fmla="*/ 5733 w 5732"/>
                <a:gd name="csY8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2" h="1910">
                  <a:moveTo>
                    <a:pt x="5733" y="1911"/>
                  </a:moveTo>
                  <a:lnTo>
                    <a:pt x="5733" y="1911"/>
                  </a:lnTo>
                  <a:lnTo>
                    <a:pt x="5255" y="1433"/>
                  </a:lnTo>
                  <a:lnTo>
                    <a:pt x="4300" y="955"/>
                  </a:lnTo>
                  <a:lnTo>
                    <a:pt x="0" y="0"/>
                  </a:lnTo>
                  <a:lnTo>
                    <a:pt x="0" y="0"/>
                  </a:lnTo>
                  <a:lnTo>
                    <a:pt x="4300" y="478"/>
                  </a:lnTo>
                  <a:lnTo>
                    <a:pt x="5255" y="1433"/>
                  </a:lnTo>
                  <a:lnTo>
                    <a:pt x="57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2" name="Freeform 3021">
              <a:extLst>
                <a:ext uri="{FF2B5EF4-FFF2-40B4-BE49-F238E27FC236}">
                  <a16:creationId xmlns:a16="http://schemas.microsoft.com/office/drawing/2014/main" id="{603C982D-31BE-3060-E72F-8118187E0D93}"/>
                </a:ext>
              </a:extLst>
            </p:cNvPr>
            <p:cNvSpPr/>
            <p:nvPr/>
          </p:nvSpPr>
          <p:spPr>
            <a:xfrm>
              <a:off x="3933318" y="2320451"/>
              <a:ext cx="68793" cy="89813"/>
            </a:xfrm>
            <a:custGeom>
              <a:avLst/>
              <a:gdLst>
                <a:gd name="csX0" fmla="*/ 68793 w 68793"/>
                <a:gd name="csY0" fmla="*/ 40607 h 89813"/>
                <a:gd name="csX1" fmla="*/ 68793 w 68793"/>
                <a:gd name="csY1" fmla="*/ 42040 h 89813"/>
                <a:gd name="csX2" fmla="*/ 66405 w 68793"/>
                <a:gd name="csY2" fmla="*/ 44907 h 89813"/>
                <a:gd name="csX3" fmla="*/ 61149 w 68793"/>
                <a:gd name="csY3" fmla="*/ 49684 h 89813"/>
                <a:gd name="csX4" fmla="*/ 59716 w 68793"/>
                <a:gd name="csY4" fmla="*/ 53028 h 89813"/>
                <a:gd name="csX5" fmla="*/ 64493 w 68793"/>
                <a:gd name="csY5" fmla="*/ 57328 h 89813"/>
                <a:gd name="csX6" fmla="*/ 66882 w 68793"/>
                <a:gd name="csY6" fmla="*/ 60672 h 89813"/>
                <a:gd name="csX7" fmla="*/ 67838 w 68793"/>
                <a:gd name="csY7" fmla="*/ 63538 h 89813"/>
                <a:gd name="csX8" fmla="*/ 67838 w 68793"/>
                <a:gd name="csY8" fmla="*/ 66404 h 89813"/>
                <a:gd name="csX9" fmla="*/ 64971 w 68793"/>
                <a:gd name="csY9" fmla="*/ 73570 h 89813"/>
                <a:gd name="csX10" fmla="*/ 62583 w 68793"/>
                <a:gd name="csY10" fmla="*/ 75481 h 89813"/>
                <a:gd name="csX11" fmla="*/ 59239 w 68793"/>
                <a:gd name="csY11" fmla="*/ 75481 h 89813"/>
                <a:gd name="csX12" fmla="*/ 57328 w 68793"/>
                <a:gd name="csY12" fmla="*/ 75959 h 89813"/>
                <a:gd name="csX13" fmla="*/ 53028 w 68793"/>
                <a:gd name="csY13" fmla="*/ 79303 h 89813"/>
                <a:gd name="csX14" fmla="*/ 46340 w 68793"/>
                <a:gd name="csY14" fmla="*/ 82647 h 89813"/>
                <a:gd name="csX15" fmla="*/ 37263 w 68793"/>
                <a:gd name="csY15" fmla="*/ 84080 h 89813"/>
                <a:gd name="csX16" fmla="*/ 34874 w 68793"/>
                <a:gd name="csY16" fmla="*/ 85991 h 89813"/>
                <a:gd name="csX17" fmla="*/ 30097 w 68793"/>
                <a:gd name="csY17" fmla="*/ 89335 h 89813"/>
                <a:gd name="csX18" fmla="*/ 27231 w 68793"/>
                <a:gd name="csY18" fmla="*/ 89813 h 89813"/>
                <a:gd name="csX19" fmla="*/ 25798 w 68793"/>
                <a:gd name="csY19" fmla="*/ 87902 h 89813"/>
                <a:gd name="csX20" fmla="*/ 25798 w 68793"/>
                <a:gd name="csY20" fmla="*/ 85036 h 89813"/>
                <a:gd name="csX21" fmla="*/ 25798 w 68793"/>
                <a:gd name="csY21" fmla="*/ 83125 h 89813"/>
                <a:gd name="csX22" fmla="*/ 26275 w 68793"/>
                <a:gd name="csY22" fmla="*/ 80736 h 89813"/>
                <a:gd name="csX23" fmla="*/ 24842 w 68793"/>
                <a:gd name="csY23" fmla="*/ 78825 h 89813"/>
                <a:gd name="csX24" fmla="*/ 18154 w 68793"/>
                <a:gd name="csY24" fmla="*/ 74526 h 89813"/>
                <a:gd name="csX25" fmla="*/ 14332 w 68793"/>
                <a:gd name="csY25" fmla="*/ 68315 h 89813"/>
                <a:gd name="csX26" fmla="*/ 13854 w 68793"/>
                <a:gd name="csY26" fmla="*/ 66404 h 89813"/>
                <a:gd name="csX27" fmla="*/ 13854 w 68793"/>
                <a:gd name="csY27" fmla="*/ 64971 h 89813"/>
                <a:gd name="csX28" fmla="*/ 22453 w 68793"/>
                <a:gd name="csY28" fmla="*/ 63538 h 89813"/>
                <a:gd name="csX29" fmla="*/ 25798 w 68793"/>
                <a:gd name="csY29" fmla="*/ 62583 h 89813"/>
                <a:gd name="csX30" fmla="*/ 27708 w 68793"/>
                <a:gd name="csY30" fmla="*/ 60672 h 89813"/>
                <a:gd name="csX31" fmla="*/ 27708 w 68793"/>
                <a:gd name="csY31" fmla="*/ 59238 h 89813"/>
                <a:gd name="csX32" fmla="*/ 26275 w 68793"/>
                <a:gd name="csY32" fmla="*/ 58761 h 89813"/>
                <a:gd name="csX33" fmla="*/ 20542 w 68793"/>
                <a:gd name="csY33" fmla="*/ 54939 h 89813"/>
                <a:gd name="csX34" fmla="*/ 10510 w 68793"/>
                <a:gd name="csY34" fmla="*/ 52550 h 89813"/>
                <a:gd name="csX35" fmla="*/ 10032 w 68793"/>
                <a:gd name="csY35" fmla="*/ 49684 h 89813"/>
                <a:gd name="csX36" fmla="*/ 6211 w 68793"/>
                <a:gd name="csY36" fmla="*/ 43951 h 89813"/>
                <a:gd name="csX37" fmla="*/ 5733 w 68793"/>
                <a:gd name="csY37" fmla="*/ 38218 h 89813"/>
                <a:gd name="csX38" fmla="*/ 4777 w 68793"/>
                <a:gd name="csY38" fmla="*/ 36785 h 89813"/>
                <a:gd name="csX39" fmla="*/ 1911 w 68793"/>
                <a:gd name="csY39" fmla="*/ 34397 h 89813"/>
                <a:gd name="csX40" fmla="*/ 1433 w 68793"/>
                <a:gd name="csY40" fmla="*/ 33919 h 89813"/>
                <a:gd name="csX41" fmla="*/ 478 w 68793"/>
                <a:gd name="csY41" fmla="*/ 30097 h 89813"/>
                <a:gd name="csX42" fmla="*/ 478 w 68793"/>
                <a:gd name="csY42" fmla="*/ 28186 h 89813"/>
                <a:gd name="csX43" fmla="*/ 478 w 68793"/>
                <a:gd name="csY43" fmla="*/ 26753 h 89813"/>
                <a:gd name="csX44" fmla="*/ 5733 w 68793"/>
                <a:gd name="csY44" fmla="*/ 22931 h 89813"/>
                <a:gd name="csX45" fmla="*/ 5255 w 68793"/>
                <a:gd name="csY45" fmla="*/ 20065 h 89813"/>
                <a:gd name="csX46" fmla="*/ 1433 w 68793"/>
                <a:gd name="csY46" fmla="*/ 10510 h 89813"/>
                <a:gd name="csX47" fmla="*/ 0 w 68793"/>
                <a:gd name="csY47" fmla="*/ 4777 h 89813"/>
                <a:gd name="csX48" fmla="*/ 478 w 68793"/>
                <a:gd name="csY48" fmla="*/ 2866 h 89813"/>
                <a:gd name="csX49" fmla="*/ 2866 w 68793"/>
                <a:gd name="csY49" fmla="*/ 0 h 89813"/>
                <a:gd name="csX50" fmla="*/ 6211 w 68793"/>
                <a:gd name="csY50" fmla="*/ 0 h 89813"/>
                <a:gd name="csX51" fmla="*/ 14810 w 68793"/>
                <a:gd name="csY51" fmla="*/ 955 h 89813"/>
                <a:gd name="csX52" fmla="*/ 19109 w 68793"/>
                <a:gd name="csY52" fmla="*/ 1911 h 89813"/>
                <a:gd name="csX53" fmla="*/ 23409 w 68793"/>
                <a:gd name="csY53" fmla="*/ 4300 h 89813"/>
                <a:gd name="csX54" fmla="*/ 28186 w 68793"/>
                <a:gd name="csY54" fmla="*/ 7644 h 89813"/>
                <a:gd name="csX55" fmla="*/ 34874 w 68793"/>
                <a:gd name="csY55" fmla="*/ 10988 h 89813"/>
                <a:gd name="csX56" fmla="*/ 37263 w 68793"/>
                <a:gd name="csY56" fmla="*/ 12899 h 89813"/>
                <a:gd name="csX57" fmla="*/ 41563 w 68793"/>
                <a:gd name="csY57" fmla="*/ 19587 h 89813"/>
                <a:gd name="csX58" fmla="*/ 42040 w 68793"/>
                <a:gd name="csY58" fmla="*/ 21498 h 89813"/>
                <a:gd name="csX59" fmla="*/ 41563 w 68793"/>
                <a:gd name="csY59" fmla="*/ 23409 h 89813"/>
                <a:gd name="csX60" fmla="*/ 42518 w 68793"/>
                <a:gd name="csY60" fmla="*/ 25320 h 89813"/>
                <a:gd name="csX61" fmla="*/ 47295 w 68793"/>
                <a:gd name="csY61" fmla="*/ 27708 h 89813"/>
                <a:gd name="csX62" fmla="*/ 55417 w 68793"/>
                <a:gd name="csY62" fmla="*/ 26753 h 89813"/>
                <a:gd name="csX63" fmla="*/ 58283 w 68793"/>
                <a:gd name="csY63" fmla="*/ 28186 h 89813"/>
                <a:gd name="csX64" fmla="*/ 65927 w 68793"/>
                <a:gd name="csY64" fmla="*/ 34397 h 89813"/>
                <a:gd name="csX65" fmla="*/ 68315 w 68793"/>
                <a:gd name="csY65" fmla="*/ 38218 h 89813"/>
                <a:gd name="csX66" fmla="*/ 68793 w 68793"/>
                <a:gd name="csY66" fmla="*/ 40607 h 89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68793" h="89813">
                  <a:moveTo>
                    <a:pt x="68793" y="40607"/>
                  </a:moveTo>
                  <a:lnTo>
                    <a:pt x="68793" y="42040"/>
                  </a:lnTo>
                  <a:lnTo>
                    <a:pt x="66405" y="44907"/>
                  </a:lnTo>
                  <a:lnTo>
                    <a:pt x="61149" y="49684"/>
                  </a:lnTo>
                  <a:lnTo>
                    <a:pt x="59716" y="53028"/>
                  </a:lnTo>
                  <a:lnTo>
                    <a:pt x="64493" y="57328"/>
                  </a:lnTo>
                  <a:lnTo>
                    <a:pt x="66882" y="60672"/>
                  </a:lnTo>
                  <a:lnTo>
                    <a:pt x="67838" y="63538"/>
                  </a:lnTo>
                  <a:lnTo>
                    <a:pt x="67838" y="66404"/>
                  </a:lnTo>
                  <a:lnTo>
                    <a:pt x="64971" y="73570"/>
                  </a:lnTo>
                  <a:lnTo>
                    <a:pt x="62583" y="75481"/>
                  </a:lnTo>
                  <a:lnTo>
                    <a:pt x="59239" y="75481"/>
                  </a:lnTo>
                  <a:lnTo>
                    <a:pt x="57328" y="75959"/>
                  </a:lnTo>
                  <a:lnTo>
                    <a:pt x="53028" y="79303"/>
                  </a:lnTo>
                  <a:lnTo>
                    <a:pt x="46340" y="82647"/>
                  </a:lnTo>
                  <a:lnTo>
                    <a:pt x="37263" y="84080"/>
                  </a:lnTo>
                  <a:lnTo>
                    <a:pt x="34874" y="85991"/>
                  </a:lnTo>
                  <a:lnTo>
                    <a:pt x="30097" y="89335"/>
                  </a:lnTo>
                  <a:lnTo>
                    <a:pt x="27231" y="89813"/>
                  </a:lnTo>
                  <a:lnTo>
                    <a:pt x="25798" y="87902"/>
                  </a:lnTo>
                  <a:lnTo>
                    <a:pt x="25798" y="85036"/>
                  </a:lnTo>
                  <a:lnTo>
                    <a:pt x="25798" y="83125"/>
                  </a:lnTo>
                  <a:lnTo>
                    <a:pt x="26275" y="80736"/>
                  </a:lnTo>
                  <a:lnTo>
                    <a:pt x="24842" y="78825"/>
                  </a:lnTo>
                  <a:lnTo>
                    <a:pt x="18154" y="74526"/>
                  </a:lnTo>
                  <a:lnTo>
                    <a:pt x="14332" y="68315"/>
                  </a:lnTo>
                  <a:lnTo>
                    <a:pt x="13854" y="66404"/>
                  </a:lnTo>
                  <a:lnTo>
                    <a:pt x="13854" y="64971"/>
                  </a:lnTo>
                  <a:lnTo>
                    <a:pt x="22453" y="63538"/>
                  </a:lnTo>
                  <a:lnTo>
                    <a:pt x="25798" y="62583"/>
                  </a:lnTo>
                  <a:lnTo>
                    <a:pt x="27708" y="60672"/>
                  </a:lnTo>
                  <a:lnTo>
                    <a:pt x="27708" y="59238"/>
                  </a:lnTo>
                  <a:lnTo>
                    <a:pt x="26275" y="58761"/>
                  </a:lnTo>
                  <a:lnTo>
                    <a:pt x="20542" y="54939"/>
                  </a:lnTo>
                  <a:lnTo>
                    <a:pt x="10510" y="52550"/>
                  </a:lnTo>
                  <a:lnTo>
                    <a:pt x="10032" y="49684"/>
                  </a:lnTo>
                  <a:lnTo>
                    <a:pt x="6211" y="43951"/>
                  </a:lnTo>
                  <a:lnTo>
                    <a:pt x="5733" y="38218"/>
                  </a:lnTo>
                  <a:lnTo>
                    <a:pt x="4777" y="36785"/>
                  </a:lnTo>
                  <a:lnTo>
                    <a:pt x="1911" y="34397"/>
                  </a:lnTo>
                  <a:lnTo>
                    <a:pt x="1433" y="33919"/>
                  </a:lnTo>
                  <a:lnTo>
                    <a:pt x="478" y="30097"/>
                  </a:lnTo>
                  <a:lnTo>
                    <a:pt x="478" y="28186"/>
                  </a:lnTo>
                  <a:lnTo>
                    <a:pt x="478" y="26753"/>
                  </a:lnTo>
                  <a:lnTo>
                    <a:pt x="5733" y="22931"/>
                  </a:lnTo>
                  <a:lnTo>
                    <a:pt x="5255" y="20065"/>
                  </a:lnTo>
                  <a:lnTo>
                    <a:pt x="1433" y="10510"/>
                  </a:lnTo>
                  <a:lnTo>
                    <a:pt x="0" y="4777"/>
                  </a:lnTo>
                  <a:lnTo>
                    <a:pt x="478" y="2866"/>
                  </a:lnTo>
                  <a:lnTo>
                    <a:pt x="2866" y="0"/>
                  </a:lnTo>
                  <a:lnTo>
                    <a:pt x="6211" y="0"/>
                  </a:lnTo>
                  <a:lnTo>
                    <a:pt x="14810" y="955"/>
                  </a:lnTo>
                  <a:lnTo>
                    <a:pt x="19109" y="1911"/>
                  </a:lnTo>
                  <a:lnTo>
                    <a:pt x="23409" y="4300"/>
                  </a:lnTo>
                  <a:lnTo>
                    <a:pt x="28186" y="7644"/>
                  </a:lnTo>
                  <a:lnTo>
                    <a:pt x="34874" y="10988"/>
                  </a:lnTo>
                  <a:lnTo>
                    <a:pt x="37263" y="12899"/>
                  </a:lnTo>
                  <a:lnTo>
                    <a:pt x="41563" y="19587"/>
                  </a:lnTo>
                  <a:lnTo>
                    <a:pt x="42040" y="21498"/>
                  </a:lnTo>
                  <a:lnTo>
                    <a:pt x="41563" y="23409"/>
                  </a:lnTo>
                  <a:lnTo>
                    <a:pt x="42518" y="25320"/>
                  </a:lnTo>
                  <a:lnTo>
                    <a:pt x="47295" y="27708"/>
                  </a:lnTo>
                  <a:lnTo>
                    <a:pt x="55417" y="26753"/>
                  </a:lnTo>
                  <a:lnTo>
                    <a:pt x="58283" y="28186"/>
                  </a:lnTo>
                  <a:lnTo>
                    <a:pt x="65927" y="34397"/>
                  </a:lnTo>
                  <a:lnTo>
                    <a:pt x="68315" y="38218"/>
                  </a:lnTo>
                  <a:lnTo>
                    <a:pt x="68793" y="4060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3" name="Freeform 3022">
              <a:extLst>
                <a:ext uri="{FF2B5EF4-FFF2-40B4-BE49-F238E27FC236}">
                  <a16:creationId xmlns:a16="http://schemas.microsoft.com/office/drawing/2014/main" id="{002A3363-0C26-0DFF-6AB2-1A90E557DC92}"/>
                </a:ext>
              </a:extLst>
            </p:cNvPr>
            <p:cNvSpPr/>
            <p:nvPr/>
          </p:nvSpPr>
          <p:spPr>
            <a:xfrm>
              <a:off x="3909431" y="2939589"/>
              <a:ext cx="85035" cy="71659"/>
            </a:xfrm>
            <a:custGeom>
              <a:avLst/>
              <a:gdLst>
                <a:gd name="csX0" fmla="*/ 84081 w 85035"/>
                <a:gd name="csY0" fmla="*/ 51117 h 71659"/>
                <a:gd name="csX1" fmla="*/ 85036 w 85035"/>
                <a:gd name="csY1" fmla="*/ 53506 h 71659"/>
                <a:gd name="csX2" fmla="*/ 84558 w 85035"/>
                <a:gd name="csY2" fmla="*/ 54461 h 71659"/>
                <a:gd name="csX3" fmla="*/ 83125 w 85035"/>
                <a:gd name="csY3" fmla="*/ 55894 h 71659"/>
                <a:gd name="csX4" fmla="*/ 81214 w 85035"/>
                <a:gd name="csY4" fmla="*/ 57328 h 71659"/>
                <a:gd name="csX5" fmla="*/ 78348 w 85035"/>
                <a:gd name="csY5" fmla="*/ 57328 h 71659"/>
                <a:gd name="csX6" fmla="*/ 76915 w 85035"/>
                <a:gd name="csY6" fmla="*/ 57805 h 71659"/>
                <a:gd name="csX7" fmla="*/ 74526 w 85035"/>
                <a:gd name="csY7" fmla="*/ 60194 h 71659"/>
                <a:gd name="csX8" fmla="*/ 72615 w 85035"/>
                <a:gd name="csY8" fmla="*/ 63538 h 71659"/>
                <a:gd name="csX9" fmla="*/ 70226 w 85035"/>
                <a:gd name="csY9" fmla="*/ 64493 h 71659"/>
                <a:gd name="csX10" fmla="*/ 64971 w 85035"/>
                <a:gd name="csY10" fmla="*/ 69271 h 71659"/>
                <a:gd name="csX11" fmla="*/ 62583 w 85035"/>
                <a:gd name="csY11" fmla="*/ 71182 h 71659"/>
                <a:gd name="csX12" fmla="*/ 58761 w 85035"/>
                <a:gd name="csY12" fmla="*/ 71659 h 71659"/>
                <a:gd name="csX13" fmla="*/ 50639 w 85035"/>
                <a:gd name="csY13" fmla="*/ 67837 h 71659"/>
                <a:gd name="csX14" fmla="*/ 45384 w 85035"/>
                <a:gd name="csY14" fmla="*/ 68315 h 71659"/>
                <a:gd name="csX15" fmla="*/ 41085 w 85035"/>
                <a:gd name="csY15" fmla="*/ 67360 h 71659"/>
                <a:gd name="csX16" fmla="*/ 36785 w 85035"/>
                <a:gd name="csY16" fmla="*/ 63538 h 71659"/>
                <a:gd name="csX17" fmla="*/ 32963 w 85035"/>
                <a:gd name="csY17" fmla="*/ 61149 h 71659"/>
                <a:gd name="csX18" fmla="*/ 26275 w 85035"/>
                <a:gd name="csY18" fmla="*/ 57805 h 71659"/>
                <a:gd name="csX19" fmla="*/ 25798 w 85035"/>
                <a:gd name="csY19" fmla="*/ 57328 h 71659"/>
                <a:gd name="csX20" fmla="*/ 25320 w 85035"/>
                <a:gd name="csY20" fmla="*/ 55894 h 71659"/>
                <a:gd name="csX21" fmla="*/ 25320 w 85035"/>
                <a:gd name="csY21" fmla="*/ 54461 h 71659"/>
                <a:gd name="csX22" fmla="*/ 24842 w 85035"/>
                <a:gd name="csY22" fmla="*/ 53028 h 71659"/>
                <a:gd name="csX23" fmla="*/ 24364 w 85035"/>
                <a:gd name="csY23" fmla="*/ 52550 h 71659"/>
                <a:gd name="csX24" fmla="*/ 23409 w 85035"/>
                <a:gd name="csY24" fmla="*/ 52550 h 71659"/>
                <a:gd name="csX25" fmla="*/ 22453 w 85035"/>
                <a:gd name="csY25" fmla="*/ 53983 h 71659"/>
                <a:gd name="csX26" fmla="*/ 20065 w 85035"/>
                <a:gd name="csY26" fmla="*/ 54939 h 71659"/>
                <a:gd name="csX27" fmla="*/ 16721 w 85035"/>
                <a:gd name="csY27" fmla="*/ 54461 h 71659"/>
                <a:gd name="csX28" fmla="*/ 15287 w 85035"/>
                <a:gd name="csY28" fmla="*/ 53983 h 71659"/>
                <a:gd name="csX29" fmla="*/ 14332 w 85035"/>
                <a:gd name="csY29" fmla="*/ 52550 h 71659"/>
                <a:gd name="csX30" fmla="*/ 13854 w 85035"/>
                <a:gd name="csY30" fmla="*/ 51595 h 71659"/>
                <a:gd name="csX31" fmla="*/ 13854 w 85035"/>
                <a:gd name="csY31" fmla="*/ 50162 h 71659"/>
                <a:gd name="csX32" fmla="*/ 13377 w 85035"/>
                <a:gd name="csY32" fmla="*/ 48728 h 71659"/>
                <a:gd name="csX33" fmla="*/ 12899 w 85035"/>
                <a:gd name="csY33" fmla="*/ 47773 h 71659"/>
                <a:gd name="csX34" fmla="*/ 11943 w 85035"/>
                <a:gd name="csY34" fmla="*/ 47773 h 71659"/>
                <a:gd name="csX35" fmla="*/ 10032 w 85035"/>
                <a:gd name="csY35" fmla="*/ 48728 h 71659"/>
                <a:gd name="csX36" fmla="*/ 9077 w 85035"/>
                <a:gd name="csY36" fmla="*/ 49684 h 71659"/>
                <a:gd name="csX37" fmla="*/ 9555 w 85035"/>
                <a:gd name="csY37" fmla="*/ 50639 h 71659"/>
                <a:gd name="csX38" fmla="*/ 9077 w 85035"/>
                <a:gd name="csY38" fmla="*/ 51595 h 71659"/>
                <a:gd name="csX39" fmla="*/ 6211 w 85035"/>
                <a:gd name="csY39" fmla="*/ 51595 h 71659"/>
                <a:gd name="csX40" fmla="*/ 4777 w 85035"/>
                <a:gd name="csY40" fmla="*/ 50639 h 71659"/>
                <a:gd name="csX41" fmla="*/ 2389 w 85035"/>
                <a:gd name="csY41" fmla="*/ 48728 h 71659"/>
                <a:gd name="csX42" fmla="*/ 1433 w 85035"/>
                <a:gd name="csY42" fmla="*/ 46817 h 71659"/>
                <a:gd name="csX43" fmla="*/ 0 w 85035"/>
                <a:gd name="csY43" fmla="*/ 42996 h 71659"/>
                <a:gd name="csX44" fmla="*/ 0 w 85035"/>
                <a:gd name="csY44" fmla="*/ 42040 h 71659"/>
                <a:gd name="csX45" fmla="*/ 956 w 85035"/>
                <a:gd name="csY45" fmla="*/ 39651 h 71659"/>
                <a:gd name="csX46" fmla="*/ 1911 w 85035"/>
                <a:gd name="csY46" fmla="*/ 37741 h 71659"/>
                <a:gd name="csX47" fmla="*/ 9555 w 85035"/>
                <a:gd name="csY47" fmla="*/ 36785 h 71659"/>
                <a:gd name="csX48" fmla="*/ 12899 w 85035"/>
                <a:gd name="csY48" fmla="*/ 35830 h 71659"/>
                <a:gd name="csX49" fmla="*/ 16721 w 85035"/>
                <a:gd name="csY49" fmla="*/ 33441 h 71659"/>
                <a:gd name="csX50" fmla="*/ 21020 w 85035"/>
                <a:gd name="csY50" fmla="*/ 28664 h 71659"/>
                <a:gd name="csX51" fmla="*/ 21976 w 85035"/>
                <a:gd name="csY51" fmla="*/ 27230 h 71659"/>
                <a:gd name="csX52" fmla="*/ 21976 w 85035"/>
                <a:gd name="csY52" fmla="*/ 26275 h 71659"/>
                <a:gd name="csX53" fmla="*/ 21498 w 85035"/>
                <a:gd name="csY53" fmla="*/ 25320 h 71659"/>
                <a:gd name="csX54" fmla="*/ 20065 w 85035"/>
                <a:gd name="csY54" fmla="*/ 22931 h 71659"/>
                <a:gd name="csX55" fmla="*/ 19587 w 85035"/>
                <a:gd name="csY55" fmla="*/ 21020 h 71659"/>
                <a:gd name="csX56" fmla="*/ 20065 w 85035"/>
                <a:gd name="csY56" fmla="*/ 20065 h 71659"/>
                <a:gd name="csX57" fmla="*/ 21976 w 85035"/>
                <a:gd name="csY57" fmla="*/ 20065 h 71659"/>
                <a:gd name="csX58" fmla="*/ 21020 w 85035"/>
                <a:gd name="csY58" fmla="*/ 19109 h 71659"/>
                <a:gd name="csX59" fmla="*/ 20065 w 85035"/>
                <a:gd name="csY59" fmla="*/ 17676 h 71659"/>
                <a:gd name="csX60" fmla="*/ 20065 w 85035"/>
                <a:gd name="csY60" fmla="*/ 16721 h 71659"/>
                <a:gd name="csX61" fmla="*/ 20065 w 85035"/>
                <a:gd name="csY61" fmla="*/ 15287 h 71659"/>
                <a:gd name="csX62" fmla="*/ 21498 w 85035"/>
                <a:gd name="csY62" fmla="*/ 14809 h 71659"/>
                <a:gd name="csX63" fmla="*/ 23409 w 85035"/>
                <a:gd name="csY63" fmla="*/ 15287 h 71659"/>
                <a:gd name="csX64" fmla="*/ 26275 w 85035"/>
                <a:gd name="csY64" fmla="*/ 19587 h 71659"/>
                <a:gd name="csX65" fmla="*/ 27708 w 85035"/>
                <a:gd name="csY65" fmla="*/ 20542 h 71659"/>
                <a:gd name="csX66" fmla="*/ 30097 w 85035"/>
                <a:gd name="csY66" fmla="*/ 21020 h 71659"/>
                <a:gd name="csX67" fmla="*/ 27708 w 85035"/>
                <a:gd name="csY67" fmla="*/ 18154 h 71659"/>
                <a:gd name="csX68" fmla="*/ 25320 w 85035"/>
                <a:gd name="csY68" fmla="*/ 12421 h 71659"/>
                <a:gd name="csX69" fmla="*/ 24842 w 85035"/>
                <a:gd name="csY69" fmla="*/ 10032 h 71659"/>
                <a:gd name="csX70" fmla="*/ 24842 w 85035"/>
                <a:gd name="csY70" fmla="*/ 9077 h 71659"/>
                <a:gd name="csX71" fmla="*/ 25320 w 85035"/>
                <a:gd name="csY71" fmla="*/ 5733 h 71659"/>
                <a:gd name="csX72" fmla="*/ 26275 w 85035"/>
                <a:gd name="csY72" fmla="*/ 4300 h 71659"/>
                <a:gd name="csX73" fmla="*/ 26753 w 85035"/>
                <a:gd name="csY73" fmla="*/ 3344 h 71659"/>
                <a:gd name="csX74" fmla="*/ 29142 w 85035"/>
                <a:gd name="csY74" fmla="*/ 1433 h 71659"/>
                <a:gd name="csX75" fmla="*/ 32963 w 85035"/>
                <a:gd name="csY75" fmla="*/ 0 h 71659"/>
                <a:gd name="csX76" fmla="*/ 34874 w 85035"/>
                <a:gd name="csY76" fmla="*/ 0 h 71659"/>
                <a:gd name="csX77" fmla="*/ 37263 w 85035"/>
                <a:gd name="csY77" fmla="*/ 955 h 71659"/>
                <a:gd name="csX78" fmla="*/ 38696 w 85035"/>
                <a:gd name="csY78" fmla="*/ 3344 h 71659"/>
                <a:gd name="csX79" fmla="*/ 42518 w 85035"/>
                <a:gd name="csY79" fmla="*/ 6688 h 71659"/>
                <a:gd name="csX80" fmla="*/ 42996 w 85035"/>
                <a:gd name="csY80" fmla="*/ 7644 h 71659"/>
                <a:gd name="csX81" fmla="*/ 42996 w 85035"/>
                <a:gd name="csY81" fmla="*/ 8599 h 71659"/>
                <a:gd name="csX82" fmla="*/ 41563 w 85035"/>
                <a:gd name="csY82" fmla="*/ 9555 h 71659"/>
                <a:gd name="csX83" fmla="*/ 41563 w 85035"/>
                <a:gd name="csY83" fmla="*/ 10032 h 71659"/>
                <a:gd name="csX84" fmla="*/ 42040 w 85035"/>
                <a:gd name="csY84" fmla="*/ 11465 h 71659"/>
                <a:gd name="csX85" fmla="*/ 42518 w 85035"/>
                <a:gd name="csY85" fmla="*/ 11943 h 71659"/>
                <a:gd name="csX86" fmla="*/ 43951 w 85035"/>
                <a:gd name="csY86" fmla="*/ 11465 h 71659"/>
                <a:gd name="csX87" fmla="*/ 44429 w 85035"/>
                <a:gd name="csY87" fmla="*/ 10032 h 71659"/>
                <a:gd name="csX88" fmla="*/ 45384 w 85035"/>
                <a:gd name="csY88" fmla="*/ 9555 h 71659"/>
                <a:gd name="csX89" fmla="*/ 45862 w 85035"/>
                <a:gd name="csY89" fmla="*/ 10032 h 71659"/>
                <a:gd name="csX90" fmla="*/ 48728 w 85035"/>
                <a:gd name="csY90" fmla="*/ 12899 h 71659"/>
                <a:gd name="csX91" fmla="*/ 51117 w 85035"/>
                <a:gd name="csY91" fmla="*/ 16243 h 71659"/>
                <a:gd name="csX92" fmla="*/ 53028 w 85035"/>
                <a:gd name="csY92" fmla="*/ 18631 h 71659"/>
                <a:gd name="csX93" fmla="*/ 56850 w 85035"/>
                <a:gd name="csY93" fmla="*/ 20542 h 71659"/>
                <a:gd name="csX94" fmla="*/ 64493 w 85035"/>
                <a:gd name="csY94" fmla="*/ 26753 h 71659"/>
                <a:gd name="csX95" fmla="*/ 66882 w 85035"/>
                <a:gd name="csY95" fmla="*/ 31530 h 71659"/>
                <a:gd name="csX96" fmla="*/ 69271 w 85035"/>
                <a:gd name="csY96" fmla="*/ 38218 h 71659"/>
                <a:gd name="csX97" fmla="*/ 71659 w 85035"/>
                <a:gd name="csY97" fmla="*/ 43473 h 71659"/>
                <a:gd name="csX98" fmla="*/ 73570 w 85035"/>
                <a:gd name="csY98" fmla="*/ 46817 h 71659"/>
                <a:gd name="csX99" fmla="*/ 75481 w 85035"/>
                <a:gd name="csY99" fmla="*/ 49684 h 71659"/>
                <a:gd name="csX100" fmla="*/ 78825 w 85035"/>
                <a:gd name="csY100" fmla="*/ 53028 h 71659"/>
                <a:gd name="csX101" fmla="*/ 81692 w 85035"/>
                <a:gd name="csY101" fmla="*/ 50639 h 71659"/>
                <a:gd name="csX102" fmla="*/ 83125 w 85035"/>
                <a:gd name="csY102" fmla="*/ 50162 h 71659"/>
                <a:gd name="csX103" fmla="*/ 84081 w 85035"/>
                <a:gd name="csY103" fmla="*/ 51117 h 71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85035" h="71659">
                  <a:moveTo>
                    <a:pt x="84081" y="51117"/>
                  </a:moveTo>
                  <a:lnTo>
                    <a:pt x="85036" y="53506"/>
                  </a:lnTo>
                  <a:lnTo>
                    <a:pt x="84558" y="54461"/>
                  </a:lnTo>
                  <a:lnTo>
                    <a:pt x="83125" y="55894"/>
                  </a:lnTo>
                  <a:lnTo>
                    <a:pt x="81214" y="57328"/>
                  </a:lnTo>
                  <a:lnTo>
                    <a:pt x="78348" y="57328"/>
                  </a:lnTo>
                  <a:lnTo>
                    <a:pt x="76915" y="57805"/>
                  </a:lnTo>
                  <a:lnTo>
                    <a:pt x="74526" y="60194"/>
                  </a:lnTo>
                  <a:lnTo>
                    <a:pt x="72615" y="63538"/>
                  </a:lnTo>
                  <a:lnTo>
                    <a:pt x="70226" y="64493"/>
                  </a:lnTo>
                  <a:lnTo>
                    <a:pt x="64971" y="69271"/>
                  </a:lnTo>
                  <a:lnTo>
                    <a:pt x="62583" y="71182"/>
                  </a:lnTo>
                  <a:lnTo>
                    <a:pt x="58761" y="71659"/>
                  </a:lnTo>
                  <a:lnTo>
                    <a:pt x="50639" y="67837"/>
                  </a:lnTo>
                  <a:lnTo>
                    <a:pt x="45384" y="68315"/>
                  </a:lnTo>
                  <a:lnTo>
                    <a:pt x="41085" y="67360"/>
                  </a:lnTo>
                  <a:lnTo>
                    <a:pt x="36785" y="63538"/>
                  </a:lnTo>
                  <a:lnTo>
                    <a:pt x="32963" y="61149"/>
                  </a:lnTo>
                  <a:lnTo>
                    <a:pt x="26275" y="57805"/>
                  </a:lnTo>
                  <a:lnTo>
                    <a:pt x="25798" y="57328"/>
                  </a:lnTo>
                  <a:lnTo>
                    <a:pt x="25320" y="55894"/>
                  </a:lnTo>
                  <a:lnTo>
                    <a:pt x="25320" y="54461"/>
                  </a:lnTo>
                  <a:lnTo>
                    <a:pt x="24842" y="53028"/>
                  </a:lnTo>
                  <a:lnTo>
                    <a:pt x="24364" y="52550"/>
                  </a:lnTo>
                  <a:lnTo>
                    <a:pt x="23409" y="52550"/>
                  </a:lnTo>
                  <a:lnTo>
                    <a:pt x="22453" y="53983"/>
                  </a:lnTo>
                  <a:lnTo>
                    <a:pt x="20065" y="54939"/>
                  </a:lnTo>
                  <a:lnTo>
                    <a:pt x="16721" y="54461"/>
                  </a:lnTo>
                  <a:lnTo>
                    <a:pt x="15287" y="53983"/>
                  </a:lnTo>
                  <a:lnTo>
                    <a:pt x="14332" y="52550"/>
                  </a:lnTo>
                  <a:lnTo>
                    <a:pt x="13854" y="51595"/>
                  </a:lnTo>
                  <a:lnTo>
                    <a:pt x="13854" y="50162"/>
                  </a:lnTo>
                  <a:lnTo>
                    <a:pt x="13377" y="48728"/>
                  </a:lnTo>
                  <a:lnTo>
                    <a:pt x="12899" y="47773"/>
                  </a:lnTo>
                  <a:lnTo>
                    <a:pt x="11943" y="47773"/>
                  </a:lnTo>
                  <a:lnTo>
                    <a:pt x="10032" y="48728"/>
                  </a:lnTo>
                  <a:lnTo>
                    <a:pt x="9077" y="49684"/>
                  </a:lnTo>
                  <a:lnTo>
                    <a:pt x="9555" y="50639"/>
                  </a:lnTo>
                  <a:lnTo>
                    <a:pt x="9077" y="51595"/>
                  </a:lnTo>
                  <a:lnTo>
                    <a:pt x="6211" y="51595"/>
                  </a:lnTo>
                  <a:lnTo>
                    <a:pt x="4777" y="50639"/>
                  </a:lnTo>
                  <a:lnTo>
                    <a:pt x="2389" y="48728"/>
                  </a:lnTo>
                  <a:lnTo>
                    <a:pt x="1433" y="46817"/>
                  </a:lnTo>
                  <a:lnTo>
                    <a:pt x="0" y="42996"/>
                  </a:lnTo>
                  <a:lnTo>
                    <a:pt x="0" y="42040"/>
                  </a:lnTo>
                  <a:lnTo>
                    <a:pt x="956" y="39651"/>
                  </a:lnTo>
                  <a:lnTo>
                    <a:pt x="1911" y="37741"/>
                  </a:lnTo>
                  <a:lnTo>
                    <a:pt x="9555" y="36785"/>
                  </a:lnTo>
                  <a:lnTo>
                    <a:pt x="12899" y="35830"/>
                  </a:lnTo>
                  <a:lnTo>
                    <a:pt x="16721" y="33441"/>
                  </a:lnTo>
                  <a:lnTo>
                    <a:pt x="21020" y="28664"/>
                  </a:lnTo>
                  <a:lnTo>
                    <a:pt x="21976" y="27230"/>
                  </a:lnTo>
                  <a:lnTo>
                    <a:pt x="21976" y="26275"/>
                  </a:lnTo>
                  <a:lnTo>
                    <a:pt x="21498" y="25320"/>
                  </a:lnTo>
                  <a:lnTo>
                    <a:pt x="20065" y="22931"/>
                  </a:lnTo>
                  <a:lnTo>
                    <a:pt x="19587" y="21020"/>
                  </a:lnTo>
                  <a:lnTo>
                    <a:pt x="20065" y="20065"/>
                  </a:lnTo>
                  <a:lnTo>
                    <a:pt x="21976" y="20065"/>
                  </a:lnTo>
                  <a:lnTo>
                    <a:pt x="21020" y="19109"/>
                  </a:lnTo>
                  <a:lnTo>
                    <a:pt x="20065" y="17676"/>
                  </a:lnTo>
                  <a:lnTo>
                    <a:pt x="20065" y="16721"/>
                  </a:lnTo>
                  <a:lnTo>
                    <a:pt x="20065" y="15287"/>
                  </a:lnTo>
                  <a:lnTo>
                    <a:pt x="21498" y="14809"/>
                  </a:lnTo>
                  <a:lnTo>
                    <a:pt x="23409" y="15287"/>
                  </a:lnTo>
                  <a:lnTo>
                    <a:pt x="26275" y="19587"/>
                  </a:lnTo>
                  <a:lnTo>
                    <a:pt x="27708" y="20542"/>
                  </a:lnTo>
                  <a:lnTo>
                    <a:pt x="30097" y="21020"/>
                  </a:lnTo>
                  <a:lnTo>
                    <a:pt x="27708" y="18154"/>
                  </a:lnTo>
                  <a:lnTo>
                    <a:pt x="25320" y="12421"/>
                  </a:lnTo>
                  <a:lnTo>
                    <a:pt x="24842" y="10032"/>
                  </a:lnTo>
                  <a:lnTo>
                    <a:pt x="24842" y="9077"/>
                  </a:lnTo>
                  <a:lnTo>
                    <a:pt x="25320" y="5733"/>
                  </a:lnTo>
                  <a:lnTo>
                    <a:pt x="26275" y="4300"/>
                  </a:lnTo>
                  <a:lnTo>
                    <a:pt x="26753" y="3344"/>
                  </a:lnTo>
                  <a:lnTo>
                    <a:pt x="29142" y="1433"/>
                  </a:lnTo>
                  <a:lnTo>
                    <a:pt x="32963" y="0"/>
                  </a:lnTo>
                  <a:lnTo>
                    <a:pt x="34874" y="0"/>
                  </a:lnTo>
                  <a:lnTo>
                    <a:pt x="37263" y="955"/>
                  </a:lnTo>
                  <a:lnTo>
                    <a:pt x="38696" y="3344"/>
                  </a:lnTo>
                  <a:lnTo>
                    <a:pt x="42518" y="6688"/>
                  </a:lnTo>
                  <a:lnTo>
                    <a:pt x="42996" y="7644"/>
                  </a:lnTo>
                  <a:lnTo>
                    <a:pt x="42996" y="8599"/>
                  </a:lnTo>
                  <a:lnTo>
                    <a:pt x="41563" y="9555"/>
                  </a:lnTo>
                  <a:lnTo>
                    <a:pt x="41563" y="10032"/>
                  </a:lnTo>
                  <a:lnTo>
                    <a:pt x="42040" y="11465"/>
                  </a:lnTo>
                  <a:lnTo>
                    <a:pt x="42518" y="11943"/>
                  </a:lnTo>
                  <a:lnTo>
                    <a:pt x="43951" y="11465"/>
                  </a:lnTo>
                  <a:lnTo>
                    <a:pt x="44429" y="10032"/>
                  </a:lnTo>
                  <a:lnTo>
                    <a:pt x="45384" y="9555"/>
                  </a:lnTo>
                  <a:lnTo>
                    <a:pt x="45862" y="10032"/>
                  </a:lnTo>
                  <a:lnTo>
                    <a:pt x="48728" y="12899"/>
                  </a:lnTo>
                  <a:lnTo>
                    <a:pt x="51117" y="16243"/>
                  </a:lnTo>
                  <a:lnTo>
                    <a:pt x="53028" y="18631"/>
                  </a:lnTo>
                  <a:lnTo>
                    <a:pt x="56850" y="20542"/>
                  </a:lnTo>
                  <a:lnTo>
                    <a:pt x="64493" y="26753"/>
                  </a:lnTo>
                  <a:lnTo>
                    <a:pt x="66882" y="31530"/>
                  </a:lnTo>
                  <a:lnTo>
                    <a:pt x="69271" y="38218"/>
                  </a:lnTo>
                  <a:lnTo>
                    <a:pt x="71659" y="43473"/>
                  </a:lnTo>
                  <a:lnTo>
                    <a:pt x="73570" y="46817"/>
                  </a:lnTo>
                  <a:lnTo>
                    <a:pt x="75481" y="49684"/>
                  </a:lnTo>
                  <a:lnTo>
                    <a:pt x="78825" y="53028"/>
                  </a:lnTo>
                  <a:lnTo>
                    <a:pt x="81692" y="50639"/>
                  </a:lnTo>
                  <a:lnTo>
                    <a:pt x="83125" y="50162"/>
                  </a:lnTo>
                  <a:lnTo>
                    <a:pt x="84081" y="5111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4" name="Freeform 3023">
              <a:extLst>
                <a:ext uri="{FF2B5EF4-FFF2-40B4-BE49-F238E27FC236}">
                  <a16:creationId xmlns:a16="http://schemas.microsoft.com/office/drawing/2014/main" id="{D274CB35-9BE6-3748-9FC9-6D817A50422B}"/>
                </a:ext>
              </a:extLst>
            </p:cNvPr>
            <p:cNvSpPr/>
            <p:nvPr/>
          </p:nvSpPr>
          <p:spPr>
            <a:xfrm>
              <a:off x="3983002" y="2652951"/>
              <a:ext cx="11465" cy="9554"/>
            </a:xfrm>
            <a:custGeom>
              <a:avLst/>
              <a:gdLst>
                <a:gd name="csX0" fmla="*/ 11465 w 11465"/>
                <a:gd name="csY0" fmla="*/ 6688 h 9554"/>
                <a:gd name="csX1" fmla="*/ 11465 w 11465"/>
                <a:gd name="csY1" fmla="*/ 8121 h 9554"/>
                <a:gd name="csX2" fmla="*/ 10510 w 11465"/>
                <a:gd name="csY2" fmla="*/ 9077 h 9554"/>
                <a:gd name="csX3" fmla="*/ 10032 w 11465"/>
                <a:gd name="csY3" fmla="*/ 9555 h 9554"/>
                <a:gd name="csX4" fmla="*/ 8121 w 11465"/>
                <a:gd name="csY4" fmla="*/ 9077 h 9554"/>
                <a:gd name="csX5" fmla="*/ 1433 w 11465"/>
                <a:gd name="csY5" fmla="*/ 6210 h 9554"/>
                <a:gd name="csX6" fmla="*/ 0 w 11465"/>
                <a:gd name="csY6" fmla="*/ 4777 h 9554"/>
                <a:gd name="csX7" fmla="*/ 0 w 11465"/>
                <a:gd name="csY7" fmla="*/ 3822 h 9554"/>
                <a:gd name="csX8" fmla="*/ 1433 w 11465"/>
                <a:gd name="csY8" fmla="*/ 2866 h 9554"/>
                <a:gd name="csX9" fmla="*/ 1911 w 11465"/>
                <a:gd name="csY9" fmla="*/ 1433 h 9554"/>
                <a:gd name="csX10" fmla="*/ 3822 w 11465"/>
                <a:gd name="csY10" fmla="*/ 0 h 9554"/>
                <a:gd name="csX11" fmla="*/ 6688 w 11465"/>
                <a:gd name="csY11" fmla="*/ 0 h 9554"/>
                <a:gd name="csX12" fmla="*/ 10032 w 11465"/>
                <a:gd name="csY12" fmla="*/ 3822 h 9554"/>
                <a:gd name="csX13" fmla="*/ 11465 w 11465"/>
                <a:gd name="csY13" fmla="*/ 6688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465" h="9554">
                  <a:moveTo>
                    <a:pt x="11465" y="6688"/>
                  </a:moveTo>
                  <a:lnTo>
                    <a:pt x="11465" y="8121"/>
                  </a:lnTo>
                  <a:lnTo>
                    <a:pt x="10510" y="9077"/>
                  </a:lnTo>
                  <a:lnTo>
                    <a:pt x="10032" y="9555"/>
                  </a:lnTo>
                  <a:lnTo>
                    <a:pt x="8121" y="9077"/>
                  </a:lnTo>
                  <a:lnTo>
                    <a:pt x="1433" y="6210"/>
                  </a:lnTo>
                  <a:lnTo>
                    <a:pt x="0" y="4777"/>
                  </a:lnTo>
                  <a:lnTo>
                    <a:pt x="0" y="3822"/>
                  </a:lnTo>
                  <a:lnTo>
                    <a:pt x="1433" y="2866"/>
                  </a:lnTo>
                  <a:lnTo>
                    <a:pt x="1911" y="1433"/>
                  </a:lnTo>
                  <a:lnTo>
                    <a:pt x="3822" y="0"/>
                  </a:lnTo>
                  <a:lnTo>
                    <a:pt x="6688" y="0"/>
                  </a:lnTo>
                  <a:lnTo>
                    <a:pt x="10032" y="3822"/>
                  </a:lnTo>
                  <a:lnTo>
                    <a:pt x="11465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5" name="Freeform 3024">
              <a:extLst>
                <a:ext uri="{FF2B5EF4-FFF2-40B4-BE49-F238E27FC236}">
                  <a16:creationId xmlns:a16="http://schemas.microsoft.com/office/drawing/2014/main" id="{15DF7492-FF27-6F17-6B6A-1E32FCD56DDB}"/>
                </a:ext>
              </a:extLst>
            </p:cNvPr>
            <p:cNvSpPr/>
            <p:nvPr/>
          </p:nvSpPr>
          <p:spPr>
            <a:xfrm>
              <a:off x="3980135" y="2952010"/>
              <a:ext cx="11943" cy="14809"/>
            </a:xfrm>
            <a:custGeom>
              <a:avLst/>
              <a:gdLst>
                <a:gd name="csX0" fmla="*/ 11943 w 11943"/>
                <a:gd name="csY0" fmla="*/ 6211 h 14809"/>
                <a:gd name="csX1" fmla="*/ 11943 w 11943"/>
                <a:gd name="csY1" fmla="*/ 7644 h 14809"/>
                <a:gd name="csX2" fmla="*/ 11943 w 11943"/>
                <a:gd name="csY2" fmla="*/ 10510 h 14809"/>
                <a:gd name="csX3" fmla="*/ 10988 w 11943"/>
                <a:gd name="csY3" fmla="*/ 12899 h 14809"/>
                <a:gd name="csX4" fmla="*/ 10032 w 11943"/>
                <a:gd name="csY4" fmla="*/ 14332 h 14809"/>
                <a:gd name="csX5" fmla="*/ 8121 w 11943"/>
                <a:gd name="csY5" fmla="*/ 14810 h 14809"/>
                <a:gd name="csX6" fmla="*/ 6211 w 11943"/>
                <a:gd name="csY6" fmla="*/ 14810 h 14809"/>
                <a:gd name="csX7" fmla="*/ 5255 w 11943"/>
                <a:gd name="csY7" fmla="*/ 14332 h 14809"/>
                <a:gd name="csX8" fmla="*/ 5733 w 11943"/>
                <a:gd name="csY8" fmla="*/ 12421 h 14809"/>
                <a:gd name="csX9" fmla="*/ 6211 w 11943"/>
                <a:gd name="csY9" fmla="*/ 11466 h 14809"/>
                <a:gd name="csX10" fmla="*/ 6688 w 11943"/>
                <a:gd name="csY10" fmla="*/ 9555 h 14809"/>
                <a:gd name="csX11" fmla="*/ 6211 w 11943"/>
                <a:gd name="csY11" fmla="*/ 6688 h 14809"/>
                <a:gd name="csX12" fmla="*/ 5733 w 11943"/>
                <a:gd name="csY12" fmla="*/ 4777 h 14809"/>
                <a:gd name="csX13" fmla="*/ 4300 w 11943"/>
                <a:gd name="csY13" fmla="*/ 3344 h 14809"/>
                <a:gd name="csX14" fmla="*/ 3822 w 11943"/>
                <a:gd name="csY14" fmla="*/ 3344 h 14809"/>
                <a:gd name="csX15" fmla="*/ 3344 w 11943"/>
                <a:gd name="csY15" fmla="*/ 4300 h 14809"/>
                <a:gd name="csX16" fmla="*/ 3822 w 11943"/>
                <a:gd name="csY16" fmla="*/ 6688 h 14809"/>
                <a:gd name="csX17" fmla="*/ 3344 w 11943"/>
                <a:gd name="csY17" fmla="*/ 9077 h 14809"/>
                <a:gd name="csX18" fmla="*/ 2867 w 11943"/>
                <a:gd name="csY18" fmla="*/ 12421 h 14809"/>
                <a:gd name="csX19" fmla="*/ 1911 w 11943"/>
                <a:gd name="csY19" fmla="*/ 14332 h 14809"/>
                <a:gd name="csX20" fmla="*/ 478 w 11943"/>
                <a:gd name="csY20" fmla="*/ 13377 h 14809"/>
                <a:gd name="csX21" fmla="*/ 0 w 11943"/>
                <a:gd name="csY21" fmla="*/ 11943 h 14809"/>
                <a:gd name="csX22" fmla="*/ 0 w 11943"/>
                <a:gd name="csY22" fmla="*/ 10032 h 14809"/>
                <a:gd name="csX23" fmla="*/ 0 w 11943"/>
                <a:gd name="csY23" fmla="*/ 8121 h 14809"/>
                <a:gd name="csX24" fmla="*/ 0 w 11943"/>
                <a:gd name="csY24" fmla="*/ 6211 h 14809"/>
                <a:gd name="csX25" fmla="*/ 956 w 11943"/>
                <a:gd name="csY25" fmla="*/ 2866 h 14809"/>
                <a:gd name="csX26" fmla="*/ 2389 w 11943"/>
                <a:gd name="csY26" fmla="*/ 956 h 14809"/>
                <a:gd name="csX27" fmla="*/ 3822 w 11943"/>
                <a:gd name="csY27" fmla="*/ 0 h 14809"/>
                <a:gd name="csX28" fmla="*/ 5733 w 11943"/>
                <a:gd name="csY28" fmla="*/ 0 h 14809"/>
                <a:gd name="csX29" fmla="*/ 7644 w 11943"/>
                <a:gd name="csY29" fmla="*/ 1433 h 14809"/>
                <a:gd name="csX30" fmla="*/ 9555 w 11943"/>
                <a:gd name="csY30" fmla="*/ 2866 h 14809"/>
                <a:gd name="csX31" fmla="*/ 11943 w 11943"/>
                <a:gd name="csY31" fmla="*/ 6211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1943" h="14809">
                  <a:moveTo>
                    <a:pt x="11943" y="6211"/>
                  </a:moveTo>
                  <a:lnTo>
                    <a:pt x="11943" y="7644"/>
                  </a:lnTo>
                  <a:lnTo>
                    <a:pt x="11943" y="10510"/>
                  </a:lnTo>
                  <a:lnTo>
                    <a:pt x="10988" y="12899"/>
                  </a:lnTo>
                  <a:lnTo>
                    <a:pt x="10032" y="14332"/>
                  </a:lnTo>
                  <a:lnTo>
                    <a:pt x="8121" y="14810"/>
                  </a:lnTo>
                  <a:lnTo>
                    <a:pt x="6211" y="14810"/>
                  </a:lnTo>
                  <a:lnTo>
                    <a:pt x="5255" y="14332"/>
                  </a:lnTo>
                  <a:lnTo>
                    <a:pt x="5733" y="12421"/>
                  </a:lnTo>
                  <a:lnTo>
                    <a:pt x="6211" y="11466"/>
                  </a:lnTo>
                  <a:lnTo>
                    <a:pt x="6688" y="9555"/>
                  </a:lnTo>
                  <a:lnTo>
                    <a:pt x="6211" y="6688"/>
                  </a:lnTo>
                  <a:lnTo>
                    <a:pt x="5733" y="4777"/>
                  </a:lnTo>
                  <a:lnTo>
                    <a:pt x="4300" y="3344"/>
                  </a:lnTo>
                  <a:lnTo>
                    <a:pt x="3822" y="3344"/>
                  </a:lnTo>
                  <a:lnTo>
                    <a:pt x="3344" y="4300"/>
                  </a:lnTo>
                  <a:lnTo>
                    <a:pt x="3822" y="6688"/>
                  </a:lnTo>
                  <a:lnTo>
                    <a:pt x="3344" y="9077"/>
                  </a:lnTo>
                  <a:lnTo>
                    <a:pt x="2867" y="12421"/>
                  </a:lnTo>
                  <a:lnTo>
                    <a:pt x="1911" y="14332"/>
                  </a:lnTo>
                  <a:lnTo>
                    <a:pt x="478" y="13377"/>
                  </a:lnTo>
                  <a:lnTo>
                    <a:pt x="0" y="11943"/>
                  </a:lnTo>
                  <a:lnTo>
                    <a:pt x="0" y="10032"/>
                  </a:lnTo>
                  <a:lnTo>
                    <a:pt x="0" y="8121"/>
                  </a:lnTo>
                  <a:lnTo>
                    <a:pt x="0" y="6211"/>
                  </a:lnTo>
                  <a:lnTo>
                    <a:pt x="956" y="2866"/>
                  </a:lnTo>
                  <a:lnTo>
                    <a:pt x="2389" y="956"/>
                  </a:lnTo>
                  <a:lnTo>
                    <a:pt x="3822" y="0"/>
                  </a:lnTo>
                  <a:lnTo>
                    <a:pt x="5733" y="0"/>
                  </a:lnTo>
                  <a:lnTo>
                    <a:pt x="7644" y="1433"/>
                  </a:lnTo>
                  <a:lnTo>
                    <a:pt x="9555" y="2866"/>
                  </a:lnTo>
                  <a:lnTo>
                    <a:pt x="11943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" name="Freeform 3025">
              <a:extLst>
                <a:ext uri="{FF2B5EF4-FFF2-40B4-BE49-F238E27FC236}">
                  <a16:creationId xmlns:a16="http://schemas.microsoft.com/office/drawing/2014/main" id="{3754B130-B724-B6B3-0027-826E47683E1B}"/>
                </a:ext>
              </a:extLst>
            </p:cNvPr>
            <p:cNvSpPr/>
            <p:nvPr/>
          </p:nvSpPr>
          <p:spPr>
            <a:xfrm>
              <a:off x="3959593" y="2580814"/>
              <a:ext cx="21020" cy="21020"/>
            </a:xfrm>
            <a:custGeom>
              <a:avLst/>
              <a:gdLst>
                <a:gd name="csX0" fmla="*/ 19587 w 21020"/>
                <a:gd name="csY0" fmla="*/ 5255 h 21020"/>
                <a:gd name="csX1" fmla="*/ 21020 w 21020"/>
                <a:gd name="csY1" fmla="*/ 7644 h 21020"/>
                <a:gd name="csX2" fmla="*/ 21020 w 21020"/>
                <a:gd name="csY2" fmla="*/ 8121 h 21020"/>
                <a:gd name="csX3" fmla="*/ 18632 w 21020"/>
                <a:gd name="csY3" fmla="*/ 10510 h 21020"/>
                <a:gd name="csX4" fmla="*/ 17198 w 21020"/>
                <a:gd name="csY4" fmla="*/ 12899 h 21020"/>
                <a:gd name="csX5" fmla="*/ 15765 w 21020"/>
                <a:gd name="csY5" fmla="*/ 13376 h 21020"/>
                <a:gd name="csX6" fmla="*/ 13376 w 21020"/>
                <a:gd name="csY6" fmla="*/ 10988 h 21020"/>
                <a:gd name="csX7" fmla="*/ 10988 w 21020"/>
                <a:gd name="csY7" fmla="*/ 11943 h 21020"/>
                <a:gd name="csX8" fmla="*/ 8121 w 21020"/>
                <a:gd name="csY8" fmla="*/ 16243 h 21020"/>
                <a:gd name="csX9" fmla="*/ 6688 w 21020"/>
                <a:gd name="csY9" fmla="*/ 19109 h 21020"/>
                <a:gd name="csX10" fmla="*/ 6210 w 21020"/>
                <a:gd name="csY10" fmla="*/ 20065 h 21020"/>
                <a:gd name="csX11" fmla="*/ 3344 w 21020"/>
                <a:gd name="csY11" fmla="*/ 21020 h 21020"/>
                <a:gd name="csX12" fmla="*/ 2389 w 21020"/>
                <a:gd name="csY12" fmla="*/ 20065 h 21020"/>
                <a:gd name="csX13" fmla="*/ 956 w 21020"/>
                <a:gd name="csY13" fmla="*/ 17676 h 21020"/>
                <a:gd name="csX14" fmla="*/ 0 w 21020"/>
                <a:gd name="csY14" fmla="*/ 13854 h 21020"/>
                <a:gd name="csX15" fmla="*/ 956 w 21020"/>
                <a:gd name="csY15" fmla="*/ 10510 h 21020"/>
                <a:gd name="csX16" fmla="*/ 3344 w 21020"/>
                <a:gd name="csY16" fmla="*/ 8599 h 21020"/>
                <a:gd name="csX17" fmla="*/ 10032 w 21020"/>
                <a:gd name="csY17" fmla="*/ 5255 h 21020"/>
                <a:gd name="csX18" fmla="*/ 11943 w 21020"/>
                <a:gd name="csY18" fmla="*/ 3822 h 21020"/>
                <a:gd name="csX19" fmla="*/ 11943 w 21020"/>
                <a:gd name="csY19" fmla="*/ 1911 h 21020"/>
                <a:gd name="csX20" fmla="*/ 12421 w 21020"/>
                <a:gd name="csY20" fmla="*/ 478 h 21020"/>
                <a:gd name="csX21" fmla="*/ 12899 w 21020"/>
                <a:gd name="csY21" fmla="*/ 0 h 21020"/>
                <a:gd name="csX22" fmla="*/ 17676 w 21020"/>
                <a:gd name="csY22" fmla="*/ 3344 h 21020"/>
                <a:gd name="csX23" fmla="*/ 19587 w 21020"/>
                <a:gd name="csY23" fmla="*/ 5255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1020" h="21020">
                  <a:moveTo>
                    <a:pt x="19587" y="5255"/>
                  </a:moveTo>
                  <a:lnTo>
                    <a:pt x="21020" y="7644"/>
                  </a:lnTo>
                  <a:lnTo>
                    <a:pt x="21020" y="8121"/>
                  </a:lnTo>
                  <a:lnTo>
                    <a:pt x="18632" y="10510"/>
                  </a:lnTo>
                  <a:lnTo>
                    <a:pt x="17198" y="12899"/>
                  </a:lnTo>
                  <a:lnTo>
                    <a:pt x="15765" y="13376"/>
                  </a:lnTo>
                  <a:lnTo>
                    <a:pt x="13376" y="10988"/>
                  </a:lnTo>
                  <a:lnTo>
                    <a:pt x="10988" y="11943"/>
                  </a:lnTo>
                  <a:lnTo>
                    <a:pt x="8121" y="16243"/>
                  </a:lnTo>
                  <a:lnTo>
                    <a:pt x="6688" y="19109"/>
                  </a:lnTo>
                  <a:lnTo>
                    <a:pt x="6210" y="20065"/>
                  </a:lnTo>
                  <a:lnTo>
                    <a:pt x="3344" y="21020"/>
                  </a:lnTo>
                  <a:lnTo>
                    <a:pt x="2389" y="20065"/>
                  </a:lnTo>
                  <a:lnTo>
                    <a:pt x="956" y="17676"/>
                  </a:lnTo>
                  <a:lnTo>
                    <a:pt x="0" y="13854"/>
                  </a:lnTo>
                  <a:lnTo>
                    <a:pt x="956" y="10510"/>
                  </a:lnTo>
                  <a:lnTo>
                    <a:pt x="3344" y="8599"/>
                  </a:lnTo>
                  <a:lnTo>
                    <a:pt x="10032" y="5255"/>
                  </a:lnTo>
                  <a:lnTo>
                    <a:pt x="11943" y="3822"/>
                  </a:lnTo>
                  <a:lnTo>
                    <a:pt x="11943" y="1911"/>
                  </a:lnTo>
                  <a:lnTo>
                    <a:pt x="12421" y="478"/>
                  </a:lnTo>
                  <a:lnTo>
                    <a:pt x="12899" y="0"/>
                  </a:lnTo>
                  <a:lnTo>
                    <a:pt x="17676" y="3344"/>
                  </a:lnTo>
                  <a:lnTo>
                    <a:pt x="19587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7" name="Freeform 3026">
              <a:extLst>
                <a:ext uri="{FF2B5EF4-FFF2-40B4-BE49-F238E27FC236}">
                  <a16:creationId xmlns:a16="http://schemas.microsoft.com/office/drawing/2014/main" id="{9E966CF8-9DD0-9273-619E-B15758F13B17}"/>
                </a:ext>
              </a:extLst>
            </p:cNvPr>
            <p:cNvSpPr/>
            <p:nvPr/>
          </p:nvSpPr>
          <p:spPr>
            <a:xfrm>
              <a:off x="3963893" y="4198883"/>
              <a:ext cx="8121" cy="4777"/>
            </a:xfrm>
            <a:custGeom>
              <a:avLst/>
              <a:gdLst>
                <a:gd name="csX0" fmla="*/ 8121 w 8121"/>
                <a:gd name="csY0" fmla="*/ 0 h 4777"/>
                <a:gd name="csX1" fmla="*/ 7644 w 8121"/>
                <a:gd name="csY1" fmla="*/ 956 h 4777"/>
                <a:gd name="csX2" fmla="*/ 5255 w 8121"/>
                <a:gd name="csY2" fmla="*/ 2389 h 4777"/>
                <a:gd name="csX3" fmla="*/ 956 w 8121"/>
                <a:gd name="csY3" fmla="*/ 4777 h 4777"/>
                <a:gd name="csX4" fmla="*/ 0 w 8121"/>
                <a:gd name="csY4" fmla="*/ 4777 h 4777"/>
                <a:gd name="csX5" fmla="*/ 956 w 8121"/>
                <a:gd name="csY5" fmla="*/ 3822 h 4777"/>
                <a:gd name="csX6" fmla="*/ 2389 w 8121"/>
                <a:gd name="csY6" fmla="*/ 3344 h 4777"/>
                <a:gd name="csX7" fmla="*/ 5733 w 8121"/>
                <a:gd name="csY7" fmla="*/ 956 h 4777"/>
                <a:gd name="csX8" fmla="*/ 7166 w 8121"/>
                <a:gd name="csY8" fmla="*/ 956 h 4777"/>
                <a:gd name="csX9" fmla="*/ 7644 w 8121"/>
                <a:gd name="csY9" fmla="*/ 478 h 4777"/>
                <a:gd name="csX10" fmla="*/ 8121 w 8121"/>
                <a:gd name="csY10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8121" h="4777">
                  <a:moveTo>
                    <a:pt x="8121" y="0"/>
                  </a:moveTo>
                  <a:lnTo>
                    <a:pt x="7644" y="956"/>
                  </a:lnTo>
                  <a:lnTo>
                    <a:pt x="5255" y="2389"/>
                  </a:lnTo>
                  <a:lnTo>
                    <a:pt x="956" y="4777"/>
                  </a:lnTo>
                  <a:lnTo>
                    <a:pt x="0" y="4777"/>
                  </a:lnTo>
                  <a:lnTo>
                    <a:pt x="956" y="3822"/>
                  </a:lnTo>
                  <a:lnTo>
                    <a:pt x="2389" y="3344"/>
                  </a:lnTo>
                  <a:lnTo>
                    <a:pt x="5733" y="956"/>
                  </a:lnTo>
                  <a:lnTo>
                    <a:pt x="7166" y="956"/>
                  </a:lnTo>
                  <a:lnTo>
                    <a:pt x="7644" y="478"/>
                  </a:lnTo>
                  <a:lnTo>
                    <a:pt x="81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8" name="Freeform 3027">
              <a:extLst>
                <a:ext uri="{FF2B5EF4-FFF2-40B4-BE49-F238E27FC236}">
                  <a16:creationId xmlns:a16="http://schemas.microsoft.com/office/drawing/2014/main" id="{43668E64-891A-EBAC-A541-9631922E7DD3}"/>
                </a:ext>
              </a:extLst>
            </p:cNvPr>
            <p:cNvSpPr/>
            <p:nvPr/>
          </p:nvSpPr>
          <p:spPr>
            <a:xfrm>
              <a:off x="3846849" y="2699769"/>
              <a:ext cx="124209" cy="160994"/>
            </a:xfrm>
            <a:custGeom>
              <a:avLst/>
              <a:gdLst>
                <a:gd name="csX0" fmla="*/ 124210 w 124209"/>
                <a:gd name="csY0" fmla="*/ 87902 h 160994"/>
                <a:gd name="csX1" fmla="*/ 124210 w 124209"/>
                <a:gd name="csY1" fmla="*/ 91724 h 160994"/>
                <a:gd name="csX2" fmla="*/ 123732 w 124209"/>
                <a:gd name="csY2" fmla="*/ 95068 h 160994"/>
                <a:gd name="csX3" fmla="*/ 122777 w 124209"/>
                <a:gd name="csY3" fmla="*/ 97457 h 160994"/>
                <a:gd name="csX4" fmla="*/ 120388 w 124209"/>
                <a:gd name="csY4" fmla="*/ 100323 h 160994"/>
                <a:gd name="csX5" fmla="*/ 118477 w 124209"/>
                <a:gd name="csY5" fmla="*/ 101756 h 160994"/>
                <a:gd name="csX6" fmla="*/ 117044 w 124209"/>
                <a:gd name="csY6" fmla="*/ 101756 h 160994"/>
                <a:gd name="csX7" fmla="*/ 117521 w 124209"/>
                <a:gd name="csY7" fmla="*/ 102234 h 160994"/>
                <a:gd name="csX8" fmla="*/ 119910 w 124209"/>
                <a:gd name="csY8" fmla="*/ 104623 h 160994"/>
                <a:gd name="csX9" fmla="*/ 120865 w 124209"/>
                <a:gd name="csY9" fmla="*/ 106534 h 160994"/>
                <a:gd name="csX10" fmla="*/ 121343 w 124209"/>
                <a:gd name="csY10" fmla="*/ 108445 h 160994"/>
                <a:gd name="csX11" fmla="*/ 121343 w 124209"/>
                <a:gd name="csY11" fmla="*/ 110356 h 160994"/>
                <a:gd name="csX12" fmla="*/ 120865 w 124209"/>
                <a:gd name="csY12" fmla="*/ 112266 h 160994"/>
                <a:gd name="csX13" fmla="*/ 117999 w 124209"/>
                <a:gd name="csY13" fmla="*/ 117999 h 160994"/>
                <a:gd name="csX14" fmla="*/ 117999 w 124209"/>
                <a:gd name="csY14" fmla="*/ 118955 h 160994"/>
                <a:gd name="csX15" fmla="*/ 118954 w 124209"/>
                <a:gd name="csY15" fmla="*/ 119432 h 160994"/>
                <a:gd name="csX16" fmla="*/ 120865 w 124209"/>
                <a:gd name="csY16" fmla="*/ 122777 h 160994"/>
                <a:gd name="csX17" fmla="*/ 120865 w 124209"/>
                <a:gd name="csY17" fmla="*/ 130420 h 160994"/>
                <a:gd name="csX18" fmla="*/ 114177 w 124209"/>
                <a:gd name="csY18" fmla="*/ 132809 h 160994"/>
                <a:gd name="csX19" fmla="*/ 112744 w 124209"/>
                <a:gd name="csY19" fmla="*/ 134720 h 160994"/>
                <a:gd name="csX20" fmla="*/ 110833 w 124209"/>
                <a:gd name="csY20" fmla="*/ 137586 h 160994"/>
                <a:gd name="csX21" fmla="*/ 108922 w 124209"/>
                <a:gd name="csY21" fmla="*/ 139975 h 160994"/>
                <a:gd name="csX22" fmla="*/ 104145 w 124209"/>
                <a:gd name="csY22" fmla="*/ 141886 h 160994"/>
                <a:gd name="csX23" fmla="*/ 101756 w 124209"/>
                <a:gd name="csY23" fmla="*/ 142363 h 160994"/>
                <a:gd name="csX24" fmla="*/ 89813 w 124209"/>
                <a:gd name="csY24" fmla="*/ 140452 h 160994"/>
                <a:gd name="csX25" fmla="*/ 88858 w 124209"/>
                <a:gd name="csY25" fmla="*/ 139497 h 160994"/>
                <a:gd name="csX26" fmla="*/ 87902 w 124209"/>
                <a:gd name="csY26" fmla="*/ 137108 h 160994"/>
                <a:gd name="csX27" fmla="*/ 87424 w 124209"/>
                <a:gd name="csY27" fmla="*/ 134242 h 160994"/>
                <a:gd name="csX28" fmla="*/ 86947 w 124209"/>
                <a:gd name="csY28" fmla="*/ 132331 h 160994"/>
                <a:gd name="csX29" fmla="*/ 87424 w 124209"/>
                <a:gd name="csY29" fmla="*/ 130420 h 160994"/>
                <a:gd name="csX30" fmla="*/ 87424 w 124209"/>
                <a:gd name="csY30" fmla="*/ 129465 h 160994"/>
                <a:gd name="csX31" fmla="*/ 86947 w 124209"/>
                <a:gd name="csY31" fmla="*/ 129465 h 160994"/>
                <a:gd name="csX32" fmla="*/ 85514 w 124209"/>
                <a:gd name="csY32" fmla="*/ 130898 h 160994"/>
                <a:gd name="csX33" fmla="*/ 84080 w 124209"/>
                <a:gd name="csY33" fmla="*/ 134242 h 160994"/>
                <a:gd name="csX34" fmla="*/ 85036 w 124209"/>
                <a:gd name="csY34" fmla="*/ 137108 h 160994"/>
                <a:gd name="csX35" fmla="*/ 88858 w 124209"/>
                <a:gd name="csY35" fmla="*/ 146185 h 160994"/>
                <a:gd name="csX36" fmla="*/ 89335 w 124209"/>
                <a:gd name="csY36" fmla="*/ 150485 h 160994"/>
                <a:gd name="csX37" fmla="*/ 89813 w 124209"/>
                <a:gd name="csY37" fmla="*/ 151918 h 160994"/>
                <a:gd name="csX38" fmla="*/ 89335 w 124209"/>
                <a:gd name="csY38" fmla="*/ 153351 h 160994"/>
                <a:gd name="csX39" fmla="*/ 85036 w 124209"/>
                <a:gd name="csY39" fmla="*/ 158606 h 160994"/>
                <a:gd name="csX40" fmla="*/ 82647 w 124209"/>
                <a:gd name="csY40" fmla="*/ 160039 h 160994"/>
                <a:gd name="csX41" fmla="*/ 80258 w 124209"/>
                <a:gd name="csY41" fmla="*/ 160995 h 160994"/>
                <a:gd name="csX42" fmla="*/ 77870 w 124209"/>
                <a:gd name="csY42" fmla="*/ 160517 h 160994"/>
                <a:gd name="csX43" fmla="*/ 75481 w 124209"/>
                <a:gd name="csY43" fmla="*/ 158128 h 160994"/>
                <a:gd name="csX44" fmla="*/ 74048 w 124209"/>
                <a:gd name="csY44" fmla="*/ 157173 h 160994"/>
                <a:gd name="csX45" fmla="*/ 70226 w 124209"/>
                <a:gd name="csY45" fmla="*/ 157173 h 160994"/>
                <a:gd name="csX46" fmla="*/ 69271 w 124209"/>
                <a:gd name="csY46" fmla="*/ 156218 h 160994"/>
                <a:gd name="csX47" fmla="*/ 68315 w 124209"/>
                <a:gd name="csY47" fmla="*/ 154307 h 160994"/>
                <a:gd name="csX48" fmla="*/ 65449 w 124209"/>
                <a:gd name="csY48" fmla="*/ 146663 h 160994"/>
                <a:gd name="csX49" fmla="*/ 62105 w 124209"/>
                <a:gd name="csY49" fmla="*/ 140930 h 160994"/>
                <a:gd name="csX50" fmla="*/ 59238 w 124209"/>
                <a:gd name="csY50" fmla="*/ 134720 h 160994"/>
                <a:gd name="csX51" fmla="*/ 51117 w 124209"/>
                <a:gd name="csY51" fmla="*/ 126121 h 160994"/>
                <a:gd name="csX52" fmla="*/ 47295 w 124209"/>
                <a:gd name="csY52" fmla="*/ 120388 h 160994"/>
                <a:gd name="csX53" fmla="*/ 42040 w 124209"/>
                <a:gd name="csY53" fmla="*/ 111789 h 160994"/>
                <a:gd name="csX54" fmla="*/ 39651 w 124209"/>
                <a:gd name="csY54" fmla="*/ 109878 h 160994"/>
                <a:gd name="csX55" fmla="*/ 37741 w 124209"/>
                <a:gd name="csY55" fmla="*/ 108922 h 160994"/>
                <a:gd name="csX56" fmla="*/ 34396 w 124209"/>
                <a:gd name="csY56" fmla="*/ 108445 h 160994"/>
                <a:gd name="csX57" fmla="*/ 33441 w 124209"/>
                <a:gd name="csY57" fmla="*/ 107011 h 160994"/>
                <a:gd name="csX58" fmla="*/ 32008 w 124209"/>
                <a:gd name="csY58" fmla="*/ 104145 h 160994"/>
                <a:gd name="csX59" fmla="*/ 29619 w 124209"/>
                <a:gd name="csY59" fmla="*/ 101756 h 160994"/>
                <a:gd name="csX60" fmla="*/ 29141 w 124209"/>
                <a:gd name="csY60" fmla="*/ 101756 h 160994"/>
                <a:gd name="csX61" fmla="*/ 27708 w 124209"/>
                <a:gd name="csY61" fmla="*/ 102234 h 160994"/>
                <a:gd name="csX62" fmla="*/ 23886 w 124209"/>
                <a:gd name="csY62" fmla="*/ 104145 h 160994"/>
                <a:gd name="csX63" fmla="*/ 19587 w 124209"/>
                <a:gd name="csY63" fmla="*/ 102234 h 160994"/>
                <a:gd name="csX64" fmla="*/ 18631 w 124209"/>
                <a:gd name="csY64" fmla="*/ 100323 h 160994"/>
                <a:gd name="csX65" fmla="*/ 18154 w 124209"/>
                <a:gd name="csY65" fmla="*/ 97935 h 160994"/>
                <a:gd name="csX66" fmla="*/ 17676 w 124209"/>
                <a:gd name="csY66" fmla="*/ 96501 h 160994"/>
                <a:gd name="csX67" fmla="*/ 15765 w 124209"/>
                <a:gd name="csY67" fmla="*/ 95068 h 160994"/>
                <a:gd name="csX68" fmla="*/ 14809 w 124209"/>
                <a:gd name="csY68" fmla="*/ 91724 h 160994"/>
                <a:gd name="csX69" fmla="*/ 6210 w 124209"/>
                <a:gd name="csY69" fmla="*/ 85036 h 160994"/>
                <a:gd name="csX70" fmla="*/ 955 w 124209"/>
                <a:gd name="csY70" fmla="*/ 77392 h 160994"/>
                <a:gd name="csX71" fmla="*/ 0 w 124209"/>
                <a:gd name="csY71" fmla="*/ 75004 h 160994"/>
                <a:gd name="csX72" fmla="*/ 0 w 124209"/>
                <a:gd name="csY72" fmla="*/ 73570 h 160994"/>
                <a:gd name="csX73" fmla="*/ 478 w 124209"/>
                <a:gd name="csY73" fmla="*/ 69749 h 160994"/>
                <a:gd name="csX74" fmla="*/ 1433 w 124209"/>
                <a:gd name="csY74" fmla="*/ 65927 h 160994"/>
                <a:gd name="csX75" fmla="*/ 3344 w 124209"/>
                <a:gd name="csY75" fmla="*/ 61627 h 160994"/>
                <a:gd name="csX76" fmla="*/ 4300 w 124209"/>
                <a:gd name="csY76" fmla="*/ 59716 h 160994"/>
                <a:gd name="csX77" fmla="*/ 7644 w 124209"/>
                <a:gd name="csY77" fmla="*/ 56372 h 160994"/>
                <a:gd name="csX78" fmla="*/ 10032 w 124209"/>
                <a:gd name="csY78" fmla="*/ 55417 h 160994"/>
                <a:gd name="csX79" fmla="*/ 13854 w 124209"/>
                <a:gd name="csY79" fmla="*/ 55894 h 160994"/>
                <a:gd name="csX80" fmla="*/ 15765 w 124209"/>
                <a:gd name="csY80" fmla="*/ 56850 h 160994"/>
                <a:gd name="csX81" fmla="*/ 17198 w 124209"/>
                <a:gd name="csY81" fmla="*/ 59238 h 160994"/>
                <a:gd name="csX82" fmla="*/ 18154 w 124209"/>
                <a:gd name="csY82" fmla="*/ 62105 h 160994"/>
                <a:gd name="csX83" fmla="*/ 19109 w 124209"/>
                <a:gd name="csY83" fmla="*/ 64016 h 160994"/>
                <a:gd name="csX84" fmla="*/ 21498 w 124209"/>
                <a:gd name="csY84" fmla="*/ 65927 h 160994"/>
                <a:gd name="csX85" fmla="*/ 23409 w 124209"/>
                <a:gd name="csY85" fmla="*/ 67360 h 160994"/>
                <a:gd name="csX86" fmla="*/ 25320 w 124209"/>
                <a:gd name="csY86" fmla="*/ 71182 h 160994"/>
                <a:gd name="csX87" fmla="*/ 27230 w 124209"/>
                <a:gd name="csY87" fmla="*/ 75959 h 160994"/>
                <a:gd name="csX88" fmla="*/ 28664 w 124209"/>
                <a:gd name="csY88" fmla="*/ 77392 h 160994"/>
                <a:gd name="csX89" fmla="*/ 32008 w 124209"/>
                <a:gd name="csY89" fmla="*/ 77870 h 160994"/>
                <a:gd name="csX90" fmla="*/ 35830 w 124209"/>
                <a:gd name="csY90" fmla="*/ 77392 h 160994"/>
                <a:gd name="csX91" fmla="*/ 43951 w 124209"/>
                <a:gd name="csY91" fmla="*/ 74526 h 160994"/>
                <a:gd name="csX92" fmla="*/ 44429 w 124209"/>
                <a:gd name="csY92" fmla="*/ 74048 h 160994"/>
                <a:gd name="csX93" fmla="*/ 44907 w 124209"/>
                <a:gd name="csY93" fmla="*/ 72137 h 160994"/>
                <a:gd name="csX94" fmla="*/ 45862 w 124209"/>
                <a:gd name="csY94" fmla="*/ 61627 h 160994"/>
                <a:gd name="csX95" fmla="*/ 46340 w 124209"/>
                <a:gd name="csY95" fmla="*/ 61627 h 160994"/>
                <a:gd name="csX96" fmla="*/ 49206 w 124209"/>
                <a:gd name="csY96" fmla="*/ 66404 h 160994"/>
                <a:gd name="csX97" fmla="*/ 50162 w 124209"/>
                <a:gd name="csY97" fmla="*/ 66882 h 160994"/>
                <a:gd name="csX98" fmla="*/ 51117 w 124209"/>
                <a:gd name="csY98" fmla="*/ 65927 h 160994"/>
                <a:gd name="csX99" fmla="*/ 52072 w 124209"/>
                <a:gd name="csY99" fmla="*/ 63538 h 160994"/>
                <a:gd name="csX100" fmla="*/ 52072 w 124209"/>
                <a:gd name="csY100" fmla="*/ 62583 h 160994"/>
                <a:gd name="csX101" fmla="*/ 50162 w 124209"/>
                <a:gd name="csY101" fmla="*/ 56850 h 160994"/>
                <a:gd name="csX102" fmla="*/ 49206 w 124209"/>
                <a:gd name="csY102" fmla="*/ 54461 h 160994"/>
                <a:gd name="csX103" fmla="*/ 48251 w 124209"/>
                <a:gd name="csY103" fmla="*/ 52550 h 160994"/>
                <a:gd name="csX104" fmla="*/ 47295 w 124209"/>
                <a:gd name="csY104" fmla="*/ 52072 h 160994"/>
                <a:gd name="csX105" fmla="*/ 44907 w 124209"/>
                <a:gd name="csY105" fmla="*/ 52550 h 160994"/>
                <a:gd name="csX106" fmla="*/ 43473 w 124209"/>
                <a:gd name="csY106" fmla="*/ 51595 h 160994"/>
                <a:gd name="csX107" fmla="*/ 42996 w 124209"/>
                <a:gd name="csY107" fmla="*/ 50162 h 160994"/>
                <a:gd name="csX108" fmla="*/ 42996 w 124209"/>
                <a:gd name="csY108" fmla="*/ 47773 h 160994"/>
                <a:gd name="csX109" fmla="*/ 43951 w 124209"/>
                <a:gd name="csY109" fmla="*/ 45384 h 160994"/>
                <a:gd name="csX110" fmla="*/ 44907 w 124209"/>
                <a:gd name="csY110" fmla="*/ 44429 h 160994"/>
                <a:gd name="csX111" fmla="*/ 46817 w 124209"/>
                <a:gd name="csY111" fmla="*/ 43473 h 160994"/>
                <a:gd name="csX112" fmla="*/ 49206 w 124209"/>
                <a:gd name="csY112" fmla="*/ 44429 h 160994"/>
                <a:gd name="csX113" fmla="*/ 52550 w 124209"/>
                <a:gd name="csY113" fmla="*/ 47295 h 160994"/>
                <a:gd name="csX114" fmla="*/ 54461 w 124209"/>
                <a:gd name="csY114" fmla="*/ 47773 h 160994"/>
                <a:gd name="csX115" fmla="*/ 57328 w 124209"/>
                <a:gd name="csY115" fmla="*/ 46817 h 160994"/>
                <a:gd name="csX116" fmla="*/ 53506 w 124209"/>
                <a:gd name="csY116" fmla="*/ 45384 h 160994"/>
                <a:gd name="csX117" fmla="*/ 48728 w 124209"/>
                <a:gd name="csY117" fmla="*/ 38696 h 160994"/>
                <a:gd name="csX118" fmla="*/ 46340 w 124209"/>
                <a:gd name="csY118" fmla="*/ 37741 h 160994"/>
                <a:gd name="csX119" fmla="*/ 43951 w 124209"/>
                <a:gd name="csY119" fmla="*/ 40607 h 160994"/>
                <a:gd name="csX120" fmla="*/ 42040 w 124209"/>
                <a:gd name="csY120" fmla="*/ 41563 h 160994"/>
                <a:gd name="csX121" fmla="*/ 38696 w 124209"/>
                <a:gd name="csY121" fmla="*/ 42996 h 160994"/>
                <a:gd name="csX122" fmla="*/ 36307 w 124209"/>
                <a:gd name="csY122" fmla="*/ 42996 h 160994"/>
                <a:gd name="csX123" fmla="*/ 24842 w 124209"/>
                <a:gd name="csY123" fmla="*/ 32963 h 160994"/>
                <a:gd name="csX124" fmla="*/ 24364 w 124209"/>
                <a:gd name="csY124" fmla="*/ 32008 h 160994"/>
                <a:gd name="csX125" fmla="*/ 23409 w 124209"/>
                <a:gd name="csY125" fmla="*/ 29619 h 160994"/>
                <a:gd name="csX126" fmla="*/ 23886 w 124209"/>
                <a:gd name="csY126" fmla="*/ 28186 h 160994"/>
                <a:gd name="csX127" fmla="*/ 24842 w 124209"/>
                <a:gd name="csY127" fmla="*/ 26753 h 160994"/>
                <a:gd name="csX128" fmla="*/ 27708 w 124209"/>
                <a:gd name="csY128" fmla="*/ 23886 h 160994"/>
                <a:gd name="csX129" fmla="*/ 31530 w 124209"/>
                <a:gd name="csY129" fmla="*/ 22453 h 160994"/>
                <a:gd name="csX130" fmla="*/ 34396 w 124209"/>
                <a:gd name="csY130" fmla="*/ 22453 h 160994"/>
                <a:gd name="csX131" fmla="*/ 36785 w 124209"/>
                <a:gd name="csY131" fmla="*/ 24364 h 160994"/>
                <a:gd name="csX132" fmla="*/ 40607 w 124209"/>
                <a:gd name="csY132" fmla="*/ 29142 h 160994"/>
                <a:gd name="csX133" fmla="*/ 43473 w 124209"/>
                <a:gd name="csY133" fmla="*/ 32008 h 160994"/>
                <a:gd name="csX134" fmla="*/ 43473 w 124209"/>
                <a:gd name="csY134" fmla="*/ 31052 h 160994"/>
                <a:gd name="csX135" fmla="*/ 42996 w 124209"/>
                <a:gd name="csY135" fmla="*/ 28186 h 160994"/>
                <a:gd name="csX136" fmla="*/ 41562 w 124209"/>
                <a:gd name="csY136" fmla="*/ 23886 h 160994"/>
                <a:gd name="csX137" fmla="*/ 40607 w 124209"/>
                <a:gd name="csY137" fmla="*/ 22931 h 160994"/>
                <a:gd name="csX138" fmla="*/ 38218 w 124209"/>
                <a:gd name="csY138" fmla="*/ 21498 h 160994"/>
                <a:gd name="csX139" fmla="*/ 35830 w 124209"/>
                <a:gd name="csY139" fmla="*/ 18631 h 160994"/>
                <a:gd name="csX140" fmla="*/ 34874 w 124209"/>
                <a:gd name="csY140" fmla="*/ 16243 h 160994"/>
                <a:gd name="csX141" fmla="*/ 34396 w 124209"/>
                <a:gd name="csY141" fmla="*/ 13854 h 160994"/>
                <a:gd name="csX142" fmla="*/ 34396 w 124209"/>
                <a:gd name="csY142" fmla="*/ 11465 h 160994"/>
                <a:gd name="csX143" fmla="*/ 34874 w 124209"/>
                <a:gd name="csY143" fmla="*/ 10032 h 160994"/>
                <a:gd name="csX144" fmla="*/ 35830 w 124209"/>
                <a:gd name="csY144" fmla="*/ 9077 h 160994"/>
                <a:gd name="csX145" fmla="*/ 44429 w 124209"/>
                <a:gd name="csY145" fmla="*/ 6688 h 160994"/>
                <a:gd name="csX146" fmla="*/ 50162 w 124209"/>
                <a:gd name="csY146" fmla="*/ 9077 h 160994"/>
                <a:gd name="csX147" fmla="*/ 53983 w 124209"/>
                <a:gd name="csY147" fmla="*/ 9555 h 160994"/>
                <a:gd name="csX148" fmla="*/ 55416 w 124209"/>
                <a:gd name="csY148" fmla="*/ 6210 h 160994"/>
                <a:gd name="csX149" fmla="*/ 54939 w 124209"/>
                <a:gd name="csY149" fmla="*/ 5733 h 160994"/>
                <a:gd name="csX150" fmla="*/ 53028 w 124209"/>
                <a:gd name="csY150" fmla="*/ 6688 h 160994"/>
                <a:gd name="csX151" fmla="*/ 50639 w 124209"/>
                <a:gd name="csY151" fmla="*/ 6688 h 160994"/>
                <a:gd name="csX152" fmla="*/ 49206 w 124209"/>
                <a:gd name="csY152" fmla="*/ 4777 h 160994"/>
                <a:gd name="csX153" fmla="*/ 49206 w 124209"/>
                <a:gd name="csY153" fmla="*/ 3344 h 160994"/>
                <a:gd name="csX154" fmla="*/ 51117 w 124209"/>
                <a:gd name="csY154" fmla="*/ 956 h 160994"/>
                <a:gd name="csX155" fmla="*/ 53506 w 124209"/>
                <a:gd name="csY155" fmla="*/ 0 h 160994"/>
                <a:gd name="csX156" fmla="*/ 70704 w 124209"/>
                <a:gd name="csY156" fmla="*/ 13854 h 160994"/>
                <a:gd name="csX157" fmla="*/ 72615 w 124209"/>
                <a:gd name="csY157" fmla="*/ 12421 h 160994"/>
                <a:gd name="csX158" fmla="*/ 77870 w 124209"/>
                <a:gd name="csY158" fmla="*/ 11943 h 160994"/>
                <a:gd name="csX159" fmla="*/ 83125 w 124209"/>
                <a:gd name="csY159" fmla="*/ 10032 h 160994"/>
                <a:gd name="csX160" fmla="*/ 90291 w 124209"/>
                <a:gd name="csY160" fmla="*/ 8121 h 160994"/>
                <a:gd name="csX161" fmla="*/ 95068 w 124209"/>
                <a:gd name="csY161" fmla="*/ 5255 h 160994"/>
                <a:gd name="csX162" fmla="*/ 96979 w 124209"/>
                <a:gd name="csY162" fmla="*/ 4300 h 160994"/>
                <a:gd name="csX163" fmla="*/ 99845 w 124209"/>
                <a:gd name="csY163" fmla="*/ 3822 h 160994"/>
                <a:gd name="csX164" fmla="*/ 101756 w 124209"/>
                <a:gd name="csY164" fmla="*/ 3822 h 160994"/>
                <a:gd name="csX165" fmla="*/ 107011 w 124209"/>
                <a:gd name="csY165" fmla="*/ 5255 h 160994"/>
                <a:gd name="csX166" fmla="*/ 108922 w 124209"/>
                <a:gd name="csY166" fmla="*/ 6688 h 160994"/>
                <a:gd name="csX167" fmla="*/ 109878 w 124209"/>
                <a:gd name="csY167" fmla="*/ 7644 h 160994"/>
                <a:gd name="csX168" fmla="*/ 111311 w 124209"/>
                <a:gd name="csY168" fmla="*/ 10032 h 160994"/>
                <a:gd name="csX169" fmla="*/ 113222 w 124209"/>
                <a:gd name="csY169" fmla="*/ 15287 h 160994"/>
                <a:gd name="csX170" fmla="*/ 113222 w 124209"/>
                <a:gd name="csY170" fmla="*/ 17676 h 160994"/>
                <a:gd name="csX171" fmla="*/ 113222 w 124209"/>
                <a:gd name="csY171" fmla="*/ 18154 h 160994"/>
                <a:gd name="csX172" fmla="*/ 111311 w 124209"/>
                <a:gd name="csY172" fmla="*/ 21498 h 160994"/>
                <a:gd name="csX173" fmla="*/ 110355 w 124209"/>
                <a:gd name="csY173" fmla="*/ 22931 h 160994"/>
                <a:gd name="csX174" fmla="*/ 107489 w 124209"/>
                <a:gd name="csY174" fmla="*/ 24364 h 160994"/>
                <a:gd name="csX175" fmla="*/ 105578 w 124209"/>
                <a:gd name="csY175" fmla="*/ 24364 h 160994"/>
                <a:gd name="csX176" fmla="*/ 103667 w 124209"/>
                <a:gd name="csY176" fmla="*/ 27231 h 160994"/>
                <a:gd name="csX177" fmla="*/ 101279 w 124209"/>
                <a:gd name="csY177" fmla="*/ 26275 h 160994"/>
                <a:gd name="csX178" fmla="*/ 100801 w 124209"/>
                <a:gd name="csY178" fmla="*/ 28664 h 160994"/>
                <a:gd name="csX179" fmla="*/ 101279 w 124209"/>
                <a:gd name="csY179" fmla="*/ 30097 h 160994"/>
                <a:gd name="csX180" fmla="*/ 101756 w 124209"/>
                <a:gd name="csY180" fmla="*/ 30575 h 160994"/>
                <a:gd name="csX181" fmla="*/ 102712 w 124209"/>
                <a:gd name="csY181" fmla="*/ 30575 h 160994"/>
                <a:gd name="csX182" fmla="*/ 104145 w 124209"/>
                <a:gd name="csY182" fmla="*/ 29619 h 160994"/>
                <a:gd name="csX183" fmla="*/ 106534 w 124209"/>
                <a:gd name="csY183" fmla="*/ 30097 h 160994"/>
                <a:gd name="csX184" fmla="*/ 107489 w 124209"/>
                <a:gd name="csY184" fmla="*/ 31530 h 160994"/>
                <a:gd name="csX185" fmla="*/ 108922 w 124209"/>
                <a:gd name="csY185" fmla="*/ 33919 h 160994"/>
                <a:gd name="csX186" fmla="*/ 107967 w 124209"/>
                <a:gd name="csY186" fmla="*/ 35830 h 160994"/>
                <a:gd name="csX187" fmla="*/ 103667 w 124209"/>
                <a:gd name="csY187" fmla="*/ 39174 h 160994"/>
                <a:gd name="csX188" fmla="*/ 97457 w 124209"/>
                <a:gd name="csY188" fmla="*/ 42518 h 160994"/>
                <a:gd name="csX189" fmla="*/ 89813 w 124209"/>
                <a:gd name="csY189" fmla="*/ 53028 h 160994"/>
                <a:gd name="csX190" fmla="*/ 85991 w 124209"/>
                <a:gd name="csY190" fmla="*/ 57328 h 160994"/>
                <a:gd name="csX191" fmla="*/ 85036 w 124209"/>
                <a:gd name="csY191" fmla="*/ 58761 h 160994"/>
                <a:gd name="csX192" fmla="*/ 84558 w 124209"/>
                <a:gd name="csY192" fmla="*/ 60194 h 160994"/>
                <a:gd name="csX193" fmla="*/ 85036 w 124209"/>
                <a:gd name="csY193" fmla="*/ 63060 h 160994"/>
                <a:gd name="csX194" fmla="*/ 85036 w 124209"/>
                <a:gd name="csY194" fmla="*/ 64016 h 160994"/>
                <a:gd name="csX195" fmla="*/ 85991 w 124209"/>
                <a:gd name="csY195" fmla="*/ 64493 h 160994"/>
                <a:gd name="csX196" fmla="*/ 89813 w 124209"/>
                <a:gd name="csY196" fmla="*/ 60672 h 160994"/>
                <a:gd name="csX197" fmla="*/ 92202 w 124209"/>
                <a:gd name="csY197" fmla="*/ 59238 h 160994"/>
                <a:gd name="csX198" fmla="*/ 94590 w 124209"/>
                <a:gd name="csY198" fmla="*/ 58283 h 160994"/>
                <a:gd name="csX199" fmla="*/ 98890 w 124209"/>
                <a:gd name="csY199" fmla="*/ 57805 h 160994"/>
                <a:gd name="csX200" fmla="*/ 100801 w 124209"/>
                <a:gd name="csY200" fmla="*/ 58761 h 160994"/>
                <a:gd name="csX201" fmla="*/ 103667 w 124209"/>
                <a:gd name="csY201" fmla="*/ 60672 h 160994"/>
                <a:gd name="csX202" fmla="*/ 106534 w 124209"/>
                <a:gd name="csY202" fmla="*/ 64016 h 160994"/>
                <a:gd name="csX203" fmla="*/ 107489 w 124209"/>
                <a:gd name="csY203" fmla="*/ 65449 h 160994"/>
                <a:gd name="csX204" fmla="*/ 107011 w 124209"/>
                <a:gd name="csY204" fmla="*/ 66404 h 160994"/>
                <a:gd name="csX205" fmla="*/ 106056 w 124209"/>
                <a:gd name="csY205" fmla="*/ 67838 h 160994"/>
                <a:gd name="csX206" fmla="*/ 105578 w 124209"/>
                <a:gd name="csY206" fmla="*/ 68793 h 160994"/>
                <a:gd name="csX207" fmla="*/ 108444 w 124209"/>
                <a:gd name="csY207" fmla="*/ 70226 h 160994"/>
                <a:gd name="csX208" fmla="*/ 111789 w 124209"/>
                <a:gd name="csY208" fmla="*/ 75004 h 160994"/>
                <a:gd name="csX209" fmla="*/ 111789 w 124209"/>
                <a:gd name="csY209" fmla="*/ 77870 h 160994"/>
                <a:gd name="csX210" fmla="*/ 110355 w 124209"/>
                <a:gd name="csY210" fmla="*/ 80258 h 160994"/>
                <a:gd name="csX211" fmla="*/ 110355 w 124209"/>
                <a:gd name="csY211" fmla="*/ 82170 h 160994"/>
                <a:gd name="csX212" fmla="*/ 110833 w 124209"/>
                <a:gd name="csY212" fmla="*/ 83125 h 160994"/>
                <a:gd name="csX213" fmla="*/ 112266 w 124209"/>
                <a:gd name="csY213" fmla="*/ 82647 h 160994"/>
                <a:gd name="csX214" fmla="*/ 116088 w 124209"/>
                <a:gd name="csY214" fmla="*/ 79303 h 160994"/>
                <a:gd name="csX215" fmla="*/ 119910 w 124209"/>
                <a:gd name="csY215" fmla="*/ 77870 h 160994"/>
                <a:gd name="csX216" fmla="*/ 121343 w 124209"/>
                <a:gd name="csY216" fmla="*/ 78348 h 160994"/>
                <a:gd name="csX217" fmla="*/ 122299 w 124209"/>
                <a:gd name="csY217" fmla="*/ 78825 h 160994"/>
                <a:gd name="csX218" fmla="*/ 123254 w 124209"/>
                <a:gd name="csY218" fmla="*/ 83125 h 160994"/>
                <a:gd name="csX219" fmla="*/ 124210 w 124209"/>
                <a:gd name="csY219" fmla="*/ 87902 h 160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</a:cxnLst>
              <a:rect l="l" t="t" r="r" b="b"/>
              <a:pathLst>
                <a:path w="124209" h="160994">
                  <a:moveTo>
                    <a:pt x="124210" y="87902"/>
                  </a:moveTo>
                  <a:lnTo>
                    <a:pt x="124210" y="91724"/>
                  </a:lnTo>
                  <a:lnTo>
                    <a:pt x="123732" y="95068"/>
                  </a:lnTo>
                  <a:lnTo>
                    <a:pt x="122777" y="97457"/>
                  </a:lnTo>
                  <a:lnTo>
                    <a:pt x="120388" y="100323"/>
                  </a:lnTo>
                  <a:lnTo>
                    <a:pt x="118477" y="101756"/>
                  </a:lnTo>
                  <a:lnTo>
                    <a:pt x="117044" y="101756"/>
                  </a:lnTo>
                  <a:lnTo>
                    <a:pt x="117521" y="102234"/>
                  </a:lnTo>
                  <a:lnTo>
                    <a:pt x="119910" y="104623"/>
                  </a:lnTo>
                  <a:lnTo>
                    <a:pt x="120865" y="106534"/>
                  </a:lnTo>
                  <a:lnTo>
                    <a:pt x="121343" y="108445"/>
                  </a:lnTo>
                  <a:lnTo>
                    <a:pt x="121343" y="110356"/>
                  </a:lnTo>
                  <a:lnTo>
                    <a:pt x="120865" y="112266"/>
                  </a:lnTo>
                  <a:lnTo>
                    <a:pt x="117999" y="117999"/>
                  </a:lnTo>
                  <a:lnTo>
                    <a:pt x="117999" y="118955"/>
                  </a:lnTo>
                  <a:lnTo>
                    <a:pt x="118954" y="119432"/>
                  </a:lnTo>
                  <a:lnTo>
                    <a:pt x="120865" y="122777"/>
                  </a:lnTo>
                  <a:lnTo>
                    <a:pt x="120865" y="130420"/>
                  </a:lnTo>
                  <a:lnTo>
                    <a:pt x="114177" y="132809"/>
                  </a:lnTo>
                  <a:lnTo>
                    <a:pt x="112744" y="134720"/>
                  </a:lnTo>
                  <a:lnTo>
                    <a:pt x="110833" y="137586"/>
                  </a:lnTo>
                  <a:lnTo>
                    <a:pt x="108922" y="139975"/>
                  </a:lnTo>
                  <a:lnTo>
                    <a:pt x="104145" y="141886"/>
                  </a:lnTo>
                  <a:lnTo>
                    <a:pt x="101756" y="142363"/>
                  </a:lnTo>
                  <a:lnTo>
                    <a:pt x="89813" y="140452"/>
                  </a:lnTo>
                  <a:lnTo>
                    <a:pt x="88858" y="139497"/>
                  </a:lnTo>
                  <a:lnTo>
                    <a:pt x="87902" y="137108"/>
                  </a:lnTo>
                  <a:lnTo>
                    <a:pt x="87424" y="134242"/>
                  </a:lnTo>
                  <a:lnTo>
                    <a:pt x="86947" y="132331"/>
                  </a:lnTo>
                  <a:lnTo>
                    <a:pt x="87424" y="130420"/>
                  </a:lnTo>
                  <a:lnTo>
                    <a:pt x="87424" y="129465"/>
                  </a:lnTo>
                  <a:lnTo>
                    <a:pt x="86947" y="129465"/>
                  </a:lnTo>
                  <a:lnTo>
                    <a:pt x="85514" y="130898"/>
                  </a:lnTo>
                  <a:lnTo>
                    <a:pt x="84080" y="134242"/>
                  </a:lnTo>
                  <a:lnTo>
                    <a:pt x="85036" y="137108"/>
                  </a:lnTo>
                  <a:lnTo>
                    <a:pt x="88858" y="146185"/>
                  </a:lnTo>
                  <a:lnTo>
                    <a:pt x="89335" y="150485"/>
                  </a:lnTo>
                  <a:lnTo>
                    <a:pt x="89813" y="151918"/>
                  </a:lnTo>
                  <a:lnTo>
                    <a:pt x="89335" y="153351"/>
                  </a:lnTo>
                  <a:lnTo>
                    <a:pt x="85036" y="158606"/>
                  </a:lnTo>
                  <a:lnTo>
                    <a:pt x="82647" y="160039"/>
                  </a:lnTo>
                  <a:lnTo>
                    <a:pt x="80258" y="160995"/>
                  </a:lnTo>
                  <a:lnTo>
                    <a:pt x="77870" y="160517"/>
                  </a:lnTo>
                  <a:lnTo>
                    <a:pt x="75481" y="158128"/>
                  </a:lnTo>
                  <a:lnTo>
                    <a:pt x="74048" y="157173"/>
                  </a:lnTo>
                  <a:lnTo>
                    <a:pt x="70226" y="157173"/>
                  </a:lnTo>
                  <a:lnTo>
                    <a:pt x="69271" y="156218"/>
                  </a:lnTo>
                  <a:lnTo>
                    <a:pt x="68315" y="154307"/>
                  </a:lnTo>
                  <a:lnTo>
                    <a:pt x="65449" y="146663"/>
                  </a:lnTo>
                  <a:lnTo>
                    <a:pt x="62105" y="140930"/>
                  </a:lnTo>
                  <a:lnTo>
                    <a:pt x="59238" y="134720"/>
                  </a:lnTo>
                  <a:lnTo>
                    <a:pt x="51117" y="126121"/>
                  </a:lnTo>
                  <a:lnTo>
                    <a:pt x="47295" y="120388"/>
                  </a:lnTo>
                  <a:lnTo>
                    <a:pt x="42040" y="111789"/>
                  </a:lnTo>
                  <a:lnTo>
                    <a:pt x="39651" y="109878"/>
                  </a:lnTo>
                  <a:lnTo>
                    <a:pt x="37741" y="108922"/>
                  </a:lnTo>
                  <a:lnTo>
                    <a:pt x="34396" y="108445"/>
                  </a:lnTo>
                  <a:lnTo>
                    <a:pt x="33441" y="107011"/>
                  </a:lnTo>
                  <a:lnTo>
                    <a:pt x="32008" y="104145"/>
                  </a:lnTo>
                  <a:lnTo>
                    <a:pt x="29619" y="101756"/>
                  </a:lnTo>
                  <a:lnTo>
                    <a:pt x="29141" y="101756"/>
                  </a:lnTo>
                  <a:lnTo>
                    <a:pt x="27708" y="102234"/>
                  </a:lnTo>
                  <a:lnTo>
                    <a:pt x="23886" y="104145"/>
                  </a:lnTo>
                  <a:lnTo>
                    <a:pt x="19587" y="102234"/>
                  </a:lnTo>
                  <a:lnTo>
                    <a:pt x="18631" y="100323"/>
                  </a:lnTo>
                  <a:lnTo>
                    <a:pt x="18154" y="97935"/>
                  </a:lnTo>
                  <a:lnTo>
                    <a:pt x="17676" y="96501"/>
                  </a:lnTo>
                  <a:lnTo>
                    <a:pt x="15765" y="95068"/>
                  </a:lnTo>
                  <a:lnTo>
                    <a:pt x="14809" y="91724"/>
                  </a:lnTo>
                  <a:lnTo>
                    <a:pt x="6210" y="85036"/>
                  </a:lnTo>
                  <a:lnTo>
                    <a:pt x="955" y="77392"/>
                  </a:lnTo>
                  <a:lnTo>
                    <a:pt x="0" y="75004"/>
                  </a:lnTo>
                  <a:lnTo>
                    <a:pt x="0" y="73570"/>
                  </a:lnTo>
                  <a:lnTo>
                    <a:pt x="478" y="69749"/>
                  </a:lnTo>
                  <a:lnTo>
                    <a:pt x="1433" y="65927"/>
                  </a:lnTo>
                  <a:lnTo>
                    <a:pt x="3344" y="61627"/>
                  </a:lnTo>
                  <a:lnTo>
                    <a:pt x="4300" y="59716"/>
                  </a:lnTo>
                  <a:lnTo>
                    <a:pt x="7644" y="56372"/>
                  </a:lnTo>
                  <a:lnTo>
                    <a:pt x="10032" y="55417"/>
                  </a:lnTo>
                  <a:lnTo>
                    <a:pt x="13854" y="55894"/>
                  </a:lnTo>
                  <a:lnTo>
                    <a:pt x="15765" y="56850"/>
                  </a:lnTo>
                  <a:lnTo>
                    <a:pt x="17198" y="59238"/>
                  </a:lnTo>
                  <a:lnTo>
                    <a:pt x="18154" y="62105"/>
                  </a:lnTo>
                  <a:lnTo>
                    <a:pt x="19109" y="64016"/>
                  </a:lnTo>
                  <a:lnTo>
                    <a:pt x="21498" y="65927"/>
                  </a:lnTo>
                  <a:lnTo>
                    <a:pt x="23409" y="67360"/>
                  </a:lnTo>
                  <a:lnTo>
                    <a:pt x="25320" y="71182"/>
                  </a:lnTo>
                  <a:lnTo>
                    <a:pt x="27230" y="75959"/>
                  </a:lnTo>
                  <a:lnTo>
                    <a:pt x="28664" y="77392"/>
                  </a:lnTo>
                  <a:lnTo>
                    <a:pt x="32008" y="77870"/>
                  </a:lnTo>
                  <a:lnTo>
                    <a:pt x="35830" y="77392"/>
                  </a:lnTo>
                  <a:lnTo>
                    <a:pt x="43951" y="74526"/>
                  </a:lnTo>
                  <a:lnTo>
                    <a:pt x="44429" y="74048"/>
                  </a:lnTo>
                  <a:lnTo>
                    <a:pt x="44907" y="72137"/>
                  </a:lnTo>
                  <a:lnTo>
                    <a:pt x="45862" y="61627"/>
                  </a:lnTo>
                  <a:lnTo>
                    <a:pt x="46340" y="61627"/>
                  </a:lnTo>
                  <a:lnTo>
                    <a:pt x="49206" y="66404"/>
                  </a:lnTo>
                  <a:lnTo>
                    <a:pt x="50162" y="66882"/>
                  </a:lnTo>
                  <a:lnTo>
                    <a:pt x="51117" y="65927"/>
                  </a:lnTo>
                  <a:lnTo>
                    <a:pt x="52072" y="63538"/>
                  </a:lnTo>
                  <a:lnTo>
                    <a:pt x="52072" y="62583"/>
                  </a:lnTo>
                  <a:lnTo>
                    <a:pt x="50162" y="56850"/>
                  </a:lnTo>
                  <a:lnTo>
                    <a:pt x="49206" y="54461"/>
                  </a:lnTo>
                  <a:lnTo>
                    <a:pt x="48251" y="52550"/>
                  </a:lnTo>
                  <a:lnTo>
                    <a:pt x="47295" y="52072"/>
                  </a:lnTo>
                  <a:lnTo>
                    <a:pt x="44907" y="52550"/>
                  </a:lnTo>
                  <a:lnTo>
                    <a:pt x="43473" y="51595"/>
                  </a:lnTo>
                  <a:lnTo>
                    <a:pt x="42996" y="50162"/>
                  </a:lnTo>
                  <a:lnTo>
                    <a:pt x="42996" y="47773"/>
                  </a:lnTo>
                  <a:lnTo>
                    <a:pt x="43951" y="45384"/>
                  </a:lnTo>
                  <a:lnTo>
                    <a:pt x="44907" y="44429"/>
                  </a:lnTo>
                  <a:lnTo>
                    <a:pt x="46817" y="43473"/>
                  </a:lnTo>
                  <a:lnTo>
                    <a:pt x="49206" y="44429"/>
                  </a:lnTo>
                  <a:lnTo>
                    <a:pt x="52550" y="47295"/>
                  </a:lnTo>
                  <a:lnTo>
                    <a:pt x="54461" y="47773"/>
                  </a:lnTo>
                  <a:lnTo>
                    <a:pt x="57328" y="46817"/>
                  </a:lnTo>
                  <a:lnTo>
                    <a:pt x="53506" y="45384"/>
                  </a:lnTo>
                  <a:lnTo>
                    <a:pt x="48728" y="38696"/>
                  </a:lnTo>
                  <a:lnTo>
                    <a:pt x="46340" y="37741"/>
                  </a:lnTo>
                  <a:lnTo>
                    <a:pt x="43951" y="40607"/>
                  </a:lnTo>
                  <a:lnTo>
                    <a:pt x="42040" y="41563"/>
                  </a:lnTo>
                  <a:lnTo>
                    <a:pt x="38696" y="42996"/>
                  </a:lnTo>
                  <a:lnTo>
                    <a:pt x="36307" y="42996"/>
                  </a:lnTo>
                  <a:lnTo>
                    <a:pt x="24842" y="32963"/>
                  </a:lnTo>
                  <a:lnTo>
                    <a:pt x="24364" y="32008"/>
                  </a:lnTo>
                  <a:lnTo>
                    <a:pt x="23409" y="29619"/>
                  </a:lnTo>
                  <a:lnTo>
                    <a:pt x="23886" y="28186"/>
                  </a:lnTo>
                  <a:lnTo>
                    <a:pt x="24842" y="26753"/>
                  </a:lnTo>
                  <a:lnTo>
                    <a:pt x="27708" y="23886"/>
                  </a:lnTo>
                  <a:lnTo>
                    <a:pt x="31530" y="22453"/>
                  </a:lnTo>
                  <a:lnTo>
                    <a:pt x="34396" y="22453"/>
                  </a:lnTo>
                  <a:lnTo>
                    <a:pt x="36785" y="24364"/>
                  </a:lnTo>
                  <a:lnTo>
                    <a:pt x="40607" y="29142"/>
                  </a:lnTo>
                  <a:lnTo>
                    <a:pt x="43473" y="32008"/>
                  </a:lnTo>
                  <a:lnTo>
                    <a:pt x="43473" y="31052"/>
                  </a:lnTo>
                  <a:lnTo>
                    <a:pt x="42996" y="28186"/>
                  </a:lnTo>
                  <a:lnTo>
                    <a:pt x="41562" y="23886"/>
                  </a:lnTo>
                  <a:lnTo>
                    <a:pt x="40607" y="22931"/>
                  </a:lnTo>
                  <a:lnTo>
                    <a:pt x="38218" y="21498"/>
                  </a:lnTo>
                  <a:lnTo>
                    <a:pt x="35830" y="18631"/>
                  </a:lnTo>
                  <a:lnTo>
                    <a:pt x="34874" y="16243"/>
                  </a:lnTo>
                  <a:lnTo>
                    <a:pt x="34396" y="13854"/>
                  </a:lnTo>
                  <a:lnTo>
                    <a:pt x="34396" y="11465"/>
                  </a:lnTo>
                  <a:lnTo>
                    <a:pt x="34874" y="10032"/>
                  </a:lnTo>
                  <a:lnTo>
                    <a:pt x="35830" y="9077"/>
                  </a:lnTo>
                  <a:lnTo>
                    <a:pt x="44429" y="6688"/>
                  </a:lnTo>
                  <a:lnTo>
                    <a:pt x="50162" y="9077"/>
                  </a:lnTo>
                  <a:lnTo>
                    <a:pt x="53983" y="9555"/>
                  </a:lnTo>
                  <a:lnTo>
                    <a:pt x="55416" y="6210"/>
                  </a:lnTo>
                  <a:lnTo>
                    <a:pt x="54939" y="5733"/>
                  </a:lnTo>
                  <a:lnTo>
                    <a:pt x="53028" y="6688"/>
                  </a:lnTo>
                  <a:lnTo>
                    <a:pt x="50639" y="6688"/>
                  </a:lnTo>
                  <a:lnTo>
                    <a:pt x="49206" y="4777"/>
                  </a:lnTo>
                  <a:lnTo>
                    <a:pt x="49206" y="3344"/>
                  </a:lnTo>
                  <a:lnTo>
                    <a:pt x="51117" y="956"/>
                  </a:lnTo>
                  <a:lnTo>
                    <a:pt x="53506" y="0"/>
                  </a:lnTo>
                  <a:lnTo>
                    <a:pt x="70704" y="13854"/>
                  </a:lnTo>
                  <a:lnTo>
                    <a:pt x="72615" y="12421"/>
                  </a:lnTo>
                  <a:lnTo>
                    <a:pt x="77870" y="11943"/>
                  </a:lnTo>
                  <a:lnTo>
                    <a:pt x="83125" y="10032"/>
                  </a:lnTo>
                  <a:lnTo>
                    <a:pt x="90291" y="8121"/>
                  </a:lnTo>
                  <a:lnTo>
                    <a:pt x="95068" y="5255"/>
                  </a:lnTo>
                  <a:lnTo>
                    <a:pt x="96979" y="4300"/>
                  </a:lnTo>
                  <a:lnTo>
                    <a:pt x="99845" y="3822"/>
                  </a:lnTo>
                  <a:lnTo>
                    <a:pt x="101756" y="3822"/>
                  </a:lnTo>
                  <a:lnTo>
                    <a:pt x="107011" y="5255"/>
                  </a:lnTo>
                  <a:lnTo>
                    <a:pt x="108922" y="6688"/>
                  </a:lnTo>
                  <a:lnTo>
                    <a:pt x="109878" y="7644"/>
                  </a:lnTo>
                  <a:lnTo>
                    <a:pt x="111311" y="10032"/>
                  </a:lnTo>
                  <a:lnTo>
                    <a:pt x="113222" y="15287"/>
                  </a:lnTo>
                  <a:lnTo>
                    <a:pt x="113222" y="17676"/>
                  </a:lnTo>
                  <a:lnTo>
                    <a:pt x="113222" y="18154"/>
                  </a:lnTo>
                  <a:lnTo>
                    <a:pt x="111311" y="21498"/>
                  </a:lnTo>
                  <a:lnTo>
                    <a:pt x="110355" y="22931"/>
                  </a:lnTo>
                  <a:lnTo>
                    <a:pt x="107489" y="24364"/>
                  </a:lnTo>
                  <a:lnTo>
                    <a:pt x="105578" y="24364"/>
                  </a:lnTo>
                  <a:lnTo>
                    <a:pt x="103667" y="27231"/>
                  </a:lnTo>
                  <a:lnTo>
                    <a:pt x="101279" y="26275"/>
                  </a:lnTo>
                  <a:lnTo>
                    <a:pt x="100801" y="28664"/>
                  </a:lnTo>
                  <a:lnTo>
                    <a:pt x="101279" y="30097"/>
                  </a:lnTo>
                  <a:lnTo>
                    <a:pt x="101756" y="30575"/>
                  </a:lnTo>
                  <a:lnTo>
                    <a:pt x="102712" y="30575"/>
                  </a:lnTo>
                  <a:lnTo>
                    <a:pt x="104145" y="29619"/>
                  </a:lnTo>
                  <a:lnTo>
                    <a:pt x="106534" y="30097"/>
                  </a:lnTo>
                  <a:lnTo>
                    <a:pt x="107489" y="31530"/>
                  </a:lnTo>
                  <a:lnTo>
                    <a:pt x="108922" y="33919"/>
                  </a:lnTo>
                  <a:lnTo>
                    <a:pt x="107967" y="35830"/>
                  </a:lnTo>
                  <a:lnTo>
                    <a:pt x="103667" y="39174"/>
                  </a:lnTo>
                  <a:lnTo>
                    <a:pt x="97457" y="42518"/>
                  </a:lnTo>
                  <a:lnTo>
                    <a:pt x="89813" y="53028"/>
                  </a:lnTo>
                  <a:lnTo>
                    <a:pt x="85991" y="57328"/>
                  </a:lnTo>
                  <a:lnTo>
                    <a:pt x="85036" y="58761"/>
                  </a:lnTo>
                  <a:lnTo>
                    <a:pt x="84558" y="60194"/>
                  </a:lnTo>
                  <a:lnTo>
                    <a:pt x="85036" y="63060"/>
                  </a:lnTo>
                  <a:lnTo>
                    <a:pt x="85036" y="64016"/>
                  </a:lnTo>
                  <a:lnTo>
                    <a:pt x="85991" y="64493"/>
                  </a:lnTo>
                  <a:lnTo>
                    <a:pt x="89813" y="60672"/>
                  </a:lnTo>
                  <a:lnTo>
                    <a:pt x="92202" y="59238"/>
                  </a:lnTo>
                  <a:lnTo>
                    <a:pt x="94590" y="58283"/>
                  </a:lnTo>
                  <a:lnTo>
                    <a:pt x="98890" y="57805"/>
                  </a:lnTo>
                  <a:lnTo>
                    <a:pt x="100801" y="58761"/>
                  </a:lnTo>
                  <a:lnTo>
                    <a:pt x="103667" y="60672"/>
                  </a:lnTo>
                  <a:lnTo>
                    <a:pt x="106534" y="64016"/>
                  </a:lnTo>
                  <a:lnTo>
                    <a:pt x="107489" y="65449"/>
                  </a:lnTo>
                  <a:lnTo>
                    <a:pt x="107011" y="66404"/>
                  </a:lnTo>
                  <a:lnTo>
                    <a:pt x="106056" y="67838"/>
                  </a:lnTo>
                  <a:lnTo>
                    <a:pt x="105578" y="68793"/>
                  </a:lnTo>
                  <a:lnTo>
                    <a:pt x="108444" y="70226"/>
                  </a:lnTo>
                  <a:lnTo>
                    <a:pt x="111789" y="75004"/>
                  </a:lnTo>
                  <a:lnTo>
                    <a:pt x="111789" y="77870"/>
                  </a:lnTo>
                  <a:lnTo>
                    <a:pt x="110355" y="80258"/>
                  </a:lnTo>
                  <a:lnTo>
                    <a:pt x="110355" y="82170"/>
                  </a:lnTo>
                  <a:lnTo>
                    <a:pt x="110833" y="83125"/>
                  </a:lnTo>
                  <a:lnTo>
                    <a:pt x="112266" y="82647"/>
                  </a:lnTo>
                  <a:lnTo>
                    <a:pt x="116088" y="79303"/>
                  </a:lnTo>
                  <a:lnTo>
                    <a:pt x="119910" y="77870"/>
                  </a:lnTo>
                  <a:lnTo>
                    <a:pt x="121343" y="78348"/>
                  </a:lnTo>
                  <a:lnTo>
                    <a:pt x="122299" y="78825"/>
                  </a:lnTo>
                  <a:lnTo>
                    <a:pt x="123254" y="83125"/>
                  </a:lnTo>
                  <a:lnTo>
                    <a:pt x="124210" y="8790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9" name="Freeform 3028">
              <a:extLst>
                <a:ext uri="{FF2B5EF4-FFF2-40B4-BE49-F238E27FC236}">
                  <a16:creationId xmlns:a16="http://schemas.microsoft.com/office/drawing/2014/main" id="{6102A492-0240-E0EB-D3AF-7AF0501AC99B}"/>
                </a:ext>
              </a:extLst>
            </p:cNvPr>
            <p:cNvSpPr/>
            <p:nvPr/>
          </p:nvSpPr>
          <p:spPr>
            <a:xfrm>
              <a:off x="3958160" y="2748019"/>
              <a:ext cx="10032" cy="16720"/>
            </a:xfrm>
            <a:custGeom>
              <a:avLst/>
              <a:gdLst>
                <a:gd name="csX0" fmla="*/ 9077 w 10032"/>
                <a:gd name="csY0" fmla="*/ 5733 h 16720"/>
                <a:gd name="csX1" fmla="*/ 10032 w 10032"/>
                <a:gd name="csY1" fmla="*/ 7644 h 16720"/>
                <a:gd name="csX2" fmla="*/ 9555 w 10032"/>
                <a:gd name="csY2" fmla="*/ 9555 h 16720"/>
                <a:gd name="csX3" fmla="*/ 9077 w 10032"/>
                <a:gd name="csY3" fmla="*/ 12421 h 16720"/>
                <a:gd name="csX4" fmla="*/ 8599 w 10032"/>
                <a:gd name="csY4" fmla="*/ 14332 h 16720"/>
                <a:gd name="csX5" fmla="*/ 7644 w 10032"/>
                <a:gd name="csY5" fmla="*/ 15287 h 16720"/>
                <a:gd name="csX6" fmla="*/ 6210 w 10032"/>
                <a:gd name="csY6" fmla="*/ 15765 h 16720"/>
                <a:gd name="csX7" fmla="*/ 2866 w 10032"/>
                <a:gd name="csY7" fmla="*/ 16721 h 16720"/>
                <a:gd name="csX8" fmla="*/ 0 w 10032"/>
                <a:gd name="csY8" fmla="*/ 12421 h 16720"/>
                <a:gd name="csX9" fmla="*/ 0 w 10032"/>
                <a:gd name="csY9" fmla="*/ 8121 h 16720"/>
                <a:gd name="csX10" fmla="*/ 0 w 10032"/>
                <a:gd name="csY10" fmla="*/ 5733 h 16720"/>
                <a:gd name="csX11" fmla="*/ 478 w 10032"/>
                <a:gd name="csY11" fmla="*/ 3822 h 16720"/>
                <a:gd name="csX12" fmla="*/ 1911 w 10032"/>
                <a:gd name="csY12" fmla="*/ 2389 h 16720"/>
                <a:gd name="csX13" fmla="*/ 4777 w 10032"/>
                <a:gd name="csY13" fmla="*/ 0 h 16720"/>
                <a:gd name="csX14" fmla="*/ 6210 w 10032"/>
                <a:gd name="csY14" fmla="*/ 1911 h 16720"/>
                <a:gd name="csX15" fmla="*/ 6688 w 10032"/>
                <a:gd name="csY15" fmla="*/ 3344 h 16720"/>
                <a:gd name="csX16" fmla="*/ 7166 w 10032"/>
                <a:gd name="csY16" fmla="*/ 4300 h 16720"/>
                <a:gd name="csX17" fmla="*/ 9077 w 10032"/>
                <a:gd name="csY17" fmla="*/ 5733 h 16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032" h="16720">
                  <a:moveTo>
                    <a:pt x="9077" y="5733"/>
                  </a:moveTo>
                  <a:lnTo>
                    <a:pt x="10032" y="7644"/>
                  </a:lnTo>
                  <a:lnTo>
                    <a:pt x="9555" y="9555"/>
                  </a:lnTo>
                  <a:lnTo>
                    <a:pt x="9077" y="12421"/>
                  </a:lnTo>
                  <a:lnTo>
                    <a:pt x="8599" y="14332"/>
                  </a:lnTo>
                  <a:lnTo>
                    <a:pt x="7644" y="15287"/>
                  </a:lnTo>
                  <a:lnTo>
                    <a:pt x="6210" y="15765"/>
                  </a:lnTo>
                  <a:lnTo>
                    <a:pt x="2866" y="16721"/>
                  </a:lnTo>
                  <a:lnTo>
                    <a:pt x="0" y="12421"/>
                  </a:lnTo>
                  <a:lnTo>
                    <a:pt x="0" y="8121"/>
                  </a:lnTo>
                  <a:lnTo>
                    <a:pt x="0" y="5733"/>
                  </a:lnTo>
                  <a:lnTo>
                    <a:pt x="478" y="3822"/>
                  </a:lnTo>
                  <a:lnTo>
                    <a:pt x="1911" y="2389"/>
                  </a:lnTo>
                  <a:lnTo>
                    <a:pt x="4777" y="0"/>
                  </a:lnTo>
                  <a:lnTo>
                    <a:pt x="6210" y="1911"/>
                  </a:lnTo>
                  <a:lnTo>
                    <a:pt x="6688" y="3344"/>
                  </a:lnTo>
                  <a:lnTo>
                    <a:pt x="7166" y="4300"/>
                  </a:lnTo>
                  <a:lnTo>
                    <a:pt x="9077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0" name="Freeform 3029">
              <a:extLst>
                <a:ext uri="{FF2B5EF4-FFF2-40B4-BE49-F238E27FC236}">
                  <a16:creationId xmlns:a16="http://schemas.microsoft.com/office/drawing/2014/main" id="{7D63C253-3A2D-00D1-09E9-60F2444AB22D}"/>
                </a:ext>
              </a:extLst>
            </p:cNvPr>
            <p:cNvSpPr/>
            <p:nvPr/>
          </p:nvSpPr>
          <p:spPr>
            <a:xfrm>
              <a:off x="3959593" y="4204139"/>
              <a:ext cx="3821" cy="4777"/>
            </a:xfrm>
            <a:custGeom>
              <a:avLst/>
              <a:gdLst>
                <a:gd name="csX0" fmla="*/ 3344 w 3821"/>
                <a:gd name="csY0" fmla="*/ 0 h 4777"/>
                <a:gd name="csX1" fmla="*/ 3822 w 3821"/>
                <a:gd name="csY1" fmla="*/ 955 h 4777"/>
                <a:gd name="csX2" fmla="*/ 1911 w 3821"/>
                <a:gd name="csY2" fmla="*/ 2389 h 4777"/>
                <a:gd name="csX3" fmla="*/ 478 w 3821"/>
                <a:gd name="csY3" fmla="*/ 4777 h 4777"/>
                <a:gd name="csX4" fmla="*/ 0 w 3821"/>
                <a:gd name="csY4" fmla="*/ 4777 h 4777"/>
                <a:gd name="csX5" fmla="*/ 956 w 3821"/>
                <a:gd name="csY5" fmla="*/ 3344 h 4777"/>
                <a:gd name="csX6" fmla="*/ 956 w 3821"/>
                <a:gd name="csY6" fmla="*/ 2389 h 4777"/>
                <a:gd name="csX7" fmla="*/ 2389 w 3821"/>
                <a:gd name="csY7" fmla="*/ 478 h 4777"/>
                <a:gd name="csX8" fmla="*/ 3344 w 3821"/>
                <a:gd name="csY8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4777">
                  <a:moveTo>
                    <a:pt x="3344" y="0"/>
                  </a:moveTo>
                  <a:lnTo>
                    <a:pt x="3822" y="955"/>
                  </a:lnTo>
                  <a:lnTo>
                    <a:pt x="1911" y="2389"/>
                  </a:lnTo>
                  <a:lnTo>
                    <a:pt x="478" y="4777"/>
                  </a:lnTo>
                  <a:lnTo>
                    <a:pt x="0" y="4777"/>
                  </a:lnTo>
                  <a:lnTo>
                    <a:pt x="956" y="3344"/>
                  </a:lnTo>
                  <a:lnTo>
                    <a:pt x="956" y="2389"/>
                  </a:lnTo>
                  <a:lnTo>
                    <a:pt x="2389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1" name="Freeform 3030">
              <a:extLst>
                <a:ext uri="{FF2B5EF4-FFF2-40B4-BE49-F238E27FC236}">
                  <a16:creationId xmlns:a16="http://schemas.microsoft.com/office/drawing/2014/main" id="{0D800829-3FFB-3B1A-6CB9-F4F9C4278CB9}"/>
                </a:ext>
              </a:extLst>
            </p:cNvPr>
            <p:cNvSpPr/>
            <p:nvPr/>
          </p:nvSpPr>
          <p:spPr>
            <a:xfrm>
              <a:off x="3952427" y="4210349"/>
              <a:ext cx="6688" cy="11943"/>
            </a:xfrm>
            <a:custGeom>
              <a:avLst/>
              <a:gdLst>
                <a:gd name="csX0" fmla="*/ 6688 w 6688"/>
                <a:gd name="csY0" fmla="*/ 0 h 11943"/>
                <a:gd name="csX1" fmla="*/ 2866 w 6688"/>
                <a:gd name="csY1" fmla="*/ 5733 h 11943"/>
                <a:gd name="csX2" fmla="*/ 478 w 6688"/>
                <a:gd name="csY2" fmla="*/ 10988 h 11943"/>
                <a:gd name="csX3" fmla="*/ 0 w 6688"/>
                <a:gd name="csY3" fmla="*/ 11943 h 11943"/>
                <a:gd name="csX4" fmla="*/ 0 w 6688"/>
                <a:gd name="csY4" fmla="*/ 10032 h 11943"/>
                <a:gd name="csX5" fmla="*/ 1911 w 6688"/>
                <a:gd name="csY5" fmla="*/ 6210 h 11943"/>
                <a:gd name="csX6" fmla="*/ 5255 w 6688"/>
                <a:gd name="csY6" fmla="*/ 956 h 11943"/>
                <a:gd name="csX7" fmla="*/ 6688 w 6688"/>
                <a:gd name="csY7" fmla="*/ 0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688" h="11943">
                  <a:moveTo>
                    <a:pt x="6688" y="0"/>
                  </a:moveTo>
                  <a:lnTo>
                    <a:pt x="2866" y="5733"/>
                  </a:lnTo>
                  <a:lnTo>
                    <a:pt x="478" y="10988"/>
                  </a:lnTo>
                  <a:lnTo>
                    <a:pt x="0" y="11943"/>
                  </a:lnTo>
                  <a:lnTo>
                    <a:pt x="0" y="10032"/>
                  </a:lnTo>
                  <a:lnTo>
                    <a:pt x="1911" y="6210"/>
                  </a:lnTo>
                  <a:lnTo>
                    <a:pt x="5255" y="956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2" name="Freeform 3031">
              <a:extLst>
                <a:ext uri="{FF2B5EF4-FFF2-40B4-BE49-F238E27FC236}">
                  <a16:creationId xmlns:a16="http://schemas.microsoft.com/office/drawing/2014/main" id="{7640392A-78F6-6DFF-748E-1780669A7BAA}"/>
                </a:ext>
              </a:extLst>
            </p:cNvPr>
            <p:cNvSpPr/>
            <p:nvPr/>
          </p:nvSpPr>
          <p:spPr>
            <a:xfrm>
              <a:off x="3951949" y="4223248"/>
              <a:ext cx="4777" cy="21975"/>
            </a:xfrm>
            <a:custGeom>
              <a:avLst/>
              <a:gdLst>
                <a:gd name="csX0" fmla="*/ 4299 w 4777"/>
                <a:gd name="csY0" fmla="*/ 18154 h 21975"/>
                <a:gd name="csX1" fmla="*/ 4777 w 4777"/>
                <a:gd name="csY1" fmla="*/ 21020 h 21975"/>
                <a:gd name="csX2" fmla="*/ 4299 w 4777"/>
                <a:gd name="csY2" fmla="*/ 21975 h 21975"/>
                <a:gd name="csX3" fmla="*/ 2866 w 4777"/>
                <a:gd name="csY3" fmla="*/ 17676 h 21975"/>
                <a:gd name="csX4" fmla="*/ 0 w 4777"/>
                <a:gd name="csY4" fmla="*/ 7644 h 21975"/>
                <a:gd name="csX5" fmla="*/ 0 w 4777"/>
                <a:gd name="csY5" fmla="*/ 1911 h 21975"/>
                <a:gd name="csX6" fmla="*/ 478 w 4777"/>
                <a:gd name="csY6" fmla="*/ 0 h 21975"/>
                <a:gd name="csX7" fmla="*/ 1433 w 4777"/>
                <a:gd name="csY7" fmla="*/ 8121 h 21975"/>
                <a:gd name="csX8" fmla="*/ 4299 w 4777"/>
                <a:gd name="csY8" fmla="*/ 18154 h 21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21975">
                  <a:moveTo>
                    <a:pt x="4299" y="18154"/>
                  </a:moveTo>
                  <a:lnTo>
                    <a:pt x="4777" y="21020"/>
                  </a:lnTo>
                  <a:lnTo>
                    <a:pt x="4299" y="21975"/>
                  </a:lnTo>
                  <a:lnTo>
                    <a:pt x="2866" y="17676"/>
                  </a:lnTo>
                  <a:lnTo>
                    <a:pt x="0" y="7644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1433" y="8121"/>
                  </a:lnTo>
                  <a:lnTo>
                    <a:pt x="4299" y="181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3" name="Freeform 3032">
              <a:extLst>
                <a:ext uri="{FF2B5EF4-FFF2-40B4-BE49-F238E27FC236}">
                  <a16:creationId xmlns:a16="http://schemas.microsoft.com/office/drawing/2014/main" id="{B257D371-62B5-90E8-E65D-95A0AE517DD1}"/>
                </a:ext>
              </a:extLst>
            </p:cNvPr>
            <p:cNvSpPr/>
            <p:nvPr/>
          </p:nvSpPr>
          <p:spPr>
            <a:xfrm>
              <a:off x="3945261" y="2653906"/>
              <a:ext cx="9076" cy="10987"/>
            </a:xfrm>
            <a:custGeom>
              <a:avLst/>
              <a:gdLst>
                <a:gd name="csX0" fmla="*/ 8599 w 9076"/>
                <a:gd name="csY0" fmla="*/ 1911 h 10987"/>
                <a:gd name="csX1" fmla="*/ 9077 w 9076"/>
                <a:gd name="csY1" fmla="*/ 3344 h 10987"/>
                <a:gd name="csX2" fmla="*/ 9077 w 9076"/>
                <a:gd name="csY2" fmla="*/ 4300 h 10987"/>
                <a:gd name="csX3" fmla="*/ 7644 w 9076"/>
                <a:gd name="csY3" fmla="*/ 6688 h 10987"/>
                <a:gd name="csX4" fmla="*/ 1911 w 9076"/>
                <a:gd name="csY4" fmla="*/ 10988 h 10987"/>
                <a:gd name="csX5" fmla="*/ 478 w 9076"/>
                <a:gd name="csY5" fmla="*/ 9077 h 10987"/>
                <a:gd name="csX6" fmla="*/ 0 w 9076"/>
                <a:gd name="csY6" fmla="*/ 7644 h 10987"/>
                <a:gd name="csX7" fmla="*/ 4777 w 9076"/>
                <a:gd name="csY7" fmla="*/ 1433 h 10987"/>
                <a:gd name="csX8" fmla="*/ 6688 w 9076"/>
                <a:gd name="csY8" fmla="*/ 0 h 10987"/>
                <a:gd name="csX9" fmla="*/ 8599 w 9076"/>
                <a:gd name="csY9" fmla="*/ 1911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076" h="10987">
                  <a:moveTo>
                    <a:pt x="8599" y="1911"/>
                  </a:moveTo>
                  <a:lnTo>
                    <a:pt x="9077" y="3344"/>
                  </a:lnTo>
                  <a:lnTo>
                    <a:pt x="9077" y="4300"/>
                  </a:lnTo>
                  <a:lnTo>
                    <a:pt x="7644" y="6688"/>
                  </a:lnTo>
                  <a:lnTo>
                    <a:pt x="1911" y="10988"/>
                  </a:lnTo>
                  <a:lnTo>
                    <a:pt x="478" y="9077"/>
                  </a:lnTo>
                  <a:lnTo>
                    <a:pt x="0" y="7644"/>
                  </a:lnTo>
                  <a:lnTo>
                    <a:pt x="4777" y="1433"/>
                  </a:lnTo>
                  <a:lnTo>
                    <a:pt x="6688" y="0"/>
                  </a:lnTo>
                  <a:lnTo>
                    <a:pt x="859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4" name="Freeform 3033">
              <a:extLst>
                <a:ext uri="{FF2B5EF4-FFF2-40B4-BE49-F238E27FC236}">
                  <a16:creationId xmlns:a16="http://schemas.microsoft.com/office/drawing/2014/main" id="{3F7317F4-939B-4074-16A6-FDD728B253FF}"/>
                </a:ext>
              </a:extLst>
            </p:cNvPr>
            <p:cNvSpPr/>
            <p:nvPr/>
          </p:nvSpPr>
          <p:spPr>
            <a:xfrm>
              <a:off x="3844938" y="2501989"/>
              <a:ext cx="108444" cy="127076"/>
            </a:xfrm>
            <a:custGeom>
              <a:avLst/>
              <a:gdLst>
                <a:gd name="csX0" fmla="*/ 107012 w 108444"/>
                <a:gd name="csY0" fmla="*/ 86469 h 127076"/>
                <a:gd name="csX1" fmla="*/ 108445 w 108444"/>
                <a:gd name="csY1" fmla="*/ 96024 h 127076"/>
                <a:gd name="csX2" fmla="*/ 107967 w 108444"/>
                <a:gd name="csY2" fmla="*/ 96024 h 127076"/>
                <a:gd name="csX3" fmla="*/ 106056 w 108444"/>
                <a:gd name="csY3" fmla="*/ 93157 h 127076"/>
                <a:gd name="csX4" fmla="*/ 102234 w 108444"/>
                <a:gd name="csY4" fmla="*/ 89813 h 127076"/>
                <a:gd name="csX5" fmla="*/ 97935 w 108444"/>
                <a:gd name="csY5" fmla="*/ 96501 h 127076"/>
                <a:gd name="csX6" fmla="*/ 98412 w 108444"/>
                <a:gd name="csY6" fmla="*/ 107489 h 127076"/>
                <a:gd name="csX7" fmla="*/ 101279 w 108444"/>
                <a:gd name="csY7" fmla="*/ 112266 h 127076"/>
                <a:gd name="csX8" fmla="*/ 102234 w 108444"/>
                <a:gd name="csY8" fmla="*/ 115133 h 127076"/>
                <a:gd name="csX9" fmla="*/ 101756 w 108444"/>
                <a:gd name="csY9" fmla="*/ 117044 h 127076"/>
                <a:gd name="csX10" fmla="*/ 99368 w 108444"/>
                <a:gd name="csY10" fmla="*/ 117521 h 127076"/>
                <a:gd name="csX11" fmla="*/ 98412 w 108444"/>
                <a:gd name="csY11" fmla="*/ 117521 h 127076"/>
                <a:gd name="csX12" fmla="*/ 96024 w 108444"/>
                <a:gd name="csY12" fmla="*/ 115133 h 127076"/>
                <a:gd name="csX13" fmla="*/ 94591 w 108444"/>
                <a:gd name="csY13" fmla="*/ 111789 h 127076"/>
                <a:gd name="csX14" fmla="*/ 94113 w 108444"/>
                <a:gd name="csY14" fmla="*/ 111789 h 127076"/>
                <a:gd name="csX15" fmla="*/ 93635 w 108444"/>
                <a:gd name="csY15" fmla="*/ 113700 h 127076"/>
                <a:gd name="csX16" fmla="*/ 93635 w 108444"/>
                <a:gd name="csY16" fmla="*/ 115133 h 127076"/>
                <a:gd name="csX17" fmla="*/ 95546 w 108444"/>
                <a:gd name="csY17" fmla="*/ 117999 h 127076"/>
                <a:gd name="csX18" fmla="*/ 96501 w 108444"/>
                <a:gd name="csY18" fmla="*/ 121821 h 127076"/>
                <a:gd name="csX19" fmla="*/ 95546 w 108444"/>
                <a:gd name="csY19" fmla="*/ 122776 h 127076"/>
                <a:gd name="csX20" fmla="*/ 93157 w 108444"/>
                <a:gd name="csY20" fmla="*/ 123732 h 127076"/>
                <a:gd name="csX21" fmla="*/ 89335 w 108444"/>
                <a:gd name="csY21" fmla="*/ 123732 h 127076"/>
                <a:gd name="csX22" fmla="*/ 84080 w 108444"/>
                <a:gd name="csY22" fmla="*/ 125165 h 127076"/>
                <a:gd name="csX23" fmla="*/ 81214 w 108444"/>
                <a:gd name="csY23" fmla="*/ 125643 h 127076"/>
                <a:gd name="csX24" fmla="*/ 78825 w 108444"/>
                <a:gd name="csY24" fmla="*/ 124687 h 127076"/>
                <a:gd name="csX25" fmla="*/ 75481 w 108444"/>
                <a:gd name="csY25" fmla="*/ 124687 h 127076"/>
                <a:gd name="csX26" fmla="*/ 72615 w 108444"/>
                <a:gd name="csY26" fmla="*/ 124687 h 127076"/>
                <a:gd name="csX27" fmla="*/ 70704 w 108444"/>
                <a:gd name="csY27" fmla="*/ 124210 h 127076"/>
                <a:gd name="csX28" fmla="*/ 69271 w 108444"/>
                <a:gd name="csY28" fmla="*/ 122299 h 127076"/>
                <a:gd name="csX29" fmla="*/ 67360 w 108444"/>
                <a:gd name="csY29" fmla="*/ 122776 h 127076"/>
                <a:gd name="csX30" fmla="*/ 63060 w 108444"/>
                <a:gd name="csY30" fmla="*/ 127076 h 127076"/>
                <a:gd name="csX31" fmla="*/ 56850 w 108444"/>
                <a:gd name="csY31" fmla="*/ 125643 h 127076"/>
                <a:gd name="csX32" fmla="*/ 51117 w 108444"/>
                <a:gd name="csY32" fmla="*/ 125643 h 127076"/>
                <a:gd name="csX33" fmla="*/ 49684 w 108444"/>
                <a:gd name="csY33" fmla="*/ 124210 h 127076"/>
                <a:gd name="csX34" fmla="*/ 48728 w 108444"/>
                <a:gd name="csY34" fmla="*/ 121343 h 127076"/>
                <a:gd name="csX35" fmla="*/ 46340 w 108444"/>
                <a:gd name="csY35" fmla="*/ 112744 h 127076"/>
                <a:gd name="csX36" fmla="*/ 46340 w 108444"/>
                <a:gd name="csY36" fmla="*/ 110356 h 127076"/>
                <a:gd name="csX37" fmla="*/ 52550 w 108444"/>
                <a:gd name="csY37" fmla="*/ 109400 h 127076"/>
                <a:gd name="csX38" fmla="*/ 53028 w 108444"/>
                <a:gd name="csY38" fmla="*/ 108445 h 127076"/>
                <a:gd name="csX39" fmla="*/ 48251 w 108444"/>
                <a:gd name="csY39" fmla="*/ 105578 h 127076"/>
                <a:gd name="csX40" fmla="*/ 43473 w 108444"/>
                <a:gd name="csY40" fmla="*/ 103190 h 127076"/>
                <a:gd name="csX41" fmla="*/ 41085 w 108444"/>
                <a:gd name="csY41" fmla="*/ 101279 h 127076"/>
                <a:gd name="csX42" fmla="*/ 41563 w 108444"/>
                <a:gd name="csY42" fmla="*/ 97935 h 127076"/>
                <a:gd name="csX43" fmla="*/ 41563 w 108444"/>
                <a:gd name="csY43" fmla="*/ 96979 h 127076"/>
                <a:gd name="csX44" fmla="*/ 50162 w 108444"/>
                <a:gd name="csY44" fmla="*/ 93157 h 127076"/>
                <a:gd name="csX45" fmla="*/ 56372 w 108444"/>
                <a:gd name="csY45" fmla="*/ 85036 h 127076"/>
                <a:gd name="csX46" fmla="*/ 60194 w 108444"/>
                <a:gd name="csY46" fmla="*/ 82169 h 127076"/>
                <a:gd name="csX47" fmla="*/ 60672 w 108444"/>
                <a:gd name="csY47" fmla="*/ 80258 h 127076"/>
                <a:gd name="csX48" fmla="*/ 64016 w 108444"/>
                <a:gd name="csY48" fmla="*/ 78825 h 127076"/>
                <a:gd name="csX49" fmla="*/ 71182 w 108444"/>
                <a:gd name="csY49" fmla="*/ 77870 h 127076"/>
                <a:gd name="csX50" fmla="*/ 71659 w 108444"/>
                <a:gd name="csY50" fmla="*/ 75481 h 127076"/>
                <a:gd name="csX51" fmla="*/ 57328 w 108444"/>
                <a:gd name="csY51" fmla="*/ 76914 h 127076"/>
                <a:gd name="csX52" fmla="*/ 37741 w 108444"/>
                <a:gd name="csY52" fmla="*/ 81214 h 127076"/>
                <a:gd name="csX53" fmla="*/ 32008 w 108444"/>
                <a:gd name="csY53" fmla="*/ 83603 h 127076"/>
                <a:gd name="csX54" fmla="*/ 26753 w 108444"/>
                <a:gd name="csY54" fmla="*/ 82169 h 127076"/>
                <a:gd name="csX55" fmla="*/ 5255 w 108444"/>
                <a:gd name="csY55" fmla="*/ 89335 h 127076"/>
                <a:gd name="csX56" fmla="*/ 4300 w 108444"/>
                <a:gd name="csY56" fmla="*/ 89335 h 127076"/>
                <a:gd name="csX57" fmla="*/ 1911 w 108444"/>
                <a:gd name="csY57" fmla="*/ 86947 h 127076"/>
                <a:gd name="csX58" fmla="*/ 0 w 108444"/>
                <a:gd name="csY58" fmla="*/ 83125 h 127076"/>
                <a:gd name="csX59" fmla="*/ 1433 w 108444"/>
                <a:gd name="csY59" fmla="*/ 80258 h 127076"/>
                <a:gd name="csX60" fmla="*/ 7644 w 108444"/>
                <a:gd name="csY60" fmla="*/ 74526 h 127076"/>
                <a:gd name="csX61" fmla="*/ 10988 w 108444"/>
                <a:gd name="csY61" fmla="*/ 69749 h 127076"/>
                <a:gd name="csX62" fmla="*/ 10510 w 108444"/>
                <a:gd name="csY62" fmla="*/ 67360 h 127076"/>
                <a:gd name="csX63" fmla="*/ 13377 w 108444"/>
                <a:gd name="csY63" fmla="*/ 62583 h 127076"/>
                <a:gd name="csX64" fmla="*/ 17198 w 108444"/>
                <a:gd name="csY64" fmla="*/ 62105 h 127076"/>
                <a:gd name="csX65" fmla="*/ 23886 w 108444"/>
                <a:gd name="csY65" fmla="*/ 65927 h 127076"/>
                <a:gd name="csX66" fmla="*/ 27708 w 108444"/>
                <a:gd name="csY66" fmla="*/ 69749 h 127076"/>
                <a:gd name="csX67" fmla="*/ 30575 w 108444"/>
                <a:gd name="csY67" fmla="*/ 71182 h 127076"/>
                <a:gd name="csX68" fmla="*/ 33441 w 108444"/>
                <a:gd name="csY68" fmla="*/ 71182 h 127076"/>
                <a:gd name="csX69" fmla="*/ 36307 w 108444"/>
                <a:gd name="csY69" fmla="*/ 68315 h 127076"/>
                <a:gd name="csX70" fmla="*/ 35830 w 108444"/>
                <a:gd name="csY70" fmla="*/ 67837 h 127076"/>
                <a:gd name="csX71" fmla="*/ 30575 w 108444"/>
                <a:gd name="csY71" fmla="*/ 69271 h 127076"/>
                <a:gd name="csX72" fmla="*/ 30097 w 108444"/>
                <a:gd name="csY72" fmla="*/ 68793 h 127076"/>
                <a:gd name="csX73" fmla="*/ 27708 w 108444"/>
                <a:gd name="csY73" fmla="*/ 64971 h 127076"/>
                <a:gd name="csX74" fmla="*/ 26753 w 108444"/>
                <a:gd name="csY74" fmla="*/ 62105 h 127076"/>
                <a:gd name="csX75" fmla="*/ 25798 w 108444"/>
                <a:gd name="csY75" fmla="*/ 59238 h 127076"/>
                <a:gd name="csX76" fmla="*/ 25798 w 108444"/>
                <a:gd name="csY76" fmla="*/ 57328 h 127076"/>
                <a:gd name="csX77" fmla="*/ 27231 w 108444"/>
                <a:gd name="csY77" fmla="*/ 53983 h 127076"/>
                <a:gd name="csX78" fmla="*/ 21498 w 108444"/>
                <a:gd name="csY78" fmla="*/ 52550 h 127076"/>
                <a:gd name="csX79" fmla="*/ 19587 w 108444"/>
                <a:gd name="csY79" fmla="*/ 50162 h 127076"/>
                <a:gd name="csX80" fmla="*/ 18632 w 108444"/>
                <a:gd name="csY80" fmla="*/ 46817 h 127076"/>
                <a:gd name="csX81" fmla="*/ 18632 w 108444"/>
                <a:gd name="csY81" fmla="*/ 45862 h 127076"/>
                <a:gd name="csX82" fmla="*/ 20542 w 108444"/>
                <a:gd name="csY82" fmla="*/ 42040 h 127076"/>
                <a:gd name="csX83" fmla="*/ 25320 w 108444"/>
                <a:gd name="csY83" fmla="*/ 36785 h 127076"/>
                <a:gd name="csX84" fmla="*/ 24842 w 108444"/>
                <a:gd name="csY84" fmla="*/ 35352 h 127076"/>
                <a:gd name="csX85" fmla="*/ 17676 w 108444"/>
                <a:gd name="csY85" fmla="*/ 35352 h 127076"/>
                <a:gd name="csX86" fmla="*/ 16243 w 108444"/>
                <a:gd name="csY86" fmla="*/ 34874 h 127076"/>
                <a:gd name="csX87" fmla="*/ 13377 w 108444"/>
                <a:gd name="csY87" fmla="*/ 31530 h 127076"/>
                <a:gd name="csX88" fmla="*/ 13854 w 108444"/>
                <a:gd name="csY88" fmla="*/ 28186 h 127076"/>
                <a:gd name="csX89" fmla="*/ 16721 w 108444"/>
                <a:gd name="csY89" fmla="*/ 22931 h 127076"/>
                <a:gd name="csX90" fmla="*/ 18632 w 108444"/>
                <a:gd name="csY90" fmla="*/ 19587 h 127076"/>
                <a:gd name="csX91" fmla="*/ 20065 w 108444"/>
                <a:gd name="csY91" fmla="*/ 18631 h 127076"/>
                <a:gd name="csX92" fmla="*/ 22453 w 108444"/>
                <a:gd name="csY92" fmla="*/ 18631 h 127076"/>
                <a:gd name="csX93" fmla="*/ 27708 w 108444"/>
                <a:gd name="csY93" fmla="*/ 21020 h 127076"/>
                <a:gd name="csX94" fmla="*/ 29142 w 108444"/>
                <a:gd name="csY94" fmla="*/ 21976 h 127076"/>
                <a:gd name="csX95" fmla="*/ 32963 w 108444"/>
                <a:gd name="csY95" fmla="*/ 27231 h 127076"/>
                <a:gd name="csX96" fmla="*/ 33919 w 108444"/>
                <a:gd name="csY96" fmla="*/ 30097 h 127076"/>
                <a:gd name="csX97" fmla="*/ 33919 w 108444"/>
                <a:gd name="csY97" fmla="*/ 32486 h 127076"/>
                <a:gd name="csX98" fmla="*/ 34874 w 108444"/>
                <a:gd name="csY98" fmla="*/ 34874 h 127076"/>
                <a:gd name="csX99" fmla="*/ 37741 w 108444"/>
                <a:gd name="csY99" fmla="*/ 37741 h 127076"/>
                <a:gd name="csX100" fmla="*/ 51117 w 108444"/>
                <a:gd name="csY100" fmla="*/ 52550 h 127076"/>
                <a:gd name="csX101" fmla="*/ 53506 w 108444"/>
                <a:gd name="csY101" fmla="*/ 56372 h 127076"/>
                <a:gd name="csX102" fmla="*/ 55417 w 108444"/>
                <a:gd name="csY102" fmla="*/ 57805 h 127076"/>
                <a:gd name="csX103" fmla="*/ 58283 w 108444"/>
                <a:gd name="csY103" fmla="*/ 58761 h 127076"/>
                <a:gd name="csX104" fmla="*/ 60194 w 108444"/>
                <a:gd name="csY104" fmla="*/ 58761 h 127076"/>
                <a:gd name="csX105" fmla="*/ 61627 w 108444"/>
                <a:gd name="csY105" fmla="*/ 57805 h 127076"/>
                <a:gd name="csX106" fmla="*/ 62105 w 108444"/>
                <a:gd name="csY106" fmla="*/ 56372 h 127076"/>
                <a:gd name="csX107" fmla="*/ 56372 w 108444"/>
                <a:gd name="csY107" fmla="*/ 51117 h 127076"/>
                <a:gd name="csX108" fmla="*/ 54461 w 108444"/>
                <a:gd name="csY108" fmla="*/ 48251 h 127076"/>
                <a:gd name="csX109" fmla="*/ 53506 w 108444"/>
                <a:gd name="csY109" fmla="*/ 44429 h 127076"/>
                <a:gd name="csX110" fmla="*/ 53984 w 108444"/>
                <a:gd name="csY110" fmla="*/ 42996 h 127076"/>
                <a:gd name="csX111" fmla="*/ 55417 w 108444"/>
                <a:gd name="csY111" fmla="*/ 42996 h 127076"/>
                <a:gd name="csX112" fmla="*/ 59716 w 108444"/>
                <a:gd name="csY112" fmla="*/ 43473 h 127076"/>
                <a:gd name="csX113" fmla="*/ 64971 w 108444"/>
                <a:gd name="csY113" fmla="*/ 42040 h 127076"/>
                <a:gd name="csX114" fmla="*/ 59239 w 108444"/>
                <a:gd name="csY114" fmla="*/ 40607 h 127076"/>
                <a:gd name="csX115" fmla="*/ 55894 w 108444"/>
                <a:gd name="csY115" fmla="*/ 38696 h 127076"/>
                <a:gd name="csX116" fmla="*/ 52073 w 108444"/>
                <a:gd name="csY116" fmla="*/ 38218 h 127076"/>
                <a:gd name="csX117" fmla="*/ 47295 w 108444"/>
                <a:gd name="csY117" fmla="*/ 34874 h 127076"/>
                <a:gd name="csX118" fmla="*/ 47295 w 108444"/>
                <a:gd name="csY118" fmla="*/ 33919 h 127076"/>
                <a:gd name="csX119" fmla="*/ 48728 w 108444"/>
                <a:gd name="csY119" fmla="*/ 32486 h 127076"/>
                <a:gd name="csX120" fmla="*/ 54939 w 108444"/>
                <a:gd name="csY120" fmla="*/ 31052 h 127076"/>
                <a:gd name="csX121" fmla="*/ 55894 w 108444"/>
                <a:gd name="csY121" fmla="*/ 30575 h 127076"/>
                <a:gd name="csX122" fmla="*/ 56372 w 108444"/>
                <a:gd name="csY122" fmla="*/ 29619 h 127076"/>
                <a:gd name="csX123" fmla="*/ 53984 w 108444"/>
                <a:gd name="csY123" fmla="*/ 27231 h 127076"/>
                <a:gd name="csX124" fmla="*/ 52073 w 108444"/>
                <a:gd name="csY124" fmla="*/ 25797 h 127076"/>
                <a:gd name="csX125" fmla="*/ 42996 w 108444"/>
                <a:gd name="csY125" fmla="*/ 22931 h 127076"/>
                <a:gd name="csX126" fmla="*/ 39652 w 108444"/>
                <a:gd name="csY126" fmla="*/ 20065 h 127076"/>
                <a:gd name="csX127" fmla="*/ 38218 w 108444"/>
                <a:gd name="csY127" fmla="*/ 18154 h 127076"/>
                <a:gd name="csX128" fmla="*/ 38218 w 108444"/>
                <a:gd name="csY128" fmla="*/ 16721 h 127076"/>
                <a:gd name="csX129" fmla="*/ 39174 w 108444"/>
                <a:gd name="csY129" fmla="*/ 13376 h 127076"/>
                <a:gd name="csX130" fmla="*/ 44429 w 108444"/>
                <a:gd name="csY130" fmla="*/ 8599 h 127076"/>
                <a:gd name="csX131" fmla="*/ 47773 w 108444"/>
                <a:gd name="csY131" fmla="*/ 6210 h 127076"/>
                <a:gd name="csX132" fmla="*/ 54461 w 108444"/>
                <a:gd name="csY132" fmla="*/ 4300 h 127076"/>
                <a:gd name="csX133" fmla="*/ 59239 w 108444"/>
                <a:gd name="csY133" fmla="*/ 4777 h 127076"/>
                <a:gd name="csX134" fmla="*/ 62105 w 108444"/>
                <a:gd name="csY134" fmla="*/ 5255 h 127076"/>
                <a:gd name="csX135" fmla="*/ 68793 w 108444"/>
                <a:gd name="csY135" fmla="*/ 13376 h 127076"/>
                <a:gd name="csX136" fmla="*/ 72137 w 108444"/>
                <a:gd name="csY136" fmla="*/ 18631 h 127076"/>
                <a:gd name="csX137" fmla="*/ 77870 w 108444"/>
                <a:gd name="csY137" fmla="*/ 17676 h 127076"/>
                <a:gd name="csX138" fmla="*/ 75959 w 108444"/>
                <a:gd name="csY138" fmla="*/ 12421 h 127076"/>
                <a:gd name="csX139" fmla="*/ 75004 w 108444"/>
                <a:gd name="csY139" fmla="*/ 6210 h 127076"/>
                <a:gd name="csX140" fmla="*/ 76437 w 108444"/>
                <a:gd name="csY140" fmla="*/ 3822 h 127076"/>
                <a:gd name="csX141" fmla="*/ 81214 w 108444"/>
                <a:gd name="csY141" fmla="*/ 0 h 127076"/>
                <a:gd name="csX142" fmla="*/ 85036 w 108444"/>
                <a:gd name="csY142" fmla="*/ 1911 h 127076"/>
                <a:gd name="csX143" fmla="*/ 89813 w 108444"/>
                <a:gd name="csY143" fmla="*/ 7166 h 127076"/>
                <a:gd name="csX144" fmla="*/ 90769 w 108444"/>
                <a:gd name="csY144" fmla="*/ 9077 h 127076"/>
                <a:gd name="csX145" fmla="*/ 96024 w 108444"/>
                <a:gd name="csY145" fmla="*/ 12421 h 127076"/>
                <a:gd name="csX146" fmla="*/ 99368 w 108444"/>
                <a:gd name="csY146" fmla="*/ 13376 h 127076"/>
                <a:gd name="csX147" fmla="*/ 100801 w 108444"/>
                <a:gd name="csY147" fmla="*/ 15287 h 127076"/>
                <a:gd name="csX148" fmla="*/ 101279 w 108444"/>
                <a:gd name="csY148" fmla="*/ 17676 h 127076"/>
                <a:gd name="csX149" fmla="*/ 101756 w 108444"/>
                <a:gd name="csY149" fmla="*/ 21020 h 127076"/>
                <a:gd name="csX150" fmla="*/ 101279 w 108444"/>
                <a:gd name="csY150" fmla="*/ 23886 h 127076"/>
                <a:gd name="csX151" fmla="*/ 100801 w 108444"/>
                <a:gd name="csY151" fmla="*/ 25797 h 127076"/>
                <a:gd name="csX152" fmla="*/ 100801 w 108444"/>
                <a:gd name="csY152" fmla="*/ 27708 h 127076"/>
                <a:gd name="csX153" fmla="*/ 101279 w 108444"/>
                <a:gd name="csY153" fmla="*/ 30097 h 127076"/>
                <a:gd name="csX154" fmla="*/ 103667 w 108444"/>
                <a:gd name="csY154" fmla="*/ 36307 h 127076"/>
                <a:gd name="csX155" fmla="*/ 104623 w 108444"/>
                <a:gd name="csY155" fmla="*/ 39651 h 127076"/>
                <a:gd name="csX156" fmla="*/ 104623 w 108444"/>
                <a:gd name="csY156" fmla="*/ 42996 h 127076"/>
                <a:gd name="csX157" fmla="*/ 104623 w 108444"/>
                <a:gd name="csY157" fmla="*/ 44907 h 127076"/>
                <a:gd name="csX158" fmla="*/ 103190 w 108444"/>
                <a:gd name="csY158" fmla="*/ 49206 h 127076"/>
                <a:gd name="csX159" fmla="*/ 102234 w 108444"/>
                <a:gd name="csY159" fmla="*/ 54939 h 127076"/>
                <a:gd name="csX160" fmla="*/ 102234 w 108444"/>
                <a:gd name="csY160" fmla="*/ 57805 h 127076"/>
                <a:gd name="csX161" fmla="*/ 103190 w 108444"/>
                <a:gd name="csY161" fmla="*/ 62105 h 127076"/>
                <a:gd name="csX162" fmla="*/ 103190 w 108444"/>
                <a:gd name="csY162" fmla="*/ 64493 h 127076"/>
                <a:gd name="csX163" fmla="*/ 101279 w 108444"/>
                <a:gd name="csY163" fmla="*/ 67837 h 127076"/>
                <a:gd name="csX164" fmla="*/ 97457 w 108444"/>
                <a:gd name="csY164" fmla="*/ 71182 h 127076"/>
                <a:gd name="csX165" fmla="*/ 97935 w 108444"/>
                <a:gd name="csY165" fmla="*/ 72615 h 127076"/>
                <a:gd name="csX166" fmla="*/ 106534 w 108444"/>
                <a:gd name="csY166" fmla="*/ 76914 h 127076"/>
                <a:gd name="csX167" fmla="*/ 107012 w 108444"/>
                <a:gd name="csY167" fmla="*/ 77392 h 127076"/>
                <a:gd name="csX168" fmla="*/ 107012 w 108444"/>
                <a:gd name="csY168" fmla="*/ 86469 h 127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108444" h="127076">
                  <a:moveTo>
                    <a:pt x="107012" y="86469"/>
                  </a:moveTo>
                  <a:lnTo>
                    <a:pt x="108445" y="96024"/>
                  </a:lnTo>
                  <a:lnTo>
                    <a:pt x="107967" y="96024"/>
                  </a:lnTo>
                  <a:lnTo>
                    <a:pt x="106056" y="93157"/>
                  </a:lnTo>
                  <a:lnTo>
                    <a:pt x="102234" y="89813"/>
                  </a:lnTo>
                  <a:lnTo>
                    <a:pt x="97935" y="96501"/>
                  </a:lnTo>
                  <a:lnTo>
                    <a:pt x="98412" y="107489"/>
                  </a:lnTo>
                  <a:lnTo>
                    <a:pt x="101279" y="112266"/>
                  </a:lnTo>
                  <a:lnTo>
                    <a:pt x="102234" y="115133"/>
                  </a:lnTo>
                  <a:lnTo>
                    <a:pt x="101756" y="117044"/>
                  </a:lnTo>
                  <a:lnTo>
                    <a:pt x="99368" y="117521"/>
                  </a:lnTo>
                  <a:lnTo>
                    <a:pt x="98412" y="117521"/>
                  </a:lnTo>
                  <a:lnTo>
                    <a:pt x="96024" y="115133"/>
                  </a:lnTo>
                  <a:lnTo>
                    <a:pt x="94591" y="111789"/>
                  </a:lnTo>
                  <a:lnTo>
                    <a:pt x="94113" y="111789"/>
                  </a:lnTo>
                  <a:lnTo>
                    <a:pt x="93635" y="113700"/>
                  </a:lnTo>
                  <a:lnTo>
                    <a:pt x="93635" y="115133"/>
                  </a:lnTo>
                  <a:lnTo>
                    <a:pt x="95546" y="117999"/>
                  </a:lnTo>
                  <a:lnTo>
                    <a:pt x="96501" y="121821"/>
                  </a:lnTo>
                  <a:lnTo>
                    <a:pt x="95546" y="122776"/>
                  </a:lnTo>
                  <a:lnTo>
                    <a:pt x="93157" y="123732"/>
                  </a:lnTo>
                  <a:lnTo>
                    <a:pt x="89335" y="123732"/>
                  </a:lnTo>
                  <a:lnTo>
                    <a:pt x="84080" y="125165"/>
                  </a:lnTo>
                  <a:lnTo>
                    <a:pt x="81214" y="125643"/>
                  </a:lnTo>
                  <a:lnTo>
                    <a:pt x="78825" y="124687"/>
                  </a:lnTo>
                  <a:lnTo>
                    <a:pt x="75481" y="124687"/>
                  </a:lnTo>
                  <a:lnTo>
                    <a:pt x="72615" y="124687"/>
                  </a:lnTo>
                  <a:lnTo>
                    <a:pt x="70704" y="124210"/>
                  </a:lnTo>
                  <a:lnTo>
                    <a:pt x="69271" y="122299"/>
                  </a:lnTo>
                  <a:lnTo>
                    <a:pt x="67360" y="122776"/>
                  </a:lnTo>
                  <a:lnTo>
                    <a:pt x="63060" y="127076"/>
                  </a:lnTo>
                  <a:lnTo>
                    <a:pt x="56850" y="125643"/>
                  </a:lnTo>
                  <a:lnTo>
                    <a:pt x="51117" y="125643"/>
                  </a:lnTo>
                  <a:lnTo>
                    <a:pt x="49684" y="124210"/>
                  </a:lnTo>
                  <a:lnTo>
                    <a:pt x="48728" y="121343"/>
                  </a:lnTo>
                  <a:lnTo>
                    <a:pt x="46340" y="112744"/>
                  </a:lnTo>
                  <a:lnTo>
                    <a:pt x="46340" y="110356"/>
                  </a:lnTo>
                  <a:lnTo>
                    <a:pt x="52550" y="109400"/>
                  </a:lnTo>
                  <a:lnTo>
                    <a:pt x="53028" y="108445"/>
                  </a:lnTo>
                  <a:lnTo>
                    <a:pt x="48251" y="105578"/>
                  </a:lnTo>
                  <a:lnTo>
                    <a:pt x="43473" y="103190"/>
                  </a:lnTo>
                  <a:lnTo>
                    <a:pt x="41085" y="101279"/>
                  </a:lnTo>
                  <a:lnTo>
                    <a:pt x="41563" y="97935"/>
                  </a:lnTo>
                  <a:lnTo>
                    <a:pt x="41563" y="96979"/>
                  </a:lnTo>
                  <a:lnTo>
                    <a:pt x="50162" y="93157"/>
                  </a:lnTo>
                  <a:lnTo>
                    <a:pt x="56372" y="85036"/>
                  </a:lnTo>
                  <a:lnTo>
                    <a:pt x="60194" y="82169"/>
                  </a:lnTo>
                  <a:lnTo>
                    <a:pt x="60672" y="80258"/>
                  </a:lnTo>
                  <a:lnTo>
                    <a:pt x="64016" y="78825"/>
                  </a:lnTo>
                  <a:lnTo>
                    <a:pt x="71182" y="77870"/>
                  </a:lnTo>
                  <a:lnTo>
                    <a:pt x="71659" y="75481"/>
                  </a:lnTo>
                  <a:lnTo>
                    <a:pt x="57328" y="76914"/>
                  </a:lnTo>
                  <a:lnTo>
                    <a:pt x="37741" y="81214"/>
                  </a:lnTo>
                  <a:lnTo>
                    <a:pt x="32008" y="83603"/>
                  </a:lnTo>
                  <a:lnTo>
                    <a:pt x="26753" y="82169"/>
                  </a:lnTo>
                  <a:lnTo>
                    <a:pt x="5255" y="89335"/>
                  </a:lnTo>
                  <a:lnTo>
                    <a:pt x="4300" y="89335"/>
                  </a:lnTo>
                  <a:lnTo>
                    <a:pt x="1911" y="86947"/>
                  </a:lnTo>
                  <a:lnTo>
                    <a:pt x="0" y="83125"/>
                  </a:lnTo>
                  <a:lnTo>
                    <a:pt x="1433" y="80258"/>
                  </a:lnTo>
                  <a:lnTo>
                    <a:pt x="7644" y="74526"/>
                  </a:lnTo>
                  <a:lnTo>
                    <a:pt x="10988" y="69749"/>
                  </a:lnTo>
                  <a:lnTo>
                    <a:pt x="10510" y="67360"/>
                  </a:lnTo>
                  <a:lnTo>
                    <a:pt x="13377" y="62583"/>
                  </a:lnTo>
                  <a:lnTo>
                    <a:pt x="17198" y="62105"/>
                  </a:lnTo>
                  <a:lnTo>
                    <a:pt x="23886" y="65927"/>
                  </a:lnTo>
                  <a:lnTo>
                    <a:pt x="27708" y="69749"/>
                  </a:lnTo>
                  <a:lnTo>
                    <a:pt x="30575" y="71182"/>
                  </a:lnTo>
                  <a:lnTo>
                    <a:pt x="33441" y="71182"/>
                  </a:lnTo>
                  <a:lnTo>
                    <a:pt x="36307" y="68315"/>
                  </a:lnTo>
                  <a:lnTo>
                    <a:pt x="35830" y="67837"/>
                  </a:lnTo>
                  <a:lnTo>
                    <a:pt x="30575" y="69271"/>
                  </a:lnTo>
                  <a:lnTo>
                    <a:pt x="30097" y="68793"/>
                  </a:lnTo>
                  <a:lnTo>
                    <a:pt x="27708" y="64971"/>
                  </a:lnTo>
                  <a:lnTo>
                    <a:pt x="26753" y="62105"/>
                  </a:lnTo>
                  <a:lnTo>
                    <a:pt x="25798" y="59238"/>
                  </a:lnTo>
                  <a:lnTo>
                    <a:pt x="25798" y="57328"/>
                  </a:lnTo>
                  <a:lnTo>
                    <a:pt x="27231" y="53983"/>
                  </a:lnTo>
                  <a:lnTo>
                    <a:pt x="21498" y="52550"/>
                  </a:lnTo>
                  <a:lnTo>
                    <a:pt x="19587" y="50162"/>
                  </a:lnTo>
                  <a:lnTo>
                    <a:pt x="18632" y="46817"/>
                  </a:lnTo>
                  <a:lnTo>
                    <a:pt x="18632" y="45862"/>
                  </a:lnTo>
                  <a:lnTo>
                    <a:pt x="20542" y="42040"/>
                  </a:lnTo>
                  <a:lnTo>
                    <a:pt x="25320" y="36785"/>
                  </a:lnTo>
                  <a:lnTo>
                    <a:pt x="24842" y="35352"/>
                  </a:lnTo>
                  <a:lnTo>
                    <a:pt x="17676" y="35352"/>
                  </a:lnTo>
                  <a:lnTo>
                    <a:pt x="16243" y="34874"/>
                  </a:lnTo>
                  <a:lnTo>
                    <a:pt x="13377" y="31530"/>
                  </a:lnTo>
                  <a:lnTo>
                    <a:pt x="13854" y="28186"/>
                  </a:lnTo>
                  <a:lnTo>
                    <a:pt x="16721" y="22931"/>
                  </a:lnTo>
                  <a:lnTo>
                    <a:pt x="18632" y="19587"/>
                  </a:lnTo>
                  <a:lnTo>
                    <a:pt x="20065" y="18631"/>
                  </a:lnTo>
                  <a:lnTo>
                    <a:pt x="22453" y="18631"/>
                  </a:lnTo>
                  <a:lnTo>
                    <a:pt x="27708" y="21020"/>
                  </a:lnTo>
                  <a:lnTo>
                    <a:pt x="29142" y="21976"/>
                  </a:lnTo>
                  <a:lnTo>
                    <a:pt x="32963" y="27231"/>
                  </a:lnTo>
                  <a:lnTo>
                    <a:pt x="33919" y="30097"/>
                  </a:lnTo>
                  <a:lnTo>
                    <a:pt x="33919" y="32486"/>
                  </a:lnTo>
                  <a:lnTo>
                    <a:pt x="34874" y="34874"/>
                  </a:lnTo>
                  <a:lnTo>
                    <a:pt x="37741" y="37741"/>
                  </a:lnTo>
                  <a:lnTo>
                    <a:pt x="51117" y="52550"/>
                  </a:lnTo>
                  <a:lnTo>
                    <a:pt x="53506" y="56372"/>
                  </a:lnTo>
                  <a:lnTo>
                    <a:pt x="55417" y="57805"/>
                  </a:lnTo>
                  <a:lnTo>
                    <a:pt x="58283" y="58761"/>
                  </a:lnTo>
                  <a:lnTo>
                    <a:pt x="60194" y="58761"/>
                  </a:lnTo>
                  <a:lnTo>
                    <a:pt x="61627" y="57805"/>
                  </a:lnTo>
                  <a:lnTo>
                    <a:pt x="62105" y="56372"/>
                  </a:lnTo>
                  <a:lnTo>
                    <a:pt x="56372" y="51117"/>
                  </a:lnTo>
                  <a:lnTo>
                    <a:pt x="54461" y="48251"/>
                  </a:lnTo>
                  <a:lnTo>
                    <a:pt x="53506" y="44429"/>
                  </a:lnTo>
                  <a:lnTo>
                    <a:pt x="53984" y="42996"/>
                  </a:lnTo>
                  <a:lnTo>
                    <a:pt x="55417" y="42996"/>
                  </a:lnTo>
                  <a:lnTo>
                    <a:pt x="59716" y="43473"/>
                  </a:lnTo>
                  <a:lnTo>
                    <a:pt x="64971" y="42040"/>
                  </a:lnTo>
                  <a:lnTo>
                    <a:pt x="59239" y="40607"/>
                  </a:lnTo>
                  <a:lnTo>
                    <a:pt x="55894" y="38696"/>
                  </a:lnTo>
                  <a:lnTo>
                    <a:pt x="52073" y="38218"/>
                  </a:lnTo>
                  <a:lnTo>
                    <a:pt x="47295" y="34874"/>
                  </a:lnTo>
                  <a:lnTo>
                    <a:pt x="47295" y="33919"/>
                  </a:lnTo>
                  <a:lnTo>
                    <a:pt x="48728" y="32486"/>
                  </a:lnTo>
                  <a:lnTo>
                    <a:pt x="54939" y="31052"/>
                  </a:lnTo>
                  <a:lnTo>
                    <a:pt x="55894" y="30575"/>
                  </a:lnTo>
                  <a:lnTo>
                    <a:pt x="56372" y="29619"/>
                  </a:lnTo>
                  <a:lnTo>
                    <a:pt x="53984" y="27231"/>
                  </a:lnTo>
                  <a:lnTo>
                    <a:pt x="52073" y="25797"/>
                  </a:lnTo>
                  <a:lnTo>
                    <a:pt x="42996" y="22931"/>
                  </a:lnTo>
                  <a:lnTo>
                    <a:pt x="39652" y="20065"/>
                  </a:lnTo>
                  <a:lnTo>
                    <a:pt x="38218" y="18154"/>
                  </a:lnTo>
                  <a:lnTo>
                    <a:pt x="38218" y="16721"/>
                  </a:lnTo>
                  <a:lnTo>
                    <a:pt x="39174" y="13376"/>
                  </a:lnTo>
                  <a:lnTo>
                    <a:pt x="44429" y="8599"/>
                  </a:lnTo>
                  <a:lnTo>
                    <a:pt x="47773" y="6210"/>
                  </a:lnTo>
                  <a:lnTo>
                    <a:pt x="54461" y="4300"/>
                  </a:lnTo>
                  <a:lnTo>
                    <a:pt x="59239" y="4777"/>
                  </a:lnTo>
                  <a:lnTo>
                    <a:pt x="62105" y="5255"/>
                  </a:lnTo>
                  <a:lnTo>
                    <a:pt x="68793" y="13376"/>
                  </a:lnTo>
                  <a:lnTo>
                    <a:pt x="72137" y="18631"/>
                  </a:lnTo>
                  <a:lnTo>
                    <a:pt x="77870" y="17676"/>
                  </a:lnTo>
                  <a:lnTo>
                    <a:pt x="75959" y="12421"/>
                  </a:lnTo>
                  <a:lnTo>
                    <a:pt x="75004" y="6210"/>
                  </a:lnTo>
                  <a:lnTo>
                    <a:pt x="76437" y="3822"/>
                  </a:lnTo>
                  <a:lnTo>
                    <a:pt x="81214" y="0"/>
                  </a:lnTo>
                  <a:lnTo>
                    <a:pt x="85036" y="1911"/>
                  </a:lnTo>
                  <a:lnTo>
                    <a:pt x="89813" y="7166"/>
                  </a:lnTo>
                  <a:lnTo>
                    <a:pt x="90769" y="9077"/>
                  </a:lnTo>
                  <a:lnTo>
                    <a:pt x="96024" y="12421"/>
                  </a:lnTo>
                  <a:lnTo>
                    <a:pt x="99368" y="13376"/>
                  </a:lnTo>
                  <a:lnTo>
                    <a:pt x="100801" y="15287"/>
                  </a:lnTo>
                  <a:lnTo>
                    <a:pt x="101279" y="17676"/>
                  </a:lnTo>
                  <a:lnTo>
                    <a:pt x="101756" y="21020"/>
                  </a:lnTo>
                  <a:lnTo>
                    <a:pt x="101279" y="23886"/>
                  </a:lnTo>
                  <a:lnTo>
                    <a:pt x="100801" y="25797"/>
                  </a:lnTo>
                  <a:lnTo>
                    <a:pt x="100801" y="27708"/>
                  </a:lnTo>
                  <a:lnTo>
                    <a:pt x="101279" y="30097"/>
                  </a:lnTo>
                  <a:lnTo>
                    <a:pt x="103667" y="36307"/>
                  </a:lnTo>
                  <a:lnTo>
                    <a:pt x="104623" y="39651"/>
                  </a:lnTo>
                  <a:lnTo>
                    <a:pt x="104623" y="42996"/>
                  </a:lnTo>
                  <a:lnTo>
                    <a:pt x="104623" y="44907"/>
                  </a:lnTo>
                  <a:lnTo>
                    <a:pt x="103190" y="49206"/>
                  </a:lnTo>
                  <a:lnTo>
                    <a:pt x="102234" y="54939"/>
                  </a:lnTo>
                  <a:lnTo>
                    <a:pt x="102234" y="57805"/>
                  </a:lnTo>
                  <a:lnTo>
                    <a:pt x="103190" y="62105"/>
                  </a:lnTo>
                  <a:lnTo>
                    <a:pt x="103190" y="64493"/>
                  </a:lnTo>
                  <a:lnTo>
                    <a:pt x="101279" y="67837"/>
                  </a:lnTo>
                  <a:lnTo>
                    <a:pt x="97457" y="71182"/>
                  </a:lnTo>
                  <a:lnTo>
                    <a:pt x="97935" y="72615"/>
                  </a:lnTo>
                  <a:lnTo>
                    <a:pt x="106534" y="76914"/>
                  </a:lnTo>
                  <a:lnTo>
                    <a:pt x="107012" y="77392"/>
                  </a:lnTo>
                  <a:lnTo>
                    <a:pt x="107012" y="8646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5" name="Freeform 3034">
              <a:extLst>
                <a:ext uri="{FF2B5EF4-FFF2-40B4-BE49-F238E27FC236}">
                  <a16:creationId xmlns:a16="http://schemas.microsoft.com/office/drawing/2014/main" id="{47E0A22D-9A02-B64B-CD06-233569C68B75}"/>
                </a:ext>
              </a:extLst>
            </p:cNvPr>
            <p:cNvSpPr/>
            <p:nvPr/>
          </p:nvSpPr>
          <p:spPr>
            <a:xfrm>
              <a:off x="3912298" y="2688303"/>
              <a:ext cx="34874" cy="20064"/>
            </a:xfrm>
            <a:custGeom>
              <a:avLst/>
              <a:gdLst>
                <a:gd name="csX0" fmla="*/ 34397 w 34874"/>
                <a:gd name="csY0" fmla="*/ 1911 h 20064"/>
                <a:gd name="csX1" fmla="*/ 34874 w 34874"/>
                <a:gd name="csY1" fmla="*/ 2866 h 20064"/>
                <a:gd name="csX2" fmla="*/ 34397 w 34874"/>
                <a:gd name="csY2" fmla="*/ 4300 h 20064"/>
                <a:gd name="csX3" fmla="*/ 32963 w 34874"/>
                <a:gd name="csY3" fmla="*/ 7166 h 20064"/>
                <a:gd name="csX4" fmla="*/ 30575 w 34874"/>
                <a:gd name="csY4" fmla="*/ 9555 h 20064"/>
                <a:gd name="csX5" fmla="*/ 24842 w 34874"/>
                <a:gd name="csY5" fmla="*/ 14810 h 20064"/>
                <a:gd name="csX6" fmla="*/ 22453 w 34874"/>
                <a:gd name="csY6" fmla="*/ 16243 h 20064"/>
                <a:gd name="csX7" fmla="*/ 16721 w 34874"/>
                <a:gd name="csY7" fmla="*/ 17676 h 20064"/>
                <a:gd name="csX8" fmla="*/ 14332 w 34874"/>
                <a:gd name="csY8" fmla="*/ 17198 h 20064"/>
                <a:gd name="csX9" fmla="*/ 12899 w 34874"/>
                <a:gd name="csY9" fmla="*/ 19109 h 20064"/>
                <a:gd name="csX10" fmla="*/ 11943 w 34874"/>
                <a:gd name="csY10" fmla="*/ 19587 h 20064"/>
                <a:gd name="csX11" fmla="*/ 8599 w 34874"/>
                <a:gd name="csY11" fmla="*/ 20065 h 20064"/>
                <a:gd name="csX12" fmla="*/ 2389 w 34874"/>
                <a:gd name="csY12" fmla="*/ 16721 h 20064"/>
                <a:gd name="csX13" fmla="*/ 478 w 34874"/>
                <a:gd name="csY13" fmla="*/ 15765 h 20064"/>
                <a:gd name="csX14" fmla="*/ 0 w 34874"/>
                <a:gd name="csY14" fmla="*/ 14332 h 20064"/>
                <a:gd name="csX15" fmla="*/ 0 w 34874"/>
                <a:gd name="csY15" fmla="*/ 13376 h 20064"/>
                <a:gd name="csX16" fmla="*/ 1433 w 34874"/>
                <a:gd name="csY16" fmla="*/ 12421 h 20064"/>
                <a:gd name="csX17" fmla="*/ 6211 w 34874"/>
                <a:gd name="csY17" fmla="*/ 10988 h 20064"/>
                <a:gd name="csX18" fmla="*/ 8121 w 34874"/>
                <a:gd name="csY18" fmla="*/ 10032 h 20064"/>
                <a:gd name="csX19" fmla="*/ 8599 w 34874"/>
                <a:gd name="csY19" fmla="*/ 8599 h 20064"/>
                <a:gd name="csX20" fmla="*/ 10032 w 34874"/>
                <a:gd name="csY20" fmla="*/ 7166 h 20064"/>
                <a:gd name="csX21" fmla="*/ 11943 w 34874"/>
                <a:gd name="csY21" fmla="*/ 6210 h 20064"/>
                <a:gd name="csX22" fmla="*/ 16243 w 34874"/>
                <a:gd name="csY22" fmla="*/ 5255 h 20064"/>
                <a:gd name="csX23" fmla="*/ 26753 w 34874"/>
                <a:gd name="csY23" fmla="*/ 955 h 20064"/>
                <a:gd name="csX24" fmla="*/ 32008 w 34874"/>
                <a:gd name="csY24" fmla="*/ 0 h 20064"/>
                <a:gd name="csX25" fmla="*/ 33919 w 34874"/>
                <a:gd name="csY25" fmla="*/ 478 h 20064"/>
                <a:gd name="csX26" fmla="*/ 34397 w 34874"/>
                <a:gd name="csY26" fmla="*/ 1911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4874" h="20064">
                  <a:moveTo>
                    <a:pt x="34397" y="1911"/>
                  </a:moveTo>
                  <a:lnTo>
                    <a:pt x="34874" y="2866"/>
                  </a:lnTo>
                  <a:lnTo>
                    <a:pt x="34397" y="4300"/>
                  </a:lnTo>
                  <a:lnTo>
                    <a:pt x="32963" y="7166"/>
                  </a:lnTo>
                  <a:lnTo>
                    <a:pt x="30575" y="9555"/>
                  </a:lnTo>
                  <a:lnTo>
                    <a:pt x="24842" y="14810"/>
                  </a:lnTo>
                  <a:lnTo>
                    <a:pt x="22453" y="16243"/>
                  </a:lnTo>
                  <a:lnTo>
                    <a:pt x="16721" y="17676"/>
                  </a:lnTo>
                  <a:lnTo>
                    <a:pt x="14332" y="17198"/>
                  </a:lnTo>
                  <a:lnTo>
                    <a:pt x="12899" y="19109"/>
                  </a:lnTo>
                  <a:lnTo>
                    <a:pt x="11943" y="19587"/>
                  </a:lnTo>
                  <a:lnTo>
                    <a:pt x="8599" y="20065"/>
                  </a:lnTo>
                  <a:lnTo>
                    <a:pt x="2389" y="16721"/>
                  </a:lnTo>
                  <a:lnTo>
                    <a:pt x="478" y="15765"/>
                  </a:lnTo>
                  <a:lnTo>
                    <a:pt x="0" y="14332"/>
                  </a:lnTo>
                  <a:lnTo>
                    <a:pt x="0" y="13376"/>
                  </a:lnTo>
                  <a:lnTo>
                    <a:pt x="1433" y="12421"/>
                  </a:lnTo>
                  <a:lnTo>
                    <a:pt x="6211" y="10988"/>
                  </a:lnTo>
                  <a:lnTo>
                    <a:pt x="8121" y="10032"/>
                  </a:lnTo>
                  <a:lnTo>
                    <a:pt x="8599" y="8599"/>
                  </a:lnTo>
                  <a:lnTo>
                    <a:pt x="10032" y="7166"/>
                  </a:lnTo>
                  <a:lnTo>
                    <a:pt x="11943" y="6210"/>
                  </a:lnTo>
                  <a:lnTo>
                    <a:pt x="16243" y="5255"/>
                  </a:lnTo>
                  <a:lnTo>
                    <a:pt x="26753" y="955"/>
                  </a:lnTo>
                  <a:lnTo>
                    <a:pt x="32008" y="0"/>
                  </a:lnTo>
                  <a:lnTo>
                    <a:pt x="33919" y="478"/>
                  </a:lnTo>
                  <a:lnTo>
                    <a:pt x="3439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6" name="Freeform 3035">
              <a:extLst>
                <a:ext uri="{FF2B5EF4-FFF2-40B4-BE49-F238E27FC236}">
                  <a16:creationId xmlns:a16="http://schemas.microsoft.com/office/drawing/2014/main" id="{1FF3A764-3E26-BD20-0854-19B814DFB069}"/>
                </a:ext>
              </a:extLst>
            </p:cNvPr>
            <p:cNvSpPr/>
            <p:nvPr/>
          </p:nvSpPr>
          <p:spPr>
            <a:xfrm>
              <a:off x="3897966" y="2186687"/>
              <a:ext cx="27230" cy="43951"/>
            </a:xfrm>
            <a:custGeom>
              <a:avLst/>
              <a:gdLst>
                <a:gd name="csX0" fmla="*/ 26753 w 27230"/>
                <a:gd name="csY0" fmla="*/ 17198 h 43951"/>
                <a:gd name="csX1" fmla="*/ 27231 w 27230"/>
                <a:gd name="csY1" fmla="*/ 31052 h 43951"/>
                <a:gd name="csX2" fmla="*/ 26753 w 27230"/>
                <a:gd name="csY2" fmla="*/ 37741 h 43951"/>
                <a:gd name="csX3" fmla="*/ 25797 w 27230"/>
                <a:gd name="csY3" fmla="*/ 42518 h 43951"/>
                <a:gd name="csX4" fmla="*/ 24842 w 27230"/>
                <a:gd name="csY4" fmla="*/ 43951 h 43951"/>
                <a:gd name="csX5" fmla="*/ 23409 w 27230"/>
                <a:gd name="csY5" fmla="*/ 43951 h 43951"/>
                <a:gd name="csX6" fmla="*/ 18154 w 27230"/>
                <a:gd name="csY6" fmla="*/ 40129 h 43951"/>
                <a:gd name="csX7" fmla="*/ 16721 w 27230"/>
                <a:gd name="csY7" fmla="*/ 37741 h 43951"/>
                <a:gd name="csX8" fmla="*/ 16243 w 27230"/>
                <a:gd name="csY8" fmla="*/ 35830 h 43951"/>
                <a:gd name="csX9" fmla="*/ 15765 w 27230"/>
                <a:gd name="csY9" fmla="*/ 32008 h 43951"/>
                <a:gd name="csX10" fmla="*/ 12421 w 27230"/>
                <a:gd name="csY10" fmla="*/ 27231 h 43951"/>
                <a:gd name="csX11" fmla="*/ 5255 w 27230"/>
                <a:gd name="csY11" fmla="*/ 28186 h 43951"/>
                <a:gd name="csX12" fmla="*/ 2866 w 27230"/>
                <a:gd name="csY12" fmla="*/ 27231 h 43951"/>
                <a:gd name="csX13" fmla="*/ 1433 w 27230"/>
                <a:gd name="csY13" fmla="*/ 25797 h 43951"/>
                <a:gd name="csX14" fmla="*/ 956 w 27230"/>
                <a:gd name="csY14" fmla="*/ 23886 h 43951"/>
                <a:gd name="csX15" fmla="*/ 0 w 27230"/>
                <a:gd name="csY15" fmla="*/ 15287 h 43951"/>
                <a:gd name="csX16" fmla="*/ 478 w 27230"/>
                <a:gd name="csY16" fmla="*/ 12421 h 43951"/>
                <a:gd name="csX17" fmla="*/ 956 w 27230"/>
                <a:gd name="csY17" fmla="*/ 6688 h 43951"/>
                <a:gd name="csX18" fmla="*/ 1433 w 27230"/>
                <a:gd name="csY18" fmla="*/ 5733 h 43951"/>
                <a:gd name="csX19" fmla="*/ 6688 w 27230"/>
                <a:gd name="csY19" fmla="*/ 478 h 43951"/>
                <a:gd name="csX20" fmla="*/ 8121 w 27230"/>
                <a:gd name="csY20" fmla="*/ 0 h 43951"/>
                <a:gd name="csX21" fmla="*/ 13854 w 27230"/>
                <a:gd name="csY21" fmla="*/ 1911 h 43951"/>
                <a:gd name="csX22" fmla="*/ 19587 w 27230"/>
                <a:gd name="csY22" fmla="*/ 2389 h 43951"/>
                <a:gd name="csX23" fmla="*/ 21976 w 27230"/>
                <a:gd name="csY23" fmla="*/ 3822 h 43951"/>
                <a:gd name="csX24" fmla="*/ 24364 w 27230"/>
                <a:gd name="csY24" fmla="*/ 6688 h 43951"/>
                <a:gd name="csX25" fmla="*/ 25797 w 27230"/>
                <a:gd name="csY25" fmla="*/ 11465 h 43951"/>
                <a:gd name="csX26" fmla="*/ 26753 w 27230"/>
                <a:gd name="csY26" fmla="*/ 17198 h 43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7230" h="43951">
                  <a:moveTo>
                    <a:pt x="26753" y="17198"/>
                  </a:moveTo>
                  <a:lnTo>
                    <a:pt x="27231" y="31052"/>
                  </a:lnTo>
                  <a:lnTo>
                    <a:pt x="26753" y="37741"/>
                  </a:lnTo>
                  <a:lnTo>
                    <a:pt x="25797" y="42518"/>
                  </a:lnTo>
                  <a:lnTo>
                    <a:pt x="24842" y="43951"/>
                  </a:lnTo>
                  <a:lnTo>
                    <a:pt x="23409" y="43951"/>
                  </a:lnTo>
                  <a:lnTo>
                    <a:pt x="18154" y="40129"/>
                  </a:lnTo>
                  <a:lnTo>
                    <a:pt x="16721" y="37741"/>
                  </a:lnTo>
                  <a:lnTo>
                    <a:pt x="16243" y="35830"/>
                  </a:lnTo>
                  <a:lnTo>
                    <a:pt x="15765" y="32008"/>
                  </a:lnTo>
                  <a:lnTo>
                    <a:pt x="12421" y="27231"/>
                  </a:lnTo>
                  <a:lnTo>
                    <a:pt x="5255" y="28186"/>
                  </a:lnTo>
                  <a:lnTo>
                    <a:pt x="2866" y="27231"/>
                  </a:lnTo>
                  <a:lnTo>
                    <a:pt x="1433" y="25797"/>
                  </a:lnTo>
                  <a:lnTo>
                    <a:pt x="956" y="23886"/>
                  </a:lnTo>
                  <a:lnTo>
                    <a:pt x="0" y="15287"/>
                  </a:lnTo>
                  <a:lnTo>
                    <a:pt x="478" y="12421"/>
                  </a:lnTo>
                  <a:lnTo>
                    <a:pt x="956" y="6688"/>
                  </a:lnTo>
                  <a:lnTo>
                    <a:pt x="1433" y="5733"/>
                  </a:lnTo>
                  <a:lnTo>
                    <a:pt x="6688" y="478"/>
                  </a:lnTo>
                  <a:lnTo>
                    <a:pt x="8121" y="0"/>
                  </a:lnTo>
                  <a:lnTo>
                    <a:pt x="13854" y="1911"/>
                  </a:lnTo>
                  <a:lnTo>
                    <a:pt x="19587" y="2389"/>
                  </a:lnTo>
                  <a:lnTo>
                    <a:pt x="21976" y="3822"/>
                  </a:lnTo>
                  <a:lnTo>
                    <a:pt x="24364" y="6688"/>
                  </a:lnTo>
                  <a:lnTo>
                    <a:pt x="25797" y="11465"/>
                  </a:lnTo>
                  <a:lnTo>
                    <a:pt x="26753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7" name="Freeform 3036">
              <a:extLst>
                <a:ext uri="{FF2B5EF4-FFF2-40B4-BE49-F238E27FC236}">
                  <a16:creationId xmlns:a16="http://schemas.microsoft.com/office/drawing/2014/main" id="{D2F129CB-A86E-45B7-D230-B941C5661620}"/>
                </a:ext>
              </a:extLst>
            </p:cNvPr>
            <p:cNvSpPr/>
            <p:nvPr/>
          </p:nvSpPr>
          <p:spPr>
            <a:xfrm>
              <a:off x="3789999" y="2267901"/>
              <a:ext cx="130420" cy="143318"/>
            </a:xfrm>
            <a:custGeom>
              <a:avLst/>
              <a:gdLst>
                <a:gd name="csX0" fmla="*/ 130420 w 130420"/>
                <a:gd name="csY0" fmla="*/ 123732 h 143318"/>
                <a:gd name="csX1" fmla="*/ 130420 w 130420"/>
                <a:gd name="csY1" fmla="*/ 125643 h 143318"/>
                <a:gd name="csX2" fmla="*/ 129465 w 130420"/>
                <a:gd name="csY2" fmla="*/ 128509 h 143318"/>
                <a:gd name="csX3" fmla="*/ 128032 w 130420"/>
                <a:gd name="csY3" fmla="*/ 136153 h 143318"/>
                <a:gd name="csX4" fmla="*/ 127076 w 130420"/>
                <a:gd name="csY4" fmla="*/ 137586 h 143318"/>
                <a:gd name="csX5" fmla="*/ 123732 w 130420"/>
                <a:gd name="csY5" fmla="*/ 139497 h 143318"/>
                <a:gd name="csX6" fmla="*/ 117521 w 130420"/>
                <a:gd name="csY6" fmla="*/ 140452 h 143318"/>
                <a:gd name="csX7" fmla="*/ 111311 w 130420"/>
                <a:gd name="csY7" fmla="*/ 143319 h 143318"/>
                <a:gd name="csX8" fmla="*/ 105100 w 130420"/>
                <a:gd name="csY8" fmla="*/ 139975 h 143318"/>
                <a:gd name="csX9" fmla="*/ 98890 w 130420"/>
                <a:gd name="csY9" fmla="*/ 134720 h 143318"/>
                <a:gd name="csX10" fmla="*/ 96979 w 130420"/>
                <a:gd name="csY10" fmla="*/ 131376 h 143318"/>
                <a:gd name="csX11" fmla="*/ 95546 w 130420"/>
                <a:gd name="csY11" fmla="*/ 127554 h 143318"/>
                <a:gd name="csX12" fmla="*/ 95068 w 130420"/>
                <a:gd name="csY12" fmla="*/ 125643 h 143318"/>
                <a:gd name="csX13" fmla="*/ 94591 w 130420"/>
                <a:gd name="csY13" fmla="*/ 118955 h 143318"/>
                <a:gd name="csX14" fmla="*/ 94113 w 130420"/>
                <a:gd name="csY14" fmla="*/ 117521 h 143318"/>
                <a:gd name="csX15" fmla="*/ 91724 w 130420"/>
                <a:gd name="csY15" fmla="*/ 113700 h 143318"/>
                <a:gd name="csX16" fmla="*/ 89335 w 130420"/>
                <a:gd name="csY16" fmla="*/ 108445 h 143318"/>
                <a:gd name="csX17" fmla="*/ 85036 w 130420"/>
                <a:gd name="csY17" fmla="*/ 107967 h 143318"/>
                <a:gd name="csX18" fmla="*/ 74526 w 130420"/>
                <a:gd name="csY18" fmla="*/ 101756 h 143318"/>
                <a:gd name="csX19" fmla="*/ 69749 w 130420"/>
                <a:gd name="csY19" fmla="*/ 100801 h 143318"/>
                <a:gd name="csX20" fmla="*/ 65449 w 130420"/>
                <a:gd name="csY20" fmla="*/ 100801 h 143318"/>
                <a:gd name="csX21" fmla="*/ 58761 w 130420"/>
                <a:gd name="csY21" fmla="*/ 103190 h 143318"/>
                <a:gd name="csX22" fmla="*/ 57805 w 130420"/>
                <a:gd name="csY22" fmla="*/ 102712 h 143318"/>
                <a:gd name="csX23" fmla="*/ 56850 w 130420"/>
                <a:gd name="csY23" fmla="*/ 100801 h 143318"/>
                <a:gd name="csX24" fmla="*/ 55417 w 130420"/>
                <a:gd name="csY24" fmla="*/ 97935 h 143318"/>
                <a:gd name="csX25" fmla="*/ 55417 w 130420"/>
                <a:gd name="csY25" fmla="*/ 96024 h 143318"/>
                <a:gd name="csX26" fmla="*/ 56372 w 130420"/>
                <a:gd name="csY26" fmla="*/ 92202 h 143318"/>
                <a:gd name="csX27" fmla="*/ 37741 w 130420"/>
                <a:gd name="csY27" fmla="*/ 96979 h 143318"/>
                <a:gd name="csX28" fmla="*/ 32486 w 130420"/>
                <a:gd name="csY28" fmla="*/ 102234 h 143318"/>
                <a:gd name="csX29" fmla="*/ 24842 w 130420"/>
                <a:gd name="csY29" fmla="*/ 101756 h 143318"/>
                <a:gd name="csX30" fmla="*/ 21020 w 130420"/>
                <a:gd name="csY30" fmla="*/ 99368 h 143318"/>
                <a:gd name="csX31" fmla="*/ 16243 w 130420"/>
                <a:gd name="csY31" fmla="*/ 94113 h 143318"/>
                <a:gd name="csX32" fmla="*/ 13854 w 130420"/>
                <a:gd name="csY32" fmla="*/ 89813 h 143318"/>
                <a:gd name="csX33" fmla="*/ 11943 w 130420"/>
                <a:gd name="csY33" fmla="*/ 83603 h 143318"/>
                <a:gd name="csX34" fmla="*/ 11466 w 130420"/>
                <a:gd name="csY34" fmla="*/ 78825 h 143318"/>
                <a:gd name="csX35" fmla="*/ 13377 w 130420"/>
                <a:gd name="csY35" fmla="*/ 75959 h 143318"/>
                <a:gd name="csX36" fmla="*/ 14810 w 130420"/>
                <a:gd name="csY36" fmla="*/ 74048 h 143318"/>
                <a:gd name="csX37" fmla="*/ 16721 w 130420"/>
                <a:gd name="csY37" fmla="*/ 73570 h 143318"/>
                <a:gd name="csX38" fmla="*/ 27231 w 130420"/>
                <a:gd name="csY38" fmla="*/ 76914 h 143318"/>
                <a:gd name="csX39" fmla="*/ 35830 w 130420"/>
                <a:gd name="csY39" fmla="*/ 78825 h 143318"/>
                <a:gd name="csX40" fmla="*/ 39652 w 130420"/>
                <a:gd name="csY40" fmla="*/ 76914 h 143318"/>
                <a:gd name="csX41" fmla="*/ 41563 w 130420"/>
                <a:gd name="csY41" fmla="*/ 72137 h 143318"/>
                <a:gd name="csX42" fmla="*/ 39652 w 130420"/>
                <a:gd name="csY42" fmla="*/ 69271 h 143318"/>
                <a:gd name="csX43" fmla="*/ 31052 w 130420"/>
                <a:gd name="csY43" fmla="*/ 68315 h 143318"/>
                <a:gd name="csX44" fmla="*/ 32963 w 130420"/>
                <a:gd name="csY44" fmla="*/ 65927 h 143318"/>
                <a:gd name="csX45" fmla="*/ 40129 w 130420"/>
                <a:gd name="csY45" fmla="*/ 63060 h 143318"/>
                <a:gd name="csX46" fmla="*/ 43951 w 130420"/>
                <a:gd name="csY46" fmla="*/ 58761 h 143318"/>
                <a:gd name="csX47" fmla="*/ 42996 w 130420"/>
                <a:gd name="csY47" fmla="*/ 57328 h 143318"/>
                <a:gd name="csX48" fmla="*/ 40607 w 130420"/>
                <a:gd name="csY48" fmla="*/ 55894 h 143318"/>
                <a:gd name="csX49" fmla="*/ 31052 w 130420"/>
                <a:gd name="csY49" fmla="*/ 56372 h 143318"/>
                <a:gd name="csX50" fmla="*/ 27708 w 130420"/>
                <a:gd name="csY50" fmla="*/ 54939 h 143318"/>
                <a:gd name="csX51" fmla="*/ 27231 w 130420"/>
                <a:gd name="csY51" fmla="*/ 53506 h 143318"/>
                <a:gd name="csX52" fmla="*/ 28186 w 130420"/>
                <a:gd name="csY52" fmla="*/ 51595 h 143318"/>
                <a:gd name="csX53" fmla="*/ 33919 w 130420"/>
                <a:gd name="csY53" fmla="*/ 43473 h 143318"/>
                <a:gd name="csX54" fmla="*/ 33441 w 130420"/>
                <a:gd name="csY54" fmla="*/ 41562 h 143318"/>
                <a:gd name="csX55" fmla="*/ 31052 w 130420"/>
                <a:gd name="csY55" fmla="*/ 39174 h 143318"/>
                <a:gd name="csX56" fmla="*/ 29142 w 130420"/>
                <a:gd name="csY56" fmla="*/ 35352 h 143318"/>
                <a:gd name="csX57" fmla="*/ 28186 w 130420"/>
                <a:gd name="csY57" fmla="*/ 34874 h 143318"/>
                <a:gd name="csX58" fmla="*/ 23409 w 130420"/>
                <a:gd name="csY58" fmla="*/ 38218 h 143318"/>
                <a:gd name="csX59" fmla="*/ 16721 w 130420"/>
                <a:gd name="csY59" fmla="*/ 50639 h 143318"/>
                <a:gd name="csX60" fmla="*/ 15287 w 130420"/>
                <a:gd name="csY60" fmla="*/ 52550 h 143318"/>
                <a:gd name="csX61" fmla="*/ 13377 w 130420"/>
                <a:gd name="csY61" fmla="*/ 52072 h 143318"/>
                <a:gd name="csX62" fmla="*/ 11943 w 130420"/>
                <a:gd name="csY62" fmla="*/ 50162 h 143318"/>
                <a:gd name="csX63" fmla="*/ 11943 w 130420"/>
                <a:gd name="csY63" fmla="*/ 47773 h 143318"/>
                <a:gd name="csX64" fmla="*/ 13377 w 130420"/>
                <a:gd name="csY64" fmla="*/ 44429 h 143318"/>
                <a:gd name="csX65" fmla="*/ 16721 w 130420"/>
                <a:gd name="csY65" fmla="*/ 34874 h 143318"/>
                <a:gd name="csX66" fmla="*/ 16243 w 130420"/>
                <a:gd name="csY66" fmla="*/ 31530 h 143318"/>
                <a:gd name="csX67" fmla="*/ 13377 w 130420"/>
                <a:gd name="csY67" fmla="*/ 29141 h 143318"/>
                <a:gd name="csX68" fmla="*/ 5255 w 130420"/>
                <a:gd name="csY68" fmla="*/ 31052 h 143318"/>
                <a:gd name="csX69" fmla="*/ 956 w 130420"/>
                <a:gd name="csY69" fmla="*/ 31052 h 143318"/>
                <a:gd name="csX70" fmla="*/ 0 w 130420"/>
                <a:gd name="csY70" fmla="*/ 28186 h 143318"/>
                <a:gd name="csX71" fmla="*/ 0 w 130420"/>
                <a:gd name="csY71" fmla="*/ 22931 h 143318"/>
                <a:gd name="csX72" fmla="*/ 0 w 130420"/>
                <a:gd name="csY72" fmla="*/ 18154 h 143318"/>
                <a:gd name="csX73" fmla="*/ 1433 w 130420"/>
                <a:gd name="csY73" fmla="*/ 10510 h 143318"/>
                <a:gd name="csX74" fmla="*/ 2866 w 130420"/>
                <a:gd name="csY74" fmla="*/ 4777 h 143318"/>
                <a:gd name="csX75" fmla="*/ 3822 w 130420"/>
                <a:gd name="csY75" fmla="*/ 2866 h 143318"/>
                <a:gd name="csX76" fmla="*/ 14332 w 130420"/>
                <a:gd name="csY76" fmla="*/ 3822 h 143318"/>
                <a:gd name="csX77" fmla="*/ 32008 w 130420"/>
                <a:gd name="csY77" fmla="*/ 478 h 143318"/>
                <a:gd name="csX78" fmla="*/ 37263 w 130420"/>
                <a:gd name="csY78" fmla="*/ 0 h 143318"/>
                <a:gd name="csX79" fmla="*/ 42518 w 130420"/>
                <a:gd name="csY79" fmla="*/ 3344 h 143318"/>
                <a:gd name="csX80" fmla="*/ 47295 w 130420"/>
                <a:gd name="csY80" fmla="*/ 5733 h 143318"/>
                <a:gd name="csX81" fmla="*/ 53028 w 130420"/>
                <a:gd name="csY81" fmla="*/ 11943 h 143318"/>
                <a:gd name="csX82" fmla="*/ 57805 w 130420"/>
                <a:gd name="csY82" fmla="*/ 24842 h 143318"/>
                <a:gd name="csX83" fmla="*/ 58283 w 130420"/>
                <a:gd name="csY83" fmla="*/ 26753 h 143318"/>
                <a:gd name="csX84" fmla="*/ 58283 w 130420"/>
                <a:gd name="csY84" fmla="*/ 28664 h 143318"/>
                <a:gd name="csX85" fmla="*/ 58283 w 130420"/>
                <a:gd name="csY85" fmla="*/ 31530 h 143318"/>
                <a:gd name="csX86" fmla="*/ 57328 w 130420"/>
                <a:gd name="csY86" fmla="*/ 34874 h 143318"/>
                <a:gd name="csX87" fmla="*/ 56372 w 130420"/>
                <a:gd name="csY87" fmla="*/ 36785 h 143318"/>
                <a:gd name="csX88" fmla="*/ 59239 w 130420"/>
                <a:gd name="csY88" fmla="*/ 39651 h 143318"/>
                <a:gd name="csX89" fmla="*/ 59239 w 130420"/>
                <a:gd name="csY89" fmla="*/ 40607 h 143318"/>
                <a:gd name="csX90" fmla="*/ 59239 w 130420"/>
                <a:gd name="csY90" fmla="*/ 43473 h 143318"/>
                <a:gd name="csX91" fmla="*/ 59716 w 130420"/>
                <a:gd name="csY91" fmla="*/ 45384 h 143318"/>
                <a:gd name="csX92" fmla="*/ 61149 w 130420"/>
                <a:gd name="csY92" fmla="*/ 43473 h 143318"/>
                <a:gd name="csX93" fmla="*/ 62583 w 130420"/>
                <a:gd name="csY93" fmla="*/ 40607 h 143318"/>
                <a:gd name="csX94" fmla="*/ 63060 w 130420"/>
                <a:gd name="csY94" fmla="*/ 38218 h 143318"/>
                <a:gd name="csX95" fmla="*/ 63060 w 130420"/>
                <a:gd name="csY95" fmla="*/ 32963 h 143318"/>
                <a:gd name="csX96" fmla="*/ 67360 w 130420"/>
                <a:gd name="csY96" fmla="*/ 30575 h 143318"/>
                <a:gd name="csX97" fmla="*/ 71659 w 130420"/>
                <a:gd name="csY97" fmla="*/ 26275 h 143318"/>
                <a:gd name="csX98" fmla="*/ 73570 w 130420"/>
                <a:gd name="csY98" fmla="*/ 25797 h 143318"/>
                <a:gd name="csX99" fmla="*/ 76914 w 130420"/>
                <a:gd name="csY99" fmla="*/ 26275 h 143318"/>
                <a:gd name="csX100" fmla="*/ 85036 w 130420"/>
                <a:gd name="csY100" fmla="*/ 35830 h 143318"/>
                <a:gd name="csX101" fmla="*/ 87902 w 130420"/>
                <a:gd name="csY101" fmla="*/ 36785 h 143318"/>
                <a:gd name="csX102" fmla="*/ 88858 w 130420"/>
                <a:gd name="csY102" fmla="*/ 37741 h 143318"/>
                <a:gd name="csX103" fmla="*/ 89813 w 130420"/>
                <a:gd name="csY103" fmla="*/ 39651 h 143318"/>
                <a:gd name="csX104" fmla="*/ 90291 w 130420"/>
                <a:gd name="csY104" fmla="*/ 42040 h 143318"/>
                <a:gd name="csX105" fmla="*/ 88380 w 130420"/>
                <a:gd name="csY105" fmla="*/ 47295 h 143318"/>
                <a:gd name="csX106" fmla="*/ 87902 w 130420"/>
                <a:gd name="csY106" fmla="*/ 50639 h 143318"/>
                <a:gd name="csX107" fmla="*/ 88380 w 130420"/>
                <a:gd name="csY107" fmla="*/ 53028 h 143318"/>
                <a:gd name="csX108" fmla="*/ 92680 w 130420"/>
                <a:gd name="csY108" fmla="*/ 54461 h 143318"/>
                <a:gd name="csX109" fmla="*/ 102234 w 130420"/>
                <a:gd name="csY109" fmla="*/ 51117 h 143318"/>
                <a:gd name="csX110" fmla="*/ 110356 w 130420"/>
                <a:gd name="csY110" fmla="*/ 59716 h 143318"/>
                <a:gd name="csX111" fmla="*/ 115133 w 130420"/>
                <a:gd name="csY111" fmla="*/ 69748 h 143318"/>
                <a:gd name="csX112" fmla="*/ 118477 w 130420"/>
                <a:gd name="csY112" fmla="*/ 73093 h 143318"/>
                <a:gd name="csX113" fmla="*/ 118955 w 130420"/>
                <a:gd name="csY113" fmla="*/ 75004 h 143318"/>
                <a:gd name="csX114" fmla="*/ 117999 w 130420"/>
                <a:gd name="csY114" fmla="*/ 76437 h 143318"/>
                <a:gd name="csX115" fmla="*/ 117044 w 130420"/>
                <a:gd name="csY115" fmla="*/ 81214 h 143318"/>
                <a:gd name="csX116" fmla="*/ 114177 w 130420"/>
                <a:gd name="csY116" fmla="*/ 84558 h 143318"/>
                <a:gd name="csX117" fmla="*/ 113700 w 130420"/>
                <a:gd name="csY117" fmla="*/ 86469 h 143318"/>
                <a:gd name="csX118" fmla="*/ 115133 w 130420"/>
                <a:gd name="csY118" fmla="*/ 90291 h 143318"/>
                <a:gd name="csX119" fmla="*/ 115133 w 130420"/>
                <a:gd name="csY119" fmla="*/ 93157 h 143318"/>
                <a:gd name="csX120" fmla="*/ 115133 w 130420"/>
                <a:gd name="csY120" fmla="*/ 96501 h 143318"/>
                <a:gd name="csX121" fmla="*/ 115611 w 130420"/>
                <a:gd name="csY121" fmla="*/ 98412 h 143318"/>
                <a:gd name="csX122" fmla="*/ 119432 w 130420"/>
                <a:gd name="csY122" fmla="*/ 100801 h 143318"/>
                <a:gd name="csX123" fmla="*/ 128032 w 130420"/>
                <a:gd name="csY123" fmla="*/ 115133 h 143318"/>
                <a:gd name="csX124" fmla="*/ 129465 w 130420"/>
                <a:gd name="csY124" fmla="*/ 118955 h 143318"/>
                <a:gd name="csX125" fmla="*/ 130420 w 130420"/>
                <a:gd name="csY125" fmla="*/ 123732 h 143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</a:cxnLst>
              <a:rect l="l" t="t" r="r" b="b"/>
              <a:pathLst>
                <a:path w="130420" h="143318">
                  <a:moveTo>
                    <a:pt x="130420" y="123732"/>
                  </a:moveTo>
                  <a:lnTo>
                    <a:pt x="130420" y="125643"/>
                  </a:lnTo>
                  <a:lnTo>
                    <a:pt x="129465" y="128509"/>
                  </a:lnTo>
                  <a:lnTo>
                    <a:pt x="128032" y="136153"/>
                  </a:lnTo>
                  <a:lnTo>
                    <a:pt x="127076" y="137586"/>
                  </a:lnTo>
                  <a:lnTo>
                    <a:pt x="123732" y="139497"/>
                  </a:lnTo>
                  <a:lnTo>
                    <a:pt x="117521" y="140452"/>
                  </a:lnTo>
                  <a:lnTo>
                    <a:pt x="111311" y="143319"/>
                  </a:lnTo>
                  <a:lnTo>
                    <a:pt x="105100" y="139975"/>
                  </a:lnTo>
                  <a:lnTo>
                    <a:pt x="98890" y="134720"/>
                  </a:lnTo>
                  <a:lnTo>
                    <a:pt x="96979" y="131376"/>
                  </a:lnTo>
                  <a:lnTo>
                    <a:pt x="95546" y="127554"/>
                  </a:lnTo>
                  <a:lnTo>
                    <a:pt x="95068" y="125643"/>
                  </a:lnTo>
                  <a:lnTo>
                    <a:pt x="94591" y="118955"/>
                  </a:lnTo>
                  <a:lnTo>
                    <a:pt x="94113" y="117521"/>
                  </a:lnTo>
                  <a:lnTo>
                    <a:pt x="91724" y="113700"/>
                  </a:lnTo>
                  <a:lnTo>
                    <a:pt x="89335" y="108445"/>
                  </a:lnTo>
                  <a:lnTo>
                    <a:pt x="85036" y="107967"/>
                  </a:lnTo>
                  <a:lnTo>
                    <a:pt x="74526" y="101756"/>
                  </a:lnTo>
                  <a:lnTo>
                    <a:pt x="69749" y="100801"/>
                  </a:lnTo>
                  <a:lnTo>
                    <a:pt x="65449" y="100801"/>
                  </a:lnTo>
                  <a:lnTo>
                    <a:pt x="58761" y="103190"/>
                  </a:lnTo>
                  <a:lnTo>
                    <a:pt x="57805" y="102712"/>
                  </a:lnTo>
                  <a:lnTo>
                    <a:pt x="56850" y="100801"/>
                  </a:lnTo>
                  <a:lnTo>
                    <a:pt x="55417" y="97935"/>
                  </a:lnTo>
                  <a:lnTo>
                    <a:pt x="55417" y="96024"/>
                  </a:lnTo>
                  <a:lnTo>
                    <a:pt x="56372" y="92202"/>
                  </a:lnTo>
                  <a:lnTo>
                    <a:pt x="37741" y="96979"/>
                  </a:lnTo>
                  <a:lnTo>
                    <a:pt x="32486" y="102234"/>
                  </a:lnTo>
                  <a:lnTo>
                    <a:pt x="24842" y="101756"/>
                  </a:lnTo>
                  <a:lnTo>
                    <a:pt x="21020" y="99368"/>
                  </a:lnTo>
                  <a:lnTo>
                    <a:pt x="16243" y="94113"/>
                  </a:lnTo>
                  <a:lnTo>
                    <a:pt x="13854" y="89813"/>
                  </a:lnTo>
                  <a:lnTo>
                    <a:pt x="11943" y="83603"/>
                  </a:lnTo>
                  <a:lnTo>
                    <a:pt x="11466" y="78825"/>
                  </a:lnTo>
                  <a:lnTo>
                    <a:pt x="13377" y="75959"/>
                  </a:lnTo>
                  <a:lnTo>
                    <a:pt x="14810" y="74048"/>
                  </a:lnTo>
                  <a:lnTo>
                    <a:pt x="16721" y="73570"/>
                  </a:lnTo>
                  <a:lnTo>
                    <a:pt x="27231" y="76914"/>
                  </a:lnTo>
                  <a:lnTo>
                    <a:pt x="35830" y="78825"/>
                  </a:lnTo>
                  <a:lnTo>
                    <a:pt x="39652" y="76914"/>
                  </a:lnTo>
                  <a:lnTo>
                    <a:pt x="41563" y="72137"/>
                  </a:lnTo>
                  <a:lnTo>
                    <a:pt x="39652" y="69271"/>
                  </a:lnTo>
                  <a:lnTo>
                    <a:pt x="31052" y="68315"/>
                  </a:lnTo>
                  <a:lnTo>
                    <a:pt x="32963" y="65927"/>
                  </a:lnTo>
                  <a:lnTo>
                    <a:pt x="40129" y="63060"/>
                  </a:lnTo>
                  <a:lnTo>
                    <a:pt x="43951" y="58761"/>
                  </a:lnTo>
                  <a:lnTo>
                    <a:pt x="42996" y="57328"/>
                  </a:lnTo>
                  <a:lnTo>
                    <a:pt x="40607" y="55894"/>
                  </a:lnTo>
                  <a:lnTo>
                    <a:pt x="31052" y="56372"/>
                  </a:lnTo>
                  <a:lnTo>
                    <a:pt x="27708" y="54939"/>
                  </a:lnTo>
                  <a:lnTo>
                    <a:pt x="27231" y="53506"/>
                  </a:lnTo>
                  <a:lnTo>
                    <a:pt x="28186" y="51595"/>
                  </a:lnTo>
                  <a:lnTo>
                    <a:pt x="33919" y="43473"/>
                  </a:lnTo>
                  <a:lnTo>
                    <a:pt x="33441" y="41562"/>
                  </a:lnTo>
                  <a:lnTo>
                    <a:pt x="31052" y="39174"/>
                  </a:lnTo>
                  <a:lnTo>
                    <a:pt x="29142" y="35352"/>
                  </a:lnTo>
                  <a:lnTo>
                    <a:pt x="28186" y="34874"/>
                  </a:lnTo>
                  <a:lnTo>
                    <a:pt x="23409" y="38218"/>
                  </a:lnTo>
                  <a:lnTo>
                    <a:pt x="16721" y="50639"/>
                  </a:lnTo>
                  <a:lnTo>
                    <a:pt x="15287" y="52550"/>
                  </a:lnTo>
                  <a:lnTo>
                    <a:pt x="13377" y="52072"/>
                  </a:lnTo>
                  <a:lnTo>
                    <a:pt x="11943" y="50162"/>
                  </a:lnTo>
                  <a:lnTo>
                    <a:pt x="11943" y="47773"/>
                  </a:lnTo>
                  <a:lnTo>
                    <a:pt x="13377" y="44429"/>
                  </a:lnTo>
                  <a:lnTo>
                    <a:pt x="16721" y="34874"/>
                  </a:lnTo>
                  <a:lnTo>
                    <a:pt x="16243" y="31530"/>
                  </a:lnTo>
                  <a:lnTo>
                    <a:pt x="13377" y="29141"/>
                  </a:lnTo>
                  <a:lnTo>
                    <a:pt x="5255" y="31052"/>
                  </a:lnTo>
                  <a:lnTo>
                    <a:pt x="956" y="31052"/>
                  </a:lnTo>
                  <a:lnTo>
                    <a:pt x="0" y="28186"/>
                  </a:lnTo>
                  <a:lnTo>
                    <a:pt x="0" y="22931"/>
                  </a:lnTo>
                  <a:lnTo>
                    <a:pt x="0" y="18154"/>
                  </a:lnTo>
                  <a:lnTo>
                    <a:pt x="1433" y="10510"/>
                  </a:lnTo>
                  <a:lnTo>
                    <a:pt x="2866" y="4777"/>
                  </a:lnTo>
                  <a:lnTo>
                    <a:pt x="3822" y="2866"/>
                  </a:lnTo>
                  <a:lnTo>
                    <a:pt x="14332" y="3822"/>
                  </a:lnTo>
                  <a:lnTo>
                    <a:pt x="32008" y="478"/>
                  </a:lnTo>
                  <a:lnTo>
                    <a:pt x="37263" y="0"/>
                  </a:lnTo>
                  <a:lnTo>
                    <a:pt x="42518" y="3344"/>
                  </a:lnTo>
                  <a:lnTo>
                    <a:pt x="47295" y="5733"/>
                  </a:lnTo>
                  <a:lnTo>
                    <a:pt x="53028" y="11943"/>
                  </a:lnTo>
                  <a:lnTo>
                    <a:pt x="57805" y="24842"/>
                  </a:lnTo>
                  <a:lnTo>
                    <a:pt x="58283" y="26753"/>
                  </a:lnTo>
                  <a:lnTo>
                    <a:pt x="58283" y="28664"/>
                  </a:lnTo>
                  <a:lnTo>
                    <a:pt x="58283" y="31530"/>
                  </a:lnTo>
                  <a:lnTo>
                    <a:pt x="57328" y="34874"/>
                  </a:lnTo>
                  <a:lnTo>
                    <a:pt x="56372" y="36785"/>
                  </a:lnTo>
                  <a:lnTo>
                    <a:pt x="59239" y="39651"/>
                  </a:lnTo>
                  <a:lnTo>
                    <a:pt x="59239" y="40607"/>
                  </a:lnTo>
                  <a:lnTo>
                    <a:pt x="59239" y="43473"/>
                  </a:lnTo>
                  <a:lnTo>
                    <a:pt x="59716" y="45384"/>
                  </a:lnTo>
                  <a:lnTo>
                    <a:pt x="61149" y="43473"/>
                  </a:lnTo>
                  <a:lnTo>
                    <a:pt x="62583" y="40607"/>
                  </a:lnTo>
                  <a:lnTo>
                    <a:pt x="63060" y="38218"/>
                  </a:lnTo>
                  <a:lnTo>
                    <a:pt x="63060" y="32963"/>
                  </a:lnTo>
                  <a:lnTo>
                    <a:pt x="67360" y="30575"/>
                  </a:lnTo>
                  <a:lnTo>
                    <a:pt x="71659" y="26275"/>
                  </a:lnTo>
                  <a:lnTo>
                    <a:pt x="73570" y="25797"/>
                  </a:lnTo>
                  <a:lnTo>
                    <a:pt x="76914" y="26275"/>
                  </a:lnTo>
                  <a:lnTo>
                    <a:pt x="85036" y="35830"/>
                  </a:lnTo>
                  <a:lnTo>
                    <a:pt x="87902" y="36785"/>
                  </a:lnTo>
                  <a:lnTo>
                    <a:pt x="88858" y="37741"/>
                  </a:lnTo>
                  <a:lnTo>
                    <a:pt x="89813" y="39651"/>
                  </a:lnTo>
                  <a:lnTo>
                    <a:pt x="90291" y="42040"/>
                  </a:lnTo>
                  <a:lnTo>
                    <a:pt x="88380" y="47295"/>
                  </a:lnTo>
                  <a:lnTo>
                    <a:pt x="87902" y="50639"/>
                  </a:lnTo>
                  <a:lnTo>
                    <a:pt x="88380" y="53028"/>
                  </a:lnTo>
                  <a:lnTo>
                    <a:pt x="92680" y="54461"/>
                  </a:lnTo>
                  <a:lnTo>
                    <a:pt x="102234" y="51117"/>
                  </a:lnTo>
                  <a:lnTo>
                    <a:pt x="110356" y="59716"/>
                  </a:lnTo>
                  <a:lnTo>
                    <a:pt x="115133" y="69748"/>
                  </a:lnTo>
                  <a:lnTo>
                    <a:pt x="118477" y="73093"/>
                  </a:lnTo>
                  <a:lnTo>
                    <a:pt x="118955" y="75004"/>
                  </a:lnTo>
                  <a:lnTo>
                    <a:pt x="117999" y="76437"/>
                  </a:lnTo>
                  <a:lnTo>
                    <a:pt x="117044" y="81214"/>
                  </a:lnTo>
                  <a:lnTo>
                    <a:pt x="114177" y="84558"/>
                  </a:lnTo>
                  <a:lnTo>
                    <a:pt x="113700" y="86469"/>
                  </a:lnTo>
                  <a:lnTo>
                    <a:pt x="115133" y="90291"/>
                  </a:lnTo>
                  <a:lnTo>
                    <a:pt x="115133" y="93157"/>
                  </a:lnTo>
                  <a:lnTo>
                    <a:pt x="115133" y="96501"/>
                  </a:lnTo>
                  <a:lnTo>
                    <a:pt x="115611" y="98412"/>
                  </a:lnTo>
                  <a:lnTo>
                    <a:pt x="119432" y="100801"/>
                  </a:lnTo>
                  <a:lnTo>
                    <a:pt x="128032" y="115133"/>
                  </a:lnTo>
                  <a:lnTo>
                    <a:pt x="129465" y="118955"/>
                  </a:lnTo>
                  <a:lnTo>
                    <a:pt x="130420" y="1237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8" name="Freeform 3037">
              <a:extLst>
                <a:ext uri="{FF2B5EF4-FFF2-40B4-BE49-F238E27FC236}">
                  <a16:creationId xmlns:a16="http://schemas.microsoft.com/office/drawing/2014/main" id="{B3311225-2405-C437-FB91-01E0B9FA5878}"/>
                </a:ext>
              </a:extLst>
            </p:cNvPr>
            <p:cNvSpPr/>
            <p:nvPr/>
          </p:nvSpPr>
          <p:spPr>
            <a:xfrm>
              <a:off x="3895577" y="2977807"/>
              <a:ext cx="5255" cy="8599"/>
            </a:xfrm>
            <a:custGeom>
              <a:avLst/>
              <a:gdLst>
                <a:gd name="csX0" fmla="*/ 4777 w 5255"/>
                <a:gd name="csY0" fmla="*/ 3822 h 8599"/>
                <a:gd name="csX1" fmla="*/ 5255 w 5255"/>
                <a:gd name="csY1" fmla="*/ 5733 h 8599"/>
                <a:gd name="csX2" fmla="*/ 4777 w 5255"/>
                <a:gd name="csY2" fmla="*/ 8599 h 8599"/>
                <a:gd name="csX3" fmla="*/ 2389 w 5255"/>
                <a:gd name="csY3" fmla="*/ 8121 h 8599"/>
                <a:gd name="csX4" fmla="*/ 956 w 5255"/>
                <a:gd name="csY4" fmla="*/ 6688 h 8599"/>
                <a:gd name="csX5" fmla="*/ 478 w 5255"/>
                <a:gd name="csY5" fmla="*/ 4300 h 8599"/>
                <a:gd name="csX6" fmla="*/ 0 w 5255"/>
                <a:gd name="csY6" fmla="*/ 3822 h 8599"/>
                <a:gd name="csX7" fmla="*/ 478 w 5255"/>
                <a:gd name="csY7" fmla="*/ 2866 h 8599"/>
                <a:gd name="csX8" fmla="*/ 1433 w 5255"/>
                <a:gd name="csY8" fmla="*/ 478 h 8599"/>
                <a:gd name="csX9" fmla="*/ 1911 w 5255"/>
                <a:gd name="csY9" fmla="*/ 0 h 8599"/>
                <a:gd name="csX10" fmla="*/ 3344 w 5255"/>
                <a:gd name="csY10" fmla="*/ 478 h 8599"/>
                <a:gd name="csX11" fmla="*/ 4300 w 5255"/>
                <a:gd name="csY11" fmla="*/ 1911 h 8599"/>
                <a:gd name="csX12" fmla="*/ 4777 w 5255"/>
                <a:gd name="csY12" fmla="*/ 3822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255" h="8599">
                  <a:moveTo>
                    <a:pt x="4777" y="3822"/>
                  </a:moveTo>
                  <a:lnTo>
                    <a:pt x="5255" y="5733"/>
                  </a:lnTo>
                  <a:lnTo>
                    <a:pt x="4777" y="8599"/>
                  </a:lnTo>
                  <a:lnTo>
                    <a:pt x="2389" y="8121"/>
                  </a:lnTo>
                  <a:lnTo>
                    <a:pt x="956" y="6688"/>
                  </a:lnTo>
                  <a:lnTo>
                    <a:pt x="478" y="4300"/>
                  </a:lnTo>
                  <a:lnTo>
                    <a:pt x="0" y="3822"/>
                  </a:lnTo>
                  <a:lnTo>
                    <a:pt x="478" y="2866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4300" y="1911"/>
                  </a:lnTo>
                  <a:lnTo>
                    <a:pt x="4777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9" name="Freeform 3038">
              <a:extLst>
                <a:ext uri="{FF2B5EF4-FFF2-40B4-BE49-F238E27FC236}">
                  <a16:creationId xmlns:a16="http://schemas.microsoft.com/office/drawing/2014/main" id="{6BF16983-E61E-03E3-AD7C-F2F5D1D3EDCC}"/>
                </a:ext>
              </a:extLst>
            </p:cNvPr>
            <p:cNvSpPr/>
            <p:nvPr/>
          </p:nvSpPr>
          <p:spPr>
            <a:xfrm>
              <a:off x="3888411" y="2982584"/>
              <a:ext cx="8599" cy="15765"/>
            </a:xfrm>
            <a:custGeom>
              <a:avLst/>
              <a:gdLst>
                <a:gd name="csX0" fmla="*/ 8121 w 8599"/>
                <a:gd name="csY0" fmla="*/ 5255 h 15765"/>
                <a:gd name="csX1" fmla="*/ 8599 w 8599"/>
                <a:gd name="csY1" fmla="*/ 6688 h 15765"/>
                <a:gd name="csX2" fmla="*/ 7644 w 8599"/>
                <a:gd name="csY2" fmla="*/ 11465 h 15765"/>
                <a:gd name="csX3" fmla="*/ 7166 w 8599"/>
                <a:gd name="csY3" fmla="*/ 12899 h 15765"/>
                <a:gd name="csX4" fmla="*/ 6688 w 8599"/>
                <a:gd name="csY4" fmla="*/ 13376 h 15765"/>
                <a:gd name="csX5" fmla="*/ 4777 w 8599"/>
                <a:gd name="csY5" fmla="*/ 15287 h 15765"/>
                <a:gd name="csX6" fmla="*/ 4300 w 8599"/>
                <a:gd name="csY6" fmla="*/ 15765 h 15765"/>
                <a:gd name="csX7" fmla="*/ 3344 w 8599"/>
                <a:gd name="csY7" fmla="*/ 14332 h 15765"/>
                <a:gd name="csX8" fmla="*/ 2866 w 8599"/>
                <a:gd name="csY8" fmla="*/ 12421 h 15765"/>
                <a:gd name="csX9" fmla="*/ 2389 w 8599"/>
                <a:gd name="csY9" fmla="*/ 11943 h 15765"/>
                <a:gd name="csX10" fmla="*/ 1911 w 8599"/>
                <a:gd name="csY10" fmla="*/ 11943 h 15765"/>
                <a:gd name="csX11" fmla="*/ 956 w 8599"/>
                <a:gd name="csY11" fmla="*/ 13376 h 15765"/>
                <a:gd name="csX12" fmla="*/ 478 w 8599"/>
                <a:gd name="csY12" fmla="*/ 13376 h 15765"/>
                <a:gd name="csX13" fmla="*/ 0 w 8599"/>
                <a:gd name="csY13" fmla="*/ 12421 h 15765"/>
                <a:gd name="csX14" fmla="*/ 0 w 8599"/>
                <a:gd name="csY14" fmla="*/ 10988 h 15765"/>
                <a:gd name="csX15" fmla="*/ 0 w 8599"/>
                <a:gd name="csY15" fmla="*/ 8599 h 15765"/>
                <a:gd name="csX16" fmla="*/ 478 w 8599"/>
                <a:gd name="csY16" fmla="*/ 4777 h 15765"/>
                <a:gd name="csX17" fmla="*/ 478 w 8599"/>
                <a:gd name="csY17" fmla="*/ 3344 h 15765"/>
                <a:gd name="csX18" fmla="*/ 0 w 8599"/>
                <a:gd name="csY18" fmla="*/ 1911 h 15765"/>
                <a:gd name="csX19" fmla="*/ 478 w 8599"/>
                <a:gd name="csY19" fmla="*/ 955 h 15765"/>
                <a:gd name="csX20" fmla="*/ 956 w 8599"/>
                <a:gd name="csY20" fmla="*/ 478 h 15765"/>
                <a:gd name="csX21" fmla="*/ 1911 w 8599"/>
                <a:gd name="csY21" fmla="*/ 0 h 15765"/>
                <a:gd name="csX22" fmla="*/ 3822 w 8599"/>
                <a:gd name="csY22" fmla="*/ 0 h 15765"/>
                <a:gd name="csX23" fmla="*/ 5733 w 8599"/>
                <a:gd name="csY23" fmla="*/ 1911 h 15765"/>
                <a:gd name="csX24" fmla="*/ 6688 w 8599"/>
                <a:gd name="csY24" fmla="*/ 3822 h 15765"/>
                <a:gd name="csX25" fmla="*/ 8121 w 8599"/>
                <a:gd name="csY25" fmla="*/ 5255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8599" h="15765">
                  <a:moveTo>
                    <a:pt x="8121" y="5255"/>
                  </a:moveTo>
                  <a:lnTo>
                    <a:pt x="8599" y="6688"/>
                  </a:lnTo>
                  <a:lnTo>
                    <a:pt x="7644" y="11465"/>
                  </a:lnTo>
                  <a:lnTo>
                    <a:pt x="7166" y="12899"/>
                  </a:lnTo>
                  <a:lnTo>
                    <a:pt x="6688" y="13376"/>
                  </a:lnTo>
                  <a:lnTo>
                    <a:pt x="4777" y="15287"/>
                  </a:lnTo>
                  <a:lnTo>
                    <a:pt x="4300" y="15765"/>
                  </a:lnTo>
                  <a:lnTo>
                    <a:pt x="3344" y="14332"/>
                  </a:lnTo>
                  <a:lnTo>
                    <a:pt x="2866" y="12421"/>
                  </a:lnTo>
                  <a:lnTo>
                    <a:pt x="2389" y="11943"/>
                  </a:lnTo>
                  <a:lnTo>
                    <a:pt x="1911" y="11943"/>
                  </a:lnTo>
                  <a:lnTo>
                    <a:pt x="956" y="13376"/>
                  </a:lnTo>
                  <a:lnTo>
                    <a:pt x="478" y="13376"/>
                  </a:lnTo>
                  <a:lnTo>
                    <a:pt x="0" y="12421"/>
                  </a:lnTo>
                  <a:lnTo>
                    <a:pt x="0" y="10988"/>
                  </a:lnTo>
                  <a:lnTo>
                    <a:pt x="0" y="8599"/>
                  </a:lnTo>
                  <a:lnTo>
                    <a:pt x="478" y="4777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822" y="0"/>
                  </a:lnTo>
                  <a:lnTo>
                    <a:pt x="5733" y="1911"/>
                  </a:lnTo>
                  <a:lnTo>
                    <a:pt x="6688" y="3822"/>
                  </a:lnTo>
                  <a:lnTo>
                    <a:pt x="8121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0" name="Freeform 3039">
              <a:extLst>
                <a:ext uri="{FF2B5EF4-FFF2-40B4-BE49-F238E27FC236}">
                  <a16:creationId xmlns:a16="http://schemas.microsoft.com/office/drawing/2014/main" id="{46A3DC88-EDFA-1D26-A8AC-5AA281D561D0}"/>
                </a:ext>
              </a:extLst>
            </p:cNvPr>
            <p:cNvSpPr/>
            <p:nvPr/>
          </p:nvSpPr>
          <p:spPr>
            <a:xfrm>
              <a:off x="3868824" y="2497211"/>
              <a:ext cx="26275" cy="13854"/>
            </a:xfrm>
            <a:custGeom>
              <a:avLst/>
              <a:gdLst>
                <a:gd name="csX0" fmla="*/ 26275 w 26275"/>
                <a:gd name="csY0" fmla="*/ 1433 h 13854"/>
                <a:gd name="csX1" fmla="*/ 17198 w 26275"/>
                <a:gd name="csY1" fmla="*/ 8121 h 13854"/>
                <a:gd name="csX2" fmla="*/ 7644 w 26275"/>
                <a:gd name="csY2" fmla="*/ 13376 h 13854"/>
                <a:gd name="csX3" fmla="*/ 2389 w 26275"/>
                <a:gd name="csY3" fmla="*/ 13854 h 13854"/>
                <a:gd name="csX4" fmla="*/ 0 w 26275"/>
                <a:gd name="csY4" fmla="*/ 12899 h 13854"/>
                <a:gd name="csX5" fmla="*/ 0 w 26275"/>
                <a:gd name="csY5" fmla="*/ 11465 h 13854"/>
                <a:gd name="csX6" fmla="*/ 1911 w 26275"/>
                <a:gd name="csY6" fmla="*/ 10032 h 13854"/>
                <a:gd name="csX7" fmla="*/ 8599 w 26275"/>
                <a:gd name="csY7" fmla="*/ 6688 h 13854"/>
                <a:gd name="csX8" fmla="*/ 12899 w 26275"/>
                <a:gd name="csY8" fmla="*/ 1433 h 13854"/>
                <a:gd name="csX9" fmla="*/ 14332 w 26275"/>
                <a:gd name="csY9" fmla="*/ 955 h 13854"/>
                <a:gd name="csX10" fmla="*/ 19587 w 26275"/>
                <a:gd name="csY10" fmla="*/ 0 h 13854"/>
                <a:gd name="csX11" fmla="*/ 22453 w 26275"/>
                <a:gd name="csY11" fmla="*/ 0 h 13854"/>
                <a:gd name="csX12" fmla="*/ 26275 w 26275"/>
                <a:gd name="csY12" fmla="*/ 1433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6275" h="13854">
                  <a:moveTo>
                    <a:pt x="26275" y="1433"/>
                  </a:moveTo>
                  <a:lnTo>
                    <a:pt x="17198" y="8121"/>
                  </a:lnTo>
                  <a:lnTo>
                    <a:pt x="7644" y="13376"/>
                  </a:lnTo>
                  <a:lnTo>
                    <a:pt x="2389" y="13854"/>
                  </a:lnTo>
                  <a:lnTo>
                    <a:pt x="0" y="12899"/>
                  </a:lnTo>
                  <a:lnTo>
                    <a:pt x="0" y="11465"/>
                  </a:lnTo>
                  <a:lnTo>
                    <a:pt x="1911" y="10032"/>
                  </a:lnTo>
                  <a:lnTo>
                    <a:pt x="8599" y="6688"/>
                  </a:lnTo>
                  <a:lnTo>
                    <a:pt x="12899" y="1433"/>
                  </a:lnTo>
                  <a:lnTo>
                    <a:pt x="14332" y="955"/>
                  </a:lnTo>
                  <a:lnTo>
                    <a:pt x="19587" y="0"/>
                  </a:lnTo>
                  <a:lnTo>
                    <a:pt x="22453" y="0"/>
                  </a:lnTo>
                  <a:lnTo>
                    <a:pt x="2627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1" name="Freeform 3040">
              <a:extLst>
                <a:ext uri="{FF2B5EF4-FFF2-40B4-BE49-F238E27FC236}">
                  <a16:creationId xmlns:a16="http://schemas.microsoft.com/office/drawing/2014/main" id="{BB1D906E-C9C3-B5C6-0E79-B95B9960CDD4}"/>
                </a:ext>
              </a:extLst>
            </p:cNvPr>
            <p:cNvSpPr/>
            <p:nvPr/>
          </p:nvSpPr>
          <p:spPr>
            <a:xfrm>
              <a:off x="3886978" y="2896115"/>
              <a:ext cx="8121" cy="10032"/>
            </a:xfrm>
            <a:custGeom>
              <a:avLst/>
              <a:gdLst>
                <a:gd name="csX0" fmla="*/ 8121 w 8121"/>
                <a:gd name="csY0" fmla="*/ 4300 h 10032"/>
                <a:gd name="csX1" fmla="*/ 7166 w 8121"/>
                <a:gd name="csY1" fmla="*/ 4777 h 10032"/>
                <a:gd name="csX2" fmla="*/ 7166 w 8121"/>
                <a:gd name="csY2" fmla="*/ 7166 h 10032"/>
                <a:gd name="csX3" fmla="*/ 7644 w 8121"/>
                <a:gd name="csY3" fmla="*/ 8599 h 10032"/>
                <a:gd name="csX4" fmla="*/ 7644 w 8121"/>
                <a:gd name="csY4" fmla="*/ 9555 h 10032"/>
                <a:gd name="csX5" fmla="*/ 7166 w 8121"/>
                <a:gd name="csY5" fmla="*/ 10032 h 10032"/>
                <a:gd name="csX6" fmla="*/ 2866 w 8121"/>
                <a:gd name="csY6" fmla="*/ 8121 h 10032"/>
                <a:gd name="csX7" fmla="*/ 1433 w 8121"/>
                <a:gd name="csY7" fmla="*/ 6688 h 10032"/>
                <a:gd name="csX8" fmla="*/ 955 w 8121"/>
                <a:gd name="csY8" fmla="*/ 5733 h 10032"/>
                <a:gd name="csX9" fmla="*/ 478 w 8121"/>
                <a:gd name="csY9" fmla="*/ 3822 h 10032"/>
                <a:gd name="csX10" fmla="*/ 0 w 8121"/>
                <a:gd name="csY10" fmla="*/ 1433 h 10032"/>
                <a:gd name="csX11" fmla="*/ 955 w 8121"/>
                <a:gd name="csY11" fmla="*/ 0 h 10032"/>
                <a:gd name="csX12" fmla="*/ 2866 w 8121"/>
                <a:gd name="csY12" fmla="*/ 0 h 10032"/>
                <a:gd name="csX13" fmla="*/ 5255 w 8121"/>
                <a:gd name="csY13" fmla="*/ 955 h 10032"/>
                <a:gd name="csX14" fmla="*/ 8121 w 8121"/>
                <a:gd name="csY14" fmla="*/ 430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121" h="10032">
                  <a:moveTo>
                    <a:pt x="8121" y="4300"/>
                  </a:moveTo>
                  <a:lnTo>
                    <a:pt x="7166" y="4777"/>
                  </a:lnTo>
                  <a:lnTo>
                    <a:pt x="7166" y="7166"/>
                  </a:lnTo>
                  <a:lnTo>
                    <a:pt x="7644" y="8599"/>
                  </a:lnTo>
                  <a:lnTo>
                    <a:pt x="7644" y="9555"/>
                  </a:lnTo>
                  <a:lnTo>
                    <a:pt x="7166" y="10032"/>
                  </a:lnTo>
                  <a:lnTo>
                    <a:pt x="2866" y="8121"/>
                  </a:lnTo>
                  <a:lnTo>
                    <a:pt x="1433" y="6688"/>
                  </a:lnTo>
                  <a:lnTo>
                    <a:pt x="955" y="5733"/>
                  </a:lnTo>
                  <a:lnTo>
                    <a:pt x="478" y="3822"/>
                  </a:lnTo>
                  <a:lnTo>
                    <a:pt x="0" y="1433"/>
                  </a:lnTo>
                  <a:lnTo>
                    <a:pt x="955" y="0"/>
                  </a:lnTo>
                  <a:lnTo>
                    <a:pt x="2866" y="0"/>
                  </a:lnTo>
                  <a:lnTo>
                    <a:pt x="5255" y="955"/>
                  </a:lnTo>
                  <a:lnTo>
                    <a:pt x="8121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2" name="Freeform 3041">
              <a:extLst>
                <a:ext uri="{FF2B5EF4-FFF2-40B4-BE49-F238E27FC236}">
                  <a16:creationId xmlns:a16="http://schemas.microsoft.com/office/drawing/2014/main" id="{441BCE3C-E20A-CEE2-ED9D-7AF5054BC001}"/>
                </a:ext>
              </a:extLst>
            </p:cNvPr>
            <p:cNvSpPr/>
            <p:nvPr/>
          </p:nvSpPr>
          <p:spPr>
            <a:xfrm>
              <a:off x="3523904" y="2736554"/>
              <a:ext cx="358774" cy="273738"/>
            </a:xfrm>
            <a:custGeom>
              <a:avLst/>
              <a:gdLst>
                <a:gd name="csX0" fmla="*/ 358775 w 358774"/>
                <a:gd name="csY0" fmla="*/ 202557 h 273738"/>
                <a:gd name="csX1" fmla="*/ 358775 w 358774"/>
                <a:gd name="csY1" fmla="*/ 205901 h 273738"/>
                <a:gd name="csX2" fmla="*/ 358297 w 358774"/>
                <a:gd name="csY2" fmla="*/ 210679 h 273738"/>
                <a:gd name="csX3" fmla="*/ 357342 w 358774"/>
                <a:gd name="csY3" fmla="*/ 212590 h 273738"/>
                <a:gd name="csX4" fmla="*/ 355908 w 358774"/>
                <a:gd name="csY4" fmla="*/ 213067 h 273738"/>
                <a:gd name="csX5" fmla="*/ 352564 w 358774"/>
                <a:gd name="csY5" fmla="*/ 212590 h 273738"/>
                <a:gd name="csX6" fmla="*/ 350176 w 358774"/>
                <a:gd name="csY6" fmla="*/ 211156 h 273738"/>
                <a:gd name="csX7" fmla="*/ 348742 w 358774"/>
                <a:gd name="csY7" fmla="*/ 208768 h 273738"/>
                <a:gd name="csX8" fmla="*/ 347787 w 358774"/>
                <a:gd name="csY8" fmla="*/ 204468 h 273738"/>
                <a:gd name="csX9" fmla="*/ 347309 w 358774"/>
                <a:gd name="csY9" fmla="*/ 203513 h 273738"/>
                <a:gd name="csX10" fmla="*/ 346832 w 358774"/>
                <a:gd name="csY10" fmla="*/ 204468 h 273738"/>
                <a:gd name="csX11" fmla="*/ 345876 w 358774"/>
                <a:gd name="csY11" fmla="*/ 208768 h 273738"/>
                <a:gd name="csX12" fmla="*/ 344921 w 358774"/>
                <a:gd name="csY12" fmla="*/ 210679 h 273738"/>
                <a:gd name="csX13" fmla="*/ 343965 w 358774"/>
                <a:gd name="csY13" fmla="*/ 211634 h 273738"/>
                <a:gd name="csX14" fmla="*/ 342532 w 358774"/>
                <a:gd name="csY14" fmla="*/ 211156 h 273738"/>
                <a:gd name="csX15" fmla="*/ 339666 w 358774"/>
                <a:gd name="csY15" fmla="*/ 209723 h 273738"/>
                <a:gd name="csX16" fmla="*/ 334888 w 358774"/>
                <a:gd name="csY16" fmla="*/ 204946 h 273738"/>
                <a:gd name="csX17" fmla="*/ 333455 w 358774"/>
                <a:gd name="csY17" fmla="*/ 203990 h 273738"/>
                <a:gd name="csX18" fmla="*/ 332500 w 358774"/>
                <a:gd name="csY18" fmla="*/ 203990 h 273738"/>
                <a:gd name="csX19" fmla="*/ 330111 w 358774"/>
                <a:gd name="csY19" fmla="*/ 205901 h 273738"/>
                <a:gd name="csX20" fmla="*/ 326767 w 358774"/>
                <a:gd name="csY20" fmla="*/ 208768 h 273738"/>
                <a:gd name="csX21" fmla="*/ 325334 w 358774"/>
                <a:gd name="csY21" fmla="*/ 210679 h 273738"/>
                <a:gd name="csX22" fmla="*/ 325811 w 358774"/>
                <a:gd name="csY22" fmla="*/ 212112 h 273738"/>
                <a:gd name="csX23" fmla="*/ 326289 w 358774"/>
                <a:gd name="csY23" fmla="*/ 213545 h 273738"/>
                <a:gd name="csX24" fmla="*/ 326289 w 358774"/>
                <a:gd name="csY24" fmla="*/ 215934 h 273738"/>
                <a:gd name="csX25" fmla="*/ 326289 w 358774"/>
                <a:gd name="csY25" fmla="*/ 217367 h 273738"/>
                <a:gd name="csX26" fmla="*/ 325811 w 358774"/>
                <a:gd name="csY26" fmla="*/ 218322 h 273738"/>
                <a:gd name="csX27" fmla="*/ 324856 w 358774"/>
                <a:gd name="csY27" fmla="*/ 219278 h 273738"/>
                <a:gd name="csX28" fmla="*/ 322467 w 358774"/>
                <a:gd name="csY28" fmla="*/ 219278 h 273738"/>
                <a:gd name="csX29" fmla="*/ 318645 w 358774"/>
                <a:gd name="csY29" fmla="*/ 218800 h 273738"/>
                <a:gd name="csX30" fmla="*/ 316257 w 358774"/>
                <a:gd name="csY30" fmla="*/ 216889 h 273738"/>
                <a:gd name="csX31" fmla="*/ 311002 w 358774"/>
                <a:gd name="csY31" fmla="*/ 213067 h 273738"/>
                <a:gd name="csX32" fmla="*/ 310046 w 358774"/>
                <a:gd name="csY32" fmla="*/ 212590 h 273738"/>
                <a:gd name="csX33" fmla="*/ 308613 w 358774"/>
                <a:gd name="csY33" fmla="*/ 213067 h 273738"/>
                <a:gd name="csX34" fmla="*/ 308135 w 358774"/>
                <a:gd name="csY34" fmla="*/ 214500 h 273738"/>
                <a:gd name="csX35" fmla="*/ 309091 w 358774"/>
                <a:gd name="csY35" fmla="*/ 216411 h 273738"/>
                <a:gd name="csX36" fmla="*/ 311480 w 358774"/>
                <a:gd name="csY36" fmla="*/ 218322 h 273738"/>
                <a:gd name="csX37" fmla="*/ 314346 w 358774"/>
                <a:gd name="csY37" fmla="*/ 222144 h 273738"/>
                <a:gd name="csX38" fmla="*/ 315301 w 358774"/>
                <a:gd name="csY38" fmla="*/ 223100 h 273738"/>
                <a:gd name="csX39" fmla="*/ 315779 w 358774"/>
                <a:gd name="csY39" fmla="*/ 222622 h 273738"/>
                <a:gd name="csX40" fmla="*/ 316257 w 358774"/>
                <a:gd name="csY40" fmla="*/ 223577 h 273738"/>
                <a:gd name="csX41" fmla="*/ 316735 w 358774"/>
                <a:gd name="csY41" fmla="*/ 225488 h 273738"/>
                <a:gd name="csX42" fmla="*/ 316257 w 358774"/>
                <a:gd name="csY42" fmla="*/ 228832 h 273738"/>
                <a:gd name="csX43" fmla="*/ 314824 w 358774"/>
                <a:gd name="csY43" fmla="*/ 235521 h 273738"/>
                <a:gd name="csX44" fmla="*/ 314824 w 358774"/>
                <a:gd name="csY44" fmla="*/ 237431 h 273738"/>
                <a:gd name="csX45" fmla="*/ 315301 w 358774"/>
                <a:gd name="csY45" fmla="*/ 236954 h 273738"/>
                <a:gd name="csX46" fmla="*/ 319601 w 358774"/>
                <a:gd name="csY46" fmla="*/ 230266 h 273738"/>
                <a:gd name="csX47" fmla="*/ 321512 w 358774"/>
                <a:gd name="csY47" fmla="*/ 228355 h 273738"/>
                <a:gd name="csX48" fmla="*/ 326289 w 358774"/>
                <a:gd name="csY48" fmla="*/ 225488 h 273738"/>
                <a:gd name="csX49" fmla="*/ 328200 w 358774"/>
                <a:gd name="csY49" fmla="*/ 223100 h 273738"/>
                <a:gd name="csX50" fmla="*/ 333933 w 358774"/>
                <a:gd name="csY50" fmla="*/ 222622 h 273738"/>
                <a:gd name="csX51" fmla="*/ 336322 w 358774"/>
                <a:gd name="csY51" fmla="*/ 224055 h 273738"/>
                <a:gd name="csX52" fmla="*/ 337755 w 358774"/>
                <a:gd name="csY52" fmla="*/ 225966 h 273738"/>
                <a:gd name="csX53" fmla="*/ 337755 w 358774"/>
                <a:gd name="csY53" fmla="*/ 226921 h 273738"/>
                <a:gd name="csX54" fmla="*/ 335844 w 358774"/>
                <a:gd name="csY54" fmla="*/ 229310 h 273738"/>
                <a:gd name="csX55" fmla="*/ 335844 w 358774"/>
                <a:gd name="csY55" fmla="*/ 230266 h 273738"/>
                <a:gd name="csX56" fmla="*/ 335844 w 358774"/>
                <a:gd name="csY56" fmla="*/ 231699 h 273738"/>
                <a:gd name="csX57" fmla="*/ 335844 w 358774"/>
                <a:gd name="csY57" fmla="*/ 233132 h 273738"/>
                <a:gd name="csX58" fmla="*/ 336322 w 358774"/>
                <a:gd name="csY58" fmla="*/ 234565 h 273738"/>
                <a:gd name="csX59" fmla="*/ 337277 w 358774"/>
                <a:gd name="csY59" fmla="*/ 235521 h 273738"/>
                <a:gd name="csX60" fmla="*/ 339188 w 358774"/>
                <a:gd name="csY60" fmla="*/ 235043 h 273738"/>
                <a:gd name="csX61" fmla="*/ 339666 w 358774"/>
                <a:gd name="csY61" fmla="*/ 235521 h 273738"/>
                <a:gd name="csX62" fmla="*/ 340621 w 358774"/>
                <a:gd name="csY62" fmla="*/ 236476 h 273738"/>
                <a:gd name="csX63" fmla="*/ 341099 w 358774"/>
                <a:gd name="csY63" fmla="*/ 238387 h 273738"/>
                <a:gd name="csX64" fmla="*/ 341099 w 358774"/>
                <a:gd name="csY64" fmla="*/ 240776 h 273738"/>
                <a:gd name="csX65" fmla="*/ 339666 w 358774"/>
                <a:gd name="csY65" fmla="*/ 246508 h 273738"/>
                <a:gd name="csX66" fmla="*/ 337277 w 358774"/>
                <a:gd name="csY66" fmla="*/ 248419 h 273738"/>
                <a:gd name="csX67" fmla="*/ 330111 w 358774"/>
                <a:gd name="csY67" fmla="*/ 251763 h 273738"/>
                <a:gd name="csX68" fmla="*/ 327245 w 358774"/>
                <a:gd name="csY68" fmla="*/ 253197 h 273738"/>
                <a:gd name="csX69" fmla="*/ 322467 w 358774"/>
                <a:gd name="csY69" fmla="*/ 254630 h 273738"/>
                <a:gd name="csX70" fmla="*/ 320556 w 358774"/>
                <a:gd name="csY70" fmla="*/ 256063 h 273738"/>
                <a:gd name="csX71" fmla="*/ 319123 w 358774"/>
                <a:gd name="csY71" fmla="*/ 256541 h 273738"/>
                <a:gd name="csX72" fmla="*/ 313868 w 358774"/>
                <a:gd name="csY72" fmla="*/ 256063 h 273738"/>
                <a:gd name="csX73" fmla="*/ 308135 w 358774"/>
                <a:gd name="csY73" fmla="*/ 257496 h 273738"/>
                <a:gd name="csX74" fmla="*/ 300970 w 358774"/>
                <a:gd name="csY74" fmla="*/ 255108 h 273738"/>
                <a:gd name="csX75" fmla="*/ 296192 w 358774"/>
                <a:gd name="csY75" fmla="*/ 254630 h 273738"/>
                <a:gd name="csX76" fmla="*/ 290459 w 358774"/>
                <a:gd name="csY76" fmla="*/ 251286 h 273738"/>
                <a:gd name="csX77" fmla="*/ 288071 w 358774"/>
                <a:gd name="csY77" fmla="*/ 252241 h 273738"/>
                <a:gd name="csX78" fmla="*/ 286160 w 358774"/>
                <a:gd name="csY78" fmla="*/ 254152 h 273738"/>
                <a:gd name="csX79" fmla="*/ 275650 w 358774"/>
                <a:gd name="csY79" fmla="*/ 251763 h 273738"/>
                <a:gd name="csX80" fmla="*/ 274217 w 358774"/>
                <a:gd name="csY80" fmla="*/ 249852 h 273738"/>
                <a:gd name="csX81" fmla="*/ 274694 w 358774"/>
                <a:gd name="csY81" fmla="*/ 248897 h 273738"/>
                <a:gd name="csX82" fmla="*/ 277083 w 358774"/>
                <a:gd name="csY82" fmla="*/ 245075 h 273738"/>
                <a:gd name="csX83" fmla="*/ 277083 w 358774"/>
                <a:gd name="csY83" fmla="*/ 244120 h 273738"/>
                <a:gd name="csX84" fmla="*/ 277083 w 358774"/>
                <a:gd name="csY84" fmla="*/ 243642 h 273738"/>
                <a:gd name="csX85" fmla="*/ 272306 w 358774"/>
                <a:gd name="csY85" fmla="*/ 242687 h 273738"/>
                <a:gd name="csX86" fmla="*/ 267051 w 358774"/>
                <a:gd name="csY86" fmla="*/ 240776 h 273738"/>
                <a:gd name="csX87" fmla="*/ 261796 w 358774"/>
                <a:gd name="csY87" fmla="*/ 239820 h 273738"/>
                <a:gd name="csX88" fmla="*/ 257496 w 358774"/>
                <a:gd name="csY88" fmla="*/ 240298 h 273738"/>
                <a:gd name="csX89" fmla="*/ 255107 w 358774"/>
                <a:gd name="csY89" fmla="*/ 239342 h 273738"/>
                <a:gd name="csX90" fmla="*/ 252241 w 358774"/>
                <a:gd name="csY90" fmla="*/ 237909 h 273738"/>
                <a:gd name="csX91" fmla="*/ 250808 w 358774"/>
                <a:gd name="csY91" fmla="*/ 235998 h 273738"/>
                <a:gd name="csX92" fmla="*/ 250808 w 358774"/>
                <a:gd name="csY92" fmla="*/ 234565 h 273738"/>
                <a:gd name="csX93" fmla="*/ 250808 w 358774"/>
                <a:gd name="csY93" fmla="*/ 233132 h 273738"/>
                <a:gd name="csX94" fmla="*/ 250808 w 358774"/>
                <a:gd name="csY94" fmla="*/ 230266 h 273738"/>
                <a:gd name="csX95" fmla="*/ 250808 w 358774"/>
                <a:gd name="csY95" fmla="*/ 227877 h 273738"/>
                <a:gd name="csX96" fmla="*/ 249375 w 358774"/>
                <a:gd name="csY96" fmla="*/ 226444 h 273738"/>
                <a:gd name="csX97" fmla="*/ 246986 w 358774"/>
                <a:gd name="csY97" fmla="*/ 225010 h 273738"/>
                <a:gd name="csX98" fmla="*/ 244597 w 358774"/>
                <a:gd name="csY98" fmla="*/ 225010 h 273738"/>
                <a:gd name="csX99" fmla="*/ 242686 w 358774"/>
                <a:gd name="csY99" fmla="*/ 226921 h 273738"/>
                <a:gd name="csX100" fmla="*/ 240776 w 358774"/>
                <a:gd name="csY100" fmla="*/ 229788 h 273738"/>
                <a:gd name="csX101" fmla="*/ 237431 w 358774"/>
                <a:gd name="csY101" fmla="*/ 238387 h 273738"/>
                <a:gd name="csX102" fmla="*/ 235521 w 358774"/>
                <a:gd name="csY102" fmla="*/ 239820 h 273738"/>
                <a:gd name="csX103" fmla="*/ 230743 w 358774"/>
                <a:gd name="csY103" fmla="*/ 246031 h 273738"/>
                <a:gd name="csX104" fmla="*/ 229310 w 358774"/>
                <a:gd name="csY104" fmla="*/ 247464 h 273738"/>
                <a:gd name="csX105" fmla="*/ 220711 w 358774"/>
                <a:gd name="csY105" fmla="*/ 249852 h 273738"/>
                <a:gd name="csX106" fmla="*/ 210679 w 358774"/>
                <a:gd name="csY106" fmla="*/ 250808 h 273738"/>
                <a:gd name="csX107" fmla="*/ 207335 w 358774"/>
                <a:gd name="csY107" fmla="*/ 252719 h 273738"/>
                <a:gd name="csX108" fmla="*/ 203513 w 358774"/>
                <a:gd name="csY108" fmla="*/ 256541 h 273738"/>
                <a:gd name="csX109" fmla="*/ 199213 w 358774"/>
                <a:gd name="csY109" fmla="*/ 259885 h 273738"/>
                <a:gd name="csX110" fmla="*/ 188703 w 358774"/>
                <a:gd name="csY110" fmla="*/ 263707 h 273738"/>
                <a:gd name="csX111" fmla="*/ 179149 w 358774"/>
                <a:gd name="csY111" fmla="*/ 266095 h 273738"/>
                <a:gd name="csX112" fmla="*/ 169116 w 358774"/>
                <a:gd name="csY112" fmla="*/ 267051 h 273738"/>
                <a:gd name="csX113" fmla="*/ 161472 w 358774"/>
                <a:gd name="csY113" fmla="*/ 268962 h 273738"/>
                <a:gd name="csX114" fmla="*/ 159562 w 358774"/>
                <a:gd name="csY114" fmla="*/ 268006 h 273738"/>
                <a:gd name="csX115" fmla="*/ 156217 w 358774"/>
                <a:gd name="csY115" fmla="*/ 268484 h 273738"/>
                <a:gd name="csX116" fmla="*/ 152396 w 358774"/>
                <a:gd name="csY116" fmla="*/ 270395 h 273738"/>
                <a:gd name="csX117" fmla="*/ 148096 w 358774"/>
                <a:gd name="csY117" fmla="*/ 270873 h 273738"/>
                <a:gd name="csX118" fmla="*/ 132809 w 358774"/>
                <a:gd name="csY118" fmla="*/ 271828 h 273738"/>
                <a:gd name="csX119" fmla="*/ 125643 w 358774"/>
                <a:gd name="csY119" fmla="*/ 273261 h 273738"/>
                <a:gd name="csX120" fmla="*/ 121821 w 358774"/>
                <a:gd name="csY120" fmla="*/ 273739 h 273738"/>
                <a:gd name="csX121" fmla="*/ 118477 w 358774"/>
                <a:gd name="csY121" fmla="*/ 273739 h 273738"/>
                <a:gd name="csX122" fmla="*/ 116566 w 358774"/>
                <a:gd name="csY122" fmla="*/ 272783 h 273738"/>
                <a:gd name="csX123" fmla="*/ 114177 w 358774"/>
                <a:gd name="csY123" fmla="*/ 270873 h 273738"/>
                <a:gd name="csX124" fmla="*/ 112266 w 358774"/>
                <a:gd name="csY124" fmla="*/ 268006 h 273738"/>
                <a:gd name="csX125" fmla="*/ 107967 w 358774"/>
                <a:gd name="csY125" fmla="*/ 259407 h 273738"/>
                <a:gd name="csX126" fmla="*/ 106534 w 358774"/>
                <a:gd name="csY126" fmla="*/ 255585 h 273738"/>
                <a:gd name="csX127" fmla="*/ 107011 w 358774"/>
                <a:gd name="csY127" fmla="*/ 249852 h 273738"/>
                <a:gd name="csX128" fmla="*/ 107011 w 358774"/>
                <a:gd name="csY128" fmla="*/ 246031 h 273738"/>
                <a:gd name="csX129" fmla="*/ 105578 w 358774"/>
                <a:gd name="csY129" fmla="*/ 238387 h 273738"/>
                <a:gd name="csX130" fmla="*/ 105100 w 358774"/>
                <a:gd name="csY130" fmla="*/ 237431 h 273738"/>
                <a:gd name="csX131" fmla="*/ 97457 w 358774"/>
                <a:gd name="csY131" fmla="*/ 234565 h 273738"/>
                <a:gd name="csX132" fmla="*/ 92679 w 358774"/>
                <a:gd name="csY132" fmla="*/ 234087 h 273738"/>
                <a:gd name="csX133" fmla="*/ 85036 w 358774"/>
                <a:gd name="csY133" fmla="*/ 233610 h 273738"/>
                <a:gd name="csX134" fmla="*/ 75959 w 358774"/>
                <a:gd name="csY134" fmla="*/ 234087 h 273738"/>
                <a:gd name="csX135" fmla="*/ 66882 w 358774"/>
                <a:gd name="csY135" fmla="*/ 233132 h 273738"/>
                <a:gd name="csX136" fmla="*/ 62105 w 358774"/>
                <a:gd name="csY136" fmla="*/ 232176 h 273738"/>
                <a:gd name="csX137" fmla="*/ 57328 w 358774"/>
                <a:gd name="csY137" fmla="*/ 230266 h 273738"/>
                <a:gd name="csX138" fmla="*/ 49206 w 358774"/>
                <a:gd name="csY138" fmla="*/ 225966 h 273738"/>
                <a:gd name="csX139" fmla="*/ 48728 w 358774"/>
                <a:gd name="csY139" fmla="*/ 225488 h 273738"/>
                <a:gd name="csX140" fmla="*/ 48251 w 358774"/>
                <a:gd name="csY140" fmla="*/ 224055 h 273738"/>
                <a:gd name="csX141" fmla="*/ 47295 w 358774"/>
                <a:gd name="csY141" fmla="*/ 221189 h 273738"/>
                <a:gd name="csX142" fmla="*/ 45384 w 358774"/>
                <a:gd name="csY142" fmla="*/ 217845 h 273738"/>
                <a:gd name="csX143" fmla="*/ 39651 w 358774"/>
                <a:gd name="csY143" fmla="*/ 210679 h 273738"/>
                <a:gd name="csX144" fmla="*/ 37741 w 358774"/>
                <a:gd name="csY144" fmla="*/ 205901 h 273738"/>
                <a:gd name="csX145" fmla="*/ 37263 w 358774"/>
                <a:gd name="csY145" fmla="*/ 204946 h 273738"/>
                <a:gd name="csX146" fmla="*/ 36785 w 358774"/>
                <a:gd name="csY146" fmla="*/ 201602 h 273738"/>
                <a:gd name="csX147" fmla="*/ 35830 w 358774"/>
                <a:gd name="csY147" fmla="*/ 196347 h 273738"/>
                <a:gd name="csX148" fmla="*/ 35830 w 358774"/>
                <a:gd name="csY148" fmla="*/ 193003 h 273738"/>
                <a:gd name="csX149" fmla="*/ 36307 w 358774"/>
                <a:gd name="csY149" fmla="*/ 190614 h 273738"/>
                <a:gd name="csX150" fmla="*/ 36785 w 358774"/>
                <a:gd name="csY150" fmla="*/ 190136 h 273738"/>
                <a:gd name="csX151" fmla="*/ 48251 w 358774"/>
                <a:gd name="csY151" fmla="*/ 186314 h 273738"/>
                <a:gd name="csX152" fmla="*/ 68793 w 358774"/>
                <a:gd name="csY152" fmla="*/ 182015 h 273738"/>
                <a:gd name="csX153" fmla="*/ 87424 w 358774"/>
                <a:gd name="csY153" fmla="*/ 179149 h 273738"/>
                <a:gd name="csX154" fmla="*/ 96024 w 358774"/>
                <a:gd name="csY154" fmla="*/ 179149 h 273738"/>
                <a:gd name="csX155" fmla="*/ 100801 w 358774"/>
                <a:gd name="csY155" fmla="*/ 180582 h 273738"/>
                <a:gd name="csX156" fmla="*/ 105578 w 358774"/>
                <a:gd name="csY156" fmla="*/ 181537 h 273738"/>
                <a:gd name="csX157" fmla="*/ 114655 w 358774"/>
                <a:gd name="csY157" fmla="*/ 181537 h 273738"/>
                <a:gd name="csX158" fmla="*/ 126121 w 358774"/>
                <a:gd name="csY158" fmla="*/ 183448 h 273738"/>
                <a:gd name="csX159" fmla="*/ 128509 w 358774"/>
                <a:gd name="csY159" fmla="*/ 183448 h 273738"/>
                <a:gd name="csX160" fmla="*/ 133286 w 358774"/>
                <a:gd name="csY160" fmla="*/ 182015 h 273738"/>
                <a:gd name="csX161" fmla="*/ 135197 w 358774"/>
                <a:gd name="csY161" fmla="*/ 181059 h 273738"/>
                <a:gd name="csX162" fmla="*/ 142841 w 358774"/>
                <a:gd name="csY162" fmla="*/ 181059 h 273738"/>
                <a:gd name="csX163" fmla="*/ 144752 w 358774"/>
                <a:gd name="csY163" fmla="*/ 180582 h 273738"/>
                <a:gd name="csX164" fmla="*/ 146185 w 358774"/>
                <a:gd name="csY164" fmla="*/ 179149 h 273738"/>
                <a:gd name="csX165" fmla="*/ 144274 w 358774"/>
                <a:gd name="csY165" fmla="*/ 176760 h 273738"/>
                <a:gd name="csX166" fmla="*/ 136631 w 358774"/>
                <a:gd name="csY166" fmla="*/ 171505 h 273738"/>
                <a:gd name="csX167" fmla="*/ 116088 w 358774"/>
                <a:gd name="csY167" fmla="*/ 162428 h 273738"/>
                <a:gd name="csX168" fmla="*/ 110833 w 358774"/>
                <a:gd name="csY168" fmla="*/ 160517 h 273738"/>
                <a:gd name="csX169" fmla="*/ 103667 w 358774"/>
                <a:gd name="csY169" fmla="*/ 158606 h 273738"/>
                <a:gd name="csX170" fmla="*/ 99845 w 358774"/>
                <a:gd name="csY170" fmla="*/ 158128 h 273738"/>
                <a:gd name="csX171" fmla="*/ 94590 w 358774"/>
                <a:gd name="csY171" fmla="*/ 159084 h 273738"/>
                <a:gd name="csX172" fmla="*/ 92679 w 358774"/>
                <a:gd name="csY172" fmla="*/ 159084 h 273738"/>
                <a:gd name="csX173" fmla="*/ 87424 w 358774"/>
                <a:gd name="csY173" fmla="*/ 160995 h 273738"/>
                <a:gd name="csX174" fmla="*/ 82647 w 358774"/>
                <a:gd name="csY174" fmla="*/ 162428 h 273738"/>
                <a:gd name="csX175" fmla="*/ 73093 w 358774"/>
                <a:gd name="csY175" fmla="*/ 163383 h 273738"/>
                <a:gd name="csX176" fmla="*/ 59716 w 358774"/>
                <a:gd name="csY176" fmla="*/ 164339 h 273738"/>
                <a:gd name="csX177" fmla="*/ 57805 w 358774"/>
                <a:gd name="csY177" fmla="*/ 163861 h 273738"/>
                <a:gd name="csX178" fmla="*/ 54939 w 358774"/>
                <a:gd name="csY178" fmla="*/ 162428 h 273738"/>
                <a:gd name="csX179" fmla="*/ 53028 w 358774"/>
                <a:gd name="csY179" fmla="*/ 161950 h 273738"/>
                <a:gd name="csX180" fmla="*/ 39651 w 358774"/>
                <a:gd name="csY180" fmla="*/ 163383 h 273738"/>
                <a:gd name="csX181" fmla="*/ 27708 w 358774"/>
                <a:gd name="csY181" fmla="*/ 161950 h 273738"/>
                <a:gd name="csX182" fmla="*/ 14332 w 358774"/>
                <a:gd name="csY182" fmla="*/ 147618 h 273738"/>
                <a:gd name="csX183" fmla="*/ 12421 w 358774"/>
                <a:gd name="csY183" fmla="*/ 142841 h 273738"/>
                <a:gd name="csX184" fmla="*/ 12899 w 358774"/>
                <a:gd name="csY184" fmla="*/ 141408 h 273738"/>
                <a:gd name="csX185" fmla="*/ 14332 w 358774"/>
                <a:gd name="csY185" fmla="*/ 139497 h 273738"/>
                <a:gd name="csX186" fmla="*/ 21020 w 358774"/>
                <a:gd name="csY186" fmla="*/ 133764 h 273738"/>
                <a:gd name="csX187" fmla="*/ 23409 w 358774"/>
                <a:gd name="csY187" fmla="*/ 132331 h 273738"/>
                <a:gd name="csX188" fmla="*/ 33441 w 358774"/>
                <a:gd name="csY188" fmla="*/ 129465 h 273738"/>
                <a:gd name="csX189" fmla="*/ 43473 w 358774"/>
                <a:gd name="csY189" fmla="*/ 125643 h 273738"/>
                <a:gd name="csX190" fmla="*/ 51117 w 358774"/>
                <a:gd name="csY190" fmla="*/ 122299 h 273738"/>
                <a:gd name="csX191" fmla="*/ 54939 w 358774"/>
                <a:gd name="csY191" fmla="*/ 120865 h 273738"/>
                <a:gd name="csX192" fmla="*/ 58761 w 358774"/>
                <a:gd name="csY192" fmla="*/ 120865 h 273738"/>
                <a:gd name="csX193" fmla="*/ 61627 w 358774"/>
                <a:gd name="csY193" fmla="*/ 119910 h 273738"/>
                <a:gd name="csX194" fmla="*/ 61149 w 358774"/>
                <a:gd name="csY194" fmla="*/ 118477 h 273738"/>
                <a:gd name="csX195" fmla="*/ 58283 w 358774"/>
                <a:gd name="csY195" fmla="*/ 117521 h 273738"/>
                <a:gd name="csX196" fmla="*/ 58283 w 358774"/>
                <a:gd name="csY196" fmla="*/ 115610 h 273738"/>
                <a:gd name="csX197" fmla="*/ 59716 w 358774"/>
                <a:gd name="csY197" fmla="*/ 114655 h 273738"/>
                <a:gd name="csX198" fmla="*/ 64493 w 358774"/>
                <a:gd name="csY198" fmla="*/ 113700 h 273738"/>
                <a:gd name="csX199" fmla="*/ 69749 w 358774"/>
                <a:gd name="csY199" fmla="*/ 115133 h 273738"/>
                <a:gd name="csX200" fmla="*/ 72615 w 358774"/>
                <a:gd name="csY200" fmla="*/ 114655 h 273738"/>
                <a:gd name="csX201" fmla="*/ 73093 w 358774"/>
                <a:gd name="csY201" fmla="*/ 113222 h 273738"/>
                <a:gd name="csX202" fmla="*/ 72615 w 358774"/>
                <a:gd name="csY202" fmla="*/ 112266 h 273738"/>
                <a:gd name="csX203" fmla="*/ 67837 w 358774"/>
                <a:gd name="csY203" fmla="*/ 110355 h 273738"/>
                <a:gd name="csX204" fmla="*/ 43951 w 358774"/>
                <a:gd name="csY204" fmla="*/ 116088 h 273738"/>
                <a:gd name="csX205" fmla="*/ 32963 w 358774"/>
                <a:gd name="csY205" fmla="*/ 116566 h 273738"/>
                <a:gd name="csX206" fmla="*/ 25320 w 358774"/>
                <a:gd name="csY206" fmla="*/ 119432 h 273738"/>
                <a:gd name="csX207" fmla="*/ 21020 w 358774"/>
                <a:gd name="csY207" fmla="*/ 118955 h 273738"/>
                <a:gd name="csX208" fmla="*/ 15765 w 358774"/>
                <a:gd name="csY208" fmla="*/ 116566 h 273738"/>
                <a:gd name="csX209" fmla="*/ 15287 w 358774"/>
                <a:gd name="csY209" fmla="*/ 116088 h 273738"/>
                <a:gd name="csX210" fmla="*/ 15287 w 358774"/>
                <a:gd name="csY210" fmla="*/ 114655 h 273738"/>
                <a:gd name="csX211" fmla="*/ 16721 w 358774"/>
                <a:gd name="csY211" fmla="*/ 111311 h 273738"/>
                <a:gd name="csX212" fmla="*/ 21976 w 358774"/>
                <a:gd name="csY212" fmla="*/ 109400 h 273738"/>
                <a:gd name="csX213" fmla="*/ 24842 w 358774"/>
                <a:gd name="csY213" fmla="*/ 103667 h 273738"/>
                <a:gd name="csX214" fmla="*/ 21976 w 358774"/>
                <a:gd name="csY214" fmla="*/ 103667 h 273738"/>
                <a:gd name="csX215" fmla="*/ 12421 w 358774"/>
                <a:gd name="csY215" fmla="*/ 105100 h 273738"/>
                <a:gd name="csX216" fmla="*/ 8121 w 358774"/>
                <a:gd name="csY216" fmla="*/ 104145 h 273738"/>
                <a:gd name="csX217" fmla="*/ 2389 w 358774"/>
                <a:gd name="csY217" fmla="*/ 102234 h 273738"/>
                <a:gd name="csX218" fmla="*/ 955 w 358774"/>
                <a:gd name="csY218" fmla="*/ 99368 h 273738"/>
                <a:gd name="csX219" fmla="*/ 0 w 358774"/>
                <a:gd name="csY219" fmla="*/ 97935 h 273738"/>
                <a:gd name="csX220" fmla="*/ 0 w 358774"/>
                <a:gd name="csY220" fmla="*/ 95546 h 273738"/>
                <a:gd name="csX221" fmla="*/ 0 w 358774"/>
                <a:gd name="csY221" fmla="*/ 88858 h 273738"/>
                <a:gd name="csX222" fmla="*/ 478 w 358774"/>
                <a:gd name="csY222" fmla="*/ 85514 h 273738"/>
                <a:gd name="csX223" fmla="*/ 955 w 358774"/>
                <a:gd name="csY223" fmla="*/ 85036 h 273738"/>
                <a:gd name="csX224" fmla="*/ 8121 w 358774"/>
                <a:gd name="csY224" fmla="*/ 74048 h 273738"/>
                <a:gd name="csX225" fmla="*/ 12421 w 358774"/>
                <a:gd name="csY225" fmla="*/ 71659 h 273738"/>
                <a:gd name="csX226" fmla="*/ 15287 w 358774"/>
                <a:gd name="csY226" fmla="*/ 68315 h 273738"/>
                <a:gd name="csX227" fmla="*/ 15765 w 358774"/>
                <a:gd name="csY227" fmla="*/ 66882 h 273738"/>
                <a:gd name="csX228" fmla="*/ 14810 w 358774"/>
                <a:gd name="csY228" fmla="*/ 65449 h 273738"/>
                <a:gd name="csX229" fmla="*/ 11943 w 358774"/>
                <a:gd name="csY229" fmla="*/ 62105 h 273738"/>
                <a:gd name="csX230" fmla="*/ 10988 w 358774"/>
                <a:gd name="csY230" fmla="*/ 60194 h 273738"/>
                <a:gd name="csX231" fmla="*/ 10032 w 358774"/>
                <a:gd name="csY231" fmla="*/ 58283 h 273738"/>
                <a:gd name="csX232" fmla="*/ 10510 w 358774"/>
                <a:gd name="csY232" fmla="*/ 55894 h 273738"/>
                <a:gd name="csX233" fmla="*/ 12421 w 358774"/>
                <a:gd name="csY233" fmla="*/ 52072 h 273738"/>
                <a:gd name="csX234" fmla="*/ 17198 w 358774"/>
                <a:gd name="csY234" fmla="*/ 45862 h 273738"/>
                <a:gd name="csX235" fmla="*/ 28664 w 358774"/>
                <a:gd name="csY235" fmla="*/ 33919 h 273738"/>
                <a:gd name="csX236" fmla="*/ 34396 w 358774"/>
                <a:gd name="csY236" fmla="*/ 28664 h 273738"/>
                <a:gd name="csX237" fmla="*/ 40129 w 358774"/>
                <a:gd name="csY237" fmla="*/ 25797 h 273738"/>
                <a:gd name="csX238" fmla="*/ 48251 w 358774"/>
                <a:gd name="csY238" fmla="*/ 20065 h 273738"/>
                <a:gd name="csX239" fmla="*/ 68315 w 358774"/>
                <a:gd name="csY239" fmla="*/ 10032 h 273738"/>
                <a:gd name="csX240" fmla="*/ 86469 w 358774"/>
                <a:gd name="csY240" fmla="*/ 0 h 273738"/>
                <a:gd name="csX241" fmla="*/ 93157 w 358774"/>
                <a:gd name="csY241" fmla="*/ 2866 h 273738"/>
                <a:gd name="csX242" fmla="*/ 95068 w 358774"/>
                <a:gd name="csY242" fmla="*/ 4777 h 273738"/>
                <a:gd name="csX243" fmla="*/ 96024 w 358774"/>
                <a:gd name="csY243" fmla="*/ 6688 h 273738"/>
                <a:gd name="csX244" fmla="*/ 96501 w 358774"/>
                <a:gd name="csY244" fmla="*/ 9077 h 273738"/>
                <a:gd name="csX245" fmla="*/ 96979 w 358774"/>
                <a:gd name="csY245" fmla="*/ 12421 h 273738"/>
                <a:gd name="csX246" fmla="*/ 97935 w 358774"/>
                <a:gd name="csY246" fmla="*/ 19109 h 273738"/>
                <a:gd name="csX247" fmla="*/ 97935 w 358774"/>
                <a:gd name="csY247" fmla="*/ 22453 h 273738"/>
                <a:gd name="csX248" fmla="*/ 97935 w 358774"/>
                <a:gd name="csY248" fmla="*/ 26275 h 273738"/>
                <a:gd name="csX249" fmla="*/ 97457 w 358774"/>
                <a:gd name="csY249" fmla="*/ 29141 h 273738"/>
                <a:gd name="csX250" fmla="*/ 96979 w 358774"/>
                <a:gd name="csY250" fmla="*/ 32008 h 273738"/>
                <a:gd name="csX251" fmla="*/ 95546 w 358774"/>
                <a:gd name="csY251" fmla="*/ 35352 h 273738"/>
                <a:gd name="csX252" fmla="*/ 93635 w 358774"/>
                <a:gd name="csY252" fmla="*/ 39651 h 273738"/>
                <a:gd name="csX253" fmla="*/ 89335 w 358774"/>
                <a:gd name="csY253" fmla="*/ 46340 h 273738"/>
                <a:gd name="csX254" fmla="*/ 88858 w 358774"/>
                <a:gd name="csY254" fmla="*/ 48251 h 273738"/>
                <a:gd name="csX255" fmla="*/ 89813 w 358774"/>
                <a:gd name="csY255" fmla="*/ 49206 h 273738"/>
                <a:gd name="csX256" fmla="*/ 92202 w 358774"/>
                <a:gd name="csY256" fmla="*/ 48728 h 273738"/>
                <a:gd name="csX257" fmla="*/ 95546 w 358774"/>
                <a:gd name="csY257" fmla="*/ 46340 h 273738"/>
                <a:gd name="csX258" fmla="*/ 99845 w 358774"/>
                <a:gd name="csY258" fmla="*/ 44907 h 273738"/>
                <a:gd name="csX259" fmla="*/ 105100 w 358774"/>
                <a:gd name="csY259" fmla="*/ 43473 h 273738"/>
                <a:gd name="csX260" fmla="*/ 106534 w 358774"/>
                <a:gd name="csY260" fmla="*/ 45384 h 273738"/>
                <a:gd name="csX261" fmla="*/ 107489 w 358774"/>
                <a:gd name="csY261" fmla="*/ 44907 h 273738"/>
                <a:gd name="csX262" fmla="*/ 108922 w 358774"/>
                <a:gd name="csY262" fmla="*/ 42518 h 273738"/>
                <a:gd name="csX263" fmla="*/ 109400 w 358774"/>
                <a:gd name="csY263" fmla="*/ 40607 h 273738"/>
                <a:gd name="csX264" fmla="*/ 108922 w 358774"/>
                <a:gd name="csY264" fmla="*/ 38696 h 273738"/>
                <a:gd name="csX265" fmla="*/ 109400 w 358774"/>
                <a:gd name="csY265" fmla="*/ 34396 h 273738"/>
                <a:gd name="csX266" fmla="*/ 109878 w 358774"/>
                <a:gd name="csY266" fmla="*/ 32008 h 273738"/>
                <a:gd name="csX267" fmla="*/ 113222 w 358774"/>
                <a:gd name="csY267" fmla="*/ 26753 h 273738"/>
                <a:gd name="csX268" fmla="*/ 114655 w 358774"/>
                <a:gd name="csY268" fmla="*/ 24842 h 273738"/>
                <a:gd name="csX269" fmla="*/ 117521 w 358774"/>
                <a:gd name="csY269" fmla="*/ 23886 h 273738"/>
                <a:gd name="csX270" fmla="*/ 123732 w 358774"/>
                <a:gd name="csY270" fmla="*/ 24364 h 273738"/>
                <a:gd name="csX271" fmla="*/ 129942 w 358774"/>
                <a:gd name="csY271" fmla="*/ 27230 h 273738"/>
                <a:gd name="csX272" fmla="*/ 137586 w 358774"/>
                <a:gd name="csY272" fmla="*/ 30575 h 273738"/>
                <a:gd name="csX273" fmla="*/ 149529 w 358774"/>
                <a:gd name="csY273" fmla="*/ 37741 h 273738"/>
                <a:gd name="csX274" fmla="*/ 153351 w 358774"/>
                <a:gd name="csY274" fmla="*/ 41085 h 273738"/>
                <a:gd name="csX275" fmla="*/ 153829 w 358774"/>
                <a:gd name="csY275" fmla="*/ 43951 h 273738"/>
                <a:gd name="csX276" fmla="*/ 151440 w 358774"/>
                <a:gd name="csY276" fmla="*/ 49684 h 273738"/>
                <a:gd name="csX277" fmla="*/ 146663 w 358774"/>
                <a:gd name="csY277" fmla="*/ 57805 h 273738"/>
                <a:gd name="csX278" fmla="*/ 142363 w 358774"/>
                <a:gd name="csY278" fmla="*/ 61149 h 273738"/>
                <a:gd name="csX279" fmla="*/ 140930 w 358774"/>
                <a:gd name="csY279" fmla="*/ 62582 h 273738"/>
                <a:gd name="csX280" fmla="*/ 143319 w 358774"/>
                <a:gd name="csY280" fmla="*/ 64016 h 273738"/>
                <a:gd name="csX281" fmla="*/ 145230 w 358774"/>
                <a:gd name="csY281" fmla="*/ 65927 h 273738"/>
                <a:gd name="csX282" fmla="*/ 147618 w 358774"/>
                <a:gd name="csY282" fmla="*/ 63060 h 273738"/>
                <a:gd name="csX283" fmla="*/ 149529 w 358774"/>
                <a:gd name="csY283" fmla="*/ 59716 h 273738"/>
                <a:gd name="csX284" fmla="*/ 152396 w 358774"/>
                <a:gd name="csY284" fmla="*/ 56850 h 273738"/>
                <a:gd name="csX285" fmla="*/ 153351 w 358774"/>
                <a:gd name="csY285" fmla="*/ 56372 h 273738"/>
                <a:gd name="csX286" fmla="*/ 153351 w 358774"/>
                <a:gd name="csY286" fmla="*/ 57328 h 273738"/>
                <a:gd name="csX287" fmla="*/ 152873 w 358774"/>
                <a:gd name="csY287" fmla="*/ 58761 h 273738"/>
                <a:gd name="csX288" fmla="*/ 152873 w 358774"/>
                <a:gd name="csY288" fmla="*/ 60194 h 273738"/>
                <a:gd name="csX289" fmla="*/ 152873 w 358774"/>
                <a:gd name="csY289" fmla="*/ 61627 h 273738"/>
                <a:gd name="csX290" fmla="*/ 153351 w 358774"/>
                <a:gd name="csY290" fmla="*/ 62105 h 273738"/>
                <a:gd name="csX291" fmla="*/ 154784 w 358774"/>
                <a:gd name="csY291" fmla="*/ 62582 h 273738"/>
                <a:gd name="csX292" fmla="*/ 155740 w 358774"/>
                <a:gd name="csY292" fmla="*/ 62105 h 273738"/>
                <a:gd name="csX293" fmla="*/ 159562 w 358774"/>
                <a:gd name="csY293" fmla="*/ 58283 h 273738"/>
                <a:gd name="csX294" fmla="*/ 162906 w 358774"/>
                <a:gd name="csY294" fmla="*/ 52072 h 273738"/>
                <a:gd name="csX295" fmla="*/ 168161 w 358774"/>
                <a:gd name="csY295" fmla="*/ 48251 h 273738"/>
                <a:gd name="csX296" fmla="*/ 169594 w 358774"/>
                <a:gd name="csY296" fmla="*/ 45862 h 273738"/>
                <a:gd name="csX297" fmla="*/ 174371 w 358774"/>
                <a:gd name="csY297" fmla="*/ 44429 h 273738"/>
                <a:gd name="csX298" fmla="*/ 174371 w 358774"/>
                <a:gd name="csY298" fmla="*/ 42996 h 273738"/>
                <a:gd name="csX299" fmla="*/ 174371 w 358774"/>
                <a:gd name="csY299" fmla="*/ 38218 h 273738"/>
                <a:gd name="csX300" fmla="*/ 172938 w 358774"/>
                <a:gd name="csY300" fmla="*/ 36307 h 273738"/>
                <a:gd name="csX301" fmla="*/ 167683 w 358774"/>
                <a:gd name="csY301" fmla="*/ 32008 h 273738"/>
                <a:gd name="csX302" fmla="*/ 164817 w 358774"/>
                <a:gd name="csY302" fmla="*/ 26753 h 273738"/>
                <a:gd name="csX303" fmla="*/ 165294 w 358774"/>
                <a:gd name="csY303" fmla="*/ 22931 h 273738"/>
                <a:gd name="csX304" fmla="*/ 168161 w 358774"/>
                <a:gd name="csY304" fmla="*/ 23409 h 273738"/>
                <a:gd name="csX305" fmla="*/ 176760 w 358774"/>
                <a:gd name="csY305" fmla="*/ 23886 h 273738"/>
                <a:gd name="csX306" fmla="*/ 178193 w 358774"/>
                <a:gd name="csY306" fmla="*/ 24364 h 273738"/>
                <a:gd name="csX307" fmla="*/ 186314 w 358774"/>
                <a:gd name="csY307" fmla="*/ 31052 h 273738"/>
                <a:gd name="csX308" fmla="*/ 188703 w 358774"/>
                <a:gd name="csY308" fmla="*/ 35352 h 273738"/>
                <a:gd name="csX309" fmla="*/ 191092 w 358774"/>
                <a:gd name="csY309" fmla="*/ 37263 h 273738"/>
                <a:gd name="csX310" fmla="*/ 195869 w 358774"/>
                <a:gd name="csY310" fmla="*/ 40129 h 273738"/>
                <a:gd name="csX311" fmla="*/ 197302 w 358774"/>
                <a:gd name="csY311" fmla="*/ 42518 h 273738"/>
                <a:gd name="csX312" fmla="*/ 198258 w 358774"/>
                <a:gd name="csY312" fmla="*/ 43951 h 273738"/>
                <a:gd name="csX313" fmla="*/ 198735 w 358774"/>
                <a:gd name="csY313" fmla="*/ 44907 h 273738"/>
                <a:gd name="csX314" fmla="*/ 198735 w 358774"/>
                <a:gd name="csY314" fmla="*/ 45862 h 273738"/>
                <a:gd name="csX315" fmla="*/ 198258 w 358774"/>
                <a:gd name="csY315" fmla="*/ 48251 h 273738"/>
                <a:gd name="csX316" fmla="*/ 199213 w 358774"/>
                <a:gd name="csY316" fmla="*/ 49206 h 273738"/>
                <a:gd name="csX317" fmla="*/ 202079 w 358774"/>
                <a:gd name="csY317" fmla="*/ 50162 h 273738"/>
                <a:gd name="csX318" fmla="*/ 203035 w 358774"/>
                <a:gd name="csY318" fmla="*/ 51117 h 273738"/>
                <a:gd name="csX319" fmla="*/ 204468 w 358774"/>
                <a:gd name="csY319" fmla="*/ 53983 h 273738"/>
                <a:gd name="csX320" fmla="*/ 205424 w 358774"/>
                <a:gd name="csY320" fmla="*/ 59238 h 273738"/>
                <a:gd name="csX321" fmla="*/ 206857 w 358774"/>
                <a:gd name="csY321" fmla="*/ 64971 h 273738"/>
                <a:gd name="csX322" fmla="*/ 208768 w 358774"/>
                <a:gd name="csY322" fmla="*/ 75959 h 273738"/>
                <a:gd name="csX323" fmla="*/ 212590 w 358774"/>
                <a:gd name="csY323" fmla="*/ 89813 h 273738"/>
                <a:gd name="csX324" fmla="*/ 214023 w 358774"/>
                <a:gd name="csY324" fmla="*/ 98412 h 273738"/>
                <a:gd name="csX325" fmla="*/ 214500 w 358774"/>
                <a:gd name="csY325" fmla="*/ 99845 h 273738"/>
                <a:gd name="csX326" fmla="*/ 214978 w 358774"/>
                <a:gd name="csY326" fmla="*/ 101279 h 273738"/>
                <a:gd name="csX327" fmla="*/ 217845 w 358774"/>
                <a:gd name="csY327" fmla="*/ 102712 h 273738"/>
                <a:gd name="csX328" fmla="*/ 219756 w 358774"/>
                <a:gd name="csY328" fmla="*/ 105100 h 273738"/>
                <a:gd name="csX329" fmla="*/ 221666 w 358774"/>
                <a:gd name="csY329" fmla="*/ 105578 h 273738"/>
                <a:gd name="csX330" fmla="*/ 222144 w 358774"/>
                <a:gd name="csY330" fmla="*/ 105578 h 273738"/>
                <a:gd name="csX331" fmla="*/ 223100 w 358774"/>
                <a:gd name="csY331" fmla="*/ 103667 h 273738"/>
                <a:gd name="csX332" fmla="*/ 224533 w 358774"/>
                <a:gd name="csY332" fmla="*/ 100323 h 273738"/>
                <a:gd name="csX333" fmla="*/ 231221 w 358774"/>
                <a:gd name="csY333" fmla="*/ 94590 h 273738"/>
                <a:gd name="csX334" fmla="*/ 231221 w 358774"/>
                <a:gd name="csY334" fmla="*/ 93635 h 273738"/>
                <a:gd name="csX335" fmla="*/ 230743 w 358774"/>
                <a:gd name="csY335" fmla="*/ 92202 h 273738"/>
                <a:gd name="csX336" fmla="*/ 230266 w 358774"/>
                <a:gd name="csY336" fmla="*/ 91246 h 273738"/>
                <a:gd name="csX337" fmla="*/ 230266 w 358774"/>
                <a:gd name="csY337" fmla="*/ 90769 h 273738"/>
                <a:gd name="csX338" fmla="*/ 231699 w 358774"/>
                <a:gd name="csY338" fmla="*/ 90291 h 273738"/>
                <a:gd name="csX339" fmla="*/ 227399 w 358774"/>
                <a:gd name="csY339" fmla="*/ 82647 h 273738"/>
                <a:gd name="csX340" fmla="*/ 224055 w 358774"/>
                <a:gd name="csY340" fmla="*/ 75003 h 273738"/>
                <a:gd name="csX341" fmla="*/ 222144 w 358774"/>
                <a:gd name="csY341" fmla="*/ 65927 h 273738"/>
                <a:gd name="csX342" fmla="*/ 221666 w 358774"/>
                <a:gd name="csY342" fmla="*/ 63538 h 273738"/>
                <a:gd name="csX343" fmla="*/ 221666 w 358774"/>
                <a:gd name="csY343" fmla="*/ 57805 h 273738"/>
                <a:gd name="csX344" fmla="*/ 220711 w 358774"/>
                <a:gd name="csY344" fmla="*/ 55894 h 273738"/>
                <a:gd name="csX345" fmla="*/ 219756 w 358774"/>
                <a:gd name="csY345" fmla="*/ 54461 h 273738"/>
                <a:gd name="csX346" fmla="*/ 219278 w 358774"/>
                <a:gd name="csY346" fmla="*/ 53028 h 273738"/>
                <a:gd name="csX347" fmla="*/ 219756 w 358774"/>
                <a:gd name="csY347" fmla="*/ 50639 h 273738"/>
                <a:gd name="csX348" fmla="*/ 219278 w 358774"/>
                <a:gd name="csY348" fmla="*/ 48728 h 273738"/>
                <a:gd name="csX349" fmla="*/ 218322 w 358774"/>
                <a:gd name="csY349" fmla="*/ 44907 h 273738"/>
                <a:gd name="csX350" fmla="*/ 213545 w 358774"/>
                <a:gd name="csY350" fmla="*/ 16721 h 273738"/>
                <a:gd name="csX351" fmla="*/ 213545 w 358774"/>
                <a:gd name="csY351" fmla="*/ 14332 h 273738"/>
                <a:gd name="csX352" fmla="*/ 214023 w 358774"/>
                <a:gd name="csY352" fmla="*/ 11943 h 273738"/>
                <a:gd name="csX353" fmla="*/ 215934 w 358774"/>
                <a:gd name="csY353" fmla="*/ 10988 h 273738"/>
                <a:gd name="csX354" fmla="*/ 218322 w 358774"/>
                <a:gd name="csY354" fmla="*/ 10510 h 273738"/>
                <a:gd name="csX355" fmla="*/ 219278 w 358774"/>
                <a:gd name="csY355" fmla="*/ 10032 h 273738"/>
                <a:gd name="csX356" fmla="*/ 218322 w 358774"/>
                <a:gd name="csY356" fmla="*/ 9077 h 273738"/>
                <a:gd name="csX357" fmla="*/ 216411 w 358774"/>
                <a:gd name="csY357" fmla="*/ 5733 h 273738"/>
                <a:gd name="csX358" fmla="*/ 216411 w 358774"/>
                <a:gd name="csY358" fmla="*/ 4300 h 273738"/>
                <a:gd name="csX359" fmla="*/ 217367 w 358774"/>
                <a:gd name="csY359" fmla="*/ 1433 h 273738"/>
                <a:gd name="csX360" fmla="*/ 223577 w 358774"/>
                <a:gd name="csY360" fmla="*/ 2866 h 273738"/>
                <a:gd name="csX361" fmla="*/ 227877 w 358774"/>
                <a:gd name="csY361" fmla="*/ 5255 h 273738"/>
                <a:gd name="csX362" fmla="*/ 235521 w 358774"/>
                <a:gd name="csY362" fmla="*/ 11465 h 273738"/>
                <a:gd name="csX363" fmla="*/ 236476 w 358774"/>
                <a:gd name="csY363" fmla="*/ 10988 h 273738"/>
                <a:gd name="csX364" fmla="*/ 237431 w 358774"/>
                <a:gd name="csY364" fmla="*/ 8121 h 273738"/>
                <a:gd name="csX365" fmla="*/ 238865 w 358774"/>
                <a:gd name="csY365" fmla="*/ 6210 h 273738"/>
                <a:gd name="csX366" fmla="*/ 241253 w 358774"/>
                <a:gd name="csY366" fmla="*/ 6688 h 273738"/>
                <a:gd name="csX367" fmla="*/ 247942 w 358774"/>
                <a:gd name="csY367" fmla="*/ 10988 h 273738"/>
                <a:gd name="csX368" fmla="*/ 256063 w 358774"/>
                <a:gd name="csY368" fmla="*/ 19109 h 273738"/>
                <a:gd name="csX369" fmla="*/ 261318 w 358774"/>
                <a:gd name="csY369" fmla="*/ 22931 h 273738"/>
                <a:gd name="csX370" fmla="*/ 265140 w 358774"/>
                <a:gd name="csY370" fmla="*/ 28186 h 273738"/>
                <a:gd name="csX371" fmla="*/ 267528 w 358774"/>
                <a:gd name="csY371" fmla="*/ 32963 h 273738"/>
                <a:gd name="csX372" fmla="*/ 269439 w 358774"/>
                <a:gd name="csY372" fmla="*/ 36785 h 273738"/>
                <a:gd name="csX373" fmla="*/ 269439 w 358774"/>
                <a:gd name="csY373" fmla="*/ 38218 h 273738"/>
                <a:gd name="csX374" fmla="*/ 268962 w 358774"/>
                <a:gd name="csY374" fmla="*/ 39651 h 273738"/>
                <a:gd name="csX375" fmla="*/ 269439 w 358774"/>
                <a:gd name="csY375" fmla="*/ 41562 h 273738"/>
                <a:gd name="csX376" fmla="*/ 270395 w 358774"/>
                <a:gd name="csY376" fmla="*/ 43951 h 273738"/>
                <a:gd name="csX377" fmla="*/ 271350 w 358774"/>
                <a:gd name="csY377" fmla="*/ 45862 h 273738"/>
                <a:gd name="csX378" fmla="*/ 271828 w 358774"/>
                <a:gd name="csY378" fmla="*/ 50639 h 273738"/>
                <a:gd name="csX379" fmla="*/ 272784 w 358774"/>
                <a:gd name="csY379" fmla="*/ 56372 h 273738"/>
                <a:gd name="csX380" fmla="*/ 272784 w 358774"/>
                <a:gd name="csY380" fmla="*/ 59238 h 273738"/>
                <a:gd name="csX381" fmla="*/ 279949 w 358774"/>
                <a:gd name="csY381" fmla="*/ 85036 h 273738"/>
                <a:gd name="csX382" fmla="*/ 281383 w 358774"/>
                <a:gd name="csY382" fmla="*/ 89813 h 273738"/>
                <a:gd name="csX383" fmla="*/ 282338 w 358774"/>
                <a:gd name="csY383" fmla="*/ 91724 h 273738"/>
                <a:gd name="csX384" fmla="*/ 287115 w 358774"/>
                <a:gd name="csY384" fmla="*/ 101279 h 273738"/>
                <a:gd name="csX385" fmla="*/ 289982 w 358774"/>
                <a:gd name="csY385" fmla="*/ 108445 h 273738"/>
                <a:gd name="csX386" fmla="*/ 289982 w 358774"/>
                <a:gd name="csY386" fmla="*/ 113222 h 273738"/>
                <a:gd name="csX387" fmla="*/ 290459 w 358774"/>
                <a:gd name="csY387" fmla="*/ 114655 h 273738"/>
                <a:gd name="csX388" fmla="*/ 290459 w 358774"/>
                <a:gd name="csY388" fmla="*/ 116566 h 273738"/>
                <a:gd name="csX389" fmla="*/ 290459 w 358774"/>
                <a:gd name="csY389" fmla="*/ 119910 h 273738"/>
                <a:gd name="csX390" fmla="*/ 289982 w 358774"/>
                <a:gd name="csY390" fmla="*/ 122299 h 273738"/>
                <a:gd name="csX391" fmla="*/ 288549 w 358774"/>
                <a:gd name="csY391" fmla="*/ 124210 h 273738"/>
                <a:gd name="csX392" fmla="*/ 287593 w 358774"/>
                <a:gd name="csY392" fmla="*/ 127554 h 273738"/>
                <a:gd name="csX393" fmla="*/ 286160 w 358774"/>
                <a:gd name="csY393" fmla="*/ 133764 h 273738"/>
                <a:gd name="csX394" fmla="*/ 286160 w 358774"/>
                <a:gd name="csY394" fmla="*/ 135675 h 273738"/>
                <a:gd name="csX395" fmla="*/ 287115 w 358774"/>
                <a:gd name="csY395" fmla="*/ 137586 h 273738"/>
                <a:gd name="csX396" fmla="*/ 294281 w 358774"/>
                <a:gd name="csY396" fmla="*/ 145230 h 273738"/>
                <a:gd name="csX397" fmla="*/ 298103 w 358774"/>
                <a:gd name="csY397" fmla="*/ 154307 h 273738"/>
                <a:gd name="csX398" fmla="*/ 300492 w 358774"/>
                <a:gd name="csY398" fmla="*/ 156217 h 273738"/>
                <a:gd name="csX399" fmla="*/ 305747 w 358774"/>
                <a:gd name="csY399" fmla="*/ 161473 h 273738"/>
                <a:gd name="csX400" fmla="*/ 311480 w 358774"/>
                <a:gd name="csY400" fmla="*/ 164817 h 273738"/>
                <a:gd name="csX401" fmla="*/ 313391 w 358774"/>
                <a:gd name="csY401" fmla="*/ 166250 h 273738"/>
                <a:gd name="csX402" fmla="*/ 315301 w 358774"/>
                <a:gd name="csY402" fmla="*/ 168161 h 273738"/>
                <a:gd name="csX403" fmla="*/ 315779 w 358774"/>
                <a:gd name="csY403" fmla="*/ 168161 h 273738"/>
                <a:gd name="csX404" fmla="*/ 316735 w 358774"/>
                <a:gd name="csY404" fmla="*/ 168161 h 273738"/>
                <a:gd name="csX405" fmla="*/ 317212 w 358774"/>
                <a:gd name="csY405" fmla="*/ 167205 h 273738"/>
                <a:gd name="csX406" fmla="*/ 317212 w 358774"/>
                <a:gd name="csY406" fmla="*/ 166728 h 273738"/>
                <a:gd name="csX407" fmla="*/ 315779 w 358774"/>
                <a:gd name="csY407" fmla="*/ 162428 h 273738"/>
                <a:gd name="csX408" fmla="*/ 315301 w 358774"/>
                <a:gd name="csY408" fmla="*/ 160517 h 273738"/>
                <a:gd name="csX409" fmla="*/ 316257 w 358774"/>
                <a:gd name="csY409" fmla="*/ 160517 h 273738"/>
                <a:gd name="csX410" fmla="*/ 321990 w 358774"/>
                <a:gd name="csY410" fmla="*/ 167683 h 273738"/>
                <a:gd name="csX411" fmla="*/ 325334 w 358774"/>
                <a:gd name="csY411" fmla="*/ 170549 h 273738"/>
                <a:gd name="csX412" fmla="*/ 329633 w 358774"/>
                <a:gd name="csY412" fmla="*/ 173416 h 273738"/>
                <a:gd name="csX413" fmla="*/ 337277 w 358774"/>
                <a:gd name="csY413" fmla="*/ 180582 h 273738"/>
                <a:gd name="csX414" fmla="*/ 338232 w 358774"/>
                <a:gd name="csY414" fmla="*/ 181059 h 273738"/>
                <a:gd name="csX415" fmla="*/ 342532 w 358774"/>
                <a:gd name="csY415" fmla="*/ 180582 h 273738"/>
                <a:gd name="csX416" fmla="*/ 343487 w 358774"/>
                <a:gd name="csY416" fmla="*/ 181059 h 273738"/>
                <a:gd name="csX417" fmla="*/ 343965 w 358774"/>
                <a:gd name="csY417" fmla="*/ 181537 h 273738"/>
                <a:gd name="csX418" fmla="*/ 344443 w 358774"/>
                <a:gd name="csY418" fmla="*/ 182493 h 273738"/>
                <a:gd name="csX419" fmla="*/ 344443 w 358774"/>
                <a:gd name="csY419" fmla="*/ 186314 h 273738"/>
                <a:gd name="csX420" fmla="*/ 345876 w 358774"/>
                <a:gd name="csY420" fmla="*/ 188703 h 273738"/>
                <a:gd name="csX421" fmla="*/ 352087 w 358774"/>
                <a:gd name="csY421" fmla="*/ 187748 h 273738"/>
                <a:gd name="csX422" fmla="*/ 353998 w 358774"/>
                <a:gd name="csY422" fmla="*/ 187748 h 273738"/>
                <a:gd name="csX423" fmla="*/ 354953 w 358774"/>
                <a:gd name="csY423" fmla="*/ 188703 h 273738"/>
                <a:gd name="csX424" fmla="*/ 355908 w 358774"/>
                <a:gd name="csY424" fmla="*/ 189659 h 273738"/>
                <a:gd name="csX425" fmla="*/ 357342 w 358774"/>
                <a:gd name="csY425" fmla="*/ 193958 h 273738"/>
                <a:gd name="csX426" fmla="*/ 358775 w 358774"/>
                <a:gd name="csY426" fmla="*/ 202557 h 273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</a:cxnLst>
              <a:rect l="l" t="t" r="r" b="b"/>
              <a:pathLst>
                <a:path w="358774" h="273738">
                  <a:moveTo>
                    <a:pt x="358775" y="202557"/>
                  </a:moveTo>
                  <a:lnTo>
                    <a:pt x="358775" y="205901"/>
                  </a:lnTo>
                  <a:lnTo>
                    <a:pt x="358297" y="210679"/>
                  </a:lnTo>
                  <a:lnTo>
                    <a:pt x="357342" y="212590"/>
                  </a:lnTo>
                  <a:lnTo>
                    <a:pt x="355908" y="213067"/>
                  </a:lnTo>
                  <a:lnTo>
                    <a:pt x="352564" y="212590"/>
                  </a:lnTo>
                  <a:lnTo>
                    <a:pt x="350176" y="211156"/>
                  </a:lnTo>
                  <a:lnTo>
                    <a:pt x="348742" y="208768"/>
                  </a:lnTo>
                  <a:lnTo>
                    <a:pt x="347787" y="204468"/>
                  </a:lnTo>
                  <a:lnTo>
                    <a:pt x="347309" y="203513"/>
                  </a:lnTo>
                  <a:lnTo>
                    <a:pt x="346832" y="204468"/>
                  </a:lnTo>
                  <a:lnTo>
                    <a:pt x="345876" y="208768"/>
                  </a:lnTo>
                  <a:lnTo>
                    <a:pt x="344921" y="210679"/>
                  </a:lnTo>
                  <a:lnTo>
                    <a:pt x="343965" y="211634"/>
                  </a:lnTo>
                  <a:lnTo>
                    <a:pt x="342532" y="211156"/>
                  </a:lnTo>
                  <a:lnTo>
                    <a:pt x="339666" y="209723"/>
                  </a:lnTo>
                  <a:lnTo>
                    <a:pt x="334888" y="204946"/>
                  </a:lnTo>
                  <a:lnTo>
                    <a:pt x="333455" y="203990"/>
                  </a:lnTo>
                  <a:lnTo>
                    <a:pt x="332500" y="203990"/>
                  </a:lnTo>
                  <a:lnTo>
                    <a:pt x="330111" y="205901"/>
                  </a:lnTo>
                  <a:lnTo>
                    <a:pt x="326767" y="208768"/>
                  </a:lnTo>
                  <a:lnTo>
                    <a:pt x="325334" y="210679"/>
                  </a:lnTo>
                  <a:lnTo>
                    <a:pt x="325811" y="212112"/>
                  </a:lnTo>
                  <a:lnTo>
                    <a:pt x="326289" y="213545"/>
                  </a:lnTo>
                  <a:lnTo>
                    <a:pt x="326289" y="215934"/>
                  </a:lnTo>
                  <a:lnTo>
                    <a:pt x="326289" y="217367"/>
                  </a:lnTo>
                  <a:lnTo>
                    <a:pt x="325811" y="218322"/>
                  </a:lnTo>
                  <a:lnTo>
                    <a:pt x="324856" y="219278"/>
                  </a:lnTo>
                  <a:lnTo>
                    <a:pt x="322467" y="219278"/>
                  </a:lnTo>
                  <a:lnTo>
                    <a:pt x="318645" y="218800"/>
                  </a:lnTo>
                  <a:lnTo>
                    <a:pt x="316257" y="216889"/>
                  </a:lnTo>
                  <a:lnTo>
                    <a:pt x="311002" y="213067"/>
                  </a:lnTo>
                  <a:lnTo>
                    <a:pt x="310046" y="212590"/>
                  </a:lnTo>
                  <a:lnTo>
                    <a:pt x="308613" y="213067"/>
                  </a:lnTo>
                  <a:lnTo>
                    <a:pt x="308135" y="214500"/>
                  </a:lnTo>
                  <a:lnTo>
                    <a:pt x="309091" y="216411"/>
                  </a:lnTo>
                  <a:lnTo>
                    <a:pt x="311480" y="218322"/>
                  </a:lnTo>
                  <a:lnTo>
                    <a:pt x="314346" y="222144"/>
                  </a:lnTo>
                  <a:lnTo>
                    <a:pt x="315301" y="223100"/>
                  </a:lnTo>
                  <a:lnTo>
                    <a:pt x="315779" y="222622"/>
                  </a:lnTo>
                  <a:lnTo>
                    <a:pt x="316257" y="223577"/>
                  </a:lnTo>
                  <a:lnTo>
                    <a:pt x="316735" y="225488"/>
                  </a:lnTo>
                  <a:lnTo>
                    <a:pt x="316257" y="228832"/>
                  </a:lnTo>
                  <a:lnTo>
                    <a:pt x="314824" y="235521"/>
                  </a:lnTo>
                  <a:lnTo>
                    <a:pt x="314824" y="237431"/>
                  </a:lnTo>
                  <a:lnTo>
                    <a:pt x="315301" y="236954"/>
                  </a:lnTo>
                  <a:lnTo>
                    <a:pt x="319601" y="230266"/>
                  </a:lnTo>
                  <a:lnTo>
                    <a:pt x="321512" y="228355"/>
                  </a:lnTo>
                  <a:lnTo>
                    <a:pt x="326289" y="225488"/>
                  </a:lnTo>
                  <a:lnTo>
                    <a:pt x="328200" y="223100"/>
                  </a:lnTo>
                  <a:lnTo>
                    <a:pt x="333933" y="222622"/>
                  </a:lnTo>
                  <a:lnTo>
                    <a:pt x="336322" y="224055"/>
                  </a:lnTo>
                  <a:lnTo>
                    <a:pt x="337755" y="225966"/>
                  </a:lnTo>
                  <a:lnTo>
                    <a:pt x="337755" y="226921"/>
                  </a:lnTo>
                  <a:lnTo>
                    <a:pt x="335844" y="229310"/>
                  </a:lnTo>
                  <a:lnTo>
                    <a:pt x="335844" y="230266"/>
                  </a:lnTo>
                  <a:lnTo>
                    <a:pt x="335844" y="231699"/>
                  </a:lnTo>
                  <a:lnTo>
                    <a:pt x="335844" y="233132"/>
                  </a:lnTo>
                  <a:lnTo>
                    <a:pt x="336322" y="234565"/>
                  </a:lnTo>
                  <a:lnTo>
                    <a:pt x="337277" y="235521"/>
                  </a:lnTo>
                  <a:lnTo>
                    <a:pt x="339188" y="235043"/>
                  </a:lnTo>
                  <a:lnTo>
                    <a:pt x="339666" y="235521"/>
                  </a:lnTo>
                  <a:lnTo>
                    <a:pt x="340621" y="236476"/>
                  </a:lnTo>
                  <a:lnTo>
                    <a:pt x="341099" y="238387"/>
                  </a:lnTo>
                  <a:lnTo>
                    <a:pt x="341099" y="240776"/>
                  </a:lnTo>
                  <a:lnTo>
                    <a:pt x="339666" y="246508"/>
                  </a:lnTo>
                  <a:lnTo>
                    <a:pt x="337277" y="248419"/>
                  </a:lnTo>
                  <a:lnTo>
                    <a:pt x="330111" y="251763"/>
                  </a:lnTo>
                  <a:lnTo>
                    <a:pt x="327245" y="253197"/>
                  </a:lnTo>
                  <a:lnTo>
                    <a:pt x="322467" y="254630"/>
                  </a:lnTo>
                  <a:lnTo>
                    <a:pt x="320556" y="256063"/>
                  </a:lnTo>
                  <a:lnTo>
                    <a:pt x="319123" y="256541"/>
                  </a:lnTo>
                  <a:lnTo>
                    <a:pt x="313868" y="256063"/>
                  </a:lnTo>
                  <a:lnTo>
                    <a:pt x="308135" y="257496"/>
                  </a:lnTo>
                  <a:lnTo>
                    <a:pt x="300970" y="255108"/>
                  </a:lnTo>
                  <a:lnTo>
                    <a:pt x="296192" y="254630"/>
                  </a:lnTo>
                  <a:lnTo>
                    <a:pt x="290459" y="251286"/>
                  </a:lnTo>
                  <a:lnTo>
                    <a:pt x="288071" y="252241"/>
                  </a:lnTo>
                  <a:lnTo>
                    <a:pt x="286160" y="254152"/>
                  </a:lnTo>
                  <a:lnTo>
                    <a:pt x="275650" y="251763"/>
                  </a:lnTo>
                  <a:lnTo>
                    <a:pt x="274217" y="249852"/>
                  </a:lnTo>
                  <a:lnTo>
                    <a:pt x="274694" y="248897"/>
                  </a:lnTo>
                  <a:lnTo>
                    <a:pt x="277083" y="245075"/>
                  </a:lnTo>
                  <a:lnTo>
                    <a:pt x="277083" y="244120"/>
                  </a:lnTo>
                  <a:lnTo>
                    <a:pt x="277083" y="243642"/>
                  </a:lnTo>
                  <a:lnTo>
                    <a:pt x="272306" y="242687"/>
                  </a:lnTo>
                  <a:lnTo>
                    <a:pt x="267051" y="240776"/>
                  </a:lnTo>
                  <a:lnTo>
                    <a:pt x="261796" y="239820"/>
                  </a:lnTo>
                  <a:lnTo>
                    <a:pt x="257496" y="240298"/>
                  </a:lnTo>
                  <a:lnTo>
                    <a:pt x="255107" y="239342"/>
                  </a:lnTo>
                  <a:lnTo>
                    <a:pt x="252241" y="237909"/>
                  </a:lnTo>
                  <a:lnTo>
                    <a:pt x="250808" y="235998"/>
                  </a:lnTo>
                  <a:lnTo>
                    <a:pt x="250808" y="234565"/>
                  </a:lnTo>
                  <a:lnTo>
                    <a:pt x="250808" y="233132"/>
                  </a:lnTo>
                  <a:lnTo>
                    <a:pt x="250808" y="230266"/>
                  </a:lnTo>
                  <a:lnTo>
                    <a:pt x="250808" y="227877"/>
                  </a:lnTo>
                  <a:lnTo>
                    <a:pt x="249375" y="226444"/>
                  </a:lnTo>
                  <a:lnTo>
                    <a:pt x="246986" y="225010"/>
                  </a:lnTo>
                  <a:lnTo>
                    <a:pt x="244597" y="225010"/>
                  </a:lnTo>
                  <a:lnTo>
                    <a:pt x="242686" y="226921"/>
                  </a:lnTo>
                  <a:lnTo>
                    <a:pt x="240776" y="229788"/>
                  </a:lnTo>
                  <a:lnTo>
                    <a:pt x="237431" y="238387"/>
                  </a:lnTo>
                  <a:lnTo>
                    <a:pt x="235521" y="239820"/>
                  </a:lnTo>
                  <a:lnTo>
                    <a:pt x="230743" y="246031"/>
                  </a:lnTo>
                  <a:lnTo>
                    <a:pt x="229310" y="247464"/>
                  </a:lnTo>
                  <a:lnTo>
                    <a:pt x="220711" y="249852"/>
                  </a:lnTo>
                  <a:lnTo>
                    <a:pt x="210679" y="250808"/>
                  </a:lnTo>
                  <a:lnTo>
                    <a:pt x="207335" y="252719"/>
                  </a:lnTo>
                  <a:lnTo>
                    <a:pt x="203513" y="256541"/>
                  </a:lnTo>
                  <a:lnTo>
                    <a:pt x="199213" y="259885"/>
                  </a:lnTo>
                  <a:lnTo>
                    <a:pt x="188703" y="263707"/>
                  </a:lnTo>
                  <a:lnTo>
                    <a:pt x="179149" y="266095"/>
                  </a:lnTo>
                  <a:lnTo>
                    <a:pt x="169116" y="267051"/>
                  </a:lnTo>
                  <a:lnTo>
                    <a:pt x="161472" y="268962"/>
                  </a:lnTo>
                  <a:lnTo>
                    <a:pt x="159562" y="268006"/>
                  </a:lnTo>
                  <a:lnTo>
                    <a:pt x="156217" y="268484"/>
                  </a:lnTo>
                  <a:lnTo>
                    <a:pt x="152396" y="270395"/>
                  </a:lnTo>
                  <a:lnTo>
                    <a:pt x="148096" y="270873"/>
                  </a:lnTo>
                  <a:lnTo>
                    <a:pt x="132809" y="271828"/>
                  </a:lnTo>
                  <a:lnTo>
                    <a:pt x="125643" y="273261"/>
                  </a:lnTo>
                  <a:lnTo>
                    <a:pt x="121821" y="273739"/>
                  </a:lnTo>
                  <a:lnTo>
                    <a:pt x="118477" y="273739"/>
                  </a:lnTo>
                  <a:lnTo>
                    <a:pt x="116566" y="272783"/>
                  </a:lnTo>
                  <a:lnTo>
                    <a:pt x="114177" y="270873"/>
                  </a:lnTo>
                  <a:lnTo>
                    <a:pt x="112266" y="268006"/>
                  </a:lnTo>
                  <a:lnTo>
                    <a:pt x="107967" y="259407"/>
                  </a:lnTo>
                  <a:lnTo>
                    <a:pt x="106534" y="255585"/>
                  </a:lnTo>
                  <a:lnTo>
                    <a:pt x="107011" y="249852"/>
                  </a:lnTo>
                  <a:lnTo>
                    <a:pt x="107011" y="246031"/>
                  </a:lnTo>
                  <a:lnTo>
                    <a:pt x="105578" y="238387"/>
                  </a:lnTo>
                  <a:lnTo>
                    <a:pt x="105100" y="237431"/>
                  </a:lnTo>
                  <a:lnTo>
                    <a:pt x="97457" y="234565"/>
                  </a:lnTo>
                  <a:lnTo>
                    <a:pt x="92679" y="234087"/>
                  </a:lnTo>
                  <a:lnTo>
                    <a:pt x="85036" y="233610"/>
                  </a:lnTo>
                  <a:lnTo>
                    <a:pt x="75959" y="234087"/>
                  </a:lnTo>
                  <a:lnTo>
                    <a:pt x="66882" y="233132"/>
                  </a:lnTo>
                  <a:lnTo>
                    <a:pt x="62105" y="232176"/>
                  </a:lnTo>
                  <a:lnTo>
                    <a:pt x="57328" y="230266"/>
                  </a:lnTo>
                  <a:lnTo>
                    <a:pt x="49206" y="225966"/>
                  </a:lnTo>
                  <a:lnTo>
                    <a:pt x="48728" y="225488"/>
                  </a:lnTo>
                  <a:lnTo>
                    <a:pt x="48251" y="224055"/>
                  </a:lnTo>
                  <a:lnTo>
                    <a:pt x="47295" y="221189"/>
                  </a:lnTo>
                  <a:lnTo>
                    <a:pt x="45384" y="217845"/>
                  </a:lnTo>
                  <a:lnTo>
                    <a:pt x="39651" y="210679"/>
                  </a:lnTo>
                  <a:lnTo>
                    <a:pt x="37741" y="205901"/>
                  </a:lnTo>
                  <a:lnTo>
                    <a:pt x="37263" y="204946"/>
                  </a:lnTo>
                  <a:lnTo>
                    <a:pt x="36785" y="201602"/>
                  </a:lnTo>
                  <a:lnTo>
                    <a:pt x="35830" y="196347"/>
                  </a:lnTo>
                  <a:lnTo>
                    <a:pt x="35830" y="193003"/>
                  </a:lnTo>
                  <a:lnTo>
                    <a:pt x="36307" y="190614"/>
                  </a:lnTo>
                  <a:lnTo>
                    <a:pt x="36785" y="190136"/>
                  </a:lnTo>
                  <a:lnTo>
                    <a:pt x="48251" y="186314"/>
                  </a:lnTo>
                  <a:lnTo>
                    <a:pt x="68793" y="182015"/>
                  </a:lnTo>
                  <a:lnTo>
                    <a:pt x="87424" y="179149"/>
                  </a:lnTo>
                  <a:lnTo>
                    <a:pt x="96024" y="179149"/>
                  </a:lnTo>
                  <a:lnTo>
                    <a:pt x="100801" y="180582"/>
                  </a:lnTo>
                  <a:lnTo>
                    <a:pt x="105578" y="181537"/>
                  </a:lnTo>
                  <a:lnTo>
                    <a:pt x="114655" y="181537"/>
                  </a:lnTo>
                  <a:lnTo>
                    <a:pt x="126121" y="183448"/>
                  </a:lnTo>
                  <a:lnTo>
                    <a:pt x="128509" y="183448"/>
                  </a:lnTo>
                  <a:lnTo>
                    <a:pt x="133286" y="182015"/>
                  </a:lnTo>
                  <a:lnTo>
                    <a:pt x="135197" y="181059"/>
                  </a:lnTo>
                  <a:lnTo>
                    <a:pt x="142841" y="181059"/>
                  </a:lnTo>
                  <a:lnTo>
                    <a:pt x="144752" y="180582"/>
                  </a:lnTo>
                  <a:lnTo>
                    <a:pt x="146185" y="179149"/>
                  </a:lnTo>
                  <a:lnTo>
                    <a:pt x="144274" y="176760"/>
                  </a:lnTo>
                  <a:lnTo>
                    <a:pt x="136631" y="171505"/>
                  </a:lnTo>
                  <a:lnTo>
                    <a:pt x="116088" y="162428"/>
                  </a:lnTo>
                  <a:lnTo>
                    <a:pt x="110833" y="160517"/>
                  </a:lnTo>
                  <a:lnTo>
                    <a:pt x="103667" y="158606"/>
                  </a:lnTo>
                  <a:lnTo>
                    <a:pt x="99845" y="158128"/>
                  </a:lnTo>
                  <a:lnTo>
                    <a:pt x="94590" y="159084"/>
                  </a:lnTo>
                  <a:lnTo>
                    <a:pt x="92679" y="159084"/>
                  </a:lnTo>
                  <a:lnTo>
                    <a:pt x="87424" y="160995"/>
                  </a:lnTo>
                  <a:lnTo>
                    <a:pt x="82647" y="162428"/>
                  </a:lnTo>
                  <a:lnTo>
                    <a:pt x="73093" y="163383"/>
                  </a:lnTo>
                  <a:lnTo>
                    <a:pt x="59716" y="164339"/>
                  </a:lnTo>
                  <a:lnTo>
                    <a:pt x="57805" y="163861"/>
                  </a:lnTo>
                  <a:lnTo>
                    <a:pt x="54939" y="162428"/>
                  </a:lnTo>
                  <a:lnTo>
                    <a:pt x="53028" y="161950"/>
                  </a:lnTo>
                  <a:lnTo>
                    <a:pt x="39651" y="163383"/>
                  </a:lnTo>
                  <a:lnTo>
                    <a:pt x="27708" y="161950"/>
                  </a:lnTo>
                  <a:lnTo>
                    <a:pt x="14332" y="147618"/>
                  </a:lnTo>
                  <a:lnTo>
                    <a:pt x="12421" y="142841"/>
                  </a:lnTo>
                  <a:lnTo>
                    <a:pt x="12899" y="141408"/>
                  </a:lnTo>
                  <a:lnTo>
                    <a:pt x="14332" y="139497"/>
                  </a:lnTo>
                  <a:lnTo>
                    <a:pt x="21020" y="133764"/>
                  </a:lnTo>
                  <a:lnTo>
                    <a:pt x="23409" y="132331"/>
                  </a:lnTo>
                  <a:lnTo>
                    <a:pt x="33441" y="129465"/>
                  </a:lnTo>
                  <a:lnTo>
                    <a:pt x="43473" y="125643"/>
                  </a:lnTo>
                  <a:lnTo>
                    <a:pt x="51117" y="122299"/>
                  </a:lnTo>
                  <a:lnTo>
                    <a:pt x="54939" y="120865"/>
                  </a:lnTo>
                  <a:lnTo>
                    <a:pt x="58761" y="120865"/>
                  </a:lnTo>
                  <a:lnTo>
                    <a:pt x="61627" y="119910"/>
                  </a:lnTo>
                  <a:lnTo>
                    <a:pt x="61149" y="118477"/>
                  </a:lnTo>
                  <a:lnTo>
                    <a:pt x="58283" y="117521"/>
                  </a:lnTo>
                  <a:lnTo>
                    <a:pt x="58283" y="115610"/>
                  </a:lnTo>
                  <a:lnTo>
                    <a:pt x="59716" y="114655"/>
                  </a:lnTo>
                  <a:lnTo>
                    <a:pt x="64493" y="113700"/>
                  </a:lnTo>
                  <a:lnTo>
                    <a:pt x="69749" y="115133"/>
                  </a:lnTo>
                  <a:lnTo>
                    <a:pt x="72615" y="114655"/>
                  </a:lnTo>
                  <a:lnTo>
                    <a:pt x="73093" y="113222"/>
                  </a:lnTo>
                  <a:lnTo>
                    <a:pt x="72615" y="112266"/>
                  </a:lnTo>
                  <a:lnTo>
                    <a:pt x="67837" y="110355"/>
                  </a:lnTo>
                  <a:lnTo>
                    <a:pt x="43951" y="116088"/>
                  </a:lnTo>
                  <a:lnTo>
                    <a:pt x="32963" y="116566"/>
                  </a:lnTo>
                  <a:lnTo>
                    <a:pt x="25320" y="119432"/>
                  </a:lnTo>
                  <a:lnTo>
                    <a:pt x="21020" y="118955"/>
                  </a:lnTo>
                  <a:lnTo>
                    <a:pt x="15765" y="116566"/>
                  </a:lnTo>
                  <a:lnTo>
                    <a:pt x="15287" y="116088"/>
                  </a:lnTo>
                  <a:lnTo>
                    <a:pt x="15287" y="114655"/>
                  </a:lnTo>
                  <a:lnTo>
                    <a:pt x="16721" y="111311"/>
                  </a:lnTo>
                  <a:lnTo>
                    <a:pt x="21976" y="109400"/>
                  </a:lnTo>
                  <a:lnTo>
                    <a:pt x="24842" y="103667"/>
                  </a:lnTo>
                  <a:lnTo>
                    <a:pt x="21976" y="103667"/>
                  </a:lnTo>
                  <a:lnTo>
                    <a:pt x="12421" y="105100"/>
                  </a:lnTo>
                  <a:lnTo>
                    <a:pt x="8121" y="104145"/>
                  </a:lnTo>
                  <a:lnTo>
                    <a:pt x="2389" y="102234"/>
                  </a:lnTo>
                  <a:lnTo>
                    <a:pt x="955" y="99368"/>
                  </a:lnTo>
                  <a:lnTo>
                    <a:pt x="0" y="97935"/>
                  </a:lnTo>
                  <a:lnTo>
                    <a:pt x="0" y="95546"/>
                  </a:lnTo>
                  <a:lnTo>
                    <a:pt x="0" y="88858"/>
                  </a:lnTo>
                  <a:lnTo>
                    <a:pt x="478" y="85514"/>
                  </a:lnTo>
                  <a:lnTo>
                    <a:pt x="955" y="85036"/>
                  </a:lnTo>
                  <a:lnTo>
                    <a:pt x="8121" y="74048"/>
                  </a:lnTo>
                  <a:lnTo>
                    <a:pt x="12421" y="71659"/>
                  </a:lnTo>
                  <a:lnTo>
                    <a:pt x="15287" y="68315"/>
                  </a:lnTo>
                  <a:lnTo>
                    <a:pt x="15765" y="66882"/>
                  </a:lnTo>
                  <a:lnTo>
                    <a:pt x="14810" y="65449"/>
                  </a:lnTo>
                  <a:lnTo>
                    <a:pt x="11943" y="62105"/>
                  </a:lnTo>
                  <a:lnTo>
                    <a:pt x="10988" y="60194"/>
                  </a:lnTo>
                  <a:lnTo>
                    <a:pt x="10032" y="58283"/>
                  </a:lnTo>
                  <a:lnTo>
                    <a:pt x="10510" y="55894"/>
                  </a:lnTo>
                  <a:lnTo>
                    <a:pt x="12421" y="52072"/>
                  </a:lnTo>
                  <a:lnTo>
                    <a:pt x="17198" y="45862"/>
                  </a:lnTo>
                  <a:lnTo>
                    <a:pt x="28664" y="33919"/>
                  </a:lnTo>
                  <a:lnTo>
                    <a:pt x="34396" y="28664"/>
                  </a:lnTo>
                  <a:lnTo>
                    <a:pt x="40129" y="25797"/>
                  </a:lnTo>
                  <a:lnTo>
                    <a:pt x="48251" y="20065"/>
                  </a:lnTo>
                  <a:lnTo>
                    <a:pt x="68315" y="10032"/>
                  </a:lnTo>
                  <a:lnTo>
                    <a:pt x="86469" y="0"/>
                  </a:lnTo>
                  <a:lnTo>
                    <a:pt x="93157" y="2866"/>
                  </a:lnTo>
                  <a:lnTo>
                    <a:pt x="95068" y="4777"/>
                  </a:lnTo>
                  <a:lnTo>
                    <a:pt x="96024" y="6688"/>
                  </a:lnTo>
                  <a:lnTo>
                    <a:pt x="96501" y="9077"/>
                  </a:lnTo>
                  <a:lnTo>
                    <a:pt x="96979" y="12421"/>
                  </a:lnTo>
                  <a:lnTo>
                    <a:pt x="97935" y="19109"/>
                  </a:lnTo>
                  <a:lnTo>
                    <a:pt x="97935" y="22453"/>
                  </a:lnTo>
                  <a:lnTo>
                    <a:pt x="97935" y="26275"/>
                  </a:lnTo>
                  <a:lnTo>
                    <a:pt x="97457" y="29141"/>
                  </a:lnTo>
                  <a:lnTo>
                    <a:pt x="96979" y="32008"/>
                  </a:lnTo>
                  <a:lnTo>
                    <a:pt x="95546" y="35352"/>
                  </a:lnTo>
                  <a:lnTo>
                    <a:pt x="93635" y="39651"/>
                  </a:lnTo>
                  <a:lnTo>
                    <a:pt x="89335" y="46340"/>
                  </a:lnTo>
                  <a:lnTo>
                    <a:pt x="88858" y="48251"/>
                  </a:lnTo>
                  <a:lnTo>
                    <a:pt x="89813" y="49206"/>
                  </a:lnTo>
                  <a:lnTo>
                    <a:pt x="92202" y="48728"/>
                  </a:lnTo>
                  <a:lnTo>
                    <a:pt x="95546" y="46340"/>
                  </a:lnTo>
                  <a:lnTo>
                    <a:pt x="99845" y="44907"/>
                  </a:lnTo>
                  <a:lnTo>
                    <a:pt x="105100" y="43473"/>
                  </a:lnTo>
                  <a:lnTo>
                    <a:pt x="106534" y="45384"/>
                  </a:lnTo>
                  <a:lnTo>
                    <a:pt x="107489" y="44907"/>
                  </a:lnTo>
                  <a:lnTo>
                    <a:pt x="108922" y="42518"/>
                  </a:lnTo>
                  <a:lnTo>
                    <a:pt x="109400" y="40607"/>
                  </a:lnTo>
                  <a:lnTo>
                    <a:pt x="108922" y="38696"/>
                  </a:lnTo>
                  <a:lnTo>
                    <a:pt x="109400" y="34396"/>
                  </a:lnTo>
                  <a:lnTo>
                    <a:pt x="109878" y="32008"/>
                  </a:lnTo>
                  <a:lnTo>
                    <a:pt x="113222" y="26753"/>
                  </a:lnTo>
                  <a:lnTo>
                    <a:pt x="114655" y="24842"/>
                  </a:lnTo>
                  <a:lnTo>
                    <a:pt x="117521" y="23886"/>
                  </a:lnTo>
                  <a:lnTo>
                    <a:pt x="123732" y="24364"/>
                  </a:lnTo>
                  <a:lnTo>
                    <a:pt x="129942" y="27230"/>
                  </a:lnTo>
                  <a:lnTo>
                    <a:pt x="137586" y="30575"/>
                  </a:lnTo>
                  <a:lnTo>
                    <a:pt x="149529" y="37741"/>
                  </a:lnTo>
                  <a:lnTo>
                    <a:pt x="153351" y="41085"/>
                  </a:lnTo>
                  <a:lnTo>
                    <a:pt x="153829" y="43951"/>
                  </a:lnTo>
                  <a:lnTo>
                    <a:pt x="151440" y="49684"/>
                  </a:lnTo>
                  <a:lnTo>
                    <a:pt x="146663" y="57805"/>
                  </a:lnTo>
                  <a:lnTo>
                    <a:pt x="142363" y="61149"/>
                  </a:lnTo>
                  <a:lnTo>
                    <a:pt x="140930" y="62582"/>
                  </a:lnTo>
                  <a:lnTo>
                    <a:pt x="143319" y="64016"/>
                  </a:lnTo>
                  <a:lnTo>
                    <a:pt x="145230" y="65927"/>
                  </a:lnTo>
                  <a:lnTo>
                    <a:pt x="147618" y="63060"/>
                  </a:lnTo>
                  <a:lnTo>
                    <a:pt x="149529" y="59716"/>
                  </a:lnTo>
                  <a:lnTo>
                    <a:pt x="152396" y="56850"/>
                  </a:lnTo>
                  <a:lnTo>
                    <a:pt x="153351" y="56372"/>
                  </a:lnTo>
                  <a:lnTo>
                    <a:pt x="153351" y="57328"/>
                  </a:lnTo>
                  <a:lnTo>
                    <a:pt x="152873" y="58761"/>
                  </a:lnTo>
                  <a:lnTo>
                    <a:pt x="152873" y="60194"/>
                  </a:lnTo>
                  <a:lnTo>
                    <a:pt x="152873" y="61627"/>
                  </a:lnTo>
                  <a:lnTo>
                    <a:pt x="153351" y="62105"/>
                  </a:lnTo>
                  <a:lnTo>
                    <a:pt x="154784" y="62582"/>
                  </a:lnTo>
                  <a:lnTo>
                    <a:pt x="155740" y="62105"/>
                  </a:lnTo>
                  <a:lnTo>
                    <a:pt x="159562" y="58283"/>
                  </a:lnTo>
                  <a:lnTo>
                    <a:pt x="162906" y="52072"/>
                  </a:lnTo>
                  <a:lnTo>
                    <a:pt x="168161" y="48251"/>
                  </a:lnTo>
                  <a:lnTo>
                    <a:pt x="169594" y="45862"/>
                  </a:lnTo>
                  <a:lnTo>
                    <a:pt x="174371" y="44429"/>
                  </a:lnTo>
                  <a:lnTo>
                    <a:pt x="174371" y="42996"/>
                  </a:lnTo>
                  <a:lnTo>
                    <a:pt x="174371" y="38218"/>
                  </a:lnTo>
                  <a:lnTo>
                    <a:pt x="172938" y="36307"/>
                  </a:lnTo>
                  <a:lnTo>
                    <a:pt x="167683" y="32008"/>
                  </a:lnTo>
                  <a:lnTo>
                    <a:pt x="164817" y="26753"/>
                  </a:lnTo>
                  <a:lnTo>
                    <a:pt x="165294" y="22931"/>
                  </a:lnTo>
                  <a:lnTo>
                    <a:pt x="168161" y="23409"/>
                  </a:lnTo>
                  <a:lnTo>
                    <a:pt x="176760" y="23886"/>
                  </a:lnTo>
                  <a:lnTo>
                    <a:pt x="178193" y="24364"/>
                  </a:lnTo>
                  <a:lnTo>
                    <a:pt x="186314" y="31052"/>
                  </a:lnTo>
                  <a:lnTo>
                    <a:pt x="188703" y="35352"/>
                  </a:lnTo>
                  <a:lnTo>
                    <a:pt x="191092" y="37263"/>
                  </a:lnTo>
                  <a:lnTo>
                    <a:pt x="195869" y="40129"/>
                  </a:lnTo>
                  <a:lnTo>
                    <a:pt x="197302" y="42518"/>
                  </a:lnTo>
                  <a:lnTo>
                    <a:pt x="198258" y="43951"/>
                  </a:lnTo>
                  <a:lnTo>
                    <a:pt x="198735" y="44907"/>
                  </a:lnTo>
                  <a:lnTo>
                    <a:pt x="198735" y="45862"/>
                  </a:lnTo>
                  <a:lnTo>
                    <a:pt x="198258" y="48251"/>
                  </a:lnTo>
                  <a:lnTo>
                    <a:pt x="199213" y="49206"/>
                  </a:lnTo>
                  <a:lnTo>
                    <a:pt x="202079" y="50162"/>
                  </a:lnTo>
                  <a:lnTo>
                    <a:pt x="203035" y="51117"/>
                  </a:lnTo>
                  <a:lnTo>
                    <a:pt x="204468" y="53983"/>
                  </a:lnTo>
                  <a:lnTo>
                    <a:pt x="205424" y="59238"/>
                  </a:lnTo>
                  <a:lnTo>
                    <a:pt x="206857" y="64971"/>
                  </a:lnTo>
                  <a:lnTo>
                    <a:pt x="208768" y="75959"/>
                  </a:lnTo>
                  <a:lnTo>
                    <a:pt x="212590" y="89813"/>
                  </a:lnTo>
                  <a:lnTo>
                    <a:pt x="214023" y="98412"/>
                  </a:lnTo>
                  <a:lnTo>
                    <a:pt x="214500" y="99845"/>
                  </a:lnTo>
                  <a:lnTo>
                    <a:pt x="214978" y="101279"/>
                  </a:lnTo>
                  <a:lnTo>
                    <a:pt x="217845" y="102712"/>
                  </a:lnTo>
                  <a:lnTo>
                    <a:pt x="219756" y="105100"/>
                  </a:lnTo>
                  <a:lnTo>
                    <a:pt x="221666" y="105578"/>
                  </a:lnTo>
                  <a:lnTo>
                    <a:pt x="222144" y="105578"/>
                  </a:lnTo>
                  <a:lnTo>
                    <a:pt x="223100" y="103667"/>
                  </a:lnTo>
                  <a:lnTo>
                    <a:pt x="224533" y="100323"/>
                  </a:lnTo>
                  <a:lnTo>
                    <a:pt x="231221" y="94590"/>
                  </a:lnTo>
                  <a:lnTo>
                    <a:pt x="231221" y="93635"/>
                  </a:lnTo>
                  <a:lnTo>
                    <a:pt x="230743" y="92202"/>
                  </a:lnTo>
                  <a:lnTo>
                    <a:pt x="230266" y="91246"/>
                  </a:lnTo>
                  <a:lnTo>
                    <a:pt x="230266" y="90769"/>
                  </a:lnTo>
                  <a:lnTo>
                    <a:pt x="231699" y="90291"/>
                  </a:lnTo>
                  <a:lnTo>
                    <a:pt x="227399" y="82647"/>
                  </a:lnTo>
                  <a:lnTo>
                    <a:pt x="224055" y="75003"/>
                  </a:lnTo>
                  <a:lnTo>
                    <a:pt x="222144" y="65927"/>
                  </a:lnTo>
                  <a:lnTo>
                    <a:pt x="221666" y="63538"/>
                  </a:lnTo>
                  <a:lnTo>
                    <a:pt x="221666" y="57805"/>
                  </a:lnTo>
                  <a:lnTo>
                    <a:pt x="220711" y="55894"/>
                  </a:lnTo>
                  <a:lnTo>
                    <a:pt x="219756" y="54461"/>
                  </a:lnTo>
                  <a:lnTo>
                    <a:pt x="219278" y="53028"/>
                  </a:lnTo>
                  <a:lnTo>
                    <a:pt x="219756" y="50639"/>
                  </a:lnTo>
                  <a:lnTo>
                    <a:pt x="219278" y="48728"/>
                  </a:lnTo>
                  <a:lnTo>
                    <a:pt x="218322" y="44907"/>
                  </a:lnTo>
                  <a:lnTo>
                    <a:pt x="213545" y="16721"/>
                  </a:lnTo>
                  <a:lnTo>
                    <a:pt x="213545" y="14332"/>
                  </a:lnTo>
                  <a:lnTo>
                    <a:pt x="214023" y="11943"/>
                  </a:lnTo>
                  <a:lnTo>
                    <a:pt x="215934" y="10988"/>
                  </a:lnTo>
                  <a:lnTo>
                    <a:pt x="218322" y="10510"/>
                  </a:lnTo>
                  <a:lnTo>
                    <a:pt x="219278" y="10032"/>
                  </a:lnTo>
                  <a:lnTo>
                    <a:pt x="218322" y="9077"/>
                  </a:lnTo>
                  <a:lnTo>
                    <a:pt x="216411" y="5733"/>
                  </a:lnTo>
                  <a:lnTo>
                    <a:pt x="216411" y="4300"/>
                  </a:lnTo>
                  <a:lnTo>
                    <a:pt x="217367" y="1433"/>
                  </a:lnTo>
                  <a:lnTo>
                    <a:pt x="223577" y="2866"/>
                  </a:lnTo>
                  <a:lnTo>
                    <a:pt x="227877" y="5255"/>
                  </a:lnTo>
                  <a:lnTo>
                    <a:pt x="235521" y="11465"/>
                  </a:lnTo>
                  <a:lnTo>
                    <a:pt x="236476" y="10988"/>
                  </a:lnTo>
                  <a:lnTo>
                    <a:pt x="237431" y="8121"/>
                  </a:lnTo>
                  <a:lnTo>
                    <a:pt x="238865" y="6210"/>
                  </a:lnTo>
                  <a:lnTo>
                    <a:pt x="241253" y="6688"/>
                  </a:lnTo>
                  <a:lnTo>
                    <a:pt x="247942" y="10988"/>
                  </a:lnTo>
                  <a:lnTo>
                    <a:pt x="256063" y="19109"/>
                  </a:lnTo>
                  <a:lnTo>
                    <a:pt x="261318" y="22931"/>
                  </a:lnTo>
                  <a:lnTo>
                    <a:pt x="265140" y="28186"/>
                  </a:lnTo>
                  <a:lnTo>
                    <a:pt x="267528" y="32963"/>
                  </a:lnTo>
                  <a:lnTo>
                    <a:pt x="269439" y="36785"/>
                  </a:lnTo>
                  <a:lnTo>
                    <a:pt x="269439" y="38218"/>
                  </a:lnTo>
                  <a:lnTo>
                    <a:pt x="268962" y="39651"/>
                  </a:lnTo>
                  <a:lnTo>
                    <a:pt x="269439" y="41562"/>
                  </a:lnTo>
                  <a:lnTo>
                    <a:pt x="270395" y="43951"/>
                  </a:lnTo>
                  <a:lnTo>
                    <a:pt x="271350" y="45862"/>
                  </a:lnTo>
                  <a:lnTo>
                    <a:pt x="271828" y="50639"/>
                  </a:lnTo>
                  <a:lnTo>
                    <a:pt x="272784" y="56372"/>
                  </a:lnTo>
                  <a:lnTo>
                    <a:pt x="272784" y="59238"/>
                  </a:lnTo>
                  <a:lnTo>
                    <a:pt x="279949" y="85036"/>
                  </a:lnTo>
                  <a:lnTo>
                    <a:pt x="281383" y="89813"/>
                  </a:lnTo>
                  <a:lnTo>
                    <a:pt x="282338" y="91724"/>
                  </a:lnTo>
                  <a:lnTo>
                    <a:pt x="287115" y="101279"/>
                  </a:lnTo>
                  <a:lnTo>
                    <a:pt x="289982" y="108445"/>
                  </a:lnTo>
                  <a:lnTo>
                    <a:pt x="289982" y="113222"/>
                  </a:lnTo>
                  <a:lnTo>
                    <a:pt x="290459" y="114655"/>
                  </a:lnTo>
                  <a:lnTo>
                    <a:pt x="290459" y="116566"/>
                  </a:lnTo>
                  <a:lnTo>
                    <a:pt x="290459" y="119910"/>
                  </a:lnTo>
                  <a:lnTo>
                    <a:pt x="289982" y="122299"/>
                  </a:lnTo>
                  <a:lnTo>
                    <a:pt x="288549" y="124210"/>
                  </a:lnTo>
                  <a:lnTo>
                    <a:pt x="287593" y="127554"/>
                  </a:lnTo>
                  <a:lnTo>
                    <a:pt x="286160" y="133764"/>
                  </a:lnTo>
                  <a:lnTo>
                    <a:pt x="286160" y="135675"/>
                  </a:lnTo>
                  <a:lnTo>
                    <a:pt x="287115" y="137586"/>
                  </a:lnTo>
                  <a:lnTo>
                    <a:pt x="294281" y="145230"/>
                  </a:lnTo>
                  <a:lnTo>
                    <a:pt x="298103" y="154307"/>
                  </a:lnTo>
                  <a:lnTo>
                    <a:pt x="300492" y="156217"/>
                  </a:lnTo>
                  <a:lnTo>
                    <a:pt x="305747" y="161473"/>
                  </a:lnTo>
                  <a:lnTo>
                    <a:pt x="311480" y="164817"/>
                  </a:lnTo>
                  <a:lnTo>
                    <a:pt x="313391" y="166250"/>
                  </a:lnTo>
                  <a:lnTo>
                    <a:pt x="315301" y="168161"/>
                  </a:lnTo>
                  <a:lnTo>
                    <a:pt x="315779" y="168161"/>
                  </a:lnTo>
                  <a:lnTo>
                    <a:pt x="316735" y="168161"/>
                  </a:lnTo>
                  <a:lnTo>
                    <a:pt x="317212" y="167205"/>
                  </a:lnTo>
                  <a:lnTo>
                    <a:pt x="317212" y="166728"/>
                  </a:lnTo>
                  <a:lnTo>
                    <a:pt x="315779" y="162428"/>
                  </a:lnTo>
                  <a:lnTo>
                    <a:pt x="315301" y="160517"/>
                  </a:lnTo>
                  <a:lnTo>
                    <a:pt x="316257" y="160517"/>
                  </a:lnTo>
                  <a:lnTo>
                    <a:pt x="321990" y="167683"/>
                  </a:lnTo>
                  <a:lnTo>
                    <a:pt x="325334" y="170549"/>
                  </a:lnTo>
                  <a:lnTo>
                    <a:pt x="329633" y="173416"/>
                  </a:lnTo>
                  <a:lnTo>
                    <a:pt x="337277" y="180582"/>
                  </a:lnTo>
                  <a:lnTo>
                    <a:pt x="338232" y="181059"/>
                  </a:lnTo>
                  <a:lnTo>
                    <a:pt x="342532" y="180582"/>
                  </a:lnTo>
                  <a:lnTo>
                    <a:pt x="343487" y="181059"/>
                  </a:lnTo>
                  <a:lnTo>
                    <a:pt x="343965" y="181537"/>
                  </a:lnTo>
                  <a:lnTo>
                    <a:pt x="344443" y="182493"/>
                  </a:lnTo>
                  <a:lnTo>
                    <a:pt x="344443" y="186314"/>
                  </a:lnTo>
                  <a:lnTo>
                    <a:pt x="345876" y="188703"/>
                  </a:lnTo>
                  <a:lnTo>
                    <a:pt x="352087" y="187748"/>
                  </a:lnTo>
                  <a:lnTo>
                    <a:pt x="353998" y="187748"/>
                  </a:lnTo>
                  <a:lnTo>
                    <a:pt x="354953" y="188703"/>
                  </a:lnTo>
                  <a:lnTo>
                    <a:pt x="355908" y="189659"/>
                  </a:lnTo>
                  <a:lnTo>
                    <a:pt x="357342" y="193958"/>
                  </a:lnTo>
                  <a:lnTo>
                    <a:pt x="358775" y="20255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3" name="Freeform 3042">
              <a:extLst>
                <a:ext uri="{FF2B5EF4-FFF2-40B4-BE49-F238E27FC236}">
                  <a16:creationId xmlns:a16="http://schemas.microsoft.com/office/drawing/2014/main" id="{6CC59669-6D7D-A943-1A2F-2145A93E276B}"/>
                </a:ext>
              </a:extLst>
            </p:cNvPr>
            <p:cNvSpPr/>
            <p:nvPr/>
          </p:nvSpPr>
          <p:spPr>
            <a:xfrm>
              <a:off x="3851626" y="2402143"/>
              <a:ext cx="29141" cy="18153"/>
            </a:xfrm>
            <a:custGeom>
              <a:avLst/>
              <a:gdLst>
                <a:gd name="csX0" fmla="*/ 28664 w 29141"/>
                <a:gd name="csY0" fmla="*/ 11943 h 18153"/>
                <a:gd name="csX1" fmla="*/ 29141 w 29141"/>
                <a:gd name="csY1" fmla="*/ 13854 h 18153"/>
                <a:gd name="csX2" fmla="*/ 21498 w 29141"/>
                <a:gd name="csY2" fmla="*/ 14810 h 18153"/>
                <a:gd name="csX3" fmla="*/ 17676 w 29141"/>
                <a:gd name="csY3" fmla="*/ 15287 h 18153"/>
                <a:gd name="csX4" fmla="*/ 15287 w 29141"/>
                <a:gd name="csY4" fmla="*/ 17198 h 18153"/>
                <a:gd name="csX5" fmla="*/ 12899 w 29141"/>
                <a:gd name="csY5" fmla="*/ 18154 h 18153"/>
                <a:gd name="csX6" fmla="*/ 7644 w 29141"/>
                <a:gd name="csY6" fmla="*/ 17676 h 18153"/>
                <a:gd name="csX7" fmla="*/ 1911 w 29141"/>
                <a:gd name="csY7" fmla="*/ 14810 h 18153"/>
                <a:gd name="csX8" fmla="*/ 0 w 29141"/>
                <a:gd name="csY8" fmla="*/ 10988 h 18153"/>
                <a:gd name="csX9" fmla="*/ 0 w 29141"/>
                <a:gd name="csY9" fmla="*/ 5255 h 18153"/>
                <a:gd name="csX10" fmla="*/ 0 w 29141"/>
                <a:gd name="csY10" fmla="*/ 1911 h 18153"/>
                <a:gd name="csX11" fmla="*/ 478 w 29141"/>
                <a:gd name="csY11" fmla="*/ 1433 h 18153"/>
                <a:gd name="csX12" fmla="*/ 4300 w 29141"/>
                <a:gd name="csY12" fmla="*/ 955 h 18153"/>
                <a:gd name="csX13" fmla="*/ 10988 w 29141"/>
                <a:gd name="csY13" fmla="*/ 0 h 18153"/>
                <a:gd name="csX14" fmla="*/ 16721 w 29141"/>
                <a:gd name="csY14" fmla="*/ 478 h 18153"/>
                <a:gd name="csX15" fmla="*/ 22931 w 29141"/>
                <a:gd name="csY15" fmla="*/ 3822 h 18153"/>
                <a:gd name="csX16" fmla="*/ 25320 w 29141"/>
                <a:gd name="csY16" fmla="*/ 5733 h 18153"/>
                <a:gd name="csX17" fmla="*/ 26753 w 29141"/>
                <a:gd name="csY17" fmla="*/ 7166 h 18153"/>
                <a:gd name="csX18" fmla="*/ 28186 w 29141"/>
                <a:gd name="csY18" fmla="*/ 10510 h 18153"/>
                <a:gd name="csX19" fmla="*/ 28664 w 29141"/>
                <a:gd name="csY19" fmla="*/ 11943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9141" h="18153">
                  <a:moveTo>
                    <a:pt x="28664" y="11943"/>
                  </a:moveTo>
                  <a:lnTo>
                    <a:pt x="29141" y="13854"/>
                  </a:lnTo>
                  <a:lnTo>
                    <a:pt x="21498" y="14810"/>
                  </a:lnTo>
                  <a:lnTo>
                    <a:pt x="17676" y="15287"/>
                  </a:lnTo>
                  <a:lnTo>
                    <a:pt x="15287" y="17198"/>
                  </a:lnTo>
                  <a:lnTo>
                    <a:pt x="12899" y="18154"/>
                  </a:lnTo>
                  <a:lnTo>
                    <a:pt x="7644" y="17676"/>
                  </a:lnTo>
                  <a:lnTo>
                    <a:pt x="1911" y="14810"/>
                  </a:lnTo>
                  <a:lnTo>
                    <a:pt x="0" y="10988"/>
                  </a:lnTo>
                  <a:lnTo>
                    <a:pt x="0" y="5255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4300" y="955"/>
                  </a:lnTo>
                  <a:lnTo>
                    <a:pt x="10988" y="0"/>
                  </a:lnTo>
                  <a:lnTo>
                    <a:pt x="16721" y="478"/>
                  </a:lnTo>
                  <a:lnTo>
                    <a:pt x="22931" y="3822"/>
                  </a:lnTo>
                  <a:lnTo>
                    <a:pt x="25320" y="5733"/>
                  </a:lnTo>
                  <a:lnTo>
                    <a:pt x="26753" y="7166"/>
                  </a:lnTo>
                  <a:lnTo>
                    <a:pt x="28186" y="10510"/>
                  </a:lnTo>
                  <a:lnTo>
                    <a:pt x="28664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4" name="Freeform 3043">
              <a:extLst>
                <a:ext uri="{FF2B5EF4-FFF2-40B4-BE49-F238E27FC236}">
                  <a16:creationId xmlns:a16="http://schemas.microsoft.com/office/drawing/2014/main" id="{088E51CB-0A7A-1816-71CE-2F304B555E8A}"/>
                </a:ext>
              </a:extLst>
            </p:cNvPr>
            <p:cNvSpPr/>
            <p:nvPr/>
          </p:nvSpPr>
          <p:spPr>
            <a:xfrm>
              <a:off x="3873602" y="2954398"/>
              <a:ext cx="7165" cy="10032"/>
            </a:xfrm>
            <a:custGeom>
              <a:avLst/>
              <a:gdLst>
                <a:gd name="csX0" fmla="*/ 6688 w 7165"/>
                <a:gd name="csY0" fmla="*/ 4300 h 10032"/>
                <a:gd name="csX1" fmla="*/ 7166 w 7165"/>
                <a:gd name="csY1" fmla="*/ 6211 h 10032"/>
                <a:gd name="csX2" fmla="*/ 6211 w 7165"/>
                <a:gd name="csY2" fmla="*/ 6211 h 10032"/>
                <a:gd name="csX3" fmla="*/ 5255 w 7165"/>
                <a:gd name="csY3" fmla="*/ 7166 h 10032"/>
                <a:gd name="csX4" fmla="*/ 4777 w 7165"/>
                <a:gd name="csY4" fmla="*/ 8599 h 10032"/>
                <a:gd name="csX5" fmla="*/ 3822 w 7165"/>
                <a:gd name="csY5" fmla="*/ 9555 h 10032"/>
                <a:gd name="csX6" fmla="*/ 2389 w 7165"/>
                <a:gd name="csY6" fmla="*/ 10032 h 10032"/>
                <a:gd name="csX7" fmla="*/ 1911 w 7165"/>
                <a:gd name="csY7" fmla="*/ 10032 h 10032"/>
                <a:gd name="csX8" fmla="*/ 1911 w 7165"/>
                <a:gd name="csY8" fmla="*/ 8599 h 10032"/>
                <a:gd name="csX9" fmla="*/ 1911 w 7165"/>
                <a:gd name="csY9" fmla="*/ 7644 h 10032"/>
                <a:gd name="csX10" fmla="*/ 1433 w 7165"/>
                <a:gd name="csY10" fmla="*/ 7166 h 10032"/>
                <a:gd name="csX11" fmla="*/ 2866 w 7165"/>
                <a:gd name="csY11" fmla="*/ 6211 h 10032"/>
                <a:gd name="csX12" fmla="*/ 2866 w 7165"/>
                <a:gd name="csY12" fmla="*/ 5255 h 10032"/>
                <a:gd name="csX13" fmla="*/ 2389 w 7165"/>
                <a:gd name="csY13" fmla="*/ 4300 h 10032"/>
                <a:gd name="csX14" fmla="*/ 478 w 7165"/>
                <a:gd name="csY14" fmla="*/ 3344 h 10032"/>
                <a:gd name="csX15" fmla="*/ 0 w 7165"/>
                <a:gd name="csY15" fmla="*/ 1911 h 10032"/>
                <a:gd name="csX16" fmla="*/ 478 w 7165"/>
                <a:gd name="csY16" fmla="*/ 956 h 10032"/>
                <a:gd name="csX17" fmla="*/ 956 w 7165"/>
                <a:gd name="csY17" fmla="*/ 0 h 10032"/>
                <a:gd name="csX18" fmla="*/ 2389 w 7165"/>
                <a:gd name="csY18" fmla="*/ 478 h 10032"/>
                <a:gd name="csX19" fmla="*/ 5255 w 7165"/>
                <a:gd name="csY19" fmla="*/ 1911 h 10032"/>
                <a:gd name="csX20" fmla="*/ 6688 w 7165"/>
                <a:gd name="csY20" fmla="*/ 430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7165" h="10032">
                  <a:moveTo>
                    <a:pt x="6688" y="4300"/>
                  </a:moveTo>
                  <a:lnTo>
                    <a:pt x="7166" y="6211"/>
                  </a:lnTo>
                  <a:lnTo>
                    <a:pt x="6211" y="6211"/>
                  </a:lnTo>
                  <a:lnTo>
                    <a:pt x="5255" y="7166"/>
                  </a:lnTo>
                  <a:lnTo>
                    <a:pt x="4777" y="8599"/>
                  </a:lnTo>
                  <a:lnTo>
                    <a:pt x="3822" y="9555"/>
                  </a:lnTo>
                  <a:lnTo>
                    <a:pt x="2389" y="10032"/>
                  </a:lnTo>
                  <a:lnTo>
                    <a:pt x="1911" y="10032"/>
                  </a:lnTo>
                  <a:lnTo>
                    <a:pt x="1911" y="8599"/>
                  </a:lnTo>
                  <a:lnTo>
                    <a:pt x="1911" y="7644"/>
                  </a:lnTo>
                  <a:lnTo>
                    <a:pt x="1433" y="7166"/>
                  </a:lnTo>
                  <a:lnTo>
                    <a:pt x="2866" y="6211"/>
                  </a:lnTo>
                  <a:lnTo>
                    <a:pt x="2866" y="5255"/>
                  </a:lnTo>
                  <a:lnTo>
                    <a:pt x="2389" y="4300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2389" y="478"/>
                  </a:lnTo>
                  <a:lnTo>
                    <a:pt x="5255" y="1911"/>
                  </a:lnTo>
                  <a:lnTo>
                    <a:pt x="6688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5" name="Freeform 3044">
              <a:extLst>
                <a:ext uri="{FF2B5EF4-FFF2-40B4-BE49-F238E27FC236}">
                  <a16:creationId xmlns:a16="http://schemas.microsoft.com/office/drawing/2014/main" id="{7F434A13-48C3-E831-0BC0-A264B3B23432}"/>
                </a:ext>
              </a:extLst>
            </p:cNvPr>
            <p:cNvSpPr/>
            <p:nvPr/>
          </p:nvSpPr>
          <p:spPr>
            <a:xfrm>
              <a:off x="3854970" y="2993094"/>
              <a:ext cx="11465" cy="11943"/>
            </a:xfrm>
            <a:custGeom>
              <a:avLst/>
              <a:gdLst>
                <a:gd name="csX0" fmla="*/ 11465 w 11465"/>
                <a:gd name="csY0" fmla="*/ 3344 h 11943"/>
                <a:gd name="csX1" fmla="*/ 11465 w 11465"/>
                <a:gd name="csY1" fmla="*/ 4777 h 11943"/>
                <a:gd name="csX2" fmla="*/ 11465 w 11465"/>
                <a:gd name="csY2" fmla="*/ 8599 h 11943"/>
                <a:gd name="csX3" fmla="*/ 10032 w 11465"/>
                <a:gd name="csY3" fmla="*/ 9555 h 11943"/>
                <a:gd name="csX4" fmla="*/ 9077 w 11465"/>
                <a:gd name="csY4" fmla="*/ 11943 h 11943"/>
                <a:gd name="csX5" fmla="*/ 8121 w 11465"/>
                <a:gd name="csY5" fmla="*/ 11943 h 11943"/>
                <a:gd name="csX6" fmla="*/ 7166 w 11465"/>
                <a:gd name="csY6" fmla="*/ 10988 h 11943"/>
                <a:gd name="csX7" fmla="*/ 478 w 11465"/>
                <a:gd name="csY7" fmla="*/ 8121 h 11943"/>
                <a:gd name="csX8" fmla="*/ 0 w 11465"/>
                <a:gd name="csY8" fmla="*/ 7166 h 11943"/>
                <a:gd name="csX9" fmla="*/ 478 w 11465"/>
                <a:gd name="csY9" fmla="*/ 5733 h 11943"/>
                <a:gd name="csX10" fmla="*/ 2866 w 11465"/>
                <a:gd name="csY10" fmla="*/ 4300 h 11943"/>
                <a:gd name="csX11" fmla="*/ 4777 w 11465"/>
                <a:gd name="csY11" fmla="*/ 2389 h 11943"/>
                <a:gd name="csX12" fmla="*/ 5733 w 11465"/>
                <a:gd name="csY12" fmla="*/ 0 h 11943"/>
                <a:gd name="csX13" fmla="*/ 9555 w 11465"/>
                <a:gd name="csY13" fmla="*/ 1433 h 11943"/>
                <a:gd name="csX14" fmla="*/ 10988 w 11465"/>
                <a:gd name="csY14" fmla="*/ 2389 h 11943"/>
                <a:gd name="csX15" fmla="*/ 11465 w 11465"/>
                <a:gd name="csY15" fmla="*/ 3344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465" h="11943">
                  <a:moveTo>
                    <a:pt x="11465" y="3344"/>
                  </a:moveTo>
                  <a:lnTo>
                    <a:pt x="11465" y="4777"/>
                  </a:lnTo>
                  <a:lnTo>
                    <a:pt x="11465" y="8599"/>
                  </a:lnTo>
                  <a:lnTo>
                    <a:pt x="10032" y="9555"/>
                  </a:lnTo>
                  <a:lnTo>
                    <a:pt x="9077" y="11943"/>
                  </a:lnTo>
                  <a:lnTo>
                    <a:pt x="8121" y="11943"/>
                  </a:lnTo>
                  <a:lnTo>
                    <a:pt x="7166" y="10988"/>
                  </a:lnTo>
                  <a:lnTo>
                    <a:pt x="478" y="8121"/>
                  </a:lnTo>
                  <a:lnTo>
                    <a:pt x="0" y="7166"/>
                  </a:lnTo>
                  <a:lnTo>
                    <a:pt x="478" y="5733"/>
                  </a:lnTo>
                  <a:lnTo>
                    <a:pt x="2866" y="4300"/>
                  </a:lnTo>
                  <a:lnTo>
                    <a:pt x="4777" y="2389"/>
                  </a:lnTo>
                  <a:lnTo>
                    <a:pt x="5733" y="0"/>
                  </a:lnTo>
                  <a:lnTo>
                    <a:pt x="9555" y="1433"/>
                  </a:lnTo>
                  <a:lnTo>
                    <a:pt x="10988" y="2389"/>
                  </a:lnTo>
                  <a:lnTo>
                    <a:pt x="1146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6" name="Freeform 3045">
              <a:extLst>
                <a:ext uri="{FF2B5EF4-FFF2-40B4-BE49-F238E27FC236}">
                  <a16:creationId xmlns:a16="http://schemas.microsoft.com/office/drawing/2014/main" id="{A0E2916B-8AB8-041D-61FF-2D33CE01ABED}"/>
                </a:ext>
              </a:extLst>
            </p:cNvPr>
            <p:cNvSpPr/>
            <p:nvPr/>
          </p:nvSpPr>
          <p:spPr>
            <a:xfrm>
              <a:off x="3813408" y="2531608"/>
              <a:ext cx="47295" cy="41084"/>
            </a:xfrm>
            <a:custGeom>
              <a:avLst/>
              <a:gdLst>
                <a:gd name="csX0" fmla="*/ 47295 w 47295"/>
                <a:gd name="csY0" fmla="*/ 27231 h 41084"/>
                <a:gd name="csX1" fmla="*/ 47295 w 47295"/>
                <a:gd name="csY1" fmla="*/ 28186 h 41084"/>
                <a:gd name="csX2" fmla="*/ 46817 w 47295"/>
                <a:gd name="csY2" fmla="*/ 29141 h 41084"/>
                <a:gd name="csX3" fmla="*/ 41085 w 47295"/>
                <a:gd name="csY3" fmla="*/ 31530 h 41084"/>
                <a:gd name="csX4" fmla="*/ 39174 w 47295"/>
                <a:gd name="csY4" fmla="*/ 33441 h 41084"/>
                <a:gd name="csX5" fmla="*/ 37263 w 47295"/>
                <a:gd name="csY5" fmla="*/ 37741 h 41084"/>
                <a:gd name="csX6" fmla="*/ 35830 w 47295"/>
                <a:gd name="csY6" fmla="*/ 40129 h 41084"/>
                <a:gd name="csX7" fmla="*/ 28664 w 47295"/>
                <a:gd name="csY7" fmla="*/ 41085 h 41084"/>
                <a:gd name="csX8" fmla="*/ 21498 w 47295"/>
                <a:gd name="csY8" fmla="*/ 41085 h 41084"/>
                <a:gd name="csX9" fmla="*/ 22931 w 47295"/>
                <a:gd name="csY9" fmla="*/ 36785 h 41084"/>
                <a:gd name="csX10" fmla="*/ 26753 w 47295"/>
                <a:gd name="csY10" fmla="*/ 29619 h 41084"/>
                <a:gd name="csX11" fmla="*/ 23886 w 47295"/>
                <a:gd name="csY11" fmla="*/ 26753 h 41084"/>
                <a:gd name="csX12" fmla="*/ 12421 w 47295"/>
                <a:gd name="csY12" fmla="*/ 31530 h 41084"/>
                <a:gd name="csX13" fmla="*/ 8121 w 47295"/>
                <a:gd name="csY13" fmla="*/ 28664 h 41084"/>
                <a:gd name="csX14" fmla="*/ 11943 w 47295"/>
                <a:gd name="csY14" fmla="*/ 21020 h 41084"/>
                <a:gd name="csX15" fmla="*/ 8121 w 47295"/>
                <a:gd name="csY15" fmla="*/ 20065 h 41084"/>
                <a:gd name="csX16" fmla="*/ 2866 w 47295"/>
                <a:gd name="csY16" fmla="*/ 20065 h 41084"/>
                <a:gd name="csX17" fmla="*/ 0 w 47295"/>
                <a:gd name="csY17" fmla="*/ 15287 h 41084"/>
                <a:gd name="csX18" fmla="*/ 955 w 47295"/>
                <a:gd name="csY18" fmla="*/ 10032 h 41084"/>
                <a:gd name="csX19" fmla="*/ 7644 w 47295"/>
                <a:gd name="csY19" fmla="*/ 6688 h 41084"/>
                <a:gd name="csX20" fmla="*/ 16243 w 47295"/>
                <a:gd name="csY20" fmla="*/ 3822 h 41084"/>
                <a:gd name="csX21" fmla="*/ 25797 w 47295"/>
                <a:gd name="csY21" fmla="*/ 0 h 41084"/>
                <a:gd name="csX22" fmla="*/ 32963 w 47295"/>
                <a:gd name="csY22" fmla="*/ 478 h 41084"/>
                <a:gd name="csX23" fmla="*/ 35830 w 47295"/>
                <a:gd name="csY23" fmla="*/ 2389 h 41084"/>
                <a:gd name="csX24" fmla="*/ 36785 w 47295"/>
                <a:gd name="csY24" fmla="*/ 8599 h 41084"/>
                <a:gd name="csX25" fmla="*/ 37741 w 47295"/>
                <a:gd name="csY25" fmla="*/ 16720 h 41084"/>
                <a:gd name="csX26" fmla="*/ 39174 w 47295"/>
                <a:gd name="csY26" fmla="*/ 17198 h 41084"/>
                <a:gd name="csX27" fmla="*/ 42996 w 47295"/>
                <a:gd name="csY27" fmla="*/ 22453 h 41084"/>
                <a:gd name="csX28" fmla="*/ 47295 w 47295"/>
                <a:gd name="csY28" fmla="*/ 27231 h 41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7295" h="41084">
                  <a:moveTo>
                    <a:pt x="47295" y="27231"/>
                  </a:moveTo>
                  <a:lnTo>
                    <a:pt x="47295" y="28186"/>
                  </a:lnTo>
                  <a:lnTo>
                    <a:pt x="46817" y="29141"/>
                  </a:lnTo>
                  <a:lnTo>
                    <a:pt x="41085" y="31530"/>
                  </a:lnTo>
                  <a:lnTo>
                    <a:pt x="39174" y="33441"/>
                  </a:lnTo>
                  <a:lnTo>
                    <a:pt x="37263" y="37741"/>
                  </a:lnTo>
                  <a:lnTo>
                    <a:pt x="35830" y="40129"/>
                  </a:lnTo>
                  <a:lnTo>
                    <a:pt x="28664" y="41085"/>
                  </a:lnTo>
                  <a:lnTo>
                    <a:pt x="21498" y="41085"/>
                  </a:lnTo>
                  <a:lnTo>
                    <a:pt x="22931" y="36785"/>
                  </a:lnTo>
                  <a:lnTo>
                    <a:pt x="26753" y="29619"/>
                  </a:lnTo>
                  <a:lnTo>
                    <a:pt x="23886" y="26753"/>
                  </a:lnTo>
                  <a:lnTo>
                    <a:pt x="12421" y="31530"/>
                  </a:lnTo>
                  <a:lnTo>
                    <a:pt x="8121" y="28664"/>
                  </a:lnTo>
                  <a:lnTo>
                    <a:pt x="11943" y="21020"/>
                  </a:lnTo>
                  <a:lnTo>
                    <a:pt x="8121" y="20065"/>
                  </a:lnTo>
                  <a:lnTo>
                    <a:pt x="2866" y="20065"/>
                  </a:lnTo>
                  <a:lnTo>
                    <a:pt x="0" y="15287"/>
                  </a:lnTo>
                  <a:lnTo>
                    <a:pt x="955" y="10032"/>
                  </a:lnTo>
                  <a:lnTo>
                    <a:pt x="7644" y="6688"/>
                  </a:lnTo>
                  <a:lnTo>
                    <a:pt x="16243" y="3822"/>
                  </a:lnTo>
                  <a:lnTo>
                    <a:pt x="25797" y="0"/>
                  </a:lnTo>
                  <a:lnTo>
                    <a:pt x="32963" y="478"/>
                  </a:lnTo>
                  <a:lnTo>
                    <a:pt x="35830" y="2389"/>
                  </a:lnTo>
                  <a:lnTo>
                    <a:pt x="36785" y="8599"/>
                  </a:lnTo>
                  <a:lnTo>
                    <a:pt x="37741" y="16720"/>
                  </a:lnTo>
                  <a:lnTo>
                    <a:pt x="39174" y="17198"/>
                  </a:lnTo>
                  <a:lnTo>
                    <a:pt x="42996" y="22453"/>
                  </a:lnTo>
                  <a:lnTo>
                    <a:pt x="47295" y="2723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7" name="Freeform 3046">
              <a:extLst>
                <a:ext uri="{FF2B5EF4-FFF2-40B4-BE49-F238E27FC236}">
                  <a16:creationId xmlns:a16="http://schemas.microsoft.com/office/drawing/2014/main" id="{4A20A809-A102-BB0D-7B16-2CF282707838}"/>
                </a:ext>
              </a:extLst>
            </p:cNvPr>
            <p:cNvSpPr/>
            <p:nvPr/>
          </p:nvSpPr>
          <p:spPr>
            <a:xfrm>
              <a:off x="3853059" y="4168309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478 w 955"/>
                <a:gd name="csY1" fmla="*/ 1433 h 1433"/>
                <a:gd name="csX2" fmla="*/ 0 w 955"/>
                <a:gd name="csY2" fmla="*/ 1433 h 1433"/>
                <a:gd name="csX3" fmla="*/ 956 w 955"/>
                <a:gd name="csY3" fmla="*/ 0 h 1433"/>
                <a:gd name="csX4" fmla="*/ 956 w 955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478" y="1433"/>
                  </a:lnTo>
                  <a:lnTo>
                    <a:pt x="0" y="1433"/>
                  </a:lnTo>
                  <a:lnTo>
                    <a:pt x="956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8" name="Freeform 3047">
              <a:extLst>
                <a:ext uri="{FF2B5EF4-FFF2-40B4-BE49-F238E27FC236}">
                  <a16:creationId xmlns:a16="http://schemas.microsoft.com/office/drawing/2014/main" id="{8877565C-6D14-36FE-7A1F-35D1F36E14A8}"/>
                </a:ext>
              </a:extLst>
            </p:cNvPr>
            <p:cNvSpPr/>
            <p:nvPr/>
          </p:nvSpPr>
          <p:spPr>
            <a:xfrm>
              <a:off x="3843027" y="4170698"/>
              <a:ext cx="5732" cy="10987"/>
            </a:xfrm>
            <a:custGeom>
              <a:avLst/>
              <a:gdLst>
                <a:gd name="csX0" fmla="*/ 5733 w 5732"/>
                <a:gd name="csY0" fmla="*/ 0 h 10987"/>
                <a:gd name="csX1" fmla="*/ 3344 w 5732"/>
                <a:gd name="csY1" fmla="*/ 2389 h 10987"/>
                <a:gd name="csX2" fmla="*/ 1433 w 5732"/>
                <a:gd name="csY2" fmla="*/ 6210 h 10987"/>
                <a:gd name="csX3" fmla="*/ 478 w 5732"/>
                <a:gd name="csY3" fmla="*/ 9077 h 10987"/>
                <a:gd name="csX4" fmla="*/ 956 w 5732"/>
                <a:gd name="csY4" fmla="*/ 10032 h 10987"/>
                <a:gd name="csX5" fmla="*/ 478 w 5732"/>
                <a:gd name="csY5" fmla="*/ 10988 h 10987"/>
                <a:gd name="csX6" fmla="*/ 0 w 5732"/>
                <a:gd name="csY6" fmla="*/ 10988 h 10987"/>
                <a:gd name="csX7" fmla="*/ 956 w 5732"/>
                <a:gd name="csY7" fmla="*/ 10032 h 10987"/>
                <a:gd name="csX8" fmla="*/ 478 w 5732"/>
                <a:gd name="csY8" fmla="*/ 9077 h 10987"/>
                <a:gd name="csX9" fmla="*/ 1433 w 5732"/>
                <a:gd name="csY9" fmla="*/ 6210 h 10987"/>
                <a:gd name="csX10" fmla="*/ 3344 w 5732"/>
                <a:gd name="csY10" fmla="*/ 2389 h 10987"/>
                <a:gd name="csX11" fmla="*/ 5733 w 5732"/>
                <a:gd name="csY11" fmla="*/ 0 h 10987"/>
                <a:gd name="csX12" fmla="*/ 5733 w 5732"/>
                <a:gd name="csY12" fmla="*/ 0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732" h="10987">
                  <a:moveTo>
                    <a:pt x="5733" y="0"/>
                  </a:moveTo>
                  <a:lnTo>
                    <a:pt x="3344" y="2389"/>
                  </a:lnTo>
                  <a:lnTo>
                    <a:pt x="1433" y="6210"/>
                  </a:lnTo>
                  <a:lnTo>
                    <a:pt x="478" y="9077"/>
                  </a:lnTo>
                  <a:lnTo>
                    <a:pt x="956" y="10032"/>
                  </a:lnTo>
                  <a:lnTo>
                    <a:pt x="478" y="10988"/>
                  </a:lnTo>
                  <a:lnTo>
                    <a:pt x="0" y="10988"/>
                  </a:lnTo>
                  <a:lnTo>
                    <a:pt x="956" y="10032"/>
                  </a:lnTo>
                  <a:lnTo>
                    <a:pt x="478" y="9077"/>
                  </a:lnTo>
                  <a:lnTo>
                    <a:pt x="1433" y="6210"/>
                  </a:lnTo>
                  <a:lnTo>
                    <a:pt x="3344" y="2389"/>
                  </a:lnTo>
                  <a:lnTo>
                    <a:pt x="5733" y="0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9" name="Freeform 3048">
              <a:extLst>
                <a:ext uri="{FF2B5EF4-FFF2-40B4-BE49-F238E27FC236}">
                  <a16:creationId xmlns:a16="http://schemas.microsoft.com/office/drawing/2014/main" id="{664E41D0-3555-A288-0763-CCCB378F6E80}"/>
                </a:ext>
              </a:extLst>
            </p:cNvPr>
            <p:cNvSpPr/>
            <p:nvPr/>
          </p:nvSpPr>
          <p:spPr>
            <a:xfrm>
              <a:off x="3835861" y="2369180"/>
              <a:ext cx="9554" cy="12898"/>
            </a:xfrm>
            <a:custGeom>
              <a:avLst/>
              <a:gdLst>
                <a:gd name="csX0" fmla="*/ 8599 w 9554"/>
                <a:gd name="csY0" fmla="*/ 1911 h 12898"/>
                <a:gd name="csX1" fmla="*/ 9555 w 9554"/>
                <a:gd name="csY1" fmla="*/ 4777 h 12898"/>
                <a:gd name="csX2" fmla="*/ 5255 w 9554"/>
                <a:gd name="csY2" fmla="*/ 10988 h 12898"/>
                <a:gd name="csX3" fmla="*/ 2866 w 9554"/>
                <a:gd name="csY3" fmla="*/ 12899 h 12898"/>
                <a:gd name="csX4" fmla="*/ 478 w 9554"/>
                <a:gd name="csY4" fmla="*/ 11943 h 12898"/>
                <a:gd name="csX5" fmla="*/ 0 w 9554"/>
                <a:gd name="csY5" fmla="*/ 10988 h 12898"/>
                <a:gd name="csX6" fmla="*/ 0 w 9554"/>
                <a:gd name="csY6" fmla="*/ 9555 h 12898"/>
                <a:gd name="csX7" fmla="*/ 0 w 9554"/>
                <a:gd name="csY7" fmla="*/ 8121 h 12898"/>
                <a:gd name="csX8" fmla="*/ 2866 w 9554"/>
                <a:gd name="csY8" fmla="*/ 2389 h 12898"/>
                <a:gd name="csX9" fmla="*/ 5733 w 9554"/>
                <a:gd name="csY9" fmla="*/ 478 h 12898"/>
                <a:gd name="csX10" fmla="*/ 7644 w 9554"/>
                <a:gd name="csY10" fmla="*/ 0 h 12898"/>
                <a:gd name="csX11" fmla="*/ 8599 w 9554"/>
                <a:gd name="csY11" fmla="*/ 1911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554" h="12898">
                  <a:moveTo>
                    <a:pt x="8599" y="1911"/>
                  </a:moveTo>
                  <a:lnTo>
                    <a:pt x="9555" y="4777"/>
                  </a:lnTo>
                  <a:lnTo>
                    <a:pt x="5255" y="10988"/>
                  </a:lnTo>
                  <a:lnTo>
                    <a:pt x="2866" y="12899"/>
                  </a:lnTo>
                  <a:lnTo>
                    <a:pt x="478" y="11943"/>
                  </a:lnTo>
                  <a:lnTo>
                    <a:pt x="0" y="10988"/>
                  </a:lnTo>
                  <a:lnTo>
                    <a:pt x="0" y="9555"/>
                  </a:lnTo>
                  <a:lnTo>
                    <a:pt x="0" y="8121"/>
                  </a:lnTo>
                  <a:lnTo>
                    <a:pt x="2866" y="2389"/>
                  </a:lnTo>
                  <a:lnTo>
                    <a:pt x="5733" y="478"/>
                  </a:lnTo>
                  <a:lnTo>
                    <a:pt x="7644" y="0"/>
                  </a:lnTo>
                  <a:lnTo>
                    <a:pt x="859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0" name="Freeform 3049">
              <a:extLst>
                <a:ext uri="{FF2B5EF4-FFF2-40B4-BE49-F238E27FC236}">
                  <a16:creationId xmlns:a16="http://schemas.microsoft.com/office/drawing/2014/main" id="{3FA92813-4E9F-C613-A9E4-0CC3793C8F22}"/>
                </a:ext>
              </a:extLst>
            </p:cNvPr>
            <p:cNvSpPr/>
            <p:nvPr/>
          </p:nvSpPr>
          <p:spPr>
            <a:xfrm>
              <a:off x="3839205" y="4183596"/>
              <a:ext cx="1433" cy="1911"/>
            </a:xfrm>
            <a:custGeom>
              <a:avLst/>
              <a:gdLst>
                <a:gd name="csX0" fmla="*/ 1433 w 1433"/>
                <a:gd name="csY0" fmla="*/ 0 h 1911"/>
                <a:gd name="csX1" fmla="*/ 0 w 1433"/>
                <a:gd name="csY1" fmla="*/ 1911 h 1911"/>
                <a:gd name="csX2" fmla="*/ 1433 w 1433"/>
                <a:gd name="csY2" fmla="*/ 0 h 1911"/>
                <a:gd name="csX3" fmla="*/ 1433 w 1433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911">
                  <a:moveTo>
                    <a:pt x="1433" y="0"/>
                  </a:moveTo>
                  <a:lnTo>
                    <a:pt x="0" y="1911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1" name="Freeform 3050">
              <a:extLst>
                <a:ext uri="{FF2B5EF4-FFF2-40B4-BE49-F238E27FC236}">
                  <a16:creationId xmlns:a16="http://schemas.microsoft.com/office/drawing/2014/main" id="{6621424B-E8DB-30CC-04AF-DCA7C42F65F6}"/>
                </a:ext>
              </a:extLst>
            </p:cNvPr>
            <p:cNvSpPr/>
            <p:nvPr/>
          </p:nvSpPr>
          <p:spPr>
            <a:xfrm>
              <a:off x="3809108" y="2503899"/>
              <a:ext cx="31530" cy="26752"/>
            </a:xfrm>
            <a:custGeom>
              <a:avLst/>
              <a:gdLst>
                <a:gd name="csX0" fmla="*/ 31052 w 31530"/>
                <a:gd name="csY0" fmla="*/ 17198 h 26752"/>
                <a:gd name="csX1" fmla="*/ 31530 w 31530"/>
                <a:gd name="csY1" fmla="*/ 18631 h 26752"/>
                <a:gd name="csX2" fmla="*/ 30575 w 31530"/>
                <a:gd name="csY2" fmla="*/ 20542 h 26752"/>
                <a:gd name="csX3" fmla="*/ 28186 w 31530"/>
                <a:gd name="csY3" fmla="*/ 22931 h 26752"/>
                <a:gd name="csX4" fmla="*/ 25798 w 31530"/>
                <a:gd name="csY4" fmla="*/ 24842 h 26752"/>
                <a:gd name="csX5" fmla="*/ 22453 w 31530"/>
                <a:gd name="csY5" fmla="*/ 26275 h 26752"/>
                <a:gd name="csX6" fmla="*/ 6688 w 31530"/>
                <a:gd name="csY6" fmla="*/ 26753 h 26752"/>
                <a:gd name="csX7" fmla="*/ 5255 w 31530"/>
                <a:gd name="csY7" fmla="*/ 25797 h 26752"/>
                <a:gd name="csX8" fmla="*/ 4300 w 31530"/>
                <a:gd name="csY8" fmla="*/ 23409 h 26752"/>
                <a:gd name="csX9" fmla="*/ 1911 w 31530"/>
                <a:gd name="csY9" fmla="*/ 14810 h 26752"/>
                <a:gd name="csX10" fmla="*/ 956 w 31530"/>
                <a:gd name="csY10" fmla="*/ 10032 h 26752"/>
                <a:gd name="csX11" fmla="*/ 0 w 31530"/>
                <a:gd name="csY11" fmla="*/ 6688 h 26752"/>
                <a:gd name="csX12" fmla="*/ 478 w 31530"/>
                <a:gd name="csY12" fmla="*/ 4777 h 26752"/>
                <a:gd name="csX13" fmla="*/ 2389 w 31530"/>
                <a:gd name="csY13" fmla="*/ 2866 h 26752"/>
                <a:gd name="csX14" fmla="*/ 8121 w 31530"/>
                <a:gd name="csY14" fmla="*/ 0 h 26752"/>
                <a:gd name="csX15" fmla="*/ 10988 w 31530"/>
                <a:gd name="csY15" fmla="*/ 0 h 26752"/>
                <a:gd name="csX16" fmla="*/ 12421 w 31530"/>
                <a:gd name="csY16" fmla="*/ 955 h 26752"/>
                <a:gd name="csX17" fmla="*/ 12899 w 31530"/>
                <a:gd name="csY17" fmla="*/ 2389 h 26752"/>
                <a:gd name="csX18" fmla="*/ 12899 w 31530"/>
                <a:gd name="csY18" fmla="*/ 4300 h 26752"/>
                <a:gd name="csX19" fmla="*/ 11943 w 31530"/>
                <a:gd name="csY19" fmla="*/ 6688 h 26752"/>
                <a:gd name="csX20" fmla="*/ 12899 w 31530"/>
                <a:gd name="csY20" fmla="*/ 7166 h 26752"/>
                <a:gd name="csX21" fmla="*/ 15765 w 31530"/>
                <a:gd name="csY21" fmla="*/ 5733 h 26752"/>
                <a:gd name="csX22" fmla="*/ 17676 w 31530"/>
                <a:gd name="csY22" fmla="*/ 5255 h 26752"/>
                <a:gd name="csX23" fmla="*/ 20065 w 31530"/>
                <a:gd name="csY23" fmla="*/ 8121 h 26752"/>
                <a:gd name="csX24" fmla="*/ 20542 w 31530"/>
                <a:gd name="csY24" fmla="*/ 10032 h 26752"/>
                <a:gd name="csX25" fmla="*/ 28186 w 31530"/>
                <a:gd name="csY25" fmla="*/ 14810 h 26752"/>
                <a:gd name="csX26" fmla="*/ 31052 w 31530"/>
                <a:gd name="csY26" fmla="*/ 17198 h 26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1530" h="26752">
                  <a:moveTo>
                    <a:pt x="31052" y="17198"/>
                  </a:moveTo>
                  <a:lnTo>
                    <a:pt x="31530" y="18631"/>
                  </a:lnTo>
                  <a:lnTo>
                    <a:pt x="30575" y="20542"/>
                  </a:lnTo>
                  <a:lnTo>
                    <a:pt x="28186" y="22931"/>
                  </a:lnTo>
                  <a:lnTo>
                    <a:pt x="25798" y="24842"/>
                  </a:lnTo>
                  <a:lnTo>
                    <a:pt x="22453" y="26275"/>
                  </a:lnTo>
                  <a:lnTo>
                    <a:pt x="6688" y="26753"/>
                  </a:lnTo>
                  <a:lnTo>
                    <a:pt x="5255" y="25797"/>
                  </a:lnTo>
                  <a:lnTo>
                    <a:pt x="4300" y="23409"/>
                  </a:lnTo>
                  <a:lnTo>
                    <a:pt x="1911" y="14810"/>
                  </a:lnTo>
                  <a:lnTo>
                    <a:pt x="956" y="10032"/>
                  </a:lnTo>
                  <a:lnTo>
                    <a:pt x="0" y="6688"/>
                  </a:lnTo>
                  <a:lnTo>
                    <a:pt x="478" y="4777"/>
                  </a:lnTo>
                  <a:lnTo>
                    <a:pt x="2389" y="2866"/>
                  </a:lnTo>
                  <a:lnTo>
                    <a:pt x="8121" y="0"/>
                  </a:lnTo>
                  <a:lnTo>
                    <a:pt x="10988" y="0"/>
                  </a:lnTo>
                  <a:lnTo>
                    <a:pt x="12421" y="955"/>
                  </a:lnTo>
                  <a:lnTo>
                    <a:pt x="12899" y="2389"/>
                  </a:lnTo>
                  <a:lnTo>
                    <a:pt x="12899" y="4300"/>
                  </a:lnTo>
                  <a:lnTo>
                    <a:pt x="11943" y="6688"/>
                  </a:lnTo>
                  <a:lnTo>
                    <a:pt x="12899" y="7166"/>
                  </a:lnTo>
                  <a:lnTo>
                    <a:pt x="15765" y="5733"/>
                  </a:lnTo>
                  <a:lnTo>
                    <a:pt x="17676" y="5255"/>
                  </a:lnTo>
                  <a:lnTo>
                    <a:pt x="20065" y="8121"/>
                  </a:lnTo>
                  <a:lnTo>
                    <a:pt x="20542" y="10032"/>
                  </a:lnTo>
                  <a:lnTo>
                    <a:pt x="28186" y="14810"/>
                  </a:lnTo>
                  <a:lnTo>
                    <a:pt x="31052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2" name="Freeform 3051">
              <a:extLst>
                <a:ext uri="{FF2B5EF4-FFF2-40B4-BE49-F238E27FC236}">
                  <a16:creationId xmlns:a16="http://schemas.microsoft.com/office/drawing/2014/main" id="{ACC6B3B7-4C24-80E4-BD82-1B9AD53601E8}"/>
                </a:ext>
              </a:extLst>
            </p:cNvPr>
            <p:cNvSpPr/>
            <p:nvPr/>
          </p:nvSpPr>
          <p:spPr>
            <a:xfrm>
              <a:off x="3837772" y="4185507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0 w 1433"/>
                <a:gd name="csY1" fmla="*/ 956 h 955"/>
                <a:gd name="csX2" fmla="*/ 0 w 1433"/>
                <a:gd name="csY2" fmla="*/ 956 h 955"/>
                <a:gd name="csX3" fmla="*/ 1433 w 14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3" name="Freeform 3052">
              <a:extLst>
                <a:ext uri="{FF2B5EF4-FFF2-40B4-BE49-F238E27FC236}">
                  <a16:creationId xmlns:a16="http://schemas.microsoft.com/office/drawing/2014/main" id="{7A8F1760-9CAA-9E4F-3B92-7AC34C68809F}"/>
                </a:ext>
              </a:extLst>
            </p:cNvPr>
            <p:cNvSpPr/>
            <p:nvPr/>
          </p:nvSpPr>
          <p:spPr>
            <a:xfrm>
              <a:off x="3803853" y="2597534"/>
              <a:ext cx="24364" cy="28186"/>
            </a:xfrm>
            <a:custGeom>
              <a:avLst/>
              <a:gdLst>
                <a:gd name="csX0" fmla="*/ 24364 w 24364"/>
                <a:gd name="csY0" fmla="*/ 17198 h 28186"/>
                <a:gd name="csX1" fmla="*/ 24364 w 24364"/>
                <a:gd name="csY1" fmla="*/ 19109 h 28186"/>
                <a:gd name="csX2" fmla="*/ 23886 w 24364"/>
                <a:gd name="csY2" fmla="*/ 20542 h 28186"/>
                <a:gd name="csX3" fmla="*/ 23409 w 24364"/>
                <a:gd name="csY3" fmla="*/ 22453 h 28186"/>
                <a:gd name="csX4" fmla="*/ 21020 w 24364"/>
                <a:gd name="csY4" fmla="*/ 24842 h 28186"/>
                <a:gd name="csX5" fmla="*/ 15287 w 24364"/>
                <a:gd name="csY5" fmla="*/ 27708 h 28186"/>
                <a:gd name="csX6" fmla="*/ 11465 w 24364"/>
                <a:gd name="csY6" fmla="*/ 28186 h 28186"/>
                <a:gd name="csX7" fmla="*/ 4777 w 24364"/>
                <a:gd name="csY7" fmla="*/ 26275 h 28186"/>
                <a:gd name="csX8" fmla="*/ 955 w 24364"/>
                <a:gd name="csY8" fmla="*/ 21976 h 28186"/>
                <a:gd name="csX9" fmla="*/ 0 w 24364"/>
                <a:gd name="csY9" fmla="*/ 20065 h 28186"/>
                <a:gd name="csX10" fmla="*/ 0 w 24364"/>
                <a:gd name="csY10" fmla="*/ 19109 h 28186"/>
                <a:gd name="csX11" fmla="*/ 478 w 24364"/>
                <a:gd name="csY11" fmla="*/ 18154 h 28186"/>
                <a:gd name="csX12" fmla="*/ 1433 w 24364"/>
                <a:gd name="csY12" fmla="*/ 15287 h 28186"/>
                <a:gd name="csX13" fmla="*/ 3822 w 24364"/>
                <a:gd name="csY13" fmla="*/ 7644 h 28186"/>
                <a:gd name="csX14" fmla="*/ 4777 w 24364"/>
                <a:gd name="csY14" fmla="*/ 5733 h 28186"/>
                <a:gd name="csX15" fmla="*/ 8121 w 24364"/>
                <a:gd name="csY15" fmla="*/ 955 h 28186"/>
                <a:gd name="csX16" fmla="*/ 10510 w 24364"/>
                <a:gd name="csY16" fmla="*/ 0 h 28186"/>
                <a:gd name="csX17" fmla="*/ 15765 w 24364"/>
                <a:gd name="csY17" fmla="*/ 0 h 28186"/>
                <a:gd name="csX18" fmla="*/ 19109 w 24364"/>
                <a:gd name="csY18" fmla="*/ 2389 h 28186"/>
                <a:gd name="csX19" fmla="*/ 20542 w 24364"/>
                <a:gd name="csY19" fmla="*/ 3822 h 28186"/>
                <a:gd name="csX20" fmla="*/ 21498 w 24364"/>
                <a:gd name="csY20" fmla="*/ 5733 h 28186"/>
                <a:gd name="csX21" fmla="*/ 22453 w 24364"/>
                <a:gd name="csY21" fmla="*/ 10032 h 28186"/>
                <a:gd name="csX22" fmla="*/ 22453 w 24364"/>
                <a:gd name="csY22" fmla="*/ 12421 h 28186"/>
                <a:gd name="csX23" fmla="*/ 23886 w 24364"/>
                <a:gd name="csY23" fmla="*/ 15287 h 28186"/>
                <a:gd name="csX24" fmla="*/ 24364 w 24364"/>
                <a:gd name="csY24" fmla="*/ 17198 h 28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24364" h="28186">
                  <a:moveTo>
                    <a:pt x="24364" y="17198"/>
                  </a:moveTo>
                  <a:lnTo>
                    <a:pt x="24364" y="19109"/>
                  </a:lnTo>
                  <a:lnTo>
                    <a:pt x="23886" y="20542"/>
                  </a:lnTo>
                  <a:lnTo>
                    <a:pt x="23409" y="22453"/>
                  </a:lnTo>
                  <a:lnTo>
                    <a:pt x="21020" y="24842"/>
                  </a:lnTo>
                  <a:lnTo>
                    <a:pt x="15287" y="27708"/>
                  </a:lnTo>
                  <a:lnTo>
                    <a:pt x="11465" y="28186"/>
                  </a:lnTo>
                  <a:lnTo>
                    <a:pt x="4777" y="26275"/>
                  </a:lnTo>
                  <a:lnTo>
                    <a:pt x="955" y="21976"/>
                  </a:lnTo>
                  <a:lnTo>
                    <a:pt x="0" y="20065"/>
                  </a:lnTo>
                  <a:lnTo>
                    <a:pt x="0" y="19109"/>
                  </a:lnTo>
                  <a:lnTo>
                    <a:pt x="478" y="18154"/>
                  </a:lnTo>
                  <a:lnTo>
                    <a:pt x="1433" y="15287"/>
                  </a:lnTo>
                  <a:lnTo>
                    <a:pt x="3822" y="7644"/>
                  </a:lnTo>
                  <a:lnTo>
                    <a:pt x="4777" y="5733"/>
                  </a:lnTo>
                  <a:lnTo>
                    <a:pt x="8121" y="955"/>
                  </a:lnTo>
                  <a:lnTo>
                    <a:pt x="10510" y="0"/>
                  </a:lnTo>
                  <a:lnTo>
                    <a:pt x="15765" y="0"/>
                  </a:lnTo>
                  <a:lnTo>
                    <a:pt x="19109" y="2389"/>
                  </a:lnTo>
                  <a:lnTo>
                    <a:pt x="20542" y="3822"/>
                  </a:lnTo>
                  <a:lnTo>
                    <a:pt x="21498" y="5733"/>
                  </a:lnTo>
                  <a:lnTo>
                    <a:pt x="22453" y="10032"/>
                  </a:lnTo>
                  <a:lnTo>
                    <a:pt x="22453" y="12421"/>
                  </a:lnTo>
                  <a:lnTo>
                    <a:pt x="23886" y="15287"/>
                  </a:lnTo>
                  <a:lnTo>
                    <a:pt x="24364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4" name="Freeform 3053">
              <a:extLst>
                <a:ext uri="{FF2B5EF4-FFF2-40B4-BE49-F238E27FC236}">
                  <a16:creationId xmlns:a16="http://schemas.microsoft.com/office/drawing/2014/main" id="{A1D64764-6D57-F2B4-3294-FE143003FD94}"/>
                </a:ext>
              </a:extLst>
            </p:cNvPr>
            <p:cNvSpPr/>
            <p:nvPr/>
          </p:nvSpPr>
          <p:spPr>
            <a:xfrm>
              <a:off x="3800509" y="3005038"/>
              <a:ext cx="11943" cy="9076"/>
            </a:xfrm>
            <a:custGeom>
              <a:avLst/>
              <a:gdLst>
                <a:gd name="csX0" fmla="*/ 11943 w 11943"/>
                <a:gd name="csY0" fmla="*/ 5733 h 9076"/>
                <a:gd name="csX1" fmla="*/ 11943 w 11943"/>
                <a:gd name="csY1" fmla="*/ 6688 h 9076"/>
                <a:gd name="csX2" fmla="*/ 11943 w 11943"/>
                <a:gd name="csY2" fmla="*/ 7644 h 9076"/>
                <a:gd name="csX3" fmla="*/ 10032 w 11943"/>
                <a:gd name="csY3" fmla="*/ 9077 h 9076"/>
                <a:gd name="csX4" fmla="*/ 9077 w 11943"/>
                <a:gd name="csY4" fmla="*/ 9077 h 9076"/>
                <a:gd name="csX5" fmla="*/ 6688 w 11943"/>
                <a:gd name="csY5" fmla="*/ 8121 h 9076"/>
                <a:gd name="csX6" fmla="*/ 3822 w 11943"/>
                <a:gd name="csY6" fmla="*/ 6688 h 9076"/>
                <a:gd name="csX7" fmla="*/ 1433 w 11943"/>
                <a:gd name="csY7" fmla="*/ 4777 h 9076"/>
                <a:gd name="csX8" fmla="*/ 0 w 11943"/>
                <a:gd name="csY8" fmla="*/ 2866 h 9076"/>
                <a:gd name="csX9" fmla="*/ 0 w 11943"/>
                <a:gd name="csY9" fmla="*/ 1433 h 9076"/>
                <a:gd name="csX10" fmla="*/ 956 w 11943"/>
                <a:gd name="csY10" fmla="*/ 478 h 9076"/>
                <a:gd name="csX11" fmla="*/ 2866 w 11943"/>
                <a:gd name="csY11" fmla="*/ 0 h 9076"/>
                <a:gd name="csX12" fmla="*/ 6688 w 11943"/>
                <a:gd name="csY12" fmla="*/ 478 h 9076"/>
                <a:gd name="csX13" fmla="*/ 9077 w 11943"/>
                <a:gd name="csY13" fmla="*/ 956 h 9076"/>
                <a:gd name="csX14" fmla="*/ 11465 w 11943"/>
                <a:gd name="csY14" fmla="*/ 3822 h 9076"/>
                <a:gd name="csX15" fmla="*/ 11943 w 11943"/>
                <a:gd name="csY15" fmla="*/ 5733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943" h="9076">
                  <a:moveTo>
                    <a:pt x="11943" y="5733"/>
                  </a:moveTo>
                  <a:lnTo>
                    <a:pt x="11943" y="6688"/>
                  </a:lnTo>
                  <a:lnTo>
                    <a:pt x="11943" y="7644"/>
                  </a:lnTo>
                  <a:lnTo>
                    <a:pt x="10032" y="9077"/>
                  </a:lnTo>
                  <a:lnTo>
                    <a:pt x="9077" y="9077"/>
                  </a:lnTo>
                  <a:lnTo>
                    <a:pt x="6688" y="8121"/>
                  </a:lnTo>
                  <a:lnTo>
                    <a:pt x="3822" y="6688"/>
                  </a:lnTo>
                  <a:lnTo>
                    <a:pt x="1433" y="4777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2866" y="0"/>
                  </a:lnTo>
                  <a:lnTo>
                    <a:pt x="6688" y="478"/>
                  </a:lnTo>
                  <a:lnTo>
                    <a:pt x="9077" y="956"/>
                  </a:lnTo>
                  <a:lnTo>
                    <a:pt x="11465" y="3822"/>
                  </a:lnTo>
                  <a:lnTo>
                    <a:pt x="11943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5" name="Freeform 3054">
              <a:extLst>
                <a:ext uri="{FF2B5EF4-FFF2-40B4-BE49-F238E27FC236}">
                  <a16:creationId xmlns:a16="http://schemas.microsoft.com/office/drawing/2014/main" id="{E891BA87-EFC1-518C-861F-3278EFE2B089}"/>
                </a:ext>
              </a:extLst>
            </p:cNvPr>
            <p:cNvSpPr/>
            <p:nvPr/>
          </p:nvSpPr>
          <p:spPr>
            <a:xfrm>
              <a:off x="3780444" y="2414564"/>
              <a:ext cx="32007" cy="52550"/>
            </a:xfrm>
            <a:custGeom>
              <a:avLst/>
              <a:gdLst>
                <a:gd name="csX0" fmla="*/ 31052 w 32007"/>
                <a:gd name="csY0" fmla="*/ 37741 h 52550"/>
                <a:gd name="csX1" fmla="*/ 32008 w 32007"/>
                <a:gd name="csY1" fmla="*/ 42518 h 52550"/>
                <a:gd name="csX2" fmla="*/ 31530 w 32007"/>
                <a:gd name="csY2" fmla="*/ 44907 h 52550"/>
                <a:gd name="csX3" fmla="*/ 31052 w 32007"/>
                <a:gd name="csY3" fmla="*/ 49684 h 52550"/>
                <a:gd name="csX4" fmla="*/ 29619 w 32007"/>
                <a:gd name="csY4" fmla="*/ 51117 h 52550"/>
                <a:gd name="csX5" fmla="*/ 26753 w 32007"/>
                <a:gd name="csY5" fmla="*/ 52550 h 52550"/>
                <a:gd name="csX6" fmla="*/ 20542 w 32007"/>
                <a:gd name="csY6" fmla="*/ 49206 h 52550"/>
                <a:gd name="csX7" fmla="*/ 16721 w 32007"/>
                <a:gd name="csY7" fmla="*/ 47773 h 52550"/>
                <a:gd name="csX8" fmla="*/ 13377 w 32007"/>
                <a:gd name="csY8" fmla="*/ 42040 h 52550"/>
                <a:gd name="csX9" fmla="*/ 10032 w 32007"/>
                <a:gd name="csY9" fmla="*/ 33919 h 52550"/>
                <a:gd name="csX10" fmla="*/ 7166 w 32007"/>
                <a:gd name="csY10" fmla="*/ 24842 h 52550"/>
                <a:gd name="csX11" fmla="*/ 6211 w 32007"/>
                <a:gd name="csY11" fmla="*/ 19587 h 52550"/>
                <a:gd name="csX12" fmla="*/ 4300 w 32007"/>
                <a:gd name="csY12" fmla="*/ 16243 h 52550"/>
                <a:gd name="csX13" fmla="*/ 3344 w 32007"/>
                <a:gd name="csY13" fmla="*/ 10988 h 52550"/>
                <a:gd name="csX14" fmla="*/ 0 w 32007"/>
                <a:gd name="csY14" fmla="*/ 2389 h 52550"/>
                <a:gd name="csX15" fmla="*/ 478 w 32007"/>
                <a:gd name="csY15" fmla="*/ 1433 h 52550"/>
                <a:gd name="csX16" fmla="*/ 3822 w 32007"/>
                <a:gd name="csY16" fmla="*/ 0 h 52550"/>
                <a:gd name="csX17" fmla="*/ 9555 w 32007"/>
                <a:gd name="csY17" fmla="*/ 1433 h 52550"/>
                <a:gd name="csX18" fmla="*/ 11943 w 32007"/>
                <a:gd name="csY18" fmla="*/ 4300 h 52550"/>
                <a:gd name="csX19" fmla="*/ 15287 w 32007"/>
                <a:gd name="csY19" fmla="*/ 9555 h 52550"/>
                <a:gd name="csX20" fmla="*/ 19587 w 32007"/>
                <a:gd name="csY20" fmla="*/ 17676 h 52550"/>
                <a:gd name="csX21" fmla="*/ 21020 w 32007"/>
                <a:gd name="csY21" fmla="*/ 21020 h 52550"/>
                <a:gd name="csX22" fmla="*/ 21020 w 32007"/>
                <a:gd name="csY22" fmla="*/ 25797 h 52550"/>
                <a:gd name="csX23" fmla="*/ 21976 w 32007"/>
                <a:gd name="csY23" fmla="*/ 28186 h 52550"/>
                <a:gd name="csX24" fmla="*/ 25798 w 32007"/>
                <a:gd name="csY24" fmla="*/ 28664 h 52550"/>
                <a:gd name="csX25" fmla="*/ 30097 w 32007"/>
                <a:gd name="csY25" fmla="*/ 34874 h 52550"/>
                <a:gd name="csX26" fmla="*/ 31052 w 32007"/>
                <a:gd name="csY26" fmla="*/ 37741 h 52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2007" h="52550">
                  <a:moveTo>
                    <a:pt x="31052" y="37741"/>
                  </a:moveTo>
                  <a:lnTo>
                    <a:pt x="32008" y="42518"/>
                  </a:lnTo>
                  <a:lnTo>
                    <a:pt x="31530" y="44907"/>
                  </a:lnTo>
                  <a:lnTo>
                    <a:pt x="31052" y="49684"/>
                  </a:lnTo>
                  <a:lnTo>
                    <a:pt x="29619" y="51117"/>
                  </a:lnTo>
                  <a:lnTo>
                    <a:pt x="26753" y="52550"/>
                  </a:lnTo>
                  <a:lnTo>
                    <a:pt x="20542" y="49206"/>
                  </a:lnTo>
                  <a:lnTo>
                    <a:pt x="16721" y="47773"/>
                  </a:lnTo>
                  <a:lnTo>
                    <a:pt x="13377" y="42040"/>
                  </a:lnTo>
                  <a:lnTo>
                    <a:pt x="10032" y="33919"/>
                  </a:lnTo>
                  <a:lnTo>
                    <a:pt x="7166" y="24842"/>
                  </a:lnTo>
                  <a:lnTo>
                    <a:pt x="6211" y="19587"/>
                  </a:lnTo>
                  <a:lnTo>
                    <a:pt x="4300" y="16243"/>
                  </a:lnTo>
                  <a:lnTo>
                    <a:pt x="3344" y="10988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3822" y="0"/>
                  </a:lnTo>
                  <a:lnTo>
                    <a:pt x="9555" y="1433"/>
                  </a:lnTo>
                  <a:lnTo>
                    <a:pt x="11943" y="4300"/>
                  </a:lnTo>
                  <a:lnTo>
                    <a:pt x="15287" y="9555"/>
                  </a:lnTo>
                  <a:lnTo>
                    <a:pt x="19587" y="17676"/>
                  </a:lnTo>
                  <a:lnTo>
                    <a:pt x="21020" y="21020"/>
                  </a:lnTo>
                  <a:lnTo>
                    <a:pt x="21020" y="25797"/>
                  </a:lnTo>
                  <a:lnTo>
                    <a:pt x="21976" y="28186"/>
                  </a:lnTo>
                  <a:lnTo>
                    <a:pt x="25798" y="28664"/>
                  </a:lnTo>
                  <a:lnTo>
                    <a:pt x="30097" y="34874"/>
                  </a:lnTo>
                  <a:lnTo>
                    <a:pt x="31052" y="3774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6" name="Freeform 3055">
              <a:extLst>
                <a:ext uri="{FF2B5EF4-FFF2-40B4-BE49-F238E27FC236}">
                  <a16:creationId xmlns:a16="http://schemas.microsoft.com/office/drawing/2014/main" id="{86984CB7-E472-F0F5-099B-661DAE26A7EB}"/>
                </a:ext>
              </a:extLst>
            </p:cNvPr>
            <p:cNvSpPr/>
            <p:nvPr/>
          </p:nvSpPr>
          <p:spPr>
            <a:xfrm>
              <a:off x="3762769" y="2711234"/>
              <a:ext cx="47772" cy="53983"/>
            </a:xfrm>
            <a:custGeom>
              <a:avLst/>
              <a:gdLst>
                <a:gd name="csX0" fmla="*/ 47295 w 47772"/>
                <a:gd name="csY0" fmla="*/ 14810 h 53983"/>
                <a:gd name="csX1" fmla="*/ 47773 w 47772"/>
                <a:gd name="csY1" fmla="*/ 19587 h 53983"/>
                <a:gd name="csX2" fmla="*/ 46817 w 47772"/>
                <a:gd name="csY2" fmla="*/ 26753 h 53983"/>
                <a:gd name="csX3" fmla="*/ 46340 w 47772"/>
                <a:gd name="csY3" fmla="*/ 29142 h 53983"/>
                <a:gd name="csX4" fmla="*/ 42996 w 47772"/>
                <a:gd name="csY4" fmla="*/ 38218 h 53983"/>
                <a:gd name="csX5" fmla="*/ 39174 w 47772"/>
                <a:gd name="csY5" fmla="*/ 43473 h 53983"/>
                <a:gd name="csX6" fmla="*/ 38696 w 47772"/>
                <a:gd name="csY6" fmla="*/ 46340 h 53983"/>
                <a:gd name="csX7" fmla="*/ 37263 w 47772"/>
                <a:gd name="csY7" fmla="*/ 48728 h 53983"/>
                <a:gd name="csX8" fmla="*/ 34874 w 47772"/>
                <a:gd name="csY8" fmla="*/ 52072 h 53983"/>
                <a:gd name="csX9" fmla="*/ 32963 w 47772"/>
                <a:gd name="csY9" fmla="*/ 53984 h 53983"/>
                <a:gd name="csX10" fmla="*/ 32008 w 47772"/>
                <a:gd name="csY10" fmla="*/ 53984 h 53983"/>
                <a:gd name="csX11" fmla="*/ 30097 w 47772"/>
                <a:gd name="csY11" fmla="*/ 52550 h 53983"/>
                <a:gd name="csX12" fmla="*/ 27230 w 47772"/>
                <a:gd name="csY12" fmla="*/ 49684 h 53983"/>
                <a:gd name="csX13" fmla="*/ 22931 w 47772"/>
                <a:gd name="csY13" fmla="*/ 42996 h 53983"/>
                <a:gd name="csX14" fmla="*/ 17676 w 47772"/>
                <a:gd name="csY14" fmla="*/ 36307 h 53983"/>
                <a:gd name="csX15" fmla="*/ 16721 w 47772"/>
                <a:gd name="csY15" fmla="*/ 32486 h 53983"/>
                <a:gd name="csX16" fmla="*/ 15287 w 47772"/>
                <a:gd name="csY16" fmla="*/ 29619 h 53983"/>
                <a:gd name="csX17" fmla="*/ 8599 w 47772"/>
                <a:gd name="csY17" fmla="*/ 22931 h 53983"/>
                <a:gd name="csX18" fmla="*/ 3822 w 47772"/>
                <a:gd name="csY18" fmla="*/ 20065 h 53983"/>
                <a:gd name="csX19" fmla="*/ 478 w 47772"/>
                <a:gd name="csY19" fmla="*/ 18631 h 53983"/>
                <a:gd name="csX20" fmla="*/ 0 w 47772"/>
                <a:gd name="csY20" fmla="*/ 16721 h 53983"/>
                <a:gd name="csX21" fmla="*/ 2389 w 47772"/>
                <a:gd name="csY21" fmla="*/ 10988 h 53983"/>
                <a:gd name="csX22" fmla="*/ 5255 w 47772"/>
                <a:gd name="csY22" fmla="*/ 6211 h 53983"/>
                <a:gd name="csX23" fmla="*/ 6688 w 47772"/>
                <a:gd name="csY23" fmla="*/ 4777 h 53983"/>
                <a:gd name="csX24" fmla="*/ 11943 w 47772"/>
                <a:gd name="csY24" fmla="*/ 3344 h 53983"/>
                <a:gd name="csX25" fmla="*/ 28664 w 47772"/>
                <a:gd name="csY25" fmla="*/ 0 h 53983"/>
                <a:gd name="csX26" fmla="*/ 32486 w 47772"/>
                <a:gd name="csY26" fmla="*/ 0 h 53983"/>
                <a:gd name="csX27" fmla="*/ 36307 w 47772"/>
                <a:gd name="csY27" fmla="*/ 1433 h 53983"/>
                <a:gd name="csX28" fmla="*/ 42040 w 47772"/>
                <a:gd name="csY28" fmla="*/ 7644 h 53983"/>
                <a:gd name="csX29" fmla="*/ 44429 w 47772"/>
                <a:gd name="csY29" fmla="*/ 8599 h 53983"/>
                <a:gd name="csX30" fmla="*/ 45862 w 47772"/>
                <a:gd name="csY30" fmla="*/ 10032 h 53983"/>
                <a:gd name="csX31" fmla="*/ 46817 w 47772"/>
                <a:gd name="csY31" fmla="*/ 12421 h 53983"/>
                <a:gd name="csX32" fmla="*/ 47295 w 47772"/>
                <a:gd name="csY32" fmla="*/ 14810 h 53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47772" h="53983">
                  <a:moveTo>
                    <a:pt x="47295" y="14810"/>
                  </a:moveTo>
                  <a:lnTo>
                    <a:pt x="47773" y="19587"/>
                  </a:lnTo>
                  <a:lnTo>
                    <a:pt x="46817" y="26753"/>
                  </a:lnTo>
                  <a:lnTo>
                    <a:pt x="46340" y="29142"/>
                  </a:lnTo>
                  <a:lnTo>
                    <a:pt x="42996" y="38218"/>
                  </a:lnTo>
                  <a:lnTo>
                    <a:pt x="39174" y="43473"/>
                  </a:lnTo>
                  <a:lnTo>
                    <a:pt x="38696" y="46340"/>
                  </a:lnTo>
                  <a:lnTo>
                    <a:pt x="37263" y="48728"/>
                  </a:lnTo>
                  <a:lnTo>
                    <a:pt x="34874" y="52072"/>
                  </a:lnTo>
                  <a:lnTo>
                    <a:pt x="32963" y="53984"/>
                  </a:lnTo>
                  <a:lnTo>
                    <a:pt x="32008" y="53984"/>
                  </a:lnTo>
                  <a:lnTo>
                    <a:pt x="30097" y="52550"/>
                  </a:lnTo>
                  <a:lnTo>
                    <a:pt x="27230" y="49684"/>
                  </a:lnTo>
                  <a:lnTo>
                    <a:pt x="22931" y="42996"/>
                  </a:lnTo>
                  <a:lnTo>
                    <a:pt x="17676" y="36307"/>
                  </a:lnTo>
                  <a:lnTo>
                    <a:pt x="16721" y="32486"/>
                  </a:lnTo>
                  <a:lnTo>
                    <a:pt x="15287" y="29619"/>
                  </a:lnTo>
                  <a:lnTo>
                    <a:pt x="8599" y="22931"/>
                  </a:lnTo>
                  <a:lnTo>
                    <a:pt x="3822" y="20065"/>
                  </a:lnTo>
                  <a:lnTo>
                    <a:pt x="478" y="18631"/>
                  </a:lnTo>
                  <a:lnTo>
                    <a:pt x="0" y="16721"/>
                  </a:lnTo>
                  <a:lnTo>
                    <a:pt x="2389" y="10988"/>
                  </a:lnTo>
                  <a:lnTo>
                    <a:pt x="5255" y="6211"/>
                  </a:lnTo>
                  <a:lnTo>
                    <a:pt x="6688" y="4777"/>
                  </a:lnTo>
                  <a:lnTo>
                    <a:pt x="11943" y="3344"/>
                  </a:lnTo>
                  <a:lnTo>
                    <a:pt x="28664" y="0"/>
                  </a:lnTo>
                  <a:lnTo>
                    <a:pt x="32486" y="0"/>
                  </a:lnTo>
                  <a:lnTo>
                    <a:pt x="36307" y="1433"/>
                  </a:lnTo>
                  <a:lnTo>
                    <a:pt x="42040" y="7644"/>
                  </a:lnTo>
                  <a:lnTo>
                    <a:pt x="44429" y="8599"/>
                  </a:lnTo>
                  <a:lnTo>
                    <a:pt x="45862" y="10032"/>
                  </a:lnTo>
                  <a:lnTo>
                    <a:pt x="46817" y="12421"/>
                  </a:lnTo>
                  <a:lnTo>
                    <a:pt x="47295" y="148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7" name="Freeform 3056">
              <a:extLst>
                <a:ext uri="{FF2B5EF4-FFF2-40B4-BE49-F238E27FC236}">
                  <a16:creationId xmlns:a16="http://schemas.microsoft.com/office/drawing/2014/main" id="{F7EE3E06-27F1-8C9C-E364-5007D35276AB}"/>
                </a:ext>
              </a:extLst>
            </p:cNvPr>
            <p:cNvSpPr/>
            <p:nvPr/>
          </p:nvSpPr>
          <p:spPr>
            <a:xfrm>
              <a:off x="3551612" y="2491478"/>
              <a:ext cx="240297" cy="177715"/>
            </a:xfrm>
            <a:custGeom>
              <a:avLst/>
              <a:gdLst>
                <a:gd name="csX0" fmla="*/ 240298 w 240297"/>
                <a:gd name="csY0" fmla="*/ 82647 h 177715"/>
                <a:gd name="csX1" fmla="*/ 240298 w 240297"/>
                <a:gd name="csY1" fmla="*/ 85991 h 177715"/>
                <a:gd name="csX2" fmla="*/ 239342 w 240297"/>
                <a:gd name="csY2" fmla="*/ 91246 h 177715"/>
                <a:gd name="csX3" fmla="*/ 236476 w 240297"/>
                <a:gd name="csY3" fmla="*/ 100801 h 177715"/>
                <a:gd name="csX4" fmla="*/ 235998 w 240297"/>
                <a:gd name="csY4" fmla="*/ 107011 h 177715"/>
                <a:gd name="csX5" fmla="*/ 232654 w 240297"/>
                <a:gd name="csY5" fmla="*/ 122777 h 177715"/>
                <a:gd name="csX6" fmla="*/ 230743 w 240297"/>
                <a:gd name="csY6" fmla="*/ 127076 h 177715"/>
                <a:gd name="csX7" fmla="*/ 228355 w 240297"/>
                <a:gd name="csY7" fmla="*/ 129942 h 177715"/>
                <a:gd name="csX8" fmla="*/ 218322 w 240297"/>
                <a:gd name="csY8" fmla="*/ 135198 h 177715"/>
                <a:gd name="csX9" fmla="*/ 211156 w 240297"/>
                <a:gd name="csY9" fmla="*/ 140452 h 177715"/>
                <a:gd name="csX10" fmla="*/ 209246 w 240297"/>
                <a:gd name="csY10" fmla="*/ 141408 h 177715"/>
                <a:gd name="csX11" fmla="*/ 207335 w 240297"/>
                <a:gd name="csY11" fmla="*/ 141408 h 177715"/>
                <a:gd name="csX12" fmla="*/ 201124 w 240297"/>
                <a:gd name="csY12" fmla="*/ 139975 h 177715"/>
                <a:gd name="csX13" fmla="*/ 193958 w 240297"/>
                <a:gd name="csY13" fmla="*/ 136631 h 177715"/>
                <a:gd name="csX14" fmla="*/ 190136 w 240297"/>
                <a:gd name="csY14" fmla="*/ 137586 h 177715"/>
                <a:gd name="csX15" fmla="*/ 185837 w 240297"/>
                <a:gd name="csY15" fmla="*/ 139975 h 177715"/>
                <a:gd name="csX16" fmla="*/ 183448 w 240297"/>
                <a:gd name="csY16" fmla="*/ 140452 h 177715"/>
                <a:gd name="csX17" fmla="*/ 181059 w 240297"/>
                <a:gd name="csY17" fmla="*/ 139975 h 177715"/>
                <a:gd name="csX18" fmla="*/ 178671 w 240297"/>
                <a:gd name="csY18" fmla="*/ 139497 h 177715"/>
                <a:gd name="csX19" fmla="*/ 175327 w 240297"/>
                <a:gd name="csY19" fmla="*/ 137108 h 177715"/>
                <a:gd name="csX20" fmla="*/ 177238 w 240297"/>
                <a:gd name="csY20" fmla="*/ 136153 h 177715"/>
                <a:gd name="csX21" fmla="*/ 177715 w 240297"/>
                <a:gd name="csY21" fmla="*/ 134720 h 177715"/>
                <a:gd name="csX22" fmla="*/ 177238 w 240297"/>
                <a:gd name="csY22" fmla="*/ 133764 h 177715"/>
                <a:gd name="csX23" fmla="*/ 173893 w 240297"/>
                <a:gd name="csY23" fmla="*/ 131853 h 177715"/>
                <a:gd name="csX24" fmla="*/ 170549 w 240297"/>
                <a:gd name="csY24" fmla="*/ 135675 h 177715"/>
                <a:gd name="csX25" fmla="*/ 160517 w 240297"/>
                <a:gd name="csY25" fmla="*/ 144752 h 177715"/>
                <a:gd name="csX26" fmla="*/ 147141 w 240297"/>
                <a:gd name="csY26" fmla="*/ 147618 h 177715"/>
                <a:gd name="csX27" fmla="*/ 142841 w 240297"/>
                <a:gd name="csY27" fmla="*/ 149529 h 177715"/>
                <a:gd name="csX28" fmla="*/ 139975 w 240297"/>
                <a:gd name="csY28" fmla="*/ 151918 h 177715"/>
                <a:gd name="csX29" fmla="*/ 138064 w 240297"/>
                <a:gd name="csY29" fmla="*/ 153829 h 177715"/>
                <a:gd name="csX30" fmla="*/ 135675 w 240297"/>
                <a:gd name="csY30" fmla="*/ 158128 h 177715"/>
                <a:gd name="csX31" fmla="*/ 131853 w 240297"/>
                <a:gd name="csY31" fmla="*/ 161473 h 177715"/>
                <a:gd name="csX32" fmla="*/ 125165 w 240297"/>
                <a:gd name="csY32" fmla="*/ 165294 h 177715"/>
                <a:gd name="csX33" fmla="*/ 116566 w 240297"/>
                <a:gd name="csY33" fmla="*/ 171027 h 177715"/>
                <a:gd name="csX34" fmla="*/ 100801 w 240297"/>
                <a:gd name="csY34" fmla="*/ 176760 h 177715"/>
                <a:gd name="csX35" fmla="*/ 90769 w 240297"/>
                <a:gd name="csY35" fmla="*/ 177715 h 177715"/>
                <a:gd name="csX36" fmla="*/ 81214 w 240297"/>
                <a:gd name="csY36" fmla="*/ 175805 h 177715"/>
                <a:gd name="csX37" fmla="*/ 77870 w 240297"/>
                <a:gd name="csY37" fmla="*/ 174371 h 177715"/>
                <a:gd name="csX38" fmla="*/ 74526 w 240297"/>
                <a:gd name="csY38" fmla="*/ 171505 h 177715"/>
                <a:gd name="csX39" fmla="*/ 67838 w 240297"/>
                <a:gd name="csY39" fmla="*/ 165772 h 177715"/>
                <a:gd name="csX40" fmla="*/ 65927 w 240297"/>
                <a:gd name="csY40" fmla="*/ 163861 h 177715"/>
                <a:gd name="csX41" fmla="*/ 64016 w 240297"/>
                <a:gd name="csY41" fmla="*/ 159084 h 177715"/>
                <a:gd name="csX42" fmla="*/ 64971 w 240297"/>
                <a:gd name="csY42" fmla="*/ 156218 h 177715"/>
                <a:gd name="csX43" fmla="*/ 68793 w 240297"/>
                <a:gd name="csY43" fmla="*/ 152873 h 177715"/>
                <a:gd name="csX44" fmla="*/ 74048 w 240297"/>
                <a:gd name="csY44" fmla="*/ 149529 h 177715"/>
                <a:gd name="csX45" fmla="*/ 84558 w 240297"/>
                <a:gd name="csY45" fmla="*/ 145230 h 177715"/>
                <a:gd name="csX46" fmla="*/ 94591 w 240297"/>
                <a:gd name="csY46" fmla="*/ 138064 h 177715"/>
                <a:gd name="csX47" fmla="*/ 97935 w 240297"/>
                <a:gd name="csY47" fmla="*/ 136631 h 177715"/>
                <a:gd name="csX48" fmla="*/ 107011 w 240297"/>
                <a:gd name="csY48" fmla="*/ 135675 h 177715"/>
                <a:gd name="csX49" fmla="*/ 111789 w 240297"/>
                <a:gd name="csY49" fmla="*/ 136153 h 177715"/>
                <a:gd name="csX50" fmla="*/ 115133 w 240297"/>
                <a:gd name="csY50" fmla="*/ 136153 h 177715"/>
                <a:gd name="csX51" fmla="*/ 117521 w 240297"/>
                <a:gd name="csY51" fmla="*/ 135198 h 177715"/>
                <a:gd name="csX52" fmla="*/ 120866 w 240297"/>
                <a:gd name="csY52" fmla="*/ 132331 h 177715"/>
                <a:gd name="csX53" fmla="*/ 125643 w 240297"/>
                <a:gd name="csY53" fmla="*/ 127554 h 177715"/>
                <a:gd name="csX54" fmla="*/ 129465 w 240297"/>
                <a:gd name="csY54" fmla="*/ 122777 h 177715"/>
                <a:gd name="csX55" fmla="*/ 130420 w 240297"/>
                <a:gd name="csY55" fmla="*/ 120388 h 177715"/>
                <a:gd name="csX56" fmla="*/ 128987 w 240297"/>
                <a:gd name="csY56" fmla="*/ 118477 h 177715"/>
                <a:gd name="csX57" fmla="*/ 127076 w 240297"/>
                <a:gd name="csY57" fmla="*/ 117999 h 177715"/>
                <a:gd name="csX58" fmla="*/ 121343 w 240297"/>
                <a:gd name="csY58" fmla="*/ 122777 h 177715"/>
                <a:gd name="csX59" fmla="*/ 118477 w 240297"/>
                <a:gd name="csY59" fmla="*/ 124687 h 177715"/>
                <a:gd name="csX60" fmla="*/ 115611 w 240297"/>
                <a:gd name="csY60" fmla="*/ 124687 h 177715"/>
                <a:gd name="csX61" fmla="*/ 110833 w 240297"/>
                <a:gd name="csY61" fmla="*/ 126121 h 177715"/>
                <a:gd name="csX62" fmla="*/ 107011 w 240297"/>
                <a:gd name="csY62" fmla="*/ 127076 h 177715"/>
                <a:gd name="csX63" fmla="*/ 106056 w 240297"/>
                <a:gd name="csY63" fmla="*/ 127076 h 177715"/>
                <a:gd name="csX64" fmla="*/ 101756 w 240297"/>
                <a:gd name="csY64" fmla="*/ 122299 h 177715"/>
                <a:gd name="csX65" fmla="*/ 99368 w 240297"/>
                <a:gd name="csY65" fmla="*/ 121343 h 177715"/>
                <a:gd name="csX66" fmla="*/ 97935 w 240297"/>
                <a:gd name="csY66" fmla="*/ 121821 h 177715"/>
                <a:gd name="csX67" fmla="*/ 96979 w 240297"/>
                <a:gd name="csY67" fmla="*/ 123254 h 177715"/>
                <a:gd name="csX68" fmla="*/ 95068 w 240297"/>
                <a:gd name="csY68" fmla="*/ 126598 h 177715"/>
                <a:gd name="csX69" fmla="*/ 94113 w 240297"/>
                <a:gd name="csY69" fmla="*/ 128032 h 177715"/>
                <a:gd name="csX70" fmla="*/ 92202 w 240297"/>
                <a:gd name="csY70" fmla="*/ 128987 h 177715"/>
                <a:gd name="csX71" fmla="*/ 84558 w 240297"/>
                <a:gd name="csY71" fmla="*/ 129942 h 177715"/>
                <a:gd name="csX72" fmla="*/ 76914 w 240297"/>
                <a:gd name="csY72" fmla="*/ 131376 h 177715"/>
                <a:gd name="csX73" fmla="*/ 75481 w 240297"/>
                <a:gd name="csY73" fmla="*/ 130420 h 177715"/>
                <a:gd name="csX74" fmla="*/ 74526 w 240297"/>
                <a:gd name="csY74" fmla="*/ 128509 h 177715"/>
                <a:gd name="csX75" fmla="*/ 74048 w 240297"/>
                <a:gd name="csY75" fmla="*/ 127076 h 177715"/>
                <a:gd name="csX76" fmla="*/ 74048 w 240297"/>
                <a:gd name="csY76" fmla="*/ 123254 h 177715"/>
                <a:gd name="csX77" fmla="*/ 73570 w 240297"/>
                <a:gd name="csY77" fmla="*/ 121343 h 177715"/>
                <a:gd name="csX78" fmla="*/ 74048 w 240297"/>
                <a:gd name="csY78" fmla="*/ 117999 h 177715"/>
                <a:gd name="csX79" fmla="*/ 75004 w 240297"/>
                <a:gd name="csY79" fmla="*/ 115611 h 177715"/>
                <a:gd name="csX80" fmla="*/ 75959 w 240297"/>
                <a:gd name="csY80" fmla="*/ 113700 h 177715"/>
                <a:gd name="csX81" fmla="*/ 81214 w 240297"/>
                <a:gd name="csY81" fmla="*/ 107967 h 177715"/>
                <a:gd name="csX82" fmla="*/ 81692 w 240297"/>
                <a:gd name="csY82" fmla="*/ 107011 h 177715"/>
                <a:gd name="csX83" fmla="*/ 79303 w 240297"/>
                <a:gd name="csY83" fmla="*/ 107011 h 177715"/>
                <a:gd name="csX84" fmla="*/ 73570 w 240297"/>
                <a:gd name="csY84" fmla="*/ 109878 h 177715"/>
                <a:gd name="csX85" fmla="*/ 73093 w 240297"/>
                <a:gd name="csY85" fmla="*/ 108922 h 177715"/>
                <a:gd name="csX86" fmla="*/ 71659 w 240297"/>
                <a:gd name="csY86" fmla="*/ 105578 h 177715"/>
                <a:gd name="csX87" fmla="*/ 71182 w 240297"/>
                <a:gd name="csY87" fmla="*/ 105578 h 177715"/>
                <a:gd name="csX88" fmla="*/ 70226 w 240297"/>
                <a:gd name="csY88" fmla="*/ 106534 h 177715"/>
                <a:gd name="csX89" fmla="*/ 69749 w 240297"/>
                <a:gd name="csY89" fmla="*/ 108445 h 177715"/>
                <a:gd name="csX90" fmla="*/ 68793 w 240297"/>
                <a:gd name="csY90" fmla="*/ 115611 h 177715"/>
                <a:gd name="csX91" fmla="*/ 67838 w 240297"/>
                <a:gd name="csY91" fmla="*/ 119432 h 177715"/>
                <a:gd name="csX92" fmla="*/ 65449 w 240297"/>
                <a:gd name="csY92" fmla="*/ 118477 h 177715"/>
                <a:gd name="csX93" fmla="*/ 63060 w 240297"/>
                <a:gd name="csY93" fmla="*/ 116566 h 177715"/>
                <a:gd name="csX94" fmla="*/ 61627 w 240297"/>
                <a:gd name="csY94" fmla="*/ 116088 h 177715"/>
                <a:gd name="csX95" fmla="*/ 61149 w 240297"/>
                <a:gd name="csY95" fmla="*/ 117044 h 177715"/>
                <a:gd name="csX96" fmla="*/ 61149 w 240297"/>
                <a:gd name="csY96" fmla="*/ 117999 h 177715"/>
                <a:gd name="csX97" fmla="*/ 64493 w 240297"/>
                <a:gd name="csY97" fmla="*/ 124210 h 177715"/>
                <a:gd name="csX98" fmla="*/ 64493 w 240297"/>
                <a:gd name="csY98" fmla="*/ 126598 h 177715"/>
                <a:gd name="csX99" fmla="*/ 62583 w 240297"/>
                <a:gd name="csY99" fmla="*/ 130420 h 177715"/>
                <a:gd name="csX100" fmla="*/ 54461 w 240297"/>
                <a:gd name="csY100" fmla="*/ 136631 h 177715"/>
                <a:gd name="csX101" fmla="*/ 51117 w 240297"/>
                <a:gd name="csY101" fmla="*/ 138064 h 177715"/>
                <a:gd name="csX102" fmla="*/ 50162 w 240297"/>
                <a:gd name="csY102" fmla="*/ 137586 h 177715"/>
                <a:gd name="csX103" fmla="*/ 49206 w 240297"/>
                <a:gd name="csY103" fmla="*/ 135675 h 177715"/>
                <a:gd name="csX104" fmla="*/ 48251 w 240297"/>
                <a:gd name="csY104" fmla="*/ 132809 h 177715"/>
                <a:gd name="csX105" fmla="*/ 45862 w 240297"/>
                <a:gd name="csY105" fmla="*/ 129465 h 177715"/>
                <a:gd name="csX106" fmla="*/ 44907 w 240297"/>
                <a:gd name="csY106" fmla="*/ 128509 h 177715"/>
                <a:gd name="csX107" fmla="*/ 43473 w 240297"/>
                <a:gd name="csY107" fmla="*/ 128509 h 177715"/>
                <a:gd name="csX108" fmla="*/ 42040 w 240297"/>
                <a:gd name="csY108" fmla="*/ 128987 h 177715"/>
                <a:gd name="csX109" fmla="*/ 41085 w 240297"/>
                <a:gd name="csY109" fmla="*/ 130898 h 177715"/>
                <a:gd name="csX110" fmla="*/ 40129 w 240297"/>
                <a:gd name="csY110" fmla="*/ 132331 h 177715"/>
                <a:gd name="csX111" fmla="*/ 39652 w 240297"/>
                <a:gd name="csY111" fmla="*/ 135675 h 177715"/>
                <a:gd name="csX112" fmla="*/ 37741 w 240297"/>
                <a:gd name="csY112" fmla="*/ 138064 h 177715"/>
                <a:gd name="csX113" fmla="*/ 37263 w 240297"/>
                <a:gd name="csY113" fmla="*/ 138542 h 177715"/>
                <a:gd name="csX114" fmla="*/ 28664 w 240297"/>
                <a:gd name="csY114" fmla="*/ 133286 h 177715"/>
                <a:gd name="csX115" fmla="*/ 22453 w 240297"/>
                <a:gd name="csY115" fmla="*/ 124210 h 177715"/>
                <a:gd name="csX116" fmla="*/ 14810 w 240297"/>
                <a:gd name="csY116" fmla="*/ 125643 h 177715"/>
                <a:gd name="csX117" fmla="*/ 11943 w 240297"/>
                <a:gd name="csY117" fmla="*/ 125165 h 177715"/>
                <a:gd name="csX118" fmla="*/ 1911 w 240297"/>
                <a:gd name="csY118" fmla="*/ 121821 h 177715"/>
                <a:gd name="csX119" fmla="*/ 478 w 240297"/>
                <a:gd name="csY119" fmla="*/ 119910 h 177715"/>
                <a:gd name="csX120" fmla="*/ 0 w 240297"/>
                <a:gd name="csY120" fmla="*/ 117044 h 177715"/>
                <a:gd name="csX121" fmla="*/ 0 w 240297"/>
                <a:gd name="csY121" fmla="*/ 115611 h 177715"/>
                <a:gd name="csX122" fmla="*/ 478 w 240297"/>
                <a:gd name="csY122" fmla="*/ 114177 h 177715"/>
                <a:gd name="csX123" fmla="*/ 1911 w 240297"/>
                <a:gd name="csY123" fmla="*/ 110833 h 177715"/>
                <a:gd name="csX124" fmla="*/ 4300 w 240297"/>
                <a:gd name="csY124" fmla="*/ 106534 h 177715"/>
                <a:gd name="csX125" fmla="*/ 5255 w 240297"/>
                <a:gd name="csY125" fmla="*/ 105100 h 177715"/>
                <a:gd name="csX126" fmla="*/ 6688 w 240297"/>
                <a:gd name="csY126" fmla="*/ 103667 h 177715"/>
                <a:gd name="csX127" fmla="*/ 8599 w 240297"/>
                <a:gd name="csY127" fmla="*/ 102712 h 177715"/>
                <a:gd name="csX128" fmla="*/ 13854 w 240297"/>
                <a:gd name="csY128" fmla="*/ 102234 h 177715"/>
                <a:gd name="csX129" fmla="*/ 27708 w 240297"/>
                <a:gd name="csY129" fmla="*/ 101756 h 177715"/>
                <a:gd name="csX130" fmla="*/ 30097 w 240297"/>
                <a:gd name="csY130" fmla="*/ 101279 h 177715"/>
                <a:gd name="csX131" fmla="*/ 44907 w 240297"/>
                <a:gd name="csY131" fmla="*/ 92202 h 177715"/>
                <a:gd name="csX132" fmla="*/ 46340 w 240297"/>
                <a:gd name="csY132" fmla="*/ 90769 h 177715"/>
                <a:gd name="csX133" fmla="*/ 48728 w 240297"/>
                <a:gd name="csY133" fmla="*/ 87425 h 177715"/>
                <a:gd name="csX134" fmla="*/ 49206 w 240297"/>
                <a:gd name="csY134" fmla="*/ 86469 h 177715"/>
                <a:gd name="csX135" fmla="*/ 49206 w 240297"/>
                <a:gd name="csY135" fmla="*/ 85514 h 177715"/>
                <a:gd name="csX136" fmla="*/ 31052 w 240297"/>
                <a:gd name="csY136" fmla="*/ 93157 h 177715"/>
                <a:gd name="csX137" fmla="*/ 23409 w 240297"/>
                <a:gd name="csY137" fmla="*/ 94591 h 177715"/>
                <a:gd name="csX138" fmla="*/ 11465 w 240297"/>
                <a:gd name="csY138" fmla="*/ 93157 h 177715"/>
                <a:gd name="csX139" fmla="*/ 9077 w 240297"/>
                <a:gd name="csY139" fmla="*/ 92202 h 177715"/>
                <a:gd name="csX140" fmla="*/ 8599 w 240297"/>
                <a:gd name="csY140" fmla="*/ 90291 h 177715"/>
                <a:gd name="csX141" fmla="*/ 10988 w 240297"/>
                <a:gd name="csY141" fmla="*/ 84558 h 177715"/>
                <a:gd name="csX142" fmla="*/ 12421 w 240297"/>
                <a:gd name="csY142" fmla="*/ 82647 h 177715"/>
                <a:gd name="csX143" fmla="*/ 15765 w 240297"/>
                <a:gd name="csY143" fmla="*/ 80736 h 177715"/>
                <a:gd name="csX144" fmla="*/ 23886 w 240297"/>
                <a:gd name="csY144" fmla="*/ 77870 h 177715"/>
                <a:gd name="csX145" fmla="*/ 34874 w 240297"/>
                <a:gd name="csY145" fmla="*/ 75481 h 177715"/>
                <a:gd name="csX146" fmla="*/ 42040 w 240297"/>
                <a:gd name="csY146" fmla="*/ 75481 h 177715"/>
                <a:gd name="csX147" fmla="*/ 48251 w 240297"/>
                <a:gd name="csY147" fmla="*/ 73570 h 177715"/>
                <a:gd name="csX148" fmla="*/ 51595 w 240297"/>
                <a:gd name="csY148" fmla="*/ 71659 h 177715"/>
                <a:gd name="csX149" fmla="*/ 39652 w 240297"/>
                <a:gd name="csY149" fmla="*/ 71659 h 177715"/>
                <a:gd name="csX150" fmla="*/ 24842 w 240297"/>
                <a:gd name="csY150" fmla="*/ 72615 h 177715"/>
                <a:gd name="csX151" fmla="*/ 22931 w 240297"/>
                <a:gd name="csY151" fmla="*/ 72137 h 177715"/>
                <a:gd name="csX152" fmla="*/ 18631 w 240297"/>
                <a:gd name="csY152" fmla="*/ 69271 h 177715"/>
                <a:gd name="csX153" fmla="*/ 18631 w 240297"/>
                <a:gd name="csY153" fmla="*/ 66882 h 177715"/>
                <a:gd name="csX154" fmla="*/ 20065 w 240297"/>
                <a:gd name="csY154" fmla="*/ 64493 h 177715"/>
                <a:gd name="csX155" fmla="*/ 21020 w 240297"/>
                <a:gd name="csY155" fmla="*/ 62583 h 177715"/>
                <a:gd name="csX156" fmla="*/ 19587 w 240297"/>
                <a:gd name="csY156" fmla="*/ 58283 h 177715"/>
                <a:gd name="csX157" fmla="*/ 20065 w 240297"/>
                <a:gd name="csY157" fmla="*/ 56372 h 177715"/>
                <a:gd name="csX158" fmla="*/ 22931 w 240297"/>
                <a:gd name="csY158" fmla="*/ 53028 h 177715"/>
                <a:gd name="csX159" fmla="*/ 27708 w 240297"/>
                <a:gd name="csY159" fmla="*/ 49206 h 177715"/>
                <a:gd name="csX160" fmla="*/ 30575 w 240297"/>
                <a:gd name="csY160" fmla="*/ 48728 h 177715"/>
                <a:gd name="csX161" fmla="*/ 36307 w 240297"/>
                <a:gd name="csY161" fmla="*/ 49684 h 177715"/>
                <a:gd name="csX162" fmla="*/ 52550 w 240297"/>
                <a:gd name="csY162" fmla="*/ 51117 h 177715"/>
                <a:gd name="csX163" fmla="*/ 55894 w 240297"/>
                <a:gd name="csY163" fmla="*/ 50639 h 177715"/>
                <a:gd name="csX164" fmla="*/ 53984 w 240297"/>
                <a:gd name="csY164" fmla="*/ 49206 h 177715"/>
                <a:gd name="csX165" fmla="*/ 51117 w 240297"/>
                <a:gd name="csY165" fmla="*/ 47773 h 177715"/>
                <a:gd name="csX166" fmla="*/ 38218 w 240297"/>
                <a:gd name="csY166" fmla="*/ 45384 h 177715"/>
                <a:gd name="csX167" fmla="*/ 35830 w 240297"/>
                <a:gd name="csY167" fmla="*/ 44429 h 177715"/>
                <a:gd name="csX168" fmla="*/ 35352 w 240297"/>
                <a:gd name="csY168" fmla="*/ 43473 h 177715"/>
                <a:gd name="csX169" fmla="*/ 34874 w 240297"/>
                <a:gd name="csY169" fmla="*/ 41085 h 177715"/>
                <a:gd name="csX170" fmla="*/ 35352 w 240297"/>
                <a:gd name="csY170" fmla="*/ 38696 h 177715"/>
                <a:gd name="csX171" fmla="*/ 36307 w 240297"/>
                <a:gd name="csY171" fmla="*/ 35830 h 177715"/>
                <a:gd name="csX172" fmla="*/ 40129 w 240297"/>
                <a:gd name="csY172" fmla="*/ 30575 h 177715"/>
                <a:gd name="csX173" fmla="*/ 51595 w 240297"/>
                <a:gd name="csY173" fmla="*/ 25797 h 177715"/>
                <a:gd name="csX174" fmla="*/ 56372 w 240297"/>
                <a:gd name="csY174" fmla="*/ 24842 h 177715"/>
                <a:gd name="csX175" fmla="*/ 60672 w 240297"/>
                <a:gd name="csY175" fmla="*/ 25320 h 177715"/>
                <a:gd name="csX176" fmla="*/ 65449 w 240297"/>
                <a:gd name="csY176" fmla="*/ 27708 h 177715"/>
                <a:gd name="csX177" fmla="*/ 67360 w 240297"/>
                <a:gd name="csY177" fmla="*/ 29142 h 177715"/>
                <a:gd name="csX178" fmla="*/ 68793 w 240297"/>
                <a:gd name="csY178" fmla="*/ 31530 h 177715"/>
                <a:gd name="csX179" fmla="*/ 69271 w 240297"/>
                <a:gd name="csY179" fmla="*/ 33441 h 177715"/>
                <a:gd name="csX180" fmla="*/ 69271 w 240297"/>
                <a:gd name="csY180" fmla="*/ 37263 h 177715"/>
                <a:gd name="csX181" fmla="*/ 69271 w 240297"/>
                <a:gd name="csY181" fmla="*/ 38696 h 177715"/>
                <a:gd name="csX182" fmla="*/ 70226 w 240297"/>
                <a:gd name="csY182" fmla="*/ 41085 h 177715"/>
                <a:gd name="csX183" fmla="*/ 73093 w 240297"/>
                <a:gd name="csY183" fmla="*/ 46340 h 177715"/>
                <a:gd name="csX184" fmla="*/ 75004 w 240297"/>
                <a:gd name="csY184" fmla="*/ 48251 h 177715"/>
                <a:gd name="csX185" fmla="*/ 84080 w 240297"/>
                <a:gd name="csY185" fmla="*/ 44907 h 177715"/>
                <a:gd name="csX186" fmla="*/ 87902 w 240297"/>
                <a:gd name="csY186" fmla="*/ 44429 h 177715"/>
                <a:gd name="csX187" fmla="*/ 91724 w 240297"/>
                <a:gd name="csY187" fmla="*/ 45384 h 177715"/>
                <a:gd name="csX188" fmla="*/ 97457 w 240297"/>
                <a:gd name="csY188" fmla="*/ 48728 h 177715"/>
                <a:gd name="csX189" fmla="*/ 104623 w 240297"/>
                <a:gd name="csY189" fmla="*/ 58283 h 177715"/>
                <a:gd name="csX190" fmla="*/ 113700 w 240297"/>
                <a:gd name="csY190" fmla="*/ 68315 h 177715"/>
                <a:gd name="csX191" fmla="*/ 113700 w 240297"/>
                <a:gd name="csY191" fmla="*/ 70226 h 177715"/>
                <a:gd name="csX192" fmla="*/ 109878 w 240297"/>
                <a:gd name="csY192" fmla="*/ 73570 h 177715"/>
                <a:gd name="csX193" fmla="*/ 109400 w 240297"/>
                <a:gd name="csY193" fmla="*/ 75004 h 177715"/>
                <a:gd name="csX194" fmla="*/ 109878 w 240297"/>
                <a:gd name="csY194" fmla="*/ 75959 h 177715"/>
                <a:gd name="csX195" fmla="*/ 113700 w 240297"/>
                <a:gd name="csY195" fmla="*/ 76914 h 177715"/>
                <a:gd name="csX196" fmla="*/ 116566 w 240297"/>
                <a:gd name="csY196" fmla="*/ 76437 h 177715"/>
                <a:gd name="csX197" fmla="*/ 119910 w 240297"/>
                <a:gd name="csY197" fmla="*/ 76914 h 177715"/>
                <a:gd name="csX198" fmla="*/ 120866 w 240297"/>
                <a:gd name="csY198" fmla="*/ 77870 h 177715"/>
                <a:gd name="csX199" fmla="*/ 121821 w 240297"/>
                <a:gd name="csY199" fmla="*/ 81692 h 177715"/>
                <a:gd name="csX200" fmla="*/ 123254 w 240297"/>
                <a:gd name="csY200" fmla="*/ 87902 h 177715"/>
                <a:gd name="csX201" fmla="*/ 125165 w 240297"/>
                <a:gd name="csY201" fmla="*/ 92679 h 177715"/>
                <a:gd name="csX202" fmla="*/ 127554 w 240297"/>
                <a:gd name="csY202" fmla="*/ 95546 h 177715"/>
                <a:gd name="csX203" fmla="*/ 129942 w 240297"/>
                <a:gd name="csY203" fmla="*/ 96979 h 177715"/>
                <a:gd name="csX204" fmla="*/ 133286 w 240297"/>
                <a:gd name="csY204" fmla="*/ 97457 h 177715"/>
                <a:gd name="csX205" fmla="*/ 136153 w 240297"/>
                <a:gd name="csY205" fmla="*/ 96501 h 177715"/>
                <a:gd name="csX206" fmla="*/ 141408 w 240297"/>
                <a:gd name="csY206" fmla="*/ 96501 h 177715"/>
                <a:gd name="csX207" fmla="*/ 168639 w 240297"/>
                <a:gd name="csY207" fmla="*/ 100323 h 177715"/>
                <a:gd name="csX208" fmla="*/ 170549 w 240297"/>
                <a:gd name="csY208" fmla="*/ 99845 h 177715"/>
                <a:gd name="csX209" fmla="*/ 171505 w 240297"/>
                <a:gd name="csY209" fmla="*/ 97457 h 177715"/>
                <a:gd name="csX210" fmla="*/ 172460 w 240297"/>
                <a:gd name="csY210" fmla="*/ 94591 h 177715"/>
                <a:gd name="csX211" fmla="*/ 172460 w 240297"/>
                <a:gd name="csY211" fmla="*/ 91724 h 177715"/>
                <a:gd name="csX212" fmla="*/ 171983 w 240297"/>
                <a:gd name="csY212" fmla="*/ 87902 h 177715"/>
                <a:gd name="csX213" fmla="*/ 171505 w 240297"/>
                <a:gd name="csY213" fmla="*/ 85991 h 177715"/>
                <a:gd name="csX214" fmla="*/ 154784 w 240297"/>
                <a:gd name="csY214" fmla="*/ 74048 h 177715"/>
                <a:gd name="csX215" fmla="*/ 153351 w 240297"/>
                <a:gd name="csY215" fmla="*/ 69271 h 177715"/>
                <a:gd name="csX216" fmla="*/ 161473 w 240297"/>
                <a:gd name="csY216" fmla="*/ 62105 h 177715"/>
                <a:gd name="csX217" fmla="*/ 161950 w 240297"/>
                <a:gd name="csY217" fmla="*/ 60672 h 177715"/>
                <a:gd name="csX218" fmla="*/ 162428 w 240297"/>
                <a:gd name="csY218" fmla="*/ 58283 h 177715"/>
                <a:gd name="csX219" fmla="*/ 161950 w 240297"/>
                <a:gd name="csY219" fmla="*/ 55417 h 177715"/>
                <a:gd name="csX220" fmla="*/ 160995 w 240297"/>
                <a:gd name="csY220" fmla="*/ 53028 h 177715"/>
                <a:gd name="csX221" fmla="*/ 156218 w 240297"/>
                <a:gd name="csY221" fmla="*/ 47773 h 177715"/>
                <a:gd name="csX222" fmla="*/ 152396 w 240297"/>
                <a:gd name="csY222" fmla="*/ 46818 h 177715"/>
                <a:gd name="csX223" fmla="*/ 146663 w 240297"/>
                <a:gd name="csY223" fmla="*/ 41563 h 177715"/>
                <a:gd name="csX224" fmla="*/ 145707 w 240297"/>
                <a:gd name="csY224" fmla="*/ 40607 h 177715"/>
                <a:gd name="csX225" fmla="*/ 145230 w 240297"/>
                <a:gd name="csY225" fmla="*/ 38218 h 177715"/>
                <a:gd name="csX226" fmla="*/ 144274 w 240297"/>
                <a:gd name="csY226" fmla="*/ 35830 h 177715"/>
                <a:gd name="csX227" fmla="*/ 144752 w 240297"/>
                <a:gd name="csY227" fmla="*/ 33441 h 177715"/>
                <a:gd name="csX228" fmla="*/ 145230 w 240297"/>
                <a:gd name="csY228" fmla="*/ 32008 h 177715"/>
                <a:gd name="csX229" fmla="*/ 150963 w 240297"/>
                <a:gd name="csY229" fmla="*/ 26753 h 177715"/>
                <a:gd name="csX230" fmla="*/ 153351 w 240297"/>
                <a:gd name="csY230" fmla="*/ 23886 h 177715"/>
                <a:gd name="csX231" fmla="*/ 160517 w 240297"/>
                <a:gd name="csY231" fmla="*/ 10510 h 177715"/>
                <a:gd name="csX232" fmla="*/ 163861 w 240297"/>
                <a:gd name="csY232" fmla="*/ 5255 h 177715"/>
                <a:gd name="csX233" fmla="*/ 166250 w 240297"/>
                <a:gd name="csY233" fmla="*/ 2389 h 177715"/>
                <a:gd name="csX234" fmla="*/ 168639 w 240297"/>
                <a:gd name="csY234" fmla="*/ 956 h 177715"/>
                <a:gd name="csX235" fmla="*/ 173893 w 240297"/>
                <a:gd name="csY235" fmla="*/ 0 h 177715"/>
                <a:gd name="csX236" fmla="*/ 179626 w 240297"/>
                <a:gd name="csY236" fmla="*/ 5255 h 177715"/>
                <a:gd name="csX237" fmla="*/ 180582 w 240297"/>
                <a:gd name="csY237" fmla="*/ 5733 h 177715"/>
                <a:gd name="csX238" fmla="*/ 181059 w 240297"/>
                <a:gd name="csY238" fmla="*/ 6688 h 177715"/>
                <a:gd name="csX239" fmla="*/ 181059 w 240297"/>
                <a:gd name="csY239" fmla="*/ 9077 h 177715"/>
                <a:gd name="csX240" fmla="*/ 180104 w 240297"/>
                <a:gd name="csY240" fmla="*/ 11466 h 177715"/>
                <a:gd name="csX241" fmla="*/ 178193 w 240297"/>
                <a:gd name="csY241" fmla="*/ 15287 h 177715"/>
                <a:gd name="csX242" fmla="*/ 177715 w 240297"/>
                <a:gd name="csY242" fmla="*/ 17198 h 177715"/>
                <a:gd name="csX243" fmla="*/ 177715 w 240297"/>
                <a:gd name="csY243" fmla="*/ 18631 h 177715"/>
                <a:gd name="csX244" fmla="*/ 179149 w 240297"/>
                <a:gd name="csY244" fmla="*/ 22931 h 177715"/>
                <a:gd name="csX245" fmla="*/ 179626 w 240297"/>
                <a:gd name="csY245" fmla="*/ 25320 h 177715"/>
                <a:gd name="csX246" fmla="*/ 180104 w 240297"/>
                <a:gd name="csY246" fmla="*/ 29619 h 177715"/>
                <a:gd name="csX247" fmla="*/ 180104 w 240297"/>
                <a:gd name="csY247" fmla="*/ 30097 h 177715"/>
                <a:gd name="csX248" fmla="*/ 183448 w 240297"/>
                <a:gd name="csY248" fmla="*/ 33919 h 177715"/>
                <a:gd name="csX249" fmla="*/ 186314 w 240297"/>
                <a:gd name="csY249" fmla="*/ 38696 h 177715"/>
                <a:gd name="csX250" fmla="*/ 187748 w 240297"/>
                <a:gd name="csY250" fmla="*/ 45862 h 177715"/>
                <a:gd name="csX251" fmla="*/ 186792 w 240297"/>
                <a:gd name="csY251" fmla="*/ 48728 h 177715"/>
                <a:gd name="csX252" fmla="*/ 184404 w 240297"/>
                <a:gd name="csY252" fmla="*/ 52072 h 177715"/>
                <a:gd name="csX253" fmla="*/ 182970 w 240297"/>
                <a:gd name="csY253" fmla="*/ 54939 h 177715"/>
                <a:gd name="csX254" fmla="*/ 182493 w 240297"/>
                <a:gd name="csY254" fmla="*/ 57328 h 177715"/>
                <a:gd name="csX255" fmla="*/ 182493 w 240297"/>
                <a:gd name="csY255" fmla="*/ 58761 h 177715"/>
                <a:gd name="csX256" fmla="*/ 184404 w 240297"/>
                <a:gd name="csY256" fmla="*/ 59716 h 177715"/>
                <a:gd name="csX257" fmla="*/ 187270 w 240297"/>
                <a:gd name="csY257" fmla="*/ 59716 h 177715"/>
                <a:gd name="csX258" fmla="*/ 190136 w 240297"/>
                <a:gd name="csY258" fmla="*/ 58761 h 177715"/>
                <a:gd name="csX259" fmla="*/ 193480 w 240297"/>
                <a:gd name="csY259" fmla="*/ 59238 h 177715"/>
                <a:gd name="csX260" fmla="*/ 194914 w 240297"/>
                <a:gd name="csY260" fmla="*/ 61149 h 177715"/>
                <a:gd name="csX261" fmla="*/ 195869 w 240297"/>
                <a:gd name="csY261" fmla="*/ 64016 h 177715"/>
                <a:gd name="csX262" fmla="*/ 195869 w 240297"/>
                <a:gd name="csY262" fmla="*/ 65927 h 177715"/>
                <a:gd name="csX263" fmla="*/ 195869 w 240297"/>
                <a:gd name="csY263" fmla="*/ 67360 h 177715"/>
                <a:gd name="csX264" fmla="*/ 195391 w 240297"/>
                <a:gd name="csY264" fmla="*/ 68315 h 177715"/>
                <a:gd name="csX265" fmla="*/ 191092 w 240297"/>
                <a:gd name="csY265" fmla="*/ 75959 h 177715"/>
                <a:gd name="csX266" fmla="*/ 190136 w 240297"/>
                <a:gd name="csY266" fmla="*/ 78348 h 177715"/>
                <a:gd name="csX267" fmla="*/ 191092 w 240297"/>
                <a:gd name="csY267" fmla="*/ 78825 h 177715"/>
                <a:gd name="csX268" fmla="*/ 192047 w 240297"/>
                <a:gd name="csY268" fmla="*/ 78348 h 177715"/>
                <a:gd name="csX269" fmla="*/ 196347 w 240297"/>
                <a:gd name="csY269" fmla="*/ 73093 h 177715"/>
                <a:gd name="csX270" fmla="*/ 199691 w 240297"/>
                <a:gd name="csY270" fmla="*/ 71182 h 177715"/>
                <a:gd name="csX271" fmla="*/ 202080 w 240297"/>
                <a:gd name="csY271" fmla="*/ 70704 h 177715"/>
                <a:gd name="csX272" fmla="*/ 205901 w 240297"/>
                <a:gd name="csY272" fmla="*/ 72137 h 177715"/>
                <a:gd name="csX273" fmla="*/ 207335 w 240297"/>
                <a:gd name="csY273" fmla="*/ 73093 h 177715"/>
                <a:gd name="csX274" fmla="*/ 208768 w 240297"/>
                <a:gd name="csY274" fmla="*/ 74048 h 177715"/>
                <a:gd name="csX275" fmla="*/ 209246 w 240297"/>
                <a:gd name="csY275" fmla="*/ 75481 h 177715"/>
                <a:gd name="csX276" fmla="*/ 210679 w 240297"/>
                <a:gd name="csY276" fmla="*/ 80736 h 177715"/>
                <a:gd name="csX277" fmla="*/ 212112 w 240297"/>
                <a:gd name="csY277" fmla="*/ 87425 h 177715"/>
                <a:gd name="csX278" fmla="*/ 212112 w 240297"/>
                <a:gd name="csY278" fmla="*/ 86947 h 177715"/>
                <a:gd name="csX279" fmla="*/ 212112 w 240297"/>
                <a:gd name="csY279" fmla="*/ 83125 h 177715"/>
                <a:gd name="csX280" fmla="*/ 212112 w 240297"/>
                <a:gd name="csY280" fmla="*/ 79781 h 177715"/>
                <a:gd name="csX281" fmla="*/ 216412 w 240297"/>
                <a:gd name="csY281" fmla="*/ 77870 h 177715"/>
                <a:gd name="csX282" fmla="*/ 216412 w 240297"/>
                <a:gd name="csY282" fmla="*/ 77392 h 177715"/>
                <a:gd name="csX283" fmla="*/ 214978 w 240297"/>
                <a:gd name="csY283" fmla="*/ 75481 h 177715"/>
                <a:gd name="csX284" fmla="*/ 213545 w 240297"/>
                <a:gd name="csY284" fmla="*/ 73093 h 177715"/>
                <a:gd name="csX285" fmla="*/ 213067 w 240297"/>
                <a:gd name="csY285" fmla="*/ 69271 h 177715"/>
                <a:gd name="csX286" fmla="*/ 213067 w 240297"/>
                <a:gd name="csY286" fmla="*/ 67360 h 177715"/>
                <a:gd name="csX287" fmla="*/ 214023 w 240297"/>
                <a:gd name="csY287" fmla="*/ 65449 h 177715"/>
                <a:gd name="csX288" fmla="*/ 216412 w 240297"/>
                <a:gd name="csY288" fmla="*/ 62105 h 177715"/>
                <a:gd name="csX289" fmla="*/ 219756 w 240297"/>
                <a:gd name="csY289" fmla="*/ 59716 h 177715"/>
                <a:gd name="csX290" fmla="*/ 222144 w 240297"/>
                <a:gd name="csY290" fmla="*/ 59238 h 177715"/>
                <a:gd name="csX291" fmla="*/ 231699 w 240297"/>
                <a:gd name="csY291" fmla="*/ 63060 h 177715"/>
                <a:gd name="csX292" fmla="*/ 235521 w 240297"/>
                <a:gd name="csY292" fmla="*/ 66404 h 177715"/>
                <a:gd name="csX293" fmla="*/ 237432 w 240297"/>
                <a:gd name="csY293" fmla="*/ 67838 h 177715"/>
                <a:gd name="csX294" fmla="*/ 237909 w 240297"/>
                <a:gd name="csY294" fmla="*/ 69271 h 177715"/>
                <a:gd name="csX295" fmla="*/ 238865 w 240297"/>
                <a:gd name="csY295" fmla="*/ 72615 h 177715"/>
                <a:gd name="csX296" fmla="*/ 240298 w 240297"/>
                <a:gd name="csY296" fmla="*/ 82647 h 177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</a:cxnLst>
              <a:rect l="l" t="t" r="r" b="b"/>
              <a:pathLst>
                <a:path w="240297" h="177715">
                  <a:moveTo>
                    <a:pt x="240298" y="82647"/>
                  </a:moveTo>
                  <a:lnTo>
                    <a:pt x="240298" y="85991"/>
                  </a:lnTo>
                  <a:lnTo>
                    <a:pt x="239342" y="91246"/>
                  </a:lnTo>
                  <a:lnTo>
                    <a:pt x="236476" y="100801"/>
                  </a:lnTo>
                  <a:lnTo>
                    <a:pt x="235998" y="107011"/>
                  </a:lnTo>
                  <a:lnTo>
                    <a:pt x="232654" y="122777"/>
                  </a:lnTo>
                  <a:lnTo>
                    <a:pt x="230743" y="127076"/>
                  </a:lnTo>
                  <a:lnTo>
                    <a:pt x="228355" y="129942"/>
                  </a:lnTo>
                  <a:lnTo>
                    <a:pt x="218322" y="135198"/>
                  </a:lnTo>
                  <a:lnTo>
                    <a:pt x="211156" y="140452"/>
                  </a:lnTo>
                  <a:lnTo>
                    <a:pt x="209246" y="141408"/>
                  </a:lnTo>
                  <a:lnTo>
                    <a:pt x="207335" y="141408"/>
                  </a:lnTo>
                  <a:lnTo>
                    <a:pt x="201124" y="139975"/>
                  </a:lnTo>
                  <a:lnTo>
                    <a:pt x="193958" y="136631"/>
                  </a:lnTo>
                  <a:lnTo>
                    <a:pt x="190136" y="137586"/>
                  </a:lnTo>
                  <a:lnTo>
                    <a:pt x="185837" y="139975"/>
                  </a:lnTo>
                  <a:lnTo>
                    <a:pt x="183448" y="140452"/>
                  </a:lnTo>
                  <a:lnTo>
                    <a:pt x="181059" y="139975"/>
                  </a:lnTo>
                  <a:lnTo>
                    <a:pt x="178671" y="139497"/>
                  </a:lnTo>
                  <a:lnTo>
                    <a:pt x="175327" y="137108"/>
                  </a:lnTo>
                  <a:lnTo>
                    <a:pt x="177238" y="136153"/>
                  </a:lnTo>
                  <a:lnTo>
                    <a:pt x="177715" y="134720"/>
                  </a:lnTo>
                  <a:lnTo>
                    <a:pt x="177238" y="133764"/>
                  </a:lnTo>
                  <a:lnTo>
                    <a:pt x="173893" y="131853"/>
                  </a:lnTo>
                  <a:lnTo>
                    <a:pt x="170549" y="135675"/>
                  </a:lnTo>
                  <a:lnTo>
                    <a:pt x="160517" y="144752"/>
                  </a:lnTo>
                  <a:lnTo>
                    <a:pt x="147141" y="147618"/>
                  </a:lnTo>
                  <a:lnTo>
                    <a:pt x="142841" y="149529"/>
                  </a:lnTo>
                  <a:lnTo>
                    <a:pt x="139975" y="151918"/>
                  </a:lnTo>
                  <a:lnTo>
                    <a:pt x="138064" y="153829"/>
                  </a:lnTo>
                  <a:lnTo>
                    <a:pt x="135675" y="158128"/>
                  </a:lnTo>
                  <a:lnTo>
                    <a:pt x="131853" y="161473"/>
                  </a:lnTo>
                  <a:lnTo>
                    <a:pt x="125165" y="165294"/>
                  </a:lnTo>
                  <a:lnTo>
                    <a:pt x="116566" y="171027"/>
                  </a:lnTo>
                  <a:lnTo>
                    <a:pt x="100801" y="176760"/>
                  </a:lnTo>
                  <a:lnTo>
                    <a:pt x="90769" y="177715"/>
                  </a:lnTo>
                  <a:lnTo>
                    <a:pt x="81214" y="175805"/>
                  </a:lnTo>
                  <a:lnTo>
                    <a:pt x="77870" y="174371"/>
                  </a:lnTo>
                  <a:lnTo>
                    <a:pt x="74526" y="171505"/>
                  </a:lnTo>
                  <a:lnTo>
                    <a:pt x="67838" y="165772"/>
                  </a:lnTo>
                  <a:lnTo>
                    <a:pt x="65927" y="163861"/>
                  </a:lnTo>
                  <a:lnTo>
                    <a:pt x="64016" y="159084"/>
                  </a:lnTo>
                  <a:lnTo>
                    <a:pt x="64971" y="156218"/>
                  </a:lnTo>
                  <a:lnTo>
                    <a:pt x="68793" y="152873"/>
                  </a:lnTo>
                  <a:lnTo>
                    <a:pt x="74048" y="149529"/>
                  </a:lnTo>
                  <a:lnTo>
                    <a:pt x="84558" y="145230"/>
                  </a:lnTo>
                  <a:lnTo>
                    <a:pt x="94591" y="138064"/>
                  </a:lnTo>
                  <a:lnTo>
                    <a:pt x="97935" y="136631"/>
                  </a:lnTo>
                  <a:lnTo>
                    <a:pt x="107011" y="135675"/>
                  </a:lnTo>
                  <a:lnTo>
                    <a:pt x="111789" y="136153"/>
                  </a:lnTo>
                  <a:lnTo>
                    <a:pt x="115133" y="136153"/>
                  </a:lnTo>
                  <a:lnTo>
                    <a:pt x="117521" y="135198"/>
                  </a:lnTo>
                  <a:lnTo>
                    <a:pt x="120866" y="132331"/>
                  </a:lnTo>
                  <a:lnTo>
                    <a:pt x="125643" y="127554"/>
                  </a:lnTo>
                  <a:lnTo>
                    <a:pt x="129465" y="122777"/>
                  </a:lnTo>
                  <a:lnTo>
                    <a:pt x="130420" y="120388"/>
                  </a:lnTo>
                  <a:lnTo>
                    <a:pt x="128987" y="118477"/>
                  </a:lnTo>
                  <a:lnTo>
                    <a:pt x="127076" y="117999"/>
                  </a:lnTo>
                  <a:lnTo>
                    <a:pt x="121343" y="122777"/>
                  </a:lnTo>
                  <a:lnTo>
                    <a:pt x="118477" y="124687"/>
                  </a:lnTo>
                  <a:lnTo>
                    <a:pt x="115611" y="124687"/>
                  </a:lnTo>
                  <a:lnTo>
                    <a:pt x="110833" y="126121"/>
                  </a:lnTo>
                  <a:lnTo>
                    <a:pt x="107011" y="127076"/>
                  </a:lnTo>
                  <a:lnTo>
                    <a:pt x="106056" y="127076"/>
                  </a:lnTo>
                  <a:lnTo>
                    <a:pt x="101756" y="122299"/>
                  </a:lnTo>
                  <a:lnTo>
                    <a:pt x="99368" y="121343"/>
                  </a:lnTo>
                  <a:lnTo>
                    <a:pt x="97935" y="121821"/>
                  </a:lnTo>
                  <a:lnTo>
                    <a:pt x="96979" y="123254"/>
                  </a:lnTo>
                  <a:lnTo>
                    <a:pt x="95068" y="126598"/>
                  </a:lnTo>
                  <a:lnTo>
                    <a:pt x="94113" y="128032"/>
                  </a:lnTo>
                  <a:lnTo>
                    <a:pt x="92202" y="128987"/>
                  </a:lnTo>
                  <a:lnTo>
                    <a:pt x="84558" y="129942"/>
                  </a:lnTo>
                  <a:lnTo>
                    <a:pt x="76914" y="131376"/>
                  </a:lnTo>
                  <a:lnTo>
                    <a:pt x="75481" y="130420"/>
                  </a:lnTo>
                  <a:lnTo>
                    <a:pt x="74526" y="128509"/>
                  </a:lnTo>
                  <a:lnTo>
                    <a:pt x="74048" y="127076"/>
                  </a:lnTo>
                  <a:lnTo>
                    <a:pt x="74048" y="123254"/>
                  </a:lnTo>
                  <a:lnTo>
                    <a:pt x="73570" y="121343"/>
                  </a:lnTo>
                  <a:lnTo>
                    <a:pt x="74048" y="117999"/>
                  </a:lnTo>
                  <a:lnTo>
                    <a:pt x="75004" y="115611"/>
                  </a:lnTo>
                  <a:lnTo>
                    <a:pt x="75959" y="113700"/>
                  </a:lnTo>
                  <a:lnTo>
                    <a:pt x="81214" y="107967"/>
                  </a:lnTo>
                  <a:lnTo>
                    <a:pt x="81692" y="107011"/>
                  </a:lnTo>
                  <a:lnTo>
                    <a:pt x="79303" y="107011"/>
                  </a:lnTo>
                  <a:lnTo>
                    <a:pt x="73570" y="109878"/>
                  </a:lnTo>
                  <a:lnTo>
                    <a:pt x="73093" y="108922"/>
                  </a:lnTo>
                  <a:lnTo>
                    <a:pt x="71659" y="105578"/>
                  </a:lnTo>
                  <a:lnTo>
                    <a:pt x="71182" y="105578"/>
                  </a:lnTo>
                  <a:lnTo>
                    <a:pt x="70226" y="106534"/>
                  </a:lnTo>
                  <a:lnTo>
                    <a:pt x="69749" y="108445"/>
                  </a:lnTo>
                  <a:lnTo>
                    <a:pt x="68793" y="115611"/>
                  </a:lnTo>
                  <a:lnTo>
                    <a:pt x="67838" y="119432"/>
                  </a:lnTo>
                  <a:lnTo>
                    <a:pt x="65449" y="118477"/>
                  </a:lnTo>
                  <a:lnTo>
                    <a:pt x="63060" y="116566"/>
                  </a:lnTo>
                  <a:lnTo>
                    <a:pt x="61627" y="116088"/>
                  </a:lnTo>
                  <a:lnTo>
                    <a:pt x="61149" y="117044"/>
                  </a:lnTo>
                  <a:lnTo>
                    <a:pt x="61149" y="117999"/>
                  </a:lnTo>
                  <a:lnTo>
                    <a:pt x="64493" y="124210"/>
                  </a:lnTo>
                  <a:lnTo>
                    <a:pt x="64493" y="126598"/>
                  </a:lnTo>
                  <a:lnTo>
                    <a:pt x="62583" y="130420"/>
                  </a:lnTo>
                  <a:lnTo>
                    <a:pt x="54461" y="136631"/>
                  </a:lnTo>
                  <a:lnTo>
                    <a:pt x="51117" y="138064"/>
                  </a:lnTo>
                  <a:lnTo>
                    <a:pt x="50162" y="137586"/>
                  </a:lnTo>
                  <a:lnTo>
                    <a:pt x="49206" y="135675"/>
                  </a:lnTo>
                  <a:lnTo>
                    <a:pt x="48251" y="132809"/>
                  </a:lnTo>
                  <a:lnTo>
                    <a:pt x="45862" y="129465"/>
                  </a:lnTo>
                  <a:lnTo>
                    <a:pt x="44907" y="128509"/>
                  </a:lnTo>
                  <a:lnTo>
                    <a:pt x="43473" y="128509"/>
                  </a:lnTo>
                  <a:lnTo>
                    <a:pt x="42040" y="128987"/>
                  </a:lnTo>
                  <a:lnTo>
                    <a:pt x="41085" y="130898"/>
                  </a:lnTo>
                  <a:lnTo>
                    <a:pt x="40129" y="132331"/>
                  </a:lnTo>
                  <a:lnTo>
                    <a:pt x="39652" y="135675"/>
                  </a:lnTo>
                  <a:lnTo>
                    <a:pt x="37741" y="138064"/>
                  </a:lnTo>
                  <a:lnTo>
                    <a:pt x="37263" y="138542"/>
                  </a:lnTo>
                  <a:lnTo>
                    <a:pt x="28664" y="133286"/>
                  </a:lnTo>
                  <a:lnTo>
                    <a:pt x="22453" y="124210"/>
                  </a:lnTo>
                  <a:lnTo>
                    <a:pt x="14810" y="125643"/>
                  </a:lnTo>
                  <a:lnTo>
                    <a:pt x="11943" y="125165"/>
                  </a:lnTo>
                  <a:lnTo>
                    <a:pt x="1911" y="121821"/>
                  </a:lnTo>
                  <a:lnTo>
                    <a:pt x="478" y="119910"/>
                  </a:lnTo>
                  <a:lnTo>
                    <a:pt x="0" y="117044"/>
                  </a:lnTo>
                  <a:lnTo>
                    <a:pt x="0" y="115611"/>
                  </a:lnTo>
                  <a:lnTo>
                    <a:pt x="478" y="114177"/>
                  </a:lnTo>
                  <a:lnTo>
                    <a:pt x="1911" y="110833"/>
                  </a:lnTo>
                  <a:lnTo>
                    <a:pt x="4300" y="106534"/>
                  </a:lnTo>
                  <a:lnTo>
                    <a:pt x="5255" y="105100"/>
                  </a:lnTo>
                  <a:lnTo>
                    <a:pt x="6688" y="103667"/>
                  </a:lnTo>
                  <a:lnTo>
                    <a:pt x="8599" y="102712"/>
                  </a:lnTo>
                  <a:lnTo>
                    <a:pt x="13854" y="102234"/>
                  </a:lnTo>
                  <a:lnTo>
                    <a:pt x="27708" y="101756"/>
                  </a:lnTo>
                  <a:lnTo>
                    <a:pt x="30097" y="101279"/>
                  </a:lnTo>
                  <a:lnTo>
                    <a:pt x="44907" y="92202"/>
                  </a:lnTo>
                  <a:lnTo>
                    <a:pt x="46340" y="90769"/>
                  </a:lnTo>
                  <a:lnTo>
                    <a:pt x="48728" y="87425"/>
                  </a:lnTo>
                  <a:lnTo>
                    <a:pt x="49206" y="86469"/>
                  </a:lnTo>
                  <a:lnTo>
                    <a:pt x="49206" y="85514"/>
                  </a:lnTo>
                  <a:lnTo>
                    <a:pt x="31052" y="93157"/>
                  </a:lnTo>
                  <a:lnTo>
                    <a:pt x="23409" y="94591"/>
                  </a:lnTo>
                  <a:lnTo>
                    <a:pt x="11465" y="93157"/>
                  </a:lnTo>
                  <a:lnTo>
                    <a:pt x="9077" y="92202"/>
                  </a:lnTo>
                  <a:lnTo>
                    <a:pt x="8599" y="90291"/>
                  </a:lnTo>
                  <a:lnTo>
                    <a:pt x="10988" y="84558"/>
                  </a:lnTo>
                  <a:lnTo>
                    <a:pt x="12421" y="82647"/>
                  </a:lnTo>
                  <a:lnTo>
                    <a:pt x="15765" y="80736"/>
                  </a:lnTo>
                  <a:lnTo>
                    <a:pt x="23886" y="77870"/>
                  </a:lnTo>
                  <a:lnTo>
                    <a:pt x="34874" y="75481"/>
                  </a:lnTo>
                  <a:lnTo>
                    <a:pt x="42040" y="75481"/>
                  </a:lnTo>
                  <a:lnTo>
                    <a:pt x="48251" y="73570"/>
                  </a:lnTo>
                  <a:lnTo>
                    <a:pt x="51595" y="71659"/>
                  </a:lnTo>
                  <a:lnTo>
                    <a:pt x="39652" y="71659"/>
                  </a:lnTo>
                  <a:lnTo>
                    <a:pt x="24842" y="72615"/>
                  </a:lnTo>
                  <a:lnTo>
                    <a:pt x="22931" y="72137"/>
                  </a:lnTo>
                  <a:lnTo>
                    <a:pt x="18631" y="69271"/>
                  </a:lnTo>
                  <a:lnTo>
                    <a:pt x="18631" y="66882"/>
                  </a:lnTo>
                  <a:lnTo>
                    <a:pt x="20065" y="64493"/>
                  </a:lnTo>
                  <a:lnTo>
                    <a:pt x="21020" y="62583"/>
                  </a:lnTo>
                  <a:lnTo>
                    <a:pt x="19587" y="58283"/>
                  </a:lnTo>
                  <a:lnTo>
                    <a:pt x="20065" y="56372"/>
                  </a:lnTo>
                  <a:lnTo>
                    <a:pt x="22931" y="53028"/>
                  </a:lnTo>
                  <a:lnTo>
                    <a:pt x="27708" y="49206"/>
                  </a:lnTo>
                  <a:lnTo>
                    <a:pt x="30575" y="48728"/>
                  </a:lnTo>
                  <a:lnTo>
                    <a:pt x="36307" y="49684"/>
                  </a:lnTo>
                  <a:lnTo>
                    <a:pt x="52550" y="51117"/>
                  </a:lnTo>
                  <a:lnTo>
                    <a:pt x="55894" y="50639"/>
                  </a:lnTo>
                  <a:lnTo>
                    <a:pt x="53984" y="49206"/>
                  </a:lnTo>
                  <a:lnTo>
                    <a:pt x="51117" y="47773"/>
                  </a:lnTo>
                  <a:lnTo>
                    <a:pt x="38218" y="45384"/>
                  </a:lnTo>
                  <a:lnTo>
                    <a:pt x="35830" y="44429"/>
                  </a:lnTo>
                  <a:lnTo>
                    <a:pt x="35352" y="43473"/>
                  </a:lnTo>
                  <a:lnTo>
                    <a:pt x="34874" y="41085"/>
                  </a:lnTo>
                  <a:lnTo>
                    <a:pt x="35352" y="38696"/>
                  </a:lnTo>
                  <a:lnTo>
                    <a:pt x="36307" y="35830"/>
                  </a:lnTo>
                  <a:lnTo>
                    <a:pt x="40129" y="30575"/>
                  </a:lnTo>
                  <a:lnTo>
                    <a:pt x="51595" y="25797"/>
                  </a:lnTo>
                  <a:lnTo>
                    <a:pt x="56372" y="24842"/>
                  </a:lnTo>
                  <a:lnTo>
                    <a:pt x="60672" y="25320"/>
                  </a:lnTo>
                  <a:lnTo>
                    <a:pt x="65449" y="27708"/>
                  </a:lnTo>
                  <a:lnTo>
                    <a:pt x="67360" y="29142"/>
                  </a:lnTo>
                  <a:lnTo>
                    <a:pt x="68793" y="31530"/>
                  </a:lnTo>
                  <a:lnTo>
                    <a:pt x="69271" y="33441"/>
                  </a:lnTo>
                  <a:lnTo>
                    <a:pt x="69271" y="37263"/>
                  </a:lnTo>
                  <a:lnTo>
                    <a:pt x="69271" y="38696"/>
                  </a:lnTo>
                  <a:lnTo>
                    <a:pt x="70226" y="41085"/>
                  </a:lnTo>
                  <a:lnTo>
                    <a:pt x="73093" y="46340"/>
                  </a:lnTo>
                  <a:lnTo>
                    <a:pt x="75004" y="48251"/>
                  </a:lnTo>
                  <a:lnTo>
                    <a:pt x="84080" y="44907"/>
                  </a:lnTo>
                  <a:lnTo>
                    <a:pt x="87902" y="44429"/>
                  </a:lnTo>
                  <a:lnTo>
                    <a:pt x="91724" y="45384"/>
                  </a:lnTo>
                  <a:lnTo>
                    <a:pt x="97457" y="48728"/>
                  </a:lnTo>
                  <a:lnTo>
                    <a:pt x="104623" y="58283"/>
                  </a:lnTo>
                  <a:lnTo>
                    <a:pt x="113700" y="68315"/>
                  </a:lnTo>
                  <a:lnTo>
                    <a:pt x="113700" y="70226"/>
                  </a:lnTo>
                  <a:lnTo>
                    <a:pt x="109878" y="73570"/>
                  </a:lnTo>
                  <a:lnTo>
                    <a:pt x="109400" y="75004"/>
                  </a:lnTo>
                  <a:lnTo>
                    <a:pt x="109878" y="75959"/>
                  </a:lnTo>
                  <a:lnTo>
                    <a:pt x="113700" y="76914"/>
                  </a:lnTo>
                  <a:lnTo>
                    <a:pt x="116566" y="76437"/>
                  </a:lnTo>
                  <a:lnTo>
                    <a:pt x="119910" y="76914"/>
                  </a:lnTo>
                  <a:lnTo>
                    <a:pt x="120866" y="77870"/>
                  </a:lnTo>
                  <a:lnTo>
                    <a:pt x="121821" y="81692"/>
                  </a:lnTo>
                  <a:lnTo>
                    <a:pt x="123254" y="87902"/>
                  </a:lnTo>
                  <a:lnTo>
                    <a:pt x="125165" y="92679"/>
                  </a:lnTo>
                  <a:lnTo>
                    <a:pt x="127554" y="95546"/>
                  </a:lnTo>
                  <a:lnTo>
                    <a:pt x="129942" y="96979"/>
                  </a:lnTo>
                  <a:lnTo>
                    <a:pt x="133286" y="97457"/>
                  </a:lnTo>
                  <a:lnTo>
                    <a:pt x="136153" y="96501"/>
                  </a:lnTo>
                  <a:lnTo>
                    <a:pt x="141408" y="96501"/>
                  </a:lnTo>
                  <a:lnTo>
                    <a:pt x="168639" y="100323"/>
                  </a:lnTo>
                  <a:lnTo>
                    <a:pt x="170549" y="99845"/>
                  </a:lnTo>
                  <a:lnTo>
                    <a:pt x="171505" y="97457"/>
                  </a:lnTo>
                  <a:lnTo>
                    <a:pt x="172460" y="94591"/>
                  </a:lnTo>
                  <a:lnTo>
                    <a:pt x="172460" y="91724"/>
                  </a:lnTo>
                  <a:lnTo>
                    <a:pt x="171983" y="87902"/>
                  </a:lnTo>
                  <a:lnTo>
                    <a:pt x="171505" y="85991"/>
                  </a:lnTo>
                  <a:lnTo>
                    <a:pt x="154784" y="74048"/>
                  </a:lnTo>
                  <a:lnTo>
                    <a:pt x="153351" y="69271"/>
                  </a:lnTo>
                  <a:lnTo>
                    <a:pt x="161473" y="62105"/>
                  </a:lnTo>
                  <a:lnTo>
                    <a:pt x="161950" y="60672"/>
                  </a:lnTo>
                  <a:lnTo>
                    <a:pt x="162428" y="58283"/>
                  </a:lnTo>
                  <a:lnTo>
                    <a:pt x="161950" y="55417"/>
                  </a:lnTo>
                  <a:lnTo>
                    <a:pt x="160995" y="53028"/>
                  </a:lnTo>
                  <a:lnTo>
                    <a:pt x="156218" y="47773"/>
                  </a:lnTo>
                  <a:lnTo>
                    <a:pt x="152396" y="46818"/>
                  </a:lnTo>
                  <a:lnTo>
                    <a:pt x="146663" y="41563"/>
                  </a:lnTo>
                  <a:lnTo>
                    <a:pt x="145707" y="40607"/>
                  </a:lnTo>
                  <a:lnTo>
                    <a:pt x="145230" y="38218"/>
                  </a:lnTo>
                  <a:lnTo>
                    <a:pt x="144274" y="35830"/>
                  </a:lnTo>
                  <a:lnTo>
                    <a:pt x="144752" y="33441"/>
                  </a:lnTo>
                  <a:lnTo>
                    <a:pt x="145230" y="32008"/>
                  </a:lnTo>
                  <a:lnTo>
                    <a:pt x="150963" y="26753"/>
                  </a:lnTo>
                  <a:lnTo>
                    <a:pt x="153351" y="23886"/>
                  </a:lnTo>
                  <a:lnTo>
                    <a:pt x="160517" y="10510"/>
                  </a:lnTo>
                  <a:lnTo>
                    <a:pt x="163861" y="5255"/>
                  </a:lnTo>
                  <a:lnTo>
                    <a:pt x="166250" y="2389"/>
                  </a:lnTo>
                  <a:lnTo>
                    <a:pt x="168639" y="956"/>
                  </a:lnTo>
                  <a:lnTo>
                    <a:pt x="173893" y="0"/>
                  </a:lnTo>
                  <a:lnTo>
                    <a:pt x="179626" y="5255"/>
                  </a:lnTo>
                  <a:lnTo>
                    <a:pt x="180582" y="5733"/>
                  </a:lnTo>
                  <a:lnTo>
                    <a:pt x="181059" y="6688"/>
                  </a:lnTo>
                  <a:lnTo>
                    <a:pt x="181059" y="9077"/>
                  </a:lnTo>
                  <a:lnTo>
                    <a:pt x="180104" y="11466"/>
                  </a:lnTo>
                  <a:lnTo>
                    <a:pt x="178193" y="15287"/>
                  </a:lnTo>
                  <a:lnTo>
                    <a:pt x="177715" y="17198"/>
                  </a:lnTo>
                  <a:lnTo>
                    <a:pt x="177715" y="18631"/>
                  </a:lnTo>
                  <a:lnTo>
                    <a:pt x="179149" y="22931"/>
                  </a:lnTo>
                  <a:lnTo>
                    <a:pt x="179626" y="25320"/>
                  </a:lnTo>
                  <a:lnTo>
                    <a:pt x="180104" y="29619"/>
                  </a:lnTo>
                  <a:lnTo>
                    <a:pt x="180104" y="30097"/>
                  </a:lnTo>
                  <a:lnTo>
                    <a:pt x="183448" y="33919"/>
                  </a:lnTo>
                  <a:lnTo>
                    <a:pt x="186314" y="38696"/>
                  </a:lnTo>
                  <a:lnTo>
                    <a:pt x="187748" y="45862"/>
                  </a:lnTo>
                  <a:lnTo>
                    <a:pt x="186792" y="48728"/>
                  </a:lnTo>
                  <a:lnTo>
                    <a:pt x="184404" y="52072"/>
                  </a:lnTo>
                  <a:lnTo>
                    <a:pt x="182970" y="54939"/>
                  </a:lnTo>
                  <a:lnTo>
                    <a:pt x="182493" y="57328"/>
                  </a:lnTo>
                  <a:lnTo>
                    <a:pt x="182493" y="58761"/>
                  </a:lnTo>
                  <a:lnTo>
                    <a:pt x="184404" y="59716"/>
                  </a:lnTo>
                  <a:lnTo>
                    <a:pt x="187270" y="59716"/>
                  </a:lnTo>
                  <a:lnTo>
                    <a:pt x="190136" y="58761"/>
                  </a:lnTo>
                  <a:lnTo>
                    <a:pt x="193480" y="59238"/>
                  </a:lnTo>
                  <a:lnTo>
                    <a:pt x="194914" y="61149"/>
                  </a:lnTo>
                  <a:lnTo>
                    <a:pt x="195869" y="64016"/>
                  </a:lnTo>
                  <a:lnTo>
                    <a:pt x="195869" y="65927"/>
                  </a:lnTo>
                  <a:lnTo>
                    <a:pt x="195869" y="67360"/>
                  </a:lnTo>
                  <a:lnTo>
                    <a:pt x="195391" y="68315"/>
                  </a:lnTo>
                  <a:lnTo>
                    <a:pt x="191092" y="75959"/>
                  </a:lnTo>
                  <a:lnTo>
                    <a:pt x="190136" y="78348"/>
                  </a:lnTo>
                  <a:lnTo>
                    <a:pt x="191092" y="78825"/>
                  </a:lnTo>
                  <a:lnTo>
                    <a:pt x="192047" y="78348"/>
                  </a:lnTo>
                  <a:lnTo>
                    <a:pt x="196347" y="73093"/>
                  </a:lnTo>
                  <a:lnTo>
                    <a:pt x="199691" y="71182"/>
                  </a:lnTo>
                  <a:lnTo>
                    <a:pt x="202080" y="70704"/>
                  </a:lnTo>
                  <a:lnTo>
                    <a:pt x="205901" y="72137"/>
                  </a:lnTo>
                  <a:lnTo>
                    <a:pt x="207335" y="73093"/>
                  </a:lnTo>
                  <a:lnTo>
                    <a:pt x="208768" y="74048"/>
                  </a:lnTo>
                  <a:lnTo>
                    <a:pt x="209246" y="75481"/>
                  </a:lnTo>
                  <a:lnTo>
                    <a:pt x="210679" y="80736"/>
                  </a:lnTo>
                  <a:lnTo>
                    <a:pt x="212112" y="87425"/>
                  </a:lnTo>
                  <a:lnTo>
                    <a:pt x="212112" y="86947"/>
                  </a:lnTo>
                  <a:lnTo>
                    <a:pt x="212112" y="83125"/>
                  </a:lnTo>
                  <a:lnTo>
                    <a:pt x="212112" y="79781"/>
                  </a:lnTo>
                  <a:lnTo>
                    <a:pt x="216412" y="77870"/>
                  </a:lnTo>
                  <a:lnTo>
                    <a:pt x="216412" y="77392"/>
                  </a:lnTo>
                  <a:lnTo>
                    <a:pt x="214978" y="75481"/>
                  </a:lnTo>
                  <a:lnTo>
                    <a:pt x="213545" y="73093"/>
                  </a:lnTo>
                  <a:lnTo>
                    <a:pt x="213067" y="69271"/>
                  </a:lnTo>
                  <a:lnTo>
                    <a:pt x="213067" y="67360"/>
                  </a:lnTo>
                  <a:lnTo>
                    <a:pt x="214023" y="65449"/>
                  </a:lnTo>
                  <a:lnTo>
                    <a:pt x="216412" y="62105"/>
                  </a:lnTo>
                  <a:lnTo>
                    <a:pt x="219756" y="59716"/>
                  </a:lnTo>
                  <a:lnTo>
                    <a:pt x="222144" y="59238"/>
                  </a:lnTo>
                  <a:lnTo>
                    <a:pt x="231699" y="63060"/>
                  </a:lnTo>
                  <a:lnTo>
                    <a:pt x="235521" y="66404"/>
                  </a:lnTo>
                  <a:lnTo>
                    <a:pt x="237432" y="67838"/>
                  </a:lnTo>
                  <a:lnTo>
                    <a:pt x="237909" y="69271"/>
                  </a:lnTo>
                  <a:lnTo>
                    <a:pt x="238865" y="72615"/>
                  </a:lnTo>
                  <a:lnTo>
                    <a:pt x="240298" y="8264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8" name="Freeform 3057">
              <a:extLst>
                <a:ext uri="{FF2B5EF4-FFF2-40B4-BE49-F238E27FC236}">
                  <a16:creationId xmlns:a16="http://schemas.microsoft.com/office/drawing/2014/main" id="{4A8B5077-1546-7D89-D2BA-05B0125630EA}"/>
                </a:ext>
              </a:extLst>
            </p:cNvPr>
            <p:cNvSpPr/>
            <p:nvPr/>
          </p:nvSpPr>
          <p:spPr>
            <a:xfrm>
              <a:off x="3740315" y="3080997"/>
              <a:ext cx="5732" cy="6688"/>
            </a:xfrm>
            <a:custGeom>
              <a:avLst/>
              <a:gdLst>
                <a:gd name="csX0" fmla="*/ 5733 w 5732"/>
                <a:gd name="csY0" fmla="*/ 478 h 6688"/>
                <a:gd name="csX1" fmla="*/ 4777 w 5732"/>
                <a:gd name="csY1" fmla="*/ 3822 h 6688"/>
                <a:gd name="csX2" fmla="*/ 3822 w 5732"/>
                <a:gd name="csY2" fmla="*/ 6211 h 6688"/>
                <a:gd name="csX3" fmla="*/ 2866 w 5732"/>
                <a:gd name="csY3" fmla="*/ 6688 h 6688"/>
                <a:gd name="csX4" fmla="*/ 2389 w 5732"/>
                <a:gd name="csY4" fmla="*/ 5733 h 6688"/>
                <a:gd name="csX5" fmla="*/ 478 w 5732"/>
                <a:gd name="csY5" fmla="*/ 2866 h 6688"/>
                <a:gd name="csX6" fmla="*/ 0 w 5732"/>
                <a:gd name="csY6" fmla="*/ 0 h 6688"/>
                <a:gd name="csX7" fmla="*/ 2389 w 5732"/>
                <a:gd name="csY7" fmla="*/ 478 h 6688"/>
                <a:gd name="csX8" fmla="*/ 5733 w 5732"/>
                <a:gd name="csY8" fmla="*/ 47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2" h="6688">
                  <a:moveTo>
                    <a:pt x="5733" y="478"/>
                  </a:moveTo>
                  <a:lnTo>
                    <a:pt x="4777" y="3822"/>
                  </a:lnTo>
                  <a:lnTo>
                    <a:pt x="3822" y="6211"/>
                  </a:lnTo>
                  <a:lnTo>
                    <a:pt x="2866" y="6688"/>
                  </a:lnTo>
                  <a:lnTo>
                    <a:pt x="2389" y="5733"/>
                  </a:lnTo>
                  <a:lnTo>
                    <a:pt x="478" y="2866"/>
                  </a:lnTo>
                  <a:lnTo>
                    <a:pt x="0" y="0"/>
                  </a:lnTo>
                  <a:lnTo>
                    <a:pt x="2389" y="478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9" name="Freeform 3058">
              <a:extLst>
                <a:ext uri="{FF2B5EF4-FFF2-40B4-BE49-F238E27FC236}">
                  <a16:creationId xmlns:a16="http://schemas.microsoft.com/office/drawing/2014/main" id="{D23D9925-8AC3-D360-8E1F-7B173320A6DB}"/>
                </a:ext>
              </a:extLst>
            </p:cNvPr>
            <p:cNvSpPr/>
            <p:nvPr/>
          </p:nvSpPr>
          <p:spPr>
            <a:xfrm>
              <a:off x="3738882" y="3049944"/>
              <a:ext cx="5255" cy="16242"/>
            </a:xfrm>
            <a:custGeom>
              <a:avLst/>
              <a:gdLst>
                <a:gd name="csX0" fmla="*/ 4777 w 5255"/>
                <a:gd name="csY0" fmla="*/ 9555 h 16242"/>
                <a:gd name="csX1" fmla="*/ 5255 w 5255"/>
                <a:gd name="csY1" fmla="*/ 10988 h 16242"/>
                <a:gd name="csX2" fmla="*/ 5255 w 5255"/>
                <a:gd name="csY2" fmla="*/ 12421 h 16242"/>
                <a:gd name="csX3" fmla="*/ 4300 w 5255"/>
                <a:gd name="csY3" fmla="*/ 16243 h 16242"/>
                <a:gd name="csX4" fmla="*/ 3822 w 5255"/>
                <a:gd name="csY4" fmla="*/ 16243 h 16242"/>
                <a:gd name="csX5" fmla="*/ 2866 w 5255"/>
                <a:gd name="csY5" fmla="*/ 14332 h 16242"/>
                <a:gd name="csX6" fmla="*/ 1433 w 5255"/>
                <a:gd name="csY6" fmla="*/ 13377 h 16242"/>
                <a:gd name="csX7" fmla="*/ 0 w 5255"/>
                <a:gd name="csY7" fmla="*/ 10988 h 16242"/>
                <a:gd name="csX8" fmla="*/ 0 w 5255"/>
                <a:gd name="csY8" fmla="*/ 6688 h 16242"/>
                <a:gd name="csX9" fmla="*/ 955 w 5255"/>
                <a:gd name="csY9" fmla="*/ 4777 h 16242"/>
                <a:gd name="csX10" fmla="*/ 478 w 5255"/>
                <a:gd name="csY10" fmla="*/ 1911 h 16242"/>
                <a:gd name="csX11" fmla="*/ 1911 w 5255"/>
                <a:gd name="csY11" fmla="*/ 0 h 16242"/>
                <a:gd name="csX12" fmla="*/ 3344 w 5255"/>
                <a:gd name="csY12" fmla="*/ 1911 h 16242"/>
                <a:gd name="csX13" fmla="*/ 3822 w 5255"/>
                <a:gd name="csY13" fmla="*/ 5255 h 16242"/>
                <a:gd name="csX14" fmla="*/ 3344 w 5255"/>
                <a:gd name="csY14" fmla="*/ 7166 h 16242"/>
                <a:gd name="csX15" fmla="*/ 4300 w 5255"/>
                <a:gd name="csY15" fmla="*/ 9077 h 16242"/>
                <a:gd name="csX16" fmla="*/ 4777 w 5255"/>
                <a:gd name="csY16" fmla="*/ 9555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255" h="16242">
                  <a:moveTo>
                    <a:pt x="4777" y="9555"/>
                  </a:moveTo>
                  <a:lnTo>
                    <a:pt x="5255" y="10988"/>
                  </a:lnTo>
                  <a:lnTo>
                    <a:pt x="5255" y="12421"/>
                  </a:lnTo>
                  <a:lnTo>
                    <a:pt x="4300" y="16243"/>
                  </a:lnTo>
                  <a:lnTo>
                    <a:pt x="3822" y="16243"/>
                  </a:lnTo>
                  <a:lnTo>
                    <a:pt x="2866" y="14332"/>
                  </a:lnTo>
                  <a:lnTo>
                    <a:pt x="1433" y="13377"/>
                  </a:lnTo>
                  <a:lnTo>
                    <a:pt x="0" y="10988"/>
                  </a:lnTo>
                  <a:lnTo>
                    <a:pt x="0" y="6688"/>
                  </a:lnTo>
                  <a:lnTo>
                    <a:pt x="955" y="4777"/>
                  </a:lnTo>
                  <a:lnTo>
                    <a:pt x="478" y="1911"/>
                  </a:lnTo>
                  <a:lnTo>
                    <a:pt x="1911" y="0"/>
                  </a:lnTo>
                  <a:lnTo>
                    <a:pt x="3344" y="1911"/>
                  </a:lnTo>
                  <a:lnTo>
                    <a:pt x="3822" y="5255"/>
                  </a:lnTo>
                  <a:lnTo>
                    <a:pt x="3344" y="7166"/>
                  </a:lnTo>
                  <a:lnTo>
                    <a:pt x="4300" y="9077"/>
                  </a:lnTo>
                  <a:lnTo>
                    <a:pt x="4777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0" name="Freeform 3059">
              <a:extLst>
                <a:ext uri="{FF2B5EF4-FFF2-40B4-BE49-F238E27FC236}">
                  <a16:creationId xmlns:a16="http://schemas.microsoft.com/office/drawing/2014/main" id="{16D09D47-F5A2-0EEF-1A4F-3300F1ECC569}"/>
                </a:ext>
              </a:extLst>
            </p:cNvPr>
            <p:cNvSpPr/>
            <p:nvPr/>
          </p:nvSpPr>
          <p:spPr>
            <a:xfrm>
              <a:off x="3718340" y="3034657"/>
              <a:ext cx="6210" cy="4777"/>
            </a:xfrm>
            <a:custGeom>
              <a:avLst/>
              <a:gdLst>
                <a:gd name="csX0" fmla="*/ 5733 w 6210"/>
                <a:gd name="csY0" fmla="*/ 1911 h 4777"/>
                <a:gd name="csX1" fmla="*/ 6211 w 6210"/>
                <a:gd name="csY1" fmla="*/ 3822 h 4777"/>
                <a:gd name="csX2" fmla="*/ 5733 w 6210"/>
                <a:gd name="csY2" fmla="*/ 4777 h 4777"/>
                <a:gd name="csX3" fmla="*/ 5255 w 6210"/>
                <a:gd name="csY3" fmla="*/ 4777 h 4777"/>
                <a:gd name="csX4" fmla="*/ 1911 w 6210"/>
                <a:gd name="csY4" fmla="*/ 2866 h 4777"/>
                <a:gd name="csX5" fmla="*/ 478 w 6210"/>
                <a:gd name="csY5" fmla="*/ 1433 h 4777"/>
                <a:gd name="csX6" fmla="*/ 0 w 6210"/>
                <a:gd name="csY6" fmla="*/ 478 h 4777"/>
                <a:gd name="csX7" fmla="*/ 478 w 6210"/>
                <a:gd name="csY7" fmla="*/ 0 h 4777"/>
                <a:gd name="csX8" fmla="*/ 2866 w 6210"/>
                <a:gd name="csY8" fmla="*/ 478 h 4777"/>
                <a:gd name="csX9" fmla="*/ 4300 w 6210"/>
                <a:gd name="csY9" fmla="*/ 0 h 4777"/>
                <a:gd name="csX10" fmla="*/ 5733 w 6210"/>
                <a:gd name="csY10" fmla="*/ 1911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210" h="4777">
                  <a:moveTo>
                    <a:pt x="5733" y="1911"/>
                  </a:moveTo>
                  <a:lnTo>
                    <a:pt x="6211" y="3822"/>
                  </a:lnTo>
                  <a:lnTo>
                    <a:pt x="5733" y="4777"/>
                  </a:lnTo>
                  <a:lnTo>
                    <a:pt x="5255" y="4777"/>
                  </a:lnTo>
                  <a:lnTo>
                    <a:pt x="1911" y="2866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866" y="478"/>
                  </a:lnTo>
                  <a:lnTo>
                    <a:pt x="4300" y="0"/>
                  </a:lnTo>
                  <a:lnTo>
                    <a:pt x="57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1" name="Freeform 3060">
              <a:extLst>
                <a:ext uri="{FF2B5EF4-FFF2-40B4-BE49-F238E27FC236}">
                  <a16:creationId xmlns:a16="http://schemas.microsoft.com/office/drawing/2014/main" id="{074DC9CE-4D1E-B1C8-4FDE-11D1C025F401}"/>
                </a:ext>
              </a:extLst>
            </p:cNvPr>
            <p:cNvSpPr/>
            <p:nvPr/>
          </p:nvSpPr>
          <p:spPr>
            <a:xfrm>
              <a:off x="3712129" y="3028924"/>
              <a:ext cx="3821" cy="5255"/>
            </a:xfrm>
            <a:custGeom>
              <a:avLst/>
              <a:gdLst>
                <a:gd name="csX0" fmla="*/ 3344 w 3821"/>
                <a:gd name="csY0" fmla="*/ 4300 h 5255"/>
                <a:gd name="csX1" fmla="*/ 3822 w 3821"/>
                <a:gd name="csY1" fmla="*/ 5255 h 5255"/>
                <a:gd name="csX2" fmla="*/ 2866 w 3821"/>
                <a:gd name="csY2" fmla="*/ 5255 h 5255"/>
                <a:gd name="csX3" fmla="*/ 0 w 3821"/>
                <a:gd name="csY3" fmla="*/ 2389 h 5255"/>
                <a:gd name="csX4" fmla="*/ 478 w 3821"/>
                <a:gd name="csY4" fmla="*/ 0 h 5255"/>
                <a:gd name="csX5" fmla="*/ 3344 w 3821"/>
                <a:gd name="csY5" fmla="*/ 2389 h 5255"/>
                <a:gd name="csX6" fmla="*/ 3344 w 3821"/>
                <a:gd name="csY6" fmla="*/ 430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5255">
                  <a:moveTo>
                    <a:pt x="3344" y="4300"/>
                  </a:moveTo>
                  <a:lnTo>
                    <a:pt x="3822" y="5255"/>
                  </a:lnTo>
                  <a:lnTo>
                    <a:pt x="2866" y="5255"/>
                  </a:lnTo>
                  <a:lnTo>
                    <a:pt x="0" y="2389"/>
                  </a:lnTo>
                  <a:lnTo>
                    <a:pt x="478" y="0"/>
                  </a:lnTo>
                  <a:lnTo>
                    <a:pt x="3344" y="2389"/>
                  </a:lnTo>
                  <a:lnTo>
                    <a:pt x="3344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2" name="Freeform 3061">
              <a:extLst>
                <a:ext uri="{FF2B5EF4-FFF2-40B4-BE49-F238E27FC236}">
                  <a16:creationId xmlns:a16="http://schemas.microsoft.com/office/drawing/2014/main" id="{B04E2FD0-E4B2-B416-D87C-EFB7708023D4}"/>
                </a:ext>
              </a:extLst>
            </p:cNvPr>
            <p:cNvSpPr/>
            <p:nvPr/>
          </p:nvSpPr>
          <p:spPr>
            <a:xfrm>
              <a:off x="3637126" y="2324751"/>
              <a:ext cx="78347" cy="44428"/>
            </a:xfrm>
            <a:custGeom>
              <a:avLst/>
              <a:gdLst>
                <a:gd name="csX0" fmla="*/ 78348 w 78347"/>
                <a:gd name="csY0" fmla="*/ 27708 h 44428"/>
                <a:gd name="csX1" fmla="*/ 78348 w 78347"/>
                <a:gd name="csY1" fmla="*/ 32008 h 44428"/>
                <a:gd name="csX2" fmla="*/ 77870 w 78347"/>
                <a:gd name="csY2" fmla="*/ 35830 h 44428"/>
                <a:gd name="csX3" fmla="*/ 77392 w 78347"/>
                <a:gd name="csY3" fmla="*/ 38696 h 44428"/>
                <a:gd name="csX4" fmla="*/ 75481 w 78347"/>
                <a:gd name="csY4" fmla="*/ 40607 h 44428"/>
                <a:gd name="csX5" fmla="*/ 71182 w 78347"/>
                <a:gd name="csY5" fmla="*/ 41562 h 44428"/>
                <a:gd name="csX6" fmla="*/ 64971 w 78347"/>
                <a:gd name="csY6" fmla="*/ 40129 h 44428"/>
                <a:gd name="csX7" fmla="*/ 59239 w 78347"/>
                <a:gd name="csY7" fmla="*/ 42040 h 44428"/>
                <a:gd name="csX8" fmla="*/ 56850 w 78347"/>
                <a:gd name="csY8" fmla="*/ 42518 h 44428"/>
                <a:gd name="csX9" fmla="*/ 50162 w 78347"/>
                <a:gd name="csY9" fmla="*/ 41085 h 44428"/>
                <a:gd name="csX10" fmla="*/ 48728 w 78347"/>
                <a:gd name="csY10" fmla="*/ 40129 h 44428"/>
                <a:gd name="csX11" fmla="*/ 44907 w 78347"/>
                <a:gd name="csY11" fmla="*/ 35830 h 44428"/>
                <a:gd name="csX12" fmla="*/ 42040 w 78347"/>
                <a:gd name="csY12" fmla="*/ 33919 h 44428"/>
                <a:gd name="csX13" fmla="*/ 40607 w 78347"/>
                <a:gd name="csY13" fmla="*/ 34874 h 44428"/>
                <a:gd name="csX14" fmla="*/ 39174 w 78347"/>
                <a:gd name="csY14" fmla="*/ 38696 h 44428"/>
                <a:gd name="csX15" fmla="*/ 36785 w 78347"/>
                <a:gd name="csY15" fmla="*/ 42996 h 44428"/>
                <a:gd name="csX16" fmla="*/ 34874 w 78347"/>
                <a:gd name="csY16" fmla="*/ 44429 h 44428"/>
                <a:gd name="csX17" fmla="*/ 30097 w 78347"/>
                <a:gd name="csY17" fmla="*/ 43473 h 44428"/>
                <a:gd name="csX18" fmla="*/ 22931 w 78347"/>
                <a:gd name="csY18" fmla="*/ 35830 h 44428"/>
                <a:gd name="csX19" fmla="*/ 14332 w 78347"/>
                <a:gd name="csY19" fmla="*/ 38218 h 44428"/>
                <a:gd name="csX20" fmla="*/ 5733 w 78347"/>
                <a:gd name="csY20" fmla="*/ 42518 h 44428"/>
                <a:gd name="csX21" fmla="*/ 2389 w 78347"/>
                <a:gd name="csY21" fmla="*/ 43473 h 44428"/>
                <a:gd name="csX22" fmla="*/ 1433 w 78347"/>
                <a:gd name="csY22" fmla="*/ 42040 h 44428"/>
                <a:gd name="csX23" fmla="*/ 0 w 78347"/>
                <a:gd name="csY23" fmla="*/ 38696 h 44428"/>
                <a:gd name="csX24" fmla="*/ 0 w 78347"/>
                <a:gd name="csY24" fmla="*/ 37263 h 44428"/>
                <a:gd name="csX25" fmla="*/ 2866 w 78347"/>
                <a:gd name="csY25" fmla="*/ 32008 h 44428"/>
                <a:gd name="csX26" fmla="*/ 8599 w 78347"/>
                <a:gd name="csY26" fmla="*/ 26753 h 44428"/>
                <a:gd name="csX27" fmla="*/ 12899 w 78347"/>
                <a:gd name="csY27" fmla="*/ 23886 h 44428"/>
                <a:gd name="csX28" fmla="*/ 21498 w 78347"/>
                <a:gd name="csY28" fmla="*/ 19587 h 44428"/>
                <a:gd name="csX29" fmla="*/ 31530 w 78347"/>
                <a:gd name="csY29" fmla="*/ 17198 h 44428"/>
                <a:gd name="csX30" fmla="*/ 34874 w 78347"/>
                <a:gd name="csY30" fmla="*/ 14332 h 44428"/>
                <a:gd name="csX31" fmla="*/ 37263 w 78347"/>
                <a:gd name="csY31" fmla="*/ 10510 h 44428"/>
                <a:gd name="csX32" fmla="*/ 43951 w 78347"/>
                <a:gd name="csY32" fmla="*/ 4777 h 44428"/>
                <a:gd name="csX33" fmla="*/ 47773 w 78347"/>
                <a:gd name="csY33" fmla="*/ 2389 h 44428"/>
                <a:gd name="csX34" fmla="*/ 53028 w 78347"/>
                <a:gd name="csY34" fmla="*/ 0 h 44428"/>
                <a:gd name="csX35" fmla="*/ 57328 w 78347"/>
                <a:gd name="csY35" fmla="*/ 0 h 44428"/>
                <a:gd name="csX36" fmla="*/ 62583 w 78347"/>
                <a:gd name="csY36" fmla="*/ 5255 h 44428"/>
                <a:gd name="csX37" fmla="*/ 66405 w 78347"/>
                <a:gd name="csY37" fmla="*/ 7644 h 44428"/>
                <a:gd name="csX38" fmla="*/ 68793 w 78347"/>
                <a:gd name="csY38" fmla="*/ 10032 h 44428"/>
                <a:gd name="csX39" fmla="*/ 72137 w 78347"/>
                <a:gd name="csY39" fmla="*/ 15287 h 44428"/>
                <a:gd name="csX40" fmla="*/ 73570 w 78347"/>
                <a:gd name="csY40" fmla="*/ 15287 h 44428"/>
                <a:gd name="csX41" fmla="*/ 75004 w 78347"/>
                <a:gd name="csY41" fmla="*/ 16243 h 44428"/>
                <a:gd name="csX42" fmla="*/ 75959 w 78347"/>
                <a:gd name="csY42" fmla="*/ 17676 h 44428"/>
                <a:gd name="csX43" fmla="*/ 77870 w 78347"/>
                <a:gd name="csY43" fmla="*/ 24364 h 44428"/>
                <a:gd name="csX44" fmla="*/ 78348 w 78347"/>
                <a:gd name="csY44" fmla="*/ 27708 h 44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78347" h="44428">
                  <a:moveTo>
                    <a:pt x="78348" y="27708"/>
                  </a:moveTo>
                  <a:lnTo>
                    <a:pt x="78348" y="32008"/>
                  </a:lnTo>
                  <a:lnTo>
                    <a:pt x="77870" y="35830"/>
                  </a:lnTo>
                  <a:lnTo>
                    <a:pt x="77392" y="38696"/>
                  </a:lnTo>
                  <a:lnTo>
                    <a:pt x="75481" y="40607"/>
                  </a:lnTo>
                  <a:lnTo>
                    <a:pt x="71182" y="41562"/>
                  </a:lnTo>
                  <a:lnTo>
                    <a:pt x="64971" y="40129"/>
                  </a:lnTo>
                  <a:lnTo>
                    <a:pt x="59239" y="42040"/>
                  </a:lnTo>
                  <a:lnTo>
                    <a:pt x="56850" y="42518"/>
                  </a:lnTo>
                  <a:lnTo>
                    <a:pt x="50162" y="41085"/>
                  </a:lnTo>
                  <a:lnTo>
                    <a:pt x="48728" y="40129"/>
                  </a:lnTo>
                  <a:lnTo>
                    <a:pt x="44907" y="35830"/>
                  </a:lnTo>
                  <a:lnTo>
                    <a:pt x="42040" y="33919"/>
                  </a:lnTo>
                  <a:lnTo>
                    <a:pt x="40607" y="34874"/>
                  </a:lnTo>
                  <a:lnTo>
                    <a:pt x="39174" y="38696"/>
                  </a:lnTo>
                  <a:lnTo>
                    <a:pt x="36785" y="42996"/>
                  </a:lnTo>
                  <a:lnTo>
                    <a:pt x="34874" y="44429"/>
                  </a:lnTo>
                  <a:lnTo>
                    <a:pt x="30097" y="43473"/>
                  </a:lnTo>
                  <a:lnTo>
                    <a:pt x="22931" y="35830"/>
                  </a:lnTo>
                  <a:lnTo>
                    <a:pt x="14332" y="38218"/>
                  </a:lnTo>
                  <a:lnTo>
                    <a:pt x="5733" y="42518"/>
                  </a:lnTo>
                  <a:lnTo>
                    <a:pt x="2389" y="43473"/>
                  </a:lnTo>
                  <a:lnTo>
                    <a:pt x="1433" y="42040"/>
                  </a:lnTo>
                  <a:lnTo>
                    <a:pt x="0" y="38696"/>
                  </a:lnTo>
                  <a:lnTo>
                    <a:pt x="0" y="37263"/>
                  </a:lnTo>
                  <a:lnTo>
                    <a:pt x="2866" y="32008"/>
                  </a:lnTo>
                  <a:lnTo>
                    <a:pt x="8599" y="26753"/>
                  </a:lnTo>
                  <a:lnTo>
                    <a:pt x="12899" y="23886"/>
                  </a:lnTo>
                  <a:lnTo>
                    <a:pt x="21498" y="19587"/>
                  </a:lnTo>
                  <a:lnTo>
                    <a:pt x="31530" y="17198"/>
                  </a:lnTo>
                  <a:lnTo>
                    <a:pt x="34874" y="14332"/>
                  </a:lnTo>
                  <a:lnTo>
                    <a:pt x="37263" y="10510"/>
                  </a:lnTo>
                  <a:lnTo>
                    <a:pt x="43951" y="4777"/>
                  </a:lnTo>
                  <a:lnTo>
                    <a:pt x="47773" y="2389"/>
                  </a:lnTo>
                  <a:lnTo>
                    <a:pt x="53028" y="0"/>
                  </a:lnTo>
                  <a:lnTo>
                    <a:pt x="57328" y="0"/>
                  </a:lnTo>
                  <a:lnTo>
                    <a:pt x="62583" y="5255"/>
                  </a:lnTo>
                  <a:lnTo>
                    <a:pt x="66405" y="7644"/>
                  </a:lnTo>
                  <a:lnTo>
                    <a:pt x="68793" y="10032"/>
                  </a:lnTo>
                  <a:lnTo>
                    <a:pt x="72137" y="15287"/>
                  </a:lnTo>
                  <a:lnTo>
                    <a:pt x="73570" y="15287"/>
                  </a:lnTo>
                  <a:lnTo>
                    <a:pt x="75004" y="16243"/>
                  </a:lnTo>
                  <a:lnTo>
                    <a:pt x="75959" y="17676"/>
                  </a:lnTo>
                  <a:lnTo>
                    <a:pt x="77870" y="24364"/>
                  </a:lnTo>
                  <a:lnTo>
                    <a:pt x="78348" y="277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3" name="Freeform 3062">
              <a:extLst>
                <a:ext uri="{FF2B5EF4-FFF2-40B4-BE49-F238E27FC236}">
                  <a16:creationId xmlns:a16="http://schemas.microsoft.com/office/drawing/2014/main" id="{6E155F00-9293-D89B-DA22-17FC4E9BEAA6}"/>
                </a:ext>
              </a:extLst>
            </p:cNvPr>
            <p:cNvSpPr/>
            <p:nvPr/>
          </p:nvSpPr>
          <p:spPr>
            <a:xfrm>
              <a:off x="3637126" y="2383989"/>
              <a:ext cx="72614" cy="64971"/>
            </a:xfrm>
            <a:custGeom>
              <a:avLst/>
              <a:gdLst>
                <a:gd name="csX0" fmla="*/ 72615 w 72614"/>
                <a:gd name="csY0" fmla="*/ 2866 h 64971"/>
                <a:gd name="csX1" fmla="*/ 72615 w 72614"/>
                <a:gd name="csY1" fmla="*/ 4300 h 64971"/>
                <a:gd name="csX2" fmla="*/ 71659 w 72614"/>
                <a:gd name="csY2" fmla="*/ 9555 h 64971"/>
                <a:gd name="csX3" fmla="*/ 69749 w 72614"/>
                <a:gd name="csY3" fmla="*/ 12899 h 64971"/>
                <a:gd name="csX4" fmla="*/ 61149 w 72614"/>
                <a:gd name="csY4" fmla="*/ 17676 h 64971"/>
                <a:gd name="csX5" fmla="*/ 50162 w 72614"/>
                <a:gd name="csY5" fmla="*/ 21498 h 64971"/>
                <a:gd name="csX6" fmla="*/ 48251 w 72614"/>
                <a:gd name="csY6" fmla="*/ 23886 h 64971"/>
                <a:gd name="csX7" fmla="*/ 48251 w 72614"/>
                <a:gd name="csY7" fmla="*/ 24842 h 64971"/>
                <a:gd name="csX8" fmla="*/ 49206 w 72614"/>
                <a:gd name="csY8" fmla="*/ 26275 h 64971"/>
                <a:gd name="csX9" fmla="*/ 51117 w 72614"/>
                <a:gd name="csY9" fmla="*/ 28186 h 64971"/>
                <a:gd name="csX10" fmla="*/ 59239 w 72614"/>
                <a:gd name="csY10" fmla="*/ 27708 h 64971"/>
                <a:gd name="csX11" fmla="*/ 61627 w 72614"/>
                <a:gd name="csY11" fmla="*/ 28664 h 64971"/>
                <a:gd name="csX12" fmla="*/ 62105 w 72614"/>
                <a:gd name="csY12" fmla="*/ 29619 h 64971"/>
                <a:gd name="csX13" fmla="*/ 62583 w 72614"/>
                <a:gd name="csY13" fmla="*/ 31530 h 64971"/>
                <a:gd name="csX14" fmla="*/ 63060 w 72614"/>
                <a:gd name="csY14" fmla="*/ 33919 h 64971"/>
                <a:gd name="csX15" fmla="*/ 63060 w 72614"/>
                <a:gd name="csY15" fmla="*/ 41563 h 64971"/>
                <a:gd name="csX16" fmla="*/ 62583 w 72614"/>
                <a:gd name="csY16" fmla="*/ 45862 h 64971"/>
                <a:gd name="csX17" fmla="*/ 61149 w 72614"/>
                <a:gd name="csY17" fmla="*/ 50162 h 64971"/>
                <a:gd name="csX18" fmla="*/ 57805 w 72614"/>
                <a:gd name="csY18" fmla="*/ 53028 h 64971"/>
                <a:gd name="csX19" fmla="*/ 51595 w 72614"/>
                <a:gd name="csY19" fmla="*/ 56850 h 64971"/>
                <a:gd name="csX20" fmla="*/ 47295 w 72614"/>
                <a:gd name="csY20" fmla="*/ 58283 h 64971"/>
                <a:gd name="csX21" fmla="*/ 43951 w 72614"/>
                <a:gd name="csY21" fmla="*/ 57805 h 64971"/>
                <a:gd name="csX22" fmla="*/ 41085 w 72614"/>
                <a:gd name="csY22" fmla="*/ 58283 h 64971"/>
                <a:gd name="csX23" fmla="*/ 26275 w 72614"/>
                <a:gd name="csY23" fmla="*/ 64971 h 64971"/>
                <a:gd name="csX24" fmla="*/ 21976 w 72614"/>
                <a:gd name="csY24" fmla="*/ 64971 h 64971"/>
                <a:gd name="csX25" fmla="*/ 18154 w 72614"/>
                <a:gd name="csY25" fmla="*/ 63538 h 64971"/>
                <a:gd name="csX26" fmla="*/ 12899 w 72614"/>
                <a:gd name="csY26" fmla="*/ 56850 h 64971"/>
                <a:gd name="csX27" fmla="*/ 7166 w 72614"/>
                <a:gd name="csY27" fmla="*/ 53983 h 64971"/>
                <a:gd name="csX28" fmla="*/ 4777 w 72614"/>
                <a:gd name="csY28" fmla="*/ 51117 h 64971"/>
                <a:gd name="csX29" fmla="*/ 2389 w 72614"/>
                <a:gd name="csY29" fmla="*/ 49684 h 64971"/>
                <a:gd name="csX30" fmla="*/ 1911 w 72614"/>
                <a:gd name="csY30" fmla="*/ 47295 h 64971"/>
                <a:gd name="csX31" fmla="*/ 1433 w 72614"/>
                <a:gd name="csY31" fmla="*/ 45384 h 64971"/>
                <a:gd name="csX32" fmla="*/ 1911 w 72614"/>
                <a:gd name="csY32" fmla="*/ 43473 h 64971"/>
                <a:gd name="csX33" fmla="*/ 2866 w 72614"/>
                <a:gd name="csY33" fmla="*/ 42040 h 64971"/>
                <a:gd name="csX34" fmla="*/ 3344 w 72614"/>
                <a:gd name="csY34" fmla="*/ 41085 h 64971"/>
                <a:gd name="csX35" fmla="*/ 2389 w 72614"/>
                <a:gd name="csY35" fmla="*/ 37263 h 64971"/>
                <a:gd name="csX36" fmla="*/ 1911 w 72614"/>
                <a:gd name="csY36" fmla="*/ 33441 h 64971"/>
                <a:gd name="csX37" fmla="*/ 478 w 72614"/>
                <a:gd name="csY37" fmla="*/ 28664 h 64971"/>
                <a:gd name="csX38" fmla="*/ 0 w 72614"/>
                <a:gd name="csY38" fmla="*/ 25320 h 64971"/>
                <a:gd name="csX39" fmla="*/ 0 w 72614"/>
                <a:gd name="csY39" fmla="*/ 23409 h 64971"/>
                <a:gd name="csX40" fmla="*/ 478 w 72614"/>
                <a:gd name="csY40" fmla="*/ 21498 h 64971"/>
                <a:gd name="csX41" fmla="*/ 1433 w 72614"/>
                <a:gd name="csY41" fmla="*/ 17676 h 64971"/>
                <a:gd name="csX42" fmla="*/ 1911 w 72614"/>
                <a:gd name="csY42" fmla="*/ 16721 h 64971"/>
                <a:gd name="csX43" fmla="*/ 5255 w 72614"/>
                <a:gd name="csY43" fmla="*/ 16243 h 64971"/>
                <a:gd name="csX44" fmla="*/ 9555 w 72614"/>
                <a:gd name="csY44" fmla="*/ 14332 h 64971"/>
                <a:gd name="csX45" fmla="*/ 19587 w 72614"/>
                <a:gd name="csY45" fmla="*/ 8599 h 64971"/>
                <a:gd name="csX46" fmla="*/ 41085 w 72614"/>
                <a:gd name="csY46" fmla="*/ 1433 h 64971"/>
                <a:gd name="csX47" fmla="*/ 47773 w 72614"/>
                <a:gd name="csY47" fmla="*/ 2389 h 64971"/>
                <a:gd name="csX48" fmla="*/ 50639 w 72614"/>
                <a:gd name="csY48" fmla="*/ 956 h 64971"/>
                <a:gd name="csX49" fmla="*/ 55894 w 72614"/>
                <a:gd name="csY49" fmla="*/ 0 h 64971"/>
                <a:gd name="csX50" fmla="*/ 72137 w 72614"/>
                <a:gd name="csY50" fmla="*/ 2389 h 64971"/>
                <a:gd name="csX51" fmla="*/ 72615 w 72614"/>
                <a:gd name="csY51" fmla="*/ 2866 h 64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72614" h="64971">
                  <a:moveTo>
                    <a:pt x="72615" y="2866"/>
                  </a:moveTo>
                  <a:lnTo>
                    <a:pt x="72615" y="4300"/>
                  </a:lnTo>
                  <a:lnTo>
                    <a:pt x="71659" y="9555"/>
                  </a:lnTo>
                  <a:lnTo>
                    <a:pt x="69749" y="12899"/>
                  </a:lnTo>
                  <a:lnTo>
                    <a:pt x="61149" y="17676"/>
                  </a:lnTo>
                  <a:lnTo>
                    <a:pt x="50162" y="21498"/>
                  </a:lnTo>
                  <a:lnTo>
                    <a:pt x="48251" y="23886"/>
                  </a:lnTo>
                  <a:lnTo>
                    <a:pt x="48251" y="24842"/>
                  </a:lnTo>
                  <a:lnTo>
                    <a:pt x="49206" y="26275"/>
                  </a:lnTo>
                  <a:lnTo>
                    <a:pt x="51117" y="28186"/>
                  </a:lnTo>
                  <a:lnTo>
                    <a:pt x="59239" y="27708"/>
                  </a:lnTo>
                  <a:lnTo>
                    <a:pt x="61627" y="28664"/>
                  </a:lnTo>
                  <a:lnTo>
                    <a:pt x="62105" y="29619"/>
                  </a:lnTo>
                  <a:lnTo>
                    <a:pt x="62583" y="31530"/>
                  </a:lnTo>
                  <a:lnTo>
                    <a:pt x="63060" y="33919"/>
                  </a:lnTo>
                  <a:lnTo>
                    <a:pt x="63060" y="41563"/>
                  </a:lnTo>
                  <a:lnTo>
                    <a:pt x="62583" y="45862"/>
                  </a:lnTo>
                  <a:lnTo>
                    <a:pt x="61149" y="50162"/>
                  </a:lnTo>
                  <a:lnTo>
                    <a:pt x="57805" y="53028"/>
                  </a:lnTo>
                  <a:lnTo>
                    <a:pt x="51595" y="56850"/>
                  </a:lnTo>
                  <a:lnTo>
                    <a:pt x="47295" y="58283"/>
                  </a:lnTo>
                  <a:lnTo>
                    <a:pt x="43951" y="57805"/>
                  </a:lnTo>
                  <a:lnTo>
                    <a:pt x="41085" y="58283"/>
                  </a:lnTo>
                  <a:lnTo>
                    <a:pt x="26275" y="64971"/>
                  </a:lnTo>
                  <a:lnTo>
                    <a:pt x="21976" y="64971"/>
                  </a:lnTo>
                  <a:lnTo>
                    <a:pt x="18154" y="63538"/>
                  </a:lnTo>
                  <a:lnTo>
                    <a:pt x="12899" y="56850"/>
                  </a:lnTo>
                  <a:lnTo>
                    <a:pt x="7166" y="53983"/>
                  </a:lnTo>
                  <a:lnTo>
                    <a:pt x="4777" y="51117"/>
                  </a:lnTo>
                  <a:lnTo>
                    <a:pt x="2389" y="49684"/>
                  </a:lnTo>
                  <a:lnTo>
                    <a:pt x="1911" y="47295"/>
                  </a:lnTo>
                  <a:lnTo>
                    <a:pt x="1433" y="45384"/>
                  </a:lnTo>
                  <a:lnTo>
                    <a:pt x="1911" y="43473"/>
                  </a:lnTo>
                  <a:lnTo>
                    <a:pt x="2866" y="42040"/>
                  </a:lnTo>
                  <a:lnTo>
                    <a:pt x="3344" y="41085"/>
                  </a:lnTo>
                  <a:lnTo>
                    <a:pt x="2389" y="37263"/>
                  </a:lnTo>
                  <a:lnTo>
                    <a:pt x="1911" y="33441"/>
                  </a:lnTo>
                  <a:lnTo>
                    <a:pt x="478" y="28664"/>
                  </a:lnTo>
                  <a:lnTo>
                    <a:pt x="0" y="25320"/>
                  </a:lnTo>
                  <a:lnTo>
                    <a:pt x="0" y="23409"/>
                  </a:lnTo>
                  <a:lnTo>
                    <a:pt x="478" y="21498"/>
                  </a:lnTo>
                  <a:lnTo>
                    <a:pt x="1433" y="17676"/>
                  </a:lnTo>
                  <a:lnTo>
                    <a:pt x="1911" y="16721"/>
                  </a:lnTo>
                  <a:lnTo>
                    <a:pt x="5255" y="16243"/>
                  </a:lnTo>
                  <a:lnTo>
                    <a:pt x="9555" y="14332"/>
                  </a:lnTo>
                  <a:lnTo>
                    <a:pt x="19587" y="8599"/>
                  </a:lnTo>
                  <a:lnTo>
                    <a:pt x="41085" y="1433"/>
                  </a:lnTo>
                  <a:lnTo>
                    <a:pt x="47773" y="2389"/>
                  </a:lnTo>
                  <a:lnTo>
                    <a:pt x="50639" y="956"/>
                  </a:lnTo>
                  <a:lnTo>
                    <a:pt x="55894" y="0"/>
                  </a:lnTo>
                  <a:lnTo>
                    <a:pt x="72137" y="2389"/>
                  </a:lnTo>
                  <a:lnTo>
                    <a:pt x="7261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4" name="Freeform 3063">
              <a:extLst>
                <a:ext uri="{FF2B5EF4-FFF2-40B4-BE49-F238E27FC236}">
                  <a16:creationId xmlns:a16="http://schemas.microsoft.com/office/drawing/2014/main" id="{45613CE8-6140-74D9-600F-016D6AE1F56E}"/>
                </a:ext>
              </a:extLst>
            </p:cNvPr>
            <p:cNvSpPr/>
            <p:nvPr/>
          </p:nvSpPr>
          <p:spPr>
            <a:xfrm>
              <a:off x="3704485" y="4280575"/>
              <a:ext cx="1910" cy="3821"/>
            </a:xfrm>
            <a:custGeom>
              <a:avLst/>
              <a:gdLst>
                <a:gd name="csX0" fmla="*/ 0 w 1910"/>
                <a:gd name="csY0" fmla="*/ 0 h 3821"/>
                <a:gd name="csX1" fmla="*/ 1911 w 1910"/>
                <a:gd name="csY1" fmla="*/ 3344 h 3821"/>
                <a:gd name="csX2" fmla="*/ 1911 w 1910"/>
                <a:gd name="csY2" fmla="*/ 3822 h 3821"/>
                <a:gd name="csX3" fmla="*/ 1911 w 1910"/>
                <a:gd name="csY3" fmla="*/ 3822 h 3821"/>
                <a:gd name="csX4" fmla="*/ 1433 w 1910"/>
                <a:gd name="csY4" fmla="*/ 3822 h 3821"/>
                <a:gd name="csX5" fmla="*/ 478 w 1910"/>
                <a:gd name="csY5" fmla="*/ 2866 h 3821"/>
                <a:gd name="csX6" fmla="*/ 0 w 1910"/>
                <a:gd name="csY6" fmla="*/ 478 h 3821"/>
                <a:gd name="csX7" fmla="*/ 0 w 1910"/>
                <a:gd name="csY7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3821">
                  <a:moveTo>
                    <a:pt x="0" y="0"/>
                  </a:moveTo>
                  <a:lnTo>
                    <a:pt x="1911" y="3344"/>
                  </a:lnTo>
                  <a:lnTo>
                    <a:pt x="1911" y="3822"/>
                  </a:lnTo>
                  <a:lnTo>
                    <a:pt x="1911" y="3822"/>
                  </a:lnTo>
                  <a:lnTo>
                    <a:pt x="1433" y="3822"/>
                  </a:lnTo>
                  <a:lnTo>
                    <a:pt x="478" y="2866"/>
                  </a:lnTo>
                  <a:lnTo>
                    <a:pt x="0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5" name="Freeform 3064">
              <a:extLst>
                <a:ext uri="{FF2B5EF4-FFF2-40B4-BE49-F238E27FC236}">
                  <a16:creationId xmlns:a16="http://schemas.microsoft.com/office/drawing/2014/main" id="{ADA4312C-8784-557C-9CA6-72CFA01073FF}"/>
                </a:ext>
              </a:extLst>
            </p:cNvPr>
            <p:cNvSpPr/>
            <p:nvPr/>
          </p:nvSpPr>
          <p:spPr>
            <a:xfrm>
              <a:off x="3688243" y="4265766"/>
              <a:ext cx="3344" cy="3821"/>
            </a:xfrm>
            <a:custGeom>
              <a:avLst/>
              <a:gdLst>
                <a:gd name="csX0" fmla="*/ 2866 w 3344"/>
                <a:gd name="csY0" fmla="*/ 1911 h 3821"/>
                <a:gd name="csX1" fmla="*/ 3344 w 3344"/>
                <a:gd name="csY1" fmla="*/ 3822 h 3821"/>
                <a:gd name="csX2" fmla="*/ 2389 w 3344"/>
                <a:gd name="csY2" fmla="*/ 3822 h 3821"/>
                <a:gd name="csX3" fmla="*/ 956 w 3344"/>
                <a:gd name="csY3" fmla="*/ 2389 h 3821"/>
                <a:gd name="csX4" fmla="*/ 0 w 3344"/>
                <a:gd name="csY4" fmla="*/ 956 h 3821"/>
                <a:gd name="csX5" fmla="*/ 478 w 3344"/>
                <a:gd name="csY5" fmla="*/ 0 h 3821"/>
                <a:gd name="csX6" fmla="*/ 478 w 3344"/>
                <a:gd name="csY6" fmla="*/ 0 h 3821"/>
                <a:gd name="csX7" fmla="*/ 2389 w 3344"/>
                <a:gd name="csY7" fmla="*/ 956 h 3821"/>
                <a:gd name="csX8" fmla="*/ 2866 w 3344"/>
                <a:gd name="csY8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3821">
                  <a:moveTo>
                    <a:pt x="2866" y="1911"/>
                  </a:moveTo>
                  <a:lnTo>
                    <a:pt x="3344" y="3822"/>
                  </a:lnTo>
                  <a:lnTo>
                    <a:pt x="2389" y="3822"/>
                  </a:lnTo>
                  <a:lnTo>
                    <a:pt x="956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2389" y="956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6" name="Freeform 3065">
              <a:extLst>
                <a:ext uri="{FF2B5EF4-FFF2-40B4-BE49-F238E27FC236}">
                  <a16:creationId xmlns:a16="http://schemas.microsoft.com/office/drawing/2014/main" id="{B1818670-B672-247D-3A35-E1A835CCCB80}"/>
                </a:ext>
              </a:extLst>
            </p:cNvPr>
            <p:cNvSpPr/>
            <p:nvPr/>
          </p:nvSpPr>
          <p:spPr>
            <a:xfrm>
              <a:off x="3672000" y="4134390"/>
              <a:ext cx="16720" cy="3344"/>
            </a:xfrm>
            <a:custGeom>
              <a:avLst/>
              <a:gdLst>
                <a:gd name="csX0" fmla="*/ 16721 w 16720"/>
                <a:gd name="csY0" fmla="*/ 3344 h 3344"/>
                <a:gd name="csX1" fmla="*/ 9555 w 16720"/>
                <a:gd name="csY1" fmla="*/ 3344 h 3344"/>
                <a:gd name="csX2" fmla="*/ 0 w 16720"/>
                <a:gd name="csY2" fmla="*/ 0 h 3344"/>
                <a:gd name="csX3" fmla="*/ 9555 w 16720"/>
                <a:gd name="csY3" fmla="*/ 3344 h 3344"/>
                <a:gd name="csX4" fmla="*/ 16721 w 16720"/>
                <a:gd name="csY4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20" h="3344">
                  <a:moveTo>
                    <a:pt x="16721" y="3344"/>
                  </a:moveTo>
                  <a:lnTo>
                    <a:pt x="9555" y="3344"/>
                  </a:lnTo>
                  <a:lnTo>
                    <a:pt x="0" y="0"/>
                  </a:lnTo>
                  <a:lnTo>
                    <a:pt x="9555" y="3344"/>
                  </a:lnTo>
                  <a:lnTo>
                    <a:pt x="16721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7" name="Freeform 3066">
              <a:extLst>
                <a:ext uri="{FF2B5EF4-FFF2-40B4-BE49-F238E27FC236}">
                  <a16:creationId xmlns:a16="http://schemas.microsoft.com/office/drawing/2014/main" id="{6F8158F3-2BAA-2A00-3398-EDE242B6C25C}"/>
                </a:ext>
              </a:extLst>
            </p:cNvPr>
            <p:cNvSpPr/>
            <p:nvPr/>
          </p:nvSpPr>
          <p:spPr>
            <a:xfrm>
              <a:off x="3678210" y="4246179"/>
              <a:ext cx="2388" cy="4777"/>
            </a:xfrm>
            <a:custGeom>
              <a:avLst/>
              <a:gdLst>
                <a:gd name="csX0" fmla="*/ 2389 w 2388"/>
                <a:gd name="csY0" fmla="*/ 956 h 4777"/>
                <a:gd name="csX1" fmla="*/ 2389 w 2388"/>
                <a:gd name="csY1" fmla="*/ 1433 h 4777"/>
                <a:gd name="csX2" fmla="*/ 2389 w 2388"/>
                <a:gd name="csY2" fmla="*/ 1911 h 4777"/>
                <a:gd name="csX3" fmla="*/ 1433 w 2388"/>
                <a:gd name="csY3" fmla="*/ 1433 h 4777"/>
                <a:gd name="csX4" fmla="*/ 0 w 2388"/>
                <a:gd name="csY4" fmla="*/ 4299 h 4777"/>
                <a:gd name="csX5" fmla="*/ 0 w 2388"/>
                <a:gd name="csY5" fmla="*/ 4777 h 4777"/>
                <a:gd name="csX6" fmla="*/ 478 w 2388"/>
                <a:gd name="csY6" fmla="*/ 478 h 4777"/>
                <a:gd name="csX7" fmla="*/ 1433 w 2388"/>
                <a:gd name="csY7" fmla="*/ 0 h 4777"/>
                <a:gd name="csX8" fmla="*/ 2389 w 2388"/>
                <a:gd name="csY8" fmla="*/ 0 h 4777"/>
                <a:gd name="csX9" fmla="*/ 2389 w 2388"/>
                <a:gd name="csY9" fmla="*/ 95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4777">
                  <a:moveTo>
                    <a:pt x="2389" y="956"/>
                  </a:moveTo>
                  <a:lnTo>
                    <a:pt x="2389" y="1433"/>
                  </a:lnTo>
                  <a:lnTo>
                    <a:pt x="2389" y="1911"/>
                  </a:lnTo>
                  <a:lnTo>
                    <a:pt x="1433" y="1433"/>
                  </a:lnTo>
                  <a:lnTo>
                    <a:pt x="0" y="4299"/>
                  </a:lnTo>
                  <a:lnTo>
                    <a:pt x="0" y="4777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8" name="Freeform 3067">
              <a:extLst>
                <a:ext uri="{FF2B5EF4-FFF2-40B4-BE49-F238E27FC236}">
                  <a16:creationId xmlns:a16="http://schemas.microsoft.com/office/drawing/2014/main" id="{104D963F-DA9E-E011-FC85-5E27AB4FA743}"/>
                </a:ext>
              </a:extLst>
            </p:cNvPr>
            <p:cNvSpPr/>
            <p:nvPr/>
          </p:nvSpPr>
          <p:spPr>
            <a:xfrm>
              <a:off x="3662445" y="4276276"/>
              <a:ext cx="6210" cy="4299"/>
            </a:xfrm>
            <a:custGeom>
              <a:avLst/>
              <a:gdLst>
                <a:gd name="csX0" fmla="*/ 6210 w 6210"/>
                <a:gd name="csY0" fmla="*/ 3344 h 4299"/>
                <a:gd name="csX1" fmla="*/ 5733 w 6210"/>
                <a:gd name="csY1" fmla="*/ 4300 h 4299"/>
                <a:gd name="csX2" fmla="*/ 0 w 6210"/>
                <a:gd name="csY2" fmla="*/ 478 h 4299"/>
                <a:gd name="csX3" fmla="*/ 1433 w 6210"/>
                <a:gd name="csY3" fmla="*/ 0 h 4299"/>
                <a:gd name="csX4" fmla="*/ 2866 w 6210"/>
                <a:gd name="csY4" fmla="*/ 478 h 4299"/>
                <a:gd name="csX5" fmla="*/ 6210 w 6210"/>
                <a:gd name="csY5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10" h="4299">
                  <a:moveTo>
                    <a:pt x="6210" y="3344"/>
                  </a:moveTo>
                  <a:lnTo>
                    <a:pt x="5733" y="4300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866" y="478"/>
                  </a:lnTo>
                  <a:lnTo>
                    <a:pt x="621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9" name="Freeform 3068">
              <a:extLst>
                <a:ext uri="{FF2B5EF4-FFF2-40B4-BE49-F238E27FC236}">
                  <a16:creationId xmlns:a16="http://schemas.microsoft.com/office/drawing/2014/main" id="{22AD27DE-7239-97B0-58F0-5634444DF92A}"/>
                </a:ext>
              </a:extLst>
            </p:cNvPr>
            <p:cNvSpPr/>
            <p:nvPr/>
          </p:nvSpPr>
          <p:spPr>
            <a:xfrm>
              <a:off x="3656713" y="4261944"/>
              <a:ext cx="4777" cy="14809"/>
            </a:xfrm>
            <a:custGeom>
              <a:avLst/>
              <a:gdLst>
                <a:gd name="csX0" fmla="*/ 4777 w 4777"/>
                <a:gd name="csY0" fmla="*/ 13854 h 14809"/>
                <a:gd name="csX1" fmla="*/ 4777 w 4777"/>
                <a:gd name="csY1" fmla="*/ 14809 h 14809"/>
                <a:gd name="csX2" fmla="*/ 4300 w 4777"/>
                <a:gd name="csY2" fmla="*/ 14809 h 14809"/>
                <a:gd name="csX3" fmla="*/ 2866 w 4777"/>
                <a:gd name="csY3" fmla="*/ 12421 h 14809"/>
                <a:gd name="csX4" fmla="*/ 2389 w 4777"/>
                <a:gd name="csY4" fmla="*/ 10988 h 14809"/>
                <a:gd name="csX5" fmla="*/ 1911 w 4777"/>
                <a:gd name="csY5" fmla="*/ 10510 h 14809"/>
                <a:gd name="csX6" fmla="*/ 0 w 4777"/>
                <a:gd name="csY6" fmla="*/ 9555 h 14809"/>
                <a:gd name="csX7" fmla="*/ 1433 w 4777"/>
                <a:gd name="csY7" fmla="*/ 6688 h 14809"/>
                <a:gd name="csX8" fmla="*/ 2866 w 4777"/>
                <a:gd name="csY8" fmla="*/ 0 h 14809"/>
                <a:gd name="csX9" fmla="*/ 3344 w 4777"/>
                <a:gd name="csY9" fmla="*/ 956 h 14809"/>
                <a:gd name="csX10" fmla="*/ 1911 w 4777"/>
                <a:gd name="csY10" fmla="*/ 7644 h 14809"/>
                <a:gd name="csX11" fmla="*/ 1911 w 4777"/>
                <a:gd name="csY11" fmla="*/ 8599 h 14809"/>
                <a:gd name="csX12" fmla="*/ 2866 w 4777"/>
                <a:gd name="csY12" fmla="*/ 9555 h 14809"/>
                <a:gd name="csX13" fmla="*/ 3344 w 4777"/>
                <a:gd name="csY13" fmla="*/ 10988 h 14809"/>
                <a:gd name="csX14" fmla="*/ 3344 w 4777"/>
                <a:gd name="csY14" fmla="*/ 12421 h 14809"/>
                <a:gd name="csX15" fmla="*/ 4777 w 4777"/>
                <a:gd name="csY15" fmla="*/ 13854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777" h="14809">
                  <a:moveTo>
                    <a:pt x="4777" y="13854"/>
                  </a:moveTo>
                  <a:lnTo>
                    <a:pt x="4777" y="14809"/>
                  </a:lnTo>
                  <a:lnTo>
                    <a:pt x="4300" y="14809"/>
                  </a:lnTo>
                  <a:lnTo>
                    <a:pt x="2866" y="12421"/>
                  </a:lnTo>
                  <a:lnTo>
                    <a:pt x="2389" y="10988"/>
                  </a:lnTo>
                  <a:lnTo>
                    <a:pt x="1911" y="10510"/>
                  </a:lnTo>
                  <a:lnTo>
                    <a:pt x="0" y="9555"/>
                  </a:lnTo>
                  <a:lnTo>
                    <a:pt x="1433" y="6688"/>
                  </a:lnTo>
                  <a:lnTo>
                    <a:pt x="2866" y="0"/>
                  </a:lnTo>
                  <a:lnTo>
                    <a:pt x="3344" y="956"/>
                  </a:lnTo>
                  <a:lnTo>
                    <a:pt x="1911" y="7644"/>
                  </a:lnTo>
                  <a:lnTo>
                    <a:pt x="1911" y="8599"/>
                  </a:lnTo>
                  <a:lnTo>
                    <a:pt x="2866" y="9555"/>
                  </a:lnTo>
                  <a:lnTo>
                    <a:pt x="3344" y="10988"/>
                  </a:lnTo>
                  <a:lnTo>
                    <a:pt x="3344" y="12421"/>
                  </a:lnTo>
                  <a:lnTo>
                    <a:pt x="4777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0" name="Freeform 3069">
              <a:extLst>
                <a:ext uri="{FF2B5EF4-FFF2-40B4-BE49-F238E27FC236}">
                  <a16:creationId xmlns:a16="http://schemas.microsoft.com/office/drawing/2014/main" id="{DFF64FC4-93E6-97CE-33D4-01E48587D8FE}"/>
                </a:ext>
              </a:extLst>
            </p:cNvPr>
            <p:cNvSpPr/>
            <p:nvPr/>
          </p:nvSpPr>
          <p:spPr>
            <a:xfrm>
              <a:off x="3651935" y="4181207"/>
              <a:ext cx="6688" cy="10032"/>
            </a:xfrm>
            <a:custGeom>
              <a:avLst/>
              <a:gdLst>
                <a:gd name="csX0" fmla="*/ 5733 w 6688"/>
                <a:gd name="csY0" fmla="*/ 2389 h 10032"/>
                <a:gd name="csX1" fmla="*/ 6688 w 6688"/>
                <a:gd name="csY1" fmla="*/ 4777 h 10032"/>
                <a:gd name="csX2" fmla="*/ 5255 w 6688"/>
                <a:gd name="csY2" fmla="*/ 10032 h 10032"/>
                <a:gd name="csX3" fmla="*/ 3822 w 6688"/>
                <a:gd name="csY3" fmla="*/ 9555 h 10032"/>
                <a:gd name="csX4" fmla="*/ 478 w 6688"/>
                <a:gd name="csY4" fmla="*/ 8121 h 10032"/>
                <a:gd name="csX5" fmla="*/ 0 w 6688"/>
                <a:gd name="csY5" fmla="*/ 7166 h 10032"/>
                <a:gd name="csX6" fmla="*/ 1433 w 6688"/>
                <a:gd name="csY6" fmla="*/ 1433 h 10032"/>
                <a:gd name="csX7" fmla="*/ 2389 w 6688"/>
                <a:gd name="csY7" fmla="*/ 956 h 10032"/>
                <a:gd name="csX8" fmla="*/ 5255 w 6688"/>
                <a:gd name="csY8" fmla="*/ 0 h 10032"/>
                <a:gd name="csX9" fmla="*/ 5733 w 6688"/>
                <a:gd name="csY9" fmla="*/ 956 h 10032"/>
                <a:gd name="csX10" fmla="*/ 5733 w 6688"/>
                <a:gd name="csY10" fmla="*/ 2389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8" h="10032">
                  <a:moveTo>
                    <a:pt x="5733" y="2389"/>
                  </a:moveTo>
                  <a:lnTo>
                    <a:pt x="6688" y="4777"/>
                  </a:lnTo>
                  <a:lnTo>
                    <a:pt x="5255" y="10032"/>
                  </a:lnTo>
                  <a:lnTo>
                    <a:pt x="3822" y="9555"/>
                  </a:lnTo>
                  <a:lnTo>
                    <a:pt x="478" y="8121"/>
                  </a:lnTo>
                  <a:lnTo>
                    <a:pt x="0" y="7166"/>
                  </a:lnTo>
                  <a:lnTo>
                    <a:pt x="1433" y="1433"/>
                  </a:lnTo>
                  <a:lnTo>
                    <a:pt x="2389" y="956"/>
                  </a:lnTo>
                  <a:lnTo>
                    <a:pt x="5255" y="0"/>
                  </a:lnTo>
                  <a:lnTo>
                    <a:pt x="5733" y="956"/>
                  </a:lnTo>
                  <a:lnTo>
                    <a:pt x="57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1" name="Freeform 3070">
              <a:extLst>
                <a:ext uri="{FF2B5EF4-FFF2-40B4-BE49-F238E27FC236}">
                  <a16:creationId xmlns:a16="http://schemas.microsoft.com/office/drawing/2014/main" id="{3F8B7C77-FDE3-8349-1421-67B5EB4DF5FE}"/>
                </a:ext>
              </a:extLst>
            </p:cNvPr>
            <p:cNvSpPr/>
            <p:nvPr/>
          </p:nvSpPr>
          <p:spPr>
            <a:xfrm>
              <a:off x="3625182" y="4118625"/>
              <a:ext cx="18631" cy="6210"/>
            </a:xfrm>
            <a:custGeom>
              <a:avLst/>
              <a:gdLst>
                <a:gd name="csX0" fmla="*/ 18632 w 18631"/>
                <a:gd name="csY0" fmla="*/ 6210 h 6210"/>
                <a:gd name="csX1" fmla="*/ 9555 w 18631"/>
                <a:gd name="csY1" fmla="*/ 3344 h 6210"/>
                <a:gd name="csX2" fmla="*/ 0 w 18631"/>
                <a:gd name="csY2" fmla="*/ 0 h 6210"/>
                <a:gd name="csX3" fmla="*/ 9555 w 18631"/>
                <a:gd name="csY3" fmla="*/ 3344 h 6210"/>
                <a:gd name="csX4" fmla="*/ 18632 w 18631"/>
                <a:gd name="csY4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631" h="6210">
                  <a:moveTo>
                    <a:pt x="18632" y="6210"/>
                  </a:moveTo>
                  <a:lnTo>
                    <a:pt x="9555" y="3344"/>
                  </a:lnTo>
                  <a:lnTo>
                    <a:pt x="0" y="0"/>
                  </a:lnTo>
                  <a:lnTo>
                    <a:pt x="9555" y="3344"/>
                  </a:lnTo>
                  <a:lnTo>
                    <a:pt x="18632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2" name="Freeform 3071">
              <a:extLst>
                <a:ext uri="{FF2B5EF4-FFF2-40B4-BE49-F238E27FC236}">
                  <a16:creationId xmlns:a16="http://schemas.microsoft.com/office/drawing/2014/main" id="{51140E81-CBC1-F355-E899-78AB7681DC40}"/>
                </a:ext>
              </a:extLst>
            </p:cNvPr>
            <p:cNvSpPr/>
            <p:nvPr/>
          </p:nvSpPr>
          <p:spPr>
            <a:xfrm>
              <a:off x="3630915" y="4174519"/>
              <a:ext cx="8599" cy="10987"/>
            </a:xfrm>
            <a:custGeom>
              <a:avLst/>
              <a:gdLst>
                <a:gd name="csX0" fmla="*/ 8599 w 8599"/>
                <a:gd name="csY0" fmla="*/ 9077 h 10987"/>
                <a:gd name="csX1" fmla="*/ 8599 w 8599"/>
                <a:gd name="csY1" fmla="*/ 10510 h 10987"/>
                <a:gd name="csX2" fmla="*/ 8599 w 8599"/>
                <a:gd name="csY2" fmla="*/ 10988 h 10987"/>
                <a:gd name="csX3" fmla="*/ 6688 w 8599"/>
                <a:gd name="csY3" fmla="*/ 9555 h 10987"/>
                <a:gd name="csX4" fmla="*/ 1911 w 8599"/>
                <a:gd name="csY4" fmla="*/ 5255 h 10987"/>
                <a:gd name="csX5" fmla="*/ 478 w 8599"/>
                <a:gd name="csY5" fmla="*/ 3344 h 10987"/>
                <a:gd name="csX6" fmla="*/ 0 w 8599"/>
                <a:gd name="csY6" fmla="*/ 2389 h 10987"/>
                <a:gd name="csX7" fmla="*/ 478 w 8599"/>
                <a:gd name="csY7" fmla="*/ 0 h 10987"/>
                <a:gd name="csX8" fmla="*/ 1911 w 8599"/>
                <a:gd name="csY8" fmla="*/ 0 h 10987"/>
                <a:gd name="csX9" fmla="*/ 3822 w 8599"/>
                <a:gd name="csY9" fmla="*/ 1911 h 10987"/>
                <a:gd name="csX10" fmla="*/ 4300 w 8599"/>
                <a:gd name="csY10" fmla="*/ 3344 h 10987"/>
                <a:gd name="csX11" fmla="*/ 4300 w 8599"/>
                <a:gd name="csY11" fmla="*/ 4777 h 10987"/>
                <a:gd name="csX12" fmla="*/ 8121 w 8599"/>
                <a:gd name="csY12" fmla="*/ 5733 h 10987"/>
                <a:gd name="csX13" fmla="*/ 8599 w 8599"/>
                <a:gd name="csY13" fmla="*/ 9077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8599" h="10987">
                  <a:moveTo>
                    <a:pt x="8599" y="9077"/>
                  </a:moveTo>
                  <a:lnTo>
                    <a:pt x="8599" y="10510"/>
                  </a:lnTo>
                  <a:lnTo>
                    <a:pt x="8599" y="10988"/>
                  </a:lnTo>
                  <a:lnTo>
                    <a:pt x="6688" y="9555"/>
                  </a:lnTo>
                  <a:lnTo>
                    <a:pt x="1911" y="5255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3822" y="1911"/>
                  </a:lnTo>
                  <a:lnTo>
                    <a:pt x="4300" y="3344"/>
                  </a:lnTo>
                  <a:lnTo>
                    <a:pt x="4300" y="4777"/>
                  </a:lnTo>
                  <a:lnTo>
                    <a:pt x="8121" y="5733"/>
                  </a:lnTo>
                  <a:lnTo>
                    <a:pt x="8599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3" name="Freeform 3072">
              <a:extLst>
                <a:ext uri="{FF2B5EF4-FFF2-40B4-BE49-F238E27FC236}">
                  <a16:creationId xmlns:a16="http://schemas.microsoft.com/office/drawing/2014/main" id="{3F355FFB-1547-1C1D-FB06-8764E6112DEE}"/>
                </a:ext>
              </a:extLst>
            </p:cNvPr>
            <p:cNvSpPr/>
            <p:nvPr/>
          </p:nvSpPr>
          <p:spPr>
            <a:xfrm>
              <a:off x="3606551" y="2485746"/>
              <a:ext cx="26752" cy="14809"/>
            </a:xfrm>
            <a:custGeom>
              <a:avLst/>
              <a:gdLst>
                <a:gd name="csX0" fmla="*/ 25797 w 26752"/>
                <a:gd name="csY0" fmla="*/ 5733 h 14809"/>
                <a:gd name="csX1" fmla="*/ 26753 w 26752"/>
                <a:gd name="csY1" fmla="*/ 9077 h 14809"/>
                <a:gd name="csX2" fmla="*/ 25320 w 26752"/>
                <a:gd name="csY2" fmla="*/ 11943 h 14809"/>
                <a:gd name="csX3" fmla="*/ 21976 w 26752"/>
                <a:gd name="csY3" fmla="*/ 14810 h 14809"/>
                <a:gd name="csX4" fmla="*/ 1433 w 26752"/>
                <a:gd name="csY4" fmla="*/ 10988 h 14809"/>
                <a:gd name="csX5" fmla="*/ 478 w 26752"/>
                <a:gd name="csY5" fmla="*/ 9555 h 14809"/>
                <a:gd name="csX6" fmla="*/ 0 w 26752"/>
                <a:gd name="csY6" fmla="*/ 8121 h 14809"/>
                <a:gd name="csX7" fmla="*/ 3822 w 26752"/>
                <a:gd name="csY7" fmla="*/ 3344 h 14809"/>
                <a:gd name="csX8" fmla="*/ 8121 w 26752"/>
                <a:gd name="csY8" fmla="*/ 1433 h 14809"/>
                <a:gd name="csX9" fmla="*/ 18631 w 26752"/>
                <a:gd name="csY9" fmla="*/ 0 h 14809"/>
                <a:gd name="csX10" fmla="*/ 22453 w 26752"/>
                <a:gd name="csY10" fmla="*/ 1911 h 14809"/>
                <a:gd name="csX11" fmla="*/ 24842 w 26752"/>
                <a:gd name="csY11" fmla="*/ 3822 h 14809"/>
                <a:gd name="csX12" fmla="*/ 25797 w 26752"/>
                <a:gd name="csY12" fmla="*/ 5733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6752" h="14809">
                  <a:moveTo>
                    <a:pt x="25797" y="5733"/>
                  </a:moveTo>
                  <a:lnTo>
                    <a:pt x="26753" y="9077"/>
                  </a:lnTo>
                  <a:lnTo>
                    <a:pt x="25320" y="11943"/>
                  </a:lnTo>
                  <a:lnTo>
                    <a:pt x="21976" y="14810"/>
                  </a:lnTo>
                  <a:lnTo>
                    <a:pt x="1433" y="10988"/>
                  </a:lnTo>
                  <a:lnTo>
                    <a:pt x="478" y="9555"/>
                  </a:lnTo>
                  <a:lnTo>
                    <a:pt x="0" y="8121"/>
                  </a:lnTo>
                  <a:lnTo>
                    <a:pt x="3822" y="3344"/>
                  </a:lnTo>
                  <a:lnTo>
                    <a:pt x="8121" y="1433"/>
                  </a:lnTo>
                  <a:lnTo>
                    <a:pt x="18631" y="0"/>
                  </a:lnTo>
                  <a:lnTo>
                    <a:pt x="22453" y="1911"/>
                  </a:lnTo>
                  <a:lnTo>
                    <a:pt x="24842" y="3822"/>
                  </a:lnTo>
                  <a:lnTo>
                    <a:pt x="25797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" name="Freeform 3073">
              <a:extLst>
                <a:ext uri="{FF2B5EF4-FFF2-40B4-BE49-F238E27FC236}">
                  <a16:creationId xmlns:a16="http://schemas.microsoft.com/office/drawing/2014/main" id="{7D0FD494-BF4E-4457-092B-7019893FEB8A}"/>
                </a:ext>
              </a:extLst>
            </p:cNvPr>
            <p:cNvSpPr/>
            <p:nvPr/>
          </p:nvSpPr>
          <p:spPr>
            <a:xfrm>
              <a:off x="3602729" y="2386378"/>
              <a:ext cx="27708" cy="31052"/>
            </a:xfrm>
            <a:custGeom>
              <a:avLst/>
              <a:gdLst>
                <a:gd name="csX0" fmla="*/ 27708 w 27708"/>
                <a:gd name="csY0" fmla="*/ 21498 h 31052"/>
                <a:gd name="csX1" fmla="*/ 27708 w 27708"/>
                <a:gd name="csY1" fmla="*/ 22931 h 31052"/>
                <a:gd name="csX2" fmla="*/ 25797 w 27708"/>
                <a:gd name="csY2" fmla="*/ 26275 h 31052"/>
                <a:gd name="csX3" fmla="*/ 23409 w 27708"/>
                <a:gd name="csY3" fmla="*/ 28186 h 31052"/>
                <a:gd name="csX4" fmla="*/ 18154 w 27708"/>
                <a:gd name="csY4" fmla="*/ 31052 h 31052"/>
                <a:gd name="csX5" fmla="*/ 14332 w 27708"/>
                <a:gd name="csY5" fmla="*/ 31052 h 31052"/>
                <a:gd name="csX6" fmla="*/ 8121 w 27708"/>
                <a:gd name="csY6" fmla="*/ 26753 h 31052"/>
                <a:gd name="csX7" fmla="*/ 955 w 27708"/>
                <a:gd name="csY7" fmla="*/ 14332 h 31052"/>
                <a:gd name="csX8" fmla="*/ 0 w 27708"/>
                <a:gd name="csY8" fmla="*/ 9555 h 31052"/>
                <a:gd name="csX9" fmla="*/ 2389 w 27708"/>
                <a:gd name="csY9" fmla="*/ 9077 h 31052"/>
                <a:gd name="csX10" fmla="*/ 4777 w 27708"/>
                <a:gd name="csY10" fmla="*/ 7644 h 31052"/>
                <a:gd name="csX11" fmla="*/ 5733 w 27708"/>
                <a:gd name="csY11" fmla="*/ 5733 h 31052"/>
                <a:gd name="csX12" fmla="*/ 8121 w 27708"/>
                <a:gd name="csY12" fmla="*/ 3344 h 31052"/>
                <a:gd name="csX13" fmla="*/ 13854 w 27708"/>
                <a:gd name="csY13" fmla="*/ 0 h 31052"/>
                <a:gd name="csX14" fmla="*/ 14332 w 27708"/>
                <a:gd name="csY14" fmla="*/ 1433 h 31052"/>
                <a:gd name="csX15" fmla="*/ 14332 w 27708"/>
                <a:gd name="csY15" fmla="*/ 3822 h 31052"/>
                <a:gd name="csX16" fmla="*/ 14810 w 27708"/>
                <a:gd name="csY16" fmla="*/ 6688 h 31052"/>
                <a:gd name="csX17" fmla="*/ 16721 w 27708"/>
                <a:gd name="csY17" fmla="*/ 7166 h 31052"/>
                <a:gd name="csX18" fmla="*/ 18631 w 27708"/>
                <a:gd name="csY18" fmla="*/ 8599 h 31052"/>
                <a:gd name="csX19" fmla="*/ 22453 w 27708"/>
                <a:gd name="csY19" fmla="*/ 14332 h 31052"/>
                <a:gd name="csX20" fmla="*/ 24842 w 27708"/>
                <a:gd name="csY20" fmla="*/ 15287 h 31052"/>
                <a:gd name="csX21" fmla="*/ 25797 w 27708"/>
                <a:gd name="csY21" fmla="*/ 16243 h 31052"/>
                <a:gd name="csX22" fmla="*/ 26275 w 27708"/>
                <a:gd name="csY22" fmla="*/ 18154 h 31052"/>
                <a:gd name="csX23" fmla="*/ 27708 w 27708"/>
                <a:gd name="csY23" fmla="*/ 21498 h 310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7708" h="31052">
                  <a:moveTo>
                    <a:pt x="27708" y="21498"/>
                  </a:moveTo>
                  <a:lnTo>
                    <a:pt x="27708" y="22931"/>
                  </a:lnTo>
                  <a:lnTo>
                    <a:pt x="25797" y="26275"/>
                  </a:lnTo>
                  <a:lnTo>
                    <a:pt x="23409" y="28186"/>
                  </a:lnTo>
                  <a:lnTo>
                    <a:pt x="18154" y="31052"/>
                  </a:lnTo>
                  <a:lnTo>
                    <a:pt x="14332" y="31052"/>
                  </a:lnTo>
                  <a:lnTo>
                    <a:pt x="8121" y="26753"/>
                  </a:lnTo>
                  <a:lnTo>
                    <a:pt x="955" y="14332"/>
                  </a:lnTo>
                  <a:lnTo>
                    <a:pt x="0" y="9555"/>
                  </a:lnTo>
                  <a:lnTo>
                    <a:pt x="2389" y="9077"/>
                  </a:lnTo>
                  <a:lnTo>
                    <a:pt x="4777" y="7644"/>
                  </a:lnTo>
                  <a:lnTo>
                    <a:pt x="5733" y="5733"/>
                  </a:lnTo>
                  <a:lnTo>
                    <a:pt x="8121" y="3344"/>
                  </a:lnTo>
                  <a:lnTo>
                    <a:pt x="13854" y="0"/>
                  </a:lnTo>
                  <a:lnTo>
                    <a:pt x="14332" y="1433"/>
                  </a:lnTo>
                  <a:lnTo>
                    <a:pt x="14332" y="3822"/>
                  </a:lnTo>
                  <a:lnTo>
                    <a:pt x="14810" y="6688"/>
                  </a:lnTo>
                  <a:lnTo>
                    <a:pt x="16721" y="7166"/>
                  </a:lnTo>
                  <a:lnTo>
                    <a:pt x="18631" y="8599"/>
                  </a:lnTo>
                  <a:lnTo>
                    <a:pt x="22453" y="14332"/>
                  </a:lnTo>
                  <a:lnTo>
                    <a:pt x="24842" y="15287"/>
                  </a:lnTo>
                  <a:lnTo>
                    <a:pt x="25797" y="16243"/>
                  </a:lnTo>
                  <a:lnTo>
                    <a:pt x="26275" y="18154"/>
                  </a:lnTo>
                  <a:lnTo>
                    <a:pt x="27708" y="214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" name="Freeform 3074">
              <a:extLst>
                <a:ext uri="{FF2B5EF4-FFF2-40B4-BE49-F238E27FC236}">
                  <a16:creationId xmlns:a16="http://schemas.microsoft.com/office/drawing/2014/main" id="{FCC03D89-14E5-3ED7-BCC7-31E12F40C2A3}"/>
                </a:ext>
              </a:extLst>
            </p:cNvPr>
            <p:cNvSpPr/>
            <p:nvPr/>
          </p:nvSpPr>
          <p:spPr>
            <a:xfrm>
              <a:off x="3607506" y="4127702"/>
              <a:ext cx="1910" cy="1910"/>
            </a:xfrm>
            <a:custGeom>
              <a:avLst/>
              <a:gdLst>
                <a:gd name="csX0" fmla="*/ 1433 w 1910"/>
                <a:gd name="csY0" fmla="*/ 955 h 1910"/>
                <a:gd name="csX1" fmla="*/ 1911 w 1910"/>
                <a:gd name="csY1" fmla="*/ 1433 h 1910"/>
                <a:gd name="csX2" fmla="*/ 1911 w 1910"/>
                <a:gd name="csY2" fmla="*/ 1911 h 1910"/>
                <a:gd name="csX3" fmla="*/ 955 w 1910"/>
                <a:gd name="csY3" fmla="*/ 1911 h 1910"/>
                <a:gd name="csX4" fmla="*/ 0 w 1910"/>
                <a:gd name="csY4" fmla="*/ 955 h 1910"/>
                <a:gd name="csX5" fmla="*/ 0 w 1910"/>
                <a:gd name="csY5" fmla="*/ 0 h 1910"/>
                <a:gd name="csX6" fmla="*/ 0 w 1910"/>
                <a:gd name="csY6" fmla="*/ 0 h 1910"/>
                <a:gd name="csX7" fmla="*/ 1433 w 1910"/>
                <a:gd name="csY7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1910">
                  <a:moveTo>
                    <a:pt x="1433" y="955"/>
                  </a:moveTo>
                  <a:lnTo>
                    <a:pt x="1911" y="1433"/>
                  </a:lnTo>
                  <a:lnTo>
                    <a:pt x="1911" y="1911"/>
                  </a:lnTo>
                  <a:lnTo>
                    <a:pt x="955" y="1911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" name="Freeform 3075">
              <a:extLst>
                <a:ext uri="{FF2B5EF4-FFF2-40B4-BE49-F238E27FC236}">
                  <a16:creationId xmlns:a16="http://schemas.microsoft.com/office/drawing/2014/main" id="{3DCADC2F-58CE-C541-D7CA-58EB19A2F349}"/>
                </a:ext>
              </a:extLst>
            </p:cNvPr>
            <p:cNvSpPr/>
            <p:nvPr/>
          </p:nvSpPr>
          <p:spPr>
            <a:xfrm>
              <a:off x="3596041" y="4199361"/>
              <a:ext cx="4299" cy="6688"/>
            </a:xfrm>
            <a:custGeom>
              <a:avLst/>
              <a:gdLst>
                <a:gd name="csX0" fmla="*/ 3344 w 4299"/>
                <a:gd name="csY0" fmla="*/ 955 h 6688"/>
                <a:gd name="csX1" fmla="*/ 4300 w 4299"/>
                <a:gd name="csY1" fmla="*/ 3822 h 6688"/>
                <a:gd name="csX2" fmla="*/ 3822 w 4299"/>
                <a:gd name="csY2" fmla="*/ 6210 h 6688"/>
                <a:gd name="csX3" fmla="*/ 3344 w 4299"/>
                <a:gd name="csY3" fmla="*/ 6688 h 6688"/>
                <a:gd name="csX4" fmla="*/ 0 w 4299"/>
                <a:gd name="csY4" fmla="*/ 5255 h 6688"/>
                <a:gd name="csX5" fmla="*/ 1911 w 4299"/>
                <a:gd name="csY5" fmla="*/ 2866 h 6688"/>
                <a:gd name="csX6" fmla="*/ 1911 w 4299"/>
                <a:gd name="csY6" fmla="*/ 478 h 6688"/>
                <a:gd name="csX7" fmla="*/ 2389 w 4299"/>
                <a:gd name="csY7" fmla="*/ 0 h 6688"/>
                <a:gd name="csX8" fmla="*/ 3344 w 4299"/>
                <a:gd name="csY8" fmla="*/ 955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6688">
                  <a:moveTo>
                    <a:pt x="3344" y="955"/>
                  </a:moveTo>
                  <a:lnTo>
                    <a:pt x="4300" y="3822"/>
                  </a:lnTo>
                  <a:lnTo>
                    <a:pt x="3822" y="6210"/>
                  </a:lnTo>
                  <a:lnTo>
                    <a:pt x="3344" y="6688"/>
                  </a:lnTo>
                  <a:lnTo>
                    <a:pt x="0" y="5255"/>
                  </a:lnTo>
                  <a:lnTo>
                    <a:pt x="1911" y="2866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3344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" name="Freeform 3076">
              <a:extLst>
                <a:ext uri="{FF2B5EF4-FFF2-40B4-BE49-F238E27FC236}">
                  <a16:creationId xmlns:a16="http://schemas.microsoft.com/office/drawing/2014/main" id="{5777A5D2-D168-2D69-5BD2-06CC3F7127BF}"/>
                </a:ext>
              </a:extLst>
            </p:cNvPr>
            <p:cNvSpPr/>
            <p:nvPr/>
          </p:nvSpPr>
          <p:spPr>
            <a:xfrm>
              <a:off x="3388229" y="2659162"/>
              <a:ext cx="207334" cy="213545"/>
            </a:xfrm>
            <a:custGeom>
              <a:avLst/>
              <a:gdLst>
                <a:gd name="csX0" fmla="*/ 206857 w 207334"/>
                <a:gd name="csY0" fmla="*/ 66882 h 213545"/>
                <a:gd name="csX1" fmla="*/ 207335 w 207334"/>
                <a:gd name="csY1" fmla="*/ 69271 h 213545"/>
                <a:gd name="csX2" fmla="*/ 206857 w 207334"/>
                <a:gd name="csY2" fmla="*/ 71659 h 213545"/>
                <a:gd name="csX3" fmla="*/ 205901 w 207334"/>
                <a:gd name="csY3" fmla="*/ 73093 h 213545"/>
                <a:gd name="csX4" fmla="*/ 204468 w 207334"/>
                <a:gd name="csY4" fmla="*/ 74526 h 213545"/>
                <a:gd name="csX5" fmla="*/ 195391 w 207334"/>
                <a:gd name="csY5" fmla="*/ 80736 h 213545"/>
                <a:gd name="csX6" fmla="*/ 190136 w 207334"/>
                <a:gd name="csY6" fmla="*/ 82170 h 213545"/>
                <a:gd name="csX7" fmla="*/ 185359 w 207334"/>
                <a:gd name="csY7" fmla="*/ 85036 h 213545"/>
                <a:gd name="csX8" fmla="*/ 173893 w 207334"/>
                <a:gd name="csY8" fmla="*/ 94113 h 213545"/>
                <a:gd name="csX9" fmla="*/ 166250 w 207334"/>
                <a:gd name="csY9" fmla="*/ 98412 h 213545"/>
                <a:gd name="csX10" fmla="*/ 155740 w 207334"/>
                <a:gd name="csY10" fmla="*/ 107011 h 213545"/>
                <a:gd name="csX11" fmla="*/ 136153 w 207334"/>
                <a:gd name="csY11" fmla="*/ 120388 h 213545"/>
                <a:gd name="csX12" fmla="*/ 134242 w 207334"/>
                <a:gd name="csY12" fmla="*/ 122777 h 213545"/>
                <a:gd name="csX13" fmla="*/ 132809 w 207334"/>
                <a:gd name="csY13" fmla="*/ 124687 h 213545"/>
                <a:gd name="csX14" fmla="*/ 127554 w 207334"/>
                <a:gd name="csY14" fmla="*/ 139975 h 213545"/>
                <a:gd name="csX15" fmla="*/ 125643 w 207334"/>
                <a:gd name="csY15" fmla="*/ 143319 h 213545"/>
                <a:gd name="csX16" fmla="*/ 120388 w 207334"/>
                <a:gd name="csY16" fmla="*/ 147141 h 213545"/>
                <a:gd name="csX17" fmla="*/ 114177 w 207334"/>
                <a:gd name="csY17" fmla="*/ 147618 h 213545"/>
                <a:gd name="csX18" fmla="*/ 112266 w 207334"/>
                <a:gd name="csY18" fmla="*/ 148574 h 213545"/>
                <a:gd name="csX19" fmla="*/ 111789 w 207334"/>
                <a:gd name="csY19" fmla="*/ 153829 h 213545"/>
                <a:gd name="csX20" fmla="*/ 109400 w 207334"/>
                <a:gd name="csY20" fmla="*/ 162428 h 213545"/>
                <a:gd name="csX21" fmla="*/ 108444 w 207334"/>
                <a:gd name="csY21" fmla="*/ 168161 h 213545"/>
                <a:gd name="csX22" fmla="*/ 107011 w 207334"/>
                <a:gd name="csY22" fmla="*/ 182970 h 213545"/>
                <a:gd name="csX23" fmla="*/ 106534 w 207334"/>
                <a:gd name="csY23" fmla="*/ 184404 h 213545"/>
                <a:gd name="csX24" fmla="*/ 105578 w 207334"/>
                <a:gd name="csY24" fmla="*/ 187270 h 213545"/>
                <a:gd name="csX25" fmla="*/ 103667 w 207334"/>
                <a:gd name="csY25" fmla="*/ 190136 h 213545"/>
                <a:gd name="csX26" fmla="*/ 97457 w 207334"/>
                <a:gd name="csY26" fmla="*/ 193480 h 213545"/>
                <a:gd name="csX27" fmla="*/ 92679 w 207334"/>
                <a:gd name="csY27" fmla="*/ 195391 h 213545"/>
                <a:gd name="csX28" fmla="*/ 86469 w 207334"/>
                <a:gd name="csY28" fmla="*/ 196825 h 213545"/>
                <a:gd name="csX29" fmla="*/ 85036 w 207334"/>
                <a:gd name="csY29" fmla="*/ 195869 h 213545"/>
                <a:gd name="csX30" fmla="*/ 83603 w 207334"/>
                <a:gd name="csY30" fmla="*/ 193480 h 213545"/>
                <a:gd name="csX31" fmla="*/ 82169 w 207334"/>
                <a:gd name="csY31" fmla="*/ 193003 h 213545"/>
                <a:gd name="csX32" fmla="*/ 81214 w 207334"/>
                <a:gd name="csY32" fmla="*/ 193480 h 213545"/>
                <a:gd name="csX33" fmla="*/ 73093 w 207334"/>
                <a:gd name="csY33" fmla="*/ 203513 h 213545"/>
                <a:gd name="csX34" fmla="*/ 65449 w 207334"/>
                <a:gd name="csY34" fmla="*/ 207812 h 213545"/>
                <a:gd name="csX35" fmla="*/ 61627 w 207334"/>
                <a:gd name="csY35" fmla="*/ 211634 h 213545"/>
                <a:gd name="csX36" fmla="*/ 59238 w 207334"/>
                <a:gd name="csY36" fmla="*/ 213067 h 213545"/>
                <a:gd name="csX37" fmla="*/ 57328 w 207334"/>
                <a:gd name="csY37" fmla="*/ 213545 h 213545"/>
                <a:gd name="csX38" fmla="*/ 54461 w 207334"/>
                <a:gd name="csY38" fmla="*/ 213545 h 213545"/>
                <a:gd name="csX39" fmla="*/ 52072 w 207334"/>
                <a:gd name="csY39" fmla="*/ 211634 h 213545"/>
                <a:gd name="csX40" fmla="*/ 50162 w 207334"/>
                <a:gd name="csY40" fmla="*/ 209245 h 213545"/>
                <a:gd name="csX41" fmla="*/ 48251 w 207334"/>
                <a:gd name="csY41" fmla="*/ 206379 h 213545"/>
                <a:gd name="csX42" fmla="*/ 44429 w 207334"/>
                <a:gd name="csY42" fmla="*/ 194914 h 213545"/>
                <a:gd name="csX43" fmla="*/ 42996 w 207334"/>
                <a:gd name="csY43" fmla="*/ 190614 h 213545"/>
                <a:gd name="csX44" fmla="*/ 41562 w 207334"/>
                <a:gd name="csY44" fmla="*/ 188703 h 213545"/>
                <a:gd name="csX45" fmla="*/ 37263 w 207334"/>
                <a:gd name="csY45" fmla="*/ 181537 h 213545"/>
                <a:gd name="csX46" fmla="*/ 36307 w 207334"/>
                <a:gd name="csY46" fmla="*/ 180104 h 213545"/>
                <a:gd name="csX47" fmla="*/ 21498 w 207334"/>
                <a:gd name="csY47" fmla="*/ 171027 h 213545"/>
                <a:gd name="csX48" fmla="*/ 14332 w 207334"/>
                <a:gd name="csY48" fmla="*/ 165772 h 213545"/>
                <a:gd name="csX49" fmla="*/ 12421 w 207334"/>
                <a:gd name="csY49" fmla="*/ 163861 h 213545"/>
                <a:gd name="csX50" fmla="*/ 10510 w 207334"/>
                <a:gd name="csY50" fmla="*/ 162906 h 213545"/>
                <a:gd name="csX51" fmla="*/ 1433 w 207334"/>
                <a:gd name="csY51" fmla="*/ 163861 h 213545"/>
                <a:gd name="csX52" fmla="*/ 0 w 207334"/>
                <a:gd name="csY52" fmla="*/ 163384 h 213545"/>
                <a:gd name="csX53" fmla="*/ 0 w 207334"/>
                <a:gd name="csY53" fmla="*/ 162428 h 213545"/>
                <a:gd name="csX54" fmla="*/ 955 w 207334"/>
                <a:gd name="csY54" fmla="*/ 160039 h 213545"/>
                <a:gd name="csX55" fmla="*/ 1433 w 207334"/>
                <a:gd name="csY55" fmla="*/ 158128 h 213545"/>
                <a:gd name="csX56" fmla="*/ 1433 w 207334"/>
                <a:gd name="csY56" fmla="*/ 156695 h 213545"/>
                <a:gd name="csX57" fmla="*/ 1433 w 207334"/>
                <a:gd name="csY57" fmla="*/ 153829 h 213545"/>
                <a:gd name="csX58" fmla="*/ 1433 w 207334"/>
                <a:gd name="csY58" fmla="*/ 153351 h 213545"/>
                <a:gd name="csX59" fmla="*/ 5255 w 207334"/>
                <a:gd name="csY59" fmla="*/ 150485 h 213545"/>
                <a:gd name="csX60" fmla="*/ 4300 w 207334"/>
                <a:gd name="csY60" fmla="*/ 150007 h 213545"/>
                <a:gd name="csX61" fmla="*/ 3822 w 207334"/>
                <a:gd name="csY61" fmla="*/ 149052 h 213545"/>
                <a:gd name="csX62" fmla="*/ 3822 w 207334"/>
                <a:gd name="csY62" fmla="*/ 147141 h 213545"/>
                <a:gd name="csX63" fmla="*/ 4300 w 207334"/>
                <a:gd name="csY63" fmla="*/ 146185 h 213545"/>
                <a:gd name="csX64" fmla="*/ 5255 w 207334"/>
                <a:gd name="csY64" fmla="*/ 145707 h 213545"/>
                <a:gd name="csX65" fmla="*/ 6688 w 207334"/>
                <a:gd name="csY65" fmla="*/ 143319 h 213545"/>
                <a:gd name="csX66" fmla="*/ 8121 w 207334"/>
                <a:gd name="csY66" fmla="*/ 138542 h 213545"/>
                <a:gd name="csX67" fmla="*/ 9077 w 207334"/>
                <a:gd name="csY67" fmla="*/ 136153 h 213545"/>
                <a:gd name="csX68" fmla="*/ 10510 w 207334"/>
                <a:gd name="csY68" fmla="*/ 134242 h 213545"/>
                <a:gd name="csX69" fmla="*/ 13376 w 207334"/>
                <a:gd name="csY69" fmla="*/ 129942 h 213545"/>
                <a:gd name="csX70" fmla="*/ 15287 w 207334"/>
                <a:gd name="csY70" fmla="*/ 128509 h 213545"/>
                <a:gd name="csX71" fmla="*/ 16721 w 207334"/>
                <a:gd name="csY71" fmla="*/ 126121 h 213545"/>
                <a:gd name="csX72" fmla="*/ 16721 w 207334"/>
                <a:gd name="csY72" fmla="*/ 125165 h 213545"/>
                <a:gd name="csX73" fmla="*/ 16243 w 207334"/>
                <a:gd name="csY73" fmla="*/ 124210 h 213545"/>
                <a:gd name="csX74" fmla="*/ 16243 w 207334"/>
                <a:gd name="csY74" fmla="*/ 122777 h 213545"/>
                <a:gd name="csX75" fmla="*/ 16243 w 207334"/>
                <a:gd name="csY75" fmla="*/ 117521 h 213545"/>
                <a:gd name="csX76" fmla="*/ 16243 w 207334"/>
                <a:gd name="csY76" fmla="*/ 114655 h 213545"/>
                <a:gd name="csX77" fmla="*/ 16721 w 207334"/>
                <a:gd name="csY77" fmla="*/ 112266 h 213545"/>
                <a:gd name="csX78" fmla="*/ 17198 w 207334"/>
                <a:gd name="csY78" fmla="*/ 110356 h 213545"/>
                <a:gd name="csX79" fmla="*/ 18154 w 207334"/>
                <a:gd name="csY79" fmla="*/ 109400 h 213545"/>
                <a:gd name="csX80" fmla="*/ 24842 w 207334"/>
                <a:gd name="csY80" fmla="*/ 105578 h 213545"/>
                <a:gd name="csX81" fmla="*/ 25320 w 207334"/>
                <a:gd name="csY81" fmla="*/ 104145 h 213545"/>
                <a:gd name="csX82" fmla="*/ 25320 w 207334"/>
                <a:gd name="csY82" fmla="*/ 103190 h 213545"/>
                <a:gd name="csX83" fmla="*/ 25320 w 207334"/>
                <a:gd name="csY83" fmla="*/ 101756 h 213545"/>
                <a:gd name="csX84" fmla="*/ 24842 w 207334"/>
                <a:gd name="csY84" fmla="*/ 100323 h 213545"/>
                <a:gd name="csX85" fmla="*/ 23886 w 207334"/>
                <a:gd name="csY85" fmla="*/ 99845 h 213545"/>
                <a:gd name="csX86" fmla="*/ 21975 w 207334"/>
                <a:gd name="csY86" fmla="*/ 99368 h 213545"/>
                <a:gd name="csX87" fmla="*/ 20065 w 207334"/>
                <a:gd name="csY87" fmla="*/ 96979 h 213545"/>
                <a:gd name="csX88" fmla="*/ 20065 w 207334"/>
                <a:gd name="csY88" fmla="*/ 96024 h 213545"/>
                <a:gd name="csX89" fmla="*/ 20542 w 207334"/>
                <a:gd name="csY89" fmla="*/ 93157 h 213545"/>
                <a:gd name="csX90" fmla="*/ 23409 w 207334"/>
                <a:gd name="csY90" fmla="*/ 87902 h 213545"/>
                <a:gd name="csX91" fmla="*/ 24842 w 207334"/>
                <a:gd name="csY91" fmla="*/ 85514 h 213545"/>
                <a:gd name="csX92" fmla="*/ 28186 w 207334"/>
                <a:gd name="csY92" fmla="*/ 74526 h 213545"/>
                <a:gd name="csX93" fmla="*/ 34396 w 207334"/>
                <a:gd name="csY93" fmla="*/ 67360 h 213545"/>
                <a:gd name="csX94" fmla="*/ 35830 w 207334"/>
                <a:gd name="csY94" fmla="*/ 60194 h 213545"/>
                <a:gd name="csX95" fmla="*/ 40607 w 207334"/>
                <a:gd name="csY95" fmla="*/ 52072 h 213545"/>
                <a:gd name="csX96" fmla="*/ 40607 w 207334"/>
                <a:gd name="csY96" fmla="*/ 51117 h 213545"/>
                <a:gd name="csX97" fmla="*/ 39174 w 207334"/>
                <a:gd name="csY97" fmla="*/ 48251 h 213545"/>
                <a:gd name="csX98" fmla="*/ 34874 w 207334"/>
                <a:gd name="csY98" fmla="*/ 46340 h 213545"/>
                <a:gd name="csX99" fmla="*/ 32486 w 207334"/>
                <a:gd name="csY99" fmla="*/ 43473 h 213545"/>
                <a:gd name="csX100" fmla="*/ 31052 w 207334"/>
                <a:gd name="csY100" fmla="*/ 39651 h 213545"/>
                <a:gd name="csX101" fmla="*/ 24842 w 207334"/>
                <a:gd name="csY101" fmla="*/ 20542 h 213545"/>
                <a:gd name="csX102" fmla="*/ 23886 w 207334"/>
                <a:gd name="csY102" fmla="*/ 18631 h 213545"/>
                <a:gd name="csX103" fmla="*/ 23886 w 207334"/>
                <a:gd name="csY103" fmla="*/ 16721 h 213545"/>
                <a:gd name="csX104" fmla="*/ 22453 w 207334"/>
                <a:gd name="csY104" fmla="*/ 14810 h 213545"/>
                <a:gd name="csX105" fmla="*/ 22453 w 207334"/>
                <a:gd name="csY105" fmla="*/ 13854 h 213545"/>
                <a:gd name="csX106" fmla="*/ 46817 w 207334"/>
                <a:gd name="csY106" fmla="*/ 7644 h 213545"/>
                <a:gd name="csX107" fmla="*/ 63538 w 207334"/>
                <a:gd name="csY107" fmla="*/ 5733 h 213545"/>
                <a:gd name="csX108" fmla="*/ 81214 w 207334"/>
                <a:gd name="csY108" fmla="*/ 478 h 213545"/>
                <a:gd name="csX109" fmla="*/ 85991 w 207334"/>
                <a:gd name="csY109" fmla="*/ 0 h 213545"/>
                <a:gd name="csX110" fmla="*/ 89813 w 207334"/>
                <a:gd name="csY110" fmla="*/ 1433 h 213545"/>
                <a:gd name="csX111" fmla="*/ 93635 w 207334"/>
                <a:gd name="csY111" fmla="*/ 3822 h 213545"/>
                <a:gd name="csX112" fmla="*/ 98412 w 207334"/>
                <a:gd name="csY112" fmla="*/ 8599 h 213545"/>
                <a:gd name="csX113" fmla="*/ 104623 w 207334"/>
                <a:gd name="csY113" fmla="*/ 13376 h 213545"/>
                <a:gd name="csX114" fmla="*/ 117044 w 207334"/>
                <a:gd name="csY114" fmla="*/ 20065 h 213545"/>
                <a:gd name="csX115" fmla="*/ 124687 w 207334"/>
                <a:gd name="csY115" fmla="*/ 21498 h 213545"/>
                <a:gd name="csX116" fmla="*/ 121343 w 207334"/>
                <a:gd name="csY116" fmla="*/ 26753 h 213545"/>
                <a:gd name="csX117" fmla="*/ 120865 w 207334"/>
                <a:gd name="csY117" fmla="*/ 28186 h 213545"/>
                <a:gd name="csX118" fmla="*/ 120865 w 207334"/>
                <a:gd name="csY118" fmla="*/ 29142 h 213545"/>
                <a:gd name="csX119" fmla="*/ 121343 w 207334"/>
                <a:gd name="csY119" fmla="*/ 29619 h 213545"/>
                <a:gd name="csX120" fmla="*/ 126121 w 207334"/>
                <a:gd name="csY120" fmla="*/ 23409 h 213545"/>
                <a:gd name="csX121" fmla="*/ 129465 w 207334"/>
                <a:gd name="csY121" fmla="*/ 22931 h 213545"/>
                <a:gd name="csX122" fmla="*/ 131376 w 207334"/>
                <a:gd name="csY122" fmla="*/ 23886 h 213545"/>
                <a:gd name="csX123" fmla="*/ 132331 w 207334"/>
                <a:gd name="csY123" fmla="*/ 24364 h 213545"/>
                <a:gd name="csX124" fmla="*/ 132809 w 207334"/>
                <a:gd name="csY124" fmla="*/ 25797 h 213545"/>
                <a:gd name="csX125" fmla="*/ 132809 w 207334"/>
                <a:gd name="csY125" fmla="*/ 28186 h 213545"/>
                <a:gd name="csX126" fmla="*/ 132809 w 207334"/>
                <a:gd name="csY126" fmla="*/ 34874 h 213545"/>
                <a:gd name="csX127" fmla="*/ 133286 w 207334"/>
                <a:gd name="csY127" fmla="*/ 35830 h 213545"/>
                <a:gd name="csX128" fmla="*/ 133764 w 207334"/>
                <a:gd name="csY128" fmla="*/ 35352 h 213545"/>
                <a:gd name="csX129" fmla="*/ 135197 w 207334"/>
                <a:gd name="csY129" fmla="*/ 33919 h 213545"/>
                <a:gd name="csX130" fmla="*/ 140930 w 207334"/>
                <a:gd name="csY130" fmla="*/ 23886 h 213545"/>
                <a:gd name="csX131" fmla="*/ 142841 w 207334"/>
                <a:gd name="csY131" fmla="*/ 21498 h 213545"/>
                <a:gd name="csX132" fmla="*/ 144752 w 207334"/>
                <a:gd name="csY132" fmla="*/ 20542 h 213545"/>
                <a:gd name="csX133" fmla="*/ 151440 w 207334"/>
                <a:gd name="csY133" fmla="*/ 19109 h 213545"/>
                <a:gd name="csX134" fmla="*/ 156217 w 207334"/>
                <a:gd name="csY134" fmla="*/ 19109 h 213545"/>
                <a:gd name="csX135" fmla="*/ 160995 w 207334"/>
                <a:gd name="csY135" fmla="*/ 20065 h 213545"/>
                <a:gd name="csX136" fmla="*/ 165294 w 207334"/>
                <a:gd name="csY136" fmla="*/ 21498 h 213545"/>
                <a:gd name="csX137" fmla="*/ 171505 w 207334"/>
                <a:gd name="csY137" fmla="*/ 25320 h 213545"/>
                <a:gd name="csX138" fmla="*/ 176282 w 207334"/>
                <a:gd name="csY138" fmla="*/ 30097 h 213545"/>
                <a:gd name="csX139" fmla="*/ 180582 w 207334"/>
                <a:gd name="csY139" fmla="*/ 34874 h 213545"/>
                <a:gd name="csX140" fmla="*/ 195869 w 207334"/>
                <a:gd name="csY140" fmla="*/ 53506 h 213545"/>
                <a:gd name="csX141" fmla="*/ 202557 w 207334"/>
                <a:gd name="csY141" fmla="*/ 58761 h 213545"/>
                <a:gd name="csX142" fmla="*/ 204946 w 207334"/>
                <a:gd name="csY142" fmla="*/ 61627 h 213545"/>
                <a:gd name="csX143" fmla="*/ 205901 w 207334"/>
                <a:gd name="csY143" fmla="*/ 64016 h 213545"/>
                <a:gd name="csX144" fmla="*/ 206857 w 207334"/>
                <a:gd name="csY144" fmla="*/ 66882 h 213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</a:cxnLst>
              <a:rect l="l" t="t" r="r" b="b"/>
              <a:pathLst>
                <a:path w="207334" h="213545">
                  <a:moveTo>
                    <a:pt x="206857" y="66882"/>
                  </a:moveTo>
                  <a:lnTo>
                    <a:pt x="207335" y="69271"/>
                  </a:lnTo>
                  <a:lnTo>
                    <a:pt x="206857" y="71659"/>
                  </a:lnTo>
                  <a:lnTo>
                    <a:pt x="205901" y="73093"/>
                  </a:lnTo>
                  <a:lnTo>
                    <a:pt x="204468" y="74526"/>
                  </a:lnTo>
                  <a:lnTo>
                    <a:pt x="195391" y="80736"/>
                  </a:lnTo>
                  <a:lnTo>
                    <a:pt x="190136" y="82170"/>
                  </a:lnTo>
                  <a:lnTo>
                    <a:pt x="185359" y="85036"/>
                  </a:lnTo>
                  <a:lnTo>
                    <a:pt x="173893" y="94113"/>
                  </a:lnTo>
                  <a:lnTo>
                    <a:pt x="166250" y="98412"/>
                  </a:lnTo>
                  <a:lnTo>
                    <a:pt x="155740" y="107011"/>
                  </a:lnTo>
                  <a:lnTo>
                    <a:pt x="136153" y="120388"/>
                  </a:lnTo>
                  <a:lnTo>
                    <a:pt x="134242" y="122777"/>
                  </a:lnTo>
                  <a:lnTo>
                    <a:pt x="132809" y="124687"/>
                  </a:lnTo>
                  <a:lnTo>
                    <a:pt x="127554" y="139975"/>
                  </a:lnTo>
                  <a:lnTo>
                    <a:pt x="125643" y="143319"/>
                  </a:lnTo>
                  <a:lnTo>
                    <a:pt x="120388" y="147141"/>
                  </a:lnTo>
                  <a:lnTo>
                    <a:pt x="114177" y="147618"/>
                  </a:lnTo>
                  <a:lnTo>
                    <a:pt x="112266" y="148574"/>
                  </a:lnTo>
                  <a:lnTo>
                    <a:pt x="111789" y="153829"/>
                  </a:lnTo>
                  <a:lnTo>
                    <a:pt x="109400" y="162428"/>
                  </a:lnTo>
                  <a:lnTo>
                    <a:pt x="108444" y="168161"/>
                  </a:lnTo>
                  <a:lnTo>
                    <a:pt x="107011" y="182970"/>
                  </a:lnTo>
                  <a:lnTo>
                    <a:pt x="106534" y="184404"/>
                  </a:lnTo>
                  <a:lnTo>
                    <a:pt x="105578" y="187270"/>
                  </a:lnTo>
                  <a:lnTo>
                    <a:pt x="103667" y="190136"/>
                  </a:lnTo>
                  <a:lnTo>
                    <a:pt x="97457" y="193480"/>
                  </a:lnTo>
                  <a:lnTo>
                    <a:pt x="92679" y="195391"/>
                  </a:lnTo>
                  <a:lnTo>
                    <a:pt x="86469" y="196825"/>
                  </a:lnTo>
                  <a:lnTo>
                    <a:pt x="85036" y="195869"/>
                  </a:lnTo>
                  <a:lnTo>
                    <a:pt x="83603" y="193480"/>
                  </a:lnTo>
                  <a:lnTo>
                    <a:pt x="82169" y="193003"/>
                  </a:lnTo>
                  <a:lnTo>
                    <a:pt x="81214" y="193480"/>
                  </a:lnTo>
                  <a:lnTo>
                    <a:pt x="73093" y="203513"/>
                  </a:lnTo>
                  <a:lnTo>
                    <a:pt x="65449" y="207812"/>
                  </a:lnTo>
                  <a:lnTo>
                    <a:pt x="61627" y="211634"/>
                  </a:lnTo>
                  <a:lnTo>
                    <a:pt x="59238" y="213067"/>
                  </a:lnTo>
                  <a:lnTo>
                    <a:pt x="57328" y="213545"/>
                  </a:lnTo>
                  <a:lnTo>
                    <a:pt x="54461" y="213545"/>
                  </a:lnTo>
                  <a:lnTo>
                    <a:pt x="52072" y="211634"/>
                  </a:lnTo>
                  <a:lnTo>
                    <a:pt x="50162" y="209245"/>
                  </a:lnTo>
                  <a:lnTo>
                    <a:pt x="48251" y="206379"/>
                  </a:lnTo>
                  <a:lnTo>
                    <a:pt x="44429" y="194914"/>
                  </a:lnTo>
                  <a:lnTo>
                    <a:pt x="42996" y="190614"/>
                  </a:lnTo>
                  <a:lnTo>
                    <a:pt x="41562" y="188703"/>
                  </a:lnTo>
                  <a:lnTo>
                    <a:pt x="37263" y="181537"/>
                  </a:lnTo>
                  <a:lnTo>
                    <a:pt x="36307" y="180104"/>
                  </a:lnTo>
                  <a:lnTo>
                    <a:pt x="21498" y="171027"/>
                  </a:lnTo>
                  <a:lnTo>
                    <a:pt x="14332" y="165772"/>
                  </a:lnTo>
                  <a:lnTo>
                    <a:pt x="12421" y="163861"/>
                  </a:lnTo>
                  <a:lnTo>
                    <a:pt x="10510" y="162906"/>
                  </a:lnTo>
                  <a:lnTo>
                    <a:pt x="1433" y="163861"/>
                  </a:lnTo>
                  <a:lnTo>
                    <a:pt x="0" y="163384"/>
                  </a:lnTo>
                  <a:lnTo>
                    <a:pt x="0" y="162428"/>
                  </a:lnTo>
                  <a:lnTo>
                    <a:pt x="955" y="160039"/>
                  </a:lnTo>
                  <a:lnTo>
                    <a:pt x="1433" y="158128"/>
                  </a:lnTo>
                  <a:lnTo>
                    <a:pt x="1433" y="156695"/>
                  </a:lnTo>
                  <a:lnTo>
                    <a:pt x="1433" y="153829"/>
                  </a:lnTo>
                  <a:lnTo>
                    <a:pt x="1433" y="153351"/>
                  </a:lnTo>
                  <a:lnTo>
                    <a:pt x="5255" y="150485"/>
                  </a:lnTo>
                  <a:lnTo>
                    <a:pt x="4300" y="150007"/>
                  </a:lnTo>
                  <a:lnTo>
                    <a:pt x="3822" y="149052"/>
                  </a:lnTo>
                  <a:lnTo>
                    <a:pt x="3822" y="147141"/>
                  </a:lnTo>
                  <a:lnTo>
                    <a:pt x="4300" y="146185"/>
                  </a:lnTo>
                  <a:lnTo>
                    <a:pt x="5255" y="145707"/>
                  </a:lnTo>
                  <a:lnTo>
                    <a:pt x="6688" y="143319"/>
                  </a:lnTo>
                  <a:lnTo>
                    <a:pt x="8121" y="138542"/>
                  </a:lnTo>
                  <a:lnTo>
                    <a:pt x="9077" y="136153"/>
                  </a:lnTo>
                  <a:lnTo>
                    <a:pt x="10510" y="134242"/>
                  </a:lnTo>
                  <a:lnTo>
                    <a:pt x="13376" y="129942"/>
                  </a:lnTo>
                  <a:lnTo>
                    <a:pt x="15287" y="128509"/>
                  </a:lnTo>
                  <a:lnTo>
                    <a:pt x="16721" y="126121"/>
                  </a:lnTo>
                  <a:lnTo>
                    <a:pt x="16721" y="125165"/>
                  </a:lnTo>
                  <a:lnTo>
                    <a:pt x="16243" y="124210"/>
                  </a:lnTo>
                  <a:lnTo>
                    <a:pt x="16243" y="122777"/>
                  </a:lnTo>
                  <a:lnTo>
                    <a:pt x="16243" y="117521"/>
                  </a:lnTo>
                  <a:lnTo>
                    <a:pt x="16243" y="114655"/>
                  </a:lnTo>
                  <a:lnTo>
                    <a:pt x="16721" y="112266"/>
                  </a:lnTo>
                  <a:lnTo>
                    <a:pt x="17198" y="110356"/>
                  </a:lnTo>
                  <a:lnTo>
                    <a:pt x="18154" y="109400"/>
                  </a:lnTo>
                  <a:lnTo>
                    <a:pt x="24842" y="105578"/>
                  </a:lnTo>
                  <a:lnTo>
                    <a:pt x="25320" y="104145"/>
                  </a:lnTo>
                  <a:lnTo>
                    <a:pt x="25320" y="103190"/>
                  </a:lnTo>
                  <a:lnTo>
                    <a:pt x="25320" y="101756"/>
                  </a:lnTo>
                  <a:lnTo>
                    <a:pt x="24842" y="100323"/>
                  </a:lnTo>
                  <a:lnTo>
                    <a:pt x="23886" y="99845"/>
                  </a:lnTo>
                  <a:lnTo>
                    <a:pt x="21975" y="99368"/>
                  </a:lnTo>
                  <a:lnTo>
                    <a:pt x="20065" y="96979"/>
                  </a:lnTo>
                  <a:lnTo>
                    <a:pt x="20065" y="96024"/>
                  </a:lnTo>
                  <a:lnTo>
                    <a:pt x="20542" y="93157"/>
                  </a:lnTo>
                  <a:lnTo>
                    <a:pt x="23409" y="87902"/>
                  </a:lnTo>
                  <a:lnTo>
                    <a:pt x="24842" y="85514"/>
                  </a:lnTo>
                  <a:lnTo>
                    <a:pt x="28186" y="74526"/>
                  </a:lnTo>
                  <a:lnTo>
                    <a:pt x="34396" y="67360"/>
                  </a:lnTo>
                  <a:lnTo>
                    <a:pt x="35830" y="60194"/>
                  </a:lnTo>
                  <a:lnTo>
                    <a:pt x="40607" y="52072"/>
                  </a:lnTo>
                  <a:lnTo>
                    <a:pt x="40607" y="51117"/>
                  </a:lnTo>
                  <a:lnTo>
                    <a:pt x="39174" y="48251"/>
                  </a:lnTo>
                  <a:lnTo>
                    <a:pt x="34874" y="46340"/>
                  </a:lnTo>
                  <a:lnTo>
                    <a:pt x="32486" y="43473"/>
                  </a:lnTo>
                  <a:lnTo>
                    <a:pt x="31052" y="39651"/>
                  </a:lnTo>
                  <a:lnTo>
                    <a:pt x="24842" y="20542"/>
                  </a:lnTo>
                  <a:lnTo>
                    <a:pt x="23886" y="18631"/>
                  </a:lnTo>
                  <a:lnTo>
                    <a:pt x="23886" y="16721"/>
                  </a:lnTo>
                  <a:lnTo>
                    <a:pt x="22453" y="14810"/>
                  </a:lnTo>
                  <a:lnTo>
                    <a:pt x="22453" y="13854"/>
                  </a:lnTo>
                  <a:lnTo>
                    <a:pt x="46817" y="7644"/>
                  </a:lnTo>
                  <a:lnTo>
                    <a:pt x="63538" y="5733"/>
                  </a:lnTo>
                  <a:lnTo>
                    <a:pt x="81214" y="478"/>
                  </a:lnTo>
                  <a:lnTo>
                    <a:pt x="85991" y="0"/>
                  </a:lnTo>
                  <a:lnTo>
                    <a:pt x="89813" y="1433"/>
                  </a:lnTo>
                  <a:lnTo>
                    <a:pt x="93635" y="3822"/>
                  </a:lnTo>
                  <a:lnTo>
                    <a:pt x="98412" y="8599"/>
                  </a:lnTo>
                  <a:lnTo>
                    <a:pt x="104623" y="13376"/>
                  </a:lnTo>
                  <a:lnTo>
                    <a:pt x="117044" y="20065"/>
                  </a:lnTo>
                  <a:lnTo>
                    <a:pt x="124687" y="21498"/>
                  </a:lnTo>
                  <a:lnTo>
                    <a:pt x="121343" y="26753"/>
                  </a:lnTo>
                  <a:lnTo>
                    <a:pt x="120865" y="28186"/>
                  </a:lnTo>
                  <a:lnTo>
                    <a:pt x="120865" y="29142"/>
                  </a:lnTo>
                  <a:lnTo>
                    <a:pt x="121343" y="29619"/>
                  </a:lnTo>
                  <a:lnTo>
                    <a:pt x="126121" y="23409"/>
                  </a:lnTo>
                  <a:lnTo>
                    <a:pt x="129465" y="22931"/>
                  </a:lnTo>
                  <a:lnTo>
                    <a:pt x="131376" y="23886"/>
                  </a:lnTo>
                  <a:lnTo>
                    <a:pt x="132331" y="24364"/>
                  </a:lnTo>
                  <a:lnTo>
                    <a:pt x="132809" y="25797"/>
                  </a:lnTo>
                  <a:lnTo>
                    <a:pt x="132809" y="28186"/>
                  </a:lnTo>
                  <a:lnTo>
                    <a:pt x="132809" y="34874"/>
                  </a:lnTo>
                  <a:lnTo>
                    <a:pt x="133286" y="35830"/>
                  </a:lnTo>
                  <a:lnTo>
                    <a:pt x="133764" y="35352"/>
                  </a:lnTo>
                  <a:lnTo>
                    <a:pt x="135197" y="33919"/>
                  </a:lnTo>
                  <a:lnTo>
                    <a:pt x="140930" y="23886"/>
                  </a:lnTo>
                  <a:lnTo>
                    <a:pt x="142841" y="21498"/>
                  </a:lnTo>
                  <a:lnTo>
                    <a:pt x="144752" y="20542"/>
                  </a:lnTo>
                  <a:lnTo>
                    <a:pt x="151440" y="19109"/>
                  </a:lnTo>
                  <a:lnTo>
                    <a:pt x="156217" y="19109"/>
                  </a:lnTo>
                  <a:lnTo>
                    <a:pt x="160995" y="20065"/>
                  </a:lnTo>
                  <a:lnTo>
                    <a:pt x="165294" y="21498"/>
                  </a:lnTo>
                  <a:lnTo>
                    <a:pt x="171505" y="25320"/>
                  </a:lnTo>
                  <a:lnTo>
                    <a:pt x="176282" y="30097"/>
                  </a:lnTo>
                  <a:lnTo>
                    <a:pt x="180582" y="34874"/>
                  </a:lnTo>
                  <a:lnTo>
                    <a:pt x="195869" y="53506"/>
                  </a:lnTo>
                  <a:lnTo>
                    <a:pt x="202557" y="58761"/>
                  </a:lnTo>
                  <a:lnTo>
                    <a:pt x="204946" y="61627"/>
                  </a:lnTo>
                  <a:lnTo>
                    <a:pt x="205901" y="64016"/>
                  </a:lnTo>
                  <a:lnTo>
                    <a:pt x="206857" y="6688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" name="Freeform 3077">
              <a:extLst>
                <a:ext uri="{FF2B5EF4-FFF2-40B4-BE49-F238E27FC236}">
                  <a16:creationId xmlns:a16="http://schemas.microsoft.com/office/drawing/2014/main" id="{F6DFC9CC-FE79-DB2F-F134-3D9E7B888967}"/>
                </a:ext>
              </a:extLst>
            </p:cNvPr>
            <p:cNvSpPr/>
            <p:nvPr/>
          </p:nvSpPr>
          <p:spPr>
            <a:xfrm>
              <a:off x="3446512" y="2432240"/>
              <a:ext cx="147140" cy="136152"/>
            </a:xfrm>
            <a:custGeom>
              <a:avLst/>
              <a:gdLst>
                <a:gd name="csX0" fmla="*/ 147141 w 147140"/>
                <a:gd name="csY0" fmla="*/ 18631 h 136152"/>
                <a:gd name="csX1" fmla="*/ 147141 w 147140"/>
                <a:gd name="csY1" fmla="*/ 20065 h 136152"/>
                <a:gd name="csX2" fmla="*/ 146663 w 147140"/>
                <a:gd name="csY2" fmla="*/ 21020 h 136152"/>
                <a:gd name="csX3" fmla="*/ 144274 w 147140"/>
                <a:gd name="csY3" fmla="*/ 23409 h 136152"/>
                <a:gd name="csX4" fmla="*/ 132809 w 147140"/>
                <a:gd name="csY4" fmla="*/ 30575 h 136152"/>
                <a:gd name="csX5" fmla="*/ 130420 w 147140"/>
                <a:gd name="csY5" fmla="*/ 33919 h 136152"/>
                <a:gd name="csX6" fmla="*/ 130898 w 147140"/>
                <a:gd name="csY6" fmla="*/ 36785 h 136152"/>
                <a:gd name="csX7" fmla="*/ 135198 w 147140"/>
                <a:gd name="csY7" fmla="*/ 42518 h 136152"/>
                <a:gd name="csX8" fmla="*/ 139497 w 147140"/>
                <a:gd name="csY8" fmla="*/ 47773 h 136152"/>
                <a:gd name="csX9" fmla="*/ 140452 w 147140"/>
                <a:gd name="csY9" fmla="*/ 50162 h 136152"/>
                <a:gd name="csX10" fmla="*/ 138542 w 147140"/>
                <a:gd name="csY10" fmla="*/ 52550 h 136152"/>
                <a:gd name="csX11" fmla="*/ 134720 w 147140"/>
                <a:gd name="csY11" fmla="*/ 51595 h 136152"/>
                <a:gd name="csX12" fmla="*/ 133286 w 147140"/>
                <a:gd name="csY12" fmla="*/ 52072 h 136152"/>
                <a:gd name="csX13" fmla="*/ 131853 w 147140"/>
                <a:gd name="csY13" fmla="*/ 53028 h 136152"/>
                <a:gd name="csX14" fmla="*/ 132331 w 147140"/>
                <a:gd name="csY14" fmla="*/ 54939 h 136152"/>
                <a:gd name="csX15" fmla="*/ 136631 w 147140"/>
                <a:gd name="csY15" fmla="*/ 62583 h 136152"/>
                <a:gd name="csX16" fmla="*/ 138064 w 147140"/>
                <a:gd name="csY16" fmla="*/ 66404 h 136152"/>
                <a:gd name="csX17" fmla="*/ 138064 w 147140"/>
                <a:gd name="csY17" fmla="*/ 68315 h 136152"/>
                <a:gd name="csX18" fmla="*/ 137108 w 147140"/>
                <a:gd name="csY18" fmla="*/ 70226 h 136152"/>
                <a:gd name="csX19" fmla="*/ 135198 w 147140"/>
                <a:gd name="csY19" fmla="*/ 72615 h 136152"/>
                <a:gd name="csX20" fmla="*/ 132331 w 147140"/>
                <a:gd name="csY20" fmla="*/ 75959 h 136152"/>
                <a:gd name="csX21" fmla="*/ 127554 w 147140"/>
                <a:gd name="csY21" fmla="*/ 78825 h 136152"/>
                <a:gd name="csX22" fmla="*/ 117044 w 147140"/>
                <a:gd name="csY22" fmla="*/ 82169 h 136152"/>
                <a:gd name="csX23" fmla="*/ 116566 w 147140"/>
                <a:gd name="csY23" fmla="*/ 85036 h 136152"/>
                <a:gd name="csX24" fmla="*/ 116566 w 147140"/>
                <a:gd name="csY24" fmla="*/ 86947 h 136152"/>
                <a:gd name="csX25" fmla="*/ 116566 w 147140"/>
                <a:gd name="csY25" fmla="*/ 92202 h 136152"/>
                <a:gd name="csX26" fmla="*/ 116088 w 147140"/>
                <a:gd name="csY26" fmla="*/ 94590 h 136152"/>
                <a:gd name="csX27" fmla="*/ 114655 w 147140"/>
                <a:gd name="csY27" fmla="*/ 98412 h 136152"/>
                <a:gd name="csX28" fmla="*/ 113700 w 147140"/>
                <a:gd name="csY28" fmla="*/ 100323 h 136152"/>
                <a:gd name="csX29" fmla="*/ 112266 w 147140"/>
                <a:gd name="csY29" fmla="*/ 101756 h 136152"/>
                <a:gd name="csX30" fmla="*/ 109878 w 147140"/>
                <a:gd name="csY30" fmla="*/ 102234 h 136152"/>
                <a:gd name="csX31" fmla="*/ 107011 w 147140"/>
                <a:gd name="csY31" fmla="*/ 102234 h 136152"/>
                <a:gd name="csX32" fmla="*/ 102234 w 147140"/>
                <a:gd name="csY32" fmla="*/ 98890 h 136152"/>
                <a:gd name="csX33" fmla="*/ 100323 w 147140"/>
                <a:gd name="csY33" fmla="*/ 96979 h 136152"/>
                <a:gd name="csX34" fmla="*/ 97457 w 147140"/>
                <a:gd name="csY34" fmla="*/ 92202 h 136152"/>
                <a:gd name="csX35" fmla="*/ 96979 w 147140"/>
                <a:gd name="csY35" fmla="*/ 88858 h 136152"/>
                <a:gd name="csX36" fmla="*/ 96979 w 147140"/>
                <a:gd name="csY36" fmla="*/ 85036 h 136152"/>
                <a:gd name="csX37" fmla="*/ 97935 w 147140"/>
                <a:gd name="csY37" fmla="*/ 78825 h 136152"/>
                <a:gd name="csX38" fmla="*/ 98890 w 147140"/>
                <a:gd name="csY38" fmla="*/ 72615 h 136152"/>
                <a:gd name="csX39" fmla="*/ 100801 w 147140"/>
                <a:gd name="csY39" fmla="*/ 66404 h 136152"/>
                <a:gd name="csX40" fmla="*/ 101756 w 147140"/>
                <a:gd name="csY40" fmla="*/ 62583 h 136152"/>
                <a:gd name="csX41" fmla="*/ 100801 w 147140"/>
                <a:gd name="csY41" fmla="*/ 60672 h 136152"/>
                <a:gd name="csX42" fmla="*/ 99368 w 147140"/>
                <a:gd name="csY42" fmla="*/ 60672 h 136152"/>
                <a:gd name="csX43" fmla="*/ 95546 w 147140"/>
                <a:gd name="csY43" fmla="*/ 63538 h 136152"/>
                <a:gd name="csX44" fmla="*/ 93157 w 147140"/>
                <a:gd name="csY44" fmla="*/ 64493 h 136152"/>
                <a:gd name="csX45" fmla="*/ 91246 w 147140"/>
                <a:gd name="csY45" fmla="*/ 66404 h 136152"/>
                <a:gd name="csX46" fmla="*/ 89813 w 147140"/>
                <a:gd name="csY46" fmla="*/ 68793 h 136152"/>
                <a:gd name="csX47" fmla="*/ 88858 w 147140"/>
                <a:gd name="csY47" fmla="*/ 72137 h 136152"/>
                <a:gd name="csX48" fmla="*/ 88380 w 147140"/>
                <a:gd name="csY48" fmla="*/ 77870 h 136152"/>
                <a:gd name="csX49" fmla="*/ 87902 w 147140"/>
                <a:gd name="csY49" fmla="*/ 81214 h 136152"/>
                <a:gd name="csX50" fmla="*/ 85991 w 147140"/>
                <a:gd name="csY50" fmla="*/ 82647 h 136152"/>
                <a:gd name="csX51" fmla="*/ 82647 w 147140"/>
                <a:gd name="csY51" fmla="*/ 82647 h 136152"/>
                <a:gd name="csX52" fmla="*/ 81692 w 147140"/>
                <a:gd name="csY52" fmla="*/ 83603 h 136152"/>
                <a:gd name="csX53" fmla="*/ 80736 w 147140"/>
                <a:gd name="csY53" fmla="*/ 85991 h 136152"/>
                <a:gd name="csX54" fmla="*/ 81214 w 147140"/>
                <a:gd name="csY54" fmla="*/ 87425 h 136152"/>
                <a:gd name="csX55" fmla="*/ 84558 w 147140"/>
                <a:gd name="csY55" fmla="*/ 91246 h 136152"/>
                <a:gd name="csX56" fmla="*/ 84558 w 147140"/>
                <a:gd name="csY56" fmla="*/ 95068 h 136152"/>
                <a:gd name="csX57" fmla="*/ 84558 w 147140"/>
                <a:gd name="csY57" fmla="*/ 97457 h 136152"/>
                <a:gd name="csX58" fmla="*/ 81214 w 147140"/>
                <a:gd name="csY58" fmla="*/ 102234 h 136152"/>
                <a:gd name="csX59" fmla="*/ 80259 w 147140"/>
                <a:gd name="csY59" fmla="*/ 103667 h 136152"/>
                <a:gd name="csX60" fmla="*/ 78348 w 147140"/>
                <a:gd name="csY60" fmla="*/ 110356 h 136152"/>
                <a:gd name="csX61" fmla="*/ 77392 w 147140"/>
                <a:gd name="csY61" fmla="*/ 112266 h 136152"/>
                <a:gd name="csX62" fmla="*/ 75959 w 147140"/>
                <a:gd name="csY62" fmla="*/ 113700 h 136152"/>
                <a:gd name="csX63" fmla="*/ 74048 w 147140"/>
                <a:gd name="csY63" fmla="*/ 113700 h 136152"/>
                <a:gd name="csX64" fmla="*/ 72615 w 147140"/>
                <a:gd name="csY64" fmla="*/ 110833 h 136152"/>
                <a:gd name="csX65" fmla="*/ 70226 w 147140"/>
                <a:gd name="csY65" fmla="*/ 106056 h 136152"/>
                <a:gd name="csX66" fmla="*/ 68315 w 147140"/>
                <a:gd name="csY66" fmla="*/ 102234 h 136152"/>
                <a:gd name="csX67" fmla="*/ 67838 w 147140"/>
                <a:gd name="csY67" fmla="*/ 98890 h 136152"/>
                <a:gd name="csX68" fmla="*/ 66882 w 147140"/>
                <a:gd name="csY68" fmla="*/ 96979 h 136152"/>
                <a:gd name="csX69" fmla="*/ 65927 w 147140"/>
                <a:gd name="csY69" fmla="*/ 98412 h 136152"/>
                <a:gd name="csX70" fmla="*/ 64493 w 147140"/>
                <a:gd name="csY70" fmla="*/ 101756 h 136152"/>
                <a:gd name="csX71" fmla="*/ 64493 w 147140"/>
                <a:gd name="csY71" fmla="*/ 104623 h 136152"/>
                <a:gd name="csX72" fmla="*/ 64493 w 147140"/>
                <a:gd name="csY72" fmla="*/ 108445 h 136152"/>
                <a:gd name="csX73" fmla="*/ 64493 w 147140"/>
                <a:gd name="csY73" fmla="*/ 111311 h 136152"/>
                <a:gd name="csX74" fmla="*/ 62583 w 147140"/>
                <a:gd name="csY74" fmla="*/ 114177 h 136152"/>
                <a:gd name="csX75" fmla="*/ 63060 w 147140"/>
                <a:gd name="csY75" fmla="*/ 115611 h 136152"/>
                <a:gd name="csX76" fmla="*/ 66404 w 147140"/>
                <a:gd name="csY76" fmla="*/ 118955 h 136152"/>
                <a:gd name="csX77" fmla="*/ 66882 w 147140"/>
                <a:gd name="csY77" fmla="*/ 120865 h 136152"/>
                <a:gd name="csX78" fmla="*/ 66882 w 147140"/>
                <a:gd name="csY78" fmla="*/ 123254 h 136152"/>
                <a:gd name="csX79" fmla="*/ 66882 w 147140"/>
                <a:gd name="csY79" fmla="*/ 124210 h 136152"/>
                <a:gd name="csX80" fmla="*/ 65449 w 147140"/>
                <a:gd name="csY80" fmla="*/ 124210 h 136152"/>
                <a:gd name="csX81" fmla="*/ 64016 w 147140"/>
                <a:gd name="csY81" fmla="*/ 127076 h 136152"/>
                <a:gd name="csX82" fmla="*/ 62583 w 147140"/>
                <a:gd name="csY82" fmla="*/ 129465 h 136152"/>
                <a:gd name="csX83" fmla="*/ 59238 w 147140"/>
                <a:gd name="csY83" fmla="*/ 133764 h 136152"/>
                <a:gd name="csX84" fmla="*/ 54461 w 147140"/>
                <a:gd name="csY84" fmla="*/ 134242 h 136152"/>
                <a:gd name="csX85" fmla="*/ 50162 w 147140"/>
                <a:gd name="csY85" fmla="*/ 136153 h 136152"/>
                <a:gd name="csX86" fmla="*/ 49206 w 147140"/>
                <a:gd name="csY86" fmla="*/ 136153 h 136152"/>
                <a:gd name="csX87" fmla="*/ 48251 w 147140"/>
                <a:gd name="csY87" fmla="*/ 132809 h 136152"/>
                <a:gd name="csX88" fmla="*/ 47295 w 147140"/>
                <a:gd name="csY88" fmla="*/ 126121 h 136152"/>
                <a:gd name="csX89" fmla="*/ 46340 w 147140"/>
                <a:gd name="csY89" fmla="*/ 122299 h 136152"/>
                <a:gd name="csX90" fmla="*/ 44907 w 147140"/>
                <a:gd name="csY90" fmla="*/ 120388 h 136152"/>
                <a:gd name="csX91" fmla="*/ 42996 w 147140"/>
                <a:gd name="csY91" fmla="*/ 112744 h 136152"/>
                <a:gd name="csX92" fmla="*/ 42040 w 147140"/>
                <a:gd name="csY92" fmla="*/ 110356 h 136152"/>
                <a:gd name="csX93" fmla="*/ 41563 w 147140"/>
                <a:gd name="csY93" fmla="*/ 109400 h 136152"/>
                <a:gd name="csX94" fmla="*/ 40607 w 147140"/>
                <a:gd name="csY94" fmla="*/ 109400 h 136152"/>
                <a:gd name="csX95" fmla="*/ 39652 w 147140"/>
                <a:gd name="csY95" fmla="*/ 110833 h 136152"/>
                <a:gd name="csX96" fmla="*/ 37263 w 147140"/>
                <a:gd name="csY96" fmla="*/ 121343 h 136152"/>
                <a:gd name="csX97" fmla="*/ 33441 w 147140"/>
                <a:gd name="csY97" fmla="*/ 124210 h 136152"/>
                <a:gd name="csX98" fmla="*/ 31530 w 147140"/>
                <a:gd name="csY98" fmla="*/ 124687 h 136152"/>
                <a:gd name="csX99" fmla="*/ 29142 w 147140"/>
                <a:gd name="csY99" fmla="*/ 124687 h 136152"/>
                <a:gd name="csX100" fmla="*/ 23886 w 147140"/>
                <a:gd name="csY100" fmla="*/ 121343 h 136152"/>
                <a:gd name="csX101" fmla="*/ 19587 w 147140"/>
                <a:gd name="csY101" fmla="*/ 120388 h 136152"/>
                <a:gd name="csX102" fmla="*/ 16721 w 147140"/>
                <a:gd name="csY102" fmla="*/ 121821 h 136152"/>
                <a:gd name="csX103" fmla="*/ 11943 w 147140"/>
                <a:gd name="csY103" fmla="*/ 126121 h 136152"/>
                <a:gd name="csX104" fmla="*/ 10032 w 147140"/>
                <a:gd name="csY104" fmla="*/ 127076 h 136152"/>
                <a:gd name="csX105" fmla="*/ 7166 w 147140"/>
                <a:gd name="csY105" fmla="*/ 126598 h 136152"/>
                <a:gd name="csX106" fmla="*/ 6211 w 147140"/>
                <a:gd name="csY106" fmla="*/ 125165 h 136152"/>
                <a:gd name="csX107" fmla="*/ 5255 w 147140"/>
                <a:gd name="csY107" fmla="*/ 122299 h 136152"/>
                <a:gd name="csX108" fmla="*/ 5255 w 147140"/>
                <a:gd name="csY108" fmla="*/ 120865 h 136152"/>
                <a:gd name="csX109" fmla="*/ 5733 w 147140"/>
                <a:gd name="csY109" fmla="*/ 119910 h 136152"/>
                <a:gd name="csX110" fmla="*/ 7166 w 147140"/>
                <a:gd name="csY110" fmla="*/ 117044 h 136152"/>
                <a:gd name="csX111" fmla="*/ 7166 w 147140"/>
                <a:gd name="csY111" fmla="*/ 115611 h 136152"/>
                <a:gd name="csX112" fmla="*/ 5733 w 147140"/>
                <a:gd name="csY112" fmla="*/ 113700 h 136152"/>
                <a:gd name="csX113" fmla="*/ 5733 w 147140"/>
                <a:gd name="csY113" fmla="*/ 112266 h 136152"/>
                <a:gd name="csX114" fmla="*/ 6211 w 147140"/>
                <a:gd name="csY114" fmla="*/ 111311 h 136152"/>
                <a:gd name="csX115" fmla="*/ 6211 w 147140"/>
                <a:gd name="csY115" fmla="*/ 110833 h 136152"/>
                <a:gd name="csX116" fmla="*/ 5255 w 147140"/>
                <a:gd name="csY116" fmla="*/ 110356 h 136152"/>
                <a:gd name="csX117" fmla="*/ 4300 w 147140"/>
                <a:gd name="csY117" fmla="*/ 110833 h 136152"/>
                <a:gd name="csX118" fmla="*/ 0 w 147140"/>
                <a:gd name="csY118" fmla="*/ 112744 h 136152"/>
                <a:gd name="csX119" fmla="*/ 478 w 147140"/>
                <a:gd name="csY119" fmla="*/ 110356 h 136152"/>
                <a:gd name="csX120" fmla="*/ 2389 w 147140"/>
                <a:gd name="csY120" fmla="*/ 105578 h 136152"/>
                <a:gd name="csX121" fmla="*/ 7644 w 147140"/>
                <a:gd name="csY121" fmla="*/ 96024 h 136152"/>
                <a:gd name="csX122" fmla="*/ 9555 w 147140"/>
                <a:gd name="csY122" fmla="*/ 93157 h 136152"/>
                <a:gd name="csX123" fmla="*/ 10510 w 147140"/>
                <a:gd name="csY123" fmla="*/ 92679 h 136152"/>
                <a:gd name="csX124" fmla="*/ 25320 w 147140"/>
                <a:gd name="csY124" fmla="*/ 89335 h 136152"/>
                <a:gd name="csX125" fmla="*/ 26753 w 147140"/>
                <a:gd name="csY125" fmla="*/ 88380 h 136152"/>
                <a:gd name="csX126" fmla="*/ 33441 w 147140"/>
                <a:gd name="csY126" fmla="*/ 75481 h 136152"/>
                <a:gd name="csX127" fmla="*/ 35830 w 147140"/>
                <a:gd name="csY127" fmla="*/ 72137 h 136152"/>
                <a:gd name="csX128" fmla="*/ 37741 w 147140"/>
                <a:gd name="csY128" fmla="*/ 69749 h 136152"/>
                <a:gd name="csX129" fmla="*/ 47773 w 147140"/>
                <a:gd name="csY129" fmla="*/ 61627 h 136152"/>
                <a:gd name="csX130" fmla="*/ 48728 w 147140"/>
                <a:gd name="csY130" fmla="*/ 59716 h 136152"/>
                <a:gd name="csX131" fmla="*/ 50639 w 147140"/>
                <a:gd name="csY131" fmla="*/ 53983 h 136152"/>
                <a:gd name="csX132" fmla="*/ 51117 w 147140"/>
                <a:gd name="csY132" fmla="*/ 53028 h 136152"/>
                <a:gd name="csX133" fmla="*/ 53506 w 147140"/>
                <a:gd name="csY133" fmla="*/ 50639 h 136152"/>
                <a:gd name="csX134" fmla="*/ 60672 w 147140"/>
                <a:gd name="csY134" fmla="*/ 39174 h 136152"/>
                <a:gd name="csX135" fmla="*/ 67360 w 147140"/>
                <a:gd name="csY135" fmla="*/ 30575 h 136152"/>
                <a:gd name="csX136" fmla="*/ 70704 w 147140"/>
                <a:gd name="csY136" fmla="*/ 25320 h 136152"/>
                <a:gd name="csX137" fmla="*/ 75481 w 147140"/>
                <a:gd name="csY137" fmla="*/ 20065 h 136152"/>
                <a:gd name="csX138" fmla="*/ 80736 w 147140"/>
                <a:gd name="csY138" fmla="*/ 17676 h 136152"/>
                <a:gd name="csX139" fmla="*/ 96979 w 147140"/>
                <a:gd name="csY139" fmla="*/ 13854 h 136152"/>
                <a:gd name="csX140" fmla="*/ 108922 w 147140"/>
                <a:gd name="csY140" fmla="*/ 19109 h 136152"/>
                <a:gd name="csX141" fmla="*/ 111311 w 147140"/>
                <a:gd name="csY141" fmla="*/ 19587 h 136152"/>
                <a:gd name="csX142" fmla="*/ 112744 w 147140"/>
                <a:gd name="csY142" fmla="*/ 18154 h 136152"/>
                <a:gd name="csX143" fmla="*/ 114177 w 147140"/>
                <a:gd name="csY143" fmla="*/ 15287 h 136152"/>
                <a:gd name="csX144" fmla="*/ 115611 w 147140"/>
                <a:gd name="csY144" fmla="*/ 16721 h 136152"/>
                <a:gd name="csX145" fmla="*/ 119910 w 147140"/>
                <a:gd name="csY145" fmla="*/ 17198 h 136152"/>
                <a:gd name="csX146" fmla="*/ 120866 w 147140"/>
                <a:gd name="csY146" fmla="*/ 16721 h 136152"/>
                <a:gd name="csX147" fmla="*/ 122777 w 147140"/>
                <a:gd name="csY147" fmla="*/ 13854 h 136152"/>
                <a:gd name="csX148" fmla="*/ 121821 w 147140"/>
                <a:gd name="csY148" fmla="*/ 12421 h 136152"/>
                <a:gd name="csX149" fmla="*/ 116566 w 147140"/>
                <a:gd name="csY149" fmla="*/ 9555 h 136152"/>
                <a:gd name="csX150" fmla="*/ 116088 w 147140"/>
                <a:gd name="csY150" fmla="*/ 8121 h 136152"/>
                <a:gd name="csX151" fmla="*/ 116088 w 147140"/>
                <a:gd name="csY151" fmla="*/ 6688 h 136152"/>
                <a:gd name="csX152" fmla="*/ 117999 w 147140"/>
                <a:gd name="csY152" fmla="*/ 3822 h 136152"/>
                <a:gd name="csX153" fmla="*/ 120388 w 147140"/>
                <a:gd name="csY153" fmla="*/ 1433 h 136152"/>
                <a:gd name="csX154" fmla="*/ 126598 w 147140"/>
                <a:gd name="csY154" fmla="*/ 0 h 136152"/>
                <a:gd name="csX155" fmla="*/ 129465 w 147140"/>
                <a:gd name="csY155" fmla="*/ 478 h 136152"/>
                <a:gd name="csX156" fmla="*/ 132809 w 147140"/>
                <a:gd name="csY156" fmla="*/ 2389 h 136152"/>
                <a:gd name="csX157" fmla="*/ 136631 w 147140"/>
                <a:gd name="csY157" fmla="*/ 7166 h 136152"/>
                <a:gd name="csX158" fmla="*/ 145707 w 147140"/>
                <a:gd name="csY158" fmla="*/ 15287 h 136152"/>
                <a:gd name="csX159" fmla="*/ 147141 w 147140"/>
                <a:gd name="csY159" fmla="*/ 18631 h 13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</a:cxnLst>
              <a:rect l="l" t="t" r="r" b="b"/>
              <a:pathLst>
                <a:path w="147140" h="136152">
                  <a:moveTo>
                    <a:pt x="147141" y="18631"/>
                  </a:moveTo>
                  <a:lnTo>
                    <a:pt x="147141" y="20065"/>
                  </a:lnTo>
                  <a:lnTo>
                    <a:pt x="146663" y="21020"/>
                  </a:lnTo>
                  <a:lnTo>
                    <a:pt x="144274" y="23409"/>
                  </a:lnTo>
                  <a:lnTo>
                    <a:pt x="132809" y="30575"/>
                  </a:lnTo>
                  <a:lnTo>
                    <a:pt x="130420" y="33919"/>
                  </a:lnTo>
                  <a:lnTo>
                    <a:pt x="130898" y="36785"/>
                  </a:lnTo>
                  <a:lnTo>
                    <a:pt x="135198" y="42518"/>
                  </a:lnTo>
                  <a:lnTo>
                    <a:pt x="139497" y="47773"/>
                  </a:lnTo>
                  <a:lnTo>
                    <a:pt x="140452" y="50162"/>
                  </a:lnTo>
                  <a:lnTo>
                    <a:pt x="138542" y="52550"/>
                  </a:lnTo>
                  <a:lnTo>
                    <a:pt x="134720" y="51595"/>
                  </a:lnTo>
                  <a:lnTo>
                    <a:pt x="133286" y="52072"/>
                  </a:lnTo>
                  <a:lnTo>
                    <a:pt x="131853" y="53028"/>
                  </a:lnTo>
                  <a:lnTo>
                    <a:pt x="132331" y="54939"/>
                  </a:lnTo>
                  <a:lnTo>
                    <a:pt x="136631" y="62583"/>
                  </a:lnTo>
                  <a:lnTo>
                    <a:pt x="138064" y="66404"/>
                  </a:lnTo>
                  <a:lnTo>
                    <a:pt x="138064" y="68315"/>
                  </a:lnTo>
                  <a:lnTo>
                    <a:pt x="137108" y="70226"/>
                  </a:lnTo>
                  <a:lnTo>
                    <a:pt x="135198" y="72615"/>
                  </a:lnTo>
                  <a:lnTo>
                    <a:pt x="132331" y="75959"/>
                  </a:lnTo>
                  <a:lnTo>
                    <a:pt x="127554" y="78825"/>
                  </a:lnTo>
                  <a:lnTo>
                    <a:pt x="117044" y="82169"/>
                  </a:lnTo>
                  <a:lnTo>
                    <a:pt x="116566" y="85036"/>
                  </a:lnTo>
                  <a:lnTo>
                    <a:pt x="116566" y="86947"/>
                  </a:lnTo>
                  <a:lnTo>
                    <a:pt x="116566" y="92202"/>
                  </a:lnTo>
                  <a:lnTo>
                    <a:pt x="116088" y="94590"/>
                  </a:lnTo>
                  <a:lnTo>
                    <a:pt x="114655" y="98412"/>
                  </a:lnTo>
                  <a:lnTo>
                    <a:pt x="113700" y="100323"/>
                  </a:lnTo>
                  <a:lnTo>
                    <a:pt x="112266" y="101756"/>
                  </a:lnTo>
                  <a:lnTo>
                    <a:pt x="109878" y="102234"/>
                  </a:lnTo>
                  <a:lnTo>
                    <a:pt x="107011" y="102234"/>
                  </a:lnTo>
                  <a:lnTo>
                    <a:pt x="102234" y="98890"/>
                  </a:lnTo>
                  <a:lnTo>
                    <a:pt x="100323" y="96979"/>
                  </a:lnTo>
                  <a:lnTo>
                    <a:pt x="97457" y="92202"/>
                  </a:lnTo>
                  <a:lnTo>
                    <a:pt x="96979" y="88858"/>
                  </a:lnTo>
                  <a:lnTo>
                    <a:pt x="96979" y="85036"/>
                  </a:lnTo>
                  <a:lnTo>
                    <a:pt x="97935" y="78825"/>
                  </a:lnTo>
                  <a:lnTo>
                    <a:pt x="98890" y="72615"/>
                  </a:lnTo>
                  <a:lnTo>
                    <a:pt x="100801" y="66404"/>
                  </a:lnTo>
                  <a:lnTo>
                    <a:pt x="101756" y="62583"/>
                  </a:lnTo>
                  <a:lnTo>
                    <a:pt x="100801" y="60672"/>
                  </a:lnTo>
                  <a:lnTo>
                    <a:pt x="99368" y="60672"/>
                  </a:lnTo>
                  <a:lnTo>
                    <a:pt x="95546" y="63538"/>
                  </a:lnTo>
                  <a:lnTo>
                    <a:pt x="93157" y="64493"/>
                  </a:lnTo>
                  <a:lnTo>
                    <a:pt x="91246" y="66404"/>
                  </a:lnTo>
                  <a:lnTo>
                    <a:pt x="89813" y="68793"/>
                  </a:lnTo>
                  <a:lnTo>
                    <a:pt x="88858" y="72137"/>
                  </a:lnTo>
                  <a:lnTo>
                    <a:pt x="88380" y="77870"/>
                  </a:lnTo>
                  <a:lnTo>
                    <a:pt x="87902" y="81214"/>
                  </a:lnTo>
                  <a:lnTo>
                    <a:pt x="85991" y="82647"/>
                  </a:lnTo>
                  <a:lnTo>
                    <a:pt x="82647" y="82647"/>
                  </a:lnTo>
                  <a:lnTo>
                    <a:pt x="81692" y="83603"/>
                  </a:lnTo>
                  <a:lnTo>
                    <a:pt x="80736" y="85991"/>
                  </a:lnTo>
                  <a:lnTo>
                    <a:pt x="81214" y="87425"/>
                  </a:lnTo>
                  <a:lnTo>
                    <a:pt x="84558" y="91246"/>
                  </a:lnTo>
                  <a:lnTo>
                    <a:pt x="84558" y="95068"/>
                  </a:lnTo>
                  <a:lnTo>
                    <a:pt x="84558" y="97457"/>
                  </a:lnTo>
                  <a:lnTo>
                    <a:pt x="81214" y="102234"/>
                  </a:lnTo>
                  <a:lnTo>
                    <a:pt x="80259" y="103667"/>
                  </a:lnTo>
                  <a:lnTo>
                    <a:pt x="78348" y="110356"/>
                  </a:lnTo>
                  <a:lnTo>
                    <a:pt x="77392" y="112266"/>
                  </a:lnTo>
                  <a:lnTo>
                    <a:pt x="75959" y="113700"/>
                  </a:lnTo>
                  <a:lnTo>
                    <a:pt x="74048" y="113700"/>
                  </a:lnTo>
                  <a:lnTo>
                    <a:pt x="72615" y="110833"/>
                  </a:lnTo>
                  <a:lnTo>
                    <a:pt x="70226" y="106056"/>
                  </a:lnTo>
                  <a:lnTo>
                    <a:pt x="68315" y="102234"/>
                  </a:lnTo>
                  <a:lnTo>
                    <a:pt x="67838" y="98890"/>
                  </a:lnTo>
                  <a:lnTo>
                    <a:pt x="66882" y="96979"/>
                  </a:lnTo>
                  <a:lnTo>
                    <a:pt x="65927" y="98412"/>
                  </a:lnTo>
                  <a:lnTo>
                    <a:pt x="64493" y="101756"/>
                  </a:lnTo>
                  <a:lnTo>
                    <a:pt x="64493" y="104623"/>
                  </a:lnTo>
                  <a:lnTo>
                    <a:pt x="64493" y="108445"/>
                  </a:lnTo>
                  <a:lnTo>
                    <a:pt x="64493" y="111311"/>
                  </a:lnTo>
                  <a:lnTo>
                    <a:pt x="62583" y="114177"/>
                  </a:lnTo>
                  <a:lnTo>
                    <a:pt x="63060" y="115611"/>
                  </a:lnTo>
                  <a:lnTo>
                    <a:pt x="66404" y="118955"/>
                  </a:lnTo>
                  <a:lnTo>
                    <a:pt x="66882" y="120865"/>
                  </a:lnTo>
                  <a:lnTo>
                    <a:pt x="66882" y="123254"/>
                  </a:lnTo>
                  <a:lnTo>
                    <a:pt x="66882" y="124210"/>
                  </a:lnTo>
                  <a:lnTo>
                    <a:pt x="65449" y="124210"/>
                  </a:lnTo>
                  <a:lnTo>
                    <a:pt x="64016" y="127076"/>
                  </a:lnTo>
                  <a:lnTo>
                    <a:pt x="62583" y="129465"/>
                  </a:lnTo>
                  <a:lnTo>
                    <a:pt x="59238" y="133764"/>
                  </a:lnTo>
                  <a:lnTo>
                    <a:pt x="54461" y="134242"/>
                  </a:lnTo>
                  <a:lnTo>
                    <a:pt x="50162" y="136153"/>
                  </a:lnTo>
                  <a:lnTo>
                    <a:pt x="49206" y="136153"/>
                  </a:lnTo>
                  <a:lnTo>
                    <a:pt x="48251" y="132809"/>
                  </a:lnTo>
                  <a:lnTo>
                    <a:pt x="47295" y="126121"/>
                  </a:lnTo>
                  <a:lnTo>
                    <a:pt x="46340" y="122299"/>
                  </a:lnTo>
                  <a:lnTo>
                    <a:pt x="44907" y="120388"/>
                  </a:lnTo>
                  <a:lnTo>
                    <a:pt x="42996" y="112744"/>
                  </a:lnTo>
                  <a:lnTo>
                    <a:pt x="42040" y="110356"/>
                  </a:lnTo>
                  <a:lnTo>
                    <a:pt x="41563" y="109400"/>
                  </a:lnTo>
                  <a:lnTo>
                    <a:pt x="40607" y="109400"/>
                  </a:lnTo>
                  <a:lnTo>
                    <a:pt x="39652" y="110833"/>
                  </a:lnTo>
                  <a:lnTo>
                    <a:pt x="37263" y="121343"/>
                  </a:lnTo>
                  <a:lnTo>
                    <a:pt x="33441" y="124210"/>
                  </a:lnTo>
                  <a:lnTo>
                    <a:pt x="31530" y="124687"/>
                  </a:lnTo>
                  <a:lnTo>
                    <a:pt x="29142" y="124687"/>
                  </a:lnTo>
                  <a:lnTo>
                    <a:pt x="23886" y="121343"/>
                  </a:lnTo>
                  <a:lnTo>
                    <a:pt x="19587" y="120388"/>
                  </a:lnTo>
                  <a:lnTo>
                    <a:pt x="16721" y="121821"/>
                  </a:lnTo>
                  <a:lnTo>
                    <a:pt x="11943" y="126121"/>
                  </a:lnTo>
                  <a:lnTo>
                    <a:pt x="10032" y="127076"/>
                  </a:lnTo>
                  <a:lnTo>
                    <a:pt x="7166" y="126598"/>
                  </a:lnTo>
                  <a:lnTo>
                    <a:pt x="6211" y="125165"/>
                  </a:lnTo>
                  <a:lnTo>
                    <a:pt x="5255" y="122299"/>
                  </a:lnTo>
                  <a:lnTo>
                    <a:pt x="5255" y="120865"/>
                  </a:lnTo>
                  <a:lnTo>
                    <a:pt x="5733" y="119910"/>
                  </a:lnTo>
                  <a:lnTo>
                    <a:pt x="7166" y="117044"/>
                  </a:lnTo>
                  <a:lnTo>
                    <a:pt x="7166" y="115611"/>
                  </a:lnTo>
                  <a:lnTo>
                    <a:pt x="5733" y="113700"/>
                  </a:lnTo>
                  <a:lnTo>
                    <a:pt x="5733" y="112266"/>
                  </a:lnTo>
                  <a:lnTo>
                    <a:pt x="6211" y="111311"/>
                  </a:lnTo>
                  <a:lnTo>
                    <a:pt x="6211" y="110833"/>
                  </a:lnTo>
                  <a:lnTo>
                    <a:pt x="5255" y="110356"/>
                  </a:lnTo>
                  <a:lnTo>
                    <a:pt x="4300" y="110833"/>
                  </a:lnTo>
                  <a:lnTo>
                    <a:pt x="0" y="112744"/>
                  </a:lnTo>
                  <a:lnTo>
                    <a:pt x="478" y="110356"/>
                  </a:lnTo>
                  <a:lnTo>
                    <a:pt x="2389" y="105578"/>
                  </a:lnTo>
                  <a:lnTo>
                    <a:pt x="7644" y="96024"/>
                  </a:lnTo>
                  <a:lnTo>
                    <a:pt x="9555" y="93157"/>
                  </a:lnTo>
                  <a:lnTo>
                    <a:pt x="10510" y="92679"/>
                  </a:lnTo>
                  <a:lnTo>
                    <a:pt x="25320" y="89335"/>
                  </a:lnTo>
                  <a:lnTo>
                    <a:pt x="26753" y="88380"/>
                  </a:lnTo>
                  <a:lnTo>
                    <a:pt x="33441" y="75481"/>
                  </a:lnTo>
                  <a:lnTo>
                    <a:pt x="35830" y="72137"/>
                  </a:lnTo>
                  <a:lnTo>
                    <a:pt x="37741" y="69749"/>
                  </a:lnTo>
                  <a:lnTo>
                    <a:pt x="47773" y="61627"/>
                  </a:lnTo>
                  <a:lnTo>
                    <a:pt x="48728" y="59716"/>
                  </a:lnTo>
                  <a:lnTo>
                    <a:pt x="50639" y="53983"/>
                  </a:lnTo>
                  <a:lnTo>
                    <a:pt x="51117" y="53028"/>
                  </a:lnTo>
                  <a:lnTo>
                    <a:pt x="53506" y="50639"/>
                  </a:lnTo>
                  <a:lnTo>
                    <a:pt x="60672" y="39174"/>
                  </a:lnTo>
                  <a:lnTo>
                    <a:pt x="67360" y="30575"/>
                  </a:lnTo>
                  <a:lnTo>
                    <a:pt x="70704" y="25320"/>
                  </a:lnTo>
                  <a:lnTo>
                    <a:pt x="75481" y="20065"/>
                  </a:lnTo>
                  <a:lnTo>
                    <a:pt x="80736" y="17676"/>
                  </a:lnTo>
                  <a:lnTo>
                    <a:pt x="96979" y="13854"/>
                  </a:lnTo>
                  <a:lnTo>
                    <a:pt x="108922" y="19109"/>
                  </a:lnTo>
                  <a:lnTo>
                    <a:pt x="111311" y="19587"/>
                  </a:lnTo>
                  <a:lnTo>
                    <a:pt x="112744" y="18154"/>
                  </a:lnTo>
                  <a:lnTo>
                    <a:pt x="114177" y="15287"/>
                  </a:lnTo>
                  <a:lnTo>
                    <a:pt x="115611" y="16721"/>
                  </a:lnTo>
                  <a:lnTo>
                    <a:pt x="119910" y="17198"/>
                  </a:lnTo>
                  <a:lnTo>
                    <a:pt x="120866" y="16721"/>
                  </a:lnTo>
                  <a:lnTo>
                    <a:pt x="122777" y="13854"/>
                  </a:lnTo>
                  <a:lnTo>
                    <a:pt x="121821" y="12421"/>
                  </a:lnTo>
                  <a:lnTo>
                    <a:pt x="116566" y="9555"/>
                  </a:lnTo>
                  <a:lnTo>
                    <a:pt x="116088" y="8121"/>
                  </a:lnTo>
                  <a:lnTo>
                    <a:pt x="116088" y="6688"/>
                  </a:lnTo>
                  <a:lnTo>
                    <a:pt x="117999" y="3822"/>
                  </a:lnTo>
                  <a:lnTo>
                    <a:pt x="120388" y="1433"/>
                  </a:lnTo>
                  <a:lnTo>
                    <a:pt x="126598" y="0"/>
                  </a:lnTo>
                  <a:lnTo>
                    <a:pt x="129465" y="478"/>
                  </a:lnTo>
                  <a:lnTo>
                    <a:pt x="132809" y="2389"/>
                  </a:lnTo>
                  <a:lnTo>
                    <a:pt x="136631" y="7166"/>
                  </a:lnTo>
                  <a:lnTo>
                    <a:pt x="145707" y="15287"/>
                  </a:lnTo>
                  <a:lnTo>
                    <a:pt x="147141" y="1863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" name="Freeform 3078">
              <a:extLst>
                <a:ext uri="{FF2B5EF4-FFF2-40B4-BE49-F238E27FC236}">
                  <a16:creationId xmlns:a16="http://schemas.microsoft.com/office/drawing/2014/main" id="{265A3C9D-204B-08CA-118D-02F8D8998626}"/>
                </a:ext>
              </a:extLst>
            </p:cNvPr>
            <p:cNvSpPr/>
            <p:nvPr/>
          </p:nvSpPr>
          <p:spPr>
            <a:xfrm>
              <a:off x="3566422" y="4110504"/>
              <a:ext cx="11465" cy="955"/>
            </a:xfrm>
            <a:custGeom>
              <a:avLst/>
              <a:gdLst>
                <a:gd name="csX0" fmla="*/ 11465 w 11465"/>
                <a:gd name="csY0" fmla="*/ 0 h 955"/>
                <a:gd name="csX1" fmla="*/ 5733 w 11465"/>
                <a:gd name="csY1" fmla="*/ 478 h 955"/>
                <a:gd name="csX2" fmla="*/ 0 w 11465"/>
                <a:gd name="csY2" fmla="*/ 956 h 955"/>
                <a:gd name="csX3" fmla="*/ 5733 w 11465"/>
                <a:gd name="csY3" fmla="*/ 478 h 955"/>
                <a:gd name="csX4" fmla="*/ 11465 w 11465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65" h="955">
                  <a:moveTo>
                    <a:pt x="11465" y="0"/>
                  </a:moveTo>
                  <a:lnTo>
                    <a:pt x="5733" y="478"/>
                  </a:lnTo>
                  <a:lnTo>
                    <a:pt x="0" y="956"/>
                  </a:lnTo>
                  <a:lnTo>
                    <a:pt x="5733" y="478"/>
                  </a:lnTo>
                  <a:lnTo>
                    <a:pt x="1146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" name="Freeform 3079">
              <a:extLst>
                <a:ext uri="{FF2B5EF4-FFF2-40B4-BE49-F238E27FC236}">
                  <a16:creationId xmlns:a16="http://schemas.microsoft.com/office/drawing/2014/main" id="{F7FDFC8F-D599-E9D6-217D-A1FA32DA5165}"/>
                </a:ext>
              </a:extLst>
            </p:cNvPr>
            <p:cNvSpPr/>
            <p:nvPr/>
          </p:nvSpPr>
          <p:spPr>
            <a:xfrm>
              <a:off x="3515782" y="2546417"/>
              <a:ext cx="37740" cy="44428"/>
            </a:xfrm>
            <a:custGeom>
              <a:avLst/>
              <a:gdLst>
                <a:gd name="csX0" fmla="*/ 37741 w 37740"/>
                <a:gd name="csY0" fmla="*/ 1433 h 44428"/>
                <a:gd name="csX1" fmla="*/ 37741 w 37740"/>
                <a:gd name="csY1" fmla="*/ 2866 h 44428"/>
                <a:gd name="csX2" fmla="*/ 35352 w 37740"/>
                <a:gd name="csY2" fmla="*/ 11465 h 44428"/>
                <a:gd name="csX3" fmla="*/ 33441 w 37740"/>
                <a:gd name="csY3" fmla="*/ 14810 h 44428"/>
                <a:gd name="csX4" fmla="*/ 30097 w 37740"/>
                <a:gd name="csY4" fmla="*/ 23409 h 44428"/>
                <a:gd name="csX5" fmla="*/ 23409 w 37740"/>
                <a:gd name="csY5" fmla="*/ 37741 h 44428"/>
                <a:gd name="csX6" fmla="*/ 21498 w 37740"/>
                <a:gd name="csY6" fmla="*/ 40129 h 44428"/>
                <a:gd name="csX7" fmla="*/ 15765 w 37740"/>
                <a:gd name="csY7" fmla="*/ 44429 h 44428"/>
                <a:gd name="csX8" fmla="*/ 11465 w 37740"/>
                <a:gd name="csY8" fmla="*/ 44429 h 44428"/>
                <a:gd name="csX9" fmla="*/ 6211 w 37740"/>
                <a:gd name="csY9" fmla="*/ 40607 h 44428"/>
                <a:gd name="csX10" fmla="*/ 1911 w 37740"/>
                <a:gd name="csY10" fmla="*/ 39652 h 44428"/>
                <a:gd name="csX11" fmla="*/ 478 w 37740"/>
                <a:gd name="csY11" fmla="*/ 38218 h 44428"/>
                <a:gd name="csX12" fmla="*/ 0 w 37740"/>
                <a:gd name="csY12" fmla="*/ 37263 h 44428"/>
                <a:gd name="csX13" fmla="*/ 1911 w 37740"/>
                <a:gd name="csY13" fmla="*/ 33919 h 44428"/>
                <a:gd name="csX14" fmla="*/ 3344 w 37740"/>
                <a:gd name="csY14" fmla="*/ 31052 h 44428"/>
                <a:gd name="csX15" fmla="*/ 8121 w 37740"/>
                <a:gd name="csY15" fmla="*/ 25797 h 44428"/>
                <a:gd name="csX16" fmla="*/ 15287 w 37740"/>
                <a:gd name="csY16" fmla="*/ 15765 h 44428"/>
                <a:gd name="csX17" fmla="*/ 20542 w 37740"/>
                <a:gd name="csY17" fmla="*/ 11943 h 44428"/>
                <a:gd name="csX18" fmla="*/ 25320 w 37740"/>
                <a:gd name="csY18" fmla="*/ 9077 h 44428"/>
                <a:gd name="csX19" fmla="*/ 30097 w 37740"/>
                <a:gd name="csY19" fmla="*/ 3344 h 44428"/>
                <a:gd name="csX20" fmla="*/ 32963 w 37740"/>
                <a:gd name="csY20" fmla="*/ 478 h 44428"/>
                <a:gd name="csX21" fmla="*/ 35352 w 37740"/>
                <a:gd name="csY21" fmla="*/ 0 h 44428"/>
                <a:gd name="csX22" fmla="*/ 37741 w 37740"/>
                <a:gd name="csY22" fmla="*/ 1433 h 44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7740" h="44428">
                  <a:moveTo>
                    <a:pt x="37741" y="1433"/>
                  </a:moveTo>
                  <a:lnTo>
                    <a:pt x="37741" y="2866"/>
                  </a:lnTo>
                  <a:lnTo>
                    <a:pt x="35352" y="11465"/>
                  </a:lnTo>
                  <a:lnTo>
                    <a:pt x="33441" y="14810"/>
                  </a:lnTo>
                  <a:lnTo>
                    <a:pt x="30097" y="23409"/>
                  </a:lnTo>
                  <a:lnTo>
                    <a:pt x="23409" y="37741"/>
                  </a:lnTo>
                  <a:lnTo>
                    <a:pt x="21498" y="40129"/>
                  </a:lnTo>
                  <a:lnTo>
                    <a:pt x="15765" y="44429"/>
                  </a:lnTo>
                  <a:lnTo>
                    <a:pt x="11465" y="44429"/>
                  </a:lnTo>
                  <a:lnTo>
                    <a:pt x="6211" y="40607"/>
                  </a:lnTo>
                  <a:lnTo>
                    <a:pt x="1911" y="39652"/>
                  </a:lnTo>
                  <a:lnTo>
                    <a:pt x="478" y="38218"/>
                  </a:lnTo>
                  <a:lnTo>
                    <a:pt x="0" y="37263"/>
                  </a:lnTo>
                  <a:lnTo>
                    <a:pt x="1911" y="33919"/>
                  </a:lnTo>
                  <a:lnTo>
                    <a:pt x="3344" y="31052"/>
                  </a:lnTo>
                  <a:lnTo>
                    <a:pt x="8121" y="25797"/>
                  </a:lnTo>
                  <a:lnTo>
                    <a:pt x="15287" y="15765"/>
                  </a:lnTo>
                  <a:lnTo>
                    <a:pt x="20542" y="11943"/>
                  </a:lnTo>
                  <a:lnTo>
                    <a:pt x="25320" y="9077"/>
                  </a:lnTo>
                  <a:lnTo>
                    <a:pt x="30097" y="3344"/>
                  </a:lnTo>
                  <a:lnTo>
                    <a:pt x="32963" y="478"/>
                  </a:lnTo>
                  <a:lnTo>
                    <a:pt x="35352" y="0"/>
                  </a:lnTo>
                  <a:lnTo>
                    <a:pt x="3774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1" name="Freeform 3080">
              <a:extLst>
                <a:ext uri="{FF2B5EF4-FFF2-40B4-BE49-F238E27FC236}">
                  <a16:creationId xmlns:a16="http://schemas.microsoft.com/office/drawing/2014/main" id="{303BD7B0-D644-473A-26DD-01EF58E8606C}"/>
                </a:ext>
              </a:extLst>
            </p:cNvPr>
            <p:cNvSpPr/>
            <p:nvPr/>
          </p:nvSpPr>
          <p:spPr>
            <a:xfrm>
              <a:off x="3532503" y="4091394"/>
              <a:ext cx="5255" cy="3821"/>
            </a:xfrm>
            <a:custGeom>
              <a:avLst/>
              <a:gdLst>
                <a:gd name="csX0" fmla="*/ 4300 w 5255"/>
                <a:gd name="csY0" fmla="*/ 1911 h 3821"/>
                <a:gd name="csX1" fmla="*/ 5255 w 5255"/>
                <a:gd name="csY1" fmla="*/ 3822 h 3821"/>
                <a:gd name="csX2" fmla="*/ 3822 w 5255"/>
                <a:gd name="csY2" fmla="*/ 3344 h 3821"/>
                <a:gd name="csX3" fmla="*/ 2389 w 5255"/>
                <a:gd name="csY3" fmla="*/ 3344 h 3821"/>
                <a:gd name="csX4" fmla="*/ 1911 w 5255"/>
                <a:gd name="csY4" fmla="*/ 2867 h 3821"/>
                <a:gd name="csX5" fmla="*/ 1433 w 5255"/>
                <a:gd name="csY5" fmla="*/ 1433 h 3821"/>
                <a:gd name="csX6" fmla="*/ 956 w 5255"/>
                <a:gd name="csY6" fmla="*/ 956 h 3821"/>
                <a:gd name="csX7" fmla="*/ 0 w 5255"/>
                <a:gd name="csY7" fmla="*/ 956 h 3821"/>
                <a:gd name="csX8" fmla="*/ 0 w 5255"/>
                <a:gd name="csY8" fmla="*/ 956 h 3821"/>
                <a:gd name="csX9" fmla="*/ 0 w 5255"/>
                <a:gd name="csY9" fmla="*/ 478 h 3821"/>
                <a:gd name="csX10" fmla="*/ 0 w 5255"/>
                <a:gd name="csY10" fmla="*/ 0 h 3821"/>
                <a:gd name="csX11" fmla="*/ 3344 w 5255"/>
                <a:gd name="csY11" fmla="*/ 1433 h 3821"/>
                <a:gd name="csX12" fmla="*/ 4300 w 5255"/>
                <a:gd name="csY12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255" h="3821">
                  <a:moveTo>
                    <a:pt x="4300" y="1911"/>
                  </a:moveTo>
                  <a:lnTo>
                    <a:pt x="5255" y="3822"/>
                  </a:lnTo>
                  <a:lnTo>
                    <a:pt x="3822" y="3344"/>
                  </a:lnTo>
                  <a:lnTo>
                    <a:pt x="2389" y="3344"/>
                  </a:lnTo>
                  <a:lnTo>
                    <a:pt x="1911" y="2867"/>
                  </a:lnTo>
                  <a:lnTo>
                    <a:pt x="1433" y="1433"/>
                  </a:lnTo>
                  <a:lnTo>
                    <a:pt x="956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3344" y="1433"/>
                  </a:lnTo>
                  <a:lnTo>
                    <a:pt x="430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2" name="Freeform 3081">
              <a:extLst>
                <a:ext uri="{FF2B5EF4-FFF2-40B4-BE49-F238E27FC236}">
                  <a16:creationId xmlns:a16="http://schemas.microsoft.com/office/drawing/2014/main" id="{B1C8E458-3DD1-8ECB-86D0-2B369BC6076D}"/>
                </a:ext>
              </a:extLst>
            </p:cNvPr>
            <p:cNvSpPr/>
            <p:nvPr/>
          </p:nvSpPr>
          <p:spPr>
            <a:xfrm>
              <a:off x="3532025" y="4100949"/>
              <a:ext cx="4777" cy="4777"/>
            </a:xfrm>
            <a:custGeom>
              <a:avLst/>
              <a:gdLst>
                <a:gd name="csX0" fmla="*/ 4777 w 4777"/>
                <a:gd name="csY0" fmla="*/ 4777 h 4777"/>
                <a:gd name="csX1" fmla="*/ 3344 w 4777"/>
                <a:gd name="csY1" fmla="*/ 4777 h 4777"/>
                <a:gd name="csX2" fmla="*/ 2389 w 4777"/>
                <a:gd name="csY2" fmla="*/ 4300 h 4777"/>
                <a:gd name="csX3" fmla="*/ 956 w 4777"/>
                <a:gd name="csY3" fmla="*/ 2389 h 4777"/>
                <a:gd name="csX4" fmla="*/ 0 w 4777"/>
                <a:gd name="csY4" fmla="*/ 478 h 4777"/>
                <a:gd name="csX5" fmla="*/ 478 w 4777"/>
                <a:gd name="csY5" fmla="*/ 0 h 4777"/>
                <a:gd name="csX6" fmla="*/ 1433 w 4777"/>
                <a:gd name="csY6" fmla="*/ 1911 h 4777"/>
                <a:gd name="csX7" fmla="*/ 3822 w 4777"/>
                <a:gd name="csY7" fmla="*/ 4300 h 4777"/>
                <a:gd name="csX8" fmla="*/ 4777 w 4777"/>
                <a:gd name="csY8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4777">
                  <a:moveTo>
                    <a:pt x="4777" y="4777"/>
                  </a:moveTo>
                  <a:lnTo>
                    <a:pt x="3344" y="4777"/>
                  </a:lnTo>
                  <a:lnTo>
                    <a:pt x="2389" y="4300"/>
                  </a:lnTo>
                  <a:lnTo>
                    <a:pt x="956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1911"/>
                  </a:lnTo>
                  <a:lnTo>
                    <a:pt x="3822" y="4300"/>
                  </a:lnTo>
                  <a:lnTo>
                    <a:pt x="4777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3" name="Freeform 3082">
              <a:extLst>
                <a:ext uri="{FF2B5EF4-FFF2-40B4-BE49-F238E27FC236}">
                  <a16:creationId xmlns:a16="http://schemas.microsoft.com/office/drawing/2014/main" id="{328E4B6E-F5D0-66B3-8A11-7C8FE281E8C8}"/>
                </a:ext>
              </a:extLst>
            </p:cNvPr>
            <p:cNvSpPr/>
            <p:nvPr/>
          </p:nvSpPr>
          <p:spPr>
            <a:xfrm>
              <a:off x="3512438" y="4095694"/>
              <a:ext cx="2866" cy="1433"/>
            </a:xfrm>
            <a:custGeom>
              <a:avLst/>
              <a:gdLst>
                <a:gd name="csX0" fmla="*/ 2389 w 2866"/>
                <a:gd name="csY0" fmla="*/ 956 h 1433"/>
                <a:gd name="csX1" fmla="*/ 2866 w 2866"/>
                <a:gd name="csY1" fmla="*/ 1433 h 1433"/>
                <a:gd name="csX2" fmla="*/ 1911 w 2866"/>
                <a:gd name="csY2" fmla="*/ 1433 h 1433"/>
                <a:gd name="csX3" fmla="*/ 478 w 2866"/>
                <a:gd name="csY3" fmla="*/ 1433 h 1433"/>
                <a:gd name="csX4" fmla="*/ 0 w 2866"/>
                <a:gd name="csY4" fmla="*/ 0 h 1433"/>
                <a:gd name="csX5" fmla="*/ 955 w 2866"/>
                <a:gd name="csY5" fmla="*/ 0 h 1433"/>
                <a:gd name="csX6" fmla="*/ 1911 w 2866"/>
                <a:gd name="csY6" fmla="*/ 0 h 1433"/>
                <a:gd name="csX7" fmla="*/ 2389 w 2866"/>
                <a:gd name="csY7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1433">
                  <a:moveTo>
                    <a:pt x="2389" y="956"/>
                  </a:moveTo>
                  <a:lnTo>
                    <a:pt x="2866" y="1433"/>
                  </a:lnTo>
                  <a:lnTo>
                    <a:pt x="1911" y="1433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4" name="Freeform 3083">
              <a:extLst>
                <a:ext uri="{FF2B5EF4-FFF2-40B4-BE49-F238E27FC236}">
                  <a16:creationId xmlns:a16="http://schemas.microsoft.com/office/drawing/2014/main" id="{8E778610-22FD-2CF5-0198-24CBFF68FFD6}"/>
                </a:ext>
              </a:extLst>
            </p:cNvPr>
            <p:cNvSpPr/>
            <p:nvPr/>
          </p:nvSpPr>
          <p:spPr>
            <a:xfrm>
              <a:off x="3505750" y="4078496"/>
              <a:ext cx="7165" cy="2388"/>
            </a:xfrm>
            <a:custGeom>
              <a:avLst/>
              <a:gdLst>
                <a:gd name="csX0" fmla="*/ 6688 w 7165"/>
                <a:gd name="csY0" fmla="*/ 478 h 2388"/>
                <a:gd name="csX1" fmla="*/ 7166 w 7165"/>
                <a:gd name="csY1" fmla="*/ 956 h 2388"/>
                <a:gd name="csX2" fmla="*/ 7166 w 7165"/>
                <a:gd name="csY2" fmla="*/ 1433 h 2388"/>
                <a:gd name="csX3" fmla="*/ 1911 w 7165"/>
                <a:gd name="csY3" fmla="*/ 2389 h 2388"/>
                <a:gd name="csX4" fmla="*/ 478 w 7165"/>
                <a:gd name="csY4" fmla="*/ 1911 h 2388"/>
                <a:gd name="csX5" fmla="*/ 478 w 7165"/>
                <a:gd name="csY5" fmla="*/ 956 h 2388"/>
                <a:gd name="csX6" fmla="*/ 0 w 7165"/>
                <a:gd name="csY6" fmla="*/ 0 h 2388"/>
                <a:gd name="csX7" fmla="*/ 478 w 7165"/>
                <a:gd name="csY7" fmla="*/ 0 h 2388"/>
                <a:gd name="csX8" fmla="*/ 4777 w 7165"/>
                <a:gd name="csY8" fmla="*/ 956 h 2388"/>
                <a:gd name="csX9" fmla="*/ 6688 w 7165"/>
                <a:gd name="csY9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165" h="2388">
                  <a:moveTo>
                    <a:pt x="6688" y="478"/>
                  </a:moveTo>
                  <a:lnTo>
                    <a:pt x="7166" y="956"/>
                  </a:lnTo>
                  <a:lnTo>
                    <a:pt x="7166" y="1433"/>
                  </a:lnTo>
                  <a:lnTo>
                    <a:pt x="1911" y="2389"/>
                  </a:lnTo>
                  <a:lnTo>
                    <a:pt x="478" y="1911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4777" y="956"/>
                  </a:lnTo>
                  <a:lnTo>
                    <a:pt x="668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5" name="Freeform 3084">
              <a:extLst>
                <a:ext uri="{FF2B5EF4-FFF2-40B4-BE49-F238E27FC236}">
                  <a16:creationId xmlns:a16="http://schemas.microsoft.com/office/drawing/2014/main" id="{E6ABC3AF-8D9B-8E20-2DB2-A4D41AF292A0}"/>
                </a:ext>
              </a:extLst>
            </p:cNvPr>
            <p:cNvSpPr/>
            <p:nvPr/>
          </p:nvSpPr>
          <p:spPr>
            <a:xfrm>
              <a:off x="3499062" y="4079451"/>
              <a:ext cx="5255" cy="2866"/>
            </a:xfrm>
            <a:custGeom>
              <a:avLst/>
              <a:gdLst>
                <a:gd name="csX0" fmla="*/ 5255 w 5255"/>
                <a:gd name="csY0" fmla="*/ 956 h 2866"/>
                <a:gd name="csX1" fmla="*/ 5255 w 5255"/>
                <a:gd name="csY1" fmla="*/ 1433 h 2866"/>
                <a:gd name="csX2" fmla="*/ 3822 w 5255"/>
                <a:gd name="csY2" fmla="*/ 2389 h 2866"/>
                <a:gd name="csX3" fmla="*/ 2866 w 5255"/>
                <a:gd name="csY3" fmla="*/ 2867 h 2866"/>
                <a:gd name="csX4" fmla="*/ 1433 w 5255"/>
                <a:gd name="csY4" fmla="*/ 2389 h 2866"/>
                <a:gd name="csX5" fmla="*/ 0 w 5255"/>
                <a:gd name="csY5" fmla="*/ 478 h 2866"/>
                <a:gd name="csX6" fmla="*/ 3344 w 5255"/>
                <a:gd name="csY6" fmla="*/ 0 h 2866"/>
                <a:gd name="csX7" fmla="*/ 5255 w 5255"/>
                <a:gd name="csY7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5" h="2866">
                  <a:moveTo>
                    <a:pt x="5255" y="956"/>
                  </a:moveTo>
                  <a:lnTo>
                    <a:pt x="5255" y="1433"/>
                  </a:lnTo>
                  <a:lnTo>
                    <a:pt x="3822" y="2389"/>
                  </a:lnTo>
                  <a:lnTo>
                    <a:pt x="2866" y="2867"/>
                  </a:lnTo>
                  <a:lnTo>
                    <a:pt x="1433" y="2389"/>
                  </a:lnTo>
                  <a:lnTo>
                    <a:pt x="0" y="478"/>
                  </a:lnTo>
                  <a:lnTo>
                    <a:pt x="3344" y="0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6" name="Freeform 3085">
              <a:extLst>
                <a:ext uri="{FF2B5EF4-FFF2-40B4-BE49-F238E27FC236}">
                  <a16:creationId xmlns:a16="http://schemas.microsoft.com/office/drawing/2014/main" id="{A9629BCB-DE34-54D0-AFFA-3981CB20C456}"/>
                </a:ext>
              </a:extLst>
            </p:cNvPr>
            <p:cNvSpPr/>
            <p:nvPr/>
          </p:nvSpPr>
          <p:spPr>
            <a:xfrm>
              <a:off x="3495240" y="4078496"/>
              <a:ext cx="2866" cy="955"/>
            </a:xfrm>
            <a:custGeom>
              <a:avLst/>
              <a:gdLst>
                <a:gd name="csX0" fmla="*/ 2866 w 2866"/>
                <a:gd name="csY0" fmla="*/ 956 h 955"/>
                <a:gd name="csX1" fmla="*/ 1433 w 2866"/>
                <a:gd name="csY1" fmla="*/ 956 h 955"/>
                <a:gd name="csX2" fmla="*/ 0 w 2866"/>
                <a:gd name="csY2" fmla="*/ 956 h 955"/>
                <a:gd name="csX3" fmla="*/ 478 w 2866"/>
                <a:gd name="csY3" fmla="*/ 478 h 955"/>
                <a:gd name="csX4" fmla="*/ 1433 w 2866"/>
                <a:gd name="csY4" fmla="*/ 0 h 955"/>
                <a:gd name="csX5" fmla="*/ 1911 w 2866"/>
                <a:gd name="csY5" fmla="*/ 478 h 955"/>
                <a:gd name="csX6" fmla="*/ 2866 w 2866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955">
                  <a:moveTo>
                    <a:pt x="2866" y="956"/>
                  </a:moveTo>
                  <a:lnTo>
                    <a:pt x="1433" y="95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7" name="Freeform 3086">
              <a:extLst>
                <a:ext uri="{FF2B5EF4-FFF2-40B4-BE49-F238E27FC236}">
                  <a16:creationId xmlns:a16="http://schemas.microsoft.com/office/drawing/2014/main" id="{923AFA9B-0210-4E5E-6543-EC6D4187B866}"/>
                </a:ext>
              </a:extLst>
            </p:cNvPr>
            <p:cNvSpPr/>
            <p:nvPr/>
          </p:nvSpPr>
          <p:spPr>
            <a:xfrm>
              <a:off x="3479475" y="2559794"/>
              <a:ext cx="7165" cy="14809"/>
            </a:xfrm>
            <a:custGeom>
              <a:avLst/>
              <a:gdLst>
                <a:gd name="csX0" fmla="*/ 7166 w 7165"/>
                <a:gd name="csY0" fmla="*/ 955 h 14809"/>
                <a:gd name="csX1" fmla="*/ 7166 w 7165"/>
                <a:gd name="csY1" fmla="*/ 2389 h 14809"/>
                <a:gd name="csX2" fmla="*/ 6688 w 7165"/>
                <a:gd name="csY2" fmla="*/ 7166 h 14809"/>
                <a:gd name="csX3" fmla="*/ 6211 w 7165"/>
                <a:gd name="csY3" fmla="*/ 9555 h 14809"/>
                <a:gd name="csX4" fmla="*/ 5733 w 7165"/>
                <a:gd name="csY4" fmla="*/ 11465 h 14809"/>
                <a:gd name="csX5" fmla="*/ 4777 w 7165"/>
                <a:gd name="csY5" fmla="*/ 12899 h 14809"/>
                <a:gd name="csX6" fmla="*/ 3344 w 7165"/>
                <a:gd name="csY6" fmla="*/ 14332 h 14809"/>
                <a:gd name="csX7" fmla="*/ 1433 w 7165"/>
                <a:gd name="csY7" fmla="*/ 14809 h 14809"/>
                <a:gd name="csX8" fmla="*/ 0 w 7165"/>
                <a:gd name="csY8" fmla="*/ 13854 h 14809"/>
                <a:gd name="csX9" fmla="*/ 478 w 7165"/>
                <a:gd name="csY9" fmla="*/ 11943 h 14809"/>
                <a:gd name="csX10" fmla="*/ 4300 w 7165"/>
                <a:gd name="csY10" fmla="*/ 6688 h 14809"/>
                <a:gd name="csX11" fmla="*/ 4300 w 7165"/>
                <a:gd name="csY11" fmla="*/ 5255 h 14809"/>
                <a:gd name="csX12" fmla="*/ 4300 w 7165"/>
                <a:gd name="csY12" fmla="*/ 4300 h 14809"/>
                <a:gd name="csX13" fmla="*/ 3822 w 7165"/>
                <a:gd name="csY13" fmla="*/ 2866 h 14809"/>
                <a:gd name="csX14" fmla="*/ 4777 w 7165"/>
                <a:gd name="csY14" fmla="*/ 955 h 14809"/>
                <a:gd name="csX15" fmla="*/ 6211 w 7165"/>
                <a:gd name="csY15" fmla="*/ 0 h 14809"/>
                <a:gd name="csX16" fmla="*/ 7166 w 7165"/>
                <a:gd name="csY16" fmla="*/ 955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165" h="14809">
                  <a:moveTo>
                    <a:pt x="7166" y="955"/>
                  </a:moveTo>
                  <a:lnTo>
                    <a:pt x="7166" y="2389"/>
                  </a:lnTo>
                  <a:lnTo>
                    <a:pt x="6688" y="7166"/>
                  </a:lnTo>
                  <a:lnTo>
                    <a:pt x="6211" y="9555"/>
                  </a:lnTo>
                  <a:lnTo>
                    <a:pt x="5733" y="11465"/>
                  </a:lnTo>
                  <a:lnTo>
                    <a:pt x="4777" y="12899"/>
                  </a:lnTo>
                  <a:lnTo>
                    <a:pt x="3344" y="14332"/>
                  </a:lnTo>
                  <a:lnTo>
                    <a:pt x="1433" y="14809"/>
                  </a:lnTo>
                  <a:lnTo>
                    <a:pt x="0" y="13854"/>
                  </a:lnTo>
                  <a:lnTo>
                    <a:pt x="478" y="11943"/>
                  </a:lnTo>
                  <a:lnTo>
                    <a:pt x="4300" y="6688"/>
                  </a:lnTo>
                  <a:lnTo>
                    <a:pt x="4300" y="5255"/>
                  </a:lnTo>
                  <a:lnTo>
                    <a:pt x="4300" y="4300"/>
                  </a:lnTo>
                  <a:lnTo>
                    <a:pt x="3822" y="2866"/>
                  </a:lnTo>
                  <a:lnTo>
                    <a:pt x="4777" y="955"/>
                  </a:lnTo>
                  <a:lnTo>
                    <a:pt x="6211" y="0"/>
                  </a:lnTo>
                  <a:lnTo>
                    <a:pt x="716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8" name="Freeform 3087">
              <a:extLst>
                <a:ext uri="{FF2B5EF4-FFF2-40B4-BE49-F238E27FC236}">
                  <a16:creationId xmlns:a16="http://schemas.microsoft.com/office/drawing/2014/main" id="{74F7FCE3-8C62-5AC7-B020-E2FBCED3F951}"/>
                </a:ext>
              </a:extLst>
            </p:cNvPr>
            <p:cNvSpPr/>
            <p:nvPr/>
          </p:nvSpPr>
          <p:spPr>
            <a:xfrm>
              <a:off x="3449378" y="3731186"/>
              <a:ext cx="7643" cy="12898"/>
            </a:xfrm>
            <a:custGeom>
              <a:avLst/>
              <a:gdLst>
                <a:gd name="csX0" fmla="*/ 7644 w 7643"/>
                <a:gd name="csY0" fmla="*/ 10988 h 12898"/>
                <a:gd name="csX1" fmla="*/ 7644 w 7643"/>
                <a:gd name="csY1" fmla="*/ 12421 h 12898"/>
                <a:gd name="csX2" fmla="*/ 7166 w 7643"/>
                <a:gd name="csY2" fmla="*/ 12899 h 12898"/>
                <a:gd name="csX3" fmla="*/ 6688 w 7643"/>
                <a:gd name="csY3" fmla="*/ 12899 h 12898"/>
                <a:gd name="csX4" fmla="*/ 6210 w 7643"/>
                <a:gd name="csY4" fmla="*/ 12421 h 12898"/>
                <a:gd name="csX5" fmla="*/ 5733 w 7643"/>
                <a:gd name="csY5" fmla="*/ 11465 h 12898"/>
                <a:gd name="csX6" fmla="*/ 5255 w 7643"/>
                <a:gd name="csY6" fmla="*/ 10988 h 12898"/>
                <a:gd name="csX7" fmla="*/ 3822 w 7643"/>
                <a:gd name="csY7" fmla="*/ 10988 h 12898"/>
                <a:gd name="csX8" fmla="*/ 3344 w 7643"/>
                <a:gd name="csY8" fmla="*/ 9555 h 12898"/>
                <a:gd name="csX9" fmla="*/ 2866 w 7643"/>
                <a:gd name="csY9" fmla="*/ 9077 h 12898"/>
                <a:gd name="csX10" fmla="*/ 2866 w 7643"/>
                <a:gd name="csY10" fmla="*/ 7166 h 12898"/>
                <a:gd name="csX11" fmla="*/ 2389 w 7643"/>
                <a:gd name="csY11" fmla="*/ 6688 h 12898"/>
                <a:gd name="csX12" fmla="*/ 1911 w 7643"/>
                <a:gd name="csY12" fmla="*/ 6211 h 12898"/>
                <a:gd name="csX13" fmla="*/ 1433 w 7643"/>
                <a:gd name="csY13" fmla="*/ 5733 h 12898"/>
                <a:gd name="csX14" fmla="*/ 478 w 7643"/>
                <a:gd name="csY14" fmla="*/ 4300 h 12898"/>
                <a:gd name="csX15" fmla="*/ 0 w 7643"/>
                <a:gd name="csY15" fmla="*/ 4300 h 12898"/>
                <a:gd name="csX16" fmla="*/ 478 w 7643"/>
                <a:gd name="csY16" fmla="*/ 2866 h 12898"/>
                <a:gd name="csX17" fmla="*/ 1911 w 7643"/>
                <a:gd name="csY17" fmla="*/ 956 h 12898"/>
                <a:gd name="csX18" fmla="*/ 2389 w 7643"/>
                <a:gd name="csY18" fmla="*/ 0 h 12898"/>
                <a:gd name="csX19" fmla="*/ 2866 w 7643"/>
                <a:gd name="csY19" fmla="*/ 0 h 12898"/>
                <a:gd name="csX20" fmla="*/ 3822 w 7643"/>
                <a:gd name="csY20" fmla="*/ 956 h 12898"/>
                <a:gd name="csX21" fmla="*/ 4300 w 7643"/>
                <a:gd name="csY21" fmla="*/ 1911 h 12898"/>
                <a:gd name="csX22" fmla="*/ 4300 w 7643"/>
                <a:gd name="csY22" fmla="*/ 2389 h 12898"/>
                <a:gd name="csX23" fmla="*/ 1433 w 7643"/>
                <a:gd name="csY23" fmla="*/ 3822 h 12898"/>
                <a:gd name="csX24" fmla="*/ 956 w 7643"/>
                <a:gd name="csY24" fmla="*/ 4300 h 12898"/>
                <a:gd name="csX25" fmla="*/ 2389 w 7643"/>
                <a:gd name="csY25" fmla="*/ 4777 h 12898"/>
                <a:gd name="csX26" fmla="*/ 3344 w 7643"/>
                <a:gd name="csY26" fmla="*/ 5255 h 12898"/>
                <a:gd name="csX27" fmla="*/ 3822 w 7643"/>
                <a:gd name="csY27" fmla="*/ 6211 h 12898"/>
                <a:gd name="csX28" fmla="*/ 4777 w 7643"/>
                <a:gd name="csY28" fmla="*/ 10032 h 12898"/>
                <a:gd name="csX29" fmla="*/ 4777 w 7643"/>
                <a:gd name="csY29" fmla="*/ 8599 h 12898"/>
                <a:gd name="csX30" fmla="*/ 7644 w 7643"/>
                <a:gd name="csY30" fmla="*/ 10988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7643" h="12898">
                  <a:moveTo>
                    <a:pt x="7644" y="10988"/>
                  </a:moveTo>
                  <a:lnTo>
                    <a:pt x="7644" y="12421"/>
                  </a:lnTo>
                  <a:lnTo>
                    <a:pt x="7166" y="12899"/>
                  </a:lnTo>
                  <a:lnTo>
                    <a:pt x="6688" y="12899"/>
                  </a:lnTo>
                  <a:lnTo>
                    <a:pt x="6210" y="12421"/>
                  </a:lnTo>
                  <a:lnTo>
                    <a:pt x="5733" y="11465"/>
                  </a:lnTo>
                  <a:lnTo>
                    <a:pt x="5255" y="10988"/>
                  </a:lnTo>
                  <a:lnTo>
                    <a:pt x="3822" y="10988"/>
                  </a:lnTo>
                  <a:lnTo>
                    <a:pt x="3344" y="9555"/>
                  </a:lnTo>
                  <a:lnTo>
                    <a:pt x="2866" y="9077"/>
                  </a:lnTo>
                  <a:lnTo>
                    <a:pt x="2866" y="7166"/>
                  </a:lnTo>
                  <a:lnTo>
                    <a:pt x="2389" y="6688"/>
                  </a:lnTo>
                  <a:lnTo>
                    <a:pt x="1911" y="6211"/>
                  </a:lnTo>
                  <a:lnTo>
                    <a:pt x="1433" y="5733"/>
                  </a:lnTo>
                  <a:lnTo>
                    <a:pt x="478" y="4300"/>
                  </a:lnTo>
                  <a:lnTo>
                    <a:pt x="0" y="4300"/>
                  </a:lnTo>
                  <a:lnTo>
                    <a:pt x="478" y="2866"/>
                  </a:lnTo>
                  <a:lnTo>
                    <a:pt x="1911" y="956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822" y="956"/>
                  </a:lnTo>
                  <a:lnTo>
                    <a:pt x="4300" y="1911"/>
                  </a:lnTo>
                  <a:lnTo>
                    <a:pt x="4300" y="2389"/>
                  </a:lnTo>
                  <a:lnTo>
                    <a:pt x="1433" y="3822"/>
                  </a:lnTo>
                  <a:lnTo>
                    <a:pt x="956" y="4300"/>
                  </a:lnTo>
                  <a:lnTo>
                    <a:pt x="2389" y="4777"/>
                  </a:lnTo>
                  <a:lnTo>
                    <a:pt x="3344" y="5255"/>
                  </a:lnTo>
                  <a:lnTo>
                    <a:pt x="3822" y="6211"/>
                  </a:lnTo>
                  <a:lnTo>
                    <a:pt x="4777" y="10032"/>
                  </a:lnTo>
                  <a:lnTo>
                    <a:pt x="4777" y="8599"/>
                  </a:lnTo>
                  <a:lnTo>
                    <a:pt x="7644" y="109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9" name="Freeform 3088">
              <a:extLst>
                <a:ext uri="{FF2B5EF4-FFF2-40B4-BE49-F238E27FC236}">
                  <a16:creationId xmlns:a16="http://schemas.microsoft.com/office/drawing/2014/main" id="{AD2FD38C-37FD-A597-7544-ABCFAADE57B0}"/>
                </a:ext>
              </a:extLst>
            </p:cNvPr>
            <p:cNvSpPr/>
            <p:nvPr/>
          </p:nvSpPr>
          <p:spPr>
            <a:xfrm>
              <a:off x="3454155" y="3755551"/>
              <a:ext cx="2388" cy="3821"/>
            </a:xfrm>
            <a:custGeom>
              <a:avLst/>
              <a:gdLst>
                <a:gd name="csX0" fmla="*/ 1433 w 2388"/>
                <a:gd name="csY0" fmla="*/ 956 h 3821"/>
                <a:gd name="csX1" fmla="*/ 2389 w 2388"/>
                <a:gd name="csY1" fmla="*/ 2389 h 3821"/>
                <a:gd name="csX2" fmla="*/ 2389 w 2388"/>
                <a:gd name="csY2" fmla="*/ 2866 h 3821"/>
                <a:gd name="csX3" fmla="*/ 1433 w 2388"/>
                <a:gd name="csY3" fmla="*/ 3822 h 3821"/>
                <a:gd name="csX4" fmla="*/ 956 w 2388"/>
                <a:gd name="csY4" fmla="*/ 3344 h 3821"/>
                <a:gd name="csX5" fmla="*/ 956 w 2388"/>
                <a:gd name="csY5" fmla="*/ 2866 h 3821"/>
                <a:gd name="csX6" fmla="*/ 956 w 2388"/>
                <a:gd name="csY6" fmla="*/ 2866 h 3821"/>
                <a:gd name="csX7" fmla="*/ 0 w 2388"/>
                <a:gd name="csY7" fmla="*/ 3344 h 3821"/>
                <a:gd name="csX8" fmla="*/ 0 w 2388"/>
                <a:gd name="csY8" fmla="*/ 1911 h 3821"/>
                <a:gd name="csX9" fmla="*/ 478 w 2388"/>
                <a:gd name="csY9" fmla="*/ 0 h 3821"/>
                <a:gd name="csX10" fmla="*/ 956 w 2388"/>
                <a:gd name="csY10" fmla="*/ 0 h 3821"/>
                <a:gd name="csX11" fmla="*/ 1433 w 2388"/>
                <a:gd name="csY11" fmla="*/ 95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88" h="3821">
                  <a:moveTo>
                    <a:pt x="1433" y="956"/>
                  </a:moveTo>
                  <a:lnTo>
                    <a:pt x="2389" y="2389"/>
                  </a:lnTo>
                  <a:lnTo>
                    <a:pt x="2389" y="2866"/>
                  </a:lnTo>
                  <a:lnTo>
                    <a:pt x="1433" y="3822"/>
                  </a:lnTo>
                  <a:lnTo>
                    <a:pt x="956" y="3344"/>
                  </a:lnTo>
                  <a:lnTo>
                    <a:pt x="956" y="2866"/>
                  </a:lnTo>
                  <a:lnTo>
                    <a:pt x="956" y="2866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0" name="Freeform 3089">
              <a:extLst>
                <a:ext uri="{FF2B5EF4-FFF2-40B4-BE49-F238E27FC236}">
                  <a16:creationId xmlns:a16="http://schemas.microsoft.com/office/drawing/2014/main" id="{ACF05F69-FD95-250F-94B1-5CCC562A380E}"/>
                </a:ext>
              </a:extLst>
            </p:cNvPr>
            <p:cNvSpPr/>
            <p:nvPr/>
          </p:nvSpPr>
          <p:spPr>
            <a:xfrm>
              <a:off x="3452722" y="3749818"/>
              <a:ext cx="1910" cy="3344"/>
            </a:xfrm>
            <a:custGeom>
              <a:avLst/>
              <a:gdLst>
                <a:gd name="csX0" fmla="*/ 1433 w 1910"/>
                <a:gd name="csY0" fmla="*/ 478 h 3344"/>
                <a:gd name="csX1" fmla="*/ 1911 w 1910"/>
                <a:gd name="csY1" fmla="*/ 2866 h 3344"/>
                <a:gd name="csX2" fmla="*/ 1433 w 1910"/>
                <a:gd name="csY2" fmla="*/ 3344 h 3344"/>
                <a:gd name="csX3" fmla="*/ 478 w 1910"/>
                <a:gd name="csY3" fmla="*/ 2866 h 3344"/>
                <a:gd name="csX4" fmla="*/ 0 w 1910"/>
                <a:gd name="csY4" fmla="*/ 2389 h 3344"/>
                <a:gd name="csX5" fmla="*/ 0 w 1910"/>
                <a:gd name="csY5" fmla="*/ 956 h 3344"/>
                <a:gd name="csX6" fmla="*/ 478 w 1910"/>
                <a:gd name="csY6" fmla="*/ 0 h 3344"/>
                <a:gd name="csX7" fmla="*/ 955 w 1910"/>
                <a:gd name="csY7" fmla="*/ 0 h 3344"/>
                <a:gd name="csX8" fmla="*/ 1433 w 1910"/>
                <a:gd name="csY8" fmla="*/ 478 h 3344"/>
                <a:gd name="csX9" fmla="*/ 1433 w 1910"/>
                <a:gd name="csY9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0" h="3344">
                  <a:moveTo>
                    <a:pt x="1433" y="478"/>
                  </a:moveTo>
                  <a:lnTo>
                    <a:pt x="1911" y="2866"/>
                  </a:lnTo>
                  <a:lnTo>
                    <a:pt x="1433" y="3344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478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1" name="Freeform 3090">
              <a:extLst>
                <a:ext uri="{FF2B5EF4-FFF2-40B4-BE49-F238E27FC236}">
                  <a16:creationId xmlns:a16="http://schemas.microsoft.com/office/drawing/2014/main" id="{E4C05166-2F6B-1B7B-3A06-307033450CBE}"/>
                </a:ext>
              </a:extLst>
            </p:cNvPr>
            <p:cNvSpPr/>
            <p:nvPr/>
          </p:nvSpPr>
          <p:spPr>
            <a:xfrm>
              <a:off x="3444601" y="3722587"/>
              <a:ext cx="4299" cy="2866"/>
            </a:xfrm>
            <a:custGeom>
              <a:avLst/>
              <a:gdLst>
                <a:gd name="csX0" fmla="*/ 4300 w 4299"/>
                <a:gd name="csY0" fmla="*/ 955 h 2866"/>
                <a:gd name="csX1" fmla="*/ 4300 w 4299"/>
                <a:gd name="csY1" fmla="*/ 1433 h 2866"/>
                <a:gd name="csX2" fmla="*/ 3822 w 4299"/>
                <a:gd name="csY2" fmla="*/ 1911 h 2866"/>
                <a:gd name="csX3" fmla="*/ 3344 w 4299"/>
                <a:gd name="csY3" fmla="*/ 1911 h 2866"/>
                <a:gd name="csX4" fmla="*/ 2389 w 4299"/>
                <a:gd name="csY4" fmla="*/ 955 h 2866"/>
                <a:gd name="csX5" fmla="*/ 1911 w 4299"/>
                <a:gd name="csY5" fmla="*/ 955 h 2866"/>
                <a:gd name="csX6" fmla="*/ 2389 w 4299"/>
                <a:gd name="csY6" fmla="*/ 2389 h 2866"/>
                <a:gd name="csX7" fmla="*/ 1911 w 4299"/>
                <a:gd name="csY7" fmla="*/ 2866 h 2866"/>
                <a:gd name="csX8" fmla="*/ 0 w 4299"/>
                <a:gd name="csY8" fmla="*/ 1911 h 2866"/>
                <a:gd name="csX9" fmla="*/ 0 w 4299"/>
                <a:gd name="csY9" fmla="*/ 1433 h 2866"/>
                <a:gd name="csX10" fmla="*/ 478 w 4299"/>
                <a:gd name="csY10" fmla="*/ 478 h 2866"/>
                <a:gd name="csX11" fmla="*/ 1433 w 4299"/>
                <a:gd name="csY11" fmla="*/ 0 h 2866"/>
                <a:gd name="csX12" fmla="*/ 1911 w 4299"/>
                <a:gd name="csY12" fmla="*/ 0 h 2866"/>
                <a:gd name="csX13" fmla="*/ 4300 w 4299"/>
                <a:gd name="csY13" fmla="*/ 955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2866">
                  <a:moveTo>
                    <a:pt x="4300" y="955"/>
                  </a:moveTo>
                  <a:lnTo>
                    <a:pt x="4300" y="1433"/>
                  </a:lnTo>
                  <a:lnTo>
                    <a:pt x="3822" y="1911"/>
                  </a:lnTo>
                  <a:lnTo>
                    <a:pt x="3344" y="1911"/>
                  </a:lnTo>
                  <a:lnTo>
                    <a:pt x="2389" y="955"/>
                  </a:lnTo>
                  <a:lnTo>
                    <a:pt x="1911" y="955"/>
                  </a:lnTo>
                  <a:lnTo>
                    <a:pt x="2389" y="2389"/>
                  </a:lnTo>
                  <a:lnTo>
                    <a:pt x="1911" y="2866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430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2" name="Freeform 3091">
              <a:extLst>
                <a:ext uri="{FF2B5EF4-FFF2-40B4-BE49-F238E27FC236}">
                  <a16:creationId xmlns:a16="http://schemas.microsoft.com/office/drawing/2014/main" id="{4AAFD4A2-16BC-F875-C241-6BD0F6DD97CE}"/>
                </a:ext>
              </a:extLst>
            </p:cNvPr>
            <p:cNvSpPr/>
            <p:nvPr/>
          </p:nvSpPr>
          <p:spPr>
            <a:xfrm>
              <a:off x="3446034" y="3726887"/>
              <a:ext cx="1911" cy="3344"/>
            </a:xfrm>
            <a:custGeom>
              <a:avLst/>
              <a:gdLst>
                <a:gd name="csX0" fmla="*/ 1433 w 1911"/>
                <a:gd name="csY0" fmla="*/ 1433 h 3344"/>
                <a:gd name="csX1" fmla="*/ 1911 w 1911"/>
                <a:gd name="csY1" fmla="*/ 2389 h 3344"/>
                <a:gd name="csX2" fmla="*/ 1911 w 1911"/>
                <a:gd name="csY2" fmla="*/ 3344 h 3344"/>
                <a:gd name="csX3" fmla="*/ 1911 w 1911"/>
                <a:gd name="csY3" fmla="*/ 3344 h 3344"/>
                <a:gd name="csX4" fmla="*/ 478 w 1911"/>
                <a:gd name="csY4" fmla="*/ 2866 h 3344"/>
                <a:gd name="csX5" fmla="*/ 0 w 1911"/>
                <a:gd name="csY5" fmla="*/ 2389 h 3344"/>
                <a:gd name="csX6" fmla="*/ 0 w 1911"/>
                <a:gd name="csY6" fmla="*/ 1911 h 3344"/>
                <a:gd name="csX7" fmla="*/ 0 w 1911"/>
                <a:gd name="csY7" fmla="*/ 0 h 3344"/>
                <a:gd name="csX8" fmla="*/ 956 w 1911"/>
                <a:gd name="csY8" fmla="*/ 0 h 3344"/>
                <a:gd name="csX9" fmla="*/ 956 w 1911"/>
                <a:gd name="csY9" fmla="*/ 0 h 3344"/>
                <a:gd name="csX10" fmla="*/ 1433 w 1911"/>
                <a:gd name="csY10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911" h="3344">
                  <a:moveTo>
                    <a:pt x="1433" y="1433"/>
                  </a:moveTo>
                  <a:lnTo>
                    <a:pt x="1911" y="2389"/>
                  </a:lnTo>
                  <a:lnTo>
                    <a:pt x="1911" y="3344"/>
                  </a:lnTo>
                  <a:lnTo>
                    <a:pt x="1911" y="3344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3" name="Freeform 3092">
              <a:extLst>
                <a:ext uri="{FF2B5EF4-FFF2-40B4-BE49-F238E27FC236}">
                  <a16:creationId xmlns:a16="http://schemas.microsoft.com/office/drawing/2014/main" id="{6DBB032C-B37B-C20F-AC12-E8DD2E44682C}"/>
                </a:ext>
              </a:extLst>
            </p:cNvPr>
            <p:cNvSpPr/>
            <p:nvPr/>
          </p:nvSpPr>
          <p:spPr>
            <a:xfrm>
              <a:off x="3446034" y="3761283"/>
              <a:ext cx="1433" cy="2388"/>
            </a:xfrm>
            <a:custGeom>
              <a:avLst/>
              <a:gdLst>
                <a:gd name="csX0" fmla="*/ 956 w 1433"/>
                <a:gd name="csY0" fmla="*/ 0 h 2388"/>
                <a:gd name="csX1" fmla="*/ 1433 w 1433"/>
                <a:gd name="csY1" fmla="*/ 1433 h 2388"/>
                <a:gd name="csX2" fmla="*/ 1433 w 1433"/>
                <a:gd name="csY2" fmla="*/ 1911 h 2388"/>
                <a:gd name="csX3" fmla="*/ 956 w 1433"/>
                <a:gd name="csY3" fmla="*/ 2389 h 2388"/>
                <a:gd name="csX4" fmla="*/ 956 w 1433"/>
                <a:gd name="csY4" fmla="*/ 2389 h 2388"/>
                <a:gd name="csX5" fmla="*/ 478 w 1433"/>
                <a:gd name="csY5" fmla="*/ 1433 h 2388"/>
                <a:gd name="csX6" fmla="*/ 0 w 1433"/>
                <a:gd name="csY6" fmla="*/ 478 h 2388"/>
                <a:gd name="csX7" fmla="*/ 956 w 1433"/>
                <a:gd name="csY7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2388">
                  <a:moveTo>
                    <a:pt x="956" y="0"/>
                  </a:moveTo>
                  <a:lnTo>
                    <a:pt x="1433" y="1433"/>
                  </a:lnTo>
                  <a:lnTo>
                    <a:pt x="1433" y="1911"/>
                  </a:lnTo>
                  <a:lnTo>
                    <a:pt x="956" y="2389"/>
                  </a:lnTo>
                  <a:lnTo>
                    <a:pt x="956" y="2389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4" name="Freeform 3093">
              <a:extLst>
                <a:ext uri="{FF2B5EF4-FFF2-40B4-BE49-F238E27FC236}">
                  <a16:creationId xmlns:a16="http://schemas.microsoft.com/office/drawing/2014/main" id="{82239ED8-644B-EF45-D427-D0999C01FD4A}"/>
                </a:ext>
              </a:extLst>
            </p:cNvPr>
            <p:cNvSpPr/>
            <p:nvPr/>
          </p:nvSpPr>
          <p:spPr>
            <a:xfrm>
              <a:off x="3441257" y="3724976"/>
              <a:ext cx="3344" cy="3821"/>
            </a:xfrm>
            <a:custGeom>
              <a:avLst/>
              <a:gdLst>
                <a:gd name="csX0" fmla="*/ 2866 w 3344"/>
                <a:gd name="csY0" fmla="*/ 3344 h 3821"/>
                <a:gd name="csX1" fmla="*/ 3344 w 3344"/>
                <a:gd name="csY1" fmla="*/ 3822 h 3821"/>
                <a:gd name="csX2" fmla="*/ 1433 w 3344"/>
                <a:gd name="csY2" fmla="*/ 3344 h 3821"/>
                <a:gd name="csX3" fmla="*/ 478 w 3344"/>
                <a:gd name="csY3" fmla="*/ 2866 h 3821"/>
                <a:gd name="csX4" fmla="*/ 0 w 3344"/>
                <a:gd name="csY4" fmla="*/ 2389 h 3821"/>
                <a:gd name="csX5" fmla="*/ 0 w 3344"/>
                <a:gd name="csY5" fmla="*/ 955 h 3821"/>
                <a:gd name="csX6" fmla="*/ 0 w 3344"/>
                <a:gd name="csY6" fmla="*/ 478 h 3821"/>
                <a:gd name="csX7" fmla="*/ 956 w 3344"/>
                <a:gd name="csY7" fmla="*/ 0 h 3821"/>
                <a:gd name="csX8" fmla="*/ 2866 w 3344"/>
                <a:gd name="csY8" fmla="*/ 1911 h 3821"/>
                <a:gd name="csX9" fmla="*/ 2866 w 3344"/>
                <a:gd name="csY9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821">
                  <a:moveTo>
                    <a:pt x="2866" y="3344"/>
                  </a:moveTo>
                  <a:lnTo>
                    <a:pt x="3344" y="3822"/>
                  </a:lnTo>
                  <a:lnTo>
                    <a:pt x="1433" y="3344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866" y="1911"/>
                  </a:lnTo>
                  <a:lnTo>
                    <a:pt x="28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5" name="Freeform 3094">
              <a:extLst>
                <a:ext uri="{FF2B5EF4-FFF2-40B4-BE49-F238E27FC236}">
                  <a16:creationId xmlns:a16="http://schemas.microsoft.com/office/drawing/2014/main" id="{E961B7D4-D5CE-4611-1E59-9D612A5C5D2E}"/>
                </a:ext>
              </a:extLst>
            </p:cNvPr>
            <p:cNvSpPr/>
            <p:nvPr/>
          </p:nvSpPr>
          <p:spPr>
            <a:xfrm>
              <a:off x="3338545" y="3661916"/>
              <a:ext cx="100323" cy="71181"/>
            </a:xfrm>
            <a:custGeom>
              <a:avLst/>
              <a:gdLst>
                <a:gd name="csX0" fmla="*/ 98890 w 100323"/>
                <a:gd name="csY0" fmla="*/ 63538 h 71181"/>
                <a:gd name="csX1" fmla="*/ 100323 w 100323"/>
                <a:gd name="csY1" fmla="*/ 67360 h 71181"/>
                <a:gd name="csX2" fmla="*/ 99846 w 100323"/>
                <a:gd name="csY2" fmla="*/ 68793 h 71181"/>
                <a:gd name="csX3" fmla="*/ 99368 w 100323"/>
                <a:gd name="csY3" fmla="*/ 68793 h 71181"/>
                <a:gd name="csX4" fmla="*/ 96979 w 100323"/>
                <a:gd name="csY4" fmla="*/ 68315 h 71181"/>
                <a:gd name="csX5" fmla="*/ 96501 w 100323"/>
                <a:gd name="csY5" fmla="*/ 68793 h 71181"/>
                <a:gd name="csX6" fmla="*/ 95546 w 100323"/>
                <a:gd name="csY6" fmla="*/ 70704 h 71181"/>
                <a:gd name="csX7" fmla="*/ 94591 w 100323"/>
                <a:gd name="csY7" fmla="*/ 71182 h 71181"/>
                <a:gd name="csX8" fmla="*/ 94113 w 100323"/>
                <a:gd name="csY8" fmla="*/ 70704 h 71181"/>
                <a:gd name="csX9" fmla="*/ 87902 w 100323"/>
                <a:gd name="csY9" fmla="*/ 69271 h 71181"/>
                <a:gd name="csX10" fmla="*/ 84080 w 100323"/>
                <a:gd name="csY10" fmla="*/ 67838 h 71181"/>
                <a:gd name="csX11" fmla="*/ 78825 w 100323"/>
                <a:gd name="csY11" fmla="*/ 65927 h 71181"/>
                <a:gd name="csX12" fmla="*/ 72615 w 100323"/>
                <a:gd name="csY12" fmla="*/ 63538 h 71181"/>
                <a:gd name="csX13" fmla="*/ 68793 w 100323"/>
                <a:gd name="csY13" fmla="*/ 62105 h 71181"/>
                <a:gd name="csX14" fmla="*/ 65927 w 100323"/>
                <a:gd name="csY14" fmla="*/ 60194 h 71181"/>
                <a:gd name="csX15" fmla="*/ 64016 w 100323"/>
                <a:gd name="csY15" fmla="*/ 59238 h 71181"/>
                <a:gd name="csX16" fmla="*/ 63538 w 100323"/>
                <a:gd name="csY16" fmla="*/ 57805 h 71181"/>
                <a:gd name="csX17" fmla="*/ 63538 w 100323"/>
                <a:gd name="csY17" fmla="*/ 57328 h 71181"/>
                <a:gd name="csX18" fmla="*/ 67838 w 100323"/>
                <a:gd name="csY18" fmla="*/ 53506 h 71181"/>
                <a:gd name="csX19" fmla="*/ 69271 w 100323"/>
                <a:gd name="csY19" fmla="*/ 51595 h 71181"/>
                <a:gd name="csX20" fmla="*/ 69749 w 100323"/>
                <a:gd name="csY20" fmla="*/ 50162 h 71181"/>
                <a:gd name="csX21" fmla="*/ 70226 w 100323"/>
                <a:gd name="csY21" fmla="*/ 48728 h 71181"/>
                <a:gd name="csX22" fmla="*/ 70226 w 100323"/>
                <a:gd name="csY22" fmla="*/ 46340 h 71181"/>
                <a:gd name="csX23" fmla="*/ 69749 w 100323"/>
                <a:gd name="csY23" fmla="*/ 46818 h 71181"/>
                <a:gd name="csX24" fmla="*/ 69749 w 100323"/>
                <a:gd name="csY24" fmla="*/ 48728 h 71181"/>
                <a:gd name="csX25" fmla="*/ 68793 w 100323"/>
                <a:gd name="csY25" fmla="*/ 50162 h 71181"/>
                <a:gd name="csX26" fmla="*/ 68315 w 100323"/>
                <a:gd name="csY26" fmla="*/ 51595 h 71181"/>
                <a:gd name="csX27" fmla="*/ 67838 w 100323"/>
                <a:gd name="csY27" fmla="*/ 52072 h 71181"/>
                <a:gd name="csX28" fmla="*/ 63060 w 100323"/>
                <a:gd name="csY28" fmla="*/ 52550 h 71181"/>
                <a:gd name="csX29" fmla="*/ 59239 w 100323"/>
                <a:gd name="csY29" fmla="*/ 52550 h 71181"/>
                <a:gd name="csX30" fmla="*/ 57328 w 100323"/>
                <a:gd name="csY30" fmla="*/ 53984 h 71181"/>
                <a:gd name="csX31" fmla="*/ 56372 w 100323"/>
                <a:gd name="csY31" fmla="*/ 54461 h 71181"/>
                <a:gd name="csX32" fmla="*/ 55417 w 100323"/>
                <a:gd name="csY32" fmla="*/ 53984 h 71181"/>
                <a:gd name="csX33" fmla="*/ 53028 w 100323"/>
                <a:gd name="csY33" fmla="*/ 51595 h 71181"/>
                <a:gd name="csX34" fmla="*/ 49684 w 100323"/>
                <a:gd name="csY34" fmla="*/ 50162 h 71181"/>
                <a:gd name="csX35" fmla="*/ 50162 w 100323"/>
                <a:gd name="csY35" fmla="*/ 49684 h 71181"/>
                <a:gd name="csX36" fmla="*/ 52550 w 100323"/>
                <a:gd name="csY36" fmla="*/ 48728 h 71181"/>
                <a:gd name="csX37" fmla="*/ 53506 w 100323"/>
                <a:gd name="csY37" fmla="*/ 47295 h 71181"/>
                <a:gd name="csX38" fmla="*/ 53506 w 100323"/>
                <a:gd name="csY38" fmla="*/ 47295 h 71181"/>
                <a:gd name="csX39" fmla="*/ 52550 w 100323"/>
                <a:gd name="csY39" fmla="*/ 47295 h 71181"/>
                <a:gd name="csX40" fmla="*/ 52073 w 100323"/>
                <a:gd name="csY40" fmla="*/ 46818 h 71181"/>
                <a:gd name="csX41" fmla="*/ 50639 w 100323"/>
                <a:gd name="csY41" fmla="*/ 45384 h 71181"/>
                <a:gd name="csX42" fmla="*/ 49684 w 100323"/>
                <a:gd name="csY42" fmla="*/ 44907 h 71181"/>
                <a:gd name="csX43" fmla="*/ 48251 w 100323"/>
                <a:gd name="csY43" fmla="*/ 45384 h 71181"/>
                <a:gd name="csX44" fmla="*/ 47295 w 100323"/>
                <a:gd name="csY44" fmla="*/ 45384 h 71181"/>
                <a:gd name="csX45" fmla="*/ 46818 w 100323"/>
                <a:gd name="csY45" fmla="*/ 44429 h 71181"/>
                <a:gd name="csX46" fmla="*/ 47773 w 100323"/>
                <a:gd name="csY46" fmla="*/ 42040 h 71181"/>
                <a:gd name="csX47" fmla="*/ 47773 w 100323"/>
                <a:gd name="csY47" fmla="*/ 41085 h 71181"/>
                <a:gd name="csX48" fmla="*/ 45862 w 100323"/>
                <a:gd name="csY48" fmla="*/ 42040 h 71181"/>
                <a:gd name="csX49" fmla="*/ 45384 w 100323"/>
                <a:gd name="csY49" fmla="*/ 42040 h 71181"/>
                <a:gd name="csX50" fmla="*/ 44907 w 100323"/>
                <a:gd name="csY50" fmla="*/ 41085 h 71181"/>
                <a:gd name="csX51" fmla="*/ 44429 w 100323"/>
                <a:gd name="csY51" fmla="*/ 40607 h 71181"/>
                <a:gd name="csX52" fmla="*/ 42996 w 100323"/>
                <a:gd name="csY52" fmla="*/ 41085 h 71181"/>
                <a:gd name="csX53" fmla="*/ 41563 w 100323"/>
                <a:gd name="csY53" fmla="*/ 40129 h 71181"/>
                <a:gd name="csX54" fmla="*/ 41085 w 100323"/>
                <a:gd name="csY54" fmla="*/ 40607 h 71181"/>
                <a:gd name="csX55" fmla="*/ 41085 w 100323"/>
                <a:gd name="csY55" fmla="*/ 41563 h 71181"/>
                <a:gd name="csX56" fmla="*/ 40607 w 100323"/>
                <a:gd name="csY56" fmla="*/ 42040 h 71181"/>
                <a:gd name="csX57" fmla="*/ 38218 w 100323"/>
                <a:gd name="csY57" fmla="*/ 40129 h 71181"/>
                <a:gd name="csX58" fmla="*/ 37741 w 100323"/>
                <a:gd name="csY58" fmla="*/ 40129 h 71181"/>
                <a:gd name="csX59" fmla="*/ 36785 w 100323"/>
                <a:gd name="csY59" fmla="*/ 41563 h 71181"/>
                <a:gd name="csX60" fmla="*/ 36307 w 100323"/>
                <a:gd name="csY60" fmla="*/ 41563 h 71181"/>
                <a:gd name="csX61" fmla="*/ 35830 w 100323"/>
                <a:gd name="csY61" fmla="*/ 40607 h 71181"/>
                <a:gd name="csX62" fmla="*/ 35352 w 100323"/>
                <a:gd name="csY62" fmla="*/ 37263 h 71181"/>
                <a:gd name="csX63" fmla="*/ 35352 w 100323"/>
                <a:gd name="csY63" fmla="*/ 36307 h 71181"/>
                <a:gd name="csX64" fmla="*/ 35830 w 100323"/>
                <a:gd name="csY64" fmla="*/ 35830 h 71181"/>
                <a:gd name="csX65" fmla="*/ 37741 w 100323"/>
                <a:gd name="csY65" fmla="*/ 35352 h 71181"/>
                <a:gd name="csX66" fmla="*/ 43473 w 100323"/>
                <a:gd name="csY66" fmla="*/ 34397 h 71181"/>
                <a:gd name="csX67" fmla="*/ 43951 w 100323"/>
                <a:gd name="csY67" fmla="*/ 33919 h 71181"/>
                <a:gd name="csX68" fmla="*/ 39652 w 100323"/>
                <a:gd name="csY68" fmla="*/ 33919 h 71181"/>
                <a:gd name="csX69" fmla="*/ 38696 w 100323"/>
                <a:gd name="csY69" fmla="*/ 33441 h 71181"/>
                <a:gd name="csX70" fmla="*/ 37263 w 100323"/>
                <a:gd name="csY70" fmla="*/ 32486 h 71181"/>
                <a:gd name="csX71" fmla="*/ 35830 w 100323"/>
                <a:gd name="csY71" fmla="*/ 32486 h 71181"/>
                <a:gd name="csX72" fmla="*/ 35352 w 100323"/>
                <a:gd name="csY72" fmla="*/ 32008 h 71181"/>
                <a:gd name="csX73" fmla="*/ 34874 w 100323"/>
                <a:gd name="csY73" fmla="*/ 31052 h 71181"/>
                <a:gd name="csX74" fmla="*/ 32963 w 100323"/>
                <a:gd name="csY74" fmla="*/ 28186 h 71181"/>
                <a:gd name="csX75" fmla="*/ 31530 w 100323"/>
                <a:gd name="csY75" fmla="*/ 27231 h 71181"/>
                <a:gd name="csX76" fmla="*/ 29619 w 100323"/>
                <a:gd name="csY76" fmla="*/ 26753 h 71181"/>
                <a:gd name="csX77" fmla="*/ 28664 w 100323"/>
                <a:gd name="csY77" fmla="*/ 26275 h 71181"/>
                <a:gd name="csX78" fmla="*/ 28186 w 100323"/>
                <a:gd name="csY78" fmla="*/ 26275 h 71181"/>
                <a:gd name="csX79" fmla="*/ 27708 w 100323"/>
                <a:gd name="csY79" fmla="*/ 27231 h 71181"/>
                <a:gd name="csX80" fmla="*/ 27231 w 100323"/>
                <a:gd name="csY80" fmla="*/ 27708 h 71181"/>
                <a:gd name="csX81" fmla="*/ 25798 w 100323"/>
                <a:gd name="csY81" fmla="*/ 28186 h 71181"/>
                <a:gd name="csX82" fmla="*/ 24364 w 100323"/>
                <a:gd name="csY82" fmla="*/ 27708 h 71181"/>
                <a:gd name="csX83" fmla="*/ 23409 w 100323"/>
                <a:gd name="csY83" fmla="*/ 27231 h 71181"/>
                <a:gd name="csX84" fmla="*/ 22931 w 100323"/>
                <a:gd name="csY84" fmla="*/ 25797 h 71181"/>
                <a:gd name="csX85" fmla="*/ 22453 w 100323"/>
                <a:gd name="csY85" fmla="*/ 24842 h 71181"/>
                <a:gd name="csX86" fmla="*/ 22931 w 100323"/>
                <a:gd name="csY86" fmla="*/ 22931 h 71181"/>
                <a:gd name="csX87" fmla="*/ 22931 w 100323"/>
                <a:gd name="csY87" fmla="*/ 22453 h 71181"/>
                <a:gd name="csX88" fmla="*/ 22931 w 100323"/>
                <a:gd name="csY88" fmla="*/ 21498 h 71181"/>
                <a:gd name="csX89" fmla="*/ 22453 w 100323"/>
                <a:gd name="csY89" fmla="*/ 21020 h 71181"/>
                <a:gd name="csX90" fmla="*/ 21498 w 100323"/>
                <a:gd name="csY90" fmla="*/ 20542 h 71181"/>
                <a:gd name="csX91" fmla="*/ 21498 w 100323"/>
                <a:gd name="csY91" fmla="*/ 21020 h 71181"/>
                <a:gd name="csX92" fmla="*/ 21498 w 100323"/>
                <a:gd name="csY92" fmla="*/ 21976 h 71181"/>
                <a:gd name="csX93" fmla="*/ 21020 w 100323"/>
                <a:gd name="csY93" fmla="*/ 22453 h 71181"/>
                <a:gd name="csX94" fmla="*/ 19587 w 100323"/>
                <a:gd name="csY94" fmla="*/ 22931 h 71181"/>
                <a:gd name="csX95" fmla="*/ 18632 w 100323"/>
                <a:gd name="csY95" fmla="*/ 21976 h 71181"/>
                <a:gd name="csX96" fmla="*/ 18154 w 100323"/>
                <a:gd name="csY96" fmla="*/ 21020 h 71181"/>
                <a:gd name="csX97" fmla="*/ 17198 w 100323"/>
                <a:gd name="csY97" fmla="*/ 20065 h 71181"/>
                <a:gd name="csX98" fmla="*/ 13377 w 100323"/>
                <a:gd name="csY98" fmla="*/ 20065 h 71181"/>
                <a:gd name="csX99" fmla="*/ 11466 w 100323"/>
                <a:gd name="csY99" fmla="*/ 21020 h 71181"/>
                <a:gd name="csX100" fmla="*/ 10510 w 100323"/>
                <a:gd name="csY100" fmla="*/ 21020 h 71181"/>
                <a:gd name="csX101" fmla="*/ 9555 w 100323"/>
                <a:gd name="csY101" fmla="*/ 21020 h 71181"/>
                <a:gd name="csX102" fmla="*/ 9555 w 100323"/>
                <a:gd name="csY102" fmla="*/ 20065 h 71181"/>
                <a:gd name="csX103" fmla="*/ 10032 w 100323"/>
                <a:gd name="csY103" fmla="*/ 18631 h 71181"/>
                <a:gd name="csX104" fmla="*/ 10032 w 100323"/>
                <a:gd name="csY104" fmla="*/ 16243 h 71181"/>
                <a:gd name="csX105" fmla="*/ 10032 w 100323"/>
                <a:gd name="csY105" fmla="*/ 15765 h 71181"/>
                <a:gd name="csX106" fmla="*/ 8121 w 100323"/>
                <a:gd name="csY106" fmla="*/ 15287 h 71181"/>
                <a:gd name="csX107" fmla="*/ 7644 w 100323"/>
                <a:gd name="csY107" fmla="*/ 14810 h 71181"/>
                <a:gd name="csX108" fmla="*/ 8599 w 100323"/>
                <a:gd name="csY108" fmla="*/ 11943 h 71181"/>
                <a:gd name="csX109" fmla="*/ 9555 w 100323"/>
                <a:gd name="csY109" fmla="*/ 11465 h 71181"/>
                <a:gd name="csX110" fmla="*/ 10032 w 100323"/>
                <a:gd name="csY110" fmla="*/ 10988 h 71181"/>
                <a:gd name="csX111" fmla="*/ 13854 w 100323"/>
                <a:gd name="csY111" fmla="*/ 10988 h 71181"/>
                <a:gd name="csX112" fmla="*/ 15287 w 100323"/>
                <a:gd name="csY112" fmla="*/ 11465 h 71181"/>
                <a:gd name="csX113" fmla="*/ 17198 w 100323"/>
                <a:gd name="csY113" fmla="*/ 12899 h 71181"/>
                <a:gd name="csX114" fmla="*/ 16721 w 100323"/>
                <a:gd name="csY114" fmla="*/ 12421 h 71181"/>
                <a:gd name="csX115" fmla="*/ 16243 w 100323"/>
                <a:gd name="csY115" fmla="*/ 10510 h 71181"/>
                <a:gd name="csX116" fmla="*/ 16243 w 100323"/>
                <a:gd name="csY116" fmla="*/ 9077 h 71181"/>
                <a:gd name="csX117" fmla="*/ 17676 w 100323"/>
                <a:gd name="csY117" fmla="*/ 8121 h 71181"/>
                <a:gd name="csX118" fmla="*/ 16243 w 100323"/>
                <a:gd name="csY118" fmla="*/ 7644 h 71181"/>
                <a:gd name="csX119" fmla="*/ 11943 w 100323"/>
                <a:gd name="csY119" fmla="*/ 7166 h 71181"/>
                <a:gd name="csX120" fmla="*/ 11943 w 100323"/>
                <a:gd name="csY120" fmla="*/ 8121 h 71181"/>
                <a:gd name="csX121" fmla="*/ 11943 w 100323"/>
                <a:gd name="csY121" fmla="*/ 9077 h 71181"/>
                <a:gd name="csX122" fmla="*/ 9555 w 100323"/>
                <a:gd name="csY122" fmla="*/ 10510 h 71181"/>
                <a:gd name="csX123" fmla="*/ 7644 w 100323"/>
                <a:gd name="csY123" fmla="*/ 10510 h 71181"/>
                <a:gd name="csX124" fmla="*/ 5733 w 100323"/>
                <a:gd name="csY124" fmla="*/ 10510 h 71181"/>
                <a:gd name="csX125" fmla="*/ 4300 w 100323"/>
                <a:gd name="csY125" fmla="*/ 9555 h 71181"/>
                <a:gd name="csX126" fmla="*/ 1433 w 100323"/>
                <a:gd name="csY126" fmla="*/ 7166 h 71181"/>
                <a:gd name="csX127" fmla="*/ 0 w 100323"/>
                <a:gd name="csY127" fmla="*/ 4777 h 71181"/>
                <a:gd name="csX128" fmla="*/ 0 w 100323"/>
                <a:gd name="csY128" fmla="*/ 3344 h 71181"/>
                <a:gd name="csX129" fmla="*/ 956 w 100323"/>
                <a:gd name="csY129" fmla="*/ 1911 h 71181"/>
                <a:gd name="csX130" fmla="*/ 1911 w 100323"/>
                <a:gd name="csY130" fmla="*/ 956 h 71181"/>
                <a:gd name="csX131" fmla="*/ 4777 w 100323"/>
                <a:gd name="csY131" fmla="*/ 0 h 71181"/>
                <a:gd name="csX132" fmla="*/ 8599 w 100323"/>
                <a:gd name="csY132" fmla="*/ 0 h 71181"/>
                <a:gd name="csX133" fmla="*/ 12421 w 100323"/>
                <a:gd name="csY133" fmla="*/ 956 h 71181"/>
                <a:gd name="csX134" fmla="*/ 22931 w 100323"/>
                <a:gd name="csY134" fmla="*/ 6211 h 71181"/>
                <a:gd name="csX135" fmla="*/ 32486 w 100323"/>
                <a:gd name="csY135" fmla="*/ 10032 h 71181"/>
                <a:gd name="csX136" fmla="*/ 42518 w 100323"/>
                <a:gd name="csY136" fmla="*/ 11465 h 71181"/>
                <a:gd name="csX137" fmla="*/ 49684 w 100323"/>
                <a:gd name="csY137" fmla="*/ 13854 h 71181"/>
                <a:gd name="csX138" fmla="*/ 53984 w 100323"/>
                <a:gd name="csY138" fmla="*/ 14332 h 71181"/>
                <a:gd name="csX139" fmla="*/ 55894 w 100323"/>
                <a:gd name="csY139" fmla="*/ 14810 h 71181"/>
                <a:gd name="csX140" fmla="*/ 56850 w 100323"/>
                <a:gd name="csY140" fmla="*/ 15765 h 71181"/>
                <a:gd name="csX141" fmla="*/ 57805 w 100323"/>
                <a:gd name="csY141" fmla="*/ 17198 h 71181"/>
                <a:gd name="csX142" fmla="*/ 60194 w 100323"/>
                <a:gd name="csY142" fmla="*/ 21498 h 71181"/>
                <a:gd name="csX143" fmla="*/ 61627 w 100323"/>
                <a:gd name="csY143" fmla="*/ 24364 h 71181"/>
                <a:gd name="csX144" fmla="*/ 64971 w 100323"/>
                <a:gd name="csY144" fmla="*/ 28664 h 71181"/>
                <a:gd name="csX145" fmla="*/ 67838 w 100323"/>
                <a:gd name="csY145" fmla="*/ 32008 h 71181"/>
                <a:gd name="csX146" fmla="*/ 68315 w 100323"/>
                <a:gd name="csY146" fmla="*/ 33441 h 71181"/>
                <a:gd name="csX147" fmla="*/ 67838 w 100323"/>
                <a:gd name="csY147" fmla="*/ 33919 h 71181"/>
                <a:gd name="csX148" fmla="*/ 67838 w 100323"/>
                <a:gd name="csY148" fmla="*/ 34397 h 71181"/>
                <a:gd name="csX149" fmla="*/ 69749 w 100323"/>
                <a:gd name="csY149" fmla="*/ 37741 h 71181"/>
                <a:gd name="csX150" fmla="*/ 73570 w 100323"/>
                <a:gd name="csY150" fmla="*/ 40607 h 71181"/>
                <a:gd name="csX151" fmla="*/ 76437 w 100323"/>
                <a:gd name="csY151" fmla="*/ 42040 h 71181"/>
                <a:gd name="csX152" fmla="*/ 82647 w 100323"/>
                <a:gd name="csY152" fmla="*/ 43951 h 71181"/>
                <a:gd name="csX153" fmla="*/ 86469 w 100323"/>
                <a:gd name="csY153" fmla="*/ 46340 h 71181"/>
                <a:gd name="csX154" fmla="*/ 87425 w 100323"/>
                <a:gd name="csY154" fmla="*/ 47773 h 71181"/>
                <a:gd name="csX155" fmla="*/ 88858 w 100323"/>
                <a:gd name="csY155" fmla="*/ 49206 h 71181"/>
                <a:gd name="csX156" fmla="*/ 89813 w 100323"/>
                <a:gd name="csY156" fmla="*/ 50162 h 71181"/>
                <a:gd name="csX157" fmla="*/ 91246 w 100323"/>
                <a:gd name="csY157" fmla="*/ 53984 h 71181"/>
                <a:gd name="csX158" fmla="*/ 93635 w 100323"/>
                <a:gd name="csY158" fmla="*/ 57328 h 71181"/>
                <a:gd name="csX159" fmla="*/ 96024 w 100323"/>
                <a:gd name="csY159" fmla="*/ 64016 h 71181"/>
                <a:gd name="csX160" fmla="*/ 96501 w 100323"/>
                <a:gd name="csY160" fmla="*/ 63538 h 71181"/>
                <a:gd name="csX161" fmla="*/ 96979 w 100323"/>
                <a:gd name="csY161" fmla="*/ 61627 h 71181"/>
                <a:gd name="csX162" fmla="*/ 96979 w 100323"/>
                <a:gd name="csY162" fmla="*/ 61149 h 71181"/>
                <a:gd name="csX163" fmla="*/ 97935 w 100323"/>
                <a:gd name="csY163" fmla="*/ 60672 h 71181"/>
                <a:gd name="csX164" fmla="*/ 98412 w 100323"/>
                <a:gd name="csY164" fmla="*/ 61627 h 71181"/>
                <a:gd name="csX165" fmla="*/ 98890 w 100323"/>
                <a:gd name="csY165" fmla="*/ 63538 h 71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</a:cxnLst>
              <a:rect l="l" t="t" r="r" b="b"/>
              <a:pathLst>
                <a:path w="100323" h="71181">
                  <a:moveTo>
                    <a:pt x="98890" y="63538"/>
                  </a:moveTo>
                  <a:lnTo>
                    <a:pt x="100323" y="67360"/>
                  </a:lnTo>
                  <a:lnTo>
                    <a:pt x="99846" y="68793"/>
                  </a:lnTo>
                  <a:lnTo>
                    <a:pt x="99368" y="68793"/>
                  </a:lnTo>
                  <a:lnTo>
                    <a:pt x="96979" y="68315"/>
                  </a:lnTo>
                  <a:lnTo>
                    <a:pt x="96501" y="68793"/>
                  </a:lnTo>
                  <a:lnTo>
                    <a:pt x="95546" y="70704"/>
                  </a:lnTo>
                  <a:lnTo>
                    <a:pt x="94591" y="71182"/>
                  </a:lnTo>
                  <a:lnTo>
                    <a:pt x="94113" y="70704"/>
                  </a:lnTo>
                  <a:lnTo>
                    <a:pt x="87902" y="69271"/>
                  </a:lnTo>
                  <a:lnTo>
                    <a:pt x="84080" y="67838"/>
                  </a:lnTo>
                  <a:lnTo>
                    <a:pt x="78825" y="65927"/>
                  </a:lnTo>
                  <a:lnTo>
                    <a:pt x="72615" y="63538"/>
                  </a:lnTo>
                  <a:lnTo>
                    <a:pt x="68793" y="62105"/>
                  </a:lnTo>
                  <a:lnTo>
                    <a:pt x="65927" y="60194"/>
                  </a:lnTo>
                  <a:lnTo>
                    <a:pt x="64016" y="59238"/>
                  </a:lnTo>
                  <a:lnTo>
                    <a:pt x="63538" y="57805"/>
                  </a:lnTo>
                  <a:lnTo>
                    <a:pt x="63538" y="57328"/>
                  </a:lnTo>
                  <a:lnTo>
                    <a:pt x="67838" y="53506"/>
                  </a:lnTo>
                  <a:lnTo>
                    <a:pt x="69271" y="51595"/>
                  </a:lnTo>
                  <a:lnTo>
                    <a:pt x="69749" y="50162"/>
                  </a:lnTo>
                  <a:lnTo>
                    <a:pt x="70226" y="48728"/>
                  </a:lnTo>
                  <a:lnTo>
                    <a:pt x="70226" y="46340"/>
                  </a:lnTo>
                  <a:lnTo>
                    <a:pt x="69749" y="46818"/>
                  </a:lnTo>
                  <a:lnTo>
                    <a:pt x="69749" y="48728"/>
                  </a:lnTo>
                  <a:lnTo>
                    <a:pt x="68793" y="50162"/>
                  </a:lnTo>
                  <a:lnTo>
                    <a:pt x="68315" y="51595"/>
                  </a:lnTo>
                  <a:lnTo>
                    <a:pt x="67838" y="52072"/>
                  </a:lnTo>
                  <a:lnTo>
                    <a:pt x="63060" y="52550"/>
                  </a:lnTo>
                  <a:lnTo>
                    <a:pt x="59239" y="52550"/>
                  </a:lnTo>
                  <a:lnTo>
                    <a:pt x="57328" y="53984"/>
                  </a:lnTo>
                  <a:lnTo>
                    <a:pt x="56372" y="54461"/>
                  </a:lnTo>
                  <a:lnTo>
                    <a:pt x="55417" y="53984"/>
                  </a:lnTo>
                  <a:lnTo>
                    <a:pt x="53028" y="51595"/>
                  </a:lnTo>
                  <a:lnTo>
                    <a:pt x="49684" y="50162"/>
                  </a:lnTo>
                  <a:lnTo>
                    <a:pt x="50162" y="49684"/>
                  </a:lnTo>
                  <a:lnTo>
                    <a:pt x="52550" y="48728"/>
                  </a:lnTo>
                  <a:lnTo>
                    <a:pt x="53506" y="47295"/>
                  </a:lnTo>
                  <a:lnTo>
                    <a:pt x="53506" y="47295"/>
                  </a:lnTo>
                  <a:lnTo>
                    <a:pt x="52550" y="47295"/>
                  </a:lnTo>
                  <a:lnTo>
                    <a:pt x="52073" y="46818"/>
                  </a:lnTo>
                  <a:lnTo>
                    <a:pt x="50639" y="45384"/>
                  </a:lnTo>
                  <a:lnTo>
                    <a:pt x="49684" y="44907"/>
                  </a:lnTo>
                  <a:lnTo>
                    <a:pt x="48251" y="45384"/>
                  </a:lnTo>
                  <a:lnTo>
                    <a:pt x="47295" y="45384"/>
                  </a:lnTo>
                  <a:lnTo>
                    <a:pt x="46818" y="44429"/>
                  </a:lnTo>
                  <a:lnTo>
                    <a:pt x="47773" y="42040"/>
                  </a:lnTo>
                  <a:lnTo>
                    <a:pt x="47773" y="41085"/>
                  </a:lnTo>
                  <a:lnTo>
                    <a:pt x="45862" y="42040"/>
                  </a:lnTo>
                  <a:lnTo>
                    <a:pt x="45384" y="42040"/>
                  </a:lnTo>
                  <a:lnTo>
                    <a:pt x="44907" y="41085"/>
                  </a:lnTo>
                  <a:lnTo>
                    <a:pt x="44429" y="40607"/>
                  </a:lnTo>
                  <a:lnTo>
                    <a:pt x="42996" y="41085"/>
                  </a:lnTo>
                  <a:lnTo>
                    <a:pt x="41563" y="40129"/>
                  </a:lnTo>
                  <a:lnTo>
                    <a:pt x="41085" y="40607"/>
                  </a:lnTo>
                  <a:lnTo>
                    <a:pt x="41085" y="41563"/>
                  </a:lnTo>
                  <a:lnTo>
                    <a:pt x="40607" y="42040"/>
                  </a:lnTo>
                  <a:lnTo>
                    <a:pt x="38218" y="40129"/>
                  </a:lnTo>
                  <a:lnTo>
                    <a:pt x="37741" y="40129"/>
                  </a:lnTo>
                  <a:lnTo>
                    <a:pt x="36785" y="41563"/>
                  </a:lnTo>
                  <a:lnTo>
                    <a:pt x="36307" y="41563"/>
                  </a:lnTo>
                  <a:lnTo>
                    <a:pt x="35830" y="40607"/>
                  </a:lnTo>
                  <a:lnTo>
                    <a:pt x="35352" y="37263"/>
                  </a:lnTo>
                  <a:lnTo>
                    <a:pt x="35352" y="36307"/>
                  </a:lnTo>
                  <a:lnTo>
                    <a:pt x="35830" y="35830"/>
                  </a:lnTo>
                  <a:lnTo>
                    <a:pt x="37741" y="35352"/>
                  </a:lnTo>
                  <a:lnTo>
                    <a:pt x="43473" y="34397"/>
                  </a:lnTo>
                  <a:lnTo>
                    <a:pt x="43951" y="33919"/>
                  </a:lnTo>
                  <a:lnTo>
                    <a:pt x="39652" y="33919"/>
                  </a:lnTo>
                  <a:lnTo>
                    <a:pt x="38696" y="33441"/>
                  </a:lnTo>
                  <a:lnTo>
                    <a:pt x="37263" y="32486"/>
                  </a:lnTo>
                  <a:lnTo>
                    <a:pt x="35830" y="32486"/>
                  </a:lnTo>
                  <a:lnTo>
                    <a:pt x="35352" y="32008"/>
                  </a:lnTo>
                  <a:lnTo>
                    <a:pt x="34874" y="31052"/>
                  </a:lnTo>
                  <a:lnTo>
                    <a:pt x="32963" y="28186"/>
                  </a:lnTo>
                  <a:lnTo>
                    <a:pt x="31530" y="27231"/>
                  </a:lnTo>
                  <a:lnTo>
                    <a:pt x="29619" y="26753"/>
                  </a:lnTo>
                  <a:lnTo>
                    <a:pt x="28664" y="26275"/>
                  </a:lnTo>
                  <a:lnTo>
                    <a:pt x="28186" y="26275"/>
                  </a:lnTo>
                  <a:lnTo>
                    <a:pt x="27708" y="27231"/>
                  </a:lnTo>
                  <a:lnTo>
                    <a:pt x="27231" y="27708"/>
                  </a:lnTo>
                  <a:lnTo>
                    <a:pt x="25798" y="28186"/>
                  </a:lnTo>
                  <a:lnTo>
                    <a:pt x="24364" y="27708"/>
                  </a:lnTo>
                  <a:lnTo>
                    <a:pt x="23409" y="27231"/>
                  </a:lnTo>
                  <a:lnTo>
                    <a:pt x="22931" y="25797"/>
                  </a:lnTo>
                  <a:lnTo>
                    <a:pt x="22453" y="24842"/>
                  </a:lnTo>
                  <a:lnTo>
                    <a:pt x="22931" y="22931"/>
                  </a:lnTo>
                  <a:lnTo>
                    <a:pt x="22931" y="22453"/>
                  </a:lnTo>
                  <a:lnTo>
                    <a:pt x="22931" y="21498"/>
                  </a:lnTo>
                  <a:lnTo>
                    <a:pt x="22453" y="21020"/>
                  </a:lnTo>
                  <a:lnTo>
                    <a:pt x="21498" y="20542"/>
                  </a:lnTo>
                  <a:lnTo>
                    <a:pt x="21498" y="21020"/>
                  </a:lnTo>
                  <a:lnTo>
                    <a:pt x="21498" y="21976"/>
                  </a:lnTo>
                  <a:lnTo>
                    <a:pt x="21020" y="22453"/>
                  </a:lnTo>
                  <a:lnTo>
                    <a:pt x="19587" y="22931"/>
                  </a:lnTo>
                  <a:lnTo>
                    <a:pt x="18632" y="21976"/>
                  </a:lnTo>
                  <a:lnTo>
                    <a:pt x="18154" y="21020"/>
                  </a:lnTo>
                  <a:lnTo>
                    <a:pt x="17198" y="20065"/>
                  </a:lnTo>
                  <a:lnTo>
                    <a:pt x="13377" y="20065"/>
                  </a:lnTo>
                  <a:lnTo>
                    <a:pt x="11466" y="21020"/>
                  </a:lnTo>
                  <a:lnTo>
                    <a:pt x="10510" y="21020"/>
                  </a:lnTo>
                  <a:lnTo>
                    <a:pt x="9555" y="21020"/>
                  </a:lnTo>
                  <a:lnTo>
                    <a:pt x="9555" y="20065"/>
                  </a:lnTo>
                  <a:lnTo>
                    <a:pt x="10032" y="18631"/>
                  </a:lnTo>
                  <a:lnTo>
                    <a:pt x="10032" y="16243"/>
                  </a:lnTo>
                  <a:lnTo>
                    <a:pt x="10032" y="15765"/>
                  </a:lnTo>
                  <a:lnTo>
                    <a:pt x="8121" y="15287"/>
                  </a:lnTo>
                  <a:lnTo>
                    <a:pt x="7644" y="14810"/>
                  </a:lnTo>
                  <a:lnTo>
                    <a:pt x="8599" y="11943"/>
                  </a:lnTo>
                  <a:lnTo>
                    <a:pt x="9555" y="11465"/>
                  </a:lnTo>
                  <a:lnTo>
                    <a:pt x="10032" y="10988"/>
                  </a:lnTo>
                  <a:lnTo>
                    <a:pt x="13854" y="10988"/>
                  </a:lnTo>
                  <a:lnTo>
                    <a:pt x="15287" y="11465"/>
                  </a:lnTo>
                  <a:lnTo>
                    <a:pt x="17198" y="12899"/>
                  </a:lnTo>
                  <a:lnTo>
                    <a:pt x="16721" y="12421"/>
                  </a:lnTo>
                  <a:lnTo>
                    <a:pt x="16243" y="10510"/>
                  </a:lnTo>
                  <a:lnTo>
                    <a:pt x="16243" y="9077"/>
                  </a:lnTo>
                  <a:lnTo>
                    <a:pt x="17676" y="8121"/>
                  </a:lnTo>
                  <a:lnTo>
                    <a:pt x="16243" y="7644"/>
                  </a:lnTo>
                  <a:lnTo>
                    <a:pt x="11943" y="7166"/>
                  </a:lnTo>
                  <a:lnTo>
                    <a:pt x="11943" y="8121"/>
                  </a:lnTo>
                  <a:lnTo>
                    <a:pt x="11943" y="9077"/>
                  </a:lnTo>
                  <a:lnTo>
                    <a:pt x="9555" y="10510"/>
                  </a:lnTo>
                  <a:lnTo>
                    <a:pt x="7644" y="10510"/>
                  </a:lnTo>
                  <a:lnTo>
                    <a:pt x="5733" y="10510"/>
                  </a:lnTo>
                  <a:lnTo>
                    <a:pt x="4300" y="9555"/>
                  </a:lnTo>
                  <a:lnTo>
                    <a:pt x="1433" y="7166"/>
                  </a:lnTo>
                  <a:lnTo>
                    <a:pt x="0" y="4777"/>
                  </a:lnTo>
                  <a:lnTo>
                    <a:pt x="0" y="3344"/>
                  </a:lnTo>
                  <a:lnTo>
                    <a:pt x="956" y="1911"/>
                  </a:lnTo>
                  <a:lnTo>
                    <a:pt x="1911" y="956"/>
                  </a:lnTo>
                  <a:lnTo>
                    <a:pt x="4777" y="0"/>
                  </a:lnTo>
                  <a:lnTo>
                    <a:pt x="8599" y="0"/>
                  </a:lnTo>
                  <a:lnTo>
                    <a:pt x="12421" y="956"/>
                  </a:lnTo>
                  <a:lnTo>
                    <a:pt x="22931" y="6211"/>
                  </a:lnTo>
                  <a:lnTo>
                    <a:pt x="32486" y="10032"/>
                  </a:lnTo>
                  <a:lnTo>
                    <a:pt x="42518" y="11465"/>
                  </a:lnTo>
                  <a:lnTo>
                    <a:pt x="49684" y="13854"/>
                  </a:lnTo>
                  <a:lnTo>
                    <a:pt x="53984" y="14332"/>
                  </a:lnTo>
                  <a:lnTo>
                    <a:pt x="55894" y="14810"/>
                  </a:lnTo>
                  <a:lnTo>
                    <a:pt x="56850" y="15765"/>
                  </a:lnTo>
                  <a:lnTo>
                    <a:pt x="57805" y="17198"/>
                  </a:lnTo>
                  <a:lnTo>
                    <a:pt x="60194" y="21498"/>
                  </a:lnTo>
                  <a:lnTo>
                    <a:pt x="61627" y="24364"/>
                  </a:lnTo>
                  <a:lnTo>
                    <a:pt x="64971" y="28664"/>
                  </a:lnTo>
                  <a:lnTo>
                    <a:pt x="67838" y="32008"/>
                  </a:lnTo>
                  <a:lnTo>
                    <a:pt x="68315" y="33441"/>
                  </a:lnTo>
                  <a:lnTo>
                    <a:pt x="67838" y="33919"/>
                  </a:lnTo>
                  <a:lnTo>
                    <a:pt x="67838" y="34397"/>
                  </a:lnTo>
                  <a:lnTo>
                    <a:pt x="69749" y="37741"/>
                  </a:lnTo>
                  <a:lnTo>
                    <a:pt x="73570" y="40607"/>
                  </a:lnTo>
                  <a:lnTo>
                    <a:pt x="76437" y="42040"/>
                  </a:lnTo>
                  <a:lnTo>
                    <a:pt x="82647" y="43951"/>
                  </a:lnTo>
                  <a:lnTo>
                    <a:pt x="86469" y="46340"/>
                  </a:lnTo>
                  <a:lnTo>
                    <a:pt x="87425" y="47773"/>
                  </a:lnTo>
                  <a:lnTo>
                    <a:pt x="88858" y="49206"/>
                  </a:lnTo>
                  <a:lnTo>
                    <a:pt x="89813" y="50162"/>
                  </a:lnTo>
                  <a:lnTo>
                    <a:pt x="91246" y="53984"/>
                  </a:lnTo>
                  <a:lnTo>
                    <a:pt x="93635" y="57328"/>
                  </a:lnTo>
                  <a:lnTo>
                    <a:pt x="96024" y="64016"/>
                  </a:lnTo>
                  <a:lnTo>
                    <a:pt x="96501" y="63538"/>
                  </a:lnTo>
                  <a:lnTo>
                    <a:pt x="96979" y="61627"/>
                  </a:lnTo>
                  <a:lnTo>
                    <a:pt x="96979" y="61149"/>
                  </a:lnTo>
                  <a:lnTo>
                    <a:pt x="97935" y="60672"/>
                  </a:lnTo>
                  <a:lnTo>
                    <a:pt x="98412" y="61627"/>
                  </a:lnTo>
                  <a:lnTo>
                    <a:pt x="98890" y="6353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6" name="Freeform 3095">
              <a:extLst>
                <a:ext uri="{FF2B5EF4-FFF2-40B4-BE49-F238E27FC236}">
                  <a16:creationId xmlns:a16="http://schemas.microsoft.com/office/drawing/2014/main" id="{04AC6F84-E1F0-9FA2-7752-81A23045A108}"/>
                </a:ext>
              </a:extLst>
            </p:cNvPr>
            <p:cNvSpPr/>
            <p:nvPr/>
          </p:nvSpPr>
          <p:spPr>
            <a:xfrm>
              <a:off x="3430747" y="3711599"/>
              <a:ext cx="6210" cy="6210"/>
            </a:xfrm>
            <a:custGeom>
              <a:avLst/>
              <a:gdLst>
                <a:gd name="csX0" fmla="*/ 6210 w 6210"/>
                <a:gd name="csY0" fmla="*/ 5255 h 6210"/>
                <a:gd name="csX1" fmla="*/ 6210 w 6210"/>
                <a:gd name="csY1" fmla="*/ 5733 h 6210"/>
                <a:gd name="csX2" fmla="*/ 6210 w 6210"/>
                <a:gd name="csY2" fmla="*/ 6211 h 6210"/>
                <a:gd name="csX3" fmla="*/ 2866 w 6210"/>
                <a:gd name="csY3" fmla="*/ 4300 h 6210"/>
                <a:gd name="csX4" fmla="*/ 955 w 6210"/>
                <a:gd name="csY4" fmla="*/ 1911 h 6210"/>
                <a:gd name="csX5" fmla="*/ 0 w 6210"/>
                <a:gd name="csY5" fmla="*/ 0 h 6210"/>
                <a:gd name="csX6" fmla="*/ 4300 w 6210"/>
                <a:gd name="csY6" fmla="*/ 3822 h 6210"/>
                <a:gd name="csX7" fmla="*/ 6210 w 6210"/>
                <a:gd name="csY7" fmla="*/ 5255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6210">
                  <a:moveTo>
                    <a:pt x="6210" y="5255"/>
                  </a:moveTo>
                  <a:lnTo>
                    <a:pt x="6210" y="5733"/>
                  </a:lnTo>
                  <a:lnTo>
                    <a:pt x="6210" y="6211"/>
                  </a:lnTo>
                  <a:lnTo>
                    <a:pt x="2866" y="4300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4300" y="3822"/>
                  </a:lnTo>
                  <a:lnTo>
                    <a:pt x="6210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7" name="Freeform 3096">
              <a:extLst>
                <a:ext uri="{FF2B5EF4-FFF2-40B4-BE49-F238E27FC236}">
                  <a16:creationId xmlns:a16="http://schemas.microsoft.com/office/drawing/2014/main" id="{6B004F8B-C2E7-A86E-BA56-625ADD2DAB46}"/>
                </a:ext>
              </a:extLst>
            </p:cNvPr>
            <p:cNvSpPr/>
            <p:nvPr/>
          </p:nvSpPr>
          <p:spPr>
            <a:xfrm>
              <a:off x="3433135" y="3716377"/>
              <a:ext cx="3344" cy="5732"/>
            </a:xfrm>
            <a:custGeom>
              <a:avLst/>
              <a:gdLst>
                <a:gd name="csX0" fmla="*/ 2866 w 3344"/>
                <a:gd name="csY0" fmla="*/ 3822 h 5732"/>
                <a:gd name="csX1" fmla="*/ 3344 w 3344"/>
                <a:gd name="csY1" fmla="*/ 4777 h 5732"/>
                <a:gd name="csX2" fmla="*/ 2866 w 3344"/>
                <a:gd name="csY2" fmla="*/ 4777 h 5732"/>
                <a:gd name="csX3" fmla="*/ 1911 w 3344"/>
                <a:gd name="csY3" fmla="*/ 5733 h 5732"/>
                <a:gd name="csX4" fmla="*/ 1433 w 3344"/>
                <a:gd name="csY4" fmla="*/ 5255 h 5732"/>
                <a:gd name="csX5" fmla="*/ 955 w 3344"/>
                <a:gd name="csY5" fmla="*/ 4777 h 5732"/>
                <a:gd name="csX6" fmla="*/ 0 w 3344"/>
                <a:gd name="csY6" fmla="*/ 0 h 5732"/>
                <a:gd name="csX7" fmla="*/ 478 w 3344"/>
                <a:gd name="csY7" fmla="*/ 0 h 5732"/>
                <a:gd name="csX8" fmla="*/ 1911 w 3344"/>
                <a:gd name="csY8" fmla="*/ 1433 h 5732"/>
                <a:gd name="csX9" fmla="*/ 1911 w 3344"/>
                <a:gd name="csY9" fmla="*/ 2389 h 5732"/>
                <a:gd name="csX10" fmla="*/ 2866 w 3344"/>
                <a:gd name="csY10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5732">
                  <a:moveTo>
                    <a:pt x="2866" y="3822"/>
                  </a:moveTo>
                  <a:lnTo>
                    <a:pt x="3344" y="4777"/>
                  </a:lnTo>
                  <a:lnTo>
                    <a:pt x="2866" y="4777"/>
                  </a:lnTo>
                  <a:lnTo>
                    <a:pt x="1911" y="5733"/>
                  </a:lnTo>
                  <a:lnTo>
                    <a:pt x="1433" y="5255"/>
                  </a:lnTo>
                  <a:lnTo>
                    <a:pt x="955" y="4777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911" y="1433"/>
                  </a:lnTo>
                  <a:lnTo>
                    <a:pt x="1911" y="2389"/>
                  </a:lnTo>
                  <a:lnTo>
                    <a:pt x="286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8" name="Freeform 3097">
              <a:extLst>
                <a:ext uri="{FF2B5EF4-FFF2-40B4-BE49-F238E27FC236}">
                  <a16:creationId xmlns:a16="http://schemas.microsoft.com/office/drawing/2014/main" id="{004911DF-95A8-3ECC-896C-811C76D7E17B}"/>
                </a:ext>
              </a:extLst>
            </p:cNvPr>
            <p:cNvSpPr/>
            <p:nvPr/>
          </p:nvSpPr>
          <p:spPr>
            <a:xfrm>
              <a:off x="3411637" y="3692968"/>
              <a:ext cx="10509" cy="7165"/>
            </a:xfrm>
            <a:custGeom>
              <a:avLst/>
              <a:gdLst>
                <a:gd name="csX0" fmla="*/ 10032 w 10509"/>
                <a:gd name="csY0" fmla="*/ 6688 h 7165"/>
                <a:gd name="csX1" fmla="*/ 10510 w 10509"/>
                <a:gd name="csY1" fmla="*/ 7166 h 7165"/>
                <a:gd name="csX2" fmla="*/ 5733 w 10509"/>
                <a:gd name="csY2" fmla="*/ 5255 h 7165"/>
                <a:gd name="csX3" fmla="*/ 3822 w 10509"/>
                <a:gd name="csY3" fmla="*/ 3822 h 7165"/>
                <a:gd name="csX4" fmla="*/ 3344 w 10509"/>
                <a:gd name="csY4" fmla="*/ 2866 h 7165"/>
                <a:gd name="csX5" fmla="*/ 2866 w 10509"/>
                <a:gd name="csY5" fmla="*/ 2389 h 7165"/>
                <a:gd name="csX6" fmla="*/ 478 w 10509"/>
                <a:gd name="csY6" fmla="*/ 956 h 7165"/>
                <a:gd name="csX7" fmla="*/ 0 w 10509"/>
                <a:gd name="csY7" fmla="*/ 478 h 7165"/>
                <a:gd name="csX8" fmla="*/ 478 w 10509"/>
                <a:gd name="csY8" fmla="*/ 0 h 7165"/>
                <a:gd name="csX9" fmla="*/ 2389 w 10509"/>
                <a:gd name="csY9" fmla="*/ 0 h 7165"/>
                <a:gd name="csX10" fmla="*/ 4777 w 10509"/>
                <a:gd name="csY10" fmla="*/ 956 h 7165"/>
                <a:gd name="csX11" fmla="*/ 6688 w 10509"/>
                <a:gd name="csY11" fmla="*/ 2866 h 7165"/>
                <a:gd name="csX12" fmla="*/ 10032 w 10509"/>
                <a:gd name="csY12" fmla="*/ 668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0509" h="7165">
                  <a:moveTo>
                    <a:pt x="10032" y="6688"/>
                  </a:moveTo>
                  <a:lnTo>
                    <a:pt x="10510" y="7166"/>
                  </a:lnTo>
                  <a:lnTo>
                    <a:pt x="5733" y="5255"/>
                  </a:lnTo>
                  <a:lnTo>
                    <a:pt x="3822" y="3822"/>
                  </a:lnTo>
                  <a:lnTo>
                    <a:pt x="3344" y="2866"/>
                  </a:lnTo>
                  <a:lnTo>
                    <a:pt x="2866" y="2389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0"/>
                  </a:lnTo>
                  <a:lnTo>
                    <a:pt x="4777" y="956"/>
                  </a:lnTo>
                  <a:lnTo>
                    <a:pt x="6688" y="2866"/>
                  </a:lnTo>
                  <a:lnTo>
                    <a:pt x="10032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9" name="Freeform 3098">
              <a:extLst>
                <a:ext uri="{FF2B5EF4-FFF2-40B4-BE49-F238E27FC236}">
                  <a16:creationId xmlns:a16="http://schemas.microsoft.com/office/drawing/2014/main" id="{37F0EFC7-AC05-6CA0-13D3-7F95C6C60476}"/>
                </a:ext>
              </a:extLst>
            </p:cNvPr>
            <p:cNvSpPr/>
            <p:nvPr/>
          </p:nvSpPr>
          <p:spPr>
            <a:xfrm>
              <a:off x="3404471" y="3680547"/>
              <a:ext cx="2388" cy="5255"/>
            </a:xfrm>
            <a:custGeom>
              <a:avLst/>
              <a:gdLst>
                <a:gd name="csX0" fmla="*/ 2389 w 2388"/>
                <a:gd name="csY0" fmla="*/ 3344 h 5255"/>
                <a:gd name="csX1" fmla="*/ 2389 w 2388"/>
                <a:gd name="csY1" fmla="*/ 3822 h 5255"/>
                <a:gd name="csX2" fmla="*/ 955 w 2388"/>
                <a:gd name="csY2" fmla="*/ 5255 h 5255"/>
                <a:gd name="csX3" fmla="*/ 478 w 2388"/>
                <a:gd name="csY3" fmla="*/ 5255 h 5255"/>
                <a:gd name="csX4" fmla="*/ 0 w 2388"/>
                <a:gd name="csY4" fmla="*/ 1911 h 5255"/>
                <a:gd name="csX5" fmla="*/ 478 w 2388"/>
                <a:gd name="csY5" fmla="*/ 956 h 5255"/>
                <a:gd name="csX6" fmla="*/ 478 w 2388"/>
                <a:gd name="csY6" fmla="*/ 478 h 5255"/>
                <a:gd name="csX7" fmla="*/ 478 w 2388"/>
                <a:gd name="csY7" fmla="*/ 0 h 5255"/>
                <a:gd name="csX8" fmla="*/ 1433 w 2388"/>
                <a:gd name="csY8" fmla="*/ 1433 h 5255"/>
                <a:gd name="csX9" fmla="*/ 1911 w 2388"/>
                <a:gd name="csY9" fmla="*/ 2389 h 5255"/>
                <a:gd name="csX10" fmla="*/ 2389 w 2388"/>
                <a:gd name="csY10" fmla="*/ 3344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5255">
                  <a:moveTo>
                    <a:pt x="2389" y="3344"/>
                  </a:moveTo>
                  <a:lnTo>
                    <a:pt x="2389" y="3822"/>
                  </a:lnTo>
                  <a:lnTo>
                    <a:pt x="955" y="5255"/>
                  </a:lnTo>
                  <a:lnTo>
                    <a:pt x="478" y="5255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1433"/>
                  </a:lnTo>
                  <a:lnTo>
                    <a:pt x="1911" y="2389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0" name="Freeform 3099">
              <a:extLst>
                <a:ext uri="{FF2B5EF4-FFF2-40B4-BE49-F238E27FC236}">
                  <a16:creationId xmlns:a16="http://schemas.microsoft.com/office/drawing/2014/main" id="{AA30CAC4-ABE1-09C1-6C89-168A1E76C420}"/>
                </a:ext>
              </a:extLst>
            </p:cNvPr>
            <p:cNvSpPr/>
            <p:nvPr/>
          </p:nvSpPr>
          <p:spPr>
            <a:xfrm>
              <a:off x="3397783" y="3674814"/>
              <a:ext cx="5732" cy="10509"/>
            </a:xfrm>
            <a:custGeom>
              <a:avLst/>
              <a:gdLst>
                <a:gd name="csX0" fmla="*/ 5255 w 5732"/>
                <a:gd name="csY0" fmla="*/ 4300 h 10509"/>
                <a:gd name="csX1" fmla="*/ 5733 w 5732"/>
                <a:gd name="csY1" fmla="*/ 5255 h 10509"/>
                <a:gd name="csX2" fmla="*/ 4777 w 5732"/>
                <a:gd name="csY2" fmla="*/ 7166 h 10509"/>
                <a:gd name="csX3" fmla="*/ 3344 w 5732"/>
                <a:gd name="csY3" fmla="*/ 9077 h 10509"/>
                <a:gd name="csX4" fmla="*/ 3344 w 5732"/>
                <a:gd name="csY4" fmla="*/ 10510 h 10509"/>
                <a:gd name="csX5" fmla="*/ 1911 w 5732"/>
                <a:gd name="csY5" fmla="*/ 8121 h 10509"/>
                <a:gd name="csX6" fmla="*/ 0 w 5732"/>
                <a:gd name="csY6" fmla="*/ 2866 h 10509"/>
                <a:gd name="csX7" fmla="*/ 0 w 5732"/>
                <a:gd name="csY7" fmla="*/ 1433 h 10509"/>
                <a:gd name="csX8" fmla="*/ 955 w 5732"/>
                <a:gd name="csY8" fmla="*/ 0 h 10509"/>
                <a:gd name="csX9" fmla="*/ 1911 w 5732"/>
                <a:gd name="csY9" fmla="*/ 0 h 10509"/>
                <a:gd name="csX10" fmla="*/ 3344 w 5732"/>
                <a:gd name="csY10" fmla="*/ 478 h 10509"/>
                <a:gd name="csX11" fmla="*/ 4300 w 5732"/>
                <a:gd name="csY11" fmla="*/ 1911 h 10509"/>
                <a:gd name="csX12" fmla="*/ 4777 w 5732"/>
                <a:gd name="csY12" fmla="*/ 2389 h 10509"/>
                <a:gd name="csX13" fmla="*/ 5255 w 5732"/>
                <a:gd name="csY13" fmla="*/ 4300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2" h="10509">
                  <a:moveTo>
                    <a:pt x="5255" y="4300"/>
                  </a:moveTo>
                  <a:lnTo>
                    <a:pt x="5733" y="5255"/>
                  </a:lnTo>
                  <a:lnTo>
                    <a:pt x="4777" y="7166"/>
                  </a:lnTo>
                  <a:lnTo>
                    <a:pt x="3344" y="9077"/>
                  </a:lnTo>
                  <a:lnTo>
                    <a:pt x="3344" y="10510"/>
                  </a:lnTo>
                  <a:lnTo>
                    <a:pt x="1911" y="8121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4300" y="1911"/>
                  </a:lnTo>
                  <a:lnTo>
                    <a:pt x="4777" y="2389"/>
                  </a:lnTo>
                  <a:lnTo>
                    <a:pt x="5255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1" name="Freeform 3100">
              <a:extLst>
                <a:ext uri="{FF2B5EF4-FFF2-40B4-BE49-F238E27FC236}">
                  <a16:creationId xmlns:a16="http://schemas.microsoft.com/office/drawing/2014/main" id="{16BFE484-4B33-041E-2791-F7539B2FCEC4}"/>
                </a:ext>
              </a:extLst>
            </p:cNvPr>
            <p:cNvSpPr/>
            <p:nvPr/>
          </p:nvSpPr>
          <p:spPr>
            <a:xfrm>
              <a:off x="3380585" y="3703956"/>
              <a:ext cx="3344" cy="3344"/>
            </a:xfrm>
            <a:custGeom>
              <a:avLst/>
              <a:gdLst>
                <a:gd name="csX0" fmla="*/ 2866 w 3344"/>
                <a:gd name="csY0" fmla="*/ 478 h 3344"/>
                <a:gd name="csX1" fmla="*/ 3344 w 3344"/>
                <a:gd name="csY1" fmla="*/ 3344 h 3344"/>
                <a:gd name="csX2" fmla="*/ 955 w 3344"/>
                <a:gd name="csY2" fmla="*/ 2866 h 3344"/>
                <a:gd name="csX3" fmla="*/ 0 w 3344"/>
                <a:gd name="csY3" fmla="*/ 2389 h 3344"/>
                <a:gd name="csX4" fmla="*/ 0 w 3344"/>
                <a:gd name="csY4" fmla="*/ 955 h 3344"/>
                <a:gd name="csX5" fmla="*/ 478 w 3344"/>
                <a:gd name="csY5" fmla="*/ 0 h 3344"/>
                <a:gd name="csX6" fmla="*/ 1911 w 3344"/>
                <a:gd name="csY6" fmla="*/ 478 h 3344"/>
                <a:gd name="csX7" fmla="*/ 2866 w 3344"/>
                <a:gd name="csY7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3344">
                  <a:moveTo>
                    <a:pt x="2866" y="478"/>
                  </a:moveTo>
                  <a:lnTo>
                    <a:pt x="3344" y="3344"/>
                  </a:lnTo>
                  <a:lnTo>
                    <a:pt x="955" y="2866"/>
                  </a:lnTo>
                  <a:lnTo>
                    <a:pt x="0" y="2389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2" name="Freeform 3101">
              <a:extLst>
                <a:ext uri="{FF2B5EF4-FFF2-40B4-BE49-F238E27FC236}">
                  <a16:creationId xmlns:a16="http://schemas.microsoft.com/office/drawing/2014/main" id="{E54DD44D-15B3-290B-BD51-67EF172CABC2}"/>
                </a:ext>
              </a:extLst>
            </p:cNvPr>
            <p:cNvSpPr/>
            <p:nvPr/>
          </p:nvSpPr>
          <p:spPr>
            <a:xfrm>
              <a:off x="3366253" y="3690102"/>
              <a:ext cx="6210" cy="7643"/>
            </a:xfrm>
            <a:custGeom>
              <a:avLst/>
              <a:gdLst>
                <a:gd name="csX0" fmla="*/ 6210 w 6210"/>
                <a:gd name="csY0" fmla="*/ 5733 h 7643"/>
                <a:gd name="csX1" fmla="*/ 6210 w 6210"/>
                <a:gd name="csY1" fmla="*/ 6688 h 7643"/>
                <a:gd name="csX2" fmla="*/ 6210 w 6210"/>
                <a:gd name="csY2" fmla="*/ 7644 h 7643"/>
                <a:gd name="csX3" fmla="*/ 5255 w 6210"/>
                <a:gd name="csY3" fmla="*/ 7644 h 7643"/>
                <a:gd name="csX4" fmla="*/ 3822 w 6210"/>
                <a:gd name="csY4" fmla="*/ 7166 h 7643"/>
                <a:gd name="csX5" fmla="*/ 2389 w 6210"/>
                <a:gd name="csY5" fmla="*/ 6211 h 7643"/>
                <a:gd name="csX6" fmla="*/ 0 w 6210"/>
                <a:gd name="csY6" fmla="*/ 4300 h 7643"/>
                <a:gd name="csX7" fmla="*/ 0 w 6210"/>
                <a:gd name="csY7" fmla="*/ 3822 h 7643"/>
                <a:gd name="csX8" fmla="*/ 0 w 6210"/>
                <a:gd name="csY8" fmla="*/ 3344 h 7643"/>
                <a:gd name="csX9" fmla="*/ 955 w 6210"/>
                <a:gd name="csY9" fmla="*/ 2866 h 7643"/>
                <a:gd name="csX10" fmla="*/ 955 w 6210"/>
                <a:gd name="csY10" fmla="*/ 2389 h 7643"/>
                <a:gd name="csX11" fmla="*/ 478 w 6210"/>
                <a:gd name="csY11" fmla="*/ 956 h 7643"/>
                <a:gd name="csX12" fmla="*/ 2389 w 6210"/>
                <a:gd name="csY12" fmla="*/ 0 h 7643"/>
                <a:gd name="csX13" fmla="*/ 4300 w 6210"/>
                <a:gd name="csY13" fmla="*/ 956 h 7643"/>
                <a:gd name="csX14" fmla="*/ 4777 w 6210"/>
                <a:gd name="csY14" fmla="*/ 1911 h 7643"/>
                <a:gd name="csX15" fmla="*/ 5733 w 6210"/>
                <a:gd name="csY15" fmla="*/ 3344 h 7643"/>
                <a:gd name="csX16" fmla="*/ 6210 w 6210"/>
                <a:gd name="csY16" fmla="*/ 5733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6210" h="7643">
                  <a:moveTo>
                    <a:pt x="6210" y="5733"/>
                  </a:moveTo>
                  <a:lnTo>
                    <a:pt x="6210" y="6688"/>
                  </a:lnTo>
                  <a:lnTo>
                    <a:pt x="6210" y="7644"/>
                  </a:lnTo>
                  <a:lnTo>
                    <a:pt x="5255" y="7644"/>
                  </a:lnTo>
                  <a:lnTo>
                    <a:pt x="3822" y="7166"/>
                  </a:lnTo>
                  <a:lnTo>
                    <a:pt x="2389" y="6211"/>
                  </a:lnTo>
                  <a:lnTo>
                    <a:pt x="0" y="4300"/>
                  </a:lnTo>
                  <a:lnTo>
                    <a:pt x="0" y="3822"/>
                  </a:lnTo>
                  <a:lnTo>
                    <a:pt x="0" y="3344"/>
                  </a:lnTo>
                  <a:lnTo>
                    <a:pt x="955" y="2866"/>
                  </a:lnTo>
                  <a:lnTo>
                    <a:pt x="955" y="2389"/>
                  </a:lnTo>
                  <a:lnTo>
                    <a:pt x="478" y="956"/>
                  </a:lnTo>
                  <a:lnTo>
                    <a:pt x="2389" y="0"/>
                  </a:lnTo>
                  <a:lnTo>
                    <a:pt x="4300" y="956"/>
                  </a:lnTo>
                  <a:lnTo>
                    <a:pt x="4777" y="1911"/>
                  </a:lnTo>
                  <a:lnTo>
                    <a:pt x="5733" y="3344"/>
                  </a:lnTo>
                  <a:lnTo>
                    <a:pt x="6210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3" name="Freeform 3102">
              <a:extLst>
                <a:ext uri="{FF2B5EF4-FFF2-40B4-BE49-F238E27FC236}">
                  <a16:creationId xmlns:a16="http://schemas.microsoft.com/office/drawing/2014/main" id="{DE0242D3-6453-EFB8-B760-28007FC2AADC}"/>
                </a:ext>
              </a:extLst>
            </p:cNvPr>
            <p:cNvSpPr/>
            <p:nvPr/>
          </p:nvSpPr>
          <p:spPr>
            <a:xfrm>
              <a:off x="3342367" y="3637551"/>
              <a:ext cx="4777" cy="7165"/>
            </a:xfrm>
            <a:custGeom>
              <a:avLst/>
              <a:gdLst>
                <a:gd name="csX0" fmla="*/ 4777 w 4777"/>
                <a:gd name="csY0" fmla="*/ 3344 h 7165"/>
                <a:gd name="csX1" fmla="*/ 4777 w 4777"/>
                <a:gd name="csY1" fmla="*/ 5733 h 7165"/>
                <a:gd name="csX2" fmla="*/ 4300 w 4777"/>
                <a:gd name="csY2" fmla="*/ 6688 h 7165"/>
                <a:gd name="csX3" fmla="*/ 4300 w 4777"/>
                <a:gd name="csY3" fmla="*/ 7166 h 7165"/>
                <a:gd name="csX4" fmla="*/ 3344 w 4777"/>
                <a:gd name="csY4" fmla="*/ 7166 h 7165"/>
                <a:gd name="csX5" fmla="*/ 1911 w 4777"/>
                <a:gd name="csY5" fmla="*/ 6688 h 7165"/>
                <a:gd name="csX6" fmla="*/ 955 w 4777"/>
                <a:gd name="csY6" fmla="*/ 5733 h 7165"/>
                <a:gd name="csX7" fmla="*/ 0 w 4777"/>
                <a:gd name="csY7" fmla="*/ 2389 h 7165"/>
                <a:gd name="csX8" fmla="*/ 0 w 4777"/>
                <a:gd name="csY8" fmla="*/ 1433 h 7165"/>
                <a:gd name="csX9" fmla="*/ 478 w 4777"/>
                <a:gd name="csY9" fmla="*/ 956 h 7165"/>
                <a:gd name="csX10" fmla="*/ 2389 w 4777"/>
                <a:gd name="csY10" fmla="*/ 0 h 7165"/>
                <a:gd name="csX11" fmla="*/ 2866 w 4777"/>
                <a:gd name="csY11" fmla="*/ 0 h 7165"/>
                <a:gd name="csX12" fmla="*/ 3344 w 4777"/>
                <a:gd name="csY12" fmla="*/ 956 h 7165"/>
                <a:gd name="csX13" fmla="*/ 4300 w 4777"/>
                <a:gd name="csY13" fmla="*/ 2866 h 7165"/>
                <a:gd name="csX14" fmla="*/ 4777 w 4777"/>
                <a:gd name="csY14" fmla="*/ 3344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777" h="7165">
                  <a:moveTo>
                    <a:pt x="4777" y="3344"/>
                  </a:moveTo>
                  <a:lnTo>
                    <a:pt x="4777" y="5733"/>
                  </a:lnTo>
                  <a:lnTo>
                    <a:pt x="4300" y="6688"/>
                  </a:lnTo>
                  <a:lnTo>
                    <a:pt x="4300" y="7166"/>
                  </a:lnTo>
                  <a:lnTo>
                    <a:pt x="3344" y="7166"/>
                  </a:lnTo>
                  <a:lnTo>
                    <a:pt x="1911" y="6688"/>
                  </a:lnTo>
                  <a:lnTo>
                    <a:pt x="955" y="5733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344" y="956"/>
                  </a:lnTo>
                  <a:lnTo>
                    <a:pt x="4300" y="2866"/>
                  </a:lnTo>
                  <a:lnTo>
                    <a:pt x="4777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4" name="Freeform 3103">
              <a:extLst>
                <a:ext uri="{FF2B5EF4-FFF2-40B4-BE49-F238E27FC236}">
                  <a16:creationId xmlns:a16="http://schemas.microsoft.com/office/drawing/2014/main" id="{3224907B-825B-13AC-40FC-9FAA7C3E2C5C}"/>
                </a:ext>
              </a:extLst>
            </p:cNvPr>
            <p:cNvSpPr/>
            <p:nvPr/>
          </p:nvSpPr>
          <p:spPr>
            <a:xfrm>
              <a:off x="3336634" y="3605544"/>
              <a:ext cx="3821" cy="11943"/>
            </a:xfrm>
            <a:custGeom>
              <a:avLst/>
              <a:gdLst>
                <a:gd name="csX0" fmla="*/ 3822 w 3821"/>
                <a:gd name="csY0" fmla="*/ 0 h 11943"/>
                <a:gd name="csX1" fmla="*/ 3822 w 3821"/>
                <a:gd name="csY1" fmla="*/ 1433 h 11943"/>
                <a:gd name="csX2" fmla="*/ 2866 w 3821"/>
                <a:gd name="csY2" fmla="*/ 7166 h 11943"/>
                <a:gd name="csX3" fmla="*/ 2389 w 3821"/>
                <a:gd name="csY3" fmla="*/ 9555 h 11943"/>
                <a:gd name="csX4" fmla="*/ 1911 w 3821"/>
                <a:gd name="csY4" fmla="*/ 10510 h 11943"/>
                <a:gd name="csX5" fmla="*/ 1433 w 3821"/>
                <a:gd name="csY5" fmla="*/ 11465 h 11943"/>
                <a:gd name="csX6" fmla="*/ 0 w 3821"/>
                <a:gd name="csY6" fmla="*/ 11943 h 11943"/>
                <a:gd name="csX7" fmla="*/ 478 w 3821"/>
                <a:gd name="csY7" fmla="*/ 10032 h 11943"/>
                <a:gd name="csX8" fmla="*/ 478 w 3821"/>
                <a:gd name="csY8" fmla="*/ 9077 h 11943"/>
                <a:gd name="csX9" fmla="*/ 478 w 3821"/>
                <a:gd name="csY9" fmla="*/ 8121 h 11943"/>
                <a:gd name="csX10" fmla="*/ 0 w 3821"/>
                <a:gd name="csY10" fmla="*/ 6688 h 11943"/>
                <a:gd name="csX11" fmla="*/ 0 w 3821"/>
                <a:gd name="csY11" fmla="*/ 2389 h 11943"/>
                <a:gd name="csX12" fmla="*/ 1433 w 3821"/>
                <a:gd name="csY12" fmla="*/ 0 h 11943"/>
                <a:gd name="csX13" fmla="*/ 3822 w 3821"/>
                <a:gd name="csY13" fmla="*/ 0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821" h="11943">
                  <a:moveTo>
                    <a:pt x="3822" y="0"/>
                  </a:moveTo>
                  <a:lnTo>
                    <a:pt x="3822" y="1433"/>
                  </a:lnTo>
                  <a:lnTo>
                    <a:pt x="2866" y="7166"/>
                  </a:lnTo>
                  <a:lnTo>
                    <a:pt x="2389" y="9555"/>
                  </a:lnTo>
                  <a:lnTo>
                    <a:pt x="1911" y="10510"/>
                  </a:lnTo>
                  <a:lnTo>
                    <a:pt x="1433" y="11465"/>
                  </a:lnTo>
                  <a:lnTo>
                    <a:pt x="0" y="11943"/>
                  </a:lnTo>
                  <a:lnTo>
                    <a:pt x="478" y="10032"/>
                  </a:lnTo>
                  <a:lnTo>
                    <a:pt x="478" y="9077"/>
                  </a:lnTo>
                  <a:lnTo>
                    <a:pt x="478" y="8121"/>
                  </a:lnTo>
                  <a:lnTo>
                    <a:pt x="0" y="6688"/>
                  </a:lnTo>
                  <a:lnTo>
                    <a:pt x="0" y="2389"/>
                  </a:lnTo>
                  <a:lnTo>
                    <a:pt x="1433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5" name="Freeform 3104">
              <a:extLst>
                <a:ext uri="{FF2B5EF4-FFF2-40B4-BE49-F238E27FC236}">
                  <a16:creationId xmlns:a16="http://schemas.microsoft.com/office/drawing/2014/main" id="{38CB0094-25B0-8044-1DB3-ABF766746311}"/>
                </a:ext>
              </a:extLst>
            </p:cNvPr>
            <p:cNvSpPr/>
            <p:nvPr/>
          </p:nvSpPr>
          <p:spPr>
            <a:xfrm>
              <a:off x="3321824" y="3590734"/>
              <a:ext cx="13376" cy="29619"/>
            </a:xfrm>
            <a:custGeom>
              <a:avLst/>
              <a:gdLst>
                <a:gd name="csX0" fmla="*/ 12421 w 13376"/>
                <a:gd name="csY0" fmla="*/ 10032 h 29619"/>
                <a:gd name="csX1" fmla="*/ 13377 w 13376"/>
                <a:gd name="csY1" fmla="*/ 19587 h 29619"/>
                <a:gd name="csX2" fmla="*/ 13377 w 13376"/>
                <a:gd name="csY2" fmla="*/ 22931 h 29619"/>
                <a:gd name="csX3" fmla="*/ 11943 w 13376"/>
                <a:gd name="csY3" fmla="*/ 24842 h 29619"/>
                <a:gd name="csX4" fmla="*/ 10988 w 13376"/>
                <a:gd name="csY4" fmla="*/ 28186 h 29619"/>
                <a:gd name="csX5" fmla="*/ 10032 w 13376"/>
                <a:gd name="csY5" fmla="*/ 29619 h 29619"/>
                <a:gd name="csX6" fmla="*/ 9077 w 13376"/>
                <a:gd name="csY6" fmla="*/ 27708 h 29619"/>
                <a:gd name="csX7" fmla="*/ 9077 w 13376"/>
                <a:gd name="csY7" fmla="*/ 24364 h 29619"/>
                <a:gd name="csX8" fmla="*/ 8599 w 13376"/>
                <a:gd name="csY8" fmla="*/ 21498 h 29619"/>
                <a:gd name="csX9" fmla="*/ 8121 w 13376"/>
                <a:gd name="csY9" fmla="*/ 20065 h 29619"/>
                <a:gd name="csX10" fmla="*/ 8599 w 13376"/>
                <a:gd name="csY10" fmla="*/ 15287 h 29619"/>
                <a:gd name="csX11" fmla="*/ 8121 w 13376"/>
                <a:gd name="csY11" fmla="*/ 15765 h 29619"/>
                <a:gd name="csX12" fmla="*/ 7166 w 13376"/>
                <a:gd name="csY12" fmla="*/ 17676 h 29619"/>
                <a:gd name="csX13" fmla="*/ 5733 w 13376"/>
                <a:gd name="csY13" fmla="*/ 18154 h 29619"/>
                <a:gd name="csX14" fmla="*/ 3344 w 13376"/>
                <a:gd name="csY14" fmla="*/ 15765 h 29619"/>
                <a:gd name="csX15" fmla="*/ 1911 w 13376"/>
                <a:gd name="csY15" fmla="*/ 13376 h 29619"/>
                <a:gd name="csX16" fmla="*/ 1911 w 13376"/>
                <a:gd name="csY16" fmla="*/ 11465 h 29619"/>
                <a:gd name="csX17" fmla="*/ 0 w 13376"/>
                <a:gd name="csY17" fmla="*/ 9555 h 29619"/>
                <a:gd name="csX18" fmla="*/ 0 w 13376"/>
                <a:gd name="csY18" fmla="*/ 8599 h 29619"/>
                <a:gd name="csX19" fmla="*/ 0 w 13376"/>
                <a:gd name="csY19" fmla="*/ 7644 h 29619"/>
                <a:gd name="csX20" fmla="*/ 1433 w 13376"/>
                <a:gd name="csY20" fmla="*/ 5733 h 29619"/>
                <a:gd name="csX21" fmla="*/ 1911 w 13376"/>
                <a:gd name="csY21" fmla="*/ 3822 h 29619"/>
                <a:gd name="csX22" fmla="*/ 2389 w 13376"/>
                <a:gd name="csY22" fmla="*/ 956 h 29619"/>
                <a:gd name="csX23" fmla="*/ 2866 w 13376"/>
                <a:gd name="csY23" fmla="*/ 0 h 29619"/>
                <a:gd name="csX24" fmla="*/ 4300 w 13376"/>
                <a:gd name="csY24" fmla="*/ 0 h 29619"/>
                <a:gd name="csX25" fmla="*/ 6688 w 13376"/>
                <a:gd name="csY25" fmla="*/ 1433 h 29619"/>
                <a:gd name="csX26" fmla="*/ 9077 w 13376"/>
                <a:gd name="csY26" fmla="*/ 2866 h 29619"/>
                <a:gd name="csX27" fmla="*/ 10988 w 13376"/>
                <a:gd name="csY27" fmla="*/ 4777 h 29619"/>
                <a:gd name="csX28" fmla="*/ 12421 w 13376"/>
                <a:gd name="csY28" fmla="*/ 10032 h 29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3376" h="29619">
                  <a:moveTo>
                    <a:pt x="12421" y="10032"/>
                  </a:moveTo>
                  <a:lnTo>
                    <a:pt x="13377" y="19587"/>
                  </a:lnTo>
                  <a:lnTo>
                    <a:pt x="13377" y="22931"/>
                  </a:lnTo>
                  <a:lnTo>
                    <a:pt x="11943" y="24842"/>
                  </a:lnTo>
                  <a:lnTo>
                    <a:pt x="10988" y="28186"/>
                  </a:lnTo>
                  <a:lnTo>
                    <a:pt x="10032" y="29619"/>
                  </a:lnTo>
                  <a:lnTo>
                    <a:pt x="9077" y="27708"/>
                  </a:lnTo>
                  <a:lnTo>
                    <a:pt x="9077" y="24364"/>
                  </a:lnTo>
                  <a:lnTo>
                    <a:pt x="8599" y="21498"/>
                  </a:lnTo>
                  <a:lnTo>
                    <a:pt x="8121" y="20065"/>
                  </a:lnTo>
                  <a:lnTo>
                    <a:pt x="8599" y="15287"/>
                  </a:lnTo>
                  <a:lnTo>
                    <a:pt x="8121" y="15765"/>
                  </a:lnTo>
                  <a:lnTo>
                    <a:pt x="7166" y="17676"/>
                  </a:lnTo>
                  <a:lnTo>
                    <a:pt x="5733" y="18154"/>
                  </a:lnTo>
                  <a:lnTo>
                    <a:pt x="3344" y="15765"/>
                  </a:lnTo>
                  <a:lnTo>
                    <a:pt x="1911" y="13376"/>
                  </a:lnTo>
                  <a:lnTo>
                    <a:pt x="1911" y="11465"/>
                  </a:lnTo>
                  <a:lnTo>
                    <a:pt x="0" y="9555"/>
                  </a:lnTo>
                  <a:lnTo>
                    <a:pt x="0" y="8599"/>
                  </a:lnTo>
                  <a:lnTo>
                    <a:pt x="0" y="7644"/>
                  </a:lnTo>
                  <a:lnTo>
                    <a:pt x="1433" y="5733"/>
                  </a:lnTo>
                  <a:lnTo>
                    <a:pt x="1911" y="3822"/>
                  </a:lnTo>
                  <a:lnTo>
                    <a:pt x="2389" y="956"/>
                  </a:lnTo>
                  <a:lnTo>
                    <a:pt x="2866" y="0"/>
                  </a:lnTo>
                  <a:lnTo>
                    <a:pt x="4300" y="0"/>
                  </a:lnTo>
                  <a:lnTo>
                    <a:pt x="6688" y="1433"/>
                  </a:lnTo>
                  <a:lnTo>
                    <a:pt x="9077" y="2866"/>
                  </a:lnTo>
                  <a:lnTo>
                    <a:pt x="10988" y="4777"/>
                  </a:lnTo>
                  <a:lnTo>
                    <a:pt x="12421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6" name="Freeform 3105">
              <a:extLst>
                <a:ext uri="{FF2B5EF4-FFF2-40B4-BE49-F238E27FC236}">
                  <a16:creationId xmlns:a16="http://schemas.microsoft.com/office/drawing/2014/main" id="{14B238D7-95FC-6284-3B16-CEDE4AE89B31}"/>
                </a:ext>
              </a:extLst>
            </p:cNvPr>
            <p:cNvSpPr/>
            <p:nvPr/>
          </p:nvSpPr>
          <p:spPr>
            <a:xfrm>
              <a:off x="3320391" y="3604588"/>
              <a:ext cx="6210" cy="10510"/>
            </a:xfrm>
            <a:custGeom>
              <a:avLst/>
              <a:gdLst>
                <a:gd name="csX0" fmla="*/ 6210 w 6210"/>
                <a:gd name="csY0" fmla="*/ 6211 h 10510"/>
                <a:gd name="csX1" fmla="*/ 6210 w 6210"/>
                <a:gd name="csY1" fmla="*/ 9077 h 10510"/>
                <a:gd name="csX2" fmla="*/ 5733 w 6210"/>
                <a:gd name="csY2" fmla="*/ 10510 h 10510"/>
                <a:gd name="csX3" fmla="*/ 2866 w 6210"/>
                <a:gd name="csY3" fmla="*/ 7166 h 10510"/>
                <a:gd name="csX4" fmla="*/ 1911 w 6210"/>
                <a:gd name="csY4" fmla="*/ 6211 h 10510"/>
                <a:gd name="csX5" fmla="*/ 0 w 6210"/>
                <a:gd name="csY5" fmla="*/ 2866 h 10510"/>
                <a:gd name="csX6" fmla="*/ 0 w 6210"/>
                <a:gd name="csY6" fmla="*/ 1433 h 10510"/>
                <a:gd name="csX7" fmla="*/ 0 w 6210"/>
                <a:gd name="csY7" fmla="*/ 478 h 10510"/>
                <a:gd name="csX8" fmla="*/ 0 w 6210"/>
                <a:gd name="csY8" fmla="*/ 0 h 10510"/>
                <a:gd name="csX9" fmla="*/ 956 w 6210"/>
                <a:gd name="csY9" fmla="*/ 478 h 10510"/>
                <a:gd name="csX10" fmla="*/ 1433 w 6210"/>
                <a:gd name="csY10" fmla="*/ 478 h 10510"/>
                <a:gd name="csX11" fmla="*/ 5255 w 6210"/>
                <a:gd name="csY11" fmla="*/ 4777 h 10510"/>
                <a:gd name="csX12" fmla="*/ 6210 w 6210"/>
                <a:gd name="csY12" fmla="*/ 6211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210" h="10510">
                  <a:moveTo>
                    <a:pt x="6210" y="6211"/>
                  </a:moveTo>
                  <a:lnTo>
                    <a:pt x="6210" y="9077"/>
                  </a:lnTo>
                  <a:lnTo>
                    <a:pt x="5733" y="10510"/>
                  </a:lnTo>
                  <a:lnTo>
                    <a:pt x="2866" y="7166"/>
                  </a:lnTo>
                  <a:lnTo>
                    <a:pt x="1911" y="6211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433" y="478"/>
                  </a:lnTo>
                  <a:lnTo>
                    <a:pt x="5255" y="4777"/>
                  </a:lnTo>
                  <a:lnTo>
                    <a:pt x="6210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7" name="Freeform 3106">
              <a:extLst>
                <a:ext uri="{FF2B5EF4-FFF2-40B4-BE49-F238E27FC236}">
                  <a16:creationId xmlns:a16="http://schemas.microsoft.com/office/drawing/2014/main" id="{595B6B98-26E8-E636-9505-D9FEEE7B4485}"/>
                </a:ext>
              </a:extLst>
            </p:cNvPr>
            <p:cNvSpPr/>
            <p:nvPr/>
          </p:nvSpPr>
          <p:spPr>
            <a:xfrm>
              <a:off x="3318958" y="3588823"/>
              <a:ext cx="3344" cy="6688"/>
            </a:xfrm>
            <a:custGeom>
              <a:avLst/>
              <a:gdLst>
                <a:gd name="csX0" fmla="*/ 2866 w 3344"/>
                <a:gd name="csY0" fmla="*/ 2389 h 6688"/>
                <a:gd name="csX1" fmla="*/ 3344 w 3344"/>
                <a:gd name="csY1" fmla="*/ 6688 h 6688"/>
                <a:gd name="csX2" fmla="*/ 3344 w 3344"/>
                <a:gd name="csY2" fmla="*/ 6688 h 6688"/>
                <a:gd name="csX3" fmla="*/ 955 w 3344"/>
                <a:gd name="csY3" fmla="*/ 6688 h 6688"/>
                <a:gd name="csX4" fmla="*/ 478 w 3344"/>
                <a:gd name="csY4" fmla="*/ 6688 h 6688"/>
                <a:gd name="csX5" fmla="*/ 0 w 3344"/>
                <a:gd name="csY5" fmla="*/ 5733 h 6688"/>
                <a:gd name="csX6" fmla="*/ 0 w 3344"/>
                <a:gd name="csY6" fmla="*/ 4777 h 6688"/>
                <a:gd name="csX7" fmla="*/ 478 w 3344"/>
                <a:gd name="csY7" fmla="*/ 3822 h 6688"/>
                <a:gd name="csX8" fmla="*/ 1433 w 3344"/>
                <a:gd name="csY8" fmla="*/ 1433 h 6688"/>
                <a:gd name="csX9" fmla="*/ 1433 w 3344"/>
                <a:gd name="csY9" fmla="*/ 478 h 6688"/>
                <a:gd name="csX10" fmla="*/ 1911 w 3344"/>
                <a:gd name="csY10" fmla="*/ 0 h 6688"/>
                <a:gd name="csX11" fmla="*/ 2866 w 3344"/>
                <a:gd name="csY11" fmla="*/ 1433 h 6688"/>
                <a:gd name="csX12" fmla="*/ 2866 w 3344"/>
                <a:gd name="csY12" fmla="*/ 2389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344" h="6688">
                  <a:moveTo>
                    <a:pt x="2866" y="2389"/>
                  </a:moveTo>
                  <a:lnTo>
                    <a:pt x="3344" y="6688"/>
                  </a:lnTo>
                  <a:lnTo>
                    <a:pt x="3344" y="6688"/>
                  </a:lnTo>
                  <a:lnTo>
                    <a:pt x="955" y="6688"/>
                  </a:lnTo>
                  <a:lnTo>
                    <a:pt x="478" y="6688"/>
                  </a:lnTo>
                  <a:lnTo>
                    <a:pt x="0" y="5733"/>
                  </a:lnTo>
                  <a:lnTo>
                    <a:pt x="0" y="4777"/>
                  </a:lnTo>
                  <a:lnTo>
                    <a:pt x="478" y="3822"/>
                  </a:lnTo>
                  <a:lnTo>
                    <a:pt x="1433" y="1433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866" y="1433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8" name="Freeform 3107">
              <a:extLst>
                <a:ext uri="{FF2B5EF4-FFF2-40B4-BE49-F238E27FC236}">
                  <a16:creationId xmlns:a16="http://schemas.microsoft.com/office/drawing/2014/main" id="{926368AC-C008-3E4D-F143-C18B9A8575C9}"/>
                </a:ext>
              </a:extLst>
            </p:cNvPr>
            <p:cNvSpPr/>
            <p:nvPr/>
          </p:nvSpPr>
          <p:spPr>
            <a:xfrm>
              <a:off x="3315136" y="3593123"/>
              <a:ext cx="4299" cy="6210"/>
            </a:xfrm>
            <a:custGeom>
              <a:avLst/>
              <a:gdLst>
                <a:gd name="csX0" fmla="*/ 3344 w 4299"/>
                <a:gd name="csY0" fmla="*/ 4300 h 6210"/>
                <a:gd name="csX1" fmla="*/ 4300 w 4299"/>
                <a:gd name="csY1" fmla="*/ 6210 h 6210"/>
                <a:gd name="csX2" fmla="*/ 3822 w 4299"/>
                <a:gd name="csY2" fmla="*/ 6210 h 6210"/>
                <a:gd name="csX3" fmla="*/ 2866 w 4299"/>
                <a:gd name="csY3" fmla="*/ 5733 h 6210"/>
                <a:gd name="csX4" fmla="*/ 2389 w 4299"/>
                <a:gd name="csY4" fmla="*/ 5255 h 6210"/>
                <a:gd name="csX5" fmla="*/ 956 w 4299"/>
                <a:gd name="csY5" fmla="*/ 2866 h 6210"/>
                <a:gd name="csX6" fmla="*/ 478 w 4299"/>
                <a:gd name="csY6" fmla="*/ 1911 h 6210"/>
                <a:gd name="csX7" fmla="*/ 0 w 4299"/>
                <a:gd name="csY7" fmla="*/ 478 h 6210"/>
                <a:gd name="csX8" fmla="*/ 478 w 4299"/>
                <a:gd name="csY8" fmla="*/ 0 h 6210"/>
                <a:gd name="csX9" fmla="*/ 956 w 4299"/>
                <a:gd name="csY9" fmla="*/ 478 h 6210"/>
                <a:gd name="csX10" fmla="*/ 1433 w 4299"/>
                <a:gd name="csY10" fmla="*/ 478 h 6210"/>
                <a:gd name="csX11" fmla="*/ 3344 w 4299"/>
                <a:gd name="csY11" fmla="*/ 430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6210">
                  <a:moveTo>
                    <a:pt x="3344" y="4300"/>
                  </a:moveTo>
                  <a:lnTo>
                    <a:pt x="4300" y="6210"/>
                  </a:lnTo>
                  <a:lnTo>
                    <a:pt x="3822" y="6210"/>
                  </a:lnTo>
                  <a:lnTo>
                    <a:pt x="2866" y="5733"/>
                  </a:lnTo>
                  <a:lnTo>
                    <a:pt x="2389" y="5255"/>
                  </a:lnTo>
                  <a:lnTo>
                    <a:pt x="956" y="2866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478"/>
                  </a:lnTo>
                  <a:lnTo>
                    <a:pt x="1433" y="478"/>
                  </a:lnTo>
                  <a:lnTo>
                    <a:pt x="3344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9" name="Freeform 3108">
              <a:extLst>
                <a:ext uri="{FF2B5EF4-FFF2-40B4-BE49-F238E27FC236}">
                  <a16:creationId xmlns:a16="http://schemas.microsoft.com/office/drawing/2014/main" id="{269ED4CD-66E2-EEC9-9E38-9E71CA79E1FE}"/>
                </a:ext>
              </a:extLst>
            </p:cNvPr>
            <p:cNvSpPr/>
            <p:nvPr/>
          </p:nvSpPr>
          <p:spPr>
            <a:xfrm>
              <a:off x="3295549" y="3579746"/>
              <a:ext cx="14809" cy="14331"/>
            </a:xfrm>
            <a:custGeom>
              <a:avLst/>
              <a:gdLst>
                <a:gd name="csX0" fmla="*/ 11466 w 14809"/>
                <a:gd name="csY0" fmla="*/ 6210 h 14331"/>
                <a:gd name="csX1" fmla="*/ 14810 w 14809"/>
                <a:gd name="csY1" fmla="*/ 11943 h 14331"/>
                <a:gd name="csX2" fmla="*/ 14810 w 14809"/>
                <a:gd name="csY2" fmla="*/ 12899 h 14331"/>
                <a:gd name="csX3" fmla="*/ 13377 w 14809"/>
                <a:gd name="csY3" fmla="*/ 14332 h 14331"/>
                <a:gd name="csX4" fmla="*/ 12899 w 14809"/>
                <a:gd name="csY4" fmla="*/ 14332 h 14331"/>
                <a:gd name="csX5" fmla="*/ 11466 w 14809"/>
                <a:gd name="csY5" fmla="*/ 13854 h 14331"/>
                <a:gd name="csX6" fmla="*/ 7166 w 14809"/>
                <a:gd name="csY6" fmla="*/ 8599 h 14331"/>
                <a:gd name="csX7" fmla="*/ 4300 w 14809"/>
                <a:gd name="csY7" fmla="*/ 6688 h 14331"/>
                <a:gd name="csX8" fmla="*/ 1911 w 14809"/>
                <a:gd name="csY8" fmla="*/ 4300 h 14331"/>
                <a:gd name="csX9" fmla="*/ 0 w 14809"/>
                <a:gd name="csY9" fmla="*/ 2866 h 14331"/>
                <a:gd name="csX10" fmla="*/ 956 w 14809"/>
                <a:gd name="csY10" fmla="*/ 0 h 14331"/>
                <a:gd name="csX11" fmla="*/ 2389 w 14809"/>
                <a:gd name="csY11" fmla="*/ 478 h 14331"/>
                <a:gd name="csX12" fmla="*/ 6211 w 14809"/>
                <a:gd name="csY12" fmla="*/ 2389 h 14331"/>
                <a:gd name="csX13" fmla="*/ 9555 w 14809"/>
                <a:gd name="csY13" fmla="*/ 4777 h 14331"/>
                <a:gd name="csX14" fmla="*/ 11466 w 14809"/>
                <a:gd name="csY14" fmla="*/ 6210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09" h="14331">
                  <a:moveTo>
                    <a:pt x="11466" y="6210"/>
                  </a:moveTo>
                  <a:lnTo>
                    <a:pt x="14810" y="11943"/>
                  </a:lnTo>
                  <a:lnTo>
                    <a:pt x="14810" y="12899"/>
                  </a:lnTo>
                  <a:lnTo>
                    <a:pt x="13377" y="14332"/>
                  </a:lnTo>
                  <a:lnTo>
                    <a:pt x="12899" y="14332"/>
                  </a:lnTo>
                  <a:lnTo>
                    <a:pt x="11466" y="13854"/>
                  </a:lnTo>
                  <a:lnTo>
                    <a:pt x="7166" y="8599"/>
                  </a:lnTo>
                  <a:lnTo>
                    <a:pt x="4300" y="6688"/>
                  </a:lnTo>
                  <a:lnTo>
                    <a:pt x="1911" y="4300"/>
                  </a:lnTo>
                  <a:lnTo>
                    <a:pt x="0" y="2866"/>
                  </a:lnTo>
                  <a:lnTo>
                    <a:pt x="956" y="0"/>
                  </a:lnTo>
                  <a:lnTo>
                    <a:pt x="2389" y="478"/>
                  </a:lnTo>
                  <a:lnTo>
                    <a:pt x="6211" y="2389"/>
                  </a:lnTo>
                  <a:lnTo>
                    <a:pt x="9555" y="4777"/>
                  </a:lnTo>
                  <a:lnTo>
                    <a:pt x="11466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0" name="Freeform 3109">
              <a:extLst>
                <a:ext uri="{FF2B5EF4-FFF2-40B4-BE49-F238E27FC236}">
                  <a16:creationId xmlns:a16="http://schemas.microsoft.com/office/drawing/2014/main" id="{57E24F36-07ED-2B37-D34F-6854226F384B}"/>
                </a:ext>
              </a:extLst>
            </p:cNvPr>
            <p:cNvSpPr/>
            <p:nvPr/>
          </p:nvSpPr>
          <p:spPr>
            <a:xfrm>
              <a:off x="2550291" y="2854553"/>
              <a:ext cx="755290" cy="689841"/>
            </a:xfrm>
            <a:custGeom>
              <a:avLst/>
              <a:gdLst>
                <a:gd name="csX0" fmla="*/ 754812 w 755290"/>
                <a:gd name="csY0" fmla="*/ 650190 h 689841"/>
                <a:gd name="csX1" fmla="*/ 755290 w 755290"/>
                <a:gd name="csY1" fmla="*/ 652101 h 689841"/>
                <a:gd name="csX2" fmla="*/ 754812 w 755290"/>
                <a:gd name="csY2" fmla="*/ 654012 h 689841"/>
                <a:gd name="csX3" fmla="*/ 754812 w 755290"/>
                <a:gd name="csY3" fmla="*/ 654489 h 689841"/>
                <a:gd name="csX4" fmla="*/ 753857 w 755290"/>
                <a:gd name="csY4" fmla="*/ 655923 h 689841"/>
                <a:gd name="csX5" fmla="*/ 753379 w 755290"/>
                <a:gd name="csY5" fmla="*/ 657834 h 689841"/>
                <a:gd name="csX6" fmla="*/ 752902 w 755290"/>
                <a:gd name="csY6" fmla="*/ 659744 h 689841"/>
                <a:gd name="csX7" fmla="*/ 752424 w 755290"/>
                <a:gd name="csY7" fmla="*/ 661655 h 689841"/>
                <a:gd name="csX8" fmla="*/ 752424 w 755290"/>
                <a:gd name="csY8" fmla="*/ 664044 h 689841"/>
                <a:gd name="csX9" fmla="*/ 752902 w 755290"/>
                <a:gd name="csY9" fmla="*/ 665955 h 689841"/>
                <a:gd name="csX10" fmla="*/ 754335 w 755290"/>
                <a:gd name="csY10" fmla="*/ 669299 h 689841"/>
                <a:gd name="csX11" fmla="*/ 754812 w 755290"/>
                <a:gd name="csY11" fmla="*/ 671688 h 689841"/>
                <a:gd name="csX12" fmla="*/ 754812 w 755290"/>
                <a:gd name="csY12" fmla="*/ 673121 h 689841"/>
                <a:gd name="csX13" fmla="*/ 751946 w 755290"/>
                <a:gd name="csY13" fmla="*/ 678376 h 689841"/>
                <a:gd name="csX14" fmla="*/ 750991 w 755290"/>
                <a:gd name="csY14" fmla="*/ 680764 h 689841"/>
                <a:gd name="csX15" fmla="*/ 750991 w 755290"/>
                <a:gd name="csY15" fmla="*/ 681720 h 689841"/>
                <a:gd name="csX16" fmla="*/ 749080 w 755290"/>
                <a:gd name="csY16" fmla="*/ 684586 h 689841"/>
                <a:gd name="csX17" fmla="*/ 745736 w 755290"/>
                <a:gd name="csY17" fmla="*/ 687930 h 689841"/>
                <a:gd name="csX18" fmla="*/ 745736 w 755290"/>
                <a:gd name="csY18" fmla="*/ 687930 h 689841"/>
                <a:gd name="csX19" fmla="*/ 743825 w 755290"/>
                <a:gd name="csY19" fmla="*/ 689841 h 689841"/>
                <a:gd name="csX20" fmla="*/ 743347 w 755290"/>
                <a:gd name="csY20" fmla="*/ 689364 h 689841"/>
                <a:gd name="csX21" fmla="*/ 738570 w 755290"/>
                <a:gd name="csY21" fmla="*/ 688886 h 689841"/>
                <a:gd name="csX22" fmla="*/ 736659 w 755290"/>
                <a:gd name="csY22" fmla="*/ 684109 h 689841"/>
                <a:gd name="csX23" fmla="*/ 736181 w 755290"/>
                <a:gd name="csY23" fmla="*/ 680764 h 689841"/>
                <a:gd name="csX24" fmla="*/ 734748 w 755290"/>
                <a:gd name="csY24" fmla="*/ 677898 h 689841"/>
                <a:gd name="csX25" fmla="*/ 734748 w 755290"/>
                <a:gd name="csY25" fmla="*/ 676943 h 689841"/>
                <a:gd name="csX26" fmla="*/ 735703 w 755290"/>
                <a:gd name="csY26" fmla="*/ 675032 h 689841"/>
                <a:gd name="csX27" fmla="*/ 740481 w 755290"/>
                <a:gd name="csY27" fmla="*/ 673121 h 689841"/>
                <a:gd name="csX28" fmla="*/ 740481 w 755290"/>
                <a:gd name="csY28" fmla="*/ 672643 h 689841"/>
                <a:gd name="csX29" fmla="*/ 739047 w 755290"/>
                <a:gd name="csY29" fmla="*/ 672165 h 689841"/>
                <a:gd name="csX30" fmla="*/ 738570 w 755290"/>
                <a:gd name="csY30" fmla="*/ 671210 h 689841"/>
                <a:gd name="csX31" fmla="*/ 738092 w 755290"/>
                <a:gd name="csY31" fmla="*/ 667866 h 689841"/>
                <a:gd name="csX32" fmla="*/ 738092 w 755290"/>
                <a:gd name="csY32" fmla="*/ 664999 h 689841"/>
                <a:gd name="csX33" fmla="*/ 738092 w 755290"/>
                <a:gd name="csY33" fmla="*/ 663089 h 689841"/>
                <a:gd name="csX34" fmla="*/ 737137 w 755290"/>
                <a:gd name="csY34" fmla="*/ 659267 h 689841"/>
                <a:gd name="csX35" fmla="*/ 736181 w 755290"/>
                <a:gd name="csY35" fmla="*/ 656878 h 689841"/>
                <a:gd name="csX36" fmla="*/ 732837 w 755290"/>
                <a:gd name="csY36" fmla="*/ 652101 h 689841"/>
                <a:gd name="csX37" fmla="*/ 732837 w 755290"/>
                <a:gd name="csY37" fmla="*/ 650668 h 689841"/>
                <a:gd name="csX38" fmla="*/ 734270 w 755290"/>
                <a:gd name="csY38" fmla="*/ 649234 h 689841"/>
                <a:gd name="csX39" fmla="*/ 734748 w 755290"/>
                <a:gd name="csY39" fmla="*/ 647801 h 689841"/>
                <a:gd name="csX40" fmla="*/ 729971 w 755290"/>
                <a:gd name="csY40" fmla="*/ 650190 h 689841"/>
                <a:gd name="csX41" fmla="*/ 722805 w 755290"/>
                <a:gd name="csY41" fmla="*/ 653056 h 689841"/>
                <a:gd name="csX42" fmla="*/ 719938 w 755290"/>
                <a:gd name="csY42" fmla="*/ 654489 h 689841"/>
                <a:gd name="csX43" fmla="*/ 719461 w 755290"/>
                <a:gd name="csY43" fmla="*/ 655445 h 689841"/>
                <a:gd name="csX44" fmla="*/ 718983 w 755290"/>
                <a:gd name="csY44" fmla="*/ 655923 h 689841"/>
                <a:gd name="csX45" fmla="*/ 719938 w 755290"/>
                <a:gd name="csY45" fmla="*/ 657834 h 689841"/>
                <a:gd name="csX46" fmla="*/ 719461 w 755290"/>
                <a:gd name="csY46" fmla="*/ 658311 h 689841"/>
                <a:gd name="csX47" fmla="*/ 718983 w 755290"/>
                <a:gd name="csY47" fmla="*/ 659267 h 689841"/>
                <a:gd name="csX48" fmla="*/ 718505 w 755290"/>
                <a:gd name="csY48" fmla="*/ 662133 h 689841"/>
                <a:gd name="csX49" fmla="*/ 717072 w 755290"/>
                <a:gd name="csY49" fmla="*/ 664999 h 689841"/>
                <a:gd name="csX50" fmla="*/ 716116 w 755290"/>
                <a:gd name="csY50" fmla="*/ 665477 h 689841"/>
                <a:gd name="csX51" fmla="*/ 713250 w 755290"/>
                <a:gd name="csY51" fmla="*/ 664522 h 689841"/>
                <a:gd name="csX52" fmla="*/ 712772 w 755290"/>
                <a:gd name="csY52" fmla="*/ 663566 h 689841"/>
                <a:gd name="csX53" fmla="*/ 711339 w 755290"/>
                <a:gd name="csY53" fmla="*/ 659744 h 689841"/>
                <a:gd name="csX54" fmla="*/ 711817 w 755290"/>
                <a:gd name="csY54" fmla="*/ 658789 h 689841"/>
                <a:gd name="csX55" fmla="*/ 712772 w 755290"/>
                <a:gd name="csY55" fmla="*/ 657834 h 689841"/>
                <a:gd name="csX56" fmla="*/ 713728 w 755290"/>
                <a:gd name="csY56" fmla="*/ 655923 h 689841"/>
                <a:gd name="csX57" fmla="*/ 715639 w 755290"/>
                <a:gd name="csY57" fmla="*/ 653056 h 689841"/>
                <a:gd name="csX58" fmla="*/ 718983 w 755290"/>
                <a:gd name="csY58" fmla="*/ 645413 h 689841"/>
                <a:gd name="csX59" fmla="*/ 720894 w 755290"/>
                <a:gd name="csY59" fmla="*/ 645413 h 689841"/>
                <a:gd name="csX60" fmla="*/ 724716 w 755290"/>
                <a:gd name="csY60" fmla="*/ 643979 h 689841"/>
                <a:gd name="csX61" fmla="*/ 718983 w 755290"/>
                <a:gd name="csY61" fmla="*/ 643024 h 689841"/>
                <a:gd name="csX62" fmla="*/ 718027 w 755290"/>
                <a:gd name="csY62" fmla="*/ 642546 h 689841"/>
                <a:gd name="csX63" fmla="*/ 717072 w 755290"/>
                <a:gd name="csY63" fmla="*/ 641591 h 689841"/>
                <a:gd name="csX64" fmla="*/ 716594 w 755290"/>
                <a:gd name="csY64" fmla="*/ 640157 h 689841"/>
                <a:gd name="csX65" fmla="*/ 715161 w 755290"/>
                <a:gd name="csY65" fmla="*/ 638247 h 689841"/>
                <a:gd name="csX66" fmla="*/ 713250 w 755290"/>
                <a:gd name="csY66" fmla="*/ 637769 h 689841"/>
                <a:gd name="csX67" fmla="*/ 712295 w 755290"/>
                <a:gd name="csY67" fmla="*/ 636813 h 689841"/>
                <a:gd name="csX68" fmla="*/ 710861 w 755290"/>
                <a:gd name="csY68" fmla="*/ 634425 h 689841"/>
                <a:gd name="csX69" fmla="*/ 709906 w 755290"/>
                <a:gd name="csY69" fmla="*/ 633469 h 689841"/>
                <a:gd name="csX70" fmla="*/ 708951 w 755290"/>
                <a:gd name="csY70" fmla="*/ 632514 h 689841"/>
                <a:gd name="csX71" fmla="*/ 708951 w 755290"/>
                <a:gd name="csY71" fmla="*/ 631081 h 689841"/>
                <a:gd name="csX72" fmla="*/ 708473 w 755290"/>
                <a:gd name="csY72" fmla="*/ 630125 h 689841"/>
                <a:gd name="csX73" fmla="*/ 707040 w 755290"/>
                <a:gd name="csY73" fmla="*/ 629648 h 689841"/>
                <a:gd name="csX74" fmla="*/ 706084 w 755290"/>
                <a:gd name="csY74" fmla="*/ 629170 h 689841"/>
                <a:gd name="csX75" fmla="*/ 706084 w 755290"/>
                <a:gd name="csY75" fmla="*/ 625348 h 689841"/>
                <a:gd name="csX76" fmla="*/ 703218 w 755290"/>
                <a:gd name="csY76" fmla="*/ 624392 h 689841"/>
                <a:gd name="csX77" fmla="*/ 701785 w 755290"/>
                <a:gd name="csY77" fmla="*/ 623437 h 689841"/>
                <a:gd name="csX78" fmla="*/ 699874 w 755290"/>
                <a:gd name="csY78" fmla="*/ 621048 h 689841"/>
                <a:gd name="csX79" fmla="*/ 699396 w 755290"/>
                <a:gd name="csY79" fmla="*/ 620093 h 689841"/>
                <a:gd name="csX80" fmla="*/ 698918 w 755290"/>
                <a:gd name="csY80" fmla="*/ 619137 h 689841"/>
                <a:gd name="csX81" fmla="*/ 699396 w 755290"/>
                <a:gd name="csY81" fmla="*/ 616271 h 689841"/>
                <a:gd name="csX82" fmla="*/ 699396 w 755290"/>
                <a:gd name="csY82" fmla="*/ 615793 h 689841"/>
                <a:gd name="csX83" fmla="*/ 697485 w 755290"/>
                <a:gd name="csY83" fmla="*/ 616271 h 689841"/>
                <a:gd name="csX84" fmla="*/ 686497 w 755290"/>
                <a:gd name="csY84" fmla="*/ 611971 h 689841"/>
                <a:gd name="csX85" fmla="*/ 686975 w 755290"/>
                <a:gd name="csY85" fmla="*/ 606239 h 689841"/>
                <a:gd name="csX86" fmla="*/ 685064 w 755290"/>
                <a:gd name="csY86" fmla="*/ 599073 h 689841"/>
                <a:gd name="csX87" fmla="*/ 683153 w 755290"/>
                <a:gd name="csY87" fmla="*/ 596206 h 689841"/>
                <a:gd name="csX88" fmla="*/ 683631 w 755290"/>
                <a:gd name="csY88" fmla="*/ 594773 h 689841"/>
                <a:gd name="csX89" fmla="*/ 684109 w 755290"/>
                <a:gd name="csY89" fmla="*/ 594295 h 689841"/>
                <a:gd name="csX90" fmla="*/ 685064 w 755290"/>
                <a:gd name="csY90" fmla="*/ 594295 h 689841"/>
                <a:gd name="csX91" fmla="*/ 688886 w 755290"/>
                <a:gd name="csY91" fmla="*/ 596684 h 689841"/>
                <a:gd name="csX92" fmla="*/ 693185 w 755290"/>
                <a:gd name="csY92" fmla="*/ 599073 h 689841"/>
                <a:gd name="csX93" fmla="*/ 693663 w 755290"/>
                <a:gd name="csY93" fmla="*/ 598595 h 689841"/>
                <a:gd name="csX94" fmla="*/ 687453 w 755290"/>
                <a:gd name="csY94" fmla="*/ 593340 h 689841"/>
                <a:gd name="csX95" fmla="*/ 685542 w 755290"/>
                <a:gd name="csY95" fmla="*/ 591429 h 689841"/>
                <a:gd name="csX96" fmla="*/ 685064 w 755290"/>
                <a:gd name="csY96" fmla="*/ 589518 h 689841"/>
                <a:gd name="csX97" fmla="*/ 685064 w 755290"/>
                <a:gd name="csY97" fmla="*/ 588563 h 689841"/>
                <a:gd name="csX98" fmla="*/ 685542 w 755290"/>
                <a:gd name="csY98" fmla="*/ 588085 h 689841"/>
                <a:gd name="csX99" fmla="*/ 691752 w 755290"/>
                <a:gd name="csY99" fmla="*/ 588563 h 689841"/>
                <a:gd name="csX100" fmla="*/ 692230 w 755290"/>
                <a:gd name="csY100" fmla="*/ 588085 h 689841"/>
                <a:gd name="csX101" fmla="*/ 686019 w 755290"/>
                <a:gd name="csY101" fmla="*/ 586652 h 689841"/>
                <a:gd name="csX102" fmla="*/ 684586 w 755290"/>
                <a:gd name="csY102" fmla="*/ 586652 h 689841"/>
                <a:gd name="csX103" fmla="*/ 683631 w 755290"/>
                <a:gd name="csY103" fmla="*/ 589041 h 689841"/>
                <a:gd name="csX104" fmla="*/ 682675 w 755290"/>
                <a:gd name="csY104" fmla="*/ 589518 h 689841"/>
                <a:gd name="csX105" fmla="*/ 681720 w 755290"/>
                <a:gd name="csY105" fmla="*/ 589041 h 689841"/>
                <a:gd name="csX106" fmla="*/ 681242 w 755290"/>
                <a:gd name="csY106" fmla="*/ 589041 h 689841"/>
                <a:gd name="csX107" fmla="*/ 679809 w 755290"/>
                <a:gd name="csY107" fmla="*/ 586174 h 689841"/>
                <a:gd name="csX108" fmla="*/ 678376 w 755290"/>
                <a:gd name="csY108" fmla="*/ 584263 h 689841"/>
                <a:gd name="csX109" fmla="*/ 675509 w 755290"/>
                <a:gd name="csY109" fmla="*/ 581397 h 689841"/>
                <a:gd name="csX110" fmla="*/ 675032 w 755290"/>
                <a:gd name="csY110" fmla="*/ 579486 h 689841"/>
                <a:gd name="csX111" fmla="*/ 674554 w 755290"/>
                <a:gd name="csY111" fmla="*/ 576620 h 689841"/>
                <a:gd name="csX112" fmla="*/ 675032 w 755290"/>
                <a:gd name="csY112" fmla="*/ 573753 h 689841"/>
                <a:gd name="csX113" fmla="*/ 677420 w 755290"/>
                <a:gd name="csY113" fmla="*/ 568020 h 689841"/>
                <a:gd name="csX114" fmla="*/ 678376 w 755290"/>
                <a:gd name="csY114" fmla="*/ 566587 h 689841"/>
                <a:gd name="csX115" fmla="*/ 678376 w 755290"/>
                <a:gd name="csY115" fmla="*/ 566109 h 689841"/>
                <a:gd name="csX116" fmla="*/ 677898 w 755290"/>
                <a:gd name="csY116" fmla="*/ 566109 h 689841"/>
                <a:gd name="csX117" fmla="*/ 676943 w 755290"/>
                <a:gd name="csY117" fmla="*/ 566587 h 689841"/>
                <a:gd name="csX118" fmla="*/ 675509 w 755290"/>
                <a:gd name="csY118" fmla="*/ 569454 h 689841"/>
                <a:gd name="csX119" fmla="*/ 673598 w 755290"/>
                <a:gd name="csY119" fmla="*/ 574231 h 689841"/>
                <a:gd name="csX120" fmla="*/ 671688 w 755290"/>
                <a:gd name="csY120" fmla="*/ 576142 h 689841"/>
                <a:gd name="csX121" fmla="*/ 670732 w 755290"/>
                <a:gd name="csY121" fmla="*/ 575664 h 689841"/>
                <a:gd name="csX122" fmla="*/ 669299 w 755290"/>
                <a:gd name="csY122" fmla="*/ 573753 h 689841"/>
                <a:gd name="csX123" fmla="*/ 666433 w 755290"/>
                <a:gd name="csY123" fmla="*/ 571364 h 689841"/>
                <a:gd name="csX124" fmla="*/ 663088 w 755290"/>
                <a:gd name="csY124" fmla="*/ 570887 h 689841"/>
                <a:gd name="csX125" fmla="*/ 660700 w 755290"/>
                <a:gd name="csY125" fmla="*/ 568498 h 689841"/>
                <a:gd name="csX126" fmla="*/ 657356 w 755290"/>
                <a:gd name="csY126" fmla="*/ 561810 h 689841"/>
                <a:gd name="csX127" fmla="*/ 656878 w 755290"/>
                <a:gd name="csY127" fmla="*/ 557988 h 689841"/>
                <a:gd name="csX128" fmla="*/ 656400 w 755290"/>
                <a:gd name="csY128" fmla="*/ 557510 h 689841"/>
                <a:gd name="csX129" fmla="*/ 654489 w 755290"/>
                <a:gd name="csY129" fmla="*/ 556077 h 689841"/>
                <a:gd name="csX130" fmla="*/ 653534 w 755290"/>
                <a:gd name="csY130" fmla="*/ 554644 h 689841"/>
                <a:gd name="csX131" fmla="*/ 652101 w 755290"/>
                <a:gd name="csY131" fmla="*/ 546522 h 689841"/>
                <a:gd name="csX132" fmla="*/ 649712 w 755290"/>
                <a:gd name="csY132" fmla="*/ 540790 h 689841"/>
                <a:gd name="csX133" fmla="*/ 649234 w 755290"/>
                <a:gd name="csY133" fmla="*/ 537446 h 689841"/>
                <a:gd name="csX134" fmla="*/ 649234 w 755290"/>
                <a:gd name="csY134" fmla="*/ 534579 h 689841"/>
                <a:gd name="csX135" fmla="*/ 648757 w 755290"/>
                <a:gd name="csY135" fmla="*/ 534102 h 689841"/>
                <a:gd name="csX136" fmla="*/ 648279 w 755290"/>
                <a:gd name="csY136" fmla="*/ 536490 h 689841"/>
                <a:gd name="csX137" fmla="*/ 647801 w 755290"/>
                <a:gd name="csY137" fmla="*/ 537923 h 689841"/>
                <a:gd name="csX138" fmla="*/ 646368 w 755290"/>
                <a:gd name="csY138" fmla="*/ 538401 h 689841"/>
                <a:gd name="csX139" fmla="*/ 647801 w 755290"/>
                <a:gd name="csY139" fmla="*/ 540790 h 689841"/>
                <a:gd name="csX140" fmla="*/ 648279 w 755290"/>
                <a:gd name="csY140" fmla="*/ 541745 h 689841"/>
                <a:gd name="csX141" fmla="*/ 647801 w 755290"/>
                <a:gd name="csY141" fmla="*/ 541745 h 689841"/>
                <a:gd name="csX142" fmla="*/ 646368 w 755290"/>
                <a:gd name="csY142" fmla="*/ 542223 h 689841"/>
                <a:gd name="csX143" fmla="*/ 648757 w 755290"/>
                <a:gd name="csY143" fmla="*/ 546045 h 689841"/>
                <a:gd name="csX144" fmla="*/ 649712 w 755290"/>
                <a:gd name="csY144" fmla="*/ 552255 h 689841"/>
                <a:gd name="csX145" fmla="*/ 651145 w 755290"/>
                <a:gd name="csY145" fmla="*/ 557033 h 689841"/>
                <a:gd name="csX146" fmla="*/ 652101 w 755290"/>
                <a:gd name="csY146" fmla="*/ 560854 h 689841"/>
                <a:gd name="csX147" fmla="*/ 652578 w 755290"/>
                <a:gd name="csY147" fmla="*/ 563721 h 689841"/>
                <a:gd name="csX148" fmla="*/ 653056 w 755290"/>
                <a:gd name="csY148" fmla="*/ 566109 h 689841"/>
                <a:gd name="csX149" fmla="*/ 654967 w 755290"/>
                <a:gd name="csY149" fmla="*/ 572320 h 689841"/>
                <a:gd name="csX150" fmla="*/ 655445 w 755290"/>
                <a:gd name="csY150" fmla="*/ 573275 h 689841"/>
                <a:gd name="csX151" fmla="*/ 654967 w 755290"/>
                <a:gd name="csY151" fmla="*/ 574231 h 689841"/>
                <a:gd name="csX152" fmla="*/ 654489 w 755290"/>
                <a:gd name="csY152" fmla="*/ 575664 h 689841"/>
                <a:gd name="csX153" fmla="*/ 653534 w 755290"/>
                <a:gd name="csY153" fmla="*/ 576142 h 689841"/>
                <a:gd name="csX154" fmla="*/ 650190 w 755290"/>
                <a:gd name="csY154" fmla="*/ 575186 h 689841"/>
                <a:gd name="csX155" fmla="*/ 649234 w 755290"/>
                <a:gd name="csY155" fmla="*/ 573753 h 689841"/>
                <a:gd name="csX156" fmla="*/ 647323 w 755290"/>
                <a:gd name="csY156" fmla="*/ 570887 h 689841"/>
                <a:gd name="csX157" fmla="*/ 644935 w 755290"/>
                <a:gd name="csY157" fmla="*/ 569931 h 689841"/>
                <a:gd name="csX158" fmla="*/ 638724 w 755290"/>
                <a:gd name="csY158" fmla="*/ 570409 h 689841"/>
                <a:gd name="csX159" fmla="*/ 638247 w 755290"/>
                <a:gd name="csY159" fmla="*/ 569931 h 689841"/>
                <a:gd name="csX160" fmla="*/ 638247 w 755290"/>
                <a:gd name="csY160" fmla="*/ 568020 h 689841"/>
                <a:gd name="csX161" fmla="*/ 639202 w 755290"/>
                <a:gd name="csY161" fmla="*/ 564199 h 689841"/>
                <a:gd name="csX162" fmla="*/ 638724 w 755290"/>
                <a:gd name="csY162" fmla="*/ 562288 h 689841"/>
                <a:gd name="csX163" fmla="*/ 635380 w 755290"/>
                <a:gd name="csY163" fmla="*/ 556555 h 689841"/>
                <a:gd name="csX164" fmla="*/ 635380 w 755290"/>
                <a:gd name="csY164" fmla="*/ 555599 h 689841"/>
                <a:gd name="csX165" fmla="*/ 639680 w 755290"/>
                <a:gd name="csY165" fmla="*/ 552733 h 689841"/>
                <a:gd name="csX166" fmla="*/ 637769 w 755290"/>
                <a:gd name="csY166" fmla="*/ 552733 h 689841"/>
                <a:gd name="csX167" fmla="*/ 635858 w 755290"/>
                <a:gd name="csY167" fmla="*/ 553688 h 689841"/>
                <a:gd name="csX168" fmla="*/ 635380 w 755290"/>
                <a:gd name="csY168" fmla="*/ 552733 h 689841"/>
                <a:gd name="csX169" fmla="*/ 634425 w 755290"/>
                <a:gd name="csY169" fmla="*/ 549389 h 689841"/>
                <a:gd name="csX170" fmla="*/ 633947 w 755290"/>
                <a:gd name="csY170" fmla="*/ 547956 h 689841"/>
                <a:gd name="csX171" fmla="*/ 633469 w 755290"/>
                <a:gd name="csY171" fmla="*/ 547478 h 689841"/>
                <a:gd name="csX172" fmla="*/ 632991 w 755290"/>
                <a:gd name="csY172" fmla="*/ 551300 h 689841"/>
                <a:gd name="csX173" fmla="*/ 633947 w 755290"/>
                <a:gd name="csY173" fmla="*/ 552733 h 689841"/>
                <a:gd name="csX174" fmla="*/ 633947 w 755290"/>
                <a:gd name="csY174" fmla="*/ 554166 h 689841"/>
                <a:gd name="csX175" fmla="*/ 633947 w 755290"/>
                <a:gd name="csY175" fmla="*/ 555599 h 689841"/>
                <a:gd name="csX176" fmla="*/ 633469 w 755290"/>
                <a:gd name="csY176" fmla="*/ 556555 h 689841"/>
                <a:gd name="csX177" fmla="*/ 632514 w 755290"/>
                <a:gd name="csY177" fmla="*/ 557033 h 689841"/>
                <a:gd name="csX178" fmla="*/ 632036 w 755290"/>
                <a:gd name="csY178" fmla="*/ 557510 h 689841"/>
                <a:gd name="csX179" fmla="*/ 630603 w 755290"/>
                <a:gd name="csY179" fmla="*/ 556555 h 689841"/>
                <a:gd name="csX180" fmla="*/ 628692 w 755290"/>
                <a:gd name="csY180" fmla="*/ 555122 h 689841"/>
                <a:gd name="csX181" fmla="*/ 627259 w 755290"/>
                <a:gd name="csY181" fmla="*/ 554644 h 689841"/>
                <a:gd name="csX182" fmla="*/ 626781 w 755290"/>
                <a:gd name="csY182" fmla="*/ 554166 h 689841"/>
                <a:gd name="csX183" fmla="*/ 626303 w 755290"/>
                <a:gd name="csY183" fmla="*/ 552255 h 689841"/>
                <a:gd name="csX184" fmla="*/ 625348 w 755290"/>
                <a:gd name="csY184" fmla="*/ 551300 h 689841"/>
                <a:gd name="csX185" fmla="*/ 620093 w 755290"/>
                <a:gd name="csY185" fmla="*/ 549867 h 689841"/>
                <a:gd name="csX186" fmla="*/ 616749 w 755290"/>
                <a:gd name="csY186" fmla="*/ 547956 h 689841"/>
                <a:gd name="csX187" fmla="*/ 616749 w 755290"/>
                <a:gd name="csY187" fmla="*/ 548434 h 689841"/>
                <a:gd name="csX188" fmla="*/ 617704 w 755290"/>
                <a:gd name="csY188" fmla="*/ 550344 h 689841"/>
                <a:gd name="csX189" fmla="*/ 617704 w 755290"/>
                <a:gd name="csY189" fmla="*/ 551300 h 689841"/>
                <a:gd name="csX190" fmla="*/ 616749 w 755290"/>
                <a:gd name="csY190" fmla="*/ 551778 h 689841"/>
                <a:gd name="csX191" fmla="*/ 615316 w 755290"/>
                <a:gd name="csY191" fmla="*/ 553688 h 689841"/>
                <a:gd name="csX192" fmla="*/ 615793 w 755290"/>
                <a:gd name="csY192" fmla="*/ 553688 h 689841"/>
                <a:gd name="csX193" fmla="*/ 617226 w 755290"/>
                <a:gd name="csY193" fmla="*/ 553211 h 689841"/>
                <a:gd name="csX194" fmla="*/ 619137 w 755290"/>
                <a:gd name="csY194" fmla="*/ 553211 h 689841"/>
                <a:gd name="csX195" fmla="*/ 621526 w 755290"/>
                <a:gd name="csY195" fmla="*/ 554644 h 689841"/>
                <a:gd name="csX196" fmla="*/ 624392 w 755290"/>
                <a:gd name="csY196" fmla="*/ 556077 h 689841"/>
                <a:gd name="csX197" fmla="*/ 625348 w 755290"/>
                <a:gd name="csY197" fmla="*/ 556555 h 689841"/>
                <a:gd name="csX198" fmla="*/ 625348 w 755290"/>
                <a:gd name="csY198" fmla="*/ 557988 h 689841"/>
                <a:gd name="csX199" fmla="*/ 625826 w 755290"/>
                <a:gd name="csY199" fmla="*/ 558466 h 689841"/>
                <a:gd name="csX200" fmla="*/ 628214 w 755290"/>
                <a:gd name="csY200" fmla="*/ 559899 h 689841"/>
                <a:gd name="csX201" fmla="*/ 628214 w 755290"/>
                <a:gd name="csY201" fmla="*/ 560377 h 689841"/>
                <a:gd name="csX202" fmla="*/ 626781 w 755290"/>
                <a:gd name="csY202" fmla="*/ 562765 h 689841"/>
                <a:gd name="csX203" fmla="*/ 630125 w 755290"/>
                <a:gd name="csY203" fmla="*/ 562288 h 689841"/>
                <a:gd name="csX204" fmla="*/ 632036 w 755290"/>
                <a:gd name="csY204" fmla="*/ 563243 h 689841"/>
                <a:gd name="csX205" fmla="*/ 634425 w 755290"/>
                <a:gd name="csY205" fmla="*/ 566587 h 689841"/>
                <a:gd name="csX206" fmla="*/ 634902 w 755290"/>
                <a:gd name="csY206" fmla="*/ 568498 h 689841"/>
                <a:gd name="csX207" fmla="*/ 635380 w 755290"/>
                <a:gd name="csY207" fmla="*/ 570887 h 689841"/>
                <a:gd name="csX208" fmla="*/ 634902 w 755290"/>
                <a:gd name="csY208" fmla="*/ 571364 h 689841"/>
                <a:gd name="csX209" fmla="*/ 633947 w 755290"/>
                <a:gd name="csY209" fmla="*/ 571842 h 689841"/>
                <a:gd name="csX210" fmla="*/ 627259 w 755290"/>
                <a:gd name="csY210" fmla="*/ 572798 h 689841"/>
                <a:gd name="csX211" fmla="*/ 624870 w 755290"/>
                <a:gd name="csY211" fmla="*/ 575664 h 689841"/>
                <a:gd name="csX212" fmla="*/ 624392 w 755290"/>
                <a:gd name="csY212" fmla="*/ 575664 h 689841"/>
                <a:gd name="csX213" fmla="*/ 622481 w 755290"/>
                <a:gd name="csY213" fmla="*/ 574709 h 689841"/>
                <a:gd name="csX214" fmla="*/ 619137 w 755290"/>
                <a:gd name="csY214" fmla="*/ 572320 h 689841"/>
                <a:gd name="csX215" fmla="*/ 615316 w 755290"/>
                <a:gd name="csY215" fmla="*/ 570409 h 689841"/>
                <a:gd name="csX216" fmla="*/ 605761 w 755290"/>
                <a:gd name="csY216" fmla="*/ 563721 h 689841"/>
                <a:gd name="csX217" fmla="*/ 605283 w 755290"/>
                <a:gd name="csY217" fmla="*/ 563721 h 689841"/>
                <a:gd name="csX218" fmla="*/ 605283 w 755290"/>
                <a:gd name="csY218" fmla="*/ 562288 h 689841"/>
                <a:gd name="csX219" fmla="*/ 604805 w 755290"/>
                <a:gd name="csY219" fmla="*/ 561810 h 689841"/>
                <a:gd name="csX220" fmla="*/ 603372 w 755290"/>
                <a:gd name="csY220" fmla="*/ 561332 h 689841"/>
                <a:gd name="csX221" fmla="*/ 601461 w 755290"/>
                <a:gd name="csY221" fmla="*/ 559421 h 689841"/>
                <a:gd name="csX222" fmla="*/ 599550 w 755290"/>
                <a:gd name="csY222" fmla="*/ 556555 h 689841"/>
                <a:gd name="csX223" fmla="*/ 598117 w 755290"/>
                <a:gd name="csY223" fmla="*/ 554644 h 689841"/>
                <a:gd name="csX224" fmla="*/ 597640 w 755290"/>
                <a:gd name="csY224" fmla="*/ 553211 h 689841"/>
                <a:gd name="csX225" fmla="*/ 596206 w 755290"/>
                <a:gd name="csY225" fmla="*/ 551300 h 689841"/>
                <a:gd name="csX226" fmla="*/ 591907 w 755290"/>
                <a:gd name="csY226" fmla="*/ 547478 h 689841"/>
                <a:gd name="csX227" fmla="*/ 589518 w 755290"/>
                <a:gd name="csY227" fmla="*/ 546045 h 689841"/>
                <a:gd name="csX228" fmla="*/ 587607 w 755290"/>
                <a:gd name="csY228" fmla="*/ 545089 h 689841"/>
                <a:gd name="csX229" fmla="*/ 586174 w 755290"/>
                <a:gd name="csY229" fmla="*/ 545089 h 689841"/>
                <a:gd name="csX230" fmla="*/ 585696 w 755290"/>
                <a:gd name="csY230" fmla="*/ 544612 h 689841"/>
                <a:gd name="csX231" fmla="*/ 586174 w 755290"/>
                <a:gd name="csY231" fmla="*/ 543656 h 689841"/>
                <a:gd name="csX232" fmla="*/ 586652 w 755290"/>
                <a:gd name="csY232" fmla="*/ 543178 h 689841"/>
                <a:gd name="csX233" fmla="*/ 582830 w 755290"/>
                <a:gd name="csY233" fmla="*/ 542701 h 689841"/>
                <a:gd name="csX234" fmla="*/ 579008 w 755290"/>
                <a:gd name="csY234" fmla="*/ 540790 h 689841"/>
                <a:gd name="csX235" fmla="*/ 569931 w 755290"/>
                <a:gd name="csY235" fmla="*/ 536013 h 689841"/>
                <a:gd name="csX236" fmla="*/ 565632 w 755290"/>
                <a:gd name="csY236" fmla="*/ 532668 h 689841"/>
                <a:gd name="csX237" fmla="*/ 562765 w 755290"/>
                <a:gd name="csY237" fmla="*/ 531235 h 689841"/>
                <a:gd name="csX238" fmla="*/ 561332 w 755290"/>
                <a:gd name="csY238" fmla="*/ 530280 h 689841"/>
                <a:gd name="csX239" fmla="*/ 560854 w 755290"/>
                <a:gd name="csY239" fmla="*/ 529802 h 689841"/>
                <a:gd name="csX240" fmla="*/ 561810 w 755290"/>
                <a:gd name="csY240" fmla="*/ 528847 h 689841"/>
                <a:gd name="csX241" fmla="*/ 563721 w 755290"/>
                <a:gd name="csY241" fmla="*/ 528369 h 689841"/>
                <a:gd name="csX242" fmla="*/ 564676 w 755290"/>
                <a:gd name="csY242" fmla="*/ 527413 h 689841"/>
                <a:gd name="csX243" fmla="*/ 566587 w 755290"/>
                <a:gd name="csY243" fmla="*/ 524547 h 689841"/>
                <a:gd name="csX244" fmla="*/ 567065 w 755290"/>
                <a:gd name="csY244" fmla="*/ 523114 h 689841"/>
                <a:gd name="csX245" fmla="*/ 565632 w 755290"/>
                <a:gd name="csY245" fmla="*/ 521203 h 689841"/>
                <a:gd name="csX246" fmla="*/ 565154 w 755290"/>
                <a:gd name="csY246" fmla="*/ 518814 h 689841"/>
                <a:gd name="csX247" fmla="*/ 565154 w 755290"/>
                <a:gd name="csY247" fmla="*/ 517859 h 689841"/>
                <a:gd name="csX248" fmla="*/ 565632 w 755290"/>
                <a:gd name="csY248" fmla="*/ 516426 h 689841"/>
                <a:gd name="csX249" fmla="*/ 566109 w 755290"/>
                <a:gd name="csY249" fmla="*/ 515948 h 689841"/>
                <a:gd name="csX250" fmla="*/ 566587 w 755290"/>
                <a:gd name="csY250" fmla="*/ 514992 h 689841"/>
                <a:gd name="csX251" fmla="*/ 567543 w 755290"/>
                <a:gd name="csY251" fmla="*/ 514515 h 689841"/>
                <a:gd name="csX252" fmla="*/ 568020 w 755290"/>
                <a:gd name="csY252" fmla="*/ 514992 h 689841"/>
                <a:gd name="csX253" fmla="*/ 570409 w 755290"/>
                <a:gd name="csY253" fmla="*/ 517859 h 689841"/>
                <a:gd name="csX254" fmla="*/ 570887 w 755290"/>
                <a:gd name="csY254" fmla="*/ 518814 h 689841"/>
                <a:gd name="csX255" fmla="*/ 570409 w 755290"/>
                <a:gd name="csY255" fmla="*/ 522636 h 689841"/>
                <a:gd name="csX256" fmla="*/ 571364 w 755290"/>
                <a:gd name="csY256" fmla="*/ 527413 h 689841"/>
                <a:gd name="csX257" fmla="*/ 571364 w 755290"/>
                <a:gd name="csY257" fmla="*/ 526936 h 689841"/>
                <a:gd name="csX258" fmla="*/ 571842 w 755290"/>
                <a:gd name="csY258" fmla="*/ 525502 h 689841"/>
                <a:gd name="csX259" fmla="*/ 571842 w 755290"/>
                <a:gd name="csY259" fmla="*/ 522636 h 689841"/>
                <a:gd name="csX260" fmla="*/ 571842 w 755290"/>
                <a:gd name="csY260" fmla="*/ 521203 h 689841"/>
                <a:gd name="csX261" fmla="*/ 572320 w 755290"/>
                <a:gd name="csY261" fmla="*/ 519770 h 689841"/>
                <a:gd name="csX262" fmla="*/ 573275 w 755290"/>
                <a:gd name="csY262" fmla="*/ 519292 h 689841"/>
                <a:gd name="csX263" fmla="*/ 576142 w 755290"/>
                <a:gd name="csY263" fmla="*/ 519770 h 689841"/>
                <a:gd name="csX264" fmla="*/ 577097 w 755290"/>
                <a:gd name="csY264" fmla="*/ 519292 h 689841"/>
                <a:gd name="csX265" fmla="*/ 572320 w 755290"/>
                <a:gd name="csY265" fmla="*/ 517381 h 689841"/>
                <a:gd name="csX266" fmla="*/ 568976 w 755290"/>
                <a:gd name="csY266" fmla="*/ 513559 h 689841"/>
                <a:gd name="csX267" fmla="*/ 568498 w 755290"/>
                <a:gd name="csY267" fmla="*/ 513081 h 689841"/>
                <a:gd name="csX268" fmla="*/ 566587 w 755290"/>
                <a:gd name="csY268" fmla="*/ 512604 h 689841"/>
                <a:gd name="csX269" fmla="*/ 564676 w 755290"/>
                <a:gd name="csY269" fmla="*/ 514515 h 689841"/>
                <a:gd name="csX270" fmla="*/ 559899 w 755290"/>
                <a:gd name="csY270" fmla="*/ 519770 h 689841"/>
                <a:gd name="csX271" fmla="*/ 558943 w 755290"/>
                <a:gd name="csY271" fmla="*/ 520247 h 689841"/>
                <a:gd name="csX272" fmla="*/ 552733 w 755290"/>
                <a:gd name="csY272" fmla="*/ 523114 h 689841"/>
                <a:gd name="csX273" fmla="*/ 548911 w 755290"/>
                <a:gd name="csY273" fmla="*/ 524069 h 689841"/>
                <a:gd name="csX274" fmla="*/ 544134 w 755290"/>
                <a:gd name="csY274" fmla="*/ 523592 h 689841"/>
                <a:gd name="csX275" fmla="*/ 540312 w 755290"/>
                <a:gd name="csY275" fmla="*/ 522636 h 689841"/>
                <a:gd name="csX276" fmla="*/ 530757 w 755290"/>
                <a:gd name="csY276" fmla="*/ 517859 h 689841"/>
                <a:gd name="csX277" fmla="*/ 529324 w 755290"/>
                <a:gd name="csY277" fmla="*/ 516903 h 689841"/>
                <a:gd name="csX278" fmla="*/ 531235 w 755290"/>
                <a:gd name="csY278" fmla="*/ 514037 h 689841"/>
                <a:gd name="csX279" fmla="*/ 531713 w 755290"/>
                <a:gd name="csY279" fmla="*/ 513081 h 689841"/>
                <a:gd name="csX280" fmla="*/ 530757 w 755290"/>
                <a:gd name="csY280" fmla="*/ 510215 h 689841"/>
                <a:gd name="csX281" fmla="*/ 530280 w 755290"/>
                <a:gd name="csY281" fmla="*/ 509737 h 689841"/>
                <a:gd name="csX282" fmla="*/ 529324 w 755290"/>
                <a:gd name="csY282" fmla="*/ 509260 h 689841"/>
                <a:gd name="csX283" fmla="*/ 528846 w 755290"/>
                <a:gd name="csY283" fmla="*/ 509260 h 689841"/>
                <a:gd name="csX284" fmla="*/ 528846 w 755290"/>
                <a:gd name="csY284" fmla="*/ 510215 h 689841"/>
                <a:gd name="csX285" fmla="*/ 529324 w 755290"/>
                <a:gd name="csY285" fmla="*/ 511648 h 689841"/>
                <a:gd name="csX286" fmla="*/ 528369 w 755290"/>
                <a:gd name="csY286" fmla="*/ 512604 h 689841"/>
                <a:gd name="csX287" fmla="*/ 526936 w 755290"/>
                <a:gd name="csY287" fmla="*/ 513559 h 689841"/>
                <a:gd name="csX288" fmla="*/ 524069 w 755290"/>
                <a:gd name="csY288" fmla="*/ 514515 h 689841"/>
                <a:gd name="csX289" fmla="*/ 515470 w 755290"/>
                <a:gd name="csY289" fmla="*/ 512126 h 689841"/>
                <a:gd name="csX290" fmla="*/ 506393 w 755290"/>
                <a:gd name="csY290" fmla="*/ 510215 h 689841"/>
                <a:gd name="csX291" fmla="*/ 498750 w 755290"/>
                <a:gd name="csY291" fmla="*/ 509737 h 689841"/>
                <a:gd name="csX292" fmla="*/ 487762 w 755290"/>
                <a:gd name="csY292" fmla="*/ 511171 h 689841"/>
                <a:gd name="csX293" fmla="*/ 481551 w 755290"/>
                <a:gd name="csY293" fmla="*/ 513081 h 689841"/>
                <a:gd name="csX294" fmla="*/ 478207 w 755290"/>
                <a:gd name="csY294" fmla="*/ 513081 h 689841"/>
                <a:gd name="csX295" fmla="*/ 474863 w 755290"/>
                <a:gd name="csY295" fmla="*/ 512604 h 689841"/>
                <a:gd name="csX296" fmla="*/ 474385 w 755290"/>
                <a:gd name="csY296" fmla="*/ 511648 h 689841"/>
                <a:gd name="csX297" fmla="*/ 476296 w 755290"/>
                <a:gd name="csY297" fmla="*/ 511171 h 689841"/>
                <a:gd name="csX298" fmla="*/ 475818 w 755290"/>
                <a:gd name="csY298" fmla="*/ 510215 h 689841"/>
                <a:gd name="csX299" fmla="*/ 473908 w 755290"/>
                <a:gd name="csY299" fmla="*/ 507827 h 689841"/>
                <a:gd name="csX300" fmla="*/ 471041 w 755290"/>
                <a:gd name="csY300" fmla="*/ 506393 h 689841"/>
                <a:gd name="csX301" fmla="*/ 467219 w 755290"/>
                <a:gd name="csY301" fmla="*/ 505915 h 689841"/>
                <a:gd name="csX302" fmla="*/ 464831 w 755290"/>
                <a:gd name="csY302" fmla="*/ 504960 h 689841"/>
                <a:gd name="csX303" fmla="*/ 464353 w 755290"/>
                <a:gd name="csY303" fmla="*/ 504482 h 689841"/>
                <a:gd name="csX304" fmla="*/ 462920 w 755290"/>
                <a:gd name="csY304" fmla="*/ 503527 h 689841"/>
                <a:gd name="csX305" fmla="*/ 461009 w 755290"/>
                <a:gd name="csY305" fmla="*/ 502571 h 689841"/>
                <a:gd name="csX306" fmla="*/ 460053 w 755290"/>
                <a:gd name="csY306" fmla="*/ 501138 h 689841"/>
                <a:gd name="csX307" fmla="*/ 460531 w 755290"/>
                <a:gd name="csY307" fmla="*/ 496361 h 689841"/>
                <a:gd name="csX308" fmla="*/ 461487 w 755290"/>
                <a:gd name="csY308" fmla="*/ 493972 h 689841"/>
                <a:gd name="csX309" fmla="*/ 461964 w 755290"/>
                <a:gd name="csY309" fmla="*/ 492061 h 689841"/>
                <a:gd name="csX310" fmla="*/ 463875 w 755290"/>
                <a:gd name="csY310" fmla="*/ 488717 h 689841"/>
                <a:gd name="csX311" fmla="*/ 463397 w 755290"/>
                <a:gd name="csY311" fmla="*/ 489195 h 689841"/>
                <a:gd name="csX312" fmla="*/ 460531 w 755290"/>
                <a:gd name="csY312" fmla="*/ 491584 h 689841"/>
                <a:gd name="csX313" fmla="*/ 458143 w 755290"/>
                <a:gd name="csY313" fmla="*/ 493495 h 689841"/>
                <a:gd name="csX314" fmla="*/ 456232 w 755290"/>
                <a:gd name="csY314" fmla="*/ 496839 h 689841"/>
                <a:gd name="csX315" fmla="*/ 454798 w 755290"/>
                <a:gd name="csY315" fmla="*/ 498272 h 689841"/>
                <a:gd name="csX316" fmla="*/ 452888 w 755290"/>
                <a:gd name="csY316" fmla="*/ 499705 h 689841"/>
                <a:gd name="csX317" fmla="*/ 450499 w 755290"/>
                <a:gd name="csY317" fmla="*/ 499227 h 689841"/>
                <a:gd name="csX318" fmla="*/ 446677 w 755290"/>
                <a:gd name="csY318" fmla="*/ 497316 h 689841"/>
                <a:gd name="csX319" fmla="*/ 443811 w 755290"/>
                <a:gd name="csY319" fmla="*/ 496361 h 689841"/>
                <a:gd name="csX320" fmla="*/ 440944 w 755290"/>
                <a:gd name="csY320" fmla="*/ 496361 h 689841"/>
                <a:gd name="csX321" fmla="*/ 439989 w 755290"/>
                <a:gd name="csY321" fmla="*/ 495883 h 689841"/>
                <a:gd name="csX322" fmla="*/ 441900 w 755290"/>
                <a:gd name="csY322" fmla="*/ 493972 h 689841"/>
                <a:gd name="csX323" fmla="*/ 442855 w 755290"/>
                <a:gd name="csY323" fmla="*/ 493017 h 689841"/>
                <a:gd name="csX324" fmla="*/ 444288 w 755290"/>
                <a:gd name="csY324" fmla="*/ 490628 h 689841"/>
                <a:gd name="csX325" fmla="*/ 444766 w 755290"/>
                <a:gd name="csY325" fmla="*/ 489673 h 689841"/>
                <a:gd name="csX326" fmla="*/ 435211 w 755290"/>
                <a:gd name="csY326" fmla="*/ 489195 h 689841"/>
                <a:gd name="csX327" fmla="*/ 434734 w 755290"/>
                <a:gd name="csY327" fmla="*/ 487762 h 689841"/>
                <a:gd name="csX328" fmla="*/ 434734 w 755290"/>
                <a:gd name="csY328" fmla="*/ 487284 h 689841"/>
                <a:gd name="csX329" fmla="*/ 434256 w 755290"/>
                <a:gd name="csY329" fmla="*/ 486329 h 689841"/>
                <a:gd name="csX330" fmla="*/ 433301 w 755290"/>
                <a:gd name="csY330" fmla="*/ 485851 h 689841"/>
                <a:gd name="csX331" fmla="*/ 431390 w 755290"/>
                <a:gd name="csY331" fmla="*/ 486329 h 689841"/>
                <a:gd name="csX332" fmla="*/ 428046 w 755290"/>
                <a:gd name="csY332" fmla="*/ 487762 h 689841"/>
                <a:gd name="csX333" fmla="*/ 426612 w 755290"/>
                <a:gd name="csY333" fmla="*/ 486806 h 689841"/>
                <a:gd name="csX334" fmla="*/ 427090 w 755290"/>
                <a:gd name="csY334" fmla="*/ 485851 h 689841"/>
                <a:gd name="csX335" fmla="*/ 428046 w 755290"/>
                <a:gd name="csY335" fmla="*/ 485373 h 689841"/>
                <a:gd name="csX336" fmla="*/ 430434 w 755290"/>
                <a:gd name="csY336" fmla="*/ 483462 h 689841"/>
                <a:gd name="csX337" fmla="*/ 427568 w 755290"/>
                <a:gd name="csY337" fmla="*/ 482507 h 689841"/>
                <a:gd name="csX338" fmla="*/ 426135 w 755290"/>
                <a:gd name="csY338" fmla="*/ 481074 h 689841"/>
                <a:gd name="csX339" fmla="*/ 425179 w 755290"/>
                <a:gd name="csY339" fmla="*/ 480118 h 689841"/>
                <a:gd name="csX340" fmla="*/ 425657 w 755290"/>
                <a:gd name="csY340" fmla="*/ 476774 h 689841"/>
                <a:gd name="csX341" fmla="*/ 426135 w 755290"/>
                <a:gd name="csY341" fmla="*/ 474385 h 689841"/>
                <a:gd name="csX342" fmla="*/ 432345 w 755290"/>
                <a:gd name="csY342" fmla="*/ 472474 h 689841"/>
                <a:gd name="csX343" fmla="*/ 430434 w 755290"/>
                <a:gd name="csY343" fmla="*/ 471519 h 689841"/>
                <a:gd name="csX344" fmla="*/ 426612 w 755290"/>
                <a:gd name="csY344" fmla="*/ 471519 h 689841"/>
                <a:gd name="csX345" fmla="*/ 423746 w 755290"/>
                <a:gd name="csY345" fmla="*/ 473430 h 689841"/>
                <a:gd name="csX346" fmla="*/ 420880 w 755290"/>
                <a:gd name="csY346" fmla="*/ 476296 h 689841"/>
                <a:gd name="csX347" fmla="*/ 418491 w 755290"/>
                <a:gd name="csY347" fmla="*/ 477252 h 689841"/>
                <a:gd name="csX348" fmla="*/ 417536 w 755290"/>
                <a:gd name="csY348" fmla="*/ 476774 h 689841"/>
                <a:gd name="csX349" fmla="*/ 416102 w 755290"/>
                <a:gd name="csY349" fmla="*/ 476296 h 689841"/>
                <a:gd name="csX350" fmla="*/ 414191 w 755290"/>
                <a:gd name="csY350" fmla="*/ 476774 h 689841"/>
                <a:gd name="csX351" fmla="*/ 413236 w 755290"/>
                <a:gd name="csY351" fmla="*/ 477252 h 689841"/>
                <a:gd name="csX352" fmla="*/ 412758 w 755290"/>
                <a:gd name="csY352" fmla="*/ 478685 h 689841"/>
                <a:gd name="csX353" fmla="*/ 411803 w 755290"/>
                <a:gd name="csY353" fmla="*/ 479163 h 689841"/>
                <a:gd name="csX354" fmla="*/ 410847 w 755290"/>
                <a:gd name="csY354" fmla="*/ 479640 h 689841"/>
                <a:gd name="csX355" fmla="*/ 410370 w 755290"/>
                <a:gd name="csY355" fmla="*/ 479640 h 689841"/>
                <a:gd name="csX356" fmla="*/ 409892 w 755290"/>
                <a:gd name="csY356" fmla="*/ 478207 h 689841"/>
                <a:gd name="csX357" fmla="*/ 407981 w 755290"/>
                <a:gd name="csY357" fmla="*/ 477729 h 689841"/>
                <a:gd name="csX358" fmla="*/ 407025 w 755290"/>
                <a:gd name="csY358" fmla="*/ 476774 h 689841"/>
                <a:gd name="csX359" fmla="*/ 406548 w 755290"/>
                <a:gd name="csY359" fmla="*/ 477252 h 689841"/>
                <a:gd name="csX360" fmla="*/ 406070 w 755290"/>
                <a:gd name="csY360" fmla="*/ 479163 h 689841"/>
                <a:gd name="csX361" fmla="*/ 405115 w 755290"/>
                <a:gd name="csY361" fmla="*/ 480118 h 689841"/>
                <a:gd name="csX362" fmla="*/ 402248 w 755290"/>
                <a:gd name="csY362" fmla="*/ 480596 h 689841"/>
                <a:gd name="csX363" fmla="*/ 400815 w 755290"/>
                <a:gd name="csY363" fmla="*/ 480596 h 689841"/>
                <a:gd name="csX364" fmla="*/ 398426 w 755290"/>
                <a:gd name="csY364" fmla="*/ 478207 h 689841"/>
                <a:gd name="csX365" fmla="*/ 398426 w 755290"/>
                <a:gd name="csY365" fmla="*/ 477729 h 689841"/>
                <a:gd name="csX366" fmla="*/ 398904 w 755290"/>
                <a:gd name="csY366" fmla="*/ 475819 h 689841"/>
                <a:gd name="csX367" fmla="*/ 403204 w 755290"/>
                <a:gd name="csY367" fmla="*/ 468175 h 689841"/>
                <a:gd name="csX368" fmla="*/ 402726 w 755290"/>
                <a:gd name="csY368" fmla="*/ 468175 h 689841"/>
                <a:gd name="csX369" fmla="*/ 401293 w 755290"/>
                <a:gd name="csY369" fmla="*/ 469608 h 689841"/>
                <a:gd name="csX370" fmla="*/ 398904 w 755290"/>
                <a:gd name="csY370" fmla="*/ 472474 h 689841"/>
                <a:gd name="csX371" fmla="*/ 397471 w 755290"/>
                <a:gd name="csY371" fmla="*/ 473430 h 689841"/>
                <a:gd name="csX372" fmla="*/ 395560 w 755290"/>
                <a:gd name="csY372" fmla="*/ 473430 h 689841"/>
                <a:gd name="csX373" fmla="*/ 394127 w 755290"/>
                <a:gd name="csY373" fmla="*/ 473430 h 689841"/>
                <a:gd name="csX374" fmla="*/ 393171 w 755290"/>
                <a:gd name="csY374" fmla="*/ 473430 h 689841"/>
                <a:gd name="csX375" fmla="*/ 391738 w 755290"/>
                <a:gd name="csY375" fmla="*/ 474385 h 689841"/>
                <a:gd name="csX376" fmla="*/ 390783 w 755290"/>
                <a:gd name="csY376" fmla="*/ 475341 h 689841"/>
                <a:gd name="csX377" fmla="*/ 390305 w 755290"/>
                <a:gd name="csY377" fmla="*/ 476296 h 689841"/>
                <a:gd name="csX378" fmla="*/ 390783 w 755290"/>
                <a:gd name="csY378" fmla="*/ 476296 h 689841"/>
                <a:gd name="csX379" fmla="*/ 392694 w 755290"/>
                <a:gd name="csY379" fmla="*/ 475341 h 689841"/>
                <a:gd name="csX380" fmla="*/ 394127 w 755290"/>
                <a:gd name="csY380" fmla="*/ 474863 h 689841"/>
                <a:gd name="csX381" fmla="*/ 394127 w 755290"/>
                <a:gd name="csY381" fmla="*/ 475341 h 689841"/>
                <a:gd name="csX382" fmla="*/ 392694 w 755290"/>
                <a:gd name="csY382" fmla="*/ 478685 h 689841"/>
                <a:gd name="csX383" fmla="*/ 391738 w 755290"/>
                <a:gd name="csY383" fmla="*/ 482029 h 689841"/>
                <a:gd name="csX384" fmla="*/ 390783 w 755290"/>
                <a:gd name="csY384" fmla="*/ 482985 h 689841"/>
                <a:gd name="csX385" fmla="*/ 388872 w 755290"/>
                <a:gd name="csY385" fmla="*/ 482507 h 689841"/>
                <a:gd name="csX386" fmla="*/ 387439 w 755290"/>
                <a:gd name="csY386" fmla="*/ 482985 h 689841"/>
                <a:gd name="csX387" fmla="*/ 387439 w 755290"/>
                <a:gd name="csY387" fmla="*/ 483940 h 689841"/>
                <a:gd name="csX388" fmla="*/ 390783 w 755290"/>
                <a:gd name="csY388" fmla="*/ 486329 h 689841"/>
                <a:gd name="csX389" fmla="*/ 391738 w 755290"/>
                <a:gd name="csY389" fmla="*/ 486806 h 689841"/>
                <a:gd name="csX390" fmla="*/ 393171 w 755290"/>
                <a:gd name="csY390" fmla="*/ 487762 h 689841"/>
                <a:gd name="csX391" fmla="*/ 393171 w 755290"/>
                <a:gd name="csY391" fmla="*/ 488717 h 689841"/>
                <a:gd name="csX392" fmla="*/ 392694 w 755290"/>
                <a:gd name="csY392" fmla="*/ 491106 h 689841"/>
                <a:gd name="csX393" fmla="*/ 392216 w 755290"/>
                <a:gd name="csY393" fmla="*/ 492061 h 689841"/>
                <a:gd name="csX394" fmla="*/ 391738 w 755290"/>
                <a:gd name="csY394" fmla="*/ 492539 h 689841"/>
                <a:gd name="csX395" fmla="*/ 389349 w 755290"/>
                <a:gd name="csY395" fmla="*/ 492539 h 689841"/>
                <a:gd name="csX396" fmla="*/ 388394 w 755290"/>
                <a:gd name="csY396" fmla="*/ 492539 h 689841"/>
                <a:gd name="csX397" fmla="*/ 386483 w 755290"/>
                <a:gd name="csY397" fmla="*/ 494450 h 689841"/>
                <a:gd name="csX398" fmla="*/ 385528 w 755290"/>
                <a:gd name="csY398" fmla="*/ 495406 h 689841"/>
                <a:gd name="csX399" fmla="*/ 386005 w 755290"/>
                <a:gd name="csY399" fmla="*/ 495406 h 689841"/>
                <a:gd name="csX400" fmla="*/ 387439 w 755290"/>
                <a:gd name="csY400" fmla="*/ 494450 h 689841"/>
                <a:gd name="csX401" fmla="*/ 389827 w 755290"/>
                <a:gd name="csY401" fmla="*/ 493972 h 689841"/>
                <a:gd name="csX402" fmla="*/ 392694 w 755290"/>
                <a:gd name="csY402" fmla="*/ 493972 h 689841"/>
                <a:gd name="csX403" fmla="*/ 394604 w 755290"/>
                <a:gd name="csY403" fmla="*/ 493495 h 689841"/>
                <a:gd name="csX404" fmla="*/ 396038 w 755290"/>
                <a:gd name="csY404" fmla="*/ 492539 h 689841"/>
                <a:gd name="csX405" fmla="*/ 397471 w 755290"/>
                <a:gd name="csY405" fmla="*/ 492539 h 689841"/>
                <a:gd name="csX406" fmla="*/ 398904 w 755290"/>
                <a:gd name="csY406" fmla="*/ 494450 h 689841"/>
                <a:gd name="csX407" fmla="*/ 399382 w 755290"/>
                <a:gd name="csY407" fmla="*/ 495406 h 689841"/>
                <a:gd name="csX408" fmla="*/ 398426 w 755290"/>
                <a:gd name="csY408" fmla="*/ 496839 h 689841"/>
                <a:gd name="csX409" fmla="*/ 397471 w 755290"/>
                <a:gd name="csY409" fmla="*/ 497794 h 689841"/>
                <a:gd name="csX410" fmla="*/ 396038 w 755290"/>
                <a:gd name="csY410" fmla="*/ 498272 h 689841"/>
                <a:gd name="csX411" fmla="*/ 394604 w 755290"/>
                <a:gd name="csY411" fmla="*/ 499227 h 689841"/>
                <a:gd name="csX412" fmla="*/ 394604 w 755290"/>
                <a:gd name="csY412" fmla="*/ 500183 h 689841"/>
                <a:gd name="csX413" fmla="*/ 394127 w 755290"/>
                <a:gd name="csY413" fmla="*/ 501616 h 689841"/>
                <a:gd name="csX414" fmla="*/ 394127 w 755290"/>
                <a:gd name="csY414" fmla="*/ 503527 h 689841"/>
                <a:gd name="csX415" fmla="*/ 394604 w 755290"/>
                <a:gd name="csY415" fmla="*/ 507349 h 689841"/>
                <a:gd name="csX416" fmla="*/ 394127 w 755290"/>
                <a:gd name="csY416" fmla="*/ 507827 h 689841"/>
                <a:gd name="csX417" fmla="*/ 393649 w 755290"/>
                <a:gd name="csY417" fmla="*/ 507827 h 689841"/>
                <a:gd name="csX418" fmla="*/ 392694 w 755290"/>
                <a:gd name="csY418" fmla="*/ 508304 h 689841"/>
                <a:gd name="csX419" fmla="*/ 391738 w 755290"/>
                <a:gd name="csY419" fmla="*/ 508782 h 689841"/>
                <a:gd name="csX420" fmla="*/ 389827 w 755290"/>
                <a:gd name="csY420" fmla="*/ 513559 h 689841"/>
                <a:gd name="csX421" fmla="*/ 389349 w 755290"/>
                <a:gd name="csY421" fmla="*/ 514515 h 689841"/>
                <a:gd name="csX422" fmla="*/ 388394 w 755290"/>
                <a:gd name="csY422" fmla="*/ 513559 h 689841"/>
                <a:gd name="csX423" fmla="*/ 387916 w 755290"/>
                <a:gd name="csY423" fmla="*/ 514037 h 689841"/>
                <a:gd name="csX424" fmla="*/ 386961 w 755290"/>
                <a:gd name="csY424" fmla="*/ 514515 h 689841"/>
                <a:gd name="csX425" fmla="*/ 385528 w 755290"/>
                <a:gd name="csY425" fmla="*/ 514992 h 689841"/>
                <a:gd name="csX426" fmla="*/ 383617 w 755290"/>
                <a:gd name="csY426" fmla="*/ 515470 h 689841"/>
                <a:gd name="csX427" fmla="*/ 381706 w 755290"/>
                <a:gd name="csY427" fmla="*/ 514992 h 689841"/>
                <a:gd name="csX428" fmla="*/ 378362 w 755290"/>
                <a:gd name="csY428" fmla="*/ 514037 h 689841"/>
                <a:gd name="csX429" fmla="*/ 377406 w 755290"/>
                <a:gd name="csY429" fmla="*/ 513559 h 689841"/>
                <a:gd name="csX430" fmla="*/ 375973 w 755290"/>
                <a:gd name="csY430" fmla="*/ 512126 h 689841"/>
                <a:gd name="csX431" fmla="*/ 373107 w 755290"/>
                <a:gd name="csY431" fmla="*/ 513559 h 689841"/>
                <a:gd name="csX432" fmla="*/ 372629 w 755290"/>
                <a:gd name="csY432" fmla="*/ 513081 h 689841"/>
                <a:gd name="csX433" fmla="*/ 370718 w 755290"/>
                <a:gd name="csY433" fmla="*/ 509737 h 689841"/>
                <a:gd name="csX434" fmla="*/ 370240 w 755290"/>
                <a:gd name="csY434" fmla="*/ 509737 h 689841"/>
                <a:gd name="csX435" fmla="*/ 370240 w 755290"/>
                <a:gd name="csY435" fmla="*/ 513559 h 689841"/>
                <a:gd name="csX436" fmla="*/ 369285 w 755290"/>
                <a:gd name="csY436" fmla="*/ 514515 h 689841"/>
                <a:gd name="csX437" fmla="*/ 367852 w 755290"/>
                <a:gd name="csY437" fmla="*/ 517381 h 689841"/>
                <a:gd name="csX438" fmla="*/ 366896 w 755290"/>
                <a:gd name="csY438" fmla="*/ 521681 h 689841"/>
                <a:gd name="csX439" fmla="*/ 366418 w 755290"/>
                <a:gd name="csY439" fmla="*/ 521681 h 689841"/>
                <a:gd name="csX440" fmla="*/ 365941 w 755290"/>
                <a:gd name="csY440" fmla="*/ 521203 h 689841"/>
                <a:gd name="csX441" fmla="*/ 364985 w 755290"/>
                <a:gd name="csY441" fmla="*/ 517381 h 689841"/>
                <a:gd name="csX442" fmla="*/ 364508 w 755290"/>
                <a:gd name="csY442" fmla="*/ 516426 h 689841"/>
                <a:gd name="csX443" fmla="*/ 362597 w 755290"/>
                <a:gd name="csY443" fmla="*/ 518814 h 689841"/>
                <a:gd name="csX444" fmla="*/ 362597 w 755290"/>
                <a:gd name="csY444" fmla="*/ 519292 h 689841"/>
                <a:gd name="csX445" fmla="*/ 363074 w 755290"/>
                <a:gd name="csY445" fmla="*/ 522636 h 689841"/>
                <a:gd name="csX446" fmla="*/ 362597 w 755290"/>
                <a:gd name="csY446" fmla="*/ 522636 h 689841"/>
                <a:gd name="csX447" fmla="*/ 359253 w 755290"/>
                <a:gd name="csY447" fmla="*/ 521203 h 689841"/>
                <a:gd name="csX448" fmla="*/ 358775 w 755290"/>
                <a:gd name="csY448" fmla="*/ 521203 h 689841"/>
                <a:gd name="csX449" fmla="*/ 358297 w 755290"/>
                <a:gd name="csY449" fmla="*/ 521681 h 689841"/>
                <a:gd name="csX450" fmla="*/ 359730 w 755290"/>
                <a:gd name="csY450" fmla="*/ 523592 h 689841"/>
                <a:gd name="csX451" fmla="*/ 359253 w 755290"/>
                <a:gd name="csY451" fmla="*/ 524547 h 689841"/>
                <a:gd name="csX452" fmla="*/ 354953 w 755290"/>
                <a:gd name="csY452" fmla="*/ 528847 h 689841"/>
                <a:gd name="csX453" fmla="*/ 353520 w 755290"/>
                <a:gd name="csY453" fmla="*/ 528847 h 689841"/>
                <a:gd name="csX454" fmla="*/ 353042 w 755290"/>
                <a:gd name="csY454" fmla="*/ 528369 h 689841"/>
                <a:gd name="csX455" fmla="*/ 352087 w 755290"/>
                <a:gd name="csY455" fmla="*/ 528369 h 689841"/>
                <a:gd name="csX456" fmla="*/ 349220 w 755290"/>
                <a:gd name="csY456" fmla="*/ 530280 h 689841"/>
                <a:gd name="csX457" fmla="*/ 348265 w 755290"/>
                <a:gd name="csY457" fmla="*/ 530280 h 689841"/>
                <a:gd name="csX458" fmla="*/ 347309 w 755290"/>
                <a:gd name="csY458" fmla="*/ 529324 h 689841"/>
                <a:gd name="csX459" fmla="*/ 346832 w 755290"/>
                <a:gd name="csY459" fmla="*/ 529324 h 689841"/>
                <a:gd name="csX460" fmla="*/ 346354 w 755290"/>
                <a:gd name="csY460" fmla="*/ 530280 h 689841"/>
                <a:gd name="csX461" fmla="*/ 346354 w 755290"/>
                <a:gd name="csY461" fmla="*/ 532191 h 689841"/>
                <a:gd name="csX462" fmla="*/ 345398 w 755290"/>
                <a:gd name="csY462" fmla="*/ 534102 h 689841"/>
                <a:gd name="csX463" fmla="*/ 342054 w 755290"/>
                <a:gd name="csY463" fmla="*/ 536968 h 689841"/>
                <a:gd name="csX464" fmla="*/ 341099 w 755290"/>
                <a:gd name="csY464" fmla="*/ 538401 h 689841"/>
                <a:gd name="csX465" fmla="*/ 340143 w 755290"/>
                <a:gd name="csY465" fmla="*/ 540312 h 689841"/>
                <a:gd name="csX466" fmla="*/ 339666 w 755290"/>
                <a:gd name="csY466" fmla="*/ 540790 h 689841"/>
                <a:gd name="csX467" fmla="*/ 337755 w 755290"/>
                <a:gd name="csY467" fmla="*/ 539357 h 689841"/>
                <a:gd name="csX468" fmla="*/ 335366 w 755290"/>
                <a:gd name="csY468" fmla="*/ 538401 h 689841"/>
                <a:gd name="csX469" fmla="*/ 334888 w 755290"/>
                <a:gd name="csY469" fmla="*/ 538879 h 689841"/>
                <a:gd name="csX470" fmla="*/ 335844 w 755290"/>
                <a:gd name="csY470" fmla="*/ 539834 h 689841"/>
                <a:gd name="csX471" fmla="*/ 335366 w 755290"/>
                <a:gd name="csY471" fmla="*/ 540790 h 689841"/>
                <a:gd name="csX472" fmla="*/ 334411 w 755290"/>
                <a:gd name="csY472" fmla="*/ 541268 h 689841"/>
                <a:gd name="csX473" fmla="*/ 333455 w 755290"/>
                <a:gd name="csY473" fmla="*/ 540790 h 689841"/>
                <a:gd name="csX474" fmla="*/ 331544 w 755290"/>
                <a:gd name="csY474" fmla="*/ 540312 h 689841"/>
                <a:gd name="csX475" fmla="*/ 329633 w 755290"/>
                <a:gd name="csY475" fmla="*/ 540790 h 689841"/>
                <a:gd name="csX476" fmla="*/ 326767 w 755290"/>
                <a:gd name="csY476" fmla="*/ 542701 h 689841"/>
                <a:gd name="csX477" fmla="*/ 324378 w 755290"/>
                <a:gd name="csY477" fmla="*/ 542701 h 689841"/>
                <a:gd name="csX478" fmla="*/ 321034 w 755290"/>
                <a:gd name="csY478" fmla="*/ 539834 h 689841"/>
                <a:gd name="csX479" fmla="*/ 320079 w 755290"/>
                <a:gd name="csY479" fmla="*/ 539834 h 689841"/>
                <a:gd name="csX480" fmla="*/ 320079 w 755290"/>
                <a:gd name="csY480" fmla="*/ 538879 h 689841"/>
                <a:gd name="csX481" fmla="*/ 320556 w 755290"/>
                <a:gd name="csY481" fmla="*/ 536968 h 689841"/>
                <a:gd name="csX482" fmla="*/ 321512 w 755290"/>
                <a:gd name="csY482" fmla="*/ 535535 h 689841"/>
                <a:gd name="csX483" fmla="*/ 321990 w 755290"/>
                <a:gd name="csY483" fmla="*/ 534579 h 689841"/>
                <a:gd name="csX484" fmla="*/ 325334 w 755290"/>
                <a:gd name="csY484" fmla="*/ 532668 h 689841"/>
                <a:gd name="csX485" fmla="*/ 328678 w 755290"/>
                <a:gd name="csY485" fmla="*/ 532191 h 689841"/>
                <a:gd name="csX486" fmla="*/ 331067 w 755290"/>
                <a:gd name="csY486" fmla="*/ 530757 h 689841"/>
                <a:gd name="csX487" fmla="*/ 333933 w 755290"/>
                <a:gd name="csY487" fmla="*/ 528369 h 689841"/>
                <a:gd name="csX488" fmla="*/ 335366 w 755290"/>
                <a:gd name="csY488" fmla="*/ 526458 h 689841"/>
                <a:gd name="csX489" fmla="*/ 338232 w 755290"/>
                <a:gd name="csY489" fmla="*/ 521681 h 689841"/>
                <a:gd name="csX490" fmla="*/ 337755 w 755290"/>
                <a:gd name="csY490" fmla="*/ 521203 h 689841"/>
                <a:gd name="csX491" fmla="*/ 337277 w 755290"/>
                <a:gd name="csY491" fmla="*/ 521203 h 689841"/>
                <a:gd name="csX492" fmla="*/ 331067 w 755290"/>
                <a:gd name="csY492" fmla="*/ 525502 h 689841"/>
                <a:gd name="csX493" fmla="*/ 330111 w 755290"/>
                <a:gd name="csY493" fmla="*/ 525980 h 689841"/>
                <a:gd name="csX494" fmla="*/ 328678 w 755290"/>
                <a:gd name="csY494" fmla="*/ 525980 h 689841"/>
                <a:gd name="csX495" fmla="*/ 323901 w 755290"/>
                <a:gd name="csY495" fmla="*/ 524069 h 689841"/>
                <a:gd name="csX496" fmla="*/ 322945 w 755290"/>
                <a:gd name="csY496" fmla="*/ 523592 h 689841"/>
                <a:gd name="csX497" fmla="*/ 321990 w 755290"/>
                <a:gd name="csY497" fmla="*/ 521203 h 689841"/>
                <a:gd name="csX498" fmla="*/ 323423 w 755290"/>
                <a:gd name="csY498" fmla="*/ 516426 h 689841"/>
                <a:gd name="csX499" fmla="*/ 324378 w 755290"/>
                <a:gd name="csY499" fmla="*/ 513559 h 689841"/>
                <a:gd name="csX500" fmla="*/ 326767 w 755290"/>
                <a:gd name="csY500" fmla="*/ 510215 h 689841"/>
                <a:gd name="csX501" fmla="*/ 330111 w 755290"/>
                <a:gd name="csY501" fmla="*/ 505915 h 689841"/>
                <a:gd name="csX502" fmla="*/ 331067 w 755290"/>
                <a:gd name="csY502" fmla="*/ 503527 h 689841"/>
                <a:gd name="csX503" fmla="*/ 332500 w 755290"/>
                <a:gd name="csY503" fmla="*/ 496361 h 689841"/>
                <a:gd name="csX504" fmla="*/ 332500 w 755290"/>
                <a:gd name="csY504" fmla="*/ 493017 h 689841"/>
                <a:gd name="csX505" fmla="*/ 332022 w 755290"/>
                <a:gd name="csY505" fmla="*/ 489195 h 689841"/>
                <a:gd name="csX506" fmla="*/ 332022 w 755290"/>
                <a:gd name="csY506" fmla="*/ 486806 h 689841"/>
                <a:gd name="csX507" fmla="*/ 332500 w 755290"/>
                <a:gd name="csY507" fmla="*/ 485851 h 689841"/>
                <a:gd name="csX508" fmla="*/ 339666 w 755290"/>
                <a:gd name="csY508" fmla="*/ 482507 h 689841"/>
                <a:gd name="csX509" fmla="*/ 343488 w 755290"/>
                <a:gd name="csY509" fmla="*/ 479640 h 689841"/>
                <a:gd name="csX510" fmla="*/ 350176 w 755290"/>
                <a:gd name="csY510" fmla="*/ 475819 h 689841"/>
                <a:gd name="csX511" fmla="*/ 352087 w 755290"/>
                <a:gd name="csY511" fmla="*/ 475819 h 689841"/>
                <a:gd name="csX512" fmla="*/ 353042 w 755290"/>
                <a:gd name="csY512" fmla="*/ 477252 h 689841"/>
                <a:gd name="csX513" fmla="*/ 354953 w 755290"/>
                <a:gd name="csY513" fmla="*/ 478207 h 689841"/>
                <a:gd name="csX514" fmla="*/ 356386 w 755290"/>
                <a:gd name="csY514" fmla="*/ 479163 h 689841"/>
                <a:gd name="csX515" fmla="*/ 358775 w 755290"/>
                <a:gd name="csY515" fmla="*/ 479163 h 689841"/>
                <a:gd name="csX516" fmla="*/ 361641 w 755290"/>
                <a:gd name="csY516" fmla="*/ 477729 h 689841"/>
                <a:gd name="csX517" fmla="*/ 365941 w 755290"/>
                <a:gd name="csY517" fmla="*/ 478207 h 689841"/>
                <a:gd name="csX518" fmla="*/ 375018 w 755290"/>
                <a:gd name="csY518" fmla="*/ 481074 h 689841"/>
                <a:gd name="csX519" fmla="*/ 376929 w 755290"/>
                <a:gd name="csY519" fmla="*/ 481074 h 689841"/>
                <a:gd name="csX520" fmla="*/ 377406 w 755290"/>
                <a:gd name="csY520" fmla="*/ 480596 h 689841"/>
                <a:gd name="csX521" fmla="*/ 375973 w 755290"/>
                <a:gd name="csY521" fmla="*/ 479163 h 689841"/>
                <a:gd name="csX522" fmla="*/ 369285 w 755290"/>
                <a:gd name="csY522" fmla="*/ 477729 h 689841"/>
                <a:gd name="csX523" fmla="*/ 366896 w 755290"/>
                <a:gd name="csY523" fmla="*/ 476774 h 689841"/>
                <a:gd name="csX524" fmla="*/ 359253 w 755290"/>
                <a:gd name="csY524" fmla="*/ 471997 h 689841"/>
                <a:gd name="csX525" fmla="*/ 357819 w 755290"/>
                <a:gd name="csY525" fmla="*/ 470086 h 689841"/>
                <a:gd name="csX526" fmla="*/ 358297 w 755290"/>
                <a:gd name="csY526" fmla="*/ 469130 h 689841"/>
                <a:gd name="csX527" fmla="*/ 360208 w 755290"/>
                <a:gd name="csY527" fmla="*/ 468653 h 689841"/>
                <a:gd name="csX528" fmla="*/ 360686 w 755290"/>
                <a:gd name="csY528" fmla="*/ 467697 h 689841"/>
                <a:gd name="csX529" fmla="*/ 361163 w 755290"/>
                <a:gd name="csY529" fmla="*/ 466742 h 689841"/>
                <a:gd name="csX530" fmla="*/ 362119 w 755290"/>
                <a:gd name="csY530" fmla="*/ 464831 h 689841"/>
                <a:gd name="csX531" fmla="*/ 364030 w 755290"/>
                <a:gd name="csY531" fmla="*/ 462920 h 689841"/>
                <a:gd name="csX532" fmla="*/ 366896 w 755290"/>
                <a:gd name="csY532" fmla="*/ 460531 h 689841"/>
                <a:gd name="csX533" fmla="*/ 372151 w 755290"/>
                <a:gd name="csY533" fmla="*/ 457665 h 689841"/>
                <a:gd name="csX534" fmla="*/ 370240 w 755290"/>
                <a:gd name="csY534" fmla="*/ 457665 h 689841"/>
                <a:gd name="csX535" fmla="*/ 366418 w 755290"/>
                <a:gd name="csY535" fmla="*/ 458143 h 689841"/>
                <a:gd name="csX536" fmla="*/ 364985 w 755290"/>
                <a:gd name="csY536" fmla="*/ 458620 h 689841"/>
                <a:gd name="csX537" fmla="*/ 362119 w 755290"/>
                <a:gd name="csY537" fmla="*/ 461009 h 689841"/>
                <a:gd name="csX538" fmla="*/ 361163 w 755290"/>
                <a:gd name="csY538" fmla="*/ 462442 h 689841"/>
                <a:gd name="csX539" fmla="*/ 359730 w 755290"/>
                <a:gd name="csY539" fmla="*/ 465308 h 689841"/>
                <a:gd name="csX540" fmla="*/ 359253 w 755290"/>
                <a:gd name="csY540" fmla="*/ 465786 h 689841"/>
                <a:gd name="csX541" fmla="*/ 356864 w 755290"/>
                <a:gd name="csY541" fmla="*/ 466264 h 689841"/>
                <a:gd name="csX542" fmla="*/ 349220 w 755290"/>
                <a:gd name="csY542" fmla="*/ 466742 h 689841"/>
                <a:gd name="csX543" fmla="*/ 348265 w 755290"/>
                <a:gd name="csY543" fmla="*/ 465308 h 689841"/>
                <a:gd name="csX544" fmla="*/ 347309 w 755290"/>
                <a:gd name="csY544" fmla="*/ 464831 h 689841"/>
                <a:gd name="csX545" fmla="*/ 346832 w 755290"/>
                <a:gd name="csY545" fmla="*/ 465308 h 689841"/>
                <a:gd name="csX546" fmla="*/ 340143 w 755290"/>
                <a:gd name="csY546" fmla="*/ 469130 h 689841"/>
                <a:gd name="csX547" fmla="*/ 337755 w 755290"/>
                <a:gd name="csY547" fmla="*/ 471041 h 689841"/>
                <a:gd name="csX548" fmla="*/ 335844 w 755290"/>
                <a:gd name="csY548" fmla="*/ 473430 h 689841"/>
                <a:gd name="csX549" fmla="*/ 333455 w 755290"/>
                <a:gd name="csY549" fmla="*/ 474863 h 689841"/>
                <a:gd name="csX550" fmla="*/ 329633 w 755290"/>
                <a:gd name="csY550" fmla="*/ 475819 h 689841"/>
                <a:gd name="csX551" fmla="*/ 327245 w 755290"/>
                <a:gd name="csY551" fmla="*/ 477252 h 689841"/>
                <a:gd name="csX552" fmla="*/ 324378 w 755290"/>
                <a:gd name="csY552" fmla="*/ 479640 h 689841"/>
                <a:gd name="csX553" fmla="*/ 323423 w 755290"/>
                <a:gd name="csY553" fmla="*/ 482029 h 689841"/>
                <a:gd name="csX554" fmla="*/ 323423 w 755290"/>
                <a:gd name="csY554" fmla="*/ 482507 h 689841"/>
                <a:gd name="csX555" fmla="*/ 323901 w 755290"/>
                <a:gd name="csY555" fmla="*/ 485851 h 689841"/>
                <a:gd name="csX556" fmla="*/ 323423 w 755290"/>
                <a:gd name="csY556" fmla="*/ 486329 h 689841"/>
                <a:gd name="csX557" fmla="*/ 321990 w 755290"/>
                <a:gd name="csY557" fmla="*/ 486329 h 689841"/>
                <a:gd name="csX558" fmla="*/ 319123 w 755290"/>
                <a:gd name="csY558" fmla="*/ 488240 h 689841"/>
                <a:gd name="csX559" fmla="*/ 313868 w 755290"/>
                <a:gd name="csY559" fmla="*/ 493972 h 689841"/>
                <a:gd name="csX560" fmla="*/ 312913 w 755290"/>
                <a:gd name="csY560" fmla="*/ 495883 h 689841"/>
                <a:gd name="csX561" fmla="*/ 312913 w 755290"/>
                <a:gd name="csY561" fmla="*/ 496839 h 689841"/>
                <a:gd name="csX562" fmla="*/ 313868 w 755290"/>
                <a:gd name="csY562" fmla="*/ 498272 h 689841"/>
                <a:gd name="csX563" fmla="*/ 313390 w 755290"/>
                <a:gd name="csY563" fmla="*/ 499227 h 689841"/>
                <a:gd name="csX564" fmla="*/ 311957 w 755290"/>
                <a:gd name="csY564" fmla="*/ 501138 h 689841"/>
                <a:gd name="csX565" fmla="*/ 308613 w 755290"/>
                <a:gd name="csY565" fmla="*/ 503527 h 689841"/>
                <a:gd name="csX566" fmla="*/ 306225 w 755290"/>
                <a:gd name="csY566" fmla="*/ 504482 h 689841"/>
                <a:gd name="csX567" fmla="*/ 304791 w 755290"/>
                <a:gd name="csY567" fmla="*/ 504960 h 689841"/>
                <a:gd name="csX568" fmla="*/ 303358 w 755290"/>
                <a:gd name="csY568" fmla="*/ 504482 h 689841"/>
                <a:gd name="csX569" fmla="*/ 300969 w 755290"/>
                <a:gd name="csY569" fmla="*/ 502571 h 689841"/>
                <a:gd name="csX570" fmla="*/ 298581 w 755290"/>
                <a:gd name="csY570" fmla="*/ 502571 h 689841"/>
                <a:gd name="csX571" fmla="*/ 298581 w 755290"/>
                <a:gd name="csY571" fmla="*/ 503049 h 689841"/>
                <a:gd name="csX572" fmla="*/ 301447 w 755290"/>
                <a:gd name="csY572" fmla="*/ 504482 h 689841"/>
                <a:gd name="csX573" fmla="*/ 304314 w 755290"/>
                <a:gd name="csY573" fmla="*/ 506871 h 689841"/>
                <a:gd name="csX574" fmla="*/ 305747 w 755290"/>
                <a:gd name="csY574" fmla="*/ 508782 h 689841"/>
                <a:gd name="csX575" fmla="*/ 306702 w 755290"/>
                <a:gd name="csY575" fmla="*/ 510215 h 689841"/>
                <a:gd name="csX576" fmla="*/ 306702 w 755290"/>
                <a:gd name="csY576" fmla="*/ 511648 h 689841"/>
                <a:gd name="csX577" fmla="*/ 306225 w 755290"/>
                <a:gd name="csY577" fmla="*/ 513559 h 689841"/>
                <a:gd name="csX578" fmla="*/ 303836 w 755290"/>
                <a:gd name="csY578" fmla="*/ 516426 h 689841"/>
                <a:gd name="csX579" fmla="*/ 301925 w 755290"/>
                <a:gd name="csY579" fmla="*/ 516903 h 689841"/>
                <a:gd name="csX580" fmla="*/ 297148 w 755290"/>
                <a:gd name="csY580" fmla="*/ 517859 h 689841"/>
                <a:gd name="csX581" fmla="*/ 295715 w 755290"/>
                <a:gd name="csY581" fmla="*/ 518814 h 689841"/>
                <a:gd name="csX582" fmla="*/ 295237 w 755290"/>
                <a:gd name="csY582" fmla="*/ 519292 h 689841"/>
                <a:gd name="csX583" fmla="*/ 298581 w 755290"/>
                <a:gd name="csY583" fmla="*/ 520247 h 689841"/>
                <a:gd name="csX584" fmla="*/ 298581 w 755290"/>
                <a:gd name="csY584" fmla="*/ 520725 h 689841"/>
                <a:gd name="csX585" fmla="*/ 298103 w 755290"/>
                <a:gd name="csY585" fmla="*/ 523114 h 689841"/>
                <a:gd name="csX586" fmla="*/ 297625 w 755290"/>
                <a:gd name="csY586" fmla="*/ 524069 h 689841"/>
                <a:gd name="csX587" fmla="*/ 294759 w 755290"/>
                <a:gd name="csY587" fmla="*/ 525502 h 689841"/>
                <a:gd name="csX588" fmla="*/ 291893 w 755290"/>
                <a:gd name="csY588" fmla="*/ 525502 h 689841"/>
                <a:gd name="csX589" fmla="*/ 291893 w 755290"/>
                <a:gd name="csY589" fmla="*/ 525502 h 689841"/>
                <a:gd name="csX590" fmla="*/ 292370 w 755290"/>
                <a:gd name="csY590" fmla="*/ 523592 h 689841"/>
                <a:gd name="csX591" fmla="*/ 291893 w 755290"/>
                <a:gd name="csY591" fmla="*/ 523114 h 689841"/>
                <a:gd name="csX592" fmla="*/ 290937 w 755290"/>
                <a:gd name="csY592" fmla="*/ 522636 h 689841"/>
                <a:gd name="csX593" fmla="*/ 289504 w 755290"/>
                <a:gd name="csY593" fmla="*/ 523592 h 689841"/>
                <a:gd name="csX594" fmla="*/ 286160 w 755290"/>
                <a:gd name="csY594" fmla="*/ 525980 h 689841"/>
                <a:gd name="csX595" fmla="*/ 286160 w 755290"/>
                <a:gd name="csY595" fmla="*/ 526458 h 689841"/>
                <a:gd name="csX596" fmla="*/ 287115 w 755290"/>
                <a:gd name="csY596" fmla="*/ 527413 h 689841"/>
                <a:gd name="csX597" fmla="*/ 287115 w 755290"/>
                <a:gd name="csY597" fmla="*/ 527891 h 689841"/>
                <a:gd name="csX598" fmla="*/ 285204 w 755290"/>
                <a:gd name="csY598" fmla="*/ 529802 h 689841"/>
                <a:gd name="csX599" fmla="*/ 284249 w 755290"/>
                <a:gd name="csY599" fmla="*/ 531235 h 689841"/>
                <a:gd name="csX600" fmla="*/ 283294 w 755290"/>
                <a:gd name="csY600" fmla="*/ 532191 h 689841"/>
                <a:gd name="csX601" fmla="*/ 277561 w 755290"/>
                <a:gd name="csY601" fmla="*/ 536490 h 689841"/>
                <a:gd name="csX602" fmla="*/ 278039 w 755290"/>
                <a:gd name="csY602" fmla="*/ 537446 h 689841"/>
                <a:gd name="csX603" fmla="*/ 276605 w 755290"/>
                <a:gd name="csY603" fmla="*/ 540790 h 689841"/>
                <a:gd name="csX604" fmla="*/ 276128 w 755290"/>
                <a:gd name="csY604" fmla="*/ 543656 h 689841"/>
                <a:gd name="csX605" fmla="*/ 277083 w 755290"/>
                <a:gd name="csY605" fmla="*/ 545089 h 689841"/>
                <a:gd name="csX606" fmla="*/ 281383 w 755290"/>
                <a:gd name="csY606" fmla="*/ 546522 h 689841"/>
                <a:gd name="csX607" fmla="*/ 283771 w 755290"/>
                <a:gd name="csY607" fmla="*/ 546522 h 689841"/>
                <a:gd name="csX608" fmla="*/ 286160 w 755290"/>
                <a:gd name="csY608" fmla="*/ 547956 h 689841"/>
                <a:gd name="csX609" fmla="*/ 290937 w 755290"/>
                <a:gd name="csY609" fmla="*/ 550344 h 689841"/>
                <a:gd name="csX610" fmla="*/ 292370 w 755290"/>
                <a:gd name="csY610" fmla="*/ 552255 h 689841"/>
                <a:gd name="csX611" fmla="*/ 292848 w 755290"/>
                <a:gd name="csY611" fmla="*/ 553211 h 689841"/>
                <a:gd name="csX612" fmla="*/ 292848 w 755290"/>
                <a:gd name="csY612" fmla="*/ 554166 h 689841"/>
                <a:gd name="csX613" fmla="*/ 291893 w 755290"/>
                <a:gd name="csY613" fmla="*/ 555599 h 689841"/>
                <a:gd name="csX614" fmla="*/ 290460 w 755290"/>
                <a:gd name="csY614" fmla="*/ 557988 h 689841"/>
                <a:gd name="csX615" fmla="*/ 287115 w 755290"/>
                <a:gd name="csY615" fmla="*/ 561332 h 689841"/>
                <a:gd name="csX616" fmla="*/ 285204 w 755290"/>
                <a:gd name="csY616" fmla="*/ 562288 h 689841"/>
                <a:gd name="csX617" fmla="*/ 282816 w 755290"/>
                <a:gd name="csY617" fmla="*/ 563243 h 689841"/>
                <a:gd name="csX618" fmla="*/ 282338 w 755290"/>
                <a:gd name="csY618" fmla="*/ 563721 h 689841"/>
                <a:gd name="csX619" fmla="*/ 278994 w 755290"/>
                <a:gd name="csY619" fmla="*/ 567065 h 689841"/>
                <a:gd name="csX620" fmla="*/ 278039 w 755290"/>
                <a:gd name="csY620" fmla="*/ 568498 h 689841"/>
                <a:gd name="csX621" fmla="*/ 278516 w 755290"/>
                <a:gd name="csY621" fmla="*/ 570409 h 689841"/>
                <a:gd name="csX622" fmla="*/ 277561 w 755290"/>
                <a:gd name="csY622" fmla="*/ 571364 h 689841"/>
                <a:gd name="csX623" fmla="*/ 273739 w 755290"/>
                <a:gd name="csY623" fmla="*/ 573275 h 689841"/>
                <a:gd name="csX624" fmla="*/ 273739 w 755290"/>
                <a:gd name="csY624" fmla="*/ 573753 h 689841"/>
                <a:gd name="csX625" fmla="*/ 275172 w 755290"/>
                <a:gd name="csY625" fmla="*/ 573753 h 689841"/>
                <a:gd name="csX626" fmla="*/ 274694 w 755290"/>
                <a:gd name="csY626" fmla="*/ 575664 h 689841"/>
                <a:gd name="csX627" fmla="*/ 274694 w 755290"/>
                <a:gd name="csY627" fmla="*/ 578530 h 689841"/>
                <a:gd name="csX628" fmla="*/ 273739 w 755290"/>
                <a:gd name="csY628" fmla="*/ 579008 h 689841"/>
                <a:gd name="csX629" fmla="*/ 271350 w 755290"/>
                <a:gd name="csY629" fmla="*/ 579008 h 689841"/>
                <a:gd name="csX630" fmla="*/ 268006 w 755290"/>
                <a:gd name="csY630" fmla="*/ 579964 h 689841"/>
                <a:gd name="csX631" fmla="*/ 268006 w 755290"/>
                <a:gd name="csY631" fmla="*/ 579964 h 689841"/>
                <a:gd name="csX632" fmla="*/ 268006 w 755290"/>
                <a:gd name="csY632" fmla="*/ 581875 h 689841"/>
                <a:gd name="csX633" fmla="*/ 259407 w 755290"/>
                <a:gd name="csY633" fmla="*/ 583308 h 689841"/>
                <a:gd name="csX634" fmla="*/ 257496 w 755290"/>
                <a:gd name="csY634" fmla="*/ 586652 h 689841"/>
                <a:gd name="csX635" fmla="*/ 256541 w 755290"/>
                <a:gd name="csY635" fmla="*/ 588085 h 689841"/>
                <a:gd name="csX636" fmla="*/ 253197 w 755290"/>
                <a:gd name="csY636" fmla="*/ 590474 h 689841"/>
                <a:gd name="csX637" fmla="*/ 251286 w 755290"/>
                <a:gd name="csY637" fmla="*/ 591429 h 689841"/>
                <a:gd name="csX638" fmla="*/ 248897 w 755290"/>
                <a:gd name="csY638" fmla="*/ 591907 h 689841"/>
                <a:gd name="csX639" fmla="*/ 247942 w 755290"/>
                <a:gd name="csY639" fmla="*/ 592862 h 689841"/>
                <a:gd name="csX640" fmla="*/ 247942 w 755290"/>
                <a:gd name="csY640" fmla="*/ 594295 h 689841"/>
                <a:gd name="csX641" fmla="*/ 246986 w 755290"/>
                <a:gd name="csY641" fmla="*/ 595251 h 689841"/>
                <a:gd name="csX642" fmla="*/ 245075 w 755290"/>
                <a:gd name="csY642" fmla="*/ 596684 h 689841"/>
                <a:gd name="csX643" fmla="*/ 244120 w 755290"/>
                <a:gd name="csY643" fmla="*/ 598595 h 689841"/>
                <a:gd name="csX644" fmla="*/ 243642 w 755290"/>
                <a:gd name="csY644" fmla="*/ 599073 h 689841"/>
                <a:gd name="csX645" fmla="*/ 239820 w 755290"/>
                <a:gd name="csY645" fmla="*/ 599550 h 689841"/>
                <a:gd name="csX646" fmla="*/ 238865 w 755290"/>
                <a:gd name="csY646" fmla="*/ 600028 h 689841"/>
                <a:gd name="csX647" fmla="*/ 238865 w 755290"/>
                <a:gd name="csY647" fmla="*/ 602895 h 689841"/>
                <a:gd name="csX648" fmla="*/ 237909 w 755290"/>
                <a:gd name="csY648" fmla="*/ 602895 h 689841"/>
                <a:gd name="csX649" fmla="*/ 236476 w 755290"/>
                <a:gd name="csY649" fmla="*/ 601939 h 689841"/>
                <a:gd name="csX650" fmla="*/ 235043 w 755290"/>
                <a:gd name="csY650" fmla="*/ 602895 h 689841"/>
                <a:gd name="csX651" fmla="*/ 231221 w 755290"/>
                <a:gd name="csY651" fmla="*/ 605761 h 689841"/>
                <a:gd name="csX652" fmla="*/ 230266 w 755290"/>
                <a:gd name="csY652" fmla="*/ 606716 h 689841"/>
                <a:gd name="csX653" fmla="*/ 230266 w 755290"/>
                <a:gd name="csY653" fmla="*/ 607194 h 689841"/>
                <a:gd name="csX654" fmla="*/ 231221 w 755290"/>
                <a:gd name="csY654" fmla="*/ 607672 h 689841"/>
                <a:gd name="csX655" fmla="*/ 231699 w 755290"/>
                <a:gd name="csY655" fmla="*/ 609583 h 689841"/>
                <a:gd name="csX656" fmla="*/ 231699 w 755290"/>
                <a:gd name="csY656" fmla="*/ 611016 h 689841"/>
                <a:gd name="csX657" fmla="*/ 230266 w 755290"/>
                <a:gd name="csY657" fmla="*/ 614360 h 689841"/>
                <a:gd name="csX658" fmla="*/ 229788 w 755290"/>
                <a:gd name="csY658" fmla="*/ 614838 h 689841"/>
                <a:gd name="csX659" fmla="*/ 227877 w 755290"/>
                <a:gd name="csY659" fmla="*/ 615316 h 689841"/>
                <a:gd name="csX660" fmla="*/ 227399 w 755290"/>
                <a:gd name="csY660" fmla="*/ 617227 h 689841"/>
                <a:gd name="csX661" fmla="*/ 225488 w 755290"/>
                <a:gd name="csY661" fmla="*/ 617227 h 689841"/>
                <a:gd name="csX662" fmla="*/ 224533 w 755290"/>
                <a:gd name="csY662" fmla="*/ 617704 h 689841"/>
                <a:gd name="csX663" fmla="*/ 223577 w 755290"/>
                <a:gd name="csY663" fmla="*/ 618660 h 689841"/>
                <a:gd name="csX664" fmla="*/ 222622 w 755290"/>
                <a:gd name="csY664" fmla="*/ 619615 h 689841"/>
                <a:gd name="csX665" fmla="*/ 221667 w 755290"/>
                <a:gd name="csY665" fmla="*/ 619615 h 689841"/>
                <a:gd name="csX666" fmla="*/ 220233 w 755290"/>
                <a:gd name="csY666" fmla="*/ 620571 h 689841"/>
                <a:gd name="csX667" fmla="*/ 218800 w 755290"/>
                <a:gd name="csY667" fmla="*/ 622482 h 689841"/>
                <a:gd name="csX668" fmla="*/ 217367 w 755290"/>
                <a:gd name="csY668" fmla="*/ 623437 h 689841"/>
                <a:gd name="csX669" fmla="*/ 215934 w 755290"/>
                <a:gd name="csY669" fmla="*/ 623915 h 689841"/>
                <a:gd name="csX670" fmla="*/ 214501 w 755290"/>
                <a:gd name="csY670" fmla="*/ 623915 h 689841"/>
                <a:gd name="csX671" fmla="*/ 213545 w 755290"/>
                <a:gd name="csY671" fmla="*/ 623915 h 689841"/>
                <a:gd name="csX672" fmla="*/ 212112 w 755290"/>
                <a:gd name="csY672" fmla="*/ 623915 h 689841"/>
                <a:gd name="csX673" fmla="*/ 211156 w 755290"/>
                <a:gd name="csY673" fmla="*/ 624870 h 689841"/>
                <a:gd name="csX674" fmla="*/ 210201 w 755290"/>
                <a:gd name="csY674" fmla="*/ 625826 h 689841"/>
                <a:gd name="csX675" fmla="*/ 209246 w 755290"/>
                <a:gd name="csY675" fmla="*/ 628692 h 689841"/>
                <a:gd name="csX676" fmla="*/ 208290 w 755290"/>
                <a:gd name="csY676" fmla="*/ 629648 h 689841"/>
                <a:gd name="csX677" fmla="*/ 207812 w 755290"/>
                <a:gd name="csY677" fmla="*/ 630125 h 689841"/>
                <a:gd name="csX678" fmla="*/ 206379 w 755290"/>
                <a:gd name="csY678" fmla="*/ 629648 h 689841"/>
                <a:gd name="csX679" fmla="*/ 204468 w 755290"/>
                <a:gd name="csY679" fmla="*/ 629170 h 689841"/>
                <a:gd name="csX680" fmla="*/ 202557 w 755290"/>
                <a:gd name="csY680" fmla="*/ 629648 h 689841"/>
                <a:gd name="csX681" fmla="*/ 199691 w 755290"/>
                <a:gd name="csY681" fmla="*/ 631081 h 689841"/>
                <a:gd name="csX682" fmla="*/ 198735 w 755290"/>
                <a:gd name="csY682" fmla="*/ 632514 h 689841"/>
                <a:gd name="csX683" fmla="*/ 200646 w 755290"/>
                <a:gd name="csY683" fmla="*/ 632992 h 689841"/>
                <a:gd name="csX684" fmla="*/ 201602 w 755290"/>
                <a:gd name="csY684" fmla="*/ 632992 h 689841"/>
                <a:gd name="csX685" fmla="*/ 201602 w 755290"/>
                <a:gd name="csY685" fmla="*/ 633469 h 689841"/>
                <a:gd name="csX686" fmla="*/ 200646 w 755290"/>
                <a:gd name="csY686" fmla="*/ 633947 h 689841"/>
                <a:gd name="csX687" fmla="*/ 198735 w 755290"/>
                <a:gd name="csY687" fmla="*/ 633947 h 689841"/>
                <a:gd name="csX688" fmla="*/ 197780 w 755290"/>
                <a:gd name="csY688" fmla="*/ 634425 h 689841"/>
                <a:gd name="csX689" fmla="*/ 196347 w 755290"/>
                <a:gd name="csY689" fmla="*/ 634902 h 689841"/>
                <a:gd name="csX690" fmla="*/ 193003 w 755290"/>
                <a:gd name="csY690" fmla="*/ 635858 h 689841"/>
                <a:gd name="csX691" fmla="*/ 192047 w 755290"/>
                <a:gd name="csY691" fmla="*/ 636336 h 689841"/>
                <a:gd name="csX692" fmla="*/ 189659 w 755290"/>
                <a:gd name="csY692" fmla="*/ 639680 h 689841"/>
                <a:gd name="csX693" fmla="*/ 189181 w 755290"/>
                <a:gd name="csY693" fmla="*/ 640157 h 689841"/>
                <a:gd name="csX694" fmla="*/ 189659 w 755290"/>
                <a:gd name="csY694" fmla="*/ 640635 h 689841"/>
                <a:gd name="csX695" fmla="*/ 190614 w 755290"/>
                <a:gd name="csY695" fmla="*/ 640157 h 689841"/>
                <a:gd name="csX696" fmla="*/ 192525 w 755290"/>
                <a:gd name="csY696" fmla="*/ 640635 h 689841"/>
                <a:gd name="csX697" fmla="*/ 193480 w 755290"/>
                <a:gd name="csY697" fmla="*/ 641591 h 689841"/>
                <a:gd name="csX698" fmla="*/ 193958 w 755290"/>
                <a:gd name="csY698" fmla="*/ 642068 h 689841"/>
                <a:gd name="csX699" fmla="*/ 194436 w 755290"/>
                <a:gd name="csY699" fmla="*/ 643979 h 689841"/>
                <a:gd name="csX700" fmla="*/ 194436 w 755290"/>
                <a:gd name="csY700" fmla="*/ 643979 h 689841"/>
                <a:gd name="csX701" fmla="*/ 191569 w 755290"/>
                <a:gd name="csY701" fmla="*/ 646846 h 689841"/>
                <a:gd name="csX702" fmla="*/ 190614 w 755290"/>
                <a:gd name="csY702" fmla="*/ 648279 h 689841"/>
                <a:gd name="csX703" fmla="*/ 190136 w 755290"/>
                <a:gd name="csY703" fmla="*/ 648757 h 689841"/>
                <a:gd name="csX704" fmla="*/ 189659 w 755290"/>
                <a:gd name="csY704" fmla="*/ 648279 h 689841"/>
                <a:gd name="csX705" fmla="*/ 189181 w 755290"/>
                <a:gd name="csY705" fmla="*/ 644935 h 689841"/>
                <a:gd name="csX706" fmla="*/ 189181 w 755290"/>
                <a:gd name="csY706" fmla="*/ 644457 h 689841"/>
                <a:gd name="csX707" fmla="*/ 188225 w 755290"/>
                <a:gd name="csY707" fmla="*/ 644457 h 689841"/>
                <a:gd name="csX708" fmla="*/ 187748 w 755290"/>
                <a:gd name="csY708" fmla="*/ 645413 h 689841"/>
                <a:gd name="csX709" fmla="*/ 186314 w 755290"/>
                <a:gd name="csY709" fmla="*/ 649234 h 689841"/>
                <a:gd name="csX710" fmla="*/ 184404 w 755290"/>
                <a:gd name="csY710" fmla="*/ 651145 h 689841"/>
                <a:gd name="csX711" fmla="*/ 171983 w 755290"/>
                <a:gd name="csY711" fmla="*/ 655923 h 689841"/>
                <a:gd name="csX712" fmla="*/ 170072 w 755290"/>
                <a:gd name="csY712" fmla="*/ 656878 h 689841"/>
                <a:gd name="csX713" fmla="*/ 169594 w 755290"/>
                <a:gd name="csY713" fmla="*/ 658789 h 689841"/>
                <a:gd name="csX714" fmla="*/ 169116 w 755290"/>
                <a:gd name="csY714" fmla="*/ 660700 h 689841"/>
                <a:gd name="csX715" fmla="*/ 168161 w 755290"/>
                <a:gd name="csY715" fmla="*/ 661655 h 689841"/>
                <a:gd name="csX716" fmla="*/ 167205 w 755290"/>
                <a:gd name="csY716" fmla="*/ 662611 h 689841"/>
                <a:gd name="csX717" fmla="*/ 167205 w 755290"/>
                <a:gd name="csY717" fmla="*/ 662133 h 689841"/>
                <a:gd name="csX718" fmla="*/ 167205 w 755290"/>
                <a:gd name="csY718" fmla="*/ 657356 h 689841"/>
                <a:gd name="csX719" fmla="*/ 166728 w 755290"/>
                <a:gd name="csY719" fmla="*/ 656400 h 689841"/>
                <a:gd name="csX720" fmla="*/ 165772 w 755290"/>
                <a:gd name="csY720" fmla="*/ 655923 h 689841"/>
                <a:gd name="csX721" fmla="*/ 164817 w 755290"/>
                <a:gd name="csY721" fmla="*/ 655923 h 689841"/>
                <a:gd name="csX722" fmla="*/ 164339 w 755290"/>
                <a:gd name="csY722" fmla="*/ 655923 h 689841"/>
                <a:gd name="csX723" fmla="*/ 162906 w 755290"/>
                <a:gd name="csY723" fmla="*/ 656878 h 689841"/>
                <a:gd name="csX724" fmla="*/ 161950 w 755290"/>
                <a:gd name="csY724" fmla="*/ 657356 h 689841"/>
                <a:gd name="csX725" fmla="*/ 160995 w 755290"/>
                <a:gd name="csY725" fmla="*/ 657356 h 689841"/>
                <a:gd name="csX726" fmla="*/ 159562 w 755290"/>
                <a:gd name="csY726" fmla="*/ 658311 h 689841"/>
                <a:gd name="csX727" fmla="*/ 155740 w 755290"/>
                <a:gd name="csY727" fmla="*/ 661655 h 689841"/>
                <a:gd name="csX728" fmla="*/ 152873 w 755290"/>
                <a:gd name="csY728" fmla="*/ 662611 h 689841"/>
                <a:gd name="csX729" fmla="*/ 152396 w 755290"/>
                <a:gd name="csY729" fmla="*/ 663089 h 689841"/>
                <a:gd name="csX730" fmla="*/ 151440 w 755290"/>
                <a:gd name="csY730" fmla="*/ 664999 h 689841"/>
                <a:gd name="csX731" fmla="*/ 150485 w 755290"/>
                <a:gd name="csY731" fmla="*/ 665477 h 689841"/>
                <a:gd name="csX732" fmla="*/ 149529 w 755290"/>
                <a:gd name="csY732" fmla="*/ 665477 h 689841"/>
                <a:gd name="csX733" fmla="*/ 148096 w 755290"/>
                <a:gd name="csY733" fmla="*/ 664999 h 689841"/>
                <a:gd name="csX734" fmla="*/ 147141 w 755290"/>
                <a:gd name="csY734" fmla="*/ 665477 h 689841"/>
                <a:gd name="csX735" fmla="*/ 146185 w 755290"/>
                <a:gd name="csY735" fmla="*/ 666910 h 689841"/>
                <a:gd name="csX736" fmla="*/ 145230 w 755290"/>
                <a:gd name="csY736" fmla="*/ 667388 h 689841"/>
                <a:gd name="csX737" fmla="*/ 142841 w 755290"/>
                <a:gd name="csY737" fmla="*/ 666433 h 689841"/>
                <a:gd name="csX738" fmla="*/ 141408 w 755290"/>
                <a:gd name="csY738" fmla="*/ 666910 h 689841"/>
                <a:gd name="csX739" fmla="*/ 139975 w 755290"/>
                <a:gd name="csY739" fmla="*/ 668821 h 689841"/>
                <a:gd name="csX740" fmla="*/ 138542 w 755290"/>
                <a:gd name="csY740" fmla="*/ 669777 h 689841"/>
                <a:gd name="csX741" fmla="*/ 137108 w 755290"/>
                <a:gd name="csY741" fmla="*/ 670255 h 689841"/>
                <a:gd name="csX742" fmla="*/ 133286 w 755290"/>
                <a:gd name="csY742" fmla="*/ 670732 h 689841"/>
                <a:gd name="csX743" fmla="*/ 131376 w 755290"/>
                <a:gd name="csY743" fmla="*/ 670255 h 689841"/>
                <a:gd name="csX744" fmla="*/ 130898 w 755290"/>
                <a:gd name="csY744" fmla="*/ 670255 h 689841"/>
                <a:gd name="csX745" fmla="*/ 131376 w 755290"/>
                <a:gd name="csY745" fmla="*/ 667866 h 689841"/>
                <a:gd name="csX746" fmla="*/ 131853 w 755290"/>
                <a:gd name="csY746" fmla="*/ 666433 h 689841"/>
                <a:gd name="csX747" fmla="*/ 132331 w 755290"/>
                <a:gd name="csY747" fmla="*/ 665477 h 689841"/>
                <a:gd name="csX748" fmla="*/ 133286 w 755290"/>
                <a:gd name="csY748" fmla="*/ 664999 h 689841"/>
                <a:gd name="csX749" fmla="*/ 134242 w 755290"/>
                <a:gd name="csY749" fmla="*/ 664999 h 689841"/>
                <a:gd name="csX750" fmla="*/ 136631 w 755290"/>
                <a:gd name="csY750" fmla="*/ 665477 h 689841"/>
                <a:gd name="csX751" fmla="*/ 136153 w 755290"/>
                <a:gd name="csY751" fmla="*/ 664999 h 689841"/>
                <a:gd name="csX752" fmla="*/ 135675 w 755290"/>
                <a:gd name="csY752" fmla="*/ 664044 h 689841"/>
                <a:gd name="csX753" fmla="*/ 133764 w 755290"/>
                <a:gd name="csY753" fmla="*/ 663089 h 689841"/>
                <a:gd name="csX754" fmla="*/ 131376 w 755290"/>
                <a:gd name="csY754" fmla="*/ 662611 h 689841"/>
                <a:gd name="csX755" fmla="*/ 130420 w 755290"/>
                <a:gd name="csY755" fmla="*/ 663089 h 689841"/>
                <a:gd name="csX756" fmla="*/ 128987 w 755290"/>
                <a:gd name="csY756" fmla="*/ 663566 h 689841"/>
                <a:gd name="csX757" fmla="*/ 127554 w 755290"/>
                <a:gd name="csY757" fmla="*/ 664522 h 689841"/>
                <a:gd name="csX758" fmla="*/ 127076 w 755290"/>
                <a:gd name="csY758" fmla="*/ 665955 h 689841"/>
                <a:gd name="csX759" fmla="*/ 126121 w 755290"/>
                <a:gd name="csY759" fmla="*/ 669299 h 689841"/>
                <a:gd name="csX760" fmla="*/ 126121 w 755290"/>
                <a:gd name="csY760" fmla="*/ 670255 h 689841"/>
                <a:gd name="csX761" fmla="*/ 121343 w 755290"/>
                <a:gd name="csY761" fmla="*/ 676465 h 689841"/>
                <a:gd name="csX762" fmla="*/ 119432 w 755290"/>
                <a:gd name="csY762" fmla="*/ 678376 h 689841"/>
                <a:gd name="csX763" fmla="*/ 117521 w 755290"/>
                <a:gd name="csY763" fmla="*/ 677898 h 689841"/>
                <a:gd name="csX764" fmla="*/ 116566 w 755290"/>
                <a:gd name="csY764" fmla="*/ 678854 h 689841"/>
                <a:gd name="csX765" fmla="*/ 115133 w 755290"/>
                <a:gd name="csY765" fmla="*/ 680287 h 689841"/>
                <a:gd name="csX766" fmla="*/ 114177 w 755290"/>
                <a:gd name="csY766" fmla="*/ 681242 h 689841"/>
                <a:gd name="csX767" fmla="*/ 113222 w 755290"/>
                <a:gd name="csY767" fmla="*/ 680764 h 689841"/>
                <a:gd name="csX768" fmla="*/ 112266 w 755290"/>
                <a:gd name="csY768" fmla="*/ 680764 h 689841"/>
                <a:gd name="csX769" fmla="*/ 111789 w 755290"/>
                <a:gd name="csY769" fmla="*/ 680287 h 689841"/>
                <a:gd name="csX770" fmla="*/ 111789 w 755290"/>
                <a:gd name="csY770" fmla="*/ 679809 h 689841"/>
                <a:gd name="csX771" fmla="*/ 112744 w 755290"/>
                <a:gd name="csY771" fmla="*/ 679331 h 689841"/>
                <a:gd name="csX772" fmla="*/ 112266 w 755290"/>
                <a:gd name="csY772" fmla="*/ 677898 h 689841"/>
                <a:gd name="csX773" fmla="*/ 110833 w 755290"/>
                <a:gd name="csY773" fmla="*/ 675987 h 689841"/>
                <a:gd name="csX774" fmla="*/ 109878 w 755290"/>
                <a:gd name="csY774" fmla="*/ 675032 h 689841"/>
                <a:gd name="csX775" fmla="*/ 108445 w 755290"/>
                <a:gd name="csY775" fmla="*/ 675032 h 689841"/>
                <a:gd name="csX776" fmla="*/ 107967 w 755290"/>
                <a:gd name="csY776" fmla="*/ 675987 h 689841"/>
                <a:gd name="csX777" fmla="*/ 108445 w 755290"/>
                <a:gd name="csY777" fmla="*/ 680287 h 689841"/>
                <a:gd name="csX778" fmla="*/ 108445 w 755290"/>
                <a:gd name="csY778" fmla="*/ 681242 h 689841"/>
                <a:gd name="csX779" fmla="*/ 107489 w 755290"/>
                <a:gd name="csY779" fmla="*/ 682675 h 689841"/>
                <a:gd name="csX780" fmla="*/ 104623 w 755290"/>
                <a:gd name="csY780" fmla="*/ 684109 h 689841"/>
                <a:gd name="csX781" fmla="*/ 103667 w 755290"/>
                <a:gd name="csY781" fmla="*/ 684109 h 689841"/>
                <a:gd name="csX782" fmla="*/ 100801 w 755290"/>
                <a:gd name="csY782" fmla="*/ 681242 h 689841"/>
                <a:gd name="csX783" fmla="*/ 98412 w 755290"/>
                <a:gd name="csY783" fmla="*/ 680764 h 689841"/>
                <a:gd name="csX784" fmla="*/ 98412 w 755290"/>
                <a:gd name="csY784" fmla="*/ 681720 h 689841"/>
                <a:gd name="csX785" fmla="*/ 98890 w 755290"/>
                <a:gd name="csY785" fmla="*/ 683631 h 689841"/>
                <a:gd name="csX786" fmla="*/ 98412 w 755290"/>
                <a:gd name="csY786" fmla="*/ 685542 h 689841"/>
                <a:gd name="csX787" fmla="*/ 96501 w 755290"/>
                <a:gd name="csY787" fmla="*/ 686975 h 689841"/>
                <a:gd name="csX788" fmla="*/ 95068 w 755290"/>
                <a:gd name="csY788" fmla="*/ 687930 h 689841"/>
                <a:gd name="csX789" fmla="*/ 94113 w 755290"/>
                <a:gd name="csY789" fmla="*/ 687930 h 689841"/>
                <a:gd name="csX790" fmla="*/ 94113 w 755290"/>
                <a:gd name="csY790" fmla="*/ 686497 h 689841"/>
                <a:gd name="csX791" fmla="*/ 95068 w 755290"/>
                <a:gd name="csY791" fmla="*/ 684109 h 689841"/>
                <a:gd name="csX792" fmla="*/ 95068 w 755290"/>
                <a:gd name="csY792" fmla="*/ 682198 h 689841"/>
                <a:gd name="csX793" fmla="*/ 95068 w 755290"/>
                <a:gd name="csY793" fmla="*/ 680764 h 689841"/>
                <a:gd name="csX794" fmla="*/ 95068 w 755290"/>
                <a:gd name="csY794" fmla="*/ 679809 h 689841"/>
                <a:gd name="csX795" fmla="*/ 95546 w 755290"/>
                <a:gd name="csY795" fmla="*/ 678854 h 689841"/>
                <a:gd name="csX796" fmla="*/ 98890 w 755290"/>
                <a:gd name="csY796" fmla="*/ 676465 h 689841"/>
                <a:gd name="csX797" fmla="*/ 99845 w 755290"/>
                <a:gd name="csY797" fmla="*/ 675987 h 689841"/>
                <a:gd name="csX798" fmla="*/ 100801 w 755290"/>
                <a:gd name="csY798" fmla="*/ 676943 h 689841"/>
                <a:gd name="csX799" fmla="*/ 101756 w 755290"/>
                <a:gd name="csY799" fmla="*/ 676943 h 689841"/>
                <a:gd name="csX800" fmla="*/ 102712 w 755290"/>
                <a:gd name="csY800" fmla="*/ 676465 h 689841"/>
                <a:gd name="csX801" fmla="*/ 103667 w 755290"/>
                <a:gd name="csY801" fmla="*/ 675509 h 689841"/>
                <a:gd name="csX802" fmla="*/ 103667 w 755290"/>
                <a:gd name="csY802" fmla="*/ 674554 h 689841"/>
                <a:gd name="csX803" fmla="*/ 105100 w 755290"/>
                <a:gd name="csY803" fmla="*/ 673121 h 689841"/>
                <a:gd name="csX804" fmla="*/ 107489 w 755290"/>
                <a:gd name="csY804" fmla="*/ 671688 h 689841"/>
                <a:gd name="csX805" fmla="*/ 110355 w 755290"/>
                <a:gd name="csY805" fmla="*/ 668343 h 689841"/>
                <a:gd name="csX806" fmla="*/ 113700 w 755290"/>
                <a:gd name="csY806" fmla="*/ 663566 h 689841"/>
                <a:gd name="csX807" fmla="*/ 117521 w 755290"/>
                <a:gd name="csY807" fmla="*/ 659744 h 689841"/>
                <a:gd name="csX808" fmla="*/ 121821 w 755290"/>
                <a:gd name="csY808" fmla="*/ 656400 h 689841"/>
                <a:gd name="csX809" fmla="*/ 126598 w 755290"/>
                <a:gd name="csY809" fmla="*/ 653534 h 689841"/>
                <a:gd name="csX810" fmla="*/ 136153 w 755290"/>
                <a:gd name="csY810" fmla="*/ 649712 h 689841"/>
                <a:gd name="csX811" fmla="*/ 137108 w 755290"/>
                <a:gd name="csY811" fmla="*/ 650190 h 689841"/>
                <a:gd name="csX812" fmla="*/ 136153 w 755290"/>
                <a:gd name="csY812" fmla="*/ 651145 h 689841"/>
                <a:gd name="csX813" fmla="*/ 136631 w 755290"/>
                <a:gd name="csY813" fmla="*/ 652101 h 689841"/>
                <a:gd name="csX814" fmla="*/ 137586 w 755290"/>
                <a:gd name="csY814" fmla="*/ 652101 h 689841"/>
                <a:gd name="csX815" fmla="*/ 141408 w 755290"/>
                <a:gd name="csY815" fmla="*/ 651623 h 689841"/>
                <a:gd name="csX816" fmla="*/ 142841 w 755290"/>
                <a:gd name="csY816" fmla="*/ 650668 h 689841"/>
                <a:gd name="csX817" fmla="*/ 142841 w 755290"/>
                <a:gd name="csY817" fmla="*/ 651623 h 689841"/>
                <a:gd name="csX818" fmla="*/ 142363 w 755290"/>
                <a:gd name="csY818" fmla="*/ 652578 h 689841"/>
                <a:gd name="csX819" fmla="*/ 140452 w 755290"/>
                <a:gd name="csY819" fmla="*/ 653534 h 689841"/>
                <a:gd name="csX820" fmla="*/ 140452 w 755290"/>
                <a:gd name="csY820" fmla="*/ 654489 h 689841"/>
                <a:gd name="csX821" fmla="*/ 143319 w 755290"/>
                <a:gd name="csY821" fmla="*/ 657834 h 689841"/>
                <a:gd name="csX822" fmla="*/ 144274 w 755290"/>
                <a:gd name="csY822" fmla="*/ 658789 h 689841"/>
                <a:gd name="csX823" fmla="*/ 145230 w 755290"/>
                <a:gd name="csY823" fmla="*/ 658311 h 689841"/>
                <a:gd name="csX824" fmla="*/ 145707 w 755290"/>
                <a:gd name="csY824" fmla="*/ 657834 h 689841"/>
                <a:gd name="csX825" fmla="*/ 145230 w 755290"/>
                <a:gd name="csY825" fmla="*/ 655445 h 689841"/>
                <a:gd name="csX826" fmla="*/ 146185 w 755290"/>
                <a:gd name="csY826" fmla="*/ 654967 h 689841"/>
                <a:gd name="csX827" fmla="*/ 148574 w 755290"/>
                <a:gd name="csY827" fmla="*/ 654489 h 689841"/>
                <a:gd name="csX828" fmla="*/ 150007 w 755290"/>
                <a:gd name="csY828" fmla="*/ 654967 h 689841"/>
                <a:gd name="csX829" fmla="*/ 150485 w 755290"/>
                <a:gd name="csY829" fmla="*/ 655923 h 689841"/>
                <a:gd name="csX830" fmla="*/ 151918 w 755290"/>
                <a:gd name="csY830" fmla="*/ 656400 h 689841"/>
                <a:gd name="csX831" fmla="*/ 153351 w 755290"/>
                <a:gd name="csY831" fmla="*/ 656878 h 689841"/>
                <a:gd name="csX832" fmla="*/ 154784 w 755290"/>
                <a:gd name="csY832" fmla="*/ 656878 h 689841"/>
                <a:gd name="csX833" fmla="*/ 155262 w 755290"/>
                <a:gd name="csY833" fmla="*/ 655923 h 689841"/>
                <a:gd name="csX834" fmla="*/ 154307 w 755290"/>
                <a:gd name="csY834" fmla="*/ 654967 h 689841"/>
                <a:gd name="csX835" fmla="*/ 150962 w 755290"/>
                <a:gd name="csY835" fmla="*/ 652578 h 689841"/>
                <a:gd name="csX836" fmla="*/ 150007 w 755290"/>
                <a:gd name="csY836" fmla="*/ 651623 h 689841"/>
                <a:gd name="csX837" fmla="*/ 149529 w 755290"/>
                <a:gd name="csY837" fmla="*/ 650190 h 689841"/>
                <a:gd name="csX838" fmla="*/ 150007 w 755290"/>
                <a:gd name="csY838" fmla="*/ 648757 h 689841"/>
                <a:gd name="csX839" fmla="*/ 151440 w 755290"/>
                <a:gd name="csY839" fmla="*/ 646368 h 689841"/>
                <a:gd name="csX840" fmla="*/ 152873 w 755290"/>
                <a:gd name="csY840" fmla="*/ 642546 h 689841"/>
                <a:gd name="csX841" fmla="*/ 154307 w 755290"/>
                <a:gd name="csY841" fmla="*/ 640157 h 689841"/>
                <a:gd name="csX842" fmla="*/ 157651 w 755290"/>
                <a:gd name="csY842" fmla="*/ 637769 h 689841"/>
                <a:gd name="csX843" fmla="*/ 159562 w 755290"/>
                <a:gd name="csY843" fmla="*/ 636336 h 689841"/>
                <a:gd name="csX844" fmla="*/ 164817 w 755290"/>
                <a:gd name="csY844" fmla="*/ 632036 h 689841"/>
                <a:gd name="csX845" fmla="*/ 174849 w 755290"/>
                <a:gd name="csY845" fmla="*/ 628214 h 689841"/>
                <a:gd name="csX846" fmla="*/ 177238 w 755290"/>
                <a:gd name="csY846" fmla="*/ 625348 h 689841"/>
                <a:gd name="csX847" fmla="*/ 180582 w 755290"/>
                <a:gd name="csY847" fmla="*/ 622482 h 689841"/>
                <a:gd name="csX848" fmla="*/ 182015 w 755290"/>
                <a:gd name="csY848" fmla="*/ 621526 h 689841"/>
                <a:gd name="csX849" fmla="*/ 182015 w 755290"/>
                <a:gd name="csY849" fmla="*/ 622959 h 689841"/>
                <a:gd name="csX850" fmla="*/ 182493 w 755290"/>
                <a:gd name="csY850" fmla="*/ 623915 h 689841"/>
                <a:gd name="csX851" fmla="*/ 184404 w 755290"/>
                <a:gd name="csY851" fmla="*/ 624392 h 689841"/>
                <a:gd name="csX852" fmla="*/ 185837 w 755290"/>
                <a:gd name="csY852" fmla="*/ 624870 h 689841"/>
                <a:gd name="csX853" fmla="*/ 186792 w 755290"/>
                <a:gd name="csY853" fmla="*/ 624392 h 689841"/>
                <a:gd name="csX854" fmla="*/ 186792 w 755290"/>
                <a:gd name="csY854" fmla="*/ 623437 h 689841"/>
                <a:gd name="csX855" fmla="*/ 186792 w 755290"/>
                <a:gd name="csY855" fmla="*/ 621526 h 689841"/>
                <a:gd name="csX856" fmla="*/ 186314 w 755290"/>
                <a:gd name="csY856" fmla="*/ 619615 h 689841"/>
                <a:gd name="csX857" fmla="*/ 186792 w 755290"/>
                <a:gd name="csY857" fmla="*/ 617704 h 689841"/>
                <a:gd name="csX858" fmla="*/ 186792 w 755290"/>
                <a:gd name="csY858" fmla="*/ 616271 h 689841"/>
                <a:gd name="csX859" fmla="*/ 188703 w 755290"/>
                <a:gd name="csY859" fmla="*/ 613882 h 689841"/>
                <a:gd name="csX860" fmla="*/ 190614 w 755290"/>
                <a:gd name="csY860" fmla="*/ 611016 h 689841"/>
                <a:gd name="csX861" fmla="*/ 193958 w 755290"/>
                <a:gd name="csY861" fmla="*/ 607672 h 689841"/>
                <a:gd name="csX862" fmla="*/ 195869 w 755290"/>
                <a:gd name="csY862" fmla="*/ 606239 h 689841"/>
                <a:gd name="csX863" fmla="*/ 197302 w 755290"/>
                <a:gd name="csY863" fmla="*/ 605283 h 689841"/>
                <a:gd name="csX864" fmla="*/ 199213 w 755290"/>
                <a:gd name="csY864" fmla="*/ 603850 h 689841"/>
                <a:gd name="csX865" fmla="*/ 202080 w 755290"/>
                <a:gd name="csY865" fmla="*/ 600506 h 689841"/>
                <a:gd name="csX866" fmla="*/ 203035 w 755290"/>
                <a:gd name="csY866" fmla="*/ 600028 h 689841"/>
                <a:gd name="csX867" fmla="*/ 205424 w 755290"/>
                <a:gd name="csY867" fmla="*/ 599550 h 689841"/>
                <a:gd name="csX868" fmla="*/ 205901 w 755290"/>
                <a:gd name="csY868" fmla="*/ 599550 h 689841"/>
                <a:gd name="csX869" fmla="*/ 206379 w 755290"/>
                <a:gd name="csY869" fmla="*/ 600506 h 689841"/>
                <a:gd name="csX870" fmla="*/ 207335 w 755290"/>
                <a:gd name="csY870" fmla="*/ 600984 h 689841"/>
                <a:gd name="csX871" fmla="*/ 209246 w 755290"/>
                <a:gd name="csY871" fmla="*/ 601461 h 689841"/>
                <a:gd name="csX872" fmla="*/ 210679 w 755290"/>
                <a:gd name="csY872" fmla="*/ 600506 h 689841"/>
                <a:gd name="csX873" fmla="*/ 210679 w 755290"/>
                <a:gd name="csY873" fmla="*/ 600506 h 689841"/>
                <a:gd name="csX874" fmla="*/ 209246 w 755290"/>
                <a:gd name="csY874" fmla="*/ 600028 h 689841"/>
                <a:gd name="csX875" fmla="*/ 208768 w 755290"/>
                <a:gd name="csY875" fmla="*/ 599550 h 689841"/>
                <a:gd name="csX876" fmla="*/ 207812 w 755290"/>
                <a:gd name="csY876" fmla="*/ 597640 h 689841"/>
                <a:gd name="csX877" fmla="*/ 206379 w 755290"/>
                <a:gd name="csY877" fmla="*/ 596206 h 689841"/>
                <a:gd name="csX878" fmla="*/ 205901 w 755290"/>
                <a:gd name="csY878" fmla="*/ 594773 h 689841"/>
                <a:gd name="csX879" fmla="*/ 206379 w 755290"/>
                <a:gd name="csY879" fmla="*/ 592862 h 689841"/>
                <a:gd name="csX880" fmla="*/ 207812 w 755290"/>
                <a:gd name="csY880" fmla="*/ 587607 h 689841"/>
                <a:gd name="csX881" fmla="*/ 207812 w 755290"/>
                <a:gd name="csY881" fmla="*/ 582352 h 689841"/>
                <a:gd name="csX882" fmla="*/ 208768 w 755290"/>
                <a:gd name="csY882" fmla="*/ 579008 h 689841"/>
                <a:gd name="csX883" fmla="*/ 211156 w 755290"/>
                <a:gd name="csY883" fmla="*/ 578053 h 689841"/>
                <a:gd name="csX884" fmla="*/ 215934 w 755290"/>
                <a:gd name="csY884" fmla="*/ 577097 h 689841"/>
                <a:gd name="csX885" fmla="*/ 213067 w 755290"/>
                <a:gd name="csY885" fmla="*/ 575664 h 689841"/>
                <a:gd name="csX886" fmla="*/ 212112 w 755290"/>
                <a:gd name="csY886" fmla="*/ 575664 h 689841"/>
                <a:gd name="csX887" fmla="*/ 210201 w 755290"/>
                <a:gd name="csY887" fmla="*/ 575186 h 689841"/>
                <a:gd name="csX888" fmla="*/ 209723 w 755290"/>
                <a:gd name="csY888" fmla="*/ 571842 h 689841"/>
                <a:gd name="csX889" fmla="*/ 209723 w 755290"/>
                <a:gd name="csY889" fmla="*/ 569454 h 689841"/>
                <a:gd name="csX890" fmla="*/ 210679 w 755290"/>
                <a:gd name="csY890" fmla="*/ 566587 h 689841"/>
                <a:gd name="csX891" fmla="*/ 215456 w 755290"/>
                <a:gd name="csY891" fmla="*/ 561810 h 689841"/>
                <a:gd name="csX892" fmla="*/ 220233 w 755290"/>
                <a:gd name="csY892" fmla="*/ 558466 h 689841"/>
                <a:gd name="csX893" fmla="*/ 219755 w 755290"/>
                <a:gd name="csY893" fmla="*/ 557988 h 689841"/>
                <a:gd name="csX894" fmla="*/ 219278 w 755290"/>
                <a:gd name="csY894" fmla="*/ 557033 h 689841"/>
                <a:gd name="csX895" fmla="*/ 221667 w 755290"/>
                <a:gd name="csY895" fmla="*/ 550344 h 689841"/>
                <a:gd name="csX896" fmla="*/ 223577 w 755290"/>
                <a:gd name="csY896" fmla="*/ 544612 h 689841"/>
                <a:gd name="csX897" fmla="*/ 220711 w 755290"/>
                <a:gd name="csY897" fmla="*/ 549389 h 689841"/>
                <a:gd name="csX898" fmla="*/ 216889 w 755290"/>
                <a:gd name="csY898" fmla="*/ 553211 h 689841"/>
                <a:gd name="csX899" fmla="*/ 206857 w 755290"/>
                <a:gd name="csY899" fmla="*/ 557988 h 689841"/>
                <a:gd name="csX900" fmla="*/ 199691 w 755290"/>
                <a:gd name="csY900" fmla="*/ 561810 h 689841"/>
                <a:gd name="csX901" fmla="*/ 196347 w 755290"/>
                <a:gd name="csY901" fmla="*/ 562765 h 689841"/>
                <a:gd name="csX902" fmla="*/ 193958 w 755290"/>
                <a:gd name="csY902" fmla="*/ 561810 h 689841"/>
                <a:gd name="csX903" fmla="*/ 192525 w 755290"/>
                <a:gd name="csY903" fmla="*/ 557988 h 689841"/>
                <a:gd name="csX904" fmla="*/ 191569 w 755290"/>
                <a:gd name="csY904" fmla="*/ 557033 h 689841"/>
                <a:gd name="csX905" fmla="*/ 190136 w 755290"/>
                <a:gd name="csY905" fmla="*/ 554644 h 689841"/>
                <a:gd name="csX906" fmla="*/ 190614 w 755290"/>
                <a:gd name="csY906" fmla="*/ 551300 h 689841"/>
                <a:gd name="csX907" fmla="*/ 191569 w 755290"/>
                <a:gd name="csY907" fmla="*/ 549389 h 689841"/>
                <a:gd name="csX908" fmla="*/ 193958 w 755290"/>
                <a:gd name="csY908" fmla="*/ 548911 h 689841"/>
                <a:gd name="csX909" fmla="*/ 196347 w 755290"/>
                <a:gd name="csY909" fmla="*/ 549867 h 689841"/>
                <a:gd name="csX910" fmla="*/ 198258 w 755290"/>
                <a:gd name="csY910" fmla="*/ 549867 h 689841"/>
                <a:gd name="csX911" fmla="*/ 195869 w 755290"/>
                <a:gd name="csY911" fmla="*/ 547956 h 689841"/>
                <a:gd name="csX912" fmla="*/ 191569 w 755290"/>
                <a:gd name="csY912" fmla="*/ 546045 h 689841"/>
                <a:gd name="csX913" fmla="*/ 190136 w 755290"/>
                <a:gd name="csY913" fmla="*/ 546522 h 689841"/>
                <a:gd name="csX914" fmla="*/ 188703 w 755290"/>
                <a:gd name="csY914" fmla="*/ 549389 h 689841"/>
                <a:gd name="csX915" fmla="*/ 186792 w 755290"/>
                <a:gd name="csY915" fmla="*/ 551778 h 689841"/>
                <a:gd name="csX916" fmla="*/ 184881 w 755290"/>
                <a:gd name="csY916" fmla="*/ 550822 h 689841"/>
                <a:gd name="csX917" fmla="*/ 183926 w 755290"/>
                <a:gd name="csY917" fmla="*/ 549867 h 689841"/>
                <a:gd name="csX918" fmla="*/ 184881 w 755290"/>
                <a:gd name="csY918" fmla="*/ 552733 h 689841"/>
                <a:gd name="csX919" fmla="*/ 183448 w 755290"/>
                <a:gd name="csY919" fmla="*/ 556555 h 689841"/>
                <a:gd name="csX920" fmla="*/ 182970 w 755290"/>
                <a:gd name="csY920" fmla="*/ 558943 h 689841"/>
                <a:gd name="csX921" fmla="*/ 184881 w 755290"/>
                <a:gd name="csY921" fmla="*/ 566109 h 689841"/>
                <a:gd name="csX922" fmla="*/ 184404 w 755290"/>
                <a:gd name="csY922" fmla="*/ 568498 h 689841"/>
                <a:gd name="csX923" fmla="*/ 181059 w 755290"/>
                <a:gd name="csY923" fmla="*/ 569931 h 689841"/>
                <a:gd name="csX924" fmla="*/ 178671 w 755290"/>
                <a:gd name="csY924" fmla="*/ 567543 h 689841"/>
                <a:gd name="csX925" fmla="*/ 173416 w 755290"/>
                <a:gd name="csY925" fmla="*/ 558943 h 689841"/>
                <a:gd name="csX926" fmla="*/ 171505 w 755290"/>
                <a:gd name="csY926" fmla="*/ 556555 h 689841"/>
                <a:gd name="csX927" fmla="*/ 167205 w 755290"/>
                <a:gd name="csY927" fmla="*/ 552255 h 689841"/>
                <a:gd name="csX928" fmla="*/ 165772 w 755290"/>
                <a:gd name="csY928" fmla="*/ 552733 h 689841"/>
                <a:gd name="csX929" fmla="*/ 163861 w 755290"/>
                <a:gd name="csY929" fmla="*/ 555122 h 689841"/>
                <a:gd name="csX930" fmla="*/ 161950 w 755290"/>
                <a:gd name="csY930" fmla="*/ 555599 h 689841"/>
                <a:gd name="csX931" fmla="*/ 157651 w 755290"/>
                <a:gd name="csY931" fmla="*/ 552255 h 689841"/>
                <a:gd name="csX932" fmla="*/ 155262 w 755290"/>
                <a:gd name="csY932" fmla="*/ 550344 h 689841"/>
                <a:gd name="csX933" fmla="*/ 153351 w 755290"/>
                <a:gd name="csY933" fmla="*/ 547478 h 689841"/>
                <a:gd name="csX934" fmla="*/ 150007 w 755290"/>
                <a:gd name="csY934" fmla="*/ 548911 h 689841"/>
                <a:gd name="csX935" fmla="*/ 147618 w 755290"/>
                <a:gd name="csY935" fmla="*/ 550822 h 689841"/>
                <a:gd name="csX936" fmla="*/ 144274 w 755290"/>
                <a:gd name="csY936" fmla="*/ 553688 h 689841"/>
                <a:gd name="csX937" fmla="*/ 142363 w 755290"/>
                <a:gd name="csY937" fmla="*/ 553688 h 689841"/>
                <a:gd name="csX938" fmla="*/ 136153 w 755290"/>
                <a:gd name="csY938" fmla="*/ 556077 h 689841"/>
                <a:gd name="csX939" fmla="*/ 135675 w 755290"/>
                <a:gd name="csY939" fmla="*/ 556077 h 689841"/>
                <a:gd name="csX940" fmla="*/ 134720 w 755290"/>
                <a:gd name="csY940" fmla="*/ 557510 h 689841"/>
                <a:gd name="csX941" fmla="*/ 134242 w 755290"/>
                <a:gd name="csY941" fmla="*/ 557988 h 689841"/>
                <a:gd name="csX942" fmla="*/ 133286 w 755290"/>
                <a:gd name="csY942" fmla="*/ 560854 h 689841"/>
                <a:gd name="csX943" fmla="*/ 125643 w 755290"/>
                <a:gd name="csY943" fmla="*/ 562765 h 689841"/>
                <a:gd name="csX944" fmla="*/ 117999 w 755290"/>
                <a:gd name="csY944" fmla="*/ 561810 h 689841"/>
                <a:gd name="csX945" fmla="*/ 120388 w 755290"/>
                <a:gd name="csY945" fmla="*/ 560377 h 689841"/>
                <a:gd name="csX946" fmla="*/ 123732 w 755290"/>
                <a:gd name="csY946" fmla="*/ 558943 h 689841"/>
                <a:gd name="csX947" fmla="*/ 126121 w 755290"/>
                <a:gd name="csY947" fmla="*/ 556555 h 689841"/>
                <a:gd name="csX948" fmla="*/ 125165 w 755290"/>
                <a:gd name="csY948" fmla="*/ 552733 h 689841"/>
                <a:gd name="csX949" fmla="*/ 124687 w 755290"/>
                <a:gd name="csY949" fmla="*/ 550822 h 689841"/>
                <a:gd name="csX950" fmla="*/ 125165 w 755290"/>
                <a:gd name="csY950" fmla="*/ 548434 h 689841"/>
                <a:gd name="csX951" fmla="*/ 128032 w 755290"/>
                <a:gd name="csY951" fmla="*/ 545089 h 689841"/>
                <a:gd name="csX952" fmla="*/ 124687 w 755290"/>
                <a:gd name="csY952" fmla="*/ 545089 h 689841"/>
                <a:gd name="csX953" fmla="*/ 122776 w 755290"/>
                <a:gd name="csY953" fmla="*/ 546522 h 689841"/>
                <a:gd name="csX954" fmla="*/ 121343 w 755290"/>
                <a:gd name="csY954" fmla="*/ 544134 h 689841"/>
                <a:gd name="csX955" fmla="*/ 120388 w 755290"/>
                <a:gd name="csY955" fmla="*/ 538879 h 689841"/>
                <a:gd name="csX956" fmla="*/ 122299 w 755290"/>
                <a:gd name="csY956" fmla="*/ 536013 h 689841"/>
                <a:gd name="csX957" fmla="*/ 123254 w 755290"/>
                <a:gd name="csY957" fmla="*/ 534102 h 689841"/>
                <a:gd name="csX958" fmla="*/ 124210 w 755290"/>
                <a:gd name="csY958" fmla="*/ 530757 h 689841"/>
                <a:gd name="csX959" fmla="*/ 124210 w 755290"/>
                <a:gd name="csY959" fmla="*/ 528369 h 689841"/>
                <a:gd name="csX960" fmla="*/ 122776 w 755290"/>
                <a:gd name="csY960" fmla="*/ 523592 h 689841"/>
                <a:gd name="csX961" fmla="*/ 117999 w 755290"/>
                <a:gd name="csY961" fmla="*/ 514037 h 689841"/>
                <a:gd name="csX962" fmla="*/ 116088 w 755290"/>
                <a:gd name="csY962" fmla="*/ 506871 h 689841"/>
                <a:gd name="csX963" fmla="*/ 112266 w 755290"/>
                <a:gd name="csY963" fmla="*/ 503049 h 689841"/>
                <a:gd name="csX964" fmla="*/ 115133 w 755290"/>
                <a:gd name="csY964" fmla="*/ 496839 h 689841"/>
                <a:gd name="csX965" fmla="*/ 117999 w 755290"/>
                <a:gd name="csY965" fmla="*/ 490628 h 689841"/>
                <a:gd name="csX966" fmla="*/ 121821 w 755290"/>
                <a:gd name="csY966" fmla="*/ 488240 h 689841"/>
                <a:gd name="csX967" fmla="*/ 121343 w 755290"/>
                <a:gd name="csY967" fmla="*/ 487762 h 689841"/>
                <a:gd name="csX968" fmla="*/ 119432 w 755290"/>
                <a:gd name="csY968" fmla="*/ 487762 h 689841"/>
                <a:gd name="csX969" fmla="*/ 117999 w 755290"/>
                <a:gd name="csY969" fmla="*/ 488240 h 689841"/>
                <a:gd name="csX970" fmla="*/ 117044 w 755290"/>
                <a:gd name="csY970" fmla="*/ 490150 h 689841"/>
                <a:gd name="csX971" fmla="*/ 115611 w 755290"/>
                <a:gd name="csY971" fmla="*/ 491584 h 689841"/>
                <a:gd name="csX972" fmla="*/ 111311 w 755290"/>
                <a:gd name="csY972" fmla="*/ 498750 h 689841"/>
                <a:gd name="csX973" fmla="*/ 108922 w 755290"/>
                <a:gd name="csY973" fmla="*/ 502571 h 689841"/>
                <a:gd name="csX974" fmla="*/ 107011 w 755290"/>
                <a:gd name="csY974" fmla="*/ 503527 h 689841"/>
                <a:gd name="csX975" fmla="*/ 109878 w 755290"/>
                <a:gd name="csY975" fmla="*/ 504960 h 689841"/>
                <a:gd name="csX976" fmla="*/ 110355 w 755290"/>
                <a:gd name="csY976" fmla="*/ 505915 h 689841"/>
                <a:gd name="csX977" fmla="*/ 110833 w 755290"/>
                <a:gd name="csY977" fmla="*/ 508782 h 689841"/>
                <a:gd name="csX978" fmla="*/ 110355 w 755290"/>
                <a:gd name="csY978" fmla="*/ 512126 h 689841"/>
                <a:gd name="csX979" fmla="*/ 109400 w 755290"/>
                <a:gd name="csY979" fmla="*/ 513559 h 689841"/>
                <a:gd name="csX980" fmla="*/ 106056 w 755290"/>
                <a:gd name="csY980" fmla="*/ 513559 h 689841"/>
                <a:gd name="csX981" fmla="*/ 103190 w 755290"/>
                <a:gd name="csY981" fmla="*/ 515948 h 689841"/>
                <a:gd name="csX982" fmla="*/ 96501 w 755290"/>
                <a:gd name="csY982" fmla="*/ 518814 h 689841"/>
                <a:gd name="csX983" fmla="*/ 87425 w 755290"/>
                <a:gd name="csY983" fmla="*/ 520725 h 689841"/>
                <a:gd name="csX984" fmla="*/ 83125 w 755290"/>
                <a:gd name="csY984" fmla="*/ 520247 h 689841"/>
                <a:gd name="csX985" fmla="*/ 78348 w 755290"/>
                <a:gd name="csY985" fmla="*/ 516903 h 689841"/>
                <a:gd name="csX986" fmla="*/ 78348 w 755290"/>
                <a:gd name="csY986" fmla="*/ 515470 h 689841"/>
                <a:gd name="csX987" fmla="*/ 78348 w 755290"/>
                <a:gd name="csY987" fmla="*/ 513559 h 689841"/>
                <a:gd name="csX988" fmla="*/ 71659 w 755290"/>
                <a:gd name="csY988" fmla="*/ 507827 h 689841"/>
                <a:gd name="csX989" fmla="*/ 67838 w 755290"/>
                <a:gd name="csY989" fmla="*/ 502094 h 689841"/>
                <a:gd name="csX990" fmla="*/ 65449 w 755290"/>
                <a:gd name="csY990" fmla="*/ 502094 h 689841"/>
                <a:gd name="csX991" fmla="*/ 63060 w 755290"/>
                <a:gd name="csY991" fmla="*/ 500661 h 689841"/>
                <a:gd name="csX992" fmla="*/ 60194 w 755290"/>
                <a:gd name="csY992" fmla="*/ 498272 h 689841"/>
                <a:gd name="csX993" fmla="*/ 60194 w 755290"/>
                <a:gd name="csY993" fmla="*/ 496361 h 689841"/>
                <a:gd name="csX994" fmla="*/ 60672 w 755290"/>
                <a:gd name="csY994" fmla="*/ 494928 h 689841"/>
                <a:gd name="csX995" fmla="*/ 59238 w 755290"/>
                <a:gd name="csY995" fmla="*/ 493972 h 689841"/>
                <a:gd name="csX996" fmla="*/ 56850 w 755290"/>
                <a:gd name="csY996" fmla="*/ 494450 h 689841"/>
                <a:gd name="csX997" fmla="*/ 54461 w 755290"/>
                <a:gd name="csY997" fmla="*/ 493495 h 689841"/>
                <a:gd name="csX998" fmla="*/ 61149 w 755290"/>
                <a:gd name="csY998" fmla="*/ 486329 h 689841"/>
                <a:gd name="csX999" fmla="*/ 63060 w 755290"/>
                <a:gd name="csY999" fmla="*/ 481074 h 689841"/>
                <a:gd name="csX1000" fmla="*/ 64971 w 755290"/>
                <a:gd name="csY1000" fmla="*/ 480596 h 689841"/>
                <a:gd name="csX1001" fmla="*/ 67838 w 755290"/>
                <a:gd name="csY1001" fmla="*/ 481074 h 689841"/>
                <a:gd name="csX1002" fmla="*/ 70704 w 755290"/>
                <a:gd name="csY1002" fmla="*/ 483462 h 689841"/>
                <a:gd name="csX1003" fmla="*/ 73570 w 755290"/>
                <a:gd name="csY1003" fmla="*/ 483940 h 689841"/>
                <a:gd name="csX1004" fmla="*/ 75004 w 755290"/>
                <a:gd name="csY1004" fmla="*/ 484895 h 689841"/>
                <a:gd name="csX1005" fmla="*/ 75959 w 755290"/>
                <a:gd name="csY1005" fmla="*/ 486806 h 689841"/>
                <a:gd name="csX1006" fmla="*/ 74526 w 755290"/>
                <a:gd name="csY1006" fmla="*/ 489673 h 689841"/>
                <a:gd name="csX1007" fmla="*/ 73570 w 755290"/>
                <a:gd name="csY1007" fmla="*/ 491584 h 689841"/>
                <a:gd name="csX1008" fmla="*/ 75004 w 755290"/>
                <a:gd name="csY1008" fmla="*/ 491106 h 689841"/>
                <a:gd name="csX1009" fmla="*/ 78348 w 755290"/>
                <a:gd name="csY1009" fmla="*/ 488240 h 689841"/>
                <a:gd name="csX1010" fmla="*/ 81214 w 755290"/>
                <a:gd name="csY1010" fmla="*/ 485373 h 689841"/>
                <a:gd name="csX1011" fmla="*/ 82647 w 755290"/>
                <a:gd name="csY1011" fmla="*/ 485373 h 689841"/>
                <a:gd name="csX1012" fmla="*/ 83125 w 755290"/>
                <a:gd name="csY1012" fmla="*/ 485851 h 689841"/>
                <a:gd name="csX1013" fmla="*/ 84558 w 755290"/>
                <a:gd name="csY1013" fmla="*/ 488717 h 689841"/>
                <a:gd name="csX1014" fmla="*/ 86469 w 755290"/>
                <a:gd name="csY1014" fmla="*/ 491584 h 689841"/>
                <a:gd name="csX1015" fmla="*/ 90291 w 755290"/>
                <a:gd name="csY1015" fmla="*/ 489195 h 689841"/>
                <a:gd name="csX1016" fmla="*/ 92679 w 755290"/>
                <a:gd name="csY1016" fmla="*/ 485373 h 689841"/>
                <a:gd name="csX1017" fmla="*/ 90769 w 755290"/>
                <a:gd name="csY1017" fmla="*/ 483940 h 689841"/>
                <a:gd name="csX1018" fmla="*/ 88380 w 755290"/>
                <a:gd name="csY1018" fmla="*/ 482985 h 689841"/>
                <a:gd name="csX1019" fmla="*/ 83125 w 755290"/>
                <a:gd name="csY1019" fmla="*/ 482029 h 689841"/>
                <a:gd name="csX1020" fmla="*/ 84558 w 755290"/>
                <a:gd name="csY1020" fmla="*/ 481074 h 689841"/>
                <a:gd name="csX1021" fmla="*/ 87902 w 755290"/>
                <a:gd name="csY1021" fmla="*/ 481074 h 689841"/>
                <a:gd name="csX1022" fmla="*/ 89335 w 755290"/>
                <a:gd name="csY1022" fmla="*/ 480118 h 689841"/>
                <a:gd name="csX1023" fmla="*/ 87902 w 755290"/>
                <a:gd name="csY1023" fmla="*/ 478685 h 689841"/>
                <a:gd name="csX1024" fmla="*/ 85991 w 755290"/>
                <a:gd name="csY1024" fmla="*/ 477729 h 689841"/>
                <a:gd name="csX1025" fmla="*/ 81214 w 755290"/>
                <a:gd name="csY1025" fmla="*/ 481551 h 689841"/>
                <a:gd name="csX1026" fmla="*/ 72615 w 755290"/>
                <a:gd name="csY1026" fmla="*/ 481551 h 689841"/>
                <a:gd name="csX1027" fmla="*/ 66404 w 755290"/>
                <a:gd name="csY1027" fmla="*/ 479163 h 689841"/>
                <a:gd name="csX1028" fmla="*/ 60194 w 755290"/>
                <a:gd name="csY1028" fmla="*/ 479640 h 689841"/>
                <a:gd name="csX1029" fmla="*/ 59238 w 755290"/>
                <a:gd name="csY1029" fmla="*/ 479163 h 689841"/>
                <a:gd name="csX1030" fmla="*/ 57805 w 755290"/>
                <a:gd name="csY1030" fmla="*/ 477729 h 689841"/>
                <a:gd name="csX1031" fmla="*/ 61149 w 755290"/>
                <a:gd name="csY1031" fmla="*/ 474863 h 689841"/>
                <a:gd name="csX1032" fmla="*/ 64016 w 755290"/>
                <a:gd name="csY1032" fmla="*/ 473430 h 689841"/>
                <a:gd name="csX1033" fmla="*/ 64016 w 755290"/>
                <a:gd name="csY1033" fmla="*/ 472474 h 689841"/>
                <a:gd name="csX1034" fmla="*/ 62583 w 755290"/>
                <a:gd name="csY1034" fmla="*/ 471997 h 689841"/>
                <a:gd name="csX1035" fmla="*/ 59716 w 755290"/>
                <a:gd name="csY1035" fmla="*/ 472952 h 689841"/>
                <a:gd name="csX1036" fmla="*/ 58761 w 755290"/>
                <a:gd name="csY1036" fmla="*/ 471519 h 689841"/>
                <a:gd name="csX1037" fmla="*/ 58761 w 755290"/>
                <a:gd name="csY1037" fmla="*/ 469130 h 689841"/>
                <a:gd name="csX1038" fmla="*/ 58283 w 755290"/>
                <a:gd name="csY1038" fmla="*/ 469608 h 689841"/>
                <a:gd name="csX1039" fmla="*/ 57328 w 755290"/>
                <a:gd name="csY1039" fmla="*/ 470564 h 689841"/>
                <a:gd name="csX1040" fmla="*/ 55894 w 755290"/>
                <a:gd name="csY1040" fmla="*/ 470086 h 689841"/>
                <a:gd name="csX1041" fmla="*/ 54461 w 755290"/>
                <a:gd name="csY1041" fmla="*/ 469130 h 689841"/>
                <a:gd name="csX1042" fmla="*/ 54939 w 755290"/>
                <a:gd name="csY1042" fmla="*/ 467697 h 689841"/>
                <a:gd name="csX1043" fmla="*/ 56372 w 755290"/>
                <a:gd name="csY1043" fmla="*/ 466264 h 689841"/>
                <a:gd name="csX1044" fmla="*/ 55894 w 755290"/>
                <a:gd name="csY1044" fmla="*/ 466264 h 689841"/>
                <a:gd name="csX1045" fmla="*/ 54461 w 755290"/>
                <a:gd name="csY1045" fmla="*/ 466264 h 689841"/>
                <a:gd name="csX1046" fmla="*/ 53506 w 755290"/>
                <a:gd name="csY1046" fmla="*/ 468653 h 689841"/>
                <a:gd name="csX1047" fmla="*/ 53983 w 755290"/>
                <a:gd name="csY1047" fmla="*/ 470086 h 689841"/>
                <a:gd name="csX1048" fmla="*/ 53983 w 755290"/>
                <a:gd name="csY1048" fmla="*/ 472474 h 689841"/>
                <a:gd name="csX1049" fmla="*/ 51595 w 755290"/>
                <a:gd name="csY1049" fmla="*/ 472952 h 689841"/>
                <a:gd name="csX1050" fmla="*/ 50162 w 755290"/>
                <a:gd name="csY1050" fmla="*/ 472474 h 689841"/>
                <a:gd name="csX1051" fmla="*/ 48728 w 755290"/>
                <a:gd name="csY1051" fmla="*/ 470086 h 689841"/>
                <a:gd name="csX1052" fmla="*/ 47773 w 755290"/>
                <a:gd name="csY1052" fmla="*/ 465308 h 689841"/>
                <a:gd name="csX1053" fmla="*/ 43951 w 755290"/>
                <a:gd name="csY1053" fmla="*/ 463875 h 689841"/>
                <a:gd name="csX1054" fmla="*/ 43473 w 755290"/>
                <a:gd name="csY1054" fmla="*/ 461487 h 689841"/>
                <a:gd name="csX1055" fmla="*/ 45384 w 755290"/>
                <a:gd name="csY1055" fmla="*/ 458143 h 689841"/>
                <a:gd name="csX1056" fmla="*/ 44429 w 755290"/>
                <a:gd name="csY1056" fmla="*/ 456232 h 689841"/>
                <a:gd name="csX1057" fmla="*/ 42040 w 755290"/>
                <a:gd name="csY1057" fmla="*/ 455754 h 689841"/>
                <a:gd name="csX1058" fmla="*/ 39652 w 755290"/>
                <a:gd name="csY1058" fmla="*/ 457187 h 689841"/>
                <a:gd name="csX1059" fmla="*/ 38696 w 755290"/>
                <a:gd name="csY1059" fmla="*/ 455754 h 689841"/>
                <a:gd name="csX1060" fmla="*/ 38218 w 755290"/>
                <a:gd name="csY1060" fmla="*/ 454321 h 689841"/>
                <a:gd name="csX1061" fmla="*/ 38218 w 755290"/>
                <a:gd name="csY1061" fmla="*/ 451932 h 689841"/>
                <a:gd name="csX1062" fmla="*/ 38696 w 755290"/>
                <a:gd name="csY1062" fmla="*/ 451454 h 689841"/>
                <a:gd name="csX1063" fmla="*/ 39652 w 755290"/>
                <a:gd name="csY1063" fmla="*/ 451932 h 689841"/>
                <a:gd name="csX1064" fmla="*/ 44907 w 755290"/>
                <a:gd name="csY1064" fmla="*/ 450977 h 689841"/>
                <a:gd name="csX1065" fmla="*/ 45384 w 755290"/>
                <a:gd name="csY1065" fmla="*/ 450021 h 689841"/>
                <a:gd name="csX1066" fmla="*/ 41085 w 755290"/>
                <a:gd name="csY1066" fmla="*/ 448110 h 689841"/>
                <a:gd name="csX1067" fmla="*/ 40129 w 755290"/>
                <a:gd name="csY1067" fmla="*/ 446199 h 689841"/>
                <a:gd name="csX1068" fmla="*/ 41562 w 755290"/>
                <a:gd name="csY1068" fmla="*/ 444766 h 689841"/>
                <a:gd name="csX1069" fmla="*/ 44907 w 755290"/>
                <a:gd name="csY1069" fmla="*/ 444766 h 689841"/>
                <a:gd name="csX1070" fmla="*/ 49206 w 755290"/>
                <a:gd name="csY1070" fmla="*/ 443333 h 689841"/>
                <a:gd name="csX1071" fmla="*/ 47295 w 755290"/>
                <a:gd name="csY1071" fmla="*/ 441422 h 689841"/>
                <a:gd name="csX1072" fmla="*/ 46818 w 755290"/>
                <a:gd name="csY1072" fmla="*/ 439989 h 689841"/>
                <a:gd name="csX1073" fmla="*/ 46818 w 755290"/>
                <a:gd name="csY1073" fmla="*/ 438078 h 689841"/>
                <a:gd name="csX1074" fmla="*/ 47295 w 755290"/>
                <a:gd name="csY1074" fmla="*/ 434734 h 689841"/>
                <a:gd name="csX1075" fmla="*/ 52550 w 755290"/>
                <a:gd name="csY1075" fmla="*/ 426612 h 689841"/>
                <a:gd name="csX1076" fmla="*/ 57328 w 755290"/>
                <a:gd name="csY1076" fmla="*/ 419924 h 689841"/>
                <a:gd name="csX1077" fmla="*/ 59238 w 755290"/>
                <a:gd name="csY1077" fmla="*/ 418491 h 689841"/>
                <a:gd name="csX1078" fmla="*/ 61149 w 755290"/>
                <a:gd name="csY1078" fmla="*/ 417536 h 689841"/>
                <a:gd name="csX1079" fmla="*/ 63538 w 755290"/>
                <a:gd name="csY1079" fmla="*/ 418013 h 689841"/>
                <a:gd name="csX1080" fmla="*/ 65927 w 755290"/>
                <a:gd name="csY1080" fmla="*/ 419447 h 689841"/>
                <a:gd name="csX1081" fmla="*/ 65927 w 755290"/>
                <a:gd name="csY1081" fmla="*/ 418969 h 689841"/>
                <a:gd name="csX1082" fmla="*/ 65449 w 755290"/>
                <a:gd name="csY1082" fmla="*/ 418491 h 689841"/>
                <a:gd name="csX1083" fmla="*/ 64493 w 755290"/>
                <a:gd name="csY1083" fmla="*/ 415625 h 689841"/>
                <a:gd name="csX1084" fmla="*/ 67360 w 755290"/>
                <a:gd name="csY1084" fmla="*/ 414669 h 689841"/>
                <a:gd name="csX1085" fmla="*/ 69271 w 755290"/>
                <a:gd name="csY1085" fmla="*/ 411325 h 689841"/>
                <a:gd name="csX1086" fmla="*/ 69271 w 755290"/>
                <a:gd name="csY1086" fmla="*/ 410370 h 689841"/>
                <a:gd name="csX1087" fmla="*/ 67360 w 755290"/>
                <a:gd name="csY1087" fmla="*/ 411803 h 689841"/>
                <a:gd name="csX1088" fmla="*/ 65449 w 755290"/>
                <a:gd name="csY1088" fmla="*/ 414192 h 689841"/>
                <a:gd name="csX1089" fmla="*/ 64971 w 755290"/>
                <a:gd name="csY1089" fmla="*/ 411803 h 689841"/>
                <a:gd name="csX1090" fmla="*/ 64493 w 755290"/>
                <a:gd name="csY1090" fmla="*/ 407026 h 689841"/>
                <a:gd name="csX1091" fmla="*/ 65449 w 755290"/>
                <a:gd name="csY1091" fmla="*/ 402248 h 689841"/>
                <a:gd name="csX1092" fmla="*/ 65927 w 755290"/>
                <a:gd name="csY1092" fmla="*/ 400337 h 689841"/>
                <a:gd name="csX1093" fmla="*/ 67838 w 755290"/>
                <a:gd name="csY1093" fmla="*/ 398426 h 689841"/>
                <a:gd name="csX1094" fmla="*/ 72615 w 755290"/>
                <a:gd name="csY1094" fmla="*/ 397471 h 689841"/>
                <a:gd name="csX1095" fmla="*/ 73570 w 755290"/>
                <a:gd name="csY1095" fmla="*/ 397949 h 689841"/>
                <a:gd name="csX1096" fmla="*/ 73570 w 755290"/>
                <a:gd name="csY1096" fmla="*/ 396993 h 689841"/>
                <a:gd name="csX1097" fmla="*/ 70704 w 755290"/>
                <a:gd name="csY1097" fmla="*/ 394127 h 689841"/>
                <a:gd name="csX1098" fmla="*/ 72137 w 755290"/>
                <a:gd name="csY1098" fmla="*/ 391738 h 689841"/>
                <a:gd name="csX1099" fmla="*/ 73093 w 755290"/>
                <a:gd name="csY1099" fmla="*/ 390305 h 689841"/>
                <a:gd name="csX1100" fmla="*/ 78825 w 755290"/>
                <a:gd name="csY1100" fmla="*/ 388394 h 689841"/>
                <a:gd name="csX1101" fmla="*/ 82169 w 755290"/>
                <a:gd name="csY1101" fmla="*/ 389350 h 689841"/>
                <a:gd name="csX1102" fmla="*/ 86469 w 755290"/>
                <a:gd name="csY1102" fmla="*/ 391260 h 689841"/>
                <a:gd name="csX1103" fmla="*/ 88858 w 755290"/>
                <a:gd name="csY1103" fmla="*/ 394127 h 689841"/>
                <a:gd name="csX1104" fmla="*/ 88380 w 755290"/>
                <a:gd name="csY1104" fmla="*/ 395560 h 689841"/>
                <a:gd name="csX1105" fmla="*/ 87902 w 755290"/>
                <a:gd name="csY1105" fmla="*/ 396038 h 689841"/>
                <a:gd name="csX1106" fmla="*/ 86469 w 755290"/>
                <a:gd name="csY1106" fmla="*/ 396993 h 689841"/>
                <a:gd name="csX1107" fmla="*/ 85991 w 755290"/>
                <a:gd name="csY1107" fmla="*/ 397949 h 689841"/>
                <a:gd name="csX1108" fmla="*/ 86469 w 755290"/>
                <a:gd name="csY1108" fmla="*/ 398426 h 689841"/>
                <a:gd name="csX1109" fmla="*/ 88380 w 755290"/>
                <a:gd name="csY1109" fmla="*/ 396993 h 689841"/>
                <a:gd name="csX1110" fmla="*/ 91246 w 755290"/>
                <a:gd name="csY1110" fmla="*/ 394605 h 689841"/>
                <a:gd name="csX1111" fmla="*/ 92679 w 755290"/>
                <a:gd name="csY1111" fmla="*/ 395560 h 689841"/>
                <a:gd name="csX1112" fmla="*/ 94113 w 755290"/>
                <a:gd name="csY1112" fmla="*/ 396993 h 689841"/>
                <a:gd name="csX1113" fmla="*/ 95068 w 755290"/>
                <a:gd name="csY1113" fmla="*/ 396993 h 689841"/>
                <a:gd name="csX1114" fmla="*/ 99845 w 755290"/>
                <a:gd name="csY1114" fmla="*/ 396038 h 689841"/>
                <a:gd name="csX1115" fmla="*/ 102234 w 755290"/>
                <a:gd name="csY1115" fmla="*/ 394605 h 689841"/>
                <a:gd name="csX1116" fmla="*/ 104623 w 755290"/>
                <a:gd name="csY1116" fmla="*/ 390783 h 689841"/>
                <a:gd name="csX1117" fmla="*/ 108445 w 755290"/>
                <a:gd name="csY1117" fmla="*/ 388394 h 689841"/>
                <a:gd name="csX1118" fmla="*/ 113700 w 755290"/>
                <a:gd name="csY1118" fmla="*/ 380750 h 689841"/>
                <a:gd name="csX1119" fmla="*/ 115133 w 755290"/>
                <a:gd name="csY1119" fmla="*/ 377406 h 689841"/>
                <a:gd name="csX1120" fmla="*/ 117044 w 755290"/>
                <a:gd name="csY1120" fmla="*/ 377406 h 689841"/>
                <a:gd name="csX1121" fmla="*/ 118477 w 755290"/>
                <a:gd name="csY1121" fmla="*/ 377406 h 689841"/>
                <a:gd name="csX1122" fmla="*/ 119910 w 755290"/>
                <a:gd name="csY1122" fmla="*/ 379795 h 689841"/>
                <a:gd name="csX1123" fmla="*/ 121343 w 755290"/>
                <a:gd name="csY1123" fmla="*/ 380750 h 689841"/>
                <a:gd name="csX1124" fmla="*/ 130420 w 755290"/>
                <a:gd name="csY1124" fmla="*/ 380273 h 689841"/>
                <a:gd name="csX1125" fmla="*/ 135197 w 755290"/>
                <a:gd name="csY1125" fmla="*/ 378840 h 689841"/>
                <a:gd name="csX1126" fmla="*/ 138542 w 755290"/>
                <a:gd name="csY1126" fmla="*/ 376451 h 689841"/>
                <a:gd name="csX1127" fmla="*/ 142363 w 755290"/>
                <a:gd name="csY1127" fmla="*/ 372151 h 689841"/>
                <a:gd name="csX1128" fmla="*/ 144274 w 755290"/>
                <a:gd name="csY1128" fmla="*/ 369285 h 689841"/>
                <a:gd name="csX1129" fmla="*/ 145230 w 755290"/>
                <a:gd name="csY1129" fmla="*/ 365941 h 689841"/>
                <a:gd name="csX1130" fmla="*/ 143797 w 755290"/>
                <a:gd name="csY1130" fmla="*/ 361164 h 689841"/>
                <a:gd name="csX1131" fmla="*/ 142363 w 755290"/>
                <a:gd name="csY1131" fmla="*/ 356864 h 689841"/>
                <a:gd name="csX1132" fmla="*/ 140930 w 755290"/>
                <a:gd name="csY1132" fmla="*/ 347787 h 689841"/>
                <a:gd name="csX1133" fmla="*/ 136153 w 755290"/>
                <a:gd name="csY1133" fmla="*/ 341577 h 689841"/>
                <a:gd name="csX1134" fmla="*/ 132809 w 755290"/>
                <a:gd name="csY1134" fmla="*/ 340143 h 689841"/>
                <a:gd name="csX1135" fmla="*/ 130898 w 755290"/>
                <a:gd name="csY1135" fmla="*/ 340143 h 689841"/>
                <a:gd name="csX1136" fmla="*/ 132331 w 755290"/>
                <a:gd name="csY1136" fmla="*/ 336322 h 689841"/>
                <a:gd name="csX1137" fmla="*/ 136631 w 755290"/>
                <a:gd name="csY1137" fmla="*/ 336799 h 689841"/>
                <a:gd name="csX1138" fmla="*/ 139497 w 755290"/>
                <a:gd name="csY1138" fmla="*/ 335844 h 689841"/>
                <a:gd name="csX1139" fmla="*/ 141886 w 755290"/>
                <a:gd name="csY1139" fmla="*/ 333933 h 689841"/>
                <a:gd name="csX1140" fmla="*/ 142841 w 755290"/>
                <a:gd name="csY1140" fmla="*/ 332500 h 689841"/>
                <a:gd name="csX1141" fmla="*/ 143797 w 755290"/>
                <a:gd name="csY1141" fmla="*/ 329633 h 689841"/>
                <a:gd name="csX1142" fmla="*/ 143319 w 755290"/>
                <a:gd name="csY1142" fmla="*/ 326767 h 689841"/>
                <a:gd name="csX1143" fmla="*/ 142841 w 755290"/>
                <a:gd name="csY1143" fmla="*/ 324856 h 689841"/>
                <a:gd name="csX1144" fmla="*/ 141408 w 755290"/>
                <a:gd name="csY1144" fmla="*/ 322945 h 689841"/>
                <a:gd name="csX1145" fmla="*/ 139497 w 755290"/>
                <a:gd name="csY1145" fmla="*/ 320079 h 689841"/>
                <a:gd name="csX1146" fmla="*/ 138064 w 755290"/>
                <a:gd name="csY1146" fmla="*/ 319123 h 689841"/>
                <a:gd name="csX1147" fmla="*/ 137108 w 755290"/>
                <a:gd name="csY1147" fmla="*/ 319601 h 689841"/>
                <a:gd name="csX1148" fmla="*/ 131376 w 755290"/>
                <a:gd name="csY1148" fmla="*/ 324856 h 689841"/>
                <a:gd name="csX1149" fmla="*/ 128032 w 755290"/>
                <a:gd name="csY1149" fmla="*/ 324856 h 689841"/>
                <a:gd name="csX1150" fmla="*/ 125643 w 755290"/>
                <a:gd name="csY1150" fmla="*/ 323901 h 689841"/>
                <a:gd name="csX1151" fmla="*/ 123254 w 755290"/>
                <a:gd name="csY1151" fmla="*/ 327245 h 689841"/>
                <a:gd name="csX1152" fmla="*/ 117521 w 755290"/>
                <a:gd name="csY1152" fmla="*/ 330111 h 689841"/>
                <a:gd name="csX1153" fmla="*/ 114177 w 755290"/>
                <a:gd name="csY1153" fmla="*/ 332500 h 689841"/>
                <a:gd name="csX1154" fmla="*/ 108445 w 755290"/>
                <a:gd name="csY1154" fmla="*/ 339666 h 689841"/>
                <a:gd name="csX1155" fmla="*/ 106534 w 755290"/>
                <a:gd name="csY1155" fmla="*/ 342532 h 689841"/>
                <a:gd name="csX1156" fmla="*/ 104623 w 755290"/>
                <a:gd name="csY1156" fmla="*/ 342532 h 689841"/>
                <a:gd name="csX1157" fmla="*/ 103667 w 755290"/>
                <a:gd name="csY1157" fmla="*/ 336799 h 689841"/>
                <a:gd name="csX1158" fmla="*/ 96979 w 755290"/>
                <a:gd name="csY1158" fmla="*/ 331067 h 689841"/>
                <a:gd name="csX1159" fmla="*/ 95068 w 755290"/>
                <a:gd name="csY1159" fmla="*/ 332977 h 689841"/>
                <a:gd name="csX1160" fmla="*/ 96024 w 755290"/>
                <a:gd name="csY1160" fmla="*/ 334888 h 689841"/>
                <a:gd name="csX1161" fmla="*/ 97457 w 755290"/>
                <a:gd name="csY1161" fmla="*/ 335844 h 689841"/>
                <a:gd name="csX1162" fmla="*/ 99845 w 755290"/>
                <a:gd name="csY1162" fmla="*/ 336799 h 689841"/>
                <a:gd name="csX1163" fmla="*/ 98890 w 755290"/>
                <a:gd name="csY1163" fmla="*/ 338233 h 689841"/>
                <a:gd name="csX1164" fmla="*/ 97935 w 755290"/>
                <a:gd name="csY1164" fmla="*/ 340621 h 689841"/>
                <a:gd name="csX1165" fmla="*/ 95546 w 755290"/>
                <a:gd name="csY1165" fmla="*/ 338233 h 689841"/>
                <a:gd name="csX1166" fmla="*/ 91246 w 755290"/>
                <a:gd name="csY1166" fmla="*/ 335366 h 689841"/>
                <a:gd name="csX1167" fmla="*/ 86947 w 755290"/>
                <a:gd name="csY1167" fmla="*/ 333455 h 689841"/>
                <a:gd name="csX1168" fmla="*/ 75004 w 755290"/>
                <a:gd name="csY1168" fmla="*/ 333933 h 689841"/>
                <a:gd name="csX1169" fmla="*/ 67360 w 755290"/>
                <a:gd name="csY1169" fmla="*/ 337277 h 689841"/>
                <a:gd name="csX1170" fmla="*/ 66882 w 755290"/>
                <a:gd name="csY1170" fmla="*/ 336322 h 689841"/>
                <a:gd name="csX1171" fmla="*/ 65927 w 755290"/>
                <a:gd name="csY1171" fmla="*/ 336322 h 689841"/>
                <a:gd name="csX1172" fmla="*/ 64493 w 755290"/>
                <a:gd name="csY1172" fmla="*/ 336799 h 689841"/>
                <a:gd name="csX1173" fmla="*/ 64016 w 755290"/>
                <a:gd name="csY1173" fmla="*/ 338233 h 689841"/>
                <a:gd name="csX1174" fmla="*/ 63060 w 755290"/>
                <a:gd name="csY1174" fmla="*/ 339188 h 689841"/>
                <a:gd name="csX1175" fmla="*/ 61627 w 755290"/>
                <a:gd name="csY1175" fmla="*/ 339188 h 689841"/>
                <a:gd name="csX1176" fmla="*/ 58761 w 755290"/>
                <a:gd name="csY1176" fmla="*/ 338710 h 689841"/>
                <a:gd name="csX1177" fmla="*/ 52550 w 755290"/>
                <a:gd name="csY1177" fmla="*/ 336799 h 689841"/>
                <a:gd name="csX1178" fmla="*/ 38696 w 755290"/>
                <a:gd name="csY1178" fmla="*/ 333933 h 689841"/>
                <a:gd name="csX1179" fmla="*/ 34874 w 755290"/>
                <a:gd name="csY1179" fmla="*/ 332022 h 689841"/>
                <a:gd name="csX1180" fmla="*/ 32008 w 755290"/>
                <a:gd name="csY1180" fmla="*/ 327722 h 689841"/>
                <a:gd name="csX1181" fmla="*/ 32008 w 755290"/>
                <a:gd name="csY1181" fmla="*/ 324856 h 689841"/>
                <a:gd name="csX1182" fmla="*/ 33441 w 755290"/>
                <a:gd name="csY1182" fmla="*/ 323423 h 689841"/>
                <a:gd name="csX1183" fmla="*/ 33441 w 755290"/>
                <a:gd name="csY1183" fmla="*/ 319123 h 689841"/>
                <a:gd name="csX1184" fmla="*/ 30575 w 755290"/>
                <a:gd name="csY1184" fmla="*/ 318168 h 689841"/>
                <a:gd name="csX1185" fmla="*/ 25320 w 755290"/>
                <a:gd name="csY1185" fmla="*/ 311957 h 689841"/>
                <a:gd name="csX1186" fmla="*/ 22931 w 755290"/>
                <a:gd name="csY1186" fmla="*/ 309091 h 689841"/>
                <a:gd name="csX1187" fmla="*/ 23409 w 755290"/>
                <a:gd name="csY1187" fmla="*/ 309091 h 689841"/>
                <a:gd name="csX1188" fmla="*/ 24364 w 755290"/>
                <a:gd name="csY1188" fmla="*/ 309569 h 689841"/>
                <a:gd name="csX1189" fmla="*/ 26275 w 755290"/>
                <a:gd name="csY1189" fmla="*/ 310046 h 689841"/>
                <a:gd name="csX1190" fmla="*/ 31052 w 755290"/>
                <a:gd name="csY1190" fmla="*/ 309569 h 689841"/>
                <a:gd name="csX1191" fmla="*/ 32486 w 755290"/>
                <a:gd name="csY1191" fmla="*/ 305269 h 689841"/>
                <a:gd name="csX1192" fmla="*/ 35830 w 755290"/>
                <a:gd name="csY1192" fmla="*/ 304314 h 689841"/>
                <a:gd name="csX1193" fmla="*/ 39174 w 755290"/>
                <a:gd name="csY1193" fmla="*/ 304791 h 689841"/>
                <a:gd name="csX1194" fmla="*/ 38218 w 755290"/>
                <a:gd name="csY1194" fmla="*/ 303836 h 689841"/>
                <a:gd name="csX1195" fmla="*/ 37741 w 755290"/>
                <a:gd name="csY1195" fmla="*/ 302880 h 689841"/>
                <a:gd name="csX1196" fmla="*/ 29619 w 755290"/>
                <a:gd name="csY1196" fmla="*/ 300970 h 689841"/>
                <a:gd name="csX1197" fmla="*/ 28186 w 755290"/>
                <a:gd name="csY1197" fmla="*/ 301447 h 689841"/>
                <a:gd name="csX1198" fmla="*/ 13854 w 755290"/>
                <a:gd name="csY1198" fmla="*/ 297626 h 689841"/>
                <a:gd name="csX1199" fmla="*/ 1911 w 755290"/>
                <a:gd name="csY1199" fmla="*/ 291415 h 689841"/>
                <a:gd name="csX1200" fmla="*/ 955 w 755290"/>
                <a:gd name="csY1200" fmla="*/ 289982 h 689841"/>
                <a:gd name="csX1201" fmla="*/ 0 w 755290"/>
                <a:gd name="csY1201" fmla="*/ 287593 h 689841"/>
                <a:gd name="csX1202" fmla="*/ 1433 w 755290"/>
                <a:gd name="csY1202" fmla="*/ 284727 h 689841"/>
                <a:gd name="csX1203" fmla="*/ 3344 w 755290"/>
                <a:gd name="csY1203" fmla="*/ 283294 h 689841"/>
                <a:gd name="csX1204" fmla="*/ 3344 w 755290"/>
                <a:gd name="csY1204" fmla="*/ 284727 h 689841"/>
                <a:gd name="csX1205" fmla="*/ 3344 w 755290"/>
                <a:gd name="csY1205" fmla="*/ 286638 h 689841"/>
                <a:gd name="csX1206" fmla="*/ 10032 w 755290"/>
                <a:gd name="csY1206" fmla="*/ 282816 h 689841"/>
                <a:gd name="csX1207" fmla="*/ 13854 w 755290"/>
                <a:gd name="csY1207" fmla="*/ 278516 h 689841"/>
                <a:gd name="csX1208" fmla="*/ 20065 w 755290"/>
                <a:gd name="csY1208" fmla="*/ 277561 h 689841"/>
                <a:gd name="csX1209" fmla="*/ 21498 w 755290"/>
                <a:gd name="csY1209" fmla="*/ 276605 h 689841"/>
                <a:gd name="csX1210" fmla="*/ 23886 w 755290"/>
                <a:gd name="csY1210" fmla="*/ 274217 h 689841"/>
                <a:gd name="csX1211" fmla="*/ 26753 w 755290"/>
                <a:gd name="csY1211" fmla="*/ 269917 h 689841"/>
                <a:gd name="csX1212" fmla="*/ 30575 w 755290"/>
                <a:gd name="csY1212" fmla="*/ 267529 h 689841"/>
                <a:gd name="csX1213" fmla="*/ 33441 w 755290"/>
                <a:gd name="csY1213" fmla="*/ 265618 h 689841"/>
                <a:gd name="csX1214" fmla="*/ 37263 w 755290"/>
                <a:gd name="csY1214" fmla="*/ 264662 h 689841"/>
                <a:gd name="csX1215" fmla="*/ 40607 w 755290"/>
                <a:gd name="csY1215" fmla="*/ 266573 h 689841"/>
                <a:gd name="csX1216" fmla="*/ 41562 w 755290"/>
                <a:gd name="csY1216" fmla="*/ 267051 h 689841"/>
                <a:gd name="csX1217" fmla="*/ 46818 w 755290"/>
                <a:gd name="csY1217" fmla="*/ 267051 h 689841"/>
                <a:gd name="csX1218" fmla="*/ 48728 w 755290"/>
                <a:gd name="csY1218" fmla="*/ 266573 h 689841"/>
                <a:gd name="csX1219" fmla="*/ 49684 w 755290"/>
                <a:gd name="csY1219" fmla="*/ 265618 h 689841"/>
                <a:gd name="csX1220" fmla="*/ 50162 w 755290"/>
                <a:gd name="csY1220" fmla="*/ 264662 h 689841"/>
                <a:gd name="csX1221" fmla="*/ 44907 w 755290"/>
                <a:gd name="csY1221" fmla="*/ 261318 h 689841"/>
                <a:gd name="csX1222" fmla="*/ 45384 w 755290"/>
                <a:gd name="csY1222" fmla="*/ 259407 h 689841"/>
                <a:gd name="csX1223" fmla="*/ 45862 w 755290"/>
                <a:gd name="csY1223" fmla="*/ 257974 h 689841"/>
                <a:gd name="csX1224" fmla="*/ 52550 w 755290"/>
                <a:gd name="csY1224" fmla="*/ 253674 h 689841"/>
                <a:gd name="csX1225" fmla="*/ 57328 w 755290"/>
                <a:gd name="csY1225" fmla="*/ 252241 h 689841"/>
                <a:gd name="csX1226" fmla="*/ 60194 w 755290"/>
                <a:gd name="csY1226" fmla="*/ 252719 h 689841"/>
                <a:gd name="csX1227" fmla="*/ 67838 w 755290"/>
                <a:gd name="csY1227" fmla="*/ 246986 h 689841"/>
                <a:gd name="csX1228" fmla="*/ 72137 w 755290"/>
                <a:gd name="csY1228" fmla="*/ 245553 h 689841"/>
                <a:gd name="csX1229" fmla="*/ 79781 w 755290"/>
                <a:gd name="csY1229" fmla="*/ 244598 h 689841"/>
                <a:gd name="csX1230" fmla="*/ 86469 w 755290"/>
                <a:gd name="csY1230" fmla="*/ 244598 h 689841"/>
                <a:gd name="csX1231" fmla="*/ 88380 w 755290"/>
                <a:gd name="csY1231" fmla="*/ 246508 h 689841"/>
                <a:gd name="csX1232" fmla="*/ 85036 w 755290"/>
                <a:gd name="csY1232" fmla="*/ 246031 h 689841"/>
                <a:gd name="csX1233" fmla="*/ 83125 w 755290"/>
                <a:gd name="csY1233" fmla="*/ 246031 h 689841"/>
                <a:gd name="csX1234" fmla="*/ 84558 w 755290"/>
                <a:gd name="csY1234" fmla="*/ 246986 h 689841"/>
                <a:gd name="csX1235" fmla="*/ 85514 w 755290"/>
                <a:gd name="csY1235" fmla="*/ 248419 h 689841"/>
                <a:gd name="csX1236" fmla="*/ 85514 w 755290"/>
                <a:gd name="csY1236" fmla="*/ 249853 h 689841"/>
                <a:gd name="csX1237" fmla="*/ 83125 w 755290"/>
                <a:gd name="csY1237" fmla="*/ 255108 h 689841"/>
                <a:gd name="csX1238" fmla="*/ 83125 w 755290"/>
                <a:gd name="csY1238" fmla="*/ 259407 h 689841"/>
                <a:gd name="csX1239" fmla="*/ 81692 w 755290"/>
                <a:gd name="csY1239" fmla="*/ 260840 h 689841"/>
                <a:gd name="csX1240" fmla="*/ 80259 w 755290"/>
                <a:gd name="csY1240" fmla="*/ 262751 h 689841"/>
                <a:gd name="csX1241" fmla="*/ 87425 w 755290"/>
                <a:gd name="csY1241" fmla="*/ 268484 h 689841"/>
                <a:gd name="csX1242" fmla="*/ 97457 w 755290"/>
                <a:gd name="csY1242" fmla="*/ 268962 h 689841"/>
                <a:gd name="csX1243" fmla="*/ 103190 w 755290"/>
                <a:gd name="csY1243" fmla="*/ 268006 h 689841"/>
                <a:gd name="csX1244" fmla="*/ 106534 w 755290"/>
                <a:gd name="csY1244" fmla="*/ 269439 h 689841"/>
                <a:gd name="csX1245" fmla="*/ 109400 w 755290"/>
                <a:gd name="csY1245" fmla="*/ 269917 h 689841"/>
                <a:gd name="csX1246" fmla="*/ 116566 w 755290"/>
                <a:gd name="csY1246" fmla="*/ 268962 h 689841"/>
                <a:gd name="csX1247" fmla="*/ 122299 w 755290"/>
                <a:gd name="csY1247" fmla="*/ 270395 h 689841"/>
                <a:gd name="csX1248" fmla="*/ 124687 w 755290"/>
                <a:gd name="csY1248" fmla="*/ 269917 h 689841"/>
                <a:gd name="csX1249" fmla="*/ 129465 w 755290"/>
                <a:gd name="csY1249" fmla="*/ 260840 h 689841"/>
                <a:gd name="csX1250" fmla="*/ 131853 w 755290"/>
                <a:gd name="csY1250" fmla="*/ 259885 h 689841"/>
                <a:gd name="csX1251" fmla="*/ 133764 w 755290"/>
                <a:gd name="csY1251" fmla="*/ 261318 h 689841"/>
                <a:gd name="csX1252" fmla="*/ 136631 w 755290"/>
                <a:gd name="csY1252" fmla="*/ 262273 h 689841"/>
                <a:gd name="csX1253" fmla="*/ 138542 w 755290"/>
                <a:gd name="csY1253" fmla="*/ 261796 h 689841"/>
                <a:gd name="csX1254" fmla="*/ 139975 w 755290"/>
                <a:gd name="csY1254" fmla="*/ 263707 h 689841"/>
                <a:gd name="csX1255" fmla="*/ 139497 w 755290"/>
                <a:gd name="csY1255" fmla="*/ 258929 h 689841"/>
                <a:gd name="csX1256" fmla="*/ 138064 w 755290"/>
                <a:gd name="csY1256" fmla="*/ 257496 h 689841"/>
                <a:gd name="csX1257" fmla="*/ 129942 w 755290"/>
                <a:gd name="csY1257" fmla="*/ 254152 h 689841"/>
                <a:gd name="csX1258" fmla="*/ 124210 w 755290"/>
                <a:gd name="csY1258" fmla="*/ 255585 h 689841"/>
                <a:gd name="csX1259" fmla="*/ 122299 w 755290"/>
                <a:gd name="csY1259" fmla="*/ 253674 h 689841"/>
                <a:gd name="csX1260" fmla="*/ 123254 w 755290"/>
                <a:gd name="csY1260" fmla="*/ 249853 h 689841"/>
                <a:gd name="csX1261" fmla="*/ 117044 w 755290"/>
                <a:gd name="csY1261" fmla="*/ 240776 h 689841"/>
                <a:gd name="csX1262" fmla="*/ 114655 w 755290"/>
                <a:gd name="csY1262" fmla="*/ 238865 h 689841"/>
                <a:gd name="csX1263" fmla="*/ 111789 w 755290"/>
                <a:gd name="csY1263" fmla="*/ 238865 h 689841"/>
                <a:gd name="csX1264" fmla="*/ 109878 w 755290"/>
                <a:gd name="csY1264" fmla="*/ 235521 h 689841"/>
                <a:gd name="csX1265" fmla="*/ 108922 w 755290"/>
                <a:gd name="csY1265" fmla="*/ 231699 h 689841"/>
                <a:gd name="csX1266" fmla="*/ 111311 w 755290"/>
                <a:gd name="csY1266" fmla="*/ 229788 h 689841"/>
                <a:gd name="csX1267" fmla="*/ 113700 w 755290"/>
                <a:gd name="csY1267" fmla="*/ 229310 h 689841"/>
                <a:gd name="csX1268" fmla="*/ 115611 w 755290"/>
                <a:gd name="csY1268" fmla="*/ 230743 h 689841"/>
                <a:gd name="csX1269" fmla="*/ 117999 w 755290"/>
                <a:gd name="csY1269" fmla="*/ 235998 h 689841"/>
                <a:gd name="csX1270" fmla="*/ 120388 w 755290"/>
                <a:gd name="csY1270" fmla="*/ 236476 h 689841"/>
                <a:gd name="csX1271" fmla="*/ 119910 w 755290"/>
                <a:gd name="csY1271" fmla="*/ 242209 h 689841"/>
                <a:gd name="csX1272" fmla="*/ 122776 w 755290"/>
                <a:gd name="csY1272" fmla="*/ 246986 h 689841"/>
                <a:gd name="csX1273" fmla="*/ 128987 w 755290"/>
                <a:gd name="csY1273" fmla="*/ 251763 h 689841"/>
                <a:gd name="csX1274" fmla="*/ 134242 w 755290"/>
                <a:gd name="csY1274" fmla="*/ 249853 h 689841"/>
                <a:gd name="csX1275" fmla="*/ 137586 w 755290"/>
                <a:gd name="csY1275" fmla="*/ 249853 h 689841"/>
                <a:gd name="csX1276" fmla="*/ 139497 w 755290"/>
                <a:gd name="csY1276" fmla="*/ 250808 h 689841"/>
                <a:gd name="csX1277" fmla="*/ 144752 w 755290"/>
                <a:gd name="csY1277" fmla="*/ 255108 h 689841"/>
                <a:gd name="csX1278" fmla="*/ 147618 w 755290"/>
                <a:gd name="csY1278" fmla="*/ 255585 h 689841"/>
                <a:gd name="csX1279" fmla="*/ 155740 w 755290"/>
                <a:gd name="csY1279" fmla="*/ 253197 h 689841"/>
                <a:gd name="csX1280" fmla="*/ 155740 w 755290"/>
                <a:gd name="csY1280" fmla="*/ 249375 h 689841"/>
                <a:gd name="csX1281" fmla="*/ 155262 w 755290"/>
                <a:gd name="csY1281" fmla="*/ 246508 h 689841"/>
                <a:gd name="csX1282" fmla="*/ 153351 w 755290"/>
                <a:gd name="csY1282" fmla="*/ 244598 h 689841"/>
                <a:gd name="csX1283" fmla="*/ 147618 w 755290"/>
                <a:gd name="csY1283" fmla="*/ 245075 h 689841"/>
                <a:gd name="csX1284" fmla="*/ 143319 w 755290"/>
                <a:gd name="csY1284" fmla="*/ 241731 h 689841"/>
                <a:gd name="csX1285" fmla="*/ 139497 w 755290"/>
                <a:gd name="csY1285" fmla="*/ 242687 h 689841"/>
                <a:gd name="csX1286" fmla="*/ 132809 w 755290"/>
                <a:gd name="csY1286" fmla="*/ 247464 h 689841"/>
                <a:gd name="csX1287" fmla="*/ 129465 w 755290"/>
                <a:gd name="csY1287" fmla="*/ 245553 h 689841"/>
                <a:gd name="csX1288" fmla="*/ 127076 w 755290"/>
                <a:gd name="csY1288" fmla="*/ 243164 h 689841"/>
                <a:gd name="csX1289" fmla="*/ 123732 w 755290"/>
                <a:gd name="csY1289" fmla="*/ 240776 h 689841"/>
                <a:gd name="csX1290" fmla="*/ 123254 w 755290"/>
                <a:gd name="csY1290" fmla="*/ 235998 h 689841"/>
                <a:gd name="csX1291" fmla="*/ 126121 w 755290"/>
                <a:gd name="csY1291" fmla="*/ 230266 h 689841"/>
                <a:gd name="csX1292" fmla="*/ 128509 w 755290"/>
                <a:gd name="csY1292" fmla="*/ 227877 h 689841"/>
                <a:gd name="csX1293" fmla="*/ 126598 w 755290"/>
                <a:gd name="csY1293" fmla="*/ 225966 h 689841"/>
                <a:gd name="csX1294" fmla="*/ 121343 w 755290"/>
                <a:gd name="csY1294" fmla="*/ 224533 h 689841"/>
                <a:gd name="csX1295" fmla="*/ 113222 w 755290"/>
                <a:gd name="csY1295" fmla="*/ 225966 h 689841"/>
                <a:gd name="csX1296" fmla="*/ 112744 w 755290"/>
                <a:gd name="csY1296" fmla="*/ 224055 h 689841"/>
                <a:gd name="csX1297" fmla="*/ 112744 w 755290"/>
                <a:gd name="csY1297" fmla="*/ 221666 h 689841"/>
                <a:gd name="csX1298" fmla="*/ 109400 w 755290"/>
                <a:gd name="csY1298" fmla="*/ 225966 h 689841"/>
                <a:gd name="csX1299" fmla="*/ 105578 w 755290"/>
                <a:gd name="csY1299" fmla="*/ 225011 h 689841"/>
                <a:gd name="csX1300" fmla="*/ 100801 w 755290"/>
                <a:gd name="csY1300" fmla="*/ 225488 h 689841"/>
                <a:gd name="csX1301" fmla="*/ 90291 w 755290"/>
                <a:gd name="csY1301" fmla="*/ 222144 h 689841"/>
                <a:gd name="csX1302" fmla="*/ 86947 w 755290"/>
                <a:gd name="csY1302" fmla="*/ 217367 h 689841"/>
                <a:gd name="csX1303" fmla="*/ 85036 w 755290"/>
                <a:gd name="csY1303" fmla="*/ 214023 h 689841"/>
                <a:gd name="csX1304" fmla="*/ 82169 w 755290"/>
                <a:gd name="csY1304" fmla="*/ 204468 h 689841"/>
                <a:gd name="csX1305" fmla="*/ 78825 w 755290"/>
                <a:gd name="csY1305" fmla="*/ 198258 h 689841"/>
                <a:gd name="csX1306" fmla="*/ 53506 w 755290"/>
                <a:gd name="csY1306" fmla="*/ 176760 h 689841"/>
                <a:gd name="csX1307" fmla="*/ 42518 w 755290"/>
                <a:gd name="csY1307" fmla="*/ 171505 h 689841"/>
                <a:gd name="csX1308" fmla="*/ 36785 w 755290"/>
                <a:gd name="csY1308" fmla="*/ 165772 h 689841"/>
                <a:gd name="csX1309" fmla="*/ 33441 w 755290"/>
                <a:gd name="csY1309" fmla="*/ 164339 h 689841"/>
                <a:gd name="csX1310" fmla="*/ 30097 w 755290"/>
                <a:gd name="csY1310" fmla="*/ 163384 h 689841"/>
                <a:gd name="csX1311" fmla="*/ 25797 w 755290"/>
                <a:gd name="csY1311" fmla="*/ 161473 h 689841"/>
                <a:gd name="csX1312" fmla="*/ 28664 w 755290"/>
                <a:gd name="csY1312" fmla="*/ 159084 h 689841"/>
                <a:gd name="csX1313" fmla="*/ 30575 w 755290"/>
                <a:gd name="csY1313" fmla="*/ 158606 h 689841"/>
                <a:gd name="csX1314" fmla="*/ 28664 w 755290"/>
                <a:gd name="csY1314" fmla="*/ 160995 h 689841"/>
                <a:gd name="csX1315" fmla="*/ 30097 w 755290"/>
                <a:gd name="csY1315" fmla="*/ 161473 h 689841"/>
                <a:gd name="csX1316" fmla="*/ 32486 w 755290"/>
                <a:gd name="csY1316" fmla="*/ 160039 h 689841"/>
                <a:gd name="csX1317" fmla="*/ 33919 w 755290"/>
                <a:gd name="csY1317" fmla="*/ 158606 h 689841"/>
                <a:gd name="csX1318" fmla="*/ 35830 w 755290"/>
                <a:gd name="csY1318" fmla="*/ 150963 h 689841"/>
                <a:gd name="csX1319" fmla="*/ 37741 w 755290"/>
                <a:gd name="csY1319" fmla="*/ 139975 h 689841"/>
                <a:gd name="csX1320" fmla="*/ 37263 w 755290"/>
                <a:gd name="csY1320" fmla="*/ 135198 h 689841"/>
                <a:gd name="csX1321" fmla="*/ 51117 w 755290"/>
                <a:gd name="csY1321" fmla="*/ 136153 h 689841"/>
                <a:gd name="csX1322" fmla="*/ 60672 w 755290"/>
                <a:gd name="csY1322" fmla="*/ 135675 h 689841"/>
                <a:gd name="csX1323" fmla="*/ 63538 w 755290"/>
                <a:gd name="csY1323" fmla="*/ 134720 h 689841"/>
                <a:gd name="csX1324" fmla="*/ 75004 w 755290"/>
                <a:gd name="csY1324" fmla="*/ 132809 h 689841"/>
                <a:gd name="csX1325" fmla="*/ 78348 w 755290"/>
                <a:gd name="csY1325" fmla="*/ 131376 h 689841"/>
                <a:gd name="csX1326" fmla="*/ 83603 w 755290"/>
                <a:gd name="csY1326" fmla="*/ 127554 h 689841"/>
                <a:gd name="csX1327" fmla="*/ 90291 w 755290"/>
                <a:gd name="csY1327" fmla="*/ 120866 h 689841"/>
                <a:gd name="csX1328" fmla="*/ 96024 w 755290"/>
                <a:gd name="csY1328" fmla="*/ 111789 h 689841"/>
                <a:gd name="csX1329" fmla="*/ 96979 w 755290"/>
                <a:gd name="csY1329" fmla="*/ 109400 h 689841"/>
                <a:gd name="csX1330" fmla="*/ 97457 w 755290"/>
                <a:gd name="csY1330" fmla="*/ 110356 h 689841"/>
                <a:gd name="csX1331" fmla="*/ 97935 w 755290"/>
                <a:gd name="csY1331" fmla="*/ 109878 h 689841"/>
                <a:gd name="csX1332" fmla="*/ 98412 w 755290"/>
                <a:gd name="csY1332" fmla="*/ 106534 h 689841"/>
                <a:gd name="csX1333" fmla="*/ 99368 w 755290"/>
                <a:gd name="csY1333" fmla="*/ 98412 h 689841"/>
                <a:gd name="csX1334" fmla="*/ 101756 w 755290"/>
                <a:gd name="csY1334" fmla="*/ 90291 h 689841"/>
                <a:gd name="csX1335" fmla="*/ 113700 w 755290"/>
                <a:gd name="csY1335" fmla="*/ 72615 h 689841"/>
                <a:gd name="csX1336" fmla="*/ 119432 w 755290"/>
                <a:gd name="csY1336" fmla="*/ 65449 h 689841"/>
                <a:gd name="csX1337" fmla="*/ 121343 w 755290"/>
                <a:gd name="csY1337" fmla="*/ 62105 h 689841"/>
                <a:gd name="csX1338" fmla="*/ 123254 w 755290"/>
                <a:gd name="csY1338" fmla="*/ 59716 h 689841"/>
                <a:gd name="csX1339" fmla="*/ 124687 w 755290"/>
                <a:gd name="csY1339" fmla="*/ 62105 h 689841"/>
                <a:gd name="csX1340" fmla="*/ 125165 w 755290"/>
                <a:gd name="csY1340" fmla="*/ 63060 h 689841"/>
                <a:gd name="csX1341" fmla="*/ 125643 w 755290"/>
                <a:gd name="csY1341" fmla="*/ 64016 h 689841"/>
                <a:gd name="csX1342" fmla="*/ 124210 w 755290"/>
                <a:gd name="csY1342" fmla="*/ 64493 h 689841"/>
                <a:gd name="csX1343" fmla="*/ 122776 w 755290"/>
                <a:gd name="csY1343" fmla="*/ 66882 h 689841"/>
                <a:gd name="csX1344" fmla="*/ 119910 w 755290"/>
                <a:gd name="csY1344" fmla="*/ 68315 h 689841"/>
                <a:gd name="csX1345" fmla="*/ 119432 w 755290"/>
                <a:gd name="csY1345" fmla="*/ 69271 h 689841"/>
                <a:gd name="csX1346" fmla="*/ 120866 w 755290"/>
                <a:gd name="csY1346" fmla="*/ 68793 h 689841"/>
                <a:gd name="csX1347" fmla="*/ 125643 w 755290"/>
                <a:gd name="csY1347" fmla="*/ 67360 h 689841"/>
                <a:gd name="csX1348" fmla="*/ 128032 w 755290"/>
                <a:gd name="csY1348" fmla="*/ 64971 h 689841"/>
                <a:gd name="csX1349" fmla="*/ 140930 w 755290"/>
                <a:gd name="csY1349" fmla="*/ 61627 h 689841"/>
                <a:gd name="csX1350" fmla="*/ 147618 w 755290"/>
                <a:gd name="csY1350" fmla="*/ 54939 h 689841"/>
                <a:gd name="csX1351" fmla="*/ 148096 w 755290"/>
                <a:gd name="csY1351" fmla="*/ 53506 h 689841"/>
                <a:gd name="csX1352" fmla="*/ 158128 w 755290"/>
                <a:gd name="csY1352" fmla="*/ 45862 h 689841"/>
                <a:gd name="csX1353" fmla="*/ 159562 w 755290"/>
                <a:gd name="csY1353" fmla="*/ 46340 h 689841"/>
                <a:gd name="csX1354" fmla="*/ 161473 w 755290"/>
                <a:gd name="csY1354" fmla="*/ 47295 h 689841"/>
                <a:gd name="csX1355" fmla="*/ 158606 w 755290"/>
                <a:gd name="csY1355" fmla="*/ 52072 h 689841"/>
                <a:gd name="csX1356" fmla="*/ 160517 w 755290"/>
                <a:gd name="csY1356" fmla="*/ 53506 h 689841"/>
                <a:gd name="csX1357" fmla="*/ 158606 w 755290"/>
                <a:gd name="csY1357" fmla="*/ 59716 h 689841"/>
                <a:gd name="csX1358" fmla="*/ 162428 w 755290"/>
                <a:gd name="csY1358" fmla="*/ 59716 h 689841"/>
                <a:gd name="csX1359" fmla="*/ 163383 w 755290"/>
                <a:gd name="csY1359" fmla="*/ 62583 h 689841"/>
                <a:gd name="csX1360" fmla="*/ 163383 w 755290"/>
                <a:gd name="csY1360" fmla="*/ 60194 h 689841"/>
                <a:gd name="csX1361" fmla="*/ 163383 w 755290"/>
                <a:gd name="csY1361" fmla="*/ 56850 h 689841"/>
                <a:gd name="csX1362" fmla="*/ 163383 w 755290"/>
                <a:gd name="csY1362" fmla="*/ 53506 h 689841"/>
                <a:gd name="csX1363" fmla="*/ 164339 w 755290"/>
                <a:gd name="csY1363" fmla="*/ 51117 h 689841"/>
                <a:gd name="csX1364" fmla="*/ 166728 w 755290"/>
                <a:gd name="csY1364" fmla="*/ 52072 h 689841"/>
                <a:gd name="csX1365" fmla="*/ 172460 w 755290"/>
                <a:gd name="csY1365" fmla="*/ 49684 h 689841"/>
                <a:gd name="csX1366" fmla="*/ 165294 w 755290"/>
                <a:gd name="csY1366" fmla="*/ 49206 h 689841"/>
                <a:gd name="csX1367" fmla="*/ 161473 w 755290"/>
                <a:gd name="csY1367" fmla="*/ 43473 h 689841"/>
                <a:gd name="csX1368" fmla="*/ 159084 w 755290"/>
                <a:gd name="csY1368" fmla="*/ 43473 h 689841"/>
                <a:gd name="csX1369" fmla="*/ 166728 w 755290"/>
                <a:gd name="csY1369" fmla="*/ 34874 h 689841"/>
                <a:gd name="csX1370" fmla="*/ 174371 w 755290"/>
                <a:gd name="csY1370" fmla="*/ 30097 h 689841"/>
                <a:gd name="csX1371" fmla="*/ 175804 w 755290"/>
                <a:gd name="csY1371" fmla="*/ 30097 h 689841"/>
                <a:gd name="csX1372" fmla="*/ 176760 w 755290"/>
                <a:gd name="csY1372" fmla="*/ 31052 h 689841"/>
                <a:gd name="csX1373" fmla="*/ 176760 w 755290"/>
                <a:gd name="csY1373" fmla="*/ 32486 h 689841"/>
                <a:gd name="csX1374" fmla="*/ 175327 w 755290"/>
                <a:gd name="csY1374" fmla="*/ 33441 h 689841"/>
                <a:gd name="csX1375" fmla="*/ 173416 w 755290"/>
                <a:gd name="csY1375" fmla="*/ 35352 h 689841"/>
                <a:gd name="csX1376" fmla="*/ 174371 w 755290"/>
                <a:gd name="csY1376" fmla="*/ 36785 h 689841"/>
                <a:gd name="csX1377" fmla="*/ 175327 w 755290"/>
                <a:gd name="csY1377" fmla="*/ 37263 h 689841"/>
                <a:gd name="csX1378" fmla="*/ 178671 w 755290"/>
                <a:gd name="csY1378" fmla="*/ 35830 h 689841"/>
                <a:gd name="csX1379" fmla="*/ 180582 w 755290"/>
                <a:gd name="csY1379" fmla="*/ 34397 h 689841"/>
                <a:gd name="csX1380" fmla="*/ 187748 w 755290"/>
                <a:gd name="csY1380" fmla="*/ 34397 h 689841"/>
                <a:gd name="csX1381" fmla="*/ 190136 w 755290"/>
                <a:gd name="csY1381" fmla="*/ 33441 h 689841"/>
                <a:gd name="csX1382" fmla="*/ 190614 w 755290"/>
                <a:gd name="csY1382" fmla="*/ 32008 h 689841"/>
                <a:gd name="csX1383" fmla="*/ 200169 w 755290"/>
                <a:gd name="csY1383" fmla="*/ 32008 h 689841"/>
                <a:gd name="csX1384" fmla="*/ 202080 w 755290"/>
                <a:gd name="csY1384" fmla="*/ 31052 h 689841"/>
                <a:gd name="csX1385" fmla="*/ 207812 w 755290"/>
                <a:gd name="csY1385" fmla="*/ 26275 h 689841"/>
                <a:gd name="csX1386" fmla="*/ 213545 w 755290"/>
                <a:gd name="csY1386" fmla="*/ 21020 h 689841"/>
                <a:gd name="csX1387" fmla="*/ 215934 w 755290"/>
                <a:gd name="csY1387" fmla="*/ 18154 h 689841"/>
                <a:gd name="csX1388" fmla="*/ 220711 w 755290"/>
                <a:gd name="csY1388" fmla="*/ 10510 h 689841"/>
                <a:gd name="csX1389" fmla="*/ 224533 w 755290"/>
                <a:gd name="csY1389" fmla="*/ 5255 h 689841"/>
                <a:gd name="csX1390" fmla="*/ 230743 w 755290"/>
                <a:gd name="csY1390" fmla="*/ 0 h 689841"/>
                <a:gd name="csX1391" fmla="*/ 232176 w 755290"/>
                <a:gd name="csY1391" fmla="*/ 956 h 689841"/>
                <a:gd name="csX1392" fmla="*/ 229788 w 755290"/>
                <a:gd name="csY1392" fmla="*/ 1911 h 689841"/>
                <a:gd name="csX1393" fmla="*/ 228355 w 755290"/>
                <a:gd name="csY1393" fmla="*/ 3822 h 689841"/>
                <a:gd name="csX1394" fmla="*/ 230743 w 755290"/>
                <a:gd name="csY1394" fmla="*/ 6688 h 689841"/>
                <a:gd name="csX1395" fmla="*/ 243642 w 755290"/>
                <a:gd name="csY1395" fmla="*/ 12421 h 689841"/>
                <a:gd name="csX1396" fmla="*/ 246986 w 755290"/>
                <a:gd name="csY1396" fmla="*/ 12899 h 689841"/>
                <a:gd name="csX1397" fmla="*/ 248419 w 755290"/>
                <a:gd name="csY1397" fmla="*/ 16243 h 689841"/>
                <a:gd name="csX1398" fmla="*/ 246986 w 755290"/>
                <a:gd name="csY1398" fmla="*/ 19587 h 689841"/>
                <a:gd name="csX1399" fmla="*/ 243642 w 755290"/>
                <a:gd name="csY1399" fmla="*/ 23409 h 689841"/>
                <a:gd name="csX1400" fmla="*/ 236954 w 755290"/>
                <a:gd name="csY1400" fmla="*/ 27231 h 689841"/>
                <a:gd name="csX1401" fmla="*/ 238865 w 755290"/>
                <a:gd name="csY1401" fmla="*/ 28664 h 689841"/>
                <a:gd name="csX1402" fmla="*/ 240298 w 755290"/>
                <a:gd name="csY1402" fmla="*/ 32008 h 689841"/>
                <a:gd name="csX1403" fmla="*/ 242209 w 755290"/>
                <a:gd name="csY1403" fmla="*/ 32486 h 689841"/>
                <a:gd name="csX1404" fmla="*/ 245553 w 755290"/>
                <a:gd name="csY1404" fmla="*/ 31052 h 689841"/>
                <a:gd name="csX1405" fmla="*/ 248419 w 755290"/>
                <a:gd name="csY1405" fmla="*/ 29142 h 689841"/>
                <a:gd name="csX1406" fmla="*/ 253674 w 755290"/>
                <a:gd name="csY1406" fmla="*/ 22453 h 689841"/>
                <a:gd name="csX1407" fmla="*/ 255108 w 755290"/>
                <a:gd name="csY1407" fmla="*/ 18631 h 689841"/>
                <a:gd name="csX1408" fmla="*/ 256541 w 755290"/>
                <a:gd name="csY1408" fmla="*/ 17676 h 689841"/>
                <a:gd name="csX1409" fmla="*/ 260840 w 755290"/>
                <a:gd name="csY1409" fmla="*/ 18631 h 689841"/>
                <a:gd name="csX1410" fmla="*/ 263229 w 755290"/>
                <a:gd name="csY1410" fmla="*/ 20542 h 689841"/>
                <a:gd name="csX1411" fmla="*/ 266095 w 755290"/>
                <a:gd name="csY1411" fmla="*/ 23886 h 689841"/>
                <a:gd name="csX1412" fmla="*/ 265140 w 755290"/>
                <a:gd name="csY1412" fmla="*/ 27231 h 689841"/>
                <a:gd name="csX1413" fmla="*/ 264184 w 755290"/>
                <a:gd name="csY1413" fmla="*/ 29142 h 689841"/>
                <a:gd name="csX1414" fmla="*/ 267528 w 755290"/>
                <a:gd name="csY1414" fmla="*/ 31530 h 689841"/>
                <a:gd name="csX1415" fmla="*/ 271828 w 755290"/>
                <a:gd name="csY1415" fmla="*/ 32008 h 689841"/>
                <a:gd name="csX1416" fmla="*/ 275650 w 755290"/>
                <a:gd name="csY1416" fmla="*/ 34397 h 689841"/>
                <a:gd name="csX1417" fmla="*/ 281383 w 755290"/>
                <a:gd name="csY1417" fmla="*/ 30097 h 689841"/>
                <a:gd name="csX1418" fmla="*/ 285204 w 755290"/>
                <a:gd name="csY1418" fmla="*/ 29142 h 689841"/>
                <a:gd name="csX1419" fmla="*/ 289504 w 755290"/>
                <a:gd name="csY1419" fmla="*/ 29142 h 689841"/>
                <a:gd name="csX1420" fmla="*/ 294759 w 755290"/>
                <a:gd name="csY1420" fmla="*/ 26753 h 689841"/>
                <a:gd name="csX1421" fmla="*/ 303836 w 755290"/>
                <a:gd name="csY1421" fmla="*/ 30097 h 689841"/>
                <a:gd name="csX1422" fmla="*/ 305747 w 755290"/>
                <a:gd name="csY1422" fmla="*/ 29142 h 689841"/>
                <a:gd name="csX1423" fmla="*/ 309569 w 755290"/>
                <a:gd name="csY1423" fmla="*/ 29619 h 689841"/>
                <a:gd name="csX1424" fmla="*/ 313390 w 755290"/>
                <a:gd name="csY1424" fmla="*/ 31530 h 689841"/>
                <a:gd name="csX1425" fmla="*/ 314346 w 755290"/>
                <a:gd name="csY1425" fmla="*/ 33919 h 689841"/>
                <a:gd name="csX1426" fmla="*/ 310524 w 755290"/>
                <a:gd name="csY1426" fmla="*/ 38218 h 689841"/>
                <a:gd name="csX1427" fmla="*/ 310046 w 755290"/>
                <a:gd name="csY1427" fmla="*/ 42518 h 689841"/>
                <a:gd name="csX1428" fmla="*/ 311480 w 755290"/>
                <a:gd name="csY1428" fmla="*/ 44429 h 689841"/>
                <a:gd name="csX1429" fmla="*/ 313868 w 755290"/>
                <a:gd name="csY1429" fmla="*/ 44429 h 689841"/>
                <a:gd name="csX1430" fmla="*/ 314346 w 755290"/>
                <a:gd name="csY1430" fmla="*/ 47295 h 689841"/>
                <a:gd name="csX1431" fmla="*/ 315779 w 755290"/>
                <a:gd name="csY1431" fmla="*/ 47773 h 689841"/>
                <a:gd name="csX1432" fmla="*/ 323901 w 755290"/>
                <a:gd name="csY1432" fmla="*/ 47295 h 689841"/>
                <a:gd name="csX1433" fmla="*/ 322945 w 755290"/>
                <a:gd name="csY1433" fmla="*/ 48728 h 689841"/>
                <a:gd name="csX1434" fmla="*/ 322945 w 755290"/>
                <a:gd name="csY1434" fmla="*/ 50162 h 689841"/>
                <a:gd name="csX1435" fmla="*/ 320079 w 755290"/>
                <a:gd name="csY1435" fmla="*/ 53506 h 689841"/>
                <a:gd name="csX1436" fmla="*/ 334411 w 755290"/>
                <a:gd name="csY1436" fmla="*/ 55417 h 689841"/>
                <a:gd name="csX1437" fmla="*/ 336322 w 755290"/>
                <a:gd name="csY1437" fmla="*/ 53506 h 689841"/>
                <a:gd name="csX1438" fmla="*/ 339188 w 755290"/>
                <a:gd name="csY1438" fmla="*/ 52550 h 689841"/>
                <a:gd name="csX1439" fmla="*/ 345876 w 755290"/>
                <a:gd name="csY1439" fmla="*/ 50162 h 689841"/>
                <a:gd name="csX1440" fmla="*/ 348265 w 755290"/>
                <a:gd name="csY1440" fmla="*/ 51117 h 689841"/>
                <a:gd name="csX1441" fmla="*/ 350653 w 755290"/>
                <a:gd name="csY1441" fmla="*/ 53984 h 689841"/>
                <a:gd name="csX1442" fmla="*/ 353520 w 755290"/>
                <a:gd name="csY1442" fmla="*/ 54461 h 689841"/>
                <a:gd name="csX1443" fmla="*/ 355908 w 755290"/>
                <a:gd name="csY1443" fmla="*/ 53984 h 689841"/>
                <a:gd name="csX1444" fmla="*/ 361641 w 755290"/>
                <a:gd name="csY1444" fmla="*/ 50162 h 689841"/>
                <a:gd name="csX1445" fmla="*/ 367852 w 755290"/>
                <a:gd name="csY1445" fmla="*/ 50162 h 689841"/>
                <a:gd name="csX1446" fmla="*/ 370718 w 755290"/>
                <a:gd name="csY1446" fmla="*/ 51117 h 689841"/>
                <a:gd name="csX1447" fmla="*/ 373107 w 755290"/>
                <a:gd name="csY1447" fmla="*/ 50639 h 689841"/>
                <a:gd name="csX1448" fmla="*/ 381706 w 755290"/>
                <a:gd name="csY1448" fmla="*/ 54939 h 689841"/>
                <a:gd name="csX1449" fmla="*/ 385050 w 755290"/>
                <a:gd name="csY1449" fmla="*/ 55417 h 689841"/>
                <a:gd name="csX1450" fmla="*/ 388872 w 755290"/>
                <a:gd name="csY1450" fmla="*/ 60672 h 689841"/>
                <a:gd name="csX1451" fmla="*/ 391260 w 755290"/>
                <a:gd name="csY1451" fmla="*/ 60672 h 689841"/>
                <a:gd name="csX1452" fmla="*/ 393649 w 755290"/>
                <a:gd name="csY1452" fmla="*/ 58761 h 689841"/>
                <a:gd name="csX1453" fmla="*/ 395560 w 755290"/>
                <a:gd name="csY1453" fmla="*/ 58761 h 689841"/>
                <a:gd name="csX1454" fmla="*/ 397949 w 755290"/>
                <a:gd name="csY1454" fmla="*/ 60672 h 689841"/>
                <a:gd name="csX1455" fmla="*/ 401293 w 755290"/>
                <a:gd name="csY1455" fmla="*/ 61627 h 689841"/>
                <a:gd name="csX1456" fmla="*/ 402726 w 755290"/>
                <a:gd name="csY1456" fmla="*/ 64971 h 689841"/>
                <a:gd name="csX1457" fmla="*/ 404159 w 755290"/>
                <a:gd name="csY1457" fmla="*/ 65927 h 689841"/>
                <a:gd name="csX1458" fmla="*/ 417058 w 755290"/>
                <a:gd name="csY1458" fmla="*/ 68793 h 689841"/>
                <a:gd name="csX1459" fmla="*/ 423268 w 755290"/>
                <a:gd name="csY1459" fmla="*/ 67360 h 689841"/>
                <a:gd name="csX1460" fmla="*/ 432345 w 755290"/>
                <a:gd name="csY1460" fmla="*/ 67838 h 689841"/>
                <a:gd name="csX1461" fmla="*/ 437122 w 755290"/>
                <a:gd name="csY1461" fmla="*/ 69271 h 689841"/>
                <a:gd name="csX1462" fmla="*/ 441900 w 755290"/>
                <a:gd name="csY1462" fmla="*/ 69271 h 689841"/>
                <a:gd name="csX1463" fmla="*/ 449066 w 755290"/>
                <a:gd name="csY1463" fmla="*/ 75004 h 689841"/>
                <a:gd name="csX1464" fmla="*/ 453365 w 755290"/>
                <a:gd name="csY1464" fmla="*/ 75959 h 689841"/>
                <a:gd name="csX1465" fmla="*/ 454321 w 755290"/>
                <a:gd name="csY1465" fmla="*/ 77392 h 689841"/>
                <a:gd name="csX1466" fmla="*/ 465309 w 755290"/>
                <a:gd name="csY1466" fmla="*/ 78825 h 689841"/>
                <a:gd name="csX1467" fmla="*/ 469608 w 755290"/>
                <a:gd name="csY1467" fmla="*/ 75481 h 689841"/>
                <a:gd name="csX1468" fmla="*/ 476774 w 755290"/>
                <a:gd name="csY1468" fmla="*/ 75004 h 689841"/>
                <a:gd name="csX1469" fmla="*/ 482984 w 755290"/>
                <a:gd name="csY1469" fmla="*/ 72137 h 689841"/>
                <a:gd name="csX1470" fmla="*/ 486329 w 755290"/>
                <a:gd name="csY1470" fmla="*/ 72137 h 689841"/>
                <a:gd name="csX1471" fmla="*/ 490628 w 755290"/>
                <a:gd name="csY1471" fmla="*/ 73093 h 689841"/>
                <a:gd name="csX1472" fmla="*/ 492061 w 755290"/>
                <a:gd name="csY1472" fmla="*/ 72615 h 689841"/>
                <a:gd name="csX1473" fmla="*/ 493495 w 755290"/>
                <a:gd name="csY1473" fmla="*/ 71659 h 689841"/>
                <a:gd name="csX1474" fmla="*/ 503527 w 755290"/>
                <a:gd name="csY1474" fmla="*/ 75959 h 689841"/>
                <a:gd name="csX1475" fmla="*/ 509260 w 755290"/>
                <a:gd name="csY1475" fmla="*/ 80736 h 689841"/>
                <a:gd name="csX1476" fmla="*/ 511648 w 755290"/>
                <a:gd name="csY1476" fmla="*/ 84558 h 689841"/>
                <a:gd name="csX1477" fmla="*/ 523591 w 755290"/>
                <a:gd name="csY1477" fmla="*/ 89813 h 689841"/>
                <a:gd name="csX1478" fmla="*/ 526936 w 755290"/>
                <a:gd name="csY1478" fmla="*/ 92679 h 689841"/>
                <a:gd name="csX1479" fmla="*/ 529324 w 755290"/>
                <a:gd name="csY1479" fmla="*/ 96024 h 689841"/>
                <a:gd name="csX1480" fmla="*/ 530757 w 755290"/>
                <a:gd name="csY1480" fmla="*/ 96501 h 689841"/>
                <a:gd name="csX1481" fmla="*/ 531713 w 755290"/>
                <a:gd name="csY1481" fmla="*/ 95546 h 689841"/>
                <a:gd name="csX1482" fmla="*/ 535535 w 755290"/>
                <a:gd name="csY1482" fmla="*/ 95546 h 689841"/>
                <a:gd name="csX1483" fmla="*/ 537446 w 755290"/>
                <a:gd name="csY1483" fmla="*/ 96024 h 689841"/>
                <a:gd name="csX1484" fmla="*/ 537446 w 755290"/>
                <a:gd name="csY1484" fmla="*/ 111311 h 689841"/>
                <a:gd name="csX1485" fmla="*/ 537446 w 755290"/>
                <a:gd name="csY1485" fmla="*/ 126121 h 689841"/>
                <a:gd name="csX1486" fmla="*/ 537446 w 755290"/>
                <a:gd name="csY1486" fmla="*/ 140930 h 689841"/>
                <a:gd name="csX1487" fmla="*/ 537446 w 755290"/>
                <a:gd name="csY1487" fmla="*/ 155740 h 689841"/>
                <a:gd name="csX1488" fmla="*/ 537446 w 755290"/>
                <a:gd name="csY1488" fmla="*/ 170072 h 689841"/>
                <a:gd name="csX1489" fmla="*/ 537446 w 755290"/>
                <a:gd name="csY1489" fmla="*/ 184404 h 689841"/>
                <a:gd name="csX1490" fmla="*/ 537446 w 755290"/>
                <a:gd name="csY1490" fmla="*/ 198258 h 689841"/>
                <a:gd name="csX1491" fmla="*/ 537446 w 755290"/>
                <a:gd name="csY1491" fmla="*/ 212112 h 689841"/>
                <a:gd name="csX1492" fmla="*/ 537446 w 755290"/>
                <a:gd name="csY1492" fmla="*/ 225966 h 689841"/>
                <a:gd name="csX1493" fmla="*/ 537446 w 755290"/>
                <a:gd name="csY1493" fmla="*/ 239342 h 689841"/>
                <a:gd name="csX1494" fmla="*/ 537446 w 755290"/>
                <a:gd name="csY1494" fmla="*/ 252719 h 689841"/>
                <a:gd name="csX1495" fmla="*/ 537446 w 755290"/>
                <a:gd name="csY1495" fmla="*/ 265618 h 689841"/>
                <a:gd name="csX1496" fmla="*/ 537446 w 755290"/>
                <a:gd name="csY1496" fmla="*/ 278994 h 689841"/>
                <a:gd name="csX1497" fmla="*/ 537446 w 755290"/>
                <a:gd name="csY1497" fmla="*/ 291893 h 689841"/>
                <a:gd name="csX1498" fmla="*/ 537446 w 755290"/>
                <a:gd name="csY1498" fmla="*/ 304791 h 689841"/>
                <a:gd name="csX1499" fmla="*/ 537446 w 755290"/>
                <a:gd name="csY1499" fmla="*/ 317212 h 689841"/>
                <a:gd name="csX1500" fmla="*/ 537446 w 755290"/>
                <a:gd name="csY1500" fmla="*/ 329633 h 689841"/>
                <a:gd name="csX1501" fmla="*/ 537446 w 755290"/>
                <a:gd name="csY1501" fmla="*/ 342054 h 689841"/>
                <a:gd name="csX1502" fmla="*/ 537446 w 755290"/>
                <a:gd name="csY1502" fmla="*/ 354475 h 689841"/>
                <a:gd name="csX1503" fmla="*/ 537446 w 755290"/>
                <a:gd name="csY1503" fmla="*/ 366419 h 689841"/>
                <a:gd name="csX1504" fmla="*/ 537446 w 755290"/>
                <a:gd name="csY1504" fmla="*/ 378362 h 689841"/>
                <a:gd name="csX1505" fmla="*/ 537446 w 755290"/>
                <a:gd name="csY1505" fmla="*/ 390305 h 689841"/>
                <a:gd name="csX1506" fmla="*/ 537446 w 755290"/>
                <a:gd name="csY1506" fmla="*/ 401771 h 689841"/>
                <a:gd name="csX1507" fmla="*/ 537446 w 755290"/>
                <a:gd name="csY1507" fmla="*/ 413236 h 689841"/>
                <a:gd name="csX1508" fmla="*/ 537446 w 755290"/>
                <a:gd name="csY1508" fmla="*/ 425179 h 689841"/>
                <a:gd name="csX1509" fmla="*/ 537446 w 755290"/>
                <a:gd name="csY1509" fmla="*/ 436167 h 689841"/>
                <a:gd name="csX1510" fmla="*/ 537446 w 755290"/>
                <a:gd name="csY1510" fmla="*/ 447633 h 689841"/>
                <a:gd name="csX1511" fmla="*/ 537446 w 755290"/>
                <a:gd name="csY1511" fmla="*/ 458620 h 689841"/>
                <a:gd name="csX1512" fmla="*/ 537446 w 755290"/>
                <a:gd name="csY1512" fmla="*/ 470086 h 689841"/>
                <a:gd name="csX1513" fmla="*/ 537446 w 755290"/>
                <a:gd name="csY1513" fmla="*/ 480596 h 689841"/>
                <a:gd name="csX1514" fmla="*/ 537446 w 755290"/>
                <a:gd name="csY1514" fmla="*/ 491584 h 689841"/>
                <a:gd name="csX1515" fmla="*/ 537446 w 755290"/>
                <a:gd name="csY1515" fmla="*/ 502571 h 689841"/>
                <a:gd name="csX1516" fmla="*/ 537446 w 755290"/>
                <a:gd name="csY1516" fmla="*/ 502571 h 689841"/>
                <a:gd name="csX1517" fmla="*/ 541745 w 755290"/>
                <a:gd name="csY1517" fmla="*/ 504005 h 689841"/>
                <a:gd name="csX1518" fmla="*/ 546523 w 755290"/>
                <a:gd name="csY1518" fmla="*/ 505438 h 689841"/>
                <a:gd name="csX1519" fmla="*/ 547956 w 755290"/>
                <a:gd name="csY1519" fmla="*/ 502571 h 689841"/>
                <a:gd name="csX1520" fmla="*/ 553211 w 755290"/>
                <a:gd name="csY1520" fmla="*/ 504960 h 689841"/>
                <a:gd name="csX1521" fmla="*/ 557510 w 755290"/>
                <a:gd name="csY1521" fmla="*/ 506871 h 689841"/>
                <a:gd name="csX1522" fmla="*/ 560377 w 755290"/>
                <a:gd name="csY1522" fmla="*/ 504005 h 689841"/>
                <a:gd name="csX1523" fmla="*/ 562288 w 755290"/>
                <a:gd name="csY1523" fmla="*/ 502571 h 689841"/>
                <a:gd name="csX1524" fmla="*/ 563721 w 755290"/>
                <a:gd name="csY1524" fmla="*/ 501138 h 689841"/>
                <a:gd name="csX1525" fmla="*/ 567543 w 755290"/>
                <a:gd name="csY1525" fmla="*/ 501138 h 689841"/>
                <a:gd name="csX1526" fmla="*/ 572320 w 755290"/>
                <a:gd name="csY1526" fmla="*/ 501138 h 689841"/>
                <a:gd name="csX1527" fmla="*/ 575186 w 755290"/>
                <a:gd name="csY1527" fmla="*/ 500661 h 689841"/>
                <a:gd name="csX1528" fmla="*/ 575186 w 755290"/>
                <a:gd name="csY1528" fmla="*/ 503049 h 689841"/>
                <a:gd name="csX1529" fmla="*/ 574231 w 755290"/>
                <a:gd name="csY1529" fmla="*/ 506871 h 689841"/>
                <a:gd name="csX1530" fmla="*/ 573275 w 755290"/>
                <a:gd name="csY1530" fmla="*/ 510215 h 689841"/>
                <a:gd name="csX1531" fmla="*/ 576142 w 755290"/>
                <a:gd name="csY1531" fmla="*/ 513559 h 689841"/>
                <a:gd name="csX1532" fmla="*/ 579486 w 755290"/>
                <a:gd name="csY1532" fmla="*/ 515470 h 689841"/>
                <a:gd name="csX1533" fmla="*/ 582830 w 755290"/>
                <a:gd name="csY1533" fmla="*/ 516903 h 689841"/>
                <a:gd name="csX1534" fmla="*/ 584263 w 755290"/>
                <a:gd name="csY1534" fmla="*/ 521203 h 689841"/>
                <a:gd name="csX1535" fmla="*/ 587607 w 755290"/>
                <a:gd name="csY1535" fmla="*/ 525025 h 689841"/>
                <a:gd name="csX1536" fmla="*/ 590474 w 755290"/>
                <a:gd name="csY1536" fmla="*/ 527413 h 689841"/>
                <a:gd name="csX1537" fmla="*/ 590474 w 755290"/>
                <a:gd name="csY1537" fmla="*/ 527413 h 689841"/>
                <a:gd name="csX1538" fmla="*/ 592862 w 755290"/>
                <a:gd name="csY1538" fmla="*/ 529802 h 689841"/>
                <a:gd name="csX1539" fmla="*/ 596684 w 755290"/>
                <a:gd name="csY1539" fmla="*/ 533624 h 689841"/>
                <a:gd name="csX1540" fmla="*/ 599073 w 755290"/>
                <a:gd name="csY1540" fmla="*/ 536013 h 689841"/>
                <a:gd name="csX1541" fmla="*/ 602895 w 755290"/>
                <a:gd name="csY1541" fmla="*/ 539357 h 689841"/>
                <a:gd name="csX1542" fmla="*/ 602895 w 755290"/>
                <a:gd name="csY1542" fmla="*/ 539357 h 689841"/>
                <a:gd name="csX1543" fmla="*/ 604805 w 755290"/>
                <a:gd name="csY1543" fmla="*/ 541268 h 689841"/>
                <a:gd name="csX1544" fmla="*/ 605761 w 755290"/>
                <a:gd name="csY1544" fmla="*/ 545089 h 689841"/>
                <a:gd name="csX1545" fmla="*/ 607194 w 755290"/>
                <a:gd name="csY1545" fmla="*/ 549389 h 689841"/>
                <a:gd name="csX1546" fmla="*/ 606239 w 755290"/>
                <a:gd name="csY1546" fmla="*/ 552255 h 689841"/>
                <a:gd name="csX1547" fmla="*/ 606239 w 755290"/>
                <a:gd name="csY1547" fmla="*/ 552255 h 689841"/>
                <a:gd name="csX1548" fmla="*/ 607672 w 755290"/>
                <a:gd name="csY1548" fmla="*/ 552733 h 689841"/>
                <a:gd name="csX1549" fmla="*/ 608150 w 755290"/>
                <a:gd name="csY1549" fmla="*/ 552733 h 689841"/>
                <a:gd name="csX1550" fmla="*/ 611016 w 755290"/>
                <a:gd name="csY1550" fmla="*/ 549389 h 689841"/>
                <a:gd name="csX1551" fmla="*/ 613882 w 755290"/>
                <a:gd name="csY1551" fmla="*/ 547478 h 689841"/>
                <a:gd name="csX1552" fmla="*/ 617704 w 755290"/>
                <a:gd name="csY1552" fmla="*/ 545567 h 689841"/>
                <a:gd name="csX1553" fmla="*/ 620093 w 755290"/>
                <a:gd name="csY1553" fmla="*/ 543656 h 689841"/>
                <a:gd name="csX1554" fmla="*/ 624870 w 755290"/>
                <a:gd name="csY1554" fmla="*/ 543656 h 689841"/>
                <a:gd name="csX1555" fmla="*/ 627259 w 755290"/>
                <a:gd name="csY1555" fmla="*/ 539357 h 689841"/>
                <a:gd name="csX1556" fmla="*/ 627259 w 755290"/>
                <a:gd name="csY1556" fmla="*/ 539357 h 689841"/>
                <a:gd name="csX1557" fmla="*/ 627259 w 755290"/>
                <a:gd name="csY1557" fmla="*/ 532668 h 689841"/>
                <a:gd name="csX1558" fmla="*/ 629647 w 755290"/>
                <a:gd name="csY1558" fmla="*/ 533146 h 689841"/>
                <a:gd name="csX1559" fmla="*/ 631081 w 755290"/>
                <a:gd name="csY1559" fmla="*/ 532191 h 689841"/>
                <a:gd name="csX1560" fmla="*/ 631081 w 755290"/>
                <a:gd name="csY1560" fmla="*/ 532191 h 689841"/>
                <a:gd name="csX1561" fmla="*/ 631558 w 755290"/>
                <a:gd name="csY1561" fmla="*/ 530280 h 689841"/>
                <a:gd name="csX1562" fmla="*/ 630125 w 755290"/>
                <a:gd name="csY1562" fmla="*/ 527413 h 689841"/>
                <a:gd name="csX1563" fmla="*/ 634425 w 755290"/>
                <a:gd name="csY1563" fmla="*/ 526458 h 689841"/>
                <a:gd name="csX1564" fmla="*/ 637769 w 755290"/>
                <a:gd name="csY1564" fmla="*/ 525502 h 689841"/>
                <a:gd name="csX1565" fmla="*/ 642546 w 755290"/>
                <a:gd name="csY1565" fmla="*/ 523114 h 689841"/>
                <a:gd name="csX1566" fmla="*/ 646846 w 755290"/>
                <a:gd name="csY1566" fmla="*/ 520725 h 689841"/>
                <a:gd name="csX1567" fmla="*/ 648757 w 755290"/>
                <a:gd name="csY1567" fmla="*/ 522636 h 689841"/>
                <a:gd name="csX1568" fmla="*/ 651145 w 755290"/>
                <a:gd name="csY1568" fmla="*/ 524547 h 689841"/>
                <a:gd name="csX1569" fmla="*/ 655445 w 755290"/>
                <a:gd name="csY1569" fmla="*/ 528369 h 689841"/>
                <a:gd name="csX1570" fmla="*/ 655445 w 755290"/>
                <a:gd name="csY1570" fmla="*/ 529802 h 689841"/>
                <a:gd name="csX1571" fmla="*/ 655445 w 755290"/>
                <a:gd name="csY1571" fmla="*/ 531713 h 689841"/>
                <a:gd name="csX1572" fmla="*/ 654967 w 755290"/>
                <a:gd name="csY1572" fmla="*/ 533624 h 689841"/>
                <a:gd name="csX1573" fmla="*/ 657356 w 755290"/>
                <a:gd name="csY1573" fmla="*/ 538879 h 689841"/>
                <a:gd name="csX1574" fmla="*/ 658311 w 755290"/>
                <a:gd name="csY1574" fmla="*/ 539357 h 689841"/>
                <a:gd name="csX1575" fmla="*/ 660222 w 755290"/>
                <a:gd name="csY1575" fmla="*/ 540312 h 689841"/>
                <a:gd name="csX1576" fmla="*/ 662611 w 755290"/>
                <a:gd name="csY1576" fmla="*/ 542223 h 689841"/>
                <a:gd name="csX1577" fmla="*/ 663566 w 755290"/>
                <a:gd name="csY1577" fmla="*/ 543656 h 689841"/>
                <a:gd name="csX1578" fmla="*/ 663566 w 755290"/>
                <a:gd name="csY1578" fmla="*/ 543656 h 689841"/>
                <a:gd name="csX1579" fmla="*/ 667388 w 755290"/>
                <a:gd name="csY1579" fmla="*/ 546045 h 689841"/>
                <a:gd name="csX1580" fmla="*/ 667866 w 755290"/>
                <a:gd name="csY1580" fmla="*/ 547000 h 689841"/>
                <a:gd name="csX1581" fmla="*/ 668344 w 755290"/>
                <a:gd name="csY1581" fmla="*/ 548911 h 689841"/>
                <a:gd name="csX1582" fmla="*/ 668821 w 755290"/>
                <a:gd name="csY1582" fmla="*/ 550344 h 689841"/>
                <a:gd name="csX1583" fmla="*/ 669299 w 755290"/>
                <a:gd name="csY1583" fmla="*/ 551300 h 689841"/>
                <a:gd name="csX1584" fmla="*/ 670254 w 755290"/>
                <a:gd name="csY1584" fmla="*/ 552733 h 689841"/>
                <a:gd name="csX1585" fmla="*/ 671688 w 755290"/>
                <a:gd name="csY1585" fmla="*/ 554166 h 689841"/>
                <a:gd name="csX1586" fmla="*/ 671688 w 755290"/>
                <a:gd name="csY1586" fmla="*/ 554644 h 689841"/>
                <a:gd name="csX1587" fmla="*/ 674554 w 755290"/>
                <a:gd name="csY1587" fmla="*/ 556555 h 689841"/>
                <a:gd name="csX1588" fmla="*/ 676943 w 755290"/>
                <a:gd name="csY1588" fmla="*/ 557510 h 689841"/>
                <a:gd name="csX1589" fmla="*/ 679809 w 755290"/>
                <a:gd name="csY1589" fmla="*/ 559421 h 689841"/>
                <a:gd name="csX1590" fmla="*/ 682675 w 755290"/>
                <a:gd name="csY1590" fmla="*/ 563243 h 689841"/>
                <a:gd name="csX1591" fmla="*/ 685064 w 755290"/>
                <a:gd name="csY1591" fmla="*/ 566587 h 689841"/>
                <a:gd name="csX1592" fmla="*/ 687930 w 755290"/>
                <a:gd name="csY1592" fmla="*/ 569931 h 689841"/>
                <a:gd name="csX1593" fmla="*/ 687453 w 755290"/>
                <a:gd name="csY1593" fmla="*/ 572320 h 689841"/>
                <a:gd name="csX1594" fmla="*/ 690319 w 755290"/>
                <a:gd name="csY1594" fmla="*/ 576142 h 689841"/>
                <a:gd name="csX1595" fmla="*/ 693663 w 755290"/>
                <a:gd name="csY1595" fmla="*/ 581397 h 689841"/>
                <a:gd name="csX1596" fmla="*/ 696052 w 755290"/>
                <a:gd name="csY1596" fmla="*/ 585696 h 689841"/>
                <a:gd name="csX1597" fmla="*/ 697485 w 755290"/>
                <a:gd name="csY1597" fmla="*/ 588085 h 689841"/>
                <a:gd name="csX1598" fmla="*/ 699396 w 755290"/>
                <a:gd name="csY1598" fmla="*/ 591907 h 689841"/>
                <a:gd name="csX1599" fmla="*/ 701785 w 755290"/>
                <a:gd name="csY1599" fmla="*/ 596206 h 689841"/>
                <a:gd name="csX1600" fmla="*/ 704651 w 755290"/>
                <a:gd name="csY1600" fmla="*/ 600984 h 689841"/>
                <a:gd name="csX1601" fmla="*/ 707040 w 755290"/>
                <a:gd name="csY1601" fmla="*/ 603850 h 689841"/>
                <a:gd name="csX1602" fmla="*/ 709906 w 755290"/>
                <a:gd name="csY1602" fmla="*/ 608627 h 689841"/>
                <a:gd name="csX1603" fmla="*/ 711339 w 755290"/>
                <a:gd name="csY1603" fmla="*/ 611016 h 689841"/>
                <a:gd name="csX1604" fmla="*/ 710384 w 755290"/>
                <a:gd name="csY1604" fmla="*/ 612927 h 689841"/>
                <a:gd name="csX1605" fmla="*/ 708951 w 755290"/>
                <a:gd name="csY1605" fmla="*/ 615316 h 689841"/>
                <a:gd name="csX1606" fmla="*/ 712772 w 755290"/>
                <a:gd name="csY1606" fmla="*/ 616271 h 689841"/>
                <a:gd name="csX1607" fmla="*/ 715161 w 755290"/>
                <a:gd name="csY1607" fmla="*/ 616749 h 689841"/>
                <a:gd name="csX1608" fmla="*/ 714683 w 755290"/>
                <a:gd name="csY1608" fmla="*/ 619137 h 689841"/>
                <a:gd name="csX1609" fmla="*/ 713728 w 755290"/>
                <a:gd name="csY1609" fmla="*/ 622482 h 689841"/>
                <a:gd name="csX1610" fmla="*/ 716594 w 755290"/>
                <a:gd name="csY1610" fmla="*/ 623915 h 689841"/>
                <a:gd name="csX1611" fmla="*/ 718505 w 755290"/>
                <a:gd name="csY1611" fmla="*/ 624392 h 689841"/>
                <a:gd name="csX1612" fmla="*/ 718027 w 755290"/>
                <a:gd name="csY1612" fmla="*/ 626303 h 689841"/>
                <a:gd name="csX1613" fmla="*/ 718983 w 755290"/>
                <a:gd name="csY1613" fmla="*/ 628214 h 689841"/>
                <a:gd name="csX1614" fmla="*/ 718983 w 755290"/>
                <a:gd name="csY1614" fmla="*/ 631081 h 689841"/>
                <a:gd name="csX1615" fmla="*/ 718983 w 755290"/>
                <a:gd name="csY1615" fmla="*/ 631558 h 689841"/>
                <a:gd name="csX1616" fmla="*/ 722805 w 755290"/>
                <a:gd name="csY1616" fmla="*/ 631081 h 689841"/>
                <a:gd name="csX1617" fmla="*/ 724238 w 755290"/>
                <a:gd name="csY1617" fmla="*/ 631081 h 689841"/>
                <a:gd name="csX1618" fmla="*/ 726149 w 755290"/>
                <a:gd name="csY1618" fmla="*/ 632514 h 689841"/>
                <a:gd name="csX1619" fmla="*/ 729015 w 755290"/>
                <a:gd name="csY1619" fmla="*/ 634425 h 689841"/>
                <a:gd name="csX1620" fmla="*/ 731404 w 755290"/>
                <a:gd name="csY1620" fmla="*/ 635858 h 689841"/>
                <a:gd name="csX1621" fmla="*/ 733792 w 755290"/>
                <a:gd name="csY1621" fmla="*/ 637291 h 689841"/>
                <a:gd name="csX1622" fmla="*/ 737137 w 755290"/>
                <a:gd name="csY1622" fmla="*/ 638247 h 689841"/>
                <a:gd name="csX1623" fmla="*/ 740481 w 755290"/>
                <a:gd name="csY1623" fmla="*/ 639680 h 689841"/>
                <a:gd name="csX1624" fmla="*/ 742392 w 755290"/>
                <a:gd name="csY1624" fmla="*/ 642068 h 689841"/>
                <a:gd name="csX1625" fmla="*/ 745736 w 755290"/>
                <a:gd name="csY1625" fmla="*/ 643024 h 689841"/>
                <a:gd name="csX1626" fmla="*/ 746213 w 755290"/>
                <a:gd name="csY1626" fmla="*/ 643979 h 689841"/>
                <a:gd name="csX1627" fmla="*/ 747169 w 755290"/>
                <a:gd name="csY1627" fmla="*/ 646846 h 689841"/>
                <a:gd name="csX1628" fmla="*/ 747169 w 755290"/>
                <a:gd name="csY1628" fmla="*/ 646846 h 689841"/>
                <a:gd name="csX1629" fmla="*/ 750991 w 755290"/>
                <a:gd name="csY1629" fmla="*/ 647801 h 689841"/>
                <a:gd name="csX1630" fmla="*/ 753379 w 755290"/>
                <a:gd name="csY1630" fmla="*/ 647323 h 689841"/>
                <a:gd name="csX1631" fmla="*/ 754335 w 755290"/>
                <a:gd name="csY1631" fmla="*/ 648279 h 689841"/>
                <a:gd name="csX1632" fmla="*/ 754812 w 755290"/>
                <a:gd name="csY1632" fmla="*/ 650190 h 689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</a:cxnLst>
              <a:rect l="l" t="t" r="r" b="b"/>
              <a:pathLst>
                <a:path w="755290" h="689841">
                  <a:moveTo>
                    <a:pt x="754812" y="650190"/>
                  </a:moveTo>
                  <a:lnTo>
                    <a:pt x="755290" y="652101"/>
                  </a:lnTo>
                  <a:lnTo>
                    <a:pt x="754812" y="654012"/>
                  </a:lnTo>
                  <a:lnTo>
                    <a:pt x="754812" y="654489"/>
                  </a:lnTo>
                  <a:lnTo>
                    <a:pt x="753857" y="655923"/>
                  </a:lnTo>
                  <a:lnTo>
                    <a:pt x="753379" y="657834"/>
                  </a:lnTo>
                  <a:lnTo>
                    <a:pt x="752902" y="659744"/>
                  </a:lnTo>
                  <a:lnTo>
                    <a:pt x="752424" y="661655"/>
                  </a:lnTo>
                  <a:lnTo>
                    <a:pt x="752424" y="664044"/>
                  </a:lnTo>
                  <a:lnTo>
                    <a:pt x="752902" y="665955"/>
                  </a:lnTo>
                  <a:lnTo>
                    <a:pt x="754335" y="669299"/>
                  </a:lnTo>
                  <a:lnTo>
                    <a:pt x="754812" y="671688"/>
                  </a:lnTo>
                  <a:lnTo>
                    <a:pt x="754812" y="673121"/>
                  </a:lnTo>
                  <a:lnTo>
                    <a:pt x="751946" y="678376"/>
                  </a:lnTo>
                  <a:lnTo>
                    <a:pt x="750991" y="680764"/>
                  </a:lnTo>
                  <a:lnTo>
                    <a:pt x="750991" y="681720"/>
                  </a:lnTo>
                  <a:lnTo>
                    <a:pt x="749080" y="684586"/>
                  </a:lnTo>
                  <a:lnTo>
                    <a:pt x="745736" y="687930"/>
                  </a:lnTo>
                  <a:lnTo>
                    <a:pt x="745736" y="687930"/>
                  </a:lnTo>
                  <a:lnTo>
                    <a:pt x="743825" y="689841"/>
                  </a:lnTo>
                  <a:lnTo>
                    <a:pt x="743347" y="689364"/>
                  </a:lnTo>
                  <a:lnTo>
                    <a:pt x="738570" y="688886"/>
                  </a:lnTo>
                  <a:lnTo>
                    <a:pt x="736659" y="684109"/>
                  </a:lnTo>
                  <a:lnTo>
                    <a:pt x="736181" y="680764"/>
                  </a:lnTo>
                  <a:lnTo>
                    <a:pt x="734748" y="677898"/>
                  </a:lnTo>
                  <a:lnTo>
                    <a:pt x="734748" y="676943"/>
                  </a:lnTo>
                  <a:lnTo>
                    <a:pt x="735703" y="675032"/>
                  </a:lnTo>
                  <a:lnTo>
                    <a:pt x="740481" y="673121"/>
                  </a:lnTo>
                  <a:lnTo>
                    <a:pt x="740481" y="672643"/>
                  </a:lnTo>
                  <a:lnTo>
                    <a:pt x="739047" y="672165"/>
                  </a:lnTo>
                  <a:lnTo>
                    <a:pt x="738570" y="671210"/>
                  </a:lnTo>
                  <a:lnTo>
                    <a:pt x="738092" y="667866"/>
                  </a:lnTo>
                  <a:lnTo>
                    <a:pt x="738092" y="664999"/>
                  </a:lnTo>
                  <a:lnTo>
                    <a:pt x="738092" y="663089"/>
                  </a:lnTo>
                  <a:lnTo>
                    <a:pt x="737137" y="659267"/>
                  </a:lnTo>
                  <a:lnTo>
                    <a:pt x="736181" y="656878"/>
                  </a:lnTo>
                  <a:lnTo>
                    <a:pt x="732837" y="652101"/>
                  </a:lnTo>
                  <a:lnTo>
                    <a:pt x="732837" y="650668"/>
                  </a:lnTo>
                  <a:lnTo>
                    <a:pt x="734270" y="649234"/>
                  </a:lnTo>
                  <a:lnTo>
                    <a:pt x="734748" y="647801"/>
                  </a:lnTo>
                  <a:lnTo>
                    <a:pt x="729971" y="650190"/>
                  </a:lnTo>
                  <a:lnTo>
                    <a:pt x="722805" y="653056"/>
                  </a:lnTo>
                  <a:lnTo>
                    <a:pt x="719938" y="654489"/>
                  </a:lnTo>
                  <a:lnTo>
                    <a:pt x="719461" y="655445"/>
                  </a:lnTo>
                  <a:lnTo>
                    <a:pt x="718983" y="655923"/>
                  </a:lnTo>
                  <a:lnTo>
                    <a:pt x="719938" y="657834"/>
                  </a:lnTo>
                  <a:lnTo>
                    <a:pt x="719461" y="658311"/>
                  </a:lnTo>
                  <a:lnTo>
                    <a:pt x="718983" y="659267"/>
                  </a:lnTo>
                  <a:lnTo>
                    <a:pt x="718505" y="662133"/>
                  </a:lnTo>
                  <a:lnTo>
                    <a:pt x="717072" y="664999"/>
                  </a:lnTo>
                  <a:lnTo>
                    <a:pt x="716116" y="665477"/>
                  </a:lnTo>
                  <a:lnTo>
                    <a:pt x="713250" y="664522"/>
                  </a:lnTo>
                  <a:lnTo>
                    <a:pt x="712772" y="663566"/>
                  </a:lnTo>
                  <a:lnTo>
                    <a:pt x="711339" y="659744"/>
                  </a:lnTo>
                  <a:lnTo>
                    <a:pt x="711817" y="658789"/>
                  </a:lnTo>
                  <a:lnTo>
                    <a:pt x="712772" y="657834"/>
                  </a:lnTo>
                  <a:lnTo>
                    <a:pt x="713728" y="655923"/>
                  </a:lnTo>
                  <a:lnTo>
                    <a:pt x="715639" y="653056"/>
                  </a:lnTo>
                  <a:lnTo>
                    <a:pt x="718983" y="645413"/>
                  </a:lnTo>
                  <a:lnTo>
                    <a:pt x="720894" y="645413"/>
                  </a:lnTo>
                  <a:lnTo>
                    <a:pt x="724716" y="643979"/>
                  </a:lnTo>
                  <a:lnTo>
                    <a:pt x="718983" y="643024"/>
                  </a:lnTo>
                  <a:lnTo>
                    <a:pt x="718027" y="642546"/>
                  </a:lnTo>
                  <a:lnTo>
                    <a:pt x="717072" y="641591"/>
                  </a:lnTo>
                  <a:lnTo>
                    <a:pt x="716594" y="640157"/>
                  </a:lnTo>
                  <a:lnTo>
                    <a:pt x="715161" y="638247"/>
                  </a:lnTo>
                  <a:lnTo>
                    <a:pt x="713250" y="637769"/>
                  </a:lnTo>
                  <a:lnTo>
                    <a:pt x="712295" y="636813"/>
                  </a:lnTo>
                  <a:lnTo>
                    <a:pt x="710861" y="634425"/>
                  </a:lnTo>
                  <a:lnTo>
                    <a:pt x="709906" y="633469"/>
                  </a:lnTo>
                  <a:lnTo>
                    <a:pt x="708951" y="632514"/>
                  </a:lnTo>
                  <a:lnTo>
                    <a:pt x="708951" y="631081"/>
                  </a:lnTo>
                  <a:lnTo>
                    <a:pt x="708473" y="630125"/>
                  </a:lnTo>
                  <a:lnTo>
                    <a:pt x="707040" y="629648"/>
                  </a:lnTo>
                  <a:lnTo>
                    <a:pt x="706084" y="629170"/>
                  </a:lnTo>
                  <a:lnTo>
                    <a:pt x="706084" y="625348"/>
                  </a:lnTo>
                  <a:lnTo>
                    <a:pt x="703218" y="624392"/>
                  </a:lnTo>
                  <a:lnTo>
                    <a:pt x="701785" y="623437"/>
                  </a:lnTo>
                  <a:lnTo>
                    <a:pt x="699874" y="621048"/>
                  </a:lnTo>
                  <a:lnTo>
                    <a:pt x="699396" y="620093"/>
                  </a:lnTo>
                  <a:lnTo>
                    <a:pt x="698918" y="619137"/>
                  </a:lnTo>
                  <a:lnTo>
                    <a:pt x="699396" y="616271"/>
                  </a:lnTo>
                  <a:lnTo>
                    <a:pt x="699396" y="615793"/>
                  </a:lnTo>
                  <a:lnTo>
                    <a:pt x="697485" y="616271"/>
                  </a:lnTo>
                  <a:lnTo>
                    <a:pt x="686497" y="611971"/>
                  </a:lnTo>
                  <a:lnTo>
                    <a:pt x="686975" y="606239"/>
                  </a:lnTo>
                  <a:lnTo>
                    <a:pt x="685064" y="599073"/>
                  </a:lnTo>
                  <a:lnTo>
                    <a:pt x="683153" y="596206"/>
                  </a:lnTo>
                  <a:lnTo>
                    <a:pt x="683631" y="594773"/>
                  </a:lnTo>
                  <a:lnTo>
                    <a:pt x="684109" y="594295"/>
                  </a:lnTo>
                  <a:lnTo>
                    <a:pt x="685064" y="594295"/>
                  </a:lnTo>
                  <a:lnTo>
                    <a:pt x="688886" y="596684"/>
                  </a:lnTo>
                  <a:lnTo>
                    <a:pt x="693185" y="599073"/>
                  </a:lnTo>
                  <a:lnTo>
                    <a:pt x="693663" y="598595"/>
                  </a:lnTo>
                  <a:lnTo>
                    <a:pt x="687453" y="593340"/>
                  </a:lnTo>
                  <a:lnTo>
                    <a:pt x="685542" y="591429"/>
                  </a:lnTo>
                  <a:lnTo>
                    <a:pt x="685064" y="589518"/>
                  </a:lnTo>
                  <a:lnTo>
                    <a:pt x="685064" y="588563"/>
                  </a:lnTo>
                  <a:lnTo>
                    <a:pt x="685542" y="588085"/>
                  </a:lnTo>
                  <a:lnTo>
                    <a:pt x="691752" y="588563"/>
                  </a:lnTo>
                  <a:lnTo>
                    <a:pt x="692230" y="588085"/>
                  </a:lnTo>
                  <a:lnTo>
                    <a:pt x="686019" y="586652"/>
                  </a:lnTo>
                  <a:lnTo>
                    <a:pt x="684586" y="586652"/>
                  </a:lnTo>
                  <a:lnTo>
                    <a:pt x="683631" y="589041"/>
                  </a:lnTo>
                  <a:lnTo>
                    <a:pt x="682675" y="589518"/>
                  </a:lnTo>
                  <a:lnTo>
                    <a:pt x="681720" y="589041"/>
                  </a:lnTo>
                  <a:lnTo>
                    <a:pt x="681242" y="589041"/>
                  </a:lnTo>
                  <a:lnTo>
                    <a:pt x="679809" y="586174"/>
                  </a:lnTo>
                  <a:lnTo>
                    <a:pt x="678376" y="584263"/>
                  </a:lnTo>
                  <a:lnTo>
                    <a:pt x="675509" y="581397"/>
                  </a:lnTo>
                  <a:lnTo>
                    <a:pt x="675032" y="579486"/>
                  </a:lnTo>
                  <a:lnTo>
                    <a:pt x="674554" y="576620"/>
                  </a:lnTo>
                  <a:lnTo>
                    <a:pt x="675032" y="573753"/>
                  </a:lnTo>
                  <a:lnTo>
                    <a:pt x="677420" y="568020"/>
                  </a:lnTo>
                  <a:lnTo>
                    <a:pt x="678376" y="566587"/>
                  </a:lnTo>
                  <a:lnTo>
                    <a:pt x="678376" y="566109"/>
                  </a:lnTo>
                  <a:lnTo>
                    <a:pt x="677898" y="566109"/>
                  </a:lnTo>
                  <a:lnTo>
                    <a:pt x="676943" y="566587"/>
                  </a:lnTo>
                  <a:lnTo>
                    <a:pt x="675509" y="569454"/>
                  </a:lnTo>
                  <a:lnTo>
                    <a:pt x="673598" y="574231"/>
                  </a:lnTo>
                  <a:lnTo>
                    <a:pt x="671688" y="576142"/>
                  </a:lnTo>
                  <a:lnTo>
                    <a:pt x="670732" y="575664"/>
                  </a:lnTo>
                  <a:lnTo>
                    <a:pt x="669299" y="573753"/>
                  </a:lnTo>
                  <a:lnTo>
                    <a:pt x="666433" y="571364"/>
                  </a:lnTo>
                  <a:lnTo>
                    <a:pt x="663088" y="570887"/>
                  </a:lnTo>
                  <a:lnTo>
                    <a:pt x="660700" y="568498"/>
                  </a:lnTo>
                  <a:lnTo>
                    <a:pt x="657356" y="561810"/>
                  </a:lnTo>
                  <a:lnTo>
                    <a:pt x="656878" y="557988"/>
                  </a:lnTo>
                  <a:lnTo>
                    <a:pt x="656400" y="557510"/>
                  </a:lnTo>
                  <a:lnTo>
                    <a:pt x="654489" y="556077"/>
                  </a:lnTo>
                  <a:lnTo>
                    <a:pt x="653534" y="554644"/>
                  </a:lnTo>
                  <a:lnTo>
                    <a:pt x="652101" y="546522"/>
                  </a:lnTo>
                  <a:lnTo>
                    <a:pt x="649712" y="540790"/>
                  </a:lnTo>
                  <a:lnTo>
                    <a:pt x="649234" y="537446"/>
                  </a:lnTo>
                  <a:lnTo>
                    <a:pt x="649234" y="534579"/>
                  </a:lnTo>
                  <a:lnTo>
                    <a:pt x="648757" y="534102"/>
                  </a:lnTo>
                  <a:lnTo>
                    <a:pt x="648279" y="536490"/>
                  </a:lnTo>
                  <a:lnTo>
                    <a:pt x="647801" y="537923"/>
                  </a:lnTo>
                  <a:lnTo>
                    <a:pt x="646368" y="538401"/>
                  </a:lnTo>
                  <a:lnTo>
                    <a:pt x="647801" y="540790"/>
                  </a:lnTo>
                  <a:lnTo>
                    <a:pt x="648279" y="541745"/>
                  </a:lnTo>
                  <a:lnTo>
                    <a:pt x="647801" y="541745"/>
                  </a:lnTo>
                  <a:lnTo>
                    <a:pt x="646368" y="542223"/>
                  </a:lnTo>
                  <a:lnTo>
                    <a:pt x="648757" y="546045"/>
                  </a:lnTo>
                  <a:lnTo>
                    <a:pt x="649712" y="552255"/>
                  </a:lnTo>
                  <a:lnTo>
                    <a:pt x="651145" y="557033"/>
                  </a:lnTo>
                  <a:lnTo>
                    <a:pt x="652101" y="560854"/>
                  </a:lnTo>
                  <a:lnTo>
                    <a:pt x="652578" y="563721"/>
                  </a:lnTo>
                  <a:lnTo>
                    <a:pt x="653056" y="566109"/>
                  </a:lnTo>
                  <a:lnTo>
                    <a:pt x="654967" y="572320"/>
                  </a:lnTo>
                  <a:lnTo>
                    <a:pt x="655445" y="573275"/>
                  </a:lnTo>
                  <a:lnTo>
                    <a:pt x="654967" y="574231"/>
                  </a:lnTo>
                  <a:lnTo>
                    <a:pt x="654489" y="575664"/>
                  </a:lnTo>
                  <a:lnTo>
                    <a:pt x="653534" y="576142"/>
                  </a:lnTo>
                  <a:lnTo>
                    <a:pt x="650190" y="575186"/>
                  </a:lnTo>
                  <a:lnTo>
                    <a:pt x="649234" y="573753"/>
                  </a:lnTo>
                  <a:lnTo>
                    <a:pt x="647323" y="570887"/>
                  </a:lnTo>
                  <a:lnTo>
                    <a:pt x="644935" y="569931"/>
                  </a:lnTo>
                  <a:lnTo>
                    <a:pt x="638724" y="570409"/>
                  </a:lnTo>
                  <a:lnTo>
                    <a:pt x="638247" y="569931"/>
                  </a:lnTo>
                  <a:lnTo>
                    <a:pt x="638247" y="568020"/>
                  </a:lnTo>
                  <a:lnTo>
                    <a:pt x="639202" y="564199"/>
                  </a:lnTo>
                  <a:lnTo>
                    <a:pt x="638724" y="562288"/>
                  </a:lnTo>
                  <a:lnTo>
                    <a:pt x="635380" y="556555"/>
                  </a:lnTo>
                  <a:lnTo>
                    <a:pt x="635380" y="555599"/>
                  </a:lnTo>
                  <a:lnTo>
                    <a:pt x="639680" y="552733"/>
                  </a:lnTo>
                  <a:lnTo>
                    <a:pt x="637769" y="552733"/>
                  </a:lnTo>
                  <a:lnTo>
                    <a:pt x="635858" y="553688"/>
                  </a:lnTo>
                  <a:lnTo>
                    <a:pt x="635380" y="552733"/>
                  </a:lnTo>
                  <a:lnTo>
                    <a:pt x="634425" y="549389"/>
                  </a:lnTo>
                  <a:lnTo>
                    <a:pt x="633947" y="547956"/>
                  </a:lnTo>
                  <a:lnTo>
                    <a:pt x="633469" y="547478"/>
                  </a:lnTo>
                  <a:lnTo>
                    <a:pt x="632991" y="551300"/>
                  </a:lnTo>
                  <a:lnTo>
                    <a:pt x="633947" y="552733"/>
                  </a:lnTo>
                  <a:lnTo>
                    <a:pt x="633947" y="554166"/>
                  </a:lnTo>
                  <a:lnTo>
                    <a:pt x="633947" y="555599"/>
                  </a:lnTo>
                  <a:lnTo>
                    <a:pt x="633469" y="556555"/>
                  </a:lnTo>
                  <a:lnTo>
                    <a:pt x="632514" y="557033"/>
                  </a:lnTo>
                  <a:lnTo>
                    <a:pt x="632036" y="557510"/>
                  </a:lnTo>
                  <a:lnTo>
                    <a:pt x="630603" y="556555"/>
                  </a:lnTo>
                  <a:lnTo>
                    <a:pt x="628692" y="555122"/>
                  </a:lnTo>
                  <a:lnTo>
                    <a:pt x="627259" y="554644"/>
                  </a:lnTo>
                  <a:lnTo>
                    <a:pt x="626781" y="554166"/>
                  </a:lnTo>
                  <a:lnTo>
                    <a:pt x="626303" y="552255"/>
                  </a:lnTo>
                  <a:lnTo>
                    <a:pt x="625348" y="551300"/>
                  </a:lnTo>
                  <a:lnTo>
                    <a:pt x="620093" y="549867"/>
                  </a:lnTo>
                  <a:lnTo>
                    <a:pt x="616749" y="547956"/>
                  </a:lnTo>
                  <a:lnTo>
                    <a:pt x="616749" y="548434"/>
                  </a:lnTo>
                  <a:lnTo>
                    <a:pt x="617704" y="550344"/>
                  </a:lnTo>
                  <a:lnTo>
                    <a:pt x="617704" y="551300"/>
                  </a:lnTo>
                  <a:lnTo>
                    <a:pt x="616749" y="551778"/>
                  </a:lnTo>
                  <a:lnTo>
                    <a:pt x="615316" y="553688"/>
                  </a:lnTo>
                  <a:lnTo>
                    <a:pt x="615793" y="553688"/>
                  </a:lnTo>
                  <a:lnTo>
                    <a:pt x="617226" y="553211"/>
                  </a:lnTo>
                  <a:lnTo>
                    <a:pt x="619137" y="553211"/>
                  </a:lnTo>
                  <a:lnTo>
                    <a:pt x="621526" y="554644"/>
                  </a:lnTo>
                  <a:lnTo>
                    <a:pt x="624392" y="556077"/>
                  </a:lnTo>
                  <a:lnTo>
                    <a:pt x="625348" y="556555"/>
                  </a:lnTo>
                  <a:lnTo>
                    <a:pt x="625348" y="557988"/>
                  </a:lnTo>
                  <a:lnTo>
                    <a:pt x="625826" y="558466"/>
                  </a:lnTo>
                  <a:lnTo>
                    <a:pt x="628214" y="559899"/>
                  </a:lnTo>
                  <a:lnTo>
                    <a:pt x="628214" y="560377"/>
                  </a:lnTo>
                  <a:lnTo>
                    <a:pt x="626781" y="562765"/>
                  </a:lnTo>
                  <a:lnTo>
                    <a:pt x="630125" y="562288"/>
                  </a:lnTo>
                  <a:lnTo>
                    <a:pt x="632036" y="563243"/>
                  </a:lnTo>
                  <a:lnTo>
                    <a:pt x="634425" y="566587"/>
                  </a:lnTo>
                  <a:lnTo>
                    <a:pt x="634902" y="568498"/>
                  </a:lnTo>
                  <a:lnTo>
                    <a:pt x="635380" y="570887"/>
                  </a:lnTo>
                  <a:lnTo>
                    <a:pt x="634902" y="571364"/>
                  </a:lnTo>
                  <a:lnTo>
                    <a:pt x="633947" y="571842"/>
                  </a:lnTo>
                  <a:lnTo>
                    <a:pt x="627259" y="572798"/>
                  </a:lnTo>
                  <a:lnTo>
                    <a:pt x="624870" y="575664"/>
                  </a:lnTo>
                  <a:lnTo>
                    <a:pt x="624392" y="575664"/>
                  </a:lnTo>
                  <a:lnTo>
                    <a:pt x="622481" y="574709"/>
                  </a:lnTo>
                  <a:lnTo>
                    <a:pt x="619137" y="572320"/>
                  </a:lnTo>
                  <a:lnTo>
                    <a:pt x="615316" y="570409"/>
                  </a:lnTo>
                  <a:lnTo>
                    <a:pt x="605761" y="563721"/>
                  </a:lnTo>
                  <a:lnTo>
                    <a:pt x="605283" y="563721"/>
                  </a:lnTo>
                  <a:lnTo>
                    <a:pt x="605283" y="562288"/>
                  </a:lnTo>
                  <a:lnTo>
                    <a:pt x="604805" y="561810"/>
                  </a:lnTo>
                  <a:lnTo>
                    <a:pt x="603372" y="561332"/>
                  </a:lnTo>
                  <a:lnTo>
                    <a:pt x="601461" y="559421"/>
                  </a:lnTo>
                  <a:lnTo>
                    <a:pt x="599550" y="556555"/>
                  </a:lnTo>
                  <a:lnTo>
                    <a:pt x="598117" y="554644"/>
                  </a:lnTo>
                  <a:lnTo>
                    <a:pt x="597640" y="553211"/>
                  </a:lnTo>
                  <a:lnTo>
                    <a:pt x="596206" y="551300"/>
                  </a:lnTo>
                  <a:lnTo>
                    <a:pt x="591907" y="547478"/>
                  </a:lnTo>
                  <a:lnTo>
                    <a:pt x="589518" y="546045"/>
                  </a:lnTo>
                  <a:lnTo>
                    <a:pt x="587607" y="545089"/>
                  </a:lnTo>
                  <a:lnTo>
                    <a:pt x="586174" y="545089"/>
                  </a:lnTo>
                  <a:lnTo>
                    <a:pt x="585696" y="544612"/>
                  </a:lnTo>
                  <a:lnTo>
                    <a:pt x="586174" y="543656"/>
                  </a:lnTo>
                  <a:lnTo>
                    <a:pt x="586652" y="543178"/>
                  </a:lnTo>
                  <a:lnTo>
                    <a:pt x="582830" y="542701"/>
                  </a:lnTo>
                  <a:lnTo>
                    <a:pt x="579008" y="540790"/>
                  </a:lnTo>
                  <a:lnTo>
                    <a:pt x="569931" y="536013"/>
                  </a:lnTo>
                  <a:lnTo>
                    <a:pt x="565632" y="532668"/>
                  </a:lnTo>
                  <a:lnTo>
                    <a:pt x="562765" y="531235"/>
                  </a:lnTo>
                  <a:lnTo>
                    <a:pt x="561332" y="530280"/>
                  </a:lnTo>
                  <a:lnTo>
                    <a:pt x="560854" y="529802"/>
                  </a:lnTo>
                  <a:lnTo>
                    <a:pt x="561810" y="528847"/>
                  </a:lnTo>
                  <a:lnTo>
                    <a:pt x="563721" y="528369"/>
                  </a:lnTo>
                  <a:lnTo>
                    <a:pt x="564676" y="527413"/>
                  </a:lnTo>
                  <a:lnTo>
                    <a:pt x="566587" y="524547"/>
                  </a:lnTo>
                  <a:lnTo>
                    <a:pt x="567065" y="523114"/>
                  </a:lnTo>
                  <a:lnTo>
                    <a:pt x="565632" y="521203"/>
                  </a:lnTo>
                  <a:lnTo>
                    <a:pt x="565154" y="518814"/>
                  </a:lnTo>
                  <a:lnTo>
                    <a:pt x="565154" y="517859"/>
                  </a:lnTo>
                  <a:lnTo>
                    <a:pt x="565632" y="516426"/>
                  </a:lnTo>
                  <a:lnTo>
                    <a:pt x="566109" y="515948"/>
                  </a:lnTo>
                  <a:lnTo>
                    <a:pt x="566587" y="514992"/>
                  </a:lnTo>
                  <a:lnTo>
                    <a:pt x="567543" y="514515"/>
                  </a:lnTo>
                  <a:lnTo>
                    <a:pt x="568020" y="514992"/>
                  </a:lnTo>
                  <a:lnTo>
                    <a:pt x="570409" y="517859"/>
                  </a:lnTo>
                  <a:lnTo>
                    <a:pt x="570887" y="518814"/>
                  </a:lnTo>
                  <a:lnTo>
                    <a:pt x="570409" y="522636"/>
                  </a:lnTo>
                  <a:lnTo>
                    <a:pt x="571364" y="527413"/>
                  </a:lnTo>
                  <a:lnTo>
                    <a:pt x="571364" y="526936"/>
                  </a:lnTo>
                  <a:lnTo>
                    <a:pt x="571842" y="525502"/>
                  </a:lnTo>
                  <a:lnTo>
                    <a:pt x="571842" y="522636"/>
                  </a:lnTo>
                  <a:lnTo>
                    <a:pt x="571842" y="521203"/>
                  </a:lnTo>
                  <a:lnTo>
                    <a:pt x="572320" y="519770"/>
                  </a:lnTo>
                  <a:lnTo>
                    <a:pt x="573275" y="519292"/>
                  </a:lnTo>
                  <a:lnTo>
                    <a:pt x="576142" y="519770"/>
                  </a:lnTo>
                  <a:lnTo>
                    <a:pt x="577097" y="519292"/>
                  </a:lnTo>
                  <a:lnTo>
                    <a:pt x="572320" y="517381"/>
                  </a:lnTo>
                  <a:lnTo>
                    <a:pt x="568976" y="513559"/>
                  </a:lnTo>
                  <a:lnTo>
                    <a:pt x="568498" y="513081"/>
                  </a:lnTo>
                  <a:lnTo>
                    <a:pt x="566587" y="512604"/>
                  </a:lnTo>
                  <a:lnTo>
                    <a:pt x="564676" y="514515"/>
                  </a:lnTo>
                  <a:lnTo>
                    <a:pt x="559899" y="519770"/>
                  </a:lnTo>
                  <a:lnTo>
                    <a:pt x="558943" y="520247"/>
                  </a:lnTo>
                  <a:lnTo>
                    <a:pt x="552733" y="523114"/>
                  </a:lnTo>
                  <a:lnTo>
                    <a:pt x="548911" y="524069"/>
                  </a:lnTo>
                  <a:lnTo>
                    <a:pt x="544134" y="523592"/>
                  </a:lnTo>
                  <a:lnTo>
                    <a:pt x="540312" y="522636"/>
                  </a:lnTo>
                  <a:lnTo>
                    <a:pt x="530757" y="517859"/>
                  </a:lnTo>
                  <a:lnTo>
                    <a:pt x="529324" y="516903"/>
                  </a:lnTo>
                  <a:lnTo>
                    <a:pt x="531235" y="514037"/>
                  </a:lnTo>
                  <a:lnTo>
                    <a:pt x="531713" y="513081"/>
                  </a:lnTo>
                  <a:lnTo>
                    <a:pt x="530757" y="510215"/>
                  </a:lnTo>
                  <a:lnTo>
                    <a:pt x="530280" y="509737"/>
                  </a:lnTo>
                  <a:lnTo>
                    <a:pt x="529324" y="509260"/>
                  </a:lnTo>
                  <a:lnTo>
                    <a:pt x="528846" y="509260"/>
                  </a:lnTo>
                  <a:lnTo>
                    <a:pt x="528846" y="510215"/>
                  </a:lnTo>
                  <a:lnTo>
                    <a:pt x="529324" y="511648"/>
                  </a:lnTo>
                  <a:lnTo>
                    <a:pt x="528369" y="512604"/>
                  </a:lnTo>
                  <a:lnTo>
                    <a:pt x="526936" y="513559"/>
                  </a:lnTo>
                  <a:lnTo>
                    <a:pt x="524069" y="514515"/>
                  </a:lnTo>
                  <a:lnTo>
                    <a:pt x="515470" y="512126"/>
                  </a:lnTo>
                  <a:lnTo>
                    <a:pt x="506393" y="510215"/>
                  </a:lnTo>
                  <a:lnTo>
                    <a:pt x="498750" y="509737"/>
                  </a:lnTo>
                  <a:lnTo>
                    <a:pt x="487762" y="511171"/>
                  </a:lnTo>
                  <a:lnTo>
                    <a:pt x="481551" y="513081"/>
                  </a:lnTo>
                  <a:lnTo>
                    <a:pt x="478207" y="513081"/>
                  </a:lnTo>
                  <a:lnTo>
                    <a:pt x="474863" y="512604"/>
                  </a:lnTo>
                  <a:lnTo>
                    <a:pt x="474385" y="511648"/>
                  </a:lnTo>
                  <a:lnTo>
                    <a:pt x="476296" y="511171"/>
                  </a:lnTo>
                  <a:lnTo>
                    <a:pt x="475818" y="510215"/>
                  </a:lnTo>
                  <a:lnTo>
                    <a:pt x="473908" y="507827"/>
                  </a:lnTo>
                  <a:lnTo>
                    <a:pt x="471041" y="506393"/>
                  </a:lnTo>
                  <a:lnTo>
                    <a:pt x="467219" y="505915"/>
                  </a:lnTo>
                  <a:lnTo>
                    <a:pt x="464831" y="504960"/>
                  </a:lnTo>
                  <a:lnTo>
                    <a:pt x="464353" y="504482"/>
                  </a:lnTo>
                  <a:lnTo>
                    <a:pt x="462920" y="503527"/>
                  </a:lnTo>
                  <a:lnTo>
                    <a:pt x="461009" y="502571"/>
                  </a:lnTo>
                  <a:lnTo>
                    <a:pt x="460053" y="501138"/>
                  </a:lnTo>
                  <a:lnTo>
                    <a:pt x="460531" y="496361"/>
                  </a:lnTo>
                  <a:lnTo>
                    <a:pt x="461487" y="493972"/>
                  </a:lnTo>
                  <a:lnTo>
                    <a:pt x="461964" y="492061"/>
                  </a:lnTo>
                  <a:lnTo>
                    <a:pt x="463875" y="488717"/>
                  </a:lnTo>
                  <a:lnTo>
                    <a:pt x="463397" y="489195"/>
                  </a:lnTo>
                  <a:lnTo>
                    <a:pt x="460531" y="491584"/>
                  </a:lnTo>
                  <a:lnTo>
                    <a:pt x="458143" y="493495"/>
                  </a:lnTo>
                  <a:lnTo>
                    <a:pt x="456232" y="496839"/>
                  </a:lnTo>
                  <a:lnTo>
                    <a:pt x="454798" y="498272"/>
                  </a:lnTo>
                  <a:lnTo>
                    <a:pt x="452888" y="499705"/>
                  </a:lnTo>
                  <a:lnTo>
                    <a:pt x="450499" y="499227"/>
                  </a:lnTo>
                  <a:lnTo>
                    <a:pt x="446677" y="497316"/>
                  </a:lnTo>
                  <a:lnTo>
                    <a:pt x="443811" y="496361"/>
                  </a:lnTo>
                  <a:lnTo>
                    <a:pt x="440944" y="496361"/>
                  </a:lnTo>
                  <a:lnTo>
                    <a:pt x="439989" y="495883"/>
                  </a:lnTo>
                  <a:lnTo>
                    <a:pt x="441900" y="493972"/>
                  </a:lnTo>
                  <a:lnTo>
                    <a:pt x="442855" y="493017"/>
                  </a:lnTo>
                  <a:lnTo>
                    <a:pt x="444288" y="490628"/>
                  </a:lnTo>
                  <a:lnTo>
                    <a:pt x="444766" y="489673"/>
                  </a:lnTo>
                  <a:lnTo>
                    <a:pt x="435211" y="489195"/>
                  </a:lnTo>
                  <a:lnTo>
                    <a:pt x="434734" y="487762"/>
                  </a:lnTo>
                  <a:lnTo>
                    <a:pt x="434734" y="487284"/>
                  </a:lnTo>
                  <a:lnTo>
                    <a:pt x="434256" y="486329"/>
                  </a:lnTo>
                  <a:lnTo>
                    <a:pt x="433301" y="485851"/>
                  </a:lnTo>
                  <a:lnTo>
                    <a:pt x="431390" y="486329"/>
                  </a:lnTo>
                  <a:lnTo>
                    <a:pt x="428046" y="487762"/>
                  </a:lnTo>
                  <a:lnTo>
                    <a:pt x="426612" y="486806"/>
                  </a:lnTo>
                  <a:lnTo>
                    <a:pt x="427090" y="485851"/>
                  </a:lnTo>
                  <a:lnTo>
                    <a:pt x="428046" y="485373"/>
                  </a:lnTo>
                  <a:lnTo>
                    <a:pt x="430434" y="483462"/>
                  </a:lnTo>
                  <a:lnTo>
                    <a:pt x="427568" y="482507"/>
                  </a:lnTo>
                  <a:lnTo>
                    <a:pt x="426135" y="481074"/>
                  </a:lnTo>
                  <a:lnTo>
                    <a:pt x="425179" y="480118"/>
                  </a:lnTo>
                  <a:lnTo>
                    <a:pt x="425657" y="476774"/>
                  </a:lnTo>
                  <a:lnTo>
                    <a:pt x="426135" y="474385"/>
                  </a:lnTo>
                  <a:lnTo>
                    <a:pt x="432345" y="472474"/>
                  </a:lnTo>
                  <a:lnTo>
                    <a:pt x="430434" y="471519"/>
                  </a:lnTo>
                  <a:lnTo>
                    <a:pt x="426612" y="471519"/>
                  </a:lnTo>
                  <a:lnTo>
                    <a:pt x="423746" y="473430"/>
                  </a:lnTo>
                  <a:lnTo>
                    <a:pt x="420880" y="476296"/>
                  </a:lnTo>
                  <a:lnTo>
                    <a:pt x="418491" y="477252"/>
                  </a:lnTo>
                  <a:lnTo>
                    <a:pt x="417536" y="476774"/>
                  </a:lnTo>
                  <a:lnTo>
                    <a:pt x="416102" y="476296"/>
                  </a:lnTo>
                  <a:lnTo>
                    <a:pt x="414191" y="476774"/>
                  </a:lnTo>
                  <a:lnTo>
                    <a:pt x="413236" y="477252"/>
                  </a:lnTo>
                  <a:lnTo>
                    <a:pt x="412758" y="478685"/>
                  </a:lnTo>
                  <a:lnTo>
                    <a:pt x="411803" y="479163"/>
                  </a:lnTo>
                  <a:lnTo>
                    <a:pt x="410847" y="479640"/>
                  </a:lnTo>
                  <a:lnTo>
                    <a:pt x="410370" y="479640"/>
                  </a:lnTo>
                  <a:lnTo>
                    <a:pt x="409892" y="478207"/>
                  </a:lnTo>
                  <a:lnTo>
                    <a:pt x="407981" y="477729"/>
                  </a:lnTo>
                  <a:lnTo>
                    <a:pt x="407025" y="476774"/>
                  </a:lnTo>
                  <a:lnTo>
                    <a:pt x="406548" y="477252"/>
                  </a:lnTo>
                  <a:lnTo>
                    <a:pt x="406070" y="479163"/>
                  </a:lnTo>
                  <a:lnTo>
                    <a:pt x="405115" y="480118"/>
                  </a:lnTo>
                  <a:lnTo>
                    <a:pt x="402248" y="480596"/>
                  </a:lnTo>
                  <a:lnTo>
                    <a:pt x="400815" y="480596"/>
                  </a:lnTo>
                  <a:lnTo>
                    <a:pt x="398426" y="478207"/>
                  </a:lnTo>
                  <a:lnTo>
                    <a:pt x="398426" y="477729"/>
                  </a:lnTo>
                  <a:lnTo>
                    <a:pt x="398904" y="475819"/>
                  </a:lnTo>
                  <a:lnTo>
                    <a:pt x="403204" y="468175"/>
                  </a:lnTo>
                  <a:lnTo>
                    <a:pt x="402726" y="468175"/>
                  </a:lnTo>
                  <a:lnTo>
                    <a:pt x="401293" y="469608"/>
                  </a:lnTo>
                  <a:lnTo>
                    <a:pt x="398904" y="472474"/>
                  </a:lnTo>
                  <a:lnTo>
                    <a:pt x="397471" y="473430"/>
                  </a:lnTo>
                  <a:lnTo>
                    <a:pt x="395560" y="473430"/>
                  </a:lnTo>
                  <a:lnTo>
                    <a:pt x="394127" y="473430"/>
                  </a:lnTo>
                  <a:lnTo>
                    <a:pt x="393171" y="473430"/>
                  </a:lnTo>
                  <a:lnTo>
                    <a:pt x="391738" y="474385"/>
                  </a:lnTo>
                  <a:lnTo>
                    <a:pt x="390783" y="475341"/>
                  </a:lnTo>
                  <a:lnTo>
                    <a:pt x="390305" y="476296"/>
                  </a:lnTo>
                  <a:lnTo>
                    <a:pt x="390783" y="476296"/>
                  </a:lnTo>
                  <a:lnTo>
                    <a:pt x="392694" y="475341"/>
                  </a:lnTo>
                  <a:lnTo>
                    <a:pt x="394127" y="474863"/>
                  </a:lnTo>
                  <a:lnTo>
                    <a:pt x="394127" y="475341"/>
                  </a:lnTo>
                  <a:lnTo>
                    <a:pt x="392694" y="478685"/>
                  </a:lnTo>
                  <a:lnTo>
                    <a:pt x="391738" y="482029"/>
                  </a:lnTo>
                  <a:lnTo>
                    <a:pt x="390783" y="482985"/>
                  </a:lnTo>
                  <a:lnTo>
                    <a:pt x="388872" y="482507"/>
                  </a:lnTo>
                  <a:lnTo>
                    <a:pt x="387439" y="482985"/>
                  </a:lnTo>
                  <a:lnTo>
                    <a:pt x="387439" y="483940"/>
                  </a:lnTo>
                  <a:lnTo>
                    <a:pt x="390783" y="486329"/>
                  </a:lnTo>
                  <a:lnTo>
                    <a:pt x="391738" y="486806"/>
                  </a:lnTo>
                  <a:lnTo>
                    <a:pt x="393171" y="487762"/>
                  </a:lnTo>
                  <a:lnTo>
                    <a:pt x="393171" y="488717"/>
                  </a:lnTo>
                  <a:lnTo>
                    <a:pt x="392694" y="491106"/>
                  </a:lnTo>
                  <a:lnTo>
                    <a:pt x="392216" y="492061"/>
                  </a:lnTo>
                  <a:lnTo>
                    <a:pt x="391738" y="492539"/>
                  </a:lnTo>
                  <a:lnTo>
                    <a:pt x="389349" y="492539"/>
                  </a:lnTo>
                  <a:lnTo>
                    <a:pt x="388394" y="492539"/>
                  </a:lnTo>
                  <a:lnTo>
                    <a:pt x="386483" y="494450"/>
                  </a:lnTo>
                  <a:lnTo>
                    <a:pt x="385528" y="495406"/>
                  </a:lnTo>
                  <a:lnTo>
                    <a:pt x="386005" y="495406"/>
                  </a:lnTo>
                  <a:lnTo>
                    <a:pt x="387439" y="494450"/>
                  </a:lnTo>
                  <a:lnTo>
                    <a:pt x="389827" y="493972"/>
                  </a:lnTo>
                  <a:lnTo>
                    <a:pt x="392694" y="493972"/>
                  </a:lnTo>
                  <a:lnTo>
                    <a:pt x="394604" y="493495"/>
                  </a:lnTo>
                  <a:lnTo>
                    <a:pt x="396038" y="492539"/>
                  </a:lnTo>
                  <a:lnTo>
                    <a:pt x="397471" y="492539"/>
                  </a:lnTo>
                  <a:lnTo>
                    <a:pt x="398904" y="494450"/>
                  </a:lnTo>
                  <a:lnTo>
                    <a:pt x="399382" y="495406"/>
                  </a:lnTo>
                  <a:lnTo>
                    <a:pt x="398426" y="496839"/>
                  </a:lnTo>
                  <a:lnTo>
                    <a:pt x="397471" y="497794"/>
                  </a:lnTo>
                  <a:lnTo>
                    <a:pt x="396038" y="498272"/>
                  </a:lnTo>
                  <a:lnTo>
                    <a:pt x="394604" y="499227"/>
                  </a:lnTo>
                  <a:lnTo>
                    <a:pt x="394604" y="500183"/>
                  </a:lnTo>
                  <a:lnTo>
                    <a:pt x="394127" y="501616"/>
                  </a:lnTo>
                  <a:lnTo>
                    <a:pt x="394127" y="503527"/>
                  </a:lnTo>
                  <a:lnTo>
                    <a:pt x="394604" y="507349"/>
                  </a:lnTo>
                  <a:lnTo>
                    <a:pt x="394127" y="507827"/>
                  </a:lnTo>
                  <a:lnTo>
                    <a:pt x="393649" y="507827"/>
                  </a:lnTo>
                  <a:lnTo>
                    <a:pt x="392694" y="508304"/>
                  </a:lnTo>
                  <a:lnTo>
                    <a:pt x="391738" y="508782"/>
                  </a:lnTo>
                  <a:lnTo>
                    <a:pt x="389827" y="513559"/>
                  </a:lnTo>
                  <a:lnTo>
                    <a:pt x="389349" y="514515"/>
                  </a:lnTo>
                  <a:lnTo>
                    <a:pt x="388394" y="513559"/>
                  </a:lnTo>
                  <a:lnTo>
                    <a:pt x="387916" y="514037"/>
                  </a:lnTo>
                  <a:lnTo>
                    <a:pt x="386961" y="514515"/>
                  </a:lnTo>
                  <a:lnTo>
                    <a:pt x="385528" y="514992"/>
                  </a:lnTo>
                  <a:lnTo>
                    <a:pt x="383617" y="515470"/>
                  </a:lnTo>
                  <a:lnTo>
                    <a:pt x="381706" y="514992"/>
                  </a:lnTo>
                  <a:lnTo>
                    <a:pt x="378362" y="514037"/>
                  </a:lnTo>
                  <a:lnTo>
                    <a:pt x="377406" y="513559"/>
                  </a:lnTo>
                  <a:lnTo>
                    <a:pt x="375973" y="512126"/>
                  </a:lnTo>
                  <a:lnTo>
                    <a:pt x="373107" y="513559"/>
                  </a:lnTo>
                  <a:lnTo>
                    <a:pt x="372629" y="513081"/>
                  </a:lnTo>
                  <a:lnTo>
                    <a:pt x="370718" y="509737"/>
                  </a:lnTo>
                  <a:lnTo>
                    <a:pt x="370240" y="509737"/>
                  </a:lnTo>
                  <a:lnTo>
                    <a:pt x="370240" y="513559"/>
                  </a:lnTo>
                  <a:lnTo>
                    <a:pt x="369285" y="514515"/>
                  </a:lnTo>
                  <a:lnTo>
                    <a:pt x="367852" y="517381"/>
                  </a:lnTo>
                  <a:lnTo>
                    <a:pt x="366896" y="521681"/>
                  </a:lnTo>
                  <a:lnTo>
                    <a:pt x="366418" y="521681"/>
                  </a:lnTo>
                  <a:lnTo>
                    <a:pt x="365941" y="521203"/>
                  </a:lnTo>
                  <a:lnTo>
                    <a:pt x="364985" y="517381"/>
                  </a:lnTo>
                  <a:lnTo>
                    <a:pt x="364508" y="516426"/>
                  </a:lnTo>
                  <a:lnTo>
                    <a:pt x="362597" y="518814"/>
                  </a:lnTo>
                  <a:lnTo>
                    <a:pt x="362597" y="519292"/>
                  </a:lnTo>
                  <a:lnTo>
                    <a:pt x="363074" y="522636"/>
                  </a:lnTo>
                  <a:lnTo>
                    <a:pt x="362597" y="522636"/>
                  </a:lnTo>
                  <a:lnTo>
                    <a:pt x="359253" y="521203"/>
                  </a:lnTo>
                  <a:lnTo>
                    <a:pt x="358775" y="521203"/>
                  </a:lnTo>
                  <a:lnTo>
                    <a:pt x="358297" y="521681"/>
                  </a:lnTo>
                  <a:lnTo>
                    <a:pt x="359730" y="523592"/>
                  </a:lnTo>
                  <a:lnTo>
                    <a:pt x="359253" y="524547"/>
                  </a:lnTo>
                  <a:lnTo>
                    <a:pt x="354953" y="528847"/>
                  </a:lnTo>
                  <a:lnTo>
                    <a:pt x="353520" y="528847"/>
                  </a:lnTo>
                  <a:lnTo>
                    <a:pt x="353042" y="528369"/>
                  </a:lnTo>
                  <a:lnTo>
                    <a:pt x="352087" y="528369"/>
                  </a:lnTo>
                  <a:lnTo>
                    <a:pt x="349220" y="530280"/>
                  </a:lnTo>
                  <a:lnTo>
                    <a:pt x="348265" y="530280"/>
                  </a:lnTo>
                  <a:lnTo>
                    <a:pt x="347309" y="529324"/>
                  </a:lnTo>
                  <a:lnTo>
                    <a:pt x="346832" y="529324"/>
                  </a:lnTo>
                  <a:lnTo>
                    <a:pt x="346354" y="530280"/>
                  </a:lnTo>
                  <a:lnTo>
                    <a:pt x="346354" y="532191"/>
                  </a:lnTo>
                  <a:lnTo>
                    <a:pt x="345398" y="534102"/>
                  </a:lnTo>
                  <a:lnTo>
                    <a:pt x="342054" y="536968"/>
                  </a:lnTo>
                  <a:lnTo>
                    <a:pt x="341099" y="538401"/>
                  </a:lnTo>
                  <a:lnTo>
                    <a:pt x="340143" y="540312"/>
                  </a:lnTo>
                  <a:lnTo>
                    <a:pt x="339666" y="540790"/>
                  </a:lnTo>
                  <a:lnTo>
                    <a:pt x="337755" y="539357"/>
                  </a:lnTo>
                  <a:lnTo>
                    <a:pt x="335366" y="538401"/>
                  </a:lnTo>
                  <a:lnTo>
                    <a:pt x="334888" y="538879"/>
                  </a:lnTo>
                  <a:lnTo>
                    <a:pt x="335844" y="539834"/>
                  </a:lnTo>
                  <a:lnTo>
                    <a:pt x="335366" y="540790"/>
                  </a:lnTo>
                  <a:lnTo>
                    <a:pt x="334411" y="541268"/>
                  </a:lnTo>
                  <a:lnTo>
                    <a:pt x="333455" y="540790"/>
                  </a:lnTo>
                  <a:lnTo>
                    <a:pt x="331544" y="540312"/>
                  </a:lnTo>
                  <a:lnTo>
                    <a:pt x="329633" y="540790"/>
                  </a:lnTo>
                  <a:lnTo>
                    <a:pt x="326767" y="542701"/>
                  </a:lnTo>
                  <a:lnTo>
                    <a:pt x="324378" y="542701"/>
                  </a:lnTo>
                  <a:lnTo>
                    <a:pt x="321034" y="539834"/>
                  </a:lnTo>
                  <a:lnTo>
                    <a:pt x="320079" y="539834"/>
                  </a:lnTo>
                  <a:lnTo>
                    <a:pt x="320079" y="538879"/>
                  </a:lnTo>
                  <a:lnTo>
                    <a:pt x="320556" y="536968"/>
                  </a:lnTo>
                  <a:lnTo>
                    <a:pt x="321512" y="535535"/>
                  </a:lnTo>
                  <a:lnTo>
                    <a:pt x="321990" y="534579"/>
                  </a:lnTo>
                  <a:lnTo>
                    <a:pt x="325334" y="532668"/>
                  </a:lnTo>
                  <a:lnTo>
                    <a:pt x="328678" y="532191"/>
                  </a:lnTo>
                  <a:lnTo>
                    <a:pt x="331067" y="530757"/>
                  </a:lnTo>
                  <a:lnTo>
                    <a:pt x="333933" y="528369"/>
                  </a:lnTo>
                  <a:lnTo>
                    <a:pt x="335366" y="526458"/>
                  </a:lnTo>
                  <a:lnTo>
                    <a:pt x="338232" y="521681"/>
                  </a:lnTo>
                  <a:lnTo>
                    <a:pt x="337755" y="521203"/>
                  </a:lnTo>
                  <a:lnTo>
                    <a:pt x="337277" y="521203"/>
                  </a:lnTo>
                  <a:lnTo>
                    <a:pt x="331067" y="525502"/>
                  </a:lnTo>
                  <a:lnTo>
                    <a:pt x="330111" y="525980"/>
                  </a:lnTo>
                  <a:lnTo>
                    <a:pt x="328678" y="525980"/>
                  </a:lnTo>
                  <a:lnTo>
                    <a:pt x="323901" y="524069"/>
                  </a:lnTo>
                  <a:lnTo>
                    <a:pt x="322945" y="523592"/>
                  </a:lnTo>
                  <a:lnTo>
                    <a:pt x="321990" y="521203"/>
                  </a:lnTo>
                  <a:lnTo>
                    <a:pt x="323423" y="516426"/>
                  </a:lnTo>
                  <a:lnTo>
                    <a:pt x="324378" y="513559"/>
                  </a:lnTo>
                  <a:lnTo>
                    <a:pt x="326767" y="510215"/>
                  </a:lnTo>
                  <a:lnTo>
                    <a:pt x="330111" y="505915"/>
                  </a:lnTo>
                  <a:lnTo>
                    <a:pt x="331067" y="503527"/>
                  </a:lnTo>
                  <a:lnTo>
                    <a:pt x="332500" y="496361"/>
                  </a:lnTo>
                  <a:lnTo>
                    <a:pt x="332500" y="493017"/>
                  </a:lnTo>
                  <a:lnTo>
                    <a:pt x="332022" y="489195"/>
                  </a:lnTo>
                  <a:lnTo>
                    <a:pt x="332022" y="486806"/>
                  </a:lnTo>
                  <a:lnTo>
                    <a:pt x="332500" y="485851"/>
                  </a:lnTo>
                  <a:lnTo>
                    <a:pt x="339666" y="482507"/>
                  </a:lnTo>
                  <a:lnTo>
                    <a:pt x="343488" y="479640"/>
                  </a:lnTo>
                  <a:lnTo>
                    <a:pt x="350176" y="475819"/>
                  </a:lnTo>
                  <a:lnTo>
                    <a:pt x="352087" y="475819"/>
                  </a:lnTo>
                  <a:lnTo>
                    <a:pt x="353042" y="477252"/>
                  </a:lnTo>
                  <a:lnTo>
                    <a:pt x="354953" y="478207"/>
                  </a:lnTo>
                  <a:lnTo>
                    <a:pt x="356386" y="479163"/>
                  </a:lnTo>
                  <a:lnTo>
                    <a:pt x="358775" y="479163"/>
                  </a:lnTo>
                  <a:lnTo>
                    <a:pt x="361641" y="477729"/>
                  </a:lnTo>
                  <a:lnTo>
                    <a:pt x="365941" y="478207"/>
                  </a:lnTo>
                  <a:lnTo>
                    <a:pt x="375018" y="481074"/>
                  </a:lnTo>
                  <a:lnTo>
                    <a:pt x="376929" y="481074"/>
                  </a:lnTo>
                  <a:lnTo>
                    <a:pt x="377406" y="480596"/>
                  </a:lnTo>
                  <a:lnTo>
                    <a:pt x="375973" y="479163"/>
                  </a:lnTo>
                  <a:lnTo>
                    <a:pt x="369285" y="477729"/>
                  </a:lnTo>
                  <a:lnTo>
                    <a:pt x="366896" y="476774"/>
                  </a:lnTo>
                  <a:lnTo>
                    <a:pt x="359253" y="471997"/>
                  </a:lnTo>
                  <a:lnTo>
                    <a:pt x="357819" y="470086"/>
                  </a:lnTo>
                  <a:lnTo>
                    <a:pt x="358297" y="469130"/>
                  </a:lnTo>
                  <a:lnTo>
                    <a:pt x="360208" y="468653"/>
                  </a:lnTo>
                  <a:lnTo>
                    <a:pt x="360686" y="467697"/>
                  </a:lnTo>
                  <a:lnTo>
                    <a:pt x="361163" y="466742"/>
                  </a:lnTo>
                  <a:lnTo>
                    <a:pt x="362119" y="464831"/>
                  </a:lnTo>
                  <a:lnTo>
                    <a:pt x="364030" y="462920"/>
                  </a:lnTo>
                  <a:lnTo>
                    <a:pt x="366896" y="460531"/>
                  </a:lnTo>
                  <a:lnTo>
                    <a:pt x="372151" y="457665"/>
                  </a:lnTo>
                  <a:lnTo>
                    <a:pt x="370240" y="457665"/>
                  </a:lnTo>
                  <a:lnTo>
                    <a:pt x="366418" y="458143"/>
                  </a:lnTo>
                  <a:lnTo>
                    <a:pt x="364985" y="458620"/>
                  </a:lnTo>
                  <a:lnTo>
                    <a:pt x="362119" y="461009"/>
                  </a:lnTo>
                  <a:lnTo>
                    <a:pt x="361163" y="462442"/>
                  </a:lnTo>
                  <a:lnTo>
                    <a:pt x="359730" y="465308"/>
                  </a:lnTo>
                  <a:lnTo>
                    <a:pt x="359253" y="465786"/>
                  </a:lnTo>
                  <a:lnTo>
                    <a:pt x="356864" y="466264"/>
                  </a:lnTo>
                  <a:lnTo>
                    <a:pt x="349220" y="466742"/>
                  </a:lnTo>
                  <a:lnTo>
                    <a:pt x="348265" y="465308"/>
                  </a:lnTo>
                  <a:lnTo>
                    <a:pt x="347309" y="464831"/>
                  </a:lnTo>
                  <a:lnTo>
                    <a:pt x="346832" y="465308"/>
                  </a:lnTo>
                  <a:lnTo>
                    <a:pt x="340143" y="469130"/>
                  </a:lnTo>
                  <a:lnTo>
                    <a:pt x="337755" y="471041"/>
                  </a:lnTo>
                  <a:lnTo>
                    <a:pt x="335844" y="473430"/>
                  </a:lnTo>
                  <a:lnTo>
                    <a:pt x="333455" y="474863"/>
                  </a:lnTo>
                  <a:lnTo>
                    <a:pt x="329633" y="475819"/>
                  </a:lnTo>
                  <a:lnTo>
                    <a:pt x="327245" y="477252"/>
                  </a:lnTo>
                  <a:lnTo>
                    <a:pt x="324378" y="479640"/>
                  </a:lnTo>
                  <a:lnTo>
                    <a:pt x="323423" y="482029"/>
                  </a:lnTo>
                  <a:lnTo>
                    <a:pt x="323423" y="482507"/>
                  </a:lnTo>
                  <a:lnTo>
                    <a:pt x="323901" y="485851"/>
                  </a:lnTo>
                  <a:lnTo>
                    <a:pt x="323423" y="486329"/>
                  </a:lnTo>
                  <a:lnTo>
                    <a:pt x="321990" y="486329"/>
                  </a:lnTo>
                  <a:lnTo>
                    <a:pt x="319123" y="488240"/>
                  </a:lnTo>
                  <a:lnTo>
                    <a:pt x="313868" y="493972"/>
                  </a:lnTo>
                  <a:lnTo>
                    <a:pt x="312913" y="495883"/>
                  </a:lnTo>
                  <a:lnTo>
                    <a:pt x="312913" y="496839"/>
                  </a:lnTo>
                  <a:lnTo>
                    <a:pt x="313868" y="498272"/>
                  </a:lnTo>
                  <a:lnTo>
                    <a:pt x="313390" y="499227"/>
                  </a:lnTo>
                  <a:lnTo>
                    <a:pt x="311957" y="501138"/>
                  </a:lnTo>
                  <a:lnTo>
                    <a:pt x="308613" y="503527"/>
                  </a:lnTo>
                  <a:lnTo>
                    <a:pt x="306225" y="504482"/>
                  </a:lnTo>
                  <a:lnTo>
                    <a:pt x="304791" y="504960"/>
                  </a:lnTo>
                  <a:lnTo>
                    <a:pt x="303358" y="504482"/>
                  </a:lnTo>
                  <a:lnTo>
                    <a:pt x="300969" y="502571"/>
                  </a:lnTo>
                  <a:lnTo>
                    <a:pt x="298581" y="502571"/>
                  </a:lnTo>
                  <a:lnTo>
                    <a:pt x="298581" y="503049"/>
                  </a:lnTo>
                  <a:lnTo>
                    <a:pt x="301447" y="504482"/>
                  </a:lnTo>
                  <a:lnTo>
                    <a:pt x="304314" y="506871"/>
                  </a:lnTo>
                  <a:lnTo>
                    <a:pt x="305747" y="508782"/>
                  </a:lnTo>
                  <a:lnTo>
                    <a:pt x="306702" y="510215"/>
                  </a:lnTo>
                  <a:lnTo>
                    <a:pt x="306702" y="511648"/>
                  </a:lnTo>
                  <a:lnTo>
                    <a:pt x="306225" y="513559"/>
                  </a:lnTo>
                  <a:lnTo>
                    <a:pt x="303836" y="516426"/>
                  </a:lnTo>
                  <a:lnTo>
                    <a:pt x="301925" y="516903"/>
                  </a:lnTo>
                  <a:lnTo>
                    <a:pt x="297148" y="517859"/>
                  </a:lnTo>
                  <a:lnTo>
                    <a:pt x="295715" y="518814"/>
                  </a:lnTo>
                  <a:lnTo>
                    <a:pt x="295237" y="519292"/>
                  </a:lnTo>
                  <a:lnTo>
                    <a:pt x="298581" y="520247"/>
                  </a:lnTo>
                  <a:lnTo>
                    <a:pt x="298581" y="520725"/>
                  </a:lnTo>
                  <a:lnTo>
                    <a:pt x="298103" y="523114"/>
                  </a:lnTo>
                  <a:lnTo>
                    <a:pt x="297625" y="524069"/>
                  </a:lnTo>
                  <a:lnTo>
                    <a:pt x="294759" y="525502"/>
                  </a:lnTo>
                  <a:lnTo>
                    <a:pt x="291893" y="525502"/>
                  </a:lnTo>
                  <a:lnTo>
                    <a:pt x="291893" y="525502"/>
                  </a:lnTo>
                  <a:lnTo>
                    <a:pt x="292370" y="523592"/>
                  </a:lnTo>
                  <a:lnTo>
                    <a:pt x="291893" y="523114"/>
                  </a:lnTo>
                  <a:lnTo>
                    <a:pt x="290937" y="522636"/>
                  </a:lnTo>
                  <a:lnTo>
                    <a:pt x="289504" y="523592"/>
                  </a:lnTo>
                  <a:lnTo>
                    <a:pt x="286160" y="525980"/>
                  </a:lnTo>
                  <a:lnTo>
                    <a:pt x="286160" y="526458"/>
                  </a:lnTo>
                  <a:lnTo>
                    <a:pt x="287115" y="527413"/>
                  </a:lnTo>
                  <a:lnTo>
                    <a:pt x="287115" y="527891"/>
                  </a:lnTo>
                  <a:lnTo>
                    <a:pt x="285204" y="529802"/>
                  </a:lnTo>
                  <a:lnTo>
                    <a:pt x="284249" y="531235"/>
                  </a:lnTo>
                  <a:lnTo>
                    <a:pt x="283294" y="532191"/>
                  </a:lnTo>
                  <a:lnTo>
                    <a:pt x="277561" y="536490"/>
                  </a:lnTo>
                  <a:lnTo>
                    <a:pt x="278039" y="537446"/>
                  </a:lnTo>
                  <a:lnTo>
                    <a:pt x="276605" y="540790"/>
                  </a:lnTo>
                  <a:lnTo>
                    <a:pt x="276128" y="543656"/>
                  </a:lnTo>
                  <a:lnTo>
                    <a:pt x="277083" y="545089"/>
                  </a:lnTo>
                  <a:lnTo>
                    <a:pt x="281383" y="546522"/>
                  </a:lnTo>
                  <a:lnTo>
                    <a:pt x="283771" y="546522"/>
                  </a:lnTo>
                  <a:lnTo>
                    <a:pt x="286160" y="547956"/>
                  </a:lnTo>
                  <a:lnTo>
                    <a:pt x="290937" y="550344"/>
                  </a:lnTo>
                  <a:lnTo>
                    <a:pt x="292370" y="552255"/>
                  </a:lnTo>
                  <a:lnTo>
                    <a:pt x="292848" y="553211"/>
                  </a:lnTo>
                  <a:lnTo>
                    <a:pt x="292848" y="554166"/>
                  </a:lnTo>
                  <a:lnTo>
                    <a:pt x="291893" y="555599"/>
                  </a:lnTo>
                  <a:lnTo>
                    <a:pt x="290460" y="557988"/>
                  </a:lnTo>
                  <a:lnTo>
                    <a:pt x="287115" y="561332"/>
                  </a:lnTo>
                  <a:lnTo>
                    <a:pt x="285204" y="562288"/>
                  </a:lnTo>
                  <a:lnTo>
                    <a:pt x="282816" y="563243"/>
                  </a:lnTo>
                  <a:lnTo>
                    <a:pt x="282338" y="563721"/>
                  </a:lnTo>
                  <a:lnTo>
                    <a:pt x="278994" y="567065"/>
                  </a:lnTo>
                  <a:lnTo>
                    <a:pt x="278039" y="568498"/>
                  </a:lnTo>
                  <a:lnTo>
                    <a:pt x="278516" y="570409"/>
                  </a:lnTo>
                  <a:lnTo>
                    <a:pt x="277561" y="571364"/>
                  </a:lnTo>
                  <a:lnTo>
                    <a:pt x="273739" y="573275"/>
                  </a:lnTo>
                  <a:lnTo>
                    <a:pt x="273739" y="573753"/>
                  </a:lnTo>
                  <a:lnTo>
                    <a:pt x="275172" y="573753"/>
                  </a:lnTo>
                  <a:lnTo>
                    <a:pt x="274694" y="575664"/>
                  </a:lnTo>
                  <a:lnTo>
                    <a:pt x="274694" y="578530"/>
                  </a:lnTo>
                  <a:lnTo>
                    <a:pt x="273739" y="579008"/>
                  </a:lnTo>
                  <a:lnTo>
                    <a:pt x="271350" y="579008"/>
                  </a:lnTo>
                  <a:lnTo>
                    <a:pt x="268006" y="579964"/>
                  </a:lnTo>
                  <a:lnTo>
                    <a:pt x="268006" y="579964"/>
                  </a:lnTo>
                  <a:lnTo>
                    <a:pt x="268006" y="581875"/>
                  </a:lnTo>
                  <a:lnTo>
                    <a:pt x="259407" y="583308"/>
                  </a:lnTo>
                  <a:lnTo>
                    <a:pt x="257496" y="586652"/>
                  </a:lnTo>
                  <a:lnTo>
                    <a:pt x="256541" y="588085"/>
                  </a:lnTo>
                  <a:lnTo>
                    <a:pt x="253197" y="590474"/>
                  </a:lnTo>
                  <a:lnTo>
                    <a:pt x="251286" y="591429"/>
                  </a:lnTo>
                  <a:lnTo>
                    <a:pt x="248897" y="591907"/>
                  </a:lnTo>
                  <a:lnTo>
                    <a:pt x="247942" y="592862"/>
                  </a:lnTo>
                  <a:lnTo>
                    <a:pt x="247942" y="594295"/>
                  </a:lnTo>
                  <a:lnTo>
                    <a:pt x="246986" y="595251"/>
                  </a:lnTo>
                  <a:lnTo>
                    <a:pt x="245075" y="596684"/>
                  </a:lnTo>
                  <a:lnTo>
                    <a:pt x="244120" y="598595"/>
                  </a:lnTo>
                  <a:lnTo>
                    <a:pt x="243642" y="599073"/>
                  </a:lnTo>
                  <a:lnTo>
                    <a:pt x="239820" y="599550"/>
                  </a:lnTo>
                  <a:lnTo>
                    <a:pt x="238865" y="600028"/>
                  </a:lnTo>
                  <a:lnTo>
                    <a:pt x="238865" y="602895"/>
                  </a:lnTo>
                  <a:lnTo>
                    <a:pt x="237909" y="602895"/>
                  </a:lnTo>
                  <a:lnTo>
                    <a:pt x="236476" y="601939"/>
                  </a:lnTo>
                  <a:lnTo>
                    <a:pt x="235043" y="602895"/>
                  </a:lnTo>
                  <a:lnTo>
                    <a:pt x="231221" y="605761"/>
                  </a:lnTo>
                  <a:lnTo>
                    <a:pt x="230266" y="606716"/>
                  </a:lnTo>
                  <a:lnTo>
                    <a:pt x="230266" y="607194"/>
                  </a:lnTo>
                  <a:lnTo>
                    <a:pt x="231221" y="607672"/>
                  </a:lnTo>
                  <a:lnTo>
                    <a:pt x="231699" y="609583"/>
                  </a:lnTo>
                  <a:lnTo>
                    <a:pt x="231699" y="611016"/>
                  </a:lnTo>
                  <a:lnTo>
                    <a:pt x="230266" y="614360"/>
                  </a:lnTo>
                  <a:lnTo>
                    <a:pt x="229788" y="614838"/>
                  </a:lnTo>
                  <a:lnTo>
                    <a:pt x="227877" y="615316"/>
                  </a:lnTo>
                  <a:lnTo>
                    <a:pt x="227399" y="617227"/>
                  </a:lnTo>
                  <a:lnTo>
                    <a:pt x="225488" y="617227"/>
                  </a:lnTo>
                  <a:lnTo>
                    <a:pt x="224533" y="617704"/>
                  </a:lnTo>
                  <a:lnTo>
                    <a:pt x="223577" y="618660"/>
                  </a:lnTo>
                  <a:lnTo>
                    <a:pt x="222622" y="619615"/>
                  </a:lnTo>
                  <a:lnTo>
                    <a:pt x="221667" y="619615"/>
                  </a:lnTo>
                  <a:lnTo>
                    <a:pt x="220233" y="620571"/>
                  </a:lnTo>
                  <a:lnTo>
                    <a:pt x="218800" y="622482"/>
                  </a:lnTo>
                  <a:lnTo>
                    <a:pt x="217367" y="623437"/>
                  </a:lnTo>
                  <a:lnTo>
                    <a:pt x="215934" y="623915"/>
                  </a:lnTo>
                  <a:lnTo>
                    <a:pt x="214501" y="623915"/>
                  </a:lnTo>
                  <a:lnTo>
                    <a:pt x="213545" y="623915"/>
                  </a:lnTo>
                  <a:lnTo>
                    <a:pt x="212112" y="623915"/>
                  </a:lnTo>
                  <a:lnTo>
                    <a:pt x="211156" y="624870"/>
                  </a:lnTo>
                  <a:lnTo>
                    <a:pt x="210201" y="625826"/>
                  </a:lnTo>
                  <a:lnTo>
                    <a:pt x="209246" y="628692"/>
                  </a:lnTo>
                  <a:lnTo>
                    <a:pt x="208290" y="629648"/>
                  </a:lnTo>
                  <a:lnTo>
                    <a:pt x="207812" y="630125"/>
                  </a:lnTo>
                  <a:lnTo>
                    <a:pt x="206379" y="629648"/>
                  </a:lnTo>
                  <a:lnTo>
                    <a:pt x="204468" y="629170"/>
                  </a:lnTo>
                  <a:lnTo>
                    <a:pt x="202557" y="629648"/>
                  </a:lnTo>
                  <a:lnTo>
                    <a:pt x="199691" y="631081"/>
                  </a:lnTo>
                  <a:lnTo>
                    <a:pt x="198735" y="632514"/>
                  </a:lnTo>
                  <a:lnTo>
                    <a:pt x="200646" y="632992"/>
                  </a:lnTo>
                  <a:lnTo>
                    <a:pt x="201602" y="632992"/>
                  </a:lnTo>
                  <a:lnTo>
                    <a:pt x="201602" y="633469"/>
                  </a:lnTo>
                  <a:lnTo>
                    <a:pt x="200646" y="633947"/>
                  </a:lnTo>
                  <a:lnTo>
                    <a:pt x="198735" y="633947"/>
                  </a:lnTo>
                  <a:lnTo>
                    <a:pt x="197780" y="634425"/>
                  </a:lnTo>
                  <a:lnTo>
                    <a:pt x="196347" y="634902"/>
                  </a:lnTo>
                  <a:lnTo>
                    <a:pt x="193003" y="635858"/>
                  </a:lnTo>
                  <a:lnTo>
                    <a:pt x="192047" y="636336"/>
                  </a:lnTo>
                  <a:lnTo>
                    <a:pt x="189659" y="639680"/>
                  </a:lnTo>
                  <a:lnTo>
                    <a:pt x="189181" y="640157"/>
                  </a:lnTo>
                  <a:lnTo>
                    <a:pt x="189659" y="640635"/>
                  </a:lnTo>
                  <a:lnTo>
                    <a:pt x="190614" y="640157"/>
                  </a:lnTo>
                  <a:lnTo>
                    <a:pt x="192525" y="640635"/>
                  </a:lnTo>
                  <a:lnTo>
                    <a:pt x="193480" y="641591"/>
                  </a:lnTo>
                  <a:lnTo>
                    <a:pt x="193958" y="642068"/>
                  </a:lnTo>
                  <a:lnTo>
                    <a:pt x="194436" y="643979"/>
                  </a:lnTo>
                  <a:lnTo>
                    <a:pt x="194436" y="643979"/>
                  </a:lnTo>
                  <a:lnTo>
                    <a:pt x="191569" y="646846"/>
                  </a:lnTo>
                  <a:lnTo>
                    <a:pt x="190614" y="648279"/>
                  </a:lnTo>
                  <a:lnTo>
                    <a:pt x="190136" y="648757"/>
                  </a:lnTo>
                  <a:lnTo>
                    <a:pt x="189659" y="648279"/>
                  </a:lnTo>
                  <a:lnTo>
                    <a:pt x="189181" y="644935"/>
                  </a:lnTo>
                  <a:lnTo>
                    <a:pt x="189181" y="644457"/>
                  </a:lnTo>
                  <a:lnTo>
                    <a:pt x="188225" y="644457"/>
                  </a:lnTo>
                  <a:lnTo>
                    <a:pt x="187748" y="645413"/>
                  </a:lnTo>
                  <a:lnTo>
                    <a:pt x="186314" y="649234"/>
                  </a:lnTo>
                  <a:lnTo>
                    <a:pt x="184404" y="651145"/>
                  </a:lnTo>
                  <a:lnTo>
                    <a:pt x="171983" y="655923"/>
                  </a:lnTo>
                  <a:lnTo>
                    <a:pt x="170072" y="656878"/>
                  </a:lnTo>
                  <a:lnTo>
                    <a:pt x="169594" y="658789"/>
                  </a:lnTo>
                  <a:lnTo>
                    <a:pt x="169116" y="660700"/>
                  </a:lnTo>
                  <a:lnTo>
                    <a:pt x="168161" y="661655"/>
                  </a:lnTo>
                  <a:lnTo>
                    <a:pt x="167205" y="662611"/>
                  </a:lnTo>
                  <a:lnTo>
                    <a:pt x="167205" y="662133"/>
                  </a:lnTo>
                  <a:lnTo>
                    <a:pt x="167205" y="657356"/>
                  </a:lnTo>
                  <a:lnTo>
                    <a:pt x="166728" y="656400"/>
                  </a:lnTo>
                  <a:lnTo>
                    <a:pt x="165772" y="655923"/>
                  </a:lnTo>
                  <a:lnTo>
                    <a:pt x="164817" y="655923"/>
                  </a:lnTo>
                  <a:lnTo>
                    <a:pt x="164339" y="655923"/>
                  </a:lnTo>
                  <a:lnTo>
                    <a:pt x="162906" y="656878"/>
                  </a:lnTo>
                  <a:lnTo>
                    <a:pt x="161950" y="657356"/>
                  </a:lnTo>
                  <a:lnTo>
                    <a:pt x="160995" y="657356"/>
                  </a:lnTo>
                  <a:lnTo>
                    <a:pt x="159562" y="658311"/>
                  </a:lnTo>
                  <a:lnTo>
                    <a:pt x="155740" y="661655"/>
                  </a:lnTo>
                  <a:lnTo>
                    <a:pt x="152873" y="662611"/>
                  </a:lnTo>
                  <a:lnTo>
                    <a:pt x="152396" y="663089"/>
                  </a:lnTo>
                  <a:lnTo>
                    <a:pt x="151440" y="664999"/>
                  </a:lnTo>
                  <a:lnTo>
                    <a:pt x="150485" y="665477"/>
                  </a:lnTo>
                  <a:lnTo>
                    <a:pt x="149529" y="665477"/>
                  </a:lnTo>
                  <a:lnTo>
                    <a:pt x="148096" y="664999"/>
                  </a:lnTo>
                  <a:lnTo>
                    <a:pt x="147141" y="665477"/>
                  </a:lnTo>
                  <a:lnTo>
                    <a:pt x="146185" y="666910"/>
                  </a:lnTo>
                  <a:lnTo>
                    <a:pt x="145230" y="667388"/>
                  </a:lnTo>
                  <a:lnTo>
                    <a:pt x="142841" y="666433"/>
                  </a:lnTo>
                  <a:lnTo>
                    <a:pt x="141408" y="666910"/>
                  </a:lnTo>
                  <a:lnTo>
                    <a:pt x="139975" y="668821"/>
                  </a:lnTo>
                  <a:lnTo>
                    <a:pt x="138542" y="669777"/>
                  </a:lnTo>
                  <a:lnTo>
                    <a:pt x="137108" y="670255"/>
                  </a:lnTo>
                  <a:lnTo>
                    <a:pt x="133286" y="670732"/>
                  </a:lnTo>
                  <a:lnTo>
                    <a:pt x="131376" y="670255"/>
                  </a:lnTo>
                  <a:lnTo>
                    <a:pt x="130898" y="670255"/>
                  </a:lnTo>
                  <a:lnTo>
                    <a:pt x="131376" y="667866"/>
                  </a:lnTo>
                  <a:lnTo>
                    <a:pt x="131853" y="666433"/>
                  </a:lnTo>
                  <a:lnTo>
                    <a:pt x="132331" y="665477"/>
                  </a:lnTo>
                  <a:lnTo>
                    <a:pt x="133286" y="664999"/>
                  </a:lnTo>
                  <a:lnTo>
                    <a:pt x="134242" y="664999"/>
                  </a:lnTo>
                  <a:lnTo>
                    <a:pt x="136631" y="665477"/>
                  </a:lnTo>
                  <a:lnTo>
                    <a:pt x="136153" y="664999"/>
                  </a:lnTo>
                  <a:lnTo>
                    <a:pt x="135675" y="664044"/>
                  </a:lnTo>
                  <a:lnTo>
                    <a:pt x="133764" y="663089"/>
                  </a:lnTo>
                  <a:lnTo>
                    <a:pt x="131376" y="662611"/>
                  </a:lnTo>
                  <a:lnTo>
                    <a:pt x="130420" y="663089"/>
                  </a:lnTo>
                  <a:lnTo>
                    <a:pt x="128987" y="663566"/>
                  </a:lnTo>
                  <a:lnTo>
                    <a:pt x="127554" y="664522"/>
                  </a:lnTo>
                  <a:lnTo>
                    <a:pt x="127076" y="665955"/>
                  </a:lnTo>
                  <a:lnTo>
                    <a:pt x="126121" y="669299"/>
                  </a:lnTo>
                  <a:lnTo>
                    <a:pt x="126121" y="670255"/>
                  </a:lnTo>
                  <a:lnTo>
                    <a:pt x="121343" y="676465"/>
                  </a:lnTo>
                  <a:lnTo>
                    <a:pt x="119432" y="678376"/>
                  </a:lnTo>
                  <a:lnTo>
                    <a:pt x="117521" y="677898"/>
                  </a:lnTo>
                  <a:lnTo>
                    <a:pt x="116566" y="678854"/>
                  </a:lnTo>
                  <a:lnTo>
                    <a:pt x="115133" y="680287"/>
                  </a:lnTo>
                  <a:lnTo>
                    <a:pt x="114177" y="681242"/>
                  </a:lnTo>
                  <a:lnTo>
                    <a:pt x="113222" y="680764"/>
                  </a:lnTo>
                  <a:lnTo>
                    <a:pt x="112266" y="680764"/>
                  </a:lnTo>
                  <a:lnTo>
                    <a:pt x="111789" y="680287"/>
                  </a:lnTo>
                  <a:lnTo>
                    <a:pt x="111789" y="679809"/>
                  </a:lnTo>
                  <a:lnTo>
                    <a:pt x="112744" y="679331"/>
                  </a:lnTo>
                  <a:lnTo>
                    <a:pt x="112266" y="677898"/>
                  </a:lnTo>
                  <a:lnTo>
                    <a:pt x="110833" y="675987"/>
                  </a:lnTo>
                  <a:lnTo>
                    <a:pt x="109878" y="675032"/>
                  </a:lnTo>
                  <a:lnTo>
                    <a:pt x="108445" y="675032"/>
                  </a:lnTo>
                  <a:lnTo>
                    <a:pt x="107967" y="675987"/>
                  </a:lnTo>
                  <a:lnTo>
                    <a:pt x="108445" y="680287"/>
                  </a:lnTo>
                  <a:lnTo>
                    <a:pt x="108445" y="681242"/>
                  </a:lnTo>
                  <a:lnTo>
                    <a:pt x="107489" y="682675"/>
                  </a:lnTo>
                  <a:lnTo>
                    <a:pt x="104623" y="684109"/>
                  </a:lnTo>
                  <a:lnTo>
                    <a:pt x="103667" y="684109"/>
                  </a:lnTo>
                  <a:lnTo>
                    <a:pt x="100801" y="681242"/>
                  </a:lnTo>
                  <a:lnTo>
                    <a:pt x="98412" y="680764"/>
                  </a:lnTo>
                  <a:lnTo>
                    <a:pt x="98412" y="681720"/>
                  </a:lnTo>
                  <a:lnTo>
                    <a:pt x="98890" y="683631"/>
                  </a:lnTo>
                  <a:lnTo>
                    <a:pt x="98412" y="685542"/>
                  </a:lnTo>
                  <a:lnTo>
                    <a:pt x="96501" y="686975"/>
                  </a:lnTo>
                  <a:lnTo>
                    <a:pt x="95068" y="687930"/>
                  </a:lnTo>
                  <a:lnTo>
                    <a:pt x="94113" y="687930"/>
                  </a:lnTo>
                  <a:lnTo>
                    <a:pt x="94113" y="686497"/>
                  </a:lnTo>
                  <a:lnTo>
                    <a:pt x="95068" y="684109"/>
                  </a:lnTo>
                  <a:lnTo>
                    <a:pt x="95068" y="682198"/>
                  </a:lnTo>
                  <a:lnTo>
                    <a:pt x="95068" y="680764"/>
                  </a:lnTo>
                  <a:lnTo>
                    <a:pt x="95068" y="679809"/>
                  </a:lnTo>
                  <a:lnTo>
                    <a:pt x="95546" y="678854"/>
                  </a:lnTo>
                  <a:lnTo>
                    <a:pt x="98890" y="676465"/>
                  </a:lnTo>
                  <a:lnTo>
                    <a:pt x="99845" y="675987"/>
                  </a:lnTo>
                  <a:lnTo>
                    <a:pt x="100801" y="676943"/>
                  </a:lnTo>
                  <a:lnTo>
                    <a:pt x="101756" y="676943"/>
                  </a:lnTo>
                  <a:lnTo>
                    <a:pt x="102712" y="676465"/>
                  </a:lnTo>
                  <a:lnTo>
                    <a:pt x="103667" y="675509"/>
                  </a:lnTo>
                  <a:lnTo>
                    <a:pt x="103667" y="674554"/>
                  </a:lnTo>
                  <a:lnTo>
                    <a:pt x="105100" y="673121"/>
                  </a:lnTo>
                  <a:lnTo>
                    <a:pt x="107489" y="671688"/>
                  </a:lnTo>
                  <a:lnTo>
                    <a:pt x="110355" y="668343"/>
                  </a:lnTo>
                  <a:lnTo>
                    <a:pt x="113700" y="663566"/>
                  </a:lnTo>
                  <a:lnTo>
                    <a:pt x="117521" y="659744"/>
                  </a:lnTo>
                  <a:lnTo>
                    <a:pt x="121821" y="656400"/>
                  </a:lnTo>
                  <a:lnTo>
                    <a:pt x="126598" y="653534"/>
                  </a:lnTo>
                  <a:lnTo>
                    <a:pt x="136153" y="649712"/>
                  </a:lnTo>
                  <a:lnTo>
                    <a:pt x="137108" y="650190"/>
                  </a:lnTo>
                  <a:lnTo>
                    <a:pt x="136153" y="651145"/>
                  </a:lnTo>
                  <a:lnTo>
                    <a:pt x="136631" y="652101"/>
                  </a:lnTo>
                  <a:lnTo>
                    <a:pt x="137586" y="652101"/>
                  </a:lnTo>
                  <a:lnTo>
                    <a:pt x="141408" y="651623"/>
                  </a:lnTo>
                  <a:lnTo>
                    <a:pt x="142841" y="650668"/>
                  </a:lnTo>
                  <a:lnTo>
                    <a:pt x="142841" y="651623"/>
                  </a:lnTo>
                  <a:lnTo>
                    <a:pt x="142363" y="652578"/>
                  </a:lnTo>
                  <a:lnTo>
                    <a:pt x="140452" y="653534"/>
                  </a:lnTo>
                  <a:lnTo>
                    <a:pt x="140452" y="654489"/>
                  </a:lnTo>
                  <a:lnTo>
                    <a:pt x="143319" y="657834"/>
                  </a:lnTo>
                  <a:lnTo>
                    <a:pt x="144274" y="658789"/>
                  </a:lnTo>
                  <a:lnTo>
                    <a:pt x="145230" y="658311"/>
                  </a:lnTo>
                  <a:lnTo>
                    <a:pt x="145707" y="657834"/>
                  </a:lnTo>
                  <a:lnTo>
                    <a:pt x="145230" y="655445"/>
                  </a:lnTo>
                  <a:lnTo>
                    <a:pt x="146185" y="654967"/>
                  </a:lnTo>
                  <a:lnTo>
                    <a:pt x="148574" y="654489"/>
                  </a:lnTo>
                  <a:lnTo>
                    <a:pt x="150007" y="654967"/>
                  </a:lnTo>
                  <a:lnTo>
                    <a:pt x="150485" y="655923"/>
                  </a:lnTo>
                  <a:lnTo>
                    <a:pt x="151918" y="656400"/>
                  </a:lnTo>
                  <a:lnTo>
                    <a:pt x="153351" y="656878"/>
                  </a:lnTo>
                  <a:lnTo>
                    <a:pt x="154784" y="656878"/>
                  </a:lnTo>
                  <a:lnTo>
                    <a:pt x="155262" y="655923"/>
                  </a:lnTo>
                  <a:lnTo>
                    <a:pt x="154307" y="654967"/>
                  </a:lnTo>
                  <a:lnTo>
                    <a:pt x="150962" y="652578"/>
                  </a:lnTo>
                  <a:lnTo>
                    <a:pt x="150007" y="651623"/>
                  </a:lnTo>
                  <a:lnTo>
                    <a:pt x="149529" y="650190"/>
                  </a:lnTo>
                  <a:lnTo>
                    <a:pt x="150007" y="648757"/>
                  </a:lnTo>
                  <a:lnTo>
                    <a:pt x="151440" y="646368"/>
                  </a:lnTo>
                  <a:lnTo>
                    <a:pt x="152873" y="642546"/>
                  </a:lnTo>
                  <a:lnTo>
                    <a:pt x="154307" y="640157"/>
                  </a:lnTo>
                  <a:lnTo>
                    <a:pt x="157651" y="637769"/>
                  </a:lnTo>
                  <a:lnTo>
                    <a:pt x="159562" y="636336"/>
                  </a:lnTo>
                  <a:lnTo>
                    <a:pt x="164817" y="632036"/>
                  </a:lnTo>
                  <a:lnTo>
                    <a:pt x="174849" y="628214"/>
                  </a:lnTo>
                  <a:lnTo>
                    <a:pt x="177238" y="625348"/>
                  </a:lnTo>
                  <a:lnTo>
                    <a:pt x="180582" y="622482"/>
                  </a:lnTo>
                  <a:lnTo>
                    <a:pt x="182015" y="621526"/>
                  </a:lnTo>
                  <a:lnTo>
                    <a:pt x="182015" y="622959"/>
                  </a:lnTo>
                  <a:lnTo>
                    <a:pt x="182493" y="623915"/>
                  </a:lnTo>
                  <a:lnTo>
                    <a:pt x="184404" y="624392"/>
                  </a:lnTo>
                  <a:lnTo>
                    <a:pt x="185837" y="624870"/>
                  </a:lnTo>
                  <a:lnTo>
                    <a:pt x="186792" y="624392"/>
                  </a:lnTo>
                  <a:lnTo>
                    <a:pt x="186792" y="623437"/>
                  </a:lnTo>
                  <a:lnTo>
                    <a:pt x="186792" y="621526"/>
                  </a:lnTo>
                  <a:lnTo>
                    <a:pt x="186314" y="619615"/>
                  </a:lnTo>
                  <a:lnTo>
                    <a:pt x="186792" y="617704"/>
                  </a:lnTo>
                  <a:lnTo>
                    <a:pt x="186792" y="616271"/>
                  </a:lnTo>
                  <a:lnTo>
                    <a:pt x="188703" y="613882"/>
                  </a:lnTo>
                  <a:lnTo>
                    <a:pt x="190614" y="611016"/>
                  </a:lnTo>
                  <a:lnTo>
                    <a:pt x="193958" y="607672"/>
                  </a:lnTo>
                  <a:lnTo>
                    <a:pt x="195869" y="606239"/>
                  </a:lnTo>
                  <a:lnTo>
                    <a:pt x="197302" y="605283"/>
                  </a:lnTo>
                  <a:lnTo>
                    <a:pt x="199213" y="603850"/>
                  </a:lnTo>
                  <a:lnTo>
                    <a:pt x="202080" y="600506"/>
                  </a:lnTo>
                  <a:lnTo>
                    <a:pt x="203035" y="600028"/>
                  </a:lnTo>
                  <a:lnTo>
                    <a:pt x="205424" y="599550"/>
                  </a:lnTo>
                  <a:lnTo>
                    <a:pt x="205901" y="599550"/>
                  </a:lnTo>
                  <a:lnTo>
                    <a:pt x="206379" y="600506"/>
                  </a:lnTo>
                  <a:lnTo>
                    <a:pt x="207335" y="600984"/>
                  </a:lnTo>
                  <a:lnTo>
                    <a:pt x="209246" y="601461"/>
                  </a:lnTo>
                  <a:lnTo>
                    <a:pt x="210679" y="600506"/>
                  </a:lnTo>
                  <a:lnTo>
                    <a:pt x="210679" y="600506"/>
                  </a:lnTo>
                  <a:lnTo>
                    <a:pt x="209246" y="600028"/>
                  </a:lnTo>
                  <a:lnTo>
                    <a:pt x="208768" y="599550"/>
                  </a:lnTo>
                  <a:lnTo>
                    <a:pt x="207812" y="597640"/>
                  </a:lnTo>
                  <a:lnTo>
                    <a:pt x="206379" y="596206"/>
                  </a:lnTo>
                  <a:lnTo>
                    <a:pt x="205901" y="594773"/>
                  </a:lnTo>
                  <a:lnTo>
                    <a:pt x="206379" y="592862"/>
                  </a:lnTo>
                  <a:lnTo>
                    <a:pt x="207812" y="587607"/>
                  </a:lnTo>
                  <a:lnTo>
                    <a:pt x="207812" y="582352"/>
                  </a:lnTo>
                  <a:lnTo>
                    <a:pt x="208768" y="579008"/>
                  </a:lnTo>
                  <a:lnTo>
                    <a:pt x="211156" y="578053"/>
                  </a:lnTo>
                  <a:lnTo>
                    <a:pt x="215934" y="577097"/>
                  </a:lnTo>
                  <a:lnTo>
                    <a:pt x="213067" y="575664"/>
                  </a:lnTo>
                  <a:lnTo>
                    <a:pt x="212112" y="575664"/>
                  </a:lnTo>
                  <a:lnTo>
                    <a:pt x="210201" y="575186"/>
                  </a:lnTo>
                  <a:lnTo>
                    <a:pt x="209723" y="571842"/>
                  </a:lnTo>
                  <a:lnTo>
                    <a:pt x="209723" y="569454"/>
                  </a:lnTo>
                  <a:lnTo>
                    <a:pt x="210679" y="566587"/>
                  </a:lnTo>
                  <a:lnTo>
                    <a:pt x="215456" y="561810"/>
                  </a:lnTo>
                  <a:lnTo>
                    <a:pt x="220233" y="558466"/>
                  </a:lnTo>
                  <a:lnTo>
                    <a:pt x="219755" y="557988"/>
                  </a:lnTo>
                  <a:lnTo>
                    <a:pt x="219278" y="557033"/>
                  </a:lnTo>
                  <a:lnTo>
                    <a:pt x="221667" y="550344"/>
                  </a:lnTo>
                  <a:lnTo>
                    <a:pt x="223577" y="544612"/>
                  </a:lnTo>
                  <a:lnTo>
                    <a:pt x="220711" y="549389"/>
                  </a:lnTo>
                  <a:lnTo>
                    <a:pt x="216889" y="553211"/>
                  </a:lnTo>
                  <a:lnTo>
                    <a:pt x="206857" y="557988"/>
                  </a:lnTo>
                  <a:lnTo>
                    <a:pt x="199691" y="561810"/>
                  </a:lnTo>
                  <a:lnTo>
                    <a:pt x="196347" y="562765"/>
                  </a:lnTo>
                  <a:lnTo>
                    <a:pt x="193958" y="561810"/>
                  </a:lnTo>
                  <a:lnTo>
                    <a:pt x="192525" y="557988"/>
                  </a:lnTo>
                  <a:lnTo>
                    <a:pt x="191569" y="557033"/>
                  </a:lnTo>
                  <a:lnTo>
                    <a:pt x="190136" y="554644"/>
                  </a:lnTo>
                  <a:lnTo>
                    <a:pt x="190614" y="551300"/>
                  </a:lnTo>
                  <a:lnTo>
                    <a:pt x="191569" y="549389"/>
                  </a:lnTo>
                  <a:lnTo>
                    <a:pt x="193958" y="548911"/>
                  </a:lnTo>
                  <a:lnTo>
                    <a:pt x="196347" y="549867"/>
                  </a:lnTo>
                  <a:lnTo>
                    <a:pt x="198258" y="549867"/>
                  </a:lnTo>
                  <a:lnTo>
                    <a:pt x="195869" y="547956"/>
                  </a:lnTo>
                  <a:lnTo>
                    <a:pt x="191569" y="546045"/>
                  </a:lnTo>
                  <a:lnTo>
                    <a:pt x="190136" y="546522"/>
                  </a:lnTo>
                  <a:lnTo>
                    <a:pt x="188703" y="549389"/>
                  </a:lnTo>
                  <a:lnTo>
                    <a:pt x="186792" y="551778"/>
                  </a:lnTo>
                  <a:lnTo>
                    <a:pt x="184881" y="550822"/>
                  </a:lnTo>
                  <a:lnTo>
                    <a:pt x="183926" y="549867"/>
                  </a:lnTo>
                  <a:lnTo>
                    <a:pt x="184881" y="552733"/>
                  </a:lnTo>
                  <a:lnTo>
                    <a:pt x="183448" y="556555"/>
                  </a:lnTo>
                  <a:lnTo>
                    <a:pt x="182970" y="558943"/>
                  </a:lnTo>
                  <a:lnTo>
                    <a:pt x="184881" y="566109"/>
                  </a:lnTo>
                  <a:lnTo>
                    <a:pt x="184404" y="568498"/>
                  </a:lnTo>
                  <a:lnTo>
                    <a:pt x="181059" y="569931"/>
                  </a:lnTo>
                  <a:lnTo>
                    <a:pt x="178671" y="567543"/>
                  </a:lnTo>
                  <a:lnTo>
                    <a:pt x="173416" y="558943"/>
                  </a:lnTo>
                  <a:lnTo>
                    <a:pt x="171505" y="556555"/>
                  </a:lnTo>
                  <a:lnTo>
                    <a:pt x="167205" y="552255"/>
                  </a:lnTo>
                  <a:lnTo>
                    <a:pt x="165772" y="552733"/>
                  </a:lnTo>
                  <a:lnTo>
                    <a:pt x="163861" y="555122"/>
                  </a:lnTo>
                  <a:lnTo>
                    <a:pt x="161950" y="555599"/>
                  </a:lnTo>
                  <a:lnTo>
                    <a:pt x="157651" y="552255"/>
                  </a:lnTo>
                  <a:lnTo>
                    <a:pt x="155262" y="550344"/>
                  </a:lnTo>
                  <a:lnTo>
                    <a:pt x="153351" y="547478"/>
                  </a:lnTo>
                  <a:lnTo>
                    <a:pt x="150007" y="548911"/>
                  </a:lnTo>
                  <a:lnTo>
                    <a:pt x="147618" y="550822"/>
                  </a:lnTo>
                  <a:lnTo>
                    <a:pt x="144274" y="553688"/>
                  </a:lnTo>
                  <a:lnTo>
                    <a:pt x="142363" y="553688"/>
                  </a:lnTo>
                  <a:lnTo>
                    <a:pt x="136153" y="556077"/>
                  </a:lnTo>
                  <a:lnTo>
                    <a:pt x="135675" y="556077"/>
                  </a:lnTo>
                  <a:lnTo>
                    <a:pt x="134720" y="557510"/>
                  </a:lnTo>
                  <a:lnTo>
                    <a:pt x="134242" y="557988"/>
                  </a:lnTo>
                  <a:lnTo>
                    <a:pt x="133286" y="560854"/>
                  </a:lnTo>
                  <a:lnTo>
                    <a:pt x="125643" y="562765"/>
                  </a:lnTo>
                  <a:lnTo>
                    <a:pt x="117999" y="561810"/>
                  </a:lnTo>
                  <a:lnTo>
                    <a:pt x="120388" y="560377"/>
                  </a:lnTo>
                  <a:lnTo>
                    <a:pt x="123732" y="558943"/>
                  </a:lnTo>
                  <a:lnTo>
                    <a:pt x="126121" y="556555"/>
                  </a:lnTo>
                  <a:lnTo>
                    <a:pt x="125165" y="552733"/>
                  </a:lnTo>
                  <a:lnTo>
                    <a:pt x="124687" y="550822"/>
                  </a:lnTo>
                  <a:lnTo>
                    <a:pt x="125165" y="548434"/>
                  </a:lnTo>
                  <a:lnTo>
                    <a:pt x="128032" y="545089"/>
                  </a:lnTo>
                  <a:lnTo>
                    <a:pt x="124687" y="545089"/>
                  </a:lnTo>
                  <a:lnTo>
                    <a:pt x="122776" y="546522"/>
                  </a:lnTo>
                  <a:lnTo>
                    <a:pt x="121343" y="544134"/>
                  </a:lnTo>
                  <a:lnTo>
                    <a:pt x="120388" y="538879"/>
                  </a:lnTo>
                  <a:lnTo>
                    <a:pt x="122299" y="536013"/>
                  </a:lnTo>
                  <a:lnTo>
                    <a:pt x="123254" y="534102"/>
                  </a:lnTo>
                  <a:lnTo>
                    <a:pt x="124210" y="530757"/>
                  </a:lnTo>
                  <a:lnTo>
                    <a:pt x="124210" y="528369"/>
                  </a:lnTo>
                  <a:lnTo>
                    <a:pt x="122776" y="523592"/>
                  </a:lnTo>
                  <a:lnTo>
                    <a:pt x="117999" y="514037"/>
                  </a:lnTo>
                  <a:lnTo>
                    <a:pt x="116088" y="506871"/>
                  </a:lnTo>
                  <a:lnTo>
                    <a:pt x="112266" y="503049"/>
                  </a:lnTo>
                  <a:lnTo>
                    <a:pt x="115133" y="496839"/>
                  </a:lnTo>
                  <a:lnTo>
                    <a:pt x="117999" y="490628"/>
                  </a:lnTo>
                  <a:lnTo>
                    <a:pt x="121821" y="488240"/>
                  </a:lnTo>
                  <a:lnTo>
                    <a:pt x="121343" y="487762"/>
                  </a:lnTo>
                  <a:lnTo>
                    <a:pt x="119432" y="487762"/>
                  </a:lnTo>
                  <a:lnTo>
                    <a:pt x="117999" y="488240"/>
                  </a:lnTo>
                  <a:lnTo>
                    <a:pt x="117044" y="490150"/>
                  </a:lnTo>
                  <a:lnTo>
                    <a:pt x="115611" y="491584"/>
                  </a:lnTo>
                  <a:lnTo>
                    <a:pt x="111311" y="498750"/>
                  </a:lnTo>
                  <a:lnTo>
                    <a:pt x="108922" y="502571"/>
                  </a:lnTo>
                  <a:lnTo>
                    <a:pt x="107011" y="503527"/>
                  </a:lnTo>
                  <a:lnTo>
                    <a:pt x="109878" y="504960"/>
                  </a:lnTo>
                  <a:lnTo>
                    <a:pt x="110355" y="505915"/>
                  </a:lnTo>
                  <a:lnTo>
                    <a:pt x="110833" y="508782"/>
                  </a:lnTo>
                  <a:lnTo>
                    <a:pt x="110355" y="512126"/>
                  </a:lnTo>
                  <a:lnTo>
                    <a:pt x="109400" y="513559"/>
                  </a:lnTo>
                  <a:lnTo>
                    <a:pt x="106056" y="513559"/>
                  </a:lnTo>
                  <a:lnTo>
                    <a:pt x="103190" y="515948"/>
                  </a:lnTo>
                  <a:lnTo>
                    <a:pt x="96501" y="518814"/>
                  </a:lnTo>
                  <a:lnTo>
                    <a:pt x="87425" y="520725"/>
                  </a:lnTo>
                  <a:lnTo>
                    <a:pt x="83125" y="520247"/>
                  </a:lnTo>
                  <a:lnTo>
                    <a:pt x="78348" y="516903"/>
                  </a:lnTo>
                  <a:lnTo>
                    <a:pt x="78348" y="515470"/>
                  </a:lnTo>
                  <a:lnTo>
                    <a:pt x="78348" y="513559"/>
                  </a:lnTo>
                  <a:lnTo>
                    <a:pt x="71659" y="507827"/>
                  </a:lnTo>
                  <a:lnTo>
                    <a:pt x="67838" y="502094"/>
                  </a:lnTo>
                  <a:lnTo>
                    <a:pt x="65449" y="502094"/>
                  </a:lnTo>
                  <a:lnTo>
                    <a:pt x="63060" y="500661"/>
                  </a:lnTo>
                  <a:lnTo>
                    <a:pt x="60194" y="498272"/>
                  </a:lnTo>
                  <a:lnTo>
                    <a:pt x="60194" y="496361"/>
                  </a:lnTo>
                  <a:lnTo>
                    <a:pt x="60672" y="494928"/>
                  </a:lnTo>
                  <a:lnTo>
                    <a:pt x="59238" y="493972"/>
                  </a:lnTo>
                  <a:lnTo>
                    <a:pt x="56850" y="494450"/>
                  </a:lnTo>
                  <a:lnTo>
                    <a:pt x="54461" y="493495"/>
                  </a:lnTo>
                  <a:lnTo>
                    <a:pt x="61149" y="486329"/>
                  </a:lnTo>
                  <a:lnTo>
                    <a:pt x="63060" y="481074"/>
                  </a:lnTo>
                  <a:lnTo>
                    <a:pt x="64971" y="480596"/>
                  </a:lnTo>
                  <a:lnTo>
                    <a:pt x="67838" y="481074"/>
                  </a:lnTo>
                  <a:lnTo>
                    <a:pt x="70704" y="483462"/>
                  </a:lnTo>
                  <a:lnTo>
                    <a:pt x="73570" y="483940"/>
                  </a:lnTo>
                  <a:lnTo>
                    <a:pt x="75004" y="484895"/>
                  </a:lnTo>
                  <a:lnTo>
                    <a:pt x="75959" y="486806"/>
                  </a:lnTo>
                  <a:lnTo>
                    <a:pt x="74526" y="489673"/>
                  </a:lnTo>
                  <a:lnTo>
                    <a:pt x="73570" y="491584"/>
                  </a:lnTo>
                  <a:lnTo>
                    <a:pt x="75004" y="491106"/>
                  </a:lnTo>
                  <a:lnTo>
                    <a:pt x="78348" y="488240"/>
                  </a:lnTo>
                  <a:lnTo>
                    <a:pt x="81214" y="485373"/>
                  </a:lnTo>
                  <a:lnTo>
                    <a:pt x="82647" y="485373"/>
                  </a:lnTo>
                  <a:lnTo>
                    <a:pt x="83125" y="485851"/>
                  </a:lnTo>
                  <a:lnTo>
                    <a:pt x="84558" y="488717"/>
                  </a:lnTo>
                  <a:lnTo>
                    <a:pt x="86469" y="491584"/>
                  </a:lnTo>
                  <a:lnTo>
                    <a:pt x="90291" y="489195"/>
                  </a:lnTo>
                  <a:lnTo>
                    <a:pt x="92679" y="485373"/>
                  </a:lnTo>
                  <a:lnTo>
                    <a:pt x="90769" y="483940"/>
                  </a:lnTo>
                  <a:lnTo>
                    <a:pt x="88380" y="482985"/>
                  </a:lnTo>
                  <a:lnTo>
                    <a:pt x="83125" y="482029"/>
                  </a:lnTo>
                  <a:lnTo>
                    <a:pt x="84558" y="481074"/>
                  </a:lnTo>
                  <a:lnTo>
                    <a:pt x="87902" y="481074"/>
                  </a:lnTo>
                  <a:lnTo>
                    <a:pt x="89335" y="480118"/>
                  </a:lnTo>
                  <a:lnTo>
                    <a:pt x="87902" y="478685"/>
                  </a:lnTo>
                  <a:lnTo>
                    <a:pt x="85991" y="477729"/>
                  </a:lnTo>
                  <a:lnTo>
                    <a:pt x="81214" y="481551"/>
                  </a:lnTo>
                  <a:lnTo>
                    <a:pt x="72615" y="481551"/>
                  </a:lnTo>
                  <a:lnTo>
                    <a:pt x="66404" y="479163"/>
                  </a:lnTo>
                  <a:lnTo>
                    <a:pt x="60194" y="479640"/>
                  </a:lnTo>
                  <a:lnTo>
                    <a:pt x="59238" y="479163"/>
                  </a:lnTo>
                  <a:lnTo>
                    <a:pt x="57805" y="477729"/>
                  </a:lnTo>
                  <a:lnTo>
                    <a:pt x="61149" y="474863"/>
                  </a:lnTo>
                  <a:lnTo>
                    <a:pt x="64016" y="473430"/>
                  </a:lnTo>
                  <a:lnTo>
                    <a:pt x="64016" y="472474"/>
                  </a:lnTo>
                  <a:lnTo>
                    <a:pt x="62583" y="471997"/>
                  </a:lnTo>
                  <a:lnTo>
                    <a:pt x="59716" y="472952"/>
                  </a:lnTo>
                  <a:lnTo>
                    <a:pt x="58761" y="471519"/>
                  </a:lnTo>
                  <a:lnTo>
                    <a:pt x="58761" y="469130"/>
                  </a:lnTo>
                  <a:lnTo>
                    <a:pt x="58283" y="469608"/>
                  </a:lnTo>
                  <a:lnTo>
                    <a:pt x="57328" y="470564"/>
                  </a:lnTo>
                  <a:lnTo>
                    <a:pt x="55894" y="470086"/>
                  </a:lnTo>
                  <a:lnTo>
                    <a:pt x="54461" y="469130"/>
                  </a:lnTo>
                  <a:lnTo>
                    <a:pt x="54939" y="467697"/>
                  </a:lnTo>
                  <a:lnTo>
                    <a:pt x="56372" y="466264"/>
                  </a:lnTo>
                  <a:lnTo>
                    <a:pt x="55894" y="466264"/>
                  </a:lnTo>
                  <a:lnTo>
                    <a:pt x="54461" y="466264"/>
                  </a:lnTo>
                  <a:lnTo>
                    <a:pt x="53506" y="468653"/>
                  </a:lnTo>
                  <a:lnTo>
                    <a:pt x="53983" y="470086"/>
                  </a:lnTo>
                  <a:lnTo>
                    <a:pt x="53983" y="472474"/>
                  </a:lnTo>
                  <a:lnTo>
                    <a:pt x="51595" y="472952"/>
                  </a:lnTo>
                  <a:lnTo>
                    <a:pt x="50162" y="472474"/>
                  </a:lnTo>
                  <a:lnTo>
                    <a:pt x="48728" y="470086"/>
                  </a:lnTo>
                  <a:lnTo>
                    <a:pt x="47773" y="465308"/>
                  </a:lnTo>
                  <a:lnTo>
                    <a:pt x="43951" y="463875"/>
                  </a:lnTo>
                  <a:lnTo>
                    <a:pt x="43473" y="461487"/>
                  </a:lnTo>
                  <a:lnTo>
                    <a:pt x="45384" y="458143"/>
                  </a:lnTo>
                  <a:lnTo>
                    <a:pt x="44429" y="456232"/>
                  </a:lnTo>
                  <a:lnTo>
                    <a:pt x="42040" y="455754"/>
                  </a:lnTo>
                  <a:lnTo>
                    <a:pt x="39652" y="457187"/>
                  </a:lnTo>
                  <a:lnTo>
                    <a:pt x="38696" y="455754"/>
                  </a:lnTo>
                  <a:lnTo>
                    <a:pt x="38218" y="454321"/>
                  </a:lnTo>
                  <a:lnTo>
                    <a:pt x="38218" y="451932"/>
                  </a:lnTo>
                  <a:lnTo>
                    <a:pt x="38696" y="451454"/>
                  </a:lnTo>
                  <a:lnTo>
                    <a:pt x="39652" y="451932"/>
                  </a:lnTo>
                  <a:lnTo>
                    <a:pt x="44907" y="450977"/>
                  </a:lnTo>
                  <a:lnTo>
                    <a:pt x="45384" y="450021"/>
                  </a:lnTo>
                  <a:lnTo>
                    <a:pt x="41085" y="448110"/>
                  </a:lnTo>
                  <a:lnTo>
                    <a:pt x="40129" y="446199"/>
                  </a:lnTo>
                  <a:lnTo>
                    <a:pt x="41562" y="444766"/>
                  </a:lnTo>
                  <a:lnTo>
                    <a:pt x="44907" y="444766"/>
                  </a:lnTo>
                  <a:lnTo>
                    <a:pt x="49206" y="443333"/>
                  </a:lnTo>
                  <a:lnTo>
                    <a:pt x="47295" y="441422"/>
                  </a:lnTo>
                  <a:lnTo>
                    <a:pt x="46818" y="439989"/>
                  </a:lnTo>
                  <a:lnTo>
                    <a:pt x="46818" y="438078"/>
                  </a:lnTo>
                  <a:lnTo>
                    <a:pt x="47295" y="434734"/>
                  </a:lnTo>
                  <a:lnTo>
                    <a:pt x="52550" y="426612"/>
                  </a:lnTo>
                  <a:lnTo>
                    <a:pt x="57328" y="419924"/>
                  </a:lnTo>
                  <a:lnTo>
                    <a:pt x="59238" y="418491"/>
                  </a:lnTo>
                  <a:lnTo>
                    <a:pt x="61149" y="417536"/>
                  </a:lnTo>
                  <a:lnTo>
                    <a:pt x="63538" y="418013"/>
                  </a:lnTo>
                  <a:lnTo>
                    <a:pt x="65927" y="419447"/>
                  </a:lnTo>
                  <a:lnTo>
                    <a:pt x="65927" y="418969"/>
                  </a:lnTo>
                  <a:lnTo>
                    <a:pt x="65449" y="418491"/>
                  </a:lnTo>
                  <a:lnTo>
                    <a:pt x="64493" y="415625"/>
                  </a:lnTo>
                  <a:lnTo>
                    <a:pt x="67360" y="414669"/>
                  </a:lnTo>
                  <a:lnTo>
                    <a:pt x="69271" y="411325"/>
                  </a:lnTo>
                  <a:lnTo>
                    <a:pt x="69271" y="410370"/>
                  </a:lnTo>
                  <a:lnTo>
                    <a:pt x="67360" y="411803"/>
                  </a:lnTo>
                  <a:lnTo>
                    <a:pt x="65449" y="414192"/>
                  </a:lnTo>
                  <a:lnTo>
                    <a:pt x="64971" y="411803"/>
                  </a:lnTo>
                  <a:lnTo>
                    <a:pt x="64493" y="407026"/>
                  </a:lnTo>
                  <a:lnTo>
                    <a:pt x="65449" y="402248"/>
                  </a:lnTo>
                  <a:lnTo>
                    <a:pt x="65927" y="400337"/>
                  </a:lnTo>
                  <a:lnTo>
                    <a:pt x="67838" y="398426"/>
                  </a:lnTo>
                  <a:lnTo>
                    <a:pt x="72615" y="397471"/>
                  </a:lnTo>
                  <a:lnTo>
                    <a:pt x="73570" y="397949"/>
                  </a:lnTo>
                  <a:lnTo>
                    <a:pt x="73570" y="396993"/>
                  </a:lnTo>
                  <a:lnTo>
                    <a:pt x="70704" y="394127"/>
                  </a:lnTo>
                  <a:lnTo>
                    <a:pt x="72137" y="391738"/>
                  </a:lnTo>
                  <a:lnTo>
                    <a:pt x="73093" y="390305"/>
                  </a:lnTo>
                  <a:lnTo>
                    <a:pt x="78825" y="388394"/>
                  </a:lnTo>
                  <a:lnTo>
                    <a:pt x="82169" y="389350"/>
                  </a:lnTo>
                  <a:lnTo>
                    <a:pt x="86469" y="391260"/>
                  </a:lnTo>
                  <a:lnTo>
                    <a:pt x="88858" y="394127"/>
                  </a:lnTo>
                  <a:lnTo>
                    <a:pt x="88380" y="395560"/>
                  </a:lnTo>
                  <a:lnTo>
                    <a:pt x="87902" y="396038"/>
                  </a:lnTo>
                  <a:lnTo>
                    <a:pt x="86469" y="396993"/>
                  </a:lnTo>
                  <a:lnTo>
                    <a:pt x="85991" y="397949"/>
                  </a:lnTo>
                  <a:lnTo>
                    <a:pt x="86469" y="398426"/>
                  </a:lnTo>
                  <a:lnTo>
                    <a:pt x="88380" y="396993"/>
                  </a:lnTo>
                  <a:lnTo>
                    <a:pt x="91246" y="394605"/>
                  </a:lnTo>
                  <a:lnTo>
                    <a:pt x="92679" y="395560"/>
                  </a:lnTo>
                  <a:lnTo>
                    <a:pt x="94113" y="396993"/>
                  </a:lnTo>
                  <a:lnTo>
                    <a:pt x="95068" y="396993"/>
                  </a:lnTo>
                  <a:lnTo>
                    <a:pt x="99845" y="396038"/>
                  </a:lnTo>
                  <a:lnTo>
                    <a:pt x="102234" y="394605"/>
                  </a:lnTo>
                  <a:lnTo>
                    <a:pt x="104623" y="390783"/>
                  </a:lnTo>
                  <a:lnTo>
                    <a:pt x="108445" y="388394"/>
                  </a:lnTo>
                  <a:lnTo>
                    <a:pt x="113700" y="380750"/>
                  </a:lnTo>
                  <a:lnTo>
                    <a:pt x="115133" y="377406"/>
                  </a:lnTo>
                  <a:lnTo>
                    <a:pt x="117044" y="377406"/>
                  </a:lnTo>
                  <a:lnTo>
                    <a:pt x="118477" y="377406"/>
                  </a:lnTo>
                  <a:lnTo>
                    <a:pt x="119910" y="379795"/>
                  </a:lnTo>
                  <a:lnTo>
                    <a:pt x="121343" y="380750"/>
                  </a:lnTo>
                  <a:lnTo>
                    <a:pt x="130420" y="380273"/>
                  </a:lnTo>
                  <a:lnTo>
                    <a:pt x="135197" y="378840"/>
                  </a:lnTo>
                  <a:lnTo>
                    <a:pt x="138542" y="376451"/>
                  </a:lnTo>
                  <a:lnTo>
                    <a:pt x="142363" y="372151"/>
                  </a:lnTo>
                  <a:lnTo>
                    <a:pt x="144274" y="369285"/>
                  </a:lnTo>
                  <a:lnTo>
                    <a:pt x="145230" y="365941"/>
                  </a:lnTo>
                  <a:lnTo>
                    <a:pt x="143797" y="361164"/>
                  </a:lnTo>
                  <a:lnTo>
                    <a:pt x="142363" y="356864"/>
                  </a:lnTo>
                  <a:lnTo>
                    <a:pt x="140930" y="347787"/>
                  </a:lnTo>
                  <a:lnTo>
                    <a:pt x="136153" y="341577"/>
                  </a:lnTo>
                  <a:lnTo>
                    <a:pt x="132809" y="340143"/>
                  </a:lnTo>
                  <a:lnTo>
                    <a:pt x="130898" y="340143"/>
                  </a:lnTo>
                  <a:lnTo>
                    <a:pt x="132331" y="336322"/>
                  </a:lnTo>
                  <a:lnTo>
                    <a:pt x="136631" y="336799"/>
                  </a:lnTo>
                  <a:lnTo>
                    <a:pt x="139497" y="335844"/>
                  </a:lnTo>
                  <a:lnTo>
                    <a:pt x="141886" y="333933"/>
                  </a:lnTo>
                  <a:lnTo>
                    <a:pt x="142841" y="332500"/>
                  </a:lnTo>
                  <a:lnTo>
                    <a:pt x="143797" y="329633"/>
                  </a:lnTo>
                  <a:lnTo>
                    <a:pt x="143319" y="326767"/>
                  </a:lnTo>
                  <a:lnTo>
                    <a:pt x="142841" y="324856"/>
                  </a:lnTo>
                  <a:lnTo>
                    <a:pt x="141408" y="322945"/>
                  </a:lnTo>
                  <a:lnTo>
                    <a:pt x="139497" y="320079"/>
                  </a:lnTo>
                  <a:lnTo>
                    <a:pt x="138064" y="319123"/>
                  </a:lnTo>
                  <a:lnTo>
                    <a:pt x="137108" y="319601"/>
                  </a:lnTo>
                  <a:lnTo>
                    <a:pt x="131376" y="324856"/>
                  </a:lnTo>
                  <a:lnTo>
                    <a:pt x="128032" y="324856"/>
                  </a:lnTo>
                  <a:lnTo>
                    <a:pt x="125643" y="323901"/>
                  </a:lnTo>
                  <a:lnTo>
                    <a:pt x="123254" y="327245"/>
                  </a:lnTo>
                  <a:lnTo>
                    <a:pt x="117521" y="330111"/>
                  </a:lnTo>
                  <a:lnTo>
                    <a:pt x="114177" y="332500"/>
                  </a:lnTo>
                  <a:lnTo>
                    <a:pt x="108445" y="339666"/>
                  </a:lnTo>
                  <a:lnTo>
                    <a:pt x="106534" y="342532"/>
                  </a:lnTo>
                  <a:lnTo>
                    <a:pt x="104623" y="342532"/>
                  </a:lnTo>
                  <a:lnTo>
                    <a:pt x="103667" y="336799"/>
                  </a:lnTo>
                  <a:lnTo>
                    <a:pt x="96979" y="331067"/>
                  </a:lnTo>
                  <a:lnTo>
                    <a:pt x="95068" y="332977"/>
                  </a:lnTo>
                  <a:lnTo>
                    <a:pt x="96024" y="334888"/>
                  </a:lnTo>
                  <a:lnTo>
                    <a:pt x="97457" y="335844"/>
                  </a:lnTo>
                  <a:lnTo>
                    <a:pt x="99845" y="336799"/>
                  </a:lnTo>
                  <a:lnTo>
                    <a:pt x="98890" y="338233"/>
                  </a:lnTo>
                  <a:lnTo>
                    <a:pt x="97935" y="340621"/>
                  </a:lnTo>
                  <a:lnTo>
                    <a:pt x="95546" y="338233"/>
                  </a:lnTo>
                  <a:lnTo>
                    <a:pt x="91246" y="335366"/>
                  </a:lnTo>
                  <a:lnTo>
                    <a:pt x="86947" y="333455"/>
                  </a:lnTo>
                  <a:lnTo>
                    <a:pt x="75004" y="333933"/>
                  </a:lnTo>
                  <a:lnTo>
                    <a:pt x="67360" y="337277"/>
                  </a:lnTo>
                  <a:lnTo>
                    <a:pt x="66882" y="336322"/>
                  </a:lnTo>
                  <a:lnTo>
                    <a:pt x="65927" y="336322"/>
                  </a:lnTo>
                  <a:lnTo>
                    <a:pt x="64493" y="336799"/>
                  </a:lnTo>
                  <a:lnTo>
                    <a:pt x="64016" y="338233"/>
                  </a:lnTo>
                  <a:lnTo>
                    <a:pt x="63060" y="339188"/>
                  </a:lnTo>
                  <a:lnTo>
                    <a:pt x="61627" y="339188"/>
                  </a:lnTo>
                  <a:lnTo>
                    <a:pt x="58761" y="338710"/>
                  </a:lnTo>
                  <a:lnTo>
                    <a:pt x="52550" y="336799"/>
                  </a:lnTo>
                  <a:lnTo>
                    <a:pt x="38696" y="333933"/>
                  </a:lnTo>
                  <a:lnTo>
                    <a:pt x="34874" y="332022"/>
                  </a:lnTo>
                  <a:lnTo>
                    <a:pt x="32008" y="327722"/>
                  </a:lnTo>
                  <a:lnTo>
                    <a:pt x="32008" y="324856"/>
                  </a:lnTo>
                  <a:lnTo>
                    <a:pt x="33441" y="323423"/>
                  </a:lnTo>
                  <a:lnTo>
                    <a:pt x="33441" y="319123"/>
                  </a:lnTo>
                  <a:lnTo>
                    <a:pt x="30575" y="318168"/>
                  </a:lnTo>
                  <a:lnTo>
                    <a:pt x="25320" y="311957"/>
                  </a:lnTo>
                  <a:lnTo>
                    <a:pt x="22931" y="309091"/>
                  </a:lnTo>
                  <a:lnTo>
                    <a:pt x="23409" y="309091"/>
                  </a:lnTo>
                  <a:lnTo>
                    <a:pt x="24364" y="309569"/>
                  </a:lnTo>
                  <a:lnTo>
                    <a:pt x="26275" y="310046"/>
                  </a:lnTo>
                  <a:lnTo>
                    <a:pt x="31052" y="309569"/>
                  </a:lnTo>
                  <a:lnTo>
                    <a:pt x="32486" y="305269"/>
                  </a:lnTo>
                  <a:lnTo>
                    <a:pt x="35830" y="304314"/>
                  </a:lnTo>
                  <a:lnTo>
                    <a:pt x="39174" y="304791"/>
                  </a:lnTo>
                  <a:lnTo>
                    <a:pt x="38218" y="303836"/>
                  </a:lnTo>
                  <a:lnTo>
                    <a:pt x="37741" y="302880"/>
                  </a:lnTo>
                  <a:lnTo>
                    <a:pt x="29619" y="300970"/>
                  </a:lnTo>
                  <a:lnTo>
                    <a:pt x="28186" y="301447"/>
                  </a:lnTo>
                  <a:lnTo>
                    <a:pt x="13854" y="297626"/>
                  </a:lnTo>
                  <a:lnTo>
                    <a:pt x="1911" y="291415"/>
                  </a:lnTo>
                  <a:lnTo>
                    <a:pt x="955" y="289982"/>
                  </a:lnTo>
                  <a:lnTo>
                    <a:pt x="0" y="287593"/>
                  </a:lnTo>
                  <a:lnTo>
                    <a:pt x="1433" y="284727"/>
                  </a:lnTo>
                  <a:lnTo>
                    <a:pt x="3344" y="283294"/>
                  </a:lnTo>
                  <a:lnTo>
                    <a:pt x="3344" y="284727"/>
                  </a:lnTo>
                  <a:lnTo>
                    <a:pt x="3344" y="286638"/>
                  </a:lnTo>
                  <a:lnTo>
                    <a:pt x="10032" y="282816"/>
                  </a:lnTo>
                  <a:lnTo>
                    <a:pt x="13854" y="278516"/>
                  </a:lnTo>
                  <a:lnTo>
                    <a:pt x="20065" y="277561"/>
                  </a:lnTo>
                  <a:lnTo>
                    <a:pt x="21498" y="276605"/>
                  </a:lnTo>
                  <a:lnTo>
                    <a:pt x="23886" y="274217"/>
                  </a:lnTo>
                  <a:lnTo>
                    <a:pt x="26753" y="269917"/>
                  </a:lnTo>
                  <a:lnTo>
                    <a:pt x="30575" y="267529"/>
                  </a:lnTo>
                  <a:lnTo>
                    <a:pt x="33441" y="265618"/>
                  </a:lnTo>
                  <a:lnTo>
                    <a:pt x="37263" y="264662"/>
                  </a:lnTo>
                  <a:lnTo>
                    <a:pt x="40607" y="266573"/>
                  </a:lnTo>
                  <a:lnTo>
                    <a:pt x="41562" y="267051"/>
                  </a:lnTo>
                  <a:lnTo>
                    <a:pt x="46818" y="267051"/>
                  </a:lnTo>
                  <a:lnTo>
                    <a:pt x="48728" y="266573"/>
                  </a:lnTo>
                  <a:lnTo>
                    <a:pt x="49684" y="265618"/>
                  </a:lnTo>
                  <a:lnTo>
                    <a:pt x="50162" y="264662"/>
                  </a:lnTo>
                  <a:lnTo>
                    <a:pt x="44907" y="261318"/>
                  </a:lnTo>
                  <a:lnTo>
                    <a:pt x="45384" y="259407"/>
                  </a:lnTo>
                  <a:lnTo>
                    <a:pt x="45862" y="257974"/>
                  </a:lnTo>
                  <a:lnTo>
                    <a:pt x="52550" y="253674"/>
                  </a:lnTo>
                  <a:lnTo>
                    <a:pt x="57328" y="252241"/>
                  </a:lnTo>
                  <a:lnTo>
                    <a:pt x="60194" y="252719"/>
                  </a:lnTo>
                  <a:lnTo>
                    <a:pt x="67838" y="246986"/>
                  </a:lnTo>
                  <a:lnTo>
                    <a:pt x="72137" y="245553"/>
                  </a:lnTo>
                  <a:lnTo>
                    <a:pt x="79781" y="244598"/>
                  </a:lnTo>
                  <a:lnTo>
                    <a:pt x="86469" y="244598"/>
                  </a:lnTo>
                  <a:lnTo>
                    <a:pt x="88380" y="246508"/>
                  </a:lnTo>
                  <a:lnTo>
                    <a:pt x="85036" y="246031"/>
                  </a:lnTo>
                  <a:lnTo>
                    <a:pt x="83125" y="246031"/>
                  </a:lnTo>
                  <a:lnTo>
                    <a:pt x="84558" y="246986"/>
                  </a:lnTo>
                  <a:lnTo>
                    <a:pt x="85514" y="248419"/>
                  </a:lnTo>
                  <a:lnTo>
                    <a:pt x="85514" y="249853"/>
                  </a:lnTo>
                  <a:lnTo>
                    <a:pt x="83125" y="255108"/>
                  </a:lnTo>
                  <a:lnTo>
                    <a:pt x="83125" y="259407"/>
                  </a:lnTo>
                  <a:lnTo>
                    <a:pt x="81692" y="260840"/>
                  </a:lnTo>
                  <a:lnTo>
                    <a:pt x="80259" y="262751"/>
                  </a:lnTo>
                  <a:lnTo>
                    <a:pt x="87425" y="268484"/>
                  </a:lnTo>
                  <a:lnTo>
                    <a:pt x="97457" y="268962"/>
                  </a:lnTo>
                  <a:lnTo>
                    <a:pt x="103190" y="268006"/>
                  </a:lnTo>
                  <a:lnTo>
                    <a:pt x="106534" y="269439"/>
                  </a:lnTo>
                  <a:lnTo>
                    <a:pt x="109400" y="269917"/>
                  </a:lnTo>
                  <a:lnTo>
                    <a:pt x="116566" y="268962"/>
                  </a:lnTo>
                  <a:lnTo>
                    <a:pt x="122299" y="270395"/>
                  </a:lnTo>
                  <a:lnTo>
                    <a:pt x="124687" y="269917"/>
                  </a:lnTo>
                  <a:lnTo>
                    <a:pt x="129465" y="260840"/>
                  </a:lnTo>
                  <a:lnTo>
                    <a:pt x="131853" y="259885"/>
                  </a:lnTo>
                  <a:lnTo>
                    <a:pt x="133764" y="261318"/>
                  </a:lnTo>
                  <a:lnTo>
                    <a:pt x="136631" y="262273"/>
                  </a:lnTo>
                  <a:lnTo>
                    <a:pt x="138542" y="261796"/>
                  </a:lnTo>
                  <a:lnTo>
                    <a:pt x="139975" y="263707"/>
                  </a:lnTo>
                  <a:lnTo>
                    <a:pt x="139497" y="258929"/>
                  </a:lnTo>
                  <a:lnTo>
                    <a:pt x="138064" y="257496"/>
                  </a:lnTo>
                  <a:lnTo>
                    <a:pt x="129942" y="254152"/>
                  </a:lnTo>
                  <a:lnTo>
                    <a:pt x="124210" y="255585"/>
                  </a:lnTo>
                  <a:lnTo>
                    <a:pt x="122299" y="253674"/>
                  </a:lnTo>
                  <a:lnTo>
                    <a:pt x="123254" y="249853"/>
                  </a:lnTo>
                  <a:lnTo>
                    <a:pt x="117044" y="240776"/>
                  </a:lnTo>
                  <a:lnTo>
                    <a:pt x="114655" y="238865"/>
                  </a:lnTo>
                  <a:lnTo>
                    <a:pt x="111789" y="238865"/>
                  </a:lnTo>
                  <a:lnTo>
                    <a:pt x="109878" y="235521"/>
                  </a:lnTo>
                  <a:lnTo>
                    <a:pt x="108922" y="231699"/>
                  </a:lnTo>
                  <a:lnTo>
                    <a:pt x="111311" y="229788"/>
                  </a:lnTo>
                  <a:lnTo>
                    <a:pt x="113700" y="229310"/>
                  </a:lnTo>
                  <a:lnTo>
                    <a:pt x="115611" y="230743"/>
                  </a:lnTo>
                  <a:lnTo>
                    <a:pt x="117999" y="235998"/>
                  </a:lnTo>
                  <a:lnTo>
                    <a:pt x="120388" y="236476"/>
                  </a:lnTo>
                  <a:lnTo>
                    <a:pt x="119910" y="242209"/>
                  </a:lnTo>
                  <a:lnTo>
                    <a:pt x="122776" y="246986"/>
                  </a:lnTo>
                  <a:lnTo>
                    <a:pt x="128987" y="251763"/>
                  </a:lnTo>
                  <a:lnTo>
                    <a:pt x="134242" y="249853"/>
                  </a:lnTo>
                  <a:lnTo>
                    <a:pt x="137586" y="249853"/>
                  </a:lnTo>
                  <a:lnTo>
                    <a:pt x="139497" y="250808"/>
                  </a:lnTo>
                  <a:lnTo>
                    <a:pt x="144752" y="255108"/>
                  </a:lnTo>
                  <a:lnTo>
                    <a:pt x="147618" y="255585"/>
                  </a:lnTo>
                  <a:lnTo>
                    <a:pt x="155740" y="253197"/>
                  </a:lnTo>
                  <a:lnTo>
                    <a:pt x="155740" y="249375"/>
                  </a:lnTo>
                  <a:lnTo>
                    <a:pt x="155262" y="246508"/>
                  </a:lnTo>
                  <a:lnTo>
                    <a:pt x="153351" y="244598"/>
                  </a:lnTo>
                  <a:lnTo>
                    <a:pt x="147618" y="245075"/>
                  </a:lnTo>
                  <a:lnTo>
                    <a:pt x="143319" y="241731"/>
                  </a:lnTo>
                  <a:lnTo>
                    <a:pt x="139497" y="242687"/>
                  </a:lnTo>
                  <a:lnTo>
                    <a:pt x="132809" y="247464"/>
                  </a:lnTo>
                  <a:lnTo>
                    <a:pt x="129465" y="245553"/>
                  </a:lnTo>
                  <a:lnTo>
                    <a:pt x="127076" y="243164"/>
                  </a:lnTo>
                  <a:lnTo>
                    <a:pt x="123732" y="240776"/>
                  </a:lnTo>
                  <a:lnTo>
                    <a:pt x="123254" y="235998"/>
                  </a:lnTo>
                  <a:lnTo>
                    <a:pt x="126121" y="230266"/>
                  </a:lnTo>
                  <a:lnTo>
                    <a:pt x="128509" y="227877"/>
                  </a:lnTo>
                  <a:lnTo>
                    <a:pt x="126598" y="225966"/>
                  </a:lnTo>
                  <a:lnTo>
                    <a:pt x="121343" y="224533"/>
                  </a:lnTo>
                  <a:lnTo>
                    <a:pt x="113222" y="225966"/>
                  </a:lnTo>
                  <a:lnTo>
                    <a:pt x="112744" y="224055"/>
                  </a:lnTo>
                  <a:lnTo>
                    <a:pt x="112744" y="221666"/>
                  </a:lnTo>
                  <a:lnTo>
                    <a:pt x="109400" y="225966"/>
                  </a:lnTo>
                  <a:lnTo>
                    <a:pt x="105578" y="225011"/>
                  </a:lnTo>
                  <a:lnTo>
                    <a:pt x="100801" y="225488"/>
                  </a:lnTo>
                  <a:lnTo>
                    <a:pt x="90291" y="222144"/>
                  </a:lnTo>
                  <a:lnTo>
                    <a:pt x="86947" y="217367"/>
                  </a:lnTo>
                  <a:lnTo>
                    <a:pt x="85036" y="214023"/>
                  </a:lnTo>
                  <a:lnTo>
                    <a:pt x="82169" y="204468"/>
                  </a:lnTo>
                  <a:lnTo>
                    <a:pt x="78825" y="198258"/>
                  </a:lnTo>
                  <a:lnTo>
                    <a:pt x="53506" y="176760"/>
                  </a:lnTo>
                  <a:lnTo>
                    <a:pt x="42518" y="171505"/>
                  </a:lnTo>
                  <a:lnTo>
                    <a:pt x="36785" y="165772"/>
                  </a:lnTo>
                  <a:lnTo>
                    <a:pt x="33441" y="164339"/>
                  </a:lnTo>
                  <a:lnTo>
                    <a:pt x="30097" y="163384"/>
                  </a:lnTo>
                  <a:lnTo>
                    <a:pt x="25797" y="161473"/>
                  </a:lnTo>
                  <a:lnTo>
                    <a:pt x="28664" y="159084"/>
                  </a:lnTo>
                  <a:lnTo>
                    <a:pt x="30575" y="158606"/>
                  </a:lnTo>
                  <a:lnTo>
                    <a:pt x="28664" y="160995"/>
                  </a:lnTo>
                  <a:lnTo>
                    <a:pt x="30097" y="161473"/>
                  </a:lnTo>
                  <a:lnTo>
                    <a:pt x="32486" y="160039"/>
                  </a:lnTo>
                  <a:lnTo>
                    <a:pt x="33919" y="158606"/>
                  </a:lnTo>
                  <a:lnTo>
                    <a:pt x="35830" y="150963"/>
                  </a:lnTo>
                  <a:lnTo>
                    <a:pt x="37741" y="139975"/>
                  </a:lnTo>
                  <a:lnTo>
                    <a:pt x="37263" y="135198"/>
                  </a:lnTo>
                  <a:lnTo>
                    <a:pt x="51117" y="136153"/>
                  </a:lnTo>
                  <a:lnTo>
                    <a:pt x="60672" y="135675"/>
                  </a:lnTo>
                  <a:lnTo>
                    <a:pt x="63538" y="134720"/>
                  </a:lnTo>
                  <a:lnTo>
                    <a:pt x="75004" y="132809"/>
                  </a:lnTo>
                  <a:lnTo>
                    <a:pt x="78348" y="131376"/>
                  </a:lnTo>
                  <a:lnTo>
                    <a:pt x="83603" y="127554"/>
                  </a:lnTo>
                  <a:lnTo>
                    <a:pt x="90291" y="120866"/>
                  </a:lnTo>
                  <a:lnTo>
                    <a:pt x="96024" y="111789"/>
                  </a:lnTo>
                  <a:lnTo>
                    <a:pt x="96979" y="109400"/>
                  </a:lnTo>
                  <a:lnTo>
                    <a:pt x="97457" y="110356"/>
                  </a:lnTo>
                  <a:lnTo>
                    <a:pt x="97935" y="109878"/>
                  </a:lnTo>
                  <a:lnTo>
                    <a:pt x="98412" y="106534"/>
                  </a:lnTo>
                  <a:lnTo>
                    <a:pt x="99368" y="98412"/>
                  </a:lnTo>
                  <a:lnTo>
                    <a:pt x="101756" y="90291"/>
                  </a:lnTo>
                  <a:lnTo>
                    <a:pt x="113700" y="72615"/>
                  </a:lnTo>
                  <a:lnTo>
                    <a:pt x="119432" y="65449"/>
                  </a:lnTo>
                  <a:lnTo>
                    <a:pt x="121343" y="62105"/>
                  </a:lnTo>
                  <a:lnTo>
                    <a:pt x="123254" y="59716"/>
                  </a:lnTo>
                  <a:lnTo>
                    <a:pt x="124687" y="62105"/>
                  </a:lnTo>
                  <a:lnTo>
                    <a:pt x="125165" y="63060"/>
                  </a:lnTo>
                  <a:lnTo>
                    <a:pt x="125643" y="64016"/>
                  </a:lnTo>
                  <a:lnTo>
                    <a:pt x="124210" y="64493"/>
                  </a:lnTo>
                  <a:lnTo>
                    <a:pt x="122776" y="66882"/>
                  </a:lnTo>
                  <a:lnTo>
                    <a:pt x="119910" y="68315"/>
                  </a:lnTo>
                  <a:lnTo>
                    <a:pt x="119432" y="69271"/>
                  </a:lnTo>
                  <a:lnTo>
                    <a:pt x="120866" y="68793"/>
                  </a:lnTo>
                  <a:lnTo>
                    <a:pt x="125643" y="67360"/>
                  </a:lnTo>
                  <a:lnTo>
                    <a:pt x="128032" y="64971"/>
                  </a:lnTo>
                  <a:lnTo>
                    <a:pt x="140930" y="61627"/>
                  </a:lnTo>
                  <a:lnTo>
                    <a:pt x="147618" y="54939"/>
                  </a:lnTo>
                  <a:lnTo>
                    <a:pt x="148096" y="53506"/>
                  </a:lnTo>
                  <a:lnTo>
                    <a:pt x="158128" y="45862"/>
                  </a:lnTo>
                  <a:lnTo>
                    <a:pt x="159562" y="46340"/>
                  </a:lnTo>
                  <a:lnTo>
                    <a:pt x="161473" y="47295"/>
                  </a:lnTo>
                  <a:lnTo>
                    <a:pt x="158606" y="52072"/>
                  </a:lnTo>
                  <a:lnTo>
                    <a:pt x="160517" y="53506"/>
                  </a:lnTo>
                  <a:lnTo>
                    <a:pt x="158606" y="59716"/>
                  </a:lnTo>
                  <a:lnTo>
                    <a:pt x="162428" y="59716"/>
                  </a:lnTo>
                  <a:lnTo>
                    <a:pt x="163383" y="62583"/>
                  </a:lnTo>
                  <a:lnTo>
                    <a:pt x="163383" y="60194"/>
                  </a:lnTo>
                  <a:lnTo>
                    <a:pt x="163383" y="56850"/>
                  </a:lnTo>
                  <a:lnTo>
                    <a:pt x="163383" y="53506"/>
                  </a:lnTo>
                  <a:lnTo>
                    <a:pt x="164339" y="51117"/>
                  </a:lnTo>
                  <a:lnTo>
                    <a:pt x="166728" y="52072"/>
                  </a:lnTo>
                  <a:lnTo>
                    <a:pt x="172460" y="49684"/>
                  </a:lnTo>
                  <a:lnTo>
                    <a:pt x="165294" y="49206"/>
                  </a:lnTo>
                  <a:lnTo>
                    <a:pt x="161473" y="43473"/>
                  </a:lnTo>
                  <a:lnTo>
                    <a:pt x="159084" y="43473"/>
                  </a:lnTo>
                  <a:lnTo>
                    <a:pt x="166728" y="34874"/>
                  </a:lnTo>
                  <a:lnTo>
                    <a:pt x="174371" y="30097"/>
                  </a:lnTo>
                  <a:lnTo>
                    <a:pt x="175804" y="30097"/>
                  </a:lnTo>
                  <a:lnTo>
                    <a:pt x="176760" y="31052"/>
                  </a:lnTo>
                  <a:lnTo>
                    <a:pt x="176760" y="32486"/>
                  </a:lnTo>
                  <a:lnTo>
                    <a:pt x="175327" y="33441"/>
                  </a:lnTo>
                  <a:lnTo>
                    <a:pt x="173416" y="35352"/>
                  </a:lnTo>
                  <a:lnTo>
                    <a:pt x="174371" y="36785"/>
                  </a:lnTo>
                  <a:lnTo>
                    <a:pt x="175327" y="37263"/>
                  </a:lnTo>
                  <a:lnTo>
                    <a:pt x="178671" y="35830"/>
                  </a:lnTo>
                  <a:lnTo>
                    <a:pt x="180582" y="34397"/>
                  </a:lnTo>
                  <a:lnTo>
                    <a:pt x="187748" y="34397"/>
                  </a:lnTo>
                  <a:lnTo>
                    <a:pt x="190136" y="33441"/>
                  </a:lnTo>
                  <a:lnTo>
                    <a:pt x="190614" y="32008"/>
                  </a:lnTo>
                  <a:lnTo>
                    <a:pt x="200169" y="32008"/>
                  </a:lnTo>
                  <a:lnTo>
                    <a:pt x="202080" y="31052"/>
                  </a:lnTo>
                  <a:lnTo>
                    <a:pt x="207812" y="26275"/>
                  </a:lnTo>
                  <a:lnTo>
                    <a:pt x="213545" y="21020"/>
                  </a:lnTo>
                  <a:lnTo>
                    <a:pt x="215934" y="18154"/>
                  </a:lnTo>
                  <a:lnTo>
                    <a:pt x="220711" y="10510"/>
                  </a:lnTo>
                  <a:lnTo>
                    <a:pt x="224533" y="5255"/>
                  </a:lnTo>
                  <a:lnTo>
                    <a:pt x="230743" y="0"/>
                  </a:lnTo>
                  <a:lnTo>
                    <a:pt x="232176" y="956"/>
                  </a:lnTo>
                  <a:lnTo>
                    <a:pt x="229788" y="1911"/>
                  </a:lnTo>
                  <a:lnTo>
                    <a:pt x="228355" y="3822"/>
                  </a:lnTo>
                  <a:lnTo>
                    <a:pt x="230743" y="6688"/>
                  </a:lnTo>
                  <a:lnTo>
                    <a:pt x="243642" y="12421"/>
                  </a:lnTo>
                  <a:lnTo>
                    <a:pt x="246986" y="12899"/>
                  </a:lnTo>
                  <a:lnTo>
                    <a:pt x="248419" y="16243"/>
                  </a:lnTo>
                  <a:lnTo>
                    <a:pt x="246986" y="19587"/>
                  </a:lnTo>
                  <a:lnTo>
                    <a:pt x="243642" y="23409"/>
                  </a:lnTo>
                  <a:lnTo>
                    <a:pt x="236954" y="27231"/>
                  </a:lnTo>
                  <a:lnTo>
                    <a:pt x="238865" y="28664"/>
                  </a:lnTo>
                  <a:lnTo>
                    <a:pt x="240298" y="32008"/>
                  </a:lnTo>
                  <a:lnTo>
                    <a:pt x="242209" y="32486"/>
                  </a:lnTo>
                  <a:lnTo>
                    <a:pt x="245553" y="31052"/>
                  </a:lnTo>
                  <a:lnTo>
                    <a:pt x="248419" y="29142"/>
                  </a:lnTo>
                  <a:lnTo>
                    <a:pt x="253674" y="22453"/>
                  </a:lnTo>
                  <a:lnTo>
                    <a:pt x="255108" y="18631"/>
                  </a:lnTo>
                  <a:lnTo>
                    <a:pt x="256541" y="17676"/>
                  </a:lnTo>
                  <a:lnTo>
                    <a:pt x="260840" y="18631"/>
                  </a:lnTo>
                  <a:lnTo>
                    <a:pt x="263229" y="20542"/>
                  </a:lnTo>
                  <a:lnTo>
                    <a:pt x="266095" y="23886"/>
                  </a:lnTo>
                  <a:lnTo>
                    <a:pt x="265140" y="27231"/>
                  </a:lnTo>
                  <a:lnTo>
                    <a:pt x="264184" y="29142"/>
                  </a:lnTo>
                  <a:lnTo>
                    <a:pt x="267528" y="31530"/>
                  </a:lnTo>
                  <a:lnTo>
                    <a:pt x="271828" y="32008"/>
                  </a:lnTo>
                  <a:lnTo>
                    <a:pt x="275650" y="34397"/>
                  </a:lnTo>
                  <a:lnTo>
                    <a:pt x="281383" y="30097"/>
                  </a:lnTo>
                  <a:lnTo>
                    <a:pt x="285204" y="29142"/>
                  </a:lnTo>
                  <a:lnTo>
                    <a:pt x="289504" y="29142"/>
                  </a:lnTo>
                  <a:lnTo>
                    <a:pt x="294759" y="26753"/>
                  </a:lnTo>
                  <a:lnTo>
                    <a:pt x="303836" y="30097"/>
                  </a:lnTo>
                  <a:lnTo>
                    <a:pt x="305747" y="29142"/>
                  </a:lnTo>
                  <a:lnTo>
                    <a:pt x="309569" y="29619"/>
                  </a:lnTo>
                  <a:lnTo>
                    <a:pt x="313390" y="31530"/>
                  </a:lnTo>
                  <a:lnTo>
                    <a:pt x="314346" y="33919"/>
                  </a:lnTo>
                  <a:lnTo>
                    <a:pt x="310524" y="38218"/>
                  </a:lnTo>
                  <a:lnTo>
                    <a:pt x="310046" y="42518"/>
                  </a:lnTo>
                  <a:lnTo>
                    <a:pt x="311480" y="44429"/>
                  </a:lnTo>
                  <a:lnTo>
                    <a:pt x="313868" y="44429"/>
                  </a:lnTo>
                  <a:lnTo>
                    <a:pt x="314346" y="47295"/>
                  </a:lnTo>
                  <a:lnTo>
                    <a:pt x="315779" y="47773"/>
                  </a:lnTo>
                  <a:lnTo>
                    <a:pt x="323901" y="47295"/>
                  </a:lnTo>
                  <a:lnTo>
                    <a:pt x="322945" y="48728"/>
                  </a:lnTo>
                  <a:lnTo>
                    <a:pt x="322945" y="50162"/>
                  </a:lnTo>
                  <a:lnTo>
                    <a:pt x="320079" y="53506"/>
                  </a:lnTo>
                  <a:lnTo>
                    <a:pt x="334411" y="55417"/>
                  </a:lnTo>
                  <a:lnTo>
                    <a:pt x="336322" y="53506"/>
                  </a:lnTo>
                  <a:lnTo>
                    <a:pt x="339188" y="52550"/>
                  </a:lnTo>
                  <a:lnTo>
                    <a:pt x="345876" y="50162"/>
                  </a:lnTo>
                  <a:lnTo>
                    <a:pt x="348265" y="51117"/>
                  </a:lnTo>
                  <a:lnTo>
                    <a:pt x="350653" y="53984"/>
                  </a:lnTo>
                  <a:lnTo>
                    <a:pt x="353520" y="54461"/>
                  </a:lnTo>
                  <a:lnTo>
                    <a:pt x="355908" y="53984"/>
                  </a:lnTo>
                  <a:lnTo>
                    <a:pt x="361641" y="50162"/>
                  </a:lnTo>
                  <a:lnTo>
                    <a:pt x="367852" y="50162"/>
                  </a:lnTo>
                  <a:lnTo>
                    <a:pt x="370718" y="51117"/>
                  </a:lnTo>
                  <a:lnTo>
                    <a:pt x="373107" y="50639"/>
                  </a:lnTo>
                  <a:lnTo>
                    <a:pt x="381706" y="54939"/>
                  </a:lnTo>
                  <a:lnTo>
                    <a:pt x="385050" y="55417"/>
                  </a:lnTo>
                  <a:lnTo>
                    <a:pt x="388872" y="60672"/>
                  </a:lnTo>
                  <a:lnTo>
                    <a:pt x="391260" y="60672"/>
                  </a:lnTo>
                  <a:lnTo>
                    <a:pt x="393649" y="58761"/>
                  </a:lnTo>
                  <a:lnTo>
                    <a:pt x="395560" y="58761"/>
                  </a:lnTo>
                  <a:lnTo>
                    <a:pt x="397949" y="60672"/>
                  </a:lnTo>
                  <a:lnTo>
                    <a:pt x="401293" y="61627"/>
                  </a:lnTo>
                  <a:lnTo>
                    <a:pt x="402726" y="64971"/>
                  </a:lnTo>
                  <a:lnTo>
                    <a:pt x="404159" y="65927"/>
                  </a:lnTo>
                  <a:lnTo>
                    <a:pt x="417058" y="68793"/>
                  </a:lnTo>
                  <a:lnTo>
                    <a:pt x="423268" y="67360"/>
                  </a:lnTo>
                  <a:lnTo>
                    <a:pt x="432345" y="67838"/>
                  </a:lnTo>
                  <a:lnTo>
                    <a:pt x="437122" y="69271"/>
                  </a:lnTo>
                  <a:lnTo>
                    <a:pt x="441900" y="69271"/>
                  </a:lnTo>
                  <a:lnTo>
                    <a:pt x="449066" y="75004"/>
                  </a:lnTo>
                  <a:lnTo>
                    <a:pt x="453365" y="75959"/>
                  </a:lnTo>
                  <a:lnTo>
                    <a:pt x="454321" y="77392"/>
                  </a:lnTo>
                  <a:lnTo>
                    <a:pt x="465309" y="78825"/>
                  </a:lnTo>
                  <a:lnTo>
                    <a:pt x="469608" y="75481"/>
                  </a:lnTo>
                  <a:lnTo>
                    <a:pt x="476774" y="75004"/>
                  </a:lnTo>
                  <a:lnTo>
                    <a:pt x="482984" y="72137"/>
                  </a:lnTo>
                  <a:lnTo>
                    <a:pt x="486329" y="72137"/>
                  </a:lnTo>
                  <a:lnTo>
                    <a:pt x="490628" y="73093"/>
                  </a:lnTo>
                  <a:lnTo>
                    <a:pt x="492061" y="72615"/>
                  </a:lnTo>
                  <a:lnTo>
                    <a:pt x="493495" y="71659"/>
                  </a:lnTo>
                  <a:lnTo>
                    <a:pt x="503527" y="75959"/>
                  </a:lnTo>
                  <a:lnTo>
                    <a:pt x="509260" y="80736"/>
                  </a:lnTo>
                  <a:lnTo>
                    <a:pt x="511648" y="84558"/>
                  </a:lnTo>
                  <a:lnTo>
                    <a:pt x="523591" y="89813"/>
                  </a:lnTo>
                  <a:lnTo>
                    <a:pt x="526936" y="92679"/>
                  </a:lnTo>
                  <a:lnTo>
                    <a:pt x="529324" y="96024"/>
                  </a:lnTo>
                  <a:lnTo>
                    <a:pt x="530757" y="96501"/>
                  </a:lnTo>
                  <a:lnTo>
                    <a:pt x="531713" y="95546"/>
                  </a:lnTo>
                  <a:lnTo>
                    <a:pt x="535535" y="95546"/>
                  </a:lnTo>
                  <a:lnTo>
                    <a:pt x="537446" y="96024"/>
                  </a:lnTo>
                  <a:lnTo>
                    <a:pt x="537446" y="111311"/>
                  </a:lnTo>
                  <a:lnTo>
                    <a:pt x="537446" y="126121"/>
                  </a:lnTo>
                  <a:lnTo>
                    <a:pt x="537446" y="140930"/>
                  </a:lnTo>
                  <a:lnTo>
                    <a:pt x="537446" y="155740"/>
                  </a:lnTo>
                  <a:lnTo>
                    <a:pt x="537446" y="170072"/>
                  </a:lnTo>
                  <a:lnTo>
                    <a:pt x="537446" y="184404"/>
                  </a:lnTo>
                  <a:lnTo>
                    <a:pt x="537446" y="198258"/>
                  </a:lnTo>
                  <a:lnTo>
                    <a:pt x="537446" y="212112"/>
                  </a:lnTo>
                  <a:lnTo>
                    <a:pt x="537446" y="225966"/>
                  </a:lnTo>
                  <a:lnTo>
                    <a:pt x="537446" y="239342"/>
                  </a:lnTo>
                  <a:lnTo>
                    <a:pt x="537446" y="252719"/>
                  </a:lnTo>
                  <a:lnTo>
                    <a:pt x="537446" y="265618"/>
                  </a:lnTo>
                  <a:lnTo>
                    <a:pt x="537446" y="278994"/>
                  </a:lnTo>
                  <a:lnTo>
                    <a:pt x="537446" y="291893"/>
                  </a:lnTo>
                  <a:lnTo>
                    <a:pt x="537446" y="304791"/>
                  </a:lnTo>
                  <a:lnTo>
                    <a:pt x="537446" y="317212"/>
                  </a:lnTo>
                  <a:lnTo>
                    <a:pt x="537446" y="329633"/>
                  </a:lnTo>
                  <a:lnTo>
                    <a:pt x="537446" y="342054"/>
                  </a:lnTo>
                  <a:lnTo>
                    <a:pt x="537446" y="354475"/>
                  </a:lnTo>
                  <a:lnTo>
                    <a:pt x="537446" y="366419"/>
                  </a:lnTo>
                  <a:lnTo>
                    <a:pt x="537446" y="378362"/>
                  </a:lnTo>
                  <a:lnTo>
                    <a:pt x="537446" y="390305"/>
                  </a:lnTo>
                  <a:lnTo>
                    <a:pt x="537446" y="401771"/>
                  </a:lnTo>
                  <a:lnTo>
                    <a:pt x="537446" y="413236"/>
                  </a:lnTo>
                  <a:lnTo>
                    <a:pt x="537446" y="425179"/>
                  </a:lnTo>
                  <a:lnTo>
                    <a:pt x="537446" y="436167"/>
                  </a:lnTo>
                  <a:lnTo>
                    <a:pt x="537446" y="447633"/>
                  </a:lnTo>
                  <a:lnTo>
                    <a:pt x="537446" y="458620"/>
                  </a:lnTo>
                  <a:lnTo>
                    <a:pt x="537446" y="470086"/>
                  </a:lnTo>
                  <a:lnTo>
                    <a:pt x="537446" y="480596"/>
                  </a:lnTo>
                  <a:lnTo>
                    <a:pt x="537446" y="491584"/>
                  </a:lnTo>
                  <a:lnTo>
                    <a:pt x="537446" y="502571"/>
                  </a:lnTo>
                  <a:lnTo>
                    <a:pt x="537446" y="502571"/>
                  </a:lnTo>
                  <a:lnTo>
                    <a:pt x="541745" y="504005"/>
                  </a:lnTo>
                  <a:lnTo>
                    <a:pt x="546523" y="505438"/>
                  </a:lnTo>
                  <a:lnTo>
                    <a:pt x="547956" y="502571"/>
                  </a:lnTo>
                  <a:lnTo>
                    <a:pt x="553211" y="504960"/>
                  </a:lnTo>
                  <a:lnTo>
                    <a:pt x="557510" y="506871"/>
                  </a:lnTo>
                  <a:lnTo>
                    <a:pt x="560377" y="504005"/>
                  </a:lnTo>
                  <a:lnTo>
                    <a:pt x="562288" y="502571"/>
                  </a:lnTo>
                  <a:lnTo>
                    <a:pt x="563721" y="501138"/>
                  </a:lnTo>
                  <a:lnTo>
                    <a:pt x="567543" y="501138"/>
                  </a:lnTo>
                  <a:lnTo>
                    <a:pt x="572320" y="501138"/>
                  </a:lnTo>
                  <a:lnTo>
                    <a:pt x="575186" y="500661"/>
                  </a:lnTo>
                  <a:lnTo>
                    <a:pt x="575186" y="503049"/>
                  </a:lnTo>
                  <a:lnTo>
                    <a:pt x="574231" y="506871"/>
                  </a:lnTo>
                  <a:lnTo>
                    <a:pt x="573275" y="510215"/>
                  </a:lnTo>
                  <a:lnTo>
                    <a:pt x="576142" y="513559"/>
                  </a:lnTo>
                  <a:lnTo>
                    <a:pt x="579486" y="515470"/>
                  </a:lnTo>
                  <a:lnTo>
                    <a:pt x="582830" y="516903"/>
                  </a:lnTo>
                  <a:lnTo>
                    <a:pt x="584263" y="521203"/>
                  </a:lnTo>
                  <a:lnTo>
                    <a:pt x="587607" y="525025"/>
                  </a:lnTo>
                  <a:lnTo>
                    <a:pt x="590474" y="527413"/>
                  </a:lnTo>
                  <a:lnTo>
                    <a:pt x="590474" y="527413"/>
                  </a:lnTo>
                  <a:lnTo>
                    <a:pt x="592862" y="529802"/>
                  </a:lnTo>
                  <a:lnTo>
                    <a:pt x="596684" y="533624"/>
                  </a:lnTo>
                  <a:lnTo>
                    <a:pt x="599073" y="536013"/>
                  </a:lnTo>
                  <a:lnTo>
                    <a:pt x="602895" y="539357"/>
                  </a:lnTo>
                  <a:lnTo>
                    <a:pt x="602895" y="539357"/>
                  </a:lnTo>
                  <a:lnTo>
                    <a:pt x="604805" y="541268"/>
                  </a:lnTo>
                  <a:lnTo>
                    <a:pt x="605761" y="545089"/>
                  </a:lnTo>
                  <a:lnTo>
                    <a:pt x="607194" y="549389"/>
                  </a:lnTo>
                  <a:lnTo>
                    <a:pt x="606239" y="552255"/>
                  </a:lnTo>
                  <a:lnTo>
                    <a:pt x="606239" y="552255"/>
                  </a:lnTo>
                  <a:lnTo>
                    <a:pt x="607672" y="552733"/>
                  </a:lnTo>
                  <a:lnTo>
                    <a:pt x="608150" y="552733"/>
                  </a:lnTo>
                  <a:lnTo>
                    <a:pt x="611016" y="549389"/>
                  </a:lnTo>
                  <a:lnTo>
                    <a:pt x="613882" y="547478"/>
                  </a:lnTo>
                  <a:lnTo>
                    <a:pt x="617704" y="545567"/>
                  </a:lnTo>
                  <a:lnTo>
                    <a:pt x="620093" y="543656"/>
                  </a:lnTo>
                  <a:lnTo>
                    <a:pt x="624870" y="543656"/>
                  </a:lnTo>
                  <a:lnTo>
                    <a:pt x="627259" y="539357"/>
                  </a:lnTo>
                  <a:lnTo>
                    <a:pt x="627259" y="539357"/>
                  </a:lnTo>
                  <a:lnTo>
                    <a:pt x="627259" y="532668"/>
                  </a:lnTo>
                  <a:lnTo>
                    <a:pt x="629647" y="533146"/>
                  </a:lnTo>
                  <a:lnTo>
                    <a:pt x="631081" y="532191"/>
                  </a:lnTo>
                  <a:lnTo>
                    <a:pt x="631081" y="532191"/>
                  </a:lnTo>
                  <a:lnTo>
                    <a:pt x="631558" y="530280"/>
                  </a:lnTo>
                  <a:lnTo>
                    <a:pt x="630125" y="527413"/>
                  </a:lnTo>
                  <a:lnTo>
                    <a:pt x="634425" y="526458"/>
                  </a:lnTo>
                  <a:lnTo>
                    <a:pt x="637769" y="525502"/>
                  </a:lnTo>
                  <a:lnTo>
                    <a:pt x="642546" y="523114"/>
                  </a:lnTo>
                  <a:lnTo>
                    <a:pt x="646846" y="520725"/>
                  </a:lnTo>
                  <a:lnTo>
                    <a:pt x="648757" y="522636"/>
                  </a:lnTo>
                  <a:lnTo>
                    <a:pt x="651145" y="524547"/>
                  </a:lnTo>
                  <a:lnTo>
                    <a:pt x="655445" y="528369"/>
                  </a:lnTo>
                  <a:lnTo>
                    <a:pt x="655445" y="529802"/>
                  </a:lnTo>
                  <a:lnTo>
                    <a:pt x="655445" y="531713"/>
                  </a:lnTo>
                  <a:lnTo>
                    <a:pt x="654967" y="533624"/>
                  </a:lnTo>
                  <a:lnTo>
                    <a:pt x="657356" y="538879"/>
                  </a:lnTo>
                  <a:lnTo>
                    <a:pt x="658311" y="539357"/>
                  </a:lnTo>
                  <a:lnTo>
                    <a:pt x="660222" y="540312"/>
                  </a:lnTo>
                  <a:lnTo>
                    <a:pt x="662611" y="542223"/>
                  </a:lnTo>
                  <a:lnTo>
                    <a:pt x="663566" y="543656"/>
                  </a:lnTo>
                  <a:lnTo>
                    <a:pt x="663566" y="543656"/>
                  </a:lnTo>
                  <a:lnTo>
                    <a:pt x="667388" y="546045"/>
                  </a:lnTo>
                  <a:lnTo>
                    <a:pt x="667866" y="547000"/>
                  </a:lnTo>
                  <a:lnTo>
                    <a:pt x="668344" y="548911"/>
                  </a:lnTo>
                  <a:lnTo>
                    <a:pt x="668821" y="550344"/>
                  </a:lnTo>
                  <a:lnTo>
                    <a:pt x="669299" y="551300"/>
                  </a:lnTo>
                  <a:lnTo>
                    <a:pt x="670254" y="552733"/>
                  </a:lnTo>
                  <a:lnTo>
                    <a:pt x="671688" y="554166"/>
                  </a:lnTo>
                  <a:lnTo>
                    <a:pt x="671688" y="554644"/>
                  </a:lnTo>
                  <a:lnTo>
                    <a:pt x="674554" y="556555"/>
                  </a:lnTo>
                  <a:lnTo>
                    <a:pt x="676943" y="557510"/>
                  </a:lnTo>
                  <a:lnTo>
                    <a:pt x="679809" y="559421"/>
                  </a:lnTo>
                  <a:lnTo>
                    <a:pt x="682675" y="563243"/>
                  </a:lnTo>
                  <a:lnTo>
                    <a:pt x="685064" y="566587"/>
                  </a:lnTo>
                  <a:lnTo>
                    <a:pt x="687930" y="569931"/>
                  </a:lnTo>
                  <a:lnTo>
                    <a:pt x="687453" y="572320"/>
                  </a:lnTo>
                  <a:lnTo>
                    <a:pt x="690319" y="576142"/>
                  </a:lnTo>
                  <a:lnTo>
                    <a:pt x="693663" y="581397"/>
                  </a:lnTo>
                  <a:lnTo>
                    <a:pt x="696052" y="585696"/>
                  </a:lnTo>
                  <a:lnTo>
                    <a:pt x="697485" y="588085"/>
                  </a:lnTo>
                  <a:lnTo>
                    <a:pt x="699396" y="591907"/>
                  </a:lnTo>
                  <a:lnTo>
                    <a:pt x="701785" y="596206"/>
                  </a:lnTo>
                  <a:lnTo>
                    <a:pt x="704651" y="600984"/>
                  </a:lnTo>
                  <a:lnTo>
                    <a:pt x="707040" y="603850"/>
                  </a:lnTo>
                  <a:lnTo>
                    <a:pt x="709906" y="608627"/>
                  </a:lnTo>
                  <a:lnTo>
                    <a:pt x="711339" y="611016"/>
                  </a:lnTo>
                  <a:lnTo>
                    <a:pt x="710384" y="612927"/>
                  </a:lnTo>
                  <a:lnTo>
                    <a:pt x="708951" y="615316"/>
                  </a:lnTo>
                  <a:lnTo>
                    <a:pt x="712772" y="616271"/>
                  </a:lnTo>
                  <a:lnTo>
                    <a:pt x="715161" y="616749"/>
                  </a:lnTo>
                  <a:lnTo>
                    <a:pt x="714683" y="619137"/>
                  </a:lnTo>
                  <a:lnTo>
                    <a:pt x="713728" y="622482"/>
                  </a:lnTo>
                  <a:lnTo>
                    <a:pt x="716594" y="623915"/>
                  </a:lnTo>
                  <a:lnTo>
                    <a:pt x="718505" y="624392"/>
                  </a:lnTo>
                  <a:lnTo>
                    <a:pt x="718027" y="626303"/>
                  </a:lnTo>
                  <a:lnTo>
                    <a:pt x="718983" y="628214"/>
                  </a:lnTo>
                  <a:lnTo>
                    <a:pt x="718983" y="631081"/>
                  </a:lnTo>
                  <a:lnTo>
                    <a:pt x="718983" y="631558"/>
                  </a:lnTo>
                  <a:lnTo>
                    <a:pt x="722805" y="631081"/>
                  </a:lnTo>
                  <a:lnTo>
                    <a:pt x="724238" y="631081"/>
                  </a:lnTo>
                  <a:lnTo>
                    <a:pt x="726149" y="632514"/>
                  </a:lnTo>
                  <a:lnTo>
                    <a:pt x="729015" y="634425"/>
                  </a:lnTo>
                  <a:lnTo>
                    <a:pt x="731404" y="635858"/>
                  </a:lnTo>
                  <a:lnTo>
                    <a:pt x="733792" y="637291"/>
                  </a:lnTo>
                  <a:lnTo>
                    <a:pt x="737137" y="638247"/>
                  </a:lnTo>
                  <a:lnTo>
                    <a:pt x="740481" y="639680"/>
                  </a:lnTo>
                  <a:lnTo>
                    <a:pt x="742392" y="642068"/>
                  </a:lnTo>
                  <a:lnTo>
                    <a:pt x="745736" y="643024"/>
                  </a:lnTo>
                  <a:lnTo>
                    <a:pt x="746213" y="643979"/>
                  </a:lnTo>
                  <a:lnTo>
                    <a:pt x="747169" y="646846"/>
                  </a:lnTo>
                  <a:lnTo>
                    <a:pt x="747169" y="646846"/>
                  </a:lnTo>
                  <a:lnTo>
                    <a:pt x="750991" y="647801"/>
                  </a:lnTo>
                  <a:lnTo>
                    <a:pt x="753379" y="647323"/>
                  </a:lnTo>
                  <a:lnTo>
                    <a:pt x="754335" y="648279"/>
                  </a:lnTo>
                  <a:lnTo>
                    <a:pt x="754812" y="65019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1" name="Freeform 3110">
              <a:extLst>
                <a:ext uri="{FF2B5EF4-FFF2-40B4-BE49-F238E27FC236}">
                  <a16:creationId xmlns:a16="http://schemas.microsoft.com/office/drawing/2014/main" id="{43C2E836-9DD3-3F2B-68EA-E7491452DB79}"/>
                </a:ext>
              </a:extLst>
            </p:cNvPr>
            <p:cNvSpPr/>
            <p:nvPr/>
          </p:nvSpPr>
          <p:spPr>
            <a:xfrm>
              <a:off x="3305104" y="3506654"/>
              <a:ext cx="477" cy="2388"/>
            </a:xfrm>
            <a:custGeom>
              <a:avLst/>
              <a:gdLst>
                <a:gd name="csX0" fmla="*/ 478 w 477"/>
                <a:gd name="csY0" fmla="*/ 0 h 2388"/>
                <a:gd name="csX1" fmla="*/ 0 w 477"/>
                <a:gd name="csY1" fmla="*/ 1911 h 2388"/>
                <a:gd name="csX2" fmla="*/ 0 w 477"/>
                <a:gd name="csY2" fmla="*/ 2389 h 2388"/>
                <a:gd name="csX3" fmla="*/ 0 w 477"/>
                <a:gd name="csY3" fmla="*/ 1911 h 2388"/>
                <a:gd name="csX4" fmla="*/ 478 w 477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388">
                  <a:moveTo>
                    <a:pt x="478" y="0"/>
                  </a:moveTo>
                  <a:lnTo>
                    <a:pt x="0" y="1911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2" name="Freeform 3111">
              <a:extLst>
                <a:ext uri="{FF2B5EF4-FFF2-40B4-BE49-F238E27FC236}">
                  <a16:creationId xmlns:a16="http://schemas.microsoft.com/office/drawing/2014/main" id="{0519F72A-C25F-9382-4CD8-2F3D6DA62DE2}"/>
                </a:ext>
              </a:extLst>
            </p:cNvPr>
            <p:cNvSpPr/>
            <p:nvPr/>
          </p:nvSpPr>
          <p:spPr>
            <a:xfrm>
              <a:off x="3303670" y="3501876"/>
              <a:ext cx="1433" cy="2866"/>
            </a:xfrm>
            <a:custGeom>
              <a:avLst/>
              <a:gdLst>
                <a:gd name="csX0" fmla="*/ 956 w 1433"/>
                <a:gd name="csY0" fmla="*/ 956 h 2866"/>
                <a:gd name="csX1" fmla="*/ 1433 w 1433"/>
                <a:gd name="csY1" fmla="*/ 2866 h 2866"/>
                <a:gd name="csX2" fmla="*/ 956 w 1433"/>
                <a:gd name="csY2" fmla="*/ 956 h 2866"/>
                <a:gd name="csX3" fmla="*/ 0 w 1433"/>
                <a:gd name="csY3" fmla="*/ 0 h 2866"/>
                <a:gd name="csX4" fmla="*/ 956 w 1433"/>
                <a:gd name="csY4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866">
                  <a:moveTo>
                    <a:pt x="956" y="956"/>
                  </a:moveTo>
                  <a:lnTo>
                    <a:pt x="1433" y="2866"/>
                  </a:lnTo>
                  <a:lnTo>
                    <a:pt x="956" y="956"/>
                  </a:lnTo>
                  <a:lnTo>
                    <a:pt x="0" y="0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3" name="Freeform 3112">
              <a:extLst>
                <a:ext uri="{FF2B5EF4-FFF2-40B4-BE49-F238E27FC236}">
                  <a16:creationId xmlns:a16="http://schemas.microsoft.com/office/drawing/2014/main" id="{5B57B4E5-C2D8-C917-6B92-8AF87CD32CC9}"/>
                </a:ext>
              </a:extLst>
            </p:cNvPr>
            <p:cNvSpPr/>
            <p:nvPr/>
          </p:nvSpPr>
          <p:spPr>
            <a:xfrm>
              <a:off x="3294116" y="3536273"/>
              <a:ext cx="7643" cy="9076"/>
            </a:xfrm>
            <a:custGeom>
              <a:avLst/>
              <a:gdLst>
                <a:gd name="csX0" fmla="*/ 7166 w 7643"/>
                <a:gd name="csY0" fmla="*/ 0 h 9076"/>
                <a:gd name="csX1" fmla="*/ 7644 w 7643"/>
                <a:gd name="csY1" fmla="*/ 2389 h 9076"/>
                <a:gd name="csX2" fmla="*/ 4777 w 7643"/>
                <a:gd name="csY2" fmla="*/ 6688 h 9076"/>
                <a:gd name="csX3" fmla="*/ 956 w 7643"/>
                <a:gd name="csY3" fmla="*/ 9077 h 9076"/>
                <a:gd name="csX4" fmla="*/ 0 w 7643"/>
                <a:gd name="csY4" fmla="*/ 8121 h 9076"/>
                <a:gd name="csX5" fmla="*/ 1911 w 7643"/>
                <a:gd name="csY5" fmla="*/ 6210 h 9076"/>
                <a:gd name="csX6" fmla="*/ 5255 w 7643"/>
                <a:gd name="csY6" fmla="*/ 2866 h 9076"/>
                <a:gd name="csX7" fmla="*/ 7166 w 7643"/>
                <a:gd name="csY7" fmla="*/ 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643" h="9076">
                  <a:moveTo>
                    <a:pt x="7166" y="0"/>
                  </a:moveTo>
                  <a:lnTo>
                    <a:pt x="7644" y="2389"/>
                  </a:lnTo>
                  <a:lnTo>
                    <a:pt x="4777" y="6688"/>
                  </a:lnTo>
                  <a:lnTo>
                    <a:pt x="956" y="9077"/>
                  </a:lnTo>
                  <a:lnTo>
                    <a:pt x="0" y="8121"/>
                  </a:lnTo>
                  <a:lnTo>
                    <a:pt x="1911" y="6210"/>
                  </a:lnTo>
                  <a:lnTo>
                    <a:pt x="5255" y="2866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4" name="Freeform 3113">
              <a:extLst>
                <a:ext uri="{FF2B5EF4-FFF2-40B4-BE49-F238E27FC236}">
                  <a16:creationId xmlns:a16="http://schemas.microsoft.com/office/drawing/2014/main" id="{3EE436F8-66D7-25F8-5F2F-32822EA7D76E}"/>
                </a:ext>
              </a:extLst>
            </p:cNvPr>
            <p:cNvSpPr/>
            <p:nvPr/>
          </p:nvSpPr>
          <p:spPr>
            <a:xfrm>
              <a:off x="3291727" y="3565892"/>
              <a:ext cx="9076" cy="7165"/>
            </a:xfrm>
            <a:custGeom>
              <a:avLst/>
              <a:gdLst>
                <a:gd name="csX0" fmla="*/ 8121 w 9076"/>
                <a:gd name="csY0" fmla="*/ 1433 h 7165"/>
                <a:gd name="csX1" fmla="*/ 9077 w 9076"/>
                <a:gd name="csY1" fmla="*/ 3822 h 7165"/>
                <a:gd name="csX2" fmla="*/ 8599 w 9076"/>
                <a:gd name="csY2" fmla="*/ 4777 h 7165"/>
                <a:gd name="csX3" fmla="*/ 7166 w 9076"/>
                <a:gd name="csY3" fmla="*/ 6688 h 7165"/>
                <a:gd name="csX4" fmla="*/ 6210 w 9076"/>
                <a:gd name="csY4" fmla="*/ 7166 h 7165"/>
                <a:gd name="csX5" fmla="*/ 5733 w 9076"/>
                <a:gd name="csY5" fmla="*/ 7166 h 7165"/>
                <a:gd name="csX6" fmla="*/ 4777 w 9076"/>
                <a:gd name="csY6" fmla="*/ 6688 h 7165"/>
                <a:gd name="csX7" fmla="*/ 3344 w 9076"/>
                <a:gd name="csY7" fmla="*/ 5255 h 7165"/>
                <a:gd name="csX8" fmla="*/ 2389 w 9076"/>
                <a:gd name="csY8" fmla="*/ 4300 h 7165"/>
                <a:gd name="csX9" fmla="*/ 1433 w 9076"/>
                <a:gd name="csY9" fmla="*/ 4300 h 7165"/>
                <a:gd name="csX10" fmla="*/ 1433 w 9076"/>
                <a:gd name="csY10" fmla="*/ 5255 h 7165"/>
                <a:gd name="csX11" fmla="*/ 956 w 9076"/>
                <a:gd name="csY11" fmla="*/ 5733 h 7165"/>
                <a:gd name="csX12" fmla="*/ 1433 w 9076"/>
                <a:gd name="csY12" fmla="*/ 6688 h 7165"/>
                <a:gd name="csX13" fmla="*/ 1433 w 9076"/>
                <a:gd name="csY13" fmla="*/ 7166 h 7165"/>
                <a:gd name="csX14" fmla="*/ 956 w 9076"/>
                <a:gd name="csY14" fmla="*/ 7166 h 7165"/>
                <a:gd name="csX15" fmla="*/ 478 w 9076"/>
                <a:gd name="csY15" fmla="*/ 6688 h 7165"/>
                <a:gd name="csX16" fmla="*/ 0 w 9076"/>
                <a:gd name="csY16" fmla="*/ 5733 h 7165"/>
                <a:gd name="csX17" fmla="*/ 0 w 9076"/>
                <a:gd name="csY17" fmla="*/ 4777 h 7165"/>
                <a:gd name="csX18" fmla="*/ 0 w 9076"/>
                <a:gd name="csY18" fmla="*/ 4300 h 7165"/>
                <a:gd name="csX19" fmla="*/ 956 w 9076"/>
                <a:gd name="csY19" fmla="*/ 2866 h 7165"/>
                <a:gd name="csX20" fmla="*/ 4300 w 9076"/>
                <a:gd name="csY20" fmla="*/ 478 h 7165"/>
                <a:gd name="csX21" fmla="*/ 5255 w 9076"/>
                <a:gd name="csY21" fmla="*/ 0 h 7165"/>
                <a:gd name="csX22" fmla="*/ 6210 w 9076"/>
                <a:gd name="csY22" fmla="*/ 0 h 7165"/>
                <a:gd name="csX23" fmla="*/ 7644 w 9076"/>
                <a:gd name="csY23" fmla="*/ 956 h 7165"/>
                <a:gd name="csX24" fmla="*/ 8121 w 9076"/>
                <a:gd name="csY24" fmla="*/ 1433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9076" h="7165">
                  <a:moveTo>
                    <a:pt x="8121" y="1433"/>
                  </a:moveTo>
                  <a:lnTo>
                    <a:pt x="9077" y="3822"/>
                  </a:lnTo>
                  <a:lnTo>
                    <a:pt x="8599" y="4777"/>
                  </a:lnTo>
                  <a:lnTo>
                    <a:pt x="7166" y="6688"/>
                  </a:lnTo>
                  <a:lnTo>
                    <a:pt x="6210" y="7166"/>
                  </a:lnTo>
                  <a:lnTo>
                    <a:pt x="5733" y="7166"/>
                  </a:lnTo>
                  <a:lnTo>
                    <a:pt x="4777" y="6688"/>
                  </a:lnTo>
                  <a:lnTo>
                    <a:pt x="3344" y="5255"/>
                  </a:lnTo>
                  <a:lnTo>
                    <a:pt x="2389" y="4300"/>
                  </a:lnTo>
                  <a:lnTo>
                    <a:pt x="1433" y="4300"/>
                  </a:lnTo>
                  <a:lnTo>
                    <a:pt x="1433" y="5255"/>
                  </a:lnTo>
                  <a:lnTo>
                    <a:pt x="956" y="5733"/>
                  </a:lnTo>
                  <a:lnTo>
                    <a:pt x="1433" y="6688"/>
                  </a:lnTo>
                  <a:lnTo>
                    <a:pt x="1433" y="7166"/>
                  </a:lnTo>
                  <a:lnTo>
                    <a:pt x="956" y="7166"/>
                  </a:lnTo>
                  <a:lnTo>
                    <a:pt x="478" y="6688"/>
                  </a:lnTo>
                  <a:lnTo>
                    <a:pt x="0" y="5733"/>
                  </a:lnTo>
                  <a:lnTo>
                    <a:pt x="0" y="4777"/>
                  </a:lnTo>
                  <a:lnTo>
                    <a:pt x="0" y="4300"/>
                  </a:lnTo>
                  <a:lnTo>
                    <a:pt x="956" y="2866"/>
                  </a:lnTo>
                  <a:lnTo>
                    <a:pt x="4300" y="478"/>
                  </a:lnTo>
                  <a:lnTo>
                    <a:pt x="5255" y="0"/>
                  </a:lnTo>
                  <a:lnTo>
                    <a:pt x="6210" y="0"/>
                  </a:lnTo>
                  <a:lnTo>
                    <a:pt x="7644" y="956"/>
                  </a:lnTo>
                  <a:lnTo>
                    <a:pt x="812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5" name="Freeform 3114">
              <a:extLst>
                <a:ext uri="{FF2B5EF4-FFF2-40B4-BE49-F238E27FC236}">
                  <a16:creationId xmlns:a16="http://schemas.microsoft.com/office/drawing/2014/main" id="{260784EE-2CD0-7183-4B25-8EAB08B29564}"/>
                </a:ext>
              </a:extLst>
            </p:cNvPr>
            <p:cNvSpPr/>
            <p:nvPr/>
          </p:nvSpPr>
          <p:spPr>
            <a:xfrm>
              <a:off x="3296505" y="3498532"/>
              <a:ext cx="955" cy="2866"/>
            </a:xfrm>
            <a:custGeom>
              <a:avLst/>
              <a:gdLst>
                <a:gd name="csX0" fmla="*/ 0 w 955"/>
                <a:gd name="csY0" fmla="*/ 0 h 2866"/>
                <a:gd name="csX1" fmla="*/ 956 w 955"/>
                <a:gd name="csY1" fmla="*/ 2866 h 2866"/>
                <a:gd name="csX2" fmla="*/ 956 w 955"/>
                <a:gd name="csY2" fmla="*/ 2866 h 2866"/>
                <a:gd name="csX3" fmla="*/ 0 w 955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2866">
                  <a:moveTo>
                    <a:pt x="0" y="0"/>
                  </a:moveTo>
                  <a:lnTo>
                    <a:pt x="956" y="2866"/>
                  </a:lnTo>
                  <a:lnTo>
                    <a:pt x="956" y="286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6" name="Freeform 3115">
              <a:extLst>
                <a:ext uri="{FF2B5EF4-FFF2-40B4-BE49-F238E27FC236}">
                  <a16:creationId xmlns:a16="http://schemas.microsoft.com/office/drawing/2014/main" id="{489AF908-FA1B-E6A4-A5C2-BBE688282B9B}"/>
                </a:ext>
              </a:extLst>
            </p:cNvPr>
            <p:cNvSpPr/>
            <p:nvPr/>
          </p:nvSpPr>
          <p:spPr>
            <a:xfrm>
              <a:off x="3286472" y="3548694"/>
              <a:ext cx="4299" cy="4777"/>
            </a:xfrm>
            <a:custGeom>
              <a:avLst/>
              <a:gdLst>
                <a:gd name="csX0" fmla="*/ 4300 w 4299"/>
                <a:gd name="csY0" fmla="*/ 478 h 4777"/>
                <a:gd name="csX1" fmla="*/ 4300 w 4299"/>
                <a:gd name="csY1" fmla="*/ 955 h 4777"/>
                <a:gd name="csX2" fmla="*/ 4300 w 4299"/>
                <a:gd name="csY2" fmla="*/ 1911 h 4777"/>
                <a:gd name="csX3" fmla="*/ 3344 w 4299"/>
                <a:gd name="csY3" fmla="*/ 2866 h 4777"/>
                <a:gd name="csX4" fmla="*/ 956 w 4299"/>
                <a:gd name="csY4" fmla="*/ 4777 h 4777"/>
                <a:gd name="csX5" fmla="*/ 478 w 4299"/>
                <a:gd name="csY5" fmla="*/ 4777 h 4777"/>
                <a:gd name="csX6" fmla="*/ 0 w 4299"/>
                <a:gd name="csY6" fmla="*/ 4300 h 4777"/>
                <a:gd name="csX7" fmla="*/ 478 w 4299"/>
                <a:gd name="csY7" fmla="*/ 2866 h 4777"/>
                <a:gd name="csX8" fmla="*/ 956 w 4299"/>
                <a:gd name="csY8" fmla="*/ 478 h 4777"/>
                <a:gd name="csX9" fmla="*/ 1433 w 4299"/>
                <a:gd name="csY9" fmla="*/ 0 h 4777"/>
                <a:gd name="csX10" fmla="*/ 3822 w 4299"/>
                <a:gd name="csY10" fmla="*/ 478 h 4777"/>
                <a:gd name="csX11" fmla="*/ 4300 w 4299"/>
                <a:gd name="csY11" fmla="*/ 478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4777">
                  <a:moveTo>
                    <a:pt x="4300" y="478"/>
                  </a:moveTo>
                  <a:lnTo>
                    <a:pt x="4300" y="955"/>
                  </a:lnTo>
                  <a:lnTo>
                    <a:pt x="4300" y="1911"/>
                  </a:lnTo>
                  <a:lnTo>
                    <a:pt x="3344" y="2866"/>
                  </a:lnTo>
                  <a:lnTo>
                    <a:pt x="956" y="4777"/>
                  </a:lnTo>
                  <a:lnTo>
                    <a:pt x="478" y="4777"/>
                  </a:lnTo>
                  <a:lnTo>
                    <a:pt x="0" y="4300"/>
                  </a:lnTo>
                  <a:lnTo>
                    <a:pt x="478" y="2866"/>
                  </a:lnTo>
                  <a:lnTo>
                    <a:pt x="956" y="478"/>
                  </a:lnTo>
                  <a:lnTo>
                    <a:pt x="1433" y="0"/>
                  </a:lnTo>
                  <a:lnTo>
                    <a:pt x="3822" y="478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7" name="Freeform 3116">
              <a:extLst>
                <a:ext uri="{FF2B5EF4-FFF2-40B4-BE49-F238E27FC236}">
                  <a16:creationId xmlns:a16="http://schemas.microsoft.com/office/drawing/2014/main" id="{F9BA5C5E-8630-5FAC-C504-6243C76F39C8}"/>
                </a:ext>
              </a:extLst>
            </p:cNvPr>
            <p:cNvSpPr/>
            <p:nvPr/>
          </p:nvSpPr>
          <p:spPr>
            <a:xfrm>
              <a:off x="3269274" y="3506654"/>
              <a:ext cx="17198" cy="25319"/>
            </a:xfrm>
            <a:custGeom>
              <a:avLst/>
              <a:gdLst>
                <a:gd name="csX0" fmla="*/ 17198 w 17198"/>
                <a:gd name="csY0" fmla="*/ 9077 h 25319"/>
                <a:gd name="csX1" fmla="*/ 17198 w 17198"/>
                <a:gd name="csY1" fmla="*/ 12421 h 25319"/>
                <a:gd name="csX2" fmla="*/ 17198 w 17198"/>
                <a:gd name="csY2" fmla="*/ 14810 h 25319"/>
                <a:gd name="csX3" fmla="*/ 16243 w 17198"/>
                <a:gd name="csY3" fmla="*/ 18631 h 25319"/>
                <a:gd name="csX4" fmla="*/ 14810 w 17198"/>
                <a:gd name="csY4" fmla="*/ 21976 h 25319"/>
                <a:gd name="csX5" fmla="*/ 12899 w 17198"/>
                <a:gd name="csY5" fmla="*/ 23886 h 25319"/>
                <a:gd name="csX6" fmla="*/ 11466 w 17198"/>
                <a:gd name="csY6" fmla="*/ 23409 h 25319"/>
                <a:gd name="csX7" fmla="*/ 10510 w 17198"/>
                <a:gd name="csY7" fmla="*/ 21976 h 25319"/>
                <a:gd name="csX8" fmla="*/ 9077 w 17198"/>
                <a:gd name="csY8" fmla="*/ 21976 h 25319"/>
                <a:gd name="csX9" fmla="*/ 8121 w 17198"/>
                <a:gd name="csY9" fmla="*/ 21976 h 25319"/>
                <a:gd name="csX10" fmla="*/ 7644 w 17198"/>
                <a:gd name="csY10" fmla="*/ 20542 h 25319"/>
                <a:gd name="csX11" fmla="*/ 8121 w 17198"/>
                <a:gd name="csY11" fmla="*/ 18631 h 25319"/>
                <a:gd name="csX12" fmla="*/ 7644 w 17198"/>
                <a:gd name="csY12" fmla="*/ 17676 h 25319"/>
                <a:gd name="csX13" fmla="*/ 7166 w 17198"/>
                <a:gd name="csY13" fmla="*/ 18631 h 25319"/>
                <a:gd name="csX14" fmla="*/ 6211 w 17198"/>
                <a:gd name="csY14" fmla="*/ 19587 h 25319"/>
                <a:gd name="csX15" fmla="*/ 3822 w 17198"/>
                <a:gd name="csY15" fmla="*/ 21020 h 25319"/>
                <a:gd name="csX16" fmla="*/ 2389 w 17198"/>
                <a:gd name="csY16" fmla="*/ 23409 h 25319"/>
                <a:gd name="csX17" fmla="*/ 1433 w 17198"/>
                <a:gd name="csY17" fmla="*/ 25320 h 25319"/>
                <a:gd name="csX18" fmla="*/ 478 w 17198"/>
                <a:gd name="csY18" fmla="*/ 23409 h 25319"/>
                <a:gd name="csX19" fmla="*/ 0 w 17198"/>
                <a:gd name="csY19" fmla="*/ 19109 h 25319"/>
                <a:gd name="csX20" fmla="*/ 0 w 17198"/>
                <a:gd name="csY20" fmla="*/ 17198 h 25319"/>
                <a:gd name="csX21" fmla="*/ 1433 w 17198"/>
                <a:gd name="csY21" fmla="*/ 14332 h 25319"/>
                <a:gd name="csX22" fmla="*/ 3822 w 17198"/>
                <a:gd name="csY22" fmla="*/ 11943 h 25319"/>
                <a:gd name="csX23" fmla="*/ 4300 w 17198"/>
                <a:gd name="csY23" fmla="*/ 3822 h 25319"/>
                <a:gd name="csX24" fmla="*/ 11466 w 17198"/>
                <a:gd name="csY24" fmla="*/ 0 h 25319"/>
                <a:gd name="csX25" fmla="*/ 11943 w 17198"/>
                <a:gd name="csY25" fmla="*/ 0 h 25319"/>
                <a:gd name="csX26" fmla="*/ 14332 w 17198"/>
                <a:gd name="csY26" fmla="*/ 3344 h 25319"/>
                <a:gd name="csX27" fmla="*/ 16721 w 17198"/>
                <a:gd name="csY27" fmla="*/ 7166 h 25319"/>
                <a:gd name="csX28" fmla="*/ 17198 w 17198"/>
                <a:gd name="csY28" fmla="*/ 9077 h 25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7198" h="25319">
                  <a:moveTo>
                    <a:pt x="17198" y="9077"/>
                  </a:moveTo>
                  <a:lnTo>
                    <a:pt x="17198" y="12421"/>
                  </a:lnTo>
                  <a:lnTo>
                    <a:pt x="17198" y="14810"/>
                  </a:lnTo>
                  <a:lnTo>
                    <a:pt x="16243" y="18631"/>
                  </a:lnTo>
                  <a:lnTo>
                    <a:pt x="14810" y="21976"/>
                  </a:lnTo>
                  <a:lnTo>
                    <a:pt x="12899" y="23886"/>
                  </a:lnTo>
                  <a:lnTo>
                    <a:pt x="11466" y="23409"/>
                  </a:lnTo>
                  <a:lnTo>
                    <a:pt x="10510" y="21976"/>
                  </a:lnTo>
                  <a:lnTo>
                    <a:pt x="9077" y="21976"/>
                  </a:lnTo>
                  <a:lnTo>
                    <a:pt x="8121" y="21976"/>
                  </a:lnTo>
                  <a:lnTo>
                    <a:pt x="7644" y="20542"/>
                  </a:lnTo>
                  <a:lnTo>
                    <a:pt x="8121" y="18631"/>
                  </a:lnTo>
                  <a:lnTo>
                    <a:pt x="7644" y="17676"/>
                  </a:lnTo>
                  <a:lnTo>
                    <a:pt x="7166" y="18631"/>
                  </a:lnTo>
                  <a:lnTo>
                    <a:pt x="6211" y="19587"/>
                  </a:lnTo>
                  <a:lnTo>
                    <a:pt x="3822" y="21020"/>
                  </a:lnTo>
                  <a:lnTo>
                    <a:pt x="2389" y="23409"/>
                  </a:lnTo>
                  <a:lnTo>
                    <a:pt x="1433" y="25320"/>
                  </a:lnTo>
                  <a:lnTo>
                    <a:pt x="478" y="23409"/>
                  </a:lnTo>
                  <a:lnTo>
                    <a:pt x="0" y="19109"/>
                  </a:lnTo>
                  <a:lnTo>
                    <a:pt x="0" y="17198"/>
                  </a:lnTo>
                  <a:lnTo>
                    <a:pt x="1433" y="14332"/>
                  </a:lnTo>
                  <a:lnTo>
                    <a:pt x="3822" y="11943"/>
                  </a:lnTo>
                  <a:lnTo>
                    <a:pt x="4300" y="3822"/>
                  </a:lnTo>
                  <a:lnTo>
                    <a:pt x="11466" y="0"/>
                  </a:lnTo>
                  <a:lnTo>
                    <a:pt x="11943" y="0"/>
                  </a:lnTo>
                  <a:lnTo>
                    <a:pt x="14332" y="3344"/>
                  </a:lnTo>
                  <a:lnTo>
                    <a:pt x="16721" y="7166"/>
                  </a:lnTo>
                  <a:lnTo>
                    <a:pt x="17198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8" name="Freeform 3117">
              <a:extLst>
                <a:ext uri="{FF2B5EF4-FFF2-40B4-BE49-F238E27FC236}">
                  <a16:creationId xmlns:a16="http://schemas.microsoft.com/office/drawing/2014/main" id="{072589EA-3B80-B24A-A59F-D19EC2DBD815}"/>
                </a:ext>
              </a:extLst>
            </p:cNvPr>
            <p:cNvSpPr/>
            <p:nvPr/>
          </p:nvSpPr>
          <p:spPr>
            <a:xfrm>
              <a:off x="3283606" y="3624175"/>
              <a:ext cx="1911" cy="5732"/>
            </a:xfrm>
            <a:custGeom>
              <a:avLst/>
              <a:gdLst>
                <a:gd name="csX0" fmla="*/ 1911 w 1911"/>
                <a:gd name="csY0" fmla="*/ 1911 h 5732"/>
                <a:gd name="csX1" fmla="*/ 1911 w 1911"/>
                <a:gd name="csY1" fmla="*/ 5733 h 5732"/>
                <a:gd name="csX2" fmla="*/ 1433 w 1911"/>
                <a:gd name="csY2" fmla="*/ 5733 h 5732"/>
                <a:gd name="csX3" fmla="*/ 478 w 1911"/>
                <a:gd name="csY3" fmla="*/ 5255 h 5732"/>
                <a:gd name="csX4" fmla="*/ 0 w 1911"/>
                <a:gd name="csY4" fmla="*/ 4300 h 5732"/>
                <a:gd name="csX5" fmla="*/ 0 w 1911"/>
                <a:gd name="csY5" fmla="*/ 1433 h 5732"/>
                <a:gd name="csX6" fmla="*/ 0 w 1911"/>
                <a:gd name="csY6" fmla="*/ 478 h 5732"/>
                <a:gd name="csX7" fmla="*/ 478 w 1911"/>
                <a:gd name="csY7" fmla="*/ 0 h 5732"/>
                <a:gd name="csX8" fmla="*/ 1911 w 1911"/>
                <a:gd name="csY8" fmla="*/ 1911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5732">
                  <a:moveTo>
                    <a:pt x="1911" y="1911"/>
                  </a:moveTo>
                  <a:lnTo>
                    <a:pt x="1911" y="5733"/>
                  </a:lnTo>
                  <a:lnTo>
                    <a:pt x="1433" y="5733"/>
                  </a:lnTo>
                  <a:lnTo>
                    <a:pt x="478" y="5255"/>
                  </a:lnTo>
                  <a:lnTo>
                    <a:pt x="0" y="4300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9" name="Freeform 3118">
              <a:extLst>
                <a:ext uri="{FF2B5EF4-FFF2-40B4-BE49-F238E27FC236}">
                  <a16:creationId xmlns:a16="http://schemas.microsoft.com/office/drawing/2014/main" id="{121BB673-5DE0-9BA9-FD78-86C7FA85D141}"/>
                </a:ext>
              </a:extLst>
            </p:cNvPr>
            <p:cNvSpPr/>
            <p:nvPr/>
          </p:nvSpPr>
          <p:spPr>
            <a:xfrm>
              <a:off x="3254942" y="3592167"/>
              <a:ext cx="28663" cy="32007"/>
            </a:xfrm>
            <a:custGeom>
              <a:avLst/>
              <a:gdLst>
                <a:gd name="csX0" fmla="*/ 28186 w 28663"/>
                <a:gd name="csY0" fmla="*/ 28186 h 32007"/>
                <a:gd name="csX1" fmla="*/ 28664 w 28663"/>
                <a:gd name="csY1" fmla="*/ 30097 h 32007"/>
                <a:gd name="csX2" fmla="*/ 26753 w 28663"/>
                <a:gd name="csY2" fmla="*/ 32008 h 32007"/>
                <a:gd name="csX3" fmla="*/ 22453 w 28663"/>
                <a:gd name="csY3" fmla="*/ 29619 h 32007"/>
                <a:gd name="csX4" fmla="*/ 21020 w 28663"/>
                <a:gd name="csY4" fmla="*/ 27231 h 32007"/>
                <a:gd name="csX5" fmla="*/ 19587 w 28663"/>
                <a:gd name="csY5" fmla="*/ 24842 h 32007"/>
                <a:gd name="csX6" fmla="*/ 18632 w 28663"/>
                <a:gd name="csY6" fmla="*/ 23409 h 32007"/>
                <a:gd name="csX7" fmla="*/ 14810 w 28663"/>
                <a:gd name="csY7" fmla="*/ 20542 h 32007"/>
                <a:gd name="csX8" fmla="*/ 9077 w 28663"/>
                <a:gd name="csY8" fmla="*/ 14332 h 32007"/>
                <a:gd name="csX9" fmla="*/ 7644 w 28663"/>
                <a:gd name="csY9" fmla="*/ 13377 h 32007"/>
                <a:gd name="csX10" fmla="*/ 6211 w 28663"/>
                <a:gd name="csY10" fmla="*/ 10988 h 32007"/>
                <a:gd name="csX11" fmla="*/ 5733 w 28663"/>
                <a:gd name="csY11" fmla="*/ 9555 h 32007"/>
                <a:gd name="csX12" fmla="*/ 5733 w 28663"/>
                <a:gd name="csY12" fmla="*/ 8599 h 32007"/>
                <a:gd name="csX13" fmla="*/ 6688 w 28663"/>
                <a:gd name="csY13" fmla="*/ 8599 h 32007"/>
                <a:gd name="csX14" fmla="*/ 8121 w 28663"/>
                <a:gd name="csY14" fmla="*/ 8121 h 32007"/>
                <a:gd name="csX15" fmla="*/ 8121 w 28663"/>
                <a:gd name="csY15" fmla="*/ 6688 h 32007"/>
                <a:gd name="csX16" fmla="*/ 1911 w 28663"/>
                <a:gd name="csY16" fmla="*/ 4777 h 32007"/>
                <a:gd name="csX17" fmla="*/ 956 w 28663"/>
                <a:gd name="csY17" fmla="*/ 4300 h 32007"/>
                <a:gd name="csX18" fmla="*/ 0 w 28663"/>
                <a:gd name="csY18" fmla="*/ 2866 h 32007"/>
                <a:gd name="csX19" fmla="*/ 478 w 28663"/>
                <a:gd name="csY19" fmla="*/ 2389 h 32007"/>
                <a:gd name="csX20" fmla="*/ 4300 w 28663"/>
                <a:gd name="csY20" fmla="*/ 2866 h 32007"/>
                <a:gd name="csX21" fmla="*/ 8121 w 28663"/>
                <a:gd name="csY21" fmla="*/ 1911 h 32007"/>
                <a:gd name="csX22" fmla="*/ 10510 w 28663"/>
                <a:gd name="csY22" fmla="*/ 1433 h 32007"/>
                <a:gd name="csX23" fmla="*/ 11466 w 28663"/>
                <a:gd name="csY23" fmla="*/ 956 h 32007"/>
                <a:gd name="csX24" fmla="*/ 13377 w 28663"/>
                <a:gd name="csY24" fmla="*/ 0 h 32007"/>
                <a:gd name="csX25" fmla="*/ 13854 w 28663"/>
                <a:gd name="csY25" fmla="*/ 0 h 32007"/>
                <a:gd name="csX26" fmla="*/ 15765 w 28663"/>
                <a:gd name="csY26" fmla="*/ 956 h 32007"/>
                <a:gd name="csX27" fmla="*/ 18154 w 28663"/>
                <a:gd name="csY27" fmla="*/ 3822 h 32007"/>
                <a:gd name="csX28" fmla="*/ 18632 w 28663"/>
                <a:gd name="csY28" fmla="*/ 6211 h 32007"/>
                <a:gd name="csX29" fmla="*/ 18154 w 28663"/>
                <a:gd name="csY29" fmla="*/ 9077 h 32007"/>
                <a:gd name="csX30" fmla="*/ 15287 w 28663"/>
                <a:gd name="csY30" fmla="*/ 10032 h 32007"/>
                <a:gd name="csX31" fmla="*/ 13377 w 28663"/>
                <a:gd name="csY31" fmla="*/ 9555 h 32007"/>
                <a:gd name="csX32" fmla="*/ 12899 w 28663"/>
                <a:gd name="csY32" fmla="*/ 9555 h 32007"/>
                <a:gd name="csX33" fmla="*/ 11466 w 28663"/>
                <a:gd name="csY33" fmla="*/ 10510 h 32007"/>
                <a:gd name="csX34" fmla="*/ 12899 w 28663"/>
                <a:gd name="csY34" fmla="*/ 10988 h 32007"/>
                <a:gd name="csX35" fmla="*/ 14810 w 28663"/>
                <a:gd name="csY35" fmla="*/ 12421 h 32007"/>
                <a:gd name="csX36" fmla="*/ 16243 w 28663"/>
                <a:gd name="csY36" fmla="*/ 14332 h 32007"/>
                <a:gd name="csX37" fmla="*/ 18632 w 28663"/>
                <a:gd name="csY37" fmla="*/ 14332 h 32007"/>
                <a:gd name="csX38" fmla="*/ 21976 w 28663"/>
                <a:gd name="csY38" fmla="*/ 15765 h 32007"/>
                <a:gd name="csX39" fmla="*/ 19587 w 28663"/>
                <a:gd name="csY39" fmla="*/ 18154 h 32007"/>
                <a:gd name="csX40" fmla="*/ 19109 w 28663"/>
                <a:gd name="csY40" fmla="*/ 19587 h 32007"/>
                <a:gd name="csX41" fmla="*/ 21976 w 28663"/>
                <a:gd name="csY41" fmla="*/ 23409 h 32007"/>
                <a:gd name="csX42" fmla="*/ 22453 w 28663"/>
                <a:gd name="csY42" fmla="*/ 24364 h 32007"/>
                <a:gd name="csX43" fmla="*/ 23409 w 28663"/>
                <a:gd name="csY43" fmla="*/ 24364 h 32007"/>
                <a:gd name="csX44" fmla="*/ 25320 w 28663"/>
                <a:gd name="csY44" fmla="*/ 23886 h 32007"/>
                <a:gd name="csX45" fmla="*/ 25798 w 28663"/>
                <a:gd name="csY45" fmla="*/ 24364 h 32007"/>
                <a:gd name="csX46" fmla="*/ 25798 w 28663"/>
                <a:gd name="csY46" fmla="*/ 25320 h 32007"/>
                <a:gd name="csX47" fmla="*/ 24364 w 28663"/>
                <a:gd name="csY47" fmla="*/ 27231 h 32007"/>
                <a:gd name="csX48" fmla="*/ 24364 w 28663"/>
                <a:gd name="csY48" fmla="*/ 27708 h 32007"/>
                <a:gd name="csX49" fmla="*/ 25798 w 28663"/>
                <a:gd name="csY49" fmla="*/ 28186 h 32007"/>
                <a:gd name="csX50" fmla="*/ 28186 w 28663"/>
                <a:gd name="csY50" fmla="*/ 28186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8663" h="32007">
                  <a:moveTo>
                    <a:pt x="28186" y="28186"/>
                  </a:moveTo>
                  <a:lnTo>
                    <a:pt x="28664" y="30097"/>
                  </a:lnTo>
                  <a:lnTo>
                    <a:pt x="26753" y="32008"/>
                  </a:lnTo>
                  <a:lnTo>
                    <a:pt x="22453" y="29619"/>
                  </a:lnTo>
                  <a:lnTo>
                    <a:pt x="21020" y="27231"/>
                  </a:lnTo>
                  <a:lnTo>
                    <a:pt x="19587" y="24842"/>
                  </a:lnTo>
                  <a:lnTo>
                    <a:pt x="18632" y="23409"/>
                  </a:lnTo>
                  <a:lnTo>
                    <a:pt x="14810" y="20542"/>
                  </a:lnTo>
                  <a:lnTo>
                    <a:pt x="9077" y="14332"/>
                  </a:lnTo>
                  <a:lnTo>
                    <a:pt x="7644" y="13377"/>
                  </a:lnTo>
                  <a:lnTo>
                    <a:pt x="6211" y="10988"/>
                  </a:lnTo>
                  <a:lnTo>
                    <a:pt x="5733" y="9555"/>
                  </a:lnTo>
                  <a:lnTo>
                    <a:pt x="5733" y="8599"/>
                  </a:lnTo>
                  <a:lnTo>
                    <a:pt x="6688" y="8599"/>
                  </a:lnTo>
                  <a:lnTo>
                    <a:pt x="8121" y="8121"/>
                  </a:lnTo>
                  <a:lnTo>
                    <a:pt x="8121" y="6688"/>
                  </a:lnTo>
                  <a:lnTo>
                    <a:pt x="1911" y="4777"/>
                  </a:lnTo>
                  <a:lnTo>
                    <a:pt x="956" y="4300"/>
                  </a:lnTo>
                  <a:lnTo>
                    <a:pt x="0" y="2866"/>
                  </a:lnTo>
                  <a:lnTo>
                    <a:pt x="478" y="2389"/>
                  </a:lnTo>
                  <a:lnTo>
                    <a:pt x="4300" y="2866"/>
                  </a:lnTo>
                  <a:lnTo>
                    <a:pt x="8121" y="1911"/>
                  </a:lnTo>
                  <a:lnTo>
                    <a:pt x="10510" y="1433"/>
                  </a:lnTo>
                  <a:lnTo>
                    <a:pt x="11466" y="956"/>
                  </a:lnTo>
                  <a:lnTo>
                    <a:pt x="13377" y="0"/>
                  </a:lnTo>
                  <a:lnTo>
                    <a:pt x="13854" y="0"/>
                  </a:lnTo>
                  <a:lnTo>
                    <a:pt x="15765" y="956"/>
                  </a:lnTo>
                  <a:lnTo>
                    <a:pt x="18154" y="3822"/>
                  </a:lnTo>
                  <a:lnTo>
                    <a:pt x="18632" y="6211"/>
                  </a:lnTo>
                  <a:lnTo>
                    <a:pt x="18154" y="9077"/>
                  </a:lnTo>
                  <a:lnTo>
                    <a:pt x="15287" y="10032"/>
                  </a:lnTo>
                  <a:lnTo>
                    <a:pt x="13377" y="9555"/>
                  </a:lnTo>
                  <a:lnTo>
                    <a:pt x="12899" y="9555"/>
                  </a:lnTo>
                  <a:lnTo>
                    <a:pt x="11466" y="10510"/>
                  </a:lnTo>
                  <a:lnTo>
                    <a:pt x="12899" y="10988"/>
                  </a:lnTo>
                  <a:lnTo>
                    <a:pt x="14810" y="12421"/>
                  </a:lnTo>
                  <a:lnTo>
                    <a:pt x="16243" y="14332"/>
                  </a:lnTo>
                  <a:lnTo>
                    <a:pt x="18632" y="14332"/>
                  </a:lnTo>
                  <a:lnTo>
                    <a:pt x="21976" y="15765"/>
                  </a:lnTo>
                  <a:lnTo>
                    <a:pt x="19587" y="18154"/>
                  </a:lnTo>
                  <a:lnTo>
                    <a:pt x="19109" y="19587"/>
                  </a:lnTo>
                  <a:lnTo>
                    <a:pt x="21976" y="23409"/>
                  </a:lnTo>
                  <a:lnTo>
                    <a:pt x="22453" y="24364"/>
                  </a:lnTo>
                  <a:lnTo>
                    <a:pt x="23409" y="24364"/>
                  </a:lnTo>
                  <a:lnTo>
                    <a:pt x="25320" y="23886"/>
                  </a:lnTo>
                  <a:lnTo>
                    <a:pt x="25798" y="24364"/>
                  </a:lnTo>
                  <a:lnTo>
                    <a:pt x="25798" y="25320"/>
                  </a:lnTo>
                  <a:lnTo>
                    <a:pt x="24364" y="27231"/>
                  </a:lnTo>
                  <a:lnTo>
                    <a:pt x="24364" y="27708"/>
                  </a:lnTo>
                  <a:lnTo>
                    <a:pt x="25798" y="28186"/>
                  </a:lnTo>
                  <a:lnTo>
                    <a:pt x="28186" y="2818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0" name="Freeform 3119">
              <a:extLst>
                <a:ext uri="{FF2B5EF4-FFF2-40B4-BE49-F238E27FC236}">
                  <a16:creationId xmlns:a16="http://schemas.microsoft.com/office/drawing/2014/main" id="{7A1B2C89-9C1A-906E-8BB8-5F83072F1712}"/>
                </a:ext>
              </a:extLst>
            </p:cNvPr>
            <p:cNvSpPr/>
            <p:nvPr/>
          </p:nvSpPr>
          <p:spPr>
            <a:xfrm>
              <a:off x="3274051" y="3528629"/>
              <a:ext cx="7165" cy="11943"/>
            </a:xfrm>
            <a:custGeom>
              <a:avLst/>
              <a:gdLst>
                <a:gd name="csX0" fmla="*/ 7166 w 7165"/>
                <a:gd name="csY0" fmla="*/ 10032 h 11943"/>
                <a:gd name="csX1" fmla="*/ 7166 w 7165"/>
                <a:gd name="csY1" fmla="*/ 11465 h 11943"/>
                <a:gd name="csX2" fmla="*/ 5255 w 7165"/>
                <a:gd name="csY2" fmla="*/ 11943 h 11943"/>
                <a:gd name="csX3" fmla="*/ 3822 w 7165"/>
                <a:gd name="csY3" fmla="*/ 11943 h 11943"/>
                <a:gd name="csX4" fmla="*/ 2866 w 7165"/>
                <a:gd name="csY4" fmla="*/ 11465 h 11943"/>
                <a:gd name="csX5" fmla="*/ 2866 w 7165"/>
                <a:gd name="csY5" fmla="*/ 10988 h 11943"/>
                <a:gd name="csX6" fmla="*/ 3344 w 7165"/>
                <a:gd name="csY6" fmla="*/ 8599 h 11943"/>
                <a:gd name="csX7" fmla="*/ 2389 w 7165"/>
                <a:gd name="csY7" fmla="*/ 7644 h 11943"/>
                <a:gd name="csX8" fmla="*/ 956 w 7165"/>
                <a:gd name="csY8" fmla="*/ 7166 h 11943"/>
                <a:gd name="csX9" fmla="*/ 0 w 7165"/>
                <a:gd name="csY9" fmla="*/ 7644 h 11943"/>
                <a:gd name="csX10" fmla="*/ 0 w 7165"/>
                <a:gd name="csY10" fmla="*/ 5733 h 11943"/>
                <a:gd name="csX11" fmla="*/ 956 w 7165"/>
                <a:gd name="csY11" fmla="*/ 4300 h 11943"/>
                <a:gd name="csX12" fmla="*/ 478 w 7165"/>
                <a:gd name="csY12" fmla="*/ 2389 h 11943"/>
                <a:gd name="csX13" fmla="*/ 478 w 7165"/>
                <a:gd name="csY13" fmla="*/ 478 h 11943"/>
                <a:gd name="csX14" fmla="*/ 478 w 7165"/>
                <a:gd name="csY14" fmla="*/ 0 h 11943"/>
                <a:gd name="csX15" fmla="*/ 1433 w 7165"/>
                <a:gd name="csY15" fmla="*/ 0 h 11943"/>
                <a:gd name="csX16" fmla="*/ 3822 w 7165"/>
                <a:gd name="csY16" fmla="*/ 1911 h 11943"/>
                <a:gd name="csX17" fmla="*/ 5255 w 7165"/>
                <a:gd name="csY17" fmla="*/ 6210 h 11943"/>
                <a:gd name="csX18" fmla="*/ 7166 w 7165"/>
                <a:gd name="csY18" fmla="*/ 10032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165" h="11943">
                  <a:moveTo>
                    <a:pt x="7166" y="10032"/>
                  </a:moveTo>
                  <a:lnTo>
                    <a:pt x="7166" y="11465"/>
                  </a:lnTo>
                  <a:lnTo>
                    <a:pt x="5255" y="11943"/>
                  </a:lnTo>
                  <a:lnTo>
                    <a:pt x="3822" y="11943"/>
                  </a:lnTo>
                  <a:lnTo>
                    <a:pt x="2866" y="11465"/>
                  </a:lnTo>
                  <a:lnTo>
                    <a:pt x="2866" y="10988"/>
                  </a:lnTo>
                  <a:lnTo>
                    <a:pt x="3344" y="8599"/>
                  </a:lnTo>
                  <a:lnTo>
                    <a:pt x="2389" y="7644"/>
                  </a:lnTo>
                  <a:lnTo>
                    <a:pt x="956" y="7166"/>
                  </a:lnTo>
                  <a:lnTo>
                    <a:pt x="0" y="7644"/>
                  </a:lnTo>
                  <a:lnTo>
                    <a:pt x="0" y="5733"/>
                  </a:lnTo>
                  <a:lnTo>
                    <a:pt x="956" y="4300"/>
                  </a:lnTo>
                  <a:lnTo>
                    <a:pt x="478" y="2389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3822" y="1911"/>
                  </a:lnTo>
                  <a:lnTo>
                    <a:pt x="5255" y="6210"/>
                  </a:lnTo>
                  <a:lnTo>
                    <a:pt x="7166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1" name="Freeform 3120">
              <a:extLst>
                <a:ext uri="{FF2B5EF4-FFF2-40B4-BE49-F238E27FC236}">
                  <a16:creationId xmlns:a16="http://schemas.microsoft.com/office/drawing/2014/main" id="{5A8C39A3-0708-1C07-6934-AE1D4C3F646B}"/>
                </a:ext>
              </a:extLst>
            </p:cNvPr>
            <p:cNvSpPr/>
            <p:nvPr/>
          </p:nvSpPr>
          <p:spPr>
            <a:xfrm>
              <a:off x="3244432" y="3563503"/>
              <a:ext cx="28186" cy="29619"/>
            </a:xfrm>
            <a:custGeom>
              <a:avLst/>
              <a:gdLst>
                <a:gd name="csX0" fmla="*/ 28186 w 28186"/>
                <a:gd name="csY0" fmla="*/ 478 h 29619"/>
                <a:gd name="csX1" fmla="*/ 27708 w 28186"/>
                <a:gd name="csY1" fmla="*/ 4300 h 29619"/>
                <a:gd name="csX2" fmla="*/ 27708 w 28186"/>
                <a:gd name="csY2" fmla="*/ 5255 h 29619"/>
                <a:gd name="csX3" fmla="*/ 25320 w 28186"/>
                <a:gd name="csY3" fmla="*/ 10032 h 29619"/>
                <a:gd name="csX4" fmla="*/ 23886 w 28186"/>
                <a:gd name="csY4" fmla="*/ 13854 h 29619"/>
                <a:gd name="csX5" fmla="*/ 22931 w 28186"/>
                <a:gd name="csY5" fmla="*/ 17676 h 29619"/>
                <a:gd name="csX6" fmla="*/ 22931 w 28186"/>
                <a:gd name="csY6" fmla="*/ 23886 h 29619"/>
                <a:gd name="csX7" fmla="*/ 22453 w 28186"/>
                <a:gd name="csY7" fmla="*/ 26275 h 29619"/>
                <a:gd name="csX8" fmla="*/ 21498 w 28186"/>
                <a:gd name="csY8" fmla="*/ 27231 h 29619"/>
                <a:gd name="csX9" fmla="*/ 14810 w 28186"/>
                <a:gd name="csY9" fmla="*/ 29619 h 29619"/>
                <a:gd name="csX10" fmla="*/ 11465 w 28186"/>
                <a:gd name="csY10" fmla="*/ 29619 h 29619"/>
                <a:gd name="csX11" fmla="*/ 8121 w 28186"/>
                <a:gd name="csY11" fmla="*/ 27708 h 29619"/>
                <a:gd name="csX12" fmla="*/ 6688 w 28186"/>
                <a:gd name="csY12" fmla="*/ 26275 h 29619"/>
                <a:gd name="csX13" fmla="*/ 7644 w 28186"/>
                <a:gd name="csY13" fmla="*/ 24364 h 29619"/>
                <a:gd name="csX14" fmla="*/ 8599 w 28186"/>
                <a:gd name="csY14" fmla="*/ 24364 h 29619"/>
                <a:gd name="csX15" fmla="*/ 10510 w 28186"/>
                <a:gd name="csY15" fmla="*/ 24364 h 29619"/>
                <a:gd name="csX16" fmla="*/ 12421 w 28186"/>
                <a:gd name="csY16" fmla="*/ 25320 h 29619"/>
                <a:gd name="csX17" fmla="*/ 13376 w 28186"/>
                <a:gd name="csY17" fmla="*/ 25320 h 29619"/>
                <a:gd name="csX18" fmla="*/ 12899 w 28186"/>
                <a:gd name="csY18" fmla="*/ 24842 h 29619"/>
                <a:gd name="csX19" fmla="*/ 8121 w 28186"/>
                <a:gd name="csY19" fmla="*/ 21498 h 29619"/>
                <a:gd name="csX20" fmla="*/ 4777 w 28186"/>
                <a:gd name="csY20" fmla="*/ 20065 h 29619"/>
                <a:gd name="csX21" fmla="*/ 3822 w 28186"/>
                <a:gd name="csY21" fmla="*/ 18154 h 29619"/>
                <a:gd name="csX22" fmla="*/ 3822 w 28186"/>
                <a:gd name="csY22" fmla="*/ 17198 h 29619"/>
                <a:gd name="csX23" fmla="*/ 3344 w 28186"/>
                <a:gd name="csY23" fmla="*/ 16243 h 29619"/>
                <a:gd name="csX24" fmla="*/ 955 w 28186"/>
                <a:gd name="csY24" fmla="*/ 11943 h 29619"/>
                <a:gd name="csX25" fmla="*/ 0 w 28186"/>
                <a:gd name="csY25" fmla="*/ 10032 h 29619"/>
                <a:gd name="csX26" fmla="*/ 0 w 28186"/>
                <a:gd name="csY26" fmla="*/ 7644 h 29619"/>
                <a:gd name="csX27" fmla="*/ 0 w 28186"/>
                <a:gd name="csY27" fmla="*/ 4777 h 29619"/>
                <a:gd name="csX28" fmla="*/ 478 w 28186"/>
                <a:gd name="csY28" fmla="*/ 478 h 29619"/>
                <a:gd name="csX29" fmla="*/ 955 w 28186"/>
                <a:gd name="csY29" fmla="*/ 0 h 29619"/>
                <a:gd name="csX30" fmla="*/ 1911 w 28186"/>
                <a:gd name="csY30" fmla="*/ 0 h 29619"/>
                <a:gd name="csX31" fmla="*/ 3822 w 28186"/>
                <a:gd name="csY31" fmla="*/ 478 h 29619"/>
                <a:gd name="csX32" fmla="*/ 8599 w 28186"/>
                <a:gd name="csY32" fmla="*/ 956 h 29619"/>
                <a:gd name="csX33" fmla="*/ 10510 w 28186"/>
                <a:gd name="csY33" fmla="*/ 2866 h 29619"/>
                <a:gd name="csX34" fmla="*/ 14810 w 28186"/>
                <a:gd name="csY34" fmla="*/ 1911 h 29619"/>
                <a:gd name="csX35" fmla="*/ 15765 w 28186"/>
                <a:gd name="csY35" fmla="*/ 1911 h 29619"/>
                <a:gd name="csX36" fmla="*/ 16243 w 28186"/>
                <a:gd name="csY36" fmla="*/ 2389 h 29619"/>
                <a:gd name="csX37" fmla="*/ 17198 w 28186"/>
                <a:gd name="csY37" fmla="*/ 4300 h 29619"/>
                <a:gd name="csX38" fmla="*/ 18154 w 28186"/>
                <a:gd name="csY38" fmla="*/ 6211 h 29619"/>
                <a:gd name="csX39" fmla="*/ 18631 w 28186"/>
                <a:gd name="csY39" fmla="*/ 8599 h 29619"/>
                <a:gd name="csX40" fmla="*/ 18154 w 28186"/>
                <a:gd name="csY40" fmla="*/ 9555 h 29619"/>
                <a:gd name="csX41" fmla="*/ 17198 w 28186"/>
                <a:gd name="csY41" fmla="*/ 10510 h 29619"/>
                <a:gd name="csX42" fmla="*/ 10510 w 28186"/>
                <a:gd name="csY42" fmla="*/ 14332 h 29619"/>
                <a:gd name="csX43" fmla="*/ 10032 w 28186"/>
                <a:gd name="csY43" fmla="*/ 14810 h 29619"/>
                <a:gd name="csX44" fmla="*/ 10510 w 28186"/>
                <a:gd name="csY44" fmla="*/ 15287 h 29619"/>
                <a:gd name="csX45" fmla="*/ 10988 w 28186"/>
                <a:gd name="csY45" fmla="*/ 15765 h 29619"/>
                <a:gd name="csX46" fmla="*/ 12421 w 28186"/>
                <a:gd name="csY46" fmla="*/ 15765 h 29619"/>
                <a:gd name="csX47" fmla="*/ 17676 w 28186"/>
                <a:gd name="csY47" fmla="*/ 14810 h 29619"/>
                <a:gd name="csX48" fmla="*/ 18154 w 28186"/>
                <a:gd name="csY48" fmla="*/ 13854 h 29619"/>
                <a:gd name="csX49" fmla="*/ 18631 w 28186"/>
                <a:gd name="csY49" fmla="*/ 10988 h 29619"/>
                <a:gd name="csX50" fmla="*/ 19109 w 28186"/>
                <a:gd name="csY50" fmla="*/ 9077 h 29619"/>
                <a:gd name="csX51" fmla="*/ 19587 w 28186"/>
                <a:gd name="csY51" fmla="*/ 8121 h 29619"/>
                <a:gd name="csX52" fmla="*/ 19109 w 28186"/>
                <a:gd name="csY52" fmla="*/ 5255 h 29619"/>
                <a:gd name="csX53" fmla="*/ 19109 w 28186"/>
                <a:gd name="csY53" fmla="*/ 3822 h 29619"/>
                <a:gd name="csX54" fmla="*/ 22931 w 28186"/>
                <a:gd name="csY54" fmla="*/ 3822 h 29619"/>
                <a:gd name="csX55" fmla="*/ 25320 w 28186"/>
                <a:gd name="csY55" fmla="*/ 2389 h 29619"/>
                <a:gd name="csX56" fmla="*/ 27708 w 28186"/>
                <a:gd name="csY56" fmla="*/ 478 h 29619"/>
                <a:gd name="csX57" fmla="*/ 28186 w 28186"/>
                <a:gd name="csY57" fmla="*/ 478 h 29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</a:cxnLst>
              <a:rect l="l" t="t" r="r" b="b"/>
              <a:pathLst>
                <a:path w="28186" h="29619">
                  <a:moveTo>
                    <a:pt x="28186" y="478"/>
                  </a:moveTo>
                  <a:lnTo>
                    <a:pt x="27708" y="4300"/>
                  </a:lnTo>
                  <a:lnTo>
                    <a:pt x="27708" y="5255"/>
                  </a:lnTo>
                  <a:lnTo>
                    <a:pt x="25320" y="10032"/>
                  </a:lnTo>
                  <a:lnTo>
                    <a:pt x="23886" y="13854"/>
                  </a:lnTo>
                  <a:lnTo>
                    <a:pt x="22931" y="17676"/>
                  </a:lnTo>
                  <a:lnTo>
                    <a:pt x="22931" y="23886"/>
                  </a:lnTo>
                  <a:lnTo>
                    <a:pt x="22453" y="26275"/>
                  </a:lnTo>
                  <a:lnTo>
                    <a:pt x="21498" y="27231"/>
                  </a:lnTo>
                  <a:lnTo>
                    <a:pt x="14810" y="29619"/>
                  </a:lnTo>
                  <a:lnTo>
                    <a:pt x="11465" y="29619"/>
                  </a:lnTo>
                  <a:lnTo>
                    <a:pt x="8121" y="27708"/>
                  </a:lnTo>
                  <a:lnTo>
                    <a:pt x="6688" y="26275"/>
                  </a:lnTo>
                  <a:lnTo>
                    <a:pt x="7644" y="24364"/>
                  </a:lnTo>
                  <a:lnTo>
                    <a:pt x="8599" y="24364"/>
                  </a:lnTo>
                  <a:lnTo>
                    <a:pt x="10510" y="24364"/>
                  </a:lnTo>
                  <a:lnTo>
                    <a:pt x="12421" y="25320"/>
                  </a:lnTo>
                  <a:lnTo>
                    <a:pt x="13376" y="25320"/>
                  </a:lnTo>
                  <a:lnTo>
                    <a:pt x="12899" y="24842"/>
                  </a:lnTo>
                  <a:lnTo>
                    <a:pt x="8121" y="21498"/>
                  </a:lnTo>
                  <a:lnTo>
                    <a:pt x="4777" y="20065"/>
                  </a:lnTo>
                  <a:lnTo>
                    <a:pt x="3822" y="18154"/>
                  </a:lnTo>
                  <a:lnTo>
                    <a:pt x="3822" y="17198"/>
                  </a:lnTo>
                  <a:lnTo>
                    <a:pt x="3344" y="16243"/>
                  </a:lnTo>
                  <a:lnTo>
                    <a:pt x="955" y="11943"/>
                  </a:lnTo>
                  <a:lnTo>
                    <a:pt x="0" y="10032"/>
                  </a:lnTo>
                  <a:lnTo>
                    <a:pt x="0" y="7644"/>
                  </a:lnTo>
                  <a:lnTo>
                    <a:pt x="0" y="4777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3822" y="478"/>
                  </a:lnTo>
                  <a:lnTo>
                    <a:pt x="8599" y="956"/>
                  </a:lnTo>
                  <a:lnTo>
                    <a:pt x="10510" y="2866"/>
                  </a:lnTo>
                  <a:lnTo>
                    <a:pt x="14810" y="1911"/>
                  </a:lnTo>
                  <a:lnTo>
                    <a:pt x="15765" y="1911"/>
                  </a:lnTo>
                  <a:lnTo>
                    <a:pt x="16243" y="2389"/>
                  </a:lnTo>
                  <a:lnTo>
                    <a:pt x="17198" y="4300"/>
                  </a:lnTo>
                  <a:lnTo>
                    <a:pt x="18154" y="6211"/>
                  </a:lnTo>
                  <a:lnTo>
                    <a:pt x="18631" y="8599"/>
                  </a:lnTo>
                  <a:lnTo>
                    <a:pt x="18154" y="9555"/>
                  </a:lnTo>
                  <a:lnTo>
                    <a:pt x="17198" y="10510"/>
                  </a:lnTo>
                  <a:lnTo>
                    <a:pt x="10510" y="14332"/>
                  </a:lnTo>
                  <a:lnTo>
                    <a:pt x="10032" y="14810"/>
                  </a:lnTo>
                  <a:lnTo>
                    <a:pt x="10510" y="15287"/>
                  </a:lnTo>
                  <a:lnTo>
                    <a:pt x="10988" y="15765"/>
                  </a:lnTo>
                  <a:lnTo>
                    <a:pt x="12421" y="15765"/>
                  </a:lnTo>
                  <a:lnTo>
                    <a:pt x="17676" y="14810"/>
                  </a:lnTo>
                  <a:lnTo>
                    <a:pt x="18154" y="13854"/>
                  </a:lnTo>
                  <a:lnTo>
                    <a:pt x="18631" y="10988"/>
                  </a:lnTo>
                  <a:lnTo>
                    <a:pt x="19109" y="9077"/>
                  </a:lnTo>
                  <a:lnTo>
                    <a:pt x="19587" y="8121"/>
                  </a:lnTo>
                  <a:lnTo>
                    <a:pt x="19109" y="5255"/>
                  </a:lnTo>
                  <a:lnTo>
                    <a:pt x="19109" y="3822"/>
                  </a:lnTo>
                  <a:lnTo>
                    <a:pt x="22931" y="3822"/>
                  </a:lnTo>
                  <a:lnTo>
                    <a:pt x="25320" y="2389"/>
                  </a:lnTo>
                  <a:lnTo>
                    <a:pt x="27708" y="478"/>
                  </a:lnTo>
                  <a:lnTo>
                    <a:pt x="2818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2" name="Freeform 3121">
              <a:extLst>
                <a:ext uri="{FF2B5EF4-FFF2-40B4-BE49-F238E27FC236}">
                  <a16:creationId xmlns:a16="http://schemas.microsoft.com/office/drawing/2014/main" id="{0EF03798-DCD6-AC22-11A1-8B64D39C7183}"/>
                </a:ext>
              </a:extLst>
            </p:cNvPr>
            <p:cNvSpPr/>
            <p:nvPr/>
          </p:nvSpPr>
          <p:spPr>
            <a:xfrm>
              <a:off x="3231056" y="3494233"/>
              <a:ext cx="35352" cy="52072"/>
            </a:xfrm>
            <a:custGeom>
              <a:avLst/>
              <a:gdLst>
                <a:gd name="csX0" fmla="*/ 34874 w 35352"/>
                <a:gd name="csY0" fmla="*/ 35830 h 52072"/>
                <a:gd name="csX1" fmla="*/ 35352 w 35352"/>
                <a:gd name="csY1" fmla="*/ 36307 h 52072"/>
                <a:gd name="csX2" fmla="*/ 34874 w 35352"/>
                <a:gd name="csY2" fmla="*/ 42040 h 52072"/>
                <a:gd name="csX3" fmla="*/ 35352 w 35352"/>
                <a:gd name="csY3" fmla="*/ 43951 h 52072"/>
                <a:gd name="csX4" fmla="*/ 35352 w 35352"/>
                <a:gd name="csY4" fmla="*/ 44907 h 52072"/>
                <a:gd name="csX5" fmla="*/ 34874 w 35352"/>
                <a:gd name="csY5" fmla="*/ 45862 h 52072"/>
                <a:gd name="csX6" fmla="*/ 34874 w 35352"/>
                <a:gd name="csY6" fmla="*/ 47295 h 52072"/>
                <a:gd name="csX7" fmla="*/ 35352 w 35352"/>
                <a:gd name="csY7" fmla="*/ 48251 h 52072"/>
                <a:gd name="csX8" fmla="*/ 35352 w 35352"/>
                <a:gd name="csY8" fmla="*/ 49206 h 52072"/>
                <a:gd name="csX9" fmla="*/ 34397 w 35352"/>
                <a:gd name="csY9" fmla="*/ 51595 h 52072"/>
                <a:gd name="csX10" fmla="*/ 33919 w 35352"/>
                <a:gd name="csY10" fmla="*/ 52073 h 52072"/>
                <a:gd name="csX11" fmla="*/ 32486 w 35352"/>
                <a:gd name="csY11" fmla="*/ 52073 h 52072"/>
                <a:gd name="csX12" fmla="*/ 31052 w 35352"/>
                <a:gd name="csY12" fmla="*/ 51117 h 52072"/>
                <a:gd name="csX13" fmla="*/ 29619 w 35352"/>
                <a:gd name="csY13" fmla="*/ 49206 h 52072"/>
                <a:gd name="csX14" fmla="*/ 28186 w 35352"/>
                <a:gd name="csY14" fmla="*/ 45862 h 52072"/>
                <a:gd name="csX15" fmla="*/ 27708 w 35352"/>
                <a:gd name="csY15" fmla="*/ 45384 h 52072"/>
                <a:gd name="csX16" fmla="*/ 25798 w 35352"/>
                <a:gd name="csY16" fmla="*/ 44907 h 52072"/>
                <a:gd name="csX17" fmla="*/ 25320 w 35352"/>
                <a:gd name="csY17" fmla="*/ 44429 h 52072"/>
                <a:gd name="csX18" fmla="*/ 23886 w 35352"/>
                <a:gd name="csY18" fmla="*/ 44429 h 52072"/>
                <a:gd name="csX19" fmla="*/ 23409 w 35352"/>
                <a:gd name="csY19" fmla="*/ 42996 h 52072"/>
                <a:gd name="csX20" fmla="*/ 23409 w 35352"/>
                <a:gd name="csY20" fmla="*/ 41085 h 52072"/>
                <a:gd name="csX21" fmla="*/ 22453 w 35352"/>
                <a:gd name="csY21" fmla="*/ 39652 h 52072"/>
                <a:gd name="csX22" fmla="*/ 22453 w 35352"/>
                <a:gd name="csY22" fmla="*/ 38696 h 52072"/>
                <a:gd name="csX23" fmla="*/ 21976 w 35352"/>
                <a:gd name="csY23" fmla="*/ 38218 h 52072"/>
                <a:gd name="csX24" fmla="*/ 21020 w 35352"/>
                <a:gd name="csY24" fmla="*/ 38696 h 52072"/>
                <a:gd name="csX25" fmla="*/ 21498 w 35352"/>
                <a:gd name="csY25" fmla="*/ 40607 h 52072"/>
                <a:gd name="csX26" fmla="*/ 21020 w 35352"/>
                <a:gd name="csY26" fmla="*/ 42040 h 52072"/>
                <a:gd name="csX27" fmla="*/ 19587 w 35352"/>
                <a:gd name="csY27" fmla="*/ 41563 h 52072"/>
                <a:gd name="csX28" fmla="*/ 16721 w 35352"/>
                <a:gd name="csY28" fmla="*/ 36785 h 52072"/>
                <a:gd name="csX29" fmla="*/ 13854 w 35352"/>
                <a:gd name="csY29" fmla="*/ 33441 h 52072"/>
                <a:gd name="csX30" fmla="*/ 12899 w 35352"/>
                <a:gd name="csY30" fmla="*/ 32486 h 52072"/>
                <a:gd name="csX31" fmla="*/ 13377 w 35352"/>
                <a:gd name="csY31" fmla="*/ 31530 h 52072"/>
                <a:gd name="csX32" fmla="*/ 14332 w 35352"/>
                <a:gd name="csY32" fmla="*/ 31052 h 52072"/>
                <a:gd name="csX33" fmla="*/ 15765 w 35352"/>
                <a:gd name="csY33" fmla="*/ 31052 h 52072"/>
                <a:gd name="csX34" fmla="*/ 15765 w 35352"/>
                <a:gd name="csY34" fmla="*/ 30575 h 52072"/>
                <a:gd name="csX35" fmla="*/ 13377 w 35352"/>
                <a:gd name="csY35" fmla="*/ 26753 h 52072"/>
                <a:gd name="csX36" fmla="*/ 13377 w 35352"/>
                <a:gd name="csY36" fmla="*/ 25798 h 52072"/>
                <a:gd name="csX37" fmla="*/ 14332 w 35352"/>
                <a:gd name="csY37" fmla="*/ 24364 h 52072"/>
                <a:gd name="csX38" fmla="*/ 13377 w 35352"/>
                <a:gd name="csY38" fmla="*/ 23409 h 52072"/>
                <a:gd name="csX39" fmla="*/ 10510 w 35352"/>
                <a:gd name="csY39" fmla="*/ 23886 h 52072"/>
                <a:gd name="csX40" fmla="*/ 9077 w 35352"/>
                <a:gd name="csY40" fmla="*/ 23409 h 52072"/>
                <a:gd name="csX41" fmla="*/ 8121 w 35352"/>
                <a:gd name="csY41" fmla="*/ 21976 h 52072"/>
                <a:gd name="csX42" fmla="*/ 7644 w 35352"/>
                <a:gd name="csY42" fmla="*/ 21020 h 52072"/>
                <a:gd name="csX43" fmla="*/ 5255 w 35352"/>
                <a:gd name="csY43" fmla="*/ 21020 h 52072"/>
                <a:gd name="csX44" fmla="*/ 4300 w 35352"/>
                <a:gd name="csY44" fmla="*/ 21020 h 52072"/>
                <a:gd name="csX45" fmla="*/ 2389 w 35352"/>
                <a:gd name="csY45" fmla="*/ 19109 h 52072"/>
                <a:gd name="csX46" fmla="*/ 1433 w 35352"/>
                <a:gd name="csY46" fmla="*/ 17676 h 52072"/>
                <a:gd name="csX47" fmla="*/ 1911 w 35352"/>
                <a:gd name="csY47" fmla="*/ 17198 h 52072"/>
                <a:gd name="csX48" fmla="*/ 3344 w 35352"/>
                <a:gd name="csY48" fmla="*/ 16243 h 52072"/>
                <a:gd name="csX49" fmla="*/ 4300 w 35352"/>
                <a:gd name="csY49" fmla="*/ 16243 h 52072"/>
                <a:gd name="csX50" fmla="*/ 6211 w 35352"/>
                <a:gd name="csY50" fmla="*/ 17676 h 52072"/>
                <a:gd name="csX51" fmla="*/ 7166 w 35352"/>
                <a:gd name="csY51" fmla="*/ 17676 h 52072"/>
                <a:gd name="csX52" fmla="*/ 8599 w 35352"/>
                <a:gd name="csY52" fmla="*/ 15765 h 52072"/>
                <a:gd name="csX53" fmla="*/ 9077 w 35352"/>
                <a:gd name="csY53" fmla="*/ 14810 h 52072"/>
                <a:gd name="csX54" fmla="*/ 10510 w 35352"/>
                <a:gd name="csY54" fmla="*/ 13377 h 52072"/>
                <a:gd name="csX55" fmla="*/ 10032 w 35352"/>
                <a:gd name="csY55" fmla="*/ 12421 h 52072"/>
                <a:gd name="csX56" fmla="*/ 9555 w 35352"/>
                <a:gd name="csY56" fmla="*/ 10510 h 52072"/>
                <a:gd name="csX57" fmla="*/ 7644 w 35352"/>
                <a:gd name="csY57" fmla="*/ 9555 h 52072"/>
                <a:gd name="csX58" fmla="*/ 4300 w 35352"/>
                <a:gd name="csY58" fmla="*/ 10988 h 52072"/>
                <a:gd name="csX59" fmla="*/ 1433 w 35352"/>
                <a:gd name="csY59" fmla="*/ 12899 h 52072"/>
                <a:gd name="csX60" fmla="*/ 478 w 35352"/>
                <a:gd name="csY60" fmla="*/ 11943 h 52072"/>
                <a:gd name="csX61" fmla="*/ 0 w 35352"/>
                <a:gd name="csY61" fmla="*/ 10988 h 52072"/>
                <a:gd name="csX62" fmla="*/ 3344 w 35352"/>
                <a:gd name="csY62" fmla="*/ 8121 h 52072"/>
                <a:gd name="csX63" fmla="*/ 4777 w 35352"/>
                <a:gd name="csY63" fmla="*/ 6211 h 52072"/>
                <a:gd name="csX64" fmla="*/ 4300 w 35352"/>
                <a:gd name="csY64" fmla="*/ 5255 h 52072"/>
                <a:gd name="csX65" fmla="*/ 3344 w 35352"/>
                <a:gd name="csY65" fmla="*/ 3822 h 52072"/>
                <a:gd name="csX66" fmla="*/ 3344 w 35352"/>
                <a:gd name="csY66" fmla="*/ 478 h 52072"/>
                <a:gd name="csX67" fmla="*/ 3822 w 35352"/>
                <a:gd name="csY67" fmla="*/ 0 h 52072"/>
                <a:gd name="csX68" fmla="*/ 7644 w 35352"/>
                <a:gd name="csY68" fmla="*/ 478 h 52072"/>
                <a:gd name="csX69" fmla="*/ 10988 w 35352"/>
                <a:gd name="csY69" fmla="*/ 478 h 52072"/>
                <a:gd name="csX70" fmla="*/ 12421 w 35352"/>
                <a:gd name="csY70" fmla="*/ 1911 h 52072"/>
                <a:gd name="csX71" fmla="*/ 12899 w 35352"/>
                <a:gd name="csY71" fmla="*/ 3344 h 52072"/>
                <a:gd name="csX72" fmla="*/ 13377 w 35352"/>
                <a:gd name="csY72" fmla="*/ 4777 h 52072"/>
                <a:gd name="csX73" fmla="*/ 13854 w 35352"/>
                <a:gd name="csY73" fmla="*/ 5733 h 52072"/>
                <a:gd name="csX74" fmla="*/ 13377 w 35352"/>
                <a:gd name="csY74" fmla="*/ 6688 h 52072"/>
                <a:gd name="csX75" fmla="*/ 13377 w 35352"/>
                <a:gd name="csY75" fmla="*/ 7644 h 52072"/>
                <a:gd name="csX76" fmla="*/ 13377 w 35352"/>
                <a:gd name="csY76" fmla="*/ 8121 h 52072"/>
                <a:gd name="csX77" fmla="*/ 20065 w 35352"/>
                <a:gd name="csY77" fmla="*/ 10988 h 52072"/>
                <a:gd name="csX78" fmla="*/ 22931 w 35352"/>
                <a:gd name="csY78" fmla="*/ 14332 h 52072"/>
                <a:gd name="csX79" fmla="*/ 24364 w 35352"/>
                <a:gd name="csY79" fmla="*/ 16243 h 52072"/>
                <a:gd name="csX80" fmla="*/ 25320 w 35352"/>
                <a:gd name="csY80" fmla="*/ 17676 h 52072"/>
                <a:gd name="csX81" fmla="*/ 26275 w 35352"/>
                <a:gd name="csY81" fmla="*/ 21020 h 52072"/>
                <a:gd name="csX82" fmla="*/ 29142 w 35352"/>
                <a:gd name="csY82" fmla="*/ 25320 h 52072"/>
                <a:gd name="csX83" fmla="*/ 30575 w 35352"/>
                <a:gd name="csY83" fmla="*/ 26275 h 52072"/>
                <a:gd name="csX84" fmla="*/ 31530 w 35352"/>
                <a:gd name="csY84" fmla="*/ 27708 h 52072"/>
                <a:gd name="csX85" fmla="*/ 31052 w 35352"/>
                <a:gd name="csY85" fmla="*/ 27708 h 52072"/>
                <a:gd name="csX86" fmla="*/ 29142 w 35352"/>
                <a:gd name="csY86" fmla="*/ 26753 h 52072"/>
                <a:gd name="csX87" fmla="*/ 24842 w 35352"/>
                <a:gd name="csY87" fmla="*/ 23886 h 52072"/>
                <a:gd name="csX88" fmla="*/ 24364 w 35352"/>
                <a:gd name="csY88" fmla="*/ 24364 h 52072"/>
                <a:gd name="csX89" fmla="*/ 23886 w 35352"/>
                <a:gd name="csY89" fmla="*/ 25798 h 52072"/>
                <a:gd name="csX90" fmla="*/ 23409 w 35352"/>
                <a:gd name="csY90" fmla="*/ 26753 h 52072"/>
                <a:gd name="csX91" fmla="*/ 22453 w 35352"/>
                <a:gd name="csY91" fmla="*/ 27708 h 52072"/>
                <a:gd name="csX92" fmla="*/ 23409 w 35352"/>
                <a:gd name="csY92" fmla="*/ 28186 h 52072"/>
                <a:gd name="csX93" fmla="*/ 26753 w 35352"/>
                <a:gd name="csY93" fmla="*/ 27708 h 52072"/>
                <a:gd name="csX94" fmla="*/ 29619 w 35352"/>
                <a:gd name="csY94" fmla="*/ 30097 h 52072"/>
                <a:gd name="csX95" fmla="*/ 30575 w 35352"/>
                <a:gd name="csY95" fmla="*/ 30575 h 52072"/>
                <a:gd name="csX96" fmla="*/ 32008 w 35352"/>
                <a:gd name="csY96" fmla="*/ 32486 h 52072"/>
                <a:gd name="csX97" fmla="*/ 32008 w 35352"/>
                <a:gd name="csY97" fmla="*/ 33441 h 52072"/>
                <a:gd name="csX98" fmla="*/ 31052 w 35352"/>
                <a:gd name="csY98" fmla="*/ 34874 h 52072"/>
                <a:gd name="csX99" fmla="*/ 30575 w 35352"/>
                <a:gd name="csY99" fmla="*/ 35352 h 52072"/>
                <a:gd name="csX100" fmla="*/ 31052 w 35352"/>
                <a:gd name="csY100" fmla="*/ 35830 h 52072"/>
                <a:gd name="csX101" fmla="*/ 31530 w 35352"/>
                <a:gd name="csY101" fmla="*/ 35830 h 52072"/>
                <a:gd name="csX102" fmla="*/ 34874 w 35352"/>
                <a:gd name="csY102" fmla="*/ 35830 h 52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</a:cxnLst>
              <a:rect l="l" t="t" r="r" b="b"/>
              <a:pathLst>
                <a:path w="35352" h="52072">
                  <a:moveTo>
                    <a:pt x="34874" y="35830"/>
                  </a:moveTo>
                  <a:lnTo>
                    <a:pt x="35352" y="36307"/>
                  </a:lnTo>
                  <a:lnTo>
                    <a:pt x="34874" y="42040"/>
                  </a:lnTo>
                  <a:lnTo>
                    <a:pt x="35352" y="43951"/>
                  </a:lnTo>
                  <a:lnTo>
                    <a:pt x="35352" y="44907"/>
                  </a:lnTo>
                  <a:lnTo>
                    <a:pt x="34874" y="45862"/>
                  </a:lnTo>
                  <a:lnTo>
                    <a:pt x="34874" y="47295"/>
                  </a:lnTo>
                  <a:lnTo>
                    <a:pt x="35352" y="48251"/>
                  </a:lnTo>
                  <a:lnTo>
                    <a:pt x="35352" y="49206"/>
                  </a:lnTo>
                  <a:lnTo>
                    <a:pt x="34397" y="51595"/>
                  </a:lnTo>
                  <a:lnTo>
                    <a:pt x="33919" y="52073"/>
                  </a:lnTo>
                  <a:lnTo>
                    <a:pt x="32486" y="52073"/>
                  </a:lnTo>
                  <a:lnTo>
                    <a:pt x="31052" y="51117"/>
                  </a:lnTo>
                  <a:lnTo>
                    <a:pt x="29619" y="49206"/>
                  </a:lnTo>
                  <a:lnTo>
                    <a:pt x="28186" y="45862"/>
                  </a:lnTo>
                  <a:lnTo>
                    <a:pt x="27708" y="45384"/>
                  </a:lnTo>
                  <a:lnTo>
                    <a:pt x="25798" y="44907"/>
                  </a:lnTo>
                  <a:lnTo>
                    <a:pt x="25320" y="44429"/>
                  </a:lnTo>
                  <a:lnTo>
                    <a:pt x="23886" y="44429"/>
                  </a:lnTo>
                  <a:lnTo>
                    <a:pt x="23409" y="42996"/>
                  </a:lnTo>
                  <a:lnTo>
                    <a:pt x="23409" y="41085"/>
                  </a:lnTo>
                  <a:lnTo>
                    <a:pt x="22453" y="39652"/>
                  </a:lnTo>
                  <a:lnTo>
                    <a:pt x="22453" y="38696"/>
                  </a:lnTo>
                  <a:lnTo>
                    <a:pt x="21976" y="38218"/>
                  </a:lnTo>
                  <a:lnTo>
                    <a:pt x="21020" y="38696"/>
                  </a:lnTo>
                  <a:lnTo>
                    <a:pt x="21498" y="40607"/>
                  </a:lnTo>
                  <a:lnTo>
                    <a:pt x="21020" y="42040"/>
                  </a:lnTo>
                  <a:lnTo>
                    <a:pt x="19587" y="41563"/>
                  </a:lnTo>
                  <a:lnTo>
                    <a:pt x="16721" y="36785"/>
                  </a:lnTo>
                  <a:lnTo>
                    <a:pt x="13854" y="33441"/>
                  </a:lnTo>
                  <a:lnTo>
                    <a:pt x="12899" y="32486"/>
                  </a:lnTo>
                  <a:lnTo>
                    <a:pt x="13377" y="31530"/>
                  </a:lnTo>
                  <a:lnTo>
                    <a:pt x="14332" y="31052"/>
                  </a:lnTo>
                  <a:lnTo>
                    <a:pt x="15765" y="31052"/>
                  </a:lnTo>
                  <a:lnTo>
                    <a:pt x="15765" y="30575"/>
                  </a:lnTo>
                  <a:lnTo>
                    <a:pt x="13377" y="26753"/>
                  </a:lnTo>
                  <a:lnTo>
                    <a:pt x="13377" y="25798"/>
                  </a:lnTo>
                  <a:lnTo>
                    <a:pt x="14332" y="24364"/>
                  </a:lnTo>
                  <a:lnTo>
                    <a:pt x="13377" y="23409"/>
                  </a:lnTo>
                  <a:lnTo>
                    <a:pt x="10510" y="23886"/>
                  </a:lnTo>
                  <a:lnTo>
                    <a:pt x="9077" y="23409"/>
                  </a:lnTo>
                  <a:lnTo>
                    <a:pt x="8121" y="21976"/>
                  </a:lnTo>
                  <a:lnTo>
                    <a:pt x="7644" y="21020"/>
                  </a:lnTo>
                  <a:lnTo>
                    <a:pt x="5255" y="21020"/>
                  </a:lnTo>
                  <a:lnTo>
                    <a:pt x="4300" y="21020"/>
                  </a:lnTo>
                  <a:lnTo>
                    <a:pt x="2389" y="19109"/>
                  </a:lnTo>
                  <a:lnTo>
                    <a:pt x="1433" y="17676"/>
                  </a:lnTo>
                  <a:lnTo>
                    <a:pt x="1911" y="17198"/>
                  </a:lnTo>
                  <a:lnTo>
                    <a:pt x="3344" y="16243"/>
                  </a:lnTo>
                  <a:lnTo>
                    <a:pt x="4300" y="16243"/>
                  </a:lnTo>
                  <a:lnTo>
                    <a:pt x="6211" y="17676"/>
                  </a:lnTo>
                  <a:lnTo>
                    <a:pt x="7166" y="17676"/>
                  </a:lnTo>
                  <a:lnTo>
                    <a:pt x="8599" y="15765"/>
                  </a:lnTo>
                  <a:lnTo>
                    <a:pt x="9077" y="14810"/>
                  </a:lnTo>
                  <a:lnTo>
                    <a:pt x="10510" y="13377"/>
                  </a:lnTo>
                  <a:lnTo>
                    <a:pt x="10032" y="12421"/>
                  </a:lnTo>
                  <a:lnTo>
                    <a:pt x="9555" y="10510"/>
                  </a:lnTo>
                  <a:lnTo>
                    <a:pt x="7644" y="9555"/>
                  </a:lnTo>
                  <a:lnTo>
                    <a:pt x="4300" y="10988"/>
                  </a:lnTo>
                  <a:lnTo>
                    <a:pt x="1433" y="12899"/>
                  </a:lnTo>
                  <a:lnTo>
                    <a:pt x="478" y="11943"/>
                  </a:lnTo>
                  <a:lnTo>
                    <a:pt x="0" y="10988"/>
                  </a:lnTo>
                  <a:lnTo>
                    <a:pt x="3344" y="8121"/>
                  </a:lnTo>
                  <a:lnTo>
                    <a:pt x="4777" y="6211"/>
                  </a:lnTo>
                  <a:lnTo>
                    <a:pt x="4300" y="5255"/>
                  </a:lnTo>
                  <a:lnTo>
                    <a:pt x="3344" y="3822"/>
                  </a:lnTo>
                  <a:lnTo>
                    <a:pt x="3344" y="478"/>
                  </a:lnTo>
                  <a:lnTo>
                    <a:pt x="3822" y="0"/>
                  </a:lnTo>
                  <a:lnTo>
                    <a:pt x="7644" y="478"/>
                  </a:lnTo>
                  <a:lnTo>
                    <a:pt x="10988" y="478"/>
                  </a:lnTo>
                  <a:lnTo>
                    <a:pt x="12421" y="1911"/>
                  </a:lnTo>
                  <a:lnTo>
                    <a:pt x="12899" y="3344"/>
                  </a:lnTo>
                  <a:lnTo>
                    <a:pt x="13377" y="4777"/>
                  </a:lnTo>
                  <a:lnTo>
                    <a:pt x="13854" y="5733"/>
                  </a:lnTo>
                  <a:lnTo>
                    <a:pt x="13377" y="6688"/>
                  </a:lnTo>
                  <a:lnTo>
                    <a:pt x="13377" y="7644"/>
                  </a:lnTo>
                  <a:lnTo>
                    <a:pt x="13377" y="8121"/>
                  </a:lnTo>
                  <a:lnTo>
                    <a:pt x="20065" y="10988"/>
                  </a:lnTo>
                  <a:lnTo>
                    <a:pt x="22931" y="14332"/>
                  </a:lnTo>
                  <a:lnTo>
                    <a:pt x="24364" y="16243"/>
                  </a:lnTo>
                  <a:lnTo>
                    <a:pt x="25320" y="17676"/>
                  </a:lnTo>
                  <a:lnTo>
                    <a:pt x="26275" y="21020"/>
                  </a:lnTo>
                  <a:lnTo>
                    <a:pt x="29142" y="25320"/>
                  </a:lnTo>
                  <a:lnTo>
                    <a:pt x="30575" y="26275"/>
                  </a:lnTo>
                  <a:lnTo>
                    <a:pt x="31530" y="27708"/>
                  </a:lnTo>
                  <a:lnTo>
                    <a:pt x="31052" y="27708"/>
                  </a:lnTo>
                  <a:lnTo>
                    <a:pt x="29142" y="26753"/>
                  </a:lnTo>
                  <a:lnTo>
                    <a:pt x="24842" y="23886"/>
                  </a:lnTo>
                  <a:lnTo>
                    <a:pt x="24364" y="24364"/>
                  </a:lnTo>
                  <a:lnTo>
                    <a:pt x="23886" y="25798"/>
                  </a:lnTo>
                  <a:lnTo>
                    <a:pt x="23409" y="26753"/>
                  </a:lnTo>
                  <a:lnTo>
                    <a:pt x="22453" y="27708"/>
                  </a:lnTo>
                  <a:lnTo>
                    <a:pt x="23409" y="28186"/>
                  </a:lnTo>
                  <a:lnTo>
                    <a:pt x="26753" y="27708"/>
                  </a:lnTo>
                  <a:lnTo>
                    <a:pt x="29619" y="30097"/>
                  </a:lnTo>
                  <a:lnTo>
                    <a:pt x="30575" y="30575"/>
                  </a:lnTo>
                  <a:lnTo>
                    <a:pt x="32008" y="32486"/>
                  </a:lnTo>
                  <a:lnTo>
                    <a:pt x="32008" y="33441"/>
                  </a:lnTo>
                  <a:lnTo>
                    <a:pt x="31052" y="34874"/>
                  </a:lnTo>
                  <a:lnTo>
                    <a:pt x="30575" y="35352"/>
                  </a:lnTo>
                  <a:lnTo>
                    <a:pt x="31052" y="35830"/>
                  </a:lnTo>
                  <a:lnTo>
                    <a:pt x="31530" y="35830"/>
                  </a:lnTo>
                  <a:lnTo>
                    <a:pt x="34874" y="3583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3" name="Freeform 3122">
              <a:extLst>
                <a:ext uri="{FF2B5EF4-FFF2-40B4-BE49-F238E27FC236}">
                  <a16:creationId xmlns:a16="http://schemas.microsoft.com/office/drawing/2014/main" id="{6000C823-C64B-5C45-02BD-0D692D0FEB1E}"/>
                </a:ext>
              </a:extLst>
            </p:cNvPr>
            <p:cNvSpPr/>
            <p:nvPr/>
          </p:nvSpPr>
          <p:spPr>
            <a:xfrm>
              <a:off x="3252076" y="3488978"/>
              <a:ext cx="12420" cy="18631"/>
            </a:xfrm>
            <a:custGeom>
              <a:avLst/>
              <a:gdLst>
                <a:gd name="csX0" fmla="*/ 10032 w 12420"/>
                <a:gd name="csY0" fmla="*/ 3344 h 18631"/>
                <a:gd name="csX1" fmla="*/ 12421 w 12420"/>
                <a:gd name="csY1" fmla="*/ 8121 h 18631"/>
                <a:gd name="csX2" fmla="*/ 11943 w 12420"/>
                <a:gd name="csY2" fmla="*/ 12421 h 18631"/>
                <a:gd name="csX3" fmla="*/ 11465 w 12420"/>
                <a:gd name="csY3" fmla="*/ 18154 h 18631"/>
                <a:gd name="csX4" fmla="*/ 10510 w 12420"/>
                <a:gd name="csY4" fmla="*/ 17676 h 18631"/>
                <a:gd name="csX5" fmla="*/ 9555 w 12420"/>
                <a:gd name="csY5" fmla="*/ 17676 h 18631"/>
                <a:gd name="csX6" fmla="*/ 8121 w 12420"/>
                <a:gd name="csY6" fmla="*/ 18631 h 18631"/>
                <a:gd name="csX7" fmla="*/ 6688 w 12420"/>
                <a:gd name="csY7" fmla="*/ 18154 h 18631"/>
                <a:gd name="csX8" fmla="*/ 5733 w 12420"/>
                <a:gd name="csY8" fmla="*/ 17676 h 18631"/>
                <a:gd name="csX9" fmla="*/ 5733 w 12420"/>
                <a:gd name="csY9" fmla="*/ 16721 h 18631"/>
                <a:gd name="csX10" fmla="*/ 5733 w 12420"/>
                <a:gd name="csY10" fmla="*/ 15287 h 18631"/>
                <a:gd name="csX11" fmla="*/ 4777 w 12420"/>
                <a:gd name="csY11" fmla="*/ 14332 h 18631"/>
                <a:gd name="csX12" fmla="*/ 1911 w 12420"/>
                <a:gd name="csY12" fmla="*/ 13854 h 18631"/>
                <a:gd name="csX13" fmla="*/ 955 w 12420"/>
                <a:gd name="csY13" fmla="*/ 13854 h 18631"/>
                <a:gd name="csX14" fmla="*/ 478 w 12420"/>
                <a:gd name="csY14" fmla="*/ 11943 h 18631"/>
                <a:gd name="csX15" fmla="*/ 0 w 12420"/>
                <a:gd name="csY15" fmla="*/ 9555 h 18631"/>
                <a:gd name="csX16" fmla="*/ 478 w 12420"/>
                <a:gd name="csY16" fmla="*/ 9077 h 18631"/>
                <a:gd name="csX17" fmla="*/ 1911 w 12420"/>
                <a:gd name="csY17" fmla="*/ 8121 h 18631"/>
                <a:gd name="csX18" fmla="*/ 3344 w 12420"/>
                <a:gd name="csY18" fmla="*/ 5733 h 18631"/>
                <a:gd name="csX19" fmla="*/ 3822 w 12420"/>
                <a:gd name="csY19" fmla="*/ 5255 h 18631"/>
                <a:gd name="csX20" fmla="*/ 6688 w 12420"/>
                <a:gd name="csY20" fmla="*/ 0 h 18631"/>
                <a:gd name="csX21" fmla="*/ 7644 w 12420"/>
                <a:gd name="csY21" fmla="*/ 0 h 18631"/>
                <a:gd name="csX22" fmla="*/ 10032 w 12420"/>
                <a:gd name="csY22" fmla="*/ 3344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2420" h="18631">
                  <a:moveTo>
                    <a:pt x="10032" y="3344"/>
                  </a:moveTo>
                  <a:lnTo>
                    <a:pt x="12421" y="8121"/>
                  </a:lnTo>
                  <a:lnTo>
                    <a:pt x="11943" y="12421"/>
                  </a:lnTo>
                  <a:lnTo>
                    <a:pt x="11465" y="18154"/>
                  </a:lnTo>
                  <a:lnTo>
                    <a:pt x="10510" y="17676"/>
                  </a:lnTo>
                  <a:lnTo>
                    <a:pt x="9555" y="17676"/>
                  </a:lnTo>
                  <a:lnTo>
                    <a:pt x="8121" y="18631"/>
                  </a:lnTo>
                  <a:lnTo>
                    <a:pt x="6688" y="18154"/>
                  </a:lnTo>
                  <a:lnTo>
                    <a:pt x="5733" y="17676"/>
                  </a:lnTo>
                  <a:lnTo>
                    <a:pt x="5733" y="16721"/>
                  </a:lnTo>
                  <a:lnTo>
                    <a:pt x="5733" y="15287"/>
                  </a:lnTo>
                  <a:lnTo>
                    <a:pt x="4777" y="14332"/>
                  </a:lnTo>
                  <a:lnTo>
                    <a:pt x="1911" y="13854"/>
                  </a:lnTo>
                  <a:lnTo>
                    <a:pt x="955" y="13854"/>
                  </a:lnTo>
                  <a:lnTo>
                    <a:pt x="478" y="11943"/>
                  </a:lnTo>
                  <a:lnTo>
                    <a:pt x="0" y="9555"/>
                  </a:lnTo>
                  <a:lnTo>
                    <a:pt x="478" y="9077"/>
                  </a:lnTo>
                  <a:lnTo>
                    <a:pt x="1911" y="8121"/>
                  </a:lnTo>
                  <a:lnTo>
                    <a:pt x="3344" y="5733"/>
                  </a:lnTo>
                  <a:lnTo>
                    <a:pt x="3822" y="5255"/>
                  </a:lnTo>
                  <a:lnTo>
                    <a:pt x="6688" y="0"/>
                  </a:lnTo>
                  <a:lnTo>
                    <a:pt x="7644" y="0"/>
                  </a:lnTo>
                  <a:lnTo>
                    <a:pt x="10032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4" name="Freeform 3123">
              <a:extLst>
                <a:ext uri="{FF2B5EF4-FFF2-40B4-BE49-F238E27FC236}">
                  <a16:creationId xmlns:a16="http://schemas.microsoft.com/office/drawing/2014/main" id="{7F95F1D6-21AF-8B26-33A8-D8D5D61205B4}"/>
                </a:ext>
              </a:extLst>
            </p:cNvPr>
            <p:cNvSpPr/>
            <p:nvPr/>
          </p:nvSpPr>
          <p:spPr>
            <a:xfrm>
              <a:off x="3247298" y="3478945"/>
              <a:ext cx="7643" cy="9554"/>
            </a:xfrm>
            <a:custGeom>
              <a:avLst/>
              <a:gdLst>
                <a:gd name="csX0" fmla="*/ 6688 w 7643"/>
                <a:gd name="csY0" fmla="*/ 5255 h 9554"/>
                <a:gd name="csX1" fmla="*/ 7644 w 7643"/>
                <a:gd name="csY1" fmla="*/ 7166 h 9554"/>
                <a:gd name="csX2" fmla="*/ 6210 w 7643"/>
                <a:gd name="csY2" fmla="*/ 8121 h 9554"/>
                <a:gd name="csX3" fmla="*/ 4777 w 7643"/>
                <a:gd name="csY3" fmla="*/ 8599 h 9554"/>
                <a:gd name="csX4" fmla="*/ 3822 w 7643"/>
                <a:gd name="csY4" fmla="*/ 9077 h 9554"/>
                <a:gd name="csX5" fmla="*/ 3822 w 7643"/>
                <a:gd name="csY5" fmla="*/ 9555 h 9554"/>
                <a:gd name="csX6" fmla="*/ 955 w 7643"/>
                <a:gd name="csY6" fmla="*/ 9555 h 9554"/>
                <a:gd name="csX7" fmla="*/ 478 w 7643"/>
                <a:gd name="csY7" fmla="*/ 9077 h 9554"/>
                <a:gd name="csX8" fmla="*/ 0 w 7643"/>
                <a:gd name="csY8" fmla="*/ 7644 h 9554"/>
                <a:gd name="csX9" fmla="*/ 0 w 7643"/>
                <a:gd name="csY9" fmla="*/ 6210 h 9554"/>
                <a:gd name="csX10" fmla="*/ 955 w 7643"/>
                <a:gd name="csY10" fmla="*/ 5255 h 9554"/>
                <a:gd name="csX11" fmla="*/ 1433 w 7643"/>
                <a:gd name="csY11" fmla="*/ 3344 h 9554"/>
                <a:gd name="csX12" fmla="*/ 1911 w 7643"/>
                <a:gd name="csY12" fmla="*/ 0 h 9554"/>
                <a:gd name="csX13" fmla="*/ 5733 w 7643"/>
                <a:gd name="csY13" fmla="*/ 3822 h 9554"/>
                <a:gd name="csX14" fmla="*/ 6688 w 7643"/>
                <a:gd name="csY14" fmla="*/ 52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643" h="9554">
                  <a:moveTo>
                    <a:pt x="6688" y="5255"/>
                  </a:moveTo>
                  <a:lnTo>
                    <a:pt x="7644" y="7166"/>
                  </a:lnTo>
                  <a:lnTo>
                    <a:pt x="6210" y="8121"/>
                  </a:lnTo>
                  <a:lnTo>
                    <a:pt x="4777" y="8599"/>
                  </a:lnTo>
                  <a:lnTo>
                    <a:pt x="3822" y="9077"/>
                  </a:lnTo>
                  <a:lnTo>
                    <a:pt x="3822" y="9555"/>
                  </a:lnTo>
                  <a:lnTo>
                    <a:pt x="955" y="9555"/>
                  </a:lnTo>
                  <a:lnTo>
                    <a:pt x="478" y="9077"/>
                  </a:lnTo>
                  <a:lnTo>
                    <a:pt x="0" y="7644"/>
                  </a:lnTo>
                  <a:lnTo>
                    <a:pt x="0" y="6210"/>
                  </a:lnTo>
                  <a:lnTo>
                    <a:pt x="955" y="5255"/>
                  </a:lnTo>
                  <a:lnTo>
                    <a:pt x="1433" y="3344"/>
                  </a:lnTo>
                  <a:lnTo>
                    <a:pt x="1911" y="0"/>
                  </a:lnTo>
                  <a:lnTo>
                    <a:pt x="5733" y="3822"/>
                  </a:lnTo>
                  <a:lnTo>
                    <a:pt x="6688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5" name="Freeform 3124">
              <a:extLst>
                <a:ext uri="{FF2B5EF4-FFF2-40B4-BE49-F238E27FC236}">
                  <a16:creationId xmlns:a16="http://schemas.microsoft.com/office/drawing/2014/main" id="{C7F6EC7E-FC6F-E700-B48C-EC626F3AB5F6}"/>
                </a:ext>
              </a:extLst>
            </p:cNvPr>
            <p:cNvSpPr/>
            <p:nvPr/>
          </p:nvSpPr>
          <p:spPr>
            <a:xfrm>
              <a:off x="3237266" y="3526718"/>
              <a:ext cx="16720" cy="20542"/>
            </a:xfrm>
            <a:custGeom>
              <a:avLst/>
              <a:gdLst>
                <a:gd name="csX0" fmla="*/ 16721 w 16720"/>
                <a:gd name="csY0" fmla="*/ 13854 h 20542"/>
                <a:gd name="csX1" fmla="*/ 16243 w 16720"/>
                <a:gd name="csY1" fmla="*/ 15287 h 20542"/>
                <a:gd name="csX2" fmla="*/ 15765 w 16720"/>
                <a:gd name="csY2" fmla="*/ 18154 h 20542"/>
                <a:gd name="csX3" fmla="*/ 15287 w 16720"/>
                <a:gd name="csY3" fmla="*/ 19109 h 20542"/>
                <a:gd name="csX4" fmla="*/ 14810 w 16720"/>
                <a:gd name="csY4" fmla="*/ 20542 h 20542"/>
                <a:gd name="csX5" fmla="*/ 12899 w 16720"/>
                <a:gd name="csY5" fmla="*/ 19587 h 20542"/>
                <a:gd name="csX6" fmla="*/ 10988 w 16720"/>
                <a:gd name="csY6" fmla="*/ 18154 h 20542"/>
                <a:gd name="csX7" fmla="*/ 8599 w 16720"/>
                <a:gd name="csY7" fmla="*/ 15287 h 20542"/>
                <a:gd name="csX8" fmla="*/ 7644 w 16720"/>
                <a:gd name="csY8" fmla="*/ 12899 h 20542"/>
                <a:gd name="csX9" fmla="*/ 7166 w 16720"/>
                <a:gd name="csY9" fmla="*/ 11943 h 20542"/>
                <a:gd name="csX10" fmla="*/ 6688 w 16720"/>
                <a:gd name="csY10" fmla="*/ 11465 h 20542"/>
                <a:gd name="csX11" fmla="*/ 4777 w 16720"/>
                <a:gd name="csY11" fmla="*/ 7644 h 20542"/>
                <a:gd name="csX12" fmla="*/ 3822 w 16720"/>
                <a:gd name="csY12" fmla="*/ 4777 h 20542"/>
                <a:gd name="csX13" fmla="*/ 2389 w 16720"/>
                <a:gd name="csY13" fmla="*/ 4777 h 20542"/>
                <a:gd name="csX14" fmla="*/ 478 w 16720"/>
                <a:gd name="csY14" fmla="*/ 3822 h 20542"/>
                <a:gd name="csX15" fmla="*/ 0 w 16720"/>
                <a:gd name="csY15" fmla="*/ 2389 h 20542"/>
                <a:gd name="csX16" fmla="*/ 478 w 16720"/>
                <a:gd name="csY16" fmla="*/ 955 h 20542"/>
                <a:gd name="csX17" fmla="*/ 2866 w 16720"/>
                <a:gd name="csY17" fmla="*/ 0 h 20542"/>
                <a:gd name="csX18" fmla="*/ 7166 w 16720"/>
                <a:gd name="csY18" fmla="*/ 3822 h 20542"/>
                <a:gd name="csX19" fmla="*/ 7644 w 16720"/>
                <a:gd name="csY19" fmla="*/ 5255 h 20542"/>
                <a:gd name="csX20" fmla="*/ 9077 w 16720"/>
                <a:gd name="csY20" fmla="*/ 7166 h 20542"/>
                <a:gd name="csX21" fmla="*/ 9077 w 16720"/>
                <a:gd name="csY21" fmla="*/ 9555 h 20542"/>
                <a:gd name="csX22" fmla="*/ 10032 w 16720"/>
                <a:gd name="csY22" fmla="*/ 10510 h 20542"/>
                <a:gd name="csX23" fmla="*/ 11465 w 16720"/>
                <a:gd name="csY23" fmla="*/ 13854 h 20542"/>
                <a:gd name="csX24" fmla="*/ 11943 w 16720"/>
                <a:gd name="csY24" fmla="*/ 14332 h 20542"/>
                <a:gd name="csX25" fmla="*/ 12899 w 16720"/>
                <a:gd name="csY25" fmla="*/ 13854 h 20542"/>
                <a:gd name="csX26" fmla="*/ 13376 w 16720"/>
                <a:gd name="csY26" fmla="*/ 12899 h 20542"/>
                <a:gd name="csX27" fmla="*/ 14810 w 16720"/>
                <a:gd name="csY27" fmla="*/ 12899 h 20542"/>
                <a:gd name="csX28" fmla="*/ 15765 w 16720"/>
                <a:gd name="csY28" fmla="*/ 13376 h 20542"/>
                <a:gd name="csX29" fmla="*/ 16721 w 16720"/>
                <a:gd name="csY29" fmla="*/ 13854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6720" h="20542">
                  <a:moveTo>
                    <a:pt x="16721" y="13854"/>
                  </a:moveTo>
                  <a:lnTo>
                    <a:pt x="16243" y="15287"/>
                  </a:lnTo>
                  <a:lnTo>
                    <a:pt x="15765" y="18154"/>
                  </a:lnTo>
                  <a:lnTo>
                    <a:pt x="15287" y="19109"/>
                  </a:lnTo>
                  <a:lnTo>
                    <a:pt x="14810" y="20542"/>
                  </a:lnTo>
                  <a:lnTo>
                    <a:pt x="12899" y="19587"/>
                  </a:lnTo>
                  <a:lnTo>
                    <a:pt x="10988" y="18154"/>
                  </a:lnTo>
                  <a:lnTo>
                    <a:pt x="8599" y="15287"/>
                  </a:lnTo>
                  <a:lnTo>
                    <a:pt x="7644" y="12899"/>
                  </a:lnTo>
                  <a:lnTo>
                    <a:pt x="7166" y="11943"/>
                  </a:lnTo>
                  <a:lnTo>
                    <a:pt x="6688" y="11465"/>
                  </a:lnTo>
                  <a:lnTo>
                    <a:pt x="4777" y="7644"/>
                  </a:lnTo>
                  <a:lnTo>
                    <a:pt x="3822" y="4777"/>
                  </a:lnTo>
                  <a:lnTo>
                    <a:pt x="2389" y="4777"/>
                  </a:lnTo>
                  <a:lnTo>
                    <a:pt x="478" y="3822"/>
                  </a:lnTo>
                  <a:lnTo>
                    <a:pt x="0" y="2389"/>
                  </a:lnTo>
                  <a:lnTo>
                    <a:pt x="478" y="955"/>
                  </a:lnTo>
                  <a:lnTo>
                    <a:pt x="2866" y="0"/>
                  </a:lnTo>
                  <a:lnTo>
                    <a:pt x="7166" y="3822"/>
                  </a:lnTo>
                  <a:lnTo>
                    <a:pt x="7644" y="5255"/>
                  </a:lnTo>
                  <a:lnTo>
                    <a:pt x="9077" y="7166"/>
                  </a:lnTo>
                  <a:lnTo>
                    <a:pt x="9077" y="9555"/>
                  </a:lnTo>
                  <a:lnTo>
                    <a:pt x="10032" y="10510"/>
                  </a:lnTo>
                  <a:lnTo>
                    <a:pt x="11465" y="13854"/>
                  </a:lnTo>
                  <a:lnTo>
                    <a:pt x="11943" y="14332"/>
                  </a:lnTo>
                  <a:lnTo>
                    <a:pt x="12899" y="13854"/>
                  </a:lnTo>
                  <a:lnTo>
                    <a:pt x="13376" y="12899"/>
                  </a:lnTo>
                  <a:lnTo>
                    <a:pt x="14810" y="12899"/>
                  </a:lnTo>
                  <a:lnTo>
                    <a:pt x="15765" y="13376"/>
                  </a:lnTo>
                  <a:lnTo>
                    <a:pt x="16721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6" name="Freeform 3125">
              <a:extLst>
                <a:ext uri="{FF2B5EF4-FFF2-40B4-BE49-F238E27FC236}">
                  <a16:creationId xmlns:a16="http://schemas.microsoft.com/office/drawing/2014/main" id="{23B3A3C9-48DC-B6C9-F05B-F62085A4EC34}"/>
                </a:ext>
              </a:extLst>
            </p:cNvPr>
            <p:cNvSpPr/>
            <p:nvPr/>
          </p:nvSpPr>
          <p:spPr>
            <a:xfrm>
              <a:off x="3245387" y="3490411"/>
              <a:ext cx="8121" cy="6688"/>
            </a:xfrm>
            <a:custGeom>
              <a:avLst/>
              <a:gdLst>
                <a:gd name="csX0" fmla="*/ 7644 w 8121"/>
                <a:gd name="csY0" fmla="*/ 478 h 6688"/>
                <a:gd name="csX1" fmla="*/ 8121 w 8121"/>
                <a:gd name="csY1" fmla="*/ 1433 h 6688"/>
                <a:gd name="csX2" fmla="*/ 8121 w 8121"/>
                <a:gd name="csY2" fmla="*/ 1911 h 6688"/>
                <a:gd name="csX3" fmla="*/ 7644 w 8121"/>
                <a:gd name="csY3" fmla="*/ 2866 h 6688"/>
                <a:gd name="csX4" fmla="*/ 7644 w 8121"/>
                <a:gd name="csY4" fmla="*/ 3822 h 6688"/>
                <a:gd name="csX5" fmla="*/ 7644 w 8121"/>
                <a:gd name="csY5" fmla="*/ 4300 h 6688"/>
                <a:gd name="csX6" fmla="*/ 7166 w 8121"/>
                <a:gd name="csY6" fmla="*/ 5255 h 6688"/>
                <a:gd name="csX7" fmla="*/ 5255 w 8121"/>
                <a:gd name="csY7" fmla="*/ 6688 h 6688"/>
                <a:gd name="csX8" fmla="*/ 4300 w 8121"/>
                <a:gd name="csY8" fmla="*/ 6688 h 6688"/>
                <a:gd name="csX9" fmla="*/ 2866 w 8121"/>
                <a:gd name="csY9" fmla="*/ 6210 h 6688"/>
                <a:gd name="csX10" fmla="*/ 0 w 8121"/>
                <a:gd name="csY10" fmla="*/ 3822 h 6688"/>
                <a:gd name="csX11" fmla="*/ 0 w 8121"/>
                <a:gd name="csY11" fmla="*/ 2866 h 6688"/>
                <a:gd name="csX12" fmla="*/ 478 w 8121"/>
                <a:gd name="csY12" fmla="*/ 1911 h 6688"/>
                <a:gd name="csX13" fmla="*/ 1911 w 8121"/>
                <a:gd name="csY13" fmla="*/ 478 h 6688"/>
                <a:gd name="csX14" fmla="*/ 2866 w 8121"/>
                <a:gd name="csY14" fmla="*/ 0 h 6688"/>
                <a:gd name="csX15" fmla="*/ 6688 w 8121"/>
                <a:gd name="csY15" fmla="*/ 0 h 6688"/>
                <a:gd name="csX16" fmla="*/ 7644 w 8121"/>
                <a:gd name="csY16" fmla="*/ 47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121" h="6688">
                  <a:moveTo>
                    <a:pt x="7644" y="478"/>
                  </a:moveTo>
                  <a:lnTo>
                    <a:pt x="8121" y="1433"/>
                  </a:lnTo>
                  <a:lnTo>
                    <a:pt x="8121" y="1911"/>
                  </a:lnTo>
                  <a:lnTo>
                    <a:pt x="7644" y="2866"/>
                  </a:lnTo>
                  <a:lnTo>
                    <a:pt x="7644" y="3822"/>
                  </a:lnTo>
                  <a:lnTo>
                    <a:pt x="7644" y="4300"/>
                  </a:lnTo>
                  <a:lnTo>
                    <a:pt x="7166" y="5255"/>
                  </a:lnTo>
                  <a:lnTo>
                    <a:pt x="5255" y="6688"/>
                  </a:lnTo>
                  <a:lnTo>
                    <a:pt x="4300" y="6688"/>
                  </a:lnTo>
                  <a:lnTo>
                    <a:pt x="2866" y="6210"/>
                  </a:lnTo>
                  <a:lnTo>
                    <a:pt x="0" y="3822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1911" y="478"/>
                  </a:lnTo>
                  <a:lnTo>
                    <a:pt x="2866" y="0"/>
                  </a:lnTo>
                  <a:lnTo>
                    <a:pt x="6688" y="0"/>
                  </a:lnTo>
                  <a:lnTo>
                    <a:pt x="76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7" name="Freeform 3126">
              <a:extLst>
                <a:ext uri="{FF2B5EF4-FFF2-40B4-BE49-F238E27FC236}">
                  <a16:creationId xmlns:a16="http://schemas.microsoft.com/office/drawing/2014/main" id="{4256D7ED-C95D-84FE-E9D8-998E7AA8457B}"/>
                </a:ext>
              </a:extLst>
            </p:cNvPr>
            <p:cNvSpPr/>
            <p:nvPr/>
          </p:nvSpPr>
          <p:spPr>
            <a:xfrm>
              <a:off x="3226756" y="3469868"/>
              <a:ext cx="20542" cy="20542"/>
            </a:xfrm>
            <a:custGeom>
              <a:avLst/>
              <a:gdLst>
                <a:gd name="csX0" fmla="*/ 20542 w 20542"/>
                <a:gd name="csY0" fmla="*/ 6210 h 20542"/>
                <a:gd name="csX1" fmla="*/ 20542 w 20542"/>
                <a:gd name="csY1" fmla="*/ 7166 h 20542"/>
                <a:gd name="csX2" fmla="*/ 20065 w 20542"/>
                <a:gd name="csY2" fmla="*/ 9555 h 20542"/>
                <a:gd name="csX3" fmla="*/ 20542 w 20542"/>
                <a:gd name="csY3" fmla="*/ 11943 h 20542"/>
                <a:gd name="csX4" fmla="*/ 20065 w 20542"/>
                <a:gd name="csY4" fmla="*/ 12899 h 20542"/>
                <a:gd name="csX5" fmla="*/ 20065 w 20542"/>
                <a:gd name="csY5" fmla="*/ 14332 h 20542"/>
                <a:gd name="csX6" fmla="*/ 19587 w 20542"/>
                <a:gd name="csY6" fmla="*/ 14809 h 20542"/>
                <a:gd name="csX7" fmla="*/ 18631 w 20542"/>
                <a:gd name="csY7" fmla="*/ 14809 h 20542"/>
                <a:gd name="csX8" fmla="*/ 16721 w 20542"/>
                <a:gd name="csY8" fmla="*/ 12899 h 20542"/>
                <a:gd name="csX9" fmla="*/ 14810 w 20542"/>
                <a:gd name="csY9" fmla="*/ 9077 h 20542"/>
                <a:gd name="csX10" fmla="*/ 12899 w 20542"/>
                <a:gd name="csY10" fmla="*/ 8121 h 20542"/>
                <a:gd name="csX11" fmla="*/ 12899 w 20542"/>
                <a:gd name="csY11" fmla="*/ 8599 h 20542"/>
                <a:gd name="csX12" fmla="*/ 13377 w 20542"/>
                <a:gd name="csY12" fmla="*/ 9555 h 20542"/>
                <a:gd name="csX13" fmla="*/ 14810 w 20542"/>
                <a:gd name="csY13" fmla="*/ 11465 h 20542"/>
                <a:gd name="csX14" fmla="*/ 14810 w 20542"/>
                <a:gd name="csY14" fmla="*/ 12899 h 20542"/>
                <a:gd name="csX15" fmla="*/ 15765 w 20542"/>
                <a:gd name="csY15" fmla="*/ 14332 h 20542"/>
                <a:gd name="csX16" fmla="*/ 16243 w 20542"/>
                <a:gd name="csY16" fmla="*/ 15287 h 20542"/>
                <a:gd name="csX17" fmla="*/ 16721 w 20542"/>
                <a:gd name="csY17" fmla="*/ 16721 h 20542"/>
                <a:gd name="csX18" fmla="*/ 16721 w 20542"/>
                <a:gd name="csY18" fmla="*/ 18154 h 20542"/>
                <a:gd name="csX19" fmla="*/ 16243 w 20542"/>
                <a:gd name="csY19" fmla="*/ 19109 h 20542"/>
                <a:gd name="csX20" fmla="*/ 15765 w 20542"/>
                <a:gd name="csY20" fmla="*/ 19587 h 20542"/>
                <a:gd name="csX21" fmla="*/ 15287 w 20542"/>
                <a:gd name="csY21" fmla="*/ 20065 h 20542"/>
                <a:gd name="csX22" fmla="*/ 11943 w 20542"/>
                <a:gd name="csY22" fmla="*/ 19587 h 20542"/>
                <a:gd name="csX23" fmla="*/ 10032 w 20542"/>
                <a:gd name="csY23" fmla="*/ 20542 h 20542"/>
                <a:gd name="csX24" fmla="*/ 7644 w 20542"/>
                <a:gd name="csY24" fmla="*/ 20065 h 20542"/>
                <a:gd name="csX25" fmla="*/ 6688 w 20542"/>
                <a:gd name="csY25" fmla="*/ 19587 h 20542"/>
                <a:gd name="csX26" fmla="*/ 6688 w 20542"/>
                <a:gd name="csY26" fmla="*/ 18154 h 20542"/>
                <a:gd name="csX27" fmla="*/ 6211 w 20542"/>
                <a:gd name="csY27" fmla="*/ 15765 h 20542"/>
                <a:gd name="csX28" fmla="*/ 5733 w 20542"/>
                <a:gd name="csY28" fmla="*/ 11943 h 20542"/>
                <a:gd name="csX29" fmla="*/ 5733 w 20542"/>
                <a:gd name="csY29" fmla="*/ 9077 h 20542"/>
                <a:gd name="csX30" fmla="*/ 4300 w 20542"/>
                <a:gd name="csY30" fmla="*/ 6688 h 20542"/>
                <a:gd name="csX31" fmla="*/ 3344 w 20542"/>
                <a:gd name="csY31" fmla="*/ 4777 h 20542"/>
                <a:gd name="csX32" fmla="*/ 1433 w 20542"/>
                <a:gd name="csY32" fmla="*/ 3344 h 20542"/>
                <a:gd name="csX33" fmla="*/ 0 w 20542"/>
                <a:gd name="csY33" fmla="*/ 1911 h 20542"/>
                <a:gd name="csX34" fmla="*/ 478 w 20542"/>
                <a:gd name="csY34" fmla="*/ 955 h 20542"/>
                <a:gd name="csX35" fmla="*/ 2389 w 20542"/>
                <a:gd name="csY35" fmla="*/ 0 h 20542"/>
                <a:gd name="csX36" fmla="*/ 5255 w 20542"/>
                <a:gd name="csY36" fmla="*/ 478 h 20542"/>
                <a:gd name="csX37" fmla="*/ 12421 w 20542"/>
                <a:gd name="csY37" fmla="*/ 2389 h 20542"/>
                <a:gd name="csX38" fmla="*/ 13377 w 20542"/>
                <a:gd name="csY38" fmla="*/ 3344 h 20542"/>
                <a:gd name="csX39" fmla="*/ 14332 w 20542"/>
                <a:gd name="csY39" fmla="*/ 2389 h 20542"/>
                <a:gd name="csX40" fmla="*/ 15765 w 20542"/>
                <a:gd name="csY40" fmla="*/ 2389 h 20542"/>
                <a:gd name="csX41" fmla="*/ 18154 w 20542"/>
                <a:gd name="csY41" fmla="*/ 3344 h 20542"/>
                <a:gd name="csX42" fmla="*/ 19587 w 20542"/>
                <a:gd name="csY42" fmla="*/ 4777 h 20542"/>
                <a:gd name="csX43" fmla="*/ 20542 w 20542"/>
                <a:gd name="csY43" fmla="*/ 6210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0542" h="20542">
                  <a:moveTo>
                    <a:pt x="20542" y="6210"/>
                  </a:moveTo>
                  <a:lnTo>
                    <a:pt x="20542" y="7166"/>
                  </a:lnTo>
                  <a:lnTo>
                    <a:pt x="20065" y="9555"/>
                  </a:lnTo>
                  <a:lnTo>
                    <a:pt x="20542" y="11943"/>
                  </a:lnTo>
                  <a:lnTo>
                    <a:pt x="20065" y="12899"/>
                  </a:lnTo>
                  <a:lnTo>
                    <a:pt x="20065" y="14332"/>
                  </a:lnTo>
                  <a:lnTo>
                    <a:pt x="19587" y="14809"/>
                  </a:lnTo>
                  <a:lnTo>
                    <a:pt x="18631" y="14809"/>
                  </a:lnTo>
                  <a:lnTo>
                    <a:pt x="16721" y="12899"/>
                  </a:lnTo>
                  <a:lnTo>
                    <a:pt x="14810" y="9077"/>
                  </a:lnTo>
                  <a:lnTo>
                    <a:pt x="12899" y="8121"/>
                  </a:lnTo>
                  <a:lnTo>
                    <a:pt x="12899" y="8599"/>
                  </a:lnTo>
                  <a:lnTo>
                    <a:pt x="13377" y="9555"/>
                  </a:lnTo>
                  <a:lnTo>
                    <a:pt x="14810" y="11465"/>
                  </a:lnTo>
                  <a:lnTo>
                    <a:pt x="14810" y="12899"/>
                  </a:lnTo>
                  <a:lnTo>
                    <a:pt x="15765" y="14332"/>
                  </a:lnTo>
                  <a:lnTo>
                    <a:pt x="16243" y="15287"/>
                  </a:lnTo>
                  <a:lnTo>
                    <a:pt x="16721" y="16721"/>
                  </a:lnTo>
                  <a:lnTo>
                    <a:pt x="16721" y="18154"/>
                  </a:lnTo>
                  <a:lnTo>
                    <a:pt x="16243" y="19109"/>
                  </a:lnTo>
                  <a:lnTo>
                    <a:pt x="15765" y="19587"/>
                  </a:lnTo>
                  <a:lnTo>
                    <a:pt x="15287" y="20065"/>
                  </a:lnTo>
                  <a:lnTo>
                    <a:pt x="11943" y="19587"/>
                  </a:lnTo>
                  <a:lnTo>
                    <a:pt x="10032" y="20542"/>
                  </a:lnTo>
                  <a:lnTo>
                    <a:pt x="7644" y="20065"/>
                  </a:lnTo>
                  <a:lnTo>
                    <a:pt x="6688" y="19587"/>
                  </a:lnTo>
                  <a:lnTo>
                    <a:pt x="6688" y="18154"/>
                  </a:lnTo>
                  <a:lnTo>
                    <a:pt x="6211" y="15765"/>
                  </a:lnTo>
                  <a:lnTo>
                    <a:pt x="5733" y="11943"/>
                  </a:lnTo>
                  <a:lnTo>
                    <a:pt x="5733" y="9077"/>
                  </a:lnTo>
                  <a:lnTo>
                    <a:pt x="4300" y="6688"/>
                  </a:lnTo>
                  <a:lnTo>
                    <a:pt x="3344" y="4777"/>
                  </a:lnTo>
                  <a:lnTo>
                    <a:pt x="1433" y="3344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2389" y="0"/>
                  </a:lnTo>
                  <a:lnTo>
                    <a:pt x="5255" y="478"/>
                  </a:lnTo>
                  <a:lnTo>
                    <a:pt x="12421" y="2389"/>
                  </a:lnTo>
                  <a:lnTo>
                    <a:pt x="13377" y="3344"/>
                  </a:lnTo>
                  <a:lnTo>
                    <a:pt x="14332" y="2389"/>
                  </a:lnTo>
                  <a:lnTo>
                    <a:pt x="15765" y="2389"/>
                  </a:lnTo>
                  <a:lnTo>
                    <a:pt x="18154" y="3344"/>
                  </a:lnTo>
                  <a:lnTo>
                    <a:pt x="19587" y="4777"/>
                  </a:lnTo>
                  <a:lnTo>
                    <a:pt x="20542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8" name="Freeform 3127">
              <a:extLst>
                <a:ext uri="{FF2B5EF4-FFF2-40B4-BE49-F238E27FC236}">
                  <a16:creationId xmlns:a16="http://schemas.microsoft.com/office/drawing/2014/main" id="{56ADF494-43A0-2408-42DB-5042285842EB}"/>
                </a:ext>
              </a:extLst>
            </p:cNvPr>
            <p:cNvSpPr/>
            <p:nvPr/>
          </p:nvSpPr>
          <p:spPr>
            <a:xfrm>
              <a:off x="3231533" y="3519552"/>
              <a:ext cx="9076" cy="9076"/>
            </a:xfrm>
            <a:custGeom>
              <a:avLst/>
              <a:gdLst>
                <a:gd name="csX0" fmla="*/ 9077 w 9076"/>
                <a:gd name="csY0" fmla="*/ 1433 h 9076"/>
                <a:gd name="csX1" fmla="*/ 9077 w 9076"/>
                <a:gd name="csY1" fmla="*/ 1911 h 9076"/>
                <a:gd name="csX2" fmla="*/ 6211 w 9076"/>
                <a:gd name="csY2" fmla="*/ 3822 h 9076"/>
                <a:gd name="csX3" fmla="*/ 6211 w 9076"/>
                <a:gd name="csY3" fmla="*/ 4300 h 9076"/>
                <a:gd name="csX4" fmla="*/ 5733 w 9076"/>
                <a:gd name="csY4" fmla="*/ 5733 h 9076"/>
                <a:gd name="csX5" fmla="*/ 4777 w 9076"/>
                <a:gd name="csY5" fmla="*/ 6210 h 9076"/>
                <a:gd name="csX6" fmla="*/ 3822 w 9076"/>
                <a:gd name="csY6" fmla="*/ 7644 h 9076"/>
                <a:gd name="csX7" fmla="*/ 1911 w 9076"/>
                <a:gd name="csY7" fmla="*/ 9077 h 9076"/>
                <a:gd name="csX8" fmla="*/ 1911 w 9076"/>
                <a:gd name="csY8" fmla="*/ 4300 h 9076"/>
                <a:gd name="csX9" fmla="*/ 0 w 9076"/>
                <a:gd name="csY9" fmla="*/ 1911 h 9076"/>
                <a:gd name="csX10" fmla="*/ 1911 w 9076"/>
                <a:gd name="csY10" fmla="*/ 478 h 9076"/>
                <a:gd name="csX11" fmla="*/ 3344 w 9076"/>
                <a:gd name="csY11" fmla="*/ 955 h 9076"/>
                <a:gd name="csX12" fmla="*/ 5733 w 9076"/>
                <a:gd name="csY12" fmla="*/ 955 h 9076"/>
                <a:gd name="csX13" fmla="*/ 7644 w 9076"/>
                <a:gd name="csY13" fmla="*/ 0 h 9076"/>
                <a:gd name="csX14" fmla="*/ 8599 w 9076"/>
                <a:gd name="csY14" fmla="*/ 478 h 9076"/>
                <a:gd name="csX15" fmla="*/ 9077 w 9076"/>
                <a:gd name="csY15" fmla="*/ 1433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9076" h="9076">
                  <a:moveTo>
                    <a:pt x="9077" y="1433"/>
                  </a:moveTo>
                  <a:lnTo>
                    <a:pt x="9077" y="1911"/>
                  </a:lnTo>
                  <a:lnTo>
                    <a:pt x="6211" y="3822"/>
                  </a:lnTo>
                  <a:lnTo>
                    <a:pt x="6211" y="4300"/>
                  </a:lnTo>
                  <a:lnTo>
                    <a:pt x="5733" y="5733"/>
                  </a:lnTo>
                  <a:lnTo>
                    <a:pt x="4777" y="6210"/>
                  </a:lnTo>
                  <a:lnTo>
                    <a:pt x="3822" y="7644"/>
                  </a:lnTo>
                  <a:lnTo>
                    <a:pt x="1911" y="9077"/>
                  </a:lnTo>
                  <a:lnTo>
                    <a:pt x="1911" y="4300"/>
                  </a:lnTo>
                  <a:lnTo>
                    <a:pt x="0" y="1911"/>
                  </a:lnTo>
                  <a:lnTo>
                    <a:pt x="1911" y="478"/>
                  </a:lnTo>
                  <a:lnTo>
                    <a:pt x="3344" y="955"/>
                  </a:lnTo>
                  <a:lnTo>
                    <a:pt x="5733" y="955"/>
                  </a:lnTo>
                  <a:lnTo>
                    <a:pt x="7644" y="0"/>
                  </a:lnTo>
                  <a:lnTo>
                    <a:pt x="8599" y="478"/>
                  </a:lnTo>
                  <a:lnTo>
                    <a:pt x="90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9" name="Freeform 3128">
              <a:extLst>
                <a:ext uri="{FF2B5EF4-FFF2-40B4-BE49-F238E27FC236}">
                  <a16:creationId xmlns:a16="http://schemas.microsoft.com/office/drawing/2014/main" id="{62677C07-8CEC-DB65-3030-C275DCCD0C68}"/>
                </a:ext>
              </a:extLst>
            </p:cNvPr>
            <p:cNvSpPr/>
            <p:nvPr/>
          </p:nvSpPr>
          <p:spPr>
            <a:xfrm>
              <a:off x="3218635" y="3474646"/>
              <a:ext cx="12898" cy="28186"/>
            </a:xfrm>
            <a:custGeom>
              <a:avLst/>
              <a:gdLst>
                <a:gd name="csX0" fmla="*/ 11943 w 12898"/>
                <a:gd name="csY0" fmla="*/ 6688 h 28186"/>
                <a:gd name="csX1" fmla="*/ 12899 w 12898"/>
                <a:gd name="csY1" fmla="*/ 9077 h 28186"/>
                <a:gd name="csX2" fmla="*/ 12421 w 12898"/>
                <a:gd name="csY2" fmla="*/ 10988 h 28186"/>
                <a:gd name="csX3" fmla="*/ 11465 w 12898"/>
                <a:gd name="csY3" fmla="*/ 10510 h 28186"/>
                <a:gd name="csX4" fmla="*/ 10510 w 12898"/>
                <a:gd name="csY4" fmla="*/ 11465 h 28186"/>
                <a:gd name="csX5" fmla="*/ 10032 w 12898"/>
                <a:gd name="csY5" fmla="*/ 14809 h 28186"/>
                <a:gd name="csX6" fmla="*/ 10510 w 12898"/>
                <a:gd name="csY6" fmla="*/ 17676 h 28186"/>
                <a:gd name="csX7" fmla="*/ 10032 w 12898"/>
                <a:gd name="csY7" fmla="*/ 21020 h 28186"/>
                <a:gd name="csX8" fmla="*/ 9077 w 12898"/>
                <a:gd name="csY8" fmla="*/ 24364 h 28186"/>
                <a:gd name="csX9" fmla="*/ 8599 w 12898"/>
                <a:gd name="csY9" fmla="*/ 26275 h 28186"/>
                <a:gd name="csX10" fmla="*/ 8121 w 12898"/>
                <a:gd name="csY10" fmla="*/ 27230 h 28186"/>
                <a:gd name="csX11" fmla="*/ 7644 w 12898"/>
                <a:gd name="csY11" fmla="*/ 27230 h 28186"/>
                <a:gd name="csX12" fmla="*/ 7166 w 12898"/>
                <a:gd name="csY12" fmla="*/ 26753 h 28186"/>
                <a:gd name="csX13" fmla="*/ 6210 w 12898"/>
                <a:gd name="csY13" fmla="*/ 26275 h 28186"/>
                <a:gd name="csX14" fmla="*/ 5255 w 12898"/>
                <a:gd name="csY14" fmla="*/ 28186 h 28186"/>
                <a:gd name="csX15" fmla="*/ 3822 w 12898"/>
                <a:gd name="csY15" fmla="*/ 28186 h 28186"/>
                <a:gd name="csX16" fmla="*/ 2866 w 12898"/>
                <a:gd name="csY16" fmla="*/ 23886 h 28186"/>
                <a:gd name="csX17" fmla="*/ 3822 w 12898"/>
                <a:gd name="csY17" fmla="*/ 17198 h 28186"/>
                <a:gd name="csX18" fmla="*/ 6210 w 12898"/>
                <a:gd name="csY18" fmla="*/ 15765 h 28186"/>
                <a:gd name="csX19" fmla="*/ 4777 w 12898"/>
                <a:gd name="csY19" fmla="*/ 13854 h 28186"/>
                <a:gd name="csX20" fmla="*/ 1911 w 12898"/>
                <a:gd name="csY20" fmla="*/ 11465 h 28186"/>
                <a:gd name="csX21" fmla="*/ 2389 w 12898"/>
                <a:gd name="csY21" fmla="*/ 10510 h 28186"/>
                <a:gd name="csX22" fmla="*/ 0 w 12898"/>
                <a:gd name="csY22" fmla="*/ 6688 h 28186"/>
                <a:gd name="csX23" fmla="*/ 0 w 12898"/>
                <a:gd name="csY23" fmla="*/ 5733 h 28186"/>
                <a:gd name="csX24" fmla="*/ 478 w 12898"/>
                <a:gd name="csY24" fmla="*/ 2866 h 28186"/>
                <a:gd name="csX25" fmla="*/ 2389 w 12898"/>
                <a:gd name="csY25" fmla="*/ 478 h 28186"/>
                <a:gd name="csX26" fmla="*/ 4777 w 12898"/>
                <a:gd name="csY26" fmla="*/ 0 h 28186"/>
                <a:gd name="csX27" fmla="*/ 6688 w 12898"/>
                <a:gd name="csY27" fmla="*/ 955 h 28186"/>
                <a:gd name="csX28" fmla="*/ 7644 w 12898"/>
                <a:gd name="csY28" fmla="*/ 1911 h 28186"/>
                <a:gd name="csX29" fmla="*/ 8121 w 12898"/>
                <a:gd name="csY29" fmla="*/ 2866 h 28186"/>
                <a:gd name="csX30" fmla="*/ 9077 w 12898"/>
                <a:gd name="csY30" fmla="*/ 5255 h 28186"/>
                <a:gd name="csX31" fmla="*/ 10988 w 12898"/>
                <a:gd name="csY31" fmla="*/ 4777 h 28186"/>
                <a:gd name="csX32" fmla="*/ 11943 w 12898"/>
                <a:gd name="csY32" fmla="*/ 6688 h 28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2898" h="28186">
                  <a:moveTo>
                    <a:pt x="11943" y="6688"/>
                  </a:moveTo>
                  <a:lnTo>
                    <a:pt x="12899" y="9077"/>
                  </a:lnTo>
                  <a:lnTo>
                    <a:pt x="12421" y="10988"/>
                  </a:lnTo>
                  <a:lnTo>
                    <a:pt x="11465" y="10510"/>
                  </a:lnTo>
                  <a:lnTo>
                    <a:pt x="10510" y="11465"/>
                  </a:lnTo>
                  <a:lnTo>
                    <a:pt x="10032" y="14809"/>
                  </a:lnTo>
                  <a:lnTo>
                    <a:pt x="10510" y="17676"/>
                  </a:lnTo>
                  <a:lnTo>
                    <a:pt x="10032" y="21020"/>
                  </a:lnTo>
                  <a:lnTo>
                    <a:pt x="9077" y="24364"/>
                  </a:lnTo>
                  <a:lnTo>
                    <a:pt x="8599" y="26275"/>
                  </a:lnTo>
                  <a:lnTo>
                    <a:pt x="8121" y="27230"/>
                  </a:lnTo>
                  <a:lnTo>
                    <a:pt x="7644" y="27230"/>
                  </a:lnTo>
                  <a:lnTo>
                    <a:pt x="7166" y="26753"/>
                  </a:lnTo>
                  <a:lnTo>
                    <a:pt x="6210" y="26275"/>
                  </a:lnTo>
                  <a:lnTo>
                    <a:pt x="5255" y="28186"/>
                  </a:lnTo>
                  <a:lnTo>
                    <a:pt x="3822" y="28186"/>
                  </a:lnTo>
                  <a:lnTo>
                    <a:pt x="2866" y="23886"/>
                  </a:lnTo>
                  <a:lnTo>
                    <a:pt x="3822" y="17198"/>
                  </a:lnTo>
                  <a:lnTo>
                    <a:pt x="6210" y="15765"/>
                  </a:lnTo>
                  <a:lnTo>
                    <a:pt x="4777" y="13854"/>
                  </a:lnTo>
                  <a:lnTo>
                    <a:pt x="1911" y="11465"/>
                  </a:lnTo>
                  <a:lnTo>
                    <a:pt x="2389" y="10510"/>
                  </a:lnTo>
                  <a:lnTo>
                    <a:pt x="0" y="6688"/>
                  </a:lnTo>
                  <a:lnTo>
                    <a:pt x="0" y="5733"/>
                  </a:lnTo>
                  <a:lnTo>
                    <a:pt x="478" y="2866"/>
                  </a:lnTo>
                  <a:lnTo>
                    <a:pt x="2389" y="478"/>
                  </a:lnTo>
                  <a:lnTo>
                    <a:pt x="4777" y="0"/>
                  </a:lnTo>
                  <a:lnTo>
                    <a:pt x="6688" y="955"/>
                  </a:lnTo>
                  <a:lnTo>
                    <a:pt x="7644" y="1911"/>
                  </a:lnTo>
                  <a:lnTo>
                    <a:pt x="8121" y="2866"/>
                  </a:lnTo>
                  <a:lnTo>
                    <a:pt x="9077" y="5255"/>
                  </a:lnTo>
                  <a:lnTo>
                    <a:pt x="10988" y="4777"/>
                  </a:lnTo>
                  <a:lnTo>
                    <a:pt x="11943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0" name="Freeform 3129">
              <a:extLst>
                <a:ext uri="{FF2B5EF4-FFF2-40B4-BE49-F238E27FC236}">
                  <a16:creationId xmlns:a16="http://schemas.microsoft.com/office/drawing/2014/main" id="{D27EF430-B9ED-DCC9-3BD5-D6952D3EB504}"/>
                </a:ext>
              </a:extLst>
            </p:cNvPr>
            <p:cNvSpPr/>
            <p:nvPr/>
          </p:nvSpPr>
          <p:spPr>
            <a:xfrm>
              <a:off x="3207647" y="3426395"/>
              <a:ext cx="21975" cy="44428"/>
            </a:xfrm>
            <a:custGeom>
              <a:avLst/>
              <a:gdLst>
                <a:gd name="csX0" fmla="*/ 21498 w 21975"/>
                <a:gd name="csY0" fmla="*/ 21976 h 44428"/>
                <a:gd name="csX1" fmla="*/ 21976 w 21975"/>
                <a:gd name="csY1" fmla="*/ 24842 h 44428"/>
                <a:gd name="csX2" fmla="*/ 21976 w 21975"/>
                <a:gd name="csY2" fmla="*/ 25320 h 44428"/>
                <a:gd name="csX3" fmla="*/ 20065 w 21975"/>
                <a:gd name="csY3" fmla="*/ 23409 h 44428"/>
                <a:gd name="csX4" fmla="*/ 18631 w 21975"/>
                <a:gd name="csY4" fmla="*/ 19587 h 44428"/>
                <a:gd name="csX5" fmla="*/ 18154 w 21975"/>
                <a:gd name="csY5" fmla="*/ 18154 h 44428"/>
                <a:gd name="csX6" fmla="*/ 17198 w 21975"/>
                <a:gd name="csY6" fmla="*/ 17676 h 44428"/>
                <a:gd name="csX7" fmla="*/ 16721 w 21975"/>
                <a:gd name="csY7" fmla="*/ 16243 h 44428"/>
                <a:gd name="csX8" fmla="*/ 15287 w 21975"/>
                <a:gd name="csY8" fmla="*/ 12899 h 44428"/>
                <a:gd name="csX9" fmla="*/ 15287 w 21975"/>
                <a:gd name="csY9" fmla="*/ 11465 h 44428"/>
                <a:gd name="csX10" fmla="*/ 14332 w 21975"/>
                <a:gd name="csY10" fmla="*/ 10988 h 44428"/>
                <a:gd name="csX11" fmla="*/ 13854 w 21975"/>
                <a:gd name="csY11" fmla="*/ 10510 h 44428"/>
                <a:gd name="csX12" fmla="*/ 12899 w 21975"/>
                <a:gd name="csY12" fmla="*/ 10510 h 44428"/>
                <a:gd name="csX13" fmla="*/ 12421 w 21975"/>
                <a:gd name="csY13" fmla="*/ 10988 h 44428"/>
                <a:gd name="csX14" fmla="*/ 12899 w 21975"/>
                <a:gd name="csY14" fmla="*/ 13376 h 44428"/>
                <a:gd name="csX15" fmla="*/ 13377 w 21975"/>
                <a:gd name="csY15" fmla="*/ 16243 h 44428"/>
                <a:gd name="csX16" fmla="*/ 17198 w 21975"/>
                <a:gd name="csY16" fmla="*/ 21976 h 44428"/>
                <a:gd name="csX17" fmla="*/ 19587 w 21975"/>
                <a:gd name="csY17" fmla="*/ 25320 h 44428"/>
                <a:gd name="csX18" fmla="*/ 20065 w 21975"/>
                <a:gd name="csY18" fmla="*/ 26275 h 44428"/>
                <a:gd name="csX19" fmla="*/ 20065 w 21975"/>
                <a:gd name="csY19" fmla="*/ 29142 h 44428"/>
                <a:gd name="csX20" fmla="*/ 19109 w 21975"/>
                <a:gd name="csY20" fmla="*/ 30575 h 44428"/>
                <a:gd name="csX21" fmla="*/ 20542 w 21975"/>
                <a:gd name="csY21" fmla="*/ 33441 h 44428"/>
                <a:gd name="csX22" fmla="*/ 20542 w 21975"/>
                <a:gd name="csY22" fmla="*/ 33919 h 44428"/>
                <a:gd name="csX23" fmla="*/ 20065 w 21975"/>
                <a:gd name="csY23" fmla="*/ 34396 h 44428"/>
                <a:gd name="csX24" fmla="*/ 16721 w 21975"/>
                <a:gd name="csY24" fmla="*/ 35830 h 44428"/>
                <a:gd name="csX25" fmla="*/ 13377 w 21975"/>
                <a:gd name="csY25" fmla="*/ 41085 h 44428"/>
                <a:gd name="csX26" fmla="*/ 10032 w 21975"/>
                <a:gd name="csY26" fmla="*/ 43951 h 44428"/>
                <a:gd name="csX27" fmla="*/ 8599 w 21975"/>
                <a:gd name="csY27" fmla="*/ 44429 h 44428"/>
                <a:gd name="csX28" fmla="*/ 7644 w 21975"/>
                <a:gd name="csY28" fmla="*/ 43951 h 44428"/>
                <a:gd name="csX29" fmla="*/ 7166 w 21975"/>
                <a:gd name="csY29" fmla="*/ 42996 h 44428"/>
                <a:gd name="csX30" fmla="*/ 6688 w 21975"/>
                <a:gd name="csY30" fmla="*/ 41085 h 44428"/>
                <a:gd name="csX31" fmla="*/ 6211 w 21975"/>
                <a:gd name="csY31" fmla="*/ 39174 h 44428"/>
                <a:gd name="csX32" fmla="*/ 7166 w 21975"/>
                <a:gd name="csY32" fmla="*/ 38218 h 44428"/>
                <a:gd name="csX33" fmla="*/ 9077 w 21975"/>
                <a:gd name="csY33" fmla="*/ 32008 h 44428"/>
                <a:gd name="csX34" fmla="*/ 9077 w 21975"/>
                <a:gd name="csY34" fmla="*/ 29619 h 44428"/>
                <a:gd name="csX35" fmla="*/ 6688 w 21975"/>
                <a:gd name="csY35" fmla="*/ 26753 h 44428"/>
                <a:gd name="csX36" fmla="*/ 5733 w 21975"/>
                <a:gd name="csY36" fmla="*/ 24364 h 44428"/>
                <a:gd name="csX37" fmla="*/ 4777 w 21975"/>
                <a:gd name="csY37" fmla="*/ 21020 h 44428"/>
                <a:gd name="csX38" fmla="*/ 3822 w 21975"/>
                <a:gd name="csY38" fmla="*/ 12421 h 44428"/>
                <a:gd name="csX39" fmla="*/ 3344 w 21975"/>
                <a:gd name="csY39" fmla="*/ 9555 h 44428"/>
                <a:gd name="csX40" fmla="*/ 2389 w 21975"/>
                <a:gd name="csY40" fmla="*/ 7166 h 44428"/>
                <a:gd name="csX41" fmla="*/ 1433 w 21975"/>
                <a:gd name="csY41" fmla="*/ 5255 h 44428"/>
                <a:gd name="csX42" fmla="*/ 956 w 21975"/>
                <a:gd name="csY42" fmla="*/ 2866 h 44428"/>
                <a:gd name="csX43" fmla="*/ 0 w 21975"/>
                <a:gd name="csY43" fmla="*/ 955 h 44428"/>
                <a:gd name="csX44" fmla="*/ 478 w 21975"/>
                <a:gd name="csY44" fmla="*/ 0 h 44428"/>
                <a:gd name="csX45" fmla="*/ 1911 w 21975"/>
                <a:gd name="csY45" fmla="*/ 955 h 44428"/>
                <a:gd name="csX46" fmla="*/ 4300 w 21975"/>
                <a:gd name="csY46" fmla="*/ 4300 h 44428"/>
                <a:gd name="csX47" fmla="*/ 5255 w 21975"/>
                <a:gd name="csY47" fmla="*/ 6688 h 44428"/>
                <a:gd name="csX48" fmla="*/ 10510 w 21975"/>
                <a:gd name="csY48" fmla="*/ 7166 h 44428"/>
                <a:gd name="csX49" fmla="*/ 13854 w 21975"/>
                <a:gd name="csY49" fmla="*/ 7166 h 44428"/>
                <a:gd name="csX50" fmla="*/ 17198 w 21975"/>
                <a:gd name="csY50" fmla="*/ 12421 h 44428"/>
                <a:gd name="csX51" fmla="*/ 19587 w 21975"/>
                <a:gd name="csY51" fmla="*/ 16243 h 44428"/>
                <a:gd name="csX52" fmla="*/ 20542 w 21975"/>
                <a:gd name="csY52" fmla="*/ 19109 h 44428"/>
                <a:gd name="csX53" fmla="*/ 21498 w 21975"/>
                <a:gd name="csY53" fmla="*/ 21976 h 44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21975" h="44428">
                  <a:moveTo>
                    <a:pt x="21498" y="21976"/>
                  </a:moveTo>
                  <a:lnTo>
                    <a:pt x="21976" y="24842"/>
                  </a:lnTo>
                  <a:lnTo>
                    <a:pt x="21976" y="25320"/>
                  </a:lnTo>
                  <a:lnTo>
                    <a:pt x="20065" y="23409"/>
                  </a:lnTo>
                  <a:lnTo>
                    <a:pt x="18631" y="19587"/>
                  </a:lnTo>
                  <a:lnTo>
                    <a:pt x="18154" y="18154"/>
                  </a:lnTo>
                  <a:lnTo>
                    <a:pt x="17198" y="17676"/>
                  </a:lnTo>
                  <a:lnTo>
                    <a:pt x="16721" y="16243"/>
                  </a:lnTo>
                  <a:lnTo>
                    <a:pt x="15287" y="12899"/>
                  </a:lnTo>
                  <a:lnTo>
                    <a:pt x="15287" y="11465"/>
                  </a:lnTo>
                  <a:lnTo>
                    <a:pt x="14332" y="10988"/>
                  </a:lnTo>
                  <a:lnTo>
                    <a:pt x="13854" y="10510"/>
                  </a:lnTo>
                  <a:lnTo>
                    <a:pt x="12899" y="10510"/>
                  </a:lnTo>
                  <a:lnTo>
                    <a:pt x="12421" y="10988"/>
                  </a:lnTo>
                  <a:lnTo>
                    <a:pt x="12899" y="13376"/>
                  </a:lnTo>
                  <a:lnTo>
                    <a:pt x="13377" y="16243"/>
                  </a:lnTo>
                  <a:lnTo>
                    <a:pt x="17198" y="21976"/>
                  </a:lnTo>
                  <a:lnTo>
                    <a:pt x="19587" y="25320"/>
                  </a:lnTo>
                  <a:lnTo>
                    <a:pt x="20065" y="26275"/>
                  </a:lnTo>
                  <a:lnTo>
                    <a:pt x="20065" y="29142"/>
                  </a:lnTo>
                  <a:lnTo>
                    <a:pt x="19109" y="30575"/>
                  </a:lnTo>
                  <a:lnTo>
                    <a:pt x="20542" y="33441"/>
                  </a:lnTo>
                  <a:lnTo>
                    <a:pt x="20542" y="33919"/>
                  </a:lnTo>
                  <a:lnTo>
                    <a:pt x="20065" y="34396"/>
                  </a:lnTo>
                  <a:lnTo>
                    <a:pt x="16721" y="35830"/>
                  </a:lnTo>
                  <a:lnTo>
                    <a:pt x="13377" y="41085"/>
                  </a:lnTo>
                  <a:lnTo>
                    <a:pt x="10032" y="43951"/>
                  </a:lnTo>
                  <a:lnTo>
                    <a:pt x="8599" y="44429"/>
                  </a:lnTo>
                  <a:lnTo>
                    <a:pt x="7644" y="43951"/>
                  </a:lnTo>
                  <a:lnTo>
                    <a:pt x="7166" y="42996"/>
                  </a:lnTo>
                  <a:lnTo>
                    <a:pt x="6688" y="41085"/>
                  </a:lnTo>
                  <a:lnTo>
                    <a:pt x="6211" y="39174"/>
                  </a:lnTo>
                  <a:lnTo>
                    <a:pt x="7166" y="38218"/>
                  </a:lnTo>
                  <a:lnTo>
                    <a:pt x="9077" y="32008"/>
                  </a:lnTo>
                  <a:lnTo>
                    <a:pt x="9077" y="29619"/>
                  </a:lnTo>
                  <a:lnTo>
                    <a:pt x="6688" y="26753"/>
                  </a:lnTo>
                  <a:lnTo>
                    <a:pt x="5733" y="24364"/>
                  </a:lnTo>
                  <a:lnTo>
                    <a:pt x="4777" y="21020"/>
                  </a:lnTo>
                  <a:lnTo>
                    <a:pt x="3822" y="12421"/>
                  </a:lnTo>
                  <a:lnTo>
                    <a:pt x="3344" y="9555"/>
                  </a:lnTo>
                  <a:lnTo>
                    <a:pt x="2389" y="7166"/>
                  </a:lnTo>
                  <a:lnTo>
                    <a:pt x="1433" y="5255"/>
                  </a:lnTo>
                  <a:lnTo>
                    <a:pt x="956" y="2866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911" y="955"/>
                  </a:lnTo>
                  <a:lnTo>
                    <a:pt x="4300" y="4300"/>
                  </a:lnTo>
                  <a:lnTo>
                    <a:pt x="5255" y="6688"/>
                  </a:lnTo>
                  <a:lnTo>
                    <a:pt x="10510" y="7166"/>
                  </a:lnTo>
                  <a:lnTo>
                    <a:pt x="13854" y="7166"/>
                  </a:lnTo>
                  <a:lnTo>
                    <a:pt x="17198" y="12421"/>
                  </a:lnTo>
                  <a:lnTo>
                    <a:pt x="19587" y="16243"/>
                  </a:lnTo>
                  <a:lnTo>
                    <a:pt x="20542" y="19109"/>
                  </a:lnTo>
                  <a:lnTo>
                    <a:pt x="21498" y="2197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1" name="Freeform 3130">
              <a:extLst>
                <a:ext uri="{FF2B5EF4-FFF2-40B4-BE49-F238E27FC236}">
                  <a16:creationId xmlns:a16="http://schemas.microsoft.com/office/drawing/2014/main" id="{63DDFF55-6EBF-510A-C3F1-786981B972D6}"/>
                </a:ext>
              </a:extLst>
            </p:cNvPr>
            <p:cNvSpPr/>
            <p:nvPr/>
          </p:nvSpPr>
          <p:spPr>
            <a:xfrm>
              <a:off x="3213380" y="3426873"/>
              <a:ext cx="6688" cy="4777"/>
            </a:xfrm>
            <a:custGeom>
              <a:avLst/>
              <a:gdLst>
                <a:gd name="csX0" fmla="*/ 5255 w 6688"/>
                <a:gd name="csY0" fmla="*/ 1911 h 4777"/>
                <a:gd name="csX1" fmla="*/ 6688 w 6688"/>
                <a:gd name="csY1" fmla="*/ 3822 h 4777"/>
                <a:gd name="csX2" fmla="*/ 6688 w 6688"/>
                <a:gd name="csY2" fmla="*/ 4777 h 4777"/>
                <a:gd name="csX3" fmla="*/ 3822 w 6688"/>
                <a:gd name="csY3" fmla="*/ 4300 h 4777"/>
                <a:gd name="csX4" fmla="*/ 1433 w 6688"/>
                <a:gd name="csY4" fmla="*/ 3344 h 4777"/>
                <a:gd name="csX5" fmla="*/ 0 w 6688"/>
                <a:gd name="csY5" fmla="*/ 1433 h 4777"/>
                <a:gd name="csX6" fmla="*/ 0 w 6688"/>
                <a:gd name="csY6" fmla="*/ 955 h 4777"/>
                <a:gd name="csX7" fmla="*/ 2866 w 6688"/>
                <a:gd name="csY7" fmla="*/ 0 h 4777"/>
                <a:gd name="csX8" fmla="*/ 5255 w 6688"/>
                <a:gd name="csY8" fmla="*/ 1911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688" h="4777">
                  <a:moveTo>
                    <a:pt x="5255" y="1911"/>
                  </a:moveTo>
                  <a:lnTo>
                    <a:pt x="6688" y="3822"/>
                  </a:lnTo>
                  <a:lnTo>
                    <a:pt x="6688" y="4777"/>
                  </a:lnTo>
                  <a:lnTo>
                    <a:pt x="3822" y="4300"/>
                  </a:lnTo>
                  <a:lnTo>
                    <a:pt x="1433" y="3344"/>
                  </a:lnTo>
                  <a:lnTo>
                    <a:pt x="0" y="1433"/>
                  </a:lnTo>
                  <a:lnTo>
                    <a:pt x="0" y="955"/>
                  </a:lnTo>
                  <a:lnTo>
                    <a:pt x="2866" y="0"/>
                  </a:lnTo>
                  <a:lnTo>
                    <a:pt x="52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2" name="Freeform 3131">
              <a:extLst>
                <a:ext uri="{FF2B5EF4-FFF2-40B4-BE49-F238E27FC236}">
                  <a16:creationId xmlns:a16="http://schemas.microsoft.com/office/drawing/2014/main" id="{B6162844-17A6-9790-78E9-2F27A67483EC}"/>
                </a:ext>
              </a:extLst>
            </p:cNvPr>
            <p:cNvSpPr/>
            <p:nvPr/>
          </p:nvSpPr>
          <p:spPr>
            <a:xfrm>
              <a:off x="3189971" y="3454103"/>
              <a:ext cx="24364" cy="43951"/>
            </a:xfrm>
            <a:custGeom>
              <a:avLst/>
              <a:gdLst>
                <a:gd name="csX0" fmla="*/ 23886 w 24364"/>
                <a:gd name="csY0" fmla="*/ 27708 h 43951"/>
                <a:gd name="csX1" fmla="*/ 24364 w 24364"/>
                <a:gd name="csY1" fmla="*/ 31530 h 43951"/>
                <a:gd name="csX2" fmla="*/ 23886 w 24364"/>
                <a:gd name="csY2" fmla="*/ 32008 h 43951"/>
                <a:gd name="csX3" fmla="*/ 23409 w 24364"/>
                <a:gd name="csY3" fmla="*/ 32963 h 43951"/>
                <a:gd name="csX4" fmla="*/ 23409 w 24364"/>
                <a:gd name="csY4" fmla="*/ 33919 h 43951"/>
                <a:gd name="csX5" fmla="*/ 23886 w 24364"/>
                <a:gd name="csY5" fmla="*/ 36785 h 43951"/>
                <a:gd name="csX6" fmla="*/ 23886 w 24364"/>
                <a:gd name="csY6" fmla="*/ 41085 h 43951"/>
                <a:gd name="csX7" fmla="*/ 23409 w 24364"/>
                <a:gd name="csY7" fmla="*/ 43473 h 43951"/>
                <a:gd name="csX8" fmla="*/ 22931 w 24364"/>
                <a:gd name="csY8" fmla="*/ 43951 h 43951"/>
                <a:gd name="csX9" fmla="*/ 21498 w 24364"/>
                <a:gd name="csY9" fmla="*/ 42996 h 43951"/>
                <a:gd name="csX10" fmla="*/ 20542 w 24364"/>
                <a:gd name="csY10" fmla="*/ 42040 h 43951"/>
                <a:gd name="csX11" fmla="*/ 19587 w 24364"/>
                <a:gd name="csY11" fmla="*/ 40607 h 43951"/>
                <a:gd name="csX12" fmla="*/ 17676 w 24364"/>
                <a:gd name="csY12" fmla="*/ 36307 h 43951"/>
                <a:gd name="csX13" fmla="*/ 16721 w 24364"/>
                <a:gd name="csY13" fmla="*/ 33919 h 43951"/>
                <a:gd name="csX14" fmla="*/ 16721 w 24364"/>
                <a:gd name="csY14" fmla="*/ 32486 h 43951"/>
                <a:gd name="csX15" fmla="*/ 17198 w 24364"/>
                <a:gd name="csY15" fmla="*/ 31530 h 43951"/>
                <a:gd name="csX16" fmla="*/ 17676 w 24364"/>
                <a:gd name="csY16" fmla="*/ 31052 h 43951"/>
                <a:gd name="csX17" fmla="*/ 19109 w 24364"/>
                <a:gd name="csY17" fmla="*/ 29142 h 43951"/>
                <a:gd name="csX18" fmla="*/ 18631 w 24364"/>
                <a:gd name="csY18" fmla="*/ 28664 h 43951"/>
                <a:gd name="csX19" fmla="*/ 18154 w 24364"/>
                <a:gd name="csY19" fmla="*/ 29142 h 43951"/>
                <a:gd name="csX20" fmla="*/ 16243 w 24364"/>
                <a:gd name="csY20" fmla="*/ 29619 h 43951"/>
                <a:gd name="csX21" fmla="*/ 14809 w 24364"/>
                <a:gd name="csY21" fmla="*/ 28186 h 43951"/>
                <a:gd name="csX22" fmla="*/ 13376 w 24364"/>
                <a:gd name="csY22" fmla="*/ 27231 h 43951"/>
                <a:gd name="csX23" fmla="*/ 13854 w 24364"/>
                <a:gd name="csY23" fmla="*/ 24842 h 43951"/>
                <a:gd name="csX24" fmla="*/ 13376 w 24364"/>
                <a:gd name="csY24" fmla="*/ 23886 h 43951"/>
                <a:gd name="csX25" fmla="*/ 10988 w 24364"/>
                <a:gd name="csY25" fmla="*/ 24842 h 43951"/>
                <a:gd name="csX26" fmla="*/ 10032 w 24364"/>
                <a:gd name="csY26" fmla="*/ 23886 h 43951"/>
                <a:gd name="csX27" fmla="*/ 9555 w 24364"/>
                <a:gd name="csY27" fmla="*/ 22931 h 43951"/>
                <a:gd name="csX28" fmla="*/ 10032 w 24364"/>
                <a:gd name="csY28" fmla="*/ 21498 h 43951"/>
                <a:gd name="csX29" fmla="*/ 10510 w 24364"/>
                <a:gd name="csY29" fmla="*/ 20542 h 43951"/>
                <a:gd name="csX30" fmla="*/ 12421 w 24364"/>
                <a:gd name="csY30" fmla="*/ 17198 h 43951"/>
                <a:gd name="csX31" fmla="*/ 12421 w 24364"/>
                <a:gd name="csY31" fmla="*/ 16721 h 43951"/>
                <a:gd name="csX32" fmla="*/ 11465 w 24364"/>
                <a:gd name="csY32" fmla="*/ 16721 h 43951"/>
                <a:gd name="csX33" fmla="*/ 9555 w 24364"/>
                <a:gd name="csY33" fmla="*/ 15287 h 43951"/>
                <a:gd name="csX34" fmla="*/ 9077 w 24364"/>
                <a:gd name="csY34" fmla="*/ 11943 h 43951"/>
                <a:gd name="csX35" fmla="*/ 7644 w 24364"/>
                <a:gd name="csY35" fmla="*/ 10032 h 43951"/>
                <a:gd name="csX36" fmla="*/ 6688 w 24364"/>
                <a:gd name="csY36" fmla="*/ 10032 h 43951"/>
                <a:gd name="csX37" fmla="*/ 4300 w 24364"/>
                <a:gd name="csY37" fmla="*/ 15765 h 43951"/>
                <a:gd name="csX38" fmla="*/ 3344 w 24364"/>
                <a:gd name="csY38" fmla="*/ 17198 h 43951"/>
                <a:gd name="csX39" fmla="*/ 478 w 24364"/>
                <a:gd name="csY39" fmla="*/ 17676 h 43951"/>
                <a:gd name="csX40" fmla="*/ 955 w 24364"/>
                <a:gd name="csY40" fmla="*/ 16243 h 43951"/>
                <a:gd name="csX41" fmla="*/ 1433 w 24364"/>
                <a:gd name="csY41" fmla="*/ 14810 h 43951"/>
                <a:gd name="csX42" fmla="*/ 478 w 24364"/>
                <a:gd name="csY42" fmla="*/ 10510 h 43951"/>
                <a:gd name="csX43" fmla="*/ 0 w 24364"/>
                <a:gd name="csY43" fmla="*/ 8599 h 43951"/>
                <a:gd name="csX44" fmla="*/ 955 w 24364"/>
                <a:gd name="csY44" fmla="*/ 7644 h 43951"/>
                <a:gd name="csX45" fmla="*/ 2866 w 24364"/>
                <a:gd name="csY45" fmla="*/ 7166 h 43951"/>
                <a:gd name="csX46" fmla="*/ 4300 w 24364"/>
                <a:gd name="csY46" fmla="*/ 6211 h 43951"/>
                <a:gd name="csX47" fmla="*/ 5255 w 24364"/>
                <a:gd name="csY47" fmla="*/ 5255 h 43951"/>
                <a:gd name="csX48" fmla="*/ 5255 w 24364"/>
                <a:gd name="csY48" fmla="*/ 3822 h 43951"/>
                <a:gd name="csX49" fmla="*/ 6688 w 24364"/>
                <a:gd name="csY49" fmla="*/ 956 h 43951"/>
                <a:gd name="csX50" fmla="*/ 7644 w 24364"/>
                <a:gd name="csY50" fmla="*/ 0 h 43951"/>
                <a:gd name="csX51" fmla="*/ 9555 w 24364"/>
                <a:gd name="csY51" fmla="*/ 0 h 43951"/>
                <a:gd name="csX52" fmla="*/ 13854 w 24364"/>
                <a:gd name="csY52" fmla="*/ 3822 h 43951"/>
                <a:gd name="csX53" fmla="*/ 15287 w 24364"/>
                <a:gd name="csY53" fmla="*/ 4300 h 43951"/>
                <a:gd name="csX54" fmla="*/ 17198 w 24364"/>
                <a:gd name="csY54" fmla="*/ 6211 h 43951"/>
                <a:gd name="csX55" fmla="*/ 18631 w 24364"/>
                <a:gd name="csY55" fmla="*/ 10032 h 43951"/>
                <a:gd name="csX56" fmla="*/ 20065 w 24364"/>
                <a:gd name="csY56" fmla="*/ 12899 h 43951"/>
                <a:gd name="csX57" fmla="*/ 21020 w 24364"/>
                <a:gd name="csY57" fmla="*/ 16243 h 43951"/>
                <a:gd name="csX58" fmla="*/ 22931 w 24364"/>
                <a:gd name="csY58" fmla="*/ 23409 h 43951"/>
                <a:gd name="csX59" fmla="*/ 23886 w 24364"/>
                <a:gd name="csY59" fmla="*/ 26275 h 43951"/>
                <a:gd name="csX60" fmla="*/ 23886 w 24364"/>
                <a:gd name="csY60" fmla="*/ 27708 h 43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24364" h="43951">
                  <a:moveTo>
                    <a:pt x="23886" y="27708"/>
                  </a:moveTo>
                  <a:lnTo>
                    <a:pt x="24364" y="31530"/>
                  </a:lnTo>
                  <a:lnTo>
                    <a:pt x="23886" y="32008"/>
                  </a:lnTo>
                  <a:lnTo>
                    <a:pt x="23409" y="32963"/>
                  </a:lnTo>
                  <a:lnTo>
                    <a:pt x="23409" y="33919"/>
                  </a:lnTo>
                  <a:lnTo>
                    <a:pt x="23886" y="36785"/>
                  </a:lnTo>
                  <a:lnTo>
                    <a:pt x="23886" y="41085"/>
                  </a:lnTo>
                  <a:lnTo>
                    <a:pt x="23409" y="43473"/>
                  </a:lnTo>
                  <a:lnTo>
                    <a:pt x="22931" y="43951"/>
                  </a:lnTo>
                  <a:lnTo>
                    <a:pt x="21498" y="42996"/>
                  </a:lnTo>
                  <a:lnTo>
                    <a:pt x="20542" y="42040"/>
                  </a:lnTo>
                  <a:lnTo>
                    <a:pt x="19587" y="40607"/>
                  </a:lnTo>
                  <a:lnTo>
                    <a:pt x="17676" y="36307"/>
                  </a:lnTo>
                  <a:lnTo>
                    <a:pt x="16721" y="33919"/>
                  </a:lnTo>
                  <a:lnTo>
                    <a:pt x="16721" y="32486"/>
                  </a:lnTo>
                  <a:lnTo>
                    <a:pt x="17198" y="31530"/>
                  </a:lnTo>
                  <a:lnTo>
                    <a:pt x="17676" y="31052"/>
                  </a:lnTo>
                  <a:lnTo>
                    <a:pt x="19109" y="29142"/>
                  </a:lnTo>
                  <a:lnTo>
                    <a:pt x="18631" y="28664"/>
                  </a:lnTo>
                  <a:lnTo>
                    <a:pt x="18154" y="29142"/>
                  </a:lnTo>
                  <a:lnTo>
                    <a:pt x="16243" y="29619"/>
                  </a:lnTo>
                  <a:lnTo>
                    <a:pt x="14809" y="28186"/>
                  </a:lnTo>
                  <a:lnTo>
                    <a:pt x="13376" y="27231"/>
                  </a:lnTo>
                  <a:lnTo>
                    <a:pt x="13854" y="24842"/>
                  </a:lnTo>
                  <a:lnTo>
                    <a:pt x="13376" y="23886"/>
                  </a:lnTo>
                  <a:lnTo>
                    <a:pt x="10988" y="24842"/>
                  </a:lnTo>
                  <a:lnTo>
                    <a:pt x="10032" y="23886"/>
                  </a:lnTo>
                  <a:lnTo>
                    <a:pt x="9555" y="22931"/>
                  </a:lnTo>
                  <a:lnTo>
                    <a:pt x="10032" y="21498"/>
                  </a:lnTo>
                  <a:lnTo>
                    <a:pt x="10510" y="20542"/>
                  </a:lnTo>
                  <a:lnTo>
                    <a:pt x="12421" y="17198"/>
                  </a:lnTo>
                  <a:lnTo>
                    <a:pt x="12421" y="16721"/>
                  </a:lnTo>
                  <a:lnTo>
                    <a:pt x="11465" y="16721"/>
                  </a:lnTo>
                  <a:lnTo>
                    <a:pt x="9555" y="15287"/>
                  </a:lnTo>
                  <a:lnTo>
                    <a:pt x="9077" y="11943"/>
                  </a:lnTo>
                  <a:lnTo>
                    <a:pt x="7644" y="10032"/>
                  </a:lnTo>
                  <a:lnTo>
                    <a:pt x="6688" y="10032"/>
                  </a:lnTo>
                  <a:lnTo>
                    <a:pt x="4300" y="15765"/>
                  </a:lnTo>
                  <a:lnTo>
                    <a:pt x="3344" y="17198"/>
                  </a:lnTo>
                  <a:lnTo>
                    <a:pt x="478" y="17676"/>
                  </a:lnTo>
                  <a:lnTo>
                    <a:pt x="955" y="16243"/>
                  </a:lnTo>
                  <a:lnTo>
                    <a:pt x="1433" y="14810"/>
                  </a:lnTo>
                  <a:lnTo>
                    <a:pt x="478" y="10510"/>
                  </a:lnTo>
                  <a:lnTo>
                    <a:pt x="0" y="8599"/>
                  </a:lnTo>
                  <a:lnTo>
                    <a:pt x="955" y="7644"/>
                  </a:lnTo>
                  <a:lnTo>
                    <a:pt x="2866" y="7166"/>
                  </a:lnTo>
                  <a:lnTo>
                    <a:pt x="4300" y="6211"/>
                  </a:lnTo>
                  <a:lnTo>
                    <a:pt x="5255" y="5255"/>
                  </a:lnTo>
                  <a:lnTo>
                    <a:pt x="5255" y="3822"/>
                  </a:lnTo>
                  <a:lnTo>
                    <a:pt x="6688" y="956"/>
                  </a:lnTo>
                  <a:lnTo>
                    <a:pt x="7644" y="0"/>
                  </a:lnTo>
                  <a:lnTo>
                    <a:pt x="9555" y="0"/>
                  </a:lnTo>
                  <a:lnTo>
                    <a:pt x="13854" y="3822"/>
                  </a:lnTo>
                  <a:lnTo>
                    <a:pt x="15287" y="4300"/>
                  </a:lnTo>
                  <a:lnTo>
                    <a:pt x="17198" y="6211"/>
                  </a:lnTo>
                  <a:lnTo>
                    <a:pt x="18631" y="10032"/>
                  </a:lnTo>
                  <a:lnTo>
                    <a:pt x="20065" y="12899"/>
                  </a:lnTo>
                  <a:lnTo>
                    <a:pt x="21020" y="16243"/>
                  </a:lnTo>
                  <a:lnTo>
                    <a:pt x="22931" y="23409"/>
                  </a:lnTo>
                  <a:lnTo>
                    <a:pt x="23886" y="26275"/>
                  </a:lnTo>
                  <a:lnTo>
                    <a:pt x="23886" y="277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3" name="Freeform 3132">
              <a:extLst>
                <a:ext uri="{FF2B5EF4-FFF2-40B4-BE49-F238E27FC236}">
                  <a16:creationId xmlns:a16="http://schemas.microsoft.com/office/drawing/2014/main" id="{1F8AF9A4-81C9-5F37-20DF-5C89FCD8DEFD}"/>
                </a:ext>
              </a:extLst>
            </p:cNvPr>
            <p:cNvSpPr/>
            <p:nvPr/>
          </p:nvSpPr>
          <p:spPr>
            <a:xfrm>
              <a:off x="3175639" y="3429261"/>
              <a:ext cx="33441" cy="29141"/>
            </a:xfrm>
            <a:custGeom>
              <a:avLst/>
              <a:gdLst>
                <a:gd name="csX0" fmla="*/ 32963 w 33441"/>
                <a:gd name="csY0" fmla="*/ 21020 h 29141"/>
                <a:gd name="csX1" fmla="*/ 33441 w 33441"/>
                <a:gd name="csY1" fmla="*/ 23409 h 29141"/>
                <a:gd name="csX2" fmla="*/ 32008 w 33441"/>
                <a:gd name="csY2" fmla="*/ 26753 h 29141"/>
                <a:gd name="csX3" fmla="*/ 29141 w 33441"/>
                <a:gd name="csY3" fmla="*/ 25797 h 29141"/>
                <a:gd name="csX4" fmla="*/ 26275 w 33441"/>
                <a:gd name="csY4" fmla="*/ 23886 h 29141"/>
                <a:gd name="csX5" fmla="*/ 21020 w 33441"/>
                <a:gd name="csY5" fmla="*/ 20542 h 29141"/>
                <a:gd name="csX6" fmla="*/ 19587 w 33441"/>
                <a:gd name="csY6" fmla="*/ 20542 h 29141"/>
                <a:gd name="csX7" fmla="*/ 18631 w 33441"/>
                <a:gd name="csY7" fmla="*/ 21020 h 29141"/>
                <a:gd name="csX8" fmla="*/ 18631 w 33441"/>
                <a:gd name="csY8" fmla="*/ 22931 h 29141"/>
                <a:gd name="csX9" fmla="*/ 18631 w 33441"/>
                <a:gd name="csY9" fmla="*/ 26753 h 29141"/>
                <a:gd name="csX10" fmla="*/ 17198 w 33441"/>
                <a:gd name="csY10" fmla="*/ 29141 h 29141"/>
                <a:gd name="csX11" fmla="*/ 12899 w 33441"/>
                <a:gd name="csY11" fmla="*/ 28186 h 29141"/>
                <a:gd name="csX12" fmla="*/ 10988 w 33441"/>
                <a:gd name="csY12" fmla="*/ 24842 h 29141"/>
                <a:gd name="csX13" fmla="*/ 9555 w 33441"/>
                <a:gd name="csY13" fmla="*/ 20065 h 29141"/>
                <a:gd name="csX14" fmla="*/ 3344 w 33441"/>
                <a:gd name="csY14" fmla="*/ 14809 h 29141"/>
                <a:gd name="csX15" fmla="*/ 1911 w 33441"/>
                <a:gd name="csY15" fmla="*/ 13376 h 29141"/>
                <a:gd name="csX16" fmla="*/ 0 w 33441"/>
                <a:gd name="csY16" fmla="*/ 10032 h 29141"/>
                <a:gd name="csX17" fmla="*/ 478 w 33441"/>
                <a:gd name="csY17" fmla="*/ 7644 h 29141"/>
                <a:gd name="csX18" fmla="*/ 955 w 33441"/>
                <a:gd name="csY18" fmla="*/ 5733 h 29141"/>
                <a:gd name="csX19" fmla="*/ 1911 w 33441"/>
                <a:gd name="csY19" fmla="*/ 5733 h 29141"/>
                <a:gd name="csX20" fmla="*/ 3822 w 33441"/>
                <a:gd name="csY20" fmla="*/ 4300 h 29141"/>
                <a:gd name="csX21" fmla="*/ 4777 w 33441"/>
                <a:gd name="csY21" fmla="*/ 1911 h 29141"/>
                <a:gd name="csX22" fmla="*/ 6210 w 33441"/>
                <a:gd name="csY22" fmla="*/ 3822 h 29141"/>
                <a:gd name="csX23" fmla="*/ 8121 w 33441"/>
                <a:gd name="csY23" fmla="*/ 5733 h 29141"/>
                <a:gd name="csX24" fmla="*/ 8121 w 33441"/>
                <a:gd name="csY24" fmla="*/ 3822 h 29141"/>
                <a:gd name="csX25" fmla="*/ 9077 w 33441"/>
                <a:gd name="csY25" fmla="*/ 2389 h 29141"/>
                <a:gd name="csX26" fmla="*/ 10988 w 33441"/>
                <a:gd name="csY26" fmla="*/ 2389 h 29141"/>
                <a:gd name="csX27" fmla="*/ 11943 w 33441"/>
                <a:gd name="csY27" fmla="*/ 1911 h 29141"/>
                <a:gd name="csX28" fmla="*/ 13376 w 33441"/>
                <a:gd name="csY28" fmla="*/ 955 h 29141"/>
                <a:gd name="csX29" fmla="*/ 15287 w 33441"/>
                <a:gd name="csY29" fmla="*/ 0 h 29141"/>
                <a:gd name="csX30" fmla="*/ 16243 w 33441"/>
                <a:gd name="csY30" fmla="*/ 955 h 29141"/>
                <a:gd name="csX31" fmla="*/ 19109 w 33441"/>
                <a:gd name="csY31" fmla="*/ 4300 h 29141"/>
                <a:gd name="csX32" fmla="*/ 19109 w 33441"/>
                <a:gd name="csY32" fmla="*/ 4777 h 29141"/>
                <a:gd name="csX33" fmla="*/ 18631 w 33441"/>
                <a:gd name="csY33" fmla="*/ 7166 h 29141"/>
                <a:gd name="csX34" fmla="*/ 17198 w 33441"/>
                <a:gd name="csY34" fmla="*/ 7644 h 29141"/>
                <a:gd name="csX35" fmla="*/ 17676 w 33441"/>
                <a:gd name="csY35" fmla="*/ 8599 h 29141"/>
                <a:gd name="csX36" fmla="*/ 18631 w 33441"/>
                <a:gd name="csY36" fmla="*/ 9555 h 29141"/>
                <a:gd name="csX37" fmla="*/ 19587 w 33441"/>
                <a:gd name="csY37" fmla="*/ 9077 h 29141"/>
                <a:gd name="csX38" fmla="*/ 22453 w 33441"/>
                <a:gd name="csY38" fmla="*/ 5733 h 29141"/>
                <a:gd name="csX39" fmla="*/ 23409 w 33441"/>
                <a:gd name="csY39" fmla="*/ 4777 h 29141"/>
                <a:gd name="csX40" fmla="*/ 23886 w 33441"/>
                <a:gd name="csY40" fmla="*/ 4777 h 29141"/>
                <a:gd name="csX41" fmla="*/ 27708 w 33441"/>
                <a:gd name="csY41" fmla="*/ 5733 h 29141"/>
                <a:gd name="csX42" fmla="*/ 31052 w 33441"/>
                <a:gd name="csY42" fmla="*/ 7644 h 29141"/>
                <a:gd name="csX43" fmla="*/ 32008 w 33441"/>
                <a:gd name="csY43" fmla="*/ 8599 h 29141"/>
                <a:gd name="csX44" fmla="*/ 32486 w 33441"/>
                <a:gd name="csY44" fmla="*/ 10988 h 29141"/>
                <a:gd name="csX45" fmla="*/ 31530 w 33441"/>
                <a:gd name="csY45" fmla="*/ 15287 h 29141"/>
                <a:gd name="csX46" fmla="*/ 28664 w 33441"/>
                <a:gd name="csY46" fmla="*/ 16243 h 29141"/>
                <a:gd name="csX47" fmla="*/ 27708 w 33441"/>
                <a:gd name="csY47" fmla="*/ 16243 h 29141"/>
                <a:gd name="csX48" fmla="*/ 26275 w 33441"/>
                <a:gd name="csY48" fmla="*/ 15287 h 29141"/>
                <a:gd name="csX49" fmla="*/ 24364 w 33441"/>
                <a:gd name="csY49" fmla="*/ 17198 h 29141"/>
                <a:gd name="csX50" fmla="*/ 25797 w 33441"/>
                <a:gd name="csY50" fmla="*/ 18154 h 29141"/>
                <a:gd name="csX51" fmla="*/ 31530 w 33441"/>
                <a:gd name="csY51" fmla="*/ 18631 h 29141"/>
                <a:gd name="csX52" fmla="*/ 32963 w 33441"/>
                <a:gd name="csY52" fmla="*/ 21020 h 291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33441" h="29141">
                  <a:moveTo>
                    <a:pt x="32963" y="21020"/>
                  </a:moveTo>
                  <a:lnTo>
                    <a:pt x="33441" y="23409"/>
                  </a:lnTo>
                  <a:lnTo>
                    <a:pt x="32008" y="26753"/>
                  </a:lnTo>
                  <a:lnTo>
                    <a:pt x="29141" y="25797"/>
                  </a:lnTo>
                  <a:lnTo>
                    <a:pt x="26275" y="23886"/>
                  </a:lnTo>
                  <a:lnTo>
                    <a:pt x="21020" y="20542"/>
                  </a:lnTo>
                  <a:lnTo>
                    <a:pt x="19587" y="20542"/>
                  </a:lnTo>
                  <a:lnTo>
                    <a:pt x="18631" y="21020"/>
                  </a:lnTo>
                  <a:lnTo>
                    <a:pt x="18631" y="22931"/>
                  </a:lnTo>
                  <a:lnTo>
                    <a:pt x="18631" y="26753"/>
                  </a:lnTo>
                  <a:lnTo>
                    <a:pt x="17198" y="29141"/>
                  </a:lnTo>
                  <a:lnTo>
                    <a:pt x="12899" y="28186"/>
                  </a:lnTo>
                  <a:lnTo>
                    <a:pt x="10988" y="24842"/>
                  </a:lnTo>
                  <a:lnTo>
                    <a:pt x="9555" y="20065"/>
                  </a:lnTo>
                  <a:lnTo>
                    <a:pt x="3344" y="14809"/>
                  </a:lnTo>
                  <a:lnTo>
                    <a:pt x="1911" y="13376"/>
                  </a:lnTo>
                  <a:lnTo>
                    <a:pt x="0" y="10032"/>
                  </a:lnTo>
                  <a:lnTo>
                    <a:pt x="478" y="7644"/>
                  </a:lnTo>
                  <a:lnTo>
                    <a:pt x="955" y="5733"/>
                  </a:lnTo>
                  <a:lnTo>
                    <a:pt x="1911" y="5733"/>
                  </a:lnTo>
                  <a:lnTo>
                    <a:pt x="3822" y="4300"/>
                  </a:lnTo>
                  <a:lnTo>
                    <a:pt x="4777" y="1911"/>
                  </a:lnTo>
                  <a:lnTo>
                    <a:pt x="6210" y="3822"/>
                  </a:lnTo>
                  <a:lnTo>
                    <a:pt x="8121" y="5733"/>
                  </a:lnTo>
                  <a:lnTo>
                    <a:pt x="8121" y="3822"/>
                  </a:lnTo>
                  <a:lnTo>
                    <a:pt x="9077" y="2389"/>
                  </a:lnTo>
                  <a:lnTo>
                    <a:pt x="10988" y="2389"/>
                  </a:lnTo>
                  <a:lnTo>
                    <a:pt x="11943" y="1911"/>
                  </a:lnTo>
                  <a:lnTo>
                    <a:pt x="13376" y="955"/>
                  </a:lnTo>
                  <a:lnTo>
                    <a:pt x="15287" y="0"/>
                  </a:lnTo>
                  <a:lnTo>
                    <a:pt x="16243" y="955"/>
                  </a:lnTo>
                  <a:lnTo>
                    <a:pt x="19109" y="4300"/>
                  </a:lnTo>
                  <a:lnTo>
                    <a:pt x="19109" y="4777"/>
                  </a:lnTo>
                  <a:lnTo>
                    <a:pt x="18631" y="7166"/>
                  </a:lnTo>
                  <a:lnTo>
                    <a:pt x="17198" y="7644"/>
                  </a:lnTo>
                  <a:lnTo>
                    <a:pt x="17676" y="8599"/>
                  </a:lnTo>
                  <a:lnTo>
                    <a:pt x="18631" y="9555"/>
                  </a:lnTo>
                  <a:lnTo>
                    <a:pt x="19587" y="9077"/>
                  </a:lnTo>
                  <a:lnTo>
                    <a:pt x="22453" y="5733"/>
                  </a:lnTo>
                  <a:lnTo>
                    <a:pt x="23409" y="4777"/>
                  </a:lnTo>
                  <a:lnTo>
                    <a:pt x="23886" y="4777"/>
                  </a:lnTo>
                  <a:lnTo>
                    <a:pt x="27708" y="5733"/>
                  </a:lnTo>
                  <a:lnTo>
                    <a:pt x="31052" y="7644"/>
                  </a:lnTo>
                  <a:lnTo>
                    <a:pt x="32008" y="8599"/>
                  </a:lnTo>
                  <a:lnTo>
                    <a:pt x="32486" y="10988"/>
                  </a:lnTo>
                  <a:lnTo>
                    <a:pt x="31530" y="15287"/>
                  </a:lnTo>
                  <a:lnTo>
                    <a:pt x="28664" y="16243"/>
                  </a:lnTo>
                  <a:lnTo>
                    <a:pt x="27708" y="16243"/>
                  </a:lnTo>
                  <a:lnTo>
                    <a:pt x="26275" y="15287"/>
                  </a:lnTo>
                  <a:lnTo>
                    <a:pt x="24364" y="17198"/>
                  </a:lnTo>
                  <a:lnTo>
                    <a:pt x="25797" y="18154"/>
                  </a:lnTo>
                  <a:lnTo>
                    <a:pt x="31530" y="18631"/>
                  </a:lnTo>
                  <a:lnTo>
                    <a:pt x="32963" y="2102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" name="Freeform 3133">
              <a:extLst>
                <a:ext uri="{FF2B5EF4-FFF2-40B4-BE49-F238E27FC236}">
                  <a16:creationId xmlns:a16="http://schemas.microsoft.com/office/drawing/2014/main" id="{07632A1C-FF6D-3383-3408-10912656F941}"/>
                </a:ext>
              </a:extLst>
            </p:cNvPr>
            <p:cNvSpPr/>
            <p:nvPr/>
          </p:nvSpPr>
          <p:spPr>
            <a:xfrm>
              <a:off x="3180416" y="3381966"/>
              <a:ext cx="1433" cy="2866"/>
            </a:xfrm>
            <a:custGeom>
              <a:avLst/>
              <a:gdLst>
                <a:gd name="csX0" fmla="*/ 0 w 1433"/>
                <a:gd name="csY0" fmla="*/ 0 h 2866"/>
                <a:gd name="csX1" fmla="*/ 1433 w 1433"/>
                <a:gd name="csY1" fmla="*/ 2866 h 2866"/>
                <a:gd name="csX2" fmla="*/ 0 w 1433"/>
                <a:gd name="csY2" fmla="*/ 0 h 2866"/>
                <a:gd name="csX3" fmla="*/ 0 w 1433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2866">
                  <a:moveTo>
                    <a:pt x="0" y="0"/>
                  </a:moveTo>
                  <a:lnTo>
                    <a:pt x="1433" y="286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" name="Freeform 3134">
              <a:extLst>
                <a:ext uri="{FF2B5EF4-FFF2-40B4-BE49-F238E27FC236}">
                  <a16:creationId xmlns:a16="http://schemas.microsoft.com/office/drawing/2014/main" id="{7F7FE678-FD6E-FF9A-F8CB-5294411DD886}"/>
                </a:ext>
              </a:extLst>
            </p:cNvPr>
            <p:cNvSpPr/>
            <p:nvPr/>
          </p:nvSpPr>
          <p:spPr>
            <a:xfrm>
              <a:off x="3121656" y="2950576"/>
              <a:ext cx="8121" cy="5732"/>
            </a:xfrm>
            <a:custGeom>
              <a:avLst/>
              <a:gdLst>
                <a:gd name="csX0" fmla="*/ 6688 w 8121"/>
                <a:gd name="csY0" fmla="*/ 1911 h 5732"/>
                <a:gd name="csX1" fmla="*/ 8121 w 8121"/>
                <a:gd name="csY1" fmla="*/ 3344 h 5732"/>
                <a:gd name="csX2" fmla="*/ 4777 w 8121"/>
                <a:gd name="csY2" fmla="*/ 3822 h 5732"/>
                <a:gd name="csX3" fmla="*/ 2866 w 8121"/>
                <a:gd name="csY3" fmla="*/ 5733 h 5732"/>
                <a:gd name="csX4" fmla="*/ 478 w 8121"/>
                <a:gd name="csY4" fmla="*/ 3822 h 5732"/>
                <a:gd name="csX5" fmla="*/ 0 w 8121"/>
                <a:gd name="csY5" fmla="*/ 2866 h 5732"/>
                <a:gd name="csX6" fmla="*/ 2866 w 8121"/>
                <a:gd name="csY6" fmla="*/ 0 h 5732"/>
                <a:gd name="csX7" fmla="*/ 4300 w 8121"/>
                <a:gd name="csY7" fmla="*/ 478 h 5732"/>
                <a:gd name="csX8" fmla="*/ 6688 w 8121"/>
                <a:gd name="csY8" fmla="*/ 1911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21" h="5732">
                  <a:moveTo>
                    <a:pt x="6688" y="1911"/>
                  </a:moveTo>
                  <a:lnTo>
                    <a:pt x="8121" y="3344"/>
                  </a:lnTo>
                  <a:lnTo>
                    <a:pt x="4777" y="3822"/>
                  </a:lnTo>
                  <a:lnTo>
                    <a:pt x="2866" y="5733"/>
                  </a:lnTo>
                  <a:lnTo>
                    <a:pt x="478" y="3822"/>
                  </a:lnTo>
                  <a:lnTo>
                    <a:pt x="0" y="2866"/>
                  </a:lnTo>
                  <a:lnTo>
                    <a:pt x="2866" y="0"/>
                  </a:lnTo>
                  <a:lnTo>
                    <a:pt x="4300" y="478"/>
                  </a:lnTo>
                  <a:lnTo>
                    <a:pt x="668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6" name="Freeform 3135">
              <a:extLst>
                <a:ext uri="{FF2B5EF4-FFF2-40B4-BE49-F238E27FC236}">
                  <a16:creationId xmlns:a16="http://schemas.microsoft.com/office/drawing/2014/main" id="{BF906AEE-DFB3-53B5-B74C-CAA1CA920DD9}"/>
                </a:ext>
              </a:extLst>
            </p:cNvPr>
            <p:cNvSpPr/>
            <p:nvPr/>
          </p:nvSpPr>
          <p:spPr>
            <a:xfrm>
              <a:off x="3016077" y="3367157"/>
              <a:ext cx="7165" cy="7643"/>
            </a:xfrm>
            <a:custGeom>
              <a:avLst/>
              <a:gdLst>
                <a:gd name="csX0" fmla="*/ 7166 w 7165"/>
                <a:gd name="csY0" fmla="*/ 0 h 7643"/>
                <a:gd name="csX1" fmla="*/ 7166 w 7165"/>
                <a:gd name="csY1" fmla="*/ 1433 h 7643"/>
                <a:gd name="csX2" fmla="*/ 3822 w 7165"/>
                <a:gd name="csY2" fmla="*/ 3822 h 7643"/>
                <a:gd name="csX3" fmla="*/ 956 w 7165"/>
                <a:gd name="csY3" fmla="*/ 7166 h 7643"/>
                <a:gd name="csX4" fmla="*/ 0 w 7165"/>
                <a:gd name="csY4" fmla="*/ 7644 h 7643"/>
                <a:gd name="csX5" fmla="*/ 1433 w 7165"/>
                <a:gd name="csY5" fmla="*/ 5255 h 7643"/>
                <a:gd name="csX6" fmla="*/ 3344 w 7165"/>
                <a:gd name="csY6" fmla="*/ 2389 h 7643"/>
                <a:gd name="csX7" fmla="*/ 4777 w 7165"/>
                <a:gd name="csY7" fmla="*/ 955 h 7643"/>
                <a:gd name="csX8" fmla="*/ 7166 w 7165"/>
                <a:gd name="csY8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65" h="7643">
                  <a:moveTo>
                    <a:pt x="7166" y="0"/>
                  </a:moveTo>
                  <a:lnTo>
                    <a:pt x="7166" y="1433"/>
                  </a:lnTo>
                  <a:lnTo>
                    <a:pt x="3822" y="3822"/>
                  </a:lnTo>
                  <a:lnTo>
                    <a:pt x="956" y="7166"/>
                  </a:lnTo>
                  <a:lnTo>
                    <a:pt x="0" y="7644"/>
                  </a:lnTo>
                  <a:lnTo>
                    <a:pt x="1433" y="5255"/>
                  </a:lnTo>
                  <a:lnTo>
                    <a:pt x="3344" y="2389"/>
                  </a:lnTo>
                  <a:lnTo>
                    <a:pt x="4777" y="955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7" name="Freeform 3136">
              <a:extLst>
                <a:ext uri="{FF2B5EF4-FFF2-40B4-BE49-F238E27FC236}">
                  <a16:creationId xmlns:a16="http://schemas.microsoft.com/office/drawing/2014/main" id="{76FD0F17-E0D0-DD1B-7AEE-A73C640ED528}"/>
                </a:ext>
              </a:extLst>
            </p:cNvPr>
            <p:cNvSpPr/>
            <p:nvPr/>
          </p:nvSpPr>
          <p:spPr>
            <a:xfrm>
              <a:off x="3002701" y="3353302"/>
              <a:ext cx="3344" cy="3344"/>
            </a:xfrm>
            <a:custGeom>
              <a:avLst/>
              <a:gdLst>
                <a:gd name="csX0" fmla="*/ 3344 w 3344"/>
                <a:gd name="csY0" fmla="*/ 478 h 3344"/>
                <a:gd name="csX1" fmla="*/ 3344 w 3344"/>
                <a:gd name="csY1" fmla="*/ 2389 h 3344"/>
                <a:gd name="csX2" fmla="*/ 2389 w 3344"/>
                <a:gd name="csY2" fmla="*/ 3344 h 3344"/>
                <a:gd name="csX3" fmla="*/ 956 w 3344"/>
                <a:gd name="csY3" fmla="*/ 2866 h 3344"/>
                <a:gd name="csX4" fmla="*/ 0 w 3344"/>
                <a:gd name="csY4" fmla="*/ 2389 h 3344"/>
                <a:gd name="csX5" fmla="*/ 2866 w 3344"/>
                <a:gd name="csY5" fmla="*/ 0 h 3344"/>
                <a:gd name="csX6" fmla="*/ 3344 w 3344"/>
                <a:gd name="csY6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3344">
                  <a:moveTo>
                    <a:pt x="3344" y="478"/>
                  </a:moveTo>
                  <a:lnTo>
                    <a:pt x="3344" y="2389"/>
                  </a:lnTo>
                  <a:lnTo>
                    <a:pt x="2389" y="3344"/>
                  </a:lnTo>
                  <a:lnTo>
                    <a:pt x="956" y="2866"/>
                  </a:lnTo>
                  <a:lnTo>
                    <a:pt x="0" y="2389"/>
                  </a:lnTo>
                  <a:lnTo>
                    <a:pt x="2866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8" name="Freeform 3137">
              <a:extLst>
                <a:ext uri="{FF2B5EF4-FFF2-40B4-BE49-F238E27FC236}">
                  <a16:creationId xmlns:a16="http://schemas.microsoft.com/office/drawing/2014/main" id="{6529365A-4FAE-0747-2F65-6CF98FB7B4D0}"/>
                </a:ext>
              </a:extLst>
            </p:cNvPr>
            <p:cNvSpPr/>
            <p:nvPr/>
          </p:nvSpPr>
          <p:spPr>
            <a:xfrm>
              <a:off x="2974515" y="3350436"/>
              <a:ext cx="11943" cy="7643"/>
            </a:xfrm>
            <a:custGeom>
              <a:avLst/>
              <a:gdLst>
                <a:gd name="csX0" fmla="*/ 11943 w 11943"/>
                <a:gd name="csY0" fmla="*/ 2389 h 7643"/>
                <a:gd name="csX1" fmla="*/ 11465 w 11943"/>
                <a:gd name="csY1" fmla="*/ 3344 h 7643"/>
                <a:gd name="csX2" fmla="*/ 10032 w 11943"/>
                <a:gd name="csY2" fmla="*/ 3822 h 7643"/>
                <a:gd name="csX3" fmla="*/ 5733 w 11943"/>
                <a:gd name="csY3" fmla="*/ 5733 h 7643"/>
                <a:gd name="csX4" fmla="*/ 1911 w 11943"/>
                <a:gd name="csY4" fmla="*/ 7644 h 7643"/>
                <a:gd name="csX5" fmla="*/ 1433 w 11943"/>
                <a:gd name="csY5" fmla="*/ 7644 h 7643"/>
                <a:gd name="csX6" fmla="*/ 955 w 11943"/>
                <a:gd name="csY6" fmla="*/ 5255 h 7643"/>
                <a:gd name="csX7" fmla="*/ 478 w 11943"/>
                <a:gd name="csY7" fmla="*/ 4300 h 7643"/>
                <a:gd name="csX8" fmla="*/ 0 w 11943"/>
                <a:gd name="csY8" fmla="*/ 2866 h 7643"/>
                <a:gd name="csX9" fmla="*/ 0 w 11943"/>
                <a:gd name="csY9" fmla="*/ 2389 h 7643"/>
                <a:gd name="csX10" fmla="*/ 478 w 11943"/>
                <a:gd name="csY10" fmla="*/ 1433 h 7643"/>
                <a:gd name="csX11" fmla="*/ 1911 w 11943"/>
                <a:gd name="csY11" fmla="*/ 478 h 7643"/>
                <a:gd name="csX12" fmla="*/ 2866 w 11943"/>
                <a:gd name="csY12" fmla="*/ 0 h 7643"/>
                <a:gd name="csX13" fmla="*/ 6210 w 11943"/>
                <a:gd name="csY13" fmla="*/ 955 h 7643"/>
                <a:gd name="csX14" fmla="*/ 6688 w 11943"/>
                <a:gd name="csY14" fmla="*/ 1911 h 7643"/>
                <a:gd name="csX15" fmla="*/ 10510 w 11943"/>
                <a:gd name="csY15" fmla="*/ 1911 h 7643"/>
                <a:gd name="csX16" fmla="*/ 11465 w 11943"/>
                <a:gd name="csY16" fmla="*/ 1911 h 7643"/>
                <a:gd name="csX17" fmla="*/ 11943 w 11943"/>
                <a:gd name="csY17" fmla="*/ 2389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1943" h="7643">
                  <a:moveTo>
                    <a:pt x="11943" y="2389"/>
                  </a:moveTo>
                  <a:lnTo>
                    <a:pt x="11465" y="3344"/>
                  </a:lnTo>
                  <a:lnTo>
                    <a:pt x="10032" y="3822"/>
                  </a:lnTo>
                  <a:lnTo>
                    <a:pt x="5733" y="5733"/>
                  </a:lnTo>
                  <a:lnTo>
                    <a:pt x="1911" y="7644"/>
                  </a:lnTo>
                  <a:lnTo>
                    <a:pt x="1433" y="7644"/>
                  </a:lnTo>
                  <a:lnTo>
                    <a:pt x="955" y="5255"/>
                  </a:lnTo>
                  <a:lnTo>
                    <a:pt x="478" y="4300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1911" y="478"/>
                  </a:lnTo>
                  <a:lnTo>
                    <a:pt x="2866" y="0"/>
                  </a:lnTo>
                  <a:lnTo>
                    <a:pt x="6210" y="955"/>
                  </a:lnTo>
                  <a:lnTo>
                    <a:pt x="6688" y="1911"/>
                  </a:lnTo>
                  <a:lnTo>
                    <a:pt x="10510" y="1911"/>
                  </a:lnTo>
                  <a:lnTo>
                    <a:pt x="11465" y="1911"/>
                  </a:lnTo>
                  <a:lnTo>
                    <a:pt x="1194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9" name="Freeform 3138">
              <a:extLst>
                <a:ext uri="{FF2B5EF4-FFF2-40B4-BE49-F238E27FC236}">
                  <a16:creationId xmlns:a16="http://schemas.microsoft.com/office/drawing/2014/main" id="{BD45E0E9-6719-3804-A914-ED381F0BCB16}"/>
                </a:ext>
              </a:extLst>
            </p:cNvPr>
            <p:cNvSpPr/>
            <p:nvPr/>
          </p:nvSpPr>
          <p:spPr>
            <a:xfrm>
              <a:off x="2951106" y="3354736"/>
              <a:ext cx="18153" cy="20542"/>
            </a:xfrm>
            <a:custGeom>
              <a:avLst/>
              <a:gdLst>
                <a:gd name="csX0" fmla="*/ 17198 w 18153"/>
                <a:gd name="csY0" fmla="*/ 955 h 20542"/>
                <a:gd name="csX1" fmla="*/ 18154 w 18153"/>
                <a:gd name="csY1" fmla="*/ 2866 h 20542"/>
                <a:gd name="csX2" fmla="*/ 17676 w 18153"/>
                <a:gd name="csY2" fmla="*/ 3822 h 20542"/>
                <a:gd name="csX3" fmla="*/ 10988 w 18153"/>
                <a:gd name="csY3" fmla="*/ 10510 h 20542"/>
                <a:gd name="csX4" fmla="*/ 10510 w 18153"/>
                <a:gd name="csY4" fmla="*/ 11465 h 20542"/>
                <a:gd name="csX5" fmla="*/ 10032 w 18153"/>
                <a:gd name="csY5" fmla="*/ 13376 h 20542"/>
                <a:gd name="csX6" fmla="*/ 9555 w 18153"/>
                <a:gd name="csY6" fmla="*/ 14332 h 20542"/>
                <a:gd name="csX7" fmla="*/ 8599 w 18153"/>
                <a:gd name="csY7" fmla="*/ 14810 h 20542"/>
                <a:gd name="csX8" fmla="*/ 8121 w 18153"/>
                <a:gd name="csY8" fmla="*/ 15765 h 20542"/>
                <a:gd name="csX9" fmla="*/ 7644 w 18153"/>
                <a:gd name="csY9" fmla="*/ 17198 h 20542"/>
                <a:gd name="csX10" fmla="*/ 6688 w 18153"/>
                <a:gd name="csY10" fmla="*/ 18154 h 20542"/>
                <a:gd name="csX11" fmla="*/ 5733 w 18153"/>
                <a:gd name="csY11" fmla="*/ 18154 h 20542"/>
                <a:gd name="csX12" fmla="*/ 4777 w 18153"/>
                <a:gd name="csY12" fmla="*/ 18631 h 20542"/>
                <a:gd name="csX13" fmla="*/ 4300 w 18153"/>
                <a:gd name="csY13" fmla="*/ 19109 h 20542"/>
                <a:gd name="csX14" fmla="*/ 2866 w 18153"/>
                <a:gd name="csY14" fmla="*/ 20065 h 20542"/>
                <a:gd name="csX15" fmla="*/ 478 w 18153"/>
                <a:gd name="csY15" fmla="*/ 20542 h 20542"/>
                <a:gd name="csX16" fmla="*/ 0 w 18153"/>
                <a:gd name="csY16" fmla="*/ 19587 h 20542"/>
                <a:gd name="csX17" fmla="*/ 1433 w 18153"/>
                <a:gd name="csY17" fmla="*/ 16721 h 20542"/>
                <a:gd name="csX18" fmla="*/ 2389 w 18153"/>
                <a:gd name="csY18" fmla="*/ 15287 h 20542"/>
                <a:gd name="csX19" fmla="*/ 2866 w 18153"/>
                <a:gd name="csY19" fmla="*/ 14810 h 20542"/>
                <a:gd name="csX20" fmla="*/ 5255 w 18153"/>
                <a:gd name="csY20" fmla="*/ 11943 h 20542"/>
                <a:gd name="csX21" fmla="*/ 8121 w 18153"/>
                <a:gd name="csY21" fmla="*/ 9555 h 20542"/>
                <a:gd name="csX22" fmla="*/ 10988 w 18153"/>
                <a:gd name="csY22" fmla="*/ 6688 h 20542"/>
                <a:gd name="csX23" fmla="*/ 13376 w 18153"/>
                <a:gd name="csY23" fmla="*/ 1911 h 20542"/>
                <a:gd name="csX24" fmla="*/ 13854 w 18153"/>
                <a:gd name="csY24" fmla="*/ 0 h 20542"/>
                <a:gd name="csX25" fmla="*/ 15287 w 18153"/>
                <a:gd name="csY25" fmla="*/ 0 h 20542"/>
                <a:gd name="csX26" fmla="*/ 17198 w 18153"/>
                <a:gd name="csY26" fmla="*/ 955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8153" h="20542">
                  <a:moveTo>
                    <a:pt x="17198" y="955"/>
                  </a:moveTo>
                  <a:lnTo>
                    <a:pt x="18154" y="2866"/>
                  </a:lnTo>
                  <a:lnTo>
                    <a:pt x="17676" y="3822"/>
                  </a:lnTo>
                  <a:lnTo>
                    <a:pt x="10988" y="10510"/>
                  </a:lnTo>
                  <a:lnTo>
                    <a:pt x="10510" y="11465"/>
                  </a:lnTo>
                  <a:lnTo>
                    <a:pt x="10032" y="13376"/>
                  </a:lnTo>
                  <a:lnTo>
                    <a:pt x="9555" y="14332"/>
                  </a:lnTo>
                  <a:lnTo>
                    <a:pt x="8599" y="14810"/>
                  </a:lnTo>
                  <a:lnTo>
                    <a:pt x="8121" y="15765"/>
                  </a:lnTo>
                  <a:lnTo>
                    <a:pt x="7644" y="17198"/>
                  </a:lnTo>
                  <a:lnTo>
                    <a:pt x="6688" y="18154"/>
                  </a:lnTo>
                  <a:lnTo>
                    <a:pt x="5733" y="18154"/>
                  </a:lnTo>
                  <a:lnTo>
                    <a:pt x="4777" y="18631"/>
                  </a:lnTo>
                  <a:lnTo>
                    <a:pt x="4300" y="19109"/>
                  </a:lnTo>
                  <a:lnTo>
                    <a:pt x="2866" y="20065"/>
                  </a:lnTo>
                  <a:lnTo>
                    <a:pt x="478" y="20542"/>
                  </a:lnTo>
                  <a:lnTo>
                    <a:pt x="0" y="19587"/>
                  </a:lnTo>
                  <a:lnTo>
                    <a:pt x="1433" y="16721"/>
                  </a:lnTo>
                  <a:lnTo>
                    <a:pt x="2389" y="15287"/>
                  </a:lnTo>
                  <a:lnTo>
                    <a:pt x="2866" y="14810"/>
                  </a:lnTo>
                  <a:lnTo>
                    <a:pt x="5255" y="11943"/>
                  </a:lnTo>
                  <a:lnTo>
                    <a:pt x="8121" y="9555"/>
                  </a:lnTo>
                  <a:lnTo>
                    <a:pt x="10988" y="6688"/>
                  </a:lnTo>
                  <a:lnTo>
                    <a:pt x="13376" y="1911"/>
                  </a:lnTo>
                  <a:lnTo>
                    <a:pt x="13854" y="0"/>
                  </a:lnTo>
                  <a:lnTo>
                    <a:pt x="15287" y="0"/>
                  </a:lnTo>
                  <a:lnTo>
                    <a:pt x="17198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0" name="Freeform 3139">
              <a:extLst>
                <a:ext uri="{FF2B5EF4-FFF2-40B4-BE49-F238E27FC236}">
                  <a16:creationId xmlns:a16="http://schemas.microsoft.com/office/drawing/2014/main" id="{6363C915-7355-0264-95B3-39508D5A43B3}"/>
                </a:ext>
              </a:extLst>
            </p:cNvPr>
            <p:cNvSpPr/>
            <p:nvPr/>
          </p:nvSpPr>
          <p:spPr>
            <a:xfrm>
              <a:off x="2951106" y="3349958"/>
              <a:ext cx="4299" cy="11465"/>
            </a:xfrm>
            <a:custGeom>
              <a:avLst/>
              <a:gdLst>
                <a:gd name="csX0" fmla="*/ 4300 w 4299"/>
                <a:gd name="csY0" fmla="*/ 1433 h 11465"/>
                <a:gd name="csX1" fmla="*/ 4300 w 4299"/>
                <a:gd name="csY1" fmla="*/ 2389 h 11465"/>
                <a:gd name="csX2" fmla="*/ 3822 w 4299"/>
                <a:gd name="csY2" fmla="*/ 3344 h 11465"/>
                <a:gd name="csX3" fmla="*/ 4300 w 4299"/>
                <a:gd name="csY3" fmla="*/ 5255 h 11465"/>
                <a:gd name="csX4" fmla="*/ 3344 w 4299"/>
                <a:gd name="csY4" fmla="*/ 8121 h 11465"/>
                <a:gd name="csX5" fmla="*/ 2866 w 4299"/>
                <a:gd name="csY5" fmla="*/ 10032 h 11465"/>
                <a:gd name="csX6" fmla="*/ 2389 w 4299"/>
                <a:gd name="csY6" fmla="*/ 10988 h 11465"/>
                <a:gd name="csX7" fmla="*/ 1911 w 4299"/>
                <a:gd name="csY7" fmla="*/ 11465 h 11465"/>
                <a:gd name="csX8" fmla="*/ 1433 w 4299"/>
                <a:gd name="csY8" fmla="*/ 11465 h 11465"/>
                <a:gd name="csX9" fmla="*/ 955 w 4299"/>
                <a:gd name="csY9" fmla="*/ 10510 h 11465"/>
                <a:gd name="csX10" fmla="*/ 1433 w 4299"/>
                <a:gd name="csY10" fmla="*/ 9555 h 11465"/>
                <a:gd name="csX11" fmla="*/ 0 w 4299"/>
                <a:gd name="csY11" fmla="*/ 9555 h 11465"/>
                <a:gd name="csX12" fmla="*/ 0 w 4299"/>
                <a:gd name="csY12" fmla="*/ 7166 h 11465"/>
                <a:gd name="csX13" fmla="*/ 478 w 4299"/>
                <a:gd name="csY13" fmla="*/ 6210 h 11465"/>
                <a:gd name="csX14" fmla="*/ 955 w 4299"/>
                <a:gd name="csY14" fmla="*/ 5255 h 11465"/>
                <a:gd name="csX15" fmla="*/ 955 w 4299"/>
                <a:gd name="csY15" fmla="*/ 4300 h 11465"/>
                <a:gd name="csX16" fmla="*/ 1911 w 4299"/>
                <a:gd name="csY16" fmla="*/ 955 h 11465"/>
                <a:gd name="csX17" fmla="*/ 1911 w 4299"/>
                <a:gd name="csY17" fmla="*/ 955 h 11465"/>
                <a:gd name="csX18" fmla="*/ 1911 w 4299"/>
                <a:gd name="csY18" fmla="*/ 1911 h 11465"/>
                <a:gd name="csX19" fmla="*/ 2389 w 4299"/>
                <a:gd name="csY19" fmla="*/ 1911 h 11465"/>
                <a:gd name="csX20" fmla="*/ 2866 w 4299"/>
                <a:gd name="csY20" fmla="*/ 1433 h 11465"/>
                <a:gd name="csX21" fmla="*/ 3344 w 4299"/>
                <a:gd name="csY21" fmla="*/ 0 h 11465"/>
                <a:gd name="csX22" fmla="*/ 3822 w 4299"/>
                <a:gd name="csY22" fmla="*/ 0 h 11465"/>
                <a:gd name="csX23" fmla="*/ 4300 w 4299"/>
                <a:gd name="csY23" fmla="*/ 1433 h 11465"/>
                <a:gd name="csX24" fmla="*/ 4300 w 4299"/>
                <a:gd name="csY24" fmla="*/ 1433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4299" h="11465">
                  <a:moveTo>
                    <a:pt x="4300" y="1433"/>
                  </a:moveTo>
                  <a:lnTo>
                    <a:pt x="4300" y="2389"/>
                  </a:lnTo>
                  <a:lnTo>
                    <a:pt x="3822" y="3344"/>
                  </a:lnTo>
                  <a:lnTo>
                    <a:pt x="4300" y="5255"/>
                  </a:lnTo>
                  <a:lnTo>
                    <a:pt x="3344" y="8121"/>
                  </a:lnTo>
                  <a:lnTo>
                    <a:pt x="2866" y="10032"/>
                  </a:lnTo>
                  <a:lnTo>
                    <a:pt x="2389" y="10988"/>
                  </a:lnTo>
                  <a:lnTo>
                    <a:pt x="1911" y="11465"/>
                  </a:lnTo>
                  <a:lnTo>
                    <a:pt x="1433" y="11465"/>
                  </a:lnTo>
                  <a:lnTo>
                    <a:pt x="955" y="10510"/>
                  </a:lnTo>
                  <a:lnTo>
                    <a:pt x="1433" y="9555"/>
                  </a:lnTo>
                  <a:lnTo>
                    <a:pt x="0" y="9555"/>
                  </a:lnTo>
                  <a:lnTo>
                    <a:pt x="0" y="7166"/>
                  </a:lnTo>
                  <a:lnTo>
                    <a:pt x="478" y="6210"/>
                  </a:lnTo>
                  <a:lnTo>
                    <a:pt x="955" y="5255"/>
                  </a:lnTo>
                  <a:lnTo>
                    <a:pt x="955" y="4300"/>
                  </a:lnTo>
                  <a:lnTo>
                    <a:pt x="1911" y="955"/>
                  </a:lnTo>
                  <a:lnTo>
                    <a:pt x="1911" y="955"/>
                  </a:lnTo>
                  <a:lnTo>
                    <a:pt x="1911" y="1911"/>
                  </a:lnTo>
                  <a:lnTo>
                    <a:pt x="2389" y="1911"/>
                  </a:lnTo>
                  <a:lnTo>
                    <a:pt x="2866" y="1433"/>
                  </a:lnTo>
                  <a:lnTo>
                    <a:pt x="3344" y="0"/>
                  </a:lnTo>
                  <a:lnTo>
                    <a:pt x="3822" y="0"/>
                  </a:lnTo>
                  <a:lnTo>
                    <a:pt x="4300" y="1433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1" name="Freeform 3140">
              <a:extLst>
                <a:ext uri="{FF2B5EF4-FFF2-40B4-BE49-F238E27FC236}">
                  <a16:creationId xmlns:a16="http://schemas.microsoft.com/office/drawing/2014/main" id="{CD0ECC6E-CEBD-5DA3-A935-3DC9B16B2BFE}"/>
                </a:ext>
              </a:extLst>
            </p:cNvPr>
            <p:cNvSpPr/>
            <p:nvPr/>
          </p:nvSpPr>
          <p:spPr>
            <a:xfrm>
              <a:off x="2943463" y="3362379"/>
              <a:ext cx="7165" cy="4299"/>
            </a:xfrm>
            <a:custGeom>
              <a:avLst/>
              <a:gdLst>
                <a:gd name="csX0" fmla="*/ 7166 w 7165"/>
                <a:gd name="csY0" fmla="*/ 2389 h 4299"/>
                <a:gd name="csX1" fmla="*/ 4777 w 7165"/>
                <a:gd name="csY1" fmla="*/ 3344 h 4299"/>
                <a:gd name="csX2" fmla="*/ 3822 w 7165"/>
                <a:gd name="csY2" fmla="*/ 4300 h 4299"/>
                <a:gd name="csX3" fmla="*/ 0 w 7165"/>
                <a:gd name="csY3" fmla="*/ 3822 h 4299"/>
                <a:gd name="csX4" fmla="*/ 478 w 7165"/>
                <a:gd name="csY4" fmla="*/ 1433 h 4299"/>
                <a:gd name="csX5" fmla="*/ 3822 w 7165"/>
                <a:gd name="csY5" fmla="*/ 0 h 4299"/>
                <a:gd name="csX6" fmla="*/ 7166 w 7165"/>
                <a:gd name="csY6" fmla="*/ 238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65" h="4299">
                  <a:moveTo>
                    <a:pt x="7166" y="2389"/>
                  </a:moveTo>
                  <a:lnTo>
                    <a:pt x="4777" y="3344"/>
                  </a:lnTo>
                  <a:lnTo>
                    <a:pt x="3822" y="4300"/>
                  </a:lnTo>
                  <a:lnTo>
                    <a:pt x="0" y="3822"/>
                  </a:lnTo>
                  <a:lnTo>
                    <a:pt x="478" y="1433"/>
                  </a:lnTo>
                  <a:lnTo>
                    <a:pt x="3822" y="0"/>
                  </a:lnTo>
                  <a:lnTo>
                    <a:pt x="71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2" name="Freeform 3141">
              <a:extLst>
                <a:ext uri="{FF2B5EF4-FFF2-40B4-BE49-F238E27FC236}">
                  <a16:creationId xmlns:a16="http://schemas.microsoft.com/office/drawing/2014/main" id="{C55BBF3D-6DC1-037F-A180-F67D3325E9A3}"/>
                </a:ext>
              </a:extLst>
            </p:cNvPr>
            <p:cNvSpPr/>
            <p:nvPr/>
          </p:nvSpPr>
          <p:spPr>
            <a:xfrm>
              <a:off x="2946329" y="3333716"/>
              <a:ext cx="3821" cy="4299"/>
            </a:xfrm>
            <a:custGeom>
              <a:avLst/>
              <a:gdLst>
                <a:gd name="csX0" fmla="*/ 3344 w 3821"/>
                <a:gd name="csY0" fmla="*/ 1911 h 4299"/>
                <a:gd name="csX1" fmla="*/ 3822 w 3821"/>
                <a:gd name="csY1" fmla="*/ 3822 h 4299"/>
                <a:gd name="csX2" fmla="*/ 1433 w 3821"/>
                <a:gd name="csY2" fmla="*/ 4300 h 4299"/>
                <a:gd name="csX3" fmla="*/ 0 w 3821"/>
                <a:gd name="csY3" fmla="*/ 3822 h 4299"/>
                <a:gd name="csX4" fmla="*/ 0 w 3821"/>
                <a:gd name="csY4" fmla="*/ 3344 h 4299"/>
                <a:gd name="csX5" fmla="*/ 478 w 3821"/>
                <a:gd name="csY5" fmla="*/ 1433 h 4299"/>
                <a:gd name="csX6" fmla="*/ 478 w 3821"/>
                <a:gd name="csY6" fmla="*/ 478 h 4299"/>
                <a:gd name="csX7" fmla="*/ 1433 w 3821"/>
                <a:gd name="csY7" fmla="*/ 0 h 4299"/>
                <a:gd name="csX8" fmla="*/ 3344 w 3821"/>
                <a:gd name="csY8" fmla="*/ 955 h 4299"/>
                <a:gd name="csX9" fmla="*/ 3344 w 3821"/>
                <a:gd name="csY9" fmla="*/ 1911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4299">
                  <a:moveTo>
                    <a:pt x="3344" y="1911"/>
                  </a:moveTo>
                  <a:lnTo>
                    <a:pt x="3822" y="3822"/>
                  </a:lnTo>
                  <a:lnTo>
                    <a:pt x="1433" y="4300"/>
                  </a:lnTo>
                  <a:lnTo>
                    <a:pt x="0" y="3822"/>
                  </a:lnTo>
                  <a:lnTo>
                    <a:pt x="0" y="3344"/>
                  </a:lnTo>
                  <a:lnTo>
                    <a:pt x="478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3344" y="955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3" name="Freeform 3142">
              <a:extLst>
                <a:ext uri="{FF2B5EF4-FFF2-40B4-BE49-F238E27FC236}">
                  <a16:creationId xmlns:a16="http://schemas.microsoft.com/office/drawing/2014/main" id="{9B13DD82-39F5-2650-CEDB-11665E22FA72}"/>
                </a:ext>
              </a:extLst>
            </p:cNvPr>
            <p:cNvSpPr/>
            <p:nvPr/>
          </p:nvSpPr>
          <p:spPr>
            <a:xfrm>
              <a:off x="2867981" y="3349481"/>
              <a:ext cx="3821" cy="5255"/>
            </a:xfrm>
            <a:custGeom>
              <a:avLst/>
              <a:gdLst>
                <a:gd name="csX0" fmla="*/ 3344 w 3821"/>
                <a:gd name="csY0" fmla="*/ 478 h 5255"/>
                <a:gd name="csX1" fmla="*/ 3822 w 3821"/>
                <a:gd name="csY1" fmla="*/ 956 h 5255"/>
                <a:gd name="csX2" fmla="*/ 1911 w 3821"/>
                <a:gd name="csY2" fmla="*/ 4777 h 5255"/>
                <a:gd name="csX3" fmla="*/ 956 w 3821"/>
                <a:gd name="csY3" fmla="*/ 5255 h 5255"/>
                <a:gd name="csX4" fmla="*/ 0 w 3821"/>
                <a:gd name="csY4" fmla="*/ 5255 h 5255"/>
                <a:gd name="csX5" fmla="*/ 1433 w 3821"/>
                <a:gd name="csY5" fmla="*/ 3344 h 5255"/>
                <a:gd name="csX6" fmla="*/ 2389 w 3821"/>
                <a:gd name="csY6" fmla="*/ 0 h 5255"/>
                <a:gd name="csX7" fmla="*/ 3344 w 3821"/>
                <a:gd name="csY7" fmla="*/ 478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5255">
                  <a:moveTo>
                    <a:pt x="3344" y="478"/>
                  </a:moveTo>
                  <a:lnTo>
                    <a:pt x="3822" y="956"/>
                  </a:lnTo>
                  <a:lnTo>
                    <a:pt x="1911" y="4777"/>
                  </a:lnTo>
                  <a:lnTo>
                    <a:pt x="956" y="5255"/>
                  </a:lnTo>
                  <a:lnTo>
                    <a:pt x="0" y="5255"/>
                  </a:lnTo>
                  <a:lnTo>
                    <a:pt x="1433" y="3344"/>
                  </a:lnTo>
                  <a:lnTo>
                    <a:pt x="2389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4" name="Freeform 3143">
              <a:extLst>
                <a:ext uri="{FF2B5EF4-FFF2-40B4-BE49-F238E27FC236}">
                  <a16:creationId xmlns:a16="http://schemas.microsoft.com/office/drawing/2014/main" id="{78E85F48-D6B3-47A8-BC15-F274BC3BB951}"/>
                </a:ext>
              </a:extLst>
            </p:cNvPr>
            <p:cNvSpPr/>
            <p:nvPr/>
          </p:nvSpPr>
          <p:spPr>
            <a:xfrm>
              <a:off x="2842184" y="3423051"/>
              <a:ext cx="27708" cy="15765"/>
            </a:xfrm>
            <a:custGeom>
              <a:avLst/>
              <a:gdLst>
                <a:gd name="csX0" fmla="*/ 27708 w 27708"/>
                <a:gd name="csY0" fmla="*/ 4777 h 15765"/>
                <a:gd name="csX1" fmla="*/ 27708 w 27708"/>
                <a:gd name="csY1" fmla="*/ 7166 h 15765"/>
                <a:gd name="csX2" fmla="*/ 25797 w 27708"/>
                <a:gd name="csY2" fmla="*/ 9077 h 15765"/>
                <a:gd name="csX3" fmla="*/ 24842 w 27708"/>
                <a:gd name="csY3" fmla="*/ 10032 h 15765"/>
                <a:gd name="csX4" fmla="*/ 23886 w 27708"/>
                <a:gd name="csY4" fmla="*/ 9077 h 15765"/>
                <a:gd name="csX5" fmla="*/ 23409 w 27708"/>
                <a:gd name="csY5" fmla="*/ 9077 h 15765"/>
                <a:gd name="csX6" fmla="*/ 22931 w 27708"/>
                <a:gd name="csY6" fmla="*/ 8121 h 15765"/>
                <a:gd name="csX7" fmla="*/ 22453 w 27708"/>
                <a:gd name="csY7" fmla="*/ 6688 h 15765"/>
                <a:gd name="csX8" fmla="*/ 21976 w 27708"/>
                <a:gd name="csY8" fmla="*/ 6688 h 15765"/>
                <a:gd name="csX9" fmla="*/ 20542 w 27708"/>
                <a:gd name="csY9" fmla="*/ 8121 h 15765"/>
                <a:gd name="csX10" fmla="*/ 20542 w 27708"/>
                <a:gd name="csY10" fmla="*/ 9077 h 15765"/>
                <a:gd name="csX11" fmla="*/ 21020 w 27708"/>
                <a:gd name="csY11" fmla="*/ 10032 h 15765"/>
                <a:gd name="csX12" fmla="*/ 21020 w 27708"/>
                <a:gd name="csY12" fmla="*/ 10988 h 15765"/>
                <a:gd name="csX13" fmla="*/ 19587 w 27708"/>
                <a:gd name="csY13" fmla="*/ 10988 h 15765"/>
                <a:gd name="csX14" fmla="*/ 18154 w 27708"/>
                <a:gd name="csY14" fmla="*/ 10988 h 15765"/>
                <a:gd name="csX15" fmla="*/ 16721 w 27708"/>
                <a:gd name="csY15" fmla="*/ 11943 h 15765"/>
                <a:gd name="csX16" fmla="*/ 16243 w 27708"/>
                <a:gd name="csY16" fmla="*/ 11465 h 15765"/>
                <a:gd name="csX17" fmla="*/ 15765 w 27708"/>
                <a:gd name="csY17" fmla="*/ 9555 h 15765"/>
                <a:gd name="csX18" fmla="*/ 15287 w 27708"/>
                <a:gd name="csY18" fmla="*/ 10032 h 15765"/>
                <a:gd name="csX19" fmla="*/ 14332 w 27708"/>
                <a:gd name="csY19" fmla="*/ 11943 h 15765"/>
                <a:gd name="csX20" fmla="*/ 13854 w 27708"/>
                <a:gd name="csY20" fmla="*/ 13377 h 15765"/>
                <a:gd name="csX21" fmla="*/ 11943 w 27708"/>
                <a:gd name="csY21" fmla="*/ 14332 h 15765"/>
                <a:gd name="csX22" fmla="*/ 11943 w 27708"/>
                <a:gd name="csY22" fmla="*/ 14810 h 15765"/>
                <a:gd name="csX23" fmla="*/ 10510 w 27708"/>
                <a:gd name="csY23" fmla="*/ 14810 h 15765"/>
                <a:gd name="csX24" fmla="*/ 8599 w 27708"/>
                <a:gd name="csY24" fmla="*/ 15765 h 15765"/>
                <a:gd name="csX25" fmla="*/ 7644 w 27708"/>
                <a:gd name="csY25" fmla="*/ 15287 h 15765"/>
                <a:gd name="csX26" fmla="*/ 1433 w 27708"/>
                <a:gd name="csY26" fmla="*/ 13377 h 15765"/>
                <a:gd name="csX27" fmla="*/ 0 w 27708"/>
                <a:gd name="csY27" fmla="*/ 12421 h 15765"/>
                <a:gd name="csX28" fmla="*/ 5255 w 27708"/>
                <a:gd name="csY28" fmla="*/ 7166 h 15765"/>
                <a:gd name="csX29" fmla="*/ 7644 w 27708"/>
                <a:gd name="csY29" fmla="*/ 5255 h 15765"/>
                <a:gd name="csX30" fmla="*/ 9555 w 27708"/>
                <a:gd name="csY30" fmla="*/ 5255 h 15765"/>
                <a:gd name="csX31" fmla="*/ 10988 w 27708"/>
                <a:gd name="csY31" fmla="*/ 5733 h 15765"/>
                <a:gd name="csX32" fmla="*/ 11943 w 27708"/>
                <a:gd name="csY32" fmla="*/ 5733 h 15765"/>
                <a:gd name="csX33" fmla="*/ 11943 w 27708"/>
                <a:gd name="csY33" fmla="*/ 3344 h 15765"/>
                <a:gd name="csX34" fmla="*/ 10510 w 27708"/>
                <a:gd name="csY34" fmla="*/ 1911 h 15765"/>
                <a:gd name="csX35" fmla="*/ 10510 w 27708"/>
                <a:gd name="csY35" fmla="*/ 956 h 15765"/>
                <a:gd name="csX36" fmla="*/ 13854 w 27708"/>
                <a:gd name="csY36" fmla="*/ 0 h 15765"/>
                <a:gd name="csX37" fmla="*/ 15287 w 27708"/>
                <a:gd name="csY37" fmla="*/ 0 h 15765"/>
                <a:gd name="csX38" fmla="*/ 16243 w 27708"/>
                <a:gd name="csY38" fmla="*/ 478 h 15765"/>
                <a:gd name="csX39" fmla="*/ 17676 w 27708"/>
                <a:gd name="csY39" fmla="*/ 1433 h 15765"/>
                <a:gd name="csX40" fmla="*/ 19109 w 27708"/>
                <a:gd name="csY40" fmla="*/ 2866 h 15765"/>
                <a:gd name="csX41" fmla="*/ 19587 w 27708"/>
                <a:gd name="csY41" fmla="*/ 3344 h 15765"/>
                <a:gd name="csX42" fmla="*/ 20542 w 27708"/>
                <a:gd name="csY42" fmla="*/ 1433 h 15765"/>
                <a:gd name="csX43" fmla="*/ 21020 w 27708"/>
                <a:gd name="csY43" fmla="*/ 956 h 15765"/>
                <a:gd name="csX44" fmla="*/ 23409 w 27708"/>
                <a:gd name="csY44" fmla="*/ 2866 h 15765"/>
                <a:gd name="csX45" fmla="*/ 24842 w 27708"/>
                <a:gd name="csY45" fmla="*/ 2389 h 15765"/>
                <a:gd name="csX46" fmla="*/ 25797 w 27708"/>
                <a:gd name="csY46" fmla="*/ 4777 h 15765"/>
                <a:gd name="csX47" fmla="*/ 26275 w 27708"/>
                <a:gd name="csY47" fmla="*/ 4777 h 15765"/>
                <a:gd name="csX48" fmla="*/ 27231 w 27708"/>
                <a:gd name="csY48" fmla="*/ 4777 h 15765"/>
                <a:gd name="csX49" fmla="*/ 27708 w 27708"/>
                <a:gd name="csY49" fmla="*/ 4777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27708" h="15765">
                  <a:moveTo>
                    <a:pt x="27708" y="4777"/>
                  </a:moveTo>
                  <a:lnTo>
                    <a:pt x="27708" y="7166"/>
                  </a:lnTo>
                  <a:lnTo>
                    <a:pt x="25797" y="9077"/>
                  </a:lnTo>
                  <a:lnTo>
                    <a:pt x="24842" y="10032"/>
                  </a:lnTo>
                  <a:lnTo>
                    <a:pt x="23886" y="9077"/>
                  </a:lnTo>
                  <a:lnTo>
                    <a:pt x="23409" y="9077"/>
                  </a:lnTo>
                  <a:lnTo>
                    <a:pt x="22931" y="8121"/>
                  </a:lnTo>
                  <a:lnTo>
                    <a:pt x="22453" y="6688"/>
                  </a:lnTo>
                  <a:lnTo>
                    <a:pt x="21976" y="6688"/>
                  </a:lnTo>
                  <a:lnTo>
                    <a:pt x="20542" y="8121"/>
                  </a:lnTo>
                  <a:lnTo>
                    <a:pt x="20542" y="9077"/>
                  </a:lnTo>
                  <a:lnTo>
                    <a:pt x="21020" y="10032"/>
                  </a:lnTo>
                  <a:lnTo>
                    <a:pt x="21020" y="10988"/>
                  </a:lnTo>
                  <a:lnTo>
                    <a:pt x="19587" y="10988"/>
                  </a:lnTo>
                  <a:lnTo>
                    <a:pt x="18154" y="10988"/>
                  </a:lnTo>
                  <a:lnTo>
                    <a:pt x="16721" y="11943"/>
                  </a:lnTo>
                  <a:lnTo>
                    <a:pt x="16243" y="11465"/>
                  </a:lnTo>
                  <a:lnTo>
                    <a:pt x="15765" y="9555"/>
                  </a:lnTo>
                  <a:lnTo>
                    <a:pt x="15287" y="10032"/>
                  </a:lnTo>
                  <a:lnTo>
                    <a:pt x="14332" y="11943"/>
                  </a:lnTo>
                  <a:lnTo>
                    <a:pt x="13854" y="13377"/>
                  </a:lnTo>
                  <a:lnTo>
                    <a:pt x="11943" y="14332"/>
                  </a:lnTo>
                  <a:lnTo>
                    <a:pt x="11943" y="14810"/>
                  </a:lnTo>
                  <a:lnTo>
                    <a:pt x="10510" y="14810"/>
                  </a:lnTo>
                  <a:lnTo>
                    <a:pt x="8599" y="15765"/>
                  </a:lnTo>
                  <a:lnTo>
                    <a:pt x="7644" y="15287"/>
                  </a:lnTo>
                  <a:lnTo>
                    <a:pt x="1433" y="13377"/>
                  </a:lnTo>
                  <a:lnTo>
                    <a:pt x="0" y="12421"/>
                  </a:lnTo>
                  <a:lnTo>
                    <a:pt x="5255" y="7166"/>
                  </a:lnTo>
                  <a:lnTo>
                    <a:pt x="7644" y="5255"/>
                  </a:lnTo>
                  <a:lnTo>
                    <a:pt x="9555" y="5255"/>
                  </a:lnTo>
                  <a:lnTo>
                    <a:pt x="10988" y="5733"/>
                  </a:lnTo>
                  <a:lnTo>
                    <a:pt x="11943" y="5733"/>
                  </a:lnTo>
                  <a:lnTo>
                    <a:pt x="11943" y="3344"/>
                  </a:lnTo>
                  <a:lnTo>
                    <a:pt x="10510" y="1911"/>
                  </a:lnTo>
                  <a:lnTo>
                    <a:pt x="10510" y="956"/>
                  </a:lnTo>
                  <a:lnTo>
                    <a:pt x="13854" y="0"/>
                  </a:lnTo>
                  <a:lnTo>
                    <a:pt x="15287" y="0"/>
                  </a:lnTo>
                  <a:lnTo>
                    <a:pt x="16243" y="478"/>
                  </a:lnTo>
                  <a:lnTo>
                    <a:pt x="17676" y="1433"/>
                  </a:lnTo>
                  <a:lnTo>
                    <a:pt x="19109" y="2866"/>
                  </a:lnTo>
                  <a:lnTo>
                    <a:pt x="19587" y="3344"/>
                  </a:lnTo>
                  <a:lnTo>
                    <a:pt x="20542" y="1433"/>
                  </a:lnTo>
                  <a:lnTo>
                    <a:pt x="21020" y="956"/>
                  </a:lnTo>
                  <a:lnTo>
                    <a:pt x="23409" y="2866"/>
                  </a:lnTo>
                  <a:lnTo>
                    <a:pt x="24842" y="2389"/>
                  </a:lnTo>
                  <a:lnTo>
                    <a:pt x="25797" y="4777"/>
                  </a:lnTo>
                  <a:lnTo>
                    <a:pt x="26275" y="4777"/>
                  </a:lnTo>
                  <a:lnTo>
                    <a:pt x="27231" y="4777"/>
                  </a:lnTo>
                  <a:lnTo>
                    <a:pt x="2770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5" name="Freeform 3144">
              <a:extLst>
                <a:ext uri="{FF2B5EF4-FFF2-40B4-BE49-F238E27FC236}">
                  <a16:creationId xmlns:a16="http://schemas.microsoft.com/office/drawing/2014/main" id="{F984D631-CF50-C73E-556C-D0D8227B9E62}"/>
                </a:ext>
              </a:extLst>
            </p:cNvPr>
            <p:cNvSpPr/>
            <p:nvPr/>
          </p:nvSpPr>
          <p:spPr>
            <a:xfrm>
              <a:off x="2815431" y="3439294"/>
              <a:ext cx="49683" cy="40607"/>
            </a:xfrm>
            <a:custGeom>
              <a:avLst/>
              <a:gdLst>
                <a:gd name="csX0" fmla="*/ 49684 w 49683"/>
                <a:gd name="csY0" fmla="*/ 12899 h 40607"/>
                <a:gd name="csX1" fmla="*/ 49684 w 49683"/>
                <a:gd name="csY1" fmla="*/ 13377 h 40607"/>
                <a:gd name="csX2" fmla="*/ 47295 w 49683"/>
                <a:gd name="csY2" fmla="*/ 16721 h 40607"/>
                <a:gd name="csX3" fmla="*/ 46340 w 49683"/>
                <a:gd name="csY3" fmla="*/ 17676 h 40607"/>
                <a:gd name="csX4" fmla="*/ 45862 w 49683"/>
                <a:gd name="csY4" fmla="*/ 17676 h 40607"/>
                <a:gd name="csX5" fmla="*/ 41563 w 49683"/>
                <a:gd name="csY5" fmla="*/ 17198 h 40607"/>
                <a:gd name="csX6" fmla="*/ 37741 w 49683"/>
                <a:gd name="csY6" fmla="*/ 16243 h 40607"/>
                <a:gd name="csX7" fmla="*/ 35830 w 49683"/>
                <a:gd name="csY7" fmla="*/ 15765 h 40607"/>
                <a:gd name="csX8" fmla="*/ 35352 w 49683"/>
                <a:gd name="csY8" fmla="*/ 16243 h 40607"/>
                <a:gd name="csX9" fmla="*/ 34397 w 49683"/>
                <a:gd name="csY9" fmla="*/ 17198 h 40607"/>
                <a:gd name="csX10" fmla="*/ 34874 w 49683"/>
                <a:gd name="csY10" fmla="*/ 17676 h 40607"/>
                <a:gd name="csX11" fmla="*/ 38696 w 49683"/>
                <a:gd name="csY11" fmla="*/ 17676 h 40607"/>
                <a:gd name="csX12" fmla="*/ 39652 w 49683"/>
                <a:gd name="csY12" fmla="*/ 19109 h 40607"/>
                <a:gd name="csX13" fmla="*/ 40129 w 49683"/>
                <a:gd name="csY13" fmla="*/ 20065 h 40607"/>
                <a:gd name="csX14" fmla="*/ 40607 w 49683"/>
                <a:gd name="csY14" fmla="*/ 21498 h 40607"/>
                <a:gd name="csX15" fmla="*/ 39652 w 49683"/>
                <a:gd name="csY15" fmla="*/ 21976 h 40607"/>
                <a:gd name="csX16" fmla="*/ 38218 w 49683"/>
                <a:gd name="csY16" fmla="*/ 22453 h 40607"/>
                <a:gd name="csX17" fmla="*/ 36785 w 49683"/>
                <a:gd name="csY17" fmla="*/ 22453 h 40607"/>
                <a:gd name="csX18" fmla="*/ 34397 w 49683"/>
                <a:gd name="csY18" fmla="*/ 23409 h 40607"/>
                <a:gd name="csX19" fmla="*/ 32963 w 49683"/>
                <a:gd name="csY19" fmla="*/ 24842 h 40607"/>
                <a:gd name="csX20" fmla="*/ 28664 w 49683"/>
                <a:gd name="csY20" fmla="*/ 25320 h 40607"/>
                <a:gd name="csX21" fmla="*/ 25320 w 49683"/>
                <a:gd name="csY21" fmla="*/ 27231 h 40607"/>
                <a:gd name="csX22" fmla="*/ 24364 w 49683"/>
                <a:gd name="csY22" fmla="*/ 28186 h 40607"/>
                <a:gd name="csX23" fmla="*/ 23886 w 49683"/>
                <a:gd name="csY23" fmla="*/ 29619 h 40607"/>
                <a:gd name="csX24" fmla="*/ 22453 w 49683"/>
                <a:gd name="csY24" fmla="*/ 30575 h 40607"/>
                <a:gd name="csX25" fmla="*/ 19587 w 49683"/>
                <a:gd name="csY25" fmla="*/ 31052 h 40607"/>
                <a:gd name="csX26" fmla="*/ 21498 w 49683"/>
                <a:gd name="csY26" fmla="*/ 32008 h 40607"/>
                <a:gd name="csX27" fmla="*/ 21498 w 49683"/>
                <a:gd name="csY27" fmla="*/ 32486 h 40607"/>
                <a:gd name="csX28" fmla="*/ 21498 w 49683"/>
                <a:gd name="csY28" fmla="*/ 33441 h 40607"/>
                <a:gd name="csX29" fmla="*/ 21498 w 49683"/>
                <a:gd name="csY29" fmla="*/ 34397 h 40607"/>
                <a:gd name="csX30" fmla="*/ 19109 w 49683"/>
                <a:gd name="csY30" fmla="*/ 37741 h 40607"/>
                <a:gd name="csX31" fmla="*/ 14810 w 49683"/>
                <a:gd name="csY31" fmla="*/ 40607 h 40607"/>
                <a:gd name="csX32" fmla="*/ 13854 w 49683"/>
                <a:gd name="csY32" fmla="*/ 40129 h 40607"/>
                <a:gd name="csX33" fmla="*/ 13377 w 49683"/>
                <a:gd name="csY33" fmla="*/ 40129 h 40607"/>
                <a:gd name="csX34" fmla="*/ 12899 w 49683"/>
                <a:gd name="csY34" fmla="*/ 39652 h 40607"/>
                <a:gd name="csX35" fmla="*/ 12899 w 49683"/>
                <a:gd name="csY35" fmla="*/ 38696 h 40607"/>
                <a:gd name="csX36" fmla="*/ 18632 w 49683"/>
                <a:gd name="csY36" fmla="*/ 33441 h 40607"/>
                <a:gd name="csX37" fmla="*/ 18154 w 49683"/>
                <a:gd name="csY37" fmla="*/ 32963 h 40607"/>
                <a:gd name="csX38" fmla="*/ 16721 w 49683"/>
                <a:gd name="csY38" fmla="*/ 32963 h 40607"/>
                <a:gd name="csX39" fmla="*/ 14332 w 49683"/>
                <a:gd name="csY39" fmla="*/ 31530 h 40607"/>
                <a:gd name="csX40" fmla="*/ 12421 w 49683"/>
                <a:gd name="csY40" fmla="*/ 32486 h 40607"/>
                <a:gd name="csX41" fmla="*/ 12421 w 49683"/>
                <a:gd name="csY41" fmla="*/ 32486 h 40607"/>
                <a:gd name="csX42" fmla="*/ 12899 w 49683"/>
                <a:gd name="csY42" fmla="*/ 31052 h 40607"/>
                <a:gd name="csX43" fmla="*/ 13854 w 49683"/>
                <a:gd name="csY43" fmla="*/ 29142 h 40607"/>
                <a:gd name="csX44" fmla="*/ 13377 w 49683"/>
                <a:gd name="csY44" fmla="*/ 28664 h 40607"/>
                <a:gd name="csX45" fmla="*/ 12899 w 49683"/>
                <a:gd name="csY45" fmla="*/ 28664 h 40607"/>
                <a:gd name="csX46" fmla="*/ 11466 w 49683"/>
                <a:gd name="csY46" fmla="*/ 28186 h 40607"/>
                <a:gd name="csX47" fmla="*/ 9555 w 49683"/>
                <a:gd name="csY47" fmla="*/ 28186 h 40607"/>
                <a:gd name="csX48" fmla="*/ 7644 w 49683"/>
                <a:gd name="csY48" fmla="*/ 28664 h 40607"/>
                <a:gd name="csX49" fmla="*/ 6688 w 49683"/>
                <a:gd name="csY49" fmla="*/ 29619 h 40607"/>
                <a:gd name="csX50" fmla="*/ 6688 w 49683"/>
                <a:gd name="csY50" fmla="*/ 29619 h 40607"/>
                <a:gd name="csX51" fmla="*/ 9077 w 49683"/>
                <a:gd name="csY51" fmla="*/ 29619 h 40607"/>
                <a:gd name="csX52" fmla="*/ 9555 w 49683"/>
                <a:gd name="csY52" fmla="*/ 30097 h 40607"/>
                <a:gd name="csX53" fmla="*/ 10032 w 49683"/>
                <a:gd name="csY53" fmla="*/ 31052 h 40607"/>
                <a:gd name="csX54" fmla="*/ 10510 w 49683"/>
                <a:gd name="csY54" fmla="*/ 31530 h 40607"/>
                <a:gd name="csX55" fmla="*/ 10510 w 49683"/>
                <a:gd name="csY55" fmla="*/ 32963 h 40607"/>
                <a:gd name="csX56" fmla="*/ 10032 w 49683"/>
                <a:gd name="csY56" fmla="*/ 34397 h 40607"/>
                <a:gd name="csX57" fmla="*/ 9077 w 49683"/>
                <a:gd name="csY57" fmla="*/ 35830 h 40607"/>
                <a:gd name="csX58" fmla="*/ 7644 w 49683"/>
                <a:gd name="csY58" fmla="*/ 35352 h 40607"/>
                <a:gd name="csX59" fmla="*/ 4300 w 49683"/>
                <a:gd name="csY59" fmla="*/ 31530 h 40607"/>
                <a:gd name="csX60" fmla="*/ 2866 w 49683"/>
                <a:gd name="csY60" fmla="*/ 26275 h 40607"/>
                <a:gd name="csX61" fmla="*/ 478 w 49683"/>
                <a:gd name="csY61" fmla="*/ 21976 h 40607"/>
                <a:gd name="csX62" fmla="*/ 0 w 49683"/>
                <a:gd name="csY62" fmla="*/ 20542 h 40607"/>
                <a:gd name="csX63" fmla="*/ 956 w 49683"/>
                <a:gd name="csY63" fmla="*/ 18154 h 40607"/>
                <a:gd name="csX64" fmla="*/ 3822 w 49683"/>
                <a:gd name="csY64" fmla="*/ 14332 h 40607"/>
                <a:gd name="csX65" fmla="*/ 6688 w 49683"/>
                <a:gd name="csY65" fmla="*/ 12899 h 40607"/>
                <a:gd name="csX66" fmla="*/ 8599 w 49683"/>
                <a:gd name="csY66" fmla="*/ 11466 h 40607"/>
                <a:gd name="csX67" fmla="*/ 10510 w 49683"/>
                <a:gd name="csY67" fmla="*/ 10988 h 40607"/>
                <a:gd name="csX68" fmla="*/ 11943 w 49683"/>
                <a:gd name="csY68" fmla="*/ 10988 h 40607"/>
                <a:gd name="csX69" fmla="*/ 13854 w 49683"/>
                <a:gd name="csY69" fmla="*/ 11943 h 40607"/>
                <a:gd name="csX70" fmla="*/ 14332 w 49683"/>
                <a:gd name="csY70" fmla="*/ 13377 h 40607"/>
                <a:gd name="csX71" fmla="*/ 13854 w 49683"/>
                <a:gd name="csY71" fmla="*/ 13854 h 40607"/>
                <a:gd name="csX72" fmla="*/ 14332 w 49683"/>
                <a:gd name="csY72" fmla="*/ 14332 h 40607"/>
                <a:gd name="csX73" fmla="*/ 15287 w 49683"/>
                <a:gd name="csY73" fmla="*/ 15287 h 40607"/>
                <a:gd name="csX74" fmla="*/ 16721 w 49683"/>
                <a:gd name="csY74" fmla="*/ 18154 h 40607"/>
                <a:gd name="csX75" fmla="*/ 18154 w 49683"/>
                <a:gd name="csY75" fmla="*/ 21020 h 40607"/>
                <a:gd name="csX76" fmla="*/ 19109 w 49683"/>
                <a:gd name="csY76" fmla="*/ 21976 h 40607"/>
                <a:gd name="csX77" fmla="*/ 20542 w 49683"/>
                <a:gd name="csY77" fmla="*/ 22931 h 40607"/>
                <a:gd name="csX78" fmla="*/ 19109 w 49683"/>
                <a:gd name="csY78" fmla="*/ 20542 h 40607"/>
                <a:gd name="csX79" fmla="*/ 18154 w 49683"/>
                <a:gd name="csY79" fmla="*/ 18154 h 40607"/>
                <a:gd name="csX80" fmla="*/ 18154 w 49683"/>
                <a:gd name="csY80" fmla="*/ 12899 h 40607"/>
                <a:gd name="csX81" fmla="*/ 17676 w 49683"/>
                <a:gd name="csY81" fmla="*/ 11466 h 40607"/>
                <a:gd name="csX82" fmla="*/ 18154 w 49683"/>
                <a:gd name="csY82" fmla="*/ 10988 h 40607"/>
                <a:gd name="csX83" fmla="*/ 20542 w 49683"/>
                <a:gd name="csY83" fmla="*/ 11466 h 40607"/>
                <a:gd name="csX84" fmla="*/ 20542 w 49683"/>
                <a:gd name="csY84" fmla="*/ 10510 h 40607"/>
                <a:gd name="csX85" fmla="*/ 18154 w 49683"/>
                <a:gd name="csY85" fmla="*/ 9077 h 40607"/>
                <a:gd name="csX86" fmla="*/ 16721 w 49683"/>
                <a:gd name="csY86" fmla="*/ 7644 h 40607"/>
                <a:gd name="csX87" fmla="*/ 16243 w 49683"/>
                <a:gd name="csY87" fmla="*/ 6211 h 40607"/>
                <a:gd name="csX88" fmla="*/ 16243 w 49683"/>
                <a:gd name="csY88" fmla="*/ 5255 h 40607"/>
                <a:gd name="csX89" fmla="*/ 17198 w 49683"/>
                <a:gd name="csY89" fmla="*/ 3822 h 40607"/>
                <a:gd name="csX90" fmla="*/ 18154 w 49683"/>
                <a:gd name="csY90" fmla="*/ 3344 h 40607"/>
                <a:gd name="csX91" fmla="*/ 19109 w 49683"/>
                <a:gd name="csY91" fmla="*/ 3344 h 40607"/>
                <a:gd name="csX92" fmla="*/ 20542 w 49683"/>
                <a:gd name="csY92" fmla="*/ 3344 h 40607"/>
                <a:gd name="csX93" fmla="*/ 21020 w 49683"/>
                <a:gd name="csY93" fmla="*/ 3822 h 40607"/>
                <a:gd name="csX94" fmla="*/ 22931 w 49683"/>
                <a:gd name="csY94" fmla="*/ 7166 h 40607"/>
                <a:gd name="csX95" fmla="*/ 23886 w 49683"/>
                <a:gd name="csY95" fmla="*/ 8121 h 40607"/>
                <a:gd name="csX96" fmla="*/ 24364 w 49683"/>
                <a:gd name="csY96" fmla="*/ 8121 h 40607"/>
                <a:gd name="csX97" fmla="*/ 25320 w 49683"/>
                <a:gd name="csY97" fmla="*/ 7644 h 40607"/>
                <a:gd name="csX98" fmla="*/ 25798 w 49683"/>
                <a:gd name="csY98" fmla="*/ 6688 h 40607"/>
                <a:gd name="csX99" fmla="*/ 26275 w 49683"/>
                <a:gd name="csY99" fmla="*/ 6211 h 40607"/>
                <a:gd name="csX100" fmla="*/ 27231 w 49683"/>
                <a:gd name="csY100" fmla="*/ 5733 h 40607"/>
                <a:gd name="csX101" fmla="*/ 29142 w 49683"/>
                <a:gd name="csY101" fmla="*/ 6211 h 40607"/>
                <a:gd name="csX102" fmla="*/ 29619 w 49683"/>
                <a:gd name="csY102" fmla="*/ 6211 h 40607"/>
                <a:gd name="csX103" fmla="*/ 30097 w 49683"/>
                <a:gd name="csY103" fmla="*/ 5255 h 40607"/>
                <a:gd name="csX104" fmla="*/ 30097 w 49683"/>
                <a:gd name="csY104" fmla="*/ 3822 h 40607"/>
                <a:gd name="csX105" fmla="*/ 30575 w 49683"/>
                <a:gd name="csY105" fmla="*/ 3344 h 40607"/>
                <a:gd name="csX106" fmla="*/ 30575 w 49683"/>
                <a:gd name="csY106" fmla="*/ 2389 h 40607"/>
                <a:gd name="csX107" fmla="*/ 29619 w 49683"/>
                <a:gd name="csY107" fmla="*/ 478 h 40607"/>
                <a:gd name="csX108" fmla="*/ 31052 w 49683"/>
                <a:gd name="csY108" fmla="*/ 0 h 40607"/>
                <a:gd name="csX109" fmla="*/ 35352 w 49683"/>
                <a:gd name="csY109" fmla="*/ 1433 h 40607"/>
                <a:gd name="csX110" fmla="*/ 37263 w 49683"/>
                <a:gd name="csY110" fmla="*/ 2866 h 40607"/>
                <a:gd name="csX111" fmla="*/ 36307 w 49683"/>
                <a:gd name="csY111" fmla="*/ 5255 h 40607"/>
                <a:gd name="csX112" fmla="*/ 36307 w 49683"/>
                <a:gd name="csY112" fmla="*/ 7166 h 40607"/>
                <a:gd name="csX113" fmla="*/ 37263 w 49683"/>
                <a:gd name="csY113" fmla="*/ 6688 h 40607"/>
                <a:gd name="csX114" fmla="*/ 40129 w 49683"/>
                <a:gd name="csY114" fmla="*/ 4777 h 40607"/>
                <a:gd name="csX115" fmla="*/ 41563 w 49683"/>
                <a:gd name="csY115" fmla="*/ 4300 h 40607"/>
                <a:gd name="csX116" fmla="*/ 43951 w 49683"/>
                <a:gd name="csY116" fmla="*/ 4300 h 40607"/>
                <a:gd name="csX117" fmla="*/ 45384 w 49683"/>
                <a:gd name="csY117" fmla="*/ 5255 h 40607"/>
                <a:gd name="csX118" fmla="*/ 45862 w 49683"/>
                <a:gd name="csY118" fmla="*/ 5733 h 40607"/>
                <a:gd name="csX119" fmla="*/ 45862 w 49683"/>
                <a:gd name="csY119" fmla="*/ 6688 h 40607"/>
                <a:gd name="csX120" fmla="*/ 44429 w 49683"/>
                <a:gd name="csY120" fmla="*/ 8121 h 40607"/>
                <a:gd name="csX121" fmla="*/ 44429 w 49683"/>
                <a:gd name="csY121" fmla="*/ 9077 h 40607"/>
                <a:gd name="csX122" fmla="*/ 45862 w 49683"/>
                <a:gd name="csY122" fmla="*/ 10988 h 40607"/>
                <a:gd name="csX123" fmla="*/ 49206 w 49683"/>
                <a:gd name="csY123" fmla="*/ 12421 h 40607"/>
                <a:gd name="csX124" fmla="*/ 49684 w 49683"/>
                <a:gd name="csY124" fmla="*/ 12899 h 40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</a:cxnLst>
              <a:rect l="l" t="t" r="r" b="b"/>
              <a:pathLst>
                <a:path w="49683" h="40607">
                  <a:moveTo>
                    <a:pt x="49684" y="12899"/>
                  </a:moveTo>
                  <a:lnTo>
                    <a:pt x="49684" y="13377"/>
                  </a:lnTo>
                  <a:lnTo>
                    <a:pt x="47295" y="16721"/>
                  </a:lnTo>
                  <a:lnTo>
                    <a:pt x="46340" y="17676"/>
                  </a:lnTo>
                  <a:lnTo>
                    <a:pt x="45862" y="17676"/>
                  </a:lnTo>
                  <a:lnTo>
                    <a:pt x="41563" y="17198"/>
                  </a:lnTo>
                  <a:lnTo>
                    <a:pt x="37741" y="16243"/>
                  </a:lnTo>
                  <a:lnTo>
                    <a:pt x="35830" y="15765"/>
                  </a:lnTo>
                  <a:lnTo>
                    <a:pt x="35352" y="16243"/>
                  </a:lnTo>
                  <a:lnTo>
                    <a:pt x="34397" y="17198"/>
                  </a:lnTo>
                  <a:lnTo>
                    <a:pt x="34874" y="17676"/>
                  </a:lnTo>
                  <a:lnTo>
                    <a:pt x="38696" y="17676"/>
                  </a:lnTo>
                  <a:lnTo>
                    <a:pt x="39652" y="19109"/>
                  </a:lnTo>
                  <a:lnTo>
                    <a:pt x="40129" y="20065"/>
                  </a:lnTo>
                  <a:lnTo>
                    <a:pt x="40607" y="21498"/>
                  </a:lnTo>
                  <a:lnTo>
                    <a:pt x="39652" y="21976"/>
                  </a:lnTo>
                  <a:lnTo>
                    <a:pt x="38218" y="22453"/>
                  </a:lnTo>
                  <a:lnTo>
                    <a:pt x="36785" y="22453"/>
                  </a:lnTo>
                  <a:lnTo>
                    <a:pt x="34397" y="23409"/>
                  </a:lnTo>
                  <a:lnTo>
                    <a:pt x="32963" y="24842"/>
                  </a:lnTo>
                  <a:lnTo>
                    <a:pt x="28664" y="25320"/>
                  </a:lnTo>
                  <a:lnTo>
                    <a:pt x="25320" y="27231"/>
                  </a:lnTo>
                  <a:lnTo>
                    <a:pt x="24364" y="28186"/>
                  </a:lnTo>
                  <a:lnTo>
                    <a:pt x="23886" y="29619"/>
                  </a:lnTo>
                  <a:lnTo>
                    <a:pt x="22453" y="30575"/>
                  </a:lnTo>
                  <a:lnTo>
                    <a:pt x="19587" y="31052"/>
                  </a:lnTo>
                  <a:lnTo>
                    <a:pt x="21498" y="32008"/>
                  </a:lnTo>
                  <a:lnTo>
                    <a:pt x="21498" y="32486"/>
                  </a:lnTo>
                  <a:lnTo>
                    <a:pt x="21498" y="33441"/>
                  </a:lnTo>
                  <a:lnTo>
                    <a:pt x="21498" y="34397"/>
                  </a:lnTo>
                  <a:lnTo>
                    <a:pt x="19109" y="37741"/>
                  </a:lnTo>
                  <a:lnTo>
                    <a:pt x="14810" y="40607"/>
                  </a:lnTo>
                  <a:lnTo>
                    <a:pt x="13854" y="40129"/>
                  </a:lnTo>
                  <a:lnTo>
                    <a:pt x="13377" y="40129"/>
                  </a:lnTo>
                  <a:lnTo>
                    <a:pt x="12899" y="39652"/>
                  </a:lnTo>
                  <a:lnTo>
                    <a:pt x="12899" y="38696"/>
                  </a:lnTo>
                  <a:lnTo>
                    <a:pt x="18632" y="33441"/>
                  </a:lnTo>
                  <a:lnTo>
                    <a:pt x="18154" y="32963"/>
                  </a:lnTo>
                  <a:lnTo>
                    <a:pt x="16721" y="32963"/>
                  </a:lnTo>
                  <a:lnTo>
                    <a:pt x="14332" y="31530"/>
                  </a:lnTo>
                  <a:lnTo>
                    <a:pt x="12421" y="32486"/>
                  </a:lnTo>
                  <a:lnTo>
                    <a:pt x="12421" y="32486"/>
                  </a:lnTo>
                  <a:lnTo>
                    <a:pt x="12899" y="31052"/>
                  </a:lnTo>
                  <a:lnTo>
                    <a:pt x="13854" y="29142"/>
                  </a:lnTo>
                  <a:lnTo>
                    <a:pt x="13377" y="28664"/>
                  </a:lnTo>
                  <a:lnTo>
                    <a:pt x="12899" y="28664"/>
                  </a:lnTo>
                  <a:lnTo>
                    <a:pt x="11466" y="28186"/>
                  </a:lnTo>
                  <a:lnTo>
                    <a:pt x="9555" y="28186"/>
                  </a:lnTo>
                  <a:lnTo>
                    <a:pt x="7644" y="28664"/>
                  </a:lnTo>
                  <a:lnTo>
                    <a:pt x="6688" y="29619"/>
                  </a:lnTo>
                  <a:lnTo>
                    <a:pt x="6688" y="29619"/>
                  </a:lnTo>
                  <a:lnTo>
                    <a:pt x="9077" y="29619"/>
                  </a:lnTo>
                  <a:lnTo>
                    <a:pt x="9555" y="30097"/>
                  </a:lnTo>
                  <a:lnTo>
                    <a:pt x="10032" y="31052"/>
                  </a:lnTo>
                  <a:lnTo>
                    <a:pt x="10510" y="31530"/>
                  </a:lnTo>
                  <a:lnTo>
                    <a:pt x="10510" y="32963"/>
                  </a:lnTo>
                  <a:lnTo>
                    <a:pt x="10032" y="34397"/>
                  </a:lnTo>
                  <a:lnTo>
                    <a:pt x="9077" y="35830"/>
                  </a:lnTo>
                  <a:lnTo>
                    <a:pt x="7644" y="35352"/>
                  </a:lnTo>
                  <a:lnTo>
                    <a:pt x="4300" y="31530"/>
                  </a:lnTo>
                  <a:lnTo>
                    <a:pt x="2866" y="26275"/>
                  </a:lnTo>
                  <a:lnTo>
                    <a:pt x="478" y="21976"/>
                  </a:lnTo>
                  <a:lnTo>
                    <a:pt x="0" y="20542"/>
                  </a:lnTo>
                  <a:lnTo>
                    <a:pt x="956" y="18154"/>
                  </a:lnTo>
                  <a:lnTo>
                    <a:pt x="3822" y="14332"/>
                  </a:lnTo>
                  <a:lnTo>
                    <a:pt x="6688" y="12899"/>
                  </a:lnTo>
                  <a:lnTo>
                    <a:pt x="8599" y="11466"/>
                  </a:lnTo>
                  <a:lnTo>
                    <a:pt x="10510" y="10988"/>
                  </a:lnTo>
                  <a:lnTo>
                    <a:pt x="11943" y="10988"/>
                  </a:lnTo>
                  <a:lnTo>
                    <a:pt x="13854" y="11943"/>
                  </a:lnTo>
                  <a:lnTo>
                    <a:pt x="14332" y="13377"/>
                  </a:lnTo>
                  <a:lnTo>
                    <a:pt x="13854" y="13854"/>
                  </a:lnTo>
                  <a:lnTo>
                    <a:pt x="14332" y="14332"/>
                  </a:lnTo>
                  <a:lnTo>
                    <a:pt x="15287" y="15287"/>
                  </a:lnTo>
                  <a:lnTo>
                    <a:pt x="16721" y="18154"/>
                  </a:lnTo>
                  <a:lnTo>
                    <a:pt x="18154" y="21020"/>
                  </a:lnTo>
                  <a:lnTo>
                    <a:pt x="19109" y="21976"/>
                  </a:lnTo>
                  <a:lnTo>
                    <a:pt x="20542" y="22931"/>
                  </a:lnTo>
                  <a:lnTo>
                    <a:pt x="19109" y="20542"/>
                  </a:lnTo>
                  <a:lnTo>
                    <a:pt x="18154" y="18154"/>
                  </a:lnTo>
                  <a:lnTo>
                    <a:pt x="18154" y="12899"/>
                  </a:lnTo>
                  <a:lnTo>
                    <a:pt x="17676" y="11466"/>
                  </a:lnTo>
                  <a:lnTo>
                    <a:pt x="18154" y="10988"/>
                  </a:lnTo>
                  <a:lnTo>
                    <a:pt x="20542" y="11466"/>
                  </a:lnTo>
                  <a:lnTo>
                    <a:pt x="20542" y="10510"/>
                  </a:lnTo>
                  <a:lnTo>
                    <a:pt x="18154" y="9077"/>
                  </a:lnTo>
                  <a:lnTo>
                    <a:pt x="16721" y="7644"/>
                  </a:lnTo>
                  <a:lnTo>
                    <a:pt x="16243" y="6211"/>
                  </a:lnTo>
                  <a:lnTo>
                    <a:pt x="16243" y="5255"/>
                  </a:lnTo>
                  <a:lnTo>
                    <a:pt x="17198" y="3822"/>
                  </a:lnTo>
                  <a:lnTo>
                    <a:pt x="18154" y="3344"/>
                  </a:lnTo>
                  <a:lnTo>
                    <a:pt x="19109" y="3344"/>
                  </a:lnTo>
                  <a:lnTo>
                    <a:pt x="20542" y="3344"/>
                  </a:lnTo>
                  <a:lnTo>
                    <a:pt x="21020" y="3822"/>
                  </a:lnTo>
                  <a:lnTo>
                    <a:pt x="22931" y="7166"/>
                  </a:lnTo>
                  <a:lnTo>
                    <a:pt x="23886" y="8121"/>
                  </a:lnTo>
                  <a:lnTo>
                    <a:pt x="24364" y="8121"/>
                  </a:lnTo>
                  <a:lnTo>
                    <a:pt x="25320" y="7644"/>
                  </a:lnTo>
                  <a:lnTo>
                    <a:pt x="25798" y="6688"/>
                  </a:lnTo>
                  <a:lnTo>
                    <a:pt x="26275" y="6211"/>
                  </a:lnTo>
                  <a:lnTo>
                    <a:pt x="27231" y="5733"/>
                  </a:lnTo>
                  <a:lnTo>
                    <a:pt x="29142" y="6211"/>
                  </a:lnTo>
                  <a:lnTo>
                    <a:pt x="29619" y="6211"/>
                  </a:lnTo>
                  <a:lnTo>
                    <a:pt x="30097" y="5255"/>
                  </a:lnTo>
                  <a:lnTo>
                    <a:pt x="30097" y="3822"/>
                  </a:lnTo>
                  <a:lnTo>
                    <a:pt x="30575" y="3344"/>
                  </a:lnTo>
                  <a:lnTo>
                    <a:pt x="30575" y="2389"/>
                  </a:lnTo>
                  <a:lnTo>
                    <a:pt x="29619" y="478"/>
                  </a:lnTo>
                  <a:lnTo>
                    <a:pt x="31052" y="0"/>
                  </a:lnTo>
                  <a:lnTo>
                    <a:pt x="35352" y="1433"/>
                  </a:lnTo>
                  <a:lnTo>
                    <a:pt x="37263" y="2866"/>
                  </a:lnTo>
                  <a:lnTo>
                    <a:pt x="36307" y="5255"/>
                  </a:lnTo>
                  <a:lnTo>
                    <a:pt x="36307" y="7166"/>
                  </a:lnTo>
                  <a:lnTo>
                    <a:pt x="37263" y="6688"/>
                  </a:lnTo>
                  <a:lnTo>
                    <a:pt x="40129" y="4777"/>
                  </a:lnTo>
                  <a:lnTo>
                    <a:pt x="41563" y="4300"/>
                  </a:lnTo>
                  <a:lnTo>
                    <a:pt x="43951" y="4300"/>
                  </a:lnTo>
                  <a:lnTo>
                    <a:pt x="45384" y="5255"/>
                  </a:lnTo>
                  <a:lnTo>
                    <a:pt x="45862" y="5733"/>
                  </a:lnTo>
                  <a:lnTo>
                    <a:pt x="45862" y="6688"/>
                  </a:lnTo>
                  <a:lnTo>
                    <a:pt x="44429" y="8121"/>
                  </a:lnTo>
                  <a:lnTo>
                    <a:pt x="44429" y="9077"/>
                  </a:lnTo>
                  <a:lnTo>
                    <a:pt x="45862" y="10988"/>
                  </a:lnTo>
                  <a:lnTo>
                    <a:pt x="49206" y="12421"/>
                  </a:lnTo>
                  <a:lnTo>
                    <a:pt x="49684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6" name="Freeform 3145">
              <a:extLst>
                <a:ext uri="{FF2B5EF4-FFF2-40B4-BE49-F238E27FC236}">
                  <a16:creationId xmlns:a16="http://schemas.microsoft.com/office/drawing/2014/main" id="{1C456CE4-3555-9088-2291-F1A23C07E0F6}"/>
                </a:ext>
              </a:extLst>
            </p:cNvPr>
            <p:cNvSpPr/>
            <p:nvPr/>
          </p:nvSpPr>
          <p:spPr>
            <a:xfrm>
              <a:off x="2856993" y="3416840"/>
              <a:ext cx="5255" cy="5255"/>
            </a:xfrm>
            <a:custGeom>
              <a:avLst/>
              <a:gdLst>
                <a:gd name="csX0" fmla="*/ 5255 w 5255"/>
                <a:gd name="csY0" fmla="*/ 478 h 5255"/>
                <a:gd name="csX1" fmla="*/ 5255 w 5255"/>
                <a:gd name="csY1" fmla="*/ 955 h 5255"/>
                <a:gd name="csX2" fmla="*/ 5255 w 5255"/>
                <a:gd name="csY2" fmla="*/ 1911 h 5255"/>
                <a:gd name="csX3" fmla="*/ 4777 w 5255"/>
                <a:gd name="csY3" fmla="*/ 2866 h 5255"/>
                <a:gd name="csX4" fmla="*/ 2866 w 5255"/>
                <a:gd name="csY4" fmla="*/ 4777 h 5255"/>
                <a:gd name="csX5" fmla="*/ 2389 w 5255"/>
                <a:gd name="csY5" fmla="*/ 5255 h 5255"/>
                <a:gd name="csX6" fmla="*/ 956 w 5255"/>
                <a:gd name="csY6" fmla="*/ 3822 h 5255"/>
                <a:gd name="csX7" fmla="*/ 0 w 5255"/>
                <a:gd name="csY7" fmla="*/ 2866 h 5255"/>
                <a:gd name="csX8" fmla="*/ 478 w 5255"/>
                <a:gd name="csY8" fmla="*/ 1911 h 5255"/>
                <a:gd name="csX9" fmla="*/ 3344 w 5255"/>
                <a:gd name="csY9" fmla="*/ 478 h 5255"/>
                <a:gd name="csX10" fmla="*/ 4777 w 5255"/>
                <a:gd name="csY10" fmla="*/ 0 h 5255"/>
                <a:gd name="csX11" fmla="*/ 5255 w 5255"/>
                <a:gd name="csY11" fmla="*/ 478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5" h="5255">
                  <a:moveTo>
                    <a:pt x="5255" y="478"/>
                  </a:moveTo>
                  <a:lnTo>
                    <a:pt x="5255" y="955"/>
                  </a:lnTo>
                  <a:lnTo>
                    <a:pt x="5255" y="1911"/>
                  </a:lnTo>
                  <a:lnTo>
                    <a:pt x="4777" y="2866"/>
                  </a:lnTo>
                  <a:lnTo>
                    <a:pt x="2866" y="4777"/>
                  </a:lnTo>
                  <a:lnTo>
                    <a:pt x="2389" y="5255"/>
                  </a:lnTo>
                  <a:lnTo>
                    <a:pt x="956" y="3822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3344" y="478"/>
                  </a:lnTo>
                  <a:lnTo>
                    <a:pt x="4777" y="0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7" name="Freeform 3146">
              <a:extLst>
                <a:ext uri="{FF2B5EF4-FFF2-40B4-BE49-F238E27FC236}">
                  <a16:creationId xmlns:a16="http://schemas.microsoft.com/office/drawing/2014/main" id="{1968A36F-C80D-865D-AC88-00E1C4A954CD}"/>
                </a:ext>
              </a:extLst>
            </p:cNvPr>
            <p:cNvSpPr/>
            <p:nvPr/>
          </p:nvSpPr>
          <p:spPr>
            <a:xfrm>
              <a:off x="2842184" y="3466047"/>
              <a:ext cx="9076" cy="6210"/>
            </a:xfrm>
            <a:custGeom>
              <a:avLst/>
              <a:gdLst>
                <a:gd name="csX0" fmla="*/ 9077 w 9076"/>
                <a:gd name="csY0" fmla="*/ 956 h 6210"/>
                <a:gd name="csX1" fmla="*/ 9077 w 9076"/>
                <a:gd name="csY1" fmla="*/ 1433 h 6210"/>
                <a:gd name="csX2" fmla="*/ 8599 w 9076"/>
                <a:gd name="csY2" fmla="*/ 1911 h 6210"/>
                <a:gd name="csX3" fmla="*/ 7166 w 9076"/>
                <a:gd name="csY3" fmla="*/ 1911 h 6210"/>
                <a:gd name="csX4" fmla="*/ 4777 w 9076"/>
                <a:gd name="csY4" fmla="*/ 3344 h 6210"/>
                <a:gd name="csX5" fmla="*/ 4300 w 9076"/>
                <a:gd name="csY5" fmla="*/ 2866 h 6210"/>
                <a:gd name="csX6" fmla="*/ 2866 w 9076"/>
                <a:gd name="csY6" fmla="*/ 5255 h 6210"/>
                <a:gd name="csX7" fmla="*/ 1433 w 9076"/>
                <a:gd name="csY7" fmla="*/ 6211 h 6210"/>
                <a:gd name="csX8" fmla="*/ 0 w 9076"/>
                <a:gd name="csY8" fmla="*/ 4300 h 6210"/>
                <a:gd name="csX9" fmla="*/ 478 w 9076"/>
                <a:gd name="csY9" fmla="*/ 1911 h 6210"/>
                <a:gd name="csX10" fmla="*/ 1911 w 9076"/>
                <a:gd name="csY10" fmla="*/ 0 h 6210"/>
                <a:gd name="csX11" fmla="*/ 8599 w 9076"/>
                <a:gd name="csY11" fmla="*/ 478 h 6210"/>
                <a:gd name="csX12" fmla="*/ 9077 w 9076"/>
                <a:gd name="csY12" fmla="*/ 95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076" h="6210">
                  <a:moveTo>
                    <a:pt x="9077" y="956"/>
                  </a:moveTo>
                  <a:lnTo>
                    <a:pt x="9077" y="1433"/>
                  </a:lnTo>
                  <a:lnTo>
                    <a:pt x="8599" y="1911"/>
                  </a:lnTo>
                  <a:lnTo>
                    <a:pt x="7166" y="1911"/>
                  </a:lnTo>
                  <a:lnTo>
                    <a:pt x="4777" y="3344"/>
                  </a:lnTo>
                  <a:lnTo>
                    <a:pt x="4300" y="2866"/>
                  </a:lnTo>
                  <a:lnTo>
                    <a:pt x="2866" y="5255"/>
                  </a:lnTo>
                  <a:lnTo>
                    <a:pt x="1433" y="6211"/>
                  </a:lnTo>
                  <a:lnTo>
                    <a:pt x="0" y="4300"/>
                  </a:lnTo>
                  <a:lnTo>
                    <a:pt x="478" y="1911"/>
                  </a:lnTo>
                  <a:lnTo>
                    <a:pt x="1911" y="0"/>
                  </a:lnTo>
                  <a:lnTo>
                    <a:pt x="8599" y="478"/>
                  </a:lnTo>
                  <a:lnTo>
                    <a:pt x="907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8" name="Freeform 3147">
              <a:extLst>
                <a:ext uri="{FF2B5EF4-FFF2-40B4-BE49-F238E27FC236}">
                  <a16:creationId xmlns:a16="http://schemas.microsoft.com/office/drawing/2014/main" id="{C410F202-90BE-6EF4-876A-AE428068AE3D}"/>
                </a:ext>
              </a:extLst>
            </p:cNvPr>
            <p:cNvSpPr/>
            <p:nvPr/>
          </p:nvSpPr>
          <p:spPr>
            <a:xfrm>
              <a:off x="2839317" y="3439294"/>
              <a:ext cx="5255" cy="5255"/>
            </a:xfrm>
            <a:custGeom>
              <a:avLst/>
              <a:gdLst>
                <a:gd name="csX0" fmla="*/ 4300 w 5255"/>
                <a:gd name="csY0" fmla="*/ 2866 h 5255"/>
                <a:gd name="csX1" fmla="*/ 5255 w 5255"/>
                <a:gd name="csY1" fmla="*/ 4300 h 5255"/>
                <a:gd name="csX2" fmla="*/ 4777 w 5255"/>
                <a:gd name="csY2" fmla="*/ 5255 h 5255"/>
                <a:gd name="csX3" fmla="*/ 4300 w 5255"/>
                <a:gd name="csY3" fmla="*/ 4777 h 5255"/>
                <a:gd name="csX4" fmla="*/ 3344 w 5255"/>
                <a:gd name="csY4" fmla="*/ 3822 h 5255"/>
                <a:gd name="csX5" fmla="*/ 956 w 5255"/>
                <a:gd name="csY5" fmla="*/ 2389 h 5255"/>
                <a:gd name="csX6" fmla="*/ 0 w 5255"/>
                <a:gd name="csY6" fmla="*/ 956 h 5255"/>
                <a:gd name="csX7" fmla="*/ 0 w 5255"/>
                <a:gd name="csY7" fmla="*/ 478 h 5255"/>
                <a:gd name="csX8" fmla="*/ 956 w 5255"/>
                <a:gd name="csY8" fmla="*/ 0 h 5255"/>
                <a:gd name="csX9" fmla="*/ 3344 w 5255"/>
                <a:gd name="csY9" fmla="*/ 1433 h 5255"/>
                <a:gd name="csX10" fmla="*/ 4300 w 5255"/>
                <a:gd name="csY10" fmla="*/ 2866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5" h="5255">
                  <a:moveTo>
                    <a:pt x="4300" y="2866"/>
                  </a:moveTo>
                  <a:lnTo>
                    <a:pt x="5255" y="4300"/>
                  </a:lnTo>
                  <a:lnTo>
                    <a:pt x="4777" y="5255"/>
                  </a:lnTo>
                  <a:lnTo>
                    <a:pt x="4300" y="4777"/>
                  </a:lnTo>
                  <a:lnTo>
                    <a:pt x="3344" y="3822"/>
                  </a:lnTo>
                  <a:lnTo>
                    <a:pt x="956" y="2389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3344" y="1433"/>
                  </a:lnTo>
                  <a:lnTo>
                    <a:pt x="4300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9" name="Freeform 3148">
              <a:extLst>
                <a:ext uri="{FF2B5EF4-FFF2-40B4-BE49-F238E27FC236}">
                  <a16:creationId xmlns:a16="http://schemas.microsoft.com/office/drawing/2014/main" id="{41690A3C-E6BA-1B31-25E5-F3D0EA25BB38}"/>
                </a:ext>
              </a:extLst>
            </p:cNvPr>
            <p:cNvSpPr/>
            <p:nvPr/>
          </p:nvSpPr>
          <p:spPr>
            <a:xfrm>
              <a:off x="2823075" y="3485156"/>
              <a:ext cx="4777" cy="3344"/>
            </a:xfrm>
            <a:custGeom>
              <a:avLst/>
              <a:gdLst>
                <a:gd name="csX0" fmla="*/ 4300 w 4777"/>
                <a:gd name="csY0" fmla="*/ 478 h 3344"/>
                <a:gd name="csX1" fmla="*/ 4777 w 4777"/>
                <a:gd name="csY1" fmla="*/ 956 h 3344"/>
                <a:gd name="csX2" fmla="*/ 4777 w 4777"/>
                <a:gd name="csY2" fmla="*/ 1911 h 3344"/>
                <a:gd name="csX3" fmla="*/ 4300 w 4777"/>
                <a:gd name="csY3" fmla="*/ 2389 h 3344"/>
                <a:gd name="csX4" fmla="*/ 3822 w 4777"/>
                <a:gd name="csY4" fmla="*/ 2866 h 3344"/>
                <a:gd name="csX5" fmla="*/ 2389 w 4777"/>
                <a:gd name="csY5" fmla="*/ 3344 h 3344"/>
                <a:gd name="csX6" fmla="*/ 1433 w 4777"/>
                <a:gd name="csY6" fmla="*/ 3344 h 3344"/>
                <a:gd name="csX7" fmla="*/ 0 w 4777"/>
                <a:gd name="csY7" fmla="*/ 2389 h 3344"/>
                <a:gd name="csX8" fmla="*/ 478 w 4777"/>
                <a:gd name="csY8" fmla="*/ 1433 h 3344"/>
                <a:gd name="csX9" fmla="*/ 2389 w 4777"/>
                <a:gd name="csY9" fmla="*/ 0 h 3344"/>
                <a:gd name="csX10" fmla="*/ 4300 w 4777"/>
                <a:gd name="csY10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3344">
                  <a:moveTo>
                    <a:pt x="4300" y="478"/>
                  </a:moveTo>
                  <a:lnTo>
                    <a:pt x="4777" y="956"/>
                  </a:lnTo>
                  <a:lnTo>
                    <a:pt x="4777" y="1911"/>
                  </a:lnTo>
                  <a:lnTo>
                    <a:pt x="4300" y="2389"/>
                  </a:lnTo>
                  <a:lnTo>
                    <a:pt x="3822" y="2866"/>
                  </a:lnTo>
                  <a:lnTo>
                    <a:pt x="2389" y="3344"/>
                  </a:lnTo>
                  <a:lnTo>
                    <a:pt x="1433" y="3344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2389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0" name="Freeform 3149">
              <a:extLst>
                <a:ext uri="{FF2B5EF4-FFF2-40B4-BE49-F238E27FC236}">
                  <a16:creationId xmlns:a16="http://schemas.microsoft.com/office/drawing/2014/main" id="{FB08AC71-9FAD-6BA6-744D-0E8F2D2C3221}"/>
                </a:ext>
              </a:extLst>
            </p:cNvPr>
            <p:cNvSpPr/>
            <p:nvPr/>
          </p:nvSpPr>
          <p:spPr>
            <a:xfrm>
              <a:off x="2814476" y="3485633"/>
              <a:ext cx="6688" cy="6210"/>
            </a:xfrm>
            <a:custGeom>
              <a:avLst/>
              <a:gdLst>
                <a:gd name="csX0" fmla="*/ 6210 w 6688"/>
                <a:gd name="csY0" fmla="*/ 0 h 6210"/>
                <a:gd name="csX1" fmla="*/ 6688 w 6688"/>
                <a:gd name="csY1" fmla="*/ 956 h 6210"/>
                <a:gd name="csX2" fmla="*/ 5255 w 6688"/>
                <a:gd name="csY2" fmla="*/ 2389 h 6210"/>
                <a:gd name="csX3" fmla="*/ 1911 w 6688"/>
                <a:gd name="csY3" fmla="*/ 5255 h 6210"/>
                <a:gd name="csX4" fmla="*/ 478 w 6688"/>
                <a:gd name="csY4" fmla="*/ 6210 h 6210"/>
                <a:gd name="csX5" fmla="*/ 0 w 6688"/>
                <a:gd name="csY5" fmla="*/ 5733 h 6210"/>
                <a:gd name="csX6" fmla="*/ 0 w 6688"/>
                <a:gd name="csY6" fmla="*/ 5255 h 6210"/>
                <a:gd name="csX7" fmla="*/ 0 w 6688"/>
                <a:gd name="csY7" fmla="*/ 4300 h 6210"/>
                <a:gd name="csX8" fmla="*/ 955 w 6688"/>
                <a:gd name="csY8" fmla="*/ 3344 h 6210"/>
                <a:gd name="csX9" fmla="*/ 2866 w 6688"/>
                <a:gd name="csY9" fmla="*/ 956 h 6210"/>
                <a:gd name="csX10" fmla="*/ 4777 w 6688"/>
                <a:gd name="csY10" fmla="*/ 0 h 6210"/>
                <a:gd name="csX11" fmla="*/ 6210 w 6688"/>
                <a:gd name="csY11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8" h="6210">
                  <a:moveTo>
                    <a:pt x="6210" y="0"/>
                  </a:moveTo>
                  <a:lnTo>
                    <a:pt x="6688" y="956"/>
                  </a:lnTo>
                  <a:lnTo>
                    <a:pt x="5255" y="2389"/>
                  </a:lnTo>
                  <a:lnTo>
                    <a:pt x="1911" y="5255"/>
                  </a:lnTo>
                  <a:lnTo>
                    <a:pt x="478" y="6210"/>
                  </a:lnTo>
                  <a:lnTo>
                    <a:pt x="0" y="5733"/>
                  </a:lnTo>
                  <a:lnTo>
                    <a:pt x="0" y="5255"/>
                  </a:lnTo>
                  <a:lnTo>
                    <a:pt x="0" y="4300"/>
                  </a:lnTo>
                  <a:lnTo>
                    <a:pt x="955" y="3344"/>
                  </a:lnTo>
                  <a:lnTo>
                    <a:pt x="2866" y="956"/>
                  </a:lnTo>
                  <a:lnTo>
                    <a:pt x="4777" y="0"/>
                  </a:lnTo>
                  <a:lnTo>
                    <a:pt x="62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1" name="Freeform 3150">
              <a:extLst>
                <a:ext uri="{FF2B5EF4-FFF2-40B4-BE49-F238E27FC236}">
                  <a16:creationId xmlns:a16="http://schemas.microsoft.com/office/drawing/2014/main" id="{8DF7D34C-27B0-F0C3-2EB0-93EB21CEF922}"/>
                </a:ext>
              </a:extLst>
            </p:cNvPr>
            <p:cNvSpPr/>
            <p:nvPr/>
          </p:nvSpPr>
          <p:spPr>
            <a:xfrm>
              <a:off x="2789156" y="4360356"/>
              <a:ext cx="24841" cy="24841"/>
            </a:xfrm>
            <a:custGeom>
              <a:avLst/>
              <a:gdLst>
                <a:gd name="csX0" fmla="*/ 23886 w 24841"/>
                <a:gd name="csY0" fmla="*/ 13377 h 24841"/>
                <a:gd name="csX1" fmla="*/ 24842 w 24841"/>
                <a:gd name="csY1" fmla="*/ 14332 h 24841"/>
                <a:gd name="csX2" fmla="*/ 23886 w 24841"/>
                <a:gd name="csY2" fmla="*/ 15765 h 24841"/>
                <a:gd name="csX3" fmla="*/ 19587 w 24841"/>
                <a:gd name="csY3" fmla="*/ 18154 h 24841"/>
                <a:gd name="csX4" fmla="*/ 14810 w 24841"/>
                <a:gd name="csY4" fmla="*/ 19587 h 24841"/>
                <a:gd name="csX5" fmla="*/ 10032 w 24841"/>
                <a:gd name="csY5" fmla="*/ 22453 h 24841"/>
                <a:gd name="csX6" fmla="*/ 9077 w 24841"/>
                <a:gd name="csY6" fmla="*/ 23886 h 24841"/>
                <a:gd name="csX7" fmla="*/ 8599 w 24841"/>
                <a:gd name="csY7" fmla="*/ 24842 h 24841"/>
                <a:gd name="csX8" fmla="*/ 7166 w 24841"/>
                <a:gd name="csY8" fmla="*/ 24842 h 24841"/>
                <a:gd name="csX9" fmla="*/ 3344 w 24841"/>
                <a:gd name="csY9" fmla="*/ 22931 h 24841"/>
                <a:gd name="csX10" fmla="*/ 2866 w 24841"/>
                <a:gd name="csY10" fmla="*/ 21976 h 24841"/>
                <a:gd name="csX11" fmla="*/ 2866 w 24841"/>
                <a:gd name="csY11" fmla="*/ 17198 h 24841"/>
                <a:gd name="csX12" fmla="*/ 1433 w 24841"/>
                <a:gd name="csY12" fmla="*/ 12899 h 24841"/>
                <a:gd name="csX13" fmla="*/ 0 w 24841"/>
                <a:gd name="csY13" fmla="*/ 10032 h 24841"/>
                <a:gd name="csX14" fmla="*/ 956 w 24841"/>
                <a:gd name="csY14" fmla="*/ 8599 h 24841"/>
                <a:gd name="csX15" fmla="*/ 2866 w 24841"/>
                <a:gd name="csY15" fmla="*/ 7166 h 24841"/>
                <a:gd name="csX16" fmla="*/ 4300 w 24841"/>
                <a:gd name="csY16" fmla="*/ 4777 h 24841"/>
                <a:gd name="csX17" fmla="*/ 2866 w 24841"/>
                <a:gd name="csY17" fmla="*/ 1911 h 24841"/>
                <a:gd name="csX18" fmla="*/ 3344 w 24841"/>
                <a:gd name="csY18" fmla="*/ 0 h 24841"/>
                <a:gd name="csX19" fmla="*/ 4300 w 24841"/>
                <a:gd name="csY19" fmla="*/ 0 h 24841"/>
                <a:gd name="csX20" fmla="*/ 8599 w 24841"/>
                <a:gd name="csY20" fmla="*/ 1911 h 24841"/>
                <a:gd name="csX21" fmla="*/ 16721 w 24841"/>
                <a:gd name="csY21" fmla="*/ 5255 h 24841"/>
                <a:gd name="csX22" fmla="*/ 19109 w 24841"/>
                <a:gd name="csY22" fmla="*/ 7644 h 24841"/>
                <a:gd name="csX23" fmla="*/ 19587 w 24841"/>
                <a:gd name="csY23" fmla="*/ 10032 h 24841"/>
                <a:gd name="csX24" fmla="*/ 21020 w 24841"/>
                <a:gd name="csY24" fmla="*/ 10510 h 24841"/>
                <a:gd name="csX25" fmla="*/ 21498 w 24841"/>
                <a:gd name="csY25" fmla="*/ 11943 h 24841"/>
                <a:gd name="csX26" fmla="*/ 23886 w 24841"/>
                <a:gd name="csY26" fmla="*/ 13377 h 24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4841" h="24841">
                  <a:moveTo>
                    <a:pt x="23886" y="13377"/>
                  </a:moveTo>
                  <a:lnTo>
                    <a:pt x="24842" y="14332"/>
                  </a:lnTo>
                  <a:lnTo>
                    <a:pt x="23886" y="15765"/>
                  </a:lnTo>
                  <a:lnTo>
                    <a:pt x="19587" y="18154"/>
                  </a:lnTo>
                  <a:lnTo>
                    <a:pt x="14810" y="19587"/>
                  </a:lnTo>
                  <a:lnTo>
                    <a:pt x="10032" y="22453"/>
                  </a:lnTo>
                  <a:lnTo>
                    <a:pt x="9077" y="23886"/>
                  </a:lnTo>
                  <a:lnTo>
                    <a:pt x="8599" y="24842"/>
                  </a:lnTo>
                  <a:lnTo>
                    <a:pt x="7166" y="24842"/>
                  </a:lnTo>
                  <a:lnTo>
                    <a:pt x="3344" y="22931"/>
                  </a:lnTo>
                  <a:lnTo>
                    <a:pt x="2866" y="21976"/>
                  </a:lnTo>
                  <a:lnTo>
                    <a:pt x="2866" y="17198"/>
                  </a:lnTo>
                  <a:lnTo>
                    <a:pt x="1433" y="12899"/>
                  </a:lnTo>
                  <a:lnTo>
                    <a:pt x="0" y="10032"/>
                  </a:lnTo>
                  <a:lnTo>
                    <a:pt x="956" y="8599"/>
                  </a:lnTo>
                  <a:lnTo>
                    <a:pt x="2866" y="7166"/>
                  </a:lnTo>
                  <a:lnTo>
                    <a:pt x="4300" y="4777"/>
                  </a:lnTo>
                  <a:lnTo>
                    <a:pt x="2866" y="1911"/>
                  </a:lnTo>
                  <a:lnTo>
                    <a:pt x="3344" y="0"/>
                  </a:lnTo>
                  <a:lnTo>
                    <a:pt x="4300" y="0"/>
                  </a:lnTo>
                  <a:lnTo>
                    <a:pt x="8599" y="1911"/>
                  </a:lnTo>
                  <a:lnTo>
                    <a:pt x="16721" y="5255"/>
                  </a:lnTo>
                  <a:lnTo>
                    <a:pt x="19109" y="7644"/>
                  </a:lnTo>
                  <a:lnTo>
                    <a:pt x="19587" y="10032"/>
                  </a:lnTo>
                  <a:lnTo>
                    <a:pt x="21020" y="10510"/>
                  </a:lnTo>
                  <a:lnTo>
                    <a:pt x="21498" y="11943"/>
                  </a:lnTo>
                  <a:lnTo>
                    <a:pt x="23886" y="133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2" name="Freeform 3151">
              <a:extLst>
                <a:ext uri="{FF2B5EF4-FFF2-40B4-BE49-F238E27FC236}">
                  <a16:creationId xmlns:a16="http://schemas.microsoft.com/office/drawing/2014/main" id="{D004C7E2-4533-86C4-8254-98912BB112E3}"/>
                </a:ext>
              </a:extLst>
            </p:cNvPr>
            <p:cNvSpPr/>
            <p:nvPr/>
          </p:nvSpPr>
          <p:spPr>
            <a:xfrm>
              <a:off x="2795366" y="3507609"/>
              <a:ext cx="3344" cy="4299"/>
            </a:xfrm>
            <a:custGeom>
              <a:avLst/>
              <a:gdLst>
                <a:gd name="csX0" fmla="*/ 3344 w 3344"/>
                <a:gd name="csY0" fmla="*/ 0 h 4299"/>
                <a:gd name="csX1" fmla="*/ 3344 w 3344"/>
                <a:gd name="csY1" fmla="*/ 1433 h 4299"/>
                <a:gd name="csX2" fmla="*/ 3344 w 3344"/>
                <a:gd name="csY2" fmla="*/ 3344 h 4299"/>
                <a:gd name="csX3" fmla="*/ 2389 w 3344"/>
                <a:gd name="csY3" fmla="*/ 4300 h 4299"/>
                <a:gd name="csX4" fmla="*/ 955 w 3344"/>
                <a:gd name="csY4" fmla="*/ 4300 h 4299"/>
                <a:gd name="csX5" fmla="*/ 0 w 3344"/>
                <a:gd name="csY5" fmla="*/ 3822 h 4299"/>
                <a:gd name="csX6" fmla="*/ 0 w 3344"/>
                <a:gd name="csY6" fmla="*/ 2866 h 4299"/>
                <a:gd name="csX7" fmla="*/ 2389 w 3344"/>
                <a:gd name="csY7" fmla="*/ 478 h 4299"/>
                <a:gd name="csX8" fmla="*/ 2866 w 3344"/>
                <a:gd name="csY8" fmla="*/ 0 h 4299"/>
                <a:gd name="csX9" fmla="*/ 3344 w 3344"/>
                <a:gd name="csY9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4299">
                  <a:moveTo>
                    <a:pt x="3344" y="0"/>
                  </a:moveTo>
                  <a:lnTo>
                    <a:pt x="3344" y="1433"/>
                  </a:lnTo>
                  <a:lnTo>
                    <a:pt x="3344" y="3344"/>
                  </a:lnTo>
                  <a:lnTo>
                    <a:pt x="2389" y="4300"/>
                  </a:lnTo>
                  <a:lnTo>
                    <a:pt x="955" y="4300"/>
                  </a:lnTo>
                  <a:lnTo>
                    <a:pt x="0" y="3822"/>
                  </a:lnTo>
                  <a:lnTo>
                    <a:pt x="0" y="2866"/>
                  </a:lnTo>
                  <a:lnTo>
                    <a:pt x="2389" y="478"/>
                  </a:lnTo>
                  <a:lnTo>
                    <a:pt x="2866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3" name="Freeform 3152">
              <a:extLst>
                <a:ext uri="{FF2B5EF4-FFF2-40B4-BE49-F238E27FC236}">
                  <a16:creationId xmlns:a16="http://schemas.microsoft.com/office/drawing/2014/main" id="{E64833DE-C47F-C1F5-9F75-F331E7541EED}"/>
                </a:ext>
              </a:extLst>
            </p:cNvPr>
            <p:cNvSpPr/>
            <p:nvPr/>
          </p:nvSpPr>
          <p:spPr>
            <a:xfrm>
              <a:off x="2776257" y="4345546"/>
              <a:ext cx="13854" cy="8599"/>
            </a:xfrm>
            <a:custGeom>
              <a:avLst/>
              <a:gdLst>
                <a:gd name="csX0" fmla="*/ 13376 w 13854"/>
                <a:gd name="csY0" fmla="*/ 4777 h 8599"/>
                <a:gd name="csX1" fmla="*/ 13854 w 13854"/>
                <a:gd name="csY1" fmla="*/ 5255 h 8599"/>
                <a:gd name="csX2" fmla="*/ 13376 w 13854"/>
                <a:gd name="csY2" fmla="*/ 6210 h 8599"/>
                <a:gd name="csX3" fmla="*/ 11943 w 13854"/>
                <a:gd name="csY3" fmla="*/ 7644 h 8599"/>
                <a:gd name="csX4" fmla="*/ 9077 w 13854"/>
                <a:gd name="csY4" fmla="*/ 7644 h 8599"/>
                <a:gd name="csX5" fmla="*/ 7644 w 13854"/>
                <a:gd name="csY5" fmla="*/ 8599 h 8599"/>
                <a:gd name="csX6" fmla="*/ 5733 w 13854"/>
                <a:gd name="csY6" fmla="*/ 8121 h 8599"/>
                <a:gd name="csX7" fmla="*/ 5255 w 13854"/>
                <a:gd name="csY7" fmla="*/ 8121 h 8599"/>
                <a:gd name="csX8" fmla="*/ 4777 w 13854"/>
                <a:gd name="csY8" fmla="*/ 6210 h 8599"/>
                <a:gd name="csX9" fmla="*/ 4300 w 13854"/>
                <a:gd name="csY9" fmla="*/ 4300 h 8599"/>
                <a:gd name="csX10" fmla="*/ 2866 w 13854"/>
                <a:gd name="csY10" fmla="*/ 4777 h 8599"/>
                <a:gd name="csX11" fmla="*/ 1433 w 13854"/>
                <a:gd name="csY11" fmla="*/ 4300 h 8599"/>
                <a:gd name="csX12" fmla="*/ 0 w 13854"/>
                <a:gd name="csY12" fmla="*/ 2389 h 8599"/>
                <a:gd name="csX13" fmla="*/ 0 w 13854"/>
                <a:gd name="csY13" fmla="*/ 1433 h 8599"/>
                <a:gd name="csX14" fmla="*/ 955 w 13854"/>
                <a:gd name="csY14" fmla="*/ 0 h 8599"/>
                <a:gd name="csX15" fmla="*/ 2389 w 13854"/>
                <a:gd name="csY15" fmla="*/ 0 h 8599"/>
                <a:gd name="csX16" fmla="*/ 3344 w 13854"/>
                <a:gd name="csY16" fmla="*/ 956 h 8599"/>
                <a:gd name="csX17" fmla="*/ 4300 w 13854"/>
                <a:gd name="csY17" fmla="*/ 1911 h 8599"/>
                <a:gd name="csX18" fmla="*/ 4777 w 13854"/>
                <a:gd name="csY18" fmla="*/ 2389 h 8599"/>
                <a:gd name="csX19" fmla="*/ 6688 w 13854"/>
                <a:gd name="csY19" fmla="*/ 1911 h 8599"/>
                <a:gd name="csX20" fmla="*/ 8121 w 13854"/>
                <a:gd name="csY20" fmla="*/ 1433 h 8599"/>
                <a:gd name="csX21" fmla="*/ 10988 w 13854"/>
                <a:gd name="csY21" fmla="*/ 2866 h 8599"/>
                <a:gd name="csX22" fmla="*/ 11943 w 13854"/>
                <a:gd name="csY22" fmla="*/ 3822 h 8599"/>
                <a:gd name="csX23" fmla="*/ 13376 w 13854"/>
                <a:gd name="csY23" fmla="*/ 4777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3854" h="8599">
                  <a:moveTo>
                    <a:pt x="13376" y="4777"/>
                  </a:moveTo>
                  <a:lnTo>
                    <a:pt x="13854" y="5255"/>
                  </a:lnTo>
                  <a:lnTo>
                    <a:pt x="13376" y="6210"/>
                  </a:lnTo>
                  <a:lnTo>
                    <a:pt x="11943" y="7644"/>
                  </a:lnTo>
                  <a:lnTo>
                    <a:pt x="9077" y="7644"/>
                  </a:lnTo>
                  <a:lnTo>
                    <a:pt x="7644" y="8599"/>
                  </a:lnTo>
                  <a:lnTo>
                    <a:pt x="5733" y="8121"/>
                  </a:lnTo>
                  <a:lnTo>
                    <a:pt x="5255" y="8121"/>
                  </a:lnTo>
                  <a:lnTo>
                    <a:pt x="4777" y="6210"/>
                  </a:lnTo>
                  <a:lnTo>
                    <a:pt x="4300" y="4300"/>
                  </a:lnTo>
                  <a:lnTo>
                    <a:pt x="2866" y="4777"/>
                  </a:lnTo>
                  <a:lnTo>
                    <a:pt x="1433" y="4300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955" y="0"/>
                  </a:lnTo>
                  <a:lnTo>
                    <a:pt x="2389" y="0"/>
                  </a:lnTo>
                  <a:lnTo>
                    <a:pt x="3344" y="956"/>
                  </a:lnTo>
                  <a:lnTo>
                    <a:pt x="4300" y="1911"/>
                  </a:lnTo>
                  <a:lnTo>
                    <a:pt x="4777" y="2389"/>
                  </a:lnTo>
                  <a:lnTo>
                    <a:pt x="6688" y="1911"/>
                  </a:lnTo>
                  <a:lnTo>
                    <a:pt x="8121" y="1433"/>
                  </a:lnTo>
                  <a:lnTo>
                    <a:pt x="10988" y="2866"/>
                  </a:lnTo>
                  <a:lnTo>
                    <a:pt x="11943" y="3822"/>
                  </a:lnTo>
                  <a:lnTo>
                    <a:pt x="1337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4" name="Freeform 3153">
              <a:extLst>
                <a:ext uri="{FF2B5EF4-FFF2-40B4-BE49-F238E27FC236}">
                  <a16:creationId xmlns:a16="http://schemas.microsoft.com/office/drawing/2014/main" id="{84FE40DF-4936-FEDB-F767-8B19477308E1}"/>
                </a:ext>
              </a:extLst>
            </p:cNvPr>
            <p:cNvSpPr/>
            <p:nvPr/>
          </p:nvSpPr>
          <p:spPr>
            <a:xfrm>
              <a:off x="2764314" y="4341725"/>
              <a:ext cx="11465" cy="3344"/>
            </a:xfrm>
            <a:custGeom>
              <a:avLst/>
              <a:gdLst>
                <a:gd name="csX0" fmla="*/ 11465 w 11465"/>
                <a:gd name="csY0" fmla="*/ 1433 h 3344"/>
                <a:gd name="csX1" fmla="*/ 10988 w 11465"/>
                <a:gd name="csY1" fmla="*/ 2389 h 3344"/>
                <a:gd name="csX2" fmla="*/ 8599 w 11465"/>
                <a:gd name="csY2" fmla="*/ 3344 h 3344"/>
                <a:gd name="csX3" fmla="*/ 5733 w 11465"/>
                <a:gd name="csY3" fmla="*/ 2389 h 3344"/>
                <a:gd name="csX4" fmla="*/ 0 w 11465"/>
                <a:gd name="csY4" fmla="*/ 2389 h 3344"/>
                <a:gd name="csX5" fmla="*/ 478 w 11465"/>
                <a:gd name="csY5" fmla="*/ 1433 h 3344"/>
                <a:gd name="csX6" fmla="*/ 955 w 11465"/>
                <a:gd name="csY6" fmla="*/ 956 h 3344"/>
                <a:gd name="csX7" fmla="*/ 955 w 11465"/>
                <a:gd name="csY7" fmla="*/ 0 h 3344"/>
                <a:gd name="csX8" fmla="*/ 1911 w 11465"/>
                <a:gd name="csY8" fmla="*/ 478 h 3344"/>
                <a:gd name="csX9" fmla="*/ 5733 w 11465"/>
                <a:gd name="csY9" fmla="*/ 956 h 3344"/>
                <a:gd name="csX10" fmla="*/ 6688 w 11465"/>
                <a:gd name="csY10" fmla="*/ 478 h 3344"/>
                <a:gd name="csX11" fmla="*/ 7644 w 11465"/>
                <a:gd name="csY11" fmla="*/ 956 h 3344"/>
                <a:gd name="csX12" fmla="*/ 10988 w 11465"/>
                <a:gd name="csY12" fmla="*/ 1433 h 3344"/>
                <a:gd name="csX13" fmla="*/ 11465 w 11465"/>
                <a:gd name="csY13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465" h="3344">
                  <a:moveTo>
                    <a:pt x="11465" y="1433"/>
                  </a:moveTo>
                  <a:lnTo>
                    <a:pt x="10988" y="2389"/>
                  </a:lnTo>
                  <a:lnTo>
                    <a:pt x="8599" y="3344"/>
                  </a:lnTo>
                  <a:lnTo>
                    <a:pt x="5733" y="2389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955" y="956"/>
                  </a:lnTo>
                  <a:lnTo>
                    <a:pt x="955" y="0"/>
                  </a:lnTo>
                  <a:lnTo>
                    <a:pt x="1911" y="478"/>
                  </a:lnTo>
                  <a:lnTo>
                    <a:pt x="5733" y="956"/>
                  </a:lnTo>
                  <a:lnTo>
                    <a:pt x="6688" y="478"/>
                  </a:lnTo>
                  <a:lnTo>
                    <a:pt x="7644" y="956"/>
                  </a:lnTo>
                  <a:lnTo>
                    <a:pt x="10988" y="1433"/>
                  </a:lnTo>
                  <a:lnTo>
                    <a:pt x="1146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5" name="Freeform 3154">
              <a:extLst>
                <a:ext uri="{FF2B5EF4-FFF2-40B4-BE49-F238E27FC236}">
                  <a16:creationId xmlns:a16="http://schemas.microsoft.com/office/drawing/2014/main" id="{71B8EC96-0192-5D13-EA14-E473439A6164}"/>
                </a:ext>
              </a:extLst>
            </p:cNvPr>
            <p:cNvSpPr/>
            <p:nvPr/>
          </p:nvSpPr>
          <p:spPr>
            <a:xfrm>
              <a:off x="2769091" y="4347458"/>
              <a:ext cx="4777" cy="3821"/>
            </a:xfrm>
            <a:custGeom>
              <a:avLst/>
              <a:gdLst>
                <a:gd name="csX0" fmla="*/ 4300 w 4777"/>
                <a:gd name="csY0" fmla="*/ 955 h 3821"/>
                <a:gd name="csX1" fmla="*/ 4777 w 4777"/>
                <a:gd name="csY1" fmla="*/ 1911 h 3821"/>
                <a:gd name="csX2" fmla="*/ 4300 w 4777"/>
                <a:gd name="csY2" fmla="*/ 3344 h 3821"/>
                <a:gd name="csX3" fmla="*/ 2866 w 4777"/>
                <a:gd name="csY3" fmla="*/ 3822 h 3821"/>
                <a:gd name="csX4" fmla="*/ 1911 w 4777"/>
                <a:gd name="csY4" fmla="*/ 3344 h 3821"/>
                <a:gd name="csX5" fmla="*/ 1433 w 4777"/>
                <a:gd name="csY5" fmla="*/ 1911 h 3821"/>
                <a:gd name="csX6" fmla="*/ 0 w 4777"/>
                <a:gd name="csY6" fmla="*/ 478 h 3821"/>
                <a:gd name="csX7" fmla="*/ 2389 w 4777"/>
                <a:gd name="csY7" fmla="*/ 0 h 3821"/>
                <a:gd name="csX8" fmla="*/ 3344 w 4777"/>
                <a:gd name="csY8" fmla="*/ 478 h 3821"/>
                <a:gd name="csX9" fmla="*/ 4300 w 4777"/>
                <a:gd name="csY9" fmla="*/ 955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3821">
                  <a:moveTo>
                    <a:pt x="4300" y="955"/>
                  </a:moveTo>
                  <a:lnTo>
                    <a:pt x="4777" y="1911"/>
                  </a:lnTo>
                  <a:lnTo>
                    <a:pt x="4300" y="3344"/>
                  </a:lnTo>
                  <a:lnTo>
                    <a:pt x="2866" y="3822"/>
                  </a:lnTo>
                  <a:lnTo>
                    <a:pt x="1911" y="3344"/>
                  </a:lnTo>
                  <a:lnTo>
                    <a:pt x="1433" y="1911"/>
                  </a:lnTo>
                  <a:lnTo>
                    <a:pt x="0" y="478"/>
                  </a:lnTo>
                  <a:lnTo>
                    <a:pt x="2389" y="0"/>
                  </a:lnTo>
                  <a:lnTo>
                    <a:pt x="3344" y="478"/>
                  </a:lnTo>
                  <a:lnTo>
                    <a:pt x="430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6" name="Freeform 3155">
              <a:extLst>
                <a:ext uri="{FF2B5EF4-FFF2-40B4-BE49-F238E27FC236}">
                  <a16:creationId xmlns:a16="http://schemas.microsoft.com/office/drawing/2014/main" id="{FC8F5DEC-40FD-6EC4-2795-108A8BD7EDB2}"/>
                </a:ext>
              </a:extLst>
            </p:cNvPr>
            <p:cNvSpPr/>
            <p:nvPr/>
          </p:nvSpPr>
          <p:spPr>
            <a:xfrm>
              <a:off x="2745205" y="4332648"/>
              <a:ext cx="12420" cy="8121"/>
            </a:xfrm>
            <a:custGeom>
              <a:avLst/>
              <a:gdLst>
                <a:gd name="csX0" fmla="*/ 11943 w 12420"/>
                <a:gd name="csY0" fmla="*/ 7166 h 8121"/>
                <a:gd name="csX1" fmla="*/ 12421 w 12420"/>
                <a:gd name="csY1" fmla="*/ 7644 h 8121"/>
                <a:gd name="csX2" fmla="*/ 11465 w 12420"/>
                <a:gd name="csY2" fmla="*/ 8121 h 8121"/>
                <a:gd name="csX3" fmla="*/ 9077 w 12420"/>
                <a:gd name="csY3" fmla="*/ 8121 h 8121"/>
                <a:gd name="csX4" fmla="*/ 8121 w 12420"/>
                <a:gd name="csY4" fmla="*/ 8121 h 8121"/>
                <a:gd name="csX5" fmla="*/ 7166 w 12420"/>
                <a:gd name="csY5" fmla="*/ 6688 h 8121"/>
                <a:gd name="csX6" fmla="*/ 6210 w 12420"/>
                <a:gd name="csY6" fmla="*/ 7166 h 8121"/>
                <a:gd name="csX7" fmla="*/ 5733 w 12420"/>
                <a:gd name="csY7" fmla="*/ 6210 h 8121"/>
                <a:gd name="csX8" fmla="*/ 5733 w 12420"/>
                <a:gd name="csY8" fmla="*/ 6210 h 8121"/>
                <a:gd name="csX9" fmla="*/ 4777 w 12420"/>
                <a:gd name="csY9" fmla="*/ 6210 h 8121"/>
                <a:gd name="csX10" fmla="*/ 5733 w 12420"/>
                <a:gd name="csY10" fmla="*/ 7644 h 8121"/>
                <a:gd name="csX11" fmla="*/ 3822 w 12420"/>
                <a:gd name="csY11" fmla="*/ 7644 h 8121"/>
                <a:gd name="csX12" fmla="*/ 2866 w 12420"/>
                <a:gd name="csY12" fmla="*/ 7166 h 8121"/>
                <a:gd name="csX13" fmla="*/ 2389 w 12420"/>
                <a:gd name="csY13" fmla="*/ 6210 h 8121"/>
                <a:gd name="csX14" fmla="*/ 478 w 12420"/>
                <a:gd name="csY14" fmla="*/ 3822 h 8121"/>
                <a:gd name="csX15" fmla="*/ 478 w 12420"/>
                <a:gd name="csY15" fmla="*/ 3344 h 8121"/>
                <a:gd name="csX16" fmla="*/ 0 w 12420"/>
                <a:gd name="csY16" fmla="*/ 2389 h 8121"/>
                <a:gd name="csX17" fmla="*/ 2866 w 12420"/>
                <a:gd name="csY17" fmla="*/ 1911 h 8121"/>
                <a:gd name="csX18" fmla="*/ 4777 w 12420"/>
                <a:gd name="csY18" fmla="*/ 0 h 8121"/>
                <a:gd name="csX19" fmla="*/ 5733 w 12420"/>
                <a:gd name="csY19" fmla="*/ 0 h 8121"/>
                <a:gd name="csX20" fmla="*/ 8121 w 12420"/>
                <a:gd name="csY20" fmla="*/ 2867 h 8121"/>
                <a:gd name="csX21" fmla="*/ 8121 w 12420"/>
                <a:gd name="csY21" fmla="*/ 3822 h 8121"/>
                <a:gd name="csX22" fmla="*/ 8599 w 12420"/>
                <a:gd name="csY22" fmla="*/ 4300 h 8121"/>
                <a:gd name="csX23" fmla="*/ 9077 w 12420"/>
                <a:gd name="csY23" fmla="*/ 4777 h 8121"/>
                <a:gd name="csX24" fmla="*/ 10032 w 12420"/>
                <a:gd name="csY24" fmla="*/ 4777 h 8121"/>
                <a:gd name="csX25" fmla="*/ 10988 w 12420"/>
                <a:gd name="csY25" fmla="*/ 4777 h 8121"/>
                <a:gd name="csX26" fmla="*/ 10988 w 12420"/>
                <a:gd name="csY26" fmla="*/ 6210 h 8121"/>
                <a:gd name="csX27" fmla="*/ 11943 w 12420"/>
                <a:gd name="csY27" fmla="*/ 716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2420" h="8121">
                  <a:moveTo>
                    <a:pt x="11943" y="7166"/>
                  </a:moveTo>
                  <a:lnTo>
                    <a:pt x="12421" y="7644"/>
                  </a:lnTo>
                  <a:lnTo>
                    <a:pt x="11465" y="8121"/>
                  </a:lnTo>
                  <a:lnTo>
                    <a:pt x="9077" y="8121"/>
                  </a:lnTo>
                  <a:lnTo>
                    <a:pt x="8121" y="8121"/>
                  </a:lnTo>
                  <a:lnTo>
                    <a:pt x="7166" y="6688"/>
                  </a:lnTo>
                  <a:lnTo>
                    <a:pt x="6210" y="7166"/>
                  </a:lnTo>
                  <a:lnTo>
                    <a:pt x="5733" y="6210"/>
                  </a:lnTo>
                  <a:lnTo>
                    <a:pt x="5733" y="6210"/>
                  </a:lnTo>
                  <a:lnTo>
                    <a:pt x="4777" y="6210"/>
                  </a:lnTo>
                  <a:lnTo>
                    <a:pt x="5733" y="7644"/>
                  </a:lnTo>
                  <a:lnTo>
                    <a:pt x="3822" y="7644"/>
                  </a:lnTo>
                  <a:lnTo>
                    <a:pt x="2866" y="7166"/>
                  </a:lnTo>
                  <a:lnTo>
                    <a:pt x="2389" y="6210"/>
                  </a:lnTo>
                  <a:lnTo>
                    <a:pt x="478" y="3822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2866" y="1911"/>
                  </a:lnTo>
                  <a:lnTo>
                    <a:pt x="4777" y="0"/>
                  </a:lnTo>
                  <a:lnTo>
                    <a:pt x="5733" y="0"/>
                  </a:lnTo>
                  <a:lnTo>
                    <a:pt x="8121" y="2867"/>
                  </a:lnTo>
                  <a:lnTo>
                    <a:pt x="8121" y="3822"/>
                  </a:lnTo>
                  <a:lnTo>
                    <a:pt x="8599" y="4300"/>
                  </a:lnTo>
                  <a:lnTo>
                    <a:pt x="9077" y="4777"/>
                  </a:lnTo>
                  <a:lnTo>
                    <a:pt x="10032" y="4777"/>
                  </a:lnTo>
                  <a:lnTo>
                    <a:pt x="10988" y="4777"/>
                  </a:lnTo>
                  <a:lnTo>
                    <a:pt x="10988" y="6210"/>
                  </a:lnTo>
                  <a:lnTo>
                    <a:pt x="11943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7" name="Freeform 3156">
              <a:extLst>
                <a:ext uri="{FF2B5EF4-FFF2-40B4-BE49-F238E27FC236}">
                  <a16:creationId xmlns:a16="http://schemas.microsoft.com/office/drawing/2014/main" id="{4B2C8B82-3240-6D02-2D86-2B1E59266F73}"/>
                </a:ext>
              </a:extLst>
            </p:cNvPr>
            <p:cNvSpPr/>
            <p:nvPr/>
          </p:nvSpPr>
          <p:spPr>
            <a:xfrm>
              <a:off x="2715108" y="4322616"/>
              <a:ext cx="9554" cy="6688"/>
            </a:xfrm>
            <a:custGeom>
              <a:avLst/>
              <a:gdLst>
                <a:gd name="csX0" fmla="*/ 9555 w 9554"/>
                <a:gd name="csY0" fmla="*/ 956 h 6688"/>
                <a:gd name="csX1" fmla="*/ 9555 w 9554"/>
                <a:gd name="csY1" fmla="*/ 1911 h 6688"/>
                <a:gd name="csX2" fmla="*/ 9077 w 9554"/>
                <a:gd name="csY2" fmla="*/ 3344 h 6688"/>
                <a:gd name="csX3" fmla="*/ 8599 w 9554"/>
                <a:gd name="csY3" fmla="*/ 4777 h 6688"/>
                <a:gd name="csX4" fmla="*/ 8121 w 9554"/>
                <a:gd name="csY4" fmla="*/ 5255 h 6688"/>
                <a:gd name="csX5" fmla="*/ 6210 w 9554"/>
                <a:gd name="csY5" fmla="*/ 6688 h 6688"/>
                <a:gd name="csX6" fmla="*/ 5255 w 9554"/>
                <a:gd name="csY6" fmla="*/ 6210 h 6688"/>
                <a:gd name="csX7" fmla="*/ 3344 w 9554"/>
                <a:gd name="csY7" fmla="*/ 5733 h 6688"/>
                <a:gd name="csX8" fmla="*/ 2866 w 9554"/>
                <a:gd name="csY8" fmla="*/ 5255 h 6688"/>
                <a:gd name="csX9" fmla="*/ 478 w 9554"/>
                <a:gd name="csY9" fmla="*/ 4299 h 6688"/>
                <a:gd name="csX10" fmla="*/ 0 w 9554"/>
                <a:gd name="csY10" fmla="*/ 3344 h 6688"/>
                <a:gd name="csX11" fmla="*/ 955 w 9554"/>
                <a:gd name="csY11" fmla="*/ 1433 h 6688"/>
                <a:gd name="csX12" fmla="*/ 3822 w 9554"/>
                <a:gd name="csY12" fmla="*/ 0 h 6688"/>
                <a:gd name="csX13" fmla="*/ 8599 w 9554"/>
                <a:gd name="csY13" fmla="*/ 0 h 6688"/>
                <a:gd name="csX14" fmla="*/ 9555 w 9554"/>
                <a:gd name="csY14" fmla="*/ 956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554" h="6688">
                  <a:moveTo>
                    <a:pt x="9555" y="956"/>
                  </a:moveTo>
                  <a:lnTo>
                    <a:pt x="9555" y="1911"/>
                  </a:lnTo>
                  <a:lnTo>
                    <a:pt x="9077" y="3344"/>
                  </a:lnTo>
                  <a:lnTo>
                    <a:pt x="8599" y="4777"/>
                  </a:lnTo>
                  <a:lnTo>
                    <a:pt x="8121" y="5255"/>
                  </a:lnTo>
                  <a:lnTo>
                    <a:pt x="6210" y="6688"/>
                  </a:lnTo>
                  <a:lnTo>
                    <a:pt x="5255" y="6210"/>
                  </a:lnTo>
                  <a:lnTo>
                    <a:pt x="3344" y="5733"/>
                  </a:lnTo>
                  <a:lnTo>
                    <a:pt x="2866" y="5255"/>
                  </a:lnTo>
                  <a:lnTo>
                    <a:pt x="478" y="4299"/>
                  </a:lnTo>
                  <a:lnTo>
                    <a:pt x="0" y="3344"/>
                  </a:lnTo>
                  <a:lnTo>
                    <a:pt x="955" y="1433"/>
                  </a:lnTo>
                  <a:lnTo>
                    <a:pt x="3822" y="0"/>
                  </a:lnTo>
                  <a:lnTo>
                    <a:pt x="8599" y="0"/>
                  </a:lnTo>
                  <a:lnTo>
                    <a:pt x="95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8" name="Freeform 3157">
              <a:extLst>
                <a:ext uri="{FF2B5EF4-FFF2-40B4-BE49-F238E27FC236}">
                  <a16:creationId xmlns:a16="http://schemas.microsoft.com/office/drawing/2014/main" id="{C5CA167A-945A-EE56-8873-CF2F9CA1FAEB}"/>
                </a:ext>
              </a:extLst>
            </p:cNvPr>
            <p:cNvSpPr/>
            <p:nvPr/>
          </p:nvSpPr>
          <p:spPr>
            <a:xfrm>
              <a:off x="2721318" y="3535317"/>
              <a:ext cx="1910" cy="2866"/>
            </a:xfrm>
            <a:custGeom>
              <a:avLst/>
              <a:gdLst>
                <a:gd name="csX0" fmla="*/ 1911 w 1910"/>
                <a:gd name="csY0" fmla="*/ 1911 h 2866"/>
                <a:gd name="csX1" fmla="*/ 1911 w 1910"/>
                <a:gd name="csY1" fmla="*/ 2866 h 2866"/>
                <a:gd name="csX2" fmla="*/ 1433 w 1910"/>
                <a:gd name="csY2" fmla="*/ 2866 h 2866"/>
                <a:gd name="csX3" fmla="*/ 955 w 1910"/>
                <a:gd name="csY3" fmla="*/ 2389 h 2866"/>
                <a:gd name="csX4" fmla="*/ 0 w 1910"/>
                <a:gd name="csY4" fmla="*/ 956 h 2866"/>
                <a:gd name="csX5" fmla="*/ 0 w 1910"/>
                <a:gd name="csY5" fmla="*/ 0 h 2866"/>
                <a:gd name="csX6" fmla="*/ 1433 w 1910"/>
                <a:gd name="csY6" fmla="*/ 478 h 2866"/>
                <a:gd name="csX7" fmla="*/ 1911 w 1910"/>
                <a:gd name="csY7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2866">
                  <a:moveTo>
                    <a:pt x="1911" y="1911"/>
                  </a:moveTo>
                  <a:lnTo>
                    <a:pt x="1911" y="2866"/>
                  </a:lnTo>
                  <a:lnTo>
                    <a:pt x="1433" y="2866"/>
                  </a:lnTo>
                  <a:lnTo>
                    <a:pt x="955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9" name="Freeform 3158">
              <a:extLst>
                <a:ext uri="{FF2B5EF4-FFF2-40B4-BE49-F238E27FC236}">
                  <a16:creationId xmlns:a16="http://schemas.microsoft.com/office/drawing/2014/main" id="{E32F3803-C966-AC96-5E08-6339026260B5}"/>
                </a:ext>
              </a:extLst>
            </p:cNvPr>
            <p:cNvSpPr/>
            <p:nvPr/>
          </p:nvSpPr>
          <p:spPr>
            <a:xfrm>
              <a:off x="2717497" y="3530062"/>
              <a:ext cx="2866" cy="5255"/>
            </a:xfrm>
            <a:custGeom>
              <a:avLst/>
              <a:gdLst>
                <a:gd name="csX0" fmla="*/ 2389 w 2866"/>
                <a:gd name="csY0" fmla="*/ 0 h 5255"/>
                <a:gd name="csX1" fmla="*/ 2866 w 2866"/>
                <a:gd name="csY1" fmla="*/ 2389 h 5255"/>
                <a:gd name="csX2" fmla="*/ 2866 w 2866"/>
                <a:gd name="csY2" fmla="*/ 4777 h 5255"/>
                <a:gd name="csX3" fmla="*/ 2389 w 2866"/>
                <a:gd name="csY3" fmla="*/ 5255 h 5255"/>
                <a:gd name="csX4" fmla="*/ 1911 w 2866"/>
                <a:gd name="csY4" fmla="*/ 4777 h 5255"/>
                <a:gd name="csX5" fmla="*/ 955 w 2866"/>
                <a:gd name="csY5" fmla="*/ 5255 h 5255"/>
                <a:gd name="csX6" fmla="*/ 0 w 2866"/>
                <a:gd name="csY6" fmla="*/ 4777 h 5255"/>
                <a:gd name="csX7" fmla="*/ 478 w 2866"/>
                <a:gd name="csY7" fmla="*/ 3822 h 5255"/>
                <a:gd name="csX8" fmla="*/ 478 w 2866"/>
                <a:gd name="csY8" fmla="*/ 3344 h 5255"/>
                <a:gd name="csX9" fmla="*/ 1433 w 2866"/>
                <a:gd name="csY9" fmla="*/ 3344 h 5255"/>
                <a:gd name="csX10" fmla="*/ 1433 w 2866"/>
                <a:gd name="csY10" fmla="*/ 1911 h 5255"/>
                <a:gd name="csX11" fmla="*/ 1433 w 2866"/>
                <a:gd name="csY11" fmla="*/ 1433 h 5255"/>
                <a:gd name="csX12" fmla="*/ 1911 w 2866"/>
                <a:gd name="csY12" fmla="*/ 478 h 5255"/>
                <a:gd name="csX13" fmla="*/ 2389 w 2866"/>
                <a:gd name="csY13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866" h="5255">
                  <a:moveTo>
                    <a:pt x="2389" y="0"/>
                  </a:moveTo>
                  <a:lnTo>
                    <a:pt x="2866" y="2389"/>
                  </a:lnTo>
                  <a:lnTo>
                    <a:pt x="2866" y="4777"/>
                  </a:lnTo>
                  <a:lnTo>
                    <a:pt x="2389" y="5255"/>
                  </a:lnTo>
                  <a:lnTo>
                    <a:pt x="1911" y="4777"/>
                  </a:lnTo>
                  <a:lnTo>
                    <a:pt x="955" y="5255"/>
                  </a:lnTo>
                  <a:lnTo>
                    <a:pt x="0" y="4777"/>
                  </a:lnTo>
                  <a:lnTo>
                    <a:pt x="478" y="3822"/>
                  </a:lnTo>
                  <a:lnTo>
                    <a:pt x="478" y="3344"/>
                  </a:lnTo>
                  <a:lnTo>
                    <a:pt x="1433" y="3344"/>
                  </a:lnTo>
                  <a:lnTo>
                    <a:pt x="1433" y="1911"/>
                  </a:lnTo>
                  <a:lnTo>
                    <a:pt x="1433" y="1433"/>
                  </a:lnTo>
                  <a:lnTo>
                    <a:pt x="1911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0" name="Freeform 3159">
              <a:extLst>
                <a:ext uri="{FF2B5EF4-FFF2-40B4-BE49-F238E27FC236}">
                  <a16:creationId xmlns:a16="http://schemas.microsoft.com/office/drawing/2014/main" id="{42A13FA4-0520-24F1-B4D7-81E9B308417F}"/>
                </a:ext>
              </a:extLst>
            </p:cNvPr>
            <p:cNvSpPr/>
            <p:nvPr/>
          </p:nvSpPr>
          <p:spPr>
            <a:xfrm>
              <a:off x="2706031" y="3528629"/>
              <a:ext cx="8121" cy="10987"/>
            </a:xfrm>
            <a:custGeom>
              <a:avLst/>
              <a:gdLst>
                <a:gd name="csX0" fmla="*/ 6688 w 8121"/>
                <a:gd name="csY0" fmla="*/ 1433 h 10987"/>
                <a:gd name="csX1" fmla="*/ 8121 w 8121"/>
                <a:gd name="csY1" fmla="*/ 2866 h 10987"/>
                <a:gd name="csX2" fmla="*/ 7644 w 8121"/>
                <a:gd name="csY2" fmla="*/ 3822 h 10987"/>
                <a:gd name="csX3" fmla="*/ 7166 w 8121"/>
                <a:gd name="csY3" fmla="*/ 4300 h 10987"/>
                <a:gd name="csX4" fmla="*/ 6210 w 8121"/>
                <a:gd name="csY4" fmla="*/ 5255 h 10987"/>
                <a:gd name="csX5" fmla="*/ 5733 w 8121"/>
                <a:gd name="csY5" fmla="*/ 6210 h 10987"/>
                <a:gd name="csX6" fmla="*/ 4777 w 8121"/>
                <a:gd name="csY6" fmla="*/ 6688 h 10987"/>
                <a:gd name="csX7" fmla="*/ 3822 w 8121"/>
                <a:gd name="csY7" fmla="*/ 7166 h 10987"/>
                <a:gd name="csX8" fmla="*/ 1433 w 8121"/>
                <a:gd name="csY8" fmla="*/ 10510 h 10987"/>
                <a:gd name="csX9" fmla="*/ 0 w 8121"/>
                <a:gd name="csY9" fmla="*/ 10988 h 10987"/>
                <a:gd name="csX10" fmla="*/ 1433 w 8121"/>
                <a:gd name="csY10" fmla="*/ 8121 h 10987"/>
                <a:gd name="csX11" fmla="*/ 1911 w 8121"/>
                <a:gd name="csY11" fmla="*/ 7166 h 10987"/>
                <a:gd name="csX12" fmla="*/ 1911 w 8121"/>
                <a:gd name="csY12" fmla="*/ 6688 h 10987"/>
                <a:gd name="csX13" fmla="*/ 1433 w 8121"/>
                <a:gd name="csY13" fmla="*/ 4777 h 10987"/>
                <a:gd name="csX14" fmla="*/ 1911 w 8121"/>
                <a:gd name="csY14" fmla="*/ 4777 h 10987"/>
                <a:gd name="csX15" fmla="*/ 2866 w 8121"/>
                <a:gd name="csY15" fmla="*/ 4300 h 10987"/>
                <a:gd name="csX16" fmla="*/ 3822 w 8121"/>
                <a:gd name="csY16" fmla="*/ 2389 h 10987"/>
                <a:gd name="csX17" fmla="*/ 5255 w 8121"/>
                <a:gd name="csY17" fmla="*/ 2389 h 10987"/>
                <a:gd name="csX18" fmla="*/ 6210 w 8121"/>
                <a:gd name="csY18" fmla="*/ 0 h 10987"/>
                <a:gd name="csX19" fmla="*/ 7166 w 8121"/>
                <a:gd name="csY19" fmla="*/ 0 h 10987"/>
                <a:gd name="csX20" fmla="*/ 7166 w 8121"/>
                <a:gd name="csY20" fmla="*/ 0 h 10987"/>
                <a:gd name="csX21" fmla="*/ 6688 w 8121"/>
                <a:gd name="csY21" fmla="*/ 1433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121" h="10987">
                  <a:moveTo>
                    <a:pt x="6688" y="1433"/>
                  </a:moveTo>
                  <a:lnTo>
                    <a:pt x="8121" y="2866"/>
                  </a:lnTo>
                  <a:lnTo>
                    <a:pt x="7644" y="3822"/>
                  </a:lnTo>
                  <a:lnTo>
                    <a:pt x="7166" y="4300"/>
                  </a:lnTo>
                  <a:lnTo>
                    <a:pt x="6210" y="5255"/>
                  </a:lnTo>
                  <a:lnTo>
                    <a:pt x="5733" y="6210"/>
                  </a:lnTo>
                  <a:lnTo>
                    <a:pt x="4777" y="6688"/>
                  </a:lnTo>
                  <a:lnTo>
                    <a:pt x="3822" y="7166"/>
                  </a:lnTo>
                  <a:lnTo>
                    <a:pt x="1433" y="10510"/>
                  </a:lnTo>
                  <a:lnTo>
                    <a:pt x="0" y="10988"/>
                  </a:lnTo>
                  <a:lnTo>
                    <a:pt x="1433" y="8121"/>
                  </a:lnTo>
                  <a:lnTo>
                    <a:pt x="1911" y="7166"/>
                  </a:lnTo>
                  <a:lnTo>
                    <a:pt x="1911" y="6688"/>
                  </a:lnTo>
                  <a:lnTo>
                    <a:pt x="1433" y="4777"/>
                  </a:lnTo>
                  <a:lnTo>
                    <a:pt x="1911" y="4777"/>
                  </a:lnTo>
                  <a:lnTo>
                    <a:pt x="2866" y="4300"/>
                  </a:lnTo>
                  <a:lnTo>
                    <a:pt x="3822" y="2389"/>
                  </a:lnTo>
                  <a:lnTo>
                    <a:pt x="5255" y="2389"/>
                  </a:lnTo>
                  <a:lnTo>
                    <a:pt x="6210" y="0"/>
                  </a:lnTo>
                  <a:lnTo>
                    <a:pt x="7166" y="0"/>
                  </a:lnTo>
                  <a:lnTo>
                    <a:pt x="7166" y="0"/>
                  </a:lnTo>
                  <a:lnTo>
                    <a:pt x="668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1" name="Freeform 3160">
              <a:extLst>
                <a:ext uri="{FF2B5EF4-FFF2-40B4-BE49-F238E27FC236}">
                  <a16:creationId xmlns:a16="http://schemas.microsoft.com/office/drawing/2014/main" id="{B1E34387-0C76-E123-6E26-D8E6E990B49E}"/>
                </a:ext>
              </a:extLst>
            </p:cNvPr>
            <p:cNvSpPr/>
            <p:nvPr/>
          </p:nvSpPr>
          <p:spPr>
            <a:xfrm>
              <a:off x="2706031" y="4326437"/>
              <a:ext cx="3821" cy="4299"/>
            </a:xfrm>
            <a:custGeom>
              <a:avLst/>
              <a:gdLst>
                <a:gd name="csX0" fmla="*/ 3822 w 3821"/>
                <a:gd name="csY0" fmla="*/ 0 h 4299"/>
                <a:gd name="csX1" fmla="*/ 3344 w 3821"/>
                <a:gd name="csY1" fmla="*/ 956 h 4299"/>
                <a:gd name="csX2" fmla="*/ 3344 w 3821"/>
                <a:gd name="csY2" fmla="*/ 1911 h 4299"/>
                <a:gd name="csX3" fmla="*/ 1911 w 3821"/>
                <a:gd name="csY3" fmla="*/ 2866 h 4299"/>
                <a:gd name="csX4" fmla="*/ 956 w 3821"/>
                <a:gd name="csY4" fmla="*/ 3344 h 4299"/>
                <a:gd name="csX5" fmla="*/ 956 w 3821"/>
                <a:gd name="csY5" fmla="*/ 4300 h 4299"/>
                <a:gd name="csX6" fmla="*/ 0 w 3821"/>
                <a:gd name="csY6" fmla="*/ 4300 h 4299"/>
                <a:gd name="csX7" fmla="*/ 0 w 3821"/>
                <a:gd name="csY7" fmla="*/ 3344 h 4299"/>
                <a:gd name="csX8" fmla="*/ 478 w 3821"/>
                <a:gd name="csY8" fmla="*/ 2389 h 4299"/>
                <a:gd name="csX9" fmla="*/ 1433 w 3821"/>
                <a:gd name="csY9" fmla="*/ 1433 h 4299"/>
                <a:gd name="csX10" fmla="*/ 2866 w 3821"/>
                <a:gd name="csY10" fmla="*/ 0 h 4299"/>
                <a:gd name="csX11" fmla="*/ 3822 w 3821"/>
                <a:gd name="csY11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1" h="4299">
                  <a:moveTo>
                    <a:pt x="3822" y="0"/>
                  </a:moveTo>
                  <a:lnTo>
                    <a:pt x="3344" y="956"/>
                  </a:lnTo>
                  <a:lnTo>
                    <a:pt x="3344" y="1911"/>
                  </a:lnTo>
                  <a:lnTo>
                    <a:pt x="1911" y="2866"/>
                  </a:lnTo>
                  <a:lnTo>
                    <a:pt x="956" y="3344"/>
                  </a:lnTo>
                  <a:lnTo>
                    <a:pt x="956" y="4300"/>
                  </a:lnTo>
                  <a:lnTo>
                    <a:pt x="0" y="4300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1433" y="1433"/>
                  </a:lnTo>
                  <a:lnTo>
                    <a:pt x="2866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2" name="Freeform 3161">
              <a:extLst>
                <a:ext uri="{FF2B5EF4-FFF2-40B4-BE49-F238E27FC236}">
                  <a16:creationId xmlns:a16="http://schemas.microsoft.com/office/drawing/2014/main" id="{A0A95E54-932D-B940-F5D0-EB959A7D674C}"/>
                </a:ext>
              </a:extLst>
            </p:cNvPr>
            <p:cNvSpPr/>
            <p:nvPr/>
          </p:nvSpPr>
          <p:spPr>
            <a:xfrm>
              <a:off x="2700298" y="3525763"/>
              <a:ext cx="3821" cy="3344"/>
            </a:xfrm>
            <a:custGeom>
              <a:avLst/>
              <a:gdLst>
                <a:gd name="csX0" fmla="*/ 3822 w 3821"/>
                <a:gd name="csY0" fmla="*/ 956 h 3344"/>
                <a:gd name="csX1" fmla="*/ 3822 w 3821"/>
                <a:gd name="csY1" fmla="*/ 3344 h 3344"/>
                <a:gd name="csX2" fmla="*/ 955 w 3821"/>
                <a:gd name="csY2" fmla="*/ 1433 h 3344"/>
                <a:gd name="csX3" fmla="*/ 0 w 3821"/>
                <a:gd name="csY3" fmla="*/ 956 h 3344"/>
                <a:gd name="csX4" fmla="*/ 478 w 3821"/>
                <a:gd name="csY4" fmla="*/ 0 h 3344"/>
                <a:gd name="csX5" fmla="*/ 3344 w 3821"/>
                <a:gd name="csY5" fmla="*/ 0 h 3344"/>
                <a:gd name="csX6" fmla="*/ 3822 w 3821"/>
                <a:gd name="csY6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3344">
                  <a:moveTo>
                    <a:pt x="3822" y="956"/>
                  </a:moveTo>
                  <a:lnTo>
                    <a:pt x="3822" y="3344"/>
                  </a:lnTo>
                  <a:lnTo>
                    <a:pt x="955" y="1433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3344" y="0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3" name="Freeform 3162">
              <a:extLst>
                <a:ext uri="{FF2B5EF4-FFF2-40B4-BE49-F238E27FC236}">
                  <a16:creationId xmlns:a16="http://schemas.microsoft.com/office/drawing/2014/main" id="{49848519-942C-979A-1C3F-877FEE01F835}"/>
                </a:ext>
              </a:extLst>
            </p:cNvPr>
            <p:cNvSpPr/>
            <p:nvPr/>
          </p:nvSpPr>
          <p:spPr>
            <a:xfrm>
              <a:off x="2694088" y="3524330"/>
              <a:ext cx="7165" cy="8121"/>
            </a:xfrm>
            <a:custGeom>
              <a:avLst/>
              <a:gdLst>
                <a:gd name="csX0" fmla="*/ 6210 w 7165"/>
                <a:gd name="csY0" fmla="*/ 5255 h 8121"/>
                <a:gd name="csX1" fmla="*/ 7166 w 7165"/>
                <a:gd name="csY1" fmla="*/ 6688 h 8121"/>
                <a:gd name="csX2" fmla="*/ 7166 w 7165"/>
                <a:gd name="csY2" fmla="*/ 7166 h 8121"/>
                <a:gd name="csX3" fmla="*/ 4777 w 7165"/>
                <a:gd name="csY3" fmla="*/ 7644 h 8121"/>
                <a:gd name="csX4" fmla="*/ 2866 w 7165"/>
                <a:gd name="csY4" fmla="*/ 7166 h 8121"/>
                <a:gd name="csX5" fmla="*/ 1911 w 7165"/>
                <a:gd name="csY5" fmla="*/ 7644 h 8121"/>
                <a:gd name="csX6" fmla="*/ 956 w 7165"/>
                <a:gd name="csY6" fmla="*/ 8121 h 8121"/>
                <a:gd name="csX7" fmla="*/ 478 w 7165"/>
                <a:gd name="csY7" fmla="*/ 7166 h 8121"/>
                <a:gd name="csX8" fmla="*/ 0 w 7165"/>
                <a:gd name="csY8" fmla="*/ 2866 h 8121"/>
                <a:gd name="csX9" fmla="*/ 0 w 7165"/>
                <a:gd name="csY9" fmla="*/ 2389 h 8121"/>
                <a:gd name="csX10" fmla="*/ 956 w 7165"/>
                <a:gd name="csY10" fmla="*/ 478 h 8121"/>
                <a:gd name="csX11" fmla="*/ 2389 w 7165"/>
                <a:gd name="csY11" fmla="*/ 0 h 8121"/>
                <a:gd name="csX12" fmla="*/ 2866 w 7165"/>
                <a:gd name="csY12" fmla="*/ 0 h 8121"/>
                <a:gd name="csX13" fmla="*/ 3344 w 7165"/>
                <a:gd name="csY13" fmla="*/ 955 h 8121"/>
                <a:gd name="csX14" fmla="*/ 3344 w 7165"/>
                <a:gd name="csY14" fmla="*/ 1433 h 8121"/>
                <a:gd name="csX15" fmla="*/ 2866 w 7165"/>
                <a:gd name="csY15" fmla="*/ 2866 h 8121"/>
                <a:gd name="csX16" fmla="*/ 3344 w 7165"/>
                <a:gd name="csY16" fmla="*/ 2866 h 8121"/>
                <a:gd name="csX17" fmla="*/ 3822 w 7165"/>
                <a:gd name="csY17" fmla="*/ 2866 h 8121"/>
                <a:gd name="csX18" fmla="*/ 5255 w 7165"/>
                <a:gd name="csY18" fmla="*/ 955 h 8121"/>
                <a:gd name="csX19" fmla="*/ 5733 w 7165"/>
                <a:gd name="csY19" fmla="*/ 955 h 8121"/>
                <a:gd name="csX20" fmla="*/ 5733 w 7165"/>
                <a:gd name="csY20" fmla="*/ 1433 h 8121"/>
                <a:gd name="csX21" fmla="*/ 5255 w 7165"/>
                <a:gd name="csY21" fmla="*/ 3344 h 8121"/>
                <a:gd name="csX22" fmla="*/ 6210 w 7165"/>
                <a:gd name="csY22" fmla="*/ 5255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7165" h="8121">
                  <a:moveTo>
                    <a:pt x="6210" y="5255"/>
                  </a:moveTo>
                  <a:lnTo>
                    <a:pt x="7166" y="6688"/>
                  </a:lnTo>
                  <a:lnTo>
                    <a:pt x="7166" y="7166"/>
                  </a:lnTo>
                  <a:lnTo>
                    <a:pt x="4777" y="7644"/>
                  </a:lnTo>
                  <a:lnTo>
                    <a:pt x="2866" y="7166"/>
                  </a:lnTo>
                  <a:lnTo>
                    <a:pt x="1911" y="7644"/>
                  </a:lnTo>
                  <a:lnTo>
                    <a:pt x="956" y="8121"/>
                  </a:lnTo>
                  <a:lnTo>
                    <a:pt x="478" y="7166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344" y="955"/>
                  </a:lnTo>
                  <a:lnTo>
                    <a:pt x="3344" y="1433"/>
                  </a:lnTo>
                  <a:lnTo>
                    <a:pt x="2866" y="2866"/>
                  </a:lnTo>
                  <a:lnTo>
                    <a:pt x="3344" y="2866"/>
                  </a:lnTo>
                  <a:lnTo>
                    <a:pt x="3822" y="2866"/>
                  </a:lnTo>
                  <a:lnTo>
                    <a:pt x="5255" y="955"/>
                  </a:lnTo>
                  <a:lnTo>
                    <a:pt x="5733" y="955"/>
                  </a:lnTo>
                  <a:lnTo>
                    <a:pt x="5733" y="1433"/>
                  </a:lnTo>
                  <a:lnTo>
                    <a:pt x="5255" y="3344"/>
                  </a:lnTo>
                  <a:lnTo>
                    <a:pt x="6210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4" name="Freeform 3163">
              <a:extLst>
                <a:ext uri="{FF2B5EF4-FFF2-40B4-BE49-F238E27FC236}">
                  <a16:creationId xmlns:a16="http://schemas.microsoft.com/office/drawing/2014/main" id="{02D85D57-465A-6F0D-15FA-4178D9998D56}"/>
                </a:ext>
              </a:extLst>
            </p:cNvPr>
            <p:cNvSpPr/>
            <p:nvPr/>
          </p:nvSpPr>
          <p:spPr>
            <a:xfrm>
              <a:off x="2688355" y="3411108"/>
              <a:ext cx="8121" cy="8121"/>
            </a:xfrm>
            <a:custGeom>
              <a:avLst/>
              <a:gdLst>
                <a:gd name="csX0" fmla="*/ 8121 w 8121"/>
                <a:gd name="csY0" fmla="*/ 0 h 8121"/>
                <a:gd name="csX1" fmla="*/ 4300 w 8121"/>
                <a:gd name="csY1" fmla="*/ 7644 h 8121"/>
                <a:gd name="csX2" fmla="*/ 2866 w 8121"/>
                <a:gd name="csY2" fmla="*/ 8121 h 8121"/>
                <a:gd name="csX3" fmla="*/ 1433 w 8121"/>
                <a:gd name="csY3" fmla="*/ 7644 h 8121"/>
                <a:gd name="csX4" fmla="*/ 0 w 8121"/>
                <a:gd name="csY4" fmla="*/ 4300 h 8121"/>
                <a:gd name="csX5" fmla="*/ 955 w 8121"/>
                <a:gd name="csY5" fmla="*/ 4300 h 8121"/>
                <a:gd name="csX6" fmla="*/ 2866 w 8121"/>
                <a:gd name="csY6" fmla="*/ 1911 h 8121"/>
                <a:gd name="csX7" fmla="*/ 7166 w 8121"/>
                <a:gd name="csY7" fmla="*/ 0 h 8121"/>
                <a:gd name="csX8" fmla="*/ 8121 w 8121"/>
                <a:gd name="csY8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21" h="8121">
                  <a:moveTo>
                    <a:pt x="8121" y="0"/>
                  </a:moveTo>
                  <a:lnTo>
                    <a:pt x="4300" y="7644"/>
                  </a:lnTo>
                  <a:lnTo>
                    <a:pt x="2866" y="8121"/>
                  </a:lnTo>
                  <a:lnTo>
                    <a:pt x="1433" y="7644"/>
                  </a:lnTo>
                  <a:lnTo>
                    <a:pt x="0" y="4300"/>
                  </a:lnTo>
                  <a:lnTo>
                    <a:pt x="955" y="4300"/>
                  </a:lnTo>
                  <a:lnTo>
                    <a:pt x="2866" y="1911"/>
                  </a:lnTo>
                  <a:lnTo>
                    <a:pt x="7166" y="0"/>
                  </a:lnTo>
                  <a:lnTo>
                    <a:pt x="81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5" name="Freeform 3164">
              <a:extLst>
                <a:ext uri="{FF2B5EF4-FFF2-40B4-BE49-F238E27FC236}">
                  <a16:creationId xmlns:a16="http://schemas.microsoft.com/office/drawing/2014/main" id="{8584406E-A78F-E4E7-D363-E832876F9316}"/>
                </a:ext>
              </a:extLst>
            </p:cNvPr>
            <p:cNvSpPr/>
            <p:nvPr/>
          </p:nvSpPr>
          <p:spPr>
            <a:xfrm>
              <a:off x="2662558" y="3537706"/>
              <a:ext cx="3821" cy="4299"/>
            </a:xfrm>
            <a:custGeom>
              <a:avLst/>
              <a:gdLst>
                <a:gd name="csX0" fmla="*/ 3822 w 3821"/>
                <a:gd name="csY0" fmla="*/ 956 h 4299"/>
                <a:gd name="csX1" fmla="*/ 3822 w 3821"/>
                <a:gd name="csY1" fmla="*/ 1433 h 4299"/>
                <a:gd name="csX2" fmla="*/ 3344 w 3821"/>
                <a:gd name="csY2" fmla="*/ 3822 h 4299"/>
                <a:gd name="csX3" fmla="*/ 2866 w 3821"/>
                <a:gd name="csY3" fmla="*/ 4300 h 4299"/>
                <a:gd name="csX4" fmla="*/ 1911 w 3821"/>
                <a:gd name="csY4" fmla="*/ 4300 h 4299"/>
                <a:gd name="csX5" fmla="*/ 955 w 3821"/>
                <a:gd name="csY5" fmla="*/ 3344 h 4299"/>
                <a:gd name="csX6" fmla="*/ 478 w 3821"/>
                <a:gd name="csY6" fmla="*/ 2866 h 4299"/>
                <a:gd name="csX7" fmla="*/ 0 w 3821"/>
                <a:gd name="csY7" fmla="*/ 1433 h 4299"/>
                <a:gd name="csX8" fmla="*/ 2866 w 3821"/>
                <a:gd name="csY8" fmla="*/ 0 h 4299"/>
                <a:gd name="csX9" fmla="*/ 3344 w 3821"/>
                <a:gd name="csY9" fmla="*/ 0 h 4299"/>
                <a:gd name="csX10" fmla="*/ 3822 w 3821"/>
                <a:gd name="csY10" fmla="*/ 95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21" h="4299">
                  <a:moveTo>
                    <a:pt x="3822" y="956"/>
                  </a:moveTo>
                  <a:lnTo>
                    <a:pt x="3822" y="1433"/>
                  </a:lnTo>
                  <a:lnTo>
                    <a:pt x="3344" y="3822"/>
                  </a:lnTo>
                  <a:lnTo>
                    <a:pt x="2866" y="4300"/>
                  </a:lnTo>
                  <a:lnTo>
                    <a:pt x="1911" y="4300"/>
                  </a:lnTo>
                  <a:lnTo>
                    <a:pt x="955" y="3344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2866" y="0"/>
                  </a:lnTo>
                  <a:lnTo>
                    <a:pt x="3344" y="0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6" name="Freeform 3165">
              <a:extLst>
                <a:ext uri="{FF2B5EF4-FFF2-40B4-BE49-F238E27FC236}">
                  <a16:creationId xmlns:a16="http://schemas.microsoft.com/office/drawing/2014/main" id="{75B35E4F-3411-EE40-6CF4-024D5A28B84A}"/>
                </a:ext>
              </a:extLst>
            </p:cNvPr>
            <p:cNvSpPr/>
            <p:nvPr/>
          </p:nvSpPr>
          <p:spPr>
            <a:xfrm>
              <a:off x="2654914" y="3552993"/>
              <a:ext cx="5255" cy="3821"/>
            </a:xfrm>
            <a:custGeom>
              <a:avLst/>
              <a:gdLst>
                <a:gd name="csX0" fmla="*/ 4300 w 5255"/>
                <a:gd name="csY0" fmla="*/ 1433 h 3821"/>
                <a:gd name="csX1" fmla="*/ 5255 w 5255"/>
                <a:gd name="csY1" fmla="*/ 2866 h 3821"/>
                <a:gd name="csX2" fmla="*/ 3344 w 5255"/>
                <a:gd name="csY2" fmla="*/ 3822 h 3821"/>
                <a:gd name="csX3" fmla="*/ 1433 w 5255"/>
                <a:gd name="csY3" fmla="*/ 2866 h 3821"/>
                <a:gd name="csX4" fmla="*/ 0 w 5255"/>
                <a:gd name="csY4" fmla="*/ 1911 h 3821"/>
                <a:gd name="csX5" fmla="*/ 0 w 5255"/>
                <a:gd name="csY5" fmla="*/ 0 h 3821"/>
                <a:gd name="csX6" fmla="*/ 3344 w 5255"/>
                <a:gd name="csY6" fmla="*/ 955 h 3821"/>
                <a:gd name="csX7" fmla="*/ 4300 w 5255"/>
                <a:gd name="csY7" fmla="*/ 1433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5" h="3821">
                  <a:moveTo>
                    <a:pt x="4300" y="1433"/>
                  </a:moveTo>
                  <a:lnTo>
                    <a:pt x="5255" y="2866"/>
                  </a:lnTo>
                  <a:lnTo>
                    <a:pt x="3344" y="3822"/>
                  </a:lnTo>
                  <a:lnTo>
                    <a:pt x="1433" y="2866"/>
                  </a:lnTo>
                  <a:lnTo>
                    <a:pt x="0" y="1911"/>
                  </a:lnTo>
                  <a:lnTo>
                    <a:pt x="0" y="0"/>
                  </a:lnTo>
                  <a:lnTo>
                    <a:pt x="3344" y="955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7" name="Freeform 3166">
              <a:extLst>
                <a:ext uri="{FF2B5EF4-FFF2-40B4-BE49-F238E27FC236}">
                  <a16:creationId xmlns:a16="http://schemas.microsoft.com/office/drawing/2014/main" id="{039A05D9-2E35-F091-C03A-7B3D14AE97F3}"/>
                </a:ext>
              </a:extLst>
            </p:cNvPr>
            <p:cNvSpPr/>
            <p:nvPr/>
          </p:nvSpPr>
          <p:spPr>
            <a:xfrm>
              <a:off x="2613351" y="3535795"/>
              <a:ext cx="36307" cy="20064"/>
            </a:xfrm>
            <a:custGeom>
              <a:avLst/>
              <a:gdLst>
                <a:gd name="csX0" fmla="*/ 36307 w 36307"/>
                <a:gd name="csY0" fmla="*/ 11465 h 20064"/>
                <a:gd name="csX1" fmla="*/ 36307 w 36307"/>
                <a:gd name="csY1" fmla="*/ 11943 h 20064"/>
                <a:gd name="csX2" fmla="*/ 31052 w 36307"/>
                <a:gd name="csY2" fmla="*/ 9555 h 20064"/>
                <a:gd name="csX3" fmla="*/ 27231 w 36307"/>
                <a:gd name="csY3" fmla="*/ 12899 h 20064"/>
                <a:gd name="csX4" fmla="*/ 26275 w 36307"/>
                <a:gd name="csY4" fmla="*/ 13376 h 20064"/>
                <a:gd name="csX5" fmla="*/ 16721 w 36307"/>
                <a:gd name="csY5" fmla="*/ 13376 h 20064"/>
                <a:gd name="csX6" fmla="*/ 14810 w 36307"/>
                <a:gd name="csY6" fmla="*/ 13854 h 20064"/>
                <a:gd name="csX7" fmla="*/ 13376 w 36307"/>
                <a:gd name="csY7" fmla="*/ 14810 h 20064"/>
                <a:gd name="csX8" fmla="*/ 10988 w 36307"/>
                <a:gd name="csY8" fmla="*/ 17676 h 20064"/>
                <a:gd name="csX9" fmla="*/ 10032 w 36307"/>
                <a:gd name="csY9" fmla="*/ 18631 h 20064"/>
                <a:gd name="csX10" fmla="*/ 9077 w 36307"/>
                <a:gd name="csY10" fmla="*/ 19587 h 20064"/>
                <a:gd name="csX11" fmla="*/ 6210 w 36307"/>
                <a:gd name="csY11" fmla="*/ 20065 h 20064"/>
                <a:gd name="csX12" fmla="*/ 3344 w 36307"/>
                <a:gd name="csY12" fmla="*/ 20065 h 20064"/>
                <a:gd name="csX13" fmla="*/ 1911 w 36307"/>
                <a:gd name="csY13" fmla="*/ 19587 h 20064"/>
                <a:gd name="csX14" fmla="*/ 955 w 36307"/>
                <a:gd name="csY14" fmla="*/ 18154 h 20064"/>
                <a:gd name="csX15" fmla="*/ 0 w 36307"/>
                <a:gd name="csY15" fmla="*/ 15765 h 20064"/>
                <a:gd name="csX16" fmla="*/ 0 w 36307"/>
                <a:gd name="csY16" fmla="*/ 14810 h 20064"/>
                <a:gd name="csX17" fmla="*/ 478 w 36307"/>
                <a:gd name="csY17" fmla="*/ 13854 h 20064"/>
                <a:gd name="csX18" fmla="*/ 3344 w 36307"/>
                <a:gd name="csY18" fmla="*/ 11943 h 20064"/>
                <a:gd name="csX19" fmla="*/ 3822 w 36307"/>
                <a:gd name="csY19" fmla="*/ 10988 h 20064"/>
                <a:gd name="csX20" fmla="*/ 7644 w 36307"/>
                <a:gd name="csY20" fmla="*/ 5255 h 20064"/>
                <a:gd name="csX21" fmla="*/ 8599 w 36307"/>
                <a:gd name="csY21" fmla="*/ 4300 h 20064"/>
                <a:gd name="csX22" fmla="*/ 9555 w 36307"/>
                <a:gd name="csY22" fmla="*/ 4300 h 20064"/>
                <a:gd name="csX23" fmla="*/ 12421 w 36307"/>
                <a:gd name="csY23" fmla="*/ 4777 h 20064"/>
                <a:gd name="csX24" fmla="*/ 15287 w 36307"/>
                <a:gd name="csY24" fmla="*/ 2866 h 20064"/>
                <a:gd name="csX25" fmla="*/ 20542 w 36307"/>
                <a:gd name="csY25" fmla="*/ 0 h 20064"/>
                <a:gd name="csX26" fmla="*/ 21976 w 36307"/>
                <a:gd name="csY26" fmla="*/ 0 h 20064"/>
                <a:gd name="csX27" fmla="*/ 25797 w 36307"/>
                <a:gd name="csY27" fmla="*/ 0 h 20064"/>
                <a:gd name="csX28" fmla="*/ 26753 w 36307"/>
                <a:gd name="csY28" fmla="*/ 0 h 20064"/>
                <a:gd name="csX29" fmla="*/ 27708 w 36307"/>
                <a:gd name="csY29" fmla="*/ 956 h 20064"/>
                <a:gd name="csX30" fmla="*/ 28664 w 36307"/>
                <a:gd name="csY30" fmla="*/ 1911 h 20064"/>
                <a:gd name="csX31" fmla="*/ 30575 w 36307"/>
                <a:gd name="csY31" fmla="*/ 7166 h 20064"/>
                <a:gd name="csX32" fmla="*/ 31052 w 36307"/>
                <a:gd name="csY32" fmla="*/ 8121 h 20064"/>
                <a:gd name="csX33" fmla="*/ 32486 w 36307"/>
                <a:gd name="csY33" fmla="*/ 8599 h 20064"/>
                <a:gd name="csX34" fmla="*/ 34397 w 36307"/>
                <a:gd name="csY34" fmla="*/ 9555 h 20064"/>
                <a:gd name="csX35" fmla="*/ 35352 w 36307"/>
                <a:gd name="csY35" fmla="*/ 10032 h 20064"/>
                <a:gd name="csX36" fmla="*/ 36307 w 36307"/>
                <a:gd name="csY36" fmla="*/ 11465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36307" h="20064">
                  <a:moveTo>
                    <a:pt x="36307" y="11465"/>
                  </a:moveTo>
                  <a:lnTo>
                    <a:pt x="36307" y="11943"/>
                  </a:lnTo>
                  <a:lnTo>
                    <a:pt x="31052" y="9555"/>
                  </a:lnTo>
                  <a:lnTo>
                    <a:pt x="27231" y="12899"/>
                  </a:lnTo>
                  <a:lnTo>
                    <a:pt x="26275" y="13376"/>
                  </a:lnTo>
                  <a:lnTo>
                    <a:pt x="16721" y="13376"/>
                  </a:lnTo>
                  <a:lnTo>
                    <a:pt x="14810" y="13854"/>
                  </a:lnTo>
                  <a:lnTo>
                    <a:pt x="13376" y="14810"/>
                  </a:lnTo>
                  <a:lnTo>
                    <a:pt x="10988" y="17676"/>
                  </a:lnTo>
                  <a:lnTo>
                    <a:pt x="10032" y="18631"/>
                  </a:lnTo>
                  <a:lnTo>
                    <a:pt x="9077" y="19587"/>
                  </a:lnTo>
                  <a:lnTo>
                    <a:pt x="6210" y="20065"/>
                  </a:lnTo>
                  <a:lnTo>
                    <a:pt x="3344" y="20065"/>
                  </a:lnTo>
                  <a:lnTo>
                    <a:pt x="1911" y="19587"/>
                  </a:lnTo>
                  <a:lnTo>
                    <a:pt x="955" y="18154"/>
                  </a:lnTo>
                  <a:lnTo>
                    <a:pt x="0" y="15765"/>
                  </a:lnTo>
                  <a:lnTo>
                    <a:pt x="0" y="14810"/>
                  </a:lnTo>
                  <a:lnTo>
                    <a:pt x="478" y="13854"/>
                  </a:lnTo>
                  <a:lnTo>
                    <a:pt x="3344" y="11943"/>
                  </a:lnTo>
                  <a:lnTo>
                    <a:pt x="3822" y="10988"/>
                  </a:lnTo>
                  <a:lnTo>
                    <a:pt x="7644" y="5255"/>
                  </a:lnTo>
                  <a:lnTo>
                    <a:pt x="8599" y="4300"/>
                  </a:lnTo>
                  <a:lnTo>
                    <a:pt x="9555" y="4300"/>
                  </a:lnTo>
                  <a:lnTo>
                    <a:pt x="12421" y="4777"/>
                  </a:lnTo>
                  <a:lnTo>
                    <a:pt x="15287" y="2866"/>
                  </a:lnTo>
                  <a:lnTo>
                    <a:pt x="20542" y="0"/>
                  </a:lnTo>
                  <a:lnTo>
                    <a:pt x="21976" y="0"/>
                  </a:lnTo>
                  <a:lnTo>
                    <a:pt x="25797" y="0"/>
                  </a:lnTo>
                  <a:lnTo>
                    <a:pt x="26753" y="0"/>
                  </a:lnTo>
                  <a:lnTo>
                    <a:pt x="27708" y="956"/>
                  </a:lnTo>
                  <a:lnTo>
                    <a:pt x="28664" y="1911"/>
                  </a:lnTo>
                  <a:lnTo>
                    <a:pt x="30575" y="7166"/>
                  </a:lnTo>
                  <a:lnTo>
                    <a:pt x="31052" y="8121"/>
                  </a:lnTo>
                  <a:lnTo>
                    <a:pt x="32486" y="8599"/>
                  </a:lnTo>
                  <a:lnTo>
                    <a:pt x="34397" y="9555"/>
                  </a:lnTo>
                  <a:lnTo>
                    <a:pt x="35352" y="10032"/>
                  </a:lnTo>
                  <a:lnTo>
                    <a:pt x="36307" y="114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8" name="Freeform 3167">
              <a:extLst>
                <a:ext uri="{FF2B5EF4-FFF2-40B4-BE49-F238E27FC236}">
                  <a16:creationId xmlns:a16="http://schemas.microsoft.com/office/drawing/2014/main" id="{D8C21DE7-E8D4-625F-A963-66EFECD6876C}"/>
                </a:ext>
              </a:extLst>
            </p:cNvPr>
            <p:cNvSpPr/>
            <p:nvPr/>
          </p:nvSpPr>
          <p:spPr>
            <a:xfrm>
              <a:off x="2598542" y="3559682"/>
              <a:ext cx="4777" cy="4777"/>
            </a:xfrm>
            <a:custGeom>
              <a:avLst/>
              <a:gdLst>
                <a:gd name="csX0" fmla="*/ 4777 w 4777"/>
                <a:gd name="csY0" fmla="*/ 2866 h 4777"/>
                <a:gd name="csX1" fmla="*/ 3822 w 4777"/>
                <a:gd name="csY1" fmla="*/ 3344 h 4777"/>
                <a:gd name="csX2" fmla="*/ 1911 w 4777"/>
                <a:gd name="csY2" fmla="*/ 4777 h 4777"/>
                <a:gd name="csX3" fmla="*/ 956 w 4777"/>
                <a:gd name="csY3" fmla="*/ 4777 h 4777"/>
                <a:gd name="csX4" fmla="*/ 956 w 4777"/>
                <a:gd name="csY4" fmla="*/ 4300 h 4777"/>
                <a:gd name="csX5" fmla="*/ 956 w 4777"/>
                <a:gd name="csY5" fmla="*/ 2866 h 4777"/>
                <a:gd name="csX6" fmla="*/ 0 w 4777"/>
                <a:gd name="csY6" fmla="*/ 956 h 4777"/>
                <a:gd name="csX7" fmla="*/ 1433 w 4777"/>
                <a:gd name="csY7" fmla="*/ 0 h 4777"/>
                <a:gd name="csX8" fmla="*/ 2389 w 4777"/>
                <a:gd name="csY8" fmla="*/ 0 h 4777"/>
                <a:gd name="csX9" fmla="*/ 2389 w 4777"/>
                <a:gd name="csY9" fmla="*/ 478 h 4777"/>
                <a:gd name="csX10" fmla="*/ 3344 w 4777"/>
                <a:gd name="csY10" fmla="*/ 1911 h 4777"/>
                <a:gd name="csX11" fmla="*/ 4300 w 4777"/>
                <a:gd name="csY11" fmla="*/ 2389 h 4777"/>
                <a:gd name="csX12" fmla="*/ 4777 w 4777"/>
                <a:gd name="csY12" fmla="*/ 286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77" h="4777">
                  <a:moveTo>
                    <a:pt x="4777" y="2866"/>
                  </a:moveTo>
                  <a:lnTo>
                    <a:pt x="3822" y="3344"/>
                  </a:lnTo>
                  <a:lnTo>
                    <a:pt x="1911" y="4777"/>
                  </a:lnTo>
                  <a:lnTo>
                    <a:pt x="956" y="4777"/>
                  </a:lnTo>
                  <a:lnTo>
                    <a:pt x="956" y="4300"/>
                  </a:lnTo>
                  <a:lnTo>
                    <a:pt x="956" y="2866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389" y="478"/>
                  </a:lnTo>
                  <a:lnTo>
                    <a:pt x="3344" y="1911"/>
                  </a:lnTo>
                  <a:lnTo>
                    <a:pt x="4300" y="2389"/>
                  </a:lnTo>
                  <a:lnTo>
                    <a:pt x="4777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9" name="Freeform 3168">
              <a:extLst>
                <a:ext uri="{FF2B5EF4-FFF2-40B4-BE49-F238E27FC236}">
                  <a16:creationId xmlns:a16="http://schemas.microsoft.com/office/drawing/2014/main" id="{EC622FF4-C281-F8E1-8093-17DBC570F6CC}"/>
                </a:ext>
              </a:extLst>
            </p:cNvPr>
            <p:cNvSpPr/>
            <p:nvPr/>
          </p:nvSpPr>
          <p:spPr>
            <a:xfrm>
              <a:off x="2563190" y="3353302"/>
              <a:ext cx="36785" cy="22931"/>
            </a:xfrm>
            <a:custGeom>
              <a:avLst/>
              <a:gdLst>
                <a:gd name="csX0" fmla="*/ 36307 w 36785"/>
                <a:gd name="csY0" fmla="*/ 15765 h 22931"/>
                <a:gd name="csX1" fmla="*/ 36785 w 36785"/>
                <a:gd name="csY1" fmla="*/ 17676 h 22931"/>
                <a:gd name="csX2" fmla="*/ 32963 w 36785"/>
                <a:gd name="csY2" fmla="*/ 18632 h 22931"/>
                <a:gd name="csX3" fmla="*/ 29619 w 36785"/>
                <a:gd name="csY3" fmla="*/ 18632 h 22931"/>
                <a:gd name="csX4" fmla="*/ 26753 w 36785"/>
                <a:gd name="csY4" fmla="*/ 20065 h 22931"/>
                <a:gd name="csX5" fmla="*/ 25797 w 36785"/>
                <a:gd name="csY5" fmla="*/ 21020 h 22931"/>
                <a:gd name="csX6" fmla="*/ 26275 w 36785"/>
                <a:gd name="csY6" fmla="*/ 22931 h 22931"/>
                <a:gd name="csX7" fmla="*/ 25797 w 36785"/>
                <a:gd name="csY7" fmla="*/ 22931 h 22931"/>
                <a:gd name="csX8" fmla="*/ 24842 w 36785"/>
                <a:gd name="csY8" fmla="*/ 22931 h 22931"/>
                <a:gd name="csX9" fmla="*/ 23409 w 36785"/>
                <a:gd name="csY9" fmla="*/ 21498 h 22931"/>
                <a:gd name="csX10" fmla="*/ 21976 w 36785"/>
                <a:gd name="csY10" fmla="*/ 20542 h 22931"/>
                <a:gd name="csX11" fmla="*/ 16243 w 36785"/>
                <a:gd name="csY11" fmla="*/ 19587 h 22931"/>
                <a:gd name="csX12" fmla="*/ 9077 w 36785"/>
                <a:gd name="csY12" fmla="*/ 15287 h 22931"/>
                <a:gd name="csX13" fmla="*/ 6210 w 36785"/>
                <a:gd name="csY13" fmla="*/ 14332 h 22931"/>
                <a:gd name="csX14" fmla="*/ 2866 w 36785"/>
                <a:gd name="csY14" fmla="*/ 10988 h 22931"/>
                <a:gd name="csX15" fmla="*/ 0 w 36785"/>
                <a:gd name="csY15" fmla="*/ 7166 h 22931"/>
                <a:gd name="csX16" fmla="*/ 1911 w 36785"/>
                <a:gd name="csY16" fmla="*/ 6211 h 22931"/>
                <a:gd name="csX17" fmla="*/ 3822 w 36785"/>
                <a:gd name="csY17" fmla="*/ 6211 h 22931"/>
                <a:gd name="csX18" fmla="*/ 11943 w 36785"/>
                <a:gd name="csY18" fmla="*/ 6688 h 22931"/>
                <a:gd name="csX19" fmla="*/ 12899 w 36785"/>
                <a:gd name="csY19" fmla="*/ 3822 h 22931"/>
                <a:gd name="csX20" fmla="*/ 14332 w 36785"/>
                <a:gd name="csY20" fmla="*/ 2866 h 22931"/>
                <a:gd name="csX21" fmla="*/ 16721 w 36785"/>
                <a:gd name="csY21" fmla="*/ 2389 h 22931"/>
                <a:gd name="csX22" fmla="*/ 19109 w 36785"/>
                <a:gd name="csY22" fmla="*/ 478 h 22931"/>
                <a:gd name="csX23" fmla="*/ 20065 w 36785"/>
                <a:gd name="csY23" fmla="*/ 478 h 22931"/>
                <a:gd name="csX24" fmla="*/ 21498 w 36785"/>
                <a:gd name="csY24" fmla="*/ 1433 h 22931"/>
                <a:gd name="csX25" fmla="*/ 23886 w 36785"/>
                <a:gd name="csY25" fmla="*/ 478 h 22931"/>
                <a:gd name="csX26" fmla="*/ 24842 w 36785"/>
                <a:gd name="csY26" fmla="*/ 0 h 22931"/>
                <a:gd name="csX27" fmla="*/ 25797 w 36785"/>
                <a:gd name="csY27" fmla="*/ 478 h 22931"/>
                <a:gd name="csX28" fmla="*/ 27708 w 36785"/>
                <a:gd name="csY28" fmla="*/ 2389 h 22931"/>
                <a:gd name="csX29" fmla="*/ 28664 w 36785"/>
                <a:gd name="csY29" fmla="*/ 2389 h 22931"/>
                <a:gd name="csX30" fmla="*/ 31530 w 36785"/>
                <a:gd name="csY30" fmla="*/ 1911 h 22931"/>
                <a:gd name="csX31" fmla="*/ 32963 w 36785"/>
                <a:gd name="csY31" fmla="*/ 2389 h 22931"/>
                <a:gd name="csX32" fmla="*/ 33919 w 36785"/>
                <a:gd name="csY32" fmla="*/ 3344 h 22931"/>
                <a:gd name="csX33" fmla="*/ 34397 w 36785"/>
                <a:gd name="csY33" fmla="*/ 4300 h 22931"/>
                <a:gd name="csX34" fmla="*/ 34874 w 36785"/>
                <a:gd name="csY34" fmla="*/ 6211 h 22931"/>
                <a:gd name="csX35" fmla="*/ 34397 w 36785"/>
                <a:gd name="csY35" fmla="*/ 8121 h 22931"/>
                <a:gd name="csX36" fmla="*/ 34397 w 36785"/>
                <a:gd name="csY36" fmla="*/ 10988 h 22931"/>
                <a:gd name="csX37" fmla="*/ 34397 w 36785"/>
                <a:gd name="csY37" fmla="*/ 11943 h 22931"/>
                <a:gd name="csX38" fmla="*/ 35830 w 36785"/>
                <a:gd name="csY38" fmla="*/ 13377 h 22931"/>
                <a:gd name="csX39" fmla="*/ 36307 w 36785"/>
                <a:gd name="csY39" fmla="*/ 15765 h 229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6785" h="22931">
                  <a:moveTo>
                    <a:pt x="36307" y="15765"/>
                  </a:moveTo>
                  <a:lnTo>
                    <a:pt x="36785" y="17676"/>
                  </a:lnTo>
                  <a:lnTo>
                    <a:pt x="32963" y="18632"/>
                  </a:lnTo>
                  <a:lnTo>
                    <a:pt x="29619" y="18632"/>
                  </a:lnTo>
                  <a:lnTo>
                    <a:pt x="26753" y="20065"/>
                  </a:lnTo>
                  <a:lnTo>
                    <a:pt x="25797" y="21020"/>
                  </a:lnTo>
                  <a:lnTo>
                    <a:pt x="26275" y="22931"/>
                  </a:lnTo>
                  <a:lnTo>
                    <a:pt x="25797" y="22931"/>
                  </a:lnTo>
                  <a:lnTo>
                    <a:pt x="24842" y="22931"/>
                  </a:lnTo>
                  <a:lnTo>
                    <a:pt x="23409" y="21498"/>
                  </a:lnTo>
                  <a:lnTo>
                    <a:pt x="21976" y="20542"/>
                  </a:lnTo>
                  <a:lnTo>
                    <a:pt x="16243" y="19587"/>
                  </a:lnTo>
                  <a:lnTo>
                    <a:pt x="9077" y="15287"/>
                  </a:lnTo>
                  <a:lnTo>
                    <a:pt x="6210" y="14332"/>
                  </a:lnTo>
                  <a:lnTo>
                    <a:pt x="2866" y="10988"/>
                  </a:lnTo>
                  <a:lnTo>
                    <a:pt x="0" y="7166"/>
                  </a:lnTo>
                  <a:lnTo>
                    <a:pt x="1911" y="6211"/>
                  </a:lnTo>
                  <a:lnTo>
                    <a:pt x="3822" y="6211"/>
                  </a:lnTo>
                  <a:lnTo>
                    <a:pt x="11943" y="6688"/>
                  </a:lnTo>
                  <a:lnTo>
                    <a:pt x="12899" y="3822"/>
                  </a:lnTo>
                  <a:lnTo>
                    <a:pt x="14332" y="2866"/>
                  </a:lnTo>
                  <a:lnTo>
                    <a:pt x="16721" y="2389"/>
                  </a:lnTo>
                  <a:lnTo>
                    <a:pt x="19109" y="478"/>
                  </a:lnTo>
                  <a:lnTo>
                    <a:pt x="20065" y="478"/>
                  </a:lnTo>
                  <a:lnTo>
                    <a:pt x="21498" y="1433"/>
                  </a:lnTo>
                  <a:lnTo>
                    <a:pt x="23886" y="478"/>
                  </a:lnTo>
                  <a:lnTo>
                    <a:pt x="24842" y="0"/>
                  </a:lnTo>
                  <a:lnTo>
                    <a:pt x="25797" y="478"/>
                  </a:lnTo>
                  <a:lnTo>
                    <a:pt x="27708" y="2389"/>
                  </a:lnTo>
                  <a:lnTo>
                    <a:pt x="28664" y="2389"/>
                  </a:lnTo>
                  <a:lnTo>
                    <a:pt x="31530" y="1911"/>
                  </a:lnTo>
                  <a:lnTo>
                    <a:pt x="32963" y="2389"/>
                  </a:lnTo>
                  <a:lnTo>
                    <a:pt x="33919" y="3344"/>
                  </a:lnTo>
                  <a:lnTo>
                    <a:pt x="34397" y="4300"/>
                  </a:lnTo>
                  <a:lnTo>
                    <a:pt x="34874" y="6211"/>
                  </a:lnTo>
                  <a:lnTo>
                    <a:pt x="34397" y="8121"/>
                  </a:lnTo>
                  <a:lnTo>
                    <a:pt x="34397" y="10988"/>
                  </a:lnTo>
                  <a:lnTo>
                    <a:pt x="34397" y="11943"/>
                  </a:lnTo>
                  <a:lnTo>
                    <a:pt x="35830" y="13377"/>
                  </a:lnTo>
                  <a:lnTo>
                    <a:pt x="36307" y="157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0" name="Freeform 3169">
              <a:extLst>
                <a:ext uri="{FF2B5EF4-FFF2-40B4-BE49-F238E27FC236}">
                  <a16:creationId xmlns:a16="http://schemas.microsoft.com/office/drawing/2014/main" id="{7C91C939-2AE8-DA76-6D1B-AB816FE88B95}"/>
                </a:ext>
              </a:extLst>
            </p:cNvPr>
            <p:cNvSpPr/>
            <p:nvPr/>
          </p:nvSpPr>
          <p:spPr>
            <a:xfrm>
              <a:off x="2589465" y="3562070"/>
              <a:ext cx="8599" cy="4777"/>
            </a:xfrm>
            <a:custGeom>
              <a:avLst/>
              <a:gdLst>
                <a:gd name="csX0" fmla="*/ 8121 w 8599"/>
                <a:gd name="csY0" fmla="*/ 2866 h 4777"/>
                <a:gd name="csX1" fmla="*/ 8599 w 8599"/>
                <a:gd name="csY1" fmla="*/ 3344 h 4777"/>
                <a:gd name="csX2" fmla="*/ 7644 w 8599"/>
                <a:gd name="csY2" fmla="*/ 3822 h 4777"/>
                <a:gd name="csX3" fmla="*/ 5255 w 8599"/>
                <a:gd name="csY3" fmla="*/ 4300 h 4777"/>
                <a:gd name="csX4" fmla="*/ 4777 w 8599"/>
                <a:gd name="csY4" fmla="*/ 4777 h 4777"/>
                <a:gd name="csX5" fmla="*/ 4300 w 8599"/>
                <a:gd name="csY5" fmla="*/ 4777 h 4777"/>
                <a:gd name="csX6" fmla="*/ 3822 w 8599"/>
                <a:gd name="csY6" fmla="*/ 4777 h 4777"/>
                <a:gd name="csX7" fmla="*/ 1433 w 8599"/>
                <a:gd name="csY7" fmla="*/ 4777 h 4777"/>
                <a:gd name="csX8" fmla="*/ 955 w 8599"/>
                <a:gd name="csY8" fmla="*/ 4777 h 4777"/>
                <a:gd name="csX9" fmla="*/ 478 w 8599"/>
                <a:gd name="csY9" fmla="*/ 2866 h 4777"/>
                <a:gd name="csX10" fmla="*/ 0 w 8599"/>
                <a:gd name="csY10" fmla="*/ 1911 h 4777"/>
                <a:gd name="csX11" fmla="*/ 478 w 8599"/>
                <a:gd name="csY11" fmla="*/ 956 h 4777"/>
                <a:gd name="csX12" fmla="*/ 1433 w 8599"/>
                <a:gd name="csY12" fmla="*/ 478 h 4777"/>
                <a:gd name="csX13" fmla="*/ 2866 w 8599"/>
                <a:gd name="csY13" fmla="*/ 0 h 4777"/>
                <a:gd name="csX14" fmla="*/ 4300 w 8599"/>
                <a:gd name="csY14" fmla="*/ 0 h 4777"/>
                <a:gd name="csX15" fmla="*/ 7166 w 8599"/>
                <a:gd name="csY15" fmla="*/ 1911 h 4777"/>
                <a:gd name="csX16" fmla="*/ 8121 w 8599"/>
                <a:gd name="csY16" fmla="*/ 286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599" h="4777">
                  <a:moveTo>
                    <a:pt x="8121" y="2866"/>
                  </a:moveTo>
                  <a:lnTo>
                    <a:pt x="8599" y="3344"/>
                  </a:lnTo>
                  <a:lnTo>
                    <a:pt x="7644" y="3822"/>
                  </a:lnTo>
                  <a:lnTo>
                    <a:pt x="5255" y="4300"/>
                  </a:lnTo>
                  <a:lnTo>
                    <a:pt x="4777" y="4777"/>
                  </a:lnTo>
                  <a:lnTo>
                    <a:pt x="4300" y="4777"/>
                  </a:lnTo>
                  <a:lnTo>
                    <a:pt x="3822" y="4777"/>
                  </a:lnTo>
                  <a:lnTo>
                    <a:pt x="1433" y="4777"/>
                  </a:lnTo>
                  <a:lnTo>
                    <a:pt x="955" y="4777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433" y="478"/>
                  </a:lnTo>
                  <a:lnTo>
                    <a:pt x="2866" y="0"/>
                  </a:lnTo>
                  <a:lnTo>
                    <a:pt x="4300" y="0"/>
                  </a:lnTo>
                  <a:lnTo>
                    <a:pt x="7166" y="1911"/>
                  </a:lnTo>
                  <a:lnTo>
                    <a:pt x="812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1" name="Freeform 3170">
              <a:extLst>
                <a:ext uri="{FF2B5EF4-FFF2-40B4-BE49-F238E27FC236}">
                  <a16:creationId xmlns:a16="http://schemas.microsoft.com/office/drawing/2014/main" id="{BFD2FCBB-F7AE-F965-5801-E6FACAA0A0A1}"/>
                </a:ext>
              </a:extLst>
            </p:cNvPr>
            <p:cNvSpPr/>
            <p:nvPr/>
          </p:nvSpPr>
          <p:spPr>
            <a:xfrm>
              <a:off x="2588987" y="3112049"/>
              <a:ext cx="6210" cy="4777"/>
            </a:xfrm>
            <a:custGeom>
              <a:avLst/>
              <a:gdLst>
                <a:gd name="csX0" fmla="*/ 6210 w 6210"/>
                <a:gd name="csY0" fmla="*/ 0 h 4777"/>
                <a:gd name="csX1" fmla="*/ 6210 w 6210"/>
                <a:gd name="csY1" fmla="*/ 478 h 4777"/>
                <a:gd name="csX2" fmla="*/ 3822 w 6210"/>
                <a:gd name="csY2" fmla="*/ 2389 h 4777"/>
                <a:gd name="csX3" fmla="*/ 478 w 6210"/>
                <a:gd name="csY3" fmla="*/ 4777 h 4777"/>
                <a:gd name="csX4" fmla="*/ 0 w 6210"/>
                <a:gd name="csY4" fmla="*/ 4777 h 4777"/>
                <a:gd name="csX5" fmla="*/ 0 w 6210"/>
                <a:gd name="csY5" fmla="*/ 4300 h 4777"/>
                <a:gd name="csX6" fmla="*/ 2389 w 6210"/>
                <a:gd name="csY6" fmla="*/ 2389 h 4777"/>
                <a:gd name="csX7" fmla="*/ 6210 w 6210"/>
                <a:gd name="csY7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4777">
                  <a:moveTo>
                    <a:pt x="6210" y="0"/>
                  </a:moveTo>
                  <a:lnTo>
                    <a:pt x="6210" y="478"/>
                  </a:lnTo>
                  <a:lnTo>
                    <a:pt x="3822" y="2389"/>
                  </a:lnTo>
                  <a:lnTo>
                    <a:pt x="478" y="4777"/>
                  </a:lnTo>
                  <a:lnTo>
                    <a:pt x="0" y="4777"/>
                  </a:lnTo>
                  <a:lnTo>
                    <a:pt x="0" y="4300"/>
                  </a:lnTo>
                  <a:lnTo>
                    <a:pt x="2389" y="2389"/>
                  </a:lnTo>
                  <a:lnTo>
                    <a:pt x="62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2" name="Freeform 3171">
              <a:extLst>
                <a:ext uri="{FF2B5EF4-FFF2-40B4-BE49-F238E27FC236}">
                  <a16:creationId xmlns:a16="http://schemas.microsoft.com/office/drawing/2014/main" id="{6755AD66-B750-43D7-7051-82414C22377A}"/>
                </a:ext>
              </a:extLst>
            </p:cNvPr>
            <p:cNvSpPr/>
            <p:nvPr/>
          </p:nvSpPr>
          <p:spPr>
            <a:xfrm>
              <a:off x="2586599" y="3573058"/>
              <a:ext cx="3344" cy="3821"/>
            </a:xfrm>
            <a:custGeom>
              <a:avLst/>
              <a:gdLst>
                <a:gd name="csX0" fmla="*/ 2866 w 3344"/>
                <a:gd name="csY0" fmla="*/ 0 h 3821"/>
                <a:gd name="csX1" fmla="*/ 3344 w 3344"/>
                <a:gd name="csY1" fmla="*/ 478 h 3821"/>
                <a:gd name="csX2" fmla="*/ 2389 w 3344"/>
                <a:gd name="csY2" fmla="*/ 1911 h 3821"/>
                <a:gd name="csX3" fmla="*/ 1433 w 3344"/>
                <a:gd name="csY3" fmla="*/ 2866 h 3821"/>
                <a:gd name="csX4" fmla="*/ 956 w 3344"/>
                <a:gd name="csY4" fmla="*/ 3822 h 3821"/>
                <a:gd name="csX5" fmla="*/ 478 w 3344"/>
                <a:gd name="csY5" fmla="*/ 3822 h 3821"/>
                <a:gd name="csX6" fmla="*/ 0 w 3344"/>
                <a:gd name="csY6" fmla="*/ 3344 h 3821"/>
                <a:gd name="csX7" fmla="*/ 0 w 3344"/>
                <a:gd name="csY7" fmla="*/ 2389 h 3821"/>
                <a:gd name="csX8" fmla="*/ 478 w 3344"/>
                <a:gd name="csY8" fmla="*/ 1911 h 3821"/>
                <a:gd name="csX9" fmla="*/ 1433 w 3344"/>
                <a:gd name="csY9" fmla="*/ 956 h 3821"/>
                <a:gd name="csX10" fmla="*/ 1911 w 3344"/>
                <a:gd name="csY10" fmla="*/ 478 h 3821"/>
                <a:gd name="csX11" fmla="*/ 2866 w 3344"/>
                <a:gd name="csY11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4" h="3821">
                  <a:moveTo>
                    <a:pt x="2866" y="0"/>
                  </a:moveTo>
                  <a:lnTo>
                    <a:pt x="3344" y="478"/>
                  </a:lnTo>
                  <a:lnTo>
                    <a:pt x="2389" y="1911"/>
                  </a:lnTo>
                  <a:lnTo>
                    <a:pt x="1433" y="2866"/>
                  </a:lnTo>
                  <a:lnTo>
                    <a:pt x="956" y="3822"/>
                  </a:lnTo>
                  <a:lnTo>
                    <a:pt x="478" y="3822"/>
                  </a:lnTo>
                  <a:lnTo>
                    <a:pt x="0" y="3344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1433" y="956"/>
                  </a:lnTo>
                  <a:lnTo>
                    <a:pt x="1911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3" name="Freeform 3172">
              <a:extLst>
                <a:ext uri="{FF2B5EF4-FFF2-40B4-BE49-F238E27FC236}">
                  <a16:creationId xmlns:a16="http://schemas.microsoft.com/office/drawing/2014/main" id="{DAA711E1-DE7E-EC65-B2AC-FC4AB0B34030}"/>
                </a:ext>
              </a:extLst>
            </p:cNvPr>
            <p:cNvSpPr/>
            <p:nvPr/>
          </p:nvSpPr>
          <p:spPr>
            <a:xfrm>
              <a:off x="2556024" y="3568281"/>
              <a:ext cx="31052" cy="22931"/>
            </a:xfrm>
            <a:custGeom>
              <a:avLst/>
              <a:gdLst>
                <a:gd name="csX0" fmla="*/ 31052 w 31052"/>
                <a:gd name="csY0" fmla="*/ 2389 h 22931"/>
                <a:gd name="csX1" fmla="*/ 29619 w 31052"/>
                <a:gd name="csY1" fmla="*/ 4300 h 22931"/>
                <a:gd name="csX2" fmla="*/ 26275 w 31052"/>
                <a:gd name="csY2" fmla="*/ 6688 h 22931"/>
                <a:gd name="csX3" fmla="*/ 24842 w 31052"/>
                <a:gd name="csY3" fmla="*/ 8599 h 22931"/>
                <a:gd name="csX4" fmla="*/ 24842 w 31052"/>
                <a:gd name="csY4" fmla="*/ 9555 h 22931"/>
                <a:gd name="csX5" fmla="*/ 28186 w 31052"/>
                <a:gd name="csY5" fmla="*/ 8599 h 22931"/>
                <a:gd name="csX6" fmla="*/ 29142 w 31052"/>
                <a:gd name="csY6" fmla="*/ 9077 h 22931"/>
                <a:gd name="csX7" fmla="*/ 29619 w 31052"/>
                <a:gd name="csY7" fmla="*/ 9555 h 22931"/>
                <a:gd name="csX8" fmla="*/ 28664 w 31052"/>
                <a:gd name="csY8" fmla="*/ 10032 h 22931"/>
                <a:gd name="csX9" fmla="*/ 26753 w 31052"/>
                <a:gd name="csY9" fmla="*/ 10988 h 22931"/>
                <a:gd name="csX10" fmla="*/ 25320 w 31052"/>
                <a:gd name="csY10" fmla="*/ 12421 h 22931"/>
                <a:gd name="csX11" fmla="*/ 21976 w 31052"/>
                <a:gd name="csY11" fmla="*/ 14332 h 22931"/>
                <a:gd name="csX12" fmla="*/ 20542 w 31052"/>
                <a:gd name="csY12" fmla="*/ 16243 h 22931"/>
                <a:gd name="csX13" fmla="*/ 18631 w 31052"/>
                <a:gd name="csY13" fmla="*/ 17198 h 22931"/>
                <a:gd name="csX14" fmla="*/ 16721 w 31052"/>
                <a:gd name="csY14" fmla="*/ 17198 h 22931"/>
                <a:gd name="csX15" fmla="*/ 12899 w 31052"/>
                <a:gd name="csY15" fmla="*/ 18154 h 22931"/>
                <a:gd name="csX16" fmla="*/ 10510 w 31052"/>
                <a:gd name="csY16" fmla="*/ 19587 h 22931"/>
                <a:gd name="csX17" fmla="*/ 10032 w 31052"/>
                <a:gd name="csY17" fmla="*/ 20065 h 22931"/>
                <a:gd name="csX18" fmla="*/ 9077 w 31052"/>
                <a:gd name="csY18" fmla="*/ 20542 h 22931"/>
                <a:gd name="csX19" fmla="*/ 8121 w 31052"/>
                <a:gd name="csY19" fmla="*/ 20542 h 22931"/>
                <a:gd name="csX20" fmla="*/ 7166 w 31052"/>
                <a:gd name="csY20" fmla="*/ 21020 h 22931"/>
                <a:gd name="csX21" fmla="*/ 6210 w 31052"/>
                <a:gd name="csY21" fmla="*/ 21976 h 22931"/>
                <a:gd name="csX22" fmla="*/ 5733 w 31052"/>
                <a:gd name="csY22" fmla="*/ 22453 h 22931"/>
                <a:gd name="csX23" fmla="*/ 4300 w 31052"/>
                <a:gd name="csY23" fmla="*/ 22453 h 22931"/>
                <a:gd name="csX24" fmla="*/ 3344 w 31052"/>
                <a:gd name="csY24" fmla="*/ 22931 h 22931"/>
                <a:gd name="csX25" fmla="*/ 2866 w 31052"/>
                <a:gd name="csY25" fmla="*/ 22931 h 22931"/>
                <a:gd name="csX26" fmla="*/ 478 w 31052"/>
                <a:gd name="csY26" fmla="*/ 21498 h 22931"/>
                <a:gd name="csX27" fmla="*/ 0 w 31052"/>
                <a:gd name="csY27" fmla="*/ 21020 h 22931"/>
                <a:gd name="csX28" fmla="*/ 1911 w 31052"/>
                <a:gd name="csY28" fmla="*/ 19587 h 22931"/>
                <a:gd name="csX29" fmla="*/ 3344 w 31052"/>
                <a:gd name="csY29" fmla="*/ 19109 h 22931"/>
                <a:gd name="csX30" fmla="*/ 5255 w 31052"/>
                <a:gd name="csY30" fmla="*/ 18632 h 22931"/>
                <a:gd name="csX31" fmla="*/ 7644 w 31052"/>
                <a:gd name="csY31" fmla="*/ 17198 h 22931"/>
                <a:gd name="csX32" fmla="*/ 11943 w 31052"/>
                <a:gd name="csY32" fmla="*/ 15765 h 22931"/>
                <a:gd name="csX33" fmla="*/ 13376 w 31052"/>
                <a:gd name="csY33" fmla="*/ 14810 h 22931"/>
                <a:gd name="csX34" fmla="*/ 13854 w 31052"/>
                <a:gd name="csY34" fmla="*/ 11466 h 22931"/>
                <a:gd name="csX35" fmla="*/ 15287 w 31052"/>
                <a:gd name="csY35" fmla="*/ 10988 h 22931"/>
                <a:gd name="csX36" fmla="*/ 15765 w 31052"/>
                <a:gd name="csY36" fmla="*/ 9555 h 22931"/>
                <a:gd name="csX37" fmla="*/ 18154 w 31052"/>
                <a:gd name="csY37" fmla="*/ 9555 h 22931"/>
                <a:gd name="csX38" fmla="*/ 19109 w 31052"/>
                <a:gd name="csY38" fmla="*/ 10988 h 22931"/>
                <a:gd name="csX39" fmla="*/ 19587 w 31052"/>
                <a:gd name="csY39" fmla="*/ 11466 h 22931"/>
                <a:gd name="csX40" fmla="*/ 19587 w 31052"/>
                <a:gd name="csY40" fmla="*/ 10988 h 22931"/>
                <a:gd name="csX41" fmla="*/ 19587 w 31052"/>
                <a:gd name="csY41" fmla="*/ 10032 h 22931"/>
                <a:gd name="csX42" fmla="*/ 21020 w 31052"/>
                <a:gd name="csY42" fmla="*/ 9077 h 22931"/>
                <a:gd name="csX43" fmla="*/ 20542 w 31052"/>
                <a:gd name="csY43" fmla="*/ 8599 h 22931"/>
                <a:gd name="csX44" fmla="*/ 18154 w 31052"/>
                <a:gd name="csY44" fmla="*/ 7644 h 22931"/>
                <a:gd name="csX45" fmla="*/ 16243 w 31052"/>
                <a:gd name="csY45" fmla="*/ 7166 h 22931"/>
                <a:gd name="csX46" fmla="*/ 15287 w 31052"/>
                <a:gd name="csY46" fmla="*/ 7166 h 22931"/>
                <a:gd name="csX47" fmla="*/ 14332 w 31052"/>
                <a:gd name="csY47" fmla="*/ 6688 h 22931"/>
                <a:gd name="csX48" fmla="*/ 13854 w 31052"/>
                <a:gd name="csY48" fmla="*/ 5733 h 22931"/>
                <a:gd name="csX49" fmla="*/ 13376 w 31052"/>
                <a:gd name="csY49" fmla="*/ 5255 h 22931"/>
                <a:gd name="csX50" fmla="*/ 13376 w 31052"/>
                <a:gd name="csY50" fmla="*/ 4300 h 22931"/>
                <a:gd name="csX51" fmla="*/ 14332 w 31052"/>
                <a:gd name="csY51" fmla="*/ 2866 h 22931"/>
                <a:gd name="csX52" fmla="*/ 15287 w 31052"/>
                <a:gd name="csY52" fmla="*/ 1911 h 22931"/>
                <a:gd name="csX53" fmla="*/ 16243 w 31052"/>
                <a:gd name="csY53" fmla="*/ 1433 h 22931"/>
                <a:gd name="csX54" fmla="*/ 19109 w 31052"/>
                <a:gd name="csY54" fmla="*/ 956 h 22931"/>
                <a:gd name="csX55" fmla="*/ 21020 w 31052"/>
                <a:gd name="csY55" fmla="*/ 0 h 22931"/>
                <a:gd name="csX56" fmla="*/ 22453 w 31052"/>
                <a:gd name="csY56" fmla="*/ 0 h 22931"/>
                <a:gd name="csX57" fmla="*/ 23409 w 31052"/>
                <a:gd name="csY57" fmla="*/ 478 h 22931"/>
                <a:gd name="csX58" fmla="*/ 23409 w 31052"/>
                <a:gd name="csY58" fmla="*/ 3344 h 22931"/>
                <a:gd name="csX59" fmla="*/ 24364 w 31052"/>
                <a:gd name="csY59" fmla="*/ 4777 h 22931"/>
                <a:gd name="csX60" fmla="*/ 25797 w 31052"/>
                <a:gd name="csY60" fmla="*/ 3822 h 22931"/>
                <a:gd name="csX61" fmla="*/ 26753 w 31052"/>
                <a:gd name="csY61" fmla="*/ 2389 h 22931"/>
                <a:gd name="csX62" fmla="*/ 27708 w 31052"/>
                <a:gd name="csY62" fmla="*/ 956 h 22931"/>
                <a:gd name="csX63" fmla="*/ 28186 w 31052"/>
                <a:gd name="csY63" fmla="*/ 0 h 22931"/>
                <a:gd name="csX64" fmla="*/ 29142 w 31052"/>
                <a:gd name="csY64" fmla="*/ 956 h 22931"/>
                <a:gd name="csX65" fmla="*/ 31052 w 31052"/>
                <a:gd name="csY65" fmla="*/ 2389 h 229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31052" h="22931">
                  <a:moveTo>
                    <a:pt x="31052" y="2389"/>
                  </a:moveTo>
                  <a:lnTo>
                    <a:pt x="29619" y="4300"/>
                  </a:lnTo>
                  <a:lnTo>
                    <a:pt x="26275" y="6688"/>
                  </a:lnTo>
                  <a:lnTo>
                    <a:pt x="24842" y="8599"/>
                  </a:lnTo>
                  <a:lnTo>
                    <a:pt x="24842" y="9555"/>
                  </a:lnTo>
                  <a:lnTo>
                    <a:pt x="28186" y="8599"/>
                  </a:lnTo>
                  <a:lnTo>
                    <a:pt x="29142" y="9077"/>
                  </a:lnTo>
                  <a:lnTo>
                    <a:pt x="29619" y="9555"/>
                  </a:lnTo>
                  <a:lnTo>
                    <a:pt x="28664" y="10032"/>
                  </a:lnTo>
                  <a:lnTo>
                    <a:pt x="26753" y="10988"/>
                  </a:lnTo>
                  <a:lnTo>
                    <a:pt x="25320" y="12421"/>
                  </a:lnTo>
                  <a:lnTo>
                    <a:pt x="21976" y="14332"/>
                  </a:lnTo>
                  <a:lnTo>
                    <a:pt x="20542" y="16243"/>
                  </a:lnTo>
                  <a:lnTo>
                    <a:pt x="18631" y="17198"/>
                  </a:lnTo>
                  <a:lnTo>
                    <a:pt x="16721" y="17198"/>
                  </a:lnTo>
                  <a:lnTo>
                    <a:pt x="12899" y="18154"/>
                  </a:lnTo>
                  <a:lnTo>
                    <a:pt x="10510" y="19587"/>
                  </a:lnTo>
                  <a:lnTo>
                    <a:pt x="10032" y="20065"/>
                  </a:lnTo>
                  <a:lnTo>
                    <a:pt x="9077" y="20542"/>
                  </a:lnTo>
                  <a:lnTo>
                    <a:pt x="8121" y="20542"/>
                  </a:lnTo>
                  <a:lnTo>
                    <a:pt x="7166" y="21020"/>
                  </a:lnTo>
                  <a:lnTo>
                    <a:pt x="6210" y="21976"/>
                  </a:lnTo>
                  <a:lnTo>
                    <a:pt x="5733" y="22453"/>
                  </a:lnTo>
                  <a:lnTo>
                    <a:pt x="4300" y="22453"/>
                  </a:lnTo>
                  <a:lnTo>
                    <a:pt x="3344" y="22931"/>
                  </a:lnTo>
                  <a:lnTo>
                    <a:pt x="2866" y="22931"/>
                  </a:lnTo>
                  <a:lnTo>
                    <a:pt x="478" y="21498"/>
                  </a:lnTo>
                  <a:lnTo>
                    <a:pt x="0" y="21020"/>
                  </a:lnTo>
                  <a:lnTo>
                    <a:pt x="1911" y="19587"/>
                  </a:lnTo>
                  <a:lnTo>
                    <a:pt x="3344" y="19109"/>
                  </a:lnTo>
                  <a:lnTo>
                    <a:pt x="5255" y="18632"/>
                  </a:lnTo>
                  <a:lnTo>
                    <a:pt x="7644" y="17198"/>
                  </a:lnTo>
                  <a:lnTo>
                    <a:pt x="11943" y="15765"/>
                  </a:lnTo>
                  <a:lnTo>
                    <a:pt x="13376" y="14810"/>
                  </a:lnTo>
                  <a:lnTo>
                    <a:pt x="13854" y="11466"/>
                  </a:lnTo>
                  <a:lnTo>
                    <a:pt x="15287" y="10988"/>
                  </a:lnTo>
                  <a:lnTo>
                    <a:pt x="15765" y="9555"/>
                  </a:lnTo>
                  <a:lnTo>
                    <a:pt x="18154" y="9555"/>
                  </a:lnTo>
                  <a:lnTo>
                    <a:pt x="19109" y="10988"/>
                  </a:lnTo>
                  <a:lnTo>
                    <a:pt x="19587" y="11466"/>
                  </a:lnTo>
                  <a:lnTo>
                    <a:pt x="19587" y="10988"/>
                  </a:lnTo>
                  <a:lnTo>
                    <a:pt x="19587" y="10032"/>
                  </a:lnTo>
                  <a:lnTo>
                    <a:pt x="21020" y="9077"/>
                  </a:lnTo>
                  <a:lnTo>
                    <a:pt x="20542" y="8599"/>
                  </a:lnTo>
                  <a:lnTo>
                    <a:pt x="18154" y="7644"/>
                  </a:lnTo>
                  <a:lnTo>
                    <a:pt x="16243" y="7166"/>
                  </a:lnTo>
                  <a:lnTo>
                    <a:pt x="15287" y="7166"/>
                  </a:lnTo>
                  <a:lnTo>
                    <a:pt x="14332" y="6688"/>
                  </a:lnTo>
                  <a:lnTo>
                    <a:pt x="13854" y="5733"/>
                  </a:lnTo>
                  <a:lnTo>
                    <a:pt x="13376" y="5255"/>
                  </a:lnTo>
                  <a:lnTo>
                    <a:pt x="13376" y="4300"/>
                  </a:lnTo>
                  <a:lnTo>
                    <a:pt x="14332" y="2866"/>
                  </a:lnTo>
                  <a:lnTo>
                    <a:pt x="15287" y="1911"/>
                  </a:lnTo>
                  <a:lnTo>
                    <a:pt x="16243" y="1433"/>
                  </a:lnTo>
                  <a:lnTo>
                    <a:pt x="19109" y="956"/>
                  </a:lnTo>
                  <a:lnTo>
                    <a:pt x="21020" y="0"/>
                  </a:lnTo>
                  <a:lnTo>
                    <a:pt x="22453" y="0"/>
                  </a:lnTo>
                  <a:lnTo>
                    <a:pt x="23409" y="478"/>
                  </a:lnTo>
                  <a:lnTo>
                    <a:pt x="23409" y="3344"/>
                  </a:lnTo>
                  <a:lnTo>
                    <a:pt x="24364" y="4777"/>
                  </a:lnTo>
                  <a:lnTo>
                    <a:pt x="25797" y="3822"/>
                  </a:lnTo>
                  <a:lnTo>
                    <a:pt x="26753" y="2389"/>
                  </a:lnTo>
                  <a:lnTo>
                    <a:pt x="27708" y="956"/>
                  </a:lnTo>
                  <a:lnTo>
                    <a:pt x="28186" y="0"/>
                  </a:lnTo>
                  <a:lnTo>
                    <a:pt x="29142" y="956"/>
                  </a:lnTo>
                  <a:lnTo>
                    <a:pt x="31052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4" name="Freeform 3173">
              <a:extLst>
                <a:ext uri="{FF2B5EF4-FFF2-40B4-BE49-F238E27FC236}">
                  <a16:creationId xmlns:a16="http://schemas.microsoft.com/office/drawing/2014/main" id="{035CF010-5250-1457-31E7-588D3204000A}"/>
                </a:ext>
              </a:extLst>
            </p:cNvPr>
            <p:cNvSpPr/>
            <p:nvPr/>
          </p:nvSpPr>
          <p:spPr>
            <a:xfrm>
              <a:off x="2530704" y="3582135"/>
              <a:ext cx="25319" cy="21975"/>
            </a:xfrm>
            <a:custGeom>
              <a:avLst/>
              <a:gdLst>
                <a:gd name="csX0" fmla="*/ 24842 w 25319"/>
                <a:gd name="csY0" fmla="*/ 1433 h 21975"/>
                <a:gd name="csX1" fmla="*/ 25320 w 25319"/>
                <a:gd name="csY1" fmla="*/ 1911 h 21975"/>
                <a:gd name="csX2" fmla="*/ 24364 w 25319"/>
                <a:gd name="csY2" fmla="*/ 3822 h 21975"/>
                <a:gd name="csX3" fmla="*/ 23886 w 25319"/>
                <a:gd name="csY3" fmla="*/ 5255 h 21975"/>
                <a:gd name="csX4" fmla="*/ 21976 w 25319"/>
                <a:gd name="csY4" fmla="*/ 6210 h 21975"/>
                <a:gd name="csX5" fmla="*/ 16243 w 25319"/>
                <a:gd name="csY5" fmla="*/ 9555 h 21975"/>
                <a:gd name="csX6" fmla="*/ 14332 w 25319"/>
                <a:gd name="csY6" fmla="*/ 11943 h 21975"/>
                <a:gd name="csX7" fmla="*/ 12421 w 25319"/>
                <a:gd name="csY7" fmla="*/ 14332 h 21975"/>
                <a:gd name="csX8" fmla="*/ 11466 w 25319"/>
                <a:gd name="csY8" fmla="*/ 15765 h 21975"/>
                <a:gd name="csX9" fmla="*/ 10510 w 25319"/>
                <a:gd name="csY9" fmla="*/ 15765 h 21975"/>
                <a:gd name="csX10" fmla="*/ 9555 w 25319"/>
                <a:gd name="csY10" fmla="*/ 16243 h 21975"/>
                <a:gd name="csX11" fmla="*/ 7644 w 25319"/>
                <a:gd name="csY11" fmla="*/ 18154 h 21975"/>
                <a:gd name="csX12" fmla="*/ 6688 w 25319"/>
                <a:gd name="csY12" fmla="*/ 18154 h 21975"/>
                <a:gd name="csX13" fmla="*/ 478 w 25319"/>
                <a:gd name="csY13" fmla="*/ 21975 h 21975"/>
                <a:gd name="csX14" fmla="*/ 0 w 25319"/>
                <a:gd name="csY14" fmla="*/ 21975 h 21975"/>
                <a:gd name="csX15" fmla="*/ 0 w 25319"/>
                <a:gd name="csY15" fmla="*/ 21020 h 21975"/>
                <a:gd name="csX16" fmla="*/ 1911 w 25319"/>
                <a:gd name="csY16" fmla="*/ 19587 h 21975"/>
                <a:gd name="csX17" fmla="*/ 3344 w 25319"/>
                <a:gd name="csY17" fmla="*/ 18154 h 21975"/>
                <a:gd name="csX18" fmla="*/ 4777 w 25319"/>
                <a:gd name="csY18" fmla="*/ 16243 h 21975"/>
                <a:gd name="csX19" fmla="*/ 5733 w 25319"/>
                <a:gd name="csY19" fmla="*/ 15287 h 21975"/>
                <a:gd name="csX20" fmla="*/ 5733 w 25319"/>
                <a:gd name="csY20" fmla="*/ 14332 h 21975"/>
                <a:gd name="csX21" fmla="*/ 6210 w 25319"/>
                <a:gd name="csY21" fmla="*/ 12421 h 21975"/>
                <a:gd name="csX22" fmla="*/ 6210 w 25319"/>
                <a:gd name="csY22" fmla="*/ 11465 h 21975"/>
                <a:gd name="csX23" fmla="*/ 7644 w 25319"/>
                <a:gd name="csY23" fmla="*/ 10032 h 21975"/>
                <a:gd name="csX24" fmla="*/ 8599 w 25319"/>
                <a:gd name="csY24" fmla="*/ 9077 h 21975"/>
                <a:gd name="csX25" fmla="*/ 10032 w 25319"/>
                <a:gd name="csY25" fmla="*/ 8599 h 21975"/>
                <a:gd name="csX26" fmla="*/ 12899 w 25319"/>
                <a:gd name="csY26" fmla="*/ 9077 h 21975"/>
                <a:gd name="csX27" fmla="*/ 13854 w 25319"/>
                <a:gd name="csY27" fmla="*/ 8121 h 21975"/>
                <a:gd name="csX28" fmla="*/ 14332 w 25319"/>
                <a:gd name="csY28" fmla="*/ 7644 h 21975"/>
                <a:gd name="csX29" fmla="*/ 13376 w 25319"/>
                <a:gd name="csY29" fmla="*/ 7166 h 21975"/>
                <a:gd name="csX30" fmla="*/ 13376 w 25319"/>
                <a:gd name="csY30" fmla="*/ 6210 h 21975"/>
                <a:gd name="csX31" fmla="*/ 13376 w 25319"/>
                <a:gd name="csY31" fmla="*/ 4300 h 21975"/>
                <a:gd name="csX32" fmla="*/ 14332 w 25319"/>
                <a:gd name="csY32" fmla="*/ 2866 h 21975"/>
                <a:gd name="csX33" fmla="*/ 15765 w 25319"/>
                <a:gd name="csY33" fmla="*/ 1433 h 21975"/>
                <a:gd name="csX34" fmla="*/ 17676 w 25319"/>
                <a:gd name="csY34" fmla="*/ 478 h 21975"/>
                <a:gd name="csX35" fmla="*/ 20065 w 25319"/>
                <a:gd name="csY35" fmla="*/ 0 h 21975"/>
                <a:gd name="csX36" fmla="*/ 21498 w 25319"/>
                <a:gd name="csY36" fmla="*/ 0 h 21975"/>
                <a:gd name="csX37" fmla="*/ 24842 w 25319"/>
                <a:gd name="csY37" fmla="*/ 1433 h 21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5319" h="21975">
                  <a:moveTo>
                    <a:pt x="24842" y="1433"/>
                  </a:moveTo>
                  <a:lnTo>
                    <a:pt x="25320" y="1911"/>
                  </a:lnTo>
                  <a:lnTo>
                    <a:pt x="24364" y="3822"/>
                  </a:lnTo>
                  <a:lnTo>
                    <a:pt x="23886" y="5255"/>
                  </a:lnTo>
                  <a:lnTo>
                    <a:pt x="21976" y="6210"/>
                  </a:lnTo>
                  <a:lnTo>
                    <a:pt x="16243" y="9555"/>
                  </a:lnTo>
                  <a:lnTo>
                    <a:pt x="14332" y="11943"/>
                  </a:lnTo>
                  <a:lnTo>
                    <a:pt x="12421" y="14332"/>
                  </a:lnTo>
                  <a:lnTo>
                    <a:pt x="11466" y="15765"/>
                  </a:lnTo>
                  <a:lnTo>
                    <a:pt x="10510" y="15765"/>
                  </a:lnTo>
                  <a:lnTo>
                    <a:pt x="9555" y="16243"/>
                  </a:lnTo>
                  <a:lnTo>
                    <a:pt x="7644" y="18154"/>
                  </a:lnTo>
                  <a:lnTo>
                    <a:pt x="6688" y="18154"/>
                  </a:lnTo>
                  <a:lnTo>
                    <a:pt x="478" y="21975"/>
                  </a:lnTo>
                  <a:lnTo>
                    <a:pt x="0" y="21975"/>
                  </a:lnTo>
                  <a:lnTo>
                    <a:pt x="0" y="21020"/>
                  </a:lnTo>
                  <a:lnTo>
                    <a:pt x="1911" y="19587"/>
                  </a:lnTo>
                  <a:lnTo>
                    <a:pt x="3344" y="18154"/>
                  </a:lnTo>
                  <a:lnTo>
                    <a:pt x="4777" y="16243"/>
                  </a:lnTo>
                  <a:lnTo>
                    <a:pt x="5733" y="15287"/>
                  </a:lnTo>
                  <a:lnTo>
                    <a:pt x="5733" y="14332"/>
                  </a:lnTo>
                  <a:lnTo>
                    <a:pt x="6210" y="12421"/>
                  </a:lnTo>
                  <a:lnTo>
                    <a:pt x="6210" y="11465"/>
                  </a:lnTo>
                  <a:lnTo>
                    <a:pt x="7644" y="10032"/>
                  </a:lnTo>
                  <a:lnTo>
                    <a:pt x="8599" y="9077"/>
                  </a:lnTo>
                  <a:lnTo>
                    <a:pt x="10032" y="8599"/>
                  </a:lnTo>
                  <a:lnTo>
                    <a:pt x="12899" y="9077"/>
                  </a:lnTo>
                  <a:lnTo>
                    <a:pt x="13854" y="8121"/>
                  </a:lnTo>
                  <a:lnTo>
                    <a:pt x="14332" y="7644"/>
                  </a:lnTo>
                  <a:lnTo>
                    <a:pt x="13376" y="7166"/>
                  </a:lnTo>
                  <a:lnTo>
                    <a:pt x="13376" y="6210"/>
                  </a:lnTo>
                  <a:lnTo>
                    <a:pt x="13376" y="4300"/>
                  </a:lnTo>
                  <a:lnTo>
                    <a:pt x="14332" y="2866"/>
                  </a:lnTo>
                  <a:lnTo>
                    <a:pt x="15765" y="1433"/>
                  </a:lnTo>
                  <a:lnTo>
                    <a:pt x="17676" y="478"/>
                  </a:lnTo>
                  <a:lnTo>
                    <a:pt x="20065" y="0"/>
                  </a:lnTo>
                  <a:lnTo>
                    <a:pt x="21498" y="0"/>
                  </a:lnTo>
                  <a:lnTo>
                    <a:pt x="2484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5" name="Freeform 3174">
              <a:extLst>
                <a:ext uri="{FF2B5EF4-FFF2-40B4-BE49-F238E27FC236}">
                  <a16:creationId xmlns:a16="http://schemas.microsoft.com/office/drawing/2014/main" id="{C3E09275-1307-7AAF-8354-4530C3A8BC2B}"/>
                </a:ext>
              </a:extLst>
            </p:cNvPr>
            <p:cNvSpPr/>
            <p:nvPr/>
          </p:nvSpPr>
          <p:spPr>
            <a:xfrm>
              <a:off x="5917328" y="3883104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" name="Freeform 3175">
              <a:extLst>
                <a:ext uri="{FF2B5EF4-FFF2-40B4-BE49-F238E27FC236}">
                  <a16:creationId xmlns:a16="http://schemas.microsoft.com/office/drawing/2014/main" id="{0777846F-3E51-A30F-7A20-1704FC309D90}"/>
                </a:ext>
              </a:extLst>
            </p:cNvPr>
            <p:cNvSpPr/>
            <p:nvPr/>
          </p:nvSpPr>
          <p:spPr>
            <a:xfrm>
              <a:off x="6906228" y="4246179"/>
              <a:ext cx="89813" cy="42040"/>
            </a:xfrm>
            <a:custGeom>
              <a:avLst/>
              <a:gdLst>
                <a:gd name="csX0" fmla="*/ 478 w 89813"/>
                <a:gd name="csY0" fmla="*/ 39651 h 42040"/>
                <a:gd name="csX1" fmla="*/ 478 w 89813"/>
                <a:gd name="csY1" fmla="*/ 38696 h 42040"/>
                <a:gd name="csX2" fmla="*/ 0 w 89813"/>
                <a:gd name="csY2" fmla="*/ 36307 h 42040"/>
                <a:gd name="csX3" fmla="*/ 0 w 89813"/>
                <a:gd name="csY3" fmla="*/ 35830 h 42040"/>
                <a:gd name="csX4" fmla="*/ 956 w 89813"/>
                <a:gd name="csY4" fmla="*/ 34397 h 42040"/>
                <a:gd name="csX5" fmla="*/ 1433 w 89813"/>
                <a:gd name="csY5" fmla="*/ 35352 h 42040"/>
                <a:gd name="csX6" fmla="*/ 1911 w 89813"/>
                <a:gd name="csY6" fmla="*/ 36307 h 42040"/>
                <a:gd name="csX7" fmla="*/ 3344 w 89813"/>
                <a:gd name="csY7" fmla="*/ 35830 h 42040"/>
                <a:gd name="csX8" fmla="*/ 4300 w 89813"/>
                <a:gd name="csY8" fmla="*/ 36307 h 42040"/>
                <a:gd name="csX9" fmla="*/ 4777 w 89813"/>
                <a:gd name="csY9" fmla="*/ 39651 h 42040"/>
                <a:gd name="csX10" fmla="*/ 5733 w 89813"/>
                <a:gd name="csY10" fmla="*/ 41085 h 42040"/>
                <a:gd name="csX11" fmla="*/ 6688 w 89813"/>
                <a:gd name="csY11" fmla="*/ 41563 h 42040"/>
                <a:gd name="csX12" fmla="*/ 10988 w 89813"/>
                <a:gd name="csY12" fmla="*/ 42040 h 42040"/>
                <a:gd name="csX13" fmla="*/ 13854 w 89813"/>
                <a:gd name="csY13" fmla="*/ 41563 h 42040"/>
                <a:gd name="csX14" fmla="*/ 19109 w 89813"/>
                <a:gd name="csY14" fmla="*/ 39174 h 42040"/>
                <a:gd name="csX15" fmla="*/ 21498 w 89813"/>
                <a:gd name="csY15" fmla="*/ 38218 h 42040"/>
                <a:gd name="csX16" fmla="*/ 29141 w 89813"/>
                <a:gd name="csY16" fmla="*/ 38218 h 42040"/>
                <a:gd name="csX17" fmla="*/ 35352 w 89813"/>
                <a:gd name="csY17" fmla="*/ 39174 h 42040"/>
                <a:gd name="csX18" fmla="*/ 44429 w 89813"/>
                <a:gd name="csY18" fmla="*/ 39651 h 42040"/>
                <a:gd name="csX19" fmla="*/ 46340 w 89813"/>
                <a:gd name="csY19" fmla="*/ 39651 h 42040"/>
                <a:gd name="csX20" fmla="*/ 51117 w 89813"/>
                <a:gd name="csY20" fmla="*/ 37740 h 42040"/>
                <a:gd name="csX21" fmla="*/ 54461 w 89813"/>
                <a:gd name="csY21" fmla="*/ 36307 h 42040"/>
                <a:gd name="csX22" fmla="*/ 56372 w 89813"/>
                <a:gd name="csY22" fmla="*/ 35830 h 42040"/>
                <a:gd name="csX23" fmla="*/ 57328 w 89813"/>
                <a:gd name="csY23" fmla="*/ 33919 h 42040"/>
                <a:gd name="csX24" fmla="*/ 58283 w 89813"/>
                <a:gd name="csY24" fmla="*/ 32008 h 42040"/>
                <a:gd name="csX25" fmla="*/ 59239 w 89813"/>
                <a:gd name="csY25" fmla="*/ 30575 h 42040"/>
                <a:gd name="csX26" fmla="*/ 60194 w 89813"/>
                <a:gd name="csY26" fmla="*/ 30097 h 42040"/>
                <a:gd name="csX27" fmla="*/ 60672 w 89813"/>
                <a:gd name="csY27" fmla="*/ 29141 h 42040"/>
                <a:gd name="csX28" fmla="*/ 61627 w 89813"/>
                <a:gd name="csY28" fmla="*/ 27231 h 42040"/>
                <a:gd name="csX29" fmla="*/ 63061 w 89813"/>
                <a:gd name="csY29" fmla="*/ 25320 h 42040"/>
                <a:gd name="csX30" fmla="*/ 70227 w 89813"/>
                <a:gd name="csY30" fmla="*/ 20542 h 42040"/>
                <a:gd name="csX31" fmla="*/ 74526 w 89813"/>
                <a:gd name="csY31" fmla="*/ 16721 h 42040"/>
                <a:gd name="csX32" fmla="*/ 74526 w 89813"/>
                <a:gd name="csY32" fmla="*/ 15287 h 42040"/>
                <a:gd name="csX33" fmla="*/ 76914 w 89813"/>
                <a:gd name="csY33" fmla="*/ 13376 h 42040"/>
                <a:gd name="csX34" fmla="*/ 78825 w 89813"/>
                <a:gd name="csY34" fmla="*/ 11465 h 42040"/>
                <a:gd name="csX35" fmla="*/ 86947 w 89813"/>
                <a:gd name="csY35" fmla="*/ 5255 h 42040"/>
                <a:gd name="csX36" fmla="*/ 88380 w 89813"/>
                <a:gd name="csY36" fmla="*/ 2866 h 42040"/>
                <a:gd name="csX37" fmla="*/ 89813 w 89813"/>
                <a:gd name="csY37" fmla="*/ 478 h 42040"/>
                <a:gd name="csX38" fmla="*/ 89813 w 89813"/>
                <a:gd name="csY38" fmla="*/ 0 h 42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89813" h="42040">
                  <a:moveTo>
                    <a:pt x="478" y="39651"/>
                  </a:moveTo>
                  <a:lnTo>
                    <a:pt x="478" y="38696"/>
                  </a:lnTo>
                  <a:lnTo>
                    <a:pt x="0" y="36307"/>
                  </a:lnTo>
                  <a:lnTo>
                    <a:pt x="0" y="35830"/>
                  </a:lnTo>
                  <a:lnTo>
                    <a:pt x="956" y="34397"/>
                  </a:lnTo>
                  <a:lnTo>
                    <a:pt x="1433" y="35352"/>
                  </a:lnTo>
                  <a:lnTo>
                    <a:pt x="1911" y="36307"/>
                  </a:lnTo>
                  <a:lnTo>
                    <a:pt x="3344" y="35830"/>
                  </a:lnTo>
                  <a:lnTo>
                    <a:pt x="4300" y="36307"/>
                  </a:lnTo>
                  <a:lnTo>
                    <a:pt x="4777" y="39651"/>
                  </a:lnTo>
                  <a:lnTo>
                    <a:pt x="5733" y="41085"/>
                  </a:lnTo>
                  <a:lnTo>
                    <a:pt x="6688" y="41563"/>
                  </a:lnTo>
                  <a:lnTo>
                    <a:pt x="10988" y="42040"/>
                  </a:lnTo>
                  <a:lnTo>
                    <a:pt x="13854" y="41563"/>
                  </a:lnTo>
                  <a:lnTo>
                    <a:pt x="19109" y="39174"/>
                  </a:lnTo>
                  <a:lnTo>
                    <a:pt x="21498" y="38218"/>
                  </a:lnTo>
                  <a:lnTo>
                    <a:pt x="29141" y="38218"/>
                  </a:lnTo>
                  <a:lnTo>
                    <a:pt x="35352" y="39174"/>
                  </a:lnTo>
                  <a:lnTo>
                    <a:pt x="44429" y="39651"/>
                  </a:lnTo>
                  <a:lnTo>
                    <a:pt x="46340" y="39651"/>
                  </a:lnTo>
                  <a:lnTo>
                    <a:pt x="51117" y="37740"/>
                  </a:lnTo>
                  <a:lnTo>
                    <a:pt x="54461" y="36307"/>
                  </a:lnTo>
                  <a:lnTo>
                    <a:pt x="56372" y="35830"/>
                  </a:lnTo>
                  <a:lnTo>
                    <a:pt x="57328" y="33919"/>
                  </a:lnTo>
                  <a:lnTo>
                    <a:pt x="58283" y="32008"/>
                  </a:lnTo>
                  <a:lnTo>
                    <a:pt x="59239" y="30575"/>
                  </a:lnTo>
                  <a:lnTo>
                    <a:pt x="60194" y="30097"/>
                  </a:lnTo>
                  <a:lnTo>
                    <a:pt x="60672" y="29141"/>
                  </a:lnTo>
                  <a:lnTo>
                    <a:pt x="61627" y="27231"/>
                  </a:lnTo>
                  <a:lnTo>
                    <a:pt x="63061" y="25320"/>
                  </a:lnTo>
                  <a:lnTo>
                    <a:pt x="70227" y="20542"/>
                  </a:lnTo>
                  <a:lnTo>
                    <a:pt x="74526" y="16721"/>
                  </a:lnTo>
                  <a:lnTo>
                    <a:pt x="74526" y="15287"/>
                  </a:lnTo>
                  <a:lnTo>
                    <a:pt x="76914" y="13376"/>
                  </a:lnTo>
                  <a:lnTo>
                    <a:pt x="78825" y="11465"/>
                  </a:lnTo>
                  <a:lnTo>
                    <a:pt x="86947" y="5255"/>
                  </a:lnTo>
                  <a:lnTo>
                    <a:pt x="88380" y="2866"/>
                  </a:lnTo>
                  <a:lnTo>
                    <a:pt x="89813" y="478"/>
                  </a:lnTo>
                  <a:lnTo>
                    <a:pt x="8981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7" name="Freeform 3176">
              <a:extLst>
                <a:ext uri="{FF2B5EF4-FFF2-40B4-BE49-F238E27FC236}">
                  <a16:creationId xmlns:a16="http://schemas.microsoft.com/office/drawing/2014/main" id="{6785A64B-1051-6171-83CA-B414A49F6CC9}"/>
                </a:ext>
              </a:extLst>
            </p:cNvPr>
            <p:cNvSpPr/>
            <p:nvPr/>
          </p:nvSpPr>
          <p:spPr>
            <a:xfrm>
              <a:off x="6908617" y="4288219"/>
              <a:ext cx="10988" cy="12898"/>
            </a:xfrm>
            <a:custGeom>
              <a:avLst/>
              <a:gdLst>
                <a:gd name="csX0" fmla="*/ 10988 w 10988"/>
                <a:gd name="csY0" fmla="*/ 12899 h 12898"/>
                <a:gd name="csX1" fmla="*/ 10032 w 10988"/>
                <a:gd name="csY1" fmla="*/ 11466 h 12898"/>
                <a:gd name="csX2" fmla="*/ 8599 w 10988"/>
                <a:gd name="csY2" fmla="*/ 10032 h 12898"/>
                <a:gd name="csX3" fmla="*/ 7644 w 10988"/>
                <a:gd name="csY3" fmla="*/ 9077 h 12898"/>
                <a:gd name="csX4" fmla="*/ 6688 w 10988"/>
                <a:gd name="csY4" fmla="*/ 7644 h 12898"/>
                <a:gd name="csX5" fmla="*/ 5733 w 10988"/>
                <a:gd name="csY5" fmla="*/ 6210 h 12898"/>
                <a:gd name="csX6" fmla="*/ 4300 w 10988"/>
                <a:gd name="csY6" fmla="*/ 5255 h 12898"/>
                <a:gd name="csX7" fmla="*/ 3344 w 10988"/>
                <a:gd name="csY7" fmla="*/ 3822 h 12898"/>
                <a:gd name="csX8" fmla="*/ 2389 w 10988"/>
                <a:gd name="csY8" fmla="*/ 2389 h 12898"/>
                <a:gd name="csX9" fmla="*/ 1433 w 10988"/>
                <a:gd name="csY9" fmla="*/ 956 h 12898"/>
                <a:gd name="csX10" fmla="*/ 0 w 10988"/>
                <a:gd name="csY10" fmla="*/ 0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0988" h="12898">
                  <a:moveTo>
                    <a:pt x="10988" y="12899"/>
                  </a:moveTo>
                  <a:lnTo>
                    <a:pt x="10032" y="11466"/>
                  </a:lnTo>
                  <a:lnTo>
                    <a:pt x="8599" y="10032"/>
                  </a:lnTo>
                  <a:lnTo>
                    <a:pt x="7644" y="9077"/>
                  </a:lnTo>
                  <a:lnTo>
                    <a:pt x="6688" y="7644"/>
                  </a:lnTo>
                  <a:lnTo>
                    <a:pt x="5733" y="6210"/>
                  </a:lnTo>
                  <a:lnTo>
                    <a:pt x="4300" y="5255"/>
                  </a:lnTo>
                  <a:lnTo>
                    <a:pt x="3344" y="3822"/>
                  </a:lnTo>
                  <a:lnTo>
                    <a:pt x="2389" y="2389"/>
                  </a:lnTo>
                  <a:lnTo>
                    <a:pt x="1433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" name="Freeform 3177">
              <a:extLst>
                <a:ext uri="{FF2B5EF4-FFF2-40B4-BE49-F238E27FC236}">
                  <a16:creationId xmlns:a16="http://schemas.microsoft.com/office/drawing/2014/main" id="{9241FC36-A637-B136-FDD3-8BC87C9C3390}"/>
                </a:ext>
              </a:extLst>
            </p:cNvPr>
            <p:cNvSpPr/>
            <p:nvPr/>
          </p:nvSpPr>
          <p:spPr>
            <a:xfrm>
              <a:off x="6920560" y="4302551"/>
              <a:ext cx="2388" cy="2388"/>
            </a:xfrm>
            <a:custGeom>
              <a:avLst/>
              <a:gdLst>
                <a:gd name="csX0" fmla="*/ 2389 w 2388"/>
                <a:gd name="csY0" fmla="*/ 2389 h 2388"/>
                <a:gd name="csX1" fmla="*/ 1433 w 2388"/>
                <a:gd name="csY1" fmla="*/ 956 h 2388"/>
                <a:gd name="csX2" fmla="*/ 0 w 2388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2388">
                  <a:moveTo>
                    <a:pt x="2389" y="2389"/>
                  </a:moveTo>
                  <a:lnTo>
                    <a:pt x="1433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9" name="Freeform 3178">
              <a:extLst>
                <a:ext uri="{FF2B5EF4-FFF2-40B4-BE49-F238E27FC236}">
                  <a16:creationId xmlns:a16="http://schemas.microsoft.com/office/drawing/2014/main" id="{2811A189-A299-2D65-DB5A-38D0FDFE2693}"/>
                </a:ext>
              </a:extLst>
            </p:cNvPr>
            <p:cNvSpPr/>
            <p:nvPr/>
          </p:nvSpPr>
          <p:spPr>
            <a:xfrm>
              <a:off x="6922949" y="4304939"/>
              <a:ext cx="2866" cy="3344"/>
            </a:xfrm>
            <a:custGeom>
              <a:avLst/>
              <a:gdLst>
                <a:gd name="csX0" fmla="*/ 2866 w 2866"/>
                <a:gd name="csY0" fmla="*/ 3344 h 3344"/>
                <a:gd name="csX1" fmla="*/ 1911 w 2866"/>
                <a:gd name="csY1" fmla="*/ 2389 h 3344"/>
                <a:gd name="csX2" fmla="*/ 956 w 2866"/>
                <a:gd name="csY2" fmla="*/ 1433 h 3344"/>
                <a:gd name="csX3" fmla="*/ 0 w 2866"/>
                <a:gd name="csY3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3344">
                  <a:moveTo>
                    <a:pt x="2866" y="3344"/>
                  </a:moveTo>
                  <a:lnTo>
                    <a:pt x="1911" y="2389"/>
                  </a:lnTo>
                  <a:lnTo>
                    <a:pt x="956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0" name="Freeform 3179">
              <a:extLst>
                <a:ext uri="{FF2B5EF4-FFF2-40B4-BE49-F238E27FC236}">
                  <a16:creationId xmlns:a16="http://schemas.microsoft.com/office/drawing/2014/main" id="{88AB2759-05D1-4F0E-1856-95006939B002}"/>
                </a:ext>
              </a:extLst>
            </p:cNvPr>
            <p:cNvSpPr/>
            <p:nvPr/>
          </p:nvSpPr>
          <p:spPr>
            <a:xfrm>
              <a:off x="6932025" y="4309239"/>
              <a:ext cx="6688" cy="955"/>
            </a:xfrm>
            <a:custGeom>
              <a:avLst/>
              <a:gdLst>
                <a:gd name="csX0" fmla="*/ 6688 w 6688"/>
                <a:gd name="csY0" fmla="*/ 955 h 955"/>
                <a:gd name="csX1" fmla="*/ 2866 w 6688"/>
                <a:gd name="csY1" fmla="*/ 478 h 955"/>
                <a:gd name="csX2" fmla="*/ 0 w 6688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88" h="955">
                  <a:moveTo>
                    <a:pt x="6688" y="955"/>
                  </a:moveTo>
                  <a:lnTo>
                    <a:pt x="2866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1" name="Freeform 3180">
              <a:extLst>
                <a:ext uri="{FF2B5EF4-FFF2-40B4-BE49-F238E27FC236}">
                  <a16:creationId xmlns:a16="http://schemas.microsoft.com/office/drawing/2014/main" id="{C875F548-FE60-6EC0-803C-2A01900A8E1A}"/>
                </a:ext>
              </a:extLst>
            </p:cNvPr>
            <p:cNvSpPr/>
            <p:nvPr/>
          </p:nvSpPr>
          <p:spPr>
            <a:xfrm>
              <a:off x="6946835" y="4311150"/>
              <a:ext cx="8599" cy="955"/>
            </a:xfrm>
            <a:custGeom>
              <a:avLst/>
              <a:gdLst>
                <a:gd name="csX0" fmla="*/ 8599 w 8599"/>
                <a:gd name="csY0" fmla="*/ 956 h 955"/>
                <a:gd name="csX1" fmla="*/ 4300 w 8599"/>
                <a:gd name="csY1" fmla="*/ 478 h 955"/>
                <a:gd name="csX2" fmla="*/ 0 w 8599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599" h="955">
                  <a:moveTo>
                    <a:pt x="8599" y="956"/>
                  </a:moveTo>
                  <a:lnTo>
                    <a:pt x="4300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" name="Freeform 3181">
              <a:extLst>
                <a:ext uri="{FF2B5EF4-FFF2-40B4-BE49-F238E27FC236}">
                  <a16:creationId xmlns:a16="http://schemas.microsoft.com/office/drawing/2014/main" id="{FE14AA5D-6CA9-79F0-6491-19630563831D}"/>
                </a:ext>
              </a:extLst>
            </p:cNvPr>
            <p:cNvSpPr/>
            <p:nvPr/>
          </p:nvSpPr>
          <p:spPr>
            <a:xfrm>
              <a:off x="6964033" y="4313061"/>
              <a:ext cx="6688" cy="955"/>
            </a:xfrm>
            <a:custGeom>
              <a:avLst/>
              <a:gdLst>
                <a:gd name="csX0" fmla="*/ 6688 w 6688"/>
                <a:gd name="csY0" fmla="*/ 956 h 955"/>
                <a:gd name="csX1" fmla="*/ 3344 w 6688"/>
                <a:gd name="csY1" fmla="*/ 478 h 955"/>
                <a:gd name="csX2" fmla="*/ 0 w 6688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88" h="955">
                  <a:moveTo>
                    <a:pt x="6688" y="956"/>
                  </a:moveTo>
                  <a:lnTo>
                    <a:pt x="3344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3" name="Freeform 3182">
              <a:extLst>
                <a:ext uri="{FF2B5EF4-FFF2-40B4-BE49-F238E27FC236}">
                  <a16:creationId xmlns:a16="http://schemas.microsoft.com/office/drawing/2014/main" id="{EB7DE1B8-19D0-F54C-C7D8-91954EFDC06B}"/>
                </a:ext>
              </a:extLst>
            </p:cNvPr>
            <p:cNvSpPr/>
            <p:nvPr/>
          </p:nvSpPr>
          <p:spPr>
            <a:xfrm>
              <a:off x="6978365" y="4293474"/>
              <a:ext cx="5733" cy="19587"/>
            </a:xfrm>
            <a:custGeom>
              <a:avLst/>
              <a:gdLst>
                <a:gd name="csX0" fmla="*/ 5733 w 5733"/>
                <a:gd name="csY0" fmla="*/ 0 h 19587"/>
                <a:gd name="csX1" fmla="*/ 5255 w 5733"/>
                <a:gd name="csY1" fmla="*/ 1433 h 19587"/>
                <a:gd name="csX2" fmla="*/ 4300 w 5733"/>
                <a:gd name="csY2" fmla="*/ 3344 h 19587"/>
                <a:gd name="csX3" fmla="*/ 2867 w 5733"/>
                <a:gd name="csY3" fmla="*/ 6211 h 19587"/>
                <a:gd name="csX4" fmla="*/ 1433 w 5733"/>
                <a:gd name="csY4" fmla="*/ 10032 h 19587"/>
                <a:gd name="csX5" fmla="*/ 0 w 5733"/>
                <a:gd name="csY5" fmla="*/ 12899 h 19587"/>
                <a:gd name="csX6" fmla="*/ 0 w 5733"/>
                <a:gd name="csY6" fmla="*/ 15287 h 19587"/>
                <a:gd name="csX7" fmla="*/ 0 w 5733"/>
                <a:gd name="csY7" fmla="*/ 16721 h 19587"/>
                <a:gd name="csX8" fmla="*/ 0 w 5733"/>
                <a:gd name="csY8" fmla="*/ 19587 h 195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3" h="19587">
                  <a:moveTo>
                    <a:pt x="5733" y="0"/>
                  </a:moveTo>
                  <a:lnTo>
                    <a:pt x="5255" y="1433"/>
                  </a:lnTo>
                  <a:lnTo>
                    <a:pt x="4300" y="3344"/>
                  </a:lnTo>
                  <a:lnTo>
                    <a:pt x="2867" y="6211"/>
                  </a:lnTo>
                  <a:lnTo>
                    <a:pt x="1433" y="10032"/>
                  </a:lnTo>
                  <a:lnTo>
                    <a:pt x="0" y="12899"/>
                  </a:lnTo>
                  <a:lnTo>
                    <a:pt x="0" y="15287"/>
                  </a:lnTo>
                  <a:lnTo>
                    <a:pt x="0" y="16721"/>
                  </a:lnTo>
                  <a:lnTo>
                    <a:pt x="0" y="1958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4" name="Freeform 3183">
              <a:extLst>
                <a:ext uri="{FF2B5EF4-FFF2-40B4-BE49-F238E27FC236}">
                  <a16:creationId xmlns:a16="http://schemas.microsoft.com/office/drawing/2014/main" id="{E96F613A-5A81-FD5C-05CB-3958BC079062}"/>
                </a:ext>
              </a:extLst>
            </p:cNvPr>
            <p:cNvSpPr/>
            <p:nvPr/>
          </p:nvSpPr>
          <p:spPr>
            <a:xfrm>
              <a:off x="6984098" y="4289174"/>
              <a:ext cx="955" cy="3344"/>
            </a:xfrm>
            <a:custGeom>
              <a:avLst/>
              <a:gdLst>
                <a:gd name="csX0" fmla="*/ 0 w 955"/>
                <a:gd name="csY0" fmla="*/ 0 h 3344"/>
                <a:gd name="csX1" fmla="*/ 0 w 955"/>
                <a:gd name="csY1" fmla="*/ 0 h 3344"/>
                <a:gd name="csX2" fmla="*/ 478 w 955"/>
                <a:gd name="csY2" fmla="*/ 478 h 3344"/>
                <a:gd name="csX3" fmla="*/ 955 w 955"/>
                <a:gd name="csY3" fmla="*/ 1911 h 3344"/>
                <a:gd name="csX4" fmla="*/ 478 w 955"/>
                <a:gd name="csY4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3344">
                  <a:moveTo>
                    <a:pt x="0" y="0"/>
                  </a:moveTo>
                  <a:lnTo>
                    <a:pt x="0" y="0"/>
                  </a:lnTo>
                  <a:lnTo>
                    <a:pt x="478" y="478"/>
                  </a:lnTo>
                  <a:lnTo>
                    <a:pt x="955" y="1911"/>
                  </a:lnTo>
                  <a:lnTo>
                    <a:pt x="478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5" name="Freeform 3184">
              <a:extLst>
                <a:ext uri="{FF2B5EF4-FFF2-40B4-BE49-F238E27FC236}">
                  <a16:creationId xmlns:a16="http://schemas.microsoft.com/office/drawing/2014/main" id="{6FDDA162-BDA8-12F9-54F0-0F7C0944E04F}"/>
                </a:ext>
              </a:extLst>
            </p:cNvPr>
            <p:cNvSpPr/>
            <p:nvPr/>
          </p:nvSpPr>
          <p:spPr>
            <a:xfrm>
              <a:off x="6992697" y="4282964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6 w 955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6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" name="Freeform 3185">
              <a:extLst>
                <a:ext uri="{FF2B5EF4-FFF2-40B4-BE49-F238E27FC236}">
                  <a16:creationId xmlns:a16="http://schemas.microsoft.com/office/drawing/2014/main" id="{20861CDE-8529-7825-399D-72532727A2E1}"/>
                </a:ext>
              </a:extLst>
            </p:cNvPr>
            <p:cNvSpPr/>
            <p:nvPr/>
          </p:nvSpPr>
          <p:spPr>
            <a:xfrm>
              <a:off x="6989353" y="4277709"/>
              <a:ext cx="955" cy="4777"/>
            </a:xfrm>
            <a:custGeom>
              <a:avLst/>
              <a:gdLst>
                <a:gd name="csX0" fmla="*/ 478 w 955"/>
                <a:gd name="csY0" fmla="*/ 0 h 4777"/>
                <a:gd name="csX1" fmla="*/ 478 w 955"/>
                <a:gd name="csY1" fmla="*/ 1433 h 4777"/>
                <a:gd name="csX2" fmla="*/ 955 w 955"/>
                <a:gd name="csY2" fmla="*/ 1911 h 4777"/>
                <a:gd name="csX3" fmla="*/ 955 w 955"/>
                <a:gd name="csY3" fmla="*/ 2867 h 4777"/>
                <a:gd name="csX4" fmla="*/ 0 w 955"/>
                <a:gd name="csY4" fmla="*/ 4777 h 4777"/>
                <a:gd name="csX5" fmla="*/ 0 w 955"/>
                <a:gd name="csY5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4777">
                  <a:moveTo>
                    <a:pt x="478" y="0"/>
                  </a:moveTo>
                  <a:lnTo>
                    <a:pt x="478" y="1433"/>
                  </a:lnTo>
                  <a:lnTo>
                    <a:pt x="955" y="1911"/>
                  </a:lnTo>
                  <a:lnTo>
                    <a:pt x="955" y="2867"/>
                  </a:lnTo>
                  <a:lnTo>
                    <a:pt x="0" y="4777"/>
                  </a:lnTo>
                  <a:lnTo>
                    <a:pt x="0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7" name="Freeform 3186">
              <a:extLst>
                <a:ext uri="{FF2B5EF4-FFF2-40B4-BE49-F238E27FC236}">
                  <a16:creationId xmlns:a16="http://schemas.microsoft.com/office/drawing/2014/main" id="{077683CA-D6F5-03C0-3573-1B21E6FCD9D9}"/>
                </a:ext>
              </a:extLst>
            </p:cNvPr>
            <p:cNvSpPr/>
            <p:nvPr/>
          </p:nvSpPr>
          <p:spPr>
            <a:xfrm>
              <a:off x="6989831" y="4270065"/>
              <a:ext cx="477" cy="5732"/>
            </a:xfrm>
            <a:custGeom>
              <a:avLst/>
              <a:gdLst>
                <a:gd name="csX0" fmla="*/ 478 w 477"/>
                <a:gd name="csY0" fmla="*/ 0 h 5732"/>
                <a:gd name="csX1" fmla="*/ 478 w 477"/>
                <a:gd name="csY1" fmla="*/ 0 h 5732"/>
                <a:gd name="csX2" fmla="*/ 478 w 477"/>
                <a:gd name="csY2" fmla="*/ 1911 h 5732"/>
                <a:gd name="csX3" fmla="*/ 478 w 477"/>
                <a:gd name="csY3" fmla="*/ 3822 h 5732"/>
                <a:gd name="csX4" fmla="*/ 478 w 477"/>
                <a:gd name="csY4" fmla="*/ 4777 h 5732"/>
                <a:gd name="csX5" fmla="*/ 0 w 477"/>
                <a:gd name="csY5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5732">
                  <a:moveTo>
                    <a:pt x="478" y="0"/>
                  </a:moveTo>
                  <a:lnTo>
                    <a:pt x="478" y="0"/>
                  </a:lnTo>
                  <a:lnTo>
                    <a:pt x="478" y="1911"/>
                  </a:lnTo>
                  <a:lnTo>
                    <a:pt x="478" y="3822"/>
                  </a:lnTo>
                  <a:lnTo>
                    <a:pt x="478" y="4777"/>
                  </a:lnTo>
                  <a:lnTo>
                    <a:pt x="0" y="57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" name="Freeform 3187">
              <a:extLst>
                <a:ext uri="{FF2B5EF4-FFF2-40B4-BE49-F238E27FC236}">
                  <a16:creationId xmlns:a16="http://schemas.microsoft.com/office/drawing/2014/main" id="{F3D897D9-DDA8-C84D-375D-B4F34B47E3C7}"/>
                </a:ext>
              </a:extLst>
            </p:cNvPr>
            <p:cNvSpPr/>
            <p:nvPr/>
          </p:nvSpPr>
          <p:spPr>
            <a:xfrm>
              <a:off x="6999385" y="4268154"/>
              <a:ext cx="1911" cy="1911"/>
            </a:xfrm>
            <a:custGeom>
              <a:avLst/>
              <a:gdLst>
                <a:gd name="csX0" fmla="*/ 1911 w 1911"/>
                <a:gd name="csY0" fmla="*/ 0 h 1911"/>
                <a:gd name="csX1" fmla="*/ 956 w 1911"/>
                <a:gd name="csY1" fmla="*/ 956 h 1911"/>
                <a:gd name="csX2" fmla="*/ 0 w 1911"/>
                <a:gd name="csY2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1911">
                  <a:moveTo>
                    <a:pt x="1911" y="0"/>
                  </a:moveTo>
                  <a:lnTo>
                    <a:pt x="956" y="956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9" name="Freeform 3188">
              <a:extLst>
                <a:ext uri="{FF2B5EF4-FFF2-40B4-BE49-F238E27FC236}">
                  <a16:creationId xmlns:a16="http://schemas.microsoft.com/office/drawing/2014/main" id="{BDBBF7B3-EDBB-D163-67BC-ADE43014C5A8}"/>
                </a:ext>
              </a:extLst>
            </p:cNvPr>
            <p:cNvSpPr/>
            <p:nvPr/>
          </p:nvSpPr>
          <p:spPr>
            <a:xfrm>
              <a:off x="7000341" y="4254300"/>
              <a:ext cx="1432" cy="13853"/>
            </a:xfrm>
            <a:custGeom>
              <a:avLst/>
              <a:gdLst>
                <a:gd name="csX0" fmla="*/ 0 w 1432"/>
                <a:gd name="csY0" fmla="*/ 0 h 13853"/>
                <a:gd name="csX1" fmla="*/ 955 w 1432"/>
                <a:gd name="csY1" fmla="*/ 1911 h 13853"/>
                <a:gd name="csX2" fmla="*/ 1433 w 1432"/>
                <a:gd name="csY2" fmla="*/ 12898 h 13853"/>
                <a:gd name="csX3" fmla="*/ 1433 w 1432"/>
                <a:gd name="csY3" fmla="*/ 13854 h 13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13853">
                  <a:moveTo>
                    <a:pt x="0" y="0"/>
                  </a:moveTo>
                  <a:lnTo>
                    <a:pt x="955" y="1911"/>
                  </a:lnTo>
                  <a:lnTo>
                    <a:pt x="1433" y="12898"/>
                  </a:lnTo>
                  <a:lnTo>
                    <a:pt x="1433" y="1385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0" name="Freeform 3189">
              <a:extLst>
                <a:ext uri="{FF2B5EF4-FFF2-40B4-BE49-F238E27FC236}">
                  <a16:creationId xmlns:a16="http://schemas.microsoft.com/office/drawing/2014/main" id="{EAFFC284-BA9C-CD0C-6B1B-BC46CF74CDEC}"/>
                </a:ext>
              </a:extLst>
            </p:cNvPr>
            <p:cNvSpPr/>
            <p:nvPr/>
          </p:nvSpPr>
          <p:spPr>
            <a:xfrm>
              <a:off x="6961167" y="4277231"/>
              <a:ext cx="2866" cy="1910"/>
            </a:xfrm>
            <a:custGeom>
              <a:avLst/>
              <a:gdLst>
                <a:gd name="csX0" fmla="*/ 2866 w 2866"/>
                <a:gd name="csY0" fmla="*/ 1433 h 1910"/>
                <a:gd name="csX1" fmla="*/ 2389 w 2866"/>
                <a:gd name="csY1" fmla="*/ 1911 h 1910"/>
                <a:gd name="csX2" fmla="*/ 1911 w 2866"/>
                <a:gd name="csY2" fmla="*/ 1911 h 1910"/>
                <a:gd name="csX3" fmla="*/ 478 w 2866"/>
                <a:gd name="csY3" fmla="*/ 1433 h 1910"/>
                <a:gd name="csX4" fmla="*/ 0 w 2866"/>
                <a:gd name="csY4" fmla="*/ 956 h 1910"/>
                <a:gd name="csX5" fmla="*/ 956 w 2866"/>
                <a:gd name="csY5" fmla="*/ 0 h 1910"/>
                <a:gd name="csX6" fmla="*/ 1433 w 2866"/>
                <a:gd name="csY6" fmla="*/ 0 h 1910"/>
                <a:gd name="csX7" fmla="*/ 1911 w 2866"/>
                <a:gd name="csY7" fmla="*/ 956 h 1910"/>
                <a:gd name="csX8" fmla="*/ 2866 w 2866"/>
                <a:gd name="csY8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1910">
                  <a:moveTo>
                    <a:pt x="2866" y="1433"/>
                  </a:moveTo>
                  <a:lnTo>
                    <a:pt x="2389" y="1911"/>
                  </a:lnTo>
                  <a:lnTo>
                    <a:pt x="1911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1911" y="956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1" name="Freeform 3190">
              <a:extLst>
                <a:ext uri="{FF2B5EF4-FFF2-40B4-BE49-F238E27FC236}">
                  <a16:creationId xmlns:a16="http://schemas.microsoft.com/office/drawing/2014/main" id="{E5349401-BFA2-B4E9-71BD-3D1D7B7EAF94}"/>
                </a:ext>
              </a:extLst>
            </p:cNvPr>
            <p:cNvSpPr/>
            <p:nvPr/>
          </p:nvSpPr>
          <p:spPr>
            <a:xfrm>
              <a:off x="6938714" y="4279142"/>
              <a:ext cx="4777" cy="3344"/>
            </a:xfrm>
            <a:custGeom>
              <a:avLst/>
              <a:gdLst>
                <a:gd name="csX0" fmla="*/ 2866 w 4777"/>
                <a:gd name="csY0" fmla="*/ 3344 h 3344"/>
                <a:gd name="csX1" fmla="*/ 1433 w 4777"/>
                <a:gd name="csY1" fmla="*/ 3344 h 3344"/>
                <a:gd name="csX2" fmla="*/ 0 w 4777"/>
                <a:gd name="csY2" fmla="*/ 2389 h 3344"/>
                <a:gd name="csX3" fmla="*/ 2866 w 4777"/>
                <a:gd name="csY3" fmla="*/ 1433 h 3344"/>
                <a:gd name="csX4" fmla="*/ 3344 w 4777"/>
                <a:gd name="csY4" fmla="*/ 956 h 3344"/>
                <a:gd name="csX5" fmla="*/ 4300 w 4777"/>
                <a:gd name="csY5" fmla="*/ 0 h 3344"/>
                <a:gd name="csX6" fmla="*/ 4777 w 4777"/>
                <a:gd name="csY6" fmla="*/ 956 h 3344"/>
                <a:gd name="csX7" fmla="*/ 4300 w 4777"/>
                <a:gd name="csY7" fmla="*/ 2389 h 3344"/>
                <a:gd name="csX8" fmla="*/ 3821 w 4777"/>
                <a:gd name="csY8" fmla="*/ 2867 h 3344"/>
                <a:gd name="csX9" fmla="*/ 2866 w 4777"/>
                <a:gd name="csY9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3344">
                  <a:moveTo>
                    <a:pt x="2866" y="3344"/>
                  </a:moveTo>
                  <a:lnTo>
                    <a:pt x="1433" y="3344"/>
                  </a:lnTo>
                  <a:lnTo>
                    <a:pt x="0" y="2389"/>
                  </a:lnTo>
                  <a:lnTo>
                    <a:pt x="2866" y="1433"/>
                  </a:lnTo>
                  <a:lnTo>
                    <a:pt x="3344" y="956"/>
                  </a:lnTo>
                  <a:lnTo>
                    <a:pt x="4300" y="0"/>
                  </a:lnTo>
                  <a:lnTo>
                    <a:pt x="4777" y="956"/>
                  </a:lnTo>
                  <a:lnTo>
                    <a:pt x="4300" y="2389"/>
                  </a:lnTo>
                  <a:lnTo>
                    <a:pt x="3821" y="2867"/>
                  </a:lnTo>
                  <a:lnTo>
                    <a:pt x="28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2" name="Freeform 3191">
              <a:extLst>
                <a:ext uri="{FF2B5EF4-FFF2-40B4-BE49-F238E27FC236}">
                  <a16:creationId xmlns:a16="http://schemas.microsoft.com/office/drawing/2014/main" id="{E4F76B19-848E-57F3-3ABA-E4603E663867}"/>
                </a:ext>
              </a:extLst>
            </p:cNvPr>
            <p:cNvSpPr/>
            <p:nvPr/>
          </p:nvSpPr>
          <p:spPr>
            <a:xfrm>
              <a:off x="6926293" y="4280097"/>
              <a:ext cx="1910" cy="1911"/>
            </a:xfrm>
            <a:custGeom>
              <a:avLst/>
              <a:gdLst>
                <a:gd name="csX0" fmla="*/ 955 w 1910"/>
                <a:gd name="csY0" fmla="*/ 1433 h 1911"/>
                <a:gd name="csX1" fmla="*/ 478 w 1910"/>
                <a:gd name="csY1" fmla="*/ 1911 h 1911"/>
                <a:gd name="csX2" fmla="*/ 0 w 1910"/>
                <a:gd name="csY2" fmla="*/ 478 h 1911"/>
                <a:gd name="csX3" fmla="*/ 478 w 1910"/>
                <a:gd name="csY3" fmla="*/ 478 h 1911"/>
                <a:gd name="csX4" fmla="*/ 955 w 1910"/>
                <a:gd name="csY4" fmla="*/ 0 h 1911"/>
                <a:gd name="csX5" fmla="*/ 1910 w 1910"/>
                <a:gd name="csY5" fmla="*/ 956 h 1911"/>
                <a:gd name="csX6" fmla="*/ 955 w 1910"/>
                <a:gd name="csY6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1911">
                  <a:moveTo>
                    <a:pt x="955" y="1433"/>
                  </a:moveTo>
                  <a:lnTo>
                    <a:pt x="478" y="1911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910" y="956"/>
                  </a:lnTo>
                  <a:lnTo>
                    <a:pt x="9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3" name="Freeform 3192">
              <a:extLst>
                <a:ext uri="{FF2B5EF4-FFF2-40B4-BE49-F238E27FC236}">
                  <a16:creationId xmlns:a16="http://schemas.microsoft.com/office/drawing/2014/main" id="{783DC06D-DD0A-82E4-46E0-D9783268AABA}"/>
                </a:ext>
              </a:extLst>
            </p:cNvPr>
            <p:cNvSpPr/>
            <p:nvPr/>
          </p:nvSpPr>
          <p:spPr>
            <a:xfrm>
              <a:off x="6947313" y="4282486"/>
              <a:ext cx="5733" cy="2388"/>
            </a:xfrm>
            <a:custGeom>
              <a:avLst/>
              <a:gdLst>
                <a:gd name="csX0" fmla="*/ 5733 w 5733"/>
                <a:gd name="csY0" fmla="*/ 1433 h 2388"/>
                <a:gd name="csX1" fmla="*/ 5733 w 5733"/>
                <a:gd name="csY1" fmla="*/ 1911 h 2388"/>
                <a:gd name="csX2" fmla="*/ 3822 w 5733"/>
                <a:gd name="csY2" fmla="*/ 1911 h 2388"/>
                <a:gd name="csX3" fmla="*/ 3344 w 5733"/>
                <a:gd name="csY3" fmla="*/ 2389 h 2388"/>
                <a:gd name="csX4" fmla="*/ 1433 w 5733"/>
                <a:gd name="csY4" fmla="*/ 1911 h 2388"/>
                <a:gd name="csX5" fmla="*/ 0 w 5733"/>
                <a:gd name="csY5" fmla="*/ 1433 h 2388"/>
                <a:gd name="csX6" fmla="*/ 956 w 5733"/>
                <a:gd name="csY6" fmla="*/ 956 h 2388"/>
                <a:gd name="csX7" fmla="*/ 3822 w 5733"/>
                <a:gd name="csY7" fmla="*/ 0 h 2388"/>
                <a:gd name="csX8" fmla="*/ 5255 w 5733"/>
                <a:gd name="csY8" fmla="*/ 478 h 2388"/>
                <a:gd name="csX9" fmla="*/ 5733 w 5733"/>
                <a:gd name="csY9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3" h="2388">
                  <a:moveTo>
                    <a:pt x="5733" y="1433"/>
                  </a:moveTo>
                  <a:lnTo>
                    <a:pt x="5733" y="1911"/>
                  </a:lnTo>
                  <a:lnTo>
                    <a:pt x="3822" y="1911"/>
                  </a:lnTo>
                  <a:lnTo>
                    <a:pt x="3344" y="2389"/>
                  </a:lnTo>
                  <a:lnTo>
                    <a:pt x="1433" y="1911"/>
                  </a:lnTo>
                  <a:lnTo>
                    <a:pt x="0" y="1433"/>
                  </a:lnTo>
                  <a:lnTo>
                    <a:pt x="956" y="956"/>
                  </a:lnTo>
                  <a:lnTo>
                    <a:pt x="3822" y="0"/>
                  </a:lnTo>
                  <a:lnTo>
                    <a:pt x="5255" y="478"/>
                  </a:lnTo>
                  <a:lnTo>
                    <a:pt x="57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4" name="Freeform 3193">
              <a:extLst>
                <a:ext uri="{FF2B5EF4-FFF2-40B4-BE49-F238E27FC236}">
                  <a16:creationId xmlns:a16="http://schemas.microsoft.com/office/drawing/2014/main" id="{1145EC7A-49ED-89F8-22E1-B344C4865D73}"/>
                </a:ext>
              </a:extLst>
            </p:cNvPr>
            <p:cNvSpPr/>
            <p:nvPr/>
          </p:nvSpPr>
          <p:spPr>
            <a:xfrm>
              <a:off x="7368670" y="4007792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0 w 477"/>
                <a:gd name="csY1" fmla="*/ 0 h 477"/>
                <a:gd name="csX2" fmla="*/ 478 w 4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0" y="0"/>
                  </a:lnTo>
                  <a:lnTo>
                    <a:pt x="478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5" name="Freeform 3194">
              <a:extLst>
                <a:ext uri="{FF2B5EF4-FFF2-40B4-BE49-F238E27FC236}">
                  <a16:creationId xmlns:a16="http://schemas.microsoft.com/office/drawing/2014/main" id="{4350DF69-D24D-CA8D-1EB1-4EDC21E4EEE3}"/>
                </a:ext>
              </a:extLst>
            </p:cNvPr>
            <p:cNvSpPr/>
            <p:nvPr/>
          </p:nvSpPr>
          <p:spPr>
            <a:xfrm>
              <a:off x="7355294" y="4003970"/>
              <a:ext cx="955" cy="955"/>
            </a:xfrm>
            <a:custGeom>
              <a:avLst/>
              <a:gdLst>
                <a:gd name="csX0" fmla="*/ 0 w 955"/>
                <a:gd name="csY0" fmla="*/ 956 h 955"/>
                <a:gd name="csX1" fmla="*/ 956 w 955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955">
                  <a:moveTo>
                    <a:pt x="0" y="956"/>
                  </a:move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6" name="Freeform 3195">
              <a:extLst>
                <a:ext uri="{FF2B5EF4-FFF2-40B4-BE49-F238E27FC236}">
                  <a16:creationId xmlns:a16="http://schemas.microsoft.com/office/drawing/2014/main" id="{703028AB-3CCD-7922-EFF9-7247D2BEAC7B}"/>
                </a:ext>
              </a:extLst>
            </p:cNvPr>
            <p:cNvSpPr/>
            <p:nvPr/>
          </p:nvSpPr>
          <p:spPr>
            <a:xfrm>
              <a:off x="7344306" y="4005881"/>
              <a:ext cx="10509" cy="2388"/>
            </a:xfrm>
            <a:custGeom>
              <a:avLst/>
              <a:gdLst>
                <a:gd name="csX0" fmla="*/ 0 w 10509"/>
                <a:gd name="csY0" fmla="*/ 1911 h 2388"/>
                <a:gd name="csX1" fmla="*/ 0 w 10509"/>
                <a:gd name="csY1" fmla="*/ 1911 h 2388"/>
                <a:gd name="csX2" fmla="*/ 1910 w 10509"/>
                <a:gd name="csY2" fmla="*/ 2389 h 2388"/>
                <a:gd name="csX3" fmla="*/ 5733 w 10509"/>
                <a:gd name="csY3" fmla="*/ 955 h 2388"/>
                <a:gd name="csX4" fmla="*/ 8599 w 10509"/>
                <a:gd name="csY4" fmla="*/ 478 h 2388"/>
                <a:gd name="csX5" fmla="*/ 10510 w 10509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09" h="2388">
                  <a:moveTo>
                    <a:pt x="0" y="1911"/>
                  </a:moveTo>
                  <a:lnTo>
                    <a:pt x="0" y="1911"/>
                  </a:lnTo>
                  <a:lnTo>
                    <a:pt x="1910" y="2389"/>
                  </a:lnTo>
                  <a:lnTo>
                    <a:pt x="5733" y="955"/>
                  </a:lnTo>
                  <a:lnTo>
                    <a:pt x="8599" y="478"/>
                  </a:lnTo>
                  <a:lnTo>
                    <a:pt x="1051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7" name="Freeform 3196">
              <a:extLst>
                <a:ext uri="{FF2B5EF4-FFF2-40B4-BE49-F238E27FC236}">
                  <a16:creationId xmlns:a16="http://schemas.microsoft.com/office/drawing/2014/main" id="{2B24BC6A-6F53-4CB8-DCAB-A8E8D02FF012}"/>
                </a:ext>
              </a:extLst>
            </p:cNvPr>
            <p:cNvSpPr/>
            <p:nvPr/>
          </p:nvSpPr>
          <p:spPr>
            <a:xfrm>
              <a:off x="7339051" y="4002537"/>
              <a:ext cx="5255" cy="955"/>
            </a:xfrm>
            <a:custGeom>
              <a:avLst/>
              <a:gdLst>
                <a:gd name="csX0" fmla="*/ 0 w 5255"/>
                <a:gd name="csY0" fmla="*/ 478 h 955"/>
                <a:gd name="csX1" fmla="*/ 1911 w 5255"/>
                <a:gd name="csY1" fmla="*/ 0 h 955"/>
                <a:gd name="csX2" fmla="*/ 4300 w 5255"/>
                <a:gd name="csY2" fmla="*/ 478 h 955"/>
                <a:gd name="csX3" fmla="*/ 4777 w 5255"/>
                <a:gd name="csY3" fmla="*/ 956 h 955"/>
                <a:gd name="csX4" fmla="*/ 5255 w 5255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5" h="955">
                  <a:moveTo>
                    <a:pt x="0" y="478"/>
                  </a:moveTo>
                  <a:lnTo>
                    <a:pt x="1911" y="0"/>
                  </a:lnTo>
                  <a:lnTo>
                    <a:pt x="4300" y="478"/>
                  </a:lnTo>
                  <a:lnTo>
                    <a:pt x="4777" y="956"/>
                  </a:lnTo>
                  <a:lnTo>
                    <a:pt x="5255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8" name="Freeform 3197">
              <a:extLst>
                <a:ext uri="{FF2B5EF4-FFF2-40B4-BE49-F238E27FC236}">
                  <a16:creationId xmlns:a16="http://schemas.microsoft.com/office/drawing/2014/main" id="{EF47798A-3B57-F5E1-245C-CB4A031BD0EA}"/>
                </a:ext>
              </a:extLst>
            </p:cNvPr>
            <p:cNvSpPr/>
            <p:nvPr/>
          </p:nvSpPr>
          <p:spPr>
            <a:xfrm>
              <a:off x="7318509" y="4007314"/>
              <a:ext cx="10987" cy="6210"/>
            </a:xfrm>
            <a:custGeom>
              <a:avLst/>
              <a:gdLst>
                <a:gd name="csX0" fmla="*/ 0 w 10987"/>
                <a:gd name="csY0" fmla="*/ 6210 h 6210"/>
                <a:gd name="csX1" fmla="*/ 6210 w 10987"/>
                <a:gd name="csY1" fmla="*/ 5255 h 6210"/>
                <a:gd name="csX2" fmla="*/ 6210 w 10987"/>
                <a:gd name="csY2" fmla="*/ 5255 h 6210"/>
                <a:gd name="csX3" fmla="*/ 8121 w 10987"/>
                <a:gd name="csY3" fmla="*/ 1911 h 6210"/>
                <a:gd name="csX4" fmla="*/ 10987 w 10987"/>
                <a:gd name="csY4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87" h="6210">
                  <a:moveTo>
                    <a:pt x="0" y="6210"/>
                  </a:moveTo>
                  <a:lnTo>
                    <a:pt x="6210" y="5255"/>
                  </a:lnTo>
                  <a:lnTo>
                    <a:pt x="6210" y="5255"/>
                  </a:lnTo>
                  <a:lnTo>
                    <a:pt x="8121" y="1911"/>
                  </a:lnTo>
                  <a:lnTo>
                    <a:pt x="1098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9" name="Freeform 3198">
              <a:extLst>
                <a:ext uri="{FF2B5EF4-FFF2-40B4-BE49-F238E27FC236}">
                  <a16:creationId xmlns:a16="http://schemas.microsoft.com/office/drawing/2014/main" id="{6C8D8913-6CB7-3D5C-626B-72408AC0257D}"/>
                </a:ext>
              </a:extLst>
            </p:cNvPr>
            <p:cNvSpPr/>
            <p:nvPr/>
          </p:nvSpPr>
          <p:spPr>
            <a:xfrm>
              <a:off x="7297489" y="3992027"/>
              <a:ext cx="5254" cy="477"/>
            </a:xfrm>
            <a:custGeom>
              <a:avLst/>
              <a:gdLst>
                <a:gd name="csX0" fmla="*/ 0 w 5254"/>
                <a:gd name="csY0" fmla="*/ 478 h 477"/>
                <a:gd name="csX1" fmla="*/ 0 w 5254"/>
                <a:gd name="csY1" fmla="*/ 478 h 477"/>
                <a:gd name="csX2" fmla="*/ 478 w 5254"/>
                <a:gd name="csY2" fmla="*/ 478 h 477"/>
                <a:gd name="csX3" fmla="*/ 1911 w 5254"/>
                <a:gd name="csY3" fmla="*/ 478 h 477"/>
                <a:gd name="csX4" fmla="*/ 3822 w 5254"/>
                <a:gd name="csY4" fmla="*/ 0 h 477"/>
                <a:gd name="csX5" fmla="*/ 5255 w 5254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54" h="477">
                  <a:moveTo>
                    <a:pt x="0" y="478"/>
                  </a:moveTo>
                  <a:lnTo>
                    <a:pt x="0" y="478"/>
                  </a:lnTo>
                  <a:lnTo>
                    <a:pt x="478" y="478"/>
                  </a:lnTo>
                  <a:lnTo>
                    <a:pt x="1911" y="478"/>
                  </a:lnTo>
                  <a:lnTo>
                    <a:pt x="3822" y="0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0" name="Freeform 3199">
              <a:extLst>
                <a:ext uri="{FF2B5EF4-FFF2-40B4-BE49-F238E27FC236}">
                  <a16:creationId xmlns:a16="http://schemas.microsoft.com/office/drawing/2014/main" id="{A3DF6D60-C741-48BE-D80A-D0730555CEF9}"/>
                </a:ext>
              </a:extLst>
            </p:cNvPr>
            <p:cNvSpPr/>
            <p:nvPr/>
          </p:nvSpPr>
          <p:spPr>
            <a:xfrm>
              <a:off x="7292711" y="3981039"/>
              <a:ext cx="4299" cy="2388"/>
            </a:xfrm>
            <a:custGeom>
              <a:avLst/>
              <a:gdLst>
                <a:gd name="csX0" fmla="*/ 0 w 4299"/>
                <a:gd name="csY0" fmla="*/ 0 h 2388"/>
                <a:gd name="csX1" fmla="*/ 4300 w 4299"/>
                <a:gd name="csY1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299" h="2388">
                  <a:moveTo>
                    <a:pt x="0" y="0"/>
                  </a:moveTo>
                  <a:lnTo>
                    <a:pt x="430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1" name="Freeform 3200">
              <a:extLst>
                <a:ext uri="{FF2B5EF4-FFF2-40B4-BE49-F238E27FC236}">
                  <a16:creationId xmlns:a16="http://schemas.microsoft.com/office/drawing/2014/main" id="{752DCC06-7A36-0884-3F18-8DFA29E883C9}"/>
                </a:ext>
              </a:extLst>
            </p:cNvPr>
            <p:cNvSpPr/>
            <p:nvPr/>
          </p:nvSpPr>
          <p:spPr>
            <a:xfrm>
              <a:off x="7271691" y="4000148"/>
              <a:ext cx="3822" cy="955"/>
            </a:xfrm>
            <a:custGeom>
              <a:avLst/>
              <a:gdLst>
                <a:gd name="csX0" fmla="*/ 0 w 3822"/>
                <a:gd name="csY0" fmla="*/ 478 h 955"/>
                <a:gd name="csX1" fmla="*/ 956 w 3822"/>
                <a:gd name="csY1" fmla="*/ 956 h 955"/>
                <a:gd name="csX2" fmla="*/ 2866 w 3822"/>
                <a:gd name="csY2" fmla="*/ 956 h 955"/>
                <a:gd name="csX3" fmla="*/ 3822 w 3822"/>
                <a:gd name="csY3" fmla="*/ 0 h 955"/>
                <a:gd name="csX4" fmla="*/ 3822 w 3822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2" h="955">
                  <a:moveTo>
                    <a:pt x="0" y="478"/>
                  </a:moveTo>
                  <a:lnTo>
                    <a:pt x="956" y="956"/>
                  </a:lnTo>
                  <a:lnTo>
                    <a:pt x="2866" y="956"/>
                  </a:lnTo>
                  <a:lnTo>
                    <a:pt x="3822" y="0"/>
                  </a:ln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2" name="Freeform 3201">
              <a:extLst>
                <a:ext uri="{FF2B5EF4-FFF2-40B4-BE49-F238E27FC236}">
                  <a16:creationId xmlns:a16="http://schemas.microsoft.com/office/drawing/2014/main" id="{89E6B371-E7DB-BD2C-83B8-FA6C2FA0D81F}"/>
                </a:ext>
              </a:extLst>
            </p:cNvPr>
            <p:cNvSpPr/>
            <p:nvPr/>
          </p:nvSpPr>
          <p:spPr>
            <a:xfrm>
              <a:off x="7255926" y="4009703"/>
              <a:ext cx="2388" cy="955"/>
            </a:xfrm>
            <a:custGeom>
              <a:avLst/>
              <a:gdLst>
                <a:gd name="csX0" fmla="*/ 0 w 2388"/>
                <a:gd name="csY0" fmla="*/ 0 h 955"/>
                <a:gd name="csX1" fmla="*/ 1433 w 2388"/>
                <a:gd name="csY1" fmla="*/ 956 h 955"/>
                <a:gd name="csX2" fmla="*/ 2389 w 2388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955">
                  <a:moveTo>
                    <a:pt x="0" y="0"/>
                  </a:moveTo>
                  <a:lnTo>
                    <a:pt x="1433" y="956"/>
                  </a:lnTo>
                  <a:lnTo>
                    <a:pt x="2389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3" name="Freeform 3202">
              <a:extLst>
                <a:ext uri="{FF2B5EF4-FFF2-40B4-BE49-F238E27FC236}">
                  <a16:creationId xmlns:a16="http://schemas.microsoft.com/office/drawing/2014/main" id="{209E20FA-BA7D-2A04-7A72-EA80F31DB2BA}"/>
                </a:ext>
              </a:extLst>
            </p:cNvPr>
            <p:cNvSpPr/>
            <p:nvPr/>
          </p:nvSpPr>
          <p:spPr>
            <a:xfrm>
              <a:off x="7249716" y="4005881"/>
              <a:ext cx="5732" cy="3821"/>
            </a:xfrm>
            <a:custGeom>
              <a:avLst/>
              <a:gdLst>
                <a:gd name="csX0" fmla="*/ 0 w 5732"/>
                <a:gd name="csY0" fmla="*/ 0 h 3821"/>
                <a:gd name="csX1" fmla="*/ 478 w 5732"/>
                <a:gd name="csY1" fmla="*/ 0 h 3821"/>
                <a:gd name="csX2" fmla="*/ 1433 w 5732"/>
                <a:gd name="csY2" fmla="*/ 0 h 3821"/>
                <a:gd name="csX3" fmla="*/ 3344 w 5732"/>
                <a:gd name="csY3" fmla="*/ 1433 h 3821"/>
                <a:gd name="csX4" fmla="*/ 5733 w 5732"/>
                <a:gd name="csY4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3821">
                  <a:moveTo>
                    <a:pt x="0" y="0"/>
                  </a:moveTo>
                  <a:lnTo>
                    <a:pt x="478" y="0"/>
                  </a:lnTo>
                  <a:lnTo>
                    <a:pt x="1433" y="0"/>
                  </a:lnTo>
                  <a:lnTo>
                    <a:pt x="3344" y="1433"/>
                  </a:lnTo>
                  <a:lnTo>
                    <a:pt x="5733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4" name="Freeform 3203">
              <a:extLst>
                <a:ext uri="{FF2B5EF4-FFF2-40B4-BE49-F238E27FC236}">
                  <a16:creationId xmlns:a16="http://schemas.microsoft.com/office/drawing/2014/main" id="{39DB94E4-D3CA-BBEF-09F0-9A6463849756}"/>
                </a:ext>
              </a:extLst>
            </p:cNvPr>
            <p:cNvSpPr/>
            <p:nvPr/>
          </p:nvSpPr>
          <p:spPr>
            <a:xfrm>
              <a:off x="7238250" y="4008270"/>
              <a:ext cx="6688" cy="2866"/>
            </a:xfrm>
            <a:custGeom>
              <a:avLst/>
              <a:gdLst>
                <a:gd name="csX0" fmla="*/ 0 w 6688"/>
                <a:gd name="csY0" fmla="*/ 2866 h 2866"/>
                <a:gd name="csX1" fmla="*/ 1433 w 6688"/>
                <a:gd name="csY1" fmla="*/ 1911 h 2866"/>
                <a:gd name="csX2" fmla="*/ 4777 w 6688"/>
                <a:gd name="csY2" fmla="*/ 955 h 2866"/>
                <a:gd name="csX3" fmla="*/ 6688 w 6688"/>
                <a:gd name="csY3" fmla="*/ 0 h 2866"/>
                <a:gd name="csX4" fmla="*/ 6688 w 6688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2866">
                  <a:moveTo>
                    <a:pt x="0" y="2866"/>
                  </a:moveTo>
                  <a:lnTo>
                    <a:pt x="1433" y="1911"/>
                  </a:lnTo>
                  <a:lnTo>
                    <a:pt x="4777" y="955"/>
                  </a:lnTo>
                  <a:lnTo>
                    <a:pt x="6688" y="0"/>
                  </a:lnTo>
                  <a:lnTo>
                    <a:pt x="668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5" name="Freeform 3204">
              <a:extLst>
                <a:ext uri="{FF2B5EF4-FFF2-40B4-BE49-F238E27FC236}">
                  <a16:creationId xmlns:a16="http://schemas.microsoft.com/office/drawing/2014/main" id="{AC5AE223-4E40-2C25-B395-E68EABD779CE}"/>
                </a:ext>
              </a:extLst>
            </p:cNvPr>
            <p:cNvSpPr/>
            <p:nvPr/>
          </p:nvSpPr>
          <p:spPr>
            <a:xfrm>
              <a:off x="7229173" y="4011613"/>
              <a:ext cx="8121" cy="2866"/>
            </a:xfrm>
            <a:custGeom>
              <a:avLst/>
              <a:gdLst>
                <a:gd name="csX0" fmla="*/ 0 w 8121"/>
                <a:gd name="csY0" fmla="*/ 0 h 2866"/>
                <a:gd name="csX1" fmla="*/ 2389 w 8121"/>
                <a:gd name="csY1" fmla="*/ 2389 h 2866"/>
                <a:gd name="csX2" fmla="*/ 4300 w 8121"/>
                <a:gd name="csY2" fmla="*/ 2867 h 2866"/>
                <a:gd name="csX3" fmla="*/ 7166 w 8121"/>
                <a:gd name="csY3" fmla="*/ 1433 h 2866"/>
                <a:gd name="csX4" fmla="*/ 8122 w 8121"/>
                <a:gd name="csY4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21" h="2866">
                  <a:moveTo>
                    <a:pt x="0" y="0"/>
                  </a:moveTo>
                  <a:lnTo>
                    <a:pt x="2389" y="2389"/>
                  </a:lnTo>
                  <a:lnTo>
                    <a:pt x="4300" y="2867"/>
                  </a:lnTo>
                  <a:lnTo>
                    <a:pt x="7166" y="1433"/>
                  </a:lnTo>
                  <a:lnTo>
                    <a:pt x="8122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6" name="Freeform 3205">
              <a:extLst>
                <a:ext uri="{FF2B5EF4-FFF2-40B4-BE49-F238E27FC236}">
                  <a16:creationId xmlns:a16="http://schemas.microsoft.com/office/drawing/2014/main" id="{9E10FAF1-96AE-1063-FA36-E736FB1EC921}"/>
                </a:ext>
              </a:extLst>
            </p:cNvPr>
            <p:cNvSpPr/>
            <p:nvPr/>
          </p:nvSpPr>
          <p:spPr>
            <a:xfrm>
              <a:off x="7168024" y="4010180"/>
              <a:ext cx="955" cy="3821"/>
            </a:xfrm>
            <a:custGeom>
              <a:avLst/>
              <a:gdLst>
                <a:gd name="csX0" fmla="*/ 0 w 955"/>
                <a:gd name="csY0" fmla="*/ 3822 h 3821"/>
                <a:gd name="csX1" fmla="*/ 478 w 955"/>
                <a:gd name="csY1" fmla="*/ 1911 h 3821"/>
                <a:gd name="csX2" fmla="*/ 955 w 955"/>
                <a:gd name="csY2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3821">
                  <a:moveTo>
                    <a:pt x="0" y="3822"/>
                  </a:moveTo>
                  <a:lnTo>
                    <a:pt x="478" y="1911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7" name="Freeform 3206">
              <a:extLst>
                <a:ext uri="{FF2B5EF4-FFF2-40B4-BE49-F238E27FC236}">
                  <a16:creationId xmlns:a16="http://schemas.microsoft.com/office/drawing/2014/main" id="{E3B52337-634A-08D3-F496-F3B64396690C}"/>
                </a:ext>
              </a:extLst>
            </p:cNvPr>
            <p:cNvSpPr/>
            <p:nvPr/>
          </p:nvSpPr>
          <p:spPr>
            <a:xfrm>
              <a:off x="7153692" y="4033111"/>
              <a:ext cx="955" cy="2388"/>
            </a:xfrm>
            <a:custGeom>
              <a:avLst/>
              <a:gdLst>
                <a:gd name="csX0" fmla="*/ 0 w 955"/>
                <a:gd name="csY0" fmla="*/ 2389 h 2388"/>
                <a:gd name="csX1" fmla="*/ 0 w 955"/>
                <a:gd name="csY1" fmla="*/ 2389 h 2388"/>
                <a:gd name="csX2" fmla="*/ 478 w 955"/>
                <a:gd name="csY2" fmla="*/ 1433 h 2388"/>
                <a:gd name="csX3" fmla="*/ 955 w 955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2388">
                  <a:moveTo>
                    <a:pt x="0" y="2389"/>
                  </a:moveTo>
                  <a:lnTo>
                    <a:pt x="0" y="2389"/>
                  </a:lnTo>
                  <a:lnTo>
                    <a:pt x="478" y="1433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8" name="Freeform 3207">
              <a:extLst>
                <a:ext uri="{FF2B5EF4-FFF2-40B4-BE49-F238E27FC236}">
                  <a16:creationId xmlns:a16="http://schemas.microsoft.com/office/drawing/2014/main" id="{8619AC7E-E864-6B80-981A-8735C78A82B5}"/>
                </a:ext>
              </a:extLst>
            </p:cNvPr>
            <p:cNvSpPr/>
            <p:nvPr/>
          </p:nvSpPr>
          <p:spPr>
            <a:xfrm>
              <a:off x="7134105" y="4044099"/>
              <a:ext cx="1432" cy="4299"/>
            </a:xfrm>
            <a:custGeom>
              <a:avLst/>
              <a:gdLst>
                <a:gd name="csX0" fmla="*/ 0 w 1432"/>
                <a:gd name="csY0" fmla="*/ 4299 h 4299"/>
                <a:gd name="csX1" fmla="*/ 478 w 1432"/>
                <a:gd name="csY1" fmla="*/ 1433 h 4299"/>
                <a:gd name="csX2" fmla="*/ 1433 w 1432"/>
                <a:gd name="csY2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4299">
                  <a:moveTo>
                    <a:pt x="0" y="4299"/>
                  </a:moveTo>
                  <a:lnTo>
                    <a:pt x="478" y="1433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9" name="Freeform 3208">
              <a:extLst>
                <a:ext uri="{FF2B5EF4-FFF2-40B4-BE49-F238E27FC236}">
                  <a16:creationId xmlns:a16="http://schemas.microsoft.com/office/drawing/2014/main" id="{C2DE0526-F3D9-967C-53BA-417756EFE1AC}"/>
                </a:ext>
              </a:extLst>
            </p:cNvPr>
            <p:cNvSpPr/>
            <p:nvPr/>
          </p:nvSpPr>
          <p:spPr>
            <a:xfrm>
              <a:off x="7090154" y="4162576"/>
              <a:ext cx="5255" cy="5732"/>
            </a:xfrm>
            <a:custGeom>
              <a:avLst/>
              <a:gdLst>
                <a:gd name="csX0" fmla="*/ 0 w 5255"/>
                <a:gd name="csY0" fmla="*/ 5733 h 5732"/>
                <a:gd name="csX1" fmla="*/ 5255 w 5255"/>
                <a:gd name="csY1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5255" h="5732">
                  <a:moveTo>
                    <a:pt x="0" y="5733"/>
                  </a:move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0" name="Freeform 3209">
              <a:extLst>
                <a:ext uri="{FF2B5EF4-FFF2-40B4-BE49-F238E27FC236}">
                  <a16:creationId xmlns:a16="http://schemas.microsoft.com/office/drawing/2014/main" id="{34C0F407-7DBA-B095-D705-B123B7E21A11}"/>
                </a:ext>
              </a:extLst>
            </p:cNvPr>
            <p:cNvSpPr/>
            <p:nvPr/>
          </p:nvSpPr>
          <p:spPr>
            <a:xfrm>
              <a:off x="7367237" y="4007792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478 w 1433"/>
                <a:gd name="csY1" fmla="*/ 478 h 477"/>
                <a:gd name="csX2" fmla="*/ 0 w 1433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1" name="Freeform 3210">
              <a:extLst>
                <a:ext uri="{FF2B5EF4-FFF2-40B4-BE49-F238E27FC236}">
                  <a16:creationId xmlns:a16="http://schemas.microsoft.com/office/drawing/2014/main" id="{C4423255-D35C-FD6C-5E31-45D0369F6036}"/>
                </a:ext>
              </a:extLst>
            </p:cNvPr>
            <p:cNvSpPr/>
            <p:nvPr/>
          </p:nvSpPr>
          <p:spPr>
            <a:xfrm>
              <a:off x="4656600" y="4419595"/>
              <a:ext cx="3821" cy="3344"/>
            </a:xfrm>
            <a:custGeom>
              <a:avLst/>
              <a:gdLst>
                <a:gd name="csX0" fmla="*/ 3344 w 3821"/>
                <a:gd name="csY0" fmla="*/ 2389 h 3344"/>
                <a:gd name="csX1" fmla="*/ 2389 w 3821"/>
                <a:gd name="csY1" fmla="*/ 3344 h 3344"/>
                <a:gd name="csX2" fmla="*/ 478 w 3821"/>
                <a:gd name="csY2" fmla="*/ 2866 h 3344"/>
                <a:gd name="csX3" fmla="*/ 0 w 3821"/>
                <a:gd name="csY3" fmla="*/ 1911 h 3344"/>
                <a:gd name="csX4" fmla="*/ 0 w 3821"/>
                <a:gd name="csY4" fmla="*/ 1433 h 3344"/>
                <a:gd name="csX5" fmla="*/ 1433 w 3821"/>
                <a:gd name="csY5" fmla="*/ 0 h 3344"/>
                <a:gd name="csX6" fmla="*/ 2866 w 3821"/>
                <a:gd name="csY6" fmla="*/ 478 h 3344"/>
                <a:gd name="csX7" fmla="*/ 3344 w 3821"/>
                <a:gd name="csY7" fmla="*/ 956 h 3344"/>
                <a:gd name="csX8" fmla="*/ 3822 w 3821"/>
                <a:gd name="csY8" fmla="*/ 1433 h 3344"/>
                <a:gd name="csX9" fmla="*/ 3822 w 3821"/>
                <a:gd name="csY9" fmla="*/ 1911 h 3344"/>
                <a:gd name="csX10" fmla="*/ 3822 w 3821"/>
                <a:gd name="csY10" fmla="*/ 2389 h 3344"/>
                <a:gd name="csX11" fmla="*/ 3344 w 3821"/>
                <a:gd name="csY11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1" h="3344">
                  <a:moveTo>
                    <a:pt x="3344" y="2389"/>
                  </a:moveTo>
                  <a:lnTo>
                    <a:pt x="2389" y="3344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2866" y="478"/>
                  </a:lnTo>
                  <a:lnTo>
                    <a:pt x="3344" y="956"/>
                  </a:lnTo>
                  <a:lnTo>
                    <a:pt x="3822" y="1433"/>
                  </a:lnTo>
                  <a:lnTo>
                    <a:pt x="3822" y="1911"/>
                  </a:lnTo>
                  <a:lnTo>
                    <a:pt x="3822" y="2389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2" name="Freeform 3211">
              <a:extLst>
                <a:ext uri="{FF2B5EF4-FFF2-40B4-BE49-F238E27FC236}">
                  <a16:creationId xmlns:a16="http://schemas.microsoft.com/office/drawing/2014/main" id="{1E203E7E-0BB9-BBE1-5DB8-ECE94224983C}"/>
                </a:ext>
              </a:extLst>
            </p:cNvPr>
            <p:cNvSpPr/>
            <p:nvPr/>
          </p:nvSpPr>
          <p:spPr>
            <a:xfrm>
              <a:off x="4656600" y="4409084"/>
              <a:ext cx="2866" cy="3344"/>
            </a:xfrm>
            <a:custGeom>
              <a:avLst/>
              <a:gdLst>
                <a:gd name="csX0" fmla="*/ 2866 w 2866"/>
                <a:gd name="csY0" fmla="*/ 2867 h 3344"/>
                <a:gd name="csX1" fmla="*/ 2389 w 2866"/>
                <a:gd name="csY1" fmla="*/ 3344 h 3344"/>
                <a:gd name="csX2" fmla="*/ 956 w 2866"/>
                <a:gd name="csY2" fmla="*/ 2389 h 3344"/>
                <a:gd name="csX3" fmla="*/ 0 w 2866"/>
                <a:gd name="csY3" fmla="*/ 478 h 3344"/>
                <a:gd name="csX4" fmla="*/ 478 w 2866"/>
                <a:gd name="csY4" fmla="*/ 478 h 3344"/>
                <a:gd name="csX5" fmla="*/ 478 w 2866"/>
                <a:gd name="csY5" fmla="*/ 0 h 3344"/>
                <a:gd name="csX6" fmla="*/ 956 w 2866"/>
                <a:gd name="csY6" fmla="*/ 478 h 3344"/>
                <a:gd name="csX7" fmla="*/ 1911 w 2866"/>
                <a:gd name="csY7" fmla="*/ 478 h 3344"/>
                <a:gd name="csX8" fmla="*/ 2389 w 2866"/>
                <a:gd name="csY8" fmla="*/ 956 h 3344"/>
                <a:gd name="csX9" fmla="*/ 2866 w 2866"/>
                <a:gd name="csY9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3344">
                  <a:moveTo>
                    <a:pt x="2866" y="2867"/>
                  </a:moveTo>
                  <a:lnTo>
                    <a:pt x="2389" y="3344"/>
                  </a:lnTo>
                  <a:lnTo>
                    <a:pt x="956" y="2389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956" y="478"/>
                  </a:lnTo>
                  <a:lnTo>
                    <a:pt x="1911" y="478"/>
                  </a:lnTo>
                  <a:lnTo>
                    <a:pt x="2389" y="956"/>
                  </a:lnTo>
                  <a:lnTo>
                    <a:pt x="2866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3" name="Freeform 3212">
              <a:extLst>
                <a:ext uri="{FF2B5EF4-FFF2-40B4-BE49-F238E27FC236}">
                  <a16:creationId xmlns:a16="http://schemas.microsoft.com/office/drawing/2014/main" id="{02D5C4CD-0187-FF48-D1B2-1BEEA8C06CA9}"/>
                </a:ext>
              </a:extLst>
            </p:cNvPr>
            <p:cNvSpPr/>
            <p:nvPr/>
          </p:nvSpPr>
          <p:spPr>
            <a:xfrm>
              <a:off x="4631281" y="4398574"/>
              <a:ext cx="3343" cy="1911"/>
            </a:xfrm>
            <a:custGeom>
              <a:avLst/>
              <a:gdLst>
                <a:gd name="csX0" fmla="*/ 2866 w 3343"/>
                <a:gd name="csY0" fmla="*/ 956 h 1911"/>
                <a:gd name="csX1" fmla="*/ 0 w 3343"/>
                <a:gd name="csY1" fmla="*/ 1911 h 1911"/>
                <a:gd name="csX2" fmla="*/ 0 w 3343"/>
                <a:gd name="csY2" fmla="*/ 1433 h 1911"/>
                <a:gd name="csX3" fmla="*/ 2389 w 3343"/>
                <a:gd name="csY3" fmla="*/ 0 h 1911"/>
                <a:gd name="csX4" fmla="*/ 3344 w 3343"/>
                <a:gd name="csY4" fmla="*/ 0 h 1911"/>
                <a:gd name="csX5" fmla="*/ 2866 w 3343"/>
                <a:gd name="csY5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3" h="1911">
                  <a:moveTo>
                    <a:pt x="2866" y="956"/>
                  </a:moveTo>
                  <a:lnTo>
                    <a:pt x="0" y="1911"/>
                  </a:lnTo>
                  <a:lnTo>
                    <a:pt x="0" y="1433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4" name="Freeform 3213">
              <a:extLst>
                <a:ext uri="{FF2B5EF4-FFF2-40B4-BE49-F238E27FC236}">
                  <a16:creationId xmlns:a16="http://schemas.microsoft.com/office/drawing/2014/main" id="{834BF9BE-A2FA-97C6-0F3D-D3A6706C15F4}"/>
                </a:ext>
              </a:extLst>
            </p:cNvPr>
            <p:cNvSpPr/>
            <p:nvPr/>
          </p:nvSpPr>
          <p:spPr>
            <a:xfrm>
              <a:off x="6267026" y="3898869"/>
              <a:ext cx="13376" cy="52072"/>
            </a:xfrm>
            <a:custGeom>
              <a:avLst/>
              <a:gdLst>
                <a:gd name="csX0" fmla="*/ 13376 w 13376"/>
                <a:gd name="csY0" fmla="*/ 52073 h 52072"/>
                <a:gd name="csX1" fmla="*/ 13376 w 13376"/>
                <a:gd name="csY1" fmla="*/ 52073 h 52072"/>
                <a:gd name="csX2" fmla="*/ 13376 w 13376"/>
                <a:gd name="csY2" fmla="*/ 49684 h 52072"/>
                <a:gd name="csX3" fmla="*/ 12421 w 13376"/>
                <a:gd name="csY3" fmla="*/ 48251 h 52072"/>
                <a:gd name="csX4" fmla="*/ 10510 w 13376"/>
                <a:gd name="csY4" fmla="*/ 43951 h 52072"/>
                <a:gd name="csX5" fmla="*/ 3344 w 13376"/>
                <a:gd name="csY5" fmla="*/ 40129 h 52072"/>
                <a:gd name="csX6" fmla="*/ 1433 w 13376"/>
                <a:gd name="csY6" fmla="*/ 38218 h 52072"/>
                <a:gd name="csX7" fmla="*/ 478 w 13376"/>
                <a:gd name="csY7" fmla="*/ 36785 h 52072"/>
                <a:gd name="csX8" fmla="*/ 0 w 13376"/>
                <a:gd name="csY8" fmla="*/ 35352 h 52072"/>
                <a:gd name="csX9" fmla="*/ 478 w 13376"/>
                <a:gd name="csY9" fmla="*/ 35352 h 52072"/>
                <a:gd name="csX10" fmla="*/ 1433 w 13376"/>
                <a:gd name="csY10" fmla="*/ 35830 h 52072"/>
                <a:gd name="csX11" fmla="*/ 2389 w 13376"/>
                <a:gd name="csY11" fmla="*/ 36307 h 52072"/>
                <a:gd name="csX12" fmla="*/ 2867 w 13376"/>
                <a:gd name="csY12" fmla="*/ 35352 h 52072"/>
                <a:gd name="csX13" fmla="*/ 2389 w 13376"/>
                <a:gd name="csY13" fmla="*/ 33919 h 52072"/>
                <a:gd name="csX14" fmla="*/ 478 w 13376"/>
                <a:gd name="csY14" fmla="*/ 30097 h 52072"/>
                <a:gd name="csX15" fmla="*/ 0 w 13376"/>
                <a:gd name="csY15" fmla="*/ 29141 h 52072"/>
                <a:gd name="csX16" fmla="*/ 956 w 13376"/>
                <a:gd name="csY16" fmla="*/ 26275 h 52072"/>
                <a:gd name="csX17" fmla="*/ 2867 w 13376"/>
                <a:gd name="csY17" fmla="*/ 22931 h 52072"/>
                <a:gd name="csX18" fmla="*/ 2389 w 13376"/>
                <a:gd name="csY18" fmla="*/ 18632 h 52072"/>
                <a:gd name="csX19" fmla="*/ 2867 w 13376"/>
                <a:gd name="csY19" fmla="*/ 15287 h 52072"/>
                <a:gd name="csX20" fmla="*/ 2389 w 13376"/>
                <a:gd name="csY20" fmla="*/ 13376 h 52072"/>
                <a:gd name="csX21" fmla="*/ 2389 w 13376"/>
                <a:gd name="csY21" fmla="*/ 10988 h 52072"/>
                <a:gd name="csX22" fmla="*/ 3344 w 13376"/>
                <a:gd name="csY22" fmla="*/ 7644 h 52072"/>
                <a:gd name="csX23" fmla="*/ 4300 w 13376"/>
                <a:gd name="csY23" fmla="*/ 6688 h 52072"/>
                <a:gd name="csX24" fmla="*/ 4777 w 13376"/>
                <a:gd name="csY24" fmla="*/ 5733 h 52072"/>
                <a:gd name="csX25" fmla="*/ 4777 w 13376"/>
                <a:gd name="csY25" fmla="*/ 1911 h 52072"/>
                <a:gd name="csX26" fmla="*/ 2867 w 13376"/>
                <a:gd name="csY26" fmla="*/ 478 h 52072"/>
                <a:gd name="csX27" fmla="*/ 478 w 13376"/>
                <a:gd name="csY27" fmla="*/ 0 h 52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3376" h="52072">
                  <a:moveTo>
                    <a:pt x="13376" y="52073"/>
                  </a:moveTo>
                  <a:lnTo>
                    <a:pt x="13376" y="52073"/>
                  </a:lnTo>
                  <a:lnTo>
                    <a:pt x="13376" y="49684"/>
                  </a:lnTo>
                  <a:lnTo>
                    <a:pt x="12421" y="48251"/>
                  </a:lnTo>
                  <a:lnTo>
                    <a:pt x="10510" y="43951"/>
                  </a:lnTo>
                  <a:lnTo>
                    <a:pt x="3344" y="40129"/>
                  </a:lnTo>
                  <a:lnTo>
                    <a:pt x="1433" y="38218"/>
                  </a:lnTo>
                  <a:lnTo>
                    <a:pt x="478" y="36785"/>
                  </a:lnTo>
                  <a:lnTo>
                    <a:pt x="0" y="35352"/>
                  </a:lnTo>
                  <a:lnTo>
                    <a:pt x="478" y="35352"/>
                  </a:lnTo>
                  <a:lnTo>
                    <a:pt x="1433" y="35830"/>
                  </a:lnTo>
                  <a:lnTo>
                    <a:pt x="2389" y="36307"/>
                  </a:lnTo>
                  <a:lnTo>
                    <a:pt x="2867" y="35352"/>
                  </a:lnTo>
                  <a:lnTo>
                    <a:pt x="2389" y="33919"/>
                  </a:lnTo>
                  <a:lnTo>
                    <a:pt x="478" y="30097"/>
                  </a:lnTo>
                  <a:lnTo>
                    <a:pt x="0" y="29141"/>
                  </a:lnTo>
                  <a:lnTo>
                    <a:pt x="956" y="26275"/>
                  </a:lnTo>
                  <a:lnTo>
                    <a:pt x="2867" y="22931"/>
                  </a:lnTo>
                  <a:lnTo>
                    <a:pt x="2389" y="18632"/>
                  </a:lnTo>
                  <a:lnTo>
                    <a:pt x="2867" y="15287"/>
                  </a:lnTo>
                  <a:lnTo>
                    <a:pt x="2389" y="13376"/>
                  </a:lnTo>
                  <a:lnTo>
                    <a:pt x="2389" y="10988"/>
                  </a:lnTo>
                  <a:lnTo>
                    <a:pt x="3344" y="7644"/>
                  </a:lnTo>
                  <a:lnTo>
                    <a:pt x="4300" y="6688"/>
                  </a:lnTo>
                  <a:lnTo>
                    <a:pt x="4777" y="5733"/>
                  </a:lnTo>
                  <a:lnTo>
                    <a:pt x="4777" y="1911"/>
                  </a:lnTo>
                  <a:lnTo>
                    <a:pt x="2867" y="478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5" name="Freeform 3214">
              <a:extLst>
                <a:ext uri="{FF2B5EF4-FFF2-40B4-BE49-F238E27FC236}">
                  <a16:creationId xmlns:a16="http://schemas.microsoft.com/office/drawing/2014/main" id="{01B74671-011E-F6AA-AC5E-214A5B2185B4}"/>
                </a:ext>
              </a:extLst>
            </p:cNvPr>
            <p:cNvSpPr/>
            <p:nvPr/>
          </p:nvSpPr>
          <p:spPr>
            <a:xfrm>
              <a:off x="6286613" y="3944254"/>
              <a:ext cx="1433" cy="4299"/>
            </a:xfrm>
            <a:custGeom>
              <a:avLst/>
              <a:gdLst>
                <a:gd name="csX0" fmla="*/ 0 w 1433"/>
                <a:gd name="csY0" fmla="*/ 0 h 4299"/>
                <a:gd name="csX1" fmla="*/ 0 w 1433"/>
                <a:gd name="csY1" fmla="*/ 0 h 4299"/>
                <a:gd name="csX2" fmla="*/ 0 w 1433"/>
                <a:gd name="csY2" fmla="*/ 956 h 4299"/>
                <a:gd name="csX3" fmla="*/ 478 w 1433"/>
                <a:gd name="csY3" fmla="*/ 2389 h 4299"/>
                <a:gd name="csX4" fmla="*/ 1433 w 1433"/>
                <a:gd name="csY4" fmla="*/ 3344 h 4299"/>
                <a:gd name="csX5" fmla="*/ 1433 w 1433"/>
                <a:gd name="csY5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4299">
                  <a:moveTo>
                    <a:pt x="0" y="0"/>
                  </a:moveTo>
                  <a:lnTo>
                    <a:pt x="0" y="0"/>
                  </a:lnTo>
                  <a:lnTo>
                    <a:pt x="0" y="956"/>
                  </a:lnTo>
                  <a:lnTo>
                    <a:pt x="478" y="2389"/>
                  </a:lnTo>
                  <a:lnTo>
                    <a:pt x="1433" y="3344"/>
                  </a:lnTo>
                  <a:lnTo>
                    <a:pt x="1433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" name="Freeform 3215">
              <a:extLst>
                <a:ext uri="{FF2B5EF4-FFF2-40B4-BE49-F238E27FC236}">
                  <a16:creationId xmlns:a16="http://schemas.microsoft.com/office/drawing/2014/main" id="{6C10514F-A14C-5A0D-5A73-B163A5577E3C}"/>
                </a:ext>
              </a:extLst>
            </p:cNvPr>
            <p:cNvSpPr/>
            <p:nvPr/>
          </p:nvSpPr>
          <p:spPr>
            <a:xfrm>
              <a:off x="6293301" y="3934699"/>
              <a:ext cx="2388" cy="6210"/>
            </a:xfrm>
            <a:custGeom>
              <a:avLst/>
              <a:gdLst>
                <a:gd name="csX0" fmla="*/ 2389 w 2388"/>
                <a:gd name="csY0" fmla="*/ 0 h 6210"/>
                <a:gd name="csX1" fmla="*/ 2389 w 2388"/>
                <a:gd name="csY1" fmla="*/ 0 h 6210"/>
                <a:gd name="csX2" fmla="*/ 1911 w 2388"/>
                <a:gd name="csY2" fmla="*/ 1433 h 6210"/>
                <a:gd name="csX3" fmla="*/ 1433 w 2388"/>
                <a:gd name="csY3" fmla="*/ 2389 h 6210"/>
                <a:gd name="csX4" fmla="*/ 956 w 2388"/>
                <a:gd name="csY4" fmla="*/ 3344 h 6210"/>
                <a:gd name="csX5" fmla="*/ 956 w 2388"/>
                <a:gd name="csY5" fmla="*/ 3344 h 6210"/>
                <a:gd name="csX6" fmla="*/ 478 w 2388"/>
                <a:gd name="csY6" fmla="*/ 5733 h 6210"/>
                <a:gd name="csX7" fmla="*/ 0 w 2388"/>
                <a:gd name="csY7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6210">
                  <a:moveTo>
                    <a:pt x="2389" y="0"/>
                  </a:moveTo>
                  <a:lnTo>
                    <a:pt x="2389" y="0"/>
                  </a:lnTo>
                  <a:lnTo>
                    <a:pt x="1911" y="1433"/>
                  </a:lnTo>
                  <a:lnTo>
                    <a:pt x="1433" y="2389"/>
                  </a:lnTo>
                  <a:lnTo>
                    <a:pt x="956" y="3344"/>
                  </a:lnTo>
                  <a:lnTo>
                    <a:pt x="956" y="3344"/>
                  </a:lnTo>
                  <a:lnTo>
                    <a:pt x="478" y="5733"/>
                  </a:lnTo>
                  <a:lnTo>
                    <a:pt x="0" y="62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7" name="Freeform 3216">
              <a:extLst>
                <a:ext uri="{FF2B5EF4-FFF2-40B4-BE49-F238E27FC236}">
                  <a16:creationId xmlns:a16="http://schemas.microsoft.com/office/drawing/2014/main" id="{35673E3C-C543-44E9-243B-1FF9C466D8F7}"/>
                </a:ext>
              </a:extLst>
            </p:cNvPr>
            <p:cNvSpPr/>
            <p:nvPr/>
          </p:nvSpPr>
          <p:spPr>
            <a:xfrm>
              <a:off x="6299034" y="3930400"/>
              <a:ext cx="1433" cy="1910"/>
            </a:xfrm>
            <a:custGeom>
              <a:avLst/>
              <a:gdLst>
                <a:gd name="csX0" fmla="*/ 1433 w 1433"/>
                <a:gd name="csY0" fmla="*/ 0 h 1910"/>
                <a:gd name="csX1" fmla="*/ 0 w 1433"/>
                <a:gd name="csY1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1910">
                  <a:moveTo>
                    <a:pt x="1433" y="0"/>
                  </a:move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8" name="Freeform 3217">
              <a:extLst>
                <a:ext uri="{FF2B5EF4-FFF2-40B4-BE49-F238E27FC236}">
                  <a16:creationId xmlns:a16="http://schemas.microsoft.com/office/drawing/2014/main" id="{558F5258-768A-A233-25C1-32FA16F28239}"/>
                </a:ext>
              </a:extLst>
            </p:cNvPr>
            <p:cNvSpPr/>
            <p:nvPr/>
          </p:nvSpPr>
          <p:spPr>
            <a:xfrm>
              <a:off x="6299512" y="3923711"/>
              <a:ext cx="1433" cy="5254"/>
            </a:xfrm>
            <a:custGeom>
              <a:avLst/>
              <a:gdLst>
                <a:gd name="csX0" fmla="*/ 0 w 1433"/>
                <a:gd name="csY0" fmla="*/ 0 h 5254"/>
                <a:gd name="csX1" fmla="*/ 0 w 1433"/>
                <a:gd name="csY1" fmla="*/ 1911 h 5254"/>
                <a:gd name="csX2" fmla="*/ 478 w 1433"/>
                <a:gd name="csY2" fmla="*/ 2866 h 5254"/>
                <a:gd name="csX3" fmla="*/ 1433 w 1433"/>
                <a:gd name="csY3" fmla="*/ 4299 h 5254"/>
                <a:gd name="csX4" fmla="*/ 1433 w 1433"/>
                <a:gd name="csY4" fmla="*/ 52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5254">
                  <a:moveTo>
                    <a:pt x="0" y="0"/>
                  </a:moveTo>
                  <a:lnTo>
                    <a:pt x="0" y="1911"/>
                  </a:lnTo>
                  <a:lnTo>
                    <a:pt x="478" y="2866"/>
                  </a:lnTo>
                  <a:lnTo>
                    <a:pt x="1433" y="4299"/>
                  </a:lnTo>
                  <a:lnTo>
                    <a:pt x="1433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9" name="Freeform 3218">
              <a:extLst>
                <a:ext uri="{FF2B5EF4-FFF2-40B4-BE49-F238E27FC236}">
                  <a16:creationId xmlns:a16="http://schemas.microsoft.com/office/drawing/2014/main" id="{D464AA17-0216-27B6-9E31-A7AD56A017C2}"/>
                </a:ext>
              </a:extLst>
            </p:cNvPr>
            <p:cNvSpPr/>
            <p:nvPr/>
          </p:nvSpPr>
          <p:spPr>
            <a:xfrm>
              <a:off x="6796350" y="3950464"/>
              <a:ext cx="3822" cy="2866"/>
            </a:xfrm>
            <a:custGeom>
              <a:avLst/>
              <a:gdLst>
                <a:gd name="csX0" fmla="*/ 0 w 3822"/>
                <a:gd name="csY0" fmla="*/ 0 h 2866"/>
                <a:gd name="csX1" fmla="*/ 1433 w 3822"/>
                <a:gd name="csY1" fmla="*/ 1433 h 2866"/>
                <a:gd name="csX2" fmla="*/ 3822 w 3822"/>
                <a:gd name="csY2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22" h="2866">
                  <a:moveTo>
                    <a:pt x="0" y="0"/>
                  </a:moveTo>
                  <a:lnTo>
                    <a:pt x="1433" y="1433"/>
                  </a:lnTo>
                  <a:lnTo>
                    <a:pt x="3822" y="286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0" name="Freeform 3219">
              <a:extLst>
                <a:ext uri="{FF2B5EF4-FFF2-40B4-BE49-F238E27FC236}">
                  <a16:creationId xmlns:a16="http://schemas.microsoft.com/office/drawing/2014/main" id="{5C572FD0-4028-109B-BCE6-B9758706C9C6}"/>
                </a:ext>
              </a:extLst>
            </p:cNvPr>
            <p:cNvSpPr/>
            <p:nvPr/>
          </p:nvSpPr>
          <p:spPr>
            <a:xfrm>
              <a:off x="6793484" y="3948553"/>
              <a:ext cx="2866" cy="1910"/>
            </a:xfrm>
            <a:custGeom>
              <a:avLst/>
              <a:gdLst>
                <a:gd name="csX0" fmla="*/ 0 w 2866"/>
                <a:gd name="csY0" fmla="*/ 0 h 1910"/>
                <a:gd name="csX1" fmla="*/ 1433 w 2866"/>
                <a:gd name="csY1" fmla="*/ 478 h 1910"/>
                <a:gd name="csX2" fmla="*/ 2866 w 2866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1910">
                  <a:moveTo>
                    <a:pt x="0" y="0"/>
                  </a:moveTo>
                  <a:lnTo>
                    <a:pt x="1433" y="478"/>
                  </a:lnTo>
                  <a:lnTo>
                    <a:pt x="2866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1" name="Freeform 3220">
              <a:extLst>
                <a:ext uri="{FF2B5EF4-FFF2-40B4-BE49-F238E27FC236}">
                  <a16:creationId xmlns:a16="http://schemas.microsoft.com/office/drawing/2014/main" id="{9A9A5F4D-2546-BA57-F7D7-ECBA727AABC4}"/>
                </a:ext>
              </a:extLst>
            </p:cNvPr>
            <p:cNvSpPr/>
            <p:nvPr/>
          </p:nvSpPr>
          <p:spPr>
            <a:xfrm>
              <a:off x="6789184" y="3944731"/>
              <a:ext cx="2388" cy="1910"/>
            </a:xfrm>
            <a:custGeom>
              <a:avLst/>
              <a:gdLst>
                <a:gd name="csX0" fmla="*/ 0 w 2388"/>
                <a:gd name="csY0" fmla="*/ 0 h 1910"/>
                <a:gd name="csX1" fmla="*/ 2389 w 2388"/>
                <a:gd name="csY1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8" h="1910">
                  <a:moveTo>
                    <a:pt x="0" y="0"/>
                  </a:moveTo>
                  <a:lnTo>
                    <a:pt x="2389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2" name="Freeform 3221">
              <a:extLst>
                <a:ext uri="{FF2B5EF4-FFF2-40B4-BE49-F238E27FC236}">
                  <a16:creationId xmlns:a16="http://schemas.microsoft.com/office/drawing/2014/main" id="{68CB680A-6454-1F24-35E0-D054701BEE00}"/>
                </a:ext>
              </a:extLst>
            </p:cNvPr>
            <p:cNvSpPr/>
            <p:nvPr/>
          </p:nvSpPr>
          <p:spPr>
            <a:xfrm>
              <a:off x="6783452" y="3927056"/>
              <a:ext cx="3821" cy="6688"/>
            </a:xfrm>
            <a:custGeom>
              <a:avLst/>
              <a:gdLst>
                <a:gd name="csX0" fmla="*/ 478 w 3821"/>
                <a:gd name="csY0" fmla="*/ 0 h 6688"/>
                <a:gd name="csX1" fmla="*/ 0 w 3821"/>
                <a:gd name="csY1" fmla="*/ 955 h 6688"/>
                <a:gd name="csX2" fmla="*/ 0 w 3821"/>
                <a:gd name="csY2" fmla="*/ 1433 h 6688"/>
                <a:gd name="csX3" fmla="*/ 1911 w 3821"/>
                <a:gd name="csY3" fmla="*/ 4299 h 6688"/>
                <a:gd name="csX4" fmla="*/ 3821 w 3821"/>
                <a:gd name="csY4" fmla="*/ 6688 h 6688"/>
                <a:gd name="csX5" fmla="*/ 3821 w 3821"/>
                <a:gd name="csY5" fmla="*/ 668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6688">
                  <a:moveTo>
                    <a:pt x="478" y="0"/>
                  </a:moveTo>
                  <a:lnTo>
                    <a:pt x="0" y="955"/>
                  </a:lnTo>
                  <a:lnTo>
                    <a:pt x="0" y="1433"/>
                  </a:lnTo>
                  <a:lnTo>
                    <a:pt x="1911" y="4299"/>
                  </a:lnTo>
                  <a:lnTo>
                    <a:pt x="3821" y="6688"/>
                  </a:lnTo>
                  <a:lnTo>
                    <a:pt x="3821" y="66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3" name="Freeform 3222">
              <a:extLst>
                <a:ext uri="{FF2B5EF4-FFF2-40B4-BE49-F238E27FC236}">
                  <a16:creationId xmlns:a16="http://schemas.microsoft.com/office/drawing/2014/main" id="{6B622171-5DC0-4F8F-EBEE-815DBFA1E45F}"/>
                </a:ext>
              </a:extLst>
            </p:cNvPr>
            <p:cNvSpPr/>
            <p:nvPr/>
          </p:nvSpPr>
          <p:spPr>
            <a:xfrm>
              <a:off x="6786796" y="3922278"/>
              <a:ext cx="955" cy="2388"/>
            </a:xfrm>
            <a:custGeom>
              <a:avLst/>
              <a:gdLst>
                <a:gd name="csX0" fmla="*/ 0 w 955"/>
                <a:gd name="csY0" fmla="*/ 0 h 2388"/>
                <a:gd name="csX1" fmla="*/ 956 w 955"/>
                <a:gd name="csY1" fmla="*/ 1433 h 2388"/>
                <a:gd name="csX2" fmla="*/ 956 w 955"/>
                <a:gd name="csY2" fmla="*/ 1911 h 2388"/>
                <a:gd name="csX3" fmla="*/ 956 w 955"/>
                <a:gd name="csY3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2388">
                  <a:moveTo>
                    <a:pt x="0" y="0"/>
                  </a:moveTo>
                  <a:lnTo>
                    <a:pt x="956" y="1433"/>
                  </a:lnTo>
                  <a:lnTo>
                    <a:pt x="956" y="1911"/>
                  </a:lnTo>
                  <a:lnTo>
                    <a:pt x="956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4" name="Freeform 3223">
              <a:extLst>
                <a:ext uri="{FF2B5EF4-FFF2-40B4-BE49-F238E27FC236}">
                  <a16:creationId xmlns:a16="http://schemas.microsoft.com/office/drawing/2014/main" id="{9F467A53-4D64-4962-3651-8919BDAD413E}"/>
                </a:ext>
              </a:extLst>
            </p:cNvPr>
            <p:cNvSpPr/>
            <p:nvPr/>
          </p:nvSpPr>
          <p:spPr>
            <a:xfrm>
              <a:off x="6784407" y="3920367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5" name="Freeform 3224">
              <a:extLst>
                <a:ext uri="{FF2B5EF4-FFF2-40B4-BE49-F238E27FC236}">
                  <a16:creationId xmlns:a16="http://schemas.microsoft.com/office/drawing/2014/main" id="{DA2F1FE9-D9A8-DD53-29E9-B9D96C7221F5}"/>
                </a:ext>
              </a:extLst>
            </p:cNvPr>
            <p:cNvSpPr/>
            <p:nvPr/>
          </p:nvSpPr>
          <p:spPr>
            <a:xfrm>
              <a:off x="6777719" y="3917979"/>
              <a:ext cx="5733" cy="1911"/>
            </a:xfrm>
            <a:custGeom>
              <a:avLst/>
              <a:gdLst>
                <a:gd name="csX0" fmla="*/ 0 w 5733"/>
                <a:gd name="csY0" fmla="*/ 0 h 1911"/>
                <a:gd name="csX1" fmla="*/ 478 w 5733"/>
                <a:gd name="csY1" fmla="*/ 478 h 1911"/>
                <a:gd name="csX2" fmla="*/ 3822 w 5733"/>
                <a:gd name="csY2" fmla="*/ 1911 h 1911"/>
                <a:gd name="csX3" fmla="*/ 5733 w 5733"/>
                <a:gd name="csY3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733" h="1911">
                  <a:moveTo>
                    <a:pt x="0" y="0"/>
                  </a:moveTo>
                  <a:lnTo>
                    <a:pt x="478" y="478"/>
                  </a:lnTo>
                  <a:lnTo>
                    <a:pt x="3822" y="1911"/>
                  </a:lnTo>
                  <a:lnTo>
                    <a:pt x="5733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" name="Freeform 3225">
              <a:extLst>
                <a:ext uri="{FF2B5EF4-FFF2-40B4-BE49-F238E27FC236}">
                  <a16:creationId xmlns:a16="http://schemas.microsoft.com/office/drawing/2014/main" id="{4E0D9EDB-707C-C34C-232E-D0F7ACEA20D9}"/>
                </a:ext>
              </a:extLst>
            </p:cNvPr>
            <p:cNvSpPr/>
            <p:nvPr/>
          </p:nvSpPr>
          <p:spPr>
            <a:xfrm>
              <a:off x="6776763" y="3914157"/>
              <a:ext cx="2388" cy="1433"/>
            </a:xfrm>
            <a:custGeom>
              <a:avLst/>
              <a:gdLst>
                <a:gd name="csX0" fmla="*/ 0 w 2388"/>
                <a:gd name="csY0" fmla="*/ 0 h 1433"/>
                <a:gd name="csX1" fmla="*/ 955 w 2388"/>
                <a:gd name="csY1" fmla="*/ 956 h 1433"/>
                <a:gd name="csX2" fmla="*/ 2389 w 2388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1433">
                  <a:moveTo>
                    <a:pt x="0" y="0"/>
                  </a:moveTo>
                  <a:lnTo>
                    <a:pt x="955" y="956"/>
                  </a:lnTo>
                  <a:lnTo>
                    <a:pt x="2389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7" name="Freeform 3226">
              <a:extLst>
                <a:ext uri="{FF2B5EF4-FFF2-40B4-BE49-F238E27FC236}">
                  <a16:creationId xmlns:a16="http://schemas.microsoft.com/office/drawing/2014/main" id="{304D4301-400B-FCD3-CB87-F4A3F0B6B107}"/>
                </a:ext>
              </a:extLst>
            </p:cNvPr>
            <p:cNvSpPr/>
            <p:nvPr/>
          </p:nvSpPr>
          <p:spPr>
            <a:xfrm>
              <a:off x="6777719" y="3949987"/>
              <a:ext cx="478" cy="477"/>
            </a:xfrm>
            <a:custGeom>
              <a:avLst/>
              <a:gdLst>
                <a:gd name="csX0" fmla="*/ 478 w 478"/>
                <a:gd name="csY0" fmla="*/ 478 h 477"/>
                <a:gd name="csX1" fmla="*/ 0 w 478"/>
                <a:gd name="csY1" fmla="*/ 0 h 477"/>
                <a:gd name="csX2" fmla="*/ 0 w 478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477">
                  <a:moveTo>
                    <a:pt x="478" y="4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8" name="Freeform 3227">
              <a:extLst>
                <a:ext uri="{FF2B5EF4-FFF2-40B4-BE49-F238E27FC236}">
                  <a16:creationId xmlns:a16="http://schemas.microsoft.com/office/drawing/2014/main" id="{912ED874-DC2D-71C2-9523-40DC02058FF6}"/>
                </a:ext>
              </a:extLst>
            </p:cNvPr>
            <p:cNvSpPr/>
            <p:nvPr/>
          </p:nvSpPr>
          <p:spPr>
            <a:xfrm>
              <a:off x="6786318" y="3928011"/>
              <a:ext cx="955" cy="477"/>
            </a:xfrm>
            <a:custGeom>
              <a:avLst/>
              <a:gdLst>
                <a:gd name="csX0" fmla="*/ 0 w 955"/>
                <a:gd name="csY0" fmla="*/ 0 h 477"/>
                <a:gd name="csX1" fmla="*/ 478 w 955"/>
                <a:gd name="csY1" fmla="*/ 0 h 477"/>
                <a:gd name="csX2" fmla="*/ 955 w 955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0" y="0"/>
                  </a:moveTo>
                  <a:lnTo>
                    <a:pt x="478" y="0"/>
                  </a:lnTo>
                  <a:lnTo>
                    <a:pt x="955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9" name="Freeform 3228">
              <a:extLst>
                <a:ext uri="{FF2B5EF4-FFF2-40B4-BE49-F238E27FC236}">
                  <a16:creationId xmlns:a16="http://schemas.microsoft.com/office/drawing/2014/main" id="{614275EC-44A9-5ED0-C558-872B8AE57542}"/>
                </a:ext>
              </a:extLst>
            </p:cNvPr>
            <p:cNvSpPr/>
            <p:nvPr/>
          </p:nvSpPr>
          <p:spPr>
            <a:xfrm>
              <a:off x="6122274" y="4825187"/>
              <a:ext cx="3821" cy="13376"/>
            </a:xfrm>
            <a:custGeom>
              <a:avLst/>
              <a:gdLst>
                <a:gd name="csX0" fmla="*/ 3822 w 3821"/>
                <a:gd name="csY0" fmla="*/ 13376 h 13376"/>
                <a:gd name="csX1" fmla="*/ 3344 w 3821"/>
                <a:gd name="csY1" fmla="*/ 13376 h 13376"/>
                <a:gd name="csX2" fmla="*/ 2389 w 3821"/>
                <a:gd name="csY2" fmla="*/ 11465 h 13376"/>
                <a:gd name="csX3" fmla="*/ 2866 w 3821"/>
                <a:gd name="csY3" fmla="*/ 9555 h 13376"/>
                <a:gd name="csX4" fmla="*/ 3344 w 3821"/>
                <a:gd name="csY4" fmla="*/ 8121 h 13376"/>
                <a:gd name="csX5" fmla="*/ 2866 w 3821"/>
                <a:gd name="csY5" fmla="*/ 5733 h 13376"/>
                <a:gd name="csX6" fmla="*/ 1433 w 3821"/>
                <a:gd name="csY6" fmla="*/ 3344 h 13376"/>
                <a:gd name="csX7" fmla="*/ 0 w 3821"/>
                <a:gd name="csY7" fmla="*/ 478 h 13376"/>
                <a:gd name="csX8" fmla="*/ 0 w 3821"/>
                <a:gd name="csY8" fmla="*/ 0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13376">
                  <a:moveTo>
                    <a:pt x="3822" y="13376"/>
                  </a:moveTo>
                  <a:lnTo>
                    <a:pt x="3344" y="13376"/>
                  </a:lnTo>
                  <a:lnTo>
                    <a:pt x="2389" y="11465"/>
                  </a:lnTo>
                  <a:lnTo>
                    <a:pt x="2866" y="9555"/>
                  </a:lnTo>
                  <a:lnTo>
                    <a:pt x="3344" y="8121"/>
                  </a:lnTo>
                  <a:lnTo>
                    <a:pt x="2866" y="5733"/>
                  </a:lnTo>
                  <a:lnTo>
                    <a:pt x="1433" y="3344"/>
                  </a:lnTo>
                  <a:lnTo>
                    <a:pt x="0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0" name="Freeform 3229">
              <a:extLst>
                <a:ext uri="{FF2B5EF4-FFF2-40B4-BE49-F238E27FC236}">
                  <a16:creationId xmlns:a16="http://schemas.microsoft.com/office/drawing/2014/main" id="{74EC04BB-3AE7-1D97-FB79-2571CF290C9B}"/>
                </a:ext>
              </a:extLst>
            </p:cNvPr>
            <p:cNvSpPr/>
            <p:nvPr/>
          </p:nvSpPr>
          <p:spPr>
            <a:xfrm>
              <a:off x="6116541" y="4840952"/>
              <a:ext cx="41562" cy="210200"/>
            </a:xfrm>
            <a:custGeom>
              <a:avLst/>
              <a:gdLst>
                <a:gd name="csX0" fmla="*/ 0 w 41562"/>
                <a:gd name="csY0" fmla="*/ 210201 h 210200"/>
                <a:gd name="csX1" fmla="*/ 0 w 41562"/>
                <a:gd name="csY1" fmla="*/ 210201 h 210200"/>
                <a:gd name="csX2" fmla="*/ 956 w 41562"/>
                <a:gd name="csY2" fmla="*/ 203035 h 210200"/>
                <a:gd name="csX3" fmla="*/ 1433 w 41562"/>
                <a:gd name="csY3" fmla="*/ 199691 h 210200"/>
                <a:gd name="csX4" fmla="*/ 1433 w 41562"/>
                <a:gd name="csY4" fmla="*/ 196347 h 210200"/>
                <a:gd name="csX5" fmla="*/ 956 w 41562"/>
                <a:gd name="csY5" fmla="*/ 186314 h 210200"/>
                <a:gd name="csX6" fmla="*/ 478 w 41562"/>
                <a:gd name="csY6" fmla="*/ 184881 h 210200"/>
                <a:gd name="csX7" fmla="*/ 0 w 41562"/>
                <a:gd name="csY7" fmla="*/ 183448 h 210200"/>
                <a:gd name="csX8" fmla="*/ 1911 w 41562"/>
                <a:gd name="csY8" fmla="*/ 182493 h 210200"/>
                <a:gd name="csX9" fmla="*/ 3344 w 41562"/>
                <a:gd name="csY9" fmla="*/ 181537 h 210200"/>
                <a:gd name="csX10" fmla="*/ 4300 w 41562"/>
                <a:gd name="csY10" fmla="*/ 179626 h 210200"/>
                <a:gd name="csX11" fmla="*/ 5255 w 41562"/>
                <a:gd name="csY11" fmla="*/ 177238 h 210200"/>
                <a:gd name="csX12" fmla="*/ 6688 w 41562"/>
                <a:gd name="csY12" fmla="*/ 172460 h 210200"/>
                <a:gd name="csX13" fmla="*/ 10510 w 41562"/>
                <a:gd name="csY13" fmla="*/ 160995 h 210200"/>
                <a:gd name="csX14" fmla="*/ 12421 w 41562"/>
                <a:gd name="csY14" fmla="*/ 150007 h 210200"/>
                <a:gd name="csX15" fmla="*/ 15287 w 41562"/>
                <a:gd name="csY15" fmla="*/ 144752 h 210200"/>
                <a:gd name="csX16" fmla="*/ 16243 w 41562"/>
                <a:gd name="csY16" fmla="*/ 138542 h 210200"/>
                <a:gd name="csX17" fmla="*/ 22931 w 41562"/>
                <a:gd name="csY17" fmla="*/ 130898 h 210200"/>
                <a:gd name="csX18" fmla="*/ 24842 w 41562"/>
                <a:gd name="csY18" fmla="*/ 126598 h 210200"/>
                <a:gd name="csX19" fmla="*/ 28186 w 41562"/>
                <a:gd name="csY19" fmla="*/ 124210 h 210200"/>
                <a:gd name="csX20" fmla="*/ 33441 w 41562"/>
                <a:gd name="csY20" fmla="*/ 121821 h 210200"/>
                <a:gd name="csX21" fmla="*/ 36785 w 41562"/>
                <a:gd name="csY21" fmla="*/ 117521 h 210200"/>
                <a:gd name="csX22" fmla="*/ 38696 w 41562"/>
                <a:gd name="csY22" fmla="*/ 114177 h 210200"/>
                <a:gd name="csX23" fmla="*/ 40607 w 41562"/>
                <a:gd name="csY23" fmla="*/ 108445 h 210200"/>
                <a:gd name="csX24" fmla="*/ 40607 w 41562"/>
                <a:gd name="csY24" fmla="*/ 102712 h 210200"/>
                <a:gd name="csX25" fmla="*/ 41563 w 41562"/>
                <a:gd name="csY25" fmla="*/ 94590 h 210200"/>
                <a:gd name="csX26" fmla="*/ 41563 w 41562"/>
                <a:gd name="csY26" fmla="*/ 92202 h 210200"/>
                <a:gd name="csX27" fmla="*/ 39651 w 41562"/>
                <a:gd name="csY27" fmla="*/ 89335 h 210200"/>
                <a:gd name="csX28" fmla="*/ 39174 w 41562"/>
                <a:gd name="csY28" fmla="*/ 86947 h 210200"/>
                <a:gd name="csX29" fmla="*/ 37263 w 41562"/>
                <a:gd name="csY29" fmla="*/ 84558 h 210200"/>
                <a:gd name="csX30" fmla="*/ 35830 w 41562"/>
                <a:gd name="csY30" fmla="*/ 83125 h 210200"/>
                <a:gd name="csX31" fmla="*/ 34874 w 41562"/>
                <a:gd name="csY31" fmla="*/ 79781 h 210200"/>
                <a:gd name="csX32" fmla="*/ 31530 w 41562"/>
                <a:gd name="csY32" fmla="*/ 75004 h 210200"/>
                <a:gd name="csX33" fmla="*/ 30575 w 41562"/>
                <a:gd name="csY33" fmla="*/ 72137 h 210200"/>
                <a:gd name="csX34" fmla="*/ 29142 w 41562"/>
                <a:gd name="csY34" fmla="*/ 69748 h 210200"/>
                <a:gd name="csX35" fmla="*/ 28664 w 41562"/>
                <a:gd name="csY35" fmla="*/ 66882 h 210200"/>
                <a:gd name="csX36" fmla="*/ 28186 w 41562"/>
                <a:gd name="csY36" fmla="*/ 64016 h 210200"/>
                <a:gd name="csX37" fmla="*/ 26275 w 41562"/>
                <a:gd name="csY37" fmla="*/ 61149 h 210200"/>
                <a:gd name="csX38" fmla="*/ 24842 w 41562"/>
                <a:gd name="csY38" fmla="*/ 57805 h 210200"/>
                <a:gd name="csX39" fmla="*/ 24842 w 41562"/>
                <a:gd name="csY39" fmla="*/ 56850 h 210200"/>
                <a:gd name="csX40" fmla="*/ 25798 w 41562"/>
                <a:gd name="csY40" fmla="*/ 55417 h 210200"/>
                <a:gd name="csX41" fmla="*/ 26753 w 41562"/>
                <a:gd name="csY41" fmla="*/ 54939 h 210200"/>
                <a:gd name="csX42" fmla="*/ 26753 w 41562"/>
                <a:gd name="csY42" fmla="*/ 55894 h 210200"/>
                <a:gd name="csX43" fmla="*/ 25798 w 41562"/>
                <a:gd name="csY43" fmla="*/ 56372 h 210200"/>
                <a:gd name="csX44" fmla="*/ 26275 w 41562"/>
                <a:gd name="csY44" fmla="*/ 56850 h 210200"/>
                <a:gd name="csX45" fmla="*/ 32008 w 41562"/>
                <a:gd name="csY45" fmla="*/ 51117 h 210200"/>
                <a:gd name="csX46" fmla="*/ 32486 w 41562"/>
                <a:gd name="csY46" fmla="*/ 50162 h 210200"/>
                <a:gd name="csX47" fmla="*/ 32486 w 41562"/>
                <a:gd name="csY47" fmla="*/ 48728 h 210200"/>
                <a:gd name="csX48" fmla="*/ 32486 w 41562"/>
                <a:gd name="csY48" fmla="*/ 47295 h 210200"/>
                <a:gd name="csX49" fmla="*/ 32486 w 41562"/>
                <a:gd name="csY49" fmla="*/ 45384 h 210200"/>
                <a:gd name="csX50" fmla="*/ 26753 w 41562"/>
                <a:gd name="csY50" fmla="*/ 34397 h 210200"/>
                <a:gd name="csX51" fmla="*/ 22453 w 41562"/>
                <a:gd name="csY51" fmla="*/ 24842 h 210200"/>
                <a:gd name="csX52" fmla="*/ 21498 w 41562"/>
                <a:gd name="csY52" fmla="*/ 19587 h 210200"/>
                <a:gd name="csX53" fmla="*/ 15287 w 41562"/>
                <a:gd name="csY53" fmla="*/ 12899 h 210200"/>
                <a:gd name="csX54" fmla="*/ 13376 w 41562"/>
                <a:gd name="csY54" fmla="*/ 8599 h 210200"/>
                <a:gd name="csX55" fmla="*/ 11943 w 41562"/>
                <a:gd name="csY55" fmla="*/ 5733 h 210200"/>
                <a:gd name="csX56" fmla="*/ 10988 w 41562"/>
                <a:gd name="csY56" fmla="*/ 4299 h 210200"/>
                <a:gd name="csX57" fmla="*/ 10988 w 41562"/>
                <a:gd name="csY57" fmla="*/ 3822 h 210200"/>
                <a:gd name="csX58" fmla="*/ 12899 w 41562"/>
                <a:gd name="csY58" fmla="*/ 3822 h 210200"/>
                <a:gd name="csX59" fmla="*/ 16243 w 41562"/>
                <a:gd name="csY59" fmla="*/ 2866 h 210200"/>
                <a:gd name="csX60" fmla="*/ 21020 w 41562"/>
                <a:gd name="csY60" fmla="*/ 2389 h 210200"/>
                <a:gd name="csX61" fmla="*/ 25320 w 41562"/>
                <a:gd name="csY61" fmla="*/ 478 h 210200"/>
                <a:gd name="csX62" fmla="*/ 26275 w 41562"/>
                <a:gd name="csY62" fmla="*/ 0 h 21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41562" h="210200">
                  <a:moveTo>
                    <a:pt x="0" y="210201"/>
                  </a:moveTo>
                  <a:lnTo>
                    <a:pt x="0" y="210201"/>
                  </a:lnTo>
                  <a:lnTo>
                    <a:pt x="956" y="203035"/>
                  </a:lnTo>
                  <a:lnTo>
                    <a:pt x="1433" y="199691"/>
                  </a:lnTo>
                  <a:lnTo>
                    <a:pt x="1433" y="196347"/>
                  </a:lnTo>
                  <a:lnTo>
                    <a:pt x="956" y="186314"/>
                  </a:lnTo>
                  <a:lnTo>
                    <a:pt x="478" y="184881"/>
                  </a:lnTo>
                  <a:lnTo>
                    <a:pt x="0" y="183448"/>
                  </a:lnTo>
                  <a:lnTo>
                    <a:pt x="1911" y="182493"/>
                  </a:lnTo>
                  <a:lnTo>
                    <a:pt x="3344" y="181537"/>
                  </a:lnTo>
                  <a:lnTo>
                    <a:pt x="4300" y="179626"/>
                  </a:lnTo>
                  <a:lnTo>
                    <a:pt x="5255" y="177238"/>
                  </a:lnTo>
                  <a:lnTo>
                    <a:pt x="6688" y="172460"/>
                  </a:lnTo>
                  <a:lnTo>
                    <a:pt x="10510" y="160995"/>
                  </a:lnTo>
                  <a:lnTo>
                    <a:pt x="12421" y="150007"/>
                  </a:lnTo>
                  <a:lnTo>
                    <a:pt x="15287" y="144752"/>
                  </a:lnTo>
                  <a:lnTo>
                    <a:pt x="16243" y="138542"/>
                  </a:lnTo>
                  <a:lnTo>
                    <a:pt x="22931" y="130898"/>
                  </a:lnTo>
                  <a:lnTo>
                    <a:pt x="24842" y="126598"/>
                  </a:lnTo>
                  <a:lnTo>
                    <a:pt x="28186" y="124210"/>
                  </a:lnTo>
                  <a:lnTo>
                    <a:pt x="33441" y="121821"/>
                  </a:lnTo>
                  <a:lnTo>
                    <a:pt x="36785" y="117521"/>
                  </a:lnTo>
                  <a:lnTo>
                    <a:pt x="38696" y="114177"/>
                  </a:lnTo>
                  <a:lnTo>
                    <a:pt x="40607" y="108445"/>
                  </a:lnTo>
                  <a:lnTo>
                    <a:pt x="40607" y="102712"/>
                  </a:lnTo>
                  <a:lnTo>
                    <a:pt x="41563" y="94590"/>
                  </a:lnTo>
                  <a:lnTo>
                    <a:pt x="41563" y="92202"/>
                  </a:lnTo>
                  <a:lnTo>
                    <a:pt x="39651" y="89335"/>
                  </a:lnTo>
                  <a:lnTo>
                    <a:pt x="39174" y="86947"/>
                  </a:lnTo>
                  <a:lnTo>
                    <a:pt x="37263" y="84558"/>
                  </a:lnTo>
                  <a:lnTo>
                    <a:pt x="35830" y="83125"/>
                  </a:lnTo>
                  <a:lnTo>
                    <a:pt x="34874" y="79781"/>
                  </a:lnTo>
                  <a:lnTo>
                    <a:pt x="31530" y="75004"/>
                  </a:lnTo>
                  <a:lnTo>
                    <a:pt x="30575" y="72137"/>
                  </a:lnTo>
                  <a:lnTo>
                    <a:pt x="29142" y="69748"/>
                  </a:lnTo>
                  <a:lnTo>
                    <a:pt x="28664" y="66882"/>
                  </a:lnTo>
                  <a:lnTo>
                    <a:pt x="28186" y="64016"/>
                  </a:lnTo>
                  <a:lnTo>
                    <a:pt x="26275" y="61149"/>
                  </a:lnTo>
                  <a:lnTo>
                    <a:pt x="24842" y="57805"/>
                  </a:lnTo>
                  <a:lnTo>
                    <a:pt x="24842" y="56850"/>
                  </a:lnTo>
                  <a:lnTo>
                    <a:pt x="25798" y="55417"/>
                  </a:lnTo>
                  <a:lnTo>
                    <a:pt x="26753" y="54939"/>
                  </a:lnTo>
                  <a:lnTo>
                    <a:pt x="26753" y="55894"/>
                  </a:lnTo>
                  <a:lnTo>
                    <a:pt x="25798" y="56372"/>
                  </a:lnTo>
                  <a:lnTo>
                    <a:pt x="26275" y="56850"/>
                  </a:lnTo>
                  <a:lnTo>
                    <a:pt x="32008" y="51117"/>
                  </a:lnTo>
                  <a:lnTo>
                    <a:pt x="32486" y="50162"/>
                  </a:lnTo>
                  <a:lnTo>
                    <a:pt x="32486" y="48728"/>
                  </a:lnTo>
                  <a:lnTo>
                    <a:pt x="32486" y="47295"/>
                  </a:lnTo>
                  <a:lnTo>
                    <a:pt x="32486" y="45384"/>
                  </a:lnTo>
                  <a:lnTo>
                    <a:pt x="26753" y="34397"/>
                  </a:lnTo>
                  <a:lnTo>
                    <a:pt x="22453" y="24842"/>
                  </a:lnTo>
                  <a:lnTo>
                    <a:pt x="21498" y="19587"/>
                  </a:lnTo>
                  <a:lnTo>
                    <a:pt x="15287" y="12899"/>
                  </a:lnTo>
                  <a:lnTo>
                    <a:pt x="13376" y="8599"/>
                  </a:lnTo>
                  <a:lnTo>
                    <a:pt x="11943" y="5733"/>
                  </a:lnTo>
                  <a:lnTo>
                    <a:pt x="10988" y="4299"/>
                  </a:lnTo>
                  <a:lnTo>
                    <a:pt x="10988" y="3822"/>
                  </a:lnTo>
                  <a:lnTo>
                    <a:pt x="12899" y="3822"/>
                  </a:lnTo>
                  <a:lnTo>
                    <a:pt x="16243" y="2866"/>
                  </a:lnTo>
                  <a:lnTo>
                    <a:pt x="21020" y="2389"/>
                  </a:lnTo>
                  <a:lnTo>
                    <a:pt x="25320" y="478"/>
                  </a:lnTo>
                  <a:lnTo>
                    <a:pt x="2627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1" name="Freeform 3230">
              <a:extLst>
                <a:ext uri="{FF2B5EF4-FFF2-40B4-BE49-F238E27FC236}">
                  <a16:creationId xmlns:a16="http://schemas.microsoft.com/office/drawing/2014/main" id="{F2724D82-CD9D-E8B1-A834-B710D6365A7F}"/>
                </a:ext>
              </a:extLst>
            </p:cNvPr>
            <p:cNvSpPr/>
            <p:nvPr/>
          </p:nvSpPr>
          <p:spPr>
            <a:xfrm>
              <a:off x="6319576" y="5026789"/>
              <a:ext cx="3344" cy="11943"/>
            </a:xfrm>
            <a:custGeom>
              <a:avLst/>
              <a:gdLst>
                <a:gd name="csX0" fmla="*/ 0 w 3344"/>
                <a:gd name="csY0" fmla="*/ 0 h 11943"/>
                <a:gd name="csX1" fmla="*/ 1433 w 3344"/>
                <a:gd name="csY1" fmla="*/ 5733 h 11943"/>
                <a:gd name="csX2" fmla="*/ 3344 w 3344"/>
                <a:gd name="csY2" fmla="*/ 11943 h 11943"/>
                <a:gd name="csX3" fmla="*/ 3344 w 3344"/>
                <a:gd name="csY3" fmla="*/ 11943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11943">
                  <a:moveTo>
                    <a:pt x="0" y="0"/>
                  </a:moveTo>
                  <a:lnTo>
                    <a:pt x="1433" y="5733"/>
                  </a:lnTo>
                  <a:lnTo>
                    <a:pt x="3344" y="11943"/>
                  </a:lnTo>
                  <a:lnTo>
                    <a:pt x="3344" y="1194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2" name="Freeform 3231">
              <a:extLst>
                <a:ext uri="{FF2B5EF4-FFF2-40B4-BE49-F238E27FC236}">
                  <a16:creationId xmlns:a16="http://schemas.microsoft.com/office/drawing/2014/main" id="{42876F1A-D233-28C6-E76E-18376477E79A}"/>
                </a:ext>
              </a:extLst>
            </p:cNvPr>
            <p:cNvSpPr/>
            <p:nvPr/>
          </p:nvSpPr>
          <p:spPr>
            <a:xfrm>
              <a:off x="4602617" y="5146699"/>
              <a:ext cx="2866" cy="7165"/>
            </a:xfrm>
            <a:custGeom>
              <a:avLst/>
              <a:gdLst>
                <a:gd name="csX0" fmla="*/ 0 w 2866"/>
                <a:gd name="csY0" fmla="*/ 0 h 7165"/>
                <a:gd name="csX1" fmla="*/ 1433 w 2866"/>
                <a:gd name="csY1" fmla="*/ 2866 h 7165"/>
                <a:gd name="csX2" fmla="*/ 2389 w 2866"/>
                <a:gd name="csY2" fmla="*/ 5255 h 7165"/>
                <a:gd name="csX3" fmla="*/ 2866 w 2866"/>
                <a:gd name="csY3" fmla="*/ 7166 h 7165"/>
                <a:gd name="csX4" fmla="*/ 2866 w 2866"/>
                <a:gd name="csY4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7165">
                  <a:moveTo>
                    <a:pt x="0" y="0"/>
                  </a:moveTo>
                  <a:lnTo>
                    <a:pt x="1433" y="2866"/>
                  </a:lnTo>
                  <a:lnTo>
                    <a:pt x="2389" y="5255"/>
                  </a:lnTo>
                  <a:lnTo>
                    <a:pt x="2866" y="7166"/>
                  </a:lnTo>
                  <a:lnTo>
                    <a:pt x="2866" y="71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3" name="Freeform 3232">
              <a:extLst>
                <a:ext uri="{FF2B5EF4-FFF2-40B4-BE49-F238E27FC236}">
                  <a16:creationId xmlns:a16="http://schemas.microsoft.com/office/drawing/2014/main" id="{4EAC51ED-64D0-5465-2C71-FD8E23847CBE}"/>
                </a:ext>
              </a:extLst>
            </p:cNvPr>
            <p:cNvSpPr/>
            <p:nvPr/>
          </p:nvSpPr>
          <p:spPr>
            <a:xfrm>
              <a:off x="4552933" y="5160075"/>
              <a:ext cx="1911" cy="1911"/>
            </a:xfrm>
            <a:custGeom>
              <a:avLst/>
              <a:gdLst>
                <a:gd name="csX0" fmla="*/ 1911 w 1911"/>
                <a:gd name="csY0" fmla="*/ 1911 h 1911"/>
                <a:gd name="csX1" fmla="*/ 1911 w 1911"/>
                <a:gd name="csY1" fmla="*/ 1911 h 1911"/>
                <a:gd name="csX2" fmla="*/ 0 w 1911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1911">
                  <a:moveTo>
                    <a:pt x="1911" y="1911"/>
                  </a:moveTo>
                  <a:lnTo>
                    <a:pt x="1911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4" name="Freeform 3233">
              <a:extLst>
                <a:ext uri="{FF2B5EF4-FFF2-40B4-BE49-F238E27FC236}">
                  <a16:creationId xmlns:a16="http://schemas.microsoft.com/office/drawing/2014/main" id="{302496A2-267A-D849-078D-E90A4D295983}"/>
                </a:ext>
              </a:extLst>
            </p:cNvPr>
            <p:cNvSpPr/>
            <p:nvPr/>
          </p:nvSpPr>
          <p:spPr>
            <a:xfrm>
              <a:off x="4457387" y="5575700"/>
              <a:ext cx="3344" cy="1433"/>
            </a:xfrm>
            <a:custGeom>
              <a:avLst/>
              <a:gdLst>
                <a:gd name="csX0" fmla="*/ 0 w 3344"/>
                <a:gd name="csY0" fmla="*/ 1433 h 1433"/>
                <a:gd name="csX1" fmla="*/ 1433 w 3344"/>
                <a:gd name="csY1" fmla="*/ 1433 h 1433"/>
                <a:gd name="csX2" fmla="*/ 3344 w 3344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4" h="1433">
                  <a:moveTo>
                    <a:pt x="0" y="1433"/>
                  </a:moveTo>
                  <a:lnTo>
                    <a:pt x="1433" y="1433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5" name="Freeform 3234">
              <a:extLst>
                <a:ext uri="{FF2B5EF4-FFF2-40B4-BE49-F238E27FC236}">
                  <a16:creationId xmlns:a16="http://schemas.microsoft.com/office/drawing/2014/main" id="{F1FDCFCC-44D4-84E5-62B6-07F802D7052A}"/>
                </a:ext>
              </a:extLst>
            </p:cNvPr>
            <p:cNvSpPr/>
            <p:nvPr/>
          </p:nvSpPr>
          <p:spPr>
            <a:xfrm>
              <a:off x="4466942" y="5642104"/>
              <a:ext cx="2866" cy="955"/>
            </a:xfrm>
            <a:custGeom>
              <a:avLst/>
              <a:gdLst>
                <a:gd name="csX0" fmla="*/ 0 w 2866"/>
                <a:gd name="csY0" fmla="*/ 0 h 955"/>
                <a:gd name="csX1" fmla="*/ 1433 w 2866"/>
                <a:gd name="csY1" fmla="*/ 955 h 955"/>
                <a:gd name="csX2" fmla="*/ 2866 w 2866"/>
                <a:gd name="csY2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955">
                  <a:moveTo>
                    <a:pt x="0" y="0"/>
                  </a:moveTo>
                  <a:lnTo>
                    <a:pt x="1433" y="955"/>
                  </a:lnTo>
                  <a:lnTo>
                    <a:pt x="2866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6" name="Freeform 3235">
              <a:extLst>
                <a:ext uri="{FF2B5EF4-FFF2-40B4-BE49-F238E27FC236}">
                  <a16:creationId xmlns:a16="http://schemas.microsoft.com/office/drawing/2014/main" id="{EE50B93F-9850-A1F4-1A97-FAEDA1C0FEFC}"/>
                </a:ext>
              </a:extLst>
            </p:cNvPr>
            <p:cNvSpPr/>
            <p:nvPr/>
          </p:nvSpPr>
          <p:spPr>
            <a:xfrm>
              <a:off x="4457387" y="5642582"/>
              <a:ext cx="5254" cy="477"/>
            </a:xfrm>
            <a:custGeom>
              <a:avLst/>
              <a:gdLst>
                <a:gd name="csX0" fmla="*/ 0 w 5254"/>
                <a:gd name="csY0" fmla="*/ 478 h 477"/>
                <a:gd name="csX1" fmla="*/ 2866 w 5254"/>
                <a:gd name="csY1" fmla="*/ 0 h 477"/>
                <a:gd name="csX2" fmla="*/ 5255 w 5254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4" h="477">
                  <a:moveTo>
                    <a:pt x="0" y="478"/>
                  </a:moveTo>
                  <a:lnTo>
                    <a:pt x="2866" y="0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7" name="Freeform 3236">
              <a:extLst>
                <a:ext uri="{FF2B5EF4-FFF2-40B4-BE49-F238E27FC236}">
                  <a16:creationId xmlns:a16="http://schemas.microsoft.com/office/drawing/2014/main" id="{D5C5F45B-059A-F353-9C08-9916E869B9EC}"/>
                </a:ext>
              </a:extLst>
            </p:cNvPr>
            <p:cNvSpPr/>
            <p:nvPr/>
          </p:nvSpPr>
          <p:spPr>
            <a:xfrm>
              <a:off x="4454521" y="5642582"/>
              <a:ext cx="2388" cy="477"/>
            </a:xfrm>
            <a:custGeom>
              <a:avLst/>
              <a:gdLst>
                <a:gd name="csX0" fmla="*/ 0 w 2388"/>
                <a:gd name="csY0" fmla="*/ 0 h 477"/>
                <a:gd name="csX1" fmla="*/ 2389 w 2388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8" h="477">
                  <a:moveTo>
                    <a:pt x="0" y="0"/>
                  </a:moveTo>
                  <a:lnTo>
                    <a:pt x="2389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8" name="Freeform 3237">
              <a:extLst>
                <a:ext uri="{FF2B5EF4-FFF2-40B4-BE49-F238E27FC236}">
                  <a16:creationId xmlns:a16="http://schemas.microsoft.com/office/drawing/2014/main" id="{4D345282-3A2A-D754-0387-A3CA8295CC01}"/>
                </a:ext>
              </a:extLst>
            </p:cNvPr>
            <p:cNvSpPr/>
            <p:nvPr/>
          </p:nvSpPr>
          <p:spPr>
            <a:xfrm>
              <a:off x="4426812" y="5762970"/>
              <a:ext cx="6210" cy="477"/>
            </a:xfrm>
            <a:custGeom>
              <a:avLst/>
              <a:gdLst>
                <a:gd name="csX0" fmla="*/ 0 w 6210"/>
                <a:gd name="csY0" fmla="*/ 478 h 477"/>
                <a:gd name="csX1" fmla="*/ 6211 w 6210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210" h="477">
                  <a:moveTo>
                    <a:pt x="0" y="478"/>
                  </a:moveTo>
                  <a:lnTo>
                    <a:pt x="62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9" name="Freeform 3238">
              <a:extLst>
                <a:ext uri="{FF2B5EF4-FFF2-40B4-BE49-F238E27FC236}">
                  <a16:creationId xmlns:a16="http://schemas.microsoft.com/office/drawing/2014/main" id="{F19E323B-767F-BB7C-8029-851ECC1FDF68}"/>
                </a:ext>
              </a:extLst>
            </p:cNvPr>
            <p:cNvSpPr/>
            <p:nvPr/>
          </p:nvSpPr>
          <p:spPr>
            <a:xfrm>
              <a:off x="4506116" y="5344479"/>
              <a:ext cx="253674" cy="506393"/>
            </a:xfrm>
            <a:custGeom>
              <a:avLst/>
              <a:gdLst>
                <a:gd name="csX0" fmla="*/ 223577 w 253674"/>
                <a:gd name="csY0" fmla="*/ 0 h 506393"/>
                <a:gd name="csX1" fmla="*/ 224055 w 253674"/>
                <a:gd name="csY1" fmla="*/ 956 h 506393"/>
                <a:gd name="csX2" fmla="*/ 224055 w 253674"/>
                <a:gd name="csY2" fmla="*/ 2389 h 506393"/>
                <a:gd name="csX3" fmla="*/ 224055 w 253674"/>
                <a:gd name="csY3" fmla="*/ 3822 h 506393"/>
                <a:gd name="csX4" fmla="*/ 224055 w 253674"/>
                <a:gd name="csY4" fmla="*/ 5255 h 506393"/>
                <a:gd name="csX5" fmla="*/ 225010 w 253674"/>
                <a:gd name="csY5" fmla="*/ 6688 h 506393"/>
                <a:gd name="csX6" fmla="*/ 225010 w 253674"/>
                <a:gd name="csY6" fmla="*/ 8121 h 506393"/>
                <a:gd name="csX7" fmla="*/ 223577 w 253674"/>
                <a:gd name="csY7" fmla="*/ 11466 h 506393"/>
                <a:gd name="csX8" fmla="*/ 223577 w 253674"/>
                <a:gd name="csY8" fmla="*/ 11466 h 506393"/>
                <a:gd name="csX9" fmla="*/ 223100 w 253674"/>
                <a:gd name="csY9" fmla="*/ 13377 h 506393"/>
                <a:gd name="csX10" fmla="*/ 224055 w 253674"/>
                <a:gd name="csY10" fmla="*/ 21976 h 506393"/>
                <a:gd name="csX11" fmla="*/ 223577 w 253674"/>
                <a:gd name="csY11" fmla="*/ 23409 h 506393"/>
                <a:gd name="csX12" fmla="*/ 222622 w 253674"/>
                <a:gd name="csY12" fmla="*/ 24364 h 506393"/>
                <a:gd name="csX13" fmla="*/ 221189 w 253674"/>
                <a:gd name="csY13" fmla="*/ 24842 h 506393"/>
                <a:gd name="csX14" fmla="*/ 219756 w 253674"/>
                <a:gd name="csY14" fmla="*/ 24364 h 506393"/>
                <a:gd name="csX15" fmla="*/ 218800 w 253674"/>
                <a:gd name="csY15" fmla="*/ 25320 h 506393"/>
                <a:gd name="csX16" fmla="*/ 218322 w 253674"/>
                <a:gd name="csY16" fmla="*/ 29142 h 506393"/>
                <a:gd name="csX17" fmla="*/ 216411 w 253674"/>
                <a:gd name="csY17" fmla="*/ 37263 h 506393"/>
                <a:gd name="csX18" fmla="*/ 216889 w 253674"/>
                <a:gd name="csY18" fmla="*/ 39174 h 506393"/>
                <a:gd name="csX19" fmla="*/ 218322 w 253674"/>
                <a:gd name="csY19" fmla="*/ 42518 h 506393"/>
                <a:gd name="csX20" fmla="*/ 218800 w 253674"/>
                <a:gd name="csY20" fmla="*/ 44429 h 506393"/>
                <a:gd name="csX21" fmla="*/ 219278 w 253674"/>
                <a:gd name="csY21" fmla="*/ 45862 h 506393"/>
                <a:gd name="csX22" fmla="*/ 219756 w 253674"/>
                <a:gd name="csY22" fmla="*/ 48728 h 506393"/>
                <a:gd name="csX23" fmla="*/ 218800 w 253674"/>
                <a:gd name="csY23" fmla="*/ 50162 h 506393"/>
                <a:gd name="csX24" fmla="*/ 217845 w 253674"/>
                <a:gd name="csY24" fmla="*/ 50162 h 506393"/>
                <a:gd name="csX25" fmla="*/ 216889 w 253674"/>
                <a:gd name="csY25" fmla="*/ 51117 h 506393"/>
                <a:gd name="csX26" fmla="*/ 218322 w 253674"/>
                <a:gd name="csY26" fmla="*/ 54461 h 506393"/>
                <a:gd name="csX27" fmla="*/ 219278 w 253674"/>
                <a:gd name="csY27" fmla="*/ 56372 h 506393"/>
                <a:gd name="csX28" fmla="*/ 221666 w 253674"/>
                <a:gd name="csY28" fmla="*/ 59716 h 506393"/>
                <a:gd name="csX29" fmla="*/ 232176 w 253674"/>
                <a:gd name="csY29" fmla="*/ 64016 h 506393"/>
                <a:gd name="csX30" fmla="*/ 236476 w 253674"/>
                <a:gd name="csY30" fmla="*/ 66882 h 506393"/>
                <a:gd name="csX31" fmla="*/ 241253 w 253674"/>
                <a:gd name="csY31" fmla="*/ 70704 h 506393"/>
                <a:gd name="csX32" fmla="*/ 243642 w 253674"/>
                <a:gd name="csY32" fmla="*/ 74526 h 506393"/>
                <a:gd name="csX33" fmla="*/ 244120 w 253674"/>
                <a:gd name="csY33" fmla="*/ 77870 h 506393"/>
                <a:gd name="csX34" fmla="*/ 240298 w 253674"/>
                <a:gd name="csY34" fmla="*/ 82647 h 506393"/>
                <a:gd name="csX35" fmla="*/ 239820 w 253674"/>
                <a:gd name="csY35" fmla="*/ 86469 h 506393"/>
                <a:gd name="csX36" fmla="*/ 240775 w 253674"/>
                <a:gd name="csY36" fmla="*/ 89335 h 506393"/>
                <a:gd name="csX37" fmla="*/ 241731 w 253674"/>
                <a:gd name="csY37" fmla="*/ 92202 h 506393"/>
                <a:gd name="csX38" fmla="*/ 245553 w 253674"/>
                <a:gd name="csY38" fmla="*/ 95546 h 506393"/>
                <a:gd name="csX39" fmla="*/ 248419 w 253674"/>
                <a:gd name="csY39" fmla="*/ 96979 h 506393"/>
                <a:gd name="csX40" fmla="*/ 252241 w 253674"/>
                <a:gd name="csY40" fmla="*/ 96501 h 506393"/>
                <a:gd name="csX41" fmla="*/ 252719 w 253674"/>
                <a:gd name="csY41" fmla="*/ 97457 h 506393"/>
                <a:gd name="csX42" fmla="*/ 253197 w 253674"/>
                <a:gd name="csY42" fmla="*/ 98412 h 506393"/>
                <a:gd name="csX43" fmla="*/ 253674 w 253674"/>
                <a:gd name="csY43" fmla="*/ 105578 h 506393"/>
                <a:gd name="csX44" fmla="*/ 253674 w 253674"/>
                <a:gd name="csY44" fmla="*/ 107967 h 506393"/>
                <a:gd name="csX45" fmla="*/ 252719 w 253674"/>
                <a:gd name="csY45" fmla="*/ 110356 h 506393"/>
                <a:gd name="csX46" fmla="*/ 245553 w 253674"/>
                <a:gd name="csY46" fmla="*/ 121343 h 506393"/>
                <a:gd name="csX47" fmla="*/ 239342 w 253674"/>
                <a:gd name="csY47" fmla="*/ 128509 h 506393"/>
                <a:gd name="csX48" fmla="*/ 236954 w 253674"/>
                <a:gd name="csY48" fmla="*/ 132331 h 506393"/>
                <a:gd name="csX49" fmla="*/ 236476 w 253674"/>
                <a:gd name="csY49" fmla="*/ 136153 h 506393"/>
                <a:gd name="csX50" fmla="*/ 234565 w 253674"/>
                <a:gd name="csY50" fmla="*/ 138064 h 506393"/>
                <a:gd name="csX51" fmla="*/ 223577 w 253674"/>
                <a:gd name="csY51" fmla="*/ 144274 h 506393"/>
                <a:gd name="csX52" fmla="*/ 207334 w 253674"/>
                <a:gd name="csY52" fmla="*/ 150007 h 506393"/>
                <a:gd name="csX53" fmla="*/ 193958 w 253674"/>
                <a:gd name="csY53" fmla="*/ 152396 h 506393"/>
                <a:gd name="csX54" fmla="*/ 191092 w 253674"/>
                <a:gd name="csY54" fmla="*/ 153829 h 506393"/>
                <a:gd name="csX55" fmla="*/ 169594 w 253674"/>
                <a:gd name="csY55" fmla="*/ 156695 h 506393"/>
                <a:gd name="csX56" fmla="*/ 165772 w 253674"/>
                <a:gd name="csY56" fmla="*/ 157173 h 506393"/>
                <a:gd name="csX57" fmla="*/ 160039 w 253674"/>
                <a:gd name="csY57" fmla="*/ 156695 h 506393"/>
                <a:gd name="csX58" fmla="*/ 155740 w 253674"/>
                <a:gd name="csY58" fmla="*/ 157173 h 506393"/>
                <a:gd name="csX59" fmla="*/ 150962 w 253674"/>
                <a:gd name="csY59" fmla="*/ 156695 h 506393"/>
                <a:gd name="csX60" fmla="*/ 146663 w 253674"/>
                <a:gd name="csY60" fmla="*/ 155262 h 506393"/>
                <a:gd name="csX61" fmla="*/ 144274 w 253674"/>
                <a:gd name="csY61" fmla="*/ 152873 h 506393"/>
                <a:gd name="csX62" fmla="*/ 141408 w 253674"/>
                <a:gd name="csY62" fmla="*/ 152873 h 506393"/>
                <a:gd name="csX63" fmla="*/ 140452 w 253674"/>
                <a:gd name="csY63" fmla="*/ 153829 h 506393"/>
                <a:gd name="csX64" fmla="*/ 141886 w 253674"/>
                <a:gd name="csY64" fmla="*/ 157173 h 506393"/>
                <a:gd name="csX65" fmla="*/ 141408 w 253674"/>
                <a:gd name="csY65" fmla="*/ 160995 h 506393"/>
                <a:gd name="csX66" fmla="*/ 142363 w 253674"/>
                <a:gd name="csY66" fmla="*/ 162906 h 506393"/>
                <a:gd name="csX67" fmla="*/ 143796 w 253674"/>
                <a:gd name="csY67" fmla="*/ 163384 h 506393"/>
                <a:gd name="csX68" fmla="*/ 145707 w 253674"/>
                <a:gd name="csY68" fmla="*/ 164339 h 506393"/>
                <a:gd name="csX69" fmla="*/ 147141 w 253674"/>
                <a:gd name="csY69" fmla="*/ 166250 h 506393"/>
                <a:gd name="csX70" fmla="*/ 144752 w 253674"/>
                <a:gd name="csY70" fmla="*/ 166250 h 506393"/>
                <a:gd name="csX71" fmla="*/ 145707 w 253674"/>
                <a:gd name="csY71" fmla="*/ 167683 h 506393"/>
                <a:gd name="csX72" fmla="*/ 146663 w 253674"/>
                <a:gd name="csY72" fmla="*/ 168161 h 506393"/>
                <a:gd name="csX73" fmla="*/ 146663 w 253674"/>
                <a:gd name="csY73" fmla="*/ 170549 h 506393"/>
                <a:gd name="csX74" fmla="*/ 145230 w 253674"/>
                <a:gd name="csY74" fmla="*/ 176760 h 506393"/>
                <a:gd name="csX75" fmla="*/ 142841 w 253674"/>
                <a:gd name="csY75" fmla="*/ 178193 h 506393"/>
                <a:gd name="csX76" fmla="*/ 142363 w 253674"/>
                <a:gd name="csY76" fmla="*/ 178193 h 506393"/>
                <a:gd name="csX77" fmla="*/ 141886 w 253674"/>
                <a:gd name="csY77" fmla="*/ 179626 h 506393"/>
                <a:gd name="csX78" fmla="*/ 139975 w 253674"/>
                <a:gd name="csY78" fmla="*/ 185359 h 506393"/>
                <a:gd name="csX79" fmla="*/ 139497 w 253674"/>
                <a:gd name="csY79" fmla="*/ 189181 h 506393"/>
                <a:gd name="csX80" fmla="*/ 140452 w 253674"/>
                <a:gd name="csY80" fmla="*/ 191570 h 506393"/>
                <a:gd name="csX81" fmla="*/ 143319 w 253674"/>
                <a:gd name="csY81" fmla="*/ 196825 h 506393"/>
                <a:gd name="csX82" fmla="*/ 141886 w 253674"/>
                <a:gd name="csY82" fmla="*/ 200169 h 506393"/>
                <a:gd name="csX83" fmla="*/ 140452 w 253674"/>
                <a:gd name="csY83" fmla="*/ 202080 h 506393"/>
                <a:gd name="csX84" fmla="*/ 132331 w 253674"/>
                <a:gd name="csY84" fmla="*/ 205902 h 506393"/>
                <a:gd name="csX85" fmla="*/ 128987 w 253674"/>
                <a:gd name="csY85" fmla="*/ 207335 h 506393"/>
                <a:gd name="csX86" fmla="*/ 124210 w 253674"/>
                <a:gd name="csY86" fmla="*/ 208290 h 506393"/>
                <a:gd name="csX87" fmla="*/ 116088 w 253674"/>
                <a:gd name="csY87" fmla="*/ 208290 h 506393"/>
                <a:gd name="csX88" fmla="*/ 112744 w 253674"/>
                <a:gd name="csY88" fmla="*/ 208290 h 506393"/>
                <a:gd name="csX89" fmla="*/ 106056 w 253674"/>
                <a:gd name="csY89" fmla="*/ 204946 h 506393"/>
                <a:gd name="csX90" fmla="*/ 100801 w 253674"/>
                <a:gd name="csY90" fmla="*/ 203035 h 506393"/>
                <a:gd name="csX91" fmla="*/ 96024 w 253674"/>
                <a:gd name="csY91" fmla="*/ 201124 h 506393"/>
                <a:gd name="csX92" fmla="*/ 91246 w 253674"/>
                <a:gd name="csY92" fmla="*/ 200169 h 506393"/>
                <a:gd name="csX93" fmla="*/ 92202 w 253674"/>
                <a:gd name="csY93" fmla="*/ 199691 h 506393"/>
                <a:gd name="csX94" fmla="*/ 92202 w 253674"/>
                <a:gd name="csY94" fmla="*/ 198736 h 506393"/>
                <a:gd name="csX95" fmla="*/ 91246 w 253674"/>
                <a:gd name="csY95" fmla="*/ 198258 h 506393"/>
                <a:gd name="csX96" fmla="*/ 90291 w 253674"/>
                <a:gd name="csY96" fmla="*/ 198258 h 506393"/>
                <a:gd name="csX97" fmla="*/ 87424 w 253674"/>
                <a:gd name="csY97" fmla="*/ 200169 h 506393"/>
                <a:gd name="csX98" fmla="*/ 85991 w 253674"/>
                <a:gd name="csY98" fmla="*/ 201602 h 506393"/>
                <a:gd name="csX99" fmla="*/ 85513 w 253674"/>
                <a:gd name="csY99" fmla="*/ 203513 h 506393"/>
                <a:gd name="csX100" fmla="*/ 85513 w 253674"/>
                <a:gd name="csY100" fmla="*/ 207335 h 506393"/>
                <a:gd name="csX101" fmla="*/ 85991 w 253674"/>
                <a:gd name="csY101" fmla="*/ 210201 h 506393"/>
                <a:gd name="csX102" fmla="*/ 88380 w 253674"/>
                <a:gd name="csY102" fmla="*/ 218322 h 506393"/>
                <a:gd name="csX103" fmla="*/ 88380 w 253674"/>
                <a:gd name="csY103" fmla="*/ 222622 h 506393"/>
                <a:gd name="csX104" fmla="*/ 87424 w 253674"/>
                <a:gd name="csY104" fmla="*/ 228355 h 506393"/>
                <a:gd name="csX105" fmla="*/ 88858 w 253674"/>
                <a:gd name="csY105" fmla="*/ 231221 h 506393"/>
                <a:gd name="csX106" fmla="*/ 90769 w 253674"/>
                <a:gd name="csY106" fmla="*/ 232654 h 506393"/>
                <a:gd name="csX107" fmla="*/ 94590 w 253674"/>
                <a:gd name="csY107" fmla="*/ 234087 h 506393"/>
                <a:gd name="csX108" fmla="*/ 96024 w 253674"/>
                <a:gd name="csY108" fmla="*/ 235043 h 506393"/>
                <a:gd name="csX109" fmla="*/ 97935 w 253674"/>
                <a:gd name="csY109" fmla="*/ 235043 h 506393"/>
                <a:gd name="csX110" fmla="*/ 98412 w 253674"/>
                <a:gd name="csY110" fmla="*/ 235521 h 506393"/>
                <a:gd name="csX111" fmla="*/ 97935 w 253674"/>
                <a:gd name="csY111" fmla="*/ 235998 h 506393"/>
                <a:gd name="csX112" fmla="*/ 96979 w 253674"/>
                <a:gd name="csY112" fmla="*/ 237432 h 506393"/>
                <a:gd name="csX113" fmla="*/ 96979 w 253674"/>
                <a:gd name="csY113" fmla="*/ 238865 h 506393"/>
                <a:gd name="csX114" fmla="*/ 99845 w 253674"/>
                <a:gd name="csY114" fmla="*/ 239343 h 506393"/>
                <a:gd name="csX115" fmla="*/ 103189 w 253674"/>
                <a:gd name="csY115" fmla="*/ 239343 h 506393"/>
                <a:gd name="csX116" fmla="*/ 106534 w 253674"/>
                <a:gd name="csY116" fmla="*/ 238387 h 506393"/>
                <a:gd name="csX117" fmla="*/ 107011 w 253674"/>
                <a:gd name="csY117" fmla="*/ 237432 h 506393"/>
                <a:gd name="csX118" fmla="*/ 107011 w 253674"/>
                <a:gd name="csY118" fmla="*/ 235521 h 506393"/>
                <a:gd name="csX119" fmla="*/ 103189 w 253674"/>
                <a:gd name="csY119" fmla="*/ 235043 h 506393"/>
                <a:gd name="csX120" fmla="*/ 103667 w 253674"/>
                <a:gd name="csY120" fmla="*/ 234087 h 506393"/>
                <a:gd name="csX121" fmla="*/ 106534 w 253674"/>
                <a:gd name="csY121" fmla="*/ 233132 h 506393"/>
                <a:gd name="csX122" fmla="*/ 110355 w 253674"/>
                <a:gd name="csY122" fmla="*/ 231699 h 506393"/>
                <a:gd name="csX123" fmla="*/ 112266 w 253674"/>
                <a:gd name="csY123" fmla="*/ 231699 h 506393"/>
                <a:gd name="csX124" fmla="*/ 113700 w 253674"/>
                <a:gd name="csY124" fmla="*/ 232654 h 506393"/>
                <a:gd name="csX125" fmla="*/ 114655 w 253674"/>
                <a:gd name="csY125" fmla="*/ 233610 h 506393"/>
                <a:gd name="csX126" fmla="*/ 115611 w 253674"/>
                <a:gd name="csY126" fmla="*/ 235998 h 506393"/>
                <a:gd name="csX127" fmla="*/ 116566 w 253674"/>
                <a:gd name="csY127" fmla="*/ 238865 h 506393"/>
                <a:gd name="csX128" fmla="*/ 116566 w 253674"/>
                <a:gd name="csY128" fmla="*/ 242687 h 506393"/>
                <a:gd name="csX129" fmla="*/ 116088 w 253674"/>
                <a:gd name="csY129" fmla="*/ 246031 h 506393"/>
                <a:gd name="csX130" fmla="*/ 115611 w 253674"/>
                <a:gd name="csY130" fmla="*/ 246986 h 506393"/>
                <a:gd name="csX131" fmla="*/ 114655 w 253674"/>
                <a:gd name="csY131" fmla="*/ 248419 h 506393"/>
                <a:gd name="csX132" fmla="*/ 107489 w 253674"/>
                <a:gd name="csY132" fmla="*/ 250330 h 506393"/>
                <a:gd name="csX133" fmla="*/ 106056 w 253674"/>
                <a:gd name="csY133" fmla="*/ 249853 h 506393"/>
                <a:gd name="csX134" fmla="*/ 104145 w 253674"/>
                <a:gd name="csY134" fmla="*/ 247464 h 506393"/>
                <a:gd name="csX135" fmla="*/ 103667 w 253674"/>
                <a:gd name="csY135" fmla="*/ 244598 h 506393"/>
                <a:gd name="csX136" fmla="*/ 101756 w 253674"/>
                <a:gd name="csY136" fmla="*/ 242687 h 506393"/>
                <a:gd name="csX137" fmla="*/ 98890 w 253674"/>
                <a:gd name="csY137" fmla="*/ 241253 h 506393"/>
                <a:gd name="csX138" fmla="*/ 95546 w 253674"/>
                <a:gd name="csY138" fmla="*/ 241731 h 506393"/>
                <a:gd name="csX139" fmla="*/ 92202 w 253674"/>
                <a:gd name="csY139" fmla="*/ 244598 h 506393"/>
                <a:gd name="csX140" fmla="*/ 89335 w 253674"/>
                <a:gd name="csY140" fmla="*/ 245075 h 506393"/>
                <a:gd name="csX141" fmla="*/ 87902 w 253674"/>
                <a:gd name="csY141" fmla="*/ 247464 h 506393"/>
                <a:gd name="csX142" fmla="*/ 96024 w 253674"/>
                <a:gd name="csY142" fmla="*/ 251286 h 506393"/>
                <a:gd name="csX143" fmla="*/ 99845 w 253674"/>
                <a:gd name="csY143" fmla="*/ 252241 h 506393"/>
                <a:gd name="csX144" fmla="*/ 100801 w 253674"/>
                <a:gd name="csY144" fmla="*/ 252241 h 506393"/>
                <a:gd name="csX145" fmla="*/ 102234 w 253674"/>
                <a:gd name="csY145" fmla="*/ 252719 h 506393"/>
                <a:gd name="csX146" fmla="*/ 100801 w 253674"/>
                <a:gd name="csY146" fmla="*/ 254152 h 506393"/>
                <a:gd name="csX147" fmla="*/ 99845 w 253674"/>
                <a:gd name="csY147" fmla="*/ 255108 h 506393"/>
                <a:gd name="csX148" fmla="*/ 94113 w 253674"/>
                <a:gd name="csY148" fmla="*/ 257019 h 506393"/>
                <a:gd name="csX149" fmla="*/ 91724 w 253674"/>
                <a:gd name="csY149" fmla="*/ 257974 h 506393"/>
                <a:gd name="csX150" fmla="*/ 88858 w 253674"/>
                <a:gd name="csY150" fmla="*/ 260840 h 506393"/>
                <a:gd name="csX151" fmla="*/ 84558 w 253674"/>
                <a:gd name="csY151" fmla="*/ 266573 h 506393"/>
                <a:gd name="csX152" fmla="*/ 83603 w 253674"/>
                <a:gd name="csY152" fmla="*/ 267529 h 506393"/>
                <a:gd name="csX153" fmla="*/ 83125 w 253674"/>
                <a:gd name="csY153" fmla="*/ 268962 h 506393"/>
                <a:gd name="csX154" fmla="*/ 82647 w 253674"/>
                <a:gd name="csY154" fmla="*/ 273261 h 506393"/>
                <a:gd name="csX155" fmla="*/ 83603 w 253674"/>
                <a:gd name="csY155" fmla="*/ 279472 h 506393"/>
                <a:gd name="csX156" fmla="*/ 82647 w 253674"/>
                <a:gd name="csY156" fmla="*/ 282338 h 506393"/>
                <a:gd name="csX157" fmla="*/ 83125 w 253674"/>
                <a:gd name="csY157" fmla="*/ 285682 h 506393"/>
                <a:gd name="csX158" fmla="*/ 82647 w 253674"/>
                <a:gd name="csY158" fmla="*/ 287593 h 506393"/>
                <a:gd name="csX159" fmla="*/ 81214 w 253674"/>
                <a:gd name="csY159" fmla="*/ 290460 h 506393"/>
                <a:gd name="csX160" fmla="*/ 75959 w 253674"/>
                <a:gd name="csY160" fmla="*/ 295237 h 506393"/>
                <a:gd name="csX161" fmla="*/ 74526 w 253674"/>
                <a:gd name="csY161" fmla="*/ 298581 h 506393"/>
                <a:gd name="csX162" fmla="*/ 76914 w 253674"/>
                <a:gd name="csY162" fmla="*/ 300492 h 506393"/>
                <a:gd name="csX163" fmla="*/ 76437 w 253674"/>
                <a:gd name="csY163" fmla="*/ 302403 h 506393"/>
                <a:gd name="csX164" fmla="*/ 75959 w 253674"/>
                <a:gd name="csY164" fmla="*/ 303836 h 506393"/>
                <a:gd name="csX165" fmla="*/ 73570 w 253674"/>
                <a:gd name="csY165" fmla="*/ 303836 h 506393"/>
                <a:gd name="csX166" fmla="*/ 64971 w 253674"/>
                <a:gd name="csY166" fmla="*/ 302881 h 506393"/>
                <a:gd name="csX167" fmla="*/ 61627 w 253674"/>
                <a:gd name="csY167" fmla="*/ 304792 h 506393"/>
                <a:gd name="csX168" fmla="*/ 58761 w 253674"/>
                <a:gd name="csY168" fmla="*/ 306702 h 506393"/>
                <a:gd name="csX169" fmla="*/ 58283 w 253674"/>
                <a:gd name="csY169" fmla="*/ 307658 h 506393"/>
                <a:gd name="csX170" fmla="*/ 57328 w 253674"/>
                <a:gd name="csY170" fmla="*/ 308613 h 506393"/>
                <a:gd name="csX171" fmla="*/ 51117 w 253674"/>
                <a:gd name="csY171" fmla="*/ 309569 h 506393"/>
                <a:gd name="csX172" fmla="*/ 50162 w 253674"/>
                <a:gd name="csY172" fmla="*/ 310524 h 506393"/>
                <a:gd name="csX173" fmla="*/ 43951 w 253674"/>
                <a:gd name="csY173" fmla="*/ 318646 h 506393"/>
                <a:gd name="csX174" fmla="*/ 41085 w 253674"/>
                <a:gd name="csY174" fmla="*/ 323901 h 506393"/>
                <a:gd name="csX175" fmla="*/ 37740 w 253674"/>
                <a:gd name="csY175" fmla="*/ 329156 h 506393"/>
                <a:gd name="csX176" fmla="*/ 36785 w 253674"/>
                <a:gd name="csY176" fmla="*/ 331067 h 506393"/>
                <a:gd name="csX177" fmla="*/ 36785 w 253674"/>
                <a:gd name="csY177" fmla="*/ 333933 h 506393"/>
                <a:gd name="csX178" fmla="*/ 37263 w 253674"/>
                <a:gd name="csY178" fmla="*/ 336799 h 506393"/>
                <a:gd name="csX179" fmla="*/ 37740 w 253674"/>
                <a:gd name="csY179" fmla="*/ 338710 h 506393"/>
                <a:gd name="csX180" fmla="*/ 38696 w 253674"/>
                <a:gd name="csY180" fmla="*/ 341099 h 506393"/>
                <a:gd name="csX181" fmla="*/ 41085 w 253674"/>
                <a:gd name="csY181" fmla="*/ 344443 h 506393"/>
                <a:gd name="csX182" fmla="*/ 53506 w 253674"/>
                <a:gd name="csY182" fmla="*/ 356386 h 506393"/>
                <a:gd name="csX183" fmla="*/ 55894 w 253674"/>
                <a:gd name="csY183" fmla="*/ 357342 h 506393"/>
                <a:gd name="csX184" fmla="*/ 68793 w 253674"/>
                <a:gd name="csY184" fmla="*/ 358775 h 506393"/>
                <a:gd name="csX185" fmla="*/ 71659 w 253674"/>
                <a:gd name="csY185" fmla="*/ 360208 h 506393"/>
                <a:gd name="csX186" fmla="*/ 73093 w 253674"/>
                <a:gd name="csY186" fmla="*/ 363074 h 506393"/>
                <a:gd name="csX187" fmla="*/ 74048 w 253674"/>
                <a:gd name="csY187" fmla="*/ 365463 h 506393"/>
                <a:gd name="csX188" fmla="*/ 73093 w 253674"/>
                <a:gd name="csY188" fmla="*/ 371196 h 506393"/>
                <a:gd name="csX189" fmla="*/ 72615 w 253674"/>
                <a:gd name="csY189" fmla="*/ 373107 h 506393"/>
                <a:gd name="csX190" fmla="*/ 71182 w 253674"/>
                <a:gd name="csY190" fmla="*/ 375018 h 506393"/>
                <a:gd name="csX191" fmla="*/ 67838 w 253674"/>
                <a:gd name="csY191" fmla="*/ 376929 h 506393"/>
                <a:gd name="csX192" fmla="*/ 64493 w 253674"/>
                <a:gd name="csY192" fmla="*/ 378362 h 506393"/>
                <a:gd name="csX193" fmla="*/ 65449 w 253674"/>
                <a:gd name="csY193" fmla="*/ 378840 h 506393"/>
                <a:gd name="csX194" fmla="*/ 66882 w 253674"/>
                <a:gd name="csY194" fmla="*/ 378840 h 506393"/>
                <a:gd name="csX195" fmla="*/ 70226 w 253674"/>
                <a:gd name="csY195" fmla="*/ 378362 h 506393"/>
                <a:gd name="csX196" fmla="*/ 71182 w 253674"/>
                <a:gd name="csY196" fmla="*/ 378840 h 506393"/>
                <a:gd name="csX197" fmla="*/ 72615 w 253674"/>
                <a:gd name="csY197" fmla="*/ 381228 h 506393"/>
                <a:gd name="csX198" fmla="*/ 70226 w 253674"/>
                <a:gd name="csY198" fmla="*/ 382184 h 506393"/>
                <a:gd name="csX199" fmla="*/ 69748 w 253674"/>
                <a:gd name="csY199" fmla="*/ 383617 h 506393"/>
                <a:gd name="csX200" fmla="*/ 68315 w 253674"/>
                <a:gd name="csY200" fmla="*/ 385050 h 506393"/>
                <a:gd name="csX201" fmla="*/ 60672 w 253674"/>
                <a:gd name="csY201" fmla="*/ 392216 h 506393"/>
                <a:gd name="csX202" fmla="*/ 56850 w 253674"/>
                <a:gd name="csY202" fmla="*/ 394127 h 506393"/>
                <a:gd name="csX203" fmla="*/ 53028 w 253674"/>
                <a:gd name="csY203" fmla="*/ 396993 h 506393"/>
                <a:gd name="csX204" fmla="*/ 48251 w 253674"/>
                <a:gd name="csY204" fmla="*/ 399860 h 506393"/>
                <a:gd name="csX205" fmla="*/ 46340 w 253674"/>
                <a:gd name="csY205" fmla="*/ 401771 h 506393"/>
                <a:gd name="csX206" fmla="*/ 43473 w 253674"/>
                <a:gd name="csY206" fmla="*/ 405115 h 506393"/>
                <a:gd name="csX207" fmla="*/ 39651 w 253674"/>
                <a:gd name="csY207" fmla="*/ 408937 h 506393"/>
                <a:gd name="csX208" fmla="*/ 35352 w 253674"/>
                <a:gd name="csY208" fmla="*/ 417058 h 506393"/>
                <a:gd name="csX209" fmla="*/ 35352 w 253674"/>
                <a:gd name="csY209" fmla="*/ 418491 h 506393"/>
                <a:gd name="csX210" fmla="*/ 35830 w 253674"/>
                <a:gd name="csY210" fmla="*/ 419924 h 506393"/>
                <a:gd name="csX211" fmla="*/ 33441 w 253674"/>
                <a:gd name="csY211" fmla="*/ 434256 h 506393"/>
                <a:gd name="csX212" fmla="*/ 32486 w 253674"/>
                <a:gd name="csY212" fmla="*/ 436167 h 506393"/>
                <a:gd name="csX213" fmla="*/ 30575 w 253674"/>
                <a:gd name="csY213" fmla="*/ 437600 h 506393"/>
                <a:gd name="csX214" fmla="*/ 26275 w 253674"/>
                <a:gd name="csY214" fmla="*/ 440945 h 506393"/>
                <a:gd name="csX215" fmla="*/ 23886 w 253674"/>
                <a:gd name="csY215" fmla="*/ 440945 h 506393"/>
                <a:gd name="csX216" fmla="*/ 21020 w 253674"/>
                <a:gd name="csY216" fmla="*/ 439511 h 506393"/>
                <a:gd name="csX217" fmla="*/ 19587 w 253674"/>
                <a:gd name="csY217" fmla="*/ 437600 h 506393"/>
                <a:gd name="csX218" fmla="*/ 17676 w 253674"/>
                <a:gd name="csY218" fmla="*/ 434256 h 506393"/>
                <a:gd name="csX219" fmla="*/ 15765 w 253674"/>
                <a:gd name="csY219" fmla="*/ 431390 h 506393"/>
                <a:gd name="csX220" fmla="*/ 15765 w 253674"/>
                <a:gd name="csY220" fmla="*/ 432345 h 506393"/>
                <a:gd name="csX221" fmla="*/ 16243 w 253674"/>
                <a:gd name="csY221" fmla="*/ 434256 h 506393"/>
                <a:gd name="csX222" fmla="*/ 15765 w 253674"/>
                <a:gd name="csY222" fmla="*/ 436645 h 506393"/>
                <a:gd name="csX223" fmla="*/ 10988 w 253674"/>
                <a:gd name="csY223" fmla="*/ 437122 h 506393"/>
                <a:gd name="csX224" fmla="*/ 9555 w 253674"/>
                <a:gd name="csY224" fmla="*/ 438078 h 506393"/>
                <a:gd name="csX225" fmla="*/ 14332 w 253674"/>
                <a:gd name="csY225" fmla="*/ 438078 h 506393"/>
                <a:gd name="csX226" fmla="*/ 17198 w 253674"/>
                <a:gd name="csY226" fmla="*/ 438556 h 506393"/>
                <a:gd name="csX227" fmla="*/ 18631 w 253674"/>
                <a:gd name="csY227" fmla="*/ 439033 h 506393"/>
                <a:gd name="csX228" fmla="*/ 19587 w 253674"/>
                <a:gd name="csY228" fmla="*/ 440945 h 506393"/>
                <a:gd name="csX229" fmla="*/ 20542 w 253674"/>
                <a:gd name="csY229" fmla="*/ 442855 h 506393"/>
                <a:gd name="csX230" fmla="*/ 20065 w 253674"/>
                <a:gd name="csY230" fmla="*/ 443811 h 506393"/>
                <a:gd name="csX231" fmla="*/ 17198 w 253674"/>
                <a:gd name="csY231" fmla="*/ 444766 h 506393"/>
                <a:gd name="csX232" fmla="*/ 14332 w 253674"/>
                <a:gd name="csY232" fmla="*/ 446199 h 506393"/>
                <a:gd name="csX233" fmla="*/ 10510 w 253674"/>
                <a:gd name="csY233" fmla="*/ 449066 h 506393"/>
                <a:gd name="csX234" fmla="*/ 8599 w 253674"/>
                <a:gd name="csY234" fmla="*/ 452410 h 506393"/>
                <a:gd name="csX235" fmla="*/ 7644 w 253674"/>
                <a:gd name="csY235" fmla="*/ 454799 h 506393"/>
                <a:gd name="csX236" fmla="*/ 6688 w 253674"/>
                <a:gd name="csY236" fmla="*/ 459576 h 506393"/>
                <a:gd name="csX237" fmla="*/ 6210 w 253674"/>
                <a:gd name="csY237" fmla="*/ 462920 h 506393"/>
                <a:gd name="csX238" fmla="*/ 4777 w 253674"/>
                <a:gd name="csY238" fmla="*/ 465309 h 506393"/>
                <a:gd name="csX239" fmla="*/ 1911 w 253674"/>
                <a:gd name="csY239" fmla="*/ 467697 h 506393"/>
                <a:gd name="csX240" fmla="*/ 2389 w 253674"/>
                <a:gd name="csY240" fmla="*/ 468175 h 506393"/>
                <a:gd name="csX241" fmla="*/ 3822 w 253674"/>
                <a:gd name="csY241" fmla="*/ 466742 h 506393"/>
                <a:gd name="csX242" fmla="*/ 5255 w 253674"/>
                <a:gd name="csY242" fmla="*/ 466742 h 506393"/>
                <a:gd name="csX243" fmla="*/ 6210 w 253674"/>
                <a:gd name="csY243" fmla="*/ 469608 h 506393"/>
                <a:gd name="csX244" fmla="*/ 8121 w 253674"/>
                <a:gd name="csY244" fmla="*/ 475341 h 506393"/>
                <a:gd name="csX245" fmla="*/ 8599 w 253674"/>
                <a:gd name="csY245" fmla="*/ 479640 h 506393"/>
                <a:gd name="csX246" fmla="*/ 8599 w 253674"/>
                <a:gd name="csY246" fmla="*/ 481074 h 506393"/>
                <a:gd name="csX247" fmla="*/ 8121 w 253674"/>
                <a:gd name="csY247" fmla="*/ 482507 h 506393"/>
                <a:gd name="csX248" fmla="*/ 4777 w 253674"/>
                <a:gd name="csY248" fmla="*/ 482985 h 506393"/>
                <a:gd name="csX249" fmla="*/ 1911 w 253674"/>
                <a:gd name="csY249" fmla="*/ 482985 h 506393"/>
                <a:gd name="csX250" fmla="*/ 0 w 253674"/>
                <a:gd name="csY250" fmla="*/ 483462 h 506393"/>
                <a:gd name="csX251" fmla="*/ 956 w 253674"/>
                <a:gd name="csY251" fmla="*/ 484418 h 506393"/>
                <a:gd name="csX252" fmla="*/ 2866 w 253674"/>
                <a:gd name="csY252" fmla="*/ 484418 h 506393"/>
                <a:gd name="csX253" fmla="*/ 5733 w 253674"/>
                <a:gd name="csY253" fmla="*/ 485851 h 506393"/>
                <a:gd name="csX254" fmla="*/ 8599 w 253674"/>
                <a:gd name="csY254" fmla="*/ 485373 h 506393"/>
                <a:gd name="csX255" fmla="*/ 10032 w 253674"/>
                <a:gd name="csY255" fmla="*/ 486329 h 506393"/>
                <a:gd name="csX256" fmla="*/ 10988 w 253674"/>
                <a:gd name="csY256" fmla="*/ 487284 h 506393"/>
                <a:gd name="csX257" fmla="*/ 15287 w 253674"/>
                <a:gd name="csY257" fmla="*/ 496361 h 506393"/>
                <a:gd name="csX258" fmla="*/ 19109 w 253674"/>
                <a:gd name="csY258" fmla="*/ 501616 h 506393"/>
                <a:gd name="csX259" fmla="*/ 21498 w 253674"/>
                <a:gd name="csY259" fmla="*/ 504960 h 506393"/>
                <a:gd name="csX260" fmla="*/ 20542 w 253674"/>
                <a:gd name="csY260" fmla="*/ 506393 h 5063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</a:cxnLst>
              <a:rect l="l" t="t" r="r" b="b"/>
              <a:pathLst>
                <a:path w="253674" h="506393">
                  <a:moveTo>
                    <a:pt x="223577" y="0"/>
                  </a:moveTo>
                  <a:lnTo>
                    <a:pt x="224055" y="956"/>
                  </a:lnTo>
                  <a:lnTo>
                    <a:pt x="224055" y="2389"/>
                  </a:lnTo>
                  <a:lnTo>
                    <a:pt x="224055" y="3822"/>
                  </a:lnTo>
                  <a:lnTo>
                    <a:pt x="224055" y="5255"/>
                  </a:lnTo>
                  <a:lnTo>
                    <a:pt x="225010" y="6688"/>
                  </a:lnTo>
                  <a:lnTo>
                    <a:pt x="225010" y="8121"/>
                  </a:lnTo>
                  <a:lnTo>
                    <a:pt x="223577" y="11466"/>
                  </a:lnTo>
                  <a:lnTo>
                    <a:pt x="223577" y="11466"/>
                  </a:lnTo>
                  <a:lnTo>
                    <a:pt x="223100" y="13377"/>
                  </a:lnTo>
                  <a:lnTo>
                    <a:pt x="224055" y="21976"/>
                  </a:lnTo>
                  <a:lnTo>
                    <a:pt x="223577" y="23409"/>
                  </a:lnTo>
                  <a:lnTo>
                    <a:pt x="222622" y="24364"/>
                  </a:lnTo>
                  <a:lnTo>
                    <a:pt x="221189" y="24842"/>
                  </a:lnTo>
                  <a:lnTo>
                    <a:pt x="219756" y="24364"/>
                  </a:lnTo>
                  <a:lnTo>
                    <a:pt x="218800" y="25320"/>
                  </a:lnTo>
                  <a:lnTo>
                    <a:pt x="218322" y="29142"/>
                  </a:lnTo>
                  <a:lnTo>
                    <a:pt x="216411" y="37263"/>
                  </a:lnTo>
                  <a:lnTo>
                    <a:pt x="216889" y="39174"/>
                  </a:lnTo>
                  <a:lnTo>
                    <a:pt x="218322" y="42518"/>
                  </a:lnTo>
                  <a:lnTo>
                    <a:pt x="218800" y="44429"/>
                  </a:lnTo>
                  <a:lnTo>
                    <a:pt x="219278" y="45862"/>
                  </a:lnTo>
                  <a:lnTo>
                    <a:pt x="219756" y="48728"/>
                  </a:lnTo>
                  <a:lnTo>
                    <a:pt x="218800" y="50162"/>
                  </a:lnTo>
                  <a:lnTo>
                    <a:pt x="217845" y="50162"/>
                  </a:lnTo>
                  <a:lnTo>
                    <a:pt x="216889" y="51117"/>
                  </a:lnTo>
                  <a:lnTo>
                    <a:pt x="218322" y="54461"/>
                  </a:lnTo>
                  <a:lnTo>
                    <a:pt x="219278" y="56372"/>
                  </a:lnTo>
                  <a:lnTo>
                    <a:pt x="221666" y="59716"/>
                  </a:lnTo>
                  <a:lnTo>
                    <a:pt x="232176" y="64016"/>
                  </a:lnTo>
                  <a:lnTo>
                    <a:pt x="236476" y="66882"/>
                  </a:lnTo>
                  <a:lnTo>
                    <a:pt x="241253" y="70704"/>
                  </a:lnTo>
                  <a:lnTo>
                    <a:pt x="243642" y="74526"/>
                  </a:lnTo>
                  <a:lnTo>
                    <a:pt x="244120" y="77870"/>
                  </a:lnTo>
                  <a:lnTo>
                    <a:pt x="240298" y="82647"/>
                  </a:lnTo>
                  <a:lnTo>
                    <a:pt x="239820" y="86469"/>
                  </a:lnTo>
                  <a:lnTo>
                    <a:pt x="240775" y="89335"/>
                  </a:lnTo>
                  <a:lnTo>
                    <a:pt x="241731" y="92202"/>
                  </a:lnTo>
                  <a:lnTo>
                    <a:pt x="245553" y="95546"/>
                  </a:lnTo>
                  <a:lnTo>
                    <a:pt x="248419" y="96979"/>
                  </a:lnTo>
                  <a:lnTo>
                    <a:pt x="252241" y="96501"/>
                  </a:lnTo>
                  <a:lnTo>
                    <a:pt x="252719" y="97457"/>
                  </a:lnTo>
                  <a:lnTo>
                    <a:pt x="253197" y="98412"/>
                  </a:lnTo>
                  <a:lnTo>
                    <a:pt x="253674" y="105578"/>
                  </a:lnTo>
                  <a:lnTo>
                    <a:pt x="253674" y="107967"/>
                  </a:lnTo>
                  <a:lnTo>
                    <a:pt x="252719" y="110356"/>
                  </a:lnTo>
                  <a:lnTo>
                    <a:pt x="245553" y="121343"/>
                  </a:lnTo>
                  <a:lnTo>
                    <a:pt x="239342" y="128509"/>
                  </a:lnTo>
                  <a:lnTo>
                    <a:pt x="236954" y="132331"/>
                  </a:lnTo>
                  <a:lnTo>
                    <a:pt x="236476" y="136153"/>
                  </a:lnTo>
                  <a:lnTo>
                    <a:pt x="234565" y="138064"/>
                  </a:lnTo>
                  <a:lnTo>
                    <a:pt x="223577" y="144274"/>
                  </a:lnTo>
                  <a:lnTo>
                    <a:pt x="207334" y="150007"/>
                  </a:lnTo>
                  <a:lnTo>
                    <a:pt x="193958" y="152396"/>
                  </a:lnTo>
                  <a:lnTo>
                    <a:pt x="191092" y="153829"/>
                  </a:lnTo>
                  <a:lnTo>
                    <a:pt x="169594" y="156695"/>
                  </a:lnTo>
                  <a:lnTo>
                    <a:pt x="165772" y="157173"/>
                  </a:lnTo>
                  <a:lnTo>
                    <a:pt x="160039" y="156695"/>
                  </a:lnTo>
                  <a:lnTo>
                    <a:pt x="155740" y="157173"/>
                  </a:lnTo>
                  <a:lnTo>
                    <a:pt x="150962" y="156695"/>
                  </a:lnTo>
                  <a:lnTo>
                    <a:pt x="146663" y="155262"/>
                  </a:lnTo>
                  <a:lnTo>
                    <a:pt x="144274" y="152873"/>
                  </a:lnTo>
                  <a:lnTo>
                    <a:pt x="141408" y="152873"/>
                  </a:lnTo>
                  <a:lnTo>
                    <a:pt x="140452" y="153829"/>
                  </a:lnTo>
                  <a:lnTo>
                    <a:pt x="141886" y="157173"/>
                  </a:lnTo>
                  <a:lnTo>
                    <a:pt x="141408" y="160995"/>
                  </a:lnTo>
                  <a:lnTo>
                    <a:pt x="142363" y="162906"/>
                  </a:lnTo>
                  <a:lnTo>
                    <a:pt x="143796" y="163384"/>
                  </a:lnTo>
                  <a:lnTo>
                    <a:pt x="145707" y="164339"/>
                  </a:lnTo>
                  <a:lnTo>
                    <a:pt x="147141" y="166250"/>
                  </a:lnTo>
                  <a:lnTo>
                    <a:pt x="144752" y="166250"/>
                  </a:lnTo>
                  <a:lnTo>
                    <a:pt x="145707" y="167683"/>
                  </a:lnTo>
                  <a:lnTo>
                    <a:pt x="146663" y="168161"/>
                  </a:lnTo>
                  <a:lnTo>
                    <a:pt x="146663" y="170549"/>
                  </a:lnTo>
                  <a:lnTo>
                    <a:pt x="145230" y="176760"/>
                  </a:lnTo>
                  <a:lnTo>
                    <a:pt x="142841" y="178193"/>
                  </a:lnTo>
                  <a:lnTo>
                    <a:pt x="142363" y="178193"/>
                  </a:lnTo>
                  <a:lnTo>
                    <a:pt x="141886" y="179626"/>
                  </a:lnTo>
                  <a:lnTo>
                    <a:pt x="139975" y="185359"/>
                  </a:lnTo>
                  <a:lnTo>
                    <a:pt x="139497" y="189181"/>
                  </a:lnTo>
                  <a:lnTo>
                    <a:pt x="140452" y="191570"/>
                  </a:lnTo>
                  <a:lnTo>
                    <a:pt x="143319" y="196825"/>
                  </a:lnTo>
                  <a:lnTo>
                    <a:pt x="141886" y="200169"/>
                  </a:lnTo>
                  <a:lnTo>
                    <a:pt x="140452" y="202080"/>
                  </a:lnTo>
                  <a:lnTo>
                    <a:pt x="132331" y="205902"/>
                  </a:lnTo>
                  <a:lnTo>
                    <a:pt x="128987" y="207335"/>
                  </a:lnTo>
                  <a:lnTo>
                    <a:pt x="124210" y="208290"/>
                  </a:lnTo>
                  <a:lnTo>
                    <a:pt x="116088" y="208290"/>
                  </a:lnTo>
                  <a:lnTo>
                    <a:pt x="112744" y="208290"/>
                  </a:lnTo>
                  <a:lnTo>
                    <a:pt x="106056" y="204946"/>
                  </a:lnTo>
                  <a:lnTo>
                    <a:pt x="100801" y="203035"/>
                  </a:lnTo>
                  <a:lnTo>
                    <a:pt x="96024" y="201124"/>
                  </a:lnTo>
                  <a:lnTo>
                    <a:pt x="91246" y="200169"/>
                  </a:lnTo>
                  <a:lnTo>
                    <a:pt x="92202" y="199691"/>
                  </a:lnTo>
                  <a:lnTo>
                    <a:pt x="92202" y="198736"/>
                  </a:lnTo>
                  <a:lnTo>
                    <a:pt x="91246" y="198258"/>
                  </a:lnTo>
                  <a:lnTo>
                    <a:pt x="90291" y="198258"/>
                  </a:lnTo>
                  <a:lnTo>
                    <a:pt x="87424" y="200169"/>
                  </a:lnTo>
                  <a:lnTo>
                    <a:pt x="85991" y="201602"/>
                  </a:lnTo>
                  <a:lnTo>
                    <a:pt x="85513" y="203513"/>
                  </a:lnTo>
                  <a:lnTo>
                    <a:pt x="85513" y="207335"/>
                  </a:lnTo>
                  <a:lnTo>
                    <a:pt x="85991" y="210201"/>
                  </a:lnTo>
                  <a:lnTo>
                    <a:pt x="88380" y="218322"/>
                  </a:lnTo>
                  <a:lnTo>
                    <a:pt x="88380" y="222622"/>
                  </a:lnTo>
                  <a:lnTo>
                    <a:pt x="87424" y="228355"/>
                  </a:lnTo>
                  <a:lnTo>
                    <a:pt x="88858" y="231221"/>
                  </a:lnTo>
                  <a:lnTo>
                    <a:pt x="90769" y="232654"/>
                  </a:lnTo>
                  <a:lnTo>
                    <a:pt x="94590" y="234087"/>
                  </a:lnTo>
                  <a:lnTo>
                    <a:pt x="96024" y="235043"/>
                  </a:lnTo>
                  <a:lnTo>
                    <a:pt x="97935" y="235043"/>
                  </a:lnTo>
                  <a:lnTo>
                    <a:pt x="98412" y="235521"/>
                  </a:lnTo>
                  <a:lnTo>
                    <a:pt x="97935" y="235998"/>
                  </a:lnTo>
                  <a:lnTo>
                    <a:pt x="96979" y="237432"/>
                  </a:lnTo>
                  <a:lnTo>
                    <a:pt x="96979" y="238865"/>
                  </a:lnTo>
                  <a:lnTo>
                    <a:pt x="99845" y="239343"/>
                  </a:lnTo>
                  <a:lnTo>
                    <a:pt x="103189" y="239343"/>
                  </a:lnTo>
                  <a:lnTo>
                    <a:pt x="106534" y="238387"/>
                  </a:lnTo>
                  <a:lnTo>
                    <a:pt x="107011" y="237432"/>
                  </a:lnTo>
                  <a:lnTo>
                    <a:pt x="107011" y="235521"/>
                  </a:lnTo>
                  <a:lnTo>
                    <a:pt x="103189" y="235043"/>
                  </a:lnTo>
                  <a:lnTo>
                    <a:pt x="103667" y="234087"/>
                  </a:lnTo>
                  <a:lnTo>
                    <a:pt x="106534" y="233132"/>
                  </a:lnTo>
                  <a:lnTo>
                    <a:pt x="110355" y="231699"/>
                  </a:lnTo>
                  <a:lnTo>
                    <a:pt x="112266" y="231699"/>
                  </a:lnTo>
                  <a:lnTo>
                    <a:pt x="113700" y="232654"/>
                  </a:lnTo>
                  <a:lnTo>
                    <a:pt x="114655" y="233610"/>
                  </a:lnTo>
                  <a:lnTo>
                    <a:pt x="115611" y="235998"/>
                  </a:lnTo>
                  <a:lnTo>
                    <a:pt x="116566" y="238865"/>
                  </a:lnTo>
                  <a:lnTo>
                    <a:pt x="116566" y="242687"/>
                  </a:lnTo>
                  <a:lnTo>
                    <a:pt x="116088" y="246031"/>
                  </a:lnTo>
                  <a:lnTo>
                    <a:pt x="115611" y="246986"/>
                  </a:lnTo>
                  <a:lnTo>
                    <a:pt x="114655" y="248419"/>
                  </a:lnTo>
                  <a:lnTo>
                    <a:pt x="107489" y="250330"/>
                  </a:lnTo>
                  <a:lnTo>
                    <a:pt x="106056" y="249853"/>
                  </a:lnTo>
                  <a:lnTo>
                    <a:pt x="104145" y="247464"/>
                  </a:lnTo>
                  <a:lnTo>
                    <a:pt x="103667" y="244598"/>
                  </a:lnTo>
                  <a:lnTo>
                    <a:pt x="101756" y="242687"/>
                  </a:lnTo>
                  <a:lnTo>
                    <a:pt x="98890" y="241253"/>
                  </a:lnTo>
                  <a:lnTo>
                    <a:pt x="95546" y="241731"/>
                  </a:lnTo>
                  <a:lnTo>
                    <a:pt x="92202" y="244598"/>
                  </a:lnTo>
                  <a:lnTo>
                    <a:pt x="89335" y="245075"/>
                  </a:lnTo>
                  <a:lnTo>
                    <a:pt x="87902" y="247464"/>
                  </a:lnTo>
                  <a:lnTo>
                    <a:pt x="96024" y="251286"/>
                  </a:lnTo>
                  <a:lnTo>
                    <a:pt x="99845" y="252241"/>
                  </a:lnTo>
                  <a:lnTo>
                    <a:pt x="100801" y="252241"/>
                  </a:lnTo>
                  <a:lnTo>
                    <a:pt x="102234" y="252719"/>
                  </a:lnTo>
                  <a:lnTo>
                    <a:pt x="100801" y="254152"/>
                  </a:lnTo>
                  <a:lnTo>
                    <a:pt x="99845" y="255108"/>
                  </a:lnTo>
                  <a:lnTo>
                    <a:pt x="94113" y="257019"/>
                  </a:lnTo>
                  <a:lnTo>
                    <a:pt x="91724" y="257974"/>
                  </a:lnTo>
                  <a:lnTo>
                    <a:pt x="88858" y="260840"/>
                  </a:lnTo>
                  <a:lnTo>
                    <a:pt x="84558" y="266573"/>
                  </a:lnTo>
                  <a:lnTo>
                    <a:pt x="83603" y="267529"/>
                  </a:lnTo>
                  <a:lnTo>
                    <a:pt x="83125" y="268962"/>
                  </a:lnTo>
                  <a:lnTo>
                    <a:pt x="82647" y="273261"/>
                  </a:lnTo>
                  <a:lnTo>
                    <a:pt x="83603" y="279472"/>
                  </a:lnTo>
                  <a:lnTo>
                    <a:pt x="82647" y="282338"/>
                  </a:lnTo>
                  <a:lnTo>
                    <a:pt x="83125" y="285682"/>
                  </a:lnTo>
                  <a:lnTo>
                    <a:pt x="82647" y="287593"/>
                  </a:lnTo>
                  <a:lnTo>
                    <a:pt x="81214" y="290460"/>
                  </a:lnTo>
                  <a:lnTo>
                    <a:pt x="75959" y="295237"/>
                  </a:lnTo>
                  <a:lnTo>
                    <a:pt x="74526" y="298581"/>
                  </a:lnTo>
                  <a:lnTo>
                    <a:pt x="76914" y="300492"/>
                  </a:lnTo>
                  <a:lnTo>
                    <a:pt x="76437" y="302403"/>
                  </a:lnTo>
                  <a:lnTo>
                    <a:pt x="75959" y="303836"/>
                  </a:lnTo>
                  <a:lnTo>
                    <a:pt x="73570" y="303836"/>
                  </a:lnTo>
                  <a:lnTo>
                    <a:pt x="64971" y="302881"/>
                  </a:lnTo>
                  <a:lnTo>
                    <a:pt x="61627" y="304792"/>
                  </a:lnTo>
                  <a:lnTo>
                    <a:pt x="58761" y="306702"/>
                  </a:lnTo>
                  <a:lnTo>
                    <a:pt x="58283" y="307658"/>
                  </a:lnTo>
                  <a:lnTo>
                    <a:pt x="57328" y="308613"/>
                  </a:lnTo>
                  <a:lnTo>
                    <a:pt x="51117" y="309569"/>
                  </a:lnTo>
                  <a:lnTo>
                    <a:pt x="50162" y="310524"/>
                  </a:lnTo>
                  <a:lnTo>
                    <a:pt x="43951" y="318646"/>
                  </a:lnTo>
                  <a:lnTo>
                    <a:pt x="41085" y="323901"/>
                  </a:lnTo>
                  <a:lnTo>
                    <a:pt x="37740" y="329156"/>
                  </a:lnTo>
                  <a:lnTo>
                    <a:pt x="36785" y="331067"/>
                  </a:lnTo>
                  <a:lnTo>
                    <a:pt x="36785" y="333933"/>
                  </a:lnTo>
                  <a:lnTo>
                    <a:pt x="37263" y="336799"/>
                  </a:lnTo>
                  <a:lnTo>
                    <a:pt x="37740" y="338710"/>
                  </a:lnTo>
                  <a:lnTo>
                    <a:pt x="38696" y="341099"/>
                  </a:lnTo>
                  <a:lnTo>
                    <a:pt x="41085" y="344443"/>
                  </a:lnTo>
                  <a:lnTo>
                    <a:pt x="53506" y="356386"/>
                  </a:lnTo>
                  <a:lnTo>
                    <a:pt x="55894" y="357342"/>
                  </a:lnTo>
                  <a:lnTo>
                    <a:pt x="68793" y="358775"/>
                  </a:lnTo>
                  <a:lnTo>
                    <a:pt x="71659" y="360208"/>
                  </a:lnTo>
                  <a:lnTo>
                    <a:pt x="73093" y="363074"/>
                  </a:lnTo>
                  <a:lnTo>
                    <a:pt x="74048" y="365463"/>
                  </a:lnTo>
                  <a:lnTo>
                    <a:pt x="73093" y="371196"/>
                  </a:lnTo>
                  <a:lnTo>
                    <a:pt x="72615" y="373107"/>
                  </a:lnTo>
                  <a:lnTo>
                    <a:pt x="71182" y="375018"/>
                  </a:lnTo>
                  <a:lnTo>
                    <a:pt x="67838" y="376929"/>
                  </a:lnTo>
                  <a:lnTo>
                    <a:pt x="64493" y="378362"/>
                  </a:lnTo>
                  <a:lnTo>
                    <a:pt x="65449" y="378840"/>
                  </a:lnTo>
                  <a:lnTo>
                    <a:pt x="66882" y="378840"/>
                  </a:lnTo>
                  <a:lnTo>
                    <a:pt x="70226" y="378362"/>
                  </a:lnTo>
                  <a:lnTo>
                    <a:pt x="71182" y="378840"/>
                  </a:lnTo>
                  <a:lnTo>
                    <a:pt x="72615" y="381228"/>
                  </a:lnTo>
                  <a:lnTo>
                    <a:pt x="70226" y="382184"/>
                  </a:lnTo>
                  <a:lnTo>
                    <a:pt x="69748" y="383617"/>
                  </a:lnTo>
                  <a:lnTo>
                    <a:pt x="68315" y="385050"/>
                  </a:lnTo>
                  <a:lnTo>
                    <a:pt x="60672" y="392216"/>
                  </a:lnTo>
                  <a:lnTo>
                    <a:pt x="56850" y="394127"/>
                  </a:lnTo>
                  <a:lnTo>
                    <a:pt x="53028" y="396993"/>
                  </a:lnTo>
                  <a:lnTo>
                    <a:pt x="48251" y="399860"/>
                  </a:lnTo>
                  <a:lnTo>
                    <a:pt x="46340" y="401771"/>
                  </a:lnTo>
                  <a:lnTo>
                    <a:pt x="43473" y="405115"/>
                  </a:lnTo>
                  <a:lnTo>
                    <a:pt x="39651" y="408937"/>
                  </a:lnTo>
                  <a:lnTo>
                    <a:pt x="35352" y="417058"/>
                  </a:lnTo>
                  <a:lnTo>
                    <a:pt x="35352" y="418491"/>
                  </a:lnTo>
                  <a:lnTo>
                    <a:pt x="35830" y="419924"/>
                  </a:lnTo>
                  <a:lnTo>
                    <a:pt x="33441" y="434256"/>
                  </a:lnTo>
                  <a:lnTo>
                    <a:pt x="32486" y="436167"/>
                  </a:lnTo>
                  <a:lnTo>
                    <a:pt x="30575" y="437600"/>
                  </a:lnTo>
                  <a:lnTo>
                    <a:pt x="26275" y="440945"/>
                  </a:lnTo>
                  <a:lnTo>
                    <a:pt x="23886" y="440945"/>
                  </a:lnTo>
                  <a:lnTo>
                    <a:pt x="21020" y="439511"/>
                  </a:lnTo>
                  <a:lnTo>
                    <a:pt x="19587" y="437600"/>
                  </a:lnTo>
                  <a:lnTo>
                    <a:pt x="17676" y="434256"/>
                  </a:lnTo>
                  <a:lnTo>
                    <a:pt x="15765" y="431390"/>
                  </a:lnTo>
                  <a:lnTo>
                    <a:pt x="15765" y="432345"/>
                  </a:lnTo>
                  <a:lnTo>
                    <a:pt x="16243" y="434256"/>
                  </a:lnTo>
                  <a:lnTo>
                    <a:pt x="15765" y="436645"/>
                  </a:lnTo>
                  <a:lnTo>
                    <a:pt x="10988" y="437122"/>
                  </a:lnTo>
                  <a:lnTo>
                    <a:pt x="9555" y="438078"/>
                  </a:lnTo>
                  <a:lnTo>
                    <a:pt x="14332" y="438078"/>
                  </a:lnTo>
                  <a:lnTo>
                    <a:pt x="17198" y="438556"/>
                  </a:lnTo>
                  <a:lnTo>
                    <a:pt x="18631" y="439033"/>
                  </a:lnTo>
                  <a:lnTo>
                    <a:pt x="19587" y="440945"/>
                  </a:lnTo>
                  <a:lnTo>
                    <a:pt x="20542" y="442855"/>
                  </a:lnTo>
                  <a:lnTo>
                    <a:pt x="20065" y="443811"/>
                  </a:lnTo>
                  <a:lnTo>
                    <a:pt x="17198" y="444766"/>
                  </a:lnTo>
                  <a:lnTo>
                    <a:pt x="14332" y="446199"/>
                  </a:lnTo>
                  <a:lnTo>
                    <a:pt x="10510" y="449066"/>
                  </a:lnTo>
                  <a:lnTo>
                    <a:pt x="8599" y="452410"/>
                  </a:lnTo>
                  <a:lnTo>
                    <a:pt x="7644" y="454799"/>
                  </a:lnTo>
                  <a:lnTo>
                    <a:pt x="6688" y="459576"/>
                  </a:lnTo>
                  <a:lnTo>
                    <a:pt x="6210" y="462920"/>
                  </a:lnTo>
                  <a:lnTo>
                    <a:pt x="4777" y="465309"/>
                  </a:lnTo>
                  <a:lnTo>
                    <a:pt x="1911" y="467697"/>
                  </a:lnTo>
                  <a:lnTo>
                    <a:pt x="2389" y="468175"/>
                  </a:lnTo>
                  <a:lnTo>
                    <a:pt x="3822" y="466742"/>
                  </a:lnTo>
                  <a:lnTo>
                    <a:pt x="5255" y="466742"/>
                  </a:lnTo>
                  <a:lnTo>
                    <a:pt x="6210" y="469608"/>
                  </a:lnTo>
                  <a:lnTo>
                    <a:pt x="8121" y="475341"/>
                  </a:lnTo>
                  <a:lnTo>
                    <a:pt x="8599" y="479640"/>
                  </a:lnTo>
                  <a:lnTo>
                    <a:pt x="8599" y="481074"/>
                  </a:lnTo>
                  <a:lnTo>
                    <a:pt x="8121" y="482507"/>
                  </a:lnTo>
                  <a:lnTo>
                    <a:pt x="4777" y="482985"/>
                  </a:lnTo>
                  <a:lnTo>
                    <a:pt x="1911" y="482985"/>
                  </a:lnTo>
                  <a:lnTo>
                    <a:pt x="0" y="483462"/>
                  </a:lnTo>
                  <a:lnTo>
                    <a:pt x="956" y="484418"/>
                  </a:lnTo>
                  <a:lnTo>
                    <a:pt x="2866" y="484418"/>
                  </a:lnTo>
                  <a:lnTo>
                    <a:pt x="5733" y="485851"/>
                  </a:lnTo>
                  <a:lnTo>
                    <a:pt x="8599" y="485373"/>
                  </a:lnTo>
                  <a:lnTo>
                    <a:pt x="10032" y="486329"/>
                  </a:lnTo>
                  <a:lnTo>
                    <a:pt x="10988" y="487284"/>
                  </a:lnTo>
                  <a:lnTo>
                    <a:pt x="15287" y="496361"/>
                  </a:lnTo>
                  <a:lnTo>
                    <a:pt x="19109" y="501616"/>
                  </a:lnTo>
                  <a:lnTo>
                    <a:pt x="21498" y="504960"/>
                  </a:lnTo>
                  <a:lnTo>
                    <a:pt x="20542" y="50639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0" name="Freeform 3239">
              <a:extLst>
                <a:ext uri="{FF2B5EF4-FFF2-40B4-BE49-F238E27FC236}">
                  <a16:creationId xmlns:a16="http://schemas.microsoft.com/office/drawing/2014/main" id="{95A16395-61DD-42C0-05FE-BC9FB17B61C4}"/>
                </a:ext>
              </a:extLst>
            </p:cNvPr>
            <p:cNvSpPr/>
            <p:nvPr/>
          </p:nvSpPr>
          <p:spPr>
            <a:xfrm>
              <a:off x="4733515" y="5336835"/>
              <a:ext cx="477" cy="2388"/>
            </a:xfrm>
            <a:custGeom>
              <a:avLst/>
              <a:gdLst>
                <a:gd name="csX0" fmla="*/ 478 w 477"/>
                <a:gd name="csY0" fmla="*/ 0 h 2388"/>
                <a:gd name="csX1" fmla="*/ 0 w 477"/>
                <a:gd name="csY1" fmla="*/ 956 h 2388"/>
                <a:gd name="csX2" fmla="*/ 0 w 477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2388">
                  <a:moveTo>
                    <a:pt x="478" y="0"/>
                  </a:moveTo>
                  <a:lnTo>
                    <a:pt x="0" y="956"/>
                  </a:ln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1" name="Freeform 3240">
              <a:extLst>
                <a:ext uri="{FF2B5EF4-FFF2-40B4-BE49-F238E27FC236}">
                  <a16:creationId xmlns:a16="http://schemas.microsoft.com/office/drawing/2014/main" id="{88567CF8-A1A9-296E-A163-6BDFA13C04CC}"/>
                </a:ext>
              </a:extLst>
            </p:cNvPr>
            <p:cNvSpPr/>
            <p:nvPr/>
          </p:nvSpPr>
          <p:spPr>
            <a:xfrm>
              <a:off x="4732559" y="5333491"/>
              <a:ext cx="1433" cy="3344"/>
            </a:xfrm>
            <a:custGeom>
              <a:avLst/>
              <a:gdLst>
                <a:gd name="csX0" fmla="*/ 478 w 1433"/>
                <a:gd name="csY0" fmla="*/ 0 h 3344"/>
                <a:gd name="csX1" fmla="*/ 0 w 1433"/>
                <a:gd name="csY1" fmla="*/ 1433 h 3344"/>
                <a:gd name="csX2" fmla="*/ 956 w 1433"/>
                <a:gd name="csY2" fmla="*/ 2389 h 3344"/>
                <a:gd name="csX3" fmla="*/ 1433 w 1433"/>
                <a:gd name="csY3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3344">
                  <a:moveTo>
                    <a:pt x="478" y="0"/>
                  </a:moveTo>
                  <a:lnTo>
                    <a:pt x="0" y="1433"/>
                  </a:lnTo>
                  <a:lnTo>
                    <a:pt x="956" y="2389"/>
                  </a:lnTo>
                  <a:lnTo>
                    <a:pt x="1433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2" name="Freeform 3241">
              <a:extLst>
                <a:ext uri="{FF2B5EF4-FFF2-40B4-BE49-F238E27FC236}">
                  <a16:creationId xmlns:a16="http://schemas.microsoft.com/office/drawing/2014/main" id="{B1C3A01F-FEFA-D6AE-4CF4-92723B0A45E5}"/>
                </a:ext>
              </a:extLst>
            </p:cNvPr>
            <p:cNvSpPr/>
            <p:nvPr/>
          </p:nvSpPr>
          <p:spPr>
            <a:xfrm>
              <a:off x="4735426" y="5327280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0 w 477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3" name="Freeform 3242">
              <a:extLst>
                <a:ext uri="{FF2B5EF4-FFF2-40B4-BE49-F238E27FC236}">
                  <a16:creationId xmlns:a16="http://schemas.microsoft.com/office/drawing/2014/main" id="{2D80B2C9-D18C-9CAC-7AD5-B071C01EFF95}"/>
                </a:ext>
              </a:extLst>
            </p:cNvPr>
            <p:cNvSpPr/>
            <p:nvPr/>
          </p:nvSpPr>
          <p:spPr>
            <a:xfrm>
              <a:off x="4735426" y="5323459"/>
              <a:ext cx="477" cy="3344"/>
            </a:xfrm>
            <a:custGeom>
              <a:avLst/>
              <a:gdLst>
                <a:gd name="csX0" fmla="*/ 478 w 477"/>
                <a:gd name="csY0" fmla="*/ 0 h 3344"/>
                <a:gd name="csX1" fmla="*/ 478 w 477"/>
                <a:gd name="csY1" fmla="*/ 0 h 3344"/>
                <a:gd name="csX2" fmla="*/ 0 w 477"/>
                <a:gd name="csY2" fmla="*/ 478 h 3344"/>
                <a:gd name="csX3" fmla="*/ 478 w 477"/>
                <a:gd name="csY3" fmla="*/ 1911 h 3344"/>
                <a:gd name="csX4" fmla="*/ 478 w 477"/>
                <a:gd name="csY4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3344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478" y="1911"/>
                  </a:lnTo>
                  <a:lnTo>
                    <a:pt x="478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4" name="Freeform 3243">
              <a:extLst>
                <a:ext uri="{FF2B5EF4-FFF2-40B4-BE49-F238E27FC236}">
                  <a16:creationId xmlns:a16="http://schemas.microsoft.com/office/drawing/2014/main" id="{9D018C26-0795-8899-A871-57B9DE7ED58B}"/>
                </a:ext>
              </a:extLst>
            </p:cNvPr>
            <p:cNvSpPr/>
            <p:nvPr/>
          </p:nvSpPr>
          <p:spPr>
            <a:xfrm>
              <a:off x="4735903" y="5313904"/>
              <a:ext cx="1433" cy="7643"/>
            </a:xfrm>
            <a:custGeom>
              <a:avLst/>
              <a:gdLst>
                <a:gd name="csX0" fmla="*/ 956 w 1433"/>
                <a:gd name="csY0" fmla="*/ 0 h 7643"/>
                <a:gd name="csX1" fmla="*/ 956 w 1433"/>
                <a:gd name="csY1" fmla="*/ 0 h 7643"/>
                <a:gd name="csX2" fmla="*/ 0 w 1433"/>
                <a:gd name="csY2" fmla="*/ 1911 h 7643"/>
                <a:gd name="csX3" fmla="*/ 956 w 1433"/>
                <a:gd name="csY3" fmla="*/ 4777 h 7643"/>
                <a:gd name="csX4" fmla="*/ 1433 w 1433"/>
                <a:gd name="csY4" fmla="*/ 764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7643">
                  <a:moveTo>
                    <a:pt x="956" y="0"/>
                  </a:moveTo>
                  <a:lnTo>
                    <a:pt x="956" y="0"/>
                  </a:lnTo>
                  <a:lnTo>
                    <a:pt x="0" y="1911"/>
                  </a:lnTo>
                  <a:lnTo>
                    <a:pt x="956" y="4777"/>
                  </a:lnTo>
                  <a:lnTo>
                    <a:pt x="1433" y="76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5" name="Freeform 3244">
              <a:extLst>
                <a:ext uri="{FF2B5EF4-FFF2-40B4-BE49-F238E27FC236}">
                  <a16:creationId xmlns:a16="http://schemas.microsoft.com/office/drawing/2014/main" id="{62C46B06-1FB4-A941-CFF1-5B23B882CD3A}"/>
                </a:ext>
              </a:extLst>
            </p:cNvPr>
            <p:cNvSpPr/>
            <p:nvPr/>
          </p:nvSpPr>
          <p:spPr>
            <a:xfrm>
              <a:off x="4740681" y="5307694"/>
              <a:ext cx="477" cy="1910"/>
            </a:xfrm>
            <a:custGeom>
              <a:avLst/>
              <a:gdLst>
                <a:gd name="csX0" fmla="*/ 478 w 477"/>
                <a:gd name="csY0" fmla="*/ 0 h 1910"/>
                <a:gd name="csX1" fmla="*/ 0 w 477"/>
                <a:gd name="csY1" fmla="*/ 478 h 1910"/>
                <a:gd name="csX2" fmla="*/ 0 w 477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910">
                  <a:moveTo>
                    <a:pt x="478" y="0"/>
                  </a:moveTo>
                  <a:lnTo>
                    <a:pt x="0" y="478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6" name="Freeform 3245">
              <a:extLst>
                <a:ext uri="{FF2B5EF4-FFF2-40B4-BE49-F238E27FC236}">
                  <a16:creationId xmlns:a16="http://schemas.microsoft.com/office/drawing/2014/main" id="{4F3CA7ED-931B-E901-21FC-D24ADCC8A73F}"/>
                </a:ext>
              </a:extLst>
            </p:cNvPr>
            <p:cNvSpPr/>
            <p:nvPr/>
          </p:nvSpPr>
          <p:spPr>
            <a:xfrm>
              <a:off x="4741158" y="5306260"/>
              <a:ext cx="955" cy="1433"/>
            </a:xfrm>
            <a:custGeom>
              <a:avLst/>
              <a:gdLst>
                <a:gd name="csX0" fmla="*/ 955 w 955"/>
                <a:gd name="csY0" fmla="*/ 0 h 1433"/>
                <a:gd name="csX1" fmla="*/ 955 w 955"/>
                <a:gd name="csY1" fmla="*/ 478 h 1433"/>
                <a:gd name="csX2" fmla="*/ 0 w 955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955" y="0"/>
                  </a:moveTo>
                  <a:lnTo>
                    <a:pt x="955" y="478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7" name="Freeform 3246">
              <a:extLst>
                <a:ext uri="{FF2B5EF4-FFF2-40B4-BE49-F238E27FC236}">
                  <a16:creationId xmlns:a16="http://schemas.microsoft.com/office/drawing/2014/main" id="{D2D01373-B8D1-5F7B-2E27-3F3348C56AC2}"/>
                </a:ext>
              </a:extLst>
            </p:cNvPr>
            <p:cNvSpPr/>
            <p:nvPr/>
          </p:nvSpPr>
          <p:spPr>
            <a:xfrm>
              <a:off x="4745458" y="5300528"/>
              <a:ext cx="1911" cy="3821"/>
            </a:xfrm>
            <a:custGeom>
              <a:avLst/>
              <a:gdLst>
                <a:gd name="csX0" fmla="*/ 1911 w 1911"/>
                <a:gd name="csY0" fmla="*/ 0 h 3821"/>
                <a:gd name="csX1" fmla="*/ 1911 w 1911"/>
                <a:gd name="csY1" fmla="*/ 0 h 3821"/>
                <a:gd name="csX2" fmla="*/ 1433 w 1911"/>
                <a:gd name="csY2" fmla="*/ 1911 h 3821"/>
                <a:gd name="csX3" fmla="*/ 0 w 1911"/>
                <a:gd name="csY3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3821">
                  <a:moveTo>
                    <a:pt x="1911" y="0"/>
                  </a:moveTo>
                  <a:lnTo>
                    <a:pt x="1911" y="0"/>
                  </a:lnTo>
                  <a:lnTo>
                    <a:pt x="1433" y="1911"/>
                  </a:lnTo>
                  <a:lnTo>
                    <a:pt x="0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8" name="Freeform 3247">
              <a:extLst>
                <a:ext uri="{FF2B5EF4-FFF2-40B4-BE49-F238E27FC236}">
                  <a16:creationId xmlns:a16="http://schemas.microsoft.com/office/drawing/2014/main" id="{25F2741E-654B-1411-8285-CBE0B02C6AA0}"/>
                </a:ext>
              </a:extLst>
            </p:cNvPr>
            <p:cNvSpPr/>
            <p:nvPr/>
          </p:nvSpPr>
          <p:spPr>
            <a:xfrm>
              <a:off x="4754535" y="5285718"/>
              <a:ext cx="7165" cy="9554"/>
            </a:xfrm>
            <a:custGeom>
              <a:avLst/>
              <a:gdLst>
                <a:gd name="csX0" fmla="*/ 7166 w 7165"/>
                <a:gd name="csY0" fmla="*/ 0 h 9554"/>
                <a:gd name="csX1" fmla="*/ 7166 w 7165"/>
                <a:gd name="csY1" fmla="*/ 0 h 9554"/>
                <a:gd name="csX2" fmla="*/ 6210 w 7165"/>
                <a:gd name="csY2" fmla="*/ 1433 h 9554"/>
                <a:gd name="csX3" fmla="*/ 6210 w 7165"/>
                <a:gd name="csY3" fmla="*/ 1433 h 9554"/>
                <a:gd name="csX4" fmla="*/ 5255 w 7165"/>
                <a:gd name="csY4" fmla="*/ 2867 h 9554"/>
                <a:gd name="csX5" fmla="*/ 3344 w 7165"/>
                <a:gd name="csY5" fmla="*/ 5733 h 9554"/>
                <a:gd name="csX6" fmla="*/ 0 w 7165"/>
                <a:gd name="csY6" fmla="*/ 95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65" h="9554">
                  <a:moveTo>
                    <a:pt x="7166" y="0"/>
                  </a:moveTo>
                  <a:lnTo>
                    <a:pt x="7166" y="0"/>
                  </a:lnTo>
                  <a:lnTo>
                    <a:pt x="6210" y="1433"/>
                  </a:lnTo>
                  <a:lnTo>
                    <a:pt x="6210" y="1433"/>
                  </a:lnTo>
                  <a:lnTo>
                    <a:pt x="5255" y="2867"/>
                  </a:lnTo>
                  <a:lnTo>
                    <a:pt x="3344" y="5733"/>
                  </a:lnTo>
                  <a:lnTo>
                    <a:pt x="0" y="95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9" name="Freeform 3248">
              <a:extLst>
                <a:ext uri="{FF2B5EF4-FFF2-40B4-BE49-F238E27FC236}">
                  <a16:creationId xmlns:a16="http://schemas.microsoft.com/office/drawing/2014/main" id="{1083A63E-E87D-71B6-BDBD-C16ABBC4CFB3}"/>
                </a:ext>
              </a:extLst>
            </p:cNvPr>
            <p:cNvSpPr/>
            <p:nvPr/>
          </p:nvSpPr>
          <p:spPr>
            <a:xfrm>
              <a:off x="4765523" y="5277119"/>
              <a:ext cx="3344" cy="5732"/>
            </a:xfrm>
            <a:custGeom>
              <a:avLst/>
              <a:gdLst>
                <a:gd name="csX0" fmla="*/ 3344 w 3344"/>
                <a:gd name="csY0" fmla="*/ 0 h 5732"/>
                <a:gd name="csX1" fmla="*/ 3344 w 3344"/>
                <a:gd name="csY1" fmla="*/ 478 h 5732"/>
                <a:gd name="csX2" fmla="*/ 1433 w 3344"/>
                <a:gd name="csY2" fmla="*/ 2389 h 5732"/>
                <a:gd name="csX3" fmla="*/ 1433 w 3344"/>
                <a:gd name="csY3" fmla="*/ 2866 h 5732"/>
                <a:gd name="csX4" fmla="*/ 0 w 3344"/>
                <a:gd name="csY4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5732">
                  <a:moveTo>
                    <a:pt x="3344" y="0"/>
                  </a:moveTo>
                  <a:lnTo>
                    <a:pt x="3344" y="478"/>
                  </a:lnTo>
                  <a:lnTo>
                    <a:pt x="1433" y="2389"/>
                  </a:lnTo>
                  <a:lnTo>
                    <a:pt x="1433" y="2866"/>
                  </a:lnTo>
                  <a:lnTo>
                    <a:pt x="0" y="57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0" name="Freeform 3249">
              <a:extLst>
                <a:ext uri="{FF2B5EF4-FFF2-40B4-BE49-F238E27FC236}">
                  <a16:creationId xmlns:a16="http://schemas.microsoft.com/office/drawing/2014/main" id="{1D590731-EB6B-309F-94B6-2926A3ABB71A}"/>
                </a:ext>
              </a:extLst>
            </p:cNvPr>
            <p:cNvSpPr/>
            <p:nvPr/>
          </p:nvSpPr>
          <p:spPr>
            <a:xfrm>
              <a:off x="4771255" y="5272342"/>
              <a:ext cx="2388" cy="3344"/>
            </a:xfrm>
            <a:custGeom>
              <a:avLst/>
              <a:gdLst>
                <a:gd name="csX0" fmla="*/ 2389 w 2388"/>
                <a:gd name="csY0" fmla="*/ 0 h 3344"/>
                <a:gd name="csX1" fmla="*/ 2389 w 2388"/>
                <a:gd name="csY1" fmla="*/ 0 h 3344"/>
                <a:gd name="csX2" fmla="*/ 1433 w 2388"/>
                <a:gd name="csY2" fmla="*/ 478 h 3344"/>
                <a:gd name="csX3" fmla="*/ 1433 w 2388"/>
                <a:gd name="csY3" fmla="*/ 956 h 3344"/>
                <a:gd name="csX4" fmla="*/ 1433 w 2388"/>
                <a:gd name="csY4" fmla="*/ 1911 h 3344"/>
                <a:gd name="csX5" fmla="*/ 0 w 2388"/>
                <a:gd name="csY5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3344">
                  <a:moveTo>
                    <a:pt x="2389" y="0"/>
                  </a:moveTo>
                  <a:lnTo>
                    <a:pt x="2389" y="0"/>
                  </a:lnTo>
                  <a:lnTo>
                    <a:pt x="1433" y="478"/>
                  </a:lnTo>
                  <a:lnTo>
                    <a:pt x="1433" y="956"/>
                  </a:lnTo>
                  <a:lnTo>
                    <a:pt x="1433" y="1911"/>
                  </a:lnTo>
                  <a:lnTo>
                    <a:pt x="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1" name="Freeform 3250">
              <a:extLst>
                <a:ext uri="{FF2B5EF4-FFF2-40B4-BE49-F238E27FC236}">
                  <a16:creationId xmlns:a16="http://schemas.microsoft.com/office/drawing/2014/main" id="{D002D1A6-3270-5556-B6B1-6E39FB5F82CF}"/>
                </a:ext>
              </a:extLst>
            </p:cNvPr>
            <p:cNvSpPr/>
            <p:nvPr/>
          </p:nvSpPr>
          <p:spPr>
            <a:xfrm>
              <a:off x="4774600" y="5269953"/>
              <a:ext cx="955" cy="1911"/>
            </a:xfrm>
            <a:custGeom>
              <a:avLst/>
              <a:gdLst>
                <a:gd name="csX0" fmla="*/ 955 w 955"/>
                <a:gd name="csY0" fmla="*/ 0 h 1911"/>
                <a:gd name="csX1" fmla="*/ 955 w 955"/>
                <a:gd name="csY1" fmla="*/ 0 h 1911"/>
                <a:gd name="csX2" fmla="*/ 478 w 955"/>
                <a:gd name="csY2" fmla="*/ 478 h 1911"/>
                <a:gd name="csX3" fmla="*/ 478 w 955"/>
                <a:gd name="csY3" fmla="*/ 1433 h 1911"/>
                <a:gd name="csX4" fmla="*/ 0 w 955"/>
                <a:gd name="csY4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911">
                  <a:moveTo>
                    <a:pt x="955" y="0"/>
                  </a:moveTo>
                  <a:lnTo>
                    <a:pt x="955" y="0"/>
                  </a:lnTo>
                  <a:lnTo>
                    <a:pt x="478" y="478"/>
                  </a:lnTo>
                  <a:lnTo>
                    <a:pt x="478" y="1433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2" name="Freeform 3251">
              <a:extLst>
                <a:ext uri="{FF2B5EF4-FFF2-40B4-BE49-F238E27FC236}">
                  <a16:creationId xmlns:a16="http://schemas.microsoft.com/office/drawing/2014/main" id="{27D2DD1D-0EF3-0468-7449-72388E052AED}"/>
                </a:ext>
              </a:extLst>
            </p:cNvPr>
            <p:cNvSpPr/>
            <p:nvPr/>
          </p:nvSpPr>
          <p:spPr>
            <a:xfrm>
              <a:off x="4778421" y="5266609"/>
              <a:ext cx="1433" cy="3344"/>
            </a:xfrm>
            <a:custGeom>
              <a:avLst/>
              <a:gdLst>
                <a:gd name="csX0" fmla="*/ 478 w 1433"/>
                <a:gd name="csY0" fmla="*/ 0 h 3344"/>
                <a:gd name="csX1" fmla="*/ 0 w 1433"/>
                <a:gd name="csY1" fmla="*/ 0 h 3344"/>
                <a:gd name="csX2" fmla="*/ 0 w 1433"/>
                <a:gd name="csY2" fmla="*/ 956 h 3344"/>
                <a:gd name="csX3" fmla="*/ 956 w 1433"/>
                <a:gd name="csY3" fmla="*/ 1911 h 3344"/>
                <a:gd name="csX4" fmla="*/ 1433 w 1433"/>
                <a:gd name="csY4" fmla="*/ 2867 h 3344"/>
                <a:gd name="csX5" fmla="*/ 956 w 1433"/>
                <a:gd name="csY5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3344">
                  <a:moveTo>
                    <a:pt x="478" y="0"/>
                  </a:moveTo>
                  <a:lnTo>
                    <a:pt x="0" y="0"/>
                  </a:lnTo>
                  <a:lnTo>
                    <a:pt x="0" y="956"/>
                  </a:lnTo>
                  <a:lnTo>
                    <a:pt x="956" y="1911"/>
                  </a:lnTo>
                  <a:lnTo>
                    <a:pt x="1433" y="2867"/>
                  </a:lnTo>
                  <a:lnTo>
                    <a:pt x="956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3" name="Freeform 3252">
              <a:extLst>
                <a:ext uri="{FF2B5EF4-FFF2-40B4-BE49-F238E27FC236}">
                  <a16:creationId xmlns:a16="http://schemas.microsoft.com/office/drawing/2014/main" id="{F0AD36EA-C6E3-08ED-11B6-19D1561FAD06}"/>
                </a:ext>
              </a:extLst>
            </p:cNvPr>
            <p:cNvSpPr/>
            <p:nvPr/>
          </p:nvSpPr>
          <p:spPr>
            <a:xfrm>
              <a:off x="4790842" y="5258965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0 w 955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4" name="Freeform 3253">
              <a:extLst>
                <a:ext uri="{FF2B5EF4-FFF2-40B4-BE49-F238E27FC236}">
                  <a16:creationId xmlns:a16="http://schemas.microsoft.com/office/drawing/2014/main" id="{AFB17B82-BAEC-3A32-EB19-A3142690454A}"/>
                </a:ext>
              </a:extLst>
            </p:cNvPr>
            <p:cNvSpPr/>
            <p:nvPr/>
          </p:nvSpPr>
          <p:spPr>
            <a:xfrm>
              <a:off x="4791798" y="5257532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0 h 1433"/>
                <a:gd name="csX2" fmla="*/ 0 w 477"/>
                <a:gd name="csY2" fmla="*/ 478 h 1433"/>
                <a:gd name="csX3" fmla="*/ 0 w 477"/>
                <a:gd name="csY3" fmla="*/ 478 h 1433"/>
                <a:gd name="csX4" fmla="*/ 0 w 477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5" name="Freeform 3254">
              <a:extLst>
                <a:ext uri="{FF2B5EF4-FFF2-40B4-BE49-F238E27FC236}">
                  <a16:creationId xmlns:a16="http://schemas.microsoft.com/office/drawing/2014/main" id="{F6245A45-9AD7-3265-ADC7-FFD567C900CC}"/>
                </a:ext>
              </a:extLst>
            </p:cNvPr>
            <p:cNvSpPr/>
            <p:nvPr/>
          </p:nvSpPr>
          <p:spPr>
            <a:xfrm>
              <a:off x="4794664" y="5253232"/>
              <a:ext cx="1911" cy="2866"/>
            </a:xfrm>
            <a:custGeom>
              <a:avLst/>
              <a:gdLst>
                <a:gd name="csX0" fmla="*/ 1911 w 1911"/>
                <a:gd name="csY0" fmla="*/ 0 h 2866"/>
                <a:gd name="csX1" fmla="*/ 1911 w 1911"/>
                <a:gd name="csY1" fmla="*/ 0 h 2866"/>
                <a:gd name="csX2" fmla="*/ 956 w 1911"/>
                <a:gd name="csY2" fmla="*/ 956 h 2866"/>
                <a:gd name="csX3" fmla="*/ 956 w 1911"/>
                <a:gd name="csY3" fmla="*/ 956 h 2866"/>
                <a:gd name="csX4" fmla="*/ 0 w 1911"/>
                <a:gd name="csY4" fmla="*/ 1911 h 2866"/>
                <a:gd name="csX5" fmla="*/ 0 w 1911"/>
                <a:gd name="csY5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2866">
                  <a:moveTo>
                    <a:pt x="1911" y="0"/>
                  </a:moveTo>
                  <a:lnTo>
                    <a:pt x="1911" y="0"/>
                  </a:lnTo>
                  <a:lnTo>
                    <a:pt x="956" y="956"/>
                  </a:lnTo>
                  <a:lnTo>
                    <a:pt x="956" y="956"/>
                  </a:lnTo>
                  <a:lnTo>
                    <a:pt x="0" y="1911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6" name="Freeform 3255">
              <a:extLst>
                <a:ext uri="{FF2B5EF4-FFF2-40B4-BE49-F238E27FC236}">
                  <a16:creationId xmlns:a16="http://schemas.microsoft.com/office/drawing/2014/main" id="{75E62255-F277-2929-D85E-6DA1BE9B87C1}"/>
                </a:ext>
              </a:extLst>
            </p:cNvPr>
            <p:cNvSpPr/>
            <p:nvPr/>
          </p:nvSpPr>
          <p:spPr>
            <a:xfrm>
              <a:off x="4806607" y="5247500"/>
              <a:ext cx="2388" cy="2866"/>
            </a:xfrm>
            <a:custGeom>
              <a:avLst/>
              <a:gdLst>
                <a:gd name="csX0" fmla="*/ 2389 w 2388"/>
                <a:gd name="csY0" fmla="*/ 0 h 2866"/>
                <a:gd name="csX1" fmla="*/ 2389 w 2388"/>
                <a:gd name="csY1" fmla="*/ 478 h 2866"/>
                <a:gd name="csX2" fmla="*/ 956 w 2388"/>
                <a:gd name="csY2" fmla="*/ 1911 h 2866"/>
                <a:gd name="csX3" fmla="*/ 0 w 2388"/>
                <a:gd name="csY3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2866">
                  <a:moveTo>
                    <a:pt x="2389" y="0"/>
                  </a:moveTo>
                  <a:lnTo>
                    <a:pt x="2389" y="478"/>
                  </a:lnTo>
                  <a:lnTo>
                    <a:pt x="956" y="1911"/>
                  </a:lnTo>
                  <a:lnTo>
                    <a:pt x="0" y="286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7" name="Freeform 3256">
              <a:extLst>
                <a:ext uri="{FF2B5EF4-FFF2-40B4-BE49-F238E27FC236}">
                  <a16:creationId xmlns:a16="http://schemas.microsoft.com/office/drawing/2014/main" id="{326D5203-A1CF-8AF8-D427-F9C8D3930AC7}"/>
                </a:ext>
              </a:extLst>
            </p:cNvPr>
            <p:cNvSpPr/>
            <p:nvPr/>
          </p:nvSpPr>
          <p:spPr>
            <a:xfrm>
              <a:off x="4816162" y="5228868"/>
              <a:ext cx="2388" cy="15287"/>
            </a:xfrm>
            <a:custGeom>
              <a:avLst/>
              <a:gdLst>
                <a:gd name="csX0" fmla="*/ 2389 w 2388"/>
                <a:gd name="csY0" fmla="*/ 0 h 15287"/>
                <a:gd name="csX1" fmla="*/ 2389 w 2388"/>
                <a:gd name="csY1" fmla="*/ 0 h 15287"/>
                <a:gd name="csX2" fmla="*/ 2389 w 2388"/>
                <a:gd name="csY2" fmla="*/ 1911 h 15287"/>
                <a:gd name="csX3" fmla="*/ 1911 w 2388"/>
                <a:gd name="csY3" fmla="*/ 6210 h 15287"/>
                <a:gd name="csX4" fmla="*/ 1433 w 2388"/>
                <a:gd name="csY4" fmla="*/ 7644 h 15287"/>
                <a:gd name="csX5" fmla="*/ 1911 w 2388"/>
                <a:gd name="csY5" fmla="*/ 9077 h 15287"/>
                <a:gd name="csX6" fmla="*/ 2389 w 2388"/>
                <a:gd name="csY6" fmla="*/ 10510 h 15287"/>
                <a:gd name="csX7" fmla="*/ 1433 w 2388"/>
                <a:gd name="csY7" fmla="*/ 12421 h 15287"/>
                <a:gd name="csX8" fmla="*/ 0 w 2388"/>
                <a:gd name="csY8" fmla="*/ 15287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15287">
                  <a:moveTo>
                    <a:pt x="2389" y="0"/>
                  </a:moveTo>
                  <a:lnTo>
                    <a:pt x="2389" y="0"/>
                  </a:lnTo>
                  <a:lnTo>
                    <a:pt x="2389" y="1911"/>
                  </a:lnTo>
                  <a:lnTo>
                    <a:pt x="1911" y="6210"/>
                  </a:lnTo>
                  <a:lnTo>
                    <a:pt x="1433" y="7644"/>
                  </a:lnTo>
                  <a:lnTo>
                    <a:pt x="1911" y="9077"/>
                  </a:lnTo>
                  <a:lnTo>
                    <a:pt x="2389" y="10510"/>
                  </a:lnTo>
                  <a:lnTo>
                    <a:pt x="1433" y="12421"/>
                  </a:lnTo>
                  <a:lnTo>
                    <a:pt x="0" y="1528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8" name="Freeform 3257">
              <a:extLst>
                <a:ext uri="{FF2B5EF4-FFF2-40B4-BE49-F238E27FC236}">
                  <a16:creationId xmlns:a16="http://schemas.microsoft.com/office/drawing/2014/main" id="{D3EF1C87-7077-7A17-4EB4-E375A58C1DDD}"/>
                </a:ext>
              </a:extLst>
            </p:cNvPr>
            <p:cNvSpPr/>
            <p:nvPr/>
          </p:nvSpPr>
          <p:spPr>
            <a:xfrm>
              <a:off x="4808996" y="5212148"/>
              <a:ext cx="10510" cy="15287"/>
            </a:xfrm>
            <a:custGeom>
              <a:avLst/>
              <a:gdLst>
                <a:gd name="csX0" fmla="*/ 0 w 10510"/>
                <a:gd name="csY0" fmla="*/ 0 h 15287"/>
                <a:gd name="csX1" fmla="*/ 956 w 10510"/>
                <a:gd name="csY1" fmla="*/ 0 h 15287"/>
                <a:gd name="csX2" fmla="*/ 1433 w 10510"/>
                <a:gd name="csY2" fmla="*/ 478 h 15287"/>
                <a:gd name="csX3" fmla="*/ 1911 w 10510"/>
                <a:gd name="csY3" fmla="*/ 955 h 15287"/>
                <a:gd name="csX4" fmla="*/ 3822 w 10510"/>
                <a:gd name="csY4" fmla="*/ 955 h 15287"/>
                <a:gd name="csX5" fmla="*/ 4777 w 10510"/>
                <a:gd name="csY5" fmla="*/ 2389 h 15287"/>
                <a:gd name="csX6" fmla="*/ 5733 w 10510"/>
                <a:gd name="csY6" fmla="*/ 2866 h 15287"/>
                <a:gd name="csX7" fmla="*/ 6688 w 10510"/>
                <a:gd name="csY7" fmla="*/ 4299 h 15287"/>
                <a:gd name="csX8" fmla="*/ 7166 w 10510"/>
                <a:gd name="csY8" fmla="*/ 8599 h 15287"/>
                <a:gd name="csX9" fmla="*/ 8599 w 10510"/>
                <a:gd name="csY9" fmla="*/ 10988 h 15287"/>
                <a:gd name="csX10" fmla="*/ 10510 w 10510"/>
                <a:gd name="csY10" fmla="*/ 13854 h 15287"/>
                <a:gd name="csX11" fmla="*/ 10510 w 10510"/>
                <a:gd name="csY11" fmla="*/ 15287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510" h="15287">
                  <a:moveTo>
                    <a:pt x="0" y="0"/>
                  </a:moveTo>
                  <a:lnTo>
                    <a:pt x="956" y="0"/>
                  </a:lnTo>
                  <a:lnTo>
                    <a:pt x="1433" y="478"/>
                  </a:lnTo>
                  <a:lnTo>
                    <a:pt x="1911" y="955"/>
                  </a:lnTo>
                  <a:lnTo>
                    <a:pt x="3822" y="955"/>
                  </a:lnTo>
                  <a:lnTo>
                    <a:pt x="4777" y="2389"/>
                  </a:lnTo>
                  <a:lnTo>
                    <a:pt x="5733" y="2866"/>
                  </a:lnTo>
                  <a:lnTo>
                    <a:pt x="6688" y="4299"/>
                  </a:lnTo>
                  <a:lnTo>
                    <a:pt x="7166" y="8599"/>
                  </a:lnTo>
                  <a:lnTo>
                    <a:pt x="8599" y="10988"/>
                  </a:lnTo>
                  <a:lnTo>
                    <a:pt x="10510" y="13854"/>
                  </a:lnTo>
                  <a:lnTo>
                    <a:pt x="10510" y="1528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9" name="Freeform 3258">
              <a:extLst>
                <a:ext uri="{FF2B5EF4-FFF2-40B4-BE49-F238E27FC236}">
                  <a16:creationId xmlns:a16="http://schemas.microsoft.com/office/drawing/2014/main" id="{58334D31-0C98-22A8-DDEE-7AA32F53F863}"/>
                </a:ext>
              </a:extLst>
            </p:cNvPr>
            <p:cNvSpPr/>
            <p:nvPr/>
          </p:nvSpPr>
          <p:spPr>
            <a:xfrm>
              <a:off x="4800397" y="5213103"/>
              <a:ext cx="3821" cy="955"/>
            </a:xfrm>
            <a:custGeom>
              <a:avLst/>
              <a:gdLst>
                <a:gd name="csX0" fmla="*/ 0 w 3821"/>
                <a:gd name="csY0" fmla="*/ 0 h 955"/>
                <a:gd name="csX1" fmla="*/ 1911 w 3821"/>
                <a:gd name="csY1" fmla="*/ 0 h 955"/>
                <a:gd name="csX2" fmla="*/ 2389 w 3821"/>
                <a:gd name="csY2" fmla="*/ 478 h 955"/>
                <a:gd name="csX3" fmla="*/ 3822 w 3821"/>
                <a:gd name="csY3" fmla="*/ 956 h 955"/>
                <a:gd name="csX4" fmla="*/ 3822 w 3821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955">
                  <a:moveTo>
                    <a:pt x="0" y="0"/>
                  </a:moveTo>
                  <a:lnTo>
                    <a:pt x="1911" y="0"/>
                  </a:lnTo>
                  <a:lnTo>
                    <a:pt x="2389" y="478"/>
                  </a:lnTo>
                  <a:lnTo>
                    <a:pt x="3822" y="956"/>
                  </a:lnTo>
                  <a:lnTo>
                    <a:pt x="3822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0" name="Freeform 3259">
              <a:extLst>
                <a:ext uri="{FF2B5EF4-FFF2-40B4-BE49-F238E27FC236}">
                  <a16:creationId xmlns:a16="http://schemas.microsoft.com/office/drawing/2014/main" id="{3DE928AB-40F6-F5CB-CED5-B7E707053795}"/>
                </a:ext>
              </a:extLst>
            </p:cNvPr>
            <p:cNvSpPr/>
            <p:nvPr/>
          </p:nvSpPr>
          <p:spPr>
            <a:xfrm>
              <a:off x="4795142" y="5234601"/>
              <a:ext cx="955" cy="477"/>
            </a:xfrm>
            <a:custGeom>
              <a:avLst/>
              <a:gdLst>
                <a:gd name="csX0" fmla="*/ 0 w 955"/>
                <a:gd name="csY0" fmla="*/ 478 h 477"/>
                <a:gd name="csX1" fmla="*/ 956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0" y="478"/>
                  </a:move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1" name="Freeform 3260">
              <a:extLst>
                <a:ext uri="{FF2B5EF4-FFF2-40B4-BE49-F238E27FC236}">
                  <a16:creationId xmlns:a16="http://schemas.microsoft.com/office/drawing/2014/main" id="{19DBAA9A-E5D5-3ECD-B7F0-AD0710501CFF}"/>
                </a:ext>
              </a:extLst>
            </p:cNvPr>
            <p:cNvSpPr/>
            <p:nvPr/>
          </p:nvSpPr>
          <p:spPr>
            <a:xfrm>
              <a:off x="4771733" y="5247978"/>
              <a:ext cx="7165" cy="2388"/>
            </a:xfrm>
            <a:custGeom>
              <a:avLst/>
              <a:gdLst>
                <a:gd name="csX0" fmla="*/ 0 w 7165"/>
                <a:gd name="csY0" fmla="*/ 0 h 2388"/>
                <a:gd name="csX1" fmla="*/ 2389 w 7165"/>
                <a:gd name="csY1" fmla="*/ 478 h 2388"/>
                <a:gd name="csX2" fmla="*/ 4300 w 7165"/>
                <a:gd name="csY2" fmla="*/ 1433 h 2388"/>
                <a:gd name="csX3" fmla="*/ 5733 w 7165"/>
                <a:gd name="csY3" fmla="*/ 2389 h 2388"/>
                <a:gd name="csX4" fmla="*/ 7166 w 7165"/>
                <a:gd name="csY4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65" h="2388">
                  <a:moveTo>
                    <a:pt x="0" y="0"/>
                  </a:moveTo>
                  <a:lnTo>
                    <a:pt x="2389" y="478"/>
                  </a:lnTo>
                  <a:lnTo>
                    <a:pt x="4300" y="1433"/>
                  </a:lnTo>
                  <a:lnTo>
                    <a:pt x="5733" y="2389"/>
                  </a:lnTo>
                  <a:lnTo>
                    <a:pt x="7166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2" name="Freeform 3261">
              <a:extLst>
                <a:ext uri="{FF2B5EF4-FFF2-40B4-BE49-F238E27FC236}">
                  <a16:creationId xmlns:a16="http://schemas.microsoft.com/office/drawing/2014/main" id="{FD79FBE7-ED09-09A4-88DB-120EB76C9E38}"/>
                </a:ext>
              </a:extLst>
            </p:cNvPr>
            <p:cNvSpPr/>
            <p:nvPr/>
          </p:nvSpPr>
          <p:spPr>
            <a:xfrm>
              <a:off x="4768389" y="5248455"/>
              <a:ext cx="1433" cy="955"/>
            </a:xfrm>
            <a:custGeom>
              <a:avLst/>
              <a:gdLst>
                <a:gd name="csX0" fmla="*/ 0 w 1433"/>
                <a:gd name="csY0" fmla="*/ 956 h 955"/>
                <a:gd name="csX1" fmla="*/ 1433 w 1433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955">
                  <a:moveTo>
                    <a:pt x="0" y="956"/>
                  </a:move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3" name="Freeform 3262">
              <a:extLst>
                <a:ext uri="{FF2B5EF4-FFF2-40B4-BE49-F238E27FC236}">
                  <a16:creationId xmlns:a16="http://schemas.microsoft.com/office/drawing/2014/main" id="{E36C2ACC-89AC-7146-FE2E-3373094F6930}"/>
                </a:ext>
              </a:extLst>
            </p:cNvPr>
            <p:cNvSpPr/>
            <p:nvPr/>
          </p:nvSpPr>
          <p:spPr>
            <a:xfrm>
              <a:off x="4757401" y="5251321"/>
              <a:ext cx="3344" cy="477"/>
            </a:xfrm>
            <a:custGeom>
              <a:avLst/>
              <a:gdLst>
                <a:gd name="csX0" fmla="*/ 0 w 3344"/>
                <a:gd name="csY0" fmla="*/ 478 h 477"/>
                <a:gd name="csX1" fmla="*/ 1433 w 3344"/>
                <a:gd name="csY1" fmla="*/ 478 h 477"/>
                <a:gd name="csX2" fmla="*/ 3344 w 3344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4" h="477">
                  <a:moveTo>
                    <a:pt x="0" y="478"/>
                  </a:moveTo>
                  <a:lnTo>
                    <a:pt x="1433" y="478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4" name="Freeform 3263">
              <a:extLst>
                <a:ext uri="{FF2B5EF4-FFF2-40B4-BE49-F238E27FC236}">
                  <a16:creationId xmlns:a16="http://schemas.microsoft.com/office/drawing/2014/main" id="{0C2C4B4E-2A5E-2581-4FDF-B2AF19547B6C}"/>
                </a:ext>
              </a:extLst>
            </p:cNvPr>
            <p:cNvSpPr/>
            <p:nvPr/>
          </p:nvSpPr>
          <p:spPr>
            <a:xfrm>
              <a:off x="4720616" y="5245589"/>
              <a:ext cx="35352" cy="5732"/>
            </a:xfrm>
            <a:custGeom>
              <a:avLst/>
              <a:gdLst>
                <a:gd name="csX0" fmla="*/ 0 w 35352"/>
                <a:gd name="csY0" fmla="*/ 0 h 5732"/>
                <a:gd name="csX1" fmla="*/ 0 w 35352"/>
                <a:gd name="csY1" fmla="*/ 478 h 5732"/>
                <a:gd name="csX2" fmla="*/ 956 w 35352"/>
                <a:gd name="csY2" fmla="*/ 2866 h 5732"/>
                <a:gd name="csX3" fmla="*/ 9555 w 35352"/>
                <a:gd name="csY3" fmla="*/ 1911 h 5732"/>
                <a:gd name="csX4" fmla="*/ 16721 w 35352"/>
                <a:gd name="csY4" fmla="*/ 2866 h 5732"/>
                <a:gd name="csX5" fmla="*/ 24842 w 35352"/>
                <a:gd name="csY5" fmla="*/ 5255 h 5732"/>
                <a:gd name="csX6" fmla="*/ 30575 w 35352"/>
                <a:gd name="csY6" fmla="*/ 5733 h 5732"/>
                <a:gd name="csX7" fmla="*/ 33441 w 35352"/>
                <a:gd name="csY7" fmla="*/ 5255 h 5732"/>
                <a:gd name="csX8" fmla="*/ 35352 w 35352"/>
                <a:gd name="csY8" fmla="*/ 5255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5352" h="5732">
                  <a:moveTo>
                    <a:pt x="0" y="0"/>
                  </a:moveTo>
                  <a:lnTo>
                    <a:pt x="0" y="478"/>
                  </a:lnTo>
                  <a:lnTo>
                    <a:pt x="956" y="2866"/>
                  </a:lnTo>
                  <a:lnTo>
                    <a:pt x="9555" y="1911"/>
                  </a:lnTo>
                  <a:lnTo>
                    <a:pt x="16721" y="2866"/>
                  </a:lnTo>
                  <a:lnTo>
                    <a:pt x="24842" y="5255"/>
                  </a:lnTo>
                  <a:lnTo>
                    <a:pt x="30575" y="5733"/>
                  </a:lnTo>
                  <a:lnTo>
                    <a:pt x="33441" y="5255"/>
                  </a:lnTo>
                  <a:lnTo>
                    <a:pt x="35352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5" name="Freeform 3264">
              <a:extLst>
                <a:ext uri="{FF2B5EF4-FFF2-40B4-BE49-F238E27FC236}">
                  <a16:creationId xmlns:a16="http://schemas.microsoft.com/office/drawing/2014/main" id="{1E59F9FD-CA7E-F161-FCAD-749BD6E43834}"/>
                </a:ext>
              </a:extLst>
            </p:cNvPr>
            <p:cNvSpPr/>
            <p:nvPr/>
          </p:nvSpPr>
          <p:spPr>
            <a:xfrm>
              <a:off x="4722527" y="5241289"/>
              <a:ext cx="1433" cy="2388"/>
            </a:xfrm>
            <a:custGeom>
              <a:avLst/>
              <a:gdLst>
                <a:gd name="csX0" fmla="*/ 1433 w 1433"/>
                <a:gd name="csY0" fmla="*/ 0 h 2388"/>
                <a:gd name="csX1" fmla="*/ 1433 w 1433"/>
                <a:gd name="csY1" fmla="*/ 0 h 2388"/>
                <a:gd name="csX2" fmla="*/ 956 w 1433"/>
                <a:gd name="csY2" fmla="*/ 956 h 2388"/>
                <a:gd name="csX3" fmla="*/ 0 w 1433"/>
                <a:gd name="csY3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2388">
                  <a:moveTo>
                    <a:pt x="1433" y="0"/>
                  </a:moveTo>
                  <a:lnTo>
                    <a:pt x="1433" y="0"/>
                  </a:lnTo>
                  <a:lnTo>
                    <a:pt x="956" y="956"/>
                  </a:ln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6" name="Freeform 3265">
              <a:extLst>
                <a:ext uri="{FF2B5EF4-FFF2-40B4-BE49-F238E27FC236}">
                  <a16:creationId xmlns:a16="http://schemas.microsoft.com/office/drawing/2014/main" id="{1CC170B8-4F2E-1FAE-4226-DAF0A11A3AF3}"/>
                </a:ext>
              </a:extLst>
            </p:cNvPr>
            <p:cNvSpPr/>
            <p:nvPr/>
          </p:nvSpPr>
          <p:spPr>
            <a:xfrm>
              <a:off x="4726827" y="5237467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0 h 1433"/>
                <a:gd name="csX2" fmla="*/ 0 w 477"/>
                <a:gd name="csY2" fmla="*/ 956 h 1433"/>
                <a:gd name="csX3" fmla="*/ 0 w 477"/>
                <a:gd name="csY3" fmla="*/ 956 h 1433"/>
                <a:gd name="csX4" fmla="*/ 478 w 477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0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478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7" name="Freeform 3266">
              <a:extLst>
                <a:ext uri="{FF2B5EF4-FFF2-40B4-BE49-F238E27FC236}">
                  <a16:creationId xmlns:a16="http://schemas.microsoft.com/office/drawing/2014/main" id="{5C7E7FB3-C38A-8E0A-0A46-135CD0310326}"/>
                </a:ext>
              </a:extLst>
            </p:cNvPr>
            <p:cNvSpPr/>
            <p:nvPr/>
          </p:nvSpPr>
          <p:spPr>
            <a:xfrm>
              <a:off x="4728737" y="5234601"/>
              <a:ext cx="477" cy="1911"/>
            </a:xfrm>
            <a:custGeom>
              <a:avLst/>
              <a:gdLst>
                <a:gd name="csX0" fmla="*/ 478 w 477"/>
                <a:gd name="csY0" fmla="*/ 0 h 1911"/>
                <a:gd name="csX1" fmla="*/ 0 w 477"/>
                <a:gd name="csY1" fmla="*/ 478 h 1911"/>
                <a:gd name="csX2" fmla="*/ 0 w 477"/>
                <a:gd name="csY2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911">
                  <a:moveTo>
                    <a:pt x="478" y="0"/>
                  </a:moveTo>
                  <a:lnTo>
                    <a:pt x="0" y="478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8" name="Freeform 3267">
              <a:extLst>
                <a:ext uri="{FF2B5EF4-FFF2-40B4-BE49-F238E27FC236}">
                  <a16:creationId xmlns:a16="http://schemas.microsoft.com/office/drawing/2014/main" id="{466029A6-1653-4303-C0F2-46289F50908A}"/>
                </a:ext>
              </a:extLst>
            </p:cNvPr>
            <p:cNvSpPr/>
            <p:nvPr/>
          </p:nvSpPr>
          <p:spPr>
            <a:xfrm>
              <a:off x="4729215" y="5227913"/>
              <a:ext cx="477" cy="6210"/>
            </a:xfrm>
            <a:custGeom>
              <a:avLst/>
              <a:gdLst>
                <a:gd name="csX0" fmla="*/ 478 w 477"/>
                <a:gd name="csY0" fmla="*/ 0 h 6210"/>
                <a:gd name="csX1" fmla="*/ 478 w 477"/>
                <a:gd name="csY1" fmla="*/ 1433 h 6210"/>
                <a:gd name="csX2" fmla="*/ 0 w 477"/>
                <a:gd name="csY2" fmla="*/ 3344 h 6210"/>
                <a:gd name="csX3" fmla="*/ 478 w 477"/>
                <a:gd name="csY3" fmla="*/ 5733 h 6210"/>
                <a:gd name="csX4" fmla="*/ 478 w 477"/>
                <a:gd name="csY4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6210">
                  <a:moveTo>
                    <a:pt x="478" y="0"/>
                  </a:moveTo>
                  <a:lnTo>
                    <a:pt x="478" y="1433"/>
                  </a:lnTo>
                  <a:lnTo>
                    <a:pt x="0" y="3344"/>
                  </a:lnTo>
                  <a:lnTo>
                    <a:pt x="478" y="5733"/>
                  </a:lnTo>
                  <a:lnTo>
                    <a:pt x="478" y="62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9" name="Freeform 3268">
              <a:extLst>
                <a:ext uri="{FF2B5EF4-FFF2-40B4-BE49-F238E27FC236}">
                  <a16:creationId xmlns:a16="http://schemas.microsoft.com/office/drawing/2014/main" id="{3E8029D8-D1F5-F7EA-7474-6AE1C6AAA753}"/>
                </a:ext>
              </a:extLst>
            </p:cNvPr>
            <p:cNvSpPr/>
            <p:nvPr/>
          </p:nvSpPr>
          <p:spPr>
            <a:xfrm>
              <a:off x="4731126" y="5224569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0 w 955"/>
                <a:gd name="csY1" fmla="*/ 478 h 1433"/>
                <a:gd name="csX2" fmla="*/ 0 w 955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0" y="478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0" name="Freeform 3269">
              <a:extLst>
                <a:ext uri="{FF2B5EF4-FFF2-40B4-BE49-F238E27FC236}">
                  <a16:creationId xmlns:a16="http://schemas.microsoft.com/office/drawing/2014/main" id="{20D93ADF-44A3-EB2B-1224-AF442DAB176E}"/>
                </a:ext>
              </a:extLst>
            </p:cNvPr>
            <p:cNvSpPr/>
            <p:nvPr/>
          </p:nvSpPr>
          <p:spPr>
            <a:xfrm>
              <a:off x="4735903" y="5215492"/>
              <a:ext cx="2388" cy="5255"/>
            </a:xfrm>
            <a:custGeom>
              <a:avLst/>
              <a:gdLst>
                <a:gd name="csX0" fmla="*/ 2389 w 2388"/>
                <a:gd name="csY0" fmla="*/ 0 h 5255"/>
                <a:gd name="csX1" fmla="*/ 2389 w 2388"/>
                <a:gd name="csY1" fmla="*/ 0 h 5255"/>
                <a:gd name="csX2" fmla="*/ 2389 w 2388"/>
                <a:gd name="csY2" fmla="*/ 478 h 5255"/>
                <a:gd name="csX3" fmla="*/ 1911 w 2388"/>
                <a:gd name="csY3" fmla="*/ 1911 h 5255"/>
                <a:gd name="csX4" fmla="*/ 478 w 2388"/>
                <a:gd name="csY4" fmla="*/ 4300 h 5255"/>
                <a:gd name="csX5" fmla="*/ 0 w 2388"/>
                <a:gd name="csY5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5255">
                  <a:moveTo>
                    <a:pt x="2389" y="0"/>
                  </a:moveTo>
                  <a:lnTo>
                    <a:pt x="2389" y="0"/>
                  </a:lnTo>
                  <a:lnTo>
                    <a:pt x="2389" y="478"/>
                  </a:lnTo>
                  <a:lnTo>
                    <a:pt x="1911" y="1911"/>
                  </a:lnTo>
                  <a:lnTo>
                    <a:pt x="478" y="4300"/>
                  </a:lnTo>
                  <a:lnTo>
                    <a:pt x="0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1" name="Freeform 3270">
              <a:extLst>
                <a:ext uri="{FF2B5EF4-FFF2-40B4-BE49-F238E27FC236}">
                  <a16:creationId xmlns:a16="http://schemas.microsoft.com/office/drawing/2014/main" id="{6F085B10-763F-FBE4-B11A-B954C9214F61}"/>
                </a:ext>
              </a:extLst>
            </p:cNvPr>
            <p:cNvSpPr/>
            <p:nvPr/>
          </p:nvSpPr>
          <p:spPr>
            <a:xfrm>
              <a:off x="4736859" y="5204504"/>
              <a:ext cx="5254" cy="6688"/>
            </a:xfrm>
            <a:custGeom>
              <a:avLst/>
              <a:gdLst>
                <a:gd name="csX0" fmla="*/ 0 w 5254"/>
                <a:gd name="csY0" fmla="*/ 0 h 6688"/>
                <a:gd name="csX1" fmla="*/ 3822 w 5254"/>
                <a:gd name="csY1" fmla="*/ 3822 h 6688"/>
                <a:gd name="csX2" fmla="*/ 4777 w 5254"/>
                <a:gd name="csY2" fmla="*/ 5255 h 6688"/>
                <a:gd name="csX3" fmla="*/ 5255 w 5254"/>
                <a:gd name="csY3" fmla="*/ 668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254" h="6688">
                  <a:moveTo>
                    <a:pt x="0" y="0"/>
                  </a:moveTo>
                  <a:lnTo>
                    <a:pt x="3822" y="3822"/>
                  </a:lnTo>
                  <a:lnTo>
                    <a:pt x="4777" y="5255"/>
                  </a:lnTo>
                  <a:lnTo>
                    <a:pt x="5255" y="66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2" name="Freeform 3271">
              <a:extLst>
                <a:ext uri="{FF2B5EF4-FFF2-40B4-BE49-F238E27FC236}">
                  <a16:creationId xmlns:a16="http://schemas.microsoft.com/office/drawing/2014/main" id="{669E95B6-C8E0-1BE0-291A-1C1FAAAF5CFF}"/>
                </a:ext>
              </a:extLst>
            </p:cNvPr>
            <p:cNvSpPr/>
            <p:nvPr/>
          </p:nvSpPr>
          <p:spPr>
            <a:xfrm>
              <a:off x="4652301" y="5504040"/>
              <a:ext cx="4777" cy="3344"/>
            </a:xfrm>
            <a:custGeom>
              <a:avLst/>
              <a:gdLst>
                <a:gd name="csX0" fmla="*/ 4300 w 4777"/>
                <a:gd name="csY0" fmla="*/ 1911 h 3344"/>
                <a:gd name="csX1" fmla="*/ 4777 w 4777"/>
                <a:gd name="csY1" fmla="*/ 3344 h 3344"/>
                <a:gd name="csX2" fmla="*/ 3344 w 4777"/>
                <a:gd name="csY2" fmla="*/ 2866 h 3344"/>
                <a:gd name="csX3" fmla="*/ 956 w 4777"/>
                <a:gd name="csY3" fmla="*/ 1433 h 3344"/>
                <a:gd name="csX4" fmla="*/ 478 w 4777"/>
                <a:gd name="csY4" fmla="*/ 478 h 3344"/>
                <a:gd name="csX5" fmla="*/ 0 w 4777"/>
                <a:gd name="csY5" fmla="*/ 0 h 3344"/>
                <a:gd name="csX6" fmla="*/ 2389 w 4777"/>
                <a:gd name="csY6" fmla="*/ 478 h 3344"/>
                <a:gd name="csX7" fmla="*/ 3822 w 4777"/>
                <a:gd name="csY7" fmla="*/ 956 h 3344"/>
                <a:gd name="csX8" fmla="*/ 4300 w 4777"/>
                <a:gd name="csY8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3344">
                  <a:moveTo>
                    <a:pt x="4300" y="1911"/>
                  </a:moveTo>
                  <a:lnTo>
                    <a:pt x="4777" y="3344"/>
                  </a:lnTo>
                  <a:lnTo>
                    <a:pt x="3344" y="2866"/>
                  </a:lnTo>
                  <a:lnTo>
                    <a:pt x="956" y="1433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2389" y="478"/>
                  </a:lnTo>
                  <a:lnTo>
                    <a:pt x="3822" y="956"/>
                  </a:lnTo>
                  <a:lnTo>
                    <a:pt x="430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3" name="Freeform 3272">
              <a:extLst>
                <a:ext uri="{FF2B5EF4-FFF2-40B4-BE49-F238E27FC236}">
                  <a16:creationId xmlns:a16="http://schemas.microsoft.com/office/drawing/2014/main" id="{AA6A75A8-987A-48DB-82B9-95FBCD2B334A}"/>
                </a:ext>
              </a:extLst>
            </p:cNvPr>
            <p:cNvSpPr/>
            <p:nvPr/>
          </p:nvSpPr>
          <p:spPr>
            <a:xfrm>
              <a:off x="4522358" y="5859471"/>
              <a:ext cx="68793" cy="73570"/>
            </a:xfrm>
            <a:custGeom>
              <a:avLst/>
              <a:gdLst>
                <a:gd name="csX0" fmla="*/ 478 w 68793"/>
                <a:gd name="csY0" fmla="*/ 0 h 73570"/>
                <a:gd name="csX1" fmla="*/ 1433 w 68793"/>
                <a:gd name="csY1" fmla="*/ 1433 h 73570"/>
                <a:gd name="csX2" fmla="*/ 6211 w 68793"/>
                <a:gd name="csY2" fmla="*/ 7644 h 73570"/>
                <a:gd name="csX3" fmla="*/ 7166 w 68793"/>
                <a:gd name="csY3" fmla="*/ 10032 h 73570"/>
                <a:gd name="csX4" fmla="*/ 8121 w 68793"/>
                <a:gd name="csY4" fmla="*/ 13376 h 73570"/>
                <a:gd name="csX5" fmla="*/ 6211 w 68793"/>
                <a:gd name="csY5" fmla="*/ 11465 h 73570"/>
                <a:gd name="csX6" fmla="*/ 4300 w 68793"/>
                <a:gd name="csY6" fmla="*/ 12421 h 73570"/>
                <a:gd name="csX7" fmla="*/ 3344 w 68793"/>
                <a:gd name="csY7" fmla="*/ 14332 h 73570"/>
                <a:gd name="csX8" fmla="*/ 2389 w 68793"/>
                <a:gd name="csY8" fmla="*/ 16243 h 73570"/>
                <a:gd name="csX9" fmla="*/ 2389 w 68793"/>
                <a:gd name="csY9" fmla="*/ 17198 h 73570"/>
                <a:gd name="csX10" fmla="*/ 3344 w 68793"/>
                <a:gd name="csY10" fmla="*/ 18631 h 73570"/>
                <a:gd name="csX11" fmla="*/ 5255 w 68793"/>
                <a:gd name="csY11" fmla="*/ 19587 h 73570"/>
                <a:gd name="csX12" fmla="*/ 9555 w 68793"/>
                <a:gd name="csY12" fmla="*/ 20064 h 73570"/>
                <a:gd name="csX13" fmla="*/ 10032 w 68793"/>
                <a:gd name="csY13" fmla="*/ 20542 h 73570"/>
                <a:gd name="csX14" fmla="*/ 12899 w 68793"/>
                <a:gd name="csY14" fmla="*/ 27708 h 73570"/>
                <a:gd name="csX15" fmla="*/ 13854 w 68793"/>
                <a:gd name="csY15" fmla="*/ 29619 h 73570"/>
                <a:gd name="csX16" fmla="*/ 15765 w 68793"/>
                <a:gd name="csY16" fmla="*/ 31052 h 73570"/>
                <a:gd name="csX17" fmla="*/ 19109 w 68793"/>
                <a:gd name="csY17" fmla="*/ 34874 h 73570"/>
                <a:gd name="csX18" fmla="*/ 22931 w 68793"/>
                <a:gd name="csY18" fmla="*/ 38696 h 73570"/>
                <a:gd name="csX19" fmla="*/ 26753 w 68793"/>
                <a:gd name="csY19" fmla="*/ 42518 h 73570"/>
                <a:gd name="csX20" fmla="*/ 31530 w 68793"/>
                <a:gd name="csY20" fmla="*/ 45862 h 73570"/>
                <a:gd name="csX21" fmla="*/ 35352 w 68793"/>
                <a:gd name="csY21" fmla="*/ 48251 h 73570"/>
                <a:gd name="csX22" fmla="*/ 39174 w 68793"/>
                <a:gd name="csY22" fmla="*/ 51117 h 73570"/>
                <a:gd name="csX23" fmla="*/ 43474 w 68793"/>
                <a:gd name="csY23" fmla="*/ 54939 h 73570"/>
                <a:gd name="csX24" fmla="*/ 47773 w 68793"/>
                <a:gd name="csY24" fmla="*/ 57805 h 73570"/>
                <a:gd name="csX25" fmla="*/ 52550 w 68793"/>
                <a:gd name="csY25" fmla="*/ 59716 h 73570"/>
                <a:gd name="csX26" fmla="*/ 57328 w 68793"/>
                <a:gd name="csY26" fmla="*/ 61627 h 73570"/>
                <a:gd name="csX27" fmla="*/ 64971 w 68793"/>
                <a:gd name="csY27" fmla="*/ 60671 h 73570"/>
                <a:gd name="csX28" fmla="*/ 67360 w 68793"/>
                <a:gd name="csY28" fmla="*/ 61149 h 73570"/>
                <a:gd name="csX29" fmla="*/ 68793 w 68793"/>
                <a:gd name="csY29" fmla="*/ 62105 h 73570"/>
                <a:gd name="csX30" fmla="*/ 67360 w 68793"/>
                <a:gd name="csY30" fmla="*/ 65927 h 73570"/>
                <a:gd name="csX31" fmla="*/ 65449 w 68793"/>
                <a:gd name="csY31" fmla="*/ 68793 h 73570"/>
                <a:gd name="csX32" fmla="*/ 63060 w 68793"/>
                <a:gd name="csY32" fmla="*/ 69748 h 73570"/>
                <a:gd name="csX33" fmla="*/ 60194 w 68793"/>
                <a:gd name="csY33" fmla="*/ 70226 h 73570"/>
                <a:gd name="csX34" fmla="*/ 57805 w 68793"/>
                <a:gd name="csY34" fmla="*/ 70226 h 73570"/>
                <a:gd name="csX35" fmla="*/ 55894 w 68793"/>
                <a:gd name="csY35" fmla="*/ 69748 h 73570"/>
                <a:gd name="csX36" fmla="*/ 53506 w 68793"/>
                <a:gd name="csY36" fmla="*/ 69748 h 73570"/>
                <a:gd name="csX37" fmla="*/ 51117 w 68793"/>
                <a:gd name="csY37" fmla="*/ 71182 h 73570"/>
                <a:gd name="csX38" fmla="*/ 49206 w 68793"/>
                <a:gd name="csY38" fmla="*/ 71659 h 73570"/>
                <a:gd name="csX39" fmla="*/ 46818 w 68793"/>
                <a:gd name="csY39" fmla="*/ 71659 h 73570"/>
                <a:gd name="csX40" fmla="*/ 44429 w 68793"/>
                <a:gd name="csY40" fmla="*/ 72615 h 73570"/>
                <a:gd name="csX41" fmla="*/ 42518 w 68793"/>
                <a:gd name="csY41" fmla="*/ 73570 h 73570"/>
                <a:gd name="csX42" fmla="*/ 40129 w 68793"/>
                <a:gd name="csY42" fmla="*/ 72615 h 73570"/>
                <a:gd name="csX43" fmla="*/ 33919 w 68793"/>
                <a:gd name="csY43" fmla="*/ 70226 h 73570"/>
                <a:gd name="csX44" fmla="*/ 30097 w 68793"/>
                <a:gd name="csY44" fmla="*/ 69271 h 73570"/>
                <a:gd name="csX45" fmla="*/ 16721 w 68793"/>
                <a:gd name="csY45" fmla="*/ 68315 h 73570"/>
                <a:gd name="csX46" fmla="*/ 12899 w 68793"/>
                <a:gd name="csY46" fmla="*/ 67837 h 73570"/>
                <a:gd name="csX47" fmla="*/ 8599 w 68793"/>
                <a:gd name="csY47" fmla="*/ 66882 h 73570"/>
                <a:gd name="csX48" fmla="*/ 6211 w 68793"/>
                <a:gd name="csY48" fmla="*/ 66882 h 73570"/>
                <a:gd name="csX49" fmla="*/ 2867 w 68793"/>
                <a:gd name="csY49" fmla="*/ 67360 h 73570"/>
                <a:gd name="csX50" fmla="*/ 478 w 68793"/>
                <a:gd name="csY50" fmla="*/ 67360 h 73570"/>
                <a:gd name="csX51" fmla="*/ 0 w 68793"/>
                <a:gd name="csY51" fmla="*/ 67837 h 73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68793" h="73570">
                  <a:moveTo>
                    <a:pt x="478" y="0"/>
                  </a:moveTo>
                  <a:lnTo>
                    <a:pt x="1433" y="1433"/>
                  </a:lnTo>
                  <a:lnTo>
                    <a:pt x="6211" y="7644"/>
                  </a:lnTo>
                  <a:lnTo>
                    <a:pt x="7166" y="10032"/>
                  </a:lnTo>
                  <a:lnTo>
                    <a:pt x="8121" y="13376"/>
                  </a:lnTo>
                  <a:lnTo>
                    <a:pt x="6211" y="11465"/>
                  </a:lnTo>
                  <a:lnTo>
                    <a:pt x="4300" y="12421"/>
                  </a:lnTo>
                  <a:lnTo>
                    <a:pt x="3344" y="14332"/>
                  </a:lnTo>
                  <a:lnTo>
                    <a:pt x="2389" y="16243"/>
                  </a:lnTo>
                  <a:lnTo>
                    <a:pt x="2389" y="17198"/>
                  </a:lnTo>
                  <a:lnTo>
                    <a:pt x="3344" y="18631"/>
                  </a:lnTo>
                  <a:lnTo>
                    <a:pt x="5255" y="19587"/>
                  </a:lnTo>
                  <a:lnTo>
                    <a:pt x="9555" y="20064"/>
                  </a:lnTo>
                  <a:lnTo>
                    <a:pt x="10032" y="20542"/>
                  </a:lnTo>
                  <a:lnTo>
                    <a:pt x="12899" y="27708"/>
                  </a:lnTo>
                  <a:lnTo>
                    <a:pt x="13854" y="29619"/>
                  </a:lnTo>
                  <a:lnTo>
                    <a:pt x="15765" y="31052"/>
                  </a:lnTo>
                  <a:lnTo>
                    <a:pt x="19109" y="34874"/>
                  </a:lnTo>
                  <a:lnTo>
                    <a:pt x="22931" y="38696"/>
                  </a:lnTo>
                  <a:lnTo>
                    <a:pt x="26753" y="42518"/>
                  </a:lnTo>
                  <a:lnTo>
                    <a:pt x="31530" y="45862"/>
                  </a:lnTo>
                  <a:lnTo>
                    <a:pt x="35352" y="48251"/>
                  </a:lnTo>
                  <a:lnTo>
                    <a:pt x="39174" y="51117"/>
                  </a:lnTo>
                  <a:lnTo>
                    <a:pt x="43474" y="54939"/>
                  </a:lnTo>
                  <a:lnTo>
                    <a:pt x="47773" y="57805"/>
                  </a:lnTo>
                  <a:lnTo>
                    <a:pt x="52550" y="59716"/>
                  </a:lnTo>
                  <a:lnTo>
                    <a:pt x="57328" y="61627"/>
                  </a:lnTo>
                  <a:lnTo>
                    <a:pt x="64971" y="60671"/>
                  </a:lnTo>
                  <a:lnTo>
                    <a:pt x="67360" y="61149"/>
                  </a:lnTo>
                  <a:lnTo>
                    <a:pt x="68793" y="62105"/>
                  </a:lnTo>
                  <a:lnTo>
                    <a:pt x="67360" y="65927"/>
                  </a:lnTo>
                  <a:lnTo>
                    <a:pt x="65449" y="68793"/>
                  </a:lnTo>
                  <a:lnTo>
                    <a:pt x="63060" y="69748"/>
                  </a:lnTo>
                  <a:lnTo>
                    <a:pt x="60194" y="70226"/>
                  </a:lnTo>
                  <a:lnTo>
                    <a:pt x="57805" y="70226"/>
                  </a:lnTo>
                  <a:lnTo>
                    <a:pt x="55894" y="69748"/>
                  </a:lnTo>
                  <a:lnTo>
                    <a:pt x="53506" y="69748"/>
                  </a:lnTo>
                  <a:lnTo>
                    <a:pt x="51117" y="71182"/>
                  </a:lnTo>
                  <a:lnTo>
                    <a:pt x="49206" y="71659"/>
                  </a:lnTo>
                  <a:lnTo>
                    <a:pt x="46818" y="71659"/>
                  </a:lnTo>
                  <a:lnTo>
                    <a:pt x="44429" y="72615"/>
                  </a:lnTo>
                  <a:lnTo>
                    <a:pt x="42518" y="73570"/>
                  </a:lnTo>
                  <a:lnTo>
                    <a:pt x="40129" y="72615"/>
                  </a:lnTo>
                  <a:lnTo>
                    <a:pt x="33919" y="70226"/>
                  </a:lnTo>
                  <a:lnTo>
                    <a:pt x="30097" y="69271"/>
                  </a:lnTo>
                  <a:lnTo>
                    <a:pt x="16721" y="68315"/>
                  </a:lnTo>
                  <a:lnTo>
                    <a:pt x="12899" y="67837"/>
                  </a:lnTo>
                  <a:lnTo>
                    <a:pt x="8599" y="66882"/>
                  </a:lnTo>
                  <a:lnTo>
                    <a:pt x="6211" y="66882"/>
                  </a:lnTo>
                  <a:lnTo>
                    <a:pt x="2867" y="67360"/>
                  </a:lnTo>
                  <a:lnTo>
                    <a:pt x="478" y="67360"/>
                  </a:lnTo>
                  <a:lnTo>
                    <a:pt x="0" y="6783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4" name="Freeform 3273">
              <a:extLst>
                <a:ext uri="{FF2B5EF4-FFF2-40B4-BE49-F238E27FC236}">
                  <a16:creationId xmlns:a16="http://schemas.microsoft.com/office/drawing/2014/main" id="{C5751E15-ACDF-9B5D-3FEF-3858753002B3}"/>
                </a:ext>
              </a:extLst>
            </p:cNvPr>
            <p:cNvSpPr/>
            <p:nvPr/>
          </p:nvSpPr>
          <p:spPr>
            <a:xfrm>
              <a:off x="4599750" y="5923009"/>
              <a:ext cx="18631" cy="5732"/>
            </a:xfrm>
            <a:custGeom>
              <a:avLst/>
              <a:gdLst>
                <a:gd name="csX0" fmla="*/ 3822 w 18631"/>
                <a:gd name="csY0" fmla="*/ 0 h 5732"/>
                <a:gd name="csX1" fmla="*/ 6210 w 18631"/>
                <a:gd name="csY1" fmla="*/ 478 h 5732"/>
                <a:gd name="csX2" fmla="*/ 10510 w 18631"/>
                <a:gd name="csY2" fmla="*/ 0 h 5732"/>
                <a:gd name="csX3" fmla="*/ 12899 w 18631"/>
                <a:gd name="csY3" fmla="*/ 0 h 5732"/>
                <a:gd name="csX4" fmla="*/ 13854 w 18631"/>
                <a:gd name="csY4" fmla="*/ 478 h 5732"/>
                <a:gd name="csX5" fmla="*/ 14332 w 18631"/>
                <a:gd name="csY5" fmla="*/ 956 h 5732"/>
                <a:gd name="csX6" fmla="*/ 17198 w 18631"/>
                <a:gd name="csY6" fmla="*/ 0 h 5732"/>
                <a:gd name="csX7" fmla="*/ 18632 w 18631"/>
                <a:gd name="csY7" fmla="*/ 478 h 5732"/>
                <a:gd name="csX8" fmla="*/ 18154 w 18631"/>
                <a:gd name="csY8" fmla="*/ 1433 h 5732"/>
                <a:gd name="csX9" fmla="*/ 15287 w 18631"/>
                <a:gd name="csY9" fmla="*/ 2866 h 5732"/>
                <a:gd name="csX10" fmla="*/ 14332 w 18631"/>
                <a:gd name="csY10" fmla="*/ 2389 h 5732"/>
                <a:gd name="csX11" fmla="*/ 8599 w 18631"/>
                <a:gd name="csY11" fmla="*/ 2389 h 5732"/>
                <a:gd name="csX12" fmla="*/ 5733 w 18631"/>
                <a:gd name="csY12" fmla="*/ 3822 h 5732"/>
                <a:gd name="csX13" fmla="*/ 4777 w 18631"/>
                <a:gd name="csY13" fmla="*/ 3822 h 5732"/>
                <a:gd name="csX14" fmla="*/ 2389 w 18631"/>
                <a:gd name="csY14" fmla="*/ 5733 h 5732"/>
                <a:gd name="csX15" fmla="*/ 478 w 18631"/>
                <a:gd name="csY15" fmla="*/ 4777 h 5732"/>
                <a:gd name="csX16" fmla="*/ 0 w 18631"/>
                <a:gd name="csY16" fmla="*/ 3344 h 5732"/>
                <a:gd name="csX17" fmla="*/ 956 w 18631"/>
                <a:gd name="csY17" fmla="*/ 1911 h 5732"/>
                <a:gd name="csX18" fmla="*/ 2389 w 18631"/>
                <a:gd name="csY18" fmla="*/ 1911 h 5732"/>
                <a:gd name="csX19" fmla="*/ 3344 w 18631"/>
                <a:gd name="csY19" fmla="*/ 956 h 5732"/>
                <a:gd name="csX20" fmla="*/ 3822 w 18631"/>
                <a:gd name="csY20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8631" h="5732">
                  <a:moveTo>
                    <a:pt x="3822" y="0"/>
                  </a:moveTo>
                  <a:lnTo>
                    <a:pt x="6210" y="478"/>
                  </a:lnTo>
                  <a:lnTo>
                    <a:pt x="10510" y="0"/>
                  </a:lnTo>
                  <a:lnTo>
                    <a:pt x="12899" y="0"/>
                  </a:lnTo>
                  <a:lnTo>
                    <a:pt x="13854" y="478"/>
                  </a:lnTo>
                  <a:lnTo>
                    <a:pt x="14332" y="956"/>
                  </a:lnTo>
                  <a:lnTo>
                    <a:pt x="17198" y="0"/>
                  </a:lnTo>
                  <a:lnTo>
                    <a:pt x="18632" y="478"/>
                  </a:lnTo>
                  <a:lnTo>
                    <a:pt x="18154" y="1433"/>
                  </a:lnTo>
                  <a:lnTo>
                    <a:pt x="15287" y="2866"/>
                  </a:lnTo>
                  <a:lnTo>
                    <a:pt x="14332" y="2389"/>
                  </a:lnTo>
                  <a:lnTo>
                    <a:pt x="8599" y="2389"/>
                  </a:lnTo>
                  <a:lnTo>
                    <a:pt x="5733" y="3822"/>
                  </a:lnTo>
                  <a:lnTo>
                    <a:pt x="4777" y="3822"/>
                  </a:lnTo>
                  <a:lnTo>
                    <a:pt x="2389" y="5733"/>
                  </a:lnTo>
                  <a:lnTo>
                    <a:pt x="478" y="4777"/>
                  </a:lnTo>
                  <a:lnTo>
                    <a:pt x="0" y="3344"/>
                  </a:lnTo>
                  <a:lnTo>
                    <a:pt x="956" y="1911"/>
                  </a:lnTo>
                  <a:lnTo>
                    <a:pt x="2389" y="1911"/>
                  </a:lnTo>
                  <a:lnTo>
                    <a:pt x="3344" y="956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5" name="Freeform 3274">
              <a:extLst>
                <a:ext uri="{FF2B5EF4-FFF2-40B4-BE49-F238E27FC236}">
                  <a16:creationId xmlns:a16="http://schemas.microsoft.com/office/drawing/2014/main" id="{58D3DEDC-A78E-7DAB-7EC3-E1CEAB0095DB}"/>
                </a:ext>
              </a:extLst>
            </p:cNvPr>
            <p:cNvSpPr/>
            <p:nvPr/>
          </p:nvSpPr>
          <p:spPr>
            <a:xfrm>
              <a:off x="6137084" y="3751729"/>
              <a:ext cx="477" cy="2388"/>
            </a:xfrm>
            <a:custGeom>
              <a:avLst/>
              <a:gdLst>
                <a:gd name="csX0" fmla="*/ 0 w 477"/>
                <a:gd name="csY0" fmla="*/ 0 h 2388"/>
                <a:gd name="csX1" fmla="*/ 478 w 477"/>
                <a:gd name="csY1" fmla="*/ 478 h 2388"/>
                <a:gd name="csX2" fmla="*/ 0 w 477"/>
                <a:gd name="csY2" fmla="*/ 955 h 2388"/>
                <a:gd name="csX3" fmla="*/ 0 w 477"/>
                <a:gd name="csY3" fmla="*/ 1911 h 2388"/>
                <a:gd name="csX4" fmla="*/ 478 w 477"/>
                <a:gd name="csY4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388">
                  <a:moveTo>
                    <a:pt x="0" y="0"/>
                  </a:moveTo>
                  <a:lnTo>
                    <a:pt x="478" y="478"/>
                  </a:lnTo>
                  <a:lnTo>
                    <a:pt x="0" y="955"/>
                  </a:lnTo>
                  <a:lnTo>
                    <a:pt x="0" y="1911"/>
                  </a:lnTo>
                  <a:lnTo>
                    <a:pt x="478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6" name="Freeform 3275">
              <a:extLst>
                <a:ext uri="{FF2B5EF4-FFF2-40B4-BE49-F238E27FC236}">
                  <a16:creationId xmlns:a16="http://schemas.microsoft.com/office/drawing/2014/main" id="{90B5C480-6C35-E62D-C8B9-06C8EA10CEEB}"/>
                </a:ext>
              </a:extLst>
            </p:cNvPr>
            <p:cNvSpPr/>
            <p:nvPr/>
          </p:nvSpPr>
          <p:spPr>
            <a:xfrm>
              <a:off x="6126096" y="3749340"/>
              <a:ext cx="2866" cy="955"/>
            </a:xfrm>
            <a:custGeom>
              <a:avLst/>
              <a:gdLst>
                <a:gd name="csX0" fmla="*/ 0 w 2866"/>
                <a:gd name="csY0" fmla="*/ 0 h 955"/>
                <a:gd name="csX1" fmla="*/ 956 w 2866"/>
                <a:gd name="csY1" fmla="*/ 478 h 955"/>
                <a:gd name="csX2" fmla="*/ 2867 w 2866"/>
                <a:gd name="csY2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955">
                  <a:moveTo>
                    <a:pt x="0" y="0"/>
                  </a:moveTo>
                  <a:lnTo>
                    <a:pt x="956" y="478"/>
                  </a:lnTo>
                  <a:lnTo>
                    <a:pt x="2867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7" name="Freeform 3276">
              <a:extLst>
                <a:ext uri="{FF2B5EF4-FFF2-40B4-BE49-F238E27FC236}">
                  <a16:creationId xmlns:a16="http://schemas.microsoft.com/office/drawing/2014/main" id="{1A35C060-B711-A606-9826-4DCF273882D9}"/>
                </a:ext>
              </a:extLst>
            </p:cNvPr>
            <p:cNvSpPr/>
            <p:nvPr/>
          </p:nvSpPr>
          <p:spPr>
            <a:xfrm>
              <a:off x="6099343" y="3754595"/>
              <a:ext cx="5254" cy="3344"/>
            </a:xfrm>
            <a:custGeom>
              <a:avLst/>
              <a:gdLst>
                <a:gd name="csX0" fmla="*/ 0 w 5254"/>
                <a:gd name="csY0" fmla="*/ 0 h 3344"/>
                <a:gd name="csX1" fmla="*/ 0 w 5254"/>
                <a:gd name="csY1" fmla="*/ 478 h 3344"/>
                <a:gd name="csX2" fmla="*/ 478 w 5254"/>
                <a:gd name="csY2" fmla="*/ 1433 h 3344"/>
                <a:gd name="csX3" fmla="*/ 1433 w 5254"/>
                <a:gd name="csY3" fmla="*/ 2866 h 3344"/>
                <a:gd name="csX4" fmla="*/ 2389 w 5254"/>
                <a:gd name="csY4" fmla="*/ 3344 h 3344"/>
                <a:gd name="csX5" fmla="*/ 2389 w 5254"/>
                <a:gd name="csY5" fmla="*/ 3344 h 3344"/>
                <a:gd name="csX6" fmla="*/ 3344 w 5254"/>
                <a:gd name="csY6" fmla="*/ 3344 h 3344"/>
                <a:gd name="csX7" fmla="*/ 5255 w 5254"/>
                <a:gd name="csY7" fmla="*/ 286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3344">
                  <a:moveTo>
                    <a:pt x="0" y="0"/>
                  </a:moveTo>
                  <a:lnTo>
                    <a:pt x="0" y="478"/>
                  </a:lnTo>
                  <a:lnTo>
                    <a:pt x="478" y="1433"/>
                  </a:lnTo>
                  <a:lnTo>
                    <a:pt x="1433" y="2866"/>
                  </a:lnTo>
                  <a:lnTo>
                    <a:pt x="2389" y="3344"/>
                  </a:lnTo>
                  <a:lnTo>
                    <a:pt x="2389" y="3344"/>
                  </a:lnTo>
                  <a:lnTo>
                    <a:pt x="3344" y="3344"/>
                  </a:lnTo>
                  <a:lnTo>
                    <a:pt x="5255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8" name="Freeform 3277">
              <a:extLst>
                <a:ext uri="{FF2B5EF4-FFF2-40B4-BE49-F238E27FC236}">
                  <a16:creationId xmlns:a16="http://schemas.microsoft.com/office/drawing/2014/main" id="{9DF18472-A23B-B554-8DDB-EDA483909583}"/>
                </a:ext>
              </a:extLst>
            </p:cNvPr>
            <p:cNvSpPr/>
            <p:nvPr/>
          </p:nvSpPr>
          <p:spPr>
            <a:xfrm>
              <a:off x="6090744" y="3753640"/>
              <a:ext cx="4299" cy="477"/>
            </a:xfrm>
            <a:custGeom>
              <a:avLst/>
              <a:gdLst>
                <a:gd name="csX0" fmla="*/ 0 w 4299"/>
                <a:gd name="csY0" fmla="*/ 0 h 477"/>
                <a:gd name="csX1" fmla="*/ 955 w 4299"/>
                <a:gd name="csY1" fmla="*/ 478 h 477"/>
                <a:gd name="csX2" fmla="*/ 4299 w 4299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9" h="477">
                  <a:moveTo>
                    <a:pt x="0" y="0"/>
                  </a:moveTo>
                  <a:lnTo>
                    <a:pt x="955" y="478"/>
                  </a:lnTo>
                  <a:lnTo>
                    <a:pt x="4299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9" name="Freeform 3278">
              <a:extLst>
                <a:ext uri="{FF2B5EF4-FFF2-40B4-BE49-F238E27FC236}">
                  <a16:creationId xmlns:a16="http://schemas.microsoft.com/office/drawing/2014/main" id="{9669BA85-C457-D5B5-B1DA-01CA197B9CCB}"/>
                </a:ext>
              </a:extLst>
            </p:cNvPr>
            <p:cNvSpPr/>
            <p:nvPr/>
          </p:nvSpPr>
          <p:spPr>
            <a:xfrm>
              <a:off x="6085489" y="3760328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0 w 477"/>
                <a:gd name="csY1" fmla="*/ 956 h 955"/>
                <a:gd name="csX2" fmla="*/ 478 w 477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0" y="956"/>
                  </a:lnTo>
                  <a:lnTo>
                    <a:pt x="478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0" name="Freeform 3279">
              <a:extLst>
                <a:ext uri="{FF2B5EF4-FFF2-40B4-BE49-F238E27FC236}">
                  <a16:creationId xmlns:a16="http://schemas.microsoft.com/office/drawing/2014/main" id="{AA35333F-C70E-F992-E5B7-7639972AD2C1}"/>
                </a:ext>
              </a:extLst>
            </p:cNvPr>
            <p:cNvSpPr/>
            <p:nvPr/>
          </p:nvSpPr>
          <p:spPr>
            <a:xfrm>
              <a:off x="6085011" y="3758417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6 w 955"/>
                <a:gd name="csY1" fmla="*/ 478 h 1433"/>
                <a:gd name="csX2" fmla="*/ 956 w 955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6" y="478"/>
                  </a:lnTo>
                  <a:lnTo>
                    <a:pt x="956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1" name="Freeform 3280">
              <a:extLst>
                <a:ext uri="{FF2B5EF4-FFF2-40B4-BE49-F238E27FC236}">
                  <a16:creationId xmlns:a16="http://schemas.microsoft.com/office/drawing/2014/main" id="{78292E15-9D18-1BF4-D352-BAB2C1BC59C1}"/>
                </a:ext>
              </a:extLst>
            </p:cNvPr>
            <p:cNvSpPr/>
            <p:nvPr/>
          </p:nvSpPr>
          <p:spPr>
            <a:xfrm>
              <a:off x="6082623" y="3756028"/>
              <a:ext cx="955" cy="1910"/>
            </a:xfrm>
            <a:custGeom>
              <a:avLst/>
              <a:gdLst>
                <a:gd name="csX0" fmla="*/ 0 w 955"/>
                <a:gd name="csY0" fmla="*/ 0 h 1910"/>
                <a:gd name="csX1" fmla="*/ 478 w 955"/>
                <a:gd name="csY1" fmla="*/ 478 h 1910"/>
                <a:gd name="csX2" fmla="*/ 956 w 955"/>
                <a:gd name="csY2" fmla="*/ 955 h 1910"/>
                <a:gd name="csX3" fmla="*/ 956 w 955"/>
                <a:gd name="csY3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0">
                  <a:moveTo>
                    <a:pt x="0" y="0"/>
                  </a:moveTo>
                  <a:lnTo>
                    <a:pt x="478" y="478"/>
                  </a:lnTo>
                  <a:lnTo>
                    <a:pt x="956" y="955"/>
                  </a:lnTo>
                  <a:lnTo>
                    <a:pt x="956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2" name="Freeform 3281">
              <a:extLst>
                <a:ext uri="{FF2B5EF4-FFF2-40B4-BE49-F238E27FC236}">
                  <a16:creationId xmlns:a16="http://schemas.microsoft.com/office/drawing/2014/main" id="{DD1D1DA4-FA8C-CB2A-EB11-8A2669916579}"/>
                </a:ext>
              </a:extLst>
            </p:cNvPr>
            <p:cNvSpPr/>
            <p:nvPr/>
          </p:nvSpPr>
          <p:spPr>
            <a:xfrm>
              <a:off x="6076890" y="3753162"/>
              <a:ext cx="4777" cy="1910"/>
            </a:xfrm>
            <a:custGeom>
              <a:avLst/>
              <a:gdLst>
                <a:gd name="csX0" fmla="*/ 0 w 4777"/>
                <a:gd name="csY0" fmla="*/ 0 h 1910"/>
                <a:gd name="csX1" fmla="*/ 1911 w 4777"/>
                <a:gd name="csY1" fmla="*/ 478 h 1910"/>
                <a:gd name="csX2" fmla="*/ 4777 w 4777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1910">
                  <a:moveTo>
                    <a:pt x="0" y="0"/>
                  </a:moveTo>
                  <a:lnTo>
                    <a:pt x="1911" y="478"/>
                  </a:lnTo>
                  <a:lnTo>
                    <a:pt x="4777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3" name="Freeform 3282">
              <a:extLst>
                <a:ext uri="{FF2B5EF4-FFF2-40B4-BE49-F238E27FC236}">
                  <a16:creationId xmlns:a16="http://schemas.microsoft.com/office/drawing/2014/main" id="{00695C4F-965F-5C97-57FE-A2F0EAF4737A}"/>
                </a:ext>
              </a:extLst>
            </p:cNvPr>
            <p:cNvSpPr/>
            <p:nvPr/>
          </p:nvSpPr>
          <p:spPr>
            <a:xfrm>
              <a:off x="6091222" y="3772271"/>
              <a:ext cx="4777" cy="477"/>
            </a:xfrm>
            <a:custGeom>
              <a:avLst/>
              <a:gdLst>
                <a:gd name="csX0" fmla="*/ 4777 w 4777"/>
                <a:gd name="csY0" fmla="*/ 478 h 477"/>
                <a:gd name="csX1" fmla="*/ 4300 w 4777"/>
                <a:gd name="csY1" fmla="*/ 478 h 477"/>
                <a:gd name="csX2" fmla="*/ 2389 w 4777"/>
                <a:gd name="csY2" fmla="*/ 0 h 477"/>
                <a:gd name="csX3" fmla="*/ 478 w 4777"/>
                <a:gd name="csY3" fmla="*/ 0 h 477"/>
                <a:gd name="csX4" fmla="*/ 0 w 4777"/>
                <a:gd name="csY4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477">
                  <a:moveTo>
                    <a:pt x="4777" y="478"/>
                  </a:moveTo>
                  <a:lnTo>
                    <a:pt x="4300" y="478"/>
                  </a:lnTo>
                  <a:lnTo>
                    <a:pt x="2389" y="0"/>
                  </a:lnTo>
                  <a:lnTo>
                    <a:pt x="478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4" name="Freeform 3283">
              <a:extLst>
                <a:ext uri="{FF2B5EF4-FFF2-40B4-BE49-F238E27FC236}">
                  <a16:creationId xmlns:a16="http://schemas.microsoft.com/office/drawing/2014/main" id="{3CC9C3B3-827C-E672-B560-D32BB4FEC5C0}"/>
                </a:ext>
              </a:extLst>
            </p:cNvPr>
            <p:cNvSpPr/>
            <p:nvPr/>
          </p:nvSpPr>
          <p:spPr>
            <a:xfrm>
              <a:off x="6096955" y="3766538"/>
              <a:ext cx="28663" cy="8121"/>
            </a:xfrm>
            <a:custGeom>
              <a:avLst/>
              <a:gdLst>
                <a:gd name="csX0" fmla="*/ 28664 w 28663"/>
                <a:gd name="csY0" fmla="*/ 0 h 8121"/>
                <a:gd name="csX1" fmla="*/ 28664 w 28663"/>
                <a:gd name="csY1" fmla="*/ 0 h 8121"/>
                <a:gd name="csX2" fmla="*/ 28186 w 28663"/>
                <a:gd name="csY2" fmla="*/ 0 h 8121"/>
                <a:gd name="csX3" fmla="*/ 24364 w 28663"/>
                <a:gd name="csY3" fmla="*/ 956 h 8121"/>
                <a:gd name="csX4" fmla="*/ 20065 w 28663"/>
                <a:gd name="csY4" fmla="*/ 2389 h 8121"/>
                <a:gd name="csX5" fmla="*/ 18631 w 28663"/>
                <a:gd name="csY5" fmla="*/ 2389 h 8121"/>
                <a:gd name="csX6" fmla="*/ 17198 w 28663"/>
                <a:gd name="csY6" fmla="*/ 2389 h 8121"/>
                <a:gd name="csX7" fmla="*/ 15287 w 28663"/>
                <a:gd name="csY7" fmla="*/ 1911 h 8121"/>
                <a:gd name="csX8" fmla="*/ 13376 w 28663"/>
                <a:gd name="csY8" fmla="*/ 2389 h 8121"/>
                <a:gd name="csX9" fmla="*/ 9555 w 28663"/>
                <a:gd name="csY9" fmla="*/ 2867 h 8121"/>
                <a:gd name="csX10" fmla="*/ 7644 w 28663"/>
                <a:gd name="csY10" fmla="*/ 3822 h 8121"/>
                <a:gd name="csX11" fmla="*/ 6210 w 28663"/>
                <a:gd name="csY11" fmla="*/ 5733 h 8121"/>
                <a:gd name="csX12" fmla="*/ 5255 w 28663"/>
                <a:gd name="csY12" fmla="*/ 7644 h 8121"/>
                <a:gd name="csX13" fmla="*/ 4777 w 28663"/>
                <a:gd name="csY13" fmla="*/ 8121 h 8121"/>
                <a:gd name="csX14" fmla="*/ 3344 w 28663"/>
                <a:gd name="csY14" fmla="*/ 8121 h 8121"/>
                <a:gd name="csX15" fmla="*/ 1433 w 28663"/>
                <a:gd name="csY15" fmla="*/ 8121 h 8121"/>
                <a:gd name="csX16" fmla="*/ 0 w 28663"/>
                <a:gd name="csY16" fmla="*/ 7644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8663" h="8121">
                  <a:moveTo>
                    <a:pt x="28664" y="0"/>
                  </a:moveTo>
                  <a:lnTo>
                    <a:pt x="28664" y="0"/>
                  </a:lnTo>
                  <a:lnTo>
                    <a:pt x="28186" y="0"/>
                  </a:lnTo>
                  <a:lnTo>
                    <a:pt x="24364" y="956"/>
                  </a:lnTo>
                  <a:lnTo>
                    <a:pt x="20065" y="2389"/>
                  </a:lnTo>
                  <a:lnTo>
                    <a:pt x="18631" y="2389"/>
                  </a:lnTo>
                  <a:lnTo>
                    <a:pt x="17198" y="2389"/>
                  </a:lnTo>
                  <a:lnTo>
                    <a:pt x="15287" y="1911"/>
                  </a:lnTo>
                  <a:lnTo>
                    <a:pt x="13376" y="2389"/>
                  </a:lnTo>
                  <a:lnTo>
                    <a:pt x="9555" y="2867"/>
                  </a:lnTo>
                  <a:lnTo>
                    <a:pt x="7644" y="3822"/>
                  </a:lnTo>
                  <a:lnTo>
                    <a:pt x="6210" y="5733"/>
                  </a:lnTo>
                  <a:lnTo>
                    <a:pt x="5255" y="7644"/>
                  </a:lnTo>
                  <a:lnTo>
                    <a:pt x="4777" y="8121"/>
                  </a:lnTo>
                  <a:lnTo>
                    <a:pt x="3344" y="8121"/>
                  </a:lnTo>
                  <a:lnTo>
                    <a:pt x="1433" y="8121"/>
                  </a:lnTo>
                  <a:lnTo>
                    <a:pt x="0" y="76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5" name="Freeform 3284">
              <a:extLst>
                <a:ext uri="{FF2B5EF4-FFF2-40B4-BE49-F238E27FC236}">
                  <a16:creationId xmlns:a16="http://schemas.microsoft.com/office/drawing/2014/main" id="{078FBE52-D62B-2D6F-D2F8-E77B29149490}"/>
                </a:ext>
              </a:extLst>
            </p:cNvPr>
            <p:cNvSpPr/>
            <p:nvPr/>
          </p:nvSpPr>
          <p:spPr>
            <a:xfrm>
              <a:off x="6127051" y="3773227"/>
              <a:ext cx="28186" cy="8121"/>
            </a:xfrm>
            <a:custGeom>
              <a:avLst/>
              <a:gdLst>
                <a:gd name="csX0" fmla="*/ 28186 w 28186"/>
                <a:gd name="csY0" fmla="*/ 8121 h 8121"/>
                <a:gd name="csX1" fmla="*/ 24364 w 28186"/>
                <a:gd name="csY1" fmla="*/ 7166 h 8121"/>
                <a:gd name="csX2" fmla="*/ 21498 w 28186"/>
                <a:gd name="csY2" fmla="*/ 7166 h 8121"/>
                <a:gd name="csX3" fmla="*/ 17676 w 28186"/>
                <a:gd name="csY3" fmla="*/ 6688 h 8121"/>
                <a:gd name="csX4" fmla="*/ 10510 w 28186"/>
                <a:gd name="csY4" fmla="*/ 5255 h 8121"/>
                <a:gd name="csX5" fmla="*/ 8599 w 28186"/>
                <a:gd name="csY5" fmla="*/ 4777 h 8121"/>
                <a:gd name="csX6" fmla="*/ 6688 w 28186"/>
                <a:gd name="csY6" fmla="*/ 4777 h 8121"/>
                <a:gd name="csX7" fmla="*/ 4300 w 28186"/>
                <a:gd name="csY7" fmla="*/ 4299 h 8121"/>
                <a:gd name="csX8" fmla="*/ 2389 w 28186"/>
                <a:gd name="csY8" fmla="*/ 3344 h 8121"/>
                <a:gd name="csX9" fmla="*/ 1433 w 28186"/>
                <a:gd name="csY9" fmla="*/ 1911 h 8121"/>
                <a:gd name="csX10" fmla="*/ 0 w 28186"/>
                <a:gd name="csY10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8186" h="8121">
                  <a:moveTo>
                    <a:pt x="28186" y="8121"/>
                  </a:moveTo>
                  <a:lnTo>
                    <a:pt x="24364" y="7166"/>
                  </a:lnTo>
                  <a:lnTo>
                    <a:pt x="21498" y="7166"/>
                  </a:lnTo>
                  <a:lnTo>
                    <a:pt x="17676" y="6688"/>
                  </a:lnTo>
                  <a:lnTo>
                    <a:pt x="10510" y="5255"/>
                  </a:lnTo>
                  <a:lnTo>
                    <a:pt x="8599" y="4777"/>
                  </a:lnTo>
                  <a:lnTo>
                    <a:pt x="6688" y="4777"/>
                  </a:lnTo>
                  <a:lnTo>
                    <a:pt x="4300" y="4299"/>
                  </a:lnTo>
                  <a:lnTo>
                    <a:pt x="2389" y="3344"/>
                  </a:lnTo>
                  <a:lnTo>
                    <a:pt x="1433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6" name="Freeform 3285">
              <a:extLst>
                <a:ext uri="{FF2B5EF4-FFF2-40B4-BE49-F238E27FC236}">
                  <a16:creationId xmlns:a16="http://schemas.microsoft.com/office/drawing/2014/main" id="{C9E62505-8B1F-C5F8-14A2-08A06E473DE6}"/>
                </a:ext>
              </a:extLst>
            </p:cNvPr>
            <p:cNvSpPr/>
            <p:nvPr/>
          </p:nvSpPr>
          <p:spPr>
            <a:xfrm>
              <a:off x="6211132" y="3756506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1433 w 2388"/>
                <a:gd name="csY1" fmla="*/ 955 h 1433"/>
                <a:gd name="csX2" fmla="*/ 0 w 2388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1433" y="955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7" name="Freeform 3286">
              <a:extLst>
                <a:ext uri="{FF2B5EF4-FFF2-40B4-BE49-F238E27FC236}">
                  <a16:creationId xmlns:a16="http://schemas.microsoft.com/office/drawing/2014/main" id="{127D51AC-D8C3-CE27-21E2-0746BF89ADC4}"/>
                </a:ext>
              </a:extLst>
            </p:cNvPr>
            <p:cNvSpPr/>
            <p:nvPr/>
          </p:nvSpPr>
          <p:spPr>
            <a:xfrm>
              <a:off x="8468881" y="4937931"/>
              <a:ext cx="23408" cy="13854"/>
            </a:xfrm>
            <a:custGeom>
              <a:avLst/>
              <a:gdLst>
                <a:gd name="csX0" fmla="*/ 956 w 23408"/>
                <a:gd name="csY0" fmla="*/ 2389 h 13854"/>
                <a:gd name="csX1" fmla="*/ 0 w 23408"/>
                <a:gd name="csY1" fmla="*/ 478 h 13854"/>
                <a:gd name="csX2" fmla="*/ 478 w 23408"/>
                <a:gd name="csY2" fmla="*/ 0 h 13854"/>
                <a:gd name="csX3" fmla="*/ 956 w 23408"/>
                <a:gd name="csY3" fmla="*/ 0 h 13854"/>
                <a:gd name="csX4" fmla="*/ 1433 w 23408"/>
                <a:gd name="csY4" fmla="*/ 0 h 13854"/>
                <a:gd name="csX5" fmla="*/ 3344 w 23408"/>
                <a:gd name="csY5" fmla="*/ 1911 h 13854"/>
                <a:gd name="csX6" fmla="*/ 3822 w 23408"/>
                <a:gd name="csY6" fmla="*/ 2389 h 13854"/>
                <a:gd name="csX7" fmla="*/ 5255 w 23408"/>
                <a:gd name="csY7" fmla="*/ 3822 h 13854"/>
                <a:gd name="csX8" fmla="*/ 7644 w 23408"/>
                <a:gd name="csY8" fmla="*/ 3822 h 13854"/>
                <a:gd name="csX9" fmla="*/ 10988 w 23408"/>
                <a:gd name="csY9" fmla="*/ 2389 h 13854"/>
                <a:gd name="csX10" fmla="*/ 12421 w 23408"/>
                <a:gd name="csY10" fmla="*/ 2866 h 13854"/>
                <a:gd name="csX11" fmla="*/ 13377 w 23408"/>
                <a:gd name="csY11" fmla="*/ 2866 h 13854"/>
                <a:gd name="csX12" fmla="*/ 15765 w 23408"/>
                <a:gd name="csY12" fmla="*/ 1433 h 13854"/>
                <a:gd name="csX13" fmla="*/ 17199 w 23408"/>
                <a:gd name="csY13" fmla="*/ 956 h 13854"/>
                <a:gd name="csX14" fmla="*/ 18154 w 23408"/>
                <a:gd name="csY14" fmla="*/ 0 h 13854"/>
                <a:gd name="csX15" fmla="*/ 19109 w 23408"/>
                <a:gd name="csY15" fmla="*/ 956 h 13854"/>
                <a:gd name="csX16" fmla="*/ 21498 w 23408"/>
                <a:gd name="csY16" fmla="*/ 2389 h 13854"/>
                <a:gd name="csX17" fmla="*/ 21976 w 23408"/>
                <a:gd name="csY17" fmla="*/ 3822 h 13854"/>
                <a:gd name="csX18" fmla="*/ 22931 w 23408"/>
                <a:gd name="csY18" fmla="*/ 4300 h 13854"/>
                <a:gd name="csX19" fmla="*/ 23409 w 23408"/>
                <a:gd name="csY19" fmla="*/ 4777 h 13854"/>
                <a:gd name="csX20" fmla="*/ 21976 w 23408"/>
                <a:gd name="csY20" fmla="*/ 6210 h 13854"/>
                <a:gd name="csX21" fmla="*/ 21976 w 23408"/>
                <a:gd name="csY21" fmla="*/ 7644 h 13854"/>
                <a:gd name="csX22" fmla="*/ 20543 w 23408"/>
                <a:gd name="csY22" fmla="*/ 7166 h 13854"/>
                <a:gd name="csX23" fmla="*/ 18632 w 23408"/>
                <a:gd name="csY23" fmla="*/ 9555 h 13854"/>
                <a:gd name="csX24" fmla="*/ 11943 w 23408"/>
                <a:gd name="csY24" fmla="*/ 13854 h 13854"/>
                <a:gd name="csX25" fmla="*/ 5733 w 23408"/>
                <a:gd name="csY25" fmla="*/ 10510 h 13854"/>
                <a:gd name="csX26" fmla="*/ 2867 w 23408"/>
                <a:gd name="csY26" fmla="*/ 8121 h 13854"/>
                <a:gd name="csX27" fmla="*/ 1433 w 23408"/>
                <a:gd name="csY27" fmla="*/ 4777 h 13854"/>
                <a:gd name="csX28" fmla="*/ 956 w 23408"/>
                <a:gd name="csY28" fmla="*/ 2389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23408" h="13854">
                  <a:moveTo>
                    <a:pt x="956" y="2389"/>
                  </a:move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3344" y="1911"/>
                  </a:lnTo>
                  <a:lnTo>
                    <a:pt x="3822" y="2389"/>
                  </a:lnTo>
                  <a:lnTo>
                    <a:pt x="5255" y="3822"/>
                  </a:lnTo>
                  <a:lnTo>
                    <a:pt x="7644" y="3822"/>
                  </a:lnTo>
                  <a:lnTo>
                    <a:pt x="10988" y="2389"/>
                  </a:lnTo>
                  <a:lnTo>
                    <a:pt x="12421" y="2866"/>
                  </a:lnTo>
                  <a:lnTo>
                    <a:pt x="13377" y="2866"/>
                  </a:lnTo>
                  <a:lnTo>
                    <a:pt x="15765" y="1433"/>
                  </a:lnTo>
                  <a:lnTo>
                    <a:pt x="17199" y="956"/>
                  </a:lnTo>
                  <a:lnTo>
                    <a:pt x="18154" y="0"/>
                  </a:lnTo>
                  <a:lnTo>
                    <a:pt x="19109" y="956"/>
                  </a:lnTo>
                  <a:lnTo>
                    <a:pt x="21498" y="2389"/>
                  </a:lnTo>
                  <a:lnTo>
                    <a:pt x="21976" y="3822"/>
                  </a:lnTo>
                  <a:lnTo>
                    <a:pt x="22931" y="4300"/>
                  </a:lnTo>
                  <a:lnTo>
                    <a:pt x="23409" y="4777"/>
                  </a:lnTo>
                  <a:lnTo>
                    <a:pt x="21976" y="6210"/>
                  </a:lnTo>
                  <a:lnTo>
                    <a:pt x="21976" y="7644"/>
                  </a:lnTo>
                  <a:lnTo>
                    <a:pt x="20543" y="7166"/>
                  </a:lnTo>
                  <a:lnTo>
                    <a:pt x="18632" y="9555"/>
                  </a:lnTo>
                  <a:lnTo>
                    <a:pt x="11943" y="13854"/>
                  </a:lnTo>
                  <a:lnTo>
                    <a:pt x="5733" y="10510"/>
                  </a:lnTo>
                  <a:lnTo>
                    <a:pt x="2867" y="8121"/>
                  </a:lnTo>
                  <a:lnTo>
                    <a:pt x="1433" y="4777"/>
                  </a:lnTo>
                  <a:lnTo>
                    <a:pt x="95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8" name="Freeform 3287">
              <a:extLst>
                <a:ext uri="{FF2B5EF4-FFF2-40B4-BE49-F238E27FC236}">
                  <a16:creationId xmlns:a16="http://schemas.microsoft.com/office/drawing/2014/main" id="{6846064D-0379-11AB-1B9A-4117D36E2F69}"/>
                </a:ext>
              </a:extLst>
            </p:cNvPr>
            <p:cNvSpPr/>
            <p:nvPr/>
          </p:nvSpPr>
          <p:spPr>
            <a:xfrm>
              <a:off x="8599301" y="5020101"/>
              <a:ext cx="3343" cy="4299"/>
            </a:xfrm>
            <a:custGeom>
              <a:avLst/>
              <a:gdLst>
                <a:gd name="csX0" fmla="*/ 955 w 3343"/>
                <a:gd name="csY0" fmla="*/ 2389 h 4299"/>
                <a:gd name="csX1" fmla="*/ 1433 w 3343"/>
                <a:gd name="csY1" fmla="*/ 3344 h 4299"/>
                <a:gd name="csX2" fmla="*/ 2389 w 3343"/>
                <a:gd name="csY2" fmla="*/ 4299 h 4299"/>
                <a:gd name="csX3" fmla="*/ 3344 w 3343"/>
                <a:gd name="csY3" fmla="*/ 3344 h 4299"/>
                <a:gd name="csX4" fmla="*/ 2866 w 3343"/>
                <a:gd name="csY4" fmla="*/ 2389 h 4299"/>
                <a:gd name="csX5" fmla="*/ 2389 w 3343"/>
                <a:gd name="csY5" fmla="*/ 956 h 4299"/>
                <a:gd name="csX6" fmla="*/ 1433 w 3343"/>
                <a:gd name="csY6" fmla="*/ 0 h 4299"/>
                <a:gd name="csX7" fmla="*/ 955 w 3343"/>
                <a:gd name="csY7" fmla="*/ 956 h 4299"/>
                <a:gd name="csX8" fmla="*/ 478 w 3343"/>
                <a:gd name="csY8" fmla="*/ 956 h 4299"/>
                <a:gd name="csX9" fmla="*/ 0 w 3343"/>
                <a:gd name="csY9" fmla="*/ 1911 h 4299"/>
                <a:gd name="csX10" fmla="*/ 955 w 3343"/>
                <a:gd name="csY10" fmla="*/ 238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3" h="4299">
                  <a:moveTo>
                    <a:pt x="955" y="2389"/>
                  </a:moveTo>
                  <a:lnTo>
                    <a:pt x="1433" y="3344"/>
                  </a:lnTo>
                  <a:lnTo>
                    <a:pt x="2389" y="4299"/>
                  </a:lnTo>
                  <a:lnTo>
                    <a:pt x="3344" y="3344"/>
                  </a:lnTo>
                  <a:lnTo>
                    <a:pt x="2866" y="2389"/>
                  </a:lnTo>
                  <a:lnTo>
                    <a:pt x="2389" y="956"/>
                  </a:lnTo>
                  <a:lnTo>
                    <a:pt x="1433" y="0"/>
                  </a:lnTo>
                  <a:lnTo>
                    <a:pt x="955" y="956"/>
                  </a:lnTo>
                  <a:lnTo>
                    <a:pt x="478" y="956"/>
                  </a:lnTo>
                  <a:lnTo>
                    <a:pt x="0" y="1911"/>
                  </a:lnTo>
                  <a:lnTo>
                    <a:pt x="95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9" name="Freeform 3288">
              <a:extLst>
                <a:ext uri="{FF2B5EF4-FFF2-40B4-BE49-F238E27FC236}">
                  <a16:creationId xmlns:a16="http://schemas.microsoft.com/office/drawing/2014/main" id="{BD338F19-1228-394F-1E2B-75200BAA0640}"/>
                </a:ext>
              </a:extLst>
            </p:cNvPr>
            <p:cNvSpPr/>
            <p:nvPr/>
          </p:nvSpPr>
          <p:spPr>
            <a:xfrm>
              <a:off x="8643252" y="5034910"/>
              <a:ext cx="10988" cy="6688"/>
            </a:xfrm>
            <a:custGeom>
              <a:avLst/>
              <a:gdLst>
                <a:gd name="csX0" fmla="*/ 1911 w 10988"/>
                <a:gd name="csY0" fmla="*/ 6210 h 6688"/>
                <a:gd name="csX1" fmla="*/ 2867 w 10988"/>
                <a:gd name="csY1" fmla="*/ 6210 h 6688"/>
                <a:gd name="csX2" fmla="*/ 3822 w 10988"/>
                <a:gd name="csY2" fmla="*/ 5733 h 6688"/>
                <a:gd name="csX3" fmla="*/ 4777 w 10988"/>
                <a:gd name="csY3" fmla="*/ 4777 h 6688"/>
                <a:gd name="csX4" fmla="*/ 5733 w 10988"/>
                <a:gd name="csY4" fmla="*/ 5255 h 6688"/>
                <a:gd name="csX5" fmla="*/ 7166 w 10988"/>
                <a:gd name="csY5" fmla="*/ 3344 h 6688"/>
                <a:gd name="csX6" fmla="*/ 8122 w 10988"/>
                <a:gd name="csY6" fmla="*/ 2867 h 6688"/>
                <a:gd name="csX7" fmla="*/ 10988 w 10988"/>
                <a:gd name="csY7" fmla="*/ 2389 h 6688"/>
                <a:gd name="csX8" fmla="*/ 9077 w 10988"/>
                <a:gd name="csY8" fmla="*/ 478 h 6688"/>
                <a:gd name="csX9" fmla="*/ 8599 w 10988"/>
                <a:gd name="csY9" fmla="*/ 0 h 6688"/>
                <a:gd name="csX10" fmla="*/ 6211 w 10988"/>
                <a:gd name="csY10" fmla="*/ 956 h 6688"/>
                <a:gd name="csX11" fmla="*/ 2867 w 10988"/>
                <a:gd name="csY11" fmla="*/ 1433 h 6688"/>
                <a:gd name="csX12" fmla="*/ 1433 w 10988"/>
                <a:gd name="csY12" fmla="*/ 2389 h 6688"/>
                <a:gd name="csX13" fmla="*/ 0 w 10988"/>
                <a:gd name="csY13" fmla="*/ 4300 h 6688"/>
                <a:gd name="csX14" fmla="*/ 0 w 10988"/>
                <a:gd name="csY14" fmla="*/ 6210 h 6688"/>
                <a:gd name="csX15" fmla="*/ 0 w 10988"/>
                <a:gd name="csY15" fmla="*/ 6688 h 6688"/>
                <a:gd name="csX16" fmla="*/ 1911 w 10988"/>
                <a:gd name="csY16" fmla="*/ 621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988" h="6688">
                  <a:moveTo>
                    <a:pt x="1911" y="6210"/>
                  </a:moveTo>
                  <a:lnTo>
                    <a:pt x="2867" y="6210"/>
                  </a:lnTo>
                  <a:lnTo>
                    <a:pt x="3822" y="5733"/>
                  </a:lnTo>
                  <a:lnTo>
                    <a:pt x="4777" y="4777"/>
                  </a:lnTo>
                  <a:lnTo>
                    <a:pt x="5733" y="5255"/>
                  </a:lnTo>
                  <a:lnTo>
                    <a:pt x="7166" y="3344"/>
                  </a:lnTo>
                  <a:lnTo>
                    <a:pt x="8122" y="2867"/>
                  </a:lnTo>
                  <a:lnTo>
                    <a:pt x="10988" y="2389"/>
                  </a:lnTo>
                  <a:lnTo>
                    <a:pt x="9077" y="478"/>
                  </a:lnTo>
                  <a:lnTo>
                    <a:pt x="8599" y="0"/>
                  </a:lnTo>
                  <a:lnTo>
                    <a:pt x="6211" y="956"/>
                  </a:lnTo>
                  <a:lnTo>
                    <a:pt x="2867" y="1433"/>
                  </a:lnTo>
                  <a:lnTo>
                    <a:pt x="1433" y="2389"/>
                  </a:lnTo>
                  <a:lnTo>
                    <a:pt x="0" y="4300"/>
                  </a:lnTo>
                  <a:lnTo>
                    <a:pt x="0" y="6210"/>
                  </a:lnTo>
                  <a:lnTo>
                    <a:pt x="0" y="6688"/>
                  </a:lnTo>
                  <a:lnTo>
                    <a:pt x="1911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0" name="Freeform 3289">
              <a:extLst>
                <a:ext uri="{FF2B5EF4-FFF2-40B4-BE49-F238E27FC236}">
                  <a16:creationId xmlns:a16="http://schemas.microsoft.com/office/drawing/2014/main" id="{FE043279-3D3F-FFCF-1DAE-A68E796A4B4A}"/>
                </a:ext>
              </a:extLst>
            </p:cNvPr>
            <p:cNvSpPr/>
            <p:nvPr/>
          </p:nvSpPr>
          <p:spPr>
            <a:xfrm>
              <a:off x="8701535" y="4916911"/>
              <a:ext cx="1911" cy="2866"/>
            </a:xfrm>
            <a:custGeom>
              <a:avLst/>
              <a:gdLst>
                <a:gd name="csX0" fmla="*/ 1433 w 1911"/>
                <a:gd name="csY0" fmla="*/ 1911 h 2866"/>
                <a:gd name="csX1" fmla="*/ 1911 w 1911"/>
                <a:gd name="csY1" fmla="*/ 956 h 2866"/>
                <a:gd name="csX2" fmla="*/ 955 w 1911"/>
                <a:gd name="csY2" fmla="*/ 0 h 2866"/>
                <a:gd name="csX3" fmla="*/ 0 w 1911"/>
                <a:gd name="csY3" fmla="*/ 1433 h 2866"/>
                <a:gd name="csX4" fmla="*/ 955 w 1911"/>
                <a:gd name="csY4" fmla="*/ 2867 h 2866"/>
                <a:gd name="csX5" fmla="*/ 1433 w 1911"/>
                <a:gd name="csY5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2866">
                  <a:moveTo>
                    <a:pt x="1433" y="1911"/>
                  </a:moveTo>
                  <a:lnTo>
                    <a:pt x="1911" y="956"/>
                  </a:lnTo>
                  <a:lnTo>
                    <a:pt x="955" y="0"/>
                  </a:lnTo>
                  <a:lnTo>
                    <a:pt x="0" y="1433"/>
                  </a:lnTo>
                  <a:lnTo>
                    <a:pt x="955" y="2867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1" name="Freeform 3290">
              <a:extLst>
                <a:ext uri="{FF2B5EF4-FFF2-40B4-BE49-F238E27FC236}">
                  <a16:creationId xmlns:a16="http://schemas.microsoft.com/office/drawing/2014/main" id="{75DB8C9F-185F-5FB0-0C47-E917432622AB}"/>
                </a:ext>
              </a:extLst>
            </p:cNvPr>
            <p:cNvSpPr/>
            <p:nvPr/>
          </p:nvSpPr>
          <p:spPr>
            <a:xfrm>
              <a:off x="8591180" y="4934587"/>
              <a:ext cx="5254" cy="8121"/>
            </a:xfrm>
            <a:custGeom>
              <a:avLst/>
              <a:gdLst>
                <a:gd name="csX0" fmla="*/ 1433 w 5254"/>
                <a:gd name="csY0" fmla="*/ 7166 h 8121"/>
                <a:gd name="csX1" fmla="*/ 4299 w 5254"/>
                <a:gd name="csY1" fmla="*/ 3344 h 8121"/>
                <a:gd name="csX2" fmla="*/ 5255 w 5254"/>
                <a:gd name="csY2" fmla="*/ 0 h 8121"/>
                <a:gd name="csX3" fmla="*/ 4299 w 5254"/>
                <a:gd name="csY3" fmla="*/ 478 h 8121"/>
                <a:gd name="csX4" fmla="*/ 3821 w 5254"/>
                <a:gd name="csY4" fmla="*/ 1911 h 8121"/>
                <a:gd name="csX5" fmla="*/ 3821 w 5254"/>
                <a:gd name="csY5" fmla="*/ 2867 h 8121"/>
                <a:gd name="csX6" fmla="*/ 3344 w 5254"/>
                <a:gd name="csY6" fmla="*/ 3344 h 8121"/>
                <a:gd name="csX7" fmla="*/ 2389 w 5254"/>
                <a:gd name="csY7" fmla="*/ 3822 h 8121"/>
                <a:gd name="csX8" fmla="*/ 955 w 5254"/>
                <a:gd name="csY8" fmla="*/ 6688 h 8121"/>
                <a:gd name="csX9" fmla="*/ 0 w 5254"/>
                <a:gd name="csY9" fmla="*/ 7166 h 8121"/>
                <a:gd name="csX10" fmla="*/ 0 w 5254"/>
                <a:gd name="csY10" fmla="*/ 8121 h 8121"/>
                <a:gd name="csX11" fmla="*/ 1433 w 5254"/>
                <a:gd name="csY11" fmla="*/ 716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4" h="8121">
                  <a:moveTo>
                    <a:pt x="1433" y="7166"/>
                  </a:moveTo>
                  <a:lnTo>
                    <a:pt x="4299" y="3344"/>
                  </a:lnTo>
                  <a:lnTo>
                    <a:pt x="5255" y="0"/>
                  </a:lnTo>
                  <a:lnTo>
                    <a:pt x="4299" y="478"/>
                  </a:lnTo>
                  <a:lnTo>
                    <a:pt x="3821" y="1911"/>
                  </a:lnTo>
                  <a:lnTo>
                    <a:pt x="3821" y="2867"/>
                  </a:lnTo>
                  <a:lnTo>
                    <a:pt x="3344" y="3344"/>
                  </a:lnTo>
                  <a:lnTo>
                    <a:pt x="2389" y="3822"/>
                  </a:lnTo>
                  <a:lnTo>
                    <a:pt x="955" y="6688"/>
                  </a:lnTo>
                  <a:lnTo>
                    <a:pt x="0" y="7166"/>
                  </a:lnTo>
                  <a:lnTo>
                    <a:pt x="0" y="8121"/>
                  </a:lnTo>
                  <a:lnTo>
                    <a:pt x="1433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2" name="Freeform 3291">
              <a:extLst>
                <a:ext uri="{FF2B5EF4-FFF2-40B4-BE49-F238E27FC236}">
                  <a16:creationId xmlns:a16="http://schemas.microsoft.com/office/drawing/2014/main" id="{760DE648-1E92-8FE3-D2D0-DAB0ACF7DD23}"/>
                </a:ext>
              </a:extLst>
            </p:cNvPr>
            <p:cNvSpPr/>
            <p:nvPr/>
          </p:nvSpPr>
          <p:spPr>
            <a:xfrm>
              <a:off x="8510921" y="4934109"/>
              <a:ext cx="2866" cy="6210"/>
            </a:xfrm>
            <a:custGeom>
              <a:avLst/>
              <a:gdLst>
                <a:gd name="csX0" fmla="*/ 478 w 2866"/>
                <a:gd name="csY0" fmla="*/ 3344 h 6210"/>
                <a:gd name="csX1" fmla="*/ 1911 w 2866"/>
                <a:gd name="csY1" fmla="*/ 6210 h 6210"/>
                <a:gd name="csX2" fmla="*/ 2389 w 2866"/>
                <a:gd name="csY2" fmla="*/ 6210 h 6210"/>
                <a:gd name="csX3" fmla="*/ 2866 w 2866"/>
                <a:gd name="csY3" fmla="*/ 3822 h 6210"/>
                <a:gd name="csX4" fmla="*/ 2389 w 2866"/>
                <a:gd name="csY4" fmla="*/ 2389 h 6210"/>
                <a:gd name="csX5" fmla="*/ 2389 w 2866"/>
                <a:gd name="csY5" fmla="*/ 478 h 6210"/>
                <a:gd name="csX6" fmla="*/ 1911 w 2866"/>
                <a:gd name="csY6" fmla="*/ 0 h 6210"/>
                <a:gd name="csX7" fmla="*/ 955 w 2866"/>
                <a:gd name="csY7" fmla="*/ 956 h 6210"/>
                <a:gd name="csX8" fmla="*/ 0 w 2866"/>
                <a:gd name="csY8" fmla="*/ 956 h 6210"/>
                <a:gd name="csX9" fmla="*/ 955 w 2866"/>
                <a:gd name="csY9" fmla="*/ 2389 h 6210"/>
                <a:gd name="csX10" fmla="*/ 478 w 2866"/>
                <a:gd name="csY10" fmla="*/ 3344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866" h="6210">
                  <a:moveTo>
                    <a:pt x="478" y="3344"/>
                  </a:moveTo>
                  <a:lnTo>
                    <a:pt x="1911" y="6210"/>
                  </a:lnTo>
                  <a:lnTo>
                    <a:pt x="2389" y="6210"/>
                  </a:lnTo>
                  <a:lnTo>
                    <a:pt x="2866" y="3822"/>
                  </a:lnTo>
                  <a:lnTo>
                    <a:pt x="2389" y="2389"/>
                  </a:lnTo>
                  <a:lnTo>
                    <a:pt x="2389" y="478"/>
                  </a:lnTo>
                  <a:lnTo>
                    <a:pt x="1911" y="0"/>
                  </a:lnTo>
                  <a:lnTo>
                    <a:pt x="955" y="956"/>
                  </a:lnTo>
                  <a:lnTo>
                    <a:pt x="0" y="956"/>
                  </a:lnTo>
                  <a:lnTo>
                    <a:pt x="955" y="2389"/>
                  </a:lnTo>
                  <a:lnTo>
                    <a:pt x="478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3" name="Freeform 3292">
              <a:extLst>
                <a:ext uri="{FF2B5EF4-FFF2-40B4-BE49-F238E27FC236}">
                  <a16:creationId xmlns:a16="http://schemas.microsoft.com/office/drawing/2014/main" id="{EC526800-8398-62AA-BF72-0B26A651FD8B}"/>
                </a:ext>
              </a:extLst>
            </p:cNvPr>
            <p:cNvSpPr/>
            <p:nvPr/>
          </p:nvSpPr>
          <p:spPr>
            <a:xfrm>
              <a:off x="8584492" y="4943186"/>
              <a:ext cx="5732" cy="3822"/>
            </a:xfrm>
            <a:custGeom>
              <a:avLst/>
              <a:gdLst>
                <a:gd name="csX0" fmla="*/ 3821 w 5732"/>
                <a:gd name="csY0" fmla="*/ 1911 h 3822"/>
                <a:gd name="csX1" fmla="*/ 5733 w 5732"/>
                <a:gd name="csY1" fmla="*/ 956 h 3822"/>
                <a:gd name="csX2" fmla="*/ 5733 w 5732"/>
                <a:gd name="csY2" fmla="*/ 0 h 3822"/>
                <a:gd name="csX3" fmla="*/ 5255 w 5732"/>
                <a:gd name="csY3" fmla="*/ 478 h 3822"/>
                <a:gd name="csX4" fmla="*/ 1433 w 5732"/>
                <a:gd name="csY4" fmla="*/ 1911 h 3822"/>
                <a:gd name="csX5" fmla="*/ 0 w 5732"/>
                <a:gd name="csY5" fmla="*/ 3822 h 3822"/>
                <a:gd name="csX6" fmla="*/ 2866 w 5732"/>
                <a:gd name="csY6" fmla="*/ 2389 h 3822"/>
                <a:gd name="csX7" fmla="*/ 3821 w 5732"/>
                <a:gd name="csY7" fmla="*/ 1911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3822">
                  <a:moveTo>
                    <a:pt x="3821" y="1911"/>
                  </a:moveTo>
                  <a:lnTo>
                    <a:pt x="5733" y="956"/>
                  </a:lnTo>
                  <a:lnTo>
                    <a:pt x="5733" y="0"/>
                  </a:lnTo>
                  <a:lnTo>
                    <a:pt x="5255" y="478"/>
                  </a:lnTo>
                  <a:lnTo>
                    <a:pt x="1433" y="1911"/>
                  </a:lnTo>
                  <a:lnTo>
                    <a:pt x="0" y="3822"/>
                  </a:lnTo>
                  <a:lnTo>
                    <a:pt x="2866" y="2389"/>
                  </a:lnTo>
                  <a:lnTo>
                    <a:pt x="382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4" name="Freeform 3293">
              <a:extLst>
                <a:ext uri="{FF2B5EF4-FFF2-40B4-BE49-F238E27FC236}">
                  <a16:creationId xmlns:a16="http://schemas.microsoft.com/office/drawing/2014/main" id="{11FFB146-40D5-9158-99F2-34F721071770}"/>
                </a:ext>
              </a:extLst>
            </p:cNvPr>
            <p:cNvSpPr/>
            <p:nvPr/>
          </p:nvSpPr>
          <p:spPr>
            <a:xfrm>
              <a:off x="8597390" y="5018189"/>
              <a:ext cx="955" cy="2388"/>
            </a:xfrm>
            <a:custGeom>
              <a:avLst/>
              <a:gdLst>
                <a:gd name="csX0" fmla="*/ 0 w 955"/>
                <a:gd name="csY0" fmla="*/ 2389 h 2388"/>
                <a:gd name="csX1" fmla="*/ 478 w 955"/>
                <a:gd name="csY1" fmla="*/ 2389 h 2388"/>
                <a:gd name="csX2" fmla="*/ 956 w 955"/>
                <a:gd name="csY2" fmla="*/ 1433 h 2388"/>
                <a:gd name="csX3" fmla="*/ 956 w 955"/>
                <a:gd name="csY3" fmla="*/ 0 h 2388"/>
                <a:gd name="csX4" fmla="*/ 0 w 955"/>
                <a:gd name="csY4" fmla="*/ 956 h 2388"/>
                <a:gd name="csX5" fmla="*/ 0 w 955"/>
                <a:gd name="csY5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2388">
                  <a:moveTo>
                    <a:pt x="0" y="2389"/>
                  </a:moveTo>
                  <a:lnTo>
                    <a:pt x="478" y="2389"/>
                  </a:lnTo>
                  <a:lnTo>
                    <a:pt x="956" y="1433"/>
                  </a:lnTo>
                  <a:lnTo>
                    <a:pt x="956" y="0"/>
                  </a:lnTo>
                  <a:lnTo>
                    <a:pt x="0" y="956"/>
                  </a:lnTo>
                  <a:lnTo>
                    <a:pt x="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5" name="Freeform 3294">
              <a:extLst>
                <a:ext uri="{FF2B5EF4-FFF2-40B4-BE49-F238E27FC236}">
                  <a16:creationId xmlns:a16="http://schemas.microsoft.com/office/drawing/2014/main" id="{D12C1429-FC9E-E11E-B880-38A4BE27CCBF}"/>
                </a:ext>
              </a:extLst>
            </p:cNvPr>
            <p:cNvSpPr/>
            <p:nvPr/>
          </p:nvSpPr>
          <p:spPr>
            <a:xfrm>
              <a:off x="8702013" y="4926943"/>
              <a:ext cx="3343" cy="3344"/>
            </a:xfrm>
            <a:custGeom>
              <a:avLst/>
              <a:gdLst>
                <a:gd name="csX0" fmla="*/ 478 w 3343"/>
                <a:gd name="csY0" fmla="*/ 956 h 3344"/>
                <a:gd name="csX1" fmla="*/ 0 w 3343"/>
                <a:gd name="csY1" fmla="*/ 1433 h 3344"/>
                <a:gd name="csX2" fmla="*/ 478 w 3343"/>
                <a:gd name="csY2" fmla="*/ 2866 h 3344"/>
                <a:gd name="csX3" fmla="*/ 1433 w 3343"/>
                <a:gd name="csY3" fmla="*/ 3344 h 3344"/>
                <a:gd name="csX4" fmla="*/ 3344 w 3343"/>
                <a:gd name="csY4" fmla="*/ 2389 h 3344"/>
                <a:gd name="csX5" fmla="*/ 1433 w 3343"/>
                <a:gd name="csY5" fmla="*/ 0 h 3344"/>
                <a:gd name="csX6" fmla="*/ 478 w 3343"/>
                <a:gd name="csY6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3344">
                  <a:moveTo>
                    <a:pt x="478" y="956"/>
                  </a:moveTo>
                  <a:lnTo>
                    <a:pt x="0" y="1433"/>
                  </a:lnTo>
                  <a:lnTo>
                    <a:pt x="478" y="2866"/>
                  </a:lnTo>
                  <a:lnTo>
                    <a:pt x="1433" y="3344"/>
                  </a:lnTo>
                  <a:lnTo>
                    <a:pt x="3344" y="2389"/>
                  </a:lnTo>
                  <a:lnTo>
                    <a:pt x="1433" y="0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6" name="Freeform 3295">
              <a:extLst>
                <a:ext uri="{FF2B5EF4-FFF2-40B4-BE49-F238E27FC236}">
                  <a16:creationId xmlns:a16="http://schemas.microsoft.com/office/drawing/2014/main" id="{3E938C2B-EA6B-9C55-83E8-FAE33DC2B3D4}"/>
                </a:ext>
              </a:extLst>
            </p:cNvPr>
            <p:cNvSpPr/>
            <p:nvPr/>
          </p:nvSpPr>
          <p:spPr>
            <a:xfrm>
              <a:off x="8590702" y="5018667"/>
              <a:ext cx="2388" cy="1910"/>
            </a:xfrm>
            <a:custGeom>
              <a:avLst/>
              <a:gdLst>
                <a:gd name="csX0" fmla="*/ 0 w 2388"/>
                <a:gd name="csY0" fmla="*/ 955 h 1910"/>
                <a:gd name="csX1" fmla="*/ 478 w 2388"/>
                <a:gd name="csY1" fmla="*/ 1911 h 1910"/>
                <a:gd name="csX2" fmla="*/ 478 w 2388"/>
                <a:gd name="csY2" fmla="*/ 1911 h 1910"/>
                <a:gd name="csX3" fmla="*/ 1911 w 2388"/>
                <a:gd name="csY3" fmla="*/ 1911 h 1910"/>
                <a:gd name="csX4" fmla="*/ 2389 w 2388"/>
                <a:gd name="csY4" fmla="*/ 478 h 1910"/>
                <a:gd name="csX5" fmla="*/ 1911 w 2388"/>
                <a:gd name="csY5" fmla="*/ 0 h 1910"/>
                <a:gd name="csX6" fmla="*/ 478 w 2388"/>
                <a:gd name="csY6" fmla="*/ 478 h 1910"/>
                <a:gd name="csX7" fmla="*/ 0 w 2388"/>
                <a:gd name="csY7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1910">
                  <a:moveTo>
                    <a:pt x="0" y="955"/>
                  </a:moveTo>
                  <a:lnTo>
                    <a:pt x="478" y="1911"/>
                  </a:lnTo>
                  <a:lnTo>
                    <a:pt x="478" y="1911"/>
                  </a:lnTo>
                  <a:lnTo>
                    <a:pt x="1911" y="1911"/>
                  </a:lnTo>
                  <a:lnTo>
                    <a:pt x="2389" y="478"/>
                  </a:lnTo>
                  <a:lnTo>
                    <a:pt x="1911" y="0"/>
                  </a:lnTo>
                  <a:lnTo>
                    <a:pt x="478" y="478"/>
                  </a:lnTo>
                  <a:lnTo>
                    <a:pt x="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7" name="Freeform 3296">
              <a:extLst>
                <a:ext uri="{FF2B5EF4-FFF2-40B4-BE49-F238E27FC236}">
                  <a16:creationId xmlns:a16="http://schemas.microsoft.com/office/drawing/2014/main" id="{7622E9B0-A4E2-7D07-A574-9173FBE75C87}"/>
                </a:ext>
              </a:extLst>
            </p:cNvPr>
            <p:cNvSpPr/>
            <p:nvPr/>
          </p:nvSpPr>
          <p:spPr>
            <a:xfrm>
              <a:off x="8587358" y="4984271"/>
              <a:ext cx="12420" cy="11465"/>
            </a:xfrm>
            <a:custGeom>
              <a:avLst/>
              <a:gdLst>
                <a:gd name="csX0" fmla="*/ 10988 w 12420"/>
                <a:gd name="csY0" fmla="*/ 9555 h 11465"/>
                <a:gd name="csX1" fmla="*/ 9077 w 12420"/>
                <a:gd name="csY1" fmla="*/ 8599 h 11465"/>
                <a:gd name="csX2" fmla="*/ 8121 w 12420"/>
                <a:gd name="csY2" fmla="*/ 8121 h 11465"/>
                <a:gd name="csX3" fmla="*/ 8121 w 12420"/>
                <a:gd name="csY3" fmla="*/ 7166 h 11465"/>
                <a:gd name="csX4" fmla="*/ 9077 w 12420"/>
                <a:gd name="csY4" fmla="*/ 4777 h 11465"/>
                <a:gd name="csX5" fmla="*/ 9555 w 12420"/>
                <a:gd name="csY5" fmla="*/ 4299 h 11465"/>
                <a:gd name="csX6" fmla="*/ 10032 w 12420"/>
                <a:gd name="csY6" fmla="*/ 3822 h 11465"/>
                <a:gd name="csX7" fmla="*/ 11466 w 12420"/>
                <a:gd name="csY7" fmla="*/ 2866 h 11465"/>
                <a:gd name="csX8" fmla="*/ 10988 w 12420"/>
                <a:gd name="csY8" fmla="*/ 1911 h 11465"/>
                <a:gd name="csX9" fmla="*/ 10510 w 12420"/>
                <a:gd name="csY9" fmla="*/ 1433 h 11465"/>
                <a:gd name="csX10" fmla="*/ 10032 w 12420"/>
                <a:gd name="csY10" fmla="*/ 1433 h 11465"/>
                <a:gd name="csX11" fmla="*/ 9555 w 12420"/>
                <a:gd name="csY11" fmla="*/ 2866 h 11465"/>
                <a:gd name="csX12" fmla="*/ 8599 w 12420"/>
                <a:gd name="csY12" fmla="*/ 2866 h 11465"/>
                <a:gd name="csX13" fmla="*/ 7644 w 12420"/>
                <a:gd name="csY13" fmla="*/ 2389 h 11465"/>
                <a:gd name="csX14" fmla="*/ 7166 w 12420"/>
                <a:gd name="csY14" fmla="*/ 956 h 11465"/>
                <a:gd name="csX15" fmla="*/ 7166 w 12420"/>
                <a:gd name="csY15" fmla="*/ 0 h 11465"/>
                <a:gd name="csX16" fmla="*/ 6211 w 12420"/>
                <a:gd name="csY16" fmla="*/ 0 h 11465"/>
                <a:gd name="csX17" fmla="*/ 4777 w 12420"/>
                <a:gd name="csY17" fmla="*/ 478 h 11465"/>
                <a:gd name="csX18" fmla="*/ 3822 w 12420"/>
                <a:gd name="csY18" fmla="*/ 1911 h 11465"/>
                <a:gd name="csX19" fmla="*/ 1911 w 12420"/>
                <a:gd name="csY19" fmla="*/ 3344 h 11465"/>
                <a:gd name="csX20" fmla="*/ 1433 w 12420"/>
                <a:gd name="csY20" fmla="*/ 6210 h 11465"/>
                <a:gd name="csX21" fmla="*/ 1911 w 12420"/>
                <a:gd name="csY21" fmla="*/ 8121 h 11465"/>
                <a:gd name="csX22" fmla="*/ 955 w 12420"/>
                <a:gd name="csY22" fmla="*/ 9077 h 11465"/>
                <a:gd name="csX23" fmla="*/ 0 w 12420"/>
                <a:gd name="csY23" fmla="*/ 10032 h 11465"/>
                <a:gd name="csX24" fmla="*/ 478 w 12420"/>
                <a:gd name="csY24" fmla="*/ 10032 h 11465"/>
                <a:gd name="csX25" fmla="*/ 2389 w 12420"/>
                <a:gd name="csY25" fmla="*/ 10032 h 11465"/>
                <a:gd name="csX26" fmla="*/ 6211 w 12420"/>
                <a:gd name="csY26" fmla="*/ 10988 h 11465"/>
                <a:gd name="csX27" fmla="*/ 8599 w 12420"/>
                <a:gd name="csY27" fmla="*/ 10988 h 11465"/>
                <a:gd name="csX28" fmla="*/ 10988 w 12420"/>
                <a:gd name="csY28" fmla="*/ 11465 h 11465"/>
                <a:gd name="csX29" fmla="*/ 11943 w 12420"/>
                <a:gd name="csY29" fmla="*/ 10510 h 11465"/>
                <a:gd name="csX30" fmla="*/ 12421 w 12420"/>
                <a:gd name="csY30" fmla="*/ 9077 h 11465"/>
                <a:gd name="csX31" fmla="*/ 11943 w 12420"/>
                <a:gd name="csY31" fmla="*/ 9077 h 11465"/>
                <a:gd name="csX32" fmla="*/ 10988 w 12420"/>
                <a:gd name="csY32" fmla="*/ 9555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2420" h="11465">
                  <a:moveTo>
                    <a:pt x="10988" y="9555"/>
                  </a:moveTo>
                  <a:lnTo>
                    <a:pt x="9077" y="8599"/>
                  </a:lnTo>
                  <a:lnTo>
                    <a:pt x="8121" y="8121"/>
                  </a:lnTo>
                  <a:lnTo>
                    <a:pt x="8121" y="7166"/>
                  </a:lnTo>
                  <a:lnTo>
                    <a:pt x="9077" y="4777"/>
                  </a:lnTo>
                  <a:lnTo>
                    <a:pt x="9555" y="4299"/>
                  </a:lnTo>
                  <a:lnTo>
                    <a:pt x="10032" y="3822"/>
                  </a:lnTo>
                  <a:lnTo>
                    <a:pt x="11466" y="2866"/>
                  </a:lnTo>
                  <a:lnTo>
                    <a:pt x="10988" y="1911"/>
                  </a:lnTo>
                  <a:lnTo>
                    <a:pt x="10510" y="1433"/>
                  </a:lnTo>
                  <a:lnTo>
                    <a:pt x="10032" y="1433"/>
                  </a:lnTo>
                  <a:lnTo>
                    <a:pt x="9555" y="2866"/>
                  </a:lnTo>
                  <a:lnTo>
                    <a:pt x="8599" y="2866"/>
                  </a:lnTo>
                  <a:lnTo>
                    <a:pt x="7644" y="2389"/>
                  </a:lnTo>
                  <a:lnTo>
                    <a:pt x="7166" y="956"/>
                  </a:lnTo>
                  <a:lnTo>
                    <a:pt x="7166" y="0"/>
                  </a:lnTo>
                  <a:lnTo>
                    <a:pt x="6211" y="0"/>
                  </a:lnTo>
                  <a:lnTo>
                    <a:pt x="4777" y="478"/>
                  </a:lnTo>
                  <a:lnTo>
                    <a:pt x="3822" y="1911"/>
                  </a:lnTo>
                  <a:lnTo>
                    <a:pt x="1911" y="3344"/>
                  </a:lnTo>
                  <a:lnTo>
                    <a:pt x="1433" y="6210"/>
                  </a:lnTo>
                  <a:lnTo>
                    <a:pt x="1911" y="8121"/>
                  </a:lnTo>
                  <a:lnTo>
                    <a:pt x="955" y="9077"/>
                  </a:lnTo>
                  <a:lnTo>
                    <a:pt x="0" y="10032"/>
                  </a:lnTo>
                  <a:lnTo>
                    <a:pt x="478" y="10032"/>
                  </a:lnTo>
                  <a:lnTo>
                    <a:pt x="2389" y="10032"/>
                  </a:lnTo>
                  <a:lnTo>
                    <a:pt x="6211" y="10988"/>
                  </a:lnTo>
                  <a:lnTo>
                    <a:pt x="8599" y="10988"/>
                  </a:lnTo>
                  <a:lnTo>
                    <a:pt x="10988" y="11465"/>
                  </a:lnTo>
                  <a:lnTo>
                    <a:pt x="11943" y="10510"/>
                  </a:lnTo>
                  <a:lnTo>
                    <a:pt x="12421" y="9077"/>
                  </a:lnTo>
                  <a:lnTo>
                    <a:pt x="11943" y="9077"/>
                  </a:lnTo>
                  <a:lnTo>
                    <a:pt x="10988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8" name="Freeform 3297">
              <a:extLst>
                <a:ext uri="{FF2B5EF4-FFF2-40B4-BE49-F238E27FC236}">
                  <a16:creationId xmlns:a16="http://schemas.microsoft.com/office/drawing/2014/main" id="{76F254EC-D8A9-11CA-B1AF-A9A3C4C50645}"/>
                </a:ext>
              </a:extLst>
            </p:cNvPr>
            <p:cNvSpPr/>
            <p:nvPr/>
          </p:nvSpPr>
          <p:spPr>
            <a:xfrm>
              <a:off x="8878773" y="5171063"/>
              <a:ext cx="5254" cy="6210"/>
            </a:xfrm>
            <a:custGeom>
              <a:avLst/>
              <a:gdLst>
                <a:gd name="csX0" fmla="*/ 4300 w 5254"/>
                <a:gd name="csY0" fmla="*/ 6210 h 6210"/>
                <a:gd name="csX1" fmla="*/ 4777 w 5254"/>
                <a:gd name="csY1" fmla="*/ 5733 h 6210"/>
                <a:gd name="csX2" fmla="*/ 5255 w 5254"/>
                <a:gd name="csY2" fmla="*/ 5255 h 6210"/>
                <a:gd name="csX3" fmla="*/ 4777 w 5254"/>
                <a:gd name="csY3" fmla="*/ 3822 h 6210"/>
                <a:gd name="csX4" fmla="*/ 3822 w 5254"/>
                <a:gd name="csY4" fmla="*/ 2867 h 6210"/>
                <a:gd name="csX5" fmla="*/ 4300 w 5254"/>
                <a:gd name="csY5" fmla="*/ 1433 h 6210"/>
                <a:gd name="csX6" fmla="*/ 3822 w 5254"/>
                <a:gd name="csY6" fmla="*/ 956 h 6210"/>
                <a:gd name="csX7" fmla="*/ 2866 w 5254"/>
                <a:gd name="csY7" fmla="*/ 956 h 6210"/>
                <a:gd name="csX8" fmla="*/ 2389 w 5254"/>
                <a:gd name="csY8" fmla="*/ 478 h 6210"/>
                <a:gd name="csX9" fmla="*/ 478 w 5254"/>
                <a:gd name="csY9" fmla="*/ 0 h 6210"/>
                <a:gd name="csX10" fmla="*/ 0 w 5254"/>
                <a:gd name="csY10" fmla="*/ 1433 h 6210"/>
                <a:gd name="csX11" fmla="*/ 2866 w 5254"/>
                <a:gd name="csY11" fmla="*/ 5733 h 6210"/>
                <a:gd name="csX12" fmla="*/ 4300 w 5254"/>
                <a:gd name="csY12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254" h="6210">
                  <a:moveTo>
                    <a:pt x="4300" y="6210"/>
                  </a:moveTo>
                  <a:lnTo>
                    <a:pt x="4777" y="5733"/>
                  </a:lnTo>
                  <a:lnTo>
                    <a:pt x="5255" y="5255"/>
                  </a:lnTo>
                  <a:lnTo>
                    <a:pt x="4777" y="3822"/>
                  </a:lnTo>
                  <a:lnTo>
                    <a:pt x="3822" y="2867"/>
                  </a:lnTo>
                  <a:lnTo>
                    <a:pt x="4300" y="1433"/>
                  </a:lnTo>
                  <a:lnTo>
                    <a:pt x="3822" y="956"/>
                  </a:lnTo>
                  <a:lnTo>
                    <a:pt x="2866" y="956"/>
                  </a:lnTo>
                  <a:lnTo>
                    <a:pt x="2389" y="478"/>
                  </a:lnTo>
                  <a:lnTo>
                    <a:pt x="478" y="0"/>
                  </a:lnTo>
                  <a:lnTo>
                    <a:pt x="0" y="1433"/>
                  </a:lnTo>
                  <a:lnTo>
                    <a:pt x="2866" y="5733"/>
                  </a:lnTo>
                  <a:lnTo>
                    <a:pt x="4300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9" name="Freeform 3298">
              <a:extLst>
                <a:ext uri="{FF2B5EF4-FFF2-40B4-BE49-F238E27FC236}">
                  <a16:creationId xmlns:a16="http://schemas.microsoft.com/office/drawing/2014/main" id="{6C415BAC-08FF-31D4-38DC-0553D08D12B9}"/>
                </a:ext>
              </a:extLst>
            </p:cNvPr>
            <p:cNvSpPr/>
            <p:nvPr/>
          </p:nvSpPr>
          <p:spPr>
            <a:xfrm>
              <a:off x="8917469" y="5196382"/>
              <a:ext cx="7643" cy="21020"/>
            </a:xfrm>
            <a:custGeom>
              <a:avLst/>
              <a:gdLst>
                <a:gd name="csX0" fmla="*/ 1433 w 7643"/>
                <a:gd name="csY0" fmla="*/ 21020 h 21020"/>
                <a:gd name="csX1" fmla="*/ 1911 w 7643"/>
                <a:gd name="csY1" fmla="*/ 20065 h 21020"/>
                <a:gd name="csX2" fmla="*/ 1911 w 7643"/>
                <a:gd name="csY2" fmla="*/ 19109 h 21020"/>
                <a:gd name="csX3" fmla="*/ 3344 w 7643"/>
                <a:gd name="csY3" fmla="*/ 15287 h 21020"/>
                <a:gd name="csX4" fmla="*/ 7166 w 7643"/>
                <a:gd name="csY4" fmla="*/ 6211 h 21020"/>
                <a:gd name="csX5" fmla="*/ 7644 w 7643"/>
                <a:gd name="csY5" fmla="*/ 4777 h 21020"/>
                <a:gd name="csX6" fmla="*/ 6211 w 7643"/>
                <a:gd name="csY6" fmla="*/ 3344 h 21020"/>
                <a:gd name="csX7" fmla="*/ 6211 w 7643"/>
                <a:gd name="csY7" fmla="*/ 0 h 21020"/>
                <a:gd name="csX8" fmla="*/ 5733 w 7643"/>
                <a:gd name="csY8" fmla="*/ 0 h 21020"/>
                <a:gd name="csX9" fmla="*/ 4777 w 7643"/>
                <a:gd name="csY9" fmla="*/ 0 h 21020"/>
                <a:gd name="csX10" fmla="*/ 3822 w 7643"/>
                <a:gd name="csY10" fmla="*/ 478 h 21020"/>
                <a:gd name="csX11" fmla="*/ 3344 w 7643"/>
                <a:gd name="csY11" fmla="*/ 1433 h 21020"/>
                <a:gd name="csX12" fmla="*/ 4300 w 7643"/>
                <a:gd name="csY12" fmla="*/ 1911 h 21020"/>
                <a:gd name="csX13" fmla="*/ 5255 w 7643"/>
                <a:gd name="csY13" fmla="*/ 3822 h 21020"/>
                <a:gd name="csX14" fmla="*/ 4777 w 7643"/>
                <a:gd name="csY14" fmla="*/ 5255 h 21020"/>
                <a:gd name="csX15" fmla="*/ 4300 w 7643"/>
                <a:gd name="csY15" fmla="*/ 6688 h 21020"/>
                <a:gd name="csX16" fmla="*/ 956 w 7643"/>
                <a:gd name="csY16" fmla="*/ 9077 h 21020"/>
                <a:gd name="csX17" fmla="*/ 1433 w 7643"/>
                <a:gd name="csY17" fmla="*/ 11466 h 21020"/>
                <a:gd name="csX18" fmla="*/ 1433 w 7643"/>
                <a:gd name="csY18" fmla="*/ 12421 h 21020"/>
                <a:gd name="csX19" fmla="*/ 478 w 7643"/>
                <a:gd name="csY19" fmla="*/ 14332 h 21020"/>
                <a:gd name="csX20" fmla="*/ 0 w 7643"/>
                <a:gd name="csY20" fmla="*/ 16243 h 21020"/>
                <a:gd name="csX21" fmla="*/ 478 w 7643"/>
                <a:gd name="csY21" fmla="*/ 19587 h 21020"/>
                <a:gd name="csX22" fmla="*/ 1433 w 7643"/>
                <a:gd name="csY22" fmla="*/ 21020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7643" h="21020">
                  <a:moveTo>
                    <a:pt x="1433" y="21020"/>
                  </a:moveTo>
                  <a:lnTo>
                    <a:pt x="1911" y="20065"/>
                  </a:lnTo>
                  <a:lnTo>
                    <a:pt x="1911" y="19109"/>
                  </a:lnTo>
                  <a:lnTo>
                    <a:pt x="3344" y="15287"/>
                  </a:lnTo>
                  <a:lnTo>
                    <a:pt x="7166" y="6211"/>
                  </a:lnTo>
                  <a:lnTo>
                    <a:pt x="7644" y="4777"/>
                  </a:lnTo>
                  <a:lnTo>
                    <a:pt x="6211" y="3344"/>
                  </a:lnTo>
                  <a:lnTo>
                    <a:pt x="6211" y="0"/>
                  </a:lnTo>
                  <a:lnTo>
                    <a:pt x="5733" y="0"/>
                  </a:lnTo>
                  <a:lnTo>
                    <a:pt x="4777" y="0"/>
                  </a:lnTo>
                  <a:lnTo>
                    <a:pt x="3822" y="478"/>
                  </a:lnTo>
                  <a:lnTo>
                    <a:pt x="3344" y="1433"/>
                  </a:lnTo>
                  <a:lnTo>
                    <a:pt x="4300" y="1911"/>
                  </a:lnTo>
                  <a:lnTo>
                    <a:pt x="5255" y="3822"/>
                  </a:lnTo>
                  <a:lnTo>
                    <a:pt x="4777" y="5255"/>
                  </a:lnTo>
                  <a:lnTo>
                    <a:pt x="4300" y="6688"/>
                  </a:lnTo>
                  <a:lnTo>
                    <a:pt x="956" y="9077"/>
                  </a:lnTo>
                  <a:lnTo>
                    <a:pt x="1433" y="11466"/>
                  </a:lnTo>
                  <a:lnTo>
                    <a:pt x="1433" y="12421"/>
                  </a:lnTo>
                  <a:lnTo>
                    <a:pt x="478" y="14332"/>
                  </a:lnTo>
                  <a:lnTo>
                    <a:pt x="0" y="16243"/>
                  </a:lnTo>
                  <a:lnTo>
                    <a:pt x="478" y="19587"/>
                  </a:lnTo>
                  <a:lnTo>
                    <a:pt x="1433" y="2102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0" name="Freeform 3299">
              <a:extLst>
                <a:ext uri="{FF2B5EF4-FFF2-40B4-BE49-F238E27FC236}">
                  <a16:creationId xmlns:a16="http://schemas.microsoft.com/office/drawing/2014/main" id="{38A73EBF-7E25-4AB0-A068-72F2870FD53C}"/>
                </a:ext>
              </a:extLst>
            </p:cNvPr>
            <p:cNvSpPr/>
            <p:nvPr/>
          </p:nvSpPr>
          <p:spPr>
            <a:xfrm>
              <a:off x="8925112" y="5242245"/>
              <a:ext cx="1911" cy="6210"/>
            </a:xfrm>
            <a:custGeom>
              <a:avLst/>
              <a:gdLst>
                <a:gd name="csX0" fmla="*/ 956 w 1911"/>
                <a:gd name="csY0" fmla="*/ 6210 h 6210"/>
                <a:gd name="csX1" fmla="*/ 1433 w 1911"/>
                <a:gd name="csY1" fmla="*/ 6210 h 6210"/>
                <a:gd name="csX2" fmla="*/ 1433 w 1911"/>
                <a:gd name="csY2" fmla="*/ 3822 h 6210"/>
                <a:gd name="csX3" fmla="*/ 1911 w 1911"/>
                <a:gd name="csY3" fmla="*/ 478 h 6210"/>
                <a:gd name="csX4" fmla="*/ 1433 w 1911"/>
                <a:gd name="csY4" fmla="*/ 0 h 6210"/>
                <a:gd name="csX5" fmla="*/ 478 w 1911"/>
                <a:gd name="csY5" fmla="*/ 478 h 6210"/>
                <a:gd name="csX6" fmla="*/ 0 w 1911"/>
                <a:gd name="csY6" fmla="*/ 2389 h 6210"/>
                <a:gd name="csX7" fmla="*/ 0 w 1911"/>
                <a:gd name="csY7" fmla="*/ 4299 h 6210"/>
                <a:gd name="csX8" fmla="*/ 956 w 1911"/>
                <a:gd name="csY8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6210">
                  <a:moveTo>
                    <a:pt x="956" y="6210"/>
                  </a:moveTo>
                  <a:lnTo>
                    <a:pt x="1433" y="6210"/>
                  </a:lnTo>
                  <a:lnTo>
                    <a:pt x="1433" y="3822"/>
                  </a:lnTo>
                  <a:lnTo>
                    <a:pt x="1911" y="478"/>
                  </a:lnTo>
                  <a:lnTo>
                    <a:pt x="1433" y="0"/>
                  </a:lnTo>
                  <a:lnTo>
                    <a:pt x="478" y="478"/>
                  </a:lnTo>
                  <a:lnTo>
                    <a:pt x="0" y="2389"/>
                  </a:lnTo>
                  <a:lnTo>
                    <a:pt x="0" y="4299"/>
                  </a:lnTo>
                  <a:lnTo>
                    <a:pt x="956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1" name="Freeform 3300">
              <a:extLst>
                <a:ext uri="{FF2B5EF4-FFF2-40B4-BE49-F238E27FC236}">
                  <a16:creationId xmlns:a16="http://schemas.microsoft.com/office/drawing/2014/main" id="{66236E37-972B-BB82-DF5A-35AEBC27317F}"/>
                </a:ext>
              </a:extLst>
            </p:cNvPr>
            <p:cNvSpPr/>
            <p:nvPr/>
          </p:nvSpPr>
          <p:spPr>
            <a:xfrm>
              <a:off x="8925591" y="5249888"/>
              <a:ext cx="2866" cy="6210"/>
            </a:xfrm>
            <a:custGeom>
              <a:avLst/>
              <a:gdLst>
                <a:gd name="csX0" fmla="*/ 478 w 2866"/>
                <a:gd name="csY0" fmla="*/ 2389 h 6210"/>
                <a:gd name="csX1" fmla="*/ 0 w 2866"/>
                <a:gd name="csY1" fmla="*/ 5255 h 6210"/>
                <a:gd name="csX2" fmla="*/ 955 w 2866"/>
                <a:gd name="csY2" fmla="*/ 6210 h 6210"/>
                <a:gd name="csX3" fmla="*/ 1433 w 2866"/>
                <a:gd name="csY3" fmla="*/ 6210 h 6210"/>
                <a:gd name="csX4" fmla="*/ 2866 w 2866"/>
                <a:gd name="csY4" fmla="*/ 956 h 6210"/>
                <a:gd name="csX5" fmla="*/ 2866 w 2866"/>
                <a:gd name="csY5" fmla="*/ 478 h 6210"/>
                <a:gd name="csX6" fmla="*/ 955 w 2866"/>
                <a:gd name="csY6" fmla="*/ 0 h 6210"/>
                <a:gd name="csX7" fmla="*/ 478 w 2866"/>
                <a:gd name="csY7" fmla="*/ 238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6210">
                  <a:moveTo>
                    <a:pt x="478" y="2389"/>
                  </a:moveTo>
                  <a:lnTo>
                    <a:pt x="0" y="5255"/>
                  </a:lnTo>
                  <a:lnTo>
                    <a:pt x="955" y="6210"/>
                  </a:lnTo>
                  <a:lnTo>
                    <a:pt x="1433" y="6210"/>
                  </a:lnTo>
                  <a:lnTo>
                    <a:pt x="2866" y="956"/>
                  </a:lnTo>
                  <a:lnTo>
                    <a:pt x="2866" y="478"/>
                  </a:lnTo>
                  <a:lnTo>
                    <a:pt x="955" y="0"/>
                  </a:lnTo>
                  <a:lnTo>
                    <a:pt x="47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2" name="Freeform 3301">
              <a:extLst>
                <a:ext uri="{FF2B5EF4-FFF2-40B4-BE49-F238E27FC236}">
                  <a16:creationId xmlns:a16="http://schemas.microsoft.com/office/drawing/2014/main" id="{D50E509F-7C10-297D-D73F-7869764568B1}"/>
                </a:ext>
              </a:extLst>
            </p:cNvPr>
            <p:cNvSpPr/>
            <p:nvPr/>
          </p:nvSpPr>
          <p:spPr>
            <a:xfrm>
              <a:off x="8867785" y="5146699"/>
              <a:ext cx="1433" cy="1910"/>
            </a:xfrm>
            <a:custGeom>
              <a:avLst/>
              <a:gdLst>
                <a:gd name="csX0" fmla="*/ 956 w 1433"/>
                <a:gd name="csY0" fmla="*/ 1911 h 1910"/>
                <a:gd name="csX1" fmla="*/ 1433 w 1433"/>
                <a:gd name="csY1" fmla="*/ 1911 h 1910"/>
                <a:gd name="csX2" fmla="*/ 956 w 1433"/>
                <a:gd name="csY2" fmla="*/ 0 h 1910"/>
                <a:gd name="csX3" fmla="*/ 478 w 1433"/>
                <a:gd name="csY3" fmla="*/ 0 h 1910"/>
                <a:gd name="csX4" fmla="*/ 478 w 1433"/>
                <a:gd name="csY4" fmla="*/ 956 h 1910"/>
                <a:gd name="csX5" fmla="*/ 0 w 1433"/>
                <a:gd name="csY5" fmla="*/ 1911 h 1910"/>
                <a:gd name="csX6" fmla="*/ 478 w 1433"/>
                <a:gd name="csY6" fmla="*/ 1911 h 1910"/>
                <a:gd name="csX7" fmla="*/ 956 w 1433"/>
                <a:gd name="csY7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1910">
                  <a:moveTo>
                    <a:pt x="956" y="1911"/>
                  </a:moveTo>
                  <a:lnTo>
                    <a:pt x="1433" y="1911"/>
                  </a:lnTo>
                  <a:lnTo>
                    <a:pt x="956" y="0"/>
                  </a:lnTo>
                  <a:lnTo>
                    <a:pt x="478" y="0"/>
                  </a:lnTo>
                  <a:lnTo>
                    <a:pt x="478" y="956"/>
                  </a:lnTo>
                  <a:lnTo>
                    <a:pt x="0" y="1911"/>
                  </a:lnTo>
                  <a:lnTo>
                    <a:pt x="478" y="1911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3" name="Freeform 3302">
              <a:extLst>
                <a:ext uri="{FF2B5EF4-FFF2-40B4-BE49-F238E27FC236}">
                  <a16:creationId xmlns:a16="http://schemas.microsoft.com/office/drawing/2014/main" id="{31972F2E-6799-88CB-404A-B796A9823A90}"/>
                </a:ext>
              </a:extLst>
            </p:cNvPr>
            <p:cNvSpPr/>
            <p:nvPr/>
          </p:nvSpPr>
          <p:spPr>
            <a:xfrm>
              <a:off x="8855842" y="5143355"/>
              <a:ext cx="955" cy="3344"/>
            </a:xfrm>
            <a:custGeom>
              <a:avLst/>
              <a:gdLst>
                <a:gd name="csX0" fmla="*/ 956 w 955"/>
                <a:gd name="csY0" fmla="*/ 2866 h 3344"/>
                <a:gd name="csX1" fmla="*/ 956 w 955"/>
                <a:gd name="csY1" fmla="*/ 1911 h 3344"/>
                <a:gd name="csX2" fmla="*/ 956 w 955"/>
                <a:gd name="csY2" fmla="*/ 0 h 3344"/>
                <a:gd name="csX3" fmla="*/ 0 w 955"/>
                <a:gd name="csY3" fmla="*/ 478 h 3344"/>
                <a:gd name="csX4" fmla="*/ 0 w 955"/>
                <a:gd name="csY4" fmla="*/ 1911 h 3344"/>
                <a:gd name="csX5" fmla="*/ 478 w 955"/>
                <a:gd name="csY5" fmla="*/ 3344 h 3344"/>
                <a:gd name="csX6" fmla="*/ 956 w 955"/>
                <a:gd name="csY6" fmla="*/ 286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3344">
                  <a:moveTo>
                    <a:pt x="956" y="2866"/>
                  </a:moveTo>
                  <a:lnTo>
                    <a:pt x="956" y="1911"/>
                  </a:lnTo>
                  <a:lnTo>
                    <a:pt x="956" y="0"/>
                  </a:lnTo>
                  <a:lnTo>
                    <a:pt x="0" y="478"/>
                  </a:lnTo>
                  <a:lnTo>
                    <a:pt x="0" y="1911"/>
                  </a:lnTo>
                  <a:lnTo>
                    <a:pt x="478" y="3344"/>
                  </a:lnTo>
                  <a:lnTo>
                    <a:pt x="95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4" name="Freeform 3303">
              <a:extLst>
                <a:ext uri="{FF2B5EF4-FFF2-40B4-BE49-F238E27FC236}">
                  <a16:creationId xmlns:a16="http://schemas.microsoft.com/office/drawing/2014/main" id="{9C91463F-8175-89D7-C6C2-1D1F491BACF2}"/>
                </a:ext>
              </a:extLst>
            </p:cNvPr>
            <p:cNvSpPr/>
            <p:nvPr/>
          </p:nvSpPr>
          <p:spPr>
            <a:xfrm>
              <a:off x="8780838" y="5069784"/>
              <a:ext cx="5254" cy="4777"/>
            </a:xfrm>
            <a:custGeom>
              <a:avLst/>
              <a:gdLst>
                <a:gd name="csX0" fmla="*/ 478 w 5254"/>
                <a:gd name="csY0" fmla="*/ 956 h 4777"/>
                <a:gd name="csX1" fmla="*/ 1911 w 5254"/>
                <a:gd name="csY1" fmla="*/ 2389 h 4777"/>
                <a:gd name="csX2" fmla="*/ 2866 w 5254"/>
                <a:gd name="csY2" fmla="*/ 4300 h 4777"/>
                <a:gd name="csX3" fmla="*/ 4300 w 5254"/>
                <a:gd name="csY3" fmla="*/ 4777 h 4777"/>
                <a:gd name="csX4" fmla="*/ 4777 w 5254"/>
                <a:gd name="csY4" fmla="*/ 4300 h 4777"/>
                <a:gd name="csX5" fmla="*/ 5255 w 5254"/>
                <a:gd name="csY5" fmla="*/ 3344 h 4777"/>
                <a:gd name="csX6" fmla="*/ 4300 w 5254"/>
                <a:gd name="csY6" fmla="*/ 1911 h 4777"/>
                <a:gd name="csX7" fmla="*/ 3822 w 5254"/>
                <a:gd name="csY7" fmla="*/ 0 h 4777"/>
                <a:gd name="csX8" fmla="*/ 3344 w 5254"/>
                <a:gd name="csY8" fmla="*/ 0 h 4777"/>
                <a:gd name="csX9" fmla="*/ 2866 w 5254"/>
                <a:gd name="csY9" fmla="*/ 0 h 4777"/>
                <a:gd name="csX10" fmla="*/ 1911 w 5254"/>
                <a:gd name="csY10" fmla="*/ 478 h 4777"/>
                <a:gd name="csX11" fmla="*/ 0 w 5254"/>
                <a:gd name="csY11" fmla="*/ 478 h 4777"/>
                <a:gd name="csX12" fmla="*/ 478 w 5254"/>
                <a:gd name="csY12" fmla="*/ 95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254" h="4777">
                  <a:moveTo>
                    <a:pt x="478" y="956"/>
                  </a:moveTo>
                  <a:lnTo>
                    <a:pt x="1911" y="2389"/>
                  </a:lnTo>
                  <a:lnTo>
                    <a:pt x="2866" y="4300"/>
                  </a:lnTo>
                  <a:lnTo>
                    <a:pt x="4300" y="4777"/>
                  </a:lnTo>
                  <a:lnTo>
                    <a:pt x="4777" y="4300"/>
                  </a:lnTo>
                  <a:lnTo>
                    <a:pt x="5255" y="3344"/>
                  </a:lnTo>
                  <a:lnTo>
                    <a:pt x="4300" y="1911"/>
                  </a:lnTo>
                  <a:lnTo>
                    <a:pt x="3822" y="0"/>
                  </a:lnTo>
                  <a:lnTo>
                    <a:pt x="3344" y="0"/>
                  </a:lnTo>
                  <a:lnTo>
                    <a:pt x="2866" y="0"/>
                  </a:lnTo>
                  <a:lnTo>
                    <a:pt x="1911" y="478"/>
                  </a:lnTo>
                  <a:lnTo>
                    <a:pt x="0" y="478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5" name="Freeform 3304">
              <a:extLst>
                <a:ext uri="{FF2B5EF4-FFF2-40B4-BE49-F238E27FC236}">
                  <a16:creationId xmlns:a16="http://schemas.microsoft.com/office/drawing/2014/main" id="{90CDBA25-F9E4-04D8-80AA-B304F0BD17F0}"/>
                </a:ext>
              </a:extLst>
            </p:cNvPr>
            <p:cNvSpPr/>
            <p:nvPr/>
          </p:nvSpPr>
          <p:spPr>
            <a:xfrm>
              <a:off x="8703446" y="4918822"/>
              <a:ext cx="2866" cy="1911"/>
            </a:xfrm>
            <a:custGeom>
              <a:avLst/>
              <a:gdLst>
                <a:gd name="csX0" fmla="*/ 1910 w 2866"/>
                <a:gd name="csY0" fmla="*/ 1911 h 1911"/>
                <a:gd name="csX1" fmla="*/ 2866 w 2866"/>
                <a:gd name="csY1" fmla="*/ 956 h 1911"/>
                <a:gd name="csX2" fmla="*/ 2389 w 2866"/>
                <a:gd name="csY2" fmla="*/ 0 h 1911"/>
                <a:gd name="csX3" fmla="*/ 478 w 2866"/>
                <a:gd name="csY3" fmla="*/ 0 h 1911"/>
                <a:gd name="csX4" fmla="*/ 0 w 2866"/>
                <a:gd name="csY4" fmla="*/ 956 h 1911"/>
                <a:gd name="csX5" fmla="*/ 478 w 2866"/>
                <a:gd name="csY5" fmla="*/ 1911 h 1911"/>
                <a:gd name="csX6" fmla="*/ 1910 w 2866"/>
                <a:gd name="csY6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1911">
                  <a:moveTo>
                    <a:pt x="1910" y="1911"/>
                  </a:moveTo>
                  <a:lnTo>
                    <a:pt x="2866" y="956"/>
                  </a:lnTo>
                  <a:lnTo>
                    <a:pt x="2389" y="0"/>
                  </a:lnTo>
                  <a:lnTo>
                    <a:pt x="478" y="0"/>
                  </a:lnTo>
                  <a:lnTo>
                    <a:pt x="0" y="956"/>
                  </a:lnTo>
                  <a:lnTo>
                    <a:pt x="478" y="1911"/>
                  </a:lnTo>
                  <a:lnTo>
                    <a:pt x="191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6" name="Freeform 3305">
              <a:extLst>
                <a:ext uri="{FF2B5EF4-FFF2-40B4-BE49-F238E27FC236}">
                  <a16:creationId xmlns:a16="http://schemas.microsoft.com/office/drawing/2014/main" id="{8DDC9462-EEC8-A197-F926-F25A93CE27AB}"/>
                </a:ext>
              </a:extLst>
            </p:cNvPr>
            <p:cNvSpPr/>
            <p:nvPr/>
          </p:nvSpPr>
          <p:spPr>
            <a:xfrm>
              <a:off x="8836255" y="5104659"/>
              <a:ext cx="1911" cy="1910"/>
            </a:xfrm>
            <a:custGeom>
              <a:avLst/>
              <a:gdLst>
                <a:gd name="csX0" fmla="*/ 956 w 1911"/>
                <a:gd name="csY0" fmla="*/ 1911 h 1910"/>
                <a:gd name="csX1" fmla="*/ 1433 w 1911"/>
                <a:gd name="csY1" fmla="*/ 1433 h 1910"/>
                <a:gd name="csX2" fmla="*/ 1911 w 1911"/>
                <a:gd name="csY2" fmla="*/ 0 h 1910"/>
                <a:gd name="csX3" fmla="*/ 956 w 1911"/>
                <a:gd name="csY3" fmla="*/ 478 h 1910"/>
                <a:gd name="csX4" fmla="*/ 478 w 1911"/>
                <a:gd name="csY4" fmla="*/ 955 h 1910"/>
                <a:gd name="csX5" fmla="*/ 0 w 1911"/>
                <a:gd name="csY5" fmla="*/ 1911 h 1910"/>
                <a:gd name="csX6" fmla="*/ 478 w 1911"/>
                <a:gd name="csY6" fmla="*/ 1911 h 1910"/>
                <a:gd name="csX7" fmla="*/ 956 w 1911"/>
                <a:gd name="csY7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0">
                  <a:moveTo>
                    <a:pt x="956" y="1911"/>
                  </a:moveTo>
                  <a:lnTo>
                    <a:pt x="1433" y="1433"/>
                  </a:lnTo>
                  <a:lnTo>
                    <a:pt x="1911" y="0"/>
                  </a:lnTo>
                  <a:lnTo>
                    <a:pt x="956" y="478"/>
                  </a:lnTo>
                  <a:lnTo>
                    <a:pt x="478" y="955"/>
                  </a:lnTo>
                  <a:lnTo>
                    <a:pt x="0" y="1911"/>
                  </a:lnTo>
                  <a:lnTo>
                    <a:pt x="478" y="1911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7" name="Freeform 3306">
              <a:extLst>
                <a:ext uri="{FF2B5EF4-FFF2-40B4-BE49-F238E27FC236}">
                  <a16:creationId xmlns:a16="http://schemas.microsoft.com/office/drawing/2014/main" id="{BF8FB0C2-CE81-F60C-F7B8-BCC7598B846C}"/>
                </a:ext>
              </a:extLst>
            </p:cNvPr>
            <p:cNvSpPr/>
            <p:nvPr/>
          </p:nvSpPr>
          <p:spPr>
            <a:xfrm>
              <a:off x="8837211" y="5106569"/>
              <a:ext cx="2388" cy="2866"/>
            </a:xfrm>
            <a:custGeom>
              <a:avLst/>
              <a:gdLst>
                <a:gd name="csX0" fmla="*/ 955 w 2388"/>
                <a:gd name="csY0" fmla="*/ 2867 h 2866"/>
                <a:gd name="csX1" fmla="*/ 1910 w 2388"/>
                <a:gd name="csY1" fmla="*/ 2867 h 2866"/>
                <a:gd name="csX2" fmla="*/ 2389 w 2388"/>
                <a:gd name="csY2" fmla="*/ 2867 h 2866"/>
                <a:gd name="csX3" fmla="*/ 2389 w 2388"/>
                <a:gd name="csY3" fmla="*/ 2389 h 2866"/>
                <a:gd name="csX4" fmla="*/ 1433 w 2388"/>
                <a:gd name="csY4" fmla="*/ 1433 h 2866"/>
                <a:gd name="csX5" fmla="*/ 955 w 2388"/>
                <a:gd name="csY5" fmla="*/ 0 h 2866"/>
                <a:gd name="csX6" fmla="*/ 0 w 2388"/>
                <a:gd name="csY6" fmla="*/ 2389 h 2866"/>
                <a:gd name="csX7" fmla="*/ 955 w 2388"/>
                <a:gd name="csY7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866">
                  <a:moveTo>
                    <a:pt x="955" y="2867"/>
                  </a:moveTo>
                  <a:lnTo>
                    <a:pt x="1910" y="2867"/>
                  </a:lnTo>
                  <a:lnTo>
                    <a:pt x="2389" y="2867"/>
                  </a:lnTo>
                  <a:lnTo>
                    <a:pt x="2389" y="2389"/>
                  </a:lnTo>
                  <a:lnTo>
                    <a:pt x="1433" y="1433"/>
                  </a:lnTo>
                  <a:lnTo>
                    <a:pt x="955" y="0"/>
                  </a:lnTo>
                  <a:lnTo>
                    <a:pt x="0" y="2389"/>
                  </a:lnTo>
                  <a:lnTo>
                    <a:pt x="955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8" name="Freeform 3307">
              <a:extLst>
                <a:ext uri="{FF2B5EF4-FFF2-40B4-BE49-F238E27FC236}">
                  <a16:creationId xmlns:a16="http://schemas.microsoft.com/office/drawing/2014/main" id="{8299E086-0667-C62D-E1B2-38841CDBF81B}"/>
                </a:ext>
              </a:extLst>
            </p:cNvPr>
            <p:cNvSpPr/>
            <p:nvPr/>
          </p:nvSpPr>
          <p:spPr>
            <a:xfrm>
              <a:off x="8648508" y="5046376"/>
              <a:ext cx="2866" cy="2388"/>
            </a:xfrm>
            <a:custGeom>
              <a:avLst/>
              <a:gdLst>
                <a:gd name="csX0" fmla="*/ 955 w 2866"/>
                <a:gd name="csY0" fmla="*/ 956 h 2388"/>
                <a:gd name="csX1" fmla="*/ 0 w 2866"/>
                <a:gd name="csY1" fmla="*/ 1911 h 2388"/>
                <a:gd name="csX2" fmla="*/ 0 w 2866"/>
                <a:gd name="csY2" fmla="*/ 2389 h 2388"/>
                <a:gd name="csX3" fmla="*/ 955 w 2866"/>
                <a:gd name="csY3" fmla="*/ 2389 h 2388"/>
                <a:gd name="csX4" fmla="*/ 2866 w 2866"/>
                <a:gd name="csY4" fmla="*/ 1911 h 2388"/>
                <a:gd name="csX5" fmla="*/ 2866 w 2866"/>
                <a:gd name="csY5" fmla="*/ 956 h 2388"/>
                <a:gd name="csX6" fmla="*/ 1433 w 2866"/>
                <a:gd name="csY6" fmla="*/ 0 h 2388"/>
                <a:gd name="csX7" fmla="*/ 955 w 2866"/>
                <a:gd name="csY7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388">
                  <a:moveTo>
                    <a:pt x="955" y="956"/>
                  </a:moveTo>
                  <a:lnTo>
                    <a:pt x="0" y="1911"/>
                  </a:lnTo>
                  <a:lnTo>
                    <a:pt x="0" y="2389"/>
                  </a:lnTo>
                  <a:lnTo>
                    <a:pt x="955" y="2389"/>
                  </a:lnTo>
                  <a:lnTo>
                    <a:pt x="2866" y="1911"/>
                  </a:lnTo>
                  <a:lnTo>
                    <a:pt x="2866" y="956"/>
                  </a:lnTo>
                  <a:lnTo>
                    <a:pt x="1433" y="0"/>
                  </a:lnTo>
                  <a:lnTo>
                    <a:pt x="9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9" name="Freeform 3308">
              <a:extLst>
                <a:ext uri="{FF2B5EF4-FFF2-40B4-BE49-F238E27FC236}">
                  <a16:creationId xmlns:a16="http://schemas.microsoft.com/office/drawing/2014/main" id="{1DB54AC8-4CC8-0B50-0F09-E3F66C10D3DD}"/>
                </a:ext>
              </a:extLst>
            </p:cNvPr>
            <p:cNvSpPr/>
            <p:nvPr/>
          </p:nvSpPr>
          <p:spPr>
            <a:xfrm>
              <a:off x="8765073" y="5485887"/>
              <a:ext cx="3822" cy="2388"/>
            </a:xfrm>
            <a:custGeom>
              <a:avLst/>
              <a:gdLst>
                <a:gd name="csX0" fmla="*/ 3822 w 3822"/>
                <a:gd name="csY0" fmla="*/ 956 h 2388"/>
                <a:gd name="csX1" fmla="*/ 2867 w 3822"/>
                <a:gd name="csY1" fmla="*/ 0 h 2388"/>
                <a:gd name="csX2" fmla="*/ 0 w 3822"/>
                <a:gd name="csY2" fmla="*/ 0 h 2388"/>
                <a:gd name="csX3" fmla="*/ 0 w 3822"/>
                <a:gd name="csY3" fmla="*/ 478 h 2388"/>
                <a:gd name="csX4" fmla="*/ 0 w 3822"/>
                <a:gd name="csY4" fmla="*/ 1911 h 2388"/>
                <a:gd name="csX5" fmla="*/ 956 w 3822"/>
                <a:gd name="csY5" fmla="*/ 2389 h 2388"/>
                <a:gd name="csX6" fmla="*/ 3822 w 3822"/>
                <a:gd name="csY6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2" h="2388">
                  <a:moveTo>
                    <a:pt x="3822" y="956"/>
                  </a:moveTo>
                  <a:lnTo>
                    <a:pt x="2867" y="0"/>
                  </a:lnTo>
                  <a:lnTo>
                    <a:pt x="0" y="0"/>
                  </a:lnTo>
                  <a:lnTo>
                    <a:pt x="0" y="478"/>
                  </a:lnTo>
                  <a:lnTo>
                    <a:pt x="0" y="1911"/>
                  </a:lnTo>
                  <a:lnTo>
                    <a:pt x="956" y="2389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0" name="Freeform 3309">
              <a:extLst>
                <a:ext uri="{FF2B5EF4-FFF2-40B4-BE49-F238E27FC236}">
                  <a16:creationId xmlns:a16="http://schemas.microsoft.com/office/drawing/2014/main" id="{B93630D0-19C5-811B-D74D-37A7E7A1626E}"/>
                </a:ext>
              </a:extLst>
            </p:cNvPr>
            <p:cNvSpPr/>
            <p:nvPr/>
          </p:nvSpPr>
          <p:spPr>
            <a:xfrm>
              <a:off x="8814279" y="5518850"/>
              <a:ext cx="10988" cy="12421"/>
            </a:xfrm>
            <a:custGeom>
              <a:avLst/>
              <a:gdLst>
                <a:gd name="csX0" fmla="*/ 10510 w 10988"/>
                <a:gd name="csY0" fmla="*/ 6211 h 12421"/>
                <a:gd name="csX1" fmla="*/ 10032 w 10988"/>
                <a:gd name="csY1" fmla="*/ 5733 h 12421"/>
                <a:gd name="csX2" fmla="*/ 8121 w 10988"/>
                <a:gd name="csY2" fmla="*/ 4777 h 12421"/>
                <a:gd name="csX3" fmla="*/ 4300 w 10988"/>
                <a:gd name="csY3" fmla="*/ 956 h 12421"/>
                <a:gd name="csX4" fmla="*/ 3344 w 10988"/>
                <a:gd name="csY4" fmla="*/ 0 h 12421"/>
                <a:gd name="csX5" fmla="*/ 1433 w 10988"/>
                <a:gd name="csY5" fmla="*/ 2389 h 12421"/>
                <a:gd name="csX6" fmla="*/ 0 w 10988"/>
                <a:gd name="csY6" fmla="*/ 3344 h 12421"/>
                <a:gd name="csX7" fmla="*/ 955 w 10988"/>
                <a:gd name="csY7" fmla="*/ 4300 h 12421"/>
                <a:gd name="csX8" fmla="*/ 1911 w 10988"/>
                <a:gd name="csY8" fmla="*/ 4300 h 12421"/>
                <a:gd name="csX9" fmla="*/ 2866 w 10988"/>
                <a:gd name="csY9" fmla="*/ 5733 h 12421"/>
                <a:gd name="csX10" fmla="*/ 2389 w 10988"/>
                <a:gd name="csY10" fmla="*/ 6688 h 12421"/>
                <a:gd name="csX11" fmla="*/ 4777 w 10988"/>
                <a:gd name="csY11" fmla="*/ 10510 h 12421"/>
                <a:gd name="csX12" fmla="*/ 5255 w 10988"/>
                <a:gd name="csY12" fmla="*/ 11466 h 12421"/>
                <a:gd name="csX13" fmla="*/ 5733 w 10988"/>
                <a:gd name="csY13" fmla="*/ 11943 h 12421"/>
                <a:gd name="csX14" fmla="*/ 6688 w 10988"/>
                <a:gd name="csY14" fmla="*/ 12421 h 12421"/>
                <a:gd name="csX15" fmla="*/ 8599 w 10988"/>
                <a:gd name="csY15" fmla="*/ 11943 h 12421"/>
                <a:gd name="csX16" fmla="*/ 10510 w 10988"/>
                <a:gd name="csY16" fmla="*/ 10510 h 12421"/>
                <a:gd name="csX17" fmla="*/ 10510 w 10988"/>
                <a:gd name="csY17" fmla="*/ 10510 h 12421"/>
                <a:gd name="csX18" fmla="*/ 10988 w 10988"/>
                <a:gd name="csY18" fmla="*/ 10032 h 12421"/>
                <a:gd name="csX19" fmla="*/ 9555 w 10988"/>
                <a:gd name="csY19" fmla="*/ 8599 h 12421"/>
                <a:gd name="csX20" fmla="*/ 10032 w 10988"/>
                <a:gd name="csY20" fmla="*/ 8121 h 12421"/>
                <a:gd name="csX21" fmla="*/ 10510 w 10988"/>
                <a:gd name="csY21" fmla="*/ 6211 h 12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0988" h="12421">
                  <a:moveTo>
                    <a:pt x="10510" y="6211"/>
                  </a:moveTo>
                  <a:lnTo>
                    <a:pt x="10032" y="5733"/>
                  </a:lnTo>
                  <a:lnTo>
                    <a:pt x="8121" y="4777"/>
                  </a:lnTo>
                  <a:lnTo>
                    <a:pt x="4300" y="956"/>
                  </a:lnTo>
                  <a:lnTo>
                    <a:pt x="3344" y="0"/>
                  </a:lnTo>
                  <a:lnTo>
                    <a:pt x="1433" y="2389"/>
                  </a:lnTo>
                  <a:lnTo>
                    <a:pt x="0" y="3344"/>
                  </a:lnTo>
                  <a:lnTo>
                    <a:pt x="955" y="4300"/>
                  </a:lnTo>
                  <a:lnTo>
                    <a:pt x="1911" y="4300"/>
                  </a:lnTo>
                  <a:lnTo>
                    <a:pt x="2866" y="5733"/>
                  </a:lnTo>
                  <a:lnTo>
                    <a:pt x="2389" y="6688"/>
                  </a:lnTo>
                  <a:lnTo>
                    <a:pt x="4777" y="10510"/>
                  </a:lnTo>
                  <a:lnTo>
                    <a:pt x="5255" y="11466"/>
                  </a:lnTo>
                  <a:lnTo>
                    <a:pt x="5733" y="11943"/>
                  </a:lnTo>
                  <a:lnTo>
                    <a:pt x="6688" y="12421"/>
                  </a:lnTo>
                  <a:lnTo>
                    <a:pt x="8599" y="11943"/>
                  </a:lnTo>
                  <a:lnTo>
                    <a:pt x="10510" y="10510"/>
                  </a:lnTo>
                  <a:lnTo>
                    <a:pt x="10510" y="10510"/>
                  </a:lnTo>
                  <a:lnTo>
                    <a:pt x="10988" y="10032"/>
                  </a:lnTo>
                  <a:lnTo>
                    <a:pt x="9555" y="8599"/>
                  </a:lnTo>
                  <a:lnTo>
                    <a:pt x="10032" y="8121"/>
                  </a:lnTo>
                  <a:lnTo>
                    <a:pt x="10510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1" name="Freeform 3310">
              <a:extLst>
                <a:ext uri="{FF2B5EF4-FFF2-40B4-BE49-F238E27FC236}">
                  <a16:creationId xmlns:a16="http://schemas.microsoft.com/office/drawing/2014/main" id="{62250423-8C4F-2779-4C1E-32AAC4F37EB7}"/>
                </a:ext>
              </a:extLst>
            </p:cNvPr>
            <p:cNvSpPr/>
            <p:nvPr/>
          </p:nvSpPr>
          <p:spPr>
            <a:xfrm>
              <a:off x="8820968" y="5537004"/>
              <a:ext cx="2388" cy="2388"/>
            </a:xfrm>
            <a:custGeom>
              <a:avLst/>
              <a:gdLst>
                <a:gd name="csX0" fmla="*/ 2389 w 2388"/>
                <a:gd name="csY0" fmla="*/ 478 h 2388"/>
                <a:gd name="csX1" fmla="*/ 1911 w 2388"/>
                <a:gd name="csY1" fmla="*/ 478 h 2388"/>
                <a:gd name="csX2" fmla="*/ 1433 w 2388"/>
                <a:gd name="csY2" fmla="*/ 0 h 2388"/>
                <a:gd name="csX3" fmla="*/ 0 w 2388"/>
                <a:gd name="csY3" fmla="*/ 478 h 2388"/>
                <a:gd name="csX4" fmla="*/ 478 w 2388"/>
                <a:gd name="csY4" fmla="*/ 955 h 2388"/>
                <a:gd name="csX5" fmla="*/ 1433 w 2388"/>
                <a:gd name="csY5" fmla="*/ 2389 h 2388"/>
                <a:gd name="csX6" fmla="*/ 2389 w 2388"/>
                <a:gd name="csY6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2389" y="478"/>
                  </a:moveTo>
                  <a:lnTo>
                    <a:pt x="1911" y="478"/>
                  </a:lnTo>
                  <a:lnTo>
                    <a:pt x="1433" y="0"/>
                  </a:lnTo>
                  <a:lnTo>
                    <a:pt x="0" y="478"/>
                  </a:lnTo>
                  <a:lnTo>
                    <a:pt x="478" y="955"/>
                  </a:lnTo>
                  <a:lnTo>
                    <a:pt x="1433" y="2389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2" name="Freeform 3311">
              <a:extLst>
                <a:ext uri="{FF2B5EF4-FFF2-40B4-BE49-F238E27FC236}">
                  <a16:creationId xmlns:a16="http://schemas.microsoft.com/office/drawing/2014/main" id="{E1AD8B44-292D-2C9A-39FB-15713D047B05}"/>
                </a:ext>
              </a:extLst>
            </p:cNvPr>
            <p:cNvSpPr/>
            <p:nvPr/>
          </p:nvSpPr>
          <p:spPr>
            <a:xfrm>
              <a:off x="8761729" y="5489231"/>
              <a:ext cx="4777" cy="2388"/>
            </a:xfrm>
            <a:custGeom>
              <a:avLst/>
              <a:gdLst>
                <a:gd name="csX0" fmla="*/ 0 w 4777"/>
                <a:gd name="csY0" fmla="*/ 1433 h 2388"/>
                <a:gd name="csX1" fmla="*/ 2866 w 4777"/>
                <a:gd name="csY1" fmla="*/ 1433 h 2388"/>
                <a:gd name="csX2" fmla="*/ 4777 w 4777"/>
                <a:gd name="csY2" fmla="*/ 2389 h 2388"/>
                <a:gd name="csX3" fmla="*/ 4300 w 4777"/>
                <a:gd name="csY3" fmla="*/ 1911 h 2388"/>
                <a:gd name="csX4" fmla="*/ 3822 w 4777"/>
                <a:gd name="csY4" fmla="*/ 955 h 2388"/>
                <a:gd name="csX5" fmla="*/ 3344 w 4777"/>
                <a:gd name="csY5" fmla="*/ 478 h 2388"/>
                <a:gd name="csX6" fmla="*/ 1911 w 4777"/>
                <a:gd name="csY6" fmla="*/ 0 h 2388"/>
                <a:gd name="csX7" fmla="*/ 0 w 4777"/>
                <a:gd name="csY7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7" h="2388">
                  <a:moveTo>
                    <a:pt x="0" y="1433"/>
                  </a:moveTo>
                  <a:lnTo>
                    <a:pt x="2866" y="1433"/>
                  </a:lnTo>
                  <a:lnTo>
                    <a:pt x="4777" y="2389"/>
                  </a:lnTo>
                  <a:lnTo>
                    <a:pt x="4300" y="1911"/>
                  </a:lnTo>
                  <a:lnTo>
                    <a:pt x="3822" y="955"/>
                  </a:lnTo>
                  <a:lnTo>
                    <a:pt x="3344" y="478"/>
                  </a:lnTo>
                  <a:lnTo>
                    <a:pt x="1911" y="0"/>
                  </a:lnTo>
                  <a:lnTo>
                    <a:pt x="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3" name="Freeform 3312">
              <a:extLst>
                <a:ext uri="{FF2B5EF4-FFF2-40B4-BE49-F238E27FC236}">
                  <a16:creationId xmlns:a16="http://schemas.microsoft.com/office/drawing/2014/main" id="{50C2ED36-AF0B-403E-0C8B-9A6DAD67EDE9}"/>
                </a:ext>
              </a:extLst>
            </p:cNvPr>
            <p:cNvSpPr/>
            <p:nvPr/>
          </p:nvSpPr>
          <p:spPr>
            <a:xfrm>
              <a:off x="8753608" y="5535570"/>
              <a:ext cx="1432" cy="3822"/>
            </a:xfrm>
            <a:custGeom>
              <a:avLst/>
              <a:gdLst>
                <a:gd name="csX0" fmla="*/ 1433 w 1432"/>
                <a:gd name="csY0" fmla="*/ 1911 h 3822"/>
                <a:gd name="csX1" fmla="*/ 1433 w 1432"/>
                <a:gd name="csY1" fmla="*/ 0 h 3822"/>
                <a:gd name="csX2" fmla="*/ 1433 w 1432"/>
                <a:gd name="csY2" fmla="*/ 0 h 3822"/>
                <a:gd name="csX3" fmla="*/ 955 w 1432"/>
                <a:gd name="csY3" fmla="*/ 956 h 3822"/>
                <a:gd name="csX4" fmla="*/ 0 w 1432"/>
                <a:gd name="csY4" fmla="*/ 1433 h 3822"/>
                <a:gd name="csX5" fmla="*/ 478 w 1432"/>
                <a:gd name="csY5" fmla="*/ 3822 h 3822"/>
                <a:gd name="csX6" fmla="*/ 1433 w 1432"/>
                <a:gd name="csY6" fmla="*/ 1911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3822">
                  <a:moveTo>
                    <a:pt x="1433" y="1911"/>
                  </a:moveTo>
                  <a:lnTo>
                    <a:pt x="1433" y="0"/>
                  </a:lnTo>
                  <a:lnTo>
                    <a:pt x="1433" y="0"/>
                  </a:lnTo>
                  <a:lnTo>
                    <a:pt x="955" y="956"/>
                  </a:lnTo>
                  <a:lnTo>
                    <a:pt x="0" y="1433"/>
                  </a:lnTo>
                  <a:lnTo>
                    <a:pt x="478" y="3822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4" name="Freeform 3313">
              <a:extLst>
                <a:ext uri="{FF2B5EF4-FFF2-40B4-BE49-F238E27FC236}">
                  <a16:creationId xmlns:a16="http://schemas.microsoft.com/office/drawing/2014/main" id="{0810E97A-BFC8-392C-2579-7FEB11CF4B51}"/>
                </a:ext>
              </a:extLst>
            </p:cNvPr>
            <p:cNvSpPr/>
            <p:nvPr/>
          </p:nvSpPr>
          <p:spPr>
            <a:xfrm>
              <a:off x="8583058" y="4983793"/>
              <a:ext cx="3344" cy="3344"/>
            </a:xfrm>
            <a:custGeom>
              <a:avLst/>
              <a:gdLst>
                <a:gd name="csX0" fmla="*/ 956 w 3344"/>
                <a:gd name="csY0" fmla="*/ 1433 h 3344"/>
                <a:gd name="csX1" fmla="*/ 478 w 3344"/>
                <a:gd name="csY1" fmla="*/ 1911 h 3344"/>
                <a:gd name="csX2" fmla="*/ 0 w 3344"/>
                <a:gd name="csY2" fmla="*/ 2389 h 3344"/>
                <a:gd name="csX3" fmla="*/ 0 w 3344"/>
                <a:gd name="csY3" fmla="*/ 2867 h 3344"/>
                <a:gd name="csX4" fmla="*/ 1911 w 3344"/>
                <a:gd name="csY4" fmla="*/ 3344 h 3344"/>
                <a:gd name="csX5" fmla="*/ 2389 w 3344"/>
                <a:gd name="csY5" fmla="*/ 2867 h 3344"/>
                <a:gd name="csX6" fmla="*/ 3344 w 3344"/>
                <a:gd name="csY6" fmla="*/ 2389 h 3344"/>
                <a:gd name="csX7" fmla="*/ 2866 w 3344"/>
                <a:gd name="csY7" fmla="*/ 956 h 3344"/>
                <a:gd name="csX8" fmla="*/ 1911 w 3344"/>
                <a:gd name="csY8" fmla="*/ 0 h 3344"/>
                <a:gd name="csX9" fmla="*/ 956 w 3344"/>
                <a:gd name="csY9" fmla="*/ 1433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344">
                  <a:moveTo>
                    <a:pt x="956" y="1433"/>
                  </a:moveTo>
                  <a:lnTo>
                    <a:pt x="478" y="1911"/>
                  </a:lnTo>
                  <a:lnTo>
                    <a:pt x="0" y="2389"/>
                  </a:lnTo>
                  <a:lnTo>
                    <a:pt x="0" y="2867"/>
                  </a:lnTo>
                  <a:lnTo>
                    <a:pt x="1911" y="3344"/>
                  </a:lnTo>
                  <a:lnTo>
                    <a:pt x="2389" y="2867"/>
                  </a:lnTo>
                  <a:lnTo>
                    <a:pt x="3344" y="2389"/>
                  </a:lnTo>
                  <a:lnTo>
                    <a:pt x="2866" y="956"/>
                  </a:lnTo>
                  <a:lnTo>
                    <a:pt x="1911" y="0"/>
                  </a:lnTo>
                  <a:lnTo>
                    <a:pt x="95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5" name="Freeform 3314">
              <a:extLst>
                <a:ext uri="{FF2B5EF4-FFF2-40B4-BE49-F238E27FC236}">
                  <a16:creationId xmlns:a16="http://schemas.microsoft.com/office/drawing/2014/main" id="{1754A3CE-10AA-F41A-FF69-0AEA8F36C050}"/>
                </a:ext>
              </a:extLst>
            </p:cNvPr>
            <p:cNvSpPr/>
            <p:nvPr/>
          </p:nvSpPr>
          <p:spPr>
            <a:xfrm>
              <a:off x="8819057" y="5532704"/>
              <a:ext cx="9076" cy="4299"/>
            </a:xfrm>
            <a:custGeom>
              <a:avLst/>
              <a:gdLst>
                <a:gd name="csX0" fmla="*/ 6211 w 9076"/>
                <a:gd name="csY0" fmla="*/ 0 h 4299"/>
                <a:gd name="csX1" fmla="*/ 3822 w 9076"/>
                <a:gd name="csY1" fmla="*/ 956 h 4299"/>
                <a:gd name="csX2" fmla="*/ 955 w 9076"/>
                <a:gd name="csY2" fmla="*/ 956 h 4299"/>
                <a:gd name="csX3" fmla="*/ 0 w 9076"/>
                <a:gd name="csY3" fmla="*/ 1433 h 4299"/>
                <a:gd name="csX4" fmla="*/ 0 w 9076"/>
                <a:gd name="csY4" fmla="*/ 2389 h 4299"/>
                <a:gd name="csX5" fmla="*/ 1911 w 9076"/>
                <a:gd name="csY5" fmla="*/ 3344 h 4299"/>
                <a:gd name="csX6" fmla="*/ 3822 w 9076"/>
                <a:gd name="csY6" fmla="*/ 3344 h 4299"/>
                <a:gd name="csX7" fmla="*/ 6211 w 9076"/>
                <a:gd name="csY7" fmla="*/ 2866 h 4299"/>
                <a:gd name="csX8" fmla="*/ 6688 w 9076"/>
                <a:gd name="csY8" fmla="*/ 4300 h 4299"/>
                <a:gd name="csX9" fmla="*/ 7644 w 9076"/>
                <a:gd name="csY9" fmla="*/ 4300 h 4299"/>
                <a:gd name="csX10" fmla="*/ 9077 w 9076"/>
                <a:gd name="csY10" fmla="*/ 2866 h 4299"/>
                <a:gd name="csX11" fmla="*/ 8121 w 9076"/>
                <a:gd name="csY11" fmla="*/ 1433 h 4299"/>
                <a:gd name="csX12" fmla="*/ 6211 w 9076"/>
                <a:gd name="csY12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076" h="4299">
                  <a:moveTo>
                    <a:pt x="6211" y="0"/>
                  </a:moveTo>
                  <a:lnTo>
                    <a:pt x="3822" y="956"/>
                  </a:lnTo>
                  <a:lnTo>
                    <a:pt x="955" y="956"/>
                  </a:lnTo>
                  <a:lnTo>
                    <a:pt x="0" y="1433"/>
                  </a:lnTo>
                  <a:lnTo>
                    <a:pt x="0" y="2389"/>
                  </a:lnTo>
                  <a:lnTo>
                    <a:pt x="1911" y="3344"/>
                  </a:lnTo>
                  <a:lnTo>
                    <a:pt x="3822" y="3344"/>
                  </a:lnTo>
                  <a:lnTo>
                    <a:pt x="6211" y="2866"/>
                  </a:lnTo>
                  <a:lnTo>
                    <a:pt x="6688" y="4300"/>
                  </a:lnTo>
                  <a:lnTo>
                    <a:pt x="7644" y="4300"/>
                  </a:lnTo>
                  <a:lnTo>
                    <a:pt x="9077" y="2866"/>
                  </a:lnTo>
                  <a:lnTo>
                    <a:pt x="8121" y="1433"/>
                  </a:lnTo>
                  <a:lnTo>
                    <a:pt x="62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6" name="Freeform 3315">
              <a:extLst>
                <a:ext uri="{FF2B5EF4-FFF2-40B4-BE49-F238E27FC236}">
                  <a16:creationId xmlns:a16="http://schemas.microsoft.com/office/drawing/2014/main" id="{5E0FC9DB-8EC9-63DA-3155-92C8421D0B2C}"/>
                </a:ext>
              </a:extLst>
            </p:cNvPr>
            <p:cNvSpPr/>
            <p:nvPr/>
          </p:nvSpPr>
          <p:spPr>
            <a:xfrm>
              <a:off x="8752175" y="5541303"/>
              <a:ext cx="73570" cy="72137"/>
            </a:xfrm>
            <a:custGeom>
              <a:avLst/>
              <a:gdLst>
                <a:gd name="csX0" fmla="*/ 73570 w 73570"/>
                <a:gd name="csY0" fmla="*/ 34874 h 72137"/>
                <a:gd name="csX1" fmla="*/ 73093 w 73570"/>
                <a:gd name="csY1" fmla="*/ 33919 h 72137"/>
                <a:gd name="csX2" fmla="*/ 72615 w 73570"/>
                <a:gd name="csY2" fmla="*/ 32963 h 72137"/>
                <a:gd name="csX3" fmla="*/ 72615 w 73570"/>
                <a:gd name="csY3" fmla="*/ 32008 h 72137"/>
                <a:gd name="csX4" fmla="*/ 72615 w 73570"/>
                <a:gd name="csY4" fmla="*/ 30097 h 72137"/>
                <a:gd name="csX5" fmla="*/ 72137 w 73570"/>
                <a:gd name="csY5" fmla="*/ 27708 h 72137"/>
                <a:gd name="csX6" fmla="*/ 72615 w 73570"/>
                <a:gd name="csY6" fmla="*/ 23409 h 72137"/>
                <a:gd name="csX7" fmla="*/ 72137 w 73570"/>
                <a:gd name="csY7" fmla="*/ 21020 h 72137"/>
                <a:gd name="csX8" fmla="*/ 72137 w 73570"/>
                <a:gd name="csY8" fmla="*/ 19109 h 72137"/>
                <a:gd name="csX9" fmla="*/ 72615 w 73570"/>
                <a:gd name="csY9" fmla="*/ 16243 h 72137"/>
                <a:gd name="csX10" fmla="*/ 72615 w 73570"/>
                <a:gd name="csY10" fmla="*/ 13376 h 72137"/>
                <a:gd name="csX11" fmla="*/ 72137 w 73570"/>
                <a:gd name="csY11" fmla="*/ 11943 h 72137"/>
                <a:gd name="csX12" fmla="*/ 72137 w 73570"/>
                <a:gd name="csY12" fmla="*/ 10510 h 72137"/>
                <a:gd name="csX13" fmla="*/ 72615 w 73570"/>
                <a:gd name="csY13" fmla="*/ 6688 h 72137"/>
                <a:gd name="csX14" fmla="*/ 70704 w 73570"/>
                <a:gd name="csY14" fmla="*/ 4300 h 72137"/>
                <a:gd name="csX15" fmla="*/ 67360 w 73570"/>
                <a:gd name="csY15" fmla="*/ 2389 h 72137"/>
                <a:gd name="csX16" fmla="*/ 65927 w 73570"/>
                <a:gd name="csY16" fmla="*/ 2389 h 72137"/>
                <a:gd name="csX17" fmla="*/ 64016 w 73570"/>
                <a:gd name="csY17" fmla="*/ 4777 h 72137"/>
                <a:gd name="csX18" fmla="*/ 63060 w 73570"/>
                <a:gd name="csY18" fmla="*/ 4777 h 72137"/>
                <a:gd name="csX19" fmla="*/ 59239 w 73570"/>
                <a:gd name="csY19" fmla="*/ 4300 h 72137"/>
                <a:gd name="csX20" fmla="*/ 58283 w 73570"/>
                <a:gd name="csY20" fmla="*/ 4777 h 72137"/>
                <a:gd name="csX21" fmla="*/ 56850 w 73570"/>
                <a:gd name="csY21" fmla="*/ 7166 h 72137"/>
                <a:gd name="csX22" fmla="*/ 55894 w 73570"/>
                <a:gd name="csY22" fmla="*/ 7644 h 72137"/>
                <a:gd name="csX23" fmla="*/ 54461 w 73570"/>
                <a:gd name="csY23" fmla="*/ 7644 h 72137"/>
                <a:gd name="csX24" fmla="*/ 53028 w 73570"/>
                <a:gd name="csY24" fmla="*/ 6688 h 72137"/>
                <a:gd name="csX25" fmla="*/ 52073 w 73570"/>
                <a:gd name="csY25" fmla="*/ 6688 h 72137"/>
                <a:gd name="csX26" fmla="*/ 51117 w 73570"/>
                <a:gd name="csY26" fmla="*/ 7166 h 72137"/>
                <a:gd name="csX27" fmla="*/ 48728 w 73570"/>
                <a:gd name="csY27" fmla="*/ 7644 h 72137"/>
                <a:gd name="csX28" fmla="*/ 46340 w 73570"/>
                <a:gd name="csY28" fmla="*/ 7644 h 72137"/>
                <a:gd name="csX29" fmla="*/ 44907 w 73570"/>
                <a:gd name="csY29" fmla="*/ 8121 h 72137"/>
                <a:gd name="csX30" fmla="*/ 43951 w 73570"/>
                <a:gd name="csY30" fmla="*/ 9077 h 72137"/>
                <a:gd name="csX31" fmla="*/ 43473 w 73570"/>
                <a:gd name="csY31" fmla="*/ 10510 h 72137"/>
                <a:gd name="csX32" fmla="*/ 43473 w 73570"/>
                <a:gd name="csY32" fmla="*/ 11943 h 72137"/>
                <a:gd name="csX33" fmla="*/ 42518 w 73570"/>
                <a:gd name="csY33" fmla="*/ 10510 h 72137"/>
                <a:gd name="csX34" fmla="*/ 41085 w 73570"/>
                <a:gd name="csY34" fmla="*/ 9555 h 72137"/>
                <a:gd name="csX35" fmla="*/ 39652 w 73570"/>
                <a:gd name="csY35" fmla="*/ 10510 h 72137"/>
                <a:gd name="csX36" fmla="*/ 38218 w 73570"/>
                <a:gd name="csY36" fmla="*/ 10988 h 72137"/>
                <a:gd name="csX37" fmla="*/ 32963 w 73570"/>
                <a:gd name="csY37" fmla="*/ 11943 h 72137"/>
                <a:gd name="csX38" fmla="*/ 29141 w 73570"/>
                <a:gd name="csY38" fmla="*/ 10510 h 72137"/>
                <a:gd name="csX39" fmla="*/ 23409 w 73570"/>
                <a:gd name="csY39" fmla="*/ 8599 h 72137"/>
                <a:gd name="csX40" fmla="*/ 22453 w 73570"/>
                <a:gd name="csY40" fmla="*/ 7644 h 72137"/>
                <a:gd name="csX41" fmla="*/ 21498 w 73570"/>
                <a:gd name="csY41" fmla="*/ 6688 h 72137"/>
                <a:gd name="csX42" fmla="*/ 20543 w 73570"/>
                <a:gd name="csY42" fmla="*/ 6210 h 72137"/>
                <a:gd name="csX43" fmla="*/ 18632 w 73570"/>
                <a:gd name="csY43" fmla="*/ 5255 h 72137"/>
                <a:gd name="csX44" fmla="*/ 17676 w 73570"/>
                <a:gd name="csY44" fmla="*/ 4300 h 72137"/>
                <a:gd name="csX45" fmla="*/ 16721 w 73570"/>
                <a:gd name="csY45" fmla="*/ 4300 h 72137"/>
                <a:gd name="csX46" fmla="*/ 15765 w 73570"/>
                <a:gd name="csY46" fmla="*/ 4300 h 72137"/>
                <a:gd name="csX47" fmla="*/ 13854 w 73570"/>
                <a:gd name="csY47" fmla="*/ 3822 h 72137"/>
                <a:gd name="csX48" fmla="*/ 12898 w 73570"/>
                <a:gd name="csY48" fmla="*/ 2389 h 72137"/>
                <a:gd name="csX49" fmla="*/ 11466 w 73570"/>
                <a:gd name="csY49" fmla="*/ 2389 h 72137"/>
                <a:gd name="csX50" fmla="*/ 10032 w 73570"/>
                <a:gd name="csY50" fmla="*/ 2867 h 72137"/>
                <a:gd name="csX51" fmla="*/ 8121 w 73570"/>
                <a:gd name="csY51" fmla="*/ 2867 h 72137"/>
                <a:gd name="csX52" fmla="*/ 3344 w 73570"/>
                <a:gd name="csY52" fmla="*/ 956 h 72137"/>
                <a:gd name="csX53" fmla="*/ 1433 w 73570"/>
                <a:gd name="csY53" fmla="*/ 0 h 72137"/>
                <a:gd name="csX54" fmla="*/ 1433 w 73570"/>
                <a:gd name="csY54" fmla="*/ 2389 h 72137"/>
                <a:gd name="csX55" fmla="*/ 0 w 73570"/>
                <a:gd name="csY55" fmla="*/ 7166 h 72137"/>
                <a:gd name="csX56" fmla="*/ 478 w 73570"/>
                <a:gd name="csY56" fmla="*/ 9555 h 72137"/>
                <a:gd name="csX57" fmla="*/ 955 w 73570"/>
                <a:gd name="csY57" fmla="*/ 12421 h 72137"/>
                <a:gd name="csX58" fmla="*/ 2389 w 73570"/>
                <a:gd name="csY58" fmla="*/ 16243 h 72137"/>
                <a:gd name="csX59" fmla="*/ 2389 w 73570"/>
                <a:gd name="csY59" fmla="*/ 17198 h 72137"/>
                <a:gd name="csX60" fmla="*/ 2866 w 73570"/>
                <a:gd name="csY60" fmla="*/ 18154 h 72137"/>
                <a:gd name="csX61" fmla="*/ 5255 w 73570"/>
                <a:gd name="csY61" fmla="*/ 23409 h 72137"/>
                <a:gd name="csX62" fmla="*/ 8121 w 73570"/>
                <a:gd name="csY62" fmla="*/ 27708 h 72137"/>
                <a:gd name="csX63" fmla="*/ 11943 w 73570"/>
                <a:gd name="csY63" fmla="*/ 32486 h 72137"/>
                <a:gd name="csX64" fmla="*/ 12421 w 73570"/>
                <a:gd name="csY64" fmla="*/ 34397 h 72137"/>
                <a:gd name="csX65" fmla="*/ 11943 w 73570"/>
                <a:gd name="csY65" fmla="*/ 36785 h 72137"/>
                <a:gd name="csX66" fmla="*/ 12898 w 73570"/>
                <a:gd name="csY66" fmla="*/ 36785 h 72137"/>
                <a:gd name="csX67" fmla="*/ 13854 w 73570"/>
                <a:gd name="csY67" fmla="*/ 35352 h 72137"/>
                <a:gd name="csX68" fmla="*/ 13854 w 73570"/>
                <a:gd name="csY68" fmla="*/ 36785 h 72137"/>
                <a:gd name="csX69" fmla="*/ 14332 w 73570"/>
                <a:gd name="csY69" fmla="*/ 37741 h 72137"/>
                <a:gd name="csX70" fmla="*/ 17198 w 73570"/>
                <a:gd name="csY70" fmla="*/ 40607 h 72137"/>
                <a:gd name="csX71" fmla="*/ 17676 w 73570"/>
                <a:gd name="csY71" fmla="*/ 41563 h 72137"/>
                <a:gd name="csX72" fmla="*/ 16243 w 73570"/>
                <a:gd name="csY72" fmla="*/ 43951 h 72137"/>
                <a:gd name="csX73" fmla="*/ 15765 w 73570"/>
                <a:gd name="csY73" fmla="*/ 42040 h 72137"/>
                <a:gd name="csX74" fmla="*/ 14332 w 73570"/>
                <a:gd name="csY74" fmla="*/ 40129 h 72137"/>
                <a:gd name="csX75" fmla="*/ 10988 w 73570"/>
                <a:gd name="csY75" fmla="*/ 37741 h 72137"/>
                <a:gd name="csX76" fmla="*/ 11943 w 73570"/>
                <a:gd name="csY76" fmla="*/ 42996 h 72137"/>
                <a:gd name="csX77" fmla="*/ 12421 w 73570"/>
                <a:gd name="csY77" fmla="*/ 45384 h 72137"/>
                <a:gd name="csX78" fmla="*/ 16721 w 73570"/>
                <a:gd name="csY78" fmla="*/ 54939 h 72137"/>
                <a:gd name="csX79" fmla="*/ 17198 w 73570"/>
                <a:gd name="csY79" fmla="*/ 55417 h 72137"/>
                <a:gd name="csX80" fmla="*/ 18154 w 73570"/>
                <a:gd name="csY80" fmla="*/ 55894 h 72137"/>
                <a:gd name="csX81" fmla="*/ 19109 w 73570"/>
                <a:gd name="csY81" fmla="*/ 56372 h 72137"/>
                <a:gd name="csX82" fmla="*/ 20543 w 73570"/>
                <a:gd name="csY82" fmla="*/ 58283 h 72137"/>
                <a:gd name="csX83" fmla="*/ 22931 w 73570"/>
                <a:gd name="csY83" fmla="*/ 62583 h 72137"/>
                <a:gd name="csX84" fmla="*/ 24364 w 73570"/>
                <a:gd name="csY84" fmla="*/ 64016 h 72137"/>
                <a:gd name="csX85" fmla="*/ 26275 w 73570"/>
                <a:gd name="csY85" fmla="*/ 63538 h 72137"/>
                <a:gd name="csX86" fmla="*/ 29141 w 73570"/>
                <a:gd name="csY86" fmla="*/ 64493 h 72137"/>
                <a:gd name="csX87" fmla="*/ 30575 w 73570"/>
                <a:gd name="csY87" fmla="*/ 64016 h 72137"/>
                <a:gd name="csX88" fmla="*/ 31052 w 73570"/>
                <a:gd name="csY88" fmla="*/ 64493 h 72137"/>
                <a:gd name="csX89" fmla="*/ 31530 w 73570"/>
                <a:gd name="csY89" fmla="*/ 65449 h 72137"/>
                <a:gd name="csX90" fmla="*/ 29141 w 73570"/>
                <a:gd name="csY90" fmla="*/ 65449 h 72137"/>
                <a:gd name="csX91" fmla="*/ 26753 w 73570"/>
                <a:gd name="csY91" fmla="*/ 65927 h 72137"/>
                <a:gd name="csX92" fmla="*/ 26753 w 73570"/>
                <a:gd name="csY92" fmla="*/ 66882 h 72137"/>
                <a:gd name="csX93" fmla="*/ 27230 w 73570"/>
                <a:gd name="csY93" fmla="*/ 67838 h 72137"/>
                <a:gd name="csX94" fmla="*/ 27709 w 73570"/>
                <a:gd name="csY94" fmla="*/ 70226 h 72137"/>
                <a:gd name="csX95" fmla="*/ 30575 w 73570"/>
                <a:gd name="csY95" fmla="*/ 69271 h 72137"/>
                <a:gd name="csX96" fmla="*/ 34874 w 73570"/>
                <a:gd name="csY96" fmla="*/ 69749 h 72137"/>
                <a:gd name="csX97" fmla="*/ 37741 w 73570"/>
                <a:gd name="csY97" fmla="*/ 69271 h 72137"/>
                <a:gd name="csX98" fmla="*/ 40607 w 73570"/>
                <a:gd name="csY98" fmla="*/ 71659 h 72137"/>
                <a:gd name="csX99" fmla="*/ 43473 w 73570"/>
                <a:gd name="csY99" fmla="*/ 72137 h 72137"/>
                <a:gd name="csX100" fmla="*/ 44429 w 73570"/>
                <a:gd name="csY100" fmla="*/ 71659 h 72137"/>
                <a:gd name="csX101" fmla="*/ 45862 w 73570"/>
                <a:gd name="csY101" fmla="*/ 69271 h 72137"/>
                <a:gd name="csX102" fmla="*/ 46818 w 73570"/>
                <a:gd name="csY102" fmla="*/ 65927 h 72137"/>
                <a:gd name="csX103" fmla="*/ 47295 w 73570"/>
                <a:gd name="csY103" fmla="*/ 64493 h 72137"/>
                <a:gd name="csX104" fmla="*/ 48251 w 73570"/>
                <a:gd name="csY104" fmla="*/ 63538 h 72137"/>
                <a:gd name="csX105" fmla="*/ 46340 w 73570"/>
                <a:gd name="csY105" fmla="*/ 62105 h 72137"/>
                <a:gd name="csX106" fmla="*/ 46340 w 73570"/>
                <a:gd name="csY106" fmla="*/ 61149 h 72137"/>
                <a:gd name="csX107" fmla="*/ 46818 w 73570"/>
                <a:gd name="csY107" fmla="*/ 60672 h 72137"/>
                <a:gd name="csX108" fmla="*/ 50162 w 73570"/>
                <a:gd name="csY108" fmla="*/ 63060 h 72137"/>
                <a:gd name="csX109" fmla="*/ 51595 w 73570"/>
                <a:gd name="csY109" fmla="*/ 62105 h 72137"/>
                <a:gd name="csX110" fmla="*/ 52073 w 73570"/>
                <a:gd name="csY110" fmla="*/ 59716 h 72137"/>
                <a:gd name="csX111" fmla="*/ 52073 w 73570"/>
                <a:gd name="csY111" fmla="*/ 58283 h 72137"/>
                <a:gd name="csX112" fmla="*/ 52550 w 73570"/>
                <a:gd name="csY112" fmla="*/ 57328 h 72137"/>
                <a:gd name="csX113" fmla="*/ 53028 w 73570"/>
                <a:gd name="csY113" fmla="*/ 56850 h 72137"/>
                <a:gd name="csX114" fmla="*/ 53505 w 73570"/>
                <a:gd name="csY114" fmla="*/ 55894 h 72137"/>
                <a:gd name="csX115" fmla="*/ 53505 w 73570"/>
                <a:gd name="csY115" fmla="*/ 54939 h 72137"/>
                <a:gd name="csX116" fmla="*/ 52550 w 73570"/>
                <a:gd name="csY116" fmla="*/ 52550 h 72137"/>
                <a:gd name="csX117" fmla="*/ 52550 w 73570"/>
                <a:gd name="csY117" fmla="*/ 51595 h 72137"/>
                <a:gd name="csX118" fmla="*/ 54939 w 73570"/>
                <a:gd name="csY118" fmla="*/ 53983 h 72137"/>
                <a:gd name="csX119" fmla="*/ 55894 w 73570"/>
                <a:gd name="csY119" fmla="*/ 57328 h 72137"/>
                <a:gd name="csX120" fmla="*/ 57328 w 73570"/>
                <a:gd name="csY120" fmla="*/ 56372 h 72137"/>
                <a:gd name="csX121" fmla="*/ 57805 w 73570"/>
                <a:gd name="csY121" fmla="*/ 55894 h 72137"/>
                <a:gd name="csX122" fmla="*/ 57328 w 73570"/>
                <a:gd name="csY122" fmla="*/ 53506 h 72137"/>
                <a:gd name="csX123" fmla="*/ 58283 w 73570"/>
                <a:gd name="csY123" fmla="*/ 52550 h 72137"/>
                <a:gd name="csX124" fmla="*/ 60671 w 73570"/>
                <a:gd name="csY124" fmla="*/ 53506 h 72137"/>
                <a:gd name="csX125" fmla="*/ 62582 w 73570"/>
                <a:gd name="csY125" fmla="*/ 54939 h 72137"/>
                <a:gd name="csX126" fmla="*/ 62582 w 73570"/>
                <a:gd name="csY126" fmla="*/ 55417 h 72137"/>
                <a:gd name="csX127" fmla="*/ 62582 w 73570"/>
                <a:gd name="csY127" fmla="*/ 55894 h 72137"/>
                <a:gd name="csX128" fmla="*/ 62105 w 73570"/>
                <a:gd name="csY128" fmla="*/ 56850 h 72137"/>
                <a:gd name="csX129" fmla="*/ 60194 w 73570"/>
                <a:gd name="csY129" fmla="*/ 55894 h 72137"/>
                <a:gd name="csX130" fmla="*/ 59716 w 73570"/>
                <a:gd name="csY130" fmla="*/ 56850 h 72137"/>
                <a:gd name="csX131" fmla="*/ 60671 w 73570"/>
                <a:gd name="csY131" fmla="*/ 59716 h 72137"/>
                <a:gd name="csX132" fmla="*/ 62105 w 73570"/>
                <a:gd name="csY132" fmla="*/ 62105 h 72137"/>
                <a:gd name="csX133" fmla="*/ 63538 w 73570"/>
                <a:gd name="csY133" fmla="*/ 61627 h 72137"/>
                <a:gd name="csX134" fmla="*/ 65449 w 73570"/>
                <a:gd name="csY134" fmla="*/ 61149 h 72137"/>
                <a:gd name="csX135" fmla="*/ 66405 w 73570"/>
                <a:gd name="csY135" fmla="*/ 60672 h 72137"/>
                <a:gd name="csX136" fmla="*/ 65927 w 73570"/>
                <a:gd name="csY136" fmla="*/ 55417 h 72137"/>
                <a:gd name="csX137" fmla="*/ 64971 w 73570"/>
                <a:gd name="csY137" fmla="*/ 52073 h 72137"/>
                <a:gd name="csX138" fmla="*/ 64971 w 73570"/>
                <a:gd name="csY138" fmla="*/ 48251 h 72137"/>
                <a:gd name="csX139" fmla="*/ 64971 w 73570"/>
                <a:gd name="csY139" fmla="*/ 45862 h 72137"/>
                <a:gd name="csX140" fmla="*/ 65927 w 73570"/>
                <a:gd name="csY140" fmla="*/ 44429 h 72137"/>
                <a:gd name="csX141" fmla="*/ 66882 w 73570"/>
                <a:gd name="csY141" fmla="*/ 42518 h 72137"/>
                <a:gd name="csX142" fmla="*/ 66882 w 73570"/>
                <a:gd name="csY142" fmla="*/ 40607 h 72137"/>
                <a:gd name="csX143" fmla="*/ 66882 w 73570"/>
                <a:gd name="csY143" fmla="*/ 38218 h 72137"/>
                <a:gd name="csX144" fmla="*/ 67837 w 73570"/>
                <a:gd name="csY144" fmla="*/ 36308 h 72137"/>
                <a:gd name="csX145" fmla="*/ 69271 w 73570"/>
                <a:gd name="csY145" fmla="*/ 34397 h 72137"/>
                <a:gd name="csX146" fmla="*/ 69748 w 73570"/>
                <a:gd name="csY146" fmla="*/ 34397 h 72137"/>
                <a:gd name="csX147" fmla="*/ 69271 w 73570"/>
                <a:gd name="csY147" fmla="*/ 33919 h 72137"/>
                <a:gd name="csX148" fmla="*/ 69748 w 73570"/>
                <a:gd name="csY148" fmla="*/ 32486 h 72137"/>
                <a:gd name="csX149" fmla="*/ 70704 w 73570"/>
                <a:gd name="csY149" fmla="*/ 31052 h 72137"/>
                <a:gd name="csX150" fmla="*/ 71182 w 73570"/>
                <a:gd name="csY150" fmla="*/ 32486 h 72137"/>
                <a:gd name="csX151" fmla="*/ 70704 w 73570"/>
                <a:gd name="csY151" fmla="*/ 32963 h 72137"/>
                <a:gd name="csX152" fmla="*/ 70226 w 73570"/>
                <a:gd name="csY152" fmla="*/ 33441 h 72137"/>
                <a:gd name="csX153" fmla="*/ 71659 w 73570"/>
                <a:gd name="csY153" fmla="*/ 34397 h 72137"/>
                <a:gd name="csX154" fmla="*/ 72137 w 73570"/>
                <a:gd name="csY154" fmla="*/ 35352 h 72137"/>
                <a:gd name="csX155" fmla="*/ 72137 w 73570"/>
                <a:gd name="csY155" fmla="*/ 36308 h 72137"/>
                <a:gd name="csX156" fmla="*/ 72137 w 73570"/>
                <a:gd name="csY156" fmla="*/ 37263 h 72137"/>
                <a:gd name="csX157" fmla="*/ 72137 w 73570"/>
                <a:gd name="csY157" fmla="*/ 38218 h 72137"/>
                <a:gd name="csX158" fmla="*/ 73093 w 73570"/>
                <a:gd name="csY158" fmla="*/ 38218 h 72137"/>
                <a:gd name="csX159" fmla="*/ 73570 w 73570"/>
                <a:gd name="csY159" fmla="*/ 37263 h 72137"/>
                <a:gd name="csX160" fmla="*/ 73093 w 73570"/>
                <a:gd name="csY160" fmla="*/ 35830 h 72137"/>
                <a:gd name="csX161" fmla="*/ 73570 w 73570"/>
                <a:gd name="csY161" fmla="*/ 34874 h 72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</a:cxnLst>
              <a:rect l="l" t="t" r="r" b="b"/>
              <a:pathLst>
                <a:path w="73570" h="72137">
                  <a:moveTo>
                    <a:pt x="73570" y="34874"/>
                  </a:moveTo>
                  <a:lnTo>
                    <a:pt x="73093" y="33919"/>
                  </a:lnTo>
                  <a:lnTo>
                    <a:pt x="72615" y="32963"/>
                  </a:lnTo>
                  <a:lnTo>
                    <a:pt x="72615" y="32008"/>
                  </a:lnTo>
                  <a:lnTo>
                    <a:pt x="72615" y="30097"/>
                  </a:lnTo>
                  <a:lnTo>
                    <a:pt x="72137" y="27708"/>
                  </a:lnTo>
                  <a:lnTo>
                    <a:pt x="72615" y="23409"/>
                  </a:lnTo>
                  <a:lnTo>
                    <a:pt x="72137" y="21020"/>
                  </a:lnTo>
                  <a:lnTo>
                    <a:pt x="72137" y="19109"/>
                  </a:lnTo>
                  <a:lnTo>
                    <a:pt x="72615" y="16243"/>
                  </a:lnTo>
                  <a:lnTo>
                    <a:pt x="72615" y="13376"/>
                  </a:lnTo>
                  <a:lnTo>
                    <a:pt x="72137" y="11943"/>
                  </a:lnTo>
                  <a:lnTo>
                    <a:pt x="72137" y="10510"/>
                  </a:lnTo>
                  <a:lnTo>
                    <a:pt x="72615" y="6688"/>
                  </a:lnTo>
                  <a:lnTo>
                    <a:pt x="70704" y="4300"/>
                  </a:lnTo>
                  <a:lnTo>
                    <a:pt x="67360" y="2389"/>
                  </a:lnTo>
                  <a:lnTo>
                    <a:pt x="65927" y="2389"/>
                  </a:lnTo>
                  <a:lnTo>
                    <a:pt x="64016" y="4777"/>
                  </a:lnTo>
                  <a:lnTo>
                    <a:pt x="63060" y="4777"/>
                  </a:lnTo>
                  <a:lnTo>
                    <a:pt x="59239" y="4300"/>
                  </a:lnTo>
                  <a:lnTo>
                    <a:pt x="58283" y="4777"/>
                  </a:lnTo>
                  <a:lnTo>
                    <a:pt x="56850" y="7166"/>
                  </a:lnTo>
                  <a:lnTo>
                    <a:pt x="55894" y="7644"/>
                  </a:lnTo>
                  <a:lnTo>
                    <a:pt x="54461" y="7644"/>
                  </a:lnTo>
                  <a:lnTo>
                    <a:pt x="53028" y="6688"/>
                  </a:lnTo>
                  <a:lnTo>
                    <a:pt x="52073" y="6688"/>
                  </a:lnTo>
                  <a:lnTo>
                    <a:pt x="51117" y="7166"/>
                  </a:lnTo>
                  <a:lnTo>
                    <a:pt x="48728" y="7644"/>
                  </a:lnTo>
                  <a:lnTo>
                    <a:pt x="46340" y="7644"/>
                  </a:lnTo>
                  <a:lnTo>
                    <a:pt x="44907" y="8121"/>
                  </a:lnTo>
                  <a:lnTo>
                    <a:pt x="43951" y="9077"/>
                  </a:lnTo>
                  <a:lnTo>
                    <a:pt x="43473" y="10510"/>
                  </a:lnTo>
                  <a:lnTo>
                    <a:pt x="43473" y="11943"/>
                  </a:lnTo>
                  <a:lnTo>
                    <a:pt x="42518" y="10510"/>
                  </a:lnTo>
                  <a:lnTo>
                    <a:pt x="41085" y="9555"/>
                  </a:lnTo>
                  <a:lnTo>
                    <a:pt x="39652" y="10510"/>
                  </a:lnTo>
                  <a:lnTo>
                    <a:pt x="38218" y="10988"/>
                  </a:lnTo>
                  <a:lnTo>
                    <a:pt x="32963" y="11943"/>
                  </a:lnTo>
                  <a:lnTo>
                    <a:pt x="29141" y="10510"/>
                  </a:lnTo>
                  <a:lnTo>
                    <a:pt x="23409" y="8599"/>
                  </a:lnTo>
                  <a:lnTo>
                    <a:pt x="22453" y="7644"/>
                  </a:lnTo>
                  <a:lnTo>
                    <a:pt x="21498" y="6688"/>
                  </a:lnTo>
                  <a:lnTo>
                    <a:pt x="20543" y="6210"/>
                  </a:lnTo>
                  <a:lnTo>
                    <a:pt x="18632" y="5255"/>
                  </a:lnTo>
                  <a:lnTo>
                    <a:pt x="17676" y="4300"/>
                  </a:lnTo>
                  <a:lnTo>
                    <a:pt x="16721" y="4300"/>
                  </a:lnTo>
                  <a:lnTo>
                    <a:pt x="15765" y="4300"/>
                  </a:lnTo>
                  <a:lnTo>
                    <a:pt x="13854" y="3822"/>
                  </a:lnTo>
                  <a:lnTo>
                    <a:pt x="12898" y="2389"/>
                  </a:lnTo>
                  <a:lnTo>
                    <a:pt x="11466" y="2389"/>
                  </a:lnTo>
                  <a:lnTo>
                    <a:pt x="10032" y="2867"/>
                  </a:lnTo>
                  <a:lnTo>
                    <a:pt x="8121" y="2867"/>
                  </a:lnTo>
                  <a:lnTo>
                    <a:pt x="3344" y="956"/>
                  </a:lnTo>
                  <a:lnTo>
                    <a:pt x="1433" y="0"/>
                  </a:lnTo>
                  <a:lnTo>
                    <a:pt x="1433" y="2389"/>
                  </a:lnTo>
                  <a:lnTo>
                    <a:pt x="0" y="7166"/>
                  </a:lnTo>
                  <a:lnTo>
                    <a:pt x="478" y="9555"/>
                  </a:lnTo>
                  <a:lnTo>
                    <a:pt x="955" y="12421"/>
                  </a:lnTo>
                  <a:lnTo>
                    <a:pt x="2389" y="16243"/>
                  </a:lnTo>
                  <a:lnTo>
                    <a:pt x="2389" y="17198"/>
                  </a:lnTo>
                  <a:lnTo>
                    <a:pt x="2866" y="18154"/>
                  </a:lnTo>
                  <a:lnTo>
                    <a:pt x="5255" y="23409"/>
                  </a:lnTo>
                  <a:lnTo>
                    <a:pt x="8121" y="27708"/>
                  </a:lnTo>
                  <a:lnTo>
                    <a:pt x="11943" y="32486"/>
                  </a:lnTo>
                  <a:lnTo>
                    <a:pt x="12421" y="34397"/>
                  </a:lnTo>
                  <a:lnTo>
                    <a:pt x="11943" y="36785"/>
                  </a:lnTo>
                  <a:lnTo>
                    <a:pt x="12898" y="36785"/>
                  </a:lnTo>
                  <a:lnTo>
                    <a:pt x="13854" y="35352"/>
                  </a:lnTo>
                  <a:lnTo>
                    <a:pt x="13854" y="36785"/>
                  </a:lnTo>
                  <a:lnTo>
                    <a:pt x="14332" y="37741"/>
                  </a:lnTo>
                  <a:lnTo>
                    <a:pt x="17198" y="40607"/>
                  </a:lnTo>
                  <a:lnTo>
                    <a:pt x="17676" y="41563"/>
                  </a:lnTo>
                  <a:lnTo>
                    <a:pt x="16243" y="43951"/>
                  </a:lnTo>
                  <a:lnTo>
                    <a:pt x="15765" y="42040"/>
                  </a:lnTo>
                  <a:lnTo>
                    <a:pt x="14332" y="40129"/>
                  </a:lnTo>
                  <a:lnTo>
                    <a:pt x="10988" y="37741"/>
                  </a:lnTo>
                  <a:lnTo>
                    <a:pt x="11943" y="42996"/>
                  </a:lnTo>
                  <a:lnTo>
                    <a:pt x="12421" y="45384"/>
                  </a:lnTo>
                  <a:lnTo>
                    <a:pt x="16721" y="54939"/>
                  </a:lnTo>
                  <a:lnTo>
                    <a:pt x="17198" y="55417"/>
                  </a:lnTo>
                  <a:lnTo>
                    <a:pt x="18154" y="55894"/>
                  </a:lnTo>
                  <a:lnTo>
                    <a:pt x="19109" y="56372"/>
                  </a:lnTo>
                  <a:lnTo>
                    <a:pt x="20543" y="58283"/>
                  </a:lnTo>
                  <a:lnTo>
                    <a:pt x="22931" y="62583"/>
                  </a:lnTo>
                  <a:lnTo>
                    <a:pt x="24364" y="64016"/>
                  </a:lnTo>
                  <a:lnTo>
                    <a:pt x="26275" y="63538"/>
                  </a:lnTo>
                  <a:lnTo>
                    <a:pt x="29141" y="64493"/>
                  </a:lnTo>
                  <a:lnTo>
                    <a:pt x="30575" y="64016"/>
                  </a:lnTo>
                  <a:lnTo>
                    <a:pt x="31052" y="64493"/>
                  </a:lnTo>
                  <a:lnTo>
                    <a:pt x="31530" y="65449"/>
                  </a:lnTo>
                  <a:lnTo>
                    <a:pt x="29141" y="65449"/>
                  </a:lnTo>
                  <a:lnTo>
                    <a:pt x="26753" y="65927"/>
                  </a:lnTo>
                  <a:lnTo>
                    <a:pt x="26753" y="66882"/>
                  </a:lnTo>
                  <a:lnTo>
                    <a:pt x="27230" y="67838"/>
                  </a:lnTo>
                  <a:lnTo>
                    <a:pt x="27709" y="70226"/>
                  </a:lnTo>
                  <a:lnTo>
                    <a:pt x="30575" y="69271"/>
                  </a:lnTo>
                  <a:lnTo>
                    <a:pt x="34874" y="69749"/>
                  </a:lnTo>
                  <a:lnTo>
                    <a:pt x="37741" y="69271"/>
                  </a:lnTo>
                  <a:lnTo>
                    <a:pt x="40607" y="71659"/>
                  </a:lnTo>
                  <a:lnTo>
                    <a:pt x="43473" y="72137"/>
                  </a:lnTo>
                  <a:lnTo>
                    <a:pt x="44429" y="71659"/>
                  </a:lnTo>
                  <a:lnTo>
                    <a:pt x="45862" y="69271"/>
                  </a:lnTo>
                  <a:lnTo>
                    <a:pt x="46818" y="65927"/>
                  </a:lnTo>
                  <a:lnTo>
                    <a:pt x="47295" y="64493"/>
                  </a:lnTo>
                  <a:lnTo>
                    <a:pt x="48251" y="63538"/>
                  </a:lnTo>
                  <a:lnTo>
                    <a:pt x="46340" y="62105"/>
                  </a:lnTo>
                  <a:lnTo>
                    <a:pt x="46340" y="61149"/>
                  </a:lnTo>
                  <a:lnTo>
                    <a:pt x="46818" y="60672"/>
                  </a:lnTo>
                  <a:lnTo>
                    <a:pt x="50162" y="63060"/>
                  </a:lnTo>
                  <a:lnTo>
                    <a:pt x="51595" y="62105"/>
                  </a:lnTo>
                  <a:lnTo>
                    <a:pt x="52073" y="59716"/>
                  </a:lnTo>
                  <a:lnTo>
                    <a:pt x="52073" y="58283"/>
                  </a:lnTo>
                  <a:lnTo>
                    <a:pt x="52550" y="57328"/>
                  </a:lnTo>
                  <a:lnTo>
                    <a:pt x="53028" y="56850"/>
                  </a:lnTo>
                  <a:lnTo>
                    <a:pt x="53505" y="55894"/>
                  </a:lnTo>
                  <a:lnTo>
                    <a:pt x="53505" y="54939"/>
                  </a:lnTo>
                  <a:lnTo>
                    <a:pt x="52550" y="52550"/>
                  </a:lnTo>
                  <a:lnTo>
                    <a:pt x="52550" y="51595"/>
                  </a:lnTo>
                  <a:lnTo>
                    <a:pt x="54939" y="53983"/>
                  </a:lnTo>
                  <a:lnTo>
                    <a:pt x="55894" y="57328"/>
                  </a:lnTo>
                  <a:lnTo>
                    <a:pt x="57328" y="56372"/>
                  </a:lnTo>
                  <a:lnTo>
                    <a:pt x="57805" y="55894"/>
                  </a:lnTo>
                  <a:lnTo>
                    <a:pt x="57328" y="53506"/>
                  </a:lnTo>
                  <a:lnTo>
                    <a:pt x="58283" y="52550"/>
                  </a:lnTo>
                  <a:lnTo>
                    <a:pt x="60671" y="53506"/>
                  </a:lnTo>
                  <a:lnTo>
                    <a:pt x="62582" y="54939"/>
                  </a:lnTo>
                  <a:lnTo>
                    <a:pt x="62582" y="55417"/>
                  </a:lnTo>
                  <a:lnTo>
                    <a:pt x="62582" y="55894"/>
                  </a:lnTo>
                  <a:lnTo>
                    <a:pt x="62105" y="56850"/>
                  </a:lnTo>
                  <a:lnTo>
                    <a:pt x="60194" y="55894"/>
                  </a:lnTo>
                  <a:lnTo>
                    <a:pt x="59716" y="56850"/>
                  </a:lnTo>
                  <a:lnTo>
                    <a:pt x="60671" y="59716"/>
                  </a:lnTo>
                  <a:lnTo>
                    <a:pt x="62105" y="62105"/>
                  </a:lnTo>
                  <a:lnTo>
                    <a:pt x="63538" y="61627"/>
                  </a:lnTo>
                  <a:lnTo>
                    <a:pt x="65449" y="61149"/>
                  </a:lnTo>
                  <a:lnTo>
                    <a:pt x="66405" y="60672"/>
                  </a:lnTo>
                  <a:lnTo>
                    <a:pt x="65927" y="55417"/>
                  </a:lnTo>
                  <a:lnTo>
                    <a:pt x="64971" y="52073"/>
                  </a:lnTo>
                  <a:lnTo>
                    <a:pt x="64971" y="48251"/>
                  </a:lnTo>
                  <a:lnTo>
                    <a:pt x="64971" y="45862"/>
                  </a:lnTo>
                  <a:lnTo>
                    <a:pt x="65927" y="44429"/>
                  </a:lnTo>
                  <a:lnTo>
                    <a:pt x="66882" y="42518"/>
                  </a:lnTo>
                  <a:lnTo>
                    <a:pt x="66882" y="40607"/>
                  </a:lnTo>
                  <a:lnTo>
                    <a:pt x="66882" y="38218"/>
                  </a:lnTo>
                  <a:lnTo>
                    <a:pt x="67837" y="36308"/>
                  </a:lnTo>
                  <a:lnTo>
                    <a:pt x="69271" y="34397"/>
                  </a:lnTo>
                  <a:lnTo>
                    <a:pt x="69748" y="34397"/>
                  </a:lnTo>
                  <a:lnTo>
                    <a:pt x="69271" y="33919"/>
                  </a:lnTo>
                  <a:lnTo>
                    <a:pt x="69748" y="32486"/>
                  </a:lnTo>
                  <a:lnTo>
                    <a:pt x="70704" y="31052"/>
                  </a:lnTo>
                  <a:lnTo>
                    <a:pt x="71182" y="32486"/>
                  </a:lnTo>
                  <a:lnTo>
                    <a:pt x="70704" y="32963"/>
                  </a:lnTo>
                  <a:lnTo>
                    <a:pt x="70226" y="33441"/>
                  </a:lnTo>
                  <a:lnTo>
                    <a:pt x="71659" y="34397"/>
                  </a:lnTo>
                  <a:lnTo>
                    <a:pt x="72137" y="35352"/>
                  </a:lnTo>
                  <a:lnTo>
                    <a:pt x="72137" y="36308"/>
                  </a:lnTo>
                  <a:lnTo>
                    <a:pt x="72137" y="37263"/>
                  </a:lnTo>
                  <a:lnTo>
                    <a:pt x="72137" y="38218"/>
                  </a:lnTo>
                  <a:lnTo>
                    <a:pt x="73093" y="38218"/>
                  </a:lnTo>
                  <a:lnTo>
                    <a:pt x="73570" y="37263"/>
                  </a:lnTo>
                  <a:lnTo>
                    <a:pt x="73093" y="35830"/>
                  </a:lnTo>
                  <a:lnTo>
                    <a:pt x="73570" y="3487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7" name="Freeform 3316">
              <a:extLst>
                <a:ext uri="{FF2B5EF4-FFF2-40B4-BE49-F238E27FC236}">
                  <a16:creationId xmlns:a16="http://schemas.microsoft.com/office/drawing/2014/main" id="{32B6BD87-F37C-4527-8966-765F3AD30573}"/>
                </a:ext>
              </a:extLst>
            </p:cNvPr>
            <p:cNvSpPr/>
            <p:nvPr/>
          </p:nvSpPr>
          <p:spPr>
            <a:xfrm>
              <a:off x="8128260" y="4929332"/>
              <a:ext cx="802107" cy="575663"/>
            </a:xfrm>
            <a:custGeom>
              <a:avLst/>
              <a:gdLst>
                <a:gd name="csX0" fmla="*/ 801152 w 802107"/>
                <a:gd name="csY0" fmla="*/ 337755 h 575663"/>
                <a:gd name="csX1" fmla="*/ 798763 w 802107"/>
                <a:gd name="csY1" fmla="*/ 333933 h 575663"/>
                <a:gd name="csX2" fmla="*/ 798286 w 802107"/>
                <a:gd name="csY2" fmla="*/ 330589 h 575663"/>
                <a:gd name="csX3" fmla="*/ 797331 w 802107"/>
                <a:gd name="csY3" fmla="*/ 328200 h 575663"/>
                <a:gd name="csX4" fmla="*/ 793508 w 802107"/>
                <a:gd name="csY4" fmla="*/ 320556 h 575663"/>
                <a:gd name="csX5" fmla="*/ 792075 w 802107"/>
                <a:gd name="csY5" fmla="*/ 316257 h 575663"/>
                <a:gd name="csX6" fmla="*/ 793031 w 802107"/>
                <a:gd name="csY6" fmla="*/ 311957 h 575663"/>
                <a:gd name="csX7" fmla="*/ 791120 w 802107"/>
                <a:gd name="csY7" fmla="*/ 298581 h 575663"/>
                <a:gd name="csX8" fmla="*/ 793031 w 802107"/>
                <a:gd name="csY8" fmla="*/ 291415 h 575663"/>
                <a:gd name="csX9" fmla="*/ 792075 w 802107"/>
                <a:gd name="csY9" fmla="*/ 290937 h 575663"/>
                <a:gd name="csX10" fmla="*/ 790165 w 802107"/>
                <a:gd name="csY10" fmla="*/ 289504 h 575663"/>
                <a:gd name="csX11" fmla="*/ 789209 w 802107"/>
                <a:gd name="csY11" fmla="*/ 288548 h 575663"/>
                <a:gd name="csX12" fmla="*/ 788254 w 802107"/>
                <a:gd name="csY12" fmla="*/ 286160 h 575663"/>
                <a:gd name="csX13" fmla="*/ 787776 w 802107"/>
                <a:gd name="csY13" fmla="*/ 280905 h 575663"/>
                <a:gd name="csX14" fmla="*/ 785387 w 802107"/>
                <a:gd name="csY14" fmla="*/ 277561 h 575663"/>
                <a:gd name="csX15" fmla="*/ 782999 w 802107"/>
                <a:gd name="csY15" fmla="*/ 276128 h 575663"/>
                <a:gd name="csX16" fmla="*/ 781088 w 802107"/>
                <a:gd name="csY16" fmla="*/ 273739 h 575663"/>
                <a:gd name="csX17" fmla="*/ 779654 w 802107"/>
                <a:gd name="csY17" fmla="*/ 271350 h 575663"/>
                <a:gd name="csX18" fmla="*/ 779654 w 802107"/>
                <a:gd name="csY18" fmla="*/ 270395 h 575663"/>
                <a:gd name="csX19" fmla="*/ 778699 w 802107"/>
                <a:gd name="csY19" fmla="*/ 268484 h 575663"/>
                <a:gd name="csX20" fmla="*/ 776788 w 802107"/>
                <a:gd name="csY20" fmla="*/ 267051 h 575663"/>
                <a:gd name="csX21" fmla="*/ 775355 w 802107"/>
                <a:gd name="csY21" fmla="*/ 266095 h 575663"/>
                <a:gd name="csX22" fmla="*/ 772488 w 802107"/>
                <a:gd name="csY22" fmla="*/ 264184 h 575663"/>
                <a:gd name="csX23" fmla="*/ 771055 w 802107"/>
                <a:gd name="csY23" fmla="*/ 262273 h 575663"/>
                <a:gd name="csX24" fmla="*/ 767711 w 802107"/>
                <a:gd name="csY24" fmla="*/ 256541 h 575663"/>
                <a:gd name="csX25" fmla="*/ 766278 w 802107"/>
                <a:gd name="csY25" fmla="*/ 254630 h 575663"/>
                <a:gd name="csX26" fmla="*/ 763890 w 802107"/>
                <a:gd name="csY26" fmla="*/ 253197 h 575663"/>
                <a:gd name="csX27" fmla="*/ 761501 w 802107"/>
                <a:gd name="csY27" fmla="*/ 253197 h 575663"/>
                <a:gd name="csX28" fmla="*/ 760067 w 802107"/>
                <a:gd name="csY28" fmla="*/ 252719 h 575663"/>
                <a:gd name="csX29" fmla="*/ 754813 w 802107"/>
                <a:gd name="csY29" fmla="*/ 248897 h 575663"/>
                <a:gd name="csX30" fmla="*/ 752901 w 802107"/>
                <a:gd name="csY30" fmla="*/ 247941 h 575663"/>
                <a:gd name="csX31" fmla="*/ 751468 w 802107"/>
                <a:gd name="csY31" fmla="*/ 246508 h 575663"/>
                <a:gd name="csX32" fmla="*/ 749558 w 802107"/>
                <a:gd name="csY32" fmla="*/ 244598 h 575663"/>
                <a:gd name="csX33" fmla="*/ 748602 w 802107"/>
                <a:gd name="csY33" fmla="*/ 243164 h 575663"/>
                <a:gd name="csX34" fmla="*/ 746691 w 802107"/>
                <a:gd name="csY34" fmla="*/ 241731 h 575663"/>
                <a:gd name="csX35" fmla="*/ 745736 w 802107"/>
                <a:gd name="csY35" fmla="*/ 235998 h 575663"/>
                <a:gd name="csX36" fmla="*/ 745736 w 802107"/>
                <a:gd name="csY36" fmla="*/ 230743 h 575663"/>
                <a:gd name="csX37" fmla="*/ 745258 w 802107"/>
                <a:gd name="csY37" fmla="*/ 224055 h 575663"/>
                <a:gd name="csX38" fmla="*/ 743347 w 802107"/>
                <a:gd name="csY38" fmla="*/ 221189 h 575663"/>
                <a:gd name="csX39" fmla="*/ 742392 w 802107"/>
                <a:gd name="csY39" fmla="*/ 220233 h 575663"/>
                <a:gd name="csX40" fmla="*/ 741436 w 802107"/>
                <a:gd name="csY40" fmla="*/ 220711 h 575663"/>
                <a:gd name="csX41" fmla="*/ 741436 w 802107"/>
                <a:gd name="csY41" fmla="*/ 222622 h 575663"/>
                <a:gd name="csX42" fmla="*/ 741436 w 802107"/>
                <a:gd name="csY42" fmla="*/ 224055 h 575663"/>
                <a:gd name="csX43" fmla="*/ 740958 w 802107"/>
                <a:gd name="csY43" fmla="*/ 224055 h 575663"/>
                <a:gd name="csX44" fmla="*/ 738092 w 802107"/>
                <a:gd name="csY44" fmla="*/ 222144 h 575663"/>
                <a:gd name="csX45" fmla="*/ 734748 w 802107"/>
                <a:gd name="csY45" fmla="*/ 220233 h 575663"/>
                <a:gd name="csX46" fmla="*/ 732837 w 802107"/>
                <a:gd name="csY46" fmla="*/ 218322 h 575663"/>
                <a:gd name="csX47" fmla="*/ 731404 w 802107"/>
                <a:gd name="csY47" fmla="*/ 216411 h 575663"/>
                <a:gd name="csX48" fmla="*/ 730448 w 802107"/>
                <a:gd name="csY48" fmla="*/ 216411 h 575663"/>
                <a:gd name="csX49" fmla="*/ 729970 w 802107"/>
                <a:gd name="csY49" fmla="*/ 216411 h 575663"/>
                <a:gd name="csX50" fmla="*/ 729015 w 802107"/>
                <a:gd name="csY50" fmla="*/ 219278 h 575663"/>
                <a:gd name="csX51" fmla="*/ 730448 w 802107"/>
                <a:gd name="csY51" fmla="*/ 223100 h 575663"/>
                <a:gd name="csX52" fmla="*/ 729493 w 802107"/>
                <a:gd name="csY52" fmla="*/ 224055 h 575663"/>
                <a:gd name="csX53" fmla="*/ 728537 w 802107"/>
                <a:gd name="csY53" fmla="*/ 222622 h 575663"/>
                <a:gd name="csX54" fmla="*/ 726626 w 802107"/>
                <a:gd name="csY54" fmla="*/ 220711 h 575663"/>
                <a:gd name="csX55" fmla="*/ 725671 w 802107"/>
                <a:gd name="csY55" fmla="*/ 221189 h 575663"/>
                <a:gd name="csX56" fmla="*/ 724238 w 802107"/>
                <a:gd name="csY56" fmla="*/ 221666 h 575663"/>
                <a:gd name="csX57" fmla="*/ 723283 w 802107"/>
                <a:gd name="csY57" fmla="*/ 219278 h 575663"/>
                <a:gd name="csX58" fmla="*/ 722327 w 802107"/>
                <a:gd name="csY58" fmla="*/ 218322 h 575663"/>
                <a:gd name="csX59" fmla="*/ 720894 w 802107"/>
                <a:gd name="csY59" fmla="*/ 213545 h 575663"/>
                <a:gd name="csX60" fmla="*/ 719460 w 802107"/>
                <a:gd name="csY60" fmla="*/ 208290 h 575663"/>
                <a:gd name="csX61" fmla="*/ 719460 w 802107"/>
                <a:gd name="csY61" fmla="*/ 204946 h 575663"/>
                <a:gd name="csX62" fmla="*/ 717072 w 802107"/>
                <a:gd name="csY62" fmla="*/ 203035 h 575663"/>
                <a:gd name="csX63" fmla="*/ 716117 w 802107"/>
                <a:gd name="csY63" fmla="*/ 199213 h 575663"/>
                <a:gd name="csX64" fmla="*/ 715161 w 802107"/>
                <a:gd name="csY64" fmla="*/ 198258 h 575663"/>
                <a:gd name="csX65" fmla="*/ 714206 w 802107"/>
                <a:gd name="csY65" fmla="*/ 195869 h 575663"/>
                <a:gd name="csX66" fmla="*/ 711339 w 802107"/>
                <a:gd name="csY66" fmla="*/ 193003 h 575663"/>
                <a:gd name="csX67" fmla="*/ 708472 w 802107"/>
                <a:gd name="csY67" fmla="*/ 190614 h 575663"/>
                <a:gd name="csX68" fmla="*/ 706084 w 802107"/>
                <a:gd name="csY68" fmla="*/ 188703 h 575663"/>
                <a:gd name="csX69" fmla="*/ 704173 w 802107"/>
                <a:gd name="csY69" fmla="*/ 185359 h 575663"/>
                <a:gd name="csX70" fmla="*/ 705129 w 802107"/>
                <a:gd name="csY70" fmla="*/ 183448 h 575663"/>
                <a:gd name="csX71" fmla="*/ 706562 w 802107"/>
                <a:gd name="csY71" fmla="*/ 183926 h 575663"/>
                <a:gd name="csX72" fmla="*/ 707995 w 802107"/>
                <a:gd name="csY72" fmla="*/ 183448 h 575663"/>
                <a:gd name="csX73" fmla="*/ 706562 w 802107"/>
                <a:gd name="csY73" fmla="*/ 181537 h 575663"/>
                <a:gd name="csX74" fmla="*/ 705606 w 802107"/>
                <a:gd name="csY74" fmla="*/ 179626 h 575663"/>
                <a:gd name="csX75" fmla="*/ 702262 w 802107"/>
                <a:gd name="csY75" fmla="*/ 177238 h 575663"/>
                <a:gd name="csX76" fmla="*/ 700829 w 802107"/>
                <a:gd name="csY76" fmla="*/ 176282 h 575663"/>
                <a:gd name="csX77" fmla="*/ 697963 w 802107"/>
                <a:gd name="csY77" fmla="*/ 175804 h 575663"/>
                <a:gd name="csX78" fmla="*/ 694141 w 802107"/>
                <a:gd name="csY78" fmla="*/ 173416 h 575663"/>
                <a:gd name="csX79" fmla="*/ 692230 w 802107"/>
                <a:gd name="csY79" fmla="*/ 172460 h 575663"/>
                <a:gd name="csX80" fmla="*/ 690797 w 802107"/>
                <a:gd name="csY80" fmla="*/ 171983 h 575663"/>
                <a:gd name="csX81" fmla="*/ 688886 w 802107"/>
                <a:gd name="csY81" fmla="*/ 171983 h 575663"/>
                <a:gd name="csX82" fmla="*/ 687453 w 802107"/>
                <a:gd name="csY82" fmla="*/ 170549 h 575663"/>
                <a:gd name="csX83" fmla="*/ 685542 w 802107"/>
                <a:gd name="csY83" fmla="*/ 170072 h 575663"/>
                <a:gd name="csX84" fmla="*/ 682197 w 802107"/>
                <a:gd name="csY84" fmla="*/ 167205 h 575663"/>
                <a:gd name="csX85" fmla="*/ 680764 w 802107"/>
                <a:gd name="csY85" fmla="*/ 164339 h 575663"/>
                <a:gd name="csX86" fmla="*/ 679809 w 802107"/>
                <a:gd name="csY86" fmla="*/ 163384 h 575663"/>
                <a:gd name="csX87" fmla="*/ 678853 w 802107"/>
                <a:gd name="csY87" fmla="*/ 162428 h 575663"/>
                <a:gd name="csX88" fmla="*/ 677420 w 802107"/>
                <a:gd name="csY88" fmla="*/ 162906 h 575663"/>
                <a:gd name="csX89" fmla="*/ 675987 w 802107"/>
                <a:gd name="csY89" fmla="*/ 162906 h 575663"/>
                <a:gd name="csX90" fmla="*/ 673599 w 802107"/>
                <a:gd name="csY90" fmla="*/ 162428 h 575663"/>
                <a:gd name="csX91" fmla="*/ 672643 w 802107"/>
                <a:gd name="csY91" fmla="*/ 161473 h 575663"/>
                <a:gd name="csX92" fmla="*/ 670732 w 802107"/>
                <a:gd name="csY92" fmla="*/ 160039 h 575663"/>
                <a:gd name="csX93" fmla="*/ 667388 w 802107"/>
                <a:gd name="csY93" fmla="*/ 159561 h 575663"/>
                <a:gd name="csX94" fmla="*/ 664522 w 802107"/>
                <a:gd name="csY94" fmla="*/ 158606 h 575663"/>
                <a:gd name="csX95" fmla="*/ 662611 w 802107"/>
                <a:gd name="csY95" fmla="*/ 157651 h 575663"/>
                <a:gd name="csX96" fmla="*/ 660222 w 802107"/>
                <a:gd name="csY96" fmla="*/ 156695 h 575663"/>
                <a:gd name="csX97" fmla="*/ 658311 w 802107"/>
                <a:gd name="csY97" fmla="*/ 154784 h 575663"/>
                <a:gd name="csX98" fmla="*/ 656878 w 802107"/>
                <a:gd name="csY98" fmla="*/ 151918 h 575663"/>
                <a:gd name="csX99" fmla="*/ 656878 w 802107"/>
                <a:gd name="csY99" fmla="*/ 148574 h 575663"/>
                <a:gd name="csX100" fmla="*/ 657356 w 802107"/>
                <a:gd name="csY100" fmla="*/ 146663 h 575663"/>
                <a:gd name="csX101" fmla="*/ 655445 w 802107"/>
                <a:gd name="csY101" fmla="*/ 145707 h 575663"/>
                <a:gd name="csX102" fmla="*/ 651623 w 802107"/>
                <a:gd name="csY102" fmla="*/ 141408 h 575663"/>
                <a:gd name="csX103" fmla="*/ 651145 w 802107"/>
                <a:gd name="csY103" fmla="*/ 139497 h 575663"/>
                <a:gd name="csX104" fmla="*/ 652101 w 802107"/>
                <a:gd name="csY104" fmla="*/ 135675 h 575663"/>
                <a:gd name="csX105" fmla="*/ 653534 w 802107"/>
                <a:gd name="csY105" fmla="*/ 128987 h 575663"/>
                <a:gd name="csX106" fmla="*/ 651623 w 802107"/>
                <a:gd name="csY106" fmla="*/ 124210 h 575663"/>
                <a:gd name="csX107" fmla="*/ 648756 w 802107"/>
                <a:gd name="csY107" fmla="*/ 118477 h 575663"/>
                <a:gd name="csX108" fmla="*/ 649234 w 802107"/>
                <a:gd name="csY108" fmla="*/ 115611 h 575663"/>
                <a:gd name="csX109" fmla="*/ 647801 w 802107"/>
                <a:gd name="csY109" fmla="*/ 115611 h 575663"/>
                <a:gd name="csX110" fmla="*/ 645890 w 802107"/>
                <a:gd name="csY110" fmla="*/ 114655 h 575663"/>
                <a:gd name="csX111" fmla="*/ 643501 w 802107"/>
                <a:gd name="csY111" fmla="*/ 111789 h 575663"/>
                <a:gd name="csX112" fmla="*/ 642068 w 802107"/>
                <a:gd name="csY112" fmla="*/ 109878 h 575663"/>
                <a:gd name="csX113" fmla="*/ 640635 w 802107"/>
                <a:gd name="csY113" fmla="*/ 108445 h 575663"/>
                <a:gd name="csX114" fmla="*/ 639680 w 802107"/>
                <a:gd name="csY114" fmla="*/ 106056 h 575663"/>
                <a:gd name="csX115" fmla="*/ 639680 w 802107"/>
                <a:gd name="csY115" fmla="*/ 104145 h 575663"/>
                <a:gd name="csX116" fmla="*/ 640157 w 802107"/>
                <a:gd name="csY116" fmla="*/ 102712 h 575663"/>
                <a:gd name="csX117" fmla="*/ 640157 w 802107"/>
                <a:gd name="csY117" fmla="*/ 99368 h 575663"/>
                <a:gd name="csX118" fmla="*/ 638246 w 802107"/>
                <a:gd name="csY118" fmla="*/ 96024 h 575663"/>
                <a:gd name="csX119" fmla="*/ 637769 w 802107"/>
                <a:gd name="csY119" fmla="*/ 92679 h 575663"/>
                <a:gd name="csX120" fmla="*/ 636335 w 802107"/>
                <a:gd name="csY120" fmla="*/ 88380 h 575663"/>
                <a:gd name="csX121" fmla="*/ 636813 w 802107"/>
                <a:gd name="csY121" fmla="*/ 85513 h 575663"/>
                <a:gd name="csX122" fmla="*/ 636335 w 802107"/>
                <a:gd name="csY122" fmla="*/ 83125 h 575663"/>
                <a:gd name="csX123" fmla="*/ 635858 w 802107"/>
                <a:gd name="csY123" fmla="*/ 81214 h 575663"/>
                <a:gd name="csX124" fmla="*/ 636335 w 802107"/>
                <a:gd name="csY124" fmla="*/ 80258 h 575663"/>
                <a:gd name="csX125" fmla="*/ 636813 w 802107"/>
                <a:gd name="csY125" fmla="*/ 78347 h 575663"/>
                <a:gd name="csX126" fmla="*/ 634424 w 802107"/>
                <a:gd name="csY126" fmla="*/ 76914 h 575663"/>
                <a:gd name="csX127" fmla="*/ 632514 w 802107"/>
                <a:gd name="csY127" fmla="*/ 75481 h 575663"/>
                <a:gd name="csX128" fmla="*/ 629169 w 802107"/>
                <a:gd name="csY128" fmla="*/ 73570 h 575663"/>
                <a:gd name="csX129" fmla="*/ 623915 w 802107"/>
                <a:gd name="csY129" fmla="*/ 69748 h 575663"/>
                <a:gd name="csX130" fmla="*/ 622959 w 802107"/>
                <a:gd name="csY130" fmla="*/ 67360 h 575663"/>
                <a:gd name="csX131" fmla="*/ 620571 w 802107"/>
                <a:gd name="csY131" fmla="*/ 64971 h 575663"/>
                <a:gd name="csX132" fmla="*/ 617704 w 802107"/>
                <a:gd name="csY132" fmla="*/ 65927 h 575663"/>
                <a:gd name="csX133" fmla="*/ 615315 w 802107"/>
                <a:gd name="csY133" fmla="*/ 66404 h 575663"/>
                <a:gd name="csX134" fmla="*/ 613405 w 802107"/>
                <a:gd name="csY134" fmla="*/ 68315 h 575663"/>
                <a:gd name="csX135" fmla="*/ 610538 w 802107"/>
                <a:gd name="csY135" fmla="*/ 69271 h 575663"/>
                <a:gd name="csX136" fmla="*/ 607672 w 802107"/>
                <a:gd name="csY136" fmla="*/ 68315 h 575663"/>
                <a:gd name="csX137" fmla="*/ 606239 w 802107"/>
                <a:gd name="csY137" fmla="*/ 67360 h 575663"/>
                <a:gd name="csX138" fmla="*/ 605283 w 802107"/>
                <a:gd name="csY138" fmla="*/ 64016 h 575663"/>
                <a:gd name="csX139" fmla="*/ 603850 w 802107"/>
                <a:gd name="csY139" fmla="*/ 60194 h 575663"/>
                <a:gd name="csX140" fmla="*/ 602894 w 802107"/>
                <a:gd name="csY140" fmla="*/ 58283 h 575663"/>
                <a:gd name="csX141" fmla="*/ 602417 w 802107"/>
                <a:gd name="csY141" fmla="*/ 55894 h 575663"/>
                <a:gd name="csX142" fmla="*/ 602894 w 802107"/>
                <a:gd name="csY142" fmla="*/ 50639 h 575663"/>
                <a:gd name="csX143" fmla="*/ 601939 w 802107"/>
                <a:gd name="csY143" fmla="*/ 47773 h 575663"/>
                <a:gd name="csX144" fmla="*/ 601461 w 802107"/>
                <a:gd name="csY144" fmla="*/ 43951 h 575663"/>
                <a:gd name="csX145" fmla="*/ 600506 w 802107"/>
                <a:gd name="csY145" fmla="*/ 39651 h 575663"/>
                <a:gd name="csX146" fmla="*/ 599073 w 802107"/>
                <a:gd name="csY146" fmla="*/ 37263 h 575663"/>
                <a:gd name="csX147" fmla="*/ 599073 w 802107"/>
                <a:gd name="csY147" fmla="*/ 35352 h 575663"/>
                <a:gd name="csX148" fmla="*/ 597162 w 802107"/>
                <a:gd name="csY148" fmla="*/ 32963 h 575663"/>
                <a:gd name="csX149" fmla="*/ 596206 w 802107"/>
                <a:gd name="csY149" fmla="*/ 31052 h 575663"/>
                <a:gd name="csX150" fmla="*/ 595251 w 802107"/>
                <a:gd name="csY150" fmla="*/ 30575 h 575663"/>
                <a:gd name="csX151" fmla="*/ 593340 w 802107"/>
                <a:gd name="csY151" fmla="*/ 29141 h 575663"/>
                <a:gd name="csX152" fmla="*/ 593340 w 802107"/>
                <a:gd name="csY152" fmla="*/ 27708 h 575663"/>
                <a:gd name="csX153" fmla="*/ 593340 w 802107"/>
                <a:gd name="csY153" fmla="*/ 26753 h 575663"/>
                <a:gd name="csX154" fmla="*/ 594296 w 802107"/>
                <a:gd name="csY154" fmla="*/ 25320 h 575663"/>
                <a:gd name="csX155" fmla="*/ 594773 w 802107"/>
                <a:gd name="csY155" fmla="*/ 22931 h 575663"/>
                <a:gd name="csX156" fmla="*/ 592862 w 802107"/>
                <a:gd name="csY156" fmla="*/ 22453 h 575663"/>
                <a:gd name="csX157" fmla="*/ 590951 w 802107"/>
                <a:gd name="csY157" fmla="*/ 22453 h 575663"/>
                <a:gd name="csX158" fmla="*/ 589996 w 802107"/>
                <a:gd name="csY158" fmla="*/ 21498 h 575663"/>
                <a:gd name="csX159" fmla="*/ 589040 w 802107"/>
                <a:gd name="csY159" fmla="*/ 20542 h 575663"/>
                <a:gd name="csX160" fmla="*/ 588562 w 802107"/>
                <a:gd name="csY160" fmla="*/ 16721 h 575663"/>
                <a:gd name="csX161" fmla="*/ 588562 w 802107"/>
                <a:gd name="csY161" fmla="*/ 13376 h 575663"/>
                <a:gd name="csX162" fmla="*/ 588085 w 802107"/>
                <a:gd name="csY162" fmla="*/ 10988 h 575663"/>
                <a:gd name="csX163" fmla="*/ 587607 w 802107"/>
                <a:gd name="csY163" fmla="*/ 9077 h 575663"/>
                <a:gd name="csX164" fmla="*/ 587130 w 802107"/>
                <a:gd name="csY164" fmla="*/ 7166 h 575663"/>
                <a:gd name="csX165" fmla="*/ 585696 w 802107"/>
                <a:gd name="csY165" fmla="*/ 5255 h 575663"/>
                <a:gd name="csX166" fmla="*/ 582352 w 802107"/>
                <a:gd name="csY166" fmla="*/ 2866 h 575663"/>
                <a:gd name="csX167" fmla="*/ 582830 w 802107"/>
                <a:gd name="csY167" fmla="*/ 1911 h 575663"/>
                <a:gd name="csX168" fmla="*/ 583308 w 802107"/>
                <a:gd name="csY168" fmla="*/ 478 h 575663"/>
                <a:gd name="csX169" fmla="*/ 582352 w 802107"/>
                <a:gd name="csY169" fmla="*/ 0 h 575663"/>
                <a:gd name="csX170" fmla="*/ 580441 w 802107"/>
                <a:gd name="csY170" fmla="*/ 0 h 575663"/>
                <a:gd name="csX171" fmla="*/ 579485 w 802107"/>
                <a:gd name="csY171" fmla="*/ 1433 h 575663"/>
                <a:gd name="csX172" fmla="*/ 578053 w 802107"/>
                <a:gd name="csY172" fmla="*/ 2866 h 575663"/>
                <a:gd name="csX173" fmla="*/ 574708 w 802107"/>
                <a:gd name="csY173" fmla="*/ 4299 h 575663"/>
                <a:gd name="csX174" fmla="*/ 574231 w 802107"/>
                <a:gd name="csY174" fmla="*/ 10510 h 575663"/>
                <a:gd name="csX175" fmla="*/ 572320 w 802107"/>
                <a:gd name="csY175" fmla="*/ 16721 h 575663"/>
                <a:gd name="csX176" fmla="*/ 570409 w 802107"/>
                <a:gd name="csY176" fmla="*/ 21975 h 575663"/>
                <a:gd name="csX177" fmla="*/ 570887 w 802107"/>
                <a:gd name="csY177" fmla="*/ 23409 h 575663"/>
                <a:gd name="csX178" fmla="*/ 570887 w 802107"/>
                <a:gd name="csY178" fmla="*/ 24842 h 575663"/>
                <a:gd name="csX179" fmla="*/ 569931 w 802107"/>
                <a:gd name="csY179" fmla="*/ 23886 h 575663"/>
                <a:gd name="csX180" fmla="*/ 568976 w 802107"/>
                <a:gd name="csY180" fmla="*/ 23409 h 575663"/>
                <a:gd name="csX181" fmla="*/ 567542 w 802107"/>
                <a:gd name="csY181" fmla="*/ 25320 h 575663"/>
                <a:gd name="csX182" fmla="*/ 565154 w 802107"/>
                <a:gd name="csY182" fmla="*/ 30097 h 575663"/>
                <a:gd name="csX183" fmla="*/ 565154 w 802107"/>
                <a:gd name="csY183" fmla="*/ 32963 h 575663"/>
                <a:gd name="csX184" fmla="*/ 566587 w 802107"/>
                <a:gd name="csY184" fmla="*/ 33441 h 575663"/>
                <a:gd name="csX185" fmla="*/ 567542 w 802107"/>
                <a:gd name="csY185" fmla="*/ 33919 h 575663"/>
                <a:gd name="csX186" fmla="*/ 568498 w 802107"/>
                <a:gd name="csY186" fmla="*/ 34397 h 575663"/>
                <a:gd name="csX187" fmla="*/ 568976 w 802107"/>
                <a:gd name="csY187" fmla="*/ 34874 h 575663"/>
                <a:gd name="csX188" fmla="*/ 569453 w 802107"/>
                <a:gd name="csY188" fmla="*/ 36307 h 575663"/>
                <a:gd name="csX189" fmla="*/ 569931 w 802107"/>
                <a:gd name="csY189" fmla="*/ 37263 h 575663"/>
                <a:gd name="csX190" fmla="*/ 569931 w 802107"/>
                <a:gd name="csY190" fmla="*/ 38696 h 575663"/>
                <a:gd name="csX191" fmla="*/ 568976 w 802107"/>
                <a:gd name="csY191" fmla="*/ 38218 h 575663"/>
                <a:gd name="csX192" fmla="*/ 567065 w 802107"/>
                <a:gd name="csY192" fmla="*/ 38218 h 575663"/>
                <a:gd name="csX193" fmla="*/ 566109 w 802107"/>
                <a:gd name="csY193" fmla="*/ 39174 h 575663"/>
                <a:gd name="csX194" fmla="*/ 563721 w 802107"/>
                <a:gd name="csY194" fmla="*/ 41085 h 575663"/>
                <a:gd name="csX195" fmla="*/ 564676 w 802107"/>
                <a:gd name="csY195" fmla="*/ 46817 h 575663"/>
                <a:gd name="csX196" fmla="*/ 563243 w 802107"/>
                <a:gd name="csY196" fmla="*/ 50162 h 575663"/>
                <a:gd name="csX197" fmla="*/ 562287 w 802107"/>
                <a:gd name="csY197" fmla="*/ 52550 h 575663"/>
                <a:gd name="csX198" fmla="*/ 560854 w 802107"/>
                <a:gd name="csY198" fmla="*/ 56850 h 575663"/>
                <a:gd name="csX199" fmla="*/ 561332 w 802107"/>
                <a:gd name="csY199" fmla="*/ 59238 h 575663"/>
                <a:gd name="csX200" fmla="*/ 562287 w 802107"/>
                <a:gd name="csY200" fmla="*/ 61149 h 575663"/>
                <a:gd name="csX201" fmla="*/ 563243 w 802107"/>
                <a:gd name="csY201" fmla="*/ 63538 h 575663"/>
                <a:gd name="csX202" fmla="*/ 562765 w 802107"/>
                <a:gd name="csY202" fmla="*/ 66882 h 575663"/>
                <a:gd name="csX203" fmla="*/ 561810 w 802107"/>
                <a:gd name="csY203" fmla="*/ 69748 h 575663"/>
                <a:gd name="csX204" fmla="*/ 563721 w 802107"/>
                <a:gd name="csY204" fmla="*/ 76914 h 575663"/>
                <a:gd name="csX205" fmla="*/ 564198 w 802107"/>
                <a:gd name="csY205" fmla="*/ 80736 h 575663"/>
                <a:gd name="csX206" fmla="*/ 563243 w 802107"/>
                <a:gd name="csY206" fmla="*/ 83125 h 575663"/>
                <a:gd name="csX207" fmla="*/ 560376 w 802107"/>
                <a:gd name="csY207" fmla="*/ 90769 h 575663"/>
                <a:gd name="csX208" fmla="*/ 559421 w 802107"/>
                <a:gd name="csY208" fmla="*/ 96501 h 575663"/>
                <a:gd name="csX209" fmla="*/ 559899 w 802107"/>
                <a:gd name="csY209" fmla="*/ 99368 h 575663"/>
                <a:gd name="csX210" fmla="*/ 558943 w 802107"/>
                <a:gd name="csY210" fmla="*/ 102234 h 575663"/>
                <a:gd name="csX211" fmla="*/ 557510 w 802107"/>
                <a:gd name="csY211" fmla="*/ 107011 h 575663"/>
                <a:gd name="csX212" fmla="*/ 556077 w 802107"/>
                <a:gd name="csY212" fmla="*/ 110355 h 575663"/>
                <a:gd name="csX213" fmla="*/ 550822 w 802107"/>
                <a:gd name="csY213" fmla="*/ 117521 h 575663"/>
                <a:gd name="csX214" fmla="*/ 549866 w 802107"/>
                <a:gd name="csY214" fmla="*/ 120865 h 575663"/>
                <a:gd name="csX215" fmla="*/ 548433 w 802107"/>
                <a:gd name="csY215" fmla="*/ 124687 h 575663"/>
                <a:gd name="csX216" fmla="*/ 544612 w 802107"/>
                <a:gd name="csY216" fmla="*/ 127554 h 575663"/>
                <a:gd name="csX217" fmla="*/ 542223 w 802107"/>
                <a:gd name="csY217" fmla="*/ 128987 h 575663"/>
                <a:gd name="csX218" fmla="*/ 536012 w 802107"/>
                <a:gd name="csY218" fmla="*/ 130420 h 575663"/>
                <a:gd name="csX219" fmla="*/ 532668 w 802107"/>
                <a:gd name="csY219" fmla="*/ 130420 h 575663"/>
                <a:gd name="csX220" fmla="*/ 530757 w 802107"/>
                <a:gd name="csY220" fmla="*/ 129465 h 575663"/>
                <a:gd name="csX221" fmla="*/ 529802 w 802107"/>
                <a:gd name="csY221" fmla="*/ 128509 h 575663"/>
                <a:gd name="csX222" fmla="*/ 525502 w 802107"/>
                <a:gd name="csY222" fmla="*/ 127554 h 575663"/>
                <a:gd name="csX223" fmla="*/ 520725 w 802107"/>
                <a:gd name="csY223" fmla="*/ 124210 h 575663"/>
                <a:gd name="csX224" fmla="*/ 516903 w 802107"/>
                <a:gd name="csY224" fmla="*/ 123254 h 575663"/>
                <a:gd name="csX225" fmla="*/ 514992 w 802107"/>
                <a:gd name="csY225" fmla="*/ 120388 h 575663"/>
                <a:gd name="csX226" fmla="*/ 514992 w 802107"/>
                <a:gd name="csY226" fmla="*/ 118954 h 575663"/>
                <a:gd name="csX227" fmla="*/ 514037 w 802107"/>
                <a:gd name="csY227" fmla="*/ 117521 h 575663"/>
                <a:gd name="csX228" fmla="*/ 512126 w 802107"/>
                <a:gd name="csY228" fmla="*/ 115133 h 575663"/>
                <a:gd name="csX229" fmla="*/ 508304 w 802107"/>
                <a:gd name="csY229" fmla="*/ 114655 h 575663"/>
                <a:gd name="csX230" fmla="*/ 504482 w 802107"/>
                <a:gd name="csY230" fmla="*/ 112744 h 575663"/>
                <a:gd name="csX231" fmla="*/ 502094 w 802107"/>
                <a:gd name="csY231" fmla="*/ 113222 h 575663"/>
                <a:gd name="csX232" fmla="*/ 496839 w 802107"/>
                <a:gd name="csY232" fmla="*/ 111789 h 575663"/>
                <a:gd name="csX233" fmla="*/ 493494 w 802107"/>
                <a:gd name="csY233" fmla="*/ 109878 h 575663"/>
                <a:gd name="csX234" fmla="*/ 490628 w 802107"/>
                <a:gd name="csY234" fmla="*/ 107011 h 575663"/>
                <a:gd name="csX235" fmla="*/ 486328 w 802107"/>
                <a:gd name="csY235" fmla="*/ 102712 h 575663"/>
                <a:gd name="csX236" fmla="*/ 482984 w 802107"/>
                <a:gd name="csY236" fmla="*/ 101279 h 575663"/>
                <a:gd name="csX237" fmla="*/ 478207 w 802107"/>
                <a:gd name="csY237" fmla="*/ 99368 h 575663"/>
                <a:gd name="csX238" fmla="*/ 475818 w 802107"/>
                <a:gd name="csY238" fmla="*/ 97935 h 575663"/>
                <a:gd name="csX239" fmla="*/ 473907 w 802107"/>
                <a:gd name="csY239" fmla="*/ 96979 h 575663"/>
                <a:gd name="csX240" fmla="*/ 472475 w 802107"/>
                <a:gd name="csY240" fmla="*/ 96024 h 575663"/>
                <a:gd name="csX241" fmla="*/ 470564 w 802107"/>
                <a:gd name="csY241" fmla="*/ 96024 h 575663"/>
                <a:gd name="csX242" fmla="*/ 468175 w 802107"/>
                <a:gd name="csY242" fmla="*/ 96024 h 575663"/>
                <a:gd name="csX243" fmla="*/ 466264 w 802107"/>
                <a:gd name="csY243" fmla="*/ 95068 h 575663"/>
                <a:gd name="csX244" fmla="*/ 466264 w 802107"/>
                <a:gd name="csY244" fmla="*/ 94113 h 575663"/>
                <a:gd name="csX245" fmla="*/ 466264 w 802107"/>
                <a:gd name="csY245" fmla="*/ 93635 h 575663"/>
                <a:gd name="csX246" fmla="*/ 466741 w 802107"/>
                <a:gd name="csY246" fmla="*/ 92202 h 575663"/>
                <a:gd name="csX247" fmla="*/ 465786 w 802107"/>
                <a:gd name="csY247" fmla="*/ 92202 h 575663"/>
                <a:gd name="csX248" fmla="*/ 465309 w 802107"/>
                <a:gd name="csY248" fmla="*/ 92202 h 575663"/>
                <a:gd name="csX249" fmla="*/ 464830 w 802107"/>
                <a:gd name="csY249" fmla="*/ 92679 h 575663"/>
                <a:gd name="csX250" fmla="*/ 463875 w 802107"/>
                <a:gd name="csY250" fmla="*/ 92679 h 575663"/>
                <a:gd name="csX251" fmla="*/ 461487 w 802107"/>
                <a:gd name="csY251" fmla="*/ 91724 h 575663"/>
                <a:gd name="csX252" fmla="*/ 458143 w 802107"/>
                <a:gd name="csY252" fmla="*/ 90291 h 575663"/>
                <a:gd name="csX253" fmla="*/ 457664 w 802107"/>
                <a:gd name="csY253" fmla="*/ 88858 h 575663"/>
                <a:gd name="csX254" fmla="*/ 456709 w 802107"/>
                <a:gd name="csY254" fmla="*/ 86947 h 575663"/>
                <a:gd name="csX255" fmla="*/ 451932 w 802107"/>
                <a:gd name="csY255" fmla="*/ 84558 h 575663"/>
                <a:gd name="csX256" fmla="*/ 449066 w 802107"/>
                <a:gd name="csY256" fmla="*/ 82647 h 575663"/>
                <a:gd name="csX257" fmla="*/ 443333 w 802107"/>
                <a:gd name="csY257" fmla="*/ 79303 h 575663"/>
                <a:gd name="csX258" fmla="*/ 441422 w 802107"/>
                <a:gd name="csY258" fmla="*/ 77870 h 575663"/>
                <a:gd name="csX259" fmla="*/ 440944 w 802107"/>
                <a:gd name="csY259" fmla="*/ 76914 h 575663"/>
                <a:gd name="csX260" fmla="*/ 440466 w 802107"/>
                <a:gd name="csY260" fmla="*/ 75004 h 575663"/>
                <a:gd name="csX261" fmla="*/ 441900 w 802107"/>
                <a:gd name="csY261" fmla="*/ 73093 h 575663"/>
                <a:gd name="csX262" fmla="*/ 443333 w 802107"/>
                <a:gd name="csY262" fmla="*/ 71659 h 575663"/>
                <a:gd name="csX263" fmla="*/ 447632 w 802107"/>
                <a:gd name="csY263" fmla="*/ 65927 h 575663"/>
                <a:gd name="csX264" fmla="*/ 448588 w 802107"/>
                <a:gd name="csY264" fmla="*/ 64971 h 575663"/>
                <a:gd name="csX265" fmla="*/ 450021 w 802107"/>
                <a:gd name="csY265" fmla="*/ 63538 h 575663"/>
                <a:gd name="csX266" fmla="*/ 451454 w 802107"/>
                <a:gd name="csY266" fmla="*/ 59716 h 575663"/>
                <a:gd name="csX267" fmla="*/ 452410 w 802107"/>
                <a:gd name="csY267" fmla="*/ 57328 h 575663"/>
                <a:gd name="csX268" fmla="*/ 450977 w 802107"/>
                <a:gd name="csY268" fmla="*/ 53983 h 575663"/>
                <a:gd name="csX269" fmla="*/ 450977 w 802107"/>
                <a:gd name="csY269" fmla="*/ 47773 h 575663"/>
                <a:gd name="csX270" fmla="*/ 455754 w 802107"/>
                <a:gd name="csY270" fmla="*/ 45384 h 575663"/>
                <a:gd name="csX271" fmla="*/ 457187 w 802107"/>
                <a:gd name="csY271" fmla="*/ 45384 h 575663"/>
                <a:gd name="csX272" fmla="*/ 458143 w 802107"/>
                <a:gd name="csY272" fmla="*/ 44906 h 575663"/>
                <a:gd name="csX273" fmla="*/ 459575 w 802107"/>
                <a:gd name="csY273" fmla="*/ 45384 h 575663"/>
                <a:gd name="csX274" fmla="*/ 460531 w 802107"/>
                <a:gd name="csY274" fmla="*/ 46817 h 575663"/>
                <a:gd name="csX275" fmla="*/ 461487 w 802107"/>
                <a:gd name="csY275" fmla="*/ 46340 h 575663"/>
                <a:gd name="csX276" fmla="*/ 464353 w 802107"/>
                <a:gd name="csY276" fmla="*/ 42518 h 575663"/>
                <a:gd name="csX277" fmla="*/ 463875 w 802107"/>
                <a:gd name="csY277" fmla="*/ 40607 h 575663"/>
                <a:gd name="csX278" fmla="*/ 462920 w 802107"/>
                <a:gd name="csY278" fmla="*/ 39174 h 575663"/>
                <a:gd name="csX279" fmla="*/ 463398 w 802107"/>
                <a:gd name="csY279" fmla="*/ 38218 h 575663"/>
                <a:gd name="csX280" fmla="*/ 471519 w 802107"/>
                <a:gd name="csY280" fmla="*/ 30097 h 575663"/>
                <a:gd name="csX281" fmla="*/ 470564 w 802107"/>
                <a:gd name="csY281" fmla="*/ 28186 h 575663"/>
                <a:gd name="csX282" fmla="*/ 469130 w 802107"/>
                <a:gd name="csY282" fmla="*/ 27708 h 575663"/>
                <a:gd name="csX283" fmla="*/ 466741 w 802107"/>
                <a:gd name="csY283" fmla="*/ 27708 h 575663"/>
                <a:gd name="csX284" fmla="*/ 464830 w 802107"/>
                <a:gd name="csY284" fmla="*/ 26275 h 575663"/>
                <a:gd name="csX285" fmla="*/ 463398 w 802107"/>
                <a:gd name="csY285" fmla="*/ 22931 h 575663"/>
                <a:gd name="csX286" fmla="*/ 461487 w 802107"/>
                <a:gd name="csY286" fmla="*/ 22931 h 575663"/>
                <a:gd name="csX287" fmla="*/ 457664 w 802107"/>
                <a:gd name="csY287" fmla="*/ 26275 h 575663"/>
                <a:gd name="csX288" fmla="*/ 457664 w 802107"/>
                <a:gd name="csY288" fmla="*/ 26753 h 575663"/>
                <a:gd name="csX289" fmla="*/ 458143 w 802107"/>
                <a:gd name="csY289" fmla="*/ 27231 h 575663"/>
                <a:gd name="csX290" fmla="*/ 459098 w 802107"/>
                <a:gd name="csY290" fmla="*/ 29141 h 575663"/>
                <a:gd name="csX291" fmla="*/ 457664 w 802107"/>
                <a:gd name="csY291" fmla="*/ 31530 h 575663"/>
                <a:gd name="csX292" fmla="*/ 456232 w 802107"/>
                <a:gd name="csY292" fmla="*/ 31530 h 575663"/>
                <a:gd name="csX293" fmla="*/ 454321 w 802107"/>
                <a:gd name="csY293" fmla="*/ 31530 h 575663"/>
                <a:gd name="csX294" fmla="*/ 453365 w 802107"/>
                <a:gd name="csY294" fmla="*/ 29619 h 575663"/>
                <a:gd name="csX295" fmla="*/ 452887 w 802107"/>
                <a:gd name="csY295" fmla="*/ 27231 h 575663"/>
                <a:gd name="csX296" fmla="*/ 451454 w 802107"/>
                <a:gd name="csY296" fmla="*/ 26275 h 575663"/>
                <a:gd name="csX297" fmla="*/ 449543 w 802107"/>
                <a:gd name="csY297" fmla="*/ 27231 h 575663"/>
                <a:gd name="csX298" fmla="*/ 448110 w 802107"/>
                <a:gd name="csY298" fmla="*/ 27708 h 575663"/>
                <a:gd name="csX299" fmla="*/ 447632 w 802107"/>
                <a:gd name="csY299" fmla="*/ 28186 h 575663"/>
                <a:gd name="csX300" fmla="*/ 446677 w 802107"/>
                <a:gd name="csY300" fmla="*/ 27708 h 575663"/>
                <a:gd name="csX301" fmla="*/ 446677 w 802107"/>
                <a:gd name="csY301" fmla="*/ 26275 h 575663"/>
                <a:gd name="csX302" fmla="*/ 448588 w 802107"/>
                <a:gd name="csY302" fmla="*/ 24842 h 575663"/>
                <a:gd name="csX303" fmla="*/ 450499 w 802107"/>
                <a:gd name="csY303" fmla="*/ 23409 h 575663"/>
                <a:gd name="csX304" fmla="*/ 450499 w 802107"/>
                <a:gd name="csY304" fmla="*/ 22931 h 575663"/>
                <a:gd name="csX305" fmla="*/ 449066 w 802107"/>
                <a:gd name="csY305" fmla="*/ 22931 h 575663"/>
                <a:gd name="csX306" fmla="*/ 449543 w 802107"/>
                <a:gd name="csY306" fmla="*/ 21975 h 575663"/>
                <a:gd name="csX307" fmla="*/ 450977 w 802107"/>
                <a:gd name="csY307" fmla="*/ 20542 h 575663"/>
                <a:gd name="csX308" fmla="*/ 450499 w 802107"/>
                <a:gd name="csY308" fmla="*/ 20542 h 575663"/>
                <a:gd name="csX309" fmla="*/ 448110 w 802107"/>
                <a:gd name="csY309" fmla="*/ 21975 h 575663"/>
                <a:gd name="csX310" fmla="*/ 446199 w 802107"/>
                <a:gd name="csY310" fmla="*/ 22931 h 575663"/>
                <a:gd name="csX311" fmla="*/ 443333 w 802107"/>
                <a:gd name="csY311" fmla="*/ 24842 h 575663"/>
                <a:gd name="csX312" fmla="*/ 439511 w 802107"/>
                <a:gd name="csY312" fmla="*/ 26275 h 575663"/>
                <a:gd name="csX313" fmla="*/ 437122 w 802107"/>
                <a:gd name="csY313" fmla="*/ 27708 h 575663"/>
                <a:gd name="csX314" fmla="*/ 433300 w 802107"/>
                <a:gd name="csY314" fmla="*/ 27231 h 575663"/>
                <a:gd name="csX315" fmla="*/ 429957 w 802107"/>
                <a:gd name="csY315" fmla="*/ 25797 h 575663"/>
                <a:gd name="csX316" fmla="*/ 429001 w 802107"/>
                <a:gd name="csY316" fmla="*/ 24842 h 575663"/>
                <a:gd name="csX317" fmla="*/ 427568 w 802107"/>
                <a:gd name="csY317" fmla="*/ 23409 h 575663"/>
                <a:gd name="csX318" fmla="*/ 423746 w 802107"/>
                <a:gd name="csY318" fmla="*/ 24842 h 575663"/>
                <a:gd name="csX319" fmla="*/ 421357 w 802107"/>
                <a:gd name="csY319" fmla="*/ 24842 h 575663"/>
                <a:gd name="csX320" fmla="*/ 419924 w 802107"/>
                <a:gd name="csY320" fmla="*/ 24364 h 575663"/>
                <a:gd name="csX321" fmla="*/ 417536 w 802107"/>
                <a:gd name="csY321" fmla="*/ 23886 h 575663"/>
                <a:gd name="csX322" fmla="*/ 415625 w 802107"/>
                <a:gd name="csY322" fmla="*/ 22453 h 575663"/>
                <a:gd name="csX323" fmla="*/ 410847 w 802107"/>
                <a:gd name="csY323" fmla="*/ 20542 h 575663"/>
                <a:gd name="csX324" fmla="*/ 406070 w 802107"/>
                <a:gd name="csY324" fmla="*/ 20065 h 575663"/>
                <a:gd name="csX325" fmla="*/ 403681 w 802107"/>
                <a:gd name="csY325" fmla="*/ 20542 h 575663"/>
                <a:gd name="csX326" fmla="*/ 401770 w 802107"/>
                <a:gd name="csY326" fmla="*/ 19109 h 575663"/>
                <a:gd name="csX327" fmla="*/ 399859 w 802107"/>
                <a:gd name="csY327" fmla="*/ 18631 h 575663"/>
                <a:gd name="csX328" fmla="*/ 396515 w 802107"/>
                <a:gd name="csY328" fmla="*/ 18154 h 575663"/>
                <a:gd name="csX329" fmla="*/ 395082 w 802107"/>
                <a:gd name="csY329" fmla="*/ 16721 h 575663"/>
                <a:gd name="csX330" fmla="*/ 393649 w 802107"/>
                <a:gd name="csY330" fmla="*/ 13376 h 575663"/>
                <a:gd name="csX331" fmla="*/ 392216 w 802107"/>
                <a:gd name="csY331" fmla="*/ 12899 h 575663"/>
                <a:gd name="csX332" fmla="*/ 390305 w 802107"/>
                <a:gd name="csY332" fmla="*/ 12421 h 575663"/>
                <a:gd name="csX333" fmla="*/ 387916 w 802107"/>
                <a:gd name="csY333" fmla="*/ 13854 h 575663"/>
                <a:gd name="csX334" fmla="*/ 386961 w 802107"/>
                <a:gd name="csY334" fmla="*/ 14809 h 575663"/>
                <a:gd name="csX335" fmla="*/ 384095 w 802107"/>
                <a:gd name="csY335" fmla="*/ 11943 h 575663"/>
                <a:gd name="csX336" fmla="*/ 379795 w 802107"/>
                <a:gd name="csY336" fmla="*/ 9555 h 575663"/>
                <a:gd name="csX337" fmla="*/ 378361 w 802107"/>
                <a:gd name="csY337" fmla="*/ 9077 h 575663"/>
                <a:gd name="csX338" fmla="*/ 377884 w 802107"/>
                <a:gd name="csY338" fmla="*/ 9555 h 575663"/>
                <a:gd name="csX339" fmla="*/ 376929 w 802107"/>
                <a:gd name="csY339" fmla="*/ 10988 h 575663"/>
                <a:gd name="csX340" fmla="*/ 376450 w 802107"/>
                <a:gd name="csY340" fmla="*/ 10988 h 575663"/>
                <a:gd name="csX341" fmla="*/ 375495 w 802107"/>
                <a:gd name="csY341" fmla="*/ 10510 h 575663"/>
                <a:gd name="csX342" fmla="*/ 373584 w 802107"/>
                <a:gd name="csY342" fmla="*/ 9077 h 575663"/>
                <a:gd name="csX343" fmla="*/ 372629 w 802107"/>
                <a:gd name="csY343" fmla="*/ 8599 h 575663"/>
                <a:gd name="csX344" fmla="*/ 369285 w 802107"/>
                <a:gd name="csY344" fmla="*/ 10032 h 575663"/>
                <a:gd name="csX345" fmla="*/ 369763 w 802107"/>
                <a:gd name="csY345" fmla="*/ 10988 h 575663"/>
                <a:gd name="csX346" fmla="*/ 372151 w 802107"/>
                <a:gd name="csY346" fmla="*/ 11465 h 575663"/>
                <a:gd name="csX347" fmla="*/ 374540 w 802107"/>
                <a:gd name="csY347" fmla="*/ 13854 h 575663"/>
                <a:gd name="csX348" fmla="*/ 375973 w 802107"/>
                <a:gd name="csY348" fmla="*/ 14332 h 575663"/>
                <a:gd name="csX349" fmla="*/ 378839 w 802107"/>
                <a:gd name="csY349" fmla="*/ 13854 h 575663"/>
                <a:gd name="csX350" fmla="*/ 382661 w 802107"/>
                <a:gd name="csY350" fmla="*/ 14332 h 575663"/>
                <a:gd name="csX351" fmla="*/ 386483 w 802107"/>
                <a:gd name="csY351" fmla="*/ 17198 h 575663"/>
                <a:gd name="csX352" fmla="*/ 386005 w 802107"/>
                <a:gd name="csY352" fmla="*/ 18631 h 575663"/>
                <a:gd name="csX353" fmla="*/ 385527 w 802107"/>
                <a:gd name="csY353" fmla="*/ 20542 h 575663"/>
                <a:gd name="csX354" fmla="*/ 386005 w 802107"/>
                <a:gd name="csY354" fmla="*/ 22931 h 575663"/>
                <a:gd name="csX355" fmla="*/ 385527 w 802107"/>
                <a:gd name="csY355" fmla="*/ 24364 h 575663"/>
                <a:gd name="csX356" fmla="*/ 387438 w 802107"/>
                <a:gd name="csY356" fmla="*/ 25797 h 575663"/>
                <a:gd name="csX357" fmla="*/ 386483 w 802107"/>
                <a:gd name="csY357" fmla="*/ 26275 h 575663"/>
                <a:gd name="csX358" fmla="*/ 384572 w 802107"/>
                <a:gd name="csY358" fmla="*/ 25797 h 575663"/>
                <a:gd name="csX359" fmla="*/ 383139 w 802107"/>
                <a:gd name="csY359" fmla="*/ 26275 h 575663"/>
                <a:gd name="csX360" fmla="*/ 382184 w 802107"/>
                <a:gd name="csY360" fmla="*/ 26753 h 575663"/>
                <a:gd name="csX361" fmla="*/ 381228 w 802107"/>
                <a:gd name="csY361" fmla="*/ 29141 h 575663"/>
                <a:gd name="csX362" fmla="*/ 380750 w 802107"/>
                <a:gd name="csY362" fmla="*/ 28186 h 575663"/>
                <a:gd name="csX363" fmla="*/ 378361 w 802107"/>
                <a:gd name="csY363" fmla="*/ 27231 h 575663"/>
                <a:gd name="csX364" fmla="*/ 376929 w 802107"/>
                <a:gd name="csY364" fmla="*/ 27708 h 575663"/>
                <a:gd name="csX365" fmla="*/ 374540 w 802107"/>
                <a:gd name="csY365" fmla="*/ 28664 h 575663"/>
                <a:gd name="csX366" fmla="*/ 372151 w 802107"/>
                <a:gd name="csY366" fmla="*/ 28664 h 575663"/>
                <a:gd name="csX367" fmla="*/ 371196 w 802107"/>
                <a:gd name="csY367" fmla="*/ 28186 h 575663"/>
                <a:gd name="csX368" fmla="*/ 367852 w 802107"/>
                <a:gd name="csY368" fmla="*/ 28664 h 575663"/>
                <a:gd name="csX369" fmla="*/ 362119 w 802107"/>
                <a:gd name="csY369" fmla="*/ 28664 h 575663"/>
                <a:gd name="csX370" fmla="*/ 360208 w 802107"/>
                <a:gd name="csY370" fmla="*/ 27708 h 575663"/>
                <a:gd name="csX371" fmla="*/ 359730 w 802107"/>
                <a:gd name="csY371" fmla="*/ 25320 h 575663"/>
                <a:gd name="csX372" fmla="*/ 359252 w 802107"/>
                <a:gd name="csY372" fmla="*/ 24842 h 575663"/>
                <a:gd name="csX373" fmla="*/ 358775 w 802107"/>
                <a:gd name="csY373" fmla="*/ 25797 h 575663"/>
                <a:gd name="csX374" fmla="*/ 357819 w 802107"/>
                <a:gd name="csY374" fmla="*/ 27231 h 575663"/>
                <a:gd name="csX375" fmla="*/ 354475 w 802107"/>
                <a:gd name="csY375" fmla="*/ 27231 h 575663"/>
                <a:gd name="csX376" fmla="*/ 353520 w 802107"/>
                <a:gd name="csY376" fmla="*/ 27708 h 575663"/>
                <a:gd name="csX377" fmla="*/ 353997 w 802107"/>
                <a:gd name="csY377" fmla="*/ 28664 h 575663"/>
                <a:gd name="csX378" fmla="*/ 353997 w 802107"/>
                <a:gd name="csY378" fmla="*/ 30097 h 575663"/>
                <a:gd name="csX379" fmla="*/ 352564 w 802107"/>
                <a:gd name="csY379" fmla="*/ 30097 h 575663"/>
                <a:gd name="csX380" fmla="*/ 350654 w 802107"/>
                <a:gd name="csY380" fmla="*/ 30575 h 575663"/>
                <a:gd name="csX381" fmla="*/ 351131 w 802107"/>
                <a:gd name="csY381" fmla="*/ 32008 h 575663"/>
                <a:gd name="csX382" fmla="*/ 351131 w 802107"/>
                <a:gd name="csY382" fmla="*/ 33441 h 575663"/>
                <a:gd name="csX383" fmla="*/ 350654 w 802107"/>
                <a:gd name="csY383" fmla="*/ 33919 h 575663"/>
                <a:gd name="csX384" fmla="*/ 348742 w 802107"/>
                <a:gd name="csY384" fmla="*/ 32963 h 575663"/>
                <a:gd name="csX385" fmla="*/ 348265 w 802107"/>
                <a:gd name="csY385" fmla="*/ 31530 h 575663"/>
                <a:gd name="csX386" fmla="*/ 346831 w 802107"/>
                <a:gd name="csY386" fmla="*/ 31052 h 575663"/>
                <a:gd name="csX387" fmla="*/ 345876 w 802107"/>
                <a:gd name="csY387" fmla="*/ 31530 h 575663"/>
                <a:gd name="csX388" fmla="*/ 345398 w 802107"/>
                <a:gd name="csY388" fmla="*/ 32963 h 575663"/>
                <a:gd name="csX389" fmla="*/ 345876 w 802107"/>
                <a:gd name="csY389" fmla="*/ 35830 h 575663"/>
                <a:gd name="csX390" fmla="*/ 344920 w 802107"/>
                <a:gd name="csY390" fmla="*/ 35830 h 575663"/>
                <a:gd name="csX391" fmla="*/ 342532 w 802107"/>
                <a:gd name="csY391" fmla="*/ 35830 h 575663"/>
                <a:gd name="csX392" fmla="*/ 341577 w 802107"/>
                <a:gd name="csY392" fmla="*/ 36307 h 575663"/>
                <a:gd name="csX393" fmla="*/ 339666 w 802107"/>
                <a:gd name="csY393" fmla="*/ 40129 h 575663"/>
                <a:gd name="csX394" fmla="*/ 336799 w 802107"/>
                <a:gd name="csY394" fmla="*/ 41563 h 575663"/>
                <a:gd name="csX395" fmla="*/ 336322 w 802107"/>
                <a:gd name="csY395" fmla="*/ 43473 h 575663"/>
                <a:gd name="csX396" fmla="*/ 336322 w 802107"/>
                <a:gd name="csY396" fmla="*/ 44906 h 575663"/>
                <a:gd name="csX397" fmla="*/ 338710 w 802107"/>
                <a:gd name="csY397" fmla="*/ 47773 h 575663"/>
                <a:gd name="csX398" fmla="*/ 337277 w 802107"/>
                <a:gd name="csY398" fmla="*/ 49206 h 575663"/>
                <a:gd name="csX399" fmla="*/ 336322 w 802107"/>
                <a:gd name="csY399" fmla="*/ 50639 h 575663"/>
                <a:gd name="csX400" fmla="*/ 334888 w 802107"/>
                <a:gd name="csY400" fmla="*/ 51117 h 575663"/>
                <a:gd name="csX401" fmla="*/ 332500 w 802107"/>
                <a:gd name="csY401" fmla="*/ 51595 h 575663"/>
                <a:gd name="csX402" fmla="*/ 330589 w 802107"/>
                <a:gd name="csY402" fmla="*/ 53028 h 575663"/>
                <a:gd name="csX403" fmla="*/ 329633 w 802107"/>
                <a:gd name="csY403" fmla="*/ 53983 h 575663"/>
                <a:gd name="csX404" fmla="*/ 329156 w 802107"/>
                <a:gd name="csY404" fmla="*/ 55417 h 575663"/>
                <a:gd name="csX405" fmla="*/ 328678 w 802107"/>
                <a:gd name="csY405" fmla="*/ 57328 h 575663"/>
                <a:gd name="csX406" fmla="*/ 327722 w 802107"/>
                <a:gd name="csY406" fmla="*/ 59238 h 575663"/>
                <a:gd name="csX407" fmla="*/ 327722 w 802107"/>
                <a:gd name="csY407" fmla="*/ 60194 h 575663"/>
                <a:gd name="csX408" fmla="*/ 325811 w 802107"/>
                <a:gd name="csY408" fmla="*/ 61627 h 575663"/>
                <a:gd name="csX409" fmla="*/ 322945 w 802107"/>
                <a:gd name="csY409" fmla="*/ 64971 h 575663"/>
                <a:gd name="csX410" fmla="*/ 321034 w 802107"/>
                <a:gd name="csY410" fmla="*/ 68315 h 575663"/>
                <a:gd name="csX411" fmla="*/ 323423 w 802107"/>
                <a:gd name="csY411" fmla="*/ 69748 h 575663"/>
                <a:gd name="csX412" fmla="*/ 325811 w 802107"/>
                <a:gd name="csY412" fmla="*/ 71182 h 575663"/>
                <a:gd name="csX413" fmla="*/ 327722 w 802107"/>
                <a:gd name="csY413" fmla="*/ 71182 h 575663"/>
                <a:gd name="csX414" fmla="*/ 327722 w 802107"/>
                <a:gd name="csY414" fmla="*/ 71659 h 575663"/>
                <a:gd name="csX415" fmla="*/ 325811 w 802107"/>
                <a:gd name="csY415" fmla="*/ 72615 h 575663"/>
                <a:gd name="csX416" fmla="*/ 326767 w 802107"/>
                <a:gd name="csY416" fmla="*/ 74048 h 575663"/>
                <a:gd name="csX417" fmla="*/ 328678 w 802107"/>
                <a:gd name="csY417" fmla="*/ 75481 h 575663"/>
                <a:gd name="csX418" fmla="*/ 329633 w 802107"/>
                <a:gd name="csY418" fmla="*/ 75481 h 575663"/>
                <a:gd name="csX419" fmla="*/ 330589 w 802107"/>
                <a:gd name="csY419" fmla="*/ 76437 h 575663"/>
                <a:gd name="csX420" fmla="*/ 328678 w 802107"/>
                <a:gd name="csY420" fmla="*/ 76437 h 575663"/>
                <a:gd name="csX421" fmla="*/ 326289 w 802107"/>
                <a:gd name="csY421" fmla="*/ 76437 h 575663"/>
                <a:gd name="csX422" fmla="*/ 325811 w 802107"/>
                <a:gd name="csY422" fmla="*/ 77870 h 575663"/>
                <a:gd name="csX423" fmla="*/ 326289 w 802107"/>
                <a:gd name="csY423" fmla="*/ 79781 h 575663"/>
                <a:gd name="csX424" fmla="*/ 326767 w 802107"/>
                <a:gd name="csY424" fmla="*/ 81214 h 575663"/>
                <a:gd name="csX425" fmla="*/ 326289 w 802107"/>
                <a:gd name="csY425" fmla="*/ 82170 h 575663"/>
                <a:gd name="csX426" fmla="*/ 325334 w 802107"/>
                <a:gd name="csY426" fmla="*/ 81214 h 575663"/>
                <a:gd name="csX427" fmla="*/ 324856 w 802107"/>
                <a:gd name="csY427" fmla="*/ 80258 h 575663"/>
                <a:gd name="csX428" fmla="*/ 322945 w 802107"/>
                <a:gd name="csY428" fmla="*/ 78347 h 575663"/>
                <a:gd name="csX429" fmla="*/ 321512 w 802107"/>
                <a:gd name="csY429" fmla="*/ 77392 h 575663"/>
                <a:gd name="csX430" fmla="*/ 319123 w 802107"/>
                <a:gd name="csY430" fmla="*/ 76914 h 575663"/>
                <a:gd name="csX431" fmla="*/ 318168 w 802107"/>
                <a:gd name="csY431" fmla="*/ 77870 h 575663"/>
                <a:gd name="csX432" fmla="*/ 318645 w 802107"/>
                <a:gd name="csY432" fmla="*/ 80736 h 575663"/>
                <a:gd name="csX433" fmla="*/ 318168 w 802107"/>
                <a:gd name="csY433" fmla="*/ 82647 h 575663"/>
                <a:gd name="csX434" fmla="*/ 317212 w 802107"/>
                <a:gd name="csY434" fmla="*/ 81692 h 575663"/>
                <a:gd name="csX435" fmla="*/ 316734 w 802107"/>
                <a:gd name="csY435" fmla="*/ 79303 h 575663"/>
                <a:gd name="csX436" fmla="*/ 314824 w 802107"/>
                <a:gd name="csY436" fmla="*/ 77392 h 575663"/>
                <a:gd name="csX437" fmla="*/ 306702 w 802107"/>
                <a:gd name="csY437" fmla="*/ 75481 h 575663"/>
                <a:gd name="csX438" fmla="*/ 305269 w 802107"/>
                <a:gd name="csY438" fmla="*/ 75004 h 575663"/>
                <a:gd name="csX439" fmla="*/ 303358 w 802107"/>
                <a:gd name="csY439" fmla="*/ 75481 h 575663"/>
                <a:gd name="csX440" fmla="*/ 301925 w 802107"/>
                <a:gd name="csY440" fmla="*/ 76437 h 575663"/>
                <a:gd name="csX441" fmla="*/ 301925 w 802107"/>
                <a:gd name="csY441" fmla="*/ 76914 h 575663"/>
                <a:gd name="csX442" fmla="*/ 300970 w 802107"/>
                <a:gd name="csY442" fmla="*/ 77392 h 575663"/>
                <a:gd name="csX443" fmla="*/ 299536 w 802107"/>
                <a:gd name="csY443" fmla="*/ 78347 h 575663"/>
                <a:gd name="csX444" fmla="*/ 298103 w 802107"/>
                <a:gd name="csY444" fmla="*/ 79303 h 575663"/>
                <a:gd name="csX445" fmla="*/ 297147 w 802107"/>
                <a:gd name="csY445" fmla="*/ 80258 h 575663"/>
                <a:gd name="csX446" fmla="*/ 297147 w 802107"/>
                <a:gd name="csY446" fmla="*/ 81214 h 575663"/>
                <a:gd name="csX447" fmla="*/ 298581 w 802107"/>
                <a:gd name="csY447" fmla="*/ 83603 h 575663"/>
                <a:gd name="csX448" fmla="*/ 299059 w 802107"/>
                <a:gd name="csY448" fmla="*/ 84080 h 575663"/>
                <a:gd name="csX449" fmla="*/ 299059 w 802107"/>
                <a:gd name="csY449" fmla="*/ 85036 h 575663"/>
                <a:gd name="csX450" fmla="*/ 298103 w 802107"/>
                <a:gd name="csY450" fmla="*/ 84080 h 575663"/>
                <a:gd name="csX451" fmla="*/ 297147 w 802107"/>
                <a:gd name="csY451" fmla="*/ 83603 h 575663"/>
                <a:gd name="csX452" fmla="*/ 296192 w 802107"/>
                <a:gd name="csY452" fmla="*/ 85036 h 575663"/>
                <a:gd name="csX453" fmla="*/ 295236 w 802107"/>
                <a:gd name="csY453" fmla="*/ 85513 h 575663"/>
                <a:gd name="csX454" fmla="*/ 295715 w 802107"/>
                <a:gd name="csY454" fmla="*/ 81214 h 575663"/>
                <a:gd name="csX455" fmla="*/ 296192 w 802107"/>
                <a:gd name="csY455" fmla="*/ 77870 h 575663"/>
                <a:gd name="csX456" fmla="*/ 297147 w 802107"/>
                <a:gd name="csY456" fmla="*/ 76437 h 575663"/>
                <a:gd name="csX457" fmla="*/ 297625 w 802107"/>
                <a:gd name="csY457" fmla="*/ 75004 h 575663"/>
                <a:gd name="csX458" fmla="*/ 297625 w 802107"/>
                <a:gd name="csY458" fmla="*/ 74048 h 575663"/>
                <a:gd name="csX459" fmla="*/ 291893 w 802107"/>
                <a:gd name="csY459" fmla="*/ 69748 h 575663"/>
                <a:gd name="csX460" fmla="*/ 289026 w 802107"/>
                <a:gd name="csY460" fmla="*/ 66404 h 575663"/>
                <a:gd name="csX461" fmla="*/ 287593 w 802107"/>
                <a:gd name="csY461" fmla="*/ 64493 h 575663"/>
                <a:gd name="csX462" fmla="*/ 284727 w 802107"/>
                <a:gd name="csY462" fmla="*/ 62582 h 575663"/>
                <a:gd name="csX463" fmla="*/ 283293 w 802107"/>
                <a:gd name="csY463" fmla="*/ 61149 h 575663"/>
                <a:gd name="csX464" fmla="*/ 279949 w 802107"/>
                <a:gd name="csY464" fmla="*/ 59716 h 575663"/>
                <a:gd name="csX465" fmla="*/ 276127 w 802107"/>
                <a:gd name="csY465" fmla="*/ 58283 h 575663"/>
                <a:gd name="csX466" fmla="*/ 274217 w 802107"/>
                <a:gd name="csY466" fmla="*/ 56372 h 575663"/>
                <a:gd name="csX467" fmla="*/ 272306 w 802107"/>
                <a:gd name="csY467" fmla="*/ 55894 h 575663"/>
                <a:gd name="csX468" fmla="*/ 269440 w 802107"/>
                <a:gd name="csY468" fmla="*/ 56850 h 575663"/>
                <a:gd name="csX469" fmla="*/ 269440 w 802107"/>
                <a:gd name="csY469" fmla="*/ 58283 h 575663"/>
                <a:gd name="csX470" fmla="*/ 269440 w 802107"/>
                <a:gd name="csY470" fmla="*/ 60194 h 575663"/>
                <a:gd name="csX471" fmla="*/ 267528 w 802107"/>
                <a:gd name="csY471" fmla="*/ 62582 h 575663"/>
                <a:gd name="csX472" fmla="*/ 265617 w 802107"/>
                <a:gd name="csY472" fmla="*/ 64016 h 575663"/>
                <a:gd name="csX473" fmla="*/ 263706 w 802107"/>
                <a:gd name="csY473" fmla="*/ 62105 h 575663"/>
                <a:gd name="csX474" fmla="*/ 262274 w 802107"/>
                <a:gd name="csY474" fmla="*/ 61149 h 575663"/>
                <a:gd name="csX475" fmla="*/ 260840 w 802107"/>
                <a:gd name="csY475" fmla="*/ 62105 h 575663"/>
                <a:gd name="csX476" fmla="*/ 259885 w 802107"/>
                <a:gd name="csY476" fmla="*/ 63538 h 575663"/>
                <a:gd name="csX477" fmla="*/ 259407 w 802107"/>
                <a:gd name="csY477" fmla="*/ 64016 h 575663"/>
                <a:gd name="csX478" fmla="*/ 258929 w 802107"/>
                <a:gd name="csY478" fmla="*/ 63060 h 575663"/>
                <a:gd name="csX479" fmla="*/ 257974 w 802107"/>
                <a:gd name="csY479" fmla="*/ 60672 h 575663"/>
                <a:gd name="csX480" fmla="*/ 256540 w 802107"/>
                <a:gd name="csY480" fmla="*/ 60194 h 575663"/>
                <a:gd name="csX481" fmla="*/ 255108 w 802107"/>
                <a:gd name="csY481" fmla="*/ 60194 h 575663"/>
                <a:gd name="csX482" fmla="*/ 255585 w 802107"/>
                <a:gd name="csY482" fmla="*/ 62105 h 575663"/>
                <a:gd name="csX483" fmla="*/ 256540 w 802107"/>
                <a:gd name="csY483" fmla="*/ 63060 h 575663"/>
                <a:gd name="csX484" fmla="*/ 256063 w 802107"/>
                <a:gd name="csY484" fmla="*/ 64016 h 575663"/>
                <a:gd name="csX485" fmla="*/ 255108 w 802107"/>
                <a:gd name="csY485" fmla="*/ 64971 h 575663"/>
                <a:gd name="csX486" fmla="*/ 255108 w 802107"/>
                <a:gd name="csY486" fmla="*/ 65927 h 575663"/>
                <a:gd name="csX487" fmla="*/ 254629 w 802107"/>
                <a:gd name="csY487" fmla="*/ 67838 h 575663"/>
                <a:gd name="csX488" fmla="*/ 254629 w 802107"/>
                <a:gd name="csY488" fmla="*/ 70226 h 575663"/>
                <a:gd name="csX489" fmla="*/ 253197 w 802107"/>
                <a:gd name="csY489" fmla="*/ 70704 h 575663"/>
                <a:gd name="csX490" fmla="*/ 252241 w 802107"/>
                <a:gd name="csY490" fmla="*/ 72137 h 575663"/>
                <a:gd name="csX491" fmla="*/ 251286 w 802107"/>
                <a:gd name="csY491" fmla="*/ 72137 h 575663"/>
                <a:gd name="csX492" fmla="*/ 251286 w 802107"/>
                <a:gd name="csY492" fmla="*/ 70704 h 575663"/>
                <a:gd name="csX493" fmla="*/ 250808 w 802107"/>
                <a:gd name="csY493" fmla="*/ 69748 h 575663"/>
                <a:gd name="csX494" fmla="*/ 248897 w 802107"/>
                <a:gd name="csY494" fmla="*/ 69271 h 575663"/>
                <a:gd name="csX495" fmla="*/ 248419 w 802107"/>
                <a:gd name="csY495" fmla="*/ 70226 h 575663"/>
                <a:gd name="csX496" fmla="*/ 247942 w 802107"/>
                <a:gd name="csY496" fmla="*/ 70704 h 575663"/>
                <a:gd name="csX497" fmla="*/ 247464 w 802107"/>
                <a:gd name="csY497" fmla="*/ 70704 h 575663"/>
                <a:gd name="csX498" fmla="*/ 247942 w 802107"/>
                <a:gd name="csY498" fmla="*/ 69748 h 575663"/>
                <a:gd name="csX499" fmla="*/ 247942 w 802107"/>
                <a:gd name="csY499" fmla="*/ 67838 h 575663"/>
                <a:gd name="csX500" fmla="*/ 248419 w 802107"/>
                <a:gd name="csY500" fmla="*/ 66404 h 575663"/>
                <a:gd name="csX501" fmla="*/ 246986 w 802107"/>
                <a:gd name="csY501" fmla="*/ 65449 h 575663"/>
                <a:gd name="csX502" fmla="*/ 246031 w 802107"/>
                <a:gd name="csY502" fmla="*/ 65927 h 575663"/>
                <a:gd name="csX503" fmla="*/ 246031 w 802107"/>
                <a:gd name="csY503" fmla="*/ 67360 h 575663"/>
                <a:gd name="csX504" fmla="*/ 246031 w 802107"/>
                <a:gd name="csY504" fmla="*/ 69748 h 575663"/>
                <a:gd name="csX505" fmla="*/ 244597 w 802107"/>
                <a:gd name="csY505" fmla="*/ 70226 h 575663"/>
                <a:gd name="csX506" fmla="*/ 243164 w 802107"/>
                <a:gd name="csY506" fmla="*/ 71182 h 575663"/>
                <a:gd name="csX507" fmla="*/ 241253 w 802107"/>
                <a:gd name="csY507" fmla="*/ 71182 h 575663"/>
                <a:gd name="csX508" fmla="*/ 239820 w 802107"/>
                <a:gd name="csY508" fmla="*/ 71659 h 575663"/>
                <a:gd name="csX509" fmla="*/ 239820 w 802107"/>
                <a:gd name="csY509" fmla="*/ 72615 h 575663"/>
                <a:gd name="csX510" fmla="*/ 237909 w 802107"/>
                <a:gd name="csY510" fmla="*/ 74048 h 575663"/>
                <a:gd name="csX511" fmla="*/ 237909 w 802107"/>
                <a:gd name="csY511" fmla="*/ 75481 h 575663"/>
                <a:gd name="csX512" fmla="*/ 239342 w 802107"/>
                <a:gd name="csY512" fmla="*/ 76914 h 575663"/>
                <a:gd name="csX513" fmla="*/ 239342 w 802107"/>
                <a:gd name="csY513" fmla="*/ 78347 h 575663"/>
                <a:gd name="csX514" fmla="*/ 242209 w 802107"/>
                <a:gd name="csY514" fmla="*/ 79781 h 575663"/>
                <a:gd name="csX515" fmla="*/ 241731 w 802107"/>
                <a:gd name="csY515" fmla="*/ 81214 h 575663"/>
                <a:gd name="csX516" fmla="*/ 241253 w 802107"/>
                <a:gd name="csY516" fmla="*/ 81692 h 575663"/>
                <a:gd name="csX517" fmla="*/ 240298 w 802107"/>
                <a:gd name="csY517" fmla="*/ 81214 h 575663"/>
                <a:gd name="csX518" fmla="*/ 237909 w 802107"/>
                <a:gd name="csY518" fmla="*/ 80258 h 575663"/>
                <a:gd name="csX519" fmla="*/ 235998 w 802107"/>
                <a:gd name="csY519" fmla="*/ 80258 h 575663"/>
                <a:gd name="csX520" fmla="*/ 235043 w 802107"/>
                <a:gd name="csY520" fmla="*/ 79303 h 575663"/>
                <a:gd name="csX521" fmla="*/ 235043 w 802107"/>
                <a:gd name="csY521" fmla="*/ 79781 h 575663"/>
                <a:gd name="csX522" fmla="*/ 235043 w 802107"/>
                <a:gd name="csY522" fmla="*/ 80736 h 575663"/>
                <a:gd name="csX523" fmla="*/ 234087 w 802107"/>
                <a:gd name="csY523" fmla="*/ 81214 h 575663"/>
                <a:gd name="csX524" fmla="*/ 232654 w 802107"/>
                <a:gd name="csY524" fmla="*/ 81692 h 575663"/>
                <a:gd name="csX525" fmla="*/ 231221 w 802107"/>
                <a:gd name="csY525" fmla="*/ 82647 h 575663"/>
                <a:gd name="csX526" fmla="*/ 232176 w 802107"/>
                <a:gd name="csY526" fmla="*/ 84080 h 575663"/>
                <a:gd name="csX527" fmla="*/ 232176 w 802107"/>
                <a:gd name="csY527" fmla="*/ 84558 h 575663"/>
                <a:gd name="csX528" fmla="*/ 232654 w 802107"/>
                <a:gd name="csY528" fmla="*/ 85036 h 575663"/>
                <a:gd name="csX529" fmla="*/ 235043 w 802107"/>
                <a:gd name="csY529" fmla="*/ 85513 h 575663"/>
                <a:gd name="csX530" fmla="*/ 235998 w 802107"/>
                <a:gd name="csY530" fmla="*/ 85036 h 575663"/>
                <a:gd name="csX531" fmla="*/ 235998 w 802107"/>
                <a:gd name="csY531" fmla="*/ 86469 h 575663"/>
                <a:gd name="csX532" fmla="*/ 235520 w 802107"/>
                <a:gd name="csY532" fmla="*/ 87902 h 575663"/>
                <a:gd name="csX533" fmla="*/ 234565 w 802107"/>
                <a:gd name="csY533" fmla="*/ 88380 h 575663"/>
                <a:gd name="csX534" fmla="*/ 234087 w 802107"/>
                <a:gd name="csY534" fmla="*/ 86947 h 575663"/>
                <a:gd name="csX535" fmla="*/ 229310 w 802107"/>
                <a:gd name="csY535" fmla="*/ 84558 h 575663"/>
                <a:gd name="csX536" fmla="*/ 228354 w 802107"/>
                <a:gd name="csY536" fmla="*/ 84558 h 575663"/>
                <a:gd name="csX537" fmla="*/ 227877 w 802107"/>
                <a:gd name="csY537" fmla="*/ 85036 h 575663"/>
                <a:gd name="csX538" fmla="*/ 228354 w 802107"/>
                <a:gd name="csY538" fmla="*/ 85991 h 575663"/>
                <a:gd name="csX539" fmla="*/ 227399 w 802107"/>
                <a:gd name="csY539" fmla="*/ 87424 h 575663"/>
                <a:gd name="csX540" fmla="*/ 225488 w 802107"/>
                <a:gd name="csY540" fmla="*/ 88858 h 575663"/>
                <a:gd name="csX541" fmla="*/ 224533 w 802107"/>
                <a:gd name="csY541" fmla="*/ 88380 h 575663"/>
                <a:gd name="csX542" fmla="*/ 223099 w 802107"/>
                <a:gd name="csY542" fmla="*/ 88858 h 575663"/>
                <a:gd name="csX543" fmla="*/ 222622 w 802107"/>
                <a:gd name="csY543" fmla="*/ 91246 h 575663"/>
                <a:gd name="csX544" fmla="*/ 222144 w 802107"/>
                <a:gd name="csY544" fmla="*/ 93635 h 575663"/>
                <a:gd name="csX545" fmla="*/ 223577 w 802107"/>
                <a:gd name="csY545" fmla="*/ 95546 h 575663"/>
                <a:gd name="csX546" fmla="*/ 224533 w 802107"/>
                <a:gd name="csY546" fmla="*/ 97457 h 575663"/>
                <a:gd name="csX547" fmla="*/ 226444 w 802107"/>
                <a:gd name="csY547" fmla="*/ 95068 h 575663"/>
                <a:gd name="csX548" fmla="*/ 227399 w 802107"/>
                <a:gd name="csY548" fmla="*/ 94590 h 575663"/>
                <a:gd name="csX549" fmla="*/ 227399 w 802107"/>
                <a:gd name="csY549" fmla="*/ 95546 h 575663"/>
                <a:gd name="csX550" fmla="*/ 226444 w 802107"/>
                <a:gd name="csY550" fmla="*/ 96979 h 575663"/>
                <a:gd name="csX551" fmla="*/ 225966 w 802107"/>
                <a:gd name="csY551" fmla="*/ 98412 h 575663"/>
                <a:gd name="csX552" fmla="*/ 225966 w 802107"/>
                <a:gd name="csY552" fmla="*/ 100323 h 575663"/>
                <a:gd name="csX553" fmla="*/ 224533 w 802107"/>
                <a:gd name="csY553" fmla="*/ 100323 h 575663"/>
                <a:gd name="csX554" fmla="*/ 223099 w 802107"/>
                <a:gd name="csY554" fmla="*/ 100323 h 575663"/>
                <a:gd name="csX555" fmla="*/ 222622 w 802107"/>
                <a:gd name="csY555" fmla="*/ 100801 h 575663"/>
                <a:gd name="csX556" fmla="*/ 222144 w 802107"/>
                <a:gd name="csY556" fmla="*/ 102234 h 575663"/>
                <a:gd name="csX557" fmla="*/ 222622 w 802107"/>
                <a:gd name="csY557" fmla="*/ 103667 h 575663"/>
                <a:gd name="csX558" fmla="*/ 223577 w 802107"/>
                <a:gd name="csY558" fmla="*/ 104623 h 575663"/>
                <a:gd name="csX559" fmla="*/ 225966 w 802107"/>
                <a:gd name="csY559" fmla="*/ 104623 h 575663"/>
                <a:gd name="csX560" fmla="*/ 227877 w 802107"/>
                <a:gd name="csY560" fmla="*/ 104623 h 575663"/>
                <a:gd name="csX561" fmla="*/ 229788 w 802107"/>
                <a:gd name="csY561" fmla="*/ 105100 h 575663"/>
                <a:gd name="csX562" fmla="*/ 229788 w 802107"/>
                <a:gd name="csY562" fmla="*/ 105578 h 575663"/>
                <a:gd name="csX563" fmla="*/ 228354 w 802107"/>
                <a:gd name="csY563" fmla="*/ 105578 h 575663"/>
                <a:gd name="csX564" fmla="*/ 225010 w 802107"/>
                <a:gd name="csY564" fmla="*/ 105578 h 575663"/>
                <a:gd name="csX565" fmla="*/ 223577 w 802107"/>
                <a:gd name="csY565" fmla="*/ 105578 h 575663"/>
                <a:gd name="csX566" fmla="*/ 220711 w 802107"/>
                <a:gd name="csY566" fmla="*/ 105578 h 575663"/>
                <a:gd name="csX567" fmla="*/ 218322 w 802107"/>
                <a:gd name="csY567" fmla="*/ 104623 h 575663"/>
                <a:gd name="csX568" fmla="*/ 217367 w 802107"/>
                <a:gd name="csY568" fmla="*/ 103667 h 575663"/>
                <a:gd name="csX569" fmla="*/ 215456 w 802107"/>
                <a:gd name="csY569" fmla="*/ 103189 h 575663"/>
                <a:gd name="csX570" fmla="*/ 213545 w 802107"/>
                <a:gd name="csY570" fmla="*/ 103667 h 575663"/>
                <a:gd name="csX571" fmla="*/ 213067 w 802107"/>
                <a:gd name="csY571" fmla="*/ 105100 h 575663"/>
                <a:gd name="csX572" fmla="*/ 211634 w 802107"/>
                <a:gd name="csY572" fmla="*/ 105578 h 575663"/>
                <a:gd name="csX573" fmla="*/ 209245 w 802107"/>
                <a:gd name="csY573" fmla="*/ 101756 h 575663"/>
                <a:gd name="csX574" fmla="*/ 207812 w 802107"/>
                <a:gd name="csY574" fmla="*/ 101756 h 575663"/>
                <a:gd name="csX575" fmla="*/ 206856 w 802107"/>
                <a:gd name="csY575" fmla="*/ 102712 h 575663"/>
                <a:gd name="csX576" fmla="*/ 207335 w 802107"/>
                <a:gd name="csY576" fmla="*/ 104623 h 575663"/>
                <a:gd name="csX577" fmla="*/ 207335 w 802107"/>
                <a:gd name="csY577" fmla="*/ 106056 h 575663"/>
                <a:gd name="csX578" fmla="*/ 206379 w 802107"/>
                <a:gd name="csY578" fmla="*/ 107011 h 575663"/>
                <a:gd name="csX579" fmla="*/ 204946 w 802107"/>
                <a:gd name="csY579" fmla="*/ 107011 h 575663"/>
                <a:gd name="csX580" fmla="*/ 204468 w 802107"/>
                <a:gd name="csY580" fmla="*/ 107489 h 575663"/>
                <a:gd name="csX581" fmla="*/ 204946 w 802107"/>
                <a:gd name="csY581" fmla="*/ 108445 h 575663"/>
                <a:gd name="csX582" fmla="*/ 206856 w 802107"/>
                <a:gd name="csY582" fmla="*/ 110833 h 575663"/>
                <a:gd name="csX583" fmla="*/ 208290 w 802107"/>
                <a:gd name="csY583" fmla="*/ 111789 h 575663"/>
                <a:gd name="csX584" fmla="*/ 209723 w 802107"/>
                <a:gd name="csY584" fmla="*/ 113222 h 575663"/>
                <a:gd name="csX585" fmla="*/ 210201 w 802107"/>
                <a:gd name="csY585" fmla="*/ 114655 h 575663"/>
                <a:gd name="csX586" fmla="*/ 211634 w 802107"/>
                <a:gd name="csY586" fmla="*/ 114655 h 575663"/>
                <a:gd name="csX587" fmla="*/ 212112 w 802107"/>
                <a:gd name="csY587" fmla="*/ 115611 h 575663"/>
                <a:gd name="csX588" fmla="*/ 211156 w 802107"/>
                <a:gd name="csY588" fmla="*/ 117044 h 575663"/>
                <a:gd name="csX589" fmla="*/ 211156 w 802107"/>
                <a:gd name="csY589" fmla="*/ 119432 h 575663"/>
                <a:gd name="csX590" fmla="*/ 210679 w 802107"/>
                <a:gd name="csY590" fmla="*/ 119432 h 575663"/>
                <a:gd name="csX591" fmla="*/ 209723 w 802107"/>
                <a:gd name="csY591" fmla="*/ 118954 h 575663"/>
                <a:gd name="csX592" fmla="*/ 207812 w 802107"/>
                <a:gd name="csY592" fmla="*/ 117521 h 575663"/>
                <a:gd name="csX593" fmla="*/ 206856 w 802107"/>
                <a:gd name="csY593" fmla="*/ 117044 h 575663"/>
                <a:gd name="csX594" fmla="*/ 206379 w 802107"/>
                <a:gd name="csY594" fmla="*/ 117521 h 575663"/>
                <a:gd name="csX595" fmla="*/ 206379 w 802107"/>
                <a:gd name="csY595" fmla="*/ 118477 h 575663"/>
                <a:gd name="csX596" fmla="*/ 206856 w 802107"/>
                <a:gd name="csY596" fmla="*/ 121343 h 575663"/>
                <a:gd name="csX597" fmla="*/ 205901 w 802107"/>
                <a:gd name="csY597" fmla="*/ 125165 h 575663"/>
                <a:gd name="csX598" fmla="*/ 205901 w 802107"/>
                <a:gd name="csY598" fmla="*/ 126120 h 575663"/>
                <a:gd name="csX599" fmla="*/ 205901 w 802107"/>
                <a:gd name="csY599" fmla="*/ 127076 h 575663"/>
                <a:gd name="csX600" fmla="*/ 204946 w 802107"/>
                <a:gd name="csY600" fmla="*/ 126120 h 575663"/>
                <a:gd name="csX601" fmla="*/ 203990 w 802107"/>
                <a:gd name="csY601" fmla="*/ 124687 h 575663"/>
                <a:gd name="csX602" fmla="*/ 202079 w 802107"/>
                <a:gd name="csY602" fmla="*/ 122777 h 575663"/>
                <a:gd name="csX603" fmla="*/ 200169 w 802107"/>
                <a:gd name="csY603" fmla="*/ 117999 h 575663"/>
                <a:gd name="csX604" fmla="*/ 197302 w 802107"/>
                <a:gd name="csY604" fmla="*/ 114655 h 575663"/>
                <a:gd name="csX605" fmla="*/ 196347 w 802107"/>
                <a:gd name="csY605" fmla="*/ 111789 h 575663"/>
                <a:gd name="csX606" fmla="*/ 193958 w 802107"/>
                <a:gd name="csY606" fmla="*/ 106534 h 575663"/>
                <a:gd name="csX607" fmla="*/ 193003 w 802107"/>
                <a:gd name="csY607" fmla="*/ 106534 h 575663"/>
                <a:gd name="csX608" fmla="*/ 191569 w 802107"/>
                <a:gd name="csY608" fmla="*/ 108445 h 575663"/>
                <a:gd name="csX609" fmla="*/ 190136 w 802107"/>
                <a:gd name="csY609" fmla="*/ 111789 h 575663"/>
                <a:gd name="csX610" fmla="*/ 189181 w 802107"/>
                <a:gd name="csY610" fmla="*/ 113222 h 575663"/>
                <a:gd name="csX611" fmla="*/ 186792 w 802107"/>
                <a:gd name="csY611" fmla="*/ 114655 h 575663"/>
                <a:gd name="csX612" fmla="*/ 185359 w 802107"/>
                <a:gd name="csY612" fmla="*/ 116088 h 575663"/>
                <a:gd name="csX613" fmla="*/ 183448 w 802107"/>
                <a:gd name="csY613" fmla="*/ 116566 h 575663"/>
                <a:gd name="csX614" fmla="*/ 181537 w 802107"/>
                <a:gd name="csY614" fmla="*/ 117999 h 575663"/>
                <a:gd name="csX615" fmla="*/ 180104 w 802107"/>
                <a:gd name="csY615" fmla="*/ 119910 h 575663"/>
                <a:gd name="csX616" fmla="*/ 178193 w 802107"/>
                <a:gd name="csY616" fmla="*/ 123254 h 575663"/>
                <a:gd name="csX617" fmla="*/ 177715 w 802107"/>
                <a:gd name="csY617" fmla="*/ 125165 h 575663"/>
                <a:gd name="csX618" fmla="*/ 177715 w 802107"/>
                <a:gd name="csY618" fmla="*/ 127554 h 575663"/>
                <a:gd name="csX619" fmla="*/ 178671 w 802107"/>
                <a:gd name="csY619" fmla="*/ 130898 h 575663"/>
                <a:gd name="csX620" fmla="*/ 179626 w 802107"/>
                <a:gd name="csY620" fmla="*/ 135675 h 575663"/>
                <a:gd name="csX621" fmla="*/ 181060 w 802107"/>
                <a:gd name="csY621" fmla="*/ 136153 h 575663"/>
                <a:gd name="csX622" fmla="*/ 182015 w 802107"/>
                <a:gd name="csY622" fmla="*/ 136631 h 575663"/>
                <a:gd name="csX623" fmla="*/ 181537 w 802107"/>
                <a:gd name="csY623" fmla="*/ 138064 h 575663"/>
                <a:gd name="csX624" fmla="*/ 180104 w 802107"/>
                <a:gd name="csY624" fmla="*/ 139019 h 575663"/>
                <a:gd name="csX625" fmla="*/ 174849 w 802107"/>
                <a:gd name="csY625" fmla="*/ 143796 h 575663"/>
                <a:gd name="csX626" fmla="*/ 171505 w 802107"/>
                <a:gd name="csY626" fmla="*/ 145230 h 575663"/>
                <a:gd name="csX627" fmla="*/ 170549 w 802107"/>
                <a:gd name="csY627" fmla="*/ 146185 h 575663"/>
                <a:gd name="csX628" fmla="*/ 169594 w 802107"/>
                <a:gd name="csY628" fmla="*/ 148574 h 575663"/>
                <a:gd name="csX629" fmla="*/ 167683 w 802107"/>
                <a:gd name="csY629" fmla="*/ 151440 h 575663"/>
                <a:gd name="csX630" fmla="*/ 166728 w 802107"/>
                <a:gd name="csY630" fmla="*/ 153351 h 575663"/>
                <a:gd name="csX631" fmla="*/ 164817 w 802107"/>
                <a:gd name="csY631" fmla="*/ 157173 h 575663"/>
                <a:gd name="csX632" fmla="*/ 161950 w 802107"/>
                <a:gd name="csY632" fmla="*/ 161473 h 575663"/>
                <a:gd name="csX633" fmla="*/ 158606 w 802107"/>
                <a:gd name="csY633" fmla="*/ 164339 h 575663"/>
                <a:gd name="csX634" fmla="*/ 154784 w 802107"/>
                <a:gd name="csY634" fmla="*/ 166727 h 575663"/>
                <a:gd name="csX635" fmla="*/ 152873 w 802107"/>
                <a:gd name="csY635" fmla="*/ 167683 h 575663"/>
                <a:gd name="csX636" fmla="*/ 143796 w 802107"/>
                <a:gd name="csY636" fmla="*/ 171027 h 575663"/>
                <a:gd name="csX637" fmla="*/ 139019 w 802107"/>
                <a:gd name="csY637" fmla="*/ 172460 h 575663"/>
                <a:gd name="csX638" fmla="*/ 130420 w 802107"/>
                <a:gd name="csY638" fmla="*/ 173416 h 575663"/>
                <a:gd name="csX639" fmla="*/ 127076 w 802107"/>
                <a:gd name="csY639" fmla="*/ 174849 h 575663"/>
                <a:gd name="csX640" fmla="*/ 122299 w 802107"/>
                <a:gd name="csY640" fmla="*/ 174371 h 575663"/>
                <a:gd name="csX641" fmla="*/ 117521 w 802107"/>
                <a:gd name="csY641" fmla="*/ 174371 h 575663"/>
                <a:gd name="csX642" fmla="*/ 110355 w 802107"/>
                <a:gd name="csY642" fmla="*/ 179149 h 575663"/>
                <a:gd name="csX643" fmla="*/ 104623 w 802107"/>
                <a:gd name="csY643" fmla="*/ 180582 h 575663"/>
                <a:gd name="csX644" fmla="*/ 99367 w 802107"/>
                <a:gd name="csY644" fmla="*/ 181537 h 575663"/>
                <a:gd name="csX645" fmla="*/ 97457 w 802107"/>
                <a:gd name="csY645" fmla="*/ 182493 h 575663"/>
                <a:gd name="csX646" fmla="*/ 92201 w 802107"/>
                <a:gd name="csY646" fmla="*/ 185359 h 575663"/>
                <a:gd name="csX647" fmla="*/ 89335 w 802107"/>
                <a:gd name="csY647" fmla="*/ 186792 h 575663"/>
                <a:gd name="csX648" fmla="*/ 83603 w 802107"/>
                <a:gd name="csY648" fmla="*/ 188225 h 575663"/>
                <a:gd name="csX649" fmla="*/ 81692 w 802107"/>
                <a:gd name="csY649" fmla="*/ 188225 h 575663"/>
                <a:gd name="csX650" fmla="*/ 78348 w 802107"/>
                <a:gd name="csY650" fmla="*/ 186792 h 575663"/>
                <a:gd name="csX651" fmla="*/ 75481 w 802107"/>
                <a:gd name="csY651" fmla="*/ 186792 h 575663"/>
                <a:gd name="csX652" fmla="*/ 72615 w 802107"/>
                <a:gd name="csY652" fmla="*/ 186792 h 575663"/>
                <a:gd name="csX653" fmla="*/ 69748 w 802107"/>
                <a:gd name="csY653" fmla="*/ 186792 h 575663"/>
                <a:gd name="csX654" fmla="*/ 67837 w 802107"/>
                <a:gd name="csY654" fmla="*/ 188225 h 575663"/>
                <a:gd name="csX655" fmla="*/ 56372 w 802107"/>
                <a:gd name="csY655" fmla="*/ 194436 h 575663"/>
                <a:gd name="csX656" fmla="*/ 53983 w 802107"/>
                <a:gd name="csY656" fmla="*/ 195869 h 575663"/>
                <a:gd name="csX657" fmla="*/ 51117 w 802107"/>
                <a:gd name="csY657" fmla="*/ 198258 h 575663"/>
                <a:gd name="csX658" fmla="*/ 47773 w 802107"/>
                <a:gd name="csY658" fmla="*/ 200646 h 575663"/>
                <a:gd name="csX659" fmla="*/ 44907 w 802107"/>
                <a:gd name="csY659" fmla="*/ 203035 h 575663"/>
                <a:gd name="csX660" fmla="*/ 39174 w 802107"/>
                <a:gd name="csY660" fmla="*/ 205901 h 575663"/>
                <a:gd name="csX661" fmla="*/ 33441 w 802107"/>
                <a:gd name="csY661" fmla="*/ 207812 h 575663"/>
                <a:gd name="csX662" fmla="*/ 30097 w 802107"/>
                <a:gd name="csY662" fmla="*/ 209723 h 575663"/>
                <a:gd name="csX663" fmla="*/ 28186 w 802107"/>
                <a:gd name="csY663" fmla="*/ 212112 h 575663"/>
                <a:gd name="csX664" fmla="*/ 24364 w 802107"/>
                <a:gd name="csY664" fmla="*/ 218322 h 575663"/>
                <a:gd name="csX665" fmla="*/ 23886 w 802107"/>
                <a:gd name="csY665" fmla="*/ 219756 h 575663"/>
                <a:gd name="csX666" fmla="*/ 22453 w 802107"/>
                <a:gd name="csY666" fmla="*/ 221189 h 575663"/>
                <a:gd name="csX667" fmla="*/ 20542 w 802107"/>
                <a:gd name="csY667" fmla="*/ 222144 h 575663"/>
                <a:gd name="csX668" fmla="*/ 19109 w 802107"/>
                <a:gd name="csY668" fmla="*/ 222622 h 575663"/>
                <a:gd name="csX669" fmla="*/ 19587 w 802107"/>
                <a:gd name="csY669" fmla="*/ 219278 h 575663"/>
                <a:gd name="csX670" fmla="*/ 18153 w 802107"/>
                <a:gd name="csY670" fmla="*/ 216411 h 575663"/>
                <a:gd name="csX671" fmla="*/ 19109 w 802107"/>
                <a:gd name="csY671" fmla="*/ 211156 h 575663"/>
                <a:gd name="csX672" fmla="*/ 18632 w 802107"/>
                <a:gd name="csY672" fmla="*/ 209723 h 575663"/>
                <a:gd name="csX673" fmla="*/ 16721 w 802107"/>
                <a:gd name="csY673" fmla="*/ 210679 h 575663"/>
                <a:gd name="csX674" fmla="*/ 15287 w 802107"/>
                <a:gd name="csY674" fmla="*/ 211634 h 575663"/>
                <a:gd name="csX675" fmla="*/ 11943 w 802107"/>
                <a:gd name="csY675" fmla="*/ 219756 h 575663"/>
                <a:gd name="csX676" fmla="*/ 10032 w 802107"/>
                <a:gd name="csY676" fmla="*/ 225488 h 575663"/>
                <a:gd name="csX677" fmla="*/ 11466 w 802107"/>
                <a:gd name="csY677" fmla="*/ 228832 h 575663"/>
                <a:gd name="csX678" fmla="*/ 12421 w 802107"/>
                <a:gd name="csY678" fmla="*/ 230743 h 575663"/>
                <a:gd name="csX679" fmla="*/ 11943 w 802107"/>
                <a:gd name="csY679" fmla="*/ 233132 h 575663"/>
                <a:gd name="csX680" fmla="*/ 11466 w 802107"/>
                <a:gd name="csY680" fmla="*/ 235998 h 575663"/>
                <a:gd name="csX681" fmla="*/ 11466 w 802107"/>
                <a:gd name="csY681" fmla="*/ 238387 h 575663"/>
                <a:gd name="csX682" fmla="*/ 11466 w 802107"/>
                <a:gd name="csY682" fmla="*/ 240775 h 575663"/>
                <a:gd name="csX683" fmla="*/ 7166 w 802107"/>
                <a:gd name="csY683" fmla="*/ 246986 h 575663"/>
                <a:gd name="csX684" fmla="*/ 6210 w 802107"/>
                <a:gd name="csY684" fmla="*/ 249852 h 575663"/>
                <a:gd name="csX685" fmla="*/ 4777 w 802107"/>
                <a:gd name="csY685" fmla="*/ 255107 h 575663"/>
                <a:gd name="csX686" fmla="*/ 4777 w 802107"/>
                <a:gd name="csY686" fmla="*/ 257496 h 575663"/>
                <a:gd name="csX687" fmla="*/ 4777 w 802107"/>
                <a:gd name="csY687" fmla="*/ 260840 h 575663"/>
                <a:gd name="csX688" fmla="*/ 6210 w 802107"/>
                <a:gd name="csY688" fmla="*/ 264184 h 575663"/>
                <a:gd name="csX689" fmla="*/ 7644 w 802107"/>
                <a:gd name="csY689" fmla="*/ 266095 h 575663"/>
                <a:gd name="csX690" fmla="*/ 9555 w 802107"/>
                <a:gd name="csY690" fmla="*/ 271828 h 575663"/>
                <a:gd name="csX691" fmla="*/ 11943 w 802107"/>
                <a:gd name="csY691" fmla="*/ 275650 h 575663"/>
                <a:gd name="csX692" fmla="*/ 16243 w 802107"/>
                <a:gd name="csY692" fmla="*/ 283294 h 575663"/>
                <a:gd name="csX693" fmla="*/ 20542 w 802107"/>
                <a:gd name="csY693" fmla="*/ 289504 h 575663"/>
                <a:gd name="csX694" fmla="*/ 21020 w 802107"/>
                <a:gd name="csY694" fmla="*/ 291893 h 575663"/>
                <a:gd name="csX695" fmla="*/ 20542 w 802107"/>
                <a:gd name="csY695" fmla="*/ 294759 h 575663"/>
                <a:gd name="csX696" fmla="*/ 20542 w 802107"/>
                <a:gd name="csY696" fmla="*/ 298103 h 575663"/>
                <a:gd name="csX697" fmla="*/ 19587 w 802107"/>
                <a:gd name="csY697" fmla="*/ 299059 h 575663"/>
                <a:gd name="csX698" fmla="*/ 18153 w 802107"/>
                <a:gd name="csY698" fmla="*/ 300492 h 575663"/>
                <a:gd name="csX699" fmla="*/ 16243 w 802107"/>
                <a:gd name="csY699" fmla="*/ 298581 h 575663"/>
                <a:gd name="csX700" fmla="*/ 15287 w 802107"/>
                <a:gd name="csY700" fmla="*/ 297625 h 575663"/>
                <a:gd name="csX701" fmla="*/ 13854 w 802107"/>
                <a:gd name="csY701" fmla="*/ 292848 h 575663"/>
                <a:gd name="csX702" fmla="*/ 13376 w 802107"/>
                <a:gd name="csY702" fmla="*/ 292848 h 575663"/>
                <a:gd name="csX703" fmla="*/ 12421 w 802107"/>
                <a:gd name="csY703" fmla="*/ 294759 h 575663"/>
                <a:gd name="csX704" fmla="*/ 11466 w 802107"/>
                <a:gd name="csY704" fmla="*/ 295714 h 575663"/>
                <a:gd name="csX705" fmla="*/ 10987 w 802107"/>
                <a:gd name="csY705" fmla="*/ 294759 h 575663"/>
                <a:gd name="csX706" fmla="*/ 10032 w 802107"/>
                <a:gd name="csY706" fmla="*/ 294281 h 575663"/>
                <a:gd name="csX707" fmla="*/ 10032 w 802107"/>
                <a:gd name="csY707" fmla="*/ 293326 h 575663"/>
                <a:gd name="csX708" fmla="*/ 10510 w 802107"/>
                <a:gd name="csY708" fmla="*/ 292370 h 575663"/>
                <a:gd name="csX709" fmla="*/ 10510 w 802107"/>
                <a:gd name="csY709" fmla="*/ 289026 h 575663"/>
                <a:gd name="csX710" fmla="*/ 8599 w 802107"/>
                <a:gd name="csY710" fmla="*/ 287115 h 575663"/>
                <a:gd name="csX711" fmla="*/ 7166 w 802107"/>
                <a:gd name="csY711" fmla="*/ 284727 h 575663"/>
                <a:gd name="csX712" fmla="*/ 5255 w 802107"/>
                <a:gd name="csY712" fmla="*/ 284249 h 575663"/>
                <a:gd name="csX713" fmla="*/ 4300 w 802107"/>
                <a:gd name="csY713" fmla="*/ 285205 h 575663"/>
                <a:gd name="csX714" fmla="*/ 4300 w 802107"/>
                <a:gd name="csY714" fmla="*/ 286638 h 575663"/>
                <a:gd name="csX715" fmla="*/ 6688 w 802107"/>
                <a:gd name="csY715" fmla="*/ 290459 h 575663"/>
                <a:gd name="csX716" fmla="*/ 8121 w 802107"/>
                <a:gd name="csY716" fmla="*/ 294281 h 575663"/>
                <a:gd name="csX717" fmla="*/ 10510 w 802107"/>
                <a:gd name="csY717" fmla="*/ 296670 h 575663"/>
                <a:gd name="csX718" fmla="*/ 11943 w 802107"/>
                <a:gd name="csY718" fmla="*/ 297625 h 575663"/>
                <a:gd name="csX719" fmla="*/ 13376 w 802107"/>
                <a:gd name="csY719" fmla="*/ 299059 h 575663"/>
                <a:gd name="csX720" fmla="*/ 12898 w 802107"/>
                <a:gd name="csY720" fmla="*/ 302403 h 575663"/>
                <a:gd name="csX721" fmla="*/ 11943 w 802107"/>
                <a:gd name="csY721" fmla="*/ 303836 h 575663"/>
                <a:gd name="csX722" fmla="*/ 10987 w 802107"/>
                <a:gd name="csY722" fmla="*/ 304314 h 575663"/>
                <a:gd name="csX723" fmla="*/ 8121 w 802107"/>
                <a:gd name="csY723" fmla="*/ 303358 h 575663"/>
                <a:gd name="csX724" fmla="*/ 7166 w 802107"/>
                <a:gd name="csY724" fmla="*/ 300970 h 575663"/>
                <a:gd name="csX725" fmla="*/ 4777 w 802107"/>
                <a:gd name="csY725" fmla="*/ 296192 h 575663"/>
                <a:gd name="csX726" fmla="*/ 4300 w 802107"/>
                <a:gd name="csY726" fmla="*/ 294281 h 575663"/>
                <a:gd name="csX727" fmla="*/ 3344 w 802107"/>
                <a:gd name="csY727" fmla="*/ 293804 h 575663"/>
                <a:gd name="csX728" fmla="*/ 3344 w 802107"/>
                <a:gd name="csY728" fmla="*/ 294759 h 575663"/>
                <a:gd name="csX729" fmla="*/ 3344 w 802107"/>
                <a:gd name="csY729" fmla="*/ 296670 h 575663"/>
                <a:gd name="csX730" fmla="*/ 2866 w 802107"/>
                <a:gd name="csY730" fmla="*/ 297148 h 575663"/>
                <a:gd name="csX731" fmla="*/ 2389 w 802107"/>
                <a:gd name="csY731" fmla="*/ 297148 h 575663"/>
                <a:gd name="csX732" fmla="*/ 1433 w 802107"/>
                <a:gd name="csY732" fmla="*/ 296192 h 575663"/>
                <a:gd name="csX733" fmla="*/ 478 w 802107"/>
                <a:gd name="csY733" fmla="*/ 295714 h 575663"/>
                <a:gd name="csX734" fmla="*/ 0 w 802107"/>
                <a:gd name="csY734" fmla="*/ 296192 h 575663"/>
                <a:gd name="csX735" fmla="*/ 955 w 802107"/>
                <a:gd name="csY735" fmla="*/ 297148 h 575663"/>
                <a:gd name="csX736" fmla="*/ 2866 w 802107"/>
                <a:gd name="csY736" fmla="*/ 300492 h 575663"/>
                <a:gd name="csX737" fmla="*/ 10510 w 802107"/>
                <a:gd name="csY737" fmla="*/ 309569 h 575663"/>
                <a:gd name="csX738" fmla="*/ 16721 w 802107"/>
                <a:gd name="csY738" fmla="*/ 319601 h 575663"/>
                <a:gd name="csX739" fmla="*/ 18153 w 802107"/>
                <a:gd name="csY739" fmla="*/ 323423 h 575663"/>
                <a:gd name="csX740" fmla="*/ 19109 w 802107"/>
                <a:gd name="csY740" fmla="*/ 332500 h 575663"/>
                <a:gd name="csX741" fmla="*/ 19587 w 802107"/>
                <a:gd name="csY741" fmla="*/ 334411 h 575663"/>
                <a:gd name="csX742" fmla="*/ 23409 w 802107"/>
                <a:gd name="csY742" fmla="*/ 339188 h 575663"/>
                <a:gd name="csX743" fmla="*/ 26753 w 802107"/>
                <a:gd name="csY743" fmla="*/ 343965 h 575663"/>
                <a:gd name="csX744" fmla="*/ 28186 w 802107"/>
                <a:gd name="csY744" fmla="*/ 346831 h 575663"/>
                <a:gd name="csX745" fmla="*/ 28186 w 802107"/>
                <a:gd name="csY745" fmla="*/ 348743 h 575663"/>
                <a:gd name="csX746" fmla="*/ 28664 w 802107"/>
                <a:gd name="csY746" fmla="*/ 350653 h 575663"/>
                <a:gd name="csX747" fmla="*/ 33441 w 802107"/>
                <a:gd name="csY747" fmla="*/ 356386 h 575663"/>
                <a:gd name="csX748" fmla="*/ 35352 w 802107"/>
                <a:gd name="csY748" fmla="*/ 362596 h 575663"/>
                <a:gd name="csX749" fmla="*/ 35352 w 802107"/>
                <a:gd name="csY749" fmla="*/ 364508 h 575663"/>
                <a:gd name="csX750" fmla="*/ 34874 w 802107"/>
                <a:gd name="csY750" fmla="*/ 368329 h 575663"/>
                <a:gd name="csX751" fmla="*/ 35352 w 802107"/>
                <a:gd name="csY751" fmla="*/ 375018 h 575663"/>
                <a:gd name="csX752" fmla="*/ 35830 w 802107"/>
                <a:gd name="csY752" fmla="*/ 378839 h 575663"/>
                <a:gd name="csX753" fmla="*/ 37741 w 802107"/>
                <a:gd name="csY753" fmla="*/ 386005 h 575663"/>
                <a:gd name="csX754" fmla="*/ 39651 w 802107"/>
                <a:gd name="csY754" fmla="*/ 391260 h 575663"/>
                <a:gd name="csX755" fmla="*/ 42040 w 802107"/>
                <a:gd name="csY755" fmla="*/ 394604 h 575663"/>
                <a:gd name="csX756" fmla="*/ 44907 w 802107"/>
                <a:gd name="csY756" fmla="*/ 401770 h 575663"/>
                <a:gd name="csX757" fmla="*/ 50162 w 802107"/>
                <a:gd name="csY757" fmla="*/ 409892 h 575663"/>
                <a:gd name="csX758" fmla="*/ 50639 w 802107"/>
                <a:gd name="csY758" fmla="*/ 414192 h 575663"/>
                <a:gd name="csX759" fmla="*/ 50639 w 802107"/>
                <a:gd name="csY759" fmla="*/ 425179 h 575663"/>
                <a:gd name="csX760" fmla="*/ 50162 w 802107"/>
                <a:gd name="csY760" fmla="*/ 428523 h 575663"/>
                <a:gd name="csX761" fmla="*/ 49206 w 802107"/>
                <a:gd name="csY761" fmla="*/ 429479 h 575663"/>
                <a:gd name="csX762" fmla="*/ 48251 w 802107"/>
                <a:gd name="csY762" fmla="*/ 430912 h 575663"/>
                <a:gd name="csX763" fmla="*/ 49206 w 802107"/>
                <a:gd name="csY763" fmla="*/ 438078 h 575663"/>
                <a:gd name="csX764" fmla="*/ 49684 w 802107"/>
                <a:gd name="csY764" fmla="*/ 442377 h 575663"/>
                <a:gd name="csX765" fmla="*/ 48251 w 802107"/>
                <a:gd name="csY765" fmla="*/ 446199 h 575663"/>
                <a:gd name="csX766" fmla="*/ 46340 w 802107"/>
                <a:gd name="csY766" fmla="*/ 449543 h 575663"/>
                <a:gd name="csX767" fmla="*/ 42996 w 802107"/>
                <a:gd name="csY767" fmla="*/ 451932 h 575663"/>
                <a:gd name="csX768" fmla="*/ 39651 w 802107"/>
                <a:gd name="csY768" fmla="*/ 451932 h 575663"/>
                <a:gd name="csX769" fmla="*/ 38218 w 802107"/>
                <a:gd name="csY769" fmla="*/ 450499 h 575663"/>
                <a:gd name="csX770" fmla="*/ 35830 w 802107"/>
                <a:gd name="csY770" fmla="*/ 449066 h 575663"/>
                <a:gd name="csX771" fmla="*/ 35830 w 802107"/>
                <a:gd name="csY771" fmla="*/ 455276 h 575663"/>
                <a:gd name="csX772" fmla="*/ 35352 w 802107"/>
                <a:gd name="csY772" fmla="*/ 461009 h 575663"/>
                <a:gd name="csX773" fmla="*/ 36307 w 802107"/>
                <a:gd name="csY773" fmla="*/ 462920 h 575663"/>
                <a:gd name="csX774" fmla="*/ 36307 w 802107"/>
                <a:gd name="csY774" fmla="*/ 465308 h 575663"/>
                <a:gd name="csX775" fmla="*/ 38696 w 802107"/>
                <a:gd name="csY775" fmla="*/ 467219 h 575663"/>
                <a:gd name="csX776" fmla="*/ 40129 w 802107"/>
                <a:gd name="csY776" fmla="*/ 466742 h 575663"/>
                <a:gd name="csX777" fmla="*/ 41562 w 802107"/>
                <a:gd name="csY777" fmla="*/ 466264 h 575663"/>
                <a:gd name="csX778" fmla="*/ 47295 w 802107"/>
                <a:gd name="csY778" fmla="*/ 469130 h 575663"/>
                <a:gd name="csX779" fmla="*/ 50639 w 802107"/>
                <a:gd name="csY779" fmla="*/ 471519 h 575663"/>
                <a:gd name="csX780" fmla="*/ 55894 w 802107"/>
                <a:gd name="csY780" fmla="*/ 477252 h 575663"/>
                <a:gd name="csX781" fmla="*/ 60194 w 802107"/>
                <a:gd name="csY781" fmla="*/ 478685 h 575663"/>
                <a:gd name="csX782" fmla="*/ 66405 w 802107"/>
                <a:gd name="csY782" fmla="*/ 481551 h 575663"/>
                <a:gd name="csX783" fmla="*/ 73092 w 802107"/>
                <a:gd name="csY783" fmla="*/ 482507 h 575663"/>
                <a:gd name="csX784" fmla="*/ 78825 w 802107"/>
                <a:gd name="csY784" fmla="*/ 482507 h 575663"/>
                <a:gd name="csX785" fmla="*/ 87424 w 802107"/>
                <a:gd name="csY785" fmla="*/ 483940 h 575663"/>
                <a:gd name="csX786" fmla="*/ 89335 w 802107"/>
                <a:gd name="csY786" fmla="*/ 483462 h 575663"/>
                <a:gd name="csX787" fmla="*/ 92680 w 802107"/>
                <a:gd name="csY787" fmla="*/ 482984 h 575663"/>
                <a:gd name="csX788" fmla="*/ 95546 w 802107"/>
                <a:gd name="csY788" fmla="*/ 482029 h 575663"/>
                <a:gd name="csX789" fmla="*/ 98412 w 802107"/>
                <a:gd name="csY789" fmla="*/ 481551 h 575663"/>
                <a:gd name="csX790" fmla="*/ 106056 w 802107"/>
                <a:gd name="csY790" fmla="*/ 475818 h 575663"/>
                <a:gd name="csX791" fmla="*/ 113222 w 802107"/>
                <a:gd name="csY791" fmla="*/ 470086 h 575663"/>
                <a:gd name="csX792" fmla="*/ 117044 w 802107"/>
                <a:gd name="csY792" fmla="*/ 469608 h 575663"/>
                <a:gd name="csX793" fmla="*/ 120388 w 802107"/>
                <a:gd name="csY793" fmla="*/ 469608 h 575663"/>
                <a:gd name="csX794" fmla="*/ 124210 w 802107"/>
                <a:gd name="csY794" fmla="*/ 467697 h 575663"/>
                <a:gd name="csX795" fmla="*/ 128031 w 802107"/>
                <a:gd name="csY795" fmla="*/ 461964 h 575663"/>
                <a:gd name="csX796" fmla="*/ 129942 w 802107"/>
                <a:gd name="csY796" fmla="*/ 460531 h 575663"/>
                <a:gd name="csX797" fmla="*/ 132331 w 802107"/>
                <a:gd name="csY797" fmla="*/ 459098 h 575663"/>
                <a:gd name="csX798" fmla="*/ 139497 w 802107"/>
                <a:gd name="csY798" fmla="*/ 458142 h 575663"/>
                <a:gd name="csX799" fmla="*/ 143319 w 802107"/>
                <a:gd name="csY799" fmla="*/ 459098 h 575663"/>
                <a:gd name="csX800" fmla="*/ 145707 w 802107"/>
                <a:gd name="csY800" fmla="*/ 458142 h 575663"/>
                <a:gd name="csX801" fmla="*/ 151440 w 802107"/>
                <a:gd name="csY801" fmla="*/ 457187 h 575663"/>
                <a:gd name="csX802" fmla="*/ 162906 w 802107"/>
                <a:gd name="csY802" fmla="*/ 456232 h 575663"/>
                <a:gd name="csX803" fmla="*/ 169594 w 802107"/>
                <a:gd name="csY803" fmla="*/ 456709 h 575663"/>
                <a:gd name="csX804" fmla="*/ 173894 w 802107"/>
                <a:gd name="csY804" fmla="*/ 456709 h 575663"/>
                <a:gd name="csX805" fmla="*/ 176282 w 802107"/>
                <a:gd name="csY805" fmla="*/ 457187 h 575663"/>
                <a:gd name="csX806" fmla="*/ 177715 w 802107"/>
                <a:gd name="csY806" fmla="*/ 459576 h 575663"/>
                <a:gd name="csX807" fmla="*/ 190136 w 802107"/>
                <a:gd name="csY807" fmla="*/ 457187 h 575663"/>
                <a:gd name="csX808" fmla="*/ 193958 w 802107"/>
                <a:gd name="csY808" fmla="*/ 457187 h 575663"/>
                <a:gd name="csX809" fmla="*/ 195869 w 802107"/>
                <a:gd name="csY809" fmla="*/ 457665 h 575663"/>
                <a:gd name="csX810" fmla="*/ 198735 w 802107"/>
                <a:gd name="csY810" fmla="*/ 459576 h 575663"/>
                <a:gd name="csX811" fmla="*/ 202079 w 802107"/>
                <a:gd name="csY811" fmla="*/ 457665 h 575663"/>
                <a:gd name="csX812" fmla="*/ 204946 w 802107"/>
                <a:gd name="csY812" fmla="*/ 458142 h 575663"/>
                <a:gd name="csX813" fmla="*/ 207812 w 802107"/>
                <a:gd name="csY813" fmla="*/ 456232 h 575663"/>
                <a:gd name="csX814" fmla="*/ 212112 w 802107"/>
                <a:gd name="csY814" fmla="*/ 450976 h 575663"/>
                <a:gd name="csX815" fmla="*/ 214022 w 802107"/>
                <a:gd name="csY815" fmla="*/ 447633 h 575663"/>
                <a:gd name="csX816" fmla="*/ 216889 w 802107"/>
                <a:gd name="csY816" fmla="*/ 440944 h 575663"/>
                <a:gd name="csX817" fmla="*/ 219278 w 802107"/>
                <a:gd name="csY817" fmla="*/ 438556 h 575663"/>
                <a:gd name="csX818" fmla="*/ 222144 w 802107"/>
                <a:gd name="csY818" fmla="*/ 437122 h 575663"/>
                <a:gd name="csX819" fmla="*/ 225010 w 802107"/>
                <a:gd name="csY819" fmla="*/ 436645 h 575663"/>
                <a:gd name="csX820" fmla="*/ 229788 w 802107"/>
                <a:gd name="csY820" fmla="*/ 435689 h 575663"/>
                <a:gd name="csX821" fmla="*/ 239820 w 802107"/>
                <a:gd name="csY821" fmla="*/ 429957 h 575663"/>
                <a:gd name="csX822" fmla="*/ 243642 w 802107"/>
                <a:gd name="csY822" fmla="*/ 428523 h 575663"/>
                <a:gd name="csX823" fmla="*/ 245553 w 802107"/>
                <a:gd name="csY823" fmla="*/ 427568 h 575663"/>
                <a:gd name="csX824" fmla="*/ 252719 w 802107"/>
                <a:gd name="csY824" fmla="*/ 422791 h 575663"/>
                <a:gd name="csX825" fmla="*/ 257018 w 802107"/>
                <a:gd name="csY825" fmla="*/ 422313 h 575663"/>
                <a:gd name="csX826" fmla="*/ 269440 w 802107"/>
                <a:gd name="csY826" fmla="*/ 423268 h 575663"/>
                <a:gd name="csX827" fmla="*/ 275650 w 802107"/>
                <a:gd name="csY827" fmla="*/ 422791 h 575663"/>
                <a:gd name="csX828" fmla="*/ 280427 w 802107"/>
                <a:gd name="csY828" fmla="*/ 422313 h 575663"/>
                <a:gd name="csX829" fmla="*/ 287593 w 802107"/>
                <a:gd name="csY829" fmla="*/ 419924 h 575663"/>
                <a:gd name="csX830" fmla="*/ 295236 w 802107"/>
                <a:gd name="csY830" fmla="*/ 418013 h 575663"/>
                <a:gd name="csX831" fmla="*/ 304791 w 802107"/>
                <a:gd name="csY831" fmla="*/ 414192 h 575663"/>
                <a:gd name="csX832" fmla="*/ 312435 w 802107"/>
                <a:gd name="csY832" fmla="*/ 410369 h 575663"/>
                <a:gd name="csX833" fmla="*/ 317212 w 802107"/>
                <a:gd name="csY833" fmla="*/ 409414 h 575663"/>
                <a:gd name="csX834" fmla="*/ 324856 w 802107"/>
                <a:gd name="csY834" fmla="*/ 408459 h 575663"/>
                <a:gd name="csX835" fmla="*/ 336322 w 802107"/>
                <a:gd name="csY835" fmla="*/ 407503 h 575663"/>
                <a:gd name="csX836" fmla="*/ 349220 w 802107"/>
                <a:gd name="csY836" fmla="*/ 407981 h 575663"/>
                <a:gd name="csX837" fmla="*/ 352564 w 802107"/>
                <a:gd name="csY837" fmla="*/ 407503 h 575663"/>
                <a:gd name="csX838" fmla="*/ 353997 w 802107"/>
                <a:gd name="csY838" fmla="*/ 406548 h 575663"/>
                <a:gd name="csX839" fmla="*/ 356386 w 802107"/>
                <a:gd name="csY839" fmla="*/ 406070 h 575663"/>
                <a:gd name="csX840" fmla="*/ 359252 w 802107"/>
                <a:gd name="csY840" fmla="*/ 406548 h 575663"/>
                <a:gd name="csX841" fmla="*/ 361163 w 802107"/>
                <a:gd name="csY841" fmla="*/ 407026 h 575663"/>
                <a:gd name="csX842" fmla="*/ 367852 w 802107"/>
                <a:gd name="csY842" fmla="*/ 409892 h 575663"/>
                <a:gd name="csX843" fmla="*/ 377406 w 802107"/>
                <a:gd name="csY843" fmla="*/ 416580 h 575663"/>
                <a:gd name="csX844" fmla="*/ 379795 w 802107"/>
                <a:gd name="csY844" fmla="*/ 417058 h 575663"/>
                <a:gd name="csX845" fmla="*/ 386005 w 802107"/>
                <a:gd name="csY845" fmla="*/ 415625 h 575663"/>
                <a:gd name="csX846" fmla="*/ 388394 w 802107"/>
                <a:gd name="csY846" fmla="*/ 415625 h 575663"/>
                <a:gd name="csX847" fmla="*/ 396993 w 802107"/>
                <a:gd name="csY847" fmla="*/ 420402 h 575663"/>
                <a:gd name="csX848" fmla="*/ 400815 w 802107"/>
                <a:gd name="csY848" fmla="*/ 420402 h 575663"/>
                <a:gd name="csX849" fmla="*/ 404159 w 802107"/>
                <a:gd name="csY849" fmla="*/ 420402 h 575663"/>
                <a:gd name="csX850" fmla="*/ 406070 w 802107"/>
                <a:gd name="csY850" fmla="*/ 420880 h 575663"/>
                <a:gd name="csX851" fmla="*/ 408459 w 802107"/>
                <a:gd name="csY851" fmla="*/ 422313 h 575663"/>
                <a:gd name="csX852" fmla="*/ 411325 w 802107"/>
                <a:gd name="csY852" fmla="*/ 425179 h 575663"/>
                <a:gd name="csX853" fmla="*/ 417536 w 802107"/>
                <a:gd name="csY853" fmla="*/ 428523 h 575663"/>
                <a:gd name="csX854" fmla="*/ 418013 w 802107"/>
                <a:gd name="csY854" fmla="*/ 430912 h 575663"/>
                <a:gd name="csX855" fmla="*/ 417536 w 802107"/>
                <a:gd name="csY855" fmla="*/ 432345 h 575663"/>
                <a:gd name="csX856" fmla="*/ 416102 w 802107"/>
                <a:gd name="csY856" fmla="*/ 432345 h 575663"/>
                <a:gd name="csX857" fmla="*/ 414669 w 802107"/>
                <a:gd name="csY857" fmla="*/ 432823 h 575663"/>
                <a:gd name="csX858" fmla="*/ 416102 w 802107"/>
                <a:gd name="csY858" fmla="*/ 437600 h 575663"/>
                <a:gd name="csX859" fmla="*/ 418968 w 802107"/>
                <a:gd name="csY859" fmla="*/ 441422 h 575663"/>
                <a:gd name="csX860" fmla="*/ 424702 w 802107"/>
                <a:gd name="csY860" fmla="*/ 442377 h 575663"/>
                <a:gd name="csX861" fmla="*/ 427090 w 802107"/>
                <a:gd name="csY861" fmla="*/ 443333 h 575663"/>
                <a:gd name="csX862" fmla="*/ 428523 w 802107"/>
                <a:gd name="csY862" fmla="*/ 445244 h 575663"/>
                <a:gd name="csX863" fmla="*/ 429479 w 802107"/>
                <a:gd name="csY863" fmla="*/ 447633 h 575663"/>
                <a:gd name="csX864" fmla="*/ 430434 w 802107"/>
                <a:gd name="csY864" fmla="*/ 451454 h 575663"/>
                <a:gd name="csX865" fmla="*/ 433300 w 802107"/>
                <a:gd name="csY865" fmla="*/ 454799 h 575663"/>
                <a:gd name="csX866" fmla="*/ 436167 w 802107"/>
                <a:gd name="csY866" fmla="*/ 457665 h 575663"/>
                <a:gd name="csX867" fmla="*/ 437122 w 802107"/>
                <a:gd name="csY867" fmla="*/ 459098 h 575663"/>
                <a:gd name="csX868" fmla="*/ 438555 w 802107"/>
                <a:gd name="csY868" fmla="*/ 462920 h 575663"/>
                <a:gd name="csX869" fmla="*/ 439033 w 802107"/>
                <a:gd name="csY869" fmla="*/ 463875 h 575663"/>
                <a:gd name="csX870" fmla="*/ 439989 w 802107"/>
                <a:gd name="csY870" fmla="*/ 468175 h 575663"/>
                <a:gd name="csX871" fmla="*/ 441422 w 802107"/>
                <a:gd name="csY871" fmla="*/ 472474 h 575663"/>
                <a:gd name="csX872" fmla="*/ 440944 w 802107"/>
                <a:gd name="csY872" fmla="*/ 472952 h 575663"/>
                <a:gd name="csX873" fmla="*/ 439989 w 802107"/>
                <a:gd name="csY873" fmla="*/ 472952 h 575663"/>
                <a:gd name="csX874" fmla="*/ 438555 w 802107"/>
                <a:gd name="csY874" fmla="*/ 471519 h 575663"/>
                <a:gd name="csX875" fmla="*/ 437122 w 802107"/>
                <a:gd name="csY875" fmla="*/ 470564 h 575663"/>
                <a:gd name="csX876" fmla="*/ 436167 w 802107"/>
                <a:gd name="csY876" fmla="*/ 470564 h 575663"/>
                <a:gd name="csX877" fmla="*/ 435211 w 802107"/>
                <a:gd name="csY877" fmla="*/ 471519 h 575663"/>
                <a:gd name="csX878" fmla="*/ 435211 w 802107"/>
                <a:gd name="csY878" fmla="*/ 472474 h 575663"/>
                <a:gd name="csX879" fmla="*/ 436645 w 802107"/>
                <a:gd name="csY879" fmla="*/ 472474 h 575663"/>
                <a:gd name="csX880" fmla="*/ 437122 w 802107"/>
                <a:gd name="csY880" fmla="*/ 472474 h 575663"/>
                <a:gd name="csX881" fmla="*/ 439033 w 802107"/>
                <a:gd name="csY881" fmla="*/ 473908 h 575663"/>
                <a:gd name="csX882" fmla="*/ 440944 w 802107"/>
                <a:gd name="csY882" fmla="*/ 475341 h 575663"/>
                <a:gd name="csX883" fmla="*/ 442377 w 802107"/>
                <a:gd name="csY883" fmla="*/ 476296 h 575663"/>
                <a:gd name="csX884" fmla="*/ 445721 w 802107"/>
                <a:gd name="csY884" fmla="*/ 480596 h 575663"/>
                <a:gd name="csX885" fmla="*/ 446677 w 802107"/>
                <a:gd name="csY885" fmla="*/ 479640 h 575663"/>
                <a:gd name="csX886" fmla="*/ 448588 w 802107"/>
                <a:gd name="csY886" fmla="*/ 478685 h 575663"/>
                <a:gd name="csX887" fmla="*/ 450977 w 802107"/>
                <a:gd name="csY887" fmla="*/ 481074 h 575663"/>
                <a:gd name="csX888" fmla="*/ 451932 w 802107"/>
                <a:gd name="csY888" fmla="*/ 481551 h 575663"/>
                <a:gd name="csX889" fmla="*/ 452410 w 802107"/>
                <a:gd name="csY889" fmla="*/ 480596 h 575663"/>
                <a:gd name="csX890" fmla="*/ 451454 w 802107"/>
                <a:gd name="csY890" fmla="*/ 476774 h 575663"/>
                <a:gd name="csX891" fmla="*/ 450499 w 802107"/>
                <a:gd name="csY891" fmla="*/ 475818 h 575663"/>
                <a:gd name="csX892" fmla="*/ 450499 w 802107"/>
                <a:gd name="csY892" fmla="*/ 474385 h 575663"/>
                <a:gd name="csX893" fmla="*/ 451454 w 802107"/>
                <a:gd name="csY893" fmla="*/ 473430 h 575663"/>
                <a:gd name="csX894" fmla="*/ 451932 w 802107"/>
                <a:gd name="csY894" fmla="*/ 471997 h 575663"/>
                <a:gd name="csX895" fmla="*/ 454798 w 802107"/>
                <a:gd name="csY895" fmla="*/ 469130 h 575663"/>
                <a:gd name="csX896" fmla="*/ 461009 w 802107"/>
                <a:gd name="csY896" fmla="*/ 460531 h 575663"/>
                <a:gd name="csX897" fmla="*/ 462920 w 802107"/>
                <a:gd name="csY897" fmla="*/ 459576 h 575663"/>
                <a:gd name="csX898" fmla="*/ 465309 w 802107"/>
                <a:gd name="csY898" fmla="*/ 457665 h 575663"/>
                <a:gd name="csX899" fmla="*/ 468175 w 802107"/>
                <a:gd name="csY899" fmla="*/ 456232 h 575663"/>
                <a:gd name="csX900" fmla="*/ 471041 w 802107"/>
                <a:gd name="csY900" fmla="*/ 454321 h 575663"/>
                <a:gd name="csX901" fmla="*/ 472952 w 802107"/>
                <a:gd name="csY901" fmla="*/ 453843 h 575663"/>
                <a:gd name="csX902" fmla="*/ 474863 w 802107"/>
                <a:gd name="csY902" fmla="*/ 453365 h 575663"/>
                <a:gd name="csX903" fmla="*/ 477252 w 802107"/>
                <a:gd name="csY903" fmla="*/ 451932 h 575663"/>
                <a:gd name="csX904" fmla="*/ 479162 w 802107"/>
                <a:gd name="csY904" fmla="*/ 447155 h 575663"/>
                <a:gd name="csX905" fmla="*/ 481073 w 802107"/>
                <a:gd name="csY905" fmla="*/ 442377 h 575663"/>
                <a:gd name="csX906" fmla="*/ 482984 w 802107"/>
                <a:gd name="csY906" fmla="*/ 439989 h 575663"/>
                <a:gd name="csX907" fmla="*/ 485851 w 802107"/>
                <a:gd name="csY907" fmla="*/ 437600 h 575663"/>
                <a:gd name="csX908" fmla="*/ 488239 w 802107"/>
                <a:gd name="csY908" fmla="*/ 434256 h 575663"/>
                <a:gd name="csX909" fmla="*/ 487762 w 802107"/>
                <a:gd name="csY909" fmla="*/ 431867 h 575663"/>
                <a:gd name="csX910" fmla="*/ 487762 w 802107"/>
                <a:gd name="csY910" fmla="*/ 429001 h 575663"/>
                <a:gd name="csX911" fmla="*/ 489673 w 802107"/>
                <a:gd name="csY911" fmla="*/ 430912 h 575663"/>
                <a:gd name="csX912" fmla="*/ 490628 w 802107"/>
                <a:gd name="csY912" fmla="*/ 433301 h 575663"/>
                <a:gd name="csX913" fmla="*/ 492061 w 802107"/>
                <a:gd name="csY913" fmla="*/ 439989 h 575663"/>
                <a:gd name="csX914" fmla="*/ 490628 w 802107"/>
                <a:gd name="csY914" fmla="*/ 441422 h 575663"/>
                <a:gd name="csX915" fmla="*/ 489195 w 802107"/>
                <a:gd name="csY915" fmla="*/ 442377 h 575663"/>
                <a:gd name="csX916" fmla="*/ 489673 w 802107"/>
                <a:gd name="csY916" fmla="*/ 444766 h 575663"/>
                <a:gd name="csX917" fmla="*/ 490628 w 802107"/>
                <a:gd name="csY917" fmla="*/ 448110 h 575663"/>
                <a:gd name="csX918" fmla="*/ 490628 w 802107"/>
                <a:gd name="csY918" fmla="*/ 450499 h 575663"/>
                <a:gd name="csX919" fmla="*/ 487762 w 802107"/>
                <a:gd name="csY919" fmla="*/ 453365 h 575663"/>
                <a:gd name="csX920" fmla="*/ 485373 w 802107"/>
                <a:gd name="csY920" fmla="*/ 456709 h 575663"/>
                <a:gd name="csX921" fmla="*/ 482029 w 802107"/>
                <a:gd name="csY921" fmla="*/ 463398 h 575663"/>
                <a:gd name="csX922" fmla="*/ 482029 w 802107"/>
                <a:gd name="csY922" fmla="*/ 465308 h 575663"/>
                <a:gd name="csX923" fmla="*/ 481551 w 802107"/>
                <a:gd name="csY923" fmla="*/ 468175 h 575663"/>
                <a:gd name="csX924" fmla="*/ 481551 w 802107"/>
                <a:gd name="csY924" fmla="*/ 470564 h 575663"/>
                <a:gd name="csX925" fmla="*/ 482029 w 802107"/>
                <a:gd name="csY925" fmla="*/ 472952 h 575663"/>
                <a:gd name="csX926" fmla="*/ 481551 w 802107"/>
                <a:gd name="csY926" fmla="*/ 476774 h 575663"/>
                <a:gd name="csX927" fmla="*/ 480118 w 802107"/>
                <a:gd name="csY927" fmla="*/ 479640 h 575663"/>
                <a:gd name="csX928" fmla="*/ 478685 w 802107"/>
                <a:gd name="csY928" fmla="*/ 480118 h 575663"/>
                <a:gd name="csX929" fmla="*/ 477252 w 802107"/>
                <a:gd name="csY929" fmla="*/ 479640 h 575663"/>
                <a:gd name="csX930" fmla="*/ 474863 w 802107"/>
                <a:gd name="csY930" fmla="*/ 480118 h 575663"/>
                <a:gd name="csX931" fmla="*/ 472475 w 802107"/>
                <a:gd name="csY931" fmla="*/ 480118 h 575663"/>
                <a:gd name="csX932" fmla="*/ 470086 w 802107"/>
                <a:gd name="csY932" fmla="*/ 486806 h 575663"/>
                <a:gd name="csX933" fmla="*/ 471519 w 802107"/>
                <a:gd name="csY933" fmla="*/ 487284 h 575663"/>
                <a:gd name="csX934" fmla="*/ 472952 w 802107"/>
                <a:gd name="csY934" fmla="*/ 486806 h 575663"/>
                <a:gd name="csX935" fmla="*/ 475341 w 802107"/>
                <a:gd name="csY935" fmla="*/ 486806 h 575663"/>
                <a:gd name="csX936" fmla="*/ 477729 w 802107"/>
                <a:gd name="csY936" fmla="*/ 485851 h 575663"/>
                <a:gd name="csX937" fmla="*/ 481551 w 802107"/>
                <a:gd name="csY937" fmla="*/ 484895 h 575663"/>
                <a:gd name="csX938" fmla="*/ 483462 w 802107"/>
                <a:gd name="csY938" fmla="*/ 484895 h 575663"/>
                <a:gd name="csX939" fmla="*/ 485851 w 802107"/>
                <a:gd name="csY939" fmla="*/ 484895 h 575663"/>
                <a:gd name="csX940" fmla="*/ 489673 w 802107"/>
                <a:gd name="csY940" fmla="*/ 475818 h 575663"/>
                <a:gd name="csX941" fmla="*/ 490628 w 802107"/>
                <a:gd name="csY941" fmla="*/ 469608 h 575663"/>
                <a:gd name="csX942" fmla="*/ 492539 w 802107"/>
                <a:gd name="csY942" fmla="*/ 467219 h 575663"/>
                <a:gd name="csX943" fmla="*/ 493017 w 802107"/>
                <a:gd name="csY943" fmla="*/ 465308 h 575663"/>
                <a:gd name="csX944" fmla="*/ 493972 w 802107"/>
                <a:gd name="csY944" fmla="*/ 463398 h 575663"/>
                <a:gd name="csX945" fmla="*/ 495883 w 802107"/>
                <a:gd name="csY945" fmla="*/ 466742 h 575663"/>
                <a:gd name="csX946" fmla="*/ 497316 w 802107"/>
                <a:gd name="csY946" fmla="*/ 469608 h 575663"/>
                <a:gd name="csX947" fmla="*/ 500660 w 802107"/>
                <a:gd name="csY947" fmla="*/ 474385 h 575663"/>
                <a:gd name="csX948" fmla="*/ 502094 w 802107"/>
                <a:gd name="csY948" fmla="*/ 476296 h 575663"/>
                <a:gd name="csX949" fmla="*/ 502571 w 802107"/>
                <a:gd name="csY949" fmla="*/ 482507 h 575663"/>
                <a:gd name="csX950" fmla="*/ 500182 w 802107"/>
                <a:gd name="csY950" fmla="*/ 488717 h 575663"/>
                <a:gd name="csX951" fmla="*/ 498750 w 802107"/>
                <a:gd name="csY951" fmla="*/ 490628 h 575663"/>
                <a:gd name="csX952" fmla="*/ 497316 w 802107"/>
                <a:gd name="csY952" fmla="*/ 492539 h 575663"/>
                <a:gd name="csX953" fmla="*/ 495883 w 802107"/>
                <a:gd name="csY953" fmla="*/ 495406 h 575663"/>
                <a:gd name="csX954" fmla="*/ 499705 w 802107"/>
                <a:gd name="csY954" fmla="*/ 495883 h 575663"/>
                <a:gd name="csX955" fmla="*/ 502571 w 802107"/>
                <a:gd name="csY955" fmla="*/ 495883 h 575663"/>
                <a:gd name="csX956" fmla="*/ 506871 w 802107"/>
                <a:gd name="csY956" fmla="*/ 493972 h 575663"/>
                <a:gd name="csX957" fmla="*/ 507348 w 802107"/>
                <a:gd name="csY957" fmla="*/ 493494 h 575663"/>
                <a:gd name="csX958" fmla="*/ 509737 w 802107"/>
                <a:gd name="csY958" fmla="*/ 493494 h 575663"/>
                <a:gd name="csX959" fmla="*/ 510215 w 802107"/>
                <a:gd name="csY959" fmla="*/ 492539 h 575663"/>
                <a:gd name="csX960" fmla="*/ 512603 w 802107"/>
                <a:gd name="csY960" fmla="*/ 491583 h 575663"/>
                <a:gd name="csX961" fmla="*/ 514037 w 802107"/>
                <a:gd name="csY961" fmla="*/ 490150 h 575663"/>
                <a:gd name="csX962" fmla="*/ 515948 w 802107"/>
                <a:gd name="csY962" fmla="*/ 489673 h 575663"/>
                <a:gd name="csX963" fmla="*/ 517859 w 802107"/>
                <a:gd name="csY963" fmla="*/ 490150 h 575663"/>
                <a:gd name="csX964" fmla="*/ 517859 w 802107"/>
                <a:gd name="csY964" fmla="*/ 490628 h 575663"/>
                <a:gd name="csX965" fmla="*/ 518336 w 802107"/>
                <a:gd name="csY965" fmla="*/ 491106 h 575663"/>
                <a:gd name="csX966" fmla="*/ 517859 w 802107"/>
                <a:gd name="csY966" fmla="*/ 492539 h 575663"/>
                <a:gd name="csX967" fmla="*/ 517859 w 802107"/>
                <a:gd name="csY967" fmla="*/ 495406 h 575663"/>
                <a:gd name="csX968" fmla="*/ 516425 w 802107"/>
                <a:gd name="csY968" fmla="*/ 494928 h 575663"/>
                <a:gd name="csX969" fmla="*/ 515470 w 802107"/>
                <a:gd name="csY969" fmla="*/ 493494 h 575663"/>
                <a:gd name="csX970" fmla="*/ 514037 w 802107"/>
                <a:gd name="csY970" fmla="*/ 493972 h 575663"/>
                <a:gd name="csX971" fmla="*/ 513559 w 802107"/>
                <a:gd name="csY971" fmla="*/ 494928 h 575663"/>
                <a:gd name="csX972" fmla="*/ 511171 w 802107"/>
                <a:gd name="csY972" fmla="*/ 494450 h 575663"/>
                <a:gd name="csX973" fmla="*/ 511648 w 802107"/>
                <a:gd name="csY973" fmla="*/ 495406 h 575663"/>
                <a:gd name="csX974" fmla="*/ 512603 w 802107"/>
                <a:gd name="csY974" fmla="*/ 496839 h 575663"/>
                <a:gd name="csX975" fmla="*/ 516903 w 802107"/>
                <a:gd name="csY975" fmla="*/ 500183 h 575663"/>
                <a:gd name="csX976" fmla="*/ 521203 w 802107"/>
                <a:gd name="csY976" fmla="*/ 504482 h 575663"/>
                <a:gd name="csX977" fmla="*/ 523114 w 802107"/>
                <a:gd name="csY977" fmla="*/ 506393 h 575663"/>
                <a:gd name="csX978" fmla="*/ 526458 w 802107"/>
                <a:gd name="csY978" fmla="*/ 512126 h 575663"/>
                <a:gd name="csX979" fmla="*/ 528846 w 802107"/>
                <a:gd name="csY979" fmla="*/ 518814 h 575663"/>
                <a:gd name="csX980" fmla="*/ 528846 w 802107"/>
                <a:gd name="csY980" fmla="*/ 520725 h 575663"/>
                <a:gd name="csX981" fmla="*/ 527413 w 802107"/>
                <a:gd name="csY981" fmla="*/ 524547 h 575663"/>
                <a:gd name="csX982" fmla="*/ 526458 w 802107"/>
                <a:gd name="csY982" fmla="*/ 527891 h 575663"/>
                <a:gd name="csX983" fmla="*/ 526935 w 802107"/>
                <a:gd name="csY983" fmla="*/ 529802 h 575663"/>
                <a:gd name="csX984" fmla="*/ 527413 w 802107"/>
                <a:gd name="csY984" fmla="*/ 532190 h 575663"/>
                <a:gd name="csX985" fmla="*/ 529324 w 802107"/>
                <a:gd name="csY985" fmla="*/ 534579 h 575663"/>
                <a:gd name="csX986" fmla="*/ 536012 w 802107"/>
                <a:gd name="csY986" fmla="*/ 541267 h 575663"/>
                <a:gd name="csX987" fmla="*/ 539357 w 802107"/>
                <a:gd name="csY987" fmla="*/ 547000 h 575663"/>
                <a:gd name="csX988" fmla="*/ 544134 w 802107"/>
                <a:gd name="csY988" fmla="*/ 549867 h 575663"/>
                <a:gd name="csX989" fmla="*/ 551778 w 802107"/>
                <a:gd name="csY989" fmla="*/ 551300 h 575663"/>
                <a:gd name="csX990" fmla="*/ 556077 w 802107"/>
                <a:gd name="csY990" fmla="*/ 553211 h 575663"/>
                <a:gd name="csX991" fmla="*/ 559899 w 802107"/>
                <a:gd name="csY991" fmla="*/ 557510 h 575663"/>
                <a:gd name="csX992" fmla="*/ 561332 w 802107"/>
                <a:gd name="csY992" fmla="*/ 557988 h 575663"/>
                <a:gd name="csX993" fmla="*/ 563243 w 802107"/>
                <a:gd name="csY993" fmla="*/ 558466 h 575663"/>
                <a:gd name="csX994" fmla="*/ 566109 w 802107"/>
                <a:gd name="csY994" fmla="*/ 555599 h 575663"/>
                <a:gd name="csX995" fmla="*/ 569931 w 802107"/>
                <a:gd name="csY995" fmla="*/ 556077 h 575663"/>
                <a:gd name="csX996" fmla="*/ 575186 w 802107"/>
                <a:gd name="csY996" fmla="*/ 558466 h 575663"/>
                <a:gd name="csX997" fmla="*/ 578530 w 802107"/>
                <a:gd name="csY997" fmla="*/ 557988 h 575663"/>
                <a:gd name="csX998" fmla="*/ 580441 w 802107"/>
                <a:gd name="csY998" fmla="*/ 558466 h 575663"/>
                <a:gd name="csX999" fmla="*/ 583785 w 802107"/>
                <a:gd name="csY999" fmla="*/ 559899 h 575663"/>
                <a:gd name="csX1000" fmla="*/ 588085 w 802107"/>
                <a:gd name="csY1000" fmla="*/ 562765 h 575663"/>
                <a:gd name="csX1001" fmla="*/ 592862 w 802107"/>
                <a:gd name="csY1001" fmla="*/ 564198 h 575663"/>
                <a:gd name="csX1002" fmla="*/ 595728 w 802107"/>
                <a:gd name="csY1002" fmla="*/ 566587 h 575663"/>
                <a:gd name="csX1003" fmla="*/ 598117 w 802107"/>
                <a:gd name="csY1003" fmla="*/ 567065 h 575663"/>
                <a:gd name="csX1004" fmla="*/ 601939 w 802107"/>
                <a:gd name="csY1004" fmla="*/ 568498 h 575663"/>
                <a:gd name="csX1005" fmla="*/ 604805 w 802107"/>
                <a:gd name="csY1005" fmla="*/ 567065 h 575663"/>
                <a:gd name="csX1006" fmla="*/ 607672 w 802107"/>
                <a:gd name="csY1006" fmla="*/ 565632 h 575663"/>
                <a:gd name="csX1007" fmla="*/ 613405 w 802107"/>
                <a:gd name="csY1007" fmla="*/ 559899 h 575663"/>
                <a:gd name="csX1008" fmla="*/ 617704 w 802107"/>
                <a:gd name="csY1008" fmla="*/ 557510 h 575663"/>
                <a:gd name="csX1009" fmla="*/ 620092 w 802107"/>
                <a:gd name="csY1009" fmla="*/ 556555 h 575663"/>
                <a:gd name="csX1010" fmla="*/ 622004 w 802107"/>
                <a:gd name="csY1010" fmla="*/ 556077 h 575663"/>
                <a:gd name="csX1011" fmla="*/ 624392 w 802107"/>
                <a:gd name="csY1011" fmla="*/ 554166 h 575663"/>
                <a:gd name="csX1012" fmla="*/ 622959 w 802107"/>
                <a:gd name="csY1012" fmla="*/ 553211 h 575663"/>
                <a:gd name="csX1013" fmla="*/ 621526 w 802107"/>
                <a:gd name="csY1013" fmla="*/ 553211 h 575663"/>
                <a:gd name="csX1014" fmla="*/ 619137 w 802107"/>
                <a:gd name="csY1014" fmla="*/ 552733 h 575663"/>
                <a:gd name="csX1015" fmla="*/ 620571 w 802107"/>
                <a:gd name="csY1015" fmla="*/ 551778 h 575663"/>
                <a:gd name="csX1016" fmla="*/ 622004 w 802107"/>
                <a:gd name="csY1016" fmla="*/ 551300 h 575663"/>
                <a:gd name="csX1017" fmla="*/ 628692 w 802107"/>
                <a:gd name="csY1017" fmla="*/ 547000 h 575663"/>
                <a:gd name="csX1018" fmla="*/ 630603 w 802107"/>
                <a:gd name="csY1018" fmla="*/ 548433 h 575663"/>
                <a:gd name="csX1019" fmla="*/ 632036 w 802107"/>
                <a:gd name="csY1019" fmla="*/ 549867 h 575663"/>
                <a:gd name="csX1020" fmla="*/ 633469 w 802107"/>
                <a:gd name="csY1020" fmla="*/ 551300 h 575663"/>
                <a:gd name="csX1021" fmla="*/ 632514 w 802107"/>
                <a:gd name="csY1021" fmla="*/ 554166 h 575663"/>
                <a:gd name="csX1022" fmla="*/ 631558 w 802107"/>
                <a:gd name="csY1022" fmla="*/ 555122 h 575663"/>
                <a:gd name="csX1023" fmla="*/ 629169 w 802107"/>
                <a:gd name="csY1023" fmla="*/ 557510 h 575663"/>
                <a:gd name="csX1024" fmla="*/ 626781 w 802107"/>
                <a:gd name="csY1024" fmla="*/ 557510 h 575663"/>
                <a:gd name="csX1025" fmla="*/ 625348 w 802107"/>
                <a:gd name="csY1025" fmla="*/ 557032 h 575663"/>
                <a:gd name="csX1026" fmla="*/ 628214 w 802107"/>
                <a:gd name="csY1026" fmla="*/ 559421 h 575663"/>
                <a:gd name="csX1027" fmla="*/ 630125 w 802107"/>
                <a:gd name="csY1027" fmla="*/ 560854 h 575663"/>
                <a:gd name="csX1028" fmla="*/ 634903 w 802107"/>
                <a:gd name="csY1028" fmla="*/ 557988 h 575663"/>
                <a:gd name="csX1029" fmla="*/ 635858 w 802107"/>
                <a:gd name="csY1029" fmla="*/ 556077 h 575663"/>
                <a:gd name="csX1030" fmla="*/ 636813 w 802107"/>
                <a:gd name="csY1030" fmla="*/ 554644 h 575663"/>
                <a:gd name="csX1031" fmla="*/ 638246 w 802107"/>
                <a:gd name="csY1031" fmla="*/ 554644 h 575663"/>
                <a:gd name="csX1032" fmla="*/ 640635 w 802107"/>
                <a:gd name="csY1032" fmla="*/ 555122 h 575663"/>
                <a:gd name="csX1033" fmla="*/ 641113 w 802107"/>
                <a:gd name="csY1033" fmla="*/ 556555 h 575663"/>
                <a:gd name="csX1034" fmla="*/ 641590 w 802107"/>
                <a:gd name="csY1034" fmla="*/ 558466 h 575663"/>
                <a:gd name="csX1035" fmla="*/ 640157 w 802107"/>
                <a:gd name="csY1035" fmla="*/ 558943 h 575663"/>
                <a:gd name="csX1036" fmla="*/ 639202 w 802107"/>
                <a:gd name="csY1036" fmla="*/ 560377 h 575663"/>
                <a:gd name="csX1037" fmla="*/ 638724 w 802107"/>
                <a:gd name="csY1037" fmla="*/ 561810 h 575663"/>
                <a:gd name="csX1038" fmla="*/ 641590 w 802107"/>
                <a:gd name="csY1038" fmla="*/ 563243 h 575663"/>
                <a:gd name="csX1039" fmla="*/ 643024 w 802107"/>
                <a:gd name="csY1039" fmla="*/ 564676 h 575663"/>
                <a:gd name="csX1040" fmla="*/ 644935 w 802107"/>
                <a:gd name="csY1040" fmla="*/ 564676 h 575663"/>
                <a:gd name="csX1041" fmla="*/ 646846 w 802107"/>
                <a:gd name="csY1041" fmla="*/ 564676 h 575663"/>
                <a:gd name="csX1042" fmla="*/ 648279 w 802107"/>
                <a:gd name="csY1042" fmla="*/ 567065 h 575663"/>
                <a:gd name="csX1043" fmla="*/ 649712 w 802107"/>
                <a:gd name="csY1043" fmla="*/ 570409 h 575663"/>
                <a:gd name="csX1044" fmla="*/ 651145 w 802107"/>
                <a:gd name="csY1044" fmla="*/ 569454 h 575663"/>
                <a:gd name="csX1045" fmla="*/ 652101 w 802107"/>
                <a:gd name="csY1045" fmla="*/ 568498 h 575663"/>
                <a:gd name="csX1046" fmla="*/ 654012 w 802107"/>
                <a:gd name="csY1046" fmla="*/ 569454 h 575663"/>
                <a:gd name="csX1047" fmla="*/ 655922 w 802107"/>
                <a:gd name="csY1047" fmla="*/ 571842 h 575663"/>
                <a:gd name="csX1048" fmla="*/ 657356 w 802107"/>
                <a:gd name="csY1048" fmla="*/ 574231 h 575663"/>
                <a:gd name="csX1049" fmla="*/ 657356 w 802107"/>
                <a:gd name="csY1049" fmla="*/ 575186 h 575663"/>
                <a:gd name="csX1050" fmla="*/ 658789 w 802107"/>
                <a:gd name="csY1050" fmla="*/ 575664 h 575663"/>
                <a:gd name="csX1051" fmla="*/ 659744 w 802107"/>
                <a:gd name="csY1051" fmla="*/ 575186 h 575663"/>
                <a:gd name="csX1052" fmla="*/ 660222 w 802107"/>
                <a:gd name="csY1052" fmla="*/ 574231 h 575663"/>
                <a:gd name="csX1053" fmla="*/ 660222 w 802107"/>
                <a:gd name="csY1053" fmla="*/ 571842 h 575663"/>
                <a:gd name="csX1054" fmla="*/ 660222 w 802107"/>
                <a:gd name="csY1054" fmla="*/ 568976 h 575663"/>
                <a:gd name="csX1055" fmla="*/ 659267 w 802107"/>
                <a:gd name="csY1055" fmla="*/ 568498 h 575663"/>
                <a:gd name="csX1056" fmla="*/ 657356 w 802107"/>
                <a:gd name="csY1056" fmla="*/ 569931 h 575663"/>
                <a:gd name="csX1057" fmla="*/ 656400 w 802107"/>
                <a:gd name="csY1057" fmla="*/ 568976 h 575663"/>
                <a:gd name="csX1058" fmla="*/ 654967 w 802107"/>
                <a:gd name="csY1058" fmla="*/ 567543 h 575663"/>
                <a:gd name="csX1059" fmla="*/ 654967 w 802107"/>
                <a:gd name="csY1059" fmla="*/ 566109 h 575663"/>
                <a:gd name="csX1060" fmla="*/ 656400 w 802107"/>
                <a:gd name="csY1060" fmla="*/ 565632 h 575663"/>
                <a:gd name="csX1061" fmla="*/ 657833 w 802107"/>
                <a:gd name="csY1061" fmla="*/ 565632 h 575663"/>
                <a:gd name="csX1062" fmla="*/ 659267 w 802107"/>
                <a:gd name="csY1062" fmla="*/ 565632 h 575663"/>
                <a:gd name="csX1063" fmla="*/ 667865 w 802107"/>
                <a:gd name="csY1063" fmla="*/ 564676 h 575663"/>
                <a:gd name="csX1064" fmla="*/ 678376 w 802107"/>
                <a:gd name="csY1064" fmla="*/ 554644 h 575663"/>
                <a:gd name="csX1065" fmla="*/ 683153 w 802107"/>
                <a:gd name="csY1065" fmla="*/ 550822 h 575663"/>
                <a:gd name="csX1066" fmla="*/ 687930 w 802107"/>
                <a:gd name="csY1066" fmla="*/ 547956 h 575663"/>
                <a:gd name="csX1067" fmla="*/ 693185 w 802107"/>
                <a:gd name="csY1067" fmla="*/ 546045 h 575663"/>
                <a:gd name="csX1068" fmla="*/ 695574 w 802107"/>
                <a:gd name="csY1068" fmla="*/ 545567 h 575663"/>
                <a:gd name="csX1069" fmla="*/ 708951 w 802107"/>
                <a:gd name="csY1069" fmla="*/ 544612 h 575663"/>
                <a:gd name="csX1070" fmla="*/ 716117 w 802107"/>
                <a:gd name="csY1070" fmla="*/ 544612 h 575663"/>
                <a:gd name="csX1071" fmla="*/ 719938 w 802107"/>
                <a:gd name="csY1071" fmla="*/ 544134 h 575663"/>
                <a:gd name="csX1072" fmla="*/ 721371 w 802107"/>
                <a:gd name="csY1072" fmla="*/ 543178 h 575663"/>
                <a:gd name="csX1073" fmla="*/ 724238 w 802107"/>
                <a:gd name="csY1073" fmla="*/ 540790 h 575663"/>
                <a:gd name="csX1074" fmla="*/ 726149 w 802107"/>
                <a:gd name="csY1074" fmla="*/ 538879 h 575663"/>
                <a:gd name="csX1075" fmla="*/ 729015 w 802107"/>
                <a:gd name="csY1075" fmla="*/ 538401 h 575663"/>
                <a:gd name="csX1076" fmla="*/ 729493 w 802107"/>
                <a:gd name="csY1076" fmla="*/ 536490 h 575663"/>
                <a:gd name="csX1077" fmla="*/ 729493 w 802107"/>
                <a:gd name="csY1077" fmla="*/ 534579 h 575663"/>
                <a:gd name="csX1078" fmla="*/ 729970 w 802107"/>
                <a:gd name="csY1078" fmla="*/ 532190 h 575663"/>
                <a:gd name="csX1079" fmla="*/ 729015 w 802107"/>
                <a:gd name="csY1079" fmla="*/ 528369 h 575663"/>
                <a:gd name="csX1080" fmla="*/ 729493 w 802107"/>
                <a:gd name="csY1080" fmla="*/ 523114 h 575663"/>
                <a:gd name="csX1081" fmla="*/ 729970 w 802107"/>
                <a:gd name="csY1081" fmla="*/ 520247 h 575663"/>
                <a:gd name="csX1082" fmla="*/ 731404 w 802107"/>
                <a:gd name="csY1082" fmla="*/ 516425 h 575663"/>
                <a:gd name="csX1083" fmla="*/ 731881 w 802107"/>
                <a:gd name="csY1083" fmla="*/ 512126 h 575663"/>
                <a:gd name="csX1084" fmla="*/ 732837 w 802107"/>
                <a:gd name="csY1084" fmla="*/ 506871 h 575663"/>
                <a:gd name="csX1085" fmla="*/ 733315 w 802107"/>
                <a:gd name="csY1085" fmla="*/ 503527 h 575663"/>
                <a:gd name="csX1086" fmla="*/ 733792 w 802107"/>
                <a:gd name="csY1086" fmla="*/ 500183 h 575663"/>
                <a:gd name="csX1087" fmla="*/ 736181 w 802107"/>
                <a:gd name="csY1087" fmla="*/ 496839 h 575663"/>
                <a:gd name="csX1088" fmla="*/ 737614 w 802107"/>
                <a:gd name="csY1088" fmla="*/ 494450 h 575663"/>
                <a:gd name="csX1089" fmla="*/ 741436 w 802107"/>
                <a:gd name="csY1089" fmla="*/ 486329 h 575663"/>
                <a:gd name="csX1090" fmla="*/ 742869 w 802107"/>
                <a:gd name="csY1090" fmla="*/ 485851 h 575663"/>
                <a:gd name="csX1091" fmla="*/ 743825 w 802107"/>
                <a:gd name="csY1091" fmla="*/ 485851 h 575663"/>
                <a:gd name="csX1092" fmla="*/ 744302 w 802107"/>
                <a:gd name="csY1092" fmla="*/ 485373 h 575663"/>
                <a:gd name="csX1093" fmla="*/ 744302 w 802107"/>
                <a:gd name="csY1093" fmla="*/ 484895 h 575663"/>
                <a:gd name="csX1094" fmla="*/ 744302 w 802107"/>
                <a:gd name="csY1094" fmla="*/ 484417 h 575663"/>
                <a:gd name="csX1095" fmla="*/ 743825 w 802107"/>
                <a:gd name="csY1095" fmla="*/ 483462 h 575663"/>
                <a:gd name="csX1096" fmla="*/ 743825 w 802107"/>
                <a:gd name="csY1096" fmla="*/ 482507 h 575663"/>
                <a:gd name="csX1097" fmla="*/ 745258 w 802107"/>
                <a:gd name="csY1097" fmla="*/ 482029 h 575663"/>
                <a:gd name="csX1098" fmla="*/ 745736 w 802107"/>
                <a:gd name="csY1098" fmla="*/ 482029 h 575663"/>
                <a:gd name="csX1099" fmla="*/ 746213 w 802107"/>
                <a:gd name="csY1099" fmla="*/ 482029 h 575663"/>
                <a:gd name="csX1100" fmla="*/ 746213 w 802107"/>
                <a:gd name="csY1100" fmla="*/ 481551 h 575663"/>
                <a:gd name="csX1101" fmla="*/ 745736 w 802107"/>
                <a:gd name="csY1101" fmla="*/ 479163 h 575663"/>
                <a:gd name="csX1102" fmla="*/ 746213 w 802107"/>
                <a:gd name="csY1102" fmla="*/ 476296 h 575663"/>
                <a:gd name="csX1103" fmla="*/ 747647 w 802107"/>
                <a:gd name="csY1103" fmla="*/ 470564 h 575663"/>
                <a:gd name="csX1104" fmla="*/ 748602 w 802107"/>
                <a:gd name="csY1104" fmla="*/ 468175 h 575663"/>
                <a:gd name="csX1105" fmla="*/ 749079 w 802107"/>
                <a:gd name="csY1105" fmla="*/ 466264 h 575663"/>
                <a:gd name="csX1106" fmla="*/ 751946 w 802107"/>
                <a:gd name="csY1106" fmla="*/ 463398 h 575663"/>
                <a:gd name="csX1107" fmla="*/ 754335 w 802107"/>
                <a:gd name="csY1107" fmla="*/ 460531 h 575663"/>
                <a:gd name="csX1108" fmla="*/ 753857 w 802107"/>
                <a:gd name="csY1108" fmla="*/ 460053 h 575663"/>
                <a:gd name="csX1109" fmla="*/ 752424 w 802107"/>
                <a:gd name="csY1109" fmla="*/ 460053 h 575663"/>
                <a:gd name="csX1110" fmla="*/ 753379 w 802107"/>
                <a:gd name="csY1110" fmla="*/ 459098 h 575663"/>
                <a:gd name="csX1111" fmla="*/ 753857 w 802107"/>
                <a:gd name="csY1111" fmla="*/ 459098 h 575663"/>
                <a:gd name="csX1112" fmla="*/ 754813 w 802107"/>
                <a:gd name="csY1112" fmla="*/ 459576 h 575663"/>
                <a:gd name="csX1113" fmla="*/ 755768 w 802107"/>
                <a:gd name="csY1113" fmla="*/ 458142 h 575663"/>
                <a:gd name="csX1114" fmla="*/ 755768 w 802107"/>
                <a:gd name="csY1114" fmla="*/ 456232 h 575663"/>
                <a:gd name="csX1115" fmla="*/ 756245 w 802107"/>
                <a:gd name="csY1115" fmla="*/ 453365 h 575663"/>
                <a:gd name="csX1116" fmla="*/ 755768 w 802107"/>
                <a:gd name="csY1116" fmla="*/ 450499 h 575663"/>
                <a:gd name="csX1117" fmla="*/ 757201 w 802107"/>
                <a:gd name="csY1117" fmla="*/ 450021 h 575663"/>
                <a:gd name="csX1118" fmla="*/ 758634 w 802107"/>
                <a:gd name="csY1118" fmla="*/ 449543 h 575663"/>
                <a:gd name="csX1119" fmla="*/ 759112 w 802107"/>
                <a:gd name="csY1119" fmla="*/ 446677 h 575663"/>
                <a:gd name="csX1120" fmla="*/ 759590 w 802107"/>
                <a:gd name="csY1120" fmla="*/ 445722 h 575663"/>
                <a:gd name="csX1121" fmla="*/ 760545 w 802107"/>
                <a:gd name="csY1121" fmla="*/ 444766 h 575663"/>
                <a:gd name="csX1122" fmla="*/ 761978 w 802107"/>
                <a:gd name="csY1122" fmla="*/ 442377 h 575663"/>
                <a:gd name="csX1123" fmla="*/ 763411 w 802107"/>
                <a:gd name="csY1123" fmla="*/ 439989 h 575663"/>
                <a:gd name="csX1124" fmla="*/ 766278 w 802107"/>
                <a:gd name="csY1124" fmla="*/ 435689 h 575663"/>
                <a:gd name="csX1125" fmla="*/ 769144 w 802107"/>
                <a:gd name="csY1125" fmla="*/ 434256 h 575663"/>
                <a:gd name="csX1126" fmla="*/ 772966 w 802107"/>
                <a:gd name="csY1126" fmla="*/ 432823 h 575663"/>
                <a:gd name="csX1127" fmla="*/ 773444 w 802107"/>
                <a:gd name="csY1127" fmla="*/ 431867 h 575663"/>
                <a:gd name="csX1128" fmla="*/ 772488 w 802107"/>
                <a:gd name="csY1128" fmla="*/ 431390 h 575663"/>
                <a:gd name="csX1129" fmla="*/ 772488 w 802107"/>
                <a:gd name="csY1129" fmla="*/ 430912 h 575663"/>
                <a:gd name="csX1130" fmla="*/ 773922 w 802107"/>
                <a:gd name="csY1130" fmla="*/ 430912 h 575663"/>
                <a:gd name="csX1131" fmla="*/ 774877 w 802107"/>
                <a:gd name="csY1131" fmla="*/ 429479 h 575663"/>
                <a:gd name="csX1132" fmla="*/ 776310 w 802107"/>
                <a:gd name="csY1132" fmla="*/ 428523 h 575663"/>
                <a:gd name="csX1133" fmla="*/ 779177 w 802107"/>
                <a:gd name="csY1133" fmla="*/ 426135 h 575663"/>
                <a:gd name="csX1134" fmla="*/ 780132 w 802107"/>
                <a:gd name="csY1134" fmla="*/ 423746 h 575663"/>
                <a:gd name="csX1135" fmla="*/ 780610 w 802107"/>
                <a:gd name="csY1135" fmla="*/ 421835 h 575663"/>
                <a:gd name="csX1136" fmla="*/ 781088 w 802107"/>
                <a:gd name="csY1136" fmla="*/ 417535 h 575663"/>
                <a:gd name="csX1137" fmla="*/ 785387 w 802107"/>
                <a:gd name="csY1137" fmla="*/ 411803 h 575663"/>
                <a:gd name="csX1138" fmla="*/ 788731 w 802107"/>
                <a:gd name="csY1138" fmla="*/ 404637 h 575663"/>
                <a:gd name="csX1139" fmla="*/ 789209 w 802107"/>
                <a:gd name="csY1139" fmla="*/ 399860 h 575663"/>
                <a:gd name="csX1140" fmla="*/ 790165 w 802107"/>
                <a:gd name="csY1140" fmla="*/ 396993 h 575663"/>
                <a:gd name="csX1141" fmla="*/ 790642 w 802107"/>
                <a:gd name="csY1141" fmla="*/ 393171 h 575663"/>
                <a:gd name="csX1142" fmla="*/ 790165 w 802107"/>
                <a:gd name="csY1142" fmla="*/ 389350 h 575663"/>
                <a:gd name="csX1143" fmla="*/ 790165 w 802107"/>
                <a:gd name="csY1143" fmla="*/ 386005 h 575663"/>
                <a:gd name="csX1144" fmla="*/ 793508 w 802107"/>
                <a:gd name="csY1144" fmla="*/ 377884 h 575663"/>
                <a:gd name="csX1145" fmla="*/ 793986 w 802107"/>
                <a:gd name="csY1145" fmla="*/ 374540 h 575663"/>
                <a:gd name="csX1146" fmla="*/ 794942 w 802107"/>
                <a:gd name="csY1146" fmla="*/ 372151 h 575663"/>
                <a:gd name="csX1147" fmla="*/ 796375 w 802107"/>
                <a:gd name="csY1147" fmla="*/ 364030 h 575663"/>
                <a:gd name="csX1148" fmla="*/ 796375 w 802107"/>
                <a:gd name="csY1148" fmla="*/ 359730 h 575663"/>
                <a:gd name="csX1149" fmla="*/ 798763 w 802107"/>
                <a:gd name="csY1149" fmla="*/ 354475 h 575663"/>
                <a:gd name="csX1150" fmla="*/ 801630 w 802107"/>
                <a:gd name="csY1150" fmla="*/ 350653 h 575663"/>
                <a:gd name="csX1151" fmla="*/ 802108 w 802107"/>
                <a:gd name="csY1151" fmla="*/ 346831 h 575663"/>
                <a:gd name="csX1152" fmla="*/ 801152 w 802107"/>
                <a:gd name="csY1152" fmla="*/ 343965 h 575663"/>
                <a:gd name="csX1153" fmla="*/ 801152 w 802107"/>
                <a:gd name="csY1153" fmla="*/ 337755 h 575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</a:cxnLst>
              <a:rect l="l" t="t" r="r" b="b"/>
              <a:pathLst>
                <a:path w="802107" h="575663">
                  <a:moveTo>
                    <a:pt x="801152" y="337755"/>
                  </a:moveTo>
                  <a:lnTo>
                    <a:pt x="798763" y="333933"/>
                  </a:lnTo>
                  <a:lnTo>
                    <a:pt x="798286" y="330589"/>
                  </a:lnTo>
                  <a:lnTo>
                    <a:pt x="797331" y="328200"/>
                  </a:lnTo>
                  <a:lnTo>
                    <a:pt x="793508" y="320556"/>
                  </a:lnTo>
                  <a:lnTo>
                    <a:pt x="792075" y="316257"/>
                  </a:lnTo>
                  <a:lnTo>
                    <a:pt x="793031" y="311957"/>
                  </a:lnTo>
                  <a:lnTo>
                    <a:pt x="791120" y="298581"/>
                  </a:lnTo>
                  <a:lnTo>
                    <a:pt x="793031" y="291415"/>
                  </a:lnTo>
                  <a:lnTo>
                    <a:pt x="792075" y="290937"/>
                  </a:lnTo>
                  <a:lnTo>
                    <a:pt x="790165" y="289504"/>
                  </a:lnTo>
                  <a:lnTo>
                    <a:pt x="789209" y="288548"/>
                  </a:lnTo>
                  <a:lnTo>
                    <a:pt x="788254" y="286160"/>
                  </a:lnTo>
                  <a:lnTo>
                    <a:pt x="787776" y="280905"/>
                  </a:lnTo>
                  <a:lnTo>
                    <a:pt x="785387" y="277561"/>
                  </a:lnTo>
                  <a:lnTo>
                    <a:pt x="782999" y="276128"/>
                  </a:lnTo>
                  <a:lnTo>
                    <a:pt x="781088" y="273739"/>
                  </a:lnTo>
                  <a:lnTo>
                    <a:pt x="779654" y="271350"/>
                  </a:lnTo>
                  <a:lnTo>
                    <a:pt x="779654" y="270395"/>
                  </a:lnTo>
                  <a:lnTo>
                    <a:pt x="778699" y="268484"/>
                  </a:lnTo>
                  <a:lnTo>
                    <a:pt x="776788" y="267051"/>
                  </a:lnTo>
                  <a:lnTo>
                    <a:pt x="775355" y="266095"/>
                  </a:lnTo>
                  <a:lnTo>
                    <a:pt x="772488" y="264184"/>
                  </a:lnTo>
                  <a:lnTo>
                    <a:pt x="771055" y="262273"/>
                  </a:lnTo>
                  <a:lnTo>
                    <a:pt x="767711" y="256541"/>
                  </a:lnTo>
                  <a:lnTo>
                    <a:pt x="766278" y="254630"/>
                  </a:lnTo>
                  <a:lnTo>
                    <a:pt x="763890" y="253197"/>
                  </a:lnTo>
                  <a:lnTo>
                    <a:pt x="761501" y="253197"/>
                  </a:lnTo>
                  <a:lnTo>
                    <a:pt x="760067" y="252719"/>
                  </a:lnTo>
                  <a:lnTo>
                    <a:pt x="754813" y="248897"/>
                  </a:lnTo>
                  <a:lnTo>
                    <a:pt x="752901" y="247941"/>
                  </a:lnTo>
                  <a:lnTo>
                    <a:pt x="751468" y="246508"/>
                  </a:lnTo>
                  <a:lnTo>
                    <a:pt x="749558" y="244598"/>
                  </a:lnTo>
                  <a:lnTo>
                    <a:pt x="748602" y="243164"/>
                  </a:lnTo>
                  <a:lnTo>
                    <a:pt x="746691" y="241731"/>
                  </a:lnTo>
                  <a:lnTo>
                    <a:pt x="745736" y="235998"/>
                  </a:lnTo>
                  <a:lnTo>
                    <a:pt x="745736" y="230743"/>
                  </a:lnTo>
                  <a:lnTo>
                    <a:pt x="745258" y="224055"/>
                  </a:lnTo>
                  <a:lnTo>
                    <a:pt x="743347" y="221189"/>
                  </a:lnTo>
                  <a:lnTo>
                    <a:pt x="742392" y="220233"/>
                  </a:lnTo>
                  <a:lnTo>
                    <a:pt x="741436" y="220711"/>
                  </a:lnTo>
                  <a:lnTo>
                    <a:pt x="741436" y="222622"/>
                  </a:lnTo>
                  <a:lnTo>
                    <a:pt x="741436" y="224055"/>
                  </a:lnTo>
                  <a:lnTo>
                    <a:pt x="740958" y="224055"/>
                  </a:lnTo>
                  <a:lnTo>
                    <a:pt x="738092" y="222144"/>
                  </a:lnTo>
                  <a:lnTo>
                    <a:pt x="734748" y="220233"/>
                  </a:lnTo>
                  <a:lnTo>
                    <a:pt x="732837" y="218322"/>
                  </a:lnTo>
                  <a:lnTo>
                    <a:pt x="731404" y="216411"/>
                  </a:lnTo>
                  <a:lnTo>
                    <a:pt x="730448" y="216411"/>
                  </a:lnTo>
                  <a:lnTo>
                    <a:pt x="729970" y="216411"/>
                  </a:lnTo>
                  <a:lnTo>
                    <a:pt x="729015" y="219278"/>
                  </a:lnTo>
                  <a:lnTo>
                    <a:pt x="730448" y="223100"/>
                  </a:lnTo>
                  <a:lnTo>
                    <a:pt x="729493" y="224055"/>
                  </a:lnTo>
                  <a:lnTo>
                    <a:pt x="728537" y="222622"/>
                  </a:lnTo>
                  <a:lnTo>
                    <a:pt x="726626" y="220711"/>
                  </a:lnTo>
                  <a:lnTo>
                    <a:pt x="725671" y="221189"/>
                  </a:lnTo>
                  <a:lnTo>
                    <a:pt x="724238" y="221666"/>
                  </a:lnTo>
                  <a:lnTo>
                    <a:pt x="723283" y="219278"/>
                  </a:lnTo>
                  <a:lnTo>
                    <a:pt x="722327" y="218322"/>
                  </a:lnTo>
                  <a:lnTo>
                    <a:pt x="720894" y="213545"/>
                  </a:lnTo>
                  <a:lnTo>
                    <a:pt x="719460" y="208290"/>
                  </a:lnTo>
                  <a:lnTo>
                    <a:pt x="719460" y="204946"/>
                  </a:lnTo>
                  <a:lnTo>
                    <a:pt x="717072" y="203035"/>
                  </a:lnTo>
                  <a:lnTo>
                    <a:pt x="716117" y="199213"/>
                  </a:lnTo>
                  <a:lnTo>
                    <a:pt x="715161" y="198258"/>
                  </a:lnTo>
                  <a:lnTo>
                    <a:pt x="714206" y="195869"/>
                  </a:lnTo>
                  <a:lnTo>
                    <a:pt x="711339" y="193003"/>
                  </a:lnTo>
                  <a:lnTo>
                    <a:pt x="708472" y="190614"/>
                  </a:lnTo>
                  <a:lnTo>
                    <a:pt x="706084" y="188703"/>
                  </a:lnTo>
                  <a:lnTo>
                    <a:pt x="704173" y="185359"/>
                  </a:lnTo>
                  <a:lnTo>
                    <a:pt x="705129" y="183448"/>
                  </a:lnTo>
                  <a:lnTo>
                    <a:pt x="706562" y="183926"/>
                  </a:lnTo>
                  <a:lnTo>
                    <a:pt x="707995" y="183448"/>
                  </a:lnTo>
                  <a:lnTo>
                    <a:pt x="706562" y="181537"/>
                  </a:lnTo>
                  <a:lnTo>
                    <a:pt x="705606" y="179626"/>
                  </a:lnTo>
                  <a:lnTo>
                    <a:pt x="702262" y="177238"/>
                  </a:lnTo>
                  <a:lnTo>
                    <a:pt x="700829" y="176282"/>
                  </a:lnTo>
                  <a:lnTo>
                    <a:pt x="697963" y="175804"/>
                  </a:lnTo>
                  <a:lnTo>
                    <a:pt x="694141" y="173416"/>
                  </a:lnTo>
                  <a:lnTo>
                    <a:pt x="692230" y="172460"/>
                  </a:lnTo>
                  <a:lnTo>
                    <a:pt x="690797" y="171983"/>
                  </a:lnTo>
                  <a:lnTo>
                    <a:pt x="688886" y="171983"/>
                  </a:lnTo>
                  <a:lnTo>
                    <a:pt x="687453" y="170549"/>
                  </a:lnTo>
                  <a:lnTo>
                    <a:pt x="685542" y="170072"/>
                  </a:lnTo>
                  <a:lnTo>
                    <a:pt x="682197" y="167205"/>
                  </a:lnTo>
                  <a:lnTo>
                    <a:pt x="680764" y="164339"/>
                  </a:lnTo>
                  <a:lnTo>
                    <a:pt x="679809" y="163384"/>
                  </a:lnTo>
                  <a:lnTo>
                    <a:pt x="678853" y="162428"/>
                  </a:lnTo>
                  <a:lnTo>
                    <a:pt x="677420" y="162906"/>
                  </a:lnTo>
                  <a:lnTo>
                    <a:pt x="675987" y="162906"/>
                  </a:lnTo>
                  <a:lnTo>
                    <a:pt x="673599" y="162428"/>
                  </a:lnTo>
                  <a:lnTo>
                    <a:pt x="672643" y="161473"/>
                  </a:lnTo>
                  <a:lnTo>
                    <a:pt x="670732" y="160039"/>
                  </a:lnTo>
                  <a:lnTo>
                    <a:pt x="667388" y="159561"/>
                  </a:lnTo>
                  <a:lnTo>
                    <a:pt x="664522" y="158606"/>
                  </a:lnTo>
                  <a:lnTo>
                    <a:pt x="662611" y="157651"/>
                  </a:lnTo>
                  <a:lnTo>
                    <a:pt x="660222" y="156695"/>
                  </a:lnTo>
                  <a:lnTo>
                    <a:pt x="658311" y="154784"/>
                  </a:lnTo>
                  <a:lnTo>
                    <a:pt x="656878" y="151918"/>
                  </a:lnTo>
                  <a:lnTo>
                    <a:pt x="656878" y="148574"/>
                  </a:lnTo>
                  <a:lnTo>
                    <a:pt x="657356" y="146663"/>
                  </a:lnTo>
                  <a:lnTo>
                    <a:pt x="655445" y="145707"/>
                  </a:lnTo>
                  <a:lnTo>
                    <a:pt x="651623" y="141408"/>
                  </a:lnTo>
                  <a:lnTo>
                    <a:pt x="651145" y="139497"/>
                  </a:lnTo>
                  <a:lnTo>
                    <a:pt x="652101" y="135675"/>
                  </a:lnTo>
                  <a:lnTo>
                    <a:pt x="653534" y="128987"/>
                  </a:lnTo>
                  <a:lnTo>
                    <a:pt x="651623" y="124210"/>
                  </a:lnTo>
                  <a:lnTo>
                    <a:pt x="648756" y="118477"/>
                  </a:lnTo>
                  <a:lnTo>
                    <a:pt x="649234" y="115611"/>
                  </a:lnTo>
                  <a:lnTo>
                    <a:pt x="647801" y="115611"/>
                  </a:lnTo>
                  <a:lnTo>
                    <a:pt x="645890" y="114655"/>
                  </a:lnTo>
                  <a:lnTo>
                    <a:pt x="643501" y="111789"/>
                  </a:lnTo>
                  <a:lnTo>
                    <a:pt x="642068" y="109878"/>
                  </a:lnTo>
                  <a:lnTo>
                    <a:pt x="640635" y="108445"/>
                  </a:lnTo>
                  <a:lnTo>
                    <a:pt x="639680" y="106056"/>
                  </a:lnTo>
                  <a:lnTo>
                    <a:pt x="639680" y="104145"/>
                  </a:lnTo>
                  <a:lnTo>
                    <a:pt x="640157" y="102712"/>
                  </a:lnTo>
                  <a:lnTo>
                    <a:pt x="640157" y="99368"/>
                  </a:lnTo>
                  <a:lnTo>
                    <a:pt x="638246" y="96024"/>
                  </a:lnTo>
                  <a:lnTo>
                    <a:pt x="637769" y="92679"/>
                  </a:lnTo>
                  <a:lnTo>
                    <a:pt x="636335" y="88380"/>
                  </a:lnTo>
                  <a:lnTo>
                    <a:pt x="636813" y="85513"/>
                  </a:lnTo>
                  <a:lnTo>
                    <a:pt x="636335" y="83125"/>
                  </a:lnTo>
                  <a:lnTo>
                    <a:pt x="635858" y="81214"/>
                  </a:lnTo>
                  <a:lnTo>
                    <a:pt x="636335" y="80258"/>
                  </a:lnTo>
                  <a:lnTo>
                    <a:pt x="636813" y="78347"/>
                  </a:lnTo>
                  <a:lnTo>
                    <a:pt x="634424" y="76914"/>
                  </a:lnTo>
                  <a:lnTo>
                    <a:pt x="632514" y="75481"/>
                  </a:lnTo>
                  <a:lnTo>
                    <a:pt x="629169" y="73570"/>
                  </a:lnTo>
                  <a:lnTo>
                    <a:pt x="623915" y="69748"/>
                  </a:lnTo>
                  <a:lnTo>
                    <a:pt x="622959" y="67360"/>
                  </a:lnTo>
                  <a:lnTo>
                    <a:pt x="620571" y="64971"/>
                  </a:lnTo>
                  <a:lnTo>
                    <a:pt x="617704" y="65927"/>
                  </a:lnTo>
                  <a:lnTo>
                    <a:pt x="615315" y="66404"/>
                  </a:lnTo>
                  <a:lnTo>
                    <a:pt x="613405" y="68315"/>
                  </a:lnTo>
                  <a:lnTo>
                    <a:pt x="610538" y="69271"/>
                  </a:lnTo>
                  <a:lnTo>
                    <a:pt x="607672" y="68315"/>
                  </a:lnTo>
                  <a:lnTo>
                    <a:pt x="606239" y="67360"/>
                  </a:lnTo>
                  <a:lnTo>
                    <a:pt x="605283" y="64016"/>
                  </a:lnTo>
                  <a:lnTo>
                    <a:pt x="603850" y="60194"/>
                  </a:lnTo>
                  <a:lnTo>
                    <a:pt x="602894" y="58283"/>
                  </a:lnTo>
                  <a:lnTo>
                    <a:pt x="602417" y="55894"/>
                  </a:lnTo>
                  <a:lnTo>
                    <a:pt x="602894" y="50639"/>
                  </a:lnTo>
                  <a:lnTo>
                    <a:pt x="601939" y="47773"/>
                  </a:lnTo>
                  <a:lnTo>
                    <a:pt x="601461" y="43951"/>
                  </a:lnTo>
                  <a:lnTo>
                    <a:pt x="600506" y="39651"/>
                  </a:lnTo>
                  <a:lnTo>
                    <a:pt x="599073" y="37263"/>
                  </a:lnTo>
                  <a:lnTo>
                    <a:pt x="599073" y="35352"/>
                  </a:lnTo>
                  <a:lnTo>
                    <a:pt x="597162" y="32963"/>
                  </a:lnTo>
                  <a:lnTo>
                    <a:pt x="596206" y="31052"/>
                  </a:lnTo>
                  <a:lnTo>
                    <a:pt x="595251" y="30575"/>
                  </a:lnTo>
                  <a:lnTo>
                    <a:pt x="593340" y="29141"/>
                  </a:lnTo>
                  <a:lnTo>
                    <a:pt x="593340" y="27708"/>
                  </a:lnTo>
                  <a:lnTo>
                    <a:pt x="593340" y="26753"/>
                  </a:lnTo>
                  <a:lnTo>
                    <a:pt x="594296" y="25320"/>
                  </a:lnTo>
                  <a:lnTo>
                    <a:pt x="594773" y="22931"/>
                  </a:lnTo>
                  <a:lnTo>
                    <a:pt x="592862" y="22453"/>
                  </a:lnTo>
                  <a:lnTo>
                    <a:pt x="590951" y="22453"/>
                  </a:lnTo>
                  <a:lnTo>
                    <a:pt x="589996" y="21498"/>
                  </a:lnTo>
                  <a:lnTo>
                    <a:pt x="589040" y="20542"/>
                  </a:lnTo>
                  <a:lnTo>
                    <a:pt x="588562" y="16721"/>
                  </a:lnTo>
                  <a:lnTo>
                    <a:pt x="588562" y="13376"/>
                  </a:lnTo>
                  <a:lnTo>
                    <a:pt x="588085" y="10988"/>
                  </a:lnTo>
                  <a:lnTo>
                    <a:pt x="587607" y="9077"/>
                  </a:lnTo>
                  <a:lnTo>
                    <a:pt x="587130" y="7166"/>
                  </a:lnTo>
                  <a:lnTo>
                    <a:pt x="585696" y="5255"/>
                  </a:lnTo>
                  <a:lnTo>
                    <a:pt x="582352" y="2866"/>
                  </a:lnTo>
                  <a:lnTo>
                    <a:pt x="582830" y="1911"/>
                  </a:lnTo>
                  <a:lnTo>
                    <a:pt x="583308" y="478"/>
                  </a:lnTo>
                  <a:lnTo>
                    <a:pt x="582352" y="0"/>
                  </a:lnTo>
                  <a:lnTo>
                    <a:pt x="580441" y="0"/>
                  </a:lnTo>
                  <a:lnTo>
                    <a:pt x="579485" y="1433"/>
                  </a:lnTo>
                  <a:lnTo>
                    <a:pt x="578053" y="2866"/>
                  </a:lnTo>
                  <a:lnTo>
                    <a:pt x="574708" y="4299"/>
                  </a:lnTo>
                  <a:lnTo>
                    <a:pt x="574231" y="10510"/>
                  </a:lnTo>
                  <a:lnTo>
                    <a:pt x="572320" y="16721"/>
                  </a:lnTo>
                  <a:lnTo>
                    <a:pt x="570409" y="21975"/>
                  </a:lnTo>
                  <a:lnTo>
                    <a:pt x="570887" y="23409"/>
                  </a:lnTo>
                  <a:lnTo>
                    <a:pt x="570887" y="24842"/>
                  </a:lnTo>
                  <a:lnTo>
                    <a:pt x="569931" y="23886"/>
                  </a:lnTo>
                  <a:lnTo>
                    <a:pt x="568976" y="23409"/>
                  </a:lnTo>
                  <a:lnTo>
                    <a:pt x="567542" y="25320"/>
                  </a:lnTo>
                  <a:lnTo>
                    <a:pt x="565154" y="30097"/>
                  </a:lnTo>
                  <a:lnTo>
                    <a:pt x="565154" y="32963"/>
                  </a:lnTo>
                  <a:lnTo>
                    <a:pt x="566587" y="33441"/>
                  </a:lnTo>
                  <a:lnTo>
                    <a:pt x="567542" y="33919"/>
                  </a:lnTo>
                  <a:lnTo>
                    <a:pt x="568498" y="34397"/>
                  </a:lnTo>
                  <a:lnTo>
                    <a:pt x="568976" y="34874"/>
                  </a:lnTo>
                  <a:lnTo>
                    <a:pt x="569453" y="36307"/>
                  </a:lnTo>
                  <a:lnTo>
                    <a:pt x="569931" y="37263"/>
                  </a:lnTo>
                  <a:lnTo>
                    <a:pt x="569931" y="38696"/>
                  </a:lnTo>
                  <a:lnTo>
                    <a:pt x="568976" y="38218"/>
                  </a:lnTo>
                  <a:lnTo>
                    <a:pt x="567065" y="38218"/>
                  </a:lnTo>
                  <a:lnTo>
                    <a:pt x="566109" y="39174"/>
                  </a:lnTo>
                  <a:lnTo>
                    <a:pt x="563721" y="41085"/>
                  </a:lnTo>
                  <a:lnTo>
                    <a:pt x="564676" y="46817"/>
                  </a:lnTo>
                  <a:lnTo>
                    <a:pt x="563243" y="50162"/>
                  </a:lnTo>
                  <a:lnTo>
                    <a:pt x="562287" y="52550"/>
                  </a:lnTo>
                  <a:lnTo>
                    <a:pt x="560854" y="56850"/>
                  </a:lnTo>
                  <a:lnTo>
                    <a:pt x="561332" y="59238"/>
                  </a:lnTo>
                  <a:lnTo>
                    <a:pt x="562287" y="61149"/>
                  </a:lnTo>
                  <a:lnTo>
                    <a:pt x="563243" y="63538"/>
                  </a:lnTo>
                  <a:lnTo>
                    <a:pt x="562765" y="66882"/>
                  </a:lnTo>
                  <a:lnTo>
                    <a:pt x="561810" y="69748"/>
                  </a:lnTo>
                  <a:lnTo>
                    <a:pt x="563721" y="76914"/>
                  </a:lnTo>
                  <a:lnTo>
                    <a:pt x="564198" y="80736"/>
                  </a:lnTo>
                  <a:lnTo>
                    <a:pt x="563243" y="83125"/>
                  </a:lnTo>
                  <a:lnTo>
                    <a:pt x="560376" y="90769"/>
                  </a:lnTo>
                  <a:lnTo>
                    <a:pt x="559421" y="96501"/>
                  </a:lnTo>
                  <a:lnTo>
                    <a:pt x="559899" y="99368"/>
                  </a:lnTo>
                  <a:lnTo>
                    <a:pt x="558943" y="102234"/>
                  </a:lnTo>
                  <a:lnTo>
                    <a:pt x="557510" y="107011"/>
                  </a:lnTo>
                  <a:lnTo>
                    <a:pt x="556077" y="110355"/>
                  </a:lnTo>
                  <a:lnTo>
                    <a:pt x="550822" y="117521"/>
                  </a:lnTo>
                  <a:lnTo>
                    <a:pt x="549866" y="120865"/>
                  </a:lnTo>
                  <a:lnTo>
                    <a:pt x="548433" y="124687"/>
                  </a:lnTo>
                  <a:lnTo>
                    <a:pt x="544612" y="127554"/>
                  </a:lnTo>
                  <a:lnTo>
                    <a:pt x="542223" y="128987"/>
                  </a:lnTo>
                  <a:lnTo>
                    <a:pt x="536012" y="130420"/>
                  </a:lnTo>
                  <a:lnTo>
                    <a:pt x="532668" y="130420"/>
                  </a:lnTo>
                  <a:lnTo>
                    <a:pt x="530757" y="129465"/>
                  </a:lnTo>
                  <a:lnTo>
                    <a:pt x="529802" y="128509"/>
                  </a:lnTo>
                  <a:lnTo>
                    <a:pt x="525502" y="127554"/>
                  </a:lnTo>
                  <a:lnTo>
                    <a:pt x="520725" y="124210"/>
                  </a:lnTo>
                  <a:lnTo>
                    <a:pt x="516903" y="123254"/>
                  </a:lnTo>
                  <a:lnTo>
                    <a:pt x="514992" y="120388"/>
                  </a:lnTo>
                  <a:lnTo>
                    <a:pt x="514992" y="118954"/>
                  </a:lnTo>
                  <a:lnTo>
                    <a:pt x="514037" y="117521"/>
                  </a:lnTo>
                  <a:lnTo>
                    <a:pt x="512126" y="115133"/>
                  </a:lnTo>
                  <a:lnTo>
                    <a:pt x="508304" y="114655"/>
                  </a:lnTo>
                  <a:lnTo>
                    <a:pt x="504482" y="112744"/>
                  </a:lnTo>
                  <a:lnTo>
                    <a:pt x="502094" y="113222"/>
                  </a:lnTo>
                  <a:lnTo>
                    <a:pt x="496839" y="111789"/>
                  </a:lnTo>
                  <a:lnTo>
                    <a:pt x="493494" y="109878"/>
                  </a:lnTo>
                  <a:lnTo>
                    <a:pt x="490628" y="107011"/>
                  </a:lnTo>
                  <a:lnTo>
                    <a:pt x="486328" y="102712"/>
                  </a:lnTo>
                  <a:lnTo>
                    <a:pt x="482984" y="101279"/>
                  </a:lnTo>
                  <a:lnTo>
                    <a:pt x="478207" y="99368"/>
                  </a:lnTo>
                  <a:lnTo>
                    <a:pt x="475818" y="97935"/>
                  </a:lnTo>
                  <a:lnTo>
                    <a:pt x="473907" y="96979"/>
                  </a:lnTo>
                  <a:lnTo>
                    <a:pt x="472475" y="96024"/>
                  </a:lnTo>
                  <a:lnTo>
                    <a:pt x="470564" y="96024"/>
                  </a:lnTo>
                  <a:lnTo>
                    <a:pt x="468175" y="96024"/>
                  </a:lnTo>
                  <a:lnTo>
                    <a:pt x="466264" y="95068"/>
                  </a:lnTo>
                  <a:lnTo>
                    <a:pt x="466264" y="94113"/>
                  </a:lnTo>
                  <a:lnTo>
                    <a:pt x="466264" y="93635"/>
                  </a:lnTo>
                  <a:lnTo>
                    <a:pt x="466741" y="92202"/>
                  </a:lnTo>
                  <a:lnTo>
                    <a:pt x="465786" y="92202"/>
                  </a:lnTo>
                  <a:lnTo>
                    <a:pt x="465309" y="92202"/>
                  </a:lnTo>
                  <a:lnTo>
                    <a:pt x="464830" y="92679"/>
                  </a:lnTo>
                  <a:lnTo>
                    <a:pt x="463875" y="92679"/>
                  </a:lnTo>
                  <a:lnTo>
                    <a:pt x="461487" y="91724"/>
                  </a:lnTo>
                  <a:lnTo>
                    <a:pt x="458143" y="90291"/>
                  </a:lnTo>
                  <a:lnTo>
                    <a:pt x="457664" y="88858"/>
                  </a:lnTo>
                  <a:lnTo>
                    <a:pt x="456709" y="86947"/>
                  </a:lnTo>
                  <a:lnTo>
                    <a:pt x="451932" y="84558"/>
                  </a:lnTo>
                  <a:lnTo>
                    <a:pt x="449066" y="82647"/>
                  </a:lnTo>
                  <a:lnTo>
                    <a:pt x="443333" y="79303"/>
                  </a:lnTo>
                  <a:lnTo>
                    <a:pt x="441422" y="77870"/>
                  </a:lnTo>
                  <a:lnTo>
                    <a:pt x="440944" y="76914"/>
                  </a:lnTo>
                  <a:lnTo>
                    <a:pt x="440466" y="75004"/>
                  </a:lnTo>
                  <a:lnTo>
                    <a:pt x="441900" y="73093"/>
                  </a:lnTo>
                  <a:lnTo>
                    <a:pt x="443333" y="71659"/>
                  </a:lnTo>
                  <a:lnTo>
                    <a:pt x="447632" y="65927"/>
                  </a:lnTo>
                  <a:lnTo>
                    <a:pt x="448588" y="64971"/>
                  </a:lnTo>
                  <a:lnTo>
                    <a:pt x="450021" y="63538"/>
                  </a:lnTo>
                  <a:lnTo>
                    <a:pt x="451454" y="59716"/>
                  </a:lnTo>
                  <a:lnTo>
                    <a:pt x="452410" y="57328"/>
                  </a:lnTo>
                  <a:lnTo>
                    <a:pt x="450977" y="53983"/>
                  </a:lnTo>
                  <a:lnTo>
                    <a:pt x="450977" y="47773"/>
                  </a:lnTo>
                  <a:lnTo>
                    <a:pt x="455754" y="45384"/>
                  </a:lnTo>
                  <a:lnTo>
                    <a:pt x="457187" y="45384"/>
                  </a:lnTo>
                  <a:lnTo>
                    <a:pt x="458143" y="44906"/>
                  </a:lnTo>
                  <a:lnTo>
                    <a:pt x="459575" y="45384"/>
                  </a:lnTo>
                  <a:lnTo>
                    <a:pt x="460531" y="46817"/>
                  </a:lnTo>
                  <a:lnTo>
                    <a:pt x="461487" y="46340"/>
                  </a:lnTo>
                  <a:lnTo>
                    <a:pt x="464353" y="42518"/>
                  </a:lnTo>
                  <a:lnTo>
                    <a:pt x="463875" y="40607"/>
                  </a:lnTo>
                  <a:lnTo>
                    <a:pt x="462920" y="39174"/>
                  </a:lnTo>
                  <a:lnTo>
                    <a:pt x="463398" y="38218"/>
                  </a:lnTo>
                  <a:lnTo>
                    <a:pt x="471519" y="30097"/>
                  </a:lnTo>
                  <a:lnTo>
                    <a:pt x="470564" y="28186"/>
                  </a:lnTo>
                  <a:lnTo>
                    <a:pt x="469130" y="27708"/>
                  </a:lnTo>
                  <a:lnTo>
                    <a:pt x="466741" y="27708"/>
                  </a:lnTo>
                  <a:lnTo>
                    <a:pt x="464830" y="26275"/>
                  </a:lnTo>
                  <a:lnTo>
                    <a:pt x="463398" y="22931"/>
                  </a:lnTo>
                  <a:lnTo>
                    <a:pt x="461487" y="22931"/>
                  </a:lnTo>
                  <a:lnTo>
                    <a:pt x="457664" y="26275"/>
                  </a:lnTo>
                  <a:lnTo>
                    <a:pt x="457664" y="26753"/>
                  </a:lnTo>
                  <a:lnTo>
                    <a:pt x="458143" y="27231"/>
                  </a:lnTo>
                  <a:lnTo>
                    <a:pt x="459098" y="29141"/>
                  </a:lnTo>
                  <a:lnTo>
                    <a:pt x="457664" y="31530"/>
                  </a:lnTo>
                  <a:lnTo>
                    <a:pt x="456232" y="31530"/>
                  </a:lnTo>
                  <a:lnTo>
                    <a:pt x="454321" y="31530"/>
                  </a:lnTo>
                  <a:lnTo>
                    <a:pt x="453365" y="29619"/>
                  </a:lnTo>
                  <a:lnTo>
                    <a:pt x="452887" y="27231"/>
                  </a:lnTo>
                  <a:lnTo>
                    <a:pt x="451454" y="26275"/>
                  </a:lnTo>
                  <a:lnTo>
                    <a:pt x="449543" y="27231"/>
                  </a:lnTo>
                  <a:lnTo>
                    <a:pt x="448110" y="27708"/>
                  </a:lnTo>
                  <a:lnTo>
                    <a:pt x="447632" y="28186"/>
                  </a:lnTo>
                  <a:lnTo>
                    <a:pt x="446677" y="27708"/>
                  </a:lnTo>
                  <a:lnTo>
                    <a:pt x="446677" y="26275"/>
                  </a:lnTo>
                  <a:lnTo>
                    <a:pt x="448588" y="24842"/>
                  </a:lnTo>
                  <a:lnTo>
                    <a:pt x="450499" y="23409"/>
                  </a:lnTo>
                  <a:lnTo>
                    <a:pt x="450499" y="22931"/>
                  </a:lnTo>
                  <a:lnTo>
                    <a:pt x="449066" y="22931"/>
                  </a:lnTo>
                  <a:lnTo>
                    <a:pt x="449543" y="21975"/>
                  </a:lnTo>
                  <a:lnTo>
                    <a:pt x="450977" y="20542"/>
                  </a:lnTo>
                  <a:lnTo>
                    <a:pt x="450499" y="20542"/>
                  </a:lnTo>
                  <a:lnTo>
                    <a:pt x="448110" y="21975"/>
                  </a:lnTo>
                  <a:lnTo>
                    <a:pt x="446199" y="22931"/>
                  </a:lnTo>
                  <a:lnTo>
                    <a:pt x="443333" y="24842"/>
                  </a:lnTo>
                  <a:lnTo>
                    <a:pt x="439511" y="26275"/>
                  </a:lnTo>
                  <a:lnTo>
                    <a:pt x="437122" y="27708"/>
                  </a:lnTo>
                  <a:lnTo>
                    <a:pt x="433300" y="27231"/>
                  </a:lnTo>
                  <a:lnTo>
                    <a:pt x="429957" y="25797"/>
                  </a:lnTo>
                  <a:lnTo>
                    <a:pt x="429001" y="24842"/>
                  </a:lnTo>
                  <a:lnTo>
                    <a:pt x="427568" y="23409"/>
                  </a:lnTo>
                  <a:lnTo>
                    <a:pt x="423746" y="24842"/>
                  </a:lnTo>
                  <a:lnTo>
                    <a:pt x="421357" y="24842"/>
                  </a:lnTo>
                  <a:lnTo>
                    <a:pt x="419924" y="24364"/>
                  </a:lnTo>
                  <a:lnTo>
                    <a:pt x="417536" y="23886"/>
                  </a:lnTo>
                  <a:lnTo>
                    <a:pt x="415625" y="22453"/>
                  </a:lnTo>
                  <a:lnTo>
                    <a:pt x="410847" y="20542"/>
                  </a:lnTo>
                  <a:lnTo>
                    <a:pt x="406070" y="20065"/>
                  </a:lnTo>
                  <a:lnTo>
                    <a:pt x="403681" y="20542"/>
                  </a:lnTo>
                  <a:lnTo>
                    <a:pt x="401770" y="19109"/>
                  </a:lnTo>
                  <a:lnTo>
                    <a:pt x="399859" y="18631"/>
                  </a:lnTo>
                  <a:lnTo>
                    <a:pt x="396515" y="18154"/>
                  </a:lnTo>
                  <a:lnTo>
                    <a:pt x="395082" y="16721"/>
                  </a:lnTo>
                  <a:lnTo>
                    <a:pt x="393649" y="13376"/>
                  </a:lnTo>
                  <a:lnTo>
                    <a:pt x="392216" y="12899"/>
                  </a:lnTo>
                  <a:lnTo>
                    <a:pt x="390305" y="12421"/>
                  </a:lnTo>
                  <a:lnTo>
                    <a:pt x="387916" y="13854"/>
                  </a:lnTo>
                  <a:lnTo>
                    <a:pt x="386961" y="14809"/>
                  </a:lnTo>
                  <a:lnTo>
                    <a:pt x="384095" y="11943"/>
                  </a:lnTo>
                  <a:lnTo>
                    <a:pt x="379795" y="9555"/>
                  </a:lnTo>
                  <a:lnTo>
                    <a:pt x="378361" y="9077"/>
                  </a:lnTo>
                  <a:lnTo>
                    <a:pt x="377884" y="9555"/>
                  </a:lnTo>
                  <a:lnTo>
                    <a:pt x="376929" y="10988"/>
                  </a:lnTo>
                  <a:lnTo>
                    <a:pt x="376450" y="10988"/>
                  </a:lnTo>
                  <a:lnTo>
                    <a:pt x="375495" y="10510"/>
                  </a:lnTo>
                  <a:lnTo>
                    <a:pt x="373584" y="9077"/>
                  </a:lnTo>
                  <a:lnTo>
                    <a:pt x="372629" y="8599"/>
                  </a:lnTo>
                  <a:lnTo>
                    <a:pt x="369285" y="10032"/>
                  </a:lnTo>
                  <a:lnTo>
                    <a:pt x="369763" y="10988"/>
                  </a:lnTo>
                  <a:lnTo>
                    <a:pt x="372151" y="11465"/>
                  </a:lnTo>
                  <a:lnTo>
                    <a:pt x="374540" y="13854"/>
                  </a:lnTo>
                  <a:lnTo>
                    <a:pt x="375973" y="14332"/>
                  </a:lnTo>
                  <a:lnTo>
                    <a:pt x="378839" y="13854"/>
                  </a:lnTo>
                  <a:lnTo>
                    <a:pt x="382661" y="14332"/>
                  </a:lnTo>
                  <a:lnTo>
                    <a:pt x="386483" y="17198"/>
                  </a:lnTo>
                  <a:lnTo>
                    <a:pt x="386005" y="18631"/>
                  </a:lnTo>
                  <a:lnTo>
                    <a:pt x="385527" y="20542"/>
                  </a:lnTo>
                  <a:lnTo>
                    <a:pt x="386005" y="22931"/>
                  </a:lnTo>
                  <a:lnTo>
                    <a:pt x="385527" y="24364"/>
                  </a:lnTo>
                  <a:lnTo>
                    <a:pt x="387438" y="25797"/>
                  </a:lnTo>
                  <a:lnTo>
                    <a:pt x="386483" y="26275"/>
                  </a:lnTo>
                  <a:lnTo>
                    <a:pt x="384572" y="25797"/>
                  </a:lnTo>
                  <a:lnTo>
                    <a:pt x="383139" y="26275"/>
                  </a:lnTo>
                  <a:lnTo>
                    <a:pt x="382184" y="26753"/>
                  </a:lnTo>
                  <a:lnTo>
                    <a:pt x="381228" y="29141"/>
                  </a:lnTo>
                  <a:lnTo>
                    <a:pt x="380750" y="28186"/>
                  </a:lnTo>
                  <a:lnTo>
                    <a:pt x="378361" y="27231"/>
                  </a:lnTo>
                  <a:lnTo>
                    <a:pt x="376929" y="27708"/>
                  </a:lnTo>
                  <a:lnTo>
                    <a:pt x="374540" y="28664"/>
                  </a:lnTo>
                  <a:lnTo>
                    <a:pt x="372151" y="28664"/>
                  </a:lnTo>
                  <a:lnTo>
                    <a:pt x="371196" y="28186"/>
                  </a:lnTo>
                  <a:lnTo>
                    <a:pt x="367852" y="28664"/>
                  </a:lnTo>
                  <a:lnTo>
                    <a:pt x="362119" y="28664"/>
                  </a:lnTo>
                  <a:lnTo>
                    <a:pt x="360208" y="27708"/>
                  </a:lnTo>
                  <a:lnTo>
                    <a:pt x="359730" y="25320"/>
                  </a:lnTo>
                  <a:lnTo>
                    <a:pt x="359252" y="24842"/>
                  </a:lnTo>
                  <a:lnTo>
                    <a:pt x="358775" y="25797"/>
                  </a:lnTo>
                  <a:lnTo>
                    <a:pt x="357819" y="27231"/>
                  </a:lnTo>
                  <a:lnTo>
                    <a:pt x="354475" y="27231"/>
                  </a:lnTo>
                  <a:lnTo>
                    <a:pt x="353520" y="27708"/>
                  </a:lnTo>
                  <a:lnTo>
                    <a:pt x="353997" y="28664"/>
                  </a:lnTo>
                  <a:lnTo>
                    <a:pt x="353997" y="30097"/>
                  </a:lnTo>
                  <a:lnTo>
                    <a:pt x="352564" y="30097"/>
                  </a:lnTo>
                  <a:lnTo>
                    <a:pt x="350654" y="30575"/>
                  </a:lnTo>
                  <a:lnTo>
                    <a:pt x="351131" y="32008"/>
                  </a:lnTo>
                  <a:lnTo>
                    <a:pt x="351131" y="33441"/>
                  </a:lnTo>
                  <a:lnTo>
                    <a:pt x="350654" y="33919"/>
                  </a:lnTo>
                  <a:lnTo>
                    <a:pt x="348742" y="32963"/>
                  </a:lnTo>
                  <a:lnTo>
                    <a:pt x="348265" y="31530"/>
                  </a:lnTo>
                  <a:lnTo>
                    <a:pt x="346831" y="31052"/>
                  </a:lnTo>
                  <a:lnTo>
                    <a:pt x="345876" y="31530"/>
                  </a:lnTo>
                  <a:lnTo>
                    <a:pt x="345398" y="32963"/>
                  </a:lnTo>
                  <a:lnTo>
                    <a:pt x="345876" y="35830"/>
                  </a:lnTo>
                  <a:lnTo>
                    <a:pt x="344920" y="35830"/>
                  </a:lnTo>
                  <a:lnTo>
                    <a:pt x="342532" y="35830"/>
                  </a:lnTo>
                  <a:lnTo>
                    <a:pt x="341577" y="36307"/>
                  </a:lnTo>
                  <a:lnTo>
                    <a:pt x="339666" y="40129"/>
                  </a:lnTo>
                  <a:lnTo>
                    <a:pt x="336799" y="41563"/>
                  </a:lnTo>
                  <a:lnTo>
                    <a:pt x="336322" y="43473"/>
                  </a:lnTo>
                  <a:lnTo>
                    <a:pt x="336322" y="44906"/>
                  </a:lnTo>
                  <a:lnTo>
                    <a:pt x="338710" y="47773"/>
                  </a:lnTo>
                  <a:lnTo>
                    <a:pt x="337277" y="49206"/>
                  </a:lnTo>
                  <a:lnTo>
                    <a:pt x="336322" y="50639"/>
                  </a:lnTo>
                  <a:lnTo>
                    <a:pt x="334888" y="51117"/>
                  </a:lnTo>
                  <a:lnTo>
                    <a:pt x="332500" y="51595"/>
                  </a:lnTo>
                  <a:lnTo>
                    <a:pt x="330589" y="53028"/>
                  </a:lnTo>
                  <a:lnTo>
                    <a:pt x="329633" y="53983"/>
                  </a:lnTo>
                  <a:lnTo>
                    <a:pt x="329156" y="55417"/>
                  </a:lnTo>
                  <a:lnTo>
                    <a:pt x="328678" y="57328"/>
                  </a:lnTo>
                  <a:lnTo>
                    <a:pt x="327722" y="59238"/>
                  </a:lnTo>
                  <a:lnTo>
                    <a:pt x="327722" y="60194"/>
                  </a:lnTo>
                  <a:lnTo>
                    <a:pt x="325811" y="61627"/>
                  </a:lnTo>
                  <a:lnTo>
                    <a:pt x="322945" y="64971"/>
                  </a:lnTo>
                  <a:lnTo>
                    <a:pt x="321034" y="68315"/>
                  </a:lnTo>
                  <a:lnTo>
                    <a:pt x="323423" y="69748"/>
                  </a:lnTo>
                  <a:lnTo>
                    <a:pt x="325811" y="71182"/>
                  </a:lnTo>
                  <a:lnTo>
                    <a:pt x="327722" y="71182"/>
                  </a:lnTo>
                  <a:lnTo>
                    <a:pt x="327722" y="71659"/>
                  </a:lnTo>
                  <a:lnTo>
                    <a:pt x="325811" y="72615"/>
                  </a:lnTo>
                  <a:lnTo>
                    <a:pt x="326767" y="74048"/>
                  </a:lnTo>
                  <a:lnTo>
                    <a:pt x="328678" y="75481"/>
                  </a:lnTo>
                  <a:lnTo>
                    <a:pt x="329633" y="75481"/>
                  </a:lnTo>
                  <a:lnTo>
                    <a:pt x="330589" y="76437"/>
                  </a:lnTo>
                  <a:lnTo>
                    <a:pt x="328678" y="76437"/>
                  </a:lnTo>
                  <a:lnTo>
                    <a:pt x="326289" y="76437"/>
                  </a:lnTo>
                  <a:lnTo>
                    <a:pt x="325811" y="77870"/>
                  </a:lnTo>
                  <a:lnTo>
                    <a:pt x="326289" y="79781"/>
                  </a:lnTo>
                  <a:lnTo>
                    <a:pt x="326767" y="81214"/>
                  </a:lnTo>
                  <a:lnTo>
                    <a:pt x="326289" y="82170"/>
                  </a:lnTo>
                  <a:lnTo>
                    <a:pt x="325334" y="81214"/>
                  </a:lnTo>
                  <a:lnTo>
                    <a:pt x="324856" y="80258"/>
                  </a:lnTo>
                  <a:lnTo>
                    <a:pt x="322945" y="78347"/>
                  </a:lnTo>
                  <a:lnTo>
                    <a:pt x="321512" y="77392"/>
                  </a:lnTo>
                  <a:lnTo>
                    <a:pt x="319123" y="76914"/>
                  </a:lnTo>
                  <a:lnTo>
                    <a:pt x="318168" y="77870"/>
                  </a:lnTo>
                  <a:lnTo>
                    <a:pt x="318645" y="80736"/>
                  </a:lnTo>
                  <a:lnTo>
                    <a:pt x="318168" y="82647"/>
                  </a:lnTo>
                  <a:lnTo>
                    <a:pt x="317212" y="81692"/>
                  </a:lnTo>
                  <a:lnTo>
                    <a:pt x="316734" y="79303"/>
                  </a:lnTo>
                  <a:lnTo>
                    <a:pt x="314824" y="77392"/>
                  </a:lnTo>
                  <a:lnTo>
                    <a:pt x="306702" y="75481"/>
                  </a:lnTo>
                  <a:lnTo>
                    <a:pt x="305269" y="75004"/>
                  </a:lnTo>
                  <a:lnTo>
                    <a:pt x="303358" y="75481"/>
                  </a:lnTo>
                  <a:lnTo>
                    <a:pt x="301925" y="76437"/>
                  </a:lnTo>
                  <a:lnTo>
                    <a:pt x="301925" y="76914"/>
                  </a:lnTo>
                  <a:lnTo>
                    <a:pt x="300970" y="77392"/>
                  </a:lnTo>
                  <a:lnTo>
                    <a:pt x="299536" y="78347"/>
                  </a:lnTo>
                  <a:lnTo>
                    <a:pt x="298103" y="79303"/>
                  </a:lnTo>
                  <a:lnTo>
                    <a:pt x="297147" y="80258"/>
                  </a:lnTo>
                  <a:lnTo>
                    <a:pt x="297147" y="81214"/>
                  </a:lnTo>
                  <a:lnTo>
                    <a:pt x="298581" y="83603"/>
                  </a:lnTo>
                  <a:lnTo>
                    <a:pt x="299059" y="84080"/>
                  </a:lnTo>
                  <a:lnTo>
                    <a:pt x="299059" y="85036"/>
                  </a:lnTo>
                  <a:lnTo>
                    <a:pt x="298103" y="84080"/>
                  </a:lnTo>
                  <a:lnTo>
                    <a:pt x="297147" y="83603"/>
                  </a:lnTo>
                  <a:lnTo>
                    <a:pt x="296192" y="85036"/>
                  </a:lnTo>
                  <a:lnTo>
                    <a:pt x="295236" y="85513"/>
                  </a:lnTo>
                  <a:lnTo>
                    <a:pt x="295715" y="81214"/>
                  </a:lnTo>
                  <a:lnTo>
                    <a:pt x="296192" y="77870"/>
                  </a:lnTo>
                  <a:lnTo>
                    <a:pt x="297147" y="76437"/>
                  </a:lnTo>
                  <a:lnTo>
                    <a:pt x="297625" y="75004"/>
                  </a:lnTo>
                  <a:lnTo>
                    <a:pt x="297625" y="74048"/>
                  </a:lnTo>
                  <a:lnTo>
                    <a:pt x="291893" y="69748"/>
                  </a:lnTo>
                  <a:lnTo>
                    <a:pt x="289026" y="66404"/>
                  </a:lnTo>
                  <a:lnTo>
                    <a:pt x="287593" y="64493"/>
                  </a:lnTo>
                  <a:lnTo>
                    <a:pt x="284727" y="62582"/>
                  </a:lnTo>
                  <a:lnTo>
                    <a:pt x="283293" y="61149"/>
                  </a:lnTo>
                  <a:lnTo>
                    <a:pt x="279949" y="59716"/>
                  </a:lnTo>
                  <a:lnTo>
                    <a:pt x="276127" y="58283"/>
                  </a:lnTo>
                  <a:lnTo>
                    <a:pt x="274217" y="56372"/>
                  </a:lnTo>
                  <a:lnTo>
                    <a:pt x="272306" y="55894"/>
                  </a:lnTo>
                  <a:lnTo>
                    <a:pt x="269440" y="56850"/>
                  </a:lnTo>
                  <a:lnTo>
                    <a:pt x="269440" y="58283"/>
                  </a:lnTo>
                  <a:lnTo>
                    <a:pt x="269440" y="60194"/>
                  </a:lnTo>
                  <a:lnTo>
                    <a:pt x="267528" y="62582"/>
                  </a:lnTo>
                  <a:lnTo>
                    <a:pt x="265617" y="64016"/>
                  </a:lnTo>
                  <a:lnTo>
                    <a:pt x="263706" y="62105"/>
                  </a:lnTo>
                  <a:lnTo>
                    <a:pt x="262274" y="61149"/>
                  </a:lnTo>
                  <a:lnTo>
                    <a:pt x="260840" y="62105"/>
                  </a:lnTo>
                  <a:lnTo>
                    <a:pt x="259885" y="63538"/>
                  </a:lnTo>
                  <a:lnTo>
                    <a:pt x="259407" y="64016"/>
                  </a:lnTo>
                  <a:lnTo>
                    <a:pt x="258929" y="63060"/>
                  </a:lnTo>
                  <a:lnTo>
                    <a:pt x="257974" y="60672"/>
                  </a:lnTo>
                  <a:lnTo>
                    <a:pt x="256540" y="60194"/>
                  </a:lnTo>
                  <a:lnTo>
                    <a:pt x="255108" y="60194"/>
                  </a:lnTo>
                  <a:lnTo>
                    <a:pt x="255585" y="62105"/>
                  </a:lnTo>
                  <a:lnTo>
                    <a:pt x="256540" y="63060"/>
                  </a:lnTo>
                  <a:lnTo>
                    <a:pt x="256063" y="64016"/>
                  </a:lnTo>
                  <a:lnTo>
                    <a:pt x="255108" y="64971"/>
                  </a:lnTo>
                  <a:lnTo>
                    <a:pt x="255108" y="65927"/>
                  </a:lnTo>
                  <a:lnTo>
                    <a:pt x="254629" y="67838"/>
                  </a:lnTo>
                  <a:lnTo>
                    <a:pt x="254629" y="70226"/>
                  </a:lnTo>
                  <a:lnTo>
                    <a:pt x="253197" y="70704"/>
                  </a:lnTo>
                  <a:lnTo>
                    <a:pt x="252241" y="72137"/>
                  </a:lnTo>
                  <a:lnTo>
                    <a:pt x="251286" y="72137"/>
                  </a:lnTo>
                  <a:lnTo>
                    <a:pt x="251286" y="70704"/>
                  </a:lnTo>
                  <a:lnTo>
                    <a:pt x="250808" y="69748"/>
                  </a:lnTo>
                  <a:lnTo>
                    <a:pt x="248897" y="69271"/>
                  </a:lnTo>
                  <a:lnTo>
                    <a:pt x="248419" y="70226"/>
                  </a:lnTo>
                  <a:lnTo>
                    <a:pt x="247942" y="70704"/>
                  </a:lnTo>
                  <a:lnTo>
                    <a:pt x="247464" y="70704"/>
                  </a:lnTo>
                  <a:lnTo>
                    <a:pt x="247942" y="69748"/>
                  </a:lnTo>
                  <a:lnTo>
                    <a:pt x="247942" y="67838"/>
                  </a:lnTo>
                  <a:lnTo>
                    <a:pt x="248419" y="66404"/>
                  </a:lnTo>
                  <a:lnTo>
                    <a:pt x="246986" y="65449"/>
                  </a:lnTo>
                  <a:lnTo>
                    <a:pt x="246031" y="65927"/>
                  </a:lnTo>
                  <a:lnTo>
                    <a:pt x="246031" y="67360"/>
                  </a:lnTo>
                  <a:lnTo>
                    <a:pt x="246031" y="69748"/>
                  </a:lnTo>
                  <a:lnTo>
                    <a:pt x="244597" y="70226"/>
                  </a:lnTo>
                  <a:lnTo>
                    <a:pt x="243164" y="71182"/>
                  </a:lnTo>
                  <a:lnTo>
                    <a:pt x="241253" y="71182"/>
                  </a:lnTo>
                  <a:lnTo>
                    <a:pt x="239820" y="71659"/>
                  </a:lnTo>
                  <a:lnTo>
                    <a:pt x="239820" y="72615"/>
                  </a:lnTo>
                  <a:lnTo>
                    <a:pt x="237909" y="74048"/>
                  </a:lnTo>
                  <a:lnTo>
                    <a:pt x="237909" y="75481"/>
                  </a:lnTo>
                  <a:lnTo>
                    <a:pt x="239342" y="76914"/>
                  </a:lnTo>
                  <a:lnTo>
                    <a:pt x="239342" y="78347"/>
                  </a:lnTo>
                  <a:lnTo>
                    <a:pt x="242209" y="79781"/>
                  </a:lnTo>
                  <a:lnTo>
                    <a:pt x="241731" y="81214"/>
                  </a:lnTo>
                  <a:lnTo>
                    <a:pt x="241253" y="81692"/>
                  </a:lnTo>
                  <a:lnTo>
                    <a:pt x="240298" y="81214"/>
                  </a:lnTo>
                  <a:lnTo>
                    <a:pt x="237909" y="80258"/>
                  </a:lnTo>
                  <a:lnTo>
                    <a:pt x="235998" y="80258"/>
                  </a:lnTo>
                  <a:lnTo>
                    <a:pt x="235043" y="79303"/>
                  </a:lnTo>
                  <a:lnTo>
                    <a:pt x="235043" y="79781"/>
                  </a:lnTo>
                  <a:lnTo>
                    <a:pt x="235043" y="80736"/>
                  </a:lnTo>
                  <a:lnTo>
                    <a:pt x="234087" y="81214"/>
                  </a:lnTo>
                  <a:lnTo>
                    <a:pt x="232654" y="81692"/>
                  </a:lnTo>
                  <a:lnTo>
                    <a:pt x="231221" y="82647"/>
                  </a:lnTo>
                  <a:lnTo>
                    <a:pt x="232176" y="84080"/>
                  </a:lnTo>
                  <a:lnTo>
                    <a:pt x="232176" y="84558"/>
                  </a:lnTo>
                  <a:lnTo>
                    <a:pt x="232654" y="85036"/>
                  </a:lnTo>
                  <a:lnTo>
                    <a:pt x="235043" y="85513"/>
                  </a:lnTo>
                  <a:lnTo>
                    <a:pt x="235998" y="85036"/>
                  </a:lnTo>
                  <a:lnTo>
                    <a:pt x="235998" y="86469"/>
                  </a:lnTo>
                  <a:lnTo>
                    <a:pt x="235520" y="87902"/>
                  </a:lnTo>
                  <a:lnTo>
                    <a:pt x="234565" y="88380"/>
                  </a:lnTo>
                  <a:lnTo>
                    <a:pt x="234087" y="86947"/>
                  </a:lnTo>
                  <a:lnTo>
                    <a:pt x="229310" y="84558"/>
                  </a:lnTo>
                  <a:lnTo>
                    <a:pt x="228354" y="84558"/>
                  </a:lnTo>
                  <a:lnTo>
                    <a:pt x="227877" y="85036"/>
                  </a:lnTo>
                  <a:lnTo>
                    <a:pt x="228354" y="85991"/>
                  </a:lnTo>
                  <a:lnTo>
                    <a:pt x="227399" y="87424"/>
                  </a:lnTo>
                  <a:lnTo>
                    <a:pt x="225488" y="88858"/>
                  </a:lnTo>
                  <a:lnTo>
                    <a:pt x="224533" y="88380"/>
                  </a:lnTo>
                  <a:lnTo>
                    <a:pt x="223099" y="88858"/>
                  </a:lnTo>
                  <a:lnTo>
                    <a:pt x="222622" y="91246"/>
                  </a:lnTo>
                  <a:lnTo>
                    <a:pt x="222144" y="93635"/>
                  </a:lnTo>
                  <a:lnTo>
                    <a:pt x="223577" y="95546"/>
                  </a:lnTo>
                  <a:lnTo>
                    <a:pt x="224533" y="97457"/>
                  </a:lnTo>
                  <a:lnTo>
                    <a:pt x="226444" y="95068"/>
                  </a:lnTo>
                  <a:lnTo>
                    <a:pt x="227399" y="94590"/>
                  </a:lnTo>
                  <a:lnTo>
                    <a:pt x="227399" y="95546"/>
                  </a:lnTo>
                  <a:lnTo>
                    <a:pt x="226444" y="96979"/>
                  </a:lnTo>
                  <a:lnTo>
                    <a:pt x="225966" y="98412"/>
                  </a:lnTo>
                  <a:lnTo>
                    <a:pt x="225966" y="100323"/>
                  </a:lnTo>
                  <a:lnTo>
                    <a:pt x="224533" y="100323"/>
                  </a:lnTo>
                  <a:lnTo>
                    <a:pt x="223099" y="100323"/>
                  </a:lnTo>
                  <a:lnTo>
                    <a:pt x="222622" y="100801"/>
                  </a:lnTo>
                  <a:lnTo>
                    <a:pt x="222144" y="102234"/>
                  </a:lnTo>
                  <a:lnTo>
                    <a:pt x="222622" y="103667"/>
                  </a:lnTo>
                  <a:lnTo>
                    <a:pt x="223577" y="104623"/>
                  </a:lnTo>
                  <a:lnTo>
                    <a:pt x="225966" y="104623"/>
                  </a:lnTo>
                  <a:lnTo>
                    <a:pt x="227877" y="104623"/>
                  </a:lnTo>
                  <a:lnTo>
                    <a:pt x="229788" y="105100"/>
                  </a:lnTo>
                  <a:lnTo>
                    <a:pt x="229788" y="105578"/>
                  </a:lnTo>
                  <a:lnTo>
                    <a:pt x="228354" y="105578"/>
                  </a:lnTo>
                  <a:lnTo>
                    <a:pt x="225010" y="105578"/>
                  </a:lnTo>
                  <a:lnTo>
                    <a:pt x="223577" y="105578"/>
                  </a:lnTo>
                  <a:lnTo>
                    <a:pt x="220711" y="105578"/>
                  </a:lnTo>
                  <a:lnTo>
                    <a:pt x="218322" y="104623"/>
                  </a:lnTo>
                  <a:lnTo>
                    <a:pt x="217367" y="103667"/>
                  </a:lnTo>
                  <a:lnTo>
                    <a:pt x="215456" y="103189"/>
                  </a:lnTo>
                  <a:lnTo>
                    <a:pt x="213545" y="103667"/>
                  </a:lnTo>
                  <a:lnTo>
                    <a:pt x="213067" y="105100"/>
                  </a:lnTo>
                  <a:lnTo>
                    <a:pt x="211634" y="105578"/>
                  </a:lnTo>
                  <a:lnTo>
                    <a:pt x="209245" y="101756"/>
                  </a:lnTo>
                  <a:lnTo>
                    <a:pt x="207812" y="101756"/>
                  </a:lnTo>
                  <a:lnTo>
                    <a:pt x="206856" y="102712"/>
                  </a:lnTo>
                  <a:lnTo>
                    <a:pt x="207335" y="104623"/>
                  </a:lnTo>
                  <a:lnTo>
                    <a:pt x="207335" y="106056"/>
                  </a:lnTo>
                  <a:lnTo>
                    <a:pt x="206379" y="107011"/>
                  </a:lnTo>
                  <a:lnTo>
                    <a:pt x="204946" y="107011"/>
                  </a:lnTo>
                  <a:lnTo>
                    <a:pt x="204468" y="107489"/>
                  </a:lnTo>
                  <a:lnTo>
                    <a:pt x="204946" y="108445"/>
                  </a:lnTo>
                  <a:lnTo>
                    <a:pt x="206856" y="110833"/>
                  </a:lnTo>
                  <a:lnTo>
                    <a:pt x="208290" y="111789"/>
                  </a:lnTo>
                  <a:lnTo>
                    <a:pt x="209723" y="113222"/>
                  </a:lnTo>
                  <a:lnTo>
                    <a:pt x="210201" y="114655"/>
                  </a:lnTo>
                  <a:lnTo>
                    <a:pt x="211634" y="114655"/>
                  </a:lnTo>
                  <a:lnTo>
                    <a:pt x="212112" y="115611"/>
                  </a:lnTo>
                  <a:lnTo>
                    <a:pt x="211156" y="117044"/>
                  </a:lnTo>
                  <a:lnTo>
                    <a:pt x="211156" y="119432"/>
                  </a:lnTo>
                  <a:lnTo>
                    <a:pt x="210679" y="119432"/>
                  </a:lnTo>
                  <a:lnTo>
                    <a:pt x="209723" y="118954"/>
                  </a:lnTo>
                  <a:lnTo>
                    <a:pt x="207812" y="117521"/>
                  </a:lnTo>
                  <a:lnTo>
                    <a:pt x="206856" y="117044"/>
                  </a:lnTo>
                  <a:lnTo>
                    <a:pt x="206379" y="117521"/>
                  </a:lnTo>
                  <a:lnTo>
                    <a:pt x="206379" y="118477"/>
                  </a:lnTo>
                  <a:lnTo>
                    <a:pt x="206856" y="121343"/>
                  </a:lnTo>
                  <a:lnTo>
                    <a:pt x="205901" y="125165"/>
                  </a:lnTo>
                  <a:lnTo>
                    <a:pt x="205901" y="126120"/>
                  </a:lnTo>
                  <a:lnTo>
                    <a:pt x="205901" y="127076"/>
                  </a:lnTo>
                  <a:lnTo>
                    <a:pt x="204946" y="126120"/>
                  </a:lnTo>
                  <a:lnTo>
                    <a:pt x="203990" y="124687"/>
                  </a:lnTo>
                  <a:lnTo>
                    <a:pt x="202079" y="122777"/>
                  </a:lnTo>
                  <a:lnTo>
                    <a:pt x="200169" y="117999"/>
                  </a:lnTo>
                  <a:lnTo>
                    <a:pt x="197302" y="114655"/>
                  </a:lnTo>
                  <a:lnTo>
                    <a:pt x="196347" y="111789"/>
                  </a:lnTo>
                  <a:lnTo>
                    <a:pt x="193958" y="106534"/>
                  </a:lnTo>
                  <a:lnTo>
                    <a:pt x="193003" y="106534"/>
                  </a:lnTo>
                  <a:lnTo>
                    <a:pt x="191569" y="108445"/>
                  </a:lnTo>
                  <a:lnTo>
                    <a:pt x="190136" y="111789"/>
                  </a:lnTo>
                  <a:lnTo>
                    <a:pt x="189181" y="113222"/>
                  </a:lnTo>
                  <a:lnTo>
                    <a:pt x="186792" y="114655"/>
                  </a:lnTo>
                  <a:lnTo>
                    <a:pt x="185359" y="116088"/>
                  </a:lnTo>
                  <a:lnTo>
                    <a:pt x="183448" y="116566"/>
                  </a:lnTo>
                  <a:lnTo>
                    <a:pt x="181537" y="117999"/>
                  </a:lnTo>
                  <a:lnTo>
                    <a:pt x="180104" y="119910"/>
                  </a:lnTo>
                  <a:lnTo>
                    <a:pt x="178193" y="123254"/>
                  </a:lnTo>
                  <a:lnTo>
                    <a:pt x="177715" y="125165"/>
                  </a:lnTo>
                  <a:lnTo>
                    <a:pt x="177715" y="127554"/>
                  </a:lnTo>
                  <a:lnTo>
                    <a:pt x="178671" y="130898"/>
                  </a:lnTo>
                  <a:lnTo>
                    <a:pt x="179626" y="135675"/>
                  </a:lnTo>
                  <a:lnTo>
                    <a:pt x="181060" y="136153"/>
                  </a:lnTo>
                  <a:lnTo>
                    <a:pt x="182015" y="136631"/>
                  </a:lnTo>
                  <a:lnTo>
                    <a:pt x="181537" y="138064"/>
                  </a:lnTo>
                  <a:lnTo>
                    <a:pt x="180104" y="139019"/>
                  </a:lnTo>
                  <a:lnTo>
                    <a:pt x="174849" y="143796"/>
                  </a:lnTo>
                  <a:lnTo>
                    <a:pt x="171505" y="145230"/>
                  </a:lnTo>
                  <a:lnTo>
                    <a:pt x="170549" y="146185"/>
                  </a:lnTo>
                  <a:lnTo>
                    <a:pt x="169594" y="148574"/>
                  </a:lnTo>
                  <a:lnTo>
                    <a:pt x="167683" y="151440"/>
                  </a:lnTo>
                  <a:lnTo>
                    <a:pt x="166728" y="153351"/>
                  </a:lnTo>
                  <a:lnTo>
                    <a:pt x="164817" y="157173"/>
                  </a:lnTo>
                  <a:lnTo>
                    <a:pt x="161950" y="161473"/>
                  </a:lnTo>
                  <a:lnTo>
                    <a:pt x="158606" y="164339"/>
                  </a:lnTo>
                  <a:lnTo>
                    <a:pt x="154784" y="166727"/>
                  </a:lnTo>
                  <a:lnTo>
                    <a:pt x="152873" y="167683"/>
                  </a:lnTo>
                  <a:lnTo>
                    <a:pt x="143796" y="171027"/>
                  </a:lnTo>
                  <a:lnTo>
                    <a:pt x="139019" y="172460"/>
                  </a:lnTo>
                  <a:lnTo>
                    <a:pt x="130420" y="173416"/>
                  </a:lnTo>
                  <a:lnTo>
                    <a:pt x="127076" y="174849"/>
                  </a:lnTo>
                  <a:lnTo>
                    <a:pt x="122299" y="174371"/>
                  </a:lnTo>
                  <a:lnTo>
                    <a:pt x="117521" y="174371"/>
                  </a:lnTo>
                  <a:lnTo>
                    <a:pt x="110355" y="179149"/>
                  </a:lnTo>
                  <a:lnTo>
                    <a:pt x="104623" y="180582"/>
                  </a:lnTo>
                  <a:lnTo>
                    <a:pt x="99367" y="181537"/>
                  </a:lnTo>
                  <a:lnTo>
                    <a:pt x="97457" y="182493"/>
                  </a:lnTo>
                  <a:lnTo>
                    <a:pt x="92201" y="185359"/>
                  </a:lnTo>
                  <a:lnTo>
                    <a:pt x="89335" y="186792"/>
                  </a:lnTo>
                  <a:lnTo>
                    <a:pt x="83603" y="188225"/>
                  </a:lnTo>
                  <a:lnTo>
                    <a:pt x="81692" y="188225"/>
                  </a:lnTo>
                  <a:lnTo>
                    <a:pt x="78348" y="186792"/>
                  </a:lnTo>
                  <a:lnTo>
                    <a:pt x="75481" y="186792"/>
                  </a:lnTo>
                  <a:lnTo>
                    <a:pt x="72615" y="186792"/>
                  </a:lnTo>
                  <a:lnTo>
                    <a:pt x="69748" y="186792"/>
                  </a:lnTo>
                  <a:lnTo>
                    <a:pt x="67837" y="188225"/>
                  </a:lnTo>
                  <a:lnTo>
                    <a:pt x="56372" y="194436"/>
                  </a:lnTo>
                  <a:lnTo>
                    <a:pt x="53983" y="195869"/>
                  </a:lnTo>
                  <a:lnTo>
                    <a:pt x="51117" y="198258"/>
                  </a:lnTo>
                  <a:lnTo>
                    <a:pt x="47773" y="200646"/>
                  </a:lnTo>
                  <a:lnTo>
                    <a:pt x="44907" y="203035"/>
                  </a:lnTo>
                  <a:lnTo>
                    <a:pt x="39174" y="205901"/>
                  </a:lnTo>
                  <a:lnTo>
                    <a:pt x="33441" y="207812"/>
                  </a:lnTo>
                  <a:lnTo>
                    <a:pt x="30097" y="209723"/>
                  </a:lnTo>
                  <a:lnTo>
                    <a:pt x="28186" y="212112"/>
                  </a:lnTo>
                  <a:lnTo>
                    <a:pt x="24364" y="218322"/>
                  </a:lnTo>
                  <a:lnTo>
                    <a:pt x="23886" y="219756"/>
                  </a:lnTo>
                  <a:lnTo>
                    <a:pt x="22453" y="221189"/>
                  </a:lnTo>
                  <a:lnTo>
                    <a:pt x="20542" y="222144"/>
                  </a:lnTo>
                  <a:lnTo>
                    <a:pt x="19109" y="222622"/>
                  </a:lnTo>
                  <a:lnTo>
                    <a:pt x="19587" y="219278"/>
                  </a:lnTo>
                  <a:lnTo>
                    <a:pt x="18153" y="216411"/>
                  </a:lnTo>
                  <a:lnTo>
                    <a:pt x="19109" y="211156"/>
                  </a:lnTo>
                  <a:lnTo>
                    <a:pt x="18632" y="209723"/>
                  </a:lnTo>
                  <a:lnTo>
                    <a:pt x="16721" y="210679"/>
                  </a:lnTo>
                  <a:lnTo>
                    <a:pt x="15287" y="211634"/>
                  </a:lnTo>
                  <a:lnTo>
                    <a:pt x="11943" y="219756"/>
                  </a:lnTo>
                  <a:lnTo>
                    <a:pt x="10032" y="225488"/>
                  </a:lnTo>
                  <a:lnTo>
                    <a:pt x="11466" y="228832"/>
                  </a:lnTo>
                  <a:lnTo>
                    <a:pt x="12421" y="230743"/>
                  </a:lnTo>
                  <a:lnTo>
                    <a:pt x="11943" y="233132"/>
                  </a:lnTo>
                  <a:lnTo>
                    <a:pt x="11466" y="235998"/>
                  </a:lnTo>
                  <a:lnTo>
                    <a:pt x="11466" y="238387"/>
                  </a:lnTo>
                  <a:lnTo>
                    <a:pt x="11466" y="240775"/>
                  </a:lnTo>
                  <a:lnTo>
                    <a:pt x="7166" y="246986"/>
                  </a:lnTo>
                  <a:lnTo>
                    <a:pt x="6210" y="249852"/>
                  </a:lnTo>
                  <a:lnTo>
                    <a:pt x="4777" y="255107"/>
                  </a:lnTo>
                  <a:lnTo>
                    <a:pt x="4777" y="257496"/>
                  </a:lnTo>
                  <a:lnTo>
                    <a:pt x="4777" y="260840"/>
                  </a:lnTo>
                  <a:lnTo>
                    <a:pt x="6210" y="264184"/>
                  </a:lnTo>
                  <a:lnTo>
                    <a:pt x="7644" y="266095"/>
                  </a:lnTo>
                  <a:lnTo>
                    <a:pt x="9555" y="271828"/>
                  </a:lnTo>
                  <a:lnTo>
                    <a:pt x="11943" y="275650"/>
                  </a:lnTo>
                  <a:lnTo>
                    <a:pt x="16243" y="283294"/>
                  </a:lnTo>
                  <a:lnTo>
                    <a:pt x="20542" y="289504"/>
                  </a:lnTo>
                  <a:lnTo>
                    <a:pt x="21020" y="291893"/>
                  </a:lnTo>
                  <a:lnTo>
                    <a:pt x="20542" y="294759"/>
                  </a:lnTo>
                  <a:lnTo>
                    <a:pt x="20542" y="298103"/>
                  </a:lnTo>
                  <a:lnTo>
                    <a:pt x="19587" y="299059"/>
                  </a:lnTo>
                  <a:lnTo>
                    <a:pt x="18153" y="300492"/>
                  </a:lnTo>
                  <a:lnTo>
                    <a:pt x="16243" y="298581"/>
                  </a:lnTo>
                  <a:lnTo>
                    <a:pt x="15287" y="297625"/>
                  </a:lnTo>
                  <a:lnTo>
                    <a:pt x="13854" y="292848"/>
                  </a:lnTo>
                  <a:lnTo>
                    <a:pt x="13376" y="292848"/>
                  </a:lnTo>
                  <a:lnTo>
                    <a:pt x="12421" y="294759"/>
                  </a:lnTo>
                  <a:lnTo>
                    <a:pt x="11466" y="295714"/>
                  </a:lnTo>
                  <a:lnTo>
                    <a:pt x="10987" y="294759"/>
                  </a:lnTo>
                  <a:lnTo>
                    <a:pt x="10032" y="294281"/>
                  </a:lnTo>
                  <a:lnTo>
                    <a:pt x="10032" y="293326"/>
                  </a:lnTo>
                  <a:lnTo>
                    <a:pt x="10510" y="292370"/>
                  </a:lnTo>
                  <a:lnTo>
                    <a:pt x="10510" y="289026"/>
                  </a:lnTo>
                  <a:lnTo>
                    <a:pt x="8599" y="287115"/>
                  </a:lnTo>
                  <a:lnTo>
                    <a:pt x="7166" y="284727"/>
                  </a:lnTo>
                  <a:lnTo>
                    <a:pt x="5255" y="284249"/>
                  </a:lnTo>
                  <a:lnTo>
                    <a:pt x="4300" y="285205"/>
                  </a:lnTo>
                  <a:lnTo>
                    <a:pt x="4300" y="286638"/>
                  </a:lnTo>
                  <a:lnTo>
                    <a:pt x="6688" y="290459"/>
                  </a:lnTo>
                  <a:lnTo>
                    <a:pt x="8121" y="294281"/>
                  </a:lnTo>
                  <a:lnTo>
                    <a:pt x="10510" y="296670"/>
                  </a:lnTo>
                  <a:lnTo>
                    <a:pt x="11943" y="297625"/>
                  </a:lnTo>
                  <a:lnTo>
                    <a:pt x="13376" y="299059"/>
                  </a:lnTo>
                  <a:lnTo>
                    <a:pt x="12898" y="302403"/>
                  </a:lnTo>
                  <a:lnTo>
                    <a:pt x="11943" y="303836"/>
                  </a:lnTo>
                  <a:lnTo>
                    <a:pt x="10987" y="304314"/>
                  </a:lnTo>
                  <a:lnTo>
                    <a:pt x="8121" y="303358"/>
                  </a:lnTo>
                  <a:lnTo>
                    <a:pt x="7166" y="300970"/>
                  </a:lnTo>
                  <a:lnTo>
                    <a:pt x="4777" y="296192"/>
                  </a:lnTo>
                  <a:lnTo>
                    <a:pt x="4300" y="294281"/>
                  </a:lnTo>
                  <a:lnTo>
                    <a:pt x="3344" y="293804"/>
                  </a:lnTo>
                  <a:lnTo>
                    <a:pt x="3344" y="294759"/>
                  </a:lnTo>
                  <a:lnTo>
                    <a:pt x="3344" y="296670"/>
                  </a:lnTo>
                  <a:lnTo>
                    <a:pt x="2866" y="297148"/>
                  </a:lnTo>
                  <a:lnTo>
                    <a:pt x="2389" y="297148"/>
                  </a:lnTo>
                  <a:lnTo>
                    <a:pt x="1433" y="296192"/>
                  </a:lnTo>
                  <a:lnTo>
                    <a:pt x="478" y="295714"/>
                  </a:lnTo>
                  <a:lnTo>
                    <a:pt x="0" y="296192"/>
                  </a:lnTo>
                  <a:lnTo>
                    <a:pt x="955" y="297148"/>
                  </a:lnTo>
                  <a:lnTo>
                    <a:pt x="2866" y="300492"/>
                  </a:lnTo>
                  <a:lnTo>
                    <a:pt x="10510" y="309569"/>
                  </a:lnTo>
                  <a:lnTo>
                    <a:pt x="16721" y="319601"/>
                  </a:lnTo>
                  <a:lnTo>
                    <a:pt x="18153" y="323423"/>
                  </a:lnTo>
                  <a:lnTo>
                    <a:pt x="19109" y="332500"/>
                  </a:lnTo>
                  <a:lnTo>
                    <a:pt x="19587" y="334411"/>
                  </a:lnTo>
                  <a:lnTo>
                    <a:pt x="23409" y="339188"/>
                  </a:lnTo>
                  <a:lnTo>
                    <a:pt x="26753" y="343965"/>
                  </a:lnTo>
                  <a:lnTo>
                    <a:pt x="28186" y="346831"/>
                  </a:lnTo>
                  <a:lnTo>
                    <a:pt x="28186" y="348743"/>
                  </a:lnTo>
                  <a:lnTo>
                    <a:pt x="28664" y="350653"/>
                  </a:lnTo>
                  <a:lnTo>
                    <a:pt x="33441" y="356386"/>
                  </a:lnTo>
                  <a:lnTo>
                    <a:pt x="35352" y="362596"/>
                  </a:lnTo>
                  <a:lnTo>
                    <a:pt x="35352" y="364508"/>
                  </a:lnTo>
                  <a:lnTo>
                    <a:pt x="34874" y="368329"/>
                  </a:lnTo>
                  <a:lnTo>
                    <a:pt x="35352" y="375018"/>
                  </a:lnTo>
                  <a:lnTo>
                    <a:pt x="35830" y="378839"/>
                  </a:lnTo>
                  <a:lnTo>
                    <a:pt x="37741" y="386005"/>
                  </a:lnTo>
                  <a:lnTo>
                    <a:pt x="39651" y="391260"/>
                  </a:lnTo>
                  <a:lnTo>
                    <a:pt x="42040" y="394604"/>
                  </a:lnTo>
                  <a:lnTo>
                    <a:pt x="44907" y="401770"/>
                  </a:lnTo>
                  <a:lnTo>
                    <a:pt x="50162" y="409892"/>
                  </a:lnTo>
                  <a:lnTo>
                    <a:pt x="50639" y="414192"/>
                  </a:lnTo>
                  <a:lnTo>
                    <a:pt x="50639" y="425179"/>
                  </a:lnTo>
                  <a:lnTo>
                    <a:pt x="50162" y="428523"/>
                  </a:lnTo>
                  <a:lnTo>
                    <a:pt x="49206" y="429479"/>
                  </a:lnTo>
                  <a:lnTo>
                    <a:pt x="48251" y="430912"/>
                  </a:lnTo>
                  <a:lnTo>
                    <a:pt x="49206" y="438078"/>
                  </a:lnTo>
                  <a:lnTo>
                    <a:pt x="49684" y="442377"/>
                  </a:lnTo>
                  <a:lnTo>
                    <a:pt x="48251" y="446199"/>
                  </a:lnTo>
                  <a:lnTo>
                    <a:pt x="46340" y="449543"/>
                  </a:lnTo>
                  <a:lnTo>
                    <a:pt x="42996" y="451932"/>
                  </a:lnTo>
                  <a:lnTo>
                    <a:pt x="39651" y="451932"/>
                  </a:lnTo>
                  <a:lnTo>
                    <a:pt x="38218" y="450499"/>
                  </a:lnTo>
                  <a:lnTo>
                    <a:pt x="35830" y="449066"/>
                  </a:lnTo>
                  <a:lnTo>
                    <a:pt x="35830" y="455276"/>
                  </a:lnTo>
                  <a:lnTo>
                    <a:pt x="35352" y="461009"/>
                  </a:lnTo>
                  <a:lnTo>
                    <a:pt x="36307" y="462920"/>
                  </a:lnTo>
                  <a:lnTo>
                    <a:pt x="36307" y="465308"/>
                  </a:lnTo>
                  <a:lnTo>
                    <a:pt x="38696" y="467219"/>
                  </a:lnTo>
                  <a:lnTo>
                    <a:pt x="40129" y="466742"/>
                  </a:lnTo>
                  <a:lnTo>
                    <a:pt x="41562" y="466264"/>
                  </a:lnTo>
                  <a:lnTo>
                    <a:pt x="47295" y="469130"/>
                  </a:lnTo>
                  <a:lnTo>
                    <a:pt x="50639" y="471519"/>
                  </a:lnTo>
                  <a:lnTo>
                    <a:pt x="55894" y="477252"/>
                  </a:lnTo>
                  <a:lnTo>
                    <a:pt x="60194" y="478685"/>
                  </a:lnTo>
                  <a:lnTo>
                    <a:pt x="66405" y="481551"/>
                  </a:lnTo>
                  <a:lnTo>
                    <a:pt x="73092" y="482507"/>
                  </a:lnTo>
                  <a:lnTo>
                    <a:pt x="78825" y="482507"/>
                  </a:lnTo>
                  <a:lnTo>
                    <a:pt x="87424" y="483940"/>
                  </a:lnTo>
                  <a:lnTo>
                    <a:pt x="89335" y="483462"/>
                  </a:lnTo>
                  <a:lnTo>
                    <a:pt x="92680" y="482984"/>
                  </a:lnTo>
                  <a:lnTo>
                    <a:pt x="95546" y="482029"/>
                  </a:lnTo>
                  <a:lnTo>
                    <a:pt x="98412" y="481551"/>
                  </a:lnTo>
                  <a:lnTo>
                    <a:pt x="106056" y="475818"/>
                  </a:lnTo>
                  <a:lnTo>
                    <a:pt x="113222" y="470086"/>
                  </a:lnTo>
                  <a:lnTo>
                    <a:pt x="117044" y="469608"/>
                  </a:lnTo>
                  <a:lnTo>
                    <a:pt x="120388" y="469608"/>
                  </a:lnTo>
                  <a:lnTo>
                    <a:pt x="124210" y="467697"/>
                  </a:lnTo>
                  <a:lnTo>
                    <a:pt x="128031" y="461964"/>
                  </a:lnTo>
                  <a:lnTo>
                    <a:pt x="129942" y="460531"/>
                  </a:lnTo>
                  <a:lnTo>
                    <a:pt x="132331" y="459098"/>
                  </a:lnTo>
                  <a:lnTo>
                    <a:pt x="139497" y="458142"/>
                  </a:lnTo>
                  <a:lnTo>
                    <a:pt x="143319" y="459098"/>
                  </a:lnTo>
                  <a:lnTo>
                    <a:pt x="145707" y="458142"/>
                  </a:lnTo>
                  <a:lnTo>
                    <a:pt x="151440" y="457187"/>
                  </a:lnTo>
                  <a:lnTo>
                    <a:pt x="162906" y="456232"/>
                  </a:lnTo>
                  <a:lnTo>
                    <a:pt x="169594" y="456709"/>
                  </a:lnTo>
                  <a:lnTo>
                    <a:pt x="173894" y="456709"/>
                  </a:lnTo>
                  <a:lnTo>
                    <a:pt x="176282" y="457187"/>
                  </a:lnTo>
                  <a:lnTo>
                    <a:pt x="177715" y="459576"/>
                  </a:lnTo>
                  <a:lnTo>
                    <a:pt x="190136" y="457187"/>
                  </a:lnTo>
                  <a:lnTo>
                    <a:pt x="193958" y="457187"/>
                  </a:lnTo>
                  <a:lnTo>
                    <a:pt x="195869" y="457665"/>
                  </a:lnTo>
                  <a:lnTo>
                    <a:pt x="198735" y="459576"/>
                  </a:lnTo>
                  <a:lnTo>
                    <a:pt x="202079" y="457665"/>
                  </a:lnTo>
                  <a:lnTo>
                    <a:pt x="204946" y="458142"/>
                  </a:lnTo>
                  <a:lnTo>
                    <a:pt x="207812" y="456232"/>
                  </a:lnTo>
                  <a:lnTo>
                    <a:pt x="212112" y="450976"/>
                  </a:lnTo>
                  <a:lnTo>
                    <a:pt x="214022" y="447633"/>
                  </a:lnTo>
                  <a:lnTo>
                    <a:pt x="216889" y="440944"/>
                  </a:lnTo>
                  <a:lnTo>
                    <a:pt x="219278" y="438556"/>
                  </a:lnTo>
                  <a:lnTo>
                    <a:pt x="222144" y="437122"/>
                  </a:lnTo>
                  <a:lnTo>
                    <a:pt x="225010" y="436645"/>
                  </a:lnTo>
                  <a:lnTo>
                    <a:pt x="229788" y="435689"/>
                  </a:lnTo>
                  <a:lnTo>
                    <a:pt x="239820" y="429957"/>
                  </a:lnTo>
                  <a:lnTo>
                    <a:pt x="243642" y="428523"/>
                  </a:lnTo>
                  <a:lnTo>
                    <a:pt x="245553" y="427568"/>
                  </a:lnTo>
                  <a:lnTo>
                    <a:pt x="252719" y="422791"/>
                  </a:lnTo>
                  <a:lnTo>
                    <a:pt x="257018" y="422313"/>
                  </a:lnTo>
                  <a:lnTo>
                    <a:pt x="269440" y="423268"/>
                  </a:lnTo>
                  <a:lnTo>
                    <a:pt x="275650" y="422791"/>
                  </a:lnTo>
                  <a:lnTo>
                    <a:pt x="280427" y="422313"/>
                  </a:lnTo>
                  <a:lnTo>
                    <a:pt x="287593" y="419924"/>
                  </a:lnTo>
                  <a:lnTo>
                    <a:pt x="295236" y="418013"/>
                  </a:lnTo>
                  <a:lnTo>
                    <a:pt x="304791" y="414192"/>
                  </a:lnTo>
                  <a:lnTo>
                    <a:pt x="312435" y="410369"/>
                  </a:lnTo>
                  <a:lnTo>
                    <a:pt x="317212" y="409414"/>
                  </a:lnTo>
                  <a:lnTo>
                    <a:pt x="324856" y="408459"/>
                  </a:lnTo>
                  <a:lnTo>
                    <a:pt x="336322" y="407503"/>
                  </a:lnTo>
                  <a:lnTo>
                    <a:pt x="349220" y="407981"/>
                  </a:lnTo>
                  <a:lnTo>
                    <a:pt x="352564" y="407503"/>
                  </a:lnTo>
                  <a:lnTo>
                    <a:pt x="353997" y="406548"/>
                  </a:lnTo>
                  <a:lnTo>
                    <a:pt x="356386" y="406070"/>
                  </a:lnTo>
                  <a:lnTo>
                    <a:pt x="359252" y="406548"/>
                  </a:lnTo>
                  <a:lnTo>
                    <a:pt x="361163" y="407026"/>
                  </a:lnTo>
                  <a:lnTo>
                    <a:pt x="367852" y="409892"/>
                  </a:lnTo>
                  <a:lnTo>
                    <a:pt x="377406" y="416580"/>
                  </a:lnTo>
                  <a:lnTo>
                    <a:pt x="379795" y="417058"/>
                  </a:lnTo>
                  <a:lnTo>
                    <a:pt x="386005" y="415625"/>
                  </a:lnTo>
                  <a:lnTo>
                    <a:pt x="388394" y="415625"/>
                  </a:lnTo>
                  <a:lnTo>
                    <a:pt x="396993" y="420402"/>
                  </a:lnTo>
                  <a:lnTo>
                    <a:pt x="400815" y="420402"/>
                  </a:lnTo>
                  <a:lnTo>
                    <a:pt x="404159" y="420402"/>
                  </a:lnTo>
                  <a:lnTo>
                    <a:pt x="406070" y="420880"/>
                  </a:lnTo>
                  <a:lnTo>
                    <a:pt x="408459" y="422313"/>
                  </a:lnTo>
                  <a:lnTo>
                    <a:pt x="411325" y="425179"/>
                  </a:lnTo>
                  <a:lnTo>
                    <a:pt x="417536" y="428523"/>
                  </a:lnTo>
                  <a:lnTo>
                    <a:pt x="418013" y="430912"/>
                  </a:lnTo>
                  <a:lnTo>
                    <a:pt x="417536" y="432345"/>
                  </a:lnTo>
                  <a:lnTo>
                    <a:pt x="416102" y="432345"/>
                  </a:lnTo>
                  <a:lnTo>
                    <a:pt x="414669" y="432823"/>
                  </a:lnTo>
                  <a:lnTo>
                    <a:pt x="416102" y="437600"/>
                  </a:lnTo>
                  <a:lnTo>
                    <a:pt x="418968" y="441422"/>
                  </a:lnTo>
                  <a:lnTo>
                    <a:pt x="424702" y="442377"/>
                  </a:lnTo>
                  <a:lnTo>
                    <a:pt x="427090" y="443333"/>
                  </a:lnTo>
                  <a:lnTo>
                    <a:pt x="428523" y="445244"/>
                  </a:lnTo>
                  <a:lnTo>
                    <a:pt x="429479" y="447633"/>
                  </a:lnTo>
                  <a:lnTo>
                    <a:pt x="430434" y="451454"/>
                  </a:lnTo>
                  <a:lnTo>
                    <a:pt x="433300" y="454799"/>
                  </a:lnTo>
                  <a:lnTo>
                    <a:pt x="436167" y="457665"/>
                  </a:lnTo>
                  <a:lnTo>
                    <a:pt x="437122" y="459098"/>
                  </a:lnTo>
                  <a:lnTo>
                    <a:pt x="438555" y="462920"/>
                  </a:lnTo>
                  <a:lnTo>
                    <a:pt x="439033" y="463875"/>
                  </a:lnTo>
                  <a:lnTo>
                    <a:pt x="439989" y="468175"/>
                  </a:lnTo>
                  <a:lnTo>
                    <a:pt x="441422" y="472474"/>
                  </a:lnTo>
                  <a:lnTo>
                    <a:pt x="440944" y="472952"/>
                  </a:lnTo>
                  <a:lnTo>
                    <a:pt x="439989" y="472952"/>
                  </a:lnTo>
                  <a:lnTo>
                    <a:pt x="438555" y="471519"/>
                  </a:lnTo>
                  <a:lnTo>
                    <a:pt x="437122" y="470564"/>
                  </a:lnTo>
                  <a:lnTo>
                    <a:pt x="436167" y="470564"/>
                  </a:lnTo>
                  <a:lnTo>
                    <a:pt x="435211" y="471519"/>
                  </a:lnTo>
                  <a:lnTo>
                    <a:pt x="435211" y="472474"/>
                  </a:lnTo>
                  <a:lnTo>
                    <a:pt x="436645" y="472474"/>
                  </a:lnTo>
                  <a:lnTo>
                    <a:pt x="437122" y="472474"/>
                  </a:lnTo>
                  <a:lnTo>
                    <a:pt x="439033" y="473908"/>
                  </a:lnTo>
                  <a:lnTo>
                    <a:pt x="440944" y="475341"/>
                  </a:lnTo>
                  <a:lnTo>
                    <a:pt x="442377" y="476296"/>
                  </a:lnTo>
                  <a:lnTo>
                    <a:pt x="445721" y="480596"/>
                  </a:lnTo>
                  <a:lnTo>
                    <a:pt x="446677" y="479640"/>
                  </a:lnTo>
                  <a:lnTo>
                    <a:pt x="448588" y="478685"/>
                  </a:lnTo>
                  <a:lnTo>
                    <a:pt x="450977" y="481074"/>
                  </a:lnTo>
                  <a:lnTo>
                    <a:pt x="451932" y="481551"/>
                  </a:lnTo>
                  <a:lnTo>
                    <a:pt x="452410" y="480596"/>
                  </a:lnTo>
                  <a:lnTo>
                    <a:pt x="451454" y="476774"/>
                  </a:lnTo>
                  <a:lnTo>
                    <a:pt x="450499" y="475818"/>
                  </a:lnTo>
                  <a:lnTo>
                    <a:pt x="450499" y="474385"/>
                  </a:lnTo>
                  <a:lnTo>
                    <a:pt x="451454" y="473430"/>
                  </a:lnTo>
                  <a:lnTo>
                    <a:pt x="451932" y="471997"/>
                  </a:lnTo>
                  <a:lnTo>
                    <a:pt x="454798" y="469130"/>
                  </a:lnTo>
                  <a:lnTo>
                    <a:pt x="461009" y="460531"/>
                  </a:lnTo>
                  <a:lnTo>
                    <a:pt x="462920" y="459576"/>
                  </a:lnTo>
                  <a:lnTo>
                    <a:pt x="465309" y="457665"/>
                  </a:lnTo>
                  <a:lnTo>
                    <a:pt x="468175" y="456232"/>
                  </a:lnTo>
                  <a:lnTo>
                    <a:pt x="471041" y="454321"/>
                  </a:lnTo>
                  <a:lnTo>
                    <a:pt x="472952" y="453843"/>
                  </a:lnTo>
                  <a:lnTo>
                    <a:pt x="474863" y="453365"/>
                  </a:lnTo>
                  <a:lnTo>
                    <a:pt x="477252" y="451932"/>
                  </a:lnTo>
                  <a:lnTo>
                    <a:pt x="479162" y="447155"/>
                  </a:lnTo>
                  <a:lnTo>
                    <a:pt x="481073" y="442377"/>
                  </a:lnTo>
                  <a:lnTo>
                    <a:pt x="482984" y="439989"/>
                  </a:lnTo>
                  <a:lnTo>
                    <a:pt x="485851" y="437600"/>
                  </a:lnTo>
                  <a:lnTo>
                    <a:pt x="488239" y="434256"/>
                  </a:lnTo>
                  <a:lnTo>
                    <a:pt x="487762" y="431867"/>
                  </a:lnTo>
                  <a:lnTo>
                    <a:pt x="487762" y="429001"/>
                  </a:lnTo>
                  <a:lnTo>
                    <a:pt x="489673" y="430912"/>
                  </a:lnTo>
                  <a:lnTo>
                    <a:pt x="490628" y="433301"/>
                  </a:lnTo>
                  <a:lnTo>
                    <a:pt x="492061" y="439989"/>
                  </a:lnTo>
                  <a:lnTo>
                    <a:pt x="490628" y="441422"/>
                  </a:lnTo>
                  <a:lnTo>
                    <a:pt x="489195" y="442377"/>
                  </a:lnTo>
                  <a:lnTo>
                    <a:pt x="489673" y="444766"/>
                  </a:lnTo>
                  <a:lnTo>
                    <a:pt x="490628" y="448110"/>
                  </a:lnTo>
                  <a:lnTo>
                    <a:pt x="490628" y="450499"/>
                  </a:lnTo>
                  <a:lnTo>
                    <a:pt x="487762" y="453365"/>
                  </a:lnTo>
                  <a:lnTo>
                    <a:pt x="485373" y="456709"/>
                  </a:lnTo>
                  <a:lnTo>
                    <a:pt x="482029" y="463398"/>
                  </a:lnTo>
                  <a:lnTo>
                    <a:pt x="482029" y="465308"/>
                  </a:lnTo>
                  <a:lnTo>
                    <a:pt x="481551" y="468175"/>
                  </a:lnTo>
                  <a:lnTo>
                    <a:pt x="481551" y="470564"/>
                  </a:lnTo>
                  <a:lnTo>
                    <a:pt x="482029" y="472952"/>
                  </a:lnTo>
                  <a:lnTo>
                    <a:pt x="481551" y="476774"/>
                  </a:lnTo>
                  <a:lnTo>
                    <a:pt x="480118" y="479640"/>
                  </a:lnTo>
                  <a:lnTo>
                    <a:pt x="478685" y="480118"/>
                  </a:lnTo>
                  <a:lnTo>
                    <a:pt x="477252" y="479640"/>
                  </a:lnTo>
                  <a:lnTo>
                    <a:pt x="474863" y="480118"/>
                  </a:lnTo>
                  <a:lnTo>
                    <a:pt x="472475" y="480118"/>
                  </a:lnTo>
                  <a:lnTo>
                    <a:pt x="470086" y="486806"/>
                  </a:lnTo>
                  <a:lnTo>
                    <a:pt x="471519" y="487284"/>
                  </a:lnTo>
                  <a:lnTo>
                    <a:pt x="472952" y="486806"/>
                  </a:lnTo>
                  <a:lnTo>
                    <a:pt x="475341" y="486806"/>
                  </a:lnTo>
                  <a:lnTo>
                    <a:pt x="477729" y="485851"/>
                  </a:lnTo>
                  <a:lnTo>
                    <a:pt x="481551" y="484895"/>
                  </a:lnTo>
                  <a:lnTo>
                    <a:pt x="483462" y="484895"/>
                  </a:lnTo>
                  <a:lnTo>
                    <a:pt x="485851" y="484895"/>
                  </a:lnTo>
                  <a:lnTo>
                    <a:pt x="489673" y="475818"/>
                  </a:lnTo>
                  <a:lnTo>
                    <a:pt x="490628" y="469608"/>
                  </a:lnTo>
                  <a:lnTo>
                    <a:pt x="492539" y="467219"/>
                  </a:lnTo>
                  <a:lnTo>
                    <a:pt x="493017" y="465308"/>
                  </a:lnTo>
                  <a:lnTo>
                    <a:pt x="493972" y="463398"/>
                  </a:lnTo>
                  <a:lnTo>
                    <a:pt x="495883" y="466742"/>
                  </a:lnTo>
                  <a:lnTo>
                    <a:pt x="497316" y="469608"/>
                  </a:lnTo>
                  <a:lnTo>
                    <a:pt x="500660" y="474385"/>
                  </a:lnTo>
                  <a:lnTo>
                    <a:pt x="502094" y="476296"/>
                  </a:lnTo>
                  <a:lnTo>
                    <a:pt x="502571" y="482507"/>
                  </a:lnTo>
                  <a:lnTo>
                    <a:pt x="500182" y="488717"/>
                  </a:lnTo>
                  <a:lnTo>
                    <a:pt x="498750" y="490628"/>
                  </a:lnTo>
                  <a:lnTo>
                    <a:pt x="497316" y="492539"/>
                  </a:lnTo>
                  <a:lnTo>
                    <a:pt x="495883" y="495406"/>
                  </a:lnTo>
                  <a:lnTo>
                    <a:pt x="499705" y="495883"/>
                  </a:lnTo>
                  <a:lnTo>
                    <a:pt x="502571" y="495883"/>
                  </a:lnTo>
                  <a:lnTo>
                    <a:pt x="506871" y="493972"/>
                  </a:lnTo>
                  <a:lnTo>
                    <a:pt x="507348" y="493494"/>
                  </a:lnTo>
                  <a:lnTo>
                    <a:pt x="509737" y="493494"/>
                  </a:lnTo>
                  <a:lnTo>
                    <a:pt x="510215" y="492539"/>
                  </a:lnTo>
                  <a:lnTo>
                    <a:pt x="512603" y="491583"/>
                  </a:lnTo>
                  <a:lnTo>
                    <a:pt x="514037" y="490150"/>
                  </a:lnTo>
                  <a:lnTo>
                    <a:pt x="515948" y="489673"/>
                  </a:lnTo>
                  <a:lnTo>
                    <a:pt x="517859" y="490150"/>
                  </a:lnTo>
                  <a:lnTo>
                    <a:pt x="517859" y="490628"/>
                  </a:lnTo>
                  <a:lnTo>
                    <a:pt x="518336" y="491106"/>
                  </a:lnTo>
                  <a:lnTo>
                    <a:pt x="517859" y="492539"/>
                  </a:lnTo>
                  <a:lnTo>
                    <a:pt x="517859" y="495406"/>
                  </a:lnTo>
                  <a:lnTo>
                    <a:pt x="516425" y="494928"/>
                  </a:lnTo>
                  <a:lnTo>
                    <a:pt x="515470" y="493494"/>
                  </a:lnTo>
                  <a:lnTo>
                    <a:pt x="514037" y="493972"/>
                  </a:lnTo>
                  <a:lnTo>
                    <a:pt x="513559" y="494928"/>
                  </a:lnTo>
                  <a:lnTo>
                    <a:pt x="511171" y="494450"/>
                  </a:lnTo>
                  <a:lnTo>
                    <a:pt x="511648" y="495406"/>
                  </a:lnTo>
                  <a:lnTo>
                    <a:pt x="512603" y="496839"/>
                  </a:lnTo>
                  <a:lnTo>
                    <a:pt x="516903" y="500183"/>
                  </a:lnTo>
                  <a:lnTo>
                    <a:pt x="521203" y="504482"/>
                  </a:lnTo>
                  <a:lnTo>
                    <a:pt x="523114" y="506393"/>
                  </a:lnTo>
                  <a:lnTo>
                    <a:pt x="526458" y="512126"/>
                  </a:lnTo>
                  <a:lnTo>
                    <a:pt x="528846" y="518814"/>
                  </a:lnTo>
                  <a:lnTo>
                    <a:pt x="528846" y="520725"/>
                  </a:lnTo>
                  <a:lnTo>
                    <a:pt x="527413" y="524547"/>
                  </a:lnTo>
                  <a:lnTo>
                    <a:pt x="526458" y="527891"/>
                  </a:lnTo>
                  <a:lnTo>
                    <a:pt x="526935" y="529802"/>
                  </a:lnTo>
                  <a:lnTo>
                    <a:pt x="527413" y="532190"/>
                  </a:lnTo>
                  <a:lnTo>
                    <a:pt x="529324" y="534579"/>
                  </a:lnTo>
                  <a:lnTo>
                    <a:pt x="536012" y="541267"/>
                  </a:lnTo>
                  <a:lnTo>
                    <a:pt x="539357" y="547000"/>
                  </a:lnTo>
                  <a:lnTo>
                    <a:pt x="544134" y="549867"/>
                  </a:lnTo>
                  <a:lnTo>
                    <a:pt x="551778" y="551300"/>
                  </a:lnTo>
                  <a:lnTo>
                    <a:pt x="556077" y="553211"/>
                  </a:lnTo>
                  <a:lnTo>
                    <a:pt x="559899" y="557510"/>
                  </a:lnTo>
                  <a:lnTo>
                    <a:pt x="561332" y="557988"/>
                  </a:lnTo>
                  <a:lnTo>
                    <a:pt x="563243" y="558466"/>
                  </a:lnTo>
                  <a:lnTo>
                    <a:pt x="566109" y="555599"/>
                  </a:lnTo>
                  <a:lnTo>
                    <a:pt x="569931" y="556077"/>
                  </a:lnTo>
                  <a:lnTo>
                    <a:pt x="575186" y="558466"/>
                  </a:lnTo>
                  <a:lnTo>
                    <a:pt x="578530" y="557988"/>
                  </a:lnTo>
                  <a:lnTo>
                    <a:pt x="580441" y="558466"/>
                  </a:lnTo>
                  <a:lnTo>
                    <a:pt x="583785" y="559899"/>
                  </a:lnTo>
                  <a:lnTo>
                    <a:pt x="588085" y="562765"/>
                  </a:lnTo>
                  <a:lnTo>
                    <a:pt x="592862" y="564198"/>
                  </a:lnTo>
                  <a:lnTo>
                    <a:pt x="595728" y="566587"/>
                  </a:lnTo>
                  <a:lnTo>
                    <a:pt x="598117" y="567065"/>
                  </a:lnTo>
                  <a:lnTo>
                    <a:pt x="601939" y="568498"/>
                  </a:lnTo>
                  <a:lnTo>
                    <a:pt x="604805" y="567065"/>
                  </a:lnTo>
                  <a:lnTo>
                    <a:pt x="607672" y="565632"/>
                  </a:lnTo>
                  <a:lnTo>
                    <a:pt x="613405" y="559899"/>
                  </a:lnTo>
                  <a:lnTo>
                    <a:pt x="617704" y="557510"/>
                  </a:lnTo>
                  <a:lnTo>
                    <a:pt x="620092" y="556555"/>
                  </a:lnTo>
                  <a:lnTo>
                    <a:pt x="622004" y="556077"/>
                  </a:lnTo>
                  <a:lnTo>
                    <a:pt x="624392" y="554166"/>
                  </a:lnTo>
                  <a:lnTo>
                    <a:pt x="622959" y="553211"/>
                  </a:lnTo>
                  <a:lnTo>
                    <a:pt x="621526" y="553211"/>
                  </a:lnTo>
                  <a:lnTo>
                    <a:pt x="619137" y="552733"/>
                  </a:lnTo>
                  <a:lnTo>
                    <a:pt x="620571" y="551778"/>
                  </a:lnTo>
                  <a:lnTo>
                    <a:pt x="622004" y="551300"/>
                  </a:lnTo>
                  <a:lnTo>
                    <a:pt x="628692" y="547000"/>
                  </a:lnTo>
                  <a:lnTo>
                    <a:pt x="630603" y="548433"/>
                  </a:lnTo>
                  <a:lnTo>
                    <a:pt x="632036" y="549867"/>
                  </a:lnTo>
                  <a:lnTo>
                    <a:pt x="633469" y="551300"/>
                  </a:lnTo>
                  <a:lnTo>
                    <a:pt x="632514" y="554166"/>
                  </a:lnTo>
                  <a:lnTo>
                    <a:pt x="631558" y="555122"/>
                  </a:lnTo>
                  <a:lnTo>
                    <a:pt x="629169" y="557510"/>
                  </a:lnTo>
                  <a:lnTo>
                    <a:pt x="626781" y="557510"/>
                  </a:lnTo>
                  <a:lnTo>
                    <a:pt x="625348" y="557032"/>
                  </a:lnTo>
                  <a:lnTo>
                    <a:pt x="628214" y="559421"/>
                  </a:lnTo>
                  <a:lnTo>
                    <a:pt x="630125" y="560854"/>
                  </a:lnTo>
                  <a:lnTo>
                    <a:pt x="634903" y="557988"/>
                  </a:lnTo>
                  <a:lnTo>
                    <a:pt x="635858" y="556077"/>
                  </a:lnTo>
                  <a:lnTo>
                    <a:pt x="636813" y="554644"/>
                  </a:lnTo>
                  <a:lnTo>
                    <a:pt x="638246" y="554644"/>
                  </a:lnTo>
                  <a:lnTo>
                    <a:pt x="640635" y="555122"/>
                  </a:lnTo>
                  <a:lnTo>
                    <a:pt x="641113" y="556555"/>
                  </a:lnTo>
                  <a:lnTo>
                    <a:pt x="641590" y="558466"/>
                  </a:lnTo>
                  <a:lnTo>
                    <a:pt x="640157" y="558943"/>
                  </a:lnTo>
                  <a:lnTo>
                    <a:pt x="639202" y="560377"/>
                  </a:lnTo>
                  <a:lnTo>
                    <a:pt x="638724" y="561810"/>
                  </a:lnTo>
                  <a:lnTo>
                    <a:pt x="641590" y="563243"/>
                  </a:lnTo>
                  <a:lnTo>
                    <a:pt x="643024" y="564676"/>
                  </a:lnTo>
                  <a:lnTo>
                    <a:pt x="644935" y="564676"/>
                  </a:lnTo>
                  <a:lnTo>
                    <a:pt x="646846" y="564676"/>
                  </a:lnTo>
                  <a:lnTo>
                    <a:pt x="648279" y="567065"/>
                  </a:lnTo>
                  <a:lnTo>
                    <a:pt x="649712" y="570409"/>
                  </a:lnTo>
                  <a:lnTo>
                    <a:pt x="651145" y="569454"/>
                  </a:lnTo>
                  <a:lnTo>
                    <a:pt x="652101" y="568498"/>
                  </a:lnTo>
                  <a:lnTo>
                    <a:pt x="654012" y="569454"/>
                  </a:lnTo>
                  <a:lnTo>
                    <a:pt x="655922" y="571842"/>
                  </a:lnTo>
                  <a:lnTo>
                    <a:pt x="657356" y="574231"/>
                  </a:lnTo>
                  <a:lnTo>
                    <a:pt x="657356" y="575186"/>
                  </a:lnTo>
                  <a:lnTo>
                    <a:pt x="658789" y="575664"/>
                  </a:lnTo>
                  <a:lnTo>
                    <a:pt x="659744" y="575186"/>
                  </a:lnTo>
                  <a:lnTo>
                    <a:pt x="660222" y="574231"/>
                  </a:lnTo>
                  <a:lnTo>
                    <a:pt x="660222" y="571842"/>
                  </a:lnTo>
                  <a:lnTo>
                    <a:pt x="660222" y="568976"/>
                  </a:lnTo>
                  <a:lnTo>
                    <a:pt x="659267" y="568498"/>
                  </a:lnTo>
                  <a:lnTo>
                    <a:pt x="657356" y="569931"/>
                  </a:lnTo>
                  <a:lnTo>
                    <a:pt x="656400" y="568976"/>
                  </a:lnTo>
                  <a:lnTo>
                    <a:pt x="654967" y="567543"/>
                  </a:lnTo>
                  <a:lnTo>
                    <a:pt x="654967" y="566109"/>
                  </a:lnTo>
                  <a:lnTo>
                    <a:pt x="656400" y="565632"/>
                  </a:lnTo>
                  <a:lnTo>
                    <a:pt x="657833" y="565632"/>
                  </a:lnTo>
                  <a:lnTo>
                    <a:pt x="659267" y="565632"/>
                  </a:lnTo>
                  <a:lnTo>
                    <a:pt x="667865" y="564676"/>
                  </a:lnTo>
                  <a:lnTo>
                    <a:pt x="678376" y="554644"/>
                  </a:lnTo>
                  <a:lnTo>
                    <a:pt x="683153" y="550822"/>
                  </a:lnTo>
                  <a:lnTo>
                    <a:pt x="687930" y="547956"/>
                  </a:lnTo>
                  <a:lnTo>
                    <a:pt x="693185" y="546045"/>
                  </a:lnTo>
                  <a:lnTo>
                    <a:pt x="695574" y="545567"/>
                  </a:lnTo>
                  <a:lnTo>
                    <a:pt x="708951" y="544612"/>
                  </a:lnTo>
                  <a:lnTo>
                    <a:pt x="716117" y="544612"/>
                  </a:lnTo>
                  <a:lnTo>
                    <a:pt x="719938" y="544134"/>
                  </a:lnTo>
                  <a:lnTo>
                    <a:pt x="721371" y="543178"/>
                  </a:lnTo>
                  <a:lnTo>
                    <a:pt x="724238" y="540790"/>
                  </a:lnTo>
                  <a:lnTo>
                    <a:pt x="726149" y="538879"/>
                  </a:lnTo>
                  <a:lnTo>
                    <a:pt x="729015" y="538401"/>
                  </a:lnTo>
                  <a:lnTo>
                    <a:pt x="729493" y="536490"/>
                  </a:lnTo>
                  <a:lnTo>
                    <a:pt x="729493" y="534579"/>
                  </a:lnTo>
                  <a:lnTo>
                    <a:pt x="729970" y="532190"/>
                  </a:lnTo>
                  <a:lnTo>
                    <a:pt x="729015" y="528369"/>
                  </a:lnTo>
                  <a:lnTo>
                    <a:pt x="729493" y="523114"/>
                  </a:lnTo>
                  <a:lnTo>
                    <a:pt x="729970" y="520247"/>
                  </a:lnTo>
                  <a:lnTo>
                    <a:pt x="731404" y="516425"/>
                  </a:lnTo>
                  <a:lnTo>
                    <a:pt x="731881" y="512126"/>
                  </a:lnTo>
                  <a:lnTo>
                    <a:pt x="732837" y="506871"/>
                  </a:lnTo>
                  <a:lnTo>
                    <a:pt x="733315" y="503527"/>
                  </a:lnTo>
                  <a:lnTo>
                    <a:pt x="733792" y="500183"/>
                  </a:lnTo>
                  <a:lnTo>
                    <a:pt x="736181" y="496839"/>
                  </a:lnTo>
                  <a:lnTo>
                    <a:pt x="737614" y="494450"/>
                  </a:lnTo>
                  <a:lnTo>
                    <a:pt x="741436" y="486329"/>
                  </a:lnTo>
                  <a:lnTo>
                    <a:pt x="742869" y="485851"/>
                  </a:lnTo>
                  <a:lnTo>
                    <a:pt x="743825" y="485851"/>
                  </a:lnTo>
                  <a:lnTo>
                    <a:pt x="744302" y="485373"/>
                  </a:lnTo>
                  <a:lnTo>
                    <a:pt x="744302" y="484895"/>
                  </a:lnTo>
                  <a:lnTo>
                    <a:pt x="744302" y="484417"/>
                  </a:lnTo>
                  <a:lnTo>
                    <a:pt x="743825" y="483462"/>
                  </a:lnTo>
                  <a:lnTo>
                    <a:pt x="743825" y="482507"/>
                  </a:lnTo>
                  <a:lnTo>
                    <a:pt x="745258" y="482029"/>
                  </a:lnTo>
                  <a:lnTo>
                    <a:pt x="745736" y="482029"/>
                  </a:lnTo>
                  <a:lnTo>
                    <a:pt x="746213" y="482029"/>
                  </a:lnTo>
                  <a:lnTo>
                    <a:pt x="746213" y="481551"/>
                  </a:lnTo>
                  <a:lnTo>
                    <a:pt x="745736" y="479163"/>
                  </a:lnTo>
                  <a:lnTo>
                    <a:pt x="746213" y="476296"/>
                  </a:lnTo>
                  <a:lnTo>
                    <a:pt x="747647" y="470564"/>
                  </a:lnTo>
                  <a:lnTo>
                    <a:pt x="748602" y="468175"/>
                  </a:lnTo>
                  <a:lnTo>
                    <a:pt x="749079" y="466264"/>
                  </a:lnTo>
                  <a:lnTo>
                    <a:pt x="751946" y="463398"/>
                  </a:lnTo>
                  <a:lnTo>
                    <a:pt x="754335" y="460531"/>
                  </a:lnTo>
                  <a:lnTo>
                    <a:pt x="753857" y="460053"/>
                  </a:lnTo>
                  <a:lnTo>
                    <a:pt x="752424" y="460053"/>
                  </a:lnTo>
                  <a:lnTo>
                    <a:pt x="753379" y="459098"/>
                  </a:lnTo>
                  <a:lnTo>
                    <a:pt x="753857" y="459098"/>
                  </a:lnTo>
                  <a:lnTo>
                    <a:pt x="754813" y="459576"/>
                  </a:lnTo>
                  <a:lnTo>
                    <a:pt x="755768" y="458142"/>
                  </a:lnTo>
                  <a:lnTo>
                    <a:pt x="755768" y="456232"/>
                  </a:lnTo>
                  <a:lnTo>
                    <a:pt x="756245" y="453365"/>
                  </a:lnTo>
                  <a:lnTo>
                    <a:pt x="755768" y="450499"/>
                  </a:lnTo>
                  <a:lnTo>
                    <a:pt x="757201" y="450021"/>
                  </a:lnTo>
                  <a:lnTo>
                    <a:pt x="758634" y="449543"/>
                  </a:lnTo>
                  <a:lnTo>
                    <a:pt x="759112" y="446677"/>
                  </a:lnTo>
                  <a:lnTo>
                    <a:pt x="759590" y="445722"/>
                  </a:lnTo>
                  <a:lnTo>
                    <a:pt x="760545" y="444766"/>
                  </a:lnTo>
                  <a:lnTo>
                    <a:pt x="761978" y="442377"/>
                  </a:lnTo>
                  <a:lnTo>
                    <a:pt x="763411" y="439989"/>
                  </a:lnTo>
                  <a:lnTo>
                    <a:pt x="766278" y="435689"/>
                  </a:lnTo>
                  <a:lnTo>
                    <a:pt x="769144" y="434256"/>
                  </a:lnTo>
                  <a:lnTo>
                    <a:pt x="772966" y="432823"/>
                  </a:lnTo>
                  <a:lnTo>
                    <a:pt x="773444" y="431867"/>
                  </a:lnTo>
                  <a:lnTo>
                    <a:pt x="772488" y="431390"/>
                  </a:lnTo>
                  <a:lnTo>
                    <a:pt x="772488" y="430912"/>
                  </a:lnTo>
                  <a:lnTo>
                    <a:pt x="773922" y="430912"/>
                  </a:lnTo>
                  <a:lnTo>
                    <a:pt x="774877" y="429479"/>
                  </a:lnTo>
                  <a:lnTo>
                    <a:pt x="776310" y="428523"/>
                  </a:lnTo>
                  <a:lnTo>
                    <a:pt x="779177" y="426135"/>
                  </a:lnTo>
                  <a:lnTo>
                    <a:pt x="780132" y="423746"/>
                  </a:lnTo>
                  <a:lnTo>
                    <a:pt x="780610" y="421835"/>
                  </a:lnTo>
                  <a:lnTo>
                    <a:pt x="781088" y="417535"/>
                  </a:lnTo>
                  <a:lnTo>
                    <a:pt x="785387" y="411803"/>
                  </a:lnTo>
                  <a:lnTo>
                    <a:pt x="788731" y="404637"/>
                  </a:lnTo>
                  <a:lnTo>
                    <a:pt x="789209" y="399860"/>
                  </a:lnTo>
                  <a:lnTo>
                    <a:pt x="790165" y="396993"/>
                  </a:lnTo>
                  <a:lnTo>
                    <a:pt x="790642" y="393171"/>
                  </a:lnTo>
                  <a:lnTo>
                    <a:pt x="790165" y="389350"/>
                  </a:lnTo>
                  <a:lnTo>
                    <a:pt x="790165" y="386005"/>
                  </a:lnTo>
                  <a:lnTo>
                    <a:pt x="793508" y="377884"/>
                  </a:lnTo>
                  <a:lnTo>
                    <a:pt x="793986" y="374540"/>
                  </a:lnTo>
                  <a:lnTo>
                    <a:pt x="794942" y="372151"/>
                  </a:lnTo>
                  <a:lnTo>
                    <a:pt x="796375" y="364030"/>
                  </a:lnTo>
                  <a:lnTo>
                    <a:pt x="796375" y="359730"/>
                  </a:lnTo>
                  <a:lnTo>
                    <a:pt x="798763" y="354475"/>
                  </a:lnTo>
                  <a:lnTo>
                    <a:pt x="801630" y="350653"/>
                  </a:lnTo>
                  <a:lnTo>
                    <a:pt x="802108" y="346831"/>
                  </a:lnTo>
                  <a:lnTo>
                    <a:pt x="801152" y="343965"/>
                  </a:lnTo>
                  <a:lnTo>
                    <a:pt x="801152" y="3377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8" name="Freeform 3317">
              <a:extLst>
                <a:ext uri="{FF2B5EF4-FFF2-40B4-BE49-F238E27FC236}">
                  <a16:creationId xmlns:a16="http://schemas.microsoft.com/office/drawing/2014/main" id="{AFBF0E16-B024-BE80-8A34-457EAB1356BD}"/>
                </a:ext>
              </a:extLst>
            </p:cNvPr>
            <p:cNvSpPr/>
            <p:nvPr/>
          </p:nvSpPr>
          <p:spPr>
            <a:xfrm>
              <a:off x="8462671" y="4940797"/>
              <a:ext cx="10987" cy="9076"/>
            </a:xfrm>
            <a:custGeom>
              <a:avLst/>
              <a:gdLst>
                <a:gd name="csX0" fmla="*/ 1911 w 10987"/>
                <a:gd name="csY0" fmla="*/ 9077 h 9076"/>
                <a:gd name="csX1" fmla="*/ 5255 w 10987"/>
                <a:gd name="csY1" fmla="*/ 8121 h 9076"/>
                <a:gd name="csX2" fmla="*/ 9077 w 10987"/>
                <a:gd name="csY2" fmla="*/ 9077 h 9076"/>
                <a:gd name="csX3" fmla="*/ 10987 w 10987"/>
                <a:gd name="csY3" fmla="*/ 9077 h 9076"/>
                <a:gd name="csX4" fmla="*/ 10987 w 10987"/>
                <a:gd name="csY4" fmla="*/ 8121 h 9076"/>
                <a:gd name="csX5" fmla="*/ 10510 w 10987"/>
                <a:gd name="csY5" fmla="*/ 7166 h 9076"/>
                <a:gd name="csX6" fmla="*/ 10032 w 10987"/>
                <a:gd name="csY6" fmla="*/ 6688 h 9076"/>
                <a:gd name="csX7" fmla="*/ 8121 w 10987"/>
                <a:gd name="csY7" fmla="*/ 6211 h 9076"/>
                <a:gd name="csX8" fmla="*/ 7644 w 10987"/>
                <a:gd name="csY8" fmla="*/ 4777 h 9076"/>
                <a:gd name="csX9" fmla="*/ 6688 w 10987"/>
                <a:gd name="csY9" fmla="*/ 3344 h 9076"/>
                <a:gd name="csX10" fmla="*/ 6688 w 10987"/>
                <a:gd name="csY10" fmla="*/ 1433 h 9076"/>
                <a:gd name="csX11" fmla="*/ 5733 w 10987"/>
                <a:gd name="csY11" fmla="*/ 0 h 9076"/>
                <a:gd name="csX12" fmla="*/ 4777 w 10987"/>
                <a:gd name="csY12" fmla="*/ 0 h 9076"/>
                <a:gd name="csX13" fmla="*/ 4300 w 10987"/>
                <a:gd name="csY13" fmla="*/ 478 h 9076"/>
                <a:gd name="csX14" fmla="*/ 2389 w 10987"/>
                <a:gd name="csY14" fmla="*/ 2389 h 9076"/>
                <a:gd name="csX15" fmla="*/ 2866 w 10987"/>
                <a:gd name="csY15" fmla="*/ 3822 h 9076"/>
                <a:gd name="csX16" fmla="*/ 2866 w 10987"/>
                <a:gd name="csY16" fmla="*/ 5733 h 9076"/>
                <a:gd name="csX17" fmla="*/ 1911 w 10987"/>
                <a:gd name="csY17" fmla="*/ 6688 h 9076"/>
                <a:gd name="csX18" fmla="*/ 478 w 10987"/>
                <a:gd name="csY18" fmla="*/ 6211 h 9076"/>
                <a:gd name="csX19" fmla="*/ 0 w 10987"/>
                <a:gd name="csY19" fmla="*/ 8121 h 9076"/>
                <a:gd name="csX20" fmla="*/ 478 w 10987"/>
                <a:gd name="csY20" fmla="*/ 9077 h 9076"/>
                <a:gd name="csX21" fmla="*/ 1911 w 10987"/>
                <a:gd name="csY21" fmla="*/ 9077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0987" h="9076">
                  <a:moveTo>
                    <a:pt x="1911" y="9077"/>
                  </a:moveTo>
                  <a:lnTo>
                    <a:pt x="5255" y="8121"/>
                  </a:lnTo>
                  <a:lnTo>
                    <a:pt x="9077" y="9077"/>
                  </a:lnTo>
                  <a:lnTo>
                    <a:pt x="10987" y="9077"/>
                  </a:lnTo>
                  <a:lnTo>
                    <a:pt x="10987" y="8121"/>
                  </a:lnTo>
                  <a:lnTo>
                    <a:pt x="10510" y="7166"/>
                  </a:lnTo>
                  <a:lnTo>
                    <a:pt x="10032" y="6688"/>
                  </a:lnTo>
                  <a:lnTo>
                    <a:pt x="8121" y="6211"/>
                  </a:lnTo>
                  <a:lnTo>
                    <a:pt x="7644" y="4777"/>
                  </a:lnTo>
                  <a:lnTo>
                    <a:pt x="6688" y="3344"/>
                  </a:lnTo>
                  <a:lnTo>
                    <a:pt x="6688" y="1433"/>
                  </a:lnTo>
                  <a:lnTo>
                    <a:pt x="5733" y="0"/>
                  </a:lnTo>
                  <a:lnTo>
                    <a:pt x="4777" y="0"/>
                  </a:lnTo>
                  <a:lnTo>
                    <a:pt x="4300" y="478"/>
                  </a:lnTo>
                  <a:lnTo>
                    <a:pt x="2389" y="2389"/>
                  </a:lnTo>
                  <a:lnTo>
                    <a:pt x="2866" y="3822"/>
                  </a:lnTo>
                  <a:lnTo>
                    <a:pt x="2866" y="5733"/>
                  </a:lnTo>
                  <a:lnTo>
                    <a:pt x="1911" y="6688"/>
                  </a:lnTo>
                  <a:lnTo>
                    <a:pt x="478" y="6211"/>
                  </a:lnTo>
                  <a:lnTo>
                    <a:pt x="0" y="8121"/>
                  </a:lnTo>
                  <a:lnTo>
                    <a:pt x="478" y="9077"/>
                  </a:lnTo>
                  <a:lnTo>
                    <a:pt x="1911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9" name="Freeform 3318">
              <a:extLst>
                <a:ext uri="{FF2B5EF4-FFF2-40B4-BE49-F238E27FC236}">
                  <a16:creationId xmlns:a16="http://schemas.microsoft.com/office/drawing/2014/main" id="{F6B61F9C-27CF-6BFA-C0D9-3B1C44E84185}"/>
                </a:ext>
              </a:extLst>
            </p:cNvPr>
            <p:cNvSpPr/>
            <p:nvPr/>
          </p:nvSpPr>
          <p:spPr>
            <a:xfrm>
              <a:off x="8123005" y="5212148"/>
              <a:ext cx="5254" cy="11465"/>
            </a:xfrm>
            <a:custGeom>
              <a:avLst/>
              <a:gdLst>
                <a:gd name="csX0" fmla="*/ 4299 w 5254"/>
                <a:gd name="csY0" fmla="*/ 8599 h 11465"/>
                <a:gd name="csX1" fmla="*/ 4299 w 5254"/>
                <a:gd name="csY1" fmla="*/ 7166 h 11465"/>
                <a:gd name="csX2" fmla="*/ 3344 w 5254"/>
                <a:gd name="csY2" fmla="*/ 5733 h 11465"/>
                <a:gd name="csX3" fmla="*/ 1433 w 5254"/>
                <a:gd name="csY3" fmla="*/ 0 h 11465"/>
                <a:gd name="csX4" fmla="*/ 478 w 5254"/>
                <a:gd name="csY4" fmla="*/ 0 h 11465"/>
                <a:gd name="csX5" fmla="*/ 0 w 5254"/>
                <a:gd name="csY5" fmla="*/ 955 h 11465"/>
                <a:gd name="csX6" fmla="*/ 955 w 5254"/>
                <a:gd name="csY6" fmla="*/ 5255 h 11465"/>
                <a:gd name="csX7" fmla="*/ 4777 w 5254"/>
                <a:gd name="csY7" fmla="*/ 11465 h 11465"/>
                <a:gd name="csX8" fmla="*/ 5255 w 5254"/>
                <a:gd name="csY8" fmla="*/ 10510 h 11465"/>
                <a:gd name="csX9" fmla="*/ 4777 w 5254"/>
                <a:gd name="csY9" fmla="*/ 9077 h 11465"/>
                <a:gd name="csX10" fmla="*/ 4299 w 5254"/>
                <a:gd name="csY10" fmla="*/ 8599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4" h="11465">
                  <a:moveTo>
                    <a:pt x="4299" y="8599"/>
                  </a:moveTo>
                  <a:lnTo>
                    <a:pt x="4299" y="7166"/>
                  </a:lnTo>
                  <a:lnTo>
                    <a:pt x="3344" y="5733"/>
                  </a:lnTo>
                  <a:lnTo>
                    <a:pt x="1433" y="0"/>
                  </a:lnTo>
                  <a:lnTo>
                    <a:pt x="478" y="0"/>
                  </a:lnTo>
                  <a:lnTo>
                    <a:pt x="0" y="955"/>
                  </a:lnTo>
                  <a:lnTo>
                    <a:pt x="955" y="5255"/>
                  </a:lnTo>
                  <a:lnTo>
                    <a:pt x="4777" y="11465"/>
                  </a:lnTo>
                  <a:lnTo>
                    <a:pt x="5255" y="10510"/>
                  </a:lnTo>
                  <a:lnTo>
                    <a:pt x="4777" y="9077"/>
                  </a:lnTo>
                  <a:lnTo>
                    <a:pt x="4299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0" name="Freeform 3319">
              <a:extLst>
                <a:ext uri="{FF2B5EF4-FFF2-40B4-BE49-F238E27FC236}">
                  <a16:creationId xmlns:a16="http://schemas.microsoft.com/office/drawing/2014/main" id="{B8002E47-D99B-1161-3CD3-A0FE6C57C812}"/>
                </a:ext>
              </a:extLst>
            </p:cNvPr>
            <p:cNvSpPr/>
            <p:nvPr/>
          </p:nvSpPr>
          <p:spPr>
            <a:xfrm>
              <a:off x="8170300" y="5116602"/>
              <a:ext cx="2866" cy="3821"/>
            </a:xfrm>
            <a:custGeom>
              <a:avLst/>
              <a:gdLst>
                <a:gd name="csX0" fmla="*/ 1911 w 2866"/>
                <a:gd name="csY0" fmla="*/ 3822 h 3821"/>
                <a:gd name="csX1" fmla="*/ 2867 w 2866"/>
                <a:gd name="csY1" fmla="*/ 2389 h 3821"/>
                <a:gd name="csX2" fmla="*/ 2867 w 2866"/>
                <a:gd name="csY2" fmla="*/ 955 h 3821"/>
                <a:gd name="csX3" fmla="*/ 2389 w 2866"/>
                <a:gd name="csY3" fmla="*/ 0 h 3821"/>
                <a:gd name="csX4" fmla="*/ 956 w 2866"/>
                <a:gd name="csY4" fmla="*/ 1433 h 3821"/>
                <a:gd name="csX5" fmla="*/ 0 w 2866"/>
                <a:gd name="csY5" fmla="*/ 2866 h 3821"/>
                <a:gd name="csX6" fmla="*/ 478 w 2866"/>
                <a:gd name="csY6" fmla="*/ 3344 h 3821"/>
                <a:gd name="csX7" fmla="*/ 1911 w 2866"/>
                <a:gd name="csY7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821">
                  <a:moveTo>
                    <a:pt x="1911" y="3822"/>
                  </a:moveTo>
                  <a:lnTo>
                    <a:pt x="2867" y="2389"/>
                  </a:lnTo>
                  <a:lnTo>
                    <a:pt x="2867" y="955"/>
                  </a:lnTo>
                  <a:lnTo>
                    <a:pt x="2389" y="0"/>
                  </a:lnTo>
                  <a:lnTo>
                    <a:pt x="956" y="1433"/>
                  </a:lnTo>
                  <a:lnTo>
                    <a:pt x="0" y="2866"/>
                  </a:lnTo>
                  <a:lnTo>
                    <a:pt x="478" y="3344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1" name="Freeform 3320">
              <a:extLst>
                <a:ext uri="{FF2B5EF4-FFF2-40B4-BE49-F238E27FC236}">
                  <a16:creationId xmlns:a16="http://schemas.microsoft.com/office/drawing/2014/main" id="{2EA4BD7A-EC9F-9E8F-9E7B-9ECA448829CB}"/>
                </a:ext>
              </a:extLst>
            </p:cNvPr>
            <p:cNvSpPr/>
            <p:nvPr/>
          </p:nvSpPr>
          <p:spPr>
            <a:xfrm>
              <a:off x="8352315" y="5013890"/>
              <a:ext cx="2388" cy="2866"/>
            </a:xfrm>
            <a:custGeom>
              <a:avLst/>
              <a:gdLst>
                <a:gd name="csX0" fmla="*/ 955 w 2388"/>
                <a:gd name="csY0" fmla="*/ 2866 h 2866"/>
                <a:gd name="csX1" fmla="*/ 1433 w 2388"/>
                <a:gd name="csY1" fmla="*/ 2866 h 2866"/>
                <a:gd name="csX2" fmla="*/ 2389 w 2388"/>
                <a:gd name="csY2" fmla="*/ 2389 h 2866"/>
                <a:gd name="csX3" fmla="*/ 2389 w 2388"/>
                <a:gd name="csY3" fmla="*/ 1433 h 2866"/>
                <a:gd name="csX4" fmla="*/ 1910 w 2388"/>
                <a:gd name="csY4" fmla="*/ 955 h 2866"/>
                <a:gd name="csX5" fmla="*/ 1433 w 2388"/>
                <a:gd name="csY5" fmla="*/ 0 h 2866"/>
                <a:gd name="csX6" fmla="*/ 955 w 2388"/>
                <a:gd name="csY6" fmla="*/ 0 h 2866"/>
                <a:gd name="csX7" fmla="*/ 478 w 2388"/>
                <a:gd name="csY7" fmla="*/ 478 h 2866"/>
                <a:gd name="csX8" fmla="*/ 0 w 2388"/>
                <a:gd name="csY8" fmla="*/ 1433 h 2866"/>
                <a:gd name="csX9" fmla="*/ 955 w 2388"/>
                <a:gd name="csY9" fmla="*/ 1911 h 2866"/>
                <a:gd name="csX10" fmla="*/ 955 w 2388"/>
                <a:gd name="csY10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2866">
                  <a:moveTo>
                    <a:pt x="955" y="2866"/>
                  </a:moveTo>
                  <a:lnTo>
                    <a:pt x="1433" y="2866"/>
                  </a:lnTo>
                  <a:lnTo>
                    <a:pt x="2389" y="2389"/>
                  </a:lnTo>
                  <a:lnTo>
                    <a:pt x="2389" y="1433"/>
                  </a:lnTo>
                  <a:lnTo>
                    <a:pt x="1910" y="955"/>
                  </a:lnTo>
                  <a:lnTo>
                    <a:pt x="1433" y="0"/>
                  </a:lnTo>
                  <a:lnTo>
                    <a:pt x="955" y="0"/>
                  </a:lnTo>
                  <a:lnTo>
                    <a:pt x="478" y="478"/>
                  </a:lnTo>
                  <a:lnTo>
                    <a:pt x="0" y="1433"/>
                  </a:lnTo>
                  <a:lnTo>
                    <a:pt x="955" y="1911"/>
                  </a:lnTo>
                  <a:lnTo>
                    <a:pt x="9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2" name="Freeform 3321">
              <a:extLst>
                <a:ext uri="{FF2B5EF4-FFF2-40B4-BE49-F238E27FC236}">
                  <a16:creationId xmlns:a16="http://schemas.microsoft.com/office/drawing/2014/main" id="{0626FAE8-2981-7651-36A8-E8D442DCCE53}"/>
                </a:ext>
              </a:extLst>
            </p:cNvPr>
            <p:cNvSpPr/>
            <p:nvPr/>
          </p:nvSpPr>
          <p:spPr>
            <a:xfrm>
              <a:off x="8364259" y="4998603"/>
              <a:ext cx="2388" cy="3344"/>
            </a:xfrm>
            <a:custGeom>
              <a:avLst/>
              <a:gdLst>
                <a:gd name="csX0" fmla="*/ 2389 w 2388"/>
                <a:gd name="csY0" fmla="*/ 2389 h 3344"/>
                <a:gd name="csX1" fmla="*/ 2389 w 2388"/>
                <a:gd name="csY1" fmla="*/ 1911 h 3344"/>
                <a:gd name="csX2" fmla="*/ 2389 w 2388"/>
                <a:gd name="csY2" fmla="*/ 478 h 3344"/>
                <a:gd name="csX3" fmla="*/ 1433 w 2388"/>
                <a:gd name="csY3" fmla="*/ 0 h 3344"/>
                <a:gd name="csX4" fmla="*/ 955 w 2388"/>
                <a:gd name="csY4" fmla="*/ 478 h 3344"/>
                <a:gd name="csX5" fmla="*/ 0 w 2388"/>
                <a:gd name="csY5" fmla="*/ 2389 h 3344"/>
                <a:gd name="csX6" fmla="*/ 955 w 2388"/>
                <a:gd name="csY6" fmla="*/ 3344 h 3344"/>
                <a:gd name="csX7" fmla="*/ 2389 w 2388"/>
                <a:gd name="csY7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3344">
                  <a:moveTo>
                    <a:pt x="2389" y="2389"/>
                  </a:moveTo>
                  <a:lnTo>
                    <a:pt x="2389" y="1911"/>
                  </a:lnTo>
                  <a:lnTo>
                    <a:pt x="2389" y="478"/>
                  </a:lnTo>
                  <a:lnTo>
                    <a:pt x="1433" y="0"/>
                  </a:lnTo>
                  <a:lnTo>
                    <a:pt x="955" y="478"/>
                  </a:lnTo>
                  <a:lnTo>
                    <a:pt x="0" y="2389"/>
                  </a:lnTo>
                  <a:lnTo>
                    <a:pt x="955" y="3344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3" name="Freeform 3322">
              <a:extLst>
                <a:ext uri="{FF2B5EF4-FFF2-40B4-BE49-F238E27FC236}">
                  <a16:creationId xmlns:a16="http://schemas.microsoft.com/office/drawing/2014/main" id="{EF17A09C-5291-32B3-BE14-7EFB0660BF77}"/>
                </a:ext>
              </a:extLst>
            </p:cNvPr>
            <p:cNvSpPr/>
            <p:nvPr/>
          </p:nvSpPr>
          <p:spPr>
            <a:xfrm>
              <a:off x="8804725" y="5600064"/>
              <a:ext cx="2866" cy="3822"/>
            </a:xfrm>
            <a:custGeom>
              <a:avLst/>
              <a:gdLst>
                <a:gd name="csX0" fmla="*/ 955 w 2866"/>
                <a:gd name="csY0" fmla="*/ 0 h 3822"/>
                <a:gd name="csX1" fmla="*/ 478 w 2866"/>
                <a:gd name="csY1" fmla="*/ 478 h 3822"/>
                <a:gd name="csX2" fmla="*/ 478 w 2866"/>
                <a:gd name="csY2" fmla="*/ 1433 h 3822"/>
                <a:gd name="csX3" fmla="*/ 0 w 2866"/>
                <a:gd name="csY3" fmla="*/ 1911 h 3822"/>
                <a:gd name="csX4" fmla="*/ 955 w 2866"/>
                <a:gd name="csY4" fmla="*/ 2389 h 3822"/>
                <a:gd name="csX5" fmla="*/ 955 w 2866"/>
                <a:gd name="csY5" fmla="*/ 3822 h 3822"/>
                <a:gd name="csX6" fmla="*/ 1433 w 2866"/>
                <a:gd name="csY6" fmla="*/ 3822 h 3822"/>
                <a:gd name="csX7" fmla="*/ 2866 w 2866"/>
                <a:gd name="csY7" fmla="*/ 3822 h 3822"/>
                <a:gd name="csX8" fmla="*/ 1911 w 2866"/>
                <a:gd name="csY8" fmla="*/ 956 h 3822"/>
                <a:gd name="csX9" fmla="*/ 955 w 2866"/>
                <a:gd name="csY9" fmla="*/ 0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3822">
                  <a:moveTo>
                    <a:pt x="955" y="0"/>
                  </a:moveTo>
                  <a:lnTo>
                    <a:pt x="478" y="478"/>
                  </a:lnTo>
                  <a:lnTo>
                    <a:pt x="478" y="1433"/>
                  </a:lnTo>
                  <a:lnTo>
                    <a:pt x="0" y="1911"/>
                  </a:lnTo>
                  <a:lnTo>
                    <a:pt x="955" y="2389"/>
                  </a:lnTo>
                  <a:lnTo>
                    <a:pt x="955" y="3822"/>
                  </a:lnTo>
                  <a:lnTo>
                    <a:pt x="1433" y="3822"/>
                  </a:lnTo>
                  <a:lnTo>
                    <a:pt x="2866" y="3822"/>
                  </a:lnTo>
                  <a:lnTo>
                    <a:pt x="1911" y="956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4" name="Freeform 3323">
              <a:extLst>
                <a:ext uri="{FF2B5EF4-FFF2-40B4-BE49-F238E27FC236}">
                  <a16:creationId xmlns:a16="http://schemas.microsoft.com/office/drawing/2014/main" id="{D2BFF978-D6AE-F41D-3594-58564AA7E329}"/>
                </a:ext>
              </a:extLst>
            </p:cNvPr>
            <p:cNvSpPr/>
            <p:nvPr/>
          </p:nvSpPr>
          <p:spPr>
            <a:xfrm>
              <a:off x="8800903" y="5604841"/>
              <a:ext cx="5255" cy="5732"/>
            </a:xfrm>
            <a:custGeom>
              <a:avLst/>
              <a:gdLst>
                <a:gd name="csX0" fmla="*/ 4300 w 5255"/>
                <a:gd name="csY0" fmla="*/ 0 h 5732"/>
                <a:gd name="csX1" fmla="*/ 3822 w 5255"/>
                <a:gd name="csY1" fmla="*/ 0 h 5732"/>
                <a:gd name="csX2" fmla="*/ 2867 w 5255"/>
                <a:gd name="csY2" fmla="*/ 1433 h 5732"/>
                <a:gd name="csX3" fmla="*/ 2389 w 5255"/>
                <a:gd name="csY3" fmla="*/ 2389 h 5732"/>
                <a:gd name="csX4" fmla="*/ 1911 w 5255"/>
                <a:gd name="csY4" fmla="*/ 2389 h 5732"/>
                <a:gd name="csX5" fmla="*/ 1911 w 5255"/>
                <a:gd name="csY5" fmla="*/ 3344 h 5732"/>
                <a:gd name="csX6" fmla="*/ 1433 w 5255"/>
                <a:gd name="csY6" fmla="*/ 3822 h 5732"/>
                <a:gd name="csX7" fmla="*/ 0 w 5255"/>
                <a:gd name="csY7" fmla="*/ 3344 h 5732"/>
                <a:gd name="csX8" fmla="*/ 0 w 5255"/>
                <a:gd name="csY8" fmla="*/ 3822 h 5732"/>
                <a:gd name="csX9" fmla="*/ 956 w 5255"/>
                <a:gd name="csY9" fmla="*/ 5733 h 5732"/>
                <a:gd name="csX10" fmla="*/ 2389 w 5255"/>
                <a:gd name="csY10" fmla="*/ 5255 h 5732"/>
                <a:gd name="csX11" fmla="*/ 4300 w 5255"/>
                <a:gd name="csY11" fmla="*/ 5733 h 5732"/>
                <a:gd name="csX12" fmla="*/ 5255 w 5255"/>
                <a:gd name="csY12" fmla="*/ 2867 h 5732"/>
                <a:gd name="csX13" fmla="*/ 4777 w 5255"/>
                <a:gd name="csY13" fmla="*/ 1911 h 5732"/>
                <a:gd name="csX14" fmla="*/ 4300 w 5255"/>
                <a:gd name="csY14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255" h="5732">
                  <a:moveTo>
                    <a:pt x="4300" y="0"/>
                  </a:moveTo>
                  <a:lnTo>
                    <a:pt x="3822" y="0"/>
                  </a:lnTo>
                  <a:lnTo>
                    <a:pt x="2867" y="1433"/>
                  </a:lnTo>
                  <a:lnTo>
                    <a:pt x="2389" y="2389"/>
                  </a:lnTo>
                  <a:lnTo>
                    <a:pt x="1911" y="2389"/>
                  </a:lnTo>
                  <a:lnTo>
                    <a:pt x="1911" y="3344"/>
                  </a:lnTo>
                  <a:lnTo>
                    <a:pt x="1433" y="3822"/>
                  </a:lnTo>
                  <a:lnTo>
                    <a:pt x="0" y="3344"/>
                  </a:lnTo>
                  <a:lnTo>
                    <a:pt x="0" y="3822"/>
                  </a:lnTo>
                  <a:lnTo>
                    <a:pt x="956" y="5733"/>
                  </a:lnTo>
                  <a:lnTo>
                    <a:pt x="2389" y="5255"/>
                  </a:lnTo>
                  <a:lnTo>
                    <a:pt x="4300" y="5733"/>
                  </a:lnTo>
                  <a:lnTo>
                    <a:pt x="5255" y="2867"/>
                  </a:lnTo>
                  <a:lnTo>
                    <a:pt x="4777" y="1911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5" name="Freeform 3324">
              <a:extLst>
                <a:ext uri="{FF2B5EF4-FFF2-40B4-BE49-F238E27FC236}">
                  <a16:creationId xmlns:a16="http://schemas.microsoft.com/office/drawing/2014/main" id="{01FE9428-BB0A-B761-4FCC-E7737B814E24}"/>
                </a:ext>
              </a:extLst>
            </p:cNvPr>
            <p:cNvSpPr/>
            <p:nvPr/>
          </p:nvSpPr>
          <p:spPr>
            <a:xfrm>
              <a:off x="8819057" y="5587643"/>
              <a:ext cx="2866" cy="3344"/>
            </a:xfrm>
            <a:custGeom>
              <a:avLst/>
              <a:gdLst>
                <a:gd name="csX0" fmla="*/ 2389 w 2866"/>
                <a:gd name="csY0" fmla="*/ 956 h 3344"/>
                <a:gd name="csX1" fmla="*/ 955 w 2866"/>
                <a:gd name="csY1" fmla="*/ 0 h 3344"/>
                <a:gd name="csX2" fmla="*/ 0 w 2866"/>
                <a:gd name="csY2" fmla="*/ 1433 h 3344"/>
                <a:gd name="csX3" fmla="*/ 478 w 2866"/>
                <a:gd name="csY3" fmla="*/ 1911 h 3344"/>
                <a:gd name="csX4" fmla="*/ 478 w 2866"/>
                <a:gd name="csY4" fmla="*/ 3344 h 3344"/>
                <a:gd name="csX5" fmla="*/ 478 w 2866"/>
                <a:gd name="csY5" fmla="*/ 3344 h 3344"/>
                <a:gd name="csX6" fmla="*/ 1911 w 2866"/>
                <a:gd name="csY6" fmla="*/ 2866 h 3344"/>
                <a:gd name="csX7" fmla="*/ 1911 w 2866"/>
                <a:gd name="csY7" fmla="*/ 2389 h 3344"/>
                <a:gd name="csX8" fmla="*/ 2866 w 2866"/>
                <a:gd name="csY8" fmla="*/ 1433 h 3344"/>
                <a:gd name="csX9" fmla="*/ 2389 w 2866"/>
                <a:gd name="csY9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3344">
                  <a:moveTo>
                    <a:pt x="2389" y="956"/>
                  </a:moveTo>
                  <a:lnTo>
                    <a:pt x="955" y="0"/>
                  </a:lnTo>
                  <a:lnTo>
                    <a:pt x="0" y="1433"/>
                  </a:lnTo>
                  <a:lnTo>
                    <a:pt x="478" y="1911"/>
                  </a:lnTo>
                  <a:lnTo>
                    <a:pt x="478" y="3344"/>
                  </a:lnTo>
                  <a:lnTo>
                    <a:pt x="478" y="3344"/>
                  </a:lnTo>
                  <a:lnTo>
                    <a:pt x="1911" y="2866"/>
                  </a:lnTo>
                  <a:lnTo>
                    <a:pt x="1911" y="2389"/>
                  </a:lnTo>
                  <a:lnTo>
                    <a:pt x="2866" y="1433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6" name="Freeform 3325">
              <a:extLst>
                <a:ext uri="{FF2B5EF4-FFF2-40B4-BE49-F238E27FC236}">
                  <a16:creationId xmlns:a16="http://schemas.microsoft.com/office/drawing/2014/main" id="{D9738CEF-ABB0-08C8-C7DF-100669613EEA}"/>
                </a:ext>
              </a:extLst>
            </p:cNvPr>
            <p:cNvSpPr/>
            <p:nvPr/>
          </p:nvSpPr>
          <p:spPr>
            <a:xfrm>
              <a:off x="8591658" y="5424259"/>
              <a:ext cx="31052" cy="10510"/>
            </a:xfrm>
            <a:custGeom>
              <a:avLst/>
              <a:gdLst>
                <a:gd name="csX0" fmla="*/ 27230 w 31052"/>
                <a:gd name="csY0" fmla="*/ 2867 h 10510"/>
                <a:gd name="csX1" fmla="*/ 25319 w 31052"/>
                <a:gd name="csY1" fmla="*/ 3822 h 10510"/>
                <a:gd name="csX2" fmla="*/ 20542 w 31052"/>
                <a:gd name="csY2" fmla="*/ 3344 h 10510"/>
                <a:gd name="csX3" fmla="*/ 21020 w 31052"/>
                <a:gd name="csY3" fmla="*/ 2867 h 10510"/>
                <a:gd name="csX4" fmla="*/ 21498 w 31052"/>
                <a:gd name="csY4" fmla="*/ 1433 h 10510"/>
                <a:gd name="csX5" fmla="*/ 20542 w 31052"/>
                <a:gd name="csY5" fmla="*/ 478 h 10510"/>
                <a:gd name="csX6" fmla="*/ 19587 w 31052"/>
                <a:gd name="csY6" fmla="*/ 0 h 10510"/>
                <a:gd name="csX7" fmla="*/ 15765 w 31052"/>
                <a:gd name="csY7" fmla="*/ 0 h 10510"/>
                <a:gd name="csX8" fmla="*/ 10987 w 31052"/>
                <a:gd name="csY8" fmla="*/ 1433 h 10510"/>
                <a:gd name="csX9" fmla="*/ 1911 w 31052"/>
                <a:gd name="csY9" fmla="*/ 3344 h 10510"/>
                <a:gd name="csX10" fmla="*/ 478 w 31052"/>
                <a:gd name="csY10" fmla="*/ 4777 h 10510"/>
                <a:gd name="csX11" fmla="*/ 0 w 31052"/>
                <a:gd name="csY11" fmla="*/ 6688 h 10510"/>
                <a:gd name="csX12" fmla="*/ 955 w 31052"/>
                <a:gd name="csY12" fmla="*/ 7644 h 10510"/>
                <a:gd name="csX13" fmla="*/ 4300 w 31052"/>
                <a:gd name="csY13" fmla="*/ 9555 h 10510"/>
                <a:gd name="csX14" fmla="*/ 7166 w 31052"/>
                <a:gd name="csY14" fmla="*/ 10032 h 10510"/>
                <a:gd name="csX15" fmla="*/ 9555 w 31052"/>
                <a:gd name="csY15" fmla="*/ 9555 h 10510"/>
                <a:gd name="csX16" fmla="*/ 11943 w 31052"/>
                <a:gd name="csY16" fmla="*/ 10032 h 10510"/>
                <a:gd name="csX17" fmla="*/ 12898 w 31052"/>
                <a:gd name="csY17" fmla="*/ 8599 h 10510"/>
                <a:gd name="csX18" fmla="*/ 16721 w 31052"/>
                <a:gd name="csY18" fmla="*/ 9555 h 10510"/>
                <a:gd name="csX19" fmla="*/ 17676 w 31052"/>
                <a:gd name="csY19" fmla="*/ 10510 h 10510"/>
                <a:gd name="csX20" fmla="*/ 20542 w 31052"/>
                <a:gd name="csY20" fmla="*/ 9555 h 10510"/>
                <a:gd name="csX21" fmla="*/ 21498 w 31052"/>
                <a:gd name="csY21" fmla="*/ 7644 h 10510"/>
                <a:gd name="csX22" fmla="*/ 22453 w 31052"/>
                <a:gd name="csY22" fmla="*/ 6688 h 10510"/>
                <a:gd name="csX23" fmla="*/ 25319 w 31052"/>
                <a:gd name="csY23" fmla="*/ 6210 h 10510"/>
                <a:gd name="csX24" fmla="*/ 29141 w 31052"/>
                <a:gd name="csY24" fmla="*/ 7166 h 10510"/>
                <a:gd name="csX25" fmla="*/ 30097 w 31052"/>
                <a:gd name="csY25" fmla="*/ 6688 h 10510"/>
                <a:gd name="csX26" fmla="*/ 31052 w 31052"/>
                <a:gd name="csY26" fmla="*/ 5733 h 10510"/>
                <a:gd name="csX27" fmla="*/ 29619 w 31052"/>
                <a:gd name="csY27" fmla="*/ 3344 h 10510"/>
                <a:gd name="csX28" fmla="*/ 27230 w 31052"/>
                <a:gd name="csY28" fmla="*/ 2867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1052" h="10510">
                  <a:moveTo>
                    <a:pt x="27230" y="2867"/>
                  </a:moveTo>
                  <a:lnTo>
                    <a:pt x="25319" y="3822"/>
                  </a:lnTo>
                  <a:lnTo>
                    <a:pt x="20542" y="3344"/>
                  </a:lnTo>
                  <a:lnTo>
                    <a:pt x="21020" y="2867"/>
                  </a:lnTo>
                  <a:lnTo>
                    <a:pt x="21498" y="1433"/>
                  </a:lnTo>
                  <a:lnTo>
                    <a:pt x="20542" y="478"/>
                  </a:lnTo>
                  <a:lnTo>
                    <a:pt x="19587" y="0"/>
                  </a:lnTo>
                  <a:lnTo>
                    <a:pt x="15765" y="0"/>
                  </a:lnTo>
                  <a:lnTo>
                    <a:pt x="10987" y="1433"/>
                  </a:lnTo>
                  <a:lnTo>
                    <a:pt x="1911" y="3344"/>
                  </a:lnTo>
                  <a:lnTo>
                    <a:pt x="478" y="4777"/>
                  </a:lnTo>
                  <a:lnTo>
                    <a:pt x="0" y="6688"/>
                  </a:lnTo>
                  <a:lnTo>
                    <a:pt x="955" y="7644"/>
                  </a:lnTo>
                  <a:lnTo>
                    <a:pt x="4300" y="9555"/>
                  </a:lnTo>
                  <a:lnTo>
                    <a:pt x="7166" y="10032"/>
                  </a:lnTo>
                  <a:lnTo>
                    <a:pt x="9555" y="9555"/>
                  </a:lnTo>
                  <a:lnTo>
                    <a:pt x="11943" y="10032"/>
                  </a:lnTo>
                  <a:lnTo>
                    <a:pt x="12898" y="8599"/>
                  </a:lnTo>
                  <a:lnTo>
                    <a:pt x="16721" y="9555"/>
                  </a:lnTo>
                  <a:lnTo>
                    <a:pt x="17676" y="10510"/>
                  </a:lnTo>
                  <a:lnTo>
                    <a:pt x="20542" y="9555"/>
                  </a:lnTo>
                  <a:lnTo>
                    <a:pt x="21498" y="7644"/>
                  </a:lnTo>
                  <a:lnTo>
                    <a:pt x="22453" y="6688"/>
                  </a:lnTo>
                  <a:lnTo>
                    <a:pt x="25319" y="6210"/>
                  </a:lnTo>
                  <a:lnTo>
                    <a:pt x="29141" y="7166"/>
                  </a:lnTo>
                  <a:lnTo>
                    <a:pt x="30097" y="6688"/>
                  </a:lnTo>
                  <a:lnTo>
                    <a:pt x="31052" y="5733"/>
                  </a:lnTo>
                  <a:lnTo>
                    <a:pt x="29619" y="3344"/>
                  </a:lnTo>
                  <a:lnTo>
                    <a:pt x="27230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7" name="Freeform 3326">
              <a:extLst>
                <a:ext uri="{FF2B5EF4-FFF2-40B4-BE49-F238E27FC236}">
                  <a16:creationId xmlns:a16="http://schemas.microsoft.com/office/drawing/2014/main" id="{2B004F89-1A66-0B5B-1E9A-084EA1DAAC79}"/>
                </a:ext>
              </a:extLst>
            </p:cNvPr>
            <p:cNvSpPr/>
            <p:nvPr/>
          </p:nvSpPr>
          <p:spPr>
            <a:xfrm>
              <a:off x="8736409" y="5515506"/>
              <a:ext cx="5733" cy="12420"/>
            </a:xfrm>
            <a:custGeom>
              <a:avLst/>
              <a:gdLst>
                <a:gd name="csX0" fmla="*/ 5255 w 5733"/>
                <a:gd name="csY0" fmla="*/ 4777 h 12420"/>
                <a:gd name="csX1" fmla="*/ 4777 w 5733"/>
                <a:gd name="csY1" fmla="*/ 1433 h 12420"/>
                <a:gd name="csX2" fmla="*/ 2867 w 5733"/>
                <a:gd name="csY2" fmla="*/ 0 h 12420"/>
                <a:gd name="csX3" fmla="*/ 1911 w 5733"/>
                <a:gd name="csY3" fmla="*/ 0 h 12420"/>
                <a:gd name="csX4" fmla="*/ 1911 w 5733"/>
                <a:gd name="csY4" fmla="*/ 1911 h 12420"/>
                <a:gd name="csX5" fmla="*/ 478 w 5733"/>
                <a:gd name="csY5" fmla="*/ 2866 h 12420"/>
                <a:gd name="csX6" fmla="*/ 478 w 5733"/>
                <a:gd name="csY6" fmla="*/ 3344 h 12420"/>
                <a:gd name="csX7" fmla="*/ 478 w 5733"/>
                <a:gd name="csY7" fmla="*/ 5733 h 12420"/>
                <a:gd name="csX8" fmla="*/ 0 w 5733"/>
                <a:gd name="csY8" fmla="*/ 7644 h 12420"/>
                <a:gd name="csX9" fmla="*/ 956 w 5733"/>
                <a:gd name="csY9" fmla="*/ 9555 h 12420"/>
                <a:gd name="csX10" fmla="*/ 478 w 5733"/>
                <a:gd name="csY10" fmla="*/ 11465 h 12420"/>
                <a:gd name="csX11" fmla="*/ 956 w 5733"/>
                <a:gd name="csY11" fmla="*/ 12421 h 12420"/>
                <a:gd name="csX12" fmla="*/ 1433 w 5733"/>
                <a:gd name="csY12" fmla="*/ 12421 h 12420"/>
                <a:gd name="csX13" fmla="*/ 3822 w 5733"/>
                <a:gd name="csY13" fmla="*/ 11465 h 12420"/>
                <a:gd name="csX14" fmla="*/ 5255 w 5733"/>
                <a:gd name="csY14" fmla="*/ 10510 h 12420"/>
                <a:gd name="csX15" fmla="*/ 5733 w 5733"/>
                <a:gd name="csY15" fmla="*/ 8599 h 12420"/>
                <a:gd name="csX16" fmla="*/ 5255 w 5733"/>
                <a:gd name="csY16" fmla="*/ 6688 h 12420"/>
                <a:gd name="csX17" fmla="*/ 5255 w 5733"/>
                <a:gd name="csY17" fmla="*/ 4777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33" h="12420">
                  <a:moveTo>
                    <a:pt x="5255" y="4777"/>
                  </a:moveTo>
                  <a:lnTo>
                    <a:pt x="4777" y="1433"/>
                  </a:lnTo>
                  <a:lnTo>
                    <a:pt x="2867" y="0"/>
                  </a:lnTo>
                  <a:lnTo>
                    <a:pt x="1911" y="0"/>
                  </a:lnTo>
                  <a:lnTo>
                    <a:pt x="1911" y="1911"/>
                  </a:lnTo>
                  <a:lnTo>
                    <a:pt x="478" y="2866"/>
                  </a:lnTo>
                  <a:lnTo>
                    <a:pt x="478" y="3344"/>
                  </a:lnTo>
                  <a:lnTo>
                    <a:pt x="478" y="5733"/>
                  </a:lnTo>
                  <a:lnTo>
                    <a:pt x="0" y="7644"/>
                  </a:lnTo>
                  <a:lnTo>
                    <a:pt x="956" y="9555"/>
                  </a:lnTo>
                  <a:lnTo>
                    <a:pt x="478" y="11465"/>
                  </a:lnTo>
                  <a:lnTo>
                    <a:pt x="956" y="12421"/>
                  </a:lnTo>
                  <a:lnTo>
                    <a:pt x="1433" y="12421"/>
                  </a:lnTo>
                  <a:lnTo>
                    <a:pt x="3822" y="11465"/>
                  </a:lnTo>
                  <a:lnTo>
                    <a:pt x="5255" y="10510"/>
                  </a:lnTo>
                  <a:lnTo>
                    <a:pt x="5733" y="8599"/>
                  </a:lnTo>
                  <a:lnTo>
                    <a:pt x="5255" y="6688"/>
                  </a:lnTo>
                  <a:lnTo>
                    <a:pt x="5255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8" name="Freeform 3327">
              <a:extLst>
                <a:ext uri="{FF2B5EF4-FFF2-40B4-BE49-F238E27FC236}">
                  <a16:creationId xmlns:a16="http://schemas.microsoft.com/office/drawing/2014/main" id="{20BAA159-EFFD-A1A2-1AFC-7F050AF6AE48}"/>
                </a:ext>
              </a:extLst>
            </p:cNvPr>
            <p:cNvSpPr/>
            <p:nvPr/>
          </p:nvSpPr>
          <p:spPr>
            <a:xfrm>
              <a:off x="8334161" y="4960862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0 h 477"/>
                <a:gd name="csX2" fmla="*/ 0 w 477"/>
                <a:gd name="csY2" fmla="*/ 0 h 477"/>
                <a:gd name="csX3" fmla="*/ 0 w 477"/>
                <a:gd name="csY3" fmla="*/ 0 h 477"/>
                <a:gd name="csX4" fmla="*/ 478 w 477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9" name="Freeform 3328">
              <a:extLst>
                <a:ext uri="{FF2B5EF4-FFF2-40B4-BE49-F238E27FC236}">
                  <a16:creationId xmlns:a16="http://schemas.microsoft.com/office/drawing/2014/main" id="{EA117E17-0646-D9AC-A192-5E6A1868F9E7}"/>
                </a:ext>
              </a:extLst>
            </p:cNvPr>
            <p:cNvSpPr/>
            <p:nvPr/>
          </p:nvSpPr>
          <p:spPr>
            <a:xfrm>
              <a:off x="4494172" y="4504630"/>
              <a:ext cx="3344" cy="3821"/>
            </a:xfrm>
            <a:custGeom>
              <a:avLst/>
              <a:gdLst>
                <a:gd name="csX0" fmla="*/ 3344 w 3344"/>
                <a:gd name="csY0" fmla="*/ 3344 h 3821"/>
                <a:gd name="csX1" fmla="*/ 3344 w 3344"/>
                <a:gd name="csY1" fmla="*/ 3822 h 3821"/>
                <a:gd name="csX2" fmla="*/ 2389 w 3344"/>
                <a:gd name="csY2" fmla="*/ 3344 h 3821"/>
                <a:gd name="csX3" fmla="*/ 1433 w 3344"/>
                <a:gd name="csY3" fmla="*/ 2389 h 3821"/>
                <a:gd name="csX4" fmla="*/ 0 w 3344"/>
                <a:gd name="csY4" fmla="*/ 1433 h 3821"/>
                <a:gd name="csX5" fmla="*/ 478 w 3344"/>
                <a:gd name="csY5" fmla="*/ 478 h 3821"/>
                <a:gd name="csX6" fmla="*/ 478 w 3344"/>
                <a:gd name="csY6" fmla="*/ 0 h 3821"/>
                <a:gd name="csX7" fmla="*/ 1911 w 3344"/>
                <a:gd name="csY7" fmla="*/ 956 h 3821"/>
                <a:gd name="csX8" fmla="*/ 3344 w 3344"/>
                <a:gd name="csY8" fmla="*/ 2389 h 3821"/>
                <a:gd name="csX9" fmla="*/ 3344 w 3344"/>
                <a:gd name="csY9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821">
                  <a:moveTo>
                    <a:pt x="3344" y="3344"/>
                  </a:moveTo>
                  <a:lnTo>
                    <a:pt x="3344" y="3822"/>
                  </a:lnTo>
                  <a:lnTo>
                    <a:pt x="2389" y="3344"/>
                  </a:lnTo>
                  <a:lnTo>
                    <a:pt x="1433" y="2389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911" y="956"/>
                  </a:lnTo>
                  <a:lnTo>
                    <a:pt x="3344" y="2389"/>
                  </a:lnTo>
                  <a:lnTo>
                    <a:pt x="3344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0" name="Freeform 3329">
              <a:extLst>
                <a:ext uri="{FF2B5EF4-FFF2-40B4-BE49-F238E27FC236}">
                  <a16:creationId xmlns:a16="http://schemas.microsoft.com/office/drawing/2014/main" id="{7F074E6D-EA3A-ACAF-8A51-78DB1F9031D3}"/>
                </a:ext>
              </a:extLst>
            </p:cNvPr>
            <p:cNvSpPr/>
            <p:nvPr/>
          </p:nvSpPr>
          <p:spPr>
            <a:xfrm>
              <a:off x="6273714" y="3353302"/>
              <a:ext cx="11943" cy="11465"/>
            </a:xfrm>
            <a:custGeom>
              <a:avLst/>
              <a:gdLst>
                <a:gd name="csX0" fmla="*/ 6688 w 11943"/>
                <a:gd name="csY0" fmla="*/ 1911 h 11465"/>
                <a:gd name="csX1" fmla="*/ 7166 w 11943"/>
                <a:gd name="csY1" fmla="*/ 1911 h 11465"/>
                <a:gd name="csX2" fmla="*/ 7166 w 11943"/>
                <a:gd name="csY2" fmla="*/ 1433 h 11465"/>
                <a:gd name="csX3" fmla="*/ 8599 w 11943"/>
                <a:gd name="csY3" fmla="*/ 1911 h 11465"/>
                <a:gd name="csX4" fmla="*/ 10032 w 11943"/>
                <a:gd name="csY4" fmla="*/ 3344 h 11465"/>
                <a:gd name="csX5" fmla="*/ 10510 w 11943"/>
                <a:gd name="csY5" fmla="*/ 3822 h 11465"/>
                <a:gd name="csX6" fmla="*/ 11465 w 11943"/>
                <a:gd name="csY6" fmla="*/ 4300 h 11465"/>
                <a:gd name="csX7" fmla="*/ 11943 w 11943"/>
                <a:gd name="csY7" fmla="*/ 5255 h 11465"/>
                <a:gd name="csX8" fmla="*/ 10510 w 11943"/>
                <a:gd name="csY8" fmla="*/ 7644 h 11465"/>
                <a:gd name="csX9" fmla="*/ 9555 w 11943"/>
                <a:gd name="csY9" fmla="*/ 7644 h 11465"/>
                <a:gd name="csX10" fmla="*/ 9077 w 11943"/>
                <a:gd name="csY10" fmla="*/ 7166 h 11465"/>
                <a:gd name="csX11" fmla="*/ 8121 w 11943"/>
                <a:gd name="csY11" fmla="*/ 7644 h 11465"/>
                <a:gd name="csX12" fmla="*/ 7644 w 11943"/>
                <a:gd name="csY12" fmla="*/ 8121 h 11465"/>
                <a:gd name="csX13" fmla="*/ 7166 w 11943"/>
                <a:gd name="csY13" fmla="*/ 9077 h 11465"/>
                <a:gd name="csX14" fmla="*/ 7166 w 11943"/>
                <a:gd name="csY14" fmla="*/ 10988 h 11465"/>
                <a:gd name="csX15" fmla="*/ 2866 w 11943"/>
                <a:gd name="csY15" fmla="*/ 11466 h 11465"/>
                <a:gd name="csX16" fmla="*/ 1433 w 11943"/>
                <a:gd name="csY16" fmla="*/ 10988 h 11465"/>
                <a:gd name="csX17" fmla="*/ 0 w 11943"/>
                <a:gd name="csY17" fmla="*/ 6211 h 11465"/>
                <a:gd name="csX18" fmla="*/ 478 w 11943"/>
                <a:gd name="csY18" fmla="*/ 4777 h 11465"/>
                <a:gd name="csX19" fmla="*/ 1433 w 11943"/>
                <a:gd name="csY19" fmla="*/ 4300 h 11465"/>
                <a:gd name="csX20" fmla="*/ 2389 w 11943"/>
                <a:gd name="csY20" fmla="*/ 4300 h 11465"/>
                <a:gd name="csX21" fmla="*/ 2389 w 11943"/>
                <a:gd name="csY21" fmla="*/ 6688 h 11465"/>
                <a:gd name="csX22" fmla="*/ 3822 w 11943"/>
                <a:gd name="csY22" fmla="*/ 6688 h 11465"/>
                <a:gd name="csX23" fmla="*/ 3822 w 11943"/>
                <a:gd name="csY23" fmla="*/ 4777 h 11465"/>
                <a:gd name="csX24" fmla="*/ 4299 w 11943"/>
                <a:gd name="csY24" fmla="*/ 3822 h 11465"/>
                <a:gd name="csX25" fmla="*/ 3822 w 11943"/>
                <a:gd name="csY25" fmla="*/ 2866 h 11465"/>
                <a:gd name="csX26" fmla="*/ 2866 w 11943"/>
                <a:gd name="csY26" fmla="*/ 2389 h 11465"/>
                <a:gd name="csX27" fmla="*/ 2389 w 11943"/>
                <a:gd name="csY27" fmla="*/ 1911 h 11465"/>
                <a:gd name="csX28" fmla="*/ 3344 w 11943"/>
                <a:gd name="csY28" fmla="*/ 478 h 11465"/>
                <a:gd name="csX29" fmla="*/ 4299 w 11943"/>
                <a:gd name="csY29" fmla="*/ 0 h 11465"/>
                <a:gd name="csX30" fmla="*/ 5733 w 11943"/>
                <a:gd name="csY30" fmla="*/ 1433 h 11465"/>
                <a:gd name="csX31" fmla="*/ 6688 w 11943"/>
                <a:gd name="csY31" fmla="*/ 1911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1943" h="11465">
                  <a:moveTo>
                    <a:pt x="6688" y="1911"/>
                  </a:moveTo>
                  <a:lnTo>
                    <a:pt x="7166" y="1911"/>
                  </a:lnTo>
                  <a:lnTo>
                    <a:pt x="7166" y="1433"/>
                  </a:lnTo>
                  <a:lnTo>
                    <a:pt x="8599" y="1911"/>
                  </a:lnTo>
                  <a:lnTo>
                    <a:pt x="10032" y="3344"/>
                  </a:lnTo>
                  <a:lnTo>
                    <a:pt x="10510" y="3822"/>
                  </a:lnTo>
                  <a:lnTo>
                    <a:pt x="11465" y="4300"/>
                  </a:lnTo>
                  <a:lnTo>
                    <a:pt x="11943" y="5255"/>
                  </a:lnTo>
                  <a:lnTo>
                    <a:pt x="10510" y="7644"/>
                  </a:lnTo>
                  <a:lnTo>
                    <a:pt x="9555" y="7644"/>
                  </a:lnTo>
                  <a:lnTo>
                    <a:pt x="9077" y="7166"/>
                  </a:lnTo>
                  <a:lnTo>
                    <a:pt x="8121" y="7644"/>
                  </a:lnTo>
                  <a:lnTo>
                    <a:pt x="7644" y="8121"/>
                  </a:lnTo>
                  <a:lnTo>
                    <a:pt x="7166" y="9077"/>
                  </a:lnTo>
                  <a:lnTo>
                    <a:pt x="7166" y="10988"/>
                  </a:lnTo>
                  <a:lnTo>
                    <a:pt x="2866" y="11466"/>
                  </a:lnTo>
                  <a:lnTo>
                    <a:pt x="1433" y="10988"/>
                  </a:lnTo>
                  <a:lnTo>
                    <a:pt x="0" y="6211"/>
                  </a:lnTo>
                  <a:lnTo>
                    <a:pt x="478" y="4777"/>
                  </a:lnTo>
                  <a:lnTo>
                    <a:pt x="1433" y="4300"/>
                  </a:lnTo>
                  <a:lnTo>
                    <a:pt x="2389" y="4300"/>
                  </a:lnTo>
                  <a:lnTo>
                    <a:pt x="2389" y="6688"/>
                  </a:lnTo>
                  <a:lnTo>
                    <a:pt x="3822" y="6688"/>
                  </a:lnTo>
                  <a:lnTo>
                    <a:pt x="3822" y="4777"/>
                  </a:lnTo>
                  <a:lnTo>
                    <a:pt x="4299" y="3822"/>
                  </a:lnTo>
                  <a:lnTo>
                    <a:pt x="3822" y="2866"/>
                  </a:lnTo>
                  <a:lnTo>
                    <a:pt x="2866" y="2389"/>
                  </a:lnTo>
                  <a:lnTo>
                    <a:pt x="2389" y="1911"/>
                  </a:lnTo>
                  <a:lnTo>
                    <a:pt x="3344" y="478"/>
                  </a:lnTo>
                  <a:lnTo>
                    <a:pt x="4299" y="0"/>
                  </a:lnTo>
                  <a:lnTo>
                    <a:pt x="5733" y="1433"/>
                  </a:lnTo>
                  <a:lnTo>
                    <a:pt x="668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1" name="Freeform 3330">
              <a:extLst>
                <a:ext uri="{FF2B5EF4-FFF2-40B4-BE49-F238E27FC236}">
                  <a16:creationId xmlns:a16="http://schemas.microsoft.com/office/drawing/2014/main" id="{B2F932FA-F340-8F15-1F42-7E30379069B0}"/>
                </a:ext>
              </a:extLst>
            </p:cNvPr>
            <p:cNvSpPr/>
            <p:nvPr/>
          </p:nvSpPr>
          <p:spPr>
            <a:xfrm>
              <a:off x="6270848" y="3359035"/>
              <a:ext cx="2866" cy="3821"/>
            </a:xfrm>
            <a:custGeom>
              <a:avLst/>
              <a:gdLst>
                <a:gd name="csX0" fmla="*/ 2867 w 2866"/>
                <a:gd name="csY0" fmla="*/ 1911 h 3821"/>
                <a:gd name="csX1" fmla="*/ 2867 w 2866"/>
                <a:gd name="csY1" fmla="*/ 2866 h 3821"/>
                <a:gd name="csX2" fmla="*/ 2389 w 2866"/>
                <a:gd name="csY2" fmla="*/ 2866 h 3821"/>
                <a:gd name="csX3" fmla="*/ 1433 w 2866"/>
                <a:gd name="csY3" fmla="*/ 2866 h 3821"/>
                <a:gd name="csX4" fmla="*/ 956 w 2866"/>
                <a:gd name="csY4" fmla="*/ 3822 h 3821"/>
                <a:gd name="csX5" fmla="*/ 478 w 2866"/>
                <a:gd name="csY5" fmla="*/ 3344 h 3821"/>
                <a:gd name="csX6" fmla="*/ 0 w 2866"/>
                <a:gd name="csY6" fmla="*/ 2389 h 3821"/>
                <a:gd name="csX7" fmla="*/ 478 w 2866"/>
                <a:gd name="csY7" fmla="*/ 0 h 3821"/>
                <a:gd name="csX8" fmla="*/ 1911 w 2866"/>
                <a:gd name="csY8" fmla="*/ 0 h 3821"/>
                <a:gd name="csX9" fmla="*/ 2867 w 2866"/>
                <a:gd name="csY9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3821">
                  <a:moveTo>
                    <a:pt x="2867" y="1911"/>
                  </a:moveTo>
                  <a:lnTo>
                    <a:pt x="2867" y="2866"/>
                  </a:lnTo>
                  <a:lnTo>
                    <a:pt x="2389" y="2866"/>
                  </a:lnTo>
                  <a:lnTo>
                    <a:pt x="1433" y="2866"/>
                  </a:lnTo>
                  <a:lnTo>
                    <a:pt x="956" y="3822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286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2" name="Freeform 3331">
              <a:extLst>
                <a:ext uri="{FF2B5EF4-FFF2-40B4-BE49-F238E27FC236}">
                  <a16:creationId xmlns:a16="http://schemas.microsoft.com/office/drawing/2014/main" id="{EDCDAFCE-906A-75CF-E1A9-032F581E1599}"/>
                </a:ext>
              </a:extLst>
            </p:cNvPr>
            <p:cNvSpPr/>
            <p:nvPr/>
          </p:nvSpPr>
          <p:spPr>
            <a:xfrm>
              <a:off x="6288046" y="3365246"/>
              <a:ext cx="4299" cy="2388"/>
            </a:xfrm>
            <a:custGeom>
              <a:avLst/>
              <a:gdLst>
                <a:gd name="csX0" fmla="*/ 4299 w 4299"/>
                <a:gd name="csY0" fmla="*/ 956 h 2388"/>
                <a:gd name="csX1" fmla="*/ 4299 w 4299"/>
                <a:gd name="csY1" fmla="*/ 1911 h 2388"/>
                <a:gd name="csX2" fmla="*/ 2866 w 4299"/>
                <a:gd name="csY2" fmla="*/ 2389 h 2388"/>
                <a:gd name="csX3" fmla="*/ 1911 w 4299"/>
                <a:gd name="csY3" fmla="*/ 1433 h 2388"/>
                <a:gd name="csX4" fmla="*/ 478 w 4299"/>
                <a:gd name="csY4" fmla="*/ 1433 h 2388"/>
                <a:gd name="csX5" fmla="*/ 0 w 4299"/>
                <a:gd name="csY5" fmla="*/ 956 h 2388"/>
                <a:gd name="csX6" fmla="*/ 956 w 4299"/>
                <a:gd name="csY6" fmla="*/ 478 h 2388"/>
                <a:gd name="csX7" fmla="*/ 1911 w 4299"/>
                <a:gd name="csY7" fmla="*/ 0 h 2388"/>
                <a:gd name="csX8" fmla="*/ 3822 w 4299"/>
                <a:gd name="csY8" fmla="*/ 0 h 2388"/>
                <a:gd name="csX9" fmla="*/ 4299 w 4299"/>
                <a:gd name="csY9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2388">
                  <a:moveTo>
                    <a:pt x="4299" y="956"/>
                  </a:moveTo>
                  <a:lnTo>
                    <a:pt x="4299" y="1911"/>
                  </a:lnTo>
                  <a:lnTo>
                    <a:pt x="2866" y="2389"/>
                  </a:lnTo>
                  <a:lnTo>
                    <a:pt x="1911" y="1433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822" y="0"/>
                  </a:lnTo>
                  <a:lnTo>
                    <a:pt x="429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3" name="Freeform 3332">
              <a:extLst>
                <a:ext uri="{FF2B5EF4-FFF2-40B4-BE49-F238E27FC236}">
                  <a16:creationId xmlns:a16="http://schemas.microsoft.com/office/drawing/2014/main" id="{2381C242-E7FF-A494-D1D1-7F1E9C15B4A5}"/>
                </a:ext>
              </a:extLst>
            </p:cNvPr>
            <p:cNvSpPr/>
            <p:nvPr/>
          </p:nvSpPr>
          <p:spPr>
            <a:xfrm>
              <a:off x="6819759" y="3908902"/>
              <a:ext cx="955" cy="2388"/>
            </a:xfrm>
            <a:custGeom>
              <a:avLst/>
              <a:gdLst>
                <a:gd name="csX0" fmla="*/ 0 w 955"/>
                <a:gd name="csY0" fmla="*/ 0 h 2388"/>
                <a:gd name="csX1" fmla="*/ 955 w 955"/>
                <a:gd name="csY1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2388">
                  <a:moveTo>
                    <a:pt x="0" y="0"/>
                  </a:moveTo>
                  <a:lnTo>
                    <a:pt x="955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4" name="Freeform 3333">
              <a:extLst>
                <a:ext uri="{FF2B5EF4-FFF2-40B4-BE49-F238E27FC236}">
                  <a16:creationId xmlns:a16="http://schemas.microsoft.com/office/drawing/2014/main" id="{667F0C30-0C5E-ABD1-BA59-1C637A9AD0D6}"/>
                </a:ext>
              </a:extLst>
            </p:cNvPr>
            <p:cNvSpPr/>
            <p:nvPr/>
          </p:nvSpPr>
          <p:spPr>
            <a:xfrm>
              <a:off x="6800172" y="3905080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0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5" name="Freeform 3334">
              <a:extLst>
                <a:ext uri="{FF2B5EF4-FFF2-40B4-BE49-F238E27FC236}">
                  <a16:creationId xmlns:a16="http://schemas.microsoft.com/office/drawing/2014/main" id="{1438233D-E2CB-7991-10CE-13C8A03076D4}"/>
                </a:ext>
              </a:extLst>
            </p:cNvPr>
            <p:cNvSpPr/>
            <p:nvPr/>
          </p:nvSpPr>
          <p:spPr>
            <a:xfrm>
              <a:off x="6803516" y="3908902"/>
              <a:ext cx="4777" cy="2866"/>
            </a:xfrm>
            <a:custGeom>
              <a:avLst/>
              <a:gdLst>
                <a:gd name="csX0" fmla="*/ 4777 w 4777"/>
                <a:gd name="csY0" fmla="*/ 2867 h 2866"/>
                <a:gd name="csX1" fmla="*/ 2389 w 4777"/>
                <a:gd name="csY1" fmla="*/ 1433 h 2866"/>
                <a:gd name="csX2" fmla="*/ 0 w 4777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2866">
                  <a:moveTo>
                    <a:pt x="4777" y="2867"/>
                  </a:moveTo>
                  <a:lnTo>
                    <a:pt x="2389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6" name="Freeform 3335">
              <a:extLst>
                <a:ext uri="{FF2B5EF4-FFF2-40B4-BE49-F238E27FC236}">
                  <a16:creationId xmlns:a16="http://schemas.microsoft.com/office/drawing/2014/main" id="{AB8D54FB-471E-2E95-0326-8D99BBD64D61}"/>
                </a:ext>
              </a:extLst>
            </p:cNvPr>
            <p:cNvSpPr/>
            <p:nvPr/>
          </p:nvSpPr>
          <p:spPr>
            <a:xfrm>
              <a:off x="6776286" y="3913201"/>
              <a:ext cx="31052" cy="56372"/>
            </a:xfrm>
            <a:custGeom>
              <a:avLst/>
              <a:gdLst>
                <a:gd name="csX0" fmla="*/ 29619 w 31052"/>
                <a:gd name="csY0" fmla="*/ 56372 h 56372"/>
                <a:gd name="csX1" fmla="*/ 29141 w 31052"/>
                <a:gd name="csY1" fmla="*/ 53983 h 56372"/>
                <a:gd name="csX2" fmla="*/ 29619 w 31052"/>
                <a:gd name="csY2" fmla="*/ 52550 h 56372"/>
                <a:gd name="csX3" fmla="*/ 29141 w 31052"/>
                <a:gd name="csY3" fmla="*/ 51595 h 56372"/>
                <a:gd name="csX4" fmla="*/ 27708 w 31052"/>
                <a:gd name="csY4" fmla="*/ 50162 h 56372"/>
                <a:gd name="csX5" fmla="*/ 27708 w 31052"/>
                <a:gd name="csY5" fmla="*/ 49684 h 56372"/>
                <a:gd name="csX6" fmla="*/ 27708 w 31052"/>
                <a:gd name="csY6" fmla="*/ 49684 h 56372"/>
                <a:gd name="csX7" fmla="*/ 28186 w 31052"/>
                <a:gd name="csY7" fmla="*/ 49206 h 56372"/>
                <a:gd name="csX8" fmla="*/ 29141 w 31052"/>
                <a:gd name="csY8" fmla="*/ 49684 h 56372"/>
                <a:gd name="csX9" fmla="*/ 30575 w 31052"/>
                <a:gd name="csY9" fmla="*/ 49206 h 56372"/>
                <a:gd name="csX10" fmla="*/ 31052 w 31052"/>
                <a:gd name="csY10" fmla="*/ 48728 h 56372"/>
                <a:gd name="csX11" fmla="*/ 29619 w 31052"/>
                <a:gd name="csY11" fmla="*/ 47295 h 56372"/>
                <a:gd name="csX12" fmla="*/ 28186 w 31052"/>
                <a:gd name="csY12" fmla="*/ 45862 h 56372"/>
                <a:gd name="csX13" fmla="*/ 27230 w 31052"/>
                <a:gd name="csY13" fmla="*/ 45384 h 56372"/>
                <a:gd name="csX14" fmla="*/ 26753 w 31052"/>
                <a:gd name="csY14" fmla="*/ 44907 h 56372"/>
                <a:gd name="csX15" fmla="*/ 26753 w 31052"/>
                <a:gd name="csY15" fmla="*/ 44429 h 56372"/>
                <a:gd name="csX16" fmla="*/ 27230 w 31052"/>
                <a:gd name="csY16" fmla="*/ 43951 h 56372"/>
                <a:gd name="csX17" fmla="*/ 29141 w 31052"/>
                <a:gd name="csY17" fmla="*/ 42996 h 56372"/>
                <a:gd name="csX18" fmla="*/ 29141 w 31052"/>
                <a:gd name="csY18" fmla="*/ 42040 h 56372"/>
                <a:gd name="csX19" fmla="*/ 29141 w 31052"/>
                <a:gd name="csY19" fmla="*/ 41085 h 56372"/>
                <a:gd name="csX20" fmla="*/ 26275 w 31052"/>
                <a:gd name="csY20" fmla="*/ 39651 h 56372"/>
                <a:gd name="csX21" fmla="*/ 23886 w 31052"/>
                <a:gd name="csY21" fmla="*/ 40129 h 56372"/>
                <a:gd name="csX22" fmla="*/ 23886 w 31052"/>
                <a:gd name="csY22" fmla="*/ 40129 h 56372"/>
                <a:gd name="csX23" fmla="*/ 21498 w 31052"/>
                <a:gd name="csY23" fmla="*/ 38696 h 56372"/>
                <a:gd name="csX24" fmla="*/ 20064 w 31052"/>
                <a:gd name="csY24" fmla="*/ 37263 h 56372"/>
                <a:gd name="csX25" fmla="*/ 20064 w 31052"/>
                <a:gd name="csY25" fmla="*/ 37263 h 56372"/>
                <a:gd name="csX26" fmla="*/ 18632 w 31052"/>
                <a:gd name="csY26" fmla="*/ 35830 h 56372"/>
                <a:gd name="csX27" fmla="*/ 17198 w 31052"/>
                <a:gd name="csY27" fmla="*/ 35352 h 56372"/>
                <a:gd name="csX28" fmla="*/ 15287 w 31052"/>
                <a:gd name="csY28" fmla="*/ 33441 h 56372"/>
                <a:gd name="csX29" fmla="*/ 15287 w 31052"/>
                <a:gd name="csY29" fmla="*/ 33441 h 56372"/>
                <a:gd name="csX30" fmla="*/ 12898 w 31052"/>
                <a:gd name="csY30" fmla="*/ 31530 h 56372"/>
                <a:gd name="csX31" fmla="*/ 11466 w 31052"/>
                <a:gd name="csY31" fmla="*/ 31052 h 56372"/>
                <a:gd name="csX32" fmla="*/ 11466 w 31052"/>
                <a:gd name="csY32" fmla="*/ 31052 h 56372"/>
                <a:gd name="csX33" fmla="*/ 11466 w 31052"/>
                <a:gd name="csY33" fmla="*/ 30575 h 56372"/>
                <a:gd name="csX34" fmla="*/ 11466 w 31052"/>
                <a:gd name="csY34" fmla="*/ 30575 h 56372"/>
                <a:gd name="csX35" fmla="*/ 12421 w 31052"/>
                <a:gd name="csY35" fmla="*/ 30097 h 56372"/>
                <a:gd name="csX36" fmla="*/ 16721 w 31052"/>
                <a:gd name="csY36" fmla="*/ 30575 h 56372"/>
                <a:gd name="csX37" fmla="*/ 17198 w 31052"/>
                <a:gd name="csY37" fmla="*/ 30097 h 56372"/>
                <a:gd name="csX38" fmla="*/ 17676 w 31052"/>
                <a:gd name="csY38" fmla="*/ 29141 h 56372"/>
                <a:gd name="csX39" fmla="*/ 18153 w 31052"/>
                <a:gd name="csY39" fmla="*/ 28186 h 56372"/>
                <a:gd name="csX40" fmla="*/ 19109 w 31052"/>
                <a:gd name="csY40" fmla="*/ 26275 h 56372"/>
                <a:gd name="csX41" fmla="*/ 19109 w 31052"/>
                <a:gd name="csY41" fmla="*/ 25320 h 56372"/>
                <a:gd name="csX42" fmla="*/ 14332 w 31052"/>
                <a:gd name="csY42" fmla="*/ 22931 h 56372"/>
                <a:gd name="csX43" fmla="*/ 10987 w 31052"/>
                <a:gd name="csY43" fmla="*/ 20542 h 56372"/>
                <a:gd name="csX44" fmla="*/ 9077 w 31052"/>
                <a:gd name="csY44" fmla="*/ 18154 h 56372"/>
                <a:gd name="csX45" fmla="*/ 7166 w 31052"/>
                <a:gd name="csY45" fmla="*/ 15287 h 56372"/>
                <a:gd name="csX46" fmla="*/ 7166 w 31052"/>
                <a:gd name="csY46" fmla="*/ 14809 h 56372"/>
                <a:gd name="csX47" fmla="*/ 7644 w 31052"/>
                <a:gd name="csY47" fmla="*/ 13854 h 56372"/>
                <a:gd name="csX48" fmla="*/ 11466 w 31052"/>
                <a:gd name="csY48" fmla="*/ 11466 h 56372"/>
                <a:gd name="csX49" fmla="*/ 11466 w 31052"/>
                <a:gd name="csY49" fmla="*/ 11466 h 56372"/>
                <a:gd name="csX50" fmla="*/ 11466 w 31052"/>
                <a:gd name="csY50" fmla="*/ 10988 h 56372"/>
                <a:gd name="csX51" fmla="*/ 11466 w 31052"/>
                <a:gd name="csY51" fmla="*/ 10510 h 56372"/>
                <a:gd name="csX52" fmla="*/ 11466 w 31052"/>
                <a:gd name="csY52" fmla="*/ 10510 h 56372"/>
                <a:gd name="csX53" fmla="*/ 10510 w 31052"/>
                <a:gd name="csY53" fmla="*/ 9077 h 56372"/>
                <a:gd name="csX54" fmla="*/ 8599 w 31052"/>
                <a:gd name="csY54" fmla="*/ 8121 h 56372"/>
                <a:gd name="csX55" fmla="*/ 8121 w 31052"/>
                <a:gd name="csY55" fmla="*/ 7166 h 56372"/>
                <a:gd name="csX56" fmla="*/ 7166 w 31052"/>
                <a:gd name="csY56" fmla="*/ 6688 h 56372"/>
                <a:gd name="csX57" fmla="*/ 5255 w 31052"/>
                <a:gd name="csY57" fmla="*/ 6688 h 56372"/>
                <a:gd name="csX58" fmla="*/ 1911 w 31052"/>
                <a:gd name="csY58" fmla="*/ 5255 h 56372"/>
                <a:gd name="csX59" fmla="*/ 1433 w 31052"/>
                <a:gd name="csY59" fmla="*/ 4777 h 56372"/>
                <a:gd name="csX60" fmla="*/ 955 w 31052"/>
                <a:gd name="csY60" fmla="*/ 4777 h 56372"/>
                <a:gd name="csX61" fmla="*/ 1433 w 31052"/>
                <a:gd name="csY61" fmla="*/ 4300 h 56372"/>
                <a:gd name="csX62" fmla="*/ 3821 w 31052"/>
                <a:gd name="csY62" fmla="*/ 3822 h 56372"/>
                <a:gd name="csX63" fmla="*/ 3344 w 31052"/>
                <a:gd name="csY63" fmla="*/ 3344 h 56372"/>
                <a:gd name="csX64" fmla="*/ 2866 w 31052"/>
                <a:gd name="csY64" fmla="*/ 2389 h 56372"/>
                <a:gd name="csX65" fmla="*/ 2866 w 31052"/>
                <a:gd name="csY65" fmla="*/ 2389 h 56372"/>
                <a:gd name="csX66" fmla="*/ 1433 w 31052"/>
                <a:gd name="csY66" fmla="*/ 1911 h 56372"/>
                <a:gd name="csX67" fmla="*/ 478 w 31052"/>
                <a:gd name="csY67" fmla="*/ 956 h 56372"/>
                <a:gd name="csX68" fmla="*/ 0 w 31052"/>
                <a:gd name="csY68" fmla="*/ 0 h 56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31052" h="56372">
                  <a:moveTo>
                    <a:pt x="29619" y="56372"/>
                  </a:moveTo>
                  <a:lnTo>
                    <a:pt x="29141" y="53983"/>
                  </a:lnTo>
                  <a:lnTo>
                    <a:pt x="29619" y="52550"/>
                  </a:lnTo>
                  <a:lnTo>
                    <a:pt x="29141" y="51595"/>
                  </a:lnTo>
                  <a:lnTo>
                    <a:pt x="27708" y="50162"/>
                  </a:lnTo>
                  <a:lnTo>
                    <a:pt x="27708" y="49684"/>
                  </a:lnTo>
                  <a:lnTo>
                    <a:pt x="27708" y="49684"/>
                  </a:lnTo>
                  <a:lnTo>
                    <a:pt x="28186" y="49206"/>
                  </a:lnTo>
                  <a:lnTo>
                    <a:pt x="29141" y="49684"/>
                  </a:lnTo>
                  <a:lnTo>
                    <a:pt x="30575" y="49206"/>
                  </a:lnTo>
                  <a:lnTo>
                    <a:pt x="31052" y="48728"/>
                  </a:lnTo>
                  <a:lnTo>
                    <a:pt x="29619" y="47295"/>
                  </a:lnTo>
                  <a:lnTo>
                    <a:pt x="28186" y="45862"/>
                  </a:lnTo>
                  <a:lnTo>
                    <a:pt x="27230" y="45384"/>
                  </a:lnTo>
                  <a:lnTo>
                    <a:pt x="26753" y="44907"/>
                  </a:lnTo>
                  <a:lnTo>
                    <a:pt x="26753" y="44429"/>
                  </a:lnTo>
                  <a:lnTo>
                    <a:pt x="27230" y="43951"/>
                  </a:lnTo>
                  <a:lnTo>
                    <a:pt x="29141" y="42996"/>
                  </a:lnTo>
                  <a:lnTo>
                    <a:pt x="29141" y="42040"/>
                  </a:lnTo>
                  <a:lnTo>
                    <a:pt x="29141" y="41085"/>
                  </a:lnTo>
                  <a:lnTo>
                    <a:pt x="26275" y="39651"/>
                  </a:lnTo>
                  <a:lnTo>
                    <a:pt x="23886" y="40129"/>
                  </a:lnTo>
                  <a:lnTo>
                    <a:pt x="23886" y="40129"/>
                  </a:lnTo>
                  <a:lnTo>
                    <a:pt x="21498" y="38696"/>
                  </a:lnTo>
                  <a:lnTo>
                    <a:pt x="20064" y="37263"/>
                  </a:lnTo>
                  <a:lnTo>
                    <a:pt x="20064" y="37263"/>
                  </a:lnTo>
                  <a:lnTo>
                    <a:pt x="18632" y="35830"/>
                  </a:lnTo>
                  <a:lnTo>
                    <a:pt x="17198" y="35352"/>
                  </a:lnTo>
                  <a:lnTo>
                    <a:pt x="15287" y="33441"/>
                  </a:lnTo>
                  <a:lnTo>
                    <a:pt x="15287" y="33441"/>
                  </a:lnTo>
                  <a:lnTo>
                    <a:pt x="12898" y="31530"/>
                  </a:lnTo>
                  <a:lnTo>
                    <a:pt x="11466" y="31052"/>
                  </a:lnTo>
                  <a:lnTo>
                    <a:pt x="11466" y="31052"/>
                  </a:lnTo>
                  <a:lnTo>
                    <a:pt x="11466" y="30575"/>
                  </a:lnTo>
                  <a:lnTo>
                    <a:pt x="11466" y="30575"/>
                  </a:lnTo>
                  <a:lnTo>
                    <a:pt x="12421" y="30097"/>
                  </a:lnTo>
                  <a:lnTo>
                    <a:pt x="16721" y="30575"/>
                  </a:lnTo>
                  <a:lnTo>
                    <a:pt x="17198" y="30097"/>
                  </a:lnTo>
                  <a:lnTo>
                    <a:pt x="17676" y="29141"/>
                  </a:lnTo>
                  <a:lnTo>
                    <a:pt x="18153" y="28186"/>
                  </a:lnTo>
                  <a:lnTo>
                    <a:pt x="19109" y="26275"/>
                  </a:lnTo>
                  <a:lnTo>
                    <a:pt x="19109" y="25320"/>
                  </a:lnTo>
                  <a:lnTo>
                    <a:pt x="14332" y="22931"/>
                  </a:lnTo>
                  <a:lnTo>
                    <a:pt x="10987" y="20542"/>
                  </a:lnTo>
                  <a:lnTo>
                    <a:pt x="9077" y="18154"/>
                  </a:lnTo>
                  <a:lnTo>
                    <a:pt x="7166" y="15287"/>
                  </a:lnTo>
                  <a:lnTo>
                    <a:pt x="7166" y="14809"/>
                  </a:lnTo>
                  <a:lnTo>
                    <a:pt x="7644" y="13854"/>
                  </a:lnTo>
                  <a:lnTo>
                    <a:pt x="11466" y="11466"/>
                  </a:lnTo>
                  <a:lnTo>
                    <a:pt x="11466" y="11466"/>
                  </a:lnTo>
                  <a:lnTo>
                    <a:pt x="11466" y="10988"/>
                  </a:lnTo>
                  <a:lnTo>
                    <a:pt x="11466" y="10510"/>
                  </a:lnTo>
                  <a:lnTo>
                    <a:pt x="11466" y="10510"/>
                  </a:lnTo>
                  <a:lnTo>
                    <a:pt x="10510" y="9077"/>
                  </a:lnTo>
                  <a:lnTo>
                    <a:pt x="8599" y="8121"/>
                  </a:lnTo>
                  <a:lnTo>
                    <a:pt x="8121" y="7166"/>
                  </a:lnTo>
                  <a:lnTo>
                    <a:pt x="7166" y="6688"/>
                  </a:lnTo>
                  <a:lnTo>
                    <a:pt x="5255" y="6688"/>
                  </a:lnTo>
                  <a:lnTo>
                    <a:pt x="1911" y="5255"/>
                  </a:lnTo>
                  <a:lnTo>
                    <a:pt x="1433" y="4777"/>
                  </a:lnTo>
                  <a:lnTo>
                    <a:pt x="955" y="4777"/>
                  </a:lnTo>
                  <a:lnTo>
                    <a:pt x="1433" y="4300"/>
                  </a:lnTo>
                  <a:lnTo>
                    <a:pt x="3821" y="3822"/>
                  </a:lnTo>
                  <a:lnTo>
                    <a:pt x="3344" y="3344"/>
                  </a:lnTo>
                  <a:lnTo>
                    <a:pt x="2866" y="2389"/>
                  </a:lnTo>
                  <a:lnTo>
                    <a:pt x="2866" y="2389"/>
                  </a:lnTo>
                  <a:lnTo>
                    <a:pt x="1433" y="1911"/>
                  </a:lnTo>
                  <a:lnTo>
                    <a:pt x="478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7" name="Freeform 3336">
              <a:extLst>
                <a:ext uri="{FF2B5EF4-FFF2-40B4-BE49-F238E27FC236}">
                  <a16:creationId xmlns:a16="http://schemas.microsoft.com/office/drawing/2014/main" id="{33435F4D-24FC-5CC5-AFF1-E95064423D99}"/>
                </a:ext>
              </a:extLst>
            </p:cNvPr>
            <p:cNvSpPr/>
            <p:nvPr/>
          </p:nvSpPr>
          <p:spPr>
            <a:xfrm>
              <a:off x="6816893" y="3959541"/>
              <a:ext cx="2388" cy="1910"/>
            </a:xfrm>
            <a:custGeom>
              <a:avLst/>
              <a:gdLst>
                <a:gd name="csX0" fmla="*/ 2389 w 2388"/>
                <a:gd name="csY0" fmla="*/ 0 h 1910"/>
                <a:gd name="csX1" fmla="*/ 0 w 2388"/>
                <a:gd name="csY1" fmla="*/ 1911 h 1910"/>
                <a:gd name="csX2" fmla="*/ 0 w 2388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1910">
                  <a:moveTo>
                    <a:pt x="2389" y="0"/>
                  </a:moveTo>
                  <a:lnTo>
                    <a:pt x="0" y="1911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8" name="Freeform 3337">
              <a:extLst>
                <a:ext uri="{FF2B5EF4-FFF2-40B4-BE49-F238E27FC236}">
                  <a16:creationId xmlns:a16="http://schemas.microsoft.com/office/drawing/2014/main" id="{FA27BE32-E03A-8A1F-E3DF-848BE5629CB1}"/>
                </a:ext>
              </a:extLst>
            </p:cNvPr>
            <p:cNvSpPr/>
            <p:nvPr/>
          </p:nvSpPr>
          <p:spPr>
            <a:xfrm>
              <a:off x="6825014" y="3951420"/>
              <a:ext cx="8599" cy="4299"/>
            </a:xfrm>
            <a:custGeom>
              <a:avLst/>
              <a:gdLst>
                <a:gd name="csX0" fmla="*/ 8599 w 8599"/>
                <a:gd name="csY0" fmla="*/ 0 h 4299"/>
                <a:gd name="csX1" fmla="*/ 6211 w 8599"/>
                <a:gd name="csY1" fmla="*/ 478 h 4299"/>
                <a:gd name="csX2" fmla="*/ 2389 w 8599"/>
                <a:gd name="csY2" fmla="*/ 3344 h 4299"/>
                <a:gd name="csX3" fmla="*/ 0 w 8599"/>
                <a:gd name="csY3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99" h="4299">
                  <a:moveTo>
                    <a:pt x="8599" y="0"/>
                  </a:moveTo>
                  <a:lnTo>
                    <a:pt x="6211" y="478"/>
                  </a:lnTo>
                  <a:lnTo>
                    <a:pt x="2389" y="3344"/>
                  </a:lnTo>
                  <a:lnTo>
                    <a:pt x="0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9" name="Freeform 3338">
              <a:extLst>
                <a:ext uri="{FF2B5EF4-FFF2-40B4-BE49-F238E27FC236}">
                  <a16:creationId xmlns:a16="http://schemas.microsoft.com/office/drawing/2014/main" id="{66618D68-88D9-5A87-0783-8CE5AD07EDAE}"/>
                </a:ext>
              </a:extLst>
            </p:cNvPr>
            <p:cNvSpPr/>
            <p:nvPr/>
          </p:nvSpPr>
          <p:spPr>
            <a:xfrm>
              <a:off x="6833613" y="3951420"/>
              <a:ext cx="5254" cy="2866"/>
            </a:xfrm>
            <a:custGeom>
              <a:avLst/>
              <a:gdLst>
                <a:gd name="csX0" fmla="*/ 5255 w 5254"/>
                <a:gd name="csY0" fmla="*/ 2866 h 2866"/>
                <a:gd name="csX1" fmla="*/ 1911 w 5254"/>
                <a:gd name="csY1" fmla="*/ 0 h 2866"/>
                <a:gd name="csX2" fmla="*/ 0 w 5254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4" h="2866">
                  <a:moveTo>
                    <a:pt x="5255" y="2866"/>
                  </a:moveTo>
                  <a:lnTo>
                    <a:pt x="1911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0" name="Freeform 3339">
              <a:extLst>
                <a:ext uri="{FF2B5EF4-FFF2-40B4-BE49-F238E27FC236}">
                  <a16:creationId xmlns:a16="http://schemas.microsoft.com/office/drawing/2014/main" id="{59EF0E3B-E696-0441-E46E-F142F75F3356}"/>
                </a:ext>
              </a:extLst>
            </p:cNvPr>
            <p:cNvSpPr/>
            <p:nvPr/>
          </p:nvSpPr>
          <p:spPr>
            <a:xfrm>
              <a:off x="6837913" y="3963363"/>
              <a:ext cx="3344" cy="1433"/>
            </a:xfrm>
            <a:custGeom>
              <a:avLst/>
              <a:gdLst>
                <a:gd name="csX0" fmla="*/ 3344 w 3344"/>
                <a:gd name="csY0" fmla="*/ 1433 h 1433"/>
                <a:gd name="csX1" fmla="*/ 0 w 3344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344" h="1433">
                  <a:moveTo>
                    <a:pt x="3344" y="1433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1" name="Freeform 3340">
              <a:extLst>
                <a:ext uri="{FF2B5EF4-FFF2-40B4-BE49-F238E27FC236}">
                  <a16:creationId xmlns:a16="http://schemas.microsoft.com/office/drawing/2014/main" id="{04E1DCED-5C93-7F52-E775-4F87CC9A5DC0}"/>
                </a:ext>
              </a:extLst>
            </p:cNvPr>
            <p:cNvSpPr/>
            <p:nvPr/>
          </p:nvSpPr>
          <p:spPr>
            <a:xfrm>
              <a:off x="6841735" y="3976262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0 w 1433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2" name="Freeform 3341">
              <a:extLst>
                <a:ext uri="{FF2B5EF4-FFF2-40B4-BE49-F238E27FC236}">
                  <a16:creationId xmlns:a16="http://schemas.microsoft.com/office/drawing/2014/main" id="{146EAFA5-C2CD-6628-7DAE-55D756E1BD43}"/>
                </a:ext>
              </a:extLst>
            </p:cNvPr>
            <p:cNvSpPr/>
            <p:nvPr/>
          </p:nvSpPr>
          <p:spPr>
            <a:xfrm>
              <a:off x="6846989" y="3899825"/>
              <a:ext cx="35352" cy="80736"/>
            </a:xfrm>
            <a:custGeom>
              <a:avLst/>
              <a:gdLst>
                <a:gd name="csX0" fmla="*/ 0 w 35352"/>
                <a:gd name="csY0" fmla="*/ 0 h 80736"/>
                <a:gd name="csX1" fmla="*/ 0 w 35352"/>
                <a:gd name="csY1" fmla="*/ 0 h 80736"/>
                <a:gd name="csX2" fmla="*/ 1911 w 35352"/>
                <a:gd name="csY2" fmla="*/ 956 h 80736"/>
                <a:gd name="csX3" fmla="*/ 4777 w 35352"/>
                <a:gd name="csY3" fmla="*/ 4777 h 80736"/>
                <a:gd name="csX4" fmla="*/ 9555 w 35352"/>
                <a:gd name="csY4" fmla="*/ 10988 h 80736"/>
                <a:gd name="csX5" fmla="*/ 10510 w 35352"/>
                <a:gd name="csY5" fmla="*/ 12899 h 80736"/>
                <a:gd name="csX6" fmla="*/ 11466 w 35352"/>
                <a:gd name="csY6" fmla="*/ 14809 h 80736"/>
                <a:gd name="csX7" fmla="*/ 11943 w 35352"/>
                <a:gd name="csY7" fmla="*/ 17198 h 80736"/>
                <a:gd name="csX8" fmla="*/ 12899 w 35352"/>
                <a:gd name="csY8" fmla="*/ 19587 h 80736"/>
                <a:gd name="csX9" fmla="*/ 17676 w 35352"/>
                <a:gd name="csY9" fmla="*/ 24842 h 80736"/>
                <a:gd name="csX10" fmla="*/ 19587 w 35352"/>
                <a:gd name="csY10" fmla="*/ 26753 h 80736"/>
                <a:gd name="csX11" fmla="*/ 22931 w 35352"/>
                <a:gd name="csY11" fmla="*/ 29619 h 80736"/>
                <a:gd name="csX12" fmla="*/ 23886 w 35352"/>
                <a:gd name="csY12" fmla="*/ 30097 h 80736"/>
                <a:gd name="csX13" fmla="*/ 25320 w 35352"/>
                <a:gd name="csY13" fmla="*/ 30097 h 80736"/>
                <a:gd name="csX14" fmla="*/ 28186 w 35352"/>
                <a:gd name="csY14" fmla="*/ 30097 h 80736"/>
                <a:gd name="csX15" fmla="*/ 30575 w 35352"/>
                <a:gd name="csY15" fmla="*/ 31530 h 80736"/>
                <a:gd name="csX16" fmla="*/ 32008 w 35352"/>
                <a:gd name="csY16" fmla="*/ 32008 h 80736"/>
                <a:gd name="csX17" fmla="*/ 33441 w 35352"/>
                <a:gd name="csY17" fmla="*/ 32963 h 80736"/>
                <a:gd name="csX18" fmla="*/ 34397 w 35352"/>
                <a:gd name="csY18" fmla="*/ 34397 h 80736"/>
                <a:gd name="csX19" fmla="*/ 35352 w 35352"/>
                <a:gd name="csY19" fmla="*/ 37263 h 80736"/>
                <a:gd name="csX20" fmla="*/ 31052 w 35352"/>
                <a:gd name="csY20" fmla="*/ 36307 h 80736"/>
                <a:gd name="csX21" fmla="*/ 26753 w 35352"/>
                <a:gd name="csY21" fmla="*/ 36307 h 80736"/>
                <a:gd name="csX22" fmla="*/ 24365 w 35352"/>
                <a:gd name="csY22" fmla="*/ 37263 h 80736"/>
                <a:gd name="csX23" fmla="*/ 21498 w 35352"/>
                <a:gd name="csY23" fmla="*/ 38218 h 80736"/>
                <a:gd name="csX24" fmla="*/ 19587 w 35352"/>
                <a:gd name="csY24" fmla="*/ 39651 h 80736"/>
                <a:gd name="csX25" fmla="*/ 18154 w 35352"/>
                <a:gd name="csY25" fmla="*/ 42040 h 80736"/>
                <a:gd name="csX26" fmla="*/ 16721 w 35352"/>
                <a:gd name="csY26" fmla="*/ 47773 h 80736"/>
                <a:gd name="csX27" fmla="*/ 14810 w 35352"/>
                <a:gd name="csY27" fmla="*/ 53028 h 80736"/>
                <a:gd name="csX28" fmla="*/ 14810 w 35352"/>
                <a:gd name="csY28" fmla="*/ 55894 h 80736"/>
                <a:gd name="csX29" fmla="*/ 15765 w 35352"/>
                <a:gd name="csY29" fmla="*/ 58283 h 80736"/>
                <a:gd name="csX30" fmla="*/ 15765 w 35352"/>
                <a:gd name="csY30" fmla="*/ 59238 h 80736"/>
                <a:gd name="csX31" fmla="*/ 14810 w 35352"/>
                <a:gd name="csY31" fmla="*/ 59716 h 80736"/>
                <a:gd name="csX32" fmla="*/ 13854 w 35352"/>
                <a:gd name="csY32" fmla="*/ 60672 h 80736"/>
                <a:gd name="csX33" fmla="*/ 12421 w 35352"/>
                <a:gd name="csY33" fmla="*/ 65927 h 80736"/>
                <a:gd name="csX34" fmla="*/ 11943 w 35352"/>
                <a:gd name="csY34" fmla="*/ 66882 h 80736"/>
                <a:gd name="csX35" fmla="*/ 10988 w 35352"/>
                <a:gd name="csY35" fmla="*/ 67360 h 80736"/>
                <a:gd name="csX36" fmla="*/ 10510 w 35352"/>
                <a:gd name="csY36" fmla="*/ 66882 h 80736"/>
                <a:gd name="csX37" fmla="*/ 10510 w 35352"/>
                <a:gd name="csY37" fmla="*/ 65449 h 80736"/>
                <a:gd name="csX38" fmla="*/ 8599 w 35352"/>
                <a:gd name="csY38" fmla="*/ 64493 h 80736"/>
                <a:gd name="csX39" fmla="*/ 7644 w 35352"/>
                <a:gd name="csY39" fmla="*/ 65449 h 80736"/>
                <a:gd name="csX40" fmla="*/ 7166 w 35352"/>
                <a:gd name="csY40" fmla="*/ 68315 h 80736"/>
                <a:gd name="csX41" fmla="*/ 5733 w 35352"/>
                <a:gd name="csY41" fmla="*/ 71182 h 80736"/>
                <a:gd name="csX42" fmla="*/ 5733 w 35352"/>
                <a:gd name="csY42" fmla="*/ 71659 h 80736"/>
                <a:gd name="csX43" fmla="*/ 5733 w 35352"/>
                <a:gd name="csY43" fmla="*/ 80736 h 807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5352" h="80736">
                  <a:moveTo>
                    <a:pt x="0" y="0"/>
                  </a:moveTo>
                  <a:lnTo>
                    <a:pt x="0" y="0"/>
                  </a:lnTo>
                  <a:lnTo>
                    <a:pt x="1911" y="956"/>
                  </a:lnTo>
                  <a:lnTo>
                    <a:pt x="4777" y="4777"/>
                  </a:lnTo>
                  <a:lnTo>
                    <a:pt x="9555" y="10988"/>
                  </a:lnTo>
                  <a:lnTo>
                    <a:pt x="10510" y="12899"/>
                  </a:lnTo>
                  <a:lnTo>
                    <a:pt x="11466" y="14809"/>
                  </a:lnTo>
                  <a:lnTo>
                    <a:pt x="11943" y="17198"/>
                  </a:lnTo>
                  <a:lnTo>
                    <a:pt x="12899" y="19587"/>
                  </a:lnTo>
                  <a:lnTo>
                    <a:pt x="17676" y="24842"/>
                  </a:lnTo>
                  <a:lnTo>
                    <a:pt x="19587" y="26753"/>
                  </a:lnTo>
                  <a:lnTo>
                    <a:pt x="22931" y="29619"/>
                  </a:lnTo>
                  <a:lnTo>
                    <a:pt x="23886" y="30097"/>
                  </a:lnTo>
                  <a:lnTo>
                    <a:pt x="25320" y="30097"/>
                  </a:lnTo>
                  <a:lnTo>
                    <a:pt x="28186" y="30097"/>
                  </a:lnTo>
                  <a:lnTo>
                    <a:pt x="30575" y="31530"/>
                  </a:lnTo>
                  <a:lnTo>
                    <a:pt x="32008" y="32008"/>
                  </a:lnTo>
                  <a:lnTo>
                    <a:pt x="33441" y="32963"/>
                  </a:lnTo>
                  <a:lnTo>
                    <a:pt x="34397" y="34397"/>
                  </a:lnTo>
                  <a:lnTo>
                    <a:pt x="35352" y="37263"/>
                  </a:lnTo>
                  <a:lnTo>
                    <a:pt x="31052" y="36307"/>
                  </a:lnTo>
                  <a:lnTo>
                    <a:pt x="26753" y="36307"/>
                  </a:lnTo>
                  <a:lnTo>
                    <a:pt x="24365" y="37263"/>
                  </a:lnTo>
                  <a:lnTo>
                    <a:pt x="21498" y="38218"/>
                  </a:lnTo>
                  <a:lnTo>
                    <a:pt x="19587" y="39651"/>
                  </a:lnTo>
                  <a:lnTo>
                    <a:pt x="18154" y="42040"/>
                  </a:lnTo>
                  <a:lnTo>
                    <a:pt x="16721" y="47773"/>
                  </a:lnTo>
                  <a:lnTo>
                    <a:pt x="14810" y="53028"/>
                  </a:lnTo>
                  <a:lnTo>
                    <a:pt x="14810" y="55894"/>
                  </a:lnTo>
                  <a:lnTo>
                    <a:pt x="15765" y="58283"/>
                  </a:lnTo>
                  <a:lnTo>
                    <a:pt x="15765" y="59238"/>
                  </a:lnTo>
                  <a:lnTo>
                    <a:pt x="14810" y="59716"/>
                  </a:lnTo>
                  <a:lnTo>
                    <a:pt x="13854" y="60672"/>
                  </a:lnTo>
                  <a:lnTo>
                    <a:pt x="12421" y="65927"/>
                  </a:lnTo>
                  <a:lnTo>
                    <a:pt x="11943" y="66882"/>
                  </a:lnTo>
                  <a:lnTo>
                    <a:pt x="10988" y="67360"/>
                  </a:lnTo>
                  <a:lnTo>
                    <a:pt x="10510" y="66882"/>
                  </a:lnTo>
                  <a:lnTo>
                    <a:pt x="10510" y="65449"/>
                  </a:lnTo>
                  <a:lnTo>
                    <a:pt x="8599" y="64493"/>
                  </a:lnTo>
                  <a:lnTo>
                    <a:pt x="7644" y="65449"/>
                  </a:lnTo>
                  <a:lnTo>
                    <a:pt x="7166" y="68315"/>
                  </a:lnTo>
                  <a:lnTo>
                    <a:pt x="5733" y="71182"/>
                  </a:lnTo>
                  <a:lnTo>
                    <a:pt x="5733" y="71659"/>
                  </a:lnTo>
                  <a:lnTo>
                    <a:pt x="5733" y="8073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3" name="Freeform 3342">
              <a:extLst>
                <a:ext uri="{FF2B5EF4-FFF2-40B4-BE49-F238E27FC236}">
                  <a16:creationId xmlns:a16="http://schemas.microsoft.com/office/drawing/2014/main" id="{31E273D8-8A33-CEA5-D909-2CB24981738A}"/>
                </a:ext>
              </a:extLst>
            </p:cNvPr>
            <p:cNvSpPr/>
            <p:nvPr/>
          </p:nvSpPr>
          <p:spPr>
            <a:xfrm>
              <a:off x="6785840" y="3928011"/>
              <a:ext cx="1432" cy="1433"/>
            </a:xfrm>
            <a:custGeom>
              <a:avLst/>
              <a:gdLst>
                <a:gd name="csX0" fmla="*/ 478 w 1432"/>
                <a:gd name="csY0" fmla="*/ 0 h 1433"/>
                <a:gd name="csX1" fmla="*/ 0 w 1432"/>
                <a:gd name="csY1" fmla="*/ 478 h 1433"/>
                <a:gd name="csX2" fmla="*/ 0 w 1432"/>
                <a:gd name="csY2" fmla="*/ 1433 h 1433"/>
                <a:gd name="csX3" fmla="*/ 478 w 1432"/>
                <a:gd name="csY3" fmla="*/ 1433 h 1433"/>
                <a:gd name="csX4" fmla="*/ 1433 w 1432"/>
                <a:gd name="csY4" fmla="*/ 1433 h 1433"/>
                <a:gd name="csX5" fmla="*/ 1433 w 1432"/>
                <a:gd name="csY5" fmla="*/ 478 h 1433"/>
                <a:gd name="csX6" fmla="*/ 955 w 1432"/>
                <a:gd name="csY6" fmla="*/ 0 h 1433"/>
                <a:gd name="csX7" fmla="*/ 478 w 1432"/>
                <a:gd name="csY7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2" h="1433">
                  <a:moveTo>
                    <a:pt x="478" y="0"/>
                  </a:moveTo>
                  <a:lnTo>
                    <a:pt x="0" y="478"/>
                  </a:lnTo>
                  <a:lnTo>
                    <a:pt x="0" y="1433"/>
                  </a:lnTo>
                  <a:lnTo>
                    <a:pt x="478" y="1433"/>
                  </a:lnTo>
                  <a:lnTo>
                    <a:pt x="1433" y="1433"/>
                  </a:lnTo>
                  <a:lnTo>
                    <a:pt x="1433" y="478"/>
                  </a:lnTo>
                  <a:lnTo>
                    <a:pt x="955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4" name="Freeform 3343">
              <a:extLst>
                <a:ext uri="{FF2B5EF4-FFF2-40B4-BE49-F238E27FC236}">
                  <a16:creationId xmlns:a16="http://schemas.microsoft.com/office/drawing/2014/main" id="{80DCD7B3-71A2-FD43-7F48-FDF7B1097968}"/>
                </a:ext>
              </a:extLst>
            </p:cNvPr>
            <p:cNvSpPr/>
            <p:nvPr/>
          </p:nvSpPr>
          <p:spPr>
            <a:xfrm>
              <a:off x="6775330" y="3917979"/>
              <a:ext cx="1433" cy="1911"/>
            </a:xfrm>
            <a:custGeom>
              <a:avLst/>
              <a:gdLst>
                <a:gd name="csX0" fmla="*/ 1433 w 1433"/>
                <a:gd name="csY0" fmla="*/ 1433 h 1911"/>
                <a:gd name="csX1" fmla="*/ 956 w 1433"/>
                <a:gd name="csY1" fmla="*/ 1911 h 1911"/>
                <a:gd name="csX2" fmla="*/ 0 w 1433"/>
                <a:gd name="csY2" fmla="*/ 1433 h 1911"/>
                <a:gd name="csX3" fmla="*/ 0 w 1433"/>
                <a:gd name="csY3" fmla="*/ 956 h 1911"/>
                <a:gd name="csX4" fmla="*/ 0 w 1433"/>
                <a:gd name="csY4" fmla="*/ 0 h 1911"/>
                <a:gd name="csX5" fmla="*/ 478 w 1433"/>
                <a:gd name="csY5" fmla="*/ 0 h 1911"/>
                <a:gd name="csX6" fmla="*/ 1433 w 1433"/>
                <a:gd name="csY6" fmla="*/ 0 h 1911"/>
                <a:gd name="csX7" fmla="*/ 1433 w 1433"/>
                <a:gd name="csY7" fmla="*/ 956 h 1911"/>
                <a:gd name="csX8" fmla="*/ 1433 w 1433"/>
                <a:gd name="csY8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1911">
                  <a:moveTo>
                    <a:pt x="1433" y="1433"/>
                  </a:moveTo>
                  <a:lnTo>
                    <a:pt x="956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433" y="956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5" name="Freeform 3344">
              <a:extLst>
                <a:ext uri="{FF2B5EF4-FFF2-40B4-BE49-F238E27FC236}">
                  <a16:creationId xmlns:a16="http://schemas.microsoft.com/office/drawing/2014/main" id="{48765E28-38B8-08CF-E28C-CE9DEF07B184}"/>
                </a:ext>
              </a:extLst>
            </p:cNvPr>
            <p:cNvSpPr/>
            <p:nvPr/>
          </p:nvSpPr>
          <p:spPr>
            <a:xfrm>
              <a:off x="6771509" y="3949509"/>
              <a:ext cx="26752" cy="20542"/>
            </a:xfrm>
            <a:custGeom>
              <a:avLst/>
              <a:gdLst>
                <a:gd name="csX0" fmla="*/ 0 w 26752"/>
                <a:gd name="csY0" fmla="*/ 1433 h 20542"/>
                <a:gd name="csX1" fmla="*/ 955 w 26752"/>
                <a:gd name="csY1" fmla="*/ 1433 h 20542"/>
                <a:gd name="csX2" fmla="*/ 1911 w 26752"/>
                <a:gd name="csY2" fmla="*/ 956 h 20542"/>
                <a:gd name="csX3" fmla="*/ 5255 w 26752"/>
                <a:gd name="csY3" fmla="*/ 0 h 20542"/>
                <a:gd name="csX4" fmla="*/ 6210 w 26752"/>
                <a:gd name="csY4" fmla="*/ 478 h 20542"/>
                <a:gd name="csX5" fmla="*/ 6688 w 26752"/>
                <a:gd name="csY5" fmla="*/ 956 h 20542"/>
                <a:gd name="csX6" fmla="*/ 7166 w 26752"/>
                <a:gd name="csY6" fmla="*/ 1433 h 20542"/>
                <a:gd name="csX7" fmla="*/ 7644 w 26752"/>
                <a:gd name="csY7" fmla="*/ 2389 h 20542"/>
                <a:gd name="csX8" fmla="*/ 7644 w 26752"/>
                <a:gd name="csY8" fmla="*/ 4300 h 20542"/>
                <a:gd name="csX9" fmla="*/ 8121 w 26752"/>
                <a:gd name="csY9" fmla="*/ 4300 h 20542"/>
                <a:gd name="csX10" fmla="*/ 9555 w 26752"/>
                <a:gd name="csY10" fmla="*/ 3822 h 20542"/>
                <a:gd name="csX11" fmla="*/ 10510 w 26752"/>
                <a:gd name="csY11" fmla="*/ 4777 h 20542"/>
                <a:gd name="csX12" fmla="*/ 11466 w 26752"/>
                <a:gd name="csY12" fmla="*/ 5255 h 20542"/>
                <a:gd name="csX13" fmla="*/ 13854 w 26752"/>
                <a:gd name="csY13" fmla="*/ 6211 h 20542"/>
                <a:gd name="csX14" fmla="*/ 16721 w 26752"/>
                <a:gd name="csY14" fmla="*/ 4777 h 20542"/>
                <a:gd name="csX15" fmla="*/ 18153 w 26752"/>
                <a:gd name="csY15" fmla="*/ 4777 h 20542"/>
                <a:gd name="csX16" fmla="*/ 19587 w 26752"/>
                <a:gd name="csY16" fmla="*/ 4777 h 20542"/>
                <a:gd name="csX17" fmla="*/ 20064 w 26752"/>
                <a:gd name="csY17" fmla="*/ 5255 h 20542"/>
                <a:gd name="csX18" fmla="*/ 20064 w 26752"/>
                <a:gd name="csY18" fmla="*/ 5255 h 20542"/>
                <a:gd name="csX19" fmla="*/ 20542 w 26752"/>
                <a:gd name="csY19" fmla="*/ 6211 h 20542"/>
                <a:gd name="csX20" fmla="*/ 20064 w 26752"/>
                <a:gd name="csY20" fmla="*/ 8121 h 20542"/>
                <a:gd name="csX21" fmla="*/ 20064 w 26752"/>
                <a:gd name="csY21" fmla="*/ 9077 h 20542"/>
                <a:gd name="csX22" fmla="*/ 20542 w 26752"/>
                <a:gd name="csY22" fmla="*/ 9555 h 20542"/>
                <a:gd name="csX23" fmla="*/ 22931 w 26752"/>
                <a:gd name="csY23" fmla="*/ 10988 h 20542"/>
                <a:gd name="csX24" fmla="*/ 23886 w 26752"/>
                <a:gd name="csY24" fmla="*/ 11943 h 20542"/>
                <a:gd name="csX25" fmla="*/ 23409 w 26752"/>
                <a:gd name="csY25" fmla="*/ 13854 h 20542"/>
                <a:gd name="csX26" fmla="*/ 25319 w 26752"/>
                <a:gd name="csY26" fmla="*/ 17198 h 20542"/>
                <a:gd name="csX27" fmla="*/ 25798 w 26752"/>
                <a:gd name="csY27" fmla="*/ 18632 h 20542"/>
                <a:gd name="csX28" fmla="*/ 26753 w 26752"/>
                <a:gd name="csY28" fmla="*/ 20543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26752" h="20542">
                  <a:moveTo>
                    <a:pt x="0" y="1433"/>
                  </a:moveTo>
                  <a:lnTo>
                    <a:pt x="955" y="1433"/>
                  </a:lnTo>
                  <a:lnTo>
                    <a:pt x="1911" y="956"/>
                  </a:lnTo>
                  <a:lnTo>
                    <a:pt x="5255" y="0"/>
                  </a:lnTo>
                  <a:lnTo>
                    <a:pt x="6210" y="478"/>
                  </a:lnTo>
                  <a:lnTo>
                    <a:pt x="6688" y="956"/>
                  </a:lnTo>
                  <a:lnTo>
                    <a:pt x="7166" y="1433"/>
                  </a:lnTo>
                  <a:lnTo>
                    <a:pt x="7644" y="2389"/>
                  </a:lnTo>
                  <a:lnTo>
                    <a:pt x="7644" y="4300"/>
                  </a:lnTo>
                  <a:lnTo>
                    <a:pt x="8121" y="4300"/>
                  </a:lnTo>
                  <a:lnTo>
                    <a:pt x="9555" y="3822"/>
                  </a:lnTo>
                  <a:lnTo>
                    <a:pt x="10510" y="4777"/>
                  </a:lnTo>
                  <a:lnTo>
                    <a:pt x="11466" y="5255"/>
                  </a:lnTo>
                  <a:lnTo>
                    <a:pt x="13854" y="6211"/>
                  </a:lnTo>
                  <a:lnTo>
                    <a:pt x="16721" y="4777"/>
                  </a:lnTo>
                  <a:lnTo>
                    <a:pt x="18153" y="4777"/>
                  </a:lnTo>
                  <a:lnTo>
                    <a:pt x="19587" y="4777"/>
                  </a:lnTo>
                  <a:lnTo>
                    <a:pt x="20064" y="5255"/>
                  </a:lnTo>
                  <a:lnTo>
                    <a:pt x="20064" y="5255"/>
                  </a:lnTo>
                  <a:lnTo>
                    <a:pt x="20542" y="6211"/>
                  </a:lnTo>
                  <a:lnTo>
                    <a:pt x="20064" y="8121"/>
                  </a:lnTo>
                  <a:lnTo>
                    <a:pt x="20064" y="9077"/>
                  </a:lnTo>
                  <a:lnTo>
                    <a:pt x="20542" y="9555"/>
                  </a:lnTo>
                  <a:lnTo>
                    <a:pt x="22931" y="10988"/>
                  </a:lnTo>
                  <a:lnTo>
                    <a:pt x="23886" y="11943"/>
                  </a:lnTo>
                  <a:lnTo>
                    <a:pt x="23409" y="13854"/>
                  </a:lnTo>
                  <a:lnTo>
                    <a:pt x="25319" y="17198"/>
                  </a:lnTo>
                  <a:lnTo>
                    <a:pt x="25798" y="18632"/>
                  </a:lnTo>
                  <a:lnTo>
                    <a:pt x="26753" y="2054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6" name="Freeform 3345">
              <a:extLst>
                <a:ext uri="{FF2B5EF4-FFF2-40B4-BE49-F238E27FC236}">
                  <a16:creationId xmlns:a16="http://schemas.microsoft.com/office/drawing/2014/main" id="{21762398-F3A8-DB88-762D-F5EDF0AF4586}"/>
                </a:ext>
              </a:extLst>
            </p:cNvPr>
            <p:cNvSpPr/>
            <p:nvPr/>
          </p:nvSpPr>
          <p:spPr>
            <a:xfrm>
              <a:off x="6208265" y="3816700"/>
              <a:ext cx="1911" cy="2866"/>
            </a:xfrm>
            <a:custGeom>
              <a:avLst/>
              <a:gdLst>
                <a:gd name="csX0" fmla="*/ 0 w 1911"/>
                <a:gd name="csY0" fmla="*/ 2867 h 2866"/>
                <a:gd name="csX1" fmla="*/ 0 w 1911"/>
                <a:gd name="csY1" fmla="*/ 2867 h 2866"/>
                <a:gd name="csX2" fmla="*/ 1911 w 1911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2866">
                  <a:moveTo>
                    <a:pt x="0" y="2867"/>
                  </a:moveTo>
                  <a:lnTo>
                    <a:pt x="0" y="2867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7" name="Freeform 3346">
              <a:extLst>
                <a:ext uri="{FF2B5EF4-FFF2-40B4-BE49-F238E27FC236}">
                  <a16:creationId xmlns:a16="http://schemas.microsoft.com/office/drawing/2014/main" id="{C2D98DB4-2B6C-995A-9BCF-BD3640852898}"/>
                </a:ext>
              </a:extLst>
            </p:cNvPr>
            <p:cNvSpPr/>
            <p:nvPr/>
          </p:nvSpPr>
          <p:spPr>
            <a:xfrm>
              <a:off x="6195845" y="3816222"/>
              <a:ext cx="16720" cy="32007"/>
            </a:xfrm>
            <a:custGeom>
              <a:avLst/>
              <a:gdLst>
                <a:gd name="csX0" fmla="*/ 16721 w 16720"/>
                <a:gd name="csY0" fmla="*/ 32008 h 32007"/>
                <a:gd name="csX1" fmla="*/ 16721 w 16720"/>
                <a:gd name="csY1" fmla="*/ 32008 h 32007"/>
                <a:gd name="csX2" fmla="*/ 14332 w 16720"/>
                <a:gd name="csY2" fmla="*/ 30097 h 32007"/>
                <a:gd name="csX3" fmla="*/ 12898 w 16720"/>
                <a:gd name="csY3" fmla="*/ 28664 h 32007"/>
                <a:gd name="csX4" fmla="*/ 10988 w 16720"/>
                <a:gd name="csY4" fmla="*/ 26753 h 32007"/>
                <a:gd name="csX5" fmla="*/ 9555 w 16720"/>
                <a:gd name="csY5" fmla="*/ 24364 h 32007"/>
                <a:gd name="csX6" fmla="*/ 8599 w 16720"/>
                <a:gd name="csY6" fmla="*/ 21020 h 32007"/>
                <a:gd name="csX7" fmla="*/ 7644 w 16720"/>
                <a:gd name="csY7" fmla="*/ 18154 h 32007"/>
                <a:gd name="csX8" fmla="*/ 7166 w 16720"/>
                <a:gd name="csY8" fmla="*/ 16721 h 32007"/>
                <a:gd name="csX9" fmla="*/ 6210 w 16720"/>
                <a:gd name="csY9" fmla="*/ 16243 h 32007"/>
                <a:gd name="csX10" fmla="*/ 2866 w 16720"/>
                <a:gd name="csY10" fmla="*/ 12899 h 32007"/>
                <a:gd name="csX11" fmla="*/ 0 w 16720"/>
                <a:gd name="csY11" fmla="*/ 10510 h 32007"/>
                <a:gd name="csX12" fmla="*/ 0 w 16720"/>
                <a:gd name="csY12" fmla="*/ 8121 h 32007"/>
                <a:gd name="csX13" fmla="*/ 478 w 16720"/>
                <a:gd name="csY13" fmla="*/ 4299 h 32007"/>
                <a:gd name="csX14" fmla="*/ 955 w 16720"/>
                <a:gd name="csY14" fmla="*/ 0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6720" h="32007">
                  <a:moveTo>
                    <a:pt x="16721" y="32008"/>
                  </a:moveTo>
                  <a:lnTo>
                    <a:pt x="16721" y="32008"/>
                  </a:lnTo>
                  <a:lnTo>
                    <a:pt x="14332" y="30097"/>
                  </a:lnTo>
                  <a:lnTo>
                    <a:pt x="12898" y="28664"/>
                  </a:lnTo>
                  <a:lnTo>
                    <a:pt x="10988" y="26753"/>
                  </a:lnTo>
                  <a:lnTo>
                    <a:pt x="9555" y="24364"/>
                  </a:lnTo>
                  <a:lnTo>
                    <a:pt x="8599" y="21020"/>
                  </a:lnTo>
                  <a:lnTo>
                    <a:pt x="7644" y="18154"/>
                  </a:lnTo>
                  <a:lnTo>
                    <a:pt x="7166" y="16721"/>
                  </a:lnTo>
                  <a:lnTo>
                    <a:pt x="6210" y="16243"/>
                  </a:lnTo>
                  <a:lnTo>
                    <a:pt x="2866" y="12899"/>
                  </a:lnTo>
                  <a:lnTo>
                    <a:pt x="0" y="10510"/>
                  </a:lnTo>
                  <a:lnTo>
                    <a:pt x="0" y="8121"/>
                  </a:lnTo>
                  <a:lnTo>
                    <a:pt x="478" y="4299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8" name="Freeform 3347">
              <a:extLst>
                <a:ext uri="{FF2B5EF4-FFF2-40B4-BE49-F238E27FC236}">
                  <a16:creationId xmlns:a16="http://schemas.microsoft.com/office/drawing/2014/main" id="{FD36605B-F794-3BBE-0B1A-60743FAEE7E5}"/>
                </a:ext>
              </a:extLst>
            </p:cNvPr>
            <p:cNvSpPr/>
            <p:nvPr/>
          </p:nvSpPr>
          <p:spPr>
            <a:xfrm>
              <a:off x="6214954" y="3851574"/>
              <a:ext cx="19109" cy="20064"/>
            </a:xfrm>
            <a:custGeom>
              <a:avLst/>
              <a:gdLst>
                <a:gd name="csX0" fmla="*/ 19109 w 19109"/>
                <a:gd name="csY0" fmla="*/ 20065 h 20064"/>
                <a:gd name="csX1" fmla="*/ 18631 w 19109"/>
                <a:gd name="csY1" fmla="*/ 19587 h 20064"/>
                <a:gd name="csX2" fmla="*/ 18154 w 19109"/>
                <a:gd name="csY2" fmla="*/ 18632 h 20064"/>
                <a:gd name="csX3" fmla="*/ 13854 w 19109"/>
                <a:gd name="csY3" fmla="*/ 14810 h 20064"/>
                <a:gd name="csX4" fmla="*/ 11943 w 19109"/>
                <a:gd name="csY4" fmla="*/ 11943 h 20064"/>
                <a:gd name="csX5" fmla="*/ 11465 w 19109"/>
                <a:gd name="csY5" fmla="*/ 10988 h 20064"/>
                <a:gd name="csX6" fmla="*/ 11465 w 19109"/>
                <a:gd name="csY6" fmla="*/ 8599 h 20064"/>
                <a:gd name="csX7" fmla="*/ 10988 w 19109"/>
                <a:gd name="csY7" fmla="*/ 8121 h 20064"/>
                <a:gd name="csX8" fmla="*/ 10988 w 19109"/>
                <a:gd name="csY8" fmla="*/ 8121 h 20064"/>
                <a:gd name="csX9" fmla="*/ 7644 w 19109"/>
                <a:gd name="csY9" fmla="*/ 6688 h 20064"/>
                <a:gd name="csX10" fmla="*/ 3822 w 19109"/>
                <a:gd name="csY10" fmla="*/ 3344 h 20064"/>
                <a:gd name="csX11" fmla="*/ 0 w 19109"/>
                <a:gd name="csY11" fmla="*/ 0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9109" h="20064">
                  <a:moveTo>
                    <a:pt x="19109" y="20065"/>
                  </a:moveTo>
                  <a:lnTo>
                    <a:pt x="18631" y="19587"/>
                  </a:lnTo>
                  <a:lnTo>
                    <a:pt x="18154" y="18632"/>
                  </a:lnTo>
                  <a:lnTo>
                    <a:pt x="13854" y="14810"/>
                  </a:lnTo>
                  <a:lnTo>
                    <a:pt x="11943" y="11943"/>
                  </a:lnTo>
                  <a:lnTo>
                    <a:pt x="11465" y="10988"/>
                  </a:lnTo>
                  <a:lnTo>
                    <a:pt x="11465" y="8599"/>
                  </a:lnTo>
                  <a:lnTo>
                    <a:pt x="10988" y="8121"/>
                  </a:lnTo>
                  <a:lnTo>
                    <a:pt x="10988" y="8121"/>
                  </a:lnTo>
                  <a:lnTo>
                    <a:pt x="7644" y="6688"/>
                  </a:lnTo>
                  <a:lnTo>
                    <a:pt x="3822" y="3344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9" name="Freeform 3348">
              <a:extLst>
                <a:ext uri="{FF2B5EF4-FFF2-40B4-BE49-F238E27FC236}">
                  <a16:creationId xmlns:a16="http://schemas.microsoft.com/office/drawing/2014/main" id="{1941561C-0700-ACD0-AD8A-4327A4B8489E}"/>
                </a:ext>
              </a:extLst>
            </p:cNvPr>
            <p:cNvSpPr/>
            <p:nvPr/>
          </p:nvSpPr>
          <p:spPr>
            <a:xfrm>
              <a:off x="6232630" y="3872594"/>
              <a:ext cx="1433" cy="955"/>
            </a:xfrm>
            <a:custGeom>
              <a:avLst/>
              <a:gdLst>
                <a:gd name="csX0" fmla="*/ 1433 w 1433"/>
                <a:gd name="csY0" fmla="*/ 956 h 955"/>
                <a:gd name="csX1" fmla="*/ 0 w 1433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955">
                  <a:moveTo>
                    <a:pt x="1433" y="956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0" name="Freeform 3349">
              <a:extLst>
                <a:ext uri="{FF2B5EF4-FFF2-40B4-BE49-F238E27FC236}">
                  <a16:creationId xmlns:a16="http://schemas.microsoft.com/office/drawing/2014/main" id="{D56561F8-C89A-BC07-618F-1AFDD42A6D6D}"/>
                </a:ext>
              </a:extLst>
            </p:cNvPr>
            <p:cNvSpPr/>
            <p:nvPr/>
          </p:nvSpPr>
          <p:spPr>
            <a:xfrm>
              <a:off x="6246484" y="3881193"/>
              <a:ext cx="2866" cy="955"/>
            </a:xfrm>
            <a:custGeom>
              <a:avLst/>
              <a:gdLst>
                <a:gd name="csX0" fmla="*/ 2866 w 2866"/>
                <a:gd name="csY0" fmla="*/ 956 h 955"/>
                <a:gd name="csX1" fmla="*/ 956 w 2866"/>
                <a:gd name="csY1" fmla="*/ 0 h 955"/>
                <a:gd name="csX2" fmla="*/ 0 w 2866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955">
                  <a:moveTo>
                    <a:pt x="2866" y="956"/>
                  </a:moveTo>
                  <a:lnTo>
                    <a:pt x="956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1" name="Freeform 3350">
              <a:extLst>
                <a:ext uri="{FF2B5EF4-FFF2-40B4-BE49-F238E27FC236}">
                  <a16:creationId xmlns:a16="http://schemas.microsoft.com/office/drawing/2014/main" id="{74F127A4-54FC-5944-F030-CAC98A5D7047}"/>
                </a:ext>
              </a:extLst>
            </p:cNvPr>
            <p:cNvSpPr/>
            <p:nvPr/>
          </p:nvSpPr>
          <p:spPr>
            <a:xfrm>
              <a:off x="6249350" y="3872117"/>
              <a:ext cx="477" cy="4777"/>
            </a:xfrm>
            <a:custGeom>
              <a:avLst/>
              <a:gdLst>
                <a:gd name="csX0" fmla="*/ 0 w 477"/>
                <a:gd name="csY0" fmla="*/ 0 h 4777"/>
                <a:gd name="csX1" fmla="*/ 478 w 477"/>
                <a:gd name="csY1" fmla="*/ 2866 h 4777"/>
                <a:gd name="csX2" fmla="*/ 478 w 477"/>
                <a:gd name="csY2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7">
                  <a:moveTo>
                    <a:pt x="0" y="0"/>
                  </a:moveTo>
                  <a:lnTo>
                    <a:pt x="478" y="2866"/>
                  </a:lnTo>
                  <a:lnTo>
                    <a:pt x="478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2" name="Freeform 3351">
              <a:extLst>
                <a:ext uri="{FF2B5EF4-FFF2-40B4-BE49-F238E27FC236}">
                  <a16:creationId xmlns:a16="http://schemas.microsoft.com/office/drawing/2014/main" id="{00003996-D3D6-96E0-17BA-E352C729B6AE}"/>
                </a:ext>
              </a:extLst>
            </p:cNvPr>
            <p:cNvSpPr/>
            <p:nvPr/>
          </p:nvSpPr>
          <p:spPr>
            <a:xfrm>
              <a:off x="4701029" y="4491732"/>
              <a:ext cx="4299" cy="4777"/>
            </a:xfrm>
            <a:custGeom>
              <a:avLst/>
              <a:gdLst>
                <a:gd name="csX0" fmla="*/ 2866 w 4299"/>
                <a:gd name="csY0" fmla="*/ 4300 h 4777"/>
                <a:gd name="csX1" fmla="*/ 2389 w 4299"/>
                <a:gd name="csY1" fmla="*/ 4777 h 4777"/>
                <a:gd name="csX2" fmla="*/ 478 w 4299"/>
                <a:gd name="csY2" fmla="*/ 3822 h 4777"/>
                <a:gd name="csX3" fmla="*/ 0 w 4299"/>
                <a:gd name="csY3" fmla="*/ 2867 h 4777"/>
                <a:gd name="csX4" fmla="*/ 0 w 4299"/>
                <a:gd name="csY4" fmla="*/ 0 h 4777"/>
                <a:gd name="csX5" fmla="*/ 956 w 4299"/>
                <a:gd name="csY5" fmla="*/ 0 h 4777"/>
                <a:gd name="csX6" fmla="*/ 2866 w 4299"/>
                <a:gd name="csY6" fmla="*/ 2389 h 4777"/>
                <a:gd name="csX7" fmla="*/ 4300 w 4299"/>
                <a:gd name="csY7" fmla="*/ 2867 h 4777"/>
                <a:gd name="csX8" fmla="*/ 2866 w 4299"/>
                <a:gd name="csY8" fmla="*/ 430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4777">
                  <a:moveTo>
                    <a:pt x="2866" y="4300"/>
                  </a:moveTo>
                  <a:lnTo>
                    <a:pt x="2389" y="4777"/>
                  </a:lnTo>
                  <a:lnTo>
                    <a:pt x="478" y="3822"/>
                  </a:lnTo>
                  <a:lnTo>
                    <a:pt x="0" y="2867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2866" y="2389"/>
                  </a:lnTo>
                  <a:lnTo>
                    <a:pt x="4300" y="2867"/>
                  </a:lnTo>
                  <a:lnTo>
                    <a:pt x="2866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3" name="Freeform 3352">
              <a:extLst>
                <a:ext uri="{FF2B5EF4-FFF2-40B4-BE49-F238E27FC236}">
                  <a16:creationId xmlns:a16="http://schemas.microsoft.com/office/drawing/2014/main" id="{E968F04A-CAA0-6E3D-FD1F-95849B905F39}"/>
                </a:ext>
              </a:extLst>
            </p:cNvPr>
            <p:cNvSpPr/>
            <p:nvPr/>
          </p:nvSpPr>
          <p:spPr>
            <a:xfrm>
              <a:off x="7718368" y="4316405"/>
              <a:ext cx="955" cy="9554"/>
            </a:xfrm>
            <a:custGeom>
              <a:avLst/>
              <a:gdLst>
                <a:gd name="csX0" fmla="*/ 0 w 955"/>
                <a:gd name="csY0" fmla="*/ 0 h 9554"/>
                <a:gd name="csX1" fmla="*/ 478 w 955"/>
                <a:gd name="csY1" fmla="*/ 2389 h 9554"/>
                <a:gd name="csX2" fmla="*/ 956 w 955"/>
                <a:gd name="csY2" fmla="*/ 95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4">
                  <a:moveTo>
                    <a:pt x="0" y="0"/>
                  </a:moveTo>
                  <a:lnTo>
                    <a:pt x="478" y="2389"/>
                  </a:lnTo>
                  <a:lnTo>
                    <a:pt x="956" y="95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4" name="Freeform 3353">
              <a:extLst>
                <a:ext uri="{FF2B5EF4-FFF2-40B4-BE49-F238E27FC236}">
                  <a16:creationId xmlns:a16="http://schemas.microsoft.com/office/drawing/2014/main" id="{C8CE763E-3F1E-44FF-D6AD-F12CBA4AA90C}"/>
                </a:ext>
              </a:extLst>
            </p:cNvPr>
            <p:cNvSpPr/>
            <p:nvPr/>
          </p:nvSpPr>
          <p:spPr>
            <a:xfrm>
              <a:off x="7714068" y="4297774"/>
              <a:ext cx="955" cy="4777"/>
            </a:xfrm>
            <a:custGeom>
              <a:avLst/>
              <a:gdLst>
                <a:gd name="csX0" fmla="*/ 0 w 955"/>
                <a:gd name="csY0" fmla="*/ 0 h 4777"/>
                <a:gd name="csX1" fmla="*/ 956 w 955"/>
                <a:gd name="csY1" fmla="*/ 2866 h 4777"/>
                <a:gd name="csX2" fmla="*/ 956 w 955"/>
                <a:gd name="csY2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7">
                  <a:moveTo>
                    <a:pt x="0" y="0"/>
                  </a:moveTo>
                  <a:lnTo>
                    <a:pt x="956" y="2866"/>
                  </a:lnTo>
                  <a:lnTo>
                    <a:pt x="956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5" name="Freeform 3354">
              <a:extLst>
                <a:ext uri="{FF2B5EF4-FFF2-40B4-BE49-F238E27FC236}">
                  <a16:creationId xmlns:a16="http://schemas.microsoft.com/office/drawing/2014/main" id="{CBCC27D1-40C7-5366-D4B9-729C62EA5389}"/>
                </a:ext>
              </a:extLst>
            </p:cNvPr>
            <p:cNvSpPr/>
            <p:nvPr/>
          </p:nvSpPr>
          <p:spPr>
            <a:xfrm>
              <a:off x="7706902" y="4292996"/>
              <a:ext cx="7165" cy="4299"/>
            </a:xfrm>
            <a:custGeom>
              <a:avLst/>
              <a:gdLst>
                <a:gd name="csX0" fmla="*/ 0 w 7165"/>
                <a:gd name="csY0" fmla="*/ 956 h 4299"/>
                <a:gd name="csX1" fmla="*/ 956 w 7165"/>
                <a:gd name="csY1" fmla="*/ 478 h 4299"/>
                <a:gd name="csX2" fmla="*/ 2389 w 7165"/>
                <a:gd name="csY2" fmla="*/ 956 h 4299"/>
                <a:gd name="csX3" fmla="*/ 3822 w 7165"/>
                <a:gd name="csY3" fmla="*/ 0 h 4299"/>
                <a:gd name="csX4" fmla="*/ 4300 w 7165"/>
                <a:gd name="csY4" fmla="*/ 0 h 4299"/>
                <a:gd name="csX5" fmla="*/ 5255 w 7165"/>
                <a:gd name="csY5" fmla="*/ 956 h 4299"/>
                <a:gd name="csX6" fmla="*/ 5255 w 7165"/>
                <a:gd name="csY6" fmla="*/ 956 h 4299"/>
                <a:gd name="csX7" fmla="*/ 6211 w 7165"/>
                <a:gd name="csY7" fmla="*/ 956 h 4299"/>
                <a:gd name="csX8" fmla="*/ 7166 w 7165"/>
                <a:gd name="csY8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65" h="4299">
                  <a:moveTo>
                    <a:pt x="0" y="956"/>
                  </a:moveTo>
                  <a:lnTo>
                    <a:pt x="956" y="478"/>
                  </a:lnTo>
                  <a:lnTo>
                    <a:pt x="2389" y="956"/>
                  </a:lnTo>
                  <a:lnTo>
                    <a:pt x="3822" y="0"/>
                  </a:lnTo>
                  <a:lnTo>
                    <a:pt x="4300" y="0"/>
                  </a:lnTo>
                  <a:lnTo>
                    <a:pt x="5255" y="956"/>
                  </a:lnTo>
                  <a:lnTo>
                    <a:pt x="5255" y="956"/>
                  </a:lnTo>
                  <a:lnTo>
                    <a:pt x="6211" y="956"/>
                  </a:lnTo>
                  <a:lnTo>
                    <a:pt x="7166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6" name="Freeform 3355">
              <a:extLst>
                <a:ext uri="{FF2B5EF4-FFF2-40B4-BE49-F238E27FC236}">
                  <a16:creationId xmlns:a16="http://schemas.microsoft.com/office/drawing/2014/main" id="{8328305B-B593-CB95-40D6-8CFEA7CFAAE2}"/>
                </a:ext>
              </a:extLst>
            </p:cNvPr>
            <p:cNvSpPr/>
            <p:nvPr/>
          </p:nvSpPr>
          <p:spPr>
            <a:xfrm>
              <a:off x="7704036" y="4297774"/>
              <a:ext cx="2388" cy="2388"/>
            </a:xfrm>
            <a:custGeom>
              <a:avLst/>
              <a:gdLst>
                <a:gd name="csX0" fmla="*/ 0 w 2388"/>
                <a:gd name="csY0" fmla="*/ 2389 h 2388"/>
                <a:gd name="csX1" fmla="*/ 2389 w 2388"/>
                <a:gd name="csY1" fmla="*/ 0 h 2388"/>
                <a:gd name="csX2" fmla="*/ 2389 w 2388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2388">
                  <a:moveTo>
                    <a:pt x="0" y="2389"/>
                  </a:moveTo>
                  <a:lnTo>
                    <a:pt x="2389" y="0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7" name="Freeform 3356">
              <a:extLst>
                <a:ext uri="{FF2B5EF4-FFF2-40B4-BE49-F238E27FC236}">
                  <a16:creationId xmlns:a16="http://schemas.microsoft.com/office/drawing/2014/main" id="{11098AEC-CE01-A43A-5DF8-55F1047C38DC}"/>
                </a:ext>
              </a:extLst>
            </p:cNvPr>
            <p:cNvSpPr/>
            <p:nvPr/>
          </p:nvSpPr>
          <p:spPr>
            <a:xfrm>
              <a:off x="7698304" y="4305895"/>
              <a:ext cx="4777" cy="1910"/>
            </a:xfrm>
            <a:custGeom>
              <a:avLst/>
              <a:gdLst>
                <a:gd name="csX0" fmla="*/ 0 w 4777"/>
                <a:gd name="csY0" fmla="*/ 478 h 1910"/>
                <a:gd name="csX1" fmla="*/ 955 w 4777"/>
                <a:gd name="csY1" fmla="*/ 1433 h 1910"/>
                <a:gd name="csX2" fmla="*/ 2389 w 4777"/>
                <a:gd name="csY2" fmla="*/ 1911 h 1910"/>
                <a:gd name="csX3" fmla="*/ 3821 w 4777"/>
                <a:gd name="csY3" fmla="*/ 1433 h 1910"/>
                <a:gd name="csX4" fmla="*/ 4777 w 4777"/>
                <a:gd name="csY4" fmla="*/ 478 h 1910"/>
                <a:gd name="csX5" fmla="*/ 4777 w 4777"/>
                <a:gd name="csY5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7" h="1910">
                  <a:moveTo>
                    <a:pt x="0" y="478"/>
                  </a:moveTo>
                  <a:lnTo>
                    <a:pt x="955" y="1433"/>
                  </a:lnTo>
                  <a:lnTo>
                    <a:pt x="2389" y="1911"/>
                  </a:lnTo>
                  <a:lnTo>
                    <a:pt x="3821" y="1433"/>
                  </a:lnTo>
                  <a:lnTo>
                    <a:pt x="4777" y="478"/>
                  </a:lnTo>
                  <a:lnTo>
                    <a:pt x="47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8" name="Freeform 3357">
              <a:extLst>
                <a:ext uri="{FF2B5EF4-FFF2-40B4-BE49-F238E27FC236}">
                  <a16:creationId xmlns:a16="http://schemas.microsoft.com/office/drawing/2014/main" id="{F4EAD9AC-C024-76CF-D424-9623AA6D483B}"/>
                </a:ext>
              </a:extLst>
            </p:cNvPr>
            <p:cNvSpPr/>
            <p:nvPr/>
          </p:nvSpPr>
          <p:spPr>
            <a:xfrm>
              <a:off x="7695915" y="4303028"/>
              <a:ext cx="955" cy="477"/>
            </a:xfrm>
            <a:custGeom>
              <a:avLst/>
              <a:gdLst>
                <a:gd name="csX0" fmla="*/ 0 w 955"/>
                <a:gd name="csY0" fmla="*/ 478 h 477"/>
                <a:gd name="csX1" fmla="*/ 478 w 955"/>
                <a:gd name="csY1" fmla="*/ 0 h 477"/>
                <a:gd name="csX2" fmla="*/ 955 w 955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0" y="478"/>
                  </a:moveTo>
                  <a:lnTo>
                    <a:pt x="478" y="0"/>
                  </a:lnTo>
                  <a:lnTo>
                    <a:pt x="955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9" name="Freeform 3358">
              <a:extLst>
                <a:ext uri="{FF2B5EF4-FFF2-40B4-BE49-F238E27FC236}">
                  <a16:creationId xmlns:a16="http://schemas.microsoft.com/office/drawing/2014/main" id="{C069C60A-935D-7E28-4889-8EE96A2C4DA1}"/>
                </a:ext>
              </a:extLst>
            </p:cNvPr>
            <p:cNvSpPr/>
            <p:nvPr/>
          </p:nvSpPr>
          <p:spPr>
            <a:xfrm>
              <a:off x="7694482" y="4305417"/>
              <a:ext cx="955" cy="477"/>
            </a:xfrm>
            <a:custGeom>
              <a:avLst/>
              <a:gdLst>
                <a:gd name="csX0" fmla="*/ 0 w 955"/>
                <a:gd name="csY0" fmla="*/ 0 h 477"/>
                <a:gd name="csX1" fmla="*/ 478 w 955"/>
                <a:gd name="csY1" fmla="*/ 478 h 477"/>
                <a:gd name="csX2" fmla="*/ 956 w 955"/>
                <a:gd name="csY2" fmla="*/ 478 h 477"/>
                <a:gd name="csX3" fmla="*/ 956 w 955"/>
                <a:gd name="csY3" fmla="*/ 478 h 477"/>
                <a:gd name="csX4" fmla="*/ 956 w 955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">
                  <a:moveTo>
                    <a:pt x="0" y="0"/>
                  </a:moveTo>
                  <a:lnTo>
                    <a:pt x="478" y="478"/>
                  </a:lnTo>
                  <a:lnTo>
                    <a:pt x="956" y="478"/>
                  </a:lnTo>
                  <a:lnTo>
                    <a:pt x="956" y="478"/>
                  </a:lnTo>
                  <a:lnTo>
                    <a:pt x="956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0" name="Freeform 3359">
              <a:extLst>
                <a:ext uri="{FF2B5EF4-FFF2-40B4-BE49-F238E27FC236}">
                  <a16:creationId xmlns:a16="http://schemas.microsoft.com/office/drawing/2014/main" id="{6A995580-E466-97E7-15FC-7242A666E240}"/>
                </a:ext>
              </a:extLst>
            </p:cNvPr>
            <p:cNvSpPr/>
            <p:nvPr/>
          </p:nvSpPr>
          <p:spPr>
            <a:xfrm>
              <a:off x="7691615" y="4293952"/>
              <a:ext cx="2866" cy="10987"/>
            </a:xfrm>
            <a:custGeom>
              <a:avLst/>
              <a:gdLst>
                <a:gd name="csX0" fmla="*/ 0 w 2866"/>
                <a:gd name="csY0" fmla="*/ 0 h 10987"/>
                <a:gd name="csX1" fmla="*/ 0 w 2866"/>
                <a:gd name="csY1" fmla="*/ 478 h 10987"/>
                <a:gd name="csX2" fmla="*/ 0 w 2866"/>
                <a:gd name="csY2" fmla="*/ 1911 h 10987"/>
                <a:gd name="csX3" fmla="*/ 1911 w 2866"/>
                <a:gd name="csY3" fmla="*/ 5733 h 10987"/>
                <a:gd name="csX4" fmla="*/ 2866 w 2866"/>
                <a:gd name="csY4" fmla="*/ 10988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0987">
                  <a:moveTo>
                    <a:pt x="0" y="0"/>
                  </a:moveTo>
                  <a:lnTo>
                    <a:pt x="0" y="478"/>
                  </a:lnTo>
                  <a:lnTo>
                    <a:pt x="0" y="1911"/>
                  </a:lnTo>
                  <a:lnTo>
                    <a:pt x="1911" y="5733"/>
                  </a:lnTo>
                  <a:lnTo>
                    <a:pt x="2866" y="109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1" name="Freeform 3360">
              <a:extLst>
                <a:ext uri="{FF2B5EF4-FFF2-40B4-BE49-F238E27FC236}">
                  <a16:creationId xmlns:a16="http://schemas.microsoft.com/office/drawing/2014/main" id="{C76C1F37-0F07-1CC5-C854-399E581CE07D}"/>
                </a:ext>
              </a:extLst>
            </p:cNvPr>
            <p:cNvSpPr/>
            <p:nvPr/>
          </p:nvSpPr>
          <p:spPr>
            <a:xfrm>
              <a:off x="7664863" y="4261466"/>
              <a:ext cx="52550" cy="7165"/>
            </a:xfrm>
            <a:custGeom>
              <a:avLst/>
              <a:gdLst>
                <a:gd name="csX0" fmla="*/ 0 w 52550"/>
                <a:gd name="csY0" fmla="*/ 0 h 7165"/>
                <a:gd name="csX1" fmla="*/ 0 w 52550"/>
                <a:gd name="csY1" fmla="*/ 0 h 7165"/>
                <a:gd name="csX2" fmla="*/ 478 w 52550"/>
                <a:gd name="csY2" fmla="*/ 478 h 7165"/>
                <a:gd name="csX3" fmla="*/ 955 w 52550"/>
                <a:gd name="csY3" fmla="*/ 478 h 7165"/>
                <a:gd name="csX4" fmla="*/ 3821 w 52550"/>
                <a:gd name="csY4" fmla="*/ 955 h 7165"/>
                <a:gd name="csX5" fmla="*/ 6210 w 52550"/>
                <a:gd name="csY5" fmla="*/ 1911 h 7165"/>
                <a:gd name="csX6" fmla="*/ 8599 w 52550"/>
                <a:gd name="csY6" fmla="*/ 2389 h 7165"/>
                <a:gd name="csX7" fmla="*/ 12421 w 52550"/>
                <a:gd name="csY7" fmla="*/ 2866 h 7165"/>
                <a:gd name="csX8" fmla="*/ 14809 w 52550"/>
                <a:gd name="csY8" fmla="*/ 2866 h 7165"/>
                <a:gd name="csX9" fmla="*/ 15765 w 52550"/>
                <a:gd name="csY9" fmla="*/ 2866 h 7165"/>
                <a:gd name="csX10" fmla="*/ 18153 w 52550"/>
                <a:gd name="csY10" fmla="*/ 2866 h 7165"/>
                <a:gd name="csX11" fmla="*/ 24364 w 52550"/>
                <a:gd name="csY11" fmla="*/ 2866 h 7165"/>
                <a:gd name="csX12" fmla="*/ 29141 w 52550"/>
                <a:gd name="csY12" fmla="*/ 2389 h 7165"/>
                <a:gd name="csX13" fmla="*/ 31530 w 52550"/>
                <a:gd name="csY13" fmla="*/ 3344 h 7165"/>
                <a:gd name="csX14" fmla="*/ 32963 w 52550"/>
                <a:gd name="csY14" fmla="*/ 3344 h 7165"/>
                <a:gd name="csX15" fmla="*/ 38696 w 52550"/>
                <a:gd name="csY15" fmla="*/ 2866 h 7165"/>
                <a:gd name="csX16" fmla="*/ 44428 w 52550"/>
                <a:gd name="csY16" fmla="*/ 2866 h 7165"/>
                <a:gd name="csX17" fmla="*/ 47295 w 52550"/>
                <a:gd name="csY17" fmla="*/ 3822 h 7165"/>
                <a:gd name="csX18" fmla="*/ 50639 w 52550"/>
                <a:gd name="csY18" fmla="*/ 5733 h 7165"/>
                <a:gd name="csX19" fmla="*/ 52550 w 52550"/>
                <a:gd name="csY19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52550" h="7165">
                  <a:moveTo>
                    <a:pt x="0" y="0"/>
                  </a:moveTo>
                  <a:lnTo>
                    <a:pt x="0" y="0"/>
                  </a:lnTo>
                  <a:lnTo>
                    <a:pt x="478" y="478"/>
                  </a:lnTo>
                  <a:lnTo>
                    <a:pt x="955" y="478"/>
                  </a:lnTo>
                  <a:lnTo>
                    <a:pt x="3821" y="955"/>
                  </a:lnTo>
                  <a:lnTo>
                    <a:pt x="6210" y="1911"/>
                  </a:lnTo>
                  <a:lnTo>
                    <a:pt x="8599" y="2389"/>
                  </a:lnTo>
                  <a:lnTo>
                    <a:pt x="12421" y="2866"/>
                  </a:lnTo>
                  <a:lnTo>
                    <a:pt x="14809" y="2866"/>
                  </a:lnTo>
                  <a:lnTo>
                    <a:pt x="15765" y="2866"/>
                  </a:lnTo>
                  <a:lnTo>
                    <a:pt x="18153" y="2866"/>
                  </a:lnTo>
                  <a:lnTo>
                    <a:pt x="24364" y="2866"/>
                  </a:lnTo>
                  <a:lnTo>
                    <a:pt x="29141" y="2389"/>
                  </a:lnTo>
                  <a:lnTo>
                    <a:pt x="31530" y="3344"/>
                  </a:lnTo>
                  <a:lnTo>
                    <a:pt x="32963" y="3344"/>
                  </a:lnTo>
                  <a:lnTo>
                    <a:pt x="38696" y="2866"/>
                  </a:lnTo>
                  <a:lnTo>
                    <a:pt x="44428" y="2866"/>
                  </a:lnTo>
                  <a:lnTo>
                    <a:pt x="47295" y="3822"/>
                  </a:lnTo>
                  <a:lnTo>
                    <a:pt x="50639" y="5733"/>
                  </a:lnTo>
                  <a:lnTo>
                    <a:pt x="52550" y="71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2" name="Freeform 3361">
              <a:extLst>
                <a:ext uri="{FF2B5EF4-FFF2-40B4-BE49-F238E27FC236}">
                  <a16:creationId xmlns:a16="http://schemas.microsoft.com/office/drawing/2014/main" id="{275B4050-84CC-741B-7253-7B037541E405}"/>
                </a:ext>
              </a:extLst>
            </p:cNvPr>
            <p:cNvSpPr/>
            <p:nvPr/>
          </p:nvSpPr>
          <p:spPr>
            <a:xfrm>
              <a:off x="7664385" y="4257167"/>
              <a:ext cx="477" cy="3821"/>
            </a:xfrm>
            <a:custGeom>
              <a:avLst/>
              <a:gdLst>
                <a:gd name="csX0" fmla="*/ 478 w 477"/>
                <a:gd name="csY0" fmla="*/ 0 h 3821"/>
                <a:gd name="csX1" fmla="*/ 0 w 477"/>
                <a:gd name="csY1" fmla="*/ 2866 h 3821"/>
                <a:gd name="csX2" fmla="*/ 0 w 477"/>
                <a:gd name="csY2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3821">
                  <a:moveTo>
                    <a:pt x="478" y="0"/>
                  </a:moveTo>
                  <a:lnTo>
                    <a:pt x="0" y="2866"/>
                  </a:lnTo>
                  <a:lnTo>
                    <a:pt x="0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3" name="Freeform 3362">
              <a:extLst>
                <a:ext uri="{FF2B5EF4-FFF2-40B4-BE49-F238E27FC236}">
                  <a16:creationId xmlns:a16="http://schemas.microsoft.com/office/drawing/2014/main" id="{7B889BA0-E2F5-F459-3B3E-75EB83C192D8}"/>
                </a:ext>
              </a:extLst>
            </p:cNvPr>
            <p:cNvSpPr/>
            <p:nvPr/>
          </p:nvSpPr>
          <p:spPr>
            <a:xfrm>
              <a:off x="7661040" y="4243312"/>
              <a:ext cx="1911" cy="955"/>
            </a:xfrm>
            <a:custGeom>
              <a:avLst/>
              <a:gdLst>
                <a:gd name="csX0" fmla="*/ 0 w 1911"/>
                <a:gd name="csY0" fmla="*/ 0 h 955"/>
                <a:gd name="csX1" fmla="*/ 956 w 1911"/>
                <a:gd name="csY1" fmla="*/ 0 h 955"/>
                <a:gd name="csX2" fmla="*/ 1911 w 1911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955">
                  <a:moveTo>
                    <a:pt x="0" y="0"/>
                  </a:moveTo>
                  <a:lnTo>
                    <a:pt x="956" y="0"/>
                  </a:lnTo>
                  <a:lnTo>
                    <a:pt x="1911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4" name="Freeform 3363">
              <a:extLst>
                <a:ext uri="{FF2B5EF4-FFF2-40B4-BE49-F238E27FC236}">
                  <a16:creationId xmlns:a16="http://schemas.microsoft.com/office/drawing/2014/main" id="{E12CD881-55A6-1C6B-B14A-C094DD781F87}"/>
                </a:ext>
              </a:extLst>
            </p:cNvPr>
            <p:cNvSpPr/>
            <p:nvPr/>
          </p:nvSpPr>
          <p:spPr>
            <a:xfrm>
              <a:off x="7652442" y="4245223"/>
              <a:ext cx="7165" cy="2866"/>
            </a:xfrm>
            <a:custGeom>
              <a:avLst/>
              <a:gdLst>
                <a:gd name="csX0" fmla="*/ 0 w 7165"/>
                <a:gd name="csY0" fmla="*/ 0 h 2866"/>
                <a:gd name="csX1" fmla="*/ 0 w 7165"/>
                <a:gd name="csY1" fmla="*/ 0 h 2866"/>
                <a:gd name="csX2" fmla="*/ 1910 w 7165"/>
                <a:gd name="csY2" fmla="*/ 1433 h 2866"/>
                <a:gd name="csX3" fmla="*/ 3344 w 7165"/>
                <a:gd name="csY3" fmla="*/ 2389 h 2866"/>
                <a:gd name="csX4" fmla="*/ 5733 w 7165"/>
                <a:gd name="csY4" fmla="*/ 2866 h 2866"/>
                <a:gd name="csX5" fmla="*/ 7166 w 7165"/>
                <a:gd name="csY5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65" h="2866">
                  <a:moveTo>
                    <a:pt x="0" y="0"/>
                  </a:moveTo>
                  <a:lnTo>
                    <a:pt x="0" y="0"/>
                  </a:lnTo>
                  <a:lnTo>
                    <a:pt x="1910" y="1433"/>
                  </a:lnTo>
                  <a:lnTo>
                    <a:pt x="3344" y="2389"/>
                  </a:lnTo>
                  <a:lnTo>
                    <a:pt x="5733" y="2866"/>
                  </a:lnTo>
                  <a:lnTo>
                    <a:pt x="7166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5" name="Freeform 3364">
              <a:extLst>
                <a:ext uri="{FF2B5EF4-FFF2-40B4-BE49-F238E27FC236}">
                  <a16:creationId xmlns:a16="http://schemas.microsoft.com/office/drawing/2014/main" id="{F83924E5-5D11-675D-2416-837463F60E04}"/>
                </a:ext>
              </a:extLst>
            </p:cNvPr>
            <p:cNvSpPr/>
            <p:nvPr/>
          </p:nvSpPr>
          <p:spPr>
            <a:xfrm>
              <a:off x="7647664" y="4239013"/>
              <a:ext cx="2388" cy="955"/>
            </a:xfrm>
            <a:custGeom>
              <a:avLst/>
              <a:gdLst>
                <a:gd name="csX0" fmla="*/ 0 w 2388"/>
                <a:gd name="csY0" fmla="*/ 0 h 955"/>
                <a:gd name="csX1" fmla="*/ 478 w 2388"/>
                <a:gd name="csY1" fmla="*/ 0 h 955"/>
                <a:gd name="csX2" fmla="*/ 1433 w 2388"/>
                <a:gd name="csY2" fmla="*/ 478 h 955"/>
                <a:gd name="csX3" fmla="*/ 2389 w 2388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955">
                  <a:moveTo>
                    <a:pt x="0" y="0"/>
                  </a:moveTo>
                  <a:lnTo>
                    <a:pt x="478" y="0"/>
                  </a:lnTo>
                  <a:lnTo>
                    <a:pt x="1433" y="478"/>
                  </a:lnTo>
                  <a:lnTo>
                    <a:pt x="2389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6" name="Freeform 3365">
              <a:extLst>
                <a:ext uri="{FF2B5EF4-FFF2-40B4-BE49-F238E27FC236}">
                  <a16:creationId xmlns:a16="http://schemas.microsoft.com/office/drawing/2014/main" id="{FE6692F6-5DDE-3AC3-1053-94027747D88D}"/>
                </a:ext>
              </a:extLst>
            </p:cNvPr>
            <p:cNvSpPr/>
            <p:nvPr/>
          </p:nvSpPr>
          <p:spPr>
            <a:xfrm>
              <a:off x="7642409" y="4241402"/>
              <a:ext cx="5255" cy="955"/>
            </a:xfrm>
            <a:custGeom>
              <a:avLst/>
              <a:gdLst>
                <a:gd name="csX0" fmla="*/ 0 w 5255"/>
                <a:gd name="csY0" fmla="*/ 0 h 955"/>
                <a:gd name="csX1" fmla="*/ 0 w 5255"/>
                <a:gd name="csY1" fmla="*/ 478 h 955"/>
                <a:gd name="csX2" fmla="*/ 956 w 5255"/>
                <a:gd name="csY2" fmla="*/ 478 h 955"/>
                <a:gd name="csX3" fmla="*/ 1433 w 5255"/>
                <a:gd name="csY3" fmla="*/ 478 h 955"/>
                <a:gd name="csX4" fmla="*/ 2867 w 5255"/>
                <a:gd name="csY4" fmla="*/ 956 h 955"/>
                <a:gd name="csX5" fmla="*/ 4300 w 5255"/>
                <a:gd name="csY5" fmla="*/ 956 h 955"/>
                <a:gd name="csX6" fmla="*/ 5255 w 5255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5" h="955">
                  <a:moveTo>
                    <a:pt x="0" y="0"/>
                  </a:moveTo>
                  <a:lnTo>
                    <a:pt x="0" y="478"/>
                  </a:lnTo>
                  <a:lnTo>
                    <a:pt x="956" y="478"/>
                  </a:lnTo>
                  <a:lnTo>
                    <a:pt x="1433" y="478"/>
                  </a:lnTo>
                  <a:lnTo>
                    <a:pt x="2867" y="956"/>
                  </a:lnTo>
                  <a:lnTo>
                    <a:pt x="4300" y="956"/>
                  </a:lnTo>
                  <a:lnTo>
                    <a:pt x="5255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7" name="Freeform 3366">
              <a:extLst>
                <a:ext uri="{FF2B5EF4-FFF2-40B4-BE49-F238E27FC236}">
                  <a16:creationId xmlns:a16="http://schemas.microsoft.com/office/drawing/2014/main" id="{6823CD24-5935-CE16-BFDD-49BA47600FA8}"/>
                </a:ext>
              </a:extLst>
            </p:cNvPr>
            <p:cNvSpPr/>
            <p:nvPr/>
          </p:nvSpPr>
          <p:spPr>
            <a:xfrm>
              <a:off x="7636199" y="4236146"/>
              <a:ext cx="4777" cy="2866"/>
            </a:xfrm>
            <a:custGeom>
              <a:avLst/>
              <a:gdLst>
                <a:gd name="csX0" fmla="*/ 0 w 4777"/>
                <a:gd name="csY0" fmla="*/ 0 h 2866"/>
                <a:gd name="csX1" fmla="*/ 955 w 4777"/>
                <a:gd name="csY1" fmla="*/ 0 h 2866"/>
                <a:gd name="csX2" fmla="*/ 2866 w 4777"/>
                <a:gd name="csY2" fmla="*/ 956 h 2866"/>
                <a:gd name="csX3" fmla="*/ 4777 w 4777"/>
                <a:gd name="csY3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2866">
                  <a:moveTo>
                    <a:pt x="0" y="0"/>
                  </a:moveTo>
                  <a:lnTo>
                    <a:pt x="955" y="0"/>
                  </a:lnTo>
                  <a:lnTo>
                    <a:pt x="2866" y="956"/>
                  </a:lnTo>
                  <a:lnTo>
                    <a:pt x="4777" y="286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8" name="Freeform 3367">
              <a:extLst>
                <a:ext uri="{FF2B5EF4-FFF2-40B4-BE49-F238E27FC236}">
                  <a16:creationId xmlns:a16="http://schemas.microsoft.com/office/drawing/2014/main" id="{86116CCC-90B3-DEDD-96B0-E7E429E0F43C}"/>
                </a:ext>
              </a:extLst>
            </p:cNvPr>
            <p:cNvSpPr/>
            <p:nvPr/>
          </p:nvSpPr>
          <p:spPr>
            <a:xfrm>
              <a:off x="7636199" y="4239968"/>
              <a:ext cx="1432" cy="1433"/>
            </a:xfrm>
            <a:custGeom>
              <a:avLst/>
              <a:gdLst>
                <a:gd name="csX0" fmla="*/ 0 w 1432"/>
                <a:gd name="csY0" fmla="*/ 1433 h 1433"/>
                <a:gd name="csX1" fmla="*/ 1433 w 1432"/>
                <a:gd name="csY1" fmla="*/ 0 h 1433"/>
                <a:gd name="csX2" fmla="*/ 1433 w 1432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1433">
                  <a:moveTo>
                    <a:pt x="0" y="1433"/>
                  </a:moveTo>
                  <a:lnTo>
                    <a:pt x="1433" y="0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9" name="Freeform 3368">
              <a:extLst>
                <a:ext uri="{FF2B5EF4-FFF2-40B4-BE49-F238E27FC236}">
                  <a16:creationId xmlns:a16="http://schemas.microsoft.com/office/drawing/2014/main" id="{8E6BA121-B7C0-59F7-BE86-5A6576D30E33}"/>
                </a:ext>
              </a:extLst>
            </p:cNvPr>
            <p:cNvSpPr/>
            <p:nvPr/>
          </p:nvSpPr>
          <p:spPr>
            <a:xfrm>
              <a:off x="7633333" y="4242357"/>
              <a:ext cx="2388" cy="1433"/>
            </a:xfrm>
            <a:custGeom>
              <a:avLst/>
              <a:gdLst>
                <a:gd name="csX0" fmla="*/ 0 w 2388"/>
                <a:gd name="csY0" fmla="*/ 1433 h 1433"/>
                <a:gd name="csX1" fmla="*/ 2389 w 2388"/>
                <a:gd name="csY1" fmla="*/ 0 h 1433"/>
                <a:gd name="csX2" fmla="*/ 2389 w 2388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1433">
                  <a:moveTo>
                    <a:pt x="0" y="1433"/>
                  </a:moveTo>
                  <a:lnTo>
                    <a:pt x="2389" y="0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0" name="Freeform 3369">
              <a:extLst>
                <a:ext uri="{FF2B5EF4-FFF2-40B4-BE49-F238E27FC236}">
                  <a16:creationId xmlns:a16="http://schemas.microsoft.com/office/drawing/2014/main" id="{4F7F7193-E999-763B-9BAB-6A2E728E405A}"/>
                </a:ext>
              </a:extLst>
            </p:cNvPr>
            <p:cNvSpPr/>
            <p:nvPr/>
          </p:nvSpPr>
          <p:spPr>
            <a:xfrm>
              <a:off x="7638110" y="4262899"/>
              <a:ext cx="9076" cy="1433"/>
            </a:xfrm>
            <a:custGeom>
              <a:avLst/>
              <a:gdLst>
                <a:gd name="csX0" fmla="*/ 0 w 9076"/>
                <a:gd name="csY0" fmla="*/ 956 h 1433"/>
                <a:gd name="csX1" fmla="*/ 2389 w 9076"/>
                <a:gd name="csY1" fmla="*/ 956 h 1433"/>
                <a:gd name="csX2" fmla="*/ 4299 w 9076"/>
                <a:gd name="csY2" fmla="*/ 956 h 1433"/>
                <a:gd name="csX3" fmla="*/ 5733 w 9076"/>
                <a:gd name="csY3" fmla="*/ 1433 h 1433"/>
                <a:gd name="csX4" fmla="*/ 7166 w 9076"/>
                <a:gd name="csY4" fmla="*/ 956 h 1433"/>
                <a:gd name="csX5" fmla="*/ 8599 w 9076"/>
                <a:gd name="csY5" fmla="*/ 956 h 1433"/>
                <a:gd name="csX6" fmla="*/ 9076 w 9076"/>
                <a:gd name="csY6" fmla="*/ 0 h 1433"/>
                <a:gd name="csX7" fmla="*/ 9076 w 9076"/>
                <a:gd name="csY7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076" h="1433">
                  <a:moveTo>
                    <a:pt x="0" y="956"/>
                  </a:moveTo>
                  <a:lnTo>
                    <a:pt x="2389" y="956"/>
                  </a:lnTo>
                  <a:lnTo>
                    <a:pt x="4299" y="956"/>
                  </a:lnTo>
                  <a:lnTo>
                    <a:pt x="5733" y="1433"/>
                  </a:lnTo>
                  <a:lnTo>
                    <a:pt x="7166" y="956"/>
                  </a:lnTo>
                  <a:lnTo>
                    <a:pt x="8599" y="956"/>
                  </a:lnTo>
                  <a:lnTo>
                    <a:pt x="9076" y="0"/>
                  </a:lnTo>
                  <a:lnTo>
                    <a:pt x="907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1" name="Freeform 3370">
              <a:extLst>
                <a:ext uri="{FF2B5EF4-FFF2-40B4-BE49-F238E27FC236}">
                  <a16:creationId xmlns:a16="http://schemas.microsoft.com/office/drawing/2014/main" id="{0B398DD4-0BD6-804A-4C5F-820BBBB24BBD}"/>
                </a:ext>
              </a:extLst>
            </p:cNvPr>
            <p:cNvSpPr/>
            <p:nvPr/>
          </p:nvSpPr>
          <p:spPr>
            <a:xfrm>
              <a:off x="7631899" y="4269110"/>
              <a:ext cx="3343" cy="955"/>
            </a:xfrm>
            <a:custGeom>
              <a:avLst/>
              <a:gdLst>
                <a:gd name="csX0" fmla="*/ 0 w 3343"/>
                <a:gd name="csY0" fmla="*/ 0 h 955"/>
                <a:gd name="csX1" fmla="*/ 955 w 3343"/>
                <a:gd name="csY1" fmla="*/ 0 h 955"/>
                <a:gd name="csX2" fmla="*/ 2389 w 3343"/>
                <a:gd name="csY2" fmla="*/ 956 h 955"/>
                <a:gd name="csX3" fmla="*/ 3344 w 3343"/>
                <a:gd name="csY3" fmla="*/ 956 h 955"/>
                <a:gd name="csX4" fmla="*/ 3344 w 3343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3" h="955">
                  <a:moveTo>
                    <a:pt x="0" y="0"/>
                  </a:moveTo>
                  <a:lnTo>
                    <a:pt x="955" y="0"/>
                  </a:lnTo>
                  <a:lnTo>
                    <a:pt x="2389" y="956"/>
                  </a:lnTo>
                  <a:lnTo>
                    <a:pt x="3344" y="956"/>
                  </a:lnTo>
                  <a:lnTo>
                    <a:pt x="3344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2" name="Freeform 3371">
              <a:extLst>
                <a:ext uri="{FF2B5EF4-FFF2-40B4-BE49-F238E27FC236}">
                  <a16:creationId xmlns:a16="http://schemas.microsoft.com/office/drawing/2014/main" id="{F94A356D-7B65-3E4B-AD17-7A8CC5BC4E38}"/>
                </a:ext>
              </a:extLst>
            </p:cNvPr>
            <p:cNvSpPr/>
            <p:nvPr/>
          </p:nvSpPr>
          <p:spPr>
            <a:xfrm>
              <a:off x="7649575" y="4295385"/>
              <a:ext cx="64971" cy="54938"/>
            </a:xfrm>
            <a:custGeom>
              <a:avLst/>
              <a:gdLst>
                <a:gd name="csX0" fmla="*/ 64972 w 64971"/>
                <a:gd name="csY0" fmla="*/ 54939 h 54938"/>
                <a:gd name="csX1" fmla="*/ 64493 w 64971"/>
                <a:gd name="csY1" fmla="*/ 54939 h 54938"/>
                <a:gd name="csX2" fmla="*/ 63538 w 64971"/>
                <a:gd name="csY2" fmla="*/ 53028 h 54938"/>
                <a:gd name="csX3" fmla="*/ 62583 w 64971"/>
                <a:gd name="csY3" fmla="*/ 51117 h 54938"/>
                <a:gd name="csX4" fmla="*/ 59716 w 64971"/>
                <a:gd name="csY4" fmla="*/ 47295 h 54938"/>
                <a:gd name="csX5" fmla="*/ 58761 w 64971"/>
                <a:gd name="csY5" fmla="*/ 40607 h 54938"/>
                <a:gd name="csX6" fmla="*/ 58761 w 64971"/>
                <a:gd name="csY6" fmla="*/ 37741 h 54938"/>
                <a:gd name="csX7" fmla="*/ 56850 w 64971"/>
                <a:gd name="csY7" fmla="*/ 33441 h 54938"/>
                <a:gd name="csX8" fmla="*/ 55895 w 64971"/>
                <a:gd name="csY8" fmla="*/ 28186 h 54938"/>
                <a:gd name="csX9" fmla="*/ 54939 w 64971"/>
                <a:gd name="csY9" fmla="*/ 26753 h 54938"/>
                <a:gd name="csX10" fmla="*/ 55895 w 64971"/>
                <a:gd name="csY10" fmla="*/ 25320 h 54938"/>
                <a:gd name="csX11" fmla="*/ 55895 w 64971"/>
                <a:gd name="csY11" fmla="*/ 24364 h 54938"/>
                <a:gd name="csX12" fmla="*/ 55417 w 64971"/>
                <a:gd name="csY12" fmla="*/ 24842 h 54938"/>
                <a:gd name="csX13" fmla="*/ 54461 w 64971"/>
                <a:gd name="csY13" fmla="*/ 25320 h 54938"/>
                <a:gd name="csX14" fmla="*/ 53506 w 64971"/>
                <a:gd name="csY14" fmla="*/ 23409 h 54938"/>
                <a:gd name="csX15" fmla="*/ 52550 w 64971"/>
                <a:gd name="csY15" fmla="*/ 21498 h 54938"/>
                <a:gd name="csX16" fmla="*/ 49206 w 64971"/>
                <a:gd name="csY16" fmla="*/ 17676 h 54938"/>
                <a:gd name="csX17" fmla="*/ 48251 w 64971"/>
                <a:gd name="csY17" fmla="*/ 15765 h 54938"/>
                <a:gd name="csX18" fmla="*/ 48251 w 64971"/>
                <a:gd name="csY18" fmla="*/ 13854 h 54938"/>
                <a:gd name="csX19" fmla="*/ 46818 w 64971"/>
                <a:gd name="csY19" fmla="*/ 15765 h 54938"/>
                <a:gd name="csX20" fmla="*/ 44907 w 64971"/>
                <a:gd name="csY20" fmla="*/ 17198 h 54938"/>
                <a:gd name="csX21" fmla="*/ 42996 w 64971"/>
                <a:gd name="csY21" fmla="*/ 18632 h 54938"/>
                <a:gd name="csX22" fmla="*/ 42040 w 64971"/>
                <a:gd name="csY22" fmla="*/ 19587 h 54938"/>
                <a:gd name="csX23" fmla="*/ 37741 w 64971"/>
                <a:gd name="csY23" fmla="*/ 19587 h 54938"/>
                <a:gd name="csX24" fmla="*/ 35352 w 64971"/>
                <a:gd name="csY24" fmla="*/ 17198 h 54938"/>
                <a:gd name="csX25" fmla="*/ 32008 w 64971"/>
                <a:gd name="csY25" fmla="*/ 11466 h 54938"/>
                <a:gd name="csX26" fmla="*/ 31531 w 64971"/>
                <a:gd name="csY26" fmla="*/ 10032 h 54938"/>
                <a:gd name="csX27" fmla="*/ 32008 w 64971"/>
                <a:gd name="csY27" fmla="*/ 6210 h 54938"/>
                <a:gd name="csX28" fmla="*/ 31052 w 64971"/>
                <a:gd name="csY28" fmla="*/ 2866 h 54938"/>
                <a:gd name="csX29" fmla="*/ 31052 w 64971"/>
                <a:gd name="csY29" fmla="*/ 1433 h 54938"/>
                <a:gd name="csX30" fmla="*/ 31052 w 64971"/>
                <a:gd name="csY30" fmla="*/ 0 h 54938"/>
                <a:gd name="csX31" fmla="*/ 30575 w 64971"/>
                <a:gd name="csY31" fmla="*/ 478 h 54938"/>
                <a:gd name="csX32" fmla="*/ 30097 w 64971"/>
                <a:gd name="csY32" fmla="*/ 1433 h 54938"/>
                <a:gd name="csX33" fmla="*/ 30097 w 64971"/>
                <a:gd name="csY33" fmla="*/ 2389 h 54938"/>
                <a:gd name="csX34" fmla="*/ 30097 w 64971"/>
                <a:gd name="csY34" fmla="*/ 3344 h 54938"/>
                <a:gd name="csX35" fmla="*/ 27231 w 64971"/>
                <a:gd name="csY35" fmla="*/ 3344 h 54938"/>
                <a:gd name="csX36" fmla="*/ 24365 w 64971"/>
                <a:gd name="csY36" fmla="*/ 2866 h 54938"/>
                <a:gd name="csX37" fmla="*/ 26753 w 64971"/>
                <a:gd name="csY37" fmla="*/ 4777 h 54938"/>
                <a:gd name="csX38" fmla="*/ 29142 w 64971"/>
                <a:gd name="csY38" fmla="*/ 4777 h 54938"/>
                <a:gd name="csX39" fmla="*/ 30575 w 64971"/>
                <a:gd name="csY39" fmla="*/ 6688 h 54938"/>
                <a:gd name="csX40" fmla="*/ 31052 w 64971"/>
                <a:gd name="csY40" fmla="*/ 7644 h 54938"/>
                <a:gd name="csX41" fmla="*/ 30575 w 64971"/>
                <a:gd name="csY41" fmla="*/ 9077 h 54938"/>
                <a:gd name="csX42" fmla="*/ 29620 w 64971"/>
                <a:gd name="csY42" fmla="*/ 10032 h 54938"/>
                <a:gd name="csX43" fmla="*/ 28186 w 64971"/>
                <a:gd name="csY43" fmla="*/ 10510 h 54938"/>
                <a:gd name="csX44" fmla="*/ 28664 w 64971"/>
                <a:gd name="csY44" fmla="*/ 11943 h 54938"/>
                <a:gd name="csX45" fmla="*/ 30097 w 64971"/>
                <a:gd name="csY45" fmla="*/ 13854 h 54938"/>
                <a:gd name="csX46" fmla="*/ 28186 w 64971"/>
                <a:gd name="csY46" fmla="*/ 14332 h 54938"/>
                <a:gd name="csX47" fmla="*/ 27709 w 64971"/>
                <a:gd name="csY47" fmla="*/ 15287 h 54938"/>
                <a:gd name="csX48" fmla="*/ 27709 w 64971"/>
                <a:gd name="csY48" fmla="*/ 16721 h 54938"/>
                <a:gd name="csX49" fmla="*/ 28664 w 64971"/>
                <a:gd name="csY49" fmla="*/ 18154 h 54938"/>
                <a:gd name="csX50" fmla="*/ 28664 w 64971"/>
                <a:gd name="csY50" fmla="*/ 19109 h 54938"/>
                <a:gd name="csX51" fmla="*/ 28664 w 64971"/>
                <a:gd name="csY51" fmla="*/ 20065 h 54938"/>
                <a:gd name="csX52" fmla="*/ 29620 w 64971"/>
                <a:gd name="csY52" fmla="*/ 21020 h 54938"/>
                <a:gd name="csX53" fmla="*/ 30575 w 64971"/>
                <a:gd name="csY53" fmla="*/ 22931 h 54938"/>
                <a:gd name="csX54" fmla="*/ 31052 w 64971"/>
                <a:gd name="csY54" fmla="*/ 24364 h 54938"/>
                <a:gd name="csX55" fmla="*/ 30575 w 64971"/>
                <a:gd name="csY55" fmla="*/ 26275 h 54938"/>
                <a:gd name="csX56" fmla="*/ 30097 w 64971"/>
                <a:gd name="csY56" fmla="*/ 27231 h 54938"/>
                <a:gd name="csX57" fmla="*/ 28664 w 64971"/>
                <a:gd name="csY57" fmla="*/ 27708 h 54938"/>
                <a:gd name="csX58" fmla="*/ 25798 w 64971"/>
                <a:gd name="csY58" fmla="*/ 30575 h 54938"/>
                <a:gd name="csX59" fmla="*/ 24842 w 64971"/>
                <a:gd name="csY59" fmla="*/ 33441 h 54938"/>
                <a:gd name="csX60" fmla="*/ 23409 w 64971"/>
                <a:gd name="csY60" fmla="*/ 34874 h 54938"/>
                <a:gd name="csX61" fmla="*/ 21976 w 64971"/>
                <a:gd name="csY61" fmla="*/ 34874 h 54938"/>
                <a:gd name="csX62" fmla="*/ 21498 w 64971"/>
                <a:gd name="csY62" fmla="*/ 34397 h 54938"/>
                <a:gd name="csX63" fmla="*/ 20543 w 64971"/>
                <a:gd name="csY63" fmla="*/ 33441 h 54938"/>
                <a:gd name="csX64" fmla="*/ 20543 w 64971"/>
                <a:gd name="csY64" fmla="*/ 32008 h 54938"/>
                <a:gd name="csX65" fmla="*/ 20543 w 64971"/>
                <a:gd name="csY65" fmla="*/ 31052 h 54938"/>
                <a:gd name="csX66" fmla="*/ 22931 w 64971"/>
                <a:gd name="csY66" fmla="*/ 28186 h 54938"/>
                <a:gd name="csX67" fmla="*/ 21976 w 64971"/>
                <a:gd name="csY67" fmla="*/ 28664 h 54938"/>
                <a:gd name="csX68" fmla="*/ 20543 w 64971"/>
                <a:gd name="csY68" fmla="*/ 29619 h 54938"/>
                <a:gd name="csX69" fmla="*/ 18154 w 64971"/>
                <a:gd name="csY69" fmla="*/ 31052 h 54938"/>
                <a:gd name="csX70" fmla="*/ 17199 w 64971"/>
                <a:gd name="csY70" fmla="*/ 29141 h 54938"/>
                <a:gd name="csX71" fmla="*/ 16721 w 64971"/>
                <a:gd name="csY71" fmla="*/ 27231 h 54938"/>
                <a:gd name="csX72" fmla="*/ 16721 w 64971"/>
                <a:gd name="csY72" fmla="*/ 25320 h 54938"/>
                <a:gd name="csX73" fmla="*/ 18632 w 64971"/>
                <a:gd name="csY73" fmla="*/ 22453 h 54938"/>
                <a:gd name="csX74" fmla="*/ 16721 w 64971"/>
                <a:gd name="csY74" fmla="*/ 23886 h 54938"/>
                <a:gd name="csX75" fmla="*/ 16243 w 64971"/>
                <a:gd name="csY75" fmla="*/ 25798 h 54938"/>
                <a:gd name="csX76" fmla="*/ 16243 w 64971"/>
                <a:gd name="csY76" fmla="*/ 28186 h 54938"/>
                <a:gd name="csX77" fmla="*/ 16243 w 64971"/>
                <a:gd name="csY77" fmla="*/ 29619 h 54938"/>
                <a:gd name="csX78" fmla="*/ 15288 w 64971"/>
                <a:gd name="csY78" fmla="*/ 31530 h 54938"/>
                <a:gd name="csX79" fmla="*/ 14332 w 64971"/>
                <a:gd name="csY79" fmla="*/ 32963 h 54938"/>
                <a:gd name="csX80" fmla="*/ 12421 w 64971"/>
                <a:gd name="csY80" fmla="*/ 33919 h 54938"/>
                <a:gd name="csX81" fmla="*/ 11466 w 64971"/>
                <a:gd name="csY81" fmla="*/ 34874 h 54938"/>
                <a:gd name="csX82" fmla="*/ 10510 w 64971"/>
                <a:gd name="csY82" fmla="*/ 35830 h 54938"/>
                <a:gd name="csX83" fmla="*/ 10510 w 64971"/>
                <a:gd name="csY83" fmla="*/ 33919 h 54938"/>
                <a:gd name="csX84" fmla="*/ 10033 w 64971"/>
                <a:gd name="csY84" fmla="*/ 31530 h 54938"/>
                <a:gd name="csX85" fmla="*/ 8599 w 64971"/>
                <a:gd name="csY85" fmla="*/ 25798 h 54938"/>
                <a:gd name="csX86" fmla="*/ 8599 w 64971"/>
                <a:gd name="csY86" fmla="*/ 27231 h 54938"/>
                <a:gd name="csX87" fmla="*/ 9077 w 64971"/>
                <a:gd name="csY87" fmla="*/ 30575 h 54938"/>
                <a:gd name="csX88" fmla="*/ 9077 w 64971"/>
                <a:gd name="csY88" fmla="*/ 32963 h 54938"/>
                <a:gd name="csX89" fmla="*/ 8122 w 64971"/>
                <a:gd name="csY89" fmla="*/ 34874 h 54938"/>
                <a:gd name="csX90" fmla="*/ 6211 w 64971"/>
                <a:gd name="csY90" fmla="*/ 36785 h 54938"/>
                <a:gd name="csX91" fmla="*/ 4777 w 64971"/>
                <a:gd name="csY91" fmla="*/ 37263 h 54938"/>
                <a:gd name="csX92" fmla="*/ 3822 w 64971"/>
                <a:gd name="csY92" fmla="*/ 36785 h 54938"/>
                <a:gd name="csX93" fmla="*/ 2389 w 64971"/>
                <a:gd name="csY93" fmla="*/ 35352 h 54938"/>
                <a:gd name="csX94" fmla="*/ 956 w 64971"/>
                <a:gd name="csY94" fmla="*/ 33919 h 54938"/>
                <a:gd name="csX95" fmla="*/ 956 w 64971"/>
                <a:gd name="csY95" fmla="*/ 31052 h 54938"/>
                <a:gd name="csX96" fmla="*/ 0 w 64971"/>
                <a:gd name="csY96" fmla="*/ 29619 h 54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</a:cxnLst>
              <a:rect l="l" t="t" r="r" b="b"/>
              <a:pathLst>
                <a:path w="64971" h="54938">
                  <a:moveTo>
                    <a:pt x="64972" y="54939"/>
                  </a:moveTo>
                  <a:lnTo>
                    <a:pt x="64493" y="54939"/>
                  </a:lnTo>
                  <a:lnTo>
                    <a:pt x="63538" y="53028"/>
                  </a:lnTo>
                  <a:lnTo>
                    <a:pt x="62583" y="51117"/>
                  </a:lnTo>
                  <a:lnTo>
                    <a:pt x="59716" y="47295"/>
                  </a:lnTo>
                  <a:lnTo>
                    <a:pt x="58761" y="40607"/>
                  </a:lnTo>
                  <a:lnTo>
                    <a:pt x="58761" y="37741"/>
                  </a:lnTo>
                  <a:lnTo>
                    <a:pt x="56850" y="33441"/>
                  </a:lnTo>
                  <a:lnTo>
                    <a:pt x="55895" y="28186"/>
                  </a:lnTo>
                  <a:lnTo>
                    <a:pt x="54939" y="26753"/>
                  </a:lnTo>
                  <a:lnTo>
                    <a:pt x="55895" y="25320"/>
                  </a:lnTo>
                  <a:lnTo>
                    <a:pt x="55895" y="24364"/>
                  </a:lnTo>
                  <a:lnTo>
                    <a:pt x="55417" y="24842"/>
                  </a:lnTo>
                  <a:lnTo>
                    <a:pt x="54461" y="25320"/>
                  </a:lnTo>
                  <a:lnTo>
                    <a:pt x="53506" y="23409"/>
                  </a:lnTo>
                  <a:lnTo>
                    <a:pt x="52550" y="21498"/>
                  </a:lnTo>
                  <a:lnTo>
                    <a:pt x="49206" y="17676"/>
                  </a:lnTo>
                  <a:lnTo>
                    <a:pt x="48251" y="15765"/>
                  </a:lnTo>
                  <a:lnTo>
                    <a:pt x="48251" y="13854"/>
                  </a:lnTo>
                  <a:lnTo>
                    <a:pt x="46818" y="15765"/>
                  </a:lnTo>
                  <a:lnTo>
                    <a:pt x="44907" y="17198"/>
                  </a:lnTo>
                  <a:lnTo>
                    <a:pt x="42996" y="18632"/>
                  </a:lnTo>
                  <a:lnTo>
                    <a:pt x="42040" y="19587"/>
                  </a:lnTo>
                  <a:lnTo>
                    <a:pt x="37741" y="19587"/>
                  </a:lnTo>
                  <a:lnTo>
                    <a:pt x="35352" y="17198"/>
                  </a:lnTo>
                  <a:lnTo>
                    <a:pt x="32008" y="11466"/>
                  </a:lnTo>
                  <a:lnTo>
                    <a:pt x="31531" y="10032"/>
                  </a:lnTo>
                  <a:lnTo>
                    <a:pt x="32008" y="6210"/>
                  </a:lnTo>
                  <a:lnTo>
                    <a:pt x="31052" y="2866"/>
                  </a:lnTo>
                  <a:lnTo>
                    <a:pt x="31052" y="1433"/>
                  </a:lnTo>
                  <a:lnTo>
                    <a:pt x="31052" y="0"/>
                  </a:lnTo>
                  <a:lnTo>
                    <a:pt x="30575" y="478"/>
                  </a:lnTo>
                  <a:lnTo>
                    <a:pt x="30097" y="1433"/>
                  </a:lnTo>
                  <a:lnTo>
                    <a:pt x="30097" y="2389"/>
                  </a:lnTo>
                  <a:lnTo>
                    <a:pt x="30097" y="3344"/>
                  </a:lnTo>
                  <a:lnTo>
                    <a:pt x="27231" y="3344"/>
                  </a:lnTo>
                  <a:lnTo>
                    <a:pt x="24365" y="2866"/>
                  </a:lnTo>
                  <a:lnTo>
                    <a:pt x="26753" y="4777"/>
                  </a:lnTo>
                  <a:lnTo>
                    <a:pt x="29142" y="4777"/>
                  </a:lnTo>
                  <a:lnTo>
                    <a:pt x="30575" y="6688"/>
                  </a:lnTo>
                  <a:lnTo>
                    <a:pt x="31052" y="7644"/>
                  </a:lnTo>
                  <a:lnTo>
                    <a:pt x="30575" y="9077"/>
                  </a:lnTo>
                  <a:lnTo>
                    <a:pt x="29620" y="10032"/>
                  </a:lnTo>
                  <a:lnTo>
                    <a:pt x="28186" y="10510"/>
                  </a:lnTo>
                  <a:lnTo>
                    <a:pt x="28664" y="11943"/>
                  </a:lnTo>
                  <a:lnTo>
                    <a:pt x="30097" y="13854"/>
                  </a:lnTo>
                  <a:lnTo>
                    <a:pt x="28186" y="14332"/>
                  </a:lnTo>
                  <a:lnTo>
                    <a:pt x="27709" y="15287"/>
                  </a:lnTo>
                  <a:lnTo>
                    <a:pt x="27709" y="16721"/>
                  </a:lnTo>
                  <a:lnTo>
                    <a:pt x="28664" y="18154"/>
                  </a:lnTo>
                  <a:lnTo>
                    <a:pt x="28664" y="19109"/>
                  </a:lnTo>
                  <a:lnTo>
                    <a:pt x="28664" y="20065"/>
                  </a:lnTo>
                  <a:lnTo>
                    <a:pt x="29620" y="21020"/>
                  </a:lnTo>
                  <a:lnTo>
                    <a:pt x="30575" y="22931"/>
                  </a:lnTo>
                  <a:lnTo>
                    <a:pt x="31052" y="24364"/>
                  </a:lnTo>
                  <a:lnTo>
                    <a:pt x="30575" y="26275"/>
                  </a:lnTo>
                  <a:lnTo>
                    <a:pt x="30097" y="27231"/>
                  </a:lnTo>
                  <a:lnTo>
                    <a:pt x="28664" y="27708"/>
                  </a:lnTo>
                  <a:lnTo>
                    <a:pt x="25798" y="30575"/>
                  </a:lnTo>
                  <a:lnTo>
                    <a:pt x="24842" y="33441"/>
                  </a:lnTo>
                  <a:lnTo>
                    <a:pt x="23409" y="34874"/>
                  </a:lnTo>
                  <a:lnTo>
                    <a:pt x="21976" y="34874"/>
                  </a:lnTo>
                  <a:lnTo>
                    <a:pt x="21498" y="34397"/>
                  </a:lnTo>
                  <a:lnTo>
                    <a:pt x="20543" y="33441"/>
                  </a:lnTo>
                  <a:lnTo>
                    <a:pt x="20543" y="32008"/>
                  </a:lnTo>
                  <a:lnTo>
                    <a:pt x="20543" y="31052"/>
                  </a:lnTo>
                  <a:lnTo>
                    <a:pt x="22931" y="28186"/>
                  </a:lnTo>
                  <a:lnTo>
                    <a:pt x="21976" y="28664"/>
                  </a:lnTo>
                  <a:lnTo>
                    <a:pt x="20543" y="29619"/>
                  </a:lnTo>
                  <a:lnTo>
                    <a:pt x="18154" y="31052"/>
                  </a:lnTo>
                  <a:lnTo>
                    <a:pt x="17199" y="29141"/>
                  </a:lnTo>
                  <a:lnTo>
                    <a:pt x="16721" y="27231"/>
                  </a:lnTo>
                  <a:lnTo>
                    <a:pt x="16721" y="25320"/>
                  </a:lnTo>
                  <a:lnTo>
                    <a:pt x="18632" y="22453"/>
                  </a:lnTo>
                  <a:lnTo>
                    <a:pt x="16721" y="23886"/>
                  </a:lnTo>
                  <a:lnTo>
                    <a:pt x="16243" y="25798"/>
                  </a:lnTo>
                  <a:lnTo>
                    <a:pt x="16243" y="28186"/>
                  </a:lnTo>
                  <a:lnTo>
                    <a:pt x="16243" y="29619"/>
                  </a:lnTo>
                  <a:lnTo>
                    <a:pt x="15288" y="31530"/>
                  </a:lnTo>
                  <a:lnTo>
                    <a:pt x="14332" y="32963"/>
                  </a:lnTo>
                  <a:lnTo>
                    <a:pt x="12421" y="33919"/>
                  </a:lnTo>
                  <a:lnTo>
                    <a:pt x="11466" y="34874"/>
                  </a:lnTo>
                  <a:lnTo>
                    <a:pt x="10510" y="35830"/>
                  </a:lnTo>
                  <a:lnTo>
                    <a:pt x="10510" y="33919"/>
                  </a:lnTo>
                  <a:lnTo>
                    <a:pt x="10033" y="31530"/>
                  </a:lnTo>
                  <a:lnTo>
                    <a:pt x="8599" y="25798"/>
                  </a:lnTo>
                  <a:lnTo>
                    <a:pt x="8599" y="27231"/>
                  </a:lnTo>
                  <a:lnTo>
                    <a:pt x="9077" y="30575"/>
                  </a:lnTo>
                  <a:lnTo>
                    <a:pt x="9077" y="32963"/>
                  </a:lnTo>
                  <a:lnTo>
                    <a:pt x="8122" y="34874"/>
                  </a:lnTo>
                  <a:lnTo>
                    <a:pt x="6211" y="36785"/>
                  </a:lnTo>
                  <a:lnTo>
                    <a:pt x="4777" y="37263"/>
                  </a:lnTo>
                  <a:lnTo>
                    <a:pt x="3822" y="36785"/>
                  </a:lnTo>
                  <a:lnTo>
                    <a:pt x="2389" y="35352"/>
                  </a:lnTo>
                  <a:lnTo>
                    <a:pt x="956" y="33919"/>
                  </a:lnTo>
                  <a:lnTo>
                    <a:pt x="956" y="31052"/>
                  </a:lnTo>
                  <a:lnTo>
                    <a:pt x="0" y="2961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3" name="Freeform 3372">
              <a:extLst>
                <a:ext uri="{FF2B5EF4-FFF2-40B4-BE49-F238E27FC236}">
                  <a16:creationId xmlns:a16="http://schemas.microsoft.com/office/drawing/2014/main" id="{52D7E266-23BE-A0D4-AAD7-A29C89CB3F4E}"/>
                </a:ext>
              </a:extLst>
            </p:cNvPr>
            <p:cNvSpPr/>
            <p:nvPr/>
          </p:nvSpPr>
          <p:spPr>
            <a:xfrm>
              <a:off x="7711680" y="4339336"/>
              <a:ext cx="478" cy="2866"/>
            </a:xfrm>
            <a:custGeom>
              <a:avLst/>
              <a:gdLst>
                <a:gd name="csX0" fmla="*/ 478 w 478"/>
                <a:gd name="csY0" fmla="*/ 0 h 2866"/>
                <a:gd name="csX1" fmla="*/ 478 w 478"/>
                <a:gd name="csY1" fmla="*/ 0 h 2866"/>
                <a:gd name="csX2" fmla="*/ 0 w 478"/>
                <a:gd name="csY2" fmla="*/ 956 h 2866"/>
                <a:gd name="csX3" fmla="*/ 478 w 478"/>
                <a:gd name="csY3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2866">
                  <a:moveTo>
                    <a:pt x="478" y="0"/>
                  </a:moveTo>
                  <a:lnTo>
                    <a:pt x="478" y="0"/>
                  </a:lnTo>
                  <a:lnTo>
                    <a:pt x="0" y="956"/>
                  </a:lnTo>
                  <a:lnTo>
                    <a:pt x="478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4" name="Freeform 3373">
              <a:extLst>
                <a:ext uri="{FF2B5EF4-FFF2-40B4-BE49-F238E27FC236}">
                  <a16:creationId xmlns:a16="http://schemas.microsoft.com/office/drawing/2014/main" id="{BEBF4DE9-91DB-C2E6-D34A-C968668030CB}"/>
                </a:ext>
              </a:extLst>
            </p:cNvPr>
            <p:cNvSpPr/>
            <p:nvPr/>
          </p:nvSpPr>
          <p:spPr>
            <a:xfrm>
              <a:off x="7719801" y="4336947"/>
              <a:ext cx="955" cy="3821"/>
            </a:xfrm>
            <a:custGeom>
              <a:avLst/>
              <a:gdLst>
                <a:gd name="csX0" fmla="*/ 0 w 955"/>
                <a:gd name="csY0" fmla="*/ 0 h 3821"/>
                <a:gd name="csX1" fmla="*/ 955 w 955"/>
                <a:gd name="csY1" fmla="*/ 2389 h 3821"/>
                <a:gd name="csX2" fmla="*/ 955 w 955"/>
                <a:gd name="csY2" fmla="*/ 3344 h 3821"/>
                <a:gd name="csX3" fmla="*/ 478 w 955"/>
                <a:gd name="csY3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3821">
                  <a:moveTo>
                    <a:pt x="0" y="0"/>
                  </a:moveTo>
                  <a:lnTo>
                    <a:pt x="955" y="2389"/>
                  </a:lnTo>
                  <a:lnTo>
                    <a:pt x="955" y="3344"/>
                  </a:lnTo>
                  <a:lnTo>
                    <a:pt x="478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5" name="Freeform 3374">
              <a:extLst>
                <a:ext uri="{FF2B5EF4-FFF2-40B4-BE49-F238E27FC236}">
                  <a16:creationId xmlns:a16="http://schemas.microsoft.com/office/drawing/2014/main" id="{C729EF5A-52BC-6018-9447-9A1FD78F135F}"/>
                </a:ext>
              </a:extLst>
            </p:cNvPr>
            <p:cNvSpPr/>
            <p:nvPr/>
          </p:nvSpPr>
          <p:spPr>
            <a:xfrm>
              <a:off x="7679194" y="4306373"/>
              <a:ext cx="2388" cy="2388"/>
            </a:xfrm>
            <a:custGeom>
              <a:avLst/>
              <a:gdLst>
                <a:gd name="csX0" fmla="*/ 1911 w 2388"/>
                <a:gd name="csY0" fmla="*/ 1433 h 2388"/>
                <a:gd name="csX1" fmla="*/ 2389 w 2388"/>
                <a:gd name="csY1" fmla="*/ 2389 h 2388"/>
                <a:gd name="csX2" fmla="*/ 1433 w 2388"/>
                <a:gd name="csY2" fmla="*/ 1911 h 2388"/>
                <a:gd name="csX3" fmla="*/ 478 w 2388"/>
                <a:gd name="csY3" fmla="*/ 1433 h 2388"/>
                <a:gd name="csX4" fmla="*/ 0 w 2388"/>
                <a:gd name="csY4" fmla="*/ 478 h 2388"/>
                <a:gd name="csX5" fmla="*/ 955 w 2388"/>
                <a:gd name="csY5" fmla="*/ 0 h 2388"/>
                <a:gd name="csX6" fmla="*/ 1911 w 2388"/>
                <a:gd name="csY6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1911" y="1433"/>
                  </a:moveTo>
                  <a:lnTo>
                    <a:pt x="2389" y="2389"/>
                  </a:lnTo>
                  <a:lnTo>
                    <a:pt x="1433" y="1911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6" name="Freeform 3375">
              <a:extLst>
                <a:ext uri="{FF2B5EF4-FFF2-40B4-BE49-F238E27FC236}">
                  <a16:creationId xmlns:a16="http://schemas.microsoft.com/office/drawing/2014/main" id="{2860FF41-EBA0-F42C-266F-2C2203900D35}"/>
                </a:ext>
              </a:extLst>
            </p:cNvPr>
            <p:cNvSpPr/>
            <p:nvPr/>
          </p:nvSpPr>
          <p:spPr>
            <a:xfrm>
              <a:off x="7678717" y="4309717"/>
              <a:ext cx="7165" cy="15765"/>
            </a:xfrm>
            <a:custGeom>
              <a:avLst/>
              <a:gdLst>
                <a:gd name="csX0" fmla="*/ 5255 w 7165"/>
                <a:gd name="csY0" fmla="*/ 15287 h 15765"/>
                <a:gd name="csX1" fmla="*/ 1910 w 7165"/>
                <a:gd name="csY1" fmla="*/ 15765 h 15765"/>
                <a:gd name="csX2" fmla="*/ 0 w 7165"/>
                <a:gd name="csY2" fmla="*/ 15765 h 15765"/>
                <a:gd name="csX3" fmla="*/ 3344 w 7165"/>
                <a:gd name="csY3" fmla="*/ 10510 h 15765"/>
                <a:gd name="csX4" fmla="*/ 3344 w 7165"/>
                <a:gd name="csY4" fmla="*/ 8121 h 15765"/>
                <a:gd name="csX5" fmla="*/ 2866 w 7165"/>
                <a:gd name="csY5" fmla="*/ 6210 h 15765"/>
                <a:gd name="csX6" fmla="*/ 955 w 7165"/>
                <a:gd name="csY6" fmla="*/ 4777 h 15765"/>
                <a:gd name="csX7" fmla="*/ 955 w 7165"/>
                <a:gd name="csY7" fmla="*/ 3822 h 15765"/>
                <a:gd name="csX8" fmla="*/ 0 w 7165"/>
                <a:gd name="csY8" fmla="*/ 2389 h 15765"/>
                <a:gd name="csX9" fmla="*/ 0 w 7165"/>
                <a:gd name="csY9" fmla="*/ 478 h 15765"/>
                <a:gd name="csX10" fmla="*/ 1433 w 7165"/>
                <a:gd name="csY10" fmla="*/ 0 h 15765"/>
                <a:gd name="csX11" fmla="*/ 3344 w 7165"/>
                <a:gd name="csY11" fmla="*/ 956 h 15765"/>
                <a:gd name="csX12" fmla="*/ 3344 w 7165"/>
                <a:gd name="csY12" fmla="*/ 1433 h 15765"/>
                <a:gd name="csX13" fmla="*/ 3821 w 7165"/>
                <a:gd name="csY13" fmla="*/ 2866 h 15765"/>
                <a:gd name="csX14" fmla="*/ 4299 w 7165"/>
                <a:gd name="csY14" fmla="*/ 4300 h 15765"/>
                <a:gd name="csX15" fmla="*/ 7166 w 7165"/>
                <a:gd name="csY15" fmla="*/ 7644 h 15765"/>
                <a:gd name="csX16" fmla="*/ 7166 w 7165"/>
                <a:gd name="csY16" fmla="*/ 9555 h 15765"/>
                <a:gd name="csX17" fmla="*/ 6210 w 7165"/>
                <a:gd name="csY17" fmla="*/ 13854 h 15765"/>
                <a:gd name="csX18" fmla="*/ 5255 w 7165"/>
                <a:gd name="csY18" fmla="*/ 15287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165" h="15765">
                  <a:moveTo>
                    <a:pt x="5255" y="15287"/>
                  </a:moveTo>
                  <a:lnTo>
                    <a:pt x="1910" y="15765"/>
                  </a:lnTo>
                  <a:lnTo>
                    <a:pt x="0" y="15765"/>
                  </a:lnTo>
                  <a:lnTo>
                    <a:pt x="3344" y="10510"/>
                  </a:lnTo>
                  <a:lnTo>
                    <a:pt x="3344" y="8121"/>
                  </a:lnTo>
                  <a:lnTo>
                    <a:pt x="2866" y="6210"/>
                  </a:lnTo>
                  <a:lnTo>
                    <a:pt x="955" y="4777"/>
                  </a:lnTo>
                  <a:lnTo>
                    <a:pt x="955" y="3822"/>
                  </a:lnTo>
                  <a:lnTo>
                    <a:pt x="0" y="2389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3344" y="956"/>
                  </a:lnTo>
                  <a:lnTo>
                    <a:pt x="3344" y="1433"/>
                  </a:lnTo>
                  <a:lnTo>
                    <a:pt x="3821" y="2866"/>
                  </a:lnTo>
                  <a:lnTo>
                    <a:pt x="4299" y="4300"/>
                  </a:lnTo>
                  <a:lnTo>
                    <a:pt x="7166" y="7644"/>
                  </a:lnTo>
                  <a:lnTo>
                    <a:pt x="7166" y="9555"/>
                  </a:lnTo>
                  <a:lnTo>
                    <a:pt x="6210" y="13854"/>
                  </a:lnTo>
                  <a:lnTo>
                    <a:pt x="5255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7" name="Freeform 3376">
              <a:extLst>
                <a:ext uri="{FF2B5EF4-FFF2-40B4-BE49-F238E27FC236}">
                  <a16:creationId xmlns:a16="http://schemas.microsoft.com/office/drawing/2014/main" id="{FB510CE6-CDCD-223C-68D6-8F98DA734082}"/>
                </a:ext>
              </a:extLst>
            </p:cNvPr>
            <p:cNvSpPr/>
            <p:nvPr/>
          </p:nvSpPr>
          <p:spPr>
            <a:xfrm>
              <a:off x="7696393" y="4314494"/>
              <a:ext cx="2866" cy="5254"/>
            </a:xfrm>
            <a:custGeom>
              <a:avLst/>
              <a:gdLst>
                <a:gd name="csX0" fmla="*/ 2866 w 2866"/>
                <a:gd name="csY0" fmla="*/ 4777 h 5254"/>
                <a:gd name="csX1" fmla="*/ 1911 w 2866"/>
                <a:gd name="csY1" fmla="*/ 5255 h 5254"/>
                <a:gd name="csX2" fmla="*/ 1433 w 2866"/>
                <a:gd name="csY2" fmla="*/ 4777 h 5254"/>
                <a:gd name="csX3" fmla="*/ 0 w 2866"/>
                <a:gd name="csY3" fmla="*/ 2866 h 5254"/>
                <a:gd name="csX4" fmla="*/ 478 w 2866"/>
                <a:gd name="csY4" fmla="*/ 478 h 5254"/>
                <a:gd name="csX5" fmla="*/ 955 w 2866"/>
                <a:gd name="csY5" fmla="*/ 0 h 5254"/>
                <a:gd name="csX6" fmla="*/ 1433 w 2866"/>
                <a:gd name="csY6" fmla="*/ 956 h 5254"/>
                <a:gd name="csX7" fmla="*/ 2389 w 2866"/>
                <a:gd name="csY7" fmla="*/ 2866 h 5254"/>
                <a:gd name="csX8" fmla="*/ 2866 w 2866"/>
                <a:gd name="csY8" fmla="*/ 3822 h 5254"/>
                <a:gd name="csX9" fmla="*/ 2866 w 2866"/>
                <a:gd name="csY9" fmla="*/ 4777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5254">
                  <a:moveTo>
                    <a:pt x="2866" y="4777"/>
                  </a:moveTo>
                  <a:lnTo>
                    <a:pt x="1911" y="5255"/>
                  </a:lnTo>
                  <a:lnTo>
                    <a:pt x="1433" y="4777"/>
                  </a:lnTo>
                  <a:lnTo>
                    <a:pt x="0" y="2866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433" y="956"/>
                  </a:lnTo>
                  <a:lnTo>
                    <a:pt x="2389" y="2866"/>
                  </a:lnTo>
                  <a:lnTo>
                    <a:pt x="2866" y="3822"/>
                  </a:lnTo>
                  <a:lnTo>
                    <a:pt x="286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8" name="Freeform 3377">
              <a:extLst>
                <a:ext uri="{FF2B5EF4-FFF2-40B4-BE49-F238E27FC236}">
                  <a16:creationId xmlns:a16="http://schemas.microsoft.com/office/drawing/2014/main" id="{ADE5DB3E-C909-48C8-414F-72A3572C5C03}"/>
                </a:ext>
              </a:extLst>
            </p:cNvPr>
            <p:cNvSpPr/>
            <p:nvPr/>
          </p:nvSpPr>
          <p:spPr>
            <a:xfrm>
              <a:off x="7689227" y="4316405"/>
              <a:ext cx="2866" cy="8121"/>
            </a:xfrm>
            <a:custGeom>
              <a:avLst/>
              <a:gdLst>
                <a:gd name="csX0" fmla="*/ 1911 w 2866"/>
                <a:gd name="csY0" fmla="*/ 6688 h 8121"/>
                <a:gd name="csX1" fmla="*/ 0 w 2866"/>
                <a:gd name="csY1" fmla="*/ 8121 h 8121"/>
                <a:gd name="csX2" fmla="*/ 478 w 2866"/>
                <a:gd name="csY2" fmla="*/ 0 h 8121"/>
                <a:gd name="csX3" fmla="*/ 2389 w 2866"/>
                <a:gd name="csY3" fmla="*/ 3344 h 8121"/>
                <a:gd name="csX4" fmla="*/ 2866 w 2866"/>
                <a:gd name="csY4" fmla="*/ 4777 h 8121"/>
                <a:gd name="csX5" fmla="*/ 1911 w 2866"/>
                <a:gd name="csY5" fmla="*/ 6688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8121">
                  <a:moveTo>
                    <a:pt x="1911" y="6688"/>
                  </a:moveTo>
                  <a:lnTo>
                    <a:pt x="0" y="8121"/>
                  </a:lnTo>
                  <a:lnTo>
                    <a:pt x="478" y="0"/>
                  </a:lnTo>
                  <a:lnTo>
                    <a:pt x="2389" y="3344"/>
                  </a:lnTo>
                  <a:lnTo>
                    <a:pt x="2866" y="4777"/>
                  </a:lnTo>
                  <a:lnTo>
                    <a:pt x="1911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9" name="Freeform 3378">
              <a:extLst>
                <a:ext uri="{FF2B5EF4-FFF2-40B4-BE49-F238E27FC236}">
                  <a16:creationId xmlns:a16="http://schemas.microsoft.com/office/drawing/2014/main" id="{B5058CF3-DA43-EFA6-3316-D0D9F216FD7F}"/>
                </a:ext>
              </a:extLst>
            </p:cNvPr>
            <p:cNvSpPr/>
            <p:nvPr/>
          </p:nvSpPr>
          <p:spPr>
            <a:xfrm>
              <a:off x="7704514" y="4328348"/>
              <a:ext cx="1433" cy="3343"/>
            </a:xfrm>
            <a:custGeom>
              <a:avLst/>
              <a:gdLst>
                <a:gd name="csX0" fmla="*/ 956 w 1433"/>
                <a:gd name="csY0" fmla="*/ 1433 h 3343"/>
                <a:gd name="csX1" fmla="*/ 478 w 1433"/>
                <a:gd name="csY1" fmla="*/ 3344 h 3343"/>
                <a:gd name="csX2" fmla="*/ 0 w 1433"/>
                <a:gd name="csY2" fmla="*/ 1911 h 3343"/>
                <a:gd name="csX3" fmla="*/ 478 w 1433"/>
                <a:gd name="csY3" fmla="*/ 478 h 3343"/>
                <a:gd name="csX4" fmla="*/ 956 w 1433"/>
                <a:gd name="csY4" fmla="*/ 0 h 3343"/>
                <a:gd name="csX5" fmla="*/ 956 w 1433"/>
                <a:gd name="csY5" fmla="*/ 0 h 3343"/>
                <a:gd name="csX6" fmla="*/ 1433 w 1433"/>
                <a:gd name="csY6" fmla="*/ 478 h 3343"/>
                <a:gd name="csX7" fmla="*/ 956 w 1433"/>
                <a:gd name="csY7" fmla="*/ 1433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3343">
                  <a:moveTo>
                    <a:pt x="956" y="1433"/>
                  </a:moveTo>
                  <a:lnTo>
                    <a:pt x="478" y="3344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1433" y="478"/>
                  </a:lnTo>
                  <a:lnTo>
                    <a:pt x="95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0" name="Freeform 3379">
              <a:extLst>
                <a:ext uri="{FF2B5EF4-FFF2-40B4-BE49-F238E27FC236}">
                  <a16:creationId xmlns:a16="http://schemas.microsoft.com/office/drawing/2014/main" id="{07920172-2CD8-6AD2-F112-5E0D033CD336}"/>
                </a:ext>
              </a:extLst>
            </p:cNvPr>
            <p:cNvSpPr/>
            <p:nvPr/>
          </p:nvSpPr>
          <p:spPr>
            <a:xfrm>
              <a:off x="7705470" y="4332170"/>
              <a:ext cx="1911" cy="4299"/>
            </a:xfrm>
            <a:custGeom>
              <a:avLst/>
              <a:gdLst>
                <a:gd name="csX0" fmla="*/ 1911 w 1911"/>
                <a:gd name="csY0" fmla="*/ 4299 h 4299"/>
                <a:gd name="csX1" fmla="*/ 478 w 1911"/>
                <a:gd name="csY1" fmla="*/ 4299 h 4299"/>
                <a:gd name="csX2" fmla="*/ 0 w 1911"/>
                <a:gd name="csY2" fmla="*/ 3822 h 4299"/>
                <a:gd name="csX3" fmla="*/ 0 w 1911"/>
                <a:gd name="csY3" fmla="*/ 2866 h 4299"/>
                <a:gd name="csX4" fmla="*/ 0 w 1911"/>
                <a:gd name="csY4" fmla="*/ 478 h 4299"/>
                <a:gd name="csX5" fmla="*/ 955 w 1911"/>
                <a:gd name="csY5" fmla="*/ 0 h 4299"/>
                <a:gd name="csX6" fmla="*/ 1433 w 1911"/>
                <a:gd name="csY6" fmla="*/ 0 h 4299"/>
                <a:gd name="csX7" fmla="*/ 1911 w 1911"/>
                <a:gd name="csY7" fmla="*/ 956 h 4299"/>
                <a:gd name="csX8" fmla="*/ 1911 w 1911"/>
                <a:gd name="csY8" fmla="*/ 2389 h 4299"/>
                <a:gd name="csX9" fmla="*/ 1911 w 1911"/>
                <a:gd name="csY9" fmla="*/ 429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1" h="4299">
                  <a:moveTo>
                    <a:pt x="1911" y="4299"/>
                  </a:moveTo>
                  <a:lnTo>
                    <a:pt x="478" y="4299"/>
                  </a:lnTo>
                  <a:lnTo>
                    <a:pt x="0" y="3822"/>
                  </a:lnTo>
                  <a:lnTo>
                    <a:pt x="0" y="286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911" y="956"/>
                  </a:lnTo>
                  <a:lnTo>
                    <a:pt x="1911" y="2389"/>
                  </a:lnTo>
                  <a:lnTo>
                    <a:pt x="1911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1" name="Freeform 3380">
              <a:extLst>
                <a:ext uri="{FF2B5EF4-FFF2-40B4-BE49-F238E27FC236}">
                  <a16:creationId xmlns:a16="http://schemas.microsoft.com/office/drawing/2014/main" id="{88488782-A1B4-B392-2E61-849BE3F66BA9}"/>
                </a:ext>
              </a:extLst>
            </p:cNvPr>
            <p:cNvSpPr/>
            <p:nvPr/>
          </p:nvSpPr>
          <p:spPr>
            <a:xfrm>
              <a:off x="5971789" y="3644240"/>
              <a:ext cx="1433" cy="477"/>
            </a:xfrm>
            <a:custGeom>
              <a:avLst/>
              <a:gdLst>
                <a:gd name="csX0" fmla="*/ 0 w 1433"/>
                <a:gd name="csY0" fmla="*/ 478 h 477"/>
                <a:gd name="csX1" fmla="*/ 1433 w 1433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477">
                  <a:moveTo>
                    <a:pt x="0" y="478"/>
                  </a:move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2" name="Freeform 3381">
              <a:extLst>
                <a:ext uri="{FF2B5EF4-FFF2-40B4-BE49-F238E27FC236}">
                  <a16:creationId xmlns:a16="http://schemas.microsoft.com/office/drawing/2014/main" id="{10AE5EAA-D715-F0FE-A86B-5DCCA22AA654}"/>
                </a:ext>
              </a:extLst>
            </p:cNvPr>
            <p:cNvSpPr/>
            <p:nvPr/>
          </p:nvSpPr>
          <p:spPr>
            <a:xfrm>
              <a:off x="5958413" y="3650450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3" name="Freeform 3382">
              <a:extLst>
                <a:ext uri="{FF2B5EF4-FFF2-40B4-BE49-F238E27FC236}">
                  <a16:creationId xmlns:a16="http://schemas.microsoft.com/office/drawing/2014/main" id="{B883D76C-BCE4-877D-E3FF-CFC5C5C15E0D}"/>
                </a:ext>
              </a:extLst>
            </p:cNvPr>
            <p:cNvSpPr/>
            <p:nvPr/>
          </p:nvSpPr>
          <p:spPr>
            <a:xfrm>
              <a:off x="5933571" y="3647106"/>
              <a:ext cx="17198" cy="8121"/>
            </a:xfrm>
            <a:custGeom>
              <a:avLst/>
              <a:gdLst>
                <a:gd name="csX0" fmla="*/ 0 w 17198"/>
                <a:gd name="csY0" fmla="*/ 8121 h 8121"/>
                <a:gd name="csX1" fmla="*/ 0 w 17198"/>
                <a:gd name="csY1" fmla="*/ 8121 h 8121"/>
                <a:gd name="csX2" fmla="*/ 9077 w 17198"/>
                <a:gd name="csY2" fmla="*/ 3344 h 8121"/>
                <a:gd name="csX3" fmla="*/ 14332 w 17198"/>
                <a:gd name="csY3" fmla="*/ 478 h 8121"/>
                <a:gd name="csX4" fmla="*/ 16721 w 17198"/>
                <a:gd name="csY4" fmla="*/ 0 h 8121"/>
                <a:gd name="csX5" fmla="*/ 17198 w 17198"/>
                <a:gd name="csY5" fmla="*/ 191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198" h="8121">
                  <a:moveTo>
                    <a:pt x="0" y="8121"/>
                  </a:moveTo>
                  <a:lnTo>
                    <a:pt x="0" y="8121"/>
                  </a:lnTo>
                  <a:lnTo>
                    <a:pt x="9077" y="3344"/>
                  </a:lnTo>
                  <a:lnTo>
                    <a:pt x="14332" y="478"/>
                  </a:lnTo>
                  <a:lnTo>
                    <a:pt x="16721" y="0"/>
                  </a:lnTo>
                  <a:lnTo>
                    <a:pt x="17198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4" name="Freeform 3383">
              <a:extLst>
                <a:ext uri="{FF2B5EF4-FFF2-40B4-BE49-F238E27FC236}">
                  <a16:creationId xmlns:a16="http://schemas.microsoft.com/office/drawing/2014/main" id="{AFEACDDB-EC06-FBCA-C73D-96CFE3CF9324}"/>
                </a:ext>
              </a:extLst>
            </p:cNvPr>
            <p:cNvSpPr/>
            <p:nvPr/>
          </p:nvSpPr>
          <p:spPr>
            <a:xfrm>
              <a:off x="5934049" y="3656661"/>
              <a:ext cx="1433" cy="2388"/>
            </a:xfrm>
            <a:custGeom>
              <a:avLst/>
              <a:gdLst>
                <a:gd name="csX0" fmla="*/ 1433 w 1433"/>
                <a:gd name="csY0" fmla="*/ 2389 h 2388"/>
                <a:gd name="csX1" fmla="*/ 956 w 1433"/>
                <a:gd name="csY1" fmla="*/ 1433 h 2388"/>
                <a:gd name="csX2" fmla="*/ 0 w 1433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2388">
                  <a:moveTo>
                    <a:pt x="1433" y="2389"/>
                  </a:moveTo>
                  <a:lnTo>
                    <a:pt x="956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5" name="Freeform 3384">
              <a:extLst>
                <a:ext uri="{FF2B5EF4-FFF2-40B4-BE49-F238E27FC236}">
                  <a16:creationId xmlns:a16="http://schemas.microsoft.com/office/drawing/2014/main" id="{47D3B424-B10D-9957-99FA-D2A372478FC3}"/>
                </a:ext>
              </a:extLst>
            </p:cNvPr>
            <p:cNvSpPr/>
            <p:nvPr/>
          </p:nvSpPr>
          <p:spPr>
            <a:xfrm>
              <a:off x="5935004" y="3660482"/>
              <a:ext cx="1433" cy="2866"/>
            </a:xfrm>
            <a:custGeom>
              <a:avLst/>
              <a:gdLst>
                <a:gd name="csX0" fmla="*/ 1433 w 1433"/>
                <a:gd name="csY0" fmla="*/ 2866 h 2866"/>
                <a:gd name="csX1" fmla="*/ 478 w 1433"/>
                <a:gd name="csY1" fmla="*/ 955 h 2866"/>
                <a:gd name="csX2" fmla="*/ 0 w 1433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2866">
                  <a:moveTo>
                    <a:pt x="1433" y="2866"/>
                  </a:moveTo>
                  <a:lnTo>
                    <a:pt x="478" y="955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6" name="Freeform 3385">
              <a:extLst>
                <a:ext uri="{FF2B5EF4-FFF2-40B4-BE49-F238E27FC236}">
                  <a16:creationId xmlns:a16="http://schemas.microsoft.com/office/drawing/2014/main" id="{26A6ECEC-B0FD-8D5C-7AFD-6D2C1BB56DA7}"/>
                </a:ext>
              </a:extLst>
            </p:cNvPr>
            <p:cNvSpPr/>
            <p:nvPr/>
          </p:nvSpPr>
          <p:spPr>
            <a:xfrm>
              <a:off x="5938348" y="3665260"/>
              <a:ext cx="1911" cy="955"/>
            </a:xfrm>
            <a:custGeom>
              <a:avLst/>
              <a:gdLst>
                <a:gd name="csX0" fmla="*/ 1911 w 1911"/>
                <a:gd name="csY0" fmla="*/ 955 h 955"/>
                <a:gd name="csX1" fmla="*/ 1911 w 1911"/>
                <a:gd name="csY1" fmla="*/ 955 h 955"/>
                <a:gd name="csX2" fmla="*/ 0 w 1911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955">
                  <a:moveTo>
                    <a:pt x="1911" y="955"/>
                  </a:moveTo>
                  <a:lnTo>
                    <a:pt x="1911" y="955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7" name="Freeform 3386">
              <a:extLst>
                <a:ext uri="{FF2B5EF4-FFF2-40B4-BE49-F238E27FC236}">
                  <a16:creationId xmlns:a16="http://schemas.microsoft.com/office/drawing/2014/main" id="{C82C7702-DDFD-73CE-951E-7C0176069559}"/>
                </a:ext>
              </a:extLst>
            </p:cNvPr>
            <p:cNvSpPr/>
            <p:nvPr/>
          </p:nvSpPr>
          <p:spPr>
            <a:xfrm>
              <a:off x="5976089" y="3684369"/>
              <a:ext cx="955" cy="1910"/>
            </a:xfrm>
            <a:custGeom>
              <a:avLst/>
              <a:gdLst>
                <a:gd name="csX0" fmla="*/ 955 w 955"/>
                <a:gd name="csY0" fmla="*/ 0 h 1910"/>
                <a:gd name="csX1" fmla="*/ 478 w 955"/>
                <a:gd name="csY1" fmla="*/ 955 h 1910"/>
                <a:gd name="csX2" fmla="*/ 0 w 955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0">
                  <a:moveTo>
                    <a:pt x="955" y="0"/>
                  </a:moveTo>
                  <a:lnTo>
                    <a:pt x="478" y="955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8" name="Freeform 3387">
              <a:extLst>
                <a:ext uri="{FF2B5EF4-FFF2-40B4-BE49-F238E27FC236}">
                  <a16:creationId xmlns:a16="http://schemas.microsoft.com/office/drawing/2014/main" id="{435623BC-9072-D6E0-0075-1427F52C25DC}"/>
                </a:ext>
              </a:extLst>
            </p:cNvPr>
            <p:cNvSpPr/>
            <p:nvPr/>
          </p:nvSpPr>
          <p:spPr>
            <a:xfrm>
              <a:off x="6005230" y="3680069"/>
              <a:ext cx="955" cy="2866"/>
            </a:xfrm>
            <a:custGeom>
              <a:avLst/>
              <a:gdLst>
                <a:gd name="csX0" fmla="*/ 956 w 955"/>
                <a:gd name="csY0" fmla="*/ 0 h 2866"/>
                <a:gd name="csX1" fmla="*/ 956 w 955"/>
                <a:gd name="csY1" fmla="*/ 0 h 2866"/>
                <a:gd name="csX2" fmla="*/ 0 w 955"/>
                <a:gd name="csY2" fmla="*/ 2389 h 2866"/>
                <a:gd name="csX3" fmla="*/ 0 w 955"/>
                <a:gd name="csY3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2866">
                  <a:moveTo>
                    <a:pt x="956" y="0"/>
                  </a:moveTo>
                  <a:lnTo>
                    <a:pt x="956" y="0"/>
                  </a:lnTo>
                  <a:lnTo>
                    <a:pt x="0" y="2389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9" name="Freeform 3388">
              <a:extLst>
                <a:ext uri="{FF2B5EF4-FFF2-40B4-BE49-F238E27FC236}">
                  <a16:creationId xmlns:a16="http://schemas.microsoft.com/office/drawing/2014/main" id="{428C54FB-5793-2FE6-0AAC-8DE2C0423430}"/>
                </a:ext>
              </a:extLst>
            </p:cNvPr>
            <p:cNvSpPr/>
            <p:nvPr/>
          </p:nvSpPr>
          <p:spPr>
            <a:xfrm>
              <a:off x="6006186" y="3670992"/>
              <a:ext cx="3821" cy="6688"/>
            </a:xfrm>
            <a:custGeom>
              <a:avLst/>
              <a:gdLst>
                <a:gd name="csX0" fmla="*/ 0 w 3821"/>
                <a:gd name="csY0" fmla="*/ 0 h 6688"/>
                <a:gd name="csX1" fmla="*/ 0 w 3821"/>
                <a:gd name="csY1" fmla="*/ 0 h 6688"/>
                <a:gd name="csX2" fmla="*/ 0 w 3821"/>
                <a:gd name="csY2" fmla="*/ 478 h 6688"/>
                <a:gd name="csX3" fmla="*/ 478 w 3821"/>
                <a:gd name="csY3" fmla="*/ 1433 h 6688"/>
                <a:gd name="csX4" fmla="*/ 2389 w 3821"/>
                <a:gd name="csY4" fmla="*/ 1433 h 6688"/>
                <a:gd name="csX5" fmla="*/ 3344 w 3821"/>
                <a:gd name="csY5" fmla="*/ 2866 h 6688"/>
                <a:gd name="csX6" fmla="*/ 3344 w 3821"/>
                <a:gd name="csY6" fmla="*/ 4300 h 6688"/>
                <a:gd name="csX7" fmla="*/ 3822 w 3821"/>
                <a:gd name="csY7" fmla="*/ 668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6688">
                  <a:moveTo>
                    <a:pt x="0" y="0"/>
                  </a:moveTo>
                  <a:lnTo>
                    <a:pt x="0" y="0"/>
                  </a:lnTo>
                  <a:lnTo>
                    <a:pt x="0" y="478"/>
                  </a:lnTo>
                  <a:lnTo>
                    <a:pt x="478" y="1433"/>
                  </a:lnTo>
                  <a:lnTo>
                    <a:pt x="2389" y="1433"/>
                  </a:lnTo>
                  <a:lnTo>
                    <a:pt x="3344" y="2866"/>
                  </a:lnTo>
                  <a:lnTo>
                    <a:pt x="3344" y="4300"/>
                  </a:lnTo>
                  <a:lnTo>
                    <a:pt x="3822" y="66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0" name="Freeform 3389">
              <a:extLst>
                <a:ext uri="{FF2B5EF4-FFF2-40B4-BE49-F238E27FC236}">
                  <a16:creationId xmlns:a16="http://schemas.microsoft.com/office/drawing/2014/main" id="{1606B90E-9E91-EFE0-9885-4011B8344B58}"/>
                </a:ext>
              </a:extLst>
            </p:cNvPr>
            <p:cNvSpPr/>
            <p:nvPr/>
          </p:nvSpPr>
          <p:spPr>
            <a:xfrm>
              <a:off x="6005230" y="3667171"/>
              <a:ext cx="2388" cy="2388"/>
            </a:xfrm>
            <a:custGeom>
              <a:avLst/>
              <a:gdLst>
                <a:gd name="csX0" fmla="*/ 0 w 2388"/>
                <a:gd name="csY0" fmla="*/ 0 h 2388"/>
                <a:gd name="csX1" fmla="*/ 478 w 2388"/>
                <a:gd name="csY1" fmla="*/ 956 h 2388"/>
                <a:gd name="csX2" fmla="*/ 2389 w 2388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2388">
                  <a:moveTo>
                    <a:pt x="0" y="0"/>
                  </a:moveTo>
                  <a:lnTo>
                    <a:pt x="478" y="956"/>
                  </a:lnTo>
                  <a:lnTo>
                    <a:pt x="2389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1" name="Freeform 3390">
              <a:extLst>
                <a:ext uri="{FF2B5EF4-FFF2-40B4-BE49-F238E27FC236}">
                  <a16:creationId xmlns:a16="http://schemas.microsoft.com/office/drawing/2014/main" id="{4040AC3A-DAA6-F967-F7E9-F1E3C99915B7}"/>
                </a:ext>
              </a:extLst>
            </p:cNvPr>
            <p:cNvSpPr/>
            <p:nvPr/>
          </p:nvSpPr>
          <p:spPr>
            <a:xfrm>
              <a:off x="6002364" y="3665260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2" name="Freeform 3391">
              <a:extLst>
                <a:ext uri="{FF2B5EF4-FFF2-40B4-BE49-F238E27FC236}">
                  <a16:creationId xmlns:a16="http://schemas.microsoft.com/office/drawing/2014/main" id="{AACF2E8E-C0C8-83CD-21FD-0541F2674062}"/>
                </a:ext>
              </a:extLst>
            </p:cNvPr>
            <p:cNvSpPr/>
            <p:nvPr/>
          </p:nvSpPr>
          <p:spPr>
            <a:xfrm>
              <a:off x="5995676" y="3660005"/>
              <a:ext cx="1911" cy="2388"/>
            </a:xfrm>
            <a:custGeom>
              <a:avLst/>
              <a:gdLst>
                <a:gd name="csX0" fmla="*/ 1911 w 1911"/>
                <a:gd name="csY0" fmla="*/ 0 h 2388"/>
                <a:gd name="csX1" fmla="*/ 0 w 1911"/>
                <a:gd name="csY1" fmla="*/ 1911 h 2388"/>
                <a:gd name="csX2" fmla="*/ 0 w 1911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2388">
                  <a:moveTo>
                    <a:pt x="1911" y="0"/>
                  </a:moveTo>
                  <a:lnTo>
                    <a:pt x="0" y="1911"/>
                  </a:ln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3" name="Freeform 3392">
              <a:extLst>
                <a:ext uri="{FF2B5EF4-FFF2-40B4-BE49-F238E27FC236}">
                  <a16:creationId xmlns:a16="http://schemas.microsoft.com/office/drawing/2014/main" id="{08514B99-4E99-E8BC-EF1D-8E41C62037F2}"/>
                </a:ext>
              </a:extLst>
            </p:cNvPr>
            <p:cNvSpPr/>
            <p:nvPr/>
          </p:nvSpPr>
          <p:spPr>
            <a:xfrm>
              <a:off x="5997587" y="3656661"/>
              <a:ext cx="955" cy="2866"/>
            </a:xfrm>
            <a:custGeom>
              <a:avLst/>
              <a:gdLst>
                <a:gd name="csX0" fmla="*/ 955 w 955"/>
                <a:gd name="csY0" fmla="*/ 0 h 2866"/>
                <a:gd name="csX1" fmla="*/ 0 w 955"/>
                <a:gd name="csY1" fmla="*/ 1433 h 2866"/>
                <a:gd name="csX2" fmla="*/ 0 w 955"/>
                <a:gd name="csY2" fmla="*/ 2389 h 2866"/>
                <a:gd name="csX3" fmla="*/ 0 w 955"/>
                <a:gd name="csY3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2866">
                  <a:moveTo>
                    <a:pt x="955" y="0"/>
                  </a:moveTo>
                  <a:lnTo>
                    <a:pt x="0" y="1433"/>
                  </a:lnTo>
                  <a:lnTo>
                    <a:pt x="0" y="2389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4" name="Freeform 3393">
              <a:extLst>
                <a:ext uri="{FF2B5EF4-FFF2-40B4-BE49-F238E27FC236}">
                  <a16:creationId xmlns:a16="http://schemas.microsoft.com/office/drawing/2014/main" id="{85B5A3A2-F40A-3FEF-74C7-ECE588650664}"/>
                </a:ext>
              </a:extLst>
            </p:cNvPr>
            <p:cNvSpPr/>
            <p:nvPr/>
          </p:nvSpPr>
          <p:spPr>
            <a:xfrm>
              <a:off x="5992809" y="3649972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5 w 955"/>
                <a:gd name="csY1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5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5" name="Freeform 3394">
              <a:extLst>
                <a:ext uri="{FF2B5EF4-FFF2-40B4-BE49-F238E27FC236}">
                  <a16:creationId xmlns:a16="http://schemas.microsoft.com/office/drawing/2014/main" id="{3A5312A7-A74F-D8D3-880B-7D829168229A}"/>
                </a:ext>
              </a:extLst>
            </p:cNvPr>
            <p:cNvSpPr/>
            <p:nvPr/>
          </p:nvSpPr>
          <p:spPr>
            <a:xfrm>
              <a:off x="5984210" y="3644717"/>
              <a:ext cx="477" cy="3344"/>
            </a:xfrm>
            <a:custGeom>
              <a:avLst/>
              <a:gdLst>
                <a:gd name="csX0" fmla="*/ 0 w 477"/>
                <a:gd name="csY0" fmla="*/ 0 h 3344"/>
                <a:gd name="csX1" fmla="*/ 0 w 477"/>
                <a:gd name="csY1" fmla="*/ 1433 h 3344"/>
                <a:gd name="csX2" fmla="*/ 478 w 477"/>
                <a:gd name="csY2" fmla="*/ 3344 h 3344"/>
                <a:gd name="csX3" fmla="*/ 478 w 477"/>
                <a:gd name="csY3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3344">
                  <a:moveTo>
                    <a:pt x="0" y="0"/>
                  </a:moveTo>
                  <a:lnTo>
                    <a:pt x="0" y="1433"/>
                  </a:lnTo>
                  <a:lnTo>
                    <a:pt x="478" y="3344"/>
                  </a:lnTo>
                  <a:lnTo>
                    <a:pt x="478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6" name="Freeform 3395">
              <a:extLst>
                <a:ext uri="{FF2B5EF4-FFF2-40B4-BE49-F238E27FC236}">
                  <a16:creationId xmlns:a16="http://schemas.microsoft.com/office/drawing/2014/main" id="{9BB9378F-8FD0-E91B-C90A-BB34842AEF7E}"/>
                </a:ext>
              </a:extLst>
            </p:cNvPr>
            <p:cNvSpPr/>
            <p:nvPr/>
          </p:nvSpPr>
          <p:spPr>
            <a:xfrm>
              <a:off x="5978478" y="3644240"/>
              <a:ext cx="955" cy="1910"/>
            </a:xfrm>
            <a:custGeom>
              <a:avLst/>
              <a:gdLst>
                <a:gd name="csX0" fmla="*/ 0 w 955"/>
                <a:gd name="csY0" fmla="*/ 0 h 1910"/>
                <a:gd name="csX1" fmla="*/ 478 w 955"/>
                <a:gd name="csY1" fmla="*/ 478 h 1910"/>
                <a:gd name="csX2" fmla="*/ 955 w 955"/>
                <a:gd name="csY2" fmla="*/ 955 h 1910"/>
                <a:gd name="csX3" fmla="*/ 955 w 955"/>
                <a:gd name="csY3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0">
                  <a:moveTo>
                    <a:pt x="0" y="0"/>
                  </a:moveTo>
                  <a:lnTo>
                    <a:pt x="478" y="478"/>
                  </a:lnTo>
                  <a:lnTo>
                    <a:pt x="955" y="955"/>
                  </a:lnTo>
                  <a:lnTo>
                    <a:pt x="955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7" name="Freeform 3396">
              <a:extLst>
                <a:ext uri="{FF2B5EF4-FFF2-40B4-BE49-F238E27FC236}">
                  <a16:creationId xmlns:a16="http://schemas.microsoft.com/office/drawing/2014/main" id="{E4FAA917-07D3-7880-0FCB-C203B86B127E}"/>
                </a:ext>
              </a:extLst>
            </p:cNvPr>
            <p:cNvSpPr/>
            <p:nvPr/>
          </p:nvSpPr>
          <p:spPr>
            <a:xfrm>
              <a:off x="5874810" y="4459246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478 w 4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478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8" name="Freeform 3397">
              <a:extLst>
                <a:ext uri="{FF2B5EF4-FFF2-40B4-BE49-F238E27FC236}">
                  <a16:creationId xmlns:a16="http://schemas.microsoft.com/office/drawing/2014/main" id="{BACBBF1E-F17D-5338-C89C-AD186DB942D3}"/>
                </a:ext>
              </a:extLst>
            </p:cNvPr>
            <p:cNvSpPr/>
            <p:nvPr/>
          </p:nvSpPr>
          <p:spPr>
            <a:xfrm>
              <a:off x="5823693" y="4485521"/>
              <a:ext cx="1433" cy="477"/>
            </a:xfrm>
            <a:custGeom>
              <a:avLst/>
              <a:gdLst>
                <a:gd name="csX0" fmla="*/ 0 w 1433"/>
                <a:gd name="csY0" fmla="*/ 0 h 477"/>
                <a:gd name="csX1" fmla="*/ 478 w 1433"/>
                <a:gd name="csY1" fmla="*/ 478 h 477"/>
                <a:gd name="csX2" fmla="*/ 1433 w 1433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477">
                  <a:moveTo>
                    <a:pt x="0" y="0"/>
                  </a:moveTo>
                  <a:lnTo>
                    <a:pt x="478" y="478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9" name="Freeform 3398">
              <a:extLst>
                <a:ext uri="{FF2B5EF4-FFF2-40B4-BE49-F238E27FC236}">
                  <a16:creationId xmlns:a16="http://schemas.microsoft.com/office/drawing/2014/main" id="{91E916B1-34F6-3402-0BBE-392F0C96754C}"/>
                </a:ext>
              </a:extLst>
            </p:cNvPr>
            <p:cNvSpPr/>
            <p:nvPr/>
          </p:nvSpPr>
          <p:spPr>
            <a:xfrm>
              <a:off x="5790252" y="4557181"/>
              <a:ext cx="3821" cy="955"/>
            </a:xfrm>
            <a:custGeom>
              <a:avLst/>
              <a:gdLst>
                <a:gd name="csX0" fmla="*/ 3822 w 3821"/>
                <a:gd name="csY0" fmla="*/ 956 h 955"/>
                <a:gd name="csX1" fmla="*/ 1911 w 3821"/>
                <a:gd name="csY1" fmla="*/ 956 h 955"/>
                <a:gd name="csX2" fmla="*/ 0 w 3821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21" h="955">
                  <a:moveTo>
                    <a:pt x="3822" y="956"/>
                  </a:moveTo>
                  <a:lnTo>
                    <a:pt x="1911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0" name="Freeform 3399">
              <a:extLst>
                <a:ext uri="{FF2B5EF4-FFF2-40B4-BE49-F238E27FC236}">
                  <a16:creationId xmlns:a16="http://schemas.microsoft.com/office/drawing/2014/main" id="{EC3B6A93-D49A-2D3F-1A84-B8D92E1B387B}"/>
                </a:ext>
              </a:extLst>
            </p:cNvPr>
            <p:cNvSpPr/>
            <p:nvPr/>
          </p:nvSpPr>
          <p:spPr>
            <a:xfrm>
              <a:off x="5828471" y="4556703"/>
              <a:ext cx="955" cy="2388"/>
            </a:xfrm>
            <a:custGeom>
              <a:avLst/>
              <a:gdLst>
                <a:gd name="csX0" fmla="*/ 956 w 955"/>
                <a:gd name="csY0" fmla="*/ 0 h 2388"/>
                <a:gd name="csX1" fmla="*/ 0 w 955"/>
                <a:gd name="csY1" fmla="*/ 956 h 2388"/>
                <a:gd name="csX2" fmla="*/ 478 w 955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2388">
                  <a:moveTo>
                    <a:pt x="956" y="0"/>
                  </a:moveTo>
                  <a:lnTo>
                    <a:pt x="0" y="956"/>
                  </a:lnTo>
                  <a:lnTo>
                    <a:pt x="478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1" name="Freeform 3400">
              <a:extLst>
                <a:ext uri="{FF2B5EF4-FFF2-40B4-BE49-F238E27FC236}">
                  <a16:creationId xmlns:a16="http://schemas.microsoft.com/office/drawing/2014/main" id="{C6A4CEE3-4B55-E7B5-DA5F-CD2CA8430B8B}"/>
                </a:ext>
              </a:extLst>
            </p:cNvPr>
            <p:cNvSpPr/>
            <p:nvPr/>
          </p:nvSpPr>
          <p:spPr>
            <a:xfrm>
              <a:off x="6327220" y="3846797"/>
              <a:ext cx="477" cy="4777"/>
            </a:xfrm>
            <a:custGeom>
              <a:avLst/>
              <a:gdLst>
                <a:gd name="csX0" fmla="*/ 0 w 477"/>
                <a:gd name="csY0" fmla="*/ 4777 h 4777"/>
                <a:gd name="csX1" fmla="*/ 0 w 477"/>
                <a:gd name="csY1" fmla="*/ 2867 h 4777"/>
                <a:gd name="csX2" fmla="*/ 478 w 477"/>
                <a:gd name="csY2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7">
                  <a:moveTo>
                    <a:pt x="0" y="4777"/>
                  </a:moveTo>
                  <a:lnTo>
                    <a:pt x="0" y="2867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2" name="Freeform 3401">
              <a:extLst>
                <a:ext uri="{FF2B5EF4-FFF2-40B4-BE49-F238E27FC236}">
                  <a16:creationId xmlns:a16="http://schemas.microsoft.com/office/drawing/2014/main" id="{2F581070-3369-C299-A023-3B10ACA1DE5A}"/>
                </a:ext>
              </a:extLst>
            </p:cNvPr>
            <p:cNvSpPr/>
            <p:nvPr/>
          </p:nvSpPr>
          <p:spPr>
            <a:xfrm>
              <a:off x="6327698" y="3853485"/>
              <a:ext cx="1911" cy="2866"/>
            </a:xfrm>
            <a:custGeom>
              <a:avLst/>
              <a:gdLst>
                <a:gd name="csX0" fmla="*/ 1911 w 1911"/>
                <a:gd name="csY0" fmla="*/ 2866 h 2866"/>
                <a:gd name="csX1" fmla="*/ 956 w 1911"/>
                <a:gd name="csY1" fmla="*/ 956 h 2866"/>
                <a:gd name="csX2" fmla="*/ 0 w 1911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2866">
                  <a:moveTo>
                    <a:pt x="1911" y="2866"/>
                  </a:moveTo>
                  <a:lnTo>
                    <a:pt x="956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3" name="Freeform 3402">
              <a:extLst>
                <a:ext uri="{FF2B5EF4-FFF2-40B4-BE49-F238E27FC236}">
                  <a16:creationId xmlns:a16="http://schemas.microsoft.com/office/drawing/2014/main" id="{D73D5394-07D7-BD45-6A06-0B5207649BFA}"/>
                </a:ext>
              </a:extLst>
            </p:cNvPr>
            <p:cNvSpPr/>
            <p:nvPr/>
          </p:nvSpPr>
          <p:spPr>
            <a:xfrm>
              <a:off x="6328653" y="3874983"/>
              <a:ext cx="477" cy="2388"/>
            </a:xfrm>
            <a:custGeom>
              <a:avLst/>
              <a:gdLst>
                <a:gd name="csX0" fmla="*/ 478 w 477"/>
                <a:gd name="csY0" fmla="*/ 2389 h 2388"/>
                <a:gd name="csX1" fmla="*/ 0 w 477"/>
                <a:gd name="csY1" fmla="*/ 1433 h 2388"/>
                <a:gd name="csX2" fmla="*/ 478 w 477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2388">
                  <a:moveTo>
                    <a:pt x="478" y="2389"/>
                  </a:moveTo>
                  <a:lnTo>
                    <a:pt x="0" y="1433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4" name="Freeform 3403">
              <a:extLst>
                <a:ext uri="{FF2B5EF4-FFF2-40B4-BE49-F238E27FC236}">
                  <a16:creationId xmlns:a16="http://schemas.microsoft.com/office/drawing/2014/main" id="{5F61B500-6A69-7E81-4BE8-AF3D0ECE1B8C}"/>
                </a:ext>
              </a:extLst>
            </p:cNvPr>
            <p:cNvSpPr/>
            <p:nvPr/>
          </p:nvSpPr>
          <p:spPr>
            <a:xfrm>
              <a:off x="6339641" y="3901736"/>
              <a:ext cx="477" cy="955"/>
            </a:xfrm>
            <a:custGeom>
              <a:avLst/>
              <a:gdLst>
                <a:gd name="csX0" fmla="*/ 478 w 477"/>
                <a:gd name="csY0" fmla="*/ 956 h 955"/>
                <a:gd name="csX1" fmla="*/ 478 w 477"/>
                <a:gd name="csY1" fmla="*/ 478 h 955"/>
                <a:gd name="csX2" fmla="*/ 0 w 4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478" y="956"/>
                  </a:move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5" name="Freeform 3404">
              <a:extLst>
                <a:ext uri="{FF2B5EF4-FFF2-40B4-BE49-F238E27FC236}">
                  <a16:creationId xmlns:a16="http://schemas.microsoft.com/office/drawing/2014/main" id="{B039AB5A-6136-C319-06C1-A70009E4EF92}"/>
                </a:ext>
              </a:extLst>
            </p:cNvPr>
            <p:cNvSpPr/>
            <p:nvPr/>
          </p:nvSpPr>
          <p:spPr>
            <a:xfrm>
              <a:off x="6342985" y="3910813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0 w 1433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6" name="Freeform 3405">
              <a:extLst>
                <a:ext uri="{FF2B5EF4-FFF2-40B4-BE49-F238E27FC236}">
                  <a16:creationId xmlns:a16="http://schemas.microsoft.com/office/drawing/2014/main" id="{A9A8355C-8862-D5D3-62C0-38C632A7E036}"/>
                </a:ext>
              </a:extLst>
            </p:cNvPr>
            <p:cNvSpPr/>
            <p:nvPr/>
          </p:nvSpPr>
          <p:spPr>
            <a:xfrm>
              <a:off x="6360183" y="3907469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0 h 1433"/>
                <a:gd name="csX2" fmla="*/ 0 w 477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0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7" name="Freeform 3406">
              <a:extLst>
                <a:ext uri="{FF2B5EF4-FFF2-40B4-BE49-F238E27FC236}">
                  <a16:creationId xmlns:a16="http://schemas.microsoft.com/office/drawing/2014/main" id="{BBB8237B-C48A-FAD6-5987-5C47ABAC20BC}"/>
                </a:ext>
              </a:extLst>
            </p:cNvPr>
            <p:cNvSpPr/>
            <p:nvPr/>
          </p:nvSpPr>
          <p:spPr>
            <a:xfrm>
              <a:off x="6400790" y="3903169"/>
              <a:ext cx="1433" cy="7643"/>
            </a:xfrm>
            <a:custGeom>
              <a:avLst/>
              <a:gdLst>
                <a:gd name="csX0" fmla="*/ 478 w 1433"/>
                <a:gd name="csY0" fmla="*/ 0 h 7643"/>
                <a:gd name="csX1" fmla="*/ 0 w 1433"/>
                <a:gd name="csY1" fmla="*/ 478 h 7643"/>
                <a:gd name="csX2" fmla="*/ 0 w 1433"/>
                <a:gd name="csY2" fmla="*/ 1433 h 7643"/>
                <a:gd name="csX3" fmla="*/ 956 w 1433"/>
                <a:gd name="csY3" fmla="*/ 2389 h 7643"/>
                <a:gd name="csX4" fmla="*/ 1433 w 1433"/>
                <a:gd name="csY4" fmla="*/ 4299 h 7643"/>
                <a:gd name="csX5" fmla="*/ 1433 w 1433"/>
                <a:gd name="csY5" fmla="*/ 6210 h 7643"/>
                <a:gd name="csX6" fmla="*/ 1433 w 1433"/>
                <a:gd name="csY6" fmla="*/ 764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7643">
                  <a:moveTo>
                    <a:pt x="478" y="0"/>
                  </a:moveTo>
                  <a:lnTo>
                    <a:pt x="0" y="478"/>
                  </a:lnTo>
                  <a:lnTo>
                    <a:pt x="0" y="1433"/>
                  </a:lnTo>
                  <a:lnTo>
                    <a:pt x="956" y="2389"/>
                  </a:lnTo>
                  <a:lnTo>
                    <a:pt x="1433" y="4299"/>
                  </a:lnTo>
                  <a:lnTo>
                    <a:pt x="1433" y="6210"/>
                  </a:lnTo>
                  <a:lnTo>
                    <a:pt x="1433" y="76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8" name="Freeform 3407">
              <a:extLst>
                <a:ext uri="{FF2B5EF4-FFF2-40B4-BE49-F238E27FC236}">
                  <a16:creationId xmlns:a16="http://schemas.microsoft.com/office/drawing/2014/main" id="{71D76DAE-A784-2F02-2641-0FD45B4298F8}"/>
                </a:ext>
              </a:extLst>
            </p:cNvPr>
            <p:cNvSpPr/>
            <p:nvPr/>
          </p:nvSpPr>
          <p:spPr>
            <a:xfrm>
              <a:off x="6405568" y="3901258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0 h 477"/>
                <a:gd name="csX2" fmla="*/ 0 w 4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9" name="Freeform 3408">
              <a:extLst>
                <a:ext uri="{FF2B5EF4-FFF2-40B4-BE49-F238E27FC236}">
                  <a16:creationId xmlns:a16="http://schemas.microsoft.com/office/drawing/2014/main" id="{B003B3F9-BD50-1B80-1964-8204BC261A65}"/>
                </a:ext>
              </a:extLst>
            </p:cNvPr>
            <p:cNvSpPr/>
            <p:nvPr/>
          </p:nvSpPr>
          <p:spPr>
            <a:xfrm>
              <a:off x="6428976" y="3852530"/>
              <a:ext cx="21497" cy="43951"/>
            </a:xfrm>
            <a:custGeom>
              <a:avLst/>
              <a:gdLst>
                <a:gd name="csX0" fmla="*/ 21498 w 21497"/>
                <a:gd name="csY0" fmla="*/ 0 h 43951"/>
                <a:gd name="csX1" fmla="*/ 21020 w 21497"/>
                <a:gd name="csY1" fmla="*/ 6210 h 43951"/>
                <a:gd name="csX2" fmla="*/ 19109 w 21497"/>
                <a:gd name="csY2" fmla="*/ 9077 h 43951"/>
                <a:gd name="csX3" fmla="*/ 16243 w 21497"/>
                <a:gd name="csY3" fmla="*/ 8121 h 43951"/>
                <a:gd name="csX4" fmla="*/ 12899 w 21497"/>
                <a:gd name="csY4" fmla="*/ 9077 h 43951"/>
                <a:gd name="csX5" fmla="*/ 10988 w 21497"/>
                <a:gd name="csY5" fmla="*/ 11943 h 43951"/>
                <a:gd name="csX6" fmla="*/ 9555 w 21497"/>
                <a:gd name="csY6" fmla="*/ 12899 h 43951"/>
                <a:gd name="csX7" fmla="*/ 8599 w 21497"/>
                <a:gd name="csY7" fmla="*/ 14332 h 43951"/>
                <a:gd name="csX8" fmla="*/ 8122 w 21497"/>
                <a:gd name="csY8" fmla="*/ 18154 h 43951"/>
                <a:gd name="csX9" fmla="*/ 7644 w 21497"/>
                <a:gd name="csY9" fmla="*/ 24842 h 43951"/>
                <a:gd name="csX10" fmla="*/ 6211 w 21497"/>
                <a:gd name="csY10" fmla="*/ 25798 h 43951"/>
                <a:gd name="csX11" fmla="*/ 5255 w 21497"/>
                <a:gd name="csY11" fmla="*/ 25798 h 43951"/>
                <a:gd name="csX12" fmla="*/ 0 w 21497"/>
                <a:gd name="csY12" fmla="*/ 32008 h 43951"/>
                <a:gd name="csX13" fmla="*/ 2867 w 21497"/>
                <a:gd name="csY13" fmla="*/ 33441 h 43951"/>
                <a:gd name="csX14" fmla="*/ 4300 w 21497"/>
                <a:gd name="csY14" fmla="*/ 34874 h 43951"/>
                <a:gd name="csX15" fmla="*/ 6688 w 21497"/>
                <a:gd name="csY15" fmla="*/ 38218 h 43951"/>
                <a:gd name="csX16" fmla="*/ 9555 w 21497"/>
                <a:gd name="csY16" fmla="*/ 42040 h 43951"/>
                <a:gd name="csX17" fmla="*/ 10510 w 21497"/>
                <a:gd name="csY17" fmla="*/ 43951 h 43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1497" h="43951">
                  <a:moveTo>
                    <a:pt x="21498" y="0"/>
                  </a:moveTo>
                  <a:lnTo>
                    <a:pt x="21020" y="6210"/>
                  </a:lnTo>
                  <a:lnTo>
                    <a:pt x="19109" y="9077"/>
                  </a:lnTo>
                  <a:lnTo>
                    <a:pt x="16243" y="8121"/>
                  </a:lnTo>
                  <a:lnTo>
                    <a:pt x="12899" y="9077"/>
                  </a:lnTo>
                  <a:lnTo>
                    <a:pt x="10988" y="11943"/>
                  </a:lnTo>
                  <a:lnTo>
                    <a:pt x="9555" y="12899"/>
                  </a:lnTo>
                  <a:lnTo>
                    <a:pt x="8599" y="14332"/>
                  </a:lnTo>
                  <a:lnTo>
                    <a:pt x="8122" y="18154"/>
                  </a:lnTo>
                  <a:lnTo>
                    <a:pt x="7644" y="24842"/>
                  </a:lnTo>
                  <a:lnTo>
                    <a:pt x="6211" y="25798"/>
                  </a:lnTo>
                  <a:lnTo>
                    <a:pt x="5255" y="25798"/>
                  </a:lnTo>
                  <a:lnTo>
                    <a:pt x="0" y="32008"/>
                  </a:lnTo>
                  <a:lnTo>
                    <a:pt x="2867" y="33441"/>
                  </a:lnTo>
                  <a:lnTo>
                    <a:pt x="4300" y="34874"/>
                  </a:lnTo>
                  <a:lnTo>
                    <a:pt x="6688" y="38218"/>
                  </a:lnTo>
                  <a:lnTo>
                    <a:pt x="9555" y="42040"/>
                  </a:lnTo>
                  <a:lnTo>
                    <a:pt x="10510" y="4395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0" name="Freeform 3409">
              <a:extLst>
                <a:ext uri="{FF2B5EF4-FFF2-40B4-BE49-F238E27FC236}">
                  <a16:creationId xmlns:a16="http://schemas.microsoft.com/office/drawing/2014/main" id="{29237C91-3F0A-39D5-C107-76E9FE46B792}"/>
                </a:ext>
              </a:extLst>
            </p:cNvPr>
            <p:cNvSpPr/>
            <p:nvPr/>
          </p:nvSpPr>
          <p:spPr>
            <a:xfrm>
              <a:off x="6884253" y="4242357"/>
              <a:ext cx="3343" cy="9076"/>
            </a:xfrm>
            <a:custGeom>
              <a:avLst/>
              <a:gdLst>
                <a:gd name="csX0" fmla="*/ 2866 w 3343"/>
                <a:gd name="csY0" fmla="*/ 7644 h 9076"/>
                <a:gd name="csX1" fmla="*/ 2389 w 3343"/>
                <a:gd name="csY1" fmla="*/ 9077 h 9076"/>
                <a:gd name="csX2" fmla="*/ 1911 w 3343"/>
                <a:gd name="csY2" fmla="*/ 8599 h 9076"/>
                <a:gd name="csX3" fmla="*/ 478 w 3343"/>
                <a:gd name="csY3" fmla="*/ 5733 h 9076"/>
                <a:gd name="csX4" fmla="*/ 955 w 3343"/>
                <a:gd name="csY4" fmla="*/ 3822 h 9076"/>
                <a:gd name="csX5" fmla="*/ 0 w 3343"/>
                <a:gd name="csY5" fmla="*/ 1433 h 9076"/>
                <a:gd name="csX6" fmla="*/ 478 w 3343"/>
                <a:gd name="csY6" fmla="*/ 478 h 9076"/>
                <a:gd name="csX7" fmla="*/ 2389 w 3343"/>
                <a:gd name="csY7" fmla="*/ 0 h 9076"/>
                <a:gd name="csX8" fmla="*/ 2866 w 3343"/>
                <a:gd name="csY8" fmla="*/ 478 h 9076"/>
                <a:gd name="csX9" fmla="*/ 1911 w 3343"/>
                <a:gd name="csY9" fmla="*/ 955 h 9076"/>
                <a:gd name="csX10" fmla="*/ 3344 w 3343"/>
                <a:gd name="csY10" fmla="*/ 2866 h 9076"/>
                <a:gd name="csX11" fmla="*/ 3344 w 3343"/>
                <a:gd name="csY11" fmla="*/ 5255 h 9076"/>
                <a:gd name="csX12" fmla="*/ 2866 w 3343"/>
                <a:gd name="csY12" fmla="*/ 7644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343" h="9076">
                  <a:moveTo>
                    <a:pt x="2866" y="7644"/>
                  </a:moveTo>
                  <a:lnTo>
                    <a:pt x="2389" y="9077"/>
                  </a:lnTo>
                  <a:lnTo>
                    <a:pt x="1911" y="8599"/>
                  </a:lnTo>
                  <a:lnTo>
                    <a:pt x="478" y="5733"/>
                  </a:lnTo>
                  <a:lnTo>
                    <a:pt x="955" y="3822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2389" y="0"/>
                  </a:lnTo>
                  <a:lnTo>
                    <a:pt x="2866" y="478"/>
                  </a:lnTo>
                  <a:lnTo>
                    <a:pt x="1911" y="955"/>
                  </a:lnTo>
                  <a:lnTo>
                    <a:pt x="3344" y="2866"/>
                  </a:lnTo>
                  <a:lnTo>
                    <a:pt x="3344" y="5255"/>
                  </a:lnTo>
                  <a:lnTo>
                    <a:pt x="2866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1" name="Freeform 3410">
              <a:extLst>
                <a:ext uri="{FF2B5EF4-FFF2-40B4-BE49-F238E27FC236}">
                  <a16:creationId xmlns:a16="http://schemas.microsoft.com/office/drawing/2014/main" id="{16970CE9-2A4B-9538-AB6A-553A8C59AB31}"/>
                </a:ext>
              </a:extLst>
            </p:cNvPr>
            <p:cNvSpPr/>
            <p:nvPr/>
          </p:nvSpPr>
          <p:spPr>
            <a:xfrm>
              <a:off x="6477705" y="4799389"/>
              <a:ext cx="9554" cy="12898"/>
            </a:xfrm>
            <a:custGeom>
              <a:avLst/>
              <a:gdLst>
                <a:gd name="csX0" fmla="*/ 9555 w 9554"/>
                <a:gd name="csY0" fmla="*/ 0 h 12898"/>
                <a:gd name="csX1" fmla="*/ 9555 w 9554"/>
                <a:gd name="csY1" fmla="*/ 0 h 12898"/>
                <a:gd name="csX2" fmla="*/ 9077 w 9554"/>
                <a:gd name="csY2" fmla="*/ 1433 h 12898"/>
                <a:gd name="csX3" fmla="*/ 8599 w 9554"/>
                <a:gd name="csY3" fmla="*/ 2389 h 12898"/>
                <a:gd name="csX4" fmla="*/ 7644 w 9554"/>
                <a:gd name="csY4" fmla="*/ 3344 h 12898"/>
                <a:gd name="csX5" fmla="*/ 6210 w 9554"/>
                <a:gd name="csY5" fmla="*/ 4777 h 12898"/>
                <a:gd name="csX6" fmla="*/ 6210 w 9554"/>
                <a:gd name="csY6" fmla="*/ 4777 h 12898"/>
                <a:gd name="csX7" fmla="*/ 4777 w 9554"/>
                <a:gd name="csY7" fmla="*/ 7166 h 12898"/>
                <a:gd name="csX8" fmla="*/ 3821 w 9554"/>
                <a:gd name="csY8" fmla="*/ 9077 h 12898"/>
                <a:gd name="csX9" fmla="*/ 0 w 9554"/>
                <a:gd name="csY9" fmla="*/ 12899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554" h="12898">
                  <a:moveTo>
                    <a:pt x="9555" y="0"/>
                  </a:moveTo>
                  <a:lnTo>
                    <a:pt x="9555" y="0"/>
                  </a:lnTo>
                  <a:lnTo>
                    <a:pt x="9077" y="1433"/>
                  </a:lnTo>
                  <a:lnTo>
                    <a:pt x="8599" y="2389"/>
                  </a:lnTo>
                  <a:lnTo>
                    <a:pt x="7644" y="3344"/>
                  </a:lnTo>
                  <a:lnTo>
                    <a:pt x="6210" y="4777"/>
                  </a:lnTo>
                  <a:lnTo>
                    <a:pt x="6210" y="4777"/>
                  </a:lnTo>
                  <a:lnTo>
                    <a:pt x="4777" y="7166"/>
                  </a:lnTo>
                  <a:lnTo>
                    <a:pt x="3821" y="9077"/>
                  </a:lnTo>
                  <a:lnTo>
                    <a:pt x="0" y="1289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2" name="Freeform 3411">
              <a:extLst>
                <a:ext uri="{FF2B5EF4-FFF2-40B4-BE49-F238E27FC236}">
                  <a16:creationId xmlns:a16="http://schemas.microsoft.com/office/drawing/2014/main" id="{DC6827F6-4A0A-172D-CC16-2D9CD6C50338}"/>
                </a:ext>
              </a:extLst>
            </p:cNvPr>
            <p:cNvSpPr/>
            <p:nvPr/>
          </p:nvSpPr>
          <p:spPr>
            <a:xfrm>
              <a:off x="6490603" y="4795090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0 h 477"/>
                <a:gd name="csX2" fmla="*/ 0 w 477"/>
                <a:gd name="csY2" fmla="*/ 478 h 477"/>
                <a:gd name="csX3" fmla="*/ 478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478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3" name="Freeform 3412">
              <a:extLst>
                <a:ext uri="{FF2B5EF4-FFF2-40B4-BE49-F238E27FC236}">
                  <a16:creationId xmlns:a16="http://schemas.microsoft.com/office/drawing/2014/main" id="{A6A2CEAA-8887-3672-FC5F-89D5C22E7263}"/>
                </a:ext>
              </a:extLst>
            </p:cNvPr>
            <p:cNvSpPr/>
            <p:nvPr/>
          </p:nvSpPr>
          <p:spPr>
            <a:xfrm>
              <a:off x="6492037" y="4788879"/>
              <a:ext cx="2866" cy="5732"/>
            </a:xfrm>
            <a:custGeom>
              <a:avLst/>
              <a:gdLst>
                <a:gd name="csX0" fmla="*/ 2389 w 2866"/>
                <a:gd name="csY0" fmla="*/ 0 h 5732"/>
                <a:gd name="csX1" fmla="*/ 2389 w 2866"/>
                <a:gd name="csY1" fmla="*/ 956 h 5732"/>
                <a:gd name="csX2" fmla="*/ 2389 w 2866"/>
                <a:gd name="csY2" fmla="*/ 1433 h 5732"/>
                <a:gd name="csX3" fmla="*/ 2866 w 2866"/>
                <a:gd name="csY3" fmla="*/ 1911 h 5732"/>
                <a:gd name="csX4" fmla="*/ 2866 w 2866"/>
                <a:gd name="csY4" fmla="*/ 3344 h 5732"/>
                <a:gd name="csX5" fmla="*/ 2389 w 2866"/>
                <a:gd name="csY5" fmla="*/ 4777 h 5732"/>
                <a:gd name="csX6" fmla="*/ 0 w 2866"/>
                <a:gd name="csY6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5732">
                  <a:moveTo>
                    <a:pt x="2389" y="0"/>
                  </a:moveTo>
                  <a:lnTo>
                    <a:pt x="2389" y="956"/>
                  </a:lnTo>
                  <a:lnTo>
                    <a:pt x="2389" y="1433"/>
                  </a:lnTo>
                  <a:lnTo>
                    <a:pt x="2866" y="1911"/>
                  </a:lnTo>
                  <a:lnTo>
                    <a:pt x="2866" y="3344"/>
                  </a:lnTo>
                  <a:lnTo>
                    <a:pt x="2389" y="4777"/>
                  </a:lnTo>
                  <a:lnTo>
                    <a:pt x="0" y="57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4" name="Freeform 3413">
              <a:extLst>
                <a:ext uri="{FF2B5EF4-FFF2-40B4-BE49-F238E27FC236}">
                  <a16:creationId xmlns:a16="http://schemas.microsoft.com/office/drawing/2014/main" id="{07CCE63B-60A4-388F-2313-FB522E19A13A}"/>
                </a:ext>
              </a:extLst>
            </p:cNvPr>
            <p:cNvSpPr/>
            <p:nvPr/>
          </p:nvSpPr>
          <p:spPr>
            <a:xfrm>
              <a:off x="6487260" y="4783147"/>
              <a:ext cx="955" cy="3344"/>
            </a:xfrm>
            <a:custGeom>
              <a:avLst/>
              <a:gdLst>
                <a:gd name="csX0" fmla="*/ 955 w 955"/>
                <a:gd name="csY0" fmla="*/ 0 h 3344"/>
                <a:gd name="csX1" fmla="*/ 478 w 955"/>
                <a:gd name="csY1" fmla="*/ 1433 h 3344"/>
                <a:gd name="csX2" fmla="*/ 0 w 955"/>
                <a:gd name="csY2" fmla="*/ 1433 h 3344"/>
                <a:gd name="csX3" fmla="*/ 0 w 955"/>
                <a:gd name="csY3" fmla="*/ 2389 h 3344"/>
                <a:gd name="csX4" fmla="*/ 0 w 955"/>
                <a:gd name="csY4" fmla="*/ 3344 h 3344"/>
                <a:gd name="csX5" fmla="*/ 0 w 955"/>
                <a:gd name="csY5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3344">
                  <a:moveTo>
                    <a:pt x="955" y="0"/>
                  </a:moveTo>
                  <a:lnTo>
                    <a:pt x="478" y="1433"/>
                  </a:lnTo>
                  <a:lnTo>
                    <a:pt x="0" y="1433"/>
                  </a:lnTo>
                  <a:lnTo>
                    <a:pt x="0" y="2389"/>
                  </a:lnTo>
                  <a:lnTo>
                    <a:pt x="0" y="3344"/>
                  </a:lnTo>
                  <a:lnTo>
                    <a:pt x="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5" name="Freeform 3414">
              <a:extLst>
                <a:ext uri="{FF2B5EF4-FFF2-40B4-BE49-F238E27FC236}">
                  <a16:creationId xmlns:a16="http://schemas.microsoft.com/office/drawing/2014/main" id="{68DFF2A8-F0B0-01D2-A7AF-8781BD64D68D}"/>
                </a:ext>
              </a:extLst>
            </p:cNvPr>
            <p:cNvSpPr/>
            <p:nvPr/>
          </p:nvSpPr>
          <p:spPr>
            <a:xfrm>
              <a:off x="6487260" y="4778369"/>
              <a:ext cx="1911" cy="4299"/>
            </a:xfrm>
            <a:custGeom>
              <a:avLst/>
              <a:gdLst>
                <a:gd name="csX0" fmla="*/ 1911 w 1911"/>
                <a:gd name="csY0" fmla="*/ 0 h 4299"/>
                <a:gd name="csX1" fmla="*/ 0 w 1911"/>
                <a:gd name="csY1" fmla="*/ 3344 h 4299"/>
                <a:gd name="csX2" fmla="*/ 0 w 1911"/>
                <a:gd name="csY2" fmla="*/ 3822 h 4299"/>
                <a:gd name="csX3" fmla="*/ 0 w 1911"/>
                <a:gd name="csY3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299">
                  <a:moveTo>
                    <a:pt x="1911" y="0"/>
                  </a:moveTo>
                  <a:lnTo>
                    <a:pt x="0" y="3344"/>
                  </a:lnTo>
                  <a:lnTo>
                    <a:pt x="0" y="3822"/>
                  </a:lnTo>
                  <a:lnTo>
                    <a:pt x="0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6" name="Freeform 3415">
              <a:extLst>
                <a:ext uri="{FF2B5EF4-FFF2-40B4-BE49-F238E27FC236}">
                  <a16:creationId xmlns:a16="http://schemas.microsoft.com/office/drawing/2014/main" id="{1296CA00-C824-B7EB-5964-FA079613390E}"/>
                </a:ext>
              </a:extLst>
            </p:cNvPr>
            <p:cNvSpPr/>
            <p:nvPr/>
          </p:nvSpPr>
          <p:spPr>
            <a:xfrm>
              <a:off x="5901563" y="4518007"/>
              <a:ext cx="29619" cy="16720"/>
            </a:xfrm>
            <a:custGeom>
              <a:avLst/>
              <a:gdLst>
                <a:gd name="csX0" fmla="*/ 0 w 29619"/>
                <a:gd name="csY0" fmla="*/ 16721 h 16720"/>
                <a:gd name="csX1" fmla="*/ 478 w 29619"/>
                <a:gd name="csY1" fmla="*/ 16721 h 16720"/>
                <a:gd name="csX2" fmla="*/ 956 w 29619"/>
                <a:gd name="csY2" fmla="*/ 16243 h 16720"/>
                <a:gd name="csX3" fmla="*/ 1911 w 29619"/>
                <a:gd name="csY3" fmla="*/ 15287 h 16720"/>
                <a:gd name="csX4" fmla="*/ 2389 w 29619"/>
                <a:gd name="csY4" fmla="*/ 15287 h 16720"/>
                <a:gd name="csX5" fmla="*/ 3344 w 29619"/>
                <a:gd name="csY5" fmla="*/ 15287 h 16720"/>
                <a:gd name="csX6" fmla="*/ 3822 w 29619"/>
                <a:gd name="csY6" fmla="*/ 15287 h 16720"/>
                <a:gd name="csX7" fmla="*/ 3822 w 29619"/>
                <a:gd name="csY7" fmla="*/ 14332 h 16720"/>
                <a:gd name="csX8" fmla="*/ 3822 w 29619"/>
                <a:gd name="csY8" fmla="*/ 13854 h 16720"/>
                <a:gd name="csX9" fmla="*/ 4777 w 29619"/>
                <a:gd name="csY9" fmla="*/ 13377 h 16720"/>
                <a:gd name="csX10" fmla="*/ 4777 w 29619"/>
                <a:gd name="csY10" fmla="*/ 12421 h 16720"/>
                <a:gd name="csX11" fmla="*/ 4777 w 29619"/>
                <a:gd name="csY11" fmla="*/ 11943 h 16720"/>
                <a:gd name="csX12" fmla="*/ 5733 w 29619"/>
                <a:gd name="csY12" fmla="*/ 11466 h 16720"/>
                <a:gd name="csX13" fmla="*/ 6688 w 29619"/>
                <a:gd name="csY13" fmla="*/ 11943 h 16720"/>
                <a:gd name="csX14" fmla="*/ 7644 w 29619"/>
                <a:gd name="csY14" fmla="*/ 11466 h 16720"/>
                <a:gd name="csX15" fmla="*/ 8121 w 29619"/>
                <a:gd name="csY15" fmla="*/ 10988 h 16720"/>
                <a:gd name="csX16" fmla="*/ 9077 w 29619"/>
                <a:gd name="csY16" fmla="*/ 9555 h 16720"/>
                <a:gd name="csX17" fmla="*/ 10032 w 29619"/>
                <a:gd name="csY17" fmla="*/ 9077 h 16720"/>
                <a:gd name="csX18" fmla="*/ 10032 w 29619"/>
                <a:gd name="csY18" fmla="*/ 8599 h 16720"/>
                <a:gd name="csX19" fmla="*/ 10510 w 29619"/>
                <a:gd name="csY19" fmla="*/ 8121 h 16720"/>
                <a:gd name="csX20" fmla="*/ 11943 w 29619"/>
                <a:gd name="csY20" fmla="*/ 8121 h 16720"/>
                <a:gd name="csX21" fmla="*/ 13376 w 29619"/>
                <a:gd name="csY21" fmla="*/ 8121 h 16720"/>
                <a:gd name="csX22" fmla="*/ 13854 w 29619"/>
                <a:gd name="csY22" fmla="*/ 9077 h 16720"/>
                <a:gd name="csX23" fmla="*/ 19109 w 29619"/>
                <a:gd name="csY23" fmla="*/ 8599 h 16720"/>
                <a:gd name="csX24" fmla="*/ 21498 w 29619"/>
                <a:gd name="csY24" fmla="*/ 8599 h 16720"/>
                <a:gd name="csX25" fmla="*/ 26275 w 29619"/>
                <a:gd name="csY25" fmla="*/ 4777 h 16720"/>
                <a:gd name="csX26" fmla="*/ 27708 w 29619"/>
                <a:gd name="csY26" fmla="*/ 3822 h 16720"/>
                <a:gd name="csX27" fmla="*/ 29142 w 29619"/>
                <a:gd name="csY27" fmla="*/ 956 h 16720"/>
                <a:gd name="csX28" fmla="*/ 29619 w 29619"/>
                <a:gd name="csY28" fmla="*/ 0 h 16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29619" h="16720">
                  <a:moveTo>
                    <a:pt x="0" y="16721"/>
                  </a:moveTo>
                  <a:lnTo>
                    <a:pt x="478" y="16721"/>
                  </a:lnTo>
                  <a:lnTo>
                    <a:pt x="956" y="16243"/>
                  </a:lnTo>
                  <a:lnTo>
                    <a:pt x="1911" y="15287"/>
                  </a:lnTo>
                  <a:lnTo>
                    <a:pt x="2389" y="15287"/>
                  </a:lnTo>
                  <a:lnTo>
                    <a:pt x="3344" y="15287"/>
                  </a:lnTo>
                  <a:lnTo>
                    <a:pt x="3822" y="15287"/>
                  </a:lnTo>
                  <a:lnTo>
                    <a:pt x="3822" y="14332"/>
                  </a:lnTo>
                  <a:lnTo>
                    <a:pt x="3822" y="13854"/>
                  </a:lnTo>
                  <a:lnTo>
                    <a:pt x="4777" y="13377"/>
                  </a:lnTo>
                  <a:lnTo>
                    <a:pt x="4777" y="12421"/>
                  </a:lnTo>
                  <a:lnTo>
                    <a:pt x="4777" y="11943"/>
                  </a:lnTo>
                  <a:lnTo>
                    <a:pt x="5733" y="11466"/>
                  </a:lnTo>
                  <a:lnTo>
                    <a:pt x="6688" y="11943"/>
                  </a:lnTo>
                  <a:lnTo>
                    <a:pt x="7644" y="11466"/>
                  </a:lnTo>
                  <a:lnTo>
                    <a:pt x="8121" y="10988"/>
                  </a:lnTo>
                  <a:lnTo>
                    <a:pt x="9077" y="9555"/>
                  </a:lnTo>
                  <a:lnTo>
                    <a:pt x="10032" y="9077"/>
                  </a:lnTo>
                  <a:lnTo>
                    <a:pt x="10032" y="8599"/>
                  </a:lnTo>
                  <a:lnTo>
                    <a:pt x="10510" y="8121"/>
                  </a:lnTo>
                  <a:lnTo>
                    <a:pt x="11943" y="8121"/>
                  </a:lnTo>
                  <a:lnTo>
                    <a:pt x="13376" y="8121"/>
                  </a:lnTo>
                  <a:lnTo>
                    <a:pt x="13854" y="9077"/>
                  </a:lnTo>
                  <a:lnTo>
                    <a:pt x="19109" y="8599"/>
                  </a:lnTo>
                  <a:lnTo>
                    <a:pt x="21498" y="8599"/>
                  </a:lnTo>
                  <a:lnTo>
                    <a:pt x="26275" y="4777"/>
                  </a:lnTo>
                  <a:lnTo>
                    <a:pt x="27708" y="3822"/>
                  </a:lnTo>
                  <a:lnTo>
                    <a:pt x="29142" y="956"/>
                  </a:lnTo>
                  <a:lnTo>
                    <a:pt x="2961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7" name="Freeform 3416">
              <a:extLst>
                <a:ext uri="{FF2B5EF4-FFF2-40B4-BE49-F238E27FC236}">
                  <a16:creationId xmlns:a16="http://schemas.microsoft.com/office/drawing/2014/main" id="{63D871D6-4E5C-99CC-F00B-AEB2F2AE6DB2}"/>
                </a:ext>
              </a:extLst>
            </p:cNvPr>
            <p:cNvSpPr/>
            <p:nvPr/>
          </p:nvSpPr>
          <p:spPr>
            <a:xfrm>
              <a:off x="5915895" y="4600176"/>
              <a:ext cx="22930" cy="21975"/>
            </a:xfrm>
            <a:custGeom>
              <a:avLst/>
              <a:gdLst>
                <a:gd name="csX0" fmla="*/ 22931 w 22930"/>
                <a:gd name="csY0" fmla="*/ 0 h 21975"/>
                <a:gd name="csX1" fmla="*/ 22453 w 22930"/>
                <a:gd name="csY1" fmla="*/ 0 h 21975"/>
                <a:gd name="csX2" fmla="*/ 22453 w 22930"/>
                <a:gd name="csY2" fmla="*/ 478 h 21975"/>
                <a:gd name="csX3" fmla="*/ 22453 w 22930"/>
                <a:gd name="csY3" fmla="*/ 4777 h 21975"/>
                <a:gd name="csX4" fmla="*/ 22453 w 22930"/>
                <a:gd name="csY4" fmla="*/ 6210 h 21975"/>
                <a:gd name="csX5" fmla="*/ 22453 w 22930"/>
                <a:gd name="csY5" fmla="*/ 7166 h 21975"/>
                <a:gd name="csX6" fmla="*/ 21976 w 22930"/>
                <a:gd name="csY6" fmla="*/ 8121 h 21975"/>
                <a:gd name="csX7" fmla="*/ 21976 w 22930"/>
                <a:gd name="csY7" fmla="*/ 10510 h 21975"/>
                <a:gd name="csX8" fmla="*/ 22453 w 22930"/>
                <a:gd name="csY8" fmla="*/ 11943 h 21975"/>
                <a:gd name="csX9" fmla="*/ 22931 w 22930"/>
                <a:gd name="csY9" fmla="*/ 12899 h 21975"/>
                <a:gd name="csX10" fmla="*/ 22453 w 22930"/>
                <a:gd name="csY10" fmla="*/ 13854 h 21975"/>
                <a:gd name="csX11" fmla="*/ 21976 w 22930"/>
                <a:gd name="csY11" fmla="*/ 14810 h 21975"/>
                <a:gd name="csX12" fmla="*/ 21498 w 22930"/>
                <a:gd name="csY12" fmla="*/ 18154 h 21975"/>
                <a:gd name="csX13" fmla="*/ 21498 w 22930"/>
                <a:gd name="csY13" fmla="*/ 19109 h 21975"/>
                <a:gd name="csX14" fmla="*/ 13376 w 22930"/>
                <a:gd name="csY14" fmla="*/ 19587 h 21975"/>
                <a:gd name="csX15" fmla="*/ 3822 w 22930"/>
                <a:gd name="csY15" fmla="*/ 21020 h 21975"/>
                <a:gd name="csX16" fmla="*/ 0 w 22930"/>
                <a:gd name="csY16" fmla="*/ 21976 h 21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2930" h="21975">
                  <a:moveTo>
                    <a:pt x="22931" y="0"/>
                  </a:moveTo>
                  <a:lnTo>
                    <a:pt x="22453" y="0"/>
                  </a:lnTo>
                  <a:lnTo>
                    <a:pt x="22453" y="478"/>
                  </a:lnTo>
                  <a:lnTo>
                    <a:pt x="22453" y="4777"/>
                  </a:lnTo>
                  <a:lnTo>
                    <a:pt x="22453" y="6210"/>
                  </a:lnTo>
                  <a:lnTo>
                    <a:pt x="22453" y="7166"/>
                  </a:lnTo>
                  <a:lnTo>
                    <a:pt x="21976" y="8121"/>
                  </a:lnTo>
                  <a:lnTo>
                    <a:pt x="21976" y="10510"/>
                  </a:lnTo>
                  <a:lnTo>
                    <a:pt x="22453" y="11943"/>
                  </a:lnTo>
                  <a:lnTo>
                    <a:pt x="22931" y="12899"/>
                  </a:lnTo>
                  <a:lnTo>
                    <a:pt x="22453" y="13854"/>
                  </a:lnTo>
                  <a:lnTo>
                    <a:pt x="21976" y="14810"/>
                  </a:lnTo>
                  <a:lnTo>
                    <a:pt x="21498" y="18154"/>
                  </a:lnTo>
                  <a:lnTo>
                    <a:pt x="21498" y="19109"/>
                  </a:lnTo>
                  <a:lnTo>
                    <a:pt x="13376" y="19587"/>
                  </a:lnTo>
                  <a:lnTo>
                    <a:pt x="3822" y="21020"/>
                  </a:lnTo>
                  <a:lnTo>
                    <a:pt x="0" y="2197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8" name="Freeform 3417">
              <a:extLst>
                <a:ext uri="{FF2B5EF4-FFF2-40B4-BE49-F238E27FC236}">
                  <a16:creationId xmlns:a16="http://schemas.microsoft.com/office/drawing/2014/main" id="{3237D556-9A97-8650-55E9-A179C5F7B53B}"/>
                </a:ext>
              </a:extLst>
            </p:cNvPr>
            <p:cNvSpPr/>
            <p:nvPr/>
          </p:nvSpPr>
          <p:spPr>
            <a:xfrm>
              <a:off x="5936915" y="4570557"/>
              <a:ext cx="1910" cy="29141"/>
            </a:xfrm>
            <a:custGeom>
              <a:avLst/>
              <a:gdLst>
                <a:gd name="csX0" fmla="*/ 1911 w 1910"/>
                <a:gd name="csY0" fmla="*/ 0 h 29141"/>
                <a:gd name="csX1" fmla="*/ 1911 w 1910"/>
                <a:gd name="csY1" fmla="*/ 0 h 29141"/>
                <a:gd name="csX2" fmla="*/ 956 w 1910"/>
                <a:gd name="csY2" fmla="*/ 4777 h 29141"/>
                <a:gd name="csX3" fmla="*/ 956 w 1910"/>
                <a:gd name="csY3" fmla="*/ 7644 h 29141"/>
                <a:gd name="csX4" fmla="*/ 956 w 1910"/>
                <a:gd name="csY4" fmla="*/ 10988 h 29141"/>
                <a:gd name="csX5" fmla="*/ 478 w 1910"/>
                <a:gd name="csY5" fmla="*/ 11943 h 29141"/>
                <a:gd name="csX6" fmla="*/ 478 w 1910"/>
                <a:gd name="csY6" fmla="*/ 13854 h 29141"/>
                <a:gd name="csX7" fmla="*/ 478 w 1910"/>
                <a:gd name="csY7" fmla="*/ 18154 h 29141"/>
                <a:gd name="csX8" fmla="*/ 0 w 1910"/>
                <a:gd name="csY8" fmla="*/ 21498 h 29141"/>
                <a:gd name="csX9" fmla="*/ 478 w 1910"/>
                <a:gd name="csY9" fmla="*/ 21976 h 29141"/>
                <a:gd name="csX10" fmla="*/ 956 w 1910"/>
                <a:gd name="csY10" fmla="*/ 23886 h 29141"/>
                <a:gd name="csX11" fmla="*/ 956 w 1910"/>
                <a:gd name="csY11" fmla="*/ 25798 h 29141"/>
                <a:gd name="csX12" fmla="*/ 1433 w 1910"/>
                <a:gd name="csY12" fmla="*/ 27231 h 29141"/>
                <a:gd name="csX13" fmla="*/ 1911 w 1910"/>
                <a:gd name="csY13" fmla="*/ 28664 h 29141"/>
                <a:gd name="csX14" fmla="*/ 1911 w 1910"/>
                <a:gd name="csY14" fmla="*/ 29142 h 291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910" h="29141">
                  <a:moveTo>
                    <a:pt x="1911" y="0"/>
                  </a:moveTo>
                  <a:lnTo>
                    <a:pt x="1911" y="0"/>
                  </a:lnTo>
                  <a:lnTo>
                    <a:pt x="956" y="4777"/>
                  </a:lnTo>
                  <a:lnTo>
                    <a:pt x="956" y="7644"/>
                  </a:lnTo>
                  <a:lnTo>
                    <a:pt x="956" y="10988"/>
                  </a:lnTo>
                  <a:lnTo>
                    <a:pt x="478" y="11943"/>
                  </a:lnTo>
                  <a:lnTo>
                    <a:pt x="478" y="13854"/>
                  </a:lnTo>
                  <a:lnTo>
                    <a:pt x="478" y="18154"/>
                  </a:lnTo>
                  <a:lnTo>
                    <a:pt x="0" y="21498"/>
                  </a:lnTo>
                  <a:lnTo>
                    <a:pt x="478" y="21976"/>
                  </a:lnTo>
                  <a:lnTo>
                    <a:pt x="956" y="23886"/>
                  </a:lnTo>
                  <a:lnTo>
                    <a:pt x="956" y="25798"/>
                  </a:lnTo>
                  <a:lnTo>
                    <a:pt x="1433" y="27231"/>
                  </a:lnTo>
                  <a:lnTo>
                    <a:pt x="1911" y="28664"/>
                  </a:lnTo>
                  <a:lnTo>
                    <a:pt x="1911" y="2914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9" name="Freeform 3418">
              <a:extLst>
                <a:ext uri="{FF2B5EF4-FFF2-40B4-BE49-F238E27FC236}">
                  <a16:creationId xmlns:a16="http://schemas.microsoft.com/office/drawing/2014/main" id="{8A2A84AA-C01E-F0C7-23D7-0D47A79D5142}"/>
                </a:ext>
              </a:extLst>
            </p:cNvPr>
            <p:cNvSpPr/>
            <p:nvPr/>
          </p:nvSpPr>
          <p:spPr>
            <a:xfrm>
              <a:off x="5944081" y="4561002"/>
              <a:ext cx="3821" cy="8599"/>
            </a:xfrm>
            <a:custGeom>
              <a:avLst/>
              <a:gdLst>
                <a:gd name="csX0" fmla="*/ 3822 w 3821"/>
                <a:gd name="csY0" fmla="*/ 0 h 8599"/>
                <a:gd name="csX1" fmla="*/ 2389 w 3821"/>
                <a:gd name="csY1" fmla="*/ 1433 h 8599"/>
                <a:gd name="csX2" fmla="*/ 1911 w 3821"/>
                <a:gd name="csY2" fmla="*/ 1911 h 8599"/>
                <a:gd name="csX3" fmla="*/ 1911 w 3821"/>
                <a:gd name="csY3" fmla="*/ 4300 h 8599"/>
                <a:gd name="csX4" fmla="*/ 1433 w 3821"/>
                <a:gd name="csY4" fmla="*/ 6688 h 8599"/>
                <a:gd name="csX5" fmla="*/ 0 w 3821"/>
                <a:gd name="csY5" fmla="*/ 8599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8599">
                  <a:moveTo>
                    <a:pt x="3822" y="0"/>
                  </a:moveTo>
                  <a:lnTo>
                    <a:pt x="2389" y="1433"/>
                  </a:lnTo>
                  <a:lnTo>
                    <a:pt x="1911" y="1911"/>
                  </a:lnTo>
                  <a:lnTo>
                    <a:pt x="1911" y="4300"/>
                  </a:lnTo>
                  <a:lnTo>
                    <a:pt x="1433" y="6688"/>
                  </a:lnTo>
                  <a:lnTo>
                    <a:pt x="0" y="859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0" name="Freeform 3419">
              <a:extLst>
                <a:ext uri="{FF2B5EF4-FFF2-40B4-BE49-F238E27FC236}">
                  <a16:creationId xmlns:a16="http://schemas.microsoft.com/office/drawing/2014/main" id="{300ABC6E-AF84-39F1-CFFD-51214430A07A}"/>
                </a:ext>
              </a:extLst>
            </p:cNvPr>
            <p:cNvSpPr/>
            <p:nvPr/>
          </p:nvSpPr>
          <p:spPr>
            <a:xfrm>
              <a:off x="5949814" y="4556225"/>
              <a:ext cx="477" cy="2866"/>
            </a:xfrm>
            <a:custGeom>
              <a:avLst/>
              <a:gdLst>
                <a:gd name="csX0" fmla="*/ 478 w 477"/>
                <a:gd name="csY0" fmla="*/ 0 h 2866"/>
                <a:gd name="csX1" fmla="*/ 478 w 477"/>
                <a:gd name="csY1" fmla="*/ 0 h 2866"/>
                <a:gd name="csX2" fmla="*/ 0 w 477"/>
                <a:gd name="csY2" fmla="*/ 956 h 2866"/>
                <a:gd name="csX3" fmla="*/ 0 w 477"/>
                <a:gd name="csY3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2866">
                  <a:moveTo>
                    <a:pt x="478" y="0"/>
                  </a:moveTo>
                  <a:lnTo>
                    <a:pt x="478" y="0"/>
                  </a:lnTo>
                  <a:lnTo>
                    <a:pt x="0" y="956"/>
                  </a:lnTo>
                  <a:lnTo>
                    <a:pt x="0" y="286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" name="Freeform 3420">
              <a:extLst>
                <a:ext uri="{FF2B5EF4-FFF2-40B4-BE49-F238E27FC236}">
                  <a16:creationId xmlns:a16="http://schemas.microsoft.com/office/drawing/2014/main" id="{39190110-0EEB-1C96-1E5B-AA13C8EF59E5}"/>
                </a:ext>
              </a:extLst>
            </p:cNvPr>
            <p:cNvSpPr/>
            <p:nvPr/>
          </p:nvSpPr>
          <p:spPr>
            <a:xfrm>
              <a:off x="5954113" y="4547626"/>
              <a:ext cx="1911" cy="7165"/>
            </a:xfrm>
            <a:custGeom>
              <a:avLst/>
              <a:gdLst>
                <a:gd name="csX0" fmla="*/ 478 w 1911"/>
                <a:gd name="csY0" fmla="*/ 0 h 7165"/>
                <a:gd name="csX1" fmla="*/ 478 w 1911"/>
                <a:gd name="csY1" fmla="*/ 478 h 7165"/>
                <a:gd name="csX2" fmla="*/ 1911 w 1911"/>
                <a:gd name="csY2" fmla="*/ 2389 h 7165"/>
                <a:gd name="csX3" fmla="*/ 956 w 1911"/>
                <a:gd name="csY3" fmla="*/ 5255 h 7165"/>
                <a:gd name="csX4" fmla="*/ 0 w 1911"/>
                <a:gd name="csY4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7165">
                  <a:moveTo>
                    <a:pt x="478" y="0"/>
                  </a:moveTo>
                  <a:lnTo>
                    <a:pt x="478" y="478"/>
                  </a:lnTo>
                  <a:lnTo>
                    <a:pt x="1911" y="2389"/>
                  </a:lnTo>
                  <a:lnTo>
                    <a:pt x="956" y="5255"/>
                  </a:lnTo>
                  <a:lnTo>
                    <a:pt x="0" y="71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2" name="Freeform 3421">
              <a:extLst>
                <a:ext uri="{FF2B5EF4-FFF2-40B4-BE49-F238E27FC236}">
                  <a16:creationId xmlns:a16="http://schemas.microsoft.com/office/drawing/2014/main" id="{3857814B-5710-AE7E-A528-4ACBC63ECB86}"/>
                </a:ext>
              </a:extLst>
            </p:cNvPr>
            <p:cNvSpPr/>
            <p:nvPr/>
          </p:nvSpPr>
          <p:spPr>
            <a:xfrm>
              <a:off x="5954591" y="4545237"/>
              <a:ext cx="2388" cy="2388"/>
            </a:xfrm>
            <a:custGeom>
              <a:avLst/>
              <a:gdLst>
                <a:gd name="csX0" fmla="*/ 2389 w 2388"/>
                <a:gd name="csY0" fmla="*/ 0 h 2388"/>
                <a:gd name="csX1" fmla="*/ 1433 w 2388"/>
                <a:gd name="csY1" fmla="*/ 0 h 2388"/>
                <a:gd name="csX2" fmla="*/ 1433 w 2388"/>
                <a:gd name="csY2" fmla="*/ 0 h 2388"/>
                <a:gd name="csX3" fmla="*/ 478 w 2388"/>
                <a:gd name="csY3" fmla="*/ 1433 h 2388"/>
                <a:gd name="csX4" fmla="*/ 0 w 2388"/>
                <a:gd name="csY4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2388">
                  <a:moveTo>
                    <a:pt x="2389" y="0"/>
                  </a:moveTo>
                  <a:lnTo>
                    <a:pt x="1433" y="0"/>
                  </a:lnTo>
                  <a:lnTo>
                    <a:pt x="1433" y="0"/>
                  </a:lnTo>
                  <a:lnTo>
                    <a:pt x="478" y="1433"/>
                  </a:ln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3" name="Freeform 3422">
              <a:extLst>
                <a:ext uri="{FF2B5EF4-FFF2-40B4-BE49-F238E27FC236}">
                  <a16:creationId xmlns:a16="http://schemas.microsoft.com/office/drawing/2014/main" id="{D6A7613A-17B9-4DCC-8907-C16E37F2E602}"/>
                </a:ext>
              </a:extLst>
            </p:cNvPr>
            <p:cNvSpPr/>
            <p:nvPr/>
          </p:nvSpPr>
          <p:spPr>
            <a:xfrm>
              <a:off x="5956980" y="4532339"/>
              <a:ext cx="2866" cy="12898"/>
            </a:xfrm>
            <a:custGeom>
              <a:avLst/>
              <a:gdLst>
                <a:gd name="csX0" fmla="*/ 0 w 2866"/>
                <a:gd name="csY0" fmla="*/ 0 h 12898"/>
                <a:gd name="csX1" fmla="*/ 478 w 2866"/>
                <a:gd name="csY1" fmla="*/ 956 h 12898"/>
                <a:gd name="csX2" fmla="*/ 955 w 2866"/>
                <a:gd name="csY2" fmla="*/ 2867 h 12898"/>
                <a:gd name="csX3" fmla="*/ 955 w 2866"/>
                <a:gd name="csY3" fmla="*/ 4777 h 12898"/>
                <a:gd name="csX4" fmla="*/ 1433 w 2866"/>
                <a:gd name="csY4" fmla="*/ 6688 h 12898"/>
                <a:gd name="csX5" fmla="*/ 2866 w 2866"/>
                <a:gd name="csY5" fmla="*/ 8599 h 12898"/>
                <a:gd name="csX6" fmla="*/ 2866 w 2866"/>
                <a:gd name="csY6" fmla="*/ 9555 h 12898"/>
                <a:gd name="csX7" fmla="*/ 1911 w 2866"/>
                <a:gd name="csY7" fmla="*/ 12421 h 12898"/>
                <a:gd name="csX8" fmla="*/ 1433 w 2866"/>
                <a:gd name="csY8" fmla="*/ 12899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12898">
                  <a:moveTo>
                    <a:pt x="0" y="0"/>
                  </a:moveTo>
                  <a:lnTo>
                    <a:pt x="478" y="956"/>
                  </a:lnTo>
                  <a:lnTo>
                    <a:pt x="955" y="2867"/>
                  </a:lnTo>
                  <a:lnTo>
                    <a:pt x="955" y="4777"/>
                  </a:lnTo>
                  <a:lnTo>
                    <a:pt x="1433" y="6688"/>
                  </a:lnTo>
                  <a:lnTo>
                    <a:pt x="2866" y="8599"/>
                  </a:lnTo>
                  <a:lnTo>
                    <a:pt x="2866" y="9555"/>
                  </a:lnTo>
                  <a:lnTo>
                    <a:pt x="1911" y="12421"/>
                  </a:lnTo>
                  <a:lnTo>
                    <a:pt x="1433" y="1289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4" name="Freeform 3423">
              <a:extLst>
                <a:ext uri="{FF2B5EF4-FFF2-40B4-BE49-F238E27FC236}">
                  <a16:creationId xmlns:a16="http://schemas.microsoft.com/office/drawing/2014/main" id="{7C3C2CDD-F58E-695B-3180-CF72CD528911}"/>
                </a:ext>
              </a:extLst>
            </p:cNvPr>
            <p:cNvSpPr/>
            <p:nvPr/>
          </p:nvSpPr>
          <p:spPr>
            <a:xfrm>
              <a:off x="5952680" y="4521829"/>
              <a:ext cx="3821" cy="10032"/>
            </a:xfrm>
            <a:custGeom>
              <a:avLst/>
              <a:gdLst>
                <a:gd name="csX0" fmla="*/ 2389 w 3821"/>
                <a:gd name="csY0" fmla="*/ 0 h 10032"/>
                <a:gd name="csX1" fmla="*/ 1433 w 3821"/>
                <a:gd name="csY1" fmla="*/ 955 h 10032"/>
                <a:gd name="csX2" fmla="*/ 478 w 3821"/>
                <a:gd name="csY2" fmla="*/ 3344 h 10032"/>
                <a:gd name="csX3" fmla="*/ 0 w 3821"/>
                <a:gd name="csY3" fmla="*/ 5255 h 10032"/>
                <a:gd name="csX4" fmla="*/ 3344 w 3821"/>
                <a:gd name="csY4" fmla="*/ 9555 h 10032"/>
                <a:gd name="csX5" fmla="*/ 3344 w 3821"/>
                <a:gd name="csY5" fmla="*/ 10032 h 10032"/>
                <a:gd name="csX6" fmla="*/ 3822 w 3821"/>
                <a:gd name="csY6" fmla="*/ 1003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10032">
                  <a:moveTo>
                    <a:pt x="2389" y="0"/>
                  </a:moveTo>
                  <a:lnTo>
                    <a:pt x="1433" y="955"/>
                  </a:lnTo>
                  <a:lnTo>
                    <a:pt x="478" y="3344"/>
                  </a:lnTo>
                  <a:lnTo>
                    <a:pt x="0" y="5255"/>
                  </a:lnTo>
                  <a:lnTo>
                    <a:pt x="3344" y="9555"/>
                  </a:lnTo>
                  <a:lnTo>
                    <a:pt x="3344" y="10032"/>
                  </a:lnTo>
                  <a:lnTo>
                    <a:pt x="3822" y="100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5" name="Freeform 3424">
              <a:extLst>
                <a:ext uri="{FF2B5EF4-FFF2-40B4-BE49-F238E27FC236}">
                  <a16:creationId xmlns:a16="http://schemas.microsoft.com/office/drawing/2014/main" id="{DBE8CD3A-5880-003D-8FBA-9A2ACAB88A92}"/>
                </a:ext>
              </a:extLst>
            </p:cNvPr>
            <p:cNvSpPr/>
            <p:nvPr/>
          </p:nvSpPr>
          <p:spPr>
            <a:xfrm>
              <a:off x="4637013" y="4405263"/>
              <a:ext cx="1433" cy="955"/>
            </a:xfrm>
            <a:custGeom>
              <a:avLst/>
              <a:gdLst>
                <a:gd name="csX0" fmla="*/ 478 w 1433"/>
                <a:gd name="csY0" fmla="*/ 956 h 955"/>
                <a:gd name="csX1" fmla="*/ 478 w 1433"/>
                <a:gd name="csY1" fmla="*/ 956 h 955"/>
                <a:gd name="csX2" fmla="*/ 0 w 1433"/>
                <a:gd name="csY2" fmla="*/ 478 h 955"/>
                <a:gd name="csX3" fmla="*/ 0 w 1433"/>
                <a:gd name="csY3" fmla="*/ 478 h 955"/>
                <a:gd name="csX4" fmla="*/ 0 w 1433"/>
                <a:gd name="csY4" fmla="*/ 0 h 955"/>
                <a:gd name="csX5" fmla="*/ 0 w 1433"/>
                <a:gd name="csY5" fmla="*/ 0 h 955"/>
                <a:gd name="csX6" fmla="*/ 0 w 1433"/>
                <a:gd name="csY6" fmla="*/ 0 h 955"/>
                <a:gd name="csX7" fmla="*/ 1433 w 1433"/>
                <a:gd name="csY7" fmla="*/ 0 h 955"/>
                <a:gd name="csX8" fmla="*/ 956 w 1433"/>
                <a:gd name="csY8" fmla="*/ 478 h 955"/>
                <a:gd name="csX9" fmla="*/ 956 w 1433"/>
                <a:gd name="csY9" fmla="*/ 478 h 955"/>
                <a:gd name="csX10" fmla="*/ 478 w 1433"/>
                <a:gd name="csY10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33" h="955">
                  <a:moveTo>
                    <a:pt x="478" y="956"/>
                  </a:moveTo>
                  <a:lnTo>
                    <a:pt x="478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956" y="478"/>
                  </a:lnTo>
                  <a:lnTo>
                    <a:pt x="956" y="478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6" name="Freeform 3425">
              <a:extLst>
                <a:ext uri="{FF2B5EF4-FFF2-40B4-BE49-F238E27FC236}">
                  <a16:creationId xmlns:a16="http://schemas.microsoft.com/office/drawing/2014/main" id="{F22B041D-B483-0462-9433-9F019370C953}"/>
                </a:ext>
              </a:extLst>
            </p:cNvPr>
            <p:cNvSpPr/>
            <p:nvPr/>
          </p:nvSpPr>
          <p:spPr>
            <a:xfrm>
              <a:off x="8145936" y="4643650"/>
              <a:ext cx="19109" cy="10032"/>
            </a:xfrm>
            <a:custGeom>
              <a:avLst/>
              <a:gdLst>
                <a:gd name="csX0" fmla="*/ 2866 w 19109"/>
                <a:gd name="csY0" fmla="*/ 10032 h 10032"/>
                <a:gd name="csX1" fmla="*/ 2866 w 19109"/>
                <a:gd name="csY1" fmla="*/ 10032 h 10032"/>
                <a:gd name="csX2" fmla="*/ 1911 w 19109"/>
                <a:gd name="csY2" fmla="*/ 9077 h 10032"/>
                <a:gd name="csX3" fmla="*/ 478 w 19109"/>
                <a:gd name="csY3" fmla="*/ 8121 h 10032"/>
                <a:gd name="csX4" fmla="*/ 0 w 19109"/>
                <a:gd name="csY4" fmla="*/ 7644 h 10032"/>
                <a:gd name="csX5" fmla="*/ 1911 w 19109"/>
                <a:gd name="csY5" fmla="*/ 7644 h 10032"/>
                <a:gd name="csX6" fmla="*/ 4300 w 19109"/>
                <a:gd name="csY6" fmla="*/ 7644 h 10032"/>
                <a:gd name="csX7" fmla="*/ 7166 w 19109"/>
                <a:gd name="csY7" fmla="*/ 6688 h 10032"/>
                <a:gd name="csX8" fmla="*/ 9555 w 19109"/>
                <a:gd name="csY8" fmla="*/ 5255 h 10032"/>
                <a:gd name="csX9" fmla="*/ 11466 w 19109"/>
                <a:gd name="csY9" fmla="*/ 4299 h 10032"/>
                <a:gd name="csX10" fmla="*/ 13377 w 19109"/>
                <a:gd name="csY10" fmla="*/ 2389 h 10032"/>
                <a:gd name="csX11" fmla="*/ 15288 w 19109"/>
                <a:gd name="csY11" fmla="*/ 1433 h 10032"/>
                <a:gd name="csX12" fmla="*/ 18154 w 19109"/>
                <a:gd name="csY12" fmla="*/ 0 h 10032"/>
                <a:gd name="csX13" fmla="*/ 19109 w 19109"/>
                <a:gd name="csY13" fmla="*/ 0 h 10032"/>
                <a:gd name="csX14" fmla="*/ 19109 w 19109"/>
                <a:gd name="csY14" fmla="*/ 955 h 10032"/>
                <a:gd name="csX15" fmla="*/ 19109 w 19109"/>
                <a:gd name="csY15" fmla="*/ 2389 h 10032"/>
                <a:gd name="csX16" fmla="*/ 19109 w 19109"/>
                <a:gd name="csY16" fmla="*/ 2389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9109" h="10032">
                  <a:moveTo>
                    <a:pt x="2866" y="10032"/>
                  </a:moveTo>
                  <a:lnTo>
                    <a:pt x="2866" y="10032"/>
                  </a:lnTo>
                  <a:lnTo>
                    <a:pt x="1911" y="9077"/>
                  </a:lnTo>
                  <a:lnTo>
                    <a:pt x="478" y="8121"/>
                  </a:lnTo>
                  <a:lnTo>
                    <a:pt x="0" y="7644"/>
                  </a:lnTo>
                  <a:lnTo>
                    <a:pt x="1911" y="7644"/>
                  </a:lnTo>
                  <a:lnTo>
                    <a:pt x="4300" y="7644"/>
                  </a:lnTo>
                  <a:lnTo>
                    <a:pt x="7166" y="6688"/>
                  </a:lnTo>
                  <a:lnTo>
                    <a:pt x="9555" y="5255"/>
                  </a:lnTo>
                  <a:lnTo>
                    <a:pt x="11466" y="4299"/>
                  </a:lnTo>
                  <a:lnTo>
                    <a:pt x="13377" y="2389"/>
                  </a:lnTo>
                  <a:lnTo>
                    <a:pt x="15288" y="1433"/>
                  </a:lnTo>
                  <a:lnTo>
                    <a:pt x="18154" y="0"/>
                  </a:lnTo>
                  <a:lnTo>
                    <a:pt x="19109" y="0"/>
                  </a:lnTo>
                  <a:lnTo>
                    <a:pt x="19109" y="955"/>
                  </a:lnTo>
                  <a:lnTo>
                    <a:pt x="19109" y="2389"/>
                  </a:lnTo>
                  <a:lnTo>
                    <a:pt x="19109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7" name="Freeform 3426">
              <a:extLst>
                <a:ext uri="{FF2B5EF4-FFF2-40B4-BE49-F238E27FC236}">
                  <a16:creationId xmlns:a16="http://schemas.microsoft.com/office/drawing/2014/main" id="{4D26EB8E-426D-7447-83CB-CF0D3F590EF3}"/>
                </a:ext>
              </a:extLst>
            </p:cNvPr>
            <p:cNvSpPr/>
            <p:nvPr/>
          </p:nvSpPr>
          <p:spPr>
            <a:xfrm>
              <a:off x="8149758" y="4654637"/>
              <a:ext cx="2866" cy="2866"/>
            </a:xfrm>
            <a:custGeom>
              <a:avLst/>
              <a:gdLst>
                <a:gd name="csX0" fmla="*/ 2866 w 2866"/>
                <a:gd name="csY0" fmla="*/ 2866 h 2866"/>
                <a:gd name="csX1" fmla="*/ 2866 w 2866"/>
                <a:gd name="csY1" fmla="*/ 2866 h 2866"/>
                <a:gd name="csX2" fmla="*/ 955 w 2866"/>
                <a:gd name="csY2" fmla="*/ 2866 h 2866"/>
                <a:gd name="csX3" fmla="*/ 478 w 2866"/>
                <a:gd name="csY3" fmla="*/ 1911 h 2866"/>
                <a:gd name="csX4" fmla="*/ 478 w 2866"/>
                <a:gd name="csY4" fmla="*/ 956 h 2866"/>
                <a:gd name="csX5" fmla="*/ 0 w 2866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866">
                  <a:moveTo>
                    <a:pt x="2866" y="2866"/>
                  </a:moveTo>
                  <a:lnTo>
                    <a:pt x="2866" y="2866"/>
                  </a:lnTo>
                  <a:lnTo>
                    <a:pt x="955" y="2866"/>
                  </a:lnTo>
                  <a:lnTo>
                    <a:pt x="478" y="1911"/>
                  </a:lnTo>
                  <a:lnTo>
                    <a:pt x="478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8" name="Freeform 3427">
              <a:extLst>
                <a:ext uri="{FF2B5EF4-FFF2-40B4-BE49-F238E27FC236}">
                  <a16:creationId xmlns:a16="http://schemas.microsoft.com/office/drawing/2014/main" id="{813AEDE8-F5FA-5438-B3FB-24514FCA0B64}"/>
                </a:ext>
              </a:extLst>
            </p:cNvPr>
            <p:cNvSpPr/>
            <p:nvPr/>
          </p:nvSpPr>
          <p:spPr>
            <a:xfrm>
              <a:off x="8156446" y="4660370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955 w 2388"/>
                <a:gd name="csY1" fmla="*/ 955 h 1433"/>
                <a:gd name="csX2" fmla="*/ 0 w 2388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955" y="955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9" name="Freeform 3428">
              <a:extLst>
                <a:ext uri="{FF2B5EF4-FFF2-40B4-BE49-F238E27FC236}">
                  <a16:creationId xmlns:a16="http://schemas.microsoft.com/office/drawing/2014/main" id="{DBF9A18D-3BB4-2BA2-F72D-95A37C512D17}"/>
                </a:ext>
              </a:extLst>
            </p:cNvPr>
            <p:cNvSpPr/>
            <p:nvPr/>
          </p:nvSpPr>
          <p:spPr>
            <a:xfrm>
              <a:off x="8159313" y="4646994"/>
              <a:ext cx="3343" cy="2388"/>
            </a:xfrm>
            <a:custGeom>
              <a:avLst/>
              <a:gdLst>
                <a:gd name="csX0" fmla="*/ 3344 w 3343"/>
                <a:gd name="csY0" fmla="*/ 0 h 2388"/>
                <a:gd name="csX1" fmla="*/ 2389 w 3343"/>
                <a:gd name="csY1" fmla="*/ 478 h 2388"/>
                <a:gd name="csX2" fmla="*/ 955 w 3343"/>
                <a:gd name="csY2" fmla="*/ 1433 h 2388"/>
                <a:gd name="csX3" fmla="*/ 0 w 3343"/>
                <a:gd name="csY3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3" h="2388">
                  <a:moveTo>
                    <a:pt x="3344" y="0"/>
                  </a:moveTo>
                  <a:lnTo>
                    <a:pt x="2389" y="478"/>
                  </a:lnTo>
                  <a:lnTo>
                    <a:pt x="955" y="1433"/>
                  </a:ln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0" name="Freeform 3429">
              <a:extLst>
                <a:ext uri="{FF2B5EF4-FFF2-40B4-BE49-F238E27FC236}">
                  <a16:creationId xmlns:a16="http://schemas.microsoft.com/office/drawing/2014/main" id="{6E9C2753-CE28-487C-885E-33531DB8C56D}"/>
                </a:ext>
              </a:extLst>
            </p:cNvPr>
            <p:cNvSpPr/>
            <p:nvPr/>
          </p:nvSpPr>
          <p:spPr>
            <a:xfrm>
              <a:off x="8165045" y="4646038"/>
              <a:ext cx="1911" cy="1433"/>
            </a:xfrm>
            <a:custGeom>
              <a:avLst/>
              <a:gdLst>
                <a:gd name="csX0" fmla="*/ 0 w 1911"/>
                <a:gd name="csY0" fmla="*/ 1433 h 1433"/>
                <a:gd name="csX1" fmla="*/ 0 w 1911"/>
                <a:gd name="csY1" fmla="*/ 0 h 1433"/>
                <a:gd name="csX2" fmla="*/ 1911 w 1911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1433">
                  <a:moveTo>
                    <a:pt x="0" y="1433"/>
                  </a:moveTo>
                  <a:lnTo>
                    <a:pt x="0" y="0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1" name="Freeform 3430">
              <a:extLst>
                <a:ext uri="{FF2B5EF4-FFF2-40B4-BE49-F238E27FC236}">
                  <a16:creationId xmlns:a16="http://schemas.microsoft.com/office/drawing/2014/main" id="{CB166A67-2DF9-AB8F-CEB3-11D38466CEBF}"/>
                </a:ext>
              </a:extLst>
            </p:cNvPr>
            <p:cNvSpPr/>
            <p:nvPr/>
          </p:nvSpPr>
          <p:spPr>
            <a:xfrm>
              <a:off x="8165523" y="4651771"/>
              <a:ext cx="4777" cy="4299"/>
            </a:xfrm>
            <a:custGeom>
              <a:avLst/>
              <a:gdLst>
                <a:gd name="csX0" fmla="*/ 4777 w 4777"/>
                <a:gd name="csY0" fmla="*/ 4300 h 4299"/>
                <a:gd name="csX1" fmla="*/ 3822 w 4777"/>
                <a:gd name="csY1" fmla="*/ 4300 h 4299"/>
                <a:gd name="csX2" fmla="*/ 2389 w 4777"/>
                <a:gd name="csY2" fmla="*/ 3822 h 4299"/>
                <a:gd name="csX3" fmla="*/ 956 w 4777"/>
                <a:gd name="csY3" fmla="*/ 3344 h 4299"/>
                <a:gd name="csX4" fmla="*/ 0 w 4777"/>
                <a:gd name="csY4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4299">
                  <a:moveTo>
                    <a:pt x="4777" y="4300"/>
                  </a:moveTo>
                  <a:lnTo>
                    <a:pt x="3822" y="4300"/>
                  </a:lnTo>
                  <a:lnTo>
                    <a:pt x="2389" y="3822"/>
                  </a:lnTo>
                  <a:lnTo>
                    <a:pt x="956" y="3344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2" name="Freeform 3431">
              <a:extLst>
                <a:ext uri="{FF2B5EF4-FFF2-40B4-BE49-F238E27FC236}">
                  <a16:creationId xmlns:a16="http://schemas.microsoft.com/office/drawing/2014/main" id="{418492F0-2EF5-51D3-945B-7114B91C5586}"/>
                </a:ext>
              </a:extLst>
            </p:cNvPr>
            <p:cNvSpPr/>
            <p:nvPr/>
          </p:nvSpPr>
          <p:spPr>
            <a:xfrm>
              <a:off x="4731604" y="5104659"/>
              <a:ext cx="1433" cy="1910"/>
            </a:xfrm>
            <a:custGeom>
              <a:avLst/>
              <a:gdLst>
                <a:gd name="csX0" fmla="*/ 1433 w 1433"/>
                <a:gd name="csY0" fmla="*/ 0 h 1910"/>
                <a:gd name="csX1" fmla="*/ 1433 w 1433"/>
                <a:gd name="csY1" fmla="*/ 0 h 1910"/>
                <a:gd name="csX2" fmla="*/ 478 w 1433"/>
                <a:gd name="csY2" fmla="*/ 955 h 1910"/>
                <a:gd name="csX3" fmla="*/ 0 w 1433"/>
                <a:gd name="csY3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910">
                  <a:moveTo>
                    <a:pt x="1433" y="0"/>
                  </a:moveTo>
                  <a:lnTo>
                    <a:pt x="1433" y="0"/>
                  </a:lnTo>
                  <a:lnTo>
                    <a:pt x="478" y="955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3" name="Freeform 3432">
              <a:extLst>
                <a:ext uri="{FF2B5EF4-FFF2-40B4-BE49-F238E27FC236}">
                  <a16:creationId xmlns:a16="http://schemas.microsoft.com/office/drawing/2014/main" id="{3067D42E-73B7-35D1-A00B-44B87789BB11}"/>
                </a:ext>
              </a:extLst>
            </p:cNvPr>
            <p:cNvSpPr/>
            <p:nvPr/>
          </p:nvSpPr>
          <p:spPr>
            <a:xfrm>
              <a:off x="4731126" y="5085549"/>
              <a:ext cx="6688" cy="18631"/>
            </a:xfrm>
            <a:custGeom>
              <a:avLst/>
              <a:gdLst>
                <a:gd name="csX0" fmla="*/ 6688 w 6688"/>
                <a:gd name="csY0" fmla="*/ 0 h 18631"/>
                <a:gd name="csX1" fmla="*/ 6688 w 6688"/>
                <a:gd name="csY1" fmla="*/ 0 h 18631"/>
                <a:gd name="csX2" fmla="*/ 6210 w 6688"/>
                <a:gd name="csY2" fmla="*/ 478 h 18631"/>
                <a:gd name="csX3" fmla="*/ 4777 w 6688"/>
                <a:gd name="csY3" fmla="*/ 3344 h 18631"/>
                <a:gd name="csX4" fmla="*/ 2867 w 6688"/>
                <a:gd name="csY4" fmla="*/ 7166 h 18631"/>
                <a:gd name="csX5" fmla="*/ 956 w 6688"/>
                <a:gd name="csY5" fmla="*/ 10988 h 18631"/>
                <a:gd name="csX6" fmla="*/ 0 w 6688"/>
                <a:gd name="csY6" fmla="*/ 13376 h 18631"/>
                <a:gd name="csX7" fmla="*/ 1911 w 6688"/>
                <a:gd name="csY7" fmla="*/ 14809 h 18631"/>
                <a:gd name="csX8" fmla="*/ 5255 w 6688"/>
                <a:gd name="csY8" fmla="*/ 17676 h 18631"/>
                <a:gd name="csX9" fmla="*/ 4777 w 6688"/>
                <a:gd name="csY9" fmla="*/ 18631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688" h="18631">
                  <a:moveTo>
                    <a:pt x="6688" y="0"/>
                  </a:moveTo>
                  <a:lnTo>
                    <a:pt x="6688" y="0"/>
                  </a:lnTo>
                  <a:lnTo>
                    <a:pt x="6210" y="478"/>
                  </a:lnTo>
                  <a:lnTo>
                    <a:pt x="4777" y="3344"/>
                  </a:lnTo>
                  <a:lnTo>
                    <a:pt x="2867" y="7166"/>
                  </a:lnTo>
                  <a:lnTo>
                    <a:pt x="956" y="10988"/>
                  </a:lnTo>
                  <a:lnTo>
                    <a:pt x="0" y="13376"/>
                  </a:lnTo>
                  <a:lnTo>
                    <a:pt x="1911" y="14809"/>
                  </a:lnTo>
                  <a:lnTo>
                    <a:pt x="5255" y="17676"/>
                  </a:lnTo>
                  <a:lnTo>
                    <a:pt x="4777" y="1863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4" name="Freeform 3433">
              <a:extLst>
                <a:ext uri="{FF2B5EF4-FFF2-40B4-BE49-F238E27FC236}">
                  <a16:creationId xmlns:a16="http://schemas.microsoft.com/office/drawing/2014/main" id="{F98CC38B-9ABF-4BAC-514D-3B7A88666979}"/>
                </a:ext>
              </a:extLst>
            </p:cNvPr>
            <p:cNvSpPr/>
            <p:nvPr/>
          </p:nvSpPr>
          <p:spPr>
            <a:xfrm>
              <a:off x="4737814" y="5070262"/>
              <a:ext cx="4777" cy="14809"/>
            </a:xfrm>
            <a:custGeom>
              <a:avLst/>
              <a:gdLst>
                <a:gd name="csX0" fmla="*/ 4777 w 4777"/>
                <a:gd name="csY0" fmla="*/ 0 h 14809"/>
                <a:gd name="csX1" fmla="*/ 4777 w 4777"/>
                <a:gd name="csY1" fmla="*/ 0 h 14809"/>
                <a:gd name="csX2" fmla="*/ 4299 w 4777"/>
                <a:gd name="csY2" fmla="*/ 478 h 14809"/>
                <a:gd name="csX3" fmla="*/ 2866 w 4777"/>
                <a:gd name="csY3" fmla="*/ 4299 h 14809"/>
                <a:gd name="csX4" fmla="*/ 956 w 4777"/>
                <a:gd name="csY4" fmla="*/ 9077 h 14809"/>
                <a:gd name="csX5" fmla="*/ 0 w 4777"/>
                <a:gd name="csY5" fmla="*/ 12421 h 14809"/>
                <a:gd name="csX6" fmla="*/ 956 w 4777"/>
                <a:gd name="csY6" fmla="*/ 12421 h 14809"/>
                <a:gd name="csX7" fmla="*/ 956 w 4777"/>
                <a:gd name="csY7" fmla="*/ 13376 h 14809"/>
                <a:gd name="csX8" fmla="*/ 1433 w 4777"/>
                <a:gd name="csY8" fmla="*/ 14809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14809">
                  <a:moveTo>
                    <a:pt x="4777" y="0"/>
                  </a:moveTo>
                  <a:lnTo>
                    <a:pt x="4777" y="0"/>
                  </a:lnTo>
                  <a:lnTo>
                    <a:pt x="4299" y="478"/>
                  </a:lnTo>
                  <a:lnTo>
                    <a:pt x="2866" y="4299"/>
                  </a:lnTo>
                  <a:lnTo>
                    <a:pt x="956" y="9077"/>
                  </a:lnTo>
                  <a:lnTo>
                    <a:pt x="0" y="12421"/>
                  </a:lnTo>
                  <a:lnTo>
                    <a:pt x="956" y="12421"/>
                  </a:lnTo>
                  <a:lnTo>
                    <a:pt x="956" y="13376"/>
                  </a:lnTo>
                  <a:lnTo>
                    <a:pt x="1433" y="1480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5" name="Freeform 3434">
              <a:extLst>
                <a:ext uri="{FF2B5EF4-FFF2-40B4-BE49-F238E27FC236}">
                  <a16:creationId xmlns:a16="http://schemas.microsoft.com/office/drawing/2014/main" id="{25E0BEC6-C5CF-356D-C46D-EFC712D17F63}"/>
                </a:ext>
              </a:extLst>
            </p:cNvPr>
            <p:cNvSpPr/>
            <p:nvPr/>
          </p:nvSpPr>
          <p:spPr>
            <a:xfrm>
              <a:off x="4736859" y="5055930"/>
              <a:ext cx="6688" cy="13853"/>
            </a:xfrm>
            <a:custGeom>
              <a:avLst/>
              <a:gdLst>
                <a:gd name="csX0" fmla="*/ 0 w 6688"/>
                <a:gd name="csY0" fmla="*/ 0 h 13853"/>
                <a:gd name="csX1" fmla="*/ 956 w 6688"/>
                <a:gd name="csY1" fmla="*/ 1433 h 13853"/>
                <a:gd name="csX2" fmla="*/ 956 w 6688"/>
                <a:gd name="csY2" fmla="*/ 3344 h 13853"/>
                <a:gd name="csX3" fmla="*/ 3344 w 6688"/>
                <a:gd name="csY3" fmla="*/ 8599 h 13853"/>
                <a:gd name="csX4" fmla="*/ 4777 w 6688"/>
                <a:gd name="csY4" fmla="*/ 11943 h 13853"/>
                <a:gd name="csX5" fmla="*/ 5733 w 6688"/>
                <a:gd name="csY5" fmla="*/ 12899 h 13853"/>
                <a:gd name="csX6" fmla="*/ 6688 w 6688"/>
                <a:gd name="csY6" fmla="*/ 13376 h 13853"/>
                <a:gd name="csX7" fmla="*/ 6688 w 6688"/>
                <a:gd name="csY7" fmla="*/ 13854 h 13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688" h="13853">
                  <a:moveTo>
                    <a:pt x="0" y="0"/>
                  </a:moveTo>
                  <a:lnTo>
                    <a:pt x="956" y="1433"/>
                  </a:lnTo>
                  <a:lnTo>
                    <a:pt x="956" y="3344"/>
                  </a:lnTo>
                  <a:lnTo>
                    <a:pt x="3344" y="8599"/>
                  </a:lnTo>
                  <a:lnTo>
                    <a:pt x="4777" y="11943"/>
                  </a:lnTo>
                  <a:lnTo>
                    <a:pt x="5733" y="12899"/>
                  </a:lnTo>
                  <a:lnTo>
                    <a:pt x="6688" y="13376"/>
                  </a:lnTo>
                  <a:lnTo>
                    <a:pt x="6688" y="1385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6" name="Freeform 3435">
              <a:extLst>
                <a:ext uri="{FF2B5EF4-FFF2-40B4-BE49-F238E27FC236}">
                  <a16:creationId xmlns:a16="http://schemas.microsoft.com/office/drawing/2014/main" id="{4CDC32F9-82C5-950D-B458-D16384FDB963}"/>
                </a:ext>
              </a:extLst>
            </p:cNvPr>
            <p:cNvSpPr/>
            <p:nvPr/>
          </p:nvSpPr>
          <p:spPr>
            <a:xfrm>
              <a:off x="4723960" y="5032999"/>
              <a:ext cx="11465" cy="23408"/>
            </a:xfrm>
            <a:custGeom>
              <a:avLst/>
              <a:gdLst>
                <a:gd name="csX0" fmla="*/ 1911 w 11465"/>
                <a:gd name="csY0" fmla="*/ 0 h 23408"/>
                <a:gd name="csX1" fmla="*/ 2867 w 11465"/>
                <a:gd name="csY1" fmla="*/ 0 h 23408"/>
                <a:gd name="csX2" fmla="*/ 2867 w 11465"/>
                <a:gd name="csY2" fmla="*/ 955 h 23408"/>
                <a:gd name="csX3" fmla="*/ 2389 w 11465"/>
                <a:gd name="csY3" fmla="*/ 2389 h 23408"/>
                <a:gd name="csX4" fmla="*/ 2867 w 11465"/>
                <a:gd name="csY4" fmla="*/ 3822 h 23408"/>
                <a:gd name="csX5" fmla="*/ 0 w 11465"/>
                <a:gd name="csY5" fmla="*/ 6688 h 23408"/>
                <a:gd name="csX6" fmla="*/ 0 w 11465"/>
                <a:gd name="csY6" fmla="*/ 7644 h 23408"/>
                <a:gd name="csX7" fmla="*/ 478 w 11465"/>
                <a:gd name="csY7" fmla="*/ 11943 h 23408"/>
                <a:gd name="csX8" fmla="*/ 1433 w 11465"/>
                <a:gd name="csY8" fmla="*/ 14809 h 23408"/>
                <a:gd name="csX9" fmla="*/ 1911 w 11465"/>
                <a:gd name="csY9" fmla="*/ 17676 h 23408"/>
                <a:gd name="csX10" fmla="*/ 2867 w 11465"/>
                <a:gd name="csY10" fmla="*/ 18631 h 23408"/>
                <a:gd name="csX11" fmla="*/ 5733 w 11465"/>
                <a:gd name="csY11" fmla="*/ 20064 h 23408"/>
                <a:gd name="csX12" fmla="*/ 9555 w 11465"/>
                <a:gd name="csY12" fmla="*/ 22931 h 23408"/>
                <a:gd name="csX13" fmla="*/ 11466 w 11465"/>
                <a:gd name="csY13" fmla="*/ 23409 h 23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465" h="23408">
                  <a:moveTo>
                    <a:pt x="1911" y="0"/>
                  </a:moveTo>
                  <a:lnTo>
                    <a:pt x="2867" y="0"/>
                  </a:lnTo>
                  <a:lnTo>
                    <a:pt x="2867" y="955"/>
                  </a:lnTo>
                  <a:lnTo>
                    <a:pt x="2389" y="2389"/>
                  </a:lnTo>
                  <a:lnTo>
                    <a:pt x="2867" y="3822"/>
                  </a:lnTo>
                  <a:lnTo>
                    <a:pt x="0" y="6688"/>
                  </a:lnTo>
                  <a:lnTo>
                    <a:pt x="0" y="7644"/>
                  </a:lnTo>
                  <a:lnTo>
                    <a:pt x="478" y="11943"/>
                  </a:lnTo>
                  <a:lnTo>
                    <a:pt x="1433" y="14809"/>
                  </a:lnTo>
                  <a:lnTo>
                    <a:pt x="1911" y="17676"/>
                  </a:lnTo>
                  <a:lnTo>
                    <a:pt x="2867" y="18631"/>
                  </a:lnTo>
                  <a:lnTo>
                    <a:pt x="5733" y="20064"/>
                  </a:lnTo>
                  <a:lnTo>
                    <a:pt x="9555" y="22931"/>
                  </a:lnTo>
                  <a:lnTo>
                    <a:pt x="11466" y="2340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7" name="Freeform 3436">
              <a:extLst>
                <a:ext uri="{FF2B5EF4-FFF2-40B4-BE49-F238E27FC236}">
                  <a16:creationId xmlns:a16="http://schemas.microsoft.com/office/drawing/2014/main" id="{40E1A962-062B-B838-A6CB-74F9EB45F0CE}"/>
                </a:ext>
              </a:extLst>
            </p:cNvPr>
            <p:cNvSpPr/>
            <p:nvPr/>
          </p:nvSpPr>
          <p:spPr>
            <a:xfrm>
              <a:off x="4682398" y="5010546"/>
              <a:ext cx="41562" cy="23408"/>
            </a:xfrm>
            <a:custGeom>
              <a:avLst/>
              <a:gdLst>
                <a:gd name="csX0" fmla="*/ 0 w 41562"/>
                <a:gd name="csY0" fmla="*/ 0 h 23408"/>
                <a:gd name="csX1" fmla="*/ 0 w 41562"/>
                <a:gd name="csY1" fmla="*/ 0 h 23408"/>
                <a:gd name="csX2" fmla="*/ 956 w 41562"/>
                <a:gd name="csY2" fmla="*/ 956 h 23408"/>
                <a:gd name="csX3" fmla="*/ 3822 w 41562"/>
                <a:gd name="csY3" fmla="*/ 4299 h 23408"/>
                <a:gd name="csX4" fmla="*/ 6688 w 41562"/>
                <a:gd name="csY4" fmla="*/ 7166 h 23408"/>
                <a:gd name="csX5" fmla="*/ 7166 w 41562"/>
                <a:gd name="csY5" fmla="*/ 11943 h 23408"/>
                <a:gd name="csX6" fmla="*/ 7166 w 41562"/>
                <a:gd name="csY6" fmla="*/ 15287 h 23408"/>
                <a:gd name="csX7" fmla="*/ 7644 w 41562"/>
                <a:gd name="csY7" fmla="*/ 19587 h 23408"/>
                <a:gd name="csX8" fmla="*/ 8121 w 41562"/>
                <a:gd name="csY8" fmla="*/ 21975 h 23408"/>
                <a:gd name="csX9" fmla="*/ 14810 w 41562"/>
                <a:gd name="csY9" fmla="*/ 22453 h 23408"/>
                <a:gd name="csX10" fmla="*/ 22453 w 41562"/>
                <a:gd name="csY10" fmla="*/ 22453 h 23408"/>
                <a:gd name="csX11" fmla="*/ 32008 w 41562"/>
                <a:gd name="csY11" fmla="*/ 22931 h 23408"/>
                <a:gd name="csX12" fmla="*/ 40607 w 41562"/>
                <a:gd name="csY12" fmla="*/ 23409 h 23408"/>
                <a:gd name="csX13" fmla="*/ 41085 w 41562"/>
                <a:gd name="csY13" fmla="*/ 23409 h 23408"/>
                <a:gd name="csX14" fmla="*/ 41563 w 41562"/>
                <a:gd name="csY14" fmla="*/ 22931 h 23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1562" h="23408">
                  <a:moveTo>
                    <a:pt x="0" y="0"/>
                  </a:moveTo>
                  <a:lnTo>
                    <a:pt x="0" y="0"/>
                  </a:lnTo>
                  <a:lnTo>
                    <a:pt x="956" y="956"/>
                  </a:lnTo>
                  <a:lnTo>
                    <a:pt x="3822" y="4299"/>
                  </a:lnTo>
                  <a:lnTo>
                    <a:pt x="6688" y="7166"/>
                  </a:lnTo>
                  <a:lnTo>
                    <a:pt x="7166" y="11943"/>
                  </a:lnTo>
                  <a:lnTo>
                    <a:pt x="7166" y="15287"/>
                  </a:lnTo>
                  <a:lnTo>
                    <a:pt x="7644" y="19587"/>
                  </a:lnTo>
                  <a:lnTo>
                    <a:pt x="8121" y="21975"/>
                  </a:lnTo>
                  <a:lnTo>
                    <a:pt x="14810" y="22453"/>
                  </a:lnTo>
                  <a:lnTo>
                    <a:pt x="22453" y="22453"/>
                  </a:lnTo>
                  <a:lnTo>
                    <a:pt x="32008" y="22931"/>
                  </a:lnTo>
                  <a:lnTo>
                    <a:pt x="40607" y="23409"/>
                  </a:lnTo>
                  <a:lnTo>
                    <a:pt x="41085" y="23409"/>
                  </a:lnTo>
                  <a:lnTo>
                    <a:pt x="41563" y="2293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8" name="Freeform 3437">
              <a:extLst>
                <a:ext uri="{FF2B5EF4-FFF2-40B4-BE49-F238E27FC236}">
                  <a16:creationId xmlns:a16="http://schemas.microsoft.com/office/drawing/2014/main" id="{CF718A3F-8AED-5277-96E9-9CC4608376B8}"/>
                </a:ext>
              </a:extLst>
            </p:cNvPr>
            <p:cNvSpPr/>
            <p:nvPr/>
          </p:nvSpPr>
          <p:spPr>
            <a:xfrm>
              <a:off x="4684309" y="4992392"/>
              <a:ext cx="4299" cy="18153"/>
            </a:xfrm>
            <a:custGeom>
              <a:avLst/>
              <a:gdLst>
                <a:gd name="csX0" fmla="*/ 478 w 4299"/>
                <a:gd name="csY0" fmla="*/ 0 h 18153"/>
                <a:gd name="csX1" fmla="*/ 478 w 4299"/>
                <a:gd name="csY1" fmla="*/ 0 h 18153"/>
                <a:gd name="csX2" fmla="*/ 0 w 4299"/>
                <a:gd name="csY2" fmla="*/ 955 h 18153"/>
                <a:gd name="csX3" fmla="*/ 478 w 4299"/>
                <a:gd name="csY3" fmla="*/ 2866 h 18153"/>
                <a:gd name="csX4" fmla="*/ 1911 w 4299"/>
                <a:gd name="csY4" fmla="*/ 3822 h 18153"/>
                <a:gd name="csX5" fmla="*/ 1911 w 4299"/>
                <a:gd name="csY5" fmla="*/ 5733 h 18153"/>
                <a:gd name="csX6" fmla="*/ 2866 w 4299"/>
                <a:gd name="csY6" fmla="*/ 8599 h 18153"/>
                <a:gd name="csX7" fmla="*/ 3822 w 4299"/>
                <a:gd name="csY7" fmla="*/ 9077 h 18153"/>
                <a:gd name="csX8" fmla="*/ 4300 w 4299"/>
                <a:gd name="csY8" fmla="*/ 18154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18153">
                  <a:moveTo>
                    <a:pt x="478" y="0"/>
                  </a:moveTo>
                  <a:lnTo>
                    <a:pt x="478" y="0"/>
                  </a:lnTo>
                  <a:lnTo>
                    <a:pt x="0" y="955"/>
                  </a:lnTo>
                  <a:lnTo>
                    <a:pt x="478" y="2866"/>
                  </a:lnTo>
                  <a:lnTo>
                    <a:pt x="1911" y="3822"/>
                  </a:lnTo>
                  <a:lnTo>
                    <a:pt x="1911" y="5733"/>
                  </a:lnTo>
                  <a:lnTo>
                    <a:pt x="2866" y="8599"/>
                  </a:lnTo>
                  <a:lnTo>
                    <a:pt x="3822" y="9077"/>
                  </a:lnTo>
                  <a:lnTo>
                    <a:pt x="4300" y="1815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9" name="Freeform 3438">
              <a:extLst>
                <a:ext uri="{FF2B5EF4-FFF2-40B4-BE49-F238E27FC236}">
                  <a16:creationId xmlns:a16="http://schemas.microsoft.com/office/drawing/2014/main" id="{3A9BAD28-8903-28E7-ADDA-8B97417B1132}"/>
                </a:ext>
              </a:extLst>
            </p:cNvPr>
            <p:cNvSpPr/>
            <p:nvPr/>
          </p:nvSpPr>
          <p:spPr>
            <a:xfrm>
              <a:off x="4672365" y="4980449"/>
              <a:ext cx="13376" cy="11465"/>
            </a:xfrm>
            <a:custGeom>
              <a:avLst/>
              <a:gdLst>
                <a:gd name="csX0" fmla="*/ 0 w 13376"/>
                <a:gd name="csY0" fmla="*/ 0 h 11465"/>
                <a:gd name="csX1" fmla="*/ 3344 w 13376"/>
                <a:gd name="csY1" fmla="*/ 1433 h 11465"/>
                <a:gd name="csX2" fmla="*/ 7166 w 13376"/>
                <a:gd name="csY2" fmla="*/ 3344 h 11465"/>
                <a:gd name="csX3" fmla="*/ 9555 w 13376"/>
                <a:gd name="csY3" fmla="*/ 4777 h 11465"/>
                <a:gd name="csX4" fmla="*/ 11466 w 13376"/>
                <a:gd name="csY4" fmla="*/ 5733 h 11465"/>
                <a:gd name="csX5" fmla="*/ 12421 w 13376"/>
                <a:gd name="csY5" fmla="*/ 7166 h 11465"/>
                <a:gd name="csX6" fmla="*/ 12899 w 13376"/>
                <a:gd name="csY6" fmla="*/ 8599 h 11465"/>
                <a:gd name="csX7" fmla="*/ 13376 w 13376"/>
                <a:gd name="csY7" fmla="*/ 10032 h 11465"/>
                <a:gd name="csX8" fmla="*/ 12899 w 13376"/>
                <a:gd name="csY8" fmla="*/ 11465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376" h="11465">
                  <a:moveTo>
                    <a:pt x="0" y="0"/>
                  </a:moveTo>
                  <a:lnTo>
                    <a:pt x="3344" y="1433"/>
                  </a:lnTo>
                  <a:lnTo>
                    <a:pt x="7166" y="3344"/>
                  </a:lnTo>
                  <a:lnTo>
                    <a:pt x="9555" y="4777"/>
                  </a:lnTo>
                  <a:lnTo>
                    <a:pt x="11466" y="5733"/>
                  </a:lnTo>
                  <a:lnTo>
                    <a:pt x="12421" y="7166"/>
                  </a:lnTo>
                  <a:lnTo>
                    <a:pt x="12899" y="8599"/>
                  </a:lnTo>
                  <a:lnTo>
                    <a:pt x="13376" y="10032"/>
                  </a:lnTo>
                  <a:lnTo>
                    <a:pt x="12899" y="1146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0" name="Freeform 3439">
              <a:extLst>
                <a:ext uri="{FF2B5EF4-FFF2-40B4-BE49-F238E27FC236}">
                  <a16:creationId xmlns:a16="http://schemas.microsoft.com/office/drawing/2014/main" id="{C6C22658-6EC8-FB8F-3009-EF2FFA4AC151}"/>
                </a:ext>
              </a:extLst>
            </p:cNvPr>
            <p:cNvSpPr/>
            <p:nvPr/>
          </p:nvSpPr>
          <p:spPr>
            <a:xfrm>
              <a:off x="4667110" y="4980449"/>
              <a:ext cx="5254" cy="955"/>
            </a:xfrm>
            <a:custGeom>
              <a:avLst/>
              <a:gdLst>
                <a:gd name="csX0" fmla="*/ 0 w 5254"/>
                <a:gd name="csY0" fmla="*/ 955 h 955"/>
                <a:gd name="csX1" fmla="*/ 4299 w 5254"/>
                <a:gd name="csY1" fmla="*/ 478 h 955"/>
                <a:gd name="csX2" fmla="*/ 5255 w 5254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4" h="955">
                  <a:moveTo>
                    <a:pt x="0" y="955"/>
                  </a:moveTo>
                  <a:lnTo>
                    <a:pt x="4299" y="478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1" name="Freeform 3440">
              <a:extLst>
                <a:ext uri="{FF2B5EF4-FFF2-40B4-BE49-F238E27FC236}">
                  <a16:creationId xmlns:a16="http://schemas.microsoft.com/office/drawing/2014/main" id="{FCBDE0E2-BE3C-72C4-F95A-179AAD1D8D5E}"/>
                </a:ext>
              </a:extLst>
            </p:cNvPr>
            <p:cNvSpPr/>
            <p:nvPr/>
          </p:nvSpPr>
          <p:spPr>
            <a:xfrm>
              <a:off x="4632236" y="4965162"/>
              <a:ext cx="31530" cy="16242"/>
            </a:xfrm>
            <a:custGeom>
              <a:avLst/>
              <a:gdLst>
                <a:gd name="csX0" fmla="*/ 0 w 31530"/>
                <a:gd name="csY0" fmla="*/ 0 h 16242"/>
                <a:gd name="csX1" fmla="*/ 956 w 31530"/>
                <a:gd name="csY1" fmla="*/ 0 h 16242"/>
                <a:gd name="csX2" fmla="*/ 1433 w 31530"/>
                <a:gd name="csY2" fmla="*/ 1911 h 16242"/>
                <a:gd name="csX3" fmla="*/ 1911 w 31530"/>
                <a:gd name="csY3" fmla="*/ 2866 h 16242"/>
                <a:gd name="csX4" fmla="*/ 2867 w 31530"/>
                <a:gd name="csY4" fmla="*/ 3344 h 16242"/>
                <a:gd name="csX5" fmla="*/ 5255 w 31530"/>
                <a:gd name="csY5" fmla="*/ 5733 h 16242"/>
                <a:gd name="csX6" fmla="*/ 6688 w 31530"/>
                <a:gd name="csY6" fmla="*/ 6210 h 16242"/>
                <a:gd name="csX7" fmla="*/ 8121 w 31530"/>
                <a:gd name="csY7" fmla="*/ 6210 h 16242"/>
                <a:gd name="csX8" fmla="*/ 11466 w 31530"/>
                <a:gd name="csY8" fmla="*/ 7644 h 16242"/>
                <a:gd name="csX9" fmla="*/ 14810 w 31530"/>
                <a:gd name="csY9" fmla="*/ 8599 h 16242"/>
                <a:gd name="csX10" fmla="*/ 15287 w 31530"/>
                <a:gd name="csY10" fmla="*/ 8599 h 16242"/>
                <a:gd name="csX11" fmla="*/ 16721 w 31530"/>
                <a:gd name="csY11" fmla="*/ 9077 h 16242"/>
                <a:gd name="csX12" fmla="*/ 18632 w 31530"/>
                <a:gd name="csY12" fmla="*/ 9077 h 16242"/>
                <a:gd name="csX13" fmla="*/ 19587 w 31530"/>
                <a:gd name="csY13" fmla="*/ 9555 h 16242"/>
                <a:gd name="csX14" fmla="*/ 20065 w 31530"/>
                <a:gd name="csY14" fmla="*/ 10988 h 16242"/>
                <a:gd name="csX15" fmla="*/ 22931 w 31530"/>
                <a:gd name="csY15" fmla="*/ 13854 h 16242"/>
                <a:gd name="csX16" fmla="*/ 24364 w 31530"/>
                <a:gd name="csY16" fmla="*/ 15287 h 16242"/>
                <a:gd name="csX17" fmla="*/ 26275 w 31530"/>
                <a:gd name="csY17" fmla="*/ 16243 h 16242"/>
                <a:gd name="csX18" fmla="*/ 30575 w 31530"/>
                <a:gd name="csY18" fmla="*/ 16243 h 16242"/>
                <a:gd name="csX19" fmla="*/ 31530 w 31530"/>
                <a:gd name="csY19" fmla="*/ 16243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1530" h="16242">
                  <a:moveTo>
                    <a:pt x="0" y="0"/>
                  </a:moveTo>
                  <a:lnTo>
                    <a:pt x="956" y="0"/>
                  </a:lnTo>
                  <a:lnTo>
                    <a:pt x="1433" y="1911"/>
                  </a:lnTo>
                  <a:lnTo>
                    <a:pt x="1911" y="2866"/>
                  </a:lnTo>
                  <a:lnTo>
                    <a:pt x="2867" y="3344"/>
                  </a:lnTo>
                  <a:lnTo>
                    <a:pt x="5255" y="5733"/>
                  </a:lnTo>
                  <a:lnTo>
                    <a:pt x="6688" y="6210"/>
                  </a:lnTo>
                  <a:lnTo>
                    <a:pt x="8121" y="6210"/>
                  </a:lnTo>
                  <a:lnTo>
                    <a:pt x="11466" y="7644"/>
                  </a:lnTo>
                  <a:lnTo>
                    <a:pt x="14810" y="8599"/>
                  </a:lnTo>
                  <a:lnTo>
                    <a:pt x="15287" y="8599"/>
                  </a:lnTo>
                  <a:lnTo>
                    <a:pt x="16721" y="9077"/>
                  </a:lnTo>
                  <a:lnTo>
                    <a:pt x="18632" y="9077"/>
                  </a:lnTo>
                  <a:lnTo>
                    <a:pt x="19587" y="9555"/>
                  </a:lnTo>
                  <a:lnTo>
                    <a:pt x="20065" y="10988"/>
                  </a:lnTo>
                  <a:lnTo>
                    <a:pt x="22931" y="13854"/>
                  </a:lnTo>
                  <a:lnTo>
                    <a:pt x="24364" y="15287"/>
                  </a:lnTo>
                  <a:lnTo>
                    <a:pt x="26275" y="16243"/>
                  </a:lnTo>
                  <a:lnTo>
                    <a:pt x="30575" y="16243"/>
                  </a:lnTo>
                  <a:lnTo>
                    <a:pt x="31530" y="1624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2" name="Freeform 3441">
              <a:extLst>
                <a:ext uri="{FF2B5EF4-FFF2-40B4-BE49-F238E27FC236}">
                  <a16:creationId xmlns:a16="http://schemas.microsoft.com/office/drawing/2014/main" id="{6283BD9C-4B1C-7579-8FC9-5E7A012850BE}"/>
                </a:ext>
              </a:extLst>
            </p:cNvPr>
            <p:cNvSpPr/>
            <p:nvPr/>
          </p:nvSpPr>
          <p:spPr>
            <a:xfrm>
              <a:off x="4618860" y="4961817"/>
              <a:ext cx="10510" cy="4299"/>
            </a:xfrm>
            <a:custGeom>
              <a:avLst/>
              <a:gdLst>
                <a:gd name="csX0" fmla="*/ 0 w 10510"/>
                <a:gd name="csY0" fmla="*/ 0 h 4299"/>
                <a:gd name="csX1" fmla="*/ 1911 w 10510"/>
                <a:gd name="csY1" fmla="*/ 0 h 4299"/>
                <a:gd name="csX2" fmla="*/ 3822 w 10510"/>
                <a:gd name="csY2" fmla="*/ 956 h 4299"/>
                <a:gd name="csX3" fmla="*/ 4777 w 10510"/>
                <a:gd name="csY3" fmla="*/ 1433 h 4299"/>
                <a:gd name="csX4" fmla="*/ 6210 w 10510"/>
                <a:gd name="csY4" fmla="*/ 2389 h 4299"/>
                <a:gd name="csX5" fmla="*/ 8599 w 10510"/>
                <a:gd name="csY5" fmla="*/ 3822 h 4299"/>
                <a:gd name="csX6" fmla="*/ 10510 w 10510"/>
                <a:gd name="csY6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510" h="4299">
                  <a:moveTo>
                    <a:pt x="0" y="0"/>
                  </a:moveTo>
                  <a:lnTo>
                    <a:pt x="1911" y="0"/>
                  </a:lnTo>
                  <a:lnTo>
                    <a:pt x="3822" y="956"/>
                  </a:lnTo>
                  <a:lnTo>
                    <a:pt x="4777" y="1433"/>
                  </a:lnTo>
                  <a:lnTo>
                    <a:pt x="6210" y="2389"/>
                  </a:lnTo>
                  <a:lnTo>
                    <a:pt x="8599" y="3822"/>
                  </a:lnTo>
                  <a:lnTo>
                    <a:pt x="10510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3" name="Freeform 3442">
              <a:extLst>
                <a:ext uri="{FF2B5EF4-FFF2-40B4-BE49-F238E27FC236}">
                  <a16:creationId xmlns:a16="http://schemas.microsoft.com/office/drawing/2014/main" id="{30ABE6C0-DADE-A290-1CCE-CD1381C45723}"/>
                </a:ext>
              </a:extLst>
            </p:cNvPr>
            <p:cNvSpPr/>
            <p:nvPr/>
          </p:nvSpPr>
          <p:spPr>
            <a:xfrm>
              <a:off x="4613605" y="4962295"/>
              <a:ext cx="2388" cy="477"/>
            </a:xfrm>
            <a:custGeom>
              <a:avLst/>
              <a:gdLst>
                <a:gd name="csX0" fmla="*/ 0 w 2388"/>
                <a:gd name="csY0" fmla="*/ 0 h 477"/>
                <a:gd name="csX1" fmla="*/ 2389 w 2388"/>
                <a:gd name="csY1" fmla="*/ 478 h 477"/>
                <a:gd name="csX2" fmla="*/ 2389 w 2388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0" y="0"/>
                  </a:moveTo>
                  <a:lnTo>
                    <a:pt x="2389" y="478"/>
                  </a:lnTo>
                  <a:lnTo>
                    <a:pt x="2389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4" name="Freeform 3443">
              <a:extLst>
                <a:ext uri="{FF2B5EF4-FFF2-40B4-BE49-F238E27FC236}">
                  <a16:creationId xmlns:a16="http://schemas.microsoft.com/office/drawing/2014/main" id="{6D11F82B-AB8D-AEE1-97C5-42864C848D85}"/>
                </a:ext>
              </a:extLst>
            </p:cNvPr>
            <p:cNvSpPr/>
            <p:nvPr/>
          </p:nvSpPr>
          <p:spPr>
            <a:xfrm>
              <a:off x="4598317" y="4953696"/>
              <a:ext cx="11465" cy="8121"/>
            </a:xfrm>
            <a:custGeom>
              <a:avLst/>
              <a:gdLst>
                <a:gd name="csX0" fmla="*/ 0 w 11465"/>
                <a:gd name="csY0" fmla="*/ 0 h 8121"/>
                <a:gd name="csX1" fmla="*/ 478 w 11465"/>
                <a:gd name="csY1" fmla="*/ 478 h 8121"/>
                <a:gd name="csX2" fmla="*/ 2389 w 11465"/>
                <a:gd name="csY2" fmla="*/ 1911 h 8121"/>
                <a:gd name="csX3" fmla="*/ 4300 w 11465"/>
                <a:gd name="csY3" fmla="*/ 2867 h 8121"/>
                <a:gd name="csX4" fmla="*/ 6210 w 11465"/>
                <a:gd name="csY4" fmla="*/ 3822 h 8121"/>
                <a:gd name="csX5" fmla="*/ 6688 w 11465"/>
                <a:gd name="csY5" fmla="*/ 5255 h 8121"/>
                <a:gd name="csX6" fmla="*/ 8121 w 11465"/>
                <a:gd name="csY6" fmla="*/ 7644 h 8121"/>
                <a:gd name="csX7" fmla="*/ 10988 w 11465"/>
                <a:gd name="csY7" fmla="*/ 8121 h 8121"/>
                <a:gd name="csX8" fmla="*/ 11466 w 11465"/>
                <a:gd name="csY8" fmla="*/ 812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1465" h="8121">
                  <a:moveTo>
                    <a:pt x="0" y="0"/>
                  </a:moveTo>
                  <a:lnTo>
                    <a:pt x="478" y="478"/>
                  </a:lnTo>
                  <a:lnTo>
                    <a:pt x="2389" y="1911"/>
                  </a:lnTo>
                  <a:lnTo>
                    <a:pt x="4300" y="2867"/>
                  </a:lnTo>
                  <a:lnTo>
                    <a:pt x="6210" y="3822"/>
                  </a:lnTo>
                  <a:lnTo>
                    <a:pt x="6688" y="5255"/>
                  </a:lnTo>
                  <a:lnTo>
                    <a:pt x="8121" y="7644"/>
                  </a:lnTo>
                  <a:lnTo>
                    <a:pt x="10988" y="8121"/>
                  </a:lnTo>
                  <a:lnTo>
                    <a:pt x="11466" y="812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5" name="Freeform 3444">
              <a:extLst>
                <a:ext uri="{FF2B5EF4-FFF2-40B4-BE49-F238E27FC236}">
                  <a16:creationId xmlns:a16="http://schemas.microsoft.com/office/drawing/2014/main" id="{BA0DB824-B6BC-4638-31DE-56C677512589}"/>
                </a:ext>
              </a:extLst>
            </p:cNvPr>
            <p:cNvSpPr/>
            <p:nvPr/>
          </p:nvSpPr>
          <p:spPr>
            <a:xfrm>
              <a:off x="4592584" y="4947963"/>
              <a:ext cx="3821" cy="5255"/>
            </a:xfrm>
            <a:custGeom>
              <a:avLst/>
              <a:gdLst>
                <a:gd name="csX0" fmla="*/ 0 w 3821"/>
                <a:gd name="csY0" fmla="*/ 0 h 5255"/>
                <a:gd name="csX1" fmla="*/ 478 w 3821"/>
                <a:gd name="csY1" fmla="*/ 478 h 5255"/>
                <a:gd name="csX2" fmla="*/ 1433 w 3821"/>
                <a:gd name="csY2" fmla="*/ 1911 h 5255"/>
                <a:gd name="csX3" fmla="*/ 1433 w 3821"/>
                <a:gd name="csY3" fmla="*/ 2389 h 5255"/>
                <a:gd name="csX4" fmla="*/ 1911 w 3821"/>
                <a:gd name="csY4" fmla="*/ 3822 h 5255"/>
                <a:gd name="csX5" fmla="*/ 2389 w 3821"/>
                <a:gd name="csY5" fmla="*/ 4777 h 5255"/>
                <a:gd name="csX6" fmla="*/ 3822 w 3821"/>
                <a:gd name="csY6" fmla="*/ 5255 h 5255"/>
                <a:gd name="csX7" fmla="*/ 3822 w 3821"/>
                <a:gd name="csY7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5255">
                  <a:moveTo>
                    <a:pt x="0" y="0"/>
                  </a:moveTo>
                  <a:lnTo>
                    <a:pt x="478" y="478"/>
                  </a:lnTo>
                  <a:lnTo>
                    <a:pt x="1433" y="1911"/>
                  </a:lnTo>
                  <a:lnTo>
                    <a:pt x="1433" y="2389"/>
                  </a:lnTo>
                  <a:lnTo>
                    <a:pt x="1911" y="3822"/>
                  </a:lnTo>
                  <a:lnTo>
                    <a:pt x="2389" y="4777"/>
                  </a:lnTo>
                  <a:lnTo>
                    <a:pt x="3822" y="5255"/>
                  </a:lnTo>
                  <a:lnTo>
                    <a:pt x="3822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6" name="Freeform 3445">
              <a:extLst>
                <a:ext uri="{FF2B5EF4-FFF2-40B4-BE49-F238E27FC236}">
                  <a16:creationId xmlns:a16="http://schemas.microsoft.com/office/drawing/2014/main" id="{5B73D24E-60EA-4998-C590-021973F43715}"/>
                </a:ext>
              </a:extLst>
            </p:cNvPr>
            <p:cNvSpPr/>
            <p:nvPr/>
          </p:nvSpPr>
          <p:spPr>
            <a:xfrm>
              <a:off x="4585896" y="4910700"/>
              <a:ext cx="5732" cy="38218"/>
            </a:xfrm>
            <a:custGeom>
              <a:avLst/>
              <a:gdLst>
                <a:gd name="csX0" fmla="*/ 0 w 5732"/>
                <a:gd name="csY0" fmla="*/ 0 h 38218"/>
                <a:gd name="csX1" fmla="*/ 955 w 5732"/>
                <a:gd name="csY1" fmla="*/ 478 h 38218"/>
                <a:gd name="csX2" fmla="*/ 1911 w 5732"/>
                <a:gd name="csY2" fmla="*/ 1433 h 38218"/>
                <a:gd name="csX3" fmla="*/ 2866 w 5732"/>
                <a:gd name="csY3" fmla="*/ 3344 h 38218"/>
                <a:gd name="csX4" fmla="*/ 2389 w 5732"/>
                <a:gd name="csY4" fmla="*/ 4300 h 38218"/>
                <a:gd name="csX5" fmla="*/ 2389 w 5732"/>
                <a:gd name="csY5" fmla="*/ 6210 h 38218"/>
                <a:gd name="csX6" fmla="*/ 2866 w 5732"/>
                <a:gd name="csY6" fmla="*/ 8121 h 38218"/>
                <a:gd name="csX7" fmla="*/ 2389 w 5732"/>
                <a:gd name="csY7" fmla="*/ 10032 h 38218"/>
                <a:gd name="csX8" fmla="*/ 955 w 5732"/>
                <a:gd name="csY8" fmla="*/ 12899 h 38218"/>
                <a:gd name="csX9" fmla="*/ 0 w 5732"/>
                <a:gd name="csY9" fmla="*/ 13854 h 38218"/>
                <a:gd name="csX10" fmla="*/ 0 w 5732"/>
                <a:gd name="csY10" fmla="*/ 14810 h 38218"/>
                <a:gd name="csX11" fmla="*/ 0 w 5732"/>
                <a:gd name="csY11" fmla="*/ 16243 h 38218"/>
                <a:gd name="csX12" fmla="*/ 955 w 5732"/>
                <a:gd name="csY12" fmla="*/ 18632 h 38218"/>
                <a:gd name="csX13" fmla="*/ 2389 w 5732"/>
                <a:gd name="csY13" fmla="*/ 21976 h 38218"/>
                <a:gd name="csX14" fmla="*/ 2389 w 5732"/>
                <a:gd name="csY14" fmla="*/ 24364 h 38218"/>
                <a:gd name="csX15" fmla="*/ 1433 w 5732"/>
                <a:gd name="csY15" fmla="*/ 25798 h 38218"/>
                <a:gd name="csX16" fmla="*/ 955 w 5732"/>
                <a:gd name="csY16" fmla="*/ 27231 h 38218"/>
                <a:gd name="csX17" fmla="*/ 955 w 5732"/>
                <a:gd name="csY17" fmla="*/ 28186 h 38218"/>
                <a:gd name="csX18" fmla="*/ 1433 w 5732"/>
                <a:gd name="csY18" fmla="*/ 29142 h 38218"/>
                <a:gd name="csX19" fmla="*/ 1911 w 5732"/>
                <a:gd name="csY19" fmla="*/ 29619 h 38218"/>
                <a:gd name="csX20" fmla="*/ 2389 w 5732"/>
                <a:gd name="csY20" fmla="*/ 30575 h 38218"/>
                <a:gd name="csX21" fmla="*/ 2389 w 5732"/>
                <a:gd name="csY21" fmla="*/ 32008 h 38218"/>
                <a:gd name="csX22" fmla="*/ 3344 w 5732"/>
                <a:gd name="csY22" fmla="*/ 33441 h 38218"/>
                <a:gd name="csX23" fmla="*/ 4777 w 5732"/>
                <a:gd name="csY23" fmla="*/ 34397 h 38218"/>
                <a:gd name="csX24" fmla="*/ 5255 w 5732"/>
                <a:gd name="csY24" fmla="*/ 35830 h 38218"/>
                <a:gd name="csX25" fmla="*/ 5255 w 5732"/>
                <a:gd name="csY25" fmla="*/ 36785 h 38218"/>
                <a:gd name="csX26" fmla="*/ 5255 w 5732"/>
                <a:gd name="csY26" fmla="*/ 37741 h 38218"/>
                <a:gd name="csX27" fmla="*/ 5733 w 5732"/>
                <a:gd name="csY27" fmla="*/ 38218 h 38218"/>
                <a:gd name="csX28" fmla="*/ 5733 w 5732"/>
                <a:gd name="csY28" fmla="*/ 37741 h 38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732" h="38218">
                  <a:moveTo>
                    <a:pt x="0" y="0"/>
                  </a:moveTo>
                  <a:lnTo>
                    <a:pt x="955" y="478"/>
                  </a:lnTo>
                  <a:lnTo>
                    <a:pt x="1911" y="1433"/>
                  </a:lnTo>
                  <a:lnTo>
                    <a:pt x="2866" y="3344"/>
                  </a:lnTo>
                  <a:lnTo>
                    <a:pt x="2389" y="4300"/>
                  </a:lnTo>
                  <a:lnTo>
                    <a:pt x="2389" y="6210"/>
                  </a:lnTo>
                  <a:lnTo>
                    <a:pt x="2866" y="8121"/>
                  </a:lnTo>
                  <a:lnTo>
                    <a:pt x="2389" y="10032"/>
                  </a:lnTo>
                  <a:lnTo>
                    <a:pt x="955" y="12899"/>
                  </a:lnTo>
                  <a:lnTo>
                    <a:pt x="0" y="13854"/>
                  </a:lnTo>
                  <a:lnTo>
                    <a:pt x="0" y="14810"/>
                  </a:lnTo>
                  <a:lnTo>
                    <a:pt x="0" y="16243"/>
                  </a:lnTo>
                  <a:lnTo>
                    <a:pt x="955" y="18632"/>
                  </a:lnTo>
                  <a:lnTo>
                    <a:pt x="2389" y="21976"/>
                  </a:lnTo>
                  <a:lnTo>
                    <a:pt x="2389" y="24364"/>
                  </a:lnTo>
                  <a:lnTo>
                    <a:pt x="1433" y="25798"/>
                  </a:lnTo>
                  <a:lnTo>
                    <a:pt x="955" y="27231"/>
                  </a:lnTo>
                  <a:lnTo>
                    <a:pt x="955" y="28186"/>
                  </a:lnTo>
                  <a:lnTo>
                    <a:pt x="1433" y="29142"/>
                  </a:lnTo>
                  <a:lnTo>
                    <a:pt x="1911" y="29619"/>
                  </a:lnTo>
                  <a:lnTo>
                    <a:pt x="2389" y="30575"/>
                  </a:lnTo>
                  <a:lnTo>
                    <a:pt x="2389" y="32008"/>
                  </a:lnTo>
                  <a:lnTo>
                    <a:pt x="3344" y="33441"/>
                  </a:lnTo>
                  <a:lnTo>
                    <a:pt x="4777" y="34397"/>
                  </a:lnTo>
                  <a:lnTo>
                    <a:pt x="5255" y="35830"/>
                  </a:lnTo>
                  <a:lnTo>
                    <a:pt x="5255" y="36785"/>
                  </a:lnTo>
                  <a:lnTo>
                    <a:pt x="5255" y="37741"/>
                  </a:lnTo>
                  <a:lnTo>
                    <a:pt x="5733" y="38218"/>
                  </a:lnTo>
                  <a:lnTo>
                    <a:pt x="5733" y="3774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7" name="Freeform 3446">
              <a:extLst>
                <a:ext uri="{FF2B5EF4-FFF2-40B4-BE49-F238E27FC236}">
                  <a16:creationId xmlns:a16="http://schemas.microsoft.com/office/drawing/2014/main" id="{194197BC-D3DF-A30B-7874-433C98615466}"/>
                </a:ext>
              </a:extLst>
            </p:cNvPr>
            <p:cNvSpPr/>
            <p:nvPr/>
          </p:nvSpPr>
          <p:spPr>
            <a:xfrm>
              <a:off x="4577297" y="4912133"/>
              <a:ext cx="4777" cy="477"/>
            </a:xfrm>
            <a:custGeom>
              <a:avLst/>
              <a:gdLst>
                <a:gd name="csX0" fmla="*/ 0 w 4777"/>
                <a:gd name="csY0" fmla="*/ 0 h 477"/>
                <a:gd name="csX1" fmla="*/ 3344 w 4777"/>
                <a:gd name="csY1" fmla="*/ 0 h 477"/>
                <a:gd name="csX2" fmla="*/ 4777 w 4777"/>
                <a:gd name="csY2" fmla="*/ 478 h 477"/>
                <a:gd name="csX3" fmla="*/ 4777 w 47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477">
                  <a:moveTo>
                    <a:pt x="0" y="0"/>
                  </a:moveTo>
                  <a:lnTo>
                    <a:pt x="3344" y="0"/>
                  </a:lnTo>
                  <a:lnTo>
                    <a:pt x="4777" y="478"/>
                  </a:lnTo>
                  <a:lnTo>
                    <a:pt x="4777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8" name="Freeform 3447">
              <a:extLst>
                <a:ext uri="{FF2B5EF4-FFF2-40B4-BE49-F238E27FC236}">
                  <a16:creationId xmlns:a16="http://schemas.microsoft.com/office/drawing/2014/main" id="{3698FE40-CE27-DDCD-B2B2-945C56B8D0DC}"/>
                </a:ext>
              </a:extLst>
            </p:cNvPr>
            <p:cNvSpPr/>
            <p:nvPr/>
          </p:nvSpPr>
          <p:spPr>
            <a:xfrm>
              <a:off x="4569653" y="4912611"/>
              <a:ext cx="5255" cy="477"/>
            </a:xfrm>
            <a:custGeom>
              <a:avLst/>
              <a:gdLst>
                <a:gd name="csX0" fmla="*/ 0 w 5255"/>
                <a:gd name="csY0" fmla="*/ 478 h 477"/>
                <a:gd name="csX1" fmla="*/ 5255 w 52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5255" h="477">
                  <a:moveTo>
                    <a:pt x="0" y="478"/>
                  </a:move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9" name="Freeform 3448">
              <a:extLst>
                <a:ext uri="{FF2B5EF4-FFF2-40B4-BE49-F238E27FC236}">
                  <a16:creationId xmlns:a16="http://schemas.microsoft.com/office/drawing/2014/main" id="{BF444325-3423-FA55-D000-0B634F990C80}"/>
                </a:ext>
              </a:extLst>
            </p:cNvPr>
            <p:cNvSpPr/>
            <p:nvPr/>
          </p:nvSpPr>
          <p:spPr>
            <a:xfrm>
              <a:off x="4535257" y="4928376"/>
              <a:ext cx="5732" cy="477"/>
            </a:xfrm>
            <a:custGeom>
              <a:avLst/>
              <a:gdLst>
                <a:gd name="csX0" fmla="*/ 0 w 5732"/>
                <a:gd name="csY0" fmla="*/ 0 h 477"/>
                <a:gd name="csX1" fmla="*/ 3344 w 5732"/>
                <a:gd name="csY1" fmla="*/ 0 h 477"/>
                <a:gd name="csX2" fmla="*/ 4300 w 5732"/>
                <a:gd name="csY2" fmla="*/ 478 h 477"/>
                <a:gd name="csX3" fmla="*/ 5255 w 5732"/>
                <a:gd name="csY3" fmla="*/ 478 h 477"/>
                <a:gd name="csX4" fmla="*/ 5733 w 5732"/>
                <a:gd name="csY4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477">
                  <a:moveTo>
                    <a:pt x="0" y="0"/>
                  </a:moveTo>
                  <a:lnTo>
                    <a:pt x="3344" y="0"/>
                  </a:lnTo>
                  <a:lnTo>
                    <a:pt x="4300" y="478"/>
                  </a:lnTo>
                  <a:lnTo>
                    <a:pt x="5255" y="478"/>
                  </a:lnTo>
                  <a:lnTo>
                    <a:pt x="5733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0" name="Freeform 3449">
              <a:extLst>
                <a:ext uri="{FF2B5EF4-FFF2-40B4-BE49-F238E27FC236}">
                  <a16:creationId xmlns:a16="http://schemas.microsoft.com/office/drawing/2014/main" id="{878DA4EB-ED06-8A71-EE43-B934F9A067F7}"/>
                </a:ext>
              </a:extLst>
            </p:cNvPr>
            <p:cNvSpPr/>
            <p:nvPr/>
          </p:nvSpPr>
          <p:spPr>
            <a:xfrm>
              <a:off x="4506593" y="4933631"/>
              <a:ext cx="14331" cy="3344"/>
            </a:xfrm>
            <a:custGeom>
              <a:avLst/>
              <a:gdLst>
                <a:gd name="csX0" fmla="*/ 0 w 14331"/>
                <a:gd name="csY0" fmla="*/ 0 h 3344"/>
                <a:gd name="csX1" fmla="*/ 4300 w 14331"/>
                <a:gd name="csY1" fmla="*/ 0 h 3344"/>
                <a:gd name="csX2" fmla="*/ 8599 w 14331"/>
                <a:gd name="csY2" fmla="*/ 956 h 3344"/>
                <a:gd name="csX3" fmla="*/ 11943 w 14331"/>
                <a:gd name="csY3" fmla="*/ 956 h 3344"/>
                <a:gd name="csX4" fmla="*/ 12899 w 14331"/>
                <a:gd name="csY4" fmla="*/ 1911 h 3344"/>
                <a:gd name="csX5" fmla="*/ 13376 w 14331"/>
                <a:gd name="csY5" fmla="*/ 2867 h 3344"/>
                <a:gd name="csX6" fmla="*/ 14332 w 14331"/>
                <a:gd name="csY6" fmla="*/ 3344 h 3344"/>
                <a:gd name="csX7" fmla="*/ 14332 w 14331"/>
                <a:gd name="csY7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1" h="3344">
                  <a:moveTo>
                    <a:pt x="0" y="0"/>
                  </a:moveTo>
                  <a:lnTo>
                    <a:pt x="4300" y="0"/>
                  </a:lnTo>
                  <a:lnTo>
                    <a:pt x="8599" y="956"/>
                  </a:lnTo>
                  <a:lnTo>
                    <a:pt x="11943" y="956"/>
                  </a:lnTo>
                  <a:lnTo>
                    <a:pt x="12899" y="1911"/>
                  </a:lnTo>
                  <a:lnTo>
                    <a:pt x="13376" y="2867"/>
                  </a:lnTo>
                  <a:lnTo>
                    <a:pt x="14332" y="3344"/>
                  </a:lnTo>
                  <a:lnTo>
                    <a:pt x="14332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1" name="Freeform 3450">
              <a:extLst>
                <a:ext uri="{FF2B5EF4-FFF2-40B4-BE49-F238E27FC236}">
                  <a16:creationId xmlns:a16="http://schemas.microsoft.com/office/drawing/2014/main" id="{8E1AF711-FD07-86F1-F703-083BACC4B8E9}"/>
                </a:ext>
              </a:extLst>
            </p:cNvPr>
            <p:cNvSpPr/>
            <p:nvPr/>
          </p:nvSpPr>
          <p:spPr>
            <a:xfrm>
              <a:off x="4505160" y="5055930"/>
              <a:ext cx="477" cy="2388"/>
            </a:xfrm>
            <a:custGeom>
              <a:avLst/>
              <a:gdLst>
                <a:gd name="csX0" fmla="*/ 478 w 477"/>
                <a:gd name="csY0" fmla="*/ 2389 h 2388"/>
                <a:gd name="csX1" fmla="*/ 0 w 477"/>
                <a:gd name="csY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2388">
                  <a:moveTo>
                    <a:pt x="478" y="2389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2" name="Freeform 3451">
              <a:extLst>
                <a:ext uri="{FF2B5EF4-FFF2-40B4-BE49-F238E27FC236}">
                  <a16:creationId xmlns:a16="http://schemas.microsoft.com/office/drawing/2014/main" id="{ABA0F1C0-D9E8-1917-8ACF-CDD65D9687AB}"/>
                </a:ext>
              </a:extLst>
            </p:cNvPr>
            <p:cNvSpPr/>
            <p:nvPr/>
          </p:nvSpPr>
          <p:spPr>
            <a:xfrm>
              <a:off x="4508026" y="5061185"/>
              <a:ext cx="955" cy="3344"/>
            </a:xfrm>
            <a:custGeom>
              <a:avLst/>
              <a:gdLst>
                <a:gd name="csX0" fmla="*/ 956 w 955"/>
                <a:gd name="csY0" fmla="*/ 3344 h 3344"/>
                <a:gd name="csX1" fmla="*/ 478 w 955"/>
                <a:gd name="csY1" fmla="*/ 0 h 3344"/>
                <a:gd name="csX2" fmla="*/ 0 w 955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3344">
                  <a:moveTo>
                    <a:pt x="956" y="3344"/>
                  </a:moveTo>
                  <a:lnTo>
                    <a:pt x="478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3" name="Freeform 3452">
              <a:extLst>
                <a:ext uri="{FF2B5EF4-FFF2-40B4-BE49-F238E27FC236}">
                  <a16:creationId xmlns:a16="http://schemas.microsoft.com/office/drawing/2014/main" id="{FA7D04EE-9D95-AFB1-89C8-2E7F356786F2}"/>
                </a:ext>
              </a:extLst>
            </p:cNvPr>
            <p:cNvSpPr/>
            <p:nvPr/>
          </p:nvSpPr>
          <p:spPr>
            <a:xfrm>
              <a:off x="4512326" y="5066918"/>
              <a:ext cx="1433" cy="1433"/>
            </a:xfrm>
            <a:custGeom>
              <a:avLst/>
              <a:gdLst>
                <a:gd name="csX0" fmla="*/ 0 w 1433"/>
                <a:gd name="csY0" fmla="*/ 1433 h 1433"/>
                <a:gd name="csX1" fmla="*/ 956 w 1433"/>
                <a:gd name="csY1" fmla="*/ 478 h 1433"/>
                <a:gd name="csX2" fmla="*/ 1433 w 1433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433">
                  <a:moveTo>
                    <a:pt x="0" y="1433"/>
                  </a:moveTo>
                  <a:lnTo>
                    <a:pt x="956" y="478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4" name="Freeform 3453">
              <a:extLst>
                <a:ext uri="{FF2B5EF4-FFF2-40B4-BE49-F238E27FC236}">
                  <a16:creationId xmlns:a16="http://schemas.microsoft.com/office/drawing/2014/main" id="{C21718A2-80DB-F7E7-550C-FE50A56E82BA}"/>
                </a:ext>
              </a:extLst>
            </p:cNvPr>
            <p:cNvSpPr/>
            <p:nvPr/>
          </p:nvSpPr>
          <p:spPr>
            <a:xfrm>
              <a:off x="4513759" y="5070740"/>
              <a:ext cx="477" cy="2388"/>
            </a:xfrm>
            <a:custGeom>
              <a:avLst/>
              <a:gdLst>
                <a:gd name="csX0" fmla="*/ 478 w 477"/>
                <a:gd name="csY0" fmla="*/ 2389 h 2388"/>
                <a:gd name="csX1" fmla="*/ 0 w 477"/>
                <a:gd name="csY1" fmla="*/ 1433 h 2388"/>
                <a:gd name="csX2" fmla="*/ 0 w 477"/>
                <a:gd name="csY2" fmla="*/ 0 h 2388"/>
                <a:gd name="csX3" fmla="*/ 0 w 477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2388">
                  <a:moveTo>
                    <a:pt x="478" y="2389"/>
                  </a:moveTo>
                  <a:lnTo>
                    <a:pt x="0" y="143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5" name="Freeform 3454">
              <a:extLst>
                <a:ext uri="{FF2B5EF4-FFF2-40B4-BE49-F238E27FC236}">
                  <a16:creationId xmlns:a16="http://schemas.microsoft.com/office/drawing/2014/main" id="{FA6E2C64-FD11-BEAC-7772-11CC8ABEE396}"/>
                </a:ext>
              </a:extLst>
            </p:cNvPr>
            <p:cNvSpPr/>
            <p:nvPr/>
          </p:nvSpPr>
          <p:spPr>
            <a:xfrm>
              <a:off x="4514715" y="5075995"/>
              <a:ext cx="1433" cy="6688"/>
            </a:xfrm>
            <a:custGeom>
              <a:avLst/>
              <a:gdLst>
                <a:gd name="csX0" fmla="*/ 1433 w 1433"/>
                <a:gd name="csY0" fmla="*/ 6688 h 6688"/>
                <a:gd name="csX1" fmla="*/ 956 w 1433"/>
                <a:gd name="csY1" fmla="*/ 4777 h 6688"/>
                <a:gd name="csX2" fmla="*/ 0 w 1433"/>
                <a:gd name="csY2" fmla="*/ 1911 h 6688"/>
                <a:gd name="csX3" fmla="*/ 0 w 1433"/>
                <a:gd name="csY3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6688">
                  <a:moveTo>
                    <a:pt x="1433" y="6688"/>
                  </a:moveTo>
                  <a:lnTo>
                    <a:pt x="956" y="4777"/>
                  </a:lnTo>
                  <a:lnTo>
                    <a:pt x="0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6" name="Freeform 3455">
              <a:extLst>
                <a:ext uri="{FF2B5EF4-FFF2-40B4-BE49-F238E27FC236}">
                  <a16:creationId xmlns:a16="http://schemas.microsoft.com/office/drawing/2014/main" id="{B5936C37-70B4-E409-A12B-697792D60FBE}"/>
                </a:ext>
              </a:extLst>
            </p:cNvPr>
            <p:cNvSpPr/>
            <p:nvPr/>
          </p:nvSpPr>
          <p:spPr>
            <a:xfrm>
              <a:off x="4521403" y="5092715"/>
              <a:ext cx="4777" cy="5732"/>
            </a:xfrm>
            <a:custGeom>
              <a:avLst/>
              <a:gdLst>
                <a:gd name="csX0" fmla="*/ 0 w 4777"/>
                <a:gd name="csY0" fmla="*/ 5733 h 5732"/>
                <a:gd name="csX1" fmla="*/ 0 w 4777"/>
                <a:gd name="csY1" fmla="*/ 5733 h 5732"/>
                <a:gd name="csX2" fmla="*/ 2389 w 4777"/>
                <a:gd name="csY2" fmla="*/ 2389 h 5732"/>
                <a:gd name="csX3" fmla="*/ 4299 w 4777"/>
                <a:gd name="csY3" fmla="*/ 478 h 5732"/>
                <a:gd name="csX4" fmla="*/ 4777 w 4777"/>
                <a:gd name="csY4" fmla="*/ 0 h 5732"/>
                <a:gd name="csX5" fmla="*/ 4777 w 4777"/>
                <a:gd name="csY5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7" h="5732">
                  <a:moveTo>
                    <a:pt x="0" y="5733"/>
                  </a:moveTo>
                  <a:lnTo>
                    <a:pt x="0" y="5733"/>
                  </a:lnTo>
                  <a:lnTo>
                    <a:pt x="2389" y="2389"/>
                  </a:lnTo>
                  <a:lnTo>
                    <a:pt x="4299" y="478"/>
                  </a:lnTo>
                  <a:lnTo>
                    <a:pt x="4777" y="0"/>
                  </a:lnTo>
                  <a:lnTo>
                    <a:pt x="47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7" name="Freeform 3456">
              <a:extLst>
                <a:ext uri="{FF2B5EF4-FFF2-40B4-BE49-F238E27FC236}">
                  <a16:creationId xmlns:a16="http://schemas.microsoft.com/office/drawing/2014/main" id="{A78F80A8-E124-4DC2-672F-52E9F85A4BEC}"/>
                </a:ext>
              </a:extLst>
            </p:cNvPr>
            <p:cNvSpPr/>
            <p:nvPr/>
          </p:nvSpPr>
          <p:spPr>
            <a:xfrm>
              <a:off x="4519970" y="5101792"/>
              <a:ext cx="4299" cy="4299"/>
            </a:xfrm>
            <a:custGeom>
              <a:avLst/>
              <a:gdLst>
                <a:gd name="csX0" fmla="*/ 0 w 4299"/>
                <a:gd name="csY0" fmla="*/ 4300 h 4299"/>
                <a:gd name="csX1" fmla="*/ 478 w 4299"/>
                <a:gd name="csY1" fmla="*/ 3344 h 4299"/>
                <a:gd name="csX2" fmla="*/ 956 w 4299"/>
                <a:gd name="csY2" fmla="*/ 3344 h 4299"/>
                <a:gd name="csX3" fmla="*/ 3344 w 4299"/>
                <a:gd name="csY3" fmla="*/ 2867 h 4299"/>
                <a:gd name="csX4" fmla="*/ 3344 w 4299"/>
                <a:gd name="csY4" fmla="*/ 2867 h 4299"/>
                <a:gd name="csX5" fmla="*/ 4300 w 4299"/>
                <a:gd name="csY5" fmla="*/ 1433 h 4299"/>
                <a:gd name="csX6" fmla="*/ 4300 w 4299"/>
                <a:gd name="csY6" fmla="*/ 0 h 4299"/>
                <a:gd name="csX7" fmla="*/ 4300 w 4299"/>
                <a:gd name="csY7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4299">
                  <a:moveTo>
                    <a:pt x="0" y="4300"/>
                  </a:moveTo>
                  <a:lnTo>
                    <a:pt x="478" y="3344"/>
                  </a:lnTo>
                  <a:lnTo>
                    <a:pt x="956" y="3344"/>
                  </a:lnTo>
                  <a:lnTo>
                    <a:pt x="3344" y="2867"/>
                  </a:lnTo>
                  <a:lnTo>
                    <a:pt x="3344" y="2867"/>
                  </a:lnTo>
                  <a:lnTo>
                    <a:pt x="4300" y="1433"/>
                  </a:lnTo>
                  <a:lnTo>
                    <a:pt x="4300" y="0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8" name="Freeform 3457">
              <a:extLst>
                <a:ext uri="{FF2B5EF4-FFF2-40B4-BE49-F238E27FC236}">
                  <a16:creationId xmlns:a16="http://schemas.microsoft.com/office/drawing/2014/main" id="{B0AA84FA-AF95-6F7A-5FC2-92AB9D84C489}"/>
                </a:ext>
              </a:extLst>
            </p:cNvPr>
            <p:cNvSpPr/>
            <p:nvPr/>
          </p:nvSpPr>
          <p:spPr>
            <a:xfrm>
              <a:off x="4519970" y="5106569"/>
              <a:ext cx="1433" cy="5732"/>
            </a:xfrm>
            <a:custGeom>
              <a:avLst/>
              <a:gdLst>
                <a:gd name="csX0" fmla="*/ 478 w 1433"/>
                <a:gd name="csY0" fmla="*/ 5733 h 5732"/>
                <a:gd name="csX1" fmla="*/ 0 w 1433"/>
                <a:gd name="csY1" fmla="*/ 5255 h 5732"/>
                <a:gd name="csX2" fmla="*/ 0 w 1433"/>
                <a:gd name="csY2" fmla="*/ 4300 h 5732"/>
                <a:gd name="csX3" fmla="*/ 956 w 1433"/>
                <a:gd name="csY3" fmla="*/ 3344 h 5732"/>
                <a:gd name="csX4" fmla="*/ 956 w 1433"/>
                <a:gd name="csY4" fmla="*/ 3344 h 5732"/>
                <a:gd name="csX5" fmla="*/ 1433 w 1433"/>
                <a:gd name="csY5" fmla="*/ 2867 h 5732"/>
                <a:gd name="csX6" fmla="*/ 478 w 1433"/>
                <a:gd name="csY6" fmla="*/ 1433 h 5732"/>
                <a:gd name="csX7" fmla="*/ 956 w 1433"/>
                <a:gd name="csY7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5732">
                  <a:moveTo>
                    <a:pt x="478" y="5733"/>
                  </a:moveTo>
                  <a:lnTo>
                    <a:pt x="0" y="5255"/>
                  </a:lnTo>
                  <a:lnTo>
                    <a:pt x="0" y="4300"/>
                  </a:lnTo>
                  <a:lnTo>
                    <a:pt x="956" y="3344"/>
                  </a:lnTo>
                  <a:lnTo>
                    <a:pt x="956" y="3344"/>
                  </a:lnTo>
                  <a:lnTo>
                    <a:pt x="1433" y="2867"/>
                  </a:lnTo>
                  <a:lnTo>
                    <a:pt x="478" y="1433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9" name="Freeform 3458">
              <a:extLst>
                <a:ext uri="{FF2B5EF4-FFF2-40B4-BE49-F238E27FC236}">
                  <a16:creationId xmlns:a16="http://schemas.microsoft.com/office/drawing/2014/main" id="{D9695253-4CD8-DE15-9728-61F5AF78A47D}"/>
                </a:ext>
              </a:extLst>
            </p:cNvPr>
            <p:cNvSpPr/>
            <p:nvPr/>
          </p:nvSpPr>
          <p:spPr>
            <a:xfrm>
              <a:off x="4523792" y="5115646"/>
              <a:ext cx="1910" cy="4299"/>
            </a:xfrm>
            <a:custGeom>
              <a:avLst/>
              <a:gdLst>
                <a:gd name="csX0" fmla="*/ 0 w 1910"/>
                <a:gd name="csY0" fmla="*/ 4299 h 4299"/>
                <a:gd name="csX1" fmla="*/ 0 w 1910"/>
                <a:gd name="csY1" fmla="*/ 2866 h 4299"/>
                <a:gd name="csX2" fmla="*/ 478 w 1910"/>
                <a:gd name="csY2" fmla="*/ 1911 h 4299"/>
                <a:gd name="csX3" fmla="*/ 1911 w 1910"/>
                <a:gd name="csY3" fmla="*/ 478 h 4299"/>
                <a:gd name="csX4" fmla="*/ 1911 w 1910"/>
                <a:gd name="csY4" fmla="*/ 0 h 4299"/>
                <a:gd name="csX5" fmla="*/ 1911 w 1910"/>
                <a:gd name="csY5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4299">
                  <a:moveTo>
                    <a:pt x="0" y="4299"/>
                  </a:moveTo>
                  <a:lnTo>
                    <a:pt x="0" y="2866"/>
                  </a:lnTo>
                  <a:lnTo>
                    <a:pt x="478" y="1911"/>
                  </a:lnTo>
                  <a:lnTo>
                    <a:pt x="1911" y="478"/>
                  </a:lnTo>
                  <a:lnTo>
                    <a:pt x="1911" y="0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0" name="Freeform 3459">
              <a:extLst>
                <a:ext uri="{FF2B5EF4-FFF2-40B4-BE49-F238E27FC236}">
                  <a16:creationId xmlns:a16="http://schemas.microsoft.com/office/drawing/2014/main" id="{0DB64002-8AF8-D9AE-02AC-9226B8F33D49}"/>
                </a:ext>
              </a:extLst>
            </p:cNvPr>
            <p:cNvSpPr/>
            <p:nvPr/>
          </p:nvSpPr>
          <p:spPr>
            <a:xfrm>
              <a:off x="4523791" y="5120424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1" name="Freeform 3460">
              <a:extLst>
                <a:ext uri="{FF2B5EF4-FFF2-40B4-BE49-F238E27FC236}">
                  <a16:creationId xmlns:a16="http://schemas.microsoft.com/office/drawing/2014/main" id="{1F26E883-29EA-2837-4E1A-1F40AF1FBE59}"/>
                </a:ext>
              </a:extLst>
            </p:cNvPr>
            <p:cNvSpPr/>
            <p:nvPr/>
          </p:nvSpPr>
          <p:spPr>
            <a:xfrm>
              <a:off x="4532868" y="5137622"/>
              <a:ext cx="955" cy="4299"/>
            </a:xfrm>
            <a:custGeom>
              <a:avLst/>
              <a:gdLst>
                <a:gd name="csX0" fmla="*/ 956 w 955"/>
                <a:gd name="csY0" fmla="*/ 4300 h 4299"/>
                <a:gd name="csX1" fmla="*/ 478 w 955"/>
                <a:gd name="csY1" fmla="*/ 1911 h 4299"/>
                <a:gd name="csX2" fmla="*/ 0 w 955"/>
                <a:gd name="csY2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299">
                  <a:moveTo>
                    <a:pt x="956" y="4300"/>
                  </a:moveTo>
                  <a:lnTo>
                    <a:pt x="478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2" name="Freeform 3461">
              <a:extLst>
                <a:ext uri="{FF2B5EF4-FFF2-40B4-BE49-F238E27FC236}">
                  <a16:creationId xmlns:a16="http://schemas.microsoft.com/office/drawing/2014/main" id="{DC49F59D-AE3D-93D3-94C0-2D9181AE50A3}"/>
                </a:ext>
              </a:extLst>
            </p:cNvPr>
            <p:cNvSpPr/>
            <p:nvPr/>
          </p:nvSpPr>
          <p:spPr>
            <a:xfrm>
              <a:off x="4535257" y="5143355"/>
              <a:ext cx="955" cy="4299"/>
            </a:xfrm>
            <a:custGeom>
              <a:avLst/>
              <a:gdLst>
                <a:gd name="csX0" fmla="*/ 956 w 955"/>
                <a:gd name="csY0" fmla="*/ 4300 h 4299"/>
                <a:gd name="csX1" fmla="*/ 956 w 955"/>
                <a:gd name="csY1" fmla="*/ 2866 h 4299"/>
                <a:gd name="csX2" fmla="*/ 0 w 955"/>
                <a:gd name="csY2" fmla="*/ 0 h 4299"/>
                <a:gd name="csX3" fmla="*/ 0 w 955"/>
                <a:gd name="csY3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299">
                  <a:moveTo>
                    <a:pt x="956" y="4300"/>
                  </a:moveTo>
                  <a:lnTo>
                    <a:pt x="956" y="2866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3" name="Freeform 3462">
              <a:extLst>
                <a:ext uri="{FF2B5EF4-FFF2-40B4-BE49-F238E27FC236}">
                  <a16:creationId xmlns:a16="http://schemas.microsoft.com/office/drawing/2014/main" id="{406D9100-4750-4EA0-FC74-1D420AF9A9D8}"/>
                </a:ext>
              </a:extLst>
            </p:cNvPr>
            <p:cNvSpPr/>
            <p:nvPr/>
          </p:nvSpPr>
          <p:spPr>
            <a:xfrm>
              <a:off x="4551022" y="5138577"/>
              <a:ext cx="90290" cy="20064"/>
            </a:xfrm>
            <a:custGeom>
              <a:avLst/>
              <a:gdLst>
                <a:gd name="csX0" fmla="*/ 90291 w 90290"/>
                <a:gd name="csY0" fmla="*/ 8121 h 20064"/>
                <a:gd name="csX1" fmla="*/ 89813 w 90290"/>
                <a:gd name="csY1" fmla="*/ 8121 h 20064"/>
                <a:gd name="csX2" fmla="*/ 89813 w 90290"/>
                <a:gd name="csY2" fmla="*/ 8121 h 20064"/>
                <a:gd name="csX3" fmla="*/ 88380 w 90290"/>
                <a:gd name="csY3" fmla="*/ 7166 h 20064"/>
                <a:gd name="csX4" fmla="*/ 88380 w 90290"/>
                <a:gd name="csY4" fmla="*/ 6688 h 20064"/>
                <a:gd name="csX5" fmla="*/ 86947 w 90290"/>
                <a:gd name="csY5" fmla="*/ 4777 h 20064"/>
                <a:gd name="csX6" fmla="*/ 86469 w 90290"/>
                <a:gd name="csY6" fmla="*/ 3822 h 20064"/>
                <a:gd name="csX7" fmla="*/ 86469 w 90290"/>
                <a:gd name="csY7" fmla="*/ 3822 h 20064"/>
                <a:gd name="csX8" fmla="*/ 77870 w 90290"/>
                <a:gd name="csY8" fmla="*/ 3822 h 20064"/>
                <a:gd name="csX9" fmla="*/ 77870 w 90290"/>
                <a:gd name="csY9" fmla="*/ 3822 h 20064"/>
                <a:gd name="csX10" fmla="*/ 69749 w 90290"/>
                <a:gd name="csY10" fmla="*/ 3822 h 20064"/>
                <a:gd name="csX11" fmla="*/ 69271 w 90290"/>
                <a:gd name="csY11" fmla="*/ 4300 h 20064"/>
                <a:gd name="csX12" fmla="*/ 67838 w 90290"/>
                <a:gd name="csY12" fmla="*/ 4300 h 20064"/>
                <a:gd name="csX13" fmla="*/ 67838 w 90290"/>
                <a:gd name="csY13" fmla="*/ 4300 h 20064"/>
                <a:gd name="csX14" fmla="*/ 66882 w 90290"/>
                <a:gd name="csY14" fmla="*/ 3822 h 20064"/>
                <a:gd name="csX15" fmla="*/ 66405 w 90290"/>
                <a:gd name="csY15" fmla="*/ 3822 h 20064"/>
                <a:gd name="csX16" fmla="*/ 64971 w 90290"/>
                <a:gd name="csY16" fmla="*/ 4300 h 20064"/>
                <a:gd name="csX17" fmla="*/ 64016 w 90290"/>
                <a:gd name="csY17" fmla="*/ 5255 h 20064"/>
                <a:gd name="csX18" fmla="*/ 61150 w 90290"/>
                <a:gd name="csY18" fmla="*/ 10988 h 20064"/>
                <a:gd name="csX19" fmla="*/ 59239 w 90290"/>
                <a:gd name="csY19" fmla="*/ 13376 h 20064"/>
                <a:gd name="csX20" fmla="*/ 58283 w 90290"/>
                <a:gd name="csY20" fmla="*/ 15765 h 20064"/>
                <a:gd name="csX21" fmla="*/ 58283 w 90290"/>
                <a:gd name="csY21" fmla="*/ 15765 h 20064"/>
                <a:gd name="csX22" fmla="*/ 57328 w 90290"/>
                <a:gd name="csY22" fmla="*/ 19587 h 20064"/>
                <a:gd name="csX23" fmla="*/ 57328 w 90290"/>
                <a:gd name="csY23" fmla="*/ 20065 h 20064"/>
                <a:gd name="csX24" fmla="*/ 56850 w 90290"/>
                <a:gd name="csY24" fmla="*/ 20065 h 20064"/>
                <a:gd name="csX25" fmla="*/ 56372 w 90290"/>
                <a:gd name="csY25" fmla="*/ 18632 h 20064"/>
                <a:gd name="csX26" fmla="*/ 54461 w 90290"/>
                <a:gd name="csY26" fmla="*/ 15287 h 20064"/>
                <a:gd name="csX27" fmla="*/ 53984 w 90290"/>
                <a:gd name="csY27" fmla="*/ 13376 h 20064"/>
                <a:gd name="csX28" fmla="*/ 53984 w 90290"/>
                <a:gd name="csY28" fmla="*/ 13376 h 20064"/>
                <a:gd name="csX29" fmla="*/ 53028 w 90290"/>
                <a:gd name="csY29" fmla="*/ 10988 h 20064"/>
                <a:gd name="csX30" fmla="*/ 51595 w 90290"/>
                <a:gd name="csY30" fmla="*/ 8121 h 20064"/>
                <a:gd name="csX31" fmla="*/ 49684 w 90290"/>
                <a:gd name="csY31" fmla="*/ 7644 h 20064"/>
                <a:gd name="csX32" fmla="*/ 48728 w 90290"/>
                <a:gd name="csY32" fmla="*/ 7166 h 20064"/>
                <a:gd name="csX33" fmla="*/ 47295 w 90290"/>
                <a:gd name="csY33" fmla="*/ 6688 h 20064"/>
                <a:gd name="csX34" fmla="*/ 46818 w 90290"/>
                <a:gd name="csY34" fmla="*/ 6688 h 20064"/>
                <a:gd name="csX35" fmla="*/ 43951 w 90290"/>
                <a:gd name="csY35" fmla="*/ 5733 h 20064"/>
                <a:gd name="csX36" fmla="*/ 42518 w 90290"/>
                <a:gd name="csY36" fmla="*/ 5733 h 20064"/>
                <a:gd name="csX37" fmla="*/ 33919 w 90290"/>
                <a:gd name="csY37" fmla="*/ 5733 h 20064"/>
                <a:gd name="csX38" fmla="*/ 33919 w 90290"/>
                <a:gd name="csY38" fmla="*/ 5733 h 20064"/>
                <a:gd name="csX39" fmla="*/ 33919 w 90290"/>
                <a:gd name="csY39" fmla="*/ 5733 h 20064"/>
                <a:gd name="csX40" fmla="*/ 33441 w 90290"/>
                <a:gd name="csY40" fmla="*/ 5733 h 20064"/>
                <a:gd name="csX41" fmla="*/ 30097 w 90290"/>
                <a:gd name="csY41" fmla="*/ 5733 h 20064"/>
                <a:gd name="csX42" fmla="*/ 30097 w 90290"/>
                <a:gd name="csY42" fmla="*/ 5733 h 20064"/>
                <a:gd name="csX43" fmla="*/ 28186 w 90290"/>
                <a:gd name="csY43" fmla="*/ 5733 h 20064"/>
                <a:gd name="csX44" fmla="*/ 28186 w 90290"/>
                <a:gd name="csY44" fmla="*/ 5733 h 20064"/>
                <a:gd name="csX45" fmla="*/ 26753 w 90290"/>
                <a:gd name="csY45" fmla="*/ 4300 h 20064"/>
                <a:gd name="csX46" fmla="*/ 22453 w 90290"/>
                <a:gd name="csY46" fmla="*/ 1433 h 20064"/>
                <a:gd name="csX47" fmla="*/ 21976 w 90290"/>
                <a:gd name="csY47" fmla="*/ 478 h 20064"/>
                <a:gd name="csX48" fmla="*/ 20543 w 90290"/>
                <a:gd name="csY48" fmla="*/ 0 h 20064"/>
                <a:gd name="csX49" fmla="*/ 19587 w 90290"/>
                <a:gd name="csY49" fmla="*/ 0 h 20064"/>
                <a:gd name="csX50" fmla="*/ 19109 w 90290"/>
                <a:gd name="csY50" fmla="*/ 478 h 20064"/>
                <a:gd name="csX51" fmla="*/ 18154 w 90290"/>
                <a:gd name="csY51" fmla="*/ 2866 h 20064"/>
                <a:gd name="csX52" fmla="*/ 17676 w 90290"/>
                <a:gd name="csY52" fmla="*/ 4777 h 20064"/>
                <a:gd name="csX53" fmla="*/ 17676 w 90290"/>
                <a:gd name="csY53" fmla="*/ 4777 h 20064"/>
                <a:gd name="csX54" fmla="*/ 16721 w 90290"/>
                <a:gd name="csY54" fmla="*/ 6210 h 20064"/>
                <a:gd name="csX55" fmla="*/ 16721 w 90290"/>
                <a:gd name="csY55" fmla="*/ 6210 h 20064"/>
                <a:gd name="csX56" fmla="*/ 13854 w 90290"/>
                <a:gd name="csY56" fmla="*/ 6688 h 20064"/>
                <a:gd name="csX57" fmla="*/ 10988 w 90290"/>
                <a:gd name="csY57" fmla="*/ 7644 h 20064"/>
                <a:gd name="csX58" fmla="*/ 9555 w 90290"/>
                <a:gd name="csY58" fmla="*/ 8121 h 20064"/>
                <a:gd name="csX59" fmla="*/ 9077 w 90290"/>
                <a:gd name="csY59" fmla="*/ 9077 h 20064"/>
                <a:gd name="csX60" fmla="*/ 9077 w 90290"/>
                <a:gd name="csY60" fmla="*/ 9077 h 20064"/>
                <a:gd name="csX61" fmla="*/ 8599 w 90290"/>
                <a:gd name="csY61" fmla="*/ 10510 h 20064"/>
                <a:gd name="csX62" fmla="*/ 8121 w 90290"/>
                <a:gd name="csY62" fmla="*/ 11943 h 20064"/>
                <a:gd name="csX63" fmla="*/ 4300 w 90290"/>
                <a:gd name="csY63" fmla="*/ 13854 h 20064"/>
                <a:gd name="csX64" fmla="*/ 3344 w 90290"/>
                <a:gd name="csY64" fmla="*/ 14809 h 20064"/>
                <a:gd name="csX65" fmla="*/ 2867 w 90290"/>
                <a:gd name="csY65" fmla="*/ 16721 h 20064"/>
                <a:gd name="csX66" fmla="*/ 956 w 90290"/>
                <a:gd name="csY66" fmla="*/ 19109 h 20064"/>
                <a:gd name="csX67" fmla="*/ 0 w 90290"/>
                <a:gd name="csY67" fmla="*/ 20065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</a:cxnLst>
              <a:rect l="l" t="t" r="r" b="b"/>
              <a:pathLst>
                <a:path w="90290" h="20064">
                  <a:moveTo>
                    <a:pt x="90291" y="8121"/>
                  </a:moveTo>
                  <a:lnTo>
                    <a:pt x="89813" y="8121"/>
                  </a:lnTo>
                  <a:lnTo>
                    <a:pt x="89813" y="8121"/>
                  </a:lnTo>
                  <a:lnTo>
                    <a:pt x="88380" y="7166"/>
                  </a:lnTo>
                  <a:lnTo>
                    <a:pt x="88380" y="6688"/>
                  </a:lnTo>
                  <a:lnTo>
                    <a:pt x="86947" y="4777"/>
                  </a:lnTo>
                  <a:lnTo>
                    <a:pt x="86469" y="3822"/>
                  </a:lnTo>
                  <a:lnTo>
                    <a:pt x="86469" y="3822"/>
                  </a:lnTo>
                  <a:lnTo>
                    <a:pt x="77870" y="3822"/>
                  </a:lnTo>
                  <a:lnTo>
                    <a:pt x="77870" y="3822"/>
                  </a:lnTo>
                  <a:lnTo>
                    <a:pt x="69749" y="3822"/>
                  </a:lnTo>
                  <a:lnTo>
                    <a:pt x="69271" y="4300"/>
                  </a:lnTo>
                  <a:lnTo>
                    <a:pt x="67838" y="4300"/>
                  </a:lnTo>
                  <a:lnTo>
                    <a:pt x="67838" y="4300"/>
                  </a:lnTo>
                  <a:lnTo>
                    <a:pt x="66882" y="3822"/>
                  </a:lnTo>
                  <a:lnTo>
                    <a:pt x="66405" y="3822"/>
                  </a:lnTo>
                  <a:lnTo>
                    <a:pt x="64971" y="4300"/>
                  </a:lnTo>
                  <a:lnTo>
                    <a:pt x="64016" y="5255"/>
                  </a:lnTo>
                  <a:lnTo>
                    <a:pt x="61150" y="10988"/>
                  </a:lnTo>
                  <a:lnTo>
                    <a:pt x="59239" y="13376"/>
                  </a:lnTo>
                  <a:lnTo>
                    <a:pt x="58283" y="15765"/>
                  </a:lnTo>
                  <a:lnTo>
                    <a:pt x="58283" y="15765"/>
                  </a:lnTo>
                  <a:lnTo>
                    <a:pt x="57328" y="19587"/>
                  </a:lnTo>
                  <a:lnTo>
                    <a:pt x="57328" y="20065"/>
                  </a:lnTo>
                  <a:lnTo>
                    <a:pt x="56850" y="20065"/>
                  </a:lnTo>
                  <a:lnTo>
                    <a:pt x="56372" y="18632"/>
                  </a:lnTo>
                  <a:lnTo>
                    <a:pt x="54461" y="15287"/>
                  </a:lnTo>
                  <a:lnTo>
                    <a:pt x="53984" y="13376"/>
                  </a:lnTo>
                  <a:lnTo>
                    <a:pt x="53984" y="13376"/>
                  </a:lnTo>
                  <a:lnTo>
                    <a:pt x="53028" y="10988"/>
                  </a:lnTo>
                  <a:lnTo>
                    <a:pt x="51595" y="8121"/>
                  </a:lnTo>
                  <a:lnTo>
                    <a:pt x="49684" y="7644"/>
                  </a:lnTo>
                  <a:lnTo>
                    <a:pt x="48728" y="7166"/>
                  </a:lnTo>
                  <a:lnTo>
                    <a:pt x="47295" y="6688"/>
                  </a:lnTo>
                  <a:lnTo>
                    <a:pt x="46818" y="6688"/>
                  </a:lnTo>
                  <a:lnTo>
                    <a:pt x="43951" y="5733"/>
                  </a:lnTo>
                  <a:lnTo>
                    <a:pt x="42518" y="5733"/>
                  </a:lnTo>
                  <a:lnTo>
                    <a:pt x="33919" y="5733"/>
                  </a:lnTo>
                  <a:lnTo>
                    <a:pt x="33919" y="5733"/>
                  </a:lnTo>
                  <a:lnTo>
                    <a:pt x="33919" y="5733"/>
                  </a:lnTo>
                  <a:lnTo>
                    <a:pt x="33441" y="5733"/>
                  </a:lnTo>
                  <a:lnTo>
                    <a:pt x="30097" y="5733"/>
                  </a:lnTo>
                  <a:lnTo>
                    <a:pt x="30097" y="5733"/>
                  </a:lnTo>
                  <a:lnTo>
                    <a:pt x="28186" y="5733"/>
                  </a:lnTo>
                  <a:lnTo>
                    <a:pt x="28186" y="5733"/>
                  </a:lnTo>
                  <a:lnTo>
                    <a:pt x="26753" y="4300"/>
                  </a:lnTo>
                  <a:lnTo>
                    <a:pt x="22453" y="1433"/>
                  </a:lnTo>
                  <a:lnTo>
                    <a:pt x="21976" y="478"/>
                  </a:lnTo>
                  <a:lnTo>
                    <a:pt x="20543" y="0"/>
                  </a:lnTo>
                  <a:lnTo>
                    <a:pt x="19587" y="0"/>
                  </a:lnTo>
                  <a:lnTo>
                    <a:pt x="19109" y="478"/>
                  </a:lnTo>
                  <a:lnTo>
                    <a:pt x="18154" y="2866"/>
                  </a:lnTo>
                  <a:lnTo>
                    <a:pt x="17676" y="4777"/>
                  </a:lnTo>
                  <a:lnTo>
                    <a:pt x="17676" y="4777"/>
                  </a:lnTo>
                  <a:lnTo>
                    <a:pt x="16721" y="6210"/>
                  </a:lnTo>
                  <a:lnTo>
                    <a:pt x="16721" y="6210"/>
                  </a:lnTo>
                  <a:lnTo>
                    <a:pt x="13854" y="6688"/>
                  </a:lnTo>
                  <a:lnTo>
                    <a:pt x="10988" y="7644"/>
                  </a:lnTo>
                  <a:lnTo>
                    <a:pt x="9555" y="8121"/>
                  </a:lnTo>
                  <a:lnTo>
                    <a:pt x="9077" y="9077"/>
                  </a:lnTo>
                  <a:lnTo>
                    <a:pt x="9077" y="9077"/>
                  </a:lnTo>
                  <a:lnTo>
                    <a:pt x="8599" y="10510"/>
                  </a:lnTo>
                  <a:lnTo>
                    <a:pt x="8121" y="11943"/>
                  </a:lnTo>
                  <a:lnTo>
                    <a:pt x="4300" y="13854"/>
                  </a:lnTo>
                  <a:lnTo>
                    <a:pt x="3344" y="14809"/>
                  </a:lnTo>
                  <a:lnTo>
                    <a:pt x="2867" y="16721"/>
                  </a:lnTo>
                  <a:lnTo>
                    <a:pt x="956" y="19109"/>
                  </a:lnTo>
                  <a:lnTo>
                    <a:pt x="0" y="2006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4" name="Freeform 3463">
              <a:extLst>
                <a:ext uri="{FF2B5EF4-FFF2-40B4-BE49-F238E27FC236}">
                  <a16:creationId xmlns:a16="http://schemas.microsoft.com/office/drawing/2014/main" id="{87FB96E4-163A-B8EF-9503-3BCDBE8DAD09}"/>
                </a:ext>
              </a:extLst>
            </p:cNvPr>
            <p:cNvSpPr/>
            <p:nvPr/>
          </p:nvSpPr>
          <p:spPr>
            <a:xfrm>
              <a:off x="4693863" y="5089849"/>
              <a:ext cx="18153" cy="477"/>
            </a:xfrm>
            <a:custGeom>
              <a:avLst/>
              <a:gdLst>
                <a:gd name="csX0" fmla="*/ 18154 w 18153"/>
                <a:gd name="csY0" fmla="*/ 0 h 477"/>
                <a:gd name="csX1" fmla="*/ 9077 w 18153"/>
                <a:gd name="csY1" fmla="*/ 0 h 477"/>
                <a:gd name="csX2" fmla="*/ 0 w 18153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8153" h="477">
                  <a:moveTo>
                    <a:pt x="18154" y="0"/>
                  </a:moveTo>
                  <a:lnTo>
                    <a:pt x="9077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5" name="Freeform 3464">
              <a:extLst>
                <a:ext uri="{FF2B5EF4-FFF2-40B4-BE49-F238E27FC236}">
                  <a16:creationId xmlns:a16="http://schemas.microsoft.com/office/drawing/2014/main" id="{28B4DAB4-88FD-7D41-7A03-DF2F7F150DA5}"/>
                </a:ext>
              </a:extLst>
            </p:cNvPr>
            <p:cNvSpPr/>
            <p:nvPr/>
          </p:nvSpPr>
          <p:spPr>
            <a:xfrm>
              <a:off x="4528091" y="4510363"/>
              <a:ext cx="2866" cy="5254"/>
            </a:xfrm>
            <a:custGeom>
              <a:avLst/>
              <a:gdLst>
                <a:gd name="csX0" fmla="*/ 2867 w 2866"/>
                <a:gd name="csY0" fmla="*/ 2866 h 5254"/>
                <a:gd name="csX1" fmla="*/ 1911 w 2866"/>
                <a:gd name="csY1" fmla="*/ 5255 h 5254"/>
                <a:gd name="csX2" fmla="*/ 1433 w 2866"/>
                <a:gd name="csY2" fmla="*/ 4300 h 5254"/>
                <a:gd name="csX3" fmla="*/ 1433 w 2866"/>
                <a:gd name="csY3" fmla="*/ 2389 h 5254"/>
                <a:gd name="csX4" fmla="*/ 956 w 2866"/>
                <a:gd name="csY4" fmla="*/ 1911 h 5254"/>
                <a:gd name="csX5" fmla="*/ 0 w 2866"/>
                <a:gd name="csY5" fmla="*/ 1433 h 5254"/>
                <a:gd name="csX6" fmla="*/ 0 w 2866"/>
                <a:gd name="csY6" fmla="*/ 956 h 5254"/>
                <a:gd name="csX7" fmla="*/ 0 w 2866"/>
                <a:gd name="csY7" fmla="*/ 0 h 5254"/>
                <a:gd name="csX8" fmla="*/ 2867 w 2866"/>
                <a:gd name="csY8" fmla="*/ 1433 h 5254"/>
                <a:gd name="csX9" fmla="*/ 2867 w 2866"/>
                <a:gd name="csY9" fmla="*/ 2866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5254">
                  <a:moveTo>
                    <a:pt x="2867" y="2866"/>
                  </a:moveTo>
                  <a:lnTo>
                    <a:pt x="1911" y="5255"/>
                  </a:lnTo>
                  <a:lnTo>
                    <a:pt x="1433" y="4300"/>
                  </a:lnTo>
                  <a:lnTo>
                    <a:pt x="1433" y="2389"/>
                  </a:lnTo>
                  <a:lnTo>
                    <a:pt x="956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2867" y="1433"/>
                  </a:lnTo>
                  <a:lnTo>
                    <a:pt x="2867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6" name="Freeform 3465">
              <a:extLst>
                <a:ext uri="{FF2B5EF4-FFF2-40B4-BE49-F238E27FC236}">
                  <a16:creationId xmlns:a16="http://schemas.microsoft.com/office/drawing/2014/main" id="{DBC2F907-495F-3A6B-A760-49306D8AC90C}"/>
                </a:ext>
              </a:extLst>
            </p:cNvPr>
            <p:cNvSpPr/>
            <p:nvPr/>
          </p:nvSpPr>
          <p:spPr>
            <a:xfrm>
              <a:off x="4634147" y="4412429"/>
              <a:ext cx="1433" cy="1433"/>
            </a:xfrm>
            <a:custGeom>
              <a:avLst/>
              <a:gdLst>
                <a:gd name="csX0" fmla="*/ 1433 w 1433"/>
                <a:gd name="csY0" fmla="*/ 956 h 1433"/>
                <a:gd name="csX1" fmla="*/ 956 w 1433"/>
                <a:gd name="csY1" fmla="*/ 1433 h 1433"/>
                <a:gd name="csX2" fmla="*/ 478 w 1433"/>
                <a:gd name="csY2" fmla="*/ 1433 h 1433"/>
                <a:gd name="csX3" fmla="*/ 478 w 1433"/>
                <a:gd name="csY3" fmla="*/ 956 h 1433"/>
                <a:gd name="csX4" fmla="*/ 0 w 1433"/>
                <a:gd name="csY4" fmla="*/ 0 h 1433"/>
                <a:gd name="csX5" fmla="*/ 478 w 1433"/>
                <a:gd name="csY5" fmla="*/ 478 h 1433"/>
                <a:gd name="csX6" fmla="*/ 956 w 1433"/>
                <a:gd name="csY6" fmla="*/ 478 h 1433"/>
                <a:gd name="csX7" fmla="*/ 956 w 1433"/>
                <a:gd name="csY7" fmla="*/ 478 h 1433"/>
                <a:gd name="csX8" fmla="*/ 1433 w 1433"/>
                <a:gd name="csY8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1433">
                  <a:moveTo>
                    <a:pt x="1433" y="956"/>
                  </a:moveTo>
                  <a:lnTo>
                    <a:pt x="956" y="1433"/>
                  </a:lnTo>
                  <a:lnTo>
                    <a:pt x="478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956" y="478"/>
                  </a:lnTo>
                  <a:lnTo>
                    <a:pt x="956" y="478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7" name="Freeform 3466">
              <a:extLst>
                <a:ext uri="{FF2B5EF4-FFF2-40B4-BE49-F238E27FC236}">
                  <a16:creationId xmlns:a16="http://schemas.microsoft.com/office/drawing/2014/main" id="{DDC3830C-1E06-438B-C1A4-F9EAF2C542C0}"/>
                </a:ext>
              </a:extLst>
            </p:cNvPr>
            <p:cNvSpPr/>
            <p:nvPr/>
          </p:nvSpPr>
          <p:spPr>
            <a:xfrm>
              <a:off x="4629370" y="4410518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478 h 477"/>
                <a:gd name="csX2" fmla="*/ 0 w 477"/>
                <a:gd name="csY2" fmla="*/ 478 h 477"/>
                <a:gd name="csX3" fmla="*/ 0 w 477"/>
                <a:gd name="csY3" fmla="*/ 0 h 477"/>
                <a:gd name="csX4" fmla="*/ 0 w 477"/>
                <a:gd name="csY4" fmla="*/ 0 h 477"/>
                <a:gd name="csX5" fmla="*/ 478 w 477"/>
                <a:gd name="csY5" fmla="*/ 0 h 477"/>
                <a:gd name="csX6" fmla="*/ 478 w 477"/>
                <a:gd name="csY6" fmla="*/ 0 h 477"/>
                <a:gd name="csX7" fmla="*/ 478 w 477"/>
                <a:gd name="csY7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8" name="Freeform 3467">
              <a:extLst>
                <a:ext uri="{FF2B5EF4-FFF2-40B4-BE49-F238E27FC236}">
                  <a16:creationId xmlns:a16="http://schemas.microsoft.com/office/drawing/2014/main" id="{869A488B-21C6-E827-6DFB-57161C905818}"/>
                </a:ext>
              </a:extLst>
            </p:cNvPr>
            <p:cNvSpPr/>
            <p:nvPr/>
          </p:nvSpPr>
          <p:spPr>
            <a:xfrm>
              <a:off x="4762178" y="4699544"/>
              <a:ext cx="1433" cy="477"/>
            </a:xfrm>
            <a:custGeom>
              <a:avLst/>
              <a:gdLst>
                <a:gd name="csX0" fmla="*/ 0 w 1433"/>
                <a:gd name="csY0" fmla="*/ 478 h 477"/>
                <a:gd name="csX1" fmla="*/ 956 w 1433"/>
                <a:gd name="csY1" fmla="*/ 0 h 477"/>
                <a:gd name="csX2" fmla="*/ 1433 w 1433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477">
                  <a:moveTo>
                    <a:pt x="0" y="478"/>
                  </a:moveTo>
                  <a:lnTo>
                    <a:pt x="956" y="0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9" name="Freeform 3468">
              <a:extLst>
                <a:ext uri="{FF2B5EF4-FFF2-40B4-BE49-F238E27FC236}">
                  <a16:creationId xmlns:a16="http://schemas.microsoft.com/office/drawing/2014/main" id="{38731C7B-C3B1-1514-619B-7A6EF9707ABE}"/>
                </a:ext>
              </a:extLst>
            </p:cNvPr>
            <p:cNvSpPr/>
            <p:nvPr/>
          </p:nvSpPr>
          <p:spPr>
            <a:xfrm>
              <a:off x="4747846" y="4698111"/>
              <a:ext cx="3344" cy="955"/>
            </a:xfrm>
            <a:custGeom>
              <a:avLst/>
              <a:gdLst>
                <a:gd name="csX0" fmla="*/ 0 w 3344"/>
                <a:gd name="csY0" fmla="*/ 956 h 955"/>
                <a:gd name="csX1" fmla="*/ 478 w 3344"/>
                <a:gd name="csY1" fmla="*/ 956 h 955"/>
                <a:gd name="csX2" fmla="*/ 1911 w 3344"/>
                <a:gd name="csY2" fmla="*/ 478 h 955"/>
                <a:gd name="csX3" fmla="*/ 3344 w 3344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955">
                  <a:moveTo>
                    <a:pt x="0" y="956"/>
                  </a:moveTo>
                  <a:lnTo>
                    <a:pt x="478" y="956"/>
                  </a:lnTo>
                  <a:lnTo>
                    <a:pt x="1911" y="478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0" name="Freeform 3469">
              <a:extLst>
                <a:ext uri="{FF2B5EF4-FFF2-40B4-BE49-F238E27FC236}">
                  <a16:creationId xmlns:a16="http://schemas.microsoft.com/office/drawing/2014/main" id="{4C92C33B-D36E-7AB9-502C-E93C44E7C010}"/>
                </a:ext>
              </a:extLst>
            </p:cNvPr>
            <p:cNvSpPr/>
            <p:nvPr/>
          </p:nvSpPr>
          <p:spPr>
            <a:xfrm>
              <a:off x="4741636" y="4699066"/>
              <a:ext cx="5254" cy="4777"/>
            </a:xfrm>
            <a:custGeom>
              <a:avLst/>
              <a:gdLst>
                <a:gd name="csX0" fmla="*/ 0 w 5254"/>
                <a:gd name="csY0" fmla="*/ 4777 h 4777"/>
                <a:gd name="csX1" fmla="*/ 0 w 5254"/>
                <a:gd name="csY1" fmla="*/ 4777 h 4777"/>
                <a:gd name="csX2" fmla="*/ 956 w 5254"/>
                <a:gd name="csY2" fmla="*/ 4300 h 4777"/>
                <a:gd name="csX3" fmla="*/ 1911 w 5254"/>
                <a:gd name="csY3" fmla="*/ 3344 h 4777"/>
                <a:gd name="csX4" fmla="*/ 3822 w 5254"/>
                <a:gd name="csY4" fmla="*/ 956 h 4777"/>
                <a:gd name="csX5" fmla="*/ 4777 w 5254"/>
                <a:gd name="csY5" fmla="*/ 478 h 4777"/>
                <a:gd name="csX6" fmla="*/ 5255 w 5254"/>
                <a:gd name="csY6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4" h="4777">
                  <a:moveTo>
                    <a:pt x="0" y="4777"/>
                  </a:moveTo>
                  <a:lnTo>
                    <a:pt x="0" y="4777"/>
                  </a:lnTo>
                  <a:lnTo>
                    <a:pt x="956" y="4300"/>
                  </a:lnTo>
                  <a:lnTo>
                    <a:pt x="1911" y="3344"/>
                  </a:lnTo>
                  <a:lnTo>
                    <a:pt x="3822" y="956"/>
                  </a:lnTo>
                  <a:lnTo>
                    <a:pt x="4777" y="478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1" name="Freeform 3470">
              <a:extLst>
                <a:ext uri="{FF2B5EF4-FFF2-40B4-BE49-F238E27FC236}">
                  <a16:creationId xmlns:a16="http://schemas.microsoft.com/office/drawing/2014/main" id="{1D1F7955-15C0-3508-5B50-80B2AE0D1E7B}"/>
                </a:ext>
              </a:extLst>
            </p:cNvPr>
            <p:cNvSpPr/>
            <p:nvPr/>
          </p:nvSpPr>
          <p:spPr>
            <a:xfrm>
              <a:off x="4735903" y="4703844"/>
              <a:ext cx="1911" cy="477"/>
            </a:xfrm>
            <a:custGeom>
              <a:avLst/>
              <a:gdLst>
                <a:gd name="csX0" fmla="*/ 0 w 1911"/>
                <a:gd name="csY0" fmla="*/ 478 h 477"/>
                <a:gd name="csX1" fmla="*/ 478 w 1911"/>
                <a:gd name="csY1" fmla="*/ 478 h 477"/>
                <a:gd name="csX2" fmla="*/ 1911 w 1911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477">
                  <a:moveTo>
                    <a:pt x="0" y="478"/>
                  </a:moveTo>
                  <a:lnTo>
                    <a:pt x="478" y="478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2" name="Freeform 3471">
              <a:extLst>
                <a:ext uri="{FF2B5EF4-FFF2-40B4-BE49-F238E27FC236}">
                  <a16:creationId xmlns:a16="http://schemas.microsoft.com/office/drawing/2014/main" id="{356CB09F-5FCC-77EB-842B-C52F9E1B990C}"/>
                </a:ext>
              </a:extLst>
            </p:cNvPr>
            <p:cNvSpPr/>
            <p:nvPr/>
          </p:nvSpPr>
          <p:spPr>
            <a:xfrm>
              <a:off x="4733037" y="4704799"/>
              <a:ext cx="955" cy="2388"/>
            </a:xfrm>
            <a:custGeom>
              <a:avLst/>
              <a:gdLst>
                <a:gd name="csX0" fmla="*/ 0 w 955"/>
                <a:gd name="csY0" fmla="*/ 2389 h 2388"/>
                <a:gd name="csX1" fmla="*/ 0 w 955"/>
                <a:gd name="csY1" fmla="*/ 2389 h 2388"/>
                <a:gd name="csX2" fmla="*/ 478 w 955"/>
                <a:gd name="csY2" fmla="*/ 1911 h 2388"/>
                <a:gd name="csX3" fmla="*/ 956 w 955"/>
                <a:gd name="csY3" fmla="*/ 1433 h 2388"/>
                <a:gd name="csX4" fmla="*/ 956 w 955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2388">
                  <a:moveTo>
                    <a:pt x="0" y="2389"/>
                  </a:moveTo>
                  <a:lnTo>
                    <a:pt x="0" y="2389"/>
                  </a:lnTo>
                  <a:lnTo>
                    <a:pt x="478" y="1911"/>
                  </a:lnTo>
                  <a:lnTo>
                    <a:pt x="956" y="1433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3" name="Freeform 3472">
              <a:extLst>
                <a:ext uri="{FF2B5EF4-FFF2-40B4-BE49-F238E27FC236}">
                  <a16:creationId xmlns:a16="http://schemas.microsoft.com/office/drawing/2014/main" id="{78B8C307-BCF9-3EFE-04F1-B4C79279EFD6}"/>
                </a:ext>
              </a:extLst>
            </p:cNvPr>
            <p:cNvSpPr/>
            <p:nvPr/>
          </p:nvSpPr>
          <p:spPr>
            <a:xfrm>
              <a:off x="4725871" y="4705755"/>
              <a:ext cx="955" cy="1910"/>
            </a:xfrm>
            <a:custGeom>
              <a:avLst/>
              <a:gdLst>
                <a:gd name="csX0" fmla="*/ 0 w 955"/>
                <a:gd name="csY0" fmla="*/ 1911 h 1910"/>
                <a:gd name="csX1" fmla="*/ 0 w 955"/>
                <a:gd name="csY1" fmla="*/ 1911 h 1910"/>
                <a:gd name="csX2" fmla="*/ 478 w 955"/>
                <a:gd name="csY2" fmla="*/ 955 h 1910"/>
                <a:gd name="csX3" fmla="*/ 478 w 955"/>
                <a:gd name="csY3" fmla="*/ 478 h 1910"/>
                <a:gd name="csX4" fmla="*/ 956 w 955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1910">
                  <a:moveTo>
                    <a:pt x="0" y="1911"/>
                  </a:moveTo>
                  <a:lnTo>
                    <a:pt x="0" y="1911"/>
                  </a:lnTo>
                  <a:lnTo>
                    <a:pt x="478" y="955"/>
                  </a:lnTo>
                  <a:lnTo>
                    <a:pt x="478" y="478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4" name="Freeform 3473">
              <a:extLst>
                <a:ext uri="{FF2B5EF4-FFF2-40B4-BE49-F238E27FC236}">
                  <a16:creationId xmlns:a16="http://schemas.microsoft.com/office/drawing/2014/main" id="{19451AEB-B721-AC33-905B-7BB2B84B5BD3}"/>
                </a:ext>
              </a:extLst>
            </p:cNvPr>
            <p:cNvSpPr/>
            <p:nvPr/>
          </p:nvSpPr>
          <p:spPr>
            <a:xfrm>
              <a:off x="4723482" y="4708143"/>
              <a:ext cx="955" cy="3343"/>
            </a:xfrm>
            <a:custGeom>
              <a:avLst/>
              <a:gdLst>
                <a:gd name="csX0" fmla="*/ 0 w 955"/>
                <a:gd name="csY0" fmla="*/ 3344 h 3343"/>
                <a:gd name="csX1" fmla="*/ 0 w 955"/>
                <a:gd name="csY1" fmla="*/ 3344 h 3343"/>
                <a:gd name="csX2" fmla="*/ 478 w 955"/>
                <a:gd name="csY2" fmla="*/ 2866 h 3343"/>
                <a:gd name="csX3" fmla="*/ 478 w 955"/>
                <a:gd name="csY3" fmla="*/ 1911 h 3343"/>
                <a:gd name="csX4" fmla="*/ 0 w 955"/>
                <a:gd name="csY4" fmla="*/ 478 h 3343"/>
                <a:gd name="csX5" fmla="*/ 956 w 955"/>
                <a:gd name="csY5" fmla="*/ 0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3343">
                  <a:moveTo>
                    <a:pt x="0" y="3344"/>
                  </a:moveTo>
                  <a:lnTo>
                    <a:pt x="0" y="3344"/>
                  </a:lnTo>
                  <a:lnTo>
                    <a:pt x="478" y="2866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5" name="Freeform 3474">
              <a:extLst>
                <a:ext uri="{FF2B5EF4-FFF2-40B4-BE49-F238E27FC236}">
                  <a16:creationId xmlns:a16="http://schemas.microsoft.com/office/drawing/2014/main" id="{E8D0E4F4-61FD-30DA-9EB5-87EB81B3100D}"/>
                </a:ext>
              </a:extLst>
            </p:cNvPr>
            <p:cNvSpPr/>
            <p:nvPr/>
          </p:nvSpPr>
          <p:spPr>
            <a:xfrm>
              <a:off x="4717750" y="4711487"/>
              <a:ext cx="2388" cy="1433"/>
            </a:xfrm>
            <a:custGeom>
              <a:avLst/>
              <a:gdLst>
                <a:gd name="csX0" fmla="*/ 0 w 2388"/>
                <a:gd name="csY0" fmla="*/ 1433 h 1433"/>
                <a:gd name="csX1" fmla="*/ 478 w 2388"/>
                <a:gd name="csY1" fmla="*/ 1433 h 1433"/>
                <a:gd name="csX2" fmla="*/ 1433 w 2388"/>
                <a:gd name="csY2" fmla="*/ 478 h 1433"/>
                <a:gd name="csX3" fmla="*/ 2389 w 2388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433">
                  <a:moveTo>
                    <a:pt x="0" y="1433"/>
                  </a:moveTo>
                  <a:lnTo>
                    <a:pt x="478" y="1433"/>
                  </a:lnTo>
                  <a:lnTo>
                    <a:pt x="1433" y="478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6" name="Freeform 3475">
              <a:extLst>
                <a:ext uri="{FF2B5EF4-FFF2-40B4-BE49-F238E27FC236}">
                  <a16:creationId xmlns:a16="http://schemas.microsoft.com/office/drawing/2014/main" id="{330A569F-5F2D-85F4-4F38-8857137F205A}"/>
                </a:ext>
              </a:extLst>
            </p:cNvPr>
            <p:cNvSpPr/>
            <p:nvPr/>
          </p:nvSpPr>
          <p:spPr>
            <a:xfrm>
              <a:off x="4687175" y="4639350"/>
              <a:ext cx="1911" cy="955"/>
            </a:xfrm>
            <a:custGeom>
              <a:avLst/>
              <a:gdLst>
                <a:gd name="csX0" fmla="*/ 0 w 1911"/>
                <a:gd name="csY0" fmla="*/ 956 h 955"/>
                <a:gd name="csX1" fmla="*/ 478 w 1911"/>
                <a:gd name="csY1" fmla="*/ 956 h 955"/>
                <a:gd name="csX2" fmla="*/ 1911 w 1911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955">
                  <a:moveTo>
                    <a:pt x="0" y="956"/>
                  </a:moveTo>
                  <a:lnTo>
                    <a:pt x="478" y="956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7" name="Freeform 3476">
              <a:extLst>
                <a:ext uri="{FF2B5EF4-FFF2-40B4-BE49-F238E27FC236}">
                  <a16:creationId xmlns:a16="http://schemas.microsoft.com/office/drawing/2014/main" id="{7AF916A0-73A5-8775-EF71-5EF7A23246B9}"/>
                </a:ext>
              </a:extLst>
            </p:cNvPr>
            <p:cNvSpPr/>
            <p:nvPr/>
          </p:nvSpPr>
          <p:spPr>
            <a:xfrm>
              <a:off x="4684786" y="4640306"/>
              <a:ext cx="955" cy="477"/>
            </a:xfrm>
            <a:custGeom>
              <a:avLst/>
              <a:gdLst>
                <a:gd name="csX0" fmla="*/ 0 w 955"/>
                <a:gd name="csY0" fmla="*/ 478 h 477"/>
                <a:gd name="csX1" fmla="*/ 955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0" y="478"/>
                  </a:move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8" name="Freeform 3477">
              <a:extLst>
                <a:ext uri="{FF2B5EF4-FFF2-40B4-BE49-F238E27FC236}">
                  <a16:creationId xmlns:a16="http://schemas.microsoft.com/office/drawing/2014/main" id="{357CF6C8-7870-219B-CA13-2141F9D6348D}"/>
                </a:ext>
              </a:extLst>
            </p:cNvPr>
            <p:cNvSpPr/>
            <p:nvPr/>
          </p:nvSpPr>
          <p:spPr>
            <a:xfrm>
              <a:off x="4673321" y="4640306"/>
              <a:ext cx="8599" cy="12420"/>
            </a:xfrm>
            <a:custGeom>
              <a:avLst/>
              <a:gdLst>
                <a:gd name="csX0" fmla="*/ 0 w 8599"/>
                <a:gd name="csY0" fmla="*/ 12421 h 12420"/>
                <a:gd name="csX1" fmla="*/ 0 w 8599"/>
                <a:gd name="csY1" fmla="*/ 12421 h 12420"/>
                <a:gd name="csX2" fmla="*/ 956 w 8599"/>
                <a:gd name="csY2" fmla="*/ 12421 h 12420"/>
                <a:gd name="csX3" fmla="*/ 1433 w 8599"/>
                <a:gd name="csY3" fmla="*/ 11465 h 12420"/>
                <a:gd name="csX4" fmla="*/ 2866 w 8599"/>
                <a:gd name="csY4" fmla="*/ 9555 h 12420"/>
                <a:gd name="csX5" fmla="*/ 4299 w 8599"/>
                <a:gd name="csY5" fmla="*/ 8599 h 12420"/>
                <a:gd name="csX6" fmla="*/ 6210 w 8599"/>
                <a:gd name="csY6" fmla="*/ 8121 h 12420"/>
                <a:gd name="csX7" fmla="*/ 7166 w 8599"/>
                <a:gd name="csY7" fmla="*/ 7166 h 12420"/>
                <a:gd name="csX8" fmla="*/ 8121 w 8599"/>
                <a:gd name="csY8" fmla="*/ 5733 h 12420"/>
                <a:gd name="csX9" fmla="*/ 8599 w 8599"/>
                <a:gd name="csY9" fmla="*/ 4777 h 12420"/>
                <a:gd name="csX10" fmla="*/ 8599 w 8599"/>
                <a:gd name="csY10" fmla="*/ 3822 h 12420"/>
                <a:gd name="csX11" fmla="*/ 8121 w 8599"/>
                <a:gd name="csY11" fmla="*/ 2389 h 12420"/>
                <a:gd name="csX12" fmla="*/ 7166 w 8599"/>
                <a:gd name="csY12" fmla="*/ 956 h 12420"/>
                <a:gd name="csX13" fmla="*/ 6688 w 8599"/>
                <a:gd name="csY13" fmla="*/ 478 h 12420"/>
                <a:gd name="csX14" fmla="*/ 6210 w 8599"/>
                <a:gd name="csY14" fmla="*/ 0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599" h="12420">
                  <a:moveTo>
                    <a:pt x="0" y="12421"/>
                  </a:moveTo>
                  <a:lnTo>
                    <a:pt x="0" y="12421"/>
                  </a:lnTo>
                  <a:lnTo>
                    <a:pt x="956" y="12421"/>
                  </a:lnTo>
                  <a:lnTo>
                    <a:pt x="1433" y="11465"/>
                  </a:lnTo>
                  <a:lnTo>
                    <a:pt x="2866" y="9555"/>
                  </a:lnTo>
                  <a:lnTo>
                    <a:pt x="4299" y="8599"/>
                  </a:lnTo>
                  <a:lnTo>
                    <a:pt x="6210" y="8121"/>
                  </a:lnTo>
                  <a:lnTo>
                    <a:pt x="7166" y="7166"/>
                  </a:lnTo>
                  <a:lnTo>
                    <a:pt x="8121" y="5733"/>
                  </a:lnTo>
                  <a:lnTo>
                    <a:pt x="8599" y="4777"/>
                  </a:lnTo>
                  <a:lnTo>
                    <a:pt x="8599" y="3822"/>
                  </a:lnTo>
                  <a:lnTo>
                    <a:pt x="8121" y="2389"/>
                  </a:lnTo>
                  <a:lnTo>
                    <a:pt x="7166" y="956"/>
                  </a:lnTo>
                  <a:lnTo>
                    <a:pt x="6688" y="478"/>
                  </a:lnTo>
                  <a:lnTo>
                    <a:pt x="621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9" name="Freeform 3478">
              <a:extLst>
                <a:ext uri="{FF2B5EF4-FFF2-40B4-BE49-F238E27FC236}">
                  <a16:creationId xmlns:a16="http://schemas.microsoft.com/office/drawing/2014/main" id="{E6AB0AEE-3F7B-DB6B-34CD-26FDAEACDAA1}"/>
                </a:ext>
              </a:extLst>
            </p:cNvPr>
            <p:cNvSpPr/>
            <p:nvPr/>
          </p:nvSpPr>
          <p:spPr>
            <a:xfrm>
              <a:off x="4666632" y="4652726"/>
              <a:ext cx="1911" cy="1433"/>
            </a:xfrm>
            <a:custGeom>
              <a:avLst/>
              <a:gdLst>
                <a:gd name="csX0" fmla="*/ 0 w 1911"/>
                <a:gd name="csY0" fmla="*/ 1433 h 1433"/>
                <a:gd name="csX1" fmla="*/ 478 w 1911"/>
                <a:gd name="csY1" fmla="*/ 1433 h 1433"/>
                <a:gd name="csX2" fmla="*/ 1911 w 1911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1433">
                  <a:moveTo>
                    <a:pt x="0" y="1433"/>
                  </a:moveTo>
                  <a:lnTo>
                    <a:pt x="478" y="1433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0" name="Freeform 3479">
              <a:extLst>
                <a:ext uri="{FF2B5EF4-FFF2-40B4-BE49-F238E27FC236}">
                  <a16:creationId xmlns:a16="http://schemas.microsoft.com/office/drawing/2014/main" id="{F5D02DB2-1EE2-99A5-C479-AB5E9B976045}"/>
                </a:ext>
              </a:extLst>
            </p:cNvPr>
            <p:cNvSpPr/>
            <p:nvPr/>
          </p:nvSpPr>
          <p:spPr>
            <a:xfrm>
              <a:off x="4651345" y="4655115"/>
              <a:ext cx="13376" cy="5255"/>
            </a:xfrm>
            <a:custGeom>
              <a:avLst/>
              <a:gdLst>
                <a:gd name="csX0" fmla="*/ 0 w 13376"/>
                <a:gd name="csY0" fmla="*/ 5255 h 5255"/>
                <a:gd name="csX1" fmla="*/ 0 w 13376"/>
                <a:gd name="csY1" fmla="*/ 5255 h 5255"/>
                <a:gd name="csX2" fmla="*/ 1433 w 13376"/>
                <a:gd name="csY2" fmla="*/ 4777 h 5255"/>
                <a:gd name="csX3" fmla="*/ 6688 w 13376"/>
                <a:gd name="csY3" fmla="*/ 3344 h 5255"/>
                <a:gd name="csX4" fmla="*/ 11943 w 13376"/>
                <a:gd name="csY4" fmla="*/ 1911 h 5255"/>
                <a:gd name="csX5" fmla="*/ 13377 w 13376"/>
                <a:gd name="csY5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376" h="5255">
                  <a:moveTo>
                    <a:pt x="0" y="5255"/>
                  </a:moveTo>
                  <a:lnTo>
                    <a:pt x="0" y="5255"/>
                  </a:lnTo>
                  <a:lnTo>
                    <a:pt x="1433" y="4777"/>
                  </a:lnTo>
                  <a:lnTo>
                    <a:pt x="6688" y="3344"/>
                  </a:lnTo>
                  <a:lnTo>
                    <a:pt x="11943" y="1911"/>
                  </a:lnTo>
                  <a:lnTo>
                    <a:pt x="133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1" name="Freeform 3480">
              <a:extLst>
                <a:ext uri="{FF2B5EF4-FFF2-40B4-BE49-F238E27FC236}">
                  <a16:creationId xmlns:a16="http://schemas.microsoft.com/office/drawing/2014/main" id="{BAA8BF28-EBB6-54A5-6727-F4DCC71379A8}"/>
                </a:ext>
              </a:extLst>
            </p:cNvPr>
            <p:cNvSpPr/>
            <p:nvPr/>
          </p:nvSpPr>
          <p:spPr>
            <a:xfrm>
              <a:off x="4642268" y="4659892"/>
              <a:ext cx="2866" cy="1433"/>
            </a:xfrm>
            <a:custGeom>
              <a:avLst/>
              <a:gdLst>
                <a:gd name="csX0" fmla="*/ 0 w 2866"/>
                <a:gd name="csY0" fmla="*/ 1433 h 1433"/>
                <a:gd name="csX1" fmla="*/ 0 w 2866"/>
                <a:gd name="csY1" fmla="*/ 1433 h 1433"/>
                <a:gd name="csX2" fmla="*/ 1433 w 2866"/>
                <a:gd name="csY2" fmla="*/ 956 h 1433"/>
                <a:gd name="csX3" fmla="*/ 2866 w 2866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1433">
                  <a:moveTo>
                    <a:pt x="0" y="1433"/>
                  </a:moveTo>
                  <a:lnTo>
                    <a:pt x="0" y="1433"/>
                  </a:lnTo>
                  <a:lnTo>
                    <a:pt x="1433" y="956"/>
                  </a:lnTo>
                  <a:lnTo>
                    <a:pt x="28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2" name="Freeform 3481">
              <a:extLst>
                <a:ext uri="{FF2B5EF4-FFF2-40B4-BE49-F238E27FC236}">
                  <a16:creationId xmlns:a16="http://schemas.microsoft.com/office/drawing/2014/main" id="{22314C30-3BF8-7E28-BD74-7BBE18DD9748}"/>
                </a:ext>
              </a:extLst>
            </p:cNvPr>
            <p:cNvSpPr/>
            <p:nvPr/>
          </p:nvSpPr>
          <p:spPr>
            <a:xfrm>
              <a:off x="4637013" y="4661326"/>
              <a:ext cx="4299" cy="8121"/>
            </a:xfrm>
            <a:custGeom>
              <a:avLst/>
              <a:gdLst>
                <a:gd name="csX0" fmla="*/ 0 w 4299"/>
                <a:gd name="csY0" fmla="*/ 8121 h 8121"/>
                <a:gd name="csX1" fmla="*/ 478 w 4299"/>
                <a:gd name="csY1" fmla="*/ 8121 h 8121"/>
                <a:gd name="csX2" fmla="*/ 2389 w 4299"/>
                <a:gd name="csY2" fmla="*/ 6688 h 8121"/>
                <a:gd name="csX3" fmla="*/ 2867 w 4299"/>
                <a:gd name="csY3" fmla="*/ 1911 h 8121"/>
                <a:gd name="csX4" fmla="*/ 3344 w 4299"/>
                <a:gd name="csY4" fmla="*/ 478 h 8121"/>
                <a:gd name="csX5" fmla="*/ 4300 w 4299"/>
                <a:gd name="csY5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299" h="8121">
                  <a:moveTo>
                    <a:pt x="0" y="8121"/>
                  </a:moveTo>
                  <a:lnTo>
                    <a:pt x="478" y="8121"/>
                  </a:lnTo>
                  <a:lnTo>
                    <a:pt x="2389" y="6688"/>
                  </a:lnTo>
                  <a:lnTo>
                    <a:pt x="2867" y="1911"/>
                  </a:lnTo>
                  <a:lnTo>
                    <a:pt x="3344" y="478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3" name="Freeform 3482">
              <a:extLst>
                <a:ext uri="{FF2B5EF4-FFF2-40B4-BE49-F238E27FC236}">
                  <a16:creationId xmlns:a16="http://schemas.microsoft.com/office/drawing/2014/main" id="{DA0851A5-F494-9C69-5F0E-12E970885B47}"/>
                </a:ext>
              </a:extLst>
            </p:cNvPr>
            <p:cNvSpPr/>
            <p:nvPr/>
          </p:nvSpPr>
          <p:spPr>
            <a:xfrm>
              <a:off x="4598317" y="4657026"/>
              <a:ext cx="17676" cy="32963"/>
            </a:xfrm>
            <a:custGeom>
              <a:avLst/>
              <a:gdLst>
                <a:gd name="csX0" fmla="*/ 17676 w 17676"/>
                <a:gd name="csY0" fmla="*/ 32963 h 32963"/>
                <a:gd name="csX1" fmla="*/ 15765 w 17676"/>
                <a:gd name="csY1" fmla="*/ 32486 h 32963"/>
                <a:gd name="csX2" fmla="*/ 15287 w 17676"/>
                <a:gd name="csY2" fmla="*/ 32486 h 32963"/>
                <a:gd name="csX3" fmla="*/ 15287 w 17676"/>
                <a:gd name="csY3" fmla="*/ 32008 h 32963"/>
                <a:gd name="csX4" fmla="*/ 15765 w 17676"/>
                <a:gd name="csY4" fmla="*/ 31052 h 32963"/>
                <a:gd name="csX5" fmla="*/ 16243 w 17676"/>
                <a:gd name="csY5" fmla="*/ 29141 h 32963"/>
                <a:gd name="csX6" fmla="*/ 15765 w 17676"/>
                <a:gd name="csY6" fmla="*/ 26753 h 32963"/>
                <a:gd name="csX7" fmla="*/ 13376 w 17676"/>
                <a:gd name="csY7" fmla="*/ 22931 h 32963"/>
                <a:gd name="csX8" fmla="*/ 11943 w 17676"/>
                <a:gd name="csY8" fmla="*/ 19587 h 32963"/>
                <a:gd name="csX9" fmla="*/ 11943 w 17676"/>
                <a:gd name="csY9" fmla="*/ 17198 h 32963"/>
                <a:gd name="csX10" fmla="*/ 11943 w 17676"/>
                <a:gd name="csY10" fmla="*/ 14332 h 32963"/>
                <a:gd name="csX11" fmla="*/ 11943 w 17676"/>
                <a:gd name="csY11" fmla="*/ 12421 h 32963"/>
                <a:gd name="csX12" fmla="*/ 10988 w 17676"/>
                <a:gd name="csY12" fmla="*/ 11465 h 32963"/>
                <a:gd name="csX13" fmla="*/ 5255 w 17676"/>
                <a:gd name="csY13" fmla="*/ 7166 h 32963"/>
                <a:gd name="csX14" fmla="*/ 3344 w 17676"/>
                <a:gd name="csY14" fmla="*/ 4777 h 32963"/>
                <a:gd name="csX15" fmla="*/ 2389 w 17676"/>
                <a:gd name="csY15" fmla="*/ 3344 h 32963"/>
                <a:gd name="csX16" fmla="*/ 0 w 17676"/>
                <a:gd name="csY16" fmla="*/ 956 h 32963"/>
                <a:gd name="csX17" fmla="*/ 956 w 17676"/>
                <a:gd name="csY17" fmla="*/ 0 h 32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7676" h="32963">
                  <a:moveTo>
                    <a:pt x="17676" y="32963"/>
                  </a:moveTo>
                  <a:lnTo>
                    <a:pt x="15765" y="32486"/>
                  </a:lnTo>
                  <a:lnTo>
                    <a:pt x="15287" y="32486"/>
                  </a:lnTo>
                  <a:lnTo>
                    <a:pt x="15287" y="32008"/>
                  </a:lnTo>
                  <a:lnTo>
                    <a:pt x="15765" y="31052"/>
                  </a:lnTo>
                  <a:lnTo>
                    <a:pt x="16243" y="29141"/>
                  </a:lnTo>
                  <a:lnTo>
                    <a:pt x="15765" y="26753"/>
                  </a:lnTo>
                  <a:lnTo>
                    <a:pt x="13376" y="22931"/>
                  </a:lnTo>
                  <a:lnTo>
                    <a:pt x="11943" y="19587"/>
                  </a:lnTo>
                  <a:lnTo>
                    <a:pt x="11943" y="17198"/>
                  </a:lnTo>
                  <a:lnTo>
                    <a:pt x="11943" y="14332"/>
                  </a:lnTo>
                  <a:lnTo>
                    <a:pt x="11943" y="12421"/>
                  </a:lnTo>
                  <a:lnTo>
                    <a:pt x="10988" y="11465"/>
                  </a:lnTo>
                  <a:lnTo>
                    <a:pt x="5255" y="7166"/>
                  </a:lnTo>
                  <a:lnTo>
                    <a:pt x="3344" y="4777"/>
                  </a:lnTo>
                  <a:lnTo>
                    <a:pt x="2389" y="3344"/>
                  </a:lnTo>
                  <a:lnTo>
                    <a:pt x="0" y="956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4" name="Freeform 3483">
              <a:extLst>
                <a:ext uri="{FF2B5EF4-FFF2-40B4-BE49-F238E27FC236}">
                  <a16:creationId xmlns:a16="http://schemas.microsoft.com/office/drawing/2014/main" id="{8E18D1C3-485E-337B-74EF-1C57D0A831E7}"/>
                </a:ext>
              </a:extLst>
            </p:cNvPr>
            <p:cNvSpPr/>
            <p:nvPr/>
          </p:nvSpPr>
          <p:spPr>
            <a:xfrm>
              <a:off x="4625070" y="4690945"/>
              <a:ext cx="1911" cy="4777"/>
            </a:xfrm>
            <a:custGeom>
              <a:avLst/>
              <a:gdLst>
                <a:gd name="csX0" fmla="*/ 0 w 1911"/>
                <a:gd name="csY0" fmla="*/ 4777 h 4777"/>
                <a:gd name="csX1" fmla="*/ 478 w 1911"/>
                <a:gd name="csY1" fmla="*/ 4777 h 4777"/>
                <a:gd name="csX2" fmla="*/ 956 w 1911"/>
                <a:gd name="csY2" fmla="*/ 4777 h 4777"/>
                <a:gd name="csX3" fmla="*/ 1433 w 1911"/>
                <a:gd name="csY3" fmla="*/ 3344 h 4777"/>
                <a:gd name="csX4" fmla="*/ 1911 w 1911"/>
                <a:gd name="csY4" fmla="*/ 1433 h 4777"/>
                <a:gd name="csX5" fmla="*/ 1911 w 1911"/>
                <a:gd name="csY5" fmla="*/ 0 h 4777"/>
                <a:gd name="csX6" fmla="*/ 1433 w 1911"/>
                <a:gd name="csY6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4777">
                  <a:moveTo>
                    <a:pt x="0" y="4777"/>
                  </a:moveTo>
                  <a:lnTo>
                    <a:pt x="478" y="4777"/>
                  </a:lnTo>
                  <a:lnTo>
                    <a:pt x="956" y="4777"/>
                  </a:lnTo>
                  <a:lnTo>
                    <a:pt x="1433" y="3344"/>
                  </a:lnTo>
                  <a:lnTo>
                    <a:pt x="1911" y="1433"/>
                  </a:lnTo>
                  <a:lnTo>
                    <a:pt x="1911" y="0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5" name="Freeform 3484">
              <a:extLst>
                <a:ext uri="{FF2B5EF4-FFF2-40B4-BE49-F238E27FC236}">
                  <a16:creationId xmlns:a16="http://schemas.microsoft.com/office/drawing/2014/main" id="{EAB4B2C5-B0BB-00FF-F157-E9D8374A2551}"/>
                </a:ext>
              </a:extLst>
            </p:cNvPr>
            <p:cNvSpPr/>
            <p:nvPr/>
          </p:nvSpPr>
          <p:spPr>
            <a:xfrm>
              <a:off x="4617426" y="4696200"/>
              <a:ext cx="5732" cy="2388"/>
            </a:xfrm>
            <a:custGeom>
              <a:avLst/>
              <a:gdLst>
                <a:gd name="csX0" fmla="*/ 0 w 5732"/>
                <a:gd name="csY0" fmla="*/ 2389 h 2388"/>
                <a:gd name="csX1" fmla="*/ 478 w 5732"/>
                <a:gd name="csY1" fmla="*/ 2389 h 2388"/>
                <a:gd name="csX2" fmla="*/ 3344 w 5732"/>
                <a:gd name="csY2" fmla="*/ 1433 h 2388"/>
                <a:gd name="csX3" fmla="*/ 5733 w 5732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732" h="2388">
                  <a:moveTo>
                    <a:pt x="0" y="2389"/>
                  </a:moveTo>
                  <a:lnTo>
                    <a:pt x="478" y="2389"/>
                  </a:lnTo>
                  <a:lnTo>
                    <a:pt x="3344" y="1433"/>
                  </a:lnTo>
                  <a:lnTo>
                    <a:pt x="57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6" name="Freeform 3485">
              <a:extLst>
                <a:ext uri="{FF2B5EF4-FFF2-40B4-BE49-F238E27FC236}">
                  <a16:creationId xmlns:a16="http://schemas.microsoft.com/office/drawing/2014/main" id="{6F8485BD-FF07-E5C9-51DA-B7A4E605DD2C}"/>
                </a:ext>
              </a:extLst>
            </p:cNvPr>
            <p:cNvSpPr/>
            <p:nvPr/>
          </p:nvSpPr>
          <p:spPr>
            <a:xfrm>
              <a:off x="4608349" y="4699066"/>
              <a:ext cx="7643" cy="9076"/>
            </a:xfrm>
            <a:custGeom>
              <a:avLst/>
              <a:gdLst>
                <a:gd name="csX0" fmla="*/ 0 w 7643"/>
                <a:gd name="csY0" fmla="*/ 9077 h 9076"/>
                <a:gd name="csX1" fmla="*/ 478 w 7643"/>
                <a:gd name="csY1" fmla="*/ 9077 h 9076"/>
                <a:gd name="csX2" fmla="*/ 2389 w 7643"/>
                <a:gd name="csY2" fmla="*/ 7644 h 9076"/>
                <a:gd name="csX3" fmla="*/ 4300 w 7643"/>
                <a:gd name="csY3" fmla="*/ 6210 h 9076"/>
                <a:gd name="csX4" fmla="*/ 4777 w 7643"/>
                <a:gd name="csY4" fmla="*/ 3344 h 9076"/>
                <a:gd name="csX5" fmla="*/ 5733 w 7643"/>
                <a:gd name="csY5" fmla="*/ 956 h 9076"/>
                <a:gd name="csX6" fmla="*/ 6211 w 7643"/>
                <a:gd name="csY6" fmla="*/ 478 h 9076"/>
                <a:gd name="csX7" fmla="*/ 6688 w 7643"/>
                <a:gd name="csY7" fmla="*/ 0 h 9076"/>
                <a:gd name="csX8" fmla="*/ 7644 w 7643"/>
                <a:gd name="csY8" fmla="*/ 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43" h="9076">
                  <a:moveTo>
                    <a:pt x="0" y="9077"/>
                  </a:moveTo>
                  <a:lnTo>
                    <a:pt x="478" y="9077"/>
                  </a:lnTo>
                  <a:lnTo>
                    <a:pt x="2389" y="7644"/>
                  </a:lnTo>
                  <a:lnTo>
                    <a:pt x="4300" y="6210"/>
                  </a:lnTo>
                  <a:lnTo>
                    <a:pt x="4777" y="3344"/>
                  </a:lnTo>
                  <a:lnTo>
                    <a:pt x="5733" y="956"/>
                  </a:lnTo>
                  <a:lnTo>
                    <a:pt x="6211" y="478"/>
                  </a:lnTo>
                  <a:lnTo>
                    <a:pt x="6688" y="0"/>
                  </a:lnTo>
                  <a:lnTo>
                    <a:pt x="76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7" name="Freeform 3486">
              <a:extLst>
                <a:ext uri="{FF2B5EF4-FFF2-40B4-BE49-F238E27FC236}">
                  <a16:creationId xmlns:a16="http://schemas.microsoft.com/office/drawing/2014/main" id="{AEF0E727-AA9D-DF73-0AC9-004C004F2263}"/>
                </a:ext>
              </a:extLst>
            </p:cNvPr>
            <p:cNvSpPr/>
            <p:nvPr/>
          </p:nvSpPr>
          <p:spPr>
            <a:xfrm>
              <a:off x="4600228" y="4708143"/>
              <a:ext cx="4777" cy="3821"/>
            </a:xfrm>
            <a:custGeom>
              <a:avLst/>
              <a:gdLst>
                <a:gd name="csX0" fmla="*/ 0 w 4777"/>
                <a:gd name="csY0" fmla="*/ 3822 h 3821"/>
                <a:gd name="csX1" fmla="*/ 0 w 4777"/>
                <a:gd name="csY1" fmla="*/ 3822 h 3821"/>
                <a:gd name="csX2" fmla="*/ 1433 w 4777"/>
                <a:gd name="csY2" fmla="*/ 2866 h 3821"/>
                <a:gd name="csX3" fmla="*/ 2866 w 4777"/>
                <a:gd name="csY3" fmla="*/ 1433 h 3821"/>
                <a:gd name="csX4" fmla="*/ 4299 w 4777"/>
                <a:gd name="csY4" fmla="*/ 478 h 3821"/>
                <a:gd name="csX5" fmla="*/ 4777 w 4777"/>
                <a:gd name="csY5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7" h="3821">
                  <a:moveTo>
                    <a:pt x="0" y="3822"/>
                  </a:moveTo>
                  <a:lnTo>
                    <a:pt x="0" y="3822"/>
                  </a:lnTo>
                  <a:lnTo>
                    <a:pt x="1433" y="2866"/>
                  </a:lnTo>
                  <a:lnTo>
                    <a:pt x="2866" y="1433"/>
                  </a:lnTo>
                  <a:lnTo>
                    <a:pt x="4299" y="478"/>
                  </a:lnTo>
                  <a:lnTo>
                    <a:pt x="47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8" name="Freeform 3487">
              <a:extLst>
                <a:ext uri="{FF2B5EF4-FFF2-40B4-BE49-F238E27FC236}">
                  <a16:creationId xmlns:a16="http://schemas.microsoft.com/office/drawing/2014/main" id="{C70552F8-8442-6675-C6C8-C96CA2D33BF1}"/>
                </a:ext>
              </a:extLst>
            </p:cNvPr>
            <p:cNvSpPr/>
            <p:nvPr/>
          </p:nvSpPr>
          <p:spPr>
            <a:xfrm>
              <a:off x="4585418" y="4711965"/>
              <a:ext cx="12898" cy="10032"/>
            </a:xfrm>
            <a:custGeom>
              <a:avLst/>
              <a:gdLst>
                <a:gd name="csX0" fmla="*/ 0 w 12898"/>
                <a:gd name="csY0" fmla="*/ 10032 h 10032"/>
                <a:gd name="csX1" fmla="*/ 0 w 12898"/>
                <a:gd name="csY1" fmla="*/ 10032 h 10032"/>
                <a:gd name="csX2" fmla="*/ 1433 w 12898"/>
                <a:gd name="csY2" fmla="*/ 8121 h 10032"/>
                <a:gd name="csX3" fmla="*/ 2389 w 12898"/>
                <a:gd name="csY3" fmla="*/ 6688 h 10032"/>
                <a:gd name="csX4" fmla="*/ 4300 w 12898"/>
                <a:gd name="csY4" fmla="*/ 5733 h 10032"/>
                <a:gd name="csX5" fmla="*/ 6210 w 12898"/>
                <a:gd name="csY5" fmla="*/ 3822 h 10032"/>
                <a:gd name="csX6" fmla="*/ 7166 w 12898"/>
                <a:gd name="csY6" fmla="*/ 2389 h 10032"/>
                <a:gd name="csX7" fmla="*/ 9077 w 12898"/>
                <a:gd name="csY7" fmla="*/ 1433 h 10032"/>
                <a:gd name="csX8" fmla="*/ 10988 w 12898"/>
                <a:gd name="csY8" fmla="*/ 478 h 10032"/>
                <a:gd name="csX9" fmla="*/ 12899 w 12898"/>
                <a:gd name="csY9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898" h="10032">
                  <a:moveTo>
                    <a:pt x="0" y="10032"/>
                  </a:moveTo>
                  <a:lnTo>
                    <a:pt x="0" y="10032"/>
                  </a:lnTo>
                  <a:lnTo>
                    <a:pt x="1433" y="8121"/>
                  </a:lnTo>
                  <a:lnTo>
                    <a:pt x="2389" y="6688"/>
                  </a:lnTo>
                  <a:lnTo>
                    <a:pt x="4300" y="5733"/>
                  </a:lnTo>
                  <a:lnTo>
                    <a:pt x="6210" y="3822"/>
                  </a:lnTo>
                  <a:lnTo>
                    <a:pt x="7166" y="2389"/>
                  </a:lnTo>
                  <a:lnTo>
                    <a:pt x="9077" y="1433"/>
                  </a:lnTo>
                  <a:lnTo>
                    <a:pt x="10988" y="478"/>
                  </a:lnTo>
                  <a:lnTo>
                    <a:pt x="1289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9" name="Freeform 3488">
              <a:extLst>
                <a:ext uri="{FF2B5EF4-FFF2-40B4-BE49-F238E27FC236}">
                  <a16:creationId xmlns:a16="http://schemas.microsoft.com/office/drawing/2014/main" id="{FF79956E-4206-BE7D-2697-0B174F680307}"/>
                </a:ext>
              </a:extLst>
            </p:cNvPr>
            <p:cNvSpPr/>
            <p:nvPr/>
          </p:nvSpPr>
          <p:spPr>
            <a:xfrm>
              <a:off x="4573475" y="4716742"/>
              <a:ext cx="7165" cy="3821"/>
            </a:xfrm>
            <a:custGeom>
              <a:avLst/>
              <a:gdLst>
                <a:gd name="csX0" fmla="*/ 0 w 7165"/>
                <a:gd name="csY0" fmla="*/ 3822 h 3821"/>
                <a:gd name="csX1" fmla="*/ 478 w 7165"/>
                <a:gd name="csY1" fmla="*/ 3822 h 3821"/>
                <a:gd name="csX2" fmla="*/ 1433 w 7165"/>
                <a:gd name="csY2" fmla="*/ 3344 h 3821"/>
                <a:gd name="csX3" fmla="*/ 2867 w 7165"/>
                <a:gd name="csY3" fmla="*/ 2389 h 3821"/>
                <a:gd name="csX4" fmla="*/ 5255 w 7165"/>
                <a:gd name="csY4" fmla="*/ 956 h 3821"/>
                <a:gd name="csX5" fmla="*/ 7166 w 7165"/>
                <a:gd name="csY5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65" h="3821">
                  <a:moveTo>
                    <a:pt x="0" y="3822"/>
                  </a:moveTo>
                  <a:lnTo>
                    <a:pt x="478" y="3822"/>
                  </a:lnTo>
                  <a:lnTo>
                    <a:pt x="1433" y="3344"/>
                  </a:lnTo>
                  <a:lnTo>
                    <a:pt x="2867" y="2389"/>
                  </a:lnTo>
                  <a:lnTo>
                    <a:pt x="5255" y="956"/>
                  </a:lnTo>
                  <a:lnTo>
                    <a:pt x="71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0" name="Freeform 3489">
              <a:extLst>
                <a:ext uri="{FF2B5EF4-FFF2-40B4-BE49-F238E27FC236}">
                  <a16:creationId xmlns:a16="http://schemas.microsoft.com/office/drawing/2014/main" id="{95493D19-0FF9-71AD-5D22-9F358095A92F}"/>
                </a:ext>
              </a:extLst>
            </p:cNvPr>
            <p:cNvSpPr/>
            <p:nvPr/>
          </p:nvSpPr>
          <p:spPr>
            <a:xfrm>
              <a:off x="4539079" y="4696678"/>
              <a:ext cx="6210" cy="5732"/>
            </a:xfrm>
            <a:custGeom>
              <a:avLst/>
              <a:gdLst>
                <a:gd name="csX0" fmla="*/ 0 w 6210"/>
                <a:gd name="csY0" fmla="*/ 5733 h 5732"/>
                <a:gd name="csX1" fmla="*/ 0 w 6210"/>
                <a:gd name="csY1" fmla="*/ 5733 h 5732"/>
                <a:gd name="csX2" fmla="*/ 1911 w 6210"/>
                <a:gd name="csY2" fmla="*/ 2866 h 5732"/>
                <a:gd name="csX3" fmla="*/ 3822 w 6210"/>
                <a:gd name="csY3" fmla="*/ 956 h 5732"/>
                <a:gd name="csX4" fmla="*/ 5255 w 6210"/>
                <a:gd name="csY4" fmla="*/ 478 h 5732"/>
                <a:gd name="csX5" fmla="*/ 6211 w 6210"/>
                <a:gd name="csY5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10" h="5732">
                  <a:moveTo>
                    <a:pt x="0" y="5733"/>
                  </a:moveTo>
                  <a:lnTo>
                    <a:pt x="0" y="5733"/>
                  </a:lnTo>
                  <a:lnTo>
                    <a:pt x="1911" y="2866"/>
                  </a:lnTo>
                  <a:lnTo>
                    <a:pt x="3822" y="956"/>
                  </a:lnTo>
                  <a:lnTo>
                    <a:pt x="5255" y="478"/>
                  </a:lnTo>
                  <a:lnTo>
                    <a:pt x="62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1" name="Freeform 3490">
              <a:extLst>
                <a:ext uri="{FF2B5EF4-FFF2-40B4-BE49-F238E27FC236}">
                  <a16:creationId xmlns:a16="http://schemas.microsoft.com/office/drawing/2014/main" id="{CF095986-1BEB-373B-577E-017120A671BD}"/>
                </a:ext>
              </a:extLst>
            </p:cNvPr>
            <p:cNvSpPr/>
            <p:nvPr/>
          </p:nvSpPr>
          <p:spPr>
            <a:xfrm>
              <a:off x="4530957" y="4698589"/>
              <a:ext cx="477" cy="477"/>
            </a:xfrm>
            <a:custGeom>
              <a:avLst/>
              <a:gdLst>
                <a:gd name="csX0" fmla="*/ 0 w 477"/>
                <a:gd name="csY0" fmla="*/ 478 h 477"/>
                <a:gd name="csX1" fmla="*/ 478 w 477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0" y="478"/>
                  </a:move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2" name="Freeform 3491">
              <a:extLst>
                <a:ext uri="{FF2B5EF4-FFF2-40B4-BE49-F238E27FC236}">
                  <a16:creationId xmlns:a16="http://schemas.microsoft.com/office/drawing/2014/main" id="{DD02CB09-C8E9-E3FF-DA5F-1963A8E95EB8}"/>
                </a:ext>
              </a:extLst>
            </p:cNvPr>
            <p:cNvSpPr/>
            <p:nvPr/>
          </p:nvSpPr>
          <p:spPr>
            <a:xfrm>
              <a:off x="4530480" y="4699066"/>
              <a:ext cx="1433" cy="4299"/>
            </a:xfrm>
            <a:custGeom>
              <a:avLst/>
              <a:gdLst>
                <a:gd name="csX0" fmla="*/ 1433 w 1433"/>
                <a:gd name="csY0" fmla="*/ 4300 h 4299"/>
                <a:gd name="csX1" fmla="*/ 1433 w 1433"/>
                <a:gd name="csY1" fmla="*/ 4300 h 4299"/>
                <a:gd name="csX2" fmla="*/ 478 w 1433"/>
                <a:gd name="csY2" fmla="*/ 3344 h 4299"/>
                <a:gd name="csX3" fmla="*/ 0 w 1433"/>
                <a:gd name="csY3" fmla="*/ 1911 h 4299"/>
                <a:gd name="csX4" fmla="*/ 0 w 1433"/>
                <a:gd name="csY4" fmla="*/ 956 h 4299"/>
                <a:gd name="csX5" fmla="*/ 478 w 1433"/>
                <a:gd name="csY5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4299">
                  <a:moveTo>
                    <a:pt x="1433" y="4300"/>
                  </a:moveTo>
                  <a:lnTo>
                    <a:pt x="1433" y="4300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3" name="Freeform 3492">
              <a:extLst>
                <a:ext uri="{FF2B5EF4-FFF2-40B4-BE49-F238E27FC236}">
                  <a16:creationId xmlns:a16="http://schemas.microsoft.com/office/drawing/2014/main" id="{A76F27E3-CB68-B318-A96E-576811B54EC0}"/>
                </a:ext>
              </a:extLst>
            </p:cNvPr>
            <p:cNvSpPr/>
            <p:nvPr/>
          </p:nvSpPr>
          <p:spPr>
            <a:xfrm>
              <a:off x="4498472" y="4703844"/>
              <a:ext cx="477" cy="11465"/>
            </a:xfrm>
            <a:custGeom>
              <a:avLst/>
              <a:gdLst>
                <a:gd name="csX0" fmla="*/ 0 w 477"/>
                <a:gd name="csY0" fmla="*/ 11466 h 11465"/>
                <a:gd name="csX1" fmla="*/ 0 w 477"/>
                <a:gd name="csY1" fmla="*/ 7166 h 11465"/>
                <a:gd name="csX2" fmla="*/ 478 w 477"/>
                <a:gd name="csY2" fmla="*/ 2866 h 11465"/>
                <a:gd name="csX3" fmla="*/ 478 w 477"/>
                <a:gd name="csY3" fmla="*/ 0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1465">
                  <a:moveTo>
                    <a:pt x="0" y="11466"/>
                  </a:moveTo>
                  <a:lnTo>
                    <a:pt x="0" y="7166"/>
                  </a:lnTo>
                  <a:lnTo>
                    <a:pt x="478" y="286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4" name="Freeform 3493">
              <a:extLst>
                <a:ext uri="{FF2B5EF4-FFF2-40B4-BE49-F238E27FC236}">
                  <a16:creationId xmlns:a16="http://schemas.microsoft.com/office/drawing/2014/main" id="{D12ED6C9-9DF0-78E4-395A-0C6B61272DEA}"/>
                </a:ext>
              </a:extLst>
            </p:cNvPr>
            <p:cNvSpPr/>
            <p:nvPr/>
          </p:nvSpPr>
          <p:spPr>
            <a:xfrm>
              <a:off x="4499427" y="4714831"/>
              <a:ext cx="1911" cy="477"/>
            </a:xfrm>
            <a:custGeom>
              <a:avLst/>
              <a:gdLst>
                <a:gd name="csX0" fmla="*/ 1911 w 1911"/>
                <a:gd name="csY0" fmla="*/ 478 h 477"/>
                <a:gd name="csX1" fmla="*/ 1433 w 1911"/>
                <a:gd name="csY1" fmla="*/ 0 h 477"/>
                <a:gd name="csX2" fmla="*/ 478 w 1911"/>
                <a:gd name="csY2" fmla="*/ 0 h 477"/>
                <a:gd name="csX3" fmla="*/ 0 w 1911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477">
                  <a:moveTo>
                    <a:pt x="1911" y="478"/>
                  </a:moveTo>
                  <a:lnTo>
                    <a:pt x="1433" y="0"/>
                  </a:lnTo>
                  <a:lnTo>
                    <a:pt x="478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5" name="Freeform 3494">
              <a:extLst>
                <a:ext uri="{FF2B5EF4-FFF2-40B4-BE49-F238E27FC236}">
                  <a16:creationId xmlns:a16="http://schemas.microsoft.com/office/drawing/2014/main" id="{A71DD0F7-5946-E768-91DC-D66533E8F3E5}"/>
                </a:ext>
              </a:extLst>
            </p:cNvPr>
            <p:cNvSpPr/>
            <p:nvPr/>
          </p:nvSpPr>
          <p:spPr>
            <a:xfrm>
              <a:off x="4506116" y="4715309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478 w 1433"/>
                <a:gd name="csY1" fmla="*/ 478 h 477"/>
                <a:gd name="csX2" fmla="*/ 0 w 1433"/>
                <a:gd name="csY2" fmla="*/ 0 h 477"/>
                <a:gd name="csX3" fmla="*/ 0 w 143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6" name="Freeform 3495">
              <a:extLst>
                <a:ext uri="{FF2B5EF4-FFF2-40B4-BE49-F238E27FC236}">
                  <a16:creationId xmlns:a16="http://schemas.microsoft.com/office/drawing/2014/main" id="{DF3995A4-D75D-2667-1810-6F22782B64A8}"/>
                </a:ext>
              </a:extLst>
            </p:cNvPr>
            <p:cNvSpPr/>
            <p:nvPr/>
          </p:nvSpPr>
          <p:spPr>
            <a:xfrm>
              <a:off x="4508504" y="4715309"/>
              <a:ext cx="3821" cy="7643"/>
            </a:xfrm>
            <a:custGeom>
              <a:avLst/>
              <a:gdLst>
                <a:gd name="csX0" fmla="*/ 3822 w 3821"/>
                <a:gd name="csY0" fmla="*/ 7644 h 7643"/>
                <a:gd name="csX1" fmla="*/ 3822 w 3821"/>
                <a:gd name="csY1" fmla="*/ 7644 h 7643"/>
                <a:gd name="csX2" fmla="*/ 3822 w 3821"/>
                <a:gd name="csY2" fmla="*/ 7166 h 7643"/>
                <a:gd name="csX3" fmla="*/ 3822 w 3821"/>
                <a:gd name="csY3" fmla="*/ 6688 h 7643"/>
                <a:gd name="csX4" fmla="*/ 3344 w 3821"/>
                <a:gd name="csY4" fmla="*/ 6210 h 7643"/>
                <a:gd name="csX5" fmla="*/ 3822 w 3821"/>
                <a:gd name="csY5" fmla="*/ 5733 h 7643"/>
                <a:gd name="csX6" fmla="*/ 3822 w 3821"/>
                <a:gd name="csY6" fmla="*/ 4777 h 7643"/>
                <a:gd name="csX7" fmla="*/ 3822 w 3821"/>
                <a:gd name="csY7" fmla="*/ 3344 h 7643"/>
                <a:gd name="csX8" fmla="*/ 3344 w 3821"/>
                <a:gd name="csY8" fmla="*/ 2866 h 7643"/>
                <a:gd name="csX9" fmla="*/ 2389 w 3821"/>
                <a:gd name="csY9" fmla="*/ 1911 h 7643"/>
                <a:gd name="csX10" fmla="*/ 1911 w 3821"/>
                <a:gd name="csY10" fmla="*/ 955 h 7643"/>
                <a:gd name="csX11" fmla="*/ 956 w 3821"/>
                <a:gd name="csY11" fmla="*/ 0 h 7643"/>
                <a:gd name="csX12" fmla="*/ 0 w 3821"/>
                <a:gd name="csY12" fmla="*/ 0 h 7643"/>
                <a:gd name="csX13" fmla="*/ 0 w 3821"/>
                <a:gd name="csY13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821" h="7643">
                  <a:moveTo>
                    <a:pt x="3822" y="7644"/>
                  </a:moveTo>
                  <a:lnTo>
                    <a:pt x="3822" y="7644"/>
                  </a:lnTo>
                  <a:lnTo>
                    <a:pt x="3822" y="7166"/>
                  </a:lnTo>
                  <a:lnTo>
                    <a:pt x="3822" y="6688"/>
                  </a:lnTo>
                  <a:lnTo>
                    <a:pt x="3344" y="6210"/>
                  </a:lnTo>
                  <a:lnTo>
                    <a:pt x="3822" y="5733"/>
                  </a:lnTo>
                  <a:lnTo>
                    <a:pt x="3822" y="4777"/>
                  </a:lnTo>
                  <a:lnTo>
                    <a:pt x="3822" y="3344"/>
                  </a:lnTo>
                  <a:lnTo>
                    <a:pt x="3344" y="2866"/>
                  </a:lnTo>
                  <a:lnTo>
                    <a:pt x="2389" y="1911"/>
                  </a:lnTo>
                  <a:lnTo>
                    <a:pt x="1911" y="955"/>
                  </a:lnTo>
                  <a:lnTo>
                    <a:pt x="956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7" name="Freeform 3496">
              <a:extLst>
                <a:ext uri="{FF2B5EF4-FFF2-40B4-BE49-F238E27FC236}">
                  <a16:creationId xmlns:a16="http://schemas.microsoft.com/office/drawing/2014/main" id="{9DD34B6B-9D15-5660-1314-474AA1DDCD91}"/>
                </a:ext>
              </a:extLst>
            </p:cNvPr>
            <p:cNvSpPr/>
            <p:nvPr/>
          </p:nvSpPr>
          <p:spPr>
            <a:xfrm>
              <a:off x="4502771" y="4721997"/>
              <a:ext cx="1433" cy="477"/>
            </a:xfrm>
            <a:custGeom>
              <a:avLst/>
              <a:gdLst>
                <a:gd name="csX0" fmla="*/ 0 w 1433"/>
                <a:gd name="csY0" fmla="*/ 478 h 477"/>
                <a:gd name="csX1" fmla="*/ 956 w 1433"/>
                <a:gd name="csY1" fmla="*/ 478 h 477"/>
                <a:gd name="csX2" fmla="*/ 1433 w 1433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477">
                  <a:moveTo>
                    <a:pt x="0" y="478"/>
                  </a:moveTo>
                  <a:lnTo>
                    <a:pt x="956" y="478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8" name="Freeform 3497">
              <a:extLst>
                <a:ext uri="{FF2B5EF4-FFF2-40B4-BE49-F238E27FC236}">
                  <a16:creationId xmlns:a16="http://schemas.microsoft.com/office/drawing/2014/main" id="{97319DD5-2114-3174-8C6B-BB03FF9FC0EC}"/>
                </a:ext>
              </a:extLst>
            </p:cNvPr>
            <p:cNvSpPr/>
            <p:nvPr/>
          </p:nvSpPr>
          <p:spPr>
            <a:xfrm>
              <a:off x="4494172" y="4723908"/>
              <a:ext cx="13376" cy="88857"/>
            </a:xfrm>
            <a:custGeom>
              <a:avLst/>
              <a:gdLst>
                <a:gd name="csX0" fmla="*/ 1433 w 13376"/>
                <a:gd name="csY0" fmla="*/ 88858 h 88857"/>
                <a:gd name="csX1" fmla="*/ 1433 w 13376"/>
                <a:gd name="csY1" fmla="*/ 88858 h 88857"/>
                <a:gd name="csX2" fmla="*/ 1911 w 13376"/>
                <a:gd name="csY2" fmla="*/ 88380 h 88857"/>
                <a:gd name="csX3" fmla="*/ 1911 w 13376"/>
                <a:gd name="csY3" fmla="*/ 88380 h 88857"/>
                <a:gd name="csX4" fmla="*/ 2389 w 13376"/>
                <a:gd name="csY4" fmla="*/ 87424 h 88857"/>
                <a:gd name="csX5" fmla="*/ 2389 w 13376"/>
                <a:gd name="csY5" fmla="*/ 86469 h 88857"/>
                <a:gd name="csX6" fmla="*/ 2389 w 13376"/>
                <a:gd name="csY6" fmla="*/ 86469 h 88857"/>
                <a:gd name="csX7" fmla="*/ 3344 w 13376"/>
                <a:gd name="csY7" fmla="*/ 82647 h 88857"/>
                <a:gd name="csX8" fmla="*/ 4299 w 13376"/>
                <a:gd name="csY8" fmla="*/ 76914 h 88857"/>
                <a:gd name="csX9" fmla="*/ 5733 w 13376"/>
                <a:gd name="csY9" fmla="*/ 71182 h 88857"/>
                <a:gd name="csX10" fmla="*/ 6688 w 13376"/>
                <a:gd name="csY10" fmla="*/ 64971 h 88857"/>
                <a:gd name="csX11" fmla="*/ 8121 w 13376"/>
                <a:gd name="csY11" fmla="*/ 58761 h 88857"/>
                <a:gd name="csX12" fmla="*/ 9555 w 13376"/>
                <a:gd name="csY12" fmla="*/ 52550 h 88857"/>
                <a:gd name="csX13" fmla="*/ 10510 w 13376"/>
                <a:gd name="csY13" fmla="*/ 47295 h 88857"/>
                <a:gd name="csX14" fmla="*/ 11465 w 13376"/>
                <a:gd name="csY14" fmla="*/ 42518 h 88857"/>
                <a:gd name="csX15" fmla="*/ 11943 w 13376"/>
                <a:gd name="csY15" fmla="*/ 40129 h 88857"/>
                <a:gd name="csX16" fmla="*/ 12899 w 13376"/>
                <a:gd name="csY16" fmla="*/ 36307 h 88857"/>
                <a:gd name="csX17" fmla="*/ 12899 w 13376"/>
                <a:gd name="csY17" fmla="*/ 32963 h 88857"/>
                <a:gd name="csX18" fmla="*/ 13376 w 13376"/>
                <a:gd name="csY18" fmla="*/ 32008 h 88857"/>
                <a:gd name="csX19" fmla="*/ 13376 w 13376"/>
                <a:gd name="csY19" fmla="*/ 31530 h 88857"/>
                <a:gd name="csX20" fmla="*/ 12421 w 13376"/>
                <a:gd name="csY20" fmla="*/ 30575 h 88857"/>
                <a:gd name="csX21" fmla="*/ 12421 w 13376"/>
                <a:gd name="csY21" fmla="*/ 29619 h 88857"/>
                <a:gd name="csX22" fmla="*/ 12421 w 13376"/>
                <a:gd name="csY22" fmla="*/ 29141 h 88857"/>
                <a:gd name="csX23" fmla="*/ 12421 w 13376"/>
                <a:gd name="csY23" fmla="*/ 28664 h 88857"/>
                <a:gd name="csX24" fmla="*/ 11465 w 13376"/>
                <a:gd name="csY24" fmla="*/ 28186 h 88857"/>
                <a:gd name="csX25" fmla="*/ 10988 w 13376"/>
                <a:gd name="csY25" fmla="*/ 27708 h 88857"/>
                <a:gd name="csX26" fmla="*/ 10510 w 13376"/>
                <a:gd name="csY26" fmla="*/ 27231 h 88857"/>
                <a:gd name="csX27" fmla="*/ 10510 w 13376"/>
                <a:gd name="csY27" fmla="*/ 26275 h 88857"/>
                <a:gd name="csX28" fmla="*/ 10032 w 13376"/>
                <a:gd name="csY28" fmla="*/ 25797 h 88857"/>
                <a:gd name="csX29" fmla="*/ 9555 w 13376"/>
                <a:gd name="csY29" fmla="*/ 24842 h 88857"/>
                <a:gd name="csX30" fmla="*/ 9077 w 13376"/>
                <a:gd name="csY30" fmla="*/ 24364 h 88857"/>
                <a:gd name="csX31" fmla="*/ 9077 w 13376"/>
                <a:gd name="csY31" fmla="*/ 23886 h 88857"/>
                <a:gd name="csX32" fmla="*/ 9555 w 13376"/>
                <a:gd name="csY32" fmla="*/ 22931 h 88857"/>
                <a:gd name="csX33" fmla="*/ 9555 w 13376"/>
                <a:gd name="csY33" fmla="*/ 21975 h 88857"/>
                <a:gd name="csX34" fmla="*/ 9555 w 13376"/>
                <a:gd name="csY34" fmla="*/ 21498 h 88857"/>
                <a:gd name="csX35" fmla="*/ 9077 w 13376"/>
                <a:gd name="csY35" fmla="*/ 20542 h 88857"/>
                <a:gd name="csX36" fmla="*/ 8599 w 13376"/>
                <a:gd name="csY36" fmla="*/ 20065 h 88857"/>
                <a:gd name="csX37" fmla="*/ 8121 w 13376"/>
                <a:gd name="csY37" fmla="*/ 19109 h 88857"/>
                <a:gd name="csX38" fmla="*/ 6688 w 13376"/>
                <a:gd name="csY38" fmla="*/ 18631 h 88857"/>
                <a:gd name="csX39" fmla="*/ 4777 w 13376"/>
                <a:gd name="csY39" fmla="*/ 17676 h 88857"/>
                <a:gd name="csX40" fmla="*/ 2866 w 13376"/>
                <a:gd name="csY40" fmla="*/ 16243 h 88857"/>
                <a:gd name="csX41" fmla="*/ 478 w 13376"/>
                <a:gd name="csY41" fmla="*/ 14332 h 88857"/>
                <a:gd name="csX42" fmla="*/ 0 w 13376"/>
                <a:gd name="csY42" fmla="*/ 13376 h 88857"/>
                <a:gd name="csX43" fmla="*/ 0 w 13376"/>
                <a:gd name="csY43" fmla="*/ 10510 h 88857"/>
                <a:gd name="csX44" fmla="*/ 0 w 13376"/>
                <a:gd name="csY44" fmla="*/ 7166 h 88857"/>
                <a:gd name="csX45" fmla="*/ 478 w 13376"/>
                <a:gd name="csY45" fmla="*/ 2389 h 88857"/>
                <a:gd name="csX46" fmla="*/ 478 w 13376"/>
                <a:gd name="csY46" fmla="*/ 0 h 888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13376" h="88857">
                  <a:moveTo>
                    <a:pt x="1433" y="88858"/>
                  </a:moveTo>
                  <a:lnTo>
                    <a:pt x="1433" y="88858"/>
                  </a:lnTo>
                  <a:lnTo>
                    <a:pt x="1911" y="88380"/>
                  </a:lnTo>
                  <a:lnTo>
                    <a:pt x="1911" y="88380"/>
                  </a:lnTo>
                  <a:lnTo>
                    <a:pt x="2389" y="87424"/>
                  </a:lnTo>
                  <a:lnTo>
                    <a:pt x="2389" y="86469"/>
                  </a:lnTo>
                  <a:lnTo>
                    <a:pt x="2389" y="86469"/>
                  </a:lnTo>
                  <a:lnTo>
                    <a:pt x="3344" y="82647"/>
                  </a:lnTo>
                  <a:lnTo>
                    <a:pt x="4299" y="76914"/>
                  </a:lnTo>
                  <a:lnTo>
                    <a:pt x="5733" y="71182"/>
                  </a:lnTo>
                  <a:lnTo>
                    <a:pt x="6688" y="64971"/>
                  </a:lnTo>
                  <a:lnTo>
                    <a:pt x="8121" y="58761"/>
                  </a:lnTo>
                  <a:lnTo>
                    <a:pt x="9555" y="52550"/>
                  </a:lnTo>
                  <a:lnTo>
                    <a:pt x="10510" y="47295"/>
                  </a:lnTo>
                  <a:lnTo>
                    <a:pt x="11465" y="42518"/>
                  </a:lnTo>
                  <a:lnTo>
                    <a:pt x="11943" y="40129"/>
                  </a:lnTo>
                  <a:lnTo>
                    <a:pt x="12899" y="36307"/>
                  </a:lnTo>
                  <a:lnTo>
                    <a:pt x="12899" y="32963"/>
                  </a:lnTo>
                  <a:lnTo>
                    <a:pt x="13376" y="32008"/>
                  </a:lnTo>
                  <a:lnTo>
                    <a:pt x="13376" y="31530"/>
                  </a:lnTo>
                  <a:lnTo>
                    <a:pt x="12421" y="30575"/>
                  </a:lnTo>
                  <a:lnTo>
                    <a:pt x="12421" y="29619"/>
                  </a:lnTo>
                  <a:lnTo>
                    <a:pt x="12421" y="29141"/>
                  </a:lnTo>
                  <a:lnTo>
                    <a:pt x="12421" y="28664"/>
                  </a:lnTo>
                  <a:lnTo>
                    <a:pt x="11465" y="28186"/>
                  </a:lnTo>
                  <a:lnTo>
                    <a:pt x="10988" y="27708"/>
                  </a:lnTo>
                  <a:lnTo>
                    <a:pt x="10510" y="27231"/>
                  </a:lnTo>
                  <a:lnTo>
                    <a:pt x="10510" y="26275"/>
                  </a:lnTo>
                  <a:lnTo>
                    <a:pt x="10032" y="25797"/>
                  </a:lnTo>
                  <a:lnTo>
                    <a:pt x="9555" y="24842"/>
                  </a:lnTo>
                  <a:lnTo>
                    <a:pt x="9077" y="24364"/>
                  </a:lnTo>
                  <a:lnTo>
                    <a:pt x="9077" y="23886"/>
                  </a:lnTo>
                  <a:lnTo>
                    <a:pt x="9555" y="22931"/>
                  </a:lnTo>
                  <a:lnTo>
                    <a:pt x="9555" y="21975"/>
                  </a:lnTo>
                  <a:lnTo>
                    <a:pt x="9555" y="21498"/>
                  </a:lnTo>
                  <a:lnTo>
                    <a:pt x="9077" y="20542"/>
                  </a:lnTo>
                  <a:lnTo>
                    <a:pt x="8599" y="20065"/>
                  </a:lnTo>
                  <a:lnTo>
                    <a:pt x="8121" y="19109"/>
                  </a:lnTo>
                  <a:lnTo>
                    <a:pt x="6688" y="18631"/>
                  </a:lnTo>
                  <a:lnTo>
                    <a:pt x="4777" y="17676"/>
                  </a:lnTo>
                  <a:lnTo>
                    <a:pt x="2866" y="16243"/>
                  </a:lnTo>
                  <a:lnTo>
                    <a:pt x="478" y="14332"/>
                  </a:lnTo>
                  <a:lnTo>
                    <a:pt x="0" y="13376"/>
                  </a:lnTo>
                  <a:lnTo>
                    <a:pt x="0" y="10510"/>
                  </a:lnTo>
                  <a:lnTo>
                    <a:pt x="0" y="7166"/>
                  </a:lnTo>
                  <a:lnTo>
                    <a:pt x="478" y="2389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9" name="Freeform 3498">
              <a:extLst>
                <a:ext uri="{FF2B5EF4-FFF2-40B4-BE49-F238E27FC236}">
                  <a16:creationId xmlns:a16="http://schemas.microsoft.com/office/drawing/2014/main" id="{B7F98E1E-E726-1B2A-C082-3A06DC39F036}"/>
                </a:ext>
              </a:extLst>
            </p:cNvPr>
            <p:cNvSpPr/>
            <p:nvPr/>
          </p:nvSpPr>
          <p:spPr>
            <a:xfrm>
              <a:off x="4476496" y="4809900"/>
              <a:ext cx="3344" cy="3344"/>
            </a:xfrm>
            <a:custGeom>
              <a:avLst/>
              <a:gdLst>
                <a:gd name="csX0" fmla="*/ 0 w 3344"/>
                <a:gd name="csY0" fmla="*/ 3344 h 3344"/>
                <a:gd name="csX1" fmla="*/ 0 w 3344"/>
                <a:gd name="csY1" fmla="*/ 3344 h 3344"/>
                <a:gd name="csX2" fmla="*/ 956 w 3344"/>
                <a:gd name="csY2" fmla="*/ 2389 h 3344"/>
                <a:gd name="csX3" fmla="*/ 1911 w 3344"/>
                <a:gd name="csY3" fmla="*/ 956 h 3344"/>
                <a:gd name="csX4" fmla="*/ 3344 w 3344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3344">
                  <a:moveTo>
                    <a:pt x="0" y="3344"/>
                  </a:moveTo>
                  <a:lnTo>
                    <a:pt x="0" y="3344"/>
                  </a:lnTo>
                  <a:lnTo>
                    <a:pt x="956" y="2389"/>
                  </a:lnTo>
                  <a:lnTo>
                    <a:pt x="1911" y="956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0" name="Freeform 3499">
              <a:extLst>
                <a:ext uri="{FF2B5EF4-FFF2-40B4-BE49-F238E27FC236}">
                  <a16:creationId xmlns:a16="http://schemas.microsoft.com/office/drawing/2014/main" id="{1979DF53-CAB9-F5A0-AACC-226A7854F0DA}"/>
                </a:ext>
              </a:extLst>
            </p:cNvPr>
            <p:cNvSpPr/>
            <p:nvPr/>
          </p:nvSpPr>
          <p:spPr>
            <a:xfrm>
              <a:off x="4469808" y="4813721"/>
              <a:ext cx="1433" cy="955"/>
            </a:xfrm>
            <a:custGeom>
              <a:avLst/>
              <a:gdLst>
                <a:gd name="csX0" fmla="*/ 0 w 1433"/>
                <a:gd name="csY0" fmla="*/ 956 h 955"/>
                <a:gd name="csX1" fmla="*/ 1433 w 1433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955">
                  <a:moveTo>
                    <a:pt x="0" y="956"/>
                  </a:move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1" name="Freeform 3500">
              <a:extLst>
                <a:ext uri="{FF2B5EF4-FFF2-40B4-BE49-F238E27FC236}">
                  <a16:creationId xmlns:a16="http://schemas.microsoft.com/office/drawing/2014/main" id="{BA9ACF8D-9D8D-4946-EF9A-37F2DF849C91}"/>
                </a:ext>
              </a:extLst>
            </p:cNvPr>
            <p:cNvSpPr/>
            <p:nvPr/>
          </p:nvSpPr>
          <p:spPr>
            <a:xfrm>
              <a:off x="4465509" y="4814677"/>
              <a:ext cx="1433" cy="955"/>
            </a:xfrm>
            <a:custGeom>
              <a:avLst/>
              <a:gdLst>
                <a:gd name="csX0" fmla="*/ 0 w 1433"/>
                <a:gd name="csY0" fmla="*/ 956 h 955"/>
                <a:gd name="csX1" fmla="*/ 0 w 1433"/>
                <a:gd name="csY1" fmla="*/ 956 h 955"/>
                <a:gd name="csX2" fmla="*/ 1433 w 1433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955">
                  <a:moveTo>
                    <a:pt x="0" y="956"/>
                  </a:moveTo>
                  <a:lnTo>
                    <a:pt x="0" y="956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2" name="Freeform 3501">
              <a:extLst>
                <a:ext uri="{FF2B5EF4-FFF2-40B4-BE49-F238E27FC236}">
                  <a16:creationId xmlns:a16="http://schemas.microsoft.com/office/drawing/2014/main" id="{804792BC-1B68-CAA0-F684-6C7C61D05887}"/>
                </a:ext>
              </a:extLst>
            </p:cNvPr>
            <p:cNvSpPr/>
            <p:nvPr/>
          </p:nvSpPr>
          <p:spPr>
            <a:xfrm>
              <a:off x="4442100" y="4816110"/>
              <a:ext cx="17198" cy="10032"/>
            </a:xfrm>
            <a:custGeom>
              <a:avLst/>
              <a:gdLst>
                <a:gd name="csX0" fmla="*/ 0 w 17198"/>
                <a:gd name="csY0" fmla="*/ 10032 h 10032"/>
                <a:gd name="csX1" fmla="*/ 1911 w 17198"/>
                <a:gd name="csY1" fmla="*/ 9077 h 10032"/>
                <a:gd name="csX2" fmla="*/ 4777 w 17198"/>
                <a:gd name="csY2" fmla="*/ 7166 h 10032"/>
                <a:gd name="csX3" fmla="*/ 7166 w 17198"/>
                <a:gd name="csY3" fmla="*/ 5255 h 10032"/>
                <a:gd name="csX4" fmla="*/ 8599 w 17198"/>
                <a:gd name="csY4" fmla="*/ 4300 h 10032"/>
                <a:gd name="csX5" fmla="*/ 11943 w 17198"/>
                <a:gd name="csY5" fmla="*/ 2389 h 10032"/>
                <a:gd name="csX6" fmla="*/ 12421 w 17198"/>
                <a:gd name="csY6" fmla="*/ 2389 h 10032"/>
                <a:gd name="csX7" fmla="*/ 14332 w 17198"/>
                <a:gd name="csY7" fmla="*/ 1433 h 10032"/>
                <a:gd name="csX8" fmla="*/ 15287 w 17198"/>
                <a:gd name="csY8" fmla="*/ 956 h 10032"/>
                <a:gd name="csX9" fmla="*/ 17198 w 17198"/>
                <a:gd name="csY9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7198" h="10032">
                  <a:moveTo>
                    <a:pt x="0" y="10032"/>
                  </a:moveTo>
                  <a:lnTo>
                    <a:pt x="1911" y="9077"/>
                  </a:lnTo>
                  <a:lnTo>
                    <a:pt x="4777" y="7166"/>
                  </a:lnTo>
                  <a:lnTo>
                    <a:pt x="7166" y="5255"/>
                  </a:lnTo>
                  <a:lnTo>
                    <a:pt x="8599" y="4300"/>
                  </a:lnTo>
                  <a:lnTo>
                    <a:pt x="11943" y="2389"/>
                  </a:lnTo>
                  <a:lnTo>
                    <a:pt x="12421" y="2389"/>
                  </a:lnTo>
                  <a:lnTo>
                    <a:pt x="14332" y="1433"/>
                  </a:lnTo>
                  <a:lnTo>
                    <a:pt x="15287" y="956"/>
                  </a:lnTo>
                  <a:lnTo>
                    <a:pt x="1719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3" name="Freeform 3502">
              <a:extLst>
                <a:ext uri="{FF2B5EF4-FFF2-40B4-BE49-F238E27FC236}">
                  <a16:creationId xmlns:a16="http://schemas.microsoft.com/office/drawing/2014/main" id="{E610BBE2-AD9E-8B39-5F4B-D9D0129C7F19}"/>
                </a:ext>
              </a:extLst>
            </p:cNvPr>
            <p:cNvSpPr/>
            <p:nvPr/>
          </p:nvSpPr>
          <p:spPr>
            <a:xfrm>
              <a:off x="4431590" y="4827098"/>
              <a:ext cx="6688" cy="25797"/>
            </a:xfrm>
            <a:custGeom>
              <a:avLst/>
              <a:gdLst>
                <a:gd name="csX0" fmla="*/ 956 w 6688"/>
                <a:gd name="csY0" fmla="*/ 25798 h 25797"/>
                <a:gd name="csX1" fmla="*/ 956 w 6688"/>
                <a:gd name="csY1" fmla="*/ 25798 h 25797"/>
                <a:gd name="csX2" fmla="*/ 1911 w 6688"/>
                <a:gd name="csY2" fmla="*/ 24364 h 25797"/>
                <a:gd name="csX3" fmla="*/ 1911 w 6688"/>
                <a:gd name="csY3" fmla="*/ 23409 h 25797"/>
                <a:gd name="csX4" fmla="*/ 1911 w 6688"/>
                <a:gd name="csY4" fmla="*/ 22453 h 25797"/>
                <a:gd name="csX5" fmla="*/ 1433 w 6688"/>
                <a:gd name="csY5" fmla="*/ 21020 h 25797"/>
                <a:gd name="csX6" fmla="*/ 478 w 6688"/>
                <a:gd name="csY6" fmla="*/ 19109 h 25797"/>
                <a:gd name="csX7" fmla="*/ 0 w 6688"/>
                <a:gd name="csY7" fmla="*/ 17676 h 25797"/>
                <a:gd name="csX8" fmla="*/ 478 w 6688"/>
                <a:gd name="csY8" fmla="*/ 16721 h 25797"/>
                <a:gd name="csX9" fmla="*/ 1433 w 6688"/>
                <a:gd name="csY9" fmla="*/ 14810 h 25797"/>
                <a:gd name="csX10" fmla="*/ 3344 w 6688"/>
                <a:gd name="csY10" fmla="*/ 12421 h 25797"/>
                <a:gd name="csX11" fmla="*/ 4777 w 6688"/>
                <a:gd name="csY11" fmla="*/ 9555 h 25797"/>
                <a:gd name="csX12" fmla="*/ 5255 w 6688"/>
                <a:gd name="csY12" fmla="*/ 8599 h 25797"/>
                <a:gd name="csX13" fmla="*/ 5255 w 6688"/>
                <a:gd name="csY13" fmla="*/ 6688 h 25797"/>
                <a:gd name="csX14" fmla="*/ 6211 w 6688"/>
                <a:gd name="csY14" fmla="*/ 3344 h 25797"/>
                <a:gd name="csX15" fmla="*/ 6688 w 6688"/>
                <a:gd name="csY15" fmla="*/ 1433 h 25797"/>
                <a:gd name="csX16" fmla="*/ 6688 w 6688"/>
                <a:gd name="csY16" fmla="*/ 956 h 25797"/>
                <a:gd name="csX17" fmla="*/ 6688 w 6688"/>
                <a:gd name="csY17" fmla="*/ 0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688" h="25797">
                  <a:moveTo>
                    <a:pt x="956" y="25798"/>
                  </a:moveTo>
                  <a:lnTo>
                    <a:pt x="956" y="25798"/>
                  </a:lnTo>
                  <a:lnTo>
                    <a:pt x="1911" y="24364"/>
                  </a:lnTo>
                  <a:lnTo>
                    <a:pt x="1911" y="23409"/>
                  </a:lnTo>
                  <a:lnTo>
                    <a:pt x="1911" y="22453"/>
                  </a:lnTo>
                  <a:lnTo>
                    <a:pt x="1433" y="21020"/>
                  </a:lnTo>
                  <a:lnTo>
                    <a:pt x="478" y="19109"/>
                  </a:lnTo>
                  <a:lnTo>
                    <a:pt x="0" y="17676"/>
                  </a:lnTo>
                  <a:lnTo>
                    <a:pt x="478" y="16721"/>
                  </a:lnTo>
                  <a:lnTo>
                    <a:pt x="1433" y="14810"/>
                  </a:lnTo>
                  <a:lnTo>
                    <a:pt x="3344" y="12421"/>
                  </a:lnTo>
                  <a:lnTo>
                    <a:pt x="4777" y="9555"/>
                  </a:lnTo>
                  <a:lnTo>
                    <a:pt x="5255" y="8599"/>
                  </a:lnTo>
                  <a:lnTo>
                    <a:pt x="5255" y="6688"/>
                  </a:lnTo>
                  <a:lnTo>
                    <a:pt x="6211" y="3344"/>
                  </a:lnTo>
                  <a:lnTo>
                    <a:pt x="6688" y="1433"/>
                  </a:lnTo>
                  <a:lnTo>
                    <a:pt x="6688" y="956"/>
                  </a:lnTo>
                  <a:lnTo>
                    <a:pt x="668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4" name="Freeform 3503">
              <a:extLst>
                <a:ext uri="{FF2B5EF4-FFF2-40B4-BE49-F238E27FC236}">
                  <a16:creationId xmlns:a16="http://schemas.microsoft.com/office/drawing/2014/main" id="{1C0BEDDA-81B8-A0D7-D509-ADD29FC565D0}"/>
                </a:ext>
              </a:extLst>
            </p:cNvPr>
            <p:cNvSpPr/>
            <p:nvPr/>
          </p:nvSpPr>
          <p:spPr>
            <a:xfrm>
              <a:off x="4420124" y="4858150"/>
              <a:ext cx="2388" cy="9076"/>
            </a:xfrm>
            <a:custGeom>
              <a:avLst/>
              <a:gdLst>
                <a:gd name="csX0" fmla="*/ 1433 w 2388"/>
                <a:gd name="csY0" fmla="*/ 9077 h 9076"/>
                <a:gd name="csX1" fmla="*/ 1911 w 2388"/>
                <a:gd name="csY1" fmla="*/ 8599 h 9076"/>
                <a:gd name="csX2" fmla="*/ 1911 w 2388"/>
                <a:gd name="csY2" fmla="*/ 8121 h 9076"/>
                <a:gd name="csX3" fmla="*/ 956 w 2388"/>
                <a:gd name="csY3" fmla="*/ 6210 h 9076"/>
                <a:gd name="csX4" fmla="*/ 478 w 2388"/>
                <a:gd name="csY4" fmla="*/ 5733 h 9076"/>
                <a:gd name="csX5" fmla="*/ 0 w 2388"/>
                <a:gd name="csY5" fmla="*/ 4777 h 9076"/>
                <a:gd name="csX6" fmla="*/ 478 w 2388"/>
                <a:gd name="csY6" fmla="*/ 2867 h 9076"/>
                <a:gd name="csX7" fmla="*/ 956 w 2388"/>
                <a:gd name="csY7" fmla="*/ 1433 h 9076"/>
                <a:gd name="csX8" fmla="*/ 2389 w 2388"/>
                <a:gd name="csY8" fmla="*/ 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9076">
                  <a:moveTo>
                    <a:pt x="1433" y="9077"/>
                  </a:moveTo>
                  <a:lnTo>
                    <a:pt x="1911" y="8599"/>
                  </a:lnTo>
                  <a:lnTo>
                    <a:pt x="1911" y="8121"/>
                  </a:lnTo>
                  <a:lnTo>
                    <a:pt x="956" y="6210"/>
                  </a:lnTo>
                  <a:lnTo>
                    <a:pt x="478" y="5733"/>
                  </a:lnTo>
                  <a:lnTo>
                    <a:pt x="0" y="4777"/>
                  </a:lnTo>
                  <a:lnTo>
                    <a:pt x="478" y="2867"/>
                  </a:lnTo>
                  <a:lnTo>
                    <a:pt x="956" y="1433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5" name="Freeform 3504">
              <a:extLst>
                <a:ext uri="{FF2B5EF4-FFF2-40B4-BE49-F238E27FC236}">
                  <a16:creationId xmlns:a16="http://schemas.microsoft.com/office/drawing/2014/main" id="{EB295DB5-6296-192A-9B11-DB64486E786A}"/>
                </a:ext>
              </a:extLst>
            </p:cNvPr>
            <p:cNvSpPr/>
            <p:nvPr/>
          </p:nvSpPr>
          <p:spPr>
            <a:xfrm>
              <a:off x="4418213" y="4867705"/>
              <a:ext cx="955" cy="477"/>
            </a:xfrm>
            <a:custGeom>
              <a:avLst/>
              <a:gdLst>
                <a:gd name="csX0" fmla="*/ 0 w 955"/>
                <a:gd name="csY0" fmla="*/ 478 h 477"/>
                <a:gd name="csX1" fmla="*/ 478 w 955"/>
                <a:gd name="csY1" fmla="*/ 478 h 477"/>
                <a:gd name="csX2" fmla="*/ 956 w 955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0" y="478"/>
                  </a:moveTo>
                  <a:lnTo>
                    <a:pt x="478" y="478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6" name="Freeform 3505">
              <a:extLst>
                <a:ext uri="{FF2B5EF4-FFF2-40B4-BE49-F238E27FC236}">
                  <a16:creationId xmlns:a16="http://schemas.microsoft.com/office/drawing/2014/main" id="{63E62113-DCE1-9895-1A26-01041925D3C0}"/>
                </a:ext>
              </a:extLst>
            </p:cNvPr>
            <p:cNvSpPr/>
            <p:nvPr/>
          </p:nvSpPr>
          <p:spPr>
            <a:xfrm>
              <a:off x="4416302" y="4868183"/>
              <a:ext cx="20542" cy="37262"/>
            </a:xfrm>
            <a:custGeom>
              <a:avLst/>
              <a:gdLst>
                <a:gd name="csX0" fmla="*/ 19587 w 20542"/>
                <a:gd name="csY0" fmla="*/ 37263 h 37262"/>
                <a:gd name="csX1" fmla="*/ 15765 w 20542"/>
                <a:gd name="csY1" fmla="*/ 37263 h 37262"/>
                <a:gd name="csX2" fmla="*/ 18154 w 20542"/>
                <a:gd name="csY2" fmla="*/ 34396 h 37262"/>
                <a:gd name="csX3" fmla="*/ 20542 w 20542"/>
                <a:gd name="csY3" fmla="*/ 32008 h 37262"/>
                <a:gd name="csX4" fmla="*/ 20542 w 20542"/>
                <a:gd name="csY4" fmla="*/ 29619 h 37262"/>
                <a:gd name="csX5" fmla="*/ 18631 w 20542"/>
                <a:gd name="csY5" fmla="*/ 27708 h 37262"/>
                <a:gd name="csX6" fmla="*/ 17676 w 20542"/>
                <a:gd name="csY6" fmla="*/ 26275 h 37262"/>
                <a:gd name="csX7" fmla="*/ 15765 w 20542"/>
                <a:gd name="csY7" fmla="*/ 24364 h 37262"/>
                <a:gd name="csX8" fmla="*/ 13854 w 20542"/>
                <a:gd name="csY8" fmla="*/ 23409 h 37262"/>
                <a:gd name="csX9" fmla="*/ 12898 w 20542"/>
                <a:gd name="csY9" fmla="*/ 21498 h 37262"/>
                <a:gd name="csX10" fmla="*/ 12898 w 20542"/>
                <a:gd name="csY10" fmla="*/ 20542 h 37262"/>
                <a:gd name="csX11" fmla="*/ 12898 w 20542"/>
                <a:gd name="csY11" fmla="*/ 20064 h 37262"/>
                <a:gd name="csX12" fmla="*/ 11943 w 20542"/>
                <a:gd name="csY12" fmla="*/ 19587 h 37262"/>
                <a:gd name="csX13" fmla="*/ 11465 w 20542"/>
                <a:gd name="csY13" fmla="*/ 19109 h 37262"/>
                <a:gd name="csX14" fmla="*/ 10032 w 20542"/>
                <a:gd name="csY14" fmla="*/ 18631 h 37262"/>
                <a:gd name="csX15" fmla="*/ 9077 w 20542"/>
                <a:gd name="csY15" fmla="*/ 17676 h 37262"/>
                <a:gd name="csX16" fmla="*/ 9077 w 20542"/>
                <a:gd name="csY16" fmla="*/ 16721 h 37262"/>
                <a:gd name="csX17" fmla="*/ 8599 w 20542"/>
                <a:gd name="csY17" fmla="*/ 15765 h 37262"/>
                <a:gd name="csX18" fmla="*/ 7644 w 20542"/>
                <a:gd name="csY18" fmla="*/ 14809 h 37262"/>
                <a:gd name="csX19" fmla="*/ 7644 w 20542"/>
                <a:gd name="csY19" fmla="*/ 13854 h 37262"/>
                <a:gd name="csX20" fmla="*/ 7166 w 20542"/>
                <a:gd name="csY20" fmla="*/ 12898 h 37262"/>
                <a:gd name="csX21" fmla="*/ 6210 w 20542"/>
                <a:gd name="csY21" fmla="*/ 11943 h 37262"/>
                <a:gd name="csX22" fmla="*/ 5733 w 20542"/>
                <a:gd name="csY22" fmla="*/ 10988 h 37262"/>
                <a:gd name="csX23" fmla="*/ 4299 w 20542"/>
                <a:gd name="csY23" fmla="*/ 10032 h 37262"/>
                <a:gd name="csX24" fmla="*/ 4777 w 20542"/>
                <a:gd name="csY24" fmla="*/ 9555 h 37262"/>
                <a:gd name="csX25" fmla="*/ 5255 w 20542"/>
                <a:gd name="csY25" fmla="*/ 9077 h 37262"/>
                <a:gd name="csX26" fmla="*/ 5733 w 20542"/>
                <a:gd name="csY26" fmla="*/ 8121 h 37262"/>
                <a:gd name="csX27" fmla="*/ 5733 w 20542"/>
                <a:gd name="csY27" fmla="*/ 7166 h 37262"/>
                <a:gd name="csX28" fmla="*/ 4777 w 20542"/>
                <a:gd name="csY28" fmla="*/ 6688 h 37262"/>
                <a:gd name="csX29" fmla="*/ 3344 w 20542"/>
                <a:gd name="csY29" fmla="*/ 6688 h 37262"/>
                <a:gd name="csX30" fmla="*/ 2389 w 20542"/>
                <a:gd name="csY30" fmla="*/ 5255 h 37262"/>
                <a:gd name="csX31" fmla="*/ 955 w 20542"/>
                <a:gd name="csY31" fmla="*/ 4299 h 37262"/>
                <a:gd name="csX32" fmla="*/ 478 w 20542"/>
                <a:gd name="csY32" fmla="*/ 3822 h 37262"/>
                <a:gd name="csX33" fmla="*/ 0 w 20542"/>
                <a:gd name="csY33" fmla="*/ 3344 h 37262"/>
                <a:gd name="csX34" fmla="*/ 478 w 20542"/>
                <a:gd name="csY34" fmla="*/ 2866 h 37262"/>
                <a:gd name="csX35" fmla="*/ 955 w 20542"/>
                <a:gd name="csY35" fmla="*/ 2389 h 37262"/>
                <a:gd name="csX36" fmla="*/ 955 w 20542"/>
                <a:gd name="csY36" fmla="*/ 1433 h 37262"/>
                <a:gd name="csX37" fmla="*/ 955 w 20542"/>
                <a:gd name="csY37" fmla="*/ 955 h 37262"/>
                <a:gd name="csX38" fmla="*/ 955 w 20542"/>
                <a:gd name="csY38" fmla="*/ 0 h 37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20542" h="37262">
                  <a:moveTo>
                    <a:pt x="19587" y="37263"/>
                  </a:moveTo>
                  <a:lnTo>
                    <a:pt x="15765" y="37263"/>
                  </a:lnTo>
                  <a:lnTo>
                    <a:pt x="18154" y="34396"/>
                  </a:lnTo>
                  <a:lnTo>
                    <a:pt x="20542" y="32008"/>
                  </a:lnTo>
                  <a:lnTo>
                    <a:pt x="20542" y="29619"/>
                  </a:lnTo>
                  <a:lnTo>
                    <a:pt x="18631" y="27708"/>
                  </a:lnTo>
                  <a:lnTo>
                    <a:pt x="17676" y="26275"/>
                  </a:lnTo>
                  <a:lnTo>
                    <a:pt x="15765" y="24364"/>
                  </a:lnTo>
                  <a:lnTo>
                    <a:pt x="13854" y="23409"/>
                  </a:lnTo>
                  <a:lnTo>
                    <a:pt x="12898" y="21498"/>
                  </a:lnTo>
                  <a:lnTo>
                    <a:pt x="12898" y="20542"/>
                  </a:lnTo>
                  <a:lnTo>
                    <a:pt x="12898" y="20064"/>
                  </a:lnTo>
                  <a:lnTo>
                    <a:pt x="11943" y="19587"/>
                  </a:lnTo>
                  <a:lnTo>
                    <a:pt x="11465" y="19109"/>
                  </a:lnTo>
                  <a:lnTo>
                    <a:pt x="10032" y="18631"/>
                  </a:lnTo>
                  <a:lnTo>
                    <a:pt x="9077" y="17676"/>
                  </a:lnTo>
                  <a:lnTo>
                    <a:pt x="9077" y="16721"/>
                  </a:lnTo>
                  <a:lnTo>
                    <a:pt x="8599" y="15765"/>
                  </a:lnTo>
                  <a:lnTo>
                    <a:pt x="7644" y="14809"/>
                  </a:lnTo>
                  <a:lnTo>
                    <a:pt x="7644" y="13854"/>
                  </a:lnTo>
                  <a:lnTo>
                    <a:pt x="7166" y="12898"/>
                  </a:lnTo>
                  <a:lnTo>
                    <a:pt x="6210" y="11943"/>
                  </a:lnTo>
                  <a:lnTo>
                    <a:pt x="5733" y="10988"/>
                  </a:lnTo>
                  <a:lnTo>
                    <a:pt x="4299" y="10032"/>
                  </a:lnTo>
                  <a:lnTo>
                    <a:pt x="4777" y="9555"/>
                  </a:lnTo>
                  <a:lnTo>
                    <a:pt x="5255" y="9077"/>
                  </a:lnTo>
                  <a:lnTo>
                    <a:pt x="5733" y="8121"/>
                  </a:lnTo>
                  <a:lnTo>
                    <a:pt x="5733" y="7166"/>
                  </a:lnTo>
                  <a:lnTo>
                    <a:pt x="4777" y="6688"/>
                  </a:lnTo>
                  <a:lnTo>
                    <a:pt x="3344" y="6688"/>
                  </a:lnTo>
                  <a:lnTo>
                    <a:pt x="2389" y="5255"/>
                  </a:lnTo>
                  <a:lnTo>
                    <a:pt x="955" y="4299"/>
                  </a:lnTo>
                  <a:lnTo>
                    <a:pt x="478" y="3822"/>
                  </a:lnTo>
                  <a:lnTo>
                    <a:pt x="0" y="3344"/>
                  </a:lnTo>
                  <a:lnTo>
                    <a:pt x="478" y="2866"/>
                  </a:lnTo>
                  <a:lnTo>
                    <a:pt x="955" y="2389"/>
                  </a:lnTo>
                  <a:lnTo>
                    <a:pt x="955" y="1433"/>
                  </a:lnTo>
                  <a:lnTo>
                    <a:pt x="955" y="955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7" name="Freeform 3506">
              <a:extLst>
                <a:ext uri="{FF2B5EF4-FFF2-40B4-BE49-F238E27FC236}">
                  <a16:creationId xmlns:a16="http://schemas.microsoft.com/office/drawing/2014/main" id="{B8005321-0446-A83B-0A02-526ECE9DF40C}"/>
                </a:ext>
              </a:extLst>
            </p:cNvPr>
            <p:cNvSpPr/>
            <p:nvPr/>
          </p:nvSpPr>
          <p:spPr>
            <a:xfrm>
              <a:off x="4439711" y="4905445"/>
              <a:ext cx="13376" cy="10987"/>
            </a:xfrm>
            <a:custGeom>
              <a:avLst/>
              <a:gdLst>
                <a:gd name="csX0" fmla="*/ 13376 w 13376"/>
                <a:gd name="csY0" fmla="*/ 10988 h 10987"/>
                <a:gd name="csX1" fmla="*/ 12899 w 13376"/>
                <a:gd name="csY1" fmla="*/ 10988 h 10987"/>
                <a:gd name="csX2" fmla="*/ 12899 w 13376"/>
                <a:gd name="csY2" fmla="*/ 9077 h 10987"/>
                <a:gd name="csX3" fmla="*/ 12899 w 13376"/>
                <a:gd name="csY3" fmla="*/ 7644 h 10987"/>
                <a:gd name="csX4" fmla="*/ 10988 w 13376"/>
                <a:gd name="csY4" fmla="*/ 6688 h 10987"/>
                <a:gd name="csX5" fmla="*/ 10988 w 13376"/>
                <a:gd name="csY5" fmla="*/ 4777 h 10987"/>
                <a:gd name="csX6" fmla="*/ 10510 w 13376"/>
                <a:gd name="csY6" fmla="*/ 3822 h 10987"/>
                <a:gd name="csX7" fmla="*/ 10032 w 13376"/>
                <a:gd name="csY7" fmla="*/ 2389 h 10987"/>
                <a:gd name="csX8" fmla="*/ 8599 w 13376"/>
                <a:gd name="csY8" fmla="*/ 1911 h 10987"/>
                <a:gd name="csX9" fmla="*/ 7166 w 13376"/>
                <a:gd name="csY9" fmla="*/ 1433 h 10987"/>
                <a:gd name="csX10" fmla="*/ 4300 w 13376"/>
                <a:gd name="csY10" fmla="*/ 478 h 10987"/>
                <a:gd name="csX11" fmla="*/ 0 w 13376"/>
                <a:gd name="csY11" fmla="*/ 0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3376" h="10987">
                  <a:moveTo>
                    <a:pt x="13376" y="10988"/>
                  </a:moveTo>
                  <a:lnTo>
                    <a:pt x="12899" y="10988"/>
                  </a:lnTo>
                  <a:lnTo>
                    <a:pt x="12899" y="9077"/>
                  </a:lnTo>
                  <a:lnTo>
                    <a:pt x="12899" y="7644"/>
                  </a:lnTo>
                  <a:lnTo>
                    <a:pt x="10988" y="6688"/>
                  </a:lnTo>
                  <a:lnTo>
                    <a:pt x="10988" y="4777"/>
                  </a:lnTo>
                  <a:lnTo>
                    <a:pt x="10510" y="3822"/>
                  </a:lnTo>
                  <a:lnTo>
                    <a:pt x="10032" y="2389"/>
                  </a:lnTo>
                  <a:lnTo>
                    <a:pt x="8599" y="1911"/>
                  </a:lnTo>
                  <a:lnTo>
                    <a:pt x="7166" y="1433"/>
                  </a:lnTo>
                  <a:lnTo>
                    <a:pt x="4300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8" name="Freeform 3507">
              <a:extLst>
                <a:ext uri="{FF2B5EF4-FFF2-40B4-BE49-F238E27FC236}">
                  <a16:creationId xmlns:a16="http://schemas.microsoft.com/office/drawing/2014/main" id="{624E0078-3EF0-A4E3-12F0-9F6FE214CC2B}"/>
                </a:ext>
              </a:extLst>
            </p:cNvPr>
            <p:cNvSpPr/>
            <p:nvPr/>
          </p:nvSpPr>
          <p:spPr>
            <a:xfrm>
              <a:off x="4464553" y="4915955"/>
              <a:ext cx="4777" cy="477"/>
            </a:xfrm>
            <a:custGeom>
              <a:avLst/>
              <a:gdLst>
                <a:gd name="csX0" fmla="*/ 4777 w 4777"/>
                <a:gd name="csY0" fmla="*/ 0 h 477"/>
                <a:gd name="csX1" fmla="*/ 0 w 4777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7" h="477">
                  <a:moveTo>
                    <a:pt x="4777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9" name="Freeform 3508">
              <a:extLst>
                <a:ext uri="{FF2B5EF4-FFF2-40B4-BE49-F238E27FC236}">
                  <a16:creationId xmlns:a16="http://schemas.microsoft.com/office/drawing/2014/main" id="{DA102145-E9D0-5CF9-3DB6-4569AD80838E}"/>
                </a:ext>
              </a:extLst>
            </p:cNvPr>
            <p:cNvSpPr/>
            <p:nvPr/>
          </p:nvSpPr>
          <p:spPr>
            <a:xfrm>
              <a:off x="4483185" y="4905923"/>
              <a:ext cx="1910" cy="28663"/>
            </a:xfrm>
            <a:custGeom>
              <a:avLst/>
              <a:gdLst>
                <a:gd name="csX0" fmla="*/ 0 w 1910"/>
                <a:gd name="csY0" fmla="*/ 28664 h 28663"/>
                <a:gd name="csX1" fmla="*/ 0 w 1910"/>
                <a:gd name="csY1" fmla="*/ 25798 h 28663"/>
                <a:gd name="csX2" fmla="*/ 0 w 1910"/>
                <a:gd name="csY2" fmla="*/ 21020 h 28663"/>
                <a:gd name="csX3" fmla="*/ 0 w 1910"/>
                <a:gd name="csY3" fmla="*/ 16721 h 28663"/>
                <a:gd name="csX4" fmla="*/ 0 w 1910"/>
                <a:gd name="csY4" fmla="*/ 13376 h 28663"/>
                <a:gd name="csX5" fmla="*/ 0 w 1910"/>
                <a:gd name="csY5" fmla="*/ 9555 h 28663"/>
                <a:gd name="csX6" fmla="*/ 0 w 1910"/>
                <a:gd name="csY6" fmla="*/ 7166 h 28663"/>
                <a:gd name="csX7" fmla="*/ 955 w 1910"/>
                <a:gd name="csY7" fmla="*/ 6210 h 28663"/>
                <a:gd name="csX8" fmla="*/ 1433 w 1910"/>
                <a:gd name="csY8" fmla="*/ 4777 h 28663"/>
                <a:gd name="csX9" fmla="*/ 478 w 1910"/>
                <a:gd name="csY9" fmla="*/ 3344 h 28663"/>
                <a:gd name="csX10" fmla="*/ 955 w 1910"/>
                <a:gd name="csY10" fmla="*/ 1911 h 28663"/>
                <a:gd name="csX11" fmla="*/ 1433 w 1910"/>
                <a:gd name="csY11" fmla="*/ 956 h 28663"/>
                <a:gd name="csX12" fmla="*/ 1911 w 1910"/>
                <a:gd name="csY12" fmla="*/ 0 h 28663"/>
                <a:gd name="csX13" fmla="*/ 1433 w 1910"/>
                <a:gd name="csY13" fmla="*/ 0 h 2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910" h="28663">
                  <a:moveTo>
                    <a:pt x="0" y="28664"/>
                  </a:moveTo>
                  <a:lnTo>
                    <a:pt x="0" y="25798"/>
                  </a:lnTo>
                  <a:lnTo>
                    <a:pt x="0" y="21020"/>
                  </a:lnTo>
                  <a:lnTo>
                    <a:pt x="0" y="16721"/>
                  </a:lnTo>
                  <a:lnTo>
                    <a:pt x="0" y="13376"/>
                  </a:lnTo>
                  <a:lnTo>
                    <a:pt x="0" y="9555"/>
                  </a:lnTo>
                  <a:lnTo>
                    <a:pt x="0" y="7166"/>
                  </a:lnTo>
                  <a:lnTo>
                    <a:pt x="955" y="6210"/>
                  </a:lnTo>
                  <a:lnTo>
                    <a:pt x="1433" y="4777"/>
                  </a:lnTo>
                  <a:lnTo>
                    <a:pt x="478" y="3344"/>
                  </a:lnTo>
                  <a:lnTo>
                    <a:pt x="955" y="1911"/>
                  </a:lnTo>
                  <a:lnTo>
                    <a:pt x="1433" y="956"/>
                  </a:lnTo>
                  <a:lnTo>
                    <a:pt x="1911" y="0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0" name="Freeform 3509">
              <a:extLst>
                <a:ext uri="{FF2B5EF4-FFF2-40B4-BE49-F238E27FC236}">
                  <a16:creationId xmlns:a16="http://schemas.microsoft.com/office/drawing/2014/main" id="{7186C669-53CF-96E6-D0B1-F08FC0523B29}"/>
                </a:ext>
              </a:extLst>
            </p:cNvPr>
            <p:cNvSpPr/>
            <p:nvPr/>
          </p:nvSpPr>
          <p:spPr>
            <a:xfrm>
              <a:off x="4485095" y="4933631"/>
              <a:ext cx="2866" cy="1911"/>
            </a:xfrm>
            <a:custGeom>
              <a:avLst/>
              <a:gdLst>
                <a:gd name="csX0" fmla="*/ 2867 w 2866"/>
                <a:gd name="csY0" fmla="*/ 1911 h 1911"/>
                <a:gd name="csX1" fmla="*/ 1433 w 2866"/>
                <a:gd name="csY1" fmla="*/ 1433 h 1911"/>
                <a:gd name="csX2" fmla="*/ 0 w 2866"/>
                <a:gd name="csY2" fmla="*/ 0 h 1911"/>
                <a:gd name="csX3" fmla="*/ 0 w 2866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1911">
                  <a:moveTo>
                    <a:pt x="2867" y="1911"/>
                  </a:moveTo>
                  <a:lnTo>
                    <a:pt x="1433" y="143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1" name="Freeform 3510">
              <a:extLst>
                <a:ext uri="{FF2B5EF4-FFF2-40B4-BE49-F238E27FC236}">
                  <a16:creationId xmlns:a16="http://schemas.microsoft.com/office/drawing/2014/main" id="{914C0569-1BB6-5978-E140-13F4C4A1307E}"/>
                </a:ext>
              </a:extLst>
            </p:cNvPr>
            <p:cNvSpPr/>
            <p:nvPr/>
          </p:nvSpPr>
          <p:spPr>
            <a:xfrm>
              <a:off x="4496561" y="4933154"/>
              <a:ext cx="5254" cy="477"/>
            </a:xfrm>
            <a:custGeom>
              <a:avLst/>
              <a:gdLst>
                <a:gd name="csX0" fmla="*/ 5255 w 5254"/>
                <a:gd name="csY0" fmla="*/ 478 h 477"/>
                <a:gd name="csX1" fmla="*/ 2389 w 5254"/>
                <a:gd name="csY1" fmla="*/ 0 h 477"/>
                <a:gd name="csX2" fmla="*/ 0 w 5254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4" h="477">
                  <a:moveTo>
                    <a:pt x="5255" y="478"/>
                  </a:moveTo>
                  <a:lnTo>
                    <a:pt x="2389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2" name="Freeform 3511">
              <a:extLst>
                <a:ext uri="{FF2B5EF4-FFF2-40B4-BE49-F238E27FC236}">
                  <a16:creationId xmlns:a16="http://schemas.microsoft.com/office/drawing/2014/main" id="{92D4D7C3-B829-6CAD-AA03-A47FCE64BEA3}"/>
                </a:ext>
              </a:extLst>
            </p:cNvPr>
            <p:cNvSpPr/>
            <p:nvPr/>
          </p:nvSpPr>
          <p:spPr>
            <a:xfrm>
              <a:off x="4502294" y="4910700"/>
              <a:ext cx="241253" cy="234565"/>
            </a:xfrm>
            <a:custGeom>
              <a:avLst/>
              <a:gdLst>
                <a:gd name="csX0" fmla="*/ 235043 w 241253"/>
                <a:gd name="csY0" fmla="*/ 234565 h 234565"/>
                <a:gd name="csX1" fmla="*/ 233610 w 241253"/>
                <a:gd name="csY1" fmla="*/ 234087 h 234565"/>
                <a:gd name="csX2" fmla="*/ 232176 w 241253"/>
                <a:gd name="csY2" fmla="*/ 233610 h 234565"/>
                <a:gd name="csX3" fmla="*/ 231699 w 241253"/>
                <a:gd name="csY3" fmla="*/ 232654 h 234565"/>
                <a:gd name="csX4" fmla="*/ 231699 w 241253"/>
                <a:gd name="csY4" fmla="*/ 231699 h 234565"/>
                <a:gd name="csX5" fmla="*/ 232176 w 241253"/>
                <a:gd name="csY5" fmla="*/ 230743 h 234565"/>
                <a:gd name="csX6" fmla="*/ 232654 w 241253"/>
                <a:gd name="csY6" fmla="*/ 229788 h 234565"/>
                <a:gd name="csX7" fmla="*/ 232176 w 241253"/>
                <a:gd name="csY7" fmla="*/ 228833 h 234565"/>
                <a:gd name="csX8" fmla="*/ 232654 w 241253"/>
                <a:gd name="csY8" fmla="*/ 227877 h 234565"/>
                <a:gd name="csX9" fmla="*/ 232654 w 241253"/>
                <a:gd name="csY9" fmla="*/ 226921 h 234565"/>
                <a:gd name="csX10" fmla="*/ 233132 w 241253"/>
                <a:gd name="csY10" fmla="*/ 225966 h 234565"/>
                <a:gd name="csX11" fmla="*/ 232654 w 241253"/>
                <a:gd name="csY11" fmla="*/ 225011 h 234565"/>
                <a:gd name="csX12" fmla="*/ 232654 w 241253"/>
                <a:gd name="csY12" fmla="*/ 223577 h 234565"/>
                <a:gd name="csX13" fmla="*/ 232654 w 241253"/>
                <a:gd name="csY13" fmla="*/ 222622 h 234565"/>
                <a:gd name="csX14" fmla="*/ 232654 w 241253"/>
                <a:gd name="csY14" fmla="*/ 221667 h 234565"/>
                <a:gd name="csX15" fmla="*/ 233132 w 241253"/>
                <a:gd name="csY15" fmla="*/ 220233 h 234565"/>
                <a:gd name="csX16" fmla="*/ 234087 w 241253"/>
                <a:gd name="csY16" fmla="*/ 219278 h 234565"/>
                <a:gd name="csX17" fmla="*/ 233610 w 241253"/>
                <a:gd name="csY17" fmla="*/ 217845 h 234565"/>
                <a:gd name="csX18" fmla="*/ 233610 w 241253"/>
                <a:gd name="csY18" fmla="*/ 217367 h 234565"/>
                <a:gd name="csX19" fmla="*/ 234087 w 241253"/>
                <a:gd name="csY19" fmla="*/ 215934 h 234565"/>
                <a:gd name="csX20" fmla="*/ 234565 w 241253"/>
                <a:gd name="csY20" fmla="*/ 214978 h 234565"/>
                <a:gd name="csX21" fmla="*/ 234565 w 241253"/>
                <a:gd name="csY21" fmla="*/ 212112 h 234565"/>
                <a:gd name="csX22" fmla="*/ 234087 w 241253"/>
                <a:gd name="csY22" fmla="*/ 210679 h 234565"/>
                <a:gd name="csX23" fmla="*/ 233610 w 241253"/>
                <a:gd name="csY23" fmla="*/ 210201 h 234565"/>
                <a:gd name="csX24" fmla="*/ 233132 w 241253"/>
                <a:gd name="csY24" fmla="*/ 209723 h 234565"/>
                <a:gd name="csX25" fmla="*/ 233610 w 241253"/>
                <a:gd name="csY25" fmla="*/ 209245 h 234565"/>
                <a:gd name="csX26" fmla="*/ 233132 w 241253"/>
                <a:gd name="csY26" fmla="*/ 208290 h 234565"/>
                <a:gd name="csX27" fmla="*/ 233132 w 241253"/>
                <a:gd name="csY27" fmla="*/ 207812 h 234565"/>
                <a:gd name="csX28" fmla="*/ 233610 w 241253"/>
                <a:gd name="csY28" fmla="*/ 207335 h 234565"/>
                <a:gd name="csX29" fmla="*/ 233132 w 241253"/>
                <a:gd name="csY29" fmla="*/ 206379 h 234565"/>
                <a:gd name="csX30" fmla="*/ 232176 w 241253"/>
                <a:gd name="csY30" fmla="*/ 205902 h 234565"/>
                <a:gd name="csX31" fmla="*/ 231699 w 241253"/>
                <a:gd name="csY31" fmla="*/ 205424 h 234565"/>
                <a:gd name="csX32" fmla="*/ 231699 w 241253"/>
                <a:gd name="csY32" fmla="*/ 204468 h 234565"/>
                <a:gd name="csX33" fmla="*/ 231221 w 241253"/>
                <a:gd name="csY33" fmla="*/ 203035 h 234565"/>
                <a:gd name="csX34" fmla="*/ 231221 w 241253"/>
                <a:gd name="csY34" fmla="*/ 202080 h 234565"/>
                <a:gd name="csX35" fmla="*/ 230743 w 241253"/>
                <a:gd name="csY35" fmla="*/ 201124 h 234565"/>
                <a:gd name="csX36" fmla="*/ 230265 w 241253"/>
                <a:gd name="csY36" fmla="*/ 200169 h 234565"/>
                <a:gd name="csX37" fmla="*/ 229788 w 241253"/>
                <a:gd name="csY37" fmla="*/ 199213 h 234565"/>
                <a:gd name="csX38" fmla="*/ 228832 w 241253"/>
                <a:gd name="csY38" fmla="*/ 198736 h 234565"/>
                <a:gd name="csX39" fmla="*/ 228832 w 241253"/>
                <a:gd name="csY39" fmla="*/ 197302 h 234565"/>
                <a:gd name="csX40" fmla="*/ 228355 w 241253"/>
                <a:gd name="csY40" fmla="*/ 196347 h 234565"/>
                <a:gd name="csX41" fmla="*/ 228355 w 241253"/>
                <a:gd name="csY41" fmla="*/ 195869 h 234565"/>
                <a:gd name="csX42" fmla="*/ 229310 w 241253"/>
                <a:gd name="csY42" fmla="*/ 195869 h 234565"/>
                <a:gd name="csX43" fmla="*/ 229310 w 241253"/>
                <a:gd name="csY43" fmla="*/ 195869 h 234565"/>
                <a:gd name="csX44" fmla="*/ 230265 w 241253"/>
                <a:gd name="csY44" fmla="*/ 194914 h 234565"/>
                <a:gd name="csX45" fmla="*/ 230743 w 241253"/>
                <a:gd name="csY45" fmla="*/ 193958 h 234565"/>
                <a:gd name="csX46" fmla="*/ 230743 w 241253"/>
                <a:gd name="csY46" fmla="*/ 193958 h 234565"/>
                <a:gd name="csX47" fmla="*/ 232176 w 241253"/>
                <a:gd name="csY47" fmla="*/ 193480 h 234565"/>
                <a:gd name="csX48" fmla="*/ 233610 w 241253"/>
                <a:gd name="csY48" fmla="*/ 193480 h 234565"/>
                <a:gd name="csX49" fmla="*/ 233610 w 241253"/>
                <a:gd name="csY49" fmla="*/ 193480 h 234565"/>
                <a:gd name="csX50" fmla="*/ 234087 w 241253"/>
                <a:gd name="csY50" fmla="*/ 192525 h 234565"/>
                <a:gd name="csX51" fmla="*/ 230743 w 241253"/>
                <a:gd name="csY51" fmla="*/ 189659 h 234565"/>
                <a:gd name="csX52" fmla="*/ 228832 w 241253"/>
                <a:gd name="csY52" fmla="*/ 187748 h 234565"/>
                <a:gd name="csX53" fmla="*/ 229788 w 241253"/>
                <a:gd name="csY53" fmla="*/ 185837 h 234565"/>
                <a:gd name="csX54" fmla="*/ 231699 w 241253"/>
                <a:gd name="csY54" fmla="*/ 182015 h 234565"/>
                <a:gd name="csX55" fmla="*/ 234087 w 241253"/>
                <a:gd name="csY55" fmla="*/ 178193 h 234565"/>
                <a:gd name="csX56" fmla="*/ 235521 w 241253"/>
                <a:gd name="csY56" fmla="*/ 175327 h 234565"/>
                <a:gd name="csX57" fmla="*/ 235521 w 241253"/>
                <a:gd name="csY57" fmla="*/ 174849 h 234565"/>
                <a:gd name="csX58" fmla="*/ 235521 w 241253"/>
                <a:gd name="csY58" fmla="*/ 174849 h 234565"/>
                <a:gd name="csX59" fmla="*/ 236954 w 241253"/>
                <a:gd name="csY59" fmla="*/ 174371 h 234565"/>
                <a:gd name="csX60" fmla="*/ 236954 w 241253"/>
                <a:gd name="csY60" fmla="*/ 174371 h 234565"/>
                <a:gd name="csX61" fmla="*/ 236954 w 241253"/>
                <a:gd name="csY61" fmla="*/ 172938 h 234565"/>
                <a:gd name="csX62" fmla="*/ 236476 w 241253"/>
                <a:gd name="csY62" fmla="*/ 171983 h 234565"/>
                <a:gd name="csX63" fmla="*/ 235521 w 241253"/>
                <a:gd name="csY63" fmla="*/ 171983 h 234565"/>
                <a:gd name="csX64" fmla="*/ 236954 w 241253"/>
                <a:gd name="csY64" fmla="*/ 168638 h 234565"/>
                <a:gd name="csX65" fmla="*/ 238387 w 241253"/>
                <a:gd name="csY65" fmla="*/ 163861 h 234565"/>
                <a:gd name="csX66" fmla="*/ 239820 w 241253"/>
                <a:gd name="csY66" fmla="*/ 160039 h 234565"/>
                <a:gd name="csX67" fmla="*/ 240298 w 241253"/>
                <a:gd name="csY67" fmla="*/ 159562 h 234565"/>
                <a:gd name="csX68" fmla="*/ 241253 w 241253"/>
                <a:gd name="csY68" fmla="*/ 159084 h 234565"/>
                <a:gd name="csX69" fmla="*/ 241253 w 241253"/>
                <a:gd name="csY69" fmla="*/ 159084 h 234565"/>
                <a:gd name="csX70" fmla="*/ 241253 w 241253"/>
                <a:gd name="csY70" fmla="*/ 158606 h 234565"/>
                <a:gd name="csX71" fmla="*/ 240298 w 241253"/>
                <a:gd name="csY71" fmla="*/ 158129 h 234565"/>
                <a:gd name="csX72" fmla="*/ 239342 w 241253"/>
                <a:gd name="csY72" fmla="*/ 157173 h 234565"/>
                <a:gd name="csX73" fmla="*/ 237909 w 241253"/>
                <a:gd name="csY73" fmla="*/ 153829 h 234565"/>
                <a:gd name="csX74" fmla="*/ 235521 w 241253"/>
                <a:gd name="csY74" fmla="*/ 148574 h 234565"/>
                <a:gd name="csX75" fmla="*/ 235521 w 241253"/>
                <a:gd name="csY75" fmla="*/ 146663 h 234565"/>
                <a:gd name="csX76" fmla="*/ 234565 w 241253"/>
                <a:gd name="csY76" fmla="*/ 145230 h 234565"/>
                <a:gd name="csX77" fmla="*/ 234565 w 241253"/>
                <a:gd name="csY77" fmla="*/ 145230 h 234565"/>
                <a:gd name="csX78" fmla="*/ 233132 w 241253"/>
                <a:gd name="csY78" fmla="*/ 145707 h 234565"/>
                <a:gd name="csX79" fmla="*/ 233132 w 241253"/>
                <a:gd name="csY79" fmla="*/ 145707 h 234565"/>
                <a:gd name="csX80" fmla="*/ 231699 w 241253"/>
                <a:gd name="csY80" fmla="*/ 145230 h 234565"/>
                <a:gd name="csX81" fmla="*/ 227399 w 241253"/>
                <a:gd name="csY81" fmla="*/ 142363 h 234565"/>
                <a:gd name="csX82" fmla="*/ 224533 w 241253"/>
                <a:gd name="csY82" fmla="*/ 140930 h 234565"/>
                <a:gd name="csX83" fmla="*/ 223577 w 241253"/>
                <a:gd name="csY83" fmla="*/ 139975 h 234565"/>
                <a:gd name="csX84" fmla="*/ 223099 w 241253"/>
                <a:gd name="csY84" fmla="*/ 137108 h 234565"/>
                <a:gd name="csX85" fmla="*/ 222144 w 241253"/>
                <a:gd name="csY85" fmla="*/ 133764 h 234565"/>
                <a:gd name="csX86" fmla="*/ 221666 w 241253"/>
                <a:gd name="csY86" fmla="*/ 129942 h 234565"/>
                <a:gd name="csX87" fmla="*/ 222144 w 241253"/>
                <a:gd name="csY87" fmla="*/ 128987 h 234565"/>
                <a:gd name="csX88" fmla="*/ 224533 w 241253"/>
                <a:gd name="csY88" fmla="*/ 126121 h 234565"/>
                <a:gd name="csX89" fmla="*/ 224533 w 241253"/>
                <a:gd name="csY89" fmla="*/ 124688 h 234565"/>
                <a:gd name="csX90" fmla="*/ 224533 w 241253"/>
                <a:gd name="csY90" fmla="*/ 123254 h 234565"/>
                <a:gd name="csX91" fmla="*/ 224533 w 241253"/>
                <a:gd name="csY91" fmla="*/ 122299 h 234565"/>
                <a:gd name="csX92" fmla="*/ 224055 w 241253"/>
                <a:gd name="csY92" fmla="*/ 122299 h 234565"/>
                <a:gd name="csX93" fmla="*/ 223577 w 241253"/>
                <a:gd name="csY93" fmla="*/ 122299 h 234565"/>
                <a:gd name="csX94" fmla="*/ 223099 w 241253"/>
                <a:gd name="csY94" fmla="*/ 122777 h 234565"/>
                <a:gd name="csX95" fmla="*/ 221666 w 241253"/>
                <a:gd name="csY95" fmla="*/ 122777 h 234565"/>
                <a:gd name="csX96" fmla="*/ 220711 w 241253"/>
                <a:gd name="csY96" fmla="*/ 123254 h 234565"/>
                <a:gd name="csX97" fmla="*/ 212590 w 241253"/>
                <a:gd name="csY97" fmla="*/ 122777 h 234565"/>
                <a:gd name="csX98" fmla="*/ 203035 w 241253"/>
                <a:gd name="csY98" fmla="*/ 122299 h 234565"/>
                <a:gd name="csX99" fmla="*/ 194914 w 241253"/>
                <a:gd name="csY99" fmla="*/ 122299 h 234565"/>
                <a:gd name="csX100" fmla="*/ 188225 w 241253"/>
                <a:gd name="csY100" fmla="*/ 121821 h 234565"/>
                <a:gd name="csX101" fmla="*/ 188225 w 241253"/>
                <a:gd name="csY101" fmla="*/ 119432 h 234565"/>
                <a:gd name="csX102" fmla="*/ 187748 w 241253"/>
                <a:gd name="csY102" fmla="*/ 115133 h 234565"/>
                <a:gd name="csX103" fmla="*/ 187270 w 241253"/>
                <a:gd name="csY103" fmla="*/ 111789 h 234565"/>
                <a:gd name="csX104" fmla="*/ 186792 w 241253"/>
                <a:gd name="csY104" fmla="*/ 107012 h 234565"/>
                <a:gd name="csX105" fmla="*/ 183926 w 241253"/>
                <a:gd name="csY105" fmla="*/ 104145 h 234565"/>
                <a:gd name="csX106" fmla="*/ 181059 w 241253"/>
                <a:gd name="csY106" fmla="*/ 100801 h 234565"/>
                <a:gd name="csX107" fmla="*/ 180104 w 241253"/>
                <a:gd name="csY107" fmla="*/ 99846 h 234565"/>
                <a:gd name="csX108" fmla="*/ 180104 w 241253"/>
                <a:gd name="csY108" fmla="*/ 99846 h 234565"/>
                <a:gd name="csX109" fmla="*/ 183926 w 241253"/>
                <a:gd name="csY109" fmla="*/ 99846 h 234565"/>
                <a:gd name="csX110" fmla="*/ 186314 w 241253"/>
                <a:gd name="csY110" fmla="*/ 99846 h 234565"/>
                <a:gd name="csX111" fmla="*/ 186314 w 241253"/>
                <a:gd name="csY111" fmla="*/ 99846 h 234565"/>
                <a:gd name="csX112" fmla="*/ 185837 w 241253"/>
                <a:gd name="csY112" fmla="*/ 90769 h 234565"/>
                <a:gd name="csX113" fmla="*/ 184881 w 241253"/>
                <a:gd name="csY113" fmla="*/ 90291 h 234565"/>
                <a:gd name="csX114" fmla="*/ 184403 w 241253"/>
                <a:gd name="csY114" fmla="*/ 87424 h 234565"/>
                <a:gd name="csX115" fmla="*/ 183926 w 241253"/>
                <a:gd name="csY115" fmla="*/ 85514 h 234565"/>
                <a:gd name="csX116" fmla="*/ 182492 w 241253"/>
                <a:gd name="csY116" fmla="*/ 84081 h 234565"/>
                <a:gd name="csX117" fmla="*/ 182492 w 241253"/>
                <a:gd name="csY117" fmla="*/ 82647 h 234565"/>
                <a:gd name="csX118" fmla="*/ 182492 w 241253"/>
                <a:gd name="csY118" fmla="*/ 81692 h 234565"/>
                <a:gd name="csX119" fmla="*/ 182970 w 241253"/>
                <a:gd name="csY119" fmla="*/ 81214 h 234565"/>
                <a:gd name="csX120" fmla="*/ 182970 w 241253"/>
                <a:gd name="csY120" fmla="*/ 81214 h 234565"/>
                <a:gd name="csX121" fmla="*/ 183448 w 241253"/>
                <a:gd name="csY121" fmla="*/ 79781 h 234565"/>
                <a:gd name="csX122" fmla="*/ 183448 w 241253"/>
                <a:gd name="csY122" fmla="*/ 78348 h 234565"/>
                <a:gd name="csX123" fmla="*/ 182492 w 241253"/>
                <a:gd name="csY123" fmla="*/ 76915 h 234565"/>
                <a:gd name="csX124" fmla="*/ 181537 w 241253"/>
                <a:gd name="csY124" fmla="*/ 75481 h 234565"/>
                <a:gd name="csX125" fmla="*/ 180104 w 241253"/>
                <a:gd name="csY125" fmla="*/ 74526 h 234565"/>
                <a:gd name="csX126" fmla="*/ 177238 w 241253"/>
                <a:gd name="csY126" fmla="*/ 73093 h 234565"/>
                <a:gd name="csX127" fmla="*/ 173416 w 241253"/>
                <a:gd name="csY127" fmla="*/ 71182 h 234565"/>
                <a:gd name="csX128" fmla="*/ 170549 w 241253"/>
                <a:gd name="csY128" fmla="*/ 69749 h 234565"/>
                <a:gd name="csX129" fmla="*/ 170072 w 241253"/>
                <a:gd name="csY129" fmla="*/ 69749 h 234565"/>
                <a:gd name="csX130" fmla="*/ 170072 w 241253"/>
                <a:gd name="csY130" fmla="*/ 69749 h 234565"/>
                <a:gd name="csX131" fmla="*/ 169116 w 241253"/>
                <a:gd name="csY131" fmla="*/ 70226 h 234565"/>
                <a:gd name="csX132" fmla="*/ 164817 w 241253"/>
                <a:gd name="csY132" fmla="*/ 70704 h 234565"/>
                <a:gd name="csX133" fmla="*/ 163861 w 241253"/>
                <a:gd name="csY133" fmla="*/ 70704 h 234565"/>
                <a:gd name="csX134" fmla="*/ 161950 w 241253"/>
                <a:gd name="csY134" fmla="*/ 70704 h 234565"/>
                <a:gd name="csX135" fmla="*/ 161472 w 241253"/>
                <a:gd name="csY135" fmla="*/ 70704 h 234565"/>
                <a:gd name="csX136" fmla="*/ 160517 w 241253"/>
                <a:gd name="csY136" fmla="*/ 70704 h 234565"/>
                <a:gd name="csX137" fmla="*/ 156217 w 241253"/>
                <a:gd name="csY137" fmla="*/ 70704 h 234565"/>
                <a:gd name="csX138" fmla="*/ 154307 w 241253"/>
                <a:gd name="csY138" fmla="*/ 69749 h 234565"/>
                <a:gd name="csX139" fmla="*/ 153351 w 241253"/>
                <a:gd name="csY139" fmla="*/ 68315 h 234565"/>
                <a:gd name="csX140" fmla="*/ 150007 w 241253"/>
                <a:gd name="csY140" fmla="*/ 65449 h 234565"/>
                <a:gd name="csX141" fmla="*/ 149529 w 241253"/>
                <a:gd name="csY141" fmla="*/ 64016 h 234565"/>
                <a:gd name="csX142" fmla="*/ 148574 w 241253"/>
                <a:gd name="csY142" fmla="*/ 63060 h 234565"/>
                <a:gd name="csX143" fmla="*/ 146663 w 241253"/>
                <a:gd name="csY143" fmla="*/ 63538 h 234565"/>
                <a:gd name="csX144" fmla="*/ 145230 w 241253"/>
                <a:gd name="csY144" fmla="*/ 63060 h 234565"/>
                <a:gd name="csX145" fmla="*/ 141885 w 241253"/>
                <a:gd name="csY145" fmla="*/ 62105 h 234565"/>
                <a:gd name="csX146" fmla="*/ 138542 w 241253"/>
                <a:gd name="csY146" fmla="*/ 60672 h 234565"/>
                <a:gd name="csX147" fmla="*/ 136631 w 241253"/>
                <a:gd name="csY147" fmla="*/ 60672 h 234565"/>
                <a:gd name="csX148" fmla="*/ 135675 w 241253"/>
                <a:gd name="csY148" fmla="*/ 60194 h 234565"/>
                <a:gd name="csX149" fmla="*/ 132809 w 241253"/>
                <a:gd name="csY149" fmla="*/ 57805 h 234565"/>
                <a:gd name="csX150" fmla="*/ 131853 w 241253"/>
                <a:gd name="csY150" fmla="*/ 57328 h 234565"/>
                <a:gd name="csX151" fmla="*/ 131376 w 241253"/>
                <a:gd name="csY151" fmla="*/ 56372 h 234565"/>
                <a:gd name="csX152" fmla="*/ 130898 w 241253"/>
                <a:gd name="csY152" fmla="*/ 54461 h 234565"/>
                <a:gd name="csX153" fmla="*/ 129942 w 241253"/>
                <a:gd name="csY153" fmla="*/ 54461 h 234565"/>
                <a:gd name="csX154" fmla="*/ 129942 w 241253"/>
                <a:gd name="csY154" fmla="*/ 54461 h 234565"/>
                <a:gd name="csX155" fmla="*/ 128509 w 241253"/>
                <a:gd name="csY155" fmla="*/ 54461 h 234565"/>
                <a:gd name="csX156" fmla="*/ 128509 w 241253"/>
                <a:gd name="csY156" fmla="*/ 54461 h 234565"/>
                <a:gd name="csX157" fmla="*/ 127076 w 241253"/>
                <a:gd name="csY157" fmla="*/ 55417 h 234565"/>
                <a:gd name="csX158" fmla="*/ 127076 w 241253"/>
                <a:gd name="csY158" fmla="*/ 55417 h 234565"/>
                <a:gd name="csX159" fmla="*/ 127076 w 241253"/>
                <a:gd name="csY159" fmla="*/ 55417 h 234565"/>
                <a:gd name="csX160" fmla="*/ 125165 w 241253"/>
                <a:gd name="csY160" fmla="*/ 54939 h 234565"/>
                <a:gd name="csX161" fmla="*/ 122776 w 241253"/>
                <a:gd name="csY161" fmla="*/ 53506 h 234565"/>
                <a:gd name="csX162" fmla="*/ 121343 w 241253"/>
                <a:gd name="csY162" fmla="*/ 52550 h 234565"/>
                <a:gd name="csX163" fmla="*/ 120388 w 241253"/>
                <a:gd name="csY163" fmla="*/ 52073 h 234565"/>
                <a:gd name="csX164" fmla="*/ 118477 w 241253"/>
                <a:gd name="csY164" fmla="*/ 51117 h 234565"/>
                <a:gd name="csX165" fmla="*/ 118477 w 241253"/>
                <a:gd name="csY165" fmla="*/ 51117 h 234565"/>
                <a:gd name="csX166" fmla="*/ 116566 w 241253"/>
                <a:gd name="csY166" fmla="*/ 51117 h 234565"/>
                <a:gd name="csX167" fmla="*/ 116566 w 241253"/>
                <a:gd name="csY167" fmla="*/ 51117 h 234565"/>
                <a:gd name="csX168" fmla="*/ 113700 w 241253"/>
                <a:gd name="csY168" fmla="*/ 52073 h 234565"/>
                <a:gd name="csX169" fmla="*/ 111311 w 241253"/>
                <a:gd name="csY169" fmla="*/ 51595 h 234565"/>
                <a:gd name="csX170" fmla="*/ 107489 w 241253"/>
                <a:gd name="csY170" fmla="*/ 51117 h 234565"/>
                <a:gd name="csX171" fmla="*/ 104145 w 241253"/>
                <a:gd name="csY171" fmla="*/ 50639 h 234565"/>
                <a:gd name="csX172" fmla="*/ 102712 w 241253"/>
                <a:gd name="csY172" fmla="*/ 48251 h 234565"/>
                <a:gd name="csX173" fmla="*/ 102234 w 241253"/>
                <a:gd name="csY173" fmla="*/ 46817 h 234565"/>
                <a:gd name="csX174" fmla="*/ 100323 w 241253"/>
                <a:gd name="csY174" fmla="*/ 45862 h 234565"/>
                <a:gd name="csX175" fmla="*/ 98890 w 241253"/>
                <a:gd name="csY175" fmla="*/ 44907 h 234565"/>
                <a:gd name="csX176" fmla="*/ 96979 w 241253"/>
                <a:gd name="csY176" fmla="*/ 43474 h 234565"/>
                <a:gd name="csX177" fmla="*/ 96024 w 241253"/>
                <a:gd name="csY177" fmla="*/ 42996 h 234565"/>
                <a:gd name="csX178" fmla="*/ 96024 w 241253"/>
                <a:gd name="csY178" fmla="*/ 42996 h 234565"/>
                <a:gd name="csX179" fmla="*/ 94112 w 241253"/>
                <a:gd name="csY179" fmla="*/ 42518 h 234565"/>
                <a:gd name="csX180" fmla="*/ 92679 w 241253"/>
                <a:gd name="csY180" fmla="*/ 42040 h 234565"/>
                <a:gd name="csX181" fmla="*/ 92679 w 241253"/>
                <a:gd name="csY181" fmla="*/ 40607 h 234565"/>
                <a:gd name="csX182" fmla="*/ 92202 w 241253"/>
                <a:gd name="csY182" fmla="*/ 39651 h 234565"/>
                <a:gd name="csX183" fmla="*/ 91724 w 241253"/>
                <a:gd name="csY183" fmla="*/ 39174 h 234565"/>
                <a:gd name="csX184" fmla="*/ 90769 w 241253"/>
                <a:gd name="csY184" fmla="*/ 37741 h 234565"/>
                <a:gd name="csX185" fmla="*/ 90769 w 241253"/>
                <a:gd name="csY185" fmla="*/ 37741 h 234565"/>
                <a:gd name="csX186" fmla="*/ 90291 w 241253"/>
                <a:gd name="csY186" fmla="*/ 37263 h 234565"/>
                <a:gd name="csX187" fmla="*/ 90291 w 241253"/>
                <a:gd name="csY187" fmla="*/ 37263 h 234565"/>
                <a:gd name="csX188" fmla="*/ 89813 w 241253"/>
                <a:gd name="csY188" fmla="*/ 37741 h 234565"/>
                <a:gd name="csX189" fmla="*/ 89813 w 241253"/>
                <a:gd name="csY189" fmla="*/ 37741 h 234565"/>
                <a:gd name="csX190" fmla="*/ 89335 w 241253"/>
                <a:gd name="csY190" fmla="*/ 38218 h 234565"/>
                <a:gd name="csX191" fmla="*/ 89335 w 241253"/>
                <a:gd name="csY191" fmla="*/ 37741 h 234565"/>
                <a:gd name="csX192" fmla="*/ 88858 w 241253"/>
                <a:gd name="csY192" fmla="*/ 37741 h 234565"/>
                <a:gd name="csX193" fmla="*/ 88858 w 241253"/>
                <a:gd name="csY193" fmla="*/ 36785 h 234565"/>
                <a:gd name="csX194" fmla="*/ 88858 w 241253"/>
                <a:gd name="csY194" fmla="*/ 35830 h 234565"/>
                <a:gd name="csX195" fmla="*/ 88380 w 241253"/>
                <a:gd name="csY195" fmla="*/ 34397 h 234565"/>
                <a:gd name="csX196" fmla="*/ 86947 w 241253"/>
                <a:gd name="csY196" fmla="*/ 33441 h 234565"/>
                <a:gd name="csX197" fmla="*/ 85991 w 241253"/>
                <a:gd name="csY197" fmla="*/ 32008 h 234565"/>
                <a:gd name="csX198" fmla="*/ 85991 w 241253"/>
                <a:gd name="csY198" fmla="*/ 30575 h 234565"/>
                <a:gd name="csX199" fmla="*/ 85991 w 241253"/>
                <a:gd name="csY199" fmla="*/ 29619 h 234565"/>
                <a:gd name="csX200" fmla="*/ 85036 w 241253"/>
                <a:gd name="csY200" fmla="*/ 29142 h 234565"/>
                <a:gd name="csX201" fmla="*/ 85036 w 241253"/>
                <a:gd name="csY201" fmla="*/ 28186 h 234565"/>
                <a:gd name="csX202" fmla="*/ 84558 w 241253"/>
                <a:gd name="csY202" fmla="*/ 27231 h 234565"/>
                <a:gd name="csX203" fmla="*/ 85036 w 241253"/>
                <a:gd name="csY203" fmla="*/ 25798 h 234565"/>
                <a:gd name="csX204" fmla="*/ 85991 w 241253"/>
                <a:gd name="csY204" fmla="*/ 24364 h 234565"/>
                <a:gd name="csX205" fmla="*/ 85991 w 241253"/>
                <a:gd name="csY205" fmla="*/ 21976 h 234565"/>
                <a:gd name="csX206" fmla="*/ 84558 w 241253"/>
                <a:gd name="csY206" fmla="*/ 18632 h 234565"/>
                <a:gd name="csX207" fmla="*/ 83603 w 241253"/>
                <a:gd name="csY207" fmla="*/ 16243 h 234565"/>
                <a:gd name="csX208" fmla="*/ 83603 w 241253"/>
                <a:gd name="csY208" fmla="*/ 14810 h 234565"/>
                <a:gd name="csX209" fmla="*/ 84080 w 241253"/>
                <a:gd name="csY209" fmla="*/ 13854 h 234565"/>
                <a:gd name="csX210" fmla="*/ 84558 w 241253"/>
                <a:gd name="csY210" fmla="*/ 12899 h 234565"/>
                <a:gd name="csX211" fmla="*/ 86469 w 241253"/>
                <a:gd name="csY211" fmla="*/ 10032 h 234565"/>
                <a:gd name="csX212" fmla="*/ 86469 w 241253"/>
                <a:gd name="csY212" fmla="*/ 8121 h 234565"/>
                <a:gd name="csX213" fmla="*/ 85991 w 241253"/>
                <a:gd name="csY213" fmla="*/ 6210 h 234565"/>
                <a:gd name="csX214" fmla="*/ 85991 w 241253"/>
                <a:gd name="csY214" fmla="*/ 4300 h 234565"/>
                <a:gd name="csX215" fmla="*/ 86469 w 241253"/>
                <a:gd name="csY215" fmla="*/ 3344 h 234565"/>
                <a:gd name="csX216" fmla="*/ 85991 w 241253"/>
                <a:gd name="csY216" fmla="*/ 1433 h 234565"/>
                <a:gd name="csX217" fmla="*/ 84558 w 241253"/>
                <a:gd name="csY217" fmla="*/ 0 h 234565"/>
                <a:gd name="csX218" fmla="*/ 84080 w 241253"/>
                <a:gd name="csY218" fmla="*/ 0 h 234565"/>
                <a:gd name="csX219" fmla="*/ 83603 w 241253"/>
                <a:gd name="csY219" fmla="*/ 0 h 234565"/>
                <a:gd name="csX220" fmla="*/ 82647 w 241253"/>
                <a:gd name="csY220" fmla="*/ 478 h 234565"/>
                <a:gd name="csX221" fmla="*/ 81692 w 241253"/>
                <a:gd name="csY221" fmla="*/ 1911 h 234565"/>
                <a:gd name="csX222" fmla="*/ 81214 w 241253"/>
                <a:gd name="csY222" fmla="*/ 1911 h 234565"/>
                <a:gd name="csX223" fmla="*/ 79781 w 241253"/>
                <a:gd name="csY223" fmla="*/ 1911 h 234565"/>
                <a:gd name="csX224" fmla="*/ 79781 w 241253"/>
                <a:gd name="csY224" fmla="*/ 1911 h 234565"/>
                <a:gd name="csX225" fmla="*/ 78347 w 241253"/>
                <a:gd name="csY225" fmla="*/ 1433 h 234565"/>
                <a:gd name="csX226" fmla="*/ 75003 w 241253"/>
                <a:gd name="csY226" fmla="*/ 1433 h 234565"/>
                <a:gd name="csX227" fmla="*/ 74048 w 241253"/>
                <a:gd name="csY227" fmla="*/ 1433 h 234565"/>
                <a:gd name="csX228" fmla="*/ 72615 w 241253"/>
                <a:gd name="csY228" fmla="*/ 1911 h 234565"/>
                <a:gd name="csX229" fmla="*/ 67360 w 241253"/>
                <a:gd name="csY229" fmla="*/ 2389 h 234565"/>
                <a:gd name="csX230" fmla="*/ 67360 w 241253"/>
                <a:gd name="csY230" fmla="*/ 2389 h 234565"/>
                <a:gd name="csX231" fmla="*/ 66882 w 241253"/>
                <a:gd name="csY231" fmla="*/ 2389 h 234565"/>
                <a:gd name="csX232" fmla="*/ 64971 w 241253"/>
                <a:gd name="csY232" fmla="*/ 2867 h 234565"/>
                <a:gd name="csX233" fmla="*/ 63060 w 241253"/>
                <a:gd name="csY233" fmla="*/ 3344 h 234565"/>
                <a:gd name="csX234" fmla="*/ 63060 w 241253"/>
                <a:gd name="csY234" fmla="*/ 3344 h 234565"/>
                <a:gd name="csX235" fmla="*/ 61149 w 241253"/>
                <a:gd name="csY235" fmla="*/ 3822 h 234565"/>
                <a:gd name="csX236" fmla="*/ 58283 w 241253"/>
                <a:gd name="csY236" fmla="*/ 5255 h 234565"/>
                <a:gd name="csX237" fmla="*/ 50639 w 241253"/>
                <a:gd name="csY237" fmla="*/ 10510 h 234565"/>
                <a:gd name="csX238" fmla="*/ 49206 w 241253"/>
                <a:gd name="csY238" fmla="*/ 10988 h 234565"/>
                <a:gd name="csX239" fmla="*/ 48728 w 241253"/>
                <a:gd name="csY239" fmla="*/ 10988 h 234565"/>
                <a:gd name="csX240" fmla="*/ 47295 w 241253"/>
                <a:gd name="csY240" fmla="*/ 11466 h 234565"/>
                <a:gd name="csX241" fmla="*/ 46340 w 241253"/>
                <a:gd name="csY241" fmla="*/ 11943 h 234565"/>
                <a:gd name="csX242" fmla="*/ 44429 w 241253"/>
                <a:gd name="csY242" fmla="*/ 12421 h 234565"/>
                <a:gd name="csX243" fmla="*/ 41562 w 241253"/>
                <a:gd name="csY243" fmla="*/ 14810 h 234565"/>
                <a:gd name="csX244" fmla="*/ 39651 w 241253"/>
                <a:gd name="csY244" fmla="*/ 16721 h 234565"/>
                <a:gd name="csX245" fmla="*/ 38696 w 241253"/>
                <a:gd name="csY245" fmla="*/ 18154 h 234565"/>
                <a:gd name="csX246" fmla="*/ 38696 w 241253"/>
                <a:gd name="csY246" fmla="*/ 18154 h 234565"/>
                <a:gd name="csX247" fmla="*/ 37263 w 241253"/>
                <a:gd name="csY247" fmla="*/ 18154 h 234565"/>
                <a:gd name="csX248" fmla="*/ 36307 w 241253"/>
                <a:gd name="csY248" fmla="*/ 17676 h 234565"/>
                <a:gd name="csX249" fmla="*/ 33441 w 241253"/>
                <a:gd name="csY249" fmla="*/ 17676 h 234565"/>
                <a:gd name="csX250" fmla="*/ 32963 w 241253"/>
                <a:gd name="csY250" fmla="*/ 17676 h 234565"/>
                <a:gd name="csX251" fmla="*/ 31530 w 241253"/>
                <a:gd name="csY251" fmla="*/ 18632 h 234565"/>
                <a:gd name="csX252" fmla="*/ 30097 w 241253"/>
                <a:gd name="csY252" fmla="*/ 20065 h 234565"/>
                <a:gd name="csX253" fmla="*/ 27708 w 241253"/>
                <a:gd name="csY253" fmla="*/ 22453 h 234565"/>
                <a:gd name="csX254" fmla="*/ 26753 w 241253"/>
                <a:gd name="csY254" fmla="*/ 23409 h 234565"/>
                <a:gd name="csX255" fmla="*/ 25320 w 241253"/>
                <a:gd name="csY255" fmla="*/ 24364 h 234565"/>
                <a:gd name="csX256" fmla="*/ 23409 w 241253"/>
                <a:gd name="csY256" fmla="*/ 24842 h 234565"/>
                <a:gd name="csX257" fmla="*/ 20542 w 241253"/>
                <a:gd name="csY257" fmla="*/ 25798 h 234565"/>
                <a:gd name="csX258" fmla="*/ 20542 w 241253"/>
                <a:gd name="csY258" fmla="*/ 25798 h 234565"/>
                <a:gd name="csX259" fmla="*/ 19587 w 241253"/>
                <a:gd name="csY259" fmla="*/ 25798 h 234565"/>
                <a:gd name="csX260" fmla="*/ 18631 w 241253"/>
                <a:gd name="csY260" fmla="*/ 26275 h 234565"/>
                <a:gd name="csX261" fmla="*/ 18631 w 241253"/>
                <a:gd name="csY261" fmla="*/ 26275 h 234565"/>
                <a:gd name="csX262" fmla="*/ 17676 w 241253"/>
                <a:gd name="csY262" fmla="*/ 25798 h 234565"/>
                <a:gd name="csX263" fmla="*/ 17676 w 241253"/>
                <a:gd name="csY263" fmla="*/ 24842 h 234565"/>
                <a:gd name="csX264" fmla="*/ 16243 w 241253"/>
                <a:gd name="csY264" fmla="*/ 23886 h 234565"/>
                <a:gd name="csX265" fmla="*/ 13376 w 241253"/>
                <a:gd name="csY265" fmla="*/ 23886 h 234565"/>
                <a:gd name="csX266" fmla="*/ 8599 w 241253"/>
                <a:gd name="csY266" fmla="*/ 22931 h 234565"/>
                <a:gd name="csX267" fmla="*/ 4299 w 241253"/>
                <a:gd name="csY267" fmla="*/ 22931 h 234565"/>
                <a:gd name="csX268" fmla="*/ 3822 w 241253"/>
                <a:gd name="csY268" fmla="*/ 22931 h 234565"/>
                <a:gd name="csX269" fmla="*/ 1911 w 241253"/>
                <a:gd name="csY269" fmla="*/ 22931 h 234565"/>
                <a:gd name="csX270" fmla="*/ 0 w 241253"/>
                <a:gd name="csY270" fmla="*/ 22931 h 234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</a:cxnLst>
              <a:rect l="l" t="t" r="r" b="b"/>
              <a:pathLst>
                <a:path w="241253" h="234565">
                  <a:moveTo>
                    <a:pt x="235043" y="234565"/>
                  </a:moveTo>
                  <a:lnTo>
                    <a:pt x="233610" y="234087"/>
                  </a:lnTo>
                  <a:lnTo>
                    <a:pt x="232176" y="233610"/>
                  </a:lnTo>
                  <a:lnTo>
                    <a:pt x="231699" y="232654"/>
                  </a:lnTo>
                  <a:lnTo>
                    <a:pt x="231699" y="231699"/>
                  </a:lnTo>
                  <a:lnTo>
                    <a:pt x="232176" y="230743"/>
                  </a:lnTo>
                  <a:lnTo>
                    <a:pt x="232654" y="229788"/>
                  </a:lnTo>
                  <a:lnTo>
                    <a:pt x="232176" y="228833"/>
                  </a:lnTo>
                  <a:lnTo>
                    <a:pt x="232654" y="227877"/>
                  </a:lnTo>
                  <a:lnTo>
                    <a:pt x="232654" y="226921"/>
                  </a:lnTo>
                  <a:lnTo>
                    <a:pt x="233132" y="225966"/>
                  </a:lnTo>
                  <a:lnTo>
                    <a:pt x="232654" y="225011"/>
                  </a:lnTo>
                  <a:lnTo>
                    <a:pt x="232654" y="223577"/>
                  </a:lnTo>
                  <a:lnTo>
                    <a:pt x="232654" y="222622"/>
                  </a:lnTo>
                  <a:lnTo>
                    <a:pt x="232654" y="221667"/>
                  </a:lnTo>
                  <a:lnTo>
                    <a:pt x="233132" y="220233"/>
                  </a:lnTo>
                  <a:lnTo>
                    <a:pt x="234087" y="219278"/>
                  </a:lnTo>
                  <a:lnTo>
                    <a:pt x="233610" y="217845"/>
                  </a:lnTo>
                  <a:lnTo>
                    <a:pt x="233610" y="217367"/>
                  </a:lnTo>
                  <a:lnTo>
                    <a:pt x="234087" y="215934"/>
                  </a:lnTo>
                  <a:lnTo>
                    <a:pt x="234565" y="214978"/>
                  </a:lnTo>
                  <a:lnTo>
                    <a:pt x="234565" y="212112"/>
                  </a:lnTo>
                  <a:lnTo>
                    <a:pt x="234087" y="210679"/>
                  </a:lnTo>
                  <a:lnTo>
                    <a:pt x="233610" y="210201"/>
                  </a:lnTo>
                  <a:lnTo>
                    <a:pt x="233132" y="209723"/>
                  </a:lnTo>
                  <a:lnTo>
                    <a:pt x="233610" y="209245"/>
                  </a:lnTo>
                  <a:lnTo>
                    <a:pt x="233132" y="208290"/>
                  </a:lnTo>
                  <a:lnTo>
                    <a:pt x="233132" y="207812"/>
                  </a:lnTo>
                  <a:lnTo>
                    <a:pt x="233610" y="207335"/>
                  </a:lnTo>
                  <a:lnTo>
                    <a:pt x="233132" y="206379"/>
                  </a:lnTo>
                  <a:lnTo>
                    <a:pt x="232176" y="205902"/>
                  </a:lnTo>
                  <a:lnTo>
                    <a:pt x="231699" y="205424"/>
                  </a:lnTo>
                  <a:lnTo>
                    <a:pt x="231699" y="204468"/>
                  </a:lnTo>
                  <a:lnTo>
                    <a:pt x="231221" y="203035"/>
                  </a:lnTo>
                  <a:lnTo>
                    <a:pt x="231221" y="202080"/>
                  </a:lnTo>
                  <a:lnTo>
                    <a:pt x="230743" y="201124"/>
                  </a:lnTo>
                  <a:lnTo>
                    <a:pt x="230265" y="200169"/>
                  </a:lnTo>
                  <a:lnTo>
                    <a:pt x="229788" y="199213"/>
                  </a:lnTo>
                  <a:lnTo>
                    <a:pt x="228832" y="198736"/>
                  </a:lnTo>
                  <a:lnTo>
                    <a:pt x="228832" y="197302"/>
                  </a:lnTo>
                  <a:lnTo>
                    <a:pt x="228355" y="196347"/>
                  </a:lnTo>
                  <a:lnTo>
                    <a:pt x="228355" y="195869"/>
                  </a:lnTo>
                  <a:lnTo>
                    <a:pt x="229310" y="195869"/>
                  </a:lnTo>
                  <a:lnTo>
                    <a:pt x="229310" y="195869"/>
                  </a:lnTo>
                  <a:lnTo>
                    <a:pt x="230265" y="194914"/>
                  </a:lnTo>
                  <a:lnTo>
                    <a:pt x="230743" y="193958"/>
                  </a:lnTo>
                  <a:lnTo>
                    <a:pt x="230743" y="193958"/>
                  </a:lnTo>
                  <a:lnTo>
                    <a:pt x="232176" y="193480"/>
                  </a:lnTo>
                  <a:lnTo>
                    <a:pt x="233610" y="193480"/>
                  </a:lnTo>
                  <a:lnTo>
                    <a:pt x="233610" y="193480"/>
                  </a:lnTo>
                  <a:lnTo>
                    <a:pt x="234087" y="192525"/>
                  </a:lnTo>
                  <a:lnTo>
                    <a:pt x="230743" y="189659"/>
                  </a:lnTo>
                  <a:lnTo>
                    <a:pt x="228832" y="187748"/>
                  </a:lnTo>
                  <a:lnTo>
                    <a:pt x="229788" y="185837"/>
                  </a:lnTo>
                  <a:lnTo>
                    <a:pt x="231699" y="182015"/>
                  </a:lnTo>
                  <a:lnTo>
                    <a:pt x="234087" y="178193"/>
                  </a:lnTo>
                  <a:lnTo>
                    <a:pt x="235521" y="175327"/>
                  </a:lnTo>
                  <a:lnTo>
                    <a:pt x="235521" y="174849"/>
                  </a:lnTo>
                  <a:lnTo>
                    <a:pt x="235521" y="174849"/>
                  </a:lnTo>
                  <a:lnTo>
                    <a:pt x="236954" y="174371"/>
                  </a:lnTo>
                  <a:lnTo>
                    <a:pt x="236954" y="174371"/>
                  </a:lnTo>
                  <a:lnTo>
                    <a:pt x="236954" y="172938"/>
                  </a:lnTo>
                  <a:lnTo>
                    <a:pt x="236476" y="171983"/>
                  </a:lnTo>
                  <a:lnTo>
                    <a:pt x="235521" y="171983"/>
                  </a:lnTo>
                  <a:lnTo>
                    <a:pt x="236954" y="168638"/>
                  </a:lnTo>
                  <a:lnTo>
                    <a:pt x="238387" y="163861"/>
                  </a:lnTo>
                  <a:lnTo>
                    <a:pt x="239820" y="160039"/>
                  </a:lnTo>
                  <a:lnTo>
                    <a:pt x="240298" y="159562"/>
                  </a:lnTo>
                  <a:lnTo>
                    <a:pt x="241253" y="159084"/>
                  </a:lnTo>
                  <a:lnTo>
                    <a:pt x="241253" y="159084"/>
                  </a:lnTo>
                  <a:lnTo>
                    <a:pt x="241253" y="158606"/>
                  </a:lnTo>
                  <a:lnTo>
                    <a:pt x="240298" y="158129"/>
                  </a:lnTo>
                  <a:lnTo>
                    <a:pt x="239342" y="157173"/>
                  </a:lnTo>
                  <a:lnTo>
                    <a:pt x="237909" y="153829"/>
                  </a:lnTo>
                  <a:lnTo>
                    <a:pt x="235521" y="148574"/>
                  </a:lnTo>
                  <a:lnTo>
                    <a:pt x="235521" y="146663"/>
                  </a:lnTo>
                  <a:lnTo>
                    <a:pt x="234565" y="145230"/>
                  </a:lnTo>
                  <a:lnTo>
                    <a:pt x="234565" y="145230"/>
                  </a:lnTo>
                  <a:lnTo>
                    <a:pt x="233132" y="145707"/>
                  </a:lnTo>
                  <a:lnTo>
                    <a:pt x="233132" y="145707"/>
                  </a:lnTo>
                  <a:lnTo>
                    <a:pt x="231699" y="145230"/>
                  </a:lnTo>
                  <a:lnTo>
                    <a:pt x="227399" y="142363"/>
                  </a:lnTo>
                  <a:lnTo>
                    <a:pt x="224533" y="140930"/>
                  </a:lnTo>
                  <a:lnTo>
                    <a:pt x="223577" y="139975"/>
                  </a:lnTo>
                  <a:lnTo>
                    <a:pt x="223099" y="137108"/>
                  </a:lnTo>
                  <a:lnTo>
                    <a:pt x="222144" y="133764"/>
                  </a:lnTo>
                  <a:lnTo>
                    <a:pt x="221666" y="129942"/>
                  </a:lnTo>
                  <a:lnTo>
                    <a:pt x="222144" y="128987"/>
                  </a:lnTo>
                  <a:lnTo>
                    <a:pt x="224533" y="126121"/>
                  </a:lnTo>
                  <a:lnTo>
                    <a:pt x="224533" y="124688"/>
                  </a:lnTo>
                  <a:lnTo>
                    <a:pt x="224533" y="123254"/>
                  </a:lnTo>
                  <a:lnTo>
                    <a:pt x="224533" y="122299"/>
                  </a:lnTo>
                  <a:lnTo>
                    <a:pt x="224055" y="122299"/>
                  </a:lnTo>
                  <a:lnTo>
                    <a:pt x="223577" y="122299"/>
                  </a:lnTo>
                  <a:lnTo>
                    <a:pt x="223099" y="122777"/>
                  </a:lnTo>
                  <a:lnTo>
                    <a:pt x="221666" y="122777"/>
                  </a:lnTo>
                  <a:lnTo>
                    <a:pt x="220711" y="123254"/>
                  </a:lnTo>
                  <a:lnTo>
                    <a:pt x="212590" y="122777"/>
                  </a:lnTo>
                  <a:lnTo>
                    <a:pt x="203035" y="122299"/>
                  </a:lnTo>
                  <a:lnTo>
                    <a:pt x="194914" y="122299"/>
                  </a:lnTo>
                  <a:lnTo>
                    <a:pt x="188225" y="121821"/>
                  </a:lnTo>
                  <a:lnTo>
                    <a:pt x="188225" y="119432"/>
                  </a:lnTo>
                  <a:lnTo>
                    <a:pt x="187748" y="115133"/>
                  </a:lnTo>
                  <a:lnTo>
                    <a:pt x="187270" y="111789"/>
                  </a:lnTo>
                  <a:lnTo>
                    <a:pt x="186792" y="107012"/>
                  </a:lnTo>
                  <a:lnTo>
                    <a:pt x="183926" y="104145"/>
                  </a:lnTo>
                  <a:lnTo>
                    <a:pt x="181059" y="100801"/>
                  </a:lnTo>
                  <a:lnTo>
                    <a:pt x="180104" y="99846"/>
                  </a:lnTo>
                  <a:lnTo>
                    <a:pt x="180104" y="99846"/>
                  </a:lnTo>
                  <a:lnTo>
                    <a:pt x="183926" y="99846"/>
                  </a:lnTo>
                  <a:lnTo>
                    <a:pt x="186314" y="99846"/>
                  </a:lnTo>
                  <a:lnTo>
                    <a:pt x="186314" y="99846"/>
                  </a:lnTo>
                  <a:lnTo>
                    <a:pt x="185837" y="90769"/>
                  </a:lnTo>
                  <a:lnTo>
                    <a:pt x="184881" y="90291"/>
                  </a:lnTo>
                  <a:lnTo>
                    <a:pt x="184403" y="87424"/>
                  </a:lnTo>
                  <a:lnTo>
                    <a:pt x="183926" y="85514"/>
                  </a:lnTo>
                  <a:lnTo>
                    <a:pt x="182492" y="84081"/>
                  </a:lnTo>
                  <a:lnTo>
                    <a:pt x="182492" y="82647"/>
                  </a:lnTo>
                  <a:lnTo>
                    <a:pt x="182492" y="81692"/>
                  </a:lnTo>
                  <a:lnTo>
                    <a:pt x="182970" y="81214"/>
                  </a:lnTo>
                  <a:lnTo>
                    <a:pt x="182970" y="81214"/>
                  </a:lnTo>
                  <a:lnTo>
                    <a:pt x="183448" y="79781"/>
                  </a:lnTo>
                  <a:lnTo>
                    <a:pt x="183448" y="78348"/>
                  </a:lnTo>
                  <a:lnTo>
                    <a:pt x="182492" y="76915"/>
                  </a:lnTo>
                  <a:lnTo>
                    <a:pt x="181537" y="75481"/>
                  </a:lnTo>
                  <a:lnTo>
                    <a:pt x="180104" y="74526"/>
                  </a:lnTo>
                  <a:lnTo>
                    <a:pt x="177238" y="73093"/>
                  </a:lnTo>
                  <a:lnTo>
                    <a:pt x="173416" y="71182"/>
                  </a:lnTo>
                  <a:lnTo>
                    <a:pt x="170549" y="69749"/>
                  </a:lnTo>
                  <a:lnTo>
                    <a:pt x="170072" y="69749"/>
                  </a:lnTo>
                  <a:lnTo>
                    <a:pt x="170072" y="69749"/>
                  </a:lnTo>
                  <a:lnTo>
                    <a:pt x="169116" y="70226"/>
                  </a:lnTo>
                  <a:lnTo>
                    <a:pt x="164817" y="70704"/>
                  </a:lnTo>
                  <a:lnTo>
                    <a:pt x="163861" y="70704"/>
                  </a:lnTo>
                  <a:lnTo>
                    <a:pt x="161950" y="70704"/>
                  </a:lnTo>
                  <a:lnTo>
                    <a:pt x="161472" y="70704"/>
                  </a:lnTo>
                  <a:lnTo>
                    <a:pt x="160517" y="70704"/>
                  </a:lnTo>
                  <a:lnTo>
                    <a:pt x="156217" y="70704"/>
                  </a:lnTo>
                  <a:lnTo>
                    <a:pt x="154307" y="69749"/>
                  </a:lnTo>
                  <a:lnTo>
                    <a:pt x="153351" y="68315"/>
                  </a:lnTo>
                  <a:lnTo>
                    <a:pt x="150007" y="65449"/>
                  </a:lnTo>
                  <a:lnTo>
                    <a:pt x="149529" y="64016"/>
                  </a:lnTo>
                  <a:lnTo>
                    <a:pt x="148574" y="63060"/>
                  </a:lnTo>
                  <a:lnTo>
                    <a:pt x="146663" y="63538"/>
                  </a:lnTo>
                  <a:lnTo>
                    <a:pt x="145230" y="63060"/>
                  </a:lnTo>
                  <a:lnTo>
                    <a:pt x="141885" y="62105"/>
                  </a:lnTo>
                  <a:lnTo>
                    <a:pt x="138542" y="60672"/>
                  </a:lnTo>
                  <a:lnTo>
                    <a:pt x="136631" y="60672"/>
                  </a:lnTo>
                  <a:lnTo>
                    <a:pt x="135675" y="60194"/>
                  </a:lnTo>
                  <a:lnTo>
                    <a:pt x="132809" y="57805"/>
                  </a:lnTo>
                  <a:lnTo>
                    <a:pt x="131853" y="57328"/>
                  </a:lnTo>
                  <a:lnTo>
                    <a:pt x="131376" y="56372"/>
                  </a:lnTo>
                  <a:lnTo>
                    <a:pt x="130898" y="54461"/>
                  </a:lnTo>
                  <a:lnTo>
                    <a:pt x="129942" y="54461"/>
                  </a:lnTo>
                  <a:lnTo>
                    <a:pt x="129942" y="54461"/>
                  </a:lnTo>
                  <a:lnTo>
                    <a:pt x="128509" y="54461"/>
                  </a:lnTo>
                  <a:lnTo>
                    <a:pt x="128509" y="54461"/>
                  </a:lnTo>
                  <a:lnTo>
                    <a:pt x="127076" y="55417"/>
                  </a:lnTo>
                  <a:lnTo>
                    <a:pt x="127076" y="55417"/>
                  </a:lnTo>
                  <a:lnTo>
                    <a:pt x="127076" y="55417"/>
                  </a:lnTo>
                  <a:lnTo>
                    <a:pt x="125165" y="54939"/>
                  </a:lnTo>
                  <a:lnTo>
                    <a:pt x="122776" y="53506"/>
                  </a:lnTo>
                  <a:lnTo>
                    <a:pt x="121343" y="52550"/>
                  </a:lnTo>
                  <a:lnTo>
                    <a:pt x="120388" y="52073"/>
                  </a:lnTo>
                  <a:lnTo>
                    <a:pt x="118477" y="51117"/>
                  </a:lnTo>
                  <a:lnTo>
                    <a:pt x="118477" y="51117"/>
                  </a:lnTo>
                  <a:lnTo>
                    <a:pt x="116566" y="51117"/>
                  </a:lnTo>
                  <a:lnTo>
                    <a:pt x="116566" y="51117"/>
                  </a:lnTo>
                  <a:lnTo>
                    <a:pt x="113700" y="52073"/>
                  </a:lnTo>
                  <a:lnTo>
                    <a:pt x="111311" y="51595"/>
                  </a:lnTo>
                  <a:lnTo>
                    <a:pt x="107489" y="51117"/>
                  </a:lnTo>
                  <a:lnTo>
                    <a:pt x="104145" y="50639"/>
                  </a:lnTo>
                  <a:lnTo>
                    <a:pt x="102712" y="48251"/>
                  </a:lnTo>
                  <a:lnTo>
                    <a:pt x="102234" y="46817"/>
                  </a:lnTo>
                  <a:lnTo>
                    <a:pt x="100323" y="45862"/>
                  </a:lnTo>
                  <a:lnTo>
                    <a:pt x="98890" y="44907"/>
                  </a:lnTo>
                  <a:lnTo>
                    <a:pt x="96979" y="43474"/>
                  </a:lnTo>
                  <a:lnTo>
                    <a:pt x="96024" y="42996"/>
                  </a:lnTo>
                  <a:lnTo>
                    <a:pt x="96024" y="42996"/>
                  </a:lnTo>
                  <a:lnTo>
                    <a:pt x="94112" y="42518"/>
                  </a:lnTo>
                  <a:lnTo>
                    <a:pt x="92679" y="42040"/>
                  </a:lnTo>
                  <a:lnTo>
                    <a:pt x="92679" y="40607"/>
                  </a:lnTo>
                  <a:lnTo>
                    <a:pt x="92202" y="39651"/>
                  </a:lnTo>
                  <a:lnTo>
                    <a:pt x="91724" y="39174"/>
                  </a:lnTo>
                  <a:lnTo>
                    <a:pt x="90769" y="37741"/>
                  </a:lnTo>
                  <a:lnTo>
                    <a:pt x="90769" y="37741"/>
                  </a:lnTo>
                  <a:lnTo>
                    <a:pt x="90291" y="37263"/>
                  </a:lnTo>
                  <a:lnTo>
                    <a:pt x="90291" y="37263"/>
                  </a:lnTo>
                  <a:lnTo>
                    <a:pt x="89813" y="37741"/>
                  </a:lnTo>
                  <a:lnTo>
                    <a:pt x="89813" y="37741"/>
                  </a:lnTo>
                  <a:lnTo>
                    <a:pt x="89335" y="38218"/>
                  </a:lnTo>
                  <a:lnTo>
                    <a:pt x="89335" y="37741"/>
                  </a:lnTo>
                  <a:lnTo>
                    <a:pt x="88858" y="37741"/>
                  </a:lnTo>
                  <a:lnTo>
                    <a:pt x="88858" y="36785"/>
                  </a:lnTo>
                  <a:lnTo>
                    <a:pt x="88858" y="35830"/>
                  </a:lnTo>
                  <a:lnTo>
                    <a:pt x="88380" y="34397"/>
                  </a:lnTo>
                  <a:lnTo>
                    <a:pt x="86947" y="33441"/>
                  </a:lnTo>
                  <a:lnTo>
                    <a:pt x="85991" y="32008"/>
                  </a:lnTo>
                  <a:lnTo>
                    <a:pt x="85991" y="30575"/>
                  </a:lnTo>
                  <a:lnTo>
                    <a:pt x="85991" y="29619"/>
                  </a:lnTo>
                  <a:lnTo>
                    <a:pt x="85036" y="29142"/>
                  </a:lnTo>
                  <a:lnTo>
                    <a:pt x="85036" y="28186"/>
                  </a:lnTo>
                  <a:lnTo>
                    <a:pt x="84558" y="27231"/>
                  </a:lnTo>
                  <a:lnTo>
                    <a:pt x="85036" y="25798"/>
                  </a:lnTo>
                  <a:lnTo>
                    <a:pt x="85991" y="24364"/>
                  </a:lnTo>
                  <a:lnTo>
                    <a:pt x="85991" y="21976"/>
                  </a:lnTo>
                  <a:lnTo>
                    <a:pt x="84558" y="18632"/>
                  </a:lnTo>
                  <a:lnTo>
                    <a:pt x="83603" y="16243"/>
                  </a:lnTo>
                  <a:lnTo>
                    <a:pt x="83603" y="14810"/>
                  </a:lnTo>
                  <a:lnTo>
                    <a:pt x="84080" y="13854"/>
                  </a:lnTo>
                  <a:lnTo>
                    <a:pt x="84558" y="12899"/>
                  </a:lnTo>
                  <a:lnTo>
                    <a:pt x="86469" y="10032"/>
                  </a:lnTo>
                  <a:lnTo>
                    <a:pt x="86469" y="8121"/>
                  </a:lnTo>
                  <a:lnTo>
                    <a:pt x="85991" y="6210"/>
                  </a:lnTo>
                  <a:lnTo>
                    <a:pt x="85991" y="4300"/>
                  </a:lnTo>
                  <a:lnTo>
                    <a:pt x="86469" y="3344"/>
                  </a:lnTo>
                  <a:lnTo>
                    <a:pt x="85991" y="1433"/>
                  </a:lnTo>
                  <a:lnTo>
                    <a:pt x="84558" y="0"/>
                  </a:lnTo>
                  <a:lnTo>
                    <a:pt x="84080" y="0"/>
                  </a:lnTo>
                  <a:lnTo>
                    <a:pt x="83603" y="0"/>
                  </a:lnTo>
                  <a:lnTo>
                    <a:pt x="82647" y="478"/>
                  </a:lnTo>
                  <a:lnTo>
                    <a:pt x="81692" y="1911"/>
                  </a:lnTo>
                  <a:lnTo>
                    <a:pt x="81214" y="1911"/>
                  </a:lnTo>
                  <a:lnTo>
                    <a:pt x="79781" y="1911"/>
                  </a:lnTo>
                  <a:lnTo>
                    <a:pt x="79781" y="1911"/>
                  </a:lnTo>
                  <a:lnTo>
                    <a:pt x="78347" y="1433"/>
                  </a:lnTo>
                  <a:lnTo>
                    <a:pt x="75003" y="1433"/>
                  </a:lnTo>
                  <a:lnTo>
                    <a:pt x="74048" y="1433"/>
                  </a:lnTo>
                  <a:lnTo>
                    <a:pt x="72615" y="1911"/>
                  </a:lnTo>
                  <a:lnTo>
                    <a:pt x="67360" y="2389"/>
                  </a:lnTo>
                  <a:lnTo>
                    <a:pt x="67360" y="2389"/>
                  </a:lnTo>
                  <a:lnTo>
                    <a:pt x="66882" y="2389"/>
                  </a:lnTo>
                  <a:lnTo>
                    <a:pt x="64971" y="2867"/>
                  </a:lnTo>
                  <a:lnTo>
                    <a:pt x="63060" y="3344"/>
                  </a:lnTo>
                  <a:lnTo>
                    <a:pt x="63060" y="3344"/>
                  </a:lnTo>
                  <a:lnTo>
                    <a:pt x="61149" y="3822"/>
                  </a:lnTo>
                  <a:lnTo>
                    <a:pt x="58283" y="5255"/>
                  </a:lnTo>
                  <a:lnTo>
                    <a:pt x="50639" y="10510"/>
                  </a:lnTo>
                  <a:lnTo>
                    <a:pt x="49206" y="10988"/>
                  </a:lnTo>
                  <a:lnTo>
                    <a:pt x="48728" y="10988"/>
                  </a:lnTo>
                  <a:lnTo>
                    <a:pt x="47295" y="11466"/>
                  </a:lnTo>
                  <a:lnTo>
                    <a:pt x="46340" y="11943"/>
                  </a:lnTo>
                  <a:lnTo>
                    <a:pt x="44429" y="12421"/>
                  </a:lnTo>
                  <a:lnTo>
                    <a:pt x="41562" y="14810"/>
                  </a:lnTo>
                  <a:lnTo>
                    <a:pt x="39651" y="16721"/>
                  </a:lnTo>
                  <a:lnTo>
                    <a:pt x="38696" y="18154"/>
                  </a:lnTo>
                  <a:lnTo>
                    <a:pt x="38696" y="18154"/>
                  </a:lnTo>
                  <a:lnTo>
                    <a:pt x="37263" y="18154"/>
                  </a:lnTo>
                  <a:lnTo>
                    <a:pt x="36307" y="17676"/>
                  </a:lnTo>
                  <a:lnTo>
                    <a:pt x="33441" y="17676"/>
                  </a:lnTo>
                  <a:lnTo>
                    <a:pt x="32963" y="17676"/>
                  </a:lnTo>
                  <a:lnTo>
                    <a:pt x="31530" y="18632"/>
                  </a:lnTo>
                  <a:lnTo>
                    <a:pt x="30097" y="20065"/>
                  </a:lnTo>
                  <a:lnTo>
                    <a:pt x="27708" y="22453"/>
                  </a:lnTo>
                  <a:lnTo>
                    <a:pt x="26753" y="23409"/>
                  </a:lnTo>
                  <a:lnTo>
                    <a:pt x="25320" y="24364"/>
                  </a:lnTo>
                  <a:lnTo>
                    <a:pt x="23409" y="24842"/>
                  </a:lnTo>
                  <a:lnTo>
                    <a:pt x="20542" y="25798"/>
                  </a:lnTo>
                  <a:lnTo>
                    <a:pt x="20542" y="25798"/>
                  </a:lnTo>
                  <a:lnTo>
                    <a:pt x="19587" y="25798"/>
                  </a:lnTo>
                  <a:lnTo>
                    <a:pt x="18631" y="26275"/>
                  </a:lnTo>
                  <a:lnTo>
                    <a:pt x="18631" y="26275"/>
                  </a:lnTo>
                  <a:lnTo>
                    <a:pt x="17676" y="25798"/>
                  </a:lnTo>
                  <a:lnTo>
                    <a:pt x="17676" y="24842"/>
                  </a:lnTo>
                  <a:lnTo>
                    <a:pt x="16243" y="23886"/>
                  </a:lnTo>
                  <a:lnTo>
                    <a:pt x="13376" y="23886"/>
                  </a:lnTo>
                  <a:lnTo>
                    <a:pt x="8599" y="22931"/>
                  </a:lnTo>
                  <a:lnTo>
                    <a:pt x="4299" y="22931"/>
                  </a:lnTo>
                  <a:lnTo>
                    <a:pt x="3822" y="22931"/>
                  </a:lnTo>
                  <a:lnTo>
                    <a:pt x="1911" y="22931"/>
                  </a:lnTo>
                  <a:lnTo>
                    <a:pt x="0" y="2293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3" name="Freeform 3512">
              <a:extLst>
                <a:ext uri="{FF2B5EF4-FFF2-40B4-BE49-F238E27FC236}">
                  <a16:creationId xmlns:a16="http://schemas.microsoft.com/office/drawing/2014/main" id="{967176BE-806D-6A16-E395-D14F162130D4}"/>
                </a:ext>
              </a:extLst>
            </p:cNvPr>
            <p:cNvSpPr/>
            <p:nvPr/>
          </p:nvSpPr>
          <p:spPr>
            <a:xfrm>
              <a:off x="4738292" y="5144310"/>
              <a:ext cx="8599" cy="2388"/>
            </a:xfrm>
            <a:custGeom>
              <a:avLst/>
              <a:gdLst>
                <a:gd name="csX0" fmla="*/ 8599 w 8599"/>
                <a:gd name="csY0" fmla="*/ 2389 h 2388"/>
                <a:gd name="csX1" fmla="*/ 7166 w 8599"/>
                <a:gd name="csY1" fmla="*/ 1911 h 2388"/>
                <a:gd name="csX2" fmla="*/ 5733 w 8599"/>
                <a:gd name="csY2" fmla="*/ 1433 h 2388"/>
                <a:gd name="csX3" fmla="*/ 3822 w 8599"/>
                <a:gd name="csY3" fmla="*/ 1433 h 2388"/>
                <a:gd name="csX4" fmla="*/ 2389 w 8599"/>
                <a:gd name="csY4" fmla="*/ 478 h 2388"/>
                <a:gd name="csX5" fmla="*/ 956 w 8599"/>
                <a:gd name="csY5" fmla="*/ 0 h 2388"/>
                <a:gd name="csX6" fmla="*/ 0 w 8599"/>
                <a:gd name="csY6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599" h="2388">
                  <a:moveTo>
                    <a:pt x="8599" y="2389"/>
                  </a:moveTo>
                  <a:lnTo>
                    <a:pt x="7166" y="1911"/>
                  </a:lnTo>
                  <a:lnTo>
                    <a:pt x="5733" y="1433"/>
                  </a:lnTo>
                  <a:lnTo>
                    <a:pt x="3822" y="1433"/>
                  </a:lnTo>
                  <a:lnTo>
                    <a:pt x="2389" y="478"/>
                  </a:lnTo>
                  <a:lnTo>
                    <a:pt x="956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4" name="Freeform 3513">
              <a:extLst>
                <a:ext uri="{FF2B5EF4-FFF2-40B4-BE49-F238E27FC236}">
                  <a16:creationId xmlns:a16="http://schemas.microsoft.com/office/drawing/2014/main" id="{867B50ED-725E-1CC9-3A39-F139EA81064F}"/>
                </a:ext>
              </a:extLst>
            </p:cNvPr>
            <p:cNvSpPr/>
            <p:nvPr/>
          </p:nvSpPr>
          <p:spPr>
            <a:xfrm>
              <a:off x="4748802" y="5146221"/>
              <a:ext cx="11943" cy="1433"/>
            </a:xfrm>
            <a:custGeom>
              <a:avLst/>
              <a:gdLst>
                <a:gd name="csX0" fmla="*/ 11943 w 11943"/>
                <a:gd name="csY0" fmla="*/ 478 h 1433"/>
                <a:gd name="csX1" fmla="*/ 10510 w 11943"/>
                <a:gd name="csY1" fmla="*/ 478 h 1433"/>
                <a:gd name="csX2" fmla="*/ 9077 w 11943"/>
                <a:gd name="csY2" fmla="*/ 1433 h 1433"/>
                <a:gd name="csX3" fmla="*/ 7644 w 11943"/>
                <a:gd name="csY3" fmla="*/ 1433 h 1433"/>
                <a:gd name="csX4" fmla="*/ 5733 w 11943"/>
                <a:gd name="csY4" fmla="*/ 1433 h 1433"/>
                <a:gd name="csX5" fmla="*/ 4300 w 11943"/>
                <a:gd name="csY5" fmla="*/ 956 h 1433"/>
                <a:gd name="csX6" fmla="*/ 1911 w 11943"/>
                <a:gd name="csY6" fmla="*/ 478 h 1433"/>
                <a:gd name="csX7" fmla="*/ 0 w 11943"/>
                <a:gd name="csY7" fmla="*/ 0 h 1433"/>
                <a:gd name="csX8" fmla="*/ 0 w 11943"/>
                <a:gd name="csY8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1943" h="1433">
                  <a:moveTo>
                    <a:pt x="11943" y="478"/>
                  </a:moveTo>
                  <a:lnTo>
                    <a:pt x="10510" y="478"/>
                  </a:lnTo>
                  <a:lnTo>
                    <a:pt x="9077" y="1433"/>
                  </a:lnTo>
                  <a:lnTo>
                    <a:pt x="7644" y="1433"/>
                  </a:lnTo>
                  <a:lnTo>
                    <a:pt x="5733" y="1433"/>
                  </a:lnTo>
                  <a:lnTo>
                    <a:pt x="4300" y="956"/>
                  </a:lnTo>
                  <a:lnTo>
                    <a:pt x="1911" y="47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5" name="Freeform 3514">
              <a:extLst>
                <a:ext uri="{FF2B5EF4-FFF2-40B4-BE49-F238E27FC236}">
                  <a16:creationId xmlns:a16="http://schemas.microsoft.com/office/drawing/2014/main" id="{D5957827-59CB-B039-8A6C-A98BE8D60B99}"/>
                </a:ext>
              </a:extLst>
            </p:cNvPr>
            <p:cNvSpPr/>
            <p:nvPr/>
          </p:nvSpPr>
          <p:spPr>
            <a:xfrm>
              <a:off x="4763134" y="5143832"/>
              <a:ext cx="28186" cy="38218"/>
            </a:xfrm>
            <a:custGeom>
              <a:avLst/>
              <a:gdLst>
                <a:gd name="csX0" fmla="*/ 28186 w 28186"/>
                <a:gd name="csY0" fmla="*/ 37741 h 38218"/>
                <a:gd name="csX1" fmla="*/ 26275 w 28186"/>
                <a:gd name="csY1" fmla="*/ 38218 h 38218"/>
                <a:gd name="csX2" fmla="*/ 24364 w 28186"/>
                <a:gd name="csY2" fmla="*/ 37741 h 38218"/>
                <a:gd name="csX3" fmla="*/ 22931 w 28186"/>
                <a:gd name="csY3" fmla="*/ 37741 h 38218"/>
                <a:gd name="csX4" fmla="*/ 21975 w 28186"/>
                <a:gd name="csY4" fmla="*/ 36785 h 38218"/>
                <a:gd name="csX5" fmla="*/ 21020 w 28186"/>
                <a:gd name="csY5" fmla="*/ 34874 h 38218"/>
                <a:gd name="csX6" fmla="*/ 21020 w 28186"/>
                <a:gd name="csY6" fmla="*/ 33919 h 38218"/>
                <a:gd name="csX7" fmla="*/ 21020 w 28186"/>
                <a:gd name="csY7" fmla="*/ 31530 h 38218"/>
                <a:gd name="csX8" fmla="*/ 19587 w 28186"/>
                <a:gd name="csY8" fmla="*/ 30575 h 38218"/>
                <a:gd name="csX9" fmla="*/ 19109 w 28186"/>
                <a:gd name="csY9" fmla="*/ 29619 h 38218"/>
                <a:gd name="csX10" fmla="*/ 19109 w 28186"/>
                <a:gd name="csY10" fmla="*/ 28186 h 38218"/>
                <a:gd name="csX11" fmla="*/ 19587 w 28186"/>
                <a:gd name="csY11" fmla="*/ 27231 h 38218"/>
                <a:gd name="csX12" fmla="*/ 19587 w 28186"/>
                <a:gd name="csY12" fmla="*/ 26275 h 38218"/>
                <a:gd name="csX13" fmla="*/ 19587 w 28186"/>
                <a:gd name="csY13" fmla="*/ 25320 h 38218"/>
                <a:gd name="csX14" fmla="*/ 19109 w 28186"/>
                <a:gd name="csY14" fmla="*/ 24364 h 38218"/>
                <a:gd name="csX15" fmla="*/ 19109 w 28186"/>
                <a:gd name="csY15" fmla="*/ 22931 h 38218"/>
                <a:gd name="csX16" fmla="*/ 19109 w 28186"/>
                <a:gd name="csY16" fmla="*/ 21020 h 38218"/>
                <a:gd name="csX17" fmla="*/ 18154 w 28186"/>
                <a:gd name="csY17" fmla="*/ 20065 h 38218"/>
                <a:gd name="csX18" fmla="*/ 17676 w 28186"/>
                <a:gd name="csY18" fmla="*/ 18632 h 38218"/>
                <a:gd name="csX19" fmla="*/ 17676 w 28186"/>
                <a:gd name="csY19" fmla="*/ 17198 h 38218"/>
                <a:gd name="csX20" fmla="*/ 17198 w 28186"/>
                <a:gd name="csY20" fmla="*/ 15765 h 38218"/>
                <a:gd name="csX21" fmla="*/ 17198 w 28186"/>
                <a:gd name="csY21" fmla="*/ 14332 h 38218"/>
                <a:gd name="csX22" fmla="*/ 17676 w 28186"/>
                <a:gd name="csY22" fmla="*/ 12899 h 38218"/>
                <a:gd name="csX23" fmla="*/ 17676 w 28186"/>
                <a:gd name="csY23" fmla="*/ 11466 h 38218"/>
                <a:gd name="csX24" fmla="*/ 17198 w 28186"/>
                <a:gd name="csY24" fmla="*/ 10510 h 38218"/>
                <a:gd name="csX25" fmla="*/ 16243 w 28186"/>
                <a:gd name="csY25" fmla="*/ 10032 h 38218"/>
                <a:gd name="csX26" fmla="*/ 15287 w 28186"/>
                <a:gd name="csY26" fmla="*/ 8599 h 38218"/>
                <a:gd name="csX27" fmla="*/ 15287 w 28186"/>
                <a:gd name="csY27" fmla="*/ 6688 h 38218"/>
                <a:gd name="csX28" fmla="*/ 14332 w 28186"/>
                <a:gd name="csY28" fmla="*/ 5255 h 38218"/>
                <a:gd name="csX29" fmla="*/ 13376 w 28186"/>
                <a:gd name="csY29" fmla="*/ 4300 h 38218"/>
                <a:gd name="csX30" fmla="*/ 11943 w 28186"/>
                <a:gd name="csY30" fmla="*/ 4300 h 38218"/>
                <a:gd name="csX31" fmla="*/ 10510 w 28186"/>
                <a:gd name="csY31" fmla="*/ 3822 h 38218"/>
                <a:gd name="csX32" fmla="*/ 9077 w 28186"/>
                <a:gd name="csY32" fmla="*/ 3822 h 38218"/>
                <a:gd name="csX33" fmla="*/ 6210 w 28186"/>
                <a:gd name="csY33" fmla="*/ 3822 h 38218"/>
                <a:gd name="csX34" fmla="*/ 5255 w 28186"/>
                <a:gd name="csY34" fmla="*/ 3822 h 38218"/>
                <a:gd name="csX35" fmla="*/ 4777 w 28186"/>
                <a:gd name="csY35" fmla="*/ 2867 h 38218"/>
                <a:gd name="csX36" fmla="*/ 3344 w 28186"/>
                <a:gd name="csY36" fmla="*/ 1911 h 38218"/>
                <a:gd name="csX37" fmla="*/ 2389 w 28186"/>
                <a:gd name="csY37" fmla="*/ 478 h 38218"/>
                <a:gd name="csX38" fmla="*/ 1433 w 28186"/>
                <a:gd name="csY38" fmla="*/ 0 h 38218"/>
                <a:gd name="csX39" fmla="*/ 0 w 28186"/>
                <a:gd name="csY39" fmla="*/ 478 h 38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8186" h="38218">
                  <a:moveTo>
                    <a:pt x="28186" y="37741"/>
                  </a:moveTo>
                  <a:lnTo>
                    <a:pt x="26275" y="38218"/>
                  </a:lnTo>
                  <a:lnTo>
                    <a:pt x="24364" y="37741"/>
                  </a:lnTo>
                  <a:lnTo>
                    <a:pt x="22931" y="37741"/>
                  </a:lnTo>
                  <a:lnTo>
                    <a:pt x="21975" y="36785"/>
                  </a:lnTo>
                  <a:lnTo>
                    <a:pt x="21020" y="34874"/>
                  </a:lnTo>
                  <a:lnTo>
                    <a:pt x="21020" y="33919"/>
                  </a:lnTo>
                  <a:lnTo>
                    <a:pt x="21020" y="31530"/>
                  </a:lnTo>
                  <a:lnTo>
                    <a:pt x="19587" y="30575"/>
                  </a:lnTo>
                  <a:lnTo>
                    <a:pt x="19109" y="29619"/>
                  </a:lnTo>
                  <a:lnTo>
                    <a:pt x="19109" y="28186"/>
                  </a:lnTo>
                  <a:lnTo>
                    <a:pt x="19587" y="27231"/>
                  </a:lnTo>
                  <a:lnTo>
                    <a:pt x="19587" y="26275"/>
                  </a:lnTo>
                  <a:lnTo>
                    <a:pt x="19587" y="25320"/>
                  </a:lnTo>
                  <a:lnTo>
                    <a:pt x="19109" y="24364"/>
                  </a:lnTo>
                  <a:lnTo>
                    <a:pt x="19109" y="22931"/>
                  </a:lnTo>
                  <a:lnTo>
                    <a:pt x="19109" y="21020"/>
                  </a:lnTo>
                  <a:lnTo>
                    <a:pt x="18154" y="20065"/>
                  </a:lnTo>
                  <a:lnTo>
                    <a:pt x="17676" y="18632"/>
                  </a:lnTo>
                  <a:lnTo>
                    <a:pt x="17676" y="17198"/>
                  </a:lnTo>
                  <a:lnTo>
                    <a:pt x="17198" y="15765"/>
                  </a:lnTo>
                  <a:lnTo>
                    <a:pt x="17198" y="14332"/>
                  </a:lnTo>
                  <a:lnTo>
                    <a:pt x="17676" y="12899"/>
                  </a:lnTo>
                  <a:lnTo>
                    <a:pt x="17676" y="11466"/>
                  </a:lnTo>
                  <a:lnTo>
                    <a:pt x="17198" y="10510"/>
                  </a:lnTo>
                  <a:lnTo>
                    <a:pt x="16243" y="10032"/>
                  </a:lnTo>
                  <a:lnTo>
                    <a:pt x="15287" y="8599"/>
                  </a:lnTo>
                  <a:lnTo>
                    <a:pt x="15287" y="6688"/>
                  </a:lnTo>
                  <a:lnTo>
                    <a:pt x="14332" y="5255"/>
                  </a:lnTo>
                  <a:lnTo>
                    <a:pt x="13376" y="4300"/>
                  </a:lnTo>
                  <a:lnTo>
                    <a:pt x="11943" y="4300"/>
                  </a:lnTo>
                  <a:lnTo>
                    <a:pt x="10510" y="3822"/>
                  </a:lnTo>
                  <a:lnTo>
                    <a:pt x="9077" y="3822"/>
                  </a:lnTo>
                  <a:lnTo>
                    <a:pt x="6210" y="3822"/>
                  </a:lnTo>
                  <a:lnTo>
                    <a:pt x="5255" y="3822"/>
                  </a:lnTo>
                  <a:lnTo>
                    <a:pt x="4777" y="2867"/>
                  </a:lnTo>
                  <a:lnTo>
                    <a:pt x="3344" y="1911"/>
                  </a:lnTo>
                  <a:lnTo>
                    <a:pt x="2389" y="478"/>
                  </a:lnTo>
                  <a:lnTo>
                    <a:pt x="1433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6" name="Freeform 3515">
              <a:extLst>
                <a:ext uri="{FF2B5EF4-FFF2-40B4-BE49-F238E27FC236}">
                  <a16:creationId xmlns:a16="http://schemas.microsoft.com/office/drawing/2014/main" id="{5185C443-2B30-E16A-E718-DC872F86820D}"/>
                </a:ext>
              </a:extLst>
            </p:cNvPr>
            <p:cNvSpPr/>
            <p:nvPr/>
          </p:nvSpPr>
          <p:spPr>
            <a:xfrm>
              <a:off x="4796575" y="5178707"/>
              <a:ext cx="1911" cy="955"/>
            </a:xfrm>
            <a:custGeom>
              <a:avLst/>
              <a:gdLst>
                <a:gd name="csX0" fmla="*/ 1911 w 1911"/>
                <a:gd name="csY0" fmla="*/ 0 h 955"/>
                <a:gd name="csX1" fmla="*/ 0 w 1911"/>
                <a:gd name="csY1" fmla="*/ 478 h 955"/>
                <a:gd name="csX2" fmla="*/ 0 w 1911"/>
                <a:gd name="csY2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955">
                  <a:moveTo>
                    <a:pt x="1911" y="0"/>
                  </a:moveTo>
                  <a:lnTo>
                    <a:pt x="0" y="478"/>
                  </a:lnTo>
                  <a:lnTo>
                    <a:pt x="0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7" name="Freeform 3516">
              <a:extLst>
                <a:ext uri="{FF2B5EF4-FFF2-40B4-BE49-F238E27FC236}">
                  <a16:creationId xmlns:a16="http://schemas.microsoft.com/office/drawing/2014/main" id="{54E5C085-0174-FF5C-B1E4-742BA9D4FF3E}"/>
                </a:ext>
              </a:extLst>
            </p:cNvPr>
            <p:cNvSpPr/>
            <p:nvPr/>
          </p:nvSpPr>
          <p:spPr>
            <a:xfrm>
              <a:off x="4800397" y="5177751"/>
              <a:ext cx="7643" cy="4777"/>
            </a:xfrm>
            <a:custGeom>
              <a:avLst/>
              <a:gdLst>
                <a:gd name="csX0" fmla="*/ 7644 w 7643"/>
                <a:gd name="csY0" fmla="*/ 4777 h 4777"/>
                <a:gd name="csX1" fmla="*/ 7644 w 7643"/>
                <a:gd name="csY1" fmla="*/ 4777 h 4777"/>
                <a:gd name="csX2" fmla="*/ 5255 w 7643"/>
                <a:gd name="csY2" fmla="*/ 3344 h 4777"/>
                <a:gd name="csX3" fmla="*/ 3822 w 7643"/>
                <a:gd name="csY3" fmla="*/ 1911 h 4777"/>
                <a:gd name="csX4" fmla="*/ 1911 w 7643"/>
                <a:gd name="csY4" fmla="*/ 956 h 4777"/>
                <a:gd name="csX5" fmla="*/ 0 w 7643"/>
                <a:gd name="csY5" fmla="*/ 0 h 4777"/>
                <a:gd name="csX6" fmla="*/ 0 w 7643"/>
                <a:gd name="csY6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43" h="4777">
                  <a:moveTo>
                    <a:pt x="7644" y="4777"/>
                  </a:moveTo>
                  <a:lnTo>
                    <a:pt x="7644" y="4777"/>
                  </a:lnTo>
                  <a:lnTo>
                    <a:pt x="5255" y="3344"/>
                  </a:lnTo>
                  <a:lnTo>
                    <a:pt x="3822" y="1911"/>
                  </a:lnTo>
                  <a:lnTo>
                    <a:pt x="1911" y="956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8" name="Freeform 3517">
              <a:extLst>
                <a:ext uri="{FF2B5EF4-FFF2-40B4-BE49-F238E27FC236}">
                  <a16:creationId xmlns:a16="http://schemas.microsoft.com/office/drawing/2014/main" id="{BC041588-1755-61DC-7E4F-5E82ED91135B}"/>
                </a:ext>
              </a:extLst>
            </p:cNvPr>
            <p:cNvSpPr/>
            <p:nvPr/>
          </p:nvSpPr>
          <p:spPr>
            <a:xfrm>
              <a:off x="4803263" y="5183006"/>
              <a:ext cx="4299" cy="22930"/>
            </a:xfrm>
            <a:custGeom>
              <a:avLst/>
              <a:gdLst>
                <a:gd name="csX0" fmla="*/ 0 w 4299"/>
                <a:gd name="csY0" fmla="*/ 22931 h 22930"/>
                <a:gd name="csX1" fmla="*/ 478 w 4299"/>
                <a:gd name="csY1" fmla="*/ 22931 h 22930"/>
                <a:gd name="csX2" fmla="*/ 955 w 4299"/>
                <a:gd name="csY2" fmla="*/ 21020 h 22930"/>
                <a:gd name="csX3" fmla="*/ 478 w 4299"/>
                <a:gd name="csY3" fmla="*/ 19587 h 22930"/>
                <a:gd name="csX4" fmla="*/ 1433 w 4299"/>
                <a:gd name="csY4" fmla="*/ 15765 h 22930"/>
                <a:gd name="csX5" fmla="*/ 3344 w 4299"/>
                <a:gd name="csY5" fmla="*/ 9077 h 22930"/>
                <a:gd name="csX6" fmla="*/ 4299 w 4299"/>
                <a:gd name="csY6" fmla="*/ 4777 h 22930"/>
                <a:gd name="csX7" fmla="*/ 3344 w 4299"/>
                <a:gd name="csY7" fmla="*/ 2389 h 22930"/>
                <a:gd name="csX8" fmla="*/ 3344 w 4299"/>
                <a:gd name="csY8" fmla="*/ 956 h 22930"/>
                <a:gd name="csX9" fmla="*/ 4299 w 4299"/>
                <a:gd name="csY9" fmla="*/ 0 h 22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22930">
                  <a:moveTo>
                    <a:pt x="0" y="22931"/>
                  </a:moveTo>
                  <a:lnTo>
                    <a:pt x="478" y="22931"/>
                  </a:lnTo>
                  <a:lnTo>
                    <a:pt x="955" y="21020"/>
                  </a:lnTo>
                  <a:lnTo>
                    <a:pt x="478" y="19587"/>
                  </a:lnTo>
                  <a:lnTo>
                    <a:pt x="1433" y="15765"/>
                  </a:lnTo>
                  <a:lnTo>
                    <a:pt x="3344" y="9077"/>
                  </a:lnTo>
                  <a:lnTo>
                    <a:pt x="4299" y="4777"/>
                  </a:lnTo>
                  <a:lnTo>
                    <a:pt x="3344" y="2389"/>
                  </a:lnTo>
                  <a:lnTo>
                    <a:pt x="3344" y="956"/>
                  </a:lnTo>
                  <a:lnTo>
                    <a:pt x="429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9" name="Freeform 3518">
              <a:extLst>
                <a:ext uri="{FF2B5EF4-FFF2-40B4-BE49-F238E27FC236}">
                  <a16:creationId xmlns:a16="http://schemas.microsoft.com/office/drawing/2014/main" id="{5BBB4176-5BB3-2651-C410-21803053BFC2}"/>
                </a:ext>
              </a:extLst>
            </p:cNvPr>
            <p:cNvSpPr/>
            <p:nvPr/>
          </p:nvSpPr>
          <p:spPr>
            <a:xfrm>
              <a:off x="4741636" y="5210237"/>
              <a:ext cx="77869" cy="99367"/>
            </a:xfrm>
            <a:custGeom>
              <a:avLst/>
              <a:gdLst>
                <a:gd name="csX0" fmla="*/ 7644 w 77869"/>
                <a:gd name="csY0" fmla="*/ 99368 h 99367"/>
                <a:gd name="csX1" fmla="*/ 4300 w 77869"/>
                <a:gd name="csY1" fmla="*/ 99368 h 99367"/>
                <a:gd name="csX2" fmla="*/ 956 w 77869"/>
                <a:gd name="csY2" fmla="*/ 98890 h 99367"/>
                <a:gd name="csX3" fmla="*/ 0 w 77869"/>
                <a:gd name="csY3" fmla="*/ 97457 h 99367"/>
                <a:gd name="csX4" fmla="*/ 478 w 77869"/>
                <a:gd name="csY4" fmla="*/ 96024 h 99367"/>
                <a:gd name="csX5" fmla="*/ 3822 w 77869"/>
                <a:gd name="csY5" fmla="*/ 94113 h 99367"/>
                <a:gd name="csX6" fmla="*/ 3822 w 77869"/>
                <a:gd name="csY6" fmla="*/ 94113 h 99367"/>
                <a:gd name="csX7" fmla="*/ 5733 w 77869"/>
                <a:gd name="csY7" fmla="*/ 92202 h 99367"/>
                <a:gd name="csX8" fmla="*/ 5733 w 77869"/>
                <a:gd name="csY8" fmla="*/ 90291 h 99367"/>
                <a:gd name="csX9" fmla="*/ 7166 w 77869"/>
                <a:gd name="csY9" fmla="*/ 88858 h 99367"/>
                <a:gd name="csX10" fmla="*/ 7166 w 77869"/>
                <a:gd name="csY10" fmla="*/ 88858 h 99367"/>
                <a:gd name="csX11" fmla="*/ 10032 w 77869"/>
                <a:gd name="csY11" fmla="*/ 87424 h 99367"/>
                <a:gd name="csX12" fmla="*/ 12899 w 77869"/>
                <a:gd name="csY12" fmla="*/ 85036 h 99367"/>
                <a:gd name="csX13" fmla="*/ 16243 w 77869"/>
                <a:gd name="csY13" fmla="*/ 81214 h 99367"/>
                <a:gd name="csX14" fmla="*/ 18154 w 77869"/>
                <a:gd name="csY14" fmla="*/ 78348 h 99367"/>
                <a:gd name="csX15" fmla="*/ 18154 w 77869"/>
                <a:gd name="csY15" fmla="*/ 78348 h 99367"/>
                <a:gd name="csX16" fmla="*/ 19109 w 77869"/>
                <a:gd name="csY16" fmla="*/ 76914 h 99367"/>
                <a:gd name="csX17" fmla="*/ 20065 w 77869"/>
                <a:gd name="csY17" fmla="*/ 75481 h 99367"/>
                <a:gd name="csX18" fmla="*/ 20542 w 77869"/>
                <a:gd name="csY18" fmla="*/ 75481 h 99367"/>
                <a:gd name="csX19" fmla="*/ 21975 w 77869"/>
                <a:gd name="csY19" fmla="*/ 74526 h 99367"/>
                <a:gd name="csX20" fmla="*/ 21975 w 77869"/>
                <a:gd name="csY20" fmla="*/ 74526 h 99367"/>
                <a:gd name="csX21" fmla="*/ 23886 w 77869"/>
                <a:gd name="csY21" fmla="*/ 72615 h 99367"/>
                <a:gd name="csX22" fmla="*/ 23886 w 77869"/>
                <a:gd name="csY22" fmla="*/ 72615 h 99367"/>
                <a:gd name="csX23" fmla="*/ 25320 w 77869"/>
                <a:gd name="csY23" fmla="*/ 69271 h 99367"/>
                <a:gd name="csX24" fmla="*/ 27231 w 77869"/>
                <a:gd name="csY24" fmla="*/ 66882 h 99367"/>
                <a:gd name="csX25" fmla="*/ 29619 w 77869"/>
                <a:gd name="csY25" fmla="*/ 65449 h 99367"/>
                <a:gd name="csX26" fmla="*/ 29619 w 77869"/>
                <a:gd name="csY26" fmla="*/ 65449 h 99367"/>
                <a:gd name="csX27" fmla="*/ 31052 w 77869"/>
                <a:gd name="csY27" fmla="*/ 64016 h 99367"/>
                <a:gd name="csX28" fmla="*/ 31052 w 77869"/>
                <a:gd name="csY28" fmla="*/ 64016 h 99367"/>
                <a:gd name="csX29" fmla="*/ 31052 w 77869"/>
                <a:gd name="csY29" fmla="*/ 62582 h 99367"/>
                <a:gd name="csX30" fmla="*/ 32008 w 77869"/>
                <a:gd name="csY30" fmla="*/ 62105 h 99367"/>
                <a:gd name="csX31" fmla="*/ 32008 w 77869"/>
                <a:gd name="csY31" fmla="*/ 62105 h 99367"/>
                <a:gd name="csX32" fmla="*/ 32963 w 77869"/>
                <a:gd name="csY32" fmla="*/ 61627 h 99367"/>
                <a:gd name="csX33" fmla="*/ 32963 w 77869"/>
                <a:gd name="csY33" fmla="*/ 61627 h 99367"/>
                <a:gd name="csX34" fmla="*/ 33441 w 77869"/>
                <a:gd name="csY34" fmla="*/ 61149 h 99367"/>
                <a:gd name="csX35" fmla="*/ 33441 w 77869"/>
                <a:gd name="csY35" fmla="*/ 61149 h 99367"/>
                <a:gd name="csX36" fmla="*/ 33441 w 77869"/>
                <a:gd name="csY36" fmla="*/ 60194 h 99367"/>
                <a:gd name="csX37" fmla="*/ 33919 w 77869"/>
                <a:gd name="csY37" fmla="*/ 59716 h 99367"/>
                <a:gd name="csX38" fmla="*/ 33919 w 77869"/>
                <a:gd name="csY38" fmla="*/ 59716 h 99367"/>
                <a:gd name="csX39" fmla="*/ 34397 w 77869"/>
                <a:gd name="csY39" fmla="*/ 59239 h 99367"/>
                <a:gd name="csX40" fmla="*/ 34397 w 77869"/>
                <a:gd name="csY40" fmla="*/ 59239 h 99367"/>
                <a:gd name="csX41" fmla="*/ 35352 w 77869"/>
                <a:gd name="csY41" fmla="*/ 59239 h 99367"/>
                <a:gd name="csX42" fmla="*/ 36785 w 77869"/>
                <a:gd name="csY42" fmla="*/ 59716 h 99367"/>
                <a:gd name="csX43" fmla="*/ 37741 w 77869"/>
                <a:gd name="csY43" fmla="*/ 59716 h 99367"/>
                <a:gd name="csX44" fmla="*/ 37741 w 77869"/>
                <a:gd name="csY44" fmla="*/ 59716 h 99367"/>
                <a:gd name="csX45" fmla="*/ 38218 w 77869"/>
                <a:gd name="csY45" fmla="*/ 59239 h 99367"/>
                <a:gd name="csX46" fmla="*/ 37741 w 77869"/>
                <a:gd name="csY46" fmla="*/ 58283 h 99367"/>
                <a:gd name="csX47" fmla="*/ 36785 w 77869"/>
                <a:gd name="csY47" fmla="*/ 57328 h 99367"/>
                <a:gd name="csX48" fmla="*/ 37263 w 77869"/>
                <a:gd name="csY48" fmla="*/ 56372 h 99367"/>
                <a:gd name="csX49" fmla="*/ 39651 w 77869"/>
                <a:gd name="csY49" fmla="*/ 54461 h 99367"/>
                <a:gd name="csX50" fmla="*/ 40129 w 77869"/>
                <a:gd name="csY50" fmla="*/ 54461 h 99367"/>
                <a:gd name="csX51" fmla="*/ 42040 w 77869"/>
                <a:gd name="csY51" fmla="*/ 53983 h 99367"/>
                <a:gd name="csX52" fmla="*/ 42040 w 77869"/>
                <a:gd name="csY52" fmla="*/ 53983 h 99367"/>
                <a:gd name="csX53" fmla="*/ 43473 w 77869"/>
                <a:gd name="csY53" fmla="*/ 52550 h 99367"/>
                <a:gd name="csX54" fmla="*/ 44429 w 77869"/>
                <a:gd name="csY54" fmla="*/ 51117 h 99367"/>
                <a:gd name="csX55" fmla="*/ 44429 w 77869"/>
                <a:gd name="csY55" fmla="*/ 51117 h 99367"/>
                <a:gd name="csX56" fmla="*/ 46340 w 77869"/>
                <a:gd name="csY56" fmla="*/ 50162 h 99367"/>
                <a:gd name="csX57" fmla="*/ 46817 w 77869"/>
                <a:gd name="csY57" fmla="*/ 49684 h 99367"/>
                <a:gd name="csX58" fmla="*/ 49206 w 77869"/>
                <a:gd name="csY58" fmla="*/ 49206 h 99367"/>
                <a:gd name="csX59" fmla="*/ 49206 w 77869"/>
                <a:gd name="csY59" fmla="*/ 49206 h 99367"/>
                <a:gd name="csX60" fmla="*/ 49684 w 77869"/>
                <a:gd name="csY60" fmla="*/ 49206 h 99367"/>
                <a:gd name="csX61" fmla="*/ 50162 w 77869"/>
                <a:gd name="csY61" fmla="*/ 48728 h 99367"/>
                <a:gd name="csX62" fmla="*/ 50162 w 77869"/>
                <a:gd name="csY62" fmla="*/ 48728 h 99367"/>
                <a:gd name="csX63" fmla="*/ 50162 w 77869"/>
                <a:gd name="csY63" fmla="*/ 48728 h 99367"/>
                <a:gd name="csX64" fmla="*/ 50162 w 77869"/>
                <a:gd name="csY64" fmla="*/ 47773 h 99367"/>
                <a:gd name="csX65" fmla="*/ 50639 w 77869"/>
                <a:gd name="csY65" fmla="*/ 47295 h 99367"/>
                <a:gd name="csX66" fmla="*/ 52550 w 77869"/>
                <a:gd name="csY66" fmla="*/ 46817 h 99367"/>
                <a:gd name="csX67" fmla="*/ 53028 w 77869"/>
                <a:gd name="csY67" fmla="*/ 45862 h 99367"/>
                <a:gd name="csX68" fmla="*/ 53028 w 77869"/>
                <a:gd name="csY68" fmla="*/ 45862 h 99367"/>
                <a:gd name="csX69" fmla="*/ 53506 w 77869"/>
                <a:gd name="csY69" fmla="*/ 44907 h 99367"/>
                <a:gd name="csX70" fmla="*/ 53983 w 77869"/>
                <a:gd name="csY70" fmla="*/ 43951 h 99367"/>
                <a:gd name="csX71" fmla="*/ 54939 w 77869"/>
                <a:gd name="csY71" fmla="*/ 42996 h 99367"/>
                <a:gd name="csX72" fmla="*/ 54939 w 77869"/>
                <a:gd name="csY72" fmla="*/ 42996 h 99367"/>
                <a:gd name="csX73" fmla="*/ 55894 w 77869"/>
                <a:gd name="csY73" fmla="*/ 42518 h 99367"/>
                <a:gd name="csX74" fmla="*/ 56850 w 77869"/>
                <a:gd name="csY74" fmla="*/ 42518 h 99367"/>
                <a:gd name="csX75" fmla="*/ 58283 w 77869"/>
                <a:gd name="csY75" fmla="*/ 42040 h 99367"/>
                <a:gd name="csX76" fmla="*/ 58761 w 77869"/>
                <a:gd name="csY76" fmla="*/ 41563 h 99367"/>
                <a:gd name="csX77" fmla="*/ 59239 w 77869"/>
                <a:gd name="csY77" fmla="*/ 41085 h 99367"/>
                <a:gd name="csX78" fmla="*/ 60194 w 77869"/>
                <a:gd name="csY78" fmla="*/ 41085 h 99367"/>
                <a:gd name="csX79" fmla="*/ 60194 w 77869"/>
                <a:gd name="csY79" fmla="*/ 41085 h 99367"/>
                <a:gd name="csX80" fmla="*/ 60194 w 77869"/>
                <a:gd name="csY80" fmla="*/ 40607 h 99367"/>
                <a:gd name="csX81" fmla="*/ 61627 w 77869"/>
                <a:gd name="csY81" fmla="*/ 41085 h 99367"/>
                <a:gd name="csX82" fmla="*/ 62582 w 77869"/>
                <a:gd name="csY82" fmla="*/ 40607 h 99367"/>
                <a:gd name="csX83" fmla="*/ 64971 w 77869"/>
                <a:gd name="csY83" fmla="*/ 40129 h 99367"/>
                <a:gd name="csX84" fmla="*/ 64971 w 77869"/>
                <a:gd name="csY84" fmla="*/ 40129 h 99367"/>
                <a:gd name="csX85" fmla="*/ 66405 w 77869"/>
                <a:gd name="csY85" fmla="*/ 39174 h 99367"/>
                <a:gd name="csX86" fmla="*/ 67360 w 77869"/>
                <a:gd name="csY86" fmla="*/ 37263 h 99367"/>
                <a:gd name="csX87" fmla="*/ 67360 w 77869"/>
                <a:gd name="csY87" fmla="*/ 37263 h 99367"/>
                <a:gd name="csX88" fmla="*/ 68315 w 77869"/>
                <a:gd name="csY88" fmla="*/ 36785 h 99367"/>
                <a:gd name="csX89" fmla="*/ 68315 w 77869"/>
                <a:gd name="csY89" fmla="*/ 36785 h 99367"/>
                <a:gd name="csX90" fmla="*/ 69271 w 77869"/>
                <a:gd name="csY90" fmla="*/ 37263 h 99367"/>
                <a:gd name="csX91" fmla="*/ 70704 w 77869"/>
                <a:gd name="csY91" fmla="*/ 36307 h 99367"/>
                <a:gd name="csX92" fmla="*/ 72615 w 77869"/>
                <a:gd name="csY92" fmla="*/ 34874 h 99367"/>
                <a:gd name="csX93" fmla="*/ 72615 w 77869"/>
                <a:gd name="csY93" fmla="*/ 34874 h 99367"/>
                <a:gd name="csX94" fmla="*/ 73093 w 77869"/>
                <a:gd name="csY94" fmla="*/ 34874 h 99367"/>
                <a:gd name="csX95" fmla="*/ 74526 w 77869"/>
                <a:gd name="csY95" fmla="*/ 33919 h 99367"/>
                <a:gd name="csX96" fmla="*/ 74526 w 77869"/>
                <a:gd name="csY96" fmla="*/ 33919 h 99367"/>
                <a:gd name="csX97" fmla="*/ 74526 w 77869"/>
                <a:gd name="csY97" fmla="*/ 33919 h 99367"/>
                <a:gd name="csX98" fmla="*/ 75959 w 77869"/>
                <a:gd name="csY98" fmla="*/ 31052 h 99367"/>
                <a:gd name="csX99" fmla="*/ 76914 w 77869"/>
                <a:gd name="csY99" fmla="*/ 29141 h 99367"/>
                <a:gd name="csX100" fmla="*/ 76914 w 77869"/>
                <a:gd name="csY100" fmla="*/ 27708 h 99367"/>
                <a:gd name="csX101" fmla="*/ 75959 w 77869"/>
                <a:gd name="csY101" fmla="*/ 26275 h 99367"/>
                <a:gd name="csX102" fmla="*/ 76437 w 77869"/>
                <a:gd name="csY102" fmla="*/ 24842 h 99367"/>
                <a:gd name="csX103" fmla="*/ 76914 w 77869"/>
                <a:gd name="csY103" fmla="*/ 20065 h 99367"/>
                <a:gd name="csX104" fmla="*/ 76914 w 77869"/>
                <a:gd name="csY104" fmla="*/ 18632 h 99367"/>
                <a:gd name="csX105" fmla="*/ 77870 w 77869"/>
                <a:gd name="csY105" fmla="*/ 17198 h 99367"/>
                <a:gd name="csX106" fmla="*/ 77870 w 77869"/>
                <a:gd name="csY106" fmla="*/ 17198 h 99367"/>
                <a:gd name="csX107" fmla="*/ 77870 w 77869"/>
                <a:gd name="csY107" fmla="*/ 15765 h 99367"/>
                <a:gd name="csX108" fmla="*/ 76437 w 77869"/>
                <a:gd name="csY108" fmla="*/ 12899 h 99367"/>
                <a:gd name="csX109" fmla="*/ 75004 w 77869"/>
                <a:gd name="csY109" fmla="*/ 10510 h 99367"/>
                <a:gd name="csX110" fmla="*/ 74048 w 77869"/>
                <a:gd name="csY110" fmla="*/ 6210 h 99367"/>
                <a:gd name="csX111" fmla="*/ 73570 w 77869"/>
                <a:gd name="csY111" fmla="*/ 4777 h 99367"/>
                <a:gd name="csX112" fmla="*/ 72137 w 77869"/>
                <a:gd name="csY112" fmla="*/ 4300 h 99367"/>
                <a:gd name="csX113" fmla="*/ 71182 w 77869"/>
                <a:gd name="csY113" fmla="*/ 2866 h 99367"/>
                <a:gd name="csX114" fmla="*/ 69748 w 77869"/>
                <a:gd name="csY114" fmla="*/ 2866 h 99367"/>
                <a:gd name="csX115" fmla="*/ 68793 w 77869"/>
                <a:gd name="csY115" fmla="*/ 2389 h 99367"/>
                <a:gd name="csX116" fmla="*/ 68315 w 77869"/>
                <a:gd name="csY116" fmla="*/ 1911 h 99367"/>
                <a:gd name="csX117" fmla="*/ 67360 w 77869"/>
                <a:gd name="csY117" fmla="*/ 1911 h 99367"/>
                <a:gd name="csX118" fmla="*/ 67360 w 77869"/>
                <a:gd name="csY118" fmla="*/ 1911 h 99367"/>
                <a:gd name="csX119" fmla="*/ 66405 w 77869"/>
                <a:gd name="csY119" fmla="*/ 2866 h 99367"/>
                <a:gd name="csX120" fmla="*/ 64493 w 77869"/>
                <a:gd name="csY120" fmla="*/ 2866 h 99367"/>
                <a:gd name="csX121" fmla="*/ 64493 w 77869"/>
                <a:gd name="csY121" fmla="*/ 2866 h 99367"/>
                <a:gd name="csX122" fmla="*/ 63538 w 77869"/>
                <a:gd name="csY122" fmla="*/ 2866 h 99367"/>
                <a:gd name="csX123" fmla="*/ 62582 w 77869"/>
                <a:gd name="csY123" fmla="*/ 3822 h 99367"/>
                <a:gd name="csX124" fmla="*/ 61627 w 77869"/>
                <a:gd name="csY124" fmla="*/ 3344 h 99367"/>
                <a:gd name="csX125" fmla="*/ 60672 w 77869"/>
                <a:gd name="csY125" fmla="*/ 2866 h 99367"/>
                <a:gd name="csX126" fmla="*/ 59239 w 77869"/>
                <a:gd name="csY126" fmla="*/ 2866 h 99367"/>
                <a:gd name="csX127" fmla="*/ 59239 w 77869"/>
                <a:gd name="csY127" fmla="*/ 0 h 99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</a:cxnLst>
              <a:rect l="l" t="t" r="r" b="b"/>
              <a:pathLst>
                <a:path w="77869" h="99367">
                  <a:moveTo>
                    <a:pt x="7644" y="99368"/>
                  </a:moveTo>
                  <a:lnTo>
                    <a:pt x="4300" y="99368"/>
                  </a:lnTo>
                  <a:lnTo>
                    <a:pt x="956" y="98890"/>
                  </a:lnTo>
                  <a:lnTo>
                    <a:pt x="0" y="97457"/>
                  </a:lnTo>
                  <a:lnTo>
                    <a:pt x="478" y="96024"/>
                  </a:lnTo>
                  <a:lnTo>
                    <a:pt x="3822" y="94113"/>
                  </a:lnTo>
                  <a:lnTo>
                    <a:pt x="3822" y="94113"/>
                  </a:lnTo>
                  <a:lnTo>
                    <a:pt x="5733" y="92202"/>
                  </a:lnTo>
                  <a:lnTo>
                    <a:pt x="5733" y="90291"/>
                  </a:lnTo>
                  <a:lnTo>
                    <a:pt x="7166" y="88858"/>
                  </a:lnTo>
                  <a:lnTo>
                    <a:pt x="7166" y="88858"/>
                  </a:lnTo>
                  <a:lnTo>
                    <a:pt x="10032" y="87424"/>
                  </a:lnTo>
                  <a:lnTo>
                    <a:pt x="12899" y="85036"/>
                  </a:lnTo>
                  <a:lnTo>
                    <a:pt x="16243" y="81214"/>
                  </a:lnTo>
                  <a:lnTo>
                    <a:pt x="18154" y="78348"/>
                  </a:lnTo>
                  <a:lnTo>
                    <a:pt x="18154" y="78348"/>
                  </a:lnTo>
                  <a:lnTo>
                    <a:pt x="19109" y="76914"/>
                  </a:lnTo>
                  <a:lnTo>
                    <a:pt x="20065" y="75481"/>
                  </a:lnTo>
                  <a:lnTo>
                    <a:pt x="20542" y="75481"/>
                  </a:lnTo>
                  <a:lnTo>
                    <a:pt x="21975" y="74526"/>
                  </a:lnTo>
                  <a:lnTo>
                    <a:pt x="21975" y="74526"/>
                  </a:lnTo>
                  <a:lnTo>
                    <a:pt x="23886" y="72615"/>
                  </a:lnTo>
                  <a:lnTo>
                    <a:pt x="23886" y="72615"/>
                  </a:lnTo>
                  <a:lnTo>
                    <a:pt x="25320" y="69271"/>
                  </a:lnTo>
                  <a:lnTo>
                    <a:pt x="27231" y="66882"/>
                  </a:lnTo>
                  <a:lnTo>
                    <a:pt x="29619" y="65449"/>
                  </a:lnTo>
                  <a:lnTo>
                    <a:pt x="29619" y="65449"/>
                  </a:lnTo>
                  <a:lnTo>
                    <a:pt x="31052" y="64016"/>
                  </a:lnTo>
                  <a:lnTo>
                    <a:pt x="31052" y="64016"/>
                  </a:lnTo>
                  <a:lnTo>
                    <a:pt x="31052" y="62582"/>
                  </a:lnTo>
                  <a:lnTo>
                    <a:pt x="32008" y="62105"/>
                  </a:lnTo>
                  <a:lnTo>
                    <a:pt x="32008" y="62105"/>
                  </a:lnTo>
                  <a:lnTo>
                    <a:pt x="32963" y="61627"/>
                  </a:lnTo>
                  <a:lnTo>
                    <a:pt x="32963" y="61627"/>
                  </a:lnTo>
                  <a:lnTo>
                    <a:pt x="33441" y="61149"/>
                  </a:lnTo>
                  <a:lnTo>
                    <a:pt x="33441" y="61149"/>
                  </a:lnTo>
                  <a:lnTo>
                    <a:pt x="33441" y="60194"/>
                  </a:lnTo>
                  <a:lnTo>
                    <a:pt x="33919" y="59716"/>
                  </a:lnTo>
                  <a:lnTo>
                    <a:pt x="33919" y="59716"/>
                  </a:lnTo>
                  <a:lnTo>
                    <a:pt x="34397" y="59239"/>
                  </a:lnTo>
                  <a:lnTo>
                    <a:pt x="34397" y="59239"/>
                  </a:lnTo>
                  <a:lnTo>
                    <a:pt x="35352" y="59239"/>
                  </a:lnTo>
                  <a:lnTo>
                    <a:pt x="36785" y="59716"/>
                  </a:lnTo>
                  <a:lnTo>
                    <a:pt x="37741" y="59716"/>
                  </a:lnTo>
                  <a:lnTo>
                    <a:pt x="37741" y="59716"/>
                  </a:lnTo>
                  <a:lnTo>
                    <a:pt x="38218" y="59239"/>
                  </a:lnTo>
                  <a:lnTo>
                    <a:pt x="37741" y="58283"/>
                  </a:lnTo>
                  <a:lnTo>
                    <a:pt x="36785" y="57328"/>
                  </a:lnTo>
                  <a:lnTo>
                    <a:pt x="37263" y="56372"/>
                  </a:lnTo>
                  <a:lnTo>
                    <a:pt x="39651" y="54461"/>
                  </a:lnTo>
                  <a:lnTo>
                    <a:pt x="40129" y="54461"/>
                  </a:lnTo>
                  <a:lnTo>
                    <a:pt x="42040" y="53983"/>
                  </a:lnTo>
                  <a:lnTo>
                    <a:pt x="42040" y="53983"/>
                  </a:lnTo>
                  <a:lnTo>
                    <a:pt x="43473" y="52550"/>
                  </a:lnTo>
                  <a:lnTo>
                    <a:pt x="44429" y="51117"/>
                  </a:lnTo>
                  <a:lnTo>
                    <a:pt x="44429" y="51117"/>
                  </a:lnTo>
                  <a:lnTo>
                    <a:pt x="46340" y="50162"/>
                  </a:lnTo>
                  <a:lnTo>
                    <a:pt x="46817" y="49684"/>
                  </a:lnTo>
                  <a:lnTo>
                    <a:pt x="49206" y="49206"/>
                  </a:lnTo>
                  <a:lnTo>
                    <a:pt x="49206" y="49206"/>
                  </a:lnTo>
                  <a:lnTo>
                    <a:pt x="49684" y="49206"/>
                  </a:lnTo>
                  <a:lnTo>
                    <a:pt x="50162" y="48728"/>
                  </a:lnTo>
                  <a:lnTo>
                    <a:pt x="50162" y="48728"/>
                  </a:lnTo>
                  <a:lnTo>
                    <a:pt x="50162" y="48728"/>
                  </a:lnTo>
                  <a:lnTo>
                    <a:pt x="50162" y="47773"/>
                  </a:lnTo>
                  <a:lnTo>
                    <a:pt x="50639" y="47295"/>
                  </a:lnTo>
                  <a:lnTo>
                    <a:pt x="52550" y="46817"/>
                  </a:lnTo>
                  <a:lnTo>
                    <a:pt x="53028" y="45862"/>
                  </a:lnTo>
                  <a:lnTo>
                    <a:pt x="53028" y="45862"/>
                  </a:lnTo>
                  <a:lnTo>
                    <a:pt x="53506" y="44907"/>
                  </a:lnTo>
                  <a:lnTo>
                    <a:pt x="53983" y="43951"/>
                  </a:lnTo>
                  <a:lnTo>
                    <a:pt x="54939" y="42996"/>
                  </a:lnTo>
                  <a:lnTo>
                    <a:pt x="54939" y="42996"/>
                  </a:lnTo>
                  <a:lnTo>
                    <a:pt x="55894" y="42518"/>
                  </a:lnTo>
                  <a:lnTo>
                    <a:pt x="56850" y="42518"/>
                  </a:lnTo>
                  <a:lnTo>
                    <a:pt x="58283" y="42040"/>
                  </a:lnTo>
                  <a:lnTo>
                    <a:pt x="58761" y="41563"/>
                  </a:lnTo>
                  <a:lnTo>
                    <a:pt x="59239" y="41085"/>
                  </a:lnTo>
                  <a:lnTo>
                    <a:pt x="60194" y="41085"/>
                  </a:lnTo>
                  <a:lnTo>
                    <a:pt x="60194" y="41085"/>
                  </a:lnTo>
                  <a:lnTo>
                    <a:pt x="60194" y="40607"/>
                  </a:lnTo>
                  <a:lnTo>
                    <a:pt x="61627" y="41085"/>
                  </a:lnTo>
                  <a:lnTo>
                    <a:pt x="62582" y="40607"/>
                  </a:lnTo>
                  <a:lnTo>
                    <a:pt x="64971" y="40129"/>
                  </a:lnTo>
                  <a:lnTo>
                    <a:pt x="64971" y="40129"/>
                  </a:lnTo>
                  <a:lnTo>
                    <a:pt x="66405" y="39174"/>
                  </a:lnTo>
                  <a:lnTo>
                    <a:pt x="67360" y="37263"/>
                  </a:lnTo>
                  <a:lnTo>
                    <a:pt x="67360" y="37263"/>
                  </a:lnTo>
                  <a:lnTo>
                    <a:pt x="68315" y="36785"/>
                  </a:lnTo>
                  <a:lnTo>
                    <a:pt x="68315" y="36785"/>
                  </a:lnTo>
                  <a:lnTo>
                    <a:pt x="69271" y="37263"/>
                  </a:lnTo>
                  <a:lnTo>
                    <a:pt x="70704" y="36307"/>
                  </a:lnTo>
                  <a:lnTo>
                    <a:pt x="72615" y="34874"/>
                  </a:lnTo>
                  <a:lnTo>
                    <a:pt x="72615" y="34874"/>
                  </a:lnTo>
                  <a:lnTo>
                    <a:pt x="73093" y="34874"/>
                  </a:lnTo>
                  <a:lnTo>
                    <a:pt x="74526" y="33919"/>
                  </a:lnTo>
                  <a:lnTo>
                    <a:pt x="74526" y="33919"/>
                  </a:lnTo>
                  <a:lnTo>
                    <a:pt x="74526" y="33919"/>
                  </a:lnTo>
                  <a:lnTo>
                    <a:pt x="75959" y="31052"/>
                  </a:lnTo>
                  <a:lnTo>
                    <a:pt x="76914" y="29141"/>
                  </a:lnTo>
                  <a:lnTo>
                    <a:pt x="76914" y="27708"/>
                  </a:lnTo>
                  <a:lnTo>
                    <a:pt x="75959" y="26275"/>
                  </a:lnTo>
                  <a:lnTo>
                    <a:pt x="76437" y="24842"/>
                  </a:lnTo>
                  <a:lnTo>
                    <a:pt x="76914" y="20065"/>
                  </a:lnTo>
                  <a:lnTo>
                    <a:pt x="76914" y="18632"/>
                  </a:lnTo>
                  <a:lnTo>
                    <a:pt x="77870" y="17198"/>
                  </a:lnTo>
                  <a:lnTo>
                    <a:pt x="77870" y="17198"/>
                  </a:lnTo>
                  <a:lnTo>
                    <a:pt x="77870" y="15765"/>
                  </a:lnTo>
                  <a:lnTo>
                    <a:pt x="76437" y="12899"/>
                  </a:lnTo>
                  <a:lnTo>
                    <a:pt x="75004" y="10510"/>
                  </a:lnTo>
                  <a:lnTo>
                    <a:pt x="74048" y="6210"/>
                  </a:lnTo>
                  <a:lnTo>
                    <a:pt x="73570" y="4777"/>
                  </a:lnTo>
                  <a:lnTo>
                    <a:pt x="72137" y="4300"/>
                  </a:lnTo>
                  <a:lnTo>
                    <a:pt x="71182" y="2866"/>
                  </a:lnTo>
                  <a:lnTo>
                    <a:pt x="69748" y="2866"/>
                  </a:lnTo>
                  <a:lnTo>
                    <a:pt x="68793" y="2389"/>
                  </a:lnTo>
                  <a:lnTo>
                    <a:pt x="68315" y="1911"/>
                  </a:lnTo>
                  <a:lnTo>
                    <a:pt x="67360" y="1911"/>
                  </a:lnTo>
                  <a:lnTo>
                    <a:pt x="67360" y="1911"/>
                  </a:lnTo>
                  <a:lnTo>
                    <a:pt x="66405" y="2866"/>
                  </a:lnTo>
                  <a:lnTo>
                    <a:pt x="64493" y="2866"/>
                  </a:lnTo>
                  <a:lnTo>
                    <a:pt x="64493" y="2866"/>
                  </a:lnTo>
                  <a:lnTo>
                    <a:pt x="63538" y="2866"/>
                  </a:lnTo>
                  <a:lnTo>
                    <a:pt x="62582" y="3822"/>
                  </a:lnTo>
                  <a:lnTo>
                    <a:pt x="61627" y="3344"/>
                  </a:lnTo>
                  <a:lnTo>
                    <a:pt x="60672" y="2866"/>
                  </a:lnTo>
                  <a:lnTo>
                    <a:pt x="59239" y="2866"/>
                  </a:lnTo>
                  <a:lnTo>
                    <a:pt x="5923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0" name="Freeform 3519">
              <a:extLst>
                <a:ext uri="{FF2B5EF4-FFF2-40B4-BE49-F238E27FC236}">
                  <a16:creationId xmlns:a16="http://schemas.microsoft.com/office/drawing/2014/main" id="{200C2778-981E-186E-BD97-46C92E98577A}"/>
                </a:ext>
              </a:extLst>
            </p:cNvPr>
            <p:cNvSpPr/>
            <p:nvPr/>
          </p:nvSpPr>
          <p:spPr>
            <a:xfrm>
              <a:off x="4752624" y="5305783"/>
              <a:ext cx="23408" cy="20542"/>
            </a:xfrm>
            <a:custGeom>
              <a:avLst/>
              <a:gdLst>
                <a:gd name="csX0" fmla="*/ 23409 w 23408"/>
                <a:gd name="csY0" fmla="*/ 20065 h 20542"/>
                <a:gd name="csX1" fmla="*/ 21498 w 23408"/>
                <a:gd name="csY1" fmla="*/ 20542 h 20542"/>
                <a:gd name="csX2" fmla="*/ 20542 w 23408"/>
                <a:gd name="csY2" fmla="*/ 20542 h 20542"/>
                <a:gd name="csX3" fmla="*/ 20542 w 23408"/>
                <a:gd name="csY3" fmla="*/ 20065 h 20542"/>
                <a:gd name="csX4" fmla="*/ 20542 w 23408"/>
                <a:gd name="csY4" fmla="*/ 18632 h 20542"/>
                <a:gd name="csX5" fmla="*/ 20542 w 23408"/>
                <a:gd name="csY5" fmla="*/ 15287 h 20542"/>
                <a:gd name="csX6" fmla="*/ 19587 w 23408"/>
                <a:gd name="csY6" fmla="*/ 13854 h 20542"/>
                <a:gd name="csX7" fmla="*/ 18632 w 23408"/>
                <a:gd name="csY7" fmla="*/ 12899 h 20542"/>
                <a:gd name="csX8" fmla="*/ 17198 w 23408"/>
                <a:gd name="csY8" fmla="*/ 10988 h 20542"/>
                <a:gd name="csX9" fmla="*/ 12421 w 23408"/>
                <a:gd name="csY9" fmla="*/ 7166 h 20542"/>
                <a:gd name="csX10" fmla="*/ 6210 w 23408"/>
                <a:gd name="csY10" fmla="*/ 1911 h 20542"/>
                <a:gd name="csX11" fmla="*/ 4300 w 23408"/>
                <a:gd name="csY11" fmla="*/ 0 h 20542"/>
                <a:gd name="csX12" fmla="*/ 1911 w 23408"/>
                <a:gd name="csY12" fmla="*/ 0 h 20542"/>
                <a:gd name="csX13" fmla="*/ 0 w 23408"/>
                <a:gd name="csY13" fmla="*/ 0 h 20542"/>
                <a:gd name="csX14" fmla="*/ 0 w 23408"/>
                <a:gd name="csY14" fmla="*/ 0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3408" h="20542">
                  <a:moveTo>
                    <a:pt x="23409" y="20065"/>
                  </a:moveTo>
                  <a:lnTo>
                    <a:pt x="21498" y="20542"/>
                  </a:lnTo>
                  <a:lnTo>
                    <a:pt x="20542" y="20542"/>
                  </a:lnTo>
                  <a:lnTo>
                    <a:pt x="20542" y="20065"/>
                  </a:lnTo>
                  <a:lnTo>
                    <a:pt x="20542" y="18632"/>
                  </a:lnTo>
                  <a:lnTo>
                    <a:pt x="20542" y="15287"/>
                  </a:lnTo>
                  <a:lnTo>
                    <a:pt x="19587" y="13854"/>
                  </a:lnTo>
                  <a:lnTo>
                    <a:pt x="18632" y="12899"/>
                  </a:lnTo>
                  <a:lnTo>
                    <a:pt x="17198" y="10988"/>
                  </a:lnTo>
                  <a:lnTo>
                    <a:pt x="12421" y="7166"/>
                  </a:lnTo>
                  <a:lnTo>
                    <a:pt x="6210" y="1911"/>
                  </a:lnTo>
                  <a:lnTo>
                    <a:pt x="4300" y="0"/>
                  </a:lnTo>
                  <a:lnTo>
                    <a:pt x="1911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1" name="Freeform 3520">
              <a:extLst>
                <a:ext uri="{FF2B5EF4-FFF2-40B4-BE49-F238E27FC236}">
                  <a16:creationId xmlns:a16="http://schemas.microsoft.com/office/drawing/2014/main" id="{5FBC5FD0-5EB4-1ED4-CA3E-F5556F84CD17}"/>
                </a:ext>
              </a:extLst>
            </p:cNvPr>
            <p:cNvSpPr/>
            <p:nvPr/>
          </p:nvSpPr>
          <p:spPr>
            <a:xfrm>
              <a:off x="4780810" y="5321548"/>
              <a:ext cx="10510" cy="9554"/>
            </a:xfrm>
            <a:custGeom>
              <a:avLst/>
              <a:gdLst>
                <a:gd name="csX0" fmla="*/ 10510 w 10510"/>
                <a:gd name="csY0" fmla="*/ 9555 h 9554"/>
                <a:gd name="csX1" fmla="*/ 9077 w 10510"/>
                <a:gd name="csY1" fmla="*/ 9077 h 9554"/>
                <a:gd name="csX2" fmla="*/ 7166 w 10510"/>
                <a:gd name="csY2" fmla="*/ 7644 h 9554"/>
                <a:gd name="csX3" fmla="*/ 6688 w 10510"/>
                <a:gd name="csY3" fmla="*/ 6688 h 9554"/>
                <a:gd name="csX4" fmla="*/ 6210 w 10510"/>
                <a:gd name="csY4" fmla="*/ 6210 h 9554"/>
                <a:gd name="csX5" fmla="*/ 5255 w 10510"/>
                <a:gd name="csY5" fmla="*/ 4777 h 9554"/>
                <a:gd name="csX6" fmla="*/ 5255 w 10510"/>
                <a:gd name="csY6" fmla="*/ 3822 h 9554"/>
                <a:gd name="csX7" fmla="*/ 3344 w 10510"/>
                <a:gd name="csY7" fmla="*/ 2389 h 9554"/>
                <a:gd name="csX8" fmla="*/ 1433 w 10510"/>
                <a:gd name="csY8" fmla="*/ 478 h 9554"/>
                <a:gd name="csX9" fmla="*/ 478 w 10510"/>
                <a:gd name="csY9" fmla="*/ 0 h 9554"/>
                <a:gd name="csX10" fmla="*/ 478 w 10510"/>
                <a:gd name="csY10" fmla="*/ 0 h 9554"/>
                <a:gd name="csX11" fmla="*/ 0 w 10510"/>
                <a:gd name="csY11" fmla="*/ 0 h 9554"/>
                <a:gd name="csX12" fmla="*/ 0 w 10510"/>
                <a:gd name="csY12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0510" h="9554">
                  <a:moveTo>
                    <a:pt x="10510" y="9555"/>
                  </a:moveTo>
                  <a:lnTo>
                    <a:pt x="9077" y="9077"/>
                  </a:lnTo>
                  <a:lnTo>
                    <a:pt x="7166" y="7644"/>
                  </a:lnTo>
                  <a:lnTo>
                    <a:pt x="6688" y="6688"/>
                  </a:lnTo>
                  <a:lnTo>
                    <a:pt x="6210" y="6210"/>
                  </a:lnTo>
                  <a:lnTo>
                    <a:pt x="5255" y="4777"/>
                  </a:lnTo>
                  <a:lnTo>
                    <a:pt x="5255" y="3822"/>
                  </a:lnTo>
                  <a:lnTo>
                    <a:pt x="3344" y="2389"/>
                  </a:lnTo>
                  <a:lnTo>
                    <a:pt x="1433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2" name="Freeform 3521">
              <a:extLst>
                <a:ext uri="{FF2B5EF4-FFF2-40B4-BE49-F238E27FC236}">
                  <a16:creationId xmlns:a16="http://schemas.microsoft.com/office/drawing/2014/main" id="{D0969928-8BF0-DC10-2744-09FD27EE359B}"/>
                </a:ext>
              </a:extLst>
            </p:cNvPr>
            <p:cNvSpPr/>
            <p:nvPr/>
          </p:nvSpPr>
          <p:spPr>
            <a:xfrm>
              <a:off x="4792275" y="5330625"/>
              <a:ext cx="35829" cy="28663"/>
            </a:xfrm>
            <a:custGeom>
              <a:avLst/>
              <a:gdLst>
                <a:gd name="csX0" fmla="*/ 35830 w 35829"/>
                <a:gd name="csY0" fmla="*/ 28664 h 28663"/>
                <a:gd name="csX1" fmla="*/ 33441 w 35829"/>
                <a:gd name="csY1" fmla="*/ 27708 h 28663"/>
                <a:gd name="csX2" fmla="*/ 30575 w 35829"/>
                <a:gd name="csY2" fmla="*/ 25797 h 28663"/>
                <a:gd name="csX3" fmla="*/ 28664 w 35829"/>
                <a:gd name="csY3" fmla="*/ 23886 h 28663"/>
                <a:gd name="csX4" fmla="*/ 27709 w 35829"/>
                <a:gd name="csY4" fmla="*/ 21498 h 28663"/>
                <a:gd name="csX5" fmla="*/ 26753 w 35829"/>
                <a:gd name="csY5" fmla="*/ 19109 h 28663"/>
                <a:gd name="csX6" fmla="*/ 25798 w 35829"/>
                <a:gd name="csY6" fmla="*/ 17198 h 28663"/>
                <a:gd name="csX7" fmla="*/ 25320 w 35829"/>
                <a:gd name="csY7" fmla="*/ 16243 h 28663"/>
                <a:gd name="csX8" fmla="*/ 24364 w 35829"/>
                <a:gd name="csY8" fmla="*/ 16243 h 28663"/>
                <a:gd name="csX9" fmla="*/ 22931 w 35829"/>
                <a:gd name="csY9" fmla="*/ 15287 h 28663"/>
                <a:gd name="csX10" fmla="*/ 22453 w 35829"/>
                <a:gd name="csY10" fmla="*/ 14332 h 28663"/>
                <a:gd name="csX11" fmla="*/ 21020 w 35829"/>
                <a:gd name="csY11" fmla="*/ 13854 h 28663"/>
                <a:gd name="csX12" fmla="*/ 18632 w 35829"/>
                <a:gd name="csY12" fmla="*/ 12899 h 28663"/>
                <a:gd name="csX13" fmla="*/ 16243 w 35829"/>
                <a:gd name="csY13" fmla="*/ 11943 h 28663"/>
                <a:gd name="csX14" fmla="*/ 13377 w 35829"/>
                <a:gd name="csY14" fmla="*/ 9555 h 28663"/>
                <a:gd name="csX15" fmla="*/ 10988 w 35829"/>
                <a:gd name="csY15" fmla="*/ 7166 h 28663"/>
                <a:gd name="csX16" fmla="*/ 10032 w 35829"/>
                <a:gd name="csY16" fmla="*/ 5255 h 28663"/>
                <a:gd name="csX17" fmla="*/ 9077 w 35829"/>
                <a:gd name="csY17" fmla="*/ 4299 h 28663"/>
                <a:gd name="csX18" fmla="*/ 2867 w 35829"/>
                <a:gd name="csY18" fmla="*/ 2389 h 28663"/>
                <a:gd name="csX19" fmla="*/ 0 w 35829"/>
                <a:gd name="csY19" fmla="*/ 0 h 28663"/>
                <a:gd name="csX20" fmla="*/ 0 w 35829"/>
                <a:gd name="csY20" fmla="*/ 0 h 2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35829" h="28663">
                  <a:moveTo>
                    <a:pt x="35830" y="28664"/>
                  </a:moveTo>
                  <a:lnTo>
                    <a:pt x="33441" y="27708"/>
                  </a:lnTo>
                  <a:lnTo>
                    <a:pt x="30575" y="25797"/>
                  </a:lnTo>
                  <a:lnTo>
                    <a:pt x="28664" y="23886"/>
                  </a:lnTo>
                  <a:lnTo>
                    <a:pt x="27709" y="21498"/>
                  </a:lnTo>
                  <a:lnTo>
                    <a:pt x="26753" y="19109"/>
                  </a:lnTo>
                  <a:lnTo>
                    <a:pt x="25798" y="17198"/>
                  </a:lnTo>
                  <a:lnTo>
                    <a:pt x="25320" y="16243"/>
                  </a:lnTo>
                  <a:lnTo>
                    <a:pt x="24364" y="16243"/>
                  </a:lnTo>
                  <a:lnTo>
                    <a:pt x="22931" y="15287"/>
                  </a:lnTo>
                  <a:lnTo>
                    <a:pt x="22453" y="14332"/>
                  </a:lnTo>
                  <a:lnTo>
                    <a:pt x="21020" y="13854"/>
                  </a:lnTo>
                  <a:lnTo>
                    <a:pt x="18632" y="12899"/>
                  </a:lnTo>
                  <a:lnTo>
                    <a:pt x="16243" y="11943"/>
                  </a:lnTo>
                  <a:lnTo>
                    <a:pt x="13377" y="9555"/>
                  </a:lnTo>
                  <a:lnTo>
                    <a:pt x="10988" y="7166"/>
                  </a:lnTo>
                  <a:lnTo>
                    <a:pt x="10032" y="5255"/>
                  </a:lnTo>
                  <a:lnTo>
                    <a:pt x="9077" y="4299"/>
                  </a:lnTo>
                  <a:lnTo>
                    <a:pt x="2867" y="238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3" name="Freeform 3522">
              <a:extLst>
                <a:ext uri="{FF2B5EF4-FFF2-40B4-BE49-F238E27FC236}">
                  <a16:creationId xmlns:a16="http://schemas.microsoft.com/office/drawing/2014/main" id="{89269F4B-1575-BDFE-5C51-D2AD6AB7F572}"/>
                </a:ext>
              </a:extLst>
            </p:cNvPr>
            <p:cNvSpPr/>
            <p:nvPr/>
          </p:nvSpPr>
          <p:spPr>
            <a:xfrm>
              <a:off x="4828105" y="5359288"/>
              <a:ext cx="2388" cy="4299"/>
            </a:xfrm>
            <a:custGeom>
              <a:avLst/>
              <a:gdLst>
                <a:gd name="csX0" fmla="*/ 478 w 2388"/>
                <a:gd name="csY0" fmla="*/ 4299 h 4299"/>
                <a:gd name="csX1" fmla="*/ 2389 w 2388"/>
                <a:gd name="csY1" fmla="*/ 2389 h 4299"/>
                <a:gd name="csX2" fmla="*/ 1433 w 2388"/>
                <a:gd name="csY2" fmla="*/ 956 h 4299"/>
                <a:gd name="csX3" fmla="*/ 0 w 2388"/>
                <a:gd name="csY3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4299">
                  <a:moveTo>
                    <a:pt x="478" y="4299"/>
                  </a:moveTo>
                  <a:lnTo>
                    <a:pt x="2389" y="2389"/>
                  </a:lnTo>
                  <a:lnTo>
                    <a:pt x="1433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4" name="Freeform 3523">
              <a:extLst>
                <a:ext uri="{FF2B5EF4-FFF2-40B4-BE49-F238E27FC236}">
                  <a16:creationId xmlns:a16="http://schemas.microsoft.com/office/drawing/2014/main" id="{907669B4-B091-05D1-FC08-8E4970F58E58}"/>
                </a:ext>
              </a:extLst>
            </p:cNvPr>
            <p:cNvSpPr/>
            <p:nvPr/>
          </p:nvSpPr>
          <p:spPr>
            <a:xfrm>
              <a:off x="4824761" y="5363588"/>
              <a:ext cx="3821" cy="3822"/>
            </a:xfrm>
            <a:custGeom>
              <a:avLst/>
              <a:gdLst>
                <a:gd name="csX0" fmla="*/ 0 w 3821"/>
                <a:gd name="csY0" fmla="*/ 3822 h 3822"/>
                <a:gd name="csX1" fmla="*/ 0 w 3821"/>
                <a:gd name="csY1" fmla="*/ 3822 h 3822"/>
                <a:gd name="csX2" fmla="*/ 1911 w 3821"/>
                <a:gd name="csY2" fmla="*/ 1911 h 3822"/>
                <a:gd name="csX3" fmla="*/ 3822 w 3821"/>
                <a:gd name="csY3" fmla="*/ 0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1" h="3822">
                  <a:moveTo>
                    <a:pt x="0" y="3822"/>
                  </a:moveTo>
                  <a:lnTo>
                    <a:pt x="0" y="3822"/>
                  </a:lnTo>
                  <a:lnTo>
                    <a:pt x="1911" y="1911"/>
                  </a:ln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5" name="Freeform 3524">
              <a:extLst>
                <a:ext uri="{FF2B5EF4-FFF2-40B4-BE49-F238E27FC236}">
                  <a16:creationId xmlns:a16="http://schemas.microsoft.com/office/drawing/2014/main" id="{FB54BC45-ECDB-0CCD-6937-0BD87D3C3900}"/>
                </a:ext>
              </a:extLst>
            </p:cNvPr>
            <p:cNvSpPr/>
            <p:nvPr/>
          </p:nvSpPr>
          <p:spPr>
            <a:xfrm>
              <a:off x="4821895" y="4656548"/>
              <a:ext cx="371673" cy="726626"/>
            </a:xfrm>
            <a:custGeom>
              <a:avLst/>
              <a:gdLst>
                <a:gd name="csX0" fmla="*/ 37263 w 371673"/>
                <a:gd name="csY0" fmla="*/ 4300 h 726626"/>
                <a:gd name="csX1" fmla="*/ 39174 w 371673"/>
                <a:gd name="csY1" fmla="*/ 1433 h 726626"/>
                <a:gd name="csX2" fmla="*/ 39651 w 371673"/>
                <a:gd name="csY2" fmla="*/ 0 h 726626"/>
                <a:gd name="csX3" fmla="*/ 41563 w 371673"/>
                <a:gd name="csY3" fmla="*/ 0 h 726626"/>
                <a:gd name="csX4" fmla="*/ 43951 w 371673"/>
                <a:gd name="csY4" fmla="*/ 1433 h 726626"/>
                <a:gd name="csX5" fmla="*/ 46340 w 371673"/>
                <a:gd name="csY5" fmla="*/ 3822 h 726626"/>
                <a:gd name="csX6" fmla="*/ 49206 w 371673"/>
                <a:gd name="csY6" fmla="*/ 11466 h 726626"/>
                <a:gd name="csX7" fmla="*/ 49206 w 371673"/>
                <a:gd name="csY7" fmla="*/ 18632 h 726626"/>
                <a:gd name="csX8" fmla="*/ 50639 w 371673"/>
                <a:gd name="csY8" fmla="*/ 22453 h 726626"/>
                <a:gd name="csX9" fmla="*/ 53983 w 371673"/>
                <a:gd name="csY9" fmla="*/ 30097 h 726626"/>
                <a:gd name="csX10" fmla="*/ 53983 w 371673"/>
                <a:gd name="csY10" fmla="*/ 31530 h 726626"/>
                <a:gd name="csX11" fmla="*/ 54461 w 371673"/>
                <a:gd name="csY11" fmla="*/ 33441 h 726626"/>
                <a:gd name="csX12" fmla="*/ 55894 w 371673"/>
                <a:gd name="csY12" fmla="*/ 34874 h 726626"/>
                <a:gd name="csX13" fmla="*/ 56850 w 371673"/>
                <a:gd name="csY13" fmla="*/ 38218 h 726626"/>
                <a:gd name="csX14" fmla="*/ 56850 w 371673"/>
                <a:gd name="csY14" fmla="*/ 38696 h 726626"/>
                <a:gd name="csX15" fmla="*/ 55894 w 371673"/>
                <a:gd name="csY15" fmla="*/ 39652 h 726626"/>
                <a:gd name="csX16" fmla="*/ 57328 w 371673"/>
                <a:gd name="csY16" fmla="*/ 39652 h 726626"/>
                <a:gd name="csX17" fmla="*/ 58283 w 371673"/>
                <a:gd name="csY17" fmla="*/ 40129 h 726626"/>
                <a:gd name="csX18" fmla="*/ 58761 w 371673"/>
                <a:gd name="csY18" fmla="*/ 42040 h 726626"/>
                <a:gd name="csX19" fmla="*/ 59716 w 371673"/>
                <a:gd name="csY19" fmla="*/ 42996 h 726626"/>
                <a:gd name="csX20" fmla="*/ 61149 w 371673"/>
                <a:gd name="csY20" fmla="*/ 44907 h 726626"/>
                <a:gd name="csX21" fmla="*/ 64493 w 371673"/>
                <a:gd name="csY21" fmla="*/ 45384 h 726626"/>
                <a:gd name="csX22" fmla="*/ 66405 w 371673"/>
                <a:gd name="csY22" fmla="*/ 45862 h 726626"/>
                <a:gd name="csX23" fmla="*/ 69271 w 371673"/>
                <a:gd name="csY23" fmla="*/ 46818 h 726626"/>
                <a:gd name="csX24" fmla="*/ 71182 w 371673"/>
                <a:gd name="csY24" fmla="*/ 47773 h 726626"/>
                <a:gd name="csX25" fmla="*/ 72615 w 371673"/>
                <a:gd name="csY25" fmla="*/ 52550 h 726626"/>
                <a:gd name="csX26" fmla="*/ 72137 w 371673"/>
                <a:gd name="csY26" fmla="*/ 54939 h 726626"/>
                <a:gd name="csX27" fmla="*/ 72137 w 371673"/>
                <a:gd name="csY27" fmla="*/ 56850 h 726626"/>
                <a:gd name="csX28" fmla="*/ 71659 w 371673"/>
                <a:gd name="csY28" fmla="*/ 57805 h 726626"/>
                <a:gd name="csX29" fmla="*/ 69271 w 371673"/>
                <a:gd name="csY29" fmla="*/ 58761 h 726626"/>
                <a:gd name="csX30" fmla="*/ 68793 w 371673"/>
                <a:gd name="csY30" fmla="*/ 59716 h 726626"/>
                <a:gd name="csX31" fmla="*/ 64493 w 371673"/>
                <a:gd name="csY31" fmla="*/ 63060 h 726626"/>
                <a:gd name="csX32" fmla="*/ 63538 w 371673"/>
                <a:gd name="csY32" fmla="*/ 64493 h 726626"/>
                <a:gd name="csX33" fmla="*/ 61149 w 371673"/>
                <a:gd name="csY33" fmla="*/ 66405 h 726626"/>
                <a:gd name="csX34" fmla="*/ 58761 w 371673"/>
                <a:gd name="csY34" fmla="*/ 70226 h 726626"/>
                <a:gd name="csX35" fmla="*/ 55417 w 371673"/>
                <a:gd name="csY35" fmla="*/ 74048 h 726626"/>
                <a:gd name="csX36" fmla="*/ 53983 w 371673"/>
                <a:gd name="csY36" fmla="*/ 75004 h 726626"/>
                <a:gd name="csX37" fmla="*/ 52073 w 371673"/>
                <a:gd name="csY37" fmla="*/ 75004 h 726626"/>
                <a:gd name="csX38" fmla="*/ 51117 w 371673"/>
                <a:gd name="csY38" fmla="*/ 75481 h 726626"/>
                <a:gd name="csX39" fmla="*/ 48251 w 371673"/>
                <a:gd name="csY39" fmla="*/ 78825 h 726626"/>
                <a:gd name="csX40" fmla="*/ 44907 w 371673"/>
                <a:gd name="csY40" fmla="*/ 79781 h 726626"/>
                <a:gd name="csX41" fmla="*/ 44429 w 371673"/>
                <a:gd name="csY41" fmla="*/ 81214 h 726626"/>
                <a:gd name="csX42" fmla="*/ 42518 w 371673"/>
                <a:gd name="csY42" fmla="*/ 85036 h 726626"/>
                <a:gd name="csX43" fmla="*/ 40607 w 371673"/>
                <a:gd name="csY43" fmla="*/ 87425 h 726626"/>
                <a:gd name="csX44" fmla="*/ 39651 w 371673"/>
                <a:gd name="csY44" fmla="*/ 87902 h 726626"/>
                <a:gd name="csX45" fmla="*/ 36308 w 371673"/>
                <a:gd name="csY45" fmla="*/ 91724 h 726626"/>
                <a:gd name="csX46" fmla="*/ 36308 w 371673"/>
                <a:gd name="csY46" fmla="*/ 93635 h 726626"/>
                <a:gd name="csX47" fmla="*/ 36308 w 371673"/>
                <a:gd name="csY47" fmla="*/ 96501 h 726626"/>
                <a:gd name="csX48" fmla="*/ 34397 w 371673"/>
                <a:gd name="csY48" fmla="*/ 98412 h 726626"/>
                <a:gd name="csX49" fmla="*/ 32008 w 371673"/>
                <a:gd name="csY49" fmla="*/ 99368 h 726626"/>
                <a:gd name="csX50" fmla="*/ 32008 w 371673"/>
                <a:gd name="csY50" fmla="*/ 101757 h 726626"/>
                <a:gd name="csX51" fmla="*/ 31052 w 371673"/>
                <a:gd name="csY51" fmla="*/ 102712 h 726626"/>
                <a:gd name="csX52" fmla="*/ 30097 w 371673"/>
                <a:gd name="csY52" fmla="*/ 103190 h 726626"/>
                <a:gd name="csX53" fmla="*/ 26275 w 371673"/>
                <a:gd name="csY53" fmla="*/ 102712 h 726626"/>
                <a:gd name="csX54" fmla="*/ 19587 w 371673"/>
                <a:gd name="csY54" fmla="*/ 105578 h 726626"/>
                <a:gd name="csX55" fmla="*/ 17676 w 371673"/>
                <a:gd name="csY55" fmla="*/ 106056 h 726626"/>
                <a:gd name="csX56" fmla="*/ 24364 w 371673"/>
                <a:gd name="csY56" fmla="*/ 106056 h 726626"/>
                <a:gd name="csX57" fmla="*/ 26753 w 371673"/>
                <a:gd name="csY57" fmla="*/ 107489 h 726626"/>
                <a:gd name="csX58" fmla="*/ 31530 w 371673"/>
                <a:gd name="csY58" fmla="*/ 106534 h 726626"/>
                <a:gd name="csX59" fmla="*/ 37741 w 371673"/>
                <a:gd name="csY59" fmla="*/ 103190 h 726626"/>
                <a:gd name="csX60" fmla="*/ 40129 w 371673"/>
                <a:gd name="csY60" fmla="*/ 102234 h 726626"/>
                <a:gd name="csX61" fmla="*/ 44429 w 371673"/>
                <a:gd name="csY61" fmla="*/ 100323 h 726626"/>
                <a:gd name="csX62" fmla="*/ 46340 w 371673"/>
                <a:gd name="csY62" fmla="*/ 98412 h 726626"/>
                <a:gd name="csX63" fmla="*/ 49684 w 371673"/>
                <a:gd name="csY63" fmla="*/ 96501 h 726626"/>
                <a:gd name="csX64" fmla="*/ 50639 w 371673"/>
                <a:gd name="csY64" fmla="*/ 96024 h 726626"/>
                <a:gd name="csX65" fmla="*/ 52550 w 371673"/>
                <a:gd name="csY65" fmla="*/ 95068 h 726626"/>
                <a:gd name="csX66" fmla="*/ 53506 w 371673"/>
                <a:gd name="csY66" fmla="*/ 96024 h 726626"/>
                <a:gd name="csX67" fmla="*/ 53506 w 371673"/>
                <a:gd name="csY67" fmla="*/ 96979 h 726626"/>
                <a:gd name="csX68" fmla="*/ 52073 w 371673"/>
                <a:gd name="csY68" fmla="*/ 97935 h 726626"/>
                <a:gd name="csX69" fmla="*/ 52550 w 371673"/>
                <a:gd name="csY69" fmla="*/ 98890 h 726626"/>
                <a:gd name="csX70" fmla="*/ 53506 w 371673"/>
                <a:gd name="csY70" fmla="*/ 100323 h 726626"/>
                <a:gd name="csX71" fmla="*/ 53983 w 371673"/>
                <a:gd name="csY71" fmla="*/ 101757 h 726626"/>
                <a:gd name="csX72" fmla="*/ 53983 w 371673"/>
                <a:gd name="csY72" fmla="*/ 102712 h 726626"/>
                <a:gd name="csX73" fmla="*/ 54939 w 371673"/>
                <a:gd name="csY73" fmla="*/ 105100 h 726626"/>
                <a:gd name="csX74" fmla="*/ 56850 w 371673"/>
                <a:gd name="csY74" fmla="*/ 107489 h 726626"/>
                <a:gd name="csX75" fmla="*/ 56850 w 371673"/>
                <a:gd name="csY75" fmla="*/ 108445 h 726626"/>
                <a:gd name="csX76" fmla="*/ 56850 w 371673"/>
                <a:gd name="csY76" fmla="*/ 109878 h 726626"/>
                <a:gd name="csX77" fmla="*/ 57805 w 371673"/>
                <a:gd name="csY77" fmla="*/ 110833 h 726626"/>
                <a:gd name="csX78" fmla="*/ 58761 w 371673"/>
                <a:gd name="csY78" fmla="*/ 111311 h 726626"/>
                <a:gd name="csX79" fmla="*/ 62105 w 371673"/>
                <a:gd name="csY79" fmla="*/ 114655 h 726626"/>
                <a:gd name="csX80" fmla="*/ 64971 w 371673"/>
                <a:gd name="csY80" fmla="*/ 112744 h 726626"/>
                <a:gd name="csX81" fmla="*/ 66882 w 371673"/>
                <a:gd name="csY81" fmla="*/ 112266 h 726626"/>
                <a:gd name="csX82" fmla="*/ 67838 w 371673"/>
                <a:gd name="csY82" fmla="*/ 111311 h 726626"/>
                <a:gd name="csX83" fmla="*/ 70226 w 371673"/>
                <a:gd name="csY83" fmla="*/ 111311 h 726626"/>
                <a:gd name="csX84" fmla="*/ 72137 w 371673"/>
                <a:gd name="csY84" fmla="*/ 111789 h 726626"/>
                <a:gd name="csX85" fmla="*/ 75959 w 371673"/>
                <a:gd name="csY85" fmla="*/ 112744 h 726626"/>
                <a:gd name="csX86" fmla="*/ 78348 w 371673"/>
                <a:gd name="csY86" fmla="*/ 111789 h 726626"/>
                <a:gd name="csX87" fmla="*/ 84081 w 371673"/>
                <a:gd name="csY87" fmla="*/ 109400 h 726626"/>
                <a:gd name="csX88" fmla="*/ 82170 w 371673"/>
                <a:gd name="csY88" fmla="*/ 113700 h 726626"/>
                <a:gd name="csX89" fmla="*/ 80736 w 371673"/>
                <a:gd name="csY89" fmla="*/ 117522 h 726626"/>
                <a:gd name="csX90" fmla="*/ 80258 w 371673"/>
                <a:gd name="csY90" fmla="*/ 119432 h 726626"/>
                <a:gd name="csX91" fmla="*/ 79303 w 371673"/>
                <a:gd name="csY91" fmla="*/ 123732 h 726626"/>
                <a:gd name="csX92" fmla="*/ 78348 w 371673"/>
                <a:gd name="csY92" fmla="*/ 124688 h 726626"/>
                <a:gd name="csX93" fmla="*/ 77392 w 371673"/>
                <a:gd name="csY93" fmla="*/ 126121 h 726626"/>
                <a:gd name="csX94" fmla="*/ 78825 w 371673"/>
                <a:gd name="csY94" fmla="*/ 125643 h 726626"/>
                <a:gd name="csX95" fmla="*/ 79781 w 371673"/>
                <a:gd name="csY95" fmla="*/ 125165 h 726626"/>
                <a:gd name="csX96" fmla="*/ 81214 w 371673"/>
                <a:gd name="csY96" fmla="*/ 123254 h 726626"/>
                <a:gd name="csX97" fmla="*/ 82170 w 371673"/>
                <a:gd name="csY97" fmla="*/ 120388 h 726626"/>
                <a:gd name="csX98" fmla="*/ 85991 w 371673"/>
                <a:gd name="csY98" fmla="*/ 112744 h 726626"/>
                <a:gd name="csX99" fmla="*/ 86947 w 371673"/>
                <a:gd name="csY99" fmla="*/ 111789 h 726626"/>
                <a:gd name="csX100" fmla="*/ 90291 w 371673"/>
                <a:gd name="csY100" fmla="*/ 110833 h 726626"/>
                <a:gd name="csX101" fmla="*/ 96024 w 371673"/>
                <a:gd name="csY101" fmla="*/ 104623 h 726626"/>
                <a:gd name="csX102" fmla="*/ 97935 w 371673"/>
                <a:gd name="csY102" fmla="*/ 105100 h 726626"/>
                <a:gd name="csX103" fmla="*/ 99368 w 371673"/>
                <a:gd name="csY103" fmla="*/ 106534 h 726626"/>
                <a:gd name="csX104" fmla="*/ 100801 w 371673"/>
                <a:gd name="csY104" fmla="*/ 107012 h 726626"/>
                <a:gd name="csX105" fmla="*/ 101279 w 371673"/>
                <a:gd name="csY105" fmla="*/ 105578 h 726626"/>
                <a:gd name="csX106" fmla="*/ 103190 w 371673"/>
                <a:gd name="csY106" fmla="*/ 104623 h 726626"/>
                <a:gd name="csX107" fmla="*/ 101279 w 371673"/>
                <a:gd name="csY107" fmla="*/ 104145 h 726626"/>
                <a:gd name="csX108" fmla="*/ 100801 w 371673"/>
                <a:gd name="csY108" fmla="*/ 103190 h 726626"/>
                <a:gd name="csX109" fmla="*/ 100323 w 371673"/>
                <a:gd name="csY109" fmla="*/ 101757 h 726626"/>
                <a:gd name="csX110" fmla="*/ 101756 w 371673"/>
                <a:gd name="csY110" fmla="*/ 100323 h 726626"/>
                <a:gd name="csX111" fmla="*/ 101279 w 371673"/>
                <a:gd name="csY111" fmla="*/ 98890 h 726626"/>
                <a:gd name="csX112" fmla="*/ 104145 w 371673"/>
                <a:gd name="csY112" fmla="*/ 96979 h 726626"/>
                <a:gd name="csX113" fmla="*/ 103667 w 371673"/>
                <a:gd name="csY113" fmla="*/ 95546 h 726626"/>
                <a:gd name="csX114" fmla="*/ 104623 w 371673"/>
                <a:gd name="csY114" fmla="*/ 94113 h 726626"/>
                <a:gd name="csX115" fmla="*/ 106056 w 371673"/>
                <a:gd name="csY115" fmla="*/ 93157 h 726626"/>
                <a:gd name="csX116" fmla="*/ 107489 w 371673"/>
                <a:gd name="csY116" fmla="*/ 92202 h 726626"/>
                <a:gd name="csX117" fmla="*/ 107489 w 371673"/>
                <a:gd name="csY117" fmla="*/ 91247 h 726626"/>
                <a:gd name="csX118" fmla="*/ 108445 w 371673"/>
                <a:gd name="csY118" fmla="*/ 90769 h 726626"/>
                <a:gd name="csX119" fmla="*/ 109400 w 371673"/>
                <a:gd name="csY119" fmla="*/ 90769 h 726626"/>
                <a:gd name="csX120" fmla="*/ 110833 w 371673"/>
                <a:gd name="csY120" fmla="*/ 91724 h 726626"/>
                <a:gd name="csX121" fmla="*/ 112266 w 371673"/>
                <a:gd name="csY121" fmla="*/ 90291 h 726626"/>
                <a:gd name="csX122" fmla="*/ 113700 w 371673"/>
                <a:gd name="csY122" fmla="*/ 89813 h 726626"/>
                <a:gd name="csX123" fmla="*/ 114655 w 371673"/>
                <a:gd name="csY123" fmla="*/ 90291 h 726626"/>
                <a:gd name="csX124" fmla="*/ 115133 w 371673"/>
                <a:gd name="csY124" fmla="*/ 90769 h 726626"/>
                <a:gd name="csX125" fmla="*/ 116088 w 371673"/>
                <a:gd name="csY125" fmla="*/ 91247 h 726626"/>
                <a:gd name="csX126" fmla="*/ 117044 w 371673"/>
                <a:gd name="csY126" fmla="*/ 90769 h 726626"/>
                <a:gd name="csX127" fmla="*/ 118955 w 371673"/>
                <a:gd name="csY127" fmla="*/ 90291 h 726626"/>
                <a:gd name="csX128" fmla="*/ 120388 w 371673"/>
                <a:gd name="csY128" fmla="*/ 91724 h 726626"/>
                <a:gd name="csX129" fmla="*/ 121343 w 371673"/>
                <a:gd name="csY129" fmla="*/ 91724 h 726626"/>
                <a:gd name="csX130" fmla="*/ 121343 w 371673"/>
                <a:gd name="csY130" fmla="*/ 91247 h 726626"/>
                <a:gd name="csX131" fmla="*/ 120865 w 371673"/>
                <a:gd name="csY131" fmla="*/ 90291 h 726626"/>
                <a:gd name="csX132" fmla="*/ 121343 w 371673"/>
                <a:gd name="csY132" fmla="*/ 89813 h 726626"/>
                <a:gd name="csX133" fmla="*/ 121821 w 371673"/>
                <a:gd name="csY133" fmla="*/ 89335 h 726626"/>
                <a:gd name="csX134" fmla="*/ 124688 w 371673"/>
                <a:gd name="csY134" fmla="*/ 89813 h 726626"/>
                <a:gd name="csX135" fmla="*/ 125643 w 371673"/>
                <a:gd name="csY135" fmla="*/ 90291 h 726626"/>
                <a:gd name="csX136" fmla="*/ 127554 w 371673"/>
                <a:gd name="csY136" fmla="*/ 91247 h 726626"/>
                <a:gd name="csX137" fmla="*/ 129465 w 371673"/>
                <a:gd name="csY137" fmla="*/ 91724 h 726626"/>
                <a:gd name="csX138" fmla="*/ 130898 w 371673"/>
                <a:gd name="csY138" fmla="*/ 91247 h 726626"/>
                <a:gd name="csX139" fmla="*/ 131854 w 371673"/>
                <a:gd name="csY139" fmla="*/ 92202 h 726626"/>
                <a:gd name="csX140" fmla="*/ 133764 w 371673"/>
                <a:gd name="csY140" fmla="*/ 92202 h 726626"/>
                <a:gd name="csX141" fmla="*/ 134242 w 371673"/>
                <a:gd name="csY141" fmla="*/ 93157 h 726626"/>
                <a:gd name="csX142" fmla="*/ 137108 w 371673"/>
                <a:gd name="csY142" fmla="*/ 94591 h 726626"/>
                <a:gd name="csX143" fmla="*/ 137586 w 371673"/>
                <a:gd name="csY143" fmla="*/ 95546 h 726626"/>
                <a:gd name="csX144" fmla="*/ 139497 w 371673"/>
                <a:gd name="csY144" fmla="*/ 96024 h 726626"/>
                <a:gd name="csX145" fmla="*/ 141408 w 371673"/>
                <a:gd name="csY145" fmla="*/ 96501 h 726626"/>
                <a:gd name="csX146" fmla="*/ 143319 w 371673"/>
                <a:gd name="csY146" fmla="*/ 96979 h 726626"/>
                <a:gd name="csX147" fmla="*/ 145230 w 371673"/>
                <a:gd name="csY147" fmla="*/ 96501 h 726626"/>
                <a:gd name="csX148" fmla="*/ 145230 w 371673"/>
                <a:gd name="csY148" fmla="*/ 97935 h 726626"/>
                <a:gd name="csX149" fmla="*/ 146663 w 371673"/>
                <a:gd name="csY149" fmla="*/ 98412 h 726626"/>
                <a:gd name="csX150" fmla="*/ 148574 w 371673"/>
                <a:gd name="csY150" fmla="*/ 97935 h 726626"/>
                <a:gd name="csX151" fmla="*/ 150007 w 371673"/>
                <a:gd name="csY151" fmla="*/ 99368 h 726626"/>
                <a:gd name="csX152" fmla="*/ 154307 w 371673"/>
                <a:gd name="csY152" fmla="*/ 100801 h 726626"/>
                <a:gd name="csX153" fmla="*/ 156695 w 371673"/>
                <a:gd name="csY153" fmla="*/ 102234 h 726626"/>
                <a:gd name="csX154" fmla="*/ 158606 w 371673"/>
                <a:gd name="csY154" fmla="*/ 102234 h 726626"/>
                <a:gd name="csX155" fmla="*/ 160517 w 371673"/>
                <a:gd name="csY155" fmla="*/ 102712 h 726626"/>
                <a:gd name="csX156" fmla="*/ 162428 w 371673"/>
                <a:gd name="csY156" fmla="*/ 106534 h 726626"/>
                <a:gd name="csX157" fmla="*/ 162906 w 371673"/>
                <a:gd name="csY157" fmla="*/ 108923 h 726626"/>
                <a:gd name="csX158" fmla="*/ 163861 w 371673"/>
                <a:gd name="csY158" fmla="*/ 108445 h 726626"/>
                <a:gd name="csX159" fmla="*/ 164817 w 371673"/>
                <a:gd name="csY159" fmla="*/ 107489 h 726626"/>
                <a:gd name="csX160" fmla="*/ 165772 w 371673"/>
                <a:gd name="csY160" fmla="*/ 105100 h 726626"/>
                <a:gd name="csX161" fmla="*/ 168161 w 371673"/>
                <a:gd name="csY161" fmla="*/ 104623 h 726626"/>
                <a:gd name="csX162" fmla="*/ 169116 w 371673"/>
                <a:gd name="csY162" fmla="*/ 105578 h 726626"/>
                <a:gd name="csX163" fmla="*/ 171027 w 371673"/>
                <a:gd name="csY163" fmla="*/ 106534 h 726626"/>
                <a:gd name="csX164" fmla="*/ 172938 w 371673"/>
                <a:gd name="csY164" fmla="*/ 108445 h 726626"/>
                <a:gd name="csX165" fmla="*/ 173894 w 371673"/>
                <a:gd name="csY165" fmla="*/ 109400 h 726626"/>
                <a:gd name="csX166" fmla="*/ 174849 w 371673"/>
                <a:gd name="csY166" fmla="*/ 109400 h 726626"/>
                <a:gd name="csX167" fmla="*/ 173894 w 371673"/>
                <a:gd name="csY167" fmla="*/ 110356 h 726626"/>
                <a:gd name="csX168" fmla="*/ 174849 w 371673"/>
                <a:gd name="csY168" fmla="*/ 110356 h 726626"/>
                <a:gd name="csX169" fmla="*/ 176282 w 371673"/>
                <a:gd name="csY169" fmla="*/ 109400 h 726626"/>
                <a:gd name="csX170" fmla="*/ 177715 w 371673"/>
                <a:gd name="csY170" fmla="*/ 111311 h 726626"/>
                <a:gd name="csX171" fmla="*/ 178671 w 371673"/>
                <a:gd name="csY171" fmla="*/ 113222 h 726626"/>
                <a:gd name="csX172" fmla="*/ 178671 w 371673"/>
                <a:gd name="csY172" fmla="*/ 115133 h 726626"/>
                <a:gd name="csX173" fmla="*/ 177715 w 371673"/>
                <a:gd name="csY173" fmla="*/ 116088 h 726626"/>
                <a:gd name="csX174" fmla="*/ 177238 w 371673"/>
                <a:gd name="csY174" fmla="*/ 117044 h 726626"/>
                <a:gd name="csX175" fmla="*/ 176282 w 371673"/>
                <a:gd name="csY175" fmla="*/ 118477 h 726626"/>
                <a:gd name="csX176" fmla="*/ 175327 w 371673"/>
                <a:gd name="csY176" fmla="*/ 118477 h 726626"/>
                <a:gd name="csX177" fmla="*/ 174371 w 371673"/>
                <a:gd name="csY177" fmla="*/ 118955 h 726626"/>
                <a:gd name="csX178" fmla="*/ 175327 w 371673"/>
                <a:gd name="csY178" fmla="*/ 119910 h 726626"/>
                <a:gd name="csX179" fmla="*/ 176282 w 371673"/>
                <a:gd name="csY179" fmla="*/ 120866 h 726626"/>
                <a:gd name="csX180" fmla="*/ 177715 w 371673"/>
                <a:gd name="csY180" fmla="*/ 118477 h 726626"/>
                <a:gd name="csX181" fmla="*/ 179149 w 371673"/>
                <a:gd name="csY181" fmla="*/ 117522 h 726626"/>
                <a:gd name="csX182" fmla="*/ 180582 w 371673"/>
                <a:gd name="csY182" fmla="*/ 117044 h 726626"/>
                <a:gd name="csX183" fmla="*/ 181537 w 371673"/>
                <a:gd name="csY183" fmla="*/ 118955 h 726626"/>
                <a:gd name="csX184" fmla="*/ 181537 w 371673"/>
                <a:gd name="csY184" fmla="*/ 120866 h 726626"/>
                <a:gd name="csX185" fmla="*/ 179149 w 371673"/>
                <a:gd name="csY185" fmla="*/ 121343 h 726626"/>
                <a:gd name="csX186" fmla="*/ 179149 w 371673"/>
                <a:gd name="csY186" fmla="*/ 122777 h 726626"/>
                <a:gd name="csX187" fmla="*/ 178193 w 371673"/>
                <a:gd name="csY187" fmla="*/ 123732 h 726626"/>
                <a:gd name="csX188" fmla="*/ 177715 w 371673"/>
                <a:gd name="csY188" fmla="*/ 124688 h 726626"/>
                <a:gd name="csX189" fmla="*/ 177238 w 371673"/>
                <a:gd name="csY189" fmla="*/ 126598 h 726626"/>
                <a:gd name="csX190" fmla="*/ 176760 w 371673"/>
                <a:gd name="csY190" fmla="*/ 128032 h 726626"/>
                <a:gd name="csX191" fmla="*/ 174849 w 371673"/>
                <a:gd name="csY191" fmla="*/ 134720 h 726626"/>
                <a:gd name="csX192" fmla="*/ 174849 w 371673"/>
                <a:gd name="csY192" fmla="*/ 136153 h 726626"/>
                <a:gd name="csX193" fmla="*/ 176760 w 371673"/>
                <a:gd name="csY193" fmla="*/ 134720 h 726626"/>
                <a:gd name="csX194" fmla="*/ 180582 w 371673"/>
                <a:gd name="csY194" fmla="*/ 131376 h 726626"/>
                <a:gd name="csX195" fmla="*/ 181537 w 371673"/>
                <a:gd name="csY195" fmla="*/ 127554 h 726626"/>
                <a:gd name="csX196" fmla="*/ 183448 w 371673"/>
                <a:gd name="csY196" fmla="*/ 123732 h 726626"/>
                <a:gd name="csX197" fmla="*/ 184881 w 371673"/>
                <a:gd name="csY197" fmla="*/ 122777 h 726626"/>
                <a:gd name="csX198" fmla="*/ 185837 w 371673"/>
                <a:gd name="csY198" fmla="*/ 122777 h 726626"/>
                <a:gd name="csX199" fmla="*/ 187270 w 371673"/>
                <a:gd name="csY199" fmla="*/ 123254 h 726626"/>
                <a:gd name="csX200" fmla="*/ 187270 w 371673"/>
                <a:gd name="csY200" fmla="*/ 124210 h 726626"/>
                <a:gd name="csX201" fmla="*/ 187270 w 371673"/>
                <a:gd name="csY201" fmla="*/ 125165 h 726626"/>
                <a:gd name="csX202" fmla="*/ 185359 w 371673"/>
                <a:gd name="csY202" fmla="*/ 126598 h 726626"/>
                <a:gd name="csX203" fmla="*/ 184881 w 371673"/>
                <a:gd name="csY203" fmla="*/ 128032 h 726626"/>
                <a:gd name="csX204" fmla="*/ 185359 w 371673"/>
                <a:gd name="csY204" fmla="*/ 128987 h 726626"/>
                <a:gd name="csX205" fmla="*/ 189181 w 371673"/>
                <a:gd name="csY205" fmla="*/ 125643 h 726626"/>
                <a:gd name="csX206" fmla="*/ 190614 w 371673"/>
                <a:gd name="csY206" fmla="*/ 124688 h 726626"/>
                <a:gd name="csX207" fmla="*/ 192047 w 371673"/>
                <a:gd name="csY207" fmla="*/ 124688 h 726626"/>
                <a:gd name="csX208" fmla="*/ 194914 w 371673"/>
                <a:gd name="csY208" fmla="*/ 123254 h 726626"/>
                <a:gd name="csX209" fmla="*/ 200169 w 371673"/>
                <a:gd name="csY209" fmla="*/ 123254 h 726626"/>
                <a:gd name="csX210" fmla="*/ 200646 w 371673"/>
                <a:gd name="csY210" fmla="*/ 121821 h 726626"/>
                <a:gd name="csX211" fmla="*/ 201602 w 371673"/>
                <a:gd name="csY211" fmla="*/ 120866 h 726626"/>
                <a:gd name="csX212" fmla="*/ 204468 w 371673"/>
                <a:gd name="csY212" fmla="*/ 121343 h 726626"/>
                <a:gd name="csX213" fmla="*/ 210201 w 371673"/>
                <a:gd name="csY213" fmla="*/ 122299 h 726626"/>
                <a:gd name="csX214" fmla="*/ 212590 w 371673"/>
                <a:gd name="csY214" fmla="*/ 123732 h 726626"/>
                <a:gd name="csX215" fmla="*/ 215456 w 371673"/>
                <a:gd name="csY215" fmla="*/ 124688 h 726626"/>
                <a:gd name="csX216" fmla="*/ 217367 w 371673"/>
                <a:gd name="csY216" fmla="*/ 126121 h 726626"/>
                <a:gd name="csX217" fmla="*/ 224055 w 371673"/>
                <a:gd name="csY217" fmla="*/ 128509 h 726626"/>
                <a:gd name="csX218" fmla="*/ 228833 w 371673"/>
                <a:gd name="csY218" fmla="*/ 128509 h 726626"/>
                <a:gd name="csX219" fmla="*/ 231699 w 371673"/>
                <a:gd name="csY219" fmla="*/ 127554 h 726626"/>
                <a:gd name="csX220" fmla="*/ 234565 w 371673"/>
                <a:gd name="csY220" fmla="*/ 128987 h 726626"/>
                <a:gd name="csX221" fmla="*/ 235998 w 371673"/>
                <a:gd name="csY221" fmla="*/ 129942 h 726626"/>
                <a:gd name="csX222" fmla="*/ 239343 w 371673"/>
                <a:gd name="csY222" fmla="*/ 130898 h 726626"/>
                <a:gd name="csX223" fmla="*/ 242686 w 371673"/>
                <a:gd name="csY223" fmla="*/ 130898 h 726626"/>
                <a:gd name="csX224" fmla="*/ 245075 w 371673"/>
                <a:gd name="csY224" fmla="*/ 129942 h 726626"/>
                <a:gd name="csX225" fmla="*/ 251286 w 371673"/>
                <a:gd name="csY225" fmla="*/ 129942 h 726626"/>
                <a:gd name="csX226" fmla="*/ 259407 w 371673"/>
                <a:gd name="csY226" fmla="*/ 128509 h 726626"/>
                <a:gd name="csX227" fmla="*/ 264184 w 371673"/>
                <a:gd name="csY227" fmla="*/ 128987 h 726626"/>
                <a:gd name="csX228" fmla="*/ 269440 w 371673"/>
                <a:gd name="csY228" fmla="*/ 129942 h 726626"/>
                <a:gd name="csX229" fmla="*/ 273261 w 371673"/>
                <a:gd name="csY229" fmla="*/ 131854 h 726626"/>
                <a:gd name="csX230" fmla="*/ 276605 w 371673"/>
                <a:gd name="csY230" fmla="*/ 133287 h 726626"/>
                <a:gd name="csX231" fmla="*/ 278516 w 371673"/>
                <a:gd name="csY231" fmla="*/ 134242 h 726626"/>
                <a:gd name="csX232" fmla="*/ 281383 w 371673"/>
                <a:gd name="csY232" fmla="*/ 135675 h 726626"/>
                <a:gd name="csX233" fmla="*/ 288071 w 371673"/>
                <a:gd name="csY233" fmla="*/ 139497 h 726626"/>
                <a:gd name="csX234" fmla="*/ 290459 w 371673"/>
                <a:gd name="csY234" fmla="*/ 141408 h 726626"/>
                <a:gd name="csX235" fmla="*/ 294759 w 371673"/>
                <a:gd name="csY235" fmla="*/ 144274 h 726626"/>
                <a:gd name="csX236" fmla="*/ 299059 w 371673"/>
                <a:gd name="csY236" fmla="*/ 145230 h 726626"/>
                <a:gd name="csX237" fmla="*/ 300970 w 371673"/>
                <a:gd name="csY237" fmla="*/ 148096 h 726626"/>
                <a:gd name="csX238" fmla="*/ 302881 w 371673"/>
                <a:gd name="csY238" fmla="*/ 149530 h 726626"/>
                <a:gd name="csX239" fmla="*/ 307180 w 371673"/>
                <a:gd name="csY239" fmla="*/ 154307 h 726626"/>
                <a:gd name="csX240" fmla="*/ 312435 w 371673"/>
                <a:gd name="csY240" fmla="*/ 157651 h 726626"/>
                <a:gd name="csX241" fmla="*/ 315779 w 371673"/>
                <a:gd name="csY241" fmla="*/ 160995 h 726626"/>
                <a:gd name="csX242" fmla="*/ 321990 w 371673"/>
                <a:gd name="csY242" fmla="*/ 163384 h 726626"/>
                <a:gd name="csX243" fmla="*/ 324856 w 371673"/>
                <a:gd name="csY243" fmla="*/ 166728 h 726626"/>
                <a:gd name="csX244" fmla="*/ 329156 w 371673"/>
                <a:gd name="csY244" fmla="*/ 167205 h 726626"/>
                <a:gd name="csX245" fmla="*/ 331066 w 371673"/>
                <a:gd name="csY245" fmla="*/ 167683 h 726626"/>
                <a:gd name="csX246" fmla="*/ 332977 w 371673"/>
                <a:gd name="csY246" fmla="*/ 169594 h 726626"/>
                <a:gd name="csX247" fmla="*/ 336322 w 371673"/>
                <a:gd name="csY247" fmla="*/ 170072 h 726626"/>
                <a:gd name="csX248" fmla="*/ 340143 w 371673"/>
                <a:gd name="csY248" fmla="*/ 170072 h 726626"/>
                <a:gd name="csX249" fmla="*/ 344921 w 371673"/>
                <a:gd name="csY249" fmla="*/ 170072 h 726626"/>
                <a:gd name="csX250" fmla="*/ 348265 w 371673"/>
                <a:gd name="csY250" fmla="*/ 169594 h 726626"/>
                <a:gd name="csX251" fmla="*/ 356864 w 371673"/>
                <a:gd name="csY251" fmla="*/ 170549 h 726626"/>
                <a:gd name="csX252" fmla="*/ 358297 w 371673"/>
                <a:gd name="csY252" fmla="*/ 171505 h 726626"/>
                <a:gd name="csX253" fmla="*/ 360208 w 371673"/>
                <a:gd name="csY253" fmla="*/ 172938 h 726626"/>
                <a:gd name="csX254" fmla="*/ 363074 w 371673"/>
                <a:gd name="csY254" fmla="*/ 178671 h 726626"/>
                <a:gd name="csX255" fmla="*/ 364985 w 371673"/>
                <a:gd name="csY255" fmla="*/ 184881 h 726626"/>
                <a:gd name="csX256" fmla="*/ 365941 w 371673"/>
                <a:gd name="csY256" fmla="*/ 190137 h 726626"/>
                <a:gd name="csX257" fmla="*/ 367852 w 371673"/>
                <a:gd name="csY257" fmla="*/ 193480 h 726626"/>
                <a:gd name="csX258" fmla="*/ 369285 w 371673"/>
                <a:gd name="csY258" fmla="*/ 200646 h 726626"/>
                <a:gd name="csX259" fmla="*/ 370240 w 371673"/>
                <a:gd name="csY259" fmla="*/ 203035 h 726626"/>
                <a:gd name="csX260" fmla="*/ 370240 w 371673"/>
                <a:gd name="csY260" fmla="*/ 204946 h 726626"/>
                <a:gd name="csX261" fmla="*/ 371196 w 371673"/>
                <a:gd name="csY261" fmla="*/ 205424 h 726626"/>
                <a:gd name="csX262" fmla="*/ 371673 w 371673"/>
                <a:gd name="csY262" fmla="*/ 210201 h 726626"/>
                <a:gd name="csX263" fmla="*/ 371673 w 371673"/>
                <a:gd name="csY263" fmla="*/ 212112 h 726626"/>
                <a:gd name="csX264" fmla="*/ 370718 w 371673"/>
                <a:gd name="csY264" fmla="*/ 214501 h 726626"/>
                <a:gd name="csX265" fmla="*/ 370718 w 371673"/>
                <a:gd name="csY265" fmla="*/ 215456 h 726626"/>
                <a:gd name="csX266" fmla="*/ 370718 w 371673"/>
                <a:gd name="csY266" fmla="*/ 216412 h 726626"/>
                <a:gd name="csX267" fmla="*/ 370240 w 371673"/>
                <a:gd name="csY267" fmla="*/ 217367 h 726626"/>
                <a:gd name="csX268" fmla="*/ 370240 w 371673"/>
                <a:gd name="csY268" fmla="*/ 218322 h 726626"/>
                <a:gd name="csX269" fmla="*/ 371196 w 371673"/>
                <a:gd name="csY269" fmla="*/ 220711 h 726626"/>
                <a:gd name="csX270" fmla="*/ 371196 w 371673"/>
                <a:gd name="csY270" fmla="*/ 222622 h 726626"/>
                <a:gd name="csX271" fmla="*/ 369763 w 371673"/>
                <a:gd name="csY271" fmla="*/ 224533 h 726626"/>
                <a:gd name="csX272" fmla="*/ 368330 w 371673"/>
                <a:gd name="csY272" fmla="*/ 230266 h 726626"/>
                <a:gd name="csX273" fmla="*/ 364508 w 371673"/>
                <a:gd name="csY273" fmla="*/ 239820 h 726626"/>
                <a:gd name="csX274" fmla="*/ 361164 w 371673"/>
                <a:gd name="csY274" fmla="*/ 245553 h 726626"/>
                <a:gd name="csX275" fmla="*/ 355908 w 371673"/>
                <a:gd name="csY275" fmla="*/ 251286 h 726626"/>
                <a:gd name="csX276" fmla="*/ 352564 w 371673"/>
                <a:gd name="csY276" fmla="*/ 254152 h 726626"/>
                <a:gd name="csX277" fmla="*/ 351609 w 371673"/>
                <a:gd name="csY277" fmla="*/ 254630 h 726626"/>
                <a:gd name="csX278" fmla="*/ 350176 w 371673"/>
                <a:gd name="csY278" fmla="*/ 253675 h 726626"/>
                <a:gd name="csX279" fmla="*/ 351131 w 371673"/>
                <a:gd name="csY279" fmla="*/ 255585 h 726626"/>
                <a:gd name="csX280" fmla="*/ 350176 w 371673"/>
                <a:gd name="csY280" fmla="*/ 257019 h 726626"/>
                <a:gd name="csX281" fmla="*/ 346832 w 371673"/>
                <a:gd name="csY281" fmla="*/ 260840 h 726626"/>
                <a:gd name="csX282" fmla="*/ 343488 w 371673"/>
                <a:gd name="csY282" fmla="*/ 263707 h 726626"/>
                <a:gd name="csX283" fmla="*/ 340143 w 371673"/>
                <a:gd name="csY283" fmla="*/ 268484 h 726626"/>
                <a:gd name="csX284" fmla="*/ 339666 w 371673"/>
                <a:gd name="csY284" fmla="*/ 268484 h 726626"/>
                <a:gd name="csX285" fmla="*/ 335366 w 371673"/>
                <a:gd name="csY285" fmla="*/ 270395 h 726626"/>
                <a:gd name="csX286" fmla="*/ 332977 w 371673"/>
                <a:gd name="csY286" fmla="*/ 271828 h 726626"/>
                <a:gd name="csX287" fmla="*/ 329156 w 371673"/>
                <a:gd name="csY287" fmla="*/ 274694 h 726626"/>
                <a:gd name="csX288" fmla="*/ 326289 w 371673"/>
                <a:gd name="csY288" fmla="*/ 278994 h 726626"/>
                <a:gd name="csX289" fmla="*/ 325812 w 371673"/>
                <a:gd name="csY289" fmla="*/ 279472 h 726626"/>
                <a:gd name="csX290" fmla="*/ 324378 w 371673"/>
                <a:gd name="csY290" fmla="*/ 279472 h 726626"/>
                <a:gd name="csX291" fmla="*/ 324378 w 371673"/>
                <a:gd name="csY291" fmla="*/ 281383 h 726626"/>
                <a:gd name="csX292" fmla="*/ 321990 w 371673"/>
                <a:gd name="csY292" fmla="*/ 284727 h 726626"/>
                <a:gd name="csX293" fmla="*/ 321034 w 371673"/>
                <a:gd name="csY293" fmla="*/ 285205 h 726626"/>
                <a:gd name="csX294" fmla="*/ 321034 w 371673"/>
                <a:gd name="csY294" fmla="*/ 284249 h 726626"/>
                <a:gd name="csX295" fmla="*/ 321512 w 371673"/>
                <a:gd name="csY295" fmla="*/ 283771 h 726626"/>
                <a:gd name="csX296" fmla="*/ 321990 w 371673"/>
                <a:gd name="csY296" fmla="*/ 282816 h 726626"/>
                <a:gd name="csX297" fmla="*/ 321990 w 371673"/>
                <a:gd name="csY297" fmla="*/ 281860 h 726626"/>
                <a:gd name="csX298" fmla="*/ 321034 w 371673"/>
                <a:gd name="csY298" fmla="*/ 282816 h 726626"/>
                <a:gd name="csX299" fmla="*/ 319601 w 371673"/>
                <a:gd name="csY299" fmla="*/ 285205 h 726626"/>
                <a:gd name="csX300" fmla="*/ 320079 w 371673"/>
                <a:gd name="csY300" fmla="*/ 287116 h 726626"/>
                <a:gd name="csX301" fmla="*/ 318646 w 371673"/>
                <a:gd name="csY301" fmla="*/ 289982 h 726626"/>
                <a:gd name="csX302" fmla="*/ 314346 w 371673"/>
                <a:gd name="csY302" fmla="*/ 298103 h 726626"/>
                <a:gd name="csX303" fmla="*/ 309091 w 371673"/>
                <a:gd name="csY303" fmla="*/ 305269 h 726626"/>
                <a:gd name="csX304" fmla="*/ 308135 w 371673"/>
                <a:gd name="csY304" fmla="*/ 307180 h 726626"/>
                <a:gd name="csX305" fmla="*/ 303358 w 371673"/>
                <a:gd name="csY305" fmla="*/ 311958 h 726626"/>
                <a:gd name="csX306" fmla="*/ 300492 w 371673"/>
                <a:gd name="csY306" fmla="*/ 314346 h 726626"/>
                <a:gd name="csX307" fmla="*/ 299536 w 371673"/>
                <a:gd name="csY307" fmla="*/ 314346 h 726626"/>
                <a:gd name="csX308" fmla="*/ 298581 w 371673"/>
                <a:gd name="csY308" fmla="*/ 314346 h 726626"/>
                <a:gd name="csX309" fmla="*/ 298103 w 371673"/>
                <a:gd name="csY309" fmla="*/ 310524 h 726626"/>
                <a:gd name="csX310" fmla="*/ 295237 w 371673"/>
                <a:gd name="csY310" fmla="*/ 308136 h 726626"/>
                <a:gd name="csX311" fmla="*/ 294759 w 371673"/>
                <a:gd name="csY311" fmla="*/ 308136 h 726626"/>
                <a:gd name="csX312" fmla="*/ 293326 w 371673"/>
                <a:gd name="csY312" fmla="*/ 310047 h 726626"/>
                <a:gd name="csX313" fmla="*/ 292848 w 371673"/>
                <a:gd name="csY313" fmla="*/ 311002 h 726626"/>
                <a:gd name="csX314" fmla="*/ 291415 w 371673"/>
                <a:gd name="csY314" fmla="*/ 311002 h 726626"/>
                <a:gd name="csX315" fmla="*/ 292848 w 371673"/>
                <a:gd name="csY315" fmla="*/ 311958 h 726626"/>
                <a:gd name="csX316" fmla="*/ 293326 w 371673"/>
                <a:gd name="csY316" fmla="*/ 313391 h 726626"/>
                <a:gd name="csX317" fmla="*/ 291893 w 371673"/>
                <a:gd name="csY317" fmla="*/ 315301 h 726626"/>
                <a:gd name="csX318" fmla="*/ 291893 w 371673"/>
                <a:gd name="csY318" fmla="*/ 317690 h 726626"/>
                <a:gd name="csX319" fmla="*/ 289504 w 371673"/>
                <a:gd name="csY319" fmla="*/ 320079 h 726626"/>
                <a:gd name="csX320" fmla="*/ 288071 w 371673"/>
                <a:gd name="csY320" fmla="*/ 321512 h 726626"/>
                <a:gd name="csX321" fmla="*/ 287116 w 371673"/>
                <a:gd name="csY321" fmla="*/ 323901 h 726626"/>
                <a:gd name="csX322" fmla="*/ 286638 w 371673"/>
                <a:gd name="csY322" fmla="*/ 325812 h 726626"/>
                <a:gd name="csX323" fmla="*/ 287593 w 371673"/>
                <a:gd name="csY323" fmla="*/ 325334 h 726626"/>
                <a:gd name="csX324" fmla="*/ 288549 w 371673"/>
                <a:gd name="csY324" fmla="*/ 325812 h 726626"/>
                <a:gd name="csX325" fmla="*/ 288549 w 371673"/>
                <a:gd name="csY325" fmla="*/ 326289 h 726626"/>
                <a:gd name="csX326" fmla="*/ 288549 w 371673"/>
                <a:gd name="csY326" fmla="*/ 327245 h 726626"/>
                <a:gd name="csX327" fmla="*/ 287593 w 371673"/>
                <a:gd name="csY327" fmla="*/ 329156 h 726626"/>
                <a:gd name="csX328" fmla="*/ 287593 w 371673"/>
                <a:gd name="csY328" fmla="*/ 333455 h 726626"/>
                <a:gd name="csX329" fmla="*/ 287593 w 371673"/>
                <a:gd name="csY329" fmla="*/ 334411 h 726626"/>
                <a:gd name="csX330" fmla="*/ 288549 w 371673"/>
                <a:gd name="csY330" fmla="*/ 335366 h 726626"/>
                <a:gd name="csX331" fmla="*/ 289026 w 371673"/>
                <a:gd name="csY331" fmla="*/ 333455 h 726626"/>
                <a:gd name="csX332" fmla="*/ 289504 w 371673"/>
                <a:gd name="csY332" fmla="*/ 333933 h 726626"/>
                <a:gd name="csX333" fmla="*/ 287116 w 371673"/>
                <a:gd name="csY333" fmla="*/ 345876 h 726626"/>
                <a:gd name="csX334" fmla="*/ 288071 w 371673"/>
                <a:gd name="csY334" fmla="*/ 351131 h 726626"/>
                <a:gd name="csX335" fmla="*/ 288549 w 371673"/>
                <a:gd name="csY335" fmla="*/ 356864 h 726626"/>
                <a:gd name="csX336" fmla="*/ 289504 w 371673"/>
                <a:gd name="csY336" fmla="*/ 362597 h 726626"/>
                <a:gd name="csX337" fmla="*/ 290937 w 371673"/>
                <a:gd name="csY337" fmla="*/ 367852 h 726626"/>
                <a:gd name="csX338" fmla="*/ 290937 w 371673"/>
                <a:gd name="csY338" fmla="*/ 368330 h 726626"/>
                <a:gd name="csX339" fmla="*/ 289026 w 371673"/>
                <a:gd name="csY339" fmla="*/ 374540 h 726626"/>
                <a:gd name="csX340" fmla="*/ 287116 w 371673"/>
                <a:gd name="csY340" fmla="*/ 380273 h 726626"/>
                <a:gd name="csX341" fmla="*/ 286160 w 371673"/>
                <a:gd name="csY341" fmla="*/ 385528 h 726626"/>
                <a:gd name="csX342" fmla="*/ 285205 w 371673"/>
                <a:gd name="csY342" fmla="*/ 390783 h 726626"/>
                <a:gd name="csX343" fmla="*/ 284249 w 371673"/>
                <a:gd name="csY343" fmla="*/ 393172 h 726626"/>
                <a:gd name="csX344" fmla="*/ 284249 w 371673"/>
                <a:gd name="csY344" fmla="*/ 395560 h 726626"/>
                <a:gd name="csX345" fmla="*/ 285205 w 371673"/>
                <a:gd name="csY345" fmla="*/ 401771 h 726626"/>
                <a:gd name="csX346" fmla="*/ 285205 w 371673"/>
                <a:gd name="csY346" fmla="*/ 403204 h 726626"/>
                <a:gd name="csX347" fmla="*/ 282816 w 371673"/>
                <a:gd name="csY347" fmla="*/ 406070 h 726626"/>
                <a:gd name="csX348" fmla="*/ 280427 w 371673"/>
                <a:gd name="csY348" fmla="*/ 407026 h 726626"/>
                <a:gd name="csX349" fmla="*/ 278994 w 371673"/>
                <a:gd name="csY349" fmla="*/ 408459 h 726626"/>
                <a:gd name="csX350" fmla="*/ 275650 w 371673"/>
                <a:gd name="csY350" fmla="*/ 413714 h 726626"/>
                <a:gd name="csX351" fmla="*/ 273739 w 371673"/>
                <a:gd name="csY351" fmla="*/ 420880 h 726626"/>
                <a:gd name="csX352" fmla="*/ 273739 w 371673"/>
                <a:gd name="csY352" fmla="*/ 424702 h 726626"/>
                <a:gd name="csX353" fmla="*/ 274694 w 371673"/>
                <a:gd name="csY353" fmla="*/ 433301 h 726626"/>
                <a:gd name="csX354" fmla="*/ 274217 w 371673"/>
                <a:gd name="csY354" fmla="*/ 436645 h 726626"/>
                <a:gd name="csX355" fmla="*/ 272784 w 371673"/>
                <a:gd name="csY355" fmla="*/ 439033 h 726626"/>
                <a:gd name="csX356" fmla="*/ 271828 w 371673"/>
                <a:gd name="csY356" fmla="*/ 440467 h 726626"/>
                <a:gd name="csX357" fmla="*/ 268484 w 371673"/>
                <a:gd name="csY357" fmla="*/ 441900 h 726626"/>
                <a:gd name="csX358" fmla="*/ 265618 w 371673"/>
                <a:gd name="csY358" fmla="*/ 446199 h 726626"/>
                <a:gd name="csX359" fmla="*/ 264662 w 371673"/>
                <a:gd name="csY359" fmla="*/ 450977 h 726626"/>
                <a:gd name="csX360" fmla="*/ 262751 w 371673"/>
                <a:gd name="csY360" fmla="*/ 452410 h 726626"/>
                <a:gd name="csX361" fmla="*/ 262274 w 371673"/>
                <a:gd name="csY361" fmla="*/ 455276 h 726626"/>
                <a:gd name="csX362" fmla="*/ 260840 w 371673"/>
                <a:gd name="csY362" fmla="*/ 458143 h 726626"/>
                <a:gd name="csX363" fmla="*/ 257018 w 371673"/>
                <a:gd name="csY363" fmla="*/ 461964 h 726626"/>
                <a:gd name="csX364" fmla="*/ 254152 w 371673"/>
                <a:gd name="csY364" fmla="*/ 463398 h 726626"/>
                <a:gd name="csX365" fmla="*/ 253197 w 371673"/>
                <a:gd name="csY365" fmla="*/ 464353 h 726626"/>
                <a:gd name="csX366" fmla="*/ 252241 w 371673"/>
                <a:gd name="csY366" fmla="*/ 466742 h 726626"/>
                <a:gd name="csX367" fmla="*/ 249852 w 371673"/>
                <a:gd name="csY367" fmla="*/ 471041 h 726626"/>
                <a:gd name="csX368" fmla="*/ 247942 w 371673"/>
                <a:gd name="csY368" fmla="*/ 476296 h 726626"/>
                <a:gd name="csX369" fmla="*/ 248419 w 371673"/>
                <a:gd name="csY369" fmla="*/ 477729 h 726626"/>
                <a:gd name="csX370" fmla="*/ 248419 w 371673"/>
                <a:gd name="csY370" fmla="*/ 478207 h 726626"/>
                <a:gd name="csX371" fmla="*/ 248897 w 371673"/>
                <a:gd name="csY371" fmla="*/ 484418 h 726626"/>
                <a:gd name="csX372" fmla="*/ 248897 w 371673"/>
                <a:gd name="csY372" fmla="*/ 485851 h 726626"/>
                <a:gd name="csX373" fmla="*/ 246509 w 371673"/>
                <a:gd name="csY373" fmla="*/ 487284 h 726626"/>
                <a:gd name="csX374" fmla="*/ 237432 w 371673"/>
                <a:gd name="csY374" fmla="*/ 490628 h 726626"/>
                <a:gd name="csX375" fmla="*/ 235043 w 371673"/>
                <a:gd name="csY375" fmla="*/ 492061 h 726626"/>
                <a:gd name="csX376" fmla="*/ 229310 w 371673"/>
                <a:gd name="csY376" fmla="*/ 497317 h 726626"/>
                <a:gd name="csX377" fmla="*/ 228833 w 371673"/>
                <a:gd name="csY377" fmla="*/ 498272 h 726626"/>
                <a:gd name="csX378" fmla="*/ 229310 w 371673"/>
                <a:gd name="csY378" fmla="*/ 500183 h 726626"/>
                <a:gd name="csX379" fmla="*/ 230266 w 371673"/>
                <a:gd name="csY379" fmla="*/ 501138 h 726626"/>
                <a:gd name="csX380" fmla="*/ 229310 w 371673"/>
                <a:gd name="csY380" fmla="*/ 502094 h 726626"/>
                <a:gd name="csX381" fmla="*/ 228355 w 371673"/>
                <a:gd name="csY381" fmla="*/ 504482 h 726626"/>
                <a:gd name="csX382" fmla="*/ 226444 w 371673"/>
                <a:gd name="csY382" fmla="*/ 504005 h 726626"/>
                <a:gd name="csX383" fmla="*/ 217367 w 371673"/>
                <a:gd name="csY383" fmla="*/ 504005 h 726626"/>
                <a:gd name="csX384" fmla="*/ 212590 w 371673"/>
                <a:gd name="csY384" fmla="*/ 504960 h 726626"/>
                <a:gd name="csX385" fmla="*/ 210201 w 371673"/>
                <a:gd name="csY385" fmla="*/ 504482 h 726626"/>
                <a:gd name="csX386" fmla="*/ 208768 w 371673"/>
                <a:gd name="csY386" fmla="*/ 504005 h 726626"/>
                <a:gd name="csX387" fmla="*/ 207335 w 371673"/>
                <a:gd name="csY387" fmla="*/ 503527 h 726626"/>
                <a:gd name="csX388" fmla="*/ 207335 w 371673"/>
                <a:gd name="csY388" fmla="*/ 502571 h 726626"/>
                <a:gd name="csX389" fmla="*/ 207812 w 371673"/>
                <a:gd name="csY389" fmla="*/ 500661 h 726626"/>
                <a:gd name="csX390" fmla="*/ 207335 w 371673"/>
                <a:gd name="csY390" fmla="*/ 499705 h 726626"/>
                <a:gd name="csX391" fmla="*/ 205902 w 371673"/>
                <a:gd name="csY391" fmla="*/ 499705 h 726626"/>
                <a:gd name="csX392" fmla="*/ 204468 w 371673"/>
                <a:gd name="csY392" fmla="*/ 500183 h 726626"/>
                <a:gd name="csX393" fmla="*/ 204468 w 371673"/>
                <a:gd name="csY393" fmla="*/ 501138 h 726626"/>
                <a:gd name="csX394" fmla="*/ 204468 w 371673"/>
                <a:gd name="csY394" fmla="*/ 502094 h 726626"/>
                <a:gd name="csX395" fmla="*/ 204946 w 371673"/>
                <a:gd name="csY395" fmla="*/ 503049 h 726626"/>
                <a:gd name="csX396" fmla="*/ 205424 w 371673"/>
                <a:gd name="csY396" fmla="*/ 504005 h 726626"/>
                <a:gd name="csX397" fmla="*/ 204946 w 371673"/>
                <a:gd name="csY397" fmla="*/ 504960 h 726626"/>
                <a:gd name="csX398" fmla="*/ 201602 w 371673"/>
                <a:gd name="csY398" fmla="*/ 505438 h 726626"/>
                <a:gd name="csX399" fmla="*/ 198736 w 371673"/>
                <a:gd name="csY399" fmla="*/ 506393 h 726626"/>
                <a:gd name="csX400" fmla="*/ 194436 w 371673"/>
                <a:gd name="csY400" fmla="*/ 506871 h 726626"/>
                <a:gd name="csX401" fmla="*/ 191570 w 371673"/>
                <a:gd name="csY401" fmla="*/ 507349 h 726626"/>
                <a:gd name="csX402" fmla="*/ 189659 w 371673"/>
                <a:gd name="csY402" fmla="*/ 506393 h 726626"/>
                <a:gd name="csX403" fmla="*/ 191570 w 371673"/>
                <a:gd name="csY403" fmla="*/ 505916 h 726626"/>
                <a:gd name="csX404" fmla="*/ 193480 w 371673"/>
                <a:gd name="csY404" fmla="*/ 506393 h 726626"/>
                <a:gd name="csX405" fmla="*/ 195869 w 371673"/>
                <a:gd name="csY405" fmla="*/ 505438 h 726626"/>
                <a:gd name="csX406" fmla="*/ 195391 w 371673"/>
                <a:gd name="csY406" fmla="*/ 504482 h 726626"/>
                <a:gd name="csX407" fmla="*/ 192047 w 371673"/>
                <a:gd name="csY407" fmla="*/ 503527 h 726626"/>
                <a:gd name="csX408" fmla="*/ 188226 w 371673"/>
                <a:gd name="csY408" fmla="*/ 504482 h 726626"/>
                <a:gd name="csX409" fmla="*/ 186314 w 371673"/>
                <a:gd name="csY409" fmla="*/ 505438 h 726626"/>
                <a:gd name="csX410" fmla="*/ 182015 w 371673"/>
                <a:gd name="csY410" fmla="*/ 505438 h 726626"/>
                <a:gd name="csX411" fmla="*/ 176760 w 371673"/>
                <a:gd name="csY411" fmla="*/ 506393 h 726626"/>
                <a:gd name="csX412" fmla="*/ 175804 w 371673"/>
                <a:gd name="csY412" fmla="*/ 507349 h 726626"/>
                <a:gd name="csX413" fmla="*/ 175804 w 371673"/>
                <a:gd name="csY413" fmla="*/ 509260 h 726626"/>
                <a:gd name="csX414" fmla="*/ 177238 w 371673"/>
                <a:gd name="csY414" fmla="*/ 509737 h 726626"/>
                <a:gd name="csX415" fmla="*/ 178193 w 371673"/>
                <a:gd name="csY415" fmla="*/ 510693 h 726626"/>
                <a:gd name="csX416" fmla="*/ 177238 w 371673"/>
                <a:gd name="csY416" fmla="*/ 511648 h 726626"/>
                <a:gd name="csX417" fmla="*/ 176282 w 371673"/>
                <a:gd name="csY417" fmla="*/ 512126 h 726626"/>
                <a:gd name="csX418" fmla="*/ 170549 w 371673"/>
                <a:gd name="csY418" fmla="*/ 513082 h 726626"/>
                <a:gd name="csX419" fmla="*/ 165295 w 371673"/>
                <a:gd name="csY419" fmla="*/ 516903 h 726626"/>
                <a:gd name="csX420" fmla="*/ 162906 w 371673"/>
                <a:gd name="csY420" fmla="*/ 517381 h 726626"/>
                <a:gd name="csX421" fmla="*/ 160995 w 371673"/>
                <a:gd name="csY421" fmla="*/ 518814 h 726626"/>
                <a:gd name="csX422" fmla="*/ 160995 w 371673"/>
                <a:gd name="csY422" fmla="*/ 520247 h 726626"/>
                <a:gd name="csX423" fmla="*/ 160517 w 371673"/>
                <a:gd name="csY423" fmla="*/ 521203 h 726626"/>
                <a:gd name="csX424" fmla="*/ 159084 w 371673"/>
                <a:gd name="csY424" fmla="*/ 521203 h 726626"/>
                <a:gd name="csX425" fmla="*/ 156218 w 371673"/>
                <a:gd name="csY425" fmla="*/ 520247 h 726626"/>
                <a:gd name="csX426" fmla="*/ 152873 w 371673"/>
                <a:gd name="csY426" fmla="*/ 520247 h 726626"/>
                <a:gd name="csX427" fmla="*/ 150485 w 371673"/>
                <a:gd name="csY427" fmla="*/ 521203 h 726626"/>
                <a:gd name="csX428" fmla="*/ 137108 w 371673"/>
                <a:gd name="csY428" fmla="*/ 527413 h 726626"/>
                <a:gd name="csX429" fmla="*/ 132331 w 371673"/>
                <a:gd name="csY429" fmla="*/ 529802 h 726626"/>
                <a:gd name="csX430" fmla="*/ 127076 w 371673"/>
                <a:gd name="csY430" fmla="*/ 535057 h 726626"/>
                <a:gd name="csX431" fmla="*/ 117999 w 371673"/>
                <a:gd name="csY431" fmla="*/ 540790 h 726626"/>
                <a:gd name="csX432" fmla="*/ 113222 w 371673"/>
                <a:gd name="csY432" fmla="*/ 544134 h 726626"/>
                <a:gd name="csX433" fmla="*/ 112266 w 371673"/>
                <a:gd name="csY433" fmla="*/ 545090 h 726626"/>
                <a:gd name="csX434" fmla="*/ 111789 w 371673"/>
                <a:gd name="csY434" fmla="*/ 545090 h 726626"/>
                <a:gd name="csX435" fmla="*/ 110356 w 371673"/>
                <a:gd name="csY435" fmla="*/ 545567 h 726626"/>
                <a:gd name="csX436" fmla="*/ 110833 w 371673"/>
                <a:gd name="csY436" fmla="*/ 546045 h 726626"/>
                <a:gd name="csX437" fmla="*/ 111789 w 371673"/>
                <a:gd name="csY437" fmla="*/ 546523 h 726626"/>
                <a:gd name="csX438" fmla="*/ 111311 w 371673"/>
                <a:gd name="csY438" fmla="*/ 548434 h 726626"/>
                <a:gd name="csX439" fmla="*/ 109400 w 371673"/>
                <a:gd name="csY439" fmla="*/ 549867 h 726626"/>
                <a:gd name="csX440" fmla="*/ 106056 w 371673"/>
                <a:gd name="csY440" fmla="*/ 553211 h 726626"/>
                <a:gd name="csX441" fmla="*/ 105100 w 371673"/>
                <a:gd name="csY441" fmla="*/ 553211 h 726626"/>
                <a:gd name="csX442" fmla="*/ 106534 w 371673"/>
                <a:gd name="csY442" fmla="*/ 551300 h 726626"/>
                <a:gd name="csX443" fmla="*/ 104623 w 371673"/>
                <a:gd name="csY443" fmla="*/ 551300 h 726626"/>
                <a:gd name="csX444" fmla="*/ 102234 w 371673"/>
                <a:gd name="csY444" fmla="*/ 550344 h 726626"/>
                <a:gd name="csX445" fmla="*/ 100801 w 371673"/>
                <a:gd name="csY445" fmla="*/ 551300 h 726626"/>
                <a:gd name="csX446" fmla="*/ 101756 w 371673"/>
                <a:gd name="csY446" fmla="*/ 553211 h 726626"/>
                <a:gd name="csX447" fmla="*/ 100801 w 371673"/>
                <a:gd name="csY447" fmla="*/ 553689 h 726626"/>
                <a:gd name="csX448" fmla="*/ 98890 w 371673"/>
                <a:gd name="csY448" fmla="*/ 554166 h 726626"/>
                <a:gd name="csX449" fmla="*/ 97457 w 371673"/>
                <a:gd name="csY449" fmla="*/ 553689 h 726626"/>
                <a:gd name="csX450" fmla="*/ 95546 w 371673"/>
                <a:gd name="csY450" fmla="*/ 552255 h 726626"/>
                <a:gd name="csX451" fmla="*/ 96501 w 371673"/>
                <a:gd name="csY451" fmla="*/ 554644 h 726626"/>
                <a:gd name="csX452" fmla="*/ 99846 w 371673"/>
                <a:gd name="csY452" fmla="*/ 555600 h 726626"/>
                <a:gd name="csX453" fmla="*/ 101279 w 371673"/>
                <a:gd name="csY453" fmla="*/ 556077 h 726626"/>
                <a:gd name="csX454" fmla="*/ 102234 w 371673"/>
                <a:gd name="csY454" fmla="*/ 557033 h 726626"/>
                <a:gd name="csX455" fmla="*/ 99368 w 371673"/>
                <a:gd name="csY455" fmla="*/ 561332 h 726626"/>
                <a:gd name="csX456" fmla="*/ 96979 w 371673"/>
                <a:gd name="csY456" fmla="*/ 561810 h 726626"/>
                <a:gd name="csX457" fmla="*/ 96501 w 371673"/>
                <a:gd name="csY457" fmla="*/ 562288 h 726626"/>
                <a:gd name="csX458" fmla="*/ 97935 w 371673"/>
                <a:gd name="csY458" fmla="*/ 562288 h 726626"/>
                <a:gd name="csX459" fmla="*/ 98412 w 371673"/>
                <a:gd name="csY459" fmla="*/ 563721 h 726626"/>
                <a:gd name="csX460" fmla="*/ 97935 w 371673"/>
                <a:gd name="csY460" fmla="*/ 568498 h 726626"/>
                <a:gd name="csX461" fmla="*/ 96501 w 371673"/>
                <a:gd name="csY461" fmla="*/ 569454 h 726626"/>
                <a:gd name="csX462" fmla="*/ 96024 w 371673"/>
                <a:gd name="csY462" fmla="*/ 569454 h 726626"/>
                <a:gd name="csX463" fmla="*/ 95068 w 371673"/>
                <a:gd name="csY463" fmla="*/ 570409 h 726626"/>
                <a:gd name="csX464" fmla="*/ 96024 w 371673"/>
                <a:gd name="csY464" fmla="*/ 571842 h 726626"/>
                <a:gd name="csX465" fmla="*/ 96979 w 371673"/>
                <a:gd name="csY465" fmla="*/ 573275 h 726626"/>
                <a:gd name="csX466" fmla="*/ 96979 w 371673"/>
                <a:gd name="csY466" fmla="*/ 575664 h 726626"/>
                <a:gd name="csX467" fmla="*/ 96501 w 371673"/>
                <a:gd name="csY467" fmla="*/ 577575 h 726626"/>
                <a:gd name="csX468" fmla="*/ 96501 w 371673"/>
                <a:gd name="csY468" fmla="*/ 579008 h 726626"/>
                <a:gd name="csX469" fmla="*/ 97935 w 371673"/>
                <a:gd name="csY469" fmla="*/ 582830 h 726626"/>
                <a:gd name="csX470" fmla="*/ 98412 w 371673"/>
                <a:gd name="csY470" fmla="*/ 586174 h 726626"/>
                <a:gd name="csX471" fmla="*/ 98890 w 371673"/>
                <a:gd name="csY471" fmla="*/ 587607 h 726626"/>
                <a:gd name="csX472" fmla="*/ 98890 w 371673"/>
                <a:gd name="csY472" fmla="*/ 589041 h 726626"/>
                <a:gd name="csX473" fmla="*/ 98412 w 371673"/>
                <a:gd name="csY473" fmla="*/ 590474 h 726626"/>
                <a:gd name="csX474" fmla="*/ 98890 w 371673"/>
                <a:gd name="csY474" fmla="*/ 592862 h 726626"/>
                <a:gd name="csX475" fmla="*/ 97457 w 371673"/>
                <a:gd name="csY475" fmla="*/ 596684 h 726626"/>
                <a:gd name="csX476" fmla="*/ 97935 w 371673"/>
                <a:gd name="csY476" fmla="*/ 601939 h 726626"/>
                <a:gd name="csX477" fmla="*/ 97935 w 371673"/>
                <a:gd name="csY477" fmla="*/ 607194 h 726626"/>
                <a:gd name="csX478" fmla="*/ 96979 w 371673"/>
                <a:gd name="csY478" fmla="*/ 610061 h 726626"/>
                <a:gd name="csX479" fmla="*/ 96501 w 371673"/>
                <a:gd name="csY479" fmla="*/ 611972 h 726626"/>
                <a:gd name="csX480" fmla="*/ 94113 w 371673"/>
                <a:gd name="csY480" fmla="*/ 614838 h 726626"/>
                <a:gd name="csX481" fmla="*/ 94113 w 371673"/>
                <a:gd name="csY481" fmla="*/ 617227 h 726626"/>
                <a:gd name="csX482" fmla="*/ 89813 w 371673"/>
                <a:gd name="csY482" fmla="*/ 620093 h 726626"/>
                <a:gd name="csX483" fmla="*/ 85036 w 371673"/>
                <a:gd name="csY483" fmla="*/ 623437 h 726626"/>
                <a:gd name="csX484" fmla="*/ 80258 w 371673"/>
                <a:gd name="csY484" fmla="*/ 627737 h 726626"/>
                <a:gd name="csX485" fmla="*/ 75481 w 371673"/>
                <a:gd name="csY485" fmla="*/ 633947 h 726626"/>
                <a:gd name="csX486" fmla="*/ 69749 w 371673"/>
                <a:gd name="csY486" fmla="*/ 643024 h 726626"/>
                <a:gd name="csX487" fmla="*/ 64493 w 371673"/>
                <a:gd name="csY487" fmla="*/ 655923 h 726626"/>
                <a:gd name="csX488" fmla="*/ 58283 w 371673"/>
                <a:gd name="csY488" fmla="*/ 665955 h 726626"/>
                <a:gd name="csX489" fmla="*/ 55417 w 371673"/>
                <a:gd name="csY489" fmla="*/ 669299 h 726626"/>
                <a:gd name="csX490" fmla="*/ 52073 w 371673"/>
                <a:gd name="csY490" fmla="*/ 673599 h 726626"/>
                <a:gd name="csX491" fmla="*/ 47295 w 371673"/>
                <a:gd name="csY491" fmla="*/ 678376 h 726626"/>
                <a:gd name="csX492" fmla="*/ 41563 w 371673"/>
                <a:gd name="csY492" fmla="*/ 683153 h 726626"/>
                <a:gd name="csX493" fmla="*/ 34874 w 371673"/>
                <a:gd name="csY493" fmla="*/ 686975 h 726626"/>
                <a:gd name="csX494" fmla="*/ 32486 w 371673"/>
                <a:gd name="csY494" fmla="*/ 688886 h 726626"/>
                <a:gd name="csX495" fmla="*/ 30097 w 371673"/>
                <a:gd name="csY495" fmla="*/ 691753 h 726626"/>
                <a:gd name="csX496" fmla="*/ 29142 w 371673"/>
                <a:gd name="csY496" fmla="*/ 690797 h 726626"/>
                <a:gd name="csX497" fmla="*/ 29619 w 371673"/>
                <a:gd name="csY497" fmla="*/ 688886 h 726626"/>
                <a:gd name="csX498" fmla="*/ 29619 w 371673"/>
                <a:gd name="csY498" fmla="*/ 687453 h 726626"/>
                <a:gd name="csX499" fmla="*/ 29619 w 371673"/>
                <a:gd name="csY499" fmla="*/ 685542 h 726626"/>
                <a:gd name="csX500" fmla="*/ 30575 w 371673"/>
                <a:gd name="csY500" fmla="*/ 685542 h 726626"/>
                <a:gd name="csX501" fmla="*/ 32963 w 371673"/>
                <a:gd name="csY501" fmla="*/ 686497 h 726626"/>
                <a:gd name="csX502" fmla="*/ 33919 w 371673"/>
                <a:gd name="csY502" fmla="*/ 685542 h 726626"/>
                <a:gd name="csX503" fmla="*/ 34397 w 371673"/>
                <a:gd name="csY503" fmla="*/ 685064 h 726626"/>
                <a:gd name="csX504" fmla="*/ 37263 w 371673"/>
                <a:gd name="csY504" fmla="*/ 684587 h 726626"/>
                <a:gd name="csX505" fmla="*/ 41563 w 371673"/>
                <a:gd name="csY505" fmla="*/ 679809 h 726626"/>
                <a:gd name="csX506" fmla="*/ 45384 w 371673"/>
                <a:gd name="csY506" fmla="*/ 677898 h 726626"/>
                <a:gd name="csX507" fmla="*/ 47295 w 371673"/>
                <a:gd name="csY507" fmla="*/ 675032 h 726626"/>
                <a:gd name="csX508" fmla="*/ 47295 w 371673"/>
                <a:gd name="csY508" fmla="*/ 673599 h 726626"/>
                <a:gd name="csX509" fmla="*/ 47295 w 371673"/>
                <a:gd name="csY509" fmla="*/ 670732 h 726626"/>
                <a:gd name="csX510" fmla="*/ 48251 w 371673"/>
                <a:gd name="csY510" fmla="*/ 669777 h 726626"/>
                <a:gd name="csX511" fmla="*/ 51117 w 371673"/>
                <a:gd name="csY511" fmla="*/ 669777 h 726626"/>
                <a:gd name="csX512" fmla="*/ 51595 w 371673"/>
                <a:gd name="csY512" fmla="*/ 669299 h 726626"/>
                <a:gd name="csX513" fmla="*/ 51117 w 371673"/>
                <a:gd name="csY513" fmla="*/ 668344 h 726626"/>
                <a:gd name="csX514" fmla="*/ 51595 w 371673"/>
                <a:gd name="csY514" fmla="*/ 665955 h 726626"/>
                <a:gd name="csX515" fmla="*/ 54939 w 371673"/>
                <a:gd name="csY515" fmla="*/ 664044 h 726626"/>
                <a:gd name="csX516" fmla="*/ 56850 w 371673"/>
                <a:gd name="csY516" fmla="*/ 661655 h 726626"/>
                <a:gd name="csX517" fmla="*/ 56372 w 371673"/>
                <a:gd name="csY517" fmla="*/ 655923 h 726626"/>
                <a:gd name="csX518" fmla="*/ 56850 w 371673"/>
                <a:gd name="csY518" fmla="*/ 655445 h 726626"/>
                <a:gd name="csX519" fmla="*/ 58283 w 371673"/>
                <a:gd name="csY519" fmla="*/ 656400 h 726626"/>
                <a:gd name="csX520" fmla="*/ 58761 w 371673"/>
                <a:gd name="csY520" fmla="*/ 656400 h 726626"/>
                <a:gd name="csX521" fmla="*/ 59716 w 371673"/>
                <a:gd name="csY521" fmla="*/ 653534 h 726626"/>
                <a:gd name="csX522" fmla="*/ 59239 w 371673"/>
                <a:gd name="csY522" fmla="*/ 652101 h 726626"/>
                <a:gd name="csX523" fmla="*/ 57805 w 371673"/>
                <a:gd name="csY523" fmla="*/ 652101 h 726626"/>
                <a:gd name="csX524" fmla="*/ 52073 w 371673"/>
                <a:gd name="csY524" fmla="*/ 654967 h 726626"/>
                <a:gd name="csX525" fmla="*/ 50162 w 371673"/>
                <a:gd name="csY525" fmla="*/ 654489 h 726626"/>
                <a:gd name="csX526" fmla="*/ 49684 w 371673"/>
                <a:gd name="csY526" fmla="*/ 652579 h 726626"/>
                <a:gd name="csX527" fmla="*/ 46817 w 371673"/>
                <a:gd name="csY527" fmla="*/ 651623 h 726626"/>
                <a:gd name="csX528" fmla="*/ 45862 w 371673"/>
                <a:gd name="csY528" fmla="*/ 649712 h 726626"/>
                <a:gd name="csX529" fmla="*/ 45384 w 371673"/>
                <a:gd name="csY529" fmla="*/ 648279 h 726626"/>
                <a:gd name="csX530" fmla="*/ 44429 w 371673"/>
                <a:gd name="csY530" fmla="*/ 647801 h 726626"/>
                <a:gd name="csX531" fmla="*/ 44907 w 371673"/>
                <a:gd name="csY531" fmla="*/ 649712 h 726626"/>
                <a:gd name="csX532" fmla="*/ 44907 w 371673"/>
                <a:gd name="csY532" fmla="*/ 652101 h 726626"/>
                <a:gd name="csX533" fmla="*/ 47295 w 371673"/>
                <a:gd name="csY533" fmla="*/ 654489 h 726626"/>
                <a:gd name="csX534" fmla="*/ 46817 w 371673"/>
                <a:gd name="csY534" fmla="*/ 655445 h 726626"/>
                <a:gd name="csX535" fmla="*/ 45862 w 371673"/>
                <a:gd name="csY535" fmla="*/ 656878 h 726626"/>
                <a:gd name="csX536" fmla="*/ 44907 w 371673"/>
                <a:gd name="csY536" fmla="*/ 659267 h 726626"/>
                <a:gd name="csX537" fmla="*/ 44907 w 371673"/>
                <a:gd name="csY537" fmla="*/ 662611 h 726626"/>
                <a:gd name="csX538" fmla="*/ 44429 w 371673"/>
                <a:gd name="csY538" fmla="*/ 661655 h 726626"/>
                <a:gd name="csX539" fmla="*/ 43474 w 371673"/>
                <a:gd name="csY539" fmla="*/ 661178 h 726626"/>
                <a:gd name="csX540" fmla="*/ 42996 w 371673"/>
                <a:gd name="csY540" fmla="*/ 664999 h 726626"/>
                <a:gd name="csX541" fmla="*/ 41563 w 371673"/>
                <a:gd name="csY541" fmla="*/ 665955 h 726626"/>
                <a:gd name="csX542" fmla="*/ 41085 w 371673"/>
                <a:gd name="csY542" fmla="*/ 667388 h 726626"/>
                <a:gd name="csX543" fmla="*/ 41563 w 371673"/>
                <a:gd name="csY543" fmla="*/ 669299 h 726626"/>
                <a:gd name="csX544" fmla="*/ 40607 w 371673"/>
                <a:gd name="csY544" fmla="*/ 670255 h 726626"/>
                <a:gd name="csX545" fmla="*/ 36308 w 371673"/>
                <a:gd name="csY545" fmla="*/ 673121 h 726626"/>
                <a:gd name="csX546" fmla="*/ 32008 w 371673"/>
                <a:gd name="csY546" fmla="*/ 675032 h 726626"/>
                <a:gd name="csX547" fmla="*/ 31052 w 371673"/>
                <a:gd name="csY547" fmla="*/ 675987 h 726626"/>
                <a:gd name="csX548" fmla="*/ 30575 w 371673"/>
                <a:gd name="csY548" fmla="*/ 678376 h 726626"/>
                <a:gd name="csX549" fmla="*/ 30097 w 371673"/>
                <a:gd name="csY549" fmla="*/ 680764 h 726626"/>
                <a:gd name="csX550" fmla="*/ 28186 w 371673"/>
                <a:gd name="csY550" fmla="*/ 682676 h 726626"/>
                <a:gd name="csX551" fmla="*/ 26753 w 371673"/>
                <a:gd name="csY551" fmla="*/ 686975 h 726626"/>
                <a:gd name="csX552" fmla="*/ 26753 w 371673"/>
                <a:gd name="csY552" fmla="*/ 688408 h 726626"/>
                <a:gd name="csX553" fmla="*/ 27231 w 371673"/>
                <a:gd name="csY553" fmla="*/ 691275 h 726626"/>
                <a:gd name="csX554" fmla="*/ 28186 w 371673"/>
                <a:gd name="csY554" fmla="*/ 692708 h 726626"/>
                <a:gd name="csX555" fmla="*/ 26753 w 371673"/>
                <a:gd name="csY555" fmla="*/ 694141 h 726626"/>
                <a:gd name="csX556" fmla="*/ 25320 w 371673"/>
                <a:gd name="csY556" fmla="*/ 696052 h 726626"/>
                <a:gd name="csX557" fmla="*/ 23886 w 371673"/>
                <a:gd name="csY557" fmla="*/ 698918 h 726626"/>
                <a:gd name="csX558" fmla="*/ 20542 w 371673"/>
                <a:gd name="csY558" fmla="*/ 707995 h 726626"/>
                <a:gd name="csX559" fmla="*/ 17676 w 371673"/>
                <a:gd name="csY559" fmla="*/ 713728 h 726626"/>
                <a:gd name="csX560" fmla="*/ 15765 w 371673"/>
                <a:gd name="csY560" fmla="*/ 716594 h 726626"/>
                <a:gd name="csX561" fmla="*/ 12421 w 371673"/>
                <a:gd name="csY561" fmla="*/ 719461 h 726626"/>
                <a:gd name="csX562" fmla="*/ 3344 w 371673"/>
                <a:gd name="csY562" fmla="*/ 726627 h 726626"/>
                <a:gd name="csX563" fmla="*/ 2867 w 371673"/>
                <a:gd name="csY563" fmla="*/ 726627 h 726626"/>
                <a:gd name="csX564" fmla="*/ 1911 w 371673"/>
                <a:gd name="csY564" fmla="*/ 726149 h 726626"/>
                <a:gd name="csX565" fmla="*/ 478 w 371673"/>
                <a:gd name="csY565" fmla="*/ 725194 h 726626"/>
                <a:gd name="csX566" fmla="*/ 478 w 371673"/>
                <a:gd name="csY566" fmla="*/ 725194 h 726626"/>
                <a:gd name="csX567" fmla="*/ 0 w 371673"/>
                <a:gd name="csY567" fmla="*/ 724238 h 726626"/>
                <a:gd name="csX568" fmla="*/ 478 w 371673"/>
                <a:gd name="csY568" fmla="*/ 721371 h 726626"/>
                <a:gd name="csX569" fmla="*/ 478 w 371673"/>
                <a:gd name="csY569" fmla="*/ 714206 h 726626"/>
                <a:gd name="csX570" fmla="*/ 956 w 371673"/>
                <a:gd name="csY570" fmla="*/ 713250 h 726626"/>
                <a:gd name="csX571" fmla="*/ 1433 w 371673"/>
                <a:gd name="csY571" fmla="*/ 712295 h 726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</a:cxnLst>
              <a:rect l="l" t="t" r="r" b="b"/>
              <a:pathLst>
                <a:path w="371673" h="726626">
                  <a:moveTo>
                    <a:pt x="37263" y="4300"/>
                  </a:moveTo>
                  <a:lnTo>
                    <a:pt x="39174" y="1433"/>
                  </a:lnTo>
                  <a:lnTo>
                    <a:pt x="39651" y="0"/>
                  </a:lnTo>
                  <a:lnTo>
                    <a:pt x="41563" y="0"/>
                  </a:lnTo>
                  <a:lnTo>
                    <a:pt x="43951" y="1433"/>
                  </a:lnTo>
                  <a:lnTo>
                    <a:pt x="46340" y="3822"/>
                  </a:lnTo>
                  <a:lnTo>
                    <a:pt x="49206" y="11466"/>
                  </a:lnTo>
                  <a:lnTo>
                    <a:pt x="49206" y="18632"/>
                  </a:lnTo>
                  <a:lnTo>
                    <a:pt x="50639" y="22453"/>
                  </a:lnTo>
                  <a:lnTo>
                    <a:pt x="53983" y="30097"/>
                  </a:lnTo>
                  <a:lnTo>
                    <a:pt x="53983" y="31530"/>
                  </a:lnTo>
                  <a:lnTo>
                    <a:pt x="54461" y="33441"/>
                  </a:lnTo>
                  <a:lnTo>
                    <a:pt x="55894" y="34874"/>
                  </a:lnTo>
                  <a:lnTo>
                    <a:pt x="56850" y="38218"/>
                  </a:lnTo>
                  <a:lnTo>
                    <a:pt x="56850" y="38696"/>
                  </a:lnTo>
                  <a:lnTo>
                    <a:pt x="55894" y="39652"/>
                  </a:lnTo>
                  <a:lnTo>
                    <a:pt x="57328" y="39652"/>
                  </a:lnTo>
                  <a:lnTo>
                    <a:pt x="58283" y="40129"/>
                  </a:lnTo>
                  <a:lnTo>
                    <a:pt x="58761" y="42040"/>
                  </a:lnTo>
                  <a:lnTo>
                    <a:pt x="59716" y="42996"/>
                  </a:lnTo>
                  <a:lnTo>
                    <a:pt x="61149" y="44907"/>
                  </a:lnTo>
                  <a:lnTo>
                    <a:pt x="64493" y="45384"/>
                  </a:lnTo>
                  <a:lnTo>
                    <a:pt x="66405" y="45862"/>
                  </a:lnTo>
                  <a:lnTo>
                    <a:pt x="69271" y="46818"/>
                  </a:lnTo>
                  <a:lnTo>
                    <a:pt x="71182" y="47773"/>
                  </a:lnTo>
                  <a:lnTo>
                    <a:pt x="72615" y="52550"/>
                  </a:lnTo>
                  <a:lnTo>
                    <a:pt x="72137" y="54939"/>
                  </a:lnTo>
                  <a:lnTo>
                    <a:pt x="72137" y="56850"/>
                  </a:lnTo>
                  <a:lnTo>
                    <a:pt x="71659" y="57805"/>
                  </a:lnTo>
                  <a:lnTo>
                    <a:pt x="69271" y="58761"/>
                  </a:lnTo>
                  <a:lnTo>
                    <a:pt x="68793" y="59716"/>
                  </a:lnTo>
                  <a:lnTo>
                    <a:pt x="64493" y="63060"/>
                  </a:lnTo>
                  <a:lnTo>
                    <a:pt x="63538" y="64493"/>
                  </a:lnTo>
                  <a:lnTo>
                    <a:pt x="61149" y="66405"/>
                  </a:lnTo>
                  <a:lnTo>
                    <a:pt x="58761" y="70226"/>
                  </a:lnTo>
                  <a:lnTo>
                    <a:pt x="55417" y="74048"/>
                  </a:lnTo>
                  <a:lnTo>
                    <a:pt x="53983" y="75004"/>
                  </a:lnTo>
                  <a:lnTo>
                    <a:pt x="52073" y="75004"/>
                  </a:lnTo>
                  <a:lnTo>
                    <a:pt x="51117" y="75481"/>
                  </a:lnTo>
                  <a:lnTo>
                    <a:pt x="48251" y="78825"/>
                  </a:lnTo>
                  <a:lnTo>
                    <a:pt x="44907" y="79781"/>
                  </a:lnTo>
                  <a:lnTo>
                    <a:pt x="44429" y="81214"/>
                  </a:lnTo>
                  <a:lnTo>
                    <a:pt x="42518" y="85036"/>
                  </a:lnTo>
                  <a:lnTo>
                    <a:pt x="40607" y="87425"/>
                  </a:lnTo>
                  <a:lnTo>
                    <a:pt x="39651" y="87902"/>
                  </a:lnTo>
                  <a:lnTo>
                    <a:pt x="36308" y="91724"/>
                  </a:lnTo>
                  <a:lnTo>
                    <a:pt x="36308" y="93635"/>
                  </a:lnTo>
                  <a:lnTo>
                    <a:pt x="36308" y="96501"/>
                  </a:lnTo>
                  <a:lnTo>
                    <a:pt x="34397" y="98412"/>
                  </a:lnTo>
                  <a:lnTo>
                    <a:pt x="32008" y="99368"/>
                  </a:lnTo>
                  <a:lnTo>
                    <a:pt x="32008" y="101757"/>
                  </a:lnTo>
                  <a:lnTo>
                    <a:pt x="31052" y="102712"/>
                  </a:lnTo>
                  <a:lnTo>
                    <a:pt x="30097" y="103190"/>
                  </a:lnTo>
                  <a:lnTo>
                    <a:pt x="26275" y="102712"/>
                  </a:lnTo>
                  <a:lnTo>
                    <a:pt x="19587" y="105578"/>
                  </a:lnTo>
                  <a:lnTo>
                    <a:pt x="17676" y="106056"/>
                  </a:lnTo>
                  <a:lnTo>
                    <a:pt x="24364" y="106056"/>
                  </a:lnTo>
                  <a:lnTo>
                    <a:pt x="26753" y="107489"/>
                  </a:lnTo>
                  <a:lnTo>
                    <a:pt x="31530" y="106534"/>
                  </a:lnTo>
                  <a:lnTo>
                    <a:pt x="37741" y="103190"/>
                  </a:lnTo>
                  <a:lnTo>
                    <a:pt x="40129" y="102234"/>
                  </a:lnTo>
                  <a:lnTo>
                    <a:pt x="44429" y="100323"/>
                  </a:lnTo>
                  <a:lnTo>
                    <a:pt x="46340" y="98412"/>
                  </a:lnTo>
                  <a:lnTo>
                    <a:pt x="49684" y="96501"/>
                  </a:lnTo>
                  <a:lnTo>
                    <a:pt x="50639" y="96024"/>
                  </a:lnTo>
                  <a:lnTo>
                    <a:pt x="52550" y="95068"/>
                  </a:lnTo>
                  <a:lnTo>
                    <a:pt x="53506" y="96024"/>
                  </a:lnTo>
                  <a:lnTo>
                    <a:pt x="53506" y="96979"/>
                  </a:lnTo>
                  <a:lnTo>
                    <a:pt x="52073" y="97935"/>
                  </a:lnTo>
                  <a:lnTo>
                    <a:pt x="52550" y="98890"/>
                  </a:lnTo>
                  <a:lnTo>
                    <a:pt x="53506" y="100323"/>
                  </a:lnTo>
                  <a:lnTo>
                    <a:pt x="53983" y="101757"/>
                  </a:lnTo>
                  <a:lnTo>
                    <a:pt x="53983" y="102712"/>
                  </a:lnTo>
                  <a:lnTo>
                    <a:pt x="54939" y="105100"/>
                  </a:lnTo>
                  <a:lnTo>
                    <a:pt x="56850" y="107489"/>
                  </a:lnTo>
                  <a:lnTo>
                    <a:pt x="56850" y="108445"/>
                  </a:lnTo>
                  <a:lnTo>
                    <a:pt x="56850" y="109878"/>
                  </a:lnTo>
                  <a:lnTo>
                    <a:pt x="57805" y="110833"/>
                  </a:lnTo>
                  <a:lnTo>
                    <a:pt x="58761" y="111311"/>
                  </a:lnTo>
                  <a:lnTo>
                    <a:pt x="62105" y="114655"/>
                  </a:lnTo>
                  <a:lnTo>
                    <a:pt x="64971" y="112744"/>
                  </a:lnTo>
                  <a:lnTo>
                    <a:pt x="66882" y="112266"/>
                  </a:lnTo>
                  <a:lnTo>
                    <a:pt x="67838" y="111311"/>
                  </a:lnTo>
                  <a:lnTo>
                    <a:pt x="70226" y="111311"/>
                  </a:lnTo>
                  <a:lnTo>
                    <a:pt x="72137" y="111789"/>
                  </a:lnTo>
                  <a:lnTo>
                    <a:pt x="75959" y="112744"/>
                  </a:lnTo>
                  <a:lnTo>
                    <a:pt x="78348" y="111789"/>
                  </a:lnTo>
                  <a:lnTo>
                    <a:pt x="84081" y="109400"/>
                  </a:lnTo>
                  <a:lnTo>
                    <a:pt x="82170" y="113700"/>
                  </a:lnTo>
                  <a:lnTo>
                    <a:pt x="80736" y="117522"/>
                  </a:lnTo>
                  <a:lnTo>
                    <a:pt x="80258" y="119432"/>
                  </a:lnTo>
                  <a:lnTo>
                    <a:pt x="79303" y="123732"/>
                  </a:lnTo>
                  <a:lnTo>
                    <a:pt x="78348" y="124688"/>
                  </a:lnTo>
                  <a:lnTo>
                    <a:pt x="77392" y="126121"/>
                  </a:lnTo>
                  <a:lnTo>
                    <a:pt x="78825" y="125643"/>
                  </a:lnTo>
                  <a:lnTo>
                    <a:pt x="79781" y="125165"/>
                  </a:lnTo>
                  <a:lnTo>
                    <a:pt x="81214" y="123254"/>
                  </a:lnTo>
                  <a:lnTo>
                    <a:pt x="82170" y="120388"/>
                  </a:lnTo>
                  <a:lnTo>
                    <a:pt x="85991" y="112744"/>
                  </a:lnTo>
                  <a:lnTo>
                    <a:pt x="86947" y="111789"/>
                  </a:lnTo>
                  <a:lnTo>
                    <a:pt x="90291" y="110833"/>
                  </a:lnTo>
                  <a:lnTo>
                    <a:pt x="96024" y="104623"/>
                  </a:lnTo>
                  <a:lnTo>
                    <a:pt x="97935" y="105100"/>
                  </a:lnTo>
                  <a:lnTo>
                    <a:pt x="99368" y="106534"/>
                  </a:lnTo>
                  <a:lnTo>
                    <a:pt x="100801" y="107012"/>
                  </a:lnTo>
                  <a:lnTo>
                    <a:pt x="101279" y="105578"/>
                  </a:lnTo>
                  <a:lnTo>
                    <a:pt x="103190" y="104623"/>
                  </a:lnTo>
                  <a:lnTo>
                    <a:pt x="101279" y="104145"/>
                  </a:lnTo>
                  <a:lnTo>
                    <a:pt x="100801" y="103190"/>
                  </a:lnTo>
                  <a:lnTo>
                    <a:pt x="100323" y="101757"/>
                  </a:lnTo>
                  <a:lnTo>
                    <a:pt x="101756" y="100323"/>
                  </a:lnTo>
                  <a:lnTo>
                    <a:pt x="101279" y="98890"/>
                  </a:lnTo>
                  <a:lnTo>
                    <a:pt x="104145" y="96979"/>
                  </a:lnTo>
                  <a:lnTo>
                    <a:pt x="103667" y="95546"/>
                  </a:lnTo>
                  <a:lnTo>
                    <a:pt x="104623" y="94113"/>
                  </a:lnTo>
                  <a:lnTo>
                    <a:pt x="106056" y="93157"/>
                  </a:lnTo>
                  <a:lnTo>
                    <a:pt x="107489" y="92202"/>
                  </a:lnTo>
                  <a:lnTo>
                    <a:pt x="107489" y="91247"/>
                  </a:lnTo>
                  <a:lnTo>
                    <a:pt x="108445" y="90769"/>
                  </a:lnTo>
                  <a:lnTo>
                    <a:pt x="109400" y="90769"/>
                  </a:lnTo>
                  <a:lnTo>
                    <a:pt x="110833" y="91724"/>
                  </a:lnTo>
                  <a:lnTo>
                    <a:pt x="112266" y="90291"/>
                  </a:lnTo>
                  <a:lnTo>
                    <a:pt x="113700" y="89813"/>
                  </a:lnTo>
                  <a:lnTo>
                    <a:pt x="114655" y="90291"/>
                  </a:lnTo>
                  <a:lnTo>
                    <a:pt x="115133" y="90769"/>
                  </a:lnTo>
                  <a:lnTo>
                    <a:pt x="116088" y="91247"/>
                  </a:lnTo>
                  <a:lnTo>
                    <a:pt x="117044" y="90769"/>
                  </a:lnTo>
                  <a:lnTo>
                    <a:pt x="118955" y="90291"/>
                  </a:lnTo>
                  <a:lnTo>
                    <a:pt x="120388" y="91724"/>
                  </a:lnTo>
                  <a:lnTo>
                    <a:pt x="121343" y="91724"/>
                  </a:lnTo>
                  <a:lnTo>
                    <a:pt x="121343" y="91247"/>
                  </a:lnTo>
                  <a:lnTo>
                    <a:pt x="120865" y="90291"/>
                  </a:lnTo>
                  <a:lnTo>
                    <a:pt x="121343" y="89813"/>
                  </a:lnTo>
                  <a:lnTo>
                    <a:pt x="121821" y="89335"/>
                  </a:lnTo>
                  <a:lnTo>
                    <a:pt x="124688" y="89813"/>
                  </a:lnTo>
                  <a:lnTo>
                    <a:pt x="125643" y="90291"/>
                  </a:lnTo>
                  <a:lnTo>
                    <a:pt x="127554" y="91247"/>
                  </a:lnTo>
                  <a:lnTo>
                    <a:pt x="129465" y="91724"/>
                  </a:lnTo>
                  <a:lnTo>
                    <a:pt x="130898" y="91247"/>
                  </a:lnTo>
                  <a:lnTo>
                    <a:pt x="131854" y="92202"/>
                  </a:lnTo>
                  <a:lnTo>
                    <a:pt x="133764" y="92202"/>
                  </a:lnTo>
                  <a:lnTo>
                    <a:pt x="134242" y="93157"/>
                  </a:lnTo>
                  <a:lnTo>
                    <a:pt x="137108" y="94591"/>
                  </a:lnTo>
                  <a:lnTo>
                    <a:pt x="137586" y="95546"/>
                  </a:lnTo>
                  <a:lnTo>
                    <a:pt x="139497" y="96024"/>
                  </a:lnTo>
                  <a:lnTo>
                    <a:pt x="141408" y="96501"/>
                  </a:lnTo>
                  <a:lnTo>
                    <a:pt x="143319" y="96979"/>
                  </a:lnTo>
                  <a:lnTo>
                    <a:pt x="145230" y="96501"/>
                  </a:lnTo>
                  <a:lnTo>
                    <a:pt x="145230" y="97935"/>
                  </a:lnTo>
                  <a:lnTo>
                    <a:pt x="146663" y="98412"/>
                  </a:lnTo>
                  <a:lnTo>
                    <a:pt x="148574" y="97935"/>
                  </a:lnTo>
                  <a:lnTo>
                    <a:pt x="150007" y="99368"/>
                  </a:lnTo>
                  <a:lnTo>
                    <a:pt x="154307" y="100801"/>
                  </a:lnTo>
                  <a:lnTo>
                    <a:pt x="156695" y="102234"/>
                  </a:lnTo>
                  <a:lnTo>
                    <a:pt x="158606" y="102234"/>
                  </a:lnTo>
                  <a:lnTo>
                    <a:pt x="160517" y="102712"/>
                  </a:lnTo>
                  <a:lnTo>
                    <a:pt x="162428" y="106534"/>
                  </a:lnTo>
                  <a:lnTo>
                    <a:pt x="162906" y="108923"/>
                  </a:lnTo>
                  <a:lnTo>
                    <a:pt x="163861" y="108445"/>
                  </a:lnTo>
                  <a:lnTo>
                    <a:pt x="164817" y="107489"/>
                  </a:lnTo>
                  <a:lnTo>
                    <a:pt x="165772" y="105100"/>
                  </a:lnTo>
                  <a:lnTo>
                    <a:pt x="168161" y="104623"/>
                  </a:lnTo>
                  <a:lnTo>
                    <a:pt x="169116" y="105578"/>
                  </a:lnTo>
                  <a:lnTo>
                    <a:pt x="171027" y="106534"/>
                  </a:lnTo>
                  <a:lnTo>
                    <a:pt x="172938" y="108445"/>
                  </a:lnTo>
                  <a:lnTo>
                    <a:pt x="173894" y="109400"/>
                  </a:lnTo>
                  <a:lnTo>
                    <a:pt x="174849" y="109400"/>
                  </a:lnTo>
                  <a:lnTo>
                    <a:pt x="173894" y="110356"/>
                  </a:lnTo>
                  <a:lnTo>
                    <a:pt x="174849" y="110356"/>
                  </a:lnTo>
                  <a:lnTo>
                    <a:pt x="176282" y="109400"/>
                  </a:lnTo>
                  <a:lnTo>
                    <a:pt x="177715" y="111311"/>
                  </a:lnTo>
                  <a:lnTo>
                    <a:pt x="178671" y="113222"/>
                  </a:lnTo>
                  <a:lnTo>
                    <a:pt x="178671" y="115133"/>
                  </a:lnTo>
                  <a:lnTo>
                    <a:pt x="177715" y="116088"/>
                  </a:lnTo>
                  <a:lnTo>
                    <a:pt x="177238" y="117044"/>
                  </a:lnTo>
                  <a:lnTo>
                    <a:pt x="176282" y="118477"/>
                  </a:lnTo>
                  <a:lnTo>
                    <a:pt x="175327" y="118477"/>
                  </a:lnTo>
                  <a:lnTo>
                    <a:pt x="174371" y="118955"/>
                  </a:lnTo>
                  <a:lnTo>
                    <a:pt x="175327" y="119910"/>
                  </a:lnTo>
                  <a:lnTo>
                    <a:pt x="176282" y="120866"/>
                  </a:lnTo>
                  <a:lnTo>
                    <a:pt x="177715" y="118477"/>
                  </a:lnTo>
                  <a:lnTo>
                    <a:pt x="179149" y="117522"/>
                  </a:lnTo>
                  <a:lnTo>
                    <a:pt x="180582" y="117044"/>
                  </a:lnTo>
                  <a:lnTo>
                    <a:pt x="181537" y="118955"/>
                  </a:lnTo>
                  <a:lnTo>
                    <a:pt x="181537" y="120866"/>
                  </a:lnTo>
                  <a:lnTo>
                    <a:pt x="179149" y="121343"/>
                  </a:lnTo>
                  <a:lnTo>
                    <a:pt x="179149" y="122777"/>
                  </a:lnTo>
                  <a:lnTo>
                    <a:pt x="178193" y="123732"/>
                  </a:lnTo>
                  <a:lnTo>
                    <a:pt x="177715" y="124688"/>
                  </a:lnTo>
                  <a:lnTo>
                    <a:pt x="177238" y="126598"/>
                  </a:lnTo>
                  <a:lnTo>
                    <a:pt x="176760" y="128032"/>
                  </a:lnTo>
                  <a:lnTo>
                    <a:pt x="174849" y="134720"/>
                  </a:lnTo>
                  <a:lnTo>
                    <a:pt x="174849" y="136153"/>
                  </a:lnTo>
                  <a:lnTo>
                    <a:pt x="176760" y="134720"/>
                  </a:lnTo>
                  <a:lnTo>
                    <a:pt x="180582" y="131376"/>
                  </a:lnTo>
                  <a:lnTo>
                    <a:pt x="181537" y="127554"/>
                  </a:lnTo>
                  <a:lnTo>
                    <a:pt x="183448" y="123732"/>
                  </a:lnTo>
                  <a:lnTo>
                    <a:pt x="184881" y="122777"/>
                  </a:lnTo>
                  <a:lnTo>
                    <a:pt x="185837" y="122777"/>
                  </a:lnTo>
                  <a:lnTo>
                    <a:pt x="187270" y="123254"/>
                  </a:lnTo>
                  <a:lnTo>
                    <a:pt x="187270" y="124210"/>
                  </a:lnTo>
                  <a:lnTo>
                    <a:pt x="187270" y="125165"/>
                  </a:lnTo>
                  <a:lnTo>
                    <a:pt x="185359" y="126598"/>
                  </a:lnTo>
                  <a:lnTo>
                    <a:pt x="184881" y="128032"/>
                  </a:lnTo>
                  <a:lnTo>
                    <a:pt x="185359" y="128987"/>
                  </a:lnTo>
                  <a:lnTo>
                    <a:pt x="189181" y="125643"/>
                  </a:lnTo>
                  <a:lnTo>
                    <a:pt x="190614" y="124688"/>
                  </a:lnTo>
                  <a:lnTo>
                    <a:pt x="192047" y="124688"/>
                  </a:lnTo>
                  <a:lnTo>
                    <a:pt x="194914" y="123254"/>
                  </a:lnTo>
                  <a:lnTo>
                    <a:pt x="200169" y="123254"/>
                  </a:lnTo>
                  <a:lnTo>
                    <a:pt x="200646" y="121821"/>
                  </a:lnTo>
                  <a:lnTo>
                    <a:pt x="201602" y="120866"/>
                  </a:lnTo>
                  <a:lnTo>
                    <a:pt x="204468" y="121343"/>
                  </a:lnTo>
                  <a:lnTo>
                    <a:pt x="210201" y="122299"/>
                  </a:lnTo>
                  <a:lnTo>
                    <a:pt x="212590" y="123732"/>
                  </a:lnTo>
                  <a:lnTo>
                    <a:pt x="215456" y="124688"/>
                  </a:lnTo>
                  <a:lnTo>
                    <a:pt x="217367" y="126121"/>
                  </a:lnTo>
                  <a:lnTo>
                    <a:pt x="224055" y="128509"/>
                  </a:lnTo>
                  <a:lnTo>
                    <a:pt x="228833" y="128509"/>
                  </a:lnTo>
                  <a:lnTo>
                    <a:pt x="231699" y="127554"/>
                  </a:lnTo>
                  <a:lnTo>
                    <a:pt x="234565" y="128987"/>
                  </a:lnTo>
                  <a:lnTo>
                    <a:pt x="235998" y="129942"/>
                  </a:lnTo>
                  <a:lnTo>
                    <a:pt x="239343" y="130898"/>
                  </a:lnTo>
                  <a:lnTo>
                    <a:pt x="242686" y="130898"/>
                  </a:lnTo>
                  <a:lnTo>
                    <a:pt x="245075" y="129942"/>
                  </a:lnTo>
                  <a:lnTo>
                    <a:pt x="251286" y="129942"/>
                  </a:lnTo>
                  <a:lnTo>
                    <a:pt x="259407" y="128509"/>
                  </a:lnTo>
                  <a:lnTo>
                    <a:pt x="264184" y="128987"/>
                  </a:lnTo>
                  <a:lnTo>
                    <a:pt x="269440" y="129942"/>
                  </a:lnTo>
                  <a:lnTo>
                    <a:pt x="273261" y="131854"/>
                  </a:lnTo>
                  <a:lnTo>
                    <a:pt x="276605" y="133287"/>
                  </a:lnTo>
                  <a:lnTo>
                    <a:pt x="278516" y="134242"/>
                  </a:lnTo>
                  <a:lnTo>
                    <a:pt x="281383" y="135675"/>
                  </a:lnTo>
                  <a:lnTo>
                    <a:pt x="288071" y="139497"/>
                  </a:lnTo>
                  <a:lnTo>
                    <a:pt x="290459" y="141408"/>
                  </a:lnTo>
                  <a:lnTo>
                    <a:pt x="294759" y="144274"/>
                  </a:lnTo>
                  <a:lnTo>
                    <a:pt x="299059" y="145230"/>
                  </a:lnTo>
                  <a:lnTo>
                    <a:pt x="300970" y="148096"/>
                  </a:lnTo>
                  <a:lnTo>
                    <a:pt x="302881" y="149530"/>
                  </a:lnTo>
                  <a:lnTo>
                    <a:pt x="307180" y="154307"/>
                  </a:lnTo>
                  <a:lnTo>
                    <a:pt x="312435" y="157651"/>
                  </a:lnTo>
                  <a:lnTo>
                    <a:pt x="315779" y="160995"/>
                  </a:lnTo>
                  <a:lnTo>
                    <a:pt x="321990" y="163384"/>
                  </a:lnTo>
                  <a:lnTo>
                    <a:pt x="324856" y="166728"/>
                  </a:lnTo>
                  <a:lnTo>
                    <a:pt x="329156" y="167205"/>
                  </a:lnTo>
                  <a:lnTo>
                    <a:pt x="331066" y="167683"/>
                  </a:lnTo>
                  <a:lnTo>
                    <a:pt x="332977" y="169594"/>
                  </a:lnTo>
                  <a:lnTo>
                    <a:pt x="336322" y="170072"/>
                  </a:lnTo>
                  <a:lnTo>
                    <a:pt x="340143" y="170072"/>
                  </a:lnTo>
                  <a:lnTo>
                    <a:pt x="344921" y="170072"/>
                  </a:lnTo>
                  <a:lnTo>
                    <a:pt x="348265" y="169594"/>
                  </a:lnTo>
                  <a:lnTo>
                    <a:pt x="356864" y="170549"/>
                  </a:lnTo>
                  <a:lnTo>
                    <a:pt x="358297" y="171505"/>
                  </a:lnTo>
                  <a:lnTo>
                    <a:pt x="360208" y="172938"/>
                  </a:lnTo>
                  <a:lnTo>
                    <a:pt x="363074" y="178671"/>
                  </a:lnTo>
                  <a:lnTo>
                    <a:pt x="364985" y="184881"/>
                  </a:lnTo>
                  <a:lnTo>
                    <a:pt x="365941" y="190137"/>
                  </a:lnTo>
                  <a:lnTo>
                    <a:pt x="367852" y="193480"/>
                  </a:lnTo>
                  <a:lnTo>
                    <a:pt x="369285" y="200646"/>
                  </a:lnTo>
                  <a:lnTo>
                    <a:pt x="370240" y="203035"/>
                  </a:lnTo>
                  <a:lnTo>
                    <a:pt x="370240" y="204946"/>
                  </a:lnTo>
                  <a:lnTo>
                    <a:pt x="371196" y="205424"/>
                  </a:lnTo>
                  <a:lnTo>
                    <a:pt x="371673" y="210201"/>
                  </a:lnTo>
                  <a:lnTo>
                    <a:pt x="371673" y="212112"/>
                  </a:lnTo>
                  <a:lnTo>
                    <a:pt x="370718" y="214501"/>
                  </a:lnTo>
                  <a:lnTo>
                    <a:pt x="370718" y="215456"/>
                  </a:lnTo>
                  <a:lnTo>
                    <a:pt x="370718" y="216412"/>
                  </a:lnTo>
                  <a:lnTo>
                    <a:pt x="370240" y="217367"/>
                  </a:lnTo>
                  <a:lnTo>
                    <a:pt x="370240" y="218322"/>
                  </a:lnTo>
                  <a:lnTo>
                    <a:pt x="371196" y="220711"/>
                  </a:lnTo>
                  <a:lnTo>
                    <a:pt x="371196" y="222622"/>
                  </a:lnTo>
                  <a:lnTo>
                    <a:pt x="369763" y="224533"/>
                  </a:lnTo>
                  <a:lnTo>
                    <a:pt x="368330" y="230266"/>
                  </a:lnTo>
                  <a:lnTo>
                    <a:pt x="364508" y="239820"/>
                  </a:lnTo>
                  <a:lnTo>
                    <a:pt x="361164" y="245553"/>
                  </a:lnTo>
                  <a:lnTo>
                    <a:pt x="355908" y="251286"/>
                  </a:lnTo>
                  <a:lnTo>
                    <a:pt x="352564" y="254152"/>
                  </a:lnTo>
                  <a:lnTo>
                    <a:pt x="351609" y="254630"/>
                  </a:lnTo>
                  <a:lnTo>
                    <a:pt x="350176" y="253675"/>
                  </a:lnTo>
                  <a:lnTo>
                    <a:pt x="351131" y="255585"/>
                  </a:lnTo>
                  <a:lnTo>
                    <a:pt x="350176" y="257019"/>
                  </a:lnTo>
                  <a:lnTo>
                    <a:pt x="346832" y="260840"/>
                  </a:lnTo>
                  <a:lnTo>
                    <a:pt x="343488" y="263707"/>
                  </a:lnTo>
                  <a:lnTo>
                    <a:pt x="340143" y="268484"/>
                  </a:lnTo>
                  <a:lnTo>
                    <a:pt x="339666" y="268484"/>
                  </a:lnTo>
                  <a:lnTo>
                    <a:pt x="335366" y="270395"/>
                  </a:lnTo>
                  <a:lnTo>
                    <a:pt x="332977" y="271828"/>
                  </a:lnTo>
                  <a:lnTo>
                    <a:pt x="329156" y="274694"/>
                  </a:lnTo>
                  <a:lnTo>
                    <a:pt x="326289" y="278994"/>
                  </a:lnTo>
                  <a:lnTo>
                    <a:pt x="325812" y="279472"/>
                  </a:lnTo>
                  <a:lnTo>
                    <a:pt x="324378" y="279472"/>
                  </a:lnTo>
                  <a:lnTo>
                    <a:pt x="324378" y="281383"/>
                  </a:lnTo>
                  <a:lnTo>
                    <a:pt x="321990" y="284727"/>
                  </a:lnTo>
                  <a:lnTo>
                    <a:pt x="321034" y="285205"/>
                  </a:lnTo>
                  <a:lnTo>
                    <a:pt x="321034" y="284249"/>
                  </a:lnTo>
                  <a:lnTo>
                    <a:pt x="321512" y="283771"/>
                  </a:lnTo>
                  <a:lnTo>
                    <a:pt x="321990" y="282816"/>
                  </a:lnTo>
                  <a:lnTo>
                    <a:pt x="321990" y="281860"/>
                  </a:lnTo>
                  <a:lnTo>
                    <a:pt x="321034" y="282816"/>
                  </a:lnTo>
                  <a:lnTo>
                    <a:pt x="319601" y="285205"/>
                  </a:lnTo>
                  <a:lnTo>
                    <a:pt x="320079" y="287116"/>
                  </a:lnTo>
                  <a:lnTo>
                    <a:pt x="318646" y="289982"/>
                  </a:lnTo>
                  <a:lnTo>
                    <a:pt x="314346" y="298103"/>
                  </a:lnTo>
                  <a:lnTo>
                    <a:pt x="309091" y="305269"/>
                  </a:lnTo>
                  <a:lnTo>
                    <a:pt x="308135" y="307180"/>
                  </a:lnTo>
                  <a:lnTo>
                    <a:pt x="303358" y="311958"/>
                  </a:lnTo>
                  <a:lnTo>
                    <a:pt x="300492" y="314346"/>
                  </a:lnTo>
                  <a:lnTo>
                    <a:pt x="299536" y="314346"/>
                  </a:lnTo>
                  <a:lnTo>
                    <a:pt x="298581" y="314346"/>
                  </a:lnTo>
                  <a:lnTo>
                    <a:pt x="298103" y="310524"/>
                  </a:lnTo>
                  <a:lnTo>
                    <a:pt x="295237" y="308136"/>
                  </a:lnTo>
                  <a:lnTo>
                    <a:pt x="294759" y="308136"/>
                  </a:lnTo>
                  <a:lnTo>
                    <a:pt x="293326" y="310047"/>
                  </a:lnTo>
                  <a:lnTo>
                    <a:pt x="292848" y="311002"/>
                  </a:lnTo>
                  <a:lnTo>
                    <a:pt x="291415" y="311002"/>
                  </a:lnTo>
                  <a:lnTo>
                    <a:pt x="292848" y="311958"/>
                  </a:lnTo>
                  <a:lnTo>
                    <a:pt x="293326" y="313391"/>
                  </a:lnTo>
                  <a:lnTo>
                    <a:pt x="291893" y="315301"/>
                  </a:lnTo>
                  <a:lnTo>
                    <a:pt x="291893" y="317690"/>
                  </a:lnTo>
                  <a:lnTo>
                    <a:pt x="289504" y="320079"/>
                  </a:lnTo>
                  <a:lnTo>
                    <a:pt x="288071" y="321512"/>
                  </a:lnTo>
                  <a:lnTo>
                    <a:pt x="287116" y="323901"/>
                  </a:lnTo>
                  <a:lnTo>
                    <a:pt x="286638" y="325812"/>
                  </a:lnTo>
                  <a:lnTo>
                    <a:pt x="287593" y="325334"/>
                  </a:lnTo>
                  <a:lnTo>
                    <a:pt x="288549" y="325812"/>
                  </a:lnTo>
                  <a:lnTo>
                    <a:pt x="288549" y="326289"/>
                  </a:lnTo>
                  <a:lnTo>
                    <a:pt x="288549" y="327245"/>
                  </a:lnTo>
                  <a:lnTo>
                    <a:pt x="287593" y="329156"/>
                  </a:lnTo>
                  <a:lnTo>
                    <a:pt x="287593" y="333455"/>
                  </a:lnTo>
                  <a:lnTo>
                    <a:pt x="287593" y="334411"/>
                  </a:lnTo>
                  <a:lnTo>
                    <a:pt x="288549" y="335366"/>
                  </a:lnTo>
                  <a:lnTo>
                    <a:pt x="289026" y="333455"/>
                  </a:lnTo>
                  <a:lnTo>
                    <a:pt x="289504" y="333933"/>
                  </a:lnTo>
                  <a:lnTo>
                    <a:pt x="287116" y="345876"/>
                  </a:lnTo>
                  <a:lnTo>
                    <a:pt x="288071" y="351131"/>
                  </a:lnTo>
                  <a:lnTo>
                    <a:pt x="288549" y="356864"/>
                  </a:lnTo>
                  <a:lnTo>
                    <a:pt x="289504" y="362597"/>
                  </a:lnTo>
                  <a:lnTo>
                    <a:pt x="290937" y="367852"/>
                  </a:lnTo>
                  <a:lnTo>
                    <a:pt x="290937" y="368330"/>
                  </a:lnTo>
                  <a:lnTo>
                    <a:pt x="289026" y="374540"/>
                  </a:lnTo>
                  <a:lnTo>
                    <a:pt x="287116" y="380273"/>
                  </a:lnTo>
                  <a:lnTo>
                    <a:pt x="286160" y="385528"/>
                  </a:lnTo>
                  <a:lnTo>
                    <a:pt x="285205" y="390783"/>
                  </a:lnTo>
                  <a:lnTo>
                    <a:pt x="284249" y="393172"/>
                  </a:lnTo>
                  <a:lnTo>
                    <a:pt x="284249" y="395560"/>
                  </a:lnTo>
                  <a:lnTo>
                    <a:pt x="285205" y="401771"/>
                  </a:lnTo>
                  <a:lnTo>
                    <a:pt x="285205" y="403204"/>
                  </a:lnTo>
                  <a:lnTo>
                    <a:pt x="282816" y="406070"/>
                  </a:lnTo>
                  <a:lnTo>
                    <a:pt x="280427" y="407026"/>
                  </a:lnTo>
                  <a:lnTo>
                    <a:pt x="278994" y="408459"/>
                  </a:lnTo>
                  <a:lnTo>
                    <a:pt x="275650" y="413714"/>
                  </a:lnTo>
                  <a:lnTo>
                    <a:pt x="273739" y="420880"/>
                  </a:lnTo>
                  <a:lnTo>
                    <a:pt x="273739" y="424702"/>
                  </a:lnTo>
                  <a:lnTo>
                    <a:pt x="274694" y="433301"/>
                  </a:lnTo>
                  <a:lnTo>
                    <a:pt x="274217" y="436645"/>
                  </a:lnTo>
                  <a:lnTo>
                    <a:pt x="272784" y="439033"/>
                  </a:lnTo>
                  <a:lnTo>
                    <a:pt x="271828" y="440467"/>
                  </a:lnTo>
                  <a:lnTo>
                    <a:pt x="268484" y="441900"/>
                  </a:lnTo>
                  <a:lnTo>
                    <a:pt x="265618" y="446199"/>
                  </a:lnTo>
                  <a:lnTo>
                    <a:pt x="264662" y="450977"/>
                  </a:lnTo>
                  <a:lnTo>
                    <a:pt x="262751" y="452410"/>
                  </a:lnTo>
                  <a:lnTo>
                    <a:pt x="262274" y="455276"/>
                  </a:lnTo>
                  <a:lnTo>
                    <a:pt x="260840" y="458143"/>
                  </a:lnTo>
                  <a:lnTo>
                    <a:pt x="257018" y="461964"/>
                  </a:lnTo>
                  <a:lnTo>
                    <a:pt x="254152" y="463398"/>
                  </a:lnTo>
                  <a:lnTo>
                    <a:pt x="253197" y="464353"/>
                  </a:lnTo>
                  <a:lnTo>
                    <a:pt x="252241" y="466742"/>
                  </a:lnTo>
                  <a:lnTo>
                    <a:pt x="249852" y="471041"/>
                  </a:lnTo>
                  <a:lnTo>
                    <a:pt x="247942" y="476296"/>
                  </a:lnTo>
                  <a:lnTo>
                    <a:pt x="248419" y="477729"/>
                  </a:lnTo>
                  <a:lnTo>
                    <a:pt x="248419" y="478207"/>
                  </a:lnTo>
                  <a:lnTo>
                    <a:pt x="248897" y="484418"/>
                  </a:lnTo>
                  <a:lnTo>
                    <a:pt x="248897" y="485851"/>
                  </a:lnTo>
                  <a:lnTo>
                    <a:pt x="246509" y="487284"/>
                  </a:lnTo>
                  <a:lnTo>
                    <a:pt x="237432" y="490628"/>
                  </a:lnTo>
                  <a:lnTo>
                    <a:pt x="235043" y="492061"/>
                  </a:lnTo>
                  <a:lnTo>
                    <a:pt x="229310" y="497317"/>
                  </a:lnTo>
                  <a:lnTo>
                    <a:pt x="228833" y="498272"/>
                  </a:lnTo>
                  <a:lnTo>
                    <a:pt x="229310" y="500183"/>
                  </a:lnTo>
                  <a:lnTo>
                    <a:pt x="230266" y="501138"/>
                  </a:lnTo>
                  <a:lnTo>
                    <a:pt x="229310" y="502094"/>
                  </a:lnTo>
                  <a:lnTo>
                    <a:pt x="228355" y="504482"/>
                  </a:lnTo>
                  <a:lnTo>
                    <a:pt x="226444" y="504005"/>
                  </a:lnTo>
                  <a:lnTo>
                    <a:pt x="217367" y="504005"/>
                  </a:lnTo>
                  <a:lnTo>
                    <a:pt x="212590" y="504960"/>
                  </a:lnTo>
                  <a:lnTo>
                    <a:pt x="210201" y="504482"/>
                  </a:lnTo>
                  <a:lnTo>
                    <a:pt x="208768" y="504005"/>
                  </a:lnTo>
                  <a:lnTo>
                    <a:pt x="207335" y="503527"/>
                  </a:lnTo>
                  <a:lnTo>
                    <a:pt x="207335" y="502571"/>
                  </a:lnTo>
                  <a:lnTo>
                    <a:pt x="207812" y="500661"/>
                  </a:lnTo>
                  <a:lnTo>
                    <a:pt x="207335" y="499705"/>
                  </a:lnTo>
                  <a:lnTo>
                    <a:pt x="205902" y="499705"/>
                  </a:lnTo>
                  <a:lnTo>
                    <a:pt x="204468" y="500183"/>
                  </a:lnTo>
                  <a:lnTo>
                    <a:pt x="204468" y="501138"/>
                  </a:lnTo>
                  <a:lnTo>
                    <a:pt x="204468" y="502094"/>
                  </a:lnTo>
                  <a:lnTo>
                    <a:pt x="204946" y="503049"/>
                  </a:lnTo>
                  <a:lnTo>
                    <a:pt x="205424" y="504005"/>
                  </a:lnTo>
                  <a:lnTo>
                    <a:pt x="204946" y="504960"/>
                  </a:lnTo>
                  <a:lnTo>
                    <a:pt x="201602" y="505438"/>
                  </a:lnTo>
                  <a:lnTo>
                    <a:pt x="198736" y="506393"/>
                  </a:lnTo>
                  <a:lnTo>
                    <a:pt x="194436" y="506871"/>
                  </a:lnTo>
                  <a:lnTo>
                    <a:pt x="191570" y="507349"/>
                  </a:lnTo>
                  <a:lnTo>
                    <a:pt x="189659" y="506393"/>
                  </a:lnTo>
                  <a:lnTo>
                    <a:pt x="191570" y="505916"/>
                  </a:lnTo>
                  <a:lnTo>
                    <a:pt x="193480" y="506393"/>
                  </a:lnTo>
                  <a:lnTo>
                    <a:pt x="195869" y="505438"/>
                  </a:lnTo>
                  <a:lnTo>
                    <a:pt x="195391" y="504482"/>
                  </a:lnTo>
                  <a:lnTo>
                    <a:pt x="192047" y="503527"/>
                  </a:lnTo>
                  <a:lnTo>
                    <a:pt x="188226" y="504482"/>
                  </a:lnTo>
                  <a:lnTo>
                    <a:pt x="186314" y="505438"/>
                  </a:lnTo>
                  <a:lnTo>
                    <a:pt x="182015" y="505438"/>
                  </a:lnTo>
                  <a:lnTo>
                    <a:pt x="176760" y="506393"/>
                  </a:lnTo>
                  <a:lnTo>
                    <a:pt x="175804" y="507349"/>
                  </a:lnTo>
                  <a:lnTo>
                    <a:pt x="175804" y="509260"/>
                  </a:lnTo>
                  <a:lnTo>
                    <a:pt x="177238" y="509737"/>
                  </a:lnTo>
                  <a:lnTo>
                    <a:pt x="178193" y="510693"/>
                  </a:lnTo>
                  <a:lnTo>
                    <a:pt x="177238" y="511648"/>
                  </a:lnTo>
                  <a:lnTo>
                    <a:pt x="176282" y="512126"/>
                  </a:lnTo>
                  <a:lnTo>
                    <a:pt x="170549" y="513082"/>
                  </a:lnTo>
                  <a:lnTo>
                    <a:pt x="165295" y="516903"/>
                  </a:lnTo>
                  <a:lnTo>
                    <a:pt x="162906" y="517381"/>
                  </a:lnTo>
                  <a:lnTo>
                    <a:pt x="160995" y="518814"/>
                  </a:lnTo>
                  <a:lnTo>
                    <a:pt x="160995" y="520247"/>
                  </a:lnTo>
                  <a:lnTo>
                    <a:pt x="160517" y="521203"/>
                  </a:lnTo>
                  <a:lnTo>
                    <a:pt x="159084" y="521203"/>
                  </a:lnTo>
                  <a:lnTo>
                    <a:pt x="156218" y="520247"/>
                  </a:lnTo>
                  <a:lnTo>
                    <a:pt x="152873" y="520247"/>
                  </a:lnTo>
                  <a:lnTo>
                    <a:pt x="150485" y="521203"/>
                  </a:lnTo>
                  <a:lnTo>
                    <a:pt x="137108" y="527413"/>
                  </a:lnTo>
                  <a:lnTo>
                    <a:pt x="132331" y="529802"/>
                  </a:lnTo>
                  <a:lnTo>
                    <a:pt x="127076" y="535057"/>
                  </a:lnTo>
                  <a:lnTo>
                    <a:pt x="117999" y="540790"/>
                  </a:lnTo>
                  <a:lnTo>
                    <a:pt x="113222" y="544134"/>
                  </a:lnTo>
                  <a:lnTo>
                    <a:pt x="112266" y="545090"/>
                  </a:lnTo>
                  <a:lnTo>
                    <a:pt x="111789" y="545090"/>
                  </a:lnTo>
                  <a:lnTo>
                    <a:pt x="110356" y="545567"/>
                  </a:lnTo>
                  <a:lnTo>
                    <a:pt x="110833" y="546045"/>
                  </a:lnTo>
                  <a:lnTo>
                    <a:pt x="111789" y="546523"/>
                  </a:lnTo>
                  <a:lnTo>
                    <a:pt x="111311" y="548434"/>
                  </a:lnTo>
                  <a:lnTo>
                    <a:pt x="109400" y="549867"/>
                  </a:lnTo>
                  <a:lnTo>
                    <a:pt x="106056" y="553211"/>
                  </a:lnTo>
                  <a:lnTo>
                    <a:pt x="105100" y="553211"/>
                  </a:lnTo>
                  <a:lnTo>
                    <a:pt x="106534" y="551300"/>
                  </a:lnTo>
                  <a:lnTo>
                    <a:pt x="104623" y="551300"/>
                  </a:lnTo>
                  <a:lnTo>
                    <a:pt x="102234" y="550344"/>
                  </a:lnTo>
                  <a:lnTo>
                    <a:pt x="100801" y="551300"/>
                  </a:lnTo>
                  <a:lnTo>
                    <a:pt x="101756" y="553211"/>
                  </a:lnTo>
                  <a:lnTo>
                    <a:pt x="100801" y="553689"/>
                  </a:lnTo>
                  <a:lnTo>
                    <a:pt x="98890" y="554166"/>
                  </a:lnTo>
                  <a:lnTo>
                    <a:pt x="97457" y="553689"/>
                  </a:lnTo>
                  <a:lnTo>
                    <a:pt x="95546" y="552255"/>
                  </a:lnTo>
                  <a:lnTo>
                    <a:pt x="96501" y="554644"/>
                  </a:lnTo>
                  <a:lnTo>
                    <a:pt x="99846" y="555600"/>
                  </a:lnTo>
                  <a:lnTo>
                    <a:pt x="101279" y="556077"/>
                  </a:lnTo>
                  <a:lnTo>
                    <a:pt x="102234" y="557033"/>
                  </a:lnTo>
                  <a:lnTo>
                    <a:pt x="99368" y="561332"/>
                  </a:lnTo>
                  <a:lnTo>
                    <a:pt x="96979" y="561810"/>
                  </a:lnTo>
                  <a:lnTo>
                    <a:pt x="96501" y="562288"/>
                  </a:lnTo>
                  <a:lnTo>
                    <a:pt x="97935" y="562288"/>
                  </a:lnTo>
                  <a:lnTo>
                    <a:pt x="98412" y="563721"/>
                  </a:lnTo>
                  <a:lnTo>
                    <a:pt x="97935" y="568498"/>
                  </a:lnTo>
                  <a:lnTo>
                    <a:pt x="96501" y="569454"/>
                  </a:lnTo>
                  <a:lnTo>
                    <a:pt x="96024" y="569454"/>
                  </a:lnTo>
                  <a:lnTo>
                    <a:pt x="95068" y="570409"/>
                  </a:lnTo>
                  <a:lnTo>
                    <a:pt x="96024" y="571842"/>
                  </a:lnTo>
                  <a:lnTo>
                    <a:pt x="96979" y="573275"/>
                  </a:lnTo>
                  <a:lnTo>
                    <a:pt x="96979" y="575664"/>
                  </a:lnTo>
                  <a:lnTo>
                    <a:pt x="96501" y="577575"/>
                  </a:lnTo>
                  <a:lnTo>
                    <a:pt x="96501" y="579008"/>
                  </a:lnTo>
                  <a:lnTo>
                    <a:pt x="97935" y="582830"/>
                  </a:lnTo>
                  <a:lnTo>
                    <a:pt x="98412" y="586174"/>
                  </a:lnTo>
                  <a:lnTo>
                    <a:pt x="98890" y="587607"/>
                  </a:lnTo>
                  <a:lnTo>
                    <a:pt x="98890" y="589041"/>
                  </a:lnTo>
                  <a:lnTo>
                    <a:pt x="98412" y="590474"/>
                  </a:lnTo>
                  <a:lnTo>
                    <a:pt x="98890" y="592862"/>
                  </a:lnTo>
                  <a:lnTo>
                    <a:pt x="97457" y="596684"/>
                  </a:lnTo>
                  <a:lnTo>
                    <a:pt x="97935" y="601939"/>
                  </a:lnTo>
                  <a:lnTo>
                    <a:pt x="97935" y="607194"/>
                  </a:lnTo>
                  <a:lnTo>
                    <a:pt x="96979" y="610061"/>
                  </a:lnTo>
                  <a:lnTo>
                    <a:pt x="96501" y="611972"/>
                  </a:lnTo>
                  <a:lnTo>
                    <a:pt x="94113" y="614838"/>
                  </a:lnTo>
                  <a:lnTo>
                    <a:pt x="94113" y="617227"/>
                  </a:lnTo>
                  <a:lnTo>
                    <a:pt x="89813" y="620093"/>
                  </a:lnTo>
                  <a:lnTo>
                    <a:pt x="85036" y="623437"/>
                  </a:lnTo>
                  <a:lnTo>
                    <a:pt x="80258" y="627737"/>
                  </a:lnTo>
                  <a:lnTo>
                    <a:pt x="75481" y="633947"/>
                  </a:lnTo>
                  <a:lnTo>
                    <a:pt x="69749" y="643024"/>
                  </a:lnTo>
                  <a:lnTo>
                    <a:pt x="64493" y="655923"/>
                  </a:lnTo>
                  <a:lnTo>
                    <a:pt x="58283" y="665955"/>
                  </a:lnTo>
                  <a:lnTo>
                    <a:pt x="55417" y="669299"/>
                  </a:lnTo>
                  <a:lnTo>
                    <a:pt x="52073" y="673599"/>
                  </a:lnTo>
                  <a:lnTo>
                    <a:pt x="47295" y="678376"/>
                  </a:lnTo>
                  <a:lnTo>
                    <a:pt x="41563" y="683153"/>
                  </a:lnTo>
                  <a:lnTo>
                    <a:pt x="34874" y="686975"/>
                  </a:lnTo>
                  <a:lnTo>
                    <a:pt x="32486" y="688886"/>
                  </a:lnTo>
                  <a:lnTo>
                    <a:pt x="30097" y="691753"/>
                  </a:lnTo>
                  <a:lnTo>
                    <a:pt x="29142" y="690797"/>
                  </a:lnTo>
                  <a:lnTo>
                    <a:pt x="29619" y="688886"/>
                  </a:lnTo>
                  <a:lnTo>
                    <a:pt x="29619" y="687453"/>
                  </a:lnTo>
                  <a:lnTo>
                    <a:pt x="29619" y="685542"/>
                  </a:lnTo>
                  <a:lnTo>
                    <a:pt x="30575" y="685542"/>
                  </a:lnTo>
                  <a:lnTo>
                    <a:pt x="32963" y="686497"/>
                  </a:lnTo>
                  <a:lnTo>
                    <a:pt x="33919" y="685542"/>
                  </a:lnTo>
                  <a:lnTo>
                    <a:pt x="34397" y="685064"/>
                  </a:lnTo>
                  <a:lnTo>
                    <a:pt x="37263" y="684587"/>
                  </a:lnTo>
                  <a:lnTo>
                    <a:pt x="41563" y="679809"/>
                  </a:lnTo>
                  <a:lnTo>
                    <a:pt x="45384" y="677898"/>
                  </a:lnTo>
                  <a:lnTo>
                    <a:pt x="47295" y="675032"/>
                  </a:lnTo>
                  <a:lnTo>
                    <a:pt x="47295" y="673599"/>
                  </a:lnTo>
                  <a:lnTo>
                    <a:pt x="47295" y="670732"/>
                  </a:lnTo>
                  <a:lnTo>
                    <a:pt x="48251" y="669777"/>
                  </a:lnTo>
                  <a:lnTo>
                    <a:pt x="51117" y="669777"/>
                  </a:lnTo>
                  <a:lnTo>
                    <a:pt x="51595" y="669299"/>
                  </a:lnTo>
                  <a:lnTo>
                    <a:pt x="51117" y="668344"/>
                  </a:lnTo>
                  <a:lnTo>
                    <a:pt x="51595" y="665955"/>
                  </a:lnTo>
                  <a:lnTo>
                    <a:pt x="54939" y="664044"/>
                  </a:lnTo>
                  <a:lnTo>
                    <a:pt x="56850" y="661655"/>
                  </a:lnTo>
                  <a:lnTo>
                    <a:pt x="56372" y="655923"/>
                  </a:lnTo>
                  <a:lnTo>
                    <a:pt x="56850" y="655445"/>
                  </a:lnTo>
                  <a:lnTo>
                    <a:pt x="58283" y="656400"/>
                  </a:lnTo>
                  <a:lnTo>
                    <a:pt x="58761" y="656400"/>
                  </a:lnTo>
                  <a:lnTo>
                    <a:pt x="59716" y="653534"/>
                  </a:lnTo>
                  <a:lnTo>
                    <a:pt x="59239" y="652101"/>
                  </a:lnTo>
                  <a:lnTo>
                    <a:pt x="57805" y="652101"/>
                  </a:lnTo>
                  <a:lnTo>
                    <a:pt x="52073" y="654967"/>
                  </a:lnTo>
                  <a:lnTo>
                    <a:pt x="50162" y="654489"/>
                  </a:lnTo>
                  <a:lnTo>
                    <a:pt x="49684" y="652579"/>
                  </a:lnTo>
                  <a:lnTo>
                    <a:pt x="46817" y="651623"/>
                  </a:lnTo>
                  <a:lnTo>
                    <a:pt x="45862" y="649712"/>
                  </a:lnTo>
                  <a:lnTo>
                    <a:pt x="45384" y="648279"/>
                  </a:lnTo>
                  <a:lnTo>
                    <a:pt x="44429" y="647801"/>
                  </a:lnTo>
                  <a:lnTo>
                    <a:pt x="44907" y="649712"/>
                  </a:lnTo>
                  <a:lnTo>
                    <a:pt x="44907" y="652101"/>
                  </a:lnTo>
                  <a:lnTo>
                    <a:pt x="47295" y="654489"/>
                  </a:lnTo>
                  <a:lnTo>
                    <a:pt x="46817" y="655445"/>
                  </a:lnTo>
                  <a:lnTo>
                    <a:pt x="45862" y="656878"/>
                  </a:lnTo>
                  <a:lnTo>
                    <a:pt x="44907" y="659267"/>
                  </a:lnTo>
                  <a:lnTo>
                    <a:pt x="44907" y="662611"/>
                  </a:lnTo>
                  <a:lnTo>
                    <a:pt x="44429" y="661655"/>
                  </a:lnTo>
                  <a:lnTo>
                    <a:pt x="43474" y="661178"/>
                  </a:lnTo>
                  <a:lnTo>
                    <a:pt x="42996" y="664999"/>
                  </a:lnTo>
                  <a:lnTo>
                    <a:pt x="41563" y="665955"/>
                  </a:lnTo>
                  <a:lnTo>
                    <a:pt x="41085" y="667388"/>
                  </a:lnTo>
                  <a:lnTo>
                    <a:pt x="41563" y="669299"/>
                  </a:lnTo>
                  <a:lnTo>
                    <a:pt x="40607" y="670255"/>
                  </a:lnTo>
                  <a:lnTo>
                    <a:pt x="36308" y="673121"/>
                  </a:lnTo>
                  <a:lnTo>
                    <a:pt x="32008" y="675032"/>
                  </a:lnTo>
                  <a:lnTo>
                    <a:pt x="31052" y="675987"/>
                  </a:lnTo>
                  <a:lnTo>
                    <a:pt x="30575" y="678376"/>
                  </a:lnTo>
                  <a:lnTo>
                    <a:pt x="30097" y="680764"/>
                  </a:lnTo>
                  <a:lnTo>
                    <a:pt x="28186" y="682676"/>
                  </a:lnTo>
                  <a:lnTo>
                    <a:pt x="26753" y="686975"/>
                  </a:lnTo>
                  <a:lnTo>
                    <a:pt x="26753" y="688408"/>
                  </a:lnTo>
                  <a:lnTo>
                    <a:pt x="27231" y="691275"/>
                  </a:lnTo>
                  <a:lnTo>
                    <a:pt x="28186" y="692708"/>
                  </a:lnTo>
                  <a:lnTo>
                    <a:pt x="26753" y="694141"/>
                  </a:lnTo>
                  <a:lnTo>
                    <a:pt x="25320" y="696052"/>
                  </a:lnTo>
                  <a:lnTo>
                    <a:pt x="23886" y="698918"/>
                  </a:lnTo>
                  <a:lnTo>
                    <a:pt x="20542" y="707995"/>
                  </a:lnTo>
                  <a:lnTo>
                    <a:pt x="17676" y="713728"/>
                  </a:lnTo>
                  <a:lnTo>
                    <a:pt x="15765" y="716594"/>
                  </a:lnTo>
                  <a:lnTo>
                    <a:pt x="12421" y="719461"/>
                  </a:lnTo>
                  <a:lnTo>
                    <a:pt x="3344" y="726627"/>
                  </a:lnTo>
                  <a:lnTo>
                    <a:pt x="2867" y="726627"/>
                  </a:lnTo>
                  <a:lnTo>
                    <a:pt x="1911" y="726149"/>
                  </a:lnTo>
                  <a:lnTo>
                    <a:pt x="478" y="725194"/>
                  </a:lnTo>
                  <a:lnTo>
                    <a:pt x="478" y="725194"/>
                  </a:lnTo>
                  <a:lnTo>
                    <a:pt x="0" y="724238"/>
                  </a:lnTo>
                  <a:lnTo>
                    <a:pt x="478" y="721371"/>
                  </a:lnTo>
                  <a:lnTo>
                    <a:pt x="478" y="714206"/>
                  </a:lnTo>
                  <a:lnTo>
                    <a:pt x="956" y="713250"/>
                  </a:lnTo>
                  <a:lnTo>
                    <a:pt x="1433" y="71229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6" name="Freeform 3525">
              <a:extLst>
                <a:ext uri="{FF2B5EF4-FFF2-40B4-BE49-F238E27FC236}">
                  <a16:creationId xmlns:a16="http://schemas.microsoft.com/office/drawing/2014/main" id="{7B4E5A2E-82A4-00A2-9860-5A4B88BFE95C}"/>
                </a:ext>
              </a:extLst>
            </p:cNvPr>
            <p:cNvSpPr/>
            <p:nvPr/>
          </p:nvSpPr>
          <p:spPr>
            <a:xfrm>
              <a:off x="4855814" y="4662759"/>
              <a:ext cx="955" cy="1910"/>
            </a:xfrm>
            <a:custGeom>
              <a:avLst/>
              <a:gdLst>
                <a:gd name="csX0" fmla="*/ 0 w 955"/>
                <a:gd name="csY0" fmla="*/ 1911 h 1910"/>
                <a:gd name="csX1" fmla="*/ 478 w 955"/>
                <a:gd name="csY1" fmla="*/ 955 h 1910"/>
                <a:gd name="csX2" fmla="*/ 955 w 955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0">
                  <a:moveTo>
                    <a:pt x="0" y="1911"/>
                  </a:moveTo>
                  <a:lnTo>
                    <a:pt x="478" y="955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7" name="Freeform 3526">
              <a:extLst>
                <a:ext uri="{FF2B5EF4-FFF2-40B4-BE49-F238E27FC236}">
                  <a16:creationId xmlns:a16="http://schemas.microsoft.com/office/drawing/2014/main" id="{2F54C804-4257-C277-0E3E-37973FC91E12}"/>
                </a:ext>
              </a:extLst>
            </p:cNvPr>
            <p:cNvSpPr/>
            <p:nvPr/>
          </p:nvSpPr>
          <p:spPr>
            <a:xfrm>
              <a:off x="4770300" y="4693811"/>
              <a:ext cx="2388" cy="1910"/>
            </a:xfrm>
            <a:custGeom>
              <a:avLst/>
              <a:gdLst>
                <a:gd name="csX0" fmla="*/ 2389 w 2388"/>
                <a:gd name="csY0" fmla="*/ 1911 h 1910"/>
                <a:gd name="csX1" fmla="*/ 1433 w 2388"/>
                <a:gd name="csY1" fmla="*/ 478 h 1910"/>
                <a:gd name="csX2" fmla="*/ 1433 w 2388"/>
                <a:gd name="csY2" fmla="*/ 478 h 1910"/>
                <a:gd name="csX3" fmla="*/ 0 w 2388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910">
                  <a:moveTo>
                    <a:pt x="2389" y="1911"/>
                  </a:moveTo>
                  <a:lnTo>
                    <a:pt x="1433" y="478"/>
                  </a:lnTo>
                  <a:lnTo>
                    <a:pt x="1433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8" name="Freeform 3527">
              <a:extLst>
                <a:ext uri="{FF2B5EF4-FFF2-40B4-BE49-F238E27FC236}">
                  <a16:creationId xmlns:a16="http://schemas.microsoft.com/office/drawing/2014/main" id="{8A22D614-3C15-E8FF-403C-B04AE02AEE67}"/>
                </a:ext>
              </a:extLst>
            </p:cNvPr>
            <p:cNvSpPr/>
            <p:nvPr/>
          </p:nvSpPr>
          <p:spPr>
            <a:xfrm>
              <a:off x="4882089" y="4695722"/>
              <a:ext cx="4299" cy="4777"/>
            </a:xfrm>
            <a:custGeom>
              <a:avLst/>
              <a:gdLst>
                <a:gd name="csX0" fmla="*/ 4299 w 4299"/>
                <a:gd name="csY0" fmla="*/ 3822 h 4777"/>
                <a:gd name="csX1" fmla="*/ 2389 w 4299"/>
                <a:gd name="csY1" fmla="*/ 4777 h 4777"/>
                <a:gd name="csX2" fmla="*/ 955 w 4299"/>
                <a:gd name="csY2" fmla="*/ 4300 h 4777"/>
                <a:gd name="csX3" fmla="*/ 0 w 4299"/>
                <a:gd name="csY3" fmla="*/ 1911 h 4777"/>
                <a:gd name="csX4" fmla="*/ 478 w 4299"/>
                <a:gd name="csY4" fmla="*/ 478 h 4777"/>
                <a:gd name="csX5" fmla="*/ 1911 w 4299"/>
                <a:gd name="csY5" fmla="*/ 0 h 4777"/>
                <a:gd name="csX6" fmla="*/ 2866 w 4299"/>
                <a:gd name="csY6" fmla="*/ 0 h 4777"/>
                <a:gd name="csX7" fmla="*/ 3344 w 4299"/>
                <a:gd name="csY7" fmla="*/ 0 h 4777"/>
                <a:gd name="csX8" fmla="*/ 4299 w 4299"/>
                <a:gd name="csY8" fmla="*/ 2867 h 4777"/>
                <a:gd name="csX9" fmla="*/ 4299 w 4299"/>
                <a:gd name="csY9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4777">
                  <a:moveTo>
                    <a:pt x="4299" y="3822"/>
                  </a:moveTo>
                  <a:lnTo>
                    <a:pt x="2389" y="4777"/>
                  </a:lnTo>
                  <a:lnTo>
                    <a:pt x="955" y="4300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866" y="0"/>
                  </a:lnTo>
                  <a:lnTo>
                    <a:pt x="3344" y="0"/>
                  </a:lnTo>
                  <a:lnTo>
                    <a:pt x="4299" y="2867"/>
                  </a:lnTo>
                  <a:lnTo>
                    <a:pt x="4299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9" name="Freeform 3528">
              <a:extLst>
                <a:ext uri="{FF2B5EF4-FFF2-40B4-BE49-F238E27FC236}">
                  <a16:creationId xmlns:a16="http://schemas.microsoft.com/office/drawing/2014/main" id="{4C808EA3-48B8-12DF-F53A-404DB46EC98C}"/>
                </a:ext>
              </a:extLst>
            </p:cNvPr>
            <p:cNvSpPr/>
            <p:nvPr/>
          </p:nvSpPr>
          <p:spPr>
            <a:xfrm>
              <a:off x="4886388" y="4722953"/>
              <a:ext cx="5255" cy="5254"/>
            </a:xfrm>
            <a:custGeom>
              <a:avLst/>
              <a:gdLst>
                <a:gd name="csX0" fmla="*/ 2867 w 5255"/>
                <a:gd name="csY0" fmla="*/ 4300 h 5254"/>
                <a:gd name="csX1" fmla="*/ 478 w 5255"/>
                <a:gd name="csY1" fmla="*/ 5255 h 5254"/>
                <a:gd name="csX2" fmla="*/ 0 w 5255"/>
                <a:gd name="csY2" fmla="*/ 4777 h 5254"/>
                <a:gd name="csX3" fmla="*/ 0 w 5255"/>
                <a:gd name="csY3" fmla="*/ 2389 h 5254"/>
                <a:gd name="csX4" fmla="*/ 956 w 5255"/>
                <a:gd name="csY4" fmla="*/ 956 h 5254"/>
                <a:gd name="csX5" fmla="*/ 3344 w 5255"/>
                <a:gd name="csY5" fmla="*/ 478 h 5254"/>
                <a:gd name="csX6" fmla="*/ 3822 w 5255"/>
                <a:gd name="csY6" fmla="*/ 478 h 5254"/>
                <a:gd name="csX7" fmla="*/ 4777 w 5255"/>
                <a:gd name="csY7" fmla="*/ 0 h 5254"/>
                <a:gd name="csX8" fmla="*/ 5255 w 5255"/>
                <a:gd name="csY8" fmla="*/ 956 h 5254"/>
                <a:gd name="csX9" fmla="*/ 4777 w 5255"/>
                <a:gd name="csY9" fmla="*/ 2389 h 5254"/>
                <a:gd name="csX10" fmla="*/ 2867 w 5255"/>
                <a:gd name="csY10" fmla="*/ 430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5" h="5254">
                  <a:moveTo>
                    <a:pt x="2867" y="4300"/>
                  </a:moveTo>
                  <a:lnTo>
                    <a:pt x="478" y="5255"/>
                  </a:lnTo>
                  <a:lnTo>
                    <a:pt x="0" y="4777"/>
                  </a:lnTo>
                  <a:lnTo>
                    <a:pt x="0" y="2389"/>
                  </a:lnTo>
                  <a:lnTo>
                    <a:pt x="956" y="956"/>
                  </a:lnTo>
                  <a:lnTo>
                    <a:pt x="3344" y="478"/>
                  </a:lnTo>
                  <a:lnTo>
                    <a:pt x="3822" y="478"/>
                  </a:lnTo>
                  <a:lnTo>
                    <a:pt x="4777" y="0"/>
                  </a:lnTo>
                  <a:lnTo>
                    <a:pt x="5255" y="956"/>
                  </a:lnTo>
                  <a:lnTo>
                    <a:pt x="4777" y="2389"/>
                  </a:lnTo>
                  <a:lnTo>
                    <a:pt x="2867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0" name="Freeform 3529">
              <a:extLst>
                <a:ext uri="{FF2B5EF4-FFF2-40B4-BE49-F238E27FC236}">
                  <a16:creationId xmlns:a16="http://schemas.microsoft.com/office/drawing/2014/main" id="{B87A8AD9-F7EB-22B6-45C5-417392C977F6}"/>
                </a:ext>
              </a:extLst>
            </p:cNvPr>
            <p:cNvSpPr/>
            <p:nvPr/>
          </p:nvSpPr>
          <p:spPr>
            <a:xfrm>
              <a:off x="4879700" y="4723908"/>
              <a:ext cx="5732" cy="10987"/>
            </a:xfrm>
            <a:custGeom>
              <a:avLst/>
              <a:gdLst>
                <a:gd name="csX0" fmla="*/ 3822 w 5732"/>
                <a:gd name="csY0" fmla="*/ 8121 h 10987"/>
                <a:gd name="csX1" fmla="*/ 3822 w 5732"/>
                <a:gd name="csY1" fmla="*/ 10988 h 10987"/>
                <a:gd name="csX2" fmla="*/ 0 w 5732"/>
                <a:gd name="csY2" fmla="*/ 9555 h 10987"/>
                <a:gd name="csX3" fmla="*/ 478 w 5732"/>
                <a:gd name="csY3" fmla="*/ 7166 h 10987"/>
                <a:gd name="csX4" fmla="*/ 1911 w 5732"/>
                <a:gd name="csY4" fmla="*/ 6210 h 10987"/>
                <a:gd name="csX5" fmla="*/ 3344 w 5732"/>
                <a:gd name="csY5" fmla="*/ 4777 h 10987"/>
                <a:gd name="csX6" fmla="*/ 3822 w 5732"/>
                <a:gd name="csY6" fmla="*/ 2866 h 10987"/>
                <a:gd name="csX7" fmla="*/ 3822 w 5732"/>
                <a:gd name="csY7" fmla="*/ 478 h 10987"/>
                <a:gd name="csX8" fmla="*/ 4777 w 5732"/>
                <a:gd name="csY8" fmla="*/ 0 h 10987"/>
                <a:gd name="csX9" fmla="*/ 5255 w 5732"/>
                <a:gd name="csY9" fmla="*/ 0 h 10987"/>
                <a:gd name="csX10" fmla="*/ 5733 w 5732"/>
                <a:gd name="csY10" fmla="*/ 0 h 10987"/>
                <a:gd name="csX11" fmla="*/ 5733 w 5732"/>
                <a:gd name="csY11" fmla="*/ 3822 h 10987"/>
                <a:gd name="csX12" fmla="*/ 5733 w 5732"/>
                <a:gd name="csY12" fmla="*/ 6210 h 10987"/>
                <a:gd name="csX13" fmla="*/ 3822 w 5732"/>
                <a:gd name="csY13" fmla="*/ 8121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2" h="10987">
                  <a:moveTo>
                    <a:pt x="3822" y="8121"/>
                  </a:moveTo>
                  <a:lnTo>
                    <a:pt x="3822" y="10988"/>
                  </a:lnTo>
                  <a:lnTo>
                    <a:pt x="0" y="9555"/>
                  </a:lnTo>
                  <a:lnTo>
                    <a:pt x="478" y="7166"/>
                  </a:lnTo>
                  <a:lnTo>
                    <a:pt x="1911" y="6210"/>
                  </a:lnTo>
                  <a:lnTo>
                    <a:pt x="3344" y="4777"/>
                  </a:lnTo>
                  <a:lnTo>
                    <a:pt x="3822" y="2866"/>
                  </a:lnTo>
                  <a:lnTo>
                    <a:pt x="3822" y="478"/>
                  </a:lnTo>
                  <a:lnTo>
                    <a:pt x="4777" y="0"/>
                  </a:lnTo>
                  <a:lnTo>
                    <a:pt x="5255" y="0"/>
                  </a:lnTo>
                  <a:lnTo>
                    <a:pt x="5733" y="0"/>
                  </a:lnTo>
                  <a:lnTo>
                    <a:pt x="5733" y="3822"/>
                  </a:lnTo>
                  <a:lnTo>
                    <a:pt x="5733" y="6210"/>
                  </a:lnTo>
                  <a:lnTo>
                    <a:pt x="3822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" name="Freeform 3530">
              <a:extLst>
                <a:ext uri="{FF2B5EF4-FFF2-40B4-BE49-F238E27FC236}">
                  <a16:creationId xmlns:a16="http://schemas.microsoft.com/office/drawing/2014/main" id="{A7443504-3F91-D534-97A5-540DE685E8C4}"/>
                </a:ext>
              </a:extLst>
            </p:cNvPr>
            <p:cNvSpPr/>
            <p:nvPr/>
          </p:nvSpPr>
          <p:spPr>
            <a:xfrm>
              <a:off x="4885433" y="4729163"/>
              <a:ext cx="12898" cy="5732"/>
            </a:xfrm>
            <a:custGeom>
              <a:avLst/>
              <a:gdLst>
                <a:gd name="csX0" fmla="*/ 11943 w 12898"/>
                <a:gd name="csY0" fmla="*/ 478 h 5732"/>
                <a:gd name="csX1" fmla="*/ 12899 w 12898"/>
                <a:gd name="csY1" fmla="*/ 1433 h 5732"/>
                <a:gd name="csX2" fmla="*/ 10032 w 12898"/>
                <a:gd name="csY2" fmla="*/ 5255 h 5732"/>
                <a:gd name="csX3" fmla="*/ 8599 w 12898"/>
                <a:gd name="csY3" fmla="*/ 5733 h 5732"/>
                <a:gd name="csX4" fmla="*/ 6688 w 12898"/>
                <a:gd name="csY4" fmla="*/ 5733 h 5732"/>
                <a:gd name="csX5" fmla="*/ 4300 w 12898"/>
                <a:gd name="csY5" fmla="*/ 4777 h 5732"/>
                <a:gd name="csX6" fmla="*/ 956 w 12898"/>
                <a:gd name="csY6" fmla="*/ 4777 h 5732"/>
                <a:gd name="csX7" fmla="*/ 0 w 12898"/>
                <a:gd name="csY7" fmla="*/ 4777 h 5732"/>
                <a:gd name="csX8" fmla="*/ 0 w 12898"/>
                <a:gd name="csY8" fmla="*/ 2867 h 5732"/>
                <a:gd name="csX9" fmla="*/ 1433 w 12898"/>
                <a:gd name="csY9" fmla="*/ 1433 h 5732"/>
                <a:gd name="csX10" fmla="*/ 4300 w 12898"/>
                <a:gd name="csY10" fmla="*/ 1433 h 5732"/>
                <a:gd name="csX11" fmla="*/ 9077 w 12898"/>
                <a:gd name="csY11" fmla="*/ 0 h 5732"/>
                <a:gd name="csX12" fmla="*/ 11943 w 12898"/>
                <a:gd name="csY12" fmla="*/ 478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2898" h="5732">
                  <a:moveTo>
                    <a:pt x="11943" y="478"/>
                  </a:moveTo>
                  <a:lnTo>
                    <a:pt x="12899" y="1433"/>
                  </a:lnTo>
                  <a:lnTo>
                    <a:pt x="10032" y="5255"/>
                  </a:lnTo>
                  <a:lnTo>
                    <a:pt x="8599" y="5733"/>
                  </a:lnTo>
                  <a:lnTo>
                    <a:pt x="6688" y="5733"/>
                  </a:lnTo>
                  <a:lnTo>
                    <a:pt x="4300" y="4777"/>
                  </a:lnTo>
                  <a:lnTo>
                    <a:pt x="956" y="4777"/>
                  </a:lnTo>
                  <a:lnTo>
                    <a:pt x="0" y="4777"/>
                  </a:lnTo>
                  <a:lnTo>
                    <a:pt x="0" y="2867"/>
                  </a:lnTo>
                  <a:lnTo>
                    <a:pt x="1433" y="1433"/>
                  </a:lnTo>
                  <a:lnTo>
                    <a:pt x="4300" y="1433"/>
                  </a:lnTo>
                  <a:lnTo>
                    <a:pt x="9077" y="0"/>
                  </a:lnTo>
                  <a:lnTo>
                    <a:pt x="1194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" name="Freeform 3531">
              <a:extLst>
                <a:ext uri="{FF2B5EF4-FFF2-40B4-BE49-F238E27FC236}">
                  <a16:creationId xmlns:a16="http://schemas.microsoft.com/office/drawing/2014/main" id="{E6C268EE-5A55-4184-344D-A60379E6992B}"/>
                </a:ext>
              </a:extLst>
            </p:cNvPr>
            <p:cNvSpPr/>
            <p:nvPr/>
          </p:nvSpPr>
          <p:spPr>
            <a:xfrm>
              <a:off x="4895465" y="4732985"/>
              <a:ext cx="9076" cy="4299"/>
            </a:xfrm>
            <a:custGeom>
              <a:avLst/>
              <a:gdLst>
                <a:gd name="csX0" fmla="*/ 7644 w 9076"/>
                <a:gd name="csY0" fmla="*/ 3822 h 4299"/>
                <a:gd name="csX1" fmla="*/ 2389 w 9076"/>
                <a:gd name="csY1" fmla="*/ 4300 h 4299"/>
                <a:gd name="csX2" fmla="*/ 0 w 9076"/>
                <a:gd name="csY2" fmla="*/ 3344 h 4299"/>
                <a:gd name="csX3" fmla="*/ 478 w 9076"/>
                <a:gd name="csY3" fmla="*/ 2389 h 4299"/>
                <a:gd name="csX4" fmla="*/ 2389 w 9076"/>
                <a:gd name="csY4" fmla="*/ 1433 h 4299"/>
                <a:gd name="csX5" fmla="*/ 4777 w 9076"/>
                <a:gd name="csY5" fmla="*/ 478 h 4299"/>
                <a:gd name="csX6" fmla="*/ 6688 w 9076"/>
                <a:gd name="csY6" fmla="*/ 0 h 4299"/>
                <a:gd name="csX7" fmla="*/ 8599 w 9076"/>
                <a:gd name="csY7" fmla="*/ 478 h 4299"/>
                <a:gd name="csX8" fmla="*/ 9077 w 9076"/>
                <a:gd name="csY8" fmla="*/ 1433 h 4299"/>
                <a:gd name="csX9" fmla="*/ 9077 w 9076"/>
                <a:gd name="csY9" fmla="*/ 2389 h 4299"/>
                <a:gd name="csX10" fmla="*/ 7644 w 9076"/>
                <a:gd name="csY10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076" h="4299">
                  <a:moveTo>
                    <a:pt x="7644" y="3822"/>
                  </a:moveTo>
                  <a:lnTo>
                    <a:pt x="2389" y="4300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2389" y="1433"/>
                  </a:lnTo>
                  <a:lnTo>
                    <a:pt x="4777" y="478"/>
                  </a:lnTo>
                  <a:lnTo>
                    <a:pt x="6688" y="0"/>
                  </a:lnTo>
                  <a:lnTo>
                    <a:pt x="8599" y="478"/>
                  </a:lnTo>
                  <a:lnTo>
                    <a:pt x="9077" y="1433"/>
                  </a:lnTo>
                  <a:lnTo>
                    <a:pt x="9077" y="2389"/>
                  </a:lnTo>
                  <a:lnTo>
                    <a:pt x="76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3" name="Freeform 3532">
              <a:extLst>
                <a:ext uri="{FF2B5EF4-FFF2-40B4-BE49-F238E27FC236}">
                  <a16:creationId xmlns:a16="http://schemas.microsoft.com/office/drawing/2014/main" id="{5BB33AAC-6581-877F-1A61-A47ADDCCDEE8}"/>
                </a:ext>
              </a:extLst>
            </p:cNvPr>
            <p:cNvSpPr/>
            <p:nvPr/>
          </p:nvSpPr>
          <p:spPr>
            <a:xfrm>
              <a:off x="4871579" y="4735374"/>
              <a:ext cx="7643" cy="5255"/>
            </a:xfrm>
            <a:custGeom>
              <a:avLst/>
              <a:gdLst>
                <a:gd name="csX0" fmla="*/ 7644 w 7643"/>
                <a:gd name="csY0" fmla="*/ 1433 h 5255"/>
                <a:gd name="csX1" fmla="*/ 2389 w 7643"/>
                <a:gd name="csY1" fmla="*/ 5255 h 5255"/>
                <a:gd name="csX2" fmla="*/ 478 w 7643"/>
                <a:gd name="csY2" fmla="*/ 3822 h 5255"/>
                <a:gd name="csX3" fmla="*/ 0 w 7643"/>
                <a:gd name="csY3" fmla="*/ 3344 h 5255"/>
                <a:gd name="csX4" fmla="*/ 478 w 7643"/>
                <a:gd name="csY4" fmla="*/ 2389 h 5255"/>
                <a:gd name="csX5" fmla="*/ 478 w 7643"/>
                <a:gd name="csY5" fmla="*/ 2389 h 5255"/>
                <a:gd name="csX6" fmla="*/ 956 w 7643"/>
                <a:gd name="csY6" fmla="*/ 956 h 5255"/>
                <a:gd name="csX7" fmla="*/ 3822 w 7643"/>
                <a:gd name="csY7" fmla="*/ 0 h 5255"/>
                <a:gd name="csX8" fmla="*/ 5255 w 7643"/>
                <a:gd name="csY8" fmla="*/ 0 h 5255"/>
                <a:gd name="csX9" fmla="*/ 7166 w 7643"/>
                <a:gd name="csY9" fmla="*/ 0 h 5255"/>
                <a:gd name="csX10" fmla="*/ 7644 w 7643"/>
                <a:gd name="csY10" fmla="*/ 956 h 5255"/>
                <a:gd name="csX11" fmla="*/ 7644 w 7643"/>
                <a:gd name="csY11" fmla="*/ 1433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643" h="5255">
                  <a:moveTo>
                    <a:pt x="7644" y="1433"/>
                  </a:moveTo>
                  <a:lnTo>
                    <a:pt x="2389" y="5255"/>
                  </a:lnTo>
                  <a:lnTo>
                    <a:pt x="478" y="3822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478" y="2389"/>
                  </a:lnTo>
                  <a:lnTo>
                    <a:pt x="956" y="956"/>
                  </a:lnTo>
                  <a:lnTo>
                    <a:pt x="3822" y="0"/>
                  </a:lnTo>
                  <a:lnTo>
                    <a:pt x="5255" y="0"/>
                  </a:lnTo>
                  <a:lnTo>
                    <a:pt x="7166" y="0"/>
                  </a:lnTo>
                  <a:lnTo>
                    <a:pt x="7644" y="956"/>
                  </a:lnTo>
                  <a:lnTo>
                    <a:pt x="764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4" name="Freeform 3533">
              <a:extLst>
                <a:ext uri="{FF2B5EF4-FFF2-40B4-BE49-F238E27FC236}">
                  <a16:creationId xmlns:a16="http://schemas.microsoft.com/office/drawing/2014/main" id="{5311CCB9-B45B-8216-F1A7-8C62E6D08339}"/>
                </a:ext>
              </a:extLst>
            </p:cNvPr>
            <p:cNvSpPr/>
            <p:nvPr/>
          </p:nvSpPr>
          <p:spPr>
            <a:xfrm>
              <a:off x="4876356" y="4736807"/>
              <a:ext cx="47772" cy="30096"/>
            </a:xfrm>
            <a:custGeom>
              <a:avLst/>
              <a:gdLst>
                <a:gd name="csX0" fmla="*/ 23409 w 47772"/>
                <a:gd name="csY0" fmla="*/ 1911 h 30096"/>
                <a:gd name="csX1" fmla="*/ 24842 w 47772"/>
                <a:gd name="csY1" fmla="*/ 1911 h 30096"/>
                <a:gd name="csX2" fmla="*/ 27708 w 47772"/>
                <a:gd name="csY2" fmla="*/ 1433 h 30096"/>
                <a:gd name="csX3" fmla="*/ 29619 w 47772"/>
                <a:gd name="csY3" fmla="*/ 955 h 30096"/>
                <a:gd name="csX4" fmla="*/ 31530 w 47772"/>
                <a:gd name="csY4" fmla="*/ 478 h 30096"/>
                <a:gd name="csX5" fmla="*/ 33441 w 47772"/>
                <a:gd name="csY5" fmla="*/ 478 h 30096"/>
                <a:gd name="csX6" fmla="*/ 40129 w 47772"/>
                <a:gd name="csY6" fmla="*/ 1433 h 30096"/>
                <a:gd name="csX7" fmla="*/ 43951 w 47772"/>
                <a:gd name="csY7" fmla="*/ 1911 h 30096"/>
                <a:gd name="csX8" fmla="*/ 45384 w 47772"/>
                <a:gd name="csY8" fmla="*/ 2389 h 30096"/>
                <a:gd name="csX9" fmla="*/ 46817 w 47772"/>
                <a:gd name="csY9" fmla="*/ 2866 h 30096"/>
                <a:gd name="csX10" fmla="*/ 47773 w 47772"/>
                <a:gd name="csY10" fmla="*/ 3344 h 30096"/>
                <a:gd name="csX11" fmla="*/ 47773 w 47772"/>
                <a:gd name="csY11" fmla="*/ 4299 h 30096"/>
                <a:gd name="csX12" fmla="*/ 46817 w 47772"/>
                <a:gd name="csY12" fmla="*/ 5733 h 30096"/>
                <a:gd name="csX13" fmla="*/ 46340 w 47772"/>
                <a:gd name="csY13" fmla="*/ 7644 h 30096"/>
                <a:gd name="csX14" fmla="*/ 45862 w 47772"/>
                <a:gd name="csY14" fmla="*/ 10032 h 30096"/>
                <a:gd name="csX15" fmla="*/ 44906 w 47772"/>
                <a:gd name="csY15" fmla="*/ 10032 h 30096"/>
                <a:gd name="csX16" fmla="*/ 44429 w 47772"/>
                <a:gd name="csY16" fmla="*/ 10032 h 30096"/>
                <a:gd name="csX17" fmla="*/ 44906 w 47772"/>
                <a:gd name="csY17" fmla="*/ 12421 h 30096"/>
                <a:gd name="csX18" fmla="*/ 44429 w 47772"/>
                <a:gd name="csY18" fmla="*/ 12898 h 30096"/>
                <a:gd name="csX19" fmla="*/ 43951 w 47772"/>
                <a:gd name="csY19" fmla="*/ 13854 h 30096"/>
                <a:gd name="csX20" fmla="*/ 42996 w 47772"/>
                <a:gd name="csY20" fmla="*/ 15765 h 30096"/>
                <a:gd name="csX21" fmla="*/ 41563 w 47772"/>
                <a:gd name="csY21" fmla="*/ 17676 h 30096"/>
                <a:gd name="csX22" fmla="*/ 41085 w 47772"/>
                <a:gd name="csY22" fmla="*/ 18154 h 30096"/>
                <a:gd name="csX23" fmla="*/ 39651 w 47772"/>
                <a:gd name="csY23" fmla="*/ 19109 h 30096"/>
                <a:gd name="csX24" fmla="*/ 38696 w 47772"/>
                <a:gd name="csY24" fmla="*/ 20064 h 30096"/>
                <a:gd name="csX25" fmla="*/ 39174 w 47772"/>
                <a:gd name="csY25" fmla="*/ 21020 h 30096"/>
                <a:gd name="csX26" fmla="*/ 39651 w 47772"/>
                <a:gd name="csY26" fmla="*/ 21498 h 30096"/>
                <a:gd name="csX27" fmla="*/ 39174 w 47772"/>
                <a:gd name="csY27" fmla="*/ 22931 h 30096"/>
                <a:gd name="csX28" fmla="*/ 37263 w 47772"/>
                <a:gd name="csY28" fmla="*/ 24364 h 30096"/>
                <a:gd name="csX29" fmla="*/ 35830 w 47772"/>
                <a:gd name="csY29" fmla="*/ 24842 h 30096"/>
                <a:gd name="csX30" fmla="*/ 34874 w 47772"/>
                <a:gd name="csY30" fmla="*/ 25320 h 30096"/>
                <a:gd name="csX31" fmla="*/ 33919 w 47772"/>
                <a:gd name="csY31" fmla="*/ 24842 h 30096"/>
                <a:gd name="csX32" fmla="*/ 32486 w 47772"/>
                <a:gd name="csY32" fmla="*/ 23409 h 30096"/>
                <a:gd name="csX33" fmla="*/ 32008 w 47772"/>
                <a:gd name="csY33" fmla="*/ 24364 h 30096"/>
                <a:gd name="csX34" fmla="*/ 31530 w 47772"/>
                <a:gd name="csY34" fmla="*/ 25797 h 30096"/>
                <a:gd name="csX35" fmla="*/ 31052 w 47772"/>
                <a:gd name="csY35" fmla="*/ 26753 h 30096"/>
                <a:gd name="csX36" fmla="*/ 28664 w 47772"/>
                <a:gd name="csY36" fmla="*/ 26753 h 30096"/>
                <a:gd name="csX37" fmla="*/ 27708 w 47772"/>
                <a:gd name="csY37" fmla="*/ 25797 h 30096"/>
                <a:gd name="csX38" fmla="*/ 25797 w 47772"/>
                <a:gd name="csY38" fmla="*/ 25320 h 30096"/>
                <a:gd name="csX39" fmla="*/ 25320 w 47772"/>
                <a:gd name="csY39" fmla="*/ 27230 h 30096"/>
                <a:gd name="csX40" fmla="*/ 23886 w 47772"/>
                <a:gd name="csY40" fmla="*/ 28664 h 30096"/>
                <a:gd name="csX41" fmla="*/ 22931 w 47772"/>
                <a:gd name="csY41" fmla="*/ 29141 h 30096"/>
                <a:gd name="csX42" fmla="*/ 20542 w 47772"/>
                <a:gd name="csY42" fmla="*/ 29619 h 30096"/>
                <a:gd name="csX43" fmla="*/ 19587 w 47772"/>
                <a:gd name="csY43" fmla="*/ 30097 h 30096"/>
                <a:gd name="csX44" fmla="*/ 17676 w 47772"/>
                <a:gd name="csY44" fmla="*/ 29619 h 30096"/>
                <a:gd name="csX45" fmla="*/ 15765 w 47772"/>
                <a:gd name="csY45" fmla="*/ 28664 h 30096"/>
                <a:gd name="csX46" fmla="*/ 14332 w 47772"/>
                <a:gd name="csY46" fmla="*/ 28664 h 30096"/>
                <a:gd name="csX47" fmla="*/ 13854 w 47772"/>
                <a:gd name="csY47" fmla="*/ 29141 h 30096"/>
                <a:gd name="csX48" fmla="*/ 9077 w 47772"/>
                <a:gd name="csY48" fmla="*/ 29619 h 30096"/>
                <a:gd name="csX49" fmla="*/ 7166 w 47772"/>
                <a:gd name="csY49" fmla="*/ 30097 h 30096"/>
                <a:gd name="csX50" fmla="*/ 5733 w 47772"/>
                <a:gd name="csY50" fmla="*/ 30097 h 30096"/>
                <a:gd name="csX51" fmla="*/ 3822 w 47772"/>
                <a:gd name="csY51" fmla="*/ 28664 h 30096"/>
                <a:gd name="csX52" fmla="*/ 3344 w 47772"/>
                <a:gd name="csY52" fmla="*/ 27230 h 30096"/>
                <a:gd name="csX53" fmla="*/ 2389 w 47772"/>
                <a:gd name="csY53" fmla="*/ 25320 h 30096"/>
                <a:gd name="csX54" fmla="*/ 1433 w 47772"/>
                <a:gd name="csY54" fmla="*/ 22453 h 30096"/>
                <a:gd name="csX55" fmla="*/ 956 w 47772"/>
                <a:gd name="csY55" fmla="*/ 20064 h 30096"/>
                <a:gd name="csX56" fmla="*/ 1433 w 47772"/>
                <a:gd name="csY56" fmla="*/ 18154 h 30096"/>
                <a:gd name="csX57" fmla="*/ 2389 w 47772"/>
                <a:gd name="csY57" fmla="*/ 18154 h 30096"/>
                <a:gd name="csX58" fmla="*/ 3822 w 47772"/>
                <a:gd name="csY58" fmla="*/ 18631 h 30096"/>
                <a:gd name="csX59" fmla="*/ 4299 w 47772"/>
                <a:gd name="csY59" fmla="*/ 18154 h 30096"/>
                <a:gd name="csX60" fmla="*/ 4299 w 47772"/>
                <a:gd name="csY60" fmla="*/ 17676 h 30096"/>
                <a:gd name="csX61" fmla="*/ 4299 w 47772"/>
                <a:gd name="csY61" fmla="*/ 17198 h 30096"/>
                <a:gd name="csX62" fmla="*/ 1911 w 47772"/>
                <a:gd name="csY62" fmla="*/ 17198 h 30096"/>
                <a:gd name="csX63" fmla="*/ 478 w 47772"/>
                <a:gd name="csY63" fmla="*/ 16243 h 30096"/>
                <a:gd name="csX64" fmla="*/ 0 w 47772"/>
                <a:gd name="csY64" fmla="*/ 14332 h 30096"/>
                <a:gd name="csX65" fmla="*/ 478 w 47772"/>
                <a:gd name="csY65" fmla="*/ 10032 h 30096"/>
                <a:gd name="csX66" fmla="*/ 478 w 47772"/>
                <a:gd name="csY66" fmla="*/ 9555 h 30096"/>
                <a:gd name="csX67" fmla="*/ 1433 w 47772"/>
                <a:gd name="csY67" fmla="*/ 8121 h 30096"/>
                <a:gd name="csX68" fmla="*/ 1911 w 47772"/>
                <a:gd name="csY68" fmla="*/ 7166 h 30096"/>
                <a:gd name="csX69" fmla="*/ 1433 w 47772"/>
                <a:gd name="csY69" fmla="*/ 6210 h 30096"/>
                <a:gd name="csX70" fmla="*/ 1911 w 47772"/>
                <a:gd name="csY70" fmla="*/ 4299 h 30096"/>
                <a:gd name="csX71" fmla="*/ 2866 w 47772"/>
                <a:gd name="csY71" fmla="*/ 2866 h 30096"/>
                <a:gd name="csX72" fmla="*/ 6688 w 47772"/>
                <a:gd name="csY72" fmla="*/ 478 h 30096"/>
                <a:gd name="csX73" fmla="*/ 10988 w 47772"/>
                <a:gd name="csY73" fmla="*/ 0 h 30096"/>
                <a:gd name="csX74" fmla="*/ 23409 w 47772"/>
                <a:gd name="csY74" fmla="*/ 1911 h 300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</a:cxnLst>
              <a:rect l="l" t="t" r="r" b="b"/>
              <a:pathLst>
                <a:path w="47772" h="30096">
                  <a:moveTo>
                    <a:pt x="23409" y="1911"/>
                  </a:moveTo>
                  <a:lnTo>
                    <a:pt x="24842" y="1911"/>
                  </a:lnTo>
                  <a:lnTo>
                    <a:pt x="27708" y="1433"/>
                  </a:lnTo>
                  <a:lnTo>
                    <a:pt x="29619" y="955"/>
                  </a:lnTo>
                  <a:lnTo>
                    <a:pt x="31530" y="478"/>
                  </a:lnTo>
                  <a:lnTo>
                    <a:pt x="33441" y="478"/>
                  </a:lnTo>
                  <a:lnTo>
                    <a:pt x="40129" y="1433"/>
                  </a:lnTo>
                  <a:lnTo>
                    <a:pt x="43951" y="1911"/>
                  </a:lnTo>
                  <a:lnTo>
                    <a:pt x="45384" y="2389"/>
                  </a:lnTo>
                  <a:lnTo>
                    <a:pt x="46817" y="2866"/>
                  </a:lnTo>
                  <a:lnTo>
                    <a:pt x="47773" y="3344"/>
                  </a:lnTo>
                  <a:lnTo>
                    <a:pt x="47773" y="4299"/>
                  </a:lnTo>
                  <a:lnTo>
                    <a:pt x="46817" y="5733"/>
                  </a:lnTo>
                  <a:lnTo>
                    <a:pt x="46340" y="7644"/>
                  </a:lnTo>
                  <a:lnTo>
                    <a:pt x="45862" y="10032"/>
                  </a:lnTo>
                  <a:lnTo>
                    <a:pt x="44906" y="10032"/>
                  </a:lnTo>
                  <a:lnTo>
                    <a:pt x="44429" y="10032"/>
                  </a:lnTo>
                  <a:lnTo>
                    <a:pt x="44906" y="12421"/>
                  </a:lnTo>
                  <a:lnTo>
                    <a:pt x="44429" y="12898"/>
                  </a:lnTo>
                  <a:lnTo>
                    <a:pt x="43951" y="13854"/>
                  </a:lnTo>
                  <a:lnTo>
                    <a:pt x="42996" y="15765"/>
                  </a:lnTo>
                  <a:lnTo>
                    <a:pt x="41563" y="17676"/>
                  </a:lnTo>
                  <a:lnTo>
                    <a:pt x="41085" y="18154"/>
                  </a:lnTo>
                  <a:lnTo>
                    <a:pt x="39651" y="19109"/>
                  </a:lnTo>
                  <a:lnTo>
                    <a:pt x="38696" y="20064"/>
                  </a:lnTo>
                  <a:lnTo>
                    <a:pt x="39174" y="21020"/>
                  </a:lnTo>
                  <a:lnTo>
                    <a:pt x="39651" y="21498"/>
                  </a:lnTo>
                  <a:lnTo>
                    <a:pt x="39174" y="22931"/>
                  </a:lnTo>
                  <a:lnTo>
                    <a:pt x="37263" y="24364"/>
                  </a:lnTo>
                  <a:lnTo>
                    <a:pt x="35830" y="24842"/>
                  </a:lnTo>
                  <a:lnTo>
                    <a:pt x="34874" y="25320"/>
                  </a:lnTo>
                  <a:lnTo>
                    <a:pt x="33919" y="24842"/>
                  </a:lnTo>
                  <a:lnTo>
                    <a:pt x="32486" y="23409"/>
                  </a:lnTo>
                  <a:lnTo>
                    <a:pt x="32008" y="24364"/>
                  </a:lnTo>
                  <a:lnTo>
                    <a:pt x="31530" y="25797"/>
                  </a:lnTo>
                  <a:lnTo>
                    <a:pt x="31052" y="26753"/>
                  </a:lnTo>
                  <a:lnTo>
                    <a:pt x="28664" y="26753"/>
                  </a:lnTo>
                  <a:lnTo>
                    <a:pt x="27708" y="25797"/>
                  </a:lnTo>
                  <a:lnTo>
                    <a:pt x="25797" y="25320"/>
                  </a:lnTo>
                  <a:lnTo>
                    <a:pt x="25320" y="27230"/>
                  </a:lnTo>
                  <a:lnTo>
                    <a:pt x="23886" y="28664"/>
                  </a:lnTo>
                  <a:lnTo>
                    <a:pt x="22931" y="29141"/>
                  </a:lnTo>
                  <a:lnTo>
                    <a:pt x="20542" y="29619"/>
                  </a:lnTo>
                  <a:lnTo>
                    <a:pt x="19587" y="30097"/>
                  </a:lnTo>
                  <a:lnTo>
                    <a:pt x="17676" y="29619"/>
                  </a:lnTo>
                  <a:lnTo>
                    <a:pt x="15765" y="28664"/>
                  </a:lnTo>
                  <a:lnTo>
                    <a:pt x="14332" y="28664"/>
                  </a:lnTo>
                  <a:lnTo>
                    <a:pt x="13854" y="29141"/>
                  </a:lnTo>
                  <a:lnTo>
                    <a:pt x="9077" y="29619"/>
                  </a:lnTo>
                  <a:lnTo>
                    <a:pt x="7166" y="30097"/>
                  </a:lnTo>
                  <a:lnTo>
                    <a:pt x="5733" y="30097"/>
                  </a:lnTo>
                  <a:lnTo>
                    <a:pt x="3822" y="28664"/>
                  </a:lnTo>
                  <a:lnTo>
                    <a:pt x="3344" y="27230"/>
                  </a:lnTo>
                  <a:lnTo>
                    <a:pt x="2389" y="25320"/>
                  </a:lnTo>
                  <a:lnTo>
                    <a:pt x="1433" y="22453"/>
                  </a:lnTo>
                  <a:lnTo>
                    <a:pt x="956" y="20064"/>
                  </a:lnTo>
                  <a:lnTo>
                    <a:pt x="1433" y="18154"/>
                  </a:lnTo>
                  <a:lnTo>
                    <a:pt x="2389" y="18154"/>
                  </a:lnTo>
                  <a:lnTo>
                    <a:pt x="3822" y="18631"/>
                  </a:lnTo>
                  <a:lnTo>
                    <a:pt x="4299" y="18154"/>
                  </a:lnTo>
                  <a:lnTo>
                    <a:pt x="4299" y="17676"/>
                  </a:lnTo>
                  <a:lnTo>
                    <a:pt x="4299" y="17198"/>
                  </a:lnTo>
                  <a:lnTo>
                    <a:pt x="1911" y="17198"/>
                  </a:lnTo>
                  <a:lnTo>
                    <a:pt x="478" y="16243"/>
                  </a:lnTo>
                  <a:lnTo>
                    <a:pt x="0" y="14332"/>
                  </a:lnTo>
                  <a:lnTo>
                    <a:pt x="478" y="10032"/>
                  </a:lnTo>
                  <a:lnTo>
                    <a:pt x="478" y="9555"/>
                  </a:lnTo>
                  <a:lnTo>
                    <a:pt x="1433" y="8121"/>
                  </a:lnTo>
                  <a:lnTo>
                    <a:pt x="1911" y="7166"/>
                  </a:lnTo>
                  <a:lnTo>
                    <a:pt x="1433" y="6210"/>
                  </a:lnTo>
                  <a:lnTo>
                    <a:pt x="1911" y="4299"/>
                  </a:lnTo>
                  <a:lnTo>
                    <a:pt x="2866" y="2866"/>
                  </a:lnTo>
                  <a:lnTo>
                    <a:pt x="6688" y="478"/>
                  </a:lnTo>
                  <a:lnTo>
                    <a:pt x="10988" y="0"/>
                  </a:lnTo>
                  <a:lnTo>
                    <a:pt x="2340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5" name="Freeform 3534">
              <a:extLst>
                <a:ext uri="{FF2B5EF4-FFF2-40B4-BE49-F238E27FC236}">
                  <a16:creationId xmlns:a16="http://schemas.microsoft.com/office/drawing/2014/main" id="{DA2B09A8-6588-867C-C12B-E31A0354E3D7}"/>
                </a:ext>
              </a:extLst>
            </p:cNvPr>
            <p:cNvSpPr/>
            <p:nvPr/>
          </p:nvSpPr>
          <p:spPr>
            <a:xfrm>
              <a:off x="4853902" y="4744451"/>
              <a:ext cx="15287" cy="16242"/>
            </a:xfrm>
            <a:custGeom>
              <a:avLst/>
              <a:gdLst>
                <a:gd name="csX0" fmla="*/ 1911 w 15287"/>
                <a:gd name="csY0" fmla="*/ 16243 h 16242"/>
                <a:gd name="csX1" fmla="*/ 0 w 15287"/>
                <a:gd name="csY1" fmla="*/ 16243 h 16242"/>
                <a:gd name="csX2" fmla="*/ 2389 w 15287"/>
                <a:gd name="csY2" fmla="*/ 11943 h 16242"/>
                <a:gd name="csX3" fmla="*/ 4777 w 15287"/>
                <a:gd name="csY3" fmla="*/ 9555 h 16242"/>
                <a:gd name="csX4" fmla="*/ 4777 w 15287"/>
                <a:gd name="csY4" fmla="*/ 5733 h 16242"/>
                <a:gd name="csX5" fmla="*/ 7644 w 15287"/>
                <a:gd name="csY5" fmla="*/ 1911 h 16242"/>
                <a:gd name="csX6" fmla="*/ 10032 w 15287"/>
                <a:gd name="csY6" fmla="*/ 478 h 16242"/>
                <a:gd name="csX7" fmla="*/ 13376 w 15287"/>
                <a:gd name="csY7" fmla="*/ 0 h 16242"/>
                <a:gd name="csX8" fmla="*/ 15287 w 15287"/>
                <a:gd name="csY8" fmla="*/ 2389 h 16242"/>
                <a:gd name="csX9" fmla="*/ 12899 w 15287"/>
                <a:gd name="csY9" fmla="*/ 8599 h 16242"/>
                <a:gd name="csX10" fmla="*/ 12421 w 15287"/>
                <a:gd name="csY10" fmla="*/ 8599 h 16242"/>
                <a:gd name="csX11" fmla="*/ 9077 w 15287"/>
                <a:gd name="csY11" fmla="*/ 11943 h 16242"/>
                <a:gd name="csX12" fmla="*/ 5733 w 15287"/>
                <a:gd name="csY12" fmla="*/ 14332 h 16242"/>
                <a:gd name="csX13" fmla="*/ 1911 w 15287"/>
                <a:gd name="csY13" fmla="*/ 16243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5287" h="16242">
                  <a:moveTo>
                    <a:pt x="1911" y="16243"/>
                  </a:moveTo>
                  <a:lnTo>
                    <a:pt x="0" y="16243"/>
                  </a:lnTo>
                  <a:lnTo>
                    <a:pt x="2389" y="11943"/>
                  </a:lnTo>
                  <a:lnTo>
                    <a:pt x="4777" y="9555"/>
                  </a:lnTo>
                  <a:lnTo>
                    <a:pt x="4777" y="5733"/>
                  </a:lnTo>
                  <a:lnTo>
                    <a:pt x="7644" y="1911"/>
                  </a:lnTo>
                  <a:lnTo>
                    <a:pt x="10032" y="478"/>
                  </a:lnTo>
                  <a:lnTo>
                    <a:pt x="13376" y="0"/>
                  </a:lnTo>
                  <a:lnTo>
                    <a:pt x="15287" y="2389"/>
                  </a:lnTo>
                  <a:lnTo>
                    <a:pt x="12899" y="8599"/>
                  </a:lnTo>
                  <a:lnTo>
                    <a:pt x="12421" y="8599"/>
                  </a:lnTo>
                  <a:lnTo>
                    <a:pt x="9077" y="11943"/>
                  </a:lnTo>
                  <a:lnTo>
                    <a:pt x="5733" y="14332"/>
                  </a:lnTo>
                  <a:lnTo>
                    <a:pt x="1911" y="162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6" name="Freeform 3535">
              <a:extLst>
                <a:ext uri="{FF2B5EF4-FFF2-40B4-BE49-F238E27FC236}">
                  <a16:creationId xmlns:a16="http://schemas.microsoft.com/office/drawing/2014/main" id="{8B0EDFE2-BCE4-BB88-9C34-99398C59C653}"/>
                </a:ext>
              </a:extLst>
            </p:cNvPr>
            <p:cNvSpPr/>
            <p:nvPr/>
          </p:nvSpPr>
          <p:spPr>
            <a:xfrm>
              <a:off x="4991011" y="4757349"/>
              <a:ext cx="2866" cy="2388"/>
            </a:xfrm>
            <a:custGeom>
              <a:avLst/>
              <a:gdLst>
                <a:gd name="csX0" fmla="*/ 2866 w 2866"/>
                <a:gd name="csY0" fmla="*/ 956 h 2388"/>
                <a:gd name="csX1" fmla="*/ 1433 w 2866"/>
                <a:gd name="csY1" fmla="*/ 1911 h 2388"/>
                <a:gd name="csX2" fmla="*/ 956 w 2866"/>
                <a:gd name="csY2" fmla="*/ 2389 h 2388"/>
                <a:gd name="csX3" fmla="*/ 0 w 2866"/>
                <a:gd name="csY3" fmla="*/ 1911 h 2388"/>
                <a:gd name="csX4" fmla="*/ 0 w 2866"/>
                <a:gd name="csY4" fmla="*/ 1433 h 2388"/>
                <a:gd name="csX5" fmla="*/ 478 w 2866"/>
                <a:gd name="csY5" fmla="*/ 1433 h 2388"/>
                <a:gd name="csX6" fmla="*/ 956 w 2866"/>
                <a:gd name="csY6" fmla="*/ 0 h 2388"/>
                <a:gd name="csX7" fmla="*/ 2389 w 2866"/>
                <a:gd name="csY7" fmla="*/ 478 h 2388"/>
                <a:gd name="csX8" fmla="*/ 2866 w 2866"/>
                <a:gd name="csY8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388">
                  <a:moveTo>
                    <a:pt x="2866" y="956"/>
                  </a:moveTo>
                  <a:lnTo>
                    <a:pt x="1433" y="1911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1433"/>
                  </a:lnTo>
                  <a:lnTo>
                    <a:pt x="956" y="0"/>
                  </a:lnTo>
                  <a:lnTo>
                    <a:pt x="2389" y="478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7" name="Freeform 3536">
              <a:extLst>
                <a:ext uri="{FF2B5EF4-FFF2-40B4-BE49-F238E27FC236}">
                  <a16:creationId xmlns:a16="http://schemas.microsoft.com/office/drawing/2014/main" id="{3D6B2C45-DB57-1CE3-8705-61412689AA6B}"/>
                </a:ext>
              </a:extLst>
            </p:cNvPr>
            <p:cNvSpPr/>
            <p:nvPr/>
          </p:nvSpPr>
          <p:spPr>
            <a:xfrm>
              <a:off x="4999132" y="4783624"/>
              <a:ext cx="2388" cy="5732"/>
            </a:xfrm>
            <a:custGeom>
              <a:avLst/>
              <a:gdLst>
                <a:gd name="csX0" fmla="*/ 2389 w 2388"/>
                <a:gd name="csY0" fmla="*/ 4299 h 5732"/>
                <a:gd name="csX1" fmla="*/ 0 w 2388"/>
                <a:gd name="csY1" fmla="*/ 5733 h 5732"/>
                <a:gd name="csX2" fmla="*/ 955 w 2388"/>
                <a:gd name="csY2" fmla="*/ 3822 h 5732"/>
                <a:gd name="csX3" fmla="*/ 478 w 2388"/>
                <a:gd name="csY3" fmla="*/ 2389 h 5732"/>
                <a:gd name="csX4" fmla="*/ 955 w 2388"/>
                <a:gd name="csY4" fmla="*/ 1433 h 5732"/>
                <a:gd name="csX5" fmla="*/ 1911 w 2388"/>
                <a:gd name="csY5" fmla="*/ 0 h 5732"/>
                <a:gd name="csX6" fmla="*/ 2389 w 2388"/>
                <a:gd name="csY6" fmla="*/ 0 h 5732"/>
                <a:gd name="csX7" fmla="*/ 2389 w 2388"/>
                <a:gd name="csY7" fmla="*/ 1433 h 5732"/>
                <a:gd name="csX8" fmla="*/ 2389 w 2388"/>
                <a:gd name="csY8" fmla="*/ 1911 h 5732"/>
                <a:gd name="csX9" fmla="*/ 2389 w 2388"/>
                <a:gd name="csY9" fmla="*/ 4299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5732">
                  <a:moveTo>
                    <a:pt x="2389" y="4299"/>
                  </a:moveTo>
                  <a:lnTo>
                    <a:pt x="0" y="5733"/>
                  </a:lnTo>
                  <a:lnTo>
                    <a:pt x="955" y="3822"/>
                  </a:lnTo>
                  <a:lnTo>
                    <a:pt x="478" y="2389"/>
                  </a:lnTo>
                  <a:lnTo>
                    <a:pt x="955" y="1433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389" y="1433"/>
                  </a:lnTo>
                  <a:lnTo>
                    <a:pt x="2389" y="1911"/>
                  </a:lnTo>
                  <a:lnTo>
                    <a:pt x="2389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8" name="Freeform 3537">
              <a:extLst>
                <a:ext uri="{FF2B5EF4-FFF2-40B4-BE49-F238E27FC236}">
                  <a16:creationId xmlns:a16="http://schemas.microsoft.com/office/drawing/2014/main" id="{5E697C37-9E13-5A8B-EDDD-E5FBA9E3E598}"/>
                </a:ext>
              </a:extLst>
            </p:cNvPr>
            <p:cNvSpPr/>
            <p:nvPr/>
          </p:nvSpPr>
          <p:spPr>
            <a:xfrm>
              <a:off x="5114743" y="4969461"/>
              <a:ext cx="3344" cy="4299"/>
            </a:xfrm>
            <a:custGeom>
              <a:avLst/>
              <a:gdLst>
                <a:gd name="csX0" fmla="*/ 478 w 3344"/>
                <a:gd name="csY0" fmla="*/ 3822 h 4299"/>
                <a:gd name="csX1" fmla="*/ 0 w 3344"/>
                <a:gd name="csY1" fmla="*/ 4300 h 4299"/>
                <a:gd name="csX2" fmla="*/ 0 w 3344"/>
                <a:gd name="csY2" fmla="*/ 3344 h 4299"/>
                <a:gd name="csX3" fmla="*/ 1911 w 3344"/>
                <a:gd name="csY3" fmla="*/ 1433 h 4299"/>
                <a:gd name="csX4" fmla="*/ 2389 w 3344"/>
                <a:gd name="csY4" fmla="*/ 0 h 4299"/>
                <a:gd name="csX5" fmla="*/ 3344 w 3344"/>
                <a:gd name="csY5" fmla="*/ 478 h 4299"/>
                <a:gd name="csX6" fmla="*/ 3344 w 3344"/>
                <a:gd name="csY6" fmla="*/ 1433 h 4299"/>
                <a:gd name="csX7" fmla="*/ 3344 w 3344"/>
                <a:gd name="csY7" fmla="*/ 1911 h 4299"/>
                <a:gd name="csX8" fmla="*/ 478 w 3344"/>
                <a:gd name="csY8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4299">
                  <a:moveTo>
                    <a:pt x="478" y="3822"/>
                  </a:moveTo>
                  <a:lnTo>
                    <a:pt x="0" y="4300"/>
                  </a:lnTo>
                  <a:lnTo>
                    <a:pt x="0" y="3344"/>
                  </a:lnTo>
                  <a:lnTo>
                    <a:pt x="1911" y="1433"/>
                  </a:lnTo>
                  <a:lnTo>
                    <a:pt x="2389" y="0"/>
                  </a:lnTo>
                  <a:lnTo>
                    <a:pt x="3344" y="478"/>
                  </a:lnTo>
                  <a:lnTo>
                    <a:pt x="3344" y="1433"/>
                  </a:lnTo>
                  <a:lnTo>
                    <a:pt x="3344" y="1911"/>
                  </a:lnTo>
                  <a:lnTo>
                    <a:pt x="478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9" name="Freeform 3538">
              <a:extLst>
                <a:ext uri="{FF2B5EF4-FFF2-40B4-BE49-F238E27FC236}">
                  <a16:creationId xmlns:a16="http://schemas.microsoft.com/office/drawing/2014/main" id="{81F31CFE-7DAE-69FC-F5B6-5154DDFDA0B9}"/>
                </a:ext>
              </a:extLst>
            </p:cNvPr>
            <p:cNvSpPr/>
            <p:nvPr/>
          </p:nvSpPr>
          <p:spPr>
            <a:xfrm>
              <a:off x="5109965" y="4979016"/>
              <a:ext cx="2388" cy="2388"/>
            </a:xfrm>
            <a:custGeom>
              <a:avLst/>
              <a:gdLst>
                <a:gd name="csX0" fmla="*/ 2389 w 2388"/>
                <a:gd name="csY0" fmla="*/ 1433 h 2388"/>
                <a:gd name="csX1" fmla="*/ 1433 w 2388"/>
                <a:gd name="csY1" fmla="*/ 2389 h 2388"/>
                <a:gd name="csX2" fmla="*/ 956 w 2388"/>
                <a:gd name="csY2" fmla="*/ 2389 h 2388"/>
                <a:gd name="csX3" fmla="*/ 478 w 2388"/>
                <a:gd name="csY3" fmla="*/ 1433 h 2388"/>
                <a:gd name="csX4" fmla="*/ 0 w 2388"/>
                <a:gd name="csY4" fmla="*/ 956 h 2388"/>
                <a:gd name="csX5" fmla="*/ 478 w 2388"/>
                <a:gd name="csY5" fmla="*/ 478 h 2388"/>
                <a:gd name="csX6" fmla="*/ 956 w 2388"/>
                <a:gd name="csY6" fmla="*/ 0 h 2388"/>
                <a:gd name="csX7" fmla="*/ 2389 w 2388"/>
                <a:gd name="csY7" fmla="*/ 0 h 2388"/>
                <a:gd name="csX8" fmla="*/ 2389 w 2388"/>
                <a:gd name="csY8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388">
                  <a:moveTo>
                    <a:pt x="2389" y="1433"/>
                  </a:moveTo>
                  <a:lnTo>
                    <a:pt x="1433" y="2389"/>
                  </a:lnTo>
                  <a:lnTo>
                    <a:pt x="956" y="2389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0" name="Freeform 3539">
              <a:extLst>
                <a:ext uri="{FF2B5EF4-FFF2-40B4-BE49-F238E27FC236}">
                  <a16:creationId xmlns:a16="http://schemas.microsoft.com/office/drawing/2014/main" id="{E62AA299-F7A8-F548-D738-395885BCCC69}"/>
                </a:ext>
              </a:extLst>
            </p:cNvPr>
            <p:cNvSpPr/>
            <p:nvPr/>
          </p:nvSpPr>
          <p:spPr>
            <a:xfrm>
              <a:off x="5003910" y="5163419"/>
              <a:ext cx="5254" cy="2866"/>
            </a:xfrm>
            <a:custGeom>
              <a:avLst/>
              <a:gdLst>
                <a:gd name="csX0" fmla="*/ 4777 w 5254"/>
                <a:gd name="csY0" fmla="*/ 1433 h 2866"/>
                <a:gd name="csX1" fmla="*/ 5255 w 5254"/>
                <a:gd name="csY1" fmla="*/ 1911 h 2866"/>
                <a:gd name="csX2" fmla="*/ 4299 w 5254"/>
                <a:gd name="csY2" fmla="*/ 1911 h 2866"/>
                <a:gd name="csX3" fmla="*/ 2866 w 5254"/>
                <a:gd name="csY3" fmla="*/ 2389 h 2866"/>
                <a:gd name="csX4" fmla="*/ 955 w 5254"/>
                <a:gd name="csY4" fmla="*/ 2866 h 2866"/>
                <a:gd name="csX5" fmla="*/ 0 w 5254"/>
                <a:gd name="csY5" fmla="*/ 1911 h 2866"/>
                <a:gd name="csX6" fmla="*/ 1911 w 5254"/>
                <a:gd name="csY6" fmla="*/ 956 h 2866"/>
                <a:gd name="csX7" fmla="*/ 2389 w 5254"/>
                <a:gd name="csY7" fmla="*/ 0 h 2866"/>
                <a:gd name="csX8" fmla="*/ 2866 w 5254"/>
                <a:gd name="csY8" fmla="*/ 0 h 2866"/>
                <a:gd name="csX9" fmla="*/ 3344 w 5254"/>
                <a:gd name="csY9" fmla="*/ 956 h 2866"/>
                <a:gd name="csX10" fmla="*/ 4777 w 5254"/>
                <a:gd name="csY10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4" h="2866">
                  <a:moveTo>
                    <a:pt x="4777" y="1433"/>
                  </a:moveTo>
                  <a:lnTo>
                    <a:pt x="5255" y="1911"/>
                  </a:lnTo>
                  <a:lnTo>
                    <a:pt x="4299" y="1911"/>
                  </a:lnTo>
                  <a:lnTo>
                    <a:pt x="2866" y="2389"/>
                  </a:lnTo>
                  <a:lnTo>
                    <a:pt x="955" y="2866"/>
                  </a:lnTo>
                  <a:lnTo>
                    <a:pt x="0" y="1911"/>
                  </a:lnTo>
                  <a:lnTo>
                    <a:pt x="1911" y="956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344" y="956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1" name="Freeform 3540">
              <a:extLst>
                <a:ext uri="{FF2B5EF4-FFF2-40B4-BE49-F238E27FC236}">
                  <a16:creationId xmlns:a16="http://schemas.microsoft.com/office/drawing/2014/main" id="{44D45395-480D-AD88-A3A1-4FC161FA424D}"/>
                </a:ext>
              </a:extLst>
            </p:cNvPr>
            <p:cNvSpPr/>
            <p:nvPr/>
          </p:nvSpPr>
          <p:spPr>
            <a:xfrm>
              <a:off x="4982412" y="5176318"/>
              <a:ext cx="4299" cy="4299"/>
            </a:xfrm>
            <a:custGeom>
              <a:avLst/>
              <a:gdLst>
                <a:gd name="csX0" fmla="*/ 3822 w 4299"/>
                <a:gd name="csY0" fmla="*/ 3344 h 4299"/>
                <a:gd name="csX1" fmla="*/ 3822 w 4299"/>
                <a:gd name="csY1" fmla="*/ 4299 h 4299"/>
                <a:gd name="csX2" fmla="*/ 2866 w 4299"/>
                <a:gd name="csY2" fmla="*/ 3822 h 4299"/>
                <a:gd name="csX3" fmla="*/ 478 w 4299"/>
                <a:gd name="csY3" fmla="*/ 4299 h 4299"/>
                <a:gd name="csX4" fmla="*/ 0 w 4299"/>
                <a:gd name="csY4" fmla="*/ 3344 h 4299"/>
                <a:gd name="csX5" fmla="*/ 2866 w 4299"/>
                <a:gd name="csY5" fmla="*/ 0 h 4299"/>
                <a:gd name="csX6" fmla="*/ 3344 w 4299"/>
                <a:gd name="csY6" fmla="*/ 478 h 4299"/>
                <a:gd name="csX7" fmla="*/ 3822 w 4299"/>
                <a:gd name="csY7" fmla="*/ 955 h 4299"/>
                <a:gd name="csX8" fmla="*/ 4299 w 4299"/>
                <a:gd name="csY8" fmla="*/ 1911 h 4299"/>
                <a:gd name="csX9" fmla="*/ 3822 w 4299"/>
                <a:gd name="csY9" fmla="*/ 2389 h 4299"/>
                <a:gd name="csX10" fmla="*/ 3822 w 4299"/>
                <a:gd name="csY10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4299">
                  <a:moveTo>
                    <a:pt x="3822" y="3344"/>
                  </a:moveTo>
                  <a:lnTo>
                    <a:pt x="3822" y="4299"/>
                  </a:lnTo>
                  <a:lnTo>
                    <a:pt x="2866" y="3822"/>
                  </a:lnTo>
                  <a:lnTo>
                    <a:pt x="478" y="4299"/>
                  </a:lnTo>
                  <a:lnTo>
                    <a:pt x="0" y="3344"/>
                  </a:lnTo>
                  <a:lnTo>
                    <a:pt x="2866" y="0"/>
                  </a:lnTo>
                  <a:lnTo>
                    <a:pt x="3344" y="478"/>
                  </a:lnTo>
                  <a:lnTo>
                    <a:pt x="3822" y="955"/>
                  </a:lnTo>
                  <a:lnTo>
                    <a:pt x="4299" y="1911"/>
                  </a:lnTo>
                  <a:lnTo>
                    <a:pt x="3822" y="2389"/>
                  </a:lnTo>
                  <a:lnTo>
                    <a:pt x="3822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2" name="Freeform 3541">
              <a:extLst>
                <a:ext uri="{FF2B5EF4-FFF2-40B4-BE49-F238E27FC236}">
                  <a16:creationId xmlns:a16="http://schemas.microsoft.com/office/drawing/2014/main" id="{99BF3445-E377-5E71-364A-FF9435CDFD91}"/>
                </a:ext>
              </a:extLst>
            </p:cNvPr>
            <p:cNvSpPr/>
            <p:nvPr/>
          </p:nvSpPr>
          <p:spPr>
            <a:xfrm>
              <a:off x="4918874" y="5225046"/>
              <a:ext cx="3344" cy="4777"/>
            </a:xfrm>
            <a:custGeom>
              <a:avLst/>
              <a:gdLst>
                <a:gd name="csX0" fmla="*/ 1433 w 3344"/>
                <a:gd name="csY0" fmla="*/ 4777 h 4777"/>
                <a:gd name="csX1" fmla="*/ 956 w 3344"/>
                <a:gd name="csY1" fmla="*/ 4777 h 4777"/>
                <a:gd name="csX2" fmla="*/ 0 w 3344"/>
                <a:gd name="csY2" fmla="*/ 2389 h 4777"/>
                <a:gd name="csX3" fmla="*/ 2389 w 3344"/>
                <a:gd name="csY3" fmla="*/ 0 h 4777"/>
                <a:gd name="csX4" fmla="*/ 3344 w 3344"/>
                <a:gd name="csY4" fmla="*/ 956 h 4777"/>
                <a:gd name="csX5" fmla="*/ 2389 w 3344"/>
                <a:gd name="csY5" fmla="*/ 2867 h 4777"/>
                <a:gd name="csX6" fmla="*/ 1911 w 3344"/>
                <a:gd name="csY6" fmla="*/ 4300 h 4777"/>
                <a:gd name="csX7" fmla="*/ 1433 w 3344"/>
                <a:gd name="csY7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4777">
                  <a:moveTo>
                    <a:pt x="1433" y="4777"/>
                  </a:moveTo>
                  <a:lnTo>
                    <a:pt x="956" y="4777"/>
                  </a:lnTo>
                  <a:lnTo>
                    <a:pt x="0" y="2389"/>
                  </a:lnTo>
                  <a:lnTo>
                    <a:pt x="2389" y="0"/>
                  </a:lnTo>
                  <a:lnTo>
                    <a:pt x="3344" y="956"/>
                  </a:lnTo>
                  <a:lnTo>
                    <a:pt x="2389" y="2867"/>
                  </a:lnTo>
                  <a:lnTo>
                    <a:pt x="1911" y="4300"/>
                  </a:lnTo>
                  <a:lnTo>
                    <a:pt x="1433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3" name="Freeform 3542">
              <a:extLst>
                <a:ext uri="{FF2B5EF4-FFF2-40B4-BE49-F238E27FC236}">
                  <a16:creationId xmlns:a16="http://schemas.microsoft.com/office/drawing/2014/main" id="{87061F30-8C65-49D7-72BC-A5D841124FBC}"/>
                </a:ext>
              </a:extLst>
            </p:cNvPr>
            <p:cNvSpPr/>
            <p:nvPr/>
          </p:nvSpPr>
          <p:spPr>
            <a:xfrm>
              <a:off x="4920785" y="5249888"/>
              <a:ext cx="3344" cy="8599"/>
            </a:xfrm>
            <a:custGeom>
              <a:avLst/>
              <a:gdLst>
                <a:gd name="csX0" fmla="*/ 1433 w 3344"/>
                <a:gd name="csY0" fmla="*/ 7644 h 8599"/>
                <a:gd name="csX1" fmla="*/ 0 w 3344"/>
                <a:gd name="csY1" fmla="*/ 8599 h 8599"/>
                <a:gd name="csX2" fmla="*/ 478 w 3344"/>
                <a:gd name="csY2" fmla="*/ 3822 h 8599"/>
                <a:gd name="csX3" fmla="*/ 956 w 3344"/>
                <a:gd name="csY3" fmla="*/ 1911 h 8599"/>
                <a:gd name="csX4" fmla="*/ 1911 w 3344"/>
                <a:gd name="csY4" fmla="*/ 956 h 8599"/>
                <a:gd name="csX5" fmla="*/ 2866 w 3344"/>
                <a:gd name="csY5" fmla="*/ 0 h 8599"/>
                <a:gd name="csX6" fmla="*/ 3344 w 3344"/>
                <a:gd name="csY6" fmla="*/ 956 h 8599"/>
                <a:gd name="csX7" fmla="*/ 2866 w 3344"/>
                <a:gd name="csY7" fmla="*/ 3344 h 8599"/>
                <a:gd name="csX8" fmla="*/ 1433 w 3344"/>
                <a:gd name="csY8" fmla="*/ 6210 h 8599"/>
                <a:gd name="csX9" fmla="*/ 1433 w 3344"/>
                <a:gd name="csY9" fmla="*/ 7644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8599">
                  <a:moveTo>
                    <a:pt x="1433" y="7644"/>
                  </a:moveTo>
                  <a:lnTo>
                    <a:pt x="0" y="8599"/>
                  </a:lnTo>
                  <a:lnTo>
                    <a:pt x="478" y="3822"/>
                  </a:lnTo>
                  <a:lnTo>
                    <a:pt x="956" y="1911"/>
                  </a:lnTo>
                  <a:lnTo>
                    <a:pt x="1911" y="956"/>
                  </a:lnTo>
                  <a:lnTo>
                    <a:pt x="2866" y="0"/>
                  </a:lnTo>
                  <a:lnTo>
                    <a:pt x="3344" y="956"/>
                  </a:lnTo>
                  <a:lnTo>
                    <a:pt x="2866" y="3344"/>
                  </a:lnTo>
                  <a:lnTo>
                    <a:pt x="1433" y="6210"/>
                  </a:lnTo>
                  <a:lnTo>
                    <a:pt x="1433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4" name="Freeform 3543">
              <a:extLst>
                <a:ext uri="{FF2B5EF4-FFF2-40B4-BE49-F238E27FC236}">
                  <a16:creationId xmlns:a16="http://schemas.microsoft.com/office/drawing/2014/main" id="{D7E9B8CA-3F20-F1C0-983E-13C48E7BD93A}"/>
                </a:ext>
              </a:extLst>
            </p:cNvPr>
            <p:cNvSpPr/>
            <p:nvPr/>
          </p:nvSpPr>
          <p:spPr>
            <a:xfrm>
              <a:off x="4337955" y="4228503"/>
              <a:ext cx="18153" cy="21020"/>
            </a:xfrm>
            <a:custGeom>
              <a:avLst/>
              <a:gdLst>
                <a:gd name="csX0" fmla="*/ 14332 w 18153"/>
                <a:gd name="csY0" fmla="*/ 21020 h 21020"/>
                <a:gd name="csX1" fmla="*/ 13854 w 18153"/>
                <a:gd name="csY1" fmla="*/ 21020 h 21020"/>
                <a:gd name="csX2" fmla="*/ 12421 w 18153"/>
                <a:gd name="csY2" fmla="*/ 19109 h 21020"/>
                <a:gd name="csX3" fmla="*/ 10988 w 18153"/>
                <a:gd name="csY3" fmla="*/ 18632 h 21020"/>
                <a:gd name="csX4" fmla="*/ 12899 w 18153"/>
                <a:gd name="csY4" fmla="*/ 17198 h 21020"/>
                <a:gd name="csX5" fmla="*/ 13854 w 18153"/>
                <a:gd name="csY5" fmla="*/ 15765 h 21020"/>
                <a:gd name="csX6" fmla="*/ 13854 w 18153"/>
                <a:gd name="csY6" fmla="*/ 13376 h 21020"/>
                <a:gd name="csX7" fmla="*/ 14332 w 18153"/>
                <a:gd name="csY7" fmla="*/ 11943 h 21020"/>
                <a:gd name="csX8" fmla="*/ 14332 w 18153"/>
                <a:gd name="csY8" fmla="*/ 10510 h 21020"/>
                <a:gd name="csX9" fmla="*/ 14809 w 18153"/>
                <a:gd name="csY9" fmla="*/ 9077 h 21020"/>
                <a:gd name="csX10" fmla="*/ 13854 w 18153"/>
                <a:gd name="csY10" fmla="*/ 7644 h 21020"/>
                <a:gd name="csX11" fmla="*/ 12421 w 18153"/>
                <a:gd name="csY11" fmla="*/ 6688 h 21020"/>
                <a:gd name="csX12" fmla="*/ 8599 w 18153"/>
                <a:gd name="csY12" fmla="*/ 1911 h 21020"/>
                <a:gd name="csX13" fmla="*/ 2866 w 18153"/>
                <a:gd name="csY13" fmla="*/ 956 h 21020"/>
                <a:gd name="csX14" fmla="*/ 0 w 18153"/>
                <a:gd name="csY14" fmla="*/ 956 h 21020"/>
                <a:gd name="csX15" fmla="*/ 1911 w 18153"/>
                <a:gd name="csY15" fmla="*/ 0 h 21020"/>
                <a:gd name="csX16" fmla="*/ 3344 w 18153"/>
                <a:gd name="csY16" fmla="*/ 0 h 21020"/>
                <a:gd name="csX17" fmla="*/ 5255 w 18153"/>
                <a:gd name="csY17" fmla="*/ 478 h 21020"/>
                <a:gd name="csX18" fmla="*/ 8121 w 18153"/>
                <a:gd name="csY18" fmla="*/ 956 h 21020"/>
                <a:gd name="csX19" fmla="*/ 10032 w 18153"/>
                <a:gd name="csY19" fmla="*/ 1911 h 21020"/>
                <a:gd name="csX20" fmla="*/ 11466 w 18153"/>
                <a:gd name="csY20" fmla="*/ 3822 h 21020"/>
                <a:gd name="csX21" fmla="*/ 12899 w 18153"/>
                <a:gd name="csY21" fmla="*/ 4777 h 21020"/>
                <a:gd name="csX22" fmla="*/ 13376 w 18153"/>
                <a:gd name="csY22" fmla="*/ 5255 h 21020"/>
                <a:gd name="csX23" fmla="*/ 13376 w 18153"/>
                <a:gd name="csY23" fmla="*/ 5733 h 21020"/>
                <a:gd name="csX24" fmla="*/ 13854 w 18153"/>
                <a:gd name="csY24" fmla="*/ 6210 h 21020"/>
                <a:gd name="csX25" fmla="*/ 15765 w 18153"/>
                <a:gd name="csY25" fmla="*/ 7166 h 21020"/>
                <a:gd name="csX26" fmla="*/ 17676 w 18153"/>
                <a:gd name="csY26" fmla="*/ 8121 h 21020"/>
                <a:gd name="csX27" fmla="*/ 18154 w 18153"/>
                <a:gd name="csY27" fmla="*/ 12421 h 21020"/>
                <a:gd name="csX28" fmla="*/ 15287 w 18153"/>
                <a:gd name="csY28" fmla="*/ 14332 h 21020"/>
                <a:gd name="csX29" fmla="*/ 14809 w 18153"/>
                <a:gd name="csY29" fmla="*/ 20065 h 21020"/>
                <a:gd name="csX30" fmla="*/ 14332 w 18153"/>
                <a:gd name="csY30" fmla="*/ 21020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18153" h="21020">
                  <a:moveTo>
                    <a:pt x="14332" y="21020"/>
                  </a:moveTo>
                  <a:lnTo>
                    <a:pt x="13854" y="21020"/>
                  </a:lnTo>
                  <a:lnTo>
                    <a:pt x="12421" y="19109"/>
                  </a:lnTo>
                  <a:lnTo>
                    <a:pt x="10988" y="18632"/>
                  </a:lnTo>
                  <a:lnTo>
                    <a:pt x="12899" y="17198"/>
                  </a:lnTo>
                  <a:lnTo>
                    <a:pt x="13854" y="15765"/>
                  </a:lnTo>
                  <a:lnTo>
                    <a:pt x="13854" y="13376"/>
                  </a:lnTo>
                  <a:lnTo>
                    <a:pt x="14332" y="11943"/>
                  </a:lnTo>
                  <a:lnTo>
                    <a:pt x="14332" y="10510"/>
                  </a:lnTo>
                  <a:lnTo>
                    <a:pt x="14809" y="9077"/>
                  </a:lnTo>
                  <a:lnTo>
                    <a:pt x="13854" y="7644"/>
                  </a:lnTo>
                  <a:lnTo>
                    <a:pt x="12421" y="6688"/>
                  </a:lnTo>
                  <a:lnTo>
                    <a:pt x="8599" y="1911"/>
                  </a:lnTo>
                  <a:lnTo>
                    <a:pt x="2866" y="956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3344" y="0"/>
                  </a:lnTo>
                  <a:lnTo>
                    <a:pt x="5255" y="478"/>
                  </a:lnTo>
                  <a:lnTo>
                    <a:pt x="8121" y="956"/>
                  </a:lnTo>
                  <a:lnTo>
                    <a:pt x="10032" y="1911"/>
                  </a:lnTo>
                  <a:lnTo>
                    <a:pt x="11466" y="3822"/>
                  </a:lnTo>
                  <a:lnTo>
                    <a:pt x="12899" y="4777"/>
                  </a:lnTo>
                  <a:lnTo>
                    <a:pt x="13376" y="5255"/>
                  </a:lnTo>
                  <a:lnTo>
                    <a:pt x="13376" y="5733"/>
                  </a:lnTo>
                  <a:lnTo>
                    <a:pt x="13854" y="6210"/>
                  </a:lnTo>
                  <a:lnTo>
                    <a:pt x="15765" y="7166"/>
                  </a:lnTo>
                  <a:lnTo>
                    <a:pt x="17676" y="8121"/>
                  </a:lnTo>
                  <a:lnTo>
                    <a:pt x="18154" y="12421"/>
                  </a:lnTo>
                  <a:lnTo>
                    <a:pt x="15287" y="14332"/>
                  </a:lnTo>
                  <a:lnTo>
                    <a:pt x="14809" y="20065"/>
                  </a:lnTo>
                  <a:lnTo>
                    <a:pt x="14332" y="2102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5" name="Freeform 3544">
              <a:extLst>
                <a:ext uri="{FF2B5EF4-FFF2-40B4-BE49-F238E27FC236}">
                  <a16:creationId xmlns:a16="http://schemas.microsoft.com/office/drawing/2014/main" id="{198ED785-3C20-C611-6CED-9B228522C9AD}"/>
                </a:ext>
              </a:extLst>
            </p:cNvPr>
            <p:cNvSpPr/>
            <p:nvPr/>
          </p:nvSpPr>
          <p:spPr>
            <a:xfrm>
              <a:off x="4317412" y="4231369"/>
              <a:ext cx="21019" cy="6210"/>
            </a:xfrm>
            <a:custGeom>
              <a:avLst/>
              <a:gdLst>
                <a:gd name="csX0" fmla="*/ 9555 w 21019"/>
                <a:gd name="csY0" fmla="*/ 1433 h 6210"/>
                <a:gd name="csX1" fmla="*/ 11943 w 21019"/>
                <a:gd name="csY1" fmla="*/ 1911 h 6210"/>
                <a:gd name="csX2" fmla="*/ 13376 w 21019"/>
                <a:gd name="csY2" fmla="*/ 1911 h 6210"/>
                <a:gd name="csX3" fmla="*/ 14332 w 21019"/>
                <a:gd name="csY3" fmla="*/ 1433 h 6210"/>
                <a:gd name="csX4" fmla="*/ 17676 w 21019"/>
                <a:gd name="csY4" fmla="*/ 1911 h 6210"/>
                <a:gd name="csX5" fmla="*/ 20542 w 21019"/>
                <a:gd name="csY5" fmla="*/ 956 h 6210"/>
                <a:gd name="csX6" fmla="*/ 21020 w 21019"/>
                <a:gd name="csY6" fmla="*/ 2389 h 6210"/>
                <a:gd name="csX7" fmla="*/ 21020 w 21019"/>
                <a:gd name="csY7" fmla="*/ 2867 h 6210"/>
                <a:gd name="csX8" fmla="*/ 14809 w 21019"/>
                <a:gd name="csY8" fmla="*/ 3344 h 6210"/>
                <a:gd name="csX9" fmla="*/ 9077 w 21019"/>
                <a:gd name="csY9" fmla="*/ 4777 h 6210"/>
                <a:gd name="csX10" fmla="*/ 6210 w 21019"/>
                <a:gd name="csY10" fmla="*/ 5733 h 6210"/>
                <a:gd name="csX11" fmla="*/ 4777 w 21019"/>
                <a:gd name="csY11" fmla="*/ 6211 h 6210"/>
                <a:gd name="csX12" fmla="*/ 3822 w 21019"/>
                <a:gd name="csY12" fmla="*/ 5255 h 6210"/>
                <a:gd name="csX13" fmla="*/ 0 w 21019"/>
                <a:gd name="csY13" fmla="*/ 2389 h 6210"/>
                <a:gd name="csX14" fmla="*/ 956 w 21019"/>
                <a:gd name="csY14" fmla="*/ 2389 h 6210"/>
                <a:gd name="csX15" fmla="*/ 3822 w 21019"/>
                <a:gd name="csY15" fmla="*/ 4300 h 6210"/>
                <a:gd name="csX16" fmla="*/ 5255 w 21019"/>
                <a:gd name="csY16" fmla="*/ 4300 h 6210"/>
                <a:gd name="csX17" fmla="*/ 7166 w 21019"/>
                <a:gd name="csY17" fmla="*/ 2867 h 6210"/>
                <a:gd name="csX18" fmla="*/ 7166 w 21019"/>
                <a:gd name="csY18" fmla="*/ 1911 h 6210"/>
                <a:gd name="csX19" fmla="*/ 7166 w 21019"/>
                <a:gd name="csY19" fmla="*/ 1433 h 6210"/>
                <a:gd name="csX20" fmla="*/ 7644 w 21019"/>
                <a:gd name="csY20" fmla="*/ 0 h 6210"/>
                <a:gd name="csX21" fmla="*/ 9555 w 21019"/>
                <a:gd name="csY21" fmla="*/ 14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1019" h="6210">
                  <a:moveTo>
                    <a:pt x="9555" y="1433"/>
                  </a:moveTo>
                  <a:lnTo>
                    <a:pt x="11943" y="1911"/>
                  </a:lnTo>
                  <a:lnTo>
                    <a:pt x="13376" y="1911"/>
                  </a:lnTo>
                  <a:lnTo>
                    <a:pt x="14332" y="1433"/>
                  </a:lnTo>
                  <a:lnTo>
                    <a:pt x="17676" y="1911"/>
                  </a:lnTo>
                  <a:lnTo>
                    <a:pt x="20542" y="956"/>
                  </a:lnTo>
                  <a:lnTo>
                    <a:pt x="21020" y="2389"/>
                  </a:lnTo>
                  <a:lnTo>
                    <a:pt x="21020" y="2867"/>
                  </a:lnTo>
                  <a:lnTo>
                    <a:pt x="14809" y="3344"/>
                  </a:lnTo>
                  <a:lnTo>
                    <a:pt x="9077" y="4777"/>
                  </a:lnTo>
                  <a:lnTo>
                    <a:pt x="6210" y="5733"/>
                  </a:lnTo>
                  <a:lnTo>
                    <a:pt x="4777" y="6211"/>
                  </a:lnTo>
                  <a:lnTo>
                    <a:pt x="3822" y="5255"/>
                  </a:lnTo>
                  <a:lnTo>
                    <a:pt x="0" y="2389"/>
                  </a:lnTo>
                  <a:lnTo>
                    <a:pt x="956" y="2389"/>
                  </a:lnTo>
                  <a:lnTo>
                    <a:pt x="3822" y="4300"/>
                  </a:lnTo>
                  <a:lnTo>
                    <a:pt x="5255" y="4300"/>
                  </a:lnTo>
                  <a:lnTo>
                    <a:pt x="7166" y="2867"/>
                  </a:lnTo>
                  <a:lnTo>
                    <a:pt x="7166" y="1911"/>
                  </a:lnTo>
                  <a:lnTo>
                    <a:pt x="7166" y="1433"/>
                  </a:lnTo>
                  <a:lnTo>
                    <a:pt x="7644" y="0"/>
                  </a:lnTo>
                  <a:lnTo>
                    <a:pt x="95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6" name="Freeform 3545">
              <a:extLst>
                <a:ext uri="{FF2B5EF4-FFF2-40B4-BE49-F238E27FC236}">
                  <a16:creationId xmlns:a16="http://schemas.microsoft.com/office/drawing/2014/main" id="{701BE930-4D56-22EA-CA15-AD40DF7416EA}"/>
                </a:ext>
              </a:extLst>
            </p:cNvPr>
            <p:cNvSpPr/>
            <p:nvPr/>
          </p:nvSpPr>
          <p:spPr>
            <a:xfrm>
              <a:off x="4360886" y="4256211"/>
              <a:ext cx="13376" cy="18153"/>
            </a:xfrm>
            <a:custGeom>
              <a:avLst/>
              <a:gdLst>
                <a:gd name="csX0" fmla="*/ 2867 w 13376"/>
                <a:gd name="csY0" fmla="*/ 1433 h 18153"/>
                <a:gd name="csX1" fmla="*/ 6210 w 13376"/>
                <a:gd name="csY1" fmla="*/ 3822 h 18153"/>
                <a:gd name="csX2" fmla="*/ 9077 w 13376"/>
                <a:gd name="csY2" fmla="*/ 4777 h 18153"/>
                <a:gd name="csX3" fmla="*/ 11943 w 13376"/>
                <a:gd name="csY3" fmla="*/ 7644 h 18153"/>
                <a:gd name="csX4" fmla="*/ 13376 w 13376"/>
                <a:gd name="csY4" fmla="*/ 8599 h 18153"/>
                <a:gd name="csX5" fmla="*/ 13376 w 13376"/>
                <a:gd name="csY5" fmla="*/ 9555 h 18153"/>
                <a:gd name="csX6" fmla="*/ 12899 w 13376"/>
                <a:gd name="csY6" fmla="*/ 13376 h 18153"/>
                <a:gd name="csX7" fmla="*/ 12421 w 13376"/>
                <a:gd name="csY7" fmla="*/ 16243 h 18153"/>
                <a:gd name="csX8" fmla="*/ 12421 w 13376"/>
                <a:gd name="csY8" fmla="*/ 18154 h 18153"/>
                <a:gd name="csX9" fmla="*/ 11466 w 13376"/>
                <a:gd name="csY9" fmla="*/ 17676 h 18153"/>
                <a:gd name="csX10" fmla="*/ 10988 w 13376"/>
                <a:gd name="csY10" fmla="*/ 16243 h 18153"/>
                <a:gd name="csX11" fmla="*/ 9555 w 13376"/>
                <a:gd name="csY11" fmla="*/ 15287 h 18153"/>
                <a:gd name="csX12" fmla="*/ 9555 w 13376"/>
                <a:gd name="csY12" fmla="*/ 14810 h 18153"/>
                <a:gd name="csX13" fmla="*/ 11466 w 13376"/>
                <a:gd name="csY13" fmla="*/ 14810 h 18153"/>
                <a:gd name="csX14" fmla="*/ 11466 w 13376"/>
                <a:gd name="csY14" fmla="*/ 12421 h 18153"/>
                <a:gd name="csX15" fmla="*/ 12421 w 13376"/>
                <a:gd name="csY15" fmla="*/ 10988 h 18153"/>
                <a:gd name="csX16" fmla="*/ 12421 w 13376"/>
                <a:gd name="csY16" fmla="*/ 9077 h 18153"/>
                <a:gd name="csX17" fmla="*/ 10032 w 13376"/>
                <a:gd name="csY17" fmla="*/ 6688 h 18153"/>
                <a:gd name="csX18" fmla="*/ 8599 w 13376"/>
                <a:gd name="csY18" fmla="*/ 5255 h 18153"/>
                <a:gd name="csX19" fmla="*/ 5733 w 13376"/>
                <a:gd name="csY19" fmla="*/ 4300 h 18153"/>
                <a:gd name="csX20" fmla="*/ 3344 w 13376"/>
                <a:gd name="csY20" fmla="*/ 2867 h 18153"/>
                <a:gd name="csX21" fmla="*/ 1911 w 13376"/>
                <a:gd name="csY21" fmla="*/ 2389 h 18153"/>
                <a:gd name="csX22" fmla="*/ 0 w 13376"/>
                <a:gd name="csY22" fmla="*/ 2867 h 18153"/>
                <a:gd name="csX23" fmla="*/ 956 w 13376"/>
                <a:gd name="csY23" fmla="*/ 1911 h 18153"/>
                <a:gd name="csX24" fmla="*/ 1433 w 13376"/>
                <a:gd name="csY24" fmla="*/ 478 h 18153"/>
                <a:gd name="csX25" fmla="*/ 1433 w 13376"/>
                <a:gd name="csY25" fmla="*/ 0 h 18153"/>
                <a:gd name="csX26" fmla="*/ 2867 w 13376"/>
                <a:gd name="csY26" fmla="*/ 1433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3376" h="18153">
                  <a:moveTo>
                    <a:pt x="2867" y="1433"/>
                  </a:moveTo>
                  <a:lnTo>
                    <a:pt x="6210" y="3822"/>
                  </a:lnTo>
                  <a:lnTo>
                    <a:pt x="9077" y="4777"/>
                  </a:lnTo>
                  <a:lnTo>
                    <a:pt x="11943" y="7644"/>
                  </a:lnTo>
                  <a:lnTo>
                    <a:pt x="13376" y="8599"/>
                  </a:lnTo>
                  <a:lnTo>
                    <a:pt x="13376" y="9555"/>
                  </a:lnTo>
                  <a:lnTo>
                    <a:pt x="12899" y="13376"/>
                  </a:lnTo>
                  <a:lnTo>
                    <a:pt x="12421" y="16243"/>
                  </a:lnTo>
                  <a:lnTo>
                    <a:pt x="12421" y="18154"/>
                  </a:lnTo>
                  <a:lnTo>
                    <a:pt x="11466" y="17676"/>
                  </a:lnTo>
                  <a:lnTo>
                    <a:pt x="10988" y="16243"/>
                  </a:lnTo>
                  <a:lnTo>
                    <a:pt x="9555" y="15287"/>
                  </a:lnTo>
                  <a:lnTo>
                    <a:pt x="9555" y="14810"/>
                  </a:lnTo>
                  <a:lnTo>
                    <a:pt x="11466" y="14810"/>
                  </a:lnTo>
                  <a:lnTo>
                    <a:pt x="11466" y="12421"/>
                  </a:lnTo>
                  <a:lnTo>
                    <a:pt x="12421" y="10988"/>
                  </a:lnTo>
                  <a:lnTo>
                    <a:pt x="12421" y="9077"/>
                  </a:lnTo>
                  <a:lnTo>
                    <a:pt x="10032" y="6688"/>
                  </a:lnTo>
                  <a:lnTo>
                    <a:pt x="8599" y="5255"/>
                  </a:lnTo>
                  <a:lnTo>
                    <a:pt x="5733" y="4300"/>
                  </a:lnTo>
                  <a:lnTo>
                    <a:pt x="3344" y="2867"/>
                  </a:lnTo>
                  <a:lnTo>
                    <a:pt x="1911" y="2389"/>
                  </a:lnTo>
                  <a:lnTo>
                    <a:pt x="0" y="2867"/>
                  </a:lnTo>
                  <a:lnTo>
                    <a:pt x="956" y="1911"/>
                  </a:lnTo>
                  <a:lnTo>
                    <a:pt x="1433" y="478"/>
                  </a:lnTo>
                  <a:lnTo>
                    <a:pt x="1433" y="0"/>
                  </a:lnTo>
                  <a:lnTo>
                    <a:pt x="286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7" name="Freeform 3546">
              <a:extLst>
                <a:ext uri="{FF2B5EF4-FFF2-40B4-BE49-F238E27FC236}">
                  <a16:creationId xmlns:a16="http://schemas.microsoft.com/office/drawing/2014/main" id="{0E7EDE99-4790-429D-54DD-EDA0A95D88D2}"/>
                </a:ext>
              </a:extLst>
            </p:cNvPr>
            <p:cNvSpPr/>
            <p:nvPr/>
          </p:nvSpPr>
          <p:spPr>
            <a:xfrm>
              <a:off x="4328400" y="4263377"/>
              <a:ext cx="13854" cy="18153"/>
            </a:xfrm>
            <a:custGeom>
              <a:avLst/>
              <a:gdLst>
                <a:gd name="csX0" fmla="*/ 13376 w 13854"/>
                <a:gd name="csY0" fmla="*/ 10032 h 18153"/>
                <a:gd name="csX1" fmla="*/ 13376 w 13854"/>
                <a:gd name="csY1" fmla="*/ 12421 h 18153"/>
                <a:gd name="csX2" fmla="*/ 13854 w 13854"/>
                <a:gd name="csY2" fmla="*/ 14332 h 18153"/>
                <a:gd name="csX3" fmla="*/ 13376 w 13854"/>
                <a:gd name="csY3" fmla="*/ 14810 h 18153"/>
                <a:gd name="csX4" fmla="*/ 11466 w 13854"/>
                <a:gd name="csY4" fmla="*/ 16243 h 18153"/>
                <a:gd name="csX5" fmla="*/ 10988 w 13854"/>
                <a:gd name="csY5" fmla="*/ 16721 h 18153"/>
                <a:gd name="csX6" fmla="*/ 9077 w 13854"/>
                <a:gd name="csY6" fmla="*/ 17198 h 18153"/>
                <a:gd name="csX7" fmla="*/ 7644 w 13854"/>
                <a:gd name="csY7" fmla="*/ 18154 h 18153"/>
                <a:gd name="csX8" fmla="*/ 7166 w 13854"/>
                <a:gd name="csY8" fmla="*/ 16721 h 18153"/>
                <a:gd name="csX9" fmla="*/ 5733 w 13854"/>
                <a:gd name="csY9" fmla="*/ 15765 h 18153"/>
                <a:gd name="csX10" fmla="*/ 5733 w 13854"/>
                <a:gd name="csY10" fmla="*/ 14332 h 18153"/>
                <a:gd name="csX11" fmla="*/ 4777 w 13854"/>
                <a:gd name="csY11" fmla="*/ 14810 h 18153"/>
                <a:gd name="csX12" fmla="*/ 3344 w 13854"/>
                <a:gd name="csY12" fmla="*/ 14332 h 18153"/>
                <a:gd name="csX13" fmla="*/ 1433 w 13854"/>
                <a:gd name="csY13" fmla="*/ 13376 h 18153"/>
                <a:gd name="csX14" fmla="*/ 0 w 13854"/>
                <a:gd name="csY14" fmla="*/ 11466 h 18153"/>
                <a:gd name="csX15" fmla="*/ 1911 w 13854"/>
                <a:gd name="csY15" fmla="*/ 11466 h 18153"/>
                <a:gd name="csX16" fmla="*/ 2389 w 13854"/>
                <a:gd name="csY16" fmla="*/ 12421 h 18153"/>
                <a:gd name="csX17" fmla="*/ 3822 w 13854"/>
                <a:gd name="csY17" fmla="*/ 10988 h 18153"/>
                <a:gd name="csX18" fmla="*/ 3344 w 13854"/>
                <a:gd name="csY18" fmla="*/ 10510 h 18153"/>
                <a:gd name="csX19" fmla="*/ 2866 w 13854"/>
                <a:gd name="csY19" fmla="*/ 10510 h 18153"/>
                <a:gd name="csX20" fmla="*/ 2389 w 13854"/>
                <a:gd name="csY20" fmla="*/ 9077 h 18153"/>
                <a:gd name="csX21" fmla="*/ 4777 w 13854"/>
                <a:gd name="csY21" fmla="*/ 5733 h 18153"/>
                <a:gd name="csX22" fmla="*/ 5255 w 13854"/>
                <a:gd name="csY22" fmla="*/ 3822 h 18153"/>
                <a:gd name="csX23" fmla="*/ 4300 w 13854"/>
                <a:gd name="csY23" fmla="*/ 478 h 18153"/>
                <a:gd name="csX24" fmla="*/ 5255 w 13854"/>
                <a:gd name="csY24" fmla="*/ 0 h 18153"/>
                <a:gd name="csX25" fmla="*/ 7644 w 13854"/>
                <a:gd name="csY25" fmla="*/ 1433 h 18153"/>
                <a:gd name="csX26" fmla="*/ 9077 w 13854"/>
                <a:gd name="csY26" fmla="*/ 2389 h 18153"/>
                <a:gd name="csX27" fmla="*/ 9077 w 13854"/>
                <a:gd name="csY27" fmla="*/ 4300 h 18153"/>
                <a:gd name="csX28" fmla="*/ 10032 w 13854"/>
                <a:gd name="csY28" fmla="*/ 5255 h 18153"/>
                <a:gd name="csX29" fmla="*/ 11466 w 13854"/>
                <a:gd name="csY29" fmla="*/ 8121 h 18153"/>
                <a:gd name="csX30" fmla="*/ 13376 w 13854"/>
                <a:gd name="csY30" fmla="*/ 10032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13854" h="18153">
                  <a:moveTo>
                    <a:pt x="13376" y="10032"/>
                  </a:moveTo>
                  <a:lnTo>
                    <a:pt x="13376" y="12421"/>
                  </a:lnTo>
                  <a:lnTo>
                    <a:pt x="13854" y="14332"/>
                  </a:lnTo>
                  <a:lnTo>
                    <a:pt x="13376" y="14810"/>
                  </a:lnTo>
                  <a:lnTo>
                    <a:pt x="11466" y="16243"/>
                  </a:lnTo>
                  <a:lnTo>
                    <a:pt x="10988" y="16721"/>
                  </a:lnTo>
                  <a:lnTo>
                    <a:pt x="9077" y="17198"/>
                  </a:lnTo>
                  <a:lnTo>
                    <a:pt x="7644" y="18154"/>
                  </a:lnTo>
                  <a:lnTo>
                    <a:pt x="7166" y="16721"/>
                  </a:lnTo>
                  <a:lnTo>
                    <a:pt x="5733" y="15765"/>
                  </a:lnTo>
                  <a:lnTo>
                    <a:pt x="5733" y="14332"/>
                  </a:lnTo>
                  <a:lnTo>
                    <a:pt x="4777" y="14810"/>
                  </a:lnTo>
                  <a:lnTo>
                    <a:pt x="3344" y="14332"/>
                  </a:lnTo>
                  <a:lnTo>
                    <a:pt x="1433" y="13376"/>
                  </a:lnTo>
                  <a:lnTo>
                    <a:pt x="0" y="11466"/>
                  </a:lnTo>
                  <a:lnTo>
                    <a:pt x="1911" y="11466"/>
                  </a:lnTo>
                  <a:lnTo>
                    <a:pt x="2389" y="12421"/>
                  </a:lnTo>
                  <a:lnTo>
                    <a:pt x="3822" y="10988"/>
                  </a:lnTo>
                  <a:lnTo>
                    <a:pt x="3344" y="10510"/>
                  </a:lnTo>
                  <a:lnTo>
                    <a:pt x="2866" y="10510"/>
                  </a:lnTo>
                  <a:lnTo>
                    <a:pt x="2389" y="9077"/>
                  </a:lnTo>
                  <a:lnTo>
                    <a:pt x="4777" y="5733"/>
                  </a:lnTo>
                  <a:lnTo>
                    <a:pt x="5255" y="3822"/>
                  </a:lnTo>
                  <a:lnTo>
                    <a:pt x="4300" y="478"/>
                  </a:lnTo>
                  <a:lnTo>
                    <a:pt x="5255" y="0"/>
                  </a:lnTo>
                  <a:lnTo>
                    <a:pt x="7644" y="1433"/>
                  </a:lnTo>
                  <a:lnTo>
                    <a:pt x="9077" y="2389"/>
                  </a:lnTo>
                  <a:lnTo>
                    <a:pt x="9077" y="4300"/>
                  </a:lnTo>
                  <a:lnTo>
                    <a:pt x="10032" y="5255"/>
                  </a:lnTo>
                  <a:lnTo>
                    <a:pt x="11466" y="8121"/>
                  </a:lnTo>
                  <a:lnTo>
                    <a:pt x="13376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8" name="Freeform 3547">
              <a:extLst>
                <a:ext uri="{FF2B5EF4-FFF2-40B4-BE49-F238E27FC236}">
                  <a16:creationId xmlns:a16="http://schemas.microsoft.com/office/drawing/2014/main" id="{6834F883-A20C-E003-B0CB-35D1EE6A7FF6}"/>
                </a:ext>
              </a:extLst>
            </p:cNvPr>
            <p:cNvSpPr/>
            <p:nvPr/>
          </p:nvSpPr>
          <p:spPr>
            <a:xfrm>
              <a:off x="4345598" y="4265766"/>
              <a:ext cx="5732" cy="1911"/>
            </a:xfrm>
            <a:custGeom>
              <a:avLst/>
              <a:gdLst>
                <a:gd name="csX0" fmla="*/ 4300 w 5732"/>
                <a:gd name="csY0" fmla="*/ 1433 h 1911"/>
                <a:gd name="csX1" fmla="*/ 1911 w 5732"/>
                <a:gd name="csY1" fmla="*/ 1911 h 1911"/>
                <a:gd name="csX2" fmla="*/ 478 w 5732"/>
                <a:gd name="csY2" fmla="*/ 1433 h 1911"/>
                <a:gd name="csX3" fmla="*/ 0 w 5732"/>
                <a:gd name="csY3" fmla="*/ 956 h 1911"/>
                <a:gd name="csX4" fmla="*/ 478 w 5732"/>
                <a:gd name="csY4" fmla="*/ 478 h 1911"/>
                <a:gd name="csX5" fmla="*/ 2389 w 5732"/>
                <a:gd name="csY5" fmla="*/ 0 h 1911"/>
                <a:gd name="csX6" fmla="*/ 4777 w 5732"/>
                <a:gd name="csY6" fmla="*/ 0 h 1911"/>
                <a:gd name="csX7" fmla="*/ 5733 w 5732"/>
                <a:gd name="csY7" fmla="*/ 478 h 1911"/>
                <a:gd name="csX8" fmla="*/ 5733 w 5732"/>
                <a:gd name="csY8" fmla="*/ 956 h 1911"/>
                <a:gd name="csX9" fmla="*/ 4300 w 5732"/>
                <a:gd name="csY9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1911">
                  <a:moveTo>
                    <a:pt x="4300" y="1433"/>
                  </a:moveTo>
                  <a:lnTo>
                    <a:pt x="1911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2389" y="0"/>
                  </a:lnTo>
                  <a:lnTo>
                    <a:pt x="4777" y="0"/>
                  </a:lnTo>
                  <a:lnTo>
                    <a:pt x="5733" y="478"/>
                  </a:lnTo>
                  <a:lnTo>
                    <a:pt x="5733" y="956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9" name="Freeform 3548">
              <a:extLst>
                <a:ext uri="{FF2B5EF4-FFF2-40B4-BE49-F238E27FC236}">
                  <a16:creationId xmlns:a16="http://schemas.microsoft.com/office/drawing/2014/main" id="{49ECD4F1-D5C2-84D9-F4A3-E5A31A226775}"/>
                </a:ext>
              </a:extLst>
            </p:cNvPr>
            <p:cNvSpPr/>
            <p:nvPr/>
          </p:nvSpPr>
          <p:spPr>
            <a:xfrm>
              <a:off x="4381428" y="4273409"/>
              <a:ext cx="9076" cy="11465"/>
            </a:xfrm>
            <a:custGeom>
              <a:avLst/>
              <a:gdLst>
                <a:gd name="csX0" fmla="*/ 9077 w 9076"/>
                <a:gd name="csY0" fmla="*/ 10032 h 11465"/>
                <a:gd name="csX1" fmla="*/ 9077 w 9076"/>
                <a:gd name="csY1" fmla="*/ 10988 h 11465"/>
                <a:gd name="csX2" fmla="*/ 7644 w 9076"/>
                <a:gd name="csY2" fmla="*/ 10988 h 11465"/>
                <a:gd name="csX3" fmla="*/ 5733 w 9076"/>
                <a:gd name="csY3" fmla="*/ 11465 h 11465"/>
                <a:gd name="csX4" fmla="*/ 4777 w 9076"/>
                <a:gd name="csY4" fmla="*/ 11465 h 11465"/>
                <a:gd name="csX5" fmla="*/ 5255 w 9076"/>
                <a:gd name="csY5" fmla="*/ 10510 h 11465"/>
                <a:gd name="csX6" fmla="*/ 6688 w 9076"/>
                <a:gd name="csY6" fmla="*/ 9555 h 11465"/>
                <a:gd name="csX7" fmla="*/ 6688 w 9076"/>
                <a:gd name="csY7" fmla="*/ 8599 h 11465"/>
                <a:gd name="csX8" fmla="*/ 5255 w 9076"/>
                <a:gd name="csY8" fmla="*/ 7644 h 11465"/>
                <a:gd name="csX9" fmla="*/ 3344 w 9076"/>
                <a:gd name="csY9" fmla="*/ 4299 h 11465"/>
                <a:gd name="csX10" fmla="*/ 2389 w 9076"/>
                <a:gd name="csY10" fmla="*/ 3344 h 11465"/>
                <a:gd name="csX11" fmla="*/ 1911 w 9076"/>
                <a:gd name="csY11" fmla="*/ 2389 h 11465"/>
                <a:gd name="csX12" fmla="*/ 0 w 9076"/>
                <a:gd name="csY12" fmla="*/ 955 h 11465"/>
                <a:gd name="csX13" fmla="*/ 478 w 9076"/>
                <a:gd name="csY13" fmla="*/ 478 h 11465"/>
                <a:gd name="csX14" fmla="*/ 956 w 9076"/>
                <a:gd name="csY14" fmla="*/ 0 h 11465"/>
                <a:gd name="csX15" fmla="*/ 1911 w 9076"/>
                <a:gd name="csY15" fmla="*/ 478 h 11465"/>
                <a:gd name="csX16" fmla="*/ 4777 w 9076"/>
                <a:gd name="csY16" fmla="*/ 5255 h 11465"/>
                <a:gd name="csX17" fmla="*/ 4777 w 9076"/>
                <a:gd name="csY17" fmla="*/ 5733 h 11465"/>
                <a:gd name="csX18" fmla="*/ 9077 w 9076"/>
                <a:gd name="csY18" fmla="*/ 10032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076" h="11465">
                  <a:moveTo>
                    <a:pt x="9077" y="10032"/>
                  </a:moveTo>
                  <a:lnTo>
                    <a:pt x="9077" y="10988"/>
                  </a:lnTo>
                  <a:lnTo>
                    <a:pt x="7644" y="10988"/>
                  </a:lnTo>
                  <a:lnTo>
                    <a:pt x="5733" y="11465"/>
                  </a:lnTo>
                  <a:lnTo>
                    <a:pt x="4777" y="11465"/>
                  </a:lnTo>
                  <a:lnTo>
                    <a:pt x="5255" y="10510"/>
                  </a:lnTo>
                  <a:lnTo>
                    <a:pt x="6688" y="9555"/>
                  </a:lnTo>
                  <a:lnTo>
                    <a:pt x="6688" y="8599"/>
                  </a:lnTo>
                  <a:lnTo>
                    <a:pt x="5255" y="7644"/>
                  </a:lnTo>
                  <a:lnTo>
                    <a:pt x="3344" y="4299"/>
                  </a:lnTo>
                  <a:lnTo>
                    <a:pt x="2389" y="3344"/>
                  </a:lnTo>
                  <a:lnTo>
                    <a:pt x="1911" y="2389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911" y="478"/>
                  </a:lnTo>
                  <a:lnTo>
                    <a:pt x="4777" y="5255"/>
                  </a:lnTo>
                  <a:lnTo>
                    <a:pt x="4777" y="5733"/>
                  </a:lnTo>
                  <a:lnTo>
                    <a:pt x="9077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0" name="Freeform 3549">
              <a:extLst>
                <a:ext uri="{FF2B5EF4-FFF2-40B4-BE49-F238E27FC236}">
                  <a16:creationId xmlns:a16="http://schemas.microsoft.com/office/drawing/2014/main" id="{74030A3B-BDDF-8CCB-2FB9-389475B88D9C}"/>
                </a:ext>
              </a:extLst>
            </p:cNvPr>
            <p:cNvSpPr/>
            <p:nvPr/>
          </p:nvSpPr>
          <p:spPr>
            <a:xfrm>
              <a:off x="4336999" y="4281531"/>
              <a:ext cx="9554" cy="10988"/>
            </a:xfrm>
            <a:custGeom>
              <a:avLst/>
              <a:gdLst>
                <a:gd name="csX0" fmla="*/ 6688 w 9554"/>
                <a:gd name="csY0" fmla="*/ 956 h 10988"/>
                <a:gd name="csX1" fmla="*/ 6688 w 9554"/>
                <a:gd name="csY1" fmla="*/ 1433 h 10988"/>
                <a:gd name="csX2" fmla="*/ 4777 w 9554"/>
                <a:gd name="csY2" fmla="*/ 2867 h 10988"/>
                <a:gd name="csX3" fmla="*/ 6210 w 9554"/>
                <a:gd name="csY3" fmla="*/ 3344 h 10988"/>
                <a:gd name="csX4" fmla="*/ 7644 w 9554"/>
                <a:gd name="csY4" fmla="*/ 1433 h 10988"/>
                <a:gd name="csX5" fmla="*/ 8599 w 9554"/>
                <a:gd name="csY5" fmla="*/ 3344 h 10988"/>
                <a:gd name="csX6" fmla="*/ 9077 w 9554"/>
                <a:gd name="csY6" fmla="*/ 6211 h 10988"/>
                <a:gd name="csX7" fmla="*/ 9077 w 9554"/>
                <a:gd name="csY7" fmla="*/ 6688 h 10988"/>
                <a:gd name="csX8" fmla="*/ 9077 w 9554"/>
                <a:gd name="csY8" fmla="*/ 7166 h 10988"/>
                <a:gd name="csX9" fmla="*/ 9555 w 9554"/>
                <a:gd name="csY9" fmla="*/ 7644 h 10988"/>
                <a:gd name="csX10" fmla="*/ 9555 w 9554"/>
                <a:gd name="csY10" fmla="*/ 8599 h 10988"/>
                <a:gd name="csX11" fmla="*/ 8599 w 9554"/>
                <a:gd name="csY11" fmla="*/ 10988 h 10988"/>
                <a:gd name="csX12" fmla="*/ 4300 w 9554"/>
                <a:gd name="csY12" fmla="*/ 10988 h 10988"/>
                <a:gd name="csX13" fmla="*/ 4300 w 9554"/>
                <a:gd name="csY13" fmla="*/ 8599 h 10988"/>
                <a:gd name="csX14" fmla="*/ 3822 w 9554"/>
                <a:gd name="csY14" fmla="*/ 8121 h 10988"/>
                <a:gd name="csX15" fmla="*/ 2867 w 9554"/>
                <a:gd name="csY15" fmla="*/ 5255 h 10988"/>
                <a:gd name="csX16" fmla="*/ 1433 w 9554"/>
                <a:gd name="csY16" fmla="*/ 4300 h 10988"/>
                <a:gd name="csX17" fmla="*/ 0 w 9554"/>
                <a:gd name="csY17" fmla="*/ 1433 h 10988"/>
                <a:gd name="csX18" fmla="*/ 956 w 9554"/>
                <a:gd name="csY18" fmla="*/ 956 h 10988"/>
                <a:gd name="csX19" fmla="*/ 2389 w 9554"/>
                <a:gd name="csY19" fmla="*/ 956 h 10988"/>
                <a:gd name="csX20" fmla="*/ 2867 w 9554"/>
                <a:gd name="csY20" fmla="*/ 956 h 10988"/>
                <a:gd name="csX21" fmla="*/ 4777 w 9554"/>
                <a:gd name="csY21" fmla="*/ 478 h 10988"/>
                <a:gd name="csX22" fmla="*/ 5733 w 9554"/>
                <a:gd name="csY22" fmla="*/ 0 h 10988"/>
                <a:gd name="csX23" fmla="*/ 6688 w 9554"/>
                <a:gd name="csY23" fmla="*/ 956 h 109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9554" h="10988">
                  <a:moveTo>
                    <a:pt x="6688" y="956"/>
                  </a:moveTo>
                  <a:lnTo>
                    <a:pt x="6688" y="1433"/>
                  </a:lnTo>
                  <a:lnTo>
                    <a:pt x="4777" y="2867"/>
                  </a:lnTo>
                  <a:lnTo>
                    <a:pt x="6210" y="3344"/>
                  </a:lnTo>
                  <a:lnTo>
                    <a:pt x="7644" y="1433"/>
                  </a:lnTo>
                  <a:lnTo>
                    <a:pt x="8599" y="3344"/>
                  </a:lnTo>
                  <a:lnTo>
                    <a:pt x="9077" y="6211"/>
                  </a:lnTo>
                  <a:lnTo>
                    <a:pt x="9077" y="6688"/>
                  </a:lnTo>
                  <a:lnTo>
                    <a:pt x="9077" y="7166"/>
                  </a:lnTo>
                  <a:lnTo>
                    <a:pt x="9555" y="7644"/>
                  </a:lnTo>
                  <a:lnTo>
                    <a:pt x="9555" y="8599"/>
                  </a:lnTo>
                  <a:lnTo>
                    <a:pt x="8599" y="10988"/>
                  </a:lnTo>
                  <a:lnTo>
                    <a:pt x="4300" y="10988"/>
                  </a:lnTo>
                  <a:lnTo>
                    <a:pt x="4300" y="8599"/>
                  </a:lnTo>
                  <a:lnTo>
                    <a:pt x="3822" y="8121"/>
                  </a:lnTo>
                  <a:lnTo>
                    <a:pt x="2867" y="5255"/>
                  </a:lnTo>
                  <a:lnTo>
                    <a:pt x="1433" y="4300"/>
                  </a:lnTo>
                  <a:lnTo>
                    <a:pt x="0" y="1433"/>
                  </a:lnTo>
                  <a:lnTo>
                    <a:pt x="956" y="956"/>
                  </a:lnTo>
                  <a:lnTo>
                    <a:pt x="2389" y="956"/>
                  </a:lnTo>
                  <a:lnTo>
                    <a:pt x="2867" y="956"/>
                  </a:lnTo>
                  <a:lnTo>
                    <a:pt x="4777" y="478"/>
                  </a:lnTo>
                  <a:lnTo>
                    <a:pt x="5733" y="0"/>
                  </a:lnTo>
                  <a:lnTo>
                    <a:pt x="668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1" name="Freeform 3550">
              <a:extLst>
                <a:ext uri="{FF2B5EF4-FFF2-40B4-BE49-F238E27FC236}">
                  <a16:creationId xmlns:a16="http://schemas.microsoft.com/office/drawing/2014/main" id="{D8AD8E6E-3BDF-3833-A567-9DF8A26A6475}"/>
                </a:ext>
              </a:extLst>
            </p:cNvPr>
            <p:cNvSpPr/>
            <p:nvPr/>
          </p:nvSpPr>
          <p:spPr>
            <a:xfrm>
              <a:off x="4405314" y="4284875"/>
              <a:ext cx="2388" cy="3344"/>
            </a:xfrm>
            <a:custGeom>
              <a:avLst/>
              <a:gdLst>
                <a:gd name="csX0" fmla="*/ 2389 w 2388"/>
                <a:gd name="csY0" fmla="*/ 956 h 3344"/>
                <a:gd name="csX1" fmla="*/ 956 w 2388"/>
                <a:gd name="csY1" fmla="*/ 3344 h 3344"/>
                <a:gd name="csX2" fmla="*/ 0 w 2388"/>
                <a:gd name="csY2" fmla="*/ 3344 h 3344"/>
                <a:gd name="csX3" fmla="*/ 478 w 2388"/>
                <a:gd name="csY3" fmla="*/ 478 h 3344"/>
                <a:gd name="csX4" fmla="*/ 1433 w 2388"/>
                <a:gd name="csY4" fmla="*/ 0 h 3344"/>
                <a:gd name="csX5" fmla="*/ 1911 w 2388"/>
                <a:gd name="csY5" fmla="*/ 0 h 3344"/>
                <a:gd name="csX6" fmla="*/ 2389 w 2388"/>
                <a:gd name="csY6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3344">
                  <a:moveTo>
                    <a:pt x="2389" y="956"/>
                  </a:moveTo>
                  <a:lnTo>
                    <a:pt x="956" y="3344"/>
                  </a:lnTo>
                  <a:lnTo>
                    <a:pt x="0" y="3344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2" name="Freeform 3551">
              <a:extLst>
                <a:ext uri="{FF2B5EF4-FFF2-40B4-BE49-F238E27FC236}">
                  <a16:creationId xmlns:a16="http://schemas.microsoft.com/office/drawing/2014/main" id="{1831F0C8-925F-F375-46CA-F5E4C286BEAD}"/>
                </a:ext>
              </a:extLst>
            </p:cNvPr>
            <p:cNvSpPr/>
            <p:nvPr/>
          </p:nvSpPr>
          <p:spPr>
            <a:xfrm>
              <a:off x="4375695" y="4293952"/>
              <a:ext cx="7643" cy="4299"/>
            </a:xfrm>
            <a:custGeom>
              <a:avLst/>
              <a:gdLst>
                <a:gd name="csX0" fmla="*/ 7644 w 7643"/>
                <a:gd name="csY0" fmla="*/ 4299 h 4299"/>
                <a:gd name="csX1" fmla="*/ 6688 w 7643"/>
                <a:gd name="csY1" fmla="*/ 4299 h 4299"/>
                <a:gd name="csX2" fmla="*/ 5255 w 7643"/>
                <a:gd name="csY2" fmla="*/ 3822 h 4299"/>
                <a:gd name="csX3" fmla="*/ 1911 w 7643"/>
                <a:gd name="csY3" fmla="*/ 1433 h 4299"/>
                <a:gd name="csX4" fmla="*/ 0 w 7643"/>
                <a:gd name="csY4" fmla="*/ 1433 h 4299"/>
                <a:gd name="csX5" fmla="*/ 478 w 7643"/>
                <a:gd name="csY5" fmla="*/ 0 h 4299"/>
                <a:gd name="csX6" fmla="*/ 1911 w 7643"/>
                <a:gd name="csY6" fmla="*/ 478 h 4299"/>
                <a:gd name="csX7" fmla="*/ 4777 w 7643"/>
                <a:gd name="csY7" fmla="*/ 2389 h 4299"/>
                <a:gd name="csX8" fmla="*/ 5733 w 7643"/>
                <a:gd name="csY8" fmla="*/ 3344 h 4299"/>
                <a:gd name="csX9" fmla="*/ 7644 w 7643"/>
                <a:gd name="csY9" fmla="*/ 429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643" h="4299">
                  <a:moveTo>
                    <a:pt x="7644" y="4299"/>
                  </a:moveTo>
                  <a:lnTo>
                    <a:pt x="6688" y="4299"/>
                  </a:lnTo>
                  <a:lnTo>
                    <a:pt x="5255" y="3822"/>
                  </a:lnTo>
                  <a:lnTo>
                    <a:pt x="1911" y="1433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4777" y="2389"/>
                  </a:lnTo>
                  <a:lnTo>
                    <a:pt x="5733" y="3344"/>
                  </a:lnTo>
                  <a:lnTo>
                    <a:pt x="7644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3" name="Freeform 3552">
              <a:extLst>
                <a:ext uri="{FF2B5EF4-FFF2-40B4-BE49-F238E27FC236}">
                  <a16:creationId xmlns:a16="http://schemas.microsoft.com/office/drawing/2014/main" id="{CC984604-69A5-7D6F-969F-6B30CB944809}"/>
                </a:ext>
              </a:extLst>
            </p:cNvPr>
            <p:cNvSpPr/>
            <p:nvPr/>
          </p:nvSpPr>
          <p:spPr>
            <a:xfrm>
              <a:off x="4390027" y="4293952"/>
              <a:ext cx="9554" cy="15765"/>
            </a:xfrm>
            <a:custGeom>
              <a:avLst/>
              <a:gdLst>
                <a:gd name="csX0" fmla="*/ 9555 w 9554"/>
                <a:gd name="csY0" fmla="*/ 15287 h 15765"/>
                <a:gd name="csX1" fmla="*/ 9555 w 9554"/>
                <a:gd name="csY1" fmla="*/ 15765 h 15765"/>
                <a:gd name="csX2" fmla="*/ 6688 w 9554"/>
                <a:gd name="csY2" fmla="*/ 11943 h 15765"/>
                <a:gd name="csX3" fmla="*/ 3822 w 9554"/>
                <a:gd name="csY3" fmla="*/ 10988 h 15765"/>
                <a:gd name="csX4" fmla="*/ 1911 w 9554"/>
                <a:gd name="csY4" fmla="*/ 10032 h 15765"/>
                <a:gd name="csX5" fmla="*/ 2389 w 9554"/>
                <a:gd name="csY5" fmla="*/ 9555 h 15765"/>
                <a:gd name="csX6" fmla="*/ 3822 w 9554"/>
                <a:gd name="csY6" fmla="*/ 9077 h 15765"/>
                <a:gd name="csX7" fmla="*/ 3822 w 9554"/>
                <a:gd name="csY7" fmla="*/ 8121 h 15765"/>
                <a:gd name="csX8" fmla="*/ 3344 w 9554"/>
                <a:gd name="csY8" fmla="*/ 6688 h 15765"/>
                <a:gd name="csX9" fmla="*/ 1433 w 9554"/>
                <a:gd name="csY9" fmla="*/ 3822 h 15765"/>
                <a:gd name="csX10" fmla="*/ 478 w 9554"/>
                <a:gd name="csY10" fmla="*/ 1911 h 15765"/>
                <a:gd name="csX11" fmla="*/ 0 w 9554"/>
                <a:gd name="csY11" fmla="*/ 1433 h 15765"/>
                <a:gd name="csX12" fmla="*/ 0 w 9554"/>
                <a:gd name="csY12" fmla="*/ 0 h 15765"/>
                <a:gd name="csX13" fmla="*/ 1911 w 9554"/>
                <a:gd name="csY13" fmla="*/ 2389 h 15765"/>
                <a:gd name="csX14" fmla="*/ 2866 w 9554"/>
                <a:gd name="csY14" fmla="*/ 4777 h 15765"/>
                <a:gd name="csX15" fmla="*/ 4299 w 9554"/>
                <a:gd name="csY15" fmla="*/ 6688 h 15765"/>
                <a:gd name="csX16" fmla="*/ 5255 w 9554"/>
                <a:gd name="csY16" fmla="*/ 10510 h 15765"/>
                <a:gd name="csX17" fmla="*/ 7644 w 9554"/>
                <a:gd name="csY17" fmla="*/ 11465 h 15765"/>
                <a:gd name="csX18" fmla="*/ 9555 w 9554"/>
                <a:gd name="csY18" fmla="*/ 13376 h 15765"/>
                <a:gd name="csX19" fmla="*/ 9555 w 9554"/>
                <a:gd name="csY19" fmla="*/ 15287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9554" h="15765">
                  <a:moveTo>
                    <a:pt x="9555" y="15287"/>
                  </a:moveTo>
                  <a:lnTo>
                    <a:pt x="9555" y="15765"/>
                  </a:lnTo>
                  <a:lnTo>
                    <a:pt x="6688" y="11943"/>
                  </a:lnTo>
                  <a:lnTo>
                    <a:pt x="3822" y="10988"/>
                  </a:lnTo>
                  <a:lnTo>
                    <a:pt x="1911" y="10032"/>
                  </a:lnTo>
                  <a:lnTo>
                    <a:pt x="2389" y="9555"/>
                  </a:lnTo>
                  <a:lnTo>
                    <a:pt x="3822" y="9077"/>
                  </a:lnTo>
                  <a:lnTo>
                    <a:pt x="3822" y="8121"/>
                  </a:lnTo>
                  <a:lnTo>
                    <a:pt x="3344" y="6688"/>
                  </a:lnTo>
                  <a:lnTo>
                    <a:pt x="1433" y="3822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1911" y="2389"/>
                  </a:lnTo>
                  <a:lnTo>
                    <a:pt x="2866" y="4777"/>
                  </a:lnTo>
                  <a:lnTo>
                    <a:pt x="4299" y="6688"/>
                  </a:lnTo>
                  <a:lnTo>
                    <a:pt x="5255" y="10510"/>
                  </a:lnTo>
                  <a:lnTo>
                    <a:pt x="7644" y="11465"/>
                  </a:lnTo>
                  <a:lnTo>
                    <a:pt x="9555" y="13376"/>
                  </a:lnTo>
                  <a:lnTo>
                    <a:pt x="9555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4" name="Freeform 3553">
              <a:extLst>
                <a:ext uri="{FF2B5EF4-FFF2-40B4-BE49-F238E27FC236}">
                  <a16:creationId xmlns:a16="http://schemas.microsoft.com/office/drawing/2014/main" id="{ADBB7CBB-8FE2-D05F-8D0F-1763998A1BA0}"/>
                </a:ext>
              </a:extLst>
            </p:cNvPr>
            <p:cNvSpPr/>
            <p:nvPr/>
          </p:nvSpPr>
          <p:spPr>
            <a:xfrm>
              <a:off x="4410092" y="4310194"/>
              <a:ext cx="5255" cy="3344"/>
            </a:xfrm>
            <a:custGeom>
              <a:avLst/>
              <a:gdLst>
                <a:gd name="csX0" fmla="*/ 4777 w 5255"/>
                <a:gd name="csY0" fmla="*/ 2389 h 3344"/>
                <a:gd name="csX1" fmla="*/ 5255 w 5255"/>
                <a:gd name="csY1" fmla="*/ 2867 h 3344"/>
                <a:gd name="csX2" fmla="*/ 4300 w 5255"/>
                <a:gd name="csY2" fmla="*/ 3344 h 3344"/>
                <a:gd name="csX3" fmla="*/ 1433 w 5255"/>
                <a:gd name="csY3" fmla="*/ 2389 h 3344"/>
                <a:gd name="csX4" fmla="*/ 478 w 5255"/>
                <a:gd name="csY4" fmla="*/ 2867 h 3344"/>
                <a:gd name="csX5" fmla="*/ 0 w 5255"/>
                <a:gd name="csY5" fmla="*/ 1433 h 3344"/>
                <a:gd name="csX6" fmla="*/ 0 w 5255"/>
                <a:gd name="csY6" fmla="*/ 956 h 3344"/>
                <a:gd name="csX7" fmla="*/ 0 w 5255"/>
                <a:gd name="csY7" fmla="*/ 0 h 3344"/>
                <a:gd name="csX8" fmla="*/ 1911 w 5255"/>
                <a:gd name="csY8" fmla="*/ 478 h 3344"/>
                <a:gd name="csX9" fmla="*/ 2867 w 5255"/>
                <a:gd name="csY9" fmla="*/ 1911 h 3344"/>
                <a:gd name="csX10" fmla="*/ 4777 w 5255"/>
                <a:gd name="csY10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5" h="3344">
                  <a:moveTo>
                    <a:pt x="4777" y="2389"/>
                  </a:moveTo>
                  <a:lnTo>
                    <a:pt x="5255" y="2867"/>
                  </a:lnTo>
                  <a:lnTo>
                    <a:pt x="4300" y="3344"/>
                  </a:lnTo>
                  <a:lnTo>
                    <a:pt x="1433" y="2389"/>
                  </a:lnTo>
                  <a:lnTo>
                    <a:pt x="478" y="2867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2867" y="1911"/>
                  </a:lnTo>
                  <a:lnTo>
                    <a:pt x="477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5" name="Freeform 3554">
              <a:extLst>
                <a:ext uri="{FF2B5EF4-FFF2-40B4-BE49-F238E27FC236}">
                  <a16:creationId xmlns:a16="http://schemas.microsoft.com/office/drawing/2014/main" id="{8FD44AA0-5361-9263-54F2-9F3279BA1186}"/>
                </a:ext>
              </a:extLst>
            </p:cNvPr>
            <p:cNvSpPr/>
            <p:nvPr/>
          </p:nvSpPr>
          <p:spPr>
            <a:xfrm>
              <a:off x="4410570" y="4312583"/>
              <a:ext cx="9076" cy="10510"/>
            </a:xfrm>
            <a:custGeom>
              <a:avLst/>
              <a:gdLst>
                <a:gd name="csX0" fmla="*/ 1433 w 9076"/>
                <a:gd name="csY0" fmla="*/ 10032 h 10510"/>
                <a:gd name="csX1" fmla="*/ 0 w 9076"/>
                <a:gd name="csY1" fmla="*/ 10510 h 10510"/>
                <a:gd name="csX2" fmla="*/ 478 w 9076"/>
                <a:gd name="csY2" fmla="*/ 9555 h 10510"/>
                <a:gd name="csX3" fmla="*/ 3344 w 9076"/>
                <a:gd name="csY3" fmla="*/ 7644 h 10510"/>
                <a:gd name="csX4" fmla="*/ 4777 w 9076"/>
                <a:gd name="csY4" fmla="*/ 6211 h 10510"/>
                <a:gd name="csX5" fmla="*/ 5255 w 9076"/>
                <a:gd name="csY5" fmla="*/ 5733 h 10510"/>
                <a:gd name="csX6" fmla="*/ 5733 w 9076"/>
                <a:gd name="csY6" fmla="*/ 5255 h 10510"/>
                <a:gd name="csX7" fmla="*/ 7166 w 9076"/>
                <a:gd name="csY7" fmla="*/ 4777 h 10510"/>
                <a:gd name="csX8" fmla="*/ 7644 w 9076"/>
                <a:gd name="csY8" fmla="*/ 3822 h 10510"/>
                <a:gd name="csX9" fmla="*/ 7166 w 9076"/>
                <a:gd name="csY9" fmla="*/ 2867 h 10510"/>
                <a:gd name="csX10" fmla="*/ 6210 w 9076"/>
                <a:gd name="csY10" fmla="*/ 1911 h 10510"/>
                <a:gd name="csX11" fmla="*/ 6210 w 9076"/>
                <a:gd name="csY11" fmla="*/ 956 h 10510"/>
                <a:gd name="csX12" fmla="*/ 6688 w 9076"/>
                <a:gd name="csY12" fmla="*/ 0 h 10510"/>
                <a:gd name="csX13" fmla="*/ 8599 w 9076"/>
                <a:gd name="csY13" fmla="*/ 0 h 10510"/>
                <a:gd name="csX14" fmla="*/ 8121 w 9076"/>
                <a:gd name="csY14" fmla="*/ 956 h 10510"/>
                <a:gd name="csX15" fmla="*/ 9077 w 9076"/>
                <a:gd name="csY15" fmla="*/ 3822 h 10510"/>
                <a:gd name="csX16" fmla="*/ 6210 w 9076"/>
                <a:gd name="csY16" fmla="*/ 7166 h 10510"/>
                <a:gd name="csX17" fmla="*/ 3822 w 9076"/>
                <a:gd name="csY17" fmla="*/ 8121 h 10510"/>
                <a:gd name="csX18" fmla="*/ 1433 w 9076"/>
                <a:gd name="csY18" fmla="*/ 10032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076" h="10510">
                  <a:moveTo>
                    <a:pt x="1433" y="10032"/>
                  </a:moveTo>
                  <a:lnTo>
                    <a:pt x="0" y="10510"/>
                  </a:lnTo>
                  <a:lnTo>
                    <a:pt x="478" y="9555"/>
                  </a:lnTo>
                  <a:lnTo>
                    <a:pt x="3344" y="7644"/>
                  </a:lnTo>
                  <a:lnTo>
                    <a:pt x="4777" y="6211"/>
                  </a:lnTo>
                  <a:lnTo>
                    <a:pt x="5255" y="5733"/>
                  </a:lnTo>
                  <a:lnTo>
                    <a:pt x="5733" y="5255"/>
                  </a:lnTo>
                  <a:lnTo>
                    <a:pt x="7166" y="4777"/>
                  </a:lnTo>
                  <a:lnTo>
                    <a:pt x="7644" y="3822"/>
                  </a:lnTo>
                  <a:lnTo>
                    <a:pt x="7166" y="2867"/>
                  </a:lnTo>
                  <a:lnTo>
                    <a:pt x="6210" y="1911"/>
                  </a:lnTo>
                  <a:lnTo>
                    <a:pt x="6210" y="956"/>
                  </a:lnTo>
                  <a:lnTo>
                    <a:pt x="6688" y="0"/>
                  </a:lnTo>
                  <a:lnTo>
                    <a:pt x="8599" y="0"/>
                  </a:lnTo>
                  <a:lnTo>
                    <a:pt x="8121" y="956"/>
                  </a:lnTo>
                  <a:lnTo>
                    <a:pt x="9077" y="3822"/>
                  </a:lnTo>
                  <a:lnTo>
                    <a:pt x="6210" y="7166"/>
                  </a:lnTo>
                  <a:lnTo>
                    <a:pt x="3822" y="8121"/>
                  </a:lnTo>
                  <a:lnTo>
                    <a:pt x="1433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6" name="Freeform 3555">
              <a:extLst>
                <a:ext uri="{FF2B5EF4-FFF2-40B4-BE49-F238E27FC236}">
                  <a16:creationId xmlns:a16="http://schemas.microsoft.com/office/drawing/2014/main" id="{CAC9D6B4-AC0F-0C83-7DA6-A4CAE918ECB7}"/>
                </a:ext>
              </a:extLst>
            </p:cNvPr>
            <p:cNvSpPr/>
            <p:nvPr/>
          </p:nvSpPr>
          <p:spPr>
            <a:xfrm>
              <a:off x="4433023" y="4317838"/>
              <a:ext cx="8121" cy="3344"/>
            </a:xfrm>
            <a:custGeom>
              <a:avLst/>
              <a:gdLst>
                <a:gd name="csX0" fmla="*/ 2389 w 8121"/>
                <a:gd name="csY0" fmla="*/ 478 h 3344"/>
                <a:gd name="csX1" fmla="*/ 3344 w 8121"/>
                <a:gd name="csY1" fmla="*/ 956 h 3344"/>
                <a:gd name="csX2" fmla="*/ 4299 w 8121"/>
                <a:gd name="csY2" fmla="*/ 956 h 3344"/>
                <a:gd name="csX3" fmla="*/ 6210 w 8121"/>
                <a:gd name="csY3" fmla="*/ 1433 h 3344"/>
                <a:gd name="csX4" fmla="*/ 7644 w 8121"/>
                <a:gd name="csY4" fmla="*/ 2389 h 3344"/>
                <a:gd name="csX5" fmla="*/ 8121 w 8121"/>
                <a:gd name="csY5" fmla="*/ 2389 h 3344"/>
                <a:gd name="csX6" fmla="*/ 7166 w 8121"/>
                <a:gd name="csY6" fmla="*/ 3344 h 3344"/>
                <a:gd name="csX7" fmla="*/ 5255 w 8121"/>
                <a:gd name="csY7" fmla="*/ 1911 h 3344"/>
                <a:gd name="csX8" fmla="*/ 3344 w 8121"/>
                <a:gd name="csY8" fmla="*/ 1911 h 3344"/>
                <a:gd name="csX9" fmla="*/ 955 w 8121"/>
                <a:gd name="csY9" fmla="*/ 1911 h 3344"/>
                <a:gd name="csX10" fmla="*/ 0 w 8121"/>
                <a:gd name="csY10" fmla="*/ 1433 h 3344"/>
                <a:gd name="csX11" fmla="*/ 478 w 8121"/>
                <a:gd name="csY11" fmla="*/ 0 h 3344"/>
                <a:gd name="csX12" fmla="*/ 2389 w 8121"/>
                <a:gd name="csY12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121" h="3344">
                  <a:moveTo>
                    <a:pt x="2389" y="478"/>
                  </a:moveTo>
                  <a:lnTo>
                    <a:pt x="3344" y="956"/>
                  </a:lnTo>
                  <a:lnTo>
                    <a:pt x="4299" y="956"/>
                  </a:lnTo>
                  <a:lnTo>
                    <a:pt x="6210" y="1433"/>
                  </a:lnTo>
                  <a:lnTo>
                    <a:pt x="7644" y="2389"/>
                  </a:lnTo>
                  <a:lnTo>
                    <a:pt x="8121" y="2389"/>
                  </a:lnTo>
                  <a:lnTo>
                    <a:pt x="7166" y="3344"/>
                  </a:lnTo>
                  <a:lnTo>
                    <a:pt x="5255" y="1911"/>
                  </a:lnTo>
                  <a:lnTo>
                    <a:pt x="3344" y="1911"/>
                  </a:lnTo>
                  <a:lnTo>
                    <a:pt x="955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7" name="Freeform 3556">
              <a:extLst>
                <a:ext uri="{FF2B5EF4-FFF2-40B4-BE49-F238E27FC236}">
                  <a16:creationId xmlns:a16="http://schemas.microsoft.com/office/drawing/2014/main" id="{3F1D3F45-EDE2-6FD7-BAA9-8EBF0760DFB8}"/>
                </a:ext>
              </a:extLst>
            </p:cNvPr>
            <p:cNvSpPr/>
            <p:nvPr/>
          </p:nvSpPr>
          <p:spPr>
            <a:xfrm>
              <a:off x="4434934" y="4335514"/>
              <a:ext cx="2866" cy="1910"/>
            </a:xfrm>
            <a:custGeom>
              <a:avLst/>
              <a:gdLst>
                <a:gd name="csX0" fmla="*/ 2867 w 2866"/>
                <a:gd name="csY0" fmla="*/ 955 h 1910"/>
                <a:gd name="csX1" fmla="*/ 0 w 2866"/>
                <a:gd name="csY1" fmla="*/ 1911 h 1910"/>
                <a:gd name="csX2" fmla="*/ 0 w 2866"/>
                <a:gd name="csY2" fmla="*/ 478 h 1910"/>
                <a:gd name="csX3" fmla="*/ 1433 w 2866"/>
                <a:gd name="csY3" fmla="*/ 0 h 1910"/>
                <a:gd name="csX4" fmla="*/ 2867 w 2866"/>
                <a:gd name="csY4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910">
                  <a:moveTo>
                    <a:pt x="2867" y="955"/>
                  </a:moveTo>
                  <a:lnTo>
                    <a:pt x="0" y="1911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867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8" name="Freeform 3557">
              <a:extLst>
                <a:ext uri="{FF2B5EF4-FFF2-40B4-BE49-F238E27FC236}">
                  <a16:creationId xmlns:a16="http://schemas.microsoft.com/office/drawing/2014/main" id="{F53427BC-1A47-C54B-2EFC-A4FAFA121E5D}"/>
                </a:ext>
              </a:extLst>
            </p:cNvPr>
            <p:cNvSpPr/>
            <p:nvPr/>
          </p:nvSpPr>
          <p:spPr>
            <a:xfrm>
              <a:off x="4422513" y="4340292"/>
              <a:ext cx="13376" cy="7165"/>
            </a:xfrm>
            <a:custGeom>
              <a:avLst/>
              <a:gdLst>
                <a:gd name="csX0" fmla="*/ 12899 w 13376"/>
                <a:gd name="csY0" fmla="*/ 2389 h 7165"/>
                <a:gd name="csX1" fmla="*/ 12421 w 13376"/>
                <a:gd name="csY1" fmla="*/ 3822 h 7165"/>
                <a:gd name="csX2" fmla="*/ 10510 w 13376"/>
                <a:gd name="csY2" fmla="*/ 6210 h 7165"/>
                <a:gd name="csX3" fmla="*/ 5733 w 13376"/>
                <a:gd name="csY3" fmla="*/ 7166 h 7165"/>
                <a:gd name="csX4" fmla="*/ 478 w 13376"/>
                <a:gd name="csY4" fmla="*/ 7166 h 7165"/>
                <a:gd name="csX5" fmla="*/ 0 w 13376"/>
                <a:gd name="csY5" fmla="*/ 6210 h 7165"/>
                <a:gd name="csX6" fmla="*/ 0 w 13376"/>
                <a:gd name="csY6" fmla="*/ 5733 h 7165"/>
                <a:gd name="csX7" fmla="*/ 478 w 13376"/>
                <a:gd name="csY7" fmla="*/ 4777 h 7165"/>
                <a:gd name="csX8" fmla="*/ 478 w 13376"/>
                <a:gd name="csY8" fmla="*/ 4299 h 7165"/>
                <a:gd name="csX9" fmla="*/ 0 w 13376"/>
                <a:gd name="csY9" fmla="*/ 3822 h 7165"/>
                <a:gd name="csX10" fmla="*/ 1911 w 13376"/>
                <a:gd name="csY10" fmla="*/ 3344 h 7165"/>
                <a:gd name="csX11" fmla="*/ 3344 w 13376"/>
                <a:gd name="csY11" fmla="*/ 2389 h 7165"/>
                <a:gd name="csX12" fmla="*/ 5255 w 13376"/>
                <a:gd name="csY12" fmla="*/ 1911 h 7165"/>
                <a:gd name="csX13" fmla="*/ 7644 w 13376"/>
                <a:gd name="csY13" fmla="*/ 2866 h 7165"/>
                <a:gd name="csX14" fmla="*/ 9077 w 13376"/>
                <a:gd name="csY14" fmla="*/ 2866 h 7165"/>
                <a:gd name="csX15" fmla="*/ 10988 w 13376"/>
                <a:gd name="csY15" fmla="*/ 1911 h 7165"/>
                <a:gd name="csX16" fmla="*/ 12421 w 13376"/>
                <a:gd name="csY16" fmla="*/ 0 h 7165"/>
                <a:gd name="csX17" fmla="*/ 13376 w 13376"/>
                <a:gd name="csY17" fmla="*/ 0 h 7165"/>
                <a:gd name="csX18" fmla="*/ 12899 w 13376"/>
                <a:gd name="csY18" fmla="*/ 2389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3376" h="7165">
                  <a:moveTo>
                    <a:pt x="12899" y="2389"/>
                  </a:moveTo>
                  <a:lnTo>
                    <a:pt x="12421" y="3822"/>
                  </a:lnTo>
                  <a:lnTo>
                    <a:pt x="10510" y="6210"/>
                  </a:lnTo>
                  <a:lnTo>
                    <a:pt x="5733" y="7166"/>
                  </a:lnTo>
                  <a:lnTo>
                    <a:pt x="478" y="7166"/>
                  </a:lnTo>
                  <a:lnTo>
                    <a:pt x="0" y="6210"/>
                  </a:lnTo>
                  <a:lnTo>
                    <a:pt x="0" y="5733"/>
                  </a:lnTo>
                  <a:lnTo>
                    <a:pt x="478" y="4777"/>
                  </a:lnTo>
                  <a:lnTo>
                    <a:pt x="478" y="4299"/>
                  </a:lnTo>
                  <a:lnTo>
                    <a:pt x="0" y="3822"/>
                  </a:lnTo>
                  <a:lnTo>
                    <a:pt x="1911" y="3344"/>
                  </a:lnTo>
                  <a:lnTo>
                    <a:pt x="3344" y="2389"/>
                  </a:lnTo>
                  <a:lnTo>
                    <a:pt x="5255" y="1911"/>
                  </a:lnTo>
                  <a:lnTo>
                    <a:pt x="7644" y="2866"/>
                  </a:lnTo>
                  <a:lnTo>
                    <a:pt x="9077" y="2866"/>
                  </a:lnTo>
                  <a:lnTo>
                    <a:pt x="10988" y="1911"/>
                  </a:lnTo>
                  <a:lnTo>
                    <a:pt x="12421" y="0"/>
                  </a:lnTo>
                  <a:lnTo>
                    <a:pt x="13376" y="0"/>
                  </a:lnTo>
                  <a:lnTo>
                    <a:pt x="1289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9" name="Freeform 3558">
              <a:extLst>
                <a:ext uri="{FF2B5EF4-FFF2-40B4-BE49-F238E27FC236}">
                  <a16:creationId xmlns:a16="http://schemas.microsoft.com/office/drawing/2014/main" id="{633589BA-D65C-0EA3-3772-23E9CD9F6120}"/>
                </a:ext>
              </a:extLst>
            </p:cNvPr>
            <p:cNvSpPr/>
            <p:nvPr/>
          </p:nvSpPr>
          <p:spPr>
            <a:xfrm>
              <a:off x="7693049" y="4205094"/>
              <a:ext cx="8121" cy="3344"/>
            </a:xfrm>
            <a:custGeom>
              <a:avLst/>
              <a:gdLst>
                <a:gd name="csX0" fmla="*/ 0 w 8121"/>
                <a:gd name="csY0" fmla="*/ 478 h 3344"/>
                <a:gd name="csX1" fmla="*/ 955 w 8121"/>
                <a:gd name="csY1" fmla="*/ 0 h 3344"/>
                <a:gd name="csX2" fmla="*/ 1433 w 8121"/>
                <a:gd name="csY2" fmla="*/ 478 h 3344"/>
                <a:gd name="csX3" fmla="*/ 2389 w 8121"/>
                <a:gd name="csY3" fmla="*/ 1433 h 3344"/>
                <a:gd name="csX4" fmla="*/ 5255 w 8121"/>
                <a:gd name="csY4" fmla="*/ 2389 h 3344"/>
                <a:gd name="csX5" fmla="*/ 7166 w 8121"/>
                <a:gd name="csY5" fmla="*/ 2867 h 3344"/>
                <a:gd name="csX6" fmla="*/ 8121 w 8121"/>
                <a:gd name="csY6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21" h="3344">
                  <a:moveTo>
                    <a:pt x="0" y="478"/>
                  </a:moveTo>
                  <a:lnTo>
                    <a:pt x="955" y="0"/>
                  </a:lnTo>
                  <a:lnTo>
                    <a:pt x="1433" y="478"/>
                  </a:lnTo>
                  <a:lnTo>
                    <a:pt x="2389" y="1433"/>
                  </a:lnTo>
                  <a:lnTo>
                    <a:pt x="5255" y="2389"/>
                  </a:lnTo>
                  <a:lnTo>
                    <a:pt x="7166" y="2867"/>
                  </a:lnTo>
                  <a:lnTo>
                    <a:pt x="8121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0" name="Freeform 3559">
              <a:extLst>
                <a:ext uri="{FF2B5EF4-FFF2-40B4-BE49-F238E27FC236}">
                  <a16:creationId xmlns:a16="http://schemas.microsoft.com/office/drawing/2014/main" id="{8C945590-7BED-ADF9-1B11-DCF497FA9068}"/>
                </a:ext>
              </a:extLst>
            </p:cNvPr>
            <p:cNvSpPr/>
            <p:nvPr/>
          </p:nvSpPr>
          <p:spPr>
            <a:xfrm>
              <a:off x="7688749" y="4206527"/>
              <a:ext cx="2388" cy="955"/>
            </a:xfrm>
            <a:custGeom>
              <a:avLst/>
              <a:gdLst>
                <a:gd name="csX0" fmla="*/ 0 w 2388"/>
                <a:gd name="csY0" fmla="*/ 955 h 955"/>
                <a:gd name="csX1" fmla="*/ 955 w 2388"/>
                <a:gd name="csY1" fmla="*/ 955 h 955"/>
                <a:gd name="csX2" fmla="*/ 2389 w 2388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955">
                  <a:moveTo>
                    <a:pt x="0" y="955"/>
                  </a:moveTo>
                  <a:lnTo>
                    <a:pt x="955" y="955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1" name="Freeform 3560">
              <a:extLst>
                <a:ext uri="{FF2B5EF4-FFF2-40B4-BE49-F238E27FC236}">
                  <a16:creationId xmlns:a16="http://schemas.microsoft.com/office/drawing/2014/main" id="{F2F8E35B-BCD6-8233-CF2F-37C5A129ECA2}"/>
                </a:ext>
              </a:extLst>
            </p:cNvPr>
            <p:cNvSpPr/>
            <p:nvPr/>
          </p:nvSpPr>
          <p:spPr>
            <a:xfrm>
              <a:off x="7675372" y="4205094"/>
              <a:ext cx="12420" cy="1911"/>
            </a:xfrm>
            <a:custGeom>
              <a:avLst/>
              <a:gdLst>
                <a:gd name="csX0" fmla="*/ 0 w 12420"/>
                <a:gd name="csY0" fmla="*/ 0 h 1911"/>
                <a:gd name="csX1" fmla="*/ 0 w 12420"/>
                <a:gd name="csY1" fmla="*/ 0 h 1911"/>
                <a:gd name="csX2" fmla="*/ 0 w 12420"/>
                <a:gd name="csY2" fmla="*/ 0 h 1911"/>
                <a:gd name="csX3" fmla="*/ 2866 w 12420"/>
                <a:gd name="csY3" fmla="*/ 478 h 1911"/>
                <a:gd name="csX4" fmla="*/ 5733 w 12420"/>
                <a:gd name="csY4" fmla="*/ 0 h 1911"/>
                <a:gd name="csX5" fmla="*/ 7166 w 12420"/>
                <a:gd name="csY5" fmla="*/ 478 h 1911"/>
                <a:gd name="csX6" fmla="*/ 10988 w 12420"/>
                <a:gd name="csY6" fmla="*/ 1433 h 1911"/>
                <a:gd name="csX7" fmla="*/ 12421 w 12420"/>
                <a:gd name="csY7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2420" h="191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866" y="478"/>
                  </a:lnTo>
                  <a:lnTo>
                    <a:pt x="5733" y="0"/>
                  </a:lnTo>
                  <a:lnTo>
                    <a:pt x="7166" y="478"/>
                  </a:lnTo>
                  <a:lnTo>
                    <a:pt x="10988" y="1433"/>
                  </a:lnTo>
                  <a:lnTo>
                    <a:pt x="12421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2" name="Freeform 3561">
              <a:extLst>
                <a:ext uri="{FF2B5EF4-FFF2-40B4-BE49-F238E27FC236}">
                  <a16:creationId xmlns:a16="http://schemas.microsoft.com/office/drawing/2014/main" id="{F46418B4-8240-0CE4-E1C7-6A8345C6F443}"/>
                </a:ext>
              </a:extLst>
            </p:cNvPr>
            <p:cNvSpPr/>
            <p:nvPr/>
          </p:nvSpPr>
          <p:spPr>
            <a:xfrm>
              <a:off x="7664863" y="4200317"/>
              <a:ext cx="10509" cy="1433"/>
            </a:xfrm>
            <a:custGeom>
              <a:avLst/>
              <a:gdLst>
                <a:gd name="csX0" fmla="*/ 0 w 10509"/>
                <a:gd name="csY0" fmla="*/ 1433 h 1433"/>
                <a:gd name="csX1" fmla="*/ 1911 w 10509"/>
                <a:gd name="csY1" fmla="*/ 478 h 1433"/>
                <a:gd name="csX2" fmla="*/ 3344 w 10509"/>
                <a:gd name="csY2" fmla="*/ 0 h 1433"/>
                <a:gd name="csX3" fmla="*/ 5733 w 10509"/>
                <a:gd name="csY3" fmla="*/ 478 h 1433"/>
                <a:gd name="csX4" fmla="*/ 8121 w 10509"/>
                <a:gd name="csY4" fmla="*/ 956 h 1433"/>
                <a:gd name="csX5" fmla="*/ 10510 w 10509"/>
                <a:gd name="csY5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09" h="1433">
                  <a:moveTo>
                    <a:pt x="0" y="1433"/>
                  </a:moveTo>
                  <a:lnTo>
                    <a:pt x="1911" y="478"/>
                  </a:lnTo>
                  <a:lnTo>
                    <a:pt x="3344" y="0"/>
                  </a:lnTo>
                  <a:lnTo>
                    <a:pt x="5733" y="478"/>
                  </a:lnTo>
                  <a:lnTo>
                    <a:pt x="8121" y="956"/>
                  </a:lnTo>
                  <a:lnTo>
                    <a:pt x="1051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3" name="Freeform 3562">
              <a:extLst>
                <a:ext uri="{FF2B5EF4-FFF2-40B4-BE49-F238E27FC236}">
                  <a16:creationId xmlns:a16="http://schemas.microsoft.com/office/drawing/2014/main" id="{CCA2EDFF-CC45-624A-8253-FDDC5C4D2C27}"/>
                </a:ext>
              </a:extLst>
            </p:cNvPr>
            <p:cNvSpPr/>
            <p:nvPr/>
          </p:nvSpPr>
          <p:spPr>
            <a:xfrm>
              <a:off x="7658174" y="4203661"/>
              <a:ext cx="3343" cy="1911"/>
            </a:xfrm>
            <a:custGeom>
              <a:avLst/>
              <a:gdLst>
                <a:gd name="csX0" fmla="*/ 0 w 3343"/>
                <a:gd name="csY0" fmla="*/ 1911 h 1911"/>
                <a:gd name="csX1" fmla="*/ 955 w 3343"/>
                <a:gd name="csY1" fmla="*/ 956 h 1911"/>
                <a:gd name="csX2" fmla="*/ 3344 w 3343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3" h="1911">
                  <a:moveTo>
                    <a:pt x="0" y="1911"/>
                  </a:moveTo>
                  <a:lnTo>
                    <a:pt x="955" y="956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4" name="Freeform 3563">
              <a:extLst>
                <a:ext uri="{FF2B5EF4-FFF2-40B4-BE49-F238E27FC236}">
                  <a16:creationId xmlns:a16="http://schemas.microsoft.com/office/drawing/2014/main" id="{E4CEF5A2-115C-B3B5-9A43-DAD02A805057}"/>
                </a:ext>
              </a:extLst>
            </p:cNvPr>
            <p:cNvSpPr/>
            <p:nvPr/>
          </p:nvSpPr>
          <p:spPr>
            <a:xfrm>
              <a:off x="7647664" y="4216560"/>
              <a:ext cx="1433" cy="1433"/>
            </a:xfrm>
            <a:custGeom>
              <a:avLst/>
              <a:gdLst>
                <a:gd name="csX0" fmla="*/ 0 w 1433"/>
                <a:gd name="csY0" fmla="*/ 1433 h 1433"/>
                <a:gd name="csX1" fmla="*/ 1433 w 1433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1433">
                  <a:moveTo>
                    <a:pt x="0" y="1433"/>
                  </a:move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5" name="Freeform 3564">
              <a:extLst>
                <a:ext uri="{FF2B5EF4-FFF2-40B4-BE49-F238E27FC236}">
                  <a16:creationId xmlns:a16="http://schemas.microsoft.com/office/drawing/2014/main" id="{8D0D1ECD-BDE2-34F9-E07F-542B37CA7BB8}"/>
                </a:ext>
              </a:extLst>
            </p:cNvPr>
            <p:cNvSpPr/>
            <p:nvPr/>
          </p:nvSpPr>
          <p:spPr>
            <a:xfrm>
              <a:off x="7643365" y="4222770"/>
              <a:ext cx="477" cy="955"/>
            </a:xfrm>
            <a:custGeom>
              <a:avLst/>
              <a:gdLst>
                <a:gd name="csX0" fmla="*/ 0 w 477"/>
                <a:gd name="csY0" fmla="*/ 955 h 955"/>
                <a:gd name="csX1" fmla="*/ 478 w 477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955">
                  <a:moveTo>
                    <a:pt x="0" y="955"/>
                  </a:move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6" name="Freeform 3565">
              <a:extLst>
                <a:ext uri="{FF2B5EF4-FFF2-40B4-BE49-F238E27FC236}">
                  <a16:creationId xmlns:a16="http://schemas.microsoft.com/office/drawing/2014/main" id="{ACF5D447-F5F5-4A13-00C9-B0DC968E7700}"/>
                </a:ext>
              </a:extLst>
            </p:cNvPr>
            <p:cNvSpPr/>
            <p:nvPr/>
          </p:nvSpPr>
          <p:spPr>
            <a:xfrm>
              <a:off x="6314799" y="5236034"/>
              <a:ext cx="955" cy="1910"/>
            </a:xfrm>
            <a:custGeom>
              <a:avLst/>
              <a:gdLst>
                <a:gd name="csX0" fmla="*/ 956 w 955"/>
                <a:gd name="csY0" fmla="*/ 0 h 1910"/>
                <a:gd name="csX1" fmla="*/ 956 w 955"/>
                <a:gd name="csY1" fmla="*/ 0 h 1910"/>
                <a:gd name="csX2" fmla="*/ 0 w 955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0">
                  <a:moveTo>
                    <a:pt x="956" y="0"/>
                  </a:moveTo>
                  <a:lnTo>
                    <a:pt x="956" y="0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7" name="Freeform 3566">
              <a:extLst>
                <a:ext uri="{FF2B5EF4-FFF2-40B4-BE49-F238E27FC236}">
                  <a16:creationId xmlns:a16="http://schemas.microsoft.com/office/drawing/2014/main" id="{F7A06679-F6E5-2E2E-6D84-467D930853F7}"/>
                </a:ext>
              </a:extLst>
            </p:cNvPr>
            <p:cNvSpPr/>
            <p:nvPr/>
          </p:nvSpPr>
          <p:spPr>
            <a:xfrm>
              <a:off x="6321965" y="5229346"/>
              <a:ext cx="2388" cy="3821"/>
            </a:xfrm>
            <a:custGeom>
              <a:avLst/>
              <a:gdLst>
                <a:gd name="csX0" fmla="*/ 2389 w 2388"/>
                <a:gd name="csY0" fmla="*/ 0 h 3821"/>
                <a:gd name="csX1" fmla="*/ 2389 w 2388"/>
                <a:gd name="csY1" fmla="*/ 0 h 3821"/>
                <a:gd name="csX2" fmla="*/ 0 w 2388"/>
                <a:gd name="csY2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3821">
                  <a:moveTo>
                    <a:pt x="2389" y="0"/>
                  </a:moveTo>
                  <a:lnTo>
                    <a:pt x="2389" y="0"/>
                  </a:lnTo>
                  <a:lnTo>
                    <a:pt x="0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8" name="Freeform 3567">
              <a:extLst>
                <a:ext uri="{FF2B5EF4-FFF2-40B4-BE49-F238E27FC236}">
                  <a16:creationId xmlns:a16="http://schemas.microsoft.com/office/drawing/2014/main" id="{49759606-E4FE-A328-B4DB-16B96F05A749}"/>
                </a:ext>
              </a:extLst>
            </p:cNvPr>
            <p:cNvSpPr/>
            <p:nvPr/>
          </p:nvSpPr>
          <p:spPr>
            <a:xfrm>
              <a:off x="6334386" y="5208804"/>
              <a:ext cx="4777" cy="10032"/>
            </a:xfrm>
            <a:custGeom>
              <a:avLst/>
              <a:gdLst>
                <a:gd name="csX0" fmla="*/ 4777 w 4777"/>
                <a:gd name="csY0" fmla="*/ 0 h 10032"/>
                <a:gd name="csX1" fmla="*/ 4299 w 4777"/>
                <a:gd name="csY1" fmla="*/ 0 h 10032"/>
                <a:gd name="csX2" fmla="*/ 2866 w 4777"/>
                <a:gd name="csY2" fmla="*/ 1911 h 10032"/>
                <a:gd name="csX3" fmla="*/ 1911 w 4777"/>
                <a:gd name="csY3" fmla="*/ 4777 h 10032"/>
                <a:gd name="csX4" fmla="*/ 1433 w 4777"/>
                <a:gd name="csY4" fmla="*/ 6210 h 10032"/>
                <a:gd name="csX5" fmla="*/ 0 w 4777"/>
                <a:gd name="csY5" fmla="*/ 1003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7" h="10032">
                  <a:moveTo>
                    <a:pt x="4777" y="0"/>
                  </a:moveTo>
                  <a:lnTo>
                    <a:pt x="4299" y="0"/>
                  </a:lnTo>
                  <a:lnTo>
                    <a:pt x="2866" y="1911"/>
                  </a:lnTo>
                  <a:lnTo>
                    <a:pt x="1911" y="4777"/>
                  </a:lnTo>
                  <a:lnTo>
                    <a:pt x="1433" y="6210"/>
                  </a:lnTo>
                  <a:lnTo>
                    <a:pt x="0" y="100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9" name="Freeform 3568">
              <a:extLst>
                <a:ext uri="{FF2B5EF4-FFF2-40B4-BE49-F238E27FC236}">
                  <a16:creationId xmlns:a16="http://schemas.microsoft.com/office/drawing/2014/main" id="{6E236F91-7F03-188F-ABEB-42D2046ADCF9}"/>
                </a:ext>
              </a:extLst>
            </p:cNvPr>
            <p:cNvSpPr/>
            <p:nvPr/>
          </p:nvSpPr>
          <p:spPr>
            <a:xfrm>
              <a:off x="6391236" y="5205459"/>
              <a:ext cx="3344" cy="8121"/>
            </a:xfrm>
            <a:custGeom>
              <a:avLst/>
              <a:gdLst>
                <a:gd name="csX0" fmla="*/ 3344 w 3344"/>
                <a:gd name="csY0" fmla="*/ 0 h 8121"/>
                <a:gd name="csX1" fmla="*/ 2389 w 3344"/>
                <a:gd name="csY1" fmla="*/ 2389 h 8121"/>
                <a:gd name="csX2" fmla="*/ 1433 w 3344"/>
                <a:gd name="csY2" fmla="*/ 4777 h 8121"/>
                <a:gd name="csX3" fmla="*/ 0 w 3344"/>
                <a:gd name="csY3" fmla="*/ 812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8121">
                  <a:moveTo>
                    <a:pt x="3344" y="0"/>
                  </a:moveTo>
                  <a:lnTo>
                    <a:pt x="2389" y="2389"/>
                  </a:lnTo>
                  <a:lnTo>
                    <a:pt x="1433" y="4777"/>
                  </a:lnTo>
                  <a:lnTo>
                    <a:pt x="0" y="812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0" name="Freeform 3569">
              <a:extLst>
                <a:ext uri="{FF2B5EF4-FFF2-40B4-BE49-F238E27FC236}">
                  <a16:creationId xmlns:a16="http://schemas.microsoft.com/office/drawing/2014/main" id="{2F25EA8A-9B89-6223-27AE-4DAF995F9DF8}"/>
                </a:ext>
              </a:extLst>
            </p:cNvPr>
            <p:cNvSpPr/>
            <p:nvPr/>
          </p:nvSpPr>
          <p:spPr>
            <a:xfrm>
              <a:off x="6396491" y="5196382"/>
              <a:ext cx="955" cy="3344"/>
            </a:xfrm>
            <a:custGeom>
              <a:avLst/>
              <a:gdLst>
                <a:gd name="csX0" fmla="*/ 955 w 955"/>
                <a:gd name="csY0" fmla="*/ 0 h 3344"/>
                <a:gd name="csX1" fmla="*/ 478 w 955"/>
                <a:gd name="csY1" fmla="*/ 956 h 3344"/>
                <a:gd name="csX2" fmla="*/ 0 w 955"/>
                <a:gd name="csY2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3344">
                  <a:moveTo>
                    <a:pt x="955" y="0"/>
                  </a:moveTo>
                  <a:lnTo>
                    <a:pt x="478" y="956"/>
                  </a:lnTo>
                  <a:lnTo>
                    <a:pt x="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1" name="Freeform 3570">
              <a:extLst>
                <a:ext uri="{FF2B5EF4-FFF2-40B4-BE49-F238E27FC236}">
                  <a16:creationId xmlns:a16="http://schemas.microsoft.com/office/drawing/2014/main" id="{B817394A-64EC-F556-0442-213CDB50626E}"/>
                </a:ext>
              </a:extLst>
            </p:cNvPr>
            <p:cNvSpPr/>
            <p:nvPr/>
          </p:nvSpPr>
          <p:spPr>
            <a:xfrm>
              <a:off x="6437576" y="5159598"/>
              <a:ext cx="1911" cy="2866"/>
            </a:xfrm>
            <a:custGeom>
              <a:avLst/>
              <a:gdLst>
                <a:gd name="csX0" fmla="*/ 1911 w 1911"/>
                <a:gd name="csY0" fmla="*/ 0 h 2866"/>
                <a:gd name="csX1" fmla="*/ 1911 w 1911"/>
                <a:gd name="csY1" fmla="*/ 0 h 2866"/>
                <a:gd name="csX2" fmla="*/ 0 w 1911"/>
                <a:gd name="csY2" fmla="*/ 1911 h 2866"/>
                <a:gd name="csX3" fmla="*/ 0 w 1911"/>
                <a:gd name="csY3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2866">
                  <a:moveTo>
                    <a:pt x="1911" y="0"/>
                  </a:moveTo>
                  <a:lnTo>
                    <a:pt x="1911" y="0"/>
                  </a:lnTo>
                  <a:lnTo>
                    <a:pt x="0" y="1911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2" name="Freeform 3571">
              <a:extLst>
                <a:ext uri="{FF2B5EF4-FFF2-40B4-BE49-F238E27FC236}">
                  <a16:creationId xmlns:a16="http://schemas.microsoft.com/office/drawing/2014/main" id="{7B8DE99F-B7D6-167A-31B6-638D40FA8D5F}"/>
                </a:ext>
              </a:extLst>
            </p:cNvPr>
            <p:cNvSpPr/>
            <p:nvPr/>
          </p:nvSpPr>
          <p:spPr>
            <a:xfrm>
              <a:off x="6432798" y="3502832"/>
              <a:ext cx="4299" cy="4299"/>
            </a:xfrm>
            <a:custGeom>
              <a:avLst/>
              <a:gdLst>
                <a:gd name="csX0" fmla="*/ 0 w 4299"/>
                <a:gd name="csY0" fmla="*/ 4300 h 4299"/>
                <a:gd name="csX1" fmla="*/ 0 w 4299"/>
                <a:gd name="csY1" fmla="*/ 4300 h 4299"/>
                <a:gd name="csX2" fmla="*/ 4300 w 4299"/>
                <a:gd name="csY2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9" h="4299">
                  <a:moveTo>
                    <a:pt x="0" y="4300"/>
                  </a:moveTo>
                  <a:lnTo>
                    <a:pt x="0" y="4300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3" name="Freeform 3572">
              <a:extLst>
                <a:ext uri="{FF2B5EF4-FFF2-40B4-BE49-F238E27FC236}">
                  <a16:creationId xmlns:a16="http://schemas.microsoft.com/office/drawing/2014/main" id="{C5739DF8-D2F9-8B44-E0FF-B810213466FB}"/>
                </a:ext>
              </a:extLst>
            </p:cNvPr>
            <p:cNvSpPr/>
            <p:nvPr/>
          </p:nvSpPr>
          <p:spPr>
            <a:xfrm>
              <a:off x="6410823" y="3515730"/>
              <a:ext cx="477" cy="4299"/>
            </a:xfrm>
            <a:custGeom>
              <a:avLst/>
              <a:gdLst>
                <a:gd name="csX0" fmla="*/ 0 w 477"/>
                <a:gd name="csY0" fmla="*/ 4300 h 4299"/>
                <a:gd name="csX1" fmla="*/ 478 w 477"/>
                <a:gd name="csY1" fmla="*/ 1433 h 4299"/>
                <a:gd name="csX2" fmla="*/ 478 w 477"/>
                <a:gd name="csY2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299">
                  <a:moveTo>
                    <a:pt x="0" y="4300"/>
                  </a:moveTo>
                  <a:lnTo>
                    <a:pt x="478" y="1433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4" name="Freeform 3573">
              <a:extLst>
                <a:ext uri="{FF2B5EF4-FFF2-40B4-BE49-F238E27FC236}">
                  <a16:creationId xmlns:a16="http://schemas.microsoft.com/office/drawing/2014/main" id="{E74FB7BE-FC70-ACF8-E387-6DE9E53B67CA}"/>
                </a:ext>
              </a:extLst>
            </p:cNvPr>
            <p:cNvSpPr/>
            <p:nvPr/>
          </p:nvSpPr>
          <p:spPr>
            <a:xfrm>
              <a:off x="6408434" y="3525285"/>
              <a:ext cx="955" cy="1911"/>
            </a:xfrm>
            <a:custGeom>
              <a:avLst/>
              <a:gdLst>
                <a:gd name="csX0" fmla="*/ 955 w 955"/>
                <a:gd name="csY0" fmla="*/ 1911 h 1911"/>
                <a:gd name="csX1" fmla="*/ 0 w 955"/>
                <a:gd name="csY1" fmla="*/ 956 h 1911"/>
                <a:gd name="csX2" fmla="*/ 478 w 955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1">
                  <a:moveTo>
                    <a:pt x="955" y="1911"/>
                  </a:moveTo>
                  <a:lnTo>
                    <a:pt x="0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5" name="Freeform 3574">
              <a:extLst>
                <a:ext uri="{FF2B5EF4-FFF2-40B4-BE49-F238E27FC236}">
                  <a16:creationId xmlns:a16="http://schemas.microsoft.com/office/drawing/2014/main" id="{CE056204-29B3-E873-1BBB-CF63583D5652}"/>
                </a:ext>
              </a:extLst>
            </p:cNvPr>
            <p:cNvSpPr/>
            <p:nvPr/>
          </p:nvSpPr>
          <p:spPr>
            <a:xfrm>
              <a:off x="6412734" y="3529585"/>
              <a:ext cx="955" cy="477"/>
            </a:xfrm>
            <a:custGeom>
              <a:avLst/>
              <a:gdLst>
                <a:gd name="csX0" fmla="*/ 0 w 955"/>
                <a:gd name="csY0" fmla="*/ 478 h 477"/>
                <a:gd name="csX1" fmla="*/ 955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0" y="478"/>
                  </a:move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6" name="Freeform 3575">
              <a:extLst>
                <a:ext uri="{FF2B5EF4-FFF2-40B4-BE49-F238E27FC236}">
                  <a16:creationId xmlns:a16="http://schemas.microsoft.com/office/drawing/2014/main" id="{3A122E99-0B28-D056-0BE2-AB9040FC40DF}"/>
                </a:ext>
              </a:extLst>
            </p:cNvPr>
            <p:cNvSpPr/>
            <p:nvPr/>
          </p:nvSpPr>
          <p:spPr>
            <a:xfrm>
              <a:off x="6390280" y="3556815"/>
              <a:ext cx="477" cy="1910"/>
            </a:xfrm>
            <a:custGeom>
              <a:avLst/>
              <a:gdLst>
                <a:gd name="csX0" fmla="*/ 478 w 477"/>
                <a:gd name="csY0" fmla="*/ 1911 h 1910"/>
                <a:gd name="csX1" fmla="*/ 0 w 477"/>
                <a:gd name="csY1" fmla="*/ 1433 h 1910"/>
                <a:gd name="csX2" fmla="*/ 478 w 477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910">
                  <a:moveTo>
                    <a:pt x="478" y="1911"/>
                  </a:moveTo>
                  <a:lnTo>
                    <a:pt x="0" y="1433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7" name="Freeform 3576">
              <a:extLst>
                <a:ext uri="{FF2B5EF4-FFF2-40B4-BE49-F238E27FC236}">
                  <a16:creationId xmlns:a16="http://schemas.microsoft.com/office/drawing/2014/main" id="{AD7C62FA-FADA-1A37-154D-9F8AFC66D2CA}"/>
                </a:ext>
              </a:extLst>
            </p:cNvPr>
            <p:cNvSpPr/>
            <p:nvPr/>
          </p:nvSpPr>
          <p:spPr>
            <a:xfrm>
              <a:off x="6351584" y="3625608"/>
              <a:ext cx="1433" cy="1911"/>
            </a:xfrm>
            <a:custGeom>
              <a:avLst/>
              <a:gdLst>
                <a:gd name="csX0" fmla="*/ 1433 w 1433"/>
                <a:gd name="csY0" fmla="*/ 1911 h 1911"/>
                <a:gd name="csX1" fmla="*/ 956 w 1433"/>
                <a:gd name="csY1" fmla="*/ 956 h 1911"/>
                <a:gd name="csX2" fmla="*/ 0 w 1433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911">
                  <a:moveTo>
                    <a:pt x="1433" y="1911"/>
                  </a:moveTo>
                  <a:lnTo>
                    <a:pt x="956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8" name="Freeform 3577">
              <a:extLst>
                <a:ext uri="{FF2B5EF4-FFF2-40B4-BE49-F238E27FC236}">
                  <a16:creationId xmlns:a16="http://schemas.microsoft.com/office/drawing/2014/main" id="{DFC5182A-13E1-5A12-9DBE-D63BAC0DBB7F}"/>
                </a:ext>
              </a:extLst>
            </p:cNvPr>
            <p:cNvSpPr/>
            <p:nvPr/>
          </p:nvSpPr>
          <p:spPr>
            <a:xfrm>
              <a:off x="6450952" y="3642329"/>
              <a:ext cx="955" cy="2388"/>
            </a:xfrm>
            <a:custGeom>
              <a:avLst/>
              <a:gdLst>
                <a:gd name="csX0" fmla="*/ 955 w 955"/>
                <a:gd name="csY0" fmla="*/ 2389 h 2388"/>
                <a:gd name="csX1" fmla="*/ 0 w 955"/>
                <a:gd name="csY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2388">
                  <a:moveTo>
                    <a:pt x="955" y="2389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9" name="Freeform 3578">
              <a:extLst>
                <a:ext uri="{FF2B5EF4-FFF2-40B4-BE49-F238E27FC236}">
                  <a16:creationId xmlns:a16="http://schemas.microsoft.com/office/drawing/2014/main" id="{C73E16F9-68E8-7D4A-FF6B-073CAD6C1EF9}"/>
                </a:ext>
              </a:extLst>
            </p:cNvPr>
            <p:cNvSpPr/>
            <p:nvPr/>
          </p:nvSpPr>
          <p:spPr>
            <a:xfrm>
              <a:off x="6509713" y="3612710"/>
              <a:ext cx="955" cy="6688"/>
            </a:xfrm>
            <a:custGeom>
              <a:avLst/>
              <a:gdLst>
                <a:gd name="csX0" fmla="*/ 956 w 955"/>
                <a:gd name="csY0" fmla="*/ 0 h 6688"/>
                <a:gd name="csX1" fmla="*/ 478 w 955"/>
                <a:gd name="csY1" fmla="*/ 478 h 6688"/>
                <a:gd name="csX2" fmla="*/ 478 w 955"/>
                <a:gd name="csY2" fmla="*/ 478 h 6688"/>
                <a:gd name="csX3" fmla="*/ 0 w 955"/>
                <a:gd name="csY3" fmla="*/ 3344 h 6688"/>
                <a:gd name="csX4" fmla="*/ 478 w 955"/>
                <a:gd name="csY4" fmla="*/ 668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6688">
                  <a:moveTo>
                    <a:pt x="956" y="0"/>
                  </a:moveTo>
                  <a:lnTo>
                    <a:pt x="478" y="478"/>
                  </a:lnTo>
                  <a:lnTo>
                    <a:pt x="478" y="478"/>
                  </a:lnTo>
                  <a:lnTo>
                    <a:pt x="0" y="3344"/>
                  </a:lnTo>
                  <a:lnTo>
                    <a:pt x="478" y="66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0" name="Freeform 3579">
              <a:extLst>
                <a:ext uri="{FF2B5EF4-FFF2-40B4-BE49-F238E27FC236}">
                  <a16:creationId xmlns:a16="http://schemas.microsoft.com/office/drawing/2014/main" id="{126B1AD9-AA94-F238-0966-2284D335A9B9}"/>
                </a:ext>
              </a:extLst>
            </p:cNvPr>
            <p:cNvSpPr/>
            <p:nvPr/>
          </p:nvSpPr>
          <p:spPr>
            <a:xfrm>
              <a:off x="6508757" y="3606977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0 w 955"/>
                <a:gd name="csY1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0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1" name="Freeform 3580">
              <a:extLst>
                <a:ext uri="{FF2B5EF4-FFF2-40B4-BE49-F238E27FC236}">
                  <a16:creationId xmlns:a16="http://schemas.microsoft.com/office/drawing/2014/main" id="{0F571C2D-877A-6997-1FCE-784548FAA41E}"/>
                </a:ext>
              </a:extLst>
            </p:cNvPr>
            <p:cNvSpPr/>
            <p:nvPr/>
          </p:nvSpPr>
          <p:spPr>
            <a:xfrm>
              <a:off x="6506369" y="3592645"/>
              <a:ext cx="7165" cy="955"/>
            </a:xfrm>
            <a:custGeom>
              <a:avLst/>
              <a:gdLst>
                <a:gd name="csX0" fmla="*/ 7166 w 7165"/>
                <a:gd name="csY0" fmla="*/ 956 h 955"/>
                <a:gd name="csX1" fmla="*/ 7166 w 7165"/>
                <a:gd name="csY1" fmla="*/ 956 h 955"/>
                <a:gd name="csX2" fmla="*/ 5255 w 7165"/>
                <a:gd name="csY2" fmla="*/ 478 h 955"/>
                <a:gd name="csX3" fmla="*/ 3344 w 7165"/>
                <a:gd name="csY3" fmla="*/ 0 h 955"/>
                <a:gd name="csX4" fmla="*/ 478 w 7165"/>
                <a:gd name="csY4" fmla="*/ 478 h 955"/>
                <a:gd name="csX5" fmla="*/ 0 w 7165"/>
                <a:gd name="csY5" fmla="*/ 956 h 955"/>
                <a:gd name="csX6" fmla="*/ 0 w 7165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65" h="955">
                  <a:moveTo>
                    <a:pt x="7166" y="956"/>
                  </a:moveTo>
                  <a:lnTo>
                    <a:pt x="7166" y="956"/>
                  </a:lnTo>
                  <a:lnTo>
                    <a:pt x="5255" y="478"/>
                  </a:lnTo>
                  <a:lnTo>
                    <a:pt x="3344" y="0"/>
                  </a:lnTo>
                  <a:lnTo>
                    <a:pt x="478" y="478"/>
                  </a:lnTo>
                  <a:lnTo>
                    <a:pt x="0" y="956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2" name="Freeform 3581">
              <a:extLst>
                <a:ext uri="{FF2B5EF4-FFF2-40B4-BE49-F238E27FC236}">
                  <a16:creationId xmlns:a16="http://schemas.microsoft.com/office/drawing/2014/main" id="{B027258C-66B0-CECB-DDA0-416E2A2A8480}"/>
                </a:ext>
              </a:extLst>
            </p:cNvPr>
            <p:cNvSpPr/>
            <p:nvPr/>
          </p:nvSpPr>
          <p:spPr>
            <a:xfrm>
              <a:off x="6514012" y="3588823"/>
              <a:ext cx="18153" cy="7643"/>
            </a:xfrm>
            <a:custGeom>
              <a:avLst/>
              <a:gdLst>
                <a:gd name="csX0" fmla="*/ 18154 w 18153"/>
                <a:gd name="csY0" fmla="*/ 0 h 7643"/>
                <a:gd name="csX1" fmla="*/ 17198 w 18153"/>
                <a:gd name="csY1" fmla="*/ 0 h 7643"/>
                <a:gd name="csX2" fmla="*/ 15765 w 18153"/>
                <a:gd name="csY2" fmla="*/ 955 h 7643"/>
                <a:gd name="csX3" fmla="*/ 13854 w 18153"/>
                <a:gd name="csY3" fmla="*/ 1911 h 7643"/>
                <a:gd name="csX4" fmla="*/ 12898 w 18153"/>
                <a:gd name="csY4" fmla="*/ 3822 h 7643"/>
                <a:gd name="csX5" fmla="*/ 9077 w 18153"/>
                <a:gd name="csY5" fmla="*/ 6210 h 7643"/>
                <a:gd name="csX6" fmla="*/ 7166 w 18153"/>
                <a:gd name="csY6" fmla="*/ 7644 h 7643"/>
                <a:gd name="csX7" fmla="*/ 5255 w 18153"/>
                <a:gd name="csY7" fmla="*/ 7644 h 7643"/>
                <a:gd name="csX8" fmla="*/ 1433 w 18153"/>
                <a:gd name="csY8" fmla="*/ 7166 h 7643"/>
                <a:gd name="csX9" fmla="*/ 0 w 18153"/>
                <a:gd name="csY9" fmla="*/ 5733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153" h="7643">
                  <a:moveTo>
                    <a:pt x="18154" y="0"/>
                  </a:moveTo>
                  <a:lnTo>
                    <a:pt x="17198" y="0"/>
                  </a:lnTo>
                  <a:lnTo>
                    <a:pt x="15765" y="955"/>
                  </a:lnTo>
                  <a:lnTo>
                    <a:pt x="13854" y="1911"/>
                  </a:lnTo>
                  <a:lnTo>
                    <a:pt x="12898" y="3822"/>
                  </a:lnTo>
                  <a:lnTo>
                    <a:pt x="9077" y="6210"/>
                  </a:lnTo>
                  <a:lnTo>
                    <a:pt x="7166" y="7644"/>
                  </a:lnTo>
                  <a:lnTo>
                    <a:pt x="5255" y="7644"/>
                  </a:lnTo>
                  <a:lnTo>
                    <a:pt x="1433" y="7166"/>
                  </a:lnTo>
                  <a:lnTo>
                    <a:pt x="0" y="57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3" name="Freeform 3582">
              <a:extLst>
                <a:ext uri="{FF2B5EF4-FFF2-40B4-BE49-F238E27FC236}">
                  <a16:creationId xmlns:a16="http://schemas.microsoft.com/office/drawing/2014/main" id="{7E1BED56-2B7A-6703-AB78-0A008C4C83B6}"/>
                </a:ext>
              </a:extLst>
            </p:cNvPr>
            <p:cNvSpPr/>
            <p:nvPr/>
          </p:nvSpPr>
          <p:spPr>
            <a:xfrm>
              <a:off x="6526911" y="3579268"/>
              <a:ext cx="478" cy="955"/>
            </a:xfrm>
            <a:custGeom>
              <a:avLst/>
              <a:gdLst>
                <a:gd name="csX0" fmla="*/ 478 w 478"/>
                <a:gd name="csY0" fmla="*/ 0 h 955"/>
                <a:gd name="csX1" fmla="*/ 0 w 478"/>
                <a:gd name="csY1" fmla="*/ 955 h 955"/>
                <a:gd name="csX2" fmla="*/ 0 w 478"/>
                <a:gd name="csY2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955">
                  <a:moveTo>
                    <a:pt x="478" y="0"/>
                  </a:moveTo>
                  <a:lnTo>
                    <a:pt x="0" y="955"/>
                  </a:lnTo>
                  <a:lnTo>
                    <a:pt x="0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4" name="Freeform 3583">
              <a:extLst>
                <a:ext uri="{FF2B5EF4-FFF2-40B4-BE49-F238E27FC236}">
                  <a16:creationId xmlns:a16="http://schemas.microsoft.com/office/drawing/2014/main" id="{7872B284-8F8C-7987-3890-F4BF4EC2C51D}"/>
                </a:ext>
              </a:extLst>
            </p:cNvPr>
            <p:cNvSpPr/>
            <p:nvPr/>
          </p:nvSpPr>
          <p:spPr>
            <a:xfrm>
              <a:off x="6494425" y="3533406"/>
              <a:ext cx="3821" cy="8121"/>
            </a:xfrm>
            <a:custGeom>
              <a:avLst/>
              <a:gdLst>
                <a:gd name="csX0" fmla="*/ 3344 w 3821"/>
                <a:gd name="csY0" fmla="*/ 0 h 8121"/>
                <a:gd name="csX1" fmla="*/ 3821 w 3821"/>
                <a:gd name="csY1" fmla="*/ 956 h 8121"/>
                <a:gd name="csX2" fmla="*/ 3821 w 3821"/>
                <a:gd name="csY2" fmla="*/ 2389 h 8121"/>
                <a:gd name="csX3" fmla="*/ 1433 w 3821"/>
                <a:gd name="csY3" fmla="*/ 5733 h 8121"/>
                <a:gd name="csX4" fmla="*/ 478 w 3821"/>
                <a:gd name="csY4" fmla="*/ 6688 h 8121"/>
                <a:gd name="csX5" fmla="*/ 0 w 3821"/>
                <a:gd name="csY5" fmla="*/ 812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8121">
                  <a:moveTo>
                    <a:pt x="3344" y="0"/>
                  </a:moveTo>
                  <a:lnTo>
                    <a:pt x="3821" y="956"/>
                  </a:lnTo>
                  <a:lnTo>
                    <a:pt x="3821" y="2389"/>
                  </a:lnTo>
                  <a:lnTo>
                    <a:pt x="1433" y="5733"/>
                  </a:lnTo>
                  <a:lnTo>
                    <a:pt x="478" y="6688"/>
                  </a:lnTo>
                  <a:lnTo>
                    <a:pt x="0" y="812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" name="Freeform 3584">
              <a:extLst>
                <a:ext uri="{FF2B5EF4-FFF2-40B4-BE49-F238E27FC236}">
                  <a16:creationId xmlns:a16="http://schemas.microsoft.com/office/drawing/2014/main" id="{644F2507-8A45-4252-0700-F88F0ECFF867}"/>
                </a:ext>
              </a:extLst>
            </p:cNvPr>
            <p:cNvSpPr/>
            <p:nvPr/>
          </p:nvSpPr>
          <p:spPr>
            <a:xfrm>
              <a:off x="6494903" y="3520508"/>
              <a:ext cx="1911" cy="6210"/>
            </a:xfrm>
            <a:custGeom>
              <a:avLst/>
              <a:gdLst>
                <a:gd name="csX0" fmla="*/ 1911 w 1911"/>
                <a:gd name="csY0" fmla="*/ 0 h 6210"/>
                <a:gd name="csX1" fmla="*/ 1433 w 1911"/>
                <a:gd name="csY1" fmla="*/ 4300 h 6210"/>
                <a:gd name="csX2" fmla="*/ 955 w 1911"/>
                <a:gd name="csY2" fmla="*/ 5255 h 6210"/>
                <a:gd name="csX3" fmla="*/ 0 w 1911"/>
                <a:gd name="csY3" fmla="*/ 6211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6210">
                  <a:moveTo>
                    <a:pt x="1911" y="0"/>
                  </a:moveTo>
                  <a:lnTo>
                    <a:pt x="1433" y="4300"/>
                  </a:lnTo>
                  <a:lnTo>
                    <a:pt x="955" y="5255"/>
                  </a:lnTo>
                  <a:lnTo>
                    <a:pt x="0" y="62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" name="Freeform 3585">
              <a:extLst>
                <a:ext uri="{FF2B5EF4-FFF2-40B4-BE49-F238E27FC236}">
                  <a16:creationId xmlns:a16="http://schemas.microsoft.com/office/drawing/2014/main" id="{9B7251DD-82E7-CC9A-FAC4-1A02F9DF7336}"/>
                </a:ext>
              </a:extLst>
            </p:cNvPr>
            <p:cNvSpPr/>
            <p:nvPr/>
          </p:nvSpPr>
          <p:spPr>
            <a:xfrm>
              <a:off x="6465762" y="3508087"/>
              <a:ext cx="955" cy="4299"/>
            </a:xfrm>
            <a:custGeom>
              <a:avLst/>
              <a:gdLst>
                <a:gd name="csX0" fmla="*/ 955 w 955"/>
                <a:gd name="csY0" fmla="*/ 0 h 4299"/>
                <a:gd name="csX1" fmla="*/ 955 w 955"/>
                <a:gd name="csY1" fmla="*/ 955 h 4299"/>
                <a:gd name="csX2" fmla="*/ 478 w 955"/>
                <a:gd name="csY2" fmla="*/ 2389 h 4299"/>
                <a:gd name="csX3" fmla="*/ 0 w 955"/>
                <a:gd name="csY3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299">
                  <a:moveTo>
                    <a:pt x="955" y="0"/>
                  </a:moveTo>
                  <a:lnTo>
                    <a:pt x="955" y="955"/>
                  </a:lnTo>
                  <a:lnTo>
                    <a:pt x="478" y="2389"/>
                  </a:lnTo>
                  <a:lnTo>
                    <a:pt x="0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" name="Freeform 3586">
              <a:extLst>
                <a:ext uri="{FF2B5EF4-FFF2-40B4-BE49-F238E27FC236}">
                  <a16:creationId xmlns:a16="http://schemas.microsoft.com/office/drawing/2014/main" id="{E3AAECDC-6027-6401-22D0-FE9D3B73C5B4}"/>
                </a:ext>
              </a:extLst>
            </p:cNvPr>
            <p:cNvSpPr/>
            <p:nvPr/>
          </p:nvSpPr>
          <p:spPr>
            <a:xfrm>
              <a:off x="4122499" y="4402396"/>
              <a:ext cx="1433" cy="1910"/>
            </a:xfrm>
            <a:custGeom>
              <a:avLst/>
              <a:gdLst>
                <a:gd name="csX0" fmla="*/ 0 w 1433"/>
                <a:gd name="csY0" fmla="*/ 1911 h 1910"/>
                <a:gd name="csX1" fmla="*/ 0 w 1433"/>
                <a:gd name="csY1" fmla="*/ 1911 h 1910"/>
                <a:gd name="csX2" fmla="*/ 1433 w 1433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910">
                  <a:moveTo>
                    <a:pt x="0" y="1911"/>
                  </a:moveTo>
                  <a:lnTo>
                    <a:pt x="0" y="1911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" name="Freeform 3587">
              <a:extLst>
                <a:ext uri="{FF2B5EF4-FFF2-40B4-BE49-F238E27FC236}">
                  <a16:creationId xmlns:a16="http://schemas.microsoft.com/office/drawing/2014/main" id="{DF9A7D74-6DD7-CFA5-3C48-0AC57987C746}"/>
                </a:ext>
              </a:extLst>
            </p:cNvPr>
            <p:cNvSpPr/>
            <p:nvPr/>
          </p:nvSpPr>
          <p:spPr>
            <a:xfrm>
              <a:off x="4120588" y="4394753"/>
              <a:ext cx="16242" cy="48728"/>
            </a:xfrm>
            <a:custGeom>
              <a:avLst/>
              <a:gdLst>
                <a:gd name="csX0" fmla="*/ 11943 w 16242"/>
                <a:gd name="csY0" fmla="*/ 0 h 48728"/>
                <a:gd name="csX1" fmla="*/ 10988 w 16242"/>
                <a:gd name="csY1" fmla="*/ 2389 h 48728"/>
                <a:gd name="csX2" fmla="*/ 11943 w 16242"/>
                <a:gd name="csY2" fmla="*/ 2389 h 48728"/>
                <a:gd name="csX3" fmla="*/ 12899 w 16242"/>
                <a:gd name="csY3" fmla="*/ 2389 h 48728"/>
                <a:gd name="csX4" fmla="*/ 15287 w 16242"/>
                <a:gd name="csY4" fmla="*/ 2389 h 48728"/>
                <a:gd name="csX5" fmla="*/ 16243 w 16242"/>
                <a:gd name="csY5" fmla="*/ 4777 h 48728"/>
                <a:gd name="csX6" fmla="*/ 16243 w 16242"/>
                <a:gd name="csY6" fmla="*/ 6688 h 48728"/>
                <a:gd name="csX7" fmla="*/ 13854 w 16242"/>
                <a:gd name="csY7" fmla="*/ 11943 h 48728"/>
                <a:gd name="csX8" fmla="*/ 13854 w 16242"/>
                <a:gd name="csY8" fmla="*/ 13854 h 48728"/>
                <a:gd name="csX9" fmla="*/ 12421 w 16242"/>
                <a:gd name="csY9" fmla="*/ 16243 h 48728"/>
                <a:gd name="csX10" fmla="*/ 13854 w 16242"/>
                <a:gd name="csY10" fmla="*/ 18154 h 48728"/>
                <a:gd name="csX11" fmla="*/ 12899 w 16242"/>
                <a:gd name="csY11" fmla="*/ 20542 h 48728"/>
                <a:gd name="csX12" fmla="*/ 12421 w 16242"/>
                <a:gd name="csY12" fmla="*/ 21976 h 48728"/>
                <a:gd name="csX13" fmla="*/ 12421 w 16242"/>
                <a:gd name="csY13" fmla="*/ 24364 h 48728"/>
                <a:gd name="csX14" fmla="*/ 12899 w 16242"/>
                <a:gd name="csY14" fmla="*/ 28664 h 48728"/>
                <a:gd name="csX15" fmla="*/ 11943 w 16242"/>
                <a:gd name="csY15" fmla="*/ 34874 h 48728"/>
                <a:gd name="csX16" fmla="*/ 10032 w 16242"/>
                <a:gd name="csY16" fmla="*/ 37741 h 48728"/>
                <a:gd name="csX17" fmla="*/ 9077 w 16242"/>
                <a:gd name="csY17" fmla="*/ 38696 h 48728"/>
                <a:gd name="csX18" fmla="*/ 6688 w 16242"/>
                <a:gd name="csY18" fmla="*/ 41563 h 48728"/>
                <a:gd name="csX19" fmla="*/ 4300 w 16242"/>
                <a:gd name="csY19" fmla="*/ 42040 h 48728"/>
                <a:gd name="csX20" fmla="*/ 478 w 16242"/>
                <a:gd name="csY20" fmla="*/ 46340 h 48728"/>
                <a:gd name="csX21" fmla="*/ 0 w 16242"/>
                <a:gd name="csY21" fmla="*/ 47773 h 48728"/>
                <a:gd name="csX22" fmla="*/ 478 w 16242"/>
                <a:gd name="csY22" fmla="*/ 48728 h 48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6242" h="48728">
                  <a:moveTo>
                    <a:pt x="11943" y="0"/>
                  </a:moveTo>
                  <a:lnTo>
                    <a:pt x="10988" y="2389"/>
                  </a:lnTo>
                  <a:lnTo>
                    <a:pt x="11943" y="2389"/>
                  </a:lnTo>
                  <a:lnTo>
                    <a:pt x="12899" y="2389"/>
                  </a:lnTo>
                  <a:lnTo>
                    <a:pt x="15287" y="2389"/>
                  </a:lnTo>
                  <a:lnTo>
                    <a:pt x="16243" y="4777"/>
                  </a:lnTo>
                  <a:lnTo>
                    <a:pt x="16243" y="6688"/>
                  </a:lnTo>
                  <a:lnTo>
                    <a:pt x="13854" y="11943"/>
                  </a:lnTo>
                  <a:lnTo>
                    <a:pt x="13854" y="13854"/>
                  </a:lnTo>
                  <a:lnTo>
                    <a:pt x="12421" y="16243"/>
                  </a:lnTo>
                  <a:lnTo>
                    <a:pt x="13854" y="18154"/>
                  </a:lnTo>
                  <a:lnTo>
                    <a:pt x="12899" y="20542"/>
                  </a:lnTo>
                  <a:lnTo>
                    <a:pt x="12421" y="21976"/>
                  </a:lnTo>
                  <a:lnTo>
                    <a:pt x="12421" y="24364"/>
                  </a:lnTo>
                  <a:lnTo>
                    <a:pt x="12899" y="28664"/>
                  </a:lnTo>
                  <a:lnTo>
                    <a:pt x="11943" y="34874"/>
                  </a:lnTo>
                  <a:lnTo>
                    <a:pt x="10032" y="37741"/>
                  </a:lnTo>
                  <a:lnTo>
                    <a:pt x="9077" y="38696"/>
                  </a:lnTo>
                  <a:lnTo>
                    <a:pt x="6688" y="41563"/>
                  </a:lnTo>
                  <a:lnTo>
                    <a:pt x="4300" y="42040"/>
                  </a:lnTo>
                  <a:lnTo>
                    <a:pt x="478" y="46340"/>
                  </a:lnTo>
                  <a:lnTo>
                    <a:pt x="0" y="47773"/>
                  </a:lnTo>
                  <a:lnTo>
                    <a:pt x="478" y="4872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" name="Freeform 3588">
              <a:extLst>
                <a:ext uri="{FF2B5EF4-FFF2-40B4-BE49-F238E27FC236}">
                  <a16:creationId xmlns:a16="http://schemas.microsoft.com/office/drawing/2014/main" id="{EED30EFA-5B86-33AA-0FAB-369CC38114B2}"/>
                </a:ext>
              </a:extLst>
            </p:cNvPr>
            <p:cNvSpPr/>
            <p:nvPr/>
          </p:nvSpPr>
          <p:spPr>
            <a:xfrm>
              <a:off x="4138741" y="4400963"/>
              <a:ext cx="2866" cy="4777"/>
            </a:xfrm>
            <a:custGeom>
              <a:avLst/>
              <a:gdLst>
                <a:gd name="csX0" fmla="*/ 956 w 2866"/>
                <a:gd name="csY0" fmla="*/ 4300 h 4777"/>
                <a:gd name="csX1" fmla="*/ 0 w 2866"/>
                <a:gd name="csY1" fmla="*/ 4777 h 4777"/>
                <a:gd name="csX2" fmla="*/ 478 w 2866"/>
                <a:gd name="csY2" fmla="*/ 3344 h 4777"/>
                <a:gd name="csX3" fmla="*/ 956 w 2866"/>
                <a:gd name="csY3" fmla="*/ 2867 h 4777"/>
                <a:gd name="csX4" fmla="*/ 1911 w 2866"/>
                <a:gd name="csY4" fmla="*/ 0 h 4777"/>
                <a:gd name="csX5" fmla="*/ 2867 w 2866"/>
                <a:gd name="csY5" fmla="*/ 0 h 4777"/>
                <a:gd name="csX6" fmla="*/ 2867 w 2866"/>
                <a:gd name="csY6" fmla="*/ 0 h 4777"/>
                <a:gd name="csX7" fmla="*/ 956 w 2866"/>
                <a:gd name="csY7" fmla="*/ 430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4777">
                  <a:moveTo>
                    <a:pt x="956" y="4300"/>
                  </a:moveTo>
                  <a:lnTo>
                    <a:pt x="0" y="4777"/>
                  </a:lnTo>
                  <a:lnTo>
                    <a:pt x="478" y="3344"/>
                  </a:lnTo>
                  <a:lnTo>
                    <a:pt x="956" y="2867"/>
                  </a:lnTo>
                  <a:lnTo>
                    <a:pt x="1911" y="0"/>
                  </a:lnTo>
                  <a:lnTo>
                    <a:pt x="2867" y="0"/>
                  </a:lnTo>
                  <a:lnTo>
                    <a:pt x="2867" y="0"/>
                  </a:lnTo>
                  <a:lnTo>
                    <a:pt x="956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0" name="Freeform 3589">
              <a:extLst>
                <a:ext uri="{FF2B5EF4-FFF2-40B4-BE49-F238E27FC236}">
                  <a16:creationId xmlns:a16="http://schemas.microsoft.com/office/drawing/2014/main" id="{67591C92-ED40-75CB-B6B3-897121B6E602}"/>
                </a:ext>
              </a:extLst>
            </p:cNvPr>
            <p:cNvSpPr/>
            <p:nvPr/>
          </p:nvSpPr>
          <p:spPr>
            <a:xfrm>
              <a:off x="4139697" y="4412429"/>
              <a:ext cx="2866" cy="4777"/>
            </a:xfrm>
            <a:custGeom>
              <a:avLst/>
              <a:gdLst>
                <a:gd name="csX0" fmla="*/ 1911 w 2866"/>
                <a:gd name="csY0" fmla="*/ 2389 h 4777"/>
                <a:gd name="csX1" fmla="*/ 478 w 2866"/>
                <a:gd name="csY1" fmla="*/ 4777 h 4777"/>
                <a:gd name="csX2" fmla="*/ 0 w 2866"/>
                <a:gd name="csY2" fmla="*/ 4300 h 4777"/>
                <a:gd name="csX3" fmla="*/ 956 w 2866"/>
                <a:gd name="csY3" fmla="*/ 2389 h 4777"/>
                <a:gd name="csX4" fmla="*/ 1911 w 2866"/>
                <a:gd name="csY4" fmla="*/ 1433 h 4777"/>
                <a:gd name="csX5" fmla="*/ 2389 w 2866"/>
                <a:gd name="csY5" fmla="*/ 956 h 4777"/>
                <a:gd name="csX6" fmla="*/ 2389 w 2866"/>
                <a:gd name="csY6" fmla="*/ 0 h 4777"/>
                <a:gd name="csX7" fmla="*/ 2866 w 2866"/>
                <a:gd name="csY7" fmla="*/ 478 h 4777"/>
                <a:gd name="csX8" fmla="*/ 2866 w 2866"/>
                <a:gd name="csY8" fmla="*/ 956 h 4777"/>
                <a:gd name="csX9" fmla="*/ 1911 w 2866"/>
                <a:gd name="csY9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4777">
                  <a:moveTo>
                    <a:pt x="1911" y="2389"/>
                  </a:moveTo>
                  <a:lnTo>
                    <a:pt x="478" y="4777"/>
                  </a:lnTo>
                  <a:lnTo>
                    <a:pt x="0" y="4300"/>
                  </a:lnTo>
                  <a:lnTo>
                    <a:pt x="956" y="2389"/>
                  </a:lnTo>
                  <a:lnTo>
                    <a:pt x="1911" y="1433"/>
                  </a:lnTo>
                  <a:lnTo>
                    <a:pt x="2389" y="956"/>
                  </a:lnTo>
                  <a:lnTo>
                    <a:pt x="2389" y="0"/>
                  </a:lnTo>
                  <a:lnTo>
                    <a:pt x="2866" y="478"/>
                  </a:lnTo>
                  <a:lnTo>
                    <a:pt x="2866" y="956"/>
                  </a:lnTo>
                  <a:lnTo>
                    <a:pt x="191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" name="Freeform 3590">
              <a:extLst>
                <a:ext uri="{FF2B5EF4-FFF2-40B4-BE49-F238E27FC236}">
                  <a16:creationId xmlns:a16="http://schemas.microsoft.com/office/drawing/2014/main" id="{0E202394-A82D-1B3B-9405-A550CFA146FA}"/>
                </a:ext>
              </a:extLst>
            </p:cNvPr>
            <p:cNvSpPr/>
            <p:nvPr/>
          </p:nvSpPr>
          <p:spPr>
            <a:xfrm>
              <a:off x="4065649" y="1811669"/>
              <a:ext cx="604327" cy="730448"/>
            </a:xfrm>
            <a:custGeom>
              <a:avLst/>
              <a:gdLst>
                <a:gd name="csX0" fmla="*/ 439989 w 604327"/>
                <a:gd name="csY0" fmla="*/ 14810 h 730448"/>
                <a:gd name="csX1" fmla="*/ 456232 w 604327"/>
                <a:gd name="csY1" fmla="*/ 17676 h 730448"/>
                <a:gd name="csX2" fmla="*/ 461487 w 604327"/>
                <a:gd name="csY2" fmla="*/ 16721 h 730448"/>
                <a:gd name="csX3" fmla="*/ 467219 w 604327"/>
                <a:gd name="csY3" fmla="*/ 22931 h 730448"/>
                <a:gd name="csX4" fmla="*/ 471041 w 604327"/>
                <a:gd name="csY4" fmla="*/ 23886 h 730448"/>
                <a:gd name="csX5" fmla="*/ 476774 w 604327"/>
                <a:gd name="csY5" fmla="*/ 22453 h 730448"/>
                <a:gd name="csX6" fmla="*/ 481551 w 604327"/>
                <a:gd name="csY6" fmla="*/ 24364 h 730448"/>
                <a:gd name="csX7" fmla="*/ 497316 w 604327"/>
                <a:gd name="csY7" fmla="*/ 25797 h 730448"/>
                <a:gd name="csX8" fmla="*/ 500660 w 604327"/>
                <a:gd name="csY8" fmla="*/ 28186 h 730448"/>
                <a:gd name="csX9" fmla="*/ 500660 w 604327"/>
                <a:gd name="csY9" fmla="*/ 31530 h 730448"/>
                <a:gd name="csX10" fmla="*/ 497316 w 604327"/>
                <a:gd name="csY10" fmla="*/ 37741 h 730448"/>
                <a:gd name="csX11" fmla="*/ 492539 w 604327"/>
                <a:gd name="csY11" fmla="*/ 43951 h 730448"/>
                <a:gd name="csX12" fmla="*/ 462442 w 604327"/>
                <a:gd name="csY12" fmla="*/ 64493 h 730448"/>
                <a:gd name="csX13" fmla="*/ 460053 w 604327"/>
                <a:gd name="csY13" fmla="*/ 67838 h 730448"/>
                <a:gd name="csX14" fmla="*/ 466264 w 604327"/>
                <a:gd name="csY14" fmla="*/ 68793 h 730448"/>
                <a:gd name="csX15" fmla="*/ 474863 w 604327"/>
                <a:gd name="csY15" fmla="*/ 67838 h 730448"/>
                <a:gd name="csX16" fmla="*/ 481551 w 604327"/>
                <a:gd name="csY16" fmla="*/ 65927 h 730448"/>
                <a:gd name="csX17" fmla="*/ 489195 w 604327"/>
                <a:gd name="csY17" fmla="*/ 58761 h 730448"/>
                <a:gd name="csX18" fmla="*/ 492061 w 604327"/>
                <a:gd name="csY18" fmla="*/ 58283 h 730448"/>
                <a:gd name="csX19" fmla="*/ 497316 w 604327"/>
                <a:gd name="csY19" fmla="*/ 54939 h 730448"/>
                <a:gd name="csX20" fmla="*/ 506871 w 604327"/>
                <a:gd name="csY20" fmla="*/ 45862 h 730448"/>
                <a:gd name="csX21" fmla="*/ 514515 w 604327"/>
                <a:gd name="csY21" fmla="*/ 40607 h 730448"/>
                <a:gd name="csX22" fmla="*/ 518336 w 604327"/>
                <a:gd name="csY22" fmla="*/ 42996 h 730448"/>
                <a:gd name="csX23" fmla="*/ 521203 w 604327"/>
                <a:gd name="csY23" fmla="*/ 46340 h 730448"/>
                <a:gd name="csX24" fmla="*/ 523114 w 604327"/>
                <a:gd name="csY24" fmla="*/ 46818 h 730448"/>
                <a:gd name="csX25" fmla="*/ 524069 w 604327"/>
                <a:gd name="csY25" fmla="*/ 43951 h 730448"/>
                <a:gd name="csX26" fmla="*/ 525980 w 604327"/>
                <a:gd name="csY26" fmla="*/ 36785 h 730448"/>
                <a:gd name="csX27" fmla="*/ 526936 w 604327"/>
                <a:gd name="csY27" fmla="*/ 33919 h 730448"/>
                <a:gd name="csX28" fmla="*/ 529324 w 604327"/>
                <a:gd name="csY28" fmla="*/ 32008 h 730448"/>
                <a:gd name="csX29" fmla="*/ 530757 w 604327"/>
                <a:gd name="csY29" fmla="*/ 32008 h 730448"/>
                <a:gd name="csX30" fmla="*/ 533624 w 604327"/>
                <a:gd name="csY30" fmla="*/ 35830 h 730448"/>
                <a:gd name="csX31" fmla="*/ 536490 w 604327"/>
                <a:gd name="csY31" fmla="*/ 43951 h 730448"/>
                <a:gd name="csX32" fmla="*/ 538879 w 604327"/>
                <a:gd name="csY32" fmla="*/ 49684 h 730448"/>
                <a:gd name="csX33" fmla="*/ 540312 w 604327"/>
                <a:gd name="csY33" fmla="*/ 50162 h 730448"/>
                <a:gd name="csX34" fmla="*/ 546045 w 604327"/>
                <a:gd name="csY34" fmla="*/ 43473 h 730448"/>
                <a:gd name="csX35" fmla="*/ 549389 w 604327"/>
                <a:gd name="csY35" fmla="*/ 42518 h 730448"/>
                <a:gd name="csX36" fmla="*/ 556077 w 604327"/>
                <a:gd name="csY36" fmla="*/ 44907 h 730448"/>
                <a:gd name="csX37" fmla="*/ 558943 w 604327"/>
                <a:gd name="csY37" fmla="*/ 47773 h 730448"/>
                <a:gd name="csX38" fmla="*/ 559421 w 604327"/>
                <a:gd name="csY38" fmla="*/ 51117 h 730448"/>
                <a:gd name="csX39" fmla="*/ 557510 w 604327"/>
                <a:gd name="csY39" fmla="*/ 53983 h 730448"/>
                <a:gd name="csX40" fmla="*/ 556555 w 604327"/>
                <a:gd name="csY40" fmla="*/ 56850 h 730448"/>
                <a:gd name="csX41" fmla="*/ 556077 w 604327"/>
                <a:gd name="csY41" fmla="*/ 59238 h 730448"/>
                <a:gd name="csX42" fmla="*/ 557032 w 604327"/>
                <a:gd name="csY42" fmla="*/ 62105 h 730448"/>
                <a:gd name="csX43" fmla="*/ 560854 w 604327"/>
                <a:gd name="csY43" fmla="*/ 67838 h 730448"/>
                <a:gd name="csX44" fmla="*/ 567065 w 604327"/>
                <a:gd name="csY44" fmla="*/ 80259 h 730448"/>
                <a:gd name="csX45" fmla="*/ 567065 w 604327"/>
                <a:gd name="csY45" fmla="*/ 85036 h 730448"/>
                <a:gd name="csX46" fmla="*/ 563721 w 604327"/>
                <a:gd name="csY46" fmla="*/ 94113 h 730448"/>
                <a:gd name="csX47" fmla="*/ 563721 w 604327"/>
                <a:gd name="csY47" fmla="*/ 96501 h 730448"/>
                <a:gd name="csX48" fmla="*/ 579008 w 604327"/>
                <a:gd name="csY48" fmla="*/ 86469 h 730448"/>
                <a:gd name="csX49" fmla="*/ 594773 w 604327"/>
                <a:gd name="csY49" fmla="*/ 91246 h 730448"/>
                <a:gd name="csX50" fmla="*/ 599073 w 604327"/>
                <a:gd name="csY50" fmla="*/ 94113 h 730448"/>
                <a:gd name="csX51" fmla="*/ 600506 w 604327"/>
                <a:gd name="csY51" fmla="*/ 97457 h 730448"/>
                <a:gd name="csX52" fmla="*/ 602417 w 604327"/>
                <a:gd name="csY52" fmla="*/ 103190 h 730448"/>
                <a:gd name="csX53" fmla="*/ 604328 w 604327"/>
                <a:gd name="csY53" fmla="*/ 111311 h 730448"/>
                <a:gd name="csX54" fmla="*/ 602895 w 604327"/>
                <a:gd name="csY54" fmla="*/ 119910 h 730448"/>
                <a:gd name="csX55" fmla="*/ 596206 w 604327"/>
                <a:gd name="csY55" fmla="*/ 132331 h 730448"/>
                <a:gd name="csX56" fmla="*/ 589040 w 604327"/>
                <a:gd name="csY56" fmla="*/ 142363 h 730448"/>
                <a:gd name="csX57" fmla="*/ 585219 w 604327"/>
                <a:gd name="csY57" fmla="*/ 150963 h 730448"/>
                <a:gd name="csX58" fmla="*/ 578530 w 604327"/>
                <a:gd name="csY58" fmla="*/ 156218 h 730448"/>
                <a:gd name="csX59" fmla="*/ 557032 w 604327"/>
                <a:gd name="csY59" fmla="*/ 176760 h 730448"/>
                <a:gd name="csX60" fmla="*/ 546523 w 604327"/>
                <a:gd name="csY60" fmla="*/ 183448 h 730448"/>
                <a:gd name="csX61" fmla="*/ 540312 w 604327"/>
                <a:gd name="csY61" fmla="*/ 190136 h 730448"/>
                <a:gd name="csX62" fmla="*/ 537446 w 604327"/>
                <a:gd name="csY62" fmla="*/ 191092 h 730448"/>
                <a:gd name="csX63" fmla="*/ 524547 w 604327"/>
                <a:gd name="csY63" fmla="*/ 189659 h 730448"/>
                <a:gd name="csX64" fmla="*/ 521203 w 604327"/>
                <a:gd name="csY64" fmla="*/ 193480 h 730448"/>
                <a:gd name="csX65" fmla="*/ 519292 w 604327"/>
                <a:gd name="csY65" fmla="*/ 199213 h 730448"/>
                <a:gd name="csX66" fmla="*/ 514992 w 604327"/>
                <a:gd name="csY66" fmla="*/ 202080 h 730448"/>
                <a:gd name="csX67" fmla="*/ 509259 w 604327"/>
                <a:gd name="csY67" fmla="*/ 204468 h 730448"/>
                <a:gd name="csX68" fmla="*/ 496839 w 604327"/>
                <a:gd name="csY68" fmla="*/ 205901 h 730448"/>
                <a:gd name="csX69" fmla="*/ 493972 w 604327"/>
                <a:gd name="csY69" fmla="*/ 212590 h 730448"/>
                <a:gd name="csX70" fmla="*/ 493494 w 604327"/>
                <a:gd name="csY70" fmla="*/ 216889 h 730448"/>
                <a:gd name="csX71" fmla="*/ 492061 w 604327"/>
                <a:gd name="csY71" fmla="*/ 220233 h 730448"/>
                <a:gd name="csX72" fmla="*/ 491106 w 604327"/>
                <a:gd name="csY72" fmla="*/ 222144 h 730448"/>
                <a:gd name="csX73" fmla="*/ 455754 w 604327"/>
                <a:gd name="csY73" fmla="*/ 245553 h 730448"/>
                <a:gd name="csX74" fmla="*/ 455276 w 604327"/>
                <a:gd name="csY74" fmla="*/ 249375 h 730448"/>
                <a:gd name="csX75" fmla="*/ 458620 w 604327"/>
                <a:gd name="csY75" fmla="*/ 250808 h 730448"/>
                <a:gd name="csX76" fmla="*/ 463398 w 604327"/>
                <a:gd name="csY76" fmla="*/ 249375 h 730448"/>
                <a:gd name="csX77" fmla="*/ 514515 w 604327"/>
                <a:gd name="csY77" fmla="*/ 221189 h 730448"/>
                <a:gd name="csX78" fmla="*/ 524069 w 604327"/>
                <a:gd name="csY78" fmla="*/ 219278 h 730448"/>
                <a:gd name="csX79" fmla="*/ 533624 w 604327"/>
                <a:gd name="csY79" fmla="*/ 221189 h 730448"/>
                <a:gd name="csX80" fmla="*/ 532191 w 604327"/>
                <a:gd name="csY80" fmla="*/ 227877 h 730448"/>
                <a:gd name="csX81" fmla="*/ 519292 w 604327"/>
                <a:gd name="csY81" fmla="*/ 246508 h 730448"/>
                <a:gd name="csX82" fmla="*/ 503049 w 604327"/>
                <a:gd name="csY82" fmla="*/ 262751 h 730448"/>
                <a:gd name="csX83" fmla="*/ 494928 w 604327"/>
                <a:gd name="csY83" fmla="*/ 275172 h 730448"/>
                <a:gd name="csX84" fmla="*/ 473908 w 604327"/>
                <a:gd name="csY84" fmla="*/ 296192 h 730448"/>
                <a:gd name="csX85" fmla="*/ 457187 w 604327"/>
                <a:gd name="csY85" fmla="*/ 316735 h 730448"/>
                <a:gd name="csX86" fmla="*/ 450499 w 604327"/>
                <a:gd name="csY86" fmla="*/ 327245 h 730448"/>
                <a:gd name="csX87" fmla="*/ 441900 w 604327"/>
                <a:gd name="csY87" fmla="*/ 345398 h 730448"/>
                <a:gd name="csX88" fmla="*/ 439033 w 604327"/>
                <a:gd name="csY88" fmla="*/ 349698 h 730448"/>
                <a:gd name="csX89" fmla="*/ 435211 w 604327"/>
                <a:gd name="csY89" fmla="*/ 351131 h 730448"/>
                <a:gd name="csX90" fmla="*/ 430912 w 604327"/>
                <a:gd name="csY90" fmla="*/ 350653 h 730448"/>
                <a:gd name="csX91" fmla="*/ 427090 w 604327"/>
                <a:gd name="csY91" fmla="*/ 347787 h 730448"/>
                <a:gd name="csX92" fmla="*/ 421835 w 604327"/>
                <a:gd name="csY92" fmla="*/ 341099 h 730448"/>
                <a:gd name="csX93" fmla="*/ 417058 w 604327"/>
                <a:gd name="csY93" fmla="*/ 333455 h 730448"/>
                <a:gd name="csX94" fmla="*/ 415625 w 604327"/>
                <a:gd name="csY94" fmla="*/ 332500 h 730448"/>
                <a:gd name="csX95" fmla="*/ 416580 w 604327"/>
                <a:gd name="csY95" fmla="*/ 335844 h 730448"/>
                <a:gd name="csX96" fmla="*/ 425657 w 604327"/>
                <a:gd name="csY96" fmla="*/ 360686 h 730448"/>
                <a:gd name="csX97" fmla="*/ 424702 w 604327"/>
                <a:gd name="csY97" fmla="*/ 365463 h 730448"/>
                <a:gd name="csX98" fmla="*/ 407981 w 604327"/>
                <a:gd name="csY98" fmla="*/ 370718 h 730448"/>
                <a:gd name="csX99" fmla="*/ 400815 w 604327"/>
                <a:gd name="csY99" fmla="*/ 375018 h 730448"/>
                <a:gd name="csX100" fmla="*/ 396993 w 604327"/>
                <a:gd name="csY100" fmla="*/ 375973 h 730448"/>
                <a:gd name="csX101" fmla="*/ 394127 w 604327"/>
                <a:gd name="csY101" fmla="*/ 375018 h 730448"/>
                <a:gd name="csX102" fmla="*/ 391738 w 604327"/>
                <a:gd name="csY102" fmla="*/ 375495 h 730448"/>
                <a:gd name="csX103" fmla="*/ 388872 w 604327"/>
                <a:gd name="csY103" fmla="*/ 377406 h 730448"/>
                <a:gd name="csX104" fmla="*/ 388872 w 604327"/>
                <a:gd name="csY104" fmla="*/ 379317 h 730448"/>
                <a:gd name="csX105" fmla="*/ 391261 w 604327"/>
                <a:gd name="csY105" fmla="*/ 381228 h 730448"/>
                <a:gd name="csX106" fmla="*/ 397949 w 604327"/>
                <a:gd name="csY106" fmla="*/ 383139 h 730448"/>
                <a:gd name="csX107" fmla="*/ 412280 w 604327"/>
                <a:gd name="csY107" fmla="*/ 377406 h 730448"/>
                <a:gd name="csX108" fmla="*/ 414669 w 604327"/>
                <a:gd name="csY108" fmla="*/ 377884 h 730448"/>
                <a:gd name="csX109" fmla="*/ 418491 w 604327"/>
                <a:gd name="csY109" fmla="*/ 380750 h 730448"/>
                <a:gd name="csX110" fmla="*/ 418969 w 604327"/>
                <a:gd name="csY110" fmla="*/ 383139 h 730448"/>
                <a:gd name="csX111" fmla="*/ 414669 w 604327"/>
                <a:gd name="csY111" fmla="*/ 390783 h 730448"/>
                <a:gd name="csX112" fmla="*/ 403204 w 604327"/>
                <a:gd name="csY112" fmla="*/ 399860 h 730448"/>
                <a:gd name="csX113" fmla="*/ 404637 w 604327"/>
                <a:gd name="csY113" fmla="*/ 400337 h 730448"/>
                <a:gd name="csX114" fmla="*/ 407981 w 604327"/>
                <a:gd name="csY114" fmla="*/ 403204 h 730448"/>
                <a:gd name="csX115" fmla="*/ 407981 w 604327"/>
                <a:gd name="csY115" fmla="*/ 406070 h 730448"/>
                <a:gd name="csX116" fmla="*/ 404159 w 604327"/>
                <a:gd name="csY116" fmla="*/ 412758 h 730448"/>
                <a:gd name="csX117" fmla="*/ 402248 w 604327"/>
                <a:gd name="csY117" fmla="*/ 415147 h 730448"/>
                <a:gd name="csX118" fmla="*/ 390783 w 604327"/>
                <a:gd name="csY118" fmla="*/ 421357 h 730448"/>
                <a:gd name="csX119" fmla="*/ 386005 w 604327"/>
                <a:gd name="csY119" fmla="*/ 422791 h 730448"/>
                <a:gd name="csX120" fmla="*/ 381706 w 604327"/>
                <a:gd name="csY120" fmla="*/ 421835 h 730448"/>
                <a:gd name="csX121" fmla="*/ 361641 w 604327"/>
                <a:gd name="csY121" fmla="*/ 408459 h 730448"/>
                <a:gd name="csX122" fmla="*/ 354475 w 604327"/>
                <a:gd name="csY122" fmla="*/ 406548 h 730448"/>
                <a:gd name="csX123" fmla="*/ 347787 w 604327"/>
                <a:gd name="csY123" fmla="*/ 402726 h 730448"/>
                <a:gd name="csX124" fmla="*/ 342532 w 604327"/>
                <a:gd name="csY124" fmla="*/ 403681 h 730448"/>
                <a:gd name="csX125" fmla="*/ 337277 w 604327"/>
                <a:gd name="csY125" fmla="*/ 407503 h 730448"/>
                <a:gd name="csX126" fmla="*/ 339666 w 604327"/>
                <a:gd name="csY126" fmla="*/ 409414 h 730448"/>
                <a:gd name="csX127" fmla="*/ 349698 w 604327"/>
                <a:gd name="csY127" fmla="*/ 413236 h 730448"/>
                <a:gd name="csX128" fmla="*/ 357819 w 604327"/>
                <a:gd name="csY128" fmla="*/ 414191 h 730448"/>
                <a:gd name="csX129" fmla="*/ 361163 w 604327"/>
                <a:gd name="csY129" fmla="*/ 415625 h 730448"/>
                <a:gd name="csX130" fmla="*/ 362119 w 604327"/>
                <a:gd name="csY130" fmla="*/ 418013 h 730448"/>
                <a:gd name="csX131" fmla="*/ 365941 w 604327"/>
                <a:gd name="csY131" fmla="*/ 427090 h 730448"/>
                <a:gd name="csX132" fmla="*/ 366419 w 604327"/>
                <a:gd name="csY132" fmla="*/ 431867 h 730448"/>
                <a:gd name="csX133" fmla="*/ 365463 w 604327"/>
                <a:gd name="csY133" fmla="*/ 436167 h 730448"/>
                <a:gd name="csX134" fmla="*/ 364508 w 604327"/>
                <a:gd name="csY134" fmla="*/ 439511 h 730448"/>
                <a:gd name="csX135" fmla="*/ 363074 w 604327"/>
                <a:gd name="csY135" fmla="*/ 440944 h 730448"/>
                <a:gd name="csX136" fmla="*/ 361163 w 604327"/>
                <a:gd name="csY136" fmla="*/ 441900 h 730448"/>
                <a:gd name="csX137" fmla="*/ 353042 w 604327"/>
                <a:gd name="csY137" fmla="*/ 441422 h 730448"/>
                <a:gd name="csX138" fmla="*/ 350176 w 604327"/>
                <a:gd name="csY138" fmla="*/ 442377 h 730448"/>
                <a:gd name="csX139" fmla="*/ 346831 w 604327"/>
                <a:gd name="csY139" fmla="*/ 445244 h 730448"/>
                <a:gd name="csX140" fmla="*/ 342532 w 604327"/>
                <a:gd name="csY140" fmla="*/ 446199 h 730448"/>
                <a:gd name="csX141" fmla="*/ 334888 w 604327"/>
                <a:gd name="csY141" fmla="*/ 445722 h 730448"/>
                <a:gd name="csX142" fmla="*/ 325812 w 604327"/>
                <a:gd name="csY142" fmla="*/ 449543 h 730448"/>
                <a:gd name="csX143" fmla="*/ 320556 w 604327"/>
                <a:gd name="csY143" fmla="*/ 450021 h 730448"/>
                <a:gd name="csX144" fmla="*/ 315301 w 604327"/>
                <a:gd name="csY144" fmla="*/ 448588 h 730448"/>
                <a:gd name="csX145" fmla="*/ 309569 w 604327"/>
                <a:gd name="csY145" fmla="*/ 444288 h 730448"/>
                <a:gd name="csX146" fmla="*/ 303358 w 604327"/>
                <a:gd name="csY146" fmla="*/ 441900 h 730448"/>
                <a:gd name="csX147" fmla="*/ 292848 w 604327"/>
                <a:gd name="csY147" fmla="*/ 440467 h 730448"/>
                <a:gd name="csX148" fmla="*/ 293804 w 604327"/>
                <a:gd name="csY148" fmla="*/ 442855 h 730448"/>
                <a:gd name="csX149" fmla="*/ 297625 w 604327"/>
                <a:gd name="csY149" fmla="*/ 443811 h 730448"/>
                <a:gd name="csX150" fmla="*/ 304791 w 604327"/>
                <a:gd name="csY150" fmla="*/ 450021 h 730448"/>
                <a:gd name="csX151" fmla="*/ 308613 w 604327"/>
                <a:gd name="csY151" fmla="*/ 458620 h 730448"/>
                <a:gd name="csX152" fmla="*/ 311957 w 604327"/>
                <a:gd name="csY152" fmla="*/ 460053 h 730448"/>
                <a:gd name="csX153" fmla="*/ 318646 w 604327"/>
                <a:gd name="csY153" fmla="*/ 467219 h 730448"/>
                <a:gd name="csX154" fmla="*/ 323901 w 604327"/>
                <a:gd name="csY154" fmla="*/ 468175 h 730448"/>
                <a:gd name="csX155" fmla="*/ 329156 w 604327"/>
                <a:gd name="csY155" fmla="*/ 470564 h 730448"/>
                <a:gd name="csX156" fmla="*/ 336322 w 604327"/>
                <a:gd name="csY156" fmla="*/ 467697 h 730448"/>
                <a:gd name="csX157" fmla="*/ 341099 w 604327"/>
                <a:gd name="csY157" fmla="*/ 468175 h 730448"/>
                <a:gd name="csX158" fmla="*/ 340143 w 604327"/>
                <a:gd name="csY158" fmla="*/ 485373 h 730448"/>
                <a:gd name="csX159" fmla="*/ 337755 w 604327"/>
                <a:gd name="csY159" fmla="*/ 486806 h 730448"/>
                <a:gd name="csX160" fmla="*/ 326289 w 604327"/>
                <a:gd name="csY160" fmla="*/ 486806 h 730448"/>
                <a:gd name="csX161" fmla="*/ 320556 w 604327"/>
                <a:gd name="csY161" fmla="*/ 484418 h 730448"/>
                <a:gd name="csX162" fmla="*/ 318168 w 604327"/>
                <a:gd name="csY162" fmla="*/ 482029 h 730448"/>
                <a:gd name="csX163" fmla="*/ 312435 w 604327"/>
                <a:gd name="csY163" fmla="*/ 479163 h 730448"/>
                <a:gd name="csX164" fmla="*/ 307658 w 604327"/>
                <a:gd name="csY164" fmla="*/ 480596 h 730448"/>
                <a:gd name="csX165" fmla="*/ 303358 w 604327"/>
                <a:gd name="csY165" fmla="*/ 480118 h 730448"/>
                <a:gd name="csX166" fmla="*/ 300492 w 604327"/>
                <a:gd name="csY166" fmla="*/ 482029 h 730448"/>
                <a:gd name="csX167" fmla="*/ 295715 w 604327"/>
                <a:gd name="csY167" fmla="*/ 482029 h 730448"/>
                <a:gd name="csX168" fmla="*/ 283294 w 604327"/>
                <a:gd name="csY168" fmla="*/ 484895 h 730448"/>
                <a:gd name="csX169" fmla="*/ 276605 w 604327"/>
                <a:gd name="csY169" fmla="*/ 484895 h 730448"/>
                <a:gd name="csX170" fmla="*/ 271828 w 604327"/>
                <a:gd name="csY170" fmla="*/ 482984 h 730448"/>
                <a:gd name="csX171" fmla="*/ 266095 w 604327"/>
                <a:gd name="csY171" fmla="*/ 482507 h 730448"/>
                <a:gd name="csX172" fmla="*/ 259885 w 604327"/>
                <a:gd name="csY172" fmla="*/ 482984 h 730448"/>
                <a:gd name="csX173" fmla="*/ 260363 w 604327"/>
                <a:gd name="csY173" fmla="*/ 484895 h 730448"/>
                <a:gd name="csX174" fmla="*/ 262751 w 604327"/>
                <a:gd name="csY174" fmla="*/ 485851 h 730448"/>
                <a:gd name="csX175" fmla="*/ 267051 w 604327"/>
                <a:gd name="csY175" fmla="*/ 488717 h 730448"/>
                <a:gd name="csX176" fmla="*/ 270395 w 604327"/>
                <a:gd name="csY176" fmla="*/ 493972 h 730448"/>
                <a:gd name="csX177" fmla="*/ 273739 w 604327"/>
                <a:gd name="csY177" fmla="*/ 495883 h 730448"/>
                <a:gd name="csX178" fmla="*/ 277083 w 604327"/>
                <a:gd name="csY178" fmla="*/ 494450 h 730448"/>
                <a:gd name="csX179" fmla="*/ 280905 w 604327"/>
                <a:gd name="csY179" fmla="*/ 492539 h 730448"/>
                <a:gd name="csX180" fmla="*/ 294759 w 604327"/>
                <a:gd name="csY180" fmla="*/ 488717 h 730448"/>
                <a:gd name="csX181" fmla="*/ 300492 w 604327"/>
                <a:gd name="csY181" fmla="*/ 488240 h 730448"/>
                <a:gd name="csX182" fmla="*/ 305747 w 604327"/>
                <a:gd name="csY182" fmla="*/ 489673 h 730448"/>
                <a:gd name="csX183" fmla="*/ 309569 w 604327"/>
                <a:gd name="csY183" fmla="*/ 491584 h 730448"/>
                <a:gd name="csX184" fmla="*/ 311957 w 604327"/>
                <a:gd name="csY184" fmla="*/ 493972 h 730448"/>
                <a:gd name="csX185" fmla="*/ 314824 w 604327"/>
                <a:gd name="csY185" fmla="*/ 500660 h 730448"/>
                <a:gd name="csX186" fmla="*/ 322945 w 604327"/>
                <a:gd name="csY186" fmla="*/ 501616 h 730448"/>
                <a:gd name="csX187" fmla="*/ 328678 w 604327"/>
                <a:gd name="csY187" fmla="*/ 503527 h 730448"/>
                <a:gd name="csX188" fmla="*/ 338232 w 604327"/>
                <a:gd name="csY188" fmla="*/ 513081 h 730448"/>
                <a:gd name="csX189" fmla="*/ 341099 w 604327"/>
                <a:gd name="csY189" fmla="*/ 514037 h 730448"/>
                <a:gd name="csX190" fmla="*/ 342054 w 604327"/>
                <a:gd name="csY190" fmla="*/ 516426 h 730448"/>
                <a:gd name="csX191" fmla="*/ 340143 w 604327"/>
                <a:gd name="csY191" fmla="*/ 522158 h 730448"/>
                <a:gd name="csX192" fmla="*/ 339666 w 604327"/>
                <a:gd name="csY192" fmla="*/ 525980 h 730448"/>
                <a:gd name="csX193" fmla="*/ 332977 w 604327"/>
                <a:gd name="csY193" fmla="*/ 532668 h 730448"/>
                <a:gd name="csX194" fmla="*/ 322945 w 604327"/>
                <a:gd name="csY194" fmla="*/ 535057 h 730448"/>
                <a:gd name="csX195" fmla="*/ 311480 w 604327"/>
                <a:gd name="csY195" fmla="*/ 534102 h 730448"/>
                <a:gd name="csX196" fmla="*/ 303358 w 604327"/>
                <a:gd name="csY196" fmla="*/ 535057 h 730448"/>
                <a:gd name="csX197" fmla="*/ 302881 w 604327"/>
                <a:gd name="csY197" fmla="*/ 536012 h 730448"/>
                <a:gd name="csX198" fmla="*/ 308135 w 604327"/>
                <a:gd name="csY198" fmla="*/ 537446 h 730448"/>
                <a:gd name="csX199" fmla="*/ 321034 w 604327"/>
                <a:gd name="csY199" fmla="*/ 545567 h 730448"/>
                <a:gd name="csX200" fmla="*/ 326289 w 604327"/>
                <a:gd name="csY200" fmla="*/ 549867 h 730448"/>
                <a:gd name="csX201" fmla="*/ 326767 w 604327"/>
                <a:gd name="csY201" fmla="*/ 552733 h 730448"/>
                <a:gd name="csX202" fmla="*/ 319601 w 604327"/>
                <a:gd name="csY202" fmla="*/ 562288 h 730448"/>
                <a:gd name="csX203" fmla="*/ 313390 w 604327"/>
                <a:gd name="csY203" fmla="*/ 580919 h 730448"/>
                <a:gd name="csX204" fmla="*/ 311480 w 604327"/>
                <a:gd name="csY204" fmla="*/ 582352 h 730448"/>
                <a:gd name="csX205" fmla="*/ 309569 w 604327"/>
                <a:gd name="csY205" fmla="*/ 582830 h 730448"/>
                <a:gd name="csX206" fmla="*/ 303836 w 604327"/>
                <a:gd name="csY206" fmla="*/ 582352 h 730448"/>
                <a:gd name="csX207" fmla="*/ 296670 w 604327"/>
                <a:gd name="csY207" fmla="*/ 587130 h 730448"/>
                <a:gd name="csX208" fmla="*/ 291415 w 604327"/>
                <a:gd name="csY208" fmla="*/ 588085 h 730448"/>
                <a:gd name="csX209" fmla="*/ 281860 w 604327"/>
                <a:gd name="csY209" fmla="*/ 586174 h 730448"/>
                <a:gd name="csX210" fmla="*/ 270873 w 604327"/>
                <a:gd name="csY210" fmla="*/ 586174 h 730448"/>
                <a:gd name="csX211" fmla="*/ 269917 w 604327"/>
                <a:gd name="csY211" fmla="*/ 589518 h 730448"/>
                <a:gd name="csX212" fmla="*/ 269440 w 604327"/>
                <a:gd name="csY212" fmla="*/ 594773 h 730448"/>
                <a:gd name="csX213" fmla="*/ 269440 w 604327"/>
                <a:gd name="csY213" fmla="*/ 603372 h 730448"/>
                <a:gd name="csX214" fmla="*/ 270395 w 604327"/>
                <a:gd name="csY214" fmla="*/ 614838 h 730448"/>
                <a:gd name="csX215" fmla="*/ 269917 w 604327"/>
                <a:gd name="csY215" fmla="*/ 622959 h 730448"/>
                <a:gd name="csX216" fmla="*/ 268006 w 604327"/>
                <a:gd name="csY216" fmla="*/ 628214 h 730448"/>
                <a:gd name="csX217" fmla="*/ 265617 w 604327"/>
                <a:gd name="csY217" fmla="*/ 631558 h 730448"/>
                <a:gd name="csX218" fmla="*/ 261318 w 604327"/>
                <a:gd name="csY218" fmla="*/ 635380 h 730448"/>
                <a:gd name="csX219" fmla="*/ 257018 w 604327"/>
                <a:gd name="csY219" fmla="*/ 637769 h 730448"/>
                <a:gd name="csX220" fmla="*/ 254152 w 604327"/>
                <a:gd name="csY220" fmla="*/ 638247 h 730448"/>
                <a:gd name="csX221" fmla="*/ 248897 w 604327"/>
                <a:gd name="csY221" fmla="*/ 638724 h 730448"/>
                <a:gd name="csX222" fmla="*/ 233610 w 604327"/>
                <a:gd name="csY222" fmla="*/ 641113 h 730448"/>
                <a:gd name="csX223" fmla="*/ 225966 w 604327"/>
                <a:gd name="csY223" fmla="*/ 641113 h 730448"/>
                <a:gd name="csX224" fmla="*/ 220233 w 604327"/>
                <a:gd name="csY224" fmla="*/ 640158 h 730448"/>
                <a:gd name="csX225" fmla="*/ 214023 w 604327"/>
                <a:gd name="csY225" fmla="*/ 636336 h 730448"/>
                <a:gd name="csX226" fmla="*/ 204468 w 604327"/>
                <a:gd name="csY226" fmla="*/ 625826 h 730448"/>
                <a:gd name="csX227" fmla="*/ 201602 w 604327"/>
                <a:gd name="csY227" fmla="*/ 623437 h 730448"/>
                <a:gd name="csX228" fmla="*/ 198735 w 604327"/>
                <a:gd name="csY228" fmla="*/ 622481 h 730448"/>
                <a:gd name="csX229" fmla="*/ 198735 w 604327"/>
                <a:gd name="csY229" fmla="*/ 624392 h 730448"/>
                <a:gd name="csX230" fmla="*/ 201602 w 604327"/>
                <a:gd name="csY230" fmla="*/ 630125 h 730448"/>
                <a:gd name="csX231" fmla="*/ 204468 w 604327"/>
                <a:gd name="csY231" fmla="*/ 633947 h 730448"/>
                <a:gd name="csX232" fmla="*/ 206379 w 604327"/>
                <a:gd name="csY232" fmla="*/ 635858 h 730448"/>
                <a:gd name="csX233" fmla="*/ 205901 w 604327"/>
                <a:gd name="csY233" fmla="*/ 637291 h 730448"/>
                <a:gd name="csX234" fmla="*/ 201602 w 604327"/>
                <a:gd name="csY234" fmla="*/ 640158 h 730448"/>
                <a:gd name="csX235" fmla="*/ 196347 w 604327"/>
                <a:gd name="csY235" fmla="*/ 641591 h 730448"/>
                <a:gd name="csX236" fmla="*/ 190614 w 604327"/>
                <a:gd name="csY236" fmla="*/ 641591 h 730448"/>
                <a:gd name="csX237" fmla="*/ 190614 w 604327"/>
                <a:gd name="csY237" fmla="*/ 642546 h 730448"/>
                <a:gd name="csX238" fmla="*/ 192525 w 604327"/>
                <a:gd name="csY238" fmla="*/ 645413 h 730448"/>
                <a:gd name="csX239" fmla="*/ 194914 w 604327"/>
                <a:gd name="csY239" fmla="*/ 648279 h 730448"/>
                <a:gd name="csX240" fmla="*/ 196825 w 604327"/>
                <a:gd name="csY240" fmla="*/ 649234 h 730448"/>
                <a:gd name="csX241" fmla="*/ 201124 w 604327"/>
                <a:gd name="csY241" fmla="*/ 648279 h 730448"/>
                <a:gd name="csX242" fmla="*/ 206379 w 604327"/>
                <a:gd name="csY242" fmla="*/ 644457 h 730448"/>
                <a:gd name="csX243" fmla="*/ 209245 w 604327"/>
                <a:gd name="csY243" fmla="*/ 643502 h 730448"/>
                <a:gd name="csX244" fmla="*/ 215934 w 604327"/>
                <a:gd name="csY244" fmla="*/ 644457 h 730448"/>
                <a:gd name="csX245" fmla="*/ 218322 w 604327"/>
                <a:gd name="csY245" fmla="*/ 645890 h 730448"/>
                <a:gd name="csX246" fmla="*/ 225966 w 604327"/>
                <a:gd name="csY246" fmla="*/ 653534 h 730448"/>
                <a:gd name="csX247" fmla="*/ 227399 w 604327"/>
                <a:gd name="csY247" fmla="*/ 653534 h 730448"/>
                <a:gd name="csX248" fmla="*/ 233132 w 604327"/>
                <a:gd name="csY248" fmla="*/ 649712 h 730448"/>
                <a:gd name="csX249" fmla="*/ 241731 w 604327"/>
                <a:gd name="csY249" fmla="*/ 649712 h 730448"/>
                <a:gd name="csX250" fmla="*/ 244598 w 604327"/>
                <a:gd name="csY250" fmla="*/ 652578 h 730448"/>
                <a:gd name="csX251" fmla="*/ 246031 w 604327"/>
                <a:gd name="csY251" fmla="*/ 658789 h 730448"/>
                <a:gd name="csX252" fmla="*/ 246031 w 604327"/>
                <a:gd name="csY252" fmla="*/ 663566 h 730448"/>
                <a:gd name="csX253" fmla="*/ 245075 w 604327"/>
                <a:gd name="csY253" fmla="*/ 667388 h 730448"/>
                <a:gd name="csX254" fmla="*/ 246986 w 604327"/>
                <a:gd name="csY254" fmla="*/ 670732 h 730448"/>
                <a:gd name="csX255" fmla="*/ 251763 w 604327"/>
                <a:gd name="csY255" fmla="*/ 674076 h 730448"/>
                <a:gd name="csX256" fmla="*/ 255585 w 604327"/>
                <a:gd name="csY256" fmla="*/ 675032 h 730448"/>
                <a:gd name="csX257" fmla="*/ 257974 w 604327"/>
                <a:gd name="csY257" fmla="*/ 673121 h 730448"/>
                <a:gd name="csX258" fmla="*/ 262274 w 604327"/>
                <a:gd name="csY258" fmla="*/ 668344 h 730448"/>
                <a:gd name="csX259" fmla="*/ 263707 w 604327"/>
                <a:gd name="csY259" fmla="*/ 667388 h 730448"/>
                <a:gd name="csX260" fmla="*/ 265617 w 604327"/>
                <a:gd name="csY260" fmla="*/ 667388 h 730448"/>
                <a:gd name="csX261" fmla="*/ 268006 w 604327"/>
                <a:gd name="csY261" fmla="*/ 670732 h 730448"/>
                <a:gd name="csX262" fmla="*/ 271350 w 604327"/>
                <a:gd name="csY262" fmla="*/ 677420 h 730448"/>
                <a:gd name="csX263" fmla="*/ 271350 w 604327"/>
                <a:gd name="csY263" fmla="*/ 685542 h 730448"/>
                <a:gd name="csX264" fmla="*/ 268962 w 604327"/>
                <a:gd name="csY264" fmla="*/ 694141 h 730448"/>
                <a:gd name="csX265" fmla="*/ 265617 w 604327"/>
                <a:gd name="csY265" fmla="*/ 699874 h 730448"/>
                <a:gd name="csX266" fmla="*/ 252719 w 604327"/>
                <a:gd name="csY266" fmla="*/ 708951 h 730448"/>
                <a:gd name="csX267" fmla="*/ 248897 w 604327"/>
                <a:gd name="csY267" fmla="*/ 712772 h 730448"/>
                <a:gd name="csX268" fmla="*/ 245553 w 604327"/>
                <a:gd name="csY268" fmla="*/ 716594 h 730448"/>
                <a:gd name="csX269" fmla="*/ 241253 w 604327"/>
                <a:gd name="csY269" fmla="*/ 719938 h 730448"/>
                <a:gd name="csX270" fmla="*/ 232654 w 604327"/>
                <a:gd name="csY270" fmla="*/ 724716 h 730448"/>
                <a:gd name="csX271" fmla="*/ 227877 w 604327"/>
                <a:gd name="csY271" fmla="*/ 725193 h 730448"/>
                <a:gd name="csX272" fmla="*/ 217845 w 604327"/>
                <a:gd name="csY272" fmla="*/ 730448 h 730448"/>
                <a:gd name="csX273" fmla="*/ 215934 w 604327"/>
                <a:gd name="csY273" fmla="*/ 730448 h 730448"/>
                <a:gd name="csX274" fmla="*/ 212590 w 604327"/>
                <a:gd name="csY274" fmla="*/ 729493 h 730448"/>
                <a:gd name="csX275" fmla="*/ 211634 w 604327"/>
                <a:gd name="csY275" fmla="*/ 727104 h 730448"/>
                <a:gd name="csX276" fmla="*/ 212590 w 604327"/>
                <a:gd name="csY276" fmla="*/ 723282 h 730448"/>
                <a:gd name="csX277" fmla="*/ 213545 w 604327"/>
                <a:gd name="csY277" fmla="*/ 718983 h 730448"/>
                <a:gd name="csX278" fmla="*/ 214978 w 604327"/>
                <a:gd name="csY278" fmla="*/ 715639 h 730448"/>
                <a:gd name="csX279" fmla="*/ 214978 w 604327"/>
                <a:gd name="csY279" fmla="*/ 712295 h 730448"/>
                <a:gd name="csX280" fmla="*/ 212112 w 604327"/>
                <a:gd name="csY280" fmla="*/ 707517 h 730448"/>
                <a:gd name="csX281" fmla="*/ 210201 w 604327"/>
                <a:gd name="csY281" fmla="*/ 705606 h 730448"/>
                <a:gd name="csX282" fmla="*/ 208290 w 604327"/>
                <a:gd name="csY282" fmla="*/ 704173 h 730448"/>
                <a:gd name="csX283" fmla="*/ 204468 w 604327"/>
                <a:gd name="csY283" fmla="*/ 705129 h 730448"/>
                <a:gd name="csX284" fmla="*/ 202557 w 604327"/>
                <a:gd name="csY284" fmla="*/ 706084 h 730448"/>
                <a:gd name="csX285" fmla="*/ 200169 w 604327"/>
                <a:gd name="csY285" fmla="*/ 706562 h 730448"/>
                <a:gd name="csX286" fmla="*/ 197302 w 604327"/>
                <a:gd name="csY286" fmla="*/ 705606 h 730448"/>
                <a:gd name="csX287" fmla="*/ 195391 w 604327"/>
                <a:gd name="csY287" fmla="*/ 703695 h 730448"/>
                <a:gd name="csX288" fmla="*/ 191092 w 604327"/>
                <a:gd name="csY288" fmla="*/ 695096 h 730448"/>
                <a:gd name="csX289" fmla="*/ 189659 w 604327"/>
                <a:gd name="csY289" fmla="*/ 694141 h 730448"/>
                <a:gd name="csX290" fmla="*/ 187748 w 604327"/>
                <a:gd name="csY290" fmla="*/ 694619 h 730448"/>
                <a:gd name="csX291" fmla="*/ 185837 w 604327"/>
                <a:gd name="csY291" fmla="*/ 693185 h 730448"/>
                <a:gd name="csX292" fmla="*/ 183926 w 604327"/>
                <a:gd name="csY292" fmla="*/ 690319 h 730448"/>
                <a:gd name="csX293" fmla="*/ 181537 w 604327"/>
                <a:gd name="csY293" fmla="*/ 687930 h 730448"/>
                <a:gd name="csX294" fmla="*/ 182015 w 604327"/>
                <a:gd name="csY294" fmla="*/ 689841 h 730448"/>
                <a:gd name="csX295" fmla="*/ 184881 w 604327"/>
                <a:gd name="csY295" fmla="*/ 694619 h 730448"/>
                <a:gd name="csX296" fmla="*/ 186792 w 604327"/>
                <a:gd name="csY296" fmla="*/ 699396 h 730448"/>
                <a:gd name="csX297" fmla="*/ 187748 w 604327"/>
                <a:gd name="csY297" fmla="*/ 704173 h 730448"/>
                <a:gd name="csX298" fmla="*/ 187270 w 604327"/>
                <a:gd name="csY298" fmla="*/ 707995 h 730448"/>
                <a:gd name="csX299" fmla="*/ 164339 w 604327"/>
                <a:gd name="csY299" fmla="*/ 709906 h 730448"/>
                <a:gd name="csX300" fmla="*/ 154307 w 604327"/>
                <a:gd name="csY300" fmla="*/ 708951 h 730448"/>
                <a:gd name="csX301" fmla="*/ 152396 w 604327"/>
                <a:gd name="csY301" fmla="*/ 705606 h 730448"/>
                <a:gd name="csX302" fmla="*/ 147619 w 604327"/>
                <a:gd name="csY302" fmla="*/ 691752 h 730448"/>
                <a:gd name="csX303" fmla="*/ 146663 w 604327"/>
                <a:gd name="csY303" fmla="*/ 716594 h 730448"/>
                <a:gd name="csX304" fmla="*/ 129465 w 604327"/>
                <a:gd name="csY304" fmla="*/ 720416 h 730448"/>
                <a:gd name="csX305" fmla="*/ 125643 w 604327"/>
                <a:gd name="csY305" fmla="*/ 719938 h 730448"/>
                <a:gd name="csX306" fmla="*/ 118955 w 604327"/>
                <a:gd name="csY306" fmla="*/ 717072 h 730448"/>
                <a:gd name="csX307" fmla="*/ 110355 w 604327"/>
                <a:gd name="csY307" fmla="*/ 710384 h 730448"/>
                <a:gd name="csX308" fmla="*/ 106534 w 604327"/>
                <a:gd name="csY308" fmla="*/ 706084 h 730448"/>
                <a:gd name="csX309" fmla="*/ 105100 w 604327"/>
                <a:gd name="csY309" fmla="*/ 701785 h 730448"/>
                <a:gd name="csX310" fmla="*/ 104145 w 604327"/>
                <a:gd name="csY310" fmla="*/ 698918 h 730448"/>
                <a:gd name="csX311" fmla="*/ 103667 w 604327"/>
                <a:gd name="csY311" fmla="*/ 698918 h 730448"/>
                <a:gd name="csX312" fmla="*/ 101279 w 604327"/>
                <a:gd name="csY312" fmla="*/ 704173 h 730448"/>
                <a:gd name="csX313" fmla="*/ 98890 w 604327"/>
                <a:gd name="csY313" fmla="*/ 714683 h 730448"/>
                <a:gd name="csX314" fmla="*/ 93157 w 604327"/>
                <a:gd name="csY314" fmla="*/ 712295 h 730448"/>
                <a:gd name="csX315" fmla="*/ 85514 w 604327"/>
                <a:gd name="csY315" fmla="*/ 709428 h 730448"/>
                <a:gd name="csX316" fmla="*/ 83125 w 604327"/>
                <a:gd name="csY316" fmla="*/ 698441 h 730448"/>
                <a:gd name="csX317" fmla="*/ 82647 w 604327"/>
                <a:gd name="csY317" fmla="*/ 714206 h 730448"/>
                <a:gd name="csX318" fmla="*/ 70704 w 604327"/>
                <a:gd name="csY318" fmla="*/ 712295 h 730448"/>
                <a:gd name="csX319" fmla="*/ 64971 w 604327"/>
                <a:gd name="csY319" fmla="*/ 712772 h 730448"/>
                <a:gd name="csX320" fmla="*/ 63538 w 604327"/>
                <a:gd name="csY320" fmla="*/ 698918 h 730448"/>
                <a:gd name="csX321" fmla="*/ 63060 w 604327"/>
                <a:gd name="csY321" fmla="*/ 684109 h 730448"/>
                <a:gd name="csX322" fmla="*/ 60672 w 604327"/>
                <a:gd name="csY322" fmla="*/ 693663 h 730448"/>
                <a:gd name="csX323" fmla="*/ 61627 w 604327"/>
                <a:gd name="csY323" fmla="*/ 701785 h 730448"/>
                <a:gd name="csX324" fmla="*/ 62105 w 604327"/>
                <a:gd name="csY324" fmla="*/ 711339 h 730448"/>
                <a:gd name="csX325" fmla="*/ 56850 w 604327"/>
                <a:gd name="csY325" fmla="*/ 708473 h 730448"/>
                <a:gd name="csX326" fmla="*/ 45862 w 604327"/>
                <a:gd name="csY326" fmla="*/ 707517 h 730448"/>
                <a:gd name="csX327" fmla="*/ 41563 w 604327"/>
                <a:gd name="csY327" fmla="*/ 706084 h 730448"/>
                <a:gd name="csX328" fmla="*/ 42040 w 604327"/>
                <a:gd name="csY328" fmla="*/ 692708 h 730448"/>
                <a:gd name="csX329" fmla="*/ 42996 w 604327"/>
                <a:gd name="csY329" fmla="*/ 679331 h 730448"/>
                <a:gd name="csX330" fmla="*/ 57805 w 604327"/>
                <a:gd name="csY330" fmla="*/ 666433 h 730448"/>
                <a:gd name="csX331" fmla="*/ 62105 w 604327"/>
                <a:gd name="csY331" fmla="*/ 659744 h 730448"/>
                <a:gd name="csX332" fmla="*/ 64971 w 604327"/>
                <a:gd name="csY332" fmla="*/ 657356 h 730448"/>
                <a:gd name="csX333" fmla="*/ 70226 w 604327"/>
                <a:gd name="csY333" fmla="*/ 655445 h 730448"/>
                <a:gd name="csX334" fmla="*/ 76437 w 604327"/>
                <a:gd name="csY334" fmla="*/ 654489 h 730448"/>
                <a:gd name="csX335" fmla="*/ 80736 w 604327"/>
                <a:gd name="csY335" fmla="*/ 655445 h 730448"/>
                <a:gd name="csX336" fmla="*/ 85514 w 604327"/>
                <a:gd name="csY336" fmla="*/ 654489 h 730448"/>
                <a:gd name="csX337" fmla="*/ 91246 w 604327"/>
                <a:gd name="csY337" fmla="*/ 652101 h 730448"/>
                <a:gd name="csX338" fmla="*/ 95546 w 604327"/>
                <a:gd name="csY338" fmla="*/ 651623 h 730448"/>
                <a:gd name="csX339" fmla="*/ 96501 w 604327"/>
                <a:gd name="csY339" fmla="*/ 650668 h 730448"/>
                <a:gd name="csX340" fmla="*/ 95068 w 604327"/>
                <a:gd name="csY340" fmla="*/ 649234 h 730448"/>
                <a:gd name="csX341" fmla="*/ 90769 w 604327"/>
                <a:gd name="csY341" fmla="*/ 640635 h 730448"/>
                <a:gd name="csX342" fmla="*/ 89335 w 604327"/>
                <a:gd name="csY342" fmla="*/ 638247 h 730448"/>
                <a:gd name="csX343" fmla="*/ 87424 w 604327"/>
                <a:gd name="csY343" fmla="*/ 637769 h 730448"/>
                <a:gd name="csX344" fmla="*/ 84080 w 604327"/>
                <a:gd name="csY344" fmla="*/ 637291 h 730448"/>
                <a:gd name="csX345" fmla="*/ 81214 w 604327"/>
                <a:gd name="csY345" fmla="*/ 633469 h 730448"/>
                <a:gd name="csX346" fmla="*/ 79303 w 604327"/>
                <a:gd name="csY346" fmla="*/ 629647 h 730448"/>
                <a:gd name="csX347" fmla="*/ 77392 w 604327"/>
                <a:gd name="csY347" fmla="*/ 624870 h 730448"/>
                <a:gd name="csX348" fmla="*/ 74048 w 604327"/>
                <a:gd name="csY348" fmla="*/ 615793 h 730448"/>
                <a:gd name="csX349" fmla="*/ 71182 w 604327"/>
                <a:gd name="csY349" fmla="*/ 605761 h 730448"/>
                <a:gd name="csX350" fmla="*/ 72615 w 604327"/>
                <a:gd name="csY350" fmla="*/ 600506 h 730448"/>
                <a:gd name="csX351" fmla="*/ 77870 w 604327"/>
                <a:gd name="csY351" fmla="*/ 595729 h 730448"/>
                <a:gd name="csX352" fmla="*/ 82647 w 604327"/>
                <a:gd name="csY352" fmla="*/ 592862 h 730448"/>
                <a:gd name="csX353" fmla="*/ 87902 w 604327"/>
                <a:gd name="csY353" fmla="*/ 590951 h 730448"/>
                <a:gd name="csX354" fmla="*/ 92202 w 604327"/>
                <a:gd name="csY354" fmla="*/ 590951 h 730448"/>
                <a:gd name="csX355" fmla="*/ 97457 w 604327"/>
                <a:gd name="csY355" fmla="*/ 593340 h 730448"/>
                <a:gd name="csX356" fmla="*/ 105100 w 604327"/>
                <a:gd name="csY356" fmla="*/ 598117 h 730448"/>
                <a:gd name="csX357" fmla="*/ 108922 w 604327"/>
                <a:gd name="csY357" fmla="*/ 603372 h 730448"/>
                <a:gd name="csX358" fmla="*/ 114655 w 604327"/>
                <a:gd name="csY358" fmla="*/ 614838 h 730448"/>
                <a:gd name="csX359" fmla="*/ 117999 w 604327"/>
                <a:gd name="csY359" fmla="*/ 623915 h 730448"/>
                <a:gd name="csX360" fmla="*/ 120865 w 604327"/>
                <a:gd name="csY360" fmla="*/ 627737 h 730448"/>
                <a:gd name="csX361" fmla="*/ 133287 w 604327"/>
                <a:gd name="csY361" fmla="*/ 634902 h 730448"/>
                <a:gd name="csX362" fmla="*/ 137586 w 604327"/>
                <a:gd name="csY362" fmla="*/ 635858 h 730448"/>
                <a:gd name="csX363" fmla="*/ 142841 w 604327"/>
                <a:gd name="csY363" fmla="*/ 635380 h 730448"/>
                <a:gd name="csX364" fmla="*/ 152873 w 604327"/>
                <a:gd name="csY364" fmla="*/ 633469 h 730448"/>
                <a:gd name="csX365" fmla="*/ 157651 w 604327"/>
                <a:gd name="csY365" fmla="*/ 631558 h 730448"/>
                <a:gd name="csX366" fmla="*/ 160039 w 604327"/>
                <a:gd name="csY366" fmla="*/ 629170 h 730448"/>
                <a:gd name="csX367" fmla="*/ 160995 w 604327"/>
                <a:gd name="csY367" fmla="*/ 625826 h 730448"/>
                <a:gd name="csX368" fmla="*/ 162428 w 604327"/>
                <a:gd name="csY368" fmla="*/ 623437 h 730448"/>
                <a:gd name="csX369" fmla="*/ 167205 w 604327"/>
                <a:gd name="csY369" fmla="*/ 617226 h 730448"/>
                <a:gd name="csX370" fmla="*/ 173894 w 604327"/>
                <a:gd name="csY370" fmla="*/ 604806 h 730448"/>
                <a:gd name="csX371" fmla="*/ 177715 w 604327"/>
                <a:gd name="csY371" fmla="*/ 594773 h 730448"/>
                <a:gd name="csX372" fmla="*/ 178671 w 604327"/>
                <a:gd name="csY372" fmla="*/ 591429 h 730448"/>
                <a:gd name="csX373" fmla="*/ 179626 w 604327"/>
                <a:gd name="csY373" fmla="*/ 587130 h 730448"/>
                <a:gd name="csX374" fmla="*/ 180104 w 604327"/>
                <a:gd name="csY374" fmla="*/ 582352 h 730448"/>
                <a:gd name="csX375" fmla="*/ 178193 w 604327"/>
                <a:gd name="csY375" fmla="*/ 584741 h 730448"/>
                <a:gd name="csX376" fmla="*/ 166250 w 604327"/>
                <a:gd name="csY376" fmla="*/ 609583 h 730448"/>
                <a:gd name="csX377" fmla="*/ 163384 w 604327"/>
                <a:gd name="csY377" fmla="*/ 614360 h 730448"/>
                <a:gd name="csX378" fmla="*/ 156695 w 604327"/>
                <a:gd name="csY378" fmla="*/ 621526 h 730448"/>
                <a:gd name="csX379" fmla="*/ 153829 w 604327"/>
                <a:gd name="csY379" fmla="*/ 622959 h 730448"/>
                <a:gd name="csX380" fmla="*/ 149052 w 604327"/>
                <a:gd name="csY380" fmla="*/ 622481 h 730448"/>
                <a:gd name="csX381" fmla="*/ 142841 w 604327"/>
                <a:gd name="csY381" fmla="*/ 619137 h 730448"/>
                <a:gd name="csX382" fmla="*/ 135197 w 604327"/>
                <a:gd name="csY382" fmla="*/ 624392 h 730448"/>
                <a:gd name="csX383" fmla="*/ 130898 w 604327"/>
                <a:gd name="csY383" fmla="*/ 622959 h 730448"/>
                <a:gd name="csX384" fmla="*/ 126598 w 604327"/>
                <a:gd name="csY384" fmla="*/ 619615 h 730448"/>
                <a:gd name="csX385" fmla="*/ 126598 w 604327"/>
                <a:gd name="csY385" fmla="*/ 601939 h 730448"/>
                <a:gd name="csX386" fmla="*/ 121343 w 604327"/>
                <a:gd name="csY386" fmla="*/ 588085 h 730448"/>
                <a:gd name="csX387" fmla="*/ 127076 w 604327"/>
                <a:gd name="csY387" fmla="*/ 580441 h 730448"/>
                <a:gd name="csX388" fmla="*/ 131853 w 604327"/>
                <a:gd name="csY388" fmla="*/ 576142 h 730448"/>
                <a:gd name="csX389" fmla="*/ 139975 w 604327"/>
                <a:gd name="csY389" fmla="*/ 564198 h 730448"/>
                <a:gd name="csX390" fmla="*/ 141886 w 604327"/>
                <a:gd name="csY390" fmla="*/ 564198 h 730448"/>
                <a:gd name="csX391" fmla="*/ 147619 w 604327"/>
                <a:gd name="csY391" fmla="*/ 566109 h 730448"/>
                <a:gd name="csX392" fmla="*/ 144752 w 604327"/>
                <a:gd name="csY392" fmla="*/ 563243 h 730448"/>
                <a:gd name="csX393" fmla="*/ 141408 w 604327"/>
                <a:gd name="csY393" fmla="*/ 559421 h 730448"/>
                <a:gd name="csX394" fmla="*/ 134242 w 604327"/>
                <a:gd name="csY394" fmla="*/ 560377 h 730448"/>
                <a:gd name="csX395" fmla="*/ 136631 w 604327"/>
                <a:gd name="csY395" fmla="*/ 534579 h 730448"/>
                <a:gd name="csX396" fmla="*/ 131853 w 604327"/>
                <a:gd name="csY396" fmla="*/ 553688 h 730448"/>
                <a:gd name="csX397" fmla="*/ 127076 w 604327"/>
                <a:gd name="csY397" fmla="*/ 564198 h 730448"/>
                <a:gd name="csX398" fmla="*/ 124210 w 604327"/>
                <a:gd name="csY398" fmla="*/ 568976 h 730448"/>
                <a:gd name="csX399" fmla="*/ 120865 w 604327"/>
                <a:gd name="csY399" fmla="*/ 571842 h 730448"/>
                <a:gd name="csX400" fmla="*/ 108445 w 604327"/>
                <a:gd name="csY400" fmla="*/ 574231 h 730448"/>
                <a:gd name="csX401" fmla="*/ 111311 w 604327"/>
                <a:gd name="csY401" fmla="*/ 565154 h 730448"/>
                <a:gd name="csX402" fmla="*/ 114177 w 604327"/>
                <a:gd name="csY402" fmla="*/ 551300 h 730448"/>
                <a:gd name="csX403" fmla="*/ 111311 w 604327"/>
                <a:gd name="csY403" fmla="*/ 556555 h 730448"/>
                <a:gd name="csX404" fmla="*/ 104145 w 604327"/>
                <a:gd name="csY404" fmla="*/ 564198 h 730448"/>
                <a:gd name="csX405" fmla="*/ 98890 w 604327"/>
                <a:gd name="csY405" fmla="*/ 568498 h 730448"/>
                <a:gd name="csX406" fmla="*/ 94590 w 604327"/>
                <a:gd name="csY406" fmla="*/ 570409 h 730448"/>
                <a:gd name="csX407" fmla="*/ 85991 w 604327"/>
                <a:gd name="csY407" fmla="*/ 569931 h 730448"/>
                <a:gd name="csX408" fmla="*/ 81692 w 604327"/>
                <a:gd name="csY408" fmla="*/ 566109 h 730448"/>
                <a:gd name="csX409" fmla="*/ 83125 w 604327"/>
                <a:gd name="csY409" fmla="*/ 556555 h 730448"/>
                <a:gd name="csX410" fmla="*/ 83125 w 604327"/>
                <a:gd name="csY410" fmla="*/ 544612 h 730448"/>
                <a:gd name="csX411" fmla="*/ 85514 w 604327"/>
                <a:gd name="csY411" fmla="*/ 538879 h 730448"/>
                <a:gd name="csX412" fmla="*/ 89335 w 604327"/>
                <a:gd name="csY412" fmla="*/ 531713 h 730448"/>
                <a:gd name="csX413" fmla="*/ 93635 w 604327"/>
                <a:gd name="csY413" fmla="*/ 521681 h 730448"/>
                <a:gd name="csX414" fmla="*/ 96501 w 604327"/>
                <a:gd name="csY414" fmla="*/ 511648 h 730448"/>
                <a:gd name="csX415" fmla="*/ 107967 w 604327"/>
                <a:gd name="csY415" fmla="*/ 506871 h 730448"/>
                <a:gd name="csX416" fmla="*/ 118955 w 604327"/>
                <a:gd name="csY416" fmla="*/ 504960 h 730448"/>
                <a:gd name="csX417" fmla="*/ 128031 w 604327"/>
                <a:gd name="csY417" fmla="*/ 499705 h 730448"/>
                <a:gd name="csX418" fmla="*/ 132331 w 604327"/>
                <a:gd name="csY418" fmla="*/ 498750 h 730448"/>
                <a:gd name="csX419" fmla="*/ 136631 w 604327"/>
                <a:gd name="csY419" fmla="*/ 501138 h 730448"/>
                <a:gd name="csX420" fmla="*/ 154307 w 604327"/>
                <a:gd name="csY420" fmla="*/ 505438 h 730448"/>
                <a:gd name="csX421" fmla="*/ 161472 w 604327"/>
                <a:gd name="csY421" fmla="*/ 508782 h 730448"/>
                <a:gd name="csX422" fmla="*/ 164339 w 604327"/>
                <a:gd name="csY422" fmla="*/ 511171 h 730448"/>
                <a:gd name="csX423" fmla="*/ 166728 w 604327"/>
                <a:gd name="csY423" fmla="*/ 512126 h 730448"/>
                <a:gd name="csX424" fmla="*/ 169116 w 604327"/>
                <a:gd name="csY424" fmla="*/ 508304 h 730448"/>
                <a:gd name="csX425" fmla="*/ 172460 w 604327"/>
                <a:gd name="csY425" fmla="*/ 504960 h 730448"/>
                <a:gd name="csX426" fmla="*/ 182970 w 604327"/>
                <a:gd name="csY426" fmla="*/ 505438 h 730448"/>
                <a:gd name="csX427" fmla="*/ 186314 w 604327"/>
                <a:gd name="csY427" fmla="*/ 504960 h 730448"/>
                <a:gd name="csX428" fmla="*/ 189181 w 604327"/>
                <a:gd name="csY428" fmla="*/ 503049 h 730448"/>
                <a:gd name="csX429" fmla="*/ 192525 w 604327"/>
                <a:gd name="csY429" fmla="*/ 499705 h 730448"/>
                <a:gd name="csX430" fmla="*/ 196347 w 604327"/>
                <a:gd name="csY430" fmla="*/ 494928 h 730448"/>
                <a:gd name="csX431" fmla="*/ 196825 w 604327"/>
                <a:gd name="csY431" fmla="*/ 492539 h 730448"/>
                <a:gd name="csX432" fmla="*/ 193958 w 604327"/>
                <a:gd name="csY432" fmla="*/ 492539 h 730448"/>
                <a:gd name="csX433" fmla="*/ 191569 w 604327"/>
                <a:gd name="csY433" fmla="*/ 493972 h 730448"/>
                <a:gd name="csX434" fmla="*/ 187270 w 604327"/>
                <a:gd name="csY434" fmla="*/ 497316 h 730448"/>
                <a:gd name="csX435" fmla="*/ 182970 w 604327"/>
                <a:gd name="csY435" fmla="*/ 499227 h 730448"/>
                <a:gd name="csX436" fmla="*/ 179149 w 604327"/>
                <a:gd name="csY436" fmla="*/ 499227 h 730448"/>
                <a:gd name="csX437" fmla="*/ 171027 w 604327"/>
                <a:gd name="csY437" fmla="*/ 495883 h 730448"/>
                <a:gd name="csX438" fmla="*/ 156695 w 604327"/>
                <a:gd name="csY438" fmla="*/ 495405 h 730448"/>
                <a:gd name="csX439" fmla="*/ 149529 w 604327"/>
                <a:gd name="csY439" fmla="*/ 493972 h 730448"/>
                <a:gd name="csX440" fmla="*/ 146185 w 604327"/>
                <a:gd name="csY440" fmla="*/ 492539 h 730448"/>
                <a:gd name="csX441" fmla="*/ 144274 w 604327"/>
                <a:gd name="csY441" fmla="*/ 490628 h 730448"/>
                <a:gd name="csX442" fmla="*/ 142363 w 604327"/>
                <a:gd name="csY442" fmla="*/ 487762 h 730448"/>
                <a:gd name="csX443" fmla="*/ 140930 w 604327"/>
                <a:gd name="csY443" fmla="*/ 483462 h 730448"/>
                <a:gd name="csX444" fmla="*/ 141886 w 604327"/>
                <a:gd name="csY444" fmla="*/ 480596 h 730448"/>
                <a:gd name="csX445" fmla="*/ 144752 w 604327"/>
                <a:gd name="csY445" fmla="*/ 479163 h 730448"/>
                <a:gd name="csX446" fmla="*/ 147141 w 604327"/>
                <a:gd name="csY446" fmla="*/ 478685 h 730448"/>
                <a:gd name="csX447" fmla="*/ 151440 w 604327"/>
                <a:gd name="csY447" fmla="*/ 481074 h 730448"/>
                <a:gd name="csX448" fmla="*/ 155740 w 604327"/>
                <a:gd name="csY448" fmla="*/ 484895 h 730448"/>
                <a:gd name="csX449" fmla="*/ 160517 w 604327"/>
                <a:gd name="csY449" fmla="*/ 485373 h 730448"/>
                <a:gd name="csX450" fmla="*/ 159084 w 604327"/>
                <a:gd name="csY450" fmla="*/ 481551 h 730448"/>
                <a:gd name="csX451" fmla="*/ 152873 w 604327"/>
                <a:gd name="csY451" fmla="*/ 474863 h 730448"/>
                <a:gd name="csX452" fmla="*/ 148574 w 604327"/>
                <a:gd name="csY452" fmla="*/ 468653 h 730448"/>
                <a:gd name="csX453" fmla="*/ 144752 w 604327"/>
                <a:gd name="csY453" fmla="*/ 461009 h 730448"/>
                <a:gd name="csX454" fmla="*/ 141886 w 604327"/>
                <a:gd name="csY454" fmla="*/ 453843 h 730448"/>
                <a:gd name="csX455" fmla="*/ 135675 w 604327"/>
                <a:gd name="csY455" fmla="*/ 441900 h 730448"/>
                <a:gd name="csX456" fmla="*/ 130420 w 604327"/>
                <a:gd name="csY456" fmla="*/ 430434 h 730448"/>
                <a:gd name="csX457" fmla="*/ 127076 w 604327"/>
                <a:gd name="csY457" fmla="*/ 425179 h 730448"/>
                <a:gd name="csX458" fmla="*/ 123254 w 604327"/>
                <a:gd name="csY458" fmla="*/ 422313 h 730448"/>
                <a:gd name="csX459" fmla="*/ 111789 w 604327"/>
                <a:gd name="csY459" fmla="*/ 418969 h 730448"/>
                <a:gd name="csX460" fmla="*/ 109878 w 604327"/>
                <a:gd name="csY460" fmla="*/ 417058 h 730448"/>
                <a:gd name="csX461" fmla="*/ 104145 w 604327"/>
                <a:gd name="csY461" fmla="*/ 406548 h 730448"/>
                <a:gd name="csX462" fmla="*/ 102712 w 604327"/>
                <a:gd name="csY462" fmla="*/ 388394 h 730448"/>
                <a:gd name="csX463" fmla="*/ 100323 w 604327"/>
                <a:gd name="csY463" fmla="*/ 377406 h 730448"/>
                <a:gd name="csX464" fmla="*/ 102712 w 604327"/>
                <a:gd name="csY464" fmla="*/ 363074 h 730448"/>
                <a:gd name="csX465" fmla="*/ 106534 w 604327"/>
                <a:gd name="csY465" fmla="*/ 356386 h 730448"/>
                <a:gd name="csX466" fmla="*/ 129465 w 604327"/>
                <a:gd name="csY466" fmla="*/ 361641 h 730448"/>
                <a:gd name="csX467" fmla="*/ 139019 w 604327"/>
                <a:gd name="csY467" fmla="*/ 360686 h 730448"/>
                <a:gd name="csX468" fmla="*/ 150962 w 604327"/>
                <a:gd name="csY468" fmla="*/ 362597 h 730448"/>
                <a:gd name="csX469" fmla="*/ 157651 w 604327"/>
                <a:gd name="csY469" fmla="*/ 365941 h 730448"/>
                <a:gd name="csX470" fmla="*/ 165294 w 604327"/>
                <a:gd name="csY470" fmla="*/ 375018 h 730448"/>
                <a:gd name="csX471" fmla="*/ 171983 w 604327"/>
                <a:gd name="csY471" fmla="*/ 384572 h 730448"/>
                <a:gd name="csX472" fmla="*/ 178671 w 604327"/>
                <a:gd name="csY472" fmla="*/ 391260 h 730448"/>
                <a:gd name="csX473" fmla="*/ 184403 w 604327"/>
                <a:gd name="csY473" fmla="*/ 399860 h 730448"/>
                <a:gd name="csX474" fmla="*/ 191092 w 604327"/>
                <a:gd name="csY474" fmla="*/ 412758 h 730448"/>
                <a:gd name="csX475" fmla="*/ 194914 w 604327"/>
                <a:gd name="csY475" fmla="*/ 418969 h 730448"/>
                <a:gd name="csX476" fmla="*/ 198258 w 604327"/>
                <a:gd name="csY476" fmla="*/ 422791 h 730448"/>
                <a:gd name="csX477" fmla="*/ 202557 w 604327"/>
                <a:gd name="csY477" fmla="*/ 426135 h 730448"/>
                <a:gd name="csX478" fmla="*/ 211156 w 604327"/>
                <a:gd name="csY478" fmla="*/ 429957 h 730448"/>
                <a:gd name="csX479" fmla="*/ 218322 w 604327"/>
                <a:gd name="csY479" fmla="*/ 431390 h 730448"/>
                <a:gd name="csX480" fmla="*/ 222144 w 604327"/>
                <a:gd name="csY480" fmla="*/ 430912 h 730448"/>
                <a:gd name="csX481" fmla="*/ 226444 w 604327"/>
                <a:gd name="csY481" fmla="*/ 428046 h 730448"/>
                <a:gd name="csX482" fmla="*/ 229310 w 604327"/>
                <a:gd name="csY482" fmla="*/ 424701 h 730448"/>
                <a:gd name="csX483" fmla="*/ 225966 w 604327"/>
                <a:gd name="csY483" fmla="*/ 423746 h 730448"/>
                <a:gd name="csX484" fmla="*/ 217367 w 604327"/>
                <a:gd name="csY484" fmla="*/ 423746 h 730448"/>
                <a:gd name="csX485" fmla="*/ 211634 w 604327"/>
                <a:gd name="csY485" fmla="*/ 422313 h 730448"/>
                <a:gd name="csX486" fmla="*/ 208290 w 604327"/>
                <a:gd name="csY486" fmla="*/ 418013 h 730448"/>
                <a:gd name="csX487" fmla="*/ 204468 w 604327"/>
                <a:gd name="csY487" fmla="*/ 412281 h 730448"/>
                <a:gd name="csX488" fmla="*/ 199213 w 604327"/>
                <a:gd name="csY488" fmla="*/ 401770 h 730448"/>
                <a:gd name="csX489" fmla="*/ 194914 w 604327"/>
                <a:gd name="csY489" fmla="*/ 395082 h 730448"/>
                <a:gd name="csX490" fmla="*/ 185359 w 604327"/>
                <a:gd name="csY490" fmla="*/ 383617 h 730448"/>
                <a:gd name="csX491" fmla="*/ 178193 w 604327"/>
                <a:gd name="csY491" fmla="*/ 372151 h 730448"/>
                <a:gd name="csX492" fmla="*/ 172938 w 604327"/>
                <a:gd name="csY492" fmla="*/ 360686 h 730448"/>
                <a:gd name="csX493" fmla="*/ 172460 w 604327"/>
                <a:gd name="csY493" fmla="*/ 355908 h 730448"/>
                <a:gd name="csX494" fmla="*/ 176282 w 604327"/>
                <a:gd name="csY494" fmla="*/ 352564 h 730448"/>
                <a:gd name="csX495" fmla="*/ 181060 w 604327"/>
                <a:gd name="csY495" fmla="*/ 350176 h 730448"/>
                <a:gd name="csX496" fmla="*/ 212112 w 604327"/>
                <a:gd name="csY496" fmla="*/ 342532 h 730448"/>
                <a:gd name="csX497" fmla="*/ 230743 w 604327"/>
                <a:gd name="csY497" fmla="*/ 333455 h 730448"/>
                <a:gd name="csX498" fmla="*/ 237909 w 604327"/>
                <a:gd name="csY498" fmla="*/ 322945 h 730448"/>
                <a:gd name="csX499" fmla="*/ 238865 w 604327"/>
                <a:gd name="csY499" fmla="*/ 320079 h 730448"/>
                <a:gd name="csX500" fmla="*/ 263707 w 604327"/>
                <a:gd name="csY500" fmla="*/ 304791 h 730448"/>
                <a:gd name="csX501" fmla="*/ 280905 w 604327"/>
                <a:gd name="csY501" fmla="*/ 299059 h 730448"/>
                <a:gd name="csX502" fmla="*/ 287593 w 604327"/>
                <a:gd name="csY502" fmla="*/ 298103 h 730448"/>
                <a:gd name="csX503" fmla="*/ 293804 w 604327"/>
                <a:gd name="csY503" fmla="*/ 295715 h 730448"/>
                <a:gd name="csX504" fmla="*/ 294281 w 604327"/>
                <a:gd name="csY504" fmla="*/ 294281 h 730448"/>
                <a:gd name="csX505" fmla="*/ 288549 w 604327"/>
                <a:gd name="csY505" fmla="*/ 291893 h 730448"/>
                <a:gd name="csX506" fmla="*/ 283294 w 604327"/>
                <a:gd name="csY506" fmla="*/ 290937 h 730448"/>
                <a:gd name="csX507" fmla="*/ 271350 w 604327"/>
                <a:gd name="csY507" fmla="*/ 290937 h 730448"/>
                <a:gd name="csX508" fmla="*/ 260363 w 604327"/>
                <a:gd name="csY508" fmla="*/ 289026 h 730448"/>
                <a:gd name="csX509" fmla="*/ 257018 w 604327"/>
                <a:gd name="csY509" fmla="*/ 285682 h 730448"/>
                <a:gd name="csX510" fmla="*/ 257496 w 604327"/>
                <a:gd name="csY510" fmla="*/ 279949 h 730448"/>
                <a:gd name="csX511" fmla="*/ 258929 w 604327"/>
                <a:gd name="csY511" fmla="*/ 275172 h 730448"/>
                <a:gd name="csX512" fmla="*/ 262274 w 604327"/>
                <a:gd name="csY512" fmla="*/ 266573 h 730448"/>
                <a:gd name="csX513" fmla="*/ 265617 w 604327"/>
                <a:gd name="csY513" fmla="*/ 260363 h 730448"/>
                <a:gd name="csX514" fmla="*/ 280427 w 604327"/>
                <a:gd name="csY514" fmla="*/ 242209 h 730448"/>
                <a:gd name="csX515" fmla="*/ 290459 w 604327"/>
                <a:gd name="csY515" fmla="*/ 234087 h 730448"/>
                <a:gd name="csX516" fmla="*/ 293326 w 604327"/>
                <a:gd name="csY516" fmla="*/ 228832 h 730448"/>
                <a:gd name="csX517" fmla="*/ 271828 w 604327"/>
                <a:gd name="csY517" fmla="*/ 240776 h 730448"/>
                <a:gd name="csX518" fmla="*/ 264184 w 604327"/>
                <a:gd name="csY518" fmla="*/ 249375 h 730448"/>
                <a:gd name="csX519" fmla="*/ 256541 w 604327"/>
                <a:gd name="csY519" fmla="*/ 262273 h 730448"/>
                <a:gd name="csX520" fmla="*/ 252719 w 604327"/>
                <a:gd name="csY520" fmla="*/ 266095 h 730448"/>
                <a:gd name="csX521" fmla="*/ 249852 w 604327"/>
                <a:gd name="csY521" fmla="*/ 265140 h 730448"/>
                <a:gd name="csX522" fmla="*/ 247464 w 604327"/>
                <a:gd name="csY522" fmla="*/ 266095 h 730448"/>
                <a:gd name="csX523" fmla="*/ 245075 w 604327"/>
                <a:gd name="csY523" fmla="*/ 269917 h 730448"/>
                <a:gd name="csX524" fmla="*/ 243642 w 604327"/>
                <a:gd name="csY524" fmla="*/ 275650 h 730448"/>
                <a:gd name="csX525" fmla="*/ 242209 w 604327"/>
                <a:gd name="csY525" fmla="*/ 284727 h 730448"/>
                <a:gd name="csX526" fmla="*/ 240776 w 604327"/>
                <a:gd name="csY526" fmla="*/ 290459 h 730448"/>
                <a:gd name="csX527" fmla="*/ 239342 w 604327"/>
                <a:gd name="csY527" fmla="*/ 293804 h 730448"/>
                <a:gd name="csX528" fmla="*/ 236476 w 604327"/>
                <a:gd name="csY528" fmla="*/ 298103 h 730448"/>
                <a:gd name="csX529" fmla="*/ 228833 w 604327"/>
                <a:gd name="csY529" fmla="*/ 307180 h 730448"/>
                <a:gd name="csX530" fmla="*/ 211634 w 604327"/>
                <a:gd name="csY530" fmla="*/ 319601 h 730448"/>
                <a:gd name="csX531" fmla="*/ 205901 w 604327"/>
                <a:gd name="csY531" fmla="*/ 322467 h 730448"/>
                <a:gd name="csX532" fmla="*/ 200646 w 604327"/>
                <a:gd name="csY532" fmla="*/ 322945 h 730448"/>
                <a:gd name="csX533" fmla="*/ 184403 w 604327"/>
                <a:gd name="csY533" fmla="*/ 330111 h 730448"/>
                <a:gd name="csX534" fmla="*/ 179626 w 604327"/>
                <a:gd name="csY534" fmla="*/ 330111 h 730448"/>
                <a:gd name="csX535" fmla="*/ 174371 w 604327"/>
                <a:gd name="csY535" fmla="*/ 328200 h 730448"/>
                <a:gd name="csX536" fmla="*/ 176760 w 604327"/>
                <a:gd name="csY536" fmla="*/ 321990 h 730448"/>
                <a:gd name="csX537" fmla="*/ 185359 w 604327"/>
                <a:gd name="csY537" fmla="*/ 311002 h 730448"/>
                <a:gd name="csX538" fmla="*/ 187270 w 604327"/>
                <a:gd name="csY538" fmla="*/ 306225 h 730448"/>
                <a:gd name="csX539" fmla="*/ 182015 w 604327"/>
                <a:gd name="csY539" fmla="*/ 307180 h 730448"/>
                <a:gd name="csX540" fmla="*/ 176282 w 604327"/>
                <a:gd name="csY540" fmla="*/ 310524 h 730448"/>
                <a:gd name="csX541" fmla="*/ 164339 w 604327"/>
                <a:gd name="csY541" fmla="*/ 312913 h 730448"/>
                <a:gd name="csX542" fmla="*/ 159084 w 604327"/>
                <a:gd name="csY542" fmla="*/ 317212 h 730448"/>
                <a:gd name="csX543" fmla="*/ 154307 w 604327"/>
                <a:gd name="csY543" fmla="*/ 325334 h 730448"/>
                <a:gd name="csX544" fmla="*/ 150962 w 604327"/>
                <a:gd name="csY544" fmla="*/ 330589 h 730448"/>
                <a:gd name="csX545" fmla="*/ 148096 w 604327"/>
                <a:gd name="csY545" fmla="*/ 332500 h 730448"/>
                <a:gd name="csX546" fmla="*/ 143796 w 604327"/>
                <a:gd name="csY546" fmla="*/ 333933 h 730448"/>
                <a:gd name="csX547" fmla="*/ 129465 w 604327"/>
                <a:gd name="csY547" fmla="*/ 334411 h 730448"/>
                <a:gd name="csX548" fmla="*/ 126121 w 604327"/>
                <a:gd name="csY548" fmla="*/ 333933 h 730448"/>
                <a:gd name="csX549" fmla="*/ 117999 w 604327"/>
                <a:gd name="csY549" fmla="*/ 327722 h 730448"/>
                <a:gd name="csX550" fmla="*/ 110833 w 604327"/>
                <a:gd name="csY550" fmla="*/ 329633 h 730448"/>
                <a:gd name="csX551" fmla="*/ 107489 w 604327"/>
                <a:gd name="csY551" fmla="*/ 329633 h 730448"/>
                <a:gd name="csX552" fmla="*/ 102234 w 604327"/>
                <a:gd name="csY552" fmla="*/ 324856 h 730448"/>
                <a:gd name="csX553" fmla="*/ 100323 w 604327"/>
                <a:gd name="csY553" fmla="*/ 322467 h 730448"/>
                <a:gd name="csX554" fmla="*/ 100801 w 604327"/>
                <a:gd name="csY554" fmla="*/ 318646 h 730448"/>
                <a:gd name="csX555" fmla="*/ 103667 w 604327"/>
                <a:gd name="csY555" fmla="*/ 311480 h 730448"/>
                <a:gd name="csX556" fmla="*/ 107489 w 604327"/>
                <a:gd name="csY556" fmla="*/ 304314 h 730448"/>
                <a:gd name="csX557" fmla="*/ 119910 w 604327"/>
                <a:gd name="csY557" fmla="*/ 289026 h 730448"/>
                <a:gd name="csX558" fmla="*/ 127554 w 604327"/>
                <a:gd name="csY558" fmla="*/ 281383 h 730448"/>
                <a:gd name="csX559" fmla="*/ 138542 w 604327"/>
                <a:gd name="csY559" fmla="*/ 275172 h 730448"/>
                <a:gd name="csX560" fmla="*/ 165294 w 604327"/>
                <a:gd name="csY560" fmla="*/ 268006 h 730448"/>
                <a:gd name="csX561" fmla="*/ 166250 w 604327"/>
                <a:gd name="csY561" fmla="*/ 262751 h 730448"/>
                <a:gd name="csX562" fmla="*/ 139497 w 604327"/>
                <a:gd name="csY562" fmla="*/ 268484 h 730448"/>
                <a:gd name="csX563" fmla="*/ 117044 w 604327"/>
                <a:gd name="csY563" fmla="*/ 276128 h 730448"/>
                <a:gd name="csX564" fmla="*/ 113222 w 604327"/>
                <a:gd name="csY564" fmla="*/ 278516 h 730448"/>
                <a:gd name="csX565" fmla="*/ 107967 w 604327"/>
                <a:gd name="csY565" fmla="*/ 285682 h 730448"/>
                <a:gd name="csX566" fmla="*/ 91246 w 604327"/>
                <a:gd name="csY566" fmla="*/ 311480 h 730448"/>
                <a:gd name="csX567" fmla="*/ 85991 w 604327"/>
                <a:gd name="csY567" fmla="*/ 317690 h 730448"/>
                <a:gd name="csX568" fmla="*/ 78825 w 604327"/>
                <a:gd name="csY568" fmla="*/ 319123 h 730448"/>
                <a:gd name="csX569" fmla="*/ 73093 w 604327"/>
                <a:gd name="csY569" fmla="*/ 317212 h 730448"/>
                <a:gd name="csX570" fmla="*/ 68315 w 604327"/>
                <a:gd name="csY570" fmla="*/ 313868 h 730448"/>
                <a:gd name="csX571" fmla="*/ 60672 w 604327"/>
                <a:gd name="csY571" fmla="*/ 306702 h 730448"/>
                <a:gd name="csX572" fmla="*/ 54461 w 604327"/>
                <a:gd name="csY572" fmla="*/ 302403 h 730448"/>
                <a:gd name="csX573" fmla="*/ 52073 w 604327"/>
                <a:gd name="csY573" fmla="*/ 299536 h 730448"/>
                <a:gd name="csX574" fmla="*/ 50162 w 604327"/>
                <a:gd name="csY574" fmla="*/ 297148 h 730448"/>
                <a:gd name="csX575" fmla="*/ 48728 w 604327"/>
                <a:gd name="csY575" fmla="*/ 293804 h 730448"/>
                <a:gd name="csX576" fmla="*/ 47773 w 604327"/>
                <a:gd name="csY576" fmla="*/ 289982 h 730448"/>
                <a:gd name="csX577" fmla="*/ 49684 w 604327"/>
                <a:gd name="csY577" fmla="*/ 287115 h 730448"/>
                <a:gd name="csX578" fmla="*/ 64971 w 604327"/>
                <a:gd name="csY578" fmla="*/ 279949 h 730448"/>
                <a:gd name="csX579" fmla="*/ 85036 w 604327"/>
                <a:gd name="csY579" fmla="*/ 281383 h 730448"/>
                <a:gd name="csX580" fmla="*/ 94113 w 604327"/>
                <a:gd name="csY580" fmla="*/ 279949 h 730448"/>
                <a:gd name="csX581" fmla="*/ 103189 w 604327"/>
                <a:gd name="csY581" fmla="*/ 276128 h 730448"/>
                <a:gd name="csX582" fmla="*/ 116566 w 604327"/>
                <a:gd name="csY582" fmla="*/ 265618 h 730448"/>
                <a:gd name="csX583" fmla="*/ 130898 w 604327"/>
                <a:gd name="csY583" fmla="*/ 250808 h 730448"/>
                <a:gd name="csX584" fmla="*/ 133764 w 604327"/>
                <a:gd name="csY584" fmla="*/ 246508 h 730448"/>
                <a:gd name="csX585" fmla="*/ 128509 w 604327"/>
                <a:gd name="csY585" fmla="*/ 245075 h 730448"/>
                <a:gd name="csX586" fmla="*/ 124210 w 604327"/>
                <a:gd name="csY586" fmla="*/ 246508 h 730448"/>
                <a:gd name="csX587" fmla="*/ 115133 w 604327"/>
                <a:gd name="csY587" fmla="*/ 251763 h 730448"/>
                <a:gd name="csX588" fmla="*/ 100323 w 604327"/>
                <a:gd name="csY588" fmla="*/ 265618 h 730448"/>
                <a:gd name="csX589" fmla="*/ 87424 w 604327"/>
                <a:gd name="csY589" fmla="*/ 270873 h 730448"/>
                <a:gd name="csX590" fmla="*/ 55416 w 604327"/>
                <a:gd name="csY590" fmla="*/ 273261 h 730448"/>
                <a:gd name="csX591" fmla="*/ 45384 w 604327"/>
                <a:gd name="csY591" fmla="*/ 277083 h 730448"/>
                <a:gd name="csX592" fmla="*/ 40607 w 604327"/>
                <a:gd name="csY592" fmla="*/ 276128 h 730448"/>
                <a:gd name="csX593" fmla="*/ 37263 w 604327"/>
                <a:gd name="csY593" fmla="*/ 272784 h 730448"/>
                <a:gd name="csX594" fmla="*/ 33441 w 604327"/>
                <a:gd name="csY594" fmla="*/ 265618 h 730448"/>
                <a:gd name="csX595" fmla="*/ 34397 w 604327"/>
                <a:gd name="csY595" fmla="*/ 259885 h 730448"/>
                <a:gd name="csX596" fmla="*/ 42040 w 604327"/>
                <a:gd name="csY596" fmla="*/ 253674 h 730448"/>
                <a:gd name="csX597" fmla="*/ 47773 w 604327"/>
                <a:gd name="csY597" fmla="*/ 251763 h 730448"/>
                <a:gd name="csX598" fmla="*/ 48728 w 604327"/>
                <a:gd name="csY598" fmla="*/ 250808 h 730448"/>
                <a:gd name="csX599" fmla="*/ 40607 w 604327"/>
                <a:gd name="csY599" fmla="*/ 244598 h 730448"/>
                <a:gd name="csX600" fmla="*/ 39651 w 604327"/>
                <a:gd name="csY600" fmla="*/ 241253 h 730448"/>
                <a:gd name="csX601" fmla="*/ 44429 w 604327"/>
                <a:gd name="csY601" fmla="*/ 234087 h 730448"/>
                <a:gd name="csX602" fmla="*/ 55416 w 604327"/>
                <a:gd name="csY602" fmla="*/ 223577 h 730448"/>
                <a:gd name="csX603" fmla="*/ 60672 w 604327"/>
                <a:gd name="csY603" fmla="*/ 220233 h 730448"/>
                <a:gd name="csX604" fmla="*/ 70226 w 604327"/>
                <a:gd name="csY604" fmla="*/ 217845 h 730448"/>
                <a:gd name="csX605" fmla="*/ 80736 w 604327"/>
                <a:gd name="csY605" fmla="*/ 219278 h 730448"/>
                <a:gd name="csX606" fmla="*/ 80736 w 604327"/>
                <a:gd name="csY606" fmla="*/ 216889 h 730448"/>
                <a:gd name="csX607" fmla="*/ 71182 w 604327"/>
                <a:gd name="csY607" fmla="*/ 213067 h 730448"/>
                <a:gd name="csX608" fmla="*/ 63538 w 604327"/>
                <a:gd name="csY608" fmla="*/ 212112 h 730448"/>
                <a:gd name="csX609" fmla="*/ 53506 w 604327"/>
                <a:gd name="csY609" fmla="*/ 214978 h 730448"/>
                <a:gd name="csX610" fmla="*/ 27231 w 604327"/>
                <a:gd name="csY610" fmla="*/ 232177 h 730448"/>
                <a:gd name="csX611" fmla="*/ 24842 w 604327"/>
                <a:gd name="csY611" fmla="*/ 231699 h 730448"/>
                <a:gd name="csX612" fmla="*/ 21020 w 604327"/>
                <a:gd name="csY612" fmla="*/ 228832 h 730448"/>
                <a:gd name="csX613" fmla="*/ 22453 w 604327"/>
                <a:gd name="csY613" fmla="*/ 224533 h 730448"/>
                <a:gd name="csX614" fmla="*/ 36307 w 604327"/>
                <a:gd name="csY614" fmla="*/ 206379 h 730448"/>
                <a:gd name="csX615" fmla="*/ 36785 w 604327"/>
                <a:gd name="csY615" fmla="*/ 203513 h 730448"/>
                <a:gd name="csX616" fmla="*/ 26753 w 604327"/>
                <a:gd name="csY616" fmla="*/ 203991 h 730448"/>
                <a:gd name="csX617" fmla="*/ 23886 w 604327"/>
                <a:gd name="csY617" fmla="*/ 203035 h 730448"/>
                <a:gd name="csX618" fmla="*/ 21020 w 604327"/>
                <a:gd name="csY618" fmla="*/ 201124 h 730448"/>
                <a:gd name="csX619" fmla="*/ 16721 w 604327"/>
                <a:gd name="csY619" fmla="*/ 203035 h 730448"/>
                <a:gd name="csX620" fmla="*/ 11466 w 604327"/>
                <a:gd name="csY620" fmla="*/ 208768 h 730448"/>
                <a:gd name="csX621" fmla="*/ 7644 w 604327"/>
                <a:gd name="csY621" fmla="*/ 211634 h 730448"/>
                <a:gd name="csX622" fmla="*/ 5255 w 604327"/>
                <a:gd name="csY622" fmla="*/ 210679 h 730448"/>
                <a:gd name="csX623" fmla="*/ 0 w 604327"/>
                <a:gd name="csY623" fmla="*/ 203513 h 730448"/>
                <a:gd name="csX624" fmla="*/ 478 w 604327"/>
                <a:gd name="csY624" fmla="*/ 197302 h 730448"/>
                <a:gd name="csX625" fmla="*/ 5255 w 604327"/>
                <a:gd name="csY625" fmla="*/ 189659 h 730448"/>
                <a:gd name="csX626" fmla="*/ 9077 w 604327"/>
                <a:gd name="csY626" fmla="*/ 184404 h 730448"/>
                <a:gd name="csX627" fmla="*/ 14809 w 604327"/>
                <a:gd name="csY627" fmla="*/ 179149 h 730448"/>
                <a:gd name="csX628" fmla="*/ 23409 w 604327"/>
                <a:gd name="csY628" fmla="*/ 172938 h 730448"/>
                <a:gd name="csX629" fmla="*/ 30097 w 604327"/>
                <a:gd name="csY629" fmla="*/ 170549 h 730448"/>
                <a:gd name="csX630" fmla="*/ 40607 w 604327"/>
                <a:gd name="csY630" fmla="*/ 170549 h 730448"/>
                <a:gd name="csX631" fmla="*/ 45384 w 604327"/>
                <a:gd name="csY631" fmla="*/ 167683 h 730448"/>
                <a:gd name="csX632" fmla="*/ 50162 w 604327"/>
                <a:gd name="csY632" fmla="*/ 162906 h 730448"/>
                <a:gd name="csX633" fmla="*/ 55416 w 604327"/>
                <a:gd name="csY633" fmla="*/ 154307 h 730448"/>
                <a:gd name="csX634" fmla="*/ 61627 w 604327"/>
                <a:gd name="csY634" fmla="*/ 149052 h 730448"/>
                <a:gd name="csX635" fmla="*/ 71659 w 604327"/>
                <a:gd name="csY635" fmla="*/ 144274 h 730448"/>
                <a:gd name="csX636" fmla="*/ 80258 w 604327"/>
                <a:gd name="csY636" fmla="*/ 145708 h 730448"/>
                <a:gd name="csX637" fmla="*/ 84558 w 604327"/>
                <a:gd name="csY637" fmla="*/ 150007 h 730448"/>
                <a:gd name="csX638" fmla="*/ 88380 w 604327"/>
                <a:gd name="csY638" fmla="*/ 156695 h 730448"/>
                <a:gd name="csX639" fmla="*/ 92202 w 604327"/>
                <a:gd name="csY639" fmla="*/ 162428 h 730448"/>
                <a:gd name="csX640" fmla="*/ 92680 w 604327"/>
                <a:gd name="csY640" fmla="*/ 157651 h 730448"/>
                <a:gd name="csX641" fmla="*/ 96024 w 604327"/>
                <a:gd name="csY641" fmla="*/ 152396 h 730448"/>
                <a:gd name="csX642" fmla="*/ 100323 w 604327"/>
                <a:gd name="csY642" fmla="*/ 150007 h 730448"/>
                <a:gd name="csX643" fmla="*/ 105100 w 604327"/>
                <a:gd name="csY643" fmla="*/ 150963 h 730448"/>
                <a:gd name="csX644" fmla="*/ 109400 w 604327"/>
                <a:gd name="csY644" fmla="*/ 153351 h 730448"/>
                <a:gd name="csX645" fmla="*/ 115133 w 604327"/>
                <a:gd name="csY645" fmla="*/ 160039 h 730448"/>
                <a:gd name="csX646" fmla="*/ 119432 w 604327"/>
                <a:gd name="csY646" fmla="*/ 162906 h 730448"/>
                <a:gd name="csX647" fmla="*/ 121821 w 604327"/>
                <a:gd name="csY647" fmla="*/ 162906 h 730448"/>
                <a:gd name="csX648" fmla="*/ 124210 w 604327"/>
                <a:gd name="csY648" fmla="*/ 159084 h 730448"/>
                <a:gd name="csX649" fmla="*/ 131376 w 604327"/>
                <a:gd name="csY649" fmla="*/ 159084 h 730448"/>
                <a:gd name="csX650" fmla="*/ 131376 w 604327"/>
                <a:gd name="csY650" fmla="*/ 157651 h 730448"/>
                <a:gd name="csX651" fmla="*/ 128987 w 604327"/>
                <a:gd name="csY651" fmla="*/ 153829 h 730448"/>
                <a:gd name="csX652" fmla="*/ 126121 w 604327"/>
                <a:gd name="csY652" fmla="*/ 150963 h 730448"/>
                <a:gd name="csX653" fmla="*/ 101279 w 604327"/>
                <a:gd name="csY653" fmla="*/ 132331 h 730448"/>
                <a:gd name="csX654" fmla="*/ 100323 w 604327"/>
                <a:gd name="csY654" fmla="*/ 128031 h 730448"/>
                <a:gd name="csX655" fmla="*/ 108922 w 604327"/>
                <a:gd name="csY655" fmla="*/ 124210 h 730448"/>
                <a:gd name="csX656" fmla="*/ 114177 w 604327"/>
                <a:gd name="csY656" fmla="*/ 119432 h 730448"/>
                <a:gd name="csX657" fmla="*/ 116566 w 604327"/>
                <a:gd name="csY657" fmla="*/ 117999 h 730448"/>
                <a:gd name="csX658" fmla="*/ 122777 w 604327"/>
                <a:gd name="csY658" fmla="*/ 107967 h 730448"/>
                <a:gd name="csX659" fmla="*/ 127076 w 604327"/>
                <a:gd name="csY659" fmla="*/ 102712 h 730448"/>
                <a:gd name="csX660" fmla="*/ 134720 w 604327"/>
                <a:gd name="csY660" fmla="*/ 96501 h 730448"/>
                <a:gd name="csX661" fmla="*/ 137586 w 604327"/>
                <a:gd name="csY661" fmla="*/ 97935 h 730448"/>
                <a:gd name="csX662" fmla="*/ 141408 w 604327"/>
                <a:gd name="csY662" fmla="*/ 103667 h 730448"/>
                <a:gd name="csX663" fmla="*/ 144752 w 604327"/>
                <a:gd name="csY663" fmla="*/ 107011 h 730448"/>
                <a:gd name="csX664" fmla="*/ 155740 w 604327"/>
                <a:gd name="csY664" fmla="*/ 109878 h 730448"/>
                <a:gd name="csX665" fmla="*/ 160517 w 604327"/>
                <a:gd name="csY665" fmla="*/ 113222 h 730448"/>
                <a:gd name="csX666" fmla="*/ 168638 w 604327"/>
                <a:gd name="csY666" fmla="*/ 132331 h 730448"/>
                <a:gd name="csX667" fmla="*/ 171983 w 604327"/>
                <a:gd name="csY667" fmla="*/ 138064 h 730448"/>
                <a:gd name="csX668" fmla="*/ 176760 w 604327"/>
                <a:gd name="csY668" fmla="*/ 144274 h 730448"/>
                <a:gd name="csX669" fmla="*/ 179149 w 604327"/>
                <a:gd name="csY669" fmla="*/ 146663 h 730448"/>
                <a:gd name="csX670" fmla="*/ 184881 w 604327"/>
                <a:gd name="csY670" fmla="*/ 148096 h 730448"/>
                <a:gd name="csX671" fmla="*/ 185359 w 604327"/>
                <a:gd name="csY671" fmla="*/ 144752 h 730448"/>
                <a:gd name="csX672" fmla="*/ 178671 w 604327"/>
                <a:gd name="csY672" fmla="*/ 136153 h 730448"/>
                <a:gd name="csX673" fmla="*/ 177238 w 604327"/>
                <a:gd name="csY673" fmla="*/ 130898 h 730448"/>
                <a:gd name="csX674" fmla="*/ 177715 w 604327"/>
                <a:gd name="csY674" fmla="*/ 126598 h 730448"/>
                <a:gd name="csX675" fmla="*/ 179149 w 604327"/>
                <a:gd name="csY675" fmla="*/ 124210 h 730448"/>
                <a:gd name="csX676" fmla="*/ 181060 w 604327"/>
                <a:gd name="csY676" fmla="*/ 124210 h 730448"/>
                <a:gd name="csX677" fmla="*/ 186314 w 604327"/>
                <a:gd name="csY677" fmla="*/ 128031 h 730448"/>
                <a:gd name="csX678" fmla="*/ 200169 w 604327"/>
                <a:gd name="csY678" fmla="*/ 140930 h 730448"/>
                <a:gd name="csX679" fmla="*/ 220711 w 604327"/>
                <a:gd name="csY679" fmla="*/ 156218 h 730448"/>
                <a:gd name="csX680" fmla="*/ 228355 w 604327"/>
                <a:gd name="csY680" fmla="*/ 160039 h 730448"/>
                <a:gd name="csX681" fmla="*/ 233610 w 604327"/>
                <a:gd name="csY681" fmla="*/ 165294 h 730448"/>
                <a:gd name="csX682" fmla="*/ 237909 w 604327"/>
                <a:gd name="csY682" fmla="*/ 171505 h 730448"/>
                <a:gd name="csX683" fmla="*/ 242209 w 604327"/>
                <a:gd name="csY683" fmla="*/ 176282 h 730448"/>
                <a:gd name="csX684" fmla="*/ 243164 w 604327"/>
                <a:gd name="csY684" fmla="*/ 175804 h 730448"/>
                <a:gd name="csX685" fmla="*/ 238865 w 604327"/>
                <a:gd name="csY685" fmla="*/ 165772 h 730448"/>
                <a:gd name="csX686" fmla="*/ 228833 w 604327"/>
                <a:gd name="csY686" fmla="*/ 153351 h 730448"/>
                <a:gd name="csX687" fmla="*/ 202557 w 604327"/>
                <a:gd name="csY687" fmla="*/ 131376 h 730448"/>
                <a:gd name="csX688" fmla="*/ 192047 w 604327"/>
                <a:gd name="csY688" fmla="*/ 119910 h 730448"/>
                <a:gd name="csX689" fmla="*/ 186792 w 604327"/>
                <a:gd name="csY689" fmla="*/ 111789 h 730448"/>
                <a:gd name="csX690" fmla="*/ 182970 w 604327"/>
                <a:gd name="csY690" fmla="*/ 104145 h 730448"/>
                <a:gd name="csX691" fmla="*/ 182970 w 604327"/>
                <a:gd name="csY691" fmla="*/ 99368 h 730448"/>
                <a:gd name="csX692" fmla="*/ 186792 w 604327"/>
                <a:gd name="csY692" fmla="*/ 94113 h 730448"/>
                <a:gd name="csX693" fmla="*/ 191569 w 604327"/>
                <a:gd name="csY693" fmla="*/ 90291 h 730448"/>
                <a:gd name="csX694" fmla="*/ 197302 w 604327"/>
                <a:gd name="csY694" fmla="*/ 88380 h 730448"/>
                <a:gd name="csX695" fmla="*/ 198258 w 604327"/>
                <a:gd name="csY695" fmla="*/ 86947 h 730448"/>
                <a:gd name="csX696" fmla="*/ 192525 w 604327"/>
                <a:gd name="csY696" fmla="*/ 80736 h 730448"/>
                <a:gd name="csX697" fmla="*/ 189659 w 604327"/>
                <a:gd name="csY697" fmla="*/ 75004 h 730448"/>
                <a:gd name="csX698" fmla="*/ 189659 w 604327"/>
                <a:gd name="csY698" fmla="*/ 71182 h 730448"/>
                <a:gd name="csX699" fmla="*/ 196347 w 604327"/>
                <a:gd name="csY699" fmla="*/ 68315 h 730448"/>
                <a:gd name="csX700" fmla="*/ 200169 w 604327"/>
                <a:gd name="csY700" fmla="*/ 69271 h 730448"/>
                <a:gd name="csX701" fmla="*/ 207812 w 604327"/>
                <a:gd name="csY701" fmla="*/ 75959 h 730448"/>
                <a:gd name="csX702" fmla="*/ 214501 w 604327"/>
                <a:gd name="csY702" fmla="*/ 79303 h 730448"/>
                <a:gd name="csX703" fmla="*/ 215456 w 604327"/>
                <a:gd name="csY703" fmla="*/ 77392 h 730448"/>
                <a:gd name="csX704" fmla="*/ 208768 w 604327"/>
                <a:gd name="csY704" fmla="*/ 58761 h 730448"/>
                <a:gd name="csX705" fmla="*/ 208290 w 604327"/>
                <a:gd name="csY705" fmla="*/ 54939 h 730448"/>
                <a:gd name="csX706" fmla="*/ 209245 w 604327"/>
                <a:gd name="csY706" fmla="*/ 52073 h 730448"/>
                <a:gd name="csX707" fmla="*/ 211634 w 604327"/>
                <a:gd name="csY707" fmla="*/ 49684 h 730448"/>
                <a:gd name="csX708" fmla="*/ 218322 w 604327"/>
                <a:gd name="csY708" fmla="*/ 51117 h 730448"/>
                <a:gd name="csX709" fmla="*/ 230266 w 604327"/>
                <a:gd name="csY709" fmla="*/ 60194 h 730448"/>
                <a:gd name="csX710" fmla="*/ 250808 w 604327"/>
                <a:gd name="csY710" fmla="*/ 64971 h 730448"/>
                <a:gd name="csX711" fmla="*/ 256541 w 604327"/>
                <a:gd name="csY711" fmla="*/ 64016 h 730448"/>
                <a:gd name="csX712" fmla="*/ 255585 w 604327"/>
                <a:gd name="csY712" fmla="*/ 62105 h 730448"/>
                <a:gd name="csX713" fmla="*/ 247464 w 604327"/>
                <a:gd name="csY713" fmla="*/ 56372 h 730448"/>
                <a:gd name="csX714" fmla="*/ 238865 w 604327"/>
                <a:gd name="csY714" fmla="*/ 48728 h 730448"/>
                <a:gd name="csX715" fmla="*/ 235043 w 604327"/>
                <a:gd name="csY715" fmla="*/ 44429 h 730448"/>
                <a:gd name="csX716" fmla="*/ 232176 w 604327"/>
                <a:gd name="csY716" fmla="*/ 38218 h 730448"/>
                <a:gd name="csX717" fmla="*/ 228833 w 604327"/>
                <a:gd name="csY717" fmla="*/ 32963 h 730448"/>
                <a:gd name="csX718" fmla="*/ 228355 w 604327"/>
                <a:gd name="csY718" fmla="*/ 30575 h 730448"/>
                <a:gd name="csX719" fmla="*/ 233610 w 604327"/>
                <a:gd name="csY719" fmla="*/ 26275 h 730448"/>
                <a:gd name="csX720" fmla="*/ 247942 w 604327"/>
                <a:gd name="csY720" fmla="*/ 27231 h 730448"/>
                <a:gd name="csX721" fmla="*/ 260840 w 604327"/>
                <a:gd name="csY721" fmla="*/ 33441 h 730448"/>
                <a:gd name="csX722" fmla="*/ 271828 w 604327"/>
                <a:gd name="csY722" fmla="*/ 31052 h 730448"/>
                <a:gd name="csX723" fmla="*/ 278994 w 604327"/>
                <a:gd name="csY723" fmla="*/ 32963 h 730448"/>
                <a:gd name="csX724" fmla="*/ 281383 w 604327"/>
                <a:gd name="csY724" fmla="*/ 34397 h 730448"/>
                <a:gd name="csX725" fmla="*/ 286638 w 604327"/>
                <a:gd name="csY725" fmla="*/ 41085 h 730448"/>
                <a:gd name="csX726" fmla="*/ 302403 w 604327"/>
                <a:gd name="csY726" fmla="*/ 65449 h 730448"/>
                <a:gd name="csX727" fmla="*/ 304314 w 604327"/>
                <a:gd name="csY727" fmla="*/ 69271 h 730448"/>
                <a:gd name="csX728" fmla="*/ 306224 w 604327"/>
                <a:gd name="csY728" fmla="*/ 75004 h 730448"/>
                <a:gd name="csX729" fmla="*/ 308135 w 604327"/>
                <a:gd name="csY729" fmla="*/ 82647 h 730448"/>
                <a:gd name="csX730" fmla="*/ 310524 w 604327"/>
                <a:gd name="csY730" fmla="*/ 84558 h 730448"/>
                <a:gd name="csX731" fmla="*/ 315779 w 604327"/>
                <a:gd name="csY731" fmla="*/ 79303 h 730448"/>
                <a:gd name="csX732" fmla="*/ 319601 w 604327"/>
                <a:gd name="csY732" fmla="*/ 74048 h 730448"/>
                <a:gd name="csX733" fmla="*/ 318168 w 604327"/>
                <a:gd name="csY733" fmla="*/ 69271 h 730448"/>
                <a:gd name="csX734" fmla="*/ 309091 w 604327"/>
                <a:gd name="csY734" fmla="*/ 57805 h 730448"/>
                <a:gd name="csX735" fmla="*/ 307180 w 604327"/>
                <a:gd name="csY735" fmla="*/ 53028 h 730448"/>
                <a:gd name="csX736" fmla="*/ 302881 w 604327"/>
                <a:gd name="csY736" fmla="*/ 44429 h 730448"/>
                <a:gd name="csX737" fmla="*/ 292848 w 604327"/>
                <a:gd name="csY737" fmla="*/ 29141 h 730448"/>
                <a:gd name="csX738" fmla="*/ 290459 w 604327"/>
                <a:gd name="csY738" fmla="*/ 21976 h 730448"/>
                <a:gd name="csX739" fmla="*/ 288549 w 604327"/>
                <a:gd name="csY739" fmla="*/ 16243 h 730448"/>
                <a:gd name="csX740" fmla="*/ 315779 w 604327"/>
                <a:gd name="csY740" fmla="*/ 10032 h 730448"/>
                <a:gd name="csX741" fmla="*/ 342532 w 604327"/>
                <a:gd name="csY741" fmla="*/ 15287 h 730448"/>
                <a:gd name="csX742" fmla="*/ 346354 w 604327"/>
                <a:gd name="csY742" fmla="*/ 19109 h 730448"/>
                <a:gd name="csX743" fmla="*/ 349220 w 604327"/>
                <a:gd name="csY743" fmla="*/ 23886 h 730448"/>
                <a:gd name="csX744" fmla="*/ 352087 w 604327"/>
                <a:gd name="csY744" fmla="*/ 31530 h 730448"/>
                <a:gd name="csX745" fmla="*/ 356386 w 604327"/>
                <a:gd name="csY745" fmla="*/ 39174 h 730448"/>
                <a:gd name="csX746" fmla="*/ 364985 w 604327"/>
                <a:gd name="csY746" fmla="*/ 50639 h 730448"/>
                <a:gd name="csX747" fmla="*/ 376929 w 604327"/>
                <a:gd name="csY747" fmla="*/ 58283 h 730448"/>
                <a:gd name="csX748" fmla="*/ 375018 w 604327"/>
                <a:gd name="csY748" fmla="*/ 53028 h 730448"/>
                <a:gd name="csX749" fmla="*/ 365941 w 604327"/>
                <a:gd name="csY749" fmla="*/ 40129 h 730448"/>
                <a:gd name="csX750" fmla="*/ 361641 w 604327"/>
                <a:gd name="csY750" fmla="*/ 31530 h 730448"/>
                <a:gd name="csX751" fmla="*/ 361641 w 604327"/>
                <a:gd name="csY751" fmla="*/ 25320 h 730448"/>
                <a:gd name="csX752" fmla="*/ 362119 w 604327"/>
                <a:gd name="csY752" fmla="*/ 20542 h 730448"/>
                <a:gd name="csX753" fmla="*/ 364030 w 604327"/>
                <a:gd name="csY753" fmla="*/ 17676 h 730448"/>
                <a:gd name="csX754" fmla="*/ 374062 w 604327"/>
                <a:gd name="csY754" fmla="*/ 5255 h 730448"/>
                <a:gd name="csX755" fmla="*/ 388872 w 604327"/>
                <a:gd name="csY755" fmla="*/ 1433 h 730448"/>
                <a:gd name="csX756" fmla="*/ 390305 w 604327"/>
                <a:gd name="csY756" fmla="*/ 1911 h 730448"/>
                <a:gd name="csX757" fmla="*/ 401770 w 604327"/>
                <a:gd name="csY757" fmla="*/ 21020 h 730448"/>
                <a:gd name="csX758" fmla="*/ 407503 w 604327"/>
                <a:gd name="csY758" fmla="*/ 28664 h 730448"/>
                <a:gd name="csX759" fmla="*/ 411325 w 604327"/>
                <a:gd name="csY759" fmla="*/ 32008 h 730448"/>
                <a:gd name="csX760" fmla="*/ 411325 w 604327"/>
                <a:gd name="csY760" fmla="*/ 30575 h 730448"/>
                <a:gd name="csX761" fmla="*/ 406070 w 604327"/>
                <a:gd name="csY761" fmla="*/ 21976 h 730448"/>
                <a:gd name="csX762" fmla="*/ 402248 w 604327"/>
                <a:gd name="csY762" fmla="*/ 17198 h 730448"/>
                <a:gd name="csX763" fmla="*/ 401770 w 604327"/>
                <a:gd name="csY763" fmla="*/ 14332 h 730448"/>
                <a:gd name="csX764" fmla="*/ 408459 w 604327"/>
                <a:gd name="csY764" fmla="*/ 4777 h 730448"/>
                <a:gd name="csX765" fmla="*/ 412758 w 604327"/>
                <a:gd name="csY765" fmla="*/ 2389 h 730448"/>
                <a:gd name="csX766" fmla="*/ 430434 w 604327"/>
                <a:gd name="csY766" fmla="*/ 0 h 730448"/>
                <a:gd name="csX767" fmla="*/ 432345 w 604327"/>
                <a:gd name="csY767" fmla="*/ 955 h 730448"/>
                <a:gd name="csX768" fmla="*/ 434256 w 604327"/>
                <a:gd name="csY768" fmla="*/ 3344 h 730448"/>
                <a:gd name="csX769" fmla="*/ 438556 w 604327"/>
                <a:gd name="csY769" fmla="*/ 13376 h 730448"/>
                <a:gd name="csX770" fmla="*/ 439989 w 604327"/>
                <a:gd name="csY770" fmla="*/ 14810 h 730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</a:cxnLst>
              <a:rect l="l" t="t" r="r" b="b"/>
              <a:pathLst>
                <a:path w="604327" h="730448">
                  <a:moveTo>
                    <a:pt x="439989" y="14810"/>
                  </a:moveTo>
                  <a:lnTo>
                    <a:pt x="456232" y="17676"/>
                  </a:lnTo>
                  <a:lnTo>
                    <a:pt x="461487" y="16721"/>
                  </a:lnTo>
                  <a:lnTo>
                    <a:pt x="467219" y="22931"/>
                  </a:lnTo>
                  <a:lnTo>
                    <a:pt x="471041" y="23886"/>
                  </a:lnTo>
                  <a:lnTo>
                    <a:pt x="476774" y="22453"/>
                  </a:lnTo>
                  <a:lnTo>
                    <a:pt x="481551" y="24364"/>
                  </a:lnTo>
                  <a:lnTo>
                    <a:pt x="497316" y="25797"/>
                  </a:lnTo>
                  <a:lnTo>
                    <a:pt x="500660" y="28186"/>
                  </a:lnTo>
                  <a:lnTo>
                    <a:pt x="500660" y="31530"/>
                  </a:lnTo>
                  <a:lnTo>
                    <a:pt x="497316" y="37741"/>
                  </a:lnTo>
                  <a:lnTo>
                    <a:pt x="492539" y="43951"/>
                  </a:lnTo>
                  <a:lnTo>
                    <a:pt x="462442" y="64493"/>
                  </a:lnTo>
                  <a:lnTo>
                    <a:pt x="460053" y="67838"/>
                  </a:lnTo>
                  <a:lnTo>
                    <a:pt x="466264" y="68793"/>
                  </a:lnTo>
                  <a:lnTo>
                    <a:pt x="474863" y="67838"/>
                  </a:lnTo>
                  <a:lnTo>
                    <a:pt x="481551" y="65927"/>
                  </a:lnTo>
                  <a:lnTo>
                    <a:pt x="489195" y="58761"/>
                  </a:lnTo>
                  <a:lnTo>
                    <a:pt x="492061" y="58283"/>
                  </a:lnTo>
                  <a:lnTo>
                    <a:pt x="497316" y="54939"/>
                  </a:lnTo>
                  <a:lnTo>
                    <a:pt x="506871" y="45862"/>
                  </a:lnTo>
                  <a:lnTo>
                    <a:pt x="514515" y="40607"/>
                  </a:lnTo>
                  <a:lnTo>
                    <a:pt x="518336" y="42996"/>
                  </a:lnTo>
                  <a:lnTo>
                    <a:pt x="521203" y="46340"/>
                  </a:lnTo>
                  <a:lnTo>
                    <a:pt x="523114" y="46818"/>
                  </a:lnTo>
                  <a:lnTo>
                    <a:pt x="524069" y="43951"/>
                  </a:lnTo>
                  <a:lnTo>
                    <a:pt x="525980" y="36785"/>
                  </a:lnTo>
                  <a:lnTo>
                    <a:pt x="526936" y="33919"/>
                  </a:lnTo>
                  <a:lnTo>
                    <a:pt x="529324" y="32008"/>
                  </a:lnTo>
                  <a:lnTo>
                    <a:pt x="530757" y="32008"/>
                  </a:lnTo>
                  <a:lnTo>
                    <a:pt x="533624" y="35830"/>
                  </a:lnTo>
                  <a:lnTo>
                    <a:pt x="536490" y="43951"/>
                  </a:lnTo>
                  <a:lnTo>
                    <a:pt x="538879" y="49684"/>
                  </a:lnTo>
                  <a:lnTo>
                    <a:pt x="540312" y="50162"/>
                  </a:lnTo>
                  <a:lnTo>
                    <a:pt x="546045" y="43473"/>
                  </a:lnTo>
                  <a:lnTo>
                    <a:pt x="549389" y="42518"/>
                  </a:lnTo>
                  <a:lnTo>
                    <a:pt x="556077" y="44907"/>
                  </a:lnTo>
                  <a:lnTo>
                    <a:pt x="558943" y="47773"/>
                  </a:lnTo>
                  <a:lnTo>
                    <a:pt x="559421" y="51117"/>
                  </a:lnTo>
                  <a:lnTo>
                    <a:pt x="557510" y="53983"/>
                  </a:lnTo>
                  <a:lnTo>
                    <a:pt x="556555" y="56850"/>
                  </a:lnTo>
                  <a:lnTo>
                    <a:pt x="556077" y="59238"/>
                  </a:lnTo>
                  <a:lnTo>
                    <a:pt x="557032" y="62105"/>
                  </a:lnTo>
                  <a:lnTo>
                    <a:pt x="560854" y="67838"/>
                  </a:lnTo>
                  <a:lnTo>
                    <a:pt x="567065" y="80259"/>
                  </a:lnTo>
                  <a:lnTo>
                    <a:pt x="567065" y="85036"/>
                  </a:lnTo>
                  <a:lnTo>
                    <a:pt x="563721" y="94113"/>
                  </a:lnTo>
                  <a:lnTo>
                    <a:pt x="563721" y="96501"/>
                  </a:lnTo>
                  <a:lnTo>
                    <a:pt x="579008" y="86469"/>
                  </a:lnTo>
                  <a:lnTo>
                    <a:pt x="594773" y="91246"/>
                  </a:lnTo>
                  <a:lnTo>
                    <a:pt x="599073" y="94113"/>
                  </a:lnTo>
                  <a:lnTo>
                    <a:pt x="600506" y="97457"/>
                  </a:lnTo>
                  <a:lnTo>
                    <a:pt x="602417" y="103190"/>
                  </a:lnTo>
                  <a:lnTo>
                    <a:pt x="604328" y="111311"/>
                  </a:lnTo>
                  <a:lnTo>
                    <a:pt x="602895" y="119910"/>
                  </a:lnTo>
                  <a:lnTo>
                    <a:pt x="596206" y="132331"/>
                  </a:lnTo>
                  <a:lnTo>
                    <a:pt x="589040" y="142363"/>
                  </a:lnTo>
                  <a:lnTo>
                    <a:pt x="585219" y="150963"/>
                  </a:lnTo>
                  <a:lnTo>
                    <a:pt x="578530" y="156218"/>
                  </a:lnTo>
                  <a:lnTo>
                    <a:pt x="557032" y="176760"/>
                  </a:lnTo>
                  <a:lnTo>
                    <a:pt x="546523" y="183448"/>
                  </a:lnTo>
                  <a:lnTo>
                    <a:pt x="540312" y="190136"/>
                  </a:lnTo>
                  <a:lnTo>
                    <a:pt x="537446" y="191092"/>
                  </a:lnTo>
                  <a:lnTo>
                    <a:pt x="524547" y="189659"/>
                  </a:lnTo>
                  <a:lnTo>
                    <a:pt x="521203" y="193480"/>
                  </a:lnTo>
                  <a:lnTo>
                    <a:pt x="519292" y="199213"/>
                  </a:lnTo>
                  <a:lnTo>
                    <a:pt x="514992" y="202080"/>
                  </a:lnTo>
                  <a:lnTo>
                    <a:pt x="509259" y="204468"/>
                  </a:lnTo>
                  <a:lnTo>
                    <a:pt x="496839" y="205901"/>
                  </a:lnTo>
                  <a:lnTo>
                    <a:pt x="493972" y="212590"/>
                  </a:lnTo>
                  <a:lnTo>
                    <a:pt x="493494" y="216889"/>
                  </a:lnTo>
                  <a:lnTo>
                    <a:pt x="492061" y="220233"/>
                  </a:lnTo>
                  <a:lnTo>
                    <a:pt x="491106" y="222144"/>
                  </a:lnTo>
                  <a:lnTo>
                    <a:pt x="455754" y="245553"/>
                  </a:lnTo>
                  <a:lnTo>
                    <a:pt x="455276" y="249375"/>
                  </a:lnTo>
                  <a:lnTo>
                    <a:pt x="458620" y="250808"/>
                  </a:lnTo>
                  <a:lnTo>
                    <a:pt x="463398" y="249375"/>
                  </a:lnTo>
                  <a:lnTo>
                    <a:pt x="514515" y="221189"/>
                  </a:lnTo>
                  <a:lnTo>
                    <a:pt x="524069" y="219278"/>
                  </a:lnTo>
                  <a:lnTo>
                    <a:pt x="533624" y="221189"/>
                  </a:lnTo>
                  <a:lnTo>
                    <a:pt x="532191" y="227877"/>
                  </a:lnTo>
                  <a:lnTo>
                    <a:pt x="519292" y="246508"/>
                  </a:lnTo>
                  <a:lnTo>
                    <a:pt x="503049" y="262751"/>
                  </a:lnTo>
                  <a:lnTo>
                    <a:pt x="494928" y="275172"/>
                  </a:lnTo>
                  <a:lnTo>
                    <a:pt x="473908" y="296192"/>
                  </a:lnTo>
                  <a:lnTo>
                    <a:pt x="457187" y="316735"/>
                  </a:lnTo>
                  <a:lnTo>
                    <a:pt x="450499" y="327245"/>
                  </a:lnTo>
                  <a:lnTo>
                    <a:pt x="441900" y="345398"/>
                  </a:lnTo>
                  <a:lnTo>
                    <a:pt x="439033" y="349698"/>
                  </a:lnTo>
                  <a:lnTo>
                    <a:pt x="435211" y="351131"/>
                  </a:lnTo>
                  <a:lnTo>
                    <a:pt x="430912" y="350653"/>
                  </a:lnTo>
                  <a:lnTo>
                    <a:pt x="427090" y="347787"/>
                  </a:lnTo>
                  <a:lnTo>
                    <a:pt x="421835" y="341099"/>
                  </a:lnTo>
                  <a:lnTo>
                    <a:pt x="417058" y="333455"/>
                  </a:lnTo>
                  <a:lnTo>
                    <a:pt x="415625" y="332500"/>
                  </a:lnTo>
                  <a:lnTo>
                    <a:pt x="416580" y="335844"/>
                  </a:lnTo>
                  <a:lnTo>
                    <a:pt x="425657" y="360686"/>
                  </a:lnTo>
                  <a:lnTo>
                    <a:pt x="424702" y="365463"/>
                  </a:lnTo>
                  <a:lnTo>
                    <a:pt x="407981" y="370718"/>
                  </a:lnTo>
                  <a:lnTo>
                    <a:pt x="400815" y="375018"/>
                  </a:lnTo>
                  <a:lnTo>
                    <a:pt x="396993" y="375973"/>
                  </a:lnTo>
                  <a:lnTo>
                    <a:pt x="394127" y="375018"/>
                  </a:lnTo>
                  <a:lnTo>
                    <a:pt x="391738" y="375495"/>
                  </a:lnTo>
                  <a:lnTo>
                    <a:pt x="388872" y="377406"/>
                  </a:lnTo>
                  <a:lnTo>
                    <a:pt x="388872" y="379317"/>
                  </a:lnTo>
                  <a:lnTo>
                    <a:pt x="391261" y="381228"/>
                  </a:lnTo>
                  <a:lnTo>
                    <a:pt x="397949" y="383139"/>
                  </a:lnTo>
                  <a:lnTo>
                    <a:pt x="412280" y="377406"/>
                  </a:lnTo>
                  <a:lnTo>
                    <a:pt x="414669" y="377884"/>
                  </a:lnTo>
                  <a:lnTo>
                    <a:pt x="418491" y="380750"/>
                  </a:lnTo>
                  <a:lnTo>
                    <a:pt x="418969" y="383139"/>
                  </a:lnTo>
                  <a:lnTo>
                    <a:pt x="414669" y="390783"/>
                  </a:lnTo>
                  <a:lnTo>
                    <a:pt x="403204" y="399860"/>
                  </a:lnTo>
                  <a:lnTo>
                    <a:pt x="404637" y="400337"/>
                  </a:lnTo>
                  <a:lnTo>
                    <a:pt x="407981" y="403204"/>
                  </a:lnTo>
                  <a:lnTo>
                    <a:pt x="407981" y="406070"/>
                  </a:lnTo>
                  <a:lnTo>
                    <a:pt x="404159" y="412758"/>
                  </a:lnTo>
                  <a:lnTo>
                    <a:pt x="402248" y="415147"/>
                  </a:lnTo>
                  <a:lnTo>
                    <a:pt x="390783" y="421357"/>
                  </a:lnTo>
                  <a:lnTo>
                    <a:pt x="386005" y="422791"/>
                  </a:lnTo>
                  <a:lnTo>
                    <a:pt x="381706" y="421835"/>
                  </a:lnTo>
                  <a:lnTo>
                    <a:pt x="361641" y="408459"/>
                  </a:lnTo>
                  <a:lnTo>
                    <a:pt x="354475" y="406548"/>
                  </a:lnTo>
                  <a:lnTo>
                    <a:pt x="347787" y="402726"/>
                  </a:lnTo>
                  <a:lnTo>
                    <a:pt x="342532" y="403681"/>
                  </a:lnTo>
                  <a:lnTo>
                    <a:pt x="337277" y="407503"/>
                  </a:lnTo>
                  <a:lnTo>
                    <a:pt x="339666" y="409414"/>
                  </a:lnTo>
                  <a:lnTo>
                    <a:pt x="349698" y="413236"/>
                  </a:lnTo>
                  <a:lnTo>
                    <a:pt x="357819" y="414191"/>
                  </a:lnTo>
                  <a:lnTo>
                    <a:pt x="361163" y="415625"/>
                  </a:lnTo>
                  <a:lnTo>
                    <a:pt x="362119" y="418013"/>
                  </a:lnTo>
                  <a:lnTo>
                    <a:pt x="365941" y="427090"/>
                  </a:lnTo>
                  <a:lnTo>
                    <a:pt x="366419" y="431867"/>
                  </a:lnTo>
                  <a:lnTo>
                    <a:pt x="365463" y="436167"/>
                  </a:lnTo>
                  <a:lnTo>
                    <a:pt x="364508" y="439511"/>
                  </a:lnTo>
                  <a:lnTo>
                    <a:pt x="363074" y="440944"/>
                  </a:lnTo>
                  <a:lnTo>
                    <a:pt x="361163" y="441900"/>
                  </a:lnTo>
                  <a:lnTo>
                    <a:pt x="353042" y="441422"/>
                  </a:lnTo>
                  <a:lnTo>
                    <a:pt x="350176" y="442377"/>
                  </a:lnTo>
                  <a:lnTo>
                    <a:pt x="346831" y="445244"/>
                  </a:lnTo>
                  <a:lnTo>
                    <a:pt x="342532" y="446199"/>
                  </a:lnTo>
                  <a:lnTo>
                    <a:pt x="334888" y="445722"/>
                  </a:lnTo>
                  <a:lnTo>
                    <a:pt x="325812" y="449543"/>
                  </a:lnTo>
                  <a:lnTo>
                    <a:pt x="320556" y="450021"/>
                  </a:lnTo>
                  <a:lnTo>
                    <a:pt x="315301" y="448588"/>
                  </a:lnTo>
                  <a:lnTo>
                    <a:pt x="309569" y="444288"/>
                  </a:lnTo>
                  <a:lnTo>
                    <a:pt x="303358" y="441900"/>
                  </a:lnTo>
                  <a:lnTo>
                    <a:pt x="292848" y="440467"/>
                  </a:lnTo>
                  <a:lnTo>
                    <a:pt x="293804" y="442855"/>
                  </a:lnTo>
                  <a:lnTo>
                    <a:pt x="297625" y="443811"/>
                  </a:lnTo>
                  <a:lnTo>
                    <a:pt x="304791" y="450021"/>
                  </a:lnTo>
                  <a:lnTo>
                    <a:pt x="308613" y="458620"/>
                  </a:lnTo>
                  <a:lnTo>
                    <a:pt x="311957" y="460053"/>
                  </a:lnTo>
                  <a:lnTo>
                    <a:pt x="318646" y="467219"/>
                  </a:lnTo>
                  <a:lnTo>
                    <a:pt x="323901" y="468175"/>
                  </a:lnTo>
                  <a:lnTo>
                    <a:pt x="329156" y="470564"/>
                  </a:lnTo>
                  <a:lnTo>
                    <a:pt x="336322" y="467697"/>
                  </a:lnTo>
                  <a:lnTo>
                    <a:pt x="341099" y="468175"/>
                  </a:lnTo>
                  <a:lnTo>
                    <a:pt x="340143" y="485373"/>
                  </a:lnTo>
                  <a:lnTo>
                    <a:pt x="337755" y="486806"/>
                  </a:lnTo>
                  <a:lnTo>
                    <a:pt x="326289" y="486806"/>
                  </a:lnTo>
                  <a:lnTo>
                    <a:pt x="320556" y="484418"/>
                  </a:lnTo>
                  <a:lnTo>
                    <a:pt x="318168" y="482029"/>
                  </a:lnTo>
                  <a:lnTo>
                    <a:pt x="312435" y="479163"/>
                  </a:lnTo>
                  <a:lnTo>
                    <a:pt x="307658" y="480596"/>
                  </a:lnTo>
                  <a:lnTo>
                    <a:pt x="303358" y="480118"/>
                  </a:lnTo>
                  <a:lnTo>
                    <a:pt x="300492" y="482029"/>
                  </a:lnTo>
                  <a:lnTo>
                    <a:pt x="295715" y="482029"/>
                  </a:lnTo>
                  <a:lnTo>
                    <a:pt x="283294" y="484895"/>
                  </a:lnTo>
                  <a:lnTo>
                    <a:pt x="276605" y="484895"/>
                  </a:lnTo>
                  <a:lnTo>
                    <a:pt x="271828" y="482984"/>
                  </a:lnTo>
                  <a:lnTo>
                    <a:pt x="266095" y="482507"/>
                  </a:lnTo>
                  <a:lnTo>
                    <a:pt x="259885" y="482984"/>
                  </a:lnTo>
                  <a:lnTo>
                    <a:pt x="260363" y="484895"/>
                  </a:lnTo>
                  <a:lnTo>
                    <a:pt x="262751" y="485851"/>
                  </a:lnTo>
                  <a:lnTo>
                    <a:pt x="267051" y="488717"/>
                  </a:lnTo>
                  <a:lnTo>
                    <a:pt x="270395" y="493972"/>
                  </a:lnTo>
                  <a:lnTo>
                    <a:pt x="273739" y="495883"/>
                  </a:lnTo>
                  <a:lnTo>
                    <a:pt x="277083" y="494450"/>
                  </a:lnTo>
                  <a:lnTo>
                    <a:pt x="280905" y="492539"/>
                  </a:lnTo>
                  <a:lnTo>
                    <a:pt x="294759" y="488717"/>
                  </a:lnTo>
                  <a:lnTo>
                    <a:pt x="300492" y="488240"/>
                  </a:lnTo>
                  <a:lnTo>
                    <a:pt x="305747" y="489673"/>
                  </a:lnTo>
                  <a:lnTo>
                    <a:pt x="309569" y="491584"/>
                  </a:lnTo>
                  <a:lnTo>
                    <a:pt x="311957" y="493972"/>
                  </a:lnTo>
                  <a:lnTo>
                    <a:pt x="314824" y="500660"/>
                  </a:lnTo>
                  <a:lnTo>
                    <a:pt x="322945" y="501616"/>
                  </a:lnTo>
                  <a:lnTo>
                    <a:pt x="328678" y="503527"/>
                  </a:lnTo>
                  <a:lnTo>
                    <a:pt x="338232" y="513081"/>
                  </a:lnTo>
                  <a:lnTo>
                    <a:pt x="341099" y="514037"/>
                  </a:lnTo>
                  <a:lnTo>
                    <a:pt x="342054" y="516426"/>
                  </a:lnTo>
                  <a:lnTo>
                    <a:pt x="340143" y="522158"/>
                  </a:lnTo>
                  <a:lnTo>
                    <a:pt x="339666" y="525980"/>
                  </a:lnTo>
                  <a:lnTo>
                    <a:pt x="332977" y="532668"/>
                  </a:lnTo>
                  <a:lnTo>
                    <a:pt x="322945" y="535057"/>
                  </a:lnTo>
                  <a:lnTo>
                    <a:pt x="311480" y="534102"/>
                  </a:lnTo>
                  <a:lnTo>
                    <a:pt x="303358" y="535057"/>
                  </a:lnTo>
                  <a:lnTo>
                    <a:pt x="302881" y="536012"/>
                  </a:lnTo>
                  <a:lnTo>
                    <a:pt x="308135" y="537446"/>
                  </a:lnTo>
                  <a:lnTo>
                    <a:pt x="321034" y="545567"/>
                  </a:lnTo>
                  <a:lnTo>
                    <a:pt x="326289" y="549867"/>
                  </a:lnTo>
                  <a:lnTo>
                    <a:pt x="326767" y="552733"/>
                  </a:lnTo>
                  <a:lnTo>
                    <a:pt x="319601" y="562288"/>
                  </a:lnTo>
                  <a:lnTo>
                    <a:pt x="313390" y="580919"/>
                  </a:lnTo>
                  <a:lnTo>
                    <a:pt x="311480" y="582352"/>
                  </a:lnTo>
                  <a:lnTo>
                    <a:pt x="309569" y="582830"/>
                  </a:lnTo>
                  <a:lnTo>
                    <a:pt x="303836" y="582352"/>
                  </a:lnTo>
                  <a:lnTo>
                    <a:pt x="296670" y="587130"/>
                  </a:lnTo>
                  <a:lnTo>
                    <a:pt x="291415" y="588085"/>
                  </a:lnTo>
                  <a:lnTo>
                    <a:pt x="281860" y="586174"/>
                  </a:lnTo>
                  <a:lnTo>
                    <a:pt x="270873" y="586174"/>
                  </a:lnTo>
                  <a:lnTo>
                    <a:pt x="269917" y="589518"/>
                  </a:lnTo>
                  <a:lnTo>
                    <a:pt x="269440" y="594773"/>
                  </a:lnTo>
                  <a:lnTo>
                    <a:pt x="269440" y="603372"/>
                  </a:lnTo>
                  <a:lnTo>
                    <a:pt x="270395" y="614838"/>
                  </a:lnTo>
                  <a:lnTo>
                    <a:pt x="269917" y="622959"/>
                  </a:lnTo>
                  <a:lnTo>
                    <a:pt x="268006" y="628214"/>
                  </a:lnTo>
                  <a:lnTo>
                    <a:pt x="265617" y="631558"/>
                  </a:lnTo>
                  <a:lnTo>
                    <a:pt x="261318" y="635380"/>
                  </a:lnTo>
                  <a:lnTo>
                    <a:pt x="257018" y="637769"/>
                  </a:lnTo>
                  <a:lnTo>
                    <a:pt x="254152" y="638247"/>
                  </a:lnTo>
                  <a:lnTo>
                    <a:pt x="248897" y="638724"/>
                  </a:lnTo>
                  <a:lnTo>
                    <a:pt x="233610" y="641113"/>
                  </a:lnTo>
                  <a:lnTo>
                    <a:pt x="225966" y="641113"/>
                  </a:lnTo>
                  <a:lnTo>
                    <a:pt x="220233" y="640158"/>
                  </a:lnTo>
                  <a:lnTo>
                    <a:pt x="214023" y="636336"/>
                  </a:lnTo>
                  <a:lnTo>
                    <a:pt x="204468" y="625826"/>
                  </a:lnTo>
                  <a:lnTo>
                    <a:pt x="201602" y="623437"/>
                  </a:lnTo>
                  <a:lnTo>
                    <a:pt x="198735" y="622481"/>
                  </a:lnTo>
                  <a:lnTo>
                    <a:pt x="198735" y="624392"/>
                  </a:lnTo>
                  <a:lnTo>
                    <a:pt x="201602" y="630125"/>
                  </a:lnTo>
                  <a:lnTo>
                    <a:pt x="204468" y="633947"/>
                  </a:lnTo>
                  <a:lnTo>
                    <a:pt x="206379" y="635858"/>
                  </a:lnTo>
                  <a:lnTo>
                    <a:pt x="205901" y="637291"/>
                  </a:lnTo>
                  <a:lnTo>
                    <a:pt x="201602" y="640158"/>
                  </a:lnTo>
                  <a:lnTo>
                    <a:pt x="196347" y="641591"/>
                  </a:lnTo>
                  <a:lnTo>
                    <a:pt x="190614" y="641591"/>
                  </a:lnTo>
                  <a:lnTo>
                    <a:pt x="190614" y="642546"/>
                  </a:lnTo>
                  <a:lnTo>
                    <a:pt x="192525" y="645413"/>
                  </a:lnTo>
                  <a:lnTo>
                    <a:pt x="194914" y="648279"/>
                  </a:lnTo>
                  <a:lnTo>
                    <a:pt x="196825" y="649234"/>
                  </a:lnTo>
                  <a:lnTo>
                    <a:pt x="201124" y="648279"/>
                  </a:lnTo>
                  <a:lnTo>
                    <a:pt x="206379" y="644457"/>
                  </a:lnTo>
                  <a:lnTo>
                    <a:pt x="209245" y="643502"/>
                  </a:lnTo>
                  <a:lnTo>
                    <a:pt x="215934" y="644457"/>
                  </a:lnTo>
                  <a:lnTo>
                    <a:pt x="218322" y="645890"/>
                  </a:lnTo>
                  <a:lnTo>
                    <a:pt x="225966" y="653534"/>
                  </a:lnTo>
                  <a:lnTo>
                    <a:pt x="227399" y="653534"/>
                  </a:lnTo>
                  <a:lnTo>
                    <a:pt x="233132" y="649712"/>
                  </a:lnTo>
                  <a:lnTo>
                    <a:pt x="241731" y="649712"/>
                  </a:lnTo>
                  <a:lnTo>
                    <a:pt x="244598" y="652578"/>
                  </a:lnTo>
                  <a:lnTo>
                    <a:pt x="246031" y="658789"/>
                  </a:lnTo>
                  <a:lnTo>
                    <a:pt x="246031" y="663566"/>
                  </a:lnTo>
                  <a:lnTo>
                    <a:pt x="245075" y="667388"/>
                  </a:lnTo>
                  <a:lnTo>
                    <a:pt x="246986" y="670732"/>
                  </a:lnTo>
                  <a:lnTo>
                    <a:pt x="251763" y="674076"/>
                  </a:lnTo>
                  <a:lnTo>
                    <a:pt x="255585" y="675032"/>
                  </a:lnTo>
                  <a:lnTo>
                    <a:pt x="257974" y="673121"/>
                  </a:lnTo>
                  <a:lnTo>
                    <a:pt x="262274" y="668344"/>
                  </a:lnTo>
                  <a:lnTo>
                    <a:pt x="263707" y="667388"/>
                  </a:lnTo>
                  <a:lnTo>
                    <a:pt x="265617" y="667388"/>
                  </a:lnTo>
                  <a:lnTo>
                    <a:pt x="268006" y="670732"/>
                  </a:lnTo>
                  <a:lnTo>
                    <a:pt x="271350" y="677420"/>
                  </a:lnTo>
                  <a:lnTo>
                    <a:pt x="271350" y="685542"/>
                  </a:lnTo>
                  <a:lnTo>
                    <a:pt x="268962" y="694141"/>
                  </a:lnTo>
                  <a:lnTo>
                    <a:pt x="265617" y="699874"/>
                  </a:lnTo>
                  <a:lnTo>
                    <a:pt x="252719" y="708951"/>
                  </a:lnTo>
                  <a:lnTo>
                    <a:pt x="248897" y="712772"/>
                  </a:lnTo>
                  <a:lnTo>
                    <a:pt x="245553" y="716594"/>
                  </a:lnTo>
                  <a:lnTo>
                    <a:pt x="241253" y="719938"/>
                  </a:lnTo>
                  <a:lnTo>
                    <a:pt x="232654" y="724716"/>
                  </a:lnTo>
                  <a:lnTo>
                    <a:pt x="227877" y="725193"/>
                  </a:lnTo>
                  <a:lnTo>
                    <a:pt x="217845" y="730448"/>
                  </a:lnTo>
                  <a:lnTo>
                    <a:pt x="215934" y="730448"/>
                  </a:lnTo>
                  <a:lnTo>
                    <a:pt x="212590" y="729493"/>
                  </a:lnTo>
                  <a:lnTo>
                    <a:pt x="211634" y="727104"/>
                  </a:lnTo>
                  <a:lnTo>
                    <a:pt x="212590" y="723282"/>
                  </a:lnTo>
                  <a:lnTo>
                    <a:pt x="213545" y="718983"/>
                  </a:lnTo>
                  <a:lnTo>
                    <a:pt x="214978" y="715639"/>
                  </a:lnTo>
                  <a:lnTo>
                    <a:pt x="214978" y="712295"/>
                  </a:lnTo>
                  <a:lnTo>
                    <a:pt x="212112" y="707517"/>
                  </a:lnTo>
                  <a:lnTo>
                    <a:pt x="210201" y="705606"/>
                  </a:lnTo>
                  <a:lnTo>
                    <a:pt x="208290" y="704173"/>
                  </a:lnTo>
                  <a:lnTo>
                    <a:pt x="204468" y="705129"/>
                  </a:lnTo>
                  <a:lnTo>
                    <a:pt x="202557" y="706084"/>
                  </a:lnTo>
                  <a:lnTo>
                    <a:pt x="200169" y="706562"/>
                  </a:lnTo>
                  <a:lnTo>
                    <a:pt x="197302" y="705606"/>
                  </a:lnTo>
                  <a:lnTo>
                    <a:pt x="195391" y="703695"/>
                  </a:lnTo>
                  <a:lnTo>
                    <a:pt x="191092" y="695096"/>
                  </a:lnTo>
                  <a:lnTo>
                    <a:pt x="189659" y="694141"/>
                  </a:lnTo>
                  <a:lnTo>
                    <a:pt x="187748" y="694619"/>
                  </a:lnTo>
                  <a:lnTo>
                    <a:pt x="185837" y="693185"/>
                  </a:lnTo>
                  <a:lnTo>
                    <a:pt x="183926" y="690319"/>
                  </a:lnTo>
                  <a:lnTo>
                    <a:pt x="181537" y="687930"/>
                  </a:lnTo>
                  <a:lnTo>
                    <a:pt x="182015" y="689841"/>
                  </a:lnTo>
                  <a:lnTo>
                    <a:pt x="184881" y="694619"/>
                  </a:lnTo>
                  <a:lnTo>
                    <a:pt x="186792" y="699396"/>
                  </a:lnTo>
                  <a:lnTo>
                    <a:pt x="187748" y="704173"/>
                  </a:lnTo>
                  <a:lnTo>
                    <a:pt x="187270" y="707995"/>
                  </a:lnTo>
                  <a:lnTo>
                    <a:pt x="164339" y="709906"/>
                  </a:lnTo>
                  <a:lnTo>
                    <a:pt x="154307" y="708951"/>
                  </a:lnTo>
                  <a:lnTo>
                    <a:pt x="152396" y="705606"/>
                  </a:lnTo>
                  <a:lnTo>
                    <a:pt x="147619" y="691752"/>
                  </a:lnTo>
                  <a:lnTo>
                    <a:pt x="146663" y="716594"/>
                  </a:lnTo>
                  <a:lnTo>
                    <a:pt x="129465" y="720416"/>
                  </a:lnTo>
                  <a:lnTo>
                    <a:pt x="125643" y="719938"/>
                  </a:lnTo>
                  <a:lnTo>
                    <a:pt x="118955" y="717072"/>
                  </a:lnTo>
                  <a:lnTo>
                    <a:pt x="110355" y="710384"/>
                  </a:lnTo>
                  <a:lnTo>
                    <a:pt x="106534" y="706084"/>
                  </a:lnTo>
                  <a:lnTo>
                    <a:pt x="105100" y="701785"/>
                  </a:lnTo>
                  <a:lnTo>
                    <a:pt x="104145" y="698918"/>
                  </a:lnTo>
                  <a:lnTo>
                    <a:pt x="103667" y="698918"/>
                  </a:lnTo>
                  <a:lnTo>
                    <a:pt x="101279" y="704173"/>
                  </a:lnTo>
                  <a:lnTo>
                    <a:pt x="98890" y="714683"/>
                  </a:lnTo>
                  <a:lnTo>
                    <a:pt x="93157" y="712295"/>
                  </a:lnTo>
                  <a:lnTo>
                    <a:pt x="85514" y="709428"/>
                  </a:lnTo>
                  <a:lnTo>
                    <a:pt x="83125" y="698441"/>
                  </a:lnTo>
                  <a:lnTo>
                    <a:pt x="82647" y="714206"/>
                  </a:lnTo>
                  <a:lnTo>
                    <a:pt x="70704" y="712295"/>
                  </a:lnTo>
                  <a:lnTo>
                    <a:pt x="64971" y="712772"/>
                  </a:lnTo>
                  <a:lnTo>
                    <a:pt x="63538" y="698918"/>
                  </a:lnTo>
                  <a:lnTo>
                    <a:pt x="63060" y="684109"/>
                  </a:lnTo>
                  <a:lnTo>
                    <a:pt x="60672" y="693663"/>
                  </a:lnTo>
                  <a:lnTo>
                    <a:pt x="61627" y="701785"/>
                  </a:lnTo>
                  <a:lnTo>
                    <a:pt x="62105" y="711339"/>
                  </a:lnTo>
                  <a:lnTo>
                    <a:pt x="56850" y="708473"/>
                  </a:lnTo>
                  <a:lnTo>
                    <a:pt x="45862" y="707517"/>
                  </a:lnTo>
                  <a:lnTo>
                    <a:pt x="41563" y="706084"/>
                  </a:lnTo>
                  <a:lnTo>
                    <a:pt x="42040" y="692708"/>
                  </a:lnTo>
                  <a:lnTo>
                    <a:pt x="42996" y="679331"/>
                  </a:lnTo>
                  <a:lnTo>
                    <a:pt x="57805" y="666433"/>
                  </a:lnTo>
                  <a:lnTo>
                    <a:pt x="62105" y="659744"/>
                  </a:lnTo>
                  <a:lnTo>
                    <a:pt x="64971" y="657356"/>
                  </a:lnTo>
                  <a:lnTo>
                    <a:pt x="70226" y="655445"/>
                  </a:lnTo>
                  <a:lnTo>
                    <a:pt x="76437" y="654489"/>
                  </a:lnTo>
                  <a:lnTo>
                    <a:pt x="80736" y="655445"/>
                  </a:lnTo>
                  <a:lnTo>
                    <a:pt x="85514" y="654489"/>
                  </a:lnTo>
                  <a:lnTo>
                    <a:pt x="91246" y="652101"/>
                  </a:lnTo>
                  <a:lnTo>
                    <a:pt x="95546" y="651623"/>
                  </a:lnTo>
                  <a:lnTo>
                    <a:pt x="96501" y="650668"/>
                  </a:lnTo>
                  <a:lnTo>
                    <a:pt x="95068" y="649234"/>
                  </a:lnTo>
                  <a:lnTo>
                    <a:pt x="90769" y="640635"/>
                  </a:lnTo>
                  <a:lnTo>
                    <a:pt x="89335" y="638247"/>
                  </a:lnTo>
                  <a:lnTo>
                    <a:pt x="87424" y="637769"/>
                  </a:lnTo>
                  <a:lnTo>
                    <a:pt x="84080" y="637291"/>
                  </a:lnTo>
                  <a:lnTo>
                    <a:pt x="81214" y="633469"/>
                  </a:lnTo>
                  <a:lnTo>
                    <a:pt x="79303" y="629647"/>
                  </a:lnTo>
                  <a:lnTo>
                    <a:pt x="77392" y="624870"/>
                  </a:lnTo>
                  <a:lnTo>
                    <a:pt x="74048" y="615793"/>
                  </a:lnTo>
                  <a:lnTo>
                    <a:pt x="71182" y="605761"/>
                  </a:lnTo>
                  <a:lnTo>
                    <a:pt x="72615" y="600506"/>
                  </a:lnTo>
                  <a:lnTo>
                    <a:pt x="77870" y="595729"/>
                  </a:lnTo>
                  <a:lnTo>
                    <a:pt x="82647" y="592862"/>
                  </a:lnTo>
                  <a:lnTo>
                    <a:pt x="87902" y="590951"/>
                  </a:lnTo>
                  <a:lnTo>
                    <a:pt x="92202" y="590951"/>
                  </a:lnTo>
                  <a:lnTo>
                    <a:pt x="97457" y="593340"/>
                  </a:lnTo>
                  <a:lnTo>
                    <a:pt x="105100" y="598117"/>
                  </a:lnTo>
                  <a:lnTo>
                    <a:pt x="108922" y="603372"/>
                  </a:lnTo>
                  <a:lnTo>
                    <a:pt x="114655" y="614838"/>
                  </a:lnTo>
                  <a:lnTo>
                    <a:pt x="117999" y="623915"/>
                  </a:lnTo>
                  <a:lnTo>
                    <a:pt x="120865" y="627737"/>
                  </a:lnTo>
                  <a:lnTo>
                    <a:pt x="133287" y="634902"/>
                  </a:lnTo>
                  <a:lnTo>
                    <a:pt x="137586" y="635858"/>
                  </a:lnTo>
                  <a:lnTo>
                    <a:pt x="142841" y="635380"/>
                  </a:lnTo>
                  <a:lnTo>
                    <a:pt x="152873" y="633469"/>
                  </a:lnTo>
                  <a:lnTo>
                    <a:pt x="157651" y="631558"/>
                  </a:lnTo>
                  <a:lnTo>
                    <a:pt x="160039" y="629170"/>
                  </a:lnTo>
                  <a:lnTo>
                    <a:pt x="160995" y="625826"/>
                  </a:lnTo>
                  <a:lnTo>
                    <a:pt x="162428" y="623437"/>
                  </a:lnTo>
                  <a:lnTo>
                    <a:pt x="167205" y="617226"/>
                  </a:lnTo>
                  <a:lnTo>
                    <a:pt x="173894" y="604806"/>
                  </a:lnTo>
                  <a:lnTo>
                    <a:pt x="177715" y="594773"/>
                  </a:lnTo>
                  <a:lnTo>
                    <a:pt x="178671" y="591429"/>
                  </a:lnTo>
                  <a:lnTo>
                    <a:pt x="179626" y="587130"/>
                  </a:lnTo>
                  <a:lnTo>
                    <a:pt x="180104" y="582352"/>
                  </a:lnTo>
                  <a:lnTo>
                    <a:pt x="178193" y="584741"/>
                  </a:lnTo>
                  <a:lnTo>
                    <a:pt x="166250" y="609583"/>
                  </a:lnTo>
                  <a:lnTo>
                    <a:pt x="163384" y="614360"/>
                  </a:lnTo>
                  <a:lnTo>
                    <a:pt x="156695" y="621526"/>
                  </a:lnTo>
                  <a:lnTo>
                    <a:pt x="153829" y="622959"/>
                  </a:lnTo>
                  <a:lnTo>
                    <a:pt x="149052" y="622481"/>
                  </a:lnTo>
                  <a:lnTo>
                    <a:pt x="142841" y="619137"/>
                  </a:lnTo>
                  <a:lnTo>
                    <a:pt x="135197" y="624392"/>
                  </a:lnTo>
                  <a:lnTo>
                    <a:pt x="130898" y="622959"/>
                  </a:lnTo>
                  <a:lnTo>
                    <a:pt x="126598" y="619615"/>
                  </a:lnTo>
                  <a:lnTo>
                    <a:pt x="126598" y="601939"/>
                  </a:lnTo>
                  <a:lnTo>
                    <a:pt x="121343" y="588085"/>
                  </a:lnTo>
                  <a:lnTo>
                    <a:pt x="127076" y="580441"/>
                  </a:lnTo>
                  <a:lnTo>
                    <a:pt x="131853" y="576142"/>
                  </a:lnTo>
                  <a:lnTo>
                    <a:pt x="139975" y="564198"/>
                  </a:lnTo>
                  <a:lnTo>
                    <a:pt x="141886" y="564198"/>
                  </a:lnTo>
                  <a:lnTo>
                    <a:pt x="147619" y="566109"/>
                  </a:lnTo>
                  <a:lnTo>
                    <a:pt x="144752" y="563243"/>
                  </a:lnTo>
                  <a:lnTo>
                    <a:pt x="141408" y="559421"/>
                  </a:lnTo>
                  <a:lnTo>
                    <a:pt x="134242" y="560377"/>
                  </a:lnTo>
                  <a:lnTo>
                    <a:pt x="136631" y="534579"/>
                  </a:lnTo>
                  <a:lnTo>
                    <a:pt x="131853" y="553688"/>
                  </a:lnTo>
                  <a:lnTo>
                    <a:pt x="127076" y="564198"/>
                  </a:lnTo>
                  <a:lnTo>
                    <a:pt x="124210" y="568976"/>
                  </a:lnTo>
                  <a:lnTo>
                    <a:pt x="120865" y="571842"/>
                  </a:lnTo>
                  <a:lnTo>
                    <a:pt x="108445" y="574231"/>
                  </a:lnTo>
                  <a:lnTo>
                    <a:pt x="111311" y="565154"/>
                  </a:lnTo>
                  <a:lnTo>
                    <a:pt x="114177" y="551300"/>
                  </a:lnTo>
                  <a:lnTo>
                    <a:pt x="111311" y="556555"/>
                  </a:lnTo>
                  <a:lnTo>
                    <a:pt x="104145" y="564198"/>
                  </a:lnTo>
                  <a:lnTo>
                    <a:pt x="98890" y="568498"/>
                  </a:lnTo>
                  <a:lnTo>
                    <a:pt x="94590" y="570409"/>
                  </a:lnTo>
                  <a:lnTo>
                    <a:pt x="85991" y="569931"/>
                  </a:lnTo>
                  <a:lnTo>
                    <a:pt x="81692" y="566109"/>
                  </a:lnTo>
                  <a:lnTo>
                    <a:pt x="83125" y="556555"/>
                  </a:lnTo>
                  <a:lnTo>
                    <a:pt x="83125" y="544612"/>
                  </a:lnTo>
                  <a:lnTo>
                    <a:pt x="85514" y="538879"/>
                  </a:lnTo>
                  <a:lnTo>
                    <a:pt x="89335" y="531713"/>
                  </a:lnTo>
                  <a:lnTo>
                    <a:pt x="93635" y="521681"/>
                  </a:lnTo>
                  <a:lnTo>
                    <a:pt x="96501" y="511648"/>
                  </a:lnTo>
                  <a:lnTo>
                    <a:pt x="107967" y="506871"/>
                  </a:lnTo>
                  <a:lnTo>
                    <a:pt x="118955" y="504960"/>
                  </a:lnTo>
                  <a:lnTo>
                    <a:pt x="128031" y="499705"/>
                  </a:lnTo>
                  <a:lnTo>
                    <a:pt x="132331" y="498750"/>
                  </a:lnTo>
                  <a:lnTo>
                    <a:pt x="136631" y="501138"/>
                  </a:lnTo>
                  <a:lnTo>
                    <a:pt x="154307" y="505438"/>
                  </a:lnTo>
                  <a:lnTo>
                    <a:pt x="161472" y="508782"/>
                  </a:lnTo>
                  <a:lnTo>
                    <a:pt x="164339" y="511171"/>
                  </a:lnTo>
                  <a:lnTo>
                    <a:pt x="166728" y="512126"/>
                  </a:lnTo>
                  <a:lnTo>
                    <a:pt x="169116" y="508304"/>
                  </a:lnTo>
                  <a:lnTo>
                    <a:pt x="172460" y="504960"/>
                  </a:lnTo>
                  <a:lnTo>
                    <a:pt x="182970" y="505438"/>
                  </a:lnTo>
                  <a:lnTo>
                    <a:pt x="186314" y="504960"/>
                  </a:lnTo>
                  <a:lnTo>
                    <a:pt x="189181" y="503049"/>
                  </a:lnTo>
                  <a:lnTo>
                    <a:pt x="192525" y="499705"/>
                  </a:lnTo>
                  <a:lnTo>
                    <a:pt x="196347" y="494928"/>
                  </a:lnTo>
                  <a:lnTo>
                    <a:pt x="196825" y="492539"/>
                  </a:lnTo>
                  <a:lnTo>
                    <a:pt x="193958" y="492539"/>
                  </a:lnTo>
                  <a:lnTo>
                    <a:pt x="191569" y="493972"/>
                  </a:lnTo>
                  <a:lnTo>
                    <a:pt x="187270" y="497316"/>
                  </a:lnTo>
                  <a:lnTo>
                    <a:pt x="182970" y="499227"/>
                  </a:lnTo>
                  <a:lnTo>
                    <a:pt x="179149" y="499227"/>
                  </a:lnTo>
                  <a:lnTo>
                    <a:pt x="171027" y="495883"/>
                  </a:lnTo>
                  <a:lnTo>
                    <a:pt x="156695" y="495405"/>
                  </a:lnTo>
                  <a:lnTo>
                    <a:pt x="149529" y="493972"/>
                  </a:lnTo>
                  <a:lnTo>
                    <a:pt x="146185" y="492539"/>
                  </a:lnTo>
                  <a:lnTo>
                    <a:pt x="144274" y="490628"/>
                  </a:lnTo>
                  <a:lnTo>
                    <a:pt x="142363" y="487762"/>
                  </a:lnTo>
                  <a:lnTo>
                    <a:pt x="140930" y="483462"/>
                  </a:lnTo>
                  <a:lnTo>
                    <a:pt x="141886" y="480596"/>
                  </a:lnTo>
                  <a:lnTo>
                    <a:pt x="144752" y="479163"/>
                  </a:lnTo>
                  <a:lnTo>
                    <a:pt x="147141" y="478685"/>
                  </a:lnTo>
                  <a:lnTo>
                    <a:pt x="151440" y="481074"/>
                  </a:lnTo>
                  <a:lnTo>
                    <a:pt x="155740" y="484895"/>
                  </a:lnTo>
                  <a:lnTo>
                    <a:pt x="160517" y="485373"/>
                  </a:lnTo>
                  <a:lnTo>
                    <a:pt x="159084" y="481551"/>
                  </a:lnTo>
                  <a:lnTo>
                    <a:pt x="152873" y="474863"/>
                  </a:lnTo>
                  <a:lnTo>
                    <a:pt x="148574" y="468653"/>
                  </a:lnTo>
                  <a:lnTo>
                    <a:pt x="144752" y="461009"/>
                  </a:lnTo>
                  <a:lnTo>
                    <a:pt x="141886" y="453843"/>
                  </a:lnTo>
                  <a:lnTo>
                    <a:pt x="135675" y="441900"/>
                  </a:lnTo>
                  <a:lnTo>
                    <a:pt x="130420" y="430434"/>
                  </a:lnTo>
                  <a:lnTo>
                    <a:pt x="127076" y="425179"/>
                  </a:lnTo>
                  <a:lnTo>
                    <a:pt x="123254" y="422313"/>
                  </a:lnTo>
                  <a:lnTo>
                    <a:pt x="111789" y="418969"/>
                  </a:lnTo>
                  <a:lnTo>
                    <a:pt x="109878" y="417058"/>
                  </a:lnTo>
                  <a:lnTo>
                    <a:pt x="104145" y="406548"/>
                  </a:lnTo>
                  <a:lnTo>
                    <a:pt x="102712" y="388394"/>
                  </a:lnTo>
                  <a:lnTo>
                    <a:pt x="100323" y="377406"/>
                  </a:lnTo>
                  <a:lnTo>
                    <a:pt x="102712" y="363074"/>
                  </a:lnTo>
                  <a:lnTo>
                    <a:pt x="106534" y="356386"/>
                  </a:lnTo>
                  <a:lnTo>
                    <a:pt x="129465" y="361641"/>
                  </a:lnTo>
                  <a:lnTo>
                    <a:pt x="139019" y="360686"/>
                  </a:lnTo>
                  <a:lnTo>
                    <a:pt x="150962" y="362597"/>
                  </a:lnTo>
                  <a:lnTo>
                    <a:pt x="157651" y="365941"/>
                  </a:lnTo>
                  <a:lnTo>
                    <a:pt x="165294" y="375018"/>
                  </a:lnTo>
                  <a:lnTo>
                    <a:pt x="171983" y="384572"/>
                  </a:lnTo>
                  <a:lnTo>
                    <a:pt x="178671" y="391260"/>
                  </a:lnTo>
                  <a:lnTo>
                    <a:pt x="184403" y="399860"/>
                  </a:lnTo>
                  <a:lnTo>
                    <a:pt x="191092" y="412758"/>
                  </a:lnTo>
                  <a:lnTo>
                    <a:pt x="194914" y="418969"/>
                  </a:lnTo>
                  <a:lnTo>
                    <a:pt x="198258" y="422791"/>
                  </a:lnTo>
                  <a:lnTo>
                    <a:pt x="202557" y="426135"/>
                  </a:lnTo>
                  <a:lnTo>
                    <a:pt x="211156" y="429957"/>
                  </a:lnTo>
                  <a:lnTo>
                    <a:pt x="218322" y="431390"/>
                  </a:lnTo>
                  <a:lnTo>
                    <a:pt x="222144" y="430912"/>
                  </a:lnTo>
                  <a:lnTo>
                    <a:pt x="226444" y="428046"/>
                  </a:lnTo>
                  <a:lnTo>
                    <a:pt x="229310" y="424701"/>
                  </a:lnTo>
                  <a:lnTo>
                    <a:pt x="225966" y="423746"/>
                  </a:lnTo>
                  <a:lnTo>
                    <a:pt x="217367" y="423746"/>
                  </a:lnTo>
                  <a:lnTo>
                    <a:pt x="211634" y="422313"/>
                  </a:lnTo>
                  <a:lnTo>
                    <a:pt x="208290" y="418013"/>
                  </a:lnTo>
                  <a:lnTo>
                    <a:pt x="204468" y="412281"/>
                  </a:lnTo>
                  <a:lnTo>
                    <a:pt x="199213" y="401770"/>
                  </a:lnTo>
                  <a:lnTo>
                    <a:pt x="194914" y="395082"/>
                  </a:lnTo>
                  <a:lnTo>
                    <a:pt x="185359" y="383617"/>
                  </a:lnTo>
                  <a:lnTo>
                    <a:pt x="178193" y="372151"/>
                  </a:lnTo>
                  <a:lnTo>
                    <a:pt x="172938" y="360686"/>
                  </a:lnTo>
                  <a:lnTo>
                    <a:pt x="172460" y="355908"/>
                  </a:lnTo>
                  <a:lnTo>
                    <a:pt x="176282" y="352564"/>
                  </a:lnTo>
                  <a:lnTo>
                    <a:pt x="181060" y="350176"/>
                  </a:lnTo>
                  <a:lnTo>
                    <a:pt x="212112" y="342532"/>
                  </a:lnTo>
                  <a:lnTo>
                    <a:pt x="230743" y="333455"/>
                  </a:lnTo>
                  <a:lnTo>
                    <a:pt x="237909" y="322945"/>
                  </a:lnTo>
                  <a:lnTo>
                    <a:pt x="238865" y="320079"/>
                  </a:lnTo>
                  <a:lnTo>
                    <a:pt x="263707" y="304791"/>
                  </a:lnTo>
                  <a:lnTo>
                    <a:pt x="280905" y="299059"/>
                  </a:lnTo>
                  <a:lnTo>
                    <a:pt x="287593" y="298103"/>
                  </a:lnTo>
                  <a:lnTo>
                    <a:pt x="293804" y="295715"/>
                  </a:lnTo>
                  <a:lnTo>
                    <a:pt x="294281" y="294281"/>
                  </a:lnTo>
                  <a:lnTo>
                    <a:pt x="288549" y="291893"/>
                  </a:lnTo>
                  <a:lnTo>
                    <a:pt x="283294" y="290937"/>
                  </a:lnTo>
                  <a:lnTo>
                    <a:pt x="271350" y="290937"/>
                  </a:lnTo>
                  <a:lnTo>
                    <a:pt x="260363" y="289026"/>
                  </a:lnTo>
                  <a:lnTo>
                    <a:pt x="257018" y="285682"/>
                  </a:lnTo>
                  <a:lnTo>
                    <a:pt x="257496" y="279949"/>
                  </a:lnTo>
                  <a:lnTo>
                    <a:pt x="258929" y="275172"/>
                  </a:lnTo>
                  <a:lnTo>
                    <a:pt x="262274" y="266573"/>
                  </a:lnTo>
                  <a:lnTo>
                    <a:pt x="265617" y="260363"/>
                  </a:lnTo>
                  <a:lnTo>
                    <a:pt x="280427" y="242209"/>
                  </a:lnTo>
                  <a:lnTo>
                    <a:pt x="290459" y="234087"/>
                  </a:lnTo>
                  <a:lnTo>
                    <a:pt x="293326" y="228832"/>
                  </a:lnTo>
                  <a:lnTo>
                    <a:pt x="271828" y="240776"/>
                  </a:lnTo>
                  <a:lnTo>
                    <a:pt x="264184" y="249375"/>
                  </a:lnTo>
                  <a:lnTo>
                    <a:pt x="256541" y="262273"/>
                  </a:lnTo>
                  <a:lnTo>
                    <a:pt x="252719" y="266095"/>
                  </a:lnTo>
                  <a:lnTo>
                    <a:pt x="249852" y="265140"/>
                  </a:lnTo>
                  <a:lnTo>
                    <a:pt x="247464" y="266095"/>
                  </a:lnTo>
                  <a:lnTo>
                    <a:pt x="245075" y="269917"/>
                  </a:lnTo>
                  <a:lnTo>
                    <a:pt x="243642" y="275650"/>
                  </a:lnTo>
                  <a:lnTo>
                    <a:pt x="242209" y="284727"/>
                  </a:lnTo>
                  <a:lnTo>
                    <a:pt x="240776" y="290459"/>
                  </a:lnTo>
                  <a:lnTo>
                    <a:pt x="239342" y="293804"/>
                  </a:lnTo>
                  <a:lnTo>
                    <a:pt x="236476" y="298103"/>
                  </a:lnTo>
                  <a:lnTo>
                    <a:pt x="228833" y="307180"/>
                  </a:lnTo>
                  <a:lnTo>
                    <a:pt x="211634" y="319601"/>
                  </a:lnTo>
                  <a:lnTo>
                    <a:pt x="205901" y="322467"/>
                  </a:lnTo>
                  <a:lnTo>
                    <a:pt x="200646" y="322945"/>
                  </a:lnTo>
                  <a:lnTo>
                    <a:pt x="184403" y="330111"/>
                  </a:lnTo>
                  <a:lnTo>
                    <a:pt x="179626" y="330111"/>
                  </a:lnTo>
                  <a:lnTo>
                    <a:pt x="174371" y="328200"/>
                  </a:lnTo>
                  <a:lnTo>
                    <a:pt x="176760" y="321990"/>
                  </a:lnTo>
                  <a:lnTo>
                    <a:pt x="185359" y="311002"/>
                  </a:lnTo>
                  <a:lnTo>
                    <a:pt x="187270" y="306225"/>
                  </a:lnTo>
                  <a:lnTo>
                    <a:pt x="182015" y="307180"/>
                  </a:lnTo>
                  <a:lnTo>
                    <a:pt x="176282" y="310524"/>
                  </a:lnTo>
                  <a:lnTo>
                    <a:pt x="164339" y="312913"/>
                  </a:lnTo>
                  <a:lnTo>
                    <a:pt x="159084" y="317212"/>
                  </a:lnTo>
                  <a:lnTo>
                    <a:pt x="154307" y="325334"/>
                  </a:lnTo>
                  <a:lnTo>
                    <a:pt x="150962" y="330589"/>
                  </a:lnTo>
                  <a:lnTo>
                    <a:pt x="148096" y="332500"/>
                  </a:lnTo>
                  <a:lnTo>
                    <a:pt x="143796" y="333933"/>
                  </a:lnTo>
                  <a:lnTo>
                    <a:pt x="129465" y="334411"/>
                  </a:lnTo>
                  <a:lnTo>
                    <a:pt x="126121" y="333933"/>
                  </a:lnTo>
                  <a:lnTo>
                    <a:pt x="117999" y="327722"/>
                  </a:lnTo>
                  <a:lnTo>
                    <a:pt x="110833" y="329633"/>
                  </a:lnTo>
                  <a:lnTo>
                    <a:pt x="107489" y="329633"/>
                  </a:lnTo>
                  <a:lnTo>
                    <a:pt x="102234" y="324856"/>
                  </a:lnTo>
                  <a:lnTo>
                    <a:pt x="100323" y="322467"/>
                  </a:lnTo>
                  <a:lnTo>
                    <a:pt x="100801" y="318646"/>
                  </a:lnTo>
                  <a:lnTo>
                    <a:pt x="103667" y="311480"/>
                  </a:lnTo>
                  <a:lnTo>
                    <a:pt x="107489" y="304314"/>
                  </a:lnTo>
                  <a:lnTo>
                    <a:pt x="119910" y="289026"/>
                  </a:lnTo>
                  <a:lnTo>
                    <a:pt x="127554" y="281383"/>
                  </a:lnTo>
                  <a:lnTo>
                    <a:pt x="138542" y="275172"/>
                  </a:lnTo>
                  <a:lnTo>
                    <a:pt x="165294" y="268006"/>
                  </a:lnTo>
                  <a:lnTo>
                    <a:pt x="166250" y="262751"/>
                  </a:lnTo>
                  <a:lnTo>
                    <a:pt x="139497" y="268484"/>
                  </a:lnTo>
                  <a:lnTo>
                    <a:pt x="117044" y="276128"/>
                  </a:lnTo>
                  <a:lnTo>
                    <a:pt x="113222" y="278516"/>
                  </a:lnTo>
                  <a:lnTo>
                    <a:pt x="107967" y="285682"/>
                  </a:lnTo>
                  <a:lnTo>
                    <a:pt x="91246" y="311480"/>
                  </a:lnTo>
                  <a:lnTo>
                    <a:pt x="85991" y="317690"/>
                  </a:lnTo>
                  <a:lnTo>
                    <a:pt x="78825" y="319123"/>
                  </a:lnTo>
                  <a:lnTo>
                    <a:pt x="73093" y="317212"/>
                  </a:lnTo>
                  <a:lnTo>
                    <a:pt x="68315" y="313868"/>
                  </a:lnTo>
                  <a:lnTo>
                    <a:pt x="60672" y="306702"/>
                  </a:lnTo>
                  <a:lnTo>
                    <a:pt x="54461" y="302403"/>
                  </a:lnTo>
                  <a:lnTo>
                    <a:pt x="52073" y="299536"/>
                  </a:lnTo>
                  <a:lnTo>
                    <a:pt x="50162" y="297148"/>
                  </a:lnTo>
                  <a:lnTo>
                    <a:pt x="48728" y="293804"/>
                  </a:lnTo>
                  <a:lnTo>
                    <a:pt x="47773" y="289982"/>
                  </a:lnTo>
                  <a:lnTo>
                    <a:pt x="49684" y="287115"/>
                  </a:lnTo>
                  <a:lnTo>
                    <a:pt x="64971" y="279949"/>
                  </a:lnTo>
                  <a:lnTo>
                    <a:pt x="85036" y="281383"/>
                  </a:lnTo>
                  <a:lnTo>
                    <a:pt x="94113" y="279949"/>
                  </a:lnTo>
                  <a:lnTo>
                    <a:pt x="103189" y="276128"/>
                  </a:lnTo>
                  <a:lnTo>
                    <a:pt x="116566" y="265618"/>
                  </a:lnTo>
                  <a:lnTo>
                    <a:pt x="130898" y="250808"/>
                  </a:lnTo>
                  <a:lnTo>
                    <a:pt x="133764" y="246508"/>
                  </a:lnTo>
                  <a:lnTo>
                    <a:pt x="128509" y="245075"/>
                  </a:lnTo>
                  <a:lnTo>
                    <a:pt x="124210" y="246508"/>
                  </a:lnTo>
                  <a:lnTo>
                    <a:pt x="115133" y="251763"/>
                  </a:lnTo>
                  <a:lnTo>
                    <a:pt x="100323" y="265618"/>
                  </a:lnTo>
                  <a:lnTo>
                    <a:pt x="87424" y="270873"/>
                  </a:lnTo>
                  <a:lnTo>
                    <a:pt x="55416" y="273261"/>
                  </a:lnTo>
                  <a:lnTo>
                    <a:pt x="45384" y="277083"/>
                  </a:lnTo>
                  <a:lnTo>
                    <a:pt x="40607" y="276128"/>
                  </a:lnTo>
                  <a:lnTo>
                    <a:pt x="37263" y="272784"/>
                  </a:lnTo>
                  <a:lnTo>
                    <a:pt x="33441" y="265618"/>
                  </a:lnTo>
                  <a:lnTo>
                    <a:pt x="34397" y="259885"/>
                  </a:lnTo>
                  <a:lnTo>
                    <a:pt x="42040" y="253674"/>
                  </a:lnTo>
                  <a:lnTo>
                    <a:pt x="47773" y="251763"/>
                  </a:lnTo>
                  <a:lnTo>
                    <a:pt x="48728" y="250808"/>
                  </a:lnTo>
                  <a:lnTo>
                    <a:pt x="40607" y="244598"/>
                  </a:lnTo>
                  <a:lnTo>
                    <a:pt x="39651" y="241253"/>
                  </a:lnTo>
                  <a:lnTo>
                    <a:pt x="44429" y="234087"/>
                  </a:lnTo>
                  <a:lnTo>
                    <a:pt x="55416" y="223577"/>
                  </a:lnTo>
                  <a:lnTo>
                    <a:pt x="60672" y="220233"/>
                  </a:lnTo>
                  <a:lnTo>
                    <a:pt x="70226" y="217845"/>
                  </a:lnTo>
                  <a:lnTo>
                    <a:pt x="80736" y="219278"/>
                  </a:lnTo>
                  <a:lnTo>
                    <a:pt x="80736" y="216889"/>
                  </a:lnTo>
                  <a:lnTo>
                    <a:pt x="71182" y="213067"/>
                  </a:lnTo>
                  <a:lnTo>
                    <a:pt x="63538" y="212112"/>
                  </a:lnTo>
                  <a:lnTo>
                    <a:pt x="53506" y="214978"/>
                  </a:lnTo>
                  <a:lnTo>
                    <a:pt x="27231" y="232177"/>
                  </a:lnTo>
                  <a:lnTo>
                    <a:pt x="24842" y="231699"/>
                  </a:lnTo>
                  <a:lnTo>
                    <a:pt x="21020" y="228832"/>
                  </a:lnTo>
                  <a:lnTo>
                    <a:pt x="22453" y="224533"/>
                  </a:lnTo>
                  <a:lnTo>
                    <a:pt x="36307" y="206379"/>
                  </a:lnTo>
                  <a:lnTo>
                    <a:pt x="36785" y="203513"/>
                  </a:lnTo>
                  <a:lnTo>
                    <a:pt x="26753" y="203991"/>
                  </a:lnTo>
                  <a:lnTo>
                    <a:pt x="23886" y="203035"/>
                  </a:lnTo>
                  <a:lnTo>
                    <a:pt x="21020" y="201124"/>
                  </a:lnTo>
                  <a:lnTo>
                    <a:pt x="16721" y="203035"/>
                  </a:lnTo>
                  <a:lnTo>
                    <a:pt x="11466" y="208768"/>
                  </a:lnTo>
                  <a:lnTo>
                    <a:pt x="7644" y="211634"/>
                  </a:lnTo>
                  <a:lnTo>
                    <a:pt x="5255" y="210679"/>
                  </a:lnTo>
                  <a:lnTo>
                    <a:pt x="0" y="203513"/>
                  </a:lnTo>
                  <a:lnTo>
                    <a:pt x="478" y="197302"/>
                  </a:lnTo>
                  <a:lnTo>
                    <a:pt x="5255" y="189659"/>
                  </a:lnTo>
                  <a:lnTo>
                    <a:pt x="9077" y="184404"/>
                  </a:lnTo>
                  <a:lnTo>
                    <a:pt x="14809" y="179149"/>
                  </a:lnTo>
                  <a:lnTo>
                    <a:pt x="23409" y="172938"/>
                  </a:lnTo>
                  <a:lnTo>
                    <a:pt x="30097" y="170549"/>
                  </a:lnTo>
                  <a:lnTo>
                    <a:pt x="40607" y="170549"/>
                  </a:lnTo>
                  <a:lnTo>
                    <a:pt x="45384" y="167683"/>
                  </a:lnTo>
                  <a:lnTo>
                    <a:pt x="50162" y="162906"/>
                  </a:lnTo>
                  <a:lnTo>
                    <a:pt x="55416" y="154307"/>
                  </a:lnTo>
                  <a:lnTo>
                    <a:pt x="61627" y="149052"/>
                  </a:lnTo>
                  <a:lnTo>
                    <a:pt x="71659" y="144274"/>
                  </a:lnTo>
                  <a:lnTo>
                    <a:pt x="80258" y="145708"/>
                  </a:lnTo>
                  <a:lnTo>
                    <a:pt x="84558" y="150007"/>
                  </a:lnTo>
                  <a:lnTo>
                    <a:pt x="88380" y="156695"/>
                  </a:lnTo>
                  <a:lnTo>
                    <a:pt x="92202" y="162428"/>
                  </a:lnTo>
                  <a:lnTo>
                    <a:pt x="92680" y="157651"/>
                  </a:lnTo>
                  <a:lnTo>
                    <a:pt x="96024" y="152396"/>
                  </a:lnTo>
                  <a:lnTo>
                    <a:pt x="100323" y="150007"/>
                  </a:lnTo>
                  <a:lnTo>
                    <a:pt x="105100" y="150963"/>
                  </a:lnTo>
                  <a:lnTo>
                    <a:pt x="109400" y="153351"/>
                  </a:lnTo>
                  <a:lnTo>
                    <a:pt x="115133" y="160039"/>
                  </a:lnTo>
                  <a:lnTo>
                    <a:pt x="119432" y="162906"/>
                  </a:lnTo>
                  <a:lnTo>
                    <a:pt x="121821" y="162906"/>
                  </a:lnTo>
                  <a:lnTo>
                    <a:pt x="124210" y="159084"/>
                  </a:lnTo>
                  <a:lnTo>
                    <a:pt x="131376" y="159084"/>
                  </a:lnTo>
                  <a:lnTo>
                    <a:pt x="131376" y="157651"/>
                  </a:lnTo>
                  <a:lnTo>
                    <a:pt x="128987" y="153829"/>
                  </a:lnTo>
                  <a:lnTo>
                    <a:pt x="126121" y="150963"/>
                  </a:lnTo>
                  <a:lnTo>
                    <a:pt x="101279" y="132331"/>
                  </a:lnTo>
                  <a:lnTo>
                    <a:pt x="100323" y="128031"/>
                  </a:lnTo>
                  <a:lnTo>
                    <a:pt x="108922" y="124210"/>
                  </a:lnTo>
                  <a:lnTo>
                    <a:pt x="114177" y="119432"/>
                  </a:lnTo>
                  <a:lnTo>
                    <a:pt x="116566" y="117999"/>
                  </a:lnTo>
                  <a:lnTo>
                    <a:pt x="122777" y="107967"/>
                  </a:lnTo>
                  <a:lnTo>
                    <a:pt x="127076" y="102712"/>
                  </a:lnTo>
                  <a:lnTo>
                    <a:pt x="134720" y="96501"/>
                  </a:lnTo>
                  <a:lnTo>
                    <a:pt x="137586" y="97935"/>
                  </a:lnTo>
                  <a:lnTo>
                    <a:pt x="141408" y="103667"/>
                  </a:lnTo>
                  <a:lnTo>
                    <a:pt x="144752" y="107011"/>
                  </a:lnTo>
                  <a:lnTo>
                    <a:pt x="155740" y="109878"/>
                  </a:lnTo>
                  <a:lnTo>
                    <a:pt x="160517" y="113222"/>
                  </a:lnTo>
                  <a:lnTo>
                    <a:pt x="168638" y="132331"/>
                  </a:lnTo>
                  <a:lnTo>
                    <a:pt x="171983" y="138064"/>
                  </a:lnTo>
                  <a:lnTo>
                    <a:pt x="176760" y="144274"/>
                  </a:lnTo>
                  <a:lnTo>
                    <a:pt x="179149" y="146663"/>
                  </a:lnTo>
                  <a:lnTo>
                    <a:pt x="184881" y="148096"/>
                  </a:lnTo>
                  <a:lnTo>
                    <a:pt x="185359" y="144752"/>
                  </a:lnTo>
                  <a:lnTo>
                    <a:pt x="178671" y="136153"/>
                  </a:lnTo>
                  <a:lnTo>
                    <a:pt x="177238" y="130898"/>
                  </a:lnTo>
                  <a:lnTo>
                    <a:pt x="177715" y="126598"/>
                  </a:lnTo>
                  <a:lnTo>
                    <a:pt x="179149" y="124210"/>
                  </a:lnTo>
                  <a:lnTo>
                    <a:pt x="181060" y="124210"/>
                  </a:lnTo>
                  <a:lnTo>
                    <a:pt x="186314" y="128031"/>
                  </a:lnTo>
                  <a:lnTo>
                    <a:pt x="200169" y="140930"/>
                  </a:lnTo>
                  <a:lnTo>
                    <a:pt x="220711" y="156218"/>
                  </a:lnTo>
                  <a:lnTo>
                    <a:pt x="228355" y="160039"/>
                  </a:lnTo>
                  <a:lnTo>
                    <a:pt x="233610" y="165294"/>
                  </a:lnTo>
                  <a:lnTo>
                    <a:pt x="237909" y="171505"/>
                  </a:lnTo>
                  <a:lnTo>
                    <a:pt x="242209" y="176282"/>
                  </a:lnTo>
                  <a:lnTo>
                    <a:pt x="243164" y="175804"/>
                  </a:lnTo>
                  <a:lnTo>
                    <a:pt x="238865" y="165772"/>
                  </a:lnTo>
                  <a:lnTo>
                    <a:pt x="228833" y="153351"/>
                  </a:lnTo>
                  <a:lnTo>
                    <a:pt x="202557" y="131376"/>
                  </a:lnTo>
                  <a:lnTo>
                    <a:pt x="192047" y="119910"/>
                  </a:lnTo>
                  <a:lnTo>
                    <a:pt x="186792" y="111789"/>
                  </a:lnTo>
                  <a:lnTo>
                    <a:pt x="182970" y="104145"/>
                  </a:lnTo>
                  <a:lnTo>
                    <a:pt x="182970" y="99368"/>
                  </a:lnTo>
                  <a:lnTo>
                    <a:pt x="186792" y="94113"/>
                  </a:lnTo>
                  <a:lnTo>
                    <a:pt x="191569" y="90291"/>
                  </a:lnTo>
                  <a:lnTo>
                    <a:pt x="197302" y="88380"/>
                  </a:lnTo>
                  <a:lnTo>
                    <a:pt x="198258" y="86947"/>
                  </a:lnTo>
                  <a:lnTo>
                    <a:pt x="192525" y="80736"/>
                  </a:lnTo>
                  <a:lnTo>
                    <a:pt x="189659" y="75004"/>
                  </a:lnTo>
                  <a:lnTo>
                    <a:pt x="189659" y="71182"/>
                  </a:lnTo>
                  <a:lnTo>
                    <a:pt x="196347" y="68315"/>
                  </a:lnTo>
                  <a:lnTo>
                    <a:pt x="200169" y="69271"/>
                  </a:lnTo>
                  <a:lnTo>
                    <a:pt x="207812" y="75959"/>
                  </a:lnTo>
                  <a:lnTo>
                    <a:pt x="214501" y="79303"/>
                  </a:lnTo>
                  <a:lnTo>
                    <a:pt x="215456" y="77392"/>
                  </a:lnTo>
                  <a:lnTo>
                    <a:pt x="208768" y="58761"/>
                  </a:lnTo>
                  <a:lnTo>
                    <a:pt x="208290" y="54939"/>
                  </a:lnTo>
                  <a:lnTo>
                    <a:pt x="209245" y="52073"/>
                  </a:lnTo>
                  <a:lnTo>
                    <a:pt x="211634" y="49684"/>
                  </a:lnTo>
                  <a:lnTo>
                    <a:pt x="218322" y="51117"/>
                  </a:lnTo>
                  <a:lnTo>
                    <a:pt x="230266" y="60194"/>
                  </a:lnTo>
                  <a:lnTo>
                    <a:pt x="250808" y="64971"/>
                  </a:lnTo>
                  <a:lnTo>
                    <a:pt x="256541" y="64016"/>
                  </a:lnTo>
                  <a:lnTo>
                    <a:pt x="255585" y="62105"/>
                  </a:lnTo>
                  <a:lnTo>
                    <a:pt x="247464" y="56372"/>
                  </a:lnTo>
                  <a:lnTo>
                    <a:pt x="238865" y="48728"/>
                  </a:lnTo>
                  <a:lnTo>
                    <a:pt x="235043" y="44429"/>
                  </a:lnTo>
                  <a:lnTo>
                    <a:pt x="232176" y="38218"/>
                  </a:lnTo>
                  <a:lnTo>
                    <a:pt x="228833" y="32963"/>
                  </a:lnTo>
                  <a:lnTo>
                    <a:pt x="228355" y="30575"/>
                  </a:lnTo>
                  <a:lnTo>
                    <a:pt x="233610" y="26275"/>
                  </a:lnTo>
                  <a:lnTo>
                    <a:pt x="247942" y="27231"/>
                  </a:lnTo>
                  <a:lnTo>
                    <a:pt x="260840" y="33441"/>
                  </a:lnTo>
                  <a:lnTo>
                    <a:pt x="271828" y="31052"/>
                  </a:lnTo>
                  <a:lnTo>
                    <a:pt x="278994" y="32963"/>
                  </a:lnTo>
                  <a:lnTo>
                    <a:pt x="281383" y="34397"/>
                  </a:lnTo>
                  <a:lnTo>
                    <a:pt x="286638" y="41085"/>
                  </a:lnTo>
                  <a:lnTo>
                    <a:pt x="302403" y="65449"/>
                  </a:lnTo>
                  <a:lnTo>
                    <a:pt x="304314" y="69271"/>
                  </a:lnTo>
                  <a:lnTo>
                    <a:pt x="306224" y="75004"/>
                  </a:lnTo>
                  <a:lnTo>
                    <a:pt x="308135" y="82647"/>
                  </a:lnTo>
                  <a:lnTo>
                    <a:pt x="310524" y="84558"/>
                  </a:lnTo>
                  <a:lnTo>
                    <a:pt x="315779" y="79303"/>
                  </a:lnTo>
                  <a:lnTo>
                    <a:pt x="319601" y="74048"/>
                  </a:lnTo>
                  <a:lnTo>
                    <a:pt x="318168" y="69271"/>
                  </a:lnTo>
                  <a:lnTo>
                    <a:pt x="309091" y="57805"/>
                  </a:lnTo>
                  <a:lnTo>
                    <a:pt x="307180" y="53028"/>
                  </a:lnTo>
                  <a:lnTo>
                    <a:pt x="302881" y="44429"/>
                  </a:lnTo>
                  <a:lnTo>
                    <a:pt x="292848" y="29141"/>
                  </a:lnTo>
                  <a:lnTo>
                    <a:pt x="290459" y="21976"/>
                  </a:lnTo>
                  <a:lnTo>
                    <a:pt x="288549" y="16243"/>
                  </a:lnTo>
                  <a:lnTo>
                    <a:pt x="315779" y="10032"/>
                  </a:lnTo>
                  <a:lnTo>
                    <a:pt x="342532" y="15287"/>
                  </a:lnTo>
                  <a:lnTo>
                    <a:pt x="346354" y="19109"/>
                  </a:lnTo>
                  <a:lnTo>
                    <a:pt x="349220" y="23886"/>
                  </a:lnTo>
                  <a:lnTo>
                    <a:pt x="352087" y="31530"/>
                  </a:lnTo>
                  <a:lnTo>
                    <a:pt x="356386" y="39174"/>
                  </a:lnTo>
                  <a:lnTo>
                    <a:pt x="364985" y="50639"/>
                  </a:lnTo>
                  <a:lnTo>
                    <a:pt x="376929" y="58283"/>
                  </a:lnTo>
                  <a:lnTo>
                    <a:pt x="375018" y="53028"/>
                  </a:lnTo>
                  <a:lnTo>
                    <a:pt x="365941" y="40129"/>
                  </a:lnTo>
                  <a:lnTo>
                    <a:pt x="361641" y="31530"/>
                  </a:lnTo>
                  <a:lnTo>
                    <a:pt x="361641" y="25320"/>
                  </a:lnTo>
                  <a:lnTo>
                    <a:pt x="362119" y="20542"/>
                  </a:lnTo>
                  <a:lnTo>
                    <a:pt x="364030" y="17676"/>
                  </a:lnTo>
                  <a:lnTo>
                    <a:pt x="374062" y="5255"/>
                  </a:lnTo>
                  <a:lnTo>
                    <a:pt x="388872" y="1433"/>
                  </a:lnTo>
                  <a:lnTo>
                    <a:pt x="390305" y="1911"/>
                  </a:lnTo>
                  <a:lnTo>
                    <a:pt x="401770" y="21020"/>
                  </a:lnTo>
                  <a:lnTo>
                    <a:pt x="407503" y="28664"/>
                  </a:lnTo>
                  <a:lnTo>
                    <a:pt x="411325" y="32008"/>
                  </a:lnTo>
                  <a:lnTo>
                    <a:pt x="411325" y="30575"/>
                  </a:lnTo>
                  <a:lnTo>
                    <a:pt x="406070" y="21976"/>
                  </a:lnTo>
                  <a:lnTo>
                    <a:pt x="402248" y="17198"/>
                  </a:lnTo>
                  <a:lnTo>
                    <a:pt x="401770" y="14332"/>
                  </a:lnTo>
                  <a:lnTo>
                    <a:pt x="408459" y="4777"/>
                  </a:lnTo>
                  <a:lnTo>
                    <a:pt x="412758" y="2389"/>
                  </a:lnTo>
                  <a:lnTo>
                    <a:pt x="430434" y="0"/>
                  </a:lnTo>
                  <a:lnTo>
                    <a:pt x="432345" y="955"/>
                  </a:lnTo>
                  <a:lnTo>
                    <a:pt x="434256" y="3344"/>
                  </a:lnTo>
                  <a:lnTo>
                    <a:pt x="438556" y="13376"/>
                  </a:lnTo>
                  <a:lnTo>
                    <a:pt x="439989" y="148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2" name="Freeform 3591">
              <a:extLst>
                <a:ext uri="{FF2B5EF4-FFF2-40B4-BE49-F238E27FC236}">
                  <a16:creationId xmlns:a16="http://schemas.microsoft.com/office/drawing/2014/main" id="{7FE03A96-F241-F31E-4D00-DF860BEFFAD9}"/>
                </a:ext>
              </a:extLst>
            </p:cNvPr>
            <p:cNvSpPr/>
            <p:nvPr/>
          </p:nvSpPr>
          <p:spPr>
            <a:xfrm>
              <a:off x="3964370" y="2048623"/>
              <a:ext cx="233131" cy="331544"/>
            </a:xfrm>
            <a:custGeom>
              <a:avLst/>
              <a:gdLst>
                <a:gd name="csX0" fmla="*/ 96979 w 233131"/>
                <a:gd name="csY0" fmla="*/ 27708 h 331544"/>
                <a:gd name="csX1" fmla="*/ 99846 w 233131"/>
                <a:gd name="csY1" fmla="*/ 37263 h 331544"/>
                <a:gd name="csX2" fmla="*/ 109400 w 233131"/>
                <a:gd name="csY2" fmla="*/ 60672 h 331544"/>
                <a:gd name="csX3" fmla="*/ 113700 w 233131"/>
                <a:gd name="csY3" fmla="*/ 68793 h 331544"/>
                <a:gd name="csX4" fmla="*/ 120865 w 233131"/>
                <a:gd name="csY4" fmla="*/ 78825 h 331544"/>
                <a:gd name="csX5" fmla="*/ 121821 w 233131"/>
                <a:gd name="csY5" fmla="*/ 82647 h 331544"/>
                <a:gd name="csX6" fmla="*/ 121821 w 233131"/>
                <a:gd name="csY6" fmla="*/ 84080 h 331544"/>
                <a:gd name="csX7" fmla="*/ 121821 w 233131"/>
                <a:gd name="csY7" fmla="*/ 89335 h 331544"/>
                <a:gd name="csX8" fmla="*/ 123732 w 233131"/>
                <a:gd name="csY8" fmla="*/ 91246 h 331544"/>
                <a:gd name="csX9" fmla="*/ 130420 w 233131"/>
                <a:gd name="csY9" fmla="*/ 94590 h 331544"/>
                <a:gd name="csX10" fmla="*/ 137108 w 233131"/>
                <a:gd name="csY10" fmla="*/ 99846 h 331544"/>
                <a:gd name="csX11" fmla="*/ 138542 w 233131"/>
                <a:gd name="csY11" fmla="*/ 99846 h 331544"/>
                <a:gd name="csX12" fmla="*/ 140930 w 233131"/>
                <a:gd name="csY12" fmla="*/ 96501 h 331544"/>
                <a:gd name="csX13" fmla="*/ 143797 w 233131"/>
                <a:gd name="csY13" fmla="*/ 95546 h 331544"/>
                <a:gd name="csX14" fmla="*/ 148096 w 233131"/>
                <a:gd name="csY14" fmla="*/ 96024 h 331544"/>
                <a:gd name="csX15" fmla="*/ 149529 w 233131"/>
                <a:gd name="csY15" fmla="*/ 98412 h 331544"/>
                <a:gd name="csX16" fmla="*/ 150963 w 233131"/>
                <a:gd name="csY16" fmla="*/ 101756 h 331544"/>
                <a:gd name="csX17" fmla="*/ 151440 w 233131"/>
                <a:gd name="csY17" fmla="*/ 104623 h 331544"/>
                <a:gd name="csX18" fmla="*/ 151918 w 233131"/>
                <a:gd name="csY18" fmla="*/ 106534 h 331544"/>
                <a:gd name="csX19" fmla="*/ 150485 w 233131"/>
                <a:gd name="csY19" fmla="*/ 109878 h 331544"/>
                <a:gd name="csX20" fmla="*/ 150485 w 233131"/>
                <a:gd name="csY20" fmla="*/ 111311 h 331544"/>
                <a:gd name="csX21" fmla="*/ 151440 w 233131"/>
                <a:gd name="csY21" fmla="*/ 113222 h 331544"/>
                <a:gd name="csX22" fmla="*/ 151440 w 233131"/>
                <a:gd name="csY22" fmla="*/ 115133 h 331544"/>
                <a:gd name="csX23" fmla="*/ 150007 w 233131"/>
                <a:gd name="csY23" fmla="*/ 122776 h 331544"/>
                <a:gd name="csX24" fmla="*/ 150485 w 233131"/>
                <a:gd name="csY24" fmla="*/ 125643 h 331544"/>
                <a:gd name="csX25" fmla="*/ 153829 w 233131"/>
                <a:gd name="csY25" fmla="*/ 132331 h 331544"/>
                <a:gd name="csX26" fmla="*/ 157173 w 233131"/>
                <a:gd name="csY26" fmla="*/ 136153 h 331544"/>
                <a:gd name="csX27" fmla="*/ 163384 w 233131"/>
                <a:gd name="csY27" fmla="*/ 139497 h 331544"/>
                <a:gd name="csX28" fmla="*/ 167683 w 233131"/>
                <a:gd name="csY28" fmla="*/ 139497 h 331544"/>
                <a:gd name="csX29" fmla="*/ 170072 w 233131"/>
                <a:gd name="csY29" fmla="*/ 141886 h 331544"/>
                <a:gd name="csX30" fmla="*/ 170549 w 233131"/>
                <a:gd name="csY30" fmla="*/ 140453 h 331544"/>
                <a:gd name="csX31" fmla="*/ 169116 w 233131"/>
                <a:gd name="csY31" fmla="*/ 135675 h 331544"/>
                <a:gd name="csX32" fmla="*/ 166728 w 233131"/>
                <a:gd name="csY32" fmla="*/ 129465 h 331544"/>
                <a:gd name="csX33" fmla="*/ 161950 w 233131"/>
                <a:gd name="csY33" fmla="*/ 126598 h 331544"/>
                <a:gd name="csX34" fmla="*/ 161472 w 233131"/>
                <a:gd name="csY34" fmla="*/ 122776 h 331544"/>
                <a:gd name="csX35" fmla="*/ 160995 w 233131"/>
                <a:gd name="csY35" fmla="*/ 116566 h 331544"/>
                <a:gd name="csX36" fmla="*/ 161472 w 233131"/>
                <a:gd name="csY36" fmla="*/ 112266 h 331544"/>
                <a:gd name="csX37" fmla="*/ 163861 w 233131"/>
                <a:gd name="csY37" fmla="*/ 108922 h 331544"/>
                <a:gd name="csX38" fmla="*/ 165772 w 233131"/>
                <a:gd name="csY38" fmla="*/ 107489 h 331544"/>
                <a:gd name="csX39" fmla="*/ 171983 w 233131"/>
                <a:gd name="csY39" fmla="*/ 107489 h 331544"/>
                <a:gd name="csX40" fmla="*/ 174849 w 233131"/>
                <a:gd name="csY40" fmla="*/ 108922 h 331544"/>
                <a:gd name="csX41" fmla="*/ 180582 w 233131"/>
                <a:gd name="csY41" fmla="*/ 113700 h 331544"/>
                <a:gd name="csX42" fmla="*/ 181060 w 233131"/>
                <a:gd name="csY42" fmla="*/ 116088 h 331544"/>
                <a:gd name="csX43" fmla="*/ 181537 w 233131"/>
                <a:gd name="csY43" fmla="*/ 121343 h 331544"/>
                <a:gd name="csX44" fmla="*/ 182015 w 233131"/>
                <a:gd name="csY44" fmla="*/ 131376 h 331544"/>
                <a:gd name="csX45" fmla="*/ 181537 w 233131"/>
                <a:gd name="csY45" fmla="*/ 133764 h 331544"/>
                <a:gd name="csX46" fmla="*/ 176760 w 233131"/>
                <a:gd name="csY46" fmla="*/ 139497 h 331544"/>
                <a:gd name="csX47" fmla="*/ 175804 w 233131"/>
                <a:gd name="csY47" fmla="*/ 143319 h 331544"/>
                <a:gd name="csX48" fmla="*/ 177238 w 233131"/>
                <a:gd name="csY48" fmla="*/ 144274 h 331544"/>
                <a:gd name="csX49" fmla="*/ 181060 w 233131"/>
                <a:gd name="csY49" fmla="*/ 145230 h 331544"/>
                <a:gd name="csX50" fmla="*/ 187748 w 233131"/>
                <a:gd name="csY50" fmla="*/ 148574 h 331544"/>
                <a:gd name="csX51" fmla="*/ 190136 w 233131"/>
                <a:gd name="csY51" fmla="*/ 149052 h 331544"/>
                <a:gd name="csX52" fmla="*/ 192525 w 233131"/>
                <a:gd name="csY52" fmla="*/ 156695 h 331544"/>
                <a:gd name="csX53" fmla="*/ 194436 w 233131"/>
                <a:gd name="csY53" fmla="*/ 164339 h 331544"/>
                <a:gd name="csX54" fmla="*/ 193003 w 233131"/>
                <a:gd name="csY54" fmla="*/ 173894 h 331544"/>
                <a:gd name="csX55" fmla="*/ 191092 w 233131"/>
                <a:gd name="csY55" fmla="*/ 188225 h 331544"/>
                <a:gd name="csX56" fmla="*/ 189659 w 233131"/>
                <a:gd name="csY56" fmla="*/ 191570 h 331544"/>
                <a:gd name="csX57" fmla="*/ 188226 w 233131"/>
                <a:gd name="csY57" fmla="*/ 196347 h 331544"/>
                <a:gd name="csX58" fmla="*/ 189181 w 233131"/>
                <a:gd name="csY58" fmla="*/ 197302 h 331544"/>
                <a:gd name="csX59" fmla="*/ 195391 w 233131"/>
                <a:gd name="csY59" fmla="*/ 195391 h 331544"/>
                <a:gd name="csX60" fmla="*/ 196825 w 233131"/>
                <a:gd name="csY60" fmla="*/ 194914 h 331544"/>
                <a:gd name="csX61" fmla="*/ 201124 w 233131"/>
                <a:gd name="csY61" fmla="*/ 189659 h 331544"/>
                <a:gd name="csX62" fmla="*/ 207335 w 233131"/>
                <a:gd name="csY62" fmla="*/ 191092 h 331544"/>
                <a:gd name="csX63" fmla="*/ 209245 w 233131"/>
                <a:gd name="csY63" fmla="*/ 192525 h 331544"/>
                <a:gd name="csX64" fmla="*/ 210201 w 233131"/>
                <a:gd name="csY64" fmla="*/ 193958 h 331544"/>
                <a:gd name="csX65" fmla="*/ 212112 w 233131"/>
                <a:gd name="csY65" fmla="*/ 199691 h 331544"/>
                <a:gd name="csX66" fmla="*/ 214023 w 233131"/>
                <a:gd name="csY66" fmla="*/ 206857 h 331544"/>
                <a:gd name="csX67" fmla="*/ 214978 w 233131"/>
                <a:gd name="csY67" fmla="*/ 205901 h 331544"/>
                <a:gd name="csX68" fmla="*/ 217845 w 233131"/>
                <a:gd name="csY68" fmla="*/ 197302 h 331544"/>
                <a:gd name="csX69" fmla="*/ 218800 w 233131"/>
                <a:gd name="csY69" fmla="*/ 194914 h 331544"/>
                <a:gd name="csX70" fmla="*/ 220233 w 233131"/>
                <a:gd name="csY70" fmla="*/ 193003 h 331544"/>
                <a:gd name="csX71" fmla="*/ 220711 w 233131"/>
                <a:gd name="csY71" fmla="*/ 193480 h 331544"/>
                <a:gd name="csX72" fmla="*/ 223577 w 233131"/>
                <a:gd name="csY72" fmla="*/ 201602 h 331544"/>
                <a:gd name="csX73" fmla="*/ 230266 w 233131"/>
                <a:gd name="csY73" fmla="*/ 215934 h 331544"/>
                <a:gd name="csX74" fmla="*/ 232654 w 233131"/>
                <a:gd name="csY74" fmla="*/ 221667 h 331544"/>
                <a:gd name="csX75" fmla="*/ 233132 w 233131"/>
                <a:gd name="csY75" fmla="*/ 225966 h 331544"/>
                <a:gd name="csX76" fmla="*/ 230266 w 233131"/>
                <a:gd name="csY76" fmla="*/ 230743 h 331544"/>
                <a:gd name="csX77" fmla="*/ 227877 w 233131"/>
                <a:gd name="csY77" fmla="*/ 233132 h 331544"/>
                <a:gd name="csX78" fmla="*/ 212112 w 233131"/>
                <a:gd name="csY78" fmla="*/ 243642 h 331544"/>
                <a:gd name="csX79" fmla="*/ 204946 w 233131"/>
                <a:gd name="csY79" fmla="*/ 249853 h 331544"/>
                <a:gd name="csX80" fmla="*/ 201602 w 233131"/>
                <a:gd name="csY80" fmla="*/ 254152 h 331544"/>
                <a:gd name="csX81" fmla="*/ 199691 w 233131"/>
                <a:gd name="csY81" fmla="*/ 255585 h 331544"/>
                <a:gd name="csX82" fmla="*/ 195869 w 233131"/>
                <a:gd name="csY82" fmla="*/ 255108 h 331544"/>
                <a:gd name="csX83" fmla="*/ 194914 w 233131"/>
                <a:gd name="csY83" fmla="*/ 255585 h 331544"/>
                <a:gd name="csX84" fmla="*/ 193480 w 233131"/>
                <a:gd name="csY84" fmla="*/ 262751 h 331544"/>
                <a:gd name="csX85" fmla="*/ 192525 w 233131"/>
                <a:gd name="csY85" fmla="*/ 266095 h 331544"/>
                <a:gd name="csX86" fmla="*/ 189181 w 233131"/>
                <a:gd name="csY86" fmla="*/ 270873 h 331544"/>
                <a:gd name="csX87" fmla="*/ 184404 w 233131"/>
                <a:gd name="csY87" fmla="*/ 279949 h 331544"/>
                <a:gd name="csX88" fmla="*/ 182015 w 233131"/>
                <a:gd name="csY88" fmla="*/ 283771 h 331544"/>
                <a:gd name="csX89" fmla="*/ 176760 w 233131"/>
                <a:gd name="csY89" fmla="*/ 280905 h 331544"/>
                <a:gd name="csX90" fmla="*/ 175804 w 233131"/>
                <a:gd name="csY90" fmla="*/ 276605 h 331544"/>
                <a:gd name="csX91" fmla="*/ 175327 w 233131"/>
                <a:gd name="csY91" fmla="*/ 267529 h 331544"/>
                <a:gd name="csX92" fmla="*/ 174849 w 233131"/>
                <a:gd name="csY92" fmla="*/ 263707 h 331544"/>
                <a:gd name="csX93" fmla="*/ 175327 w 233131"/>
                <a:gd name="csY93" fmla="*/ 261318 h 331544"/>
                <a:gd name="csX94" fmla="*/ 175804 w 233131"/>
                <a:gd name="csY94" fmla="*/ 257974 h 331544"/>
                <a:gd name="csX95" fmla="*/ 177715 w 233131"/>
                <a:gd name="csY95" fmla="*/ 249853 h 331544"/>
                <a:gd name="csX96" fmla="*/ 177715 w 233131"/>
                <a:gd name="csY96" fmla="*/ 248897 h 331544"/>
                <a:gd name="csX97" fmla="*/ 176760 w 233131"/>
                <a:gd name="csY97" fmla="*/ 249853 h 331544"/>
                <a:gd name="csX98" fmla="*/ 173416 w 233131"/>
                <a:gd name="csY98" fmla="*/ 253674 h 331544"/>
                <a:gd name="csX99" fmla="*/ 171983 w 233131"/>
                <a:gd name="csY99" fmla="*/ 256063 h 331544"/>
                <a:gd name="csX100" fmla="*/ 171027 w 233131"/>
                <a:gd name="csY100" fmla="*/ 259885 h 331544"/>
                <a:gd name="csX101" fmla="*/ 170549 w 233131"/>
                <a:gd name="csY101" fmla="*/ 266095 h 331544"/>
                <a:gd name="csX102" fmla="*/ 171027 w 233131"/>
                <a:gd name="csY102" fmla="*/ 277561 h 331544"/>
                <a:gd name="csX103" fmla="*/ 170549 w 233131"/>
                <a:gd name="csY103" fmla="*/ 281860 h 331544"/>
                <a:gd name="csX104" fmla="*/ 169116 w 233131"/>
                <a:gd name="csY104" fmla="*/ 284249 h 331544"/>
                <a:gd name="csX105" fmla="*/ 169594 w 233131"/>
                <a:gd name="csY105" fmla="*/ 286160 h 331544"/>
                <a:gd name="csX106" fmla="*/ 173416 w 233131"/>
                <a:gd name="csY106" fmla="*/ 288549 h 331544"/>
                <a:gd name="csX107" fmla="*/ 174371 w 233131"/>
                <a:gd name="csY107" fmla="*/ 289504 h 331544"/>
                <a:gd name="csX108" fmla="*/ 174371 w 233131"/>
                <a:gd name="csY108" fmla="*/ 291415 h 331544"/>
                <a:gd name="csX109" fmla="*/ 174849 w 233131"/>
                <a:gd name="csY109" fmla="*/ 294281 h 331544"/>
                <a:gd name="csX110" fmla="*/ 174371 w 233131"/>
                <a:gd name="csY110" fmla="*/ 296670 h 331544"/>
                <a:gd name="csX111" fmla="*/ 173416 w 233131"/>
                <a:gd name="csY111" fmla="*/ 300492 h 331544"/>
                <a:gd name="csX112" fmla="*/ 171505 w 233131"/>
                <a:gd name="csY112" fmla="*/ 301925 h 331544"/>
                <a:gd name="csX113" fmla="*/ 168638 w 233131"/>
                <a:gd name="csY113" fmla="*/ 300492 h 331544"/>
                <a:gd name="csX114" fmla="*/ 162906 w 233131"/>
                <a:gd name="csY114" fmla="*/ 290460 h 331544"/>
                <a:gd name="csX115" fmla="*/ 160039 w 233131"/>
                <a:gd name="csY115" fmla="*/ 291415 h 331544"/>
                <a:gd name="csX116" fmla="*/ 159562 w 233131"/>
                <a:gd name="csY116" fmla="*/ 292370 h 331544"/>
                <a:gd name="csX117" fmla="*/ 160039 w 233131"/>
                <a:gd name="csY117" fmla="*/ 295715 h 331544"/>
                <a:gd name="csX118" fmla="*/ 161950 w 233131"/>
                <a:gd name="csY118" fmla="*/ 303358 h 331544"/>
                <a:gd name="csX119" fmla="*/ 162428 w 233131"/>
                <a:gd name="csY119" fmla="*/ 310046 h 331544"/>
                <a:gd name="csX120" fmla="*/ 161472 w 233131"/>
                <a:gd name="csY120" fmla="*/ 314824 h 331544"/>
                <a:gd name="csX121" fmla="*/ 159562 w 233131"/>
                <a:gd name="csY121" fmla="*/ 323423 h 331544"/>
                <a:gd name="csX122" fmla="*/ 158606 w 233131"/>
                <a:gd name="csY122" fmla="*/ 327722 h 331544"/>
                <a:gd name="csX123" fmla="*/ 158129 w 233131"/>
                <a:gd name="csY123" fmla="*/ 328200 h 331544"/>
                <a:gd name="csX124" fmla="*/ 155262 w 233131"/>
                <a:gd name="csY124" fmla="*/ 328200 h 331544"/>
                <a:gd name="csX125" fmla="*/ 152396 w 233131"/>
                <a:gd name="csY125" fmla="*/ 326289 h 331544"/>
                <a:gd name="csX126" fmla="*/ 145230 w 233131"/>
                <a:gd name="csY126" fmla="*/ 311957 h 331544"/>
                <a:gd name="csX127" fmla="*/ 141408 w 233131"/>
                <a:gd name="csY127" fmla="*/ 305747 h 331544"/>
                <a:gd name="csX128" fmla="*/ 136153 w 233131"/>
                <a:gd name="csY128" fmla="*/ 293326 h 331544"/>
                <a:gd name="csX129" fmla="*/ 134720 w 233131"/>
                <a:gd name="csY129" fmla="*/ 290937 h 331544"/>
                <a:gd name="csX130" fmla="*/ 133764 w 233131"/>
                <a:gd name="csY130" fmla="*/ 289982 h 331544"/>
                <a:gd name="csX131" fmla="*/ 132809 w 233131"/>
                <a:gd name="csY131" fmla="*/ 295715 h 331544"/>
                <a:gd name="csX132" fmla="*/ 134720 w 233131"/>
                <a:gd name="csY132" fmla="*/ 300492 h 331544"/>
                <a:gd name="csX133" fmla="*/ 139497 w 233131"/>
                <a:gd name="csY133" fmla="*/ 311957 h 331544"/>
                <a:gd name="csX134" fmla="*/ 142363 w 233131"/>
                <a:gd name="csY134" fmla="*/ 320079 h 331544"/>
                <a:gd name="csX135" fmla="*/ 144274 w 233131"/>
                <a:gd name="csY135" fmla="*/ 326767 h 331544"/>
                <a:gd name="csX136" fmla="*/ 144752 w 233131"/>
                <a:gd name="csY136" fmla="*/ 329633 h 331544"/>
                <a:gd name="csX137" fmla="*/ 143797 w 233131"/>
                <a:gd name="csY137" fmla="*/ 330589 h 331544"/>
                <a:gd name="csX138" fmla="*/ 142841 w 233131"/>
                <a:gd name="csY138" fmla="*/ 330111 h 331544"/>
                <a:gd name="csX139" fmla="*/ 141408 w 233131"/>
                <a:gd name="csY139" fmla="*/ 327722 h 331544"/>
                <a:gd name="csX140" fmla="*/ 137108 w 233131"/>
                <a:gd name="csY140" fmla="*/ 323901 h 331544"/>
                <a:gd name="csX141" fmla="*/ 135197 w 233131"/>
                <a:gd name="csY141" fmla="*/ 321512 h 331544"/>
                <a:gd name="csX142" fmla="*/ 134242 w 233131"/>
                <a:gd name="csY142" fmla="*/ 319123 h 331544"/>
                <a:gd name="csX143" fmla="*/ 131854 w 233131"/>
                <a:gd name="csY143" fmla="*/ 316735 h 331544"/>
                <a:gd name="csX144" fmla="*/ 128509 w 233131"/>
                <a:gd name="csY144" fmla="*/ 315779 h 331544"/>
                <a:gd name="csX145" fmla="*/ 125643 w 233131"/>
                <a:gd name="csY145" fmla="*/ 315301 h 331544"/>
                <a:gd name="csX146" fmla="*/ 122299 w 233131"/>
                <a:gd name="csY146" fmla="*/ 316257 h 331544"/>
                <a:gd name="csX147" fmla="*/ 121821 w 233131"/>
                <a:gd name="csY147" fmla="*/ 317212 h 331544"/>
                <a:gd name="csX148" fmla="*/ 125165 w 233131"/>
                <a:gd name="csY148" fmla="*/ 321034 h 331544"/>
                <a:gd name="csX149" fmla="*/ 126598 w 233131"/>
                <a:gd name="csY149" fmla="*/ 322945 h 331544"/>
                <a:gd name="csX150" fmla="*/ 127554 w 233131"/>
                <a:gd name="csY150" fmla="*/ 325334 h 331544"/>
                <a:gd name="csX151" fmla="*/ 128031 w 233131"/>
                <a:gd name="csY151" fmla="*/ 328200 h 331544"/>
                <a:gd name="csX152" fmla="*/ 127076 w 233131"/>
                <a:gd name="csY152" fmla="*/ 330111 h 331544"/>
                <a:gd name="csX153" fmla="*/ 122299 w 233131"/>
                <a:gd name="csY153" fmla="*/ 331544 h 331544"/>
                <a:gd name="csX154" fmla="*/ 116566 w 233131"/>
                <a:gd name="csY154" fmla="*/ 330589 h 331544"/>
                <a:gd name="csX155" fmla="*/ 106534 w 233131"/>
                <a:gd name="csY155" fmla="*/ 328200 h 331544"/>
                <a:gd name="csX156" fmla="*/ 96979 w 233131"/>
                <a:gd name="csY156" fmla="*/ 323901 h 331544"/>
                <a:gd name="csX157" fmla="*/ 87902 w 233131"/>
                <a:gd name="csY157" fmla="*/ 316735 h 331544"/>
                <a:gd name="csX158" fmla="*/ 81214 w 233131"/>
                <a:gd name="csY158" fmla="*/ 310046 h 331544"/>
                <a:gd name="csX159" fmla="*/ 78825 w 233131"/>
                <a:gd name="csY159" fmla="*/ 306225 h 331544"/>
                <a:gd name="csX160" fmla="*/ 77870 w 233131"/>
                <a:gd name="csY160" fmla="*/ 303836 h 331544"/>
                <a:gd name="csX161" fmla="*/ 80736 w 233131"/>
                <a:gd name="csY161" fmla="*/ 301447 h 331544"/>
                <a:gd name="csX162" fmla="*/ 88858 w 233131"/>
                <a:gd name="csY162" fmla="*/ 298103 h 331544"/>
                <a:gd name="csX163" fmla="*/ 97457 w 233131"/>
                <a:gd name="csY163" fmla="*/ 296192 h 331544"/>
                <a:gd name="csX164" fmla="*/ 96024 w 233131"/>
                <a:gd name="csY164" fmla="*/ 294281 h 331544"/>
                <a:gd name="csX165" fmla="*/ 80736 w 233131"/>
                <a:gd name="csY165" fmla="*/ 290460 h 331544"/>
                <a:gd name="csX166" fmla="*/ 75481 w 233131"/>
                <a:gd name="csY166" fmla="*/ 289504 h 331544"/>
                <a:gd name="csX167" fmla="*/ 73093 w 233131"/>
                <a:gd name="csY167" fmla="*/ 290937 h 331544"/>
                <a:gd name="csX168" fmla="*/ 69749 w 233131"/>
                <a:gd name="csY168" fmla="*/ 289982 h 331544"/>
                <a:gd name="csX169" fmla="*/ 67360 w 233131"/>
                <a:gd name="csY169" fmla="*/ 287115 h 331544"/>
                <a:gd name="csX170" fmla="*/ 64016 w 233131"/>
                <a:gd name="csY170" fmla="*/ 280905 h 331544"/>
                <a:gd name="csX171" fmla="*/ 62583 w 233131"/>
                <a:gd name="csY171" fmla="*/ 277083 h 331544"/>
                <a:gd name="csX172" fmla="*/ 62583 w 233131"/>
                <a:gd name="csY172" fmla="*/ 275172 h 331544"/>
                <a:gd name="csX173" fmla="*/ 64016 w 233131"/>
                <a:gd name="csY173" fmla="*/ 274217 h 331544"/>
                <a:gd name="csX174" fmla="*/ 71182 w 233131"/>
                <a:gd name="csY174" fmla="*/ 275172 h 331544"/>
                <a:gd name="csX175" fmla="*/ 72137 w 233131"/>
                <a:gd name="csY175" fmla="*/ 274694 h 331544"/>
                <a:gd name="csX176" fmla="*/ 68315 w 233131"/>
                <a:gd name="csY176" fmla="*/ 271350 h 331544"/>
                <a:gd name="csX177" fmla="*/ 57328 w 233131"/>
                <a:gd name="csY177" fmla="*/ 265618 h 331544"/>
                <a:gd name="csX178" fmla="*/ 53028 w 233131"/>
                <a:gd name="csY178" fmla="*/ 259885 h 331544"/>
                <a:gd name="csX179" fmla="*/ 52073 w 233131"/>
                <a:gd name="csY179" fmla="*/ 257974 h 331544"/>
                <a:gd name="csX180" fmla="*/ 52073 w 233131"/>
                <a:gd name="csY180" fmla="*/ 256063 h 331544"/>
                <a:gd name="csX181" fmla="*/ 52073 w 233131"/>
                <a:gd name="csY181" fmla="*/ 254152 h 331544"/>
                <a:gd name="csX182" fmla="*/ 56372 w 233131"/>
                <a:gd name="csY182" fmla="*/ 249853 h 331544"/>
                <a:gd name="csX183" fmla="*/ 69271 w 233131"/>
                <a:gd name="csY183" fmla="*/ 239820 h 331544"/>
                <a:gd name="csX184" fmla="*/ 73570 w 233131"/>
                <a:gd name="csY184" fmla="*/ 238387 h 331544"/>
                <a:gd name="csX185" fmla="*/ 78348 w 233131"/>
                <a:gd name="csY185" fmla="*/ 238387 h 331544"/>
                <a:gd name="csX186" fmla="*/ 81214 w 233131"/>
                <a:gd name="csY186" fmla="*/ 235521 h 331544"/>
                <a:gd name="csX187" fmla="*/ 84081 w 233131"/>
                <a:gd name="csY187" fmla="*/ 225966 h 331544"/>
                <a:gd name="csX188" fmla="*/ 97457 w 233131"/>
                <a:gd name="csY188" fmla="*/ 222622 h 331544"/>
                <a:gd name="csX189" fmla="*/ 107967 w 233131"/>
                <a:gd name="csY189" fmla="*/ 218322 h 331544"/>
                <a:gd name="csX190" fmla="*/ 108922 w 233131"/>
                <a:gd name="csY190" fmla="*/ 217367 h 331544"/>
                <a:gd name="csX191" fmla="*/ 100801 w 233131"/>
                <a:gd name="csY191" fmla="*/ 217845 h 331544"/>
                <a:gd name="csX192" fmla="*/ 89813 w 233131"/>
                <a:gd name="csY192" fmla="*/ 217367 h 331544"/>
                <a:gd name="csX193" fmla="*/ 85514 w 233131"/>
                <a:gd name="csY193" fmla="*/ 210679 h 331544"/>
                <a:gd name="csX194" fmla="*/ 82170 w 233131"/>
                <a:gd name="csY194" fmla="*/ 209723 h 331544"/>
                <a:gd name="csX195" fmla="*/ 78825 w 233131"/>
                <a:gd name="csY195" fmla="*/ 209723 h 331544"/>
                <a:gd name="csX196" fmla="*/ 74526 w 233131"/>
                <a:gd name="csY196" fmla="*/ 211634 h 331544"/>
                <a:gd name="csX197" fmla="*/ 67360 w 233131"/>
                <a:gd name="csY197" fmla="*/ 217845 h 331544"/>
                <a:gd name="csX198" fmla="*/ 64016 w 233131"/>
                <a:gd name="csY198" fmla="*/ 219278 h 331544"/>
                <a:gd name="csX199" fmla="*/ 56372 w 233131"/>
                <a:gd name="csY199" fmla="*/ 225488 h 331544"/>
                <a:gd name="csX200" fmla="*/ 54461 w 233131"/>
                <a:gd name="csY200" fmla="*/ 225011 h 331544"/>
                <a:gd name="csX201" fmla="*/ 53506 w 233131"/>
                <a:gd name="csY201" fmla="*/ 224055 h 331544"/>
                <a:gd name="csX202" fmla="*/ 53028 w 233131"/>
                <a:gd name="csY202" fmla="*/ 223100 h 331544"/>
                <a:gd name="csX203" fmla="*/ 54461 w 233131"/>
                <a:gd name="csY203" fmla="*/ 218800 h 331544"/>
                <a:gd name="csX204" fmla="*/ 56372 w 233131"/>
                <a:gd name="csY204" fmla="*/ 215934 h 331544"/>
                <a:gd name="csX205" fmla="*/ 55894 w 233131"/>
                <a:gd name="csY205" fmla="*/ 214978 h 331544"/>
                <a:gd name="csX206" fmla="*/ 53028 w 233131"/>
                <a:gd name="csY206" fmla="*/ 214501 h 331544"/>
                <a:gd name="csX207" fmla="*/ 49684 w 233131"/>
                <a:gd name="csY207" fmla="*/ 214501 h 331544"/>
                <a:gd name="csX208" fmla="*/ 47295 w 233131"/>
                <a:gd name="csY208" fmla="*/ 215456 h 331544"/>
                <a:gd name="csX209" fmla="*/ 38218 w 233131"/>
                <a:gd name="csY209" fmla="*/ 221189 h 331544"/>
                <a:gd name="csX210" fmla="*/ 34397 w 233131"/>
                <a:gd name="csY210" fmla="*/ 225011 h 331544"/>
                <a:gd name="csX211" fmla="*/ 33441 w 233131"/>
                <a:gd name="csY211" fmla="*/ 225488 h 331544"/>
                <a:gd name="csX212" fmla="*/ 29142 w 233131"/>
                <a:gd name="csY212" fmla="*/ 218800 h 331544"/>
                <a:gd name="csX213" fmla="*/ 22453 w 233131"/>
                <a:gd name="csY213" fmla="*/ 215456 h 331544"/>
                <a:gd name="csX214" fmla="*/ 21020 w 233131"/>
                <a:gd name="csY214" fmla="*/ 212590 h 331544"/>
                <a:gd name="csX215" fmla="*/ 22453 w 233131"/>
                <a:gd name="csY215" fmla="*/ 202080 h 331544"/>
                <a:gd name="csX216" fmla="*/ 24364 w 233131"/>
                <a:gd name="csY216" fmla="*/ 199691 h 331544"/>
                <a:gd name="csX217" fmla="*/ 29619 w 233131"/>
                <a:gd name="csY217" fmla="*/ 197780 h 331544"/>
                <a:gd name="csX218" fmla="*/ 44907 w 233131"/>
                <a:gd name="csY218" fmla="*/ 187748 h 331544"/>
                <a:gd name="csX219" fmla="*/ 45862 w 233131"/>
                <a:gd name="csY219" fmla="*/ 185837 h 331544"/>
                <a:gd name="csX220" fmla="*/ 47295 w 233131"/>
                <a:gd name="csY220" fmla="*/ 180582 h 331544"/>
                <a:gd name="csX221" fmla="*/ 43474 w 233131"/>
                <a:gd name="csY221" fmla="*/ 182015 h 331544"/>
                <a:gd name="csX222" fmla="*/ 35830 w 233131"/>
                <a:gd name="csY222" fmla="*/ 186792 h 331544"/>
                <a:gd name="csX223" fmla="*/ 29619 w 233131"/>
                <a:gd name="csY223" fmla="*/ 189181 h 331544"/>
                <a:gd name="csX224" fmla="*/ 24364 w 233131"/>
                <a:gd name="csY224" fmla="*/ 189181 h 331544"/>
                <a:gd name="csX225" fmla="*/ 20542 w 233131"/>
                <a:gd name="csY225" fmla="*/ 188703 h 331544"/>
                <a:gd name="csX226" fmla="*/ 18154 w 233131"/>
                <a:gd name="csY226" fmla="*/ 187270 h 331544"/>
                <a:gd name="csX227" fmla="*/ 15765 w 233131"/>
                <a:gd name="csY227" fmla="*/ 183926 h 331544"/>
                <a:gd name="csX228" fmla="*/ 6210 w 233131"/>
                <a:gd name="csY228" fmla="*/ 169116 h 331544"/>
                <a:gd name="csX229" fmla="*/ 3822 w 233131"/>
                <a:gd name="csY229" fmla="*/ 162428 h 331544"/>
                <a:gd name="csX230" fmla="*/ 3344 w 233131"/>
                <a:gd name="csY230" fmla="*/ 155740 h 331544"/>
                <a:gd name="csX231" fmla="*/ 2867 w 233131"/>
                <a:gd name="csY231" fmla="*/ 150963 h 331544"/>
                <a:gd name="csX232" fmla="*/ 0 w 233131"/>
                <a:gd name="csY232" fmla="*/ 139019 h 331544"/>
                <a:gd name="csX233" fmla="*/ 20065 w 233131"/>
                <a:gd name="csY233" fmla="*/ 146663 h 331544"/>
                <a:gd name="csX234" fmla="*/ 27708 w 233131"/>
                <a:gd name="csY234" fmla="*/ 148096 h 331544"/>
                <a:gd name="csX235" fmla="*/ 42518 w 233131"/>
                <a:gd name="csY235" fmla="*/ 148574 h 331544"/>
                <a:gd name="csX236" fmla="*/ 42996 w 233131"/>
                <a:gd name="csY236" fmla="*/ 147618 h 331544"/>
                <a:gd name="csX237" fmla="*/ 43474 w 233131"/>
                <a:gd name="csY237" fmla="*/ 145707 h 331544"/>
                <a:gd name="csX238" fmla="*/ 42996 w 233131"/>
                <a:gd name="csY238" fmla="*/ 142841 h 331544"/>
                <a:gd name="csX239" fmla="*/ 42996 w 233131"/>
                <a:gd name="csY239" fmla="*/ 140453 h 331544"/>
                <a:gd name="csX240" fmla="*/ 43474 w 233131"/>
                <a:gd name="csY240" fmla="*/ 138542 h 331544"/>
                <a:gd name="csX241" fmla="*/ 49206 w 233131"/>
                <a:gd name="csY241" fmla="*/ 134242 h 331544"/>
                <a:gd name="csX242" fmla="*/ 50162 w 233131"/>
                <a:gd name="csY242" fmla="*/ 132809 h 331544"/>
                <a:gd name="csX243" fmla="*/ 43474 w 233131"/>
                <a:gd name="csY243" fmla="*/ 132331 h 331544"/>
                <a:gd name="csX244" fmla="*/ 31530 w 233131"/>
                <a:gd name="csY244" fmla="*/ 139497 h 331544"/>
                <a:gd name="csX245" fmla="*/ 27231 w 233131"/>
                <a:gd name="csY245" fmla="*/ 139019 h 331544"/>
                <a:gd name="csX246" fmla="*/ 22453 w 233131"/>
                <a:gd name="csY246" fmla="*/ 128987 h 331544"/>
                <a:gd name="csX247" fmla="*/ 17676 w 233131"/>
                <a:gd name="csY247" fmla="*/ 130898 h 331544"/>
                <a:gd name="csX248" fmla="*/ 14810 w 233131"/>
                <a:gd name="csY248" fmla="*/ 129942 h 331544"/>
                <a:gd name="csX249" fmla="*/ 11466 w 233131"/>
                <a:gd name="csY249" fmla="*/ 127554 h 331544"/>
                <a:gd name="csX250" fmla="*/ 9555 w 233131"/>
                <a:gd name="csY250" fmla="*/ 125165 h 331544"/>
                <a:gd name="csX251" fmla="*/ 8121 w 233131"/>
                <a:gd name="csY251" fmla="*/ 122299 h 331544"/>
                <a:gd name="csX252" fmla="*/ 7644 w 233131"/>
                <a:gd name="csY252" fmla="*/ 119910 h 331544"/>
                <a:gd name="csX253" fmla="*/ 8121 w 233131"/>
                <a:gd name="csY253" fmla="*/ 117999 h 331544"/>
                <a:gd name="csX254" fmla="*/ 9077 w 233131"/>
                <a:gd name="csY254" fmla="*/ 116088 h 331544"/>
                <a:gd name="csX255" fmla="*/ 13376 w 233131"/>
                <a:gd name="csY255" fmla="*/ 112744 h 331544"/>
                <a:gd name="csX256" fmla="*/ 15287 w 233131"/>
                <a:gd name="csY256" fmla="*/ 112744 h 331544"/>
                <a:gd name="csX257" fmla="*/ 20542 w 233131"/>
                <a:gd name="csY257" fmla="*/ 114655 h 331544"/>
                <a:gd name="csX258" fmla="*/ 24364 w 233131"/>
                <a:gd name="csY258" fmla="*/ 114177 h 331544"/>
                <a:gd name="csX259" fmla="*/ 23409 w 233131"/>
                <a:gd name="csY259" fmla="*/ 111311 h 331544"/>
                <a:gd name="csX260" fmla="*/ 17676 w 233131"/>
                <a:gd name="csY260" fmla="*/ 103190 h 331544"/>
                <a:gd name="csX261" fmla="*/ 12421 w 233131"/>
                <a:gd name="csY261" fmla="*/ 93635 h 331544"/>
                <a:gd name="csX262" fmla="*/ 12899 w 233131"/>
                <a:gd name="csY262" fmla="*/ 78348 h 331544"/>
                <a:gd name="csX263" fmla="*/ 16721 w 233131"/>
                <a:gd name="csY263" fmla="*/ 75004 h 331544"/>
                <a:gd name="csX264" fmla="*/ 21020 w 233131"/>
                <a:gd name="csY264" fmla="*/ 74526 h 331544"/>
                <a:gd name="csX265" fmla="*/ 25320 w 233131"/>
                <a:gd name="csY265" fmla="*/ 78348 h 331544"/>
                <a:gd name="csX266" fmla="*/ 31052 w 233131"/>
                <a:gd name="csY266" fmla="*/ 79303 h 331544"/>
                <a:gd name="csX267" fmla="*/ 34874 w 233131"/>
                <a:gd name="csY267" fmla="*/ 83603 h 331544"/>
                <a:gd name="csX268" fmla="*/ 37263 w 233131"/>
                <a:gd name="csY268" fmla="*/ 91724 h 331544"/>
                <a:gd name="csX269" fmla="*/ 40607 w 233131"/>
                <a:gd name="csY269" fmla="*/ 91724 h 331544"/>
                <a:gd name="csX270" fmla="*/ 45384 w 233131"/>
                <a:gd name="csY270" fmla="*/ 93157 h 331544"/>
                <a:gd name="csX271" fmla="*/ 56372 w 233131"/>
                <a:gd name="csY271" fmla="*/ 93157 h 331544"/>
                <a:gd name="csX272" fmla="*/ 54461 w 233131"/>
                <a:gd name="csY272" fmla="*/ 90291 h 331544"/>
                <a:gd name="csX273" fmla="*/ 51117 w 233131"/>
                <a:gd name="csY273" fmla="*/ 87425 h 331544"/>
                <a:gd name="csX274" fmla="*/ 43474 w 233131"/>
                <a:gd name="csY274" fmla="*/ 84080 h 331544"/>
                <a:gd name="csX275" fmla="*/ 39651 w 233131"/>
                <a:gd name="csY275" fmla="*/ 71659 h 331544"/>
                <a:gd name="csX276" fmla="*/ 31530 w 233131"/>
                <a:gd name="csY276" fmla="*/ 65449 h 331544"/>
                <a:gd name="csX277" fmla="*/ 25320 w 233131"/>
                <a:gd name="csY277" fmla="*/ 62105 h 331544"/>
                <a:gd name="csX278" fmla="*/ 25320 w 233131"/>
                <a:gd name="csY278" fmla="*/ 59238 h 331544"/>
                <a:gd name="csX279" fmla="*/ 30097 w 233131"/>
                <a:gd name="csY279" fmla="*/ 42996 h 331544"/>
                <a:gd name="csX280" fmla="*/ 35830 w 233131"/>
                <a:gd name="csY280" fmla="*/ 37263 h 331544"/>
                <a:gd name="csX281" fmla="*/ 44907 w 233131"/>
                <a:gd name="csY281" fmla="*/ 39652 h 331544"/>
                <a:gd name="csX282" fmla="*/ 51117 w 233131"/>
                <a:gd name="csY282" fmla="*/ 36307 h 331544"/>
                <a:gd name="csX283" fmla="*/ 58761 w 233131"/>
                <a:gd name="csY283" fmla="*/ 31052 h 331544"/>
                <a:gd name="csX284" fmla="*/ 66405 w 233131"/>
                <a:gd name="csY284" fmla="*/ 33441 h 331544"/>
                <a:gd name="csX285" fmla="*/ 68315 w 233131"/>
                <a:gd name="csY285" fmla="*/ 33441 h 331544"/>
                <a:gd name="csX286" fmla="*/ 69271 w 233131"/>
                <a:gd name="csY286" fmla="*/ 31530 h 331544"/>
                <a:gd name="csX287" fmla="*/ 70226 w 233131"/>
                <a:gd name="csY287" fmla="*/ 28186 h 331544"/>
                <a:gd name="csX288" fmla="*/ 70226 w 233131"/>
                <a:gd name="csY288" fmla="*/ 24842 h 331544"/>
                <a:gd name="csX289" fmla="*/ 69271 w 233131"/>
                <a:gd name="csY289" fmla="*/ 21976 h 331544"/>
                <a:gd name="csX290" fmla="*/ 66882 w 233131"/>
                <a:gd name="csY290" fmla="*/ 18631 h 331544"/>
                <a:gd name="csX291" fmla="*/ 57328 w 233131"/>
                <a:gd name="csY291" fmla="*/ 18154 h 331544"/>
                <a:gd name="csX292" fmla="*/ 53028 w 233131"/>
                <a:gd name="csY292" fmla="*/ 16721 h 331544"/>
                <a:gd name="csX293" fmla="*/ 51117 w 233131"/>
                <a:gd name="csY293" fmla="*/ 14810 h 331544"/>
                <a:gd name="csX294" fmla="*/ 50639 w 233131"/>
                <a:gd name="csY294" fmla="*/ 11943 h 331544"/>
                <a:gd name="csX295" fmla="*/ 50639 w 233131"/>
                <a:gd name="csY295" fmla="*/ 9077 h 331544"/>
                <a:gd name="csX296" fmla="*/ 50639 w 233131"/>
                <a:gd name="csY296" fmla="*/ 5733 h 331544"/>
                <a:gd name="csX297" fmla="*/ 50639 w 233131"/>
                <a:gd name="csY297" fmla="*/ 3822 h 331544"/>
                <a:gd name="csX298" fmla="*/ 51595 w 233131"/>
                <a:gd name="csY298" fmla="*/ 2866 h 331544"/>
                <a:gd name="csX299" fmla="*/ 53983 w 233131"/>
                <a:gd name="csY299" fmla="*/ 1911 h 331544"/>
                <a:gd name="csX300" fmla="*/ 63060 w 233131"/>
                <a:gd name="csY300" fmla="*/ 1433 h 331544"/>
                <a:gd name="csX301" fmla="*/ 68315 w 233131"/>
                <a:gd name="csY301" fmla="*/ 0 h 331544"/>
                <a:gd name="csX302" fmla="*/ 74526 w 233131"/>
                <a:gd name="csY302" fmla="*/ 1911 h 331544"/>
                <a:gd name="csX303" fmla="*/ 86469 w 233131"/>
                <a:gd name="csY303" fmla="*/ 10510 h 331544"/>
                <a:gd name="csX304" fmla="*/ 90769 w 233131"/>
                <a:gd name="csY304" fmla="*/ 14332 h 331544"/>
                <a:gd name="csX305" fmla="*/ 95068 w 233131"/>
                <a:gd name="csY305" fmla="*/ 21498 h 331544"/>
                <a:gd name="csX306" fmla="*/ 96979 w 233131"/>
                <a:gd name="csY306" fmla="*/ 27708 h 331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</a:cxnLst>
              <a:rect l="l" t="t" r="r" b="b"/>
              <a:pathLst>
                <a:path w="233131" h="331544">
                  <a:moveTo>
                    <a:pt x="96979" y="27708"/>
                  </a:moveTo>
                  <a:lnTo>
                    <a:pt x="99846" y="37263"/>
                  </a:lnTo>
                  <a:lnTo>
                    <a:pt x="109400" y="60672"/>
                  </a:lnTo>
                  <a:lnTo>
                    <a:pt x="113700" y="68793"/>
                  </a:lnTo>
                  <a:lnTo>
                    <a:pt x="120865" y="78825"/>
                  </a:lnTo>
                  <a:lnTo>
                    <a:pt x="121821" y="82647"/>
                  </a:lnTo>
                  <a:lnTo>
                    <a:pt x="121821" y="84080"/>
                  </a:lnTo>
                  <a:lnTo>
                    <a:pt x="121821" y="89335"/>
                  </a:lnTo>
                  <a:lnTo>
                    <a:pt x="123732" y="91246"/>
                  </a:lnTo>
                  <a:lnTo>
                    <a:pt x="130420" y="94590"/>
                  </a:lnTo>
                  <a:lnTo>
                    <a:pt x="137108" y="99846"/>
                  </a:lnTo>
                  <a:lnTo>
                    <a:pt x="138542" y="99846"/>
                  </a:lnTo>
                  <a:lnTo>
                    <a:pt x="140930" y="96501"/>
                  </a:lnTo>
                  <a:lnTo>
                    <a:pt x="143797" y="95546"/>
                  </a:lnTo>
                  <a:lnTo>
                    <a:pt x="148096" y="96024"/>
                  </a:lnTo>
                  <a:lnTo>
                    <a:pt x="149529" y="98412"/>
                  </a:lnTo>
                  <a:lnTo>
                    <a:pt x="150963" y="101756"/>
                  </a:lnTo>
                  <a:lnTo>
                    <a:pt x="151440" y="104623"/>
                  </a:lnTo>
                  <a:lnTo>
                    <a:pt x="151918" y="106534"/>
                  </a:lnTo>
                  <a:lnTo>
                    <a:pt x="150485" y="109878"/>
                  </a:lnTo>
                  <a:lnTo>
                    <a:pt x="150485" y="111311"/>
                  </a:lnTo>
                  <a:lnTo>
                    <a:pt x="151440" y="113222"/>
                  </a:lnTo>
                  <a:lnTo>
                    <a:pt x="151440" y="115133"/>
                  </a:lnTo>
                  <a:lnTo>
                    <a:pt x="150007" y="122776"/>
                  </a:lnTo>
                  <a:lnTo>
                    <a:pt x="150485" y="125643"/>
                  </a:lnTo>
                  <a:lnTo>
                    <a:pt x="153829" y="132331"/>
                  </a:lnTo>
                  <a:lnTo>
                    <a:pt x="157173" y="136153"/>
                  </a:lnTo>
                  <a:lnTo>
                    <a:pt x="163384" y="139497"/>
                  </a:lnTo>
                  <a:lnTo>
                    <a:pt x="167683" y="139497"/>
                  </a:lnTo>
                  <a:lnTo>
                    <a:pt x="170072" y="141886"/>
                  </a:lnTo>
                  <a:lnTo>
                    <a:pt x="170549" y="140453"/>
                  </a:lnTo>
                  <a:lnTo>
                    <a:pt x="169116" y="135675"/>
                  </a:lnTo>
                  <a:lnTo>
                    <a:pt x="166728" y="129465"/>
                  </a:lnTo>
                  <a:lnTo>
                    <a:pt x="161950" y="126598"/>
                  </a:lnTo>
                  <a:lnTo>
                    <a:pt x="161472" y="122776"/>
                  </a:lnTo>
                  <a:lnTo>
                    <a:pt x="160995" y="116566"/>
                  </a:lnTo>
                  <a:lnTo>
                    <a:pt x="161472" y="112266"/>
                  </a:lnTo>
                  <a:lnTo>
                    <a:pt x="163861" y="108922"/>
                  </a:lnTo>
                  <a:lnTo>
                    <a:pt x="165772" y="107489"/>
                  </a:lnTo>
                  <a:lnTo>
                    <a:pt x="171983" y="107489"/>
                  </a:lnTo>
                  <a:lnTo>
                    <a:pt x="174849" y="108922"/>
                  </a:lnTo>
                  <a:lnTo>
                    <a:pt x="180582" y="113700"/>
                  </a:lnTo>
                  <a:lnTo>
                    <a:pt x="181060" y="116088"/>
                  </a:lnTo>
                  <a:lnTo>
                    <a:pt x="181537" y="121343"/>
                  </a:lnTo>
                  <a:lnTo>
                    <a:pt x="182015" y="131376"/>
                  </a:lnTo>
                  <a:lnTo>
                    <a:pt x="181537" y="133764"/>
                  </a:lnTo>
                  <a:lnTo>
                    <a:pt x="176760" y="139497"/>
                  </a:lnTo>
                  <a:lnTo>
                    <a:pt x="175804" y="143319"/>
                  </a:lnTo>
                  <a:lnTo>
                    <a:pt x="177238" y="144274"/>
                  </a:lnTo>
                  <a:lnTo>
                    <a:pt x="181060" y="145230"/>
                  </a:lnTo>
                  <a:lnTo>
                    <a:pt x="187748" y="148574"/>
                  </a:lnTo>
                  <a:lnTo>
                    <a:pt x="190136" y="149052"/>
                  </a:lnTo>
                  <a:lnTo>
                    <a:pt x="192525" y="156695"/>
                  </a:lnTo>
                  <a:lnTo>
                    <a:pt x="194436" y="164339"/>
                  </a:lnTo>
                  <a:lnTo>
                    <a:pt x="193003" y="173894"/>
                  </a:lnTo>
                  <a:lnTo>
                    <a:pt x="191092" y="188225"/>
                  </a:lnTo>
                  <a:lnTo>
                    <a:pt x="189659" y="191570"/>
                  </a:lnTo>
                  <a:lnTo>
                    <a:pt x="188226" y="196347"/>
                  </a:lnTo>
                  <a:lnTo>
                    <a:pt x="189181" y="197302"/>
                  </a:lnTo>
                  <a:lnTo>
                    <a:pt x="195391" y="195391"/>
                  </a:lnTo>
                  <a:lnTo>
                    <a:pt x="196825" y="194914"/>
                  </a:lnTo>
                  <a:lnTo>
                    <a:pt x="201124" y="189659"/>
                  </a:lnTo>
                  <a:lnTo>
                    <a:pt x="207335" y="191092"/>
                  </a:lnTo>
                  <a:lnTo>
                    <a:pt x="209245" y="192525"/>
                  </a:lnTo>
                  <a:lnTo>
                    <a:pt x="210201" y="193958"/>
                  </a:lnTo>
                  <a:lnTo>
                    <a:pt x="212112" y="199691"/>
                  </a:lnTo>
                  <a:lnTo>
                    <a:pt x="214023" y="206857"/>
                  </a:lnTo>
                  <a:lnTo>
                    <a:pt x="214978" y="205901"/>
                  </a:lnTo>
                  <a:lnTo>
                    <a:pt x="217845" y="197302"/>
                  </a:lnTo>
                  <a:lnTo>
                    <a:pt x="218800" y="194914"/>
                  </a:lnTo>
                  <a:lnTo>
                    <a:pt x="220233" y="193003"/>
                  </a:lnTo>
                  <a:lnTo>
                    <a:pt x="220711" y="193480"/>
                  </a:lnTo>
                  <a:lnTo>
                    <a:pt x="223577" y="201602"/>
                  </a:lnTo>
                  <a:lnTo>
                    <a:pt x="230266" y="215934"/>
                  </a:lnTo>
                  <a:lnTo>
                    <a:pt x="232654" y="221667"/>
                  </a:lnTo>
                  <a:lnTo>
                    <a:pt x="233132" y="225966"/>
                  </a:lnTo>
                  <a:lnTo>
                    <a:pt x="230266" y="230743"/>
                  </a:lnTo>
                  <a:lnTo>
                    <a:pt x="227877" y="233132"/>
                  </a:lnTo>
                  <a:lnTo>
                    <a:pt x="212112" y="243642"/>
                  </a:lnTo>
                  <a:lnTo>
                    <a:pt x="204946" y="249853"/>
                  </a:lnTo>
                  <a:lnTo>
                    <a:pt x="201602" y="254152"/>
                  </a:lnTo>
                  <a:lnTo>
                    <a:pt x="199691" y="255585"/>
                  </a:lnTo>
                  <a:lnTo>
                    <a:pt x="195869" y="255108"/>
                  </a:lnTo>
                  <a:lnTo>
                    <a:pt x="194914" y="255585"/>
                  </a:lnTo>
                  <a:lnTo>
                    <a:pt x="193480" y="262751"/>
                  </a:lnTo>
                  <a:lnTo>
                    <a:pt x="192525" y="266095"/>
                  </a:lnTo>
                  <a:lnTo>
                    <a:pt x="189181" y="270873"/>
                  </a:lnTo>
                  <a:lnTo>
                    <a:pt x="184404" y="279949"/>
                  </a:lnTo>
                  <a:lnTo>
                    <a:pt x="182015" y="283771"/>
                  </a:lnTo>
                  <a:lnTo>
                    <a:pt x="176760" y="280905"/>
                  </a:lnTo>
                  <a:lnTo>
                    <a:pt x="175804" y="276605"/>
                  </a:lnTo>
                  <a:lnTo>
                    <a:pt x="175327" y="267529"/>
                  </a:lnTo>
                  <a:lnTo>
                    <a:pt x="174849" y="263707"/>
                  </a:lnTo>
                  <a:lnTo>
                    <a:pt x="175327" y="261318"/>
                  </a:lnTo>
                  <a:lnTo>
                    <a:pt x="175804" y="257974"/>
                  </a:lnTo>
                  <a:lnTo>
                    <a:pt x="177715" y="249853"/>
                  </a:lnTo>
                  <a:lnTo>
                    <a:pt x="177715" y="248897"/>
                  </a:lnTo>
                  <a:lnTo>
                    <a:pt x="176760" y="249853"/>
                  </a:lnTo>
                  <a:lnTo>
                    <a:pt x="173416" y="253674"/>
                  </a:lnTo>
                  <a:lnTo>
                    <a:pt x="171983" y="256063"/>
                  </a:lnTo>
                  <a:lnTo>
                    <a:pt x="171027" y="259885"/>
                  </a:lnTo>
                  <a:lnTo>
                    <a:pt x="170549" y="266095"/>
                  </a:lnTo>
                  <a:lnTo>
                    <a:pt x="171027" y="277561"/>
                  </a:lnTo>
                  <a:lnTo>
                    <a:pt x="170549" y="281860"/>
                  </a:lnTo>
                  <a:lnTo>
                    <a:pt x="169116" y="284249"/>
                  </a:lnTo>
                  <a:lnTo>
                    <a:pt x="169594" y="286160"/>
                  </a:lnTo>
                  <a:lnTo>
                    <a:pt x="173416" y="288549"/>
                  </a:lnTo>
                  <a:lnTo>
                    <a:pt x="174371" y="289504"/>
                  </a:lnTo>
                  <a:lnTo>
                    <a:pt x="174371" y="291415"/>
                  </a:lnTo>
                  <a:lnTo>
                    <a:pt x="174849" y="294281"/>
                  </a:lnTo>
                  <a:lnTo>
                    <a:pt x="174371" y="296670"/>
                  </a:lnTo>
                  <a:lnTo>
                    <a:pt x="173416" y="300492"/>
                  </a:lnTo>
                  <a:lnTo>
                    <a:pt x="171505" y="301925"/>
                  </a:lnTo>
                  <a:lnTo>
                    <a:pt x="168638" y="300492"/>
                  </a:lnTo>
                  <a:lnTo>
                    <a:pt x="162906" y="290460"/>
                  </a:lnTo>
                  <a:lnTo>
                    <a:pt x="160039" y="291415"/>
                  </a:lnTo>
                  <a:lnTo>
                    <a:pt x="159562" y="292370"/>
                  </a:lnTo>
                  <a:lnTo>
                    <a:pt x="160039" y="295715"/>
                  </a:lnTo>
                  <a:lnTo>
                    <a:pt x="161950" y="303358"/>
                  </a:lnTo>
                  <a:lnTo>
                    <a:pt x="162428" y="310046"/>
                  </a:lnTo>
                  <a:lnTo>
                    <a:pt x="161472" y="314824"/>
                  </a:lnTo>
                  <a:lnTo>
                    <a:pt x="159562" y="323423"/>
                  </a:lnTo>
                  <a:lnTo>
                    <a:pt x="158606" y="327722"/>
                  </a:lnTo>
                  <a:lnTo>
                    <a:pt x="158129" y="328200"/>
                  </a:lnTo>
                  <a:lnTo>
                    <a:pt x="155262" y="328200"/>
                  </a:lnTo>
                  <a:lnTo>
                    <a:pt x="152396" y="326289"/>
                  </a:lnTo>
                  <a:lnTo>
                    <a:pt x="145230" y="311957"/>
                  </a:lnTo>
                  <a:lnTo>
                    <a:pt x="141408" y="305747"/>
                  </a:lnTo>
                  <a:lnTo>
                    <a:pt x="136153" y="293326"/>
                  </a:lnTo>
                  <a:lnTo>
                    <a:pt x="134720" y="290937"/>
                  </a:lnTo>
                  <a:lnTo>
                    <a:pt x="133764" y="289982"/>
                  </a:lnTo>
                  <a:lnTo>
                    <a:pt x="132809" y="295715"/>
                  </a:lnTo>
                  <a:lnTo>
                    <a:pt x="134720" y="300492"/>
                  </a:lnTo>
                  <a:lnTo>
                    <a:pt x="139497" y="311957"/>
                  </a:lnTo>
                  <a:lnTo>
                    <a:pt x="142363" y="320079"/>
                  </a:lnTo>
                  <a:lnTo>
                    <a:pt x="144274" y="326767"/>
                  </a:lnTo>
                  <a:lnTo>
                    <a:pt x="144752" y="329633"/>
                  </a:lnTo>
                  <a:lnTo>
                    <a:pt x="143797" y="330589"/>
                  </a:lnTo>
                  <a:lnTo>
                    <a:pt x="142841" y="330111"/>
                  </a:lnTo>
                  <a:lnTo>
                    <a:pt x="141408" y="327722"/>
                  </a:lnTo>
                  <a:lnTo>
                    <a:pt x="137108" y="323901"/>
                  </a:lnTo>
                  <a:lnTo>
                    <a:pt x="135197" y="321512"/>
                  </a:lnTo>
                  <a:lnTo>
                    <a:pt x="134242" y="319123"/>
                  </a:lnTo>
                  <a:lnTo>
                    <a:pt x="131854" y="316735"/>
                  </a:lnTo>
                  <a:lnTo>
                    <a:pt x="128509" y="315779"/>
                  </a:lnTo>
                  <a:lnTo>
                    <a:pt x="125643" y="315301"/>
                  </a:lnTo>
                  <a:lnTo>
                    <a:pt x="122299" y="316257"/>
                  </a:lnTo>
                  <a:lnTo>
                    <a:pt x="121821" y="317212"/>
                  </a:lnTo>
                  <a:lnTo>
                    <a:pt x="125165" y="321034"/>
                  </a:lnTo>
                  <a:lnTo>
                    <a:pt x="126598" y="322945"/>
                  </a:lnTo>
                  <a:lnTo>
                    <a:pt x="127554" y="325334"/>
                  </a:lnTo>
                  <a:lnTo>
                    <a:pt x="128031" y="328200"/>
                  </a:lnTo>
                  <a:lnTo>
                    <a:pt x="127076" y="330111"/>
                  </a:lnTo>
                  <a:lnTo>
                    <a:pt x="122299" y="331544"/>
                  </a:lnTo>
                  <a:lnTo>
                    <a:pt x="116566" y="330589"/>
                  </a:lnTo>
                  <a:lnTo>
                    <a:pt x="106534" y="328200"/>
                  </a:lnTo>
                  <a:lnTo>
                    <a:pt x="96979" y="323901"/>
                  </a:lnTo>
                  <a:lnTo>
                    <a:pt x="87902" y="316735"/>
                  </a:lnTo>
                  <a:lnTo>
                    <a:pt x="81214" y="310046"/>
                  </a:lnTo>
                  <a:lnTo>
                    <a:pt x="78825" y="306225"/>
                  </a:lnTo>
                  <a:lnTo>
                    <a:pt x="77870" y="303836"/>
                  </a:lnTo>
                  <a:lnTo>
                    <a:pt x="80736" y="301447"/>
                  </a:lnTo>
                  <a:lnTo>
                    <a:pt x="88858" y="298103"/>
                  </a:lnTo>
                  <a:lnTo>
                    <a:pt x="97457" y="296192"/>
                  </a:lnTo>
                  <a:lnTo>
                    <a:pt x="96024" y="294281"/>
                  </a:lnTo>
                  <a:lnTo>
                    <a:pt x="80736" y="290460"/>
                  </a:lnTo>
                  <a:lnTo>
                    <a:pt x="75481" y="289504"/>
                  </a:lnTo>
                  <a:lnTo>
                    <a:pt x="73093" y="290937"/>
                  </a:lnTo>
                  <a:lnTo>
                    <a:pt x="69749" y="289982"/>
                  </a:lnTo>
                  <a:lnTo>
                    <a:pt x="67360" y="287115"/>
                  </a:lnTo>
                  <a:lnTo>
                    <a:pt x="64016" y="280905"/>
                  </a:lnTo>
                  <a:lnTo>
                    <a:pt x="62583" y="277083"/>
                  </a:lnTo>
                  <a:lnTo>
                    <a:pt x="62583" y="275172"/>
                  </a:lnTo>
                  <a:lnTo>
                    <a:pt x="64016" y="274217"/>
                  </a:lnTo>
                  <a:lnTo>
                    <a:pt x="71182" y="275172"/>
                  </a:lnTo>
                  <a:lnTo>
                    <a:pt x="72137" y="274694"/>
                  </a:lnTo>
                  <a:lnTo>
                    <a:pt x="68315" y="271350"/>
                  </a:lnTo>
                  <a:lnTo>
                    <a:pt x="57328" y="265618"/>
                  </a:lnTo>
                  <a:lnTo>
                    <a:pt x="53028" y="259885"/>
                  </a:lnTo>
                  <a:lnTo>
                    <a:pt x="52073" y="257974"/>
                  </a:lnTo>
                  <a:lnTo>
                    <a:pt x="52073" y="256063"/>
                  </a:lnTo>
                  <a:lnTo>
                    <a:pt x="52073" y="254152"/>
                  </a:lnTo>
                  <a:lnTo>
                    <a:pt x="56372" y="249853"/>
                  </a:lnTo>
                  <a:lnTo>
                    <a:pt x="69271" y="239820"/>
                  </a:lnTo>
                  <a:lnTo>
                    <a:pt x="73570" y="238387"/>
                  </a:lnTo>
                  <a:lnTo>
                    <a:pt x="78348" y="238387"/>
                  </a:lnTo>
                  <a:lnTo>
                    <a:pt x="81214" y="235521"/>
                  </a:lnTo>
                  <a:lnTo>
                    <a:pt x="84081" y="225966"/>
                  </a:lnTo>
                  <a:lnTo>
                    <a:pt x="97457" y="222622"/>
                  </a:lnTo>
                  <a:lnTo>
                    <a:pt x="107967" y="218322"/>
                  </a:lnTo>
                  <a:lnTo>
                    <a:pt x="108922" y="217367"/>
                  </a:lnTo>
                  <a:lnTo>
                    <a:pt x="100801" y="217845"/>
                  </a:lnTo>
                  <a:lnTo>
                    <a:pt x="89813" y="217367"/>
                  </a:lnTo>
                  <a:lnTo>
                    <a:pt x="85514" y="210679"/>
                  </a:lnTo>
                  <a:lnTo>
                    <a:pt x="82170" y="209723"/>
                  </a:lnTo>
                  <a:lnTo>
                    <a:pt x="78825" y="209723"/>
                  </a:lnTo>
                  <a:lnTo>
                    <a:pt x="74526" y="211634"/>
                  </a:lnTo>
                  <a:lnTo>
                    <a:pt x="67360" y="217845"/>
                  </a:lnTo>
                  <a:lnTo>
                    <a:pt x="64016" y="219278"/>
                  </a:lnTo>
                  <a:lnTo>
                    <a:pt x="56372" y="225488"/>
                  </a:lnTo>
                  <a:lnTo>
                    <a:pt x="54461" y="225011"/>
                  </a:lnTo>
                  <a:lnTo>
                    <a:pt x="53506" y="224055"/>
                  </a:lnTo>
                  <a:lnTo>
                    <a:pt x="53028" y="223100"/>
                  </a:lnTo>
                  <a:lnTo>
                    <a:pt x="54461" y="218800"/>
                  </a:lnTo>
                  <a:lnTo>
                    <a:pt x="56372" y="215934"/>
                  </a:lnTo>
                  <a:lnTo>
                    <a:pt x="55894" y="214978"/>
                  </a:lnTo>
                  <a:lnTo>
                    <a:pt x="53028" y="214501"/>
                  </a:lnTo>
                  <a:lnTo>
                    <a:pt x="49684" y="214501"/>
                  </a:lnTo>
                  <a:lnTo>
                    <a:pt x="47295" y="215456"/>
                  </a:lnTo>
                  <a:lnTo>
                    <a:pt x="38218" y="221189"/>
                  </a:lnTo>
                  <a:lnTo>
                    <a:pt x="34397" y="225011"/>
                  </a:lnTo>
                  <a:lnTo>
                    <a:pt x="33441" y="225488"/>
                  </a:lnTo>
                  <a:lnTo>
                    <a:pt x="29142" y="218800"/>
                  </a:lnTo>
                  <a:lnTo>
                    <a:pt x="22453" y="215456"/>
                  </a:lnTo>
                  <a:lnTo>
                    <a:pt x="21020" y="212590"/>
                  </a:lnTo>
                  <a:lnTo>
                    <a:pt x="22453" y="202080"/>
                  </a:lnTo>
                  <a:lnTo>
                    <a:pt x="24364" y="199691"/>
                  </a:lnTo>
                  <a:lnTo>
                    <a:pt x="29619" y="197780"/>
                  </a:lnTo>
                  <a:lnTo>
                    <a:pt x="44907" y="187748"/>
                  </a:lnTo>
                  <a:lnTo>
                    <a:pt x="45862" y="185837"/>
                  </a:lnTo>
                  <a:lnTo>
                    <a:pt x="47295" y="180582"/>
                  </a:lnTo>
                  <a:lnTo>
                    <a:pt x="43474" y="182015"/>
                  </a:lnTo>
                  <a:lnTo>
                    <a:pt x="35830" y="186792"/>
                  </a:lnTo>
                  <a:lnTo>
                    <a:pt x="29619" y="189181"/>
                  </a:lnTo>
                  <a:lnTo>
                    <a:pt x="24364" y="189181"/>
                  </a:lnTo>
                  <a:lnTo>
                    <a:pt x="20542" y="188703"/>
                  </a:lnTo>
                  <a:lnTo>
                    <a:pt x="18154" y="187270"/>
                  </a:lnTo>
                  <a:lnTo>
                    <a:pt x="15765" y="183926"/>
                  </a:lnTo>
                  <a:lnTo>
                    <a:pt x="6210" y="169116"/>
                  </a:lnTo>
                  <a:lnTo>
                    <a:pt x="3822" y="162428"/>
                  </a:lnTo>
                  <a:lnTo>
                    <a:pt x="3344" y="155740"/>
                  </a:lnTo>
                  <a:lnTo>
                    <a:pt x="2867" y="150963"/>
                  </a:lnTo>
                  <a:lnTo>
                    <a:pt x="0" y="139019"/>
                  </a:lnTo>
                  <a:lnTo>
                    <a:pt x="20065" y="146663"/>
                  </a:lnTo>
                  <a:lnTo>
                    <a:pt x="27708" y="148096"/>
                  </a:lnTo>
                  <a:lnTo>
                    <a:pt x="42518" y="148574"/>
                  </a:lnTo>
                  <a:lnTo>
                    <a:pt x="42996" y="147618"/>
                  </a:lnTo>
                  <a:lnTo>
                    <a:pt x="43474" y="145707"/>
                  </a:lnTo>
                  <a:lnTo>
                    <a:pt x="42996" y="142841"/>
                  </a:lnTo>
                  <a:lnTo>
                    <a:pt x="42996" y="140453"/>
                  </a:lnTo>
                  <a:lnTo>
                    <a:pt x="43474" y="138542"/>
                  </a:lnTo>
                  <a:lnTo>
                    <a:pt x="49206" y="134242"/>
                  </a:lnTo>
                  <a:lnTo>
                    <a:pt x="50162" y="132809"/>
                  </a:lnTo>
                  <a:lnTo>
                    <a:pt x="43474" y="132331"/>
                  </a:lnTo>
                  <a:lnTo>
                    <a:pt x="31530" y="139497"/>
                  </a:lnTo>
                  <a:lnTo>
                    <a:pt x="27231" y="139019"/>
                  </a:lnTo>
                  <a:lnTo>
                    <a:pt x="22453" y="128987"/>
                  </a:lnTo>
                  <a:lnTo>
                    <a:pt x="17676" y="130898"/>
                  </a:lnTo>
                  <a:lnTo>
                    <a:pt x="14810" y="129942"/>
                  </a:lnTo>
                  <a:lnTo>
                    <a:pt x="11466" y="127554"/>
                  </a:lnTo>
                  <a:lnTo>
                    <a:pt x="9555" y="125165"/>
                  </a:lnTo>
                  <a:lnTo>
                    <a:pt x="8121" y="122299"/>
                  </a:lnTo>
                  <a:lnTo>
                    <a:pt x="7644" y="119910"/>
                  </a:lnTo>
                  <a:lnTo>
                    <a:pt x="8121" y="117999"/>
                  </a:lnTo>
                  <a:lnTo>
                    <a:pt x="9077" y="116088"/>
                  </a:lnTo>
                  <a:lnTo>
                    <a:pt x="13376" y="112744"/>
                  </a:lnTo>
                  <a:lnTo>
                    <a:pt x="15287" y="112744"/>
                  </a:lnTo>
                  <a:lnTo>
                    <a:pt x="20542" y="114655"/>
                  </a:lnTo>
                  <a:lnTo>
                    <a:pt x="24364" y="114177"/>
                  </a:lnTo>
                  <a:lnTo>
                    <a:pt x="23409" y="111311"/>
                  </a:lnTo>
                  <a:lnTo>
                    <a:pt x="17676" y="103190"/>
                  </a:lnTo>
                  <a:lnTo>
                    <a:pt x="12421" y="93635"/>
                  </a:lnTo>
                  <a:lnTo>
                    <a:pt x="12899" y="78348"/>
                  </a:lnTo>
                  <a:lnTo>
                    <a:pt x="16721" y="75004"/>
                  </a:lnTo>
                  <a:lnTo>
                    <a:pt x="21020" y="74526"/>
                  </a:lnTo>
                  <a:lnTo>
                    <a:pt x="25320" y="78348"/>
                  </a:lnTo>
                  <a:lnTo>
                    <a:pt x="31052" y="79303"/>
                  </a:lnTo>
                  <a:lnTo>
                    <a:pt x="34874" y="83603"/>
                  </a:lnTo>
                  <a:lnTo>
                    <a:pt x="37263" y="91724"/>
                  </a:lnTo>
                  <a:lnTo>
                    <a:pt x="40607" y="91724"/>
                  </a:lnTo>
                  <a:lnTo>
                    <a:pt x="45384" y="93157"/>
                  </a:lnTo>
                  <a:lnTo>
                    <a:pt x="56372" y="93157"/>
                  </a:lnTo>
                  <a:lnTo>
                    <a:pt x="54461" y="90291"/>
                  </a:lnTo>
                  <a:lnTo>
                    <a:pt x="51117" y="87425"/>
                  </a:lnTo>
                  <a:lnTo>
                    <a:pt x="43474" y="84080"/>
                  </a:lnTo>
                  <a:lnTo>
                    <a:pt x="39651" y="71659"/>
                  </a:lnTo>
                  <a:lnTo>
                    <a:pt x="31530" y="65449"/>
                  </a:lnTo>
                  <a:lnTo>
                    <a:pt x="25320" y="62105"/>
                  </a:lnTo>
                  <a:lnTo>
                    <a:pt x="25320" y="59238"/>
                  </a:lnTo>
                  <a:lnTo>
                    <a:pt x="30097" y="42996"/>
                  </a:lnTo>
                  <a:lnTo>
                    <a:pt x="35830" y="37263"/>
                  </a:lnTo>
                  <a:lnTo>
                    <a:pt x="44907" y="39652"/>
                  </a:lnTo>
                  <a:lnTo>
                    <a:pt x="51117" y="36307"/>
                  </a:lnTo>
                  <a:lnTo>
                    <a:pt x="58761" y="31052"/>
                  </a:lnTo>
                  <a:lnTo>
                    <a:pt x="66405" y="33441"/>
                  </a:lnTo>
                  <a:lnTo>
                    <a:pt x="68315" y="33441"/>
                  </a:lnTo>
                  <a:lnTo>
                    <a:pt x="69271" y="31530"/>
                  </a:lnTo>
                  <a:lnTo>
                    <a:pt x="70226" y="28186"/>
                  </a:lnTo>
                  <a:lnTo>
                    <a:pt x="70226" y="24842"/>
                  </a:lnTo>
                  <a:lnTo>
                    <a:pt x="69271" y="21976"/>
                  </a:lnTo>
                  <a:lnTo>
                    <a:pt x="66882" y="18631"/>
                  </a:lnTo>
                  <a:lnTo>
                    <a:pt x="57328" y="18154"/>
                  </a:lnTo>
                  <a:lnTo>
                    <a:pt x="53028" y="16721"/>
                  </a:lnTo>
                  <a:lnTo>
                    <a:pt x="51117" y="14810"/>
                  </a:lnTo>
                  <a:lnTo>
                    <a:pt x="50639" y="11943"/>
                  </a:lnTo>
                  <a:lnTo>
                    <a:pt x="50639" y="9077"/>
                  </a:lnTo>
                  <a:lnTo>
                    <a:pt x="50639" y="5733"/>
                  </a:lnTo>
                  <a:lnTo>
                    <a:pt x="50639" y="3822"/>
                  </a:lnTo>
                  <a:lnTo>
                    <a:pt x="51595" y="2866"/>
                  </a:lnTo>
                  <a:lnTo>
                    <a:pt x="53983" y="1911"/>
                  </a:lnTo>
                  <a:lnTo>
                    <a:pt x="63060" y="1433"/>
                  </a:lnTo>
                  <a:lnTo>
                    <a:pt x="68315" y="0"/>
                  </a:lnTo>
                  <a:lnTo>
                    <a:pt x="74526" y="1911"/>
                  </a:lnTo>
                  <a:lnTo>
                    <a:pt x="86469" y="10510"/>
                  </a:lnTo>
                  <a:lnTo>
                    <a:pt x="90769" y="14332"/>
                  </a:lnTo>
                  <a:lnTo>
                    <a:pt x="95068" y="21498"/>
                  </a:lnTo>
                  <a:lnTo>
                    <a:pt x="96979" y="277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" name="Freeform 3592">
              <a:extLst>
                <a:ext uri="{FF2B5EF4-FFF2-40B4-BE49-F238E27FC236}">
                  <a16:creationId xmlns:a16="http://schemas.microsoft.com/office/drawing/2014/main" id="{869AB31D-5231-F234-14AC-3F54446C02A9}"/>
                </a:ext>
              </a:extLst>
            </p:cNvPr>
            <p:cNvSpPr/>
            <p:nvPr/>
          </p:nvSpPr>
          <p:spPr>
            <a:xfrm>
              <a:off x="3897966" y="2186687"/>
              <a:ext cx="27230" cy="43951"/>
            </a:xfrm>
            <a:custGeom>
              <a:avLst/>
              <a:gdLst>
                <a:gd name="csX0" fmla="*/ 26753 w 27230"/>
                <a:gd name="csY0" fmla="*/ 17198 h 43951"/>
                <a:gd name="csX1" fmla="*/ 27231 w 27230"/>
                <a:gd name="csY1" fmla="*/ 31052 h 43951"/>
                <a:gd name="csX2" fmla="*/ 26753 w 27230"/>
                <a:gd name="csY2" fmla="*/ 37741 h 43951"/>
                <a:gd name="csX3" fmla="*/ 25797 w 27230"/>
                <a:gd name="csY3" fmla="*/ 42518 h 43951"/>
                <a:gd name="csX4" fmla="*/ 24842 w 27230"/>
                <a:gd name="csY4" fmla="*/ 43951 h 43951"/>
                <a:gd name="csX5" fmla="*/ 23409 w 27230"/>
                <a:gd name="csY5" fmla="*/ 43951 h 43951"/>
                <a:gd name="csX6" fmla="*/ 18154 w 27230"/>
                <a:gd name="csY6" fmla="*/ 40129 h 43951"/>
                <a:gd name="csX7" fmla="*/ 16721 w 27230"/>
                <a:gd name="csY7" fmla="*/ 37741 h 43951"/>
                <a:gd name="csX8" fmla="*/ 16243 w 27230"/>
                <a:gd name="csY8" fmla="*/ 35830 h 43951"/>
                <a:gd name="csX9" fmla="*/ 15765 w 27230"/>
                <a:gd name="csY9" fmla="*/ 32008 h 43951"/>
                <a:gd name="csX10" fmla="*/ 12421 w 27230"/>
                <a:gd name="csY10" fmla="*/ 27231 h 43951"/>
                <a:gd name="csX11" fmla="*/ 5255 w 27230"/>
                <a:gd name="csY11" fmla="*/ 28186 h 43951"/>
                <a:gd name="csX12" fmla="*/ 2866 w 27230"/>
                <a:gd name="csY12" fmla="*/ 27231 h 43951"/>
                <a:gd name="csX13" fmla="*/ 1433 w 27230"/>
                <a:gd name="csY13" fmla="*/ 25797 h 43951"/>
                <a:gd name="csX14" fmla="*/ 956 w 27230"/>
                <a:gd name="csY14" fmla="*/ 23886 h 43951"/>
                <a:gd name="csX15" fmla="*/ 0 w 27230"/>
                <a:gd name="csY15" fmla="*/ 15287 h 43951"/>
                <a:gd name="csX16" fmla="*/ 478 w 27230"/>
                <a:gd name="csY16" fmla="*/ 12421 h 43951"/>
                <a:gd name="csX17" fmla="*/ 956 w 27230"/>
                <a:gd name="csY17" fmla="*/ 6688 h 43951"/>
                <a:gd name="csX18" fmla="*/ 1433 w 27230"/>
                <a:gd name="csY18" fmla="*/ 5733 h 43951"/>
                <a:gd name="csX19" fmla="*/ 6688 w 27230"/>
                <a:gd name="csY19" fmla="*/ 478 h 43951"/>
                <a:gd name="csX20" fmla="*/ 8121 w 27230"/>
                <a:gd name="csY20" fmla="*/ 0 h 43951"/>
                <a:gd name="csX21" fmla="*/ 13854 w 27230"/>
                <a:gd name="csY21" fmla="*/ 1911 h 43951"/>
                <a:gd name="csX22" fmla="*/ 19587 w 27230"/>
                <a:gd name="csY22" fmla="*/ 2389 h 43951"/>
                <a:gd name="csX23" fmla="*/ 21976 w 27230"/>
                <a:gd name="csY23" fmla="*/ 3822 h 43951"/>
                <a:gd name="csX24" fmla="*/ 24364 w 27230"/>
                <a:gd name="csY24" fmla="*/ 6688 h 43951"/>
                <a:gd name="csX25" fmla="*/ 25797 w 27230"/>
                <a:gd name="csY25" fmla="*/ 11465 h 43951"/>
                <a:gd name="csX26" fmla="*/ 26753 w 27230"/>
                <a:gd name="csY26" fmla="*/ 17198 h 43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7230" h="43951">
                  <a:moveTo>
                    <a:pt x="26753" y="17198"/>
                  </a:moveTo>
                  <a:lnTo>
                    <a:pt x="27231" y="31052"/>
                  </a:lnTo>
                  <a:lnTo>
                    <a:pt x="26753" y="37741"/>
                  </a:lnTo>
                  <a:lnTo>
                    <a:pt x="25797" y="42518"/>
                  </a:lnTo>
                  <a:lnTo>
                    <a:pt x="24842" y="43951"/>
                  </a:lnTo>
                  <a:lnTo>
                    <a:pt x="23409" y="43951"/>
                  </a:lnTo>
                  <a:lnTo>
                    <a:pt x="18154" y="40129"/>
                  </a:lnTo>
                  <a:lnTo>
                    <a:pt x="16721" y="37741"/>
                  </a:lnTo>
                  <a:lnTo>
                    <a:pt x="16243" y="35830"/>
                  </a:lnTo>
                  <a:lnTo>
                    <a:pt x="15765" y="32008"/>
                  </a:lnTo>
                  <a:lnTo>
                    <a:pt x="12421" y="27231"/>
                  </a:lnTo>
                  <a:lnTo>
                    <a:pt x="5255" y="28186"/>
                  </a:lnTo>
                  <a:lnTo>
                    <a:pt x="2866" y="27231"/>
                  </a:lnTo>
                  <a:lnTo>
                    <a:pt x="1433" y="25797"/>
                  </a:lnTo>
                  <a:lnTo>
                    <a:pt x="956" y="23886"/>
                  </a:lnTo>
                  <a:lnTo>
                    <a:pt x="0" y="15287"/>
                  </a:lnTo>
                  <a:lnTo>
                    <a:pt x="478" y="12421"/>
                  </a:lnTo>
                  <a:lnTo>
                    <a:pt x="956" y="6688"/>
                  </a:lnTo>
                  <a:lnTo>
                    <a:pt x="1433" y="5733"/>
                  </a:lnTo>
                  <a:lnTo>
                    <a:pt x="6688" y="478"/>
                  </a:lnTo>
                  <a:lnTo>
                    <a:pt x="8121" y="0"/>
                  </a:lnTo>
                  <a:lnTo>
                    <a:pt x="13854" y="1911"/>
                  </a:lnTo>
                  <a:lnTo>
                    <a:pt x="19587" y="2389"/>
                  </a:lnTo>
                  <a:lnTo>
                    <a:pt x="21976" y="3822"/>
                  </a:lnTo>
                  <a:lnTo>
                    <a:pt x="24364" y="6688"/>
                  </a:lnTo>
                  <a:lnTo>
                    <a:pt x="25797" y="11465"/>
                  </a:lnTo>
                  <a:lnTo>
                    <a:pt x="26753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4" name="Freeform 3593">
              <a:extLst>
                <a:ext uri="{FF2B5EF4-FFF2-40B4-BE49-F238E27FC236}">
                  <a16:creationId xmlns:a16="http://schemas.microsoft.com/office/drawing/2014/main" id="{0546FC07-AD2C-E0D8-E8E0-D787FF144DB5}"/>
                </a:ext>
              </a:extLst>
            </p:cNvPr>
            <p:cNvSpPr/>
            <p:nvPr/>
          </p:nvSpPr>
          <p:spPr>
            <a:xfrm>
              <a:off x="3789999" y="2267901"/>
              <a:ext cx="130420" cy="143318"/>
            </a:xfrm>
            <a:custGeom>
              <a:avLst/>
              <a:gdLst>
                <a:gd name="csX0" fmla="*/ 42518 w 130420"/>
                <a:gd name="csY0" fmla="*/ 3344 h 143318"/>
                <a:gd name="csX1" fmla="*/ 47295 w 130420"/>
                <a:gd name="csY1" fmla="*/ 5733 h 143318"/>
                <a:gd name="csX2" fmla="*/ 53028 w 130420"/>
                <a:gd name="csY2" fmla="*/ 11943 h 143318"/>
                <a:gd name="csX3" fmla="*/ 57805 w 130420"/>
                <a:gd name="csY3" fmla="*/ 24842 h 143318"/>
                <a:gd name="csX4" fmla="*/ 58283 w 130420"/>
                <a:gd name="csY4" fmla="*/ 26753 h 143318"/>
                <a:gd name="csX5" fmla="*/ 58283 w 130420"/>
                <a:gd name="csY5" fmla="*/ 28664 h 143318"/>
                <a:gd name="csX6" fmla="*/ 58283 w 130420"/>
                <a:gd name="csY6" fmla="*/ 31530 h 143318"/>
                <a:gd name="csX7" fmla="*/ 57328 w 130420"/>
                <a:gd name="csY7" fmla="*/ 34874 h 143318"/>
                <a:gd name="csX8" fmla="*/ 56372 w 130420"/>
                <a:gd name="csY8" fmla="*/ 36785 h 143318"/>
                <a:gd name="csX9" fmla="*/ 59239 w 130420"/>
                <a:gd name="csY9" fmla="*/ 39651 h 143318"/>
                <a:gd name="csX10" fmla="*/ 59239 w 130420"/>
                <a:gd name="csY10" fmla="*/ 40607 h 143318"/>
                <a:gd name="csX11" fmla="*/ 59239 w 130420"/>
                <a:gd name="csY11" fmla="*/ 43473 h 143318"/>
                <a:gd name="csX12" fmla="*/ 59716 w 130420"/>
                <a:gd name="csY12" fmla="*/ 45384 h 143318"/>
                <a:gd name="csX13" fmla="*/ 61149 w 130420"/>
                <a:gd name="csY13" fmla="*/ 43473 h 143318"/>
                <a:gd name="csX14" fmla="*/ 62583 w 130420"/>
                <a:gd name="csY14" fmla="*/ 40607 h 143318"/>
                <a:gd name="csX15" fmla="*/ 63060 w 130420"/>
                <a:gd name="csY15" fmla="*/ 38218 h 143318"/>
                <a:gd name="csX16" fmla="*/ 63060 w 130420"/>
                <a:gd name="csY16" fmla="*/ 32963 h 143318"/>
                <a:gd name="csX17" fmla="*/ 67360 w 130420"/>
                <a:gd name="csY17" fmla="*/ 30575 h 143318"/>
                <a:gd name="csX18" fmla="*/ 71659 w 130420"/>
                <a:gd name="csY18" fmla="*/ 26275 h 143318"/>
                <a:gd name="csX19" fmla="*/ 73570 w 130420"/>
                <a:gd name="csY19" fmla="*/ 25797 h 143318"/>
                <a:gd name="csX20" fmla="*/ 76914 w 130420"/>
                <a:gd name="csY20" fmla="*/ 26275 h 143318"/>
                <a:gd name="csX21" fmla="*/ 85036 w 130420"/>
                <a:gd name="csY21" fmla="*/ 35830 h 143318"/>
                <a:gd name="csX22" fmla="*/ 87902 w 130420"/>
                <a:gd name="csY22" fmla="*/ 36785 h 143318"/>
                <a:gd name="csX23" fmla="*/ 88858 w 130420"/>
                <a:gd name="csY23" fmla="*/ 37741 h 143318"/>
                <a:gd name="csX24" fmla="*/ 89813 w 130420"/>
                <a:gd name="csY24" fmla="*/ 39651 h 143318"/>
                <a:gd name="csX25" fmla="*/ 90291 w 130420"/>
                <a:gd name="csY25" fmla="*/ 42040 h 143318"/>
                <a:gd name="csX26" fmla="*/ 88380 w 130420"/>
                <a:gd name="csY26" fmla="*/ 47295 h 143318"/>
                <a:gd name="csX27" fmla="*/ 87902 w 130420"/>
                <a:gd name="csY27" fmla="*/ 50639 h 143318"/>
                <a:gd name="csX28" fmla="*/ 88380 w 130420"/>
                <a:gd name="csY28" fmla="*/ 53028 h 143318"/>
                <a:gd name="csX29" fmla="*/ 92680 w 130420"/>
                <a:gd name="csY29" fmla="*/ 54461 h 143318"/>
                <a:gd name="csX30" fmla="*/ 102234 w 130420"/>
                <a:gd name="csY30" fmla="*/ 51117 h 143318"/>
                <a:gd name="csX31" fmla="*/ 110356 w 130420"/>
                <a:gd name="csY31" fmla="*/ 59716 h 143318"/>
                <a:gd name="csX32" fmla="*/ 115133 w 130420"/>
                <a:gd name="csY32" fmla="*/ 69748 h 143318"/>
                <a:gd name="csX33" fmla="*/ 118477 w 130420"/>
                <a:gd name="csY33" fmla="*/ 73093 h 143318"/>
                <a:gd name="csX34" fmla="*/ 118955 w 130420"/>
                <a:gd name="csY34" fmla="*/ 75004 h 143318"/>
                <a:gd name="csX35" fmla="*/ 117999 w 130420"/>
                <a:gd name="csY35" fmla="*/ 76437 h 143318"/>
                <a:gd name="csX36" fmla="*/ 117044 w 130420"/>
                <a:gd name="csY36" fmla="*/ 81214 h 143318"/>
                <a:gd name="csX37" fmla="*/ 114177 w 130420"/>
                <a:gd name="csY37" fmla="*/ 84558 h 143318"/>
                <a:gd name="csX38" fmla="*/ 113700 w 130420"/>
                <a:gd name="csY38" fmla="*/ 86469 h 143318"/>
                <a:gd name="csX39" fmla="*/ 115133 w 130420"/>
                <a:gd name="csY39" fmla="*/ 90291 h 143318"/>
                <a:gd name="csX40" fmla="*/ 115133 w 130420"/>
                <a:gd name="csY40" fmla="*/ 93157 h 143318"/>
                <a:gd name="csX41" fmla="*/ 115133 w 130420"/>
                <a:gd name="csY41" fmla="*/ 96501 h 143318"/>
                <a:gd name="csX42" fmla="*/ 115611 w 130420"/>
                <a:gd name="csY42" fmla="*/ 98412 h 143318"/>
                <a:gd name="csX43" fmla="*/ 119432 w 130420"/>
                <a:gd name="csY43" fmla="*/ 100801 h 143318"/>
                <a:gd name="csX44" fmla="*/ 128032 w 130420"/>
                <a:gd name="csY44" fmla="*/ 115133 h 143318"/>
                <a:gd name="csX45" fmla="*/ 129465 w 130420"/>
                <a:gd name="csY45" fmla="*/ 118955 h 143318"/>
                <a:gd name="csX46" fmla="*/ 130420 w 130420"/>
                <a:gd name="csY46" fmla="*/ 123732 h 143318"/>
                <a:gd name="csX47" fmla="*/ 130420 w 130420"/>
                <a:gd name="csY47" fmla="*/ 125643 h 143318"/>
                <a:gd name="csX48" fmla="*/ 129465 w 130420"/>
                <a:gd name="csY48" fmla="*/ 128509 h 143318"/>
                <a:gd name="csX49" fmla="*/ 128032 w 130420"/>
                <a:gd name="csY49" fmla="*/ 136153 h 143318"/>
                <a:gd name="csX50" fmla="*/ 127076 w 130420"/>
                <a:gd name="csY50" fmla="*/ 137586 h 143318"/>
                <a:gd name="csX51" fmla="*/ 123732 w 130420"/>
                <a:gd name="csY51" fmla="*/ 139497 h 143318"/>
                <a:gd name="csX52" fmla="*/ 117521 w 130420"/>
                <a:gd name="csY52" fmla="*/ 140452 h 143318"/>
                <a:gd name="csX53" fmla="*/ 111311 w 130420"/>
                <a:gd name="csY53" fmla="*/ 143319 h 143318"/>
                <a:gd name="csX54" fmla="*/ 105100 w 130420"/>
                <a:gd name="csY54" fmla="*/ 139975 h 143318"/>
                <a:gd name="csX55" fmla="*/ 98890 w 130420"/>
                <a:gd name="csY55" fmla="*/ 134720 h 143318"/>
                <a:gd name="csX56" fmla="*/ 96979 w 130420"/>
                <a:gd name="csY56" fmla="*/ 131376 h 143318"/>
                <a:gd name="csX57" fmla="*/ 95546 w 130420"/>
                <a:gd name="csY57" fmla="*/ 127554 h 143318"/>
                <a:gd name="csX58" fmla="*/ 95068 w 130420"/>
                <a:gd name="csY58" fmla="*/ 125643 h 143318"/>
                <a:gd name="csX59" fmla="*/ 94591 w 130420"/>
                <a:gd name="csY59" fmla="*/ 118955 h 143318"/>
                <a:gd name="csX60" fmla="*/ 94113 w 130420"/>
                <a:gd name="csY60" fmla="*/ 117521 h 143318"/>
                <a:gd name="csX61" fmla="*/ 91724 w 130420"/>
                <a:gd name="csY61" fmla="*/ 113700 h 143318"/>
                <a:gd name="csX62" fmla="*/ 89335 w 130420"/>
                <a:gd name="csY62" fmla="*/ 108445 h 143318"/>
                <a:gd name="csX63" fmla="*/ 85036 w 130420"/>
                <a:gd name="csY63" fmla="*/ 107967 h 143318"/>
                <a:gd name="csX64" fmla="*/ 74526 w 130420"/>
                <a:gd name="csY64" fmla="*/ 101756 h 143318"/>
                <a:gd name="csX65" fmla="*/ 69749 w 130420"/>
                <a:gd name="csY65" fmla="*/ 100801 h 143318"/>
                <a:gd name="csX66" fmla="*/ 65449 w 130420"/>
                <a:gd name="csY66" fmla="*/ 100801 h 143318"/>
                <a:gd name="csX67" fmla="*/ 58761 w 130420"/>
                <a:gd name="csY67" fmla="*/ 103190 h 143318"/>
                <a:gd name="csX68" fmla="*/ 57805 w 130420"/>
                <a:gd name="csY68" fmla="*/ 102712 h 143318"/>
                <a:gd name="csX69" fmla="*/ 56850 w 130420"/>
                <a:gd name="csY69" fmla="*/ 100801 h 143318"/>
                <a:gd name="csX70" fmla="*/ 55417 w 130420"/>
                <a:gd name="csY70" fmla="*/ 97935 h 143318"/>
                <a:gd name="csX71" fmla="*/ 55417 w 130420"/>
                <a:gd name="csY71" fmla="*/ 96024 h 143318"/>
                <a:gd name="csX72" fmla="*/ 56372 w 130420"/>
                <a:gd name="csY72" fmla="*/ 92202 h 143318"/>
                <a:gd name="csX73" fmla="*/ 37741 w 130420"/>
                <a:gd name="csY73" fmla="*/ 96979 h 143318"/>
                <a:gd name="csX74" fmla="*/ 32486 w 130420"/>
                <a:gd name="csY74" fmla="*/ 102234 h 143318"/>
                <a:gd name="csX75" fmla="*/ 24842 w 130420"/>
                <a:gd name="csY75" fmla="*/ 101756 h 143318"/>
                <a:gd name="csX76" fmla="*/ 21020 w 130420"/>
                <a:gd name="csY76" fmla="*/ 99368 h 143318"/>
                <a:gd name="csX77" fmla="*/ 16243 w 130420"/>
                <a:gd name="csY77" fmla="*/ 94113 h 143318"/>
                <a:gd name="csX78" fmla="*/ 13854 w 130420"/>
                <a:gd name="csY78" fmla="*/ 89813 h 143318"/>
                <a:gd name="csX79" fmla="*/ 11943 w 130420"/>
                <a:gd name="csY79" fmla="*/ 83603 h 143318"/>
                <a:gd name="csX80" fmla="*/ 11466 w 130420"/>
                <a:gd name="csY80" fmla="*/ 78825 h 143318"/>
                <a:gd name="csX81" fmla="*/ 13377 w 130420"/>
                <a:gd name="csY81" fmla="*/ 75959 h 143318"/>
                <a:gd name="csX82" fmla="*/ 14810 w 130420"/>
                <a:gd name="csY82" fmla="*/ 74048 h 143318"/>
                <a:gd name="csX83" fmla="*/ 16721 w 130420"/>
                <a:gd name="csY83" fmla="*/ 73570 h 143318"/>
                <a:gd name="csX84" fmla="*/ 27231 w 130420"/>
                <a:gd name="csY84" fmla="*/ 76914 h 143318"/>
                <a:gd name="csX85" fmla="*/ 35830 w 130420"/>
                <a:gd name="csY85" fmla="*/ 78825 h 143318"/>
                <a:gd name="csX86" fmla="*/ 39652 w 130420"/>
                <a:gd name="csY86" fmla="*/ 76914 h 143318"/>
                <a:gd name="csX87" fmla="*/ 41563 w 130420"/>
                <a:gd name="csY87" fmla="*/ 72137 h 143318"/>
                <a:gd name="csX88" fmla="*/ 39652 w 130420"/>
                <a:gd name="csY88" fmla="*/ 69271 h 143318"/>
                <a:gd name="csX89" fmla="*/ 31052 w 130420"/>
                <a:gd name="csY89" fmla="*/ 68315 h 143318"/>
                <a:gd name="csX90" fmla="*/ 32963 w 130420"/>
                <a:gd name="csY90" fmla="*/ 65927 h 143318"/>
                <a:gd name="csX91" fmla="*/ 40129 w 130420"/>
                <a:gd name="csY91" fmla="*/ 63060 h 143318"/>
                <a:gd name="csX92" fmla="*/ 43951 w 130420"/>
                <a:gd name="csY92" fmla="*/ 58761 h 143318"/>
                <a:gd name="csX93" fmla="*/ 42996 w 130420"/>
                <a:gd name="csY93" fmla="*/ 57328 h 143318"/>
                <a:gd name="csX94" fmla="*/ 40607 w 130420"/>
                <a:gd name="csY94" fmla="*/ 55894 h 143318"/>
                <a:gd name="csX95" fmla="*/ 31052 w 130420"/>
                <a:gd name="csY95" fmla="*/ 56372 h 143318"/>
                <a:gd name="csX96" fmla="*/ 27708 w 130420"/>
                <a:gd name="csY96" fmla="*/ 54939 h 143318"/>
                <a:gd name="csX97" fmla="*/ 27231 w 130420"/>
                <a:gd name="csY97" fmla="*/ 53506 h 143318"/>
                <a:gd name="csX98" fmla="*/ 28186 w 130420"/>
                <a:gd name="csY98" fmla="*/ 51595 h 143318"/>
                <a:gd name="csX99" fmla="*/ 33919 w 130420"/>
                <a:gd name="csY99" fmla="*/ 43473 h 143318"/>
                <a:gd name="csX100" fmla="*/ 33441 w 130420"/>
                <a:gd name="csY100" fmla="*/ 41562 h 143318"/>
                <a:gd name="csX101" fmla="*/ 31052 w 130420"/>
                <a:gd name="csY101" fmla="*/ 39174 h 143318"/>
                <a:gd name="csX102" fmla="*/ 29142 w 130420"/>
                <a:gd name="csY102" fmla="*/ 35352 h 143318"/>
                <a:gd name="csX103" fmla="*/ 28186 w 130420"/>
                <a:gd name="csY103" fmla="*/ 34874 h 143318"/>
                <a:gd name="csX104" fmla="*/ 23409 w 130420"/>
                <a:gd name="csY104" fmla="*/ 38218 h 143318"/>
                <a:gd name="csX105" fmla="*/ 16721 w 130420"/>
                <a:gd name="csY105" fmla="*/ 50639 h 143318"/>
                <a:gd name="csX106" fmla="*/ 15287 w 130420"/>
                <a:gd name="csY106" fmla="*/ 52550 h 143318"/>
                <a:gd name="csX107" fmla="*/ 13377 w 130420"/>
                <a:gd name="csY107" fmla="*/ 52072 h 143318"/>
                <a:gd name="csX108" fmla="*/ 11943 w 130420"/>
                <a:gd name="csY108" fmla="*/ 50162 h 143318"/>
                <a:gd name="csX109" fmla="*/ 11943 w 130420"/>
                <a:gd name="csY109" fmla="*/ 47773 h 143318"/>
                <a:gd name="csX110" fmla="*/ 13377 w 130420"/>
                <a:gd name="csY110" fmla="*/ 44429 h 143318"/>
                <a:gd name="csX111" fmla="*/ 16721 w 130420"/>
                <a:gd name="csY111" fmla="*/ 34874 h 143318"/>
                <a:gd name="csX112" fmla="*/ 16243 w 130420"/>
                <a:gd name="csY112" fmla="*/ 31530 h 143318"/>
                <a:gd name="csX113" fmla="*/ 13377 w 130420"/>
                <a:gd name="csY113" fmla="*/ 29141 h 143318"/>
                <a:gd name="csX114" fmla="*/ 5255 w 130420"/>
                <a:gd name="csY114" fmla="*/ 31052 h 143318"/>
                <a:gd name="csX115" fmla="*/ 956 w 130420"/>
                <a:gd name="csY115" fmla="*/ 31052 h 143318"/>
                <a:gd name="csX116" fmla="*/ 0 w 130420"/>
                <a:gd name="csY116" fmla="*/ 28186 h 143318"/>
                <a:gd name="csX117" fmla="*/ 0 w 130420"/>
                <a:gd name="csY117" fmla="*/ 22931 h 143318"/>
                <a:gd name="csX118" fmla="*/ 0 w 130420"/>
                <a:gd name="csY118" fmla="*/ 18154 h 143318"/>
                <a:gd name="csX119" fmla="*/ 1433 w 130420"/>
                <a:gd name="csY119" fmla="*/ 10510 h 143318"/>
                <a:gd name="csX120" fmla="*/ 2866 w 130420"/>
                <a:gd name="csY120" fmla="*/ 4777 h 143318"/>
                <a:gd name="csX121" fmla="*/ 3822 w 130420"/>
                <a:gd name="csY121" fmla="*/ 2866 h 143318"/>
                <a:gd name="csX122" fmla="*/ 14332 w 130420"/>
                <a:gd name="csY122" fmla="*/ 3822 h 143318"/>
                <a:gd name="csX123" fmla="*/ 32008 w 130420"/>
                <a:gd name="csY123" fmla="*/ 478 h 143318"/>
                <a:gd name="csX124" fmla="*/ 37263 w 130420"/>
                <a:gd name="csY124" fmla="*/ 0 h 143318"/>
                <a:gd name="csX125" fmla="*/ 42518 w 130420"/>
                <a:gd name="csY125" fmla="*/ 3344 h 143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</a:cxnLst>
              <a:rect l="l" t="t" r="r" b="b"/>
              <a:pathLst>
                <a:path w="130420" h="143318">
                  <a:moveTo>
                    <a:pt x="42518" y="3344"/>
                  </a:moveTo>
                  <a:lnTo>
                    <a:pt x="47295" y="5733"/>
                  </a:lnTo>
                  <a:lnTo>
                    <a:pt x="53028" y="11943"/>
                  </a:lnTo>
                  <a:lnTo>
                    <a:pt x="57805" y="24842"/>
                  </a:lnTo>
                  <a:lnTo>
                    <a:pt x="58283" y="26753"/>
                  </a:lnTo>
                  <a:lnTo>
                    <a:pt x="58283" y="28664"/>
                  </a:lnTo>
                  <a:lnTo>
                    <a:pt x="58283" y="31530"/>
                  </a:lnTo>
                  <a:lnTo>
                    <a:pt x="57328" y="34874"/>
                  </a:lnTo>
                  <a:lnTo>
                    <a:pt x="56372" y="36785"/>
                  </a:lnTo>
                  <a:lnTo>
                    <a:pt x="59239" y="39651"/>
                  </a:lnTo>
                  <a:lnTo>
                    <a:pt x="59239" y="40607"/>
                  </a:lnTo>
                  <a:lnTo>
                    <a:pt x="59239" y="43473"/>
                  </a:lnTo>
                  <a:lnTo>
                    <a:pt x="59716" y="45384"/>
                  </a:lnTo>
                  <a:lnTo>
                    <a:pt x="61149" y="43473"/>
                  </a:lnTo>
                  <a:lnTo>
                    <a:pt x="62583" y="40607"/>
                  </a:lnTo>
                  <a:lnTo>
                    <a:pt x="63060" y="38218"/>
                  </a:lnTo>
                  <a:lnTo>
                    <a:pt x="63060" y="32963"/>
                  </a:lnTo>
                  <a:lnTo>
                    <a:pt x="67360" y="30575"/>
                  </a:lnTo>
                  <a:lnTo>
                    <a:pt x="71659" y="26275"/>
                  </a:lnTo>
                  <a:lnTo>
                    <a:pt x="73570" y="25797"/>
                  </a:lnTo>
                  <a:lnTo>
                    <a:pt x="76914" y="26275"/>
                  </a:lnTo>
                  <a:lnTo>
                    <a:pt x="85036" y="35830"/>
                  </a:lnTo>
                  <a:lnTo>
                    <a:pt x="87902" y="36785"/>
                  </a:lnTo>
                  <a:lnTo>
                    <a:pt x="88858" y="37741"/>
                  </a:lnTo>
                  <a:lnTo>
                    <a:pt x="89813" y="39651"/>
                  </a:lnTo>
                  <a:lnTo>
                    <a:pt x="90291" y="42040"/>
                  </a:lnTo>
                  <a:lnTo>
                    <a:pt x="88380" y="47295"/>
                  </a:lnTo>
                  <a:lnTo>
                    <a:pt x="87902" y="50639"/>
                  </a:lnTo>
                  <a:lnTo>
                    <a:pt x="88380" y="53028"/>
                  </a:lnTo>
                  <a:lnTo>
                    <a:pt x="92680" y="54461"/>
                  </a:lnTo>
                  <a:lnTo>
                    <a:pt x="102234" y="51117"/>
                  </a:lnTo>
                  <a:lnTo>
                    <a:pt x="110356" y="59716"/>
                  </a:lnTo>
                  <a:lnTo>
                    <a:pt x="115133" y="69748"/>
                  </a:lnTo>
                  <a:lnTo>
                    <a:pt x="118477" y="73093"/>
                  </a:lnTo>
                  <a:lnTo>
                    <a:pt x="118955" y="75004"/>
                  </a:lnTo>
                  <a:lnTo>
                    <a:pt x="117999" y="76437"/>
                  </a:lnTo>
                  <a:lnTo>
                    <a:pt x="117044" y="81214"/>
                  </a:lnTo>
                  <a:lnTo>
                    <a:pt x="114177" y="84558"/>
                  </a:lnTo>
                  <a:lnTo>
                    <a:pt x="113700" y="86469"/>
                  </a:lnTo>
                  <a:lnTo>
                    <a:pt x="115133" y="90291"/>
                  </a:lnTo>
                  <a:lnTo>
                    <a:pt x="115133" y="93157"/>
                  </a:lnTo>
                  <a:lnTo>
                    <a:pt x="115133" y="96501"/>
                  </a:lnTo>
                  <a:lnTo>
                    <a:pt x="115611" y="98412"/>
                  </a:lnTo>
                  <a:lnTo>
                    <a:pt x="119432" y="100801"/>
                  </a:lnTo>
                  <a:lnTo>
                    <a:pt x="128032" y="115133"/>
                  </a:lnTo>
                  <a:lnTo>
                    <a:pt x="129465" y="118955"/>
                  </a:lnTo>
                  <a:lnTo>
                    <a:pt x="130420" y="123732"/>
                  </a:lnTo>
                  <a:lnTo>
                    <a:pt x="130420" y="125643"/>
                  </a:lnTo>
                  <a:lnTo>
                    <a:pt x="129465" y="128509"/>
                  </a:lnTo>
                  <a:lnTo>
                    <a:pt x="128032" y="136153"/>
                  </a:lnTo>
                  <a:lnTo>
                    <a:pt x="127076" y="137586"/>
                  </a:lnTo>
                  <a:lnTo>
                    <a:pt x="123732" y="139497"/>
                  </a:lnTo>
                  <a:lnTo>
                    <a:pt x="117521" y="140452"/>
                  </a:lnTo>
                  <a:lnTo>
                    <a:pt x="111311" y="143319"/>
                  </a:lnTo>
                  <a:lnTo>
                    <a:pt x="105100" y="139975"/>
                  </a:lnTo>
                  <a:lnTo>
                    <a:pt x="98890" y="134720"/>
                  </a:lnTo>
                  <a:lnTo>
                    <a:pt x="96979" y="131376"/>
                  </a:lnTo>
                  <a:lnTo>
                    <a:pt x="95546" y="127554"/>
                  </a:lnTo>
                  <a:lnTo>
                    <a:pt x="95068" y="125643"/>
                  </a:lnTo>
                  <a:lnTo>
                    <a:pt x="94591" y="118955"/>
                  </a:lnTo>
                  <a:lnTo>
                    <a:pt x="94113" y="117521"/>
                  </a:lnTo>
                  <a:lnTo>
                    <a:pt x="91724" y="113700"/>
                  </a:lnTo>
                  <a:lnTo>
                    <a:pt x="89335" y="108445"/>
                  </a:lnTo>
                  <a:lnTo>
                    <a:pt x="85036" y="107967"/>
                  </a:lnTo>
                  <a:lnTo>
                    <a:pt x="74526" y="101756"/>
                  </a:lnTo>
                  <a:lnTo>
                    <a:pt x="69749" y="100801"/>
                  </a:lnTo>
                  <a:lnTo>
                    <a:pt x="65449" y="100801"/>
                  </a:lnTo>
                  <a:lnTo>
                    <a:pt x="58761" y="103190"/>
                  </a:lnTo>
                  <a:lnTo>
                    <a:pt x="57805" y="102712"/>
                  </a:lnTo>
                  <a:lnTo>
                    <a:pt x="56850" y="100801"/>
                  </a:lnTo>
                  <a:lnTo>
                    <a:pt x="55417" y="97935"/>
                  </a:lnTo>
                  <a:lnTo>
                    <a:pt x="55417" y="96024"/>
                  </a:lnTo>
                  <a:lnTo>
                    <a:pt x="56372" y="92202"/>
                  </a:lnTo>
                  <a:lnTo>
                    <a:pt x="37741" y="96979"/>
                  </a:lnTo>
                  <a:lnTo>
                    <a:pt x="32486" y="102234"/>
                  </a:lnTo>
                  <a:lnTo>
                    <a:pt x="24842" y="101756"/>
                  </a:lnTo>
                  <a:lnTo>
                    <a:pt x="21020" y="99368"/>
                  </a:lnTo>
                  <a:lnTo>
                    <a:pt x="16243" y="94113"/>
                  </a:lnTo>
                  <a:lnTo>
                    <a:pt x="13854" y="89813"/>
                  </a:lnTo>
                  <a:lnTo>
                    <a:pt x="11943" y="83603"/>
                  </a:lnTo>
                  <a:lnTo>
                    <a:pt x="11466" y="78825"/>
                  </a:lnTo>
                  <a:lnTo>
                    <a:pt x="13377" y="75959"/>
                  </a:lnTo>
                  <a:lnTo>
                    <a:pt x="14810" y="74048"/>
                  </a:lnTo>
                  <a:lnTo>
                    <a:pt x="16721" y="73570"/>
                  </a:lnTo>
                  <a:lnTo>
                    <a:pt x="27231" y="76914"/>
                  </a:lnTo>
                  <a:lnTo>
                    <a:pt x="35830" y="78825"/>
                  </a:lnTo>
                  <a:lnTo>
                    <a:pt x="39652" y="76914"/>
                  </a:lnTo>
                  <a:lnTo>
                    <a:pt x="41563" y="72137"/>
                  </a:lnTo>
                  <a:lnTo>
                    <a:pt x="39652" y="69271"/>
                  </a:lnTo>
                  <a:lnTo>
                    <a:pt x="31052" y="68315"/>
                  </a:lnTo>
                  <a:lnTo>
                    <a:pt x="32963" y="65927"/>
                  </a:lnTo>
                  <a:lnTo>
                    <a:pt x="40129" y="63060"/>
                  </a:lnTo>
                  <a:lnTo>
                    <a:pt x="43951" y="58761"/>
                  </a:lnTo>
                  <a:lnTo>
                    <a:pt x="42996" y="57328"/>
                  </a:lnTo>
                  <a:lnTo>
                    <a:pt x="40607" y="55894"/>
                  </a:lnTo>
                  <a:lnTo>
                    <a:pt x="31052" y="56372"/>
                  </a:lnTo>
                  <a:lnTo>
                    <a:pt x="27708" y="54939"/>
                  </a:lnTo>
                  <a:lnTo>
                    <a:pt x="27231" y="53506"/>
                  </a:lnTo>
                  <a:lnTo>
                    <a:pt x="28186" y="51595"/>
                  </a:lnTo>
                  <a:lnTo>
                    <a:pt x="33919" y="43473"/>
                  </a:lnTo>
                  <a:lnTo>
                    <a:pt x="33441" y="41562"/>
                  </a:lnTo>
                  <a:lnTo>
                    <a:pt x="31052" y="39174"/>
                  </a:lnTo>
                  <a:lnTo>
                    <a:pt x="29142" y="35352"/>
                  </a:lnTo>
                  <a:lnTo>
                    <a:pt x="28186" y="34874"/>
                  </a:lnTo>
                  <a:lnTo>
                    <a:pt x="23409" y="38218"/>
                  </a:lnTo>
                  <a:lnTo>
                    <a:pt x="16721" y="50639"/>
                  </a:lnTo>
                  <a:lnTo>
                    <a:pt x="15287" y="52550"/>
                  </a:lnTo>
                  <a:lnTo>
                    <a:pt x="13377" y="52072"/>
                  </a:lnTo>
                  <a:lnTo>
                    <a:pt x="11943" y="50162"/>
                  </a:lnTo>
                  <a:lnTo>
                    <a:pt x="11943" y="47773"/>
                  </a:lnTo>
                  <a:lnTo>
                    <a:pt x="13377" y="44429"/>
                  </a:lnTo>
                  <a:lnTo>
                    <a:pt x="16721" y="34874"/>
                  </a:lnTo>
                  <a:lnTo>
                    <a:pt x="16243" y="31530"/>
                  </a:lnTo>
                  <a:lnTo>
                    <a:pt x="13377" y="29141"/>
                  </a:lnTo>
                  <a:lnTo>
                    <a:pt x="5255" y="31052"/>
                  </a:lnTo>
                  <a:lnTo>
                    <a:pt x="956" y="31052"/>
                  </a:lnTo>
                  <a:lnTo>
                    <a:pt x="0" y="28186"/>
                  </a:lnTo>
                  <a:lnTo>
                    <a:pt x="0" y="22931"/>
                  </a:lnTo>
                  <a:lnTo>
                    <a:pt x="0" y="18154"/>
                  </a:lnTo>
                  <a:lnTo>
                    <a:pt x="1433" y="10510"/>
                  </a:lnTo>
                  <a:lnTo>
                    <a:pt x="2866" y="4777"/>
                  </a:lnTo>
                  <a:lnTo>
                    <a:pt x="3822" y="2866"/>
                  </a:lnTo>
                  <a:lnTo>
                    <a:pt x="14332" y="3822"/>
                  </a:lnTo>
                  <a:lnTo>
                    <a:pt x="32008" y="478"/>
                  </a:lnTo>
                  <a:lnTo>
                    <a:pt x="37263" y="0"/>
                  </a:lnTo>
                  <a:lnTo>
                    <a:pt x="42518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5" name="Freeform 3594">
              <a:extLst>
                <a:ext uri="{FF2B5EF4-FFF2-40B4-BE49-F238E27FC236}">
                  <a16:creationId xmlns:a16="http://schemas.microsoft.com/office/drawing/2014/main" id="{11552BB4-3A0F-EC28-EEF0-BFE371B78625}"/>
                </a:ext>
              </a:extLst>
            </p:cNvPr>
            <p:cNvSpPr/>
            <p:nvPr/>
          </p:nvSpPr>
          <p:spPr>
            <a:xfrm>
              <a:off x="3933318" y="2320451"/>
              <a:ext cx="68793" cy="89813"/>
            </a:xfrm>
            <a:custGeom>
              <a:avLst/>
              <a:gdLst>
                <a:gd name="csX0" fmla="*/ 42518 w 68793"/>
                <a:gd name="csY0" fmla="*/ 25320 h 89813"/>
                <a:gd name="csX1" fmla="*/ 47295 w 68793"/>
                <a:gd name="csY1" fmla="*/ 27708 h 89813"/>
                <a:gd name="csX2" fmla="*/ 55417 w 68793"/>
                <a:gd name="csY2" fmla="*/ 26753 h 89813"/>
                <a:gd name="csX3" fmla="*/ 58283 w 68793"/>
                <a:gd name="csY3" fmla="*/ 28186 h 89813"/>
                <a:gd name="csX4" fmla="*/ 65927 w 68793"/>
                <a:gd name="csY4" fmla="*/ 34397 h 89813"/>
                <a:gd name="csX5" fmla="*/ 68315 w 68793"/>
                <a:gd name="csY5" fmla="*/ 38218 h 89813"/>
                <a:gd name="csX6" fmla="*/ 68793 w 68793"/>
                <a:gd name="csY6" fmla="*/ 40607 h 89813"/>
                <a:gd name="csX7" fmla="*/ 68793 w 68793"/>
                <a:gd name="csY7" fmla="*/ 42040 h 89813"/>
                <a:gd name="csX8" fmla="*/ 66405 w 68793"/>
                <a:gd name="csY8" fmla="*/ 44907 h 89813"/>
                <a:gd name="csX9" fmla="*/ 61149 w 68793"/>
                <a:gd name="csY9" fmla="*/ 49684 h 89813"/>
                <a:gd name="csX10" fmla="*/ 59716 w 68793"/>
                <a:gd name="csY10" fmla="*/ 53028 h 89813"/>
                <a:gd name="csX11" fmla="*/ 64493 w 68793"/>
                <a:gd name="csY11" fmla="*/ 57328 h 89813"/>
                <a:gd name="csX12" fmla="*/ 66882 w 68793"/>
                <a:gd name="csY12" fmla="*/ 60672 h 89813"/>
                <a:gd name="csX13" fmla="*/ 67838 w 68793"/>
                <a:gd name="csY13" fmla="*/ 63538 h 89813"/>
                <a:gd name="csX14" fmla="*/ 67838 w 68793"/>
                <a:gd name="csY14" fmla="*/ 66404 h 89813"/>
                <a:gd name="csX15" fmla="*/ 64971 w 68793"/>
                <a:gd name="csY15" fmla="*/ 73570 h 89813"/>
                <a:gd name="csX16" fmla="*/ 62583 w 68793"/>
                <a:gd name="csY16" fmla="*/ 75481 h 89813"/>
                <a:gd name="csX17" fmla="*/ 59239 w 68793"/>
                <a:gd name="csY17" fmla="*/ 75481 h 89813"/>
                <a:gd name="csX18" fmla="*/ 57328 w 68793"/>
                <a:gd name="csY18" fmla="*/ 75959 h 89813"/>
                <a:gd name="csX19" fmla="*/ 53028 w 68793"/>
                <a:gd name="csY19" fmla="*/ 79303 h 89813"/>
                <a:gd name="csX20" fmla="*/ 46340 w 68793"/>
                <a:gd name="csY20" fmla="*/ 82647 h 89813"/>
                <a:gd name="csX21" fmla="*/ 37263 w 68793"/>
                <a:gd name="csY21" fmla="*/ 84080 h 89813"/>
                <a:gd name="csX22" fmla="*/ 34874 w 68793"/>
                <a:gd name="csY22" fmla="*/ 85991 h 89813"/>
                <a:gd name="csX23" fmla="*/ 30097 w 68793"/>
                <a:gd name="csY23" fmla="*/ 89335 h 89813"/>
                <a:gd name="csX24" fmla="*/ 27231 w 68793"/>
                <a:gd name="csY24" fmla="*/ 89813 h 89813"/>
                <a:gd name="csX25" fmla="*/ 25798 w 68793"/>
                <a:gd name="csY25" fmla="*/ 87902 h 89813"/>
                <a:gd name="csX26" fmla="*/ 25798 w 68793"/>
                <a:gd name="csY26" fmla="*/ 85036 h 89813"/>
                <a:gd name="csX27" fmla="*/ 25798 w 68793"/>
                <a:gd name="csY27" fmla="*/ 83125 h 89813"/>
                <a:gd name="csX28" fmla="*/ 26275 w 68793"/>
                <a:gd name="csY28" fmla="*/ 80736 h 89813"/>
                <a:gd name="csX29" fmla="*/ 24842 w 68793"/>
                <a:gd name="csY29" fmla="*/ 78825 h 89813"/>
                <a:gd name="csX30" fmla="*/ 18154 w 68793"/>
                <a:gd name="csY30" fmla="*/ 74526 h 89813"/>
                <a:gd name="csX31" fmla="*/ 14332 w 68793"/>
                <a:gd name="csY31" fmla="*/ 68315 h 89813"/>
                <a:gd name="csX32" fmla="*/ 13854 w 68793"/>
                <a:gd name="csY32" fmla="*/ 66404 h 89813"/>
                <a:gd name="csX33" fmla="*/ 13854 w 68793"/>
                <a:gd name="csY33" fmla="*/ 64971 h 89813"/>
                <a:gd name="csX34" fmla="*/ 22453 w 68793"/>
                <a:gd name="csY34" fmla="*/ 63538 h 89813"/>
                <a:gd name="csX35" fmla="*/ 25798 w 68793"/>
                <a:gd name="csY35" fmla="*/ 62583 h 89813"/>
                <a:gd name="csX36" fmla="*/ 27708 w 68793"/>
                <a:gd name="csY36" fmla="*/ 60672 h 89813"/>
                <a:gd name="csX37" fmla="*/ 27708 w 68793"/>
                <a:gd name="csY37" fmla="*/ 59238 h 89813"/>
                <a:gd name="csX38" fmla="*/ 26275 w 68793"/>
                <a:gd name="csY38" fmla="*/ 58761 h 89813"/>
                <a:gd name="csX39" fmla="*/ 20542 w 68793"/>
                <a:gd name="csY39" fmla="*/ 54939 h 89813"/>
                <a:gd name="csX40" fmla="*/ 10510 w 68793"/>
                <a:gd name="csY40" fmla="*/ 52550 h 89813"/>
                <a:gd name="csX41" fmla="*/ 10032 w 68793"/>
                <a:gd name="csY41" fmla="*/ 49684 h 89813"/>
                <a:gd name="csX42" fmla="*/ 6211 w 68793"/>
                <a:gd name="csY42" fmla="*/ 43951 h 89813"/>
                <a:gd name="csX43" fmla="*/ 5733 w 68793"/>
                <a:gd name="csY43" fmla="*/ 38218 h 89813"/>
                <a:gd name="csX44" fmla="*/ 4777 w 68793"/>
                <a:gd name="csY44" fmla="*/ 36785 h 89813"/>
                <a:gd name="csX45" fmla="*/ 1911 w 68793"/>
                <a:gd name="csY45" fmla="*/ 34397 h 89813"/>
                <a:gd name="csX46" fmla="*/ 1433 w 68793"/>
                <a:gd name="csY46" fmla="*/ 33919 h 89813"/>
                <a:gd name="csX47" fmla="*/ 478 w 68793"/>
                <a:gd name="csY47" fmla="*/ 30097 h 89813"/>
                <a:gd name="csX48" fmla="*/ 478 w 68793"/>
                <a:gd name="csY48" fmla="*/ 28186 h 89813"/>
                <a:gd name="csX49" fmla="*/ 478 w 68793"/>
                <a:gd name="csY49" fmla="*/ 26753 h 89813"/>
                <a:gd name="csX50" fmla="*/ 5733 w 68793"/>
                <a:gd name="csY50" fmla="*/ 22931 h 89813"/>
                <a:gd name="csX51" fmla="*/ 5255 w 68793"/>
                <a:gd name="csY51" fmla="*/ 20065 h 89813"/>
                <a:gd name="csX52" fmla="*/ 1433 w 68793"/>
                <a:gd name="csY52" fmla="*/ 10510 h 89813"/>
                <a:gd name="csX53" fmla="*/ 0 w 68793"/>
                <a:gd name="csY53" fmla="*/ 4777 h 89813"/>
                <a:gd name="csX54" fmla="*/ 478 w 68793"/>
                <a:gd name="csY54" fmla="*/ 2866 h 89813"/>
                <a:gd name="csX55" fmla="*/ 2866 w 68793"/>
                <a:gd name="csY55" fmla="*/ 0 h 89813"/>
                <a:gd name="csX56" fmla="*/ 6211 w 68793"/>
                <a:gd name="csY56" fmla="*/ 0 h 89813"/>
                <a:gd name="csX57" fmla="*/ 14810 w 68793"/>
                <a:gd name="csY57" fmla="*/ 955 h 89813"/>
                <a:gd name="csX58" fmla="*/ 19109 w 68793"/>
                <a:gd name="csY58" fmla="*/ 1911 h 89813"/>
                <a:gd name="csX59" fmla="*/ 23409 w 68793"/>
                <a:gd name="csY59" fmla="*/ 4300 h 89813"/>
                <a:gd name="csX60" fmla="*/ 28186 w 68793"/>
                <a:gd name="csY60" fmla="*/ 7644 h 89813"/>
                <a:gd name="csX61" fmla="*/ 34874 w 68793"/>
                <a:gd name="csY61" fmla="*/ 10988 h 89813"/>
                <a:gd name="csX62" fmla="*/ 37263 w 68793"/>
                <a:gd name="csY62" fmla="*/ 12899 h 89813"/>
                <a:gd name="csX63" fmla="*/ 41563 w 68793"/>
                <a:gd name="csY63" fmla="*/ 19587 h 89813"/>
                <a:gd name="csX64" fmla="*/ 42040 w 68793"/>
                <a:gd name="csY64" fmla="*/ 21498 h 89813"/>
                <a:gd name="csX65" fmla="*/ 41563 w 68793"/>
                <a:gd name="csY65" fmla="*/ 23409 h 89813"/>
                <a:gd name="csX66" fmla="*/ 42518 w 68793"/>
                <a:gd name="csY66" fmla="*/ 25320 h 89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68793" h="89813">
                  <a:moveTo>
                    <a:pt x="42518" y="25320"/>
                  </a:moveTo>
                  <a:lnTo>
                    <a:pt x="47295" y="27708"/>
                  </a:lnTo>
                  <a:lnTo>
                    <a:pt x="55417" y="26753"/>
                  </a:lnTo>
                  <a:lnTo>
                    <a:pt x="58283" y="28186"/>
                  </a:lnTo>
                  <a:lnTo>
                    <a:pt x="65927" y="34397"/>
                  </a:lnTo>
                  <a:lnTo>
                    <a:pt x="68315" y="38218"/>
                  </a:lnTo>
                  <a:lnTo>
                    <a:pt x="68793" y="40607"/>
                  </a:lnTo>
                  <a:lnTo>
                    <a:pt x="68793" y="42040"/>
                  </a:lnTo>
                  <a:lnTo>
                    <a:pt x="66405" y="44907"/>
                  </a:lnTo>
                  <a:lnTo>
                    <a:pt x="61149" y="49684"/>
                  </a:lnTo>
                  <a:lnTo>
                    <a:pt x="59716" y="53028"/>
                  </a:lnTo>
                  <a:lnTo>
                    <a:pt x="64493" y="57328"/>
                  </a:lnTo>
                  <a:lnTo>
                    <a:pt x="66882" y="60672"/>
                  </a:lnTo>
                  <a:lnTo>
                    <a:pt x="67838" y="63538"/>
                  </a:lnTo>
                  <a:lnTo>
                    <a:pt x="67838" y="66404"/>
                  </a:lnTo>
                  <a:lnTo>
                    <a:pt x="64971" y="73570"/>
                  </a:lnTo>
                  <a:lnTo>
                    <a:pt x="62583" y="75481"/>
                  </a:lnTo>
                  <a:lnTo>
                    <a:pt x="59239" y="75481"/>
                  </a:lnTo>
                  <a:lnTo>
                    <a:pt x="57328" y="75959"/>
                  </a:lnTo>
                  <a:lnTo>
                    <a:pt x="53028" y="79303"/>
                  </a:lnTo>
                  <a:lnTo>
                    <a:pt x="46340" y="82647"/>
                  </a:lnTo>
                  <a:lnTo>
                    <a:pt x="37263" y="84080"/>
                  </a:lnTo>
                  <a:lnTo>
                    <a:pt x="34874" y="85991"/>
                  </a:lnTo>
                  <a:lnTo>
                    <a:pt x="30097" y="89335"/>
                  </a:lnTo>
                  <a:lnTo>
                    <a:pt x="27231" y="89813"/>
                  </a:lnTo>
                  <a:lnTo>
                    <a:pt x="25798" y="87902"/>
                  </a:lnTo>
                  <a:lnTo>
                    <a:pt x="25798" y="85036"/>
                  </a:lnTo>
                  <a:lnTo>
                    <a:pt x="25798" y="83125"/>
                  </a:lnTo>
                  <a:lnTo>
                    <a:pt x="26275" y="80736"/>
                  </a:lnTo>
                  <a:lnTo>
                    <a:pt x="24842" y="78825"/>
                  </a:lnTo>
                  <a:lnTo>
                    <a:pt x="18154" y="74526"/>
                  </a:lnTo>
                  <a:lnTo>
                    <a:pt x="14332" y="68315"/>
                  </a:lnTo>
                  <a:lnTo>
                    <a:pt x="13854" y="66404"/>
                  </a:lnTo>
                  <a:lnTo>
                    <a:pt x="13854" y="64971"/>
                  </a:lnTo>
                  <a:lnTo>
                    <a:pt x="22453" y="63538"/>
                  </a:lnTo>
                  <a:lnTo>
                    <a:pt x="25798" y="62583"/>
                  </a:lnTo>
                  <a:lnTo>
                    <a:pt x="27708" y="60672"/>
                  </a:lnTo>
                  <a:lnTo>
                    <a:pt x="27708" y="59238"/>
                  </a:lnTo>
                  <a:lnTo>
                    <a:pt x="26275" y="58761"/>
                  </a:lnTo>
                  <a:lnTo>
                    <a:pt x="20542" y="54939"/>
                  </a:lnTo>
                  <a:lnTo>
                    <a:pt x="10510" y="52550"/>
                  </a:lnTo>
                  <a:lnTo>
                    <a:pt x="10032" y="49684"/>
                  </a:lnTo>
                  <a:lnTo>
                    <a:pt x="6211" y="43951"/>
                  </a:lnTo>
                  <a:lnTo>
                    <a:pt x="5733" y="38218"/>
                  </a:lnTo>
                  <a:lnTo>
                    <a:pt x="4777" y="36785"/>
                  </a:lnTo>
                  <a:lnTo>
                    <a:pt x="1911" y="34397"/>
                  </a:lnTo>
                  <a:lnTo>
                    <a:pt x="1433" y="33919"/>
                  </a:lnTo>
                  <a:lnTo>
                    <a:pt x="478" y="30097"/>
                  </a:lnTo>
                  <a:lnTo>
                    <a:pt x="478" y="28186"/>
                  </a:lnTo>
                  <a:lnTo>
                    <a:pt x="478" y="26753"/>
                  </a:lnTo>
                  <a:lnTo>
                    <a:pt x="5733" y="22931"/>
                  </a:lnTo>
                  <a:lnTo>
                    <a:pt x="5255" y="20065"/>
                  </a:lnTo>
                  <a:lnTo>
                    <a:pt x="1433" y="10510"/>
                  </a:lnTo>
                  <a:lnTo>
                    <a:pt x="0" y="4777"/>
                  </a:lnTo>
                  <a:lnTo>
                    <a:pt x="478" y="2866"/>
                  </a:lnTo>
                  <a:lnTo>
                    <a:pt x="2866" y="0"/>
                  </a:lnTo>
                  <a:lnTo>
                    <a:pt x="6211" y="0"/>
                  </a:lnTo>
                  <a:lnTo>
                    <a:pt x="14810" y="955"/>
                  </a:lnTo>
                  <a:lnTo>
                    <a:pt x="19109" y="1911"/>
                  </a:lnTo>
                  <a:lnTo>
                    <a:pt x="23409" y="4300"/>
                  </a:lnTo>
                  <a:lnTo>
                    <a:pt x="28186" y="7644"/>
                  </a:lnTo>
                  <a:lnTo>
                    <a:pt x="34874" y="10988"/>
                  </a:lnTo>
                  <a:lnTo>
                    <a:pt x="37263" y="12899"/>
                  </a:lnTo>
                  <a:lnTo>
                    <a:pt x="41563" y="19587"/>
                  </a:lnTo>
                  <a:lnTo>
                    <a:pt x="42040" y="21498"/>
                  </a:lnTo>
                  <a:lnTo>
                    <a:pt x="41563" y="23409"/>
                  </a:lnTo>
                  <a:lnTo>
                    <a:pt x="42518" y="2532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6" name="Freeform 3595">
              <a:extLst>
                <a:ext uri="{FF2B5EF4-FFF2-40B4-BE49-F238E27FC236}">
                  <a16:creationId xmlns:a16="http://schemas.microsoft.com/office/drawing/2014/main" id="{8561C010-ECA2-8426-107B-0F960FA3CBC1}"/>
                </a:ext>
              </a:extLst>
            </p:cNvPr>
            <p:cNvSpPr/>
            <p:nvPr/>
          </p:nvSpPr>
          <p:spPr>
            <a:xfrm>
              <a:off x="3637126" y="2324751"/>
              <a:ext cx="78347" cy="44428"/>
            </a:xfrm>
            <a:custGeom>
              <a:avLst/>
              <a:gdLst>
                <a:gd name="csX0" fmla="*/ 68793 w 78347"/>
                <a:gd name="csY0" fmla="*/ 10032 h 44428"/>
                <a:gd name="csX1" fmla="*/ 72137 w 78347"/>
                <a:gd name="csY1" fmla="*/ 15287 h 44428"/>
                <a:gd name="csX2" fmla="*/ 73570 w 78347"/>
                <a:gd name="csY2" fmla="*/ 15287 h 44428"/>
                <a:gd name="csX3" fmla="*/ 75004 w 78347"/>
                <a:gd name="csY3" fmla="*/ 16243 h 44428"/>
                <a:gd name="csX4" fmla="*/ 75959 w 78347"/>
                <a:gd name="csY4" fmla="*/ 17676 h 44428"/>
                <a:gd name="csX5" fmla="*/ 77870 w 78347"/>
                <a:gd name="csY5" fmla="*/ 24364 h 44428"/>
                <a:gd name="csX6" fmla="*/ 78348 w 78347"/>
                <a:gd name="csY6" fmla="*/ 27708 h 44428"/>
                <a:gd name="csX7" fmla="*/ 78348 w 78347"/>
                <a:gd name="csY7" fmla="*/ 32008 h 44428"/>
                <a:gd name="csX8" fmla="*/ 77870 w 78347"/>
                <a:gd name="csY8" fmla="*/ 35830 h 44428"/>
                <a:gd name="csX9" fmla="*/ 77392 w 78347"/>
                <a:gd name="csY9" fmla="*/ 38696 h 44428"/>
                <a:gd name="csX10" fmla="*/ 75481 w 78347"/>
                <a:gd name="csY10" fmla="*/ 40607 h 44428"/>
                <a:gd name="csX11" fmla="*/ 71182 w 78347"/>
                <a:gd name="csY11" fmla="*/ 41562 h 44428"/>
                <a:gd name="csX12" fmla="*/ 64971 w 78347"/>
                <a:gd name="csY12" fmla="*/ 40129 h 44428"/>
                <a:gd name="csX13" fmla="*/ 59239 w 78347"/>
                <a:gd name="csY13" fmla="*/ 42040 h 44428"/>
                <a:gd name="csX14" fmla="*/ 56850 w 78347"/>
                <a:gd name="csY14" fmla="*/ 42518 h 44428"/>
                <a:gd name="csX15" fmla="*/ 50162 w 78347"/>
                <a:gd name="csY15" fmla="*/ 41085 h 44428"/>
                <a:gd name="csX16" fmla="*/ 48728 w 78347"/>
                <a:gd name="csY16" fmla="*/ 40129 h 44428"/>
                <a:gd name="csX17" fmla="*/ 44907 w 78347"/>
                <a:gd name="csY17" fmla="*/ 35830 h 44428"/>
                <a:gd name="csX18" fmla="*/ 42040 w 78347"/>
                <a:gd name="csY18" fmla="*/ 33919 h 44428"/>
                <a:gd name="csX19" fmla="*/ 40607 w 78347"/>
                <a:gd name="csY19" fmla="*/ 34874 h 44428"/>
                <a:gd name="csX20" fmla="*/ 39174 w 78347"/>
                <a:gd name="csY20" fmla="*/ 38696 h 44428"/>
                <a:gd name="csX21" fmla="*/ 36785 w 78347"/>
                <a:gd name="csY21" fmla="*/ 42996 h 44428"/>
                <a:gd name="csX22" fmla="*/ 34874 w 78347"/>
                <a:gd name="csY22" fmla="*/ 44429 h 44428"/>
                <a:gd name="csX23" fmla="*/ 30097 w 78347"/>
                <a:gd name="csY23" fmla="*/ 43473 h 44428"/>
                <a:gd name="csX24" fmla="*/ 22931 w 78347"/>
                <a:gd name="csY24" fmla="*/ 35830 h 44428"/>
                <a:gd name="csX25" fmla="*/ 14332 w 78347"/>
                <a:gd name="csY25" fmla="*/ 38218 h 44428"/>
                <a:gd name="csX26" fmla="*/ 5733 w 78347"/>
                <a:gd name="csY26" fmla="*/ 42518 h 44428"/>
                <a:gd name="csX27" fmla="*/ 2389 w 78347"/>
                <a:gd name="csY27" fmla="*/ 43473 h 44428"/>
                <a:gd name="csX28" fmla="*/ 1433 w 78347"/>
                <a:gd name="csY28" fmla="*/ 42040 h 44428"/>
                <a:gd name="csX29" fmla="*/ 0 w 78347"/>
                <a:gd name="csY29" fmla="*/ 38696 h 44428"/>
                <a:gd name="csX30" fmla="*/ 0 w 78347"/>
                <a:gd name="csY30" fmla="*/ 37263 h 44428"/>
                <a:gd name="csX31" fmla="*/ 2866 w 78347"/>
                <a:gd name="csY31" fmla="*/ 32008 h 44428"/>
                <a:gd name="csX32" fmla="*/ 8599 w 78347"/>
                <a:gd name="csY32" fmla="*/ 26753 h 44428"/>
                <a:gd name="csX33" fmla="*/ 12899 w 78347"/>
                <a:gd name="csY33" fmla="*/ 23886 h 44428"/>
                <a:gd name="csX34" fmla="*/ 21498 w 78347"/>
                <a:gd name="csY34" fmla="*/ 19587 h 44428"/>
                <a:gd name="csX35" fmla="*/ 31530 w 78347"/>
                <a:gd name="csY35" fmla="*/ 17198 h 44428"/>
                <a:gd name="csX36" fmla="*/ 34874 w 78347"/>
                <a:gd name="csY36" fmla="*/ 14332 h 44428"/>
                <a:gd name="csX37" fmla="*/ 37263 w 78347"/>
                <a:gd name="csY37" fmla="*/ 10510 h 44428"/>
                <a:gd name="csX38" fmla="*/ 43951 w 78347"/>
                <a:gd name="csY38" fmla="*/ 4777 h 44428"/>
                <a:gd name="csX39" fmla="*/ 47773 w 78347"/>
                <a:gd name="csY39" fmla="*/ 2389 h 44428"/>
                <a:gd name="csX40" fmla="*/ 53028 w 78347"/>
                <a:gd name="csY40" fmla="*/ 0 h 44428"/>
                <a:gd name="csX41" fmla="*/ 57328 w 78347"/>
                <a:gd name="csY41" fmla="*/ 0 h 44428"/>
                <a:gd name="csX42" fmla="*/ 62583 w 78347"/>
                <a:gd name="csY42" fmla="*/ 5255 h 44428"/>
                <a:gd name="csX43" fmla="*/ 66405 w 78347"/>
                <a:gd name="csY43" fmla="*/ 7644 h 44428"/>
                <a:gd name="csX44" fmla="*/ 68793 w 78347"/>
                <a:gd name="csY44" fmla="*/ 10032 h 44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78347" h="44428">
                  <a:moveTo>
                    <a:pt x="68793" y="10032"/>
                  </a:moveTo>
                  <a:lnTo>
                    <a:pt x="72137" y="15287"/>
                  </a:lnTo>
                  <a:lnTo>
                    <a:pt x="73570" y="15287"/>
                  </a:lnTo>
                  <a:lnTo>
                    <a:pt x="75004" y="16243"/>
                  </a:lnTo>
                  <a:lnTo>
                    <a:pt x="75959" y="17676"/>
                  </a:lnTo>
                  <a:lnTo>
                    <a:pt x="77870" y="24364"/>
                  </a:lnTo>
                  <a:lnTo>
                    <a:pt x="78348" y="27708"/>
                  </a:lnTo>
                  <a:lnTo>
                    <a:pt x="78348" y="32008"/>
                  </a:lnTo>
                  <a:lnTo>
                    <a:pt x="77870" y="35830"/>
                  </a:lnTo>
                  <a:lnTo>
                    <a:pt x="77392" y="38696"/>
                  </a:lnTo>
                  <a:lnTo>
                    <a:pt x="75481" y="40607"/>
                  </a:lnTo>
                  <a:lnTo>
                    <a:pt x="71182" y="41562"/>
                  </a:lnTo>
                  <a:lnTo>
                    <a:pt x="64971" y="40129"/>
                  </a:lnTo>
                  <a:lnTo>
                    <a:pt x="59239" y="42040"/>
                  </a:lnTo>
                  <a:lnTo>
                    <a:pt x="56850" y="42518"/>
                  </a:lnTo>
                  <a:lnTo>
                    <a:pt x="50162" y="41085"/>
                  </a:lnTo>
                  <a:lnTo>
                    <a:pt x="48728" y="40129"/>
                  </a:lnTo>
                  <a:lnTo>
                    <a:pt x="44907" y="35830"/>
                  </a:lnTo>
                  <a:lnTo>
                    <a:pt x="42040" y="33919"/>
                  </a:lnTo>
                  <a:lnTo>
                    <a:pt x="40607" y="34874"/>
                  </a:lnTo>
                  <a:lnTo>
                    <a:pt x="39174" y="38696"/>
                  </a:lnTo>
                  <a:lnTo>
                    <a:pt x="36785" y="42996"/>
                  </a:lnTo>
                  <a:lnTo>
                    <a:pt x="34874" y="44429"/>
                  </a:lnTo>
                  <a:lnTo>
                    <a:pt x="30097" y="43473"/>
                  </a:lnTo>
                  <a:lnTo>
                    <a:pt x="22931" y="35830"/>
                  </a:lnTo>
                  <a:lnTo>
                    <a:pt x="14332" y="38218"/>
                  </a:lnTo>
                  <a:lnTo>
                    <a:pt x="5733" y="42518"/>
                  </a:lnTo>
                  <a:lnTo>
                    <a:pt x="2389" y="43473"/>
                  </a:lnTo>
                  <a:lnTo>
                    <a:pt x="1433" y="42040"/>
                  </a:lnTo>
                  <a:lnTo>
                    <a:pt x="0" y="38696"/>
                  </a:lnTo>
                  <a:lnTo>
                    <a:pt x="0" y="37263"/>
                  </a:lnTo>
                  <a:lnTo>
                    <a:pt x="2866" y="32008"/>
                  </a:lnTo>
                  <a:lnTo>
                    <a:pt x="8599" y="26753"/>
                  </a:lnTo>
                  <a:lnTo>
                    <a:pt x="12899" y="23886"/>
                  </a:lnTo>
                  <a:lnTo>
                    <a:pt x="21498" y="19587"/>
                  </a:lnTo>
                  <a:lnTo>
                    <a:pt x="31530" y="17198"/>
                  </a:lnTo>
                  <a:lnTo>
                    <a:pt x="34874" y="14332"/>
                  </a:lnTo>
                  <a:lnTo>
                    <a:pt x="37263" y="10510"/>
                  </a:lnTo>
                  <a:lnTo>
                    <a:pt x="43951" y="4777"/>
                  </a:lnTo>
                  <a:lnTo>
                    <a:pt x="47773" y="2389"/>
                  </a:lnTo>
                  <a:lnTo>
                    <a:pt x="53028" y="0"/>
                  </a:lnTo>
                  <a:lnTo>
                    <a:pt x="57328" y="0"/>
                  </a:lnTo>
                  <a:lnTo>
                    <a:pt x="62583" y="5255"/>
                  </a:lnTo>
                  <a:lnTo>
                    <a:pt x="66405" y="7644"/>
                  </a:lnTo>
                  <a:lnTo>
                    <a:pt x="68793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7" name="Freeform 3596">
              <a:extLst>
                <a:ext uri="{FF2B5EF4-FFF2-40B4-BE49-F238E27FC236}">
                  <a16:creationId xmlns:a16="http://schemas.microsoft.com/office/drawing/2014/main" id="{AE9D3490-74D1-29F0-C59C-41123B09D5BA}"/>
                </a:ext>
              </a:extLst>
            </p:cNvPr>
            <p:cNvSpPr/>
            <p:nvPr/>
          </p:nvSpPr>
          <p:spPr>
            <a:xfrm>
              <a:off x="3835861" y="2369180"/>
              <a:ext cx="9554" cy="12898"/>
            </a:xfrm>
            <a:custGeom>
              <a:avLst/>
              <a:gdLst>
                <a:gd name="csX0" fmla="*/ 5255 w 9554"/>
                <a:gd name="csY0" fmla="*/ 10988 h 12898"/>
                <a:gd name="csX1" fmla="*/ 2866 w 9554"/>
                <a:gd name="csY1" fmla="*/ 12899 h 12898"/>
                <a:gd name="csX2" fmla="*/ 478 w 9554"/>
                <a:gd name="csY2" fmla="*/ 11943 h 12898"/>
                <a:gd name="csX3" fmla="*/ 0 w 9554"/>
                <a:gd name="csY3" fmla="*/ 10988 h 12898"/>
                <a:gd name="csX4" fmla="*/ 0 w 9554"/>
                <a:gd name="csY4" fmla="*/ 9555 h 12898"/>
                <a:gd name="csX5" fmla="*/ 0 w 9554"/>
                <a:gd name="csY5" fmla="*/ 8121 h 12898"/>
                <a:gd name="csX6" fmla="*/ 2866 w 9554"/>
                <a:gd name="csY6" fmla="*/ 2389 h 12898"/>
                <a:gd name="csX7" fmla="*/ 5733 w 9554"/>
                <a:gd name="csY7" fmla="*/ 478 h 12898"/>
                <a:gd name="csX8" fmla="*/ 7644 w 9554"/>
                <a:gd name="csY8" fmla="*/ 0 h 12898"/>
                <a:gd name="csX9" fmla="*/ 8599 w 9554"/>
                <a:gd name="csY9" fmla="*/ 1911 h 12898"/>
                <a:gd name="csX10" fmla="*/ 9555 w 9554"/>
                <a:gd name="csY10" fmla="*/ 4777 h 12898"/>
                <a:gd name="csX11" fmla="*/ 5255 w 9554"/>
                <a:gd name="csY11" fmla="*/ 10988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554" h="12898">
                  <a:moveTo>
                    <a:pt x="5255" y="10988"/>
                  </a:moveTo>
                  <a:lnTo>
                    <a:pt x="2866" y="12899"/>
                  </a:lnTo>
                  <a:lnTo>
                    <a:pt x="478" y="11943"/>
                  </a:lnTo>
                  <a:lnTo>
                    <a:pt x="0" y="10988"/>
                  </a:lnTo>
                  <a:lnTo>
                    <a:pt x="0" y="9555"/>
                  </a:lnTo>
                  <a:lnTo>
                    <a:pt x="0" y="8121"/>
                  </a:lnTo>
                  <a:lnTo>
                    <a:pt x="2866" y="2389"/>
                  </a:lnTo>
                  <a:lnTo>
                    <a:pt x="5733" y="478"/>
                  </a:lnTo>
                  <a:lnTo>
                    <a:pt x="7644" y="0"/>
                  </a:lnTo>
                  <a:lnTo>
                    <a:pt x="8599" y="1911"/>
                  </a:lnTo>
                  <a:lnTo>
                    <a:pt x="9555" y="4777"/>
                  </a:lnTo>
                  <a:lnTo>
                    <a:pt x="5255" y="109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" name="Freeform 3597">
              <a:extLst>
                <a:ext uri="{FF2B5EF4-FFF2-40B4-BE49-F238E27FC236}">
                  <a16:creationId xmlns:a16="http://schemas.microsoft.com/office/drawing/2014/main" id="{5665ED80-E84E-8D60-EE25-2B6553660ABC}"/>
                </a:ext>
              </a:extLst>
            </p:cNvPr>
            <p:cNvSpPr/>
            <p:nvPr/>
          </p:nvSpPr>
          <p:spPr>
            <a:xfrm>
              <a:off x="3637126" y="2383989"/>
              <a:ext cx="72614" cy="64971"/>
            </a:xfrm>
            <a:custGeom>
              <a:avLst/>
              <a:gdLst>
                <a:gd name="csX0" fmla="*/ 55894 w 72614"/>
                <a:gd name="csY0" fmla="*/ 0 h 64971"/>
                <a:gd name="csX1" fmla="*/ 72137 w 72614"/>
                <a:gd name="csY1" fmla="*/ 2389 h 64971"/>
                <a:gd name="csX2" fmla="*/ 72615 w 72614"/>
                <a:gd name="csY2" fmla="*/ 2866 h 64971"/>
                <a:gd name="csX3" fmla="*/ 72615 w 72614"/>
                <a:gd name="csY3" fmla="*/ 4300 h 64971"/>
                <a:gd name="csX4" fmla="*/ 71659 w 72614"/>
                <a:gd name="csY4" fmla="*/ 9555 h 64971"/>
                <a:gd name="csX5" fmla="*/ 69749 w 72614"/>
                <a:gd name="csY5" fmla="*/ 12899 h 64971"/>
                <a:gd name="csX6" fmla="*/ 61149 w 72614"/>
                <a:gd name="csY6" fmla="*/ 17676 h 64971"/>
                <a:gd name="csX7" fmla="*/ 50162 w 72614"/>
                <a:gd name="csY7" fmla="*/ 21498 h 64971"/>
                <a:gd name="csX8" fmla="*/ 48251 w 72614"/>
                <a:gd name="csY8" fmla="*/ 23886 h 64971"/>
                <a:gd name="csX9" fmla="*/ 48251 w 72614"/>
                <a:gd name="csY9" fmla="*/ 24842 h 64971"/>
                <a:gd name="csX10" fmla="*/ 49206 w 72614"/>
                <a:gd name="csY10" fmla="*/ 26275 h 64971"/>
                <a:gd name="csX11" fmla="*/ 51117 w 72614"/>
                <a:gd name="csY11" fmla="*/ 28186 h 64971"/>
                <a:gd name="csX12" fmla="*/ 59239 w 72614"/>
                <a:gd name="csY12" fmla="*/ 27708 h 64971"/>
                <a:gd name="csX13" fmla="*/ 61627 w 72614"/>
                <a:gd name="csY13" fmla="*/ 28664 h 64971"/>
                <a:gd name="csX14" fmla="*/ 62105 w 72614"/>
                <a:gd name="csY14" fmla="*/ 29619 h 64971"/>
                <a:gd name="csX15" fmla="*/ 62583 w 72614"/>
                <a:gd name="csY15" fmla="*/ 31530 h 64971"/>
                <a:gd name="csX16" fmla="*/ 63060 w 72614"/>
                <a:gd name="csY16" fmla="*/ 33919 h 64971"/>
                <a:gd name="csX17" fmla="*/ 63060 w 72614"/>
                <a:gd name="csY17" fmla="*/ 41563 h 64971"/>
                <a:gd name="csX18" fmla="*/ 62583 w 72614"/>
                <a:gd name="csY18" fmla="*/ 45862 h 64971"/>
                <a:gd name="csX19" fmla="*/ 61149 w 72614"/>
                <a:gd name="csY19" fmla="*/ 50162 h 64971"/>
                <a:gd name="csX20" fmla="*/ 57805 w 72614"/>
                <a:gd name="csY20" fmla="*/ 53028 h 64971"/>
                <a:gd name="csX21" fmla="*/ 51595 w 72614"/>
                <a:gd name="csY21" fmla="*/ 56850 h 64971"/>
                <a:gd name="csX22" fmla="*/ 47295 w 72614"/>
                <a:gd name="csY22" fmla="*/ 58283 h 64971"/>
                <a:gd name="csX23" fmla="*/ 43951 w 72614"/>
                <a:gd name="csY23" fmla="*/ 57805 h 64971"/>
                <a:gd name="csX24" fmla="*/ 41085 w 72614"/>
                <a:gd name="csY24" fmla="*/ 58283 h 64971"/>
                <a:gd name="csX25" fmla="*/ 26275 w 72614"/>
                <a:gd name="csY25" fmla="*/ 64971 h 64971"/>
                <a:gd name="csX26" fmla="*/ 21976 w 72614"/>
                <a:gd name="csY26" fmla="*/ 64971 h 64971"/>
                <a:gd name="csX27" fmla="*/ 18154 w 72614"/>
                <a:gd name="csY27" fmla="*/ 63538 h 64971"/>
                <a:gd name="csX28" fmla="*/ 12899 w 72614"/>
                <a:gd name="csY28" fmla="*/ 56850 h 64971"/>
                <a:gd name="csX29" fmla="*/ 7166 w 72614"/>
                <a:gd name="csY29" fmla="*/ 53983 h 64971"/>
                <a:gd name="csX30" fmla="*/ 4777 w 72614"/>
                <a:gd name="csY30" fmla="*/ 51117 h 64971"/>
                <a:gd name="csX31" fmla="*/ 2389 w 72614"/>
                <a:gd name="csY31" fmla="*/ 49684 h 64971"/>
                <a:gd name="csX32" fmla="*/ 1911 w 72614"/>
                <a:gd name="csY32" fmla="*/ 47295 h 64971"/>
                <a:gd name="csX33" fmla="*/ 1433 w 72614"/>
                <a:gd name="csY33" fmla="*/ 45384 h 64971"/>
                <a:gd name="csX34" fmla="*/ 1911 w 72614"/>
                <a:gd name="csY34" fmla="*/ 43473 h 64971"/>
                <a:gd name="csX35" fmla="*/ 2866 w 72614"/>
                <a:gd name="csY35" fmla="*/ 42040 h 64971"/>
                <a:gd name="csX36" fmla="*/ 3344 w 72614"/>
                <a:gd name="csY36" fmla="*/ 41085 h 64971"/>
                <a:gd name="csX37" fmla="*/ 2389 w 72614"/>
                <a:gd name="csY37" fmla="*/ 37263 h 64971"/>
                <a:gd name="csX38" fmla="*/ 1911 w 72614"/>
                <a:gd name="csY38" fmla="*/ 33441 h 64971"/>
                <a:gd name="csX39" fmla="*/ 478 w 72614"/>
                <a:gd name="csY39" fmla="*/ 28664 h 64971"/>
                <a:gd name="csX40" fmla="*/ 0 w 72614"/>
                <a:gd name="csY40" fmla="*/ 25320 h 64971"/>
                <a:gd name="csX41" fmla="*/ 0 w 72614"/>
                <a:gd name="csY41" fmla="*/ 23409 h 64971"/>
                <a:gd name="csX42" fmla="*/ 478 w 72614"/>
                <a:gd name="csY42" fmla="*/ 21498 h 64971"/>
                <a:gd name="csX43" fmla="*/ 1433 w 72614"/>
                <a:gd name="csY43" fmla="*/ 17676 h 64971"/>
                <a:gd name="csX44" fmla="*/ 1911 w 72614"/>
                <a:gd name="csY44" fmla="*/ 16721 h 64971"/>
                <a:gd name="csX45" fmla="*/ 5255 w 72614"/>
                <a:gd name="csY45" fmla="*/ 16243 h 64971"/>
                <a:gd name="csX46" fmla="*/ 9555 w 72614"/>
                <a:gd name="csY46" fmla="*/ 14332 h 64971"/>
                <a:gd name="csX47" fmla="*/ 19587 w 72614"/>
                <a:gd name="csY47" fmla="*/ 8599 h 64971"/>
                <a:gd name="csX48" fmla="*/ 41085 w 72614"/>
                <a:gd name="csY48" fmla="*/ 1433 h 64971"/>
                <a:gd name="csX49" fmla="*/ 47773 w 72614"/>
                <a:gd name="csY49" fmla="*/ 2389 h 64971"/>
                <a:gd name="csX50" fmla="*/ 50639 w 72614"/>
                <a:gd name="csY50" fmla="*/ 956 h 64971"/>
                <a:gd name="csX51" fmla="*/ 55894 w 72614"/>
                <a:gd name="csY51" fmla="*/ 0 h 64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72614" h="64971">
                  <a:moveTo>
                    <a:pt x="55894" y="0"/>
                  </a:moveTo>
                  <a:lnTo>
                    <a:pt x="72137" y="2389"/>
                  </a:lnTo>
                  <a:lnTo>
                    <a:pt x="72615" y="2866"/>
                  </a:lnTo>
                  <a:lnTo>
                    <a:pt x="72615" y="4300"/>
                  </a:lnTo>
                  <a:lnTo>
                    <a:pt x="71659" y="9555"/>
                  </a:lnTo>
                  <a:lnTo>
                    <a:pt x="69749" y="12899"/>
                  </a:lnTo>
                  <a:lnTo>
                    <a:pt x="61149" y="17676"/>
                  </a:lnTo>
                  <a:lnTo>
                    <a:pt x="50162" y="21498"/>
                  </a:lnTo>
                  <a:lnTo>
                    <a:pt x="48251" y="23886"/>
                  </a:lnTo>
                  <a:lnTo>
                    <a:pt x="48251" y="24842"/>
                  </a:lnTo>
                  <a:lnTo>
                    <a:pt x="49206" y="26275"/>
                  </a:lnTo>
                  <a:lnTo>
                    <a:pt x="51117" y="28186"/>
                  </a:lnTo>
                  <a:lnTo>
                    <a:pt x="59239" y="27708"/>
                  </a:lnTo>
                  <a:lnTo>
                    <a:pt x="61627" y="28664"/>
                  </a:lnTo>
                  <a:lnTo>
                    <a:pt x="62105" y="29619"/>
                  </a:lnTo>
                  <a:lnTo>
                    <a:pt x="62583" y="31530"/>
                  </a:lnTo>
                  <a:lnTo>
                    <a:pt x="63060" y="33919"/>
                  </a:lnTo>
                  <a:lnTo>
                    <a:pt x="63060" y="41563"/>
                  </a:lnTo>
                  <a:lnTo>
                    <a:pt x="62583" y="45862"/>
                  </a:lnTo>
                  <a:lnTo>
                    <a:pt x="61149" y="50162"/>
                  </a:lnTo>
                  <a:lnTo>
                    <a:pt x="57805" y="53028"/>
                  </a:lnTo>
                  <a:lnTo>
                    <a:pt x="51595" y="56850"/>
                  </a:lnTo>
                  <a:lnTo>
                    <a:pt x="47295" y="58283"/>
                  </a:lnTo>
                  <a:lnTo>
                    <a:pt x="43951" y="57805"/>
                  </a:lnTo>
                  <a:lnTo>
                    <a:pt x="41085" y="58283"/>
                  </a:lnTo>
                  <a:lnTo>
                    <a:pt x="26275" y="64971"/>
                  </a:lnTo>
                  <a:lnTo>
                    <a:pt x="21976" y="64971"/>
                  </a:lnTo>
                  <a:lnTo>
                    <a:pt x="18154" y="63538"/>
                  </a:lnTo>
                  <a:lnTo>
                    <a:pt x="12899" y="56850"/>
                  </a:lnTo>
                  <a:lnTo>
                    <a:pt x="7166" y="53983"/>
                  </a:lnTo>
                  <a:lnTo>
                    <a:pt x="4777" y="51117"/>
                  </a:lnTo>
                  <a:lnTo>
                    <a:pt x="2389" y="49684"/>
                  </a:lnTo>
                  <a:lnTo>
                    <a:pt x="1911" y="47295"/>
                  </a:lnTo>
                  <a:lnTo>
                    <a:pt x="1433" y="45384"/>
                  </a:lnTo>
                  <a:lnTo>
                    <a:pt x="1911" y="43473"/>
                  </a:lnTo>
                  <a:lnTo>
                    <a:pt x="2866" y="42040"/>
                  </a:lnTo>
                  <a:lnTo>
                    <a:pt x="3344" y="41085"/>
                  </a:lnTo>
                  <a:lnTo>
                    <a:pt x="2389" y="37263"/>
                  </a:lnTo>
                  <a:lnTo>
                    <a:pt x="1911" y="33441"/>
                  </a:lnTo>
                  <a:lnTo>
                    <a:pt x="478" y="28664"/>
                  </a:lnTo>
                  <a:lnTo>
                    <a:pt x="0" y="25320"/>
                  </a:lnTo>
                  <a:lnTo>
                    <a:pt x="0" y="23409"/>
                  </a:lnTo>
                  <a:lnTo>
                    <a:pt x="478" y="21498"/>
                  </a:lnTo>
                  <a:lnTo>
                    <a:pt x="1433" y="17676"/>
                  </a:lnTo>
                  <a:lnTo>
                    <a:pt x="1911" y="16721"/>
                  </a:lnTo>
                  <a:lnTo>
                    <a:pt x="5255" y="16243"/>
                  </a:lnTo>
                  <a:lnTo>
                    <a:pt x="9555" y="14332"/>
                  </a:lnTo>
                  <a:lnTo>
                    <a:pt x="19587" y="8599"/>
                  </a:lnTo>
                  <a:lnTo>
                    <a:pt x="41085" y="1433"/>
                  </a:lnTo>
                  <a:lnTo>
                    <a:pt x="47773" y="2389"/>
                  </a:lnTo>
                  <a:lnTo>
                    <a:pt x="50639" y="956"/>
                  </a:lnTo>
                  <a:lnTo>
                    <a:pt x="5589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9" name="Freeform 3598">
              <a:extLst>
                <a:ext uri="{FF2B5EF4-FFF2-40B4-BE49-F238E27FC236}">
                  <a16:creationId xmlns:a16="http://schemas.microsoft.com/office/drawing/2014/main" id="{374F80FE-CB03-F44C-CDA3-E7B3AE7B9F48}"/>
                </a:ext>
              </a:extLst>
            </p:cNvPr>
            <p:cNvSpPr/>
            <p:nvPr/>
          </p:nvSpPr>
          <p:spPr>
            <a:xfrm>
              <a:off x="3602729" y="2386378"/>
              <a:ext cx="27708" cy="31052"/>
            </a:xfrm>
            <a:custGeom>
              <a:avLst/>
              <a:gdLst>
                <a:gd name="csX0" fmla="*/ 23409 w 27708"/>
                <a:gd name="csY0" fmla="*/ 28186 h 31052"/>
                <a:gd name="csX1" fmla="*/ 18154 w 27708"/>
                <a:gd name="csY1" fmla="*/ 31052 h 31052"/>
                <a:gd name="csX2" fmla="*/ 14332 w 27708"/>
                <a:gd name="csY2" fmla="*/ 31052 h 31052"/>
                <a:gd name="csX3" fmla="*/ 8121 w 27708"/>
                <a:gd name="csY3" fmla="*/ 26753 h 31052"/>
                <a:gd name="csX4" fmla="*/ 955 w 27708"/>
                <a:gd name="csY4" fmla="*/ 14332 h 31052"/>
                <a:gd name="csX5" fmla="*/ 0 w 27708"/>
                <a:gd name="csY5" fmla="*/ 9555 h 31052"/>
                <a:gd name="csX6" fmla="*/ 2389 w 27708"/>
                <a:gd name="csY6" fmla="*/ 9077 h 31052"/>
                <a:gd name="csX7" fmla="*/ 4777 w 27708"/>
                <a:gd name="csY7" fmla="*/ 7644 h 31052"/>
                <a:gd name="csX8" fmla="*/ 5733 w 27708"/>
                <a:gd name="csY8" fmla="*/ 5733 h 31052"/>
                <a:gd name="csX9" fmla="*/ 8121 w 27708"/>
                <a:gd name="csY9" fmla="*/ 3344 h 31052"/>
                <a:gd name="csX10" fmla="*/ 13854 w 27708"/>
                <a:gd name="csY10" fmla="*/ 0 h 31052"/>
                <a:gd name="csX11" fmla="*/ 14332 w 27708"/>
                <a:gd name="csY11" fmla="*/ 1433 h 31052"/>
                <a:gd name="csX12" fmla="*/ 14332 w 27708"/>
                <a:gd name="csY12" fmla="*/ 3822 h 31052"/>
                <a:gd name="csX13" fmla="*/ 14810 w 27708"/>
                <a:gd name="csY13" fmla="*/ 6688 h 31052"/>
                <a:gd name="csX14" fmla="*/ 16721 w 27708"/>
                <a:gd name="csY14" fmla="*/ 7166 h 31052"/>
                <a:gd name="csX15" fmla="*/ 18631 w 27708"/>
                <a:gd name="csY15" fmla="*/ 8599 h 31052"/>
                <a:gd name="csX16" fmla="*/ 22453 w 27708"/>
                <a:gd name="csY16" fmla="*/ 14332 h 31052"/>
                <a:gd name="csX17" fmla="*/ 24842 w 27708"/>
                <a:gd name="csY17" fmla="*/ 15287 h 31052"/>
                <a:gd name="csX18" fmla="*/ 25797 w 27708"/>
                <a:gd name="csY18" fmla="*/ 16243 h 31052"/>
                <a:gd name="csX19" fmla="*/ 26275 w 27708"/>
                <a:gd name="csY19" fmla="*/ 18154 h 31052"/>
                <a:gd name="csX20" fmla="*/ 27708 w 27708"/>
                <a:gd name="csY20" fmla="*/ 21498 h 31052"/>
                <a:gd name="csX21" fmla="*/ 27708 w 27708"/>
                <a:gd name="csY21" fmla="*/ 22931 h 31052"/>
                <a:gd name="csX22" fmla="*/ 25797 w 27708"/>
                <a:gd name="csY22" fmla="*/ 26275 h 31052"/>
                <a:gd name="csX23" fmla="*/ 23409 w 27708"/>
                <a:gd name="csY23" fmla="*/ 28186 h 310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7708" h="31052">
                  <a:moveTo>
                    <a:pt x="23409" y="28186"/>
                  </a:moveTo>
                  <a:lnTo>
                    <a:pt x="18154" y="31052"/>
                  </a:lnTo>
                  <a:lnTo>
                    <a:pt x="14332" y="31052"/>
                  </a:lnTo>
                  <a:lnTo>
                    <a:pt x="8121" y="26753"/>
                  </a:lnTo>
                  <a:lnTo>
                    <a:pt x="955" y="14332"/>
                  </a:lnTo>
                  <a:lnTo>
                    <a:pt x="0" y="9555"/>
                  </a:lnTo>
                  <a:lnTo>
                    <a:pt x="2389" y="9077"/>
                  </a:lnTo>
                  <a:lnTo>
                    <a:pt x="4777" y="7644"/>
                  </a:lnTo>
                  <a:lnTo>
                    <a:pt x="5733" y="5733"/>
                  </a:lnTo>
                  <a:lnTo>
                    <a:pt x="8121" y="3344"/>
                  </a:lnTo>
                  <a:lnTo>
                    <a:pt x="13854" y="0"/>
                  </a:lnTo>
                  <a:lnTo>
                    <a:pt x="14332" y="1433"/>
                  </a:lnTo>
                  <a:lnTo>
                    <a:pt x="14332" y="3822"/>
                  </a:lnTo>
                  <a:lnTo>
                    <a:pt x="14810" y="6688"/>
                  </a:lnTo>
                  <a:lnTo>
                    <a:pt x="16721" y="7166"/>
                  </a:lnTo>
                  <a:lnTo>
                    <a:pt x="18631" y="8599"/>
                  </a:lnTo>
                  <a:lnTo>
                    <a:pt x="22453" y="14332"/>
                  </a:lnTo>
                  <a:lnTo>
                    <a:pt x="24842" y="15287"/>
                  </a:lnTo>
                  <a:lnTo>
                    <a:pt x="25797" y="16243"/>
                  </a:lnTo>
                  <a:lnTo>
                    <a:pt x="26275" y="18154"/>
                  </a:lnTo>
                  <a:lnTo>
                    <a:pt x="27708" y="21498"/>
                  </a:lnTo>
                  <a:lnTo>
                    <a:pt x="27708" y="22931"/>
                  </a:lnTo>
                  <a:lnTo>
                    <a:pt x="25797" y="26275"/>
                  </a:lnTo>
                  <a:lnTo>
                    <a:pt x="23409" y="2818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0" name="Freeform 3599">
              <a:extLst>
                <a:ext uri="{FF2B5EF4-FFF2-40B4-BE49-F238E27FC236}">
                  <a16:creationId xmlns:a16="http://schemas.microsoft.com/office/drawing/2014/main" id="{0A691B03-DD05-E6F1-B07E-D16D62E7976B}"/>
                </a:ext>
              </a:extLst>
            </p:cNvPr>
            <p:cNvSpPr/>
            <p:nvPr/>
          </p:nvSpPr>
          <p:spPr>
            <a:xfrm>
              <a:off x="3851626" y="2402143"/>
              <a:ext cx="29141" cy="18153"/>
            </a:xfrm>
            <a:custGeom>
              <a:avLst/>
              <a:gdLst>
                <a:gd name="csX0" fmla="*/ 15287 w 29141"/>
                <a:gd name="csY0" fmla="*/ 17198 h 18153"/>
                <a:gd name="csX1" fmla="*/ 12899 w 29141"/>
                <a:gd name="csY1" fmla="*/ 18154 h 18153"/>
                <a:gd name="csX2" fmla="*/ 7644 w 29141"/>
                <a:gd name="csY2" fmla="*/ 17676 h 18153"/>
                <a:gd name="csX3" fmla="*/ 1911 w 29141"/>
                <a:gd name="csY3" fmla="*/ 14810 h 18153"/>
                <a:gd name="csX4" fmla="*/ 0 w 29141"/>
                <a:gd name="csY4" fmla="*/ 10988 h 18153"/>
                <a:gd name="csX5" fmla="*/ 0 w 29141"/>
                <a:gd name="csY5" fmla="*/ 5255 h 18153"/>
                <a:gd name="csX6" fmla="*/ 0 w 29141"/>
                <a:gd name="csY6" fmla="*/ 1911 h 18153"/>
                <a:gd name="csX7" fmla="*/ 478 w 29141"/>
                <a:gd name="csY7" fmla="*/ 1433 h 18153"/>
                <a:gd name="csX8" fmla="*/ 4300 w 29141"/>
                <a:gd name="csY8" fmla="*/ 955 h 18153"/>
                <a:gd name="csX9" fmla="*/ 10988 w 29141"/>
                <a:gd name="csY9" fmla="*/ 0 h 18153"/>
                <a:gd name="csX10" fmla="*/ 16721 w 29141"/>
                <a:gd name="csY10" fmla="*/ 478 h 18153"/>
                <a:gd name="csX11" fmla="*/ 22931 w 29141"/>
                <a:gd name="csY11" fmla="*/ 3822 h 18153"/>
                <a:gd name="csX12" fmla="*/ 25320 w 29141"/>
                <a:gd name="csY12" fmla="*/ 5733 h 18153"/>
                <a:gd name="csX13" fmla="*/ 26753 w 29141"/>
                <a:gd name="csY13" fmla="*/ 7166 h 18153"/>
                <a:gd name="csX14" fmla="*/ 28186 w 29141"/>
                <a:gd name="csY14" fmla="*/ 10510 h 18153"/>
                <a:gd name="csX15" fmla="*/ 28664 w 29141"/>
                <a:gd name="csY15" fmla="*/ 11943 h 18153"/>
                <a:gd name="csX16" fmla="*/ 29141 w 29141"/>
                <a:gd name="csY16" fmla="*/ 13854 h 18153"/>
                <a:gd name="csX17" fmla="*/ 21498 w 29141"/>
                <a:gd name="csY17" fmla="*/ 14810 h 18153"/>
                <a:gd name="csX18" fmla="*/ 17676 w 29141"/>
                <a:gd name="csY18" fmla="*/ 15287 h 18153"/>
                <a:gd name="csX19" fmla="*/ 15287 w 29141"/>
                <a:gd name="csY19" fmla="*/ 17198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9141" h="18153">
                  <a:moveTo>
                    <a:pt x="15287" y="17198"/>
                  </a:moveTo>
                  <a:lnTo>
                    <a:pt x="12899" y="18154"/>
                  </a:lnTo>
                  <a:lnTo>
                    <a:pt x="7644" y="17676"/>
                  </a:lnTo>
                  <a:lnTo>
                    <a:pt x="1911" y="14810"/>
                  </a:lnTo>
                  <a:lnTo>
                    <a:pt x="0" y="10988"/>
                  </a:lnTo>
                  <a:lnTo>
                    <a:pt x="0" y="5255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4300" y="955"/>
                  </a:lnTo>
                  <a:lnTo>
                    <a:pt x="10988" y="0"/>
                  </a:lnTo>
                  <a:lnTo>
                    <a:pt x="16721" y="478"/>
                  </a:lnTo>
                  <a:lnTo>
                    <a:pt x="22931" y="3822"/>
                  </a:lnTo>
                  <a:lnTo>
                    <a:pt x="25320" y="5733"/>
                  </a:lnTo>
                  <a:lnTo>
                    <a:pt x="26753" y="7166"/>
                  </a:lnTo>
                  <a:lnTo>
                    <a:pt x="28186" y="10510"/>
                  </a:lnTo>
                  <a:lnTo>
                    <a:pt x="28664" y="11943"/>
                  </a:lnTo>
                  <a:lnTo>
                    <a:pt x="29141" y="13854"/>
                  </a:lnTo>
                  <a:lnTo>
                    <a:pt x="21498" y="14810"/>
                  </a:lnTo>
                  <a:lnTo>
                    <a:pt x="17676" y="15287"/>
                  </a:lnTo>
                  <a:lnTo>
                    <a:pt x="15287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1" name="Freeform 3600">
              <a:extLst>
                <a:ext uri="{FF2B5EF4-FFF2-40B4-BE49-F238E27FC236}">
                  <a16:creationId xmlns:a16="http://schemas.microsoft.com/office/drawing/2014/main" id="{997F474A-F4A9-7B05-C48E-3714E9DF97C5}"/>
                </a:ext>
              </a:extLst>
            </p:cNvPr>
            <p:cNvSpPr/>
            <p:nvPr/>
          </p:nvSpPr>
          <p:spPr>
            <a:xfrm>
              <a:off x="3974403" y="2411220"/>
              <a:ext cx="62582" cy="28663"/>
            </a:xfrm>
            <a:custGeom>
              <a:avLst/>
              <a:gdLst>
                <a:gd name="csX0" fmla="*/ 15765 w 62582"/>
                <a:gd name="csY0" fmla="*/ 0 h 28663"/>
                <a:gd name="csX1" fmla="*/ 20542 w 62582"/>
                <a:gd name="csY1" fmla="*/ 3344 h 28663"/>
                <a:gd name="csX2" fmla="*/ 26275 w 62582"/>
                <a:gd name="csY2" fmla="*/ 1433 h 28663"/>
                <a:gd name="csX3" fmla="*/ 32008 w 62582"/>
                <a:gd name="csY3" fmla="*/ 1433 h 28663"/>
                <a:gd name="csX4" fmla="*/ 44906 w 62582"/>
                <a:gd name="csY4" fmla="*/ 2866 h 28663"/>
                <a:gd name="csX5" fmla="*/ 53505 w 62582"/>
                <a:gd name="csY5" fmla="*/ 1911 h 28663"/>
                <a:gd name="csX6" fmla="*/ 55894 w 62582"/>
                <a:gd name="csY6" fmla="*/ 2389 h 28663"/>
                <a:gd name="csX7" fmla="*/ 59238 w 62582"/>
                <a:gd name="csY7" fmla="*/ 4777 h 28663"/>
                <a:gd name="csX8" fmla="*/ 60671 w 62582"/>
                <a:gd name="csY8" fmla="*/ 7166 h 28663"/>
                <a:gd name="csX9" fmla="*/ 62582 w 62582"/>
                <a:gd name="csY9" fmla="*/ 11465 h 28663"/>
                <a:gd name="csX10" fmla="*/ 58283 w 62582"/>
                <a:gd name="csY10" fmla="*/ 13854 h 28663"/>
                <a:gd name="csX11" fmla="*/ 54939 w 62582"/>
                <a:gd name="csY11" fmla="*/ 27231 h 28663"/>
                <a:gd name="csX12" fmla="*/ 54461 w 62582"/>
                <a:gd name="csY12" fmla="*/ 27708 h 28663"/>
                <a:gd name="csX13" fmla="*/ 50162 w 62582"/>
                <a:gd name="csY13" fmla="*/ 27708 h 28663"/>
                <a:gd name="csX14" fmla="*/ 48251 w 62582"/>
                <a:gd name="csY14" fmla="*/ 28664 h 28663"/>
                <a:gd name="csX15" fmla="*/ 37263 w 62582"/>
                <a:gd name="csY15" fmla="*/ 27231 h 28663"/>
                <a:gd name="csX16" fmla="*/ 5733 w 62582"/>
                <a:gd name="csY16" fmla="*/ 26275 h 28663"/>
                <a:gd name="csX17" fmla="*/ 4299 w 62582"/>
                <a:gd name="csY17" fmla="*/ 24842 h 28663"/>
                <a:gd name="csX18" fmla="*/ 478 w 62582"/>
                <a:gd name="csY18" fmla="*/ 16721 h 28663"/>
                <a:gd name="csX19" fmla="*/ 0 w 62582"/>
                <a:gd name="csY19" fmla="*/ 13854 h 28663"/>
                <a:gd name="csX20" fmla="*/ 955 w 62582"/>
                <a:gd name="csY20" fmla="*/ 10510 h 28663"/>
                <a:gd name="csX21" fmla="*/ 1911 w 62582"/>
                <a:gd name="csY21" fmla="*/ 8121 h 28663"/>
                <a:gd name="csX22" fmla="*/ 2866 w 62582"/>
                <a:gd name="csY22" fmla="*/ 6688 h 28663"/>
                <a:gd name="csX23" fmla="*/ 11943 w 62582"/>
                <a:gd name="csY23" fmla="*/ 955 h 28663"/>
                <a:gd name="csX24" fmla="*/ 15765 w 62582"/>
                <a:gd name="csY24" fmla="*/ 0 h 2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62582" h="28663">
                  <a:moveTo>
                    <a:pt x="15765" y="0"/>
                  </a:moveTo>
                  <a:lnTo>
                    <a:pt x="20542" y="3344"/>
                  </a:lnTo>
                  <a:lnTo>
                    <a:pt x="26275" y="1433"/>
                  </a:lnTo>
                  <a:lnTo>
                    <a:pt x="32008" y="1433"/>
                  </a:lnTo>
                  <a:lnTo>
                    <a:pt x="44906" y="2866"/>
                  </a:lnTo>
                  <a:lnTo>
                    <a:pt x="53505" y="1911"/>
                  </a:lnTo>
                  <a:lnTo>
                    <a:pt x="55894" y="2389"/>
                  </a:lnTo>
                  <a:lnTo>
                    <a:pt x="59238" y="4777"/>
                  </a:lnTo>
                  <a:lnTo>
                    <a:pt x="60671" y="7166"/>
                  </a:lnTo>
                  <a:lnTo>
                    <a:pt x="62582" y="11465"/>
                  </a:lnTo>
                  <a:lnTo>
                    <a:pt x="58283" y="13854"/>
                  </a:lnTo>
                  <a:lnTo>
                    <a:pt x="54939" y="27231"/>
                  </a:lnTo>
                  <a:lnTo>
                    <a:pt x="54461" y="27708"/>
                  </a:lnTo>
                  <a:lnTo>
                    <a:pt x="50162" y="27708"/>
                  </a:lnTo>
                  <a:lnTo>
                    <a:pt x="48251" y="28664"/>
                  </a:lnTo>
                  <a:lnTo>
                    <a:pt x="37263" y="27231"/>
                  </a:lnTo>
                  <a:lnTo>
                    <a:pt x="5733" y="26275"/>
                  </a:lnTo>
                  <a:lnTo>
                    <a:pt x="4299" y="24842"/>
                  </a:lnTo>
                  <a:lnTo>
                    <a:pt x="478" y="16721"/>
                  </a:lnTo>
                  <a:lnTo>
                    <a:pt x="0" y="13854"/>
                  </a:lnTo>
                  <a:lnTo>
                    <a:pt x="955" y="10510"/>
                  </a:lnTo>
                  <a:lnTo>
                    <a:pt x="1911" y="8121"/>
                  </a:lnTo>
                  <a:lnTo>
                    <a:pt x="2866" y="6688"/>
                  </a:lnTo>
                  <a:lnTo>
                    <a:pt x="11943" y="955"/>
                  </a:lnTo>
                  <a:lnTo>
                    <a:pt x="1576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2" name="Freeform 3601">
              <a:extLst>
                <a:ext uri="{FF2B5EF4-FFF2-40B4-BE49-F238E27FC236}">
                  <a16:creationId xmlns:a16="http://schemas.microsoft.com/office/drawing/2014/main" id="{CCA6EFCE-4427-EE86-969F-B15B677151DF}"/>
                </a:ext>
              </a:extLst>
            </p:cNvPr>
            <p:cNvSpPr/>
            <p:nvPr/>
          </p:nvSpPr>
          <p:spPr>
            <a:xfrm>
              <a:off x="3780444" y="2414564"/>
              <a:ext cx="32007" cy="52550"/>
            </a:xfrm>
            <a:custGeom>
              <a:avLst/>
              <a:gdLst>
                <a:gd name="csX0" fmla="*/ 29619 w 32007"/>
                <a:gd name="csY0" fmla="*/ 51117 h 52550"/>
                <a:gd name="csX1" fmla="*/ 26753 w 32007"/>
                <a:gd name="csY1" fmla="*/ 52550 h 52550"/>
                <a:gd name="csX2" fmla="*/ 20542 w 32007"/>
                <a:gd name="csY2" fmla="*/ 49206 h 52550"/>
                <a:gd name="csX3" fmla="*/ 16721 w 32007"/>
                <a:gd name="csY3" fmla="*/ 47773 h 52550"/>
                <a:gd name="csX4" fmla="*/ 13377 w 32007"/>
                <a:gd name="csY4" fmla="*/ 42040 h 52550"/>
                <a:gd name="csX5" fmla="*/ 10032 w 32007"/>
                <a:gd name="csY5" fmla="*/ 33919 h 52550"/>
                <a:gd name="csX6" fmla="*/ 7166 w 32007"/>
                <a:gd name="csY6" fmla="*/ 24842 h 52550"/>
                <a:gd name="csX7" fmla="*/ 6211 w 32007"/>
                <a:gd name="csY7" fmla="*/ 19587 h 52550"/>
                <a:gd name="csX8" fmla="*/ 4300 w 32007"/>
                <a:gd name="csY8" fmla="*/ 16243 h 52550"/>
                <a:gd name="csX9" fmla="*/ 3344 w 32007"/>
                <a:gd name="csY9" fmla="*/ 10988 h 52550"/>
                <a:gd name="csX10" fmla="*/ 0 w 32007"/>
                <a:gd name="csY10" fmla="*/ 2389 h 52550"/>
                <a:gd name="csX11" fmla="*/ 478 w 32007"/>
                <a:gd name="csY11" fmla="*/ 1433 h 52550"/>
                <a:gd name="csX12" fmla="*/ 3822 w 32007"/>
                <a:gd name="csY12" fmla="*/ 0 h 52550"/>
                <a:gd name="csX13" fmla="*/ 9555 w 32007"/>
                <a:gd name="csY13" fmla="*/ 1433 h 52550"/>
                <a:gd name="csX14" fmla="*/ 11943 w 32007"/>
                <a:gd name="csY14" fmla="*/ 4300 h 52550"/>
                <a:gd name="csX15" fmla="*/ 15287 w 32007"/>
                <a:gd name="csY15" fmla="*/ 9555 h 52550"/>
                <a:gd name="csX16" fmla="*/ 19587 w 32007"/>
                <a:gd name="csY16" fmla="*/ 17676 h 52550"/>
                <a:gd name="csX17" fmla="*/ 21020 w 32007"/>
                <a:gd name="csY17" fmla="*/ 21020 h 52550"/>
                <a:gd name="csX18" fmla="*/ 21020 w 32007"/>
                <a:gd name="csY18" fmla="*/ 25797 h 52550"/>
                <a:gd name="csX19" fmla="*/ 21976 w 32007"/>
                <a:gd name="csY19" fmla="*/ 28186 h 52550"/>
                <a:gd name="csX20" fmla="*/ 25798 w 32007"/>
                <a:gd name="csY20" fmla="*/ 28664 h 52550"/>
                <a:gd name="csX21" fmla="*/ 30097 w 32007"/>
                <a:gd name="csY21" fmla="*/ 34874 h 52550"/>
                <a:gd name="csX22" fmla="*/ 31052 w 32007"/>
                <a:gd name="csY22" fmla="*/ 37741 h 52550"/>
                <a:gd name="csX23" fmla="*/ 32008 w 32007"/>
                <a:gd name="csY23" fmla="*/ 42518 h 52550"/>
                <a:gd name="csX24" fmla="*/ 31530 w 32007"/>
                <a:gd name="csY24" fmla="*/ 44907 h 52550"/>
                <a:gd name="csX25" fmla="*/ 31052 w 32007"/>
                <a:gd name="csY25" fmla="*/ 49684 h 52550"/>
                <a:gd name="csX26" fmla="*/ 29619 w 32007"/>
                <a:gd name="csY26" fmla="*/ 51117 h 52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2007" h="52550">
                  <a:moveTo>
                    <a:pt x="29619" y="51117"/>
                  </a:moveTo>
                  <a:lnTo>
                    <a:pt x="26753" y="52550"/>
                  </a:lnTo>
                  <a:lnTo>
                    <a:pt x="20542" y="49206"/>
                  </a:lnTo>
                  <a:lnTo>
                    <a:pt x="16721" y="47773"/>
                  </a:lnTo>
                  <a:lnTo>
                    <a:pt x="13377" y="42040"/>
                  </a:lnTo>
                  <a:lnTo>
                    <a:pt x="10032" y="33919"/>
                  </a:lnTo>
                  <a:lnTo>
                    <a:pt x="7166" y="24842"/>
                  </a:lnTo>
                  <a:lnTo>
                    <a:pt x="6211" y="19587"/>
                  </a:lnTo>
                  <a:lnTo>
                    <a:pt x="4300" y="16243"/>
                  </a:lnTo>
                  <a:lnTo>
                    <a:pt x="3344" y="10988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3822" y="0"/>
                  </a:lnTo>
                  <a:lnTo>
                    <a:pt x="9555" y="1433"/>
                  </a:lnTo>
                  <a:lnTo>
                    <a:pt x="11943" y="4300"/>
                  </a:lnTo>
                  <a:lnTo>
                    <a:pt x="15287" y="9555"/>
                  </a:lnTo>
                  <a:lnTo>
                    <a:pt x="19587" y="17676"/>
                  </a:lnTo>
                  <a:lnTo>
                    <a:pt x="21020" y="21020"/>
                  </a:lnTo>
                  <a:lnTo>
                    <a:pt x="21020" y="25797"/>
                  </a:lnTo>
                  <a:lnTo>
                    <a:pt x="21976" y="28186"/>
                  </a:lnTo>
                  <a:lnTo>
                    <a:pt x="25798" y="28664"/>
                  </a:lnTo>
                  <a:lnTo>
                    <a:pt x="30097" y="34874"/>
                  </a:lnTo>
                  <a:lnTo>
                    <a:pt x="31052" y="37741"/>
                  </a:lnTo>
                  <a:lnTo>
                    <a:pt x="32008" y="42518"/>
                  </a:lnTo>
                  <a:lnTo>
                    <a:pt x="31530" y="44907"/>
                  </a:lnTo>
                  <a:lnTo>
                    <a:pt x="31052" y="49684"/>
                  </a:lnTo>
                  <a:lnTo>
                    <a:pt x="29619" y="5111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3" name="Freeform 3602">
              <a:extLst>
                <a:ext uri="{FF2B5EF4-FFF2-40B4-BE49-F238E27FC236}">
                  <a16:creationId xmlns:a16="http://schemas.microsoft.com/office/drawing/2014/main" id="{77134997-E3CF-90C2-5075-B7119135639A}"/>
                </a:ext>
              </a:extLst>
            </p:cNvPr>
            <p:cNvSpPr/>
            <p:nvPr/>
          </p:nvSpPr>
          <p:spPr>
            <a:xfrm>
              <a:off x="4075204" y="2423163"/>
              <a:ext cx="29619" cy="37262"/>
            </a:xfrm>
            <a:custGeom>
              <a:avLst/>
              <a:gdLst>
                <a:gd name="csX0" fmla="*/ 27231 w 29619"/>
                <a:gd name="csY0" fmla="*/ 32486 h 37262"/>
                <a:gd name="csX1" fmla="*/ 21975 w 29619"/>
                <a:gd name="csY1" fmla="*/ 37263 h 37262"/>
                <a:gd name="csX2" fmla="*/ 19109 w 29619"/>
                <a:gd name="csY2" fmla="*/ 36785 h 37262"/>
                <a:gd name="csX3" fmla="*/ 3822 w 29619"/>
                <a:gd name="csY3" fmla="*/ 27231 h 37262"/>
                <a:gd name="csX4" fmla="*/ 956 w 29619"/>
                <a:gd name="csY4" fmla="*/ 22453 h 37262"/>
                <a:gd name="csX5" fmla="*/ 478 w 29619"/>
                <a:gd name="csY5" fmla="*/ 19109 h 37262"/>
                <a:gd name="csX6" fmla="*/ 0 w 29619"/>
                <a:gd name="csY6" fmla="*/ 14332 h 37262"/>
                <a:gd name="csX7" fmla="*/ 478 w 29619"/>
                <a:gd name="csY7" fmla="*/ 8121 h 37262"/>
                <a:gd name="csX8" fmla="*/ 956 w 29619"/>
                <a:gd name="csY8" fmla="*/ 3822 h 37262"/>
                <a:gd name="csX9" fmla="*/ 1911 w 29619"/>
                <a:gd name="csY9" fmla="*/ 2389 h 37262"/>
                <a:gd name="csX10" fmla="*/ 3344 w 29619"/>
                <a:gd name="csY10" fmla="*/ 955 h 37262"/>
                <a:gd name="csX11" fmla="*/ 7166 w 29619"/>
                <a:gd name="csY11" fmla="*/ 0 h 37262"/>
                <a:gd name="csX12" fmla="*/ 10510 w 29619"/>
                <a:gd name="csY12" fmla="*/ 478 h 37262"/>
                <a:gd name="csX13" fmla="*/ 15287 w 29619"/>
                <a:gd name="csY13" fmla="*/ 2389 h 37262"/>
                <a:gd name="csX14" fmla="*/ 20542 w 29619"/>
                <a:gd name="csY14" fmla="*/ 4777 h 37262"/>
                <a:gd name="csX15" fmla="*/ 26753 w 29619"/>
                <a:gd name="csY15" fmla="*/ 13854 h 37262"/>
                <a:gd name="csX16" fmla="*/ 29141 w 29619"/>
                <a:gd name="csY16" fmla="*/ 17676 h 37262"/>
                <a:gd name="csX17" fmla="*/ 29619 w 29619"/>
                <a:gd name="csY17" fmla="*/ 23409 h 37262"/>
                <a:gd name="csX18" fmla="*/ 29619 w 29619"/>
                <a:gd name="csY18" fmla="*/ 26275 h 37262"/>
                <a:gd name="csX19" fmla="*/ 29619 w 29619"/>
                <a:gd name="csY19" fmla="*/ 28664 h 37262"/>
                <a:gd name="csX20" fmla="*/ 28664 w 29619"/>
                <a:gd name="csY20" fmla="*/ 30097 h 37262"/>
                <a:gd name="csX21" fmla="*/ 27231 w 29619"/>
                <a:gd name="csY21" fmla="*/ 32486 h 37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9619" h="37262">
                  <a:moveTo>
                    <a:pt x="27231" y="32486"/>
                  </a:moveTo>
                  <a:lnTo>
                    <a:pt x="21975" y="37263"/>
                  </a:lnTo>
                  <a:lnTo>
                    <a:pt x="19109" y="36785"/>
                  </a:lnTo>
                  <a:lnTo>
                    <a:pt x="3822" y="27231"/>
                  </a:lnTo>
                  <a:lnTo>
                    <a:pt x="956" y="22453"/>
                  </a:lnTo>
                  <a:lnTo>
                    <a:pt x="478" y="19109"/>
                  </a:lnTo>
                  <a:lnTo>
                    <a:pt x="0" y="14332"/>
                  </a:lnTo>
                  <a:lnTo>
                    <a:pt x="478" y="8121"/>
                  </a:lnTo>
                  <a:lnTo>
                    <a:pt x="956" y="3822"/>
                  </a:lnTo>
                  <a:lnTo>
                    <a:pt x="1911" y="2389"/>
                  </a:lnTo>
                  <a:lnTo>
                    <a:pt x="3344" y="955"/>
                  </a:lnTo>
                  <a:lnTo>
                    <a:pt x="7166" y="0"/>
                  </a:lnTo>
                  <a:lnTo>
                    <a:pt x="10510" y="478"/>
                  </a:lnTo>
                  <a:lnTo>
                    <a:pt x="15287" y="2389"/>
                  </a:lnTo>
                  <a:lnTo>
                    <a:pt x="20542" y="4777"/>
                  </a:lnTo>
                  <a:lnTo>
                    <a:pt x="26753" y="13854"/>
                  </a:lnTo>
                  <a:lnTo>
                    <a:pt x="29141" y="17676"/>
                  </a:lnTo>
                  <a:lnTo>
                    <a:pt x="29619" y="23409"/>
                  </a:lnTo>
                  <a:lnTo>
                    <a:pt x="29619" y="26275"/>
                  </a:lnTo>
                  <a:lnTo>
                    <a:pt x="29619" y="28664"/>
                  </a:lnTo>
                  <a:lnTo>
                    <a:pt x="28664" y="30097"/>
                  </a:lnTo>
                  <a:lnTo>
                    <a:pt x="27231" y="3248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4" name="Freeform 3603">
              <a:extLst>
                <a:ext uri="{FF2B5EF4-FFF2-40B4-BE49-F238E27FC236}">
                  <a16:creationId xmlns:a16="http://schemas.microsoft.com/office/drawing/2014/main" id="{DABF3091-6A68-8BF7-96B1-F3CD44973625}"/>
                </a:ext>
              </a:extLst>
            </p:cNvPr>
            <p:cNvSpPr/>
            <p:nvPr/>
          </p:nvSpPr>
          <p:spPr>
            <a:xfrm>
              <a:off x="3446512" y="2432240"/>
              <a:ext cx="147140" cy="136152"/>
            </a:xfrm>
            <a:custGeom>
              <a:avLst/>
              <a:gdLst>
                <a:gd name="csX0" fmla="*/ 145707 w 147140"/>
                <a:gd name="csY0" fmla="*/ 15287 h 136152"/>
                <a:gd name="csX1" fmla="*/ 147141 w 147140"/>
                <a:gd name="csY1" fmla="*/ 18631 h 136152"/>
                <a:gd name="csX2" fmla="*/ 147141 w 147140"/>
                <a:gd name="csY2" fmla="*/ 20065 h 136152"/>
                <a:gd name="csX3" fmla="*/ 146663 w 147140"/>
                <a:gd name="csY3" fmla="*/ 21020 h 136152"/>
                <a:gd name="csX4" fmla="*/ 144274 w 147140"/>
                <a:gd name="csY4" fmla="*/ 23409 h 136152"/>
                <a:gd name="csX5" fmla="*/ 132809 w 147140"/>
                <a:gd name="csY5" fmla="*/ 30575 h 136152"/>
                <a:gd name="csX6" fmla="*/ 130420 w 147140"/>
                <a:gd name="csY6" fmla="*/ 33919 h 136152"/>
                <a:gd name="csX7" fmla="*/ 130898 w 147140"/>
                <a:gd name="csY7" fmla="*/ 36785 h 136152"/>
                <a:gd name="csX8" fmla="*/ 135198 w 147140"/>
                <a:gd name="csY8" fmla="*/ 42518 h 136152"/>
                <a:gd name="csX9" fmla="*/ 139497 w 147140"/>
                <a:gd name="csY9" fmla="*/ 47773 h 136152"/>
                <a:gd name="csX10" fmla="*/ 140452 w 147140"/>
                <a:gd name="csY10" fmla="*/ 50162 h 136152"/>
                <a:gd name="csX11" fmla="*/ 138542 w 147140"/>
                <a:gd name="csY11" fmla="*/ 52550 h 136152"/>
                <a:gd name="csX12" fmla="*/ 134720 w 147140"/>
                <a:gd name="csY12" fmla="*/ 51595 h 136152"/>
                <a:gd name="csX13" fmla="*/ 133286 w 147140"/>
                <a:gd name="csY13" fmla="*/ 52072 h 136152"/>
                <a:gd name="csX14" fmla="*/ 131853 w 147140"/>
                <a:gd name="csY14" fmla="*/ 53028 h 136152"/>
                <a:gd name="csX15" fmla="*/ 132331 w 147140"/>
                <a:gd name="csY15" fmla="*/ 54939 h 136152"/>
                <a:gd name="csX16" fmla="*/ 136631 w 147140"/>
                <a:gd name="csY16" fmla="*/ 62583 h 136152"/>
                <a:gd name="csX17" fmla="*/ 138064 w 147140"/>
                <a:gd name="csY17" fmla="*/ 66404 h 136152"/>
                <a:gd name="csX18" fmla="*/ 138064 w 147140"/>
                <a:gd name="csY18" fmla="*/ 68315 h 136152"/>
                <a:gd name="csX19" fmla="*/ 137108 w 147140"/>
                <a:gd name="csY19" fmla="*/ 70226 h 136152"/>
                <a:gd name="csX20" fmla="*/ 135198 w 147140"/>
                <a:gd name="csY20" fmla="*/ 72615 h 136152"/>
                <a:gd name="csX21" fmla="*/ 132331 w 147140"/>
                <a:gd name="csY21" fmla="*/ 75959 h 136152"/>
                <a:gd name="csX22" fmla="*/ 127554 w 147140"/>
                <a:gd name="csY22" fmla="*/ 78825 h 136152"/>
                <a:gd name="csX23" fmla="*/ 117044 w 147140"/>
                <a:gd name="csY23" fmla="*/ 82169 h 136152"/>
                <a:gd name="csX24" fmla="*/ 116566 w 147140"/>
                <a:gd name="csY24" fmla="*/ 85036 h 136152"/>
                <a:gd name="csX25" fmla="*/ 116566 w 147140"/>
                <a:gd name="csY25" fmla="*/ 86947 h 136152"/>
                <a:gd name="csX26" fmla="*/ 116566 w 147140"/>
                <a:gd name="csY26" fmla="*/ 92202 h 136152"/>
                <a:gd name="csX27" fmla="*/ 116088 w 147140"/>
                <a:gd name="csY27" fmla="*/ 94590 h 136152"/>
                <a:gd name="csX28" fmla="*/ 114655 w 147140"/>
                <a:gd name="csY28" fmla="*/ 98412 h 136152"/>
                <a:gd name="csX29" fmla="*/ 113700 w 147140"/>
                <a:gd name="csY29" fmla="*/ 100323 h 136152"/>
                <a:gd name="csX30" fmla="*/ 112266 w 147140"/>
                <a:gd name="csY30" fmla="*/ 101756 h 136152"/>
                <a:gd name="csX31" fmla="*/ 109878 w 147140"/>
                <a:gd name="csY31" fmla="*/ 102234 h 136152"/>
                <a:gd name="csX32" fmla="*/ 107011 w 147140"/>
                <a:gd name="csY32" fmla="*/ 102234 h 136152"/>
                <a:gd name="csX33" fmla="*/ 102234 w 147140"/>
                <a:gd name="csY33" fmla="*/ 98890 h 136152"/>
                <a:gd name="csX34" fmla="*/ 100323 w 147140"/>
                <a:gd name="csY34" fmla="*/ 96979 h 136152"/>
                <a:gd name="csX35" fmla="*/ 97457 w 147140"/>
                <a:gd name="csY35" fmla="*/ 92202 h 136152"/>
                <a:gd name="csX36" fmla="*/ 96979 w 147140"/>
                <a:gd name="csY36" fmla="*/ 88858 h 136152"/>
                <a:gd name="csX37" fmla="*/ 96979 w 147140"/>
                <a:gd name="csY37" fmla="*/ 85036 h 136152"/>
                <a:gd name="csX38" fmla="*/ 97935 w 147140"/>
                <a:gd name="csY38" fmla="*/ 78825 h 136152"/>
                <a:gd name="csX39" fmla="*/ 98890 w 147140"/>
                <a:gd name="csY39" fmla="*/ 72615 h 136152"/>
                <a:gd name="csX40" fmla="*/ 100801 w 147140"/>
                <a:gd name="csY40" fmla="*/ 66404 h 136152"/>
                <a:gd name="csX41" fmla="*/ 101756 w 147140"/>
                <a:gd name="csY41" fmla="*/ 62583 h 136152"/>
                <a:gd name="csX42" fmla="*/ 100801 w 147140"/>
                <a:gd name="csY42" fmla="*/ 60672 h 136152"/>
                <a:gd name="csX43" fmla="*/ 99368 w 147140"/>
                <a:gd name="csY43" fmla="*/ 60672 h 136152"/>
                <a:gd name="csX44" fmla="*/ 95546 w 147140"/>
                <a:gd name="csY44" fmla="*/ 63538 h 136152"/>
                <a:gd name="csX45" fmla="*/ 93157 w 147140"/>
                <a:gd name="csY45" fmla="*/ 64493 h 136152"/>
                <a:gd name="csX46" fmla="*/ 91246 w 147140"/>
                <a:gd name="csY46" fmla="*/ 66404 h 136152"/>
                <a:gd name="csX47" fmla="*/ 89813 w 147140"/>
                <a:gd name="csY47" fmla="*/ 68793 h 136152"/>
                <a:gd name="csX48" fmla="*/ 88858 w 147140"/>
                <a:gd name="csY48" fmla="*/ 72137 h 136152"/>
                <a:gd name="csX49" fmla="*/ 88380 w 147140"/>
                <a:gd name="csY49" fmla="*/ 77870 h 136152"/>
                <a:gd name="csX50" fmla="*/ 87902 w 147140"/>
                <a:gd name="csY50" fmla="*/ 81214 h 136152"/>
                <a:gd name="csX51" fmla="*/ 85991 w 147140"/>
                <a:gd name="csY51" fmla="*/ 82647 h 136152"/>
                <a:gd name="csX52" fmla="*/ 82647 w 147140"/>
                <a:gd name="csY52" fmla="*/ 82647 h 136152"/>
                <a:gd name="csX53" fmla="*/ 81692 w 147140"/>
                <a:gd name="csY53" fmla="*/ 83603 h 136152"/>
                <a:gd name="csX54" fmla="*/ 80736 w 147140"/>
                <a:gd name="csY54" fmla="*/ 85991 h 136152"/>
                <a:gd name="csX55" fmla="*/ 81214 w 147140"/>
                <a:gd name="csY55" fmla="*/ 87425 h 136152"/>
                <a:gd name="csX56" fmla="*/ 84558 w 147140"/>
                <a:gd name="csY56" fmla="*/ 91246 h 136152"/>
                <a:gd name="csX57" fmla="*/ 84558 w 147140"/>
                <a:gd name="csY57" fmla="*/ 95068 h 136152"/>
                <a:gd name="csX58" fmla="*/ 84558 w 147140"/>
                <a:gd name="csY58" fmla="*/ 97457 h 136152"/>
                <a:gd name="csX59" fmla="*/ 81214 w 147140"/>
                <a:gd name="csY59" fmla="*/ 102234 h 136152"/>
                <a:gd name="csX60" fmla="*/ 80259 w 147140"/>
                <a:gd name="csY60" fmla="*/ 103667 h 136152"/>
                <a:gd name="csX61" fmla="*/ 78348 w 147140"/>
                <a:gd name="csY61" fmla="*/ 110356 h 136152"/>
                <a:gd name="csX62" fmla="*/ 77392 w 147140"/>
                <a:gd name="csY62" fmla="*/ 112266 h 136152"/>
                <a:gd name="csX63" fmla="*/ 75959 w 147140"/>
                <a:gd name="csY63" fmla="*/ 113700 h 136152"/>
                <a:gd name="csX64" fmla="*/ 74048 w 147140"/>
                <a:gd name="csY64" fmla="*/ 113700 h 136152"/>
                <a:gd name="csX65" fmla="*/ 72615 w 147140"/>
                <a:gd name="csY65" fmla="*/ 110833 h 136152"/>
                <a:gd name="csX66" fmla="*/ 70226 w 147140"/>
                <a:gd name="csY66" fmla="*/ 106056 h 136152"/>
                <a:gd name="csX67" fmla="*/ 68315 w 147140"/>
                <a:gd name="csY67" fmla="*/ 102234 h 136152"/>
                <a:gd name="csX68" fmla="*/ 67838 w 147140"/>
                <a:gd name="csY68" fmla="*/ 98890 h 136152"/>
                <a:gd name="csX69" fmla="*/ 66882 w 147140"/>
                <a:gd name="csY69" fmla="*/ 96979 h 136152"/>
                <a:gd name="csX70" fmla="*/ 65927 w 147140"/>
                <a:gd name="csY70" fmla="*/ 98412 h 136152"/>
                <a:gd name="csX71" fmla="*/ 64493 w 147140"/>
                <a:gd name="csY71" fmla="*/ 101756 h 136152"/>
                <a:gd name="csX72" fmla="*/ 64493 w 147140"/>
                <a:gd name="csY72" fmla="*/ 104623 h 136152"/>
                <a:gd name="csX73" fmla="*/ 64493 w 147140"/>
                <a:gd name="csY73" fmla="*/ 108445 h 136152"/>
                <a:gd name="csX74" fmla="*/ 64493 w 147140"/>
                <a:gd name="csY74" fmla="*/ 111311 h 136152"/>
                <a:gd name="csX75" fmla="*/ 62583 w 147140"/>
                <a:gd name="csY75" fmla="*/ 114177 h 136152"/>
                <a:gd name="csX76" fmla="*/ 63060 w 147140"/>
                <a:gd name="csY76" fmla="*/ 115611 h 136152"/>
                <a:gd name="csX77" fmla="*/ 66404 w 147140"/>
                <a:gd name="csY77" fmla="*/ 118955 h 136152"/>
                <a:gd name="csX78" fmla="*/ 66882 w 147140"/>
                <a:gd name="csY78" fmla="*/ 120865 h 136152"/>
                <a:gd name="csX79" fmla="*/ 66882 w 147140"/>
                <a:gd name="csY79" fmla="*/ 123254 h 136152"/>
                <a:gd name="csX80" fmla="*/ 66882 w 147140"/>
                <a:gd name="csY80" fmla="*/ 124210 h 136152"/>
                <a:gd name="csX81" fmla="*/ 65449 w 147140"/>
                <a:gd name="csY81" fmla="*/ 124210 h 136152"/>
                <a:gd name="csX82" fmla="*/ 64016 w 147140"/>
                <a:gd name="csY82" fmla="*/ 127076 h 136152"/>
                <a:gd name="csX83" fmla="*/ 62583 w 147140"/>
                <a:gd name="csY83" fmla="*/ 129465 h 136152"/>
                <a:gd name="csX84" fmla="*/ 59238 w 147140"/>
                <a:gd name="csY84" fmla="*/ 133764 h 136152"/>
                <a:gd name="csX85" fmla="*/ 54461 w 147140"/>
                <a:gd name="csY85" fmla="*/ 134242 h 136152"/>
                <a:gd name="csX86" fmla="*/ 50162 w 147140"/>
                <a:gd name="csY86" fmla="*/ 136153 h 136152"/>
                <a:gd name="csX87" fmla="*/ 49206 w 147140"/>
                <a:gd name="csY87" fmla="*/ 136153 h 136152"/>
                <a:gd name="csX88" fmla="*/ 48251 w 147140"/>
                <a:gd name="csY88" fmla="*/ 132809 h 136152"/>
                <a:gd name="csX89" fmla="*/ 47295 w 147140"/>
                <a:gd name="csY89" fmla="*/ 126121 h 136152"/>
                <a:gd name="csX90" fmla="*/ 46340 w 147140"/>
                <a:gd name="csY90" fmla="*/ 122299 h 136152"/>
                <a:gd name="csX91" fmla="*/ 44907 w 147140"/>
                <a:gd name="csY91" fmla="*/ 120388 h 136152"/>
                <a:gd name="csX92" fmla="*/ 42996 w 147140"/>
                <a:gd name="csY92" fmla="*/ 112744 h 136152"/>
                <a:gd name="csX93" fmla="*/ 42040 w 147140"/>
                <a:gd name="csY93" fmla="*/ 110356 h 136152"/>
                <a:gd name="csX94" fmla="*/ 41563 w 147140"/>
                <a:gd name="csY94" fmla="*/ 109400 h 136152"/>
                <a:gd name="csX95" fmla="*/ 40607 w 147140"/>
                <a:gd name="csY95" fmla="*/ 109400 h 136152"/>
                <a:gd name="csX96" fmla="*/ 39652 w 147140"/>
                <a:gd name="csY96" fmla="*/ 110833 h 136152"/>
                <a:gd name="csX97" fmla="*/ 37263 w 147140"/>
                <a:gd name="csY97" fmla="*/ 121343 h 136152"/>
                <a:gd name="csX98" fmla="*/ 33441 w 147140"/>
                <a:gd name="csY98" fmla="*/ 124210 h 136152"/>
                <a:gd name="csX99" fmla="*/ 31530 w 147140"/>
                <a:gd name="csY99" fmla="*/ 124687 h 136152"/>
                <a:gd name="csX100" fmla="*/ 29142 w 147140"/>
                <a:gd name="csY100" fmla="*/ 124687 h 136152"/>
                <a:gd name="csX101" fmla="*/ 23886 w 147140"/>
                <a:gd name="csY101" fmla="*/ 121343 h 136152"/>
                <a:gd name="csX102" fmla="*/ 19587 w 147140"/>
                <a:gd name="csY102" fmla="*/ 120388 h 136152"/>
                <a:gd name="csX103" fmla="*/ 16721 w 147140"/>
                <a:gd name="csY103" fmla="*/ 121821 h 136152"/>
                <a:gd name="csX104" fmla="*/ 11943 w 147140"/>
                <a:gd name="csY104" fmla="*/ 126121 h 136152"/>
                <a:gd name="csX105" fmla="*/ 10032 w 147140"/>
                <a:gd name="csY105" fmla="*/ 127076 h 136152"/>
                <a:gd name="csX106" fmla="*/ 7166 w 147140"/>
                <a:gd name="csY106" fmla="*/ 126598 h 136152"/>
                <a:gd name="csX107" fmla="*/ 6211 w 147140"/>
                <a:gd name="csY107" fmla="*/ 125165 h 136152"/>
                <a:gd name="csX108" fmla="*/ 5255 w 147140"/>
                <a:gd name="csY108" fmla="*/ 122299 h 136152"/>
                <a:gd name="csX109" fmla="*/ 5255 w 147140"/>
                <a:gd name="csY109" fmla="*/ 120865 h 136152"/>
                <a:gd name="csX110" fmla="*/ 5733 w 147140"/>
                <a:gd name="csY110" fmla="*/ 119910 h 136152"/>
                <a:gd name="csX111" fmla="*/ 7166 w 147140"/>
                <a:gd name="csY111" fmla="*/ 117044 h 136152"/>
                <a:gd name="csX112" fmla="*/ 7166 w 147140"/>
                <a:gd name="csY112" fmla="*/ 115611 h 136152"/>
                <a:gd name="csX113" fmla="*/ 5733 w 147140"/>
                <a:gd name="csY113" fmla="*/ 113700 h 136152"/>
                <a:gd name="csX114" fmla="*/ 5733 w 147140"/>
                <a:gd name="csY114" fmla="*/ 112266 h 136152"/>
                <a:gd name="csX115" fmla="*/ 6211 w 147140"/>
                <a:gd name="csY115" fmla="*/ 111311 h 136152"/>
                <a:gd name="csX116" fmla="*/ 6211 w 147140"/>
                <a:gd name="csY116" fmla="*/ 110833 h 136152"/>
                <a:gd name="csX117" fmla="*/ 5255 w 147140"/>
                <a:gd name="csY117" fmla="*/ 110356 h 136152"/>
                <a:gd name="csX118" fmla="*/ 4300 w 147140"/>
                <a:gd name="csY118" fmla="*/ 110833 h 136152"/>
                <a:gd name="csX119" fmla="*/ 0 w 147140"/>
                <a:gd name="csY119" fmla="*/ 112744 h 136152"/>
                <a:gd name="csX120" fmla="*/ 478 w 147140"/>
                <a:gd name="csY120" fmla="*/ 110356 h 136152"/>
                <a:gd name="csX121" fmla="*/ 2389 w 147140"/>
                <a:gd name="csY121" fmla="*/ 105578 h 136152"/>
                <a:gd name="csX122" fmla="*/ 7644 w 147140"/>
                <a:gd name="csY122" fmla="*/ 96024 h 136152"/>
                <a:gd name="csX123" fmla="*/ 9555 w 147140"/>
                <a:gd name="csY123" fmla="*/ 93157 h 136152"/>
                <a:gd name="csX124" fmla="*/ 10510 w 147140"/>
                <a:gd name="csY124" fmla="*/ 92679 h 136152"/>
                <a:gd name="csX125" fmla="*/ 25320 w 147140"/>
                <a:gd name="csY125" fmla="*/ 89335 h 136152"/>
                <a:gd name="csX126" fmla="*/ 26753 w 147140"/>
                <a:gd name="csY126" fmla="*/ 88380 h 136152"/>
                <a:gd name="csX127" fmla="*/ 33441 w 147140"/>
                <a:gd name="csY127" fmla="*/ 75481 h 136152"/>
                <a:gd name="csX128" fmla="*/ 35830 w 147140"/>
                <a:gd name="csY128" fmla="*/ 72137 h 136152"/>
                <a:gd name="csX129" fmla="*/ 37741 w 147140"/>
                <a:gd name="csY129" fmla="*/ 69749 h 136152"/>
                <a:gd name="csX130" fmla="*/ 47773 w 147140"/>
                <a:gd name="csY130" fmla="*/ 61627 h 136152"/>
                <a:gd name="csX131" fmla="*/ 48728 w 147140"/>
                <a:gd name="csY131" fmla="*/ 59716 h 136152"/>
                <a:gd name="csX132" fmla="*/ 50639 w 147140"/>
                <a:gd name="csY132" fmla="*/ 53983 h 136152"/>
                <a:gd name="csX133" fmla="*/ 51117 w 147140"/>
                <a:gd name="csY133" fmla="*/ 53028 h 136152"/>
                <a:gd name="csX134" fmla="*/ 53506 w 147140"/>
                <a:gd name="csY134" fmla="*/ 50639 h 136152"/>
                <a:gd name="csX135" fmla="*/ 60672 w 147140"/>
                <a:gd name="csY135" fmla="*/ 39174 h 136152"/>
                <a:gd name="csX136" fmla="*/ 67360 w 147140"/>
                <a:gd name="csY136" fmla="*/ 30575 h 136152"/>
                <a:gd name="csX137" fmla="*/ 70704 w 147140"/>
                <a:gd name="csY137" fmla="*/ 25320 h 136152"/>
                <a:gd name="csX138" fmla="*/ 75481 w 147140"/>
                <a:gd name="csY138" fmla="*/ 20065 h 136152"/>
                <a:gd name="csX139" fmla="*/ 80736 w 147140"/>
                <a:gd name="csY139" fmla="*/ 17676 h 136152"/>
                <a:gd name="csX140" fmla="*/ 96979 w 147140"/>
                <a:gd name="csY140" fmla="*/ 13854 h 136152"/>
                <a:gd name="csX141" fmla="*/ 108922 w 147140"/>
                <a:gd name="csY141" fmla="*/ 19109 h 136152"/>
                <a:gd name="csX142" fmla="*/ 111311 w 147140"/>
                <a:gd name="csY142" fmla="*/ 19587 h 136152"/>
                <a:gd name="csX143" fmla="*/ 112744 w 147140"/>
                <a:gd name="csY143" fmla="*/ 18154 h 136152"/>
                <a:gd name="csX144" fmla="*/ 114177 w 147140"/>
                <a:gd name="csY144" fmla="*/ 15287 h 136152"/>
                <a:gd name="csX145" fmla="*/ 115611 w 147140"/>
                <a:gd name="csY145" fmla="*/ 16721 h 136152"/>
                <a:gd name="csX146" fmla="*/ 119910 w 147140"/>
                <a:gd name="csY146" fmla="*/ 17198 h 136152"/>
                <a:gd name="csX147" fmla="*/ 120866 w 147140"/>
                <a:gd name="csY147" fmla="*/ 16721 h 136152"/>
                <a:gd name="csX148" fmla="*/ 122777 w 147140"/>
                <a:gd name="csY148" fmla="*/ 13854 h 136152"/>
                <a:gd name="csX149" fmla="*/ 121821 w 147140"/>
                <a:gd name="csY149" fmla="*/ 12421 h 136152"/>
                <a:gd name="csX150" fmla="*/ 116566 w 147140"/>
                <a:gd name="csY150" fmla="*/ 9555 h 136152"/>
                <a:gd name="csX151" fmla="*/ 116088 w 147140"/>
                <a:gd name="csY151" fmla="*/ 8121 h 136152"/>
                <a:gd name="csX152" fmla="*/ 116088 w 147140"/>
                <a:gd name="csY152" fmla="*/ 6688 h 136152"/>
                <a:gd name="csX153" fmla="*/ 117999 w 147140"/>
                <a:gd name="csY153" fmla="*/ 3822 h 136152"/>
                <a:gd name="csX154" fmla="*/ 120388 w 147140"/>
                <a:gd name="csY154" fmla="*/ 1433 h 136152"/>
                <a:gd name="csX155" fmla="*/ 126598 w 147140"/>
                <a:gd name="csY155" fmla="*/ 0 h 136152"/>
                <a:gd name="csX156" fmla="*/ 129465 w 147140"/>
                <a:gd name="csY156" fmla="*/ 478 h 136152"/>
                <a:gd name="csX157" fmla="*/ 132809 w 147140"/>
                <a:gd name="csY157" fmla="*/ 2389 h 136152"/>
                <a:gd name="csX158" fmla="*/ 136631 w 147140"/>
                <a:gd name="csY158" fmla="*/ 7166 h 136152"/>
                <a:gd name="csX159" fmla="*/ 145707 w 147140"/>
                <a:gd name="csY159" fmla="*/ 15287 h 13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</a:cxnLst>
              <a:rect l="l" t="t" r="r" b="b"/>
              <a:pathLst>
                <a:path w="147140" h="136152">
                  <a:moveTo>
                    <a:pt x="145707" y="15287"/>
                  </a:moveTo>
                  <a:lnTo>
                    <a:pt x="147141" y="18631"/>
                  </a:lnTo>
                  <a:lnTo>
                    <a:pt x="147141" y="20065"/>
                  </a:lnTo>
                  <a:lnTo>
                    <a:pt x="146663" y="21020"/>
                  </a:lnTo>
                  <a:lnTo>
                    <a:pt x="144274" y="23409"/>
                  </a:lnTo>
                  <a:lnTo>
                    <a:pt x="132809" y="30575"/>
                  </a:lnTo>
                  <a:lnTo>
                    <a:pt x="130420" y="33919"/>
                  </a:lnTo>
                  <a:lnTo>
                    <a:pt x="130898" y="36785"/>
                  </a:lnTo>
                  <a:lnTo>
                    <a:pt x="135198" y="42518"/>
                  </a:lnTo>
                  <a:lnTo>
                    <a:pt x="139497" y="47773"/>
                  </a:lnTo>
                  <a:lnTo>
                    <a:pt x="140452" y="50162"/>
                  </a:lnTo>
                  <a:lnTo>
                    <a:pt x="138542" y="52550"/>
                  </a:lnTo>
                  <a:lnTo>
                    <a:pt x="134720" y="51595"/>
                  </a:lnTo>
                  <a:lnTo>
                    <a:pt x="133286" y="52072"/>
                  </a:lnTo>
                  <a:lnTo>
                    <a:pt x="131853" y="53028"/>
                  </a:lnTo>
                  <a:lnTo>
                    <a:pt x="132331" y="54939"/>
                  </a:lnTo>
                  <a:lnTo>
                    <a:pt x="136631" y="62583"/>
                  </a:lnTo>
                  <a:lnTo>
                    <a:pt x="138064" y="66404"/>
                  </a:lnTo>
                  <a:lnTo>
                    <a:pt x="138064" y="68315"/>
                  </a:lnTo>
                  <a:lnTo>
                    <a:pt x="137108" y="70226"/>
                  </a:lnTo>
                  <a:lnTo>
                    <a:pt x="135198" y="72615"/>
                  </a:lnTo>
                  <a:lnTo>
                    <a:pt x="132331" y="75959"/>
                  </a:lnTo>
                  <a:lnTo>
                    <a:pt x="127554" y="78825"/>
                  </a:lnTo>
                  <a:lnTo>
                    <a:pt x="117044" y="82169"/>
                  </a:lnTo>
                  <a:lnTo>
                    <a:pt x="116566" y="85036"/>
                  </a:lnTo>
                  <a:lnTo>
                    <a:pt x="116566" y="86947"/>
                  </a:lnTo>
                  <a:lnTo>
                    <a:pt x="116566" y="92202"/>
                  </a:lnTo>
                  <a:lnTo>
                    <a:pt x="116088" y="94590"/>
                  </a:lnTo>
                  <a:lnTo>
                    <a:pt x="114655" y="98412"/>
                  </a:lnTo>
                  <a:lnTo>
                    <a:pt x="113700" y="100323"/>
                  </a:lnTo>
                  <a:lnTo>
                    <a:pt x="112266" y="101756"/>
                  </a:lnTo>
                  <a:lnTo>
                    <a:pt x="109878" y="102234"/>
                  </a:lnTo>
                  <a:lnTo>
                    <a:pt x="107011" y="102234"/>
                  </a:lnTo>
                  <a:lnTo>
                    <a:pt x="102234" y="98890"/>
                  </a:lnTo>
                  <a:lnTo>
                    <a:pt x="100323" y="96979"/>
                  </a:lnTo>
                  <a:lnTo>
                    <a:pt x="97457" y="92202"/>
                  </a:lnTo>
                  <a:lnTo>
                    <a:pt x="96979" y="88858"/>
                  </a:lnTo>
                  <a:lnTo>
                    <a:pt x="96979" y="85036"/>
                  </a:lnTo>
                  <a:lnTo>
                    <a:pt x="97935" y="78825"/>
                  </a:lnTo>
                  <a:lnTo>
                    <a:pt x="98890" y="72615"/>
                  </a:lnTo>
                  <a:lnTo>
                    <a:pt x="100801" y="66404"/>
                  </a:lnTo>
                  <a:lnTo>
                    <a:pt x="101756" y="62583"/>
                  </a:lnTo>
                  <a:lnTo>
                    <a:pt x="100801" y="60672"/>
                  </a:lnTo>
                  <a:lnTo>
                    <a:pt x="99368" y="60672"/>
                  </a:lnTo>
                  <a:lnTo>
                    <a:pt x="95546" y="63538"/>
                  </a:lnTo>
                  <a:lnTo>
                    <a:pt x="93157" y="64493"/>
                  </a:lnTo>
                  <a:lnTo>
                    <a:pt x="91246" y="66404"/>
                  </a:lnTo>
                  <a:lnTo>
                    <a:pt x="89813" y="68793"/>
                  </a:lnTo>
                  <a:lnTo>
                    <a:pt x="88858" y="72137"/>
                  </a:lnTo>
                  <a:lnTo>
                    <a:pt x="88380" y="77870"/>
                  </a:lnTo>
                  <a:lnTo>
                    <a:pt x="87902" y="81214"/>
                  </a:lnTo>
                  <a:lnTo>
                    <a:pt x="85991" y="82647"/>
                  </a:lnTo>
                  <a:lnTo>
                    <a:pt x="82647" y="82647"/>
                  </a:lnTo>
                  <a:lnTo>
                    <a:pt x="81692" y="83603"/>
                  </a:lnTo>
                  <a:lnTo>
                    <a:pt x="80736" y="85991"/>
                  </a:lnTo>
                  <a:lnTo>
                    <a:pt x="81214" y="87425"/>
                  </a:lnTo>
                  <a:lnTo>
                    <a:pt x="84558" y="91246"/>
                  </a:lnTo>
                  <a:lnTo>
                    <a:pt x="84558" y="95068"/>
                  </a:lnTo>
                  <a:lnTo>
                    <a:pt x="84558" y="97457"/>
                  </a:lnTo>
                  <a:lnTo>
                    <a:pt x="81214" y="102234"/>
                  </a:lnTo>
                  <a:lnTo>
                    <a:pt x="80259" y="103667"/>
                  </a:lnTo>
                  <a:lnTo>
                    <a:pt x="78348" y="110356"/>
                  </a:lnTo>
                  <a:lnTo>
                    <a:pt x="77392" y="112266"/>
                  </a:lnTo>
                  <a:lnTo>
                    <a:pt x="75959" y="113700"/>
                  </a:lnTo>
                  <a:lnTo>
                    <a:pt x="74048" y="113700"/>
                  </a:lnTo>
                  <a:lnTo>
                    <a:pt x="72615" y="110833"/>
                  </a:lnTo>
                  <a:lnTo>
                    <a:pt x="70226" y="106056"/>
                  </a:lnTo>
                  <a:lnTo>
                    <a:pt x="68315" y="102234"/>
                  </a:lnTo>
                  <a:lnTo>
                    <a:pt x="67838" y="98890"/>
                  </a:lnTo>
                  <a:lnTo>
                    <a:pt x="66882" y="96979"/>
                  </a:lnTo>
                  <a:lnTo>
                    <a:pt x="65927" y="98412"/>
                  </a:lnTo>
                  <a:lnTo>
                    <a:pt x="64493" y="101756"/>
                  </a:lnTo>
                  <a:lnTo>
                    <a:pt x="64493" y="104623"/>
                  </a:lnTo>
                  <a:lnTo>
                    <a:pt x="64493" y="108445"/>
                  </a:lnTo>
                  <a:lnTo>
                    <a:pt x="64493" y="111311"/>
                  </a:lnTo>
                  <a:lnTo>
                    <a:pt x="62583" y="114177"/>
                  </a:lnTo>
                  <a:lnTo>
                    <a:pt x="63060" y="115611"/>
                  </a:lnTo>
                  <a:lnTo>
                    <a:pt x="66404" y="118955"/>
                  </a:lnTo>
                  <a:lnTo>
                    <a:pt x="66882" y="120865"/>
                  </a:lnTo>
                  <a:lnTo>
                    <a:pt x="66882" y="123254"/>
                  </a:lnTo>
                  <a:lnTo>
                    <a:pt x="66882" y="124210"/>
                  </a:lnTo>
                  <a:lnTo>
                    <a:pt x="65449" y="124210"/>
                  </a:lnTo>
                  <a:lnTo>
                    <a:pt x="64016" y="127076"/>
                  </a:lnTo>
                  <a:lnTo>
                    <a:pt x="62583" y="129465"/>
                  </a:lnTo>
                  <a:lnTo>
                    <a:pt x="59238" y="133764"/>
                  </a:lnTo>
                  <a:lnTo>
                    <a:pt x="54461" y="134242"/>
                  </a:lnTo>
                  <a:lnTo>
                    <a:pt x="50162" y="136153"/>
                  </a:lnTo>
                  <a:lnTo>
                    <a:pt x="49206" y="136153"/>
                  </a:lnTo>
                  <a:lnTo>
                    <a:pt x="48251" y="132809"/>
                  </a:lnTo>
                  <a:lnTo>
                    <a:pt x="47295" y="126121"/>
                  </a:lnTo>
                  <a:lnTo>
                    <a:pt x="46340" y="122299"/>
                  </a:lnTo>
                  <a:lnTo>
                    <a:pt x="44907" y="120388"/>
                  </a:lnTo>
                  <a:lnTo>
                    <a:pt x="42996" y="112744"/>
                  </a:lnTo>
                  <a:lnTo>
                    <a:pt x="42040" y="110356"/>
                  </a:lnTo>
                  <a:lnTo>
                    <a:pt x="41563" y="109400"/>
                  </a:lnTo>
                  <a:lnTo>
                    <a:pt x="40607" y="109400"/>
                  </a:lnTo>
                  <a:lnTo>
                    <a:pt x="39652" y="110833"/>
                  </a:lnTo>
                  <a:lnTo>
                    <a:pt x="37263" y="121343"/>
                  </a:lnTo>
                  <a:lnTo>
                    <a:pt x="33441" y="124210"/>
                  </a:lnTo>
                  <a:lnTo>
                    <a:pt x="31530" y="124687"/>
                  </a:lnTo>
                  <a:lnTo>
                    <a:pt x="29142" y="124687"/>
                  </a:lnTo>
                  <a:lnTo>
                    <a:pt x="23886" y="121343"/>
                  </a:lnTo>
                  <a:lnTo>
                    <a:pt x="19587" y="120388"/>
                  </a:lnTo>
                  <a:lnTo>
                    <a:pt x="16721" y="121821"/>
                  </a:lnTo>
                  <a:lnTo>
                    <a:pt x="11943" y="126121"/>
                  </a:lnTo>
                  <a:lnTo>
                    <a:pt x="10032" y="127076"/>
                  </a:lnTo>
                  <a:lnTo>
                    <a:pt x="7166" y="126598"/>
                  </a:lnTo>
                  <a:lnTo>
                    <a:pt x="6211" y="125165"/>
                  </a:lnTo>
                  <a:lnTo>
                    <a:pt x="5255" y="122299"/>
                  </a:lnTo>
                  <a:lnTo>
                    <a:pt x="5255" y="120865"/>
                  </a:lnTo>
                  <a:lnTo>
                    <a:pt x="5733" y="119910"/>
                  </a:lnTo>
                  <a:lnTo>
                    <a:pt x="7166" y="117044"/>
                  </a:lnTo>
                  <a:lnTo>
                    <a:pt x="7166" y="115611"/>
                  </a:lnTo>
                  <a:lnTo>
                    <a:pt x="5733" y="113700"/>
                  </a:lnTo>
                  <a:lnTo>
                    <a:pt x="5733" y="112266"/>
                  </a:lnTo>
                  <a:lnTo>
                    <a:pt x="6211" y="111311"/>
                  </a:lnTo>
                  <a:lnTo>
                    <a:pt x="6211" y="110833"/>
                  </a:lnTo>
                  <a:lnTo>
                    <a:pt x="5255" y="110356"/>
                  </a:lnTo>
                  <a:lnTo>
                    <a:pt x="4300" y="110833"/>
                  </a:lnTo>
                  <a:lnTo>
                    <a:pt x="0" y="112744"/>
                  </a:lnTo>
                  <a:lnTo>
                    <a:pt x="478" y="110356"/>
                  </a:lnTo>
                  <a:lnTo>
                    <a:pt x="2389" y="105578"/>
                  </a:lnTo>
                  <a:lnTo>
                    <a:pt x="7644" y="96024"/>
                  </a:lnTo>
                  <a:lnTo>
                    <a:pt x="9555" y="93157"/>
                  </a:lnTo>
                  <a:lnTo>
                    <a:pt x="10510" y="92679"/>
                  </a:lnTo>
                  <a:lnTo>
                    <a:pt x="25320" y="89335"/>
                  </a:lnTo>
                  <a:lnTo>
                    <a:pt x="26753" y="88380"/>
                  </a:lnTo>
                  <a:lnTo>
                    <a:pt x="33441" y="75481"/>
                  </a:lnTo>
                  <a:lnTo>
                    <a:pt x="35830" y="72137"/>
                  </a:lnTo>
                  <a:lnTo>
                    <a:pt x="37741" y="69749"/>
                  </a:lnTo>
                  <a:lnTo>
                    <a:pt x="47773" y="61627"/>
                  </a:lnTo>
                  <a:lnTo>
                    <a:pt x="48728" y="59716"/>
                  </a:lnTo>
                  <a:lnTo>
                    <a:pt x="50639" y="53983"/>
                  </a:lnTo>
                  <a:lnTo>
                    <a:pt x="51117" y="53028"/>
                  </a:lnTo>
                  <a:lnTo>
                    <a:pt x="53506" y="50639"/>
                  </a:lnTo>
                  <a:lnTo>
                    <a:pt x="60672" y="39174"/>
                  </a:lnTo>
                  <a:lnTo>
                    <a:pt x="67360" y="30575"/>
                  </a:lnTo>
                  <a:lnTo>
                    <a:pt x="70704" y="25320"/>
                  </a:lnTo>
                  <a:lnTo>
                    <a:pt x="75481" y="20065"/>
                  </a:lnTo>
                  <a:lnTo>
                    <a:pt x="80736" y="17676"/>
                  </a:lnTo>
                  <a:lnTo>
                    <a:pt x="96979" y="13854"/>
                  </a:lnTo>
                  <a:lnTo>
                    <a:pt x="108922" y="19109"/>
                  </a:lnTo>
                  <a:lnTo>
                    <a:pt x="111311" y="19587"/>
                  </a:lnTo>
                  <a:lnTo>
                    <a:pt x="112744" y="18154"/>
                  </a:lnTo>
                  <a:lnTo>
                    <a:pt x="114177" y="15287"/>
                  </a:lnTo>
                  <a:lnTo>
                    <a:pt x="115611" y="16721"/>
                  </a:lnTo>
                  <a:lnTo>
                    <a:pt x="119910" y="17198"/>
                  </a:lnTo>
                  <a:lnTo>
                    <a:pt x="120866" y="16721"/>
                  </a:lnTo>
                  <a:lnTo>
                    <a:pt x="122777" y="13854"/>
                  </a:lnTo>
                  <a:lnTo>
                    <a:pt x="121821" y="12421"/>
                  </a:lnTo>
                  <a:lnTo>
                    <a:pt x="116566" y="9555"/>
                  </a:lnTo>
                  <a:lnTo>
                    <a:pt x="116088" y="8121"/>
                  </a:lnTo>
                  <a:lnTo>
                    <a:pt x="116088" y="6688"/>
                  </a:lnTo>
                  <a:lnTo>
                    <a:pt x="117999" y="3822"/>
                  </a:lnTo>
                  <a:lnTo>
                    <a:pt x="120388" y="1433"/>
                  </a:lnTo>
                  <a:lnTo>
                    <a:pt x="126598" y="0"/>
                  </a:lnTo>
                  <a:lnTo>
                    <a:pt x="129465" y="478"/>
                  </a:lnTo>
                  <a:lnTo>
                    <a:pt x="132809" y="2389"/>
                  </a:lnTo>
                  <a:lnTo>
                    <a:pt x="136631" y="7166"/>
                  </a:lnTo>
                  <a:lnTo>
                    <a:pt x="145707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5" name="Freeform 3604">
              <a:extLst>
                <a:ext uri="{FF2B5EF4-FFF2-40B4-BE49-F238E27FC236}">
                  <a16:creationId xmlns:a16="http://schemas.microsoft.com/office/drawing/2014/main" id="{4F12E5B2-8439-68EF-EF9B-B6BB35A93A85}"/>
                </a:ext>
              </a:extLst>
            </p:cNvPr>
            <p:cNvSpPr/>
            <p:nvPr/>
          </p:nvSpPr>
          <p:spPr>
            <a:xfrm>
              <a:off x="3961982" y="2471892"/>
              <a:ext cx="347309" cy="192524"/>
            </a:xfrm>
            <a:custGeom>
              <a:avLst/>
              <a:gdLst>
                <a:gd name="csX0" fmla="*/ 51595 w 347309"/>
                <a:gd name="csY0" fmla="*/ 12421 h 192524"/>
                <a:gd name="csX1" fmla="*/ 55417 w 347309"/>
                <a:gd name="csY1" fmla="*/ 13376 h 192524"/>
                <a:gd name="csX2" fmla="*/ 58761 w 347309"/>
                <a:gd name="csY2" fmla="*/ 11943 h 192524"/>
                <a:gd name="csX3" fmla="*/ 61627 w 347309"/>
                <a:gd name="csY3" fmla="*/ 12421 h 192524"/>
                <a:gd name="csX4" fmla="*/ 65449 w 347309"/>
                <a:gd name="csY4" fmla="*/ 15765 h 192524"/>
                <a:gd name="csX5" fmla="*/ 69271 w 347309"/>
                <a:gd name="csY5" fmla="*/ 20542 h 192524"/>
                <a:gd name="csX6" fmla="*/ 72137 w 347309"/>
                <a:gd name="csY6" fmla="*/ 22931 h 192524"/>
                <a:gd name="csX7" fmla="*/ 73093 w 347309"/>
                <a:gd name="csY7" fmla="*/ 23886 h 192524"/>
                <a:gd name="csX8" fmla="*/ 73093 w 347309"/>
                <a:gd name="csY8" fmla="*/ 25320 h 192524"/>
                <a:gd name="csX9" fmla="*/ 73570 w 347309"/>
                <a:gd name="csY9" fmla="*/ 28664 h 192524"/>
                <a:gd name="csX10" fmla="*/ 73570 w 347309"/>
                <a:gd name="csY10" fmla="*/ 30575 h 192524"/>
                <a:gd name="csX11" fmla="*/ 73570 w 347309"/>
                <a:gd name="csY11" fmla="*/ 32008 h 192524"/>
                <a:gd name="csX12" fmla="*/ 72137 w 347309"/>
                <a:gd name="csY12" fmla="*/ 35352 h 192524"/>
                <a:gd name="csX13" fmla="*/ 71182 w 347309"/>
                <a:gd name="csY13" fmla="*/ 39174 h 192524"/>
                <a:gd name="csX14" fmla="*/ 68793 w 347309"/>
                <a:gd name="csY14" fmla="*/ 42996 h 192524"/>
                <a:gd name="csX15" fmla="*/ 67838 w 347309"/>
                <a:gd name="csY15" fmla="*/ 45862 h 192524"/>
                <a:gd name="csX16" fmla="*/ 66882 w 347309"/>
                <a:gd name="csY16" fmla="*/ 49206 h 192524"/>
                <a:gd name="csX17" fmla="*/ 69271 w 347309"/>
                <a:gd name="csY17" fmla="*/ 47295 h 192524"/>
                <a:gd name="csX18" fmla="*/ 77392 w 347309"/>
                <a:gd name="csY18" fmla="*/ 35830 h 192524"/>
                <a:gd name="csX19" fmla="*/ 83125 w 347309"/>
                <a:gd name="csY19" fmla="*/ 37263 h 192524"/>
                <a:gd name="csX20" fmla="*/ 91246 w 347309"/>
                <a:gd name="csY20" fmla="*/ 35830 h 192524"/>
                <a:gd name="csX21" fmla="*/ 101279 w 347309"/>
                <a:gd name="csY21" fmla="*/ 31530 h 192524"/>
                <a:gd name="csX22" fmla="*/ 106056 w 347309"/>
                <a:gd name="csY22" fmla="*/ 30575 h 192524"/>
                <a:gd name="csX23" fmla="*/ 110833 w 347309"/>
                <a:gd name="csY23" fmla="*/ 31052 h 192524"/>
                <a:gd name="csX24" fmla="*/ 114655 w 347309"/>
                <a:gd name="csY24" fmla="*/ 32486 h 192524"/>
                <a:gd name="csX25" fmla="*/ 122299 w 347309"/>
                <a:gd name="csY25" fmla="*/ 38696 h 192524"/>
                <a:gd name="csX26" fmla="*/ 125165 w 347309"/>
                <a:gd name="csY26" fmla="*/ 41562 h 192524"/>
                <a:gd name="csX27" fmla="*/ 126121 w 347309"/>
                <a:gd name="csY27" fmla="*/ 43951 h 192524"/>
                <a:gd name="csX28" fmla="*/ 126121 w 347309"/>
                <a:gd name="csY28" fmla="*/ 45384 h 192524"/>
                <a:gd name="csX29" fmla="*/ 124688 w 347309"/>
                <a:gd name="csY29" fmla="*/ 47773 h 192524"/>
                <a:gd name="csX30" fmla="*/ 119910 w 347309"/>
                <a:gd name="csY30" fmla="*/ 46340 h 192524"/>
                <a:gd name="csX31" fmla="*/ 111789 w 347309"/>
                <a:gd name="csY31" fmla="*/ 44907 h 192524"/>
                <a:gd name="csX32" fmla="*/ 110356 w 347309"/>
                <a:gd name="csY32" fmla="*/ 44429 h 192524"/>
                <a:gd name="csX33" fmla="*/ 109400 w 347309"/>
                <a:gd name="csY33" fmla="*/ 44429 h 192524"/>
                <a:gd name="csX34" fmla="*/ 108445 w 347309"/>
                <a:gd name="csY34" fmla="*/ 45384 h 192524"/>
                <a:gd name="csX35" fmla="*/ 108922 w 347309"/>
                <a:gd name="csY35" fmla="*/ 48728 h 192524"/>
                <a:gd name="csX36" fmla="*/ 110356 w 347309"/>
                <a:gd name="csY36" fmla="*/ 49206 h 192524"/>
                <a:gd name="csX37" fmla="*/ 119910 w 347309"/>
                <a:gd name="csY37" fmla="*/ 50162 h 192524"/>
                <a:gd name="csX38" fmla="*/ 150963 w 347309"/>
                <a:gd name="csY38" fmla="*/ 60672 h 192524"/>
                <a:gd name="csX39" fmla="*/ 152396 w 347309"/>
                <a:gd name="csY39" fmla="*/ 63538 h 192524"/>
                <a:gd name="csX40" fmla="*/ 151918 w 347309"/>
                <a:gd name="csY40" fmla="*/ 65449 h 192524"/>
                <a:gd name="csX41" fmla="*/ 150963 w 347309"/>
                <a:gd name="csY41" fmla="*/ 66882 h 192524"/>
                <a:gd name="csX42" fmla="*/ 148574 w 347309"/>
                <a:gd name="csY42" fmla="*/ 69271 h 192524"/>
                <a:gd name="csX43" fmla="*/ 130898 w 347309"/>
                <a:gd name="csY43" fmla="*/ 71659 h 192524"/>
                <a:gd name="csX44" fmla="*/ 120388 w 347309"/>
                <a:gd name="csY44" fmla="*/ 69271 h 192524"/>
                <a:gd name="csX45" fmla="*/ 111789 w 347309"/>
                <a:gd name="csY45" fmla="*/ 65927 h 192524"/>
                <a:gd name="csX46" fmla="*/ 108922 w 347309"/>
                <a:gd name="csY46" fmla="*/ 66882 h 192524"/>
                <a:gd name="csX47" fmla="*/ 111789 w 347309"/>
                <a:gd name="csY47" fmla="*/ 71182 h 192524"/>
                <a:gd name="csX48" fmla="*/ 116566 w 347309"/>
                <a:gd name="csY48" fmla="*/ 72615 h 192524"/>
                <a:gd name="csX49" fmla="*/ 120865 w 347309"/>
                <a:gd name="csY49" fmla="*/ 75481 h 192524"/>
                <a:gd name="csX50" fmla="*/ 122777 w 347309"/>
                <a:gd name="csY50" fmla="*/ 77870 h 192524"/>
                <a:gd name="csX51" fmla="*/ 131854 w 347309"/>
                <a:gd name="csY51" fmla="*/ 79303 h 192524"/>
                <a:gd name="csX52" fmla="*/ 133287 w 347309"/>
                <a:gd name="csY52" fmla="*/ 81214 h 192524"/>
                <a:gd name="csX53" fmla="*/ 136153 w 347309"/>
                <a:gd name="csY53" fmla="*/ 85514 h 192524"/>
                <a:gd name="csX54" fmla="*/ 138542 w 347309"/>
                <a:gd name="csY54" fmla="*/ 85991 h 192524"/>
                <a:gd name="csX55" fmla="*/ 140930 w 347309"/>
                <a:gd name="csY55" fmla="*/ 88858 h 192524"/>
                <a:gd name="csX56" fmla="*/ 142841 w 347309"/>
                <a:gd name="csY56" fmla="*/ 94113 h 192524"/>
                <a:gd name="csX57" fmla="*/ 143797 w 347309"/>
                <a:gd name="csY57" fmla="*/ 95068 h 192524"/>
                <a:gd name="csX58" fmla="*/ 146663 w 347309"/>
                <a:gd name="csY58" fmla="*/ 94113 h 192524"/>
                <a:gd name="csX59" fmla="*/ 151440 w 347309"/>
                <a:gd name="csY59" fmla="*/ 98890 h 192524"/>
                <a:gd name="csX60" fmla="*/ 152873 w 347309"/>
                <a:gd name="csY60" fmla="*/ 101279 h 192524"/>
                <a:gd name="csX61" fmla="*/ 152873 w 347309"/>
                <a:gd name="csY61" fmla="*/ 103190 h 192524"/>
                <a:gd name="csX62" fmla="*/ 151440 w 347309"/>
                <a:gd name="csY62" fmla="*/ 105578 h 192524"/>
                <a:gd name="csX63" fmla="*/ 149529 w 347309"/>
                <a:gd name="csY63" fmla="*/ 109878 h 192524"/>
                <a:gd name="csX64" fmla="*/ 144274 w 347309"/>
                <a:gd name="csY64" fmla="*/ 114177 h 192524"/>
                <a:gd name="csX65" fmla="*/ 143797 w 347309"/>
                <a:gd name="csY65" fmla="*/ 115611 h 192524"/>
                <a:gd name="csX66" fmla="*/ 150007 w 347309"/>
                <a:gd name="csY66" fmla="*/ 115133 h 192524"/>
                <a:gd name="csX67" fmla="*/ 151440 w 347309"/>
                <a:gd name="csY67" fmla="*/ 115611 h 192524"/>
                <a:gd name="csX68" fmla="*/ 158606 w 347309"/>
                <a:gd name="csY68" fmla="*/ 123732 h 192524"/>
                <a:gd name="csX69" fmla="*/ 159562 w 347309"/>
                <a:gd name="csY69" fmla="*/ 123732 h 192524"/>
                <a:gd name="csX70" fmla="*/ 160039 w 347309"/>
                <a:gd name="csY70" fmla="*/ 122776 h 192524"/>
                <a:gd name="csX71" fmla="*/ 160517 w 347309"/>
                <a:gd name="csY71" fmla="*/ 119910 h 192524"/>
                <a:gd name="csX72" fmla="*/ 160517 w 347309"/>
                <a:gd name="csY72" fmla="*/ 117521 h 192524"/>
                <a:gd name="csX73" fmla="*/ 159562 w 347309"/>
                <a:gd name="csY73" fmla="*/ 113700 h 192524"/>
                <a:gd name="csX74" fmla="*/ 159562 w 347309"/>
                <a:gd name="csY74" fmla="*/ 111311 h 192524"/>
                <a:gd name="csX75" fmla="*/ 160995 w 347309"/>
                <a:gd name="csY75" fmla="*/ 109400 h 192524"/>
                <a:gd name="csX76" fmla="*/ 162428 w 347309"/>
                <a:gd name="csY76" fmla="*/ 108922 h 192524"/>
                <a:gd name="csX77" fmla="*/ 163861 w 347309"/>
                <a:gd name="csY77" fmla="*/ 108922 h 192524"/>
                <a:gd name="csX78" fmla="*/ 165295 w 347309"/>
                <a:gd name="csY78" fmla="*/ 109878 h 192524"/>
                <a:gd name="csX79" fmla="*/ 172461 w 347309"/>
                <a:gd name="csY79" fmla="*/ 119432 h 192524"/>
                <a:gd name="csX80" fmla="*/ 182015 w 347309"/>
                <a:gd name="csY80" fmla="*/ 114655 h 192524"/>
                <a:gd name="csX81" fmla="*/ 183448 w 347309"/>
                <a:gd name="csY81" fmla="*/ 117044 h 192524"/>
                <a:gd name="csX82" fmla="*/ 184881 w 347309"/>
                <a:gd name="csY82" fmla="*/ 120866 h 192524"/>
                <a:gd name="csX83" fmla="*/ 185837 w 347309"/>
                <a:gd name="csY83" fmla="*/ 121343 h 192524"/>
                <a:gd name="csX84" fmla="*/ 189181 w 347309"/>
                <a:gd name="csY84" fmla="*/ 113700 h 192524"/>
                <a:gd name="csX85" fmla="*/ 191092 w 347309"/>
                <a:gd name="csY85" fmla="*/ 111789 h 192524"/>
                <a:gd name="csX86" fmla="*/ 200169 w 347309"/>
                <a:gd name="csY86" fmla="*/ 120866 h 192524"/>
                <a:gd name="csX87" fmla="*/ 205424 w 347309"/>
                <a:gd name="csY87" fmla="*/ 122776 h 192524"/>
                <a:gd name="csX88" fmla="*/ 207812 w 347309"/>
                <a:gd name="csY88" fmla="*/ 125165 h 192524"/>
                <a:gd name="csX89" fmla="*/ 211634 w 347309"/>
                <a:gd name="csY89" fmla="*/ 127076 h 192524"/>
                <a:gd name="csX90" fmla="*/ 217367 w 347309"/>
                <a:gd name="csY90" fmla="*/ 128032 h 192524"/>
                <a:gd name="csX91" fmla="*/ 218322 w 347309"/>
                <a:gd name="csY91" fmla="*/ 124687 h 192524"/>
                <a:gd name="csX92" fmla="*/ 214978 w 347309"/>
                <a:gd name="csY92" fmla="*/ 120388 h 192524"/>
                <a:gd name="csX93" fmla="*/ 216889 w 347309"/>
                <a:gd name="csY93" fmla="*/ 117999 h 192524"/>
                <a:gd name="csX94" fmla="*/ 224533 w 347309"/>
                <a:gd name="csY94" fmla="*/ 114655 h 192524"/>
                <a:gd name="csX95" fmla="*/ 228833 w 347309"/>
                <a:gd name="csY95" fmla="*/ 115133 h 192524"/>
                <a:gd name="csX96" fmla="*/ 236476 w 347309"/>
                <a:gd name="csY96" fmla="*/ 109878 h 192524"/>
                <a:gd name="csX97" fmla="*/ 241253 w 347309"/>
                <a:gd name="csY97" fmla="*/ 108922 h 192524"/>
                <a:gd name="csX98" fmla="*/ 244120 w 347309"/>
                <a:gd name="csY98" fmla="*/ 108922 h 192524"/>
                <a:gd name="csX99" fmla="*/ 253197 w 347309"/>
                <a:gd name="csY99" fmla="*/ 101279 h 192524"/>
                <a:gd name="csX100" fmla="*/ 255585 w 347309"/>
                <a:gd name="csY100" fmla="*/ 99846 h 192524"/>
                <a:gd name="csX101" fmla="*/ 257496 w 347309"/>
                <a:gd name="csY101" fmla="*/ 96979 h 192524"/>
                <a:gd name="csX102" fmla="*/ 260840 w 347309"/>
                <a:gd name="csY102" fmla="*/ 97457 h 192524"/>
                <a:gd name="csX103" fmla="*/ 270873 w 347309"/>
                <a:gd name="csY103" fmla="*/ 101756 h 192524"/>
                <a:gd name="csX104" fmla="*/ 273739 w 347309"/>
                <a:gd name="csY104" fmla="*/ 101756 h 192524"/>
                <a:gd name="csX105" fmla="*/ 284727 w 347309"/>
                <a:gd name="csY105" fmla="*/ 96979 h 192524"/>
                <a:gd name="csX106" fmla="*/ 288549 w 347309"/>
                <a:gd name="csY106" fmla="*/ 96024 h 192524"/>
                <a:gd name="csX107" fmla="*/ 292370 w 347309"/>
                <a:gd name="csY107" fmla="*/ 96024 h 192524"/>
                <a:gd name="csX108" fmla="*/ 302403 w 347309"/>
                <a:gd name="csY108" fmla="*/ 98890 h 192524"/>
                <a:gd name="csX109" fmla="*/ 310047 w 347309"/>
                <a:gd name="csY109" fmla="*/ 101756 h 192524"/>
                <a:gd name="csX110" fmla="*/ 312435 w 347309"/>
                <a:gd name="csY110" fmla="*/ 103190 h 192524"/>
                <a:gd name="csX111" fmla="*/ 311480 w 347309"/>
                <a:gd name="csY111" fmla="*/ 107011 h 192524"/>
                <a:gd name="csX112" fmla="*/ 311957 w 347309"/>
                <a:gd name="csY112" fmla="*/ 107967 h 192524"/>
                <a:gd name="csX113" fmla="*/ 312913 w 347309"/>
                <a:gd name="csY113" fmla="*/ 108922 h 192524"/>
                <a:gd name="csX114" fmla="*/ 315301 w 347309"/>
                <a:gd name="csY114" fmla="*/ 109878 h 192524"/>
                <a:gd name="csX115" fmla="*/ 324856 w 347309"/>
                <a:gd name="csY115" fmla="*/ 109878 h 192524"/>
                <a:gd name="csX116" fmla="*/ 328678 w 347309"/>
                <a:gd name="csY116" fmla="*/ 110833 h 192524"/>
                <a:gd name="csX117" fmla="*/ 332022 w 347309"/>
                <a:gd name="csY117" fmla="*/ 114177 h 192524"/>
                <a:gd name="csX118" fmla="*/ 332977 w 347309"/>
                <a:gd name="csY118" fmla="*/ 115611 h 192524"/>
                <a:gd name="csX119" fmla="*/ 332977 w 347309"/>
                <a:gd name="csY119" fmla="*/ 117044 h 192524"/>
                <a:gd name="csX120" fmla="*/ 329633 w 347309"/>
                <a:gd name="csY120" fmla="*/ 120866 h 192524"/>
                <a:gd name="csX121" fmla="*/ 330111 w 347309"/>
                <a:gd name="csY121" fmla="*/ 121821 h 192524"/>
                <a:gd name="csX122" fmla="*/ 333455 w 347309"/>
                <a:gd name="csY122" fmla="*/ 122776 h 192524"/>
                <a:gd name="csX123" fmla="*/ 340621 w 347309"/>
                <a:gd name="csY123" fmla="*/ 123254 h 192524"/>
                <a:gd name="csX124" fmla="*/ 342054 w 347309"/>
                <a:gd name="csY124" fmla="*/ 124210 h 192524"/>
                <a:gd name="csX125" fmla="*/ 343488 w 347309"/>
                <a:gd name="csY125" fmla="*/ 128509 h 192524"/>
                <a:gd name="csX126" fmla="*/ 344921 w 347309"/>
                <a:gd name="csY126" fmla="*/ 135197 h 192524"/>
                <a:gd name="csX127" fmla="*/ 344921 w 347309"/>
                <a:gd name="csY127" fmla="*/ 137586 h 192524"/>
                <a:gd name="csX128" fmla="*/ 342532 w 347309"/>
                <a:gd name="csY128" fmla="*/ 141886 h 192524"/>
                <a:gd name="csX129" fmla="*/ 335844 w 347309"/>
                <a:gd name="csY129" fmla="*/ 147618 h 192524"/>
                <a:gd name="csX130" fmla="*/ 328200 w 347309"/>
                <a:gd name="csY130" fmla="*/ 152396 h 192524"/>
                <a:gd name="csX131" fmla="*/ 327723 w 347309"/>
                <a:gd name="csY131" fmla="*/ 153829 h 192524"/>
                <a:gd name="csX132" fmla="*/ 330111 w 347309"/>
                <a:gd name="csY132" fmla="*/ 155740 h 192524"/>
                <a:gd name="csX133" fmla="*/ 332500 w 347309"/>
                <a:gd name="csY133" fmla="*/ 156695 h 192524"/>
                <a:gd name="csX134" fmla="*/ 334411 w 347309"/>
                <a:gd name="csY134" fmla="*/ 156695 h 192524"/>
                <a:gd name="csX135" fmla="*/ 340621 w 347309"/>
                <a:gd name="csY135" fmla="*/ 154784 h 192524"/>
                <a:gd name="csX136" fmla="*/ 342054 w 347309"/>
                <a:gd name="csY136" fmla="*/ 154784 h 192524"/>
                <a:gd name="csX137" fmla="*/ 344921 w 347309"/>
                <a:gd name="csY137" fmla="*/ 156695 h 192524"/>
                <a:gd name="csX138" fmla="*/ 345876 w 347309"/>
                <a:gd name="csY138" fmla="*/ 159084 h 192524"/>
                <a:gd name="csX139" fmla="*/ 347309 w 347309"/>
                <a:gd name="csY139" fmla="*/ 161950 h 192524"/>
                <a:gd name="csX140" fmla="*/ 344921 w 347309"/>
                <a:gd name="csY140" fmla="*/ 164339 h 192524"/>
                <a:gd name="csX141" fmla="*/ 336322 w 347309"/>
                <a:gd name="csY141" fmla="*/ 167683 h 192524"/>
                <a:gd name="csX142" fmla="*/ 331066 w 347309"/>
                <a:gd name="csY142" fmla="*/ 163383 h 192524"/>
                <a:gd name="csX143" fmla="*/ 329633 w 347309"/>
                <a:gd name="csY143" fmla="*/ 162428 h 192524"/>
                <a:gd name="csX144" fmla="*/ 328200 w 347309"/>
                <a:gd name="csY144" fmla="*/ 162906 h 192524"/>
                <a:gd name="csX145" fmla="*/ 329156 w 347309"/>
                <a:gd name="csY145" fmla="*/ 164817 h 192524"/>
                <a:gd name="csX146" fmla="*/ 331544 w 347309"/>
                <a:gd name="csY146" fmla="*/ 168161 h 192524"/>
                <a:gd name="csX147" fmla="*/ 332500 w 347309"/>
                <a:gd name="csY147" fmla="*/ 170072 h 192524"/>
                <a:gd name="csX148" fmla="*/ 331544 w 347309"/>
                <a:gd name="csY148" fmla="*/ 171505 h 192524"/>
                <a:gd name="csX149" fmla="*/ 331066 w 347309"/>
                <a:gd name="csY149" fmla="*/ 173416 h 192524"/>
                <a:gd name="csX150" fmla="*/ 331066 w 347309"/>
                <a:gd name="csY150" fmla="*/ 176760 h 192524"/>
                <a:gd name="csX151" fmla="*/ 331066 w 347309"/>
                <a:gd name="csY151" fmla="*/ 179626 h 192524"/>
                <a:gd name="csX152" fmla="*/ 330111 w 347309"/>
                <a:gd name="csY152" fmla="*/ 184881 h 192524"/>
                <a:gd name="csX153" fmla="*/ 329633 w 347309"/>
                <a:gd name="csY153" fmla="*/ 184881 h 192524"/>
                <a:gd name="csX154" fmla="*/ 311002 w 347309"/>
                <a:gd name="csY154" fmla="*/ 186314 h 192524"/>
                <a:gd name="csX155" fmla="*/ 308613 w 347309"/>
                <a:gd name="csY155" fmla="*/ 186792 h 192524"/>
                <a:gd name="csX156" fmla="*/ 303358 w 347309"/>
                <a:gd name="csY156" fmla="*/ 190614 h 192524"/>
                <a:gd name="csX157" fmla="*/ 299536 w 347309"/>
                <a:gd name="csY157" fmla="*/ 192047 h 192524"/>
                <a:gd name="csX158" fmla="*/ 296670 w 347309"/>
                <a:gd name="csY158" fmla="*/ 192525 h 192524"/>
                <a:gd name="csX159" fmla="*/ 294282 w 347309"/>
                <a:gd name="csY159" fmla="*/ 192047 h 192524"/>
                <a:gd name="csX160" fmla="*/ 287593 w 347309"/>
                <a:gd name="csY160" fmla="*/ 188225 h 192524"/>
                <a:gd name="csX161" fmla="*/ 282816 w 347309"/>
                <a:gd name="csY161" fmla="*/ 188703 h 192524"/>
                <a:gd name="csX162" fmla="*/ 280905 w 347309"/>
                <a:gd name="csY162" fmla="*/ 188703 h 192524"/>
                <a:gd name="csX163" fmla="*/ 277083 w 347309"/>
                <a:gd name="csY163" fmla="*/ 186314 h 192524"/>
                <a:gd name="csX164" fmla="*/ 276128 w 347309"/>
                <a:gd name="csY164" fmla="*/ 184881 h 192524"/>
                <a:gd name="csX165" fmla="*/ 274694 w 347309"/>
                <a:gd name="csY165" fmla="*/ 181537 h 192524"/>
                <a:gd name="csX166" fmla="*/ 273261 w 347309"/>
                <a:gd name="csY166" fmla="*/ 177238 h 192524"/>
                <a:gd name="csX167" fmla="*/ 273739 w 347309"/>
                <a:gd name="csY167" fmla="*/ 174849 h 192524"/>
                <a:gd name="csX168" fmla="*/ 274217 w 347309"/>
                <a:gd name="csY168" fmla="*/ 171027 h 192524"/>
                <a:gd name="csX169" fmla="*/ 273739 w 347309"/>
                <a:gd name="csY169" fmla="*/ 169116 h 192524"/>
                <a:gd name="csX170" fmla="*/ 272784 w 347309"/>
                <a:gd name="csY170" fmla="*/ 168639 h 192524"/>
                <a:gd name="csX171" fmla="*/ 271350 w 347309"/>
                <a:gd name="csY171" fmla="*/ 168161 h 192524"/>
                <a:gd name="csX172" fmla="*/ 267528 w 347309"/>
                <a:gd name="csY172" fmla="*/ 164339 h 192524"/>
                <a:gd name="csX173" fmla="*/ 265618 w 347309"/>
                <a:gd name="csY173" fmla="*/ 162906 h 192524"/>
                <a:gd name="csX174" fmla="*/ 265140 w 347309"/>
                <a:gd name="csY174" fmla="*/ 163383 h 192524"/>
                <a:gd name="csX175" fmla="*/ 265618 w 347309"/>
                <a:gd name="csY175" fmla="*/ 166728 h 192524"/>
                <a:gd name="csX176" fmla="*/ 266095 w 347309"/>
                <a:gd name="csY176" fmla="*/ 167683 h 192524"/>
                <a:gd name="csX177" fmla="*/ 268484 w 347309"/>
                <a:gd name="csY177" fmla="*/ 170072 h 192524"/>
                <a:gd name="csX178" fmla="*/ 268962 w 347309"/>
                <a:gd name="csY178" fmla="*/ 172460 h 192524"/>
                <a:gd name="csX179" fmla="*/ 268006 w 347309"/>
                <a:gd name="csY179" fmla="*/ 179148 h 192524"/>
                <a:gd name="csX180" fmla="*/ 267528 w 347309"/>
                <a:gd name="csY180" fmla="*/ 180104 h 192524"/>
                <a:gd name="csX181" fmla="*/ 265140 w 347309"/>
                <a:gd name="csY181" fmla="*/ 184881 h 192524"/>
                <a:gd name="csX182" fmla="*/ 263229 w 347309"/>
                <a:gd name="csY182" fmla="*/ 186314 h 192524"/>
                <a:gd name="csX183" fmla="*/ 258452 w 347309"/>
                <a:gd name="csY183" fmla="*/ 186314 h 192524"/>
                <a:gd name="csX184" fmla="*/ 251286 w 347309"/>
                <a:gd name="csY184" fmla="*/ 189659 h 192524"/>
                <a:gd name="csX185" fmla="*/ 247464 w 347309"/>
                <a:gd name="csY185" fmla="*/ 190136 h 192524"/>
                <a:gd name="csX186" fmla="*/ 242686 w 347309"/>
                <a:gd name="csY186" fmla="*/ 189181 h 192524"/>
                <a:gd name="csX187" fmla="*/ 239820 w 347309"/>
                <a:gd name="csY187" fmla="*/ 187748 h 192524"/>
                <a:gd name="csX188" fmla="*/ 237909 w 347309"/>
                <a:gd name="csY188" fmla="*/ 185837 h 192524"/>
                <a:gd name="csX189" fmla="*/ 235998 w 347309"/>
                <a:gd name="csY189" fmla="*/ 183448 h 192524"/>
                <a:gd name="csX190" fmla="*/ 235043 w 347309"/>
                <a:gd name="csY190" fmla="*/ 183448 h 192524"/>
                <a:gd name="csX191" fmla="*/ 234565 w 347309"/>
                <a:gd name="csY191" fmla="*/ 188703 h 192524"/>
                <a:gd name="csX192" fmla="*/ 233610 w 347309"/>
                <a:gd name="csY192" fmla="*/ 189181 h 192524"/>
                <a:gd name="csX193" fmla="*/ 231699 w 347309"/>
                <a:gd name="csY193" fmla="*/ 189181 h 192524"/>
                <a:gd name="csX194" fmla="*/ 229310 w 347309"/>
                <a:gd name="csY194" fmla="*/ 187748 h 192524"/>
                <a:gd name="csX195" fmla="*/ 227399 w 347309"/>
                <a:gd name="csY195" fmla="*/ 183926 h 192524"/>
                <a:gd name="csX196" fmla="*/ 226921 w 347309"/>
                <a:gd name="csY196" fmla="*/ 183926 h 192524"/>
                <a:gd name="csX197" fmla="*/ 226444 w 347309"/>
                <a:gd name="csY197" fmla="*/ 185837 h 192524"/>
                <a:gd name="csX198" fmla="*/ 225966 w 347309"/>
                <a:gd name="csY198" fmla="*/ 187748 h 192524"/>
                <a:gd name="csX199" fmla="*/ 225488 w 347309"/>
                <a:gd name="csY199" fmla="*/ 188225 h 192524"/>
                <a:gd name="csX200" fmla="*/ 220233 w 347309"/>
                <a:gd name="csY200" fmla="*/ 190614 h 192524"/>
                <a:gd name="csX201" fmla="*/ 217367 w 347309"/>
                <a:gd name="csY201" fmla="*/ 190614 h 192524"/>
                <a:gd name="csX202" fmla="*/ 214023 w 347309"/>
                <a:gd name="csY202" fmla="*/ 187748 h 192524"/>
                <a:gd name="csX203" fmla="*/ 212112 w 347309"/>
                <a:gd name="csY203" fmla="*/ 188225 h 192524"/>
                <a:gd name="csX204" fmla="*/ 209723 w 347309"/>
                <a:gd name="csY204" fmla="*/ 189659 h 192524"/>
                <a:gd name="csX205" fmla="*/ 203035 w 347309"/>
                <a:gd name="csY205" fmla="*/ 186792 h 192524"/>
                <a:gd name="csX206" fmla="*/ 201602 w 347309"/>
                <a:gd name="csY206" fmla="*/ 186792 h 192524"/>
                <a:gd name="csX207" fmla="*/ 203035 w 347309"/>
                <a:gd name="csY207" fmla="*/ 191092 h 192524"/>
                <a:gd name="csX208" fmla="*/ 201124 w 347309"/>
                <a:gd name="csY208" fmla="*/ 192047 h 192524"/>
                <a:gd name="csX209" fmla="*/ 196347 w 347309"/>
                <a:gd name="csY209" fmla="*/ 192047 h 192524"/>
                <a:gd name="csX210" fmla="*/ 189181 w 347309"/>
                <a:gd name="csY210" fmla="*/ 190614 h 192524"/>
                <a:gd name="csX211" fmla="*/ 184881 w 347309"/>
                <a:gd name="csY211" fmla="*/ 192525 h 192524"/>
                <a:gd name="csX212" fmla="*/ 176282 w 347309"/>
                <a:gd name="csY212" fmla="*/ 191092 h 192524"/>
                <a:gd name="csX213" fmla="*/ 168161 w 347309"/>
                <a:gd name="csY213" fmla="*/ 191092 h 192524"/>
                <a:gd name="csX214" fmla="*/ 166728 w 347309"/>
                <a:gd name="csY214" fmla="*/ 190136 h 192524"/>
                <a:gd name="csX215" fmla="*/ 165772 w 347309"/>
                <a:gd name="csY215" fmla="*/ 187748 h 192524"/>
                <a:gd name="csX216" fmla="*/ 165772 w 347309"/>
                <a:gd name="csY216" fmla="*/ 185837 h 192524"/>
                <a:gd name="csX217" fmla="*/ 165772 w 347309"/>
                <a:gd name="csY217" fmla="*/ 182970 h 192524"/>
                <a:gd name="csX218" fmla="*/ 167205 w 347309"/>
                <a:gd name="csY218" fmla="*/ 179148 h 192524"/>
                <a:gd name="csX219" fmla="*/ 169116 w 347309"/>
                <a:gd name="csY219" fmla="*/ 173894 h 192524"/>
                <a:gd name="csX220" fmla="*/ 170072 w 347309"/>
                <a:gd name="csY220" fmla="*/ 171027 h 192524"/>
                <a:gd name="csX221" fmla="*/ 168161 w 347309"/>
                <a:gd name="csY221" fmla="*/ 169594 h 192524"/>
                <a:gd name="csX222" fmla="*/ 166728 w 347309"/>
                <a:gd name="csY222" fmla="*/ 168161 h 192524"/>
                <a:gd name="csX223" fmla="*/ 166250 w 347309"/>
                <a:gd name="csY223" fmla="*/ 167683 h 192524"/>
                <a:gd name="csX224" fmla="*/ 162906 w 347309"/>
                <a:gd name="csY224" fmla="*/ 170072 h 192524"/>
                <a:gd name="csX225" fmla="*/ 160995 w 347309"/>
                <a:gd name="csY225" fmla="*/ 175804 h 192524"/>
                <a:gd name="csX226" fmla="*/ 159562 w 347309"/>
                <a:gd name="csY226" fmla="*/ 177715 h 192524"/>
                <a:gd name="csX227" fmla="*/ 159084 w 347309"/>
                <a:gd name="csY227" fmla="*/ 176282 h 192524"/>
                <a:gd name="csX228" fmla="*/ 158606 w 347309"/>
                <a:gd name="csY228" fmla="*/ 172460 h 192524"/>
                <a:gd name="csX229" fmla="*/ 158129 w 347309"/>
                <a:gd name="csY229" fmla="*/ 170549 h 192524"/>
                <a:gd name="csX230" fmla="*/ 157173 w 347309"/>
                <a:gd name="csY230" fmla="*/ 171027 h 192524"/>
                <a:gd name="csX231" fmla="*/ 156218 w 347309"/>
                <a:gd name="csY231" fmla="*/ 171983 h 192524"/>
                <a:gd name="csX232" fmla="*/ 155740 w 347309"/>
                <a:gd name="csY232" fmla="*/ 173416 h 192524"/>
                <a:gd name="csX233" fmla="*/ 154307 w 347309"/>
                <a:gd name="csY233" fmla="*/ 174371 h 192524"/>
                <a:gd name="csX234" fmla="*/ 152873 w 347309"/>
                <a:gd name="csY234" fmla="*/ 173894 h 192524"/>
                <a:gd name="csX235" fmla="*/ 152396 w 347309"/>
                <a:gd name="csY235" fmla="*/ 174849 h 192524"/>
                <a:gd name="csX236" fmla="*/ 152873 w 347309"/>
                <a:gd name="csY236" fmla="*/ 177238 h 192524"/>
                <a:gd name="csX237" fmla="*/ 152873 w 347309"/>
                <a:gd name="csY237" fmla="*/ 179148 h 192524"/>
                <a:gd name="csX238" fmla="*/ 152873 w 347309"/>
                <a:gd name="csY238" fmla="*/ 181060 h 192524"/>
                <a:gd name="csX239" fmla="*/ 151440 w 347309"/>
                <a:gd name="csY239" fmla="*/ 182970 h 192524"/>
                <a:gd name="csX240" fmla="*/ 147619 w 347309"/>
                <a:gd name="csY240" fmla="*/ 185837 h 192524"/>
                <a:gd name="csX241" fmla="*/ 145707 w 347309"/>
                <a:gd name="csY241" fmla="*/ 186792 h 192524"/>
                <a:gd name="csX242" fmla="*/ 139975 w 347309"/>
                <a:gd name="csY242" fmla="*/ 187270 h 192524"/>
                <a:gd name="csX243" fmla="*/ 136631 w 347309"/>
                <a:gd name="csY243" fmla="*/ 186314 h 192524"/>
                <a:gd name="csX244" fmla="*/ 129942 w 347309"/>
                <a:gd name="csY244" fmla="*/ 182970 h 192524"/>
                <a:gd name="csX245" fmla="*/ 126121 w 347309"/>
                <a:gd name="csY245" fmla="*/ 182970 h 192524"/>
                <a:gd name="csX246" fmla="*/ 121343 w 347309"/>
                <a:gd name="csY246" fmla="*/ 177238 h 192524"/>
                <a:gd name="csX247" fmla="*/ 117999 w 347309"/>
                <a:gd name="csY247" fmla="*/ 175804 h 192524"/>
                <a:gd name="csX248" fmla="*/ 117999 w 347309"/>
                <a:gd name="csY248" fmla="*/ 173894 h 192524"/>
                <a:gd name="csX249" fmla="*/ 119432 w 347309"/>
                <a:gd name="csY249" fmla="*/ 170072 h 192524"/>
                <a:gd name="csX250" fmla="*/ 119432 w 347309"/>
                <a:gd name="csY250" fmla="*/ 168639 h 192524"/>
                <a:gd name="csX251" fmla="*/ 114655 w 347309"/>
                <a:gd name="csY251" fmla="*/ 174371 h 192524"/>
                <a:gd name="csX252" fmla="*/ 113700 w 347309"/>
                <a:gd name="csY252" fmla="*/ 176282 h 192524"/>
                <a:gd name="csX253" fmla="*/ 114655 w 347309"/>
                <a:gd name="csY253" fmla="*/ 180582 h 192524"/>
                <a:gd name="csX254" fmla="*/ 113700 w 347309"/>
                <a:gd name="csY254" fmla="*/ 180582 h 192524"/>
                <a:gd name="csX255" fmla="*/ 110356 w 347309"/>
                <a:gd name="csY255" fmla="*/ 179148 h 192524"/>
                <a:gd name="csX256" fmla="*/ 107012 w 347309"/>
                <a:gd name="csY256" fmla="*/ 180104 h 192524"/>
                <a:gd name="csX257" fmla="*/ 106056 w 347309"/>
                <a:gd name="csY257" fmla="*/ 180104 h 192524"/>
                <a:gd name="csX258" fmla="*/ 104145 w 347309"/>
                <a:gd name="csY258" fmla="*/ 176760 h 192524"/>
                <a:gd name="csX259" fmla="*/ 99846 w 347309"/>
                <a:gd name="csY259" fmla="*/ 173894 h 192524"/>
                <a:gd name="csX260" fmla="*/ 97935 w 347309"/>
                <a:gd name="csY260" fmla="*/ 170549 h 192524"/>
                <a:gd name="csX261" fmla="*/ 95068 w 347309"/>
                <a:gd name="csY261" fmla="*/ 159562 h 192524"/>
                <a:gd name="csX262" fmla="*/ 93635 w 347309"/>
                <a:gd name="csY262" fmla="*/ 152396 h 192524"/>
                <a:gd name="csX263" fmla="*/ 94113 w 347309"/>
                <a:gd name="csY263" fmla="*/ 150962 h 192524"/>
                <a:gd name="csX264" fmla="*/ 96024 w 347309"/>
                <a:gd name="csY264" fmla="*/ 149052 h 192524"/>
                <a:gd name="csX265" fmla="*/ 95546 w 347309"/>
                <a:gd name="csY265" fmla="*/ 147141 h 192524"/>
                <a:gd name="csX266" fmla="*/ 93157 w 347309"/>
                <a:gd name="csY266" fmla="*/ 143319 h 192524"/>
                <a:gd name="csX267" fmla="*/ 90291 w 347309"/>
                <a:gd name="csY267" fmla="*/ 139975 h 192524"/>
                <a:gd name="csX268" fmla="*/ 89813 w 347309"/>
                <a:gd name="csY268" fmla="*/ 137586 h 192524"/>
                <a:gd name="csX269" fmla="*/ 89335 w 347309"/>
                <a:gd name="csY269" fmla="*/ 134720 h 192524"/>
                <a:gd name="csX270" fmla="*/ 88858 w 347309"/>
                <a:gd name="csY270" fmla="*/ 131376 h 192524"/>
                <a:gd name="csX271" fmla="*/ 88858 w 347309"/>
                <a:gd name="csY271" fmla="*/ 128987 h 192524"/>
                <a:gd name="csX272" fmla="*/ 89335 w 347309"/>
                <a:gd name="csY272" fmla="*/ 127076 h 192524"/>
                <a:gd name="csX273" fmla="*/ 90769 w 347309"/>
                <a:gd name="csY273" fmla="*/ 121821 h 192524"/>
                <a:gd name="csX274" fmla="*/ 95068 w 347309"/>
                <a:gd name="csY274" fmla="*/ 112266 h 192524"/>
                <a:gd name="csX275" fmla="*/ 95546 w 347309"/>
                <a:gd name="csY275" fmla="*/ 110355 h 192524"/>
                <a:gd name="csX276" fmla="*/ 96024 w 347309"/>
                <a:gd name="csY276" fmla="*/ 108922 h 192524"/>
                <a:gd name="csX277" fmla="*/ 95546 w 347309"/>
                <a:gd name="csY277" fmla="*/ 103667 h 192524"/>
                <a:gd name="csX278" fmla="*/ 94590 w 347309"/>
                <a:gd name="csY278" fmla="*/ 98412 h 192524"/>
                <a:gd name="csX279" fmla="*/ 93635 w 347309"/>
                <a:gd name="csY279" fmla="*/ 95068 h 192524"/>
                <a:gd name="csX280" fmla="*/ 91246 w 347309"/>
                <a:gd name="csY280" fmla="*/ 89813 h 192524"/>
                <a:gd name="csX281" fmla="*/ 87902 w 347309"/>
                <a:gd name="csY281" fmla="*/ 84558 h 192524"/>
                <a:gd name="csX282" fmla="*/ 83125 w 347309"/>
                <a:gd name="csY282" fmla="*/ 74526 h 192524"/>
                <a:gd name="csX283" fmla="*/ 79781 w 347309"/>
                <a:gd name="csY283" fmla="*/ 67360 h 192524"/>
                <a:gd name="csX284" fmla="*/ 75481 w 347309"/>
                <a:gd name="csY284" fmla="*/ 56372 h 192524"/>
                <a:gd name="csX285" fmla="*/ 73570 w 347309"/>
                <a:gd name="csY285" fmla="*/ 55417 h 192524"/>
                <a:gd name="csX286" fmla="*/ 71182 w 347309"/>
                <a:gd name="csY286" fmla="*/ 55894 h 192524"/>
                <a:gd name="csX287" fmla="*/ 66405 w 347309"/>
                <a:gd name="csY287" fmla="*/ 59716 h 192524"/>
                <a:gd name="csX288" fmla="*/ 64493 w 347309"/>
                <a:gd name="csY288" fmla="*/ 61627 h 192524"/>
                <a:gd name="csX289" fmla="*/ 64493 w 347309"/>
                <a:gd name="csY289" fmla="*/ 62583 h 192524"/>
                <a:gd name="csX290" fmla="*/ 60672 w 347309"/>
                <a:gd name="csY290" fmla="*/ 63060 h 192524"/>
                <a:gd name="csX291" fmla="*/ 50162 w 347309"/>
                <a:gd name="csY291" fmla="*/ 62105 h 192524"/>
                <a:gd name="csX292" fmla="*/ 45862 w 347309"/>
                <a:gd name="csY292" fmla="*/ 60672 h 192524"/>
                <a:gd name="csX293" fmla="*/ 42996 w 347309"/>
                <a:gd name="csY293" fmla="*/ 61149 h 192524"/>
                <a:gd name="csX294" fmla="*/ 37741 w 347309"/>
                <a:gd name="csY294" fmla="*/ 64016 h 192524"/>
                <a:gd name="csX295" fmla="*/ 32486 w 347309"/>
                <a:gd name="csY295" fmla="*/ 63538 h 192524"/>
                <a:gd name="csX296" fmla="*/ 29142 w 347309"/>
                <a:gd name="csY296" fmla="*/ 55894 h 192524"/>
                <a:gd name="csX297" fmla="*/ 21020 w 347309"/>
                <a:gd name="csY297" fmla="*/ 51595 h 192524"/>
                <a:gd name="csX298" fmla="*/ 18632 w 347309"/>
                <a:gd name="csY298" fmla="*/ 49206 h 192524"/>
                <a:gd name="csX299" fmla="*/ 17198 w 347309"/>
                <a:gd name="csY299" fmla="*/ 46340 h 192524"/>
                <a:gd name="csX300" fmla="*/ 17676 w 347309"/>
                <a:gd name="csY300" fmla="*/ 43951 h 192524"/>
                <a:gd name="csX301" fmla="*/ 21976 w 347309"/>
                <a:gd name="csY301" fmla="*/ 42040 h 192524"/>
                <a:gd name="csX302" fmla="*/ 23886 w 347309"/>
                <a:gd name="csY302" fmla="*/ 40129 h 192524"/>
                <a:gd name="csX303" fmla="*/ 24842 w 347309"/>
                <a:gd name="csY303" fmla="*/ 38696 h 192524"/>
                <a:gd name="csX304" fmla="*/ 20542 w 347309"/>
                <a:gd name="csY304" fmla="*/ 40129 h 192524"/>
                <a:gd name="csX305" fmla="*/ 18632 w 347309"/>
                <a:gd name="csY305" fmla="*/ 39652 h 192524"/>
                <a:gd name="csX306" fmla="*/ 5255 w 347309"/>
                <a:gd name="csY306" fmla="*/ 29141 h 192524"/>
                <a:gd name="csX307" fmla="*/ 1433 w 347309"/>
                <a:gd name="csY307" fmla="*/ 27231 h 192524"/>
                <a:gd name="csX308" fmla="*/ 478 w 347309"/>
                <a:gd name="csY308" fmla="*/ 26275 h 192524"/>
                <a:gd name="csX309" fmla="*/ 0 w 347309"/>
                <a:gd name="csY309" fmla="*/ 25320 h 192524"/>
                <a:gd name="csX310" fmla="*/ 0 w 347309"/>
                <a:gd name="csY310" fmla="*/ 23409 h 192524"/>
                <a:gd name="csX311" fmla="*/ 478 w 347309"/>
                <a:gd name="csY311" fmla="*/ 21020 h 192524"/>
                <a:gd name="csX312" fmla="*/ 4300 w 347309"/>
                <a:gd name="csY312" fmla="*/ 24364 h 192524"/>
                <a:gd name="csX313" fmla="*/ 6210 w 347309"/>
                <a:gd name="csY313" fmla="*/ 24364 h 192524"/>
                <a:gd name="csX314" fmla="*/ 9077 w 347309"/>
                <a:gd name="csY314" fmla="*/ 23409 h 192524"/>
                <a:gd name="csX315" fmla="*/ 10032 w 347309"/>
                <a:gd name="csY315" fmla="*/ 21498 h 192524"/>
                <a:gd name="csX316" fmla="*/ 9555 w 347309"/>
                <a:gd name="csY316" fmla="*/ 20542 h 192524"/>
                <a:gd name="csX317" fmla="*/ 4777 w 347309"/>
                <a:gd name="csY317" fmla="*/ 17198 h 192524"/>
                <a:gd name="csX318" fmla="*/ 2867 w 347309"/>
                <a:gd name="csY318" fmla="*/ 14332 h 192524"/>
                <a:gd name="csX319" fmla="*/ 1911 w 347309"/>
                <a:gd name="csY319" fmla="*/ 12421 h 192524"/>
                <a:gd name="csX320" fmla="*/ 2867 w 347309"/>
                <a:gd name="csY320" fmla="*/ 9555 h 192524"/>
                <a:gd name="csX321" fmla="*/ 2867 w 347309"/>
                <a:gd name="csY321" fmla="*/ 7644 h 192524"/>
                <a:gd name="csX322" fmla="*/ 4300 w 347309"/>
                <a:gd name="csY322" fmla="*/ 6688 h 192524"/>
                <a:gd name="csX323" fmla="*/ 7166 w 347309"/>
                <a:gd name="csY323" fmla="*/ 6210 h 192524"/>
                <a:gd name="csX324" fmla="*/ 10510 w 347309"/>
                <a:gd name="csY324" fmla="*/ 5255 h 192524"/>
                <a:gd name="csX325" fmla="*/ 16721 w 347309"/>
                <a:gd name="csY325" fmla="*/ 1433 h 192524"/>
                <a:gd name="csX326" fmla="*/ 21020 w 347309"/>
                <a:gd name="csY326" fmla="*/ 0 h 192524"/>
                <a:gd name="csX327" fmla="*/ 25320 w 347309"/>
                <a:gd name="csY327" fmla="*/ 478 h 192524"/>
                <a:gd name="csX328" fmla="*/ 35352 w 347309"/>
                <a:gd name="csY328" fmla="*/ 3822 h 192524"/>
                <a:gd name="csX329" fmla="*/ 45384 w 347309"/>
                <a:gd name="csY329" fmla="*/ 8599 h 192524"/>
                <a:gd name="csX330" fmla="*/ 51595 w 347309"/>
                <a:gd name="csY330" fmla="*/ 12421 h 1925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</a:cxnLst>
              <a:rect l="l" t="t" r="r" b="b"/>
              <a:pathLst>
                <a:path w="347309" h="192524">
                  <a:moveTo>
                    <a:pt x="51595" y="12421"/>
                  </a:moveTo>
                  <a:lnTo>
                    <a:pt x="55417" y="13376"/>
                  </a:lnTo>
                  <a:lnTo>
                    <a:pt x="58761" y="11943"/>
                  </a:lnTo>
                  <a:lnTo>
                    <a:pt x="61627" y="12421"/>
                  </a:lnTo>
                  <a:lnTo>
                    <a:pt x="65449" y="15765"/>
                  </a:lnTo>
                  <a:lnTo>
                    <a:pt x="69271" y="20542"/>
                  </a:lnTo>
                  <a:lnTo>
                    <a:pt x="72137" y="22931"/>
                  </a:lnTo>
                  <a:lnTo>
                    <a:pt x="73093" y="23886"/>
                  </a:lnTo>
                  <a:lnTo>
                    <a:pt x="73093" y="25320"/>
                  </a:lnTo>
                  <a:lnTo>
                    <a:pt x="73570" y="28664"/>
                  </a:lnTo>
                  <a:lnTo>
                    <a:pt x="73570" y="30575"/>
                  </a:lnTo>
                  <a:lnTo>
                    <a:pt x="73570" y="32008"/>
                  </a:lnTo>
                  <a:lnTo>
                    <a:pt x="72137" y="35352"/>
                  </a:lnTo>
                  <a:lnTo>
                    <a:pt x="71182" y="39174"/>
                  </a:lnTo>
                  <a:lnTo>
                    <a:pt x="68793" y="42996"/>
                  </a:lnTo>
                  <a:lnTo>
                    <a:pt x="67838" y="45862"/>
                  </a:lnTo>
                  <a:lnTo>
                    <a:pt x="66882" y="49206"/>
                  </a:lnTo>
                  <a:lnTo>
                    <a:pt x="69271" y="47295"/>
                  </a:lnTo>
                  <a:lnTo>
                    <a:pt x="77392" y="35830"/>
                  </a:lnTo>
                  <a:lnTo>
                    <a:pt x="83125" y="37263"/>
                  </a:lnTo>
                  <a:lnTo>
                    <a:pt x="91246" y="35830"/>
                  </a:lnTo>
                  <a:lnTo>
                    <a:pt x="101279" y="31530"/>
                  </a:lnTo>
                  <a:lnTo>
                    <a:pt x="106056" y="30575"/>
                  </a:lnTo>
                  <a:lnTo>
                    <a:pt x="110833" y="31052"/>
                  </a:lnTo>
                  <a:lnTo>
                    <a:pt x="114655" y="32486"/>
                  </a:lnTo>
                  <a:lnTo>
                    <a:pt x="122299" y="38696"/>
                  </a:lnTo>
                  <a:lnTo>
                    <a:pt x="125165" y="41562"/>
                  </a:lnTo>
                  <a:lnTo>
                    <a:pt x="126121" y="43951"/>
                  </a:lnTo>
                  <a:lnTo>
                    <a:pt x="126121" y="45384"/>
                  </a:lnTo>
                  <a:lnTo>
                    <a:pt x="124688" y="47773"/>
                  </a:lnTo>
                  <a:lnTo>
                    <a:pt x="119910" y="46340"/>
                  </a:lnTo>
                  <a:lnTo>
                    <a:pt x="111789" y="44907"/>
                  </a:lnTo>
                  <a:lnTo>
                    <a:pt x="110356" y="44429"/>
                  </a:lnTo>
                  <a:lnTo>
                    <a:pt x="109400" y="44429"/>
                  </a:lnTo>
                  <a:lnTo>
                    <a:pt x="108445" y="45384"/>
                  </a:lnTo>
                  <a:lnTo>
                    <a:pt x="108922" y="48728"/>
                  </a:lnTo>
                  <a:lnTo>
                    <a:pt x="110356" y="49206"/>
                  </a:lnTo>
                  <a:lnTo>
                    <a:pt x="119910" y="50162"/>
                  </a:lnTo>
                  <a:lnTo>
                    <a:pt x="150963" y="60672"/>
                  </a:lnTo>
                  <a:lnTo>
                    <a:pt x="152396" y="63538"/>
                  </a:lnTo>
                  <a:lnTo>
                    <a:pt x="151918" y="65449"/>
                  </a:lnTo>
                  <a:lnTo>
                    <a:pt x="150963" y="66882"/>
                  </a:lnTo>
                  <a:lnTo>
                    <a:pt x="148574" y="69271"/>
                  </a:lnTo>
                  <a:lnTo>
                    <a:pt x="130898" y="71659"/>
                  </a:lnTo>
                  <a:lnTo>
                    <a:pt x="120388" y="69271"/>
                  </a:lnTo>
                  <a:lnTo>
                    <a:pt x="111789" y="65927"/>
                  </a:lnTo>
                  <a:lnTo>
                    <a:pt x="108922" y="66882"/>
                  </a:lnTo>
                  <a:lnTo>
                    <a:pt x="111789" y="71182"/>
                  </a:lnTo>
                  <a:lnTo>
                    <a:pt x="116566" y="72615"/>
                  </a:lnTo>
                  <a:lnTo>
                    <a:pt x="120865" y="75481"/>
                  </a:lnTo>
                  <a:lnTo>
                    <a:pt x="122777" y="77870"/>
                  </a:lnTo>
                  <a:lnTo>
                    <a:pt x="131854" y="79303"/>
                  </a:lnTo>
                  <a:lnTo>
                    <a:pt x="133287" y="81214"/>
                  </a:lnTo>
                  <a:lnTo>
                    <a:pt x="136153" y="85514"/>
                  </a:lnTo>
                  <a:lnTo>
                    <a:pt x="138542" y="85991"/>
                  </a:lnTo>
                  <a:lnTo>
                    <a:pt x="140930" y="88858"/>
                  </a:lnTo>
                  <a:lnTo>
                    <a:pt x="142841" y="94113"/>
                  </a:lnTo>
                  <a:lnTo>
                    <a:pt x="143797" y="95068"/>
                  </a:lnTo>
                  <a:lnTo>
                    <a:pt x="146663" y="94113"/>
                  </a:lnTo>
                  <a:lnTo>
                    <a:pt x="151440" y="98890"/>
                  </a:lnTo>
                  <a:lnTo>
                    <a:pt x="152873" y="101279"/>
                  </a:lnTo>
                  <a:lnTo>
                    <a:pt x="152873" y="103190"/>
                  </a:lnTo>
                  <a:lnTo>
                    <a:pt x="151440" y="105578"/>
                  </a:lnTo>
                  <a:lnTo>
                    <a:pt x="149529" y="109878"/>
                  </a:lnTo>
                  <a:lnTo>
                    <a:pt x="144274" y="114177"/>
                  </a:lnTo>
                  <a:lnTo>
                    <a:pt x="143797" y="115611"/>
                  </a:lnTo>
                  <a:lnTo>
                    <a:pt x="150007" y="115133"/>
                  </a:lnTo>
                  <a:lnTo>
                    <a:pt x="151440" y="115611"/>
                  </a:lnTo>
                  <a:lnTo>
                    <a:pt x="158606" y="123732"/>
                  </a:lnTo>
                  <a:lnTo>
                    <a:pt x="159562" y="123732"/>
                  </a:lnTo>
                  <a:lnTo>
                    <a:pt x="160039" y="122776"/>
                  </a:lnTo>
                  <a:lnTo>
                    <a:pt x="160517" y="119910"/>
                  </a:lnTo>
                  <a:lnTo>
                    <a:pt x="160517" y="117521"/>
                  </a:lnTo>
                  <a:lnTo>
                    <a:pt x="159562" y="113700"/>
                  </a:lnTo>
                  <a:lnTo>
                    <a:pt x="159562" y="111311"/>
                  </a:lnTo>
                  <a:lnTo>
                    <a:pt x="160995" y="109400"/>
                  </a:lnTo>
                  <a:lnTo>
                    <a:pt x="162428" y="108922"/>
                  </a:lnTo>
                  <a:lnTo>
                    <a:pt x="163861" y="108922"/>
                  </a:lnTo>
                  <a:lnTo>
                    <a:pt x="165295" y="109878"/>
                  </a:lnTo>
                  <a:lnTo>
                    <a:pt x="172461" y="119432"/>
                  </a:lnTo>
                  <a:lnTo>
                    <a:pt x="182015" y="114655"/>
                  </a:lnTo>
                  <a:lnTo>
                    <a:pt x="183448" y="117044"/>
                  </a:lnTo>
                  <a:lnTo>
                    <a:pt x="184881" y="120866"/>
                  </a:lnTo>
                  <a:lnTo>
                    <a:pt x="185837" y="121343"/>
                  </a:lnTo>
                  <a:lnTo>
                    <a:pt x="189181" y="113700"/>
                  </a:lnTo>
                  <a:lnTo>
                    <a:pt x="191092" y="111789"/>
                  </a:lnTo>
                  <a:lnTo>
                    <a:pt x="200169" y="120866"/>
                  </a:lnTo>
                  <a:lnTo>
                    <a:pt x="205424" y="122776"/>
                  </a:lnTo>
                  <a:lnTo>
                    <a:pt x="207812" y="125165"/>
                  </a:lnTo>
                  <a:lnTo>
                    <a:pt x="211634" y="127076"/>
                  </a:lnTo>
                  <a:lnTo>
                    <a:pt x="217367" y="128032"/>
                  </a:lnTo>
                  <a:lnTo>
                    <a:pt x="218322" y="124687"/>
                  </a:lnTo>
                  <a:lnTo>
                    <a:pt x="214978" y="120388"/>
                  </a:lnTo>
                  <a:lnTo>
                    <a:pt x="216889" y="117999"/>
                  </a:lnTo>
                  <a:lnTo>
                    <a:pt x="224533" y="114655"/>
                  </a:lnTo>
                  <a:lnTo>
                    <a:pt x="228833" y="115133"/>
                  </a:lnTo>
                  <a:lnTo>
                    <a:pt x="236476" y="109878"/>
                  </a:lnTo>
                  <a:lnTo>
                    <a:pt x="241253" y="108922"/>
                  </a:lnTo>
                  <a:lnTo>
                    <a:pt x="244120" y="108922"/>
                  </a:lnTo>
                  <a:lnTo>
                    <a:pt x="253197" y="101279"/>
                  </a:lnTo>
                  <a:lnTo>
                    <a:pt x="255585" y="99846"/>
                  </a:lnTo>
                  <a:lnTo>
                    <a:pt x="257496" y="96979"/>
                  </a:lnTo>
                  <a:lnTo>
                    <a:pt x="260840" y="97457"/>
                  </a:lnTo>
                  <a:lnTo>
                    <a:pt x="270873" y="101756"/>
                  </a:lnTo>
                  <a:lnTo>
                    <a:pt x="273739" y="101756"/>
                  </a:lnTo>
                  <a:lnTo>
                    <a:pt x="284727" y="96979"/>
                  </a:lnTo>
                  <a:lnTo>
                    <a:pt x="288549" y="96024"/>
                  </a:lnTo>
                  <a:lnTo>
                    <a:pt x="292370" y="96024"/>
                  </a:lnTo>
                  <a:lnTo>
                    <a:pt x="302403" y="98890"/>
                  </a:lnTo>
                  <a:lnTo>
                    <a:pt x="310047" y="101756"/>
                  </a:lnTo>
                  <a:lnTo>
                    <a:pt x="312435" y="103190"/>
                  </a:lnTo>
                  <a:lnTo>
                    <a:pt x="311480" y="107011"/>
                  </a:lnTo>
                  <a:lnTo>
                    <a:pt x="311957" y="107967"/>
                  </a:lnTo>
                  <a:lnTo>
                    <a:pt x="312913" y="108922"/>
                  </a:lnTo>
                  <a:lnTo>
                    <a:pt x="315301" y="109878"/>
                  </a:lnTo>
                  <a:lnTo>
                    <a:pt x="324856" y="109878"/>
                  </a:lnTo>
                  <a:lnTo>
                    <a:pt x="328678" y="110833"/>
                  </a:lnTo>
                  <a:lnTo>
                    <a:pt x="332022" y="114177"/>
                  </a:lnTo>
                  <a:lnTo>
                    <a:pt x="332977" y="115611"/>
                  </a:lnTo>
                  <a:lnTo>
                    <a:pt x="332977" y="117044"/>
                  </a:lnTo>
                  <a:lnTo>
                    <a:pt x="329633" y="120866"/>
                  </a:lnTo>
                  <a:lnTo>
                    <a:pt x="330111" y="121821"/>
                  </a:lnTo>
                  <a:lnTo>
                    <a:pt x="333455" y="122776"/>
                  </a:lnTo>
                  <a:lnTo>
                    <a:pt x="340621" y="123254"/>
                  </a:lnTo>
                  <a:lnTo>
                    <a:pt x="342054" y="124210"/>
                  </a:lnTo>
                  <a:lnTo>
                    <a:pt x="343488" y="128509"/>
                  </a:lnTo>
                  <a:lnTo>
                    <a:pt x="344921" y="135197"/>
                  </a:lnTo>
                  <a:lnTo>
                    <a:pt x="344921" y="137586"/>
                  </a:lnTo>
                  <a:lnTo>
                    <a:pt x="342532" y="141886"/>
                  </a:lnTo>
                  <a:lnTo>
                    <a:pt x="335844" y="147618"/>
                  </a:lnTo>
                  <a:lnTo>
                    <a:pt x="328200" y="152396"/>
                  </a:lnTo>
                  <a:lnTo>
                    <a:pt x="327723" y="153829"/>
                  </a:lnTo>
                  <a:lnTo>
                    <a:pt x="330111" y="155740"/>
                  </a:lnTo>
                  <a:lnTo>
                    <a:pt x="332500" y="156695"/>
                  </a:lnTo>
                  <a:lnTo>
                    <a:pt x="334411" y="156695"/>
                  </a:lnTo>
                  <a:lnTo>
                    <a:pt x="340621" y="154784"/>
                  </a:lnTo>
                  <a:lnTo>
                    <a:pt x="342054" y="154784"/>
                  </a:lnTo>
                  <a:lnTo>
                    <a:pt x="344921" y="156695"/>
                  </a:lnTo>
                  <a:lnTo>
                    <a:pt x="345876" y="159084"/>
                  </a:lnTo>
                  <a:lnTo>
                    <a:pt x="347309" y="161950"/>
                  </a:lnTo>
                  <a:lnTo>
                    <a:pt x="344921" y="164339"/>
                  </a:lnTo>
                  <a:lnTo>
                    <a:pt x="336322" y="167683"/>
                  </a:lnTo>
                  <a:lnTo>
                    <a:pt x="331066" y="163383"/>
                  </a:lnTo>
                  <a:lnTo>
                    <a:pt x="329633" y="162428"/>
                  </a:lnTo>
                  <a:lnTo>
                    <a:pt x="328200" y="162906"/>
                  </a:lnTo>
                  <a:lnTo>
                    <a:pt x="329156" y="164817"/>
                  </a:lnTo>
                  <a:lnTo>
                    <a:pt x="331544" y="168161"/>
                  </a:lnTo>
                  <a:lnTo>
                    <a:pt x="332500" y="170072"/>
                  </a:lnTo>
                  <a:lnTo>
                    <a:pt x="331544" y="171505"/>
                  </a:lnTo>
                  <a:lnTo>
                    <a:pt x="331066" y="173416"/>
                  </a:lnTo>
                  <a:lnTo>
                    <a:pt x="331066" y="176760"/>
                  </a:lnTo>
                  <a:lnTo>
                    <a:pt x="331066" y="179626"/>
                  </a:lnTo>
                  <a:lnTo>
                    <a:pt x="330111" y="184881"/>
                  </a:lnTo>
                  <a:lnTo>
                    <a:pt x="329633" y="184881"/>
                  </a:lnTo>
                  <a:lnTo>
                    <a:pt x="311002" y="186314"/>
                  </a:lnTo>
                  <a:lnTo>
                    <a:pt x="308613" y="186792"/>
                  </a:lnTo>
                  <a:lnTo>
                    <a:pt x="303358" y="190614"/>
                  </a:lnTo>
                  <a:lnTo>
                    <a:pt x="299536" y="192047"/>
                  </a:lnTo>
                  <a:lnTo>
                    <a:pt x="296670" y="192525"/>
                  </a:lnTo>
                  <a:lnTo>
                    <a:pt x="294282" y="192047"/>
                  </a:lnTo>
                  <a:lnTo>
                    <a:pt x="287593" y="188225"/>
                  </a:lnTo>
                  <a:lnTo>
                    <a:pt x="282816" y="188703"/>
                  </a:lnTo>
                  <a:lnTo>
                    <a:pt x="280905" y="188703"/>
                  </a:lnTo>
                  <a:lnTo>
                    <a:pt x="277083" y="186314"/>
                  </a:lnTo>
                  <a:lnTo>
                    <a:pt x="276128" y="184881"/>
                  </a:lnTo>
                  <a:lnTo>
                    <a:pt x="274694" y="181537"/>
                  </a:lnTo>
                  <a:lnTo>
                    <a:pt x="273261" y="177238"/>
                  </a:lnTo>
                  <a:lnTo>
                    <a:pt x="273739" y="174849"/>
                  </a:lnTo>
                  <a:lnTo>
                    <a:pt x="274217" y="171027"/>
                  </a:lnTo>
                  <a:lnTo>
                    <a:pt x="273739" y="169116"/>
                  </a:lnTo>
                  <a:lnTo>
                    <a:pt x="272784" y="168639"/>
                  </a:lnTo>
                  <a:lnTo>
                    <a:pt x="271350" y="168161"/>
                  </a:lnTo>
                  <a:lnTo>
                    <a:pt x="267528" y="164339"/>
                  </a:lnTo>
                  <a:lnTo>
                    <a:pt x="265618" y="162906"/>
                  </a:lnTo>
                  <a:lnTo>
                    <a:pt x="265140" y="163383"/>
                  </a:lnTo>
                  <a:lnTo>
                    <a:pt x="265618" y="166728"/>
                  </a:lnTo>
                  <a:lnTo>
                    <a:pt x="266095" y="167683"/>
                  </a:lnTo>
                  <a:lnTo>
                    <a:pt x="268484" y="170072"/>
                  </a:lnTo>
                  <a:lnTo>
                    <a:pt x="268962" y="172460"/>
                  </a:lnTo>
                  <a:lnTo>
                    <a:pt x="268006" y="179148"/>
                  </a:lnTo>
                  <a:lnTo>
                    <a:pt x="267528" y="180104"/>
                  </a:lnTo>
                  <a:lnTo>
                    <a:pt x="265140" y="184881"/>
                  </a:lnTo>
                  <a:lnTo>
                    <a:pt x="263229" y="186314"/>
                  </a:lnTo>
                  <a:lnTo>
                    <a:pt x="258452" y="186314"/>
                  </a:lnTo>
                  <a:lnTo>
                    <a:pt x="251286" y="189659"/>
                  </a:lnTo>
                  <a:lnTo>
                    <a:pt x="247464" y="190136"/>
                  </a:lnTo>
                  <a:lnTo>
                    <a:pt x="242686" y="189181"/>
                  </a:lnTo>
                  <a:lnTo>
                    <a:pt x="239820" y="187748"/>
                  </a:lnTo>
                  <a:lnTo>
                    <a:pt x="237909" y="185837"/>
                  </a:lnTo>
                  <a:lnTo>
                    <a:pt x="235998" y="183448"/>
                  </a:lnTo>
                  <a:lnTo>
                    <a:pt x="235043" y="183448"/>
                  </a:lnTo>
                  <a:lnTo>
                    <a:pt x="234565" y="188703"/>
                  </a:lnTo>
                  <a:lnTo>
                    <a:pt x="233610" y="189181"/>
                  </a:lnTo>
                  <a:lnTo>
                    <a:pt x="231699" y="189181"/>
                  </a:lnTo>
                  <a:lnTo>
                    <a:pt x="229310" y="187748"/>
                  </a:lnTo>
                  <a:lnTo>
                    <a:pt x="227399" y="183926"/>
                  </a:lnTo>
                  <a:lnTo>
                    <a:pt x="226921" y="183926"/>
                  </a:lnTo>
                  <a:lnTo>
                    <a:pt x="226444" y="185837"/>
                  </a:lnTo>
                  <a:lnTo>
                    <a:pt x="225966" y="187748"/>
                  </a:lnTo>
                  <a:lnTo>
                    <a:pt x="225488" y="188225"/>
                  </a:lnTo>
                  <a:lnTo>
                    <a:pt x="220233" y="190614"/>
                  </a:lnTo>
                  <a:lnTo>
                    <a:pt x="217367" y="190614"/>
                  </a:lnTo>
                  <a:lnTo>
                    <a:pt x="214023" y="187748"/>
                  </a:lnTo>
                  <a:lnTo>
                    <a:pt x="212112" y="188225"/>
                  </a:lnTo>
                  <a:lnTo>
                    <a:pt x="209723" y="189659"/>
                  </a:lnTo>
                  <a:lnTo>
                    <a:pt x="203035" y="186792"/>
                  </a:lnTo>
                  <a:lnTo>
                    <a:pt x="201602" y="186792"/>
                  </a:lnTo>
                  <a:lnTo>
                    <a:pt x="203035" y="191092"/>
                  </a:lnTo>
                  <a:lnTo>
                    <a:pt x="201124" y="192047"/>
                  </a:lnTo>
                  <a:lnTo>
                    <a:pt x="196347" y="192047"/>
                  </a:lnTo>
                  <a:lnTo>
                    <a:pt x="189181" y="190614"/>
                  </a:lnTo>
                  <a:lnTo>
                    <a:pt x="184881" y="192525"/>
                  </a:lnTo>
                  <a:lnTo>
                    <a:pt x="176282" y="191092"/>
                  </a:lnTo>
                  <a:lnTo>
                    <a:pt x="168161" y="191092"/>
                  </a:lnTo>
                  <a:lnTo>
                    <a:pt x="166728" y="190136"/>
                  </a:lnTo>
                  <a:lnTo>
                    <a:pt x="165772" y="187748"/>
                  </a:lnTo>
                  <a:lnTo>
                    <a:pt x="165772" y="185837"/>
                  </a:lnTo>
                  <a:lnTo>
                    <a:pt x="165772" y="182970"/>
                  </a:lnTo>
                  <a:lnTo>
                    <a:pt x="167205" y="179148"/>
                  </a:lnTo>
                  <a:lnTo>
                    <a:pt x="169116" y="173894"/>
                  </a:lnTo>
                  <a:lnTo>
                    <a:pt x="170072" y="171027"/>
                  </a:lnTo>
                  <a:lnTo>
                    <a:pt x="168161" y="169594"/>
                  </a:lnTo>
                  <a:lnTo>
                    <a:pt x="166728" y="168161"/>
                  </a:lnTo>
                  <a:lnTo>
                    <a:pt x="166250" y="167683"/>
                  </a:lnTo>
                  <a:lnTo>
                    <a:pt x="162906" y="170072"/>
                  </a:lnTo>
                  <a:lnTo>
                    <a:pt x="160995" y="175804"/>
                  </a:lnTo>
                  <a:lnTo>
                    <a:pt x="159562" y="177715"/>
                  </a:lnTo>
                  <a:lnTo>
                    <a:pt x="159084" y="176282"/>
                  </a:lnTo>
                  <a:lnTo>
                    <a:pt x="158606" y="172460"/>
                  </a:lnTo>
                  <a:lnTo>
                    <a:pt x="158129" y="170549"/>
                  </a:lnTo>
                  <a:lnTo>
                    <a:pt x="157173" y="171027"/>
                  </a:lnTo>
                  <a:lnTo>
                    <a:pt x="156218" y="171983"/>
                  </a:lnTo>
                  <a:lnTo>
                    <a:pt x="155740" y="173416"/>
                  </a:lnTo>
                  <a:lnTo>
                    <a:pt x="154307" y="174371"/>
                  </a:lnTo>
                  <a:lnTo>
                    <a:pt x="152873" y="173894"/>
                  </a:lnTo>
                  <a:lnTo>
                    <a:pt x="152396" y="174849"/>
                  </a:lnTo>
                  <a:lnTo>
                    <a:pt x="152873" y="177238"/>
                  </a:lnTo>
                  <a:lnTo>
                    <a:pt x="152873" y="179148"/>
                  </a:lnTo>
                  <a:lnTo>
                    <a:pt x="152873" y="181060"/>
                  </a:lnTo>
                  <a:lnTo>
                    <a:pt x="151440" y="182970"/>
                  </a:lnTo>
                  <a:lnTo>
                    <a:pt x="147619" y="185837"/>
                  </a:lnTo>
                  <a:lnTo>
                    <a:pt x="145707" y="186792"/>
                  </a:lnTo>
                  <a:lnTo>
                    <a:pt x="139975" y="187270"/>
                  </a:lnTo>
                  <a:lnTo>
                    <a:pt x="136631" y="186314"/>
                  </a:lnTo>
                  <a:lnTo>
                    <a:pt x="129942" y="182970"/>
                  </a:lnTo>
                  <a:lnTo>
                    <a:pt x="126121" y="182970"/>
                  </a:lnTo>
                  <a:lnTo>
                    <a:pt x="121343" y="177238"/>
                  </a:lnTo>
                  <a:lnTo>
                    <a:pt x="117999" y="175804"/>
                  </a:lnTo>
                  <a:lnTo>
                    <a:pt x="117999" y="173894"/>
                  </a:lnTo>
                  <a:lnTo>
                    <a:pt x="119432" y="170072"/>
                  </a:lnTo>
                  <a:lnTo>
                    <a:pt x="119432" y="168639"/>
                  </a:lnTo>
                  <a:lnTo>
                    <a:pt x="114655" y="174371"/>
                  </a:lnTo>
                  <a:lnTo>
                    <a:pt x="113700" y="176282"/>
                  </a:lnTo>
                  <a:lnTo>
                    <a:pt x="114655" y="180582"/>
                  </a:lnTo>
                  <a:lnTo>
                    <a:pt x="113700" y="180582"/>
                  </a:lnTo>
                  <a:lnTo>
                    <a:pt x="110356" y="179148"/>
                  </a:lnTo>
                  <a:lnTo>
                    <a:pt x="107012" y="180104"/>
                  </a:lnTo>
                  <a:lnTo>
                    <a:pt x="106056" y="180104"/>
                  </a:lnTo>
                  <a:lnTo>
                    <a:pt x="104145" y="176760"/>
                  </a:lnTo>
                  <a:lnTo>
                    <a:pt x="99846" y="173894"/>
                  </a:lnTo>
                  <a:lnTo>
                    <a:pt x="97935" y="170549"/>
                  </a:lnTo>
                  <a:lnTo>
                    <a:pt x="95068" y="159562"/>
                  </a:lnTo>
                  <a:lnTo>
                    <a:pt x="93635" y="152396"/>
                  </a:lnTo>
                  <a:lnTo>
                    <a:pt x="94113" y="150962"/>
                  </a:lnTo>
                  <a:lnTo>
                    <a:pt x="96024" y="149052"/>
                  </a:lnTo>
                  <a:lnTo>
                    <a:pt x="95546" y="147141"/>
                  </a:lnTo>
                  <a:lnTo>
                    <a:pt x="93157" y="143319"/>
                  </a:lnTo>
                  <a:lnTo>
                    <a:pt x="90291" y="139975"/>
                  </a:lnTo>
                  <a:lnTo>
                    <a:pt x="89813" y="137586"/>
                  </a:lnTo>
                  <a:lnTo>
                    <a:pt x="89335" y="134720"/>
                  </a:lnTo>
                  <a:lnTo>
                    <a:pt x="88858" y="131376"/>
                  </a:lnTo>
                  <a:lnTo>
                    <a:pt x="88858" y="128987"/>
                  </a:lnTo>
                  <a:lnTo>
                    <a:pt x="89335" y="127076"/>
                  </a:lnTo>
                  <a:lnTo>
                    <a:pt x="90769" y="121821"/>
                  </a:lnTo>
                  <a:lnTo>
                    <a:pt x="95068" y="112266"/>
                  </a:lnTo>
                  <a:lnTo>
                    <a:pt x="95546" y="110355"/>
                  </a:lnTo>
                  <a:lnTo>
                    <a:pt x="96024" y="108922"/>
                  </a:lnTo>
                  <a:lnTo>
                    <a:pt x="95546" y="103667"/>
                  </a:lnTo>
                  <a:lnTo>
                    <a:pt x="94590" y="98412"/>
                  </a:lnTo>
                  <a:lnTo>
                    <a:pt x="93635" y="95068"/>
                  </a:lnTo>
                  <a:lnTo>
                    <a:pt x="91246" y="89813"/>
                  </a:lnTo>
                  <a:lnTo>
                    <a:pt x="87902" y="84558"/>
                  </a:lnTo>
                  <a:lnTo>
                    <a:pt x="83125" y="74526"/>
                  </a:lnTo>
                  <a:lnTo>
                    <a:pt x="79781" y="67360"/>
                  </a:lnTo>
                  <a:lnTo>
                    <a:pt x="75481" y="56372"/>
                  </a:lnTo>
                  <a:lnTo>
                    <a:pt x="73570" y="55417"/>
                  </a:lnTo>
                  <a:lnTo>
                    <a:pt x="71182" y="55894"/>
                  </a:lnTo>
                  <a:lnTo>
                    <a:pt x="66405" y="59716"/>
                  </a:lnTo>
                  <a:lnTo>
                    <a:pt x="64493" y="61627"/>
                  </a:lnTo>
                  <a:lnTo>
                    <a:pt x="64493" y="62583"/>
                  </a:lnTo>
                  <a:lnTo>
                    <a:pt x="60672" y="63060"/>
                  </a:lnTo>
                  <a:lnTo>
                    <a:pt x="50162" y="62105"/>
                  </a:lnTo>
                  <a:lnTo>
                    <a:pt x="45862" y="60672"/>
                  </a:lnTo>
                  <a:lnTo>
                    <a:pt x="42996" y="61149"/>
                  </a:lnTo>
                  <a:lnTo>
                    <a:pt x="37741" y="64016"/>
                  </a:lnTo>
                  <a:lnTo>
                    <a:pt x="32486" y="63538"/>
                  </a:lnTo>
                  <a:lnTo>
                    <a:pt x="29142" y="55894"/>
                  </a:lnTo>
                  <a:lnTo>
                    <a:pt x="21020" y="51595"/>
                  </a:lnTo>
                  <a:lnTo>
                    <a:pt x="18632" y="49206"/>
                  </a:lnTo>
                  <a:lnTo>
                    <a:pt x="17198" y="46340"/>
                  </a:lnTo>
                  <a:lnTo>
                    <a:pt x="17676" y="43951"/>
                  </a:lnTo>
                  <a:lnTo>
                    <a:pt x="21976" y="42040"/>
                  </a:lnTo>
                  <a:lnTo>
                    <a:pt x="23886" y="40129"/>
                  </a:lnTo>
                  <a:lnTo>
                    <a:pt x="24842" y="38696"/>
                  </a:lnTo>
                  <a:lnTo>
                    <a:pt x="20542" y="40129"/>
                  </a:lnTo>
                  <a:lnTo>
                    <a:pt x="18632" y="39652"/>
                  </a:lnTo>
                  <a:lnTo>
                    <a:pt x="5255" y="29141"/>
                  </a:lnTo>
                  <a:lnTo>
                    <a:pt x="1433" y="27231"/>
                  </a:lnTo>
                  <a:lnTo>
                    <a:pt x="478" y="26275"/>
                  </a:lnTo>
                  <a:lnTo>
                    <a:pt x="0" y="25320"/>
                  </a:lnTo>
                  <a:lnTo>
                    <a:pt x="0" y="23409"/>
                  </a:lnTo>
                  <a:lnTo>
                    <a:pt x="478" y="21020"/>
                  </a:lnTo>
                  <a:lnTo>
                    <a:pt x="4300" y="24364"/>
                  </a:lnTo>
                  <a:lnTo>
                    <a:pt x="6210" y="24364"/>
                  </a:lnTo>
                  <a:lnTo>
                    <a:pt x="9077" y="23409"/>
                  </a:lnTo>
                  <a:lnTo>
                    <a:pt x="10032" y="21498"/>
                  </a:lnTo>
                  <a:lnTo>
                    <a:pt x="9555" y="20542"/>
                  </a:lnTo>
                  <a:lnTo>
                    <a:pt x="4777" y="17198"/>
                  </a:lnTo>
                  <a:lnTo>
                    <a:pt x="2867" y="14332"/>
                  </a:lnTo>
                  <a:lnTo>
                    <a:pt x="1911" y="12421"/>
                  </a:lnTo>
                  <a:lnTo>
                    <a:pt x="2867" y="9555"/>
                  </a:lnTo>
                  <a:lnTo>
                    <a:pt x="2867" y="7644"/>
                  </a:lnTo>
                  <a:lnTo>
                    <a:pt x="4300" y="6688"/>
                  </a:lnTo>
                  <a:lnTo>
                    <a:pt x="7166" y="6210"/>
                  </a:lnTo>
                  <a:lnTo>
                    <a:pt x="10510" y="5255"/>
                  </a:lnTo>
                  <a:lnTo>
                    <a:pt x="16721" y="1433"/>
                  </a:lnTo>
                  <a:lnTo>
                    <a:pt x="21020" y="0"/>
                  </a:lnTo>
                  <a:lnTo>
                    <a:pt x="25320" y="478"/>
                  </a:lnTo>
                  <a:lnTo>
                    <a:pt x="35352" y="3822"/>
                  </a:lnTo>
                  <a:lnTo>
                    <a:pt x="45384" y="8599"/>
                  </a:lnTo>
                  <a:lnTo>
                    <a:pt x="51595" y="124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6" name="Freeform 3605">
              <a:extLst>
                <a:ext uri="{FF2B5EF4-FFF2-40B4-BE49-F238E27FC236}">
                  <a16:creationId xmlns:a16="http://schemas.microsoft.com/office/drawing/2014/main" id="{F6CED657-69B4-DE85-5634-1FFF5FC98489}"/>
                </a:ext>
              </a:extLst>
            </p:cNvPr>
            <p:cNvSpPr/>
            <p:nvPr/>
          </p:nvSpPr>
          <p:spPr>
            <a:xfrm>
              <a:off x="3606551" y="2485746"/>
              <a:ext cx="26752" cy="14809"/>
            </a:xfrm>
            <a:custGeom>
              <a:avLst/>
              <a:gdLst>
                <a:gd name="csX0" fmla="*/ 25320 w 26752"/>
                <a:gd name="csY0" fmla="*/ 11943 h 14809"/>
                <a:gd name="csX1" fmla="*/ 21976 w 26752"/>
                <a:gd name="csY1" fmla="*/ 14810 h 14809"/>
                <a:gd name="csX2" fmla="*/ 1433 w 26752"/>
                <a:gd name="csY2" fmla="*/ 10988 h 14809"/>
                <a:gd name="csX3" fmla="*/ 478 w 26752"/>
                <a:gd name="csY3" fmla="*/ 9555 h 14809"/>
                <a:gd name="csX4" fmla="*/ 0 w 26752"/>
                <a:gd name="csY4" fmla="*/ 8121 h 14809"/>
                <a:gd name="csX5" fmla="*/ 3822 w 26752"/>
                <a:gd name="csY5" fmla="*/ 3344 h 14809"/>
                <a:gd name="csX6" fmla="*/ 8121 w 26752"/>
                <a:gd name="csY6" fmla="*/ 1433 h 14809"/>
                <a:gd name="csX7" fmla="*/ 18631 w 26752"/>
                <a:gd name="csY7" fmla="*/ 0 h 14809"/>
                <a:gd name="csX8" fmla="*/ 22453 w 26752"/>
                <a:gd name="csY8" fmla="*/ 1911 h 14809"/>
                <a:gd name="csX9" fmla="*/ 24842 w 26752"/>
                <a:gd name="csY9" fmla="*/ 3822 h 14809"/>
                <a:gd name="csX10" fmla="*/ 25797 w 26752"/>
                <a:gd name="csY10" fmla="*/ 5733 h 14809"/>
                <a:gd name="csX11" fmla="*/ 26753 w 26752"/>
                <a:gd name="csY11" fmla="*/ 9077 h 14809"/>
                <a:gd name="csX12" fmla="*/ 25320 w 26752"/>
                <a:gd name="csY12" fmla="*/ 11943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6752" h="14809">
                  <a:moveTo>
                    <a:pt x="25320" y="11943"/>
                  </a:moveTo>
                  <a:lnTo>
                    <a:pt x="21976" y="14810"/>
                  </a:lnTo>
                  <a:lnTo>
                    <a:pt x="1433" y="10988"/>
                  </a:lnTo>
                  <a:lnTo>
                    <a:pt x="478" y="9555"/>
                  </a:lnTo>
                  <a:lnTo>
                    <a:pt x="0" y="8121"/>
                  </a:lnTo>
                  <a:lnTo>
                    <a:pt x="3822" y="3344"/>
                  </a:lnTo>
                  <a:lnTo>
                    <a:pt x="8121" y="1433"/>
                  </a:lnTo>
                  <a:lnTo>
                    <a:pt x="18631" y="0"/>
                  </a:lnTo>
                  <a:lnTo>
                    <a:pt x="22453" y="1911"/>
                  </a:lnTo>
                  <a:lnTo>
                    <a:pt x="24842" y="3822"/>
                  </a:lnTo>
                  <a:lnTo>
                    <a:pt x="25797" y="5733"/>
                  </a:lnTo>
                  <a:lnTo>
                    <a:pt x="26753" y="9077"/>
                  </a:lnTo>
                  <a:lnTo>
                    <a:pt x="25320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7" name="Freeform 3606">
              <a:extLst>
                <a:ext uri="{FF2B5EF4-FFF2-40B4-BE49-F238E27FC236}">
                  <a16:creationId xmlns:a16="http://schemas.microsoft.com/office/drawing/2014/main" id="{CF57749C-E056-AD79-0EFB-F5C2333095A0}"/>
                </a:ext>
              </a:extLst>
            </p:cNvPr>
            <p:cNvSpPr/>
            <p:nvPr/>
          </p:nvSpPr>
          <p:spPr>
            <a:xfrm>
              <a:off x="4087624" y="2490523"/>
              <a:ext cx="17198" cy="27708"/>
            </a:xfrm>
            <a:custGeom>
              <a:avLst/>
              <a:gdLst>
                <a:gd name="csX0" fmla="*/ 16721 w 17198"/>
                <a:gd name="csY0" fmla="*/ 25797 h 27708"/>
                <a:gd name="csX1" fmla="*/ 15765 w 17198"/>
                <a:gd name="csY1" fmla="*/ 26753 h 27708"/>
                <a:gd name="csX2" fmla="*/ 12899 w 17198"/>
                <a:gd name="csY2" fmla="*/ 26275 h 27708"/>
                <a:gd name="csX3" fmla="*/ 11943 w 17198"/>
                <a:gd name="csY3" fmla="*/ 27708 h 27708"/>
                <a:gd name="csX4" fmla="*/ 10032 w 17198"/>
                <a:gd name="csY4" fmla="*/ 26753 h 27708"/>
                <a:gd name="csX5" fmla="*/ 8121 w 17198"/>
                <a:gd name="csY5" fmla="*/ 24842 h 27708"/>
                <a:gd name="csX6" fmla="*/ 5733 w 17198"/>
                <a:gd name="csY6" fmla="*/ 20065 h 27708"/>
                <a:gd name="csX7" fmla="*/ 2389 w 17198"/>
                <a:gd name="csY7" fmla="*/ 13854 h 27708"/>
                <a:gd name="csX8" fmla="*/ 478 w 17198"/>
                <a:gd name="csY8" fmla="*/ 8121 h 27708"/>
                <a:gd name="csX9" fmla="*/ 0 w 17198"/>
                <a:gd name="csY9" fmla="*/ 6688 h 27708"/>
                <a:gd name="csX10" fmla="*/ 956 w 17198"/>
                <a:gd name="csY10" fmla="*/ 3822 h 27708"/>
                <a:gd name="csX11" fmla="*/ 3344 w 17198"/>
                <a:gd name="csY11" fmla="*/ 1911 h 27708"/>
                <a:gd name="csX12" fmla="*/ 8599 w 17198"/>
                <a:gd name="csY12" fmla="*/ 0 h 27708"/>
                <a:gd name="csX13" fmla="*/ 12421 w 17198"/>
                <a:gd name="csY13" fmla="*/ 0 h 27708"/>
                <a:gd name="csX14" fmla="*/ 15765 w 17198"/>
                <a:gd name="csY14" fmla="*/ 4300 h 27708"/>
                <a:gd name="csX15" fmla="*/ 16721 w 17198"/>
                <a:gd name="csY15" fmla="*/ 5733 h 27708"/>
                <a:gd name="csX16" fmla="*/ 17198 w 17198"/>
                <a:gd name="csY16" fmla="*/ 7644 h 27708"/>
                <a:gd name="csX17" fmla="*/ 17198 w 17198"/>
                <a:gd name="csY17" fmla="*/ 9077 h 27708"/>
                <a:gd name="csX18" fmla="*/ 17198 w 17198"/>
                <a:gd name="csY18" fmla="*/ 10510 h 27708"/>
                <a:gd name="csX19" fmla="*/ 15287 w 17198"/>
                <a:gd name="csY19" fmla="*/ 13854 h 27708"/>
                <a:gd name="csX20" fmla="*/ 14810 w 17198"/>
                <a:gd name="csY20" fmla="*/ 16243 h 27708"/>
                <a:gd name="csX21" fmla="*/ 14810 w 17198"/>
                <a:gd name="csY21" fmla="*/ 18631 h 27708"/>
                <a:gd name="csX22" fmla="*/ 15287 w 17198"/>
                <a:gd name="csY22" fmla="*/ 21976 h 27708"/>
                <a:gd name="csX23" fmla="*/ 15765 w 17198"/>
                <a:gd name="csY23" fmla="*/ 23886 h 27708"/>
                <a:gd name="csX24" fmla="*/ 16721 w 17198"/>
                <a:gd name="csY24" fmla="*/ 24842 h 27708"/>
                <a:gd name="csX25" fmla="*/ 16721 w 17198"/>
                <a:gd name="csY25" fmla="*/ 25797 h 27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7198" h="27708">
                  <a:moveTo>
                    <a:pt x="16721" y="25797"/>
                  </a:moveTo>
                  <a:lnTo>
                    <a:pt x="15765" y="26753"/>
                  </a:lnTo>
                  <a:lnTo>
                    <a:pt x="12899" y="26275"/>
                  </a:lnTo>
                  <a:lnTo>
                    <a:pt x="11943" y="27708"/>
                  </a:lnTo>
                  <a:lnTo>
                    <a:pt x="10032" y="26753"/>
                  </a:lnTo>
                  <a:lnTo>
                    <a:pt x="8121" y="24842"/>
                  </a:lnTo>
                  <a:lnTo>
                    <a:pt x="5733" y="20065"/>
                  </a:lnTo>
                  <a:lnTo>
                    <a:pt x="2389" y="13854"/>
                  </a:lnTo>
                  <a:lnTo>
                    <a:pt x="478" y="8121"/>
                  </a:lnTo>
                  <a:lnTo>
                    <a:pt x="0" y="6688"/>
                  </a:lnTo>
                  <a:lnTo>
                    <a:pt x="956" y="3822"/>
                  </a:lnTo>
                  <a:lnTo>
                    <a:pt x="3344" y="1911"/>
                  </a:lnTo>
                  <a:lnTo>
                    <a:pt x="8599" y="0"/>
                  </a:lnTo>
                  <a:lnTo>
                    <a:pt x="12421" y="0"/>
                  </a:lnTo>
                  <a:lnTo>
                    <a:pt x="15765" y="4300"/>
                  </a:lnTo>
                  <a:lnTo>
                    <a:pt x="16721" y="5733"/>
                  </a:lnTo>
                  <a:lnTo>
                    <a:pt x="17198" y="7644"/>
                  </a:lnTo>
                  <a:lnTo>
                    <a:pt x="17198" y="9077"/>
                  </a:lnTo>
                  <a:lnTo>
                    <a:pt x="17198" y="10510"/>
                  </a:lnTo>
                  <a:lnTo>
                    <a:pt x="15287" y="13854"/>
                  </a:lnTo>
                  <a:lnTo>
                    <a:pt x="14810" y="16243"/>
                  </a:lnTo>
                  <a:lnTo>
                    <a:pt x="14810" y="18631"/>
                  </a:lnTo>
                  <a:lnTo>
                    <a:pt x="15287" y="21976"/>
                  </a:lnTo>
                  <a:lnTo>
                    <a:pt x="15765" y="23886"/>
                  </a:lnTo>
                  <a:lnTo>
                    <a:pt x="16721" y="24842"/>
                  </a:lnTo>
                  <a:lnTo>
                    <a:pt x="16721" y="2579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8" name="Freeform 3607">
              <a:extLst>
                <a:ext uri="{FF2B5EF4-FFF2-40B4-BE49-F238E27FC236}">
                  <a16:creationId xmlns:a16="http://schemas.microsoft.com/office/drawing/2014/main" id="{1A955FE7-FB85-D87B-7DAF-B96AFC3F36CE}"/>
                </a:ext>
              </a:extLst>
            </p:cNvPr>
            <p:cNvSpPr/>
            <p:nvPr/>
          </p:nvSpPr>
          <p:spPr>
            <a:xfrm>
              <a:off x="3551612" y="2491478"/>
              <a:ext cx="240297" cy="177715"/>
            </a:xfrm>
            <a:custGeom>
              <a:avLst/>
              <a:gdLst>
                <a:gd name="csX0" fmla="*/ 184404 w 240297"/>
                <a:gd name="csY0" fmla="*/ 59716 h 177715"/>
                <a:gd name="csX1" fmla="*/ 187270 w 240297"/>
                <a:gd name="csY1" fmla="*/ 59716 h 177715"/>
                <a:gd name="csX2" fmla="*/ 190136 w 240297"/>
                <a:gd name="csY2" fmla="*/ 58761 h 177715"/>
                <a:gd name="csX3" fmla="*/ 193480 w 240297"/>
                <a:gd name="csY3" fmla="*/ 59238 h 177715"/>
                <a:gd name="csX4" fmla="*/ 194914 w 240297"/>
                <a:gd name="csY4" fmla="*/ 61149 h 177715"/>
                <a:gd name="csX5" fmla="*/ 195869 w 240297"/>
                <a:gd name="csY5" fmla="*/ 64016 h 177715"/>
                <a:gd name="csX6" fmla="*/ 195869 w 240297"/>
                <a:gd name="csY6" fmla="*/ 65927 h 177715"/>
                <a:gd name="csX7" fmla="*/ 195869 w 240297"/>
                <a:gd name="csY7" fmla="*/ 67360 h 177715"/>
                <a:gd name="csX8" fmla="*/ 195391 w 240297"/>
                <a:gd name="csY8" fmla="*/ 68315 h 177715"/>
                <a:gd name="csX9" fmla="*/ 191092 w 240297"/>
                <a:gd name="csY9" fmla="*/ 75959 h 177715"/>
                <a:gd name="csX10" fmla="*/ 190136 w 240297"/>
                <a:gd name="csY10" fmla="*/ 78348 h 177715"/>
                <a:gd name="csX11" fmla="*/ 191092 w 240297"/>
                <a:gd name="csY11" fmla="*/ 78825 h 177715"/>
                <a:gd name="csX12" fmla="*/ 192047 w 240297"/>
                <a:gd name="csY12" fmla="*/ 78348 h 177715"/>
                <a:gd name="csX13" fmla="*/ 196347 w 240297"/>
                <a:gd name="csY13" fmla="*/ 73093 h 177715"/>
                <a:gd name="csX14" fmla="*/ 199691 w 240297"/>
                <a:gd name="csY14" fmla="*/ 71182 h 177715"/>
                <a:gd name="csX15" fmla="*/ 202080 w 240297"/>
                <a:gd name="csY15" fmla="*/ 70704 h 177715"/>
                <a:gd name="csX16" fmla="*/ 205901 w 240297"/>
                <a:gd name="csY16" fmla="*/ 72137 h 177715"/>
                <a:gd name="csX17" fmla="*/ 207335 w 240297"/>
                <a:gd name="csY17" fmla="*/ 73093 h 177715"/>
                <a:gd name="csX18" fmla="*/ 208768 w 240297"/>
                <a:gd name="csY18" fmla="*/ 74048 h 177715"/>
                <a:gd name="csX19" fmla="*/ 209246 w 240297"/>
                <a:gd name="csY19" fmla="*/ 75481 h 177715"/>
                <a:gd name="csX20" fmla="*/ 210679 w 240297"/>
                <a:gd name="csY20" fmla="*/ 80736 h 177715"/>
                <a:gd name="csX21" fmla="*/ 212112 w 240297"/>
                <a:gd name="csY21" fmla="*/ 87425 h 177715"/>
                <a:gd name="csX22" fmla="*/ 212112 w 240297"/>
                <a:gd name="csY22" fmla="*/ 86947 h 177715"/>
                <a:gd name="csX23" fmla="*/ 212112 w 240297"/>
                <a:gd name="csY23" fmla="*/ 83125 h 177715"/>
                <a:gd name="csX24" fmla="*/ 212112 w 240297"/>
                <a:gd name="csY24" fmla="*/ 79781 h 177715"/>
                <a:gd name="csX25" fmla="*/ 216412 w 240297"/>
                <a:gd name="csY25" fmla="*/ 77870 h 177715"/>
                <a:gd name="csX26" fmla="*/ 216412 w 240297"/>
                <a:gd name="csY26" fmla="*/ 77392 h 177715"/>
                <a:gd name="csX27" fmla="*/ 214978 w 240297"/>
                <a:gd name="csY27" fmla="*/ 75481 h 177715"/>
                <a:gd name="csX28" fmla="*/ 213545 w 240297"/>
                <a:gd name="csY28" fmla="*/ 73093 h 177715"/>
                <a:gd name="csX29" fmla="*/ 213067 w 240297"/>
                <a:gd name="csY29" fmla="*/ 69271 h 177715"/>
                <a:gd name="csX30" fmla="*/ 213067 w 240297"/>
                <a:gd name="csY30" fmla="*/ 67360 h 177715"/>
                <a:gd name="csX31" fmla="*/ 214023 w 240297"/>
                <a:gd name="csY31" fmla="*/ 65449 h 177715"/>
                <a:gd name="csX32" fmla="*/ 216412 w 240297"/>
                <a:gd name="csY32" fmla="*/ 62105 h 177715"/>
                <a:gd name="csX33" fmla="*/ 219756 w 240297"/>
                <a:gd name="csY33" fmla="*/ 59716 h 177715"/>
                <a:gd name="csX34" fmla="*/ 222144 w 240297"/>
                <a:gd name="csY34" fmla="*/ 59238 h 177715"/>
                <a:gd name="csX35" fmla="*/ 231699 w 240297"/>
                <a:gd name="csY35" fmla="*/ 63060 h 177715"/>
                <a:gd name="csX36" fmla="*/ 235521 w 240297"/>
                <a:gd name="csY36" fmla="*/ 66404 h 177715"/>
                <a:gd name="csX37" fmla="*/ 237432 w 240297"/>
                <a:gd name="csY37" fmla="*/ 67838 h 177715"/>
                <a:gd name="csX38" fmla="*/ 237909 w 240297"/>
                <a:gd name="csY38" fmla="*/ 69271 h 177715"/>
                <a:gd name="csX39" fmla="*/ 238865 w 240297"/>
                <a:gd name="csY39" fmla="*/ 72615 h 177715"/>
                <a:gd name="csX40" fmla="*/ 240298 w 240297"/>
                <a:gd name="csY40" fmla="*/ 82647 h 177715"/>
                <a:gd name="csX41" fmla="*/ 240298 w 240297"/>
                <a:gd name="csY41" fmla="*/ 85991 h 177715"/>
                <a:gd name="csX42" fmla="*/ 239342 w 240297"/>
                <a:gd name="csY42" fmla="*/ 91246 h 177715"/>
                <a:gd name="csX43" fmla="*/ 236476 w 240297"/>
                <a:gd name="csY43" fmla="*/ 100801 h 177715"/>
                <a:gd name="csX44" fmla="*/ 235998 w 240297"/>
                <a:gd name="csY44" fmla="*/ 107011 h 177715"/>
                <a:gd name="csX45" fmla="*/ 232654 w 240297"/>
                <a:gd name="csY45" fmla="*/ 122777 h 177715"/>
                <a:gd name="csX46" fmla="*/ 230743 w 240297"/>
                <a:gd name="csY46" fmla="*/ 127076 h 177715"/>
                <a:gd name="csX47" fmla="*/ 228355 w 240297"/>
                <a:gd name="csY47" fmla="*/ 129942 h 177715"/>
                <a:gd name="csX48" fmla="*/ 218322 w 240297"/>
                <a:gd name="csY48" fmla="*/ 135198 h 177715"/>
                <a:gd name="csX49" fmla="*/ 211156 w 240297"/>
                <a:gd name="csY49" fmla="*/ 140452 h 177715"/>
                <a:gd name="csX50" fmla="*/ 209246 w 240297"/>
                <a:gd name="csY50" fmla="*/ 141408 h 177715"/>
                <a:gd name="csX51" fmla="*/ 207335 w 240297"/>
                <a:gd name="csY51" fmla="*/ 141408 h 177715"/>
                <a:gd name="csX52" fmla="*/ 201124 w 240297"/>
                <a:gd name="csY52" fmla="*/ 139975 h 177715"/>
                <a:gd name="csX53" fmla="*/ 193958 w 240297"/>
                <a:gd name="csY53" fmla="*/ 136631 h 177715"/>
                <a:gd name="csX54" fmla="*/ 190136 w 240297"/>
                <a:gd name="csY54" fmla="*/ 137586 h 177715"/>
                <a:gd name="csX55" fmla="*/ 185837 w 240297"/>
                <a:gd name="csY55" fmla="*/ 139975 h 177715"/>
                <a:gd name="csX56" fmla="*/ 183448 w 240297"/>
                <a:gd name="csY56" fmla="*/ 140452 h 177715"/>
                <a:gd name="csX57" fmla="*/ 181059 w 240297"/>
                <a:gd name="csY57" fmla="*/ 139975 h 177715"/>
                <a:gd name="csX58" fmla="*/ 178671 w 240297"/>
                <a:gd name="csY58" fmla="*/ 139497 h 177715"/>
                <a:gd name="csX59" fmla="*/ 175327 w 240297"/>
                <a:gd name="csY59" fmla="*/ 137108 h 177715"/>
                <a:gd name="csX60" fmla="*/ 177238 w 240297"/>
                <a:gd name="csY60" fmla="*/ 136153 h 177715"/>
                <a:gd name="csX61" fmla="*/ 177715 w 240297"/>
                <a:gd name="csY61" fmla="*/ 134720 h 177715"/>
                <a:gd name="csX62" fmla="*/ 177238 w 240297"/>
                <a:gd name="csY62" fmla="*/ 133764 h 177715"/>
                <a:gd name="csX63" fmla="*/ 173893 w 240297"/>
                <a:gd name="csY63" fmla="*/ 131853 h 177715"/>
                <a:gd name="csX64" fmla="*/ 170549 w 240297"/>
                <a:gd name="csY64" fmla="*/ 135675 h 177715"/>
                <a:gd name="csX65" fmla="*/ 160517 w 240297"/>
                <a:gd name="csY65" fmla="*/ 144752 h 177715"/>
                <a:gd name="csX66" fmla="*/ 147141 w 240297"/>
                <a:gd name="csY66" fmla="*/ 147618 h 177715"/>
                <a:gd name="csX67" fmla="*/ 142841 w 240297"/>
                <a:gd name="csY67" fmla="*/ 149529 h 177715"/>
                <a:gd name="csX68" fmla="*/ 139975 w 240297"/>
                <a:gd name="csY68" fmla="*/ 151918 h 177715"/>
                <a:gd name="csX69" fmla="*/ 138064 w 240297"/>
                <a:gd name="csY69" fmla="*/ 153829 h 177715"/>
                <a:gd name="csX70" fmla="*/ 135675 w 240297"/>
                <a:gd name="csY70" fmla="*/ 158128 h 177715"/>
                <a:gd name="csX71" fmla="*/ 131853 w 240297"/>
                <a:gd name="csY71" fmla="*/ 161473 h 177715"/>
                <a:gd name="csX72" fmla="*/ 125165 w 240297"/>
                <a:gd name="csY72" fmla="*/ 165294 h 177715"/>
                <a:gd name="csX73" fmla="*/ 116566 w 240297"/>
                <a:gd name="csY73" fmla="*/ 171027 h 177715"/>
                <a:gd name="csX74" fmla="*/ 100801 w 240297"/>
                <a:gd name="csY74" fmla="*/ 176760 h 177715"/>
                <a:gd name="csX75" fmla="*/ 90769 w 240297"/>
                <a:gd name="csY75" fmla="*/ 177715 h 177715"/>
                <a:gd name="csX76" fmla="*/ 81214 w 240297"/>
                <a:gd name="csY76" fmla="*/ 175805 h 177715"/>
                <a:gd name="csX77" fmla="*/ 77870 w 240297"/>
                <a:gd name="csY77" fmla="*/ 174371 h 177715"/>
                <a:gd name="csX78" fmla="*/ 74526 w 240297"/>
                <a:gd name="csY78" fmla="*/ 171505 h 177715"/>
                <a:gd name="csX79" fmla="*/ 67838 w 240297"/>
                <a:gd name="csY79" fmla="*/ 165772 h 177715"/>
                <a:gd name="csX80" fmla="*/ 65927 w 240297"/>
                <a:gd name="csY80" fmla="*/ 163861 h 177715"/>
                <a:gd name="csX81" fmla="*/ 64016 w 240297"/>
                <a:gd name="csY81" fmla="*/ 159084 h 177715"/>
                <a:gd name="csX82" fmla="*/ 64971 w 240297"/>
                <a:gd name="csY82" fmla="*/ 156218 h 177715"/>
                <a:gd name="csX83" fmla="*/ 68793 w 240297"/>
                <a:gd name="csY83" fmla="*/ 152873 h 177715"/>
                <a:gd name="csX84" fmla="*/ 74048 w 240297"/>
                <a:gd name="csY84" fmla="*/ 149529 h 177715"/>
                <a:gd name="csX85" fmla="*/ 84558 w 240297"/>
                <a:gd name="csY85" fmla="*/ 145230 h 177715"/>
                <a:gd name="csX86" fmla="*/ 94591 w 240297"/>
                <a:gd name="csY86" fmla="*/ 138064 h 177715"/>
                <a:gd name="csX87" fmla="*/ 97935 w 240297"/>
                <a:gd name="csY87" fmla="*/ 136631 h 177715"/>
                <a:gd name="csX88" fmla="*/ 107011 w 240297"/>
                <a:gd name="csY88" fmla="*/ 135675 h 177715"/>
                <a:gd name="csX89" fmla="*/ 111789 w 240297"/>
                <a:gd name="csY89" fmla="*/ 136153 h 177715"/>
                <a:gd name="csX90" fmla="*/ 115133 w 240297"/>
                <a:gd name="csY90" fmla="*/ 136153 h 177715"/>
                <a:gd name="csX91" fmla="*/ 117521 w 240297"/>
                <a:gd name="csY91" fmla="*/ 135198 h 177715"/>
                <a:gd name="csX92" fmla="*/ 120866 w 240297"/>
                <a:gd name="csY92" fmla="*/ 132331 h 177715"/>
                <a:gd name="csX93" fmla="*/ 125643 w 240297"/>
                <a:gd name="csY93" fmla="*/ 127554 h 177715"/>
                <a:gd name="csX94" fmla="*/ 129465 w 240297"/>
                <a:gd name="csY94" fmla="*/ 122777 h 177715"/>
                <a:gd name="csX95" fmla="*/ 130420 w 240297"/>
                <a:gd name="csY95" fmla="*/ 120388 h 177715"/>
                <a:gd name="csX96" fmla="*/ 128987 w 240297"/>
                <a:gd name="csY96" fmla="*/ 118477 h 177715"/>
                <a:gd name="csX97" fmla="*/ 127076 w 240297"/>
                <a:gd name="csY97" fmla="*/ 117999 h 177715"/>
                <a:gd name="csX98" fmla="*/ 121343 w 240297"/>
                <a:gd name="csY98" fmla="*/ 122777 h 177715"/>
                <a:gd name="csX99" fmla="*/ 118477 w 240297"/>
                <a:gd name="csY99" fmla="*/ 124687 h 177715"/>
                <a:gd name="csX100" fmla="*/ 115611 w 240297"/>
                <a:gd name="csY100" fmla="*/ 124687 h 177715"/>
                <a:gd name="csX101" fmla="*/ 110833 w 240297"/>
                <a:gd name="csY101" fmla="*/ 126121 h 177715"/>
                <a:gd name="csX102" fmla="*/ 107011 w 240297"/>
                <a:gd name="csY102" fmla="*/ 127076 h 177715"/>
                <a:gd name="csX103" fmla="*/ 106056 w 240297"/>
                <a:gd name="csY103" fmla="*/ 127076 h 177715"/>
                <a:gd name="csX104" fmla="*/ 101756 w 240297"/>
                <a:gd name="csY104" fmla="*/ 122299 h 177715"/>
                <a:gd name="csX105" fmla="*/ 99368 w 240297"/>
                <a:gd name="csY105" fmla="*/ 121343 h 177715"/>
                <a:gd name="csX106" fmla="*/ 97935 w 240297"/>
                <a:gd name="csY106" fmla="*/ 121821 h 177715"/>
                <a:gd name="csX107" fmla="*/ 96979 w 240297"/>
                <a:gd name="csY107" fmla="*/ 123254 h 177715"/>
                <a:gd name="csX108" fmla="*/ 95068 w 240297"/>
                <a:gd name="csY108" fmla="*/ 126598 h 177715"/>
                <a:gd name="csX109" fmla="*/ 94113 w 240297"/>
                <a:gd name="csY109" fmla="*/ 128032 h 177715"/>
                <a:gd name="csX110" fmla="*/ 92202 w 240297"/>
                <a:gd name="csY110" fmla="*/ 128987 h 177715"/>
                <a:gd name="csX111" fmla="*/ 84558 w 240297"/>
                <a:gd name="csY111" fmla="*/ 129942 h 177715"/>
                <a:gd name="csX112" fmla="*/ 76914 w 240297"/>
                <a:gd name="csY112" fmla="*/ 131376 h 177715"/>
                <a:gd name="csX113" fmla="*/ 75481 w 240297"/>
                <a:gd name="csY113" fmla="*/ 130420 h 177715"/>
                <a:gd name="csX114" fmla="*/ 74526 w 240297"/>
                <a:gd name="csY114" fmla="*/ 128509 h 177715"/>
                <a:gd name="csX115" fmla="*/ 74048 w 240297"/>
                <a:gd name="csY115" fmla="*/ 127076 h 177715"/>
                <a:gd name="csX116" fmla="*/ 74048 w 240297"/>
                <a:gd name="csY116" fmla="*/ 123254 h 177715"/>
                <a:gd name="csX117" fmla="*/ 73570 w 240297"/>
                <a:gd name="csY117" fmla="*/ 121343 h 177715"/>
                <a:gd name="csX118" fmla="*/ 74048 w 240297"/>
                <a:gd name="csY118" fmla="*/ 117999 h 177715"/>
                <a:gd name="csX119" fmla="*/ 75004 w 240297"/>
                <a:gd name="csY119" fmla="*/ 115611 h 177715"/>
                <a:gd name="csX120" fmla="*/ 75959 w 240297"/>
                <a:gd name="csY120" fmla="*/ 113700 h 177715"/>
                <a:gd name="csX121" fmla="*/ 81214 w 240297"/>
                <a:gd name="csY121" fmla="*/ 107967 h 177715"/>
                <a:gd name="csX122" fmla="*/ 81692 w 240297"/>
                <a:gd name="csY122" fmla="*/ 107011 h 177715"/>
                <a:gd name="csX123" fmla="*/ 79303 w 240297"/>
                <a:gd name="csY123" fmla="*/ 107011 h 177715"/>
                <a:gd name="csX124" fmla="*/ 73570 w 240297"/>
                <a:gd name="csY124" fmla="*/ 109878 h 177715"/>
                <a:gd name="csX125" fmla="*/ 73093 w 240297"/>
                <a:gd name="csY125" fmla="*/ 108922 h 177715"/>
                <a:gd name="csX126" fmla="*/ 71659 w 240297"/>
                <a:gd name="csY126" fmla="*/ 105578 h 177715"/>
                <a:gd name="csX127" fmla="*/ 71182 w 240297"/>
                <a:gd name="csY127" fmla="*/ 105578 h 177715"/>
                <a:gd name="csX128" fmla="*/ 70226 w 240297"/>
                <a:gd name="csY128" fmla="*/ 106534 h 177715"/>
                <a:gd name="csX129" fmla="*/ 69749 w 240297"/>
                <a:gd name="csY129" fmla="*/ 108445 h 177715"/>
                <a:gd name="csX130" fmla="*/ 68793 w 240297"/>
                <a:gd name="csY130" fmla="*/ 115611 h 177715"/>
                <a:gd name="csX131" fmla="*/ 67838 w 240297"/>
                <a:gd name="csY131" fmla="*/ 119432 h 177715"/>
                <a:gd name="csX132" fmla="*/ 65449 w 240297"/>
                <a:gd name="csY132" fmla="*/ 118477 h 177715"/>
                <a:gd name="csX133" fmla="*/ 63060 w 240297"/>
                <a:gd name="csY133" fmla="*/ 116566 h 177715"/>
                <a:gd name="csX134" fmla="*/ 61627 w 240297"/>
                <a:gd name="csY134" fmla="*/ 116088 h 177715"/>
                <a:gd name="csX135" fmla="*/ 61149 w 240297"/>
                <a:gd name="csY135" fmla="*/ 117044 h 177715"/>
                <a:gd name="csX136" fmla="*/ 61149 w 240297"/>
                <a:gd name="csY136" fmla="*/ 117999 h 177715"/>
                <a:gd name="csX137" fmla="*/ 64493 w 240297"/>
                <a:gd name="csY137" fmla="*/ 124210 h 177715"/>
                <a:gd name="csX138" fmla="*/ 64493 w 240297"/>
                <a:gd name="csY138" fmla="*/ 126598 h 177715"/>
                <a:gd name="csX139" fmla="*/ 62583 w 240297"/>
                <a:gd name="csY139" fmla="*/ 130420 h 177715"/>
                <a:gd name="csX140" fmla="*/ 54461 w 240297"/>
                <a:gd name="csY140" fmla="*/ 136631 h 177715"/>
                <a:gd name="csX141" fmla="*/ 51117 w 240297"/>
                <a:gd name="csY141" fmla="*/ 138064 h 177715"/>
                <a:gd name="csX142" fmla="*/ 50162 w 240297"/>
                <a:gd name="csY142" fmla="*/ 137586 h 177715"/>
                <a:gd name="csX143" fmla="*/ 49206 w 240297"/>
                <a:gd name="csY143" fmla="*/ 135675 h 177715"/>
                <a:gd name="csX144" fmla="*/ 48251 w 240297"/>
                <a:gd name="csY144" fmla="*/ 132809 h 177715"/>
                <a:gd name="csX145" fmla="*/ 45862 w 240297"/>
                <a:gd name="csY145" fmla="*/ 129465 h 177715"/>
                <a:gd name="csX146" fmla="*/ 44907 w 240297"/>
                <a:gd name="csY146" fmla="*/ 128509 h 177715"/>
                <a:gd name="csX147" fmla="*/ 43473 w 240297"/>
                <a:gd name="csY147" fmla="*/ 128509 h 177715"/>
                <a:gd name="csX148" fmla="*/ 42040 w 240297"/>
                <a:gd name="csY148" fmla="*/ 128987 h 177715"/>
                <a:gd name="csX149" fmla="*/ 41085 w 240297"/>
                <a:gd name="csY149" fmla="*/ 130898 h 177715"/>
                <a:gd name="csX150" fmla="*/ 40129 w 240297"/>
                <a:gd name="csY150" fmla="*/ 132331 h 177715"/>
                <a:gd name="csX151" fmla="*/ 39652 w 240297"/>
                <a:gd name="csY151" fmla="*/ 135675 h 177715"/>
                <a:gd name="csX152" fmla="*/ 37741 w 240297"/>
                <a:gd name="csY152" fmla="*/ 138064 h 177715"/>
                <a:gd name="csX153" fmla="*/ 37263 w 240297"/>
                <a:gd name="csY153" fmla="*/ 138542 h 177715"/>
                <a:gd name="csX154" fmla="*/ 28664 w 240297"/>
                <a:gd name="csY154" fmla="*/ 133286 h 177715"/>
                <a:gd name="csX155" fmla="*/ 22453 w 240297"/>
                <a:gd name="csY155" fmla="*/ 124210 h 177715"/>
                <a:gd name="csX156" fmla="*/ 14810 w 240297"/>
                <a:gd name="csY156" fmla="*/ 125643 h 177715"/>
                <a:gd name="csX157" fmla="*/ 11943 w 240297"/>
                <a:gd name="csY157" fmla="*/ 125165 h 177715"/>
                <a:gd name="csX158" fmla="*/ 1911 w 240297"/>
                <a:gd name="csY158" fmla="*/ 121821 h 177715"/>
                <a:gd name="csX159" fmla="*/ 478 w 240297"/>
                <a:gd name="csY159" fmla="*/ 119910 h 177715"/>
                <a:gd name="csX160" fmla="*/ 0 w 240297"/>
                <a:gd name="csY160" fmla="*/ 117044 h 177715"/>
                <a:gd name="csX161" fmla="*/ 0 w 240297"/>
                <a:gd name="csY161" fmla="*/ 115611 h 177715"/>
                <a:gd name="csX162" fmla="*/ 478 w 240297"/>
                <a:gd name="csY162" fmla="*/ 114177 h 177715"/>
                <a:gd name="csX163" fmla="*/ 1911 w 240297"/>
                <a:gd name="csY163" fmla="*/ 110833 h 177715"/>
                <a:gd name="csX164" fmla="*/ 4300 w 240297"/>
                <a:gd name="csY164" fmla="*/ 106534 h 177715"/>
                <a:gd name="csX165" fmla="*/ 5255 w 240297"/>
                <a:gd name="csY165" fmla="*/ 105100 h 177715"/>
                <a:gd name="csX166" fmla="*/ 6688 w 240297"/>
                <a:gd name="csY166" fmla="*/ 103667 h 177715"/>
                <a:gd name="csX167" fmla="*/ 8599 w 240297"/>
                <a:gd name="csY167" fmla="*/ 102712 h 177715"/>
                <a:gd name="csX168" fmla="*/ 13854 w 240297"/>
                <a:gd name="csY168" fmla="*/ 102234 h 177715"/>
                <a:gd name="csX169" fmla="*/ 27708 w 240297"/>
                <a:gd name="csY169" fmla="*/ 101756 h 177715"/>
                <a:gd name="csX170" fmla="*/ 30097 w 240297"/>
                <a:gd name="csY170" fmla="*/ 101279 h 177715"/>
                <a:gd name="csX171" fmla="*/ 44907 w 240297"/>
                <a:gd name="csY171" fmla="*/ 92202 h 177715"/>
                <a:gd name="csX172" fmla="*/ 46340 w 240297"/>
                <a:gd name="csY172" fmla="*/ 90769 h 177715"/>
                <a:gd name="csX173" fmla="*/ 48728 w 240297"/>
                <a:gd name="csY173" fmla="*/ 87425 h 177715"/>
                <a:gd name="csX174" fmla="*/ 49206 w 240297"/>
                <a:gd name="csY174" fmla="*/ 86469 h 177715"/>
                <a:gd name="csX175" fmla="*/ 49206 w 240297"/>
                <a:gd name="csY175" fmla="*/ 85514 h 177715"/>
                <a:gd name="csX176" fmla="*/ 31052 w 240297"/>
                <a:gd name="csY176" fmla="*/ 93157 h 177715"/>
                <a:gd name="csX177" fmla="*/ 23409 w 240297"/>
                <a:gd name="csY177" fmla="*/ 94591 h 177715"/>
                <a:gd name="csX178" fmla="*/ 11465 w 240297"/>
                <a:gd name="csY178" fmla="*/ 93157 h 177715"/>
                <a:gd name="csX179" fmla="*/ 9077 w 240297"/>
                <a:gd name="csY179" fmla="*/ 92202 h 177715"/>
                <a:gd name="csX180" fmla="*/ 8599 w 240297"/>
                <a:gd name="csY180" fmla="*/ 90291 h 177715"/>
                <a:gd name="csX181" fmla="*/ 10988 w 240297"/>
                <a:gd name="csY181" fmla="*/ 84558 h 177715"/>
                <a:gd name="csX182" fmla="*/ 12421 w 240297"/>
                <a:gd name="csY182" fmla="*/ 82647 h 177715"/>
                <a:gd name="csX183" fmla="*/ 15765 w 240297"/>
                <a:gd name="csY183" fmla="*/ 80736 h 177715"/>
                <a:gd name="csX184" fmla="*/ 23886 w 240297"/>
                <a:gd name="csY184" fmla="*/ 77870 h 177715"/>
                <a:gd name="csX185" fmla="*/ 34874 w 240297"/>
                <a:gd name="csY185" fmla="*/ 75481 h 177715"/>
                <a:gd name="csX186" fmla="*/ 42040 w 240297"/>
                <a:gd name="csY186" fmla="*/ 75481 h 177715"/>
                <a:gd name="csX187" fmla="*/ 48251 w 240297"/>
                <a:gd name="csY187" fmla="*/ 73570 h 177715"/>
                <a:gd name="csX188" fmla="*/ 51595 w 240297"/>
                <a:gd name="csY188" fmla="*/ 71659 h 177715"/>
                <a:gd name="csX189" fmla="*/ 39652 w 240297"/>
                <a:gd name="csY189" fmla="*/ 71659 h 177715"/>
                <a:gd name="csX190" fmla="*/ 24842 w 240297"/>
                <a:gd name="csY190" fmla="*/ 72615 h 177715"/>
                <a:gd name="csX191" fmla="*/ 22931 w 240297"/>
                <a:gd name="csY191" fmla="*/ 72137 h 177715"/>
                <a:gd name="csX192" fmla="*/ 18631 w 240297"/>
                <a:gd name="csY192" fmla="*/ 69271 h 177715"/>
                <a:gd name="csX193" fmla="*/ 18631 w 240297"/>
                <a:gd name="csY193" fmla="*/ 66882 h 177715"/>
                <a:gd name="csX194" fmla="*/ 20065 w 240297"/>
                <a:gd name="csY194" fmla="*/ 64493 h 177715"/>
                <a:gd name="csX195" fmla="*/ 21020 w 240297"/>
                <a:gd name="csY195" fmla="*/ 62583 h 177715"/>
                <a:gd name="csX196" fmla="*/ 19587 w 240297"/>
                <a:gd name="csY196" fmla="*/ 58283 h 177715"/>
                <a:gd name="csX197" fmla="*/ 20065 w 240297"/>
                <a:gd name="csY197" fmla="*/ 56372 h 177715"/>
                <a:gd name="csX198" fmla="*/ 22931 w 240297"/>
                <a:gd name="csY198" fmla="*/ 53028 h 177715"/>
                <a:gd name="csX199" fmla="*/ 27708 w 240297"/>
                <a:gd name="csY199" fmla="*/ 49206 h 177715"/>
                <a:gd name="csX200" fmla="*/ 30575 w 240297"/>
                <a:gd name="csY200" fmla="*/ 48728 h 177715"/>
                <a:gd name="csX201" fmla="*/ 36307 w 240297"/>
                <a:gd name="csY201" fmla="*/ 49684 h 177715"/>
                <a:gd name="csX202" fmla="*/ 52550 w 240297"/>
                <a:gd name="csY202" fmla="*/ 51117 h 177715"/>
                <a:gd name="csX203" fmla="*/ 55894 w 240297"/>
                <a:gd name="csY203" fmla="*/ 50639 h 177715"/>
                <a:gd name="csX204" fmla="*/ 53984 w 240297"/>
                <a:gd name="csY204" fmla="*/ 49206 h 177715"/>
                <a:gd name="csX205" fmla="*/ 51117 w 240297"/>
                <a:gd name="csY205" fmla="*/ 47773 h 177715"/>
                <a:gd name="csX206" fmla="*/ 38218 w 240297"/>
                <a:gd name="csY206" fmla="*/ 45384 h 177715"/>
                <a:gd name="csX207" fmla="*/ 35830 w 240297"/>
                <a:gd name="csY207" fmla="*/ 44429 h 177715"/>
                <a:gd name="csX208" fmla="*/ 35352 w 240297"/>
                <a:gd name="csY208" fmla="*/ 43473 h 177715"/>
                <a:gd name="csX209" fmla="*/ 34874 w 240297"/>
                <a:gd name="csY209" fmla="*/ 41085 h 177715"/>
                <a:gd name="csX210" fmla="*/ 35352 w 240297"/>
                <a:gd name="csY210" fmla="*/ 38696 h 177715"/>
                <a:gd name="csX211" fmla="*/ 36307 w 240297"/>
                <a:gd name="csY211" fmla="*/ 35830 h 177715"/>
                <a:gd name="csX212" fmla="*/ 40129 w 240297"/>
                <a:gd name="csY212" fmla="*/ 30575 h 177715"/>
                <a:gd name="csX213" fmla="*/ 51595 w 240297"/>
                <a:gd name="csY213" fmla="*/ 25797 h 177715"/>
                <a:gd name="csX214" fmla="*/ 56372 w 240297"/>
                <a:gd name="csY214" fmla="*/ 24842 h 177715"/>
                <a:gd name="csX215" fmla="*/ 60672 w 240297"/>
                <a:gd name="csY215" fmla="*/ 25320 h 177715"/>
                <a:gd name="csX216" fmla="*/ 65449 w 240297"/>
                <a:gd name="csY216" fmla="*/ 27708 h 177715"/>
                <a:gd name="csX217" fmla="*/ 67360 w 240297"/>
                <a:gd name="csY217" fmla="*/ 29142 h 177715"/>
                <a:gd name="csX218" fmla="*/ 68793 w 240297"/>
                <a:gd name="csY218" fmla="*/ 31530 h 177715"/>
                <a:gd name="csX219" fmla="*/ 69271 w 240297"/>
                <a:gd name="csY219" fmla="*/ 33441 h 177715"/>
                <a:gd name="csX220" fmla="*/ 69271 w 240297"/>
                <a:gd name="csY220" fmla="*/ 37263 h 177715"/>
                <a:gd name="csX221" fmla="*/ 69271 w 240297"/>
                <a:gd name="csY221" fmla="*/ 38696 h 177715"/>
                <a:gd name="csX222" fmla="*/ 70226 w 240297"/>
                <a:gd name="csY222" fmla="*/ 41085 h 177715"/>
                <a:gd name="csX223" fmla="*/ 73093 w 240297"/>
                <a:gd name="csY223" fmla="*/ 46340 h 177715"/>
                <a:gd name="csX224" fmla="*/ 75004 w 240297"/>
                <a:gd name="csY224" fmla="*/ 48251 h 177715"/>
                <a:gd name="csX225" fmla="*/ 84080 w 240297"/>
                <a:gd name="csY225" fmla="*/ 44907 h 177715"/>
                <a:gd name="csX226" fmla="*/ 87902 w 240297"/>
                <a:gd name="csY226" fmla="*/ 44429 h 177715"/>
                <a:gd name="csX227" fmla="*/ 91724 w 240297"/>
                <a:gd name="csY227" fmla="*/ 45384 h 177715"/>
                <a:gd name="csX228" fmla="*/ 97457 w 240297"/>
                <a:gd name="csY228" fmla="*/ 48728 h 177715"/>
                <a:gd name="csX229" fmla="*/ 104623 w 240297"/>
                <a:gd name="csY229" fmla="*/ 58283 h 177715"/>
                <a:gd name="csX230" fmla="*/ 113700 w 240297"/>
                <a:gd name="csY230" fmla="*/ 68315 h 177715"/>
                <a:gd name="csX231" fmla="*/ 113700 w 240297"/>
                <a:gd name="csY231" fmla="*/ 70226 h 177715"/>
                <a:gd name="csX232" fmla="*/ 109878 w 240297"/>
                <a:gd name="csY232" fmla="*/ 73570 h 177715"/>
                <a:gd name="csX233" fmla="*/ 109400 w 240297"/>
                <a:gd name="csY233" fmla="*/ 75004 h 177715"/>
                <a:gd name="csX234" fmla="*/ 109878 w 240297"/>
                <a:gd name="csY234" fmla="*/ 75959 h 177715"/>
                <a:gd name="csX235" fmla="*/ 113700 w 240297"/>
                <a:gd name="csY235" fmla="*/ 76914 h 177715"/>
                <a:gd name="csX236" fmla="*/ 116566 w 240297"/>
                <a:gd name="csY236" fmla="*/ 76437 h 177715"/>
                <a:gd name="csX237" fmla="*/ 119910 w 240297"/>
                <a:gd name="csY237" fmla="*/ 76914 h 177715"/>
                <a:gd name="csX238" fmla="*/ 120866 w 240297"/>
                <a:gd name="csY238" fmla="*/ 77870 h 177715"/>
                <a:gd name="csX239" fmla="*/ 121821 w 240297"/>
                <a:gd name="csY239" fmla="*/ 81692 h 177715"/>
                <a:gd name="csX240" fmla="*/ 123254 w 240297"/>
                <a:gd name="csY240" fmla="*/ 87902 h 177715"/>
                <a:gd name="csX241" fmla="*/ 125165 w 240297"/>
                <a:gd name="csY241" fmla="*/ 92679 h 177715"/>
                <a:gd name="csX242" fmla="*/ 127554 w 240297"/>
                <a:gd name="csY242" fmla="*/ 95546 h 177715"/>
                <a:gd name="csX243" fmla="*/ 129942 w 240297"/>
                <a:gd name="csY243" fmla="*/ 96979 h 177715"/>
                <a:gd name="csX244" fmla="*/ 133286 w 240297"/>
                <a:gd name="csY244" fmla="*/ 97457 h 177715"/>
                <a:gd name="csX245" fmla="*/ 136153 w 240297"/>
                <a:gd name="csY245" fmla="*/ 96501 h 177715"/>
                <a:gd name="csX246" fmla="*/ 141408 w 240297"/>
                <a:gd name="csY246" fmla="*/ 96501 h 177715"/>
                <a:gd name="csX247" fmla="*/ 168639 w 240297"/>
                <a:gd name="csY247" fmla="*/ 100323 h 177715"/>
                <a:gd name="csX248" fmla="*/ 170549 w 240297"/>
                <a:gd name="csY248" fmla="*/ 99845 h 177715"/>
                <a:gd name="csX249" fmla="*/ 171505 w 240297"/>
                <a:gd name="csY249" fmla="*/ 97457 h 177715"/>
                <a:gd name="csX250" fmla="*/ 172460 w 240297"/>
                <a:gd name="csY250" fmla="*/ 94591 h 177715"/>
                <a:gd name="csX251" fmla="*/ 172460 w 240297"/>
                <a:gd name="csY251" fmla="*/ 91724 h 177715"/>
                <a:gd name="csX252" fmla="*/ 171983 w 240297"/>
                <a:gd name="csY252" fmla="*/ 87902 h 177715"/>
                <a:gd name="csX253" fmla="*/ 171505 w 240297"/>
                <a:gd name="csY253" fmla="*/ 85991 h 177715"/>
                <a:gd name="csX254" fmla="*/ 154784 w 240297"/>
                <a:gd name="csY254" fmla="*/ 74048 h 177715"/>
                <a:gd name="csX255" fmla="*/ 153351 w 240297"/>
                <a:gd name="csY255" fmla="*/ 69271 h 177715"/>
                <a:gd name="csX256" fmla="*/ 161473 w 240297"/>
                <a:gd name="csY256" fmla="*/ 62105 h 177715"/>
                <a:gd name="csX257" fmla="*/ 161950 w 240297"/>
                <a:gd name="csY257" fmla="*/ 60672 h 177715"/>
                <a:gd name="csX258" fmla="*/ 162428 w 240297"/>
                <a:gd name="csY258" fmla="*/ 58283 h 177715"/>
                <a:gd name="csX259" fmla="*/ 161950 w 240297"/>
                <a:gd name="csY259" fmla="*/ 55417 h 177715"/>
                <a:gd name="csX260" fmla="*/ 160995 w 240297"/>
                <a:gd name="csY260" fmla="*/ 53028 h 177715"/>
                <a:gd name="csX261" fmla="*/ 156218 w 240297"/>
                <a:gd name="csY261" fmla="*/ 47773 h 177715"/>
                <a:gd name="csX262" fmla="*/ 152396 w 240297"/>
                <a:gd name="csY262" fmla="*/ 46818 h 177715"/>
                <a:gd name="csX263" fmla="*/ 146663 w 240297"/>
                <a:gd name="csY263" fmla="*/ 41563 h 177715"/>
                <a:gd name="csX264" fmla="*/ 145707 w 240297"/>
                <a:gd name="csY264" fmla="*/ 40607 h 177715"/>
                <a:gd name="csX265" fmla="*/ 145230 w 240297"/>
                <a:gd name="csY265" fmla="*/ 38218 h 177715"/>
                <a:gd name="csX266" fmla="*/ 144274 w 240297"/>
                <a:gd name="csY266" fmla="*/ 35830 h 177715"/>
                <a:gd name="csX267" fmla="*/ 144752 w 240297"/>
                <a:gd name="csY267" fmla="*/ 33441 h 177715"/>
                <a:gd name="csX268" fmla="*/ 145230 w 240297"/>
                <a:gd name="csY268" fmla="*/ 32008 h 177715"/>
                <a:gd name="csX269" fmla="*/ 150963 w 240297"/>
                <a:gd name="csY269" fmla="*/ 26753 h 177715"/>
                <a:gd name="csX270" fmla="*/ 153351 w 240297"/>
                <a:gd name="csY270" fmla="*/ 23886 h 177715"/>
                <a:gd name="csX271" fmla="*/ 160517 w 240297"/>
                <a:gd name="csY271" fmla="*/ 10510 h 177715"/>
                <a:gd name="csX272" fmla="*/ 163861 w 240297"/>
                <a:gd name="csY272" fmla="*/ 5255 h 177715"/>
                <a:gd name="csX273" fmla="*/ 166250 w 240297"/>
                <a:gd name="csY273" fmla="*/ 2389 h 177715"/>
                <a:gd name="csX274" fmla="*/ 168639 w 240297"/>
                <a:gd name="csY274" fmla="*/ 956 h 177715"/>
                <a:gd name="csX275" fmla="*/ 173893 w 240297"/>
                <a:gd name="csY275" fmla="*/ 0 h 177715"/>
                <a:gd name="csX276" fmla="*/ 179626 w 240297"/>
                <a:gd name="csY276" fmla="*/ 5255 h 177715"/>
                <a:gd name="csX277" fmla="*/ 180582 w 240297"/>
                <a:gd name="csY277" fmla="*/ 5733 h 177715"/>
                <a:gd name="csX278" fmla="*/ 181059 w 240297"/>
                <a:gd name="csY278" fmla="*/ 6688 h 177715"/>
                <a:gd name="csX279" fmla="*/ 181059 w 240297"/>
                <a:gd name="csY279" fmla="*/ 9077 h 177715"/>
                <a:gd name="csX280" fmla="*/ 180104 w 240297"/>
                <a:gd name="csY280" fmla="*/ 11466 h 177715"/>
                <a:gd name="csX281" fmla="*/ 178193 w 240297"/>
                <a:gd name="csY281" fmla="*/ 15287 h 177715"/>
                <a:gd name="csX282" fmla="*/ 177715 w 240297"/>
                <a:gd name="csY282" fmla="*/ 17198 h 177715"/>
                <a:gd name="csX283" fmla="*/ 177715 w 240297"/>
                <a:gd name="csY283" fmla="*/ 18631 h 177715"/>
                <a:gd name="csX284" fmla="*/ 179149 w 240297"/>
                <a:gd name="csY284" fmla="*/ 22931 h 177715"/>
                <a:gd name="csX285" fmla="*/ 179626 w 240297"/>
                <a:gd name="csY285" fmla="*/ 25320 h 177715"/>
                <a:gd name="csX286" fmla="*/ 180104 w 240297"/>
                <a:gd name="csY286" fmla="*/ 29619 h 177715"/>
                <a:gd name="csX287" fmla="*/ 180104 w 240297"/>
                <a:gd name="csY287" fmla="*/ 30097 h 177715"/>
                <a:gd name="csX288" fmla="*/ 183448 w 240297"/>
                <a:gd name="csY288" fmla="*/ 33919 h 177715"/>
                <a:gd name="csX289" fmla="*/ 186314 w 240297"/>
                <a:gd name="csY289" fmla="*/ 38696 h 177715"/>
                <a:gd name="csX290" fmla="*/ 187748 w 240297"/>
                <a:gd name="csY290" fmla="*/ 45862 h 177715"/>
                <a:gd name="csX291" fmla="*/ 186792 w 240297"/>
                <a:gd name="csY291" fmla="*/ 48728 h 177715"/>
                <a:gd name="csX292" fmla="*/ 184404 w 240297"/>
                <a:gd name="csY292" fmla="*/ 52072 h 177715"/>
                <a:gd name="csX293" fmla="*/ 182970 w 240297"/>
                <a:gd name="csY293" fmla="*/ 54939 h 177715"/>
                <a:gd name="csX294" fmla="*/ 182493 w 240297"/>
                <a:gd name="csY294" fmla="*/ 57328 h 177715"/>
                <a:gd name="csX295" fmla="*/ 182493 w 240297"/>
                <a:gd name="csY295" fmla="*/ 58761 h 177715"/>
                <a:gd name="csX296" fmla="*/ 184404 w 240297"/>
                <a:gd name="csY296" fmla="*/ 59716 h 177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</a:cxnLst>
              <a:rect l="l" t="t" r="r" b="b"/>
              <a:pathLst>
                <a:path w="240297" h="177715">
                  <a:moveTo>
                    <a:pt x="184404" y="59716"/>
                  </a:moveTo>
                  <a:lnTo>
                    <a:pt x="187270" y="59716"/>
                  </a:lnTo>
                  <a:lnTo>
                    <a:pt x="190136" y="58761"/>
                  </a:lnTo>
                  <a:lnTo>
                    <a:pt x="193480" y="59238"/>
                  </a:lnTo>
                  <a:lnTo>
                    <a:pt x="194914" y="61149"/>
                  </a:lnTo>
                  <a:lnTo>
                    <a:pt x="195869" y="64016"/>
                  </a:lnTo>
                  <a:lnTo>
                    <a:pt x="195869" y="65927"/>
                  </a:lnTo>
                  <a:lnTo>
                    <a:pt x="195869" y="67360"/>
                  </a:lnTo>
                  <a:lnTo>
                    <a:pt x="195391" y="68315"/>
                  </a:lnTo>
                  <a:lnTo>
                    <a:pt x="191092" y="75959"/>
                  </a:lnTo>
                  <a:lnTo>
                    <a:pt x="190136" y="78348"/>
                  </a:lnTo>
                  <a:lnTo>
                    <a:pt x="191092" y="78825"/>
                  </a:lnTo>
                  <a:lnTo>
                    <a:pt x="192047" y="78348"/>
                  </a:lnTo>
                  <a:lnTo>
                    <a:pt x="196347" y="73093"/>
                  </a:lnTo>
                  <a:lnTo>
                    <a:pt x="199691" y="71182"/>
                  </a:lnTo>
                  <a:lnTo>
                    <a:pt x="202080" y="70704"/>
                  </a:lnTo>
                  <a:lnTo>
                    <a:pt x="205901" y="72137"/>
                  </a:lnTo>
                  <a:lnTo>
                    <a:pt x="207335" y="73093"/>
                  </a:lnTo>
                  <a:lnTo>
                    <a:pt x="208768" y="74048"/>
                  </a:lnTo>
                  <a:lnTo>
                    <a:pt x="209246" y="75481"/>
                  </a:lnTo>
                  <a:lnTo>
                    <a:pt x="210679" y="80736"/>
                  </a:lnTo>
                  <a:lnTo>
                    <a:pt x="212112" y="87425"/>
                  </a:lnTo>
                  <a:lnTo>
                    <a:pt x="212112" y="86947"/>
                  </a:lnTo>
                  <a:lnTo>
                    <a:pt x="212112" y="83125"/>
                  </a:lnTo>
                  <a:lnTo>
                    <a:pt x="212112" y="79781"/>
                  </a:lnTo>
                  <a:lnTo>
                    <a:pt x="216412" y="77870"/>
                  </a:lnTo>
                  <a:lnTo>
                    <a:pt x="216412" y="77392"/>
                  </a:lnTo>
                  <a:lnTo>
                    <a:pt x="214978" y="75481"/>
                  </a:lnTo>
                  <a:lnTo>
                    <a:pt x="213545" y="73093"/>
                  </a:lnTo>
                  <a:lnTo>
                    <a:pt x="213067" y="69271"/>
                  </a:lnTo>
                  <a:lnTo>
                    <a:pt x="213067" y="67360"/>
                  </a:lnTo>
                  <a:lnTo>
                    <a:pt x="214023" y="65449"/>
                  </a:lnTo>
                  <a:lnTo>
                    <a:pt x="216412" y="62105"/>
                  </a:lnTo>
                  <a:lnTo>
                    <a:pt x="219756" y="59716"/>
                  </a:lnTo>
                  <a:lnTo>
                    <a:pt x="222144" y="59238"/>
                  </a:lnTo>
                  <a:lnTo>
                    <a:pt x="231699" y="63060"/>
                  </a:lnTo>
                  <a:lnTo>
                    <a:pt x="235521" y="66404"/>
                  </a:lnTo>
                  <a:lnTo>
                    <a:pt x="237432" y="67838"/>
                  </a:lnTo>
                  <a:lnTo>
                    <a:pt x="237909" y="69271"/>
                  </a:lnTo>
                  <a:lnTo>
                    <a:pt x="238865" y="72615"/>
                  </a:lnTo>
                  <a:lnTo>
                    <a:pt x="240298" y="82647"/>
                  </a:lnTo>
                  <a:lnTo>
                    <a:pt x="240298" y="85991"/>
                  </a:lnTo>
                  <a:lnTo>
                    <a:pt x="239342" y="91246"/>
                  </a:lnTo>
                  <a:lnTo>
                    <a:pt x="236476" y="100801"/>
                  </a:lnTo>
                  <a:lnTo>
                    <a:pt x="235998" y="107011"/>
                  </a:lnTo>
                  <a:lnTo>
                    <a:pt x="232654" y="122777"/>
                  </a:lnTo>
                  <a:lnTo>
                    <a:pt x="230743" y="127076"/>
                  </a:lnTo>
                  <a:lnTo>
                    <a:pt x="228355" y="129942"/>
                  </a:lnTo>
                  <a:lnTo>
                    <a:pt x="218322" y="135198"/>
                  </a:lnTo>
                  <a:lnTo>
                    <a:pt x="211156" y="140452"/>
                  </a:lnTo>
                  <a:lnTo>
                    <a:pt x="209246" y="141408"/>
                  </a:lnTo>
                  <a:lnTo>
                    <a:pt x="207335" y="141408"/>
                  </a:lnTo>
                  <a:lnTo>
                    <a:pt x="201124" y="139975"/>
                  </a:lnTo>
                  <a:lnTo>
                    <a:pt x="193958" y="136631"/>
                  </a:lnTo>
                  <a:lnTo>
                    <a:pt x="190136" y="137586"/>
                  </a:lnTo>
                  <a:lnTo>
                    <a:pt x="185837" y="139975"/>
                  </a:lnTo>
                  <a:lnTo>
                    <a:pt x="183448" y="140452"/>
                  </a:lnTo>
                  <a:lnTo>
                    <a:pt x="181059" y="139975"/>
                  </a:lnTo>
                  <a:lnTo>
                    <a:pt x="178671" y="139497"/>
                  </a:lnTo>
                  <a:lnTo>
                    <a:pt x="175327" y="137108"/>
                  </a:lnTo>
                  <a:lnTo>
                    <a:pt x="177238" y="136153"/>
                  </a:lnTo>
                  <a:lnTo>
                    <a:pt x="177715" y="134720"/>
                  </a:lnTo>
                  <a:lnTo>
                    <a:pt x="177238" y="133764"/>
                  </a:lnTo>
                  <a:lnTo>
                    <a:pt x="173893" y="131853"/>
                  </a:lnTo>
                  <a:lnTo>
                    <a:pt x="170549" y="135675"/>
                  </a:lnTo>
                  <a:lnTo>
                    <a:pt x="160517" y="144752"/>
                  </a:lnTo>
                  <a:lnTo>
                    <a:pt x="147141" y="147618"/>
                  </a:lnTo>
                  <a:lnTo>
                    <a:pt x="142841" y="149529"/>
                  </a:lnTo>
                  <a:lnTo>
                    <a:pt x="139975" y="151918"/>
                  </a:lnTo>
                  <a:lnTo>
                    <a:pt x="138064" y="153829"/>
                  </a:lnTo>
                  <a:lnTo>
                    <a:pt x="135675" y="158128"/>
                  </a:lnTo>
                  <a:lnTo>
                    <a:pt x="131853" y="161473"/>
                  </a:lnTo>
                  <a:lnTo>
                    <a:pt x="125165" y="165294"/>
                  </a:lnTo>
                  <a:lnTo>
                    <a:pt x="116566" y="171027"/>
                  </a:lnTo>
                  <a:lnTo>
                    <a:pt x="100801" y="176760"/>
                  </a:lnTo>
                  <a:lnTo>
                    <a:pt x="90769" y="177715"/>
                  </a:lnTo>
                  <a:lnTo>
                    <a:pt x="81214" y="175805"/>
                  </a:lnTo>
                  <a:lnTo>
                    <a:pt x="77870" y="174371"/>
                  </a:lnTo>
                  <a:lnTo>
                    <a:pt x="74526" y="171505"/>
                  </a:lnTo>
                  <a:lnTo>
                    <a:pt x="67838" y="165772"/>
                  </a:lnTo>
                  <a:lnTo>
                    <a:pt x="65927" y="163861"/>
                  </a:lnTo>
                  <a:lnTo>
                    <a:pt x="64016" y="159084"/>
                  </a:lnTo>
                  <a:lnTo>
                    <a:pt x="64971" y="156218"/>
                  </a:lnTo>
                  <a:lnTo>
                    <a:pt x="68793" y="152873"/>
                  </a:lnTo>
                  <a:lnTo>
                    <a:pt x="74048" y="149529"/>
                  </a:lnTo>
                  <a:lnTo>
                    <a:pt x="84558" y="145230"/>
                  </a:lnTo>
                  <a:lnTo>
                    <a:pt x="94591" y="138064"/>
                  </a:lnTo>
                  <a:lnTo>
                    <a:pt x="97935" y="136631"/>
                  </a:lnTo>
                  <a:lnTo>
                    <a:pt x="107011" y="135675"/>
                  </a:lnTo>
                  <a:lnTo>
                    <a:pt x="111789" y="136153"/>
                  </a:lnTo>
                  <a:lnTo>
                    <a:pt x="115133" y="136153"/>
                  </a:lnTo>
                  <a:lnTo>
                    <a:pt x="117521" y="135198"/>
                  </a:lnTo>
                  <a:lnTo>
                    <a:pt x="120866" y="132331"/>
                  </a:lnTo>
                  <a:lnTo>
                    <a:pt x="125643" y="127554"/>
                  </a:lnTo>
                  <a:lnTo>
                    <a:pt x="129465" y="122777"/>
                  </a:lnTo>
                  <a:lnTo>
                    <a:pt x="130420" y="120388"/>
                  </a:lnTo>
                  <a:lnTo>
                    <a:pt x="128987" y="118477"/>
                  </a:lnTo>
                  <a:lnTo>
                    <a:pt x="127076" y="117999"/>
                  </a:lnTo>
                  <a:lnTo>
                    <a:pt x="121343" y="122777"/>
                  </a:lnTo>
                  <a:lnTo>
                    <a:pt x="118477" y="124687"/>
                  </a:lnTo>
                  <a:lnTo>
                    <a:pt x="115611" y="124687"/>
                  </a:lnTo>
                  <a:lnTo>
                    <a:pt x="110833" y="126121"/>
                  </a:lnTo>
                  <a:lnTo>
                    <a:pt x="107011" y="127076"/>
                  </a:lnTo>
                  <a:lnTo>
                    <a:pt x="106056" y="127076"/>
                  </a:lnTo>
                  <a:lnTo>
                    <a:pt x="101756" y="122299"/>
                  </a:lnTo>
                  <a:lnTo>
                    <a:pt x="99368" y="121343"/>
                  </a:lnTo>
                  <a:lnTo>
                    <a:pt x="97935" y="121821"/>
                  </a:lnTo>
                  <a:lnTo>
                    <a:pt x="96979" y="123254"/>
                  </a:lnTo>
                  <a:lnTo>
                    <a:pt x="95068" y="126598"/>
                  </a:lnTo>
                  <a:lnTo>
                    <a:pt x="94113" y="128032"/>
                  </a:lnTo>
                  <a:lnTo>
                    <a:pt x="92202" y="128987"/>
                  </a:lnTo>
                  <a:lnTo>
                    <a:pt x="84558" y="129942"/>
                  </a:lnTo>
                  <a:lnTo>
                    <a:pt x="76914" y="131376"/>
                  </a:lnTo>
                  <a:lnTo>
                    <a:pt x="75481" y="130420"/>
                  </a:lnTo>
                  <a:lnTo>
                    <a:pt x="74526" y="128509"/>
                  </a:lnTo>
                  <a:lnTo>
                    <a:pt x="74048" y="127076"/>
                  </a:lnTo>
                  <a:lnTo>
                    <a:pt x="74048" y="123254"/>
                  </a:lnTo>
                  <a:lnTo>
                    <a:pt x="73570" y="121343"/>
                  </a:lnTo>
                  <a:lnTo>
                    <a:pt x="74048" y="117999"/>
                  </a:lnTo>
                  <a:lnTo>
                    <a:pt x="75004" y="115611"/>
                  </a:lnTo>
                  <a:lnTo>
                    <a:pt x="75959" y="113700"/>
                  </a:lnTo>
                  <a:lnTo>
                    <a:pt x="81214" y="107967"/>
                  </a:lnTo>
                  <a:lnTo>
                    <a:pt x="81692" y="107011"/>
                  </a:lnTo>
                  <a:lnTo>
                    <a:pt x="79303" y="107011"/>
                  </a:lnTo>
                  <a:lnTo>
                    <a:pt x="73570" y="109878"/>
                  </a:lnTo>
                  <a:lnTo>
                    <a:pt x="73093" y="108922"/>
                  </a:lnTo>
                  <a:lnTo>
                    <a:pt x="71659" y="105578"/>
                  </a:lnTo>
                  <a:lnTo>
                    <a:pt x="71182" y="105578"/>
                  </a:lnTo>
                  <a:lnTo>
                    <a:pt x="70226" y="106534"/>
                  </a:lnTo>
                  <a:lnTo>
                    <a:pt x="69749" y="108445"/>
                  </a:lnTo>
                  <a:lnTo>
                    <a:pt x="68793" y="115611"/>
                  </a:lnTo>
                  <a:lnTo>
                    <a:pt x="67838" y="119432"/>
                  </a:lnTo>
                  <a:lnTo>
                    <a:pt x="65449" y="118477"/>
                  </a:lnTo>
                  <a:lnTo>
                    <a:pt x="63060" y="116566"/>
                  </a:lnTo>
                  <a:lnTo>
                    <a:pt x="61627" y="116088"/>
                  </a:lnTo>
                  <a:lnTo>
                    <a:pt x="61149" y="117044"/>
                  </a:lnTo>
                  <a:lnTo>
                    <a:pt x="61149" y="117999"/>
                  </a:lnTo>
                  <a:lnTo>
                    <a:pt x="64493" y="124210"/>
                  </a:lnTo>
                  <a:lnTo>
                    <a:pt x="64493" y="126598"/>
                  </a:lnTo>
                  <a:lnTo>
                    <a:pt x="62583" y="130420"/>
                  </a:lnTo>
                  <a:lnTo>
                    <a:pt x="54461" y="136631"/>
                  </a:lnTo>
                  <a:lnTo>
                    <a:pt x="51117" y="138064"/>
                  </a:lnTo>
                  <a:lnTo>
                    <a:pt x="50162" y="137586"/>
                  </a:lnTo>
                  <a:lnTo>
                    <a:pt x="49206" y="135675"/>
                  </a:lnTo>
                  <a:lnTo>
                    <a:pt x="48251" y="132809"/>
                  </a:lnTo>
                  <a:lnTo>
                    <a:pt x="45862" y="129465"/>
                  </a:lnTo>
                  <a:lnTo>
                    <a:pt x="44907" y="128509"/>
                  </a:lnTo>
                  <a:lnTo>
                    <a:pt x="43473" y="128509"/>
                  </a:lnTo>
                  <a:lnTo>
                    <a:pt x="42040" y="128987"/>
                  </a:lnTo>
                  <a:lnTo>
                    <a:pt x="41085" y="130898"/>
                  </a:lnTo>
                  <a:lnTo>
                    <a:pt x="40129" y="132331"/>
                  </a:lnTo>
                  <a:lnTo>
                    <a:pt x="39652" y="135675"/>
                  </a:lnTo>
                  <a:lnTo>
                    <a:pt x="37741" y="138064"/>
                  </a:lnTo>
                  <a:lnTo>
                    <a:pt x="37263" y="138542"/>
                  </a:lnTo>
                  <a:lnTo>
                    <a:pt x="28664" y="133286"/>
                  </a:lnTo>
                  <a:lnTo>
                    <a:pt x="22453" y="124210"/>
                  </a:lnTo>
                  <a:lnTo>
                    <a:pt x="14810" y="125643"/>
                  </a:lnTo>
                  <a:lnTo>
                    <a:pt x="11943" y="125165"/>
                  </a:lnTo>
                  <a:lnTo>
                    <a:pt x="1911" y="121821"/>
                  </a:lnTo>
                  <a:lnTo>
                    <a:pt x="478" y="119910"/>
                  </a:lnTo>
                  <a:lnTo>
                    <a:pt x="0" y="117044"/>
                  </a:lnTo>
                  <a:lnTo>
                    <a:pt x="0" y="115611"/>
                  </a:lnTo>
                  <a:lnTo>
                    <a:pt x="478" y="114177"/>
                  </a:lnTo>
                  <a:lnTo>
                    <a:pt x="1911" y="110833"/>
                  </a:lnTo>
                  <a:lnTo>
                    <a:pt x="4300" y="106534"/>
                  </a:lnTo>
                  <a:lnTo>
                    <a:pt x="5255" y="105100"/>
                  </a:lnTo>
                  <a:lnTo>
                    <a:pt x="6688" y="103667"/>
                  </a:lnTo>
                  <a:lnTo>
                    <a:pt x="8599" y="102712"/>
                  </a:lnTo>
                  <a:lnTo>
                    <a:pt x="13854" y="102234"/>
                  </a:lnTo>
                  <a:lnTo>
                    <a:pt x="27708" y="101756"/>
                  </a:lnTo>
                  <a:lnTo>
                    <a:pt x="30097" y="101279"/>
                  </a:lnTo>
                  <a:lnTo>
                    <a:pt x="44907" y="92202"/>
                  </a:lnTo>
                  <a:lnTo>
                    <a:pt x="46340" y="90769"/>
                  </a:lnTo>
                  <a:lnTo>
                    <a:pt x="48728" y="87425"/>
                  </a:lnTo>
                  <a:lnTo>
                    <a:pt x="49206" y="86469"/>
                  </a:lnTo>
                  <a:lnTo>
                    <a:pt x="49206" y="85514"/>
                  </a:lnTo>
                  <a:lnTo>
                    <a:pt x="31052" y="93157"/>
                  </a:lnTo>
                  <a:lnTo>
                    <a:pt x="23409" y="94591"/>
                  </a:lnTo>
                  <a:lnTo>
                    <a:pt x="11465" y="93157"/>
                  </a:lnTo>
                  <a:lnTo>
                    <a:pt x="9077" y="92202"/>
                  </a:lnTo>
                  <a:lnTo>
                    <a:pt x="8599" y="90291"/>
                  </a:lnTo>
                  <a:lnTo>
                    <a:pt x="10988" y="84558"/>
                  </a:lnTo>
                  <a:lnTo>
                    <a:pt x="12421" y="82647"/>
                  </a:lnTo>
                  <a:lnTo>
                    <a:pt x="15765" y="80736"/>
                  </a:lnTo>
                  <a:lnTo>
                    <a:pt x="23886" y="77870"/>
                  </a:lnTo>
                  <a:lnTo>
                    <a:pt x="34874" y="75481"/>
                  </a:lnTo>
                  <a:lnTo>
                    <a:pt x="42040" y="75481"/>
                  </a:lnTo>
                  <a:lnTo>
                    <a:pt x="48251" y="73570"/>
                  </a:lnTo>
                  <a:lnTo>
                    <a:pt x="51595" y="71659"/>
                  </a:lnTo>
                  <a:lnTo>
                    <a:pt x="39652" y="71659"/>
                  </a:lnTo>
                  <a:lnTo>
                    <a:pt x="24842" y="72615"/>
                  </a:lnTo>
                  <a:lnTo>
                    <a:pt x="22931" y="72137"/>
                  </a:lnTo>
                  <a:lnTo>
                    <a:pt x="18631" y="69271"/>
                  </a:lnTo>
                  <a:lnTo>
                    <a:pt x="18631" y="66882"/>
                  </a:lnTo>
                  <a:lnTo>
                    <a:pt x="20065" y="64493"/>
                  </a:lnTo>
                  <a:lnTo>
                    <a:pt x="21020" y="62583"/>
                  </a:lnTo>
                  <a:lnTo>
                    <a:pt x="19587" y="58283"/>
                  </a:lnTo>
                  <a:lnTo>
                    <a:pt x="20065" y="56372"/>
                  </a:lnTo>
                  <a:lnTo>
                    <a:pt x="22931" y="53028"/>
                  </a:lnTo>
                  <a:lnTo>
                    <a:pt x="27708" y="49206"/>
                  </a:lnTo>
                  <a:lnTo>
                    <a:pt x="30575" y="48728"/>
                  </a:lnTo>
                  <a:lnTo>
                    <a:pt x="36307" y="49684"/>
                  </a:lnTo>
                  <a:lnTo>
                    <a:pt x="52550" y="51117"/>
                  </a:lnTo>
                  <a:lnTo>
                    <a:pt x="55894" y="50639"/>
                  </a:lnTo>
                  <a:lnTo>
                    <a:pt x="53984" y="49206"/>
                  </a:lnTo>
                  <a:lnTo>
                    <a:pt x="51117" y="47773"/>
                  </a:lnTo>
                  <a:lnTo>
                    <a:pt x="38218" y="45384"/>
                  </a:lnTo>
                  <a:lnTo>
                    <a:pt x="35830" y="44429"/>
                  </a:lnTo>
                  <a:lnTo>
                    <a:pt x="35352" y="43473"/>
                  </a:lnTo>
                  <a:lnTo>
                    <a:pt x="34874" y="41085"/>
                  </a:lnTo>
                  <a:lnTo>
                    <a:pt x="35352" y="38696"/>
                  </a:lnTo>
                  <a:lnTo>
                    <a:pt x="36307" y="35830"/>
                  </a:lnTo>
                  <a:lnTo>
                    <a:pt x="40129" y="30575"/>
                  </a:lnTo>
                  <a:lnTo>
                    <a:pt x="51595" y="25797"/>
                  </a:lnTo>
                  <a:lnTo>
                    <a:pt x="56372" y="24842"/>
                  </a:lnTo>
                  <a:lnTo>
                    <a:pt x="60672" y="25320"/>
                  </a:lnTo>
                  <a:lnTo>
                    <a:pt x="65449" y="27708"/>
                  </a:lnTo>
                  <a:lnTo>
                    <a:pt x="67360" y="29142"/>
                  </a:lnTo>
                  <a:lnTo>
                    <a:pt x="68793" y="31530"/>
                  </a:lnTo>
                  <a:lnTo>
                    <a:pt x="69271" y="33441"/>
                  </a:lnTo>
                  <a:lnTo>
                    <a:pt x="69271" y="37263"/>
                  </a:lnTo>
                  <a:lnTo>
                    <a:pt x="69271" y="38696"/>
                  </a:lnTo>
                  <a:lnTo>
                    <a:pt x="70226" y="41085"/>
                  </a:lnTo>
                  <a:lnTo>
                    <a:pt x="73093" y="46340"/>
                  </a:lnTo>
                  <a:lnTo>
                    <a:pt x="75004" y="48251"/>
                  </a:lnTo>
                  <a:lnTo>
                    <a:pt x="84080" y="44907"/>
                  </a:lnTo>
                  <a:lnTo>
                    <a:pt x="87902" y="44429"/>
                  </a:lnTo>
                  <a:lnTo>
                    <a:pt x="91724" y="45384"/>
                  </a:lnTo>
                  <a:lnTo>
                    <a:pt x="97457" y="48728"/>
                  </a:lnTo>
                  <a:lnTo>
                    <a:pt x="104623" y="58283"/>
                  </a:lnTo>
                  <a:lnTo>
                    <a:pt x="113700" y="68315"/>
                  </a:lnTo>
                  <a:lnTo>
                    <a:pt x="113700" y="70226"/>
                  </a:lnTo>
                  <a:lnTo>
                    <a:pt x="109878" y="73570"/>
                  </a:lnTo>
                  <a:lnTo>
                    <a:pt x="109400" y="75004"/>
                  </a:lnTo>
                  <a:lnTo>
                    <a:pt x="109878" y="75959"/>
                  </a:lnTo>
                  <a:lnTo>
                    <a:pt x="113700" y="76914"/>
                  </a:lnTo>
                  <a:lnTo>
                    <a:pt x="116566" y="76437"/>
                  </a:lnTo>
                  <a:lnTo>
                    <a:pt x="119910" y="76914"/>
                  </a:lnTo>
                  <a:lnTo>
                    <a:pt x="120866" y="77870"/>
                  </a:lnTo>
                  <a:lnTo>
                    <a:pt x="121821" y="81692"/>
                  </a:lnTo>
                  <a:lnTo>
                    <a:pt x="123254" y="87902"/>
                  </a:lnTo>
                  <a:lnTo>
                    <a:pt x="125165" y="92679"/>
                  </a:lnTo>
                  <a:lnTo>
                    <a:pt x="127554" y="95546"/>
                  </a:lnTo>
                  <a:lnTo>
                    <a:pt x="129942" y="96979"/>
                  </a:lnTo>
                  <a:lnTo>
                    <a:pt x="133286" y="97457"/>
                  </a:lnTo>
                  <a:lnTo>
                    <a:pt x="136153" y="96501"/>
                  </a:lnTo>
                  <a:lnTo>
                    <a:pt x="141408" y="96501"/>
                  </a:lnTo>
                  <a:lnTo>
                    <a:pt x="168639" y="100323"/>
                  </a:lnTo>
                  <a:lnTo>
                    <a:pt x="170549" y="99845"/>
                  </a:lnTo>
                  <a:lnTo>
                    <a:pt x="171505" y="97457"/>
                  </a:lnTo>
                  <a:lnTo>
                    <a:pt x="172460" y="94591"/>
                  </a:lnTo>
                  <a:lnTo>
                    <a:pt x="172460" y="91724"/>
                  </a:lnTo>
                  <a:lnTo>
                    <a:pt x="171983" y="87902"/>
                  </a:lnTo>
                  <a:lnTo>
                    <a:pt x="171505" y="85991"/>
                  </a:lnTo>
                  <a:lnTo>
                    <a:pt x="154784" y="74048"/>
                  </a:lnTo>
                  <a:lnTo>
                    <a:pt x="153351" y="69271"/>
                  </a:lnTo>
                  <a:lnTo>
                    <a:pt x="161473" y="62105"/>
                  </a:lnTo>
                  <a:lnTo>
                    <a:pt x="161950" y="60672"/>
                  </a:lnTo>
                  <a:lnTo>
                    <a:pt x="162428" y="58283"/>
                  </a:lnTo>
                  <a:lnTo>
                    <a:pt x="161950" y="55417"/>
                  </a:lnTo>
                  <a:lnTo>
                    <a:pt x="160995" y="53028"/>
                  </a:lnTo>
                  <a:lnTo>
                    <a:pt x="156218" y="47773"/>
                  </a:lnTo>
                  <a:lnTo>
                    <a:pt x="152396" y="46818"/>
                  </a:lnTo>
                  <a:lnTo>
                    <a:pt x="146663" y="41563"/>
                  </a:lnTo>
                  <a:lnTo>
                    <a:pt x="145707" y="40607"/>
                  </a:lnTo>
                  <a:lnTo>
                    <a:pt x="145230" y="38218"/>
                  </a:lnTo>
                  <a:lnTo>
                    <a:pt x="144274" y="35830"/>
                  </a:lnTo>
                  <a:lnTo>
                    <a:pt x="144752" y="33441"/>
                  </a:lnTo>
                  <a:lnTo>
                    <a:pt x="145230" y="32008"/>
                  </a:lnTo>
                  <a:lnTo>
                    <a:pt x="150963" y="26753"/>
                  </a:lnTo>
                  <a:lnTo>
                    <a:pt x="153351" y="23886"/>
                  </a:lnTo>
                  <a:lnTo>
                    <a:pt x="160517" y="10510"/>
                  </a:lnTo>
                  <a:lnTo>
                    <a:pt x="163861" y="5255"/>
                  </a:lnTo>
                  <a:lnTo>
                    <a:pt x="166250" y="2389"/>
                  </a:lnTo>
                  <a:lnTo>
                    <a:pt x="168639" y="956"/>
                  </a:lnTo>
                  <a:lnTo>
                    <a:pt x="173893" y="0"/>
                  </a:lnTo>
                  <a:lnTo>
                    <a:pt x="179626" y="5255"/>
                  </a:lnTo>
                  <a:lnTo>
                    <a:pt x="180582" y="5733"/>
                  </a:lnTo>
                  <a:lnTo>
                    <a:pt x="181059" y="6688"/>
                  </a:lnTo>
                  <a:lnTo>
                    <a:pt x="181059" y="9077"/>
                  </a:lnTo>
                  <a:lnTo>
                    <a:pt x="180104" y="11466"/>
                  </a:lnTo>
                  <a:lnTo>
                    <a:pt x="178193" y="15287"/>
                  </a:lnTo>
                  <a:lnTo>
                    <a:pt x="177715" y="17198"/>
                  </a:lnTo>
                  <a:lnTo>
                    <a:pt x="177715" y="18631"/>
                  </a:lnTo>
                  <a:lnTo>
                    <a:pt x="179149" y="22931"/>
                  </a:lnTo>
                  <a:lnTo>
                    <a:pt x="179626" y="25320"/>
                  </a:lnTo>
                  <a:lnTo>
                    <a:pt x="180104" y="29619"/>
                  </a:lnTo>
                  <a:lnTo>
                    <a:pt x="180104" y="30097"/>
                  </a:lnTo>
                  <a:lnTo>
                    <a:pt x="183448" y="33919"/>
                  </a:lnTo>
                  <a:lnTo>
                    <a:pt x="186314" y="38696"/>
                  </a:lnTo>
                  <a:lnTo>
                    <a:pt x="187748" y="45862"/>
                  </a:lnTo>
                  <a:lnTo>
                    <a:pt x="186792" y="48728"/>
                  </a:lnTo>
                  <a:lnTo>
                    <a:pt x="184404" y="52072"/>
                  </a:lnTo>
                  <a:lnTo>
                    <a:pt x="182970" y="54939"/>
                  </a:lnTo>
                  <a:lnTo>
                    <a:pt x="182493" y="57328"/>
                  </a:lnTo>
                  <a:lnTo>
                    <a:pt x="182493" y="58761"/>
                  </a:lnTo>
                  <a:lnTo>
                    <a:pt x="184404" y="5971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9" name="Freeform 3608">
              <a:extLst>
                <a:ext uri="{FF2B5EF4-FFF2-40B4-BE49-F238E27FC236}">
                  <a16:creationId xmlns:a16="http://schemas.microsoft.com/office/drawing/2014/main" id="{7CBA9BA4-BE04-004A-223C-275146A8BDAC}"/>
                </a:ext>
              </a:extLst>
            </p:cNvPr>
            <p:cNvSpPr/>
            <p:nvPr/>
          </p:nvSpPr>
          <p:spPr>
            <a:xfrm>
              <a:off x="3868824" y="2497211"/>
              <a:ext cx="26275" cy="13854"/>
            </a:xfrm>
            <a:custGeom>
              <a:avLst/>
              <a:gdLst>
                <a:gd name="csX0" fmla="*/ 7644 w 26275"/>
                <a:gd name="csY0" fmla="*/ 13376 h 13854"/>
                <a:gd name="csX1" fmla="*/ 2389 w 26275"/>
                <a:gd name="csY1" fmla="*/ 13854 h 13854"/>
                <a:gd name="csX2" fmla="*/ 0 w 26275"/>
                <a:gd name="csY2" fmla="*/ 12899 h 13854"/>
                <a:gd name="csX3" fmla="*/ 0 w 26275"/>
                <a:gd name="csY3" fmla="*/ 11465 h 13854"/>
                <a:gd name="csX4" fmla="*/ 1911 w 26275"/>
                <a:gd name="csY4" fmla="*/ 10032 h 13854"/>
                <a:gd name="csX5" fmla="*/ 8599 w 26275"/>
                <a:gd name="csY5" fmla="*/ 6688 h 13854"/>
                <a:gd name="csX6" fmla="*/ 12899 w 26275"/>
                <a:gd name="csY6" fmla="*/ 1433 h 13854"/>
                <a:gd name="csX7" fmla="*/ 14332 w 26275"/>
                <a:gd name="csY7" fmla="*/ 955 h 13854"/>
                <a:gd name="csX8" fmla="*/ 19587 w 26275"/>
                <a:gd name="csY8" fmla="*/ 0 h 13854"/>
                <a:gd name="csX9" fmla="*/ 22453 w 26275"/>
                <a:gd name="csY9" fmla="*/ 0 h 13854"/>
                <a:gd name="csX10" fmla="*/ 26275 w 26275"/>
                <a:gd name="csY10" fmla="*/ 1433 h 13854"/>
                <a:gd name="csX11" fmla="*/ 17198 w 26275"/>
                <a:gd name="csY11" fmla="*/ 8121 h 13854"/>
                <a:gd name="csX12" fmla="*/ 7644 w 26275"/>
                <a:gd name="csY12" fmla="*/ 13376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6275" h="13854">
                  <a:moveTo>
                    <a:pt x="7644" y="13376"/>
                  </a:moveTo>
                  <a:lnTo>
                    <a:pt x="2389" y="13854"/>
                  </a:lnTo>
                  <a:lnTo>
                    <a:pt x="0" y="12899"/>
                  </a:lnTo>
                  <a:lnTo>
                    <a:pt x="0" y="11465"/>
                  </a:lnTo>
                  <a:lnTo>
                    <a:pt x="1911" y="10032"/>
                  </a:lnTo>
                  <a:lnTo>
                    <a:pt x="8599" y="6688"/>
                  </a:lnTo>
                  <a:lnTo>
                    <a:pt x="12899" y="1433"/>
                  </a:lnTo>
                  <a:lnTo>
                    <a:pt x="14332" y="955"/>
                  </a:lnTo>
                  <a:lnTo>
                    <a:pt x="19587" y="0"/>
                  </a:lnTo>
                  <a:lnTo>
                    <a:pt x="22453" y="0"/>
                  </a:lnTo>
                  <a:lnTo>
                    <a:pt x="26275" y="1433"/>
                  </a:lnTo>
                  <a:lnTo>
                    <a:pt x="17198" y="8121"/>
                  </a:lnTo>
                  <a:lnTo>
                    <a:pt x="7644" y="1337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0" name="Freeform 3609">
              <a:extLst>
                <a:ext uri="{FF2B5EF4-FFF2-40B4-BE49-F238E27FC236}">
                  <a16:creationId xmlns:a16="http://schemas.microsoft.com/office/drawing/2014/main" id="{1407A77E-DB55-EEC1-1B4A-7209BA7ADA91}"/>
                </a:ext>
              </a:extLst>
            </p:cNvPr>
            <p:cNvSpPr/>
            <p:nvPr/>
          </p:nvSpPr>
          <p:spPr>
            <a:xfrm>
              <a:off x="3844938" y="2501989"/>
              <a:ext cx="108444" cy="127076"/>
            </a:xfrm>
            <a:custGeom>
              <a:avLst/>
              <a:gdLst>
                <a:gd name="csX0" fmla="*/ 101279 w 108444"/>
                <a:gd name="csY0" fmla="*/ 17676 h 127076"/>
                <a:gd name="csX1" fmla="*/ 101756 w 108444"/>
                <a:gd name="csY1" fmla="*/ 21020 h 127076"/>
                <a:gd name="csX2" fmla="*/ 101279 w 108444"/>
                <a:gd name="csY2" fmla="*/ 23886 h 127076"/>
                <a:gd name="csX3" fmla="*/ 100801 w 108444"/>
                <a:gd name="csY3" fmla="*/ 25797 h 127076"/>
                <a:gd name="csX4" fmla="*/ 100801 w 108444"/>
                <a:gd name="csY4" fmla="*/ 27708 h 127076"/>
                <a:gd name="csX5" fmla="*/ 101279 w 108444"/>
                <a:gd name="csY5" fmla="*/ 30097 h 127076"/>
                <a:gd name="csX6" fmla="*/ 103667 w 108444"/>
                <a:gd name="csY6" fmla="*/ 36307 h 127076"/>
                <a:gd name="csX7" fmla="*/ 104623 w 108444"/>
                <a:gd name="csY7" fmla="*/ 39651 h 127076"/>
                <a:gd name="csX8" fmla="*/ 104623 w 108444"/>
                <a:gd name="csY8" fmla="*/ 42996 h 127076"/>
                <a:gd name="csX9" fmla="*/ 104623 w 108444"/>
                <a:gd name="csY9" fmla="*/ 44907 h 127076"/>
                <a:gd name="csX10" fmla="*/ 103190 w 108444"/>
                <a:gd name="csY10" fmla="*/ 49206 h 127076"/>
                <a:gd name="csX11" fmla="*/ 102234 w 108444"/>
                <a:gd name="csY11" fmla="*/ 54939 h 127076"/>
                <a:gd name="csX12" fmla="*/ 102234 w 108444"/>
                <a:gd name="csY12" fmla="*/ 57805 h 127076"/>
                <a:gd name="csX13" fmla="*/ 103190 w 108444"/>
                <a:gd name="csY13" fmla="*/ 62105 h 127076"/>
                <a:gd name="csX14" fmla="*/ 103190 w 108444"/>
                <a:gd name="csY14" fmla="*/ 64493 h 127076"/>
                <a:gd name="csX15" fmla="*/ 101279 w 108444"/>
                <a:gd name="csY15" fmla="*/ 67837 h 127076"/>
                <a:gd name="csX16" fmla="*/ 97457 w 108444"/>
                <a:gd name="csY16" fmla="*/ 71182 h 127076"/>
                <a:gd name="csX17" fmla="*/ 97935 w 108444"/>
                <a:gd name="csY17" fmla="*/ 72615 h 127076"/>
                <a:gd name="csX18" fmla="*/ 106534 w 108444"/>
                <a:gd name="csY18" fmla="*/ 76914 h 127076"/>
                <a:gd name="csX19" fmla="*/ 107012 w 108444"/>
                <a:gd name="csY19" fmla="*/ 77392 h 127076"/>
                <a:gd name="csX20" fmla="*/ 107012 w 108444"/>
                <a:gd name="csY20" fmla="*/ 86469 h 127076"/>
                <a:gd name="csX21" fmla="*/ 108445 w 108444"/>
                <a:gd name="csY21" fmla="*/ 96024 h 127076"/>
                <a:gd name="csX22" fmla="*/ 107967 w 108444"/>
                <a:gd name="csY22" fmla="*/ 96024 h 127076"/>
                <a:gd name="csX23" fmla="*/ 106056 w 108444"/>
                <a:gd name="csY23" fmla="*/ 93157 h 127076"/>
                <a:gd name="csX24" fmla="*/ 102234 w 108444"/>
                <a:gd name="csY24" fmla="*/ 89813 h 127076"/>
                <a:gd name="csX25" fmla="*/ 97935 w 108444"/>
                <a:gd name="csY25" fmla="*/ 96501 h 127076"/>
                <a:gd name="csX26" fmla="*/ 98412 w 108444"/>
                <a:gd name="csY26" fmla="*/ 107489 h 127076"/>
                <a:gd name="csX27" fmla="*/ 101279 w 108444"/>
                <a:gd name="csY27" fmla="*/ 112266 h 127076"/>
                <a:gd name="csX28" fmla="*/ 102234 w 108444"/>
                <a:gd name="csY28" fmla="*/ 115133 h 127076"/>
                <a:gd name="csX29" fmla="*/ 101756 w 108444"/>
                <a:gd name="csY29" fmla="*/ 117044 h 127076"/>
                <a:gd name="csX30" fmla="*/ 99368 w 108444"/>
                <a:gd name="csY30" fmla="*/ 117521 h 127076"/>
                <a:gd name="csX31" fmla="*/ 98412 w 108444"/>
                <a:gd name="csY31" fmla="*/ 117521 h 127076"/>
                <a:gd name="csX32" fmla="*/ 96024 w 108444"/>
                <a:gd name="csY32" fmla="*/ 115133 h 127076"/>
                <a:gd name="csX33" fmla="*/ 94591 w 108444"/>
                <a:gd name="csY33" fmla="*/ 111789 h 127076"/>
                <a:gd name="csX34" fmla="*/ 94113 w 108444"/>
                <a:gd name="csY34" fmla="*/ 111789 h 127076"/>
                <a:gd name="csX35" fmla="*/ 93635 w 108444"/>
                <a:gd name="csY35" fmla="*/ 113700 h 127076"/>
                <a:gd name="csX36" fmla="*/ 93635 w 108444"/>
                <a:gd name="csY36" fmla="*/ 115133 h 127076"/>
                <a:gd name="csX37" fmla="*/ 95546 w 108444"/>
                <a:gd name="csY37" fmla="*/ 117999 h 127076"/>
                <a:gd name="csX38" fmla="*/ 96501 w 108444"/>
                <a:gd name="csY38" fmla="*/ 121821 h 127076"/>
                <a:gd name="csX39" fmla="*/ 95546 w 108444"/>
                <a:gd name="csY39" fmla="*/ 122776 h 127076"/>
                <a:gd name="csX40" fmla="*/ 93157 w 108444"/>
                <a:gd name="csY40" fmla="*/ 123732 h 127076"/>
                <a:gd name="csX41" fmla="*/ 89335 w 108444"/>
                <a:gd name="csY41" fmla="*/ 123732 h 127076"/>
                <a:gd name="csX42" fmla="*/ 84080 w 108444"/>
                <a:gd name="csY42" fmla="*/ 125165 h 127076"/>
                <a:gd name="csX43" fmla="*/ 81214 w 108444"/>
                <a:gd name="csY43" fmla="*/ 125643 h 127076"/>
                <a:gd name="csX44" fmla="*/ 78825 w 108444"/>
                <a:gd name="csY44" fmla="*/ 124687 h 127076"/>
                <a:gd name="csX45" fmla="*/ 75481 w 108444"/>
                <a:gd name="csY45" fmla="*/ 124687 h 127076"/>
                <a:gd name="csX46" fmla="*/ 72615 w 108444"/>
                <a:gd name="csY46" fmla="*/ 124687 h 127076"/>
                <a:gd name="csX47" fmla="*/ 70704 w 108444"/>
                <a:gd name="csY47" fmla="*/ 124210 h 127076"/>
                <a:gd name="csX48" fmla="*/ 69271 w 108444"/>
                <a:gd name="csY48" fmla="*/ 122299 h 127076"/>
                <a:gd name="csX49" fmla="*/ 67360 w 108444"/>
                <a:gd name="csY49" fmla="*/ 122776 h 127076"/>
                <a:gd name="csX50" fmla="*/ 63060 w 108444"/>
                <a:gd name="csY50" fmla="*/ 127076 h 127076"/>
                <a:gd name="csX51" fmla="*/ 56850 w 108444"/>
                <a:gd name="csY51" fmla="*/ 125643 h 127076"/>
                <a:gd name="csX52" fmla="*/ 51117 w 108444"/>
                <a:gd name="csY52" fmla="*/ 125643 h 127076"/>
                <a:gd name="csX53" fmla="*/ 49684 w 108444"/>
                <a:gd name="csY53" fmla="*/ 124210 h 127076"/>
                <a:gd name="csX54" fmla="*/ 48728 w 108444"/>
                <a:gd name="csY54" fmla="*/ 121343 h 127076"/>
                <a:gd name="csX55" fmla="*/ 46340 w 108444"/>
                <a:gd name="csY55" fmla="*/ 112744 h 127076"/>
                <a:gd name="csX56" fmla="*/ 46340 w 108444"/>
                <a:gd name="csY56" fmla="*/ 110356 h 127076"/>
                <a:gd name="csX57" fmla="*/ 52550 w 108444"/>
                <a:gd name="csY57" fmla="*/ 109400 h 127076"/>
                <a:gd name="csX58" fmla="*/ 53028 w 108444"/>
                <a:gd name="csY58" fmla="*/ 108445 h 127076"/>
                <a:gd name="csX59" fmla="*/ 48251 w 108444"/>
                <a:gd name="csY59" fmla="*/ 105578 h 127076"/>
                <a:gd name="csX60" fmla="*/ 43473 w 108444"/>
                <a:gd name="csY60" fmla="*/ 103190 h 127076"/>
                <a:gd name="csX61" fmla="*/ 41085 w 108444"/>
                <a:gd name="csY61" fmla="*/ 101279 h 127076"/>
                <a:gd name="csX62" fmla="*/ 41563 w 108444"/>
                <a:gd name="csY62" fmla="*/ 97935 h 127076"/>
                <a:gd name="csX63" fmla="*/ 41563 w 108444"/>
                <a:gd name="csY63" fmla="*/ 96979 h 127076"/>
                <a:gd name="csX64" fmla="*/ 50162 w 108444"/>
                <a:gd name="csY64" fmla="*/ 93157 h 127076"/>
                <a:gd name="csX65" fmla="*/ 56372 w 108444"/>
                <a:gd name="csY65" fmla="*/ 85036 h 127076"/>
                <a:gd name="csX66" fmla="*/ 60194 w 108444"/>
                <a:gd name="csY66" fmla="*/ 82169 h 127076"/>
                <a:gd name="csX67" fmla="*/ 60672 w 108444"/>
                <a:gd name="csY67" fmla="*/ 80258 h 127076"/>
                <a:gd name="csX68" fmla="*/ 64016 w 108444"/>
                <a:gd name="csY68" fmla="*/ 78825 h 127076"/>
                <a:gd name="csX69" fmla="*/ 71182 w 108444"/>
                <a:gd name="csY69" fmla="*/ 77870 h 127076"/>
                <a:gd name="csX70" fmla="*/ 71659 w 108444"/>
                <a:gd name="csY70" fmla="*/ 75481 h 127076"/>
                <a:gd name="csX71" fmla="*/ 57328 w 108444"/>
                <a:gd name="csY71" fmla="*/ 76914 h 127076"/>
                <a:gd name="csX72" fmla="*/ 37741 w 108444"/>
                <a:gd name="csY72" fmla="*/ 81214 h 127076"/>
                <a:gd name="csX73" fmla="*/ 32008 w 108444"/>
                <a:gd name="csY73" fmla="*/ 83603 h 127076"/>
                <a:gd name="csX74" fmla="*/ 26753 w 108444"/>
                <a:gd name="csY74" fmla="*/ 82169 h 127076"/>
                <a:gd name="csX75" fmla="*/ 5255 w 108444"/>
                <a:gd name="csY75" fmla="*/ 89335 h 127076"/>
                <a:gd name="csX76" fmla="*/ 4300 w 108444"/>
                <a:gd name="csY76" fmla="*/ 89335 h 127076"/>
                <a:gd name="csX77" fmla="*/ 1911 w 108444"/>
                <a:gd name="csY77" fmla="*/ 86947 h 127076"/>
                <a:gd name="csX78" fmla="*/ 0 w 108444"/>
                <a:gd name="csY78" fmla="*/ 83125 h 127076"/>
                <a:gd name="csX79" fmla="*/ 1433 w 108444"/>
                <a:gd name="csY79" fmla="*/ 80258 h 127076"/>
                <a:gd name="csX80" fmla="*/ 7644 w 108444"/>
                <a:gd name="csY80" fmla="*/ 74526 h 127076"/>
                <a:gd name="csX81" fmla="*/ 10988 w 108444"/>
                <a:gd name="csY81" fmla="*/ 69749 h 127076"/>
                <a:gd name="csX82" fmla="*/ 10510 w 108444"/>
                <a:gd name="csY82" fmla="*/ 67360 h 127076"/>
                <a:gd name="csX83" fmla="*/ 13377 w 108444"/>
                <a:gd name="csY83" fmla="*/ 62583 h 127076"/>
                <a:gd name="csX84" fmla="*/ 17198 w 108444"/>
                <a:gd name="csY84" fmla="*/ 62105 h 127076"/>
                <a:gd name="csX85" fmla="*/ 23886 w 108444"/>
                <a:gd name="csY85" fmla="*/ 65927 h 127076"/>
                <a:gd name="csX86" fmla="*/ 27708 w 108444"/>
                <a:gd name="csY86" fmla="*/ 69749 h 127076"/>
                <a:gd name="csX87" fmla="*/ 30575 w 108444"/>
                <a:gd name="csY87" fmla="*/ 71182 h 127076"/>
                <a:gd name="csX88" fmla="*/ 33441 w 108444"/>
                <a:gd name="csY88" fmla="*/ 71182 h 127076"/>
                <a:gd name="csX89" fmla="*/ 36307 w 108444"/>
                <a:gd name="csY89" fmla="*/ 68315 h 127076"/>
                <a:gd name="csX90" fmla="*/ 35830 w 108444"/>
                <a:gd name="csY90" fmla="*/ 67837 h 127076"/>
                <a:gd name="csX91" fmla="*/ 30575 w 108444"/>
                <a:gd name="csY91" fmla="*/ 69271 h 127076"/>
                <a:gd name="csX92" fmla="*/ 30097 w 108444"/>
                <a:gd name="csY92" fmla="*/ 68793 h 127076"/>
                <a:gd name="csX93" fmla="*/ 27708 w 108444"/>
                <a:gd name="csY93" fmla="*/ 64971 h 127076"/>
                <a:gd name="csX94" fmla="*/ 26753 w 108444"/>
                <a:gd name="csY94" fmla="*/ 62105 h 127076"/>
                <a:gd name="csX95" fmla="*/ 25798 w 108444"/>
                <a:gd name="csY95" fmla="*/ 59238 h 127076"/>
                <a:gd name="csX96" fmla="*/ 25798 w 108444"/>
                <a:gd name="csY96" fmla="*/ 57328 h 127076"/>
                <a:gd name="csX97" fmla="*/ 27231 w 108444"/>
                <a:gd name="csY97" fmla="*/ 53983 h 127076"/>
                <a:gd name="csX98" fmla="*/ 21498 w 108444"/>
                <a:gd name="csY98" fmla="*/ 52550 h 127076"/>
                <a:gd name="csX99" fmla="*/ 19587 w 108444"/>
                <a:gd name="csY99" fmla="*/ 50162 h 127076"/>
                <a:gd name="csX100" fmla="*/ 18632 w 108444"/>
                <a:gd name="csY100" fmla="*/ 46817 h 127076"/>
                <a:gd name="csX101" fmla="*/ 18632 w 108444"/>
                <a:gd name="csY101" fmla="*/ 45862 h 127076"/>
                <a:gd name="csX102" fmla="*/ 20542 w 108444"/>
                <a:gd name="csY102" fmla="*/ 42040 h 127076"/>
                <a:gd name="csX103" fmla="*/ 25320 w 108444"/>
                <a:gd name="csY103" fmla="*/ 36785 h 127076"/>
                <a:gd name="csX104" fmla="*/ 24842 w 108444"/>
                <a:gd name="csY104" fmla="*/ 35352 h 127076"/>
                <a:gd name="csX105" fmla="*/ 17676 w 108444"/>
                <a:gd name="csY105" fmla="*/ 35352 h 127076"/>
                <a:gd name="csX106" fmla="*/ 16243 w 108444"/>
                <a:gd name="csY106" fmla="*/ 34874 h 127076"/>
                <a:gd name="csX107" fmla="*/ 13377 w 108444"/>
                <a:gd name="csY107" fmla="*/ 31530 h 127076"/>
                <a:gd name="csX108" fmla="*/ 13854 w 108444"/>
                <a:gd name="csY108" fmla="*/ 28186 h 127076"/>
                <a:gd name="csX109" fmla="*/ 16721 w 108444"/>
                <a:gd name="csY109" fmla="*/ 22931 h 127076"/>
                <a:gd name="csX110" fmla="*/ 18632 w 108444"/>
                <a:gd name="csY110" fmla="*/ 19587 h 127076"/>
                <a:gd name="csX111" fmla="*/ 20065 w 108444"/>
                <a:gd name="csY111" fmla="*/ 18631 h 127076"/>
                <a:gd name="csX112" fmla="*/ 22453 w 108444"/>
                <a:gd name="csY112" fmla="*/ 18631 h 127076"/>
                <a:gd name="csX113" fmla="*/ 27708 w 108444"/>
                <a:gd name="csY113" fmla="*/ 21020 h 127076"/>
                <a:gd name="csX114" fmla="*/ 29142 w 108444"/>
                <a:gd name="csY114" fmla="*/ 21976 h 127076"/>
                <a:gd name="csX115" fmla="*/ 32963 w 108444"/>
                <a:gd name="csY115" fmla="*/ 27231 h 127076"/>
                <a:gd name="csX116" fmla="*/ 33919 w 108444"/>
                <a:gd name="csY116" fmla="*/ 30097 h 127076"/>
                <a:gd name="csX117" fmla="*/ 33919 w 108444"/>
                <a:gd name="csY117" fmla="*/ 32486 h 127076"/>
                <a:gd name="csX118" fmla="*/ 34874 w 108444"/>
                <a:gd name="csY118" fmla="*/ 34874 h 127076"/>
                <a:gd name="csX119" fmla="*/ 37741 w 108444"/>
                <a:gd name="csY119" fmla="*/ 37741 h 127076"/>
                <a:gd name="csX120" fmla="*/ 51117 w 108444"/>
                <a:gd name="csY120" fmla="*/ 52550 h 127076"/>
                <a:gd name="csX121" fmla="*/ 53506 w 108444"/>
                <a:gd name="csY121" fmla="*/ 56372 h 127076"/>
                <a:gd name="csX122" fmla="*/ 55417 w 108444"/>
                <a:gd name="csY122" fmla="*/ 57805 h 127076"/>
                <a:gd name="csX123" fmla="*/ 58283 w 108444"/>
                <a:gd name="csY123" fmla="*/ 58761 h 127076"/>
                <a:gd name="csX124" fmla="*/ 60194 w 108444"/>
                <a:gd name="csY124" fmla="*/ 58761 h 127076"/>
                <a:gd name="csX125" fmla="*/ 61627 w 108444"/>
                <a:gd name="csY125" fmla="*/ 57805 h 127076"/>
                <a:gd name="csX126" fmla="*/ 62105 w 108444"/>
                <a:gd name="csY126" fmla="*/ 56372 h 127076"/>
                <a:gd name="csX127" fmla="*/ 56372 w 108444"/>
                <a:gd name="csY127" fmla="*/ 51117 h 127076"/>
                <a:gd name="csX128" fmla="*/ 54461 w 108444"/>
                <a:gd name="csY128" fmla="*/ 48251 h 127076"/>
                <a:gd name="csX129" fmla="*/ 53506 w 108444"/>
                <a:gd name="csY129" fmla="*/ 44429 h 127076"/>
                <a:gd name="csX130" fmla="*/ 53984 w 108444"/>
                <a:gd name="csY130" fmla="*/ 42996 h 127076"/>
                <a:gd name="csX131" fmla="*/ 55417 w 108444"/>
                <a:gd name="csY131" fmla="*/ 42996 h 127076"/>
                <a:gd name="csX132" fmla="*/ 59716 w 108444"/>
                <a:gd name="csY132" fmla="*/ 43473 h 127076"/>
                <a:gd name="csX133" fmla="*/ 64971 w 108444"/>
                <a:gd name="csY133" fmla="*/ 42040 h 127076"/>
                <a:gd name="csX134" fmla="*/ 59239 w 108444"/>
                <a:gd name="csY134" fmla="*/ 40607 h 127076"/>
                <a:gd name="csX135" fmla="*/ 55894 w 108444"/>
                <a:gd name="csY135" fmla="*/ 38696 h 127076"/>
                <a:gd name="csX136" fmla="*/ 52073 w 108444"/>
                <a:gd name="csY136" fmla="*/ 38218 h 127076"/>
                <a:gd name="csX137" fmla="*/ 47295 w 108444"/>
                <a:gd name="csY137" fmla="*/ 34874 h 127076"/>
                <a:gd name="csX138" fmla="*/ 47295 w 108444"/>
                <a:gd name="csY138" fmla="*/ 33919 h 127076"/>
                <a:gd name="csX139" fmla="*/ 48728 w 108444"/>
                <a:gd name="csY139" fmla="*/ 32486 h 127076"/>
                <a:gd name="csX140" fmla="*/ 54939 w 108444"/>
                <a:gd name="csY140" fmla="*/ 31052 h 127076"/>
                <a:gd name="csX141" fmla="*/ 55894 w 108444"/>
                <a:gd name="csY141" fmla="*/ 30575 h 127076"/>
                <a:gd name="csX142" fmla="*/ 56372 w 108444"/>
                <a:gd name="csY142" fmla="*/ 29619 h 127076"/>
                <a:gd name="csX143" fmla="*/ 53984 w 108444"/>
                <a:gd name="csY143" fmla="*/ 27231 h 127076"/>
                <a:gd name="csX144" fmla="*/ 52073 w 108444"/>
                <a:gd name="csY144" fmla="*/ 25797 h 127076"/>
                <a:gd name="csX145" fmla="*/ 42996 w 108444"/>
                <a:gd name="csY145" fmla="*/ 22931 h 127076"/>
                <a:gd name="csX146" fmla="*/ 39652 w 108444"/>
                <a:gd name="csY146" fmla="*/ 20065 h 127076"/>
                <a:gd name="csX147" fmla="*/ 38218 w 108444"/>
                <a:gd name="csY147" fmla="*/ 18154 h 127076"/>
                <a:gd name="csX148" fmla="*/ 38218 w 108444"/>
                <a:gd name="csY148" fmla="*/ 16721 h 127076"/>
                <a:gd name="csX149" fmla="*/ 39174 w 108444"/>
                <a:gd name="csY149" fmla="*/ 13376 h 127076"/>
                <a:gd name="csX150" fmla="*/ 44429 w 108444"/>
                <a:gd name="csY150" fmla="*/ 8599 h 127076"/>
                <a:gd name="csX151" fmla="*/ 47773 w 108444"/>
                <a:gd name="csY151" fmla="*/ 6210 h 127076"/>
                <a:gd name="csX152" fmla="*/ 54461 w 108444"/>
                <a:gd name="csY152" fmla="*/ 4300 h 127076"/>
                <a:gd name="csX153" fmla="*/ 59239 w 108444"/>
                <a:gd name="csY153" fmla="*/ 4777 h 127076"/>
                <a:gd name="csX154" fmla="*/ 62105 w 108444"/>
                <a:gd name="csY154" fmla="*/ 5255 h 127076"/>
                <a:gd name="csX155" fmla="*/ 68793 w 108444"/>
                <a:gd name="csY155" fmla="*/ 13376 h 127076"/>
                <a:gd name="csX156" fmla="*/ 72137 w 108444"/>
                <a:gd name="csY156" fmla="*/ 18631 h 127076"/>
                <a:gd name="csX157" fmla="*/ 77870 w 108444"/>
                <a:gd name="csY157" fmla="*/ 17676 h 127076"/>
                <a:gd name="csX158" fmla="*/ 75959 w 108444"/>
                <a:gd name="csY158" fmla="*/ 12421 h 127076"/>
                <a:gd name="csX159" fmla="*/ 75004 w 108444"/>
                <a:gd name="csY159" fmla="*/ 6210 h 127076"/>
                <a:gd name="csX160" fmla="*/ 76437 w 108444"/>
                <a:gd name="csY160" fmla="*/ 3822 h 127076"/>
                <a:gd name="csX161" fmla="*/ 81214 w 108444"/>
                <a:gd name="csY161" fmla="*/ 0 h 127076"/>
                <a:gd name="csX162" fmla="*/ 85036 w 108444"/>
                <a:gd name="csY162" fmla="*/ 1911 h 127076"/>
                <a:gd name="csX163" fmla="*/ 89813 w 108444"/>
                <a:gd name="csY163" fmla="*/ 7166 h 127076"/>
                <a:gd name="csX164" fmla="*/ 90769 w 108444"/>
                <a:gd name="csY164" fmla="*/ 9077 h 127076"/>
                <a:gd name="csX165" fmla="*/ 96024 w 108444"/>
                <a:gd name="csY165" fmla="*/ 12421 h 127076"/>
                <a:gd name="csX166" fmla="*/ 99368 w 108444"/>
                <a:gd name="csY166" fmla="*/ 13376 h 127076"/>
                <a:gd name="csX167" fmla="*/ 100801 w 108444"/>
                <a:gd name="csY167" fmla="*/ 15287 h 127076"/>
                <a:gd name="csX168" fmla="*/ 101279 w 108444"/>
                <a:gd name="csY168" fmla="*/ 17676 h 127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108444" h="127076">
                  <a:moveTo>
                    <a:pt x="101279" y="17676"/>
                  </a:moveTo>
                  <a:lnTo>
                    <a:pt x="101756" y="21020"/>
                  </a:lnTo>
                  <a:lnTo>
                    <a:pt x="101279" y="23886"/>
                  </a:lnTo>
                  <a:lnTo>
                    <a:pt x="100801" y="25797"/>
                  </a:lnTo>
                  <a:lnTo>
                    <a:pt x="100801" y="27708"/>
                  </a:lnTo>
                  <a:lnTo>
                    <a:pt x="101279" y="30097"/>
                  </a:lnTo>
                  <a:lnTo>
                    <a:pt x="103667" y="36307"/>
                  </a:lnTo>
                  <a:lnTo>
                    <a:pt x="104623" y="39651"/>
                  </a:lnTo>
                  <a:lnTo>
                    <a:pt x="104623" y="42996"/>
                  </a:lnTo>
                  <a:lnTo>
                    <a:pt x="104623" y="44907"/>
                  </a:lnTo>
                  <a:lnTo>
                    <a:pt x="103190" y="49206"/>
                  </a:lnTo>
                  <a:lnTo>
                    <a:pt x="102234" y="54939"/>
                  </a:lnTo>
                  <a:lnTo>
                    <a:pt x="102234" y="57805"/>
                  </a:lnTo>
                  <a:lnTo>
                    <a:pt x="103190" y="62105"/>
                  </a:lnTo>
                  <a:lnTo>
                    <a:pt x="103190" y="64493"/>
                  </a:lnTo>
                  <a:lnTo>
                    <a:pt x="101279" y="67837"/>
                  </a:lnTo>
                  <a:lnTo>
                    <a:pt x="97457" y="71182"/>
                  </a:lnTo>
                  <a:lnTo>
                    <a:pt x="97935" y="72615"/>
                  </a:lnTo>
                  <a:lnTo>
                    <a:pt x="106534" y="76914"/>
                  </a:lnTo>
                  <a:lnTo>
                    <a:pt x="107012" y="77392"/>
                  </a:lnTo>
                  <a:lnTo>
                    <a:pt x="107012" y="86469"/>
                  </a:lnTo>
                  <a:lnTo>
                    <a:pt x="108445" y="96024"/>
                  </a:lnTo>
                  <a:lnTo>
                    <a:pt x="107967" y="96024"/>
                  </a:lnTo>
                  <a:lnTo>
                    <a:pt x="106056" y="93157"/>
                  </a:lnTo>
                  <a:lnTo>
                    <a:pt x="102234" y="89813"/>
                  </a:lnTo>
                  <a:lnTo>
                    <a:pt x="97935" y="96501"/>
                  </a:lnTo>
                  <a:lnTo>
                    <a:pt x="98412" y="107489"/>
                  </a:lnTo>
                  <a:lnTo>
                    <a:pt x="101279" y="112266"/>
                  </a:lnTo>
                  <a:lnTo>
                    <a:pt x="102234" y="115133"/>
                  </a:lnTo>
                  <a:lnTo>
                    <a:pt x="101756" y="117044"/>
                  </a:lnTo>
                  <a:lnTo>
                    <a:pt x="99368" y="117521"/>
                  </a:lnTo>
                  <a:lnTo>
                    <a:pt x="98412" y="117521"/>
                  </a:lnTo>
                  <a:lnTo>
                    <a:pt x="96024" y="115133"/>
                  </a:lnTo>
                  <a:lnTo>
                    <a:pt x="94591" y="111789"/>
                  </a:lnTo>
                  <a:lnTo>
                    <a:pt x="94113" y="111789"/>
                  </a:lnTo>
                  <a:lnTo>
                    <a:pt x="93635" y="113700"/>
                  </a:lnTo>
                  <a:lnTo>
                    <a:pt x="93635" y="115133"/>
                  </a:lnTo>
                  <a:lnTo>
                    <a:pt x="95546" y="117999"/>
                  </a:lnTo>
                  <a:lnTo>
                    <a:pt x="96501" y="121821"/>
                  </a:lnTo>
                  <a:lnTo>
                    <a:pt x="95546" y="122776"/>
                  </a:lnTo>
                  <a:lnTo>
                    <a:pt x="93157" y="123732"/>
                  </a:lnTo>
                  <a:lnTo>
                    <a:pt x="89335" y="123732"/>
                  </a:lnTo>
                  <a:lnTo>
                    <a:pt x="84080" y="125165"/>
                  </a:lnTo>
                  <a:lnTo>
                    <a:pt x="81214" y="125643"/>
                  </a:lnTo>
                  <a:lnTo>
                    <a:pt x="78825" y="124687"/>
                  </a:lnTo>
                  <a:lnTo>
                    <a:pt x="75481" y="124687"/>
                  </a:lnTo>
                  <a:lnTo>
                    <a:pt x="72615" y="124687"/>
                  </a:lnTo>
                  <a:lnTo>
                    <a:pt x="70704" y="124210"/>
                  </a:lnTo>
                  <a:lnTo>
                    <a:pt x="69271" y="122299"/>
                  </a:lnTo>
                  <a:lnTo>
                    <a:pt x="67360" y="122776"/>
                  </a:lnTo>
                  <a:lnTo>
                    <a:pt x="63060" y="127076"/>
                  </a:lnTo>
                  <a:lnTo>
                    <a:pt x="56850" y="125643"/>
                  </a:lnTo>
                  <a:lnTo>
                    <a:pt x="51117" y="125643"/>
                  </a:lnTo>
                  <a:lnTo>
                    <a:pt x="49684" y="124210"/>
                  </a:lnTo>
                  <a:lnTo>
                    <a:pt x="48728" y="121343"/>
                  </a:lnTo>
                  <a:lnTo>
                    <a:pt x="46340" y="112744"/>
                  </a:lnTo>
                  <a:lnTo>
                    <a:pt x="46340" y="110356"/>
                  </a:lnTo>
                  <a:lnTo>
                    <a:pt x="52550" y="109400"/>
                  </a:lnTo>
                  <a:lnTo>
                    <a:pt x="53028" y="108445"/>
                  </a:lnTo>
                  <a:lnTo>
                    <a:pt x="48251" y="105578"/>
                  </a:lnTo>
                  <a:lnTo>
                    <a:pt x="43473" y="103190"/>
                  </a:lnTo>
                  <a:lnTo>
                    <a:pt x="41085" y="101279"/>
                  </a:lnTo>
                  <a:lnTo>
                    <a:pt x="41563" y="97935"/>
                  </a:lnTo>
                  <a:lnTo>
                    <a:pt x="41563" y="96979"/>
                  </a:lnTo>
                  <a:lnTo>
                    <a:pt x="50162" y="93157"/>
                  </a:lnTo>
                  <a:lnTo>
                    <a:pt x="56372" y="85036"/>
                  </a:lnTo>
                  <a:lnTo>
                    <a:pt x="60194" y="82169"/>
                  </a:lnTo>
                  <a:lnTo>
                    <a:pt x="60672" y="80258"/>
                  </a:lnTo>
                  <a:lnTo>
                    <a:pt x="64016" y="78825"/>
                  </a:lnTo>
                  <a:lnTo>
                    <a:pt x="71182" y="77870"/>
                  </a:lnTo>
                  <a:lnTo>
                    <a:pt x="71659" y="75481"/>
                  </a:lnTo>
                  <a:lnTo>
                    <a:pt x="57328" y="76914"/>
                  </a:lnTo>
                  <a:lnTo>
                    <a:pt x="37741" y="81214"/>
                  </a:lnTo>
                  <a:lnTo>
                    <a:pt x="32008" y="83603"/>
                  </a:lnTo>
                  <a:lnTo>
                    <a:pt x="26753" y="82169"/>
                  </a:lnTo>
                  <a:lnTo>
                    <a:pt x="5255" y="89335"/>
                  </a:lnTo>
                  <a:lnTo>
                    <a:pt x="4300" y="89335"/>
                  </a:lnTo>
                  <a:lnTo>
                    <a:pt x="1911" y="86947"/>
                  </a:lnTo>
                  <a:lnTo>
                    <a:pt x="0" y="83125"/>
                  </a:lnTo>
                  <a:lnTo>
                    <a:pt x="1433" y="80258"/>
                  </a:lnTo>
                  <a:lnTo>
                    <a:pt x="7644" y="74526"/>
                  </a:lnTo>
                  <a:lnTo>
                    <a:pt x="10988" y="69749"/>
                  </a:lnTo>
                  <a:lnTo>
                    <a:pt x="10510" y="67360"/>
                  </a:lnTo>
                  <a:lnTo>
                    <a:pt x="13377" y="62583"/>
                  </a:lnTo>
                  <a:lnTo>
                    <a:pt x="17198" y="62105"/>
                  </a:lnTo>
                  <a:lnTo>
                    <a:pt x="23886" y="65927"/>
                  </a:lnTo>
                  <a:lnTo>
                    <a:pt x="27708" y="69749"/>
                  </a:lnTo>
                  <a:lnTo>
                    <a:pt x="30575" y="71182"/>
                  </a:lnTo>
                  <a:lnTo>
                    <a:pt x="33441" y="71182"/>
                  </a:lnTo>
                  <a:lnTo>
                    <a:pt x="36307" y="68315"/>
                  </a:lnTo>
                  <a:lnTo>
                    <a:pt x="35830" y="67837"/>
                  </a:lnTo>
                  <a:lnTo>
                    <a:pt x="30575" y="69271"/>
                  </a:lnTo>
                  <a:lnTo>
                    <a:pt x="30097" y="68793"/>
                  </a:lnTo>
                  <a:lnTo>
                    <a:pt x="27708" y="64971"/>
                  </a:lnTo>
                  <a:lnTo>
                    <a:pt x="26753" y="62105"/>
                  </a:lnTo>
                  <a:lnTo>
                    <a:pt x="25798" y="59238"/>
                  </a:lnTo>
                  <a:lnTo>
                    <a:pt x="25798" y="57328"/>
                  </a:lnTo>
                  <a:lnTo>
                    <a:pt x="27231" y="53983"/>
                  </a:lnTo>
                  <a:lnTo>
                    <a:pt x="21498" y="52550"/>
                  </a:lnTo>
                  <a:lnTo>
                    <a:pt x="19587" y="50162"/>
                  </a:lnTo>
                  <a:lnTo>
                    <a:pt x="18632" y="46817"/>
                  </a:lnTo>
                  <a:lnTo>
                    <a:pt x="18632" y="45862"/>
                  </a:lnTo>
                  <a:lnTo>
                    <a:pt x="20542" y="42040"/>
                  </a:lnTo>
                  <a:lnTo>
                    <a:pt x="25320" y="36785"/>
                  </a:lnTo>
                  <a:lnTo>
                    <a:pt x="24842" y="35352"/>
                  </a:lnTo>
                  <a:lnTo>
                    <a:pt x="17676" y="35352"/>
                  </a:lnTo>
                  <a:lnTo>
                    <a:pt x="16243" y="34874"/>
                  </a:lnTo>
                  <a:lnTo>
                    <a:pt x="13377" y="31530"/>
                  </a:lnTo>
                  <a:lnTo>
                    <a:pt x="13854" y="28186"/>
                  </a:lnTo>
                  <a:lnTo>
                    <a:pt x="16721" y="22931"/>
                  </a:lnTo>
                  <a:lnTo>
                    <a:pt x="18632" y="19587"/>
                  </a:lnTo>
                  <a:lnTo>
                    <a:pt x="20065" y="18631"/>
                  </a:lnTo>
                  <a:lnTo>
                    <a:pt x="22453" y="18631"/>
                  </a:lnTo>
                  <a:lnTo>
                    <a:pt x="27708" y="21020"/>
                  </a:lnTo>
                  <a:lnTo>
                    <a:pt x="29142" y="21976"/>
                  </a:lnTo>
                  <a:lnTo>
                    <a:pt x="32963" y="27231"/>
                  </a:lnTo>
                  <a:lnTo>
                    <a:pt x="33919" y="30097"/>
                  </a:lnTo>
                  <a:lnTo>
                    <a:pt x="33919" y="32486"/>
                  </a:lnTo>
                  <a:lnTo>
                    <a:pt x="34874" y="34874"/>
                  </a:lnTo>
                  <a:lnTo>
                    <a:pt x="37741" y="37741"/>
                  </a:lnTo>
                  <a:lnTo>
                    <a:pt x="51117" y="52550"/>
                  </a:lnTo>
                  <a:lnTo>
                    <a:pt x="53506" y="56372"/>
                  </a:lnTo>
                  <a:lnTo>
                    <a:pt x="55417" y="57805"/>
                  </a:lnTo>
                  <a:lnTo>
                    <a:pt x="58283" y="58761"/>
                  </a:lnTo>
                  <a:lnTo>
                    <a:pt x="60194" y="58761"/>
                  </a:lnTo>
                  <a:lnTo>
                    <a:pt x="61627" y="57805"/>
                  </a:lnTo>
                  <a:lnTo>
                    <a:pt x="62105" y="56372"/>
                  </a:lnTo>
                  <a:lnTo>
                    <a:pt x="56372" y="51117"/>
                  </a:lnTo>
                  <a:lnTo>
                    <a:pt x="54461" y="48251"/>
                  </a:lnTo>
                  <a:lnTo>
                    <a:pt x="53506" y="44429"/>
                  </a:lnTo>
                  <a:lnTo>
                    <a:pt x="53984" y="42996"/>
                  </a:lnTo>
                  <a:lnTo>
                    <a:pt x="55417" y="42996"/>
                  </a:lnTo>
                  <a:lnTo>
                    <a:pt x="59716" y="43473"/>
                  </a:lnTo>
                  <a:lnTo>
                    <a:pt x="64971" y="42040"/>
                  </a:lnTo>
                  <a:lnTo>
                    <a:pt x="59239" y="40607"/>
                  </a:lnTo>
                  <a:lnTo>
                    <a:pt x="55894" y="38696"/>
                  </a:lnTo>
                  <a:lnTo>
                    <a:pt x="52073" y="38218"/>
                  </a:lnTo>
                  <a:lnTo>
                    <a:pt x="47295" y="34874"/>
                  </a:lnTo>
                  <a:lnTo>
                    <a:pt x="47295" y="33919"/>
                  </a:lnTo>
                  <a:lnTo>
                    <a:pt x="48728" y="32486"/>
                  </a:lnTo>
                  <a:lnTo>
                    <a:pt x="54939" y="31052"/>
                  </a:lnTo>
                  <a:lnTo>
                    <a:pt x="55894" y="30575"/>
                  </a:lnTo>
                  <a:lnTo>
                    <a:pt x="56372" y="29619"/>
                  </a:lnTo>
                  <a:lnTo>
                    <a:pt x="53984" y="27231"/>
                  </a:lnTo>
                  <a:lnTo>
                    <a:pt x="52073" y="25797"/>
                  </a:lnTo>
                  <a:lnTo>
                    <a:pt x="42996" y="22931"/>
                  </a:lnTo>
                  <a:lnTo>
                    <a:pt x="39652" y="20065"/>
                  </a:lnTo>
                  <a:lnTo>
                    <a:pt x="38218" y="18154"/>
                  </a:lnTo>
                  <a:lnTo>
                    <a:pt x="38218" y="16721"/>
                  </a:lnTo>
                  <a:lnTo>
                    <a:pt x="39174" y="13376"/>
                  </a:lnTo>
                  <a:lnTo>
                    <a:pt x="44429" y="8599"/>
                  </a:lnTo>
                  <a:lnTo>
                    <a:pt x="47773" y="6210"/>
                  </a:lnTo>
                  <a:lnTo>
                    <a:pt x="54461" y="4300"/>
                  </a:lnTo>
                  <a:lnTo>
                    <a:pt x="59239" y="4777"/>
                  </a:lnTo>
                  <a:lnTo>
                    <a:pt x="62105" y="5255"/>
                  </a:lnTo>
                  <a:lnTo>
                    <a:pt x="68793" y="13376"/>
                  </a:lnTo>
                  <a:lnTo>
                    <a:pt x="72137" y="18631"/>
                  </a:lnTo>
                  <a:lnTo>
                    <a:pt x="77870" y="17676"/>
                  </a:lnTo>
                  <a:lnTo>
                    <a:pt x="75959" y="12421"/>
                  </a:lnTo>
                  <a:lnTo>
                    <a:pt x="75004" y="6210"/>
                  </a:lnTo>
                  <a:lnTo>
                    <a:pt x="76437" y="3822"/>
                  </a:lnTo>
                  <a:lnTo>
                    <a:pt x="81214" y="0"/>
                  </a:lnTo>
                  <a:lnTo>
                    <a:pt x="85036" y="1911"/>
                  </a:lnTo>
                  <a:lnTo>
                    <a:pt x="89813" y="7166"/>
                  </a:lnTo>
                  <a:lnTo>
                    <a:pt x="90769" y="9077"/>
                  </a:lnTo>
                  <a:lnTo>
                    <a:pt x="96024" y="12421"/>
                  </a:lnTo>
                  <a:lnTo>
                    <a:pt x="99368" y="13376"/>
                  </a:lnTo>
                  <a:lnTo>
                    <a:pt x="100801" y="15287"/>
                  </a:lnTo>
                  <a:lnTo>
                    <a:pt x="101279" y="1767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1" name="Freeform 3610">
              <a:extLst>
                <a:ext uri="{FF2B5EF4-FFF2-40B4-BE49-F238E27FC236}">
                  <a16:creationId xmlns:a16="http://schemas.microsoft.com/office/drawing/2014/main" id="{A510A5DA-2ECC-593F-1171-C482069302A2}"/>
                </a:ext>
              </a:extLst>
            </p:cNvPr>
            <p:cNvSpPr/>
            <p:nvPr/>
          </p:nvSpPr>
          <p:spPr>
            <a:xfrm>
              <a:off x="3809108" y="2503899"/>
              <a:ext cx="31530" cy="26752"/>
            </a:xfrm>
            <a:custGeom>
              <a:avLst/>
              <a:gdLst>
                <a:gd name="csX0" fmla="*/ 11943 w 31530"/>
                <a:gd name="csY0" fmla="*/ 6688 h 26752"/>
                <a:gd name="csX1" fmla="*/ 12899 w 31530"/>
                <a:gd name="csY1" fmla="*/ 7166 h 26752"/>
                <a:gd name="csX2" fmla="*/ 15765 w 31530"/>
                <a:gd name="csY2" fmla="*/ 5733 h 26752"/>
                <a:gd name="csX3" fmla="*/ 17676 w 31530"/>
                <a:gd name="csY3" fmla="*/ 5255 h 26752"/>
                <a:gd name="csX4" fmla="*/ 20065 w 31530"/>
                <a:gd name="csY4" fmla="*/ 8121 h 26752"/>
                <a:gd name="csX5" fmla="*/ 20542 w 31530"/>
                <a:gd name="csY5" fmla="*/ 10032 h 26752"/>
                <a:gd name="csX6" fmla="*/ 28186 w 31530"/>
                <a:gd name="csY6" fmla="*/ 14810 h 26752"/>
                <a:gd name="csX7" fmla="*/ 31052 w 31530"/>
                <a:gd name="csY7" fmla="*/ 17198 h 26752"/>
                <a:gd name="csX8" fmla="*/ 31530 w 31530"/>
                <a:gd name="csY8" fmla="*/ 18631 h 26752"/>
                <a:gd name="csX9" fmla="*/ 30575 w 31530"/>
                <a:gd name="csY9" fmla="*/ 20542 h 26752"/>
                <a:gd name="csX10" fmla="*/ 28186 w 31530"/>
                <a:gd name="csY10" fmla="*/ 22931 h 26752"/>
                <a:gd name="csX11" fmla="*/ 25798 w 31530"/>
                <a:gd name="csY11" fmla="*/ 24842 h 26752"/>
                <a:gd name="csX12" fmla="*/ 22453 w 31530"/>
                <a:gd name="csY12" fmla="*/ 26275 h 26752"/>
                <a:gd name="csX13" fmla="*/ 6688 w 31530"/>
                <a:gd name="csY13" fmla="*/ 26753 h 26752"/>
                <a:gd name="csX14" fmla="*/ 5255 w 31530"/>
                <a:gd name="csY14" fmla="*/ 25797 h 26752"/>
                <a:gd name="csX15" fmla="*/ 4300 w 31530"/>
                <a:gd name="csY15" fmla="*/ 23409 h 26752"/>
                <a:gd name="csX16" fmla="*/ 1911 w 31530"/>
                <a:gd name="csY16" fmla="*/ 14810 h 26752"/>
                <a:gd name="csX17" fmla="*/ 956 w 31530"/>
                <a:gd name="csY17" fmla="*/ 10032 h 26752"/>
                <a:gd name="csX18" fmla="*/ 0 w 31530"/>
                <a:gd name="csY18" fmla="*/ 6688 h 26752"/>
                <a:gd name="csX19" fmla="*/ 478 w 31530"/>
                <a:gd name="csY19" fmla="*/ 4777 h 26752"/>
                <a:gd name="csX20" fmla="*/ 2389 w 31530"/>
                <a:gd name="csY20" fmla="*/ 2866 h 26752"/>
                <a:gd name="csX21" fmla="*/ 8121 w 31530"/>
                <a:gd name="csY21" fmla="*/ 0 h 26752"/>
                <a:gd name="csX22" fmla="*/ 10988 w 31530"/>
                <a:gd name="csY22" fmla="*/ 0 h 26752"/>
                <a:gd name="csX23" fmla="*/ 12421 w 31530"/>
                <a:gd name="csY23" fmla="*/ 955 h 26752"/>
                <a:gd name="csX24" fmla="*/ 12899 w 31530"/>
                <a:gd name="csY24" fmla="*/ 2389 h 26752"/>
                <a:gd name="csX25" fmla="*/ 12899 w 31530"/>
                <a:gd name="csY25" fmla="*/ 4300 h 26752"/>
                <a:gd name="csX26" fmla="*/ 11943 w 31530"/>
                <a:gd name="csY26" fmla="*/ 6688 h 26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1530" h="26752">
                  <a:moveTo>
                    <a:pt x="11943" y="6688"/>
                  </a:moveTo>
                  <a:lnTo>
                    <a:pt x="12899" y="7166"/>
                  </a:lnTo>
                  <a:lnTo>
                    <a:pt x="15765" y="5733"/>
                  </a:lnTo>
                  <a:lnTo>
                    <a:pt x="17676" y="5255"/>
                  </a:lnTo>
                  <a:lnTo>
                    <a:pt x="20065" y="8121"/>
                  </a:lnTo>
                  <a:lnTo>
                    <a:pt x="20542" y="10032"/>
                  </a:lnTo>
                  <a:lnTo>
                    <a:pt x="28186" y="14810"/>
                  </a:lnTo>
                  <a:lnTo>
                    <a:pt x="31052" y="17198"/>
                  </a:lnTo>
                  <a:lnTo>
                    <a:pt x="31530" y="18631"/>
                  </a:lnTo>
                  <a:lnTo>
                    <a:pt x="30575" y="20542"/>
                  </a:lnTo>
                  <a:lnTo>
                    <a:pt x="28186" y="22931"/>
                  </a:lnTo>
                  <a:lnTo>
                    <a:pt x="25798" y="24842"/>
                  </a:lnTo>
                  <a:lnTo>
                    <a:pt x="22453" y="26275"/>
                  </a:lnTo>
                  <a:lnTo>
                    <a:pt x="6688" y="26753"/>
                  </a:lnTo>
                  <a:lnTo>
                    <a:pt x="5255" y="25797"/>
                  </a:lnTo>
                  <a:lnTo>
                    <a:pt x="4300" y="23409"/>
                  </a:lnTo>
                  <a:lnTo>
                    <a:pt x="1911" y="14810"/>
                  </a:lnTo>
                  <a:lnTo>
                    <a:pt x="956" y="10032"/>
                  </a:lnTo>
                  <a:lnTo>
                    <a:pt x="0" y="6688"/>
                  </a:lnTo>
                  <a:lnTo>
                    <a:pt x="478" y="4777"/>
                  </a:lnTo>
                  <a:lnTo>
                    <a:pt x="2389" y="2866"/>
                  </a:lnTo>
                  <a:lnTo>
                    <a:pt x="8121" y="0"/>
                  </a:lnTo>
                  <a:lnTo>
                    <a:pt x="10988" y="0"/>
                  </a:lnTo>
                  <a:lnTo>
                    <a:pt x="12421" y="955"/>
                  </a:lnTo>
                  <a:lnTo>
                    <a:pt x="12899" y="2389"/>
                  </a:lnTo>
                  <a:lnTo>
                    <a:pt x="12899" y="4300"/>
                  </a:lnTo>
                  <a:lnTo>
                    <a:pt x="11943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2" name="Freeform 3611">
              <a:extLst>
                <a:ext uri="{FF2B5EF4-FFF2-40B4-BE49-F238E27FC236}">
                  <a16:creationId xmlns:a16="http://schemas.microsoft.com/office/drawing/2014/main" id="{11F76B4E-E17C-2392-95BF-580A44D65CFF}"/>
                </a:ext>
              </a:extLst>
            </p:cNvPr>
            <p:cNvSpPr/>
            <p:nvPr/>
          </p:nvSpPr>
          <p:spPr>
            <a:xfrm>
              <a:off x="3813408" y="2531608"/>
              <a:ext cx="47295" cy="41084"/>
            </a:xfrm>
            <a:custGeom>
              <a:avLst/>
              <a:gdLst>
                <a:gd name="csX0" fmla="*/ 42996 w 47295"/>
                <a:gd name="csY0" fmla="*/ 22453 h 41084"/>
                <a:gd name="csX1" fmla="*/ 47295 w 47295"/>
                <a:gd name="csY1" fmla="*/ 27231 h 41084"/>
                <a:gd name="csX2" fmla="*/ 47295 w 47295"/>
                <a:gd name="csY2" fmla="*/ 28186 h 41084"/>
                <a:gd name="csX3" fmla="*/ 46817 w 47295"/>
                <a:gd name="csY3" fmla="*/ 29141 h 41084"/>
                <a:gd name="csX4" fmla="*/ 41085 w 47295"/>
                <a:gd name="csY4" fmla="*/ 31530 h 41084"/>
                <a:gd name="csX5" fmla="*/ 39174 w 47295"/>
                <a:gd name="csY5" fmla="*/ 33441 h 41084"/>
                <a:gd name="csX6" fmla="*/ 37263 w 47295"/>
                <a:gd name="csY6" fmla="*/ 37741 h 41084"/>
                <a:gd name="csX7" fmla="*/ 35830 w 47295"/>
                <a:gd name="csY7" fmla="*/ 40129 h 41084"/>
                <a:gd name="csX8" fmla="*/ 28664 w 47295"/>
                <a:gd name="csY8" fmla="*/ 41085 h 41084"/>
                <a:gd name="csX9" fmla="*/ 21498 w 47295"/>
                <a:gd name="csY9" fmla="*/ 41085 h 41084"/>
                <a:gd name="csX10" fmla="*/ 22931 w 47295"/>
                <a:gd name="csY10" fmla="*/ 36785 h 41084"/>
                <a:gd name="csX11" fmla="*/ 26753 w 47295"/>
                <a:gd name="csY11" fmla="*/ 29619 h 41084"/>
                <a:gd name="csX12" fmla="*/ 23886 w 47295"/>
                <a:gd name="csY12" fmla="*/ 26753 h 41084"/>
                <a:gd name="csX13" fmla="*/ 12421 w 47295"/>
                <a:gd name="csY13" fmla="*/ 31530 h 41084"/>
                <a:gd name="csX14" fmla="*/ 8121 w 47295"/>
                <a:gd name="csY14" fmla="*/ 28664 h 41084"/>
                <a:gd name="csX15" fmla="*/ 11943 w 47295"/>
                <a:gd name="csY15" fmla="*/ 21020 h 41084"/>
                <a:gd name="csX16" fmla="*/ 8121 w 47295"/>
                <a:gd name="csY16" fmla="*/ 20065 h 41084"/>
                <a:gd name="csX17" fmla="*/ 2866 w 47295"/>
                <a:gd name="csY17" fmla="*/ 20065 h 41084"/>
                <a:gd name="csX18" fmla="*/ 0 w 47295"/>
                <a:gd name="csY18" fmla="*/ 15287 h 41084"/>
                <a:gd name="csX19" fmla="*/ 955 w 47295"/>
                <a:gd name="csY19" fmla="*/ 10032 h 41084"/>
                <a:gd name="csX20" fmla="*/ 7644 w 47295"/>
                <a:gd name="csY20" fmla="*/ 6688 h 41084"/>
                <a:gd name="csX21" fmla="*/ 16243 w 47295"/>
                <a:gd name="csY21" fmla="*/ 3822 h 41084"/>
                <a:gd name="csX22" fmla="*/ 25797 w 47295"/>
                <a:gd name="csY22" fmla="*/ 0 h 41084"/>
                <a:gd name="csX23" fmla="*/ 32963 w 47295"/>
                <a:gd name="csY23" fmla="*/ 478 h 41084"/>
                <a:gd name="csX24" fmla="*/ 35830 w 47295"/>
                <a:gd name="csY24" fmla="*/ 2389 h 41084"/>
                <a:gd name="csX25" fmla="*/ 36785 w 47295"/>
                <a:gd name="csY25" fmla="*/ 8599 h 41084"/>
                <a:gd name="csX26" fmla="*/ 37741 w 47295"/>
                <a:gd name="csY26" fmla="*/ 16720 h 41084"/>
                <a:gd name="csX27" fmla="*/ 39174 w 47295"/>
                <a:gd name="csY27" fmla="*/ 17198 h 41084"/>
                <a:gd name="csX28" fmla="*/ 42996 w 47295"/>
                <a:gd name="csY28" fmla="*/ 22453 h 41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7295" h="41084">
                  <a:moveTo>
                    <a:pt x="42996" y="22453"/>
                  </a:moveTo>
                  <a:lnTo>
                    <a:pt x="47295" y="27231"/>
                  </a:lnTo>
                  <a:lnTo>
                    <a:pt x="47295" y="28186"/>
                  </a:lnTo>
                  <a:lnTo>
                    <a:pt x="46817" y="29141"/>
                  </a:lnTo>
                  <a:lnTo>
                    <a:pt x="41085" y="31530"/>
                  </a:lnTo>
                  <a:lnTo>
                    <a:pt x="39174" y="33441"/>
                  </a:lnTo>
                  <a:lnTo>
                    <a:pt x="37263" y="37741"/>
                  </a:lnTo>
                  <a:lnTo>
                    <a:pt x="35830" y="40129"/>
                  </a:lnTo>
                  <a:lnTo>
                    <a:pt x="28664" y="41085"/>
                  </a:lnTo>
                  <a:lnTo>
                    <a:pt x="21498" y="41085"/>
                  </a:lnTo>
                  <a:lnTo>
                    <a:pt x="22931" y="36785"/>
                  </a:lnTo>
                  <a:lnTo>
                    <a:pt x="26753" y="29619"/>
                  </a:lnTo>
                  <a:lnTo>
                    <a:pt x="23886" y="26753"/>
                  </a:lnTo>
                  <a:lnTo>
                    <a:pt x="12421" y="31530"/>
                  </a:lnTo>
                  <a:lnTo>
                    <a:pt x="8121" y="28664"/>
                  </a:lnTo>
                  <a:lnTo>
                    <a:pt x="11943" y="21020"/>
                  </a:lnTo>
                  <a:lnTo>
                    <a:pt x="8121" y="20065"/>
                  </a:lnTo>
                  <a:lnTo>
                    <a:pt x="2866" y="20065"/>
                  </a:lnTo>
                  <a:lnTo>
                    <a:pt x="0" y="15287"/>
                  </a:lnTo>
                  <a:lnTo>
                    <a:pt x="955" y="10032"/>
                  </a:lnTo>
                  <a:lnTo>
                    <a:pt x="7644" y="6688"/>
                  </a:lnTo>
                  <a:lnTo>
                    <a:pt x="16243" y="3822"/>
                  </a:lnTo>
                  <a:lnTo>
                    <a:pt x="25797" y="0"/>
                  </a:lnTo>
                  <a:lnTo>
                    <a:pt x="32963" y="478"/>
                  </a:lnTo>
                  <a:lnTo>
                    <a:pt x="35830" y="2389"/>
                  </a:lnTo>
                  <a:lnTo>
                    <a:pt x="36785" y="8599"/>
                  </a:lnTo>
                  <a:lnTo>
                    <a:pt x="37741" y="16720"/>
                  </a:lnTo>
                  <a:lnTo>
                    <a:pt x="39174" y="17198"/>
                  </a:lnTo>
                  <a:lnTo>
                    <a:pt x="42996" y="2245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3" name="Freeform 3612">
              <a:extLst>
                <a:ext uri="{FF2B5EF4-FFF2-40B4-BE49-F238E27FC236}">
                  <a16:creationId xmlns:a16="http://schemas.microsoft.com/office/drawing/2014/main" id="{A02E95FA-A3B1-B388-1F71-2B3815FA1581}"/>
                </a:ext>
              </a:extLst>
            </p:cNvPr>
            <p:cNvSpPr/>
            <p:nvPr/>
          </p:nvSpPr>
          <p:spPr>
            <a:xfrm>
              <a:off x="4303081" y="2544029"/>
              <a:ext cx="17198" cy="24364"/>
            </a:xfrm>
            <a:custGeom>
              <a:avLst/>
              <a:gdLst>
                <a:gd name="csX0" fmla="*/ 12899 w 17198"/>
                <a:gd name="csY0" fmla="*/ 16721 h 24364"/>
                <a:gd name="csX1" fmla="*/ 12899 w 17198"/>
                <a:gd name="csY1" fmla="*/ 21020 h 24364"/>
                <a:gd name="csX2" fmla="*/ 11465 w 17198"/>
                <a:gd name="csY2" fmla="*/ 21020 h 24364"/>
                <a:gd name="csX3" fmla="*/ 7166 w 17198"/>
                <a:gd name="csY3" fmla="*/ 23886 h 24364"/>
                <a:gd name="csX4" fmla="*/ 3344 w 17198"/>
                <a:gd name="csY4" fmla="*/ 24364 h 24364"/>
                <a:gd name="csX5" fmla="*/ 1433 w 17198"/>
                <a:gd name="csY5" fmla="*/ 22931 h 24364"/>
                <a:gd name="csX6" fmla="*/ 0 w 17198"/>
                <a:gd name="csY6" fmla="*/ 20065 h 24364"/>
                <a:gd name="csX7" fmla="*/ 2866 w 17198"/>
                <a:gd name="csY7" fmla="*/ 14332 h 24364"/>
                <a:gd name="csX8" fmla="*/ 6688 w 17198"/>
                <a:gd name="csY8" fmla="*/ 10510 h 24364"/>
                <a:gd name="csX9" fmla="*/ 10510 w 17198"/>
                <a:gd name="csY9" fmla="*/ 4300 h 24364"/>
                <a:gd name="csX10" fmla="*/ 13854 w 17198"/>
                <a:gd name="csY10" fmla="*/ 0 h 24364"/>
                <a:gd name="csX11" fmla="*/ 15287 w 17198"/>
                <a:gd name="csY11" fmla="*/ 956 h 24364"/>
                <a:gd name="csX12" fmla="*/ 17198 w 17198"/>
                <a:gd name="csY12" fmla="*/ 3344 h 24364"/>
                <a:gd name="csX13" fmla="*/ 15287 w 17198"/>
                <a:gd name="csY13" fmla="*/ 9077 h 24364"/>
                <a:gd name="csX14" fmla="*/ 12899 w 17198"/>
                <a:gd name="csY14" fmla="*/ 12421 h 24364"/>
                <a:gd name="csX15" fmla="*/ 12899 w 17198"/>
                <a:gd name="csY15" fmla="*/ 16721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7198" h="24364">
                  <a:moveTo>
                    <a:pt x="12899" y="16721"/>
                  </a:moveTo>
                  <a:lnTo>
                    <a:pt x="12899" y="21020"/>
                  </a:lnTo>
                  <a:lnTo>
                    <a:pt x="11465" y="21020"/>
                  </a:lnTo>
                  <a:lnTo>
                    <a:pt x="7166" y="23886"/>
                  </a:lnTo>
                  <a:lnTo>
                    <a:pt x="3344" y="24364"/>
                  </a:lnTo>
                  <a:lnTo>
                    <a:pt x="1433" y="22931"/>
                  </a:lnTo>
                  <a:lnTo>
                    <a:pt x="0" y="20065"/>
                  </a:lnTo>
                  <a:lnTo>
                    <a:pt x="2866" y="14332"/>
                  </a:lnTo>
                  <a:lnTo>
                    <a:pt x="6688" y="10510"/>
                  </a:lnTo>
                  <a:lnTo>
                    <a:pt x="10510" y="4300"/>
                  </a:lnTo>
                  <a:lnTo>
                    <a:pt x="13854" y="0"/>
                  </a:lnTo>
                  <a:lnTo>
                    <a:pt x="15287" y="956"/>
                  </a:lnTo>
                  <a:lnTo>
                    <a:pt x="17198" y="3344"/>
                  </a:lnTo>
                  <a:lnTo>
                    <a:pt x="15287" y="9077"/>
                  </a:lnTo>
                  <a:lnTo>
                    <a:pt x="12899" y="12421"/>
                  </a:lnTo>
                  <a:lnTo>
                    <a:pt x="12899" y="167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4" name="Freeform 3613">
              <a:extLst>
                <a:ext uri="{FF2B5EF4-FFF2-40B4-BE49-F238E27FC236}">
                  <a16:creationId xmlns:a16="http://schemas.microsoft.com/office/drawing/2014/main" id="{A4B78386-1A1E-13A9-9608-F44E30ACC5A9}"/>
                </a:ext>
              </a:extLst>
            </p:cNvPr>
            <p:cNvSpPr/>
            <p:nvPr/>
          </p:nvSpPr>
          <p:spPr>
            <a:xfrm>
              <a:off x="3515782" y="2546417"/>
              <a:ext cx="37740" cy="44428"/>
            </a:xfrm>
            <a:custGeom>
              <a:avLst/>
              <a:gdLst>
                <a:gd name="csX0" fmla="*/ 21498 w 37740"/>
                <a:gd name="csY0" fmla="*/ 40129 h 44428"/>
                <a:gd name="csX1" fmla="*/ 15765 w 37740"/>
                <a:gd name="csY1" fmla="*/ 44429 h 44428"/>
                <a:gd name="csX2" fmla="*/ 11465 w 37740"/>
                <a:gd name="csY2" fmla="*/ 44429 h 44428"/>
                <a:gd name="csX3" fmla="*/ 6211 w 37740"/>
                <a:gd name="csY3" fmla="*/ 40607 h 44428"/>
                <a:gd name="csX4" fmla="*/ 1911 w 37740"/>
                <a:gd name="csY4" fmla="*/ 39652 h 44428"/>
                <a:gd name="csX5" fmla="*/ 478 w 37740"/>
                <a:gd name="csY5" fmla="*/ 38218 h 44428"/>
                <a:gd name="csX6" fmla="*/ 0 w 37740"/>
                <a:gd name="csY6" fmla="*/ 37263 h 44428"/>
                <a:gd name="csX7" fmla="*/ 1911 w 37740"/>
                <a:gd name="csY7" fmla="*/ 33919 h 44428"/>
                <a:gd name="csX8" fmla="*/ 3344 w 37740"/>
                <a:gd name="csY8" fmla="*/ 31052 h 44428"/>
                <a:gd name="csX9" fmla="*/ 8121 w 37740"/>
                <a:gd name="csY9" fmla="*/ 25797 h 44428"/>
                <a:gd name="csX10" fmla="*/ 15287 w 37740"/>
                <a:gd name="csY10" fmla="*/ 15765 h 44428"/>
                <a:gd name="csX11" fmla="*/ 20542 w 37740"/>
                <a:gd name="csY11" fmla="*/ 11943 h 44428"/>
                <a:gd name="csX12" fmla="*/ 25320 w 37740"/>
                <a:gd name="csY12" fmla="*/ 9077 h 44428"/>
                <a:gd name="csX13" fmla="*/ 30097 w 37740"/>
                <a:gd name="csY13" fmla="*/ 3344 h 44428"/>
                <a:gd name="csX14" fmla="*/ 32963 w 37740"/>
                <a:gd name="csY14" fmla="*/ 478 h 44428"/>
                <a:gd name="csX15" fmla="*/ 35352 w 37740"/>
                <a:gd name="csY15" fmla="*/ 0 h 44428"/>
                <a:gd name="csX16" fmla="*/ 37741 w 37740"/>
                <a:gd name="csY16" fmla="*/ 1433 h 44428"/>
                <a:gd name="csX17" fmla="*/ 37741 w 37740"/>
                <a:gd name="csY17" fmla="*/ 2866 h 44428"/>
                <a:gd name="csX18" fmla="*/ 35352 w 37740"/>
                <a:gd name="csY18" fmla="*/ 11465 h 44428"/>
                <a:gd name="csX19" fmla="*/ 33441 w 37740"/>
                <a:gd name="csY19" fmla="*/ 14810 h 44428"/>
                <a:gd name="csX20" fmla="*/ 30097 w 37740"/>
                <a:gd name="csY20" fmla="*/ 23409 h 44428"/>
                <a:gd name="csX21" fmla="*/ 23409 w 37740"/>
                <a:gd name="csY21" fmla="*/ 37741 h 44428"/>
                <a:gd name="csX22" fmla="*/ 21498 w 37740"/>
                <a:gd name="csY22" fmla="*/ 40129 h 44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7740" h="44428">
                  <a:moveTo>
                    <a:pt x="21498" y="40129"/>
                  </a:moveTo>
                  <a:lnTo>
                    <a:pt x="15765" y="44429"/>
                  </a:lnTo>
                  <a:lnTo>
                    <a:pt x="11465" y="44429"/>
                  </a:lnTo>
                  <a:lnTo>
                    <a:pt x="6211" y="40607"/>
                  </a:lnTo>
                  <a:lnTo>
                    <a:pt x="1911" y="39652"/>
                  </a:lnTo>
                  <a:lnTo>
                    <a:pt x="478" y="38218"/>
                  </a:lnTo>
                  <a:lnTo>
                    <a:pt x="0" y="37263"/>
                  </a:lnTo>
                  <a:lnTo>
                    <a:pt x="1911" y="33919"/>
                  </a:lnTo>
                  <a:lnTo>
                    <a:pt x="3344" y="31052"/>
                  </a:lnTo>
                  <a:lnTo>
                    <a:pt x="8121" y="25797"/>
                  </a:lnTo>
                  <a:lnTo>
                    <a:pt x="15287" y="15765"/>
                  </a:lnTo>
                  <a:lnTo>
                    <a:pt x="20542" y="11943"/>
                  </a:lnTo>
                  <a:lnTo>
                    <a:pt x="25320" y="9077"/>
                  </a:lnTo>
                  <a:lnTo>
                    <a:pt x="30097" y="3344"/>
                  </a:lnTo>
                  <a:lnTo>
                    <a:pt x="32963" y="478"/>
                  </a:lnTo>
                  <a:lnTo>
                    <a:pt x="35352" y="0"/>
                  </a:lnTo>
                  <a:lnTo>
                    <a:pt x="37741" y="1433"/>
                  </a:lnTo>
                  <a:lnTo>
                    <a:pt x="37741" y="2866"/>
                  </a:lnTo>
                  <a:lnTo>
                    <a:pt x="35352" y="11465"/>
                  </a:lnTo>
                  <a:lnTo>
                    <a:pt x="33441" y="14810"/>
                  </a:lnTo>
                  <a:lnTo>
                    <a:pt x="30097" y="23409"/>
                  </a:lnTo>
                  <a:lnTo>
                    <a:pt x="23409" y="37741"/>
                  </a:lnTo>
                  <a:lnTo>
                    <a:pt x="21498" y="4012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5" name="Freeform 3614">
              <a:extLst>
                <a:ext uri="{FF2B5EF4-FFF2-40B4-BE49-F238E27FC236}">
                  <a16:creationId xmlns:a16="http://schemas.microsoft.com/office/drawing/2014/main" id="{81AC7D13-1698-0B24-0142-E7EEEFAE64DC}"/>
                </a:ext>
              </a:extLst>
            </p:cNvPr>
            <p:cNvSpPr/>
            <p:nvPr/>
          </p:nvSpPr>
          <p:spPr>
            <a:xfrm>
              <a:off x="4001633" y="2555494"/>
              <a:ext cx="11943" cy="18631"/>
            </a:xfrm>
            <a:custGeom>
              <a:avLst/>
              <a:gdLst>
                <a:gd name="csX0" fmla="*/ 7644 w 11943"/>
                <a:gd name="csY0" fmla="*/ 18632 h 18631"/>
                <a:gd name="csX1" fmla="*/ 5733 w 11943"/>
                <a:gd name="csY1" fmla="*/ 18632 h 18631"/>
                <a:gd name="csX2" fmla="*/ 2867 w 11943"/>
                <a:gd name="csY2" fmla="*/ 16721 h 18631"/>
                <a:gd name="csX3" fmla="*/ 2389 w 11943"/>
                <a:gd name="csY3" fmla="*/ 15287 h 18631"/>
                <a:gd name="csX4" fmla="*/ 1911 w 11943"/>
                <a:gd name="csY4" fmla="*/ 12899 h 18631"/>
                <a:gd name="csX5" fmla="*/ 1433 w 11943"/>
                <a:gd name="csY5" fmla="*/ 10510 h 18631"/>
                <a:gd name="csX6" fmla="*/ 956 w 11943"/>
                <a:gd name="csY6" fmla="*/ 8121 h 18631"/>
                <a:gd name="csX7" fmla="*/ 0 w 11943"/>
                <a:gd name="csY7" fmla="*/ 6211 h 18631"/>
                <a:gd name="csX8" fmla="*/ 0 w 11943"/>
                <a:gd name="csY8" fmla="*/ 4777 h 18631"/>
                <a:gd name="csX9" fmla="*/ 478 w 11943"/>
                <a:gd name="csY9" fmla="*/ 3822 h 18631"/>
                <a:gd name="csX10" fmla="*/ 1433 w 11943"/>
                <a:gd name="csY10" fmla="*/ 3344 h 18631"/>
                <a:gd name="csX11" fmla="*/ 3344 w 11943"/>
                <a:gd name="csY11" fmla="*/ 2866 h 18631"/>
                <a:gd name="csX12" fmla="*/ 7166 w 11943"/>
                <a:gd name="csY12" fmla="*/ 0 h 18631"/>
                <a:gd name="csX13" fmla="*/ 8121 w 11943"/>
                <a:gd name="csY13" fmla="*/ 478 h 18631"/>
                <a:gd name="csX14" fmla="*/ 8599 w 11943"/>
                <a:gd name="csY14" fmla="*/ 1911 h 18631"/>
                <a:gd name="csX15" fmla="*/ 9077 w 11943"/>
                <a:gd name="csY15" fmla="*/ 6211 h 18631"/>
                <a:gd name="csX16" fmla="*/ 9555 w 11943"/>
                <a:gd name="csY16" fmla="*/ 8599 h 18631"/>
                <a:gd name="csX17" fmla="*/ 11466 w 11943"/>
                <a:gd name="csY17" fmla="*/ 12899 h 18631"/>
                <a:gd name="csX18" fmla="*/ 11943 w 11943"/>
                <a:gd name="csY18" fmla="*/ 15765 h 18631"/>
                <a:gd name="csX19" fmla="*/ 11943 w 11943"/>
                <a:gd name="csY19" fmla="*/ 16243 h 18631"/>
                <a:gd name="csX20" fmla="*/ 11466 w 11943"/>
                <a:gd name="csY20" fmla="*/ 17198 h 18631"/>
                <a:gd name="csX21" fmla="*/ 7644 w 11943"/>
                <a:gd name="csY21" fmla="*/ 18632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1943" h="18631">
                  <a:moveTo>
                    <a:pt x="7644" y="18632"/>
                  </a:moveTo>
                  <a:lnTo>
                    <a:pt x="5733" y="18632"/>
                  </a:lnTo>
                  <a:lnTo>
                    <a:pt x="2867" y="16721"/>
                  </a:lnTo>
                  <a:lnTo>
                    <a:pt x="2389" y="15287"/>
                  </a:lnTo>
                  <a:lnTo>
                    <a:pt x="1911" y="12899"/>
                  </a:lnTo>
                  <a:lnTo>
                    <a:pt x="1433" y="10510"/>
                  </a:lnTo>
                  <a:lnTo>
                    <a:pt x="956" y="8121"/>
                  </a:lnTo>
                  <a:lnTo>
                    <a:pt x="0" y="6211"/>
                  </a:lnTo>
                  <a:lnTo>
                    <a:pt x="0" y="4777"/>
                  </a:lnTo>
                  <a:lnTo>
                    <a:pt x="478" y="3822"/>
                  </a:lnTo>
                  <a:lnTo>
                    <a:pt x="1433" y="3344"/>
                  </a:lnTo>
                  <a:lnTo>
                    <a:pt x="3344" y="2866"/>
                  </a:lnTo>
                  <a:lnTo>
                    <a:pt x="7166" y="0"/>
                  </a:lnTo>
                  <a:lnTo>
                    <a:pt x="8121" y="478"/>
                  </a:lnTo>
                  <a:lnTo>
                    <a:pt x="8599" y="1911"/>
                  </a:lnTo>
                  <a:lnTo>
                    <a:pt x="9077" y="6211"/>
                  </a:lnTo>
                  <a:lnTo>
                    <a:pt x="9555" y="8599"/>
                  </a:lnTo>
                  <a:lnTo>
                    <a:pt x="11466" y="12899"/>
                  </a:lnTo>
                  <a:lnTo>
                    <a:pt x="11943" y="15765"/>
                  </a:lnTo>
                  <a:lnTo>
                    <a:pt x="11943" y="16243"/>
                  </a:lnTo>
                  <a:lnTo>
                    <a:pt x="11466" y="17198"/>
                  </a:lnTo>
                  <a:lnTo>
                    <a:pt x="7644" y="186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6" name="Freeform 3615">
              <a:extLst>
                <a:ext uri="{FF2B5EF4-FFF2-40B4-BE49-F238E27FC236}">
                  <a16:creationId xmlns:a16="http://schemas.microsoft.com/office/drawing/2014/main" id="{9287B204-DE56-5845-560C-651E15804D4A}"/>
                </a:ext>
              </a:extLst>
            </p:cNvPr>
            <p:cNvSpPr/>
            <p:nvPr/>
          </p:nvSpPr>
          <p:spPr>
            <a:xfrm>
              <a:off x="3479475" y="2559794"/>
              <a:ext cx="7165" cy="14809"/>
            </a:xfrm>
            <a:custGeom>
              <a:avLst/>
              <a:gdLst>
                <a:gd name="csX0" fmla="*/ 3344 w 7165"/>
                <a:gd name="csY0" fmla="*/ 14332 h 14809"/>
                <a:gd name="csX1" fmla="*/ 1433 w 7165"/>
                <a:gd name="csY1" fmla="*/ 14809 h 14809"/>
                <a:gd name="csX2" fmla="*/ 0 w 7165"/>
                <a:gd name="csY2" fmla="*/ 13854 h 14809"/>
                <a:gd name="csX3" fmla="*/ 478 w 7165"/>
                <a:gd name="csY3" fmla="*/ 11943 h 14809"/>
                <a:gd name="csX4" fmla="*/ 4300 w 7165"/>
                <a:gd name="csY4" fmla="*/ 6688 h 14809"/>
                <a:gd name="csX5" fmla="*/ 4300 w 7165"/>
                <a:gd name="csY5" fmla="*/ 5255 h 14809"/>
                <a:gd name="csX6" fmla="*/ 4300 w 7165"/>
                <a:gd name="csY6" fmla="*/ 4300 h 14809"/>
                <a:gd name="csX7" fmla="*/ 3822 w 7165"/>
                <a:gd name="csY7" fmla="*/ 2866 h 14809"/>
                <a:gd name="csX8" fmla="*/ 4777 w 7165"/>
                <a:gd name="csY8" fmla="*/ 955 h 14809"/>
                <a:gd name="csX9" fmla="*/ 6211 w 7165"/>
                <a:gd name="csY9" fmla="*/ 0 h 14809"/>
                <a:gd name="csX10" fmla="*/ 7166 w 7165"/>
                <a:gd name="csY10" fmla="*/ 955 h 14809"/>
                <a:gd name="csX11" fmla="*/ 7166 w 7165"/>
                <a:gd name="csY11" fmla="*/ 2389 h 14809"/>
                <a:gd name="csX12" fmla="*/ 6688 w 7165"/>
                <a:gd name="csY12" fmla="*/ 7166 h 14809"/>
                <a:gd name="csX13" fmla="*/ 6211 w 7165"/>
                <a:gd name="csY13" fmla="*/ 9555 h 14809"/>
                <a:gd name="csX14" fmla="*/ 5733 w 7165"/>
                <a:gd name="csY14" fmla="*/ 11465 h 14809"/>
                <a:gd name="csX15" fmla="*/ 4777 w 7165"/>
                <a:gd name="csY15" fmla="*/ 12899 h 14809"/>
                <a:gd name="csX16" fmla="*/ 3344 w 7165"/>
                <a:gd name="csY16" fmla="*/ 14332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165" h="14809">
                  <a:moveTo>
                    <a:pt x="3344" y="14332"/>
                  </a:moveTo>
                  <a:lnTo>
                    <a:pt x="1433" y="14809"/>
                  </a:lnTo>
                  <a:lnTo>
                    <a:pt x="0" y="13854"/>
                  </a:lnTo>
                  <a:lnTo>
                    <a:pt x="478" y="11943"/>
                  </a:lnTo>
                  <a:lnTo>
                    <a:pt x="4300" y="6688"/>
                  </a:lnTo>
                  <a:lnTo>
                    <a:pt x="4300" y="5255"/>
                  </a:lnTo>
                  <a:lnTo>
                    <a:pt x="4300" y="4300"/>
                  </a:lnTo>
                  <a:lnTo>
                    <a:pt x="3822" y="2866"/>
                  </a:lnTo>
                  <a:lnTo>
                    <a:pt x="4777" y="955"/>
                  </a:lnTo>
                  <a:lnTo>
                    <a:pt x="6211" y="0"/>
                  </a:lnTo>
                  <a:lnTo>
                    <a:pt x="7166" y="955"/>
                  </a:lnTo>
                  <a:lnTo>
                    <a:pt x="7166" y="2389"/>
                  </a:lnTo>
                  <a:lnTo>
                    <a:pt x="6688" y="7166"/>
                  </a:lnTo>
                  <a:lnTo>
                    <a:pt x="6211" y="9555"/>
                  </a:lnTo>
                  <a:lnTo>
                    <a:pt x="5733" y="11465"/>
                  </a:lnTo>
                  <a:lnTo>
                    <a:pt x="4777" y="12899"/>
                  </a:lnTo>
                  <a:lnTo>
                    <a:pt x="3344" y="143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7" name="Freeform 3616">
              <a:extLst>
                <a:ext uri="{FF2B5EF4-FFF2-40B4-BE49-F238E27FC236}">
                  <a16:creationId xmlns:a16="http://schemas.microsoft.com/office/drawing/2014/main" id="{E1892DD8-52F2-437A-52A6-51074B71C36C}"/>
                </a:ext>
              </a:extLst>
            </p:cNvPr>
            <p:cNvSpPr/>
            <p:nvPr/>
          </p:nvSpPr>
          <p:spPr>
            <a:xfrm>
              <a:off x="3959593" y="2580814"/>
              <a:ext cx="21020" cy="21020"/>
            </a:xfrm>
            <a:custGeom>
              <a:avLst/>
              <a:gdLst>
                <a:gd name="csX0" fmla="*/ 18632 w 21020"/>
                <a:gd name="csY0" fmla="*/ 10510 h 21020"/>
                <a:gd name="csX1" fmla="*/ 17198 w 21020"/>
                <a:gd name="csY1" fmla="*/ 12899 h 21020"/>
                <a:gd name="csX2" fmla="*/ 15765 w 21020"/>
                <a:gd name="csY2" fmla="*/ 13376 h 21020"/>
                <a:gd name="csX3" fmla="*/ 13376 w 21020"/>
                <a:gd name="csY3" fmla="*/ 10988 h 21020"/>
                <a:gd name="csX4" fmla="*/ 10988 w 21020"/>
                <a:gd name="csY4" fmla="*/ 11943 h 21020"/>
                <a:gd name="csX5" fmla="*/ 8121 w 21020"/>
                <a:gd name="csY5" fmla="*/ 16243 h 21020"/>
                <a:gd name="csX6" fmla="*/ 6688 w 21020"/>
                <a:gd name="csY6" fmla="*/ 19109 h 21020"/>
                <a:gd name="csX7" fmla="*/ 6210 w 21020"/>
                <a:gd name="csY7" fmla="*/ 20065 h 21020"/>
                <a:gd name="csX8" fmla="*/ 3344 w 21020"/>
                <a:gd name="csY8" fmla="*/ 21020 h 21020"/>
                <a:gd name="csX9" fmla="*/ 2389 w 21020"/>
                <a:gd name="csY9" fmla="*/ 20065 h 21020"/>
                <a:gd name="csX10" fmla="*/ 956 w 21020"/>
                <a:gd name="csY10" fmla="*/ 17676 h 21020"/>
                <a:gd name="csX11" fmla="*/ 0 w 21020"/>
                <a:gd name="csY11" fmla="*/ 13854 h 21020"/>
                <a:gd name="csX12" fmla="*/ 956 w 21020"/>
                <a:gd name="csY12" fmla="*/ 10510 h 21020"/>
                <a:gd name="csX13" fmla="*/ 3344 w 21020"/>
                <a:gd name="csY13" fmla="*/ 8599 h 21020"/>
                <a:gd name="csX14" fmla="*/ 10032 w 21020"/>
                <a:gd name="csY14" fmla="*/ 5255 h 21020"/>
                <a:gd name="csX15" fmla="*/ 11943 w 21020"/>
                <a:gd name="csY15" fmla="*/ 3822 h 21020"/>
                <a:gd name="csX16" fmla="*/ 11943 w 21020"/>
                <a:gd name="csY16" fmla="*/ 1911 h 21020"/>
                <a:gd name="csX17" fmla="*/ 12421 w 21020"/>
                <a:gd name="csY17" fmla="*/ 478 h 21020"/>
                <a:gd name="csX18" fmla="*/ 12899 w 21020"/>
                <a:gd name="csY18" fmla="*/ 0 h 21020"/>
                <a:gd name="csX19" fmla="*/ 17676 w 21020"/>
                <a:gd name="csY19" fmla="*/ 3344 h 21020"/>
                <a:gd name="csX20" fmla="*/ 19587 w 21020"/>
                <a:gd name="csY20" fmla="*/ 5255 h 21020"/>
                <a:gd name="csX21" fmla="*/ 21020 w 21020"/>
                <a:gd name="csY21" fmla="*/ 7644 h 21020"/>
                <a:gd name="csX22" fmla="*/ 21020 w 21020"/>
                <a:gd name="csY22" fmla="*/ 8121 h 21020"/>
                <a:gd name="csX23" fmla="*/ 18632 w 21020"/>
                <a:gd name="csY23" fmla="*/ 10510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1020" h="21020">
                  <a:moveTo>
                    <a:pt x="18632" y="10510"/>
                  </a:moveTo>
                  <a:lnTo>
                    <a:pt x="17198" y="12899"/>
                  </a:lnTo>
                  <a:lnTo>
                    <a:pt x="15765" y="13376"/>
                  </a:lnTo>
                  <a:lnTo>
                    <a:pt x="13376" y="10988"/>
                  </a:lnTo>
                  <a:lnTo>
                    <a:pt x="10988" y="11943"/>
                  </a:lnTo>
                  <a:lnTo>
                    <a:pt x="8121" y="16243"/>
                  </a:lnTo>
                  <a:lnTo>
                    <a:pt x="6688" y="19109"/>
                  </a:lnTo>
                  <a:lnTo>
                    <a:pt x="6210" y="20065"/>
                  </a:lnTo>
                  <a:lnTo>
                    <a:pt x="3344" y="21020"/>
                  </a:lnTo>
                  <a:lnTo>
                    <a:pt x="2389" y="20065"/>
                  </a:lnTo>
                  <a:lnTo>
                    <a:pt x="956" y="17676"/>
                  </a:lnTo>
                  <a:lnTo>
                    <a:pt x="0" y="13854"/>
                  </a:lnTo>
                  <a:lnTo>
                    <a:pt x="956" y="10510"/>
                  </a:lnTo>
                  <a:lnTo>
                    <a:pt x="3344" y="8599"/>
                  </a:lnTo>
                  <a:lnTo>
                    <a:pt x="10032" y="5255"/>
                  </a:lnTo>
                  <a:lnTo>
                    <a:pt x="11943" y="3822"/>
                  </a:lnTo>
                  <a:lnTo>
                    <a:pt x="11943" y="1911"/>
                  </a:lnTo>
                  <a:lnTo>
                    <a:pt x="12421" y="478"/>
                  </a:lnTo>
                  <a:lnTo>
                    <a:pt x="12899" y="0"/>
                  </a:lnTo>
                  <a:lnTo>
                    <a:pt x="17676" y="3344"/>
                  </a:lnTo>
                  <a:lnTo>
                    <a:pt x="19587" y="5255"/>
                  </a:lnTo>
                  <a:lnTo>
                    <a:pt x="21020" y="7644"/>
                  </a:lnTo>
                  <a:lnTo>
                    <a:pt x="21020" y="8121"/>
                  </a:lnTo>
                  <a:lnTo>
                    <a:pt x="18632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8" name="Freeform 3617">
              <a:extLst>
                <a:ext uri="{FF2B5EF4-FFF2-40B4-BE49-F238E27FC236}">
                  <a16:creationId xmlns:a16="http://schemas.microsoft.com/office/drawing/2014/main" id="{65AB220E-B2E0-759E-8B1C-D53A61905C0A}"/>
                </a:ext>
              </a:extLst>
            </p:cNvPr>
            <p:cNvSpPr/>
            <p:nvPr/>
          </p:nvSpPr>
          <p:spPr>
            <a:xfrm>
              <a:off x="3968192" y="2582725"/>
              <a:ext cx="62104" cy="70226"/>
            </a:xfrm>
            <a:custGeom>
              <a:avLst/>
              <a:gdLst>
                <a:gd name="csX0" fmla="*/ 60672 w 62104"/>
                <a:gd name="csY0" fmla="*/ 42996 h 70226"/>
                <a:gd name="csX1" fmla="*/ 61627 w 62104"/>
                <a:gd name="csY1" fmla="*/ 48728 h 70226"/>
                <a:gd name="csX2" fmla="*/ 62105 w 62104"/>
                <a:gd name="csY2" fmla="*/ 50639 h 70226"/>
                <a:gd name="csX3" fmla="*/ 62105 w 62104"/>
                <a:gd name="csY3" fmla="*/ 55417 h 70226"/>
                <a:gd name="csX4" fmla="*/ 61627 w 62104"/>
                <a:gd name="csY4" fmla="*/ 61149 h 70226"/>
                <a:gd name="csX5" fmla="*/ 61150 w 62104"/>
                <a:gd name="csY5" fmla="*/ 62105 h 70226"/>
                <a:gd name="csX6" fmla="*/ 60672 w 62104"/>
                <a:gd name="csY6" fmla="*/ 62583 h 70226"/>
                <a:gd name="csX7" fmla="*/ 60194 w 62104"/>
                <a:gd name="csY7" fmla="*/ 64016 h 70226"/>
                <a:gd name="csX8" fmla="*/ 60194 w 62104"/>
                <a:gd name="csY8" fmla="*/ 66882 h 70226"/>
                <a:gd name="csX9" fmla="*/ 59716 w 62104"/>
                <a:gd name="csY9" fmla="*/ 68315 h 70226"/>
                <a:gd name="csX10" fmla="*/ 58761 w 62104"/>
                <a:gd name="csY10" fmla="*/ 68793 h 70226"/>
                <a:gd name="csX11" fmla="*/ 51595 w 62104"/>
                <a:gd name="csY11" fmla="*/ 69749 h 70226"/>
                <a:gd name="csX12" fmla="*/ 47295 w 62104"/>
                <a:gd name="csY12" fmla="*/ 69749 h 70226"/>
                <a:gd name="csX13" fmla="*/ 40607 w 62104"/>
                <a:gd name="csY13" fmla="*/ 70226 h 70226"/>
                <a:gd name="csX14" fmla="*/ 37741 w 62104"/>
                <a:gd name="csY14" fmla="*/ 70226 h 70226"/>
                <a:gd name="csX15" fmla="*/ 35352 w 62104"/>
                <a:gd name="csY15" fmla="*/ 68793 h 70226"/>
                <a:gd name="csX16" fmla="*/ 32486 w 62104"/>
                <a:gd name="csY16" fmla="*/ 65927 h 70226"/>
                <a:gd name="csX17" fmla="*/ 25798 w 62104"/>
                <a:gd name="csY17" fmla="*/ 59716 h 70226"/>
                <a:gd name="csX18" fmla="*/ 22453 w 62104"/>
                <a:gd name="csY18" fmla="*/ 59238 h 70226"/>
                <a:gd name="csX19" fmla="*/ 14332 w 62104"/>
                <a:gd name="csY19" fmla="*/ 56850 h 70226"/>
                <a:gd name="csX20" fmla="*/ 10032 w 62104"/>
                <a:gd name="csY20" fmla="*/ 49684 h 70226"/>
                <a:gd name="csX21" fmla="*/ 8121 w 62104"/>
                <a:gd name="csY21" fmla="*/ 48728 h 70226"/>
                <a:gd name="csX22" fmla="*/ 6211 w 62104"/>
                <a:gd name="csY22" fmla="*/ 50639 h 70226"/>
                <a:gd name="csX23" fmla="*/ 5733 w 62104"/>
                <a:gd name="csY23" fmla="*/ 50162 h 70226"/>
                <a:gd name="csX24" fmla="*/ 5255 w 62104"/>
                <a:gd name="csY24" fmla="*/ 48728 h 70226"/>
                <a:gd name="csX25" fmla="*/ 4777 w 62104"/>
                <a:gd name="csY25" fmla="*/ 46340 h 70226"/>
                <a:gd name="csX26" fmla="*/ 4300 w 62104"/>
                <a:gd name="csY26" fmla="*/ 45384 h 70226"/>
                <a:gd name="csX27" fmla="*/ 478 w 62104"/>
                <a:gd name="csY27" fmla="*/ 45862 h 70226"/>
                <a:gd name="csX28" fmla="*/ 0 w 62104"/>
                <a:gd name="csY28" fmla="*/ 44907 h 70226"/>
                <a:gd name="csX29" fmla="*/ 0 w 62104"/>
                <a:gd name="csY29" fmla="*/ 42996 h 70226"/>
                <a:gd name="csX30" fmla="*/ 0 w 62104"/>
                <a:gd name="csY30" fmla="*/ 41085 h 70226"/>
                <a:gd name="csX31" fmla="*/ 478 w 62104"/>
                <a:gd name="csY31" fmla="*/ 38218 h 70226"/>
                <a:gd name="csX32" fmla="*/ 4300 w 62104"/>
                <a:gd name="csY32" fmla="*/ 30097 h 70226"/>
                <a:gd name="csX33" fmla="*/ 5733 w 62104"/>
                <a:gd name="csY33" fmla="*/ 29619 h 70226"/>
                <a:gd name="csX34" fmla="*/ 8121 w 62104"/>
                <a:gd name="csY34" fmla="*/ 28186 h 70226"/>
                <a:gd name="csX35" fmla="*/ 9555 w 62104"/>
                <a:gd name="csY35" fmla="*/ 23886 h 70226"/>
                <a:gd name="csX36" fmla="*/ 9077 w 62104"/>
                <a:gd name="csY36" fmla="*/ 19587 h 70226"/>
                <a:gd name="csX37" fmla="*/ 12421 w 62104"/>
                <a:gd name="csY37" fmla="*/ 13376 h 70226"/>
                <a:gd name="csX38" fmla="*/ 14810 w 62104"/>
                <a:gd name="csY38" fmla="*/ 11943 h 70226"/>
                <a:gd name="csX39" fmla="*/ 18154 w 62104"/>
                <a:gd name="csY39" fmla="*/ 7166 h 70226"/>
                <a:gd name="csX40" fmla="*/ 30575 w 62104"/>
                <a:gd name="csY40" fmla="*/ 478 h 70226"/>
                <a:gd name="csX41" fmla="*/ 33919 w 62104"/>
                <a:gd name="csY41" fmla="*/ 0 h 70226"/>
                <a:gd name="csX42" fmla="*/ 38696 w 62104"/>
                <a:gd name="csY42" fmla="*/ 478 h 70226"/>
                <a:gd name="csX43" fmla="*/ 42996 w 62104"/>
                <a:gd name="csY43" fmla="*/ 2866 h 70226"/>
                <a:gd name="csX44" fmla="*/ 46340 w 62104"/>
                <a:gd name="csY44" fmla="*/ 6210 h 70226"/>
                <a:gd name="csX45" fmla="*/ 53028 w 62104"/>
                <a:gd name="csY45" fmla="*/ 15287 h 70226"/>
                <a:gd name="csX46" fmla="*/ 56372 w 62104"/>
                <a:gd name="csY46" fmla="*/ 20542 h 70226"/>
                <a:gd name="csX47" fmla="*/ 57805 w 62104"/>
                <a:gd name="csY47" fmla="*/ 25797 h 70226"/>
                <a:gd name="csX48" fmla="*/ 59716 w 62104"/>
                <a:gd name="csY48" fmla="*/ 29142 h 70226"/>
                <a:gd name="csX49" fmla="*/ 61150 w 62104"/>
                <a:gd name="csY49" fmla="*/ 35352 h 70226"/>
                <a:gd name="csX50" fmla="*/ 60672 w 62104"/>
                <a:gd name="csY50" fmla="*/ 38218 h 70226"/>
                <a:gd name="csX51" fmla="*/ 60194 w 62104"/>
                <a:gd name="csY51" fmla="*/ 41563 h 70226"/>
                <a:gd name="csX52" fmla="*/ 60672 w 62104"/>
                <a:gd name="csY52" fmla="*/ 42996 h 70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62104" h="70226">
                  <a:moveTo>
                    <a:pt x="60672" y="42996"/>
                  </a:moveTo>
                  <a:lnTo>
                    <a:pt x="61627" y="48728"/>
                  </a:lnTo>
                  <a:lnTo>
                    <a:pt x="62105" y="50639"/>
                  </a:lnTo>
                  <a:lnTo>
                    <a:pt x="62105" y="55417"/>
                  </a:lnTo>
                  <a:lnTo>
                    <a:pt x="61627" y="61149"/>
                  </a:lnTo>
                  <a:lnTo>
                    <a:pt x="61150" y="62105"/>
                  </a:lnTo>
                  <a:lnTo>
                    <a:pt x="60672" y="62583"/>
                  </a:lnTo>
                  <a:lnTo>
                    <a:pt x="60194" y="64016"/>
                  </a:lnTo>
                  <a:lnTo>
                    <a:pt x="60194" y="66882"/>
                  </a:lnTo>
                  <a:lnTo>
                    <a:pt x="59716" y="68315"/>
                  </a:lnTo>
                  <a:lnTo>
                    <a:pt x="58761" y="68793"/>
                  </a:lnTo>
                  <a:lnTo>
                    <a:pt x="51595" y="69749"/>
                  </a:lnTo>
                  <a:lnTo>
                    <a:pt x="47295" y="69749"/>
                  </a:lnTo>
                  <a:lnTo>
                    <a:pt x="40607" y="70226"/>
                  </a:lnTo>
                  <a:lnTo>
                    <a:pt x="37741" y="70226"/>
                  </a:lnTo>
                  <a:lnTo>
                    <a:pt x="35352" y="68793"/>
                  </a:lnTo>
                  <a:lnTo>
                    <a:pt x="32486" y="65927"/>
                  </a:lnTo>
                  <a:lnTo>
                    <a:pt x="25798" y="59716"/>
                  </a:lnTo>
                  <a:lnTo>
                    <a:pt x="22453" y="59238"/>
                  </a:lnTo>
                  <a:lnTo>
                    <a:pt x="14332" y="56850"/>
                  </a:lnTo>
                  <a:lnTo>
                    <a:pt x="10032" y="49684"/>
                  </a:lnTo>
                  <a:lnTo>
                    <a:pt x="8121" y="48728"/>
                  </a:lnTo>
                  <a:lnTo>
                    <a:pt x="6211" y="50639"/>
                  </a:lnTo>
                  <a:lnTo>
                    <a:pt x="5733" y="50162"/>
                  </a:lnTo>
                  <a:lnTo>
                    <a:pt x="5255" y="48728"/>
                  </a:lnTo>
                  <a:lnTo>
                    <a:pt x="4777" y="46340"/>
                  </a:lnTo>
                  <a:lnTo>
                    <a:pt x="4300" y="45384"/>
                  </a:lnTo>
                  <a:lnTo>
                    <a:pt x="478" y="45862"/>
                  </a:lnTo>
                  <a:lnTo>
                    <a:pt x="0" y="44907"/>
                  </a:lnTo>
                  <a:lnTo>
                    <a:pt x="0" y="42996"/>
                  </a:lnTo>
                  <a:lnTo>
                    <a:pt x="0" y="41085"/>
                  </a:lnTo>
                  <a:lnTo>
                    <a:pt x="478" y="38218"/>
                  </a:lnTo>
                  <a:lnTo>
                    <a:pt x="4300" y="30097"/>
                  </a:lnTo>
                  <a:lnTo>
                    <a:pt x="5733" y="29619"/>
                  </a:lnTo>
                  <a:lnTo>
                    <a:pt x="8121" y="28186"/>
                  </a:lnTo>
                  <a:lnTo>
                    <a:pt x="9555" y="23886"/>
                  </a:lnTo>
                  <a:lnTo>
                    <a:pt x="9077" y="19587"/>
                  </a:lnTo>
                  <a:lnTo>
                    <a:pt x="12421" y="13376"/>
                  </a:lnTo>
                  <a:lnTo>
                    <a:pt x="14810" y="11943"/>
                  </a:lnTo>
                  <a:lnTo>
                    <a:pt x="18154" y="7166"/>
                  </a:lnTo>
                  <a:lnTo>
                    <a:pt x="30575" y="478"/>
                  </a:lnTo>
                  <a:lnTo>
                    <a:pt x="33919" y="0"/>
                  </a:lnTo>
                  <a:lnTo>
                    <a:pt x="38696" y="478"/>
                  </a:lnTo>
                  <a:lnTo>
                    <a:pt x="42996" y="2866"/>
                  </a:lnTo>
                  <a:lnTo>
                    <a:pt x="46340" y="6210"/>
                  </a:lnTo>
                  <a:lnTo>
                    <a:pt x="53028" y="15287"/>
                  </a:lnTo>
                  <a:lnTo>
                    <a:pt x="56372" y="20542"/>
                  </a:lnTo>
                  <a:lnTo>
                    <a:pt x="57805" y="25797"/>
                  </a:lnTo>
                  <a:lnTo>
                    <a:pt x="59716" y="29142"/>
                  </a:lnTo>
                  <a:lnTo>
                    <a:pt x="61150" y="35352"/>
                  </a:lnTo>
                  <a:lnTo>
                    <a:pt x="60672" y="38218"/>
                  </a:lnTo>
                  <a:lnTo>
                    <a:pt x="60194" y="41563"/>
                  </a:lnTo>
                  <a:lnTo>
                    <a:pt x="60672" y="4299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9" name="Freeform 3618">
              <a:extLst>
                <a:ext uri="{FF2B5EF4-FFF2-40B4-BE49-F238E27FC236}">
                  <a16:creationId xmlns:a16="http://schemas.microsoft.com/office/drawing/2014/main" id="{C1621CBD-C622-DA96-CE2E-FE81022D0762}"/>
                </a:ext>
              </a:extLst>
            </p:cNvPr>
            <p:cNvSpPr/>
            <p:nvPr/>
          </p:nvSpPr>
          <p:spPr>
            <a:xfrm>
              <a:off x="3803853" y="2597534"/>
              <a:ext cx="24364" cy="28186"/>
            </a:xfrm>
            <a:custGeom>
              <a:avLst/>
              <a:gdLst>
                <a:gd name="csX0" fmla="*/ 15287 w 24364"/>
                <a:gd name="csY0" fmla="*/ 27708 h 28186"/>
                <a:gd name="csX1" fmla="*/ 11465 w 24364"/>
                <a:gd name="csY1" fmla="*/ 28186 h 28186"/>
                <a:gd name="csX2" fmla="*/ 4777 w 24364"/>
                <a:gd name="csY2" fmla="*/ 26275 h 28186"/>
                <a:gd name="csX3" fmla="*/ 955 w 24364"/>
                <a:gd name="csY3" fmla="*/ 21976 h 28186"/>
                <a:gd name="csX4" fmla="*/ 0 w 24364"/>
                <a:gd name="csY4" fmla="*/ 20065 h 28186"/>
                <a:gd name="csX5" fmla="*/ 0 w 24364"/>
                <a:gd name="csY5" fmla="*/ 19109 h 28186"/>
                <a:gd name="csX6" fmla="*/ 478 w 24364"/>
                <a:gd name="csY6" fmla="*/ 18154 h 28186"/>
                <a:gd name="csX7" fmla="*/ 1433 w 24364"/>
                <a:gd name="csY7" fmla="*/ 15287 h 28186"/>
                <a:gd name="csX8" fmla="*/ 3822 w 24364"/>
                <a:gd name="csY8" fmla="*/ 7644 h 28186"/>
                <a:gd name="csX9" fmla="*/ 4777 w 24364"/>
                <a:gd name="csY9" fmla="*/ 5733 h 28186"/>
                <a:gd name="csX10" fmla="*/ 8121 w 24364"/>
                <a:gd name="csY10" fmla="*/ 955 h 28186"/>
                <a:gd name="csX11" fmla="*/ 10510 w 24364"/>
                <a:gd name="csY11" fmla="*/ 0 h 28186"/>
                <a:gd name="csX12" fmla="*/ 15765 w 24364"/>
                <a:gd name="csY12" fmla="*/ 0 h 28186"/>
                <a:gd name="csX13" fmla="*/ 19109 w 24364"/>
                <a:gd name="csY13" fmla="*/ 2389 h 28186"/>
                <a:gd name="csX14" fmla="*/ 20542 w 24364"/>
                <a:gd name="csY14" fmla="*/ 3822 h 28186"/>
                <a:gd name="csX15" fmla="*/ 21498 w 24364"/>
                <a:gd name="csY15" fmla="*/ 5733 h 28186"/>
                <a:gd name="csX16" fmla="*/ 22453 w 24364"/>
                <a:gd name="csY16" fmla="*/ 10032 h 28186"/>
                <a:gd name="csX17" fmla="*/ 22453 w 24364"/>
                <a:gd name="csY17" fmla="*/ 12421 h 28186"/>
                <a:gd name="csX18" fmla="*/ 23886 w 24364"/>
                <a:gd name="csY18" fmla="*/ 15287 h 28186"/>
                <a:gd name="csX19" fmla="*/ 24364 w 24364"/>
                <a:gd name="csY19" fmla="*/ 17198 h 28186"/>
                <a:gd name="csX20" fmla="*/ 24364 w 24364"/>
                <a:gd name="csY20" fmla="*/ 19109 h 28186"/>
                <a:gd name="csX21" fmla="*/ 23886 w 24364"/>
                <a:gd name="csY21" fmla="*/ 20542 h 28186"/>
                <a:gd name="csX22" fmla="*/ 23409 w 24364"/>
                <a:gd name="csY22" fmla="*/ 22453 h 28186"/>
                <a:gd name="csX23" fmla="*/ 21020 w 24364"/>
                <a:gd name="csY23" fmla="*/ 24842 h 28186"/>
                <a:gd name="csX24" fmla="*/ 15287 w 24364"/>
                <a:gd name="csY24" fmla="*/ 27708 h 28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24364" h="28186">
                  <a:moveTo>
                    <a:pt x="15287" y="27708"/>
                  </a:moveTo>
                  <a:lnTo>
                    <a:pt x="11465" y="28186"/>
                  </a:lnTo>
                  <a:lnTo>
                    <a:pt x="4777" y="26275"/>
                  </a:lnTo>
                  <a:lnTo>
                    <a:pt x="955" y="21976"/>
                  </a:lnTo>
                  <a:lnTo>
                    <a:pt x="0" y="20065"/>
                  </a:lnTo>
                  <a:lnTo>
                    <a:pt x="0" y="19109"/>
                  </a:lnTo>
                  <a:lnTo>
                    <a:pt x="478" y="18154"/>
                  </a:lnTo>
                  <a:lnTo>
                    <a:pt x="1433" y="15287"/>
                  </a:lnTo>
                  <a:lnTo>
                    <a:pt x="3822" y="7644"/>
                  </a:lnTo>
                  <a:lnTo>
                    <a:pt x="4777" y="5733"/>
                  </a:lnTo>
                  <a:lnTo>
                    <a:pt x="8121" y="955"/>
                  </a:lnTo>
                  <a:lnTo>
                    <a:pt x="10510" y="0"/>
                  </a:lnTo>
                  <a:lnTo>
                    <a:pt x="15765" y="0"/>
                  </a:lnTo>
                  <a:lnTo>
                    <a:pt x="19109" y="2389"/>
                  </a:lnTo>
                  <a:lnTo>
                    <a:pt x="20542" y="3822"/>
                  </a:lnTo>
                  <a:lnTo>
                    <a:pt x="21498" y="5733"/>
                  </a:lnTo>
                  <a:lnTo>
                    <a:pt x="22453" y="10032"/>
                  </a:lnTo>
                  <a:lnTo>
                    <a:pt x="22453" y="12421"/>
                  </a:lnTo>
                  <a:lnTo>
                    <a:pt x="23886" y="15287"/>
                  </a:lnTo>
                  <a:lnTo>
                    <a:pt x="24364" y="17198"/>
                  </a:lnTo>
                  <a:lnTo>
                    <a:pt x="24364" y="19109"/>
                  </a:lnTo>
                  <a:lnTo>
                    <a:pt x="23886" y="20542"/>
                  </a:lnTo>
                  <a:lnTo>
                    <a:pt x="23409" y="22453"/>
                  </a:lnTo>
                  <a:lnTo>
                    <a:pt x="21020" y="24842"/>
                  </a:lnTo>
                  <a:lnTo>
                    <a:pt x="15287" y="277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0" name="Freeform 3619">
              <a:extLst>
                <a:ext uri="{FF2B5EF4-FFF2-40B4-BE49-F238E27FC236}">
                  <a16:creationId xmlns:a16="http://schemas.microsoft.com/office/drawing/2014/main" id="{EC7B9C20-3156-453F-C56B-73547F91D64B}"/>
                </a:ext>
              </a:extLst>
            </p:cNvPr>
            <p:cNvSpPr/>
            <p:nvPr/>
          </p:nvSpPr>
          <p:spPr>
            <a:xfrm>
              <a:off x="3983002" y="2652951"/>
              <a:ext cx="11465" cy="9554"/>
            </a:xfrm>
            <a:custGeom>
              <a:avLst/>
              <a:gdLst>
                <a:gd name="csX0" fmla="*/ 10510 w 11465"/>
                <a:gd name="csY0" fmla="*/ 9077 h 9554"/>
                <a:gd name="csX1" fmla="*/ 10032 w 11465"/>
                <a:gd name="csY1" fmla="*/ 9555 h 9554"/>
                <a:gd name="csX2" fmla="*/ 8121 w 11465"/>
                <a:gd name="csY2" fmla="*/ 9077 h 9554"/>
                <a:gd name="csX3" fmla="*/ 1433 w 11465"/>
                <a:gd name="csY3" fmla="*/ 6210 h 9554"/>
                <a:gd name="csX4" fmla="*/ 0 w 11465"/>
                <a:gd name="csY4" fmla="*/ 4777 h 9554"/>
                <a:gd name="csX5" fmla="*/ 0 w 11465"/>
                <a:gd name="csY5" fmla="*/ 3822 h 9554"/>
                <a:gd name="csX6" fmla="*/ 1433 w 11465"/>
                <a:gd name="csY6" fmla="*/ 2866 h 9554"/>
                <a:gd name="csX7" fmla="*/ 1911 w 11465"/>
                <a:gd name="csY7" fmla="*/ 1433 h 9554"/>
                <a:gd name="csX8" fmla="*/ 3822 w 11465"/>
                <a:gd name="csY8" fmla="*/ 0 h 9554"/>
                <a:gd name="csX9" fmla="*/ 6688 w 11465"/>
                <a:gd name="csY9" fmla="*/ 0 h 9554"/>
                <a:gd name="csX10" fmla="*/ 10032 w 11465"/>
                <a:gd name="csY10" fmla="*/ 3822 h 9554"/>
                <a:gd name="csX11" fmla="*/ 11465 w 11465"/>
                <a:gd name="csY11" fmla="*/ 6688 h 9554"/>
                <a:gd name="csX12" fmla="*/ 11465 w 11465"/>
                <a:gd name="csY12" fmla="*/ 8121 h 9554"/>
                <a:gd name="csX13" fmla="*/ 10510 w 11465"/>
                <a:gd name="csY13" fmla="*/ 9077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465" h="9554">
                  <a:moveTo>
                    <a:pt x="10510" y="9077"/>
                  </a:moveTo>
                  <a:lnTo>
                    <a:pt x="10032" y="9555"/>
                  </a:lnTo>
                  <a:lnTo>
                    <a:pt x="8121" y="9077"/>
                  </a:lnTo>
                  <a:lnTo>
                    <a:pt x="1433" y="6210"/>
                  </a:lnTo>
                  <a:lnTo>
                    <a:pt x="0" y="4777"/>
                  </a:lnTo>
                  <a:lnTo>
                    <a:pt x="0" y="3822"/>
                  </a:lnTo>
                  <a:lnTo>
                    <a:pt x="1433" y="2866"/>
                  </a:lnTo>
                  <a:lnTo>
                    <a:pt x="1911" y="1433"/>
                  </a:lnTo>
                  <a:lnTo>
                    <a:pt x="3822" y="0"/>
                  </a:lnTo>
                  <a:lnTo>
                    <a:pt x="6688" y="0"/>
                  </a:lnTo>
                  <a:lnTo>
                    <a:pt x="10032" y="3822"/>
                  </a:lnTo>
                  <a:lnTo>
                    <a:pt x="11465" y="6688"/>
                  </a:lnTo>
                  <a:lnTo>
                    <a:pt x="11465" y="8121"/>
                  </a:lnTo>
                  <a:lnTo>
                    <a:pt x="10510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1" name="Freeform 3620">
              <a:extLst>
                <a:ext uri="{FF2B5EF4-FFF2-40B4-BE49-F238E27FC236}">
                  <a16:creationId xmlns:a16="http://schemas.microsoft.com/office/drawing/2014/main" id="{F8CD6571-0700-9AAA-9650-BAB422033514}"/>
                </a:ext>
              </a:extLst>
            </p:cNvPr>
            <p:cNvSpPr/>
            <p:nvPr/>
          </p:nvSpPr>
          <p:spPr>
            <a:xfrm>
              <a:off x="3945261" y="2653906"/>
              <a:ext cx="9076" cy="10987"/>
            </a:xfrm>
            <a:custGeom>
              <a:avLst/>
              <a:gdLst>
                <a:gd name="csX0" fmla="*/ 7644 w 9076"/>
                <a:gd name="csY0" fmla="*/ 6688 h 10987"/>
                <a:gd name="csX1" fmla="*/ 1911 w 9076"/>
                <a:gd name="csY1" fmla="*/ 10988 h 10987"/>
                <a:gd name="csX2" fmla="*/ 478 w 9076"/>
                <a:gd name="csY2" fmla="*/ 9077 h 10987"/>
                <a:gd name="csX3" fmla="*/ 0 w 9076"/>
                <a:gd name="csY3" fmla="*/ 7644 h 10987"/>
                <a:gd name="csX4" fmla="*/ 4777 w 9076"/>
                <a:gd name="csY4" fmla="*/ 1433 h 10987"/>
                <a:gd name="csX5" fmla="*/ 6688 w 9076"/>
                <a:gd name="csY5" fmla="*/ 0 h 10987"/>
                <a:gd name="csX6" fmla="*/ 8599 w 9076"/>
                <a:gd name="csY6" fmla="*/ 1911 h 10987"/>
                <a:gd name="csX7" fmla="*/ 9077 w 9076"/>
                <a:gd name="csY7" fmla="*/ 3344 h 10987"/>
                <a:gd name="csX8" fmla="*/ 9077 w 9076"/>
                <a:gd name="csY8" fmla="*/ 4300 h 10987"/>
                <a:gd name="csX9" fmla="*/ 7644 w 9076"/>
                <a:gd name="csY9" fmla="*/ 6688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076" h="10987">
                  <a:moveTo>
                    <a:pt x="7644" y="6688"/>
                  </a:moveTo>
                  <a:lnTo>
                    <a:pt x="1911" y="10988"/>
                  </a:lnTo>
                  <a:lnTo>
                    <a:pt x="478" y="9077"/>
                  </a:lnTo>
                  <a:lnTo>
                    <a:pt x="0" y="7644"/>
                  </a:lnTo>
                  <a:lnTo>
                    <a:pt x="4777" y="1433"/>
                  </a:lnTo>
                  <a:lnTo>
                    <a:pt x="6688" y="0"/>
                  </a:lnTo>
                  <a:lnTo>
                    <a:pt x="8599" y="1911"/>
                  </a:lnTo>
                  <a:lnTo>
                    <a:pt x="9077" y="3344"/>
                  </a:lnTo>
                  <a:lnTo>
                    <a:pt x="9077" y="4300"/>
                  </a:lnTo>
                  <a:lnTo>
                    <a:pt x="7644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2" name="Freeform 3621">
              <a:extLst>
                <a:ext uri="{FF2B5EF4-FFF2-40B4-BE49-F238E27FC236}">
                  <a16:creationId xmlns:a16="http://schemas.microsoft.com/office/drawing/2014/main" id="{3EB8BEA1-1E72-7722-FE7E-989B05FB8002}"/>
                </a:ext>
              </a:extLst>
            </p:cNvPr>
            <p:cNvSpPr/>
            <p:nvPr/>
          </p:nvSpPr>
          <p:spPr>
            <a:xfrm>
              <a:off x="3388229" y="2659162"/>
              <a:ext cx="207334" cy="213545"/>
            </a:xfrm>
            <a:custGeom>
              <a:avLst/>
              <a:gdLst>
                <a:gd name="csX0" fmla="*/ 120865 w 207334"/>
                <a:gd name="csY0" fmla="*/ 29142 h 213545"/>
                <a:gd name="csX1" fmla="*/ 121343 w 207334"/>
                <a:gd name="csY1" fmla="*/ 29619 h 213545"/>
                <a:gd name="csX2" fmla="*/ 126121 w 207334"/>
                <a:gd name="csY2" fmla="*/ 23409 h 213545"/>
                <a:gd name="csX3" fmla="*/ 129465 w 207334"/>
                <a:gd name="csY3" fmla="*/ 22931 h 213545"/>
                <a:gd name="csX4" fmla="*/ 131376 w 207334"/>
                <a:gd name="csY4" fmla="*/ 23886 h 213545"/>
                <a:gd name="csX5" fmla="*/ 132331 w 207334"/>
                <a:gd name="csY5" fmla="*/ 24364 h 213545"/>
                <a:gd name="csX6" fmla="*/ 132809 w 207334"/>
                <a:gd name="csY6" fmla="*/ 25797 h 213545"/>
                <a:gd name="csX7" fmla="*/ 132809 w 207334"/>
                <a:gd name="csY7" fmla="*/ 28186 h 213545"/>
                <a:gd name="csX8" fmla="*/ 132809 w 207334"/>
                <a:gd name="csY8" fmla="*/ 34874 h 213545"/>
                <a:gd name="csX9" fmla="*/ 133286 w 207334"/>
                <a:gd name="csY9" fmla="*/ 35830 h 213545"/>
                <a:gd name="csX10" fmla="*/ 133764 w 207334"/>
                <a:gd name="csY10" fmla="*/ 35352 h 213545"/>
                <a:gd name="csX11" fmla="*/ 135197 w 207334"/>
                <a:gd name="csY11" fmla="*/ 33919 h 213545"/>
                <a:gd name="csX12" fmla="*/ 140930 w 207334"/>
                <a:gd name="csY12" fmla="*/ 23886 h 213545"/>
                <a:gd name="csX13" fmla="*/ 142841 w 207334"/>
                <a:gd name="csY13" fmla="*/ 21498 h 213545"/>
                <a:gd name="csX14" fmla="*/ 144752 w 207334"/>
                <a:gd name="csY14" fmla="*/ 20542 h 213545"/>
                <a:gd name="csX15" fmla="*/ 151440 w 207334"/>
                <a:gd name="csY15" fmla="*/ 19109 h 213545"/>
                <a:gd name="csX16" fmla="*/ 156217 w 207334"/>
                <a:gd name="csY16" fmla="*/ 19109 h 213545"/>
                <a:gd name="csX17" fmla="*/ 160995 w 207334"/>
                <a:gd name="csY17" fmla="*/ 20065 h 213545"/>
                <a:gd name="csX18" fmla="*/ 165294 w 207334"/>
                <a:gd name="csY18" fmla="*/ 21498 h 213545"/>
                <a:gd name="csX19" fmla="*/ 171505 w 207334"/>
                <a:gd name="csY19" fmla="*/ 25320 h 213545"/>
                <a:gd name="csX20" fmla="*/ 176282 w 207334"/>
                <a:gd name="csY20" fmla="*/ 30097 h 213545"/>
                <a:gd name="csX21" fmla="*/ 180582 w 207334"/>
                <a:gd name="csY21" fmla="*/ 34874 h 213545"/>
                <a:gd name="csX22" fmla="*/ 195869 w 207334"/>
                <a:gd name="csY22" fmla="*/ 53506 h 213545"/>
                <a:gd name="csX23" fmla="*/ 202557 w 207334"/>
                <a:gd name="csY23" fmla="*/ 58761 h 213545"/>
                <a:gd name="csX24" fmla="*/ 204946 w 207334"/>
                <a:gd name="csY24" fmla="*/ 61627 h 213545"/>
                <a:gd name="csX25" fmla="*/ 205901 w 207334"/>
                <a:gd name="csY25" fmla="*/ 64016 h 213545"/>
                <a:gd name="csX26" fmla="*/ 206857 w 207334"/>
                <a:gd name="csY26" fmla="*/ 66882 h 213545"/>
                <a:gd name="csX27" fmla="*/ 207335 w 207334"/>
                <a:gd name="csY27" fmla="*/ 69271 h 213545"/>
                <a:gd name="csX28" fmla="*/ 206857 w 207334"/>
                <a:gd name="csY28" fmla="*/ 71659 h 213545"/>
                <a:gd name="csX29" fmla="*/ 205901 w 207334"/>
                <a:gd name="csY29" fmla="*/ 73093 h 213545"/>
                <a:gd name="csX30" fmla="*/ 204468 w 207334"/>
                <a:gd name="csY30" fmla="*/ 74526 h 213545"/>
                <a:gd name="csX31" fmla="*/ 195391 w 207334"/>
                <a:gd name="csY31" fmla="*/ 80736 h 213545"/>
                <a:gd name="csX32" fmla="*/ 190136 w 207334"/>
                <a:gd name="csY32" fmla="*/ 82170 h 213545"/>
                <a:gd name="csX33" fmla="*/ 185359 w 207334"/>
                <a:gd name="csY33" fmla="*/ 85036 h 213545"/>
                <a:gd name="csX34" fmla="*/ 173893 w 207334"/>
                <a:gd name="csY34" fmla="*/ 94113 h 213545"/>
                <a:gd name="csX35" fmla="*/ 166250 w 207334"/>
                <a:gd name="csY35" fmla="*/ 98412 h 213545"/>
                <a:gd name="csX36" fmla="*/ 155740 w 207334"/>
                <a:gd name="csY36" fmla="*/ 107011 h 213545"/>
                <a:gd name="csX37" fmla="*/ 136153 w 207334"/>
                <a:gd name="csY37" fmla="*/ 120388 h 213545"/>
                <a:gd name="csX38" fmla="*/ 134242 w 207334"/>
                <a:gd name="csY38" fmla="*/ 122777 h 213545"/>
                <a:gd name="csX39" fmla="*/ 132809 w 207334"/>
                <a:gd name="csY39" fmla="*/ 124687 h 213545"/>
                <a:gd name="csX40" fmla="*/ 127554 w 207334"/>
                <a:gd name="csY40" fmla="*/ 139975 h 213545"/>
                <a:gd name="csX41" fmla="*/ 125643 w 207334"/>
                <a:gd name="csY41" fmla="*/ 143319 h 213545"/>
                <a:gd name="csX42" fmla="*/ 120388 w 207334"/>
                <a:gd name="csY42" fmla="*/ 147141 h 213545"/>
                <a:gd name="csX43" fmla="*/ 114177 w 207334"/>
                <a:gd name="csY43" fmla="*/ 147618 h 213545"/>
                <a:gd name="csX44" fmla="*/ 112266 w 207334"/>
                <a:gd name="csY44" fmla="*/ 148574 h 213545"/>
                <a:gd name="csX45" fmla="*/ 111789 w 207334"/>
                <a:gd name="csY45" fmla="*/ 153829 h 213545"/>
                <a:gd name="csX46" fmla="*/ 109400 w 207334"/>
                <a:gd name="csY46" fmla="*/ 162428 h 213545"/>
                <a:gd name="csX47" fmla="*/ 108444 w 207334"/>
                <a:gd name="csY47" fmla="*/ 168161 h 213545"/>
                <a:gd name="csX48" fmla="*/ 107011 w 207334"/>
                <a:gd name="csY48" fmla="*/ 182970 h 213545"/>
                <a:gd name="csX49" fmla="*/ 106534 w 207334"/>
                <a:gd name="csY49" fmla="*/ 184404 h 213545"/>
                <a:gd name="csX50" fmla="*/ 105578 w 207334"/>
                <a:gd name="csY50" fmla="*/ 187270 h 213545"/>
                <a:gd name="csX51" fmla="*/ 103667 w 207334"/>
                <a:gd name="csY51" fmla="*/ 190136 h 213545"/>
                <a:gd name="csX52" fmla="*/ 97457 w 207334"/>
                <a:gd name="csY52" fmla="*/ 193480 h 213545"/>
                <a:gd name="csX53" fmla="*/ 92679 w 207334"/>
                <a:gd name="csY53" fmla="*/ 195391 h 213545"/>
                <a:gd name="csX54" fmla="*/ 86469 w 207334"/>
                <a:gd name="csY54" fmla="*/ 196825 h 213545"/>
                <a:gd name="csX55" fmla="*/ 85036 w 207334"/>
                <a:gd name="csY55" fmla="*/ 195869 h 213545"/>
                <a:gd name="csX56" fmla="*/ 83603 w 207334"/>
                <a:gd name="csY56" fmla="*/ 193480 h 213545"/>
                <a:gd name="csX57" fmla="*/ 82169 w 207334"/>
                <a:gd name="csY57" fmla="*/ 193003 h 213545"/>
                <a:gd name="csX58" fmla="*/ 81214 w 207334"/>
                <a:gd name="csY58" fmla="*/ 193480 h 213545"/>
                <a:gd name="csX59" fmla="*/ 73093 w 207334"/>
                <a:gd name="csY59" fmla="*/ 203513 h 213545"/>
                <a:gd name="csX60" fmla="*/ 65449 w 207334"/>
                <a:gd name="csY60" fmla="*/ 207812 h 213545"/>
                <a:gd name="csX61" fmla="*/ 61627 w 207334"/>
                <a:gd name="csY61" fmla="*/ 211634 h 213545"/>
                <a:gd name="csX62" fmla="*/ 59238 w 207334"/>
                <a:gd name="csY62" fmla="*/ 213067 h 213545"/>
                <a:gd name="csX63" fmla="*/ 57328 w 207334"/>
                <a:gd name="csY63" fmla="*/ 213545 h 213545"/>
                <a:gd name="csX64" fmla="*/ 54461 w 207334"/>
                <a:gd name="csY64" fmla="*/ 213545 h 213545"/>
                <a:gd name="csX65" fmla="*/ 52072 w 207334"/>
                <a:gd name="csY65" fmla="*/ 211634 h 213545"/>
                <a:gd name="csX66" fmla="*/ 50162 w 207334"/>
                <a:gd name="csY66" fmla="*/ 209245 h 213545"/>
                <a:gd name="csX67" fmla="*/ 48251 w 207334"/>
                <a:gd name="csY67" fmla="*/ 206379 h 213545"/>
                <a:gd name="csX68" fmla="*/ 44429 w 207334"/>
                <a:gd name="csY68" fmla="*/ 194914 h 213545"/>
                <a:gd name="csX69" fmla="*/ 42996 w 207334"/>
                <a:gd name="csY69" fmla="*/ 190614 h 213545"/>
                <a:gd name="csX70" fmla="*/ 41562 w 207334"/>
                <a:gd name="csY70" fmla="*/ 188703 h 213545"/>
                <a:gd name="csX71" fmla="*/ 37263 w 207334"/>
                <a:gd name="csY71" fmla="*/ 181537 h 213545"/>
                <a:gd name="csX72" fmla="*/ 36307 w 207334"/>
                <a:gd name="csY72" fmla="*/ 180104 h 213545"/>
                <a:gd name="csX73" fmla="*/ 21498 w 207334"/>
                <a:gd name="csY73" fmla="*/ 171027 h 213545"/>
                <a:gd name="csX74" fmla="*/ 14332 w 207334"/>
                <a:gd name="csY74" fmla="*/ 165772 h 213545"/>
                <a:gd name="csX75" fmla="*/ 12421 w 207334"/>
                <a:gd name="csY75" fmla="*/ 163861 h 213545"/>
                <a:gd name="csX76" fmla="*/ 10510 w 207334"/>
                <a:gd name="csY76" fmla="*/ 162906 h 213545"/>
                <a:gd name="csX77" fmla="*/ 1433 w 207334"/>
                <a:gd name="csY77" fmla="*/ 163861 h 213545"/>
                <a:gd name="csX78" fmla="*/ 0 w 207334"/>
                <a:gd name="csY78" fmla="*/ 163384 h 213545"/>
                <a:gd name="csX79" fmla="*/ 0 w 207334"/>
                <a:gd name="csY79" fmla="*/ 162428 h 213545"/>
                <a:gd name="csX80" fmla="*/ 955 w 207334"/>
                <a:gd name="csY80" fmla="*/ 160039 h 213545"/>
                <a:gd name="csX81" fmla="*/ 1433 w 207334"/>
                <a:gd name="csY81" fmla="*/ 158128 h 213545"/>
                <a:gd name="csX82" fmla="*/ 1433 w 207334"/>
                <a:gd name="csY82" fmla="*/ 156695 h 213545"/>
                <a:gd name="csX83" fmla="*/ 1433 w 207334"/>
                <a:gd name="csY83" fmla="*/ 153829 h 213545"/>
                <a:gd name="csX84" fmla="*/ 1433 w 207334"/>
                <a:gd name="csY84" fmla="*/ 153351 h 213545"/>
                <a:gd name="csX85" fmla="*/ 5255 w 207334"/>
                <a:gd name="csY85" fmla="*/ 150485 h 213545"/>
                <a:gd name="csX86" fmla="*/ 4300 w 207334"/>
                <a:gd name="csY86" fmla="*/ 150007 h 213545"/>
                <a:gd name="csX87" fmla="*/ 3822 w 207334"/>
                <a:gd name="csY87" fmla="*/ 149052 h 213545"/>
                <a:gd name="csX88" fmla="*/ 3822 w 207334"/>
                <a:gd name="csY88" fmla="*/ 147141 h 213545"/>
                <a:gd name="csX89" fmla="*/ 4300 w 207334"/>
                <a:gd name="csY89" fmla="*/ 146185 h 213545"/>
                <a:gd name="csX90" fmla="*/ 5255 w 207334"/>
                <a:gd name="csY90" fmla="*/ 145707 h 213545"/>
                <a:gd name="csX91" fmla="*/ 6688 w 207334"/>
                <a:gd name="csY91" fmla="*/ 143319 h 213545"/>
                <a:gd name="csX92" fmla="*/ 8121 w 207334"/>
                <a:gd name="csY92" fmla="*/ 138542 h 213545"/>
                <a:gd name="csX93" fmla="*/ 9077 w 207334"/>
                <a:gd name="csY93" fmla="*/ 136153 h 213545"/>
                <a:gd name="csX94" fmla="*/ 10510 w 207334"/>
                <a:gd name="csY94" fmla="*/ 134242 h 213545"/>
                <a:gd name="csX95" fmla="*/ 13376 w 207334"/>
                <a:gd name="csY95" fmla="*/ 129942 h 213545"/>
                <a:gd name="csX96" fmla="*/ 15287 w 207334"/>
                <a:gd name="csY96" fmla="*/ 128509 h 213545"/>
                <a:gd name="csX97" fmla="*/ 16721 w 207334"/>
                <a:gd name="csY97" fmla="*/ 126121 h 213545"/>
                <a:gd name="csX98" fmla="*/ 16721 w 207334"/>
                <a:gd name="csY98" fmla="*/ 125165 h 213545"/>
                <a:gd name="csX99" fmla="*/ 16243 w 207334"/>
                <a:gd name="csY99" fmla="*/ 124210 h 213545"/>
                <a:gd name="csX100" fmla="*/ 16243 w 207334"/>
                <a:gd name="csY100" fmla="*/ 122777 h 213545"/>
                <a:gd name="csX101" fmla="*/ 16243 w 207334"/>
                <a:gd name="csY101" fmla="*/ 117521 h 213545"/>
                <a:gd name="csX102" fmla="*/ 16243 w 207334"/>
                <a:gd name="csY102" fmla="*/ 114655 h 213545"/>
                <a:gd name="csX103" fmla="*/ 16721 w 207334"/>
                <a:gd name="csY103" fmla="*/ 112266 h 213545"/>
                <a:gd name="csX104" fmla="*/ 17198 w 207334"/>
                <a:gd name="csY104" fmla="*/ 110356 h 213545"/>
                <a:gd name="csX105" fmla="*/ 18154 w 207334"/>
                <a:gd name="csY105" fmla="*/ 109400 h 213545"/>
                <a:gd name="csX106" fmla="*/ 24842 w 207334"/>
                <a:gd name="csY106" fmla="*/ 105578 h 213545"/>
                <a:gd name="csX107" fmla="*/ 25320 w 207334"/>
                <a:gd name="csY107" fmla="*/ 104145 h 213545"/>
                <a:gd name="csX108" fmla="*/ 25320 w 207334"/>
                <a:gd name="csY108" fmla="*/ 103190 h 213545"/>
                <a:gd name="csX109" fmla="*/ 25320 w 207334"/>
                <a:gd name="csY109" fmla="*/ 101756 h 213545"/>
                <a:gd name="csX110" fmla="*/ 24842 w 207334"/>
                <a:gd name="csY110" fmla="*/ 100323 h 213545"/>
                <a:gd name="csX111" fmla="*/ 23886 w 207334"/>
                <a:gd name="csY111" fmla="*/ 99845 h 213545"/>
                <a:gd name="csX112" fmla="*/ 21975 w 207334"/>
                <a:gd name="csY112" fmla="*/ 99368 h 213545"/>
                <a:gd name="csX113" fmla="*/ 20065 w 207334"/>
                <a:gd name="csY113" fmla="*/ 96979 h 213545"/>
                <a:gd name="csX114" fmla="*/ 20065 w 207334"/>
                <a:gd name="csY114" fmla="*/ 96024 h 213545"/>
                <a:gd name="csX115" fmla="*/ 20542 w 207334"/>
                <a:gd name="csY115" fmla="*/ 93157 h 213545"/>
                <a:gd name="csX116" fmla="*/ 23409 w 207334"/>
                <a:gd name="csY116" fmla="*/ 87902 h 213545"/>
                <a:gd name="csX117" fmla="*/ 24842 w 207334"/>
                <a:gd name="csY117" fmla="*/ 85514 h 213545"/>
                <a:gd name="csX118" fmla="*/ 28186 w 207334"/>
                <a:gd name="csY118" fmla="*/ 74526 h 213545"/>
                <a:gd name="csX119" fmla="*/ 34396 w 207334"/>
                <a:gd name="csY119" fmla="*/ 67360 h 213545"/>
                <a:gd name="csX120" fmla="*/ 35830 w 207334"/>
                <a:gd name="csY120" fmla="*/ 60194 h 213545"/>
                <a:gd name="csX121" fmla="*/ 40607 w 207334"/>
                <a:gd name="csY121" fmla="*/ 52072 h 213545"/>
                <a:gd name="csX122" fmla="*/ 40607 w 207334"/>
                <a:gd name="csY122" fmla="*/ 51117 h 213545"/>
                <a:gd name="csX123" fmla="*/ 39174 w 207334"/>
                <a:gd name="csY123" fmla="*/ 48251 h 213545"/>
                <a:gd name="csX124" fmla="*/ 34874 w 207334"/>
                <a:gd name="csY124" fmla="*/ 46340 h 213545"/>
                <a:gd name="csX125" fmla="*/ 32486 w 207334"/>
                <a:gd name="csY125" fmla="*/ 43473 h 213545"/>
                <a:gd name="csX126" fmla="*/ 31052 w 207334"/>
                <a:gd name="csY126" fmla="*/ 39651 h 213545"/>
                <a:gd name="csX127" fmla="*/ 24842 w 207334"/>
                <a:gd name="csY127" fmla="*/ 20542 h 213545"/>
                <a:gd name="csX128" fmla="*/ 23886 w 207334"/>
                <a:gd name="csY128" fmla="*/ 18631 h 213545"/>
                <a:gd name="csX129" fmla="*/ 23886 w 207334"/>
                <a:gd name="csY129" fmla="*/ 16721 h 213545"/>
                <a:gd name="csX130" fmla="*/ 22453 w 207334"/>
                <a:gd name="csY130" fmla="*/ 14810 h 213545"/>
                <a:gd name="csX131" fmla="*/ 22453 w 207334"/>
                <a:gd name="csY131" fmla="*/ 13854 h 213545"/>
                <a:gd name="csX132" fmla="*/ 46817 w 207334"/>
                <a:gd name="csY132" fmla="*/ 7644 h 213545"/>
                <a:gd name="csX133" fmla="*/ 63538 w 207334"/>
                <a:gd name="csY133" fmla="*/ 5733 h 213545"/>
                <a:gd name="csX134" fmla="*/ 81214 w 207334"/>
                <a:gd name="csY134" fmla="*/ 478 h 213545"/>
                <a:gd name="csX135" fmla="*/ 85991 w 207334"/>
                <a:gd name="csY135" fmla="*/ 0 h 213545"/>
                <a:gd name="csX136" fmla="*/ 89813 w 207334"/>
                <a:gd name="csY136" fmla="*/ 1433 h 213545"/>
                <a:gd name="csX137" fmla="*/ 93635 w 207334"/>
                <a:gd name="csY137" fmla="*/ 3822 h 213545"/>
                <a:gd name="csX138" fmla="*/ 98412 w 207334"/>
                <a:gd name="csY138" fmla="*/ 8599 h 213545"/>
                <a:gd name="csX139" fmla="*/ 104623 w 207334"/>
                <a:gd name="csY139" fmla="*/ 13376 h 213545"/>
                <a:gd name="csX140" fmla="*/ 117044 w 207334"/>
                <a:gd name="csY140" fmla="*/ 20065 h 213545"/>
                <a:gd name="csX141" fmla="*/ 124687 w 207334"/>
                <a:gd name="csY141" fmla="*/ 21498 h 213545"/>
                <a:gd name="csX142" fmla="*/ 121343 w 207334"/>
                <a:gd name="csY142" fmla="*/ 26753 h 213545"/>
                <a:gd name="csX143" fmla="*/ 120865 w 207334"/>
                <a:gd name="csY143" fmla="*/ 28186 h 213545"/>
                <a:gd name="csX144" fmla="*/ 120865 w 207334"/>
                <a:gd name="csY144" fmla="*/ 29142 h 213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</a:cxnLst>
              <a:rect l="l" t="t" r="r" b="b"/>
              <a:pathLst>
                <a:path w="207334" h="213545">
                  <a:moveTo>
                    <a:pt x="120865" y="29142"/>
                  </a:moveTo>
                  <a:lnTo>
                    <a:pt x="121343" y="29619"/>
                  </a:lnTo>
                  <a:lnTo>
                    <a:pt x="126121" y="23409"/>
                  </a:lnTo>
                  <a:lnTo>
                    <a:pt x="129465" y="22931"/>
                  </a:lnTo>
                  <a:lnTo>
                    <a:pt x="131376" y="23886"/>
                  </a:lnTo>
                  <a:lnTo>
                    <a:pt x="132331" y="24364"/>
                  </a:lnTo>
                  <a:lnTo>
                    <a:pt x="132809" y="25797"/>
                  </a:lnTo>
                  <a:lnTo>
                    <a:pt x="132809" y="28186"/>
                  </a:lnTo>
                  <a:lnTo>
                    <a:pt x="132809" y="34874"/>
                  </a:lnTo>
                  <a:lnTo>
                    <a:pt x="133286" y="35830"/>
                  </a:lnTo>
                  <a:lnTo>
                    <a:pt x="133764" y="35352"/>
                  </a:lnTo>
                  <a:lnTo>
                    <a:pt x="135197" y="33919"/>
                  </a:lnTo>
                  <a:lnTo>
                    <a:pt x="140930" y="23886"/>
                  </a:lnTo>
                  <a:lnTo>
                    <a:pt x="142841" y="21498"/>
                  </a:lnTo>
                  <a:lnTo>
                    <a:pt x="144752" y="20542"/>
                  </a:lnTo>
                  <a:lnTo>
                    <a:pt x="151440" y="19109"/>
                  </a:lnTo>
                  <a:lnTo>
                    <a:pt x="156217" y="19109"/>
                  </a:lnTo>
                  <a:lnTo>
                    <a:pt x="160995" y="20065"/>
                  </a:lnTo>
                  <a:lnTo>
                    <a:pt x="165294" y="21498"/>
                  </a:lnTo>
                  <a:lnTo>
                    <a:pt x="171505" y="25320"/>
                  </a:lnTo>
                  <a:lnTo>
                    <a:pt x="176282" y="30097"/>
                  </a:lnTo>
                  <a:lnTo>
                    <a:pt x="180582" y="34874"/>
                  </a:lnTo>
                  <a:lnTo>
                    <a:pt x="195869" y="53506"/>
                  </a:lnTo>
                  <a:lnTo>
                    <a:pt x="202557" y="58761"/>
                  </a:lnTo>
                  <a:lnTo>
                    <a:pt x="204946" y="61627"/>
                  </a:lnTo>
                  <a:lnTo>
                    <a:pt x="205901" y="64016"/>
                  </a:lnTo>
                  <a:lnTo>
                    <a:pt x="206857" y="66882"/>
                  </a:lnTo>
                  <a:lnTo>
                    <a:pt x="207335" y="69271"/>
                  </a:lnTo>
                  <a:lnTo>
                    <a:pt x="206857" y="71659"/>
                  </a:lnTo>
                  <a:lnTo>
                    <a:pt x="205901" y="73093"/>
                  </a:lnTo>
                  <a:lnTo>
                    <a:pt x="204468" y="74526"/>
                  </a:lnTo>
                  <a:lnTo>
                    <a:pt x="195391" y="80736"/>
                  </a:lnTo>
                  <a:lnTo>
                    <a:pt x="190136" y="82170"/>
                  </a:lnTo>
                  <a:lnTo>
                    <a:pt x="185359" y="85036"/>
                  </a:lnTo>
                  <a:lnTo>
                    <a:pt x="173893" y="94113"/>
                  </a:lnTo>
                  <a:lnTo>
                    <a:pt x="166250" y="98412"/>
                  </a:lnTo>
                  <a:lnTo>
                    <a:pt x="155740" y="107011"/>
                  </a:lnTo>
                  <a:lnTo>
                    <a:pt x="136153" y="120388"/>
                  </a:lnTo>
                  <a:lnTo>
                    <a:pt x="134242" y="122777"/>
                  </a:lnTo>
                  <a:lnTo>
                    <a:pt x="132809" y="124687"/>
                  </a:lnTo>
                  <a:lnTo>
                    <a:pt x="127554" y="139975"/>
                  </a:lnTo>
                  <a:lnTo>
                    <a:pt x="125643" y="143319"/>
                  </a:lnTo>
                  <a:lnTo>
                    <a:pt x="120388" y="147141"/>
                  </a:lnTo>
                  <a:lnTo>
                    <a:pt x="114177" y="147618"/>
                  </a:lnTo>
                  <a:lnTo>
                    <a:pt x="112266" y="148574"/>
                  </a:lnTo>
                  <a:lnTo>
                    <a:pt x="111789" y="153829"/>
                  </a:lnTo>
                  <a:lnTo>
                    <a:pt x="109400" y="162428"/>
                  </a:lnTo>
                  <a:lnTo>
                    <a:pt x="108444" y="168161"/>
                  </a:lnTo>
                  <a:lnTo>
                    <a:pt x="107011" y="182970"/>
                  </a:lnTo>
                  <a:lnTo>
                    <a:pt x="106534" y="184404"/>
                  </a:lnTo>
                  <a:lnTo>
                    <a:pt x="105578" y="187270"/>
                  </a:lnTo>
                  <a:lnTo>
                    <a:pt x="103667" y="190136"/>
                  </a:lnTo>
                  <a:lnTo>
                    <a:pt x="97457" y="193480"/>
                  </a:lnTo>
                  <a:lnTo>
                    <a:pt x="92679" y="195391"/>
                  </a:lnTo>
                  <a:lnTo>
                    <a:pt x="86469" y="196825"/>
                  </a:lnTo>
                  <a:lnTo>
                    <a:pt x="85036" y="195869"/>
                  </a:lnTo>
                  <a:lnTo>
                    <a:pt x="83603" y="193480"/>
                  </a:lnTo>
                  <a:lnTo>
                    <a:pt x="82169" y="193003"/>
                  </a:lnTo>
                  <a:lnTo>
                    <a:pt x="81214" y="193480"/>
                  </a:lnTo>
                  <a:lnTo>
                    <a:pt x="73093" y="203513"/>
                  </a:lnTo>
                  <a:lnTo>
                    <a:pt x="65449" y="207812"/>
                  </a:lnTo>
                  <a:lnTo>
                    <a:pt x="61627" y="211634"/>
                  </a:lnTo>
                  <a:lnTo>
                    <a:pt x="59238" y="213067"/>
                  </a:lnTo>
                  <a:lnTo>
                    <a:pt x="57328" y="213545"/>
                  </a:lnTo>
                  <a:lnTo>
                    <a:pt x="54461" y="213545"/>
                  </a:lnTo>
                  <a:lnTo>
                    <a:pt x="52072" y="211634"/>
                  </a:lnTo>
                  <a:lnTo>
                    <a:pt x="50162" y="209245"/>
                  </a:lnTo>
                  <a:lnTo>
                    <a:pt x="48251" y="206379"/>
                  </a:lnTo>
                  <a:lnTo>
                    <a:pt x="44429" y="194914"/>
                  </a:lnTo>
                  <a:lnTo>
                    <a:pt x="42996" y="190614"/>
                  </a:lnTo>
                  <a:lnTo>
                    <a:pt x="41562" y="188703"/>
                  </a:lnTo>
                  <a:lnTo>
                    <a:pt x="37263" y="181537"/>
                  </a:lnTo>
                  <a:lnTo>
                    <a:pt x="36307" y="180104"/>
                  </a:lnTo>
                  <a:lnTo>
                    <a:pt x="21498" y="171027"/>
                  </a:lnTo>
                  <a:lnTo>
                    <a:pt x="14332" y="165772"/>
                  </a:lnTo>
                  <a:lnTo>
                    <a:pt x="12421" y="163861"/>
                  </a:lnTo>
                  <a:lnTo>
                    <a:pt x="10510" y="162906"/>
                  </a:lnTo>
                  <a:lnTo>
                    <a:pt x="1433" y="163861"/>
                  </a:lnTo>
                  <a:lnTo>
                    <a:pt x="0" y="163384"/>
                  </a:lnTo>
                  <a:lnTo>
                    <a:pt x="0" y="162428"/>
                  </a:lnTo>
                  <a:lnTo>
                    <a:pt x="955" y="160039"/>
                  </a:lnTo>
                  <a:lnTo>
                    <a:pt x="1433" y="158128"/>
                  </a:lnTo>
                  <a:lnTo>
                    <a:pt x="1433" y="156695"/>
                  </a:lnTo>
                  <a:lnTo>
                    <a:pt x="1433" y="153829"/>
                  </a:lnTo>
                  <a:lnTo>
                    <a:pt x="1433" y="153351"/>
                  </a:lnTo>
                  <a:lnTo>
                    <a:pt x="5255" y="150485"/>
                  </a:lnTo>
                  <a:lnTo>
                    <a:pt x="4300" y="150007"/>
                  </a:lnTo>
                  <a:lnTo>
                    <a:pt x="3822" y="149052"/>
                  </a:lnTo>
                  <a:lnTo>
                    <a:pt x="3822" y="147141"/>
                  </a:lnTo>
                  <a:lnTo>
                    <a:pt x="4300" y="146185"/>
                  </a:lnTo>
                  <a:lnTo>
                    <a:pt x="5255" y="145707"/>
                  </a:lnTo>
                  <a:lnTo>
                    <a:pt x="6688" y="143319"/>
                  </a:lnTo>
                  <a:lnTo>
                    <a:pt x="8121" y="138542"/>
                  </a:lnTo>
                  <a:lnTo>
                    <a:pt x="9077" y="136153"/>
                  </a:lnTo>
                  <a:lnTo>
                    <a:pt x="10510" y="134242"/>
                  </a:lnTo>
                  <a:lnTo>
                    <a:pt x="13376" y="129942"/>
                  </a:lnTo>
                  <a:lnTo>
                    <a:pt x="15287" y="128509"/>
                  </a:lnTo>
                  <a:lnTo>
                    <a:pt x="16721" y="126121"/>
                  </a:lnTo>
                  <a:lnTo>
                    <a:pt x="16721" y="125165"/>
                  </a:lnTo>
                  <a:lnTo>
                    <a:pt x="16243" y="124210"/>
                  </a:lnTo>
                  <a:lnTo>
                    <a:pt x="16243" y="122777"/>
                  </a:lnTo>
                  <a:lnTo>
                    <a:pt x="16243" y="117521"/>
                  </a:lnTo>
                  <a:lnTo>
                    <a:pt x="16243" y="114655"/>
                  </a:lnTo>
                  <a:lnTo>
                    <a:pt x="16721" y="112266"/>
                  </a:lnTo>
                  <a:lnTo>
                    <a:pt x="17198" y="110356"/>
                  </a:lnTo>
                  <a:lnTo>
                    <a:pt x="18154" y="109400"/>
                  </a:lnTo>
                  <a:lnTo>
                    <a:pt x="24842" y="105578"/>
                  </a:lnTo>
                  <a:lnTo>
                    <a:pt x="25320" y="104145"/>
                  </a:lnTo>
                  <a:lnTo>
                    <a:pt x="25320" y="103190"/>
                  </a:lnTo>
                  <a:lnTo>
                    <a:pt x="25320" y="101756"/>
                  </a:lnTo>
                  <a:lnTo>
                    <a:pt x="24842" y="100323"/>
                  </a:lnTo>
                  <a:lnTo>
                    <a:pt x="23886" y="99845"/>
                  </a:lnTo>
                  <a:lnTo>
                    <a:pt x="21975" y="99368"/>
                  </a:lnTo>
                  <a:lnTo>
                    <a:pt x="20065" y="96979"/>
                  </a:lnTo>
                  <a:lnTo>
                    <a:pt x="20065" y="96024"/>
                  </a:lnTo>
                  <a:lnTo>
                    <a:pt x="20542" y="93157"/>
                  </a:lnTo>
                  <a:lnTo>
                    <a:pt x="23409" y="87902"/>
                  </a:lnTo>
                  <a:lnTo>
                    <a:pt x="24842" y="85514"/>
                  </a:lnTo>
                  <a:lnTo>
                    <a:pt x="28186" y="74526"/>
                  </a:lnTo>
                  <a:lnTo>
                    <a:pt x="34396" y="67360"/>
                  </a:lnTo>
                  <a:lnTo>
                    <a:pt x="35830" y="60194"/>
                  </a:lnTo>
                  <a:lnTo>
                    <a:pt x="40607" y="52072"/>
                  </a:lnTo>
                  <a:lnTo>
                    <a:pt x="40607" y="51117"/>
                  </a:lnTo>
                  <a:lnTo>
                    <a:pt x="39174" y="48251"/>
                  </a:lnTo>
                  <a:lnTo>
                    <a:pt x="34874" y="46340"/>
                  </a:lnTo>
                  <a:lnTo>
                    <a:pt x="32486" y="43473"/>
                  </a:lnTo>
                  <a:lnTo>
                    <a:pt x="31052" y="39651"/>
                  </a:lnTo>
                  <a:lnTo>
                    <a:pt x="24842" y="20542"/>
                  </a:lnTo>
                  <a:lnTo>
                    <a:pt x="23886" y="18631"/>
                  </a:lnTo>
                  <a:lnTo>
                    <a:pt x="23886" y="16721"/>
                  </a:lnTo>
                  <a:lnTo>
                    <a:pt x="22453" y="14810"/>
                  </a:lnTo>
                  <a:lnTo>
                    <a:pt x="22453" y="13854"/>
                  </a:lnTo>
                  <a:lnTo>
                    <a:pt x="46817" y="7644"/>
                  </a:lnTo>
                  <a:lnTo>
                    <a:pt x="63538" y="5733"/>
                  </a:lnTo>
                  <a:lnTo>
                    <a:pt x="81214" y="478"/>
                  </a:lnTo>
                  <a:lnTo>
                    <a:pt x="85991" y="0"/>
                  </a:lnTo>
                  <a:lnTo>
                    <a:pt x="89813" y="1433"/>
                  </a:lnTo>
                  <a:lnTo>
                    <a:pt x="93635" y="3822"/>
                  </a:lnTo>
                  <a:lnTo>
                    <a:pt x="98412" y="8599"/>
                  </a:lnTo>
                  <a:lnTo>
                    <a:pt x="104623" y="13376"/>
                  </a:lnTo>
                  <a:lnTo>
                    <a:pt x="117044" y="20065"/>
                  </a:lnTo>
                  <a:lnTo>
                    <a:pt x="124687" y="21498"/>
                  </a:lnTo>
                  <a:lnTo>
                    <a:pt x="121343" y="26753"/>
                  </a:lnTo>
                  <a:lnTo>
                    <a:pt x="120865" y="28186"/>
                  </a:lnTo>
                  <a:lnTo>
                    <a:pt x="120865" y="291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3" name="Freeform 3622">
              <a:extLst>
                <a:ext uri="{FF2B5EF4-FFF2-40B4-BE49-F238E27FC236}">
                  <a16:creationId xmlns:a16="http://schemas.microsoft.com/office/drawing/2014/main" id="{4102E15F-5DE5-01CF-0283-18B4C0CD7E92}"/>
                </a:ext>
              </a:extLst>
            </p:cNvPr>
            <p:cNvSpPr/>
            <p:nvPr/>
          </p:nvSpPr>
          <p:spPr>
            <a:xfrm>
              <a:off x="3986824" y="2684004"/>
              <a:ext cx="105100" cy="136630"/>
            </a:xfrm>
            <a:custGeom>
              <a:avLst/>
              <a:gdLst>
                <a:gd name="csX0" fmla="*/ 49206 w 105100"/>
                <a:gd name="csY0" fmla="*/ 1433 h 136630"/>
                <a:gd name="csX1" fmla="*/ 56850 w 105100"/>
                <a:gd name="csY1" fmla="*/ 4300 h 136630"/>
                <a:gd name="csX2" fmla="*/ 60672 w 105100"/>
                <a:gd name="csY2" fmla="*/ 6688 h 136630"/>
                <a:gd name="csX3" fmla="*/ 62582 w 105100"/>
                <a:gd name="csY3" fmla="*/ 8121 h 136630"/>
                <a:gd name="csX4" fmla="*/ 66405 w 105100"/>
                <a:gd name="csY4" fmla="*/ 12421 h 136630"/>
                <a:gd name="csX5" fmla="*/ 67838 w 105100"/>
                <a:gd name="csY5" fmla="*/ 13854 h 136630"/>
                <a:gd name="csX6" fmla="*/ 75004 w 105100"/>
                <a:gd name="csY6" fmla="*/ 10988 h 136630"/>
                <a:gd name="csX7" fmla="*/ 79781 w 105100"/>
                <a:gd name="csY7" fmla="*/ 10032 h 136630"/>
                <a:gd name="csX8" fmla="*/ 90769 w 105100"/>
                <a:gd name="csY8" fmla="*/ 11465 h 136630"/>
                <a:gd name="csX9" fmla="*/ 99846 w 105100"/>
                <a:gd name="csY9" fmla="*/ 15287 h 136630"/>
                <a:gd name="csX10" fmla="*/ 103189 w 105100"/>
                <a:gd name="csY10" fmla="*/ 18154 h 136630"/>
                <a:gd name="csX11" fmla="*/ 105100 w 105100"/>
                <a:gd name="csY11" fmla="*/ 20542 h 136630"/>
                <a:gd name="csX12" fmla="*/ 104623 w 105100"/>
                <a:gd name="csY12" fmla="*/ 23409 h 136630"/>
                <a:gd name="csX13" fmla="*/ 102712 w 105100"/>
                <a:gd name="csY13" fmla="*/ 28186 h 136630"/>
                <a:gd name="csX14" fmla="*/ 100801 w 105100"/>
                <a:gd name="csY14" fmla="*/ 32486 h 136630"/>
                <a:gd name="csX15" fmla="*/ 96979 w 105100"/>
                <a:gd name="csY15" fmla="*/ 39174 h 136630"/>
                <a:gd name="csX16" fmla="*/ 93635 w 105100"/>
                <a:gd name="csY16" fmla="*/ 42518 h 136630"/>
                <a:gd name="csX17" fmla="*/ 92680 w 105100"/>
                <a:gd name="csY17" fmla="*/ 44429 h 136630"/>
                <a:gd name="csX18" fmla="*/ 92202 w 105100"/>
                <a:gd name="csY18" fmla="*/ 46817 h 136630"/>
                <a:gd name="csX19" fmla="*/ 90769 w 105100"/>
                <a:gd name="csY19" fmla="*/ 49684 h 136630"/>
                <a:gd name="csX20" fmla="*/ 87424 w 105100"/>
                <a:gd name="csY20" fmla="*/ 56850 h 136630"/>
                <a:gd name="csX21" fmla="*/ 86469 w 105100"/>
                <a:gd name="csY21" fmla="*/ 58283 h 136630"/>
                <a:gd name="csX22" fmla="*/ 81214 w 105100"/>
                <a:gd name="csY22" fmla="*/ 61149 h 136630"/>
                <a:gd name="csX23" fmla="*/ 83125 w 105100"/>
                <a:gd name="csY23" fmla="*/ 62582 h 136630"/>
                <a:gd name="csX24" fmla="*/ 83603 w 105100"/>
                <a:gd name="csY24" fmla="*/ 64016 h 136630"/>
                <a:gd name="csX25" fmla="*/ 83125 w 105100"/>
                <a:gd name="csY25" fmla="*/ 66882 h 136630"/>
                <a:gd name="csX26" fmla="*/ 79781 w 105100"/>
                <a:gd name="csY26" fmla="*/ 74526 h 136630"/>
                <a:gd name="csX27" fmla="*/ 76437 w 105100"/>
                <a:gd name="csY27" fmla="*/ 81214 h 136630"/>
                <a:gd name="csX28" fmla="*/ 74526 w 105100"/>
                <a:gd name="csY28" fmla="*/ 85514 h 136630"/>
                <a:gd name="csX29" fmla="*/ 70226 w 105100"/>
                <a:gd name="csY29" fmla="*/ 91246 h 136630"/>
                <a:gd name="csX30" fmla="*/ 67838 w 105100"/>
                <a:gd name="csY30" fmla="*/ 92679 h 136630"/>
                <a:gd name="csX31" fmla="*/ 64493 w 105100"/>
                <a:gd name="csY31" fmla="*/ 93157 h 136630"/>
                <a:gd name="csX32" fmla="*/ 45862 w 105100"/>
                <a:gd name="csY32" fmla="*/ 88380 h 136630"/>
                <a:gd name="csX33" fmla="*/ 41085 w 105100"/>
                <a:gd name="csY33" fmla="*/ 88380 h 136630"/>
                <a:gd name="csX34" fmla="*/ 28664 w 105100"/>
                <a:gd name="csY34" fmla="*/ 91246 h 136630"/>
                <a:gd name="csX35" fmla="*/ 29619 w 105100"/>
                <a:gd name="csY35" fmla="*/ 92202 h 136630"/>
                <a:gd name="csX36" fmla="*/ 34397 w 105100"/>
                <a:gd name="csY36" fmla="*/ 94113 h 136630"/>
                <a:gd name="csX37" fmla="*/ 37263 w 105100"/>
                <a:gd name="csY37" fmla="*/ 96501 h 136630"/>
                <a:gd name="csX38" fmla="*/ 41085 w 105100"/>
                <a:gd name="csY38" fmla="*/ 103189 h 136630"/>
                <a:gd name="csX39" fmla="*/ 41563 w 105100"/>
                <a:gd name="csY39" fmla="*/ 104623 h 136630"/>
                <a:gd name="csX40" fmla="*/ 42040 w 105100"/>
                <a:gd name="csY40" fmla="*/ 106534 h 136630"/>
                <a:gd name="csX41" fmla="*/ 42040 w 105100"/>
                <a:gd name="csY41" fmla="*/ 110355 h 136630"/>
                <a:gd name="csX42" fmla="*/ 41563 w 105100"/>
                <a:gd name="csY42" fmla="*/ 111311 h 136630"/>
                <a:gd name="csX43" fmla="*/ 35352 w 105100"/>
                <a:gd name="csY43" fmla="*/ 121343 h 136630"/>
                <a:gd name="csX44" fmla="*/ 33441 w 105100"/>
                <a:gd name="csY44" fmla="*/ 128987 h 136630"/>
                <a:gd name="csX45" fmla="*/ 32008 w 105100"/>
                <a:gd name="csY45" fmla="*/ 134720 h 136630"/>
                <a:gd name="csX46" fmla="*/ 30097 w 105100"/>
                <a:gd name="csY46" fmla="*/ 136631 h 136630"/>
                <a:gd name="csX47" fmla="*/ 22931 w 105100"/>
                <a:gd name="csY47" fmla="*/ 133764 h 136630"/>
                <a:gd name="csX48" fmla="*/ 20542 w 105100"/>
                <a:gd name="csY48" fmla="*/ 133764 h 136630"/>
                <a:gd name="csX49" fmla="*/ 12899 w 105100"/>
                <a:gd name="csY49" fmla="*/ 135675 h 136630"/>
                <a:gd name="csX50" fmla="*/ 9077 w 105100"/>
                <a:gd name="csY50" fmla="*/ 134720 h 136630"/>
                <a:gd name="csX51" fmla="*/ 9555 w 105100"/>
                <a:gd name="csY51" fmla="*/ 125643 h 136630"/>
                <a:gd name="csX52" fmla="*/ 9077 w 105100"/>
                <a:gd name="csY52" fmla="*/ 116088 h 136630"/>
                <a:gd name="csX53" fmla="*/ 8121 w 105100"/>
                <a:gd name="csY53" fmla="*/ 106534 h 136630"/>
                <a:gd name="csX54" fmla="*/ 1911 w 105100"/>
                <a:gd name="csY54" fmla="*/ 89335 h 136630"/>
                <a:gd name="csX55" fmla="*/ 1433 w 105100"/>
                <a:gd name="csY55" fmla="*/ 86469 h 136630"/>
                <a:gd name="csX56" fmla="*/ 956 w 105100"/>
                <a:gd name="csY56" fmla="*/ 83125 h 136630"/>
                <a:gd name="csX57" fmla="*/ 956 w 105100"/>
                <a:gd name="csY57" fmla="*/ 79781 h 136630"/>
                <a:gd name="csX58" fmla="*/ 956 w 105100"/>
                <a:gd name="csY58" fmla="*/ 75959 h 136630"/>
                <a:gd name="csX59" fmla="*/ 1433 w 105100"/>
                <a:gd name="csY59" fmla="*/ 68793 h 136630"/>
                <a:gd name="csX60" fmla="*/ 1433 w 105100"/>
                <a:gd name="csY60" fmla="*/ 64971 h 136630"/>
                <a:gd name="csX61" fmla="*/ 956 w 105100"/>
                <a:gd name="csY61" fmla="*/ 55417 h 136630"/>
                <a:gd name="csX62" fmla="*/ 0 w 105100"/>
                <a:gd name="csY62" fmla="*/ 40607 h 136630"/>
                <a:gd name="csX63" fmla="*/ 0 w 105100"/>
                <a:gd name="csY63" fmla="*/ 35352 h 136630"/>
                <a:gd name="csX64" fmla="*/ 0 w 105100"/>
                <a:gd name="csY64" fmla="*/ 33441 h 136630"/>
                <a:gd name="csX65" fmla="*/ 478 w 105100"/>
                <a:gd name="csY65" fmla="*/ 32008 h 136630"/>
                <a:gd name="csX66" fmla="*/ 1433 w 105100"/>
                <a:gd name="csY66" fmla="*/ 29619 h 136630"/>
                <a:gd name="csX67" fmla="*/ 4300 w 105100"/>
                <a:gd name="csY67" fmla="*/ 28186 h 136630"/>
                <a:gd name="csX68" fmla="*/ 5255 w 105100"/>
                <a:gd name="csY68" fmla="*/ 28186 h 136630"/>
                <a:gd name="csX69" fmla="*/ 12899 w 105100"/>
                <a:gd name="csY69" fmla="*/ 32486 h 136630"/>
                <a:gd name="csX70" fmla="*/ 16721 w 105100"/>
                <a:gd name="csY70" fmla="*/ 33919 h 136630"/>
                <a:gd name="csX71" fmla="*/ 19109 w 105100"/>
                <a:gd name="csY71" fmla="*/ 33919 h 136630"/>
                <a:gd name="csX72" fmla="*/ 19109 w 105100"/>
                <a:gd name="csY72" fmla="*/ 33441 h 136630"/>
                <a:gd name="csX73" fmla="*/ 17198 w 105100"/>
                <a:gd name="csY73" fmla="*/ 32486 h 136630"/>
                <a:gd name="csX74" fmla="*/ 14809 w 105100"/>
                <a:gd name="csY74" fmla="*/ 30575 h 136630"/>
                <a:gd name="csX75" fmla="*/ 11943 w 105100"/>
                <a:gd name="csY75" fmla="*/ 24842 h 136630"/>
                <a:gd name="csX76" fmla="*/ 10510 w 105100"/>
                <a:gd name="csY76" fmla="*/ 19587 h 136630"/>
                <a:gd name="csX77" fmla="*/ 10032 w 105100"/>
                <a:gd name="csY77" fmla="*/ 18154 h 136630"/>
                <a:gd name="csX78" fmla="*/ 10032 w 105100"/>
                <a:gd name="csY78" fmla="*/ 16243 h 136630"/>
                <a:gd name="csX79" fmla="*/ 10032 w 105100"/>
                <a:gd name="csY79" fmla="*/ 14809 h 136630"/>
                <a:gd name="csX80" fmla="*/ 10510 w 105100"/>
                <a:gd name="csY80" fmla="*/ 12899 h 136630"/>
                <a:gd name="csX81" fmla="*/ 11943 w 105100"/>
                <a:gd name="csY81" fmla="*/ 10510 h 136630"/>
                <a:gd name="csX82" fmla="*/ 13376 w 105100"/>
                <a:gd name="csY82" fmla="*/ 9077 h 136630"/>
                <a:gd name="csX83" fmla="*/ 18154 w 105100"/>
                <a:gd name="csY83" fmla="*/ 6210 h 136630"/>
                <a:gd name="csX84" fmla="*/ 23409 w 105100"/>
                <a:gd name="csY84" fmla="*/ 4300 h 136630"/>
                <a:gd name="csX85" fmla="*/ 33919 w 105100"/>
                <a:gd name="csY85" fmla="*/ 3344 h 136630"/>
                <a:gd name="csX86" fmla="*/ 37263 w 105100"/>
                <a:gd name="csY86" fmla="*/ 4300 h 136630"/>
                <a:gd name="csX87" fmla="*/ 41563 w 105100"/>
                <a:gd name="csY87" fmla="*/ 955 h 136630"/>
                <a:gd name="csX88" fmla="*/ 44429 w 105100"/>
                <a:gd name="csY88" fmla="*/ 0 h 136630"/>
                <a:gd name="csX89" fmla="*/ 49206 w 105100"/>
                <a:gd name="csY89" fmla="*/ 1433 h 136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</a:cxnLst>
              <a:rect l="l" t="t" r="r" b="b"/>
              <a:pathLst>
                <a:path w="105100" h="136630">
                  <a:moveTo>
                    <a:pt x="49206" y="1433"/>
                  </a:moveTo>
                  <a:lnTo>
                    <a:pt x="56850" y="4300"/>
                  </a:lnTo>
                  <a:lnTo>
                    <a:pt x="60672" y="6688"/>
                  </a:lnTo>
                  <a:lnTo>
                    <a:pt x="62582" y="8121"/>
                  </a:lnTo>
                  <a:lnTo>
                    <a:pt x="66405" y="12421"/>
                  </a:lnTo>
                  <a:lnTo>
                    <a:pt x="67838" y="13854"/>
                  </a:lnTo>
                  <a:lnTo>
                    <a:pt x="75004" y="10988"/>
                  </a:lnTo>
                  <a:lnTo>
                    <a:pt x="79781" y="10032"/>
                  </a:lnTo>
                  <a:lnTo>
                    <a:pt x="90769" y="11465"/>
                  </a:lnTo>
                  <a:lnTo>
                    <a:pt x="99846" y="15287"/>
                  </a:lnTo>
                  <a:lnTo>
                    <a:pt x="103189" y="18154"/>
                  </a:lnTo>
                  <a:lnTo>
                    <a:pt x="105100" y="20542"/>
                  </a:lnTo>
                  <a:lnTo>
                    <a:pt x="104623" y="23409"/>
                  </a:lnTo>
                  <a:lnTo>
                    <a:pt x="102712" y="28186"/>
                  </a:lnTo>
                  <a:lnTo>
                    <a:pt x="100801" y="32486"/>
                  </a:lnTo>
                  <a:lnTo>
                    <a:pt x="96979" y="39174"/>
                  </a:lnTo>
                  <a:lnTo>
                    <a:pt x="93635" y="42518"/>
                  </a:lnTo>
                  <a:lnTo>
                    <a:pt x="92680" y="44429"/>
                  </a:lnTo>
                  <a:lnTo>
                    <a:pt x="92202" y="46817"/>
                  </a:lnTo>
                  <a:lnTo>
                    <a:pt x="90769" y="49684"/>
                  </a:lnTo>
                  <a:lnTo>
                    <a:pt x="87424" y="56850"/>
                  </a:lnTo>
                  <a:lnTo>
                    <a:pt x="86469" y="58283"/>
                  </a:lnTo>
                  <a:lnTo>
                    <a:pt x="81214" y="61149"/>
                  </a:lnTo>
                  <a:lnTo>
                    <a:pt x="83125" y="62582"/>
                  </a:lnTo>
                  <a:lnTo>
                    <a:pt x="83603" y="64016"/>
                  </a:lnTo>
                  <a:lnTo>
                    <a:pt x="83125" y="66882"/>
                  </a:lnTo>
                  <a:lnTo>
                    <a:pt x="79781" y="74526"/>
                  </a:lnTo>
                  <a:lnTo>
                    <a:pt x="76437" y="81214"/>
                  </a:lnTo>
                  <a:lnTo>
                    <a:pt x="74526" y="85514"/>
                  </a:lnTo>
                  <a:lnTo>
                    <a:pt x="70226" y="91246"/>
                  </a:lnTo>
                  <a:lnTo>
                    <a:pt x="67838" y="92679"/>
                  </a:lnTo>
                  <a:lnTo>
                    <a:pt x="64493" y="93157"/>
                  </a:lnTo>
                  <a:lnTo>
                    <a:pt x="45862" y="88380"/>
                  </a:lnTo>
                  <a:lnTo>
                    <a:pt x="41085" y="88380"/>
                  </a:lnTo>
                  <a:lnTo>
                    <a:pt x="28664" y="91246"/>
                  </a:lnTo>
                  <a:lnTo>
                    <a:pt x="29619" y="92202"/>
                  </a:lnTo>
                  <a:lnTo>
                    <a:pt x="34397" y="94113"/>
                  </a:lnTo>
                  <a:lnTo>
                    <a:pt x="37263" y="96501"/>
                  </a:lnTo>
                  <a:lnTo>
                    <a:pt x="41085" y="103189"/>
                  </a:lnTo>
                  <a:lnTo>
                    <a:pt x="41563" y="104623"/>
                  </a:lnTo>
                  <a:lnTo>
                    <a:pt x="42040" y="106534"/>
                  </a:lnTo>
                  <a:lnTo>
                    <a:pt x="42040" y="110355"/>
                  </a:lnTo>
                  <a:lnTo>
                    <a:pt x="41563" y="111311"/>
                  </a:lnTo>
                  <a:lnTo>
                    <a:pt x="35352" y="121343"/>
                  </a:lnTo>
                  <a:lnTo>
                    <a:pt x="33441" y="128987"/>
                  </a:lnTo>
                  <a:lnTo>
                    <a:pt x="32008" y="134720"/>
                  </a:lnTo>
                  <a:lnTo>
                    <a:pt x="30097" y="136631"/>
                  </a:lnTo>
                  <a:lnTo>
                    <a:pt x="22931" y="133764"/>
                  </a:lnTo>
                  <a:lnTo>
                    <a:pt x="20542" y="133764"/>
                  </a:lnTo>
                  <a:lnTo>
                    <a:pt x="12899" y="135675"/>
                  </a:lnTo>
                  <a:lnTo>
                    <a:pt x="9077" y="134720"/>
                  </a:lnTo>
                  <a:lnTo>
                    <a:pt x="9555" y="125643"/>
                  </a:lnTo>
                  <a:lnTo>
                    <a:pt x="9077" y="116088"/>
                  </a:lnTo>
                  <a:lnTo>
                    <a:pt x="8121" y="106534"/>
                  </a:lnTo>
                  <a:lnTo>
                    <a:pt x="1911" y="89335"/>
                  </a:lnTo>
                  <a:lnTo>
                    <a:pt x="1433" y="86469"/>
                  </a:lnTo>
                  <a:lnTo>
                    <a:pt x="956" y="83125"/>
                  </a:lnTo>
                  <a:lnTo>
                    <a:pt x="956" y="79781"/>
                  </a:lnTo>
                  <a:lnTo>
                    <a:pt x="956" y="75959"/>
                  </a:lnTo>
                  <a:lnTo>
                    <a:pt x="1433" y="68793"/>
                  </a:lnTo>
                  <a:lnTo>
                    <a:pt x="1433" y="64971"/>
                  </a:lnTo>
                  <a:lnTo>
                    <a:pt x="956" y="55417"/>
                  </a:lnTo>
                  <a:lnTo>
                    <a:pt x="0" y="40607"/>
                  </a:lnTo>
                  <a:lnTo>
                    <a:pt x="0" y="35352"/>
                  </a:lnTo>
                  <a:lnTo>
                    <a:pt x="0" y="33441"/>
                  </a:lnTo>
                  <a:lnTo>
                    <a:pt x="478" y="32008"/>
                  </a:lnTo>
                  <a:lnTo>
                    <a:pt x="1433" y="29619"/>
                  </a:lnTo>
                  <a:lnTo>
                    <a:pt x="4300" y="28186"/>
                  </a:lnTo>
                  <a:lnTo>
                    <a:pt x="5255" y="28186"/>
                  </a:lnTo>
                  <a:lnTo>
                    <a:pt x="12899" y="32486"/>
                  </a:lnTo>
                  <a:lnTo>
                    <a:pt x="16721" y="33919"/>
                  </a:lnTo>
                  <a:lnTo>
                    <a:pt x="19109" y="33919"/>
                  </a:lnTo>
                  <a:lnTo>
                    <a:pt x="19109" y="33441"/>
                  </a:lnTo>
                  <a:lnTo>
                    <a:pt x="17198" y="32486"/>
                  </a:lnTo>
                  <a:lnTo>
                    <a:pt x="14809" y="30575"/>
                  </a:lnTo>
                  <a:lnTo>
                    <a:pt x="11943" y="24842"/>
                  </a:lnTo>
                  <a:lnTo>
                    <a:pt x="10510" y="19587"/>
                  </a:lnTo>
                  <a:lnTo>
                    <a:pt x="10032" y="18154"/>
                  </a:lnTo>
                  <a:lnTo>
                    <a:pt x="10032" y="16243"/>
                  </a:lnTo>
                  <a:lnTo>
                    <a:pt x="10032" y="14809"/>
                  </a:lnTo>
                  <a:lnTo>
                    <a:pt x="10510" y="12899"/>
                  </a:lnTo>
                  <a:lnTo>
                    <a:pt x="11943" y="10510"/>
                  </a:lnTo>
                  <a:lnTo>
                    <a:pt x="13376" y="9077"/>
                  </a:lnTo>
                  <a:lnTo>
                    <a:pt x="18154" y="6210"/>
                  </a:lnTo>
                  <a:lnTo>
                    <a:pt x="23409" y="4300"/>
                  </a:lnTo>
                  <a:lnTo>
                    <a:pt x="33919" y="3344"/>
                  </a:lnTo>
                  <a:lnTo>
                    <a:pt x="37263" y="4300"/>
                  </a:lnTo>
                  <a:lnTo>
                    <a:pt x="41563" y="955"/>
                  </a:lnTo>
                  <a:lnTo>
                    <a:pt x="44429" y="0"/>
                  </a:lnTo>
                  <a:lnTo>
                    <a:pt x="4920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4" name="Freeform 3623">
              <a:extLst>
                <a:ext uri="{FF2B5EF4-FFF2-40B4-BE49-F238E27FC236}">
                  <a16:creationId xmlns:a16="http://schemas.microsoft.com/office/drawing/2014/main" id="{32707829-74E6-5DE2-0736-DB1F36930AB8}"/>
                </a:ext>
              </a:extLst>
            </p:cNvPr>
            <p:cNvSpPr/>
            <p:nvPr/>
          </p:nvSpPr>
          <p:spPr>
            <a:xfrm>
              <a:off x="3912298" y="2688303"/>
              <a:ext cx="34874" cy="20064"/>
            </a:xfrm>
            <a:custGeom>
              <a:avLst/>
              <a:gdLst>
                <a:gd name="csX0" fmla="*/ 22453 w 34874"/>
                <a:gd name="csY0" fmla="*/ 16243 h 20064"/>
                <a:gd name="csX1" fmla="*/ 16721 w 34874"/>
                <a:gd name="csY1" fmla="*/ 17676 h 20064"/>
                <a:gd name="csX2" fmla="*/ 14332 w 34874"/>
                <a:gd name="csY2" fmla="*/ 17198 h 20064"/>
                <a:gd name="csX3" fmla="*/ 12899 w 34874"/>
                <a:gd name="csY3" fmla="*/ 19109 h 20064"/>
                <a:gd name="csX4" fmla="*/ 11943 w 34874"/>
                <a:gd name="csY4" fmla="*/ 19587 h 20064"/>
                <a:gd name="csX5" fmla="*/ 8599 w 34874"/>
                <a:gd name="csY5" fmla="*/ 20065 h 20064"/>
                <a:gd name="csX6" fmla="*/ 2389 w 34874"/>
                <a:gd name="csY6" fmla="*/ 16721 h 20064"/>
                <a:gd name="csX7" fmla="*/ 478 w 34874"/>
                <a:gd name="csY7" fmla="*/ 15765 h 20064"/>
                <a:gd name="csX8" fmla="*/ 0 w 34874"/>
                <a:gd name="csY8" fmla="*/ 14332 h 20064"/>
                <a:gd name="csX9" fmla="*/ 0 w 34874"/>
                <a:gd name="csY9" fmla="*/ 13376 h 20064"/>
                <a:gd name="csX10" fmla="*/ 1433 w 34874"/>
                <a:gd name="csY10" fmla="*/ 12421 h 20064"/>
                <a:gd name="csX11" fmla="*/ 6211 w 34874"/>
                <a:gd name="csY11" fmla="*/ 10988 h 20064"/>
                <a:gd name="csX12" fmla="*/ 8121 w 34874"/>
                <a:gd name="csY12" fmla="*/ 10032 h 20064"/>
                <a:gd name="csX13" fmla="*/ 8599 w 34874"/>
                <a:gd name="csY13" fmla="*/ 8599 h 20064"/>
                <a:gd name="csX14" fmla="*/ 10032 w 34874"/>
                <a:gd name="csY14" fmla="*/ 7166 h 20064"/>
                <a:gd name="csX15" fmla="*/ 11943 w 34874"/>
                <a:gd name="csY15" fmla="*/ 6210 h 20064"/>
                <a:gd name="csX16" fmla="*/ 16243 w 34874"/>
                <a:gd name="csY16" fmla="*/ 5255 h 20064"/>
                <a:gd name="csX17" fmla="*/ 26753 w 34874"/>
                <a:gd name="csY17" fmla="*/ 955 h 20064"/>
                <a:gd name="csX18" fmla="*/ 32008 w 34874"/>
                <a:gd name="csY18" fmla="*/ 0 h 20064"/>
                <a:gd name="csX19" fmla="*/ 33919 w 34874"/>
                <a:gd name="csY19" fmla="*/ 478 h 20064"/>
                <a:gd name="csX20" fmla="*/ 34397 w 34874"/>
                <a:gd name="csY20" fmla="*/ 1911 h 20064"/>
                <a:gd name="csX21" fmla="*/ 34874 w 34874"/>
                <a:gd name="csY21" fmla="*/ 2866 h 20064"/>
                <a:gd name="csX22" fmla="*/ 34397 w 34874"/>
                <a:gd name="csY22" fmla="*/ 4300 h 20064"/>
                <a:gd name="csX23" fmla="*/ 32963 w 34874"/>
                <a:gd name="csY23" fmla="*/ 7166 h 20064"/>
                <a:gd name="csX24" fmla="*/ 30575 w 34874"/>
                <a:gd name="csY24" fmla="*/ 9555 h 20064"/>
                <a:gd name="csX25" fmla="*/ 24842 w 34874"/>
                <a:gd name="csY25" fmla="*/ 14810 h 20064"/>
                <a:gd name="csX26" fmla="*/ 22453 w 34874"/>
                <a:gd name="csY26" fmla="*/ 16243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4874" h="20064">
                  <a:moveTo>
                    <a:pt x="22453" y="16243"/>
                  </a:moveTo>
                  <a:lnTo>
                    <a:pt x="16721" y="17676"/>
                  </a:lnTo>
                  <a:lnTo>
                    <a:pt x="14332" y="17198"/>
                  </a:lnTo>
                  <a:lnTo>
                    <a:pt x="12899" y="19109"/>
                  </a:lnTo>
                  <a:lnTo>
                    <a:pt x="11943" y="19587"/>
                  </a:lnTo>
                  <a:lnTo>
                    <a:pt x="8599" y="20065"/>
                  </a:lnTo>
                  <a:lnTo>
                    <a:pt x="2389" y="16721"/>
                  </a:lnTo>
                  <a:lnTo>
                    <a:pt x="478" y="15765"/>
                  </a:lnTo>
                  <a:lnTo>
                    <a:pt x="0" y="14332"/>
                  </a:lnTo>
                  <a:lnTo>
                    <a:pt x="0" y="13376"/>
                  </a:lnTo>
                  <a:lnTo>
                    <a:pt x="1433" y="12421"/>
                  </a:lnTo>
                  <a:lnTo>
                    <a:pt x="6211" y="10988"/>
                  </a:lnTo>
                  <a:lnTo>
                    <a:pt x="8121" y="10032"/>
                  </a:lnTo>
                  <a:lnTo>
                    <a:pt x="8599" y="8599"/>
                  </a:lnTo>
                  <a:lnTo>
                    <a:pt x="10032" y="7166"/>
                  </a:lnTo>
                  <a:lnTo>
                    <a:pt x="11943" y="6210"/>
                  </a:lnTo>
                  <a:lnTo>
                    <a:pt x="16243" y="5255"/>
                  </a:lnTo>
                  <a:lnTo>
                    <a:pt x="26753" y="955"/>
                  </a:lnTo>
                  <a:lnTo>
                    <a:pt x="32008" y="0"/>
                  </a:lnTo>
                  <a:lnTo>
                    <a:pt x="33919" y="478"/>
                  </a:lnTo>
                  <a:lnTo>
                    <a:pt x="34397" y="1911"/>
                  </a:lnTo>
                  <a:lnTo>
                    <a:pt x="34874" y="2866"/>
                  </a:lnTo>
                  <a:lnTo>
                    <a:pt x="34397" y="4300"/>
                  </a:lnTo>
                  <a:lnTo>
                    <a:pt x="32963" y="7166"/>
                  </a:lnTo>
                  <a:lnTo>
                    <a:pt x="30575" y="9555"/>
                  </a:lnTo>
                  <a:lnTo>
                    <a:pt x="24842" y="14810"/>
                  </a:lnTo>
                  <a:lnTo>
                    <a:pt x="22453" y="162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5" name="Freeform 3624">
              <a:extLst>
                <a:ext uri="{FF2B5EF4-FFF2-40B4-BE49-F238E27FC236}">
                  <a16:creationId xmlns:a16="http://schemas.microsoft.com/office/drawing/2014/main" id="{6722A124-6873-D1D8-8C89-558740CAC1F9}"/>
                </a:ext>
              </a:extLst>
            </p:cNvPr>
            <p:cNvSpPr/>
            <p:nvPr/>
          </p:nvSpPr>
          <p:spPr>
            <a:xfrm>
              <a:off x="3846849" y="2699769"/>
              <a:ext cx="124209" cy="160994"/>
            </a:xfrm>
            <a:custGeom>
              <a:avLst/>
              <a:gdLst>
                <a:gd name="csX0" fmla="*/ 53506 w 124209"/>
                <a:gd name="csY0" fmla="*/ 0 h 160994"/>
                <a:gd name="csX1" fmla="*/ 70704 w 124209"/>
                <a:gd name="csY1" fmla="*/ 13854 h 160994"/>
                <a:gd name="csX2" fmla="*/ 72615 w 124209"/>
                <a:gd name="csY2" fmla="*/ 12421 h 160994"/>
                <a:gd name="csX3" fmla="*/ 77870 w 124209"/>
                <a:gd name="csY3" fmla="*/ 11943 h 160994"/>
                <a:gd name="csX4" fmla="*/ 83125 w 124209"/>
                <a:gd name="csY4" fmla="*/ 10032 h 160994"/>
                <a:gd name="csX5" fmla="*/ 90291 w 124209"/>
                <a:gd name="csY5" fmla="*/ 8121 h 160994"/>
                <a:gd name="csX6" fmla="*/ 95068 w 124209"/>
                <a:gd name="csY6" fmla="*/ 5255 h 160994"/>
                <a:gd name="csX7" fmla="*/ 96979 w 124209"/>
                <a:gd name="csY7" fmla="*/ 4300 h 160994"/>
                <a:gd name="csX8" fmla="*/ 99845 w 124209"/>
                <a:gd name="csY8" fmla="*/ 3822 h 160994"/>
                <a:gd name="csX9" fmla="*/ 101756 w 124209"/>
                <a:gd name="csY9" fmla="*/ 3822 h 160994"/>
                <a:gd name="csX10" fmla="*/ 107011 w 124209"/>
                <a:gd name="csY10" fmla="*/ 5255 h 160994"/>
                <a:gd name="csX11" fmla="*/ 108922 w 124209"/>
                <a:gd name="csY11" fmla="*/ 6688 h 160994"/>
                <a:gd name="csX12" fmla="*/ 109878 w 124209"/>
                <a:gd name="csY12" fmla="*/ 7644 h 160994"/>
                <a:gd name="csX13" fmla="*/ 111311 w 124209"/>
                <a:gd name="csY13" fmla="*/ 10032 h 160994"/>
                <a:gd name="csX14" fmla="*/ 113222 w 124209"/>
                <a:gd name="csY14" fmla="*/ 15287 h 160994"/>
                <a:gd name="csX15" fmla="*/ 113222 w 124209"/>
                <a:gd name="csY15" fmla="*/ 17676 h 160994"/>
                <a:gd name="csX16" fmla="*/ 113222 w 124209"/>
                <a:gd name="csY16" fmla="*/ 18154 h 160994"/>
                <a:gd name="csX17" fmla="*/ 111311 w 124209"/>
                <a:gd name="csY17" fmla="*/ 21498 h 160994"/>
                <a:gd name="csX18" fmla="*/ 110355 w 124209"/>
                <a:gd name="csY18" fmla="*/ 22931 h 160994"/>
                <a:gd name="csX19" fmla="*/ 107489 w 124209"/>
                <a:gd name="csY19" fmla="*/ 24364 h 160994"/>
                <a:gd name="csX20" fmla="*/ 105578 w 124209"/>
                <a:gd name="csY20" fmla="*/ 24364 h 160994"/>
                <a:gd name="csX21" fmla="*/ 103667 w 124209"/>
                <a:gd name="csY21" fmla="*/ 27231 h 160994"/>
                <a:gd name="csX22" fmla="*/ 101279 w 124209"/>
                <a:gd name="csY22" fmla="*/ 26275 h 160994"/>
                <a:gd name="csX23" fmla="*/ 100801 w 124209"/>
                <a:gd name="csY23" fmla="*/ 28664 h 160994"/>
                <a:gd name="csX24" fmla="*/ 101279 w 124209"/>
                <a:gd name="csY24" fmla="*/ 30097 h 160994"/>
                <a:gd name="csX25" fmla="*/ 101756 w 124209"/>
                <a:gd name="csY25" fmla="*/ 30575 h 160994"/>
                <a:gd name="csX26" fmla="*/ 102712 w 124209"/>
                <a:gd name="csY26" fmla="*/ 30575 h 160994"/>
                <a:gd name="csX27" fmla="*/ 104145 w 124209"/>
                <a:gd name="csY27" fmla="*/ 29619 h 160994"/>
                <a:gd name="csX28" fmla="*/ 106534 w 124209"/>
                <a:gd name="csY28" fmla="*/ 30097 h 160994"/>
                <a:gd name="csX29" fmla="*/ 107489 w 124209"/>
                <a:gd name="csY29" fmla="*/ 31530 h 160994"/>
                <a:gd name="csX30" fmla="*/ 108922 w 124209"/>
                <a:gd name="csY30" fmla="*/ 33919 h 160994"/>
                <a:gd name="csX31" fmla="*/ 107967 w 124209"/>
                <a:gd name="csY31" fmla="*/ 35830 h 160994"/>
                <a:gd name="csX32" fmla="*/ 103667 w 124209"/>
                <a:gd name="csY32" fmla="*/ 39174 h 160994"/>
                <a:gd name="csX33" fmla="*/ 97457 w 124209"/>
                <a:gd name="csY33" fmla="*/ 42518 h 160994"/>
                <a:gd name="csX34" fmla="*/ 89813 w 124209"/>
                <a:gd name="csY34" fmla="*/ 53028 h 160994"/>
                <a:gd name="csX35" fmla="*/ 85991 w 124209"/>
                <a:gd name="csY35" fmla="*/ 57328 h 160994"/>
                <a:gd name="csX36" fmla="*/ 85036 w 124209"/>
                <a:gd name="csY36" fmla="*/ 58761 h 160994"/>
                <a:gd name="csX37" fmla="*/ 84558 w 124209"/>
                <a:gd name="csY37" fmla="*/ 60194 h 160994"/>
                <a:gd name="csX38" fmla="*/ 85036 w 124209"/>
                <a:gd name="csY38" fmla="*/ 63060 h 160994"/>
                <a:gd name="csX39" fmla="*/ 85036 w 124209"/>
                <a:gd name="csY39" fmla="*/ 64016 h 160994"/>
                <a:gd name="csX40" fmla="*/ 85991 w 124209"/>
                <a:gd name="csY40" fmla="*/ 64493 h 160994"/>
                <a:gd name="csX41" fmla="*/ 89813 w 124209"/>
                <a:gd name="csY41" fmla="*/ 60672 h 160994"/>
                <a:gd name="csX42" fmla="*/ 92202 w 124209"/>
                <a:gd name="csY42" fmla="*/ 59238 h 160994"/>
                <a:gd name="csX43" fmla="*/ 94590 w 124209"/>
                <a:gd name="csY43" fmla="*/ 58283 h 160994"/>
                <a:gd name="csX44" fmla="*/ 98890 w 124209"/>
                <a:gd name="csY44" fmla="*/ 57805 h 160994"/>
                <a:gd name="csX45" fmla="*/ 100801 w 124209"/>
                <a:gd name="csY45" fmla="*/ 58761 h 160994"/>
                <a:gd name="csX46" fmla="*/ 103667 w 124209"/>
                <a:gd name="csY46" fmla="*/ 60672 h 160994"/>
                <a:gd name="csX47" fmla="*/ 106534 w 124209"/>
                <a:gd name="csY47" fmla="*/ 64016 h 160994"/>
                <a:gd name="csX48" fmla="*/ 107489 w 124209"/>
                <a:gd name="csY48" fmla="*/ 65449 h 160994"/>
                <a:gd name="csX49" fmla="*/ 107011 w 124209"/>
                <a:gd name="csY49" fmla="*/ 66404 h 160994"/>
                <a:gd name="csX50" fmla="*/ 106056 w 124209"/>
                <a:gd name="csY50" fmla="*/ 67838 h 160994"/>
                <a:gd name="csX51" fmla="*/ 105578 w 124209"/>
                <a:gd name="csY51" fmla="*/ 68793 h 160994"/>
                <a:gd name="csX52" fmla="*/ 108444 w 124209"/>
                <a:gd name="csY52" fmla="*/ 70226 h 160994"/>
                <a:gd name="csX53" fmla="*/ 111789 w 124209"/>
                <a:gd name="csY53" fmla="*/ 75004 h 160994"/>
                <a:gd name="csX54" fmla="*/ 111789 w 124209"/>
                <a:gd name="csY54" fmla="*/ 77870 h 160994"/>
                <a:gd name="csX55" fmla="*/ 110355 w 124209"/>
                <a:gd name="csY55" fmla="*/ 80258 h 160994"/>
                <a:gd name="csX56" fmla="*/ 110355 w 124209"/>
                <a:gd name="csY56" fmla="*/ 82170 h 160994"/>
                <a:gd name="csX57" fmla="*/ 110833 w 124209"/>
                <a:gd name="csY57" fmla="*/ 83125 h 160994"/>
                <a:gd name="csX58" fmla="*/ 112266 w 124209"/>
                <a:gd name="csY58" fmla="*/ 82647 h 160994"/>
                <a:gd name="csX59" fmla="*/ 116088 w 124209"/>
                <a:gd name="csY59" fmla="*/ 79303 h 160994"/>
                <a:gd name="csX60" fmla="*/ 119910 w 124209"/>
                <a:gd name="csY60" fmla="*/ 77870 h 160994"/>
                <a:gd name="csX61" fmla="*/ 121343 w 124209"/>
                <a:gd name="csY61" fmla="*/ 78348 h 160994"/>
                <a:gd name="csX62" fmla="*/ 122299 w 124209"/>
                <a:gd name="csY62" fmla="*/ 78825 h 160994"/>
                <a:gd name="csX63" fmla="*/ 123254 w 124209"/>
                <a:gd name="csY63" fmla="*/ 83125 h 160994"/>
                <a:gd name="csX64" fmla="*/ 124210 w 124209"/>
                <a:gd name="csY64" fmla="*/ 87902 h 160994"/>
                <a:gd name="csX65" fmla="*/ 124210 w 124209"/>
                <a:gd name="csY65" fmla="*/ 91724 h 160994"/>
                <a:gd name="csX66" fmla="*/ 123732 w 124209"/>
                <a:gd name="csY66" fmla="*/ 95068 h 160994"/>
                <a:gd name="csX67" fmla="*/ 122777 w 124209"/>
                <a:gd name="csY67" fmla="*/ 97457 h 160994"/>
                <a:gd name="csX68" fmla="*/ 120388 w 124209"/>
                <a:gd name="csY68" fmla="*/ 100323 h 160994"/>
                <a:gd name="csX69" fmla="*/ 118477 w 124209"/>
                <a:gd name="csY69" fmla="*/ 101756 h 160994"/>
                <a:gd name="csX70" fmla="*/ 117044 w 124209"/>
                <a:gd name="csY70" fmla="*/ 101756 h 160994"/>
                <a:gd name="csX71" fmla="*/ 117521 w 124209"/>
                <a:gd name="csY71" fmla="*/ 102234 h 160994"/>
                <a:gd name="csX72" fmla="*/ 119910 w 124209"/>
                <a:gd name="csY72" fmla="*/ 104623 h 160994"/>
                <a:gd name="csX73" fmla="*/ 120865 w 124209"/>
                <a:gd name="csY73" fmla="*/ 106534 h 160994"/>
                <a:gd name="csX74" fmla="*/ 121343 w 124209"/>
                <a:gd name="csY74" fmla="*/ 108445 h 160994"/>
                <a:gd name="csX75" fmla="*/ 121343 w 124209"/>
                <a:gd name="csY75" fmla="*/ 110356 h 160994"/>
                <a:gd name="csX76" fmla="*/ 120865 w 124209"/>
                <a:gd name="csY76" fmla="*/ 112266 h 160994"/>
                <a:gd name="csX77" fmla="*/ 117999 w 124209"/>
                <a:gd name="csY77" fmla="*/ 117999 h 160994"/>
                <a:gd name="csX78" fmla="*/ 117999 w 124209"/>
                <a:gd name="csY78" fmla="*/ 118955 h 160994"/>
                <a:gd name="csX79" fmla="*/ 118954 w 124209"/>
                <a:gd name="csY79" fmla="*/ 119432 h 160994"/>
                <a:gd name="csX80" fmla="*/ 120865 w 124209"/>
                <a:gd name="csY80" fmla="*/ 122777 h 160994"/>
                <a:gd name="csX81" fmla="*/ 120865 w 124209"/>
                <a:gd name="csY81" fmla="*/ 130420 h 160994"/>
                <a:gd name="csX82" fmla="*/ 114177 w 124209"/>
                <a:gd name="csY82" fmla="*/ 132809 h 160994"/>
                <a:gd name="csX83" fmla="*/ 112744 w 124209"/>
                <a:gd name="csY83" fmla="*/ 134720 h 160994"/>
                <a:gd name="csX84" fmla="*/ 110833 w 124209"/>
                <a:gd name="csY84" fmla="*/ 137586 h 160994"/>
                <a:gd name="csX85" fmla="*/ 108922 w 124209"/>
                <a:gd name="csY85" fmla="*/ 139975 h 160994"/>
                <a:gd name="csX86" fmla="*/ 104145 w 124209"/>
                <a:gd name="csY86" fmla="*/ 141886 h 160994"/>
                <a:gd name="csX87" fmla="*/ 101756 w 124209"/>
                <a:gd name="csY87" fmla="*/ 142363 h 160994"/>
                <a:gd name="csX88" fmla="*/ 89813 w 124209"/>
                <a:gd name="csY88" fmla="*/ 140452 h 160994"/>
                <a:gd name="csX89" fmla="*/ 88858 w 124209"/>
                <a:gd name="csY89" fmla="*/ 139497 h 160994"/>
                <a:gd name="csX90" fmla="*/ 87902 w 124209"/>
                <a:gd name="csY90" fmla="*/ 137108 h 160994"/>
                <a:gd name="csX91" fmla="*/ 87424 w 124209"/>
                <a:gd name="csY91" fmla="*/ 134242 h 160994"/>
                <a:gd name="csX92" fmla="*/ 86947 w 124209"/>
                <a:gd name="csY92" fmla="*/ 132331 h 160994"/>
                <a:gd name="csX93" fmla="*/ 87424 w 124209"/>
                <a:gd name="csY93" fmla="*/ 130420 h 160994"/>
                <a:gd name="csX94" fmla="*/ 87424 w 124209"/>
                <a:gd name="csY94" fmla="*/ 129465 h 160994"/>
                <a:gd name="csX95" fmla="*/ 86947 w 124209"/>
                <a:gd name="csY95" fmla="*/ 129465 h 160994"/>
                <a:gd name="csX96" fmla="*/ 85514 w 124209"/>
                <a:gd name="csY96" fmla="*/ 130898 h 160994"/>
                <a:gd name="csX97" fmla="*/ 84080 w 124209"/>
                <a:gd name="csY97" fmla="*/ 134242 h 160994"/>
                <a:gd name="csX98" fmla="*/ 85036 w 124209"/>
                <a:gd name="csY98" fmla="*/ 137108 h 160994"/>
                <a:gd name="csX99" fmla="*/ 88858 w 124209"/>
                <a:gd name="csY99" fmla="*/ 146185 h 160994"/>
                <a:gd name="csX100" fmla="*/ 89335 w 124209"/>
                <a:gd name="csY100" fmla="*/ 150485 h 160994"/>
                <a:gd name="csX101" fmla="*/ 89813 w 124209"/>
                <a:gd name="csY101" fmla="*/ 151918 h 160994"/>
                <a:gd name="csX102" fmla="*/ 89335 w 124209"/>
                <a:gd name="csY102" fmla="*/ 153351 h 160994"/>
                <a:gd name="csX103" fmla="*/ 85036 w 124209"/>
                <a:gd name="csY103" fmla="*/ 158606 h 160994"/>
                <a:gd name="csX104" fmla="*/ 82647 w 124209"/>
                <a:gd name="csY104" fmla="*/ 160039 h 160994"/>
                <a:gd name="csX105" fmla="*/ 80258 w 124209"/>
                <a:gd name="csY105" fmla="*/ 160995 h 160994"/>
                <a:gd name="csX106" fmla="*/ 77870 w 124209"/>
                <a:gd name="csY106" fmla="*/ 160517 h 160994"/>
                <a:gd name="csX107" fmla="*/ 75481 w 124209"/>
                <a:gd name="csY107" fmla="*/ 158128 h 160994"/>
                <a:gd name="csX108" fmla="*/ 74048 w 124209"/>
                <a:gd name="csY108" fmla="*/ 157173 h 160994"/>
                <a:gd name="csX109" fmla="*/ 70226 w 124209"/>
                <a:gd name="csY109" fmla="*/ 157173 h 160994"/>
                <a:gd name="csX110" fmla="*/ 69271 w 124209"/>
                <a:gd name="csY110" fmla="*/ 156218 h 160994"/>
                <a:gd name="csX111" fmla="*/ 68315 w 124209"/>
                <a:gd name="csY111" fmla="*/ 154307 h 160994"/>
                <a:gd name="csX112" fmla="*/ 65449 w 124209"/>
                <a:gd name="csY112" fmla="*/ 146663 h 160994"/>
                <a:gd name="csX113" fmla="*/ 62105 w 124209"/>
                <a:gd name="csY113" fmla="*/ 140930 h 160994"/>
                <a:gd name="csX114" fmla="*/ 59238 w 124209"/>
                <a:gd name="csY114" fmla="*/ 134720 h 160994"/>
                <a:gd name="csX115" fmla="*/ 51117 w 124209"/>
                <a:gd name="csY115" fmla="*/ 126121 h 160994"/>
                <a:gd name="csX116" fmla="*/ 47295 w 124209"/>
                <a:gd name="csY116" fmla="*/ 120388 h 160994"/>
                <a:gd name="csX117" fmla="*/ 42040 w 124209"/>
                <a:gd name="csY117" fmla="*/ 111789 h 160994"/>
                <a:gd name="csX118" fmla="*/ 39651 w 124209"/>
                <a:gd name="csY118" fmla="*/ 109878 h 160994"/>
                <a:gd name="csX119" fmla="*/ 37741 w 124209"/>
                <a:gd name="csY119" fmla="*/ 108922 h 160994"/>
                <a:gd name="csX120" fmla="*/ 34396 w 124209"/>
                <a:gd name="csY120" fmla="*/ 108445 h 160994"/>
                <a:gd name="csX121" fmla="*/ 33441 w 124209"/>
                <a:gd name="csY121" fmla="*/ 107011 h 160994"/>
                <a:gd name="csX122" fmla="*/ 32008 w 124209"/>
                <a:gd name="csY122" fmla="*/ 104145 h 160994"/>
                <a:gd name="csX123" fmla="*/ 29619 w 124209"/>
                <a:gd name="csY123" fmla="*/ 101756 h 160994"/>
                <a:gd name="csX124" fmla="*/ 29141 w 124209"/>
                <a:gd name="csY124" fmla="*/ 101756 h 160994"/>
                <a:gd name="csX125" fmla="*/ 27708 w 124209"/>
                <a:gd name="csY125" fmla="*/ 102234 h 160994"/>
                <a:gd name="csX126" fmla="*/ 23886 w 124209"/>
                <a:gd name="csY126" fmla="*/ 104145 h 160994"/>
                <a:gd name="csX127" fmla="*/ 19587 w 124209"/>
                <a:gd name="csY127" fmla="*/ 102234 h 160994"/>
                <a:gd name="csX128" fmla="*/ 18631 w 124209"/>
                <a:gd name="csY128" fmla="*/ 100323 h 160994"/>
                <a:gd name="csX129" fmla="*/ 18154 w 124209"/>
                <a:gd name="csY129" fmla="*/ 97935 h 160994"/>
                <a:gd name="csX130" fmla="*/ 17676 w 124209"/>
                <a:gd name="csY130" fmla="*/ 96501 h 160994"/>
                <a:gd name="csX131" fmla="*/ 15765 w 124209"/>
                <a:gd name="csY131" fmla="*/ 95068 h 160994"/>
                <a:gd name="csX132" fmla="*/ 14809 w 124209"/>
                <a:gd name="csY132" fmla="*/ 91724 h 160994"/>
                <a:gd name="csX133" fmla="*/ 6210 w 124209"/>
                <a:gd name="csY133" fmla="*/ 85036 h 160994"/>
                <a:gd name="csX134" fmla="*/ 955 w 124209"/>
                <a:gd name="csY134" fmla="*/ 77392 h 160994"/>
                <a:gd name="csX135" fmla="*/ 0 w 124209"/>
                <a:gd name="csY135" fmla="*/ 75004 h 160994"/>
                <a:gd name="csX136" fmla="*/ 0 w 124209"/>
                <a:gd name="csY136" fmla="*/ 73570 h 160994"/>
                <a:gd name="csX137" fmla="*/ 478 w 124209"/>
                <a:gd name="csY137" fmla="*/ 69749 h 160994"/>
                <a:gd name="csX138" fmla="*/ 1433 w 124209"/>
                <a:gd name="csY138" fmla="*/ 65927 h 160994"/>
                <a:gd name="csX139" fmla="*/ 3344 w 124209"/>
                <a:gd name="csY139" fmla="*/ 61627 h 160994"/>
                <a:gd name="csX140" fmla="*/ 4300 w 124209"/>
                <a:gd name="csY140" fmla="*/ 59716 h 160994"/>
                <a:gd name="csX141" fmla="*/ 7644 w 124209"/>
                <a:gd name="csY141" fmla="*/ 56372 h 160994"/>
                <a:gd name="csX142" fmla="*/ 10032 w 124209"/>
                <a:gd name="csY142" fmla="*/ 55417 h 160994"/>
                <a:gd name="csX143" fmla="*/ 13854 w 124209"/>
                <a:gd name="csY143" fmla="*/ 55894 h 160994"/>
                <a:gd name="csX144" fmla="*/ 15765 w 124209"/>
                <a:gd name="csY144" fmla="*/ 56850 h 160994"/>
                <a:gd name="csX145" fmla="*/ 17198 w 124209"/>
                <a:gd name="csY145" fmla="*/ 59238 h 160994"/>
                <a:gd name="csX146" fmla="*/ 18154 w 124209"/>
                <a:gd name="csY146" fmla="*/ 62105 h 160994"/>
                <a:gd name="csX147" fmla="*/ 19109 w 124209"/>
                <a:gd name="csY147" fmla="*/ 64016 h 160994"/>
                <a:gd name="csX148" fmla="*/ 21498 w 124209"/>
                <a:gd name="csY148" fmla="*/ 65927 h 160994"/>
                <a:gd name="csX149" fmla="*/ 23409 w 124209"/>
                <a:gd name="csY149" fmla="*/ 67360 h 160994"/>
                <a:gd name="csX150" fmla="*/ 25320 w 124209"/>
                <a:gd name="csY150" fmla="*/ 71182 h 160994"/>
                <a:gd name="csX151" fmla="*/ 27230 w 124209"/>
                <a:gd name="csY151" fmla="*/ 75959 h 160994"/>
                <a:gd name="csX152" fmla="*/ 28664 w 124209"/>
                <a:gd name="csY152" fmla="*/ 77392 h 160994"/>
                <a:gd name="csX153" fmla="*/ 32008 w 124209"/>
                <a:gd name="csY153" fmla="*/ 77870 h 160994"/>
                <a:gd name="csX154" fmla="*/ 35830 w 124209"/>
                <a:gd name="csY154" fmla="*/ 77392 h 160994"/>
                <a:gd name="csX155" fmla="*/ 43951 w 124209"/>
                <a:gd name="csY155" fmla="*/ 74526 h 160994"/>
                <a:gd name="csX156" fmla="*/ 44429 w 124209"/>
                <a:gd name="csY156" fmla="*/ 74048 h 160994"/>
                <a:gd name="csX157" fmla="*/ 44907 w 124209"/>
                <a:gd name="csY157" fmla="*/ 72137 h 160994"/>
                <a:gd name="csX158" fmla="*/ 45862 w 124209"/>
                <a:gd name="csY158" fmla="*/ 61627 h 160994"/>
                <a:gd name="csX159" fmla="*/ 46340 w 124209"/>
                <a:gd name="csY159" fmla="*/ 61627 h 160994"/>
                <a:gd name="csX160" fmla="*/ 49206 w 124209"/>
                <a:gd name="csY160" fmla="*/ 66404 h 160994"/>
                <a:gd name="csX161" fmla="*/ 50162 w 124209"/>
                <a:gd name="csY161" fmla="*/ 66882 h 160994"/>
                <a:gd name="csX162" fmla="*/ 51117 w 124209"/>
                <a:gd name="csY162" fmla="*/ 65927 h 160994"/>
                <a:gd name="csX163" fmla="*/ 52072 w 124209"/>
                <a:gd name="csY163" fmla="*/ 63538 h 160994"/>
                <a:gd name="csX164" fmla="*/ 52072 w 124209"/>
                <a:gd name="csY164" fmla="*/ 62583 h 160994"/>
                <a:gd name="csX165" fmla="*/ 50162 w 124209"/>
                <a:gd name="csY165" fmla="*/ 56850 h 160994"/>
                <a:gd name="csX166" fmla="*/ 49206 w 124209"/>
                <a:gd name="csY166" fmla="*/ 54461 h 160994"/>
                <a:gd name="csX167" fmla="*/ 48251 w 124209"/>
                <a:gd name="csY167" fmla="*/ 52550 h 160994"/>
                <a:gd name="csX168" fmla="*/ 47295 w 124209"/>
                <a:gd name="csY168" fmla="*/ 52072 h 160994"/>
                <a:gd name="csX169" fmla="*/ 44907 w 124209"/>
                <a:gd name="csY169" fmla="*/ 52550 h 160994"/>
                <a:gd name="csX170" fmla="*/ 43473 w 124209"/>
                <a:gd name="csY170" fmla="*/ 51595 h 160994"/>
                <a:gd name="csX171" fmla="*/ 42996 w 124209"/>
                <a:gd name="csY171" fmla="*/ 50162 h 160994"/>
                <a:gd name="csX172" fmla="*/ 42996 w 124209"/>
                <a:gd name="csY172" fmla="*/ 47773 h 160994"/>
                <a:gd name="csX173" fmla="*/ 43951 w 124209"/>
                <a:gd name="csY173" fmla="*/ 45384 h 160994"/>
                <a:gd name="csX174" fmla="*/ 44907 w 124209"/>
                <a:gd name="csY174" fmla="*/ 44429 h 160994"/>
                <a:gd name="csX175" fmla="*/ 46817 w 124209"/>
                <a:gd name="csY175" fmla="*/ 43473 h 160994"/>
                <a:gd name="csX176" fmla="*/ 49206 w 124209"/>
                <a:gd name="csY176" fmla="*/ 44429 h 160994"/>
                <a:gd name="csX177" fmla="*/ 52550 w 124209"/>
                <a:gd name="csY177" fmla="*/ 47295 h 160994"/>
                <a:gd name="csX178" fmla="*/ 54461 w 124209"/>
                <a:gd name="csY178" fmla="*/ 47773 h 160994"/>
                <a:gd name="csX179" fmla="*/ 57328 w 124209"/>
                <a:gd name="csY179" fmla="*/ 46817 h 160994"/>
                <a:gd name="csX180" fmla="*/ 53506 w 124209"/>
                <a:gd name="csY180" fmla="*/ 45384 h 160994"/>
                <a:gd name="csX181" fmla="*/ 48728 w 124209"/>
                <a:gd name="csY181" fmla="*/ 38696 h 160994"/>
                <a:gd name="csX182" fmla="*/ 46340 w 124209"/>
                <a:gd name="csY182" fmla="*/ 37741 h 160994"/>
                <a:gd name="csX183" fmla="*/ 43951 w 124209"/>
                <a:gd name="csY183" fmla="*/ 40607 h 160994"/>
                <a:gd name="csX184" fmla="*/ 42040 w 124209"/>
                <a:gd name="csY184" fmla="*/ 41563 h 160994"/>
                <a:gd name="csX185" fmla="*/ 38696 w 124209"/>
                <a:gd name="csY185" fmla="*/ 42996 h 160994"/>
                <a:gd name="csX186" fmla="*/ 36307 w 124209"/>
                <a:gd name="csY186" fmla="*/ 42996 h 160994"/>
                <a:gd name="csX187" fmla="*/ 24842 w 124209"/>
                <a:gd name="csY187" fmla="*/ 32963 h 160994"/>
                <a:gd name="csX188" fmla="*/ 24364 w 124209"/>
                <a:gd name="csY188" fmla="*/ 32008 h 160994"/>
                <a:gd name="csX189" fmla="*/ 23409 w 124209"/>
                <a:gd name="csY189" fmla="*/ 29619 h 160994"/>
                <a:gd name="csX190" fmla="*/ 23886 w 124209"/>
                <a:gd name="csY190" fmla="*/ 28186 h 160994"/>
                <a:gd name="csX191" fmla="*/ 24842 w 124209"/>
                <a:gd name="csY191" fmla="*/ 26753 h 160994"/>
                <a:gd name="csX192" fmla="*/ 27708 w 124209"/>
                <a:gd name="csY192" fmla="*/ 23886 h 160994"/>
                <a:gd name="csX193" fmla="*/ 31530 w 124209"/>
                <a:gd name="csY193" fmla="*/ 22453 h 160994"/>
                <a:gd name="csX194" fmla="*/ 34396 w 124209"/>
                <a:gd name="csY194" fmla="*/ 22453 h 160994"/>
                <a:gd name="csX195" fmla="*/ 36785 w 124209"/>
                <a:gd name="csY195" fmla="*/ 24364 h 160994"/>
                <a:gd name="csX196" fmla="*/ 40607 w 124209"/>
                <a:gd name="csY196" fmla="*/ 29142 h 160994"/>
                <a:gd name="csX197" fmla="*/ 43473 w 124209"/>
                <a:gd name="csY197" fmla="*/ 32008 h 160994"/>
                <a:gd name="csX198" fmla="*/ 43473 w 124209"/>
                <a:gd name="csY198" fmla="*/ 31052 h 160994"/>
                <a:gd name="csX199" fmla="*/ 42996 w 124209"/>
                <a:gd name="csY199" fmla="*/ 28186 h 160994"/>
                <a:gd name="csX200" fmla="*/ 41562 w 124209"/>
                <a:gd name="csY200" fmla="*/ 23886 h 160994"/>
                <a:gd name="csX201" fmla="*/ 40607 w 124209"/>
                <a:gd name="csY201" fmla="*/ 22931 h 160994"/>
                <a:gd name="csX202" fmla="*/ 38218 w 124209"/>
                <a:gd name="csY202" fmla="*/ 21498 h 160994"/>
                <a:gd name="csX203" fmla="*/ 35830 w 124209"/>
                <a:gd name="csY203" fmla="*/ 18631 h 160994"/>
                <a:gd name="csX204" fmla="*/ 34874 w 124209"/>
                <a:gd name="csY204" fmla="*/ 16243 h 160994"/>
                <a:gd name="csX205" fmla="*/ 34396 w 124209"/>
                <a:gd name="csY205" fmla="*/ 13854 h 160994"/>
                <a:gd name="csX206" fmla="*/ 34396 w 124209"/>
                <a:gd name="csY206" fmla="*/ 11465 h 160994"/>
                <a:gd name="csX207" fmla="*/ 34874 w 124209"/>
                <a:gd name="csY207" fmla="*/ 10032 h 160994"/>
                <a:gd name="csX208" fmla="*/ 35830 w 124209"/>
                <a:gd name="csY208" fmla="*/ 9077 h 160994"/>
                <a:gd name="csX209" fmla="*/ 44429 w 124209"/>
                <a:gd name="csY209" fmla="*/ 6688 h 160994"/>
                <a:gd name="csX210" fmla="*/ 50162 w 124209"/>
                <a:gd name="csY210" fmla="*/ 9077 h 160994"/>
                <a:gd name="csX211" fmla="*/ 53983 w 124209"/>
                <a:gd name="csY211" fmla="*/ 9555 h 160994"/>
                <a:gd name="csX212" fmla="*/ 55416 w 124209"/>
                <a:gd name="csY212" fmla="*/ 6210 h 160994"/>
                <a:gd name="csX213" fmla="*/ 54939 w 124209"/>
                <a:gd name="csY213" fmla="*/ 5733 h 160994"/>
                <a:gd name="csX214" fmla="*/ 53028 w 124209"/>
                <a:gd name="csY214" fmla="*/ 6688 h 160994"/>
                <a:gd name="csX215" fmla="*/ 50639 w 124209"/>
                <a:gd name="csY215" fmla="*/ 6688 h 160994"/>
                <a:gd name="csX216" fmla="*/ 49206 w 124209"/>
                <a:gd name="csY216" fmla="*/ 4777 h 160994"/>
                <a:gd name="csX217" fmla="*/ 49206 w 124209"/>
                <a:gd name="csY217" fmla="*/ 3344 h 160994"/>
                <a:gd name="csX218" fmla="*/ 51117 w 124209"/>
                <a:gd name="csY218" fmla="*/ 956 h 160994"/>
                <a:gd name="csX219" fmla="*/ 53506 w 124209"/>
                <a:gd name="csY219" fmla="*/ 0 h 160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</a:cxnLst>
              <a:rect l="l" t="t" r="r" b="b"/>
              <a:pathLst>
                <a:path w="124209" h="160994">
                  <a:moveTo>
                    <a:pt x="53506" y="0"/>
                  </a:moveTo>
                  <a:lnTo>
                    <a:pt x="70704" y="13854"/>
                  </a:lnTo>
                  <a:lnTo>
                    <a:pt x="72615" y="12421"/>
                  </a:lnTo>
                  <a:lnTo>
                    <a:pt x="77870" y="11943"/>
                  </a:lnTo>
                  <a:lnTo>
                    <a:pt x="83125" y="10032"/>
                  </a:lnTo>
                  <a:lnTo>
                    <a:pt x="90291" y="8121"/>
                  </a:lnTo>
                  <a:lnTo>
                    <a:pt x="95068" y="5255"/>
                  </a:lnTo>
                  <a:lnTo>
                    <a:pt x="96979" y="4300"/>
                  </a:lnTo>
                  <a:lnTo>
                    <a:pt x="99845" y="3822"/>
                  </a:lnTo>
                  <a:lnTo>
                    <a:pt x="101756" y="3822"/>
                  </a:lnTo>
                  <a:lnTo>
                    <a:pt x="107011" y="5255"/>
                  </a:lnTo>
                  <a:lnTo>
                    <a:pt x="108922" y="6688"/>
                  </a:lnTo>
                  <a:lnTo>
                    <a:pt x="109878" y="7644"/>
                  </a:lnTo>
                  <a:lnTo>
                    <a:pt x="111311" y="10032"/>
                  </a:lnTo>
                  <a:lnTo>
                    <a:pt x="113222" y="15287"/>
                  </a:lnTo>
                  <a:lnTo>
                    <a:pt x="113222" y="17676"/>
                  </a:lnTo>
                  <a:lnTo>
                    <a:pt x="113222" y="18154"/>
                  </a:lnTo>
                  <a:lnTo>
                    <a:pt x="111311" y="21498"/>
                  </a:lnTo>
                  <a:lnTo>
                    <a:pt x="110355" y="22931"/>
                  </a:lnTo>
                  <a:lnTo>
                    <a:pt x="107489" y="24364"/>
                  </a:lnTo>
                  <a:lnTo>
                    <a:pt x="105578" y="24364"/>
                  </a:lnTo>
                  <a:lnTo>
                    <a:pt x="103667" y="27231"/>
                  </a:lnTo>
                  <a:lnTo>
                    <a:pt x="101279" y="26275"/>
                  </a:lnTo>
                  <a:lnTo>
                    <a:pt x="100801" y="28664"/>
                  </a:lnTo>
                  <a:lnTo>
                    <a:pt x="101279" y="30097"/>
                  </a:lnTo>
                  <a:lnTo>
                    <a:pt x="101756" y="30575"/>
                  </a:lnTo>
                  <a:lnTo>
                    <a:pt x="102712" y="30575"/>
                  </a:lnTo>
                  <a:lnTo>
                    <a:pt x="104145" y="29619"/>
                  </a:lnTo>
                  <a:lnTo>
                    <a:pt x="106534" y="30097"/>
                  </a:lnTo>
                  <a:lnTo>
                    <a:pt x="107489" y="31530"/>
                  </a:lnTo>
                  <a:lnTo>
                    <a:pt x="108922" y="33919"/>
                  </a:lnTo>
                  <a:lnTo>
                    <a:pt x="107967" y="35830"/>
                  </a:lnTo>
                  <a:lnTo>
                    <a:pt x="103667" y="39174"/>
                  </a:lnTo>
                  <a:lnTo>
                    <a:pt x="97457" y="42518"/>
                  </a:lnTo>
                  <a:lnTo>
                    <a:pt x="89813" y="53028"/>
                  </a:lnTo>
                  <a:lnTo>
                    <a:pt x="85991" y="57328"/>
                  </a:lnTo>
                  <a:lnTo>
                    <a:pt x="85036" y="58761"/>
                  </a:lnTo>
                  <a:lnTo>
                    <a:pt x="84558" y="60194"/>
                  </a:lnTo>
                  <a:lnTo>
                    <a:pt x="85036" y="63060"/>
                  </a:lnTo>
                  <a:lnTo>
                    <a:pt x="85036" y="64016"/>
                  </a:lnTo>
                  <a:lnTo>
                    <a:pt x="85991" y="64493"/>
                  </a:lnTo>
                  <a:lnTo>
                    <a:pt x="89813" y="60672"/>
                  </a:lnTo>
                  <a:lnTo>
                    <a:pt x="92202" y="59238"/>
                  </a:lnTo>
                  <a:lnTo>
                    <a:pt x="94590" y="58283"/>
                  </a:lnTo>
                  <a:lnTo>
                    <a:pt x="98890" y="57805"/>
                  </a:lnTo>
                  <a:lnTo>
                    <a:pt x="100801" y="58761"/>
                  </a:lnTo>
                  <a:lnTo>
                    <a:pt x="103667" y="60672"/>
                  </a:lnTo>
                  <a:lnTo>
                    <a:pt x="106534" y="64016"/>
                  </a:lnTo>
                  <a:lnTo>
                    <a:pt x="107489" y="65449"/>
                  </a:lnTo>
                  <a:lnTo>
                    <a:pt x="107011" y="66404"/>
                  </a:lnTo>
                  <a:lnTo>
                    <a:pt x="106056" y="67838"/>
                  </a:lnTo>
                  <a:lnTo>
                    <a:pt x="105578" y="68793"/>
                  </a:lnTo>
                  <a:lnTo>
                    <a:pt x="108444" y="70226"/>
                  </a:lnTo>
                  <a:lnTo>
                    <a:pt x="111789" y="75004"/>
                  </a:lnTo>
                  <a:lnTo>
                    <a:pt x="111789" y="77870"/>
                  </a:lnTo>
                  <a:lnTo>
                    <a:pt x="110355" y="80258"/>
                  </a:lnTo>
                  <a:lnTo>
                    <a:pt x="110355" y="82170"/>
                  </a:lnTo>
                  <a:lnTo>
                    <a:pt x="110833" y="83125"/>
                  </a:lnTo>
                  <a:lnTo>
                    <a:pt x="112266" y="82647"/>
                  </a:lnTo>
                  <a:lnTo>
                    <a:pt x="116088" y="79303"/>
                  </a:lnTo>
                  <a:lnTo>
                    <a:pt x="119910" y="77870"/>
                  </a:lnTo>
                  <a:lnTo>
                    <a:pt x="121343" y="78348"/>
                  </a:lnTo>
                  <a:lnTo>
                    <a:pt x="122299" y="78825"/>
                  </a:lnTo>
                  <a:lnTo>
                    <a:pt x="123254" y="83125"/>
                  </a:lnTo>
                  <a:lnTo>
                    <a:pt x="124210" y="87902"/>
                  </a:lnTo>
                  <a:lnTo>
                    <a:pt x="124210" y="91724"/>
                  </a:lnTo>
                  <a:lnTo>
                    <a:pt x="123732" y="95068"/>
                  </a:lnTo>
                  <a:lnTo>
                    <a:pt x="122777" y="97457"/>
                  </a:lnTo>
                  <a:lnTo>
                    <a:pt x="120388" y="100323"/>
                  </a:lnTo>
                  <a:lnTo>
                    <a:pt x="118477" y="101756"/>
                  </a:lnTo>
                  <a:lnTo>
                    <a:pt x="117044" y="101756"/>
                  </a:lnTo>
                  <a:lnTo>
                    <a:pt x="117521" y="102234"/>
                  </a:lnTo>
                  <a:lnTo>
                    <a:pt x="119910" y="104623"/>
                  </a:lnTo>
                  <a:lnTo>
                    <a:pt x="120865" y="106534"/>
                  </a:lnTo>
                  <a:lnTo>
                    <a:pt x="121343" y="108445"/>
                  </a:lnTo>
                  <a:lnTo>
                    <a:pt x="121343" y="110356"/>
                  </a:lnTo>
                  <a:lnTo>
                    <a:pt x="120865" y="112266"/>
                  </a:lnTo>
                  <a:lnTo>
                    <a:pt x="117999" y="117999"/>
                  </a:lnTo>
                  <a:lnTo>
                    <a:pt x="117999" y="118955"/>
                  </a:lnTo>
                  <a:lnTo>
                    <a:pt x="118954" y="119432"/>
                  </a:lnTo>
                  <a:lnTo>
                    <a:pt x="120865" y="122777"/>
                  </a:lnTo>
                  <a:lnTo>
                    <a:pt x="120865" y="130420"/>
                  </a:lnTo>
                  <a:lnTo>
                    <a:pt x="114177" y="132809"/>
                  </a:lnTo>
                  <a:lnTo>
                    <a:pt x="112744" y="134720"/>
                  </a:lnTo>
                  <a:lnTo>
                    <a:pt x="110833" y="137586"/>
                  </a:lnTo>
                  <a:lnTo>
                    <a:pt x="108922" y="139975"/>
                  </a:lnTo>
                  <a:lnTo>
                    <a:pt x="104145" y="141886"/>
                  </a:lnTo>
                  <a:lnTo>
                    <a:pt x="101756" y="142363"/>
                  </a:lnTo>
                  <a:lnTo>
                    <a:pt x="89813" y="140452"/>
                  </a:lnTo>
                  <a:lnTo>
                    <a:pt x="88858" y="139497"/>
                  </a:lnTo>
                  <a:lnTo>
                    <a:pt x="87902" y="137108"/>
                  </a:lnTo>
                  <a:lnTo>
                    <a:pt x="87424" y="134242"/>
                  </a:lnTo>
                  <a:lnTo>
                    <a:pt x="86947" y="132331"/>
                  </a:lnTo>
                  <a:lnTo>
                    <a:pt x="87424" y="130420"/>
                  </a:lnTo>
                  <a:lnTo>
                    <a:pt x="87424" y="129465"/>
                  </a:lnTo>
                  <a:lnTo>
                    <a:pt x="86947" y="129465"/>
                  </a:lnTo>
                  <a:lnTo>
                    <a:pt x="85514" y="130898"/>
                  </a:lnTo>
                  <a:lnTo>
                    <a:pt x="84080" y="134242"/>
                  </a:lnTo>
                  <a:lnTo>
                    <a:pt x="85036" y="137108"/>
                  </a:lnTo>
                  <a:lnTo>
                    <a:pt x="88858" y="146185"/>
                  </a:lnTo>
                  <a:lnTo>
                    <a:pt x="89335" y="150485"/>
                  </a:lnTo>
                  <a:lnTo>
                    <a:pt x="89813" y="151918"/>
                  </a:lnTo>
                  <a:lnTo>
                    <a:pt x="89335" y="153351"/>
                  </a:lnTo>
                  <a:lnTo>
                    <a:pt x="85036" y="158606"/>
                  </a:lnTo>
                  <a:lnTo>
                    <a:pt x="82647" y="160039"/>
                  </a:lnTo>
                  <a:lnTo>
                    <a:pt x="80258" y="160995"/>
                  </a:lnTo>
                  <a:lnTo>
                    <a:pt x="77870" y="160517"/>
                  </a:lnTo>
                  <a:lnTo>
                    <a:pt x="75481" y="158128"/>
                  </a:lnTo>
                  <a:lnTo>
                    <a:pt x="74048" y="157173"/>
                  </a:lnTo>
                  <a:lnTo>
                    <a:pt x="70226" y="157173"/>
                  </a:lnTo>
                  <a:lnTo>
                    <a:pt x="69271" y="156218"/>
                  </a:lnTo>
                  <a:lnTo>
                    <a:pt x="68315" y="154307"/>
                  </a:lnTo>
                  <a:lnTo>
                    <a:pt x="65449" y="146663"/>
                  </a:lnTo>
                  <a:lnTo>
                    <a:pt x="62105" y="140930"/>
                  </a:lnTo>
                  <a:lnTo>
                    <a:pt x="59238" y="134720"/>
                  </a:lnTo>
                  <a:lnTo>
                    <a:pt x="51117" y="126121"/>
                  </a:lnTo>
                  <a:lnTo>
                    <a:pt x="47295" y="120388"/>
                  </a:lnTo>
                  <a:lnTo>
                    <a:pt x="42040" y="111789"/>
                  </a:lnTo>
                  <a:lnTo>
                    <a:pt x="39651" y="109878"/>
                  </a:lnTo>
                  <a:lnTo>
                    <a:pt x="37741" y="108922"/>
                  </a:lnTo>
                  <a:lnTo>
                    <a:pt x="34396" y="108445"/>
                  </a:lnTo>
                  <a:lnTo>
                    <a:pt x="33441" y="107011"/>
                  </a:lnTo>
                  <a:lnTo>
                    <a:pt x="32008" y="104145"/>
                  </a:lnTo>
                  <a:lnTo>
                    <a:pt x="29619" y="101756"/>
                  </a:lnTo>
                  <a:lnTo>
                    <a:pt x="29141" y="101756"/>
                  </a:lnTo>
                  <a:lnTo>
                    <a:pt x="27708" y="102234"/>
                  </a:lnTo>
                  <a:lnTo>
                    <a:pt x="23886" y="104145"/>
                  </a:lnTo>
                  <a:lnTo>
                    <a:pt x="19587" y="102234"/>
                  </a:lnTo>
                  <a:lnTo>
                    <a:pt x="18631" y="100323"/>
                  </a:lnTo>
                  <a:lnTo>
                    <a:pt x="18154" y="97935"/>
                  </a:lnTo>
                  <a:lnTo>
                    <a:pt x="17676" y="96501"/>
                  </a:lnTo>
                  <a:lnTo>
                    <a:pt x="15765" y="95068"/>
                  </a:lnTo>
                  <a:lnTo>
                    <a:pt x="14809" y="91724"/>
                  </a:lnTo>
                  <a:lnTo>
                    <a:pt x="6210" y="85036"/>
                  </a:lnTo>
                  <a:lnTo>
                    <a:pt x="955" y="77392"/>
                  </a:lnTo>
                  <a:lnTo>
                    <a:pt x="0" y="75004"/>
                  </a:lnTo>
                  <a:lnTo>
                    <a:pt x="0" y="73570"/>
                  </a:lnTo>
                  <a:lnTo>
                    <a:pt x="478" y="69749"/>
                  </a:lnTo>
                  <a:lnTo>
                    <a:pt x="1433" y="65927"/>
                  </a:lnTo>
                  <a:lnTo>
                    <a:pt x="3344" y="61627"/>
                  </a:lnTo>
                  <a:lnTo>
                    <a:pt x="4300" y="59716"/>
                  </a:lnTo>
                  <a:lnTo>
                    <a:pt x="7644" y="56372"/>
                  </a:lnTo>
                  <a:lnTo>
                    <a:pt x="10032" y="55417"/>
                  </a:lnTo>
                  <a:lnTo>
                    <a:pt x="13854" y="55894"/>
                  </a:lnTo>
                  <a:lnTo>
                    <a:pt x="15765" y="56850"/>
                  </a:lnTo>
                  <a:lnTo>
                    <a:pt x="17198" y="59238"/>
                  </a:lnTo>
                  <a:lnTo>
                    <a:pt x="18154" y="62105"/>
                  </a:lnTo>
                  <a:lnTo>
                    <a:pt x="19109" y="64016"/>
                  </a:lnTo>
                  <a:lnTo>
                    <a:pt x="21498" y="65927"/>
                  </a:lnTo>
                  <a:lnTo>
                    <a:pt x="23409" y="67360"/>
                  </a:lnTo>
                  <a:lnTo>
                    <a:pt x="25320" y="71182"/>
                  </a:lnTo>
                  <a:lnTo>
                    <a:pt x="27230" y="75959"/>
                  </a:lnTo>
                  <a:lnTo>
                    <a:pt x="28664" y="77392"/>
                  </a:lnTo>
                  <a:lnTo>
                    <a:pt x="32008" y="77870"/>
                  </a:lnTo>
                  <a:lnTo>
                    <a:pt x="35830" y="77392"/>
                  </a:lnTo>
                  <a:lnTo>
                    <a:pt x="43951" y="74526"/>
                  </a:lnTo>
                  <a:lnTo>
                    <a:pt x="44429" y="74048"/>
                  </a:lnTo>
                  <a:lnTo>
                    <a:pt x="44907" y="72137"/>
                  </a:lnTo>
                  <a:lnTo>
                    <a:pt x="45862" y="61627"/>
                  </a:lnTo>
                  <a:lnTo>
                    <a:pt x="46340" y="61627"/>
                  </a:lnTo>
                  <a:lnTo>
                    <a:pt x="49206" y="66404"/>
                  </a:lnTo>
                  <a:lnTo>
                    <a:pt x="50162" y="66882"/>
                  </a:lnTo>
                  <a:lnTo>
                    <a:pt x="51117" y="65927"/>
                  </a:lnTo>
                  <a:lnTo>
                    <a:pt x="52072" y="63538"/>
                  </a:lnTo>
                  <a:lnTo>
                    <a:pt x="52072" y="62583"/>
                  </a:lnTo>
                  <a:lnTo>
                    <a:pt x="50162" y="56850"/>
                  </a:lnTo>
                  <a:lnTo>
                    <a:pt x="49206" y="54461"/>
                  </a:lnTo>
                  <a:lnTo>
                    <a:pt x="48251" y="52550"/>
                  </a:lnTo>
                  <a:lnTo>
                    <a:pt x="47295" y="52072"/>
                  </a:lnTo>
                  <a:lnTo>
                    <a:pt x="44907" y="52550"/>
                  </a:lnTo>
                  <a:lnTo>
                    <a:pt x="43473" y="51595"/>
                  </a:lnTo>
                  <a:lnTo>
                    <a:pt x="42996" y="50162"/>
                  </a:lnTo>
                  <a:lnTo>
                    <a:pt x="42996" y="47773"/>
                  </a:lnTo>
                  <a:lnTo>
                    <a:pt x="43951" y="45384"/>
                  </a:lnTo>
                  <a:lnTo>
                    <a:pt x="44907" y="44429"/>
                  </a:lnTo>
                  <a:lnTo>
                    <a:pt x="46817" y="43473"/>
                  </a:lnTo>
                  <a:lnTo>
                    <a:pt x="49206" y="44429"/>
                  </a:lnTo>
                  <a:lnTo>
                    <a:pt x="52550" y="47295"/>
                  </a:lnTo>
                  <a:lnTo>
                    <a:pt x="54461" y="47773"/>
                  </a:lnTo>
                  <a:lnTo>
                    <a:pt x="57328" y="46817"/>
                  </a:lnTo>
                  <a:lnTo>
                    <a:pt x="53506" y="45384"/>
                  </a:lnTo>
                  <a:lnTo>
                    <a:pt x="48728" y="38696"/>
                  </a:lnTo>
                  <a:lnTo>
                    <a:pt x="46340" y="37741"/>
                  </a:lnTo>
                  <a:lnTo>
                    <a:pt x="43951" y="40607"/>
                  </a:lnTo>
                  <a:lnTo>
                    <a:pt x="42040" y="41563"/>
                  </a:lnTo>
                  <a:lnTo>
                    <a:pt x="38696" y="42996"/>
                  </a:lnTo>
                  <a:lnTo>
                    <a:pt x="36307" y="42996"/>
                  </a:lnTo>
                  <a:lnTo>
                    <a:pt x="24842" y="32963"/>
                  </a:lnTo>
                  <a:lnTo>
                    <a:pt x="24364" y="32008"/>
                  </a:lnTo>
                  <a:lnTo>
                    <a:pt x="23409" y="29619"/>
                  </a:lnTo>
                  <a:lnTo>
                    <a:pt x="23886" y="28186"/>
                  </a:lnTo>
                  <a:lnTo>
                    <a:pt x="24842" y="26753"/>
                  </a:lnTo>
                  <a:lnTo>
                    <a:pt x="27708" y="23886"/>
                  </a:lnTo>
                  <a:lnTo>
                    <a:pt x="31530" y="22453"/>
                  </a:lnTo>
                  <a:lnTo>
                    <a:pt x="34396" y="22453"/>
                  </a:lnTo>
                  <a:lnTo>
                    <a:pt x="36785" y="24364"/>
                  </a:lnTo>
                  <a:lnTo>
                    <a:pt x="40607" y="29142"/>
                  </a:lnTo>
                  <a:lnTo>
                    <a:pt x="43473" y="32008"/>
                  </a:lnTo>
                  <a:lnTo>
                    <a:pt x="43473" y="31052"/>
                  </a:lnTo>
                  <a:lnTo>
                    <a:pt x="42996" y="28186"/>
                  </a:lnTo>
                  <a:lnTo>
                    <a:pt x="41562" y="23886"/>
                  </a:lnTo>
                  <a:lnTo>
                    <a:pt x="40607" y="22931"/>
                  </a:lnTo>
                  <a:lnTo>
                    <a:pt x="38218" y="21498"/>
                  </a:lnTo>
                  <a:lnTo>
                    <a:pt x="35830" y="18631"/>
                  </a:lnTo>
                  <a:lnTo>
                    <a:pt x="34874" y="16243"/>
                  </a:lnTo>
                  <a:lnTo>
                    <a:pt x="34396" y="13854"/>
                  </a:lnTo>
                  <a:lnTo>
                    <a:pt x="34396" y="11465"/>
                  </a:lnTo>
                  <a:lnTo>
                    <a:pt x="34874" y="10032"/>
                  </a:lnTo>
                  <a:lnTo>
                    <a:pt x="35830" y="9077"/>
                  </a:lnTo>
                  <a:lnTo>
                    <a:pt x="44429" y="6688"/>
                  </a:lnTo>
                  <a:lnTo>
                    <a:pt x="50162" y="9077"/>
                  </a:lnTo>
                  <a:lnTo>
                    <a:pt x="53983" y="9555"/>
                  </a:lnTo>
                  <a:lnTo>
                    <a:pt x="55416" y="6210"/>
                  </a:lnTo>
                  <a:lnTo>
                    <a:pt x="54939" y="5733"/>
                  </a:lnTo>
                  <a:lnTo>
                    <a:pt x="53028" y="6688"/>
                  </a:lnTo>
                  <a:lnTo>
                    <a:pt x="50639" y="6688"/>
                  </a:lnTo>
                  <a:lnTo>
                    <a:pt x="49206" y="4777"/>
                  </a:lnTo>
                  <a:lnTo>
                    <a:pt x="49206" y="3344"/>
                  </a:lnTo>
                  <a:lnTo>
                    <a:pt x="51117" y="956"/>
                  </a:lnTo>
                  <a:lnTo>
                    <a:pt x="5350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6" name="Freeform 3625">
              <a:extLst>
                <a:ext uri="{FF2B5EF4-FFF2-40B4-BE49-F238E27FC236}">
                  <a16:creationId xmlns:a16="http://schemas.microsoft.com/office/drawing/2014/main" id="{3FC64441-05AC-C83E-C3CB-A1B5F36DFBFF}"/>
                </a:ext>
              </a:extLst>
            </p:cNvPr>
            <p:cNvSpPr/>
            <p:nvPr/>
          </p:nvSpPr>
          <p:spPr>
            <a:xfrm>
              <a:off x="4098612" y="2705501"/>
              <a:ext cx="569453" cy="592384"/>
            </a:xfrm>
            <a:custGeom>
              <a:avLst/>
              <a:gdLst>
                <a:gd name="csX0" fmla="*/ 67837 w 569453"/>
                <a:gd name="csY0" fmla="*/ 171505 h 592384"/>
                <a:gd name="csX1" fmla="*/ 68793 w 569453"/>
                <a:gd name="csY1" fmla="*/ 172938 h 592384"/>
                <a:gd name="csX2" fmla="*/ 73093 w 569453"/>
                <a:gd name="csY2" fmla="*/ 171505 h 592384"/>
                <a:gd name="csX3" fmla="*/ 76914 w 569453"/>
                <a:gd name="csY3" fmla="*/ 169594 h 592384"/>
                <a:gd name="csX4" fmla="*/ 83125 w 569453"/>
                <a:gd name="csY4" fmla="*/ 165294 h 592384"/>
                <a:gd name="csX5" fmla="*/ 86469 w 569453"/>
                <a:gd name="csY5" fmla="*/ 163861 h 592384"/>
                <a:gd name="csX6" fmla="*/ 97457 w 569453"/>
                <a:gd name="csY6" fmla="*/ 163861 h 592384"/>
                <a:gd name="csX7" fmla="*/ 99368 w 569453"/>
                <a:gd name="csY7" fmla="*/ 164817 h 592384"/>
                <a:gd name="csX8" fmla="*/ 98412 w 569453"/>
                <a:gd name="csY8" fmla="*/ 167205 h 592384"/>
                <a:gd name="csX9" fmla="*/ 97935 w 569453"/>
                <a:gd name="csY9" fmla="*/ 167683 h 592384"/>
                <a:gd name="csX10" fmla="*/ 98412 w 569453"/>
                <a:gd name="csY10" fmla="*/ 169116 h 592384"/>
                <a:gd name="csX11" fmla="*/ 99845 w 569453"/>
                <a:gd name="csY11" fmla="*/ 170549 h 592384"/>
                <a:gd name="csX12" fmla="*/ 102234 w 569453"/>
                <a:gd name="csY12" fmla="*/ 171983 h 592384"/>
                <a:gd name="csX13" fmla="*/ 103189 w 569453"/>
                <a:gd name="csY13" fmla="*/ 170549 h 592384"/>
                <a:gd name="csX14" fmla="*/ 103667 w 569453"/>
                <a:gd name="csY14" fmla="*/ 167205 h 592384"/>
                <a:gd name="csX15" fmla="*/ 105100 w 569453"/>
                <a:gd name="csY15" fmla="*/ 151918 h 592384"/>
                <a:gd name="csX16" fmla="*/ 106056 w 569453"/>
                <a:gd name="csY16" fmla="*/ 147618 h 592384"/>
                <a:gd name="csX17" fmla="*/ 106056 w 569453"/>
                <a:gd name="csY17" fmla="*/ 143319 h 592384"/>
                <a:gd name="csX18" fmla="*/ 106056 w 569453"/>
                <a:gd name="csY18" fmla="*/ 139019 h 592384"/>
                <a:gd name="csX19" fmla="*/ 105578 w 569453"/>
                <a:gd name="csY19" fmla="*/ 136631 h 592384"/>
                <a:gd name="csX20" fmla="*/ 102712 w 569453"/>
                <a:gd name="csY20" fmla="*/ 134720 h 592384"/>
                <a:gd name="csX21" fmla="*/ 98890 w 569453"/>
                <a:gd name="csY21" fmla="*/ 135197 h 592384"/>
                <a:gd name="csX22" fmla="*/ 96979 w 569453"/>
                <a:gd name="csY22" fmla="*/ 134720 h 592384"/>
                <a:gd name="csX23" fmla="*/ 94590 w 569453"/>
                <a:gd name="csY23" fmla="*/ 133764 h 592384"/>
                <a:gd name="csX24" fmla="*/ 92679 w 569453"/>
                <a:gd name="csY24" fmla="*/ 132809 h 592384"/>
                <a:gd name="csX25" fmla="*/ 91724 w 569453"/>
                <a:gd name="csY25" fmla="*/ 130898 h 592384"/>
                <a:gd name="csX26" fmla="*/ 89335 w 569453"/>
                <a:gd name="csY26" fmla="*/ 125643 h 592384"/>
                <a:gd name="csX27" fmla="*/ 87424 w 569453"/>
                <a:gd name="csY27" fmla="*/ 122776 h 592384"/>
                <a:gd name="csX28" fmla="*/ 83603 w 569453"/>
                <a:gd name="csY28" fmla="*/ 117521 h 592384"/>
                <a:gd name="csX29" fmla="*/ 81214 w 569453"/>
                <a:gd name="csY29" fmla="*/ 115610 h 592384"/>
                <a:gd name="csX30" fmla="*/ 82647 w 569453"/>
                <a:gd name="csY30" fmla="*/ 113700 h 592384"/>
                <a:gd name="csX31" fmla="*/ 86469 w 569453"/>
                <a:gd name="csY31" fmla="*/ 111311 h 592384"/>
                <a:gd name="csX32" fmla="*/ 88858 w 569453"/>
                <a:gd name="csY32" fmla="*/ 108922 h 592384"/>
                <a:gd name="csX33" fmla="*/ 91246 w 569453"/>
                <a:gd name="csY33" fmla="*/ 102234 h 592384"/>
                <a:gd name="csX34" fmla="*/ 93157 w 569453"/>
                <a:gd name="csY34" fmla="*/ 101279 h 592384"/>
                <a:gd name="csX35" fmla="*/ 98890 w 569453"/>
                <a:gd name="csY35" fmla="*/ 102234 h 592384"/>
                <a:gd name="csX36" fmla="*/ 107489 w 569453"/>
                <a:gd name="csY36" fmla="*/ 107489 h 592384"/>
                <a:gd name="csX37" fmla="*/ 112266 w 569453"/>
                <a:gd name="csY37" fmla="*/ 111789 h 592384"/>
                <a:gd name="csX38" fmla="*/ 113700 w 569453"/>
                <a:gd name="csY38" fmla="*/ 112266 h 592384"/>
                <a:gd name="csX39" fmla="*/ 113700 w 569453"/>
                <a:gd name="csY39" fmla="*/ 111311 h 592384"/>
                <a:gd name="csX40" fmla="*/ 112266 w 569453"/>
                <a:gd name="csY40" fmla="*/ 109400 h 592384"/>
                <a:gd name="csX41" fmla="*/ 106534 w 569453"/>
                <a:gd name="csY41" fmla="*/ 103667 h 592384"/>
                <a:gd name="csX42" fmla="*/ 103667 w 569453"/>
                <a:gd name="csY42" fmla="*/ 99845 h 592384"/>
                <a:gd name="csX43" fmla="*/ 102712 w 569453"/>
                <a:gd name="csY43" fmla="*/ 96979 h 592384"/>
                <a:gd name="csX44" fmla="*/ 103189 w 569453"/>
                <a:gd name="csY44" fmla="*/ 95546 h 592384"/>
                <a:gd name="csX45" fmla="*/ 106534 w 569453"/>
                <a:gd name="csY45" fmla="*/ 94113 h 592384"/>
                <a:gd name="csX46" fmla="*/ 107011 w 569453"/>
                <a:gd name="csY46" fmla="*/ 92679 h 592384"/>
                <a:gd name="csX47" fmla="*/ 102712 w 569453"/>
                <a:gd name="csY47" fmla="*/ 90769 h 592384"/>
                <a:gd name="csX48" fmla="*/ 100323 w 569453"/>
                <a:gd name="csY48" fmla="*/ 90769 h 592384"/>
                <a:gd name="csX49" fmla="*/ 98412 w 569453"/>
                <a:gd name="csY49" fmla="*/ 92202 h 592384"/>
                <a:gd name="csX50" fmla="*/ 96501 w 569453"/>
                <a:gd name="csY50" fmla="*/ 92202 h 592384"/>
                <a:gd name="csX51" fmla="*/ 92679 w 569453"/>
                <a:gd name="csY51" fmla="*/ 89813 h 592384"/>
                <a:gd name="csX52" fmla="*/ 91724 w 569453"/>
                <a:gd name="csY52" fmla="*/ 88380 h 592384"/>
                <a:gd name="csX53" fmla="*/ 89813 w 569453"/>
                <a:gd name="csY53" fmla="*/ 84558 h 592384"/>
                <a:gd name="csX54" fmla="*/ 88380 w 569453"/>
                <a:gd name="csY54" fmla="*/ 81214 h 592384"/>
                <a:gd name="csX55" fmla="*/ 87424 w 569453"/>
                <a:gd name="csY55" fmla="*/ 78825 h 592384"/>
                <a:gd name="csX56" fmla="*/ 86947 w 569453"/>
                <a:gd name="csY56" fmla="*/ 76914 h 592384"/>
                <a:gd name="csX57" fmla="*/ 86469 w 569453"/>
                <a:gd name="csY57" fmla="*/ 71659 h 592384"/>
                <a:gd name="csX58" fmla="*/ 86469 w 569453"/>
                <a:gd name="csY58" fmla="*/ 68315 h 592384"/>
                <a:gd name="csX59" fmla="*/ 87424 w 569453"/>
                <a:gd name="csY59" fmla="*/ 65927 h 592384"/>
                <a:gd name="csX60" fmla="*/ 87902 w 569453"/>
                <a:gd name="csY60" fmla="*/ 63538 h 592384"/>
                <a:gd name="csX61" fmla="*/ 90291 w 569453"/>
                <a:gd name="csY61" fmla="*/ 59238 h 592384"/>
                <a:gd name="csX62" fmla="*/ 91724 w 569453"/>
                <a:gd name="csY62" fmla="*/ 57805 h 592384"/>
                <a:gd name="csX63" fmla="*/ 94112 w 569453"/>
                <a:gd name="csY63" fmla="*/ 57328 h 592384"/>
                <a:gd name="csX64" fmla="*/ 99845 w 569453"/>
                <a:gd name="csY64" fmla="*/ 59238 h 592384"/>
                <a:gd name="csX65" fmla="*/ 114177 w 569453"/>
                <a:gd name="csY65" fmla="*/ 66882 h 592384"/>
                <a:gd name="csX66" fmla="*/ 113700 w 569453"/>
                <a:gd name="csY66" fmla="*/ 64493 h 592384"/>
                <a:gd name="csX67" fmla="*/ 97457 w 569453"/>
                <a:gd name="csY67" fmla="*/ 54461 h 592384"/>
                <a:gd name="csX68" fmla="*/ 91724 w 569453"/>
                <a:gd name="csY68" fmla="*/ 51595 h 592384"/>
                <a:gd name="csX69" fmla="*/ 90291 w 569453"/>
                <a:gd name="csY69" fmla="*/ 47773 h 592384"/>
                <a:gd name="csX70" fmla="*/ 98890 w 569453"/>
                <a:gd name="csY70" fmla="*/ 33441 h 592384"/>
                <a:gd name="csX71" fmla="*/ 107011 w 569453"/>
                <a:gd name="csY71" fmla="*/ 30097 h 592384"/>
                <a:gd name="csX72" fmla="*/ 111311 w 569453"/>
                <a:gd name="csY72" fmla="*/ 25797 h 592384"/>
                <a:gd name="csX73" fmla="*/ 117521 w 569453"/>
                <a:gd name="csY73" fmla="*/ 25320 h 592384"/>
                <a:gd name="csX74" fmla="*/ 123732 w 569453"/>
                <a:gd name="csY74" fmla="*/ 28186 h 592384"/>
                <a:gd name="csX75" fmla="*/ 123732 w 569453"/>
                <a:gd name="csY75" fmla="*/ 27708 h 592384"/>
                <a:gd name="csX76" fmla="*/ 120865 w 569453"/>
                <a:gd name="csY76" fmla="*/ 22453 h 592384"/>
                <a:gd name="csX77" fmla="*/ 121343 w 569453"/>
                <a:gd name="csY77" fmla="*/ 21020 h 592384"/>
                <a:gd name="csX78" fmla="*/ 124687 w 569453"/>
                <a:gd name="csY78" fmla="*/ 18154 h 592384"/>
                <a:gd name="csX79" fmla="*/ 130898 w 569453"/>
                <a:gd name="csY79" fmla="*/ 14332 h 592384"/>
                <a:gd name="csX80" fmla="*/ 138542 w 569453"/>
                <a:gd name="csY80" fmla="*/ 11465 h 592384"/>
                <a:gd name="csX81" fmla="*/ 140452 w 569453"/>
                <a:gd name="csY81" fmla="*/ 10032 h 592384"/>
                <a:gd name="csX82" fmla="*/ 142363 w 569453"/>
                <a:gd name="csY82" fmla="*/ 9077 h 592384"/>
                <a:gd name="csX83" fmla="*/ 145707 w 569453"/>
                <a:gd name="csY83" fmla="*/ 8121 h 592384"/>
                <a:gd name="csX84" fmla="*/ 154784 w 569453"/>
                <a:gd name="csY84" fmla="*/ 7644 h 592384"/>
                <a:gd name="csX85" fmla="*/ 160039 w 569453"/>
                <a:gd name="csY85" fmla="*/ 8121 h 592384"/>
                <a:gd name="csX86" fmla="*/ 166727 w 569453"/>
                <a:gd name="csY86" fmla="*/ 10510 h 592384"/>
                <a:gd name="csX87" fmla="*/ 170549 w 569453"/>
                <a:gd name="csY87" fmla="*/ 14332 h 592384"/>
                <a:gd name="csX88" fmla="*/ 171983 w 569453"/>
                <a:gd name="csY88" fmla="*/ 16721 h 592384"/>
                <a:gd name="csX89" fmla="*/ 173893 w 569453"/>
                <a:gd name="csY89" fmla="*/ 24364 h 592384"/>
                <a:gd name="csX90" fmla="*/ 175804 w 569453"/>
                <a:gd name="csY90" fmla="*/ 34874 h 592384"/>
                <a:gd name="csX91" fmla="*/ 178193 w 569453"/>
                <a:gd name="csY91" fmla="*/ 39174 h 592384"/>
                <a:gd name="csX92" fmla="*/ 182492 w 569453"/>
                <a:gd name="csY92" fmla="*/ 41562 h 592384"/>
                <a:gd name="csX93" fmla="*/ 184881 w 569453"/>
                <a:gd name="csY93" fmla="*/ 43951 h 592384"/>
                <a:gd name="csX94" fmla="*/ 186792 w 569453"/>
                <a:gd name="csY94" fmla="*/ 46817 h 592384"/>
                <a:gd name="csX95" fmla="*/ 187270 w 569453"/>
                <a:gd name="csY95" fmla="*/ 50639 h 592384"/>
                <a:gd name="csX96" fmla="*/ 186314 w 569453"/>
                <a:gd name="csY96" fmla="*/ 54461 h 592384"/>
                <a:gd name="csX97" fmla="*/ 186792 w 569453"/>
                <a:gd name="csY97" fmla="*/ 59238 h 592384"/>
                <a:gd name="csX98" fmla="*/ 188703 w 569453"/>
                <a:gd name="csY98" fmla="*/ 63538 h 592384"/>
                <a:gd name="csX99" fmla="*/ 190136 w 569453"/>
                <a:gd name="csY99" fmla="*/ 65927 h 592384"/>
                <a:gd name="csX100" fmla="*/ 193003 w 569453"/>
                <a:gd name="csY100" fmla="*/ 68793 h 592384"/>
                <a:gd name="csX101" fmla="*/ 193003 w 569453"/>
                <a:gd name="csY101" fmla="*/ 70226 h 592384"/>
                <a:gd name="csX102" fmla="*/ 192047 w 569453"/>
                <a:gd name="csY102" fmla="*/ 72137 h 592384"/>
                <a:gd name="csX103" fmla="*/ 190136 w 569453"/>
                <a:gd name="csY103" fmla="*/ 74526 h 592384"/>
                <a:gd name="csX104" fmla="*/ 185359 w 569453"/>
                <a:gd name="csY104" fmla="*/ 81692 h 592384"/>
                <a:gd name="csX105" fmla="*/ 178671 w 569453"/>
                <a:gd name="csY105" fmla="*/ 89813 h 592384"/>
                <a:gd name="csX106" fmla="*/ 174371 w 569453"/>
                <a:gd name="csY106" fmla="*/ 96501 h 592384"/>
                <a:gd name="csX107" fmla="*/ 173893 w 569453"/>
                <a:gd name="csY107" fmla="*/ 98412 h 592384"/>
                <a:gd name="csX108" fmla="*/ 183448 w 569453"/>
                <a:gd name="csY108" fmla="*/ 87902 h 592384"/>
                <a:gd name="csX109" fmla="*/ 186314 w 569453"/>
                <a:gd name="csY109" fmla="*/ 87902 h 592384"/>
                <a:gd name="csX110" fmla="*/ 186792 w 569453"/>
                <a:gd name="csY110" fmla="*/ 89813 h 592384"/>
                <a:gd name="csX111" fmla="*/ 184881 w 569453"/>
                <a:gd name="csY111" fmla="*/ 95068 h 592384"/>
                <a:gd name="csX112" fmla="*/ 182492 w 569453"/>
                <a:gd name="csY112" fmla="*/ 99368 h 592384"/>
                <a:gd name="csX113" fmla="*/ 180104 w 569453"/>
                <a:gd name="csY113" fmla="*/ 102712 h 592384"/>
                <a:gd name="csX114" fmla="*/ 180582 w 569453"/>
                <a:gd name="csY114" fmla="*/ 103667 h 592384"/>
                <a:gd name="csX115" fmla="*/ 184881 w 569453"/>
                <a:gd name="csY115" fmla="*/ 108922 h 592384"/>
                <a:gd name="csX116" fmla="*/ 183926 w 569453"/>
                <a:gd name="csY116" fmla="*/ 109878 h 592384"/>
                <a:gd name="csX117" fmla="*/ 182015 w 569453"/>
                <a:gd name="csY117" fmla="*/ 109400 h 592384"/>
                <a:gd name="csX118" fmla="*/ 181059 w 569453"/>
                <a:gd name="csY118" fmla="*/ 109878 h 592384"/>
                <a:gd name="csX119" fmla="*/ 180582 w 569453"/>
                <a:gd name="csY119" fmla="*/ 110833 h 592384"/>
                <a:gd name="csX120" fmla="*/ 180104 w 569453"/>
                <a:gd name="csY120" fmla="*/ 112266 h 592384"/>
                <a:gd name="csX121" fmla="*/ 180104 w 569453"/>
                <a:gd name="csY121" fmla="*/ 114177 h 592384"/>
                <a:gd name="csX122" fmla="*/ 180104 w 569453"/>
                <a:gd name="csY122" fmla="*/ 116566 h 592384"/>
                <a:gd name="csX123" fmla="*/ 180104 w 569453"/>
                <a:gd name="csY123" fmla="*/ 118477 h 592384"/>
                <a:gd name="csX124" fmla="*/ 179626 w 569453"/>
                <a:gd name="csY124" fmla="*/ 119910 h 592384"/>
                <a:gd name="csX125" fmla="*/ 180104 w 569453"/>
                <a:gd name="csY125" fmla="*/ 120388 h 592384"/>
                <a:gd name="csX126" fmla="*/ 181537 w 569453"/>
                <a:gd name="csY126" fmla="*/ 120388 h 592384"/>
                <a:gd name="csX127" fmla="*/ 182970 w 569453"/>
                <a:gd name="csY127" fmla="*/ 118955 h 592384"/>
                <a:gd name="csX128" fmla="*/ 184881 w 569453"/>
                <a:gd name="csY128" fmla="*/ 115610 h 592384"/>
                <a:gd name="csX129" fmla="*/ 191092 w 569453"/>
                <a:gd name="csY129" fmla="*/ 106056 h 592384"/>
                <a:gd name="csX130" fmla="*/ 194914 w 569453"/>
                <a:gd name="csY130" fmla="*/ 102712 h 592384"/>
                <a:gd name="csX131" fmla="*/ 196347 w 569453"/>
                <a:gd name="csY131" fmla="*/ 102234 h 592384"/>
                <a:gd name="csX132" fmla="*/ 200168 w 569453"/>
                <a:gd name="csY132" fmla="*/ 104623 h 592384"/>
                <a:gd name="csX133" fmla="*/ 201124 w 569453"/>
                <a:gd name="csY133" fmla="*/ 104623 h 592384"/>
                <a:gd name="csX134" fmla="*/ 196824 w 569453"/>
                <a:gd name="csY134" fmla="*/ 96979 h 592384"/>
                <a:gd name="csX135" fmla="*/ 196347 w 569453"/>
                <a:gd name="csY135" fmla="*/ 95068 h 592384"/>
                <a:gd name="csX136" fmla="*/ 197302 w 569453"/>
                <a:gd name="csY136" fmla="*/ 92679 h 592384"/>
                <a:gd name="csX137" fmla="*/ 197780 w 569453"/>
                <a:gd name="csY137" fmla="*/ 91724 h 592384"/>
                <a:gd name="csX138" fmla="*/ 200168 w 569453"/>
                <a:gd name="csY138" fmla="*/ 89335 h 592384"/>
                <a:gd name="csX139" fmla="*/ 202079 w 569453"/>
                <a:gd name="csY139" fmla="*/ 88380 h 592384"/>
                <a:gd name="csX140" fmla="*/ 203035 w 569453"/>
                <a:gd name="csY140" fmla="*/ 88858 h 592384"/>
                <a:gd name="csX141" fmla="*/ 204946 w 569453"/>
                <a:gd name="csY141" fmla="*/ 92679 h 592384"/>
                <a:gd name="csX142" fmla="*/ 205424 w 569453"/>
                <a:gd name="csY142" fmla="*/ 95068 h 592384"/>
                <a:gd name="csX143" fmla="*/ 206857 w 569453"/>
                <a:gd name="csY143" fmla="*/ 96501 h 592384"/>
                <a:gd name="csX144" fmla="*/ 210201 w 569453"/>
                <a:gd name="csY144" fmla="*/ 95068 h 592384"/>
                <a:gd name="csX145" fmla="*/ 212112 w 569453"/>
                <a:gd name="csY145" fmla="*/ 91724 h 592384"/>
                <a:gd name="csX146" fmla="*/ 214500 w 569453"/>
                <a:gd name="csY146" fmla="*/ 93635 h 592384"/>
                <a:gd name="csX147" fmla="*/ 218322 w 569453"/>
                <a:gd name="csY147" fmla="*/ 98890 h 592384"/>
                <a:gd name="csX148" fmla="*/ 218322 w 569453"/>
                <a:gd name="csY148" fmla="*/ 103667 h 592384"/>
                <a:gd name="csX149" fmla="*/ 218322 w 569453"/>
                <a:gd name="csY149" fmla="*/ 108922 h 592384"/>
                <a:gd name="csX150" fmla="*/ 218322 w 569453"/>
                <a:gd name="csY150" fmla="*/ 112266 h 592384"/>
                <a:gd name="csX151" fmla="*/ 223099 w 569453"/>
                <a:gd name="csY151" fmla="*/ 118955 h 592384"/>
                <a:gd name="csX152" fmla="*/ 225966 w 569453"/>
                <a:gd name="csY152" fmla="*/ 121821 h 592384"/>
                <a:gd name="csX153" fmla="*/ 226921 w 569453"/>
                <a:gd name="csY153" fmla="*/ 121821 h 592384"/>
                <a:gd name="csX154" fmla="*/ 226444 w 569453"/>
                <a:gd name="csY154" fmla="*/ 120865 h 592384"/>
                <a:gd name="csX155" fmla="*/ 225966 w 569453"/>
                <a:gd name="csY155" fmla="*/ 118955 h 592384"/>
                <a:gd name="csX156" fmla="*/ 224055 w 569453"/>
                <a:gd name="csY156" fmla="*/ 116566 h 592384"/>
                <a:gd name="csX157" fmla="*/ 222622 w 569453"/>
                <a:gd name="csY157" fmla="*/ 113222 h 592384"/>
                <a:gd name="csX158" fmla="*/ 221189 w 569453"/>
                <a:gd name="csY158" fmla="*/ 108922 h 592384"/>
                <a:gd name="csX159" fmla="*/ 222144 w 569453"/>
                <a:gd name="csY159" fmla="*/ 99368 h 592384"/>
                <a:gd name="csX160" fmla="*/ 224533 w 569453"/>
                <a:gd name="csY160" fmla="*/ 94113 h 592384"/>
                <a:gd name="csX161" fmla="*/ 226921 w 569453"/>
                <a:gd name="csY161" fmla="*/ 95546 h 592384"/>
                <a:gd name="csX162" fmla="*/ 229788 w 569453"/>
                <a:gd name="csY162" fmla="*/ 98412 h 592384"/>
                <a:gd name="csX163" fmla="*/ 232176 w 569453"/>
                <a:gd name="csY163" fmla="*/ 98890 h 592384"/>
                <a:gd name="csX164" fmla="*/ 235998 w 569453"/>
                <a:gd name="csY164" fmla="*/ 98412 h 592384"/>
                <a:gd name="csX165" fmla="*/ 243642 w 569453"/>
                <a:gd name="csY165" fmla="*/ 104623 h 592384"/>
                <a:gd name="csX166" fmla="*/ 247941 w 569453"/>
                <a:gd name="csY166" fmla="*/ 104623 h 592384"/>
                <a:gd name="csX167" fmla="*/ 247464 w 569453"/>
                <a:gd name="csY167" fmla="*/ 102234 h 592384"/>
                <a:gd name="csX168" fmla="*/ 244597 w 569453"/>
                <a:gd name="csY168" fmla="*/ 100801 h 592384"/>
                <a:gd name="csX169" fmla="*/ 239820 w 569453"/>
                <a:gd name="csY169" fmla="*/ 97457 h 592384"/>
                <a:gd name="csX170" fmla="*/ 232654 w 569453"/>
                <a:gd name="csY170" fmla="*/ 93635 h 592384"/>
                <a:gd name="csX171" fmla="*/ 229310 w 569453"/>
                <a:gd name="csY171" fmla="*/ 88858 h 592384"/>
                <a:gd name="csX172" fmla="*/ 228832 w 569453"/>
                <a:gd name="csY172" fmla="*/ 86947 h 592384"/>
                <a:gd name="csX173" fmla="*/ 228832 w 569453"/>
                <a:gd name="csY173" fmla="*/ 84558 h 592384"/>
                <a:gd name="csX174" fmla="*/ 229310 w 569453"/>
                <a:gd name="csY174" fmla="*/ 82647 h 592384"/>
                <a:gd name="csX175" fmla="*/ 229788 w 569453"/>
                <a:gd name="csY175" fmla="*/ 80736 h 592384"/>
                <a:gd name="csX176" fmla="*/ 231221 w 569453"/>
                <a:gd name="csY176" fmla="*/ 79303 h 592384"/>
                <a:gd name="csX177" fmla="*/ 238387 w 569453"/>
                <a:gd name="csY177" fmla="*/ 73570 h 592384"/>
                <a:gd name="csX178" fmla="*/ 243164 w 569453"/>
                <a:gd name="csY178" fmla="*/ 71659 h 592384"/>
                <a:gd name="csX179" fmla="*/ 246986 w 569453"/>
                <a:gd name="csY179" fmla="*/ 70704 h 592384"/>
                <a:gd name="csX180" fmla="*/ 253197 w 569453"/>
                <a:gd name="csY180" fmla="*/ 70704 h 592384"/>
                <a:gd name="csX181" fmla="*/ 260363 w 569453"/>
                <a:gd name="csY181" fmla="*/ 71659 h 592384"/>
                <a:gd name="csX182" fmla="*/ 264184 w 569453"/>
                <a:gd name="csY182" fmla="*/ 73570 h 592384"/>
                <a:gd name="csX183" fmla="*/ 268484 w 569453"/>
                <a:gd name="csY183" fmla="*/ 76914 h 592384"/>
                <a:gd name="csX184" fmla="*/ 274217 w 569453"/>
                <a:gd name="csY184" fmla="*/ 80736 h 592384"/>
                <a:gd name="csX185" fmla="*/ 276128 w 569453"/>
                <a:gd name="csY185" fmla="*/ 81692 h 592384"/>
                <a:gd name="csX186" fmla="*/ 278516 w 569453"/>
                <a:gd name="csY186" fmla="*/ 81214 h 592384"/>
                <a:gd name="csX187" fmla="*/ 281382 w 569453"/>
                <a:gd name="csY187" fmla="*/ 80736 h 592384"/>
                <a:gd name="csX188" fmla="*/ 283771 w 569453"/>
                <a:gd name="csY188" fmla="*/ 80736 h 592384"/>
                <a:gd name="csX189" fmla="*/ 291893 w 569453"/>
                <a:gd name="csY189" fmla="*/ 86469 h 592384"/>
                <a:gd name="csX190" fmla="*/ 294281 w 569453"/>
                <a:gd name="csY190" fmla="*/ 89335 h 592384"/>
                <a:gd name="csX191" fmla="*/ 295237 w 569453"/>
                <a:gd name="csY191" fmla="*/ 92679 h 592384"/>
                <a:gd name="csX192" fmla="*/ 296192 w 569453"/>
                <a:gd name="csY192" fmla="*/ 96024 h 592384"/>
                <a:gd name="csX193" fmla="*/ 297147 w 569453"/>
                <a:gd name="csY193" fmla="*/ 98890 h 592384"/>
                <a:gd name="csX194" fmla="*/ 296670 w 569453"/>
                <a:gd name="csY194" fmla="*/ 101756 h 592384"/>
                <a:gd name="csX195" fmla="*/ 289982 w 569453"/>
                <a:gd name="csY195" fmla="*/ 112744 h 592384"/>
                <a:gd name="csX196" fmla="*/ 287115 w 569453"/>
                <a:gd name="csY196" fmla="*/ 114655 h 592384"/>
                <a:gd name="csX197" fmla="*/ 285204 w 569453"/>
                <a:gd name="csY197" fmla="*/ 118477 h 592384"/>
                <a:gd name="csX198" fmla="*/ 282338 w 569453"/>
                <a:gd name="csY198" fmla="*/ 126598 h 592384"/>
                <a:gd name="csX199" fmla="*/ 279949 w 569453"/>
                <a:gd name="csY199" fmla="*/ 130898 h 592384"/>
                <a:gd name="csX200" fmla="*/ 279472 w 569453"/>
                <a:gd name="csY200" fmla="*/ 131376 h 592384"/>
                <a:gd name="csX201" fmla="*/ 279949 w 569453"/>
                <a:gd name="csY201" fmla="*/ 131853 h 592384"/>
                <a:gd name="csX202" fmla="*/ 281382 w 569453"/>
                <a:gd name="csY202" fmla="*/ 129942 h 592384"/>
                <a:gd name="csX203" fmla="*/ 284249 w 569453"/>
                <a:gd name="csY203" fmla="*/ 124687 h 592384"/>
                <a:gd name="csX204" fmla="*/ 285682 w 569453"/>
                <a:gd name="csY204" fmla="*/ 119910 h 592384"/>
                <a:gd name="csX205" fmla="*/ 289504 w 569453"/>
                <a:gd name="csY205" fmla="*/ 116088 h 592384"/>
                <a:gd name="csX206" fmla="*/ 294759 w 569453"/>
                <a:gd name="csY206" fmla="*/ 111311 h 592384"/>
                <a:gd name="csX207" fmla="*/ 299536 w 569453"/>
                <a:gd name="csY207" fmla="*/ 108922 h 592384"/>
                <a:gd name="csX208" fmla="*/ 303836 w 569453"/>
                <a:gd name="csY208" fmla="*/ 109400 h 592384"/>
                <a:gd name="csX209" fmla="*/ 307180 w 569453"/>
                <a:gd name="csY209" fmla="*/ 109878 h 592384"/>
                <a:gd name="csX210" fmla="*/ 310046 w 569453"/>
                <a:gd name="csY210" fmla="*/ 111311 h 592384"/>
                <a:gd name="csX211" fmla="*/ 311957 w 569453"/>
                <a:gd name="csY211" fmla="*/ 112266 h 592384"/>
                <a:gd name="csX212" fmla="*/ 312435 w 569453"/>
                <a:gd name="csY212" fmla="*/ 112744 h 592384"/>
                <a:gd name="csX213" fmla="*/ 313390 w 569453"/>
                <a:gd name="csY213" fmla="*/ 116088 h 592384"/>
                <a:gd name="csX214" fmla="*/ 313390 w 569453"/>
                <a:gd name="csY214" fmla="*/ 118477 h 592384"/>
                <a:gd name="csX215" fmla="*/ 312913 w 569453"/>
                <a:gd name="csY215" fmla="*/ 121343 h 592384"/>
                <a:gd name="csX216" fmla="*/ 311479 w 569453"/>
                <a:gd name="csY216" fmla="*/ 124210 h 592384"/>
                <a:gd name="csX217" fmla="*/ 305269 w 569453"/>
                <a:gd name="csY217" fmla="*/ 127554 h 592384"/>
                <a:gd name="csX218" fmla="*/ 301925 w 569453"/>
                <a:gd name="csY218" fmla="*/ 129942 h 592384"/>
                <a:gd name="csX219" fmla="*/ 300014 w 569453"/>
                <a:gd name="csY219" fmla="*/ 130898 h 592384"/>
                <a:gd name="csX220" fmla="*/ 293804 w 569453"/>
                <a:gd name="csY220" fmla="*/ 131853 h 592384"/>
                <a:gd name="csX221" fmla="*/ 293804 w 569453"/>
                <a:gd name="csY221" fmla="*/ 132809 h 592384"/>
                <a:gd name="csX222" fmla="*/ 298581 w 569453"/>
                <a:gd name="csY222" fmla="*/ 134242 h 592384"/>
                <a:gd name="csX223" fmla="*/ 303836 w 569453"/>
                <a:gd name="csY223" fmla="*/ 133764 h 592384"/>
                <a:gd name="csX224" fmla="*/ 303836 w 569453"/>
                <a:gd name="csY224" fmla="*/ 135675 h 592384"/>
                <a:gd name="csX225" fmla="*/ 300970 w 569453"/>
                <a:gd name="csY225" fmla="*/ 139975 h 592384"/>
                <a:gd name="csX226" fmla="*/ 300492 w 569453"/>
                <a:gd name="csY226" fmla="*/ 143796 h 592384"/>
                <a:gd name="csX227" fmla="*/ 300970 w 569453"/>
                <a:gd name="csY227" fmla="*/ 146663 h 592384"/>
                <a:gd name="csX228" fmla="*/ 300970 w 569453"/>
                <a:gd name="csY228" fmla="*/ 149529 h 592384"/>
                <a:gd name="csX229" fmla="*/ 299059 w 569453"/>
                <a:gd name="csY229" fmla="*/ 154784 h 592384"/>
                <a:gd name="csX230" fmla="*/ 297147 w 569453"/>
                <a:gd name="csY230" fmla="*/ 159562 h 592384"/>
                <a:gd name="csX231" fmla="*/ 298103 w 569453"/>
                <a:gd name="csY231" fmla="*/ 160039 h 592384"/>
                <a:gd name="csX232" fmla="*/ 302403 w 569453"/>
                <a:gd name="csY232" fmla="*/ 153351 h 592384"/>
                <a:gd name="csX233" fmla="*/ 303836 w 569453"/>
                <a:gd name="csY233" fmla="*/ 145707 h 592384"/>
                <a:gd name="csX234" fmla="*/ 305747 w 569453"/>
                <a:gd name="csY234" fmla="*/ 139019 h 592384"/>
                <a:gd name="csX235" fmla="*/ 308135 w 569453"/>
                <a:gd name="csY235" fmla="*/ 135675 h 592384"/>
                <a:gd name="csX236" fmla="*/ 309569 w 569453"/>
                <a:gd name="csY236" fmla="*/ 134242 h 592384"/>
                <a:gd name="csX237" fmla="*/ 314824 w 569453"/>
                <a:gd name="csY237" fmla="*/ 133286 h 592384"/>
                <a:gd name="csX238" fmla="*/ 317690 w 569453"/>
                <a:gd name="csY238" fmla="*/ 129465 h 592384"/>
                <a:gd name="csX239" fmla="*/ 320079 w 569453"/>
                <a:gd name="csY239" fmla="*/ 128509 h 592384"/>
                <a:gd name="csX240" fmla="*/ 321512 w 569453"/>
                <a:gd name="csY240" fmla="*/ 128509 h 592384"/>
                <a:gd name="csX241" fmla="*/ 323423 w 569453"/>
                <a:gd name="csY241" fmla="*/ 129942 h 592384"/>
                <a:gd name="csX242" fmla="*/ 323423 w 569453"/>
                <a:gd name="csY242" fmla="*/ 131376 h 592384"/>
                <a:gd name="csX243" fmla="*/ 320079 w 569453"/>
                <a:gd name="csY243" fmla="*/ 138064 h 592384"/>
                <a:gd name="csX244" fmla="*/ 313868 w 569453"/>
                <a:gd name="csY244" fmla="*/ 149529 h 592384"/>
                <a:gd name="csX245" fmla="*/ 316257 w 569453"/>
                <a:gd name="csY245" fmla="*/ 148096 h 592384"/>
                <a:gd name="csX246" fmla="*/ 318168 w 569453"/>
                <a:gd name="csY246" fmla="*/ 145707 h 592384"/>
                <a:gd name="csX247" fmla="*/ 320556 w 569453"/>
                <a:gd name="csY247" fmla="*/ 142841 h 592384"/>
                <a:gd name="csX248" fmla="*/ 323423 w 569453"/>
                <a:gd name="csY248" fmla="*/ 139019 h 592384"/>
                <a:gd name="csX249" fmla="*/ 325334 w 569453"/>
                <a:gd name="csY249" fmla="*/ 142363 h 592384"/>
                <a:gd name="csX250" fmla="*/ 327722 w 569453"/>
                <a:gd name="csY250" fmla="*/ 145230 h 592384"/>
                <a:gd name="csX251" fmla="*/ 329633 w 569453"/>
                <a:gd name="csY251" fmla="*/ 151440 h 592384"/>
                <a:gd name="csX252" fmla="*/ 332500 w 569453"/>
                <a:gd name="csY252" fmla="*/ 154307 h 592384"/>
                <a:gd name="csX253" fmla="*/ 333933 w 569453"/>
                <a:gd name="csY253" fmla="*/ 156217 h 592384"/>
                <a:gd name="csX254" fmla="*/ 333455 w 569453"/>
                <a:gd name="csY254" fmla="*/ 152396 h 592384"/>
                <a:gd name="csX255" fmla="*/ 331544 w 569453"/>
                <a:gd name="csY255" fmla="*/ 144752 h 592384"/>
                <a:gd name="csX256" fmla="*/ 332022 w 569453"/>
                <a:gd name="csY256" fmla="*/ 141886 h 592384"/>
                <a:gd name="csX257" fmla="*/ 333933 w 569453"/>
                <a:gd name="csY257" fmla="*/ 140452 h 592384"/>
                <a:gd name="csX258" fmla="*/ 339666 w 569453"/>
                <a:gd name="csY258" fmla="*/ 133764 h 592384"/>
                <a:gd name="csX259" fmla="*/ 343487 w 569453"/>
                <a:gd name="csY259" fmla="*/ 136153 h 592384"/>
                <a:gd name="csX260" fmla="*/ 345876 w 569453"/>
                <a:gd name="csY260" fmla="*/ 138064 h 592384"/>
                <a:gd name="csX261" fmla="*/ 346831 w 569453"/>
                <a:gd name="csY261" fmla="*/ 137586 h 592384"/>
                <a:gd name="csX262" fmla="*/ 350176 w 569453"/>
                <a:gd name="csY262" fmla="*/ 137586 h 592384"/>
                <a:gd name="csX263" fmla="*/ 354953 w 569453"/>
                <a:gd name="csY263" fmla="*/ 138542 h 592384"/>
                <a:gd name="csX264" fmla="*/ 359730 w 569453"/>
                <a:gd name="csY264" fmla="*/ 140452 h 592384"/>
                <a:gd name="csX265" fmla="*/ 364508 w 569453"/>
                <a:gd name="csY265" fmla="*/ 143319 h 592384"/>
                <a:gd name="csX266" fmla="*/ 367852 w 569453"/>
                <a:gd name="csY266" fmla="*/ 146185 h 592384"/>
                <a:gd name="csX267" fmla="*/ 370718 w 569453"/>
                <a:gd name="csY267" fmla="*/ 149529 h 592384"/>
                <a:gd name="csX268" fmla="*/ 372151 w 569453"/>
                <a:gd name="csY268" fmla="*/ 151918 h 592384"/>
                <a:gd name="csX269" fmla="*/ 372629 w 569453"/>
                <a:gd name="csY269" fmla="*/ 153351 h 592384"/>
                <a:gd name="csX270" fmla="*/ 373584 w 569453"/>
                <a:gd name="csY270" fmla="*/ 156695 h 592384"/>
                <a:gd name="csX271" fmla="*/ 372629 w 569453"/>
                <a:gd name="csY271" fmla="*/ 159084 h 592384"/>
                <a:gd name="csX272" fmla="*/ 369285 w 569453"/>
                <a:gd name="csY272" fmla="*/ 163861 h 592384"/>
                <a:gd name="csX273" fmla="*/ 367374 w 569453"/>
                <a:gd name="csY273" fmla="*/ 166250 h 592384"/>
                <a:gd name="csX274" fmla="*/ 365463 w 569453"/>
                <a:gd name="csY274" fmla="*/ 167683 h 592384"/>
                <a:gd name="csX275" fmla="*/ 360208 w 569453"/>
                <a:gd name="csY275" fmla="*/ 166250 h 592384"/>
                <a:gd name="csX276" fmla="*/ 358775 w 569453"/>
                <a:gd name="csY276" fmla="*/ 167205 h 592384"/>
                <a:gd name="csX277" fmla="*/ 356864 w 569453"/>
                <a:gd name="csY277" fmla="*/ 168638 h 592384"/>
                <a:gd name="csX278" fmla="*/ 351609 w 569453"/>
                <a:gd name="csY278" fmla="*/ 175804 h 592384"/>
                <a:gd name="csX279" fmla="*/ 348265 w 569453"/>
                <a:gd name="csY279" fmla="*/ 178671 h 592384"/>
                <a:gd name="csX280" fmla="*/ 345398 w 569453"/>
                <a:gd name="csY280" fmla="*/ 180582 h 592384"/>
                <a:gd name="csX281" fmla="*/ 344920 w 569453"/>
                <a:gd name="csY281" fmla="*/ 181537 h 592384"/>
                <a:gd name="csX282" fmla="*/ 351131 w 569453"/>
                <a:gd name="csY282" fmla="*/ 181537 h 592384"/>
                <a:gd name="csX283" fmla="*/ 353042 w 569453"/>
                <a:gd name="csY283" fmla="*/ 179626 h 592384"/>
                <a:gd name="csX284" fmla="*/ 354475 w 569453"/>
                <a:gd name="csY284" fmla="*/ 175804 h 592384"/>
                <a:gd name="csX285" fmla="*/ 357342 w 569453"/>
                <a:gd name="csY285" fmla="*/ 171505 h 592384"/>
                <a:gd name="csX286" fmla="*/ 362596 w 569453"/>
                <a:gd name="csY286" fmla="*/ 169594 h 592384"/>
                <a:gd name="csX287" fmla="*/ 369762 w 569453"/>
                <a:gd name="csY287" fmla="*/ 173893 h 592384"/>
                <a:gd name="csX288" fmla="*/ 373584 w 569453"/>
                <a:gd name="csY288" fmla="*/ 173416 h 592384"/>
                <a:gd name="csX289" fmla="*/ 376451 w 569453"/>
                <a:gd name="csY289" fmla="*/ 169594 h 592384"/>
                <a:gd name="csX290" fmla="*/ 379317 w 569453"/>
                <a:gd name="csY290" fmla="*/ 166728 h 592384"/>
                <a:gd name="csX291" fmla="*/ 380750 w 569453"/>
                <a:gd name="csY291" fmla="*/ 166250 h 592384"/>
                <a:gd name="csX292" fmla="*/ 381228 w 569453"/>
                <a:gd name="csY292" fmla="*/ 166728 h 592384"/>
                <a:gd name="csX293" fmla="*/ 383617 w 569453"/>
                <a:gd name="csY293" fmla="*/ 169594 h 592384"/>
                <a:gd name="csX294" fmla="*/ 384572 w 569453"/>
                <a:gd name="csY294" fmla="*/ 171983 h 592384"/>
                <a:gd name="csX295" fmla="*/ 384094 w 569453"/>
                <a:gd name="csY295" fmla="*/ 177715 h 592384"/>
                <a:gd name="csX296" fmla="*/ 384094 w 569453"/>
                <a:gd name="csY296" fmla="*/ 179626 h 592384"/>
                <a:gd name="csX297" fmla="*/ 381706 w 569453"/>
                <a:gd name="csY297" fmla="*/ 183926 h 592384"/>
                <a:gd name="csX298" fmla="*/ 376928 w 569453"/>
                <a:gd name="csY298" fmla="*/ 190614 h 592384"/>
                <a:gd name="csX299" fmla="*/ 373584 w 569453"/>
                <a:gd name="csY299" fmla="*/ 193003 h 592384"/>
                <a:gd name="csX300" fmla="*/ 369762 w 569453"/>
                <a:gd name="csY300" fmla="*/ 193958 h 592384"/>
                <a:gd name="csX301" fmla="*/ 365463 w 569453"/>
                <a:gd name="csY301" fmla="*/ 196347 h 592384"/>
                <a:gd name="csX302" fmla="*/ 364030 w 569453"/>
                <a:gd name="csY302" fmla="*/ 198258 h 592384"/>
                <a:gd name="csX303" fmla="*/ 362596 w 569453"/>
                <a:gd name="csY303" fmla="*/ 200646 h 592384"/>
                <a:gd name="csX304" fmla="*/ 361163 w 569453"/>
                <a:gd name="csY304" fmla="*/ 202080 h 592384"/>
                <a:gd name="csX305" fmla="*/ 359252 w 569453"/>
                <a:gd name="csY305" fmla="*/ 203513 h 592384"/>
                <a:gd name="csX306" fmla="*/ 361641 w 569453"/>
                <a:gd name="csY306" fmla="*/ 205424 h 592384"/>
                <a:gd name="csX307" fmla="*/ 362596 w 569453"/>
                <a:gd name="csY307" fmla="*/ 205424 h 592384"/>
                <a:gd name="csX308" fmla="*/ 363552 w 569453"/>
                <a:gd name="csY308" fmla="*/ 204468 h 592384"/>
                <a:gd name="csX309" fmla="*/ 365941 w 569453"/>
                <a:gd name="csY309" fmla="*/ 199691 h 592384"/>
                <a:gd name="csX310" fmla="*/ 367852 w 569453"/>
                <a:gd name="csY310" fmla="*/ 197302 h 592384"/>
                <a:gd name="csX311" fmla="*/ 368807 w 569453"/>
                <a:gd name="csY311" fmla="*/ 196824 h 592384"/>
                <a:gd name="csX312" fmla="*/ 369762 w 569453"/>
                <a:gd name="csY312" fmla="*/ 197302 h 592384"/>
                <a:gd name="csX313" fmla="*/ 370718 w 569453"/>
                <a:gd name="csY313" fmla="*/ 198258 h 592384"/>
                <a:gd name="csX314" fmla="*/ 371673 w 569453"/>
                <a:gd name="csY314" fmla="*/ 199691 h 592384"/>
                <a:gd name="csX315" fmla="*/ 371673 w 569453"/>
                <a:gd name="csY315" fmla="*/ 203990 h 592384"/>
                <a:gd name="csX316" fmla="*/ 368807 w 569453"/>
                <a:gd name="csY316" fmla="*/ 219756 h 592384"/>
                <a:gd name="csX317" fmla="*/ 369285 w 569453"/>
                <a:gd name="csY317" fmla="*/ 219756 h 592384"/>
                <a:gd name="csX318" fmla="*/ 370718 w 569453"/>
                <a:gd name="csY318" fmla="*/ 215456 h 592384"/>
                <a:gd name="csX319" fmla="*/ 376451 w 569453"/>
                <a:gd name="csY319" fmla="*/ 198735 h 592384"/>
                <a:gd name="csX320" fmla="*/ 377406 w 569453"/>
                <a:gd name="csY320" fmla="*/ 195391 h 592384"/>
                <a:gd name="csX321" fmla="*/ 380273 w 569453"/>
                <a:gd name="csY321" fmla="*/ 192047 h 592384"/>
                <a:gd name="csX322" fmla="*/ 386005 w 569453"/>
                <a:gd name="csY322" fmla="*/ 186792 h 592384"/>
                <a:gd name="csX323" fmla="*/ 390305 w 569453"/>
                <a:gd name="csY323" fmla="*/ 183926 h 592384"/>
                <a:gd name="csX324" fmla="*/ 395082 w 569453"/>
                <a:gd name="csY324" fmla="*/ 181537 h 592384"/>
                <a:gd name="csX325" fmla="*/ 397949 w 569453"/>
                <a:gd name="csY325" fmla="*/ 181059 h 592384"/>
                <a:gd name="csX326" fmla="*/ 400815 w 569453"/>
                <a:gd name="csY326" fmla="*/ 181537 h 592384"/>
                <a:gd name="csX327" fmla="*/ 403203 w 569453"/>
                <a:gd name="csY327" fmla="*/ 184403 h 592384"/>
                <a:gd name="csX328" fmla="*/ 405592 w 569453"/>
                <a:gd name="csY328" fmla="*/ 184881 h 592384"/>
                <a:gd name="csX329" fmla="*/ 408936 w 569453"/>
                <a:gd name="csY329" fmla="*/ 183926 h 592384"/>
                <a:gd name="csX330" fmla="*/ 410847 w 569453"/>
                <a:gd name="csY330" fmla="*/ 184403 h 592384"/>
                <a:gd name="csX331" fmla="*/ 413236 w 569453"/>
                <a:gd name="csY331" fmla="*/ 185359 h 592384"/>
                <a:gd name="csX332" fmla="*/ 415625 w 569453"/>
                <a:gd name="csY332" fmla="*/ 187270 h 592384"/>
                <a:gd name="csX333" fmla="*/ 418968 w 569453"/>
                <a:gd name="csY333" fmla="*/ 189659 h 592384"/>
                <a:gd name="csX334" fmla="*/ 426612 w 569453"/>
                <a:gd name="csY334" fmla="*/ 193958 h 592384"/>
                <a:gd name="csX335" fmla="*/ 427568 w 569453"/>
                <a:gd name="csY335" fmla="*/ 194914 h 592384"/>
                <a:gd name="csX336" fmla="*/ 428523 w 569453"/>
                <a:gd name="csY336" fmla="*/ 196347 h 592384"/>
                <a:gd name="csX337" fmla="*/ 429479 w 569453"/>
                <a:gd name="csY337" fmla="*/ 198735 h 592384"/>
                <a:gd name="csX338" fmla="*/ 429479 w 569453"/>
                <a:gd name="csY338" fmla="*/ 201124 h 592384"/>
                <a:gd name="csX339" fmla="*/ 428523 w 569453"/>
                <a:gd name="csY339" fmla="*/ 203035 h 592384"/>
                <a:gd name="csX340" fmla="*/ 427090 w 569453"/>
                <a:gd name="csY340" fmla="*/ 204468 h 592384"/>
                <a:gd name="csX341" fmla="*/ 425657 w 569453"/>
                <a:gd name="csY341" fmla="*/ 204946 h 592384"/>
                <a:gd name="csX342" fmla="*/ 423746 w 569453"/>
                <a:gd name="csY342" fmla="*/ 206379 h 592384"/>
                <a:gd name="csX343" fmla="*/ 420880 w 569453"/>
                <a:gd name="csY343" fmla="*/ 209245 h 592384"/>
                <a:gd name="csX344" fmla="*/ 419924 w 569453"/>
                <a:gd name="csY344" fmla="*/ 209723 h 592384"/>
                <a:gd name="csX345" fmla="*/ 415147 w 569453"/>
                <a:gd name="csY345" fmla="*/ 211156 h 592384"/>
                <a:gd name="csX346" fmla="*/ 410847 w 569453"/>
                <a:gd name="csY346" fmla="*/ 212112 h 592384"/>
                <a:gd name="csX347" fmla="*/ 407981 w 569453"/>
                <a:gd name="csY347" fmla="*/ 213067 h 592384"/>
                <a:gd name="csX348" fmla="*/ 402726 w 569453"/>
                <a:gd name="csY348" fmla="*/ 216411 h 592384"/>
                <a:gd name="csX349" fmla="*/ 395560 w 569453"/>
                <a:gd name="csY349" fmla="*/ 223100 h 592384"/>
                <a:gd name="csX350" fmla="*/ 396038 w 569453"/>
                <a:gd name="csY350" fmla="*/ 224533 h 592384"/>
                <a:gd name="csX351" fmla="*/ 398904 w 569453"/>
                <a:gd name="csY351" fmla="*/ 225010 h 592384"/>
                <a:gd name="csX352" fmla="*/ 400815 w 569453"/>
                <a:gd name="csY352" fmla="*/ 224055 h 592384"/>
                <a:gd name="csX353" fmla="*/ 404159 w 569453"/>
                <a:gd name="csY353" fmla="*/ 219756 h 592384"/>
                <a:gd name="csX354" fmla="*/ 407025 w 569453"/>
                <a:gd name="csY354" fmla="*/ 218322 h 592384"/>
                <a:gd name="csX355" fmla="*/ 411803 w 569453"/>
                <a:gd name="csY355" fmla="*/ 216889 h 592384"/>
                <a:gd name="csX356" fmla="*/ 418491 w 569453"/>
                <a:gd name="csY356" fmla="*/ 215456 h 592384"/>
                <a:gd name="csX357" fmla="*/ 421357 w 569453"/>
                <a:gd name="csY357" fmla="*/ 215934 h 592384"/>
                <a:gd name="csX358" fmla="*/ 421835 w 569453"/>
                <a:gd name="csY358" fmla="*/ 215934 h 592384"/>
                <a:gd name="csX359" fmla="*/ 421835 w 569453"/>
                <a:gd name="csY359" fmla="*/ 217367 h 592384"/>
                <a:gd name="csX360" fmla="*/ 422313 w 569453"/>
                <a:gd name="csY360" fmla="*/ 218800 h 592384"/>
                <a:gd name="csX361" fmla="*/ 421357 w 569453"/>
                <a:gd name="csY361" fmla="*/ 221189 h 592384"/>
                <a:gd name="csX362" fmla="*/ 419924 w 569453"/>
                <a:gd name="csY362" fmla="*/ 222622 h 592384"/>
                <a:gd name="csX363" fmla="*/ 416580 w 569453"/>
                <a:gd name="csY363" fmla="*/ 227877 h 592384"/>
                <a:gd name="csX364" fmla="*/ 418968 w 569453"/>
                <a:gd name="csY364" fmla="*/ 229310 h 592384"/>
                <a:gd name="csX365" fmla="*/ 421835 w 569453"/>
                <a:gd name="csY365" fmla="*/ 229788 h 592384"/>
                <a:gd name="csX366" fmla="*/ 423746 w 569453"/>
                <a:gd name="csY366" fmla="*/ 228355 h 592384"/>
                <a:gd name="csX367" fmla="*/ 425179 w 569453"/>
                <a:gd name="csY367" fmla="*/ 225010 h 592384"/>
                <a:gd name="csX368" fmla="*/ 427090 w 569453"/>
                <a:gd name="csY368" fmla="*/ 223100 h 592384"/>
                <a:gd name="csX369" fmla="*/ 429001 w 569453"/>
                <a:gd name="csY369" fmla="*/ 223100 h 592384"/>
                <a:gd name="csX370" fmla="*/ 430434 w 569453"/>
                <a:gd name="csY370" fmla="*/ 222144 h 592384"/>
                <a:gd name="csX371" fmla="*/ 431867 w 569453"/>
                <a:gd name="csY371" fmla="*/ 220711 h 592384"/>
                <a:gd name="csX372" fmla="*/ 432345 w 569453"/>
                <a:gd name="csY372" fmla="*/ 219756 h 592384"/>
                <a:gd name="csX373" fmla="*/ 430434 w 569453"/>
                <a:gd name="csY373" fmla="*/ 218322 h 592384"/>
                <a:gd name="csX374" fmla="*/ 429957 w 569453"/>
                <a:gd name="csY374" fmla="*/ 217367 h 592384"/>
                <a:gd name="csX375" fmla="*/ 430912 w 569453"/>
                <a:gd name="csY375" fmla="*/ 214500 h 592384"/>
                <a:gd name="csX376" fmla="*/ 432345 w 569453"/>
                <a:gd name="csY376" fmla="*/ 211634 h 592384"/>
                <a:gd name="csX377" fmla="*/ 434256 w 569453"/>
                <a:gd name="csY377" fmla="*/ 209723 h 592384"/>
                <a:gd name="csX378" fmla="*/ 435211 w 569453"/>
                <a:gd name="csY378" fmla="*/ 209723 h 592384"/>
                <a:gd name="csX379" fmla="*/ 439511 w 569453"/>
                <a:gd name="csY379" fmla="*/ 211634 h 592384"/>
                <a:gd name="csX380" fmla="*/ 442377 w 569453"/>
                <a:gd name="csY380" fmla="*/ 214978 h 592384"/>
                <a:gd name="csX381" fmla="*/ 449066 w 569453"/>
                <a:gd name="csY381" fmla="*/ 225010 h 592384"/>
                <a:gd name="csX382" fmla="*/ 450021 w 569453"/>
                <a:gd name="csY382" fmla="*/ 226921 h 592384"/>
                <a:gd name="csX383" fmla="*/ 452410 w 569453"/>
                <a:gd name="csY383" fmla="*/ 234087 h 592384"/>
                <a:gd name="csX384" fmla="*/ 452887 w 569453"/>
                <a:gd name="csY384" fmla="*/ 237431 h 592384"/>
                <a:gd name="csX385" fmla="*/ 452410 w 569453"/>
                <a:gd name="csY385" fmla="*/ 239820 h 592384"/>
                <a:gd name="csX386" fmla="*/ 451932 w 569453"/>
                <a:gd name="csY386" fmla="*/ 240776 h 592384"/>
                <a:gd name="csX387" fmla="*/ 451454 w 569453"/>
                <a:gd name="csY387" fmla="*/ 241253 h 592384"/>
                <a:gd name="csX388" fmla="*/ 449543 w 569453"/>
                <a:gd name="csY388" fmla="*/ 241731 h 592384"/>
                <a:gd name="csX389" fmla="*/ 440466 w 569453"/>
                <a:gd name="csY389" fmla="*/ 238387 h 592384"/>
                <a:gd name="csX390" fmla="*/ 436167 w 569453"/>
                <a:gd name="csY390" fmla="*/ 238865 h 592384"/>
                <a:gd name="csX391" fmla="*/ 434256 w 569453"/>
                <a:gd name="csY391" fmla="*/ 239820 h 592384"/>
                <a:gd name="csX392" fmla="*/ 432823 w 569453"/>
                <a:gd name="csY392" fmla="*/ 240776 h 592384"/>
                <a:gd name="csX393" fmla="*/ 431867 w 569453"/>
                <a:gd name="csY393" fmla="*/ 242687 h 592384"/>
                <a:gd name="csX394" fmla="*/ 430912 w 569453"/>
                <a:gd name="csY394" fmla="*/ 244597 h 592384"/>
                <a:gd name="csX395" fmla="*/ 429479 w 569453"/>
                <a:gd name="csY395" fmla="*/ 245553 h 592384"/>
                <a:gd name="csX396" fmla="*/ 423268 w 569453"/>
                <a:gd name="csY396" fmla="*/ 245553 h 592384"/>
                <a:gd name="csX397" fmla="*/ 419924 w 569453"/>
                <a:gd name="csY397" fmla="*/ 246508 h 592384"/>
                <a:gd name="csX398" fmla="*/ 414191 w 569453"/>
                <a:gd name="csY398" fmla="*/ 249375 h 592384"/>
                <a:gd name="csX399" fmla="*/ 412280 w 569453"/>
                <a:gd name="csY399" fmla="*/ 250330 h 592384"/>
                <a:gd name="csX400" fmla="*/ 411803 w 569453"/>
                <a:gd name="csY400" fmla="*/ 252241 h 592384"/>
                <a:gd name="csX401" fmla="*/ 415147 w 569453"/>
                <a:gd name="csY401" fmla="*/ 252241 h 592384"/>
                <a:gd name="csX402" fmla="*/ 420880 w 569453"/>
                <a:gd name="csY402" fmla="*/ 249852 h 592384"/>
                <a:gd name="csX403" fmla="*/ 426612 w 569453"/>
                <a:gd name="csY403" fmla="*/ 248897 h 592384"/>
                <a:gd name="csX404" fmla="*/ 435689 w 569453"/>
                <a:gd name="csY404" fmla="*/ 254152 h 592384"/>
                <a:gd name="csX405" fmla="*/ 438556 w 569453"/>
                <a:gd name="csY405" fmla="*/ 255108 h 592384"/>
                <a:gd name="csX406" fmla="*/ 439989 w 569453"/>
                <a:gd name="csY406" fmla="*/ 254152 h 592384"/>
                <a:gd name="csX407" fmla="*/ 441900 w 569453"/>
                <a:gd name="csY407" fmla="*/ 254152 h 592384"/>
                <a:gd name="csX408" fmla="*/ 449066 w 569453"/>
                <a:gd name="csY408" fmla="*/ 254630 h 592384"/>
                <a:gd name="csX409" fmla="*/ 451932 w 569453"/>
                <a:gd name="csY409" fmla="*/ 255108 h 592384"/>
                <a:gd name="csX410" fmla="*/ 455276 w 569453"/>
                <a:gd name="csY410" fmla="*/ 257018 h 592384"/>
                <a:gd name="csX411" fmla="*/ 461009 w 569453"/>
                <a:gd name="csY411" fmla="*/ 261318 h 592384"/>
                <a:gd name="csX412" fmla="*/ 461964 w 569453"/>
                <a:gd name="csY412" fmla="*/ 262751 h 592384"/>
                <a:gd name="csX413" fmla="*/ 462442 w 569453"/>
                <a:gd name="csY413" fmla="*/ 264184 h 592384"/>
                <a:gd name="csX414" fmla="*/ 462920 w 569453"/>
                <a:gd name="csY414" fmla="*/ 265617 h 592384"/>
                <a:gd name="csX415" fmla="*/ 462920 w 569453"/>
                <a:gd name="csY415" fmla="*/ 268962 h 592384"/>
                <a:gd name="csX416" fmla="*/ 462442 w 569453"/>
                <a:gd name="csY416" fmla="*/ 269917 h 592384"/>
                <a:gd name="csX417" fmla="*/ 460531 w 569453"/>
                <a:gd name="csY417" fmla="*/ 270873 h 592384"/>
                <a:gd name="csX418" fmla="*/ 452410 w 569453"/>
                <a:gd name="csY418" fmla="*/ 269917 h 592384"/>
                <a:gd name="csX419" fmla="*/ 450021 w 569453"/>
                <a:gd name="csY419" fmla="*/ 269439 h 592384"/>
                <a:gd name="csX420" fmla="*/ 446677 w 569453"/>
                <a:gd name="csY420" fmla="*/ 270395 h 592384"/>
                <a:gd name="csX421" fmla="*/ 444288 w 569453"/>
                <a:gd name="csY421" fmla="*/ 269917 h 592384"/>
                <a:gd name="csX422" fmla="*/ 441422 w 569453"/>
                <a:gd name="csY422" fmla="*/ 268484 h 592384"/>
                <a:gd name="csX423" fmla="*/ 438078 w 569453"/>
                <a:gd name="csY423" fmla="*/ 266095 h 592384"/>
                <a:gd name="csX424" fmla="*/ 432823 w 569453"/>
                <a:gd name="csY424" fmla="*/ 268484 h 592384"/>
                <a:gd name="csX425" fmla="*/ 428523 w 569453"/>
                <a:gd name="csY425" fmla="*/ 267051 h 592384"/>
                <a:gd name="csX426" fmla="*/ 424224 w 569453"/>
                <a:gd name="csY426" fmla="*/ 268006 h 592384"/>
                <a:gd name="csX427" fmla="*/ 416102 w 569453"/>
                <a:gd name="csY427" fmla="*/ 273739 h 592384"/>
                <a:gd name="csX428" fmla="*/ 417058 w 569453"/>
                <a:gd name="csY428" fmla="*/ 274694 h 592384"/>
                <a:gd name="csX429" fmla="*/ 428523 w 569453"/>
                <a:gd name="csY429" fmla="*/ 269917 h 592384"/>
                <a:gd name="csX430" fmla="*/ 430434 w 569453"/>
                <a:gd name="csY430" fmla="*/ 270395 h 592384"/>
                <a:gd name="csX431" fmla="*/ 434256 w 569453"/>
                <a:gd name="csY431" fmla="*/ 271828 h 592384"/>
                <a:gd name="csX432" fmla="*/ 439989 w 569453"/>
                <a:gd name="csY432" fmla="*/ 275172 h 592384"/>
                <a:gd name="csX433" fmla="*/ 441422 w 569453"/>
                <a:gd name="csY433" fmla="*/ 276605 h 592384"/>
                <a:gd name="csX434" fmla="*/ 441422 w 569453"/>
                <a:gd name="csY434" fmla="*/ 281860 h 592384"/>
                <a:gd name="csX435" fmla="*/ 440466 w 569453"/>
                <a:gd name="csY435" fmla="*/ 285682 h 592384"/>
                <a:gd name="csX436" fmla="*/ 439033 w 569453"/>
                <a:gd name="csY436" fmla="*/ 289504 h 592384"/>
                <a:gd name="csX437" fmla="*/ 436167 w 569453"/>
                <a:gd name="csY437" fmla="*/ 289026 h 592384"/>
                <a:gd name="csX438" fmla="*/ 429957 w 569453"/>
                <a:gd name="csY438" fmla="*/ 286638 h 592384"/>
                <a:gd name="csX439" fmla="*/ 427568 w 569453"/>
                <a:gd name="csY439" fmla="*/ 286160 h 592384"/>
                <a:gd name="csX440" fmla="*/ 425657 w 569453"/>
                <a:gd name="csY440" fmla="*/ 286638 h 592384"/>
                <a:gd name="csX441" fmla="*/ 423268 w 569453"/>
                <a:gd name="csY441" fmla="*/ 288071 h 592384"/>
                <a:gd name="csX442" fmla="*/ 422313 w 569453"/>
                <a:gd name="csY442" fmla="*/ 288071 h 592384"/>
                <a:gd name="csX443" fmla="*/ 412280 w 569453"/>
                <a:gd name="csY443" fmla="*/ 285204 h 592384"/>
                <a:gd name="csX444" fmla="*/ 410369 w 569453"/>
                <a:gd name="csY444" fmla="*/ 285204 h 592384"/>
                <a:gd name="csX445" fmla="*/ 409892 w 569453"/>
                <a:gd name="csY445" fmla="*/ 285204 h 592384"/>
                <a:gd name="csX446" fmla="*/ 410369 w 569453"/>
                <a:gd name="csY446" fmla="*/ 286160 h 592384"/>
                <a:gd name="csX447" fmla="*/ 419446 w 569453"/>
                <a:gd name="csY447" fmla="*/ 290937 h 592384"/>
                <a:gd name="csX448" fmla="*/ 425657 w 569453"/>
                <a:gd name="csY448" fmla="*/ 291415 h 592384"/>
                <a:gd name="csX449" fmla="*/ 429957 w 569453"/>
                <a:gd name="csY449" fmla="*/ 292370 h 592384"/>
                <a:gd name="csX450" fmla="*/ 432345 w 569453"/>
                <a:gd name="csY450" fmla="*/ 293804 h 592384"/>
                <a:gd name="csX451" fmla="*/ 433778 w 569453"/>
                <a:gd name="csY451" fmla="*/ 294759 h 592384"/>
                <a:gd name="csX452" fmla="*/ 433778 w 569453"/>
                <a:gd name="csY452" fmla="*/ 298103 h 592384"/>
                <a:gd name="csX453" fmla="*/ 435689 w 569453"/>
                <a:gd name="csY453" fmla="*/ 301447 h 592384"/>
                <a:gd name="csX454" fmla="*/ 438078 w 569453"/>
                <a:gd name="csY454" fmla="*/ 302403 h 592384"/>
                <a:gd name="csX455" fmla="*/ 439033 w 569453"/>
                <a:gd name="csY455" fmla="*/ 302403 h 592384"/>
                <a:gd name="csX456" fmla="*/ 441422 w 569453"/>
                <a:gd name="csY456" fmla="*/ 301447 h 592384"/>
                <a:gd name="csX457" fmla="*/ 443333 w 569453"/>
                <a:gd name="csY457" fmla="*/ 301447 h 592384"/>
                <a:gd name="csX458" fmla="*/ 445244 w 569453"/>
                <a:gd name="csY458" fmla="*/ 301925 h 592384"/>
                <a:gd name="csX459" fmla="*/ 447632 w 569453"/>
                <a:gd name="csY459" fmla="*/ 303836 h 592384"/>
                <a:gd name="csX460" fmla="*/ 450021 w 569453"/>
                <a:gd name="csY460" fmla="*/ 304314 h 592384"/>
                <a:gd name="csX461" fmla="*/ 452410 w 569453"/>
                <a:gd name="csY461" fmla="*/ 305269 h 592384"/>
                <a:gd name="csX462" fmla="*/ 454321 w 569453"/>
                <a:gd name="csY462" fmla="*/ 305747 h 592384"/>
                <a:gd name="csX463" fmla="*/ 459575 w 569453"/>
                <a:gd name="csY463" fmla="*/ 305269 h 592384"/>
                <a:gd name="csX464" fmla="*/ 461487 w 569453"/>
                <a:gd name="csY464" fmla="*/ 305747 h 592384"/>
                <a:gd name="csX465" fmla="*/ 461964 w 569453"/>
                <a:gd name="csY465" fmla="*/ 306224 h 592384"/>
                <a:gd name="csX466" fmla="*/ 461009 w 569453"/>
                <a:gd name="csY466" fmla="*/ 307658 h 592384"/>
                <a:gd name="csX467" fmla="*/ 456709 w 569453"/>
                <a:gd name="csY467" fmla="*/ 310046 h 592384"/>
                <a:gd name="csX468" fmla="*/ 455754 w 569453"/>
                <a:gd name="csY468" fmla="*/ 312435 h 592384"/>
                <a:gd name="csX469" fmla="*/ 458620 w 569453"/>
                <a:gd name="csY469" fmla="*/ 315301 h 592384"/>
                <a:gd name="csX470" fmla="*/ 459575 w 569453"/>
                <a:gd name="csY470" fmla="*/ 317690 h 592384"/>
                <a:gd name="csX471" fmla="*/ 459575 w 569453"/>
                <a:gd name="csY471" fmla="*/ 319601 h 592384"/>
                <a:gd name="csX472" fmla="*/ 458142 w 569453"/>
                <a:gd name="csY472" fmla="*/ 323423 h 592384"/>
                <a:gd name="csX473" fmla="*/ 458142 w 569453"/>
                <a:gd name="csY473" fmla="*/ 324856 h 592384"/>
                <a:gd name="csX474" fmla="*/ 458620 w 569453"/>
                <a:gd name="csY474" fmla="*/ 325334 h 592384"/>
                <a:gd name="csX475" fmla="*/ 461964 w 569453"/>
                <a:gd name="csY475" fmla="*/ 321990 h 592384"/>
                <a:gd name="csX476" fmla="*/ 462442 w 569453"/>
                <a:gd name="csY476" fmla="*/ 322467 h 592384"/>
                <a:gd name="csX477" fmla="*/ 462920 w 569453"/>
                <a:gd name="csY477" fmla="*/ 326767 h 592384"/>
                <a:gd name="csX478" fmla="*/ 463398 w 569453"/>
                <a:gd name="csY478" fmla="*/ 326767 h 592384"/>
                <a:gd name="csX479" fmla="*/ 464353 w 569453"/>
                <a:gd name="csY479" fmla="*/ 322945 h 592384"/>
                <a:gd name="csX480" fmla="*/ 463875 w 569453"/>
                <a:gd name="csY480" fmla="*/ 318168 h 592384"/>
                <a:gd name="csX481" fmla="*/ 465786 w 569453"/>
                <a:gd name="csY481" fmla="*/ 316257 h 592384"/>
                <a:gd name="csX482" fmla="*/ 471997 w 569453"/>
                <a:gd name="csY482" fmla="*/ 314824 h 592384"/>
                <a:gd name="csX483" fmla="*/ 471041 w 569453"/>
                <a:gd name="csY483" fmla="*/ 322467 h 592384"/>
                <a:gd name="csX484" fmla="*/ 471041 w 569453"/>
                <a:gd name="csY484" fmla="*/ 326289 h 592384"/>
                <a:gd name="csX485" fmla="*/ 468175 w 569453"/>
                <a:gd name="csY485" fmla="*/ 332977 h 592384"/>
                <a:gd name="csX486" fmla="*/ 465786 w 569453"/>
                <a:gd name="csY486" fmla="*/ 334888 h 592384"/>
                <a:gd name="csX487" fmla="*/ 465786 w 569453"/>
                <a:gd name="csY487" fmla="*/ 335366 h 592384"/>
                <a:gd name="csX488" fmla="*/ 467697 w 569453"/>
                <a:gd name="csY488" fmla="*/ 336322 h 592384"/>
                <a:gd name="csX489" fmla="*/ 468652 w 569453"/>
                <a:gd name="csY489" fmla="*/ 336322 h 592384"/>
                <a:gd name="csX490" fmla="*/ 469608 w 569453"/>
                <a:gd name="csY490" fmla="*/ 335366 h 592384"/>
                <a:gd name="csX491" fmla="*/ 471997 w 569453"/>
                <a:gd name="csY491" fmla="*/ 330111 h 592384"/>
                <a:gd name="csX492" fmla="*/ 476774 w 569453"/>
                <a:gd name="csY492" fmla="*/ 324856 h 592384"/>
                <a:gd name="csX493" fmla="*/ 477252 w 569453"/>
                <a:gd name="csY493" fmla="*/ 324856 h 592384"/>
                <a:gd name="csX494" fmla="*/ 477252 w 569453"/>
                <a:gd name="csY494" fmla="*/ 326767 h 592384"/>
                <a:gd name="csX495" fmla="*/ 476774 w 569453"/>
                <a:gd name="csY495" fmla="*/ 330589 h 592384"/>
                <a:gd name="csX496" fmla="*/ 479163 w 569453"/>
                <a:gd name="csY496" fmla="*/ 332022 h 592384"/>
                <a:gd name="csX497" fmla="*/ 481073 w 569453"/>
                <a:gd name="csY497" fmla="*/ 330589 h 592384"/>
                <a:gd name="csX498" fmla="*/ 482029 w 569453"/>
                <a:gd name="csY498" fmla="*/ 329156 h 592384"/>
                <a:gd name="csX499" fmla="*/ 484895 w 569453"/>
                <a:gd name="csY499" fmla="*/ 329156 h 592384"/>
                <a:gd name="csX500" fmla="*/ 485851 w 569453"/>
                <a:gd name="csY500" fmla="*/ 329633 h 592384"/>
                <a:gd name="csX501" fmla="*/ 486329 w 569453"/>
                <a:gd name="csY501" fmla="*/ 331544 h 592384"/>
                <a:gd name="csX502" fmla="*/ 485373 w 569453"/>
                <a:gd name="csY502" fmla="*/ 337755 h 592384"/>
                <a:gd name="csX503" fmla="*/ 485373 w 569453"/>
                <a:gd name="csY503" fmla="*/ 339666 h 592384"/>
                <a:gd name="csX504" fmla="*/ 488239 w 569453"/>
                <a:gd name="csY504" fmla="*/ 343965 h 592384"/>
                <a:gd name="csX505" fmla="*/ 488239 w 569453"/>
                <a:gd name="csY505" fmla="*/ 343487 h 592384"/>
                <a:gd name="csX506" fmla="*/ 487762 w 569453"/>
                <a:gd name="csY506" fmla="*/ 341577 h 592384"/>
                <a:gd name="csX507" fmla="*/ 487284 w 569453"/>
                <a:gd name="csY507" fmla="*/ 336322 h 592384"/>
                <a:gd name="csX508" fmla="*/ 487762 w 569453"/>
                <a:gd name="csY508" fmla="*/ 333933 h 592384"/>
                <a:gd name="csX509" fmla="*/ 490150 w 569453"/>
                <a:gd name="csY509" fmla="*/ 331066 h 592384"/>
                <a:gd name="csX510" fmla="*/ 494928 w 569453"/>
                <a:gd name="csY510" fmla="*/ 327245 h 592384"/>
                <a:gd name="csX511" fmla="*/ 496839 w 569453"/>
                <a:gd name="csY511" fmla="*/ 326289 h 592384"/>
                <a:gd name="csX512" fmla="*/ 497794 w 569453"/>
                <a:gd name="csY512" fmla="*/ 326767 h 592384"/>
                <a:gd name="csX513" fmla="*/ 499227 w 569453"/>
                <a:gd name="csY513" fmla="*/ 328678 h 592384"/>
                <a:gd name="csX514" fmla="*/ 498749 w 569453"/>
                <a:gd name="csY514" fmla="*/ 330111 h 592384"/>
                <a:gd name="csX515" fmla="*/ 496839 w 569453"/>
                <a:gd name="csY515" fmla="*/ 331066 h 592384"/>
                <a:gd name="csX516" fmla="*/ 495405 w 569453"/>
                <a:gd name="csY516" fmla="*/ 333455 h 592384"/>
                <a:gd name="csX517" fmla="*/ 494928 w 569453"/>
                <a:gd name="csY517" fmla="*/ 336799 h 592384"/>
                <a:gd name="csX518" fmla="*/ 495883 w 569453"/>
                <a:gd name="csY518" fmla="*/ 338710 h 592384"/>
                <a:gd name="csX519" fmla="*/ 499705 w 569453"/>
                <a:gd name="csY519" fmla="*/ 338710 h 592384"/>
                <a:gd name="csX520" fmla="*/ 503527 w 569453"/>
                <a:gd name="csY520" fmla="*/ 335844 h 592384"/>
                <a:gd name="csX521" fmla="*/ 505438 w 569453"/>
                <a:gd name="csY521" fmla="*/ 337277 h 592384"/>
                <a:gd name="csX522" fmla="*/ 508304 w 569453"/>
                <a:gd name="csY522" fmla="*/ 340621 h 592384"/>
                <a:gd name="csX523" fmla="*/ 513081 w 569453"/>
                <a:gd name="csY523" fmla="*/ 346354 h 592384"/>
                <a:gd name="csX524" fmla="*/ 515470 w 569453"/>
                <a:gd name="csY524" fmla="*/ 344921 h 592384"/>
                <a:gd name="csX525" fmla="*/ 518814 w 569453"/>
                <a:gd name="csY525" fmla="*/ 349220 h 592384"/>
                <a:gd name="csX526" fmla="*/ 514514 w 569453"/>
                <a:gd name="csY526" fmla="*/ 352564 h 592384"/>
                <a:gd name="csX527" fmla="*/ 515948 w 569453"/>
                <a:gd name="csY527" fmla="*/ 359730 h 592384"/>
                <a:gd name="csX528" fmla="*/ 509737 w 569453"/>
                <a:gd name="csY528" fmla="*/ 359252 h 592384"/>
                <a:gd name="csX529" fmla="*/ 506871 w 569453"/>
                <a:gd name="csY529" fmla="*/ 359730 h 592384"/>
                <a:gd name="csX530" fmla="*/ 504482 w 569453"/>
                <a:gd name="csY530" fmla="*/ 359252 h 592384"/>
                <a:gd name="csX531" fmla="*/ 502094 w 569453"/>
                <a:gd name="csY531" fmla="*/ 359252 h 592384"/>
                <a:gd name="csX532" fmla="*/ 504482 w 569453"/>
                <a:gd name="csY532" fmla="*/ 361163 h 592384"/>
                <a:gd name="csX533" fmla="*/ 508782 w 569453"/>
                <a:gd name="csY533" fmla="*/ 361641 h 592384"/>
                <a:gd name="csX534" fmla="*/ 508782 w 569453"/>
                <a:gd name="csY534" fmla="*/ 364030 h 592384"/>
                <a:gd name="csX535" fmla="*/ 512126 w 569453"/>
                <a:gd name="csY535" fmla="*/ 363552 h 592384"/>
                <a:gd name="csX536" fmla="*/ 514514 w 569453"/>
                <a:gd name="csY536" fmla="*/ 363552 h 592384"/>
                <a:gd name="csX537" fmla="*/ 519292 w 569453"/>
                <a:gd name="csY537" fmla="*/ 363552 h 592384"/>
                <a:gd name="csX538" fmla="*/ 519292 w 569453"/>
                <a:gd name="csY538" fmla="*/ 361163 h 592384"/>
                <a:gd name="csX539" fmla="*/ 522158 w 569453"/>
                <a:gd name="csY539" fmla="*/ 359730 h 592384"/>
                <a:gd name="csX540" fmla="*/ 524069 w 569453"/>
                <a:gd name="csY540" fmla="*/ 358297 h 592384"/>
                <a:gd name="csX541" fmla="*/ 525502 w 569453"/>
                <a:gd name="csY541" fmla="*/ 358775 h 592384"/>
                <a:gd name="csX542" fmla="*/ 529802 w 569453"/>
                <a:gd name="csY542" fmla="*/ 360208 h 592384"/>
                <a:gd name="csX543" fmla="*/ 535057 w 569453"/>
                <a:gd name="csY543" fmla="*/ 364985 h 592384"/>
                <a:gd name="csX544" fmla="*/ 532668 w 569453"/>
                <a:gd name="csY544" fmla="*/ 367852 h 592384"/>
                <a:gd name="csX545" fmla="*/ 531713 w 569453"/>
                <a:gd name="csY545" fmla="*/ 370240 h 592384"/>
                <a:gd name="csX546" fmla="*/ 531235 w 569453"/>
                <a:gd name="csY546" fmla="*/ 372629 h 592384"/>
                <a:gd name="csX547" fmla="*/ 530757 w 569453"/>
                <a:gd name="csY547" fmla="*/ 374540 h 592384"/>
                <a:gd name="csX548" fmla="*/ 529802 w 569453"/>
                <a:gd name="csY548" fmla="*/ 375973 h 592384"/>
                <a:gd name="csX549" fmla="*/ 522158 w 569453"/>
                <a:gd name="csY549" fmla="*/ 384094 h 592384"/>
                <a:gd name="csX550" fmla="*/ 523114 w 569453"/>
                <a:gd name="csY550" fmla="*/ 384094 h 592384"/>
                <a:gd name="csX551" fmla="*/ 526458 w 569453"/>
                <a:gd name="csY551" fmla="*/ 382184 h 592384"/>
                <a:gd name="csX552" fmla="*/ 533146 w 569453"/>
                <a:gd name="csY552" fmla="*/ 379317 h 592384"/>
                <a:gd name="csX553" fmla="*/ 536490 w 569453"/>
                <a:gd name="csY553" fmla="*/ 378362 h 592384"/>
                <a:gd name="csX554" fmla="*/ 539356 w 569453"/>
                <a:gd name="csY554" fmla="*/ 378839 h 592384"/>
                <a:gd name="csX555" fmla="*/ 540312 w 569453"/>
                <a:gd name="csY555" fmla="*/ 378839 h 592384"/>
                <a:gd name="csX556" fmla="*/ 541745 w 569453"/>
                <a:gd name="csY556" fmla="*/ 377884 h 592384"/>
                <a:gd name="csX557" fmla="*/ 543656 w 569453"/>
                <a:gd name="csY557" fmla="*/ 379317 h 592384"/>
                <a:gd name="csX558" fmla="*/ 547955 w 569453"/>
                <a:gd name="csY558" fmla="*/ 380273 h 592384"/>
                <a:gd name="csX559" fmla="*/ 553211 w 569453"/>
                <a:gd name="csY559" fmla="*/ 373584 h 592384"/>
                <a:gd name="csX560" fmla="*/ 556077 w 569453"/>
                <a:gd name="csY560" fmla="*/ 375018 h 592384"/>
                <a:gd name="csX561" fmla="*/ 558943 w 569453"/>
                <a:gd name="csY561" fmla="*/ 378839 h 592384"/>
                <a:gd name="csX562" fmla="*/ 565154 w 569453"/>
                <a:gd name="csY562" fmla="*/ 386005 h 592384"/>
                <a:gd name="csX563" fmla="*/ 568498 w 569453"/>
                <a:gd name="csY563" fmla="*/ 390305 h 592384"/>
                <a:gd name="csX564" fmla="*/ 569453 w 569453"/>
                <a:gd name="csY564" fmla="*/ 392216 h 592384"/>
                <a:gd name="csX565" fmla="*/ 569453 w 569453"/>
                <a:gd name="csY565" fmla="*/ 393649 h 592384"/>
                <a:gd name="csX566" fmla="*/ 566587 w 569453"/>
                <a:gd name="csY566" fmla="*/ 395560 h 592384"/>
                <a:gd name="csX567" fmla="*/ 565154 w 569453"/>
                <a:gd name="csY567" fmla="*/ 396038 h 592384"/>
                <a:gd name="csX568" fmla="*/ 561332 w 569453"/>
                <a:gd name="csY568" fmla="*/ 392694 h 592384"/>
                <a:gd name="csX569" fmla="*/ 557510 w 569453"/>
                <a:gd name="csY569" fmla="*/ 390783 h 592384"/>
                <a:gd name="csX570" fmla="*/ 555599 w 569453"/>
                <a:gd name="csY570" fmla="*/ 390783 h 592384"/>
                <a:gd name="csX571" fmla="*/ 553211 w 569453"/>
                <a:gd name="csY571" fmla="*/ 392216 h 592384"/>
                <a:gd name="csX572" fmla="*/ 553688 w 569453"/>
                <a:gd name="csY572" fmla="*/ 393171 h 592384"/>
                <a:gd name="csX573" fmla="*/ 562765 w 569453"/>
                <a:gd name="csY573" fmla="*/ 398904 h 592384"/>
                <a:gd name="csX574" fmla="*/ 564198 w 569453"/>
                <a:gd name="csY574" fmla="*/ 402726 h 592384"/>
                <a:gd name="csX575" fmla="*/ 564198 w 569453"/>
                <a:gd name="csY575" fmla="*/ 404637 h 592384"/>
                <a:gd name="csX576" fmla="*/ 558466 w 569453"/>
                <a:gd name="csY576" fmla="*/ 407503 h 592384"/>
                <a:gd name="csX577" fmla="*/ 556555 w 569453"/>
                <a:gd name="csY577" fmla="*/ 407503 h 592384"/>
                <a:gd name="csX578" fmla="*/ 552733 w 569453"/>
                <a:gd name="csY578" fmla="*/ 406070 h 592384"/>
                <a:gd name="csX579" fmla="*/ 550344 w 569453"/>
                <a:gd name="csY579" fmla="*/ 403681 h 592384"/>
                <a:gd name="csX580" fmla="*/ 548433 w 569453"/>
                <a:gd name="csY580" fmla="*/ 402726 h 592384"/>
                <a:gd name="csX581" fmla="*/ 545567 w 569453"/>
                <a:gd name="csY581" fmla="*/ 402726 h 592384"/>
                <a:gd name="csX582" fmla="*/ 544612 w 569453"/>
                <a:gd name="csY582" fmla="*/ 403204 h 592384"/>
                <a:gd name="csX583" fmla="*/ 547478 w 569453"/>
                <a:gd name="csY583" fmla="*/ 407025 h 592384"/>
                <a:gd name="csX584" fmla="*/ 547478 w 569453"/>
                <a:gd name="csY584" fmla="*/ 408459 h 592384"/>
                <a:gd name="csX585" fmla="*/ 546045 w 569453"/>
                <a:gd name="csY585" fmla="*/ 409414 h 592384"/>
                <a:gd name="csX586" fmla="*/ 545089 w 569453"/>
                <a:gd name="csY586" fmla="*/ 411325 h 592384"/>
                <a:gd name="csX587" fmla="*/ 550822 w 569453"/>
                <a:gd name="csY587" fmla="*/ 414669 h 592384"/>
                <a:gd name="csX588" fmla="*/ 555121 w 569453"/>
                <a:gd name="csY588" fmla="*/ 418491 h 592384"/>
                <a:gd name="csX589" fmla="*/ 556077 w 569453"/>
                <a:gd name="csY589" fmla="*/ 419924 h 592384"/>
                <a:gd name="csX590" fmla="*/ 552733 w 569453"/>
                <a:gd name="csY590" fmla="*/ 420880 h 592384"/>
                <a:gd name="csX591" fmla="*/ 550822 w 569453"/>
                <a:gd name="csY591" fmla="*/ 421357 h 592384"/>
                <a:gd name="csX592" fmla="*/ 546522 w 569453"/>
                <a:gd name="csY592" fmla="*/ 420402 h 592384"/>
                <a:gd name="csX593" fmla="*/ 544134 w 569453"/>
                <a:gd name="csY593" fmla="*/ 419924 h 592384"/>
                <a:gd name="csX594" fmla="*/ 543178 w 569453"/>
                <a:gd name="csY594" fmla="*/ 420402 h 592384"/>
                <a:gd name="csX595" fmla="*/ 545567 w 569453"/>
                <a:gd name="csY595" fmla="*/ 422313 h 592384"/>
                <a:gd name="csX596" fmla="*/ 547000 w 569453"/>
                <a:gd name="csY596" fmla="*/ 423746 h 592384"/>
                <a:gd name="csX597" fmla="*/ 547478 w 569453"/>
                <a:gd name="csY597" fmla="*/ 425657 h 592384"/>
                <a:gd name="csX598" fmla="*/ 547955 w 569453"/>
                <a:gd name="csY598" fmla="*/ 427090 h 592384"/>
                <a:gd name="csX599" fmla="*/ 547955 w 569453"/>
                <a:gd name="csY599" fmla="*/ 429001 h 592384"/>
                <a:gd name="csX600" fmla="*/ 546045 w 569453"/>
                <a:gd name="csY600" fmla="*/ 429957 h 592384"/>
                <a:gd name="csX601" fmla="*/ 543656 w 569453"/>
                <a:gd name="csY601" fmla="*/ 433778 h 592384"/>
                <a:gd name="csX602" fmla="*/ 542701 w 569453"/>
                <a:gd name="csY602" fmla="*/ 437122 h 592384"/>
                <a:gd name="csX603" fmla="*/ 540312 w 569453"/>
                <a:gd name="csY603" fmla="*/ 437600 h 592384"/>
                <a:gd name="csX604" fmla="*/ 539356 w 569453"/>
                <a:gd name="csY604" fmla="*/ 437122 h 592384"/>
                <a:gd name="csX605" fmla="*/ 536490 w 569453"/>
                <a:gd name="csY605" fmla="*/ 438078 h 592384"/>
                <a:gd name="csX606" fmla="*/ 532668 w 569453"/>
                <a:gd name="csY606" fmla="*/ 436645 h 592384"/>
                <a:gd name="csX607" fmla="*/ 531235 w 569453"/>
                <a:gd name="csY607" fmla="*/ 434734 h 592384"/>
                <a:gd name="csX608" fmla="*/ 526936 w 569453"/>
                <a:gd name="csY608" fmla="*/ 428045 h 592384"/>
                <a:gd name="csX609" fmla="*/ 526458 w 569453"/>
                <a:gd name="csY609" fmla="*/ 428523 h 592384"/>
                <a:gd name="csX610" fmla="*/ 527891 w 569453"/>
                <a:gd name="csY610" fmla="*/ 432345 h 592384"/>
                <a:gd name="csX611" fmla="*/ 527413 w 569453"/>
                <a:gd name="csY611" fmla="*/ 434256 h 592384"/>
                <a:gd name="csX612" fmla="*/ 523114 w 569453"/>
                <a:gd name="csY612" fmla="*/ 435689 h 592384"/>
                <a:gd name="csX613" fmla="*/ 523114 w 569453"/>
                <a:gd name="csY613" fmla="*/ 436645 h 592384"/>
                <a:gd name="csX614" fmla="*/ 525502 w 569453"/>
                <a:gd name="csY614" fmla="*/ 437600 h 592384"/>
                <a:gd name="csX615" fmla="*/ 529324 w 569453"/>
                <a:gd name="csY615" fmla="*/ 438556 h 592384"/>
                <a:gd name="csX616" fmla="*/ 528369 w 569453"/>
                <a:gd name="csY616" fmla="*/ 441422 h 592384"/>
                <a:gd name="csX617" fmla="*/ 528846 w 569453"/>
                <a:gd name="csY617" fmla="*/ 455276 h 592384"/>
                <a:gd name="csX618" fmla="*/ 527891 w 569453"/>
                <a:gd name="csY618" fmla="*/ 460053 h 592384"/>
                <a:gd name="csX619" fmla="*/ 525980 w 569453"/>
                <a:gd name="csY619" fmla="*/ 464353 h 592384"/>
                <a:gd name="csX620" fmla="*/ 523591 w 569453"/>
                <a:gd name="csY620" fmla="*/ 468175 h 592384"/>
                <a:gd name="csX621" fmla="*/ 521203 w 569453"/>
                <a:gd name="csY621" fmla="*/ 465786 h 592384"/>
                <a:gd name="csX622" fmla="*/ 520247 w 569453"/>
                <a:gd name="csY622" fmla="*/ 462920 h 592384"/>
                <a:gd name="csX623" fmla="*/ 519292 w 569453"/>
                <a:gd name="csY623" fmla="*/ 461487 h 592384"/>
                <a:gd name="csX624" fmla="*/ 517859 w 569453"/>
                <a:gd name="csY624" fmla="*/ 460531 h 592384"/>
                <a:gd name="csX625" fmla="*/ 516425 w 569453"/>
                <a:gd name="csY625" fmla="*/ 460053 h 592384"/>
                <a:gd name="csX626" fmla="*/ 514514 w 569453"/>
                <a:gd name="csY626" fmla="*/ 460053 h 592384"/>
                <a:gd name="csX627" fmla="*/ 513081 w 569453"/>
                <a:gd name="csY627" fmla="*/ 462442 h 592384"/>
                <a:gd name="csX628" fmla="*/ 511171 w 569453"/>
                <a:gd name="csY628" fmla="*/ 460053 h 592384"/>
                <a:gd name="csX629" fmla="*/ 509259 w 569453"/>
                <a:gd name="csY629" fmla="*/ 457665 h 592384"/>
                <a:gd name="csX630" fmla="*/ 509737 w 569453"/>
                <a:gd name="csY630" fmla="*/ 450977 h 592384"/>
                <a:gd name="csX631" fmla="*/ 510693 w 569453"/>
                <a:gd name="csY631" fmla="*/ 447632 h 592384"/>
                <a:gd name="csX632" fmla="*/ 510215 w 569453"/>
                <a:gd name="csY632" fmla="*/ 447632 h 592384"/>
                <a:gd name="csX633" fmla="*/ 509259 w 569453"/>
                <a:gd name="csY633" fmla="*/ 449543 h 592384"/>
                <a:gd name="csX634" fmla="*/ 506871 w 569453"/>
                <a:gd name="csY634" fmla="*/ 454321 h 592384"/>
                <a:gd name="csX635" fmla="*/ 504960 w 569453"/>
                <a:gd name="csY635" fmla="*/ 460053 h 592384"/>
                <a:gd name="csX636" fmla="*/ 503049 w 569453"/>
                <a:gd name="csY636" fmla="*/ 458143 h 592384"/>
                <a:gd name="csX637" fmla="*/ 500660 w 569453"/>
                <a:gd name="csY637" fmla="*/ 455276 h 592384"/>
                <a:gd name="csX638" fmla="*/ 499227 w 569453"/>
                <a:gd name="csY638" fmla="*/ 452410 h 592384"/>
                <a:gd name="csX639" fmla="*/ 496361 w 569453"/>
                <a:gd name="csY639" fmla="*/ 449066 h 592384"/>
                <a:gd name="csX640" fmla="*/ 493972 w 569453"/>
                <a:gd name="csY640" fmla="*/ 445244 h 592384"/>
                <a:gd name="csX641" fmla="*/ 492539 w 569453"/>
                <a:gd name="csY641" fmla="*/ 440466 h 592384"/>
                <a:gd name="csX642" fmla="*/ 492061 w 569453"/>
                <a:gd name="csY642" fmla="*/ 439511 h 592384"/>
                <a:gd name="csX643" fmla="*/ 490628 w 569453"/>
                <a:gd name="csY643" fmla="*/ 435689 h 592384"/>
                <a:gd name="csX644" fmla="*/ 490150 w 569453"/>
                <a:gd name="csY644" fmla="*/ 434734 h 592384"/>
                <a:gd name="csX645" fmla="*/ 489673 w 569453"/>
                <a:gd name="csY645" fmla="*/ 434256 h 592384"/>
                <a:gd name="csX646" fmla="*/ 488239 w 569453"/>
                <a:gd name="csY646" fmla="*/ 431867 h 592384"/>
                <a:gd name="csX647" fmla="*/ 488717 w 569453"/>
                <a:gd name="csY647" fmla="*/ 429479 h 592384"/>
                <a:gd name="csX648" fmla="*/ 490628 w 569453"/>
                <a:gd name="csY648" fmla="*/ 426135 h 592384"/>
                <a:gd name="csX649" fmla="*/ 492539 w 569453"/>
                <a:gd name="csY649" fmla="*/ 424224 h 592384"/>
                <a:gd name="csX650" fmla="*/ 495405 w 569453"/>
                <a:gd name="csY650" fmla="*/ 421835 h 592384"/>
                <a:gd name="csX651" fmla="*/ 499227 w 569453"/>
                <a:gd name="csY651" fmla="*/ 420402 h 592384"/>
                <a:gd name="csX652" fmla="*/ 500660 w 569453"/>
                <a:gd name="csY652" fmla="*/ 418013 h 592384"/>
                <a:gd name="csX653" fmla="*/ 502571 w 569453"/>
                <a:gd name="csY653" fmla="*/ 412758 h 592384"/>
                <a:gd name="csX654" fmla="*/ 504960 w 569453"/>
                <a:gd name="csY654" fmla="*/ 408936 h 592384"/>
                <a:gd name="csX655" fmla="*/ 507348 w 569453"/>
                <a:gd name="csY655" fmla="*/ 407025 h 592384"/>
                <a:gd name="csX656" fmla="*/ 505915 w 569453"/>
                <a:gd name="csY656" fmla="*/ 406548 h 592384"/>
                <a:gd name="csX657" fmla="*/ 503049 w 569453"/>
                <a:gd name="csY657" fmla="*/ 408459 h 592384"/>
                <a:gd name="csX658" fmla="*/ 501138 w 569453"/>
                <a:gd name="csY658" fmla="*/ 410847 h 592384"/>
                <a:gd name="csX659" fmla="*/ 498272 w 569453"/>
                <a:gd name="csY659" fmla="*/ 415147 h 592384"/>
                <a:gd name="csX660" fmla="*/ 495883 w 569453"/>
                <a:gd name="csY660" fmla="*/ 418013 h 592384"/>
                <a:gd name="csX661" fmla="*/ 490150 w 569453"/>
                <a:gd name="csY661" fmla="*/ 420880 h 592384"/>
                <a:gd name="csX662" fmla="*/ 487762 w 569453"/>
                <a:gd name="csY662" fmla="*/ 421835 h 592384"/>
                <a:gd name="csX663" fmla="*/ 485373 w 569453"/>
                <a:gd name="csY663" fmla="*/ 421835 h 592384"/>
                <a:gd name="csX664" fmla="*/ 479640 w 569453"/>
                <a:gd name="csY664" fmla="*/ 421357 h 592384"/>
                <a:gd name="csX665" fmla="*/ 478685 w 569453"/>
                <a:gd name="csY665" fmla="*/ 420402 h 592384"/>
                <a:gd name="csX666" fmla="*/ 479163 w 569453"/>
                <a:gd name="csY666" fmla="*/ 417536 h 592384"/>
                <a:gd name="csX667" fmla="*/ 482984 w 569453"/>
                <a:gd name="csY667" fmla="*/ 412280 h 592384"/>
                <a:gd name="csX668" fmla="*/ 482507 w 569453"/>
                <a:gd name="csY668" fmla="*/ 411803 h 592384"/>
                <a:gd name="csX669" fmla="*/ 481073 w 569453"/>
                <a:gd name="csY669" fmla="*/ 413714 h 592384"/>
                <a:gd name="csX670" fmla="*/ 479163 w 569453"/>
                <a:gd name="csY670" fmla="*/ 415147 h 592384"/>
                <a:gd name="csX671" fmla="*/ 477729 w 569453"/>
                <a:gd name="csY671" fmla="*/ 415625 h 592384"/>
                <a:gd name="csX672" fmla="*/ 474863 w 569453"/>
                <a:gd name="csY672" fmla="*/ 415625 h 592384"/>
                <a:gd name="csX673" fmla="*/ 471997 w 569453"/>
                <a:gd name="csY673" fmla="*/ 412280 h 592384"/>
                <a:gd name="csX674" fmla="*/ 471041 w 569453"/>
                <a:gd name="csY674" fmla="*/ 410847 h 592384"/>
                <a:gd name="csX675" fmla="*/ 468175 w 569453"/>
                <a:gd name="csY675" fmla="*/ 409892 h 592384"/>
                <a:gd name="csX676" fmla="*/ 466741 w 569453"/>
                <a:gd name="csY676" fmla="*/ 408936 h 592384"/>
                <a:gd name="csX677" fmla="*/ 462442 w 569453"/>
                <a:gd name="csY677" fmla="*/ 400815 h 592384"/>
                <a:gd name="csX678" fmla="*/ 461487 w 569453"/>
                <a:gd name="csY678" fmla="*/ 398426 h 592384"/>
                <a:gd name="csX679" fmla="*/ 460531 w 569453"/>
                <a:gd name="csY679" fmla="*/ 396038 h 592384"/>
                <a:gd name="csX680" fmla="*/ 459098 w 569453"/>
                <a:gd name="csY680" fmla="*/ 394604 h 592384"/>
                <a:gd name="csX681" fmla="*/ 456709 w 569453"/>
                <a:gd name="csY681" fmla="*/ 393171 h 592384"/>
                <a:gd name="csX682" fmla="*/ 456232 w 569453"/>
                <a:gd name="csY682" fmla="*/ 393171 h 592384"/>
                <a:gd name="csX683" fmla="*/ 457187 w 569453"/>
                <a:gd name="csY683" fmla="*/ 395082 h 592384"/>
                <a:gd name="csX684" fmla="*/ 457187 w 569453"/>
                <a:gd name="csY684" fmla="*/ 396515 h 592384"/>
                <a:gd name="csX685" fmla="*/ 454798 w 569453"/>
                <a:gd name="csY685" fmla="*/ 397471 h 592384"/>
                <a:gd name="csX686" fmla="*/ 452887 w 569453"/>
                <a:gd name="csY686" fmla="*/ 397471 h 592384"/>
                <a:gd name="csX687" fmla="*/ 450499 w 569453"/>
                <a:gd name="csY687" fmla="*/ 395560 h 592384"/>
                <a:gd name="csX688" fmla="*/ 450021 w 569453"/>
                <a:gd name="csY688" fmla="*/ 397949 h 592384"/>
                <a:gd name="csX689" fmla="*/ 452887 w 569453"/>
                <a:gd name="csY689" fmla="*/ 401770 h 592384"/>
                <a:gd name="csX690" fmla="*/ 452887 w 569453"/>
                <a:gd name="csY690" fmla="*/ 407025 h 592384"/>
                <a:gd name="csX691" fmla="*/ 451932 w 569453"/>
                <a:gd name="csY691" fmla="*/ 407503 h 592384"/>
                <a:gd name="csX692" fmla="*/ 450499 w 569453"/>
                <a:gd name="csY692" fmla="*/ 407981 h 592384"/>
                <a:gd name="csX693" fmla="*/ 449066 w 569453"/>
                <a:gd name="csY693" fmla="*/ 407025 h 592384"/>
                <a:gd name="csX694" fmla="*/ 445244 w 569453"/>
                <a:gd name="csY694" fmla="*/ 403204 h 592384"/>
                <a:gd name="csX695" fmla="*/ 441900 w 569453"/>
                <a:gd name="csY695" fmla="*/ 400815 h 592384"/>
                <a:gd name="csX696" fmla="*/ 439033 w 569453"/>
                <a:gd name="csY696" fmla="*/ 399382 h 592384"/>
                <a:gd name="csX697" fmla="*/ 439033 w 569453"/>
                <a:gd name="csY697" fmla="*/ 400337 h 592384"/>
                <a:gd name="csX698" fmla="*/ 440466 w 569453"/>
                <a:gd name="csY698" fmla="*/ 404637 h 592384"/>
                <a:gd name="csX699" fmla="*/ 442377 w 569453"/>
                <a:gd name="csY699" fmla="*/ 409414 h 592384"/>
                <a:gd name="csX700" fmla="*/ 445722 w 569453"/>
                <a:gd name="csY700" fmla="*/ 412758 h 592384"/>
                <a:gd name="csX701" fmla="*/ 450499 w 569453"/>
                <a:gd name="csY701" fmla="*/ 417536 h 592384"/>
                <a:gd name="csX702" fmla="*/ 452887 w 569453"/>
                <a:gd name="csY702" fmla="*/ 419924 h 592384"/>
                <a:gd name="csX703" fmla="*/ 450976 w 569453"/>
                <a:gd name="csY703" fmla="*/ 423268 h 592384"/>
                <a:gd name="csX704" fmla="*/ 449543 w 569453"/>
                <a:gd name="csY704" fmla="*/ 424701 h 592384"/>
                <a:gd name="csX705" fmla="*/ 448588 w 569453"/>
                <a:gd name="csY705" fmla="*/ 424701 h 592384"/>
                <a:gd name="csX706" fmla="*/ 445722 w 569453"/>
                <a:gd name="csY706" fmla="*/ 424701 h 592384"/>
                <a:gd name="csX707" fmla="*/ 439989 w 569453"/>
                <a:gd name="csY707" fmla="*/ 422791 h 592384"/>
                <a:gd name="csX708" fmla="*/ 437600 w 569453"/>
                <a:gd name="csY708" fmla="*/ 420880 h 592384"/>
                <a:gd name="csX709" fmla="*/ 433778 w 569453"/>
                <a:gd name="csY709" fmla="*/ 415625 h 592384"/>
                <a:gd name="csX710" fmla="*/ 427568 w 569453"/>
                <a:gd name="csY710" fmla="*/ 410370 h 592384"/>
                <a:gd name="csX711" fmla="*/ 426134 w 569453"/>
                <a:gd name="csY711" fmla="*/ 410370 h 592384"/>
                <a:gd name="csX712" fmla="*/ 421835 w 569453"/>
                <a:gd name="csY712" fmla="*/ 412280 h 592384"/>
                <a:gd name="csX713" fmla="*/ 422313 w 569453"/>
                <a:gd name="csY713" fmla="*/ 412758 h 592384"/>
                <a:gd name="csX714" fmla="*/ 425179 w 569453"/>
                <a:gd name="csY714" fmla="*/ 412758 h 592384"/>
                <a:gd name="csX715" fmla="*/ 427568 w 569453"/>
                <a:gd name="csY715" fmla="*/ 413714 h 592384"/>
                <a:gd name="csX716" fmla="*/ 432345 w 569453"/>
                <a:gd name="csY716" fmla="*/ 418013 h 592384"/>
                <a:gd name="csX717" fmla="*/ 432823 w 569453"/>
                <a:gd name="csY717" fmla="*/ 419446 h 592384"/>
                <a:gd name="csX718" fmla="*/ 431390 w 569453"/>
                <a:gd name="csY718" fmla="*/ 421357 h 592384"/>
                <a:gd name="csX719" fmla="*/ 431390 w 569453"/>
                <a:gd name="csY719" fmla="*/ 424224 h 592384"/>
                <a:gd name="csX720" fmla="*/ 432823 w 569453"/>
                <a:gd name="csY720" fmla="*/ 427090 h 592384"/>
                <a:gd name="csX721" fmla="*/ 434256 w 569453"/>
                <a:gd name="csY721" fmla="*/ 429001 h 592384"/>
                <a:gd name="csX722" fmla="*/ 437122 w 569453"/>
                <a:gd name="csY722" fmla="*/ 430434 h 592384"/>
                <a:gd name="csX723" fmla="*/ 438556 w 569453"/>
                <a:gd name="csY723" fmla="*/ 430434 h 592384"/>
                <a:gd name="csX724" fmla="*/ 439511 w 569453"/>
                <a:gd name="csY724" fmla="*/ 431390 h 592384"/>
                <a:gd name="csX725" fmla="*/ 437600 w 569453"/>
                <a:gd name="csY725" fmla="*/ 438078 h 592384"/>
                <a:gd name="csX726" fmla="*/ 437600 w 569453"/>
                <a:gd name="csY726" fmla="*/ 439989 h 592384"/>
                <a:gd name="csX727" fmla="*/ 438078 w 569453"/>
                <a:gd name="csY727" fmla="*/ 440466 h 592384"/>
                <a:gd name="csX728" fmla="*/ 438556 w 569453"/>
                <a:gd name="csY728" fmla="*/ 440466 h 592384"/>
                <a:gd name="csX729" fmla="*/ 442377 w 569453"/>
                <a:gd name="csY729" fmla="*/ 438078 h 592384"/>
                <a:gd name="csX730" fmla="*/ 443810 w 569453"/>
                <a:gd name="csY730" fmla="*/ 437122 h 592384"/>
                <a:gd name="csX731" fmla="*/ 445244 w 569453"/>
                <a:gd name="csY731" fmla="*/ 437122 h 592384"/>
                <a:gd name="csX732" fmla="*/ 446677 w 569453"/>
                <a:gd name="csY732" fmla="*/ 438078 h 592384"/>
                <a:gd name="csX733" fmla="*/ 448588 w 569453"/>
                <a:gd name="csY733" fmla="*/ 439511 h 592384"/>
                <a:gd name="csX734" fmla="*/ 449543 w 569453"/>
                <a:gd name="csY734" fmla="*/ 441422 h 592384"/>
                <a:gd name="csX735" fmla="*/ 450021 w 569453"/>
                <a:gd name="csY735" fmla="*/ 442855 h 592384"/>
                <a:gd name="csX736" fmla="*/ 450499 w 569453"/>
                <a:gd name="csY736" fmla="*/ 444288 h 592384"/>
                <a:gd name="csX737" fmla="*/ 454321 w 569453"/>
                <a:gd name="csY737" fmla="*/ 446199 h 592384"/>
                <a:gd name="csX738" fmla="*/ 453843 w 569453"/>
                <a:gd name="csY738" fmla="*/ 447155 h 592384"/>
                <a:gd name="csX739" fmla="*/ 450021 w 569453"/>
                <a:gd name="csY739" fmla="*/ 449543 h 592384"/>
                <a:gd name="csX740" fmla="*/ 450021 w 569453"/>
                <a:gd name="csY740" fmla="*/ 450021 h 592384"/>
                <a:gd name="csX741" fmla="*/ 450499 w 569453"/>
                <a:gd name="csY741" fmla="*/ 450499 h 592384"/>
                <a:gd name="csX742" fmla="*/ 452887 w 569453"/>
                <a:gd name="csY742" fmla="*/ 451932 h 592384"/>
                <a:gd name="csX743" fmla="*/ 455276 w 569453"/>
                <a:gd name="csY743" fmla="*/ 454798 h 592384"/>
                <a:gd name="csX744" fmla="*/ 456709 w 569453"/>
                <a:gd name="csY744" fmla="*/ 457665 h 592384"/>
                <a:gd name="csX745" fmla="*/ 456709 w 569453"/>
                <a:gd name="csY745" fmla="*/ 459098 h 592384"/>
                <a:gd name="csX746" fmla="*/ 456709 w 569453"/>
                <a:gd name="csY746" fmla="*/ 460531 h 592384"/>
                <a:gd name="csX747" fmla="*/ 457187 w 569453"/>
                <a:gd name="csY747" fmla="*/ 461487 h 592384"/>
                <a:gd name="csX748" fmla="*/ 458142 w 569453"/>
                <a:gd name="csY748" fmla="*/ 461487 h 592384"/>
                <a:gd name="csX749" fmla="*/ 458620 w 569453"/>
                <a:gd name="csY749" fmla="*/ 461009 h 592384"/>
                <a:gd name="csX750" fmla="*/ 459098 w 569453"/>
                <a:gd name="csY750" fmla="*/ 461009 h 592384"/>
                <a:gd name="csX751" fmla="*/ 460053 w 569453"/>
                <a:gd name="csY751" fmla="*/ 461964 h 592384"/>
                <a:gd name="csX752" fmla="*/ 460531 w 569453"/>
                <a:gd name="csY752" fmla="*/ 464353 h 592384"/>
                <a:gd name="csX753" fmla="*/ 461964 w 569453"/>
                <a:gd name="csY753" fmla="*/ 471041 h 592384"/>
                <a:gd name="csX754" fmla="*/ 462442 w 569453"/>
                <a:gd name="csY754" fmla="*/ 472952 h 592384"/>
                <a:gd name="csX755" fmla="*/ 462920 w 569453"/>
                <a:gd name="csY755" fmla="*/ 472952 h 592384"/>
                <a:gd name="csX756" fmla="*/ 462920 w 569453"/>
                <a:gd name="csY756" fmla="*/ 466264 h 592384"/>
                <a:gd name="csX757" fmla="*/ 463875 w 569453"/>
                <a:gd name="csY757" fmla="*/ 465308 h 592384"/>
                <a:gd name="csX758" fmla="*/ 466264 w 569453"/>
                <a:gd name="csY758" fmla="*/ 466264 h 592384"/>
                <a:gd name="csX759" fmla="*/ 469608 w 569453"/>
                <a:gd name="csY759" fmla="*/ 469130 h 592384"/>
                <a:gd name="csX760" fmla="*/ 471997 w 569453"/>
                <a:gd name="csY760" fmla="*/ 471519 h 592384"/>
                <a:gd name="csX761" fmla="*/ 471997 w 569453"/>
                <a:gd name="csY761" fmla="*/ 472474 h 592384"/>
                <a:gd name="csX762" fmla="*/ 470564 w 569453"/>
                <a:gd name="csY762" fmla="*/ 474863 h 592384"/>
                <a:gd name="csX763" fmla="*/ 470564 w 569453"/>
                <a:gd name="csY763" fmla="*/ 475818 h 592384"/>
                <a:gd name="csX764" fmla="*/ 471997 w 569453"/>
                <a:gd name="csY764" fmla="*/ 477252 h 592384"/>
                <a:gd name="csX765" fmla="*/ 473430 w 569453"/>
                <a:gd name="csY765" fmla="*/ 476296 h 592384"/>
                <a:gd name="csX766" fmla="*/ 474385 w 569453"/>
                <a:gd name="csY766" fmla="*/ 473908 h 592384"/>
                <a:gd name="csX767" fmla="*/ 475818 w 569453"/>
                <a:gd name="csY767" fmla="*/ 471519 h 592384"/>
                <a:gd name="csX768" fmla="*/ 477729 w 569453"/>
                <a:gd name="csY768" fmla="*/ 470086 h 592384"/>
                <a:gd name="csX769" fmla="*/ 481073 w 569453"/>
                <a:gd name="csY769" fmla="*/ 471519 h 592384"/>
                <a:gd name="csX770" fmla="*/ 483940 w 569453"/>
                <a:gd name="csY770" fmla="*/ 474863 h 592384"/>
                <a:gd name="csX771" fmla="*/ 483940 w 569453"/>
                <a:gd name="csY771" fmla="*/ 476296 h 592384"/>
                <a:gd name="csX772" fmla="*/ 485851 w 569453"/>
                <a:gd name="csY772" fmla="*/ 477729 h 592384"/>
                <a:gd name="csX773" fmla="*/ 487762 w 569453"/>
                <a:gd name="csY773" fmla="*/ 476774 h 592384"/>
                <a:gd name="csX774" fmla="*/ 490628 w 569453"/>
                <a:gd name="csY774" fmla="*/ 481073 h 592384"/>
                <a:gd name="csX775" fmla="*/ 489195 w 569453"/>
                <a:gd name="csY775" fmla="*/ 482507 h 592384"/>
                <a:gd name="csX776" fmla="*/ 485851 w 569453"/>
                <a:gd name="csY776" fmla="*/ 485373 h 592384"/>
                <a:gd name="csX777" fmla="*/ 485851 w 569453"/>
                <a:gd name="csY777" fmla="*/ 486329 h 592384"/>
                <a:gd name="csX778" fmla="*/ 486329 w 569453"/>
                <a:gd name="csY778" fmla="*/ 485851 h 592384"/>
                <a:gd name="csX779" fmla="*/ 492539 w 569453"/>
                <a:gd name="csY779" fmla="*/ 485851 h 592384"/>
                <a:gd name="csX780" fmla="*/ 494450 w 569453"/>
                <a:gd name="csY780" fmla="*/ 487284 h 592384"/>
                <a:gd name="csX781" fmla="*/ 494928 w 569453"/>
                <a:gd name="csY781" fmla="*/ 489195 h 592384"/>
                <a:gd name="csX782" fmla="*/ 492061 w 569453"/>
                <a:gd name="csY782" fmla="*/ 494928 h 592384"/>
                <a:gd name="csX783" fmla="*/ 489195 w 569453"/>
                <a:gd name="csY783" fmla="*/ 494450 h 592384"/>
                <a:gd name="csX784" fmla="*/ 486329 w 569453"/>
                <a:gd name="csY784" fmla="*/ 493972 h 592384"/>
                <a:gd name="csX785" fmla="*/ 484417 w 569453"/>
                <a:gd name="csY785" fmla="*/ 494450 h 592384"/>
                <a:gd name="csX786" fmla="*/ 484417 w 569453"/>
                <a:gd name="csY786" fmla="*/ 494928 h 592384"/>
                <a:gd name="csX787" fmla="*/ 489195 w 569453"/>
                <a:gd name="csY787" fmla="*/ 497794 h 592384"/>
                <a:gd name="csX788" fmla="*/ 490628 w 569453"/>
                <a:gd name="csY788" fmla="*/ 499705 h 592384"/>
                <a:gd name="csX789" fmla="*/ 492539 w 569453"/>
                <a:gd name="csY789" fmla="*/ 502094 h 592384"/>
                <a:gd name="csX790" fmla="*/ 493017 w 569453"/>
                <a:gd name="csY790" fmla="*/ 503527 h 592384"/>
                <a:gd name="csX791" fmla="*/ 493017 w 569453"/>
                <a:gd name="csY791" fmla="*/ 504482 h 592384"/>
                <a:gd name="csX792" fmla="*/ 492539 w 569453"/>
                <a:gd name="csY792" fmla="*/ 505915 h 592384"/>
                <a:gd name="csX793" fmla="*/ 493017 w 569453"/>
                <a:gd name="csY793" fmla="*/ 506393 h 592384"/>
                <a:gd name="csX794" fmla="*/ 495883 w 569453"/>
                <a:gd name="csY794" fmla="*/ 506871 h 592384"/>
                <a:gd name="csX795" fmla="*/ 497794 w 569453"/>
                <a:gd name="csY795" fmla="*/ 506393 h 592384"/>
                <a:gd name="csX796" fmla="*/ 500182 w 569453"/>
                <a:gd name="csY796" fmla="*/ 505915 h 592384"/>
                <a:gd name="csX797" fmla="*/ 502571 w 569453"/>
                <a:gd name="csY797" fmla="*/ 506393 h 592384"/>
                <a:gd name="csX798" fmla="*/ 502571 w 569453"/>
                <a:gd name="csY798" fmla="*/ 506871 h 592384"/>
                <a:gd name="csX799" fmla="*/ 502571 w 569453"/>
                <a:gd name="csY799" fmla="*/ 508782 h 592384"/>
                <a:gd name="csX800" fmla="*/ 500182 w 569453"/>
                <a:gd name="csY800" fmla="*/ 510693 h 592384"/>
                <a:gd name="csX801" fmla="*/ 500660 w 569453"/>
                <a:gd name="csY801" fmla="*/ 511171 h 592384"/>
                <a:gd name="csX802" fmla="*/ 503527 w 569453"/>
                <a:gd name="csY802" fmla="*/ 510693 h 592384"/>
                <a:gd name="csX803" fmla="*/ 504482 w 569453"/>
                <a:gd name="csY803" fmla="*/ 511648 h 592384"/>
                <a:gd name="csX804" fmla="*/ 505915 w 569453"/>
                <a:gd name="csY804" fmla="*/ 515948 h 592384"/>
                <a:gd name="csX805" fmla="*/ 507826 w 569453"/>
                <a:gd name="csY805" fmla="*/ 519292 h 592384"/>
                <a:gd name="csX806" fmla="*/ 506393 w 569453"/>
                <a:gd name="csY806" fmla="*/ 520247 h 592384"/>
                <a:gd name="csX807" fmla="*/ 504960 w 569453"/>
                <a:gd name="csY807" fmla="*/ 520725 h 592384"/>
                <a:gd name="csX808" fmla="*/ 504960 w 569453"/>
                <a:gd name="csY808" fmla="*/ 525025 h 592384"/>
                <a:gd name="csX809" fmla="*/ 505915 w 569453"/>
                <a:gd name="csY809" fmla="*/ 529324 h 592384"/>
                <a:gd name="csX810" fmla="*/ 505915 w 569453"/>
                <a:gd name="csY810" fmla="*/ 533624 h 592384"/>
                <a:gd name="csX811" fmla="*/ 505915 w 569453"/>
                <a:gd name="csY811" fmla="*/ 537446 h 592384"/>
                <a:gd name="csX812" fmla="*/ 504482 w 569453"/>
                <a:gd name="csY812" fmla="*/ 538401 h 592384"/>
                <a:gd name="csX813" fmla="*/ 503049 w 569453"/>
                <a:gd name="csY813" fmla="*/ 538401 h 592384"/>
                <a:gd name="csX814" fmla="*/ 502094 w 569453"/>
                <a:gd name="csY814" fmla="*/ 537446 h 592384"/>
                <a:gd name="csX815" fmla="*/ 498272 w 569453"/>
                <a:gd name="csY815" fmla="*/ 525980 h 592384"/>
                <a:gd name="csX816" fmla="*/ 497316 w 569453"/>
                <a:gd name="csY816" fmla="*/ 524069 h 592384"/>
                <a:gd name="csX817" fmla="*/ 496361 w 569453"/>
                <a:gd name="csY817" fmla="*/ 522158 h 592384"/>
                <a:gd name="csX818" fmla="*/ 492539 w 569453"/>
                <a:gd name="csY818" fmla="*/ 516903 h 592384"/>
                <a:gd name="csX819" fmla="*/ 492539 w 569453"/>
                <a:gd name="csY819" fmla="*/ 517859 h 592384"/>
                <a:gd name="csX820" fmla="*/ 493494 w 569453"/>
                <a:gd name="csY820" fmla="*/ 520247 h 592384"/>
                <a:gd name="csX821" fmla="*/ 494450 w 569453"/>
                <a:gd name="csY821" fmla="*/ 523591 h 592384"/>
                <a:gd name="csX822" fmla="*/ 495405 w 569453"/>
                <a:gd name="csY822" fmla="*/ 530280 h 592384"/>
                <a:gd name="csX823" fmla="*/ 495883 w 569453"/>
                <a:gd name="csY823" fmla="*/ 534579 h 592384"/>
                <a:gd name="csX824" fmla="*/ 495883 w 569453"/>
                <a:gd name="csY824" fmla="*/ 536490 h 592384"/>
                <a:gd name="csX825" fmla="*/ 494928 w 569453"/>
                <a:gd name="csY825" fmla="*/ 536490 h 592384"/>
                <a:gd name="csX826" fmla="*/ 494928 w 569453"/>
                <a:gd name="csY826" fmla="*/ 537446 h 592384"/>
                <a:gd name="csX827" fmla="*/ 494928 w 569453"/>
                <a:gd name="csY827" fmla="*/ 538879 h 592384"/>
                <a:gd name="csX828" fmla="*/ 498272 w 569453"/>
                <a:gd name="csY828" fmla="*/ 543178 h 592384"/>
                <a:gd name="csX829" fmla="*/ 499705 w 569453"/>
                <a:gd name="csY829" fmla="*/ 545567 h 592384"/>
                <a:gd name="csX830" fmla="*/ 500660 w 569453"/>
                <a:gd name="csY830" fmla="*/ 548433 h 592384"/>
                <a:gd name="csX831" fmla="*/ 501616 w 569453"/>
                <a:gd name="csY831" fmla="*/ 550344 h 592384"/>
                <a:gd name="csX832" fmla="*/ 502571 w 569453"/>
                <a:gd name="csY832" fmla="*/ 551300 h 592384"/>
                <a:gd name="csX833" fmla="*/ 502571 w 569453"/>
                <a:gd name="csY833" fmla="*/ 551778 h 592384"/>
                <a:gd name="csX834" fmla="*/ 501138 w 569453"/>
                <a:gd name="csY834" fmla="*/ 552733 h 592384"/>
                <a:gd name="csX835" fmla="*/ 498749 w 569453"/>
                <a:gd name="csY835" fmla="*/ 552733 h 592384"/>
                <a:gd name="csX836" fmla="*/ 497794 w 569453"/>
                <a:gd name="csY836" fmla="*/ 552733 h 592384"/>
                <a:gd name="csX837" fmla="*/ 493494 w 569453"/>
                <a:gd name="csY837" fmla="*/ 549867 h 592384"/>
                <a:gd name="csX838" fmla="*/ 493017 w 569453"/>
                <a:gd name="csY838" fmla="*/ 550822 h 592384"/>
                <a:gd name="csX839" fmla="*/ 495405 w 569453"/>
                <a:gd name="csY839" fmla="*/ 559899 h 592384"/>
                <a:gd name="csX840" fmla="*/ 494928 w 569453"/>
                <a:gd name="csY840" fmla="*/ 562287 h 592384"/>
                <a:gd name="csX841" fmla="*/ 493972 w 569453"/>
                <a:gd name="csY841" fmla="*/ 562765 h 592384"/>
                <a:gd name="csX842" fmla="*/ 492539 w 569453"/>
                <a:gd name="csY842" fmla="*/ 562287 h 592384"/>
                <a:gd name="csX843" fmla="*/ 491106 w 569453"/>
                <a:gd name="csY843" fmla="*/ 559421 h 592384"/>
                <a:gd name="csX844" fmla="*/ 488239 w 569453"/>
                <a:gd name="csY844" fmla="*/ 556555 h 592384"/>
                <a:gd name="csX845" fmla="*/ 484895 w 569453"/>
                <a:gd name="csY845" fmla="*/ 553211 h 592384"/>
                <a:gd name="csX846" fmla="*/ 481551 w 569453"/>
                <a:gd name="csY846" fmla="*/ 550822 h 592384"/>
                <a:gd name="csX847" fmla="*/ 480596 w 569453"/>
                <a:gd name="csY847" fmla="*/ 550822 h 592384"/>
                <a:gd name="csX848" fmla="*/ 480118 w 569453"/>
                <a:gd name="csY848" fmla="*/ 551778 h 592384"/>
                <a:gd name="csX849" fmla="*/ 479640 w 569453"/>
                <a:gd name="csY849" fmla="*/ 551778 h 592384"/>
                <a:gd name="csX850" fmla="*/ 479163 w 569453"/>
                <a:gd name="csY850" fmla="*/ 551300 h 592384"/>
                <a:gd name="csX851" fmla="*/ 477729 w 569453"/>
                <a:gd name="csY851" fmla="*/ 549389 h 592384"/>
                <a:gd name="csX852" fmla="*/ 476774 w 569453"/>
                <a:gd name="csY852" fmla="*/ 547956 h 592384"/>
                <a:gd name="csX853" fmla="*/ 471997 w 569453"/>
                <a:gd name="csY853" fmla="*/ 543656 h 592384"/>
                <a:gd name="csX854" fmla="*/ 471519 w 569453"/>
                <a:gd name="csY854" fmla="*/ 543656 h 592384"/>
                <a:gd name="csX855" fmla="*/ 471997 w 569453"/>
                <a:gd name="csY855" fmla="*/ 545089 h 592384"/>
                <a:gd name="csX856" fmla="*/ 472474 w 569453"/>
                <a:gd name="csY856" fmla="*/ 547956 h 592384"/>
                <a:gd name="csX857" fmla="*/ 471997 w 569453"/>
                <a:gd name="csY857" fmla="*/ 548433 h 592384"/>
                <a:gd name="csX858" fmla="*/ 470564 w 569453"/>
                <a:gd name="csY858" fmla="*/ 548433 h 592384"/>
                <a:gd name="csX859" fmla="*/ 468175 w 569453"/>
                <a:gd name="csY859" fmla="*/ 547000 h 592384"/>
                <a:gd name="csX860" fmla="*/ 466264 w 569453"/>
                <a:gd name="csY860" fmla="*/ 544134 h 592384"/>
                <a:gd name="csX861" fmla="*/ 464353 w 569453"/>
                <a:gd name="csY861" fmla="*/ 539357 h 592384"/>
                <a:gd name="csX862" fmla="*/ 463398 w 569453"/>
                <a:gd name="csY862" fmla="*/ 537446 h 592384"/>
                <a:gd name="csX863" fmla="*/ 463398 w 569453"/>
                <a:gd name="csY863" fmla="*/ 538879 h 592384"/>
                <a:gd name="csX864" fmla="*/ 463875 w 569453"/>
                <a:gd name="csY864" fmla="*/ 543178 h 592384"/>
                <a:gd name="csX865" fmla="*/ 463875 w 569453"/>
                <a:gd name="csY865" fmla="*/ 545089 h 592384"/>
                <a:gd name="csX866" fmla="*/ 462442 w 569453"/>
                <a:gd name="csY866" fmla="*/ 545089 h 592384"/>
                <a:gd name="csX867" fmla="*/ 461964 w 569453"/>
                <a:gd name="csY867" fmla="*/ 545089 h 592384"/>
                <a:gd name="csX868" fmla="*/ 461487 w 569453"/>
                <a:gd name="csY868" fmla="*/ 543656 h 592384"/>
                <a:gd name="csX869" fmla="*/ 461009 w 569453"/>
                <a:gd name="csY869" fmla="*/ 541745 h 592384"/>
                <a:gd name="csX870" fmla="*/ 459575 w 569453"/>
                <a:gd name="csY870" fmla="*/ 539834 h 592384"/>
                <a:gd name="csX871" fmla="*/ 458142 w 569453"/>
                <a:gd name="csY871" fmla="*/ 538879 h 592384"/>
                <a:gd name="csX872" fmla="*/ 457187 w 569453"/>
                <a:gd name="csY872" fmla="*/ 537923 h 592384"/>
                <a:gd name="csX873" fmla="*/ 456232 w 569453"/>
                <a:gd name="csY873" fmla="*/ 536012 h 592384"/>
                <a:gd name="csX874" fmla="*/ 456232 w 569453"/>
                <a:gd name="csY874" fmla="*/ 535535 h 592384"/>
                <a:gd name="csX875" fmla="*/ 452887 w 569453"/>
                <a:gd name="csY875" fmla="*/ 536012 h 592384"/>
                <a:gd name="csX876" fmla="*/ 451454 w 569453"/>
                <a:gd name="csY876" fmla="*/ 534579 h 592384"/>
                <a:gd name="csX877" fmla="*/ 446677 w 569453"/>
                <a:gd name="csY877" fmla="*/ 528846 h 592384"/>
                <a:gd name="csX878" fmla="*/ 442377 w 569453"/>
                <a:gd name="csY878" fmla="*/ 522636 h 592384"/>
                <a:gd name="csX879" fmla="*/ 439511 w 569453"/>
                <a:gd name="csY879" fmla="*/ 519292 h 592384"/>
                <a:gd name="csX880" fmla="*/ 438556 w 569453"/>
                <a:gd name="csY880" fmla="*/ 518336 h 592384"/>
                <a:gd name="csX881" fmla="*/ 439989 w 569453"/>
                <a:gd name="csY881" fmla="*/ 522636 h 592384"/>
                <a:gd name="csX882" fmla="*/ 441900 w 569453"/>
                <a:gd name="csY882" fmla="*/ 528369 h 592384"/>
                <a:gd name="csX883" fmla="*/ 441900 w 569453"/>
                <a:gd name="csY883" fmla="*/ 531235 h 592384"/>
                <a:gd name="csX884" fmla="*/ 441422 w 569453"/>
                <a:gd name="csY884" fmla="*/ 531235 h 592384"/>
                <a:gd name="csX885" fmla="*/ 439989 w 569453"/>
                <a:gd name="csY885" fmla="*/ 529802 h 592384"/>
                <a:gd name="csX886" fmla="*/ 431867 w 569453"/>
                <a:gd name="csY886" fmla="*/ 522158 h 592384"/>
                <a:gd name="csX887" fmla="*/ 426612 w 569453"/>
                <a:gd name="csY887" fmla="*/ 518814 h 592384"/>
                <a:gd name="csX888" fmla="*/ 424224 w 569453"/>
                <a:gd name="csY888" fmla="*/ 517859 h 592384"/>
                <a:gd name="csX889" fmla="*/ 419446 w 569453"/>
                <a:gd name="csY889" fmla="*/ 517381 h 592384"/>
                <a:gd name="csX890" fmla="*/ 418491 w 569453"/>
                <a:gd name="csY890" fmla="*/ 519770 h 592384"/>
                <a:gd name="csX891" fmla="*/ 420880 w 569453"/>
                <a:gd name="csY891" fmla="*/ 524069 h 592384"/>
                <a:gd name="csX892" fmla="*/ 423268 w 569453"/>
                <a:gd name="csY892" fmla="*/ 527413 h 592384"/>
                <a:gd name="csX893" fmla="*/ 425657 w 569453"/>
                <a:gd name="csY893" fmla="*/ 529324 h 592384"/>
                <a:gd name="csX894" fmla="*/ 429001 w 569453"/>
                <a:gd name="csY894" fmla="*/ 534101 h 592384"/>
                <a:gd name="csX895" fmla="*/ 432345 w 569453"/>
                <a:gd name="csY895" fmla="*/ 539357 h 592384"/>
                <a:gd name="csX896" fmla="*/ 433778 w 569453"/>
                <a:gd name="csY896" fmla="*/ 541267 h 592384"/>
                <a:gd name="csX897" fmla="*/ 438078 w 569453"/>
                <a:gd name="csY897" fmla="*/ 543656 h 592384"/>
                <a:gd name="csX898" fmla="*/ 440466 w 569453"/>
                <a:gd name="csY898" fmla="*/ 544134 h 592384"/>
                <a:gd name="csX899" fmla="*/ 442855 w 569453"/>
                <a:gd name="csY899" fmla="*/ 544134 h 592384"/>
                <a:gd name="csX900" fmla="*/ 443333 w 569453"/>
                <a:gd name="csY900" fmla="*/ 545089 h 592384"/>
                <a:gd name="csX901" fmla="*/ 441900 w 569453"/>
                <a:gd name="csY901" fmla="*/ 546522 h 592384"/>
                <a:gd name="csX902" fmla="*/ 441900 w 569453"/>
                <a:gd name="csY902" fmla="*/ 547478 h 592384"/>
                <a:gd name="csX903" fmla="*/ 447155 w 569453"/>
                <a:gd name="csY903" fmla="*/ 550344 h 592384"/>
                <a:gd name="csX904" fmla="*/ 449066 w 569453"/>
                <a:gd name="csY904" fmla="*/ 551300 h 592384"/>
                <a:gd name="csX905" fmla="*/ 450976 w 569453"/>
                <a:gd name="csY905" fmla="*/ 553688 h 592384"/>
                <a:gd name="csX906" fmla="*/ 452410 w 569453"/>
                <a:gd name="csY906" fmla="*/ 554166 h 592384"/>
                <a:gd name="csX907" fmla="*/ 456709 w 569453"/>
                <a:gd name="csY907" fmla="*/ 559899 h 592384"/>
                <a:gd name="csX908" fmla="*/ 458142 w 569453"/>
                <a:gd name="csY908" fmla="*/ 560854 h 592384"/>
                <a:gd name="csX909" fmla="*/ 461964 w 569453"/>
                <a:gd name="csY909" fmla="*/ 562765 h 592384"/>
                <a:gd name="csX910" fmla="*/ 463398 w 569453"/>
                <a:gd name="csY910" fmla="*/ 563721 h 592384"/>
                <a:gd name="csX911" fmla="*/ 465786 w 569453"/>
                <a:gd name="csY911" fmla="*/ 567543 h 592384"/>
                <a:gd name="csX912" fmla="*/ 467219 w 569453"/>
                <a:gd name="csY912" fmla="*/ 569453 h 592384"/>
                <a:gd name="csX913" fmla="*/ 469130 w 569453"/>
                <a:gd name="csY913" fmla="*/ 573753 h 592384"/>
                <a:gd name="csX914" fmla="*/ 470564 w 569453"/>
                <a:gd name="csY914" fmla="*/ 575664 h 592384"/>
                <a:gd name="csX915" fmla="*/ 474385 w 569453"/>
                <a:gd name="csY915" fmla="*/ 578053 h 592384"/>
                <a:gd name="csX916" fmla="*/ 475818 w 569453"/>
                <a:gd name="csY916" fmla="*/ 578530 h 592384"/>
                <a:gd name="csX917" fmla="*/ 476774 w 569453"/>
                <a:gd name="csY917" fmla="*/ 579486 h 592384"/>
                <a:gd name="csX918" fmla="*/ 476296 w 569453"/>
                <a:gd name="csY918" fmla="*/ 581397 h 592384"/>
                <a:gd name="csX919" fmla="*/ 475818 w 569453"/>
                <a:gd name="csY919" fmla="*/ 581874 h 592384"/>
                <a:gd name="csX920" fmla="*/ 473430 w 569453"/>
                <a:gd name="csY920" fmla="*/ 583308 h 592384"/>
                <a:gd name="csX921" fmla="*/ 473907 w 569453"/>
                <a:gd name="csY921" fmla="*/ 585219 h 592384"/>
                <a:gd name="csX922" fmla="*/ 475341 w 569453"/>
                <a:gd name="csY922" fmla="*/ 588563 h 592384"/>
                <a:gd name="csX923" fmla="*/ 475341 w 569453"/>
                <a:gd name="csY923" fmla="*/ 590951 h 592384"/>
                <a:gd name="csX924" fmla="*/ 473907 w 569453"/>
                <a:gd name="csY924" fmla="*/ 591429 h 592384"/>
                <a:gd name="csX925" fmla="*/ 471041 w 569453"/>
                <a:gd name="csY925" fmla="*/ 592385 h 592384"/>
                <a:gd name="csX926" fmla="*/ 470086 w 569453"/>
                <a:gd name="csY926" fmla="*/ 592385 h 592384"/>
                <a:gd name="csX927" fmla="*/ 467697 w 569453"/>
                <a:gd name="csY927" fmla="*/ 591429 h 592384"/>
                <a:gd name="csX928" fmla="*/ 465308 w 569453"/>
                <a:gd name="csY928" fmla="*/ 590474 h 592384"/>
                <a:gd name="csX929" fmla="*/ 460531 w 569453"/>
                <a:gd name="csY929" fmla="*/ 587129 h 592384"/>
                <a:gd name="csX930" fmla="*/ 452887 w 569453"/>
                <a:gd name="csY930" fmla="*/ 584741 h 592384"/>
                <a:gd name="csX931" fmla="*/ 450021 w 569453"/>
                <a:gd name="csY931" fmla="*/ 583308 h 592384"/>
                <a:gd name="csX932" fmla="*/ 449066 w 569453"/>
                <a:gd name="csY932" fmla="*/ 582352 h 592384"/>
                <a:gd name="csX933" fmla="*/ 447632 w 569453"/>
                <a:gd name="csY933" fmla="*/ 581397 h 592384"/>
                <a:gd name="csX934" fmla="*/ 429001 w 569453"/>
                <a:gd name="csY934" fmla="*/ 578053 h 592384"/>
                <a:gd name="csX935" fmla="*/ 426134 w 569453"/>
                <a:gd name="csY935" fmla="*/ 577575 h 592384"/>
                <a:gd name="csX936" fmla="*/ 424224 w 569453"/>
                <a:gd name="csY936" fmla="*/ 576619 h 592384"/>
                <a:gd name="csX937" fmla="*/ 422313 w 569453"/>
                <a:gd name="csY937" fmla="*/ 575186 h 592384"/>
                <a:gd name="csX938" fmla="*/ 415147 w 569453"/>
                <a:gd name="csY938" fmla="*/ 571842 h 592384"/>
                <a:gd name="csX939" fmla="*/ 414191 w 569453"/>
                <a:gd name="csY939" fmla="*/ 570887 h 592384"/>
                <a:gd name="csX940" fmla="*/ 409414 w 569453"/>
                <a:gd name="csY940" fmla="*/ 565154 h 592384"/>
                <a:gd name="csX941" fmla="*/ 406070 w 569453"/>
                <a:gd name="csY941" fmla="*/ 558466 h 592384"/>
                <a:gd name="csX942" fmla="*/ 404637 w 569453"/>
                <a:gd name="csY942" fmla="*/ 557510 h 592384"/>
                <a:gd name="csX943" fmla="*/ 400815 w 569453"/>
                <a:gd name="csY943" fmla="*/ 556555 h 592384"/>
                <a:gd name="csX944" fmla="*/ 397471 w 569453"/>
                <a:gd name="csY944" fmla="*/ 557032 h 592384"/>
                <a:gd name="csX945" fmla="*/ 395560 w 569453"/>
                <a:gd name="csY945" fmla="*/ 557510 h 592384"/>
                <a:gd name="csX946" fmla="*/ 392216 w 569453"/>
                <a:gd name="csY946" fmla="*/ 557510 h 592384"/>
                <a:gd name="csX947" fmla="*/ 390305 w 569453"/>
                <a:gd name="csY947" fmla="*/ 556555 h 592384"/>
                <a:gd name="csX948" fmla="*/ 385527 w 569453"/>
                <a:gd name="csY948" fmla="*/ 553211 h 592384"/>
                <a:gd name="csX949" fmla="*/ 381228 w 569453"/>
                <a:gd name="csY949" fmla="*/ 551778 h 592384"/>
                <a:gd name="csX950" fmla="*/ 376928 w 569453"/>
                <a:gd name="csY950" fmla="*/ 548911 h 592384"/>
                <a:gd name="csX951" fmla="*/ 375018 w 569453"/>
                <a:gd name="csY951" fmla="*/ 547956 h 592384"/>
                <a:gd name="csX952" fmla="*/ 375018 w 569453"/>
                <a:gd name="csY952" fmla="*/ 547478 h 592384"/>
                <a:gd name="csX953" fmla="*/ 378361 w 569453"/>
                <a:gd name="csY953" fmla="*/ 543178 h 592384"/>
                <a:gd name="csX954" fmla="*/ 377406 w 569453"/>
                <a:gd name="csY954" fmla="*/ 543178 h 592384"/>
                <a:gd name="csX955" fmla="*/ 372151 w 569453"/>
                <a:gd name="csY955" fmla="*/ 546522 h 592384"/>
                <a:gd name="csX956" fmla="*/ 370240 w 569453"/>
                <a:gd name="csY956" fmla="*/ 545567 h 592384"/>
                <a:gd name="csX957" fmla="*/ 367374 w 569453"/>
                <a:gd name="csY957" fmla="*/ 543178 h 592384"/>
                <a:gd name="csX958" fmla="*/ 364985 w 569453"/>
                <a:gd name="csY958" fmla="*/ 540312 h 592384"/>
                <a:gd name="csX959" fmla="*/ 360208 w 569453"/>
                <a:gd name="csY959" fmla="*/ 533624 h 592384"/>
                <a:gd name="csX960" fmla="*/ 357342 w 569453"/>
                <a:gd name="csY960" fmla="*/ 531235 h 592384"/>
                <a:gd name="csX961" fmla="*/ 357819 w 569453"/>
                <a:gd name="csY961" fmla="*/ 530757 h 592384"/>
                <a:gd name="csX962" fmla="*/ 360686 w 569453"/>
                <a:gd name="csY962" fmla="*/ 530280 h 592384"/>
                <a:gd name="csX963" fmla="*/ 363552 w 569453"/>
                <a:gd name="csY963" fmla="*/ 530757 h 592384"/>
                <a:gd name="csX964" fmla="*/ 364985 w 569453"/>
                <a:gd name="csY964" fmla="*/ 530280 h 592384"/>
                <a:gd name="csX965" fmla="*/ 368329 w 569453"/>
                <a:gd name="csY965" fmla="*/ 527413 h 592384"/>
                <a:gd name="csX966" fmla="*/ 369285 w 569453"/>
                <a:gd name="csY966" fmla="*/ 525502 h 592384"/>
                <a:gd name="csX967" fmla="*/ 369762 w 569453"/>
                <a:gd name="csY967" fmla="*/ 524547 h 592384"/>
                <a:gd name="csX968" fmla="*/ 366896 w 569453"/>
                <a:gd name="csY968" fmla="*/ 524547 h 592384"/>
                <a:gd name="csX969" fmla="*/ 366418 w 569453"/>
                <a:gd name="csY969" fmla="*/ 523591 h 592384"/>
                <a:gd name="csX970" fmla="*/ 365941 w 569453"/>
                <a:gd name="csY970" fmla="*/ 522636 h 592384"/>
                <a:gd name="csX971" fmla="*/ 364508 w 569453"/>
                <a:gd name="csY971" fmla="*/ 521203 h 592384"/>
                <a:gd name="csX972" fmla="*/ 362596 w 569453"/>
                <a:gd name="csY972" fmla="*/ 519292 h 592384"/>
                <a:gd name="csX973" fmla="*/ 360686 w 569453"/>
                <a:gd name="csY973" fmla="*/ 518814 h 592384"/>
                <a:gd name="csX974" fmla="*/ 353042 w 569453"/>
                <a:gd name="csY974" fmla="*/ 519292 h 592384"/>
                <a:gd name="csX975" fmla="*/ 351609 w 569453"/>
                <a:gd name="csY975" fmla="*/ 518336 h 592384"/>
                <a:gd name="csX976" fmla="*/ 351609 w 569453"/>
                <a:gd name="csY976" fmla="*/ 517381 h 592384"/>
                <a:gd name="csX977" fmla="*/ 353042 w 569453"/>
                <a:gd name="csY977" fmla="*/ 514037 h 592384"/>
                <a:gd name="csX978" fmla="*/ 353997 w 569453"/>
                <a:gd name="csY978" fmla="*/ 512604 h 592384"/>
                <a:gd name="csX979" fmla="*/ 353997 w 569453"/>
                <a:gd name="csY979" fmla="*/ 512126 h 592384"/>
                <a:gd name="csX980" fmla="*/ 353997 w 569453"/>
                <a:gd name="csY980" fmla="*/ 511648 h 592384"/>
                <a:gd name="csX981" fmla="*/ 353042 w 569453"/>
                <a:gd name="csY981" fmla="*/ 511648 h 592384"/>
                <a:gd name="csX982" fmla="*/ 348265 w 569453"/>
                <a:gd name="csY982" fmla="*/ 514992 h 592384"/>
                <a:gd name="csX983" fmla="*/ 347309 w 569453"/>
                <a:gd name="csY983" fmla="*/ 514515 h 592384"/>
                <a:gd name="csX984" fmla="*/ 345876 w 569453"/>
                <a:gd name="csY984" fmla="*/ 511648 h 592384"/>
                <a:gd name="csX985" fmla="*/ 344443 w 569453"/>
                <a:gd name="csY985" fmla="*/ 507826 h 592384"/>
                <a:gd name="csX986" fmla="*/ 343965 w 569453"/>
                <a:gd name="csY986" fmla="*/ 506393 h 592384"/>
                <a:gd name="csX987" fmla="*/ 343010 w 569453"/>
                <a:gd name="csY987" fmla="*/ 505915 h 592384"/>
                <a:gd name="csX988" fmla="*/ 339188 w 569453"/>
                <a:gd name="csY988" fmla="*/ 502571 h 592384"/>
                <a:gd name="csX989" fmla="*/ 333933 w 569453"/>
                <a:gd name="csY989" fmla="*/ 495405 h 592384"/>
                <a:gd name="csX990" fmla="*/ 332022 w 569453"/>
                <a:gd name="csY990" fmla="*/ 493494 h 592384"/>
                <a:gd name="csX991" fmla="*/ 330111 w 569453"/>
                <a:gd name="csY991" fmla="*/ 491584 h 592384"/>
                <a:gd name="csX992" fmla="*/ 328678 w 569453"/>
                <a:gd name="csY992" fmla="*/ 490628 h 592384"/>
                <a:gd name="csX993" fmla="*/ 328678 w 569453"/>
                <a:gd name="csY993" fmla="*/ 489673 h 592384"/>
                <a:gd name="csX994" fmla="*/ 332022 w 569453"/>
                <a:gd name="csY994" fmla="*/ 483940 h 592384"/>
                <a:gd name="csX995" fmla="*/ 332022 w 569453"/>
                <a:gd name="csY995" fmla="*/ 482984 h 592384"/>
                <a:gd name="csX996" fmla="*/ 329155 w 569453"/>
                <a:gd name="csY996" fmla="*/ 483462 h 592384"/>
                <a:gd name="csX997" fmla="*/ 324856 w 569453"/>
                <a:gd name="csY997" fmla="*/ 482029 h 592384"/>
                <a:gd name="csX998" fmla="*/ 322945 w 569453"/>
                <a:gd name="csY998" fmla="*/ 483462 h 592384"/>
                <a:gd name="csX999" fmla="*/ 321989 w 569453"/>
                <a:gd name="csY999" fmla="*/ 483462 h 592384"/>
                <a:gd name="csX1000" fmla="*/ 320079 w 569453"/>
                <a:gd name="csY1000" fmla="*/ 482984 h 592384"/>
                <a:gd name="csX1001" fmla="*/ 319601 w 569453"/>
                <a:gd name="csY1001" fmla="*/ 482984 h 592384"/>
                <a:gd name="csX1002" fmla="*/ 318645 w 569453"/>
                <a:gd name="csY1002" fmla="*/ 487762 h 592384"/>
                <a:gd name="csX1003" fmla="*/ 318168 w 569453"/>
                <a:gd name="csY1003" fmla="*/ 489195 h 592384"/>
                <a:gd name="csX1004" fmla="*/ 317212 w 569453"/>
                <a:gd name="csY1004" fmla="*/ 489673 h 592384"/>
                <a:gd name="csX1005" fmla="*/ 316257 w 569453"/>
                <a:gd name="csY1005" fmla="*/ 489673 h 592384"/>
                <a:gd name="csX1006" fmla="*/ 315779 w 569453"/>
                <a:gd name="csY1006" fmla="*/ 488717 h 592384"/>
                <a:gd name="csX1007" fmla="*/ 315779 w 569453"/>
                <a:gd name="csY1007" fmla="*/ 487762 h 592384"/>
                <a:gd name="csX1008" fmla="*/ 315301 w 569453"/>
                <a:gd name="csY1008" fmla="*/ 482029 h 592384"/>
                <a:gd name="csX1009" fmla="*/ 313390 w 569453"/>
                <a:gd name="csY1009" fmla="*/ 481073 h 592384"/>
                <a:gd name="csX1010" fmla="*/ 309569 w 569453"/>
                <a:gd name="csY1010" fmla="*/ 480596 h 592384"/>
                <a:gd name="csX1011" fmla="*/ 308613 w 569453"/>
                <a:gd name="csY1011" fmla="*/ 480118 h 592384"/>
                <a:gd name="csX1012" fmla="*/ 307658 w 569453"/>
                <a:gd name="csY1012" fmla="*/ 479163 h 592384"/>
                <a:gd name="csX1013" fmla="*/ 306702 w 569453"/>
                <a:gd name="csY1013" fmla="*/ 477252 h 592384"/>
                <a:gd name="csX1014" fmla="*/ 305747 w 569453"/>
                <a:gd name="csY1014" fmla="*/ 474385 h 592384"/>
                <a:gd name="csX1015" fmla="*/ 305269 w 569453"/>
                <a:gd name="csY1015" fmla="*/ 472474 h 592384"/>
                <a:gd name="csX1016" fmla="*/ 304313 w 569453"/>
                <a:gd name="csY1016" fmla="*/ 472474 h 592384"/>
                <a:gd name="csX1017" fmla="*/ 303358 w 569453"/>
                <a:gd name="csY1017" fmla="*/ 472474 h 592384"/>
                <a:gd name="csX1018" fmla="*/ 302880 w 569453"/>
                <a:gd name="csY1018" fmla="*/ 473430 h 592384"/>
                <a:gd name="csX1019" fmla="*/ 301447 w 569453"/>
                <a:gd name="csY1019" fmla="*/ 473908 h 592384"/>
                <a:gd name="csX1020" fmla="*/ 299536 w 569453"/>
                <a:gd name="csY1020" fmla="*/ 473908 h 592384"/>
                <a:gd name="csX1021" fmla="*/ 299536 w 569453"/>
                <a:gd name="csY1021" fmla="*/ 475341 h 592384"/>
                <a:gd name="csX1022" fmla="*/ 301447 w 569453"/>
                <a:gd name="csY1022" fmla="*/ 477252 h 592384"/>
                <a:gd name="csX1023" fmla="*/ 303358 w 569453"/>
                <a:gd name="csY1023" fmla="*/ 480118 h 592384"/>
                <a:gd name="csX1024" fmla="*/ 304791 w 569453"/>
                <a:gd name="csY1024" fmla="*/ 483940 h 592384"/>
                <a:gd name="csX1025" fmla="*/ 303836 w 569453"/>
                <a:gd name="csY1025" fmla="*/ 486806 h 592384"/>
                <a:gd name="csX1026" fmla="*/ 300014 w 569453"/>
                <a:gd name="csY1026" fmla="*/ 487762 h 592384"/>
                <a:gd name="csX1027" fmla="*/ 296670 w 569453"/>
                <a:gd name="csY1027" fmla="*/ 488239 h 592384"/>
                <a:gd name="csX1028" fmla="*/ 293326 w 569453"/>
                <a:gd name="csY1028" fmla="*/ 487762 h 592384"/>
                <a:gd name="csX1029" fmla="*/ 291415 w 569453"/>
                <a:gd name="csY1029" fmla="*/ 486806 h 592384"/>
                <a:gd name="csX1030" fmla="*/ 288071 w 569453"/>
                <a:gd name="csY1030" fmla="*/ 484895 h 592384"/>
                <a:gd name="csX1031" fmla="*/ 283771 w 569453"/>
                <a:gd name="csY1031" fmla="*/ 485373 h 592384"/>
                <a:gd name="csX1032" fmla="*/ 282816 w 569453"/>
                <a:gd name="csY1032" fmla="*/ 491106 h 592384"/>
                <a:gd name="csX1033" fmla="*/ 281860 w 569453"/>
                <a:gd name="csY1033" fmla="*/ 491106 h 592384"/>
                <a:gd name="csX1034" fmla="*/ 277561 w 569453"/>
                <a:gd name="csY1034" fmla="*/ 491106 h 592384"/>
                <a:gd name="csX1035" fmla="*/ 275650 w 569453"/>
                <a:gd name="csY1035" fmla="*/ 491584 h 592384"/>
                <a:gd name="csX1036" fmla="*/ 269917 w 569453"/>
                <a:gd name="csY1036" fmla="*/ 494928 h 592384"/>
                <a:gd name="csX1037" fmla="*/ 268006 w 569453"/>
                <a:gd name="csY1037" fmla="*/ 494928 h 592384"/>
                <a:gd name="csX1038" fmla="*/ 267051 w 569453"/>
                <a:gd name="csY1038" fmla="*/ 494928 h 592384"/>
                <a:gd name="csX1039" fmla="*/ 265617 w 569453"/>
                <a:gd name="csY1039" fmla="*/ 495405 h 592384"/>
                <a:gd name="csX1040" fmla="*/ 263706 w 569453"/>
                <a:gd name="csY1040" fmla="*/ 497316 h 592384"/>
                <a:gd name="csX1041" fmla="*/ 260840 w 569453"/>
                <a:gd name="csY1041" fmla="*/ 497316 h 592384"/>
                <a:gd name="csX1042" fmla="*/ 257496 w 569453"/>
                <a:gd name="csY1042" fmla="*/ 495883 h 592384"/>
                <a:gd name="csX1043" fmla="*/ 255107 w 569453"/>
                <a:gd name="csY1043" fmla="*/ 495405 h 592384"/>
                <a:gd name="csX1044" fmla="*/ 252719 w 569453"/>
                <a:gd name="csY1044" fmla="*/ 495883 h 592384"/>
                <a:gd name="csX1045" fmla="*/ 250330 w 569453"/>
                <a:gd name="csY1045" fmla="*/ 494928 h 592384"/>
                <a:gd name="csX1046" fmla="*/ 247941 w 569453"/>
                <a:gd name="csY1046" fmla="*/ 493017 h 592384"/>
                <a:gd name="csX1047" fmla="*/ 245553 w 569453"/>
                <a:gd name="csY1047" fmla="*/ 492061 h 592384"/>
                <a:gd name="csX1048" fmla="*/ 243164 w 569453"/>
                <a:gd name="csY1048" fmla="*/ 492539 h 592384"/>
                <a:gd name="csX1049" fmla="*/ 242686 w 569453"/>
                <a:gd name="csY1049" fmla="*/ 492061 h 592384"/>
                <a:gd name="csX1050" fmla="*/ 238865 w 569453"/>
                <a:gd name="csY1050" fmla="*/ 488239 h 592384"/>
                <a:gd name="csX1051" fmla="*/ 237431 w 569453"/>
                <a:gd name="csY1051" fmla="*/ 486329 h 592384"/>
                <a:gd name="csX1052" fmla="*/ 235043 w 569453"/>
                <a:gd name="csY1052" fmla="*/ 481551 h 592384"/>
                <a:gd name="csX1053" fmla="*/ 234565 w 569453"/>
                <a:gd name="csY1053" fmla="*/ 479640 h 592384"/>
                <a:gd name="csX1054" fmla="*/ 234087 w 569453"/>
                <a:gd name="csY1054" fmla="*/ 477252 h 592384"/>
                <a:gd name="csX1055" fmla="*/ 234565 w 569453"/>
                <a:gd name="csY1055" fmla="*/ 475818 h 592384"/>
                <a:gd name="csX1056" fmla="*/ 235521 w 569453"/>
                <a:gd name="csY1056" fmla="*/ 473430 h 592384"/>
                <a:gd name="csX1057" fmla="*/ 236476 w 569453"/>
                <a:gd name="csY1057" fmla="*/ 467697 h 592384"/>
                <a:gd name="csX1058" fmla="*/ 237431 w 569453"/>
                <a:gd name="csY1058" fmla="*/ 465786 h 592384"/>
                <a:gd name="csX1059" fmla="*/ 238387 w 569453"/>
                <a:gd name="csY1059" fmla="*/ 464353 h 592384"/>
                <a:gd name="csX1060" fmla="*/ 240775 w 569453"/>
                <a:gd name="csY1060" fmla="*/ 461964 h 592384"/>
                <a:gd name="csX1061" fmla="*/ 249375 w 569453"/>
                <a:gd name="csY1061" fmla="*/ 458143 h 592384"/>
                <a:gd name="csX1062" fmla="*/ 250808 w 569453"/>
                <a:gd name="csY1062" fmla="*/ 456709 h 592384"/>
                <a:gd name="csX1063" fmla="*/ 250808 w 569453"/>
                <a:gd name="csY1063" fmla="*/ 455754 h 592384"/>
                <a:gd name="csX1064" fmla="*/ 248897 w 569453"/>
                <a:gd name="csY1064" fmla="*/ 450977 h 592384"/>
                <a:gd name="csX1065" fmla="*/ 248897 w 569453"/>
                <a:gd name="csY1065" fmla="*/ 449543 h 592384"/>
                <a:gd name="csX1066" fmla="*/ 249852 w 569453"/>
                <a:gd name="csY1066" fmla="*/ 449066 h 592384"/>
                <a:gd name="csX1067" fmla="*/ 251286 w 569453"/>
                <a:gd name="csY1067" fmla="*/ 446199 h 592384"/>
                <a:gd name="csX1068" fmla="*/ 251763 w 569453"/>
                <a:gd name="csY1068" fmla="*/ 445722 h 592384"/>
                <a:gd name="csX1069" fmla="*/ 253197 w 569453"/>
                <a:gd name="csY1069" fmla="*/ 445244 h 592384"/>
                <a:gd name="csX1070" fmla="*/ 256540 w 569453"/>
                <a:gd name="csY1070" fmla="*/ 446677 h 592384"/>
                <a:gd name="csX1071" fmla="*/ 258929 w 569453"/>
                <a:gd name="csY1071" fmla="*/ 447155 h 592384"/>
                <a:gd name="csX1072" fmla="*/ 262751 w 569453"/>
                <a:gd name="csY1072" fmla="*/ 447155 h 592384"/>
                <a:gd name="csX1073" fmla="*/ 268484 w 569453"/>
                <a:gd name="csY1073" fmla="*/ 449066 h 592384"/>
                <a:gd name="csX1074" fmla="*/ 276605 w 569453"/>
                <a:gd name="csY1074" fmla="*/ 452887 h 592384"/>
                <a:gd name="csX1075" fmla="*/ 281382 w 569453"/>
                <a:gd name="csY1075" fmla="*/ 455276 h 592384"/>
                <a:gd name="csX1076" fmla="*/ 285204 w 569453"/>
                <a:gd name="csY1076" fmla="*/ 459098 h 592384"/>
                <a:gd name="csX1077" fmla="*/ 287593 w 569453"/>
                <a:gd name="csY1077" fmla="*/ 462920 h 592384"/>
                <a:gd name="csX1078" fmla="*/ 288071 w 569453"/>
                <a:gd name="csY1078" fmla="*/ 464831 h 592384"/>
                <a:gd name="csX1079" fmla="*/ 286638 w 569453"/>
                <a:gd name="csY1079" fmla="*/ 467219 h 592384"/>
                <a:gd name="csX1080" fmla="*/ 286160 w 569453"/>
                <a:gd name="csY1080" fmla="*/ 468175 h 592384"/>
                <a:gd name="csX1081" fmla="*/ 286160 w 569453"/>
                <a:gd name="csY1081" fmla="*/ 469130 h 592384"/>
                <a:gd name="csX1082" fmla="*/ 286638 w 569453"/>
                <a:gd name="csY1082" fmla="*/ 470564 h 592384"/>
                <a:gd name="csX1083" fmla="*/ 289026 w 569453"/>
                <a:gd name="csY1083" fmla="*/ 471997 h 592384"/>
                <a:gd name="csX1084" fmla="*/ 289504 w 569453"/>
                <a:gd name="csY1084" fmla="*/ 471519 h 592384"/>
                <a:gd name="csX1085" fmla="*/ 289026 w 569453"/>
                <a:gd name="csY1085" fmla="*/ 469608 h 592384"/>
                <a:gd name="csX1086" fmla="*/ 289504 w 569453"/>
                <a:gd name="csY1086" fmla="*/ 467697 h 592384"/>
                <a:gd name="csX1087" fmla="*/ 290459 w 569453"/>
                <a:gd name="csY1087" fmla="*/ 466264 h 592384"/>
                <a:gd name="csX1088" fmla="*/ 290937 w 569453"/>
                <a:gd name="csY1088" fmla="*/ 464831 h 592384"/>
                <a:gd name="csX1089" fmla="*/ 289982 w 569453"/>
                <a:gd name="csY1089" fmla="*/ 462920 h 592384"/>
                <a:gd name="csX1090" fmla="*/ 289026 w 569453"/>
                <a:gd name="csY1090" fmla="*/ 461009 h 592384"/>
                <a:gd name="csX1091" fmla="*/ 287593 w 569453"/>
                <a:gd name="csY1091" fmla="*/ 459098 h 592384"/>
                <a:gd name="csX1092" fmla="*/ 282338 w 569453"/>
                <a:gd name="csY1092" fmla="*/ 453843 h 592384"/>
                <a:gd name="csX1093" fmla="*/ 281860 w 569453"/>
                <a:gd name="csY1093" fmla="*/ 452410 h 592384"/>
                <a:gd name="csX1094" fmla="*/ 283771 w 569453"/>
                <a:gd name="csY1094" fmla="*/ 451454 h 592384"/>
                <a:gd name="csX1095" fmla="*/ 291415 w 569453"/>
                <a:gd name="csY1095" fmla="*/ 453365 h 592384"/>
                <a:gd name="csX1096" fmla="*/ 294759 w 569453"/>
                <a:gd name="csY1096" fmla="*/ 452887 h 592384"/>
                <a:gd name="csX1097" fmla="*/ 295714 w 569453"/>
                <a:gd name="csY1097" fmla="*/ 450977 h 592384"/>
                <a:gd name="csX1098" fmla="*/ 296670 w 569453"/>
                <a:gd name="csY1098" fmla="*/ 449543 h 592384"/>
                <a:gd name="csX1099" fmla="*/ 298103 w 569453"/>
                <a:gd name="csY1099" fmla="*/ 448588 h 592384"/>
                <a:gd name="csX1100" fmla="*/ 300970 w 569453"/>
                <a:gd name="csY1100" fmla="*/ 448110 h 592384"/>
                <a:gd name="csX1101" fmla="*/ 304313 w 569453"/>
                <a:gd name="csY1101" fmla="*/ 449066 h 592384"/>
                <a:gd name="csX1102" fmla="*/ 306224 w 569453"/>
                <a:gd name="csY1102" fmla="*/ 449543 h 592384"/>
                <a:gd name="csX1103" fmla="*/ 307658 w 569453"/>
                <a:gd name="csY1103" fmla="*/ 449066 h 592384"/>
                <a:gd name="csX1104" fmla="*/ 310046 w 569453"/>
                <a:gd name="csY1104" fmla="*/ 448110 h 592384"/>
                <a:gd name="csX1105" fmla="*/ 312913 w 569453"/>
                <a:gd name="csY1105" fmla="*/ 444288 h 592384"/>
                <a:gd name="csX1106" fmla="*/ 314824 w 569453"/>
                <a:gd name="csY1106" fmla="*/ 443333 h 592384"/>
                <a:gd name="csX1107" fmla="*/ 317690 w 569453"/>
                <a:gd name="csY1107" fmla="*/ 442855 h 592384"/>
                <a:gd name="csX1108" fmla="*/ 320079 w 569453"/>
                <a:gd name="csY1108" fmla="*/ 442377 h 592384"/>
                <a:gd name="csX1109" fmla="*/ 323901 w 569453"/>
                <a:gd name="csY1109" fmla="*/ 444288 h 592384"/>
                <a:gd name="csX1110" fmla="*/ 326767 w 569453"/>
                <a:gd name="csY1110" fmla="*/ 444288 h 592384"/>
                <a:gd name="csX1111" fmla="*/ 326289 w 569453"/>
                <a:gd name="csY1111" fmla="*/ 441422 h 592384"/>
                <a:gd name="csX1112" fmla="*/ 324856 w 569453"/>
                <a:gd name="csY1112" fmla="*/ 436645 h 592384"/>
                <a:gd name="csX1113" fmla="*/ 322467 w 569453"/>
                <a:gd name="csY1113" fmla="*/ 431867 h 592384"/>
                <a:gd name="csX1114" fmla="*/ 321034 w 569453"/>
                <a:gd name="csY1114" fmla="*/ 429957 h 592384"/>
                <a:gd name="csX1115" fmla="*/ 317212 w 569453"/>
                <a:gd name="csY1115" fmla="*/ 426612 h 592384"/>
                <a:gd name="csX1116" fmla="*/ 311957 w 569453"/>
                <a:gd name="csY1116" fmla="*/ 420880 h 592384"/>
                <a:gd name="csX1117" fmla="*/ 309569 w 569453"/>
                <a:gd name="csY1117" fmla="*/ 417058 h 592384"/>
                <a:gd name="csX1118" fmla="*/ 309091 w 569453"/>
                <a:gd name="csY1118" fmla="*/ 415147 h 592384"/>
                <a:gd name="csX1119" fmla="*/ 309569 w 569453"/>
                <a:gd name="csY1119" fmla="*/ 413714 h 592384"/>
                <a:gd name="csX1120" fmla="*/ 310046 w 569453"/>
                <a:gd name="csY1120" fmla="*/ 411803 h 592384"/>
                <a:gd name="csX1121" fmla="*/ 319123 w 569453"/>
                <a:gd name="csY1121" fmla="*/ 405115 h 592384"/>
                <a:gd name="csX1122" fmla="*/ 325811 w 569453"/>
                <a:gd name="csY1122" fmla="*/ 398426 h 592384"/>
                <a:gd name="csX1123" fmla="*/ 329155 w 569453"/>
                <a:gd name="csY1123" fmla="*/ 395082 h 592384"/>
                <a:gd name="csX1124" fmla="*/ 330589 w 569453"/>
                <a:gd name="csY1124" fmla="*/ 392694 h 592384"/>
                <a:gd name="csX1125" fmla="*/ 332022 w 569453"/>
                <a:gd name="csY1125" fmla="*/ 390783 h 592384"/>
                <a:gd name="csX1126" fmla="*/ 333455 w 569453"/>
                <a:gd name="csY1126" fmla="*/ 389827 h 592384"/>
                <a:gd name="csX1127" fmla="*/ 336799 w 569453"/>
                <a:gd name="csY1127" fmla="*/ 388394 h 592384"/>
                <a:gd name="csX1128" fmla="*/ 337754 w 569453"/>
                <a:gd name="csY1128" fmla="*/ 386483 h 592384"/>
                <a:gd name="csX1129" fmla="*/ 337754 w 569453"/>
                <a:gd name="csY1129" fmla="*/ 383617 h 592384"/>
                <a:gd name="csX1130" fmla="*/ 338710 w 569453"/>
                <a:gd name="csY1130" fmla="*/ 381228 h 592384"/>
                <a:gd name="csX1131" fmla="*/ 341577 w 569453"/>
                <a:gd name="csY1131" fmla="*/ 374540 h 592384"/>
                <a:gd name="csX1132" fmla="*/ 343965 w 569453"/>
                <a:gd name="csY1132" fmla="*/ 372629 h 592384"/>
                <a:gd name="csX1133" fmla="*/ 347787 w 569453"/>
                <a:gd name="csY1133" fmla="*/ 371196 h 592384"/>
                <a:gd name="csX1134" fmla="*/ 350176 w 569453"/>
                <a:gd name="csY1134" fmla="*/ 369285 h 592384"/>
                <a:gd name="csX1135" fmla="*/ 353042 w 569453"/>
                <a:gd name="csY1135" fmla="*/ 364030 h 592384"/>
                <a:gd name="csX1136" fmla="*/ 352564 w 569453"/>
                <a:gd name="csY1136" fmla="*/ 362597 h 592384"/>
                <a:gd name="csX1137" fmla="*/ 351131 w 569453"/>
                <a:gd name="csY1137" fmla="*/ 361163 h 592384"/>
                <a:gd name="csX1138" fmla="*/ 350176 w 569453"/>
                <a:gd name="csY1138" fmla="*/ 359730 h 592384"/>
                <a:gd name="csX1139" fmla="*/ 345876 w 569453"/>
                <a:gd name="csY1139" fmla="*/ 344443 h 592384"/>
                <a:gd name="csX1140" fmla="*/ 343010 w 569453"/>
                <a:gd name="csY1140" fmla="*/ 337277 h 592384"/>
                <a:gd name="csX1141" fmla="*/ 339188 w 569453"/>
                <a:gd name="csY1141" fmla="*/ 331066 h 592384"/>
                <a:gd name="csX1142" fmla="*/ 336321 w 569453"/>
                <a:gd name="csY1142" fmla="*/ 322945 h 592384"/>
                <a:gd name="csX1143" fmla="*/ 331066 w 569453"/>
                <a:gd name="csY1143" fmla="*/ 315301 h 592384"/>
                <a:gd name="csX1144" fmla="*/ 331066 w 569453"/>
                <a:gd name="csY1144" fmla="*/ 312913 h 592384"/>
                <a:gd name="csX1145" fmla="*/ 332022 w 569453"/>
                <a:gd name="csY1145" fmla="*/ 311002 h 592384"/>
                <a:gd name="csX1146" fmla="*/ 331544 w 569453"/>
                <a:gd name="csY1146" fmla="*/ 310046 h 592384"/>
                <a:gd name="csX1147" fmla="*/ 325811 w 569453"/>
                <a:gd name="csY1147" fmla="*/ 313868 h 592384"/>
                <a:gd name="csX1148" fmla="*/ 324856 w 569453"/>
                <a:gd name="csY1148" fmla="*/ 313868 h 592384"/>
                <a:gd name="csX1149" fmla="*/ 322467 w 569453"/>
                <a:gd name="csY1149" fmla="*/ 312435 h 592384"/>
                <a:gd name="csX1150" fmla="*/ 321034 w 569453"/>
                <a:gd name="csY1150" fmla="*/ 310524 h 592384"/>
                <a:gd name="csX1151" fmla="*/ 320079 w 569453"/>
                <a:gd name="csY1151" fmla="*/ 307180 h 592384"/>
                <a:gd name="csX1152" fmla="*/ 320079 w 569453"/>
                <a:gd name="csY1152" fmla="*/ 305269 h 592384"/>
                <a:gd name="csX1153" fmla="*/ 321034 w 569453"/>
                <a:gd name="csY1153" fmla="*/ 303836 h 592384"/>
                <a:gd name="csX1154" fmla="*/ 321989 w 569453"/>
                <a:gd name="csY1154" fmla="*/ 300014 h 592384"/>
                <a:gd name="csX1155" fmla="*/ 321989 w 569453"/>
                <a:gd name="csY1155" fmla="*/ 297625 h 592384"/>
                <a:gd name="csX1156" fmla="*/ 321512 w 569453"/>
                <a:gd name="csY1156" fmla="*/ 295715 h 592384"/>
                <a:gd name="csX1157" fmla="*/ 321034 w 569453"/>
                <a:gd name="csY1157" fmla="*/ 294281 h 592384"/>
                <a:gd name="csX1158" fmla="*/ 320556 w 569453"/>
                <a:gd name="csY1158" fmla="*/ 293804 h 592384"/>
                <a:gd name="csX1159" fmla="*/ 319123 w 569453"/>
                <a:gd name="csY1159" fmla="*/ 293326 h 592384"/>
                <a:gd name="csX1160" fmla="*/ 316257 w 569453"/>
                <a:gd name="csY1160" fmla="*/ 292848 h 592384"/>
                <a:gd name="csX1161" fmla="*/ 315301 w 569453"/>
                <a:gd name="csY1161" fmla="*/ 293804 h 592384"/>
                <a:gd name="csX1162" fmla="*/ 318168 w 569453"/>
                <a:gd name="csY1162" fmla="*/ 299536 h 592384"/>
                <a:gd name="csX1163" fmla="*/ 317690 w 569453"/>
                <a:gd name="csY1163" fmla="*/ 301447 h 592384"/>
                <a:gd name="csX1164" fmla="*/ 313868 w 569453"/>
                <a:gd name="csY1164" fmla="*/ 301925 h 592384"/>
                <a:gd name="csX1165" fmla="*/ 312435 w 569453"/>
                <a:gd name="csY1165" fmla="*/ 301447 h 592384"/>
                <a:gd name="csX1166" fmla="*/ 310524 w 569453"/>
                <a:gd name="csY1166" fmla="*/ 300970 h 592384"/>
                <a:gd name="csX1167" fmla="*/ 309091 w 569453"/>
                <a:gd name="csY1167" fmla="*/ 299536 h 592384"/>
                <a:gd name="csX1168" fmla="*/ 304791 w 569453"/>
                <a:gd name="csY1168" fmla="*/ 293326 h 592384"/>
                <a:gd name="csX1169" fmla="*/ 303836 w 569453"/>
                <a:gd name="csY1169" fmla="*/ 290937 h 592384"/>
                <a:gd name="csX1170" fmla="*/ 304313 w 569453"/>
                <a:gd name="csY1170" fmla="*/ 289026 h 592384"/>
                <a:gd name="csX1171" fmla="*/ 303836 w 569453"/>
                <a:gd name="csY1171" fmla="*/ 288071 h 592384"/>
                <a:gd name="csX1172" fmla="*/ 302880 w 569453"/>
                <a:gd name="csY1172" fmla="*/ 289026 h 592384"/>
                <a:gd name="csX1173" fmla="*/ 301447 w 569453"/>
                <a:gd name="csY1173" fmla="*/ 289026 h 592384"/>
                <a:gd name="csX1174" fmla="*/ 300014 w 569453"/>
                <a:gd name="csY1174" fmla="*/ 288071 h 592384"/>
                <a:gd name="csX1175" fmla="*/ 299536 w 569453"/>
                <a:gd name="csY1175" fmla="*/ 287593 h 592384"/>
                <a:gd name="csX1176" fmla="*/ 302880 w 569453"/>
                <a:gd name="csY1176" fmla="*/ 284249 h 592384"/>
                <a:gd name="csX1177" fmla="*/ 302880 w 569453"/>
                <a:gd name="csY1177" fmla="*/ 282816 h 592384"/>
                <a:gd name="csX1178" fmla="*/ 301447 w 569453"/>
                <a:gd name="csY1178" fmla="*/ 281860 h 592384"/>
                <a:gd name="csX1179" fmla="*/ 299059 w 569453"/>
                <a:gd name="csY1179" fmla="*/ 281383 h 592384"/>
                <a:gd name="csX1180" fmla="*/ 298581 w 569453"/>
                <a:gd name="csY1180" fmla="*/ 280427 h 592384"/>
                <a:gd name="csX1181" fmla="*/ 299536 w 569453"/>
                <a:gd name="csY1181" fmla="*/ 279472 h 592384"/>
                <a:gd name="csX1182" fmla="*/ 302403 w 569453"/>
                <a:gd name="csY1182" fmla="*/ 277561 h 592384"/>
                <a:gd name="csX1183" fmla="*/ 303358 w 569453"/>
                <a:gd name="csY1183" fmla="*/ 276128 h 592384"/>
                <a:gd name="csX1184" fmla="*/ 301925 w 569453"/>
                <a:gd name="csY1184" fmla="*/ 275172 h 592384"/>
                <a:gd name="csX1185" fmla="*/ 300492 w 569453"/>
                <a:gd name="csY1185" fmla="*/ 275172 h 592384"/>
                <a:gd name="csX1186" fmla="*/ 298581 w 569453"/>
                <a:gd name="csY1186" fmla="*/ 277561 h 592384"/>
                <a:gd name="csX1187" fmla="*/ 295714 w 569453"/>
                <a:gd name="csY1187" fmla="*/ 281383 h 592384"/>
                <a:gd name="csX1188" fmla="*/ 293804 w 569453"/>
                <a:gd name="csY1188" fmla="*/ 283294 h 592384"/>
                <a:gd name="csX1189" fmla="*/ 290459 w 569453"/>
                <a:gd name="csY1189" fmla="*/ 281383 h 592384"/>
                <a:gd name="csX1190" fmla="*/ 288548 w 569453"/>
                <a:gd name="csY1190" fmla="*/ 280427 h 592384"/>
                <a:gd name="csX1191" fmla="*/ 287593 w 569453"/>
                <a:gd name="csY1191" fmla="*/ 280905 h 592384"/>
                <a:gd name="csX1192" fmla="*/ 285682 w 569453"/>
                <a:gd name="csY1192" fmla="*/ 284249 h 592384"/>
                <a:gd name="csX1193" fmla="*/ 280905 w 569453"/>
                <a:gd name="csY1193" fmla="*/ 286638 h 592384"/>
                <a:gd name="csX1194" fmla="*/ 273261 w 569453"/>
                <a:gd name="csY1194" fmla="*/ 292370 h 592384"/>
                <a:gd name="csX1195" fmla="*/ 269917 w 569453"/>
                <a:gd name="csY1195" fmla="*/ 294281 h 592384"/>
                <a:gd name="csX1196" fmla="*/ 266573 w 569453"/>
                <a:gd name="csY1196" fmla="*/ 293804 h 592384"/>
                <a:gd name="csX1197" fmla="*/ 265617 w 569453"/>
                <a:gd name="csY1197" fmla="*/ 292848 h 592384"/>
                <a:gd name="csX1198" fmla="*/ 265617 w 569453"/>
                <a:gd name="csY1198" fmla="*/ 290937 h 592384"/>
                <a:gd name="csX1199" fmla="*/ 266095 w 569453"/>
                <a:gd name="csY1199" fmla="*/ 289026 h 592384"/>
                <a:gd name="csX1200" fmla="*/ 266573 w 569453"/>
                <a:gd name="csY1200" fmla="*/ 288071 h 592384"/>
                <a:gd name="csX1201" fmla="*/ 266573 w 569453"/>
                <a:gd name="csY1201" fmla="*/ 286160 h 592384"/>
                <a:gd name="csX1202" fmla="*/ 266095 w 569453"/>
                <a:gd name="csY1202" fmla="*/ 279949 h 592384"/>
                <a:gd name="csX1203" fmla="*/ 267051 w 569453"/>
                <a:gd name="csY1203" fmla="*/ 278038 h 592384"/>
                <a:gd name="csX1204" fmla="*/ 268006 w 569453"/>
                <a:gd name="csY1204" fmla="*/ 277083 h 592384"/>
                <a:gd name="csX1205" fmla="*/ 270395 w 569453"/>
                <a:gd name="csY1205" fmla="*/ 276128 h 592384"/>
                <a:gd name="csX1206" fmla="*/ 276128 w 569453"/>
                <a:gd name="csY1206" fmla="*/ 277083 h 592384"/>
                <a:gd name="csX1207" fmla="*/ 278994 w 569453"/>
                <a:gd name="csY1207" fmla="*/ 277083 h 592384"/>
                <a:gd name="csX1208" fmla="*/ 280905 w 569453"/>
                <a:gd name="csY1208" fmla="*/ 275650 h 592384"/>
                <a:gd name="csX1209" fmla="*/ 282816 w 569453"/>
                <a:gd name="csY1209" fmla="*/ 273261 h 592384"/>
                <a:gd name="csX1210" fmla="*/ 284727 w 569453"/>
                <a:gd name="csY1210" fmla="*/ 270395 h 592384"/>
                <a:gd name="csX1211" fmla="*/ 285204 w 569453"/>
                <a:gd name="csY1211" fmla="*/ 267529 h 592384"/>
                <a:gd name="csX1212" fmla="*/ 282816 w 569453"/>
                <a:gd name="csY1212" fmla="*/ 263229 h 592384"/>
                <a:gd name="csX1213" fmla="*/ 282338 w 569453"/>
                <a:gd name="csY1213" fmla="*/ 262273 h 592384"/>
                <a:gd name="csX1214" fmla="*/ 277083 w 569453"/>
                <a:gd name="csY1214" fmla="*/ 258929 h 592384"/>
                <a:gd name="csX1215" fmla="*/ 274217 w 569453"/>
                <a:gd name="csY1215" fmla="*/ 257496 h 592384"/>
                <a:gd name="csX1216" fmla="*/ 271828 w 569453"/>
                <a:gd name="csY1216" fmla="*/ 257018 h 592384"/>
                <a:gd name="csX1217" fmla="*/ 269917 w 569453"/>
                <a:gd name="csY1217" fmla="*/ 256063 h 592384"/>
                <a:gd name="csX1218" fmla="*/ 268962 w 569453"/>
                <a:gd name="csY1218" fmla="*/ 254630 h 592384"/>
                <a:gd name="csX1219" fmla="*/ 267528 w 569453"/>
                <a:gd name="csY1219" fmla="*/ 252241 h 592384"/>
                <a:gd name="csX1220" fmla="*/ 267528 w 569453"/>
                <a:gd name="csY1220" fmla="*/ 250330 h 592384"/>
                <a:gd name="csX1221" fmla="*/ 267528 w 569453"/>
                <a:gd name="csY1221" fmla="*/ 248419 h 592384"/>
                <a:gd name="csX1222" fmla="*/ 268962 w 569453"/>
                <a:gd name="csY1222" fmla="*/ 246508 h 592384"/>
                <a:gd name="csX1223" fmla="*/ 273261 w 569453"/>
                <a:gd name="csY1223" fmla="*/ 245075 h 592384"/>
                <a:gd name="csX1224" fmla="*/ 273261 w 569453"/>
                <a:gd name="csY1224" fmla="*/ 244597 h 592384"/>
                <a:gd name="csX1225" fmla="*/ 269439 w 569453"/>
                <a:gd name="csY1225" fmla="*/ 243164 h 592384"/>
                <a:gd name="csX1226" fmla="*/ 268006 w 569453"/>
                <a:gd name="csY1226" fmla="*/ 243164 h 592384"/>
                <a:gd name="csX1227" fmla="*/ 266095 w 569453"/>
                <a:gd name="csY1227" fmla="*/ 244597 h 592384"/>
                <a:gd name="csX1228" fmla="*/ 264184 w 569453"/>
                <a:gd name="csY1228" fmla="*/ 248419 h 592384"/>
                <a:gd name="csX1229" fmla="*/ 263229 w 569453"/>
                <a:gd name="csY1229" fmla="*/ 249375 h 592384"/>
                <a:gd name="csX1230" fmla="*/ 259885 w 569453"/>
                <a:gd name="csY1230" fmla="*/ 246986 h 592384"/>
                <a:gd name="csX1231" fmla="*/ 257974 w 569453"/>
                <a:gd name="csY1231" fmla="*/ 246986 h 592384"/>
                <a:gd name="csX1232" fmla="*/ 256540 w 569453"/>
                <a:gd name="csY1232" fmla="*/ 246031 h 592384"/>
                <a:gd name="csX1233" fmla="*/ 255585 w 569453"/>
                <a:gd name="csY1233" fmla="*/ 245075 h 592384"/>
                <a:gd name="csX1234" fmla="*/ 256063 w 569453"/>
                <a:gd name="csY1234" fmla="*/ 244120 h 592384"/>
                <a:gd name="csX1235" fmla="*/ 257974 w 569453"/>
                <a:gd name="csY1235" fmla="*/ 243164 h 592384"/>
                <a:gd name="csX1236" fmla="*/ 260840 w 569453"/>
                <a:gd name="csY1236" fmla="*/ 240298 h 592384"/>
                <a:gd name="csX1237" fmla="*/ 260840 w 569453"/>
                <a:gd name="csY1237" fmla="*/ 238387 h 592384"/>
                <a:gd name="csX1238" fmla="*/ 258929 w 569453"/>
                <a:gd name="csY1238" fmla="*/ 235998 h 592384"/>
                <a:gd name="csX1239" fmla="*/ 257974 w 569453"/>
                <a:gd name="csY1239" fmla="*/ 235521 h 592384"/>
                <a:gd name="csX1240" fmla="*/ 253674 w 569453"/>
                <a:gd name="csY1240" fmla="*/ 234565 h 592384"/>
                <a:gd name="csX1241" fmla="*/ 248419 w 569453"/>
                <a:gd name="csY1241" fmla="*/ 235521 h 592384"/>
                <a:gd name="csX1242" fmla="*/ 246508 w 569453"/>
                <a:gd name="csY1242" fmla="*/ 235043 h 592384"/>
                <a:gd name="csX1243" fmla="*/ 245553 w 569453"/>
                <a:gd name="csY1243" fmla="*/ 232176 h 592384"/>
                <a:gd name="csX1244" fmla="*/ 245075 w 569453"/>
                <a:gd name="csY1244" fmla="*/ 228355 h 592384"/>
                <a:gd name="csX1245" fmla="*/ 244597 w 569453"/>
                <a:gd name="csY1245" fmla="*/ 224533 h 592384"/>
                <a:gd name="csX1246" fmla="*/ 243642 w 569453"/>
                <a:gd name="csY1246" fmla="*/ 217367 h 592384"/>
                <a:gd name="csX1247" fmla="*/ 242686 w 569453"/>
                <a:gd name="csY1247" fmla="*/ 214023 h 592384"/>
                <a:gd name="csX1248" fmla="*/ 241253 w 569453"/>
                <a:gd name="csY1248" fmla="*/ 213545 h 592384"/>
                <a:gd name="csX1249" fmla="*/ 235043 w 569453"/>
                <a:gd name="csY1249" fmla="*/ 214978 h 592384"/>
                <a:gd name="csX1250" fmla="*/ 233610 w 569453"/>
                <a:gd name="csY1250" fmla="*/ 214978 h 592384"/>
                <a:gd name="csX1251" fmla="*/ 232654 w 569453"/>
                <a:gd name="csY1251" fmla="*/ 214500 h 592384"/>
                <a:gd name="csX1252" fmla="*/ 228355 w 569453"/>
                <a:gd name="csY1252" fmla="*/ 209723 h 592384"/>
                <a:gd name="csX1253" fmla="*/ 226921 w 569453"/>
                <a:gd name="csY1253" fmla="*/ 208290 h 592384"/>
                <a:gd name="csX1254" fmla="*/ 225966 w 569453"/>
                <a:gd name="csY1254" fmla="*/ 207812 h 592384"/>
                <a:gd name="csX1255" fmla="*/ 223099 w 569453"/>
                <a:gd name="csY1255" fmla="*/ 203035 h 592384"/>
                <a:gd name="csX1256" fmla="*/ 221666 w 569453"/>
                <a:gd name="csY1256" fmla="*/ 202080 h 592384"/>
                <a:gd name="csX1257" fmla="*/ 220711 w 569453"/>
                <a:gd name="csY1257" fmla="*/ 199213 h 592384"/>
                <a:gd name="csX1258" fmla="*/ 218800 w 569453"/>
                <a:gd name="csY1258" fmla="*/ 195391 h 592384"/>
                <a:gd name="csX1259" fmla="*/ 217367 w 569453"/>
                <a:gd name="csY1259" fmla="*/ 194436 h 592384"/>
                <a:gd name="csX1260" fmla="*/ 215456 w 569453"/>
                <a:gd name="csY1260" fmla="*/ 195869 h 592384"/>
                <a:gd name="csX1261" fmla="*/ 213545 w 569453"/>
                <a:gd name="csY1261" fmla="*/ 197780 h 592384"/>
                <a:gd name="csX1262" fmla="*/ 211634 w 569453"/>
                <a:gd name="csY1262" fmla="*/ 200646 h 592384"/>
                <a:gd name="csX1263" fmla="*/ 210679 w 569453"/>
                <a:gd name="csY1263" fmla="*/ 203513 h 592384"/>
                <a:gd name="csX1264" fmla="*/ 210679 w 569453"/>
                <a:gd name="csY1264" fmla="*/ 205424 h 592384"/>
                <a:gd name="csX1265" fmla="*/ 211634 w 569453"/>
                <a:gd name="csY1265" fmla="*/ 206857 h 592384"/>
                <a:gd name="csX1266" fmla="*/ 218322 w 569453"/>
                <a:gd name="csY1266" fmla="*/ 209245 h 592384"/>
                <a:gd name="csX1267" fmla="*/ 219756 w 569453"/>
                <a:gd name="csY1267" fmla="*/ 211156 h 592384"/>
                <a:gd name="csX1268" fmla="*/ 221189 w 569453"/>
                <a:gd name="csY1268" fmla="*/ 214023 h 592384"/>
                <a:gd name="csX1269" fmla="*/ 222144 w 569453"/>
                <a:gd name="csY1269" fmla="*/ 217367 h 592384"/>
                <a:gd name="csX1270" fmla="*/ 223099 w 569453"/>
                <a:gd name="csY1270" fmla="*/ 221189 h 592384"/>
                <a:gd name="csX1271" fmla="*/ 223099 w 569453"/>
                <a:gd name="csY1271" fmla="*/ 224055 h 592384"/>
                <a:gd name="csX1272" fmla="*/ 222144 w 569453"/>
                <a:gd name="csY1272" fmla="*/ 225966 h 592384"/>
                <a:gd name="csX1273" fmla="*/ 220711 w 569453"/>
                <a:gd name="csY1273" fmla="*/ 227877 h 592384"/>
                <a:gd name="csX1274" fmla="*/ 216889 w 569453"/>
                <a:gd name="csY1274" fmla="*/ 230743 h 592384"/>
                <a:gd name="csX1275" fmla="*/ 212590 w 569453"/>
                <a:gd name="csY1275" fmla="*/ 232176 h 592384"/>
                <a:gd name="csX1276" fmla="*/ 208290 w 569453"/>
                <a:gd name="csY1276" fmla="*/ 232654 h 592384"/>
                <a:gd name="csX1277" fmla="*/ 206379 w 569453"/>
                <a:gd name="csY1277" fmla="*/ 232176 h 592384"/>
                <a:gd name="csX1278" fmla="*/ 195391 w 569453"/>
                <a:gd name="csY1278" fmla="*/ 226921 h 592384"/>
                <a:gd name="csX1279" fmla="*/ 193480 w 569453"/>
                <a:gd name="csY1279" fmla="*/ 226921 h 592384"/>
                <a:gd name="csX1280" fmla="*/ 191092 w 569453"/>
                <a:gd name="csY1280" fmla="*/ 225966 h 592384"/>
                <a:gd name="csX1281" fmla="*/ 185359 w 569453"/>
                <a:gd name="csY1281" fmla="*/ 224055 h 592384"/>
                <a:gd name="csX1282" fmla="*/ 182492 w 569453"/>
                <a:gd name="csY1282" fmla="*/ 223577 h 592384"/>
                <a:gd name="csX1283" fmla="*/ 176760 w 569453"/>
                <a:gd name="csY1283" fmla="*/ 222144 h 592384"/>
                <a:gd name="csX1284" fmla="*/ 167683 w 569453"/>
                <a:gd name="csY1284" fmla="*/ 220711 h 592384"/>
                <a:gd name="csX1285" fmla="*/ 165772 w 569453"/>
                <a:gd name="csY1285" fmla="*/ 221666 h 592384"/>
                <a:gd name="csX1286" fmla="*/ 168161 w 569453"/>
                <a:gd name="csY1286" fmla="*/ 224055 h 592384"/>
                <a:gd name="csX1287" fmla="*/ 170549 w 569453"/>
                <a:gd name="csY1287" fmla="*/ 225488 h 592384"/>
                <a:gd name="csX1288" fmla="*/ 172460 w 569453"/>
                <a:gd name="csY1288" fmla="*/ 225488 h 592384"/>
                <a:gd name="csX1289" fmla="*/ 174849 w 569453"/>
                <a:gd name="csY1289" fmla="*/ 227877 h 592384"/>
                <a:gd name="csX1290" fmla="*/ 178193 w 569453"/>
                <a:gd name="csY1290" fmla="*/ 232176 h 592384"/>
                <a:gd name="csX1291" fmla="*/ 180104 w 569453"/>
                <a:gd name="csY1291" fmla="*/ 234565 h 592384"/>
                <a:gd name="csX1292" fmla="*/ 182015 w 569453"/>
                <a:gd name="csY1292" fmla="*/ 237909 h 592384"/>
                <a:gd name="csX1293" fmla="*/ 182015 w 569453"/>
                <a:gd name="csY1293" fmla="*/ 238865 h 592384"/>
                <a:gd name="csX1294" fmla="*/ 180582 w 569453"/>
                <a:gd name="csY1294" fmla="*/ 240776 h 592384"/>
                <a:gd name="csX1295" fmla="*/ 167683 w 569453"/>
                <a:gd name="csY1295" fmla="*/ 229788 h 592384"/>
                <a:gd name="csX1296" fmla="*/ 160039 w 569453"/>
                <a:gd name="csY1296" fmla="*/ 233610 h 592384"/>
                <a:gd name="csX1297" fmla="*/ 156217 w 569453"/>
                <a:gd name="csY1297" fmla="*/ 235043 h 592384"/>
                <a:gd name="csX1298" fmla="*/ 153351 w 569453"/>
                <a:gd name="csY1298" fmla="*/ 235521 h 592384"/>
                <a:gd name="csX1299" fmla="*/ 149529 w 569453"/>
                <a:gd name="csY1299" fmla="*/ 234087 h 592384"/>
                <a:gd name="csX1300" fmla="*/ 140452 w 569453"/>
                <a:gd name="csY1300" fmla="*/ 228355 h 592384"/>
                <a:gd name="csX1301" fmla="*/ 137586 w 569453"/>
                <a:gd name="csY1301" fmla="*/ 226444 h 592384"/>
                <a:gd name="csX1302" fmla="*/ 136153 w 569453"/>
                <a:gd name="csY1302" fmla="*/ 226444 h 592384"/>
                <a:gd name="csX1303" fmla="*/ 128509 w 569453"/>
                <a:gd name="csY1303" fmla="*/ 228832 h 592384"/>
                <a:gd name="csX1304" fmla="*/ 122299 w 569453"/>
                <a:gd name="csY1304" fmla="*/ 228832 h 592384"/>
                <a:gd name="csX1305" fmla="*/ 108922 w 569453"/>
                <a:gd name="csY1305" fmla="*/ 226444 h 592384"/>
                <a:gd name="csX1306" fmla="*/ 104145 w 569453"/>
                <a:gd name="csY1306" fmla="*/ 225010 h 592384"/>
                <a:gd name="csX1307" fmla="*/ 102712 w 569453"/>
                <a:gd name="csY1307" fmla="*/ 223577 h 592384"/>
                <a:gd name="csX1308" fmla="*/ 101278 w 569453"/>
                <a:gd name="csY1308" fmla="*/ 222622 h 592384"/>
                <a:gd name="csX1309" fmla="*/ 98412 w 569453"/>
                <a:gd name="csY1309" fmla="*/ 222622 h 592384"/>
                <a:gd name="csX1310" fmla="*/ 90769 w 569453"/>
                <a:gd name="csY1310" fmla="*/ 220711 h 592384"/>
                <a:gd name="csX1311" fmla="*/ 84080 w 569453"/>
                <a:gd name="csY1311" fmla="*/ 225010 h 592384"/>
                <a:gd name="csX1312" fmla="*/ 75959 w 569453"/>
                <a:gd name="csY1312" fmla="*/ 221189 h 592384"/>
                <a:gd name="csX1313" fmla="*/ 73093 w 569453"/>
                <a:gd name="csY1313" fmla="*/ 218800 h 592384"/>
                <a:gd name="csX1314" fmla="*/ 72615 w 569453"/>
                <a:gd name="csY1314" fmla="*/ 217367 h 592384"/>
                <a:gd name="csX1315" fmla="*/ 70226 w 569453"/>
                <a:gd name="csY1315" fmla="*/ 211156 h 592384"/>
                <a:gd name="csX1316" fmla="*/ 69748 w 569453"/>
                <a:gd name="csY1316" fmla="*/ 207812 h 592384"/>
                <a:gd name="csX1317" fmla="*/ 70226 w 569453"/>
                <a:gd name="csY1317" fmla="*/ 204946 h 592384"/>
                <a:gd name="csX1318" fmla="*/ 71182 w 569453"/>
                <a:gd name="csY1318" fmla="*/ 203035 h 592384"/>
                <a:gd name="csX1319" fmla="*/ 71659 w 569453"/>
                <a:gd name="csY1319" fmla="*/ 201602 h 592384"/>
                <a:gd name="csX1320" fmla="*/ 67360 w 569453"/>
                <a:gd name="csY1320" fmla="*/ 205424 h 592384"/>
                <a:gd name="csX1321" fmla="*/ 65449 w 569453"/>
                <a:gd name="csY1321" fmla="*/ 205901 h 592384"/>
                <a:gd name="csX1322" fmla="*/ 63538 w 569453"/>
                <a:gd name="csY1322" fmla="*/ 205901 h 592384"/>
                <a:gd name="csX1323" fmla="*/ 57328 w 569453"/>
                <a:gd name="csY1323" fmla="*/ 204468 h 592384"/>
                <a:gd name="csX1324" fmla="*/ 56372 w 569453"/>
                <a:gd name="csY1324" fmla="*/ 205424 h 592384"/>
                <a:gd name="csX1325" fmla="*/ 56850 w 569453"/>
                <a:gd name="csY1325" fmla="*/ 206379 h 592384"/>
                <a:gd name="csX1326" fmla="*/ 58283 w 569453"/>
                <a:gd name="csY1326" fmla="*/ 208290 h 592384"/>
                <a:gd name="csX1327" fmla="*/ 58761 w 569453"/>
                <a:gd name="csY1327" fmla="*/ 209245 h 592384"/>
                <a:gd name="csX1328" fmla="*/ 54939 w 569453"/>
                <a:gd name="csY1328" fmla="*/ 210201 h 592384"/>
                <a:gd name="csX1329" fmla="*/ 49684 w 569453"/>
                <a:gd name="csY1329" fmla="*/ 209245 h 592384"/>
                <a:gd name="csX1330" fmla="*/ 47773 w 569453"/>
                <a:gd name="csY1330" fmla="*/ 209723 h 592384"/>
                <a:gd name="csX1331" fmla="*/ 46340 w 569453"/>
                <a:gd name="csY1331" fmla="*/ 210201 h 592384"/>
                <a:gd name="csX1332" fmla="*/ 43951 w 569453"/>
                <a:gd name="csY1332" fmla="*/ 213067 h 592384"/>
                <a:gd name="csX1333" fmla="*/ 42996 w 569453"/>
                <a:gd name="csY1333" fmla="*/ 213545 h 592384"/>
                <a:gd name="csX1334" fmla="*/ 42040 w 569453"/>
                <a:gd name="csY1334" fmla="*/ 213545 h 592384"/>
                <a:gd name="csX1335" fmla="*/ 36307 w 569453"/>
                <a:gd name="csY1335" fmla="*/ 206857 h 592384"/>
                <a:gd name="csX1336" fmla="*/ 32008 w 569453"/>
                <a:gd name="csY1336" fmla="*/ 203035 h 592384"/>
                <a:gd name="csX1337" fmla="*/ 26753 w 569453"/>
                <a:gd name="csY1337" fmla="*/ 201602 h 592384"/>
                <a:gd name="csX1338" fmla="*/ 24364 w 569453"/>
                <a:gd name="csY1338" fmla="*/ 200169 h 592384"/>
                <a:gd name="csX1339" fmla="*/ 22931 w 569453"/>
                <a:gd name="csY1339" fmla="*/ 198735 h 592384"/>
                <a:gd name="csX1340" fmla="*/ 15765 w 569453"/>
                <a:gd name="csY1340" fmla="*/ 185837 h 592384"/>
                <a:gd name="csX1341" fmla="*/ 14809 w 569453"/>
                <a:gd name="csY1341" fmla="*/ 182970 h 592384"/>
                <a:gd name="csX1342" fmla="*/ 12898 w 569453"/>
                <a:gd name="csY1342" fmla="*/ 172460 h 592384"/>
                <a:gd name="csX1343" fmla="*/ 11943 w 569453"/>
                <a:gd name="csY1343" fmla="*/ 170549 h 592384"/>
                <a:gd name="csX1344" fmla="*/ 10988 w 569453"/>
                <a:gd name="csY1344" fmla="*/ 169116 h 592384"/>
                <a:gd name="csX1345" fmla="*/ 12898 w 569453"/>
                <a:gd name="csY1345" fmla="*/ 168638 h 592384"/>
                <a:gd name="csX1346" fmla="*/ 19587 w 569453"/>
                <a:gd name="csY1346" fmla="*/ 170072 h 592384"/>
                <a:gd name="csX1347" fmla="*/ 26275 w 569453"/>
                <a:gd name="csY1347" fmla="*/ 169594 h 592384"/>
                <a:gd name="csX1348" fmla="*/ 29619 w 569453"/>
                <a:gd name="csY1348" fmla="*/ 170549 h 592384"/>
                <a:gd name="csX1349" fmla="*/ 33919 w 569453"/>
                <a:gd name="csY1349" fmla="*/ 173416 h 592384"/>
                <a:gd name="csX1350" fmla="*/ 39174 w 569453"/>
                <a:gd name="csY1350" fmla="*/ 174849 h 592384"/>
                <a:gd name="csX1351" fmla="*/ 42996 w 569453"/>
                <a:gd name="csY1351" fmla="*/ 175327 h 592384"/>
                <a:gd name="csX1352" fmla="*/ 49206 w 569453"/>
                <a:gd name="csY1352" fmla="*/ 174849 h 592384"/>
                <a:gd name="csX1353" fmla="*/ 56372 w 569453"/>
                <a:gd name="csY1353" fmla="*/ 172938 h 592384"/>
                <a:gd name="csX1354" fmla="*/ 56850 w 569453"/>
                <a:gd name="csY1354" fmla="*/ 171505 h 592384"/>
                <a:gd name="csX1355" fmla="*/ 52550 w 569453"/>
                <a:gd name="csY1355" fmla="*/ 169594 h 592384"/>
                <a:gd name="csX1356" fmla="*/ 48251 w 569453"/>
                <a:gd name="csY1356" fmla="*/ 166250 h 592384"/>
                <a:gd name="csX1357" fmla="*/ 44906 w 569453"/>
                <a:gd name="csY1357" fmla="*/ 162428 h 592384"/>
                <a:gd name="csX1358" fmla="*/ 42518 w 569453"/>
                <a:gd name="csY1358" fmla="*/ 160517 h 592384"/>
                <a:gd name="csX1359" fmla="*/ 38696 w 569453"/>
                <a:gd name="csY1359" fmla="*/ 159562 h 592384"/>
                <a:gd name="csX1360" fmla="*/ 28186 w 569453"/>
                <a:gd name="csY1360" fmla="*/ 158606 h 592384"/>
                <a:gd name="csX1361" fmla="*/ 18631 w 569453"/>
                <a:gd name="csY1361" fmla="*/ 156217 h 592384"/>
                <a:gd name="csX1362" fmla="*/ 11943 w 569453"/>
                <a:gd name="csY1362" fmla="*/ 152396 h 592384"/>
                <a:gd name="csX1363" fmla="*/ 6210 w 569453"/>
                <a:gd name="csY1363" fmla="*/ 148574 h 592384"/>
                <a:gd name="csX1364" fmla="*/ 4299 w 569453"/>
                <a:gd name="csY1364" fmla="*/ 146185 h 592384"/>
                <a:gd name="csX1365" fmla="*/ 3344 w 569453"/>
                <a:gd name="csY1365" fmla="*/ 144274 h 592384"/>
                <a:gd name="csX1366" fmla="*/ 2389 w 569453"/>
                <a:gd name="csY1366" fmla="*/ 139019 h 592384"/>
                <a:gd name="csX1367" fmla="*/ 1433 w 569453"/>
                <a:gd name="csY1367" fmla="*/ 129942 h 592384"/>
                <a:gd name="csX1368" fmla="*/ 955 w 569453"/>
                <a:gd name="csY1368" fmla="*/ 123732 h 592384"/>
                <a:gd name="csX1369" fmla="*/ 0 w 569453"/>
                <a:gd name="csY1369" fmla="*/ 120865 h 592384"/>
                <a:gd name="csX1370" fmla="*/ 0 w 569453"/>
                <a:gd name="csY1370" fmla="*/ 117999 h 592384"/>
                <a:gd name="csX1371" fmla="*/ 1433 w 569453"/>
                <a:gd name="csY1371" fmla="*/ 112266 h 592384"/>
                <a:gd name="csX1372" fmla="*/ 7166 w 569453"/>
                <a:gd name="csY1372" fmla="*/ 105578 h 592384"/>
                <a:gd name="csX1373" fmla="*/ 7166 w 569453"/>
                <a:gd name="csY1373" fmla="*/ 104623 h 592384"/>
                <a:gd name="csX1374" fmla="*/ 6210 w 569453"/>
                <a:gd name="csY1374" fmla="*/ 104623 h 592384"/>
                <a:gd name="csX1375" fmla="*/ 3822 w 569453"/>
                <a:gd name="csY1375" fmla="*/ 102712 h 592384"/>
                <a:gd name="csX1376" fmla="*/ 3344 w 569453"/>
                <a:gd name="csY1376" fmla="*/ 100323 h 592384"/>
                <a:gd name="csX1377" fmla="*/ 2866 w 569453"/>
                <a:gd name="csY1377" fmla="*/ 96501 h 592384"/>
                <a:gd name="csX1378" fmla="*/ 2866 w 569453"/>
                <a:gd name="csY1378" fmla="*/ 93157 h 592384"/>
                <a:gd name="csX1379" fmla="*/ 2866 w 569453"/>
                <a:gd name="csY1379" fmla="*/ 90291 h 592384"/>
                <a:gd name="csX1380" fmla="*/ 3822 w 569453"/>
                <a:gd name="csY1380" fmla="*/ 86947 h 592384"/>
                <a:gd name="csX1381" fmla="*/ 6210 w 569453"/>
                <a:gd name="csY1381" fmla="*/ 81214 h 592384"/>
                <a:gd name="csX1382" fmla="*/ 9555 w 569453"/>
                <a:gd name="csY1382" fmla="*/ 73570 h 592384"/>
                <a:gd name="csX1383" fmla="*/ 12898 w 569453"/>
                <a:gd name="csY1383" fmla="*/ 66882 h 592384"/>
                <a:gd name="csX1384" fmla="*/ 13854 w 569453"/>
                <a:gd name="csY1384" fmla="*/ 64493 h 592384"/>
                <a:gd name="csX1385" fmla="*/ 13854 w 569453"/>
                <a:gd name="csY1385" fmla="*/ 58283 h 592384"/>
                <a:gd name="csX1386" fmla="*/ 14332 w 569453"/>
                <a:gd name="csY1386" fmla="*/ 53506 h 592384"/>
                <a:gd name="csX1387" fmla="*/ 14809 w 569453"/>
                <a:gd name="csY1387" fmla="*/ 50162 h 592384"/>
                <a:gd name="csX1388" fmla="*/ 15765 w 569453"/>
                <a:gd name="csY1388" fmla="*/ 47773 h 592384"/>
                <a:gd name="csX1389" fmla="*/ 17676 w 569453"/>
                <a:gd name="csY1389" fmla="*/ 42996 h 592384"/>
                <a:gd name="csX1390" fmla="*/ 20542 w 569453"/>
                <a:gd name="csY1390" fmla="*/ 38696 h 592384"/>
                <a:gd name="csX1391" fmla="*/ 24842 w 569453"/>
                <a:gd name="csY1391" fmla="*/ 34874 h 592384"/>
                <a:gd name="csX1392" fmla="*/ 25320 w 569453"/>
                <a:gd name="csY1392" fmla="*/ 33441 h 592384"/>
                <a:gd name="csX1393" fmla="*/ 25320 w 569453"/>
                <a:gd name="csY1393" fmla="*/ 31530 h 592384"/>
                <a:gd name="csX1394" fmla="*/ 25797 w 569453"/>
                <a:gd name="csY1394" fmla="*/ 30097 h 592384"/>
                <a:gd name="csX1395" fmla="*/ 25797 w 569453"/>
                <a:gd name="csY1395" fmla="*/ 29141 h 592384"/>
                <a:gd name="csX1396" fmla="*/ 36785 w 569453"/>
                <a:gd name="csY1396" fmla="*/ 16721 h 592384"/>
                <a:gd name="csX1397" fmla="*/ 41562 w 569453"/>
                <a:gd name="csY1397" fmla="*/ 11943 h 592384"/>
                <a:gd name="csX1398" fmla="*/ 45384 w 569453"/>
                <a:gd name="csY1398" fmla="*/ 8599 h 592384"/>
                <a:gd name="csX1399" fmla="*/ 50639 w 569453"/>
                <a:gd name="csY1399" fmla="*/ 6210 h 592384"/>
                <a:gd name="csX1400" fmla="*/ 64493 w 569453"/>
                <a:gd name="csY1400" fmla="*/ 1433 h 592384"/>
                <a:gd name="csX1401" fmla="*/ 71659 w 569453"/>
                <a:gd name="csY1401" fmla="*/ 0 h 592384"/>
                <a:gd name="csX1402" fmla="*/ 80736 w 569453"/>
                <a:gd name="csY1402" fmla="*/ 478 h 592384"/>
                <a:gd name="csX1403" fmla="*/ 97457 w 569453"/>
                <a:gd name="csY1403" fmla="*/ 2866 h 592384"/>
                <a:gd name="csX1404" fmla="*/ 99368 w 569453"/>
                <a:gd name="csY1404" fmla="*/ 4777 h 592384"/>
                <a:gd name="csX1405" fmla="*/ 99845 w 569453"/>
                <a:gd name="csY1405" fmla="*/ 6210 h 592384"/>
                <a:gd name="csX1406" fmla="*/ 100323 w 569453"/>
                <a:gd name="csY1406" fmla="*/ 8599 h 592384"/>
                <a:gd name="csX1407" fmla="*/ 99845 w 569453"/>
                <a:gd name="csY1407" fmla="*/ 10510 h 592384"/>
                <a:gd name="csX1408" fmla="*/ 95546 w 569453"/>
                <a:gd name="csY1408" fmla="*/ 16243 h 592384"/>
                <a:gd name="csX1409" fmla="*/ 89813 w 569453"/>
                <a:gd name="csY1409" fmla="*/ 21498 h 592384"/>
                <a:gd name="csX1410" fmla="*/ 85991 w 569453"/>
                <a:gd name="csY1410" fmla="*/ 25320 h 592384"/>
                <a:gd name="csX1411" fmla="*/ 79781 w 569453"/>
                <a:gd name="csY1411" fmla="*/ 34874 h 592384"/>
                <a:gd name="csX1412" fmla="*/ 77870 w 569453"/>
                <a:gd name="csY1412" fmla="*/ 38218 h 592384"/>
                <a:gd name="csX1413" fmla="*/ 70226 w 569453"/>
                <a:gd name="csY1413" fmla="*/ 56850 h 592384"/>
                <a:gd name="csX1414" fmla="*/ 68315 w 569453"/>
                <a:gd name="csY1414" fmla="*/ 60194 h 592384"/>
                <a:gd name="csX1415" fmla="*/ 67360 w 569453"/>
                <a:gd name="csY1415" fmla="*/ 62582 h 592384"/>
                <a:gd name="csX1416" fmla="*/ 66404 w 569453"/>
                <a:gd name="csY1416" fmla="*/ 69271 h 592384"/>
                <a:gd name="csX1417" fmla="*/ 66404 w 569453"/>
                <a:gd name="csY1417" fmla="*/ 71659 h 592384"/>
                <a:gd name="csX1418" fmla="*/ 67837 w 569453"/>
                <a:gd name="csY1418" fmla="*/ 75481 h 592384"/>
                <a:gd name="csX1419" fmla="*/ 72137 w 569453"/>
                <a:gd name="csY1419" fmla="*/ 83603 h 592384"/>
                <a:gd name="csX1420" fmla="*/ 73093 w 569453"/>
                <a:gd name="csY1420" fmla="*/ 87424 h 592384"/>
                <a:gd name="csX1421" fmla="*/ 73093 w 569453"/>
                <a:gd name="csY1421" fmla="*/ 91246 h 592384"/>
                <a:gd name="csX1422" fmla="*/ 72615 w 569453"/>
                <a:gd name="csY1422" fmla="*/ 99368 h 592384"/>
                <a:gd name="csX1423" fmla="*/ 72615 w 569453"/>
                <a:gd name="csY1423" fmla="*/ 103667 h 592384"/>
                <a:gd name="csX1424" fmla="*/ 73093 w 569453"/>
                <a:gd name="csY1424" fmla="*/ 107967 h 592384"/>
                <a:gd name="csX1425" fmla="*/ 73570 w 569453"/>
                <a:gd name="csY1425" fmla="*/ 113700 h 592384"/>
                <a:gd name="csX1426" fmla="*/ 75481 w 569453"/>
                <a:gd name="csY1426" fmla="*/ 120865 h 592384"/>
                <a:gd name="csX1427" fmla="*/ 78825 w 569453"/>
                <a:gd name="csY1427" fmla="*/ 128509 h 592384"/>
                <a:gd name="csX1428" fmla="*/ 84558 w 569453"/>
                <a:gd name="csY1428" fmla="*/ 136153 h 592384"/>
                <a:gd name="csX1429" fmla="*/ 88858 w 569453"/>
                <a:gd name="csY1429" fmla="*/ 140930 h 592384"/>
                <a:gd name="csX1430" fmla="*/ 93157 w 569453"/>
                <a:gd name="csY1430" fmla="*/ 144752 h 592384"/>
                <a:gd name="csX1431" fmla="*/ 97935 w 569453"/>
                <a:gd name="csY1431" fmla="*/ 150007 h 592384"/>
                <a:gd name="csX1432" fmla="*/ 98890 w 569453"/>
                <a:gd name="csY1432" fmla="*/ 152396 h 592384"/>
                <a:gd name="csX1433" fmla="*/ 96979 w 569453"/>
                <a:gd name="csY1433" fmla="*/ 155262 h 592384"/>
                <a:gd name="csX1434" fmla="*/ 91246 w 569453"/>
                <a:gd name="csY1434" fmla="*/ 159562 h 592384"/>
                <a:gd name="csX1435" fmla="*/ 84558 w 569453"/>
                <a:gd name="csY1435" fmla="*/ 161473 h 592384"/>
                <a:gd name="csX1436" fmla="*/ 80736 w 569453"/>
                <a:gd name="csY1436" fmla="*/ 163383 h 592384"/>
                <a:gd name="csX1437" fmla="*/ 75959 w 569453"/>
                <a:gd name="csY1437" fmla="*/ 167205 h 592384"/>
                <a:gd name="csX1438" fmla="*/ 70226 w 569453"/>
                <a:gd name="csY1438" fmla="*/ 170072 h 592384"/>
                <a:gd name="csX1439" fmla="*/ 67837 w 569453"/>
                <a:gd name="csY1439" fmla="*/ 171505 h 592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</a:cxnLst>
              <a:rect l="l" t="t" r="r" b="b"/>
              <a:pathLst>
                <a:path w="569453" h="592384">
                  <a:moveTo>
                    <a:pt x="67837" y="171505"/>
                  </a:moveTo>
                  <a:lnTo>
                    <a:pt x="68793" y="172938"/>
                  </a:lnTo>
                  <a:lnTo>
                    <a:pt x="73093" y="171505"/>
                  </a:lnTo>
                  <a:lnTo>
                    <a:pt x="76914" y="169594"/>
                  </a:lnTo>
                  <a:lnTo>
                    <a:pt x="83125" y="165294"/>
                  </a:lnTo>
                  <a:lnTo>
                    <a:pt x="86469" y="163861"/>
                  </a:lnTo>
                  <a:lnTo>
                    <a:pt x="97457" y="163861"/>
                  </a:lnTo>
                  <a:lnTo>
                    <a:pt x="99368" y="164817"/>
                  </a:lnTo>
                  <a:lnTo>
                    <a:pt x="98412" y="167205"/>
                  </a:lnTo>
                  <a:lnTo>
                    <a:pt x="97935" y="167683"/>
                  </a:lnTo>
                  <a:lnTo>
                    <a:pt x="98412" y="169116"/>
                  </a:lnTo>
                  <a:lnTo>
                    <a:pt x="99845" y="170549"/>
                  </a:lnTo>
                  <a:lnTo>
                    <a:pt x="102234" y="171983"/>
                  </a:lnTo>
                  <a:lnTo>
                    <a:pt x="103189" y="170549"/>
                  </a:lnTo>
                  <a:lnTo>
                    <a:pt x="103667" y="167205"/>
                  </a:lnTo>
                  <a:lnTo>
                    <a:pt x="105100" y="151918"/>
                  </a:lnTo>
                  <a:lnTo>
                    <a:pt x="106056" y="147618"/>
                  </a:lnTo>
                  <a:lnTo>
                    <a:pt x="106056" y="143319"/>
                  </a:lnTo>
                  <a:lnTo>
                    <a:pt x="106056" y="139019"/>
                  </a:lnTo>
                  <a:lnTo>
                    <a:pt x="105578" y="136631"/>
                  </a:lnTo>
                  <a:lnTo>
                    <a:pt x="102712" y="134720"/>
                  </a:lnTo>
                  <a:lnTo>
                    <a:pt x="98890" y="135197"/>
                  </a:lnTo>
                  <a:lnTo>
                    <a:pt x="96979" y="134720"/>
                  </a:lnTo>
                  <a:lnTo>
                    <a:pt x="94590" y="133764"/>
                  </a:lnTo>
                  <a:lnTo>
                    <a:pt x="92679" y="132809"/>
                  </a:lnTo>
                  <a:lnTo>
                    <a:pt x="91724" y="130898"/>
                  </a:lnTo>
                  <a:lnTo>
                    <a:pt x="89335" y="125643"/>
                  </a:lnTo>
                  <a:lnTo>
                    <a:pt x="87424" y="122776"/>
                  </a:lnTo>
                  <a:lnTo>
                    <a:pt x="83603" y="117521"/>
                  </a:lnTo>
                  <a:lnTo>
                    <a:pt x="81214" y="115610"/>
                  </a:lnTo>
                  <a:lnTo>
                    <a:pt x="82647" y="113700"/>
                  </a:lnTo>
                  <a:lnTo>
                    <a:pt x="86469" y="111311"/>
                  </a:lnTo>
                  <a:lnTo>
                    <a:pt x="88858" y="108922"/>
                  </a:lnTo>
                  <a:lnTo>
                    <a:pt x="91246" y="102234"/>
                  </a:lnTo>
                  <a:lnTo>
                    <a:pt x="93157" y="101279"/>
                  </a:lnTo>
                  <a:lnTo>
                    <a:pt x="98890" y="102234"/>
                  </a:lnTo>
                  <a:lnTo>
                    <a:pt x="107489" y="107489"/>
                  </a:lnTo>
                  <a:lnTo>
                    <a:pt x="112266" y="111789"/>
                  </a:lnTo>
                  <a:lnTo>
                    <a:pt x="113700" y="112266"/>
                  </a:lnTo>
                  <a:lnTo>
                    <a:pt x="113700" y="111311"/>
                  </a:lnTo>
                  <a:lnTo>
                    <a:pt x="112266" y="109400"/>
                  </a:lnTo>
                  <a:lnTo>
                    <a:pt x="106534" y="103667"/>
                  </a:lnTo>
                  <a:lnTo>
                    <a:pt x="103667" y="99845"/>
                  </a:lnTo>
                  <a:lnTo>
                    <a:pt x="102712" y="96979"/>
                  </a:lnTo>
                  <a:lnTo>
                    <a:pt x="103189" y="95546"/>
                  </a:lnTo>
                  <a:lnTo>
                    <a:pt x="106534" y="94113"/>
                  </a:lnTo>
                  <a:lnTo>
                    <a:pt x="107011" y="92679"/>
                  </a:lnTo>
                  <a:lnTo>
                    <a:pt x="102712" y="90769"/>
                  </a:lnTo>
                  <a:lnTo>
                    <a:pt x="100323" y="90769"/>
                  </a:lnTo>
                  <a:lnTo>
                    <a:pt x="98412" y="92202"/>
                  </a:lnTo>
                  <a:lnTo>
                    <a:pt x="96501" y="92202"/>
                  </a:lnTo>
                  <a:lnTo>
                    <a:pt x="92679" y="89813"/>
                  </a:lnTo>
                  <a:lnTo>
                    <a:pt x="91724" y="88380"/>
                  </a:lnTo>
                  <a:lnTo>
                    <a:pt x="89813" y="84558"/>
                  </a:lnTo>
                  <a:lnTo>
                    <a:pt x="88380" y="81214"/>
                  </a:lnTo>
                  <a:lnTo>
                    <a:pt x="87424" y="78825"/>
                  </a:lnTo>
                  <a:lnTo>
                    <a:pt x="86947" y="76914"/>
                  </a:lnTo>
                  <a:lnTo>
                    <a:pt x="86469" y="71659"/>
                  </a:lnTo>
                  <a:lnTo>
                    <a:pt x="86469" y="68315"/>
                  </a:lnTo>
                  <a:lnTo>
                    <a:pt x="87424" y="65927"/>
                  </a:lnTo>
                  <a:lnTo>
                    <a:pt x="87902" y="63538"/>
                  </a:lnTo>
                  <a:lnTo>
                    <a:pt x="90291" y="59238"/>
                  </a:lnTo>
                  <a:lnTo>
                    <a:pt x="91724" y="57805"/>
                  </a:lnTo>
                  <a:lnTo>
                    <a:pt x="94112" y="57328"/>
                  </a:lnTo>
                  <a:lnTo>
                    <a:pt x="99845" y="59238"/>
                  </a:lnTo>
                  <a:lnTo>
                    <a:pt x="114177" y="66882"/>
                  </a:lnTo>
                  <a:lnTo>
                    <a:pt x="113700" y="64493"/>
                  </a:lnTo>
                  <a:lnTo>
                    <a:pt x="97457" y="54461"/>
                  </a:lnTo>
                  <a:lnTo>
                    <a:pt x="91724" y="51595"/>
                  </a:lnTo>
                  <a:lnTo>
                    <a:pt x="90291" y="47773"/>
                  </a:lnTo>
                  <a:lnTo>
                    <a:pt x="98890" y="33441"/>
                  </a:lnTo>
                  <a:lnTo>
                    <a:pt x="107011" y="30097"/>
                  </a:lnTo>
                  <a:lnTo>
                    <a:pt x="111311" y="25797"/>
                  </a:lnTo>
                  <a:lnTo>
                    <a:pt x="117521" y="25320"/>
                  </a:lnTo>
                  <a:lnTo>
                    <a:pt x="123732" y="28186"/>
                  </a:lnTo>
                  <a:lnTo>
                    <a:pt x="123732" y="27708"/>
                  </a:lnTo>
                  <a:lnTo>
                    <a:pt x="120865" y="22453"/>
                  </a:lnTo>
                  <a:lnTo>
                    <a:pt x="121343" y="21020"/>
                  </a:lnTo>
                  <a:lnTo>
                    <a:pt x="124687" y="18154"/>
                  </a:lnTo>
                  <a:lnTo>
                    <a:pt x="130898" y="14332"/>
                  </a:lnTo>
                  <a:lnTo>
                    <a:pt x="138542" y="11465"/>
                  </a:lnTo>
                  <a:lnTo>
                    <a:pt x="140452" y="10032"/>
                  </a:lnTo>
                  <a:lnTo>
                    <a:pt x="142363" y="9077"/>
                  </a:lnTo>
                  <a:lnTo>
                    <a:pt x="145707" y="8121"/>
                  </a:lnTo>
                  <a:lnTo>
                    <a:pt x="154784" y="7644"/>
                  </a:lnTo>
                  <a:lnTo>
                    <a:pt x="160039" y="8121"/>
                  </a:lnTo>
                  <a:lnTo>
                    <a:pt x="166727" y="10510"/>
                  </a:lnTo>
                  <a:lnTo>
                    <a:pt x="170549" y="14332"/>
                  </a:lnTo>
                  <a:lnTo>
                    <a:pt x="171983" y="16721"/>
                  </a:lnTo>
                  <a:lnTo>
                    <a:pt x="173893" y="24364"/>
                  </a:lnTo>
                  <a:lnTo>
                    <a:pt x="175804" y="34874"/>
                  </a:lnTo>
                  <a:lnTo>
                    <a:pt x="178193" y="39174"/>
                  </a:lnTo>
                  <a:lnTo>
                    <a:pt x="182492" y="41562"/>
                  </a:lnTo>
                  <a:lnTo>
                    <a:pt x="184881" y="43951"/>
                  </a:lnTo>
                  <a:lnTo>
                    <a:pt x="186792" y="46817"/>
                  </a:lnTo>
                  <a:lnTo>
                    <a:pt x="187270" y="50639"/>
                  </a:lnTo>
                  <a:lnTo>
                    <a:pt x="186314" y="54461"/>
                  </a:lnTo>
                  <a:lnTo>
                    <a:pt x="186792" y="59238"/>
                  </a:lnTo>
                  <a:lnTo>
                    <a:pt x="188703" y="63538"/>
                  </a:lnTo>
                  <a:lnTo>
                    <a:pt x="190136" y="65927"/>
                  </a:lnTo>
                  <a:lnTo>
                    <a:pt x="193003" y="68793"/>
                  </a:lnTo>
                  <a:lnTo>
                    <a:pt x="193003" y="70226"/>
                  </a:lnTo>
                  <a:lnTo>
                    <a:pt x="192047" y="72137"/>
                  </a:lnTo>
                  <a:lnTo>
                    <a:pt x="190136" y="74526"/>
                  </a:lnTo>
                  <a:lnTo>
                    <a:pt x="185359" y="81692"/>
                  </a:lnTo>
                  <a:lnTo>
                    <a:pt x="178671" y="89813"/>
                  </a:lnTo>
                  <a:lnTo>
                    <a:pt x="174371" y="96501"/>
                  </a:lnTo>
                  <a:lnTo>
                    <a:pt x="173893" y="98412"/>
                  </a:lnTo>
                  <a:lnTo>
                    <a:pt x="183448" y="87902"/>
                  </a:lnTo>
                  <a:lnTo>
                    <a:pt x="186314" y="87902"/>
                  </a:lnTo>
                  <a:lnTo>
                    <a:pt x="186792" y="89813"/>
                  </a:lnTo>
                  <a:lnTo>
                    <a:pt x="184881" y="95068"/>
                  </a:lnTo>
                  <a:lnTo>
                    <a:pt x="182492" y="99368"/>
                  </a:lnTo>
                  <a:lnTo>
                    <a:pt x="180104" y="102712"/>
                  </a:lnTo>
                  <a:lnTo>
                    <a:pt x="180582" y="103667"/>
                  </a:lnTo>
                  <a:lnTo>
                    <a:pt x="184881" y="108922"/>
                  </a:lnTo>
                  <a:lnTo>
                    <a:pt x="183926" y="109878"/>
                  </a:lnTo>
                  <a:lnTo>
                    <a:pt x="182015" y="109400"/>
                  </a:lnTo>
                  <a:lnTo>
                    <a:pt x="181059" y="109878"/>
                  </a:lnTo>
                  <a:lnTo>
                    <a:pt x="180582" y="110833"/>
                  </a:lnTo>
                  <a:lnTo>
                    <a:pt x="180104" y="112266"/>
                  </a:lnTo>
                  <a:lnTo>
                    <a:pt x="180104" y="114177"/>
                  </a:lnTo>
                  <a:lnTo>
                    <a:pt x="180104" y="116566"/>
                  </a:lnTo>
                  <a:lnTo>
                    <a:pt x="180104" y="118477"/>
                  </a:lnTo>
                  <a:lnTo>
                    <a:pt x="179626" y="119910"/>
                  </a:lnTo>
                  <a:lnTo>
                    <a:pt x="180104" y="120388"/>
                  </a:lnTo>
                  <a:lnTo>
                    <a:pt x="181537" y="120388"/>
                  </a:lnTo>
                  <a:lnTo>
                    <a:pt x="182970" y="118955"/>
                  </a:lnTo>
                  <a:lnTo>
                    <a:pt x="184881" y="115610"/>
                  </a:lnTo>
                  <a:lnTo>
                    <a:pt x="191092" y="106056"/>
                  </a:lnTo>
                  <a:lnTo>
                    <a:pt x="194914" y="102712"/>
                  </a:lnTo>
                  <a:lnTo>
                    <a:pt x="196347" y="102234"/>
                  </a:lnTo>
                  <a:lnTo>
                    <a:pt x="200168" y="104623"/>
                  </a:lnTo>
                  <a:lnTo>
                    <a:pt x="201124" y="104623"/>
                  </a:lnTo>
                  <a:lnTo>
                    <a:pt x="196824" y="96979"/>
                  </a:lnTo>
                  <a:lnTo>
                    <a:pt x="196347" y="95068"/>
                  </a:lnTo>
                  <a:lnTo>
                    <a:pt x="197302" y="92679"/>
                  </a:lnTo>
                  <a:lnTo>
                    <a:pt x="197780" y="91724"/>
                  </a:lnTo>
                  <a:lnTo>
                    <a:pt x="200168" y="89335"/>
                  </a:lnTo>
                  <a:lnTo>
                    <a:pt x="202079" y="88380"/>
                  </a:lnTo>
                  <a:lnTo>
                    <a:pt x="203035" y="88858"/>
                  </a:lnTo>
                  <a:lnTo>
                    <a:pt x="204946" y="92679"/>
                  </a:lnTo>
                  <a:lnTo>
                    <a:pt x="205424" y="95068"/>
                  </a:lnTo>
                  <a:lnTo>
                    <a:pt x="206857" y="96501"/>
                  </a:lnTo>
                  <a:lnTo>
                    <a:pt x="210201" y="95068"/>
                  </a:lnTo>
                  <a:lnTo>
                    <a:pt x="212112" y="91724"/>
                  </a:lnTo>
                  <a:lnTo>
                    <a:pt x="214500" y="93635"/>
                  </a:lnTo>
                  <a:lnTo>
                    <a:pt x="218322" y="98890"/>
                  </a:lnTo>
                  <a:lnTo>
                    <a:pt x="218322" y="103667"/>
                  </a:lnTo>
                  <a:lnTo>
                    <a:pt x="218322" y="108922"/>
                  </a:lnTo>
                  <a:lnTo>
                    <a:pt x="218322" y="112266"/>
                  </a:lnTo>
                  <a:lnTo>
                    <a:pt x="223099" y="118955"/>
                  </a:lnTo>
                  <a:lnTo>
                    <a:pt x="225966" y="121821"/>
                  </a:lnTo>
                  <a:lnTo>
                    <a:pt x="226921" y="121821"/>
                  </a:lnTo>
                  <a:lnTo>
                    <a:pt x="226444" y="120865"/>
                  </a:lnTo>
                  <a:lnTo>
                    <a:pt x="225966" y="118955"/>
                  </a:lnTo>
                  <a:lnTo>
                    <a:pt x="224055" y="116566"/>
                  </a:lnTo>
                  <a:lnTo>
                    <a:pt x="222622" y="113222"/>
                  </a:lnTo>
                  <a:lnTo>
                    <a:pt x="221189" y="108922"/>
                  </a:lnTo>
                  <a:lnTo>
                    <a:pt x="222144" y="99368"/>
                  </a:lnTo>
                  <a:lnTo>
                    <a:pt x="224533" y="94113"/>
                  </a:lnTo>
                  <a:lnTo>
                    <a:pt x="226921" y="95546"/>
                  </a:lnTo>
                  <a:lnTo>
                    <a:pt x="229788" y="98412"/>
                  </a:lnTo>
                  <a:lnTo>
                    <a:pt x="232176" y="98890"/>
                  </a:lnTo>
                  <a:lnTo>
                    <a:pt x="235998" y="98412"/>
                  </a:lnTo>
                  <a:lnTo>
                    <a:pt x="243642" y="104623"/>
                  </a:lnTo>
                  <a:lnTo>
                    <a:pt x="247941" y="104623"/>
                  </a:lnTo>
                  <a:lnTo>
                    <a:pt x="247464" y="102234"/>
                  </a:lnTo>
                  <a:lnTo>
                    <a:pt x="244597" y="100801"/>
                  </a:lnTo>
                  <a:lnTo>
                    <a:pt x="239820" y="97457"/>
                  </a:lnTo>
                  <a:lnTo>
                    <a:pt x="232654" y="93635"/>
                  </a:lnTo>
                  <a:lnTo>
                    <a:pt x="229310" y="88858"/>
                  </a:lnTo>
                  <a:lnTo>
                    <a:pt x="228832" y="86947"/>
                  </a:lnTo>
                  <a:lnTo>
                    <a:pt x="228832" y="84558"/>
                  </a:lnTo>
                  <a:lnTo>
                    <a:pt x="229310" y="82647"/>
                  </a:lnTo>
                  <a:lnTo>
                    <a:pt x="229788" y="80736"/>
                  </a:lnTo>
                  <a:lnTo>
                    <a:pt x="231221" y="79303"/>
                  </a:lnTo>
                  <a:lnTo>
                    <a:pt x="238387" y="73570"/>
                  </a:lnTo>
                  <a:lnTo>
                    <a:pt x="243164" y="71659"/>
                  </a:lnTo>
                  <a:lnTo>
                    <a:pt x="246986" y="70704"/>
                  </a:lnTo>
                  <a:lnTo>
                    <a:pt x="253197" y="70704"/>
                  </a:lnTo>
                  <a:lnTo>
                    <a:pt x="260363" y="71659"/>
                  </a:lnTo>
                  <a:lnTo>
                    <a:pt x="264184" y="73570"/>
                  </a:lnTo>
                  <a:lnTo>
                    <a:pt x="268484" y="76914"/>
                  </a:lnTo>
                  <a:lnTo>
                    <a:pt x="274217" y="80736"/>
                  </a:lnTo>
                  <a:lnTo>
                    <a:pt x="276128" y="81692"/>
                  </a:lnTo>
                  <a:lnTo>
                    <a:pt x="278516" y="81214"/>
                  </a:lnTo>
                  <a:lnTo>
                    <a:pt x="281382" y="80736"/>
                  </a:lnTo>
                  <a:lnTo>
                    <a:pt x="283771" y="80736"/>
                  </a:lnTo>
                  <a:lnTo>
                    <a:pt x="291893" y="86469"/>
                  </a:lnTo>
                  <a:lnTo>
                    <a:pt x="294281" y="89335"/>
                  </a:lnTo>
                  <a:lnTo>
                    <a:pt x="295237" y="92679"/>
                  </a:lnTo>
                  <a:lnTo>
                    <a:pt x="296192" y="96024"/>
                  </a:lnTo>
                  <a:lnTo>
                    <a:pt x="297147" y="98890"/>
                  </a:lnTo>
                  <a:lnTo>
                    <a:pt x="296670" y="101756"/>
                  </a:lnTo>
                  <a:lnTo>
                    <a:pt x="289982" y="112744"/>
                  </a:lnTo>
                  <a:lnTo>
                    <a:pt x="287115" y="114655"/>
                  </a:lnTo>
                  <a:lnTo>
                    <a:pt x="285204" y="118477"/>
                  </a:lnTo>
                  <a:lnTo>
                    <a:pt x="282338" y="126598"/>
                  </a:lnTo>
                  <a:lnTo>
                    <a:pt x="279949" y="130898"/>
                  </a:lnTo>
                  <a:lnTo>
                    <a:pt x="279472" y="131376"/>
                  </a:lnTo>
                  <a:lnTo>
                    <a:pt x="279949" y="131853"/>
                  </a:lnTo>
                  <a:lnTo>
                    <a:pt x="281382" y="129942"/>
                  </a:lnTo>
                  <a:lnTo>
                    <a:pt x="284249" y="124687"/>
                  </a:lnTo>
                  <a:lnTo>
                    <a:pt x="285682" y="119910"/>
                  </a:lnTo>
                  <a:lnTo>
                    <a:pt x="289504" y="116088"/>
                  </a:lnTo>
                  <a:lnTo>
                    <a:pt x="294759" y="111311"/>
                  </a:lnTo>
                  <a:lnTo>
                    <a:pt x="299536" y="108922"/>
                  </a:lnTo>
                  <a:lnTo>
                    <a:pt x="303836" y="109400"/>
                  </a:lnTo>
                  <a:lnTo>
                    <a:pt x="307180" y="109878"/>
                  </a:lnTo>
                  <a:lnTo>
                    <a:pt x="310046" y="111311"/>
                  </a:lnTo>
                  <a:lnTo>
                    <a:pt x="311957" y="112266"/>
                  </a:lnTo>
                  <a:lnTo>
                    <a:pt x="312435" y="112744"/>
                  </a:lnTo>
                  <a:lnTo>
                    <a:pt x="313390" y="116088"/>
                  </a:lnTo>
                  <a:lnTo>
                    <a:pt x="313390" y="118477"/>
                  </a:lnTo>
                  <a:lnTo>
                    <a:pt x="312913" y="121343"/>
                  </a:lnTo>
                  <a:lnTo>
                    <a:pt x="311479" y="124210"/>
                  </a:lnTo>
                  <a:lnTo>
                    <a:pt x="305269" y="127554"/>
                  </a:lnTo>
                  <a:lnTo>
                    <a:pt x="301925" y="129942"/>
                  </a:lnTo>
                  <a:lnTo>
                    <a:pt x="300014" y="130898"/>
                  </a:lnTo>
                  <a:lnTo>
                    <a:pt x="293804" y="131853"/>
                  </a:lnTo>
                  <a:lnTo>
                    <a:pt x="293804" y="132809"/>
                  </a:lnTo>
                  <a:lnTo>
                    <a:pt x="298581" y="134242"/>
                  </a:lnTo>
                  <a:lnTo>
                    <a:pt x="303836" y="133764"/>
                  </a:lnTo>
                  <a:lnTo>
                    <a:pt x="303836" y="135675"/>
                  </a:lnTo>
                  <a:lnTo>
                    <a:pt x="300970" y="139975"/>
                  </a:lnTo>
                  <a:lnTo>
                    <a:pt x="300492" y="143796"/>
                  </a:lnTo>
                  <a:lnTo>
                    <a:pt x="300970" y="146663"/>
                  </a:lnTo>
                  <a:lnTo>
                    <a:pt x="300970" y="149529"/>
                  </a:lnTo>
                  <a:lnTo>
                    <a:pt x="299059" y="154784"/>
                  </a:lnTo>
                  <a:lnTo>
                    <a:pt x="297147" y="159562"/>
                  </a:lnTo>
                  <a:lnTo>
                    <a:pt x="298103" y="160039"/>
                  </a:lnTo>
                  <a:lnTo>
                    <a:pt x="302403" y="153351"/>
                  </a:lnTo>
                  <a:lnTo>
                    <a:pt x="303836" y="145707"/>
                  </a:lnTo>
                  <a:lnTo>
                    <a:pt x="305747" y="139019"/>
                  </a:lnTo>
                  <a:lnTo>
                    <a:pt x="308135" y="135675"/>
                  </a:lnTo>
                  <a:lnTo>
                    <a:pt x="309569" y="134242"/>
                  </a:lnTo>
                  <a:lnTo>
                    <a:pt x="314824" y="133286"/>
                  </a:lnTo>
                  <a:lnTo>
                    <a:pt x="317690" y="129465"/>
                  </a:lnTo>
                  <a:lnTo>
                    <a:pt x="320079" y="128509"/>
                  </a:lnTo>
                  <a:lnTo>
                    <a:pt x="321512" y="128509"/>
                  </a:lnTo>
                  <a:lnTo>
                    <a:pt x="323423" y="129942"/>
                  </a:lnTo>
                  <a:lnTo>
                    <a:pt x="323423" y="131376"/>
                  </a:lnTo>
                  <a:lnTo>
                    <a:pt x="320079" y="138064"/>
                  </a:lnTo>
                  <a:lnTo>
                    <a:pt x="313868" y="149529"/>
                  </a:lnTo>
                  <a:lnTo>
                    <a:pt x="316257" y="148096"/>
                  </a:lnTo>
                  <a:lnTo>
                    <a:pt x="318168" y="145707"/>
                  </a:lnTo>
                  <a:lnTo>
                    <a:pt x="320556" y="142841"/>
                  </a:lnTo>
                  <a:lnTo>
                    <a:pt x="323423" y="139019"/>
                  </a:lnTo>
                  <a:lnTo>
                    <a:pt x="325334" y="142363"/>
                  </a:lnTo>
                  <a:lnTo>
                    <a:pt x="327722" y="145230"/>
                  </a:lnTo>
                  <a:lnTo>
                    <a:pt x="329633" y="151440"/>
                  </a:lnTo>
                  <a:lnTo>
                    <a:pt x="332500" y="154307"/>
                  </a:lnTo>
                  <a:lnTo>
                    <a:pt x="333933" y="156217"/>
                  </a:lnTo>
                  <a:lnTo>
                    <a:pt x="333455" y="152396"/>
                  </a:lnTo>
                  <a:lnTo>
                    <a:pt x="331544" y="144752"/>
                  </a:lnTo>
                  <a:lnTo>
                    <a:pt x="332022" y="141886"/>
                  </a:lnTo>
                  <a:lnTo>
                    <a:pt x="333933" y="140452"/>
                  </a:lnTo>
                  <a:lnTo>
                    <a:pt x="339666" y="133764"/>
                  </a:lnTo>
                  <a:lnTo>
                    <a:pt x="343487" y="136153"/>
                  </a:lnTo>
                  <a:lnTo>
                    <a:pt x="345876" y="138064"/>
                  </a:lnTo>
                  <a:lnTo>
                    <a:pt x="346831" y="137586"/>
                  </a:lnTo>
                  <a:lnTo>
                    <a:pt x="350176" y="137586"/>
                  </a:lnTo>
                  <a:lnTo>
                    <a:pt x="354953" y="138542"/>
                  </a:lnTo>
                  <a:lnTo>
                    <a:pt x="359730" y="140452"/>
                  </a:lnTo>
                  <a:lnTo>
                    <a:pt x="364508" y="143319"/>
                  </a:lnTo>
                  <a:lnTo>
                    <a:pt x="367852" y="146185"/>
                  </a:lnTo>
                  <a:lnTo>
                    <a:pt x="370718" y="149529"/>
                  </a:lnTo>
                  <a:lnTo>
                    <a:pt x="372151" y="151918"/>
                  </a:lnTo>
                  <a:lnTo>
                    <a:pt x="372629" y="153351"/>
                  </a:lnTo>
                  <a:lnTo>
                    <a:pt x="373584" y="156695"/>
                  </a:lnTo>
                  <a:lnTo>
                    <a:pt x="372629" y="159084"/>
                  </a:lnTo>
                  <a:lnTo>
                    <a:pt x="369285" y="163861"/>
                  </a:lnTo>
                  <a:lnTo>
                    <a:pt x="367374" y="166250"/>
                  </a:lnTo>
                  <a:lnTo>
                    <a:pt x="365463" y="167683"/>
                  </a:lnTo>
                  <a:lnTo>
                    <a:pt x="360208" y="166250"/>
                  </a:lnTo>
                  <a:lnTo>
                    <a:pt x="358775" y="167205"/>
                  </a:lnTo>
                  <a:lnTo>
                    <a:pt x="356864" y="168638"/>
                  </a:lnTo>
                  <a:lnTo>
                    <a:pt x="351609" y="175804"/>
                  </a:lnTo>
                  <a:lnTo>
                    <a:pt x="348265" y="178671"/>
                  </a:lnTo>
                  <a:lnTo>
                    <a:pt x="345398" y="180582"/>
                  </a:lnTo>
                  <a:lnTo>
                    <a:pt x="344920" y="181537"/>
                  </a:lnTo>
                  <a:lnTo>
                    <a:pt x="351131" y="181537"/>
                  </a:lnTo>
                  <a:lnTo>
                    <a:pt x="353042" y="179626"/>
                  </a:lnTo>
                  <a:lnTo>
                    <a:pt x="354475" y="175804"/>
                  </a:lnTo>
                  <a:lnTo>
                    <a:pt x="357342" y="171505"/>
                  </a:lnTo>
                  <a:lnTo>
                    <a:pt x="362596" y="169594"/>
                  </a:lnTo>
                  <a:lnTo>
                    <a:pt x="369762" y="173893"/>
                  </a:lnTo>
                  <a:lnTo>
                    <a:pt x="373584" y="173416"/>
                  </a:lnTo>
                  <a:lnTo>
                    <a:pt x="376451" y="169594"/>
                  </a:lnTo>
                  <a:lnTo>
                    <a:pt x="379317" y="166728"/>
                  </a:lnTo>
                  <a:lnTo>
                    <a:pt x="380750" y="166250"/>
                  </a:lnTo>
                  <a:lnTo>
                    <a:pt x="381228" y="166728"/>
                  </a:lnTo>
                  <a:lnTo>
                    <a:pt x="383617" y="169594"/>
                  </a:lnTo>
                  <a:lnTo>
                    <a:pt x="384572" y="171983"/>
                  </a:lnTo>
                  <a:lnTo>
                    <a:pt x="384094" y="177715"/>
                  </a:lnTo>
                  <a:lnTo>
                    <a:pt x="384094" y="179626"/>
                  </a:lnTo>
                  <a:lnTo>
                    <a:pt x="381706" y="183926"/>
                  </a:lnTo>
                  <a:lnTo>
                    <a:pt x="376928" y="190614"/>
                  </a:lnTo>
                  <a:lnTo>
                    <a:pt x="373584" y="193003"/>
                  </a:lnTo>
                  <a:lnTo>
                    <a:pt x="369762" y="193958"/>
                  </a:lnTo>
                  <a:lnTo>
                    <a:pt x="365463" y="196347"/>
                  </a:lnTo>
                  <a:lnTo>
                    <a:pt x="364030" y="198258"/>
                  </a:lnTo>
                  <a:lnTo>
                    <a:pt x="362596" y="200646"/>
                  </a:lnTo>
                  <a:lnTo>
                    <a:pt x="361163" y="202080"/>
                  </a:lnTo>
                  <a:lnTo>
                    <a:pt x="359252" y="203513"/>
                  </a:lnTo>
                  <a:lnTo>
                    <a:pt x="361641" y="205424"/>
                  </a:lnTo>
                  <a:lnTo>
                    <a:pt x="362596" y="205424"/>
                  </a:lnTo>
                  <a:lnTo>
                    <a:pt x="363552" y="204468"/>
                  </a:lnTo>
                  <a:lnTo>
                    <a:pt x="365941" y="199691"/>
                  </a:lnTo>
                  <a:lnTo>
                    <a:pt x="367852" y="197302"/>
                  </a:lnTo>
                  <a:lnTo>
                    <a:pt x="368807" y="196824"/>
                  </a:lnTo>
                  <a:lnTo>
                    <a:pt x="369762" y="197302"/>
                  </a:lnTo>
                  <a:lnTo>
                    <a:pt x="370718" y="198258"/>
                  </a:lnTo>
                  <a:lnTo>
                    <a:pt x="371673" y="199691"/>
                  </a:lnTo>
                  <a:lnTo>
                    <a:pt x="371673" y="203990"/>
                  </a:lnTo>
                  <a:lnTo>
                    <a:pt x="368807" y="219756"/>
                  </a:lnTo>
                  <a:lnTo>
                    <a:pt x="369285" y="219756"/>
                  </a:lnTo>
                  <a:lnTo>
                    <a:pt x="370718" y="215456"/>
                  </a:lnTo>
                  <a:lnTo>
                    <a:pt x="376451" y="198735"/>
                  </a:lnTo>
                  <a:lnTo>
                    <a:pt x="377406" y="195391"/>
                  </a:lnTo>
                  <a:lnTo>
                    <a:pt x="380273" y="192047"/>
                  </a:lnTo>
                  <a:lnTo>
                    <a:pt x="386005" y="186792"/>
                  </a:lnTo>
                  <a:lnTo>
                    <a:pt x="390305" y="183926"/>
                  </a:lnTo>
                  <a:lnTo>
                    <a:pt x="395082" y="181537"/>
                  </a:lnTo>
                  <a:lnTo>
                    <a:pt x="397949" y="181059"/>
                  </a:lnTo>
                  <a:lnTo>
                    <a:pt x="400815" y="181537"/>
                  </a:lnTo>
                  <a:lnTo>
                    <a:pt x="403203" y="184403"/>
                  </a:lnTo>
                  <a:lnTo>
                    <a:pt x="405592" y="184881"/>
                  </a:lnTo>
                  <a:lnTo>
                    <a:pt x="408936" y="183926"/>
                  </a:lnTo>
                  <a:lnTo>
                    <a:pt x="410847" y="184403"/>
                  </a:lnTo>
                  <a:lnTo>
                    <a:pt x="413236" y="185359"/>
                  </a:lnTo>
                  <a:lnTo>
                    <a:pt x="415625" y="187270"/>
                  </a:lnTo>
                  <a:lnTo>
                    <a:pt x="418968" y="189659"/>
                  </a:lnTo>
                  <a:lnTo>
                    <a:pt x="426612" y="193958"/>
                  </a:lnTo>
                  <a:lnTo>
                    <a:pt x="427568" y="194914"/>
                  </a:lnTo>
                  <a:lnTo>
                    <a:pt x="428523" y="196347"/>
                  </a:lnTo>
                  <a:lnTo>
                    <a:pt x="429479" y="198735"/>
                  </a:lnTo>
                  <a:lnTo>
                    <a:pt x="429479" y="201124"/>
                  </a:lnTo>
                  <a:lnTo>
                    <a:pt x="428523" y="203035"/>
                  </a:lnTo>
                  <a:lnTo>
                    <a:pt x="427090" y="204468"/>
                  </a:lnTo>
                  <a:lnTo>
                    <a:pt x="425657" y="204946"/>
                  </a:lnTo>
                  <a:lnTo>
                    <a:pt x="423746" y="206379"/>
                  </a:lnTo>
                  <a:lnTo>
                    <a:pt x="420880" y="209245"/>
                  </a:lnTo>
                  <a:lnTo>
                    <a:pt x="419924" y="209723"/>
                  </a:lnTo>
                  <a:lnTo>
                    <a:pt x="415147" y="211156"/>
                  </a:lnTo>
                  <a:lnTo>
                    <a:pt x="410847" y="212112"/>
                  </a:lnTo>
                  <a:lnTo>
                    <a:pt x="407981" y="213067"/>
                  </a:lnTo>
                  <a:lnTo>
                    <a:pt x="402726" y="216411"/>
                  </a:lnTo>
                  <a:lnTo>
                    <a:pt x="395560" y="223100"/>
                  </a:lnTo>
                  <a:lnTo>
                    <a:pt x="396038" y="224533"/>
                  </a:lnTo>
                  <a:lnTo>
                    <a:pt x="398904" y="225010"/>
                  </a:lnTo>
                  <a:lnTo>
                    <a:pt x="400815" y="224055"/>
                  </a:lnTo>
                  <a:lnTo>
                    <a:pt x="404159" y="219756"/>
                  </a:lnTo>
                  <a:lnTo>
                    <a:pt x="407025" y="218322"/>
                  </a:lnTo>
                  <a:lnTo>
                    <a:pt x="411803" y="216889"/>
                  </a:lnTo>
                  <a:lnTo>
                    <a:pt x="418491" y="215456"/>
                  </a:lnTo>
                  <a:lnTo>
                    <a:pt x="421357" y="215934"/>
                  </a:lnTo>
                  <a:lnTo>
                    <a:pt x="421835" y="215934"/>
                  </a:lnTo>
                  <a:lnTo>
                    <a:pt x="421835" y="217367"/>
                  </a:lnTo>
                  <a:lnTo>
                    <a:pt x="422313" y="218800"/>
                  </a:lnTo>
                  <a:lnTo>
                    <a:pt x="421357" y="221189"/>
                  </a:lnTo>
                  <a:lnTo>
                    <a:pt x="419924" y="222622"/>
                  </a:lnTo>
                  <a:lnTo>
                    <a:pt x="416580" y="227877"/>
                  </a:lnTo>
                  <a:lnTo>
                    <a:pt x="418968" y="229310"/>
                  </a:lnTo>
                  <a:lnTo>
                    <a:pt x="421835" y="229788"/>
                  </a:lnTo>
                  <a:lnTo>
                    <a:pt x="423746" y="228355"/>
                  </a:lnTo>
                  <a:lnTo>
                    <a:pt x="425179" y="225010"/>
                  </a:lnTo>
                  <a:lnTo>
                    <a:pt x="427090" y="223100"/>
                  </a:lnTo>
                  <a:lnTo>
                    <a:pt x="429001" y="223100"/>
                  </a:lnTo>
                  <a:lnTo>
                    <a:pt x="430434" y="222144"/>
                  </a:lnTo>
                  <a:lnTo>
                    <a:pt x="431867" y="220711"/>
                  </a:lnTo>
                  <a:lnTo>
                    <a:pt x="432345" y="219756"/>
                  </a:lnTo>
                  <a:lnTo>
                    <a:pt x="430434" y="218322"/>
                  </a:lnTo>
                  <a:lnTo>
                    <a:pt x="429957" y="217367"/>
                  </a:lnTo>
                  <a:lnTo>
                    <a:pt x="430912" y="214500"/>
                  </a:lnTo>
                  <a:lnTo>
                    <a:pt x="432345" y="211634"/>
                  </a:lnTo>
                  <a:lnTo>
                    <a:pt x="434256" y="209723"/>
                  </a:lnTo>
                  <a:lnTo>
                    <a:pt x="435211" y="209723"/>
                  </a:lnTo>
                  <a:lnTo>
                    <a:pt x="439511" y="211634"/>
                  </a:lnTo>
                  <a:lnTo>
                    <a:pt x="442377" y="214978"/>
                  </a:lnTo>
                  <a:lnTo>
                    <a:pt x="449066" y="225010"/>
                  </a:lnTo>
                  <a:lnTo>
                    <a:pt x="450021" y="226921"/>
                  </a:lnTo>
                  <a:lnTo>
                    <a:pt x="452410" y="234087"/>
                  </a:lnTo>
                  <a:lnTo>
                    <a:pt x="452887" y="237431"/>
                  </a:lnTo>
                  <a:lnTo>
                    <a:pt x="452410" y="239820"/>
                  </a:lnTo>
                  <a:lnTo>
                    <a:pt x="451932" y="240776"/>
                  </a:lnTo>
                  <a:lnTo>
                    <a:pt x="451454" y="241253"/>
                  </a:lnTo>
                  <a:lnTo>
                    <a:pt x="449543" y="241731"/>
                  </a:lnTo>
                  <a:lnTo>
                    <a:pt x="440466" y="238387"/>
                  </a:lnTo>
                  <a:lnTo>
                    <a:pt x="436167" y="238865"/>
                  </a:lnTo>
                  <a:lnTo>
                    <a:pt x="434256" y="239820"/>
                  </a:lnTo>
                  <a:lnTo>
                    <a:pt x="432823" y="240776"/>
                  </a:lnTo>
                  <a:lnTo>
                    <a:pt x="431867" y="242687"/>
                  </a:lnTo>
                  <a:lnTo>
                    <a:pt x="430912" y="244597"/>
                  </a:lnTo>
                  <a:lnTo>
                    <a:pt x="429479" y="245553"/>
                  </a:lnTo>
                  <a:lnTo>
                    <a:pt x="423268" y="245553"/>
                  </a:lnTo>
                  <a:lnTo>
                    <a:pt x="419924" y="246508"/>
                  </a:lnTo>
                  <a:lnTo>
                    <a:pt x="414191" y="249375"/>
                  </a:lnTo>
                  <a:lnTo>
                    <a:pt x="412280" y="250330"/>
                  </a:lnTo>
                  <a:lnTo>
                    <a:pt x="411803" y="252241"/>
                  </a:lnTo>
                  <a:lnTo>
                    <a:pt x="415147" y="252241"/>
                  </a:lnTo>
                  <a:lnTo>
                    <a:pt x="420880" y="249852"/>
                  </a:lnTo>
                  <a:lnTo>
                    <a:pt x="426612" y="248897"/>
                  </a:lnTo>
                  <a:lnTo>
                    <a:pt x="435689" y="254152"/>
                  </a:lnTo>
                  <a:lnTo>
                    <a:pt x="438556" y="255108"/>
                  </a:lnTo>
                  <a:lnTo>
                    <a:pt x="439989" y="254152"/>
                  </a:lnTo>
                  <a:lnTo>
                    <a:pt x="441900" y="254152"/>
                  </a:lnTo>
                  <a:lnTo>
                    <a:pt x="449066" y="254630"/>
                  </a:lnTo>
                  <a:lnTo>
                    <a:pt x="451932" y="255108"/>
                  </a:lnTo>
                  <a:lnTo>
                    <a:pt x="455276" y="257018"/>
                  </a:lnTo>
                  <a:lnTo>
                    <a:pt x="461009" y="261318"/>
                  </a:lnTo>
                  <a:lnTo>
                    <a:pt x="461964" y="262751"/>
                  </a:lnTo>
                  <a:lnTo>
                    <a:pt x="462442" y="264184"/>
                  </a:lnTo>
                  <a:lnTo>
                    <a:pt x="462920" y="265617"/>
                  </a:lnTo>
                  <a:lnTo>
                    <a:pt x="462920" y="268962"/>
                  </a:lnTo>
                  <a:lnTo>
                    <a:pt x="462442" y="269917"/>
                  </a:lnTo>
                  <a:lnTo>
                    <a:pt x="460531" y="270873"/>
                  </a:lnTo>
                  <a:lnTo>
                    <a:pt x="452410" y="269917"/>
                  </a:lnTo>
                  <a:lnTo>
                    <a:pt x="450021" y="269439"/>
                  </a:lnTo>
                  <a:lnTo>
                    <a:pt x="446677" y="270395"/>
                  </a:lnTo>
                  <a:lnTo>
                    <a:pt x="444288" y="269917"/>
                  </a:lnTo>
                  <a:lnTo>
                    <a:pt x="441422" y="268484"/>
                  </a:lnTo>
                  <a:lnTo>
                    <a:pt x="438078" y="266095"/>
                  </a:lnTo>
                  <a:lnTo>
                    <a:pt x="432823" y="268484"/>
                  </a:lnTo>
                  <a:lnTo>
                    <a:pt x="428523" y="267051"/>
                  </a:lnTo>
                  <a:lnTo>
                    <a:pt x="424224" y="268006"/>
                  </a:lnTo>
                  <a:lnTo>
                    <a:pt x="416102" y="273739"/>
                  </a:lnTo>
                  <a:lnTo>
                    <a:pt x="417058" y="274694"/>
                  </a:lnTo>
                  <a:lnTo>
                    <a:pt x="428523" y="269917"/>
                  </a:lnTo>
                  <a:lnTo>
                    <a:pt x="430434" y="270395"/>
                  </a:lnTo>
                  <a:lnTo>
                    <a:pt x="434256" y="271828"/>
                  </a:lnTo>
                  <a:lnTo>
                    <a:pt x="439989" y="275172"/>
                  </a:lnTo>
                  <a:lnTo>
                    <a:pt x="441422" y="276605"/>
                  </a:lnTo>
                  <a:lnTo>
                    <a:pt x="441422" y="281860"/>
                  </a:lnTo>
                  <a:lnTo>
                    <a:pt x="440466" y="285682"/>
                  </a:lnTo>
                  <a:lnTo>
                    <a:pt x="439033" y="289504"/>
                  </a:lnTo>
                  <a:lnTo>
                    <a:pt x="436167" y="289026"/>
                  </a:lnTo>
                  <a:lnTo>
                    <a:pt x="429957" y="286638"/>
                  </a:lnTo>
                  <a:lnTo>
                    <a:pt x="427568" y="286160"/>
                  </a:lnTo>
                  <a:lnTo>
                    <a:pt x="425657" y="286638"/>
                  </a:lnTo>
                  <a:lnTo>
                    <a:pt x="423268" y="288071"/>
                  </a:lnTo>
                  <a:lnTo>
                    <a:pt x="422313" y="288071"/>
                  </a:lnTo>
                  <a:lnTo>
                    <a:pt x="412280" y="285204"/>
                  </a:lnTo>
                  <a:lnTo>
                    <a:pt x="410369" y="285204"/>
                  </a:lnTo>
                  <a:lnTo>
                    <a:pt x="409892" y="285204"/>
                  </a:lnTo>
                  <a:lnTo>
                    <a:pt x="410369" y="286160"/>
                  </a:lnTo>
                  <a:lnTo>
                    <a:pt x="419446" y="290937"/>
                  </a:lnTo>
                  <a:lnTo>
                    <a:pt x="425657" y="291415"/>
                  </a:lnTo>
                  <a:lnTo>
                    <a:pt x="429957" y="292370"/>
                  </a:lnTo>
                  <a:lnTo>
                    <a:pt x="432345" y="293804"/>
                  </a:lnTo>
                  <a:lnTo>
                    <a:pt x="433778" y="294759"/>
                  </a:lnTo>
                  <a:lnTo>
                    <a:pt x="433778" y="298103"/>
                  </a:lnTo>
                  <a:lnTo>
                    <a:pt x="435689" y="301447"/>
                  </a:lnTo>
                  <a:lnTo>
                    <a:pt x="438078" y="302403"/>
                  </a:lnTo>
                  <a:lnTo>
                    <a:pt x="439033" y="302403"/>
                  </a:lnTo>
                  <a:lnTo>
                    <a:pt x="441422" y="301447"/>
                  </a:lnTo>
                  <a:lnTo>
                    <a:pt x="443333" y="301447"/>
                  </a:lnTo>
                  <a:lnTo>
                    <a:pt x="445244" y="301925"/>
                  </a:lnTo>
                  <a:lnTo>
                    <a:pt x="447632" y="303836"/>
                  </a:lnTo>
                  <a:lnTo>
                    <a:pt x="450021" y="304314"/>
                  </a:lnTo>
                  <a:lnTo>
                    <a:pt x="452410" y="305269"/>
                  </a:lnTo>
                  <a:lnTo>
                    <a:pt x="454321" y="305747"/>
                  </a:lnTo>
                  <a:lnTo>
                    <a:pt x="459575" y="305269"/>
                  </a:lnTo>
                  <a:lnTo>
                    <a:pt x="461487" y="305747"/>
                  </a:lnTo>
                  <a:lnTo>
                    <a:pt x="461964" y="306224"/>
                  </a:lnTo>
                  <a:lnTo>
                    <a:pt x="461009" y="307658"/>
                  </a:lnTo>
                  <a:lnTo>
                    <a:pt x="456709" y="310046"/>
                  </a:lnTo>
                  <a:lnTo>
                    <a:pt x="455754" y="312435"/>
                  </a:lnTo>
                  <a:lnTo>
                    <a:pt x="458620" y="315301"/>
                  </a:lnTo>
                  <a:lnTo>
                    <a:pt x="459575" y="317690"/>
                  </a:lnTo>
                  <a:lnTo>
                    <a:pt x="459575" y="319601"/>
                  </a:lnTo>
                  <a:lnTo>
                    <a:pt x="458142" y="323423"/>
                  </a:lnTo>
                  <a:lnTo>
                    <a:pt x="458142" y="324856"/>
                  </a:lnTo>
                  <a:lnTo>
                    <a:pt x="458620" y="325334"/>
                  </a:lnTo>
                  <a:lnTo>
                    <a:pt x="461964" y="321990"/>
                  </a:lnTo>
                  <a:lnTo>
                    <a:pt x="462442" y="322467"/>
                  </a:lnTo>
                  <a:lnTo>
                    <a:pt x="462920" y="326767"/>
                  </a:lnTo>
                  <a:lnTo>
                    <a:pt x="463398" y="326767"/>
                  </a:lnTo>
                  <a:lnTo>
                    <a:pt x="464353" y="322945"/>
                  </a:lnTo>
                  <a:lnTo>
                    <a:pt x="463875" y="318168"/>
                  </a:lnTo>
                  <a:lnTo>
                    <a:pt x="465786" y="316257"/>
                  </a:lnTo>
                  <a:lnTo>
                    <a:pt x="471997" y="314824"/>
                  </a:lnTo>
                  <a:lnTo>
                    <a:pt x="471041" y="322467"/>
                  </a:lnTo>
                  <a:lnTo>
                    <a:pt x="471041" y="326289"/>
                  </a:lnTo>
                  <a:lnTo>
                    <a:pt x="468175" y="332977"/>
                  </a:lnTo>
                  <a:lnTo>
                    <a:pt x="465786" y="334888"/>
                  </a:lnTo>
                  <a:lnTo>
                    <a:pt x="465786" y="335366"/>
                  </a:lnTo>
                  <a:lnTo>
                    <a:pt x="467697" y="336322"/>
                  </a:lnTo>
                  <a:lnTo>
                    <a:pt x="468652" y="336322"/>
                  </a:lnTo>
                  <a:lnTo>
                    <a:pt x="469608" y="335366"/>
                  </a:lnTo>
                  <a:lnTo>
                    <a:pt x="471997" y="330111"/>
                  </a:lnTo>
                  <a:lnTo>
                    <a:pt x="476774" y="324856"/>
                  </a:lnTo>
                  <a:lnTo>
                    <a:pt x="477252" y="324856"/>
                  </a:lnTo>
                  <a:lnTo>
                    <a:pt x="477252" y="326767"/>
                  </a:lnTo>
                  <a:lnTo>
                    <a:pt x="476774" y="330589"/>
                  </a:lnTo>
                  <a:lnTo>
                    <a:pt x="479163" y="332022"/>
                  </a:lnTo>
                  <a:lnTo>
                    <a:pt x="481073" y="330589"/>
                  </a:lnTo>
                  <a:lnTo>
                    <a:pt x="482029" y="329156"/>
                  </a:lnTo>
                  <a:lnTo>
                    <a:pt x="484895" y="329156"/>
                  </a:lnTo>
                  <a:lnTo>
                    <a:pt x="485851" y="329633"/>
                  </a:lnTo>
                  <a:lnTo>
                    <a:pt x="486329" y="331544"/>
                  </a:lnTo>
                  <a:lnTo>
                    <a:pt x="485373" y="337755"/>
                  </a:lnTo>
                  <a:lnTo>
                    <a:pt x="485373" y="339666"/>
                  </a:lnTo>
                  <a:lnTo>
                    <a:pt x="488239" y="343965"/>
                  </a:lnTo>
                  <a:lnTo>
                    <a:pt x="488239" y="343487"/>
                  </a:lnTo>
                  <a:lnTo>
                    <a:pt x="487762" y="341577"/>
                  </a:lnTo>
                  <a:lnTo>
                    <a:pt x="487284" y="336322"/>
                  </a:lnTo>
                  <a:lnTo>
                    <a:pt x="487762" y="333933"/>
                  </a:lnTo>
                  <a:lnTo>
                    <a:pt x="490150" y="331066"/>
                  </a:lnTo>
                  <a:lnTo>
                    <a:pt x="494928" y="327245"/>
                  </a:lnTo>
                  <a:lnTo>
                    <a:pt x="496839" y="326289"/>
                  </a:lnTo>
                  <a:lnTo>
                    <a:pt x="497794" y="326767"/>
                  </a:lnTo>
                  <a:lnTo>
                    <a:pt x="499227" y="328678"/>
                  </a:lnTo>
                  <a:lnTo>
                    <a:pt x="498749" y="330111"/>
                  </a:lnTo>
                  <a:lnTo>
                    <a:pt x="496839" y="331066"/>
                  </a:lnTo>
                  <a:lnTo>
                    <a:pt x="495405" y="333455"/>
                  </a:lnTo>
                  <a:lnTo>
                    <a:pt x="494928" y="336799"/>
                  </a:lnTo>
                  <a:lnTo>
                    <a:pt x="495883" y="338710"/>
                  </a:lnTo>
                  <a:lnTo>
                    <a:pt x="499705" y="338710"/>
                  </a:lnTo>
                  <a:lnTo>
                    <a:pt x="503527" y="335844"/>
                  </a:lnTo>
                  <a:lnTo>
                    <a:pt x="505438" y="337277"/>
                  </a:lnTo>
                  <a:lnTo>
                    <a:pt x="508304" y="340621"/>
                  </a:lnTo>
                  <a:lnTo>
                    <a:pt x="513081" y="346354"/>
                  </a:lnTo>
                  <a:lnTo>
                    <a:pt x="515470" y="344921"/>
                  </a:lnTo>
                  <a:lnTo>
                    <a:pt x="518814" y="349220"/>
                  </a:lnTo>
                  <a:lnTo>
                    <a:pt x="514514" y="352564"/>
                  </a:lnTo>
                  <a:lnTo>
                    <a:pt x="515948" y="359730"/>
                  </a:lnTo>
                  <a:lnTo>
                    <a:pt x="509737" y="359252"/>
                  </a:lnTo>
                  <a:lnTo>
                    <a:pt x="506871" y="359730"/>
                  </a:lnTo>
                  <a:lnTo>
                    <a:pt x="504482" y="359252"/>
                  </a:lnTo>
                  <a:lnTo>
                    <a:pt x="502094" y="359252"/>
                  </a:lnTo>
                  <a:lnTo>
                    <a:pt x="504482" y="361163"/>
                  </a:lnTo>
                  <a:lnTo>
                    <a:pt x="508782" y="361641"/>
                  </a:lnTo>
                  <a:lnTo>
                    <a:pt x="508782" y="364030"/>
                  </a:lnTo>
                  <a:lnTo>
                    <a:pt x="512126" y="363552"/>
                  </a:lnTo>
                  <a:lnTo>
                    <a:pt x="514514" y="363552"/>
                  </a:lnTo>
                  <a:lnTo>
                    <a:pt x="519292" y="363552"/>
                  </a:lnTo>
                  <a:lnTo>
                    <a:pt x="519292" y="361163"/>
                  </a:lnTo>
                  <a:lnTo>
                    <a:pt x="522158" y="359730"/>
                  </a:lnTo>
                  <a:lnTo>
                    <a:pt x="524069" y="358297"/>
                  </a:lnTo>
                  <a:lnTo>
                    <a:pt x="525502" y="358775"/>
                  </a:lnTo>
                  <a:lnTo>
                    <a:pt x="529802" y="360208"/>
                  </a:lnTo>
                  <a:lnTo>
                    <a:pt x="535057" y="364985"/>
                  </a:lnTo>
                  <a:lnTo>
                    <a:pt x="532668" y="367852"/>
                  </a:lnTo>
                  <a:lnTo>
                    <a:pt x="531713" y="370240"/>
                  </a:lnTo>
                  <a:lnTo>
                    <a:pt x="531235" y="372629"/>
                  </a:lnTo>
                  <a:lnTo>
                    <a:pt x="530757" y="374540"/>
                  </a:lnTo>
                  <a:lnTo>
                    <a:pt x="529802" y="375973"/>
                  </a:lnTo>
                  <a:lnTo>
                    <a:pt x="522158" y="384094"/>
                  </a:lnTo>
                  <a:lnTo>
                    <a:pt x="523114" y="384094"/>
                  </a:lnTo>
                  <a:lnTo>
                    <a:pt x="526458" y="382184"/>
                  </a:lnTo>
                  <a:lnTo>
                    <a:pt x="533146" y="379317"/>
                  </a:lnTo>
                  <a:lnTo>
                    <a:pt x="536490" y="378362"/>
                  </a:lnTo>
                  <a:lnTo>
                    <a:pt x="539356" y="378839"/>
                  </a:lnTo>
                  <a:lnTo>
                    <a:pt x="540312" y="378839"/>
                  </a:lnTo>
                  <a:lnTo>
                    <a:pt x="541745" y="377884"/>
                  </a:lnTo>
                  <a:lnTo>
                    <a:pt x="543656" y="379317"/>
                  </a:lnTo>
                  <a:lnTo>
                    <a:pt x="547955" y="380273"/>
                  </a:lnTo>
                  <a:lnTo>
                    <a:pt x="553211" y="373584"/>
                  </a:lnTo>
                  <a:lnTo>
                    <a:pt x="556077" y="375018"/>
                  </a:lnTo>
                  <a:lnTo>
                    <a:pt x="558943" y="378839"/>
                  </a:lnTo>
                  <a:lnTo>
                    <a:pt x="565154" y="386005"/>
                  </a:lnTo>
                  <a:lnTo>
                    <a:pt x="568498" y="390305"/>
                  </a:lnTo>
                  <a:lnTo>
                    <a:pt x="569453" y="392216"/>
                  </a:lnTo>
                  <a:lnTo>
                    <a:pt x="569453" y="393649"/>
                  </a:lnTo>
                  <a:lnTo>
                    <a:pt x="566587" y="395560"/>
                  </a:lnTo>
                  <a:lnTo>
                    <a:pt x="565154" y="396038"/>
                  </a:lnTo>
                  <a:lnTo>
                    <a:pt x="561332" y="392694"/>
                  </a:lnTo>
                  <a:lnTo>
                    <a:pt x="557510" y="390783"/>
                  </a:lnTo>
                  <a:lnTo>
                    <a:pt x="555599" y="390783"/>
                  </a:lnTo>
                  <a:lnTo>
                    <a:pt x="553211" y="392216"/>
                  </a:lnTo>
                  <a:lnTo>
                    <a:pt x="553688" y="393171"/>
                  </a:lnTo>
                  <a:lnTo>
                    <a:pt x="562765" y="398904"/>
                  </a:lnTo>
                  <a:lnTo>
                    <a:pt x="564198" y="402726"/>
                  </a:lnTo>
                  <a:lnTo>
                    <a:pt x="564198" y="404637"/>
                  </a:lnTo>
                  <a:lnTo>
                    <a:pt x="558466" y="407503"/>
                  </a:lnTo>
                  <a:lnTo>
                    <a:pt x="556555" y="407503"/>
                  </a:lnTo>
                  <a:lnTo>
                    <a:pt x="552733" y="406070"/>
                  </a:lnTo>
                  <a:lnTo>
                    <a:pt x="550344" y="403681"/>
                  </a:lnTo>
                  <a:lnTo>
                    <a:pt x="548433" y="402726"/>
                  </a:lnTo>
                  <a:lnTo>
                    <a:pt x="545567" y="402726"/>
                  </a:lnTo>
                  <a:lnTo>
                    <a:pt x="544612" y="403204"/>
                  </a:lnTo>
                  <a:lnTo>
                    <a:pt x="547478" y="407025"/>
                  </a:lnTo>
                  <a:lnTo>
                    <a:pt x="547478" y="408459"/>
                  </a:lnTo>
                  <a:lnTo>
                    <a:pt x="546045" y="409414"/>
                  </a:lnTo>
                  <a:lnTo>
                    <a:pt x="545089" y="411325"/>
                  </a:lnTo>
                  <a:lnTo>
                    <a:pt x="550822" y="414669"/>
                  </a:lnTo>
                  <a:lnTo>
                    <a:pt x="555121" y="418491"/>
                  </a:lnTo>
                  <a:lnTo>
                    <a:pt x="556077" y="419924"/>
                  </a:lnTo>
                  <a:lnTo>
                    <a:pt x="552733" y="420880"/>
                  </a:lnTo>
                  <a:lnTo>
                    <a:pt x="550822" y="421357"/>
                  </a:lnTo>
                  <a:lnTo>
                    <a:pt x="546522" y="420402"/>
                  </a:lnTo>
                  <a:lnTo>
                    <a:pt x="544134" y="419924"/>
                  </a:lnTo>
                  <a:lnTo>
                    <a:pt x="543178" y="420402"/>
                  </a:lnTo>
                  <a:lnTo>
                    <a:pt x="545567" y="422313"/>
                  </a:lnTo>
                  <a:lnTo>
                    <a:pt x="547000" y="423746"/>
                  </a:lnTo>
                  <a:lnTo>
                    <a:pt x="547478" y="425657"/>
                  </a:lnTo>
                  <a:lnTo>
                    <a:pt x="547955" y="427090"/>
                  </a:lnTo>
                  <a:lnTo>
                    <a:pt x="547955" y="429001"/>
                  </a:lnTo>
                  <a:lnTo>
                    <a:pt x="546045" y="429957"/>
                  </a:lnTo>
                  <a:lnTo>
                    <a:pt x="543656" y="433778"/>
                  </a:lnTo>
                  <a:lnTo>
                    <a:pt x="542701" y="437122"/>
                  </a:lnTo>
                  <a:lnTo>
                    <a:pt x="540312" y="437600"/>
                  </a:lnTo>
                  <a:lnTo>
                    <a:pt x="539356" y="437122"/>
                  </a:lnTo>
                  <a:lnTo>
                    <a:pt x="536490" y="438078"/>
                  </a:lnTo>
                  <a:lnTo>
                    <a:pt x="532668" y="436645"/>
                  </a:lnTo>
                  <a:lnTo>
                    <a:pt x="531235" y="434734"/>
                  </a:lnTo>
                  <a:lnTo>
                    <a:pt x="526936" y="428045"/>
                  </a:lnTo>
                  <a:lnTo>
                    <a:pt x="526458" y="428523"/>
                  </a:lnTo>
                  <a:lnTo>
                    <a:pt x="527891" y="432345"/>
                  </a:lnTo>
                  <a:lnTo>
                    <a:pt x="527413" y="434256"/>
                  </a:lnTo>
                  <a:lnTo>
                    <a:pt x="523114" y="435689"/>
                  </a:lnTo>
                  <a:lnTo>
                    <a:pt x="523114" y="436645"/>
                  </a:lnTo>
                  <a:lnTo>
                    <a:pt x="525502" y="437600"/>
                  </a:lnTo>
                  <a:lnTo>
                    <a:pt x="529324" y="438556"/>
                  </a:lnTo>
                  <a:lnTo>
                    <a:pt x="528369" y="441422"/>
                  </a:lnTo>
                  <a:lnTo>
                    <a:pt x="528846" y="455276"/>
                  </a:lnTo>
                  <a:lnTo>
                    <a:pt x="527891" y="460053"/>
                  </a:lnTo>
                  <a:lnTo>
                    <a:pt x="525980" y="464353"/>
                  </a:lnTo>
                  <a:lnTo>
                    <a:pt x="523591" y="468175"/>
                  </a:lnTo>
                  <a:lnTo>
                    <a:pt x="521203" y="465786"/>
                  </a:lnTo>
                  <a:lnTo>
                    <a:pt x="520247" y="462920"/>
                  </a:lnTo>
                  <a:lnTo>
                    <a:pt x="519292" y="461487"/>
                  </a:lnTo>
                  <a:lnTo>
                    <a:pt x="517859" y="460531"/>
                  </a:lnTo>
                  <a:lnTo>
                    <a:pt x="516425" y="460053"/>
                  </a:lnTo>
                  <a:lnTo>
                    <a:pt x="514514" y="460053"/>
                  </a:lnTo>
                  <a:lnTo>
                    <a:pt x="513081" y="462442"/>
                  </a:lnTo>
                  <a:lnTo>
                    <a:pt x="511171" y="460053"/>
                  </a:lnTo>
                  <a:lnTo>
                    <a:pt x="509259" y="457665"/>
                  </a:lnTo>
                  <a:lnTo>
                    <a:pt x="509737" y="450977"/>
                  </a:lnTo>
                  <a:lnTo>
                    <a:pt x="510693" y="447632"/>
                  </a:lnTo>
                  <a:lnTo>
                    <a:pt x="510215" y="447632"/>
                  </a:lnTo>
                  <a:lnTo>
                    <a:pt x="509259" y="449543"/>
                  </a:lnTo>
                  <a:lnTo>
                    <a:pt x="506871" y="454321"/>
                  </a:lnTo>
                  <a:lnTo>
                    <a:pt x="504960" y="460053"/>
                  </a:lnTo>
                  <a:lnTo>
                    <a:pt x="503049" y="458143"/>
                  </a:lnTo>
                  <a:lnTo>
                    <a:pt x="500660" y="455276"/>
                  </a:lnTo>
                  <a:lnTo>
                    <a:pt x="499227" y="452410"/>
                  </a:lnTo>
                  <a:lnTo>
                    <a:pt x="496361" y="449066"/>
                  </a:lnTo>
                  <a:lnTo>
                    <a:pt x="493972" y="445244"/>
                  </a:lnTo>
                  <a:lnTo>
                    <a:pt x="492539" y="440466"/>
                  </a:lnTo>
                  <a:lnTo>
                    <a:pt x="492061" y="439511"/>
                  </a:lnTo>
                  <a:lnTo>
                    <a:pt x="490628" y="435689"/>
                  </a:lnTo>
                  <a:lnTo>
                    <a:pt x="490150" y="434734"/>
                  </a:lnTo>
                  <a:lnTo>
                    <a:pt x="489673" y="434256"/>
                  </a:lnTo>
                  <a:lnTo>
                    <a:pt x="488239" y="431867"/>
                  </a:lnTo>
                  <a:lnTo>
                    <a:pt x="488717" y="429479"/>
                  </a:lnTo>
                  <a:lnTo>
                    <a:pt x="490628" y="426135"/>
                  </a:lnTo>
                  <a:lnTo>
                    <a:pt x="492539" y="424224"/>
                  </a:lnTo>
                  <a:lnTo>
                    <a:pt x="495405" y="421835"/>
                  </a:lnTo>
                  <a:lnTo>
                    <a:pt x="499227" y="420402"/>
                  </a:lnTo>
                  <a:lnTo>
                    <a:pt x="500660" y="418013"/>
                  </a:lnTo>
                  <a:lnTo>
                    <a:pt x="502571" y="412758"/>
                  </a:lnTo>
                  <a:lnTo>
                    <a:pt x="504960" y="408936"/>
                  </a:lnTo>
                  <a:lnTo>
                    <a:pt x="507348" y="407025"/>
                  </a:lnTo>
                  <a:lnTo>
                    <a:pt x="505915" y="406548"/>
                  </a:lnTo>
                  <a:lnTo>
                    <a:pt x="503049" y="408459"/>
                  </a:lnTo>
                  <a:lnTo>
                    <a:pt x="501138" y="410847"/>
                  </a:lnTo>
                  <a:lnTo>
                    <a:pt x="498272" y="415147"/>
                  </a:lnTo>
                  <a:lnTo>
                    <a:pt x="495883" y="418013"/>
                  </a:lnTo>
                  <a:lnTo>
                    <a:pt x="490150" y="420880"/>
                  </a:lnTo>
                  <a:lnTo>
                    <a:pt x="487762" y="421835"/>
                  </a:lnTo>
                  <a:lnTo>
                    <a:pt x="485373" y="421835"/>
                  </a:lnTo>
                  <a:lnTo>
                    <a:pt x="479640" y="421357"/>
                  </a:lnTo>
                  <a:lnTo>
                    <a:pt x="478685" y="420402"/>
                  </a:lnTo>
                  <a:lnTo>
                    <a:pt x="479163" y="417536"/>
                  </a:lnTo>
                  <a:lnTo>
                    <a:pt x="482984" y="412280"/>
                  </a:lnTo>
                  <a:lnTo>
                    <a:pt x="482507" y="411803"/>
                  </a:lnTo>
                  <a:lnTo>
                    <a:pt x="481073" y="413714"/>
                  </a:lnTo>
                  <a:lnTo>
                    <a:pt x="479163" y="415147"/>
                  </a:lnTo>
                  <a:lnTo>
                    <a:pt x="477729" y="415625"/>
                  </a:lnTo>
                  <a:lnTo>
                    <a:pt x="474863" y="415625"/>
                  </a:lnTo>
                  <a:lnTo>
                    <a:pt x="471997" y="412280"/>
                  </a:lnTo>
                  <a:lnTo>
                    <a:pt x="471041" y="410847"/>
                  </a:lnTo>
                  <a:lnTo>
                    <a:pt x="468175" y="409892"/>
                  </a:lnTo>
                  <a:lnTo>
                    <a:pt x="466741" y="408936"/>
                  </a:lnTo>
                  <a:lnTo>
                    <a:pt x="462442" y="400815"/>
                  </a:lnTo>
                  <a:lnTo>
                    <a:pt x="461487" y="398426"/>
                  </a:lnTo>
                  <a:lnTo>
                    <a:pt x="460531" y="396038"/>
                  </a:lnTo>
                  <a:lnTo>
                    <a:pt x="459098" y="394604"/>
                  </a:lnTo>
                  <a:lnTo>
                    <a:pt x="456709" y="393171"/>
                  </a:lnTo>
                  <a:lnTo>
                    <a:pt x="456232" y="393171"/>
                  </a:lnTo>
                  <a:lnTo>
                    <a:pt x="457187" y="395082"/>
                  </a:lnTo>
                  <a:lnTo>
                    <a:pt x="457187" y="396515"/>
                  </a:lnTo>
                  <a:lnTo>
                    <a:pt x="454798" y="397471"/>
                  </a:lnTo>
                  <a:lnTo>
                    <a:pt x="452887" y="397471"/>
                  </a:lnTo>
                  <a:lnTo>
                    <a:pt x="450499" y="395560"/>
                  </a:lnTo>
                  <a:lnTo>
                    <a:pt x="450021" y="397949"/>
                  </a:lnTo>
                  <a:lnTo>
                    <a:pt x="452887" y="401770"/>
                  </a:lnTo>
                  <a:lnTo>
                    <a:pt x="452887" y="407025"/>
                  </a:lnTo>
                  <a:lnTo>
                    <a:pt x="451932" y="407503"/>
                  </a:lnTo>
                  <a:lnTo>
                    <a:pt x="450499" y="407981"/>
                  </a:lnTo>
                  <a:lnTo>
                    <a:pt x="449066" y="407025"/>
                  </a:lnTo>
                  <a:lnTo>
                    <a:pt x="445244" y="403204"/>
                  </a:lnTo>
                  <a:lnTo>
                    <a:pt x="441900" y="400815"/>
                  </a:lnTo>
                  <a:lnTo>
                    <a:pt x="439033" y="399382"/>
                  </a:lnTo>
                  <a:lnTo>
                    <a:pt x="439033" y="400337"/>
                  </a:lnTo>
                  <a:lnTo>
                    <a:pt x="440466" y="404637"/>
                  </a:lnTo>
                  <a:lnTo>
                    <a:pt x="442377" y="409414"/>
                  </a:lnTo>
                  <a:lnTo>
                    <a:pt x="445722" y="412758"/>
                  </a:lnTo>
                  <a:lnTo>
                    <a:pt x="450499" y="417536"/>
                  </a:lnTo>
                  <a:lnTo>
                    <a:pt x="452887" y="419924"/>
                  </a:lnTo>
                  <a:lnTo>
                    <a:pt x="450976" y="423268"/>
                  </a:lnTo>
                  <a:lnTo>
                    <a:pt x="449543" y="424701"/>
                  </a:lnTo>
                  <a:lnTo>
                    <a:pt x="448588" y="424701"/>
                  </a:lnTo>
                  <a:lnTo>
                    <a:pt x="445722" y="424701"/>
                  </a:lnTo>
                  <a:lnTo>
                    <a:pt x="439989" y="422791"/>
                  </a:lnTo>
                  <a:lnTo>
                    <a:pt x="437600" y="420880"/>
                  </a:lnTo>
                  <a:lnTo>
                    <a:pt x="433778" y="415625"/>
                  </a:lnTo>
                  <a:lnTo>
                    <a:pt x="427568" y="410370"/>
                  </a:lnTo>
                  <a:lnTo>
                    <a:pt x="426134" y="410370"/>
                  </a:lnTo>
                  <a:lnTo>
                    <a:pt x="421835" y="412280"/>
                  </a:lnTo>
                  <a:lnTo>
                    <a:pt x="422313" y="412758"/>
                  </a:lnTo>
                  <a:lnTo>
                    <a:pt x="425179" y="412758"/>
                  </a:lnTo>
                  <a:lnTo>
                    <a:pt x="427568" y="413714"/>
                  </a:lnTo>
                  <a:lnTo>
                    <a:pt x="432345" y="418013"/>
                  </a:lnTo>
                  <a:lnTo>
                    <a:pt x="432823" y="419446"/>
                  </a:lnTo>
                  <a:lnTo>
                    <a:pt x="431390" y="421357"/>
                  </a:lnTo>
                  <a:lnTo>
                    <a:pt x="431390" y="424224"/>
                  </a:lnTo>
                  <a:lnTo>
                    <a:pt x="432823" y="427090"/>
                  </a:lnTo>
                  <a:lnTo>
                    <a:pt x="434256" y="429001"/>
                  </a:lnTo>
                  <a:lnTo>
                    <a:pt x="437122" y="430434"/>
                  </a:lnTo>
                  <a:lnTo>
                    <a:pt x="438556" y="430434"/>
                  </a:lnTo>
                  <a:lnTo>
                    <a:pt x="439511" y="431390"/>
                  </a:lnTo>
                  <a:lnTo>
                    <a:pt x="437600" y="438078"/>
                  </a:lnTo>
                  <a:lnTo>
                    <a:pt x="437600" y="439989"/>
                  </a:lnTo>
                  <a:lnTo>
                    <a:pt x="438078" y="440466"/>
                  </a:lnTo>
                  <a:lnTo>
                    <a:pt x="438556" y="440466"/>
                  </a:lnTo>
                  <a:lnTo>
                    <a:pt x="442377" y="438078"/>
                  </a:lnTo>
                  <a:lnTo>
                    <a:pt x="443810" y="437122"/>
                  </a:lnTo>
                  <a:lnTo>
                    <a:pt x="445244" y="437122"/>
                  </a:lnTo>
                  <a:lnTo>
                    <a:pt x="446677" y="438078"/>
                  </a:lnTo>
                  <a:lnTo>
                    <a:pt x="448588" y="439511"/>
                  </a:lnTo>
                  <a:lnTo>
                    <a:pt x="449543" y="441422"/>
                  </a:lnTo>
                  <a:lnTo>
                    <a:pt x="450021" y="442855"/>
                  </a:lnTo>
                  <a:lnTo>
                    <a:pt x="450499" y="444288"/>
                  </a:lnTo>
                  <a:lnTo>
                    <a:pt x="454321" y="446199"/>
                  </a:lnTo>
                  <a:lnTo>
                    <a:pt x="453843" y="447155"/>
                  </a:lnTo>
                  <a:lnTo>
                    <a:pt x="450021" y="449543"/>
                  </a:lnTo>
                  <a:lnTo>
                    <a:pt x="450021" y="450021"/>
                  </a:lnTo>
                  <a:lnTo>
                    <a:pt x="450499" y="450499"/>
                  </a:lnTo>
                  <a:lnTo>
                    <a:pt x="452887" y="451932"/>
                  </a:lnTo>
                  <a:lnTo>
                    <a:pt x="455276" y="454798"/>
                  </a:lnTo>
                  <a:lnTo>
                    <a:pt x="456709" y="457665"/>
                  </a:lnTo>
                  <a:lnTo>
                    <a:pt x="456709" y="459098"/>
                  </a:lnTo>
                  <a:lnTo>
                    <a:pt x="456709" y="460531"/>
                  </a:lnTo>
                  <a:lnTo>
                    <a:pt x="457187" y="461487"/>
                  </a:lnTo>
                  <a:lnTo>
                    <a:pt x="458142" y="461487"/>
                  </a:lnTo>
                  <a:lnTo>
                    <a:pt x="458620" y="461009"/>
                  </a:lnTo>
                  <a:lnTo>
                    <a:pt x="459098" y="461009"/>
                  </a:lnTo>
                  <a:lnTo>
                    <a:pt x="460053" y="461964"/>
                  </a:lnTo>
                  <a:lnTo>
                    <a:pt x="460531" y="464353"/>
                  </a:lnTo>
                  <a:lnTo>
                    <a:pt x="461964" y="471041"/>
                  </a:lnTo>
                  <a:lnTo>
                    <a:pt x="462442" y="472952"/>
                  </a:lnTo>
                  <a:lnTo>
                    <a:pt x="462920" y="472952"/>
                  </a:lnTo>
                  <a:lnTo>
                    <a:pt x="462920" y="466264"/>
                  </a:lnTo>
                  <a:lnTo>
                    <a:pt x="463875" y="465308"/>
                  </a:lnTo>
                  <a:lnTo>
                    <a:pt x="466264" y="466264"/>
                  </a:lnTo>
                  <a:lnTo>
                    <a:pt x="469608" y="469130"/>
                  </a:lnTo>
                  <a:lnTo>
                    <a:pt x="471997" y="471519"/>
                  </a:lnTo>
                  <a:lnTo>
                    <a:pt x="471997" y="472474"/>
                  </a:lnTo>
                  <a:lnTo>
                    <a:pt x="470564" y="474863"/>
                  </a:lnTo>
                  <a:lnTo>
                    <a:pt x="470564" y="475818"/>
                  </a:lnTo>
                  <a:lnTo>
                    <a:pt x="471997" y="477252"/>
                  </a:lnTo>
                  <a:lnTo>
                    <a:pt x="473430" y="476296"/>
                  </a:lnTo>
                  <a:lnTo>
                    <a:pt x="474385" y="473908"/>
                  </a:lnTo>
                  <a:lnTo>
                    <a:pt x="475818" y="471519"/>
                  </a:lnTo>
                  <a:lnTo>
                    <a:pt x="477729" y="470086"/>
                  </a:lnTo>
                  <a:lnTo>
                    <a:pt x="481073" y="471519"/>
                  </a:lnTo>
                  <a:lnTo>
                    <a:pt x="483940" y="474863"/>
                  </a:lnTo>
                  <a:lnTo>
                    <a:pt x="483940" y="476296"/>
                  </a:lnTo>
                  <a:lnTo>
                    <a:pt x="485851" y="477729"/>
                  </a:lnTo>
                  <a:lnTo>
                    <a:pt x="487762" y="476774"/>
                  </a:lnTo>
                  <a:lnTo>
                    <a:pt x="490628" y="481073"/>
                  </a:lnTo>
                  <a:lnTo>
                    <a:pt x="489195" y="482507"/>
                  </a:lnTo>
                  <a:lnTo>
                    <a:pt x="485851" y="485373"/>
                  </a:lnTo>
                  <a:lnTo>
                    <a:pt x="485851" y="486329"/>
                  </a:lnTo>
                  <a:lnTo>
                    <a:pt x="486329" y="485851"/>
                  </a:lnTo>
                  <a:lnTo>
                    <a:pt x="492539" y="485851"/>
                  </a:lnTo>
                  <a:lnTo>
                    <a:pt x="494450" y="487284"/>
                  </a:lnTo>
                  <a:lnTo>
                    <a:pt x="494928" y="489195"/>
                  </a:lnTo>
                  <a:lnTo>
                    <a:pt x="492061" y="494928"/>
                  </a:lnTo>
                  <a:lnTo>
                    <a:pt x="489195" y="494450"/>
                  </a:lnTo>
                  <a:lnTo>
                    <a:pt x="486329" y="493972"/>
                  </a:lnTo>
                  <a:lnTo>
                    <a:pt x="484417" y="494450"/>
                  </a:lnTo>
                  <a:lnTo>
                    <a:pt x="484417" y="494928"/>
                  </a:lnTo>
                  <a:lnTo>
                    <a:pt x="489195" y="497794"/>
                  </a:lnTo>
                  <a:lnTo>
                    <a:pt x="490628" y="499705"/>
                  </a:lnTo>
                  <a:lnTo>
                    <a:pt x="492539" y="502094"/>
                  </a:lnTo>
                  <a:lnTo>
                    <a:pt x="493017" y="503527"/>
                  </a:lnTo>
                  <a:lnTo>
                    <a:pt x="493017" y="504482"/>
                  </a:lnTo>
                  <a:lnTo>
                    <a:pt x="492539" y="505915"/>
                  </a:lnTo>
                  <a:lnTo>
                    <a:pt x="493017" y="506393"/>
                  </a:lnTo>
                  <a:lnTo>
                    <a:pt x="495883" y="506871"/>
                  </a:lnTo>
                  <a:lnTo>
                    <a:pt x="497794" y="506393"/>
                  </a:lnTo>
                  <a:lnTo>
                    <a:pt x="500182" y="505915"/>
                  </a:lnTo>
                  <a:lnTo>
                    <a:pt x="502571" y="506393"/>
                  </a:lnTo>
                  <a:lnTo>
                    <a:pt x="502571" y="506871"/>
                  </a:lnTo>
                  <a:lnTo>
                    <a:pt x="502571" y="508782"/>
                  </a:lnTo>
                  <a:lnTo>
                    <a:pt x="500182" y="510693"/>
                  </a:lnTo>
                  <a:lnTo>
                    <a:pt x="500660" y="511171"/>
                  </a:lnTo>
                  <a:lnTo>
                    <a:pt x="503527" y="510693"/>
                  </a:lnTo>
                  <a:lnTo>
                    <a:pt x="504482" y="511648"/>
                  </a:lnTo>
                  <a:lnTo>
                    <a:pt x="505915" y="515948"/>
                  </a:lnTo>
                  <a:lnTo>
                    <a:pt x="507826" y="519292"/>
                  </a:lnTo>
                  <a:lnTo>
                    <a:pt x="506393" y="520247"/>
                  </a:lnTo>
                  <a:lnTo>
                    <a:pt x="504960" y="520725"/>
                  </a:lnTo>
                  <a:lnTo>
                    <a:pt x="504960" y="525025"/>
                  </a:lnTo>
                  <a:lnTo>
                    <a:pt x="505915" y="529324"/>
                  </a:lnTo>
                  <a:lnTo>
                    <a:pt x="505915" y="533624"/>
                  </a:lnTo>
                  <a:lnTo>
                    <a:pt x="505915" y="537446"/>
                  </a:lnTo>
                  <a:lnTo>
                    <a:pt x="504482" y="538401"/>
                  </a:lnTo>
                  <a:lnTo>
                    <a:pt x="503049" y="538401"/>
                  </a:lnTo>
                  <a:lnTo>
                    <a:pt x="502094" y="537446"/>
                  </a:lnTo>
                  <a:lnTo>
                    <a:pt x="498272" y="525980"/>
                  </a:lnTo>
                  <a:lnTo>
                    <a:pt x="497316" y="524069"/>
                  </a:lnTo>
                  <a:lnTo>
                    <a:pt x="496361" y="522158"/>
                  </a:lnTo>
                  <a:lnTo>
                    <a:pt x="492539" y="516903"/>
                  </a:lnTo>
                  <a:lnTo>
                    <a:pt x="492539" y="517859"/>
                  </a:lnTo>
                  <a:lnTo>
                    <a:pt x="493494" y="520247"/>
                  </a:lnTo>
                  <a:lnTo>
                    <a:pt x="494450" y="523591"/>
                  </a:lnTo>
                  <a:lnTo>
                    <a:pt x="495405" y="530280"/>
                  </a:lnTo>
                  <a:lnTo>
                    <a:pt x="495883" y="534579"/>
                  </a:lnTo>
                  <a:lnTo>
                    <a:pt x="495883" y="536490"/>
                  </a:lnTo>
                  <a:lnTo>
                    <a:pt x="494928" y="536490"/>
                  </a:lnTo>
                  <a:lnTo>
                    <a:pt x="494928" y="537446"/>
                  </a:lnTo>
                  <a:lnTo>
                    <a:pt x="494928" y="538879"/>
                  </a:lnTo>
                  <a:lnTo>
                    <a:pt x="498272" y="543178"/>
                  </a:lnTo>
                  <a:lnTo>
                    <a:pt x="499705" y="545567"/>
                  </a:lnTo>
                  <a:lnTo>
                    <a:pt x="500660" y="548433"/>
                  </a:lnTo>
                  <a:lnTo>
                    <a:pt x="501616" y="550344"/>
                  </a:lnTo>
                  <a:lnTo>
                    <a:pt x="502571" y="551300"/>
                  </a:lnTo>
                  <a:lnTo>
                    <a:pt x="502571" y="551778"/>
                  </a:lnTo>
                  <a:lnTo>
                    <a:pt x="501138" y="552733"/>
                  </a:lnTo>
                  <a:lnTo>
                    <a:pt x="498749" y="552733"/>
                  </a:lnTo>
                  <a:lnTo>
                    <a:pt x="497794" y="552733"/>
                  </a:lnTo>
                  <a:lnTo>
                    <a:pt x="493494" y="549867"/>
                  </a:lnTo>
                  <a:lnTo>
                    <a:pt x="493017" y="550822"/>
                  </a:lnTo>
                  <a:lnTo>
                    <a:pt x="495405" y="559899"/>
                  </a:lnTo>
                  <a:lnTo>
                    <a:pt x="494928" y="562287"/>
                  </a:lnTo>
                  <a:lnTo>
                    <a:pt x="493972" y="562765"/>
                  </a:lnTo>
                  <a:lnTo>
                    <a:pt x="492539" y="562287"/>
                  </a:lnTo>
                  <a:lnTo>
                    <a:pt x="491106" y="559421"/>
                  </a:lnTo>
                  <a:lnTo>
                    <a:pt x="488239" y="556555"/>
                  </a:lnTo>
                  <a:lnTo>
                    <a:pt x="484895" y="553211"/>
                  </a:lnTo>
                  <a:lnTo>
                    <a:pt x="481551" y="550822"/>
                  </a:lnTo>
                  <a:lnTo>
                    <a:pt x="480596" y="550822"/>
                  </a:lnTo>
                  <a:lnTo>
                    <a:pt x="480118" y="551778"/>
                  </a:lnTo>
                  <a:lnTo>
                    <a:pt x="479640" y="551778"/>
                  </a:lnTo>
                  <a:lnTo>
                    <a:pt x="479163" y="551300"/>
                  </a:lnTo>
                  <a:lnTo>
                    <a:pt x="477729" y="549389"/>
                  </a:lnTo>
                  <a:lnTo>
                    <a:pt x="476774" y="547956"/>
                  </a:lnTo>
                  <a:lnTo>
                    <a:pt x="471997" y="543656"/>
                  </a:lnTo>
                  <a:lnTo>
                    <a:pt x="471519" y="543656"/>
                  </a:lnTo>
                  <a:lnTo>
                    <a:pt x="471997" y="545089"/>
                  </a:lnTo>
                  <a:lnTo>
                    <a:pt x="472474" y="547956"/>
                  </a:lnTo>
                  <a:lnTo>
                    <a:pt x="471997" y="548433"/>
                  </a:lnTo>
                  <a:lnTo>
                    <a:pt x="470564" y="548433"/>
                  </a:lnTo>
                  <a:lnTo>
                    <a:pt x="468175" y="547000"/>
                  </a:lnTo>
                  <a:lnTo>
                    <a:pt x="466264" y="544134"/>
                  </a:lnTo>
                  <a:lnTo>
                    <a:pt x="464353" y="539357"/>
                  </a:lnTo>
                  <a:lnTo>
                    <a:pt x="463398" y="537446"/>
                  </a:lnTo>
                  <a:lnTo>
                    <a:pt x="463398" y="538879"/>
                  </a:lnTo>
                  <a:lnTo>
                    <a:pt x="463875" y="543178"/>
                  </a:lnTo>
                  <a:lnTo>
                    <a:pt x="463875" y="545089"/>
                  </a:lnTo>
                  <a:lnTo>
                    <a:pt x="462442" y="545089"/>
                  </a:lnTo>
                  <a:lnTo>
                    <a:pt x="461964" y="545089"/>
                  </a:lnTo>
                  <a:lnTo>
                    <a:pt x="461487" y="543656"/>
                  </a:lnTo>
                  <a:lnTo>
                    <a:pt x="461009" y="541745"/>
                  </a:lnTo>
                  <a:lnTo>
                    <a:pt x="459575" y="539834"/>
                  </a:lnTo>
                  <a:lnTo>
                    <a:pt x="458142" y="538879"/>
                  </a:lnTo>
                  <a:lnTo>
                    <a:pt x="457187" y="537923"/>
                  </a:lnTo>
                  <a:lnTo>
                    <a:pt x="456232" y="536012"/>
                  </a:lnTo>
                  <a:lnTo>
                    <a:pt x="456232" y="535535"/>
                  </a:lnTo>
                  <a:lnTo>
                    <a:pt x="452887" y="536012"/>
                  </a:lnTo>
                  <a:lnTo>
                    <a:pt x="451454" y="534579"/>
                  </a:lnTo>
                  <a:lnTo>
                    <a:pt x="446677" y="528846"/>
                  </a:lnTo>
                  <a:lnTo>
                    <a:pt x="442377" y="522636"/>
                  </a:lnTo>
                  <a:lnTo>
                    <a:pt x="439511" y="519292"/>
                  </a:lnTo>
                  <a:lnTo>
                    <a:pt x="438556" y="518336"/>
                  </a:lnTo>
                  <a:lnTo>
                    <a:pt x="439989" y="522636"/>
                  </a:lnTo>
                  <a:lnTo>
                    <a:pt x="441900" y="528369"/>
                  </a:lnTo>
                  <a:lnTo>
                    <a:pt x="441900" y="531235"/>
                  </a:lnTo>
                  <a:lnTo>
                    <a:pt x="441422" y="531235"/>
                  </a:lnTo>
                  <a:lnTo>
                    <a:pt x="439989" y="529802"/>
                  </a:lnTo>
                  <a:lnTo>
                    <a:pt x="431867" y="522158"/>
                  </a:lnTo>
                  <a:lnTo>
                    <a:pt x="426612" y="518814"/>
                  </a:lnTo>
                  <a:lnTo>
                    <a:pt x="424224" y="517859"/>
                  </a:lnTo>
                  <a:lnTo>
                    <a:pt x="419446" y="517381"/>
                  </a:lnTo>
                  <a:lnTo>
                    <a:pt x="418491" y="519770"/>
                  </a:lnTo>
                  <a:lnTo>
                    <a:pt x="420880" y="524069"/>
                  </a:lnTo>
                  <a:lnTo>
                    <a:pt x="423268" y="527413"/>
                  </a:lnTo>
                  <a:lnTo>
                    <a:pt x="425657" y="529324"/>
                  </a:lnTo>
                  <a:lnTo>
                    <a:pt x="429001" y="534101"/>
                  </a:lnTo>
                  <a:lnTo>
                    <a:pt x="432345" y="539357"/>
                  </a:lnTo>
                  <a:lnTo>
                    <a:pt x="433778" y="541267"/>
                  </a:lnTo>
                  <a:lnTo>
                    <a:pt x="438078" y="543656"/>
                  </a:lnTo>
                  <a:lnTo>
                    <a:pt x="440466" y="544134"/>
                  </a:lnTo>
                  <a:lnTo>
                    <a:pt x="442855" y="544134"/>
                  </a:lnTo>
                  <a:lnTo>
                    <a:pt x="443333" y="545089"/>
                  </a:lnTo>
                  <a:lnTo>
                    <a:pt x="441900" y="546522"/>
                  </a:lnTo>
                  <a:lnTo>
                    <a:pt x="441900" y="547478"/>
                  </a:lnTo>
                  <a:lnTo>
                    <a:pt x="447155" y="550344"/>
                  </a:lnTo>
                  <a:lnTo>
                    <a:pt x="449066" y="551300"/>
                  </a:lnTo>
                  <a:lnTo>
                    <a:pt x="450976" y="553688"/>
                  </a:lnTo>
                  <a:lnTo>
                    <a:pt x="452410" y="554166"/>
                  </a:lnTo>
                  <a:lnTo>
                    <a:pt x="456709" y="559899"/>
                  </a:lnTo>
                  <a:lnTo>
                    <a:pt x="458142" y="560854"/>
                  </a:lnTo>
                  <a:lnTo>
                    <a:pt x="461964" y="562765"/>
                  </a:lnTo>
                  <a:lnTo>
                    <a:pt x="463398" y="563721"/>
                  </a:lnTo>
                  <a:lnTo>
                    <a:pt x="465786" y="567543"/>
                  </a:lnTo>
                  <a:lnTo>
                    <a:pt x="467219" y="569453"/>
                  </a:lnTo>
                  <a:lnTo>
                    <a:pt x="469130" y="573753"/>
                  </a:lnTo>
                  <a:lnTo>
                    <a:pt x="470564" y="575664"/>
                  </a:lnTo>
                  <a:lnTo>
                    <a:pt x="474385" y="578053"/>
                  </a:lnTo>
                  <a:lnTo>
                    <a:pt x="475818" y="578530"/>
                  </a:lnTo>
                  <a:lnTo>
                    <a:pt x="476774" y="579486"/>
                  </a:lnTo>
                  <a:lnTo>
                    <a:pt x="476296" y="581397"/>
                  </a:lnTo>
                  <a:lnTo>
                    <a:pt x="475818" y="581874"/>
                  </a:lnTo>
                  <a:lnTo>
                    <a:pt x="473430" y="583308"/>
                  </a:lnTo>
                  <a:lnTo>
                    <a:pt x="473907" y="585219"/>
                  </a:lnTo>
                  <a:lnTo>
                    <a:pt x="475341" y="588563"/>
                  </a:lnTo>
                  <a:lnTo>
                    <a:pt x="475341" y="590951"/>
                  </a:lnTo>
                  <a:lnTo>
                    <a:pt x="473907" y="591429"/>
                  </a:lnTo>
                  <a:lnTo>
                    <a:pt x="471041" y="592385"/>
                  </a:lnTo>
                  <a:lnTo>
                    <a:pt x="470086" y="592385"/>
                  </a:lnTo>
                  <a:lnTo>
                    <a:pt x="467697" y="591429"/>
                  </a:lnTo>
                  <a:lnTo>
                    <a:pt x="465308" y="590474"/>
                  </a:lnTo>
                  <a:lnTo>
                    <a:pt x="460531" y="587129"/>
                  </a:lnTo>
                  <a:lnTo>
                    <a:pt x="452887" y="584741"/>
                  </a:lnTo>
                  <a:lnTo>
                    <a:pt x="450021" y="583308"/>
                  </a:lnTo>
                  <a:lnTo>
                    <a:pt x="449066" y="582352"/>
                  </a:lnTo>
                  <a:lnTo>
                    <a:pt x="447632" y="581397"/>
                  </a:lnTo>
                  <a:lnTo>
                    <a:pt x="429001" y="578053"/>
                  </a:lnTo>
                  <a:lnTo>
                    <a:pt x="426134" y="577575"/>
                  </a:lnTo>
                  <a:lnTo>
                    <a:pt x="424224" y="576619"/>
                  </a:lnTo>
                  <a:lnTo>
                    <a:pt x="422313" y="575186"/>
                  </a:lnTo>
                  <a:lnTo>
                    <a:pt x="415147" y="571842"/>
                  </a:lnTo>
                  <a:lnTo>
                    <a:pt x="414191" y="570887"/>
                  </a:lnTo>
                  <a:lnTo>
                    <a:pt x="409414" y="565154"/>
                  </a:lnTo>
                  <a:lnTo>
                    <a:pt x="406070" y="558466"/>
                  </a:lnTo>
                  <a:lnTo>
                    <a:pt x="404637" y="557510"/>
                  </a:lnTo>
                  <a:lnTo>
                    <a:pt x="400815" y="556555"/>
                  </a:lnTo>
                  <a:lnTo>
                    <a:pt x="397471" y="557032"/>
                  </a:lnTo>
                  <a:lnTo>
                    <a:pt x="395560" y="557510"/>
                  </a:lnTo>
                  <a:lnTo>
                    <a:pt x="392216" y="557510"/>
                  </a:lnTo>
                  <a:lnTo>
                    <a:pt x="390305" y="556555"/>
                  </a:lnTo>
                  <a:lnTo>
                    <a:pt x="385527" y="553211"/>
                  </a:lnTo>
                  <a:lnTo>
                    <a:pt x="381228" y="551778"/>
                  </a:lnTo>
                  <a:lnTo>
                    <a:pt x="376928" y="548911"/>
                  </a:lnTo>
                  <a:lnTo>
                    <a:pt x="375018" y="547956"/>
                  </a:lnTo>
                  <a:lnTo>
                    <a:pt x="375018" y="547478"/>
                  </a:lnTo>
                  <a:lnTo>
                    <a:pt x="378361" y="543178"/>
                  </a:lnTo>
                  <a:lnTo>
                    <a:pt x="377406" y="543178"/>
                  </a:lnTo>
                  <a:lnTo>
                    <a:pt x="372151" y="546522"/>
                  </a:lnTo>
                  <a:lnTo>
                    <a:pt x="370240" y="545567"/>
                  </a:lnTo>
                  <a:lnTo>
                    <a:pt x="367374" y="543178"/>
                  </a:lnTo>
                  <a:lnTo>
                    <a:pt x="364985" y="540312"/>
                  </a:lnTo>
                  <a:lnTo>
                    <a:pt x="360208" y="533624"/>
                  </a:lnTo>
                  <a:lnTo>
                    <a:pt x="357342" y="531235"/>
                  </a:lnTo>
                  <a:lnTo>
                    <a:pt x="357819" y="530757"/>
                  </a:lnTo>
                  <a:lnTo>
                    <a:pt x="360686" y="530280"/>
                  </a:lnTo>
                  <a:lnTo>
                    <a:pt x="363552" y="530757"/>
                  </a:lnTo>
                  <a:lnTo>
                    <a:pt x="364985" y="530280"/>
                  </a:lnTo>
                  <a:lnTo>
                    <a:pt x="368329" y="527413"/>
                  </a:lnTo>
                  <a:lnTo>
                    <a:pt x="369285" y="525502"/>
                  </a:lnTo>
                  <a:lnTo>
                    <a:pt x="369762" y="524547"/>
                  </a:lnTo>
                  <a:lnTo>
                    <a:pt x="366896" y="524547"/>
                  </a:lnTo>
                  <a:lnTo>
                    <a:pt x="366418" y="523591"/>
                  </a:lnTo>
                  <a:lnTo>
                    <a:pt x="365941" y="522636"/>
                  </a:lnTo>
                  <a:lnTo>
                    <a:pt x="364508" y="521203"/>
                  </a:lnTo>
                  <a:lnTo>
                    <a:pt x="362596" y="519292"/>
                  </a:lnTo>
                  <a:lnTo>
                    <a:pt x="360686" y="518814"/>
                  </a:lnTo>
                  <a:lnTo>
                    <a:pt x="353042" y="519292"/>
                  </a:lnTo>
                  <a:lnTo>
                    <a:pt x="351609" y="518336"/>
                  </a:lnTo>
                  <a:lnTo>
                    <a:pt x="351609" y="517381"/>
                  </a:lnTo>
                  <a:lnTo>
                    <a:pt x="353042" y="514037"/>
                  </a:lnTo>
                  <a:lnTo>
                    <a:pt x="353997" y="512604"/>
                  </a:lnTo>
                  <a:lnTo>
                    <a:pt x="353997" y="512126"/>
                  </a:lnTo>
                  <a:lnTo>
                    <a:pt x="353997" y="511648"/>
                  </a:lnTo>
                  <a:lnTo>
                    <a:pt x="353042" y="511648"/>
                  </a:lnTo>
                  <a:lnTo>
                    <a:pt x="348265" y="514992"/>
                  </a:lnTo>
                  <a:lnTo>
                    <a:pt x="347309" y="514515"/>
                  </a:lnTo>
                  <a:lnTo>
                    <a:pt x="345876" y="511648"/>
                  </a:lnTo>
                  <a:lnTo>
                    <a:pt x="344443" y="507826"/>
                  </a:lnTo>
                  <a:lnTo>
                    <a:pt x="343965" y="506393"/>
                  </a:lnTo>
                  <a:lnTo>
                    <a:pt x="343010" y="505915"/>
                  </a:lnTo>
                  <a:lnTo>
                    <a:pt x="339188" y="502571"/>
                  </a:lnTo>
                  <a:lnTo>
                    <a:pt x="333933" y="495405"/>
                  </a:lnTo>
                  <a:lnTo>
                    <a:pt x="332022" y="493494"/>
                  </a:lnTo>
                  <a:lnTo>
                    <a:pt x="330111" y="491584"/>
                  </a:lnTo>
                  <a:lnTo>
                    <a:pt x="328678" y="490628"/>
                  </a:lnTo>
                  <a:lnTo>
                    <a:pt x="328678" y="489673"/>
                  </a:lnTo>
                  <a:lnTo>
                    <a:pt x="332022" y="483940"/>
                  </a:lnTo>
                  <a:lnTo>
                    <a:pt x="332022" y="482984"/>
                  </a:lnTo>
                  <a:lnTo>
                    <a:pt x="329155" y="483462"/>
                  </a:lnTo>
                  <a:lnTo>
                    <a:pt x="324856" y="482029"/>
                  </a:lnTo>
                  <a:lnTo>
                    <a:pt x="322945" y="483462"/>
                  </a:lnTo>
                  <a:lnTo>
                    <a:pt x="321989" y="483462"/>
                  </a:lnTo>
                  <a:lnTo>
                    <a:pt x="320079" y="482984"/>
                  </a:lnTo>
                  <a:lnTo>
                    <a:pt x="319601" y="482984"/>
                  </a:lnTo>
                  <a:lnTo>
                    <a:pt x="318645" y="487762"/>
                  </a:lnTo>
                  <a:lnTo>
                    <a:pt x="318168" y="489195"/>
                  </a:lnTo>
                  <a:lnTo>
                    <a:pt x="317212" y="489673"/>
                  </a:lnTo>
                  <a:lnTo>
                    <a:pt x="316257" y="489673"/>
                  </a:lnTo>
                  <a:lnTo>
                    <a:pt x="315779" y="488717"/>
                  </a:lnTo>
                  <a:lnTo>
                    <a:pt x="315779" y="487762"/>
                  </a:lnTo>
                  <a:lnTo>
                    <a:pt x="315301" y="482029"/>
                  </a:lnTo>
                  <a:lnTo>
                    <a:pt x="313390" y="481073"/>
                  </a:lnTo>
                  <a:lnTo>
                    <a:pt x="309569" y="480596"/>
                  </a:lnTo>
                  <a:lnTo>
                    <a:pt x="308613" y="480118"/>
                  </a:lnTo>
                  <a:lnTo>
                    <a:pt x="307658" y="479163"/>
                  </a:lnTo>
                  <a:lnTo>
                    <a:pt x="306702" y="477252"/>
                  </a:lnTo>
                  <a:lnTo>
                    <a:pt x="305747" y="474385"/>
                  </a:lnTo>
                  <a:lnTo>
                    <a:pt x="305269" y="472474"/>
                  </a:lnTo>
                  <a:lnTo>
                    <a:pt x="304313" y="472474"/>
                  </a:lnTo>
                  <a:lnTo>
                    <a:pt x="303358" y="472474"/>
                  </a:lnTo>
                  <a:lnTo>
                    <a:pt x="302880" y="473430"/>
                  </a:lnTo>
                  <a:lnTo>
                    <a:pt x="301447" y="473908"/>
                  </a:lnTo>
                  <a:lnTo>
                    <a:pt x="299536" y="473908"/>
                  </a:lnTo>
                  <a:lnTo>
                    <a:pt x="299536" y="475341"/>
                  </a:lnTo>
                  <a:lnTo>
                    <a:pt x="301447" y="477252"/>
                  </a:lnTo>
                  <a:lnTo>
                    <a:pt x="303358" y="480118"/>
                  </a:lnTo>
                  <a:lnTo>
                    <a:pt x="304791" y="483940"/>
                  </a:lnTo>
                  <a:lnTo>
                    <a:pt x="303836" y="486806"/>
                  </a:lnTo>
                  <a:lnTo>
                    <a:pt x="300014" y="487762"/>
                  </a:lnTo>
                  <a:lnTo>
                    <a:pt x="296670" y="488239"/>
                  </a:lnTo>
                  <a:lnTo>
                    <a:pt x="293326" y="487762"/>
                  </a:lnTo>
                  <a:lnTo>
                    <a:pt x="291415" y="486806"/>
                  </a:lnTo>
                  <a:lnTo>
                    <a:pt x="288071" y="484895"/>
                  </a:lnTo>
                  <a:lnTo>
                    <a:pt x="283771" y="485373"/>
                  </a:lnTo>
                  <a:lnTo>
                    <a:pt x="282816" y="491106"/>
                  </a:lnTo>
                  <a:lnTo>
                    <a:pt x="281860" y="491106"/>
                  </a:lnTo>
                  <a:lnTo>
                    <a:pt x="277561" y="491106"/>
                  </a:lnTo>
                  <a:lnTo>
                    <a:pt x="275650" y="491584"/>
                  </a:lnTo>
                  <a:lnTo>
                    <a:pt x="269917" y="494928"/>
                  </a:lnTo>
                  <a:lnTo>
                    <a:pt x="268006" y="494928"/>
                  </a:lnTo>
                  <a:lnTo>
                    <a:pt x="267051" y="494928"/>
                  </a:lnTo>
                  <a:lnTo>
                    <a:pt x="265617" y="495405"/>
                  </a:lnTo>
                  <a:lnTo>
                    <a:pt x="263706" y="497316"/>
                  </a:lnTo>
                  <a:lnTo>
                    <a:pt x="260840" y="497316"/>
                  </a:lnTo>
                  <a:lnTo>
                    <a:pt x="257496" y="495883"/>
                  </a:lnTo>
                  <a:lnTo>
                    <a:pt x="255107" y="495405"/>
                  </a:lnTo>
                  <a:lnTo>
                    <a:pt x="252719" y="495883"/>
                  </a:lnTo>
                  <a:lnTo>
                    <a:pt x="250330" y="494928"/>
                  </a:lnTo>
                  <a:lnTo>
                    <a:pt x="247941" y="493017"/>
                  </a:lnTo>
                  <a:lnTo>
                    <a:pt x="245553" y="492061"/>
                  </a:lnTo>
                  <a:lnTo>
                    <a:pt x="243164" y="492539"/>
                  </a:lnTo>
                  <a:lnTo>
                    <a:pt x="242686" y="492061"/>
                  </a:lnTo>
                  <a:lnTo>
                    <a:pt x="238865" y="488239"/>
                  </a:lnTo>
                  <a:lnTo>
                    <a:pt x="237431" y="486329"/>
                  </a:lnTo>
                  <a:lnTo>
                    <a:pt x="235043" y="481551"/>
                  </a:lnTo>
                  <a:lnTo>
                    <a:pt x="234565" y="479640"/>
                  </a:lnTo>
                  <a:lnTo>
                    <a:pt x="234087" y="477252"/>
                  </a:lnTo>
                  <a:lnTo>
                    <a:pt x="234565" y="475818"/>
                  </a:lnTo>
                  <a:lnTo>
                    <a:pt x="235521" y="473430"/>
                  </a:lnTo>
                  <a:lnTo>
                    <a:pt x="236476" y="467697"/>
                  </a:lnTo>
                  <a:lnTo>
                    <a:pt x="237431" y="465786"/>
                  </a:lnTo>
                  <a:lnTo>
                    <a:pt x="238387" y="464353"/>
                  </a:lnTo>
                  <a:lnTo>
                    <a:pt x="240775" y="461964"/>
                  </a:lnTo>
                  <a:lnTo>
                    <a:pt x="249375" y="458143"/>
                  </a:lnTo>
                  <a:lnTo>
                    <a:pt x="250808" y="456709"/>
                  </a:lnTo>
                  <a:lnTo>
                    <a:pt x="250808" y="455754"/>
                  </a:lnTo>
                  <a:lnTo>
                    <a:pt x="248897" y="450977"/>
                  </a:lnTo>
                  <a:lnTo>
                    <a:pt x="248897" y="449543"/>
                  </a:lnTo>
                  <a:lnTo>
                    <a:pt x="249852" y="449066"/>
                  </a:lnTo>
                  <a:lnTo>
                    <a:pt x="251286" y="446199"/>
                  </a:lnTo>
                  <a:lnTo>
                    <a:pt x="251763" y="445722"/>
                  </a:lnTo>
                  <a:lnTo>
                    <a:pt x="253197" y="445244"/>
                  </a:lnTo>
                  <a:lnTo>
                    <a:pt x="256540" y="446677"/>
                  </a:lnTo>
                  <a:lnTo>
                    <a:pt x="258929" y="447155"/>
                  </a:lnTo>
                  <a:lnTo>
                    <a:pt x="262751" y="447155"/>
                  </a:lnTo>
                  <a:lnTo>
                    <a:pt x="268484" y="449066"/>
                  </a:lnTo>
                  <a:lnTo>
                    <a:pt x="276605" y="452887"/>
                  </a:lnTo>
                  <a:lnTo>
                    <a:pt x="281382" y="455276"/>
                  </a:lnTo>
                  <a:lnTo>
                    <a:pt x="285204" y="459098"/>
                  </a:lnTo>
                  <a:lnTo>
                    <a:pt x="287593" y="462920"/>
                  </a:lnTo>
                  <a:lnTo>
                    <a:pt x="288071" y="464831"/>
                  </a:lnTo>
                  <a:lnTo>
                    <a:pt x="286638" y="467219"/>
                  </a:lnTo>
                  <a:lnTo>
                    <a:pt x="286160" y="468175"/>
                  </a:lnTo>
                  <a:lnTo>
                    <a:pt x="286160" y="469130"/>
                  </a:lnTo>
                  <a:lnTo>
                    <a:pt x="286638" y="470564"/>
                  </a:lnTo>
                  <a:lnTo>
                    <a:pt x="289026" y="471997"/>
                  </a:lnTo>
                  <a:lnTo>
                    <a:pt x="289504" y="471519"/>
                  </a:lnTo>
                  <a:lnTo>
                    <a:pt x="289026" y="469608"/>
                  </a:lnTo>
                  <a:lnTo>
                    <a:pt x="289504" y="467697"/>
                  </a:lnTo>
                  <a:lnTo>
                    <a:pt x="290459" y="466264"/>
                  </a:lnTo>
                  <a:lnTo>
                    <a:pt x="290937" y="464831"/>
                  </a:lnTo>
                  <a:lnTo>
                    <a:pt x="289982" y="462920"/>
                  </a:lnTo>
                  <a:lnTo>
                    <a:pt x="289026" y="461009"/>
                  </a:lnTo>
                  <a:lnTo>
                    <a:pt x="287593" y="459098"/>
                  </a:lnTo>
                  <a:lnTo>
                    <a:pt x="282338" y="453843"/>
                  </a:lnTo>
                  <a:lnTo>
                    <a:pt x="281860" y="452410"/>
                  </a:lnTo>
                  <a:lnTo>
                    <a:pt x="283771" y="451454"/>
                  </a:lnTo>
                  <a:lnTo>
                    <a:pt x="291415" y="453365"/>
                  </a:lnTo>
                  <a:lnTo>
                    <a:pt x="294759" y="452887"/>
                  </a:lnTo>
                  <a:lnTo>
                    <a:pt x="295714" y="450977"/>
                  </a:lnTo>
                  <a:lnTo>
                    <a:pt x="296670" y="449543"/>
                  </a:lnTo>
                  <a:lnTo>
                    <a:pt x="298103" y="448588"/>
                  </a:lnTo>
                  <a:lnTo>
                    <a:pt x="300970" y="448110"/>
                  </a:lnTo>
                  <a:lnTo>
                    <a:pt x="304313" y="449066"/>
                  </a:lnTo>
                  <a:lnTo>
                    <a:pt x="306224" y="449543"/>
                  </a:lnTo>
                  <a:lnTo>
                    <a:pt x="307658" y="449066"/>
                  </a:lnTo>
                  <a:lnTo>
                    <a:pt x="310046" y="448110"/>
                  </a:lnTo>
                  <a:lnTo>
                    <a:pt x="312913" y="444288"/>
                  </a:lnTo>
                  <a:lnTo>
                    <a:pt x="314824" y="443333"/>
                  </a:lnTo>
                  <a:lnTo>
                    <a:pt x="317690" y="442855"/>
                  </a:lnTo>
                  <a:lnTo>
                    <a:pt x="320079" y="442377"/>
                  </a:lnTo>
                  <a:lnTo>
                    <a:pt x="323901" y="444288"/>
                  </a:lnTo>
                  <a:lnTo>
                    <a:pt x="326767" y="444288"/>
                  </a:lnTo>
                  <a:lnTo>
                    <a:pt x="326289" y="441422"/>
                  </a:lnTo>
                  <a:lnTo>
                    <a:pt x="324856" y="436645"/>
                  </a:lnTo>
                  <a:lnTo>
                    <a:pt x="322467" y="431867"/>
                  </a:lnTo>
                  <a:lnTo>
                    <a:pt x="321034" y="429957"/>
                  </a:lnTo>
                  <a:lnTo>
                    <a:pt x="317212" y="426612"/>
                  </a:lnTo>
                  <a:lnTo>
                    <a:pt x="311957" y="420880"/>
                  </a:lnTo>
                  <a:lnTo>
                    <a:pt x="309569" y="417058"/>
                  </a:lnTo>
                  <a:lnTo>
                    <a:pt x="309091" y="415147"/>
                  </a:lnTo>
                  <a:lnTo>
                    <a:pt x="309569" y="413714"/>
                  </a:lnTo>
                  <a:lnTo>
                    <a:pt x="310046" y="411803"/>
                  </a:lnTo>
                  <a:lnTo>
                    <a:pt x="319123" y="405115"/>
                  </a:lnTo>
                  <a:lnTo>
                    <a:pt x="325811" y="398426"/>
                  </a:lnTo>
                  <a:lnTo>
                    <a:pt x="329155" y="395082"/>
                  </a:lnTo>
                  <a:lnTo>
                    <a:pt x="330589" y="392694"/>
                  </a:lnTo>
                  <a:lnTo>
                    <a:pt x="332022" y="390783"/>
                  </a:lnTo>
                  <a:lnTo>
                    <a:pt x="333455" y="389827"/>
                  </a:lnTo>
                  <a:lnTo>
                    <a:pt x="336799" y="388394"/>
                  </a:lnTo>
                  <a:lnTo>
                    <a:pt x="337754" y="386483"/>
                  </a:lnTo>
                  <a:lnTo>
                    <a:pt x="337754" y="383617"/>
                  </a:lnTo>
                  <a:lnTo>
                    <a:pt x="338710" y="381228"/>
                  </a:lnTo>
                  <a:lnTo>
                    <a:pt x="341577" y="374540"/>
                  </a:lnTo>
                  <a:lnTo>
                    <a:pt x="343965" y="372629"/>
                  </a:lnTo>
                  <a:lnTo>
                    <a:pt x="347787" y="371196"/>
                  </a:lnTo>
                  <a:lnTo>
                    <a:pt x="350176" y="369285"/>
                  </a:lnTo>
                  <a:lnTo>
                    <a:pt x="353042" y="364030"/>
                  </a:lnTo>
                  <a:lnTo>
                    <a:pt x="352564" y="362597"/>
                  </a:lnTo>
                  <a:lnTo>
                    <a:pt x="351131" y="361163"/>
                  </a:lnTo>
                  <a:lnTo>
                    <a:pt x="350176" y="359730"/>
                  </a:lnTo>
                  <a:lnTo>
                    <a:pt x="345876" y="344443"/>
                  </a:lnTo>
                  <a:lnTo>
                    <a:pt x="343010" y="337277"/>
                  </a:lnTo>
                  <a:lnTo>
                    <a:pt x="339188" y="331066"/>
                  </a:lnTo>
                  <a:lnTo>
                    <a:pt x="336321" y="322945"/>
                  </a:lnTo>
                  <a:lnTo>
                    <a:pt x="331066" y="315301"/>
                  </a:lnTo>
                  <a:lnTo>
                    <a:pt x="331066" y="312913"/>
                  </a:lnTo>
                  <a:lnTo>
                    <a:pt x="332022" y="311002"/>
                  </a:lnTo>
                  <a:lnTo>
                    <a:pt x="331544" y="310046"/>
                  </a:lnTo>
                  <a:lnTo>
                    <a:pt x="325811" y="313868"/>
                  </a:lnTo>
                  <a:lnTo>
                    <a:pt x="324856" y="313868"/>
                  </a:lnTo>
                  <a:lnTo>
                    <a:pt x="322467" y="312435"/>
                  </a:lnTo>
                  <a:lnTo>
                    <a:pt x="321034" y="310524"/>
                  </a:lnTo>
                  <a:lnTo>
                    <a:pt x="320079" y="307180"/>
                  </a:lnTo>
                  <a:lnTo>
                    <a:pt x="320079" y="305269"/>
                  </a:lnTo>
                  <a:lnTo>
                    <a:pt x="321034" y="303836"/>
                  </a:lnTo>
                  <a:lnTo>
                    <a:pt x="321989" y="300014"/>
                  </a:lnTo>
                  <a:lnTo>
                    <a:pt x="321989" y="297625"/>
                  </a:lnTo>
                  <a:lnTo>
                    <a:pt x="321512" y="295715"/>
                  </a:lnTo>
                  <a:lnTo>
                    <a:pt x="321034" y="294281"/>
                  </a:lnTo>
                  <a:lnTo>
                    <a:pt x="320556" y="293804"/>
                  </a:lnTo>
                  <a:lnTo>
                    <a:pt x="319123" y="293326"/>
                  </a:lnTo>
                  <a:lnTo>
                    <a:pt x="316257" y="292848"/>
                  </a:lnTo>
                  <a:lnTo>
                    <a:pt x="315301" y="293804"/>
                  </a:lnTo>
                  <a:lnTo>
                    <a:pt x="318168" y="299536"/>
                  </a:lnTo>
                  <a:lnTo>
                    <a:pt x="317690" y="301447"/>
                  </a:lnTo>
                  <a:lnTo>
                    <a:pt x="313868" y="301925"/>
                  </a:lnTo>
                  <a:lnTo>
                    <a:pt x="312435" y="301447"/>
                  </a:lnTo>
                  <a:lnTo>
                    <a:pt x="310524" y="300970"/>
                  </a:lnTo>
                  <a:lnTo>
                    <a:pt x="309091" y="299536"/>
                  </a:lnTo>
                  <a:lnTo>
                    <a:pt x="304791" y="293326"/>
                  </a:lnTo>
                  <a:lnTo>
                    <a:pt x="303836" y="290937"/>
                  </a:lnTo>
                  <a:lnTo>
                    <a:pt x="304313" y="289026"/>
                  </a:lnTo>
                  <a:lnTo>
                    <a:pt x="303836" y="288071"/>
                  </a:lnTo>
                  <a:lnTo>
                    <a:pt x="302880" y="289026"/>
                  </a:lnTo>
                  <a:lnTo>
                    <a:pt x="301447" y="289026"/>
                  </a:lnTo>
                  <a:lnTo>
                    <a:pt x="300014" y="288071"/>
                  </a:lnTo>
                  <a:lnTo>
                    <a:pt x="299536" y="287593"/>
                  </a:lnTo>
                  <a:lnTo>
                    <a:pt x="302880" y="284249"/>
                  </a:lnTo>
                  <a:lnTo>
                    <a:pt x="302880" y="282816"/>
                  </a:lnTo>
                  <a:lnTo>
                    <a:pt x="301447" y="281860"/>
                  </a:lnTo>
                  <a:lnTo>
                    <a:pt x="299059" y="281383"/>
                  </a:lnTo>
                  <a:lnTo>
                    <a:pt x="298581" y="280427"/>
                  </a:lnTo>
                  <a:lnTo>
                    <a:pt x="299536" y="279472"/>
                  </a:lnTo>
                  <a:lnTo>
                    <a:pt x="302403" y="277561"/>
                  </a:lnTo>
                  <a:lnTo>
                    <a:pt x="303358" y="276128"/>
                  </a:lnTo>
                  <a:lnTo>
                    <a:pt x="301925" y="275172"/>
                  </a:lnTo>
                  <a:lnTo>
                    <a:pt x="300492" y="275172"/>
                  </a:lnTo>
                  <a:lnTo>
                    <a:pt x="298581" y="277561"/>
                  </a:lnTo>
                  <a:lnTo>
                    <a:pt x="295714" y="281383"/>
                  </a:lnTo>
                  <a:lnTo>
                    <a:pt x="293804" y="283294"/>
                  </a:lnTo>
                  <a:lnTo>
                    <a:pt x="290459" y="281383"/>
                  </a:lnTo>
                  <a:lnTo>
                    <a:pt x="288548" y="280427"/>
                  </a:lnTo>
                  <a:lnTo>
                    <a:pt x="287593" y="280905"/>
                  </a:lnTo>
                  <a:lnTo>
                    <a:pt x="285682" y="284249"/>
                  </a:lnTo>
                  <a:lnTo>
                    <a:pt x="280905" y="286638"/>
                  </a:lnTo>
                  <a:lnTo>
                    <a:pt x="273261" y="292370"/>
                  </a:lnTo>
                  <a:lnTo>
                    <a:pt x="269917" y="294281"/>
                  </a:lnTo>
                  <a:lnTo>
                    <a:pt x="266573" y="293804"/>
                  </a:lnTo>
                  <a:lnTo>
                    <a:pt x="265617" y="292848"/>
                  </a:lnTo>
                  <a:lnTo>
                    <a:pt x="265617" y="290937"/>
                  </a:lnTo>
                  <a:lnTo>
                    <a:pt x="266095" y="289026"/>
                  </a:lnTo>
                  <a:lnTo>
                    <a:pt x="266573" y="288071"/>
                  </a:lnTo>
                  <a:lnTo>
                    <a:pt x="266573" y="286160"/>
                  </a:lnTo>
                  <a:lnTo>
                    <a:pt x="266095" y="279949"/>
                  </a:lnTo>
                  <a:lnTo>
                    <a:pt x="267051" y="278038"/>
                  </a:lnTo>
                  <a:lnTo>
                    <a:pt x="268006" y="277083"/>
                  </a:lnTo>
                  <a:lnTo>
                    <a:pt x="270395" y="276128"/>
                  </a:lnTo>
                  <a:lnTo>
                    <a:pt x="276128" y="277083"/>
                  </a:lnTo>
                  <a:lnTo>
                    <a:pt x="278994" y="277083"/>
                  </a:lnTo>
                  <a:lnTo>
                    <a:pt x="280905" y="275650"/>
                  </a:lnTo>
                  <a:lnTo>
                    <a:pt x="282816" y="273261"/>
                  </a:lnTo>
                  <a:lnTo>
                    <a:pt x="284727" y="270395"/>
                  </a:lnTo>
                  <a:lnTo>
                    <a:pt x="285204" y="267529"/>
                  </a:lnTo>
                  <a:lnTo>
                    <a:pt x="282816" y="263229"/>
                  </a:lnTo>
                  <a:lnTo>
                    <a:pt x="282338" y="262273"/>
                  </a:lnTo>
                  <a:lnTo>
                    <a:pt x="277083" y="258929"/>
                  </a:lnTo>
                  <a:lnTo>
                    <a:pt x="274217" y="257496"/>
                  </a:lnTo>
                  <a:lnTo>
                    <a:pt x="271828" y="257018"/>
                  </a:lnTo>
                  <a:lnTo>
                    <a:pt x="269917" y="256063"/>
                  </a:lnTo>
                  <a:lnTo>
                    <a:pt x="268962" y="254630"/>
                  </a:lnTo>
                  <a:lnTo>
                    <a:pt x="267528" y="252241"/>
                  </a:lnTo>
                  <a:lnTo>
                    <a:pt x="267528" y="250330"/>
                  </a:lnTo>
                  <a:lnTo>
                    <a:pt x="267528" y="248419"/>
                  </a:lnTo>
                  <a:lnTo>
                    <a:pt x="268962" y="246508"/>
                  </a:lnTo>
                  <a:lnTo>
                    <a:pt x="273261" y="245075"/>
                  </a:lnTo>
                  <a:lnTo>
                    <a:pt x="273261" y="244597"/>
                  </a:lnTo>
                  <a:lnTo>
                    <a:pt x="269439" y="243164"/>
                  </a:lnTo>
                  <a:lnTo>
                    <a:pt x="268006" y="243164"/>
                  </a:lnTo>
                  <a:lnTo>
                    <a:pt x="266095" y="244597"/>
                  </a:lnTo>
                  <a:lnTo>
                    <a:pt x="264184" y="248419"/>
                  </a:lnTo>
                  <a:lnTo>
                    <a:pt x="263229" y="249375"/>
                  </a:lnTo>
                  <a:lnTo>
                    <a:pt x="259885" y="246986"/>
                  </a:lnTo>
                  <a:lnTo>
                    <a:pt x="257974" y="246986"/>
                  </a:lnTo>
                  <a:lnTo>
                    <a:pt x="256540" y="246031"/>
                  </a:lnTo>
                  <a:lnTo>
                    <a:pt x="255585" y="245075"/>
                  </a:lnTo>
                  <a:lnTo>
                    <a:pt x="256063" y="244120"/>
                  </a:lnTo>
                  <a:lnTo>
                    <a:pt x="257974" y="243164"/>
                  </a:lnTo>
                  <a:lnTo>
                    <a:pt x="260840" y="240298"/>
                  </a:lnTo>
                  <a:lnTo>
                    <a:pt x="260840" y="238387"/>
                  </a:lnTo>
                  <a:lnTo>
                    <a:pt x="258929" y="235998"/>
                  </a:lnTo>
                  <a:lnTo>
                    <a:pt x="257974" y="235521"/>
                  </a:lnTo>
                  <a:lnTo>
                    <a:pt x="253674" y="234565"/>
                  </a:lnTo>
                  <a:lnTo>
                    <a:pt x="248419" y="235521"/>
                  </a:lnTo>
                  <a:lnTo>
                    <a:pt x="246508" y="235043"/>
                  </a:lnTo>
                  <a:lnTo>
                    <a:pt x="245553" y="232176"/>
                  </a:lnTo>
                  <a:lnTo>
                    <a:pt x="245075" y="228355"/>
                  </a:lnTo>
                  <a:lnTo>
                    <a:pt x="244597" y="224533"/>
                  </a:lnTo>
                  <a:lnTo>
                    <a:pt x="243642" y="217367"/>
                  </a:lnTo>
                  <a:lnTo>
                    <a:pt x="242686" y="214023"/>
                  </a:lnTo>
                  <a:lnTo>
                    <a:pt x="241253" y="213545"/>
                  </a:lnTo>
                  <a:lnTo>
                    <a:pt x="235043" y="214978"/>
                  </a:lnTo>
                  <a:lnTo>
                    <a:pt x="233610" y="214978"/>
                  </a:lnTo>
                  <a:lnTo>
                    <a:pt x="232654" y="214500"/>
                  </a:lnTo>
                  <a:lnTo>
                    <a:pt x="228355" y="209723"/>
                  </a:lnTo>
                  <a:lnTo>
                    <a:pt x="226921" y="208290"/>
                  </a:lnTo>
                  <a:lnTo>
                    <a:pt x="225966" y="207812"/>
                  </a:lnTo>
                  <a:lnTo>
                    <a:pt x="223099" y="203035"/>
                  </a:lnTo>
                  <a:lnTo>
                    <a:pt x="221666" y="202080"/>
                  </a:lnTo>
                  <a:lnTo>
                    <a:pt x="220711" y="199213"/>
                  </a:lnTo>
                  <a:lnTo>
                    <a:pt x="218800" y="195391"/>
                  </a:lnTo>
                  <a:lnTo>
                    <a:pt x="217367" y="194436"/>
                  </a:lnTo>
                  <a:lnTo>
                    <a:pt x="215456" y="195869"/>
                  </a:lnTo>
                  <a:lnTo>
                    <a:pt x="213545" y="197780"/>
                  </a:lnTo>
                  <a:lnTo>
                    <a:pt x="211634" y="200646"/>
                  </a:lnTo>
                  <a:lnTo>
                    <a:pt x="210679" y="203513"/>
                  </a:lnTo>
                  <a:lnTo>
                    <a:pt x="210679" y="205424"/>
                  </a:lnTo>
                  <a:lnTo>
                    <a:pt x="211634" y="206857"/>
                  </a:lnTo>
                  <a:lnTo>
                    <a:pt x="218322" y="209245"/>
                  </a:lnTo>
                  <a:lnTo>
                    <a:pt x="219756" y="211156"/>
                  </a:lnTo>
                  <a:lnTo>
                    <a:pt x="221189" y="214023"/>
                  </a:lnTo>
                  <a:lnTo>
                    <a:pt x="222144" y="217367"/>
                  </a:lnTo>
                  <a:lnTo>
                    <a:pt x="223099" y="221189"/>
                  </a:lnTo>
                  <a:lnTo>
                    <a:pt x="223099" y="224055"/>
                  </a:lnTo>
                  <a:lnTo>
                    <a:pt x="222144" y="225966"/>
                  </a:lnTo>
                  <a:lnTo>
                    <a:pt x="220711" y="227877"/>
                  </a:lnTo>
                  <a:lnTo>
                    <a:pt x="216889" y="230743"/>
                  </a:lnTo>
                  <a:lnTo>
                    <a:pt x="212590" y="232176"/>
                  </a:lnTo>
                  <a:lnTo>
                    <a:pt x="208290" y="232654"/>
                  </a:lnTo>
                  <a:lnTo>
                    <a:pt x="206379" y="232176"/>
                  </a:lnTo>
                  <a:lnTo>
                    <a:pt x="195391" y="226921"/>
                  </a:lnTo>
                  <a:lnTo>
                    <a:pt x="193480" y="226921"/>
                  </a:lnTo>
                  <a:lnTo>
                    <a:pt x="191092" y="225966"/>
                  </a:lnTo>
                  <a:lnTo>
                    <a:pt x="185359" y="224055"/>
                  </a:lnTo>
                  <a:lnTo>
                    <a:pt x="182492" y="223577"/>
                  </a:lnTo>
                  <a:lnTo>
                    <a:pt x="176760" y="222144"/>
                  </a:lnTo>
                  <a:lnTo>
                    <a:pt x="167683" y="220711"/>
                  </a:lnTo>
                  <a:lnTo>
                    <a:pt x="165772" y="221666"/>
                  </a:lnTo>
                  <a:lnTo>
                    <a:pt x="168161" y="224055"/>
                  </a:lnTo>
                  <a:lnTo>
                    <a:pt x="170549" y="225488"/>
                  </a:lnTo>
                  <a:lnTo>
                    <a:pt x="172460" y="225488"/>
                  </a:lnTo>
                  <a:lnTo>
                    <a:pt x="174849" y="227877"/>
                  </a:lnTo>
                  <a:lnTo>
                    <a:pt x="178193" y="232176"/>
                  </a:lnTo>
                  <a:lnTo>
                    <a:pt x="180104" y="234565"/>
                  </a:lnTo>
                  <a:lnTo>
                    <a:pt x="182015" y="237909"/>
                  </a:lnTo>
                  <a:lnTo>
                    <a:pt x="182015" y="238865"/>
                  </a:lnTo>
                  <a:lnTo>
                    <a:pt x="180582" y="240776"/>
                  </a:lnTo>
                  <a:lnTo>
                    <a:pt x="167683" y="229788"/>
                  </a:lnTo>
                  <a:lnTo>
                    <a:pt x="160039" y="233610"/>
                  </a:lnTo>
                  <a:lnTo>
                    <a:pt x="156217" y="235043"/>
                  </a:lnTo>
                  <a:lnTo>
                    <a:pt x="153351" y="235521"/>
                  </a:lnTo>
                  <a:lnTo>
                    <a:pt x="149529" y="234087"/>
                  </a:lnTo>
                  <a:lnTo>
                    <a:pt x="140452" y="228355"/>
                  </a:lnTo>
                  <a:lnTo>
                    <a:pt x="137586" y="226444"/>
                  </a:lnTo>
                  <a:lnTo>
                    <a:pt x="136153" y="226444"/>
                  </a:lnTo>
                  <a:lnTo>
                    <a:pt x="128509" y="228832"/>
                  </a:lnTo>
                  <a:lnTo>
                    <a:pt x="122299" y="228832"/>
                  </a:lnTo>
                  <a:lnTo>
                    <a:pt x="108922" y="226444"/>
                  </a:lnTo>
                  <a:lnTo>
                    <a:pt x="104145" y="225010"/>
                  </a:lnTo>
                  <a:lnTo>
                    <a:pt x="102712" y="223577"/>
                  </a:lnTo>
                  <a:lnTo>
                    <a:pt x="101278" y="222622"/>
                  </a:lnTo>
                  <a:lnTo>
                    <a:pt x="98412" y="222622"/>
                  </a:lnTo>
                  <a:lnTo>
                    <a:pt x="90769" y="220711"/>
                  </a:lnTo>
                  <a:lnTo>
                    <a:pt x="84080" y="225010"/>
                  </a:lnTo>
                  <a:lnTo>
                    <a:pt x="75959" y="221189"/>
                  </a:lnTo>
                  <a:lnTo>
                    <a:pt x="73093" y="218800"/>
                  </a:lnTo>
                  <a:lnTo>
                    <a:pt x="72615" y="217367"/>
                  </a:lnTo>
                  <a:lnTo>
                    <a:pt x="70226" y="211156"/>
                  </a:lnTo>
                  <a:lnTo>
                    <a:pt x="69748" y="207812"/>
                  </a:lnTo>
                  <a:lnTo>
                    <a:pt x="70226" y="204946"/>
                  </a:lnTo>
                  <a:lnTo>
                    <a:pt x="71182" y="203035"/>
                  </a:lnTo>
                  <a:lnTo>
                    <a:pt x="71659" y="201602"/>
                  </a:lnTo>
                  <a:lnTo>
                    <a:pt x="67360" y="205424"/>
                  </a:lnTo>
                  <a:lnTo>
                    <a:pt x="65449" y="205901"/>
                  </a:lnTo>
                  <a:lnTo>
                    <a:pt x="63538" y="205901"/>
                  </a:lnTo>
                  <a:lnTo>
                    <a:pt x="57328" y="204468"/>
                  </a:lnTo>
                  <a:lnTo>
                    <a:pt x="56372" y="205424"/>
                  </a:lnTo>
                  <a:lnTo>
                    <a:pt x="56850" y="206379"/>
                  </a:lnTo>
                  <a:lnTo>
                    <a:pt x="58283" y="208290"/>
                  </a:lnTo>
                  <a:lnTo>
                    <a:pt x="58761" y="209245"/>
                  </a:lnTo>
                  <a:lnTo>
                    <a:pt x="54939" y="210201"/>
                  </a:lnTo>
                  <a:lnTo>
                    <a:pt x="49684" y="209245"/>
                  </a:lnTo>
                  <a:lnTo>
                    <a:pt x="47773" y="209723"/>
                  </a:lnTo>
                  <a:lnTo>
                    <a:pt x="46340" y="210201"/>
                  </a:lnTo>
                  <a:lnTo>
                    <a:pt x="43951" y="213067"/>
                  </a:lnTo>
                  <a:lnTo>
                    <a:pt x="42996" y="213545"/>
                  </a:lnTo>
                  <a:lnTo>
                    <a:pt x="42040" y="213545"/>
                  </a:lnTo>
                  <a:lnTo>
                    <a:pt x="36307" y="206857"/>
                  </a:lnTo>
                  <a:lnTo>
                    <a:pt x="32008" y="203035"/>
                  </a:lnTo>
                  <a:lnTo>
                    <a:pt x="26753" y="201602"/>
                  </a:lnTo>
                  <a:lnTo>
                    <a:pt x="24364" y="200169"/>
                  </a:lnTo>
                  <a:lnTo>
                    <a:pt x="22931" y="198735"/>
                  </a:lnTo>
                  <a:lnTo>
                    <a:pt x="15765" y="185837"/>
                  </a:lnTo>
                  <a:lnTo>
                    <a:pt x="14809" y="182970"/>
                  </a:lnTo>
                  <a:lnTo>
                    <a:pt x="12898" y="172460"/>
                  </a:lnTo>
                  <a:lnTo>
                    <a:pt x="11943" y="170549"/>
                  </a:lnTo>
                  <a:lnTo>
                    <a:pt x="10988" y="169116"/>
                  </a:lnTo>
                  <a:lnTo>
                    <a:pt x="12898" y="168638"/>
                  </a:lnTo>
                  <a:lnTo>
                    <a:pt x="19587" y="170072"/>
                  </a:lnTo>
                  <a:lnTo>
                    <a:pt x="26275" y="169594"/>
                  </a:lnTo>
                  <a:lnTo>
                    <a:pt x="29619" y="170549"/>
                  </a:lnTo>
                  <a:lnTo>
                    <a:pt x="33919" y="173416"/>
                  </a:lnTo>
                  <a:lnTo>
                    <a:pt x="39174" y="174849"/>
                  </a:lnTo>
                  <a:lnTo>
                    <a:pt x="42996" y="175327"/>
                  </a:lnTo>
                  <a:lnTo>
                    <a:pt x="49206" y="174849"/>
                  </a:lnTo>
                  <a:lnTo>
                    <a:pt x="56372" y="172938"/>
                  </a:lnTo>
                  <a:lnTo>
                    <a:pt x="56850" y="171505"/>
                  </a:lnTo>
                  <a:lnTo>
                    <a:pt x="52550" y="169594"/>
                  </a:lnTo>
                  <a:lnTo>
                    <a:pt x="48251" y="166250"/>
                  </a:lnTo>
                  <a:lnTo>
                    <a:pt x="44906" y="162428"/>
                  </a:lnTo>
                  <a:lnTo>
                    <a:pt x="42518" y="160517"/>
                  </a:lnTo>
                  <a:lnTo>
                    <a:pt x="38696" y="159562"/>
                  </a:lnTo>
                  <a:lnTo>
                    <a:pt x="28186" y="158606"/>
                  </a:lnTo>
                  <a:lnTo>
                    <a:pt x="18631" y="156217"/>
                  </a:lnTo>
                  <a:lnTo>
                    <a:pt x="11943" y="152396"/>
                  </a:lnTo>
                  <a:lnTo>
                    <a:pt x="6210" y="148574"/>
                  </a:lnTo>
                  <a:lnTo>
                    <a:pt x="4299" y="146185"/>
                  </a:lnTo>
                  <a:lnTo>
                    <a:pt x="3344" y="144274"/>
                  </a:lnTo>
                  <a:lnTo>
                    <a:pt x="2389" y="139019"/>
                  </a:lnTo>
                  <a:lnTo>
                    <a:pt x="1433" y="129942"/>
                  </a:lnTo>
                  <a:lnTo>
                    <a:pt x="955" y="123732"/>
                  </a:lnTo>
                  <a:lnTo>
                    <a:pt x="0" y="120865"/>
                  </a:lnTo>
                  <a:lnTo>
                    <a:pt x="0" y="117999"/>
                  </a:lnTo>
                  <a:lnTo>
                    <a:pt x="1433" y="112266"/>
                  </a:lnTo>
                  <a:lnTo>
                    <a:pt x="7166" y="105578"/>
                  </a:lnTo>
                  <a:lnTo>
                    <a:pt x="7166" y="104623"/>
                  </a:lnTo>
                  <a:lnTo>
                    <a:pt x="6210" y="104623"/>
                  </a:lnTo>
                  <a:lnTo>
                    <a:pt x="3822" y="102712"/>
                  </a:lnTo>
                  <a:lnTo>
                    <a:pt x="3344" y="100323"/>
                  </a:lnTo>
                  <a:lnTo>
                    <a:pt x="2866" y="96501"/>
                  </a:lnTo>
                  <a:lnTo>
                    <a:pt x="2866" y="93157"/>
                  </a:lnTo>
                  <a:lnTo>
                    <a:pt x="2866" y="90291"/>
                  </a:lnTo>
                  <a:lnTo>
                    <a:pt x="3822" y="86947"/>
                  </a:lnTo>
                  <a:lnTo>
                    <a:pt x="6210" y="81214"/>
                  </a:lnTo>
                  <a:lnTo>
                    <a:pt x="9555" y="73570"/>
                  </a:lnTo>
                  <a:lnTo>
                    <a:pt x="12898" y="66882"/>
                  </a:lnTo>
                  <a:lnTo>
                    <a:pt x="13854" y="64493"/>
                  </a:lnTo>
                  <a:lnTo>
                    <a:pt x="13854" y="58283"/>
                  </a:lnTo>
                  <a:lnTo>
                    <a:pt x="14332" y="53506"/>
                  </a:lnTo>
                  <a:lnTo>
                    <a:pt x="14809" y="50162"/>
                  </a:lnTo>
                  <a:lnTo>
                    <a:pt x="15765" y="47773"/>
                  </a:lnTo>
                  <a:lnTo>
                    <a:pt x="17676" y="42996"/>
                  </a:lnTo>
                  <a:lnTo>
                    <a:pt x="20542" y="38696"/>
                  </a:lnTo>
                  <a:lnTo>
                    <a:pt x="24842" y="34874"/>
                  </a:lnTo>
                  <a:lnTo>
                    <a:pt x="25320" y="33441"/>
                  </a:lnTo>
                  <a:lnTo>
                    <a:pt x="25320" y="31530"/>
                  </a:lnTo>
                  <a:lnTo>
                    <a:pt x="25797" y="30097"/>
                  </a:lnTo>
                  <a:lnTo>
                    <a:pt x="25797" y="29141"/>
                  </a:lnTo>
                  <a:lnTo>
                    <a:pt x="36785" y="16721"/>
                  </a:lnTo>
                  <a:lnTo>
                    <a:pt x="41562" y="11943"/>
                  </a:lnTo>
                  <a:lnTo>
                    <a:pt x="45384" y="8599"/>
                  </a:lnTo>
                  <a:lnTo>
                    <a:pt x="50639" y="6210"/>
                  </a:lnTo>
                  <a:lnTo>
                    <a:pt x="64493" y="1433"/>
                  </a:lnTo>
                  <a:lnTo>
                    <a:pt x="71659" y="0"/>
                  </a:lnTo>
                  <a:lnTo>
                    <a:pt x="80736" y="478"/>
                  </a:lnTo>
                  <a:lnTo>
                    <a:pt x="97457" y="2866"/>
                  </a:lnTo>
                  <a:lnTo>
                    <a:pt x="99368" y="4777"/>
                  </a:lnTo>
                  <a:lnTo>
                    <a:pt x="99845" y="6210"/>
                  </a:lnTo>
                  <a:lnTo>
                    <a:pt x="100323" y="8599"/>
                  </a:lnTo>
                  <a:lnTo>
                    <a:pt x="99845" y="10510"/>
                  </a:lnTo>
                  <a:lnTo>
                    <a:pt x="95546" y="16243"/>
                  </a:lnTo>
                  <a:lnTo>
                    <a:pt x="89813" y="21498"/>
                  </a:lnTo>
                  <a:lnTo>
                    <a:pt x="85991" y="25320"/>
                  </a:lnTo>
                  <a:lnTo>
                    <a:pt x="79781" y="34874"/>
                  </a:lnTo>
                  <a:lnTo>
                    <a:pt x="77870" y="38218"/>
                  </a:lnTo>
                  <a:lnTo>
                    <a:pt x="70226" y="56850"/>
                  </a:lnTo>
                  <a:lnTo>
                    <a:pt x="68315" y="60194"/>
                  </a:lnTo>
                  <a:lnTo>
                    <a:pt x="67360" y="62582"/>
                  </a:lnTo>
                  <a:lnTo>
                    <a:pt x="66404" y="69271"/>
                  </a:lnTo>
                  <a:lnTo>
                    <a:pt x="66404" y="71659"/>
                  </a:lnTo>
                  <a:lnTo>
                    <a:pt x="67837" y="75481"/>
                  </a:lnTo>
                  <a:lnTo>
                    <a:pt x="72137" y="83603"/>
                  </a:lnTo>
                  <a:lnTo>
                    <a:pt x="73093" y="87424"/>
                  </a:lnTo>
                  <a:lnTo>
                    <a:pt x="73093" y="91246"/>
                  </a:lnTo>
                  <a:lnTo>
                    <a:pt x="72615" y="99368"/>
                  </a:lnTo>
                  <a:lnTo>
                    <a:pt x="72615" y="103667"/>
                  </a:lnTo>
                  <a:lnTo>
                    <a:pt x="73093" y="107967"/>
                  </a:lnTo>
                  <a:lnTo>
                    <a:pt x="73570" y="113700"/>
                  </a:lnTo>
                  <a:lnTo>
                    <a:pt x="75481" y="120865"/>
                  </a:lnTo>
                  <a:lnTo>
                    <a:pt x="78825" y="128509"/>
                  </a:lnTo>
                  <a:lnTo>
                    <a:pt x="84558" y="136153"/>
                  </a:lnTo>
                  <a:lnTo>
                    <a:pt x="88858" y="140930"/>
                  </a:lnTo>
                  <a:lnTo>
                    <a:pt x="93157" y="144752"/>
                  </a:lnTo>
                  <a:lnTo>
                    <a:pt x="97935" y="150007"/>
                  </a:lnTo>
                  <a:lnTo>
                    <a:pt x="98890" y="152396"/>
                  </a:lnTo>
                  <a:lnTo>
                    <a:pt x="96979" y="155262"/>
                  </a:lnTo>
                  <a:lnTo>
                    <a:pt x="91246" y="159562"/>
                  </a:lnTo>
                  <a:lnTo>
                    <a:pt x="84558" y="161473"/>
                  </a:lnTo>
                  <a:lnTo>
                    <a:pt x="80736" y="163383"/>
                  </a:lnTo>
                  <a:lnTo>
                    <a:pt x="75959" y="167205"/>
                  </a:lnTo>
                  <a:lnTo>
                    <a:pt x="70226" y="170072"/>
                  </a:lnTo>
                  <a:lnTo>
                    <a:pt x="67837" y="17150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7" name="Freeform 3626">
              <a:extLst>
                <a:ext uri="{FF2B5EF4-FFF2-40B4-BE49-F238E27FC236}">
                  <a16:creationId xmlns:a16="http://schemas.microsoft.com/office/drawing/2014/main" id="{7241B501-B382-C83C-E6C5-745AE1465F62}"/>
                </a:ext>
              </a:extLst>
            </p:cNvPr>
            <p:cNvSpPr/>
            <p:nvPr/>
          </p:nvSpPr>
          <p:spPr>
            <a:xfrm>
              <a:off x="4280150" y="2711234"/>
              <a:ext cx="94590" cy="64015"/>
            </a:xfrm>
            <a:custGeom>
              <a:avLst/>
              <a:gdLst>
                <a:gd name="csX0" fmla="*/ 26275 w 94590"/>
                <a:gd name="csY0" fmla="*/ 7166 h 64015"/>
                <a:gd name="csX1" fmla="*/ 29619 w 94590"/>
                <a:gd name="csY1" fmla="*/ 8121 h 64015"/>
                <a:gd name="csX2" fmla="*/ 51117 w 94590"/>
                <a:gd name="csY2" fmla="*/ 6688 h 64015"/>
                <a:gd name="csX3" fmla="*/ 55416 w 94590"/>
                <a:gd name="csY3" fmla="*/ 7644 h 64015"/>
                <a:gd name="csX4" fmla="*/ 69271 w 94590"/>
                <a:gd name="csY4" fmla="*/ 14810 h 64015"/>
                <a:gd name="csX5" fmla="*/ 72615 w 94590"/>
                <a:gd name="csY5" fmla="*/ 17198 h 64015"/>
                <a:gd name="csX6" fmla="*/ 74048 w 94590"/>
                <a:gd name="csY6" fmla="*/ 20542 h 64015"/>
                <a:gd name="csX7" fmla="*/ 75959 w 94590"/>
                <a:gd name="csY7" fmla="*/ 25320 h 64015"/>
                <a:gd name="csX8" fmla="*/ 76437 w 94590"/>
                <a:gd name="csY8" fmla="*/ 26275 h 64015"/>
                <a:gd name="csX9" fmla="*/ 81214 w 94590"/>
                <a:gd name="csY9" fmla="*/ 29142 h 64015"/>
                <a:gd name="csX10" fmla="*/ 83603 w 94590"/>
                <a:gd name="csY10" fmla="*/ 32963 h 64015"/>
                <a:gd name="csX11" fmla="*/ 84080 w 94590"/>
                <a:gd name="csY11" fmla="*/ 34874 h 64015"/>
                <a:gd name="csX12" fmla="*/ 85036 w 94590"/>
                <a:gd name="csY12" fmla="*/ 38696 h 64015"/>
                <a:gd name="csX13" fmla="*/ 87424 w 94590"/>
                <a:gd name="csY13" fmla="*/ 41085 h 64015"/>
                <a:gd name="csX14" fmla="*/ 89813 w 94590"/>
                <a:gd name="csY14" fmla="*/ 42518 h 64015"/>
                <a:gd name="csX15" fmla="*/ 90769 w 94590"/>
                <a:gd name="csY15" fmla="*/ 43951 h 64015"/>
                <a:gd name="csX16" fmla="*/ 90291 w 94590"/>
                <a:gd name="csY16" fmla="*/ 48728 h 64015"/>
                <a:gd name="csX17" fmla="*/ 91246 w 94590"/>
                <a:gd name="csY17" fmla="*/ 51595 h 64015"/>
                <a:gd name="csX18" fmla="*/ 93635 w 94590"/>
                <a:gd name="csY18" fmla="*/ 54461 h 64015"/>
                <a:gd name="csX19" fmla="*/ 94590 w 94590"/>
                <a:gd name="csY19" fmla="*/ 56372 h 64015"/>
                <a:gd name="csX20" fmla="*/ 92679 w 94590"/>
                <a:gd name="csY20" fmla="*/ 58283 h 64015"/>
                <a:gd name="csX21" fmla="*/ 88380 w 94590"/>
                <a:gd name="csY21" fmla="*/ 59716 h 64015"/>
                <a:gd name="csX22" fmla="*/ 76437 w 94590"/>
                <a:gd name="csY22" fmla="*/ 58283 h 64015"/>
                <a:gd name="csX23" fmla="*/ 60194 w 94590"/>
                <a:gd name="csY23" fmla="*/ 55417 h 64015"/>
                <a:gd name="csX24" fmla="*/ 50639 w 94590"/>
                <a:gd name="csY24" fmla="*/ 56372 h 64015"/>
                <a:gd name="csX25" fmla="*/ 45862 w 94590"/>
                <a:gd name="csY25" fmla="*/ 57805 h 64015"/>
                <a:gd name="csX26" fmla="*/ 34396 w 94590"/>
                <a:gd name="csY26" fmla="*/ 63060 h 64015"/>
                <a:gd name="csX27" fmla="*/ 30575 w 94590"/>
                <a:gd name="csY27" fmla="*/ 64016 h 64015"/>
                <a:gd name="csX28" fmla="*/ 27230 w 94590"/>
                <a:gd name="csY28" fmla="*/ 64016 h 64015"/>
                <a:gd name="csX29" fmla="*/ 20542 w 94590"/>
                <a:gd name="csY29" fmla="*/ 59716 h 64015"/>
                <a:gd name="csX30" fmla="*/ 18154 w 94590"/>
                <a:gd name="csY30" fmla="*/ 57328 h 64015"/>
                <a:gd name="csX31" fmla="*/ 17676 w 94590"/>
                <a:gd name="csY31" fmla="*/ 55417 h 64015"/>
                <a:gd name="csX32" fmla="*/ 16243 w 94590"/>
                <a:gd name="csY32" fmla="*/ 50162 h 64015"/>
                <a:gd name="csX33" fmla="*/ 14809 w 94590"/>
                <a:gd name="csY33" fmla="*/ 43951 h 64015"/>
                <a:gd name="csX34" fmla="*/ 14332 w 94590"/>
                <a:gd name="csY34" fmla="*/ 38696 h 64015"/>
                <a:gd name="csX35" fmla="*/ 13376 w 94590"/>
                <a:gd name="csY35" fmla="*/ 34874 h 64015"/>
                <a:gd name="csX36" fmla="*/ 11465 w 94590"/>
                <a:gd name="csY36" fmla="*/ 33441 h 64015"/>
                <a:gd name="csX37" fmla="*/ 4777 w 94590"/>
                <a:gd name="csY37" fmla="*/ 32008 h 64015"/>
                <a:gd name="csX38" fmla="*/ 2866 w 94590"/>
                <a:gd name="csY38" fmla="*/ 29619 h 64015"/>
                <a:gd name="csX39" fmla="*/ 1911 w 94590"/>
                <a:gd name="csY39" fmla="*/ 27708 h 64015"/>
                <a:gd name="csX40" fmla="*/ 955 w 94590"/>
                <a:gd name="csY40" fmla="*/ 24842 h 64015"/>
                <a:gd name="csX41" fmla="*/ 955 w 94590"/>
                <a:gd name="csY41" fmla="*/ 21976 h 64015"/>
                <a:gd name="csX42" fmla="*/ 1433 w 94590"/>
                <a:gd name="csY42" fmla="*/ 19109 h 64015"/>
                <a:gd name="csX43" fmla="*/ 1911 w 94590"/>
                <a:gd name="csY43" fmla="*/ 18631 h 64015"/>
                <a:gd name="csX44" fmla="*/ 2389 w 94590"/>
                <a:gd name="csY44" fmla="*/ 18154 h 64015"/>
                <a:gd name="csX45" fmla="*/ 478 w 94590"/>
                <a:gd name="csY45" fmla="*/ 14810 h 64015"/>
                <a:gd name="csX46" fmla="*/ 0 w 94590"/>
                <a:gd name="csY46" fmla="*/ 11465 h 64015"/>
                <a:gd name="csX47" fmla="*/ 0 w 94590"/>
                <a:gd name="csY47" fmla="*/ 6211 h 64015"/>
                <a:gd name="csX48" fmla="*/ 478 w 94590"/>
                <a:gd name="csY48" fmla="*/ 2866 h 64015"/>
                <a:gd name="csX49" fmla="*/ 955 w 94590"/>
                <a:gd name="csY49" fmla="*/ 1433 h 64015"/>
                <a:gd name="csX50" fmla="*/ 1911 w 94590"/>
                <a:gd name="csY50" fmla="*/ 478 h 64015"/>
                <a:gd name="csX51" fmla="*/ 4777 w 94590"/>
                <a:gd name="csY51" fmla="*/ 0 h 64015"/>
                <a:gd name="csX52" fmla="*/ 9077 w 94590"/>
                <a:gd name="csY52" fmla="*/ 0 h 64015"/>
                <a:gd name="csX53" fmla="*/ 14809 w 94590"/>
                <a:gd name="csY53" fmla="*/ 3822 h 64015"/>
                <a:gd name="csX54" fmla="*/ 19109 w 94590"/>
                <a:gd name="csY54" fmla="*/ 4300 h 64015"/>
                <a:gd name="csX55" fmla="*/ 26275 w 94590"/>
                <a:gd name="csY55" fmla="*/ 7166 h 640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</a:cxnLst>
              <a:rect l="l" t="t" r="r" b="b"/>
              <a:pathLst>
                <a:path w="94590" h="64015">
                  <a:moveTo>
                    <a:pt x="26275" y="7166"/>
                  </a:moveTo>
                  <a:lnTo>
                    <a:pt x="29619" y="8121"/>
                  </a:lnTo>
                  <a:lnTo>
                    <a:pt x="51117" y="6688"/>
                  </a:lnTo>
                  <a:lnTo>
                    <a:pt x="55416" y="7644"/>
                  </a:lnTo>
                  <a:lnTo>
                    <a:pt x="69271" y="14810"/>
                  </a:lnTo>
                  <a:lnTo>
                    <a:pt x="72615" y="17198"/>
                  </a:lnTo>
                  <a:lnTo>
                    <a:pt x="74048" y="20542"/>
                  </a:lnTo>
                  <a:lnTo>
                    <a:pt x="75959" y="25320"/>
                  </a:lnTo>
                  <a:lnTo>
                    <a:pt x="76437" y="26275"/>
                  </a:lnTo>
                  <a:lnTo>
                    <a:pt x="81214" y="29142"/>
                  </a:lnTo>
                  <a:lnTo>
                    <a:pt x="83603" y="32963"/>
                  </a:lnTo>
                  <a:lnTo>
                    <a:pt x="84080" y="34874"/>
                  </a:lnTo>
                  <a:lnTo>
                    <a:pt x="85036" y="38696"/>
                  </a:lnTo>
                  <a:lnTo>
                    <a:pt x="87424" y="41085"/>
                  </a:lnTo>
                  <a:lnTo>
                    <a:pt x="89813" y="42518"/>
                  </a:lnTo>
                  <a:lnTo>
                    <a:pt x="90769" y="43951"/>
                  </a:lnTo>
                  <a:lnTo>
                    <a:pt x="90291" y="48728"/>
                  </a:lnTo>
                  <a:lnTo>
                    <a:pt x="91246" y="51595"/>
                  </a:lnTo>
                  <a:lnTo>
                    <a:pt x="93635" y="54461"/>
                  </a:lnTo>
                  <a:lnTo>
                    <a:pt x="94590" y="56372"/>
                  </a:lnTo>
                  <a:lnTo>
                    <a:pt x="92679" y="58283"/>
                  </a:lnTo>
                  <a:lnTo>
                    <a:pt x="88380" y="59716"/>
                  </a:lnTo>
                  <a:lnTo>
                    <a:pt x="76437" y="58283"/>
                  </a:lnTo>
                  <a:lnTo>
                    <a:pt x="60194" y="55417"/>
                  </a:lnTo>
                  <a:lnTo>
                    <a:pt x="50639" y="56372"/>
                  </a:lnTo>
                  <a:lnTo>
                    <a:pt x="45862" y="57805"/>
                  </a:lnTo>
                  <a:lnTo>
                    <a:pt x="34396" y="63060"/>
                  </a:lnTo>
                  <a:lnTo>
                    <a:pt x="30575" y="64016"/>
                  </a:lnTo>
                  <a:lnTo>
                    <a:pt x="27230" y="64016"/>
                  </a:lnTo>
                  <a:lnTo>
                    <a:pt x="20542" y="59716"/>
                  </a:lnTo>
                  <a:lnTo>
                    <a:pt x="18154" y="57328"/>
                  </a:lnTo>
                  <a:lnTo>
                    <a:pt x="17676" y="55417"/>
                  </a:lnTo>
                  <a:lnTo>
                    <a:pt x="16243" y="50162"/>
                  </a:lnTo>
                  <a:lnTo>
                    <a:pt x="14809" y="43951"/>
                  </a:lnTo>
                  <a:lnTo>
                    <a:pt x="14332" y="38696"/>
                  </a:lnTo>
                  <a:lnTo>
                    <a:pt x="13376" y="34874"/>
                  </a:lnTo>
                  <a:lnTo>
                    <a:pt x="11465" y="33441"/>
                  </a:lnTo>
                  <a:lnTo>
                    <a:pt x="4777" y="32008"/>
                  </a:lnTo>
                  <a:lnTo>
                    <a:pt x="2866" y="29619"/>
                  </a:lnTo>
                  <a:lnTo>
                    <a:pt x="1911" y="27708"/>
                  </a:lnTo>
                  <a:lnTo>
                    <a:pt x="955" y="24842"/>
                  </a:lnTo>
                  <a:lnTo>
                    <a:pt x="955" y="21976"/>
                  </a:lnTo>
                  <a:lnTo>
                    <a:pt x="1433" y="19109"/>
                  </a:lnTo>
                  <a:lnTo>
                    <a:pt x="1911" y="18631"/>
                  </a:lnTo>
                  <a:lnTo>
                    <a:pt x="2389" y="18154"/>
                  </a:lnTo>
                  <a:lnTo>
                    <a:pt x="478" y="14810"/>
                  </a:lnTo>
                  <a:lnTo>
                    <a:pt x="0" y="11465"/>
                  </a:lnTo>
                  <a:lnTo>
                    <a:pt x="0" y="6211"/>
                  </a:lnTo>
                  <a:lnTo>
                    <a:pt x="478" y="2866"/>
                  </a:lnTo>
                  <a:lnTo>
                    <a:pt x="955" y="1433"/>
                  </a:lnTo>
                  <a:lnTo>
                    <a:pt x="1911" y="478"/>
                  </a:lnTo>
                  <a:lnTo>
                    <a:pt x="4777" y="0"/>
                  </a:lnTo>
                  <a:lnTo>
                    <a:pt x="9077" y="0"/>
                  </a:lnTo>
                  <a:lnTo>
                    <a:pt x="14809" y="3822"/>
                  </a:lnTo>
                  <a:lnTo>
                    <a:pt x="19109" y="4300"/>
                  </a:lnTo>
                  <a:lnTo>
                    <a:pt x="26275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8" name="Freeform 3627">
              <a:extLst>
                <a:ext uri="{FF2B5EF4-FFF2-40B4-BE49-F238E27FC236}">
                  <a16:creationId xmlns:a16="http://schemas.microsoft.com/office/drawing/2014/main" id="{D38C4C06-10B4-39A1-BAFF-56F1EF97CDFF}"/>
                </a:ext>
              </a:extLst>
            </p:cNvPr>
            <p:cNvSpPr/>
            <p:nvPr/>
          </p:nvSpPr>
          <p:spPr>
            <a:xfrm>
              <a:off x="3762769" y="2711234"/>
              <a:ext cx="47772" cy="53983"/>
            </a:xfrm>
            <a:custGeom>
              <a:avLst/>
              <a:gdLst>
                <a:gd name="csX0" fmla="*/ 32963 w 47772"/>
                <a:gd name="csY0" fmla="*/ 53984 h 53983"/>
                <a:gd name="csX1" fmla="*/ 32008 w 47772"/>
                <a:gd name="csY1" fmla="*/ 53984 h 53983"/>
                <a:gd name="csX2" fmla="*/ 30097 w 47772"/>
                <a:gd name="csY2" fmla="*/ 52550 h 53983"/>
                <a:gd name="csX3" fmla="*/ 27230 w 47772"/>
                <a:gd name="csY3" fmla="*/ 49684 h 53983"/>
                <a:gd name="csX4" fmla="*/ 22931 w 47772"/>
                <a:gd name="csY4" fmla="*/ 42996 h 53983"/>
                <a:gd name="csX5" fmla="*/ 17676 w 47772"/>
                <a:gd name="csY5" fmla="*/ 36307 h 53983"/>
                <a:gd name="csX6" fmla="*/ 16721 w 47772"/>
                <a:gd name="csY6" fmla="*/ 32486 h 53983"/>
                <a:gd name="csX7" fmla="*/ 15287 w 47772"/>
                <a:gd name="csY7" fmla="*/ 29619 h 53983"/>
                <a:gd name="csX8" fmla="*/ 8599 w 47772"/>
                <a:gd name="csY8" fmla="*/ 22931 h 53983"/>
                <a:gd name="csX9" fmla="*/ 3822 w 47772"/>
                <a:gd name="csY9" fmla="*/ 20065 h 53983"/>
                <a:gd name="csX10" fmla="*/ 478 w 47772"/>
                <a:gd name="csY10" fmla="*/ 18631 h 53983"/>
                <a:gd name="csX11" fmla="*/ 0 w 47772"/>
                <a:gd name="csY11" fmla="*/ 16721 h 53983"/>
                <a:gd name="csX12" fmla="*/ 2389 w 47772"/>
                <a:gd name="csY12" fmla="*/ 10988 h 53983"/>
                <a:gd name="csX13" fmla="*/ 5255 w 47772"/>
                <a:gd name="csY13" fmla="*/ 6211 h 53983"/>
                <a:gd name="csX14" fmla="*/ 6688 w 47772"/>
                <a:gd name="csY14" fmla="*/ 4777 h 53983"/>
                <a:gd name="csX15" fmla="*/ 11943 w 47772"/>
                <a:gd name="csY15" fmla="*/ 3344 h 53983"/>
                <a:gd name="csX16" fmla="*/ 28664 w 47772"/>
                <a:gd name="csY16" fmla="*/ 0 h 53983"/>
                <a:gd name="csX17" fmla="*/ 32486 w 47772"/>
                <a:gd name="csY17" fmla="*/ 0 h 53983"/>
                <a:gd name="csX18" fmla="*/ 36307 w 47772"/>
                <a:gd name="csY18" fmla="*/ 1433 h 53983"/>
                <a:gd name="csX19" fmla="*/ 42040 w 47772"/>
                <a:gd name="csY19" fmla="*/ 7644 h 53983"/>
                <a:gd name="csX20" fmla="*/ 44429 w 47772"/>
                <a:gd name="csY20" fmla="*/ 8599 h 53983"/>
                <a:gd name="csX21" fmla="*/ 45862 w 47772"/>
                <a:gd name="csY21" fmla="*/ 10032 h 53983"/>
                <a:gd name="csX22" fmla="*/ 46817 w 47772"/>
                <a:gd name="csY22" fmla="*/ 12421 h 53983"/>
                <a:gd name="csX23" fmla="*/ 47295 w 47772"/>
                <a:gd name="csY23" fmla="*/ 14810 h 53983"/>
                <a:gd name="csX24" fmla="*/ 47773 w 47772"/>
                <a:gd name="csY24" fmla="*/ 19587 h 53983"/>
                <a:gd name="csX25" fmla="*/ 46817 w 47772"/>
                <a:gd name="csY25" fmla="*/ 26753 h 53983"/>
                <a:gd name="csX26" fmla="*/ 46340 w 47772"/>
                <a:gd name="csY26" fmla="*/ 29142 h 53983"/>
                <a:gd name="csX27" fmla="*/ 42996 w 47772"/>
                <a:gd name="csY27" fmla="*/ 38218 h 53983"/>
                <a:gd name="csX28" fmla="*/ 39174 w 47772"/>
                <a:gd name="csY28" fmla="*/ 43473 h 53983"/>
                <a:gd name="csX29" fmla="*/ 38696 w 47772"/>
                <a:gd name="csY29" fmla="*/ 46340 h 53983"/>
                <a:gd name="csX30" fmla="*/ 37263 w 47772"/>
                <a:gd name="csY30" fmla="*/ 48728 h 53983"/>
                <a:gd name="csX31" fmla="*/ 34874 w 47772"/>
                <a:gd name="csY31" fmla="*/ 52072 h 53983"/>
                <a:gd name="csX32" fmla="*/ 32963 w 47772"/>
                <a:gd name="csY32" fmla="*/ 53984 h 53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47772" h="53983">
                  <a:moveTo>
                    <a:pt x="32963" y="53984"/>
                  </a:moveTo>
                  <a:lnTo>
                    <a:pt x="32008" y="53984"/>
                  </a:lnTo>
                  <a:lnTo>
                    <a:pt x="30097" y="52550"/>
                  </a:lnTo>
                  <a:lnTo>
                    <a:pt x="27230" y="49684"/>
                  </a:lnTo>
                  <a:lnTo>
                    <a:pt x="22931" y="42996"/>
                  </a:lnTo>
                  <a:lnTo>
                    <a:pt x="17676" y="36307"/>
                  </a:lnTo>
                  <a:lnTo>
                    <a:pt x="16721" y="32486"/>
                  </a:lnTo>
                  <a:lnTo>
                    <a:pt x="15287" y="29619"/>
                  </a:lnTo>
                  <a:lnTo>
                    <a:pt x="8599" y="22931"/>
                  </a:lnTo>
                  <a:lnTo>
                    <a:pt x="3822" y="20065"/>
                  </a:lnTo>
                  <a:lnTo>
                    <a:pt x="478" y="18631"/>
                  </a:lnTo>
                  <a:lnTo>
                    <a:pt x="0" y="16721"/>
                  </a:lnTo>
                  <a:lnTo>
                    <a:pt x="2389" y="10988"/>
                  </a:lnTo>
                  <a:lnTo>
                    <a:pt x="5255" y="6211"/>
                  </a:lnTo>
                  <a:lnTo>
                    <a:pt x="6688" y="4777"/>
                  </a:lnTo>
                  <a:lnTo>
                    <a:pt x="11943" y="3344"/>
                  </a:lnTo>
                  <a:lnTo>
                    <a:pt x="28664" y="0"/>
                  </a:lnTo>
                  <a:lnTo>
                    <a:pt x="32486" y="0"/>
                  </a:lnTo>
                  <a:lnTo>
                    <a:pt x="36307" y="1433"/>
                  </a:lnTo>
                  <a:lnTo>
                    <a:pt x="42040" y="7644"/>
                  </a:lnTo>
                  <a:lnTo>
                    <a:pt x="44429" y="8599"/>
                  </a:lnTo>
                  <a:lnTo>
                    <a:pt x="45862" y="10032"/>
                  </a:lnTo>
                  <a:lnTo>
                    <a:pt x="46817" y="12421"/>
                  </a:lnTo>
                  <a:lnTo>
                    <a:pt x="47295" y="14810"/>
                  </a:lnTo>
                  <a:lnTo>
                    <a:pt x="47773" y="19587"/>
                  </a:lnTo>
                  <a:lnTo>
                    <a:pt x="46817" y="26753"/>
                  </a:lnTo>
                  <a:lnTo>
                    <a:pt x="46340" y="29142"/>
                  </a:lnTo>
                  <a:lnTo>
                    <a:pt x="42996" y="38218"/>
                  </a:lnTo>
                  <a:lnTo>
                    <a:pt x="39174" y="43473"/>
                  </a:lnTo>
                  <a:lnTo>
                    <a:pt x="38696" y="46340"/>
                  </a:lnTo>
                  <a:lnTo>
                    <a:pt x="37263" y="48728"/>
                  </a:lnTo>
                  <a:lnTo>
                    <a:pt x="34874" y="52072"/>
                  </a:lnTo>
                  <a:lnTo>
                    <a:pt x="32963" y="5398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9" name="Freeform 3628">
              <a:extLst>
                <a:ext uri="{FF2B5EF4-FFF2-40B4-BE49-F238E27FC236}">
                  <a16:creationId xmlns:a16="http://schemas.microsoft.com/office/drawing/2014/main" id="{249DB1FD-A02C-732A-E55D-35A5EF1910E9}"/>
                </a:ext>
              </a:extLst>
            </p:cNvPr>
            <p:cNvSpPr/>
            <p:nvPr/>
          </p:nvSpPr>
          <p:spPr>
            <a:xfrm>
              <a:off x="3523904" y="2736554"/>
              <a:ext cx="358774" cy="273738"/>
            </a:xfrm>
            <a:custGeom>
              <a:avLst/>
              <a:gdLst>
                <a:gd name="csX0" fmla="*/ 88858 w 358774"/>
                <a:gd name="csY0" fmla="*/ 48251 h 273738"/>
                <a:gd name="csX1" fmla="*/ 89813 w 358774"/>
                <a:gd name="csY1" fmla="*/ 49206 h 273738"/>
                <a:gd name="csX2" fmla="*/ 92202 w 358774"/>
                <a:gd name="csY2" fmla="*/ 48728 h 273738"/>
                <a:gd name="csX3" fmla="*/ 95546 w 358774"/>
                <a:gd name="csY3" fmla="*/ 46340 h 273738"/>
                <a:gd name="csX4" fmla="*/ 99845 w 358774"/>
                <a:gd name="csY4" fmla="*/ 44907 h 273738"/>
                <a:gd name="csX5" fmla="*/ 105100 w 358774"/>
                <a:gd name="csY5" fmla="*/ 43473 h 273738"/>
                <a:gd name="csX6" fmla="*/ 106534 w 358774"/>
                <a:gd name="csY6" fmla="*/ 45384 h 273738"/>
                <a:gd name="csX7" fmla="*/ 107489 w 358774"/>
                <a:gd name="csY7" fmla="*/ 44907 h 273738"/>
                <a:gd name="csX8" fmla="*/ 108922 w 358774"/>
                <a:gd name="csY8" fmla="*/ 42518 h 273738"/>
                <a:gd name="csX9" fmla="*/ 109400 w 358774"/>
                <a:gd name="csY9" fmla="*/ 40607 h 273738"/>
                <a:gd name="csX10" fmla="*/ 108922 w 358774"/>
                <a:gd name="csY10" fmla="*/ 38696 h 273738"/>
                <a:gd name="csX11" fmla="*/ 109400 w 358774"/>
                <a:gd name="csY11" fmla="*/ 34396 h 273738"/>
                <a:gd name="csX12" fmla="*/ 109878 w 358774"/>
                <a:gd name="csY12" fmla="*/ 32008 h 273738"/>
                <a:gd name="csX13" fmla="*/ 113222 w 358774"/>
                <a:gd name="csY13" fmla="*/ 26753 h 273738"/>
                <a:gd name="csX14" fmla="*/ 114655 w 358774"/>
                <a:gd name="csY14" fmla="*/ 24842 h 273738"/>
                <a:gd name="csX15" fmla="*/ 117521 w 358774"/>
                <a:gd name="csY15" fmla="*/ 23886 h 273738"/>
                <a:gd name="csX16" fmla="*/ 123732 w 358774"/>
                <a:gd name="csY16" fmla="*/ 24364 h 273738"/>
                <a:gd name="csX17" fmla="*/ 129942 w 358774"/>
                <a:gd name="csY17" fmla="*/ 27230 h 273738"/>
                <a:gd name="csX18" fmla="*/ 137586 w 358774"/>
                <a:gd name="csY18" fmla="*/ 30575 h 273738"/>
                <a:gd name="csX19" fmla="*/ 149529 w 358774"/>
                <a:gd name="csY19" fmla="*/ 37741 h 273738"/>
                <a:gd name="csX20" fmla="*/ 153351 w 358774"/>
                <a:gd name="csY20" fmla="*/ 41085 h 273738"/>
                <a:gd name="csX21" fmla="*/ 153829 w 358774"/>
                <a:gd name="csY21" fmla="*/ 43951 h 273738"/>
                <a:gd name="csX22" fmla="*/ 151440 w 358774"/>
                <a:gd name="csY22" fmla="*/ 49684 h 273738"/>
                <a:gd name="csX23" fmla="*/ 146663 w 358774"/>
                <a:gd name="csY23" fmla="*/ 57805 h 273738"/>
                <a:gd name="csX24" fmla="*/ 142363 w 358774"/>
                <a:gd name="csY24" fmla="*/ 61149 h 273738"/>
                <a:gd name="csX25" fmla="*/ 140930 w 358774"/>
                <a:gd name="csY25" fmla="*/ 62582 h 273738"/>
                <a:gd name="csX26" fmla="*/ 143319 w 358774"/>
                <a:gd name="csY26" fmla="*/ 64016 h 273738"/>
                <a:gd name="csX27" fmla="*/ 145230 w 358774"/>
                <a:gd name="csY27" fmla="*/ 65927 h 273738"/>
                <a:gd name="csX28" fmla="*/ 147618 w 358774"/>
                <a:gd name="csY28" fmla="*/ 63060 h 273738"/>
                <a:gd name="csX29" fmla="*/ 149529 w 358774"/>
                <a:gd name="csY29" fmla="*/ 59716 h 273738"/>
                <a:gd name="csX30" fmla="*/ 152396 w 358774"/>
                <a:gd name="csY30" fmla="*/ 56850 h 273738"/>
                <a:gd name="csX31" fmla="*/ 153351 w 358774"/>
                <a:gd name="csY31" fmla="*/ 56372 h 273738"/>
                <a:gd name="csX32" fmla="*/ 153351 w 358774"/>
                <a:gd name="csY32" fmla="*/ 57328 h 273738"/>
                <a:gd name="csX33" fmla="*/ 152873 w 358774"/>
                <a:gd name="csY33" fmla="*/ 58761 h 273738"/>
                <a:gd name="csX34" fmla="*/ 152873 w 358774"/>
                <a:gd name="csY34" fmla="*/ 60194 h 273738"/>
                <a:gd name="csX35" fmla="*/ 152873 w 358774"/>
                <a:gd name="csY35" fmla="*/ 61627 h 273738"/>
                <a:gd name="csX36" fmla="*/ 153351 w 358774"/>
                <a:gd name="csY36" fmla="*/ 62105 h 273738"/>
                <a:gd name="csX37" fmla="*/ 154784 w 358774"/>
                <a:gd name="csY37" fmla="*/ 62582 h 273738"/>
                <a:gd name="csX38" fmla="*/ 155740 w 358774"/>
                <a:gd name="csY38" fmla="*/ 62105 h 273738"/>
                <a:gd name="csX39" fmla="*/ 159562 w 358774"/>
                <a:gd name="csY39" fmla="*/ 58283 h 273738"/>
                <a:gd name="csX40" fmla="*/ 162906 w 358774"/>
                <a:gd name="csY40" fmla="*/ 52072 h 273738"/>
                <a:gd name="csX41" fmla="*/ 168161 w 358774"/>
                <a:gd name="csY41" fmla="*/ 48251 h 273738"/>
                <a:gd name="csX42" fmla="*/ 169594 w 358774"/>
                <a:gd name="csY42" fmla="*/ 45862 h 273738"/>
                <a:gd name="csX43" fmla="*/ 174371 w 358774"/>
                <a:gd name="csY43" fmla="*/ 44429 h 273738"/>
                <a:gd name="csX44" fmla="*/ 174371 w 358774"/>
                <a:gd name="csY44" fmla="*/ 42996 h 273738"/>
                <a:gd name="csX45" fmla="*/ 174371 w 358774"/>
                <a:gd name="csY45" fmla="*/ 38218 h 273738"/>
                <a:gd name="csX46" fmla="*/ 172938 w 358774"/>
                <a:gd name="csY46" fmla="*/ 36307 h 273738"/>
                <a:gd name="csX47" fmla="*/ 167683 w 358774"/>
                <a:gd name="csY47" fmla="*/ 32008 h 273738"/>
                <a:gd name="csX48" fmla="*/ 164817 w 358774"/>
                <a:gd name="csY48" fmla="*/ 26753 h 273738"/>
                <a:gd name="csX49" fmla="*/ 165294 w 358774"/>
                <a:gd name="csY49" fmla="*/ 22931 h 273738"/>
                <a:gd name="csX50" fmla="*/ 168161 w 358774"/>
                <a:gd name="csY50" fmla="*/ 23409 h 273738"/>
                <a:gd name="csX51" fmla="*/ 176760 w 358774"/>
                <a:gd name="csY51" fmla="*/ 23886 h 273738"/>
                <a:gd name="csX52" fmla="*/ 178193 w 358774"/>
                <a:gd name="csY52" fmla="*/ 24364 h 273738"/>
                <a:gd name="csX53" fmla="*/ 186314 w 358774"/>
                <a:gd name="csY53" fmla="*/ 31052 h 273738"/>
                <a:gd name="csX54" fmla="*/ 188703 w 358774"/>
                <a:gd name="csY54" fmla="*/ 35352 h 273738"/>
                <a:gd name="csX55" fmla="*/ 191092 w 358774"/>
                <a:gd name="csY55" fmla="*/ 37263 h 273738"/>
                <a:gd name="csX56" fmla="*/ 195869 w 358774"/>
                <a:gd name="csY56" fmla="*/ 40129 h 273738"/>
                <a:gd name="csX57" fmla="*/ 197302 w 358774"/>
                <a:gd name="csY57" fmla="*/ 42518 h 273738"/>
                <a:gd name="csX58" fmla="*/ 198258 w 358774"/>
                <a:gd name="csY58" fmla="*/ 43951 h 273738"/>
                <a:gd name="csX59" fmla="*/ 198735 w 358774"/>
                <a:gd name="csY59" fmla="*/ 44907 h 273738"/>
                <a:gd name="csX60" fmla="*/ 198735 w 358774"/>
                <a:gd name="csY60" fmla="*/ 45862 h 273738"/>
                <a:gd name="csX61" fmla="*/ 198258 w 358774"/>
                <a:gd name="csY61" fmla="*/ 48251 h 273738"/>
                <a:gd name="csX62" fmla="*/ 199213 w 358774"/>
                <a:gd name="csY62" fmla="*/ 49206 h 273738"/>
                <a:gd name="csX63" fmla="*/ 202079 w 358774"/>
                <a:gd name="csY63" fmla="*/ 50162 h 273738"/>
                <a:gd name="csX64" fmla="*/ 203035 w 358774"/>
                <a:gd name="csY64" fmla="*/ 51117 h 273738"/>
                <a:gd name="csX65" fmla="*/ 204468 w 358774"/>
                <a:gd name="csY65" fmla="*/ 53983 h 273738"/>
                <a:gd name="csX66" fmla="*/ 205424 w 358774"/>
                <a:gd name="csY66" fmla="*/ 59238 h 273738"/>
                <a:gd name="csX67" fmla="*/ 206857 w 358774"/>
                <a:gd name="csY67" fmla="*/ 64971 h 273738"/>
                <a:gd name="csX68" fmla="*/ 208768 w 358774"/>
                <a:gd name="csY68" fmla="*/ 75959 h 273738"/>
                <a:gd name="csX69" fmla="*/ 212590 w 358774"/>
                <a:gd name="csY69" fmla="*/ 89813 h 273738"/>
                <a:gd name="csX70" fmla="*/ 214023 w 358774"/>
                <a:gd name="csY70" fmla="*/ 98412 h 273738"/>
                <a:gd name="csX71" fmla="*/ 214500 w 358774"/>
                <a:gd name="csY71" fmla="*/ 99845 h 273738"/>
                <a:gd name="csX72" fmla="*/ 214978 w 358774"/>
                <a:gd name="csY72" fmla="*/ 101279 h 273738"/>
                <a:gd name="csX73" fmla="*/ 217845 w 358774"/>
                <a:gd name="csY73" fmla="*/ 102712 h 273738"/>
                <a:gd name="csX74" fmla="*/ 219756 w 358774"/>
                <a:gd name="csY74" fmla="*/ 105100 h 273738"/>
                <a:gd name="csX75" fmla="*/ 221666 w 358774"/>
                <a:gd name="csY75" fmla="*/ 105578 h 273738"/>
                <a:gd name="csX76" fmla="*/ 222144 w 358774"/>
                <a:gd name="csY76" fmla="*/ 105578 h 273738"/>
                <a:gd name="csX77" fmla="*/ 223100 w 358774"/>
                <a:gd name="csY77" fmla="*/ 103667 h 273738"/>
                <a:gd name="csX78" fmla="*/ 224533 w 358774"/>
                <a:gd name="csY78" fmla="*/ 100323 h 273738"/>
                <a:gd name="csX79" fmla="*/ 231221 w 358774"/>
                <a:gd name="csY79" fmla="*/ 94590 h 273738"/>
                <a:gd name="csX80" fmla="*/ 231221 w 358774"/>
                <a:gd name="csY80" fmla="*/ 93635 h 273738"/>
                <a:gd name="csX81" fmla="*/ 230743 w 358774"/>
                <a:gd name="csY81" fmla="*/ 92202 h 273738"/>
                <a:gd name="csX82" fmla="*/ 230266 w 358774"/>
                <a:gd name="csY82" fmla="*/ 91246 h 273738"/>
                <a:gd name="csX83" fmla="*/ 230266 w 358774"/>
                <a:gd name="csY83" fmla="*/ 90769 h 273738"/>
                <a:gd name="csX84" fmla="*/ 231699 w 358774"/>
                <a:gd name="csY84" fmla="*/ 90291 h 273738"/>
                <a:gd name="csX85" fmla="*/ 227399 w 358774"/>
                <a:gd name="csY85" fmla="*/ 82647 h 273738"/>
                <a:gd name="csX86" fmla="*/ 224055 w 358774"/>
                <a:gd name="csY86" fmla="*/ 75003 h 273738"/>
                <a:gd name="csX87" fmla="*/ 222144 w 358774"/>
                <a:gd name="csY87" fmla="*/ 65927 h 273738"/>
                <a:gd name="csX88" fmla="*/ 221666 w 358774"/>
                <a:gd name="csY88" fmla="*/ 63538 h 273738"/>
                <a:gd name="csX89" fmla="*/ 221666 w 358774"/>
                <a:gd name="csY89" fmla="*/ 57805 h 273738"/>
                <a:gd name="csX90" fmla="*/ 220711 w 358774"/>
                <a:gd name="csY90" fmla="*/ 55894 h 273738"/>
                <a:gd name="csX91" fmla="*/ 219756 w 358774"/>
                <a:gd name="csY91" fmla="*/ 54461 h 273738"/>
                <a:gd name="csX92" fmla="*/ 219278 w 358774"/>
                <a:gd name="csY92" fmla="*/ 53028 h 273738"/>
                <a:gd name="csX93" fmla="*/ 219756 w 358774"/>
                <a:gd name="csY93" fmla="*/ 50639 h 273738"/>
                <a:gd name="csX94" fmla="*/ 219278 w 358774"/>
                <a:gd name="csY94" fmla="*/ 48728 h 273738"/>
                <a:gd name="csX95" fmla="*/ 218322 w 358774"/>
                <a:gd name="csY95" fmla="*/ 44907 h 273738"/>
                <a:gd name="csX96" fmla="*/ 213545 w 358774"/>
                <a:gd name="csY96" fmla="*/ 16721 h 273738"/>
                <a:gd name="csX97" fmla="*/ 213545 w 358774"/>
                <a:gd name="csY97" fmla="*/ 14332 h 273738"/>
                <a:gd name="csX98" fmla="*/ 214023 w 358774"/>
                <a:gd name="csY98" fmla="*/ 11943 h 273738"/>
                <a:gd name="csX99" fmla="*/ 215934 w 358774"/>
                <a:gd name="csY99" fmla="*/ 10988 h 273738"/>
                <a:gd name="csX100" fmla="*/ 218322 w 358774"/>
                <a:gd name="csY100" fmla="*/ 10510 h 273738"/>
                <a:gd name="csX101" fmla="*/ 219278 w 358774"/>
                <a:gd name="csY101" fmla="*/ 10032 h 273738"/>
                <a:gd name="csX102" fmla="*/ 218322 w 358774"/>
                <a:gd name="csY102" fmla="*/ 9077 h 273738"/>
                <a:gd name="csX103" fmla="*/ 216411 w 358774"/>
                <a:gd name="csY103" fmla="*/ 5733 h 273738"/>
                <a:gd name="csX104" fmla="*/ 216411 w 358774"/>
                <a:gd name="csY104" fmla="*/ 4300 h 273738"/>
                <a:gd name="csX105" fmla="*/ 217367 w 358774"/>
                <a:gd name="csY105" fmla="*/ 1433 h 273738"/>
                <a:gd name="csX106" fmla="*/ 223577 w 358774"/>
                <a:gd name="csY106" fmla="*/ 2866 h 273738"/>
                <a:gd name="csX107" fmla="*/ 227877 w 358774"/>
                <a:gd name="csY107" fmla="*/ 5255 h 273738"/>
                <a:gd name="csX108" fmla="*/ 235521 w 358774"/>
                <a:gd name="csY108" fmla="*/ 11465 h 273738"/>
                <a:gd name="csX109" fmla="*/ 236476 w 358774"/>
                <a:gd name="csY109" fmla="*/ 10988 h 273738"/>
                <a:gd name="csX110" fmla="*/ 237431 w 358774"/>
                <a:gd name="csY110" fmla="*/ 8121 h 273738"/>
                <a:gd name="csX111" fmla="*/ 238865 w 358774"/>
                <a:gd name="csY111" fmla="*/ 6210 h 273738"/>
                <a:gd name="csX112" fmla="*/ 241253 w 358774"/>
                <a:gd name="csY112" fmla="*/ 6688 h 273738"/>
                <a:gd name="csX113" fmla="*/ 247942 w 358774"/>
                <a:gd name="csY113" fmla="*/ 10988 h 273738"/>
                <a:gd name="csX114" fmla="*/ 256063 w 358774"/>
                <a:gd name="csY114" fmla="*/ 19109 h 273738"/>
                <a:gd name="csX115" fmla="*/ 261318 w 358774"/>
                <a:gd name="csY115" fmla="*/ 22931 h 273738"/>
                <a:gd name="csX116" fmla="*/ 265140 w 358774"/>
                <a:gd name="csY116" fmla="*/ 28186 h 273738"/>
                <a:gd name="csX117" fmla="*/ 267528 w 358774"/>
                <a:gd name="csY117" fmla="*/ 32963 h 273738"/>
                <a:gd name="csX118" fmla="*/ 269439 w 358774"/>
                <a:gd name="csY118" fmla="*/ 36785 h 273738"/>
                <a:gd name="csX119" fmla="*/ 269439 w 358774"/>
                <a:gd name="csY119" fmla="*/ 38218 h 273738"/>
                <a:gd name="csX120" fmla="*/ 268962 w 358774"/>
                <a:gd name="csY120" fmla="*/ 39651 h 273738"/>
                <a:gd name="csX121" fmla="*/ 269439 w 358774"/>
                <a:gd name="csY121" fmla="*/ 41562 h 273738"/>
                <a:gd name="csX122" fmla="*/ 270395 w 358774"/>
                <a:gd name="csY122" fmla="*/ 43951 h 273738"/>
                <a:gd name="csX123" fmla="*/ 271350 w 358774"/>
                <a:gd name="csY123" fmla="*/ 45862 h 273738"/>
                <a:gd name="csX124" fmla="*/ 271828 w 358774"/>
                <a:gd name="csY124" fmla="*/ 50639 h 273738"/>
                <a:gd name="csX125" fmla="*/ 272784 w 358774"/>
                <a:gd name="csY125" fmla="*/ 56372 h 273738"/>
                <a:gd name="csX126" fmla="*/ 272784 w 358774"/>
                <a:gd name="csY126" fmla="*/ 59238 h 273738"/>
                <a:gd name="csX127" fmla="*/ 279949 w 358774"/>
                <a:gd name="csY127" fmla="*/ 85036 h 273738"/>
                <a:gd name="csX128" fmla="*/ 281383 w 358774"/>
                <a:gd name="csY128" fmla="*/ 89813 h 273738"/>
                <a:gd name="csX129" fmla="*/ 282338 w 358774"/>
                <a:gd name="csY129" fmla="*/ 91724 h 273738"/>
                <a:gd name="csX130" fmla="*/ 287115 w 358774"/>
                <a:gd name="csY130" fmla="*/ 101279 h 273738"/>
                <a:gd name="csX131" fmla="*/ 289982 w 358774"/>
                <a:gd name="csY131" fmla="*/ 108445 h 273738"/>
                <a:gd name="csX132" fmla="*/ 289982 w 358774"/>
                <a:gd name="csY132" fmla="*/ 113222 h 273738"/>
                <a:gd name="csX133" fmla="*/ 290459 w 358774"/>
                <a:gd name="csY133" fmla="*/ 114655 h 273738"/>
                <a:gd name="csX134" fmla="*/ 290459 w 358774"/>
                <a:gd name="csY134" fmla="*/ 116566 h 273738"/>
                <a:gd name="csX135" fmla="*/ 290459 w 358774"/>
                <a:gd name="csY135" fmla="*/ 119910 h 273738"/>
                <a:gd name="csX136" fmla="*/ 289982 w 358774"/>
                <a:gd name="csY136" fmla="*/ 122299 h 273738"/>
                <a:gd name="csX137" fmla="*/ 288549 w 358774"/>
                <a:gd name="csY137" fmla="*/ 124210 h 273738"/>
                <a:gd name="csX138" fmla="*/ 287593 w 358774"/>
                <a:gd name="csY138" fmla="*/ 127554 h 273738"/>
                <a:gd name="csX139" fmla="*/ 286160 w 358774"/>
                <a:gd name="csY139" fmla="*/ 133764 h 273738"/>
                <a:gd name="csX140" fmla="*/ 286160 w 358774"/>
                <a:gd name="csY140" fmla="*/ 135675 h 273738"/>
                <a:gd name="csX141" fmla="*/ 287115 w 358774"/>
                <a:gd name="csY141" fmla="*/ 137586 h 273738"/>
                <a:gd name="csX142" fmla="*/ 294281 w 358774"/>
                <a:gd name="csY142" fmla="*/ 145230 h 273738"/>
                <a:gd name="csX143" fmla="*/ 298103 w 358774"/>
                <a:gd name="csY143" fmla="*/ 154307 h 273738"/>
                <a:gd name="csX144" fmla="*/ 300492 w 358774"/>
                <a:gd name="csY144" fmla="*/ 156217 h 273738"/>
                <a:gd name="csX145" fmla="*/ 305747 w 358774"/>
                <a:gd name="csY145" fmla="*/ 161473 h 273738"/>
                <a:gd name="csX146" fmla="*/ 311480 w 358774"/>
                <a:gd name="csY146" fmla="*/ 164817 h 273738"/>
                <a:gd name="csX147" fmla="*/ 313391 w 358774"/>
                <a:gd name="csY147" fmla="*/ 166250 h 273738"/>
                <a:gd name="csX148" fmla="*/ 315301 w 358774"/>
                <a:gd name="csY148" fmla="*/ 168161 h 273738"/>
                <a:gd name="csX149" fmla="*/ 315779 w 358774"/>
                <a:gd name="csY149" fmla="*/ 168161 h 273738"/>
                <a:gd name="csX150" fmla="*/ 316735 w 358774"/>
                <a:gd name="csY150" fmla="*/ 168161 h 273738"/>
                <a:gd name="csX151" fmla="*/ 317212 w 358774"/>
                <a:gd name="csY151" fmla="*/ 167205 h 273738"/>
                <a:gd name="csX152" fmla="*/ 317212 w 358774"/>
                <a:gd name="csY152" fmla="*/ 166728 h 273738"/>
                <a:gd name="csX153" fmla="*/ 315779 w 358774"/>
                <a:gd name="csY153" fmla="*/ 162428 h 273738"/>
                <a:gd name="csX154" fmla="*/ 315301 w 358774"/>
                <a:gd name="csY154" fmla="*/ 160517 h 273738"/>
                <a:gd name="csX155" fmla="*/ 316257 w 358774"/>
                <a:gd name="csY155" fmla="*/ 160517 h 273738"/>
                <a:gd name="csX156" fmla="*/ 321990 w 358774"/>
                <a:gd name="csY156" fmla="*/ 167683 h 273738"/>
                <a:gd name="csX157" fmla="*/ 325334 w 358774"/>
                <a:gd name="csY157" fmla="*/ 170549 h 273738"/>
                <a:gd name="csX158" fmla="*/ 329633 w 358774"/>
                <a:gd name="csY158" fmla="*/ 173416 h 273738"/>
                <a:gd name="csX159" fmla="*/ 337277 w 358774"/>
                <a:gd name="csY159" fmla="*/ 180582 h 273738"/>
                <a:gd name="csX160" fmla="*/ 338232 w 358774"/>
                <a:gd name="csY160" fmla="*/ 181059 h 273738"/>
                <a:gd name="csX161" fmla="*/ 342532 w 358774"/>
                <a:gd name="csY161" fmla="*/ 180582 h 273738"/>
                <a:gd name="csX162" fmla="*/ 343487 w 358774"/>
                <a:gd name="csY162" fmla="*/ 181059 h 273738"/>
                <a:gd name="csX163" fmla="*/ 343965 w 358774"/>
                <a:gd name="csY163" fmla="*/ 181537 h 273738"/>
                <a:gd name="csX164" fmla="*/ 344443 w 358774"/>
                <a:gd name="csY164" fmla="*/ 182493 h 273738"/>
                <a:gd name="csX165" fmla="*/ 344443 w 358774"/>
                <a:gd name="csY165" fmla="*/ 186314 h 273738"/>
                <a:gd name="csX166" fmla="*/ 345876 w 358774"/>
                <a:gd name="csY166" fmla="*/ 188703 h 273738"/>
                <a:gd name="csX167" fmla="*/ 352087 w 358774"/>
                <a:gd name="csY167" fmla="*/ 187748 h 273738"/>
                <a:gd name="csX168" fmla="*/ 353998 w 358774"/>
                <a:gd name="csY168" fmla="*/ 187748 h 273738"/>
                <a:gd name="csX169" fmla="*/ 354953 w 358774"/>
                <a:gd name="csY169" fmla="*/ 188703 h 273738"/>
                <a:gd name="csX170" fmla="*/ 355908 w 358774"/>
                <a:gd name="csY170" fmla="*/ 189659 h 273738"/>
                <a:gd name="csX171" fmla="*/ 357342 w 358774"/>
                <a:gd name="csY171" fmla="*/ 193958 h 273738"/>
                <a:gd name="csX172" fmla="*/ 358775 w 358774"/>
                <a:gd name="csY172" fmla="*/ 202557 h 273738"/>
                <a:gd name="csX173" fmla="*/ 358775 w 358774"/>
                <a:gd name="csY173" fmla="*/ 205901 h 273738"/>
                <a:gd name="csX174" fmla="*/ 358297 w 358774"/>
                <a:gd name="csY174" fmla="*/ 210679 h 273738"/>
                <a:gd name="csX175" fmla="*/ 357342 w 358774"/>
                <a:gd name="csY175" fmla="*/ 212590 h 273738"/>
                <a:gd name="csX176" fmla="*/ 355908 w 358774"/>
                <a:gd name="csY176" fmla="*/ 213067 h 273738"/>
                <a:gd name="csX177" fmla="*/ 352564 w 358774"/>
                <a:gd name="csY177" fmla="*/ 212590 h 273738"/>
                <a:gd name="csX178" fmla="*/ 350176 w 358774"/>
                <a:gd name="csY178" fmla="*/ 211156 h 273738"/>
                <a:gd name="csX179" fmla="*/ 348742 w 358774"/>
                <a:gd name="csY179" fmla="*/ 208768 h 273738"/>
                <a:gd name="csX180" fmla="*/ 347787 w 358774"/>
                <a:gd name="csY180" fmla="*/ 204468 h 273738"/>
                <a:gd name="csX181" fmla="*/ 347309 w 358774"/>
                <a:gd name="csY181" fmla="*/ 203513 h 273738"/>
                <a:gd name="csX182" fmla="*/ 346832 w 358774"/>
                <a:gd name="csY182" fmla="*/ 204468 h 273738"/>
                <a:gd name="csX183" fmla="*/ 345876 w 358774"/>
                <a:gd name="csY183" fmla="*/ 208768 h 273738"/>
                <a:gd name="csX184" fmla="*/ 344921 w 358774"/>
                <a:gd name="csY184" fmla="*/ 210679 h 273738"/>
                <a:gd name="csX185" fmla="*/ 343965 w 358774"/>
                <a:gd name="csY185" fmla="*/ 211634 h 273738"/>
                <a:gd name="csX186" fmla="*/ 342532 w 358774"/>
                <a:gd name="csY186" fmla="*/ 211156 h 273738"/>
                <a:gd name="csX187" fmla="*/ 339666 w 358774"/>
                <a:gd name="csY187" fmla="*/ 209723 h 273738"/>
                <a:gd name="csX188" fmla="*/ 334888 w 358774"/>
                <a:gd name="csY188" fmla="*/ 204946 h 273738"/>
                <a:gd name="csX189" fmla="*/ 333455 w 358774"/>
                <a:gd name="csY189" fmla="*/ 203990 h 273738"/>
                <a:gd name="csX190" fmla="*/ 332500 w 358774"/>
                <a:gd name="csY190" fmla="*/ 203990 h 273738"/>
                <a:gd name="csX191" fmla="*/ 330111 w 358774"/>
                <a:gd name="csY191" fmla="*/ 205901 h 273738"/>
                <a:gd name="csX192" fmla="*/ 326767 w 358774"/>
                <a:gd name="csY192" fmla="*/ 208768 h 273738"/>
                <a:gd name="csX193" fmla="*/ 325334 w 358774"/>
                <a:gd name="csY193" fmla="*/ 210679 h 273738"/>
                <a:gd name="csX194" fmla="*/ 325811 w 358774"/>
                <a:gd name="csY194" fmla="*/ 212112 h 273738"/>
                <a:gd name="csX195" fmla="*/ 326289 w 358774"/>
                <a:gd name="csY195" fmla="*/ 213545 h 273738"/>
                <a:gd name="csX196" fmla="*/ 326289 w 358774"/>
                <a:gd name="csY196" fmla="*/ 215934 h 273738"/>
                <a:gd name="csX197" fmla="*/ 326289 w 358774"/>
                <a:gd name="csY197" fmla="*/ 217367 h 273738"/>
                <a:gd name="csX198" fmla="*/ 325811 w 358774"/>
                <a:gd name="csY198" fmla="*/ 218322 h 273738"/>
                <a:gd name="csX199" fmla="*/ 324856 w 358774"/>
                <a:gd name="csY199" fmla="*/ 219278 h 273738"/>
                <a:gd name="csX200" fmla="*/ 322467 w 358774"/>
                <a:gd name="csY200" fmla="*/ 219278 h 273738"/>
                <a:gd name="csX201" fmla="*/ 318645 w 358774"/>
                <a:gd name="csY201" fmla="*/ 218800 h 273738"/>
                <a:gd name="csX202" fmla="*/ 316257 w 358774"/>
                <a:gd name="csY202" fmla="*/ 216889 h 273738"/>
                <a:gd name="csX203" fmla="*/ 311002 w 358774"/>
                <a:gd name="csY203" fmla="*/ 213067 h 273738"/>
                <a:gd name="csX204" fmla="*/ 310046 w 358774"/>
                <a:gd name="csY204" fmla="*/ 212590 h 273738"/>
                <a:gd name="csX205" fmla="*/ 308613 w 358774"/>
                <a:gd name="csY205" fmla="*/ 213067 h 273738"/>
                <a:gd name="csX206" fmla="*/ 308135 w 358774"/>
                <a:gd name="csY206" fmla="*/ 214500 h 273738"/>
                <a:gd name="csX207" fmla="*/ 309091 w 358774"/>
                <a:gd name="csY207" fmla="*/ 216411 h 273738"/>
                <a:gd name="csX208" fmla="*/ 311480 w 358774"/>
                <a:gd name="csY208" fmla="*/ 218322 h 273738"/>
                <a:gd name="csX209" fmla="*/ 314346 w 358774"/>
                <a:gd name="csY209" fmla="*/ 222144 h 273738"/>
                <a:gd name="csX210" fmla="*/ 315301 w 358774"/>
                <a:gd name="csY210" fmla="*/ 223100 h 273738"/>
                <a:gd name="csX211" fmla="*/ 315779 w 358774"/>
                <a:gd name="csY211" fmla="*/ 222622 h 273738"/>
                <a:gd name="csX212" fmla="*/ 316257 w 358774"/>
                <a:gd name="csY212" fmla="*/ 223577 h 273738"/>
                <a:gd name="csX213" fmla="*/ 316735 w 358774"/>
                <a:gd name="csY213" fmla="*/ 225488 h 273738"/>
                <a:gd name="csX214" fmla="*/ 316257 w 358774"/>
                <a:gd name="csY214" fmla="*/ 228832 h 273738"/>
                <a:gd name="csX215" fmla="*/ 314824 w 358774"/>
                <a:gd name="csY215" fmla="*/ 235521 h 273738"/>
                <a:gd name="csX216" fmla="*/ 314824 w 358774"/>
                <a:gd name="csY216" fmla="*/ 237431 h 273738"/>
                <a:gd name="csX217" fmla="*/ 315301 w 358774"/>
                <a:gd name="csY217" fmla="*/ 236954 h 273738"/>
                <a:gd name="csX218" fmla="*/ 319601 w 358774"/>
                <a:gd name="csY218" fmla="*/ 230266 h 273738"/>
                <a:gd name="csX219" fmla="*/ 321512 w 358774"/>
                <a:gd name="csY219" fmla="*/ 228355 h 273738"/>
                <a:gd name="csX220" fmla="*/ 326289 w 358774"/>
                <a:gd name="csY220" fmla="*/ 225488 h 273738"/>
                <a:gd name="csX221" fmla="*/ 328200 w 358774"/>
                <a:gd name="csY221" fmla="*/ 223100 h 273738"/>
                <a:gd name="csX222" fmla="*/ 333933 w 358774"/>
                <a:gd name="csY222" fmla="*/ 222622 h 273738"/>
                <a:gd name="csX223" fmla="*/ 336322 w 358774"/>
                <a:gd name="csY223" fmla="*/ 224055 h 273738"/>
                <a:gd name="csX224" fmla="*/ 337755 w 358774"/>
                <a:gd name="csY224" fmla="*/ 225966 h 273738"/>
                <a:gd name="csX225" fmla="*/ 337755 w 358774"/>
                <a:gd name="csY225" fmla="*/ 226921 h 273738"/>
                <a:gd name="csX226" fmla="*/ 335844 w 358774"/>
                <a:gd name="csY226" fmla="*/ 229310 h 273738"/>
                <a:gd name="csX227" fmla="*/ 335844 w 358774"/>
                <a:gd name="csY227" fmla="*/ 230266 h 273738"/>
                <a:gd name="csX228" fmla="*/ 335844 w 358774"/>
                <a:gd name="csY228" fmla="*/ 231699 h 273738"/>
                <a:gd name="csX229" fmla="*/ 335844 w 358774"/>
                <a:gd name="csY229" fmla="*/ 233132 h 273738"/>
                <a:gd name="csX230" fmla="*/ 336322 w 358774"/>
                <a:gd name="csY230" fmla="*/ 234565 h 273738"/>
                <a:gd name="csX231" fmla="*/ 337277 w 358774"/>
                <a:gd name="csY231" fmla="*/ 235521 h 273738"/>
                <a:gd name="csX232" fmla="*/ 339188 w 358774"/>
                <a:gd name="csY232" fmla="*/ 235043 h 273738"/>
                <a:gd name="csX233" fmla="*/ 339666 w 358774"/>
                <a:gd name="csY233" fmla="*/ 235521 h 273738"/>
                <a:gd name="csX234" fmla="*/ 340621 w 358774"/>
                <a:gd name="csY234" fmla="*/ 236476 h 273738"/>
                <a:gd name="csX235" fmla="*/ 341099 w 358774"/>
                <a:gd name="csY235" fmla="*/ 238387 h 273738"/>
                <a:gd name="csX236" fmla="*/ 341099 w 358774"/>
                <a:gd name="csY236" fmla="*/ 240776 h 273738"/>
                <a:gd name="csX237" fmla="*/ 339666 w 358774"/>
                <a:gd name="csY237" fmla="*/ 246508 h 273738"/>
                <a:gd name="csX238" fmla="*/ 337277 w 358774"/>
                <a:gd name="csY238" fmla="*/ 248419 h 273738"/>
                <a:gd name="csX239" fmla="*/ 330111 w 358774"/>
                <a:gd name="csY239" fmla="*/ 251763 h 273738"/>
                <a:gd name="csX240" fmla="*/ 327245 w 358774"/>
                <a:gd name="csY240" fmla="*/ 253197 h 273738"/>
                <a:gd name="csX241" fmla="*/ 322467 w 358774"/>
                <a:gd name="csY241" fmla="*/ 254630 h 273738"/>
                <a:gd name="csX242" fmla="*/ 320556 w 358774"/>
                <a:gd name="csY242" fmla="*/ 256063 h 273738"/>
                <a:gd name="csX243" fmla="*/ 319123 w 358774"/>
                <a:gd name="csY243" fmla="*/ 256541 h 273738"/>
                <a:gd name="csX244" fmla="*/ 313868 w 358774"/>
                <a:gd name="csY244" fmla="*/ 256063 h 273738"/>
                <a:gd name="csX245" fmla="*/ 308135 w 358774"/>
                <a:gd name="csY245" fmla="*/ 257496 h 273738"/>
                <a:gd name="csX246" fmla="*/ 300970 w 358774"/>
                <a:gd name="csY246" fmla="*/ 255108 h 273738"/>
                <a:gd name="csX247" fmla="*/ 296192 w 358774"/>
                <a:gd name="csY247" fmla="*/ 254630 h 273738"/>
                <a:gd name="csX248" fmla="*/ 290459 w 358774"/>
                <a:gd name="csY248" fmla="*/ 251286 h 273738"/>
                <a:gd name="csX249" fmla="*/ 288071 w 358774"/>
                <a:gd name="csY249" fmla="*/ 252241 h 273738"/>
                <a:gd name="csX250" fmla="*/ 286160 w 358774"/>
                <a:gd name="csY250" fmla="*/ 254152 h 273738"/>
                <a:gd name="csX251" fmla="*/ 275650 w 358774"/>
                <a:gd name="csY251" fmla="*/ 251763 h 273738"/>
                <a:gd name="csX252" fmla="*/ 274217 w 358774"/>
                <a:gd name="csY252" fmla="*/ 249852 h 273738"/>
                <a:gd name="csX253" fmla="*/ 274694 w 358774"/>
                <a:gd name="csY253" fmla="*/ 248897 h 273738"/>
                <a:gd name="csX254" fmla="*/ 277083 w 358774"/>
                <a:gd name="csY254" fmla="*/ 245075 h 273738"/>
                <a:gd name="csX255" fmla="*/ 277083 w 358774"/>
                <a:gd name="csY255" fmla="*/ 244120 h 273738"/>
                <a:gd name="csX256" fmla="*/ 277083 w 358774"/>
                <a:gd name="csY256" fmla="*/ 243642 h 273738"/>
                <a:gd name="csX257" fmla="*/ 272306 w 358774"/>
                <a:gd name="csY257" fmla="*/ 242687 h 273738"/>
                <a:gd name="csX258" fmla="*/ 267051 w 358774"/>
                <a:gd name="csY258" fmla="*/ 240776 h 273738"/>
                <a:gd name="csX259" fmla="*/ 261796 w 358774"/>
                <a:gd name="csY259" fmla="*/ 239820 h 273738"/>
                <a:gd name="csX260" fmla="*/ 257496 w 358774"/>
                <a:gd name="csY260" fmla="*/ 240298 h 273738"/>
                <a:gd name="csX261" fmla="*/ 255107 w 358774"/>
                <a:gd name="csY261" fmla="*/ 239342 h 273738"/>
                <a:gd name="csX262" fmla="*/ 252241 w 358774"/>
                <a:gd name="csY262" fmla="*/ 237909 h 273738"/>
                <a:gd name="csX263" fmla="*/ 250808 w 358774"/>
                <a:gd name="csY263" fmla="*/ 235998 h 273738"/>
                <a:gd name="csX264" fmla="*/ 250808 w 358774"/>
                <a:gd name="csY264" fmla="*/ 234565 h 273738"/>
                <a:gd name="csX265" fmla="*/ 250808 w 358774"/>
                <a:gd name="csY265" fmla="*/ 233132 h 273738"/>
                <a:gd name="csX266" fmla="*/ 250808 w 358774"/>
                <a:gd name="csY266" fmla="*/ 230266 h 273738"/>
                <a:gd name="csX267" fmla="*/ 250808 w 358774"/>
                <a:gd name="csY267" fmla="*/ 227877 h 273738"/>
                <a:gd name="csX268" fmla="*/ 249375 w 358774"/>
                <a:gd name="csY268" fmla="*/ 226444 h 273738"/>
                <a:gd name="csX269" fmla="*/ 246986 w 358774"/>
                <a:gd name="csY269" fmla="*/ 225010 h 273738"/>
                <a:gd name="csX270" fmla="*/ 244597 w 358774"/>
                <a:gd name="csY270" fmla="*/ 225010 h 273738"/>
                <a:gd name="csX271" fmla="*/ 242686 w 358774"/>
                <a:gd name="csY271" fmla="*/ 226921 h 273738"/>
                <a:gd name="csX272" fmla="*/ 240776 w 358774"/>
                <a:gd name="csY272" fmla="*/ 229788 h 273738"/>
                <a:gd name="csX273" fmla="*/ 237431 w 358774"/>
                <a:gd name="csY273" fmla="*/ 238387 h 273738"/>
                <a:gd name="csX274" fmla="*/ 235521 w 358774"/>
                <a:gd name="csY274" fmla="*/ 239820 h 273738"/>
                <a:gd name="csX275" fmla="*/ 230743 w 358774"/>
                <a:gd name="csY275" fmla="*/ 246031 h 273738"/>
                <a:gd name="csX276" fmla="*/ 229310 w 358774"/>
                <a:gd name="csY276" fmla="*/ 247464 h 273738"/>
                <a:gd name="csX277" fmla="*/ 220711 w 358774"/>
                <a:gd name="csY277" fmla="*/ 249852 h 273738"/>
                <a:gd name="csX278" fmla="*/ 210679 w 358774"/>
                <a:gd name="csY278" fmla="*/ 250808 h 273738"/>
                <a:gd name="csX279" fmla="*/ 207335 w 358774"/>
                <a:gd name="csY279" fmla="*/ 252719 h 273738"/>
                <a:gd name="csX280" fmla="*/ 203513 w 358774"/>
                <a:gd name="csY280" fmla="*/ 256541 h 273738"/>
                <a:gd name="csX281" fmla="*/ 199213 w 358774"/>
                <a:gd name="csY281" fmla="*/ 259885 h 273738"/>
                <a:gd name="csX282" fmla="*/ 188703 w 358774"/>
                <a:gd name="csY282" fmla="*/ 263707 h 273738"/>
                <a:gd name="csX283" fmla="*/ 179149 w 358774"/>
                <a:gd name="csY283" fmla="*/ 266095 h 273738"/>
                <a:gd name="csX284" fmla="*/ 169116 w 358774"/>
                <a:gd name="csY284" fmla="*/ 267051 h 273738"/>
                <a:gd name="csX285" fmla="*/ 161472 w 358774"/>
                <a:gd name="csY285" fmla="*/ 268962 h 273738"/>
                <a:gd name="csX286" fmla="*/ 159562 w 358774"/>
                <a:gd name="csY286" fmla="*/ 268006 h 273738"/>
                <a:gd name="csX287" fmla="*/ 156217 w 358774"/>
                <a:gd name="csY287" fmla="*/ 268484 h 273738"/>
                <a:gd name="csX288" fmla="*/ 152396 w 358774"/>
                <a:gd name="csY288" fmla="*/ 270395 h 273738"/>
                <a:gd name="csX289" fmla="*/ 148096 w 358774"/>
                <a:gd name="csY289" fmla="*/ 270873 h 273738"/>
                <a:gd name="csX290" fmla="*/ 132809 w 358774"/>
                <a:gd name="csY290" fmla="*/ 271828 h 273738"/>
                <a:gd name="csX291" fmla="*/ 125643 w 358774"/>
                <a:gd name="csY291" fmla="*/ 273261 h 273738"/>
                <a:gd name="csX292" fmla="*/ 121821 w 358774"/>
                <a:gd name="csY292" fmla="*/ 273739 h 273738"/>
                <a:gd name="csX293" fmla="*/ 118477 w 358774"/>
                <a:gd name="csY293" fmla="*/ 273739 h 273738"/>
                <a:gd name="csX294" fmla="*/ 116566 w 358774"/>
                <a:gd name="csY294" fmla="*/ 272783 h 273738"/>
                <a:gd name="csX295" fmla="*/ 114177 w 358774"/>
                <a:gd name="csY295" fmla="*/ 270873 h 273738"/>
                <a:gd name="csX296" fmla="*/ 112266 w 358774"/>
                <a:gd name="csY296" fmla="*/ 268006 h 273738"/>
                <a:gd name="csX297" fmla="*/ 107967 w 358774"/>
                <a:gd name="csY297" fmla="*/ 259407 h 273738"/>
                <a:gd name="csX298" fmla="*/ 106534 w 358774"/>
                <a:gd name="csY298" fmla="*/ 255585 h 273738"/>
                <a:gd name="csX299" fmla="*/ 107011 w 358774"/>
                <a:gd name="csY299" fmla="*/ 249852 h 273738"/>
                <a:gd name="csX300" fmla="*/ 107011 w 358774"/>
                <a:gd name="csY300" fmla="*/ 246031 h 273738"/>
                <a:gd name="csX301" fmla="*/ 105578 w 358774"/>
                <a:gd name="csY301" fmla="*/ 238387 h 273738"/>
                <a:gd name="csX302" fmla="*/ 105100 w 358774"/>
                <a:gd name="csY302" fmla="*/ 237431 h 273738"/>
                <a:gd name="csX303" fmla="*/ 97457 w 358774"/>
                <a:gd name="csY303" fmla="*/ 234565 h 273738"/>
                <a:gd name="csX304" fmla="*/ 92679 w 358774"/>
                <a:gd name="csY304" fmla="*/ 234087 h 273738"/>
                <a:gd name="csX305" fmla="*/ 85036 w 358774"/>
                <a:gd name="csY305" fmla="*/ 233610 h 273738"/>
                <a:gd name="csX306" fmla="*/ 75959 w 358774"/>
                <a:gd name="csY306" fmla="*/ 234087 h 273738"/>
                <a:gd name="csX307" fmla="*/ 66882 w 358774"/>
                <a:gd name="csY307" fmla="*/ 233132 h 273738"/>
                <a:gd name="csX308" fmla="*/ 62105 w 358774"/>
                <a:gd name="csY308" fmla="*/ 232176 h 273738"/>
                <a:gd name="csX309" fmla="*/ 57328 w 358774"/>
                <a:gd name="csY309" fmla="*/ 230266 h 273738"/>
                <a:gd name="csX310" fmla="*/ 49206 w 358774"/>
                <a:gd name="csY310" fmla="*/ 225966 h 273738"/>
                <a:gd name="csX311" fmla="*/ 48728 w 358774"/>
                <a:gd name="csY311" fmla="*/ 225488 h 273738"/>
                <a:gd name="csX312" fmla="*/ 48251 w 358774"/>
                <a:gd name="csY312" fmla="*/ 224055 h 273738"/>
                <a:gd name="csX313" fmla="*/ 47295 w 358774"/>
                <a:gd name="csY313" fmla="*/ 221189 h 273738"/>
                <a:gd name="csX314" fmla="*/ 45384 w 358774"/>
                <a:gd name="csY314" fmla="*/ 217845 h 273738"/>
                <a:gd name="csX315" fmla="*/ 39651 w 358774"/>
                <a:gd name="csY315" fmla="*/ 210679 h 273738"/>
                <a:gd name="csX316" fmla="*/ 37741 w 358774"/>
                <a:gd name="csY316" fmla="*/ 205901 h 273738"/>
                <a:gd name="csX317" fmla="*/ 37263 w 358774"/>
                <a:gd name="csY317" fmla="*/ 204946 h 273738"/>
                <a:gd name="csX318" fmla="*/ 36785 w 358774"/>
                <a:gd name="csY318" fmla="*/ 201602 h 273738"/>
                <a:gd name="csX319" fmla="*/ 35830 w 358774"/>
                <a:gd name="csY319" fmla="*/ 196347 h 273738"/>
                <a:gd name="csX320" fmla="*/ 35830 w 358774"/>
                <a:gd name="csY320" fmla="*/ 193003 h 273738"/>
                <a:gd name="csX321" fmla="*/ 36307 w 358774"/>
                <a:gd name="csY321" fmla="*/ 190614 h 273738"/>
                <a:gd name="csX322" fmla="*/ 36785 w 358774"/>
                <a:gd name="csY322" fmla="*/ 190136 h 273738"/>
                <a:gd name="csX323" fmla="*/ 48251 w 358774"/>
                <a:gd name="csY323" fmla="*/ 186314 h 273738"/>
                <a:gd name="csX324" fmla="*/ 68793 w 358774"/>
                <a:gd name="csY324" fmla="*/ 182015 h 273738"/>
                <a:gd name="csX325" fmla="*/ 87424 w 358774"/>
                <a:gd name="csY325" fmla="*/ 179149 h 273738"/>
                <a:gd name="csX326" fmla="*/ 96024 w 358774"/>
                <a:gd name="csY326" fmla="*/ 179149 h 273738"/>
                <a:gd name="csX327" fmla="*/ 100801 w 358774"/>
                <a:gd name="csY327" fmla="*/ 180582 h 273738"/>
                <a:gd name="csX328" fmla="*/ 105578 w 358774"/>
                <a:gd name="csY328" fmla="*/ 181537 h 273738"/>
                <a:gd name="csX329" fmla="*/ 114655 w 358774"/>
                <a:gd name="csY329" fmla="*/ 181537 h 273738"/>
                <a:gd name="csX330" fmla="*/ 126121 w 358774"/>
                <a:gd name="csY330" fmla="*/ 183448 h 273738"/>
                <a:gd name="csX331" fmla="*/ 128509 w 358774"/>
                <a:gd name="csY331" fmla="*/ 183448 h 273738"/>
                <a:gd name="csX332" fmla="*/ 133286 w 358774"/>
                <a:gd name="csY332" fmla="*/ 182015 h 273738"/>
                <a:gd name="csX333" fmla="*/ 135197 w 358774"/>
                <a:gd name="csY333" fmla="*/ 181059 h 273738"/>
                <a:gd name="csX334" fmla="*/ 142841 w 358774"/>
                <a:gd name="csY334" fmla="*/ 181059 h 273738"/>
                <a:gd name="csX335" fmla="*/ 144752 w 358774"/>
                <a:gd name="csY335" fmla="*/ 180582 h 273738"/>
                <a:gd name="csX336" fmla="*/ 146185 w 358774"/>
                <a:gd name="csY336" fmla="*/ 179149 h 273738"/>
                <a:gd name="csX337" fmla="*/ 144274 w 358774"/>
                <a:gd name="csY337" fmla="*/ 176760 h 273738"/>
                <a:gd name="csX338" fmla="*/ 136631 w 358774"/>
                <a:gd name="csY338" fmla="*/ 171505 h 273738"/>
                <a:gd name="csX339" fmla="*/ 116088 w 358774"/>
                <a:gd name="csY339" fmla="*/ 162428 h 273738"/>
                <a:gd name="csX340" fmla="*/ 110833 w 358774"/>
                <a:gd name="csY340" fmla="*/ 160517 h 273738"/>
                <a:gd name="csX341" fmla="*/ 103667 w 358774"/>
                <a:gd name="csY341" fmla="*/ 158606 h 273738"/>
                <a:gd name="csX342" fmla="*/ 99845 w 358774"/>
                <a:gd name="csY342" fmla="*/ 158128 h 273738"/>
                <a:gd name="csX343" fmla="*/ 94590 w 358774"/>
                <a:gd name="csY343" fmla="*/ 159084 h 273738"/>
                <a:gd name="csX344" fmla="*/ 92679 w 358774"/>
                <a:gd name="csY344" fmla="*/ 159084 h 273738"/>
                <a:gd name="csX345" fmla="*/ 87424 w 358774"/>
                <a:gd name="csY345" fmla="*/ 160995 h 273738"/>
                <a:gd name="csX346" fmla="*/ 82647 w 358774"/>
                <a:gd name="csY346" fmla="*/ 162428 h 273738"/>
                <a:gd name="csX347" fmla="*/ 73093 w 358774"/>
                <a:gd name="csY347" fmla="*/ 163383 h 273738"/>
                <a:gd name="csX348" fmla="*/ 59716 w 358774"/>
                <a:gd name="csY348" fmla="*/ 164339 h 273738"/>
                <a:gd name="csX349" fmla="*/ 57805 w 358774"/>
                <a:gd name="csY349" fmla="*/ 163861 h 273738"/>
                <a:gd name="csX350" fmla="*/ 54939 w 358774"/>
                <a:gd name="csY350" fmla="*/ 162428 h 273738"/>
                <a:gd name="csX351" fmla="*/ 53028 w 358774"/>
                <a:gd name="csY351" fmla="*/ 161950 h 273738"/>
                <a:gd name="csX352" fmla="*/ 39651 w 358774"/>
                <a:gd name="csY352" fmla="*/ 163383 h 273738"/>
                <a:gd name="csX353" fmla="*/ 27708 w 358774"/>
                <a:gd name="csY353" fmla="*/ 161950 h 273738"/>
                <a:gd name="csX354" fmla="*/ 14332 w 358774"/>
                <a:gd name="csY354" fmla="*/ 147618 h 273738"/>
                <a:gd name="csX355" fmla="*/ 12421 w 358774"/>
                <a:gd name="csY355" fmla="*/ 142841 h 273738"/>
                <a:gd name="csX356" fmla="*/ 12899 w 358774"/>
                <a:gd name="csY356" fmla="*/ 141408 h 273738"/>
                <a:gd name="csX357" fmla="*/ 14332 w 358774"/>
                <a:gd name="csY357" fmla="*/ 139497 h 273738"/>
                <a:gd name="csX358" fmla="*/ 21020 w 358774"/>
                <a:gd name="csY358" fmla="*/ 133764 h 273738"/>
                <a:gd name="csX359" fmla="*/ 23409 w 358774"/>
                <a:gd name="csY359" fmla="*/ 132331 h 273738"/>
                <a:gd name="csX360" fmla="*/ 33441 w 358774"/>
                <a:gd name="csY360" fmla="*/ 129465 h 273738"/>
                <a:gd name="csX361" fmla="*/ 43473 w 358774"/>
                <a:gd name="csY361" fmla="*/ 125643 h 273738"/>
                <a:gd name="csX362" fmla="*/ 51117 w 358774"/>
                <a:gd name="csY362" fmla="*/ 122299 h 273738"/>
                <a:gd name="csX363" fmla="*/ 54939 w 358774"/>
                <a:gd name="csY363" fmla="*/ 120865 h 273738"/>
                <a:gd name="csX364" fmla="*/ 58761 w 358774"/>
                <a:gd name="csY364" fmla="*/ 120865 h 273738"/>
                <a:gd name="csX365" fmla="*/ 61627 w 358774"/>
                <a:gd name="csY365" fmla="*/ 119910 h 273738"/>
                <a:gd name="csX366" fmla="*/ 61149 w 358774"/>
                <a:gd name="csY366" fmla="*/ 118477 h 273738"/>
                <a:gd name="csX367" fmla="*/ 58283 w 358774"/>
                <a:gd name="csY367" fmla="*/ 117521 h 273738"/>
                <a:gd name="csX368" fmla="*/ 58283 w 358774"/>
                <a:gd name="csY368" fmla="*/ 115610 h 273738"/>
                <a:gd name="csX369" fmla="*/ 59716 w 358774"/>
                <a:gd name="csY369" fmla="*/ 114655 h 273738"/>
                <a:gd name="csX370" fmla="*/ 64493 w 358774"/>
                <a:gd name="csY370" fmla="*/ 113700 h 273738"/>
                <a:gd name="csX371" fmla="*/ 69749 w 358774"/>
                <a:gd name="csY371" fmla="*/ 115133 h 273738"/>
                <a:gd name="csX372" fmla="*/ 72615 w 358774"/>
                <a:gd name="csY372" fmla="*/ 114655 h 273738"/>
                <a:gd name="csX373" fmla="*/ 73093 w 358774"/>
                <a:gd name="csY373" fmla="*/ 113222 h 273738"/>
                <a:gd name="csX374" fmla="*/ 72615 w 358774"/>
                <a:gd name="csY374" fmla="*/ 112266 h 273738"/>
                <a:gd name="csX375" fmla="*/ 67837 w 358774"/>
                <a:gd name="csY375" fmla="*/ 110355 h 273738"/>
                <a:gd name="csX376" fmla="*/ 43951 w 358774"/>
                <a:gd name="csY376" fmla="*/ 116088 h 273738"/>
                <a:gd name="csX377" fmla="*/ 32963 w 358774"/>
                <a:gd name="csY377" fmla="*/ 116566 h 273738"/>
                <a:gd name="csX378" fmla="*/ 25320 w 358774"/>
                <a:gd name="csY378" fmla="*/ 119432 h 273738"/>
                <a:gd name="csX379" fmla="*/ 21020 w 358774"/>
                <a:gd name="csY379" fmla="*/ 118955 h 273738"/>
                <a:gd name="csX380" fmla="*/ 15765 w 358774"/>
                <a:gd name="csY380" fmla="*/ 116566 h 273738"/>
                <a:gd name="csX381" fmla="*/ 15287 w 358774"/>
                <a:gd name="csY381" fmla="*/ 116088 h 273738"/>
                <a:gd name="csX382" fmla="*/ 15287 w 358774"/>
                <a:gd name="csY382" fmla="*/ 114655 h 273738"/>
                <a:gd name="csX383" fmla="*/ 16721 w 358774"/>
                <a:gd name="csY383" fmla="*/ 111311 h 273738"/>
                <a:gd name="csX384" fmla="*/ 21976 w 358774"/>
                <a:gd name="csY384" fmla="*/ 109400 h 273738"/>
                <a:gd name="csX385" fmla="*/ 24842 w 358774"/>
                <a:gd name="csY385" fmla="*/ 103667 h 273738"/>
                <a:gd name="csX386" fmla="*/ 21976 w 358774"/>
                <a:gd name="csY386" fmla="*/ 103667 h 273738"/>
                <a:gd name="csX387" fmla="*/ 12421 w 358774"/>
                <a:gd name="csY387" fmla="*/ 105100 h 273738"/>
                <a:gd name="csX388" fmla="*/ 8121 w 358774"/>
                <a:gd name="csY388" fmla="*/ 104145 h 273738"/>
                <a:gd name="csX389" fmla="*/ 2389 w 358774"/>
                <a:gd name="csY389" fmla="*/ 102234 h 273738"/>
                <a:gd name="csX390" fmla="*/ 955 w 358774"/>
                <a:gd name="csY390" fmla="*/ 99368 h 273738"/>
                <a:gd name="csX391" fmla="*/ 0 w 358774"/>
                <a:gd name="csY391" fmla="*/ 97935 h 273738"/>
                <a:gd name="csX392" fmla="*/ 0 w 358774"/>
                <a:gd name="csY392" fmla="*/ 95546 h 273738"/>
                <a:gd name="csX393" fmla="*/ 0 w 358774"/>
                <a:gd name="csY393" fmla="*/ 88858 h 273738"/>
                <a:gd name="csX394" fmla="*/ 478 w 358774"/>
                <a:gd name="csY394" fmla="*/ 85514 h 273738"/>
                <a:gd name="csX395" fmla="*/ 955 w 358774"/>
                <a:gd name="csY395" fmla="*/ 85036 h 273738"/>
                <a:gd name="csX396" fmla="*/ 8121 w 358774"/>
                <a:gd name="csY396" fmla="*/ 74048 h 273738"/>
                <a:gd name="csX397" fmla="*/ 12421 w 358774"/>
                <a:gd name="csY397" fmla="*/ 71659 h 273738"/>
                <a:gd name="csX398" fmla="*/ 15287 w 358774"/>
                <a:gd name="csY398" fmla="*/ 68315 h 273738"/>
                <a:gd name="csX399" fmla="*/ 15765 w 358774"/>
                <a:gd name="csY399" fmla="*/ 66882 h 273738"/>
                <a:gd name="csX400" fmla="*/ 14810 w 358774"/>
                <a:gd name="csY400" fmla="*/ 65449 h 273738"/>
                <a:gd name="csX401" fmla="*/ 11943 w 358774"/>
                <a:gd name="csY401" fmla="*/ 62105 h 273738"/>
                <a:gd name="csX402" fmla="*/ 10988 w 358774"/>
                <a:gd name="csY402" fmla="*/ 60194 h 273738"/>
                <a:gd name="csX403" fmla="*/ 10032 w 358774"/>
                <a:gd name="csY403" fmla="*/ 58283 h 273738"/>
                <a:gd name="csX404" fmla="*/ 10510 w 358774"/>
                <a:gd name="csY404" fmla="*/ 55894 h 273738"/>
                <a:gd name="csX405" fmla="*/ 12421 w 358774"/>
                <a:gd name="csY405" fmla="*/ 52072 h 273738"/>
                <a:gd name="csX406" fmla="*/ 17198 w 358774"/>
                <a:gd name="csY406" fmla="*/ 45862 h 273738"/>
                <a:gd name="csX407" fmla="*/ 28664 w 358774"/>
                <a:gd name="csY407" fmla="*/ 33919 h 273738"/>
                <a:gd name="csX408" fmla="*/ 34396 w 358774"/>
                <a:gd name="csY408" fmla="*/ 28664 h 273738"/>
                <a:gd name="csX409" fmla="*/ 40129 w 358774"/>
                <a:gd name="csY409" fmla="*/ 25797 h 273738"/>
                <a:gd name="csX410" fmla="*/ 48251 w 358774"/>
                <a:gd name="csY410" fmla="*/ 20065 h 273738"/>
                <a:gd name="csX411" fmla="*/ 68315 w 358774"/>
                <a:gd name="csY411" fmla="*/ 10032 h 273738"/>
                <a:gd name="csX412" fmla="*/ 86469 w 358774"/>
                <a:gd name="csY412" fmla="*/ 0 h 273738"/>
                <a:gd name="csX413" fmla="*/ 93157 w 358774"/>
                <a:gd name="csY413" fmla="*/ 2866 h 273738"/>
                <a:gd name="csX414" fmla="*/ 95068 w 358774"/>
                <a:gd name="csY414" fmla="*/ 4777 h 273738"/>
                <a:gd name="csX415" fmla="*/ 96024 w 358774"/>
                <a:gd name="csY415" fmla="*/ 6688 h 273738"/>
                <a:gd name="csX416" fmla="*/ 96501 w 358774"/>
                <a:gd name="csY416" fmla="*/ 9077 h 273738"/>
                <a:gd name="csX417" fmla="*/ 96979 w 358774"/>
                <a:gd name="csY417" fmla="*/ 12421 h 273738"/>
                <a:gd name="csX418" fmla="*/ 97935 w 358774"/>
                <a:gd name="csY418" fmla="*/ 19109 h 273738"/>
                <a:gd name="csX419" fmla="*/ 97935 w 358774"/>
                <a:gd name="csY419" fmla="*/ 22453 h 273738"/>
                <a:gd name="csX420" fmla="*/ 97935 w 358774"/>
                <a:gd name="csY420" fmla="*/ 26275 h 273738"/>
                <a:gd name="csX421" fmla="*/ 97457 w 358774"/>
                <a:gd name="csY421" fmla="*/ 29141 h 273738"/>
                <a:gd name="csX422" fmla="*/ 96979 w 358774"/>
                <a:gd name="csY422" fmla="*/ 32008 h 273738"/>
                <a:gd name="csX423" fmla="*/ 95546 w 358774"/>
                <a:gd name="csY423" fmla="*/ 35352 h 273738"/>
                <a:gd name="csX424" fmla="*/ 93635 w 358774"/>
                <a:gd name="csY424" fmla="*/ 39651 h 273738"/>
                <a:gd name="csX425" fmla="*/ 89335 w 358774"/>
                <a:gd name="csY425" fmla="*/ 46340 h 273738"/>
                <a:gd name="csX426" fmla="*/ 88858 w 358774"/>
                <a:gd name="csY426" fmla="*/ 48251 h 273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</a:cxnLst>
              <a:rect l="l" t="t" r="r" b="b"/>
              <a:pathLst>
                <a:path w="358774" h="273738">
                  <a:moveTo>
                    <a:pt x="88858" y="48251"/>
                  </a:moveTo>
                  <a:lnTo>
                    <a:pt x="89813" y="49206"/>
                  </a:lnTo>
                  <a:lnTo>
                    <a:pt x="92202" y="48728"/>
                  </a:lnTo>
                  <a:lnTo>
                    <a:pt x="95546" y="46340"/>
                  </a:lnTo>
                  <a:lnTo>
                    <a:pt x="99845" y="44907"/>
                  </a:lnTo>
                  <a:lnTo>
                    <a:pt x="105100" y="43473"/>
                  </a:lnTo>
                  <a:lnTo>
                    <a:pt x="106534" y="45384"/>
                  </a:lnTo>
                  <a:lnTo>
                    <a:pt x="107489" y="44907"/>
                  </a:lnTo>
                  <a:lnTo>
                    <a:pt x="108922" y="42518"/>
                  </a:lnTo>
                  <a:lnTo>
                    <a:pt x="109400" y="40607"/>
                  </a:lnTo>
                  <a:lnTo>
                    <a:pt x="108922" y="38696"/>
                  </a:lnTo>
                  <a:lnTo>
                    <a:pt x="109400" y="34396"/>
                  </a:lnTo>
                  <a:lnTo>
                    <a:pt x="109878" y="32008"/>
                  </a:lnTo>
                  <a:lnTo>
                    <a:pt x="113222" y="26753"/>
                  </a:lnTo>
                  <a:lnTo>
                    <a:pt x="114655" y="24842"/>
                  </a:lnTo>
                  <a:lnTo>
                    <a:pt x="117521" y="23886"/>
                  </a:lnTo>
                  <a:lnTo>
                    <a:pt x="123732" y="24364"/>
                  </a:lnTo>
                  <a:lnTo>
                    <a:pt x="129942" y="27230"/>
                  </a:lnTo>
                  <a:lnTo>
                    <a:pt x="137586" y="30575"/>
                  </a:lnTo>
                  <a:lnTo>
                    <a:pt x="149529" y="37741"/>
                  </a:lnTo>
                  <a:lnTo>
                    <a:pt x="153351" y="41085"/>
                  </a:lnTo>
                  <a:lnTo>
                    <a:pt x="153829" y="43951"/>
                  </a:lnTo>
                  <a:lnTo>
                    <a:pt x="151440" y="49684"/>
                  </a:lnTo>
                  <a:lnTo>
                    <a:pt x="146663" y="57805"/>
                  </a:lnTo>
                  <a:lnTo>
                    <a:pt x="142363" y="61149"/>
                  </a:lnTo>
                  <a:lnTo>
                    <a:pt x="140930" y="62582"/>
                  </a:lnTo>
                  <a:lnTo>
                    <a:pt x="143319" y="64016"/>
                  </a:lnTo>
                  <a:lnTo>
                    <a:pt x="145230" y="65927"/>
                  </a:lnTo>
                  <a:lnTo>
                    <a:pt x="147618" y="63060"/>
                  </a:lnTo>
                  <a:lnTo>
                    <a:pt x="149529" y="59716"/>
                  </a:lnTo>
                  <a:lnTo>
                    <a:pt x="152396" y="56850"/>
                  </a:lnTo>
                  <a:lnTo>
                    <a:pt x="153351" y="56372"/>
                  </a:lnTo>
                  <a:lnTo>
                    <a:pt x="153351" y="57328"/>
                  </a:lnTo>
                  <a:lnTo>
                    <a:pt x="152873" y="58761"/>
                  </a:lnTo>
                  <a:lnTo>
                    <a:pt x="152873" y="60194"/>
                  </a:lnTo>
                  <a:lnTo>
                    <a:pt x="152873" y="61627"/>
                  </a:lnTo>
                  <a:lnTo>
                    <a:pt x="153351" y="62105"/>
                  </a:lnTo>
                  <a:lnTo>
                    <a:pt x="154784" y="62582"/>
                  </a:lnTo>
                  <a:lnTo>
                    <a:pt x="155740" y="62105"/>
                  </a:lnTo>
                  <a:lnTo>
                    <a:pt x="159562" y="58283"/>
                  </a:lnTo>
                  <a:lnTo>
                    <a:pt x="162906" y="52072"/>
                  </a:lnTo>
                  <a:lnTo>
                    <a:pt x="168161" y="48251"/>
                  </a:lnTo>
                  <a:lnTo>
                    <a:pt x="169594" y="45862"/>
                  </a:lnTo>
                  <a:lnTo>
                    <a:pt x="174371" y="44429"/>
                  </a:lnTo>
                  <a:lnTo>
                    <a:pt x="174371" y="42996"/>
                  </a:lnTo>
                  <a:lnTo>
                    <a:pt x="174371" y="38218"/>
                  </a:lnTo>
                  <a:lnTo>
                    <a:pt x="172938" y="36307"/>
                  </a:lnTo>
                  <a:lnTo>
                    <a:pt x="167683" y="32008"/>
                  </a:lnTo>
                  <a:lnTo>
                    <a:pt x="164817" y="26753"/>
                  </a:lnTo>
                  <a:lnTo>
                    <a:pt x="165294" y="22931"/>
                  </a:lnTo>
                  <a:lnTo>
                    <a:pt x="168161" y="23409"/>
                  </a:lnTo>
                  <a:lnTo>
                    <a:pt x="176760" y="23886"/>
                  </a:lnTo>
                  <a:lnTo>
                    <a:pt x="178193" y="24364"/>
                  </a:lnTo>
                  <a:lnTo>
                    <a:pt x="186314" y="31052"/>
                  </a:lnTo>
                  <a:lnTo>
                    <a:pt x="188703" y="35352"/>
                  </a:lnTo>
                  <a:lnTo>
                    <a:pt x="191092" y="37263"/>
                  </a:lnTo>
                  <a:lnTo>
                    <a:pt x="195869" y="40129"/>
                  </a:lnTo>
                  <a:lnTo>
                    <a:pt x="197302" y="42518"/>
                  </a:lnTo>
                  <a:lnTo>
                    <a:pt x="198258" y="43951"/>
                  </a:lnTo>
                  <a:lnTo>
                    <a:pt x="198735" y="44907"/>
                  </a:lnTo>
                  <a:lnTo>
                    <a:pt x="198735" y="45862"/>
                  </a:lnTo>
                  <a:lnTo>
                    <a:pt x="198258" y="48251"/>
                  </a:lnTo>
                  <a:lnTo>
                    <a:pt x="199213" y="49206"/>
                  </a:lnTo>
                  <a:lnTo>
                    <a:pt x="202079" y="50162"/>
                  </a:lnTo>
                  <a:lnTo>
                    <a:pt x="203035" y="51117"/>
                  </a:lnTo>
                  <a:lnTo>
                    <a:pt x="204468" y="53983"/>
                  </a:lnTo>
                  <a:lnTo>
                    <a:pt x="205424" y="59238"/>
                  </a:lnTo>
                  <a:lnTo>
                    <a:pt x="206857" y="64971"/>
                  </a:lnTo>
                  <a:lnTo>
                    <a:pt x="208768" y="75959"/>
                  </a:lnTo>
                  <a:lnTo>
                    <a:pt x="212590" y="89813"/>
                  </a:lnTo>
                  <a:lnTo>
                    <a:pt x="214023" y="98412"/>
                  </a:lnTo>
                  <a:lnTo>
                    <a:pt x="214500" y="99845"/>
                  </a:lnTo>
                  <a:lnTo>
                    <a:pt x="214978" y="101279"/>
                  </a:lnTo>
                  <a:lnTo>
                    <a:pt x="217845" y="102712"/>
                  </a:lnTo>
                  <a:lnTo>
                    <a:pt x="219756" y="105100"/>
                  </a:lnTo>
                  <a:lnTo>
                    <a:pt x="221666" y="105578"/>
                  </a:lnTo>
                  <a:lnTo>
                    <a:pt x="222144" y="105578"/>
                  </a:lnTo>
                  <a:lnTo>
                    <a:pt x="223100" y="103667"/>
                  </a:lnTo>
                  <a:lnTo>
                    <a:pt x="224533" y="100323"/>
                  </a:lnTo>
                  <a:lnTo>
                    <a:pt x="231221" y="94590"/>
                  </a:lnTo>
                  <a:lnTo>
                    <a:pt x="231221" y="93635"/>
                  </a:lnTo>
                  <a:lnTo>
                    <a:pt x="230743" y="92202"/>
                  </a:lnTo>
                  <a:lnTo>
                    <a:pt x="230266" y="91246"/>
                  </a:lnTo>
                  <a:lnTo>
                    <a:pt x="230266" y="90769"/>
                  </a:lnTo>
                  <a:lnTo>
                    <a:pt x="231699" y="90291"/>
                  </a:lnTo>
                  <a:lnTo>
                    <a:pt x="227399" y="82647"/>
                  </a:lnTo>
                  <a:lnTo>
                    <a:pt x="224055" y="75003"/>
                  </a:lnTo>
                  <a:lnTo>
                    <a:pt x="222144" y="65927"/>
                  </a:lnTo>
                  <a:lnTo>
                    <a:pt x="221666" y="63538"/>
                  </a:lnTo>
                  <a:lnTo>
                    <a:pt x="221666" y="57805"/>
                  </a:lnTo>
                  <a:lnTo>
                    <a:pt x="220711" y="55894"/>
                  </a:lnTo>
                  <a:lnTo>
                    <a:pt x="219756" y="54461"/>
                  </a:lnTo>
                  <a:lnTo>
                    <a:pt x="219278" y="53028"/>
                  </a:lnTo>
                  <a:lnTo>
                    <a:pt x="219756" y="50639"/>
                  </a:lnTo>
                  <a:lnTo>
                    <a:pt x="219278" y="48728"/>
                  </a:lnTo>
                  <a:lnTo>
                    <a:pt x="218322" y="44907"/>
                  </a:lnTo>
                  <a:lnTo>
                    <a:pt x="213545" y="16721"/>
                  </a:lnTo>
                  <a:lnTo>
                    <a:pt x="213545" y="14332"/>
                  </a:lnTo>
                  <a:lnTo>
                    <a:pt x="214023" y="11943"/>
                  </a:lnTo>
                  <a:lnTo>
                    <a:pt x="215934" y="10988"/>
                  </a:lnTo>
                  <a:lnTo>
                    <a:pt x="218322" y="10510"/>
                  </a:lnTo>
                  <a:lnTo>
                    <a:pt x="219278" y="10032"/>
                  </a:lnTo>
                  <a:lnTo>
                    <a:pt x="218322" y="9077"/>
                  </a:lnTo>
                  <a:lnTo>
                    <a:pt x="216411" y="5733"/>
                  </a:lnTo>
                  <a:lnTo>
                    <a:pt x="216411" y="4300"/>
                  </a:lnTo>
                  <a:lnTo>
                    <a:pt x="217367" y="1433"/>
                  </a:lnTo>
                  <a:lnTo>
                    <a:pt x="223577" y="2866"/>
                  </a:lnTo>
                  <a:lnTo>
                    <a:pt x="227877" y="5255"/>
                  </a:lnTo>
                  <a:lnTo>
                    <a:pt x="235521" y="11465"/>
                  </a:lnTo>
                  <a:lnTo>
                    <a:pt x="236476" y="10988"/>
                  </a:lnTo>
                  <a:lnTo>
                    <a:pt x="237431" y="8121"/>
                  </a:lnTo>
                  <a:lnTo>
                    <a:pt x="238865" y="6210"/>
                  </a:lnTo>
                  <a:lnTo>
                    <a:pt x="241253" y="6688"/>
                  </a:lnTo>
                  <a:lnTo>
                    <a:pt x="247942" y="10988"/>
                  </a:lnTo>
                  <a:lnTo>
                    <a:pt x="256063" y="19109"/>
                  </a:lnTo>
                  <a:lnTo>
                    <a:pt x="261318" y="22931"/>
                  </a:lnTo>
                  <a:lnTo>
                    <a:pt x="265140" y="28186"/>
                  </a:lnTo>
                  <a:lnTo>
                    <a:pt x="267528" y="32963"/>
                  </a:lnTo>
                  <a:lnTo>
                    <a:pt x="269439" y="36785"/>
                  </a:lnTo>
                  <a:lnTo>
                    <a:pt x="269439" y="38218"/>
                  </a:lnTo>
                  <a:lnTo>
                    <a:pt x="268962" y="39651"/>
                  </a:lnTo>
                  <a:lnTo>
                    <a:pt x="269439" y="41562"/>
                  </a:lnTo>
                  <a:lnTo>
                    <a:pt x="270395" y="43951"/>
                  </a:lnTo>
                  <a:lnTo>
                    <a:pt x="271350" y="45862"/>
                  </a:lnTo>
                  <a:lnTo>
                    <a:pt x="271828" y="50639"/>
                  </a:lnTo>
                  <a:lnTo>
                    <a:pt x="272784" y="56372"/>
                  </a:lnTo>
                  <a:lnTo>
                    <a:pt x="272784" y="59238"/>
                  </a:lnTo>
                  <a:lnTo>
                    <a:pt x="279949" y="85036"/>
                  </a:lnTo>
                  <a:lnTo>
                    <a:pt x="281383" y="89813"/>
                  </a:lnTo>
                  <a:lnTo>
                    <a:pt x="282338" y="91724"/>
                  </a:lnTo>
                  <a:lnTo>
                    <a:pt x="287115" y="101279"/>
                  </a:lnTo>
                  <a:lnTo>
                    <a:pt x="289982" y="108445"/>
                  </a:lnTo>
                  <a:lnTo>
                    <a:pt x="289982" y="113222"/>
                  </a:lnTo>
                  <a:lnTo>
                    <a:pt x="290459" y="114655"/>
                  </a:lnTo>
                  <a:lnTo>
                    <a:pt x="290459" y="116566"/>
                  </a:lnTo>
                  <a:lnTo>
                    <a:pt x="290459" y="119910"/>
                  </a:lnTo>
                  <a:lnTo>
                    <a:pt x="289982" y="122299"/>
                  </a:lnTo>
                  <a:lnTo>
                    <a:pt x="288549" y="124210"/>
                  </a:lnTo>
                  <a:lnTo>
                    <a:pt x="287593" y="127554"/>
                  </a:lnTo>
                  <a:lnTo>
                    <a:pt x="286160" y="133764"/>
                  </a:lnTo>
                  <a:lnTo>
                    <a:pt x="286160" y="135675"/>
                  </a:lnTo>
                  <a:lnTo>
                    <a:pt x="287115" y="137586"/>
                  </a:lnTo>
                  <a:lnTo>
                    <a:pt x="294281" y="145230"/>
                  </a:lnTo>
                  <a:lnTo>
                    <a:pt x="298103" y="154307"/>
                  </a:lnTo>
                  <a:lnTo>
                    <a:pt x="300492" y="156217"/>
                  </a:lnTo>
                  <a:lnTo>
                    <a:pt x="305747" y="161473"/>
                  </a:lnTo>
                  <a:lnTo>
                    <a:pt x="311480" y="164817"/>
                  </a:lnTo>
                  <a:lnTo>
                    <a:pt x="313391" y="166250"/>
                  </a:lnTo>
                  <a:lnTo>
                    <a:pt x="315301" y="168161"/>
                  </a:lnTo>
                  <a:lnTo>
                    <a:pt x="315779" y="168161"/>
                  </a:lnTo>
                  <a:lnTo>
                    <a:pt x="316735" y="168161"/>
                  </a:lnTo>
                  <a:lnTo>
                    <a:pt x="317212" y="167205"/>
                  </a:lnTo>
                  <a:lnTo>
                    <a:pt x="317212" y="166728"/>
                  </a:lnTo>
                  <a:lnTo>
                    <a:pt x="315779" y="162428"/>
                  </a:lnTo>
                  <a:lnTo>
                    <a:pt x="315301" y="160517"/>
                  </a:lnTo>
                  <a:lnTo>
                    <a:pt x="316257" y="160517"/>
                  </a:lnTo>
                  <a:lnTo>
                    <a:pt x="321990" y="167683"/>
                  </a:lnTo>
                  <a:lnTo>
                    <a:pt x="325334" y="170549"/>
                  </a:lnTo>
                  <a:lnTo>
                    <a:pt x="329633" y="173416"/>
                  </a:lnTo>
                  <a:lnTo>
                    <a:pt x="337277" y="180582"/>
                  </a:lnTo>
                  <a:lnTo>
                    <a:pt x="338232" y="181059"/>
                  </a:lnTo>
                  <a:lnTo>
                    <a:pt x="342532" y="180582"/>
                  </a:lnTo>
                  <a:lnTo>
                    <a:pt x="343487" y="181059"/>
                  </a:lnTo>
                  <a:lnTo>
                    <a:pt x="343965" y="181537"/>
                  </a:lnTo>
                  <a:lnTo>
                    <a:pt x="344443" y="182493"/>
                  </a:lnTo>
                  <a:lnTo>
                    <a:pt x="344443" y="186314"/>
                  </a:lnTo>
                  <a:lnTo>
                    <a:pt x="345876" y="188703"/>
                  </a:lnTo>
                  <a:lnTo>
                    <a:pt x="352087" y="187748"/>
                  </a:lnTo>
                  <a:lnTo>
                    <a:pt x="353998" y="187748"/>
                  </a:lnTo>
                  <a:lnTo>
                    <a:pt x="354953" y="188703"/>
                  </a:lnTo>
                  <a:lnTo>
                    <a:pt x="355908" y="189659"/>
                  </a:lnTo>
                  <a:lnTo>
                    <a:pt x="357342" y="193958"/>
                  </a:lnTo>
                  <a:lnTo>
                    <a:pt x="358775" y="202557"/>
                  </a:lnTo>
                  <a:lnTo>
                    <a:pt x="358775" y="205901"/>
                  </a:lnTo>
                  <a:lnTo>
                    <a:pt x="358297" y="210679"/>
                  </a:lnTo>
                  <a:lnTo>
                    <a:pt x="357342" y="212590"/>
                  </a:lnTo>
                  <a:lnTo>
                    <a:pt x="355908" y="213067"/>
                  </a:lnTo>
                  <a:lnTo>
                    <a:pt x="352564" y="212590"/>
                  </a:lnTo>
                  <a:lnTo>
                    <a:pt x="350176" y="211156"/>
                  </a:lnTo>
                  <a:lnTo>
                    <a:pt x="348742" y="208768"/>
                  </a:lnTo>
                  <a:lnTo>
                    <a:pt x="347787" y="204468"/>
                  </a:lnTo>
                  <a:lnTo>
                    <a:pt x="347309" y="203513"/>
                  </a:lnTo>
                  <a:lnTo>
                    <a:pt x="346832" y="204468"/>
                  </a:lnTo>
                  <a:lnTo>
                    <a:pt x="345876" y="208768"/>
                  </a:lnTo>
                  <a:lnTo>
                    <a:pt x="344921" y="210679"/>
                  </a:lnTo>
                  <a:lnTo>
                    <a:pt x="343965" y="211634"/>
                  </a:lnTo>
                  <a:lnTo>
                    <a:pt x="342532" y="211156"/>
                  </a:lnTo>
                  <a:lnTo>
                    <a:pt x="339666" y="209723"/>
                  </a:lnTo>
                  <a:lnTo>
                    <a:pt x="334888" y="204946"/>
                  </a:lnTo>
                  <a:lnTo>
                    <a:pt x="333455" y="203990"/>
                  </a:lnTo>
                  <a:lnTo>
                    <a:pt x="332500" y="203990"/>
                  </a:lnTo>
                  <a:lnTo>
                    <a:pt x="330111" y="205901"/>
                  </a:lnTo>
                  <a:lnTo>
                    <a:pt x="326767" y="208768"/>
                  </a:lnTo>
                  <a:lnTo>
                    <a:pt x="325334" y="210679"/>
                  </a:lnTo>
                  <a:lnTo>
                    <a:pt x="325811" y="212112"/>
                  </a:lnTo>
                  <a:lnTo>
                    <a:pt x="326289" y="213545"/>
                  </a:lnTo>
                  <a:lnTo>
                    <a:pt x="326289" y="215934"/>
                  </a:lnTo>
                  <a:lnTo>
                    <a:pt x="326289" y="217367"/>
                  </a:lnTo>
                  <a:lnTo>
                    <a:pt x="325811" y="218322"/>
                  </a:lnTo>
                  <a:lnTo>
                    <a:pt x="324856" y="219278"/>
                  </a:lnTo>
                  <a:lnTo>
                    <a:pt x="322467" y="219278"/>
                  </a:lnTo>
                  <a:lnTo>
                    <a:pt x="318645" y="218800"/>
                  </a:lnTo>
                  <a:lnTo>
                    <a:pt x="316257" y="216889"/>
                  </a:lnTo>
                  <a:lnTo>
                    <a:pt x="311002" y="213067"/>
                  </a:lnTo>
                  <a:lnTo>
                    <a:pt x="310046" y="212590"/>
                  </a:lnTo>
                  <a:lnTo>
                    <a:pt x="308613" y="213067"/>
                  </a:lnTo>
                  <a:lnTo>
                    <a:pt x="308135" y="214500"/>
                  </a:lnTo>
                  <a:lnTo>
                    <a:pt x="309091" y="216411"/>
                  </a:lnTo>
                  <a:lnTo>
                    <a:pt x="311480" y="218322"/>
                  </a:lnTo>
                  <a:lnTo>
                    <a:pt x="314346" y="222144"/>
                  </a:lnTo>
                  <a:lnTo>
                    <a:pt x="315301" y="223100"/>
                  </a:lnTo>
                  <a:lnTo>
                    <a:pt x="315779" y="222622"/>
                  </a:lnTo>
                  <a:lnTo>
                    <a:pt x="316257" y="223577"/>
                  </a:lnTo>
                  <a:lnTo>
                    <a:pt x="316735" y="225488"/>
                  </a:lnTo>
                  <a:lnTo>
                    <a:pt x="316257" y="228832"/>
                  </a:lnTo>
                  <a:lnTo>
                    <a:pt x="314824" y="235521"/>
                  </a:lnTo>
                  <a:lnTo>
                    <a:pt x="314824" y="237431"/>
                  </a:lnTo>
                  <a:lnTo>
                    <a:pt x="315301" y="236954"/>
                  </a:lnTo>
                  <a:lnTo>
                    <a:pt x="319601" y="230266"/>
                  </a:lnTo>
                  <a:lnTo>
                    <a:pt x="321512" y="228355"/>
                  </a:lnTo>
                  <a:lnTo>
                    <a:pt x="326289" y="225488"/>
                  </a:lnTo>
                  <a:lnTo>
                    <a:pt x="328200" y="223100"/>
                  </a:lnTo>
                  <a:lnTo>
                    <a:pt x="333933" y="222622"/>
                  </a:lnTo>
                  <a:lnTo>
                    <a:pt x="336322" y="224055"/>
                  </a:lnTo>
                  <a:lnTo>
                    <a:pt x="337755" y="225966"/>
                  </a:lnTo>
                  <a:lnTo>
                    <a:pt x="337755" y="226921"/>
                  </a:lnTo>
                  <a:lnTo>
                    <a:pt x="335844" y="229310"/>
                  </a:lnTo>
                  <a:lnTo>
                    <a:pt x="335844" y="230266"/>
                  </a:lnTo>
                  <a:lnTo>
                    <a:pt x="335844" y="231699"/>
                  </a:lnTo>
                  <a:lnTo>
                    <a:pt x="335844" y="233132"/>
                  </a:lnTo>
                  <a:lnTo>
                    <a:pt x="336322" y="234565"/>
                  </a:lnTo>
                  <a:lnTo>
                    <a:pt x="337277" y="235521"/>
                  </a:lnTo>
                  <a:lnTo>
                    <a:pt x="339188" y="235043"/>
                  </a:lnTo>
                  <a:lnTo>
                    <a:pt x="339666" y="235521"/>
                  </a:lnTo>
                  <a:lnTo>
                    <a:pt x="340621" y="236476"/>
                  </a:lnTo>
                  <a:lnTo>
                    <a:pt x="341099" y="238387"/>
                  </a:lnTo>
                  <a:lnTo>
                    <a:pt x="341099" y="240776"/>
                  </a:lnTo>
                  <a:lnTo>
                    <a:pt x="339666" y="246508"/>
                  </a:lnTo>
                  <a:lnTo>
                    <a:pt x="337277" y="248419"/>
                  </a:lnTo>
                  <a:lnTo>
                    <a:pt x="330111" y="251763"/>
                  </a:lnTo>
                  <a:lnTo>
                    <a:pt x="327245" y="253197"/>
                  </a:lnTo>
                  <a:lnTo>
                    <a:pt x="322467" y="254630"/>
                  </a:lnTo>
                  <a:lnTo>
                    <a:pt x="320556" y="256063"/>
                  </a:lnTo>
                  <a:lnTo>
                    <a:pt x="319123" y="256541"/>
                  </a:lnTo>
                  <a:lnTo>
                    <a:pt x="313868" y="256063"/>
                  </a:lnTo>
                  <a:lnTo>
                    <a:pt x="308135" y="257496"/>
                  </a:lnTo>
                  <a:lnTo>
                    <a:pt x="300970" y="255108"/>
                  </a:lnTo>
                  <a:lnTo>
                    <a:pt x="296192" y="254630"/>
                  </a:lnTo>
                  <a:lnTo>
                    <a:pt x="290459" y="251286"/>
                  </a:lnTo>
                  <a:lnTo>
                    <a:pt x="288071" y="252241"/>
                  </a:lnTo>
                  <a:lnTo>
                    <a:pt x="286160" y="254152"/>
                  </a:lnTo>
                  <a:lnTo>
                    <a:pt x="275650" y="251763"/>
                  </a:lnTo>
                  <a:lnTo>
                    <a:pt x="274217" y="249852"/>
                  </a:lnTo>
                  <a:lnTo>
                    <a:pt x="274694" y="248897"/>
                  </a:lnTo>
                  <a:lnTo>
                    <a:pt x="277083" y="245075"/>
                  </a:lnTo>
                  <a:lnTo>
                    <a:pt x="277083" y="244120"/>
                  </a:lnTo>
                  <a:lnTo>
                    <a:pt x="277083" y="243642"/>
                  </a:lnTo>
                  <a:lnTo>
                    <a:pt x="272306" y="242687"/>
                  </a:lnTo>
                  <a:lnTo>
                    <a:pt x="267051" y="240776"/>
                  </a:lnTo>
                  <a:lnTo>
                    <a:pt x="261796" y="239820"/>
                  </a:lnTo>
                  <a:lnTo>
                    <a:pt x="257496" y="240298"/>
                  </a:lnTo>
                  <a:lnTo>
                    <a:pt x="255107" y="239342"/>
                  </a:lnTo>
                  <a:lnTo>
                    <a:pt x="252241" y="237909"/>
                  </a:lnTo>
                  <a:lnTo>
                    <a:pt x="250808" y="235998"/>
                  </a:lnTo>
                  <a:lnTo>
                    <a:pt x="250808" y="234565"/>
                  </a:lnTo>
                  <a:lnTo>
                    <a:pt x="250808" y="233132"/>
                  </a:lnTo>
                  <a:lnTo>
                    <a:pt x="250808" y="230266"/>
                  </a:lnTo>
                  <a:lnTo>
                    <a:pt x="250808" y="227877"/>
                  </a:lnTo>
                  <a:lnTo>
                    <a:pt x="249375" y="226444"/>
                  </a:lnTo>
                  <a:lnTo>
                    <a:pt x="246986" y="225010"/>
                  </a:lnTo>
                  <a:lnTo>
                    <a:pt x="244597" y="225010"/>
                  </a:lnTo>
                  <a:lnTo>
                    <a:pt x="242686" y="226921"/>
                  </a:lnTo>
                  <a:lnTo>
                    <a:pt x="240776" y="229788"/>
                  </a:lnTo>
                  <a:lnTo>
                    <a:pt x="237431" y="238387"/>
                  </a:lnTo>
                  <a:lnTo>
                    <a:pt x="235521" y="239820"/>
                  </a:lnTo>
                  <a:lnTo>
                    <a:pt x="230743" y="246031"/>
                  </a:lnTo>
                  <a:lnTo>
                    <a:pt x="229310" y="247464"/>
                  </a:lnTo>
                  <a:lnTo>
                    <a:pt x="220711" y="249852"/>
                  </a:lnTo>
                  <a:lnTo>
                    <a:pt x="210679" y="250808"/>
                  </a:lnTo>
                  <a:lnTo>
                    <a:pt x="207335" y="252719"/>
                  </a:lnTo>
                  <a:lnTo>
                    <a:pt x="203513" y="256541"/>
                  </a:lnTo>
                  <a:lnTo>
                    <a:pt x="199213" y="259885"/>
                  </a:lnTo>
                  <a:lnTo>
                    <a:pt x="188703" y="263707"/>
                  </a:lnTo>
                  <a:lnTo>
                    <a:pt x="179149" y="266095"/>
                  </a:lnTo>
                  <a:lnTo>
                    <a:pt x="169116" y="267051"/>
                  </a:lnTo>
                  <a:lnTo>
                    <a:pt x="161472" y="268962"/>
                  </a:lnTo>
                  <a:lnTo>
                    <a:pt x="159562" y="268006"/>
                  </a:lnTo>
                  <a:lnTo>
                    <a:pt x="156217" y="268484"/>
                  </a:lnTo>
                  <a:lnTo>
                    <a:pt x="152396" y="270395"/>
                  </a:lnTo>
                  <a:lnTo>
                    <a:pt x="148096" y="270873"/>
                  </a:lnTo>
                  <a:lnTo>
                    <a:pt x="132809" y="271828"/>
                  </a:lnTo>
                  <a:lnTo>
                    <a:pt x="125643" y="273261"/>
                  </a:lnTo>
                  <a:lnTo>
                    <a:pt x="121821" y="273739"/>
                  </a:lnTo>
                  <a:lnTo>
                    <a:pt x="118477" y="273739"/>
                  </a:lnTo>
                  <a:lnTo>
                    <a:pt x="116566" y="272783"/>
                  </a:lnTo>
                  <a:lnTo>
                    <a:pt x="114177" y="270873"/>
                  </a:lnTo>
                  <a:lnTo>
                    <a:pt x="112266" y="268006"/>
                  </a:lnTo>
                  <a:lnTo>
                    <a:pt x="107967" y="259407"/>
                  </a:lnTo>
                  <a:lnTo>
                    <a:pt x="106534" y="255585"/>
                  </a:lnTo>
                  <a:lnTo>
                    <a:pt x="107011" y="249852"/>
                  </a:lnTo>
                  <a:lnTo>
                    <a:pt x="107011" y="246031"/>
                  </a:lnTo>
                  <a:lnTo>
                    <a:pt x="105578" y="238387"/>
                  </a:lnTo>
                  <a:lnTo>
                    <a:pt x="105100" y="237431"/>
                  </a:lnTo>
                  <a:lnTo>
                    <a:pt x="97457" y="234565"/>
                  </a:lnTo>
                  <a:lnTo>
                    <a:pt x="92679" y="234087"/>
                  </a:lnTo>
                  <a:lnTo>
                    <a:pt x="85036" y="233610"/>
                  </a:lnTo>
                  <a:lnTo>
                    <a:pt x="75959" y="234087"/>
                  </a:lnTo>
                  <a:lnTo>
                    <a:pt x="66882" y="233132"/>
                  </a:lnTo>
                  <a:lnTo>
                    <a:pt x="62105" y="232176"/>
                  </a:lnTo>
                  <a:lnTo>
                    <a:pt x="57328" y="230266"/>
                  </a:lnTo>
                  <a:lnTo>
                    <a:pt x="49206" y="225966"/>
                  </a:lnTo>
                  <a:lnTo>
                    <a:pt x="48728" y="225488"/>
                  </a:lnTo>
                  <a:lnTo>
                    <a:pt x="48251" y="224055"/>
                  </a:lnTo>
                  <a:lnTo>
                    <a:pt x="47295" y="221189"/>
                  </a:lnTo>
                  <a:lnTo>
                    <a:pt x="45384" y="217845"/>
                  </a:lnTo>
                  <a:lnTo>
                    <a:pt x="39651" y="210679"/>
                  </a:lnTo>
                  <a:lnTo>
                    <a:pt x="37741" y="205901"/>
                  </a:lnTo>
                  <a:lnTo>
                    <a:pt x="37263" y="204946"/>
                  </a:lnTo>
                  <a:lnTo>
                    <a:pt x="36785" y="201602"/>
                  </a:lnTo>
                  <a:lnTo>
                    <a:pt x="35830" y="196347"/>
                  </a:lnTo>
                  <a:lnTo>
                    <a:pt x="35830" y="193003"/>
                  </a:lnTo>
                  <a:lnTo>
                    <a:pt x="36307" y="190614"/>
                  </a:lnTo>
                  <a:lnTo>
                    <a:pt x="36785" y="190136"/>
                  </a:lnTo>
                  <a:lnTo>
                    <a:pt x="48251" y="186314"/>
                  </a:lnTo>
                  <a:lnTo>
                    <a:pt x="68793" y="182015"/>
                  </a:lnTo>
                  <a:lnTo>
                    <a:pt x="87424" y="179149"/>
                  </a:lnTo>
                  <a:lnTo>
                    <a:pt x="96024" y="179149"/>
                  </a:lnTo>
                  <a:lnTo>
                    <a:pt x="100801" y="180582"/>
                  </a:lnTo>
                  <a:lnTo>
                    <a:pt x="105578" y="181537"/>
                  </a:lnTo>
                  <a:lnTo>
                    <a:pt x="114655" y="181537"/>
                  </a:lnTo>
                  <a:lnTo>
                    <a:pt x="126121" y="183448"/>
                  </a:lnTo>
                  <a:lnTo>
                    <a:pt x="128509" y="183448"/>
                  </a:lnTo>
                  <a:lnTo>
                    <a:pt x="133286" y="182015"/>
                  </a:lnTo>
                  <a:lnTo>
                    <a:pt x="135197" y="181059"/>
                  </a:lnTo>
                  <a:lnTo>
                    <a:pt x="142841" y="181059"/>
                  </a:lnTo>
                  <a:lnTo>
                    <a:pt x="144752" y="180582"/>
                  </a:lnTo>
                  <a:lnTo>
                    <a:pt x="146185" y="179149"/>
                  </a:lnTo>
                  <a:lnTo>
                    <a:pt x="144274" y="176760"/>
                  </a:lnTo>
                  <a:lnTo>
                    <a:pt x="136631" y="171505"/>
                  </a:lnTo>
                  <a:lnTo>
                    <a:pt x="116088" y="162428"/>
                  </a:lnTo>
                  <a:lnTo>
                    <a:pt x="110833" y="160517"/>
                  </a:lnTo>
                  <a:lnTo>
                    <a:pt x="103667" y="158606"/>
                  </a:lnTo>
                  <a:lnTo>
                    <a:pt x="99845" y="158128"/>
                  </a:lnTo>
                  <a:lnTo>
                    <a:pt x="94590" y="159084"/>
                  </a:lnTo>
                  <a:lnTo>
                    <a:pt x="92679" y="159084"/>
                  </a:lnTo>
                  <a:lnTo>
                    <a:pt x="87424" y="160995"/>
                  </a:lnTo>
                  <a:lnTo>
                    <a:pt x="82647" y="162428"/>
                  </a:lnTo>
                  <a:lnTo>
                    <a:pt x="73093" y="163383"/>
                  </a:lnTo>
                  <a:lnTo>
                    <a:pt x="59716" y="164339"/>
                  </a:lnTo>
                  <a:lnTo>
                    <a:pt x="57805" y="163861"/>
                  </a:lnTo>
                  <a:lnTo>
                    <a:pt x="54939" y="162428"/>
                  </a:lnTo>
                  <a:lnTo>
                    <a:pt x="53028" y="161950"/>
                  </a:lnTo>
                  <a:lnTo>
                    <a:pt x="39651" y="163383"/>
                  </a:lnTo>
                  <a:lnTo>
                    <a:pt x="27708" y="161950"/>
                  </a:lnTo>
                  <a:lnTo>
                    <a:pt x="14332" y="147618"/>
                  </a:lnTo>
                  <a:lnTo>
                    <a:pt x="12421" y="142841"/>
                  </a:lnTo>
                  <a:lnTo>
                    <a:pt x="12899" y="141408"/>
                  </a:lnTo>
                  <a:lnTo>
                    <a:pt x="14332" y="139497"/>
                  </a:lnTo>
                  <a:lnTo>
                    <a:pt x="21020" y="133764"/>
                  </a:lnTo>
                  <a:lnTo>
                    <a:pt x="23409" y="132331"/>
                  </a:lnTo>
                  <a:lnTo>
                    <a:pt x="33441" y="129465"/>
                  </a:lnTo>
                  <a:lnTo>
                    <a:pt x="43473" y="125643"/>
                  </a:lnTo>
                  <a:lnTo>
                    <a:pt x="51117" y="122299"/>
                  </a:lnTo>
                  <a:lnTo>
                    <a:pt x="54939" y="120865"/>
                  </a:lnTo>
                  <a:lnTo>
                    <a:pt x="58761" y="120865"/>
                  </a:lnTo>
                  <a:lnTo>
                    <a:pt x="61627" y="119910"/>
                  </a:lnTo>
                  <a:lnTo>
                    <a:pt x="61149" y="118477"/>
                  </a:lnTo>
                  <a:lnTo>
                    <a:pt x="58283" y="117521"/>
                  </a:lnTo>
                  <a:lnTo>
                    <a:pt x="58283" y="115610"/>
                  </a:lnTo>
                  <a:lnTo>
                    <a:pt x="59716" y="114655"/>
                  </a:lnTo>
                  <a:lnTo>
                    <a:pt x="64493" y="113700"/>
                  </a:lnTo>
                  <a:lnTo>
                    <a:pt x="69749" y="115133"/>
                  </a:lnTo>
                  <a:lnTo>
                    <a:pt x="72615" y="114655"/>
                  </a:lnTo>
                  <a:lnTo>
                    <a:pt x="73093" y="113222"/>
                  </a:lnTo>
                  <a:lnTo>
                    <a:pt x="72615" y="112266"/>
                  </a:lnTo>
                  <a:lnTo>
                    <a:pt x="67837" y="110355"/>
                  </a:lnTo>
                  <a:lnTo>
                    <a:pt x="43951" y="116088"/>
                  </a:lnTo>
                  <a:lnTo>
                    <a:pt x="32963" y="116566"/>
                  </a:lnTo>
                  <a:lnTo>
                    <a:pt x="25320" y="119432"/>
                  </a:lnTo>
                  <a:lnTo>
                    <a:pt x="21020" y="118955"/>
                  </a:lnTo>
                  <a:lnTo>
                    <a:pt x="15765" y="116566"/>
                  </a:lnTo>
                  <a:lnTo>
                    <a:pt x="15287" y="116088"/>
                  </a:lnTo>
                  <a:lnTo>
                    <a:pt x="15287" y="114655"/>
                  </a:lnTo>
                  <a:lnTo>
                    <a:pt x="16721" y="111311"/>
                  </a:lnTo>
                  <a:lnTo>
                    <a:pt x="21976" y="109400"/>
                  </a:lnTo>
                  <a:lnTo>
                    <a:pt x="24842" y="103667"/>
                  </a:lnTo>
                  <a:lnTo>
                    <a:pt x="21976" y="103667"/>
                  </a:lnTo>
                  <a:lnTo>
                    <a:pt x="12421" y="105100"/>
                  </a:lnTo>
                  <a:lnTo>
                    <a:pt x="8121" y="104145"/>
                  </a:lnTo>
                  <a:lnTo>
                    <a:pt x="2389" y="102234"/>
                  </a:lnTo>
                  <a:lnTo>
                    <a:pt x="955" y="99368"/>
                  </a:lnTo>
                  <a:lnTo>
                    <a:pt x="0" y="97935"/>
                  </a:lnTo>
                  <a:lnTo>
                    <a:pt x="0" y="95546"/>
                  </a:lnTo>
                  <a:lnTo>
                    <a:pt x="0" y="88858"/>
                  </a:lnTo>
                  <a:lnTo>
                    <a:pt x="478" y="85514"/>
                  </a:lnTo>
                  <a:lnTo>
                    <a:pt x="955" y="85036"/>
                  </a:lnTo>
                  <a:lnTo>
                    <a:pt x="8121" y="74048"/>
                  </a:lnTo>
                  <a:lnTo>
                    <a:pt x="12421" y="71659"/>
                  </a:lnTo>
                  <a:lnTo>
                    <a:pt x="15287" y="68315"/>
                  </a:lnTo>
                  <a:lnTo>
                    <a:pt x="15765" y="66882"/>
                  </a:lnTo>
                  <a:lnTo>
                    <a:pt x="14810" y="65449"/>
                  </a:lnTo>
                  <a:lnTo>
                    <a:pt x="11943" y="62105"/>
                  </a:lnTo>
                  <a:lnTo>
                    <a:pt x="10988" y="60194"/>
                  </a:lnTo>
                  <a:lnTo>
                    <a:pt x="10032" y="58283"/>
                  </a:lnTo>
                  <a:lnTo>
                    <a:pt x="10510" y="55894"/>
                  </a:lnTo>
                  <a:lnTo>
                    <a:pt x="12421" y="52072"/>
                  </a:lnTo>
                  <a:lnTo>
                    <a:pt x="17198" y="45862"/>
                  </a:lnTo>
                  <a:lnTo>
                    <a:pt x="28664" y="33919"/>
                  </a:lnTo>
                  <a:lnTo>
                    <a:pt x="34396" y="28664"/>
                  </a:lnTo>
                  <a:lnTo>
                    <a:pt x="40129" y="25797"/>
                  </a:lnTo>
                  <a:lnTo>
                    <a:pt x="48251" y="20065"/>
                  </a:lnTo>
                  <a:lnTo>
                    <a:pt x="68315" y="10032"/>
                  </a:lnTo>
                  <a:lnTo>
                    <a:pt x="86469" y="0"/>
                  </a:lnTo>
                  <a:lnTo>
                    <a:pt x="93157" y="2866"/>
                  </a:lnTo>
                  <a:lnTo>
                    <a:pt x="95068" y="4777"/>
                  </a:lnTo>
                  <a:lnTo>
                    <a:pt x="96024" y="6688"/>
                  </a:lnTo>
                  <a:lnTo>
                    <a:pt x="96501" y="9077"/>
                  </a:lnTo>
                  <a:lnTo>
                    <a:pt x="96979" y="12421"/>
                  </a:lnTo>
                  <a:lnTo>
                    <a:pt x="97935" y="19109"/>
                  </a:lnTo>
                  <a:lnTo>
                    <a:pt x="97935" y="22453"/>
                  </a:lnTo>
                  <a:lnTo>
                    <a:pt x="97935" y="26275"/>
                  </a:lnTo>
                  <a:lnTo>
                    <a:pt x="97457" y="29141"/>
                  </a:lnTo>
                  <a:lnTo>
                    <a:pt x="96979" y="32008"/>
                  </a:lnTo>
                  <a:lnTo>
                    <a:pt x="95546" y="35352"/>
                  </a:lnTo>
                  <a:lnTo>
                    <a:pt x="93635" y="39651"/>
                  </a:lnTo>
                  <a:lnTo>
                    <a:pt x="89335" y="46340"/>
                  </a:lnTo>
                  <a:lnTo>
                    <a:pt x="88858" y="4825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0" name="Freeform 3629">
              <a:extLst>
                <a:ext uri="{FF2B5EF4-FFF2-40B4-BE49-F238E27FC236}">
                  <a16:creationId xmlns:a16="http://schemas.microsoft.com/office/drawing/2014/main" id="{8B3D3C8D-0B98-C397-613A-C55B7B450C9F}"/>
                </a:ext>
              </a:extLst>
            </p:cNvPr>
            <p:cNvSpPr/>
            <p:nvPr/>
          </p:nvSpPr>
          <p:spPr>
            <a:xfrm>
              <a:off x="3958160" y="2748019"/>
              <a:ext cx="10032" cy="16720"/>
            </a:xfrm>
            <a:custGeom>
              <a:avLst/>
              <a:gdLst>
                <a:gd name="csX0" fmla="*/ 6210 w 10032"/>
                <a:gd name="csY0" fmla="*/ 15765 h 16720"/>
                <a:gd name="csX1" fmla="*/ 2866 w 10032"/>
                <a:gd name="csY1" fmla="*/ 16721 h 16720"/>
                <a:gd name="csX2" fmla="*/ 0 w 10032"/>
                <a:gd name="csY2" fmla="*/ 12421 h 16720"/>
                <a:gd name="csX3" fmla="*/ 0 w 10032"/>
                <a:gd name="csY3" fmla="*/ 8121 h 16720"/>
                <a:gd name="csX4" fmla="*/ 0 w 10032"/>
                <a:gd name="csY4" fmla="*/ 5733 h 16720"/>
                <a:gd name="csX5" fmla="*/ 478 w 10032"/>
                <a:gd name="csY5" fmla="*/ 3822 h 16720"/>
                <a:gd name="csX6" fmla="*/ 1911 w 10032"/>
                <a:gd name="csY6" fmla="*/ 2389 h 16720"/>
                <a:gd name="csX7" fmla="*/ 4777 w 10032"/>
                <a:gd name="csY7" fmla="*/ 0 h 16720"/>
                <a:gd name="csX8" fmla="*/ 6210 w 10032"/>
                <a:gd name="csY8" fmla="*/ 1911 h 16720"/>
                <a:gd name="csX9" fmla="*/ 6688 w 10032"/>
                <a:gd name="csY9" fmla="*/ 3344 h 16720"/>
                <a:gd name="csX10" fmla="*/ 7166 w 10032"/>
                <a:gd name="csY10" fmla="*/ 4300 h 16720"/>
                <a:gd name="csX11" fmla="*/ 9077 w 10032"/>
                <a:gd name="csY11" fmla="*/ 5733 h 16720"/>
                <a:gd name="csX12" fmla="*/ 10032 w 10032"/>
                <a:gd name="csY12" fmla="*/ 7644 h 16720"/>
                <a:gd name="csX13" fmla="*/ 9555 w 10032"/>
                <a:gd name="csY13" fmla="*/ 9555 h 16720"/>
                <a:gd name="csX14" fmla="*/ 9077 w 10032"/>
                <a:gd name="csY14" fmla="*/ 12421 h 16720"/>
                <a:gd name="csX15" fmla="*/ 8599 w 10032"/>
                <a:gd name="csY15" fmla="*/ 14332 h 16720"/>
                <a:gd name="csX16" fmla="*/ 7644 w 10032"/>
                <a:gd name="csY16" fmla="*/ 15287 h 16720"/>
                <a:gd name="csX17" fmla="*/ 6210 w 10032"/>
                <a:gd name="csY17" fmla="*/ 15765 h 16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032" h="16720">
                  <a:moveTo>
                    <a:pt x="6210" y="15765"/>
                  </a:moveTo>
                  <a:lnTo>
                    <a:pt x="2866" y="16721"/>
                  </a:lnTo>
                  <a:lnTo>
                    <a:pt x="0" y="12421"/>
                  </a:lnTo>
                  <a:lnTo>
                    <a:pt x="0" y="8121"/>
                  </a:lnTo>
                  <a:lnTo>
                    <a:pt x="0" y="5733"/>
                  </a:lnTo>
                  <a:lnTo>
                    <a:pt x="478" y="3822"/>
                  </a:lnTo>
                  <a:lnTo>
                    <a:pt x="1911" y="2389"/>
                  </a:lnTo>
                  <a:lnTo>
                    <a:pt x="4777" y="0"/>
                  </a:lnTo>
                  <a:lnTo>
                    <a:pt x="6210" y="1911"/>
                  </a:lnTo>
                  <a:lnTo>
                    <a:pt x="6688" y="3344"/>
                  </a:lnTo>
                  <a:lnTo>
                    <a:pt x="7166" y="4300"/>
                  </a:lnTo>
                  <a:lnTo>
                    <a:pt x="9077" y="5733"/>
                  </a:lnTo>
                  <a:lnTo>
                    <a:pt x="10032" y="7644"/>
                  </a:lnTo>
                  <a:lnTo>
                    <a:pt x="9555" y="9555"/>
                  </a:lnTo>
                  <a:lnTo>
                    <a:pt x="9077" y="12421"/>
                  </a:lnTo>
                  <a:lnTo>
                    <a:pt x="8599" y="14332"/>
                  </a:lnTo>
                  <a:lnTo>
                    <a:pt x="7644" y="15287"/>
                  </a:lnTo>
                  <a:lnTo>
                    <a:pt x="6210" y="157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1" name="Freeform 3630">
              <a:extLst>
                <a:ext uri="{FF2B5EF4-FFF2-40B4-BE49-F238E27FC236}">
                  <a16:creationId xmlns:a16="http://schemas.microsoft.com/office/drawing/2014/main" id="{53DF8278-7B48-AA9A-6BA1-94D2BA8EA1AC}"/>
                </a:ext>
              </a:extLst>
            </p:cNvPr>
            <p:cNvSpPr/>
            <p:nvPr/>
          </p:nvSpPr>
          <p:spPr>
            <a:xfrm>
              <a:off x="3087737" y="2821112"/>
              <a:ext cx="1692117" cy="1045272"/>
            </a:xfrm>
            <a:custGeom>
              <a:avLst/>
              <a:gdLst>
                <a:gd name="csX0" fmla="*/ 0 w 1692117"/>
                <a:gd name="csY0" fmla="*/ 129465 h 1045272"/>
                <a:gd name="csX1" fmla="*/ 2389 w 1692117"/>
                <a:gd name="csY1" fmla="*/ 130420 h 1045272"/>
                <a:gd name="csX2" fmla="*/ 11466 w 1692117"/>
                <a:gd name="csY2" fmla="*/ 131853 h 1045272"/>
                <a:gd name="csX3" fmla="*/ 20065 w 1692117"/>
                <a:gd name="csY3" fmla="*/ 130898 h 1045272"/>
                <a:gd name="csX4" fmla="*/ 35830 w 1692117"/>
                <a:gd name="csY4" fmla="*/ 136631 h 1045272"/>
                <a:gd name="csX5" fmla="*/ 45384 w 1692117"/>
                <a:gd name="csY5" fmla="*/ 146663 h 1045272"/>
                <a:gd name="csX6" fmla="*/ 53506 w 1692117"/>
                <a:gd name="csY6" fmla="*/ 151918 h 1045272"/>
                <a:gd name="csX7" fmla="*/ 56850 w 1692117"/>
                <a:gd name="csY7" fmla="*/ 155262 h 1045272"/>
                <a:gd name="csX8" fmla="*/ 62105 w 1692117"/>
                <a:gd name="csY8" fmla="*/ 158128 h 1045272"/>
                <a:gd name="csX9" fmla="*/ 74048 w 1692117"/>
                <a:gd name="csY9" fmla="*/ 164817 h 1045272"/>
                <a:gd name="csX10" fmla="*/ 77870 w 1692117"/>
                <a:gd name="csY10" fmla="*/ 165772 h 1045272"/>
                <a:gd name="csX11" fmla="*/ 84558 w 1692117"/>
                <a:gd name="csY11" fmla="*/ 168639 h 1045272"/>
                <a:gd name="csX12" fmla="*/ 88858 w 1692117"/>
                <a:gd name="csY12" fmla="*/ 168161 h 1045272"/>
                <a:gd name="csX13" fmla="*/ 96501 w 1692117"/>
                <a:gd name="csY13" fmla="*/ 169116 h 1045272"/>
                <a:gd name="csX14" fmla="*/ 101756 w 1692117"/>
                <a:gd name="csY14" fmla="*/ 171505 h 1045272"/>
                <a:gd name="csX15" fmla="*/ 111789 w 1692117"/>
                <a:gd name="csY15" fmla="*/ 178193 h 1045272"/>
                <a:gd name="csX16" fmla="*/ 113700 w 1692117"/>
                <a:gd name="csY16" fmla="*/ 179149 h 1045272"/>
                <a:gd name="csX17" fmla="*/ 114177 w 1692117"/>
                <a:gd name="csY17" fmla="*/ 178671 h 1045272"/>
                <a:gd name="csX18" fmla="*/ 110833 w 1692117"/>
                <a:gd name="csY18" fmla="*/ 171505 h 1045272"/>
                <a:gd name="csX19" fmla="*/ 110356 w 1692117"/>
                <a:gd name="csY19" fmla="*/ 171027 h 1045272"/>
                <a:gd name="csX20" fmla="*/ 106056 w 1692117"/>
                <a:gd name="csY20" fmla="*/ 168639 h 1045272"/>
                <a:gd name="csX21" fmla="*/ 101279 w 1692117"/>
                <a:gd name="csY21" fmla="*/ 167205 h 1045272"/>
                <a:gd name="csX22" fmla="*/ 101279 w 1692117"/>
                <a:gd name="csY22" fmla="*/ 166728 h 1045272"/>
                <a:gd name="csX23" fmla="*/ 100323 w 1692117"/>
                <a:gd name="csY23" fmla="*/ 164339 h 1045272"/>
                <a:gd name="csX24" fmla="*/ 100323 w 1692117"/>
                <a:gd name="csY24" fmla="*/ 163384 h 1045272"/>
                <a:gd name="csX25" fmla="*/ 101279 w 1692117"/>
                <a:gd name="csY25" fmla="*/ 162906 h 1045272"/>
                <a:gd name="csX26" fmla="*/ 105100 w 1692117"/>
                <a:gd name="csY26" fmla="*/ 162906 h 1045272"/>
                <a:gd name="csX27" fmla="*/ 107012 w 1692117"/>
                <a:gd name="csY27" fmla="*/ 162906 h 1045272"/>
                <a:gd name="csX28" fmla="*/ 107489 w 1692117"/>
                <a:gd name="csY28" fmla="*/ 161950 h 1045272"/>
                <a:gd name="csX29" fmla="*/ 106056 w 1692117"/>
                <a:gd name="csY29" fmla="*/ 161473 h 1045272"/>
                <a:gd name="csX30" fmla="*/ 104145 w 1692117"/>
                <a:gd name="csY30" fmla="*/ 160517 h 1045272"/>
                <a:gd name="csX31" fmla="*/ 101756 w 1692117"/>
                <a:gd name="csY31" fmla="*/ 159084 h 1045272"/>
                <a:gd name="csX32" fmla="*/ 100801 w 1692117"/>
                <a:gd name="csY32" fmla="*/ 157173 h 1045272"/>
                <a:gd name="csX33" fmla="*/ 105100 w 1692117"/>
                <a:gd name="csY33" fmla="*/ 147141 h 1045272"/>
                <a:gd name="csX34" fmla="*/ 106534 w 1692117"/>
                <a:gd name="csY34" fmla="*/ 148096 h 1045272"/>
                <a:gd name="csX35" fmla="*/ 108922 w 1692117"/>
                <a:gd name="csY35" fmla="*/ 145707 h 1045272"/>
                <a:gd name="csX36" fmla="*/ 113222 w 1692117"/>
                <a:gd name="csY36" fmla="*/ 147141 h 1045272"/>
                <a:gd name="csX37" fmla="*/ 113700 w 1692117"/>
                <a:gd name="csY37" fmla="*/ 146663 h 1045272"/>
                <a:gd name="csX38" fmla="*/ 114177 w 1692117"/>
                <a:gd name="csY38" fmla="*/ 141408 h 1045272"/>
                <a:gd name="csX39" fmla="*/ 114655 w 1692117"/>
                <a:gd name="csY39" fmla="*/ 139975 h 1045272"/>
                <a:gd name="csX40" fmla="*/ 116088 w 1692117"/>
                <a:gd name="csY40" fmla="*/ 139019 h 1045272"/>
                <a:gd name="csX41" fmla="*/ 121821 w 1692117"/>
                <a:gd name="csY41" fmla="*/ 138064 h 1045272"/>
                <a:gd name="csX42" fmla="*/ 128987 w 1692117"/>
                <a:gd name="csY42" fmla="*/ 139019 h 1045272"/>
                <a:gd name="csX43" fmla="*/ 129465 w 1692117"/>
                <a:gd name="csY43" fmla="*/ 138542 h 1045272"/>
                <a:gd name="csX44" fmla="*/ 128987 w 1692117"/>
                <a:gd name="csY44" fmla="*/ 135198 h 1045272"/>
                <a:gd name="csX45" fmla="*/ 128987 w 1692117"/>
                <a:gd name="csY45" fmla="*/ 133764 h 1045272"/>
                <a:gd name="csX46" fmla="*/ 129465 w 1692117"/>
                <a:gd name="csY46" fmla="*/ 130420 h 1045272"/>
                <a:gd name="csX47" fmla="*/ 129465 w 1692117"/>
                <a:gd name="csY47" fmla="*/ 128987 h 1045272"/>
                <a:gd name="csX48" fmla="*/ 130420 w 1692117"/>
                <a:gd name="csY48" fmla="*/ 128032 h 1045272"/>
                <a:gd name="csX49" fmla="*/ 133764 w 1692117"/>
                <a:gd name="csY49" fmla="*/ 128509 h 1045272"/>
                <a:gd name="csX50" fmla="*/ 134720 w 1692117"/>
                <a:gd name="csY50" fmla="*/ 129942 h 1045272"/>
                <a:gd name="csX51" fmla="*/ 136153 w 1692117"/>
                <a:gd name="csY51" fmla="*/ 132809 h 1045272"/>
                <a:gd name="csX52" fmla="*/ 137108 w 1692117"/>
                <a:gd name="csY52" fmla="*/ 134242 h 1045272"/>
                <a:gd name="csX53" fmla="*/ 140453 w 1692117"/>
                <a:gd name="csY53" fmla="*/ 136153 h 1045272"/>
                <a:gd name="csX54" fmla="*/ 140930 w 1692117"/>
                <a:gd name="csY54" fmla="*/ 137108 h 1045272"/>
                <a:gd name="csX55" fmla="*/ 139497 w 1692117"/>
                <a:gd name="csY55" fmla="*/ 140930 h 1045272"/>
                <a:gd name="csX56" fmla="*/ 138064 w 1692117"/>
                <a:gd name="csY56" fmla="*/ 143319 h 1045272"/>
                <a:gd name="csX57" fmla="*/ 135198 w 1692117"/>
                <a:gd name="csY57" fmla="*/ 148574 h 1045272"/>
                <a:gd name="csX58" fmla="*/ 135198 w 1692117"/>
                <a:gd name="csY58" fmla="*/ 150007 h 1045272"/>
                <a:gd name="csX59" fmla="*/ 139497 w 1692117"/>
                <a:gd name="csY59" fmla="*/ 147618 h 1045272"/>
                <a:gd name="csX60" fmla="*/ 144752 w 1692117"/>
                <a:gd name="csY60" fmla="*/ 144274 h 1045272"/>
                <a:gd name="csX61" fmla="*/ 149052 w 1692117"/>
                <a:gd name="csY61" fmla="*/ 142363 h 1045272"/>
                <a:gd name="csX62" fmla="*/ 152396 w 1692117"/>
                <a:gd name="csY62" fmla="*/ 141886 h 1045272"/>
                <a:gd name="csX63" fmla="*/ 155262 w 1692117"/>
                <a:gd name="csY63" fmla="*/ 140930 h 1045272"/>
                <a:gd name="csX64" fmla="*/ 156695 w 1692117"/>
                <a:gd name="csY64" fmla="*/ 139019 h 1045272"/>
                <a:gd name="csX65" fmla="*/ 158128 w 1692117"/>
                <a:gd name="csY65" fmla="*/ 137108 h 1045272"/>
                <a:gd name="csX66" fmla="*/ 160039 w 1692117"/>
                <a:gd name="csY66" fmla="*/ 130898 h 1045272"/>
                <a:gd name="csX67" fmla="*/ 161473 w 1692117"/>
                <a:gd name="csY67" fmla="*/ 129465 h 1045272"/>
                <a:gd name="csX68" fmla="*/ 167683 w 1692117"/>
                <a:gd name="csY68" fmla="*/ 129942 h 1045272"/>
                <a:gd name="csX69" fmla="*/ 169116 w 1692117"/>
                <a:gd name="csY69" fmla="*/ 129942 h 1045272"/>
                <a:gd name="csX70" fmla="*/ 170072 w 1692117"/>
                <a:gd name="csY70" fmla="*/ 128987 h 1045272"/>
                <a:gd name="csX71" fmla="*/ 170072 w 1692117"/>
                <a:gd name="csY71" fmla="*/ 128509 h 1045272"/>
                <a:gd name="csX72" fmla="*/ 168639 w 1692117"/>
                <a:gd name="csY72" fmla="*/ 127554 h 1045272"/>
                <a:gd name="csX73" fmla="*/ 167205 w 1692117"/>
                <a:gd name="csY73" fmla="*/ 127076 h 1045272"/>
                <a:gd name="csX74" fmla="*/ 167205 w 1692117"/>
                <a:gd name="csY74" fmla="*/ 126598 h 1045272"/>
                <a:gd name="csX75" fmla="*/ 167683 w 1692117"/>
                <a:gd name="csY75" fmla="*/ 125643 h 1045272"/>
                <a:gd name="csX76" fmla="*/ 168639 w 1692117"/>
                <a:gd name="csY76" fmla="*/ 125165 h 1045272"/>
                <a:gd name="csX77" fmla="*/ 171505 w 1692117"/>
                <a:gd name="csY77" fmla="*/ 124210 h 1045272"/>
                <a:gd name="csX78" fmla="*/ 173894 w 1692117"/>
                <a:gd name="csY78" fmla="*/ 126598 h 1045272"/>
                <a:gd name="csX79" fmla="*/ 174849 w 1692117"/>
                <a:gd name="csY79" fmla="*/ 126598 h 1045272"/>
                <a:gd name="csX80" fmla="*/ 179626 w 1692117"/>
                <a:gd name="csY80" fmla="*/ 124210 h 1045272"/>
                <a:gd name="csX81" fmla="*/ 186792 w 1692117"/>
                <a:gd name="csY81" fmla="*/ 117521 h 1045272"/>
                <a:gd name="csX82" fmla="*/ 189181 w 1692117"/>
                <a:gd name="csY82" fmla="*/ 115611 h 1045272"/>
                <a:gd name="csX83" fmla="*/ 192047 w 1692117"/>
                <a:gd name="csY83" fmla="*/ 115133 h 1045272"/>
                <a:gd name="csX84" fmla="*/ 193958 w 1692117"/>
                <a:gd name="csY84" fmla="*/ 116566 h 1045272"/>
                <a:gd name="csX85" fmla="*/ 195391 w 1692117"/>
                <a:gd name="csY85" fmla="*/ 116088 h 1045272"/>
                <a:gd name="csX86" fmla="*/ 197302 w 1692117"/>
                <a:gd name="csY86" fmla="*/ 112266 h 1045272"/>
                <a:gd name="csX87" fmla="*/ 198258 w 1692117"/>
                <a:gd name="csY87" fmla="*/ 110356 h 1045272"/>
                <a:gd name="csX88" fmla="*/ 199691 w 1692117"/>
                <a:gd name="csY88" fmla="*/ 108445 h 1045272"/>
                <a:gd name="csX89" fmla="*/ 204946 w 1692117"/>
                <a:gd name="csY89" fmla="*/ 104623 h 1045272"/>
                <a:gd name="csX90" fmla="*/ 208290 w 1692117"/>
                <a:gd name="csY90" fmla="*/ 103667 h 1045272"/>
                <a:gd name="csX91" fmla="*/ 210201 w 1692117"/>
                <a:gd name="csY91" fmla="*/ 104145 h 1045272"/>
                <a:gd name="csX92" fmla="*/ 212590 w 1692117"/>
                <a:gd name="csY92" fmla="*/ 106056 h 1045272"/>
                <a:gd name="csX93" fmla="*/ 214501 w 1692117"/>
                <a:gd name="csY93" fmla="*/ 106534 h 1045272"/>
                <a:gd name="csX94" fmla="*/ 217367 w 1692117"/>
                <a:gd name="csY94" fmla="*/ 106056 h 1045272"/>
                <a:gd name="csX95" fmla="*/ 219278 w 1692117"/>
                <a:gd name="csY95" fmla="*/ 106534 h 1045272"/>
                <a:gd name="csX96" fmla="*/ 220233 w 1692117"/>
                <a:gd name="csY96" fmla="*/ 105578 h 1045272"/>
                <a:gd name="csX97" fmla="*/ 223100 w 1692117"/>
                <a:gd name="csY97" fmla="*/ 100801 h 1045272"/>
                <a:gd name="csX98" fmla="*/ 224533 w 1692117"/>
                <a:gd name="csY98" fmla="*/ 100801 h 1045272"/>
                <a:gd name="csX99" fmla="*/ 225488 w 1692117"/>
                <a:gd name="csY99" fmla="*/ 102234 h 1045272"/>
                <a:gd name="csX100" fmla="*/ 226921 w 1692117"/>
                <a:gd name="csY100" fmla="*/ 105578 h 1045272"/>
                <a:gd name="csX101" fmla="*/ 226921 w 1692117"/>
                <a:gd name="csY101" fmla="*/ 107011 h 1045272"/>
                <a:gd name="csX102" fmla="*/ 225011 w 1692117"/>
                <a:gd name="csY102" fmla="*/ 111311 h 1045272"/>
                <a:gd name="csX103" fmla="*/ 208768 w 1692117"/>
                <a:gd name="csY103" fmla="*/ 122777 h 1045272"/>
                <a:gd name="csX104" fmla="*/ 203991 w 1692117"/>
                <a:gd name="csY104" fmla="*/ 127554 h 1045272"/>
                <a:gd name="csX105" fmla="*/ 201602 w 1692117"/>
                <a:gd name="csY105" fmla="*/ 129465 h 1045272"/>
                <a:gd name="csX106" fmla="*/ 198735 w 1692117"/>
                <a:gd name="csY106" fmla="*/ 130420 h 1045272"/>
                <a:gd name="csX107" fmla="*/ 193958 w 1692117"/>
                <a:gd name="csY107" fmla="*/ 131376 h 1045272"/>
                <a:gd name="csX108" fmla="*/ 192047 w 1692117"/>
                <a:gd name="csY108" fmla="*/ 132331 h 1045272"/>
                <a:gd name="csX109" fmla="*/ 188703 w 1692117"/>
                <a:gd name="csY109" fmla="*/ 133286 h 1045272"/>
                <a:gd name="csX110" fmla="*/ 181060 w 1692117"/>
                <a:gd name="csY110" fmla="*/ 134720 h 1045272"/>
                <a:gd name="csX111" fmla="*/ 179626 w 1692117"/>
                <a:gd name="csY111" fmla="*/ 135675 h 1045272"/>
                <a:gd name="csX112" fmla="*/ 178671 w 1692117"/>
                <a:gd name="csY112" fmla="*/ 136631 h 1045272"/>
                <a:gd name="csX113" fmla="*/ 175805 w 1692117"/>
                <a:gd name="csY113" fmla="*/ 142363 h 1045272"/>
                <a:gd name="csX114" fmla="*/ 174371 w 1692117"/>
                <a:gd name="csY114" fmla="*/ 144274 h 1045272"/>
                <a:gd name="csX115" fmla="*/ 171983 w 1692117"/>
                <a:gd name="csY115" fmla="*/ 147141 h 1045272"/>
                <a:gd name="csX116" fmla="*/ 168639 w 1692117"/>
                <a:gd name="csY116" fmla="*/ 149052 h 1045272"/>
                <a:gd name="csX117" fmla="*/ 164817 w 1692117"/>
                <a:gd name="csY117" fmla="*/ 150007 h 1045272"/>
                <a:gd name="csX118" fmla="*/ 161950 w 1692117"/>
                <a:gd name="csY118" fmla="*/ 152396 h 1045272"/>
                <a:gd name="csX119" fmla="*/ 159084 w 1692117"/>
                <a:gd name="csY119" fmla="*/ 158128 h 1045272"/>
                <a:gd name="csX120" fmla="*/ 156695 w 1692117"/>
                <a:gd name="csY120" fmla="*/ 161473 h 1045272"/>
                <a:gd name="csX121" fmla="*/ 153829 w 1692117"/>
                <a:gd name="csY121" fmla="*/ 164817 h 1045272"/>
                <a:gd name="csX122" fmla="*/ 150963 w 1692117"/>
                <a:gd name="csY122" fmla="*/ 168639 h 1045272"/>
                <a:gd name="csX123" fmla="*/ 150007 w 1692117"/>
                <a:gd name="csY123" fmla="*/ 171027 h 1045272"/>
                <a:gd name="csX124" fmla="*/ 150963 w 1692117"/>
                <a:gd name="csY124" fmla="*/ 173893 h 1045272"/>
                <a:gd name="csX125" fmla="*/ 151440 w 1692117"/>
                <a:gd name="csY125" fmla="*/ 174849 h 1045272"/>
                <a:gd name="csX126" fmla="*/ 154784 w 1692117"/>
                <a:gd name="csY126" fmla="*/ 176282 h 1045272"/>
                <a:gd name="csX127" fmla="*/ 155740 w 1692117"/>
                <a:gd name="csY127" fmla="*/ 175805 h 1045272"/>
                <a:gd name="csX128" fmla="*/ 154784 w 1692117"/>
                <a:gd name="csY128" fmla="*/ 174371 h 1045272"/>
                <a:gd name="csX129" fmla="*/ 151918 w 1692117"/>
                <a:gd name="csY129" fmla="*/ 171983 h 1045272"/>
                <a:gd name="csX130" fmla="*/ 151918 w 1692117"/>
                <a:gd name="csY130" fmla="*/ 171505 h 1045272"/>
                <a:gd name="csX131" fmla="*/ 152396 w 1692117"/>
                <a:gd name="csY131" fmla="*/ 170549 h 1045272"/>
                <a:gd name="csX132" fmla="*/ 164339 w 1692117"/>
                <a:gd name="csY132" fmla="*/ 172460 h 1045272"/>
                <a:gd name="csX133" fmla="*/ 166728 w 1692117"/>
                <a:gd name="csY133" fmla="*/ 170549 h 1045272"/>
                <a:gd name="csX134" fmla="*/ 167683 w 1692117"/>
                <a:gd name="csY134" fmla="*/ 169594 h 1045272"/>
                <a:gd name="csX135" fmla="*/ 167683 w 1692117"/>
                <a:gd name="csY135" fmla="*/ 168639 h 1045272"/>
                <a:gd name="csX136" fmla="*/ 164339 w 1692117"/>
                <a:gd name="csY136" fmla="*/ 168161 h 1045272"/>
                <a:gd name="csX137" fmla="*/ 163861 w 1692117"/>
                <a:gd name="csY137" fmla="*/ 167205 h 1045272"/>
                <a:gd name="csX138" fmla="*/ 163384 w 1692117"/>
                <a:gd name="csY138" fmla="*/ 164339 h 1045272"/>
                <a:gd name="csX139" fmla="*/ 162906 w 1692117"/>
                <a:gd name="csY139" fmla="*/ 162428 h 1045272"/>
                <a:gd name="csX140" fmla="*/ 163384 w 1692117"/>
                <a:gd name="csY140" fmla="*/ 160995 h 1045272"/>
                <a:gd name="csX141" fmla="*/ 163861 w 1692117"/>
                <a:gd name="csY141" fmla="*/ 159084 h 1045272"/>
                <a:gd name="csX142" fmla="*/ 167683 w 1692117"/>
                <a:gd name="csY142" fmla="*/ 155740 h 1045272"/>
                <a:gd name="csX143" fmla="*/ 171027 w 1692117"/>
                <a:gd name="csY143" fmla="*/ 154784 h 1045272"/>
                <a:gd name="csX144" fmla="*/ 173894 w 1692117"/>
                <a:gd name="csY144" fmla="*/ 152873 h 1045272"/>
                <a:gd name="csX145" fmla="*/ 175805 w 1692117"/>
                <a:gd name="csY145" fmla="*/ 150963 h 1045272"/>
                <a:gd name="csX146" fmla="*/ 180104 w 1692117"/>
                <a:gd name="csY146" fmla="*/ 148096 h 1045272"/>
                <a:gd name="csX147" fmla="*/ 181537 w 1692117"/>
                <a:gd name="csY147" fmla="*/ 145707 h 1045272"/>
                <a:gd name="csX148" fmla="*/ 182493 w 1692117"/>
                <a:gd name="csY148" fmla="*/ 144274 h 1045272"/>
                <a:gd name="csX149" fmla="*/ 182493 w 1692117"/>
                <a:gd name="csY149" fmla="*/ 143319 h 1045272"/>
                <a:gd name="csX150" fmla="*/ 182015 w 1692117"/>
                <a:gd name="csY150" fmla="*/ 142363 h 1045272"/>
                <a:gd name="csX151" fmla="*/ 182493 w 1692117"/>
                <a:gd name="csY151" fmla="*/ 140930 h 1045272"/>
                <a:gd name="csX152" fmla="*/ 185837 w 1692117"/>
                <a:gd name="csY152" fmla="*/ 139497 h 1045272"/>
                <a:gd name="csX153" fmla="*/ 186792 w 1692117"/>
                <a:gd name="csY153" fmla="*/ 139497 h 1045272"/>
                <a:gd name="csX154" fmla="*/ 191092 w 1692117"/>
                <a:gd name="csY154" fmla="*/ 140930 h 1045272"/>
                <a:gd name="csX155" fmla="*/ 192047 w 1692117"/>
                <a:gd name="csY155" fmla="*/ 141886 h 1045272"/>
                <a:gd name="csX156" fmla="*/ 191570 w 1692117"/>
                <a:gd name="csY156" fmla="*/ 144752 h 1045272"/>
                <a:gd name="csX157" fmla="*/ 192525 w 1692117"/>
                <a:gd name="csY157" fmla="*/ 144274 h 1045272"/>
                <a:gd name="csX158" fmla="*/ 193958 w 1692117"/>
                <a:gd name="csY158" fmla="*/ 140930 h 1045272"/>
                <a:gd name="csX159" fmla="*/ 194914 w 1692117"/>
                <a:gd name="csY159" fmla="*/ 139497 h 1045272"/>
                <a:gd name="csX160" fmla="*/ 195869 w 1692117"/>
                <a:gd name="csY160" fmla="*/ 139497 h 1045272"/>
                <a:gd name="csX161" fmla="*/ 196825 w 1692117"/>
                <a:gd name="csY161" fmla="*/ 139975 h 1045272"/>
                <a:gd name="csX162" fmla="*/ 197780 w 1692117"/>
                <a:gd name="csY162" fmla="*/ 140930 h 1045272"/>
                <a:gd name="csX163" fmla="*/ 198258 w 1692117"/>
                <a:gd name="csY163" fmla="*/ 144274 h 1045272"/>
                <a:gd name="csX164" fmla="*/ 198735 w 1692117"/>
                <a:gd name="csY164" fmla="*/ 150007 h 1045272"/>
                <a:gd name="csX165" fmla="*/ 198735 w 1692117"/>
                <a:gd name="csY165" fmla="*/ 152396 h 1045272"/>
                <a:gd name="csX166" fmla="*/ 199691 w 1692117"/>
                <a:gd name="csY166" fmla="*/ 148574 h 1045272"/>
                <a:gd name="csX167" fmla="*/ 200646 w 1692117"/>
                <a:gd name="csY167" fmla="*/ 146663 h 1045272"/>
                <a:gd name="csX168" fmla="*/ 204946 w 1692117"/>
                <a:gd name="csY168" fmla="*/ 138542 h 1045272"/>
                <a:gd name="csX169" fmla="*/ 207812 w 1692117"/>
                <a:gd name="csY169" fmla="*/ 133764 h 1045272"/>
                <a:gd name="csX170" fmla="*/ 211156 w 1692117"/>
                <a:gd name="csY170" fmla="*/ 129465 h 1045272"/>
                <a:gd name="csX171" fmla="*/ 215456 w 1692117"/>
                <a:gd name="csY171" fmla="*/ 126121 h 1045272"/>
                <a:gd name="csX172" fmla="*/ 226444 w 1692117"/>
                <a:gd name="csY172" fmla="*/ 120388 h 1045272"/>
                <a:gd name="csX173" fmla="*/ 232654 w 1692117"/>
                <a:gd name="csY173" fmla="*/ 118955 h 1045272"/>
                <a:gd name="csX174" fmla="*/ 235521 w 1692117"/>
                <a:gd name="csY174" fmla="*/ 117521 h 1045272"/>
                <a:gd name="csX175" fmla="*/ 236954 w 1692117"/>
                <a:gd name="csY175" fmla="*/ 116088 h 1045272"/>
                <a:gd name="csX176" fmla="*/ 237909 w 1692117"/>
                <a:gd name="csY176" fmla="*/ 114655 h 1045272"/>
                <a:gd name="csX177" fmla="*/ 239820 w 1692117"/>
                <a:gd name="csY177" fmla="*/ 112744 h 1045272"/>
                <a:gd name="csX178" fmla="*/ 240298 w 1692117"/>
                <a:gd name="csY178" fmla="*/ 113222 h 1045272"/>
                <a:gd name="csX179" fmla="*/ 239342 w 1692117"/>
                <a:gd name="csY179" fmla="*/ 116566 h 1045272"/>
                <a:gd name="csX180" fmla="*/ 238865 w 1692117"/>
                <a:gd name="csY180" fmla="*/ 117999 h 1045272"/>
                <a:gd name="csX181" fmla="*/ 235043 w 1692117"/>
                <a:gd name="csY181" fmla="*/ 119910 h 1045272"/>
                <a:gd name="csX182" fmla="*/ 234565 w 1692117"/>
                <a:gd name="csY182" fmla="*/ 121821 h 1045272"/>
                <a:gd name="csX183" fmla="*/ 235043 w 1692117"/>
                <a:gd name="csY183" fmla="*/ 124210 h 1045272"/>
                <a:gd name="csX184" fmla="*/ 235998 w 1692117"/>
                <a:gd name="csY184" fmla="*/ 126121 h 1045272"/>
                <a:gd name="csX185" fmla="*/ 236476 w 1692117"/>
                <a:gd name="csY185" fmla="*/ 127076 h 1045272"/>
                <a:gd name="csX186" fmla="*/ 238387 w 1692117"/>
                <a:gd name="csY186" fmla="*/ 126121 h 1045272"/>
                <a:gd name="csX187" fmla="*/ 240776 w 1692117"/>
                <a:gd name="csY187" fmla="*/ 124210 h 1045272"/>
                <a:gd name="csX188" fmla="*/ 243642 w 1692117"/>
                <a:gd name="csY188" fmla="*/ 121343 h 1045272"/>
                <a:gd name="csX189" fmla="*/ 249853 w 1692117"/>
                <a:gd name="csY189" fmla="*/ 113222 h 1045272"/>
                <a:gd name="csX190" fmla="*/ 250330 w 1692117"/>
                <a:gd name="csY190" fmla="*/ 111789 h 1045272"/>
                <a:gd name="csX191" fmla="*/ 252241 w 1692117"/>
                <a:gd name="csY191" fmla="*/ 105578 h 1045272"/>
                <a:gd name="csX192" fmla="*/ 255585 w 1692117"/>
                <a:gd name="csY192" fmla="*/ 102712 h 1045272"/>
                <a:gd name="csX193" fmla="*/ 262274 w 1692117"/>
                <a:gd name="csY193" fmla="*/ 99368 h 1045272"/>
                <a:gd name="csX194" fmla="*/ 263707 w 1692117"/>
                <a:gd name="csY194" fmla="*/ 97457 h 1045272"/>
                <a:gd name="csX195" fmla="*/ 257974 w 1692117"/>
                <a:gd name="csY195" fmla="*/ 95546 h 1045272"/>
                <a:gd name="csX196" fmla="*/ 257019 w 1692117"/>
                <a:gd name="csY196" fmla="*/ 94113 h 1045272"/>
                <a:gd name="csX197" fmla="*/ 257019 w 1692117"/>
                <a:gd name="csY197" fmla="*/ 93635 h 1045272"/>
                <a:gd name="csX198" fmla="*/ 257974 w 1692117"/>
                <a:gd name="csY198" fmla="*/ 91724 h 1045272"/>
                <a:gd name="csX199" fmla="*/ 255108 w 1692117"/>
                <a:gd name="csY199" fmla="*/ 89813 h 1045272"/>
                <a:gd name="csX200" fmla="*/ 254152 w 1692117"/>
                <a:gd name="csY200" fmla="*/ 88858 h 1045272"/>
                <a:gd name="csX201" fmla="*/ 254152 w 1692117"/>
                <a:gd name="csY201" fmla="*/ 85514 h 1045272"/>
                <a:gd name="csX202" fmla="*/ 255108 w 1692117"/>
                <a:gd name="csY202" fmla="*/ 83125 h 1045272"/>
                <a:gd name="csX203" fmla="*/ 257019 w 1692117"/>
                <a:gd name="csY203" fmla="*/ 80736 h 1045272"/>
                <a:gd name="csX204" fmla="*/ 257974 w 1692117"/>
                <a:gd name="csY204" fmla="*/ 80259 h 1045272"/>
                <a:gd name="csX205" fmla="*/ 260363 w 1692117"/>
                <a:gd name="csY205" fmla="*/ 81692 h 1045272"/>
                <a:gd name="csX206" fmla="*/ 262751 w 1692117"/>
                <a:gd name="csY206" fmla="*/ 83125 h 1045272"/>
                <a:gd name="csX207" fmla="*/ 269917 w 1692117"/>
                <a:gd name="csY207" fmla="*/ 91246 h 1045272"/>
                <a:gd name="csX208" fmla="*/ 272784 w 1692117"/>
                <a:gd name="csY208" fmla="*/ 95068 h 1045272"/>
                <a:gd name="csX209" fmla="*/ 274694 w 1692117"/>
                <a:gd name="csY209" fmla="*/ 98412 h 1045272"/>
                <a:gd name="csX210" fmla="*/ 278994 w 1692117"/>
                <a:gd name="csY210" fmla="*/ 107967 h 1045272"/>
                <a:gd name="csX211" fmla="*/ 280905 w 1692117"/>
                <a:gd name="csY211" fmla="*/ 113222 h 1045272"/>
                <a:gd name="csX212" fmla="*/ 282338 w 1692117"/>
                <a:gd name="csY212" fmla="*/ 118955 h 1045272"/>
                <a:gd name="csX213" fmla="*/ 283771 w 1692117"/>
                <a:gd name="csY213" fmla="*/ 122777 h 1045272"/>
                <a:gd name="csX214" fmla="*/ 285205 w 1692117"/>
                <a:gd name="csY214" fmla="*/ 125165 h 1045272"/>
                <a:gd name="csX215" fmla="*/ 292370 w 1692117"/>
                <a:gd name="csY215" fmla="*/ 135198 h 1045272"/>
                <a:gd name="csX216" fmla="*/ 296192 w 1692117"/>
                <a:gd name="csY216" fmla="*/ 139019 h 1045272"/>
                <a:gd name="csX217" fmla="*/ 299059 w 1692117"/>
                <a:gd name="csY217" fmla="*/ 141408 h 1045272"/>
                <a:gd name="csX218" fmla="*/ 302881 w 1692117"/>
                <a:gd name="csY218" fmla="*/ 143797 h 1045272"/>
                <a:gd name="csX219" fmla="*/ 306702 w 1692117"/>
                <a:gd name="csY219" fmla="*/ 145230 h 1045272"/>
                <a:gd name="csX220" fmla="*/ 309569 w 1692117"/>
                <a:gd name="csY220" fmla="*/ 145230 h 1045272"/>
                <a:gd name="csX221" fmla="*/ 313868 w 1692117"/>
                <a:gd name="csY221" fmla="*/ 140930 h 1045272"/>
                <a:gd name="csX222" fmla="*/ 313868 w 1692117"/>
                <a:gd name="csY222" fmla="*/ 138542 h 1045272"/>
                <a:gd name="csX223" fmla="*/ 311957 w 1692117"/>
                <a:gd name="csY223" fmla="*/ 133764 h 1045272"/>
                <a:gd name="csX224" fmla="*/ 310047 w 1692117"/>
                <a:gd name="csY224" fmla="*/ 130898 h 1045272"/>
                <a:gd name="csX225" fmla="*/ 310047 w 1692117"/>
                <a:gd name="csY225" fmla="*/ 128987 h 1045272"/>
                <a:gd name="csX226" fmla="*/ 312913 w 1692117"/>
                <a:gd name="csY226" fmla="*/ 125165 h 1045272"/>
                <a:gd name="csX227" fmla="*/ 312435 w 1692117"/>
                <a:gd name="csY227" fmla="*/ 124210 h 1045272"/>
                <a:gd name="csX228" fmla="*/ 312913 w 1692117"/>
                <a:gd name="csY228" fmla="*/ 120388 h 1045272"/>
                <a:gd name="csX229" fmla="*/ 314824 w 1692117"/>
                <a:gd name="csY229" fmla="*/ 120866 h 1045272"/>
                <a:gd name="csX230" fmla="*/ 315779 w 1692117"/>
                <a:gd name="csY230" fmla="*/ 120866 h 1045272"/>
                <a:gd name="csX231" fmla="*/ 316735 w 1692117"/>
                <a:gd name="csY231" fmla="*/ 119432 h 1045272"/>
                <a:gd name="csX232" fmla="*/ 317690 w 1692117"/>
                <a:gd name="csY232" fmla="*/ 116566 h 1045272"/>
                <a:gd name="csX233" fmla="*/ 319123 w 1692117"/>
                <a:gd name="csY233" fmla="*/ 114655 h 1045272"/>
                <a:gd name="csX234" fmla="*/ 321034 w 1692117"/>
                <a:gd name="csY234" fmla="*/ 112744 h 1045272"/>
                <a:gd name="csX235" fmla="*/ 321512 w 1692117"/>
                <a:gd name="csY235" fmla="*/ 111789 h 1045272"/>
                <a:gd name="csX236" fmla="*/ 319601 w 1692117"/>
                <a:gd name="csY236" fmla="*/ 110833 h 1045272"/>
                <a:gd name="csX237" fmla="*/ 318646 w 1692117"/>
                <a:gd name="csY237" fmla="*/ 110833 h 1045272"/>
                <a:gd name="csX238" fmla="*/ 317690 w 1692117"/>
                <a:gd name="csY238" fmla="*/ 110356 h 1045272"/>
                <a:gd name="csX239" fmla="*/ 317212 w 1692117"/>
                <a:gd name="csY239" fmla="*/ 109878 h 1045272"/>
                <a:gd name="csX240" fmla="*/ 318168 w 1692117"/>
                <a:gd name="csY240" fmla="*/ 108922 h 1045272"/>
                <a:gd name="csX241" fmla="*/ 321990 w 1692117"/>
                <a:gd name="csY241" fmla="*/ 107011 h 1045272"/>
                <a:gd name="csX242" fmla="*/ 322945 w 1692117"/>
                <a:gd name="csY242" fmla="*/ 105100 h 1045272"/>
                <a:gd name="csX243" fmla="*/ 324378 w 1692117"/>
                <a:gd name="csY243" fmla="*/ 103667 h 1045272"/>
                <a:gd name="csX244" fmla="*/ 325812 w 1692117"/>
                <a:gd name="csY244" fmla="*/ 103190 h 1045272"/>
                <a:gd name="csX245" fmla="*/ 326767 w 1692117"/>
                <a:gd name="csY245" fmla="*/ 103667 h 1045272"/>
                <a:gd name="csX246" fmla="*/ 328200 w 1692117"/>
                <a:gd name="csY246" fmla="*/ 105100 h 1045272"/>
                <a:gd name="csX247" fmla="*/ 328200 w 1692117"/>
                <a:gd name="csY247" fmla="*/ 107967 h 1045272"/>
                <a:gd name="csX248" fmla="*/ 327722 w 1692117"/>
                <a:gd name="csY248" fmla="*/ 112266 h 1045272"/>
                <a:gd name="csX249" fmla="*/ 327722 w 1692117"/>
                <a:gd name="csY249" fmla="*/ 115611 h 1045272"/>
                <a:gd name="csX250" fmla="*/ 328678 w 1692117"/>
                <a:gd name="csY250" fmla="*/ 123254 h 1045272"/>
                <a:gd name="csX251" fmla="*/ 330111 w 1692117"/>
                <a:gd name="csY251" fmla="*/ 125165 h 1045272"/>
                <a:gd name="csX252" fmla="*/ 334411 w 1692117"/>
                <a:gd name="csY252" fmla="*/ 127554 h 1045272"/>
                <a:gd name="csX253" fmla="*/ 334411 w 1692117"/>
                <a:gd name="csY253" fmla="*/ 129465 h 1045272"/>
                <a:gd name="csX254" fmla="*/ 329156 w 1692117"/>
                <a:gd name="csY254" fmla="*/ 137586 h 1045272"/>
                <a:gd name="csX255" fmla="*/ 328200 w 1692117"/>
                <a:gd name="csY255" fmla="*/ 139975 h 1045272"/>
                <a:gd name="csX256" fmla="*/ 327245 w 1692117"/>
                <a:gd name="csY256" fmla="*/ 141408 h 1045272"/>
                <a:gd name="csX257" fmla="*/ 327722 w 1692117"/>
                <a:gd name="csY257" fmla="*/ 142363 h 1045272"/>
                <a:gd name="csX258" fmla="*/ 328678 w 1692117"/>
                <a:gd name="csY258" fmla="*/ 143797 h 1045272"/>
                <a:gd name="csX259" fmla="*/ 330111 w 1692117"/>
                <a:gd name="csY259" fmla="*/ 144274 h 1045272"/>
                <a:gd name="csX260" fmla="*/ 334888 w 1692117"/>
                <a:gd name="csY260" fmla="*/ 144752 h 1045272"/>
                <a:gd name="csX261" fmla="*/ 335844 w 1692117"/>
                <a:gd name="csY261" fmla="*/ 143797 h 1045272"/>
                <a:gd name="csX262" fmla="*/ 344921 w 1692117"/>
                <a:gd name="csY262" fmla="*/ 143797 h 1045272"/>
                <a:gd name="csX263" fmla="*/ 346354 w 1692117"/>
                <a:gd name="csY263" fmla="*/ 143319 h 1045272"/>
                <a:gd name="csX264" fmla="*/ 347787 w 1692117"/>
                <a:gd name="csY264" fmla="*/ 141408 h 1045272"/>
                <a:gd name="csX265" fmla="*/ 349698 w 1692117"/>
                <a:gd name="csY265" fmla="*/ 137586 h 1045272"/>
                <a:gd name="csX266" fmla="*/ 352087 w 1692117"/>
                <a:gd name="csY266" fmla="*/ 136153 h 1045272"/>
                <a:gd name="csX267" fmla="*/ 352564 w 1692117"/>
                <a:gd name="csY267" fmla="*/ 135198 h 1045272"/>
                <a:gd name="csX268" fmla="*/ 353998 w 1692117"/>
                <a:gd name="csY268" fmla="*/ 130420 h 1045272"/>
                <a:gd name="csX269" fmla="*/ 354475 w 1692117"/>
                <a:gd name="csY269" fmla="*/ 125165 h 1045272"/>
                <a:gd name="csX270" fmla="*/ 355431 w 1692117"/>
                <a:gd name="csY270" fmla="*/ 122777 h 1045272"/>
                <a:gd name="csX271" fmla="*/ 356386 w 1692117"/>
                <a:gd name="csY271" fmla="*/ 121343 h 1045272"/>
                <a:gd name="csX272" fmla="*/ 357819 w 1692117"/>
                <a:gd name="csY272" fmla="*/ 120866 h 1045272"/>
                <a:gd name="csX273" fmla="*/ 361163 w 1692117"/>
                <a:gd name="csY273" fmla="*/ 121343 h 1045272"/>
                <a:gd name="csX274" fmla="*/ 362597 w 1692117"/>
                <a:gd name="csY274" fmla="*/ 120866 h 1045272"/>
                <a:gd name="csX275" fmla="*/ 368807 w 1692117"/>
                <a:gd name="csY275" fmla="*/ 121343 h 1045272"/>
                <a:gd name="csX276" fmla="*/ 375018 w 1692117"/>
                <a:gd name="csY276" fmla="*/ 120866 h 1045272"/>
                <a:gd name="csX277" fmla="*/ 381706 w 1692117"/>
                <a:gd name="csY277" fmla="*/ 121821 h 1045272"/>
                <a:gd name="csX278" fmla="*/ 386005 w 1692117"/>
                <a:gd name="csY278" fmla="*/ 123254 h 1045272"/>
                <a:gd name="csX279" fmla="*/ 389827 w 1692117"/>
                <a:gd name="csY279" fmla="*/ 124687 h 1045272"/>
                <a:gd name="csX280" fmla="*/ 396993 w 1692117"/>
                <a:gd name="csY280" fmla="*/ 128987 h 1045272"/>
                <a:gd name="csX281" fmla="*/ 400337 w 1692117"/>
                <a:gd name="csY281" fmla="*/ 131376 h 1045272"/>
                <a:gd name="csX282" fmla="*/ 410370 w 1692117"/>
                <a:gd name="csY282" fmla="*/ 141408 h 1045272"/>
                <a:gd name="csX283" fmla="*/ 413714 w 1692117"/>
                <a:gd name="csY283" fmla="*/ 143797 h 1045272"/>
                <a:gd name="csX284" fmla="*/ 419447 w 1692117"/>
                <a:gd name="csY284" fmla="*/ 145707 h 1045272"/>
                <a:gd name="csX285" fmla="*/ 438556 w 1692117"/>
                <a:gd name="csY285" fmla="*/ 150007 h 1045272"/>
                <a:gd name="csX286" fmla="*/ 441422 w 1692117"/>
                <a:gd name="csY286" fmla="*/ 150963 h 1045272"/>
                <a:gd name="csX287" fmla="*/ 446199 w 1692117"/>
                <a:gd name="csY287" fmla="*/ 155740 h 1045272"/>
                <a:gd name="csX288" fmla="*/ 450021 w 1692117"/>
                <a:gd name="csY288" fmla="*/ 158128 h 1045272"/>
                <a:gd name="csX289" fmla="*/ 453843 w 1692117"/>
                <a:gd name="csY289" fmla="*/ 160995 h 1045272"/>
                <a:gd name="csX290" fmla="*/ 459098 w 1692117"/>
                <a:gd name="csY290" fmla="*/ 162906 h 1045272"/>
                <a:gd name="csX291" fmla="*/ 469608 w 1692117"/>
                <a:gd name="csY291" fmla="*/ 166250 h 1045272"/>
                <a:gd name="csX292" fmla="*/ 471519 w 1692117"/>
                <a:gd name="csY292" fmla="*/ 167683 h 1045272"/>
                <a:gd name="csX293" fmla="*/ 473430 w 1692117"/>
                <a:gd name="csY293" fmla="*/ 167683 h 1045272"/>
                <a:gd name="csX294" fmla="*/ 475341 w 1692117"/>
                <a:gd name="csY294" fmla="*/ 167205 h 1045272"/>
                <a:gd name="csX295" fmla="*/ 484895 w 1692117"/>
                <a:gd name="csY295" fmla="*/ 169116 h 1045272"/>
                <a:gd name="csX296" fmla="*/ 487284 w 1692117"/>
                <a:gd name="csY296" fmla="*/ 169116 h 1045272"/>
                <a:gd name="csX297" fmla="*/ 489195 w 1692117"/>
                <a:gd name="csY297" fmla="*/ 169594 h 1045272"/>
                <a:gd name="csX298" fmla="*/ 491106 w 1692117"/>
                <a:gd name="csY298" fmla="*/ 171027 h 1045272"/>
                <a:gd name="csX299" fmla="*/ 494450 w 1692117"/>
                <a:gd name="csY299" fmla="*/ 171505 h 1045272"/>
                <a:gd name="csX300" fmla="*/ 494450 w 1692117"/>
                <a:gd name="csY300" fmla="*/ 170549 h 1045272"/>
                <a:gd name="csX301" fmla="*/ 490628 w 1692117"/>
                <a:gd name="csY301" fmla="*/ 165294 h 1045272"/>
                <a:gd name="csX302" fmla="*/ 490628 w 1692117"/>
                <a:gd name="csY302" fmla="*/ 164339 h 1045272"/>
                <a:gd name="csX303" fmla="*/ 492539 w 1692117"/>
                <a:gd name="csY303" fmla="*/ 164339 h 1045272"/>
                <a:gd name="csX304" fmla="*/ 496839 w 1692117"/>
                <a:gd name="csY304" fmla="*/ 165294 h 1045272"/>
                <a:gd name="csX305" fmla="*/ 497794 w 1692117"/>
                <a:gd name="csY305" fmla="*/ 163861 h 1045272"/>
                <a:gd name="csX306" fmla="*/ 499227 w 1692117"/>
                <a:gd name="csY306" fmla="*/ 163861 h 1045272"/>
                <a:gd name="csX307" fmla="*/ 503049 w 1692117"/>
                <a:gd name="csY307" fmla="*/ 164339 h 1045272"/>
                <a:gd name="csX308" fmla="*/ 506871 w 1692117"/>
                <a:gd name="csY308" fmla="*/ 166250 h 1045272"/>
                <a:gd name="csX309" fmla="*/ 510693 w 1692117"/>
                <a:gd name="csY309" fmla="*/ 168639 h 1045272"/>
                <a:gd name="csX310" fmla="*/ 515470 w 1692117"/>
                <a:gd name="csY310" fmla="*/ 170549 h 1045272"/>
                <a:gd name="csX311" fmla="*/ 523114 w 1692117"/>
                <a:gd name="csY311" fmla="*/ 175805 h 1045272"/>
                <a:gd name="csX312" fmla="*/ 526936 w 1692117"/>
                <a:gd name="csY312" fmla="*/ 180104 h 1045272"/>
                <a:gd name="csX313" fmla="*/ 530757 w 1692117"/>
                <a:gd name="csY313" fmla="*/ 185359 h 1045272"/>
                <a:gd name="csX314" fmla="*/ 533146 w 1692117"/>
                <a:gd name="csY314" fmla="*/ 189181 h 1045272"/>
                <a:gd name="csX315" fmla="*/ 533624 w 1692117"/>
                <a:gd name="csY315" fmla="*/ 191570 h 1045272"/>
                <a:gd name="csX316" fmla="*/ 534102 w 1692117"/>
                <a:gd name="csY316" fmla="*/ 192525 h 1045272"/>
                <a:gd name="csX317" fmla="*/ 535535 w 1692117"/>
                <a:gd name="csY317" fmla="*/ 192525 h 1045272"/>
                <a:gd name="csX318" fmla="*/ 536013 w 1692117"/>
                <a:gd name="csY318" fmla="*/ 193003 h 1045272"/>
                <a:gd name="csX319" fmla="*/ 535057 w 1692117"/>
                <a:gd name="csY319" fmla="*/ 197780 h 1045272"/>
                <a:gd name="csX320" fmla="*/ 534102 w 1692117"/>
                <a:gd name="csY320" fmla="*/ 198735 h 1045272"/>
                <a:gd name="csX321" fmla="*/ 533146 w 1692117"/>
                <a:gd name="csY321" fmla="*/ 199691 h 1045272"/>
                <a:gd name="csX322" fmla="*/ 529802 w 1692117"/>
                <a:gd name="csY322" fmla="*/ 200646 h 1045272"/>
                <a:gd name="csX323" fmla="*/ 520247 w 1692117"/>
                <a:gd name="csY323" fmla="*/ 199691 h 1045272"/>
                <a:gd name="csX324" fmla="*/ 518336 w 1692117"/>
                <a:gd name="csY324" fmla="*/ 203035 h 1045272"/>
                <a:gd name="csX325" fmla="*/ 513082 w 1692117"/>
                <a:gd name="csY325" fmla="*/ 206379 h 1045272"/>
                <a:gd name="csX326" fmla="*/ 512126 w 1692117"/>
                <a:gd name="csY326" fmla="*/ 207812 h 1045272"/>
                <a:gd name="csX327" fmla="*/ 511648 w 1692117"/>
                <a:gd name="csY327" fmla="*/ 208768 h 1045272"/>
                <a:gd name="csX328" fmla="*/ 512126 w 1692117"/>
                <a:gd name="csY328" fmla="*/ 211634 h 1045272"/>
                <a:gd name="csX329" fmla="*/ 511648 w 1692117"/>
                <a:gd name="csY329" fmla="*/ 212590 h 1045272"/>
                <a:gd name="csX330" fmla="*/ 506871 w 1692117"/>
                <a:gd name="csY330" fmla="*/ 216412 h 1045272"/>
                <a:gd name="csX331" fmla="*/ 506871 w 1692117"/>
                <a:gd name="csY331" fmla="*/ 217367 h 1045272"/>
                <a:gd name="csX332" fmla="*/ 509737 w 1692117"/>
                <a:gd name="csY332" fmla="*/ 218800 h 1045272"/>
                <a:gd name="csX333" fmla="*/ 512604 w 1692117"/>
                <a:gd name="csY333" fmla="*/ 221189 h 1045272"/>
                <a:gd name="csX334" fmla="*/ 515470 w 1692117"/>
                <a:gd name="csY334" fmla="*/ 222144 h 1045272"/>
                <a:gd name="csX335" fmla="*/ 518336 w 1692117"/>
                <a:gd name="csY335" fmla="*/ 221666 h 1045272"/>
                <a:gd name="csX336" fmla="*/ 522158 w 1692117"/>
                <a:gd name="csY336" fmla="*/ 222622 h 1045272"/>
                <a:gd name="csX337" fmla="*/ 526936 w 1692117"/>
                <a:gd name="csY337" fmla="*/ 224533 h 1045272"/>
                <a:gd name="csX338" fmla="*/ 529802 w 1692117"/>
                <a:gd name="csY338" fmla="*/ 225488 h 1045272"/>
                <a:gd name="csX339" fmla="*/ 531713 w 1692117"/>
                <a:gd name="csY339" fmla="*/ 225488 h 1045272"/>
                <a:gd name="csX340" fmla="*/ 534102 w 1692117"/>
                <a:gd name="csY340" fmla="*/ 225966 h 1045272"/>
                <a:gd name="csX341" fmla="*/ 537446 w 1692117"/>
                <a:gd name="csY341" fmla="*/ 226921 h 1045272"/>
                <a:gd name="csX342" fmla="*/ 541745 w 1692117"/>
                <a:gd name="csY342" fmla="*/ 226921 h 1045272"/>
                <a:gd name="csX343" fmla="*/ 550822 w 1692117"/>
                <a:gd name="csY343" fmla="*/ 226921 h 1045272"/>
                <a:gd name="csX344" fmla="*/ 553689 w 1692117"/>
                <a:gd name="csY344" fmla="*/ 227877 h 1045272"/>
                <a:gd name="csX345" fmla="*/ 557510 w 1692117"/>
                <a:gd name="csY345" fmla="*/ 227877 h 1045272"/>
                <a:gd name="csX346" fmla="*/ 565154 w 1692117"/>
                <a:gd name="csY346" fmla="*/ 227877 h 1045272"/>
                <a:gd name="csX347" fmla="*/ 566109 w 1692117"/>
                <a:gd name="csY347" fmla="*/ 227877 h 1045272"/>
                <a:gd name="csX348" fmla="*/ 568498 w 1692117"/>
                <a:gd name="csY348" fmla="*/ 225966 h 1045272"/>
                <a:gd name="csX349" fmla="*/ 570409 w 1692117"/>
                <a:gd name="csY349" fmla="*/ 225488 h 1045272"/>
                <a:gd name="csX350" fmla="*/ 572798 w 1692117"/>
                <a:gd name="csY350" fmla="*/ 225488 h 1045272"/>
                <a:gd name="csX351" fmla="*/ 580441 w 1692117"/>
                <a:gd name="csY351" fmla="*/ 224533 h 1045272"/>
                <a:gd name="csX352" fmla="*/ 583308 w 1692117"/>
                <a:gd name="csY352" fmla="*/ 224533 h 1045272"/>
                <a:gd name="csX353" fmla="*/ 585696 w 1692117"/>
                <a:gd name="csY353" fmla="*/ 223577 h 1045272"/>
                <a:gd name="csX354" fmla="*/ 589041 w 1692117"/>
                <a:gd name="csY354" fmla="*/ 221666 h 1045272"/>
                <a:gd name="csX355" fmla="*/ 590951 w 1692117"/>
                <a:gd name="csY355" fmla="*/ 221189 h 1045272"/>
                <a:gd name="csX356" fmla="*/ 591907 w 1692117"/>
                <a:gd name="csY356" fmla="*/ 222622 h 1045272"/>
                <a:gd name="csX357" fmla="*/ 592862 w 1692117"/>
                <a:gd name="csY357" fmla="*/ 223100 h 1045272"/>
                <a:gd name="csX358" fmla="*/ 594773 w 1692117"/>
                <a:gd name="csY358" fmla="*/ 222622 h 1045272"/>
                <a:gd name="csX359" fmla="*/ 598595 w 1692117"/>
                <a:gd name="csY359" fmla="*/ 220711 h 1045272"/>
                <a:gd name="csX360" fmla="*/ 607194 w 1692117"/>
                <a:gd name="csY360" fmla="*/ 214978 h 1045272"/>
                <a:gd name="csX361" fmla="*/ 610538 w 1692117"/>
                <a:gd name="csY361" fmla="*/ 214978 h 1045272"/>
                <a:gd name="csX362" fmla="*/ 612449 w 1692117"/>
                <a:gd name="csY362" fmla="*/ 213067 h 1045272"/>
                <a:gd name="csX363" fmla="*/ 612927 w 1692117"/>
                <a:gd name="csY363" fmla="*/ 213067 h 1045272"/>
                <a:gd name="csX364" fmla="*/ 613882 w 1692117"/>
                <a:gd name="csY364" fmla="*/ 214023 h 1045272"/>
                <a:gd name="csX365" fmla="*/ 615793 w 1692117"/>
                <a:gd name="csY365" fmla="*/ 217845 h 1045272"/>
                <a:gd name="csX366" fmla="*/ 616271 w 1692117"/>
                <a:gd name="csY366" fmla="*/ 218800 h 1045272"/>
                <a:gd name="csX367" fmla="*/ 618182 w 1692117"/>
                <a:gd name="csY367" fmla="*/ 219278 h 1045272"/>
                <a:gd name="csX368" fmla="*/ 619137 w 1692117"/>
                <a:gd name="csY368" fmla="*/ 221189 h 1045272"/>
                <a:gd name="csX369" fmla="*/ 621048 w 1692117"/>
                <a:gd name="csY369" fmla="*/ 224533 h 1045272"/>
                <a:gd name="csX370" fmla="*/ 622004 w 1692117"/>
                <a:gd name="csY370" fmla="*/ 225488 h 1045272"/>
                <a:gd name="csX371" fmla="*/ 630125 w 1692117"/>
                <a:gd name="csY371" fmla="*/ 225488 h 1045272"/>
                <a:gd name="csX372" fmla="*/ 632992 w 1692117"/>
                <a:gd name="csY372" fmla="*/ 226444 h 1045272"/>
                <a:gd name="csX373" fmla="*/ 633469 w 1692117"/>
                <a:gd name="csY373" fmla="*/ 227399 h 1045272"/>
                <a:gd name="csX374" fmla="*/ 634425 w 1692117"/>
                <a:gd name="csY374" fmla="*/ 230266 h 1045272"/>
                <a:gd name="csX375" fmla="*/ 634903 w 1692117"/>
                <a:gd name="csY375" fmla="*/ 235043 h 1045272"/>
                <a:gd name="csX376" fmla="*/ 635380 w 1692117"/>
                <a:gd name="csY376" fmla="*/ 236954 h 1045272"/>
                <a:gd name="csX377" fmla="*/ 636813 w 1692117"/>
                <a:gd name="csY377" fmla="*/ 239820 h 1045272"/>
                <a:gd name="csX378" fmla="*/ 637291 w 1692117"/>
                <a:gd name="csY378" fmla="*/ 240298 h 1045272"/>
                <a:gd name="csX379" fmla="*/ 638247 w 1692117"/>
                <a:gd name="csY379" fmla="*/ 239820 h 1045272"/>
                <a:gd name="csX380" fmla="*/ 640157 w 1692117"/>
                <a:gd name="csY380" fmla="*/ 232654 h 1045272"/>
                <a:gd name="csX381" fmla="*/ 640635 w 1692117"/>
                <a:gd name="csY381" fmla="*/ 231699 h 1045272"/>
                <a:gd name="csX382" fmla="*/ 642068 w 1692117"/>
                <a:gd name="csY382" fmla="*/ 232177 h 1045272"/>
                <a:gd name="csX383" fmla="*/ 642546 w 1692117"/>
                <a:gd name="csY383" fmla="*/ 232177 h 1045272"/>
                <a:gd name="csX384" fmla="*/ 644457 w 1692117"/>
                <a:gd name="csY384" fmla="*/ 237432 h 1045272"/>
                <a:gd name="csX385" fmla="*/ 647323 w 1692117"/>
                <a:gd name="csY385" fmla="*/ 241253 h 1045272"/>
                <a:gd name="csX386" fmla="*/ 654489 w 1692117"/>
                <a:gd name="csY386" fmla="*/ 247942 h 1045272"/>
                <a:gd name="csX387" fmla="*/ 655445 w 1692117"/>
                <a:gd name="csY387" fmla="*/ 250808 h 1045272"/>
                <a:gd name="csX388" fmla="*/ 655923 w 1692117"/>
                <a:gd name="csY388" fmla="*/ 252719 h 1045272"/>
                <a:gd name="csX389" fmla="*/ 655923 w 1692117"/>
                <a:gd name="csY389" fmla="*/ 254152 h 1045272"/>
                <a:gd name="csX390" fmla="*/ 654489 w 1692117"/>
                <a:gd name="csY390" fmla="*/ 255585 h 1045272"/>
                <a:gd name="csX391" fmla="*/ 652578 w 1692117"/>
                <a:gd name="csY391" fmla="*/ 257019 h 1045272"/>
                <a:gd name="csX392" fmla="*/ 649712 w 1692117"/>
                <a:gd name="csY392" fmla="*/ 257974 h 1045272"/>
                <a:gd name="csX393" fmla="*/ 647323 w 1692117"/>
                <a:gd name="csY393" fmla="*/ 257496 h 1045272"/>
                <a:gd name="csX394" fmla="*/ 645413 w 1692117"/>
                <a:gd name="csY394" fmla="*/ 256063 h 1045272"/>
                <a:gd name="csX395" fmla="*/ 644457 w 1692117"/>
                <a:gd name="csY395" fmla="*/ 256063 h 1045272"/>
                <a:gd name="csX396" fmla="*/ 645413 w 1692117"/>
                <a:gd name="csY396" fmla="*/ 257496 h 1045272"/>
                <a:gd name="csX397" fmla="*/ 650190 w 1692117"/>
                <a:gd name="csY397" fmla="*/ 262751 h 1045272"/>
                <a:gd name="csX398" fmla="*/ 651145 w 1692117"/>
                <a:gd name="csY398" fmla="*/ 265140 h 1045272"/>
                <a:gd name="csX399" fmla="*/ 652101 w 1692117"/>
                <a:gd name="csY399" fmla="*/ 266573 h 1045272"/>
                <a:gd name="csX400" fmla="*/ 653534 w 1692117"/>
                <a:gd name="csY400" fmla="*/ 267529 h 1045272"/>
                <a:gd name="csX401" fmla="*/ 654012 w 1692117"/>
                <a:gd name="csY401" fmla="*/ 268484 h 1045272"/>
                <a:gd name="csX402" fmla="*/ 654967 w 1692117"/>
                <a:gd name="csY402" fmla="*/ 270395 h 1045272"/>
                <a:gd name="csX403" fmla="*/ 658789 w 1692117"/>
                <a:gd name="csY403" fmla="*/ 274694 h 1045272"/>
                <a:gd name="csX404" fmla="*/ 660222 w 1692117"/>
                <a:gd name="csY404" fmla="*/ 277083 h 1045272"/>
                <a:gd name="csX405" fmla="*/ 664522 w 1692117"/>
                <a:gd name="csY405" fmla="*/ 283771 h 1045272"/>
                <a:gd name="csX406" fmla="*/ 666910 w 1692117"/>
                <a:gd name="csY406" fmla="*/ 286160 h 1045272"/>
                <a:gd name="csX407" fmla="*/ 668344 w 1692117"/>
                <a:gd name="csY407" fmla="*/ 287593 h 1045272"/>
                <a:gd name="csX408" fmla="*/ 668821 w 1692117"/>
                <a:gd name="csY408" fmla="*/ 287593 h 1045272"/>
                <a:gd name="csX409" fmla="*/ 668344 w 1692117"/>
                <a:gd name="csY409" fmla="*/ 286638 h 1045272"/>
                <a:gd name="csX410" fmla="*/ 663089 w 1692117"/>
                <a:gd name="csY410" fmla="*/ 277561 h 1045272"/>
                <a:gd name="csX411" fmla="*/ 660222 w 1692117"/>
                <a:gd name="csY411" fmla="*/ 272306 h 1045272"/>
                <a:gd name="csX412" fmla="*/ 659744 w 1692117"/>
                <a:gd name="csY412" fmla="*/ 270873 h 1045272"/>
                <a:gd name="csX413" fmla="*/ 659267 w 1692117"/>
                <a:gd name="csY413" fmla="*/ 268962 h 1045272"/>
                <a:gd name="csX414" fmla="*/ 659267 w 1692117"/>
                <a:gd name="csY414" fmla="*/ 261796 h 1045272"/>
                <a:gd name="csX415" fmla="*/ 659744 w 1692117"/>
                <a:gd name="csY415" fmla="*/ 260840 h 1045272"/>
                <a:gd name="csX416" fmla="*/ 661655 w 1692117"/>
                <a:gd name="csY416" fmla="*/ 259885 h 1045272"/>
                <a:gd name="csX417" fmla="*/ 664044 w 1692117"/>
                <a:gd name="csY417" fmla="*/ 263229 h 1045272"/>
                <a:gd name="csX418" fmla="*/ 664999 w 1692117"/>
                <a:gd name="csY418" fmla="*/ 263707 h 1045272"/>
                <a:gd name="csX419" fmla="*/ 665955 w 1692117"/>
                <a:gd name="csY419" fmla="*/ 263229 h 1045272"/>
                <a:gd name="csX420" fmla="*/ 665955 w 1692117"/>
                <a:gd name="csY420" fmla="*/ 262751 h 1045272"/>
                <a:gd name="csX421" fmla="*/ 667388 w 1692117"/>
                <a:gd name="csY421" fmla="*/ 263229 h 1045272"/>
                <a:gd name="csX422" fmla="*/ 670255 w 1692117"/>
                <a:gd name="csY422" fmla="*/ 265618 h 1045272"/>
                <a:gd name="csX423" fmla="*/ 671210 w 1692117"/>
                <a:gd name="csY423" fmla="*/ 265618 h 1045272"/>
                <a:gd name="csX424" fmla="*/ 669299 w 1692117"/>
                <a:gd name="csY424" fmla="*/ 261318 h 1045272"/>
                <a:gd name="csX425" fmla="*/ 667866 w 1692117"/>
                <a:gd name="csY425" fmla="*/ 258929 h 1045272"/>
                <a:gd name="csX426" fmla="*/ 667388 w 1692117"/>
                <a:gd name="csY426" fmla="*/ 257496 h 1045272"/>
                <a:gd name="csX427" fmla="*/ 668344 w 1692117"/>
                <a:gd name="csY427" fmla="*/ 255585 h 1045272"/>
                <a:gd name="csX428" fmla="*/ 667866 w 1692117"/>
                <a:gd name="csY428" fmla="*/ 254152 h 1045272"/>
                <a:gd name="csX429" fmla="*/ 664522 w 1692117"/>
                <a:gd name="csY429" fmla="*/ 250808 h 1045272"/>
                <a:gd name="csX430" fmla="*/ 662611 w 1692117"/>
                <a:gd name="csY430" fmla="*/ 247464 h 1045272"/>
                <a:gd name="csX431" fmla="*/ 661178 w 1692117"/>
                <a:gd name="csY431" fmla="*/ 242209 h 1045272"/>
                <a:gd name="csX432" fmla="*/ 661178 w 1692117"/>
                <a:gd name="csY432" fmla="*/ 239820 h 1045272"/>
                <a:gd name="csX433" fmla="*/ 661655 w 1692117"/>
                <a:gd name="csY433" fmla="*/ 237909 h 1045272"/>
                <a:gd name="csX434" fmla="*/ 661178 w 1692117"/>
                <a:gd name="csY434" fmla="*/ 235998 h 1045272"/>
                <a:gd name="csX435" fmla="*/ 659267 w 1692117"/>
                <a:gd name="csY435" fmla="*/ 232654 h 1045272"/>
                <a:gd name="csX436" fmla="*/ 656878 w 1692117"/>
                <a:gd name="csY436" fmla="*/ 230266 h 1045272"/>
                <a:gd name="csX437" fmla="*/ 654967 w 1692117"/>
                <a:gd name="csY437" fmla="*/ 226921 h 1045272"/>
                <a:gd name="csX438" fmla="*/ 654967 w 1692117"/>
                <a:gd name="csY438" fmla="*/ 225488 h 1045272"/>
                <a:gd name="csX439" fmla="*/ 654967 w 1692117"/>
                <a:gd name="csY439" fmla="*/ 221666 h 1045272"/>
                <a:gd name="csX440" fmla="*/ 656400 w 1692117"/>
                <a:gd name="csY440" fmla="*/ 219756 h 1045272"/>
                <a:gd name="csX441" fmla="*/ 658789 w 1692117"/>
                <a:gd name="csY441" fmla="*/ 217367 h 1045272"/>
                <a:gd name="csX442" fmla="*/ 659744 w 1692117"/>
                <a:gd name="csY442" fmla="*/ 214500 h 1045272"/>
                <a:gd name="csX443" fmla="*/ 658311 w 1692117"/>
                <a:gd name="csY443" fmla="*/ 212112 h 1045272"/>
                <a:gd name="csX444" fmla="*/ 658311 w 1692117"/>
                <a:gd name="csY444" fmla="*/ 210679 h 1045272"/>
                <a:gd name="csX445" fmla="*/ 658789 w 1692117"/>
                <a:gd name="csY445" fmla="*/ 211156 h 1045272"/>
                <a:gd name="csX446" fmla="*/ 664044 w 1692117"/>
                <a:gd name="csY446" fmla="*/ 209723 h 1045272"/>
                <a:gd name="csX447" fmla="*/ 665477 w 1692117"/>
                <a:gd name="csY447" fmla="*/ 210201 h 1045272"/>
                <a:gd name="csX448" fmla="*/ 667388 w 1692117"/>
                <a:gd name="csY448" fmla="*/ 209723 h 1045272"/>
                <a:gd name="csX449" fmla="*/ 669777 w 1692117"/>
                <a:gd name="csY449" fmla="*/ 208290 h 1045272"/>
                <a:gd name="csX450" fmla="*/ 671688 w 1692117"/>
                <a:gd name="csY450" fmla="*/ 207335 h 1045272"/>
                <a:gd name="csX451" fmla="*/ 674076 w 1692117"/>
                <a:gd name="csY451" fmla="*/ 207335 h 1045272"/>
                <a:gd name="csX452" fmla="*/ 675510 w 1692117"/>
                <a:gd name="csY452" fmla="*/ 207335 h 1045272"/>
                <a:gd name="csX453" fmla="*/ 677420 w 1692117"/>
                <a:gd name="csY453" fmla="*/ 206379 h 1045272"/>
                <a:gd name="csX454" fmla="*/ 678376 w 1692117"/>
                <a:gd name="csY454" fmla="*/ 205424 h 1045272"/>
                <a:gd name="csX455" fmla="*/ 679809 w 1692117"/>
                <a:gd name="csY455" fmla="*/ 202557 h 1045272"/>
                <a:gd name="csX456" fmla="*/ 680764 w 1692117"/>
                <a:gd name="csY456" fmla="*/ 202080 h 1045272"/>
                <a:gd name="csX457" fmla="*/ 683153 w 1692117"/>
                <a:gd name="csY457" fmla="*/ 202557 h 1045272"/>
                <a:gd name="csX458" fmla="*/ 685064 w 1692117"/>
                <a:gd name="csY458" fmla="*/ 203035 h 1045272"/>
                <a:gd name="csX459" fmla="*/ 685542 w 1692117"/>
                <a:gd name="csY459" fmla="*/ 203035 h 1045272"/>
                <a:gd name="csX460" fmla="*/ 685542 w 1692117"/>
                <a:gd name="csY460" fmla="*/ 198735 h 1045272"/>
                <a:gd name="csX461" fmla="*/ 686020 w 1692117"/>
                <a:gd name="csY461" fmla="*/ 197302 h 1045272"/>
                <a:gd name="csX462" fmla="*/ 688408 w 1692117"/>
                <a:gd name="csY462" fmla="*/ 193958 h 1045272"/>
                <a:gd name="csX463" fmla="*/ 691275 w 1692117"/>
                <a:gd name="csY463" fmla="*/ 193480 h 1045272"/>
                <a:gd name="csX464" fmla="*/ 693185 w 1692117"/>
                <a:gd name="csY464" fmla="*/ 192525 h 1045272"/>
                <a:gd name="csX465" fmla="*/ 695096 w 1692117"/>
                <a:gd name="csY465" fmla="*/ 191092 h 1045272"/>
                <a:gd name="csX466" fmla="*/ 696530 w 1692117"/>
                <a:gd name="csY466" fmla="*/ 189181 h 1045272"/>
                <a:gd name="csX467" fmla="*/ 698441 w 1692117"/>
                <a:gd name="csY467" fmla="*/ 186792 h 1045272"/>
                <a:gd name="csX468" fmla="*/ 698918 w 1692117"/>
                <a:gd name="csY468" fmla="*/ 183448 h 1045272"/>
                <a:gd name="csX469" fmla="*/ 698441 w 1692117"/>
                <a:gd name="csY469" fmla="*/ 182493 h 1045272"/>
                <a:gd name="csX470" fmla="*/ 695096 w 1692117"/>
                <a:gd name="csY470" fmla="*/ 181537 h 1045272"/>
                <a:gd name="csX471" fmla="*/ 693663 w 1692117"/>
                <a:gd name="csY471" fmla="*/ 182015 h 1045272"/>
                <a:gd name="csX472" fmla="*/ 689364 w 1692117"/>
                <a:gd name="csY472" fmla="*/ 184404 h 1045272"/>
                <a:gd name="csX473" fmla="*/ 685064 w 1692117"/>
                <a:gd name="csY473" fmla="*/ 187270 h 1045272"/>
                <a:gd name="csX474" fmla="*/ 683153 w 1692117"/>
                <a:gd name="csY474" fmla="*/ 190136 h 1045272"/>
                <a:gd name="csX475" fmla="*/ 682675 w 1692117"/>
                <a:gd name="csY475" fmla="*/ 193480 h 1045272"/>
                <a:gd name="csX476" fmla="*/ 681720 w 1692117"/>
                <a:gd name="csY476" fmla="*/ 195391 h 1045272"/>
                <a:gd name="csX477" fmla="*/ 678376 w 1692117"/>
                <a:gd name="csY477" fmla="*/ 193480 h 1045272"/>
                <a:gd name="csX478" fmla="*/ 676943 w 1692117"/>
                <a:gd name="csY478" fmla="*/ 193958 h 1045272"/>
                <a:gd name="csX479" fmla="*/ 675032 w 1692117"/>
                <a:gd name="csY479" fmla="*/ 194436 h 1045272"/>
                <a:gd name="csX480" fmla="*/ 673121 w 1692117"/>
                <a:gd name="csY480" fmla="*/ 195869 h 1045272"/>
                <a:gd name="csX481" fmla="*/ 671210 w 1692117"/>
                <a:gd name="csY481" fmla="*/ 197780 h 1045272"/>
                <a:gd name="csX482" fmla="*/ 668344 w 1692117"/>
                <a:gd name="csY482" fmla="*/ 198258 h 1045272"/>
                <a:gd name="csX483" fmla="*/ 664044 w 1692117"/>
                <a:gd name="csY483" fmla="*/ 196825 h 1045272"/>
                <a:gd name="csX484" fmla="*/ 661655 w 1692117"/>
                <a:gd name="csY484" fmla="*/ 196347 h 1045272"/>
                <a:gd name="csX485" fmla="*/ 659267 w 1692117"/>
                <a:gd name="csY485" fmla="*/ 198735 h 1045272"/>
                <a:gd name="csX486" fmla="*/ 659744 w 1692117"/>
                <a:gd name="csY486" fmla="*/ 200169 h 1045272"/>
                <a:gd name="csX487" fmla="*/ 660700 w 1692117"/>
                <a:gd name="csY487" fmla="*/ 202557 h 1045272"/>
                <a:gd name="csX488" fmla="*/ 659744 w 1692117"/>
                <a:gd name="csY488" fmla="*/ 204468 h 1045272"/>
                <a:gd name="csX489" fmla="*/ 653534 w 1692117"/>
                <a:gd name="csY489" fmla="*/ 204946 h 1045272"/>
                <a:gd name="csX490" fmla="*/ 652101 w 1692117"/>
                <a:gd name="csY490" fmla="*/ 204468 h 1045272"/>
                <a:gd name="csX491" fmla="*/ 649234 w 1692117"/>
                <a:gd name="csY491" fmla="*/ 205424 h 1045272"/>
                <a:gd name="csX492" fmla="*/ 647801 w 1692117"/>
                <a:gd name="csY492" fmla="*/ 205424 h 1045272"/>
                <a:gd name="csX493" fmla="*/ 646846 w 1692117"/>
                <a:gd name="csY493" fmla="*/ 203991 h 1045272"/>
                <a:gd name="csX494" fmla="*/ 640635 w 1692117"/>
                <a:gd name="csY494" fmla="*/ 199213 h 1045272"/>
                <a:gd name="csX495" fmla="*/ 640157 w 1692117"/>
                <a:gd name="csY495" fmla="*/ 198258 h 1045272"/>
                <a:gd name="csX496" fmla="*/ 641591 w 1692117"/>
                <a:gd name="csY496" fmla="*/ 193958 h 1045272"/>
                <a:gd name="csX497" fmla="*/ 647323 w 1692117"/>
                <a:gd name="csY497" fmla="*/ 183448 h 1045272"/>
                <a:gd name="csX498" fmla="*/ 648279 w 1692117"/>
                <a:gd name="csY498" fmla="*/ 182493 h 1045272"/>
                <a:gd name="csX499" fmla="*/ 658789 w 1692117"/>
                <a:gd name="csY499" fmla="*/ 180582 h 1045272"/>
                <a:gd name="csX500" fmla="*/ 665477 w 1692117"/>
                <a:gd name="csY500" fmla="*/ 178671 h 1045272"/>
                <a:gd name="csX501" fmla="*/ 677420 w 1692117"/>
                <a:gd name="csY501" fmla="*/ 172460 h 1045272"/>
                <a:gd name="csX502" fmla="*/ 679809 w 1692117"/>
                <a:gd name="csY502" fmla="*/ 171983 h 1045272"/>
                <a:gd name="csX503" fmla="*/ 687453 w 1692117"/>
                <a:gd name="csY503" fmla="*/ 168161 h 1045272"/>
                <a:gd name="csX504" fmla="*/ 690797 w 1692117"/>
                <a:gd name="csY504" fmla="*/ 167205 h 1045272"/>
                <a:gd name="csX505" fmla="*/ 693663 w 1692117"/>
                <a:gd name="csY505" fmla="*/ 167683 h 1045272"/>
                <a:gd name="csX506" fmla="*/ 697963 w 1692117"/>
                <a:gd name="csY506" fmla="*/ 170072 h 1045272"/>
                <a:gd name="csX507" fmla="*/ 700351 w 1692117"/>
                <a:gd name="csY507" fmla="*/ 171505 h 1045272"/>
                <a:gd name="csX508" fmla="*/ 701785 w 1692117"/>
                <a:gd name="csY508" fmla="*/ 173893 h 1045272"/>
                <a:gd name="csX509" fmla="*/ 703218 w 1692117"/>
                <a:gd name="csY509" fmla="*/ 177238 h 1045272"/>
                <a:gd name="csX510" fmla="*/ 704651 w 1692117"/>
                <a:gd name="csY510" fmla="*/ 184404 h 1045272"/>
                <a:gd name="csX511" fmla="*/ 705129 w 1692117"/>
                <a:gd name="csY511" fmla="*/ 190136 h 1045272"/>
                <a:gd name="csX512" fmla="*/ 706084 w 1692117"/>
                <a:gd name="csY512" fmla="*/ 192525 h 1045272"/>
                <a:gd name="csX513" fmla="*/ 709906 w 1692117"/>
                <a:gd name="csY513" fmla="*/ 196347 h 1045272"/>
                <a:gd name="csX514" fmla="*/ 711817 w 1692117"/>
                <a:gd name="csY514" fmla="*/ 198258 h 1045272"/>
                <a:gd name="csX515" fmla="*/ 712772 w 1692117"/>
                <a:gd name="csY515" fmla="*/ 198735 h 1045272"/>
                <a:gd name="csX516" fmla="*/ 713728 w 1692117"/>
                <a:gd name="csY516" fmla="*/ 197780 h 1045272"/>
                <a:gd name="csX517" fmla="*/ 714683 w 1692117"/>
                <a:gd name="csY517" fmla="*/ 197302 h 1045272"/>
                <a:gd name="csX518" fmla="*/ 715161 w 1692117"/>
                <a:gd name="csY518" fmla="*/ 197780 h 1045272"/>
                <a:gd name="csX519" fmla="*/ 715639 w 1692117"/>
                <a:gd name="csY519" fmla="*/ 200646 h 1045272"/>
                <a:gd name="csX520" fmla="*/ 716117 w 1692117"/>
                <a:gd name="csY520" fmla="*/ 200646 h 1045272"/>
                <a:gd name="csX521" fmla="*/ 718505 w 1692117"/>
                <a:gd name="csY521" fmla="*/ 200646 h 1045272"/>
                <a:gd name="csX522" fmla="*/ 720416 w 1692117"/>
                <a:gd name="csY522" fmla="*/ 201602 h 1045272"/>
                <a:gd name="csX523" fmla="*/ 720894 w 1692117"/>
                <a:gd name="csY523" fmla="*/ 202080 h 1045272"/>
                <a:gd name="csX524" fmla="*/ 720416 w 1692117"/>
                <a:gd name="csY524" fmla="*/ 205424 h 1045272"/>
                <a:gd name="csX525" fmla="*/ 721371 w 1692117"/>
                <a:gd name="csY525" fmla="*/ 206857 h 1045272"/>
                <a:gd name="csX526" fmla="*/ 723760 w 1692117"/>
                <a:gd name="csY526" fmla="*/ 209723 h 1045272"/>
                <a:gd name="csX527" fmla="*/ 726627 w 1692117"/>
                <a:gd name="csY527" fmla="*/ 210679 h 1045272"/>
                <a:gd name="csX528" fmla="*/ 729971 w 1692117"/>
                <a:gd name="csY528" fmla="*/ 211156 h 1045272"/>
                <a:gd name="csX529" fmla="*/ 735703 w 1692117"/>
                <a:gd name="csY529" fmla="*/ 210679 h 1045272"/>
                <a:gd name="csX530" fmla="*/ 740481 w 1692117"/>
                <a:gd name="csY530" fmla="*/ 209246 h 1045272"/>
                <a:gd name="csX531" fmla="*/ 743825 w 1692117"/>
                <a:gd name="csY531" fmla="*/ 207335 h 1045272"/>
                <a:gd name="csX532" fmla="*/ 747169 w 1692117"/>
                <a:gd name="csY532" fmla="*/ 209723 h 1045272"/>
                <a:gd name="csX533" fmla="*/ 752902 w 1692117"/>
                <a:gd name="csY533" fmla="*/ 215456 h 1045272"/>
                <a:gd name="csX534" fmla="*/ 756724 w 1692117"/>
                <a:gd name="csY534" fmla="*/ 219756 h 1045272"/>
                <a:gd name="csX535" fmla="*/ 759590 w 1692117"/>
                <a:gd name="csY535" fmla="*/ 221666 h 1045272"/>
                <a:gd name="csX536" fmla="*/ 765323 w 1692117"/>
                <a:gd name="csY536" fmla="*/ 224055 h 1045272"/>
                <a:gd name="csX537" fmla="*/ 766756 w 1692117"/>
                <a:gd name="csY537" fmla="*/ 225488 h 1045272"/>
                <a:gd name="csX538" fmla="*/ 769144 w 1692117"/>
                <a:gd name="csY538" fmla="*/ 225488 h 1045272"/>
                <a:gd name="csX539" fmla="*/ 772011 w 1692117"/>
                <a:gd name="csY539" fmla="*/ 224533 h 1045272"/>
                <a:gd name="csX540" fmla="*/ 775833 w 1692117"/>
                <a:gd name="csY540" fmla="*/ 225011 h 1045272"/>
                <a:gd name="csX541" fmla="*/ 779655 w 1692117"/>
                <a:gd name="csY541" fmla="*/ 226921 h 1045272"/>
                <a:gd name="csX542" fmla="*/ 782043 w 1692117"/>
                <a:gd name="csY542" fmla="*/ 227399 h 1045272"/>
                <a:gd name="csX543" fmla="*/ 791120 w 1692117"/>
                <a:gd name="csY543" fmla="*/ 224055 h 1045272"/>
                <a:gd name="csX544" fmla="*/ 792553 w 1692117"/>
                <a:gd name="csY544" fmla="*/ 224055 h 1045272"/>
                <a:gd name="csX545" fmla="*/ 795897 w 1692117"/>
                <a:gd name="csY545" fmla="*/ 222622 h 1045272"/>
                <a:gd name="csX546" fmla="*/ 798286 w 1692117"/>
                <a:gd name="csY546" fmla="*/ 221666 h 1045272"/>
                <a:gd name="csX547" fmla="*/ 800675 w 1692117"/>
                <a:gd name="csY547" fmla="*/ 222144 h 1045272"/>
                <a:gd name="csX548" fmla="*/ 802585 w 1692117"/>
                <a:gd name="csY548" fmla="*/ 221666 h 1045272"/>
                <a:gd name="csX549" fmla="*/ 804019 w 1692117"/>
                <a:gd name="csY549" fmla="*/ 220233 h 1045272"/>
                <a:gd name="csX550" fmla="*/ 808796 w 1692117"/>
                <a:gd name="csY550" fmla="*/ 220711 h 1045272"/>
                <a:gd name="csX551" fmla="*/ 817395 w 1692117"/>
                <a:gd name="csY551" fmla="*/ 221666 h 1045272"/>
                <a:gd name="csX552" fmla="*/ 823606 w 1692117"/>
                <a:gd name="csY552" fmla="*/ 223100 h 1045272"/>
                <a:gd name="csX553" fmla="*/ 826950 w 1692117"/>
                <a:gd name="csY553" fmla="*/ 225011 h 1045272"/>
                <a:gd name="csX554" fmla="*/ 829816 w 1692117"/>
                <a:gd name="csY554" fmla="*/ 225966 h 1045272"/>
                <a:gd name="csX555" fmla="*/ 832205 w 1692117"/>
                <a:gd name="csY555" fmla="*/ 226444 h 1045272"/>
                <a:gd name="csX556" fmla="*/ 834593 w 1692117"/>
                <a:gd name="csY556" fmla="*/ 225966 h 1045272"/>
                <a:gd name="csX557" fmla="*/ 836504 w 1692117"/>
                <a:gd name="csY557" fmla="*/ 225011 h 1045272"/>
                <a:gd name="csX558" fmla="*/ 838893 w 1692117"/>
                <a:gd name="csY558" fmla="*/ 223100 h 1045272"/>
                <a:gd name="csX559" fmla="*/ 843670 w 1692117"/>
                <a:gd name="csY559" fmla="*/ 222622 h 1045272"/>
                <a:gd name="csX560" fmla="*/ 844626 w 1692117"/>
                <a:gd name="csY560" fmla="*/ 222144 h 1045272"/>
                <a:gd name="csX561" fmla="*/ 844148 w 1692117"/>
                <a:gd name="csY561" fmla="*/ 221189 h 1045272"/>
                <a:gd name="csX562" fmla="*/ 843192 w 1692117"/>
                <a:gd name="csY562" fmla="*/ 219756 h 1045272"/>
                <a:gd name="csX563" fmla="*/ 840326 w 1692117"/>
                <a:gd name="csY563" fmla="*/ 216889 h 1045272"/>
                <a:gd name="csX564" fmla="*/ 838415 w 1692117"/>
                <a:gd name="csY564" fmla="*/ 214500 h 1045272"/>
                <a:gd name="csX565" fmla="*/ 838415 w 1692117"/>
                <a:gd name="csY565" fmla="*/ 212590 h 1045272"/>
                <a:gd name="csX566" fmla="*/ 838415 w 1692117"/>
                <a:gd name="csY566" fmla="*/ 210679 h 1045272"/>
                <a:gd name="csX567" fmla="*/ 838893 w 1692117"/>
                <a:gd name="csY567" fmla="*/ 209246 h 1045272"/>
                <a:gd name="csX568" fmla="*/ 839848 w 1692117"/>
                <a:gd name="csY568" fmla="*/ 209246 h 1045272"/>
                <a:gd name="csX569" fmla="*/ 841759 w 1692117"/>
                <a:gd name="csY569" fmla="*/ 210201 h 1045272"/>
                <a:gd name="csX570" fmla="*/ 844148 w 1692117"/>
                <a:gd name="csY570" fmla="*/ 213067 h 1045272"/>
                <a:gd name="csX571" fmla="*/ 851314 w 1692117"/>
                <a:gd name="csY571" fmla="*/ 223577 h 1045272"/>
                <a:gd name="csX572" fmla="*/ 853225 w 1692117"/>
                <a:gd name="csY572" fmla="*/ 225488 h 1045272"/>
                <a:gd name="csX573" fmla="*/ 853703 w 1692117"/>
                <a:gd name="csY573" fmla="*/ 226444 h 1045272"/>
                <a:gd name="csX574" fmla="*/ 860391 w 1692117"/>
                <a:gd name="csY574" fmla="*/ 230266 h 1045272"/>
                <a:gd name="csX575" fmla="*/ 863257 w 1692117"/>
                <a:gd name="csY575" fmla="*/ 231221 h 1045272"/>
                <a:gd name="csX576" fmla="*/ 867079 w 1692117"/>
                <a:gd name="csY576" fmla="*/ 228832 h 1045272"/>
                <a:gd name="csX577" fmla="*/ 868512 w 1692117"/>
                <a:gd name="csY577" fmla="*/ 227399 h 1045272"/>
                <a:gd name="csX578" fmla="*/ 869468 w 1692117"/>
                <a:gd name="csY578" fmla="*/ 225966 h 1045272"/>
                <a:gd name="csX579" fmla="*/ 869468 w 1692117"/>
                <a:gd name="csY579" fmla="*/ 224533 h 1045272"/>
                <a:gd name="csX580" fmla="*/ 869468 w 1692117"/>
                <a:gd name="csY580" fmla="*/ 222622 h 1045272"/>
                <a:gd name="csX581" fmla="*/ 869468 w 1692117"/>
                <a:gd name="csY581" fmla="*/ 221189 h 1045272"/>
                <a:gd name="csX582" fmla="*/ 868512 w 1692117"/>
                <a:gd name="csY582" fmla="*/ 219756 h 1045272"/>
                <a:gd name="csX583" fmla="*/ 865646 w 1692117"/>
                <a:gd name="csY583" fmla="*/ 217367 h 1045272"/>
                <a:gd name="csX584" fmla="*/ 861346 w 1692117"/>
                <a:gd name="csY584" fmla="*/ 214500 h 1045272"/>
                <a:gd name="csX585" fmla="*/ 858002 w 1692117"/>
                <a:gd name="csY585" fmla="*/ 213545 h 1045272"/>
                <a:gd name="csX586" fmla="*/ 854180 w 1692117"/>
                <a:gd name="csY586" fmla="*/ 214978 h 1045272"/>
                <a:gd name="csX587" fmla="*/ 850358 w 1692117"/>
                <a:gd name="csY587" fmla="*/ 217367 h 1045272"/>
                <a:gd name="csX588" fmla="*/ 848925 w 1692117"/>
                <a:gd name="csY588" fmla="*/ 216412 h 1045272"/>
                <a:gd name="csX589" fmla="*/ 843670 w 1692117"/>
                <a:gd name="csY589" fmla="*/ 209723 h 1045272"/>
                <a:gd name="csX590" fmla="*/ 842715 w 1692117"/>
                <a:gd name="csY590" fmla="*/ 206857 h 1045272"/>
                <a:gd name="csX591" fmla="*/ 842715 w 1692117"/>
                <a:gd name="csY591" fmla="*/ 206379 h 1045272"/>
                <a:gd name="csX592" fmla="*/ 845104 w 1692117"/>
                <a:gd name="csY592" fmla="*/ 207335 h 1045272"/>
                <a:gd name="csX593" fmla="*/ 845104 w 1692117"/>
                <a:gd name="csY593" fmla="*/ 206379 h 1045272"/>
                <a:gd name="csX594" fmla="*/ 843670 w 1692117"/>
                <a:gd name="csY594" fmla="*/ 203035 h 1045272"/>
                <a:gd name="csX595" fmla="*/ 842715 w 1692117"/>
                <a:gd name="csY595" fmla="*/ 201602 h 1045272"/>
                <a:gd name="csX596" fmla="*/ 839848 w 1692117"/>
                <a:gd name="csY596" fmla="*/ 196347 h 1045272"/>
                <a:gd name="csX597" fmla="*/ 839848 w 1692117"/>
                <a:gd name="csY597" fmla="*/ 194914 h 1045272"/>
                <a:gd name="csX598" fmla="*/ 841282 w 1692117"/>
                <a:gd name="csY598" fmla="*/ 194436 h 1045272"/>
                <a:gd name="csX599" fmla="*/ 842237 w 1692117"/>
                <a:gd name="csY599" fmla="*/ 193958 h 1045272"/>
                <a:gd name="csX600" fmla="*/ 843192 w 1692117"/>
                <a:gd name="csY600" fmla="*/ 193958 h 1045272"/>
                <a:gd name="csX601" fmla="*/ 848448 w 1692117"/>
                <a:gd name="csY601" fmla="*/ 197302 h 1045272"/>
                <a:gd name="csX602" fmla="*/ 850836 w 1692117"/>
                <a:gd name="csY602" fmla="*/ 195869 h 1045272"/>
                <a:gd name="csX603" fmla="*/ 856569 w 1692117"/>
                <a:gd name="csY603" fmla="*/ 193480 h 1045272"/>
                <a:gd name="csX604" fmla="*/ 854180 w 1692117"/>
                <a:gd name="csY604" fmla="*/ 190614 h 1045272"/>
                <a:gd name="csX605" fmla="*/ 853703 w 1692117"/>
                <a:gd name="csY605" fmla="*/ 187748 h 1045272"/>
                <a:gd name="csX606" fmla="*/ 854180 w 1692117"/>
                <a:gd name="csY606" fmla="*/ 186792 h 1045272"/>
                <a:gd name="csX607" fmla="*/ 856091 w 1692117"/>
                <a:gd name="csY607" fmla="*/ 186314 h 1045272"/>
                <a:gd name="csX608" fmla="*/ 859913 w 1692117"/>
                <a:gd name="csY608" fmla="*/ 189181 h 1045272"/>
                <a:gd name="csX609" fmla="*/ 861346 w 1692117"/>
                <a:gd name="csY609" fmla="*/ 189181 h 1045272"/>
                <a:gd name="csX610" fmla="*/ 862779 w 1692117"/>
                <a:gd name="csY610" fmla="*/ 188225 h 1045272"/>
                <a:gd name="csX611" fmla="*/ 864213 w 1692117"/>
                <a:gd name="csY611" fmla="*/ 188225 h 1045272"/>
                <a:gd name="csX612" fmla="*/ 865646 w 1692117"/>
                <a:gd name="csY612" fmla="*/ 189181 h 1045272"/>
                <a:gd name="csX613" fmla="*/ 867079 w 1692117"/>
                <a:gd name="csY613" fmla="*/ 190614 h 1045272"/>
                <a:gd name="csX614" fmla="*/ 869468 w 1692117"/>
                <a:gd name="csY614" fmla="*/ 193958 h 1045272"/>
                <a:gd name="csX615" fmla="*/ 870901 w 1692117"/>
                <a:gd name="csY615" fmla="*/ 196347 h 1045272"/>
                <a:gd name="csX616" fmla="*/ 872334 w 1692117"/>
                <a:gd name="csY616" fmla="*/ 199691 h 1045272"/>
                <a:gd name="csX617" fmla="*/ 872812 w 1692117"/>
                <a:gd name="csY617" fmla="*/ 200169 h 1045272"/>
                <a:gd name="csX618" fmla="*/ 879978 w 1692117"/>
                <a:gd name="csY618" fmla="*/ 200646 h 1045272"/>
                <a:gd name="csX619" fmla="*/ 883799 w 1692117"/>
                <a:gd name="csY619" fmla="*/ 197302 h 1045272"/>
                <a:gd name="csX620" fmla="*/ 883799 w 1692117"/>
                <a:gd name="csY620" fmla="*/ 198735 h 1045272"/>
                <a:gd name="csX621" fmla="*/ 882844 w 1692117"/>
                <a:gd name="csY621" fmla="*/ 200646 h 1045272"/>
                <a:gd name="csX622" fmla="*/ 878067 w 1692117"/>
                <a:gd name="csY622" fmla="*/ 209723 h 1045272"/>
                <a:gd name="csX623" fmla="*/ 878067 w 1692117"/>
                <a:gd name="csY623" fmla="*/ 210679 h 1045272"/>
                <a:gd name="csX624" fmla="*/ 880455 w 1692117"/>
                <a:gd name="csY624" fmla="*/ 210201 h 1045272"/>
                <a:gd name="csX625" fmla="*/ 881889 w 1692117"/>
                <a:gd name="csY625" fmla="*/ 209723 h 1045272"/>
                <a:gd name="csX626" fmla="*/ 882366 w 1692117"/>
                <a:gd name="csY626" fmla="*/ 208768 h 1045272"/>
                <a:gd name="csX627" fmla="*/ 882844 w 1692117"/>
                <a:gd name="csY627" fmla="*/ 205901 h 1045272"/>
                <a:gd name="csX628" fmla="*/ 883322 w 1692117"/>
                <a:gd name="csY628" fmla="*/ 205424 h 1045272"/>
                <a:gd name="csX629" fmla="*/ 890488 w 1692117"/>
                <a:gd name="csY629" fmla="*/ 201124 h 1045272"/>
                <a:gd name="csX630" fmla="*/ 892876 w 1692117"/>
                <a:gd name="csY630" fmla="*/ 200646 h 1045272"/>
                <a:gd name="csX631" fmla="*/ 891443 w 1692117"/>
                <a:gd name="csY631" fmla="*/ 204946 h 1045272"/>
                <a:gd name="csX632" fmla="*/ 888577 w 1692117"/>
                <a:gd name="csY632" fmla="*/ 220711 h 1045272"/>
                <a:gd name="csX633" fmla="*/ 888099 w 1692117"/>
                <a:gd name="csY633" fmla="*/ 226444 h 1045272"/>
                <a:gd name="csX634" fmla="*/ 887621 w 1692117"/>
                <a:gd name="csY634" fmla="*/ 228355 h 1045272"/>
                <a:gd name="csX635" fmla="*/ 884755 w 1692117"/>
                <a:gd name="csY635" fmla="*/ 234087 h 1045272"/>
                <a:gd name="csX636" fmla="*/ 884755 w 1692117"/>
                <a:gd name="csY636" fmla="*/ 235998 h 1045272"/>
                <a:gd name="csX637" fmla="*/ 888099 w 1692117"/>
                <a:gd name="csY637" fmla="*/ 241253 h 1045272"/>
                <a:gd name="csX638" fmla="*/ 888577 w 1692117"/>
                <a:gd name="csY638" fmla="*/ 242687 h 1045272"/>
                <a:gd name="csX639" fmla="*/ 889055 w 1692117"/>
                <a:gd name="csY639" fmla="*/ 246508 h 1045272"/>
                <a:gd name="csX640" fmla="*/ 889532 w 1692117"/>
                <a:gd name="csY640" fmla="*/ 247464 h 1045272"/>
                <a:gd name="csX641" fmla="*/ 891921 w 1692117"/>
                <a:gd name="csY641" fmla="*/ 247464 h 1045272"/>
                <a:gd name="csX642" fmla="*/ 894787 w 1692117"/>
                <a:gd name="csY642" fmla="*/ 246031 h 1045272"/>
                <a:gd name="csX643" fmla="*/ 897654 w 1692117"/>
                <a:gd name="csY643" fmla="*/ 245553 h 1045272"/>
                <a:gd name="csX644" fmla="*/ 898131 w 1692117"/>
                <a:gd name="csY644" fmla="*/ 246031 h 1045272"/>
                <a:gd name="csX645" fmla="*/ 896698 w 1692117"/>
                <a:gd name="csY645" fmla="*/ 251286 h 1045272"/>
                <a:gd name="csX646" fmla="*/ 896698 w 1692117"/>
                <a:gd name="csY646" fmla="*/ 251763 h 1045272"/>
                <a:gd name="csX647" fmla="*/ 899564 w 1692117"/>
                <a:gd name="csY647" fmla="*/ 250330 h 1045272"/>
                <a:gd name="csX648" fmla="*/ 900998 w 1692117"/>
                <a:gd name="csY648" fmla="*/ 250330 h 1045272"/>
                <a:gd name="csX649" fmla="*/ 901476 w 1692117"/>
                <a:gd name="csY649" fmla="*/ 250330 h 1045272"/>
                <a:gd name="csX650" fmla="*/ 903864 w 1692117"/>
                <a:gd name="csY650" fmla="*/ 252719 h 1045272"/>
                <a:gd name="csX651" fmla="*/ 903864 w 1692117"/>
                <a:gd name="csY651" fmla="*/ 254630 h 1045272"/>
                <a:gd name="csX652" fmla="*/ 903864 w 1692117"/>
                <a:gd name="csY652" fmla="*/ 257496 h 1045272"/>
                <a:gd name="csX653" fmla="*/ 903864 w 1692117"/>
                <a:gd name="csY653" fmla="*/ 259407 h 1045272"/>
                <a:gd name="csX654" fmla="*/ 902909 w 1692117"/>
                <a:gd name="csY654" fmla="*/ 260840 h 1045272"/>
                <a:gd name="csX655" fmla="*/ 901953 w 1692117"/>
                <a:gd name="csY655" fmla="*/ 261318 h 1045272"/>
                <a:gd name="csX656" fmla="*/ 900998 w 1692117"/>
                <a:gd name="csY656" fmla="*/ 261318 h 1045272"/>
                <a:gd name="csX657" fmla="*/ 900042 w 1692117"/>
                <a:gd name="csY657" fmla="*/ 261318 h 1045272"/>
                <a:gd name="csX658" fmla="*/ 896698 w 1692117"/>
                <a:gd name="csY658" fmla="*/ 261796 h 1045272"/>
                <a:gd name="csX659" fmla="*/ 894787 w 1692117"/>
                <a:gd name="csY659" fmla="*/ 261318 h 1045272"/>
                <a:gd name="csX660" fmla="*/ 893354 w 1692117"/>
                <a:gd name="csY660" fmla="*/ 259885 h 1045272"/>
                <a:gd name="csX661" fmla="*/ 891921 w 1692117"/>
                <a:gd name="csY661" fmla="*/ 259407 h 1045272"/>
                <a:gd name="csX662" fmla="*/ 890488 w 1692117"/>
                <a:gd name="csY662" fmla="*/ 260363 h 1045272"/>
                <a:gd name="csX663" fmla="*/ 888099 w 1692117"/>
                <a:gd name="csY663" fmla="*/ 260363 h 1045272"/>
                <a:gd name="csX664" fmla="*/ 885233 w 1692117"/>
                <a:gd name="csY664" fmla="*/ 257019 h 1045272"/>
                <a:gd name="csX665" fmla="*/ 884277 w 1692117"/>
                <a:gd name="csY665" fmla="*/ 257019 h 1045272"/>
                <a:gd name="csX666" fmla="*/ 883799 w 1692117"/>
                <a:gd name="csY666" fmla="*/ 257974 h 1045272"/>
                <a:gd name="csX667" fmla="*/ 883799 w 1692117"/>
                <a:gd name="csY667" fmla="*/ 258452 h 1045272"/>
                <a:gd name="csX668" fmla="*/ 885233 w 1692117"/>
                <a:gd name="csY668" fmla="*/ 260840 h 1045272"/>
                <a:gd name="csX669" fmla="*/ 894310 w 1692117"/>
                <a:gd name="csY669" fmla="*/ 272306 h 1045272"/>
                <a:gd name="csX670" fmla="*/ 895743 w 1692117"/>
                <a:gd name="csY670" fmla="*/ 274694 h 1045272"/>
                <a:gd name="csX671" fmla="*/ 896221 w 1692117"/>
                <a:gd name="csY671" fmla="*/ 278039 h 1045272"/>
                <a:gd name="csX672" fmla="*/ 896221 w 1692117"/>
                <a:gd name="csY672" fmla="*/ 278039 h 1045272"/>
                <a:gd name="csX673" fmla="*/ 897176 w 1692117"/>
                <a:gd name="csY673" fmla="*/ 274694 h 1045272"/>
                <a:gd name="csX674" fmla="*/ 896698 w 1692117"/>
                <a:gd name="csY674" fmla="*/ 272784 h 1045272"/>
                <a:gd name="csX675" fmla="*/ 891921 w 1692117"/>
                <a:gd name="csY675" fmla="*/ 266095 h 1045272"/>
                <a:gd name="csX676" fmla="*/ 891443 w 1692117"/>
                <a:gd name="csY676" fmla="*/ 263707 h 1045272"/>
                <a:gd name="csX677" fmla="*/ 891443 w 1692117"/>
                <a:gd name="csY677" fmla="*/ 263229 h 1045272"/>
                <a:gd name="csX678" fmla="*/ 892876 w 1692117"/>
                <a:gd name="csY678" fmla="*/ 262273 h 1045272"/>
                <a:gd name="csX679" fmla="*/ 899564 w 1692117"/>
                <a:gd name="csY679" fmla="*/ 264184 h 1045272"/>
                <a:gd name="csX680" fmla="*/ 902431 w 1692117"/>
                <a:gd name="csY680" fmla="*/ 263707 h 1045272"/>
                <a:gd name="csX681" fmla="*/ 904342 w 1692117"/>
                <a:gd name="csY681" fmla="*/ 262751 h 1045272"/>
                <a:gd name="csX682" fmla="*/ 904820 w 1692117"/>
                <a:gd name="csY682" fmla="*/ 261318 h 1045272"/>
                <a:gd name="csX683" fmla="*/ 905775 w 1692117"/>
                <a:gd name="csY683" fmla="*/ 253197 h 1045272"/>
                <a:gd name="csX684" fmla="*/ 906730 w 1692117"/>
                <a:gd name="csY684" fmla="*/ 247942 h 1045272"/>
                <a:gd name="csX685" fmla="*/ 906253 w 1692117"/>
                <a:gd name="csY685" fmla="*/ 243164 h 1045272"/>
                <a:gd name="csX686" fmla="*/ 904342 w 1692117"/>
                <a:gd name="csY686" fmla="*/ 235998 h 1045272"/>
                <a:gd name="csX687" fmla="*/ 902909 w 1692117"/>
                <a:gd name="csY687" fmla="*/ 231221 h 1045272"/>
                <a:gd name="csX688" fmla="*/ 899564 w 1692117"/>
                <a:gd name="csY688" fmla="*/ 226921 h 1045272"/>
                <a:gd name="csX689" fmla="*/ 899087 w 1692117"/>
                <a:gd name="csY689" fmla="*/ 225488 h 1045272"/>
                <a:gd name="csX690" fmla="*/ 902909 w 1692117"/>
                <a:gd name="csY690" fmla="*/ 211634 h 1045272"/>
                <a:gd name="csX691" fmla="*/ 903387 w 1692117"/>
                <a:gd name="csY691" fmla="*/ 210679 h 1045272"/>
                <a:gd name="csX692" fmla="*/ 904342 w 1692117"/>
                <a:gd name="csY692" fmla="*/ 210201 h 1045272"/>
                <a:gd name="csX693" fmla="*/ 907208 w 1692117"/>
                <a:gd name="csY693" fmla="*/ 209723 h 1045272"/>
                <a:gd name="csX694" fmla="*/ 909597 w 1692117"/>
                <a:gd name="csY694" fmla="*/ 208768 h 1045272"/>
                <a:gd name="csX695" fmla="*/ 912941 w 1692117"/>
                <a:gd name="csY695" fmla="*/ 210201 h 1045272"/>
                <a:gd name="csX696" fmla="*/ 914852 w 1692117"/>
                <a:gd name="csY696" fmla="*/ 210679 h 1045272"/>
                <a:gd name="csX697" fmla="*/ 917241 w 1692117"/>
                <a:gd name="csY697" fmla="*/ 209246 h 1045272"/>
                <a:gd name="csX698" fmla="*/ 922496 w 1692117"/>
                <a:gd name="csY698" fmla="*/ 203513 h 1045272"/>
                <a:gd name="csX699" fmla="*/ 924406 w 1692117"/>
                <a:gd name="csY699" fmla="*/ 201602 h 1045272"/>
                <a:gd name="csX700" fmla="*/ 926795 w 1692117"/>
                <a:gd name="csY700" fmla="*/ 198258 h 1045272"/>
                <a:gd name="csX701" fmla="*/ 930139 w 1692117"/>
                <a:gd name="csY701" fmla="*/ 193003 h 1045272"/>
                <a:gd name="csX702" fmla="*/ 933483 w 1692117"/>
                <a:gd name="csY702" fmla="*/ 189659 h 1045272"/>
                <a:gd name="csX703" fmla="*/ 938738 w 1692117"/>
                <a:gd name="csY703" fmla="*/ 185837 h 1045272"/>
                <a:gd name="csX704" fmla="*/ 942083 w 1692117"/>
                <a:gd name="csY704" fmla="*/ 183448 h 1045272"/>
                <a:gd name="csX705" fmla="*/ 942560 w 1692117"/>
                <a:gd name="csY705" fmla="*/ 182015 h 1045272"/>
                <a:gd name="csX706" fmla="*/ 939694 w 1692117"/>
                <a:gd name="csY706" fmla="*/ 182015 h 1045272"/>
                <a:gd name="csX707" fmla="*/ 938738 w 1692117"/>
                <a:gd name="csY707" fmla="*/ 181537 h 1045272"/>
                <a:gd name="csX708" fmla="*/ 938261 w 1692117"/>
                <a:gd name="csY708" fmla="*/ 179149 h 1045272"/>
                <a:gd name="csX709" fmla="*/ 938738 w 1692117"/>
                <a:gd name="csY709" fmla="*/ 173893 h 1045272"/>
                <a:gd name="csX710" fmla="*/ 938738 w 1692117"/>
                <a:gd name="csY710" fmla="*/ 171505 h 1045272"/>
                <a:gd name="csX711" fmla="*/ 938261 w 1692117"/>
                <a:gd name="csY711" fmla="*/ 168639 h 1045272"/>
                <a:gd name="csX712" fmla="*/ 937305 w 1692117"/>
                <a:gd name="csY712" fmla="*/ 166728 h 1045272"/>
                <a:gd name="csX713" fmla="*/ 936350 w 1692117"/>
                <a:gd name="csY713" fmla="*/ 164817 h 1045272"/>
                <a:gd name="csX714" fmla="*/ 935394 w 1692117"/>
                <a:gd name="csY714" fmla="*/ 163384 h 1045272"/>
                <a:gd name="csX715" fmla="*/ 934917 w 1692117"/>
                <a:gd name="csY715" fmla="*/ 162906 h 1045272"/>
                <a:gd name="csX716" fmla="*/ 934439 w 1692117"/>
                <a:gd name="csY716" fmla="*/ 163384 h 1045272"/>
                <a:gd name="csX717" fmla="*/ 933961 w 1692117"/>
                <a:gd name="csY717" fmla="*/ 163861 h 1045272"/>
                <a:gd name="csX718" fmla="*/ 933006 w 1692117"/>
                <a:gd name="csY718" fmla="*/ 168639 h 1045272"/>
                <a:gd name="csX719" fmla="*/ 932050 w 1692117"/>
                <a:gd name="csY719" fmla="*/ 171983 h 1045272"/>
                <a:gd name="csX720" fmla="*/ 930617 w 1692117"/>
                <a:gd name="csY720" fmla="*/ 173893 h 1045272"/>
                <a:gd name="csX721" fmla="*/ 927751 w 1692117"/>
                <a:gd name="csY721" fmla="*/ 175327 h 1045272"/>
                <a:gd name="csX722" fmla="*/ 922496 w 1692117"/>
                <a:gd name="csY722" fmla="*/ 176282 h 1045272"/>
                <a:gd name="csX723" fmla="*/ 920107 w 1692117"/>
                <a:gd name="csY723" fmla="*/ 174371 h 1045272"/>
                <a:gd name="csX724" fmla="*/ 920107 w 1692117"/>
                <a:gd name="csY724" fmla="*/ 172938 h 1045272"/>
                <a:gd name="csX725" fmla="*/ 920585 w 1692117"/>
                <a:gd name="csY725" fmla="*/ 167683 h 1045272"/>
                <a:gd name="csX726" fmla="*/ 922496 w 1692117"/>
                <a:gd name="csY726" fmla="*/ 165294 h 1045272"/>
                <a:gd name="csX727" fmla="*/ 927273 w 1692117"/>
                <a:gd name="csY727" fmla="*/ 160517 h 1045272"/>
                <a:gd name="csX728" fmla="*/ 930139 w 1692117"/>
                <a:gd name="csY728" fmla="*/ 156695 h 1045272"/>
                <a:gd name="csX729" fmla="*/ 930139 w 1692117"/>
                <a:gd name="csY729" fmla="*/ 156218 h 1045272"/>
                <a:gd name="csX730" fmla="*/ 927273 w 1692117"/>
                <a:gd name="csY730" fmla="*/ 156218 h 1045272"/>
                <a:gd name="csX731" fmla="*/ 926795 w 1692117"/>
                <a:gd name="csY731" fmla="*/ 155262 h 1045272"/>
                <a:gd name="csX732" fmla="*/ 926318 w 1692117"/>
                <a:gd name="csY732" fmla="*/ 150963 h 1045272"/>
                <a:gd name="csX733" fmla="*/ 926318 w 1692117"/>
                <a:gd name="csY733" fmla="*/ 149052 h 1045272"/>
                <a:gd name="csX734" fmla="*/ 926795 w 1692117"/>
                <a:gd name="csY734" fmla="*/ 147141 h 1045272"/>
                <a:gd name="csX735" fmla="*/ 928706 w 1692117"/>
                <a:gd name="csY735" fmla="*/ 145707 h 1045272"/>
                <a:gd name="csX736" fmla="*/ 934917 w 1692117"/>
                <a:gd name="csY736" fmla="*/ 143797 h 1045272"/>
                <a:gd name="csX737" fmla="*/ 939216 w 1692117"/>
                <a:gd name="csY737" fmla="*/ 141886 h 1045272"/>
                <a:gd name="csX738" fmla="*/ 939694 w 1692117"/>
                <a:gd name="csY738" fmla="*/ 142363 h 1045272"/>
                <a:gd name="csX739" fmla="*/ 935872 w 1692117"/>
                <a:gd name="csY739" fmla="*/ 148574 h 1045272"/>
                <a:gd name="csX740" fmla="*/ 935394 w 1692117"/>
                <a:gd name="csY740" fmla="*/ 150007 h 1045272"/>
                <a:gd name="csX741" fmla="*/ 936828 w 1692117"/>
                <a:gd name="csY741" fmla="*/ 151440 h 1045272"/>
                <a:gd name="csX742" fmla="*/ 940649 w 1692117"/>
                <a:gd name="csY742" fmla="*/ 148096 h 1045272"/>
                <a:gd name="csX743" fmla="*/ 942560 w 1692117"/>
                <a:gd name="csY743" fmla="*/ 144752 h 1045272"/>
                <a:gd name="csX744" fmla="*/ 943038 w 1692117"/>
                <a:gd name="csY744" fmla="*/ 143797 h 1045272"/>
                <a:gd name="csX745" fmla="*/ 941127 w 1692117"/>
                <a:gd name="csY745" fmla="*/ 143319 h 1045272"/>
                <a:gd name="csX746" fmla="*/ 941127 w 1692117"/>
                <a:gd name="csY746" fmla="*/ 142363 h 1045272"/>
                <a:gd name="csX747" fmla="*/ 941127 w 1692117"/>
                <a:gd name="csY747" fmla="*/ 139975 h 1045272"/>
                <a:gd name="csX748" fmla="*/ 941127 w 1692117"/>
                <a:gd name="csY748" fmla="*/ 138542 h 1045272"/>
                <a:gd name="csX749" fmla="*/ 938738 w 1692117"/>
                <a:gd name="csY749" fmla="*/ 136631 h 1045272"/>
                <a:gd name="csX750" fmla="*/ 935872 w 1692117"/>
                <a:gd name="csY750" fmla="*/ 137586 h 1045272"/>
                <a:gd name="csX751" fmla="*/ 933483 w 1692117"/>
                <a:gd name="csY751" fmla="*/ 139497 h 1045272"/>
                <a:gd name="csX752" fmla="*/ 931572 w 1692117"/>
                <a:gd name="csY752" fmla="*/ 139975 h 1045272"/>
                <a:gd name="csX753" fmla="*/ 928706 w 1692117"/>
                <a:gd name="csY753" fmla="*/ 140452 h 1045272"/>
                <a:gd name="csX754" fmla="*/ 926318 w 1692117"/>
                <a:gd name="csY754" fmla="*/ 139975 h 1045272"/>
                <a:gd name="csX755" fmla="*/ 925362 w 1692117"/>
                <a:gd name="csY755" fmla="*/ 138542 h 1045272"/>
                <a:gd name="csX756" fmla="*/ 923451 w 1692117"/>
                <a:gd name="csY756" fmla="*/ 136631 h 1045272"/>
                <a:gd name="csX757" fmla="*/ 921540 w 1692117"/>
                <a:gd name="csY757" fmla="*/ 133286 h 1045272"/>
                <a:gd name="csX758" fmla="*/ 919152 w 1692117"/>
                <a:gd name="csY758" fmla="*/ 129465 h 1045272"/>
                <a:gd name="csX759" fmla="*/ 918674 w 1692117"/>
                <a:gd name="csY759" fmla="*/ 129465 h 1045272"/>
                <a:gd name="csX760" fmla="*/ 917718 w 1692117"/>
                <a:gd name="csY760" fmla="*/ 129465 h 1045272"/>
                <a:gd name="csX761" fmla="*/ 916285 w 1692117"/>
                <a:gd name="csY761" fmla="*/ 132809 h 1045272"/>
                <a:gd name="csX762" fmla="*/ 915807 w 1692117"/>
                <a:gd name="csY762" fmla="*/ 133286 h 1045272"/>
                <a:gd name="csX763" fmla="*/ 906253 w 1692117"/>
                <a:gd name="csY763" fmla="*/ 128509 h 1045272"/>
                <a:gd name="csX764" fmla="*/ 902431 w 1692117"/>
                <a:gd name="csY764" fmla="*/ 126121 h 1045272"/>
                <a:gd name="csX765" fmla="*/ 900520 w 1692117"/>
                <a:gd name="csY765" fmla="*/ 124210 h 1045272"/>
                <a:gd name="csX766" fmla="*/ 898131 w 1692117"/>
                <a:gd name="csY766" fmla="*/ 122777 h 1045272"/>
                <a:gd name="csX767" fmla="*/ 895265 w 1692117"/>
                <a:gd name="csY767" fmla="*/ 122299 h 1045272"/>
                <a:gd name="csX768" fmla="*/ 892876 w 1692117"/>
                <a:gd name="csY768" fmla="*/ 121821 h 1045272"/>
                <a:gd name="csX769" fmla="*/ 891443 w 1692117"/>
                <a:gd name="csY769" fmla="*/ 119910 h 1045272"/>
                <a:gd name="csX770" fmla="*/ 890010 w 1692117"/>
                <a:gd name="csY770" fmla="*/ 117999 h 1045272"/>
                <a:gd name="csX771" fmla="*/ 888577 w 1692117"/>
                <a:gd name="csY771" fmla="*/ 115133 h 1045272"/>
                <a:gd name="csX772" fmla="*/ 886666 w 1692117"/>
                <a:gd name="csY772" fmla="*/ 111789 h 1045272"/>
                <a:gd name="csX773" fmla="*/ 882366 w 1692117"/>
                <a:gd name="csY773" fmla="*/ 104623 h 1045272"/>
                <a:gd name="csX774" fmla="*/ 881411 w 1692117"/>
                <a:gd name="csY774" fmla="*/ 99845 h 1045272"/>
                <a:gd name="csX775" fmla="*/ 880933 w 1692117"/>
                <a:gd name="csY775" fmla="*/ 97935 h 1045272"/>
                <a:gd name="csX776" fmla="*/ 881411 w 1692117"/>
                <a:gd name="csY776" fmla="*/ 93635 h 1045272"/>
                <a:gd name="csX777" fmla="*/ 885711 w 1692117"/>
                <a:gd name="csY777" fmla="*/ 85991 h 1045272"/>
                <a:gd name="csX778" fmla="*/ 886188 w 1692117"/>
                <a:gd name="csY778" fmla="*/ 83603 h 1045272"/>
                <a:gd name="csX779" fmla="*/ 887621 w 1692117"/>
                <a:gd name="csY779" fmla="*/ 82170 h 1045272"/>
                <a:gd name="csX780" fmla="*/ 889532 w 1692117"/>
                <a:gd name="csY780" fmla="*/ 80736 h 1045272"/>
                <a:gd name="csX781" fmla="*/ 891443 w 1692117"/>
                <a:gd name="csY781" fmla="*/ 80736 h 1045272"/>
                <a:gd name="csX782" fmla="*/ 894787 w 1692117"/>
                <a:gd name="csY782" fmla="*/ 81692 h 1045272"/>
                <a:gd name="csX783" fmla="*/ 892399 w 1692117"/>
                <a:gd name="csY783" fmla="*/ 79303 h 1045272"/>
                <a:gd name="csX784" fmla="*/ 892399 w 1692117"/>
                <a:gd name="csY784" fmla="*/ 77870 h 1045272"/>
                <a:gd name="csX785" fmla="*/ 894310 w 1692117"/>
                <a:gd name="csY785" fmla="*/ 73570 h 1045272"/>
                <a:gd name="csX786" fmla="*/ 894310 w 1692117"/>
                <a:gd name="csY786" fmla="*/ 73570 h 1045272"/>
                <a:gd name="csX787" fmla="*/ 888577 w 1692117"/>
                <a:gd name="csY787" fmla="*/ 76914 h 1045272"/>
                <a:gd name="csX788" fmla="*/ 887144 w 1692117"/>
                <a:gd name="csY788" fmla="*/ 76437 h 1045272"/>
                <a:gd name="csX789" fmla="*/ 885233 w 1692117"/>
                <a:gd name="csY789" fmla="*/ 74526 h 1045272"/>
                <a:gd name="csX790" fmla="*/ 881411 w 1692117"/>
                <a:gd name="csY790" fmla="*/ 67360 h 1045272"/>
                <a:gd name="csX791" fmla="*/ 881411 w 1692117"/>
                <a:gd name="csY791" fmla="*/ 63060 h 1045272"/>
                <a:gd name="csX792" fmla="*/ 882366 w 1692117"/>
                <a:gd name="csY792" fmla="*/ 56372 h 1045272"/>
                <a:gd name="csX793" fmla="*/ 882844 w 1692117"/>
                <a:gd name="csY793" fmla="*/ 52550 h 1045272"/>
                <a:gd name="csX794" fmla="*/ 881889 w 1692117"/>
                <a:gd name="csY794" fmla="*/ 49684 h 1045272"/>
                <a:gd name="csX795" fmla="*/ 882366 w 1692117"/>
                <a:gd name="csY795" fmla="*/ 48728 h 1045272"/>
                <a:gd name="csX796" fmla="*/ 883322 w 1692117"/>
                <a:gd name="csY796" fmla="*/ 47773 h 1045272"/>
                <a:gd name="csX797" fmla="*/ 883799 w 1692117"/>
                <a:gd name="csY797" fmla="*/ 46818 h 1045272"/>
                <a:gd name="csX798" fmla="*/ 883322 w 1692117"/>
                <a:gd name="csY798" fmla="*/ 42996 h 1045272"/>
                <a:gd name="csX799" fmla="*/ 884277 w 1692117"/>
                <a:gd name="csY799" fmla="*/ 41085 h 1045272"/>
                <a:gd name="csX800" fmla="*/ 886666 w 1692117"/>
                <a:gd name="csY800" fmla="*/ 37741 h 1045272"/>
                <a:gd name="csX801" fmla="*/ 889532 w 1692117"/>
                <a:gd name="csY801" fmla="*/ 34397 h 1045272"/>
                <a:gd name="csX802" fmla="*/ 890965 w 1692117"/>
                <a:gd name="csY802" fmla="*/ 33441 h 1045272"/>
                <a:gd name="csX803" fmla="*/ 892399 w 1692117"/>
                <a:gd name="csY803" fmla="*/ 33441 h 1045272"/>
                <a:gd name="csX804" fmla="*/ 893832 w 1692117"/>
                <a:gd name="csY804" fmla="*/ 34397 h 1045272"/>
                <a:gd name="csX805" fmla="*/ 895265 w 1692117"/>
                <a:gd name="csY805" fmla="*/ 36307 h 1045272"/>
                <a:gd name="csX806" fmla="*/ 897654 w 1692117"/>
                <a:gd name="csY806" fmla="*/ 38218 h 1045272"/>
                <a:gd name="csX807" fmla="*/ 899564 w 1692117"/>
                <a:gd name="csY807" fmla="*/ 38696 h 1045272"/>
                <a:gd name="csX808" fmla="*/ 900998 w 1692117"/>
                <a:gd name="csY808" fmla="*/ 37741 h 1045272"/>
                <a:gd name="csX809" fmla="*/ 903387 w 1692117"/>
                <a:gd name="csY809" fmla="*/ 30575 h 1045272"/>
                <a:gd name="csX810" fmla="*/ 903864 w 1692117"/>
                <a:gd name="csY810" fmla="*/ 28664 h 1045272"/>
                <a:gd name="csX811" fmla="*/ 903387 w 1692117"/>
                <a:gd name="csY811" fmla="*/ 28186 h 1045272"/>
                <a:gd name="csX812" fmla="*/ 898609 w 1692117"/>
                <a:gd name="csY812" fmla="*/ 28186 h 1045272"/>
                <a:gd name="csX813" fmla="*/ 896698 w 1692117"/>
                <a:gd name="csY813" fmla="*/ 27708 h 1045272"/>
                <a:gd name="csX814" fmla="*/ 895743 w 1692117"/>
                <a:gd name="csY814" fmla="*/ 26753 h 1045272"/>
                <a:gd name="csX815" fmla="*/ 894787 w 1692117"/>
                <a:gd name="csY815" fmla="*/ 24364 h 1045272"/>
                <a:gd name="csX816" fmla="*/ 895265 w 1692117"/>
                <a:gd name="csY816" fmla="*/ 22931 h 1045272"/>
                <a:gd name="csX817" fmla="*/ 900042 w 1692117"/>
                <a:gd name="csY817" fmla="*/ 17676 h 1045272"/>
                <a:gd name="csX818" fmla="*/ 901953 w 1692117"/>
                <a:gd name="csY818" fmla="*/ 12421 h 1045272"/>
                <a:gd name="csX819" fmla="*/ 908164 w 1692117"/>
                <a:gd name="csY819" fmla="*/ 5255 h 1045272"/>
                <a:gd name="csX820" fmla="*/ 914374 w 1692117"/>
                <a:gd name="csY820" fmla="*/ 1433 h 1045272"/>
                <a:gd name="csX821" fmla="*/ 917241 w 1692117"/>
                <a:gd name="csY821" fmla="*/ 478 h 1045272"/>
                <a:gd name="csX822" fmla="*/ 919629 w 1692117"/>
                <a:gd name="csY822" fmla="*/ 0 h 1045272"/>
                <a:gd name="csX823" fmla="*/ 920585 w 1692117"/>
                <a:gd name="csY823" fmla="*/ 478 h 1045272"/>
                <a:gd name="csX824" fmla="*/ 922018 w 1692117"/>
                <a:gd name="csY824" fmla="*/ 4300 h 1045272"/>
                <a:gd name="csX825" fmla="*/ 922496 w 1692117"/>
                <a:gd name="csY825" fmla="*/ 8121 h 1045272"/>
                <a:gd name="csX826" fmla="*/ 925840 w 1692117"/>
                <a:gd name="csY826" fmla="*/ 12899 h 1045272"/>
                <a:gd name="csX827" fmla="*/ 928706 w 1692117"/>
                <a:gd name="csY827" fmla="*/ 13377 h 1045272"/>
                <a:gd name="csX828" fmla="*/ 930139 w 1692117"/>
                <a:gd name="csY828" fmla="*/ 12899 h 1045272"/>
                <a:gd name="csX829" fmla="*/ 935872 w 1692117"/>
                <a:gd name="csY829" fmla="*/ 12899 h 1045272"/>
                <a:gd name="csX830" fmla="*/ 936828 w 1692117"/>
                <a:gd name="csY830" fmla="*/ 14332 h 1045272"/>
                <a:gd name="csX831" fmla="*/ 936828 w 1692117"/>
                <a:gd name="csY831" fmla="*/ 15765 h 1045272"/>
                <a:gd name="csX832" fmla="*/ 936350 w 1692117"/>
                <a:gd name="csY832" fmla="*/ 18154 h 1045272"/>
                <a:gd name="csX833" fmla="*/ 936828 w 1692117"/>
                <a:gd name="csY833" fmla="*/ 20542 h 1045272"/>
                <a:gd name="csX834" fmla="*/ 940171 w 1692117"/>
                <a:gd name="csY834" fmla="*/ 24364 h 1045272"/>
                <a:gd name="csX835" fmla="*/ 943516 w 1692117"/>
                <a:gd name="csY835" fmla="*/ 27231 h 1045272"/>
                <a:gd name="csX836" fmla="*/ 946860 w 1692117"/>
                <a:gd name="csY836" fmla="*/ 30575 h 1045272"/>
                <a:gd name="csX837" fmla="*/ 951159 w 1692117"/>
                <a:gd name="csY837" fmla="*/ 37741 h 1045272"/>
                <a:gd name="csX838" fmla="*/ 952115 w 1692117"/>
                <a:gd name="csY838" fmla="*/ 39652 h 1045272"/>
                <a:gd name="csX839" fmla="*/ 952593 w 1692117"/>
                <a:gd name="csY839" fmla="*/ 42040 h 1045272"/>
                <a:gd name="csX840" fmla="*/ 954026 w 1692117"/>
                <a:gd name="csY840" fmla="*/ 49684 h 1045272"/>
                <a:gd name="csX841" fmla="*/ 954026 w 1692117"/>
                <a:gd name="csY841" fmla="*/ 52550 h 1045272"/>
                <a:gd name="csX842" fmla="*/ 953548 w 1692117"/>
                <a:gd name="csY842" fmla="*/ 61149 h 1045272"/>
                <a:gd name="csX843" fmla="*/ 953070 w 1692117"/>
                <a:gd name="csY843" fmla="*/ 63060 h 1045272"/>
                <a:gd name="csX844" fmla="*/ 952115 w 1692117"/>
                <a:gd name="csY844" fmla="*/ 64971 h 1045272"/>
                <a:gd name="csX845" fmla="*/ 952593 w 1692117"/>
                <a:gd name="csY845" fmla="*/ 65927 h 1045272"/>
                <a:gd name="csX846" fmla="*/ 955937 w 1692117"/>
                <a:gd name="csY846" fmla="*/ 67838 h 1045272"/>
                <a:gd name="csX847" fmla="*/ 958803 w 1692117"/>
                <a:gd name="csY847" fmla="*/ 72137 h 1045272"/>
                <a:gd name="csX848" fmla="*/ 960236 w 1692117"/>
                <a:gd name="csY848" fmla="*/ 73570 h 1045272"/>
                <a:gd name="csX849" fmla="*/ 964058 w 1692117"/>
                <a:gd name="csY849" fmla="*/ 75959 h 1045272"/>
                <a:gd name="csX850" fmla="*/ 964536 w 1692117"/>
                <a:gd name="csY850" fmla="*/ 76914 h 1045272"/>
                <a:gd name="csX851" fmla="*/ 965491 w 1692117"/>
                <a:gd name="csY851" fmla="*/ 78348 h 1045272"/>
                <a:gd name="csX852" fmla="*/ 967402 w 1692117"/>
                <a:gd name="csY852" fmla="*/ 84558 h 1045272"/>
                <a:gd name="csX853" fmla="*/ 970746 w 1692117"/>
                <a:gd name="csY853" fmla="*/ 90291 h 1045272"/>
                <a:gd name="csX854" fmla="*/ 970746 w 1692117"/>
                <a:gd name="csY854" fmla="*/ 91246 h 1045272"/>
                <a:gd name="csX855" fmla="*/ 970269 w 1692117"/>
                <a:gd name="csY855" fmla="*/ 94113 h 1045272"/>
                <a:gd name="csX856" fmla="*/ 970746 w 1692117"/>
                <a:gd name="csY856" fmla="*/ 95068 h 1045272"/>
                <a:gd name="csX857" fmla="*/ 971702 w 1692117"/>
                <a:gd name="csY857" fmla="*/ 96024 h 1045272"/>
                <a:gd name="csX858" fmla="*/ 973135 w 1692117"/>
                <a:gd name="csY858" fmla="*/ 95546 h 1045272"/>
                <a:gd name="csX859" fmla="*/ 974090 w 1692117"/>
                <a:gd name="csY859" fmla="*/ 93157 h 1045272"/>
                <a:gd name="csX860" fmla="*/ 975046 w 1692117"/>
                <a:gd name="csY860" fmla="*/ 92679 h 1045272"/>
                <a:gd name="csX861" fmla="*/ 976479 w 1692117"/>
                <a:gd name="csY861" fmla="*/ 93635 h 1045272"/>
                <a:gd name="csX862" fmla="*/ 976957 w 1692117"/>
                <a:gd name="csY862" fmla="*/ 95068 h 1045272"/>
                <a:gd name="csX863" fmla="*/ 978390 w 1692117"/>
                <a:gd name="csY863" fmla="*/ 98890 h 1045272"/>
                <a:gd name="csX864" fmla="*/ 980301 w 1692117"/>
                <a:gd name="csY864" fmla="*/ 101756 h 1045272"/>
                <a:gd name="csX865" fmla="*/ 979823 w 1692117"/>
                <a:gd name="csY865" fmla="*/ 102712 h 1045272"/>
                <a:gd name="csX866" fmla="*/ 979345 w 1692117"/>
                <a:gd name="csY866" fmla="*/ 103190 h 1045272"/>
                <a:gd name="csX867" fmla="*/ 974568 w 1692117"/>
                <a:gd name="csY867" fmla="*/ 104145 h 1045272"/>
                <a:gd name="csX868" fmla="*/ 971702 w 1692117"/>
                <a:gd name="csY868" fmla="*/ 103667 h 1045272"/>
                <a:gd name="csX869" fmla="*/ 969313 w 1692117"/>
                <a:gd name="csY869" fmla="*/ 102234 h 1045272"/>
                <a:gd name="csX870" fmla="*/ 967402 w 1692117"/>
                <a:gd name="csY870" fmla="*/ 100801 h 1045272"/>
                <a:gd name="csX871" fmla="*/ 965969 w 1692117"/>
                <a:gd name="csY871" fmla="*/ 98412 h 1045272"/>
                <a:gd name="csX872" fmla="*/ 965013 w 1692117"/>
                <a:gd name="csY872" fmla="*/ 98412 h 1045272"/>
                <a:gd name="csX873" fmla="*/ 964536 w 1692117"/>
                <a:gd name="csY873" fmla="*/ 100323 h 1045272"/>
                <a:gd name="csX874" fmla="*/ 962625 w 1692117"/>
                <a:gd name="csY874" fmla="*/ 103190 h 1045272"/>
                <a:gd name="csX875" fmla="*/ 961192 w 1692117"/>
                <a:gd name="csY875" fmla="*/ 105578 h 1045272"/>
                <a:gd name="csX876" fmla="*/ 962625 w 1692117"/>
                <a:gd name="csY876" fmla="*/ 106534 h 1045272"/>
                <a:gd name="csX877" fmla="*/ 968835 w 1692117"/>
                <a:gd name="csY877" fmla="*/ 106534 h 1045272"/>
                <a:gd name="csX878" fmla="*/ 970269 w 1692117"/>
                <a:gd name="csY878" fmla="*/ 107489 h 1045272"/>
                <a:gd name="csX879" fmla="*/ 972179 w 1692117"/>
                <a:gd name="csY879" fmla="*/ 108922 h 1045272"/>
                <a:gd name="csX880" fmla="*/ 970269 w 1692117"/>
                <a:gd name="csY880" fmla="*/ 111789 h 1045272"/>
                <a:gd name="csX881" fmla="*/ 965969 w 1692117"/>
                <a:gd name="csY881" fmla="*/ 117044 h 1045272"/>
                <a:gd name="csX882" fmla="*/ 956414 w 1692117"/>
                <a:gd name="csY882" fmla="*/ 126121 h 1045272"/>
                <a:gd name="csX883" fmla="*/ 954026 w 1692117"/>
                <a:gd name="csY883" fmla="*/ 128509 h 1045272"/>
                <a:gd name="csX884" fmla="*/ 954503 w 1692117"/>
                <a:gd name="csY884" fmla="*/ 129465 h 1045272"/>
                <a:gd name="csX885" fmla="*/ 955459 w 1692117"/>
                <a:gd name="csY885" fmla="*/ 129465 h 1045272"/>
                <a:gd name="csX886" fmla="*/ 958803 w 1692117"/>
                <a:gd name="csY886" fmla="*/ 128987 h 1045272"/>
                <a:gd name="csX887" fmla="*/ 961669 w 1692117"/>
                <a:gd name="csY887" fmla="*/ 128032 h 1045272"/>
                <a:gd name="csX888" fmla="*/ 965491 w 1692117"/>
                <a:gd name="csY888" fmla="*/ 128509 h 1045272"/>
                <a:gd name="csX889" fmla="*/ 966925 w 1692117"/>
                <a:gd name="csY889" fmla="*/ 129465 h 1045272"/>
                <a:gd name="csX890" fmla="*/ 966447 w 1692117"/>
                <a:gd name="csY890" fmla="*/ 130420 h 1045272"/>
                <a:gd name="csX891" fmla="*/ 967402 w 1692117"/>
                <a:gd name="csY891" fmla="*/ 131853 h 1045272"/>
                <a:gd name="csX892" fmla="*/ 973135 w 1692117"/>
                <a:gd name="csY892" fmla="*/ 135675 h 1045272"/>
                <a:gd name="csX893" fmla="*/ 976957 w 1692117"/>
                <a:gd name="csY893" fmla="*/ 135198 h 1045272"/>
                <a:gd name="csX894" fmla="*/ 980778 w 1692117"/>
                <a:gd name="csY894" fmla="*/ 131376 h 1045272"/>
                <a:gd name="csX895" fmla="*/ 983645 w 1692117"/>
                <a:gd name="csY895" fmla="*/ 129465 h 1045272"/>
                <a:gd name="csX896" fmla="*/ 987467 w 1692117"/>
                <a:gd name="csY896" fmla="*/ 129942 h 1045272"/>
                <a:gd name="csX897" fmla="*/ 988422 w 1692117"/>
                <a:gd name="csY897" fmla="*/ 130420 h 1045272"/>
                <a:gd name="csX898" fmla="*/ 987944 w 1692117"/>
                <a:gd name="csY898" fmla="*/ 130898 h 1045272"/>
                <a:gd name="csX899" fmla="*/ 985078 w 1692117"/>
                <a:gd name="csY899" fmla="*/ 133286 h 1045272"/>
                <a:gd name="csX900" fmla="*/ 982690 w 1692117"/>
                <a:gd name="csY900" fmla="*/ 135198 h 1045272"/>
                <a:gd name="csX901" fmla="*/ 982690 w 1692117"/>
                <a:gd name="csY901" fmla="*/ 136153 h 1045272"/>
                <a:gd name="csX902" fmla="*/ 985556 w 1692117"/>
                <a:gd name="csY902" fmla="*/ 135198 h 1045272"/>
                <a:gd name="csX903" fmla="*/ 992244 w 1692117"/>
                <a:gd name="csY903" fmla="*/ 136631 h 1045272"/>
                <a:gd name="csX904" fmla="*/ 995588 w 1692117"/>
                <a:gd name="csY904" fmla="*/ 137108 h 1045272"/>
                <a:gd name="csX905" fmla="*/ 997977 w 1692117"/>
                <a:gd name="csY905" fmla="*/ 136631 h 1045272"/>
                <a:gd name="csX906" fmla="*/ 1000366 w 1692117"/>
                <a:gd name="csY906" fmla="*/ 137108 h 1045272"/>
                <a:gd name="csX907" fmla="*/ 1002276 w 1692117"/>
                <a:gd name="csY907" fmla="*/ 138542 h 1045272"/>
                <a:gd name="csX908" fmla="*/ 1002754 w 1692117"/>
                <a:gd name="csY908" fmla="*/ 139497 h 1045272"/>
                <a:gd name="csX909" fmla="*/ 1000843 w 1692117"/>
                <a:gd name="csY909" fmla="*/ 140452 h 1045272"/>
                <a:gd name="csX910" fmla="*/ 999410 w 1692117"/>
                <a:gd name="csY910" fmla="*/ 140452 h 1045272"/>
                <a:gd name="csX911" fmla="*/ 997499 w 1692117"/>
                <a:gd name="csY911" fmla="*/ 140930 h 1045272"/>
                <a:gd name="csX912" fmla="*/ 996544 w 1692117"/>
                <a:gd name="csY912" fmla="*/ 142841 h 1045272"/>
                <a:gd name="csX913" fmla="*/ 995588 w 1692117"/>
                <a:gd name="csY913" fmla="*/ 145230 h 1045272"/>
                <a:gd name="csX914" fmla="*/ 995110 w 1692117"/>
                <a:gd name="csY914" fmla="*/ 148096 h 1045272"/>
                <a:gd name="csX915" fmla="*/ 993677 w 1692117"/>
                <a:gd name="csY915" fmla="*/ 149529 h 1045272"/>
                <a:gd name="csX916" fmla="*/ 991289 w 1692117"/>
                <a:gd name="csY916" fmla="*/ 149052 h 1045272"/>
                <a:gd name="csX917" fmla="*/ 990333 w 1692117"/>
                <a:gd name="csY917" fmla="*/ 148096 h 1045272"/>
                <a:gd name="csX918" fmla="*/ 990811 w 1692117"/>
                <a:gd name="csY918" fmla="*/ 147141 h 1045272"/>
                <a:gd name="csX919" fmla="*/ 990333 w 1692117"/>
                <a:gd name="csY919" fmla="*/ 146663 h 1045272"/>
                <a:gd name="csX920" fmla="*/ 988422 w 1692117"/>
                <a:gd name="csY920" fmla="*/ 147618 h 1045272"/>
                <a:gd name="csX921" fmla="*/ 986989 w 1692117"/>
                <a:gd name="csY921" fmla="*/ 147618 h 1045272"/>
                <a:gd name="csX922" fmla="*/ 986511 w 1692117"/>
                <a:gd name="csY922" fmla="*/ 148574 h 1045272"/>
                <a:gd name="csX923" fmla="*/ 996544 w 1692117"/>
                <a:gd name="csY923" fmla="*/ 157651 h 1045272"/>
                <a:gd name="csX924" fmla="*/ 999410 w 1692117"/>
                <a:gd name="csY924" fmla="*/ 165772 h 1045272"/>
                <a:gd name="csX925" fmla="*/ 1001799 w 1692117"/>
                <a:gd name="csY925" fmla="*/ 169116 h 1045272"/>
                <a:gd name="csX926" fmla="*/ 1001799 w 1692117"/>
                <a:gd name="csY926" fmla="*/ 170072 h 1045272"/>
                <a:gd name="csX927" fmla="*/ 1000366 w 1692117"/>
                <a:gd name="csY927" fmla="*/ 171983 h 1045272"/>
                <a:gd name="csX928" fmla="*/ 1000366 w 1692117"/>
                <a:gd name="csY928" fmla="*/ 173893 h 1045272"/>
                <a:gd name="csX929" fmla="*/ 1001321 w 1692117"/>
                <a:gd name="csY929" fmla="*/ 178671 h 1045272"/>
                <a:gd name="csX930" fmla="*/ 1000843 w 1692117"/>
                <a:gd name="csY930" fmla="*/ 182493 h 1045272"/>
                <a:gd name="csX931" fmla="*/ 999888 w 1692117"/>
                <a:gd name="csY931" fmla="*/ 189181 h 1045272"/>
                <a:gd name="csX932" fmla="*/ 1000843 w 1692117"/>
                <a:gd name="csY932" fmla="*/ 191570 h 1045272"/>
                <a:gd name="csX933" fmla="*/ 1002754 w 1692117"/>
                <a:gd name="csY933" fmla="*/ 193480 h 1045272"/>
                <a:gd name="csX934" fmla="*/ 1004187 w 1692117"/>
                <a:gd name="csY934" fmla="*/ 195869 h 1045272"/>
                <a:gd name="csX935" fmla="*/ 1005143 w 1692117"/>
                <a:gd name="csY935" fmla="*/ 196347 h 1045272"/>
                <a:gd name="csX936" fmla="*/ 1005620 w 1692117"/>
                <a:gd name="csY936" fmla="*/ 198258 h 1045272"/>
                <a:gd name="csX937" fmla="*/ 1006098 w 1692117"/>
                <a:gd name="csY937" fmla="*/ 199691 h 1045272"/>
                <a:gd name="csX938" fmla="*/ 1007054 w 1692117"/>
                <a:gd name="csY938" fmla="*/ 200169 h 1045272"/>
                <a:gd name="csX939" fmla="*/ 1007532 w 1692117"/>
                <a:gd name="csY939" fmla="*/ 199691 h 1045272"/>
                <a:gd name="csX940" fmla="*/ 1008009 w 1692117"/>
                <a:gd name="csY940" fmla="*/ 197780 h 1045272"/>
                <a:gd name="csX941" fmla="*/ 1008965 w 1692117"/>
                <a:gd name="csY941" fmla="*/ 195869 h 1045272"/>
                <a:gd name="csX942" fmla="*/ 1011353 w 1692117"/>
                <a:gd name="csY942" fmla="*/ 193003 h 1045272"/>
                <a:gd name="csX943" fmla="*/ 1013264 w 1692117"/>
                <a:gd name="csY943" fmla="*/ 188703 h 1045272"/>
                <a:gd name="csX944" fmla="*/ 1013742 w 1692117"/>
                <a:gd name="csY944" fmla="*/ 186792 h 1045272"/>
                <a:gd name="csX945" fmla="*/ 1013264 w 1692117"/>
                <a:gd name="csY945" fmla="*/ 183448 h 1045272"/>
                <a:gd name="csX946" fmla="*/ 1013264 w 1692117"/>
                <a:gd name="csY946" fmla="*/ 182015 h 1045272"/>
                <a:gd name="csX947" fmla="*/ 1015653 w 1692117"/>
                <a:gd name="csY947" fmla="*/ 176282 h 1045272"/>
                <a:gd name="csX948" fmla="*/ 1016131 w 1692117"/>
                <a:gd name="csY948" fmla="*/ 172460 h 1045272"/>
                <a:gd name="csX949" fmla="*/ 1016608 w 1692117"/>
                <a:gd name="csY949" fmla="*/ 166728 h 1045272"/>
                <a:gd name="csX950" fmla="*/ 1018042 w 1692117"/>
                <a:gd name="csY950" fmla="*/ 162428 h 1045272"/>
                <a:gd name="csX951" fmla="*/ 1019952 w 1692117"/>
                <a:gd name="csY951" fmla="*/ 158606 h 1045272"/>
                <a:gd name="csX952" fmla="*/ 1024252 w 1692117"/>
                <a:gd name="csY952" fmla="*/ 151440 h 1045272"/>
                <a:gd name="csX953" fmla="*/ 1025685 w 1692117"/>
                <a:gd name="csY953" fmla="*/ 150007 h 1045272"/>
                <a:gd name="csX954" fmla="*/ 1027118 w 1692117"/>
                <a:gd name="csY954" fmla="*/ 149052 h 1045272"/>
                <a:gd name="csX955" fmla="*/ 1029985 w 1692117"/>
                <a:gd name="csY955" fmla="*/ 149529 h 1045272"/>
                <a:gd name="csX956" fmla="*/ 1031896 w 1692117"/>
                <a:gd name="csY956" fmla="*/ 151918 h 1045272"/>
                <a:gd name="csX957" fmla="*/ 1034762 w 1692117"/>
                <a:gd name="csY957" fmla="*/ 156218 h 1045272"/>
                <a:gd name="csX958" fmla="*/ 1038106 w 1692117"/>
                <a:gd name="csY958" fmla="*/ 160039 h 1045272"/>
                <a:gd name="csX959" fmla="*/ 1044794 w 1692117"/>
                <a:gd name="csY959" fmla="*/ 165294 h 1045272"/>
                <a:gd name="csX960" fmla="*/ 1046227 w 1692117"/>
                <a:gd name="csY960" fmla="*/ 167205 h 1045272"/>
                <a:gd name="csX961" fmla="*/ 1050049 w 1692117"/>
                <a:gd name="csY961" fmla="*/ 172460 h 1045272"/>
                <a:gd name="csX962" fmla="*/ 1051483 w 1692117"/>
                <a:gd name="csY962" fmla="*/ 177715 h 1045272"/>
                <a:gd name="csX963" fmla="*/ 1052438 w 1692117"/>
                <a:gd name="csY963" fmla="*/ 184881 h 1045272"/>
                <a:gd name="csX964" fmla="*/ 1053393 w 1692117"/>
                <a:gd name="csY964" fmla="*/ 189181 h 1045272"/>
                <a:gd name="csX965" fmla="*/ 1054349 w 1692117"/>
                <a:gd name="csY965" fmla="*/ 190614 h 1045272"/>
                <a:gd name="csX966" fmla="*/ 1054827 w 1692117"/>
                <a:gd name="csY966" fmla="*/ 193003 h 1045272"/>
                <a:gd name="csX967" fmla="*/ 1054827 w 1692117"/>
                <a:gd name="csY967" fmla="*/ 195869 h 1045272"/>
                <a:gd name="csX968" fmla="*/ 1054349 w 1692117"/>
                <a:gd name="csY968" fmla="*/ 197780 h 1045272"/>
                <a:gd name="csX969" fmla="*/ 1053871 w 1692117"/>
                <a:gd name="csY969" fmla="*/ 199691 h 1045272"/>
                <a:gd name="csX970" fmla="*/ 1052916 w 1692117"/>
                <a:gd name="csY970" fmla="*/ 200646 h 1045272"/>
                <a:gd name="csX971" fmla="*/ 1051005 w 1692117"/>
                <a:gd name="csY971" fmla="*/ 200646 h 1045272"/>
                <a:gd name="csX972" fmla="*/ 1048616 w 1692117"/>
                <a:gd name="csY972" fmla="*/ 200169 h 1045272"/>
                <a:gd name="csX973" fmla="*/ 1048139 w 1692117"/>
                <a:gd name="csY973" fmla="*/ 199691 h 1045272"/>
                <a:gd name="csX974" fmla="*/ 1046705 w 1692117"/>
                <a:gd name="csY974" fmla="*/ 196347 h 1045272"/>
                <a:gd name="csX975" fmla="*/ 1046227 w 1692117"/>
                <a:gd name="csY975" fmla="*/ 195869 h 1045272"/>
                <a:gd name="csX976" fmla="*/ 1043839 w 1692117"/>
                <a:gd name="csY976" fmla="*/ 198735 h 1045272"/>
                <a:gd name="csX977" fmla="*/ 1043839 w 1692117"/>
                <a:gd name="csY977" fmla="*/ 200169 h 1045272"/>
                <a:gd name="csX978" fmla="*/ 1044317 w 1692117"/>
                <a:gd name="csY978" fmla="*/ 204468 h 1045272"/>
                <a:gd name="csX979" fmla="*/ 1044317 w 1692117"/>
                <a:gd name="csY979" fmla="*/ 213067 h 1045272"/>
                <a:gd name="csX980" fmla="*/ 1044794 w 1692117"/>
                <a:gd name="csY980" fmla="*/ 214978 h 1045272"/>
                <a:gd name="csX981" fmla="*/ 1047183 w 1692117"/>
                <a:gd name="csY981" fmla="*/ 224055 h 1045272"/>
                <a:gd name="csX982" fmla="*/ 1051005 w 1692117"/>
                <a:gd name="csY982" fmla="*/ 230743 h 1045272"/>
                <a:gd name="csX983" fmla="*/ 1061037 w 1692117"/>
                <a:gd name="csY983" fmla="*/ 243642 h 1045272"/>
                <a:gd name="csX984" fmla="*/ 1061515 w 1692117"/>
                <a:gd name="csY984" fmla="*/ 245075 h 1045272"/>
                <a:gd name="csX985" fmla="*/ 1062470 w 1692117"/>
                <a:gd name="csY985" fmla="*/ 250330 h 1045272"/>
                <a:gd name="csX986" fmla="*/ 1062948 w 1692117"/>
                <a:gd name="csY986" fmla="*/ 251286 h 1045272"/>
                <a:gd name="csX987" fmla="*/ 1063426 w 1692117"/>
                <a:gd name="csY987" fmla="*/ 251763 h 1045272"/>
                <a:gd name="csX988" fmla="*/ 1064381 w 1692117"/>
                <a:gd name="csY988" fmla="*/ 252241 h 1045272"/>
                <a:gd name="csX989" fmla="*/ 1065337 w 1692117"/>
                <a:gd name="csY989" fmla="*/ 251763 h 1045272"/>
                <a:gd name="csX990" fmla="*/ 1069158 w 1692117"/>
                <a:gd name="csY990" fmla="*/ 247464 h 1045272"/>
                <a:gd name="csX991" fmla="*/ 1072025 w 1692117"/>
                <a:gd name="csY991" fmla="*/ 243642 h 1045272"/>
                <a:gd name="csX992" fmla="*/ 1074414 w 1692117"/>
                <a:gd name="csY992" fmla="*/ 241253 h 1045272"/>
                <a:gd name="csX993" fmla="*/ 1075847 w 1692117"/>
                <a:gd name="csY993" fmla="*/ 241253 h 1045272"/>
                <a:gd name="csX994" fmla="*/ 1077280 w 1692117"/>
                <a:gd name="csY994" fmla="*/ 240298 h 1045272"/>
                <a:gd name="csX995" fmla="*/ 1078713 w 1692117"/>
                <a:gd name="csY995" fmla="*/ 238865 h 1045272"/>
                <a:gd name="csX996" fmla="*/ 1079669 w 1692117"/>
                <a:gd name="csY996" fmla="*/ 237432 h 1045272"/>
                <a:gd name="csX997" fmla="*/ 1080146 w 1692117"/>
                <a:gd name="csY997" fmla="*/ 235998 h 1045272"/>
                <a:gd name="csX998" fmla="*/ 1080624 w 1692117"/>
                <a:gd name="csY998" fmla="*/ 229310 h 1045272"/>
                <a:gd name="csX999" fmla="*/ 1081102 w 1692117"/>
                <a:gd name="csY999" fmla="*/ 226444 h 1045272"/>
                <a:gd name="csX1000" fmla="*/ 1082535 w 1692117"/>
                <a:gd name="csY1000" fmla="*/ 222144 h 1045272"/>
                <a:gd name="csX1001" fmla="*/ 1083013 w 1692117"/>
                <a:gd name="csY1001" fmla="*/ 221189 h 1045272"/>
                <a:gd name="csX1002" fmla="*/ 1090656 w 1692117"/>
                <a:gd name="csY1002" fmla="*/ 210201 h 1045272"/>
                <a:gd name="csX1003" fmla="*/ 1091612 w 1692117"/>
                <a:gd name="csY1003" fmla="*/ 209246 h 1045272"/>
                <a:gd name="csX1004" fmla="*/ 1094956 w 1692117"/>
                <a:gd name="csY1004" fmla="*/ 196347 h 1045272"/>
                <a:gd name="csX1005" fmla="*/ 1095911 w 1692117"/>
                <a:gd name="csY1005" fmla="*/ 190614 h 1045272"/>
                <a:gd name="csX1006" fmla="*/ 1095911 w 1692117"/>
                <a:gd name="csY1006" fmla="*/ 187270 h 1045272"/>
                <a:gd name="csX1007" fmla="*/ 1095434 w 1692117"/>
                <a:gd name="csY1007" fmla="*/ 184404 h 1045272"/>
                <a:gd name="csX1008" fmla="*/ 1095911 w 1692117"/>
                <a:gd name="csY1008" fmla="*/ 181537 h 1045272"/>
                <a:gd name="csX1009" fmla="*/ 1096867 w 1692117"/>
                <a:gd name="csY1009" fmla="*/ 179626 h 1045272"/>
                <a:gd name="csX1010" fmla="*/ 1097822 w 1692117"/>
                <a:gd name="csY1010" fmla="*/ 178193 h 1045272"/>
                <a:gd name="csX1011" fmla="*/ 1099256 w 1692117"/>
                <a:gd name="csY1011" fmla="*/ 176760 h 1045272"/>
                <a:gd name="csX1012" fmla="*/ 1100211 w 1692117"/>
                <a:gd name="csY1012" fmla="*/ 174849 h 1045272"/>
                <a:gd name="csX1013" fmla="*/ 1100689 w 1692117"/>
                <a:gd name="csY1013" fmla="*/ 174371 h 1045272"/>
                <a:gd name="csX1014" fmla="*/ 1102122 w 1692117"/>
                <a:gd name="csY1014" fmla="*/ 174371 h 1045272"/>
                <a:gd name="csX1015" fmla="*/ 1103555 w 1692117"/>
                <a:gd name="csY1015" fmla="*/ 175805 h 1045272"/>
                <a:gd name="csX1016" fmla="*/ 1104988 w 1692117"/>
                <a:gd name="csY1016" fmla="*/ 176282 h 1045272"/>
                <a:gd name="csX1017" fmla="*/ 1113110 w 1692117"/>
                <a:gd name="csY1017" fmla="*/ 174371 h 1045272"/>
                <a:gd name="csX1018" fmla="*/ 1113110 w 1692117"/>
                <a:gd name="csY1018" fmla="*/ 173416 h 1045272"/>
                <a:gd name="csX1019" fmla="*/ 1108332 w 1692117"/>
                <a:gd name="csY1019" fmla="*/ 171027 h 1045272"/>
                <a:gd name="csX1020" fmla="*/ 1108332 w 1692117"/>
                <a:gd name="csY1020" fmla="*/ 169594 h 1045272"/>
                <a:gd name="csX1021" fmla="*/ 1108810 w 1692117"/>
                <a:gd name="csY1021" fmla="*/ 167683 h 1045272"/>
                <a:gd name="csX1022" fmla="*/ 1110243 w 1692117"/>
                <a:gd name="csY1022" fmla="*/ 165772 h 1045272"/>
                <a:gd name="csX1023" fmla="*/ 1112154 w 1692117"/>
                <a:gd name="csY1023" fmla="*/ 164817 h 1045272"/>
                <a:gd name="csX1024" fmla="*/ 1112632 w 1692117"/>
                <a:gd name="csY1024" fmla="*/ 163861 h 1045272"/>
                <a:gd name="csX1025" fmla="*/ 1112632 w 1692117"/>
                <a:gd name="csY1025" fmla="*/ 161950 h 1045272"/>
                <a:gd name="csX1026" fmla="*/ 1113110 w 1692117"/>
                <a:gd name="csY1026" fmla="*/ 159084 h 1045272"/>
                <a:gd name="csX1027" fmla="*/ 1112632 w 1692117"/>
                <a:gd name="csY1027" fmla="*/ 158128 h 1045272"/>
                <a:gd name="csX1028" fmla="*/ 1108332 w 1692117"/>
                <a:gd name="csY1028" fmla="*/ 154784 h 1045272"/>
                <a:gd name="csX1029" fmla="*/ 1105466 w 1692117"/>
                <a:gd name="csY1029" fmla="*/ 154784 h 1045272"/>
                <a:gd name="csX1030" fmla="*/ 1104988 w 1692117"/>
                <a:gd name="csY1030" fmla="*/ 154307 h 1045272"/>
                <a:gd name="csX1031" fmla="*/ 1102600 w 1692117"/>
                <a:gd name="csY1031" fmla="*/ 150963 h 1045272"/>
                <a:gd name="csX1032" fmla="*/ 1102122 w 1692117"/>
                <a:gd name="csY1032" fmla="*/ 146663 h 1045272"/>
                <a:gd name="csX1033" fmla="*/ 1101644 w 1692117"/>
                <a:gd name="csY1033" fmla="*/ 144752 h 1045272"/>
                <a:gd name="csX1034" fmla="*/ 1102122 w 1692117"/>
                <a:gd name="csY1034" fmla="*/ 141886 h 1045272"/>
                <a:gd name="csX1035" fmla="*/ 1102600 w 1692117"/>
                <a:gd name="csY1035" fmla="*/ 141408 h 1045272"/>
                <a:gd name="csX1036" fmla="*/ 1102122 w 1692117"/>
                <a:gd name="csY1036" fmla="*/ 139975 h 1045272"/>
                <a:gd name="csX1037" fmla="*/ 1101644 w 1692117"/>
                <a:gd name="csY1037" fmla="*/ 138064 h 1045272"/>
                <a:gd name="csX1038" fmla="*/ 1101644 w 1692117"/>
                <a:gd name="csY1038" fmla="*/ 136153 h 1045272"/>
                <a:gd name="csX1039" fmla="*/ 1102122 w 1692117"/>
                <a:gd name="csY1039" fmla="*/ 134720 h 1045272"/>
                <a:gd name="csX1040" fmla="*/ 1101644 w 1692117"/>
                <a:gd name="csY1040" fmla="*/ 133286 h 1045272"/>
                <a:gd name="csX1041" fmla="*/ 1100689 w 1692117"/>
                <a:gd name="csY1041" fmla="*/ 131376 h 1045272"/>
                <a:gd name="csX1042" fmla="*/ 1100211 w 1692117"/>
                <a:gd name="csY1042" fmla="*/ 129465 h 1045272"/>
                <a:gd name="csX1043" fmla="*/ 1101644 w 1692117"/>
                <a:gd name="csY1043" fmla="*/ 124210 h 1045272"/>
                <a:gd name="csX1044" fmla="*/ 1101644 w 1692117"/>
                <a:gd name="csY1044" fmla="*/ 122777 h 1045272"/>
                <a:gd name="csX1045" fmla="*/ 1100689 w 1692117"/>
                <a:gd name="csY1045" fmla="*/ 120866 h 1045272"/>
                <a:gd name="csX1046" fmla="*/ 1099733 w 1692117"/>
                <a:gd name="csY1046" fmla="*/ 119910 h 1045272"/>
                <a:gd name="csX1047" fmla="*/ 1100211 w 1692117"/>
                <a:gd name="csY1047" fmla="*/ 119432 h 1045272"/>
                <a:gd name="csX1048" fmla="*/ 1102122 w 1692117"/>
                <a:gd name="csY1048" fmla="*/ 118955 h 1045272"/>
                <a:gd name="csX1049" fmla="*/ 1104511 w 1692117"/>
                <a:gd name="csY1049" fmla="*/ 119910 h 1045272"/>
                <a:gd name="csX1050" fmla="*/ 1106899 w 1692117"/>
                <a:gd name="csY1050" fmla="*/ 121343 h 1045272"/>
                <a:gd name="csX1051" fmla="*/ 1109765 w 1692117"/>
                <a:gd name="csY1051" fmla="*/ 121343 h 1045272"/>
                <a:gd name="csX1052" fmla="*/ 1113588 w 1692117"/>
                <a:gd name="csY1052" fmla="*/ 119910 h 1045272"/>
                <a:gd name="csX1053" fmla="*/ 1117409 w 1692117"/>
                <a:gd name="csY1053" fmla="*/ 118955 h 1045272"/>
                <a:gd name="csX1054" fmla="*/ 1124097 w 1692117"/>
                <a:gd name="csY1054" fmla="*/ 119432 h 1045272"/>
                <a:gd name="csX1055" fmla="*/ 1125531 w 1692117"/>
                <a:gd name="csY1055" fmla="*/ 119910 h 1045272"/>
                <a:gd name="csX1056" fmla="*/ 1131741 w 1692117"/>
                <a:gd name="csY1056" fmla="*/ 124687 h 1045272"/>
                <a:gd name="csX1057" fmla="*/ 1136996 w 1692117"/>
                <a:gd name="csY1057" fmla="*/ 127076 h 1045272"/>
                <a:gd name="csX1058" fmla="*/ 1138907 w 1692117"/>
                <a:gd name="csY1058" fmla="*/ 126598 h 1045272"/>
                <a:gd name="csX1059" fmla="*/ 1150372 w 1692117"/>
                <a:gd name="csY1059" fmla="*/ 127554 h 1045272"/>
                <a:gd name="csX1060" fmla="*/ 1155150 w 1692117"/>
                <a:gd name="csY1060" fmla="*/ 127076 h 1045272"/>
                <a:gd name="csX1061" fmla="*/ 1157538 w 1692117"/>
                <a:gd name="csY1061" fmla="*/ 127554 h 1045272"/>
                <a:gd name="csX1062" fmla="*/ 1162316 w 1692117"/>
                <a:gd name="csY1062" fmla="*/ 129942 h 1045272"/>
                <a:gd name="csX1063" fmla="*/ 1162316 w 1692117"/>
                <a:gd name="csY1063" fmla="*/ 132331 h 1045272"/>
                <a:gd name="csX1064" fmla="*/ 1159927 w 1692117"/>
                <a:gd name="csY1064" fmla="*/ 135675 h 1045272"/>
                <a:gd name="csX1065" fmla="*/ 1157061 w 1692117"/>
                <a:gd name="csY1065" fmla="*/ 136631 h 1045272"/>
                <a:gd name="csX1066" fmla="*/ 1155150 w 1692117"/>
                <a:gd name="csY1066" fmla="*/ 137586 h 1045272"/>
                <a:gd name="csX1067" fmla="*/ 1157061 w 1692117"/>
                <a:gd name="csY1067" fmla="*/ 139497 h 1045272"/>
                <a:gd name="csX1068" fmla="*/ 1163749 w 1692117"/>
                <a:gd name="csY1068" fmla="*/ 141886 h 1045272"/>
                <a:gd name="csX1069" fmla="*/ 1165182 w 1692117"/>
                <a:gd name="csY1069" fmla="*/ 146185 h 1045272"/>
                <a:gd name="csX1070" fmla="*/ 1165660 w 1692117"/>
                <a:gd name="csY1070" fmla="*/ 148096 h 1045272"/>
                <a:gd name="csX1071" fmla="*/ 1165182 w 1692117"/>
                <a:gd name="csY1071" fmla="*/ 149529 h 1045272"/>
                <a:gd name="csX1072" fmla="*/ 1165182 w 1692117"/>
                <a:gd name="csY1072" fmla="*/ 150485 h 1045272"/>
                <a:gd name="csX1073" fmla="*/ 1167093 w 1692117"/>
                <a:gd name="csY1073" fmla="*/ 150485 h 1045272"/>
                <a:gd name="csX1074" fmla="*/ 1170915 w 1692117"/>
                <a:gd name="csY1074" fmla="*/ 149052 h 1045272"/>
                <a:gd name="csX1075" fmla="*/ 1175214 w 1692117"/>
                <a:gd name="csY1075" fmla="*/ 150007 h 1045272"/>
                <a:gd name="csX1076" fmla="*/ 1181425 w 1692117"/>
                <a:gd name="csY1076" fmla="*/ 152873 h 1045272"/>
                <a:gd name="csX1077" fmla="*/ 1182380 w 1692117"/>
                <a:gd name="csY1077" fmla="*/ 153351 h 1045272"/>
                <a:gd name="csX1078" fmla="*/ 1183336 w 1692117"/>
                <a:gd name="csY1078" fmla="*/ 156218 h 1045272"/>
                <a:gd name="csX1079" fmla="*/ 1183336 w 1692117"/>
                <a:gd name="csY1079" fmla="*/ 157173 h 1045272"/>
                <a:gd name="csX1080" fmla="*/ 1177603 w 1692117"/>
                <a:gd name="csY1080" fmla="*/ 162906 h 1045272"/>
                <a:gd name="csX1081" fmla="*/ 1174737 w 1692117"/>
                <a:gd name="csY1081" fmla="*/ 165294 h 1045272"/>
                <a:gd name="csX1082" fmla="*/ 1170915 w 1692117"/>
                <a:gd name="csY1082" fmla="*/ 167683 h 1045272"/>
                <a:gd name="csX1083" fmla="*/ 1170915 w 1692117"/>
                <a:gd name="csY1083" fmla="*/ 169116 h 1045272"/>
                <a:gd name="csX1084" fmla="*/ 1176170 w 1692117"/>
                <a:gd name="csY1084" fmla="*/ 169116 h 1045272"/>
                <a:gd name="csX1085" fmla="*/ 1180470 w 1692117"/>
                <a:gd name="csY1085" fmla="*/ 169594 h 1045272"/>
                <a:gd name="csX1086" fmla="*/ 1182380 w 1692117"/>
                <a:gd name="csY1086" fmla="*/ 170549 h 1045272"/>
                <a:gd name="csX1087" fmla="*/ 1183336 w 1692117"/>
                <a:gd name="csY1087" fmla="*/ 171505 h 1045272"/>
                <a:gd name="csX1088" fmla="*/ 1184291 w 1692117"/>
                <a:gd name="csY1088" fmla="*/ 173893 h 1045272"/>
                <a:gd name="csX1089" fmla="*/ 1184769 w 1692117"/>
                <a:gd name="csY1089" fmla="*/ 175805 h 1045272"/>
                <a:gd name="csX1090" fmla="*/ 1184769 w 1692117"/>
                <a:gd name="csY1090" fmla="*/ 178671 h 1045272"/>
                <a:gd name="csX1091" fmla="*/ 1184291 w 1692117"/>
                <a:gd name="csY1091" fmla="*/ 180104 h 1045272"/>
                <a:gd name="csX1092" fmla="*/ 1179514 w 1692117"/>
                <a:gd name="csY1092" fmla="*/ 185359 h 1045272"/>
                <a:gd name="csX1093" fmla="*/ 1177125 w 1692117"/>
                <a:gd name="csY1093" fmla="*/ 186792 h 1045272"/>
                <a:gd name="csX1094" fmla="*/ 1173304 w 1692117"/>
                <a:gd name="csY1094" fmla="*/ 188703 h 1045272"/>
                <a:gd name="csX1095" fmla="*/ 1171393 w 1692117"/>
                <a:gd name="csY1095" fmla="*/ 190136 h 1045272"/>
                <a:gd name="csX1096" fmla="*/ 1169960 w 1692117"/>
                <a:gd name="csY1096" fmla="*/ 190136 h 1045272"/>
                <a:gd name="csX1097" fmla="*/ 1167571 w 1692117"/>
                <a:gd name="csY1097" fmla="*/ 188225 h 1045272"/>
                <a:gd name="csX1098" fmla="*/ 1165660 w 1692117"/>
                <a:gd name="csY1098" fmla="*/ 187748 h 1045272"/>
                <a:gd name="csX1099" fmla="*/ 1161838 w 1692117"/>
                <a:gd name="csY1099" fmla="*/ 189181 h 1045272"/>
                <a:gd name="csX1100" fmla="*/ 1159927 w 1692117"/>
                <a:gd name="csY1100" fmla="*/ 189181 h 1045272"/>
                <a:gd name="csX1101" fmla="*/ 1158972 w 1692117"/>
                <a:gd name="csY1101" fmla="*/ 189659 h 1045272"/>
                <a:gd name="csX1102" fmla="*/ 1158972 w 1692117"/>
                <a:gd name="csY1102" fmla="*/ 190614 h 1045272"/>
                <a:gd name="csX1103" fmla="*/ 1160883 w 1692117"/>
                <a:gd name="csY1103" fmla="*/ 193958 h 1045272"/>
                <a:gd name="csX1104" fmla="*/ 1161838 w 1692117"/>
                <a:gd name="csY1104" fmla="*/ 195391 h 1045272"/>
                <a:gd name="csX1105" fmla="*/ 1162316 w 1692117"/>
                <a:gd name="csY1105" fmla="*/ 196347 h 1045272"/>
                <a:gd name="csX1106" fmla="*/ 1161360 w 1692117"/>
                <a:gd name="csY1106" fmla="*/ 197780 h 1045272"/>
                <a:gd name="csX1107" fmla="*/ 1161360 w 1692117"/>
                <a:gd name="csY1107" fmla="*/ 198258 h 1045272"/>
                <a:gd name="csX1108" fmla="*/ 1162316 w 1692117"/>
                <a:gd name="csY1108" fmla="*/ 198735 h 1045272"/>
                <a:gd name="csX1109" fmla="*/ 1165660 w 1692117"/>
                <a:gd name="csY1109" fmla="*/ 205424 h 1045272"/>
                <a:gd name="csX1110" fmla="*/ 1166138 w 1692117"/>
                <a:gd name="csY1110" fmla="*/ 205901 h 1045272"/>
                <a:gd name="csX1111" fmla="*/ 1167093 w 1692117"/>
                <a:gd name="csY1111" fmla="*/ 205901 h 1045272"/>
                <a:gd name="csX1112" fmla="*/ 1168526 w 1692117"/>
                <a:gd name="csY1112" fmla="*/ 203991 h 1045272"/>
                <a:gd name="csX1113" fmla="*/ 1169004 w 1692117"/>
                <a:gd name="csY1113" fmla="*/ 203035 h 1045272"/>
                <a:gd name="csX1114" fmla="*/ 1169482 w 1692117"/>
                <a:gd name="csY1114" fmla="*/ 203035 h 1045272"/>
                <a:gd name="csX1115" fmla="*/ 1169482 w 1692117"/>
                <a:gd name="csY1115" fmla="*/ 203991 h 1045272"/>
                <a:gd name="csX1116" fmla="*/ 1168049 w 1692117"/>
                <a:gd name="csY1116" fmla="*/ 210201 h 1045272"/>
                <a:gd name="csX1117" fmla="*/ 1168049 w 1692117"/>
                <a:gd name="csY1117" fmla="*/ 211634 h 1045272"/>
                <a:gd name="csX1118" fmla="*/ 1168049 w 1692117"/>
                <a:gd name="csY1118" fmla="*/ 213067 h 1045272"/>
                <a:gd name="csX1119" fmla="*/ 1168526 w 1692117"/>
                <a:gd name="csY1119" fmla="*/ 215934 h 1045272"/>
                <a:gd name="csX1120" fmla="*/ 1170437 w 1692117"/>
                <a:gd name="csY1120" fmla="*/ 219278 h 1045272"/>
                <a:gd name="csX1121" fmla="*/ 1172348 w 1692117"/>
                <a:gd name="csY1121" fmla="*/ 222144 h 1045272"/>
                <a:gd name="csX1122" fmla="*/ 1175692 w 1692117"/>
                <a:gd name="csY1122" fmla="*/ 225966 h 1045272"/>
                <a:gd name="csX1123" fmla="*/ 1179992 w 1692117"/>
                <a:gd name="csY1123" fmla="*/ 230266 h 1045272"/>
                <a:gd name="csX1124" fmla="*/ 1181425 w 1692117"/>
                <a:gd name="csY1124" fmla="*/ 232177 h 1045272"/>
                <a:gd name="csX1125" fmla="*/ 1183814 w 1692117"/>
                <a:gd name="csY1125" fmla="*/ 236954 h 1045272"/>
                <a:gd name="csX1126" fmla="*/ 1184291 w 1692117"/>
                <a:gd name="csY1126" fmla="*/ 238387 h 1045272"/>
                <a:gd name="csX1127" fmla="*/ 1183814 w 1692117"/>
                <a:gd name="csY1127" fmla="*/ 243642 h 1045272"/>
                <a:gd name="csX1128" fmla="*/ 1181903 w 1692117"/>
                <a:gd name="csY1128" fmla="*/ 251286 h 1045272"/>
                <a:gd name="csX1129" fmla="*/ 1180947 w 1692117"/>
                <a:gd name="csY1129" fmla="*/ 255585 h 1045272"/>
                <a:gd name="csX1130" fmla="*/ 1180470 w 1692117"/>
                <a:gd name="csY1130" fmla="*/ 257019 h 1045272"/>
                <a:gd name="csX1131" fmla="*/ 1177125 w 1692117"/>
                <a:gd name="csY1131" fmla="*/ 259885 h 1045272"/>
                <a:gd name="csX1132" fmla="*/ 1175214 w 1692117"/>
                <a:gd name="csY1132" fmla="*/ 260840 h 1045272"/>
                <a:gd name="csX1133" fmla="*/ 1172348 w 1692117"/>
                <a:gd name="csY1133" fmla="*/ 260840 h 1045272"/>
                <a:gd name="csX1134" fmla="*/ 1171393 w 1692117"/>
                <a:gd name="csY1134" fmla="*/ 261318 h 1045272"/>
                <a:gd name="csX1135" fmla="*/ 1169960 w 1692117"/>
                <a:gd name="csY1135" fmla="*/ 263707 h 1045272"/>
                <a:gd name="csX1136" fmla="*/ 1167571 w 1692117"/>
                <a:gd name="csY1136" fmla="*/ 268006 h 1045272"/>
                <a:gd name="csX1137" fmla="*/ 1166138 w 1692117"/>
                <a:gd name="csY1137" fmla="*/ 270873 h 1045272"/>
                <a:gd name="csX1138" fmla="*/ 1164704 w 1692117"/>
                <a:gd name="csY1138" fmla="*/ 272306 h 1045272"/>
                <a:gd name="csX1139" fmla="*/ 1162316 w 1692117"/>
                <a:gd name="csY1139" fmla="*/ 273739 h 1045272"/>
                <a:gd name="csX1140" fmla="*/ 1158972 w 1692117"/>
                <a:gd name="csY1140" fmla="*/ 277561 h 1045272"/>
                <a:gd name="csX1141" fmla="*/ 1157061 w 1692117"/>
                <a:gd name="csY1141" fmla="*/ 278994 h 1045272"/>
                <a:gd name="csX1142" fmla="*/ 1150850 w 1692117"/>
                <a:gd name="csY1142" fmla="*/ 280905 h 1045272"/>
                <a:gd name="csX1143" fmla="*/ 1146073 w 1692117"/>
                <a:gd name="csY1143" fmla="*/ 286160 h 1045272"/>
                <a:gd name="csX1144" fmla="*/ 1144162 w 1692117"/>
                <a:gd name="csY1144" fmla="*/ 288071 h 1045272"/>
                <a:gd name="csX1145" fmla="*/ 1141773 w 1692117"/>
                <a:gd name="csY1145" fmla="*/ 289026 h 1045272"/>
                <a:gd name="csX1146" fmla="*/ 1139863 w 1692117"/>
                <a:gd name="csY1146" fmla="*/ 289026 h 1045272"/>
                <a:gd name="csX1147" fmla="*/ 1138429 w 1692117"/>
                <a:gd name="csY1147" fmla="*/ 288071 h 1045272"/>
                <a:gd name="csX1148" fmla="*/ 1137474 w 1692117"/>
                <a:gd name="csY1148" fmla="*/ 284727 h 1045272"/>
                <a:gd name="csX1149" fmla="*/ 1136996 w 1692117"/>
                <a:gd name="csY1149" fmla="*/ 283771 h 1045272"/>
                <a:gd name="csX1150" fmla="*/ 1135563 w 1692117"/>
                <a:gd name="csY1150" fmla="*/ 281383 h 1045272"/>
                <a:gd name="csX1151" fmla="*/ 1131741 w 1692117"/>
                <a:gd name="csY1151" fmla="*/ 275172 h 1045272"/>
                <a:gd name="csX1152" fmla="*/ 1130308 w 1692117"/>
                <a:gd name="csY1152" fmla="*/ 272784 h 1045272"/>
                <a:gd name="csX1153" fmla="*/ 1129353 w 1692117"/>
                <a:gd name="csY1153" fmla="*/ 272306 h 1045272"/>
                <a:gd name="csX1154" fmla="*/ 1126964 w 1692117"/>
                <a:gd name="csY1154" fmla="*/ 272784 h 1045272"/>
                <a:gd name="csX1155" fmla="*/ 1126008 w 1692117"/>
                <a:gd name="csY1155" fmla="*/ 272306 h 1045272"/>
                <a:gd name="csX1156" fmla="*/ 1123620 w 1692117"/>
                <a:gd name="csY1156" fmla="*/ 270395 h 1045272"/>
                <a:gd name="csX1157" fmla="*/ 1123142 w 1692117"/>
                <a:gd name="csY1157" fmla="*/ 268962 h 1045272"/>
                <a:gd name="csX1158" fmla="*/ 1123142 w 1692117"/>
                <a:gd name="csY1158" fmla="*/ 268484 h 1045272"/>
                <a:gd name="csX1159" fmla="*/ 1124575 w 1692117"/>
                <a:gd name="csY1159" fmla="*/ 267529 h 1045272"/>
                <a:gd name="csX1160" fmla="*/ 1124097 w 1692117"/>
                <a:gd name="csY1160" fmla="*/ 266573 h 1045272"/>
                <a:gd name="csX1161" fmla="*/ 1120753 w 1692117"/>
                <a:gd name="csY1161" fmla="*/ 263707 h 1045272"/>
                <a:gd name="csX1162" fmla="*/ 1119798 w 1692117"/>
                <a:gd name="csY1162" fmla="*/ 261796 h 1045272"/>
                <a:gd name="csX1163" fmla="*/ 1119798 w 1692117"/>
                <a:gd name="csY1163" fmla="*/ 261318 h 1045272"/>
                <a:gd name="csX1164" fmla="*/ 1116454 w 1692117"/>
                <a:gd name="csY1164" fmla="*/ 259407 h 1045272"/>
                <a:gd name="csX1165" fmla="*/ 1113588 w 1692117"/>
                <a:gd name="csY1165" fmla="*/ 258929 h 1045272"/>
                <a:gd name="csX1166" fmla="*/ 1109765 w 1692117"/>
                <a:gd name="csY1166" fmla="*/ 262273 h 1045272"/>
                <a:gd name="csX1167" fmla="*/ 1108332 w 1692117"/>
                <a:gd name="csY1167" fmla="*/ 264662 h 1045272"/>
                <a:gd name="csX1168" fmla="*/ 1108332 w 1692117"/>
                <a:gd name="csY1168" fmla="*/ 265140 h 1045272"/>
                <a:gd name="csX1169" fmla="*/ 1109765 w 1692117"/>
                <a:gd name="csY1169" fmla="*/ 266095 h 1045272"/>
                <a:gd name="csX1170" fmla="*/ 1110721 w 1692117"/>
                <a:gd name="csY1170" fmla="*/ 265618 h 1045272"/>
                <a:gd name="csX1171" fmla="*/ 1112154 w 1692117"/>
                <a:gd name="csY1171" fmla="*/ 263707 h 1045272"/>
                <a:gd name="csX1172" fmla="*/ 1113110 w 1692117"/>
                <a:gd name="csY1172" fmla="*/ 262751 h 1045272"/>
                <a:gd name="csX1173" fmla="*/ 1115498 w 1692117"/>
                <a:gd name="csY1173" fmla="*/ 263229 h 1045272"/>
                <a:gd name="csX1174" fmla="*/ 1117409 w 1692117"/>
                <a:gd name="csY1174" fmla="*/ 264662 h 1045272"/>
                <a:gd name="csX1175" fmla="*/ 1118365 w 1692117"/>
                <a:gd name="csY1175" fmla="*/ 266095 h 1045272"/>
                <a:gd name="csX1176" fmla="*/ 1118365 w 1692117"/>
                <a:gd name="csY1176" fmla="*/ 266573 h 1045272"/>
                <a:gd name="csX1177" fmla="*/ 1124097 w 1692117"/>
                <a:gd name="csY1177" fmla="*/ 273261 h 1045272"/>
                <a:gd name="csX1178" fmla="*/ 1126008 w 1692117"/>
                <a:gd name="csY1178" fmla="*/ 274694 h 1045272"/>
                <a:gd name="csX1179" fmla="*/ 1126486 w 1692117"/>
                <a:gd name="csY1179" fmla="*/ 276605 h 1045272"/>
                <a:gd name="csX1180" fmla="*/ 1126964 w 1692117"/>
                <a:gd name="csY1180" fmla="*/ 278994 h 1045272"/>
                <a:gd name="csX1181" fmla="*/ 1128397 w 1692117"/>
                <a:gd name="csY1181" fmla="*/ 281860 h 1045272"/>
                <a:gd name="csX1182" fmla="*/ 1130786 w 1692117"/>
                <a:gd name="csY1182" fmla="*/ 286638 h 1045272"/>
                <a:gd name="csX1183" fmla="*/ 1133652 w 1692117"/>
                <a:gd name="csY1183" fmla="*/ 292848 h 1045272"/>
                <a:gd name="csX1184" fmla="*/ 1134130 w 1692117"/>
                <a:gd name="csY1184" fmla="*/ 295237 h 1045272"/>
                <a:gd name="csX1185" fmla="*/ 1132697 w 1692117"/>
                <a:gd name="csY1185" fmla="*/ 296192 h 1045272"/>
                <a:gd name="csX1186" fmla="*/ 1132219 w 1692117"/>
                <a:gd name="csY1186" fmla="*/ 296192 h 1045272"/>
                <a:gd name="csX1187" fmla="*/ 1129830 w 1692117"/>
                <a:gd name="csY1187" fmla="*/ 295237 h 1045272"/>
                <a:gd name="csX1188" fmla="*/ 1124575 w 1692117"/>
                <a:gd name="csY1188" fmla="*/ 292848 h 1045272"/>
                <a:gd name="csX1189" fmla="*/ 1123620 w 1692117"/>
                <a:gd name="csY1189" fmla="*/ 292848 h 1045272"/>
                <a:gd name="csX1190" fmla="*/ 1122187 w 1692117"/>
                <a:gd name="csY1190" fmla="*/ 294281 h 1045272"/>
                <a:gd name="csX1191" fmla="*/ 1121231 w 1692117"/>
                <a:gd name="csY1191" fmla="*/ 297148 h 1045272"/>
                <a:gd name="csX1192" fmla="*/ 1120753 w 1692117"/>
                <a:gd name="csY1192" fmla="*/ 297626 h 1045272"/>
                <a:gd name="csX1193" fmla="*/ 1117887 w 1692117"/>
                <a:gd name="csY1193" fmla="*/ 296192 h 1045272"/>
                <a:gd name="csX1194" fmla="*/ 1112154 w 1692117"/>
                <a:gd name="csY1194" fmla="*/ 293326 h 1045272"/>
                <a:gd name="csX1195" fmla="*/ 1108332 w 1692117"/>
                <a:gd name="csY1195" fmla="*/ 290937 h 1045272"/>
                <a:gd name="csX1196" fmla="*/ 1106422 w 1692117"/>
                <a:gd name="csY1196" fmla="*/ 289026 h 1045272"/>
                <a:gd name="csX1197" fmla="*/ 1104511 w 1692117"/>
                <a:gd name="csY1197" fmla="*/ 285682 h 1045272"/>
                <a:gd name="csX1198" fmla="*/ 1101644 w 1692117"/>
                <a:gd name="csY1198" fmla="*/ 281383 h 1045272"/>
                <a:gd name="csX1199" fmla="*/ 1098300 w 1692117"/>
                <a:gd name="csY1199" fmla="*/ 279949 h 1045272"/>
                <a:gd name="csX1200" fmla="*/ 1094478 w 1692117"/>
                <a:gd name="csY1200" fmla="*/ 281860 h 1045272"/>
                <a:gd name="csX1201" fmla="*/ 1089223 w 1692117"/>
                <a:gd name="csY1201" fmla="*/ 282338 h 1045272"/>
                <a:gd name="csX1202" fmla="*/ 1078235 w 1692117"/>
                <a:gd name="csY1202" fmla="*/ 281860 h 1045272"/>
                <a:gd name="csX1203" fmla="*/ 1076324 w 1692117"/>
                <a:gd name="csY1203" fmla="*/ 282338 h 1045272"/>
                <a:gd name="csX1204" fmla="*/ 1075847 w 1692117"/>
                <a:gd name="csY1204" fmla="*/ 282816 h 1045272"/>
                <a:gd name="csX1205" fmla="*/ 1076802 w 1692117"/>
                <a:gd name="csY1205" fmla="*/ 285205 h 1045272"/>
                <a:gd name="csX1206" fmla="*/ 1076802 w 1692117"/>
                <a:gd name="csY1206" fmla="*/ 285682 h 1045272"/>
                <a:gd name="csX1207" fmla="*/ 1075847 w 1692117"/>
                <a:gd name="csY1207" fmla="*/ 286160 h 1045272"/>
                <a:gd name="csX1208" fmla="*/ 1075847 w 1692117"/>
                <a:gd name="csY1208" fmla="*/ 287115 h 1045272"/>
                <a:gd name="csX1209" fmla="*/ 1076802 w 1692117"/>
                <a:gd name="csY1209" fmla="*/ 289504 h 1045272"/>
                <a:gd name="csX1210" fmla="*/ 1079191 w 1692117"/>
                <a:gd name="csY1210" fmla="*/ 291415 h 1045272"/>
                <a:gd name="csX1211" fmla="*/ 1084446 w 1692117"/>
                <a:gd name="csY1211" fmla="*/ 293804 h 1045272"/>
                <a:gd name="csX1212" fmla="*/ 1088268 w 1692117"/>
                <a:gd name="csY1212" fmla="*/ 295715 h 1045272"/>
                <a:gd name="csX1213" fmla="*/ 1090656 w 1692117"/>
                <a:gd name="csY1213" fmla="*/ 297148 h 1045272"/>
                <a:gd name="csX1214" fmla="*/ 1091134 w 1692117"/>
                <a:gd name="csY1214" fmla="*/ 299059 h 1045272"/>
                <a:gd name="csX1215" fmla="*/ 1091612 w 1692117"/>
                <a:gd name="csY1215" fmla="*/ 300492 h 1045272"/>
                <a:gd name="csX1216" fmla="*/ 1090179 w 1692117"/>
                <a:gd name="csY1216" fmla="*/ 303358 h 1045272"/>
                <a:gd name="csX1217" fmla="*/ 1089701 w 1692117"/>
                <a:gd name="csY1217" fmla="*/ 304791 h 1045272"/>
                <a:gd name="csX1218" fmla="*/ 1076802 w 1692117"/>
                <a:gd name="csY1218" fmla="*/ 320557 h 1045272"/>
                <a:gd name="csX1219" fmla="*/ 1071547 w 1692117"/>
                <a:gd name="csY1219" fmla="*/ 326767 h 1045272"/>
                <a:gd name="csX1220" fmla="*/ 1069158 w 1692117"/>
                <a:gd name="csY1220" fmla="*/ 330589 h 1045272"/>
                <a:gd name="csX1221" fmla="*/ 1066770 w 1692117"/>
                <a:gd name="csY1221" fmla="*/ 332977 h 1045272"/>
                <a:gd name="csX1222" fmla="*/ 1064859 w 1692117"/>
                <a:gd name="csY1222" fmla="*/ 334411 h 1045272"/>
                <a:gd name="csX1223" fmla="*/ 1061515 w 1692117"/>
                <a:gd name="csY1223" fmla="*/ 334888 h 1045272"/>
                <a:gd name="csX1224" fmla="*/ 1057215 w 1692117"/>
                <a:gd name="csY1224" fmla="*/ 334888 h 1045272"/>
                <a:gd name="csX1225" fmla="*/ 1051483 w 1692117"/>
                <a:gd name="csY1225" fmla="*/ 334411 h 1045272"/>
                <a:gd name="csX1226" fmla="*/ 1048616 w 1692117"/>
                <a:gd name="csY1226" fmla="*/ 332500 h 1045272"/>
                <a:gd name="csX1227" fmla="*/ 1042883 w 1692117"/>
                <a:gd name="csY1227" fmla="*/ 327245 h 1045272"/>
                <a:gd name="csX1228" fmla="*/ 1039062 w 1692117"/>
                <a:gd name="csY1228" fmla="*/ 323901 h 1045272"/>
                <a:gd name="csX1229" fmla="*/ 1037628 w 1692117"/>
                <a:gd name="csY1229" fmla="*/ 322945 h 1045272"/>
                <a:gd name="csX1230" fmla="*/ 1036195 w 1692117"/>
                <a:gd name="csY1230" fmla="*/ 320079 h 1045272"/>
                <a:gd name="csX1231" fmla="*/ 1034762 w 1692117"/>
                <a:gd name="csY1231" fmla="*/ 319601 h 1045272"/>
                <a:gd name="csX1232" fmla="*/ 1031896 w 1692117"/>
                <a:gd name="csY1232" fmla="*/ 319123 h 1045272"/>
                <a:gd name="csX1233" fmla="*/ 1029507 w 1692117"/>
                <a:gd name="csY1233" fmla="*/ 317212 h 1045272"/>
                <a:gd name="csX1234" fmla="*/ 1022819 w 1692117"/>
                <a:gd name="csY1234" fmla="*/ 311957 h 1045272"/>
                <a:gd name="csX1235" fmla="*/ 1019475 w 1692117"/>
                <a:gd name="csY1235" fmla="*/ 309569 h 1045272"/>
                <a:gd name="csX1236" fmla="*/ 1016131 w 1692117"/>
                <a:gd name="csY1236" fmla="*/ 308613 h 1045272"/>
                <a:gd name="csX1237" fmla="*/ 1013264 w 1692117"/>
                <a:gd name="csY1237" fmla="*/ 308613 h 1045272"/>
                <a:gd name="csX1238" fmla="*/ 1012309 w 1692117"/>
                <a:gd name="csY1238" fmla="*/ 308613 h 1045272"/>
                <a:gd name="csX1239" fmla="*/ 1014220 w 1692117"/>
                <a:gd name="csY1239" fmla="*/ 311480 h 1045272"/>
                <a:gd name="csX1240" fmla="*/ 1013264 w 1692117"/>
                <a:gd name="csY1240" fmla="*/ 311480 h 1045272"/>
                <a:gd name="csX1241" fmla="*/ 1011353 w 1692117"/>
                <a:gd name="csY1241" fmla="*/ 311002 h 1045272"/>
                <a:gd name="csX1242" fmla="*/ 1008965 w 1692117"/>
                <a:gd name="csY1242" fmla="*/ 311002 h 1045272"/>
                <a:gd name="csX1243" fmla="*/ 1005143 w 1692117"/>
                <a:gd name="csY1243" fmla="*/ 309091 h 1045272"/>
                <a:gd name="csX1244" fmla="*/ 1000843 w 1692117"/>
                <a:gd name="csY1244" fmla="*/ 309091 h 1045272"/>
                <a:gd name="csX1245" fmla="*/ 998455 w 1692117"/>
                <a:gd name="csY1245" fmla="*/ 309091 h 1045272"/>
                <a:gd name="csX1246" fmla="*/ 995110 w 1692117"/>
                <a:gd name="csY1246" fmla="*/ 307658 h 1045272"/>
                <a:gd name="csX1247" fmla="*/ 991289 w 1692117"/>
                <a:gd name="csY1247" fmla="*/ 307180 h 1045272"/>
                <a:gd name="csX1248" fmla="*/ 985078 w 1692117"/>
                <a:gd name="csY1248" fmla="*/ 307180 h 1045272"/>
                <a:gd name="csX1249" fmla="*/ 983167 w 1692117"/>
                <a:gd name="csY1249" fmla="*/ 307658 h 1045272"/>
                <a:gd name="csX1250" fmla="*/ 982690 w 1692117"/>
                <a:gd name="csY1250" fmla="*/ 308136 h 1045272"/>
                <a:gd name="csX1251" fmla="*/ 985556 w 1692117"/>
                <a:gd name="csY1251" fmla="*/ 310524 h 1045272"/>
                <a:gd name="csX1252" fmla="*/ 990811 w 1692117"/>
                <a:gd name="csY1252" fmla="*/ 313391 h 1045272"/>
                <a:gd name="csX1253" fmla="*/ 989855 w 1692117"/>
                <a:gd name="csY1253" fmla="*/ 311002 h 1045272"/>
                <a:gd name="csX1254" fmla="*/ 990333 w 1692117"/>
                <a:gd name="csY1254" fmla="*/ 310046 h 1045272"/>
                <a:gd name="csX1255" fmla="*/ 991766 w 1692117"/>
                <a:gd name="csY1255" fmla="*/ 309569 h 1045272"/>
                <a:gd name="csX1256" fmla="*/ 999410 w 1692117"/>
                <a:gd name="csY1256" fmla="*/ 311002 h 1045272"/>
                <a:gd name="csX1257" fmla="*/ 1008009 w 1692117"/>
                <a:gd name="csY1257" fmla="*/ 313868 h 1045272"/>
                <a:gd name="csX1258" fmla="*/ 1010398 w 1692117"/>
                <a:gd name="csY1258" fmla="*/ 314346 h 1045272"/>
                <a:gd name="csX1259" fmla="*/ 1012786 w 1692117"/>
                <a:gd name="csY1259" fmla="*/ 315301 h 1045272"/>
                <a:gd name="csX1260" fmla="*/ 1015175 w 1692117"/>
                <a:gd name="csY1260" fmla="*/ 317212 h 1045272"/>
                <a:gd name="csX1261" fmla="*/ 1018997 w 1692117"/>
                <a:gd name="csY1261" fmla="*/ 321512 h 1045272"/>
                <a:gd name="csX1262" fmla="*/ 1026163 w 1692117"/>
                <a:gd name="csY1262" fmla="*/ 330111 h 1045272"/>
                <a:gd name="csX1263" fmla="*/ 1028551 w 1692117"/>
                <a:gd name="csY1263" fmla="*/ 332500 h 1045272"/>
                <a:gd name="csX1264" fmla="*/ 1031418 w 1692117"/>
                <a:gd name="csY1264" fmla="*/ 334411 h 1045272"/>
                <a:gd name="csX1265" fmla="*/ 1047183 w 1692117"/>
                <a:gd name="csY1265" fmla="*/ 337277 h 1045272"/>
                <a:gd name="csX1266" fmla="*/ 1052438 w 1692117"/>
                <a:gd name="csY1266" fmla="*/ 337277 h 1045272"/>
                <a:gd name="csX1267" fmla="*/ 1062948 w 1692117"/>
                <a:gd name="csY1267" fmla="*/ 338233 h 1045272"/>
                <a:gd name="csX1268" fmla="*/ 1068681 w 1692117"/>
                <a:gd name="csY1268" fmla="*/ 339666 h 1045272"/>
                <a:gd name="csX1269" fmla="*/ 1070114 w 1692117"/>
                <a:gd name="csY1269" fmla="*/ 341099 h 1045272"/>
                <a:gd name="csX1270" fmla="*/ 1070592 w 1692117"/>
                <a:gd name="csY1270" fmla="*/ 344921 h 1045272"/>
                <a:gd name="csX1271" fmla="*/ 1070114 w 1692117"/>
                <a:gd name="csY1271" fmla="*/ 346832 h 1045272"/>
                <a:gd name="csX1272" fmla="*/ 1067248 w 1692117"/>
                <a:gd name="csY1272" fmla="*/ 352564 h 1045272"/>
                <a:gd name="csX1273" fmla="*/ 1065337 w 1692117"/>
                <a:gd name="csY1273" fmla="*/ 356864 h 1045272"/>
                <a:gd name="csX1274" fmla="*/ 1052916 w 1692117"/>
                <a:gd name="csY1274" fmla="*/ 375018 h 1045272"/>
                <a:gd name="csX1275" fmla="*/ 1051483 w 1692117"/>
                <a:gd name="csY1275" fmla="*/ 379317 h 1045272"/>
                <a:gd name="csX1276" fmla="*/ 1051005 w 1692117"/>
                <a:gd name="csY1276" fmla="*/ 381706 h 1045272"/>
                <a:gd name="csX1277" fmla="*/ 1048616 w 1692117"/>
                <a:gd name="csY1277" fmla="*/ 384094 h 1045272"/>
                <a:gd name="csX1278" fmla="*/ 1043361 w 1692117"/>
                <a:gd name="csY1278" fmla="*/ 387916 h 1045272"/>
                <a:gd name="csX1279" fmla="*/ 1038106 w 1692117"/>
                <a:gd name="csY1279" fmla="*/ 391260 h 1045272"/>
                <a:gd name="csX1280" fmla="*/ 1034762 w 1692117"/>
                <a:gd name="csY1280" fmla="*/ 392216 h 1045272"/>
                <a:gd name="csX1281" fmla="*/ 1031896 w 1692117"/>
                <a:gd name="csY1281" fmla="*/ 391260 h 1045272"/>
                <a:gd name="csX1282" fmla="*/ 1029985 w 1692117"/>
                <a:gd name="csY1282" fmla="*/ 390305 h 1045272"/>
                <a:gd name="csX1283" fmla="*/ 1027118 w 1692117"/>
                <a:gd name="csY1283" fmla="*/ 386961 h 1045272"/>
                <a:gd name="csX1284" fmla="*/ 1026641 w 1692117"/>
                <a:gd name="csY1284" fmla="*/ 387439 h 1045272"/>
                <a:gd name="csX1285" fmla="*/ 1029029 w 1692117"/>
                <a:gd name="csY1285" fmla="*/ 392694 h 1045272"/>
                <a:gd name="csX1286" fmla="*/ 1028551 w 1692117"/>
                <a:gd name="csY1286" fmla="*/ 393171 h 1045272"/>
                <a:gd name="csX1287" fmla="*/ 1026641 w 1692117"/>
                <a:gd name="csY1287" fmla="*/ 392216 h 1045272"/>
                <a:gd name="csX1288" fmla="*/ 1022819 w 1692117"/>
                <a:gd name="csY1288" fmla="*/ 390305 h 1045272"/>
                <a:gd name="csX1289" fmla="*/ 1021863 w 1692117"/>
                <a:gd name="csY1289" fmla="*/ 390305 h 1045272"/>
                <a:gd name="csX1290" fmla="*/ 1020908 w 1692117"/>
                <a:gd name="csY1290" fmla="*/ 391260 h 1045272"/>
                <a:gd name="csX1291" fmla="*/ 1019952 w 1692117"/>
                <a:gd name="csY1291" fmla="*/ 391260 h 1045272"/>
                <a:gd name="csX1292" fmla="*/ 1018997 w 1692117"/>
                <a:gd name="csY1292" fmla="*/ 390305 h 1045272"/>
                <a:gd name="csX1293" fmla="*/ 1016608 w 1692117"/>
                <a:gd name="csY1293" fmla="*/ 388394 h 1045272"/>
                <a:gd name="csX1294" fmla="*/ 1016131 w 1692117"/>
                <a:gd name="csY1294" fmla="*/ 387439 h 1045272"/>
                <a:gd name="csX1295" fmla="*/ 1015175 w 1692117"/>
                <a:gd name="csY1295" fmla="*/ 384572 h 1045272"/>
                <a:gd name="csX1296" fmla="*/ 1015175 w 1692117"/>
                <a:gd name="csY1296" fmla="*/ 384094 h 1045272"/>
                <a:gd name="csX1297" fmla="*/ 1010398 w 1692117"/>
                <a:gd name="csY1297" fmla="*/ 386005 h 1045272"/>
                <a:gd name="csX1298" fmla="*/ 1009442 w 1692117"/>
                <a:gd name="csY1298" fmla="*/ 386483 h 1045272"/>
                <a:gd name="csX1299" fmla="*/ 1011353 w 1692117"/>
                <a:gd name="csY1299" fmla="*/ 387439 h 1045272"/>
                <a:gd name="csX1300" fmla="*/ 1012309 w 1692117"/>
                <a:gd name="csY1300" fmla="*/ 388394 h 1045272"/>
                <a:gd name="csX1301" fmla="*/ 1014220 w 1692117"/>
                <a:gd name="csY1301" fmla="*/ 392694 h 1045272"/>
                <a:gd name="csX1302" fmla="*/ 1014220 w 1692117"/>
                <a:gd name="csY1302" fmla="*/ 393649 h 1045272"/>
                <a:gd name="csX1303" fmla="*/ 1012786 w 1692117"/>
                <a:gd name="csY1303" fmla="*/ 394127 h 1045272"/>
                <a:gd name="csX1304" fmla="*/ 1008487 w 1692117"/>
                <a:gd name="csY1304" fmla="*/ 392694 h 1045272"/>
                <a:gd name="csX1305" fmla="*/ 1008009 w 1692117"/>
                <a:gd name="csY1305" fmla="*/ 392694 h 1045272"/>
                <a:gd name="csX1306" fmla="*/ 1009920 w 1692117"/>
                <a:gd name="csY1306" fmla="*/ 396993 h 1045272"/>
                <a:gd name="csX1307" fmla="*/ 1010876 w 1692117"/>
                <a:gd name="csY1307" fmla="*/ 398904 h 1045272"/>
                <a:gd name="csX1308" fmla="*/ 1010876 w 1692117"/>
                <a:gd name="csY1308" fmla="*/ 399860 h 1045272"/>
                <a:gd name="csX1309" fmla="*/ 1008009 w 1692117"/>
                <a:gd name="csY1309" fmla="*/ 404637 h 1045272"/>
                <a:gd name="csX1310" fmla="*/ 1006576 w 1692117"/>
                <a:gd name="csY1310" fmla="*/ 406548 h 1045272"/>
                <a:gd name="csX1311" fmla="*/ 1003710 w 1692117"/>
                <a:gd name="csY1311" fmla="*/ 407026 h 1045272"/>
                <a:gd name="csX1312" fmla="*/ 1002276 w 1692117"/>
                <a:gd name="csY1312" fmla="*/ 406548 h 1045272"/>
                <a:gd name="csX1313" fmla="*/ 1000843 w 1692117"/>
                <a:gd name="csY1313" fmla="*/ 405592 h 1045272"/>
                <a:gd name="csX1314" fmla="*/ 999410 w 1692117"/>
                <a:gd name="csY1314" fmla="*/ 405592 h 1045272"/>
                <a:gd name="csX1315" fmla="*/ 998455 w 1692117"/>
                <a:gd name="csY1315" fmla="*/ 407026 h 1045272"/>
                <a:gd name="csX1316" fmla="*/ 997021 w 1692117"/>
                <a:gd name="csY1316" fmla="*/ 408459 h 1045272"/>
                <a:gd name="csX1317" fmla="*/ 995110 w 1692117"/>
                <a:gd name="csY1317" fmla="*/ 408936 h 1045272"/>
                <a:gd name="csX1318" fmla="*/ 992244 w 1692117"/>
                <a:gd name="csY1318" fmla="*/ 408936 h 1045272"/>
                <a:gd name="csX1319" fmla="*/ 989378 w 1692117"/>
                <a:gd name="csY1319" fmla="*/ 407503 h 1045272"/>
                <a:gd name="csX1320" fmla="*/ 980778 w 1692117"/>
                <a:gd name="csY1320" fmla="*/ 403204 h 1045272"/>
                <a:gd name="csX1321" fmla="*/ 977912 w 1692117"/>
                <a:gd name="csY1321" fmla="*/ 402248 h 1045272"/>
                <a:gd name="csX1322" fmla="*/ 973135 w 1692117"/>
                <a:gd name="csY1322" fmla="*/ 401771 h 1045272"/>
                <a:gd name="csX1323" fmla="*/ 972657 w 1692117"/>
                <a:gd name="csY1323" fmla="*/ 401293 h 1045272"/>
                <a:gd name="csX1324" fmla="*/ 972657 w 1692117"/>
                <a:gd name="csY1324" fmla="*/ 400337 h 1045272"/>
                <a:gd name="csX1325" fmla="*/ 973135 w 1692117"/>
                <a:gd name="csY1325" fmla="*/ 399860 h 1045272"/>
                <a:gd name="csX1326" fmla="*/ 973135 w 1692117"/>
                <a:gd name="csY1326" fmla="*/ 399382 h 1045272"/>
                <a:gd name="csX1327" fmla="*/ 971702 w 1692117"/>
                <a:gd name="csY1327" fmla="*/ 398904 h 1045272"/>
                <a:gd name="csX1328" fmla="*/ 970746 w 1692117"/>
                <a:gd name="csY1328" fmla="*/ 399382 h 1045272"/>
                <a:gd name="csX1329" fmla="*/ 969791 w 1692117"/>
                <a:gd name="csY1329" fmla="*/ 400815 h 1045272"/>
                <a:gd name="csX1330" fmla="*/ 967880 w 1692117"/>
                <a:gd name="csY1330" fmla="*/ 400815 h 1045272"/>
                <a:gd name="csX1331" fmla="*/ 965013 w 1692117"/>
                <a:gd name="csY1331" fmla="*/ 400337 h 1045272"/>
                <a:gd name="csX1332" fmla="*/ 960714 w 1692117"/>
                <a:gd name="csY1332" fmla="*/ 398904 h 1045272"/>
                <a:gd name="csX1333" fmla="*/ 952593 w 1692117"/>
                <a:gd name="csY1333" fmla="*/ 394127 h 1045272"/>
                <a:gd name="csX1334" fmla="*/ 943038 w 1692117"/>
                <a:gd name="csY1334" fmla="*/ 390783 h 1045272"/>
                <a:gd name="csX1335" fmla="*/ 937783 w 1692117"/>
                <a:gd name="csY1335" fmla="*/ 385528 h 1045272"/>
                <a:gd name="csX1336" fmla="*/ 939694 w 1692117"/>
                <a:gd name="csY1336" fmla="*/ 390305 h 1045272"/>
                <a:gd name="csX1337" fmla="*/ 939694 w 1692117"/>
                <a:gd name="csY1337" fmla="*/ 391738 h 1045272"/>
                <a:gd name="csX1338" fmla="*/ 938738 w 1692117"/>
                <a:gd name="csY1338" fmla="*/ 392694 h 1045272"/>
                <a:gd name="csX1339" fmla="*/ 938738 w 1692117"/>
                <a:gd name="csY1339" fmla="*/ 394127 h 1045272"/>
                <a:gd name="csX1340" fmla="*/ 940649 w 1692117"/>
                <a:gd name="csY1340" fmla="*/ 397471 h 1045272"/>
                <a:gd name="csX1341" fmla="*/ 943516 w 1692117"/>
                <a:gd name="csY1341" fmla="*/ 398426 h 1045272"/>
                <a:gd name="csX1342" fmla="*/ 946382 w 1692117"/>
                <a:gd name="csY1342" fmla="*/ 398426 h 1045272"/>
                <a:gd name="csX1343" fmla="*/ 946382 w 1692117"/>
                <a:gd name="csY1343" fmla="*/ 397949 h 1045272"/>
                <a:gd name="csX1344" fmla="*/ 945427 w 1692117"/>
                <a:gd name="csY1344" fmla="*/ 396993 h 1045272"/>
                <a:gd name="csX1345" fmla="*/ 943994 w 1692117"/>
                <a:gd name="csY1345" fmla="*/ 396038 h 1045272"/>
                <a:gd name="csX1346" fmla="*/ 943516 w 1692117"/>
                <a:gd name="csY1346" fmla="*/ 394127 h 1045272"/>
                <a:gd name="csX1347" fmla="*/ 944471 w 1692117"/>
                <a:gd name="csY1347" fmla="*/ 394127 h 1045272"/>
                <a:gd name="csX1348" fmla="*/ 946860 w 1692117"/>
                <a:gd name="csY1348" fmla="*/ 394605 h 1045272"/>
                <a:gd name="csX1349" fmla="*/ 948293 w 1692117"/>
                <a:gd name="csY1349" fmla="*/ 396038 h 1045272"/>
                <a:gd name="csX1350" fmla="*/ 961192 w 1692117"/>
                <a:gd name="csY1350" fmla="*/ 401771 h 1045272"/>
                <a:gd name="csX1351" fmla="*/ 965013 w 1692117"/>
                <a:gd name="csY1351" fmla="*/ 402726 h 1045272"/>
                <a:gd name="csX1352" fmla="*/ 967880 w 1692117"/>
                <a:gd name="csY1352" fmla="*/ 403681 h 1045272"/>
                <a:gd name="csX1353" fmla="*/ 968358 w 1692117"/>
                <a:gd name="csY1353" fmla="*/ 404637 h 1045272"/>
                <a:gd name="csX1354" fmla="*/ 967402 w 1692117"/>
                <a:gd name="csY1354" fmla="*/ 406070 h 1045272"/>
                <a:gd name="csX1355" fmla="*/ 962625 w 1692117"/>
                <a:gd name="csY1355" fmla="*/ 409414 h 1045272"/>
                <a:gd name="csX1356" fmla="*/ 962147 w 1692117"/>
                <a:gd name="csY1356" fmla="*/ 409892 h 1045272"/>
                <a:gd name="csX1357" fmla="*/ 965969 w 1692117"/>
                <a:gd name="csY1357" fmla="*/ 409892 h 1045272"/>
                <a:gd name="csX1358" fmla="*/ 970269 w 1692117"/>
                <a:gd name="csY1358" fmla="*/ 406548 h 1045272"/>
                <a:gd name="csX1359" fmla="*/ 972657 w 1692117"/>
                <a:gd name="csY1359" fmla="*/ 405115 h 1045272"/>
                <a:gd name="csX1360" fmla="*/ 974568 w 1692117"/>
                <a:gd name="csY1360" fmla="*/ 404159 h 1045272"/>
                <a:gd name="csX1361" fmla="*/ 977912 w 1692117"/>
                <a:gd name="csY1361" fmla="*/ 405592 h 1045272"/>
                <a:gd name="csX1362" fmla="*/ 981734 w 1692117"/>
                <a:gd name="csY1362" fmla="*/ 409892 h 1045272"/>
                <a:gd name="csX1363" fmla="*/ 985078 w 1692117"/>
                <a:gd name="csY1363" fmla="*/ 411803 h 1045272"/>
                <a:gd name="csX1364" fmla="*/ 989378 w 1692117"/>
                <a:gd name="csY1364" fmla="*/ 413236 h 1045272"/>
                <a:gd name="csX1365" fmla="*/ 992244 w 1692117"/>
                <a:gd name="csY1365" fmla="*/ 414669 h 1045272"/>
                <a:gd name="csX1366" fmla="*/ 996544 w 1692117"/>
                <a:gd name="csY1366" fmla="*/ 418491 h 1045272"/>
                <a:gd name="csX1367" fmla="*/ 997021 w 1692117"/>
                <a:gd name="csY1367" fmla="*/ 420402 h 1045272"/>
                <a:gd name="csX1368" fmla="*/ 997499 w 1692117"/>
                <a:gd name="csY1368" fmla="*/ 428046 h 1045272"/>
                <a:gd name="csX1369" fmla="*/ 997499 w 1692117"/>
                <a:gd name="csY1369" fmla="*/ 429957 h 1045272"/>
                <a:gd name="csX1370" fmla="*/ 997021 w 1692117"/>
                <a:gd name="csY1370" fmla="*/ 431867 h 1045272"/>
                <a:gd name="csX1371" fmla="*/ 996066 w 1692117"/>
                <a:gd name="csY1371" fmla="*/ 433778 h 1045272"/>
                <a:gd name="csX1372" fmla="*/ 994155 w 1692117"/>
                <a:gd name="csY1372" fmla="*/ 434734 h 1045272"/>
                <a:gd name="csX1373" fmla="*/ 991289 w 1692117"/>
                <a:gd name="csY1373" fmla="*/ 434734 h 1045272"/>
                <a:gd name="csX1374" fmla="*/ 989378 w 1692117"/>
                <a:gd name="csY1374" fmla="*/ 435689 h 1045272"/>
                <a:gd name="csX1375" fmla="*/ 984601 w 1692117"/>
                <a:gd name="csY1375" fmla="*/ 439511 h 1045272"/>
                <a:gd name="csX1376" fmla="*/ 982690 w 1692117"/>
                <a:gd name="csY1376" fmla="*/ 440467 h 1045272"/>
                <a:gd name="csX1377" fmla="*/ 974090 w 1692117"/>
                <a:gd name="csY1377" fmla="*/ 439033 h 1045272"/>
                <a:gd name="csX1378" fmla="*/ 970746 w 1692117"/>
                <a:gd name="csY1378" fmla="*/ 438078 h 1045272"/>
                <a:gd name="csX1379" fmla="*/ 969313 w 1692117"/>
                <a:gd name="csY1379" fmla="*/ 438078 h 1045272"/>
                <a:gd name="csX1380" fmla="*/ 968358 w 1692117"/>
                <a:gd name="csY1380" fmla="*/ 439033 h 1045272"/>
                <a:gd name="csX1381" fmla="*/ 967880 w 1692117"/>
                <a:gd name="csY1381" fmla="*/ 439511 h 1045272"/>
                <a:gd name="csX1382" fmla="*/ 964536 w 1692117"/>
                <a:gd name="csY1382" fmla="*/ 439511 h 1045272"/>
                <a:gd name="csX1383" fmla="*/ 964058 w 1692117"/>
                <a:gd name="csY1383" fmla="*/ 440467 h 1045272"/>
                <a:gd name="csX1384" fmla="*/ 964058 w 1692117"/>
                <a:gd name="csY1384" fmla="*/ 441422 h 1045272"/>
                <a:gd name="csX1385" fmla="*/ 964536 w 1692117"/>
                <a:gd name="csY1385" fmla="*/ 442855 h 1045272"/>
                <a:gd name="csX1386" fmla="*/ 965491 w 1692117"/>
                <a:gd name="csY1386" fmla="*/ 443811 h 1045272"/>
                <a:gd name="csX1387" fmla="*/ 966925 w 1692117"/>
                <a:gd name="csY1387" fmla="*/ 445244 h 1045272"/>
                <a:gd name="csX1388" fmla="*/ 968835 w 1692117"/>
                <a:gd name="csY1388" fmla="*/ 445722 h 1045272"/>
                <a:gd name="csX1389" fmla="*/ 972657 w 1692117"/>
                <a:gd name="csY1389" fmla="*/ 446677 h 1045272"/>
                <a:gd name="csX1390" fmla="*/ 972657 w 1692117"/>
                <a:gd name="csY1390" fmla="*/ 448588 h 1045272"/>
                <a:gd name="csX1391" fmla="*/ 972657 w 1692117"/>
                <a:gd name="csY1391" fmla="*/ 449543 h 1045272"/>
                <a:gd name="csX1392" fmla="*/ 971224 w 1692117"/>
                <a:gd name="csY1392" fmla="*/ 450499 h 1045272"/>
                <a:gd name="csX1393" fmla="*/ 969791 w 1692117"/>
                <a:gd name="csY1393" fmla="*/ 450499 h 1045272"/>
                <a:gd name="csX1394" fmla="*/ 967402 w 1692117"/>
                <a:gd name="csY1394" fmla="*/ 449066 h 1045272"/>
                <a:gd name="csX1395" fmla="*/ 966447 w 1692117"/>
                <a:gd name="csY1395" fmla="*/ 449066 h 1045272"/>
                <a:gd name="csX1396" fmla="*/ 965013 w 1692117"/>
                <a:gd name="csY1396" fmla="*/ 449543 h 1045272"/>
                <a:gd name="csX1397" fmla="*/ 963580 w 1692117"/>
                <a:gd name="csY1397" fmla="*/ 450021 h 1045272"/>
                <a:gd name="csX1398" fmla="*/ 961669 w 1692117"/>
                <a:gd name="csY1398" fmla="*/ 449543 h 1045272"/>
                <a:gd name="csX1399" fmla="*/ 960714 w 1692117"/>
                <a:gd name="csY1399" fmla="*/ 450499 h 1045272"/>
                <a:gd name="csX1400" fmla="*/ 960236 w 1692117"/>
                <a:gd name="csY1400" fmla="*/ 452410 h 1045272"/>
                <a:gd name="csX1401" fmla="*/ 959759 w 1692117"/>
                <a:gd name="csY1401" fmla="*/ 453365 h 1045272"/>
                <a:gd name="csX1402" fmla="*/ 957370 w 1692117"/>
                <a:gd name="csY1402" fmla="*/ 455754 h 1045272"/>
                <a:gd name="csX1403" fmla="*/ 956414 w 1692117"/>
                <a:gd name="csY1403" fmla="*/ 457187 h 1045272"/>
                <a:gd name="csX1404" fmla="*/ 956414 w 1692117"/>
                <a:gd name="csY1404" fmla="*/ 458143 h 1045272"/>
                <a:gd name="csX1405" fmla="*/ 957848 w 1692117"/>
                <a:gd name="csY1405" fmla="*/ 459098 h 1045272"/>
                <a:gd name="csX1406" fmla="*/ 959281 w 1692117"/>
                <a:gd name="csY1406" fmla="*/ 461009 h 1045272"/>
                <a:gd name="csX1407" fmla="*/ 960714 w 1692117"/>
                <a:gd name="csY1407" fmla="*/ 463875 h 1045272"/>
                <a:gd name="csX1408" fmla="*/ 961192 w 1692117"/>
                <a:gd name="csY1408" fmla="*/ 465308 h 1045272"/>
                <a:gd name="csX1409" fmla="*/ 960236 w 1692117"/>
                <a:gd name="csY1409" fmla="*/ 464831 h 1045272"/>
                <a:gd name="csX1410" fmla="*/ 958803 w 1692117"/>
                <a:gd name="csY1410" fmla="*/ 463875 h 1045272"/>
                <a:gd name="csX1411" fmla="*/ 956892 w 1692117"/>
                <a:gd name="csY1411" fmla="*/ 461964 h 1045272"/>
                <a:gd name="csX1412" fmla="*/ 954503 w 1692117"/>
                <a:gd name="csY1412" fmla="*/ 460054 h 1045272"/>
                <a:gd name="csX1413" fmla="*/ 948771 w 1692117"/>
                <a:gd name="csY1413" fmla="*/ 457665 h 1045272"/>
                <a:gd name="csX1414" fmla="*/ 947815 w 1692117"/>
                <a:gd name="csY1414" fmla="*/ 457665 h 1045272"/>
                <a:gd name="csX1415" fmla="*/ 948293 w 1692117"/>
                <a:gd name="csY1415" fmla="*/ 458143 h 1045272"/>
                <a:gd name="csX1416" fmla="*/ 952115 w 1692117"/>
                <a:gd name="csY1416" fmla="*/ 460531 h 1045272"/>
                <a:gd name="csX1417" fmla="*/ 953548 w 1692117"/>
                <a:gd name="csY1417" fmla="*/ 462442 h 1045272"/>
                <a:gd name="csX1418" fmla="*/ 953548 w 1692117"/>
                <a:gd name="csY1418" fmla="*/ 463398 h 1045272"/>
                <a:gd name="csX1419" fmla="*/ 950682 w 1692117"/>
                <a:gd name="csY1419" fmla="*/ 466264 h 1045272"/>
                <a:gd name="csX1420" fmla="*/ 950204 w 1692117"/>
                <a:gd name="csY1420" fmla="*/ 466742 h 1045272"/>
                <a:gd name="csX1421" fmla="*/ 951159 w 1692117"/>
                <a:gd name="csY1421" fmla="*/ 467697 h 1045272"/>
                <a:gd name="csX1422" fmla="*/ 951637 w 1692117"/>
                <a:gd name="csY1422" fmla="*/ 468175 h 1045272"/>
                <a:gd name="csX1423" fmla="*/ 950204 w 1692117"/>
                <a:gd name="csY1423" fmla="*/ 469608 h 1045272"/>
                <a:gd name="csX1424" fmla="*/ 948293 w 1692117"/>
                <a:gd name="csY1424" fmla="*/ 470564 h 1045272"/>
                <a:gd name="csX1425" fmla="*/ 944949 w 1692117"/>
                <a:gd name="csY1425" fmla="*/ 470564 h 1045272"/>
                <a:gd name="csX1426" fmla="*/ 944471 w 1692117"/>
                <a:gd name="csY1426" fmla="*/ 471041 h 1045272"/>
                <a:gd name="csX1427" fmla="*/ 945904 w 1692117"/>
                <a:gd name="csY1427" fmla="*/ 472474 h 1045272"/>
                <a:gd name="csX1428" fmla="*/ 946382 w 1692117"/>
                <a:gd name="csY1428" fmla="*/ 473430 h 1045272"/>
                <a:gd name="csX1429" fmla="*/ 944949 w 1692117"/>
                <a:gd name="csY1429" fmla="*/ 474385 h 1045272"/>
                <a:gd name="csX1430" fmla="*/ 944471 w 1692117"/>
                <a:gd name="csY1430" fmla="*/ 474385 h 1045272"/>
                <a:gd name="csX1431" fmla="*/ 940171 w 1692117"/>
                <a:gd name="csY1431" fmla="*/ 473908 h 1045272"/>
                <a:gd name="csX1432" fmla="*/ 941127 w 1692117"/>
                <a:gd name="csY1432" fmla="*/ 476774 h 1045272"/>
                <a:gd name="csX1433" fmla="*/ 942083 w 1692117"/>
                <a:gd name="csY1433" fmla="*/ 477729 h 1045272"/>
                <a:gd name="csX1434" fmla="*/ 943038 w 1692117"/>
                <a:gd name="csY1434" fmla="*/ 479163 h 1045272"/>
                <a:gd name="csX1435" fmla="*/ 945427 w 1692117"/>
                <a:gd name="csY1435" fmla="*/ 480118 h 1045272"/>
                <a:gd name="csX1436" fmla="*/ 945427 w 1692117"/>
                <a:gd name="csY1436" fmla="*/ 480596 h 1045272"/>
                <a:gd name="csX1437" fmla="*/ 944949 w 1692117"/>
                <a:gd name="csY1437" fmla="*/ 482029 h 1045272"/>
                <a:gd name="csX1438" fmla="*/ 943516 w 1692117"/>
                <a:gd name="csY1438" fmla="*/ 482985 h 1045272"/>
                <a:gd name="csX1439" fmla="*/ 937783 w 1692117"/>
                <a:gd name="csY1439" fmla="*/ 487284 h 1045272"/>
                <a:gd name="csX1440" fmla="*/ 933483 w 1692117"/>
                <a:gd name="csY1440" fmla="*/ 491584 h 1045272"/>
                <a:gd name="csX1441" fmla="*/ 933006 w 1692117"/>
                <a:gd name="csY1441" fmla="*/ 493017 h 1045272"/>
                <a:gd name="csX1442" fmla="*/ 933961 w 1692117"/>
                <a:gd name="csY1442" fmla="*/ 496361 h 1045272"/>
                <a:gd name="csX1443" fmla="*/ 933961 w 1692117"/>
                <a:gd name="csY1443" fmla="*/ 496839 h 1045272"/>
                <a:gd name="csX1444" fmla="*/ 933006 w 1692117"/>
                <a:gd name="csY1444" fmla="*/ 498272 h 1045272"/>
                <a:gd name="csX1445" fmla="*/ 930617 w 1692117"/>
                <a:gd name="csY1445" fmla="*/ 497794 h 1045272"/>
                <a:gd name="csX1446" fmla="*/ 930139 w 1692117"/>
                <a:gd name="csY1446" fmla="*/ 498272 h 1045272"/>
                <a:gd name="csX1447" fmla="*/ 930617 w 1692117"/>
                <a:gd name="csY1447" fmla="*/ 499705 h 1045272"/>
                <a:gd name="csX1448" fmla="*/ 931095 w 1692117"/>
                <a:gd name="csY1448" fmla="*/ 502094 h 1045272"/>
                <a:gd name="csX1449" fmla="*/ 930617 w 1692117"/>
                <a:gd name="csY1449" fmla="*/ 504482 h 1045272"/>
                <a:gd name="csX1450" fmla="*/ 928706 w 1692117"/>
                <a:gd name="csY1450" fmla="*/ 508782 h 1045272"/>
                <a:gd name="csX1451" fmla="*/ 925840 w 1692117"/>
                <a:gd name="csY1451" fmla="*/ 514515 h 1045272"/>
                <a:gd name="csX1452" fmla="*/ 923451 w 1692117"/>
                <a:gd name="csY1452" fmla="*/ 519770 h 1045272"/>
                <a:gd name="csX1453" fmla="*/ 921540 w 1692117"/>
                <a:gd name="csY1453" fmla="*/ 524547 h 1045272"/>
                <a:gd name="csX1454" fmla="*/ 920585 w 1692117"/>
                <a:gd name="csY1454" fmla="*/ 526936 h 1045272"/>
                <a:gd name="csX1455" fmla="*/ 918196 w 1692117"/>
                <a:gd name="csY1455" fmla="*/ 526936 h 1045272"/>
                <a:gd name="csX1456" fmla="*/ 916763 w 1692117"/>
                <a:gd name="csY1456" fmla="*/ 528369 h 1045272"/>
                <a:gd name="csX1457" fmla="*/ 917718 w 1692117"/>
                <a:gd name="csY1457" fmla="*/ 529324 h 1045272"/>
                <a:gd name="csX1458" fmla="*/ 918674 w 1692117"/>
                <a:gd name="csY1458" fmla="*/ 530280 h 1045272"/>
                <a:gd name="csX1459" fmla="*/ 919152 w 1692117"/>
                <a:gd name="csY1459" fmla="*/ 531713 h 1045272"/>
                <a:gd name="csX1460" fmla="*/ 918674 w 1692117"/>
                <a:gd name="csY1460" fmla="*/ 536013 h 1045272"/>
                <a:gd name="csX1461" fmla="*/ 917241 w 1692117"/>
                <a:gd name="csY1461" fmla="*/ 542701 h 1045272"/>
                <a:gd name="csX1462" fmla="*/ 916285 w 1692117"/>
                <a:gd name="csY1462" fmla="*/ 548434 h 1045272"/>
                <a:gd name="csX1463" fmla="*/ 916285 w 1692117"/>
                <a:gd name="csY1463" fmla="*/ 565632 h 1045272"/>
                <a:gd name="csX1464" fmla="*/ 916285 w 1692117"/>
                <a:gd name="csY1464" fmla="*/ 573275 h 1045272"/>
                <a:gd name="csX1465" fmla="*/ 915807 w 1692117"/>
                <a:gd name="csY1465" fmla="*/ 577097 h 1045272"/>
                <a:gd name="csX1466" fmla="*/ 914852 w 1692117"/>
                <a:gd name="csY1466" fmla="*/ 579486 h 1045272"/>
                <a:gd name="csX1467" fmla="*/ 912941 w 1692117"/>
                <a:gd name="csY1467" fmla="*/ 579964 h 1045272"/>
                <a:gd name="csX1468" fmla="*/ 914852 w 1692117"/>
                <a:gd name="csY1468" fmla="*/ 580919 h 1045272"/>
                <a:gd name="csX1469" fmla="*/ 916285 w 1692117"/>
                <a:gd name="csY1469" fmla="*/ 581875 h 1045272"/>
                <a:gd name="csX1470" fmla="*/ 917241 w 1692117"/>
                <a:gd name="csY1470" fmla="*/ 583308 h 1045272"/>
                <a:gd name="csX1471" fmla="*/ 917718 w 1692117"/>
                <a:gd name="csY1471" fmla="*/ 586174 h 1045272"/>
                <a:gd name="csX1472" fmla="*/ 918674 w 1692117"/>
                <a:gd name="csY1472" fmla="*/ 587129 h 1045272"/>
                <a:gd name="csX1473" fmla="*/ 919629 w 1692117"/>
                <a:gd name="csY1473" fmla="*/ 587129 h 1045272"/>
                <a:gd name="csX1474" fmla="*/ 920585 w 1692117"/>
                <a:gd name="csY1474" fmla="*/ 587129 h 1045272"/>
                <a:gd name="csX1475" fmla="*/ 921062 w 1692117"/>
                <a:gd name="csY1475" fmla="*/ 588085 h 1045272"/>
                <a:gd name="csX1476" fmla="*/ 923451 w 1692117"/>
                <a:gd name="csY1476" fmla="*/ 591429 h 1045272"/>
                <a:gd name="csX1477" fmla="*/ 926318 w 1692117"/>
                <a:gd name="csY1477" fmla="*/ 592385 h 1045272"/>
                <a:gd name="csX1478" fmla="*/ 926318 w 1692117"/>
                <a:gd name="csY1478" fmla="*/ 594773 h 1045272"/>
                <a:gd name="csX1479" fmla="*/ 925362 w 1692117"/>
                <a:gd name="csY1479" fmla="*/ 605761 h 1045272"/>
                <a:gd name="csX1480" fmla="*/ 925362 w 1692117"/>
                <a:gd name="csY1480" fmla="*/ 607194 h 1045272"/>
                <a:gd name="csX1481" fmla="*/ 926318 w 1692117"/>
                <a:gd name="csY1481" fmla="*/ 604328 h 1045272"/>
                <a:gd name="csX1482" fmla="*/ 927751 w 1692117"/>
                <a:gd name="csY1482" fmla="*/ 595729 h 1045272"/>
                <a:gd name="csX1483" fmla="*/ 929184 w 1692117"/>
                <a:gd name="csY1483" fmla="*/ 591907 h 1045272"/>
                <a:gd name="csX1484" fmla="*/ 930617 w 1692117"/>
                <a:gd name="csY1484" fmla="*/ 590951 h 1045272"/>
                <a:gd name="csX1485" fmla="*/ 936350 w 1692117"/>
                <a:gd name="csY1485" fmla="*/ 590474 h 1045272"/>
                <a:gd name="csX1486" fmla="*/ 942083 w 1692117"/>
                <a:gd name="csY1486" fmla="*/ 591429 h 1045272"/>
                <a:gd name="csX1487" fmla="*/ 944471 w 1692117"/>
                <a:gd name="csY1487" fmla="*/ 591907 h 1045272"/>
                <a:gd name="csX1488" fmla="*/ 946382 w 1692117"/>
                <a:gd name="csY1488" fmla="*/ 590951 h 1045272"/>
                <a:gd name="csX1489" fmla="*/ 948293 w 1692117"/>
                <a:gd name="csY1489" fmla="*/ 592385 h 1045272"/>
                <a:gd name="csX1490" fmla="*/ 948771 w 1692117"/>
                <a:gd name="csY1490" fmla="*/ 593340 h 1045272"/>
                <a:gd name="csX1491" fmla="*/ 949248 w 1692117"/>
                <a:gd name="csY1491" fmla="*/ 597640 h 1045272"/>
                <a:gd name="csX1492" fmla="*/ 949726 w 1692117"/>
                <a:gd name="csY1492" fmla="*/ 600506 h 1045272"/>
                <a:gd name="csX1493" fmla="*/ 953070 w 1692117"/>
                <a:gd name="csY1493" fmla="*/ 609583 h 1045272"/>
                <a:gd name="csX1494" fmla="*/ 954981 w 1692117"/>
                <a:gd name="csY1494" fmla="*/ 614838 h 1045272"/>
                <a:gd name="csX1495" fmla="*/ 956892 w 1692117"/>
                <a:gd name="csY1495" fmla="*/ 622482 h 1045272"/>
                <a:gd name="csX1496" fmla="*/ 957848 w 1692117"/>
                <a:gd name="csY1496" fmla="*/ 624870 h 1045272"/>
                <a:gd name="csX1497" fmla="*/ 961669 w 1692117"/>
                <a:gd name="csY1497" fmla="*/ 635380 h 1045272"/>
                <a:gd name="csX1498" fmla="*/ 962625 w 1692117"/>
                <a:gd name="csY1498" fmla="*/ 638247 h 1045272"/>
                <a:gd name="csX1499" fmla="*/ 963103 w 1692117"/>
                <a:gd name="csY1499" fmla="*/ 640635 h 1045272"/>
                <a:gd name="csX1500" fmla="*/ 962625 w 1692117"/>
                <a:gd name="csY1500" fmla="*/ 642068 h 1045272"/>
                <a:gd name="csX1501" fmla="*/ 962147 w 1692117"/>
                <a:gd name="csY1501" fmla="*/ 644457 h 1045272"/>
                <a:gd name="csX1502" fmla="*/ 960714 w 1692117"/>
                <a:gd name="csY1502" fmla="*/ 647323 h 1045272"/>
                <a:gd name="csX1503" fmla="*/ 959281 w 1692117"/>
                <a:gd name="csY1503" fmla="*/ 649712 h 1045272"/>
                <a:gd name="csX1504" fmla="*/ 958325 w 1692117"/>
                <a:gd name="csY1504" fmla="*/ 651623 h 1045272"/>
                <a:gd name="csX1505" fmla="*/ 956892 w 1692117"/>
                <a:gd name="csY1505" fmla="*/ 652578 h 1045272"/>
                <a:gd name="csX1506" fmla="*/ 955459 w 1692117"/>
                <a:gd name="csY1506" fmla="*/ 653534 h 1045272"/>
                <a:gd name="csX1507" fmla="*/ 955459 w 1692117"/>
                <a:gd name="csY1507" fmla="*/ 653534 h 1045272"/>
                <a:gd name="csX1508" fmla="*/ 957370 w 1692117"/>
                <a:gd name="csY1508" fmla="*/ 653534 h 1045272"/>
                <a:gd name="csX1509" fmla="*/ 958803 w 1692117"/>
                <a:gd name="csY1509" fmla="*/ 652578 h 1045272"/>
                <a:gd name="csX1510" fmla="*/ 961192 w 1692117"/>
                <a:gd name="csY1510" fmla="*/ 650668 h 1045272"/>
                <a:gd name="csX1511" fmla="*/ 962625 w 1692117"/>
                <a:gd name="csY1511" fmla="*/ 649712 h 1045272"/>
                <a:gd name="csX1512" fmla="*/ 965491 w 1692117"/>
                <a:gd name="csY1512" fmla="*/ 649712 h 1045272"/>
                <a:gd name="csX1513" fmla="*/ 965491 w 1692117"/>
                <a:gd name="csY1513" fmla="*/ 650190 h 1045272"/>
                <a:gd name="csX1514" fmla="*/ 964058 w 1692117"/>
                <a:gd name="csY1514" fmla="*/ 652101 h 1045272"/>
                <a:gd name="csX1515" fmla="*/ 964536 w 1692117"/>
                <a:gd name="csY1515" fmla="*/ 652101 h 1045272"/>
                <a:gd name="csX1516" fmla="*/ 966447 w 1692117"/>
                <a:gd name="csY1516" fmla="*/ 650668 h 1045272"/>
                <a:gd name="csX1517" fmla="*/ 971224 w 1692117"/>
                <a:gd name="csY1517" fmla="*/ 649234 h 1045272"/>
                <a:gd name="csX1518" fmla="*/ 989378 w 1692117"/>
                <a:gd name="csY1518" fmla="*/ 643024 h 1045272"/>
                <a:gd name="csX1519" fmla="*/ 993200 w 1692117"/>
                <a:gd name="csY1519" fmla="*/ 642546 h 1045272"/>
                <a:gd name="csX1520" fmla="*/ 999410 w 1692117"/>
                <a:gd name="csY1520" fmla="*/ 643502 h 1045272"/>
                <a:gd name="csX1521" fmla="*/ 1004187 w 1692117"/>
                <a:gd name="csY1521" fmla="*/ 646368 h 1045272"/>
                <a:gd name="csX1522" fmla="*/ 1009442 w 1692117"/>
                <a:gd name="csY1522" fmla="*/ 649234 h 1045272"/>
                <a:gd name="csX1523" fmla="*/ 1015175 w 1692117"/>
                <a:gd name="csY1523" fmla="*/ 651623 h 1045272"/>
                <a:gd name="csX1524" fmla="*/ 1024252 w 1692117"/>
                <a:gd name="csY1524" fmla="*/ 654012 h 1045272"/>
                <a:gd name="csX1525" fmla="*/ 1026641 w 1692117"/>
                <a:gd name="csY1525" fmla="*/ 654967 h 1045272"/>
                <a:gd name="csX1526" fmla="*/ 1031896 w 1692117"/>
                <a:gd name="csY1526" fmla="*/ 655923 h 1045272"/>
                <a:gd name="csX1527" fmla="*/ 1034284 w 1692117"/>
                <a:gd name="csY1527" fmla="*/ 657356 h 1045272"/>
                <a:gd name="csX1528" fmla="*/ 1037151 w 1692117"/>
                <a:gd name="csY1528" fmla="*/ 660222 h 1045272"/>
                <a:gd name="csX1529" fmla="*/ 1041928 w 1692117"/>
                <a:gd name="csY1529" fmla="*/ 664044 h 1045272"/>
                <a:gd name="csX1530" fmla="*/ 1045272 w 1692117"/>
                <a:gd name="csY1530" fmla="*/ 666433 h 1045272"/>
                <a:gd name="csX1531" fmla="*/ 1049572 w 1692117"/>
                <a:gd name="csY1531" fmla="*/ 668821 h 1045272"/>
                <a:gd name="csX1532" fmla="*/ 1053393 w 1692117"/>
                <a:gd name="csY1532" fmla="*/ 672643 h 1045272"/>
                <a:gd name="csX1533" fmla="*/ 1059604 w 1692117"/>
                <a:gd name="csY1533" fmla="*/ 682198 h 1045272"/>
                <a:gd name="csX1534" fmla="*/ 1061037 w 1692117"/>
                <a:gd name="csY1534" fmla="*/ 683153 h 1045272"/>
                <a:gd name="csX1535" fmla="*/ 1064859 w 1692117"/>
                <a:gd name="csY1535" fmla="*/ 685064 h 1045272"/>
                <a:gd name="csX1536" fmla="*/ 1072025 w 1692117"/>
                <a:gd name="csY1536" fmla="*/ 686975 h 1045272"/>
                <a:gd name="csX1537" fmla="*/ 1083013 w 1692117"/>
                <a:gd name="csY1537" fmla="*/ 691275 h 1045272"/>
                <a:gd name="csX1538" fmla="*/ 1087790 w 1692117"/>
                <a:gd name="csY1538" fmla="*/ 693185 h 1045272"/>
                <a:gd name="csX1539" fmla="*/ 1090656 w 1692117"/>
                <a:gd name="csY1539" fmla="*/ 693663 h 1045272"/>
                <a:gd name="csX1540" fmla="*/ 1094000 w 1692117"/>
                <a:gd name="csY1540" fmla="*/ 695096 h 1045272"/>
                <a:gd name="csX1541" fmla="*/ 1096867 w 1692117"/>
                <a:gd name="csY1541" fmla="*/ 697007 h 1045272"/>
                <a:gd name="csX1542" fmla="*/ 1099256 w 1692117"/>
                <a:gd name="csY1542" fmla="*/ 698918 h 1045272"/>
                <a:gd name="csX1543" fmla="*/ 1100689 w 1692117"/>
                <a:gd name="csY1543" fmla="*/ 700829 h 1045272"/>
                <a:gd name="csX1544" fmla="*/ 1102122 w 1692117"/>
                <a:gd name="csY1544" fmla="*/ 702262 h 1045272"/>
                <a:gd name="csX1545" fmla="*/ 1104511 w 1692117"/>
                <a:gd name="csY1545" fmla="*/ 703696 h 1045272"/>
                <a:gd name="csX1546" fmla="*/ 1105944 w 1692117"/>
                <a:gd name="csY1546" fmla="*/ 705129 h 1045272"/>
                <a:gd name="csX1547" fmla="*/ 1105944 w 1692117"/>
                <a:gd name="csY1547" fmla="*/ 706562 h 1045272"/>
                <a:gd name="csX1548" fmla="*/ 1103077 w 1692117"/>
                <a:gd name="csY1548" fmla="*/ 713250 h 1045272"/>
                <a:gd name="csX1549" fmla="*/ 1103077 w 1692117"/>
                <a:gd name="csY1549" fmla="*/ 713728 h 1045272"/>
                <a:gd name="csX1550" fmla="*/ 1105944 w 1692117"/>
                <a:gd name="csY1550" fmla="*/ 708950 h 1045272"/>
                <a:gd name="csX1551" fmla="*/ 1107855 w 1692117"/>
                <a:gd name="csY1551" fmla="*/ 707517 h 1045272"/>
                <a:gd name="csX1552" fmla="*/ 1109288 w 1692117"/>
                <a:gd name="csY1552" fmla="*/ 707040 h 1045272"/>
                <a:gd name="csX1553" fmla="*/ 1111676 w 1692117"/>
                <a:gd name="csY1553" fmla="*/ 707040 h 1045272"/>
                <a:gd name="csX1554" fmla="*/ 1115976 w 1692117"/>
                <a:gd name="csY1554" fmla="*/ 707995 h 1045272"/>
                <a:gd name="csX1555" fmla="*/ 1119798 w 1692117"/>
                <a:gd name="csY1555" fmla="*/ 707995 h 1045272"/>
                <a:gd name="csX1556" fmla="*/ 1123142 w 1692117"/>
                <a:gd name="csY1556" fmla="*/ 707040 h 1045272"/>
                <a:gd name="csX1557" fmla="*/ 1126008 w 1692117"/>
                <a:gd name="csY1557" fmla="*/ 706562 h 1045272"/>
                <a:gd name="csX1558" fmla="*/ 1127919 w 1692117"/>
                <a:gd name="csY1558" fmla="*/ 707040 h 1045272"/>
                <a:gd name="csX1559" fmla="*/ 1129830 w 1692117"/>
                <a:gd name="csY1559" fmla="*/ 706562 h 1045272"/>
                <a:gd name="csX1560" fmla="*/ 1130786 w 1692117"/>
                <a:gd name="csY1560" fmla="*/ 706084 h 1045272"/>
                <a:gd name="csX1561" fmla="*/ 1131741 w 1692117"/>
                <a:gd name="csY1561" fmla="*/ 706084 h 1045272"/>
                <a:gd name="csX1562" fmla="*/ 1136996 w 1692117"/>
                <a:gd name="csY1562" fmla="*/ 707517 h 1045272"/>
                <a:gd name="csX1563" fmla="*/ 1138907 w 1692117"/>
                <a:gd name="csY1563" fmla="*/ 707517 h 1045272"/>
                <a:gd name="csX1564" fmla="*/ 1145595 w 1692117"/>
                <a:gd name="csY1564" fmla="*/ 709428 h 1045272"/>
                <a:gd name="csX1565" fmla="*/ 1150372 w 1692117"/>
                <a:gd name="csY1565" fmla="*/ 708473 h 1045272"/>
                <a:gd name="csX1566" fmla="*/ 1150850 w 1692117"/>
                <a:gd name="csY1566" fmla="*/ 708950 h 1045272"/>
                <a:gd name="csX1567" fmla="*/ 1152761 w 1692117"/>
                <a:gd name="csY1567" fmla="*/ 710862 h 1045272"/>
                <a:gd name="csX1568" fmla="*/ 1154195 w 1692117"/>
                <a:gd name="csY1568" fmla="*/ 711339 h 1045272"/>
                <a:gd name="csX1569" fmla="*/ 1156105 w 1692117"/>
                <a:gd name="csY1569" fmla="*/ 710862 h 1045272"/>
                <a:gd name="csX1570" fmla="*/ 1158494 w 1692117"/>
                <a:gd name="csY1570" fmla="*/ 711339 h 1045272"/>
                <a:gd name="csX1571" fmla="*/ 1162316 w 1692117"/>
                <a:gd name="csY1571" fmla="*/ 713728 h 1045272"/>
                <a:gd name="csX1572" fmla="*/ 1163749 w 1692117"/>
                <a:gd name="csY1572" fmla="*/ 716116 h 1045272"/>
                <a:gd name="csX1573" fmla="*/ 1165182 w 1692117"/>
                <a:gd name="csY1573" fmla="*/ 720416 h 1045272"/>
                <a:gd name="csX1574" fmla="*/ 1165660 w 1692117"/>
                <a:gd name="csY1574" fmla="*/ 721849 h 1045272"/>
                <a:gd name="csX1575" fmla="*/ 1162316 w 1692117"/>
                <a:gd name="csY1575" fmla="*/ 732359 h 1045272"/>
                <a:gd name="csX1576" fmla="*/ 1161360 w 1692117"/>
                <a:gd name="csY1576" fmla="*/ 736181 h 1045272"/>
                <a:gd name="csX1577" fmla="*/ 1161360 w 1692117"/>
                <a:gd name="csY1577" fmla="*/ 739525 h 1045272"/>
                <a:gd name="csX1578" fmla="*/ 1161838 w 1692117"/>
                <a:gd name="csY1578" fmla="*/ 741914 h 1045272"/>
                <a:gd name="csX1579" fmla="*/ 1164704 w 1692117"/>
                <a:gd name="csY1579" fmla="*/ 745258 h 1045272"/>
                <a:gd name="csX1580" fmla="*/ 1165182 w 1692117"/>
                <a:gd name="csY1580" fmla="*/ 745736 h 1045272"/>
                <a:gd name="csX1581" fmla="*/ 1166615 w 1692117"/>
                <a:gd name="csY1581" fmla="*/ 750991 h 1045272"/>
                <a:gd name="csX1582" fmla="*/ 1167093 w 1692117"/>
                <a:gd name="csY1582" fmla="*/ 752902 h 1045272"/>
                <a:gd name="csX1583" fmla="*/ 1167093 w 1692117"/>
                <a:gd name="csY1583" fmla="*/ 755290 h 1045272"/>
                <a:gd name="csX1584" fmla="*/ 1166138 w 1692117"/>
                <a:gd name="csY1584" fmla="*/ 759112 h 1045272"/>
                <a:gd name="csX1585" fmla="*/ 1166138 w 1692117"/>
                <a:gd name="csY1585" fmla="*/ 762456 h 1045272"/>
                <a:gd name="csX1586" fmla="*/ 1167093 w 1692117"/>
                <a:gd name="csY1586" fmla="*/ 766756 h 1045272"/>
                <a:gd name="csX1587" fmla="*/ 1166615 w 1692117"/>
                <a:gd name="csY1587" fmla="*/ 769622 h 1045272"/>
                <a:gd name="csX1588" fmla="*/ 1165660 w 1692117"/>
                <a:gd name="csY1588" fmla="*/ 771533 h 1045272"/>
                <a:gd name="csX1589" fmla="*/ 1164704 w 1692117"/>
                <a:gd name="csY1589" fmla="*/ 772966 h 1045272"/>
                <a:gd name="csX1590" fmla="*/ 1164227 w 1692117"/>
                <a:gd name="csY1590" fmla="*/ 775833 h 1045272"/>
                <a:gd name="csX1591" fmla="*/ 1164227 w 1692117"/>
                <a:gd name="csY1591" fmla="*/ 776788 h 1045272"/>
                <a:gd name="csX1592" fmla="*/ 1164704 w 1692117"/>
                <a:gd name="csY1592" fmla="*/ 779177 h 1045272"/>
                <a:gd name="csX1593" fmla="*/ 1165660 w 1692117"/>
                <a:gd name="csY1593" fmla="*/ 780132 h 1045272"/>
                <a:gd name="csX1594" fmla="*/ 1167571 w 1692117"/>
                <a:gd name="csY1594" fmla="*/ 781565 h 1045272"/>
                <a:gd name="csX1595" fmla="*/ 1169482 w 1692117"/>
                <a:gd name="csY1595" fmla="*/ 783476 h 1045272"/>
                <a:gd name="csX1596" fmla="*/ 1172826 w 1692117"/>
                <a:gd name="csY1596" fmla="*/ 788254 h 1045272"/>
                <a:gd name="csX1597" fmla="*/ 1174737 w 1692117"/>
                <a:gd name="csY1597" fmla="*/ 791120 h 1045272"/>
                <a:gd name="csX1598" fmla="*/ 1177603 w 1692117"/>
                <a:gd name="csY1598" fmla="*/ 794942 h 1045272"/>
                <a:gd name="csX1599" fmla="*/ 1178559 w 1692117"/>
                <a:gd name="csY1599" fmla="*/ 796853 h 1045272"/>
                <a:gd name="csX1600" fmla="*/ 1177603 w 1692117"/>
                <a:gd name="csY1600" fmla="*/ 798286 h 1045272"/>
                <a:gd name="csX1601" fmla="*/ 1176648 w 1692117"/>
                <a:gd name="csY1601" fmla="*/ 798764 h 1045272"/>
                <a:gd name="csX1602" fmla="*/ 1174259 w 1692117"/>
                <a:gd name="csY1602" fmla="*/ 800197 h 1045272"/>
                <a:gd name="csX1603" fmla="*/ 1173304 w 1692117"/>
                <a:gd name="csY1603" fmla="*/ 801152 h 1045272"/>
                <a:gd name="csX1604" fmla="*/ 1173781 w 1692117"/>
                <a:gd name="csY1604" fmla="*/ 801152 h 1045272"/>
                <a:gd name="csX1605" fmla="*/ 1176648 w 1692117"/>
                <a:gd name="csY1605" fmla="*/ 800675 h 1045272"/>
                <a:gd name="csX1606" fmla="*/ 1178559 w 1692117"/>
                <a:gd name="csY1606" fmla="*/ 800675 h 1045272"/>
                <a:gd name="csX1607" fmla="*/ 1180470 w 1692117"/>
                <a:gd name="csY1607" fmla="*/ 801630 h 1045272"/>
                <a:gd name="csX1608" fmla="*/ 1181903 w 1692117"/>
                <a:gd name="csY1608" fmla="*/ 803541 h 1045272"/>
                <a:gd name="csX1609" fmla="*/ 1183814 w 1692117"/>
                <a:gd name="csY1609" fmla="*/ 804974 h 1045272"/>
                <a:gd name="csX1610" fmla="*/ 1187158 w 1692117"/>
                <a:gd name="csY1610" fmla="*/ 806407 h 1045272"/>
                <a:gd name="csX1611" fmla="*/ 1190502 w 1692117"/>
                <a:gd name="csY1611" fmla="*/ 808318 h 1045272"/>
                <a:gd name="csX1612" fmla="*/ 1195757 w 1692117"/>
                <a:gd name="csY1612" fmla="*/ 813573 h 1045272"/>
                <a:gd name="csX1613" fmla="*/ 1196235 w 1692117"/>
                <a:gd name="csY1613" fmla="*/ 815006 h 1045272"/>
                <a:gd name="csX1614" fmla="*/ 1197668 w 1692117"/>
                <a:gd name="csY1614" fmla="*/ 817395 h 1045272"/>
                <a:gd name="csX1615" fmla="*/ 1199579 w 1692117"/>
                <a:gd name="csY1615" fmla="*/ 821695 h 1045272"/>
                <a:gd name="csX1616" fmla="*/ 1200534 w 1692117"/>
                <a:gd name="csY1616" fmla="*/ 824083 h 1045272"/>
                <a:gd name="csX1617" fmla="*/ 1200534 w 1692117"/>
                <a:gd name="csY1617" fmla="*/ 825517 h 1045272"/>
                <a:gd name="csX1618" fmla="*/ 1199579 w 1692117"/>
                <a:gd name="csY1618" fmla="*/ 826950 h 1045272"/>
                <a:gd name="csX1619" fmla="*/ 1196235 w 1692117"/>
                <a:gd name="csY1619" fmla="*/ 829338 h 1045272"/>
                <a:gd name="csX1620" fmla="*/ 1192413 w 1692117"/>
                <a:gd name="csY1620" fmla="*/ 833160 h 1045272"/>
                <a:gd name="csX1621" fmla="*/ 1193846 w 1692117"/>
                <a:gd name="csY1621" fmla="*/ 833160 h 1045272"/>
                <a:gd name="csX1622" fmla="*/ 1196235 w 1692117"/>
                <a:gd name="csY1622" fmla="*/ 831249 h 1045272"/>
                <a:gd name="csX1623" fmla="*/ 1200056 w 1692117"/>
                <a:gd name="csY1623" fmla="*/ 827905 h 1045272"/>
                <a:gd name="csX1624" fmla="*/ 1202445 w 1692117"/>
                <a:gd name="csY1624" fmla="*/ 827427 h 1045272"/>
                <a:gd name="csX1625" fmla="*/ 1204356 w 1692117"/>
                <a:gd name="csY1625" fmla="*/ 827427 h 1045272"/>
                <a:gd name="csX1626" fmla="*/ 1207700 w 1692117"/>
                <a:gd name="csY1626" fmla="*/ 828861 h 1045272"/>
                <a:gd name="csX1627" fmla="*/ 1210089 w 1692117"/>
                <a:gd name="csY1627" fmla="*/ 829816 h 1045272"/>
                <a:gd name="csX1628" fmla="*/ 1212955 w 1692117"/>
                <a:gd name="csY1628" fmla="*/ 831727 h 1045272"/>
                <a:gd name="csX1629" fmla="*/ 1216299 w 1692117"/>
                <a:gd name="csY1629" fmla="*/ 836504 h 1045272"/>
                <a:gd name="csX1630" fmla="*/ 1220121 w 1692117"/>
                <a:gd name="csY1630" fmla="*/ 840326 h 1045272"/>
                <a:gd name="csX1631" fmla="*/ 1222510 w 1692117"/>
                <a:gd name="csY1631" fmla="*/ 843670 h 1045272"/>
                <a:gd name="csX1632" fmla="*/ 1222032 w 1692117"/>
                <a:gd name="csY1632" fmla="*/ 841759 h 1045272"/>
                <a:gd name="csX1633" fmla="*/ 1220121 w 1692117"/>
                <a:gd name="csY1633" fmla="*/ 839371 h 1045272"/>
                <a:gd name="csX1634" fmla="*/ 1216777 w 1692117"/>
                <a:gd name="csY1634" fmla="*/ 835549 h 1045272"/>
                <a:gd name="csX1635" fmla="*/ 1215344 w 1692117"/>
                <a:gd name="csY1635" fmla="*/ 833638 h 1045272"/>
                <a:gd name="csX1636" fmla="*/ 1214866 w 1692117"/>
                <a:gd name="csY1636" fmla="*/ 832683 h 1045272"/>
                <a:gd name="csX1637" fmla="*/ 1214866 w 1692117"/>
                <a:gd name="csY1637" fmla="*/ 831249 h 1045272"/>
                <a:gd name="csX1638" fmla="*/ 1214866 w 1692117"/>
                <a:gd name="csY1638" fmla="*/ 829338 h 1045272"/>
                <a:gd name="csX1639" fmla="*/ 1215821 w 1692117"/>
                <a:gd name="csY1639" fmla="*/ 826950 h 1045272"/>
                <a:gd name="csX1640" fmla="*/ 1216777 w 1692117"/>
                <a:gd name="csY1640" fmla="*/ 825039 h 1045272"/>
                <a:gd name="csX1641" fmla="*/ 1217732 w 1692117"/>
                <a:gd name="csY1641" fmla="*/ 823606 h 1045272"/>
                <a:gd name="csX1642" fmla="*/ 1218688 w 1692117"/>
                <a:gd name="csY1642" fmla="*/ 822650 h 1045272"/>
                <a:gd name="csX1643" fmla="*/ 1218688 w 1692117"/>
                <a:gd name="csY1643" fmla="*/ 821217 h 1045272"/>
                <a:gd name="csX1644" fmla="*/ 1219643 w 1692117"/>
                <a:gd name="csY1644" fmla="*/ 820262 h 1045272"/>
                <a:gd name="csX1645" fmla="*/ 1222510 w 1692117"/>
                <a:gd name="csY1645" fmla="*/ 818828 h 1045272"/>
                <a:gd name="csX1646" fmla="*/ 1223465 w 1692117"/>
                <a:gd name="csY1646" fmla="*/ 818828 h 1045272"/>
                <a:gd name="csX1647" fmla="*/ 1223943 w 1692117"/>
                <a:gd name="csY1647" fmla="*/ 820739 h 1045272"/>
                <a:gd name="csX1648" fmla="*/ 1224898 w 1692117"/>
                <a:gd name="csY1648" fmla="*/ 821217 h 1045272"/>
                <a:gd name="csX1649" fmla="*/ 1226332 w 1692117"/>
                <a:gd name="csY1649" fmla="*/ 821695 h 1045272"/>
                <a:gd name="csX1650" fmla="*/ 1227765 w 1692117"/>
                <a:gd name="csY1650" fmla="*/ 822172 h 1045272"/>
                <a:gd name="csX1651" fmla="*/ 1228720 w 1692117"/>
                <a:gd name="csY1651" fmla="*/ 823606 h 1045272"/>
                <a:gd name="csX1652" fmla="*/ 1229198 w 1692117"/>
                <a:gd name="csY1652" fmla="*/ 824561 h 1045272"/>
                <a:gd name="csX1653" fmla="*/ 1229676 w 1692117"/>
                <a:gd name="csY1653" fmla="*/ 825517 h 1045272"/>
                <a:gd name="csX1654" fmla="*/ 1230631 w 1692117"/>
                <a:gd name="csY1654" fmla="*/ 829338 h 1045272"/>
                <a:gd name="csX1655" fmla="*/ 1231109 w 1692117"/>
                <a:gd name="csY1655" fmla="*/ 831249 h 1045272"/>
                <a:gd name="csX1656" fmla="*/ 1231586 w 1692117"/>
                <a:gd name="csY1656" fmla="*/ 828861 h 1045272"/>
                <a:gd name="csX1657" fmla="*/ 1232064 w 1692117"/>
                <a:gd name="csY1657" fmla="*/ 825517 h 1045272"/>
                <a:gd name="csX1658" fmla="*/ 1232542 w 1692117"/>
                <a:gd name="csY1658" fmla="*/ 824561 h 1045272"/>
                <a:gd name="csX1659" fmla="*/ 1234453 w 1692117"/>
                <a:gd name="csY1659" fmla="*/ 822172 h 1045272"/>
                <a:gd name="csX1660" fmla="*/ 1234453 w 1692117"/>
                <a:gd name="csY1660" fmla="*/ 821695 h 1045272"/>
                <a:gd name="csX1661" fmla="*/ 1233975 w 1692117"/>
                <a:gd name="csY1661" fmla="*/ 820262 h 1045272"/>
                <a:gd name="csX1662" fmla="*/ 1229676 w 1692117"/>
                <a:gd name="csY1662" fmla="*/ 815484 h 1045272"/>
                <a:gd name="csX1663" fmla="*/ 1229676 w 1692117"/>
                <a:gd name="csY1663" fmla="*/ 814051 h 1045272"/>
                <a:gd name="csX1664" fmla="*/ 1230631 w 1692117"/>
                <a:gd name="csY1664" fmla="*/ 813573 h 1045272"/>
                <a:gd name="csX1665" fmla="*/ 1231586 w 1692117"/>
                <a:gd name="csY1665" fmla="*/ 812140 h 1045272"/>
                <a:gd name="csX1666" fmla="*/ 1232064 w 1692117"/>
                <a:gd name="csY1666" fmla="*/ 810229 h 1045272"/>
                <a:gd name="csX1667" fmla="*/ 1232542 w 1692117"/>
                <a:gd name="csY1667" fmla="*/ 808796 h 1045272"/>
                <a:gd name="csX1668" fmla="*/ 1235409 w 1692117"/>
                <a:gd name="csY1668" fmla="*/ 806885 h 1045272"/>
                <a:gd name="csX1669" fmla="*/ 1237319 w 1692117"/>
                <a:gd name="csY1669" fmla="*/ 803541 h 1045272"/>
                <a:gd name="csX1670" fmla="*/ 1238275 w 1692117"/>
                <a:gd name="csY1670" fmla="*/ 801152 h 1045272"/>
                <a:gd name="csX1671" fmla="*/ 1239230 w 1692117"/>
                <a:gd name="csY1671" fmla="*/ 800197 h 1045272"/>
                <a:gd name="csX1672" fmla="*/ 1240186 w 1692117"/>
                <a:gd name="csY1672" fmla="*/ 799719 h 1045272"/>
                <a:gd name="csX1673" fmla="*/ 1239230 w 1692117"/>
                <a:gd name="csY1673" fmla="*/ 799241 h 1045272"/>
                <a:gd name="csX1674" fmla="*/ 1238752 w 1692117"/>
                <a:gd name="csY1674" fmla="*/ 798286 h 1045272"/>
                <a:gd name="csX1675" fmla="*/ 1238752 w 1692117"/>
                <a:gd name="csY1675" fmla="*/ 795897 h 1045272"/>
                <a:gd name="csX1676" fmla="*/ 1238275 w 1692117"/>
                <a:gd name="csY1676" fmla="*/ 793031 h 1045272"/>
                <a:gd name="csX1677" fmla="*/ 1237319 w 1692117"/>
                <a:gd name="csY1677" fmla="*/ 791598 h 1045272"/>
                <a:gd name="csX1678" fmla="*/ 1234931 w 1692117"/>
                <a:gd name="csY1678" fmla="*/ 789209 h 1045272"/>
                <a:gd name="csX1679" fmla="*/ 1234453 w 1692117"/>
                <a:gd name="csY1679" fmla="*/ 788254 h 1045272"/>
                <a:gd name="csX1680" fmla="*/ 1233975 w 1692117"/>
                <a:gd name="csY1680" fmla="*/ 784910 h 1045272"/>
                <a:gd name="csX1681" fmla="*/ 1234453 w 1692117"/>
                <a:gd name="csY1681" fmla="*/ 783476 h 1045272"/>
                <a:gd name="csX1682" fmla="*/ 1234931 w 1692117"/>
                <a:gd name="csY1682" fmla="*/ 782043 h 1045272"/>
                <a:gd name="csX1683" fmla="*/ 1234453 w 1692117"/>
                <a:gd name="csY1683" fmla="*/ 781088 h 1045272"/>
                <a:gd name="csX1684" fmla="*/ 1232064 w 1692117"/>
                <a:gd name="csY1684" fmla="*/ 778699 h 1045272"/>
                <a:gd name="csX1685" fmla="*/ 1231586 w 1692117"/>
                <a:gd name="csY1685" fmla="*/ 776310 h 1045272"/>
                <a:gd name="csX1686" fmla="*/ 1230153 w 1692117"/>
                <a:gd name="csY1686" fmla="*/ 771533 h 1045272"/>
                <a:gd name="csX1687" fmla="*/ 1229676 w 1692117"/>
                <a:gd name="csY1687" fmla="*/ 765323 h 1045272"/>
                <a:gd name="csX1688" fmla="*/ 1228720 w 1692117"/>
                <a:gd name="csY1688" fmla="*/ 761023 h 1045272"/>
                <a:gd name="csX1689" fmla="*/ 1227287 w 1692117"/>
                <a:gd name="csY1689" fmla="*/ 757679 h 1045272"/>
                <a:gd name="csX1690" fmla="*/ 1227287 w 1692117"/>
                <a:gd name="csY1690" fmla="*/ 756246 h 1045272"/>
                <a:gd name="csX1691" fmla="*/ 1227765 w 1692117"/>
                <a:gd name="csY1691" fmla="*/ 755290 h 1045272"/>
                <a:gd name="csX1692" fmla="*/ 1228720 w 1692117"/>
                <a:gd name="csY1692" fmla="*/ 752902 h 1045272"/>
                <a:gd name="csX1693" fmla="*/ 1229198 w 1692117"/>
                <a:gd name="csY1693" fmla="*/ 752424 h 1045272"/>
                <a:gd name="csX1694" fmla="*/ 1230631 w 1692117"/>
                <a:gd name="csY1694" fmla="*/ 752424 h 1045272"/>
                <a:gd name="csX1695" fmla="*/ 1230631 w 1692117"/>
                <a:gd name="csY1695" fmla="*/ 752424 h 1045272"/>
                <a:gd name="csX1696" fmla="*/ 1228720 w 1692117"/>
                <a:gd name="csY1696" fmla="*/ 750991 h 1045272"/>
                <a:gd name="csX1697" fmla="*/ 1227765 w 1692117"/>
                <a:gd name="csY1697" fmla="*/ 749558 h 1045272"/>
                <a:gd name="csX1698" fmla="*/ 1227765 w 1692117"/>
                <a:gd name="csY1698" fmla="*/ 748602 h 1045272"/>
                <a:gd name="csX1699" fmla="*/ 1229198 w 1692117"/>
                <a:gd name="csY1699" fmla="*/ 747169 h 1045272"/>
                <a:gd name="csX1700" fmla="*/ 1229198 w 1692117"/>
                <a:gd name="csY1700" fmla="*/ 746691 h 1045272"/>
                <a:gd name="csX1701" fmla="*/ 1227765 w 1692117"/>
                <a:gd name="csY1701" fmla="*/ 745736 h 1045272"/>
                <a:gd name="csX1702" fmla="*/ 1224421 w 1692117"/>
                <a:gd name="csY1702" fmla="*/ 744303 h 1045272"/>
                <a:gd name="csX1703" fmla="*/ 1225854 w 1692117"/>
                <a:gd name="csY1703" fmla="*/ 743825 h 1045272"/>
                <a:gd name="csX1704" fmla="*/ 1226809 w 1692117"/>
                <a:gd name="csY1704" fmla="*/ 742392 h 1045272"/>
                <a:gd name="csX1705" fmla="*/ 1226332 w 1692117"/>
                <a:gd name="csY1705" fmla="*/ 741914 h 1045272"/>
                <a:gd name="csX1706" fmla="*/ 1224898 w 1692117"/>
                <a:gd name="csY1706" fmla="*/ 741436 h 1045272"/>
                <a:gd name="csX1707" fmla="*/ 1223465 w 1692117"/>
                <a:gd name="csY1707" fmla="*/ 740481 h 1045272"/>
                <a:gd name="csX1708" fmla="*/ 1222032 w 1692117"/>
                <a:gd name="csY1708" fmla="*/ 739048 h 1045272"/>
                <a:gd name="csX1709" fmla="*/ 1220599 w 1692117"/>
                <a:gd name="csY1709" fmla="*/ 736659 h 1045272"/>
                <a:gd name="csX1710" fmla="*/ 1220121 w 1692117"/>
                <a:gd name="csY1710" fmla="*/ 735226 h 1045272"/>
                <a:gd name="csX1711" fmla="*/ 1219166 w 1692117"/>
                <a:gd name="csY1711" fmla="*/ 731882 h 1045272"/>
                <a:gd name="csX1712" fmla="*/ 1217255 w 1692117"/>
                <a:gd name="csY1712" fmla="*/ 728537 h 1045272"/>
                <a:gd name="csX1713" fmla="*/ 1216777 w 1692117"/>
                <a:gd name="csY1713" fmla="*/ 727582 h 1045272"/>
                <a:gd name="csX1714" fmla="*/ 1215821 w 1692117"/>
                <a:gd name="csY1714" fmla="*/ 727104 h 1045272"/>
                <a:gd name="csX1715" fmla="*/ 1215344 w 1692117"/>
                <a:gd name="csY1715" fmla="*/ 727104 h 1045272"/>
                <a:gd name="csX1716" fmla="*/ 1215344 w 1692117"/>
                <a:gd name="csY1716" fmla="*/ 726627 h 1045272"/>
                <a:gd name="csX1717" fmla="*/ 1216299 w 1692117"/>
                <a:gd name="csY1717" fmla="*/ 725671 h 1045272"/>
                <a:gd name="csX1718" fmla="*/ 1231109 w 1692117"/>
                <a:gd name="csY1718" fmla="*/ 719938 h 1045272"/>
                <a:gd name="csX1719" fmla="*/ 1232542 w 1692117"/>
                <a:gd name="csY1719" fmla="*/ 718983 h 1045272"/>
                <a:gd name="csX1720" fmla="*/ 1239708 w 1692117"/>
                <a:gd name="csY1720" fmla="*/ 715639 h 1045272"/>
                <a:gd name="csX1721" fmla="*/ 1243052 w 1692117"/>
                <a:gd name="csY1721" fmla="*/ 713728 h 1045272"/>
                <a:gd name="csX1722" fmla="*/ 1246396 w 1692117"/>
                <a:gd name="csY1722" fmla="*/ 711339 h 1045272"/>
                <a:gd name="csX1723" fmla="*/ 1251174 w 1692117"/>
                <a:gd name="csY1723" fmla="*/ 708473 h 1045272"/>
                <a:gd name="csX1724" fmla="*/ 1253562 w 1692117"/>
                <a:gd name="csY1724" fmla="*/ 706562 h 1045272"/>
                <a:gd name="csX1725" fmla="*/ 1254995 w 1692117"/>
                <a:gd name="csY1725" fmla="*/ 705129 h 1045272"/>
                <a:gd name="csX1726" fmla="*/ 1262639 w 1692117"/>
                <a:gd name="csY1726" fmla="*/ 698441 h 1045272"/>
                <a:gd name="csX1727" fmla="*/ 1265505 w 1692117"/>
                <a:gd name="csY1727" fmla="*/ 695096 h 1045272"/>
                <a:gd name="csX1728" fmla="*/ 1267416 w 1692117"/>
                <a:gd name="csY1728" fmla="*/ 691752 h 1045272"/>
                <a:gd name="csX1729" fmla="*/ 1270283 w 1692117"/>
                <a:gd name="csY1729" fmla="*/ 688408 h 1045272"/>
                <a:gd name="csX1730" fmla="*/ 1273627 w 1692117"/>
                <a:gd name="csY1730" fmla="*/ 684109 h 1045272"/>
                <a:gd name="csX1731" fmla="*/ 1276016 w 1692117"/>
                <a:gd name="csY1731" fmla="*/ 680764 h 1045272"/>
                <a:gd name="csX1732" fmla="*/ 1276971 w 1692117"/>
                <a:gd name="csY1732" fmla="*/ 677420 h 1045272"/>
                <a:gd name="csX1733" fmla="*/ 1277926 w 1692117"/>
                <a:gd name="csY1733" fmla="*/ 672165 h 1045272"/>
                <a:gd name="csX1734" fmla="*/ 1278404 w 1692117"/>
                <a:gd name="csY1734" fmla="*/ 667866 h 1045272"/>
                <a:gd name="csX1735" fmla="*/ 1278404 w 1692117"/>
                <a:gd name="csY1735" fmla="*/ 660700 h 1045272"/>
                <a:gd name="csX1736" fmla="*/ 1278404 w 1692117"/>
                <a:gd name="csY1736" fmla="*/ 654489 h 1045272"/>
                <a:gd name="csX1737" fmla="*/ 1277449 w 1692117"/>
                <a:gd name="csY1737" fmla="*/ 644935 h 1045272"/>
                <a:gd name="csX1738" fmla="*/ 1276971 w 1692117"/>
                <a:gd name="csY1738" fmla="*/ 642068 h 1045272"/>
                <a:gd name="csX1739" fmla="*/ 1276016 w 1692117"/>
                <a:gd name="csY1739" fmla="*/ 638247 h 1045272"/>
                <a:gd name="csX1740" fmla="*/ 1273149 w 1692117"/>
                <a:gd name="csY1740" fmla="*/ 631081 h 1045272"/>
                <a:gd name="csX1741" fmla="*/ 1272671 w 1692117"/>
                <a:gd name="csY1741" fmla="*/ 629170 h 1045272"/>
                <a:gd name="csX1742" fmla="*/ 1271238 w 1692117"/>
                <a:gd name="csY1742" fmla="*/ 625348 h 1045272"/>
                <a:gd name="csX1743" fmla="*/ 1265983 w 1692117"/>
                <a:gd name="csY1743" fmla="*/ 616749 h 1045272"/>
                <a:gd name="csX1744" fmla="*/ 1259295 w 1692117"/>
                <a:gd name="csY1744" fmla="*/ 610538 h 1045272"/>
                <a:gd name="csX1745" fmla="*/ 1257862 w 1692117"/>
                <a:gd name="csY1745" fmla="*/ 609105 h 1045272"/>
                <a:gd name="csX1746" fmla="*/ 1255473 w 1692117"/>
                <a:gd name="csY1746" fmla="*/ 607194 h 1045272"/>
                <a:gd name="csX1747" fmla="*/ 1251651 w 1692117"/>
                <a:gd name="csY1747" fmla="*/ 605283 h 1045272"/>
                <a:gd name="csX1748" fmla="*/ 1248785 w 1692117"/>
                <a:gd name="csY1748" fmla="*/ 603372 h 1045272"/>
                <a:gd name="csX1749" fmla="*/ 1242097 w 1692117"/>
                <a:gd name="csY1749" fmla="*/ 597162 h 1045272"/>
                <a:gd name="csX1750" fmla="*/ 1240186 w 1692117"/>
                <a:gd name="csY1750" fmla="*/ 596684 h 1045272"/>
                <a:gd name="csX1751" fmla="*/ 1239230 w 1692117"/>
                <a:gd name="csY1751" fmla="*/ 594773 h 1045272"/>
                <a:gd name="csX1752" fmla="*/ 1238752 w 1692117"/>
                <a:gd name="csY1752" fmla="*/ 593818 h 1045272"/>
                <a:gd name="csX1753" fmla="*/ 1239230 w 1692117"/>
                <a:gd name="csY1753" fmla="*/ 590474 h 1045272"/>
                <a:gd name="csX1754" fmla="*/ 1239708 w 1692117"/>
                <a:gd name="csY1754" fmla="*/ 588563 h 1045272"/>
                <a:gd name="csX1755" fmla="*/ 1240186 w 1692117"/>
                <a:gd name="csY1755" fmla="*/ 587129 h 1045272"/>
                <a:gd name="csX1756" fmla="*/ 1240663 w 1692117"/>
                <a:gd name="csY1756" fmla="*/ 586174 h 1045272"/>
                <a:gd name="csX1757" fmla="*/ 1244485 w 1692117"/>
                <a:gd name="csY1757" fmla="*/ 581397 h 1045272"/>
                <a:gd name="csX1758" fmla="*/ 1246396 w 1692117"/>
                <a:gd name="csY1758" fmla="*/ 577575 h 1045272"/>
                <a:gd name="csX1759" fmla="*/ 1247829 w 1692117"/>
                <a:gd name="csY1759" fmla="*/ 575664 h 1045272"/>
                <a:gd name="csX1760" fmla="*/ 1249263 w 1692117"/>
                <a:gd name="csY1760" fmla="*/ 573753 h 1045272"/>
                <a:gd name="csX1761" fmla="*/ 1252129 w 1692117"/>
                <a:gd name="csY1761" fmla="*/ 571842 h 1045272"/>
                <a:gd name="csX1762" fmla="*/ 1254040 w 1692117"/>
                <a:gd name="csY1762" fmla="*/ 568976 h 1045272"/>
                <a:gd name="csX1763" fmla="*/ 1253562 w 1692117"/>
                <a:gd name="csY1763" fmla="*/ 568020 h 1045272"/>
                <a:gd name="csX1764" fmla="*/ 1252129 w 1692117"/>
                <a:gd name="csY1764" fmla="*/ 566587 h 1045272"/>
                <a:gd name="csX1765" fmla="*/ 1252129 w 1692117"/>
                <a:gd name="csY1765" fmla="*/ 565632 h 1045272"/>
                <a:gd name="csX1766" fmla="*/ 1254040 w 1692117"/>
                <a:gd name="csY1766" fmla="*/ 562765 h 1045272"/>
                <a:gd name="csX1767" fmla="*/ 1254518 w 1692117"/>
                <a:gd name="csY1767" fmla="*/ 561810 h 1045272"/>
                <a:gd name="csX1768" fmla="*/ 1254040 w 1692117"/>
                <a:gd name="csY1768" fmla="*/ 558943 h 1045272"/>
                <a:gd name="csX1769" fmla="*/ 1254518 w 1692117"/>
                <a:gd name="csY1769" fmla="*/ 558466 h 1045272"/>
                <a:gd name="csX1770" fmla="*/ 1257384 w 1692117"/>
                <a:gd name="csY1770" fmla="*/ 558466 h 1045272"/>
                <a:gd name="csX1771" fmla="*/ 1261206 w 1692117"/>
                <a:gd name="csY1771" fmla="*/ 562288 h 1045272"/>
                <a:gd name="csX1772" fmla="*/ 1262161 w 1692117"/>
                <a:gd name="csY1772" fmla="*/ 561810 h 1045272"/>
                <a:gd name="csX1773" fmla="*/ 1260728 w 1692117"/>
                <a:gd name="csY1773" fmla="*/ 560854 h 1045272"/>
                <a:gd name="csX1774" fmla="*/ 1259295 w 1692117"/>
                <a:gd name="csY1774" fmla="*/ 557988 h 1045272"/>
                <a:gd name="csX1775" fmla="*/ 1259773 w 1692117"/>
                <a:gd name="csY1775" fmla="*/ 557033 h 1045272"/>
                <a:gd name="csX1776" fmla="*/ 1262639 w 1692117"/>
                <a:gd name="csY1776" fmla="*/ 554166 h 1045272"/>
                <a:gd name="csX1777" fmla="*/ 1262639 w 1692117"/>
                <a:gd name="csY1777" fmla="*/ 552733 h 1045272"/>
                <a:gd name="csX1778" fmla="*/ 1261684 w 1692117"/>
                <a:gd name="csY1778" fmla="*/ 550822 h 1045272"/>
                <a:gd name="csX1779" fmla="*/ 1261684 w 1692117"/>
                <a:gd name="csY1779" fmla="*/ 549389 h 1045272"/>
                <a:gd name="csX1780" fmla="*/ 1263117 w 1692117"/>
                <a:gd name="csY1780" fmla="*/ 546045 h 1045272"/>
                <a:gd name="csX1781" fmla="*/ 1262639 w 1692117"/>
                <a:gd name="csY1781" fmla="*/ 545089 h 1045272"/>
                <a:gd name="csX1782" fmla="*/ 1258339 w 1692117"/>
                <a:gd name="csY1782" fmla="*/ 544612 h 1045272"/>
                <a:gd name="csX1783" fmla="*/ 1257384 w 1692117"/>
                <a:gd name="csY1783" fmla="*/ 543656 h 1045272"/>
                <a:gd name="csX1784" fmla="*/ 1257862 w 1692117"/>
                <a:gd name="csY1784" fmla="*/ 543178 h 1045272"/>
                <a:gd name="csX1785" fmla="*/ 1259773 w 1692117"/>
                <a:gd name="csY1785" fmla="*/ 541745 h 1045272"/>
                <a:gd name="csX1786" fmla="*/ 1259773 w 1692117"/>
                <a:gd name="csY1786" fmla="*/ 541268 h 1045272"/>
                <a:gd name="csX1787" fmla="*/ 1255951 w 1692117"/>
                <a:gd name="csY1787" fmla="*/ 533624 h 1045272"/>
                <a:gd name="csX1788" fmla="*/ 1255473 w 1692117"/>
                <a:gd name="csY1788" fmla="*/ 531235 h 1045272"/>
                <a:gd name="csX1789" fmla="*/ 1256906 w 1692117"/>
                <a:gd name="csY1789" fmla="*/ 528369 h 1045272"/>
                <a:gd name="csX1790" fmla="*/ 1258817 w 1692117"/>
                <a:gd name="csY1790" fmla="*/ 526936 h 1045272"/>
                <a:gd name="csX1791" fmla="*/ 1258817 w 1692117"/>
                <a:gd name="csY1791" fmla="*/ 525980 h 1045272"/>
                <a:gd name="csX1792" fmla="*/ 1256428 w 1692117"/>
                <a:gd name="csY1792" fmla="*/ 525980 h 1045272"/>
                <a:gd name="csX1793" fmla="*/ 1254995 w 1692117"/>
                <a:gd name="csY1793" fmla="*/ 525502 h 1045272"/>
                <a:gd name="csX1794" fmla="*/ 1253084 w 1692117"/>
                <a:gd name="csY1794" fmla="*/ 523114 h 1045272"/>
                <a:gd name="csX1795" fmla="*/ 1254040 w 1692117"/>
                <a:gd name="csY1795" fmla="*/ 521681 h 1045272"/>
                <a:gd name="csX1796" fmla="*/ 1254518 w 1692117"/>
                <a:gd name="csY1796" fmla="*/ 521203 h 1045272"/>
                <a:gd name="csX1797" fmla="*/ 1255951 w 1692117"/>
                <a:gd name="csY1797" fmla="*/ 517859 h 1045272"/>
                <a:gd name="csX1798" fmla="*/ 1257384 w 1692117"/>
                <a:gd name="csY1798" fmla="*/ 516903 h 1045272"/>
                <a:gd name="csX1799" fmla="*/ 1256906 w 1692117"/>
                <a:gd name="csY1799" fmla="*/ 516426 h 1045272"/>
                <a:gd name="csX1800" fmla="*/ 1251651 w 1692117"/>
                <a:gd name="csY1800" fmla="*/ 517859 h 1045272"/>
                <a:gd name="csX1801" fmla="*/ 1249263 w 1692117"/>
                <a:gd name="csY1801" fmla="*/ 516903 h 1045272"/>
                <a:gd name="csX1802" fmla="*/ 1246874 w 1692117"/>
                <a:gd name="csY1802" fmla="*/ 516903 h 1045272"/>
                <a:gd name="csX1803" fmla="*/ 1245441 w 1692117"/>
                <a:gd name="csY1803" fmla="*/ 516426 h 1045272"/>
                <a:gd name="csX1804" fmla="*/ 1245918 w 1692117"/>
                <a:gd name="csY1804" fmla="*/ 515470 h 1045272"/>
                <a:gd name="csX1805" fmla="*/ 1250218 w 1692117"/>
                <a:gd name="csY1805" fmla="*/ 509737 h 1045272"/>
                <a:gd name="csX1806" fmla="*/ 1252607 w 1692117"/>
                <a:gd name="csY1806" fmla="*/ 506871 h 1045272"/>
                <a:gd name="csX1807" fmla="*/ 1254040 w 1692117"/>
                <a:gd name="csY1807" fmla="*/ 504005 h 1045272"/>
                <a:gd name="csX1808" fmla="*/ 1254518 w 1692117"/>
                <a:gd name="csY1808" fmla="*/ 502094 h 1045272"/>
                <a:gd name="csX1809" fmla="*/ 1254518 w 1692117"/>
                <a:gd name="csY1809" fmla="*/ 501138 h 1045272"/>
                <a:gd name="csX1810" fmla="*/ 1254040 w 1692117"/>
                <a:gd name="csY1810" fmla="*/ 494928 h 1045272"/>
                <a:gd name="csX1811" fmla="*/ 1254518 w 1692117"/>
                <a:gd name="csY1811" fmla="*/ 493495 h 1045272"/>
                <a:gd name="csX1812" fmla="*/ 1255951 w 1692117"/>
                <a:gd name="csY1812" fmla="*/ 492061 h 1045272"/>
                <a:gd name="csX1813" fmla="*/ 1258817 w 1692117"/>
                <a:gd name="csY1813" fmla="*/ 488717 h 1045272"/>
                <a:gd name="csX1814" fmla="*/ 1254995 w 1692117"/>
                <a:gd name="csY1814" fmla="*/ 486329 h 1045272"/>
                <a:gd name="csX1815" fmla="*/ 1253084 w 1692117"/>
                <a:gd name="csY1815" fmla="*/ 483462 h 1045272"/>
                <a:gd name="csX1816" fmla="*/ 1251174 w 1692117"/>
                <a:gd name="csY1816" fmla="*/ 482507 h 1045272"/>
                <a:gd name="csX1817" fmla="*/ 1250218 w 1692117"/>
                <a:gd name="csY1817" fmla="*/ 481074 h 1045272"/>
                <a:gd name="csX1818" fmla="*/ 1248785 w 1692117"/>
                <a:gd name="csY1818" fmla="*/ 478207 h 1045272"/>
                <a:gd name="csX1819" fmla="*/ 1247829 w 1692117"/>
                <a:gd name="csY1819" fmla="*/ 474863 h 1045272"/>
                <a:gd name="csX1820" fmla="*/ 1246396 w 1692117"/>
                <a:gd name="csY1820" fmla="*/ 467697 h 1045272"/>
                <a:gd name="csX1821" fmla="*/ 1246396 w 1692117"/>
                <a:gd name="csY1821" fmla="*/ 463875 h 1045272"/>
                <a:gd name="csX1822" fmla="*/ 1246396 w 1692117"/>
                <a:gd name="csY1822" fmla="*/ 461009 h 1045272"/>
                <a:gd name="csX1823" fmla="*/ 1246874 w 1692117"/>
                <a:gd name="csY1823" fmla="*/ 459576 h 1045272"/>
                <a:gd name="csX1824" fmla="*/ 1247829 w 1692117"/>
                <a:gd name="csY1824" fmla="*/ 458143 h 1045272"/>
                <a:gd name="csX1825" fmla="*/ 1251174 w 1692117"/>
                <a:gd name="csY1825" fmla="*/ 455276 h 1045272"/>
                <a:gd name="csX1826" fmla="*/ 1256906 w 1692117"/>
                <a:gd name="csY1826" fmla="*/ 450977 h 1045272"/>
                <a:gd name="csX1827" fmla="*/ 1261684 w 1692117"/>
                <a:gd name="csY1827" fmla="*/ 449543 h 1045272"/>
                <a:gd name="csX1828" fmla="*/ 1265028 w 1692117"/>
                <a:gd name="csY1828" fmla="*/ 450499 h 1045272"/>
                <a:gd name="csX1829" fmla="*/ 1271238 w 1692117"/>
                <a:gd name="csY1829" fmla="*/ 451454 h 1045272"/>
                <a:gd name="csX1830" fmla="*/ 1276493 w 1692117"/>
                <a:gd name="csY1830" fmla="*/ 453843 h 1045272"/>
                <a:gd name="csX1831" fmla="*/ 1292258 w 1692117"/>
                <a:gd name="csY1831" fmla="*/ 459576 h 1045272"/>
                <a:gd name="csX1832" fmla="*/ 1295125 w 1692117"/>
                <a:gd name="csY1832" fmla="*/ 461964 h 1045272"/>
                <a:gd name="csX1833" fmla="*/ 1292736 w 1692117"/>
                <a:gd name="csY1833" fmla="*/ 464353 h 1045272"/>
                <a:gd name="csX1834" fmla="*/ 1293214 w 1692117"/>
                <a:gd name="csY1834" fmla="*/ 464831 h 1045272"/>
                <a:gd name="csX1835" fmla="*/ 1298946 w 1692117"/>
                <a:gd name="csY1835" fmla="*/ 460531 h 1045272"/>
                <a:gd name="csX1836" fmla="*/ 1300380 w 1692117"/>
                <a:gd name="csY1836" fmla="*/ 460054 h 1045272"/>
                <a:gd name="csX1837" fmla="*/ 1301813 w 1692117"/>
                <a:gd name="csY1837" fmla="*/ 459576 h 1045272"/>
                <a:gd name="csX1838" fmla="*/ 1306590 w 1692117"/>
                <a:gd name="csY1838" fmla="*/ 461487 h 1045272"/>
                <a:gd name="csX1839" fmla="*/ 1308023 w 1692117"/>
                <a:gd name="csY1839" fmla="*/ 461487 h 1045272"/>
                <a:gd name="csX1840" fmla="*/ 1310412 w 1692117"/>
                <a:gd name="csY1840" fmla="*/ 462920 h 1045272"/>
                <a:gd name="csX1841" fmla="*/ 1316145 w 1692117"/>
                <a:gd name="csY1841" fmla="*/ 467219 h 1045272"/>
                <a:gd name="csX1842" fmla="*/ 1316145 w 1692117"/>
                <a:gd name="csY1842" fmla="*/ 467219 h 1045272"/>
                <a:gd name="csX1843" fmla="*/ 1314712 w 1692117"/>
                <a:gd name="csY1843" fmla="*/ 464831 h 1045272"/>
                <a:gd name="csX1844" fmla="*/ 1315667 w 1692117"/>
                <a:gd name="csY1844" fmla="*/ 463398 h 1045272"/>
                <a:gd name="csX1845" fmla="*/ 1319966 w 1692117"/>
                <a:gd name="csY1845" fmla="*/ 461487 h 1045272"/>
                <a:gd name="csX1846" fmla="*/ 1324266 w 1692117"/>
                <a:gd name="csY1846" fmla="*/ 459098 h 1045272"/>
                <a:gd name="csX1847" fmla="*/ 1327610 w 1692117"/>
                <a:gd name="csY1847" fmla="*/ 457187 h 1045272"/>
                <a:gd name="csX1848" fmla="*/ 1330954 w 1692117"/>
                <a:gd name="csY1848" fmla="*/ 454799 h 1045272"/>
                <a:gd name="csX1849" fmla="*/ 1333343 w 1692117"/>
                <a:gd name="csY1849" fmla="*/ 453365 h 1045272"/>
                <a:gd name="csX1850" fmla="*/ 1334298 w 1692117"/>
                <a:gd name="csY1850" fmla="*/ 453365 h 1045272"/>
                <a:gd name="csX1851" fmla="*/ 1335732 w 1692117"/>
                <a:gd name="csY1851" fmla="*/ 454321 h 1045272"/>
                <a:gd name="csX1852" fmla="*/ 1340031 w 1692117"/>
                <a:gd name="csY1852" fmla="*/ 457665 h 1045272"/>
                <a:gd name="csX1853" fmla="*/ 1342420 w 1692117"/>
                <a:gd name="csY1853" fmla="*/ 459098 h 1045272"/>
                <a:gd name="csX1854" fmla="*/ 1344331 w 1692117"/>
                <a:gd name="csY1854" fmla="*/ 461009 h 1045272"/>
                <a:gd name="csX1855" fmla="*/ 1347197 w 1692117"/>
                <a:gd name="csY1855" fmla="*/ 464353 h 1045272"/>
                <a:gd name="csX1856" fmla="*/ 1348630 w 1692117"/>
                <a:gd name="csY1856" fmla="*/ 464831 h 1045272"/>
                <a:gd name="csX1857" fmla="*/ 1350541 w 1692117"/>
                <a:gd name="csY1857" fmla="*/ 466742 h 1045272"/>
                <a:gd name="csX1858" fmla="*/ 1353407 w 1692117"/>
                <a:gd name="csY1858" fmla="*/ 466742 h 1045272"/>
                <a:gd name="csX1859" fmla="*/ 1354363 w 1692117"/>
                <a:gd name="csY1859" fmla="*/ 467219 h 1045272"/>
                <a:gd name="csX1860" fmla="*/ 1354841 w 1692117"/>
                <a:gd name="csY1860" fmla="*/ 467219 h 1045272"/>
                <a:gd name="csX1861" fmla="*/ 1355319 w 1692117"/>
                <a:gd name="csY1861" fmla="*/ 468653 h 1045272"/>
                <a:gd name="csX1862" fmla="*/ 1355796 w 1692117"/>
                <a:gd name="csY1862" fmla="*/ 469608 h 1045272"/>
                <a:gd name="csX1863" fmla="*/ 1355796 w 1692117"/>
                <a:gd name="csY1863" fmla="*/ 470564 h 1045272"/>
                <a:gd name="csX1864" fmla="*/ 1354841 w 1692117"/>
                <a:gd name="csY1864" fmla="*/ 473430 h 1045272"/>
                <a:gd name="csX1865" fmla="*/ 1352930 w 1692117"/>
                <a:gd name="csY1865" fmla="*/ 477729 h 1045272"/>
                <a:gd name="csX1866" fmla="*/ 1353885 w 1692117"/>
                <a:gd name="csY1866" fmla="*/ 478207 h 1045272"/>
                <a:gd name="csX1867" fmla="*/ 1354841 w 1692117"/>
                <a:gd name="csY1867" fmla="*/ 477252 h 1045272"/>
                <a:gd name="csX1868" fmla="*/ 1356752 w 1692117"/>
                <a:gd name="csY1868" fmla="*/ 475341 h 1045272"/>
                <a:gd name="csX1869" fmla="*/ 1358185 w 1692117"/>
                <a:gd name="csY1869" fmla="*/ 474863 h 1045272"/>
                <a:gd name="csX1870" fmla="*/ 1361051 w 1692117"/>
                <a:gd name="csY1870" fmla="*/ 476296 h 1045272"/>
                <a:gd name="csX1871" fmla="*/ 1363440 w 1692117"/>
                <a:gd name="csY1871" fmla="*/ 478207 h 1045272"/>
                <a:gd name="csX1872" fmla="*/ 1364395 w 1692117"/>
                <a:gd name="csY1872" fmla="*/ 479640 h 1045272"/>
                <a:gd name="csX1873" fmla="*/ 1365829 w 1692117"/>
                <a:gd name="csY1873" fmla="*/ 481551 h 1045272"/>
                <a:gd name="csX1874" fmla="*/ 1366306 w 1692117"/>
                <a:gd name="csY1874" fmla="*/ 482507 h 1045272"/>
                <a:gd name="csX1875" fmla="*/ 1367262 w 1692117"/>
                <a:gd name="csY1875" fmla="*/ 483940 h 1045272"/>
                <a:gd name="csX1876" fmla="*/ 1367262 w 1692117"/>
                <a:gd name="csY1876" fmla="*/ 484895 h 1045272"/>
                <a:gd name="csX1877" fmla="*/ 1366306 w 1692117"/>
                <a:gd name="csY1877" fmla="*/ 485851 h 1045272"/>
                <a:gd name="csX1878" fmla="*/ 1363440 w 1692117"/>
                <a:gd name="csY1878" fmla="*/ 487284 h 1045272"/>
                <a:gd name="csX1879" fmla="*/ 1363918 w 1692117"/>
                <a:gd name="csY1879" fmla="*/ 487762 h 1045272"/>
                <a:gd name="csX1880" fmla="*/ 1367739 w 1692117"/>
                <a:gd name="csY1880" fmla="*/ 486806 h 1045272"/>
                <a:gd name="csX1881" fmla="*/ 1368695 w 1692117"/>
                <a:gd name="csY1881" fmla="*/ 485851 h 1045272"/>
                <a:gd name="csX1882" fmla="*/ 1369650 w 1692117"/>
                <a:gd name="csY1882" fmla="*/ 484418 h 1045272"/>
                <a:gd name="csX1883" fmla="*/ 1370606 w 1692117"/>
                <a:gd name="csY1883" fmla="*/ 483940 h 1045272"/>
                <a:gd name="csX1884" fmla="*/ 1375383 w 1692117"/>
                <a:gd name="csY1884" fmla="*/ 486329 h 1045272"/>
                <a:gd name="csX1885" fmla="*/ 1375861 w 1692117"/>
                <a:gd name="csY1885" fmla="*/ 487284 h 1045272"/>
                <a:gd name="csX1886" fmla="*/ 1375861 w 1692117"/>
                <a:gd name="csY1886" fmla="*/ 488240 h 1045272"/>
                <a:gd name="csX1887" fmla="*/ 1374905 w 1692117"/>
                <a:gd name="csY1887" fmla="*/ 489195 h 1045272"/>
                <a:gd name="csX1888" fmla="*/ 1372995 w 1692117"/>
                <a:gd name="csY1888" fmla="*/ 490150 h 1045272"/>
                <a:gd name="csX1889" fmla="*/ 1371084 w 1692117"/>
                <a:gd name="csY1889" fmla="*/ 492061 h 1045272"/>
                <a:gd name="csX1890" fmla="*/ 1371084 w 1692117"/>
                <a:gd name="csY1890" fmla="*/ 493495 h 1045272"/>
                <a:gd name="csX1891" fmla="*/ 1372039 w 1692117"/>
                <a:gd name="csY1891" fmla="*/ 493972 h 1045272"/>
                <a:gd name="csX1892" fmla="*/ 1375383 w 1692117"/>
                <a:gd name="csY1892" fmla="*/ 494450 h 1045272"/>
                <a:gd name="csX1893" fmla="*/ 1375383 w 1692117"/>
                <a:gd name="csY1893" fmla="*/ 494928 h 1045272"/>
                <a:gd name="csX1894" fmla="*/ 1373472 w 1692117"/>
                <a:gd name="csY1894" fmla="*/ 495883 h 1045272"/>
                <a:gd name="csX1895" fmla="*/ 1372995 w 1692117"/>
                <a:gd name="csY1895" fmla="*/ 497316 h 1045272"/>
                <a:gd name="csX1896" fmla="*/ 1376816 w 1692117"/>
                <a:gd name="csY1896" fmla="*/ 501616 h 1045272"/>
                <a:gd name="csX1897" fmla="*/ 1379683 w 1692117"/>
                <a:gd name="csY1897" fmla="*/ 504005 h 1045272"/>
                <a:gd name="csX1898" fmla="*/ 1381116 w 1692117"/>
                <a:gd name="csY1898" fmla="*/ 504482 h 1045272"/>
                <a:gd name="csX1899" fmla="*/ 1384460 w 1692117"/>
                <a:gd name="csY1899" fmla="*/ 504482 h 1045272"/>
                <a:gd name="csX1900" fmla="*/ 1387326 w 1692117"/>
                <a:gd name="csY1900" fmla="*/ 504960 h 1045272"/>
                <a:gd name="csX1901" fmla="*/ 1393537 w 1692117"/>
                <a:gd name="csY1901" fmla="*/ 507827 h 1045272"/>
                <a:gd name="csX1902" fmla="*/ 1396881 w 1692117"/>
                <a:gd name="csY1902" fmla="*/ 508304 h 1045272"/>
                <a:gd name="csX1903" fmla="*/ 1400225 w 1692117"/>
                <a:gd name="csY1903" fmla="*/ 507349 h 1045272"/>
                <a:gd name="csX1904" fmla="*/ 1402136 w 1692117"/>
                <a:gd name="csY1904" fmla="*/ 507349 h 1045272"/>
                <a:gd name="csX1905" fmla="*/ 1404047 w 1692117"/>
                <a:gd name="csY1905" fmla="*/ 508304 h 1045272"/>
                <a:gd name="csX1906" fmla="*/ 1404525 w 1692117"/>
                <a:gd name="csY1906" fmla="*/ 509260 h 1045272"/>
                <a:gd name="csX1907" fmla="*/ 1405002 w 1692117"/>
                <a:gd name="csY1907" fmla="*/ 510693 h 1045272"/>
                <a:gd name="csX1908" fmla="*/ 1405002 w 1692117"/>
                <a:gd name="csY1908" fmla="*/ 512604 h 1045272"/>
                <a:gd name="csX1909" fmla="*/ 1405958 w 1692117"/>
                <a:gd name="csY1909" fmla="*/ 514515 h 1045272"/>
                <a:gd name="csX1910" fmla="*/ 1407869 w 1692117"/>
                <a:gd name="csY1910" fmla="*/ 515470 h 1045272"/>
                <a:gd name="csX1911" fmla="*/ 1409780 w 1692117"/>
                <a:gd name="csY1911" fmla="*/ 514992 h 1045272"/>
                <a:gd name="csX1912" fmla="*/ 1411691 w 1692117"/>
                <a:gd name="csY1912" fmla="*/ 513559 h 1045272"/>
                <a:gd name="csX1913" fmla="*/ 1413602 w 1692117"/>
                <a:gd name="csY1913" fmla="*/ 513081 h 1045272"/>
                <a:gd name="csX1914" fmla="*/ 1414079 w 1692117"/>
                <a:gd name="csY1914" fmla="*/ 511648 h 1045272"/>
                <a:gd name="csX1915" fmla="*/ 1414557 w 1692117"/>
                <a:gd name="csY1915" fmla="*/ 509260 h 1045272"/>
                <a:gd name="csX1916" fmla="*/ 1415035 w 1692117"/>
                <a:gd name="csY1916" fmla="*/ 507827 h 1045272"/>
                <a:gd name="csX1917" fmla="*/ 1416468 w 1692117"/>
                <a:gd name="csY1917" fmla="*/ 507827 h 1045272"/>
                <a:gd name="csX1918" fmla="*/ 1417423 w 1692117"/>
                <a:gd name="csY1918" fmla="*/ 508304 h 1045272"/>
                <a:gd name="csX1919" fmla="*/ 1418379 w 1692117"/>
                <a:gd name="csY1919" fmla="*/ 509737 h 1045272"/>
                <a:gd name="csX1920" fmla="*/ 1419334 w 1692117"/>
                <a:gd name="csY1920" fmla="*/ 512604 h 1045272"/>
                <a:gd name="csX1921" fmla="*/ 1419812 w 1692117"/>
                <a:gd name="csY1921" fmla="*/ 514515 h 1045272"/>
                <a:gd name="csX1922" fmla="*/ 1419812 w 1692117"/>
                <a:gd name="csY1922" fmla="*/ 515470 h 1045272"/>
                <a:gd name="csX1923" fmla="*/ 1418856 w 1692117"/>
                <a:gd name="csY1923" fmla="*/ 516903 h 1045272"/>
                <a:gd name="csX1924" fmla="*/ 1417901 w 1692117"/>
                <a:gd name="csY1924" fmla="*/ 518336 h 1045272"/>
                <a:gd name="csX1925" fmla="*/ 1415990 w 1692117"/>
                <a:gd name="csY1925" fmla="*/ 519292 h 1045272"/>
                <a:gd name="csX1926" fmla="*/ 1415035 w 1692117"/>
                <a:gd name="csY1926" fmla="*/ 521681 h 1045272"/>
                <a:gd name="csX1927" fmla="*/ 1413124 w 1692117"/>
                <a:gd name="csY1927" fmla="*/ 525980 h 1045272"/>
                <a:gd name="csX1928" fmla="*/ 1412646 w 1692117"/>
                <a:gd name="csY1928" fmla="*/ 528847 h 1045272"/>
                <a:gd name="csX1929" fmla="*/ 1412646 w 1692117"/>
                <a:gd name="csY1929" fmla="*/ 530757 h 1045272"/>
                <a:gd name="csX1930" fmla="*/ 1412646 w 1692117"/>
                <a:gd name="csY1930" fmla="*/ 532668 h 1045272"/>
                <a:gd name="csX1931" fmla="*/ 1413124 w 1692117"/>
                <a:gd name="csY1931" fmla="*/ 534579 h 1045272"/>
                <a:gd name="csX1932" fmla="*/ 1413602 w 1692117"/>
                <a:gd name="csY1932" fmla="*/ 536490 h 1045272"/>
                <a:gd name="csX1933" fmla="*/ 1415035 w 1692117"/>
                <a:gd name="csY1933" fmla="*/ 538879 h 1045272"/>
                <a:gd name="csX1934" fmla="*/ 1415035 w 1692117"/>
                <a:gd name="csY1934" fmla="*/ 539357 h 1045272"/>
                <a:gd name="csX1935" fmla="*/ 1415035 w 1692117"/>
                <a:gd name="csY1935" fmla="*/ 541268 h 1045272"/>
                <a:gd name="csX1936" fmla="*/ 1415035 w 1692117"/>
                <a:gd name="csY1936" fmla="*/ 542223 h 1045272"/>
                <a:gd name="csX1937" fmla="*/ 1414079 w 1692117"/>
                <a:gd name="csY1937" fmla="*/ 544134 h 1045272"/>
                <a:gd name="csX1938" fmla="*/ 1411691 w 1692117"/>
                <a:gd name="csY1938" fmla="*/ 545567 h 1045272"/>
                <a:gd name="csX1939" fmla="*/ 1408346 w 1692117"/>
                <a:gd name="csY1939" fmla="*/ 546045 h 1045272"/>
                <a:gd name="csX1940" fmla="*/ 1397837 w 1692117"/>
                <a:gd name="csY1940" fmla="*/ 546045 h 1045272"/>
                <a:gd name="csX1941" fmla="*/ 1394970 w 1692117"/>
                <a:gd name="csY1941" fmla="*/ 546045 h 1045272"/>
                <a:gd name="csX1942" fmla="*/ 1395448 w 1692117"/>
                <a:gd name="csY1942" fmla="*/ 547478 h 1045272"/>
                <a:gd name="csX1943" fmla="*/ 1398314 w 1692117"/>
                <a:gd name="csY1943" fmla="*/ 547956 h 1045272"/>
                <a:gd name="csX1944" fmla="*/ 1401180 w 1692117"/>
                <a:gd name="csY1944" fmla="*/ 547956 h 1045272"/>
                <a:gd name="csX1945" fmla="*/ 1411691 w 1692117"/>
                <a:gd name="csY1945" fmla="*/ 548911 h 1045272"/>
                <a:gd name="csX1946" fmla="*/ 1413124 w 1692117"/>
                <a:gd name="csY1946" fmla="*/ 549867 h 1045272"/>
                <a:gd name="csX1947" fmla="*/ 1414079 w 1692117"/>
                <a:gd name="csY1947" fmla="*/ 551300 h 1045272"/>
                <a:gd name="csX1948" fmla="*/ 1415035 w 1692117"/>
                <a:gd name="csY1948" fmla="*/ 553211 h 1045272"/>
                <a:gd name="csX1949" fmla="*/ 1415990 w 1692117"/>
                <a:gd name="csY1949" fmla="*/ 557033 h 1045272"/>
                <a:gd name="csX1950" fmla="*/ 1415990 w 1692117"/>
                <a:gd name="csY1950" fmla="*/ 558466 h 1045272"/>
                <a:gd name="csX1951" fmla="*/ 1415512 w 1692117"/>
                <a:gd name="csY1951" fmla="*/ 560377 h 1045272"/>
                <a:gd name="csX1952" fmla="*/ 1414557 w 1692117"/>
                <a:gd name="csY1952" fmla="*/ 562288 h 1045272"/>
                <a:gd name="csX1953" fmla="*/ 1414079 w 1692117"/>
                <a:gd name="csY1953" fmla="*/ 565154 h 1045272"/>
                <a:gd name="csX1954" fmla="*/ 1413602 w 1692117"/>
                <a:gd name="csY1954" fmla="*/ 568498 h 1045272"/>
                <a:gd name="csX1955" fmla="*/ 1414079 w 1692117"/>
                <a:gd name="csY1955" fmla="*/ 570409 h 1045272"/>
                <a:gd name="csX1956" fmla="*/ 1419812 w 1692117"/>
                <a:gd name="csY1956" fmla="*/ 570409 h 1045272"/>
                <a:gd name="csX1957" fmla="*/ 1420767 w 1692117"/>
                <a:gd name="csY1957" fmla="*/ 571842 h 1045272"/>
                <a:gd name="csX1958" fmla="*/ 1420767 w 1692117"/>
                <a:gd name="csY1958" fmla="*/ 572798 h 1045272"/>
                <a:gd name="csX1959" fmla="*/ 1418856 w 1692117"/>
                <a:gd name="csY1959" fmla="*/ 576142 h 1045272"/>
                <a:gd name="csX1960" fmla="*/ 1418379 w 1692117"/>
                <a:gd name="csY1960" fmla="*/ 577097 h 1045272"/>
                <a:gd name="csX1961" fmla="*/ 1419334 w 1692117"/>
                <a:gd name="csY1961" fmla="*/ 579486 h 1045272"/>
                <a:gd name="csX1962" fmla="*/ 1419334 w 1692117"/>
                <a:gd name="csY1962" fmla="*/ 579964 h 1045272"/>
                <a:gd name="csX1963" fmla="*/ 1418856 w 1692117"/>
                <a:gd name="csY1963" fmla="*/ 580919 h 1045272"/>
                <a:gd name="csX1964" fmla="*/ 1418379 w 1692117"/>
                <a:gd name="csY1964" fmla="*/ 582352 h 1045272"/>
                <a:gd name="csX1965" fmla="*/ 1417901 w 1692117"/>
                <a:gd name="csY1965" fmla="*/ 585219 h 1045272"/>
                <a:gd name="csX1966" fmla="*/ 1416946 w 1692117"/>
                <a:gd name="csY1966" fmla="*/ 587129 h 1045272"/>
                <a:gd name="csX1967" fmla="*/ 1415512 w 1692117"/>
                <a:gd name="csY1967" fmla="*/ 588563 h 1045272"/>
                <a:gd name="csX1968" fmla="*/ 1414557 w 1692117"/>
                <a:gd name="csY1968" fmla="*/ 589041 h 1045272"/>
                <a:gd name="csX1969" fmla="*/ 1414079 w 1692117"/>
                <a:gd name="csY1969" fmla="*/ 588563 h 1045272"/>
                <a:gd name="csX1970" fmla="*/ 1412646 w 1692117"/>
                <a:gd name="csY1970" fmla="*/ 584741 h 1045272"/>
                <a:gd name="csX1971" fmla="*/ 1412168 w 1692117"/>
                <a:gd name="csY1971" fmla="*/ 584263 h 1045272"/>
                <a:gd name="csX1972" fmla="*/ 1411691 w 1692117"/>
                <a:gd name="csY1972" fmla="*/ 584263 h 1045272"/>
                <a:gd name="csX1973" fmla="*/ 1411213 w 1692117"/>
                <a:gd name="csY1973" fmla="*/ 585219 h 1045272"/>
                <a:gd name="csX1974" fmla="*/ 1411213 w 1692117"/>
                <a:gd name="csY1974" fmla="*/ 585696 h 1045272"/>
                <a:gd name="csX1975" fmla="*/ 1410735 w 1692117"/>
                <a:gd name="csY1975" fmla="*/ 586652 h 1045272"/>
                <a:gd name="csX1976" fmla="*/ 1410257 w 1692117"/>
                <a:gd name="csY1976" fmla="*/ 587607 h 1045272"/>
                <a:gd name="csX1977" fmla="*/ 1408346 w 1692117"/>
                <a:gd name="csY1977" fmla="*/ 589041 h 1045272"/>
                <a:gd name="csX1978" fmla="*/ 1404525 w 1692117"/>
                <a:gd name="csY1978" fmla="*/ 589996 h 1045272"/>
                <a:gd name="csX1979" fmla="*/ 1404525 w 1692117"/>
                <a:gd name="csY1979" fmla="*/ 590951 h 1045272"/>
                <a:gd name="csX1980" fmla="*/ 1406913 w 1692117"/>
                <a:gd name="csY1980" fmla="*/ 591429 h 1045272"/>
                <a:gd name="csX1981" fmla="*/ 1410257 w 1692117"/>
                <a:gd name="csY1981" fmla="*/ 593340 h 1045272"/>
                <a:gd name="csX1982" fmla="*/ 1412168 w 1692117"/>
                <a:gd name="csY1982" fmla="*/ 593340 h 1045272"/>
                <a:gd name="csX1983" fmla="*/ 1414557 w 1692117"/>
                <a:gd name="csY1983" fmla="*/ 591907 h 1045272"/>
                <a:gd name="csX1984" fmla="*/ 1419812 w 1692117"/>
                <a:gd name="csY1984" fmla="*/ 587607 h 1045272"/>
                <a:gd name="csX1985" fmla="*/ 1422201 w 1692117"/>
                <a:gd name="csY1985" fmla="*/ 586652 h 1045272"/>
                <a:gd name="csX1986" fmla="*/ 1424112 w 1692117"/>
                <a:gd name="csY1986" fmla="*/ 586174 h 1045272"/>
                <a:gd name="csX1987" fmla="*/ 1426500 w 1692117"/>
                <a:gd name="csY1987" fmla="*/ 586174 h 1045272"/>
                <a:gd name="csX1988" fmla="*/ 1428889 w 1692117"/>
                <a:gd name="csY1988" fmla="*/ 586652 h 1045272"/>
                <a:gd name="csX1989" fmla="*/ 1433666 w 1692117"/>
                <a:gd name="csY1989" fmla="*/ 585696 h 1045272"/>
                <a:gd name="csX1990" fmla="*/ 1434621 w 1692117"/>
                <a:gd name="csY1990" fmla="*/ 586174 h 1045272"/>
                <a:gd name="csX1991" fmla="*/ 1436533 w 1692117"/>
                <a:gd name="csY1991" fmla="*/ 587129 h 1045272"/>
                <a:gd name="csX1992" fmla="*/ 1437966 w 1692117"/>
                <a:gd name="csY1992" fmla="*/ 588563 h 1045272"/>
                <a:gd name="csX1993" fmla="*/ 1439399 w 1692117"/>
                <a:gd name="csY1993" fmla="*/ 589996 h 1045272"/>
                <a:gd name="csX1994" fmla="*/ 1439877 w 1692117"/>
                <a:gd name="csY1994" fmla="*/ 591429 h 1045272"/>
                <a:gd name="csX1995" fmla="*/ 1440832 w 1692117"/>
                <a:gd name="csY1995" fmla="*/ 596684 h 1045272"/>
                <a:gd name="csX1996" fmla="*/ 1442265 w 1692117"/>
                <a:gd name="csY1996" fmla="*/ 598117 h 1045272"/>
                <a:gd name="csX1997" fmla="*/ 1442743 w 1692117"/>
                <a:gd name="csY1997" fmla="*/ 599073 h 1045272"/>
                <a:gd name="csX1998" fmla="*/ 1442743 w 1692117"/>
                <a:gd name="csY1998" fmla="*/ 600506 h 1045272"/>
                <a:gd name="csX1999" fmla="*/ 1442743 w 1692117"/>
                <a:gd name="csY1999" fmla="*/ 603372 h 1045272"/>
                <a:gd name="csX2000" fmla="*/ 1441310 w 1692117"/>
                <a:gd name="csY2000" fmla="*/ 609583 h 1045272"/>
                <a:gd name="csX2001" fmla="*/ 1440354 w 1692117"/>
                <a:gd name="csY2001" fmla="*/ 611494 h 1045272"/>
                <a:gd name="csX2002" fmla="*/ 1437966 w 1692117"/>
                <a:gd name="csY2002" fmla="*/ 614838 h 1045272"/>
                <a:gd name="csX2003" fmla="*/ 1435577 w 1692117"/>
                <a:gd name="csY2003" fmla="*/ 615793 h 1045272"/>
                <a:gd name="csX2004" fmla="*/ 1431278 w 1692117"/>
                <a:gd name="csY2004" fmla="*/ 617227 h 1045272"/>
                <a:gd name="csX2005" fmla="*/ 1428889 w 1692117"/>
                <a:gd name="csY2005" fmla="*/ 618182 h 1045272"/>
                <a:gd name="csX2006" fmla="*/ 1426978 w 1692117"/>
                <a:gd name="csY2006" fmla="*/ 619615 h 1045272"/>
                <a:gd name="csX2007" fmla="*/ 1426978 w 1692117"/>
                <a:gd name="csY2007" fmla="*/ 620571 h 1045272"/>
                <a:gd name="csX2008" fmla="*/ 1431755 w 1692117"/>
                <a:gd name="csY2008" fmla="*/ 618182 h 1045272"/>
                <a:gd name="csX2009" fmla="*/ 1437488 w 1692117"/>
                <a:gd name="csY2009" fmla="*/ 616749 h 1045272"/>
                <a:gd name="csX2010" fmla="*/ 1439399 w 1692117"/>
                <a:gd name="csY2010" fmla="*/ 615316 h 1045272"/>
                <a:gd name="csX2011" fmla="*/ 1440354 w 1692117"/>
                <a:gd name="csY2011" fmla="*/ 614360 h 1045272"/>
                <a:gd name="csX2012" fmla="*/ 1441787 w 1692117"/>
                <a:gd name="csY2012" fmla="*/ 611016 h 1045272"/>
                <a:gd name="csX2013" fmla="*/ 1444176 w 1692117"/>
                <a:gd name="csY2013" fmla="*/ 603372 h 1045272"/>
                <a:gd name="csX2014" fmla="*/ 1445132 w 1692117"/>
                <a:gd name="csY2014" fmla="*/ 600984 h 1045272"/>
                <a:gd name="csX2015" fmla="*/ 1447043 w 1692117"/>
                <a:gd name="csY2015" fmla="*/ 600506 h 1045272"/>
                <a:gd name="csX2016" fmla="*/ 1447998 w 1692117"/>
                <a:gd name="csY2016" fmla="*/ 601461 h 1045272"/>
                <a:gd name="csX2017" fmla="*/ 1449909 w 1692117"/>
                <a:gd name="csY2017" fmla="*/ 605761 h 1045272"/>
                <a:gd name="csX2018" fmla="*/ 1449909 w 1692117"/>
                <a:gd name="csY2018" fmla="*/ 607194 h 1045272"/>
                <a:gd name="csX2019" fmla="*/ 1449431 w 1692117"/>
                <a:gd name="csY2019" fmla="*/ 608150 h 1045272"/>
                <a:gd name="csX2020" fmla="*/ 1446087 w 1692117"/>
                <a:gd name="csY2020" fmla="*/ 612449 h 1045272"/>
                <a:gd name="csX2021" fmla="*/ 1447043 w 1692117"/>
                <a:gd name="csY2021" fmla="*/ 611971 h 1045272"/>
                <a:gd name="csX2022" fmla="*/ 1450387 w 1692117"/>
                <a:gd name="csY2022" fmla="*/ 608150 h 1045272"/>
                <a:gd name="csX2023" fmla="*/ 1450864 w 1692117"/>
                <a:gd name="csY2023" fmla="*/ 606716 h 1045272"/>
                <a:gd name="csX2024" fmla="*/ 1451342 w 1692117"/>
                <a:gd name="csY2024" fmla="*/ 604806 h 1045272"/>
                <a:gd name="csX2025" fmla="*/ 1452298 w 1692117"/>
                <a:gd name="csY2025" fmla="*/ 603372 h 1045272"/>
                <a:gd name="csX2026" fmla="*/ 1452775 w 1692117"/>
                <a:gd name="csY2026" fmla="*/ 603850 h 1045272"/>
                <a:gd name="csX2027" fmla="*/ 1453731 w 1692117"/>
                <a:gd name="csY2027" fmla="*/ 609105 h 1045272"/>
                <a:gd name="csX2028" fmla="*/ 1453731 w 1692117"/>
                <a:gd name="csY2028" fmla="*/ 612449 h 1045272"/>
                <a:gd name="csX2029" fmla="*/ 1453731 w 1692117"/>
                <a:gd name="csY2029" fmla="*/ 613405 h 1045272"/>
                <a:gd name="csX2030" fmla="*/ 1453253 w 1692117"/>
                <a:gd name="csY2030" fmla="*/ 616749 h 1045272"/>
                <a:gd name="csX2031" fmla="*/ 1453731 w 1692117"/>
                <a:gd name="csY2031" fmla="*/ 617704 h 1045272"/>
                <a:gd name="csX2032" fmla="*/ 1454686 w 1692117"/>
                <a:gd name="csY2032" fmla="*/ 614838 h 1045272"/>
                <a:gd name="csX2033" fmla="*/ 1455164 w 1692117"/>
                <a:gd name="csY2033" fmla="*/ 612449 h 1045272"/>
                <a:gd name="csX2034" fmla="*/ 1455642 w 1692117"/>
                <a:gd name="csY2034" fmla="*/ 611016 h 1045272"/>
                <a:gd name="csX2035" fmla="*/ 1456119 w 1692117"/>
                <a:gd name="csY2035" fmla="*/ 610061 h 1045272"/>
                <a:gd name="csX2036" fmla="*/ 1459463 w 1692117"/>
                <a:gd name="csY2036" fmla="*/ 607194 h 1045272"/>
                <a:gd name="csX2037" fmla="*/ 1464241 w 1692117"/>
                <a:gd name="csY2037" fmla="*/ 604328 h 1045272"/>
                <a:gd name="csX2038" fmla="*/ 1467107 w 1692117"/>
                <a:gd name="csY2038" fmla="*/ 602417 h 1045272"/>
                <a:gd name="csX2039" fmla="*/ 1469496 w 1692117"/>
                <a:gd name="csY2039" fmla="*/ 601461 h 1045272"/>
                <a:gd name="csX2040" fmla="*/ 1472840 w 1692117"/>
                <a:gd name="csY2040" fmla="*/ 600506 h 1045272"/>
                <a:gd name="csX2041" fmla="*/ 1475228 w 1692117"/>
                <a:gd name="csY2041" fmla="*/ 598595 h 1045272"/>
                <a:gd name="csX2042" fmla="*/ 1476184 w 1692117"/>
                <a:gd name="csY2042" fmla="*/ 595251 h 1045272"/>
                <a:gd name="csX2043" fmla="*/ 1477140 w 1692117"/>
                <a:gd name="csY2043" fmla="*/ 593340 h 1045272"/>
                <a:gd name="csX2044" fmla="*/ 1477617 w 1692117"/>
                <a:gd name="csY2044" fmla="*/ 591907 h 1045272"/>
                <a:gd name="csX2045" fmla="*/ 1480006 w 1692117"/>
                <a:gd name="csY2045" fmla="*/ 589996 h 1045272"/>
                <a:gd name="csX2046" fmla="*/ 1480961 w 1692117"/>
                <a:gd name="csY2046" fmla="*/ 589518 h 1045272"/>
                <a:gd name="csX2047" fmla="*/ 1482394 w 1692117"/>
                <a:gd name="csY2047" fmla="*/ 590474 h 1045272"/>
                <a:gd name="csX2048" fmla="*/ 1483828 w 1692117"/>
                <a:gd name="csY2048" fmla="*/ 591907 h 1045272"/>
                <a:gd name="csX2049" fmla="*/ 1485261 w 1692117"/>
                <a:gd name="csY2049" fmla="*/ 594773 h 1045272"/>
                <a:gd name="csX2050" fmla="*/ 1486216 w 1692117"/>
                <a:gd name="csY2050" fmla="*/ 596206 h 1045272"/>
                <a:gd name="csX2051" fmla="*/ 1486694 w 1692117"/>
                <a:gd name="csY2051" fmla="*/ 597640 h 1045272"/>
                <a:gd name="csX2052" fmla="*/ 1486694 w 1692117"/>
                <a:gd name="csY2052" fmla="*/ 602417 h 1045272"/>
                <a:gd name="csX2053" fmla="*/ 1487172 w 1692117"/>
                <a:gd name="csY2053" fmla="*/ 602417 h 1045272"/>
                <a:gd name="csX2054" fmla="*/ 1488605 w 1692117"/>
                <a:gd name="csY2054" fmla="*/ 598595 h 1045272"/>
                <a:gd name="csX2055" fmla="*/ 1488605 w 1692117"/>
                <a:gd name="csY2055" fmla="*/ 597640 h 1045272"/>
                <a:gd name="csX2056" fmla="*/ 1488605 w 1692117"/>
                <a:gd name="csY2056" fmla="*/ 596206 h 1045272"/>
                <a:gd name="csX2057" fmla="*/ 1488127 w 1692117"/>
                <a:gd name="csY2057" fmla="*/ 594773 h 1045272"/>
                <a:gd name="csX2058" fmla="*/ 1486694 w 1692117"/>
                <a:gd name="csY2058" fmla="*/ 591907 h 1045272"/>
                <a:gd name="csX2059" fmla="*/ 1486216 w 1692117"/>
                <a:gd name="csY2059" fmla="*/ 589996 h 1045272"/>
                <a:gd name="csX2060" fmla="*/ 1486216 w 1692117"/>
                <a:gd name="csY2060" fmla="*/ 589041 h 1045272"/>
                <a:gd name="csX2061" fmla="*/ 1487650 w 1692117"/>
                <a:gd name="csY2061" fmla="*/ 588085 h 1045272"/>
                <a:gd name="csX2062" fmla="*/ 1490038 w 1692117"/>
                <a:gd name="csY2062" fmla="*/ 588085 h 1045272"/>
                <a:gd name="csX2063" fmla="*/ 1490516 w 1692117"/>
                <a:gd name="csY2063" fmla="*/ 587607 h 1045272"/>
                <a:gd name="csX2064" fmla="*/ 1488605 w 1692117"/>
                <a:gd name="csY2064" fmla="*/ 586174 h 1045272"/>
                <a:gd name="csX2065" fmla="*/ 1488605 w 1692117"/>
                <a:gd name="csY2065" fmla="*/ 585696 h 1045272"/>
                <a:gd name="csX2066" fmla="*/ 1490516 w 1692117"/>
                <a:gd name="csY2066" fmla="*/ 583308 h 1045272"/>
                <a:gd name="csX2067" fmla="*/ 1490994 w 1692117"/>
                <a:gd name="csY2067" fmla="*/ 583308 h 1045272"/>
                <a:gd name="csX2068" fmla="*/ 1492905 w 1692117"/>
                <a:gd name="csY2068" fmla="*/ 583785 h 1045272"/>
                <a:gd name="csX2069" fmla="*/ 1492427 w 1692117"/>
                <a:gd name="csY2069" fmla="*/ 582352 h 1045272"/>
                <a:gd name="csX2070" fmla="*/ 1492427 w 1692117"/>
                <a:gd name="csY2070" fmla="*/ 581875 h 1045272"/>
                <a:gd name="csX2071" fmla="*/ 1493382 w 1692117"/>
                <a:gd name="csY2071" fmla="*/ 581397 h 1045272"/>
                <a:gd name="csX2072" fmla="*/ 1496249 w 1692117"/>
                <a:gd name="csY2072" fmla="*/ 582352 h 1045272"/>
                <a:gd name="csX2073" fmla="*/ 1496726 w 1692117"/>
                <a:gd name="csY2073" fmla="*/ 581397 h 1045272"/>
                <a:gd name="csX2074" fmla="*/ 1499115 w 1692117"/>
                <a:gd name="csY2074" fmla="*/ 581397 h 1045272"/>
                <a:gd name="csX2075" fmla="*/ 1499115 w 1692117"/>
                <a:gd name="csY2075" fmla="*/ 580441 h 1045272"/>
                <a:gd name="csX2076" fmla="*/ 1497204 w 1692117"/>
                <a:gd name="csY2076" fmla="*/ 579486 h 1045272"/>
                <a:gd name="csX2077" fmla="*/ 1494816 w 1692117"/>
                <a:gd name="csY2077" fmla="*/ 578530 h 1045272"/>
                <a:gd name="csX2078" fmla="*/ 1494338 w 1692117"/>
                <a:gd name="csY2078" fmla="*/ 578053 h 1045272"/>
                <a:gd name="csX2079" fmla="*/ 1493860 w 1692117"/>
                <a:gd name="csY2079" fmla="*/ 577097 h 1045272"/>
                <a:gd name="csX2080" fmla="*/ 1492905 w 1692117"/>
                <a:gd name="csY2080" fmla="*/ 575186 h 1045272"/>
                <a:gd name="csX2081" fmla="*/ 1493382 w 1692117"/>
                <a:gd name="csY2081" fmla="*/ 574231 h 1045272"/>
                <a:gd name="csX2082" fmla="*/ 1493860 w 1692117"/>
                <a:gd name="csY2082" fmla="*/ 574231 h 1045272"/>
                <a:gd name="csX2083" fmla="*/ 1494816 w 1692117"/>
                <a:gd name="csY2083" fmla="*/ 575186 h 1045272"/>
                <a:gd name="csX2084" fmla="*/ 1495293 w 1692117"/>
                <a:gd name="csY2084" fmla="*/ 573753 h 1045272"/>
                <a:gd name="csX2085" fmla="*/ 1496249 w 1692117"/>
                <a:gd name="csY2085" fmla="*/ 571364 h 1045272"/>
                <a:gd name="csX2086" fmla="*/ 1496726 w 1692117"/>
                <a:gd name="csY2086" fmla="*/ 569931 h 1045272"/>
                <a:gd name="csX2087" fmla="*/ 1498637 w 1692117"/>
                <a:gd name="csY2087" fmla="*/ 571364 h 1045272"/>
                <a:gd name="csX2088" fmla="*/ 1499115 w 1692117"/>
                <a:gd name="csY2088" fmla="*/ 570887 h 1045272"/>
                <a:gd name="csX2089" fmla="*/ 1497204 w 1692117"/>
                <a:gd name="csY2089" fmla="*/ 566587 h 1045272"/>
                <a:gd name="csX2090" fmla="*/ 1497682 w 1692117"/>
                <a:gd name="csY2090" fmla="*/ 565632 h 1045272"/>
                <a:gd name="csX2091" fmla="*/ 1500070 w 1692117"/>
                <a:gd name="csY2091" fmla="*/ 565632 h 1045272"/>
                <a:gd name="csX2092" fmla="*/ 1501504 w 1692117"/>
                <a:gd name="csY2092" fmla="*/ 566109 h 1045272"/>
                <a:gd name="csX2093" fmla="*/ 1505326 w 1692117"/>
                <a:gd name="csY2093" fmla="*/ 568976 h 1045272"/>
                <a:gd name="csX2094" fmla="*/ 1506281 w 1692117"/>
                <a:gd name="csY2094" fmla="*/ 568976 h 1045272"/>
                <a:gd name="csX2095" fmla="*/ 1505803 w 1692117"/>
                <a:gd name="csY2095" fmla="*/ 568020 h 1045272"/>
                <a:gd name="csX2096" fmla="*/ 1503415 w 1692117"/>
                <a:gd name="csY2096" fmla="*/ 566109 h 1045272"/>
                <a:gd name="csX2097" fmla="*/ 1501981 w 1692117"/>
                <a:gd name="csY2097" fmla="*/ 565154 h 1045272"/>
                <a:gd name="csX2098" fmla="*/ 1500070 w 1692117"/>
                <a:gd name="csY2098" fmla="*/ 564199 h 1045272"/>
                <a:gd name="csX2099" fmla="*/ 1499115 w 1692117"/>
                <a:gd name="csY2099" fmla="*/ 563243 h 1045272"/>
                <a:gd name="csX2100" fmla="*/ 1497682 w 1692117"/>
                <a:gd name="csY2100" fmla="*/ 560854 h 1045272"/>
                <a:gd name="csX2101" fmla="*/ 1497204 w 1692117"/>
                <a:gd name="csY2101" fmla="*/ 559421 h 1045272"/>
                <a:gd name="csX2102" fmla="*/ 1497204 w 1692117"/>
                <a:gd name="csY2102" fmla="*/ 557988 h 1045272"/>
                <a:gd name="csX2103" fmla="*/ 1498160 w 1692117"/>
                <a:gd name="csY2103" fmla="*/ 555122 h 1045272"/>
                <a:gd name="csX2104" fmla="*/ 1499115 w 1692117"/>
                <a:gd name="csY2104" fmla="*/ 554166 h 1045272"/>
                <a:gd name="csX2105" fmla="*/ 1500070 w 1692117"/>
                <a:gd name="csY2105" fmla="*/ 553688 h 1045272"/>
                <a:gd name="csX2106" fmla="*/ 1501026 w 1692117"/>
                <a:gd name="csY2106" fmla="*/ 553211 h 1045272"/>
                <a:gd name="csX2107" fmla="*/ 1502937 w 1692117"/>
                <a:gd name="csY2107" fmla="*/ 553688 h 1045272"/>
                <a:gd name="csX2108" fmla="*/ 1505803 w 1692117"/>
                <a:gd name="csY2108" fmla="*/ 555599 h 1045272"/>
                <a:gd name="csX2109" fmla="*/ 1506281 w 1692117"/>
                <a:gd name="csY2109" fmla="*/ 555122 h 1045272"/>
                <a:gd name="csX2110" fmla="*/ 1504848 w 1692117"/>
                <a:gd name="csY2110" fmla="*/ 554166 h 1045272"/>
                <a:gd name="csX2111" fmla="*/ 1503892 w 1692117"/>
                <a:gd name="csY2111" fmla="*/ 552733 h 1045272"/>
                <a:gd name="csX2112" fmla="*/ 1503415 w 1692117"/>
                <a:gd name="csY2112" fmla="*/ 551778 h 1045272"/>
                <a:gd name="csX2113" fmla="*/ 1503415 w 1692117"/>
                <a:gd name="csY2113" fmla="*/ 550344 h 1045272"/>
                <a:gd name="csX2114" fmla="*/ 1504848 w 1692117"/>
                <a:gd name="csY2114" fmla="*/ 547000 h 1045272"/>
                <a:gd name="csX2115" fmla="*/ 1505326 w 1692117"/>
                <a:gd name="csY2115" fmla="*/ 544612 h 1045272"/>
                <a:gd name="csX2116" fmla="*/ 1508192 w 1692117"/>
                <a:gd name="csY2116" fmla="*/ 537446 h 1045272"/>
                <a:gd name="csX2117" fmla="*/ 1509147 w 1692117"/>
                <a:gd name="csY2117" fmla="*/ 536490 h 1045272"/>
                <a:gd name="csX2118" fmla="*/ 1510103 w 1692117"/>
                <a:gd name="csY2118" fmla="*/ 535535 h 1045272"/>
                <a:gd name="csX2119" fmla="*/ 1510581 w 1692117"/>
                <a:gd name="csY2119" fmla="*/ 534579 h 1045272"/>
                <a:gd name="csX2120" fmla="*/ 1512969 w 1692117"/>
                <a:gd name="csY2120" fmla="*/ 534579 h 1045272"/>
                <a:gd name="csX2121" fmla="*/ 1516791 w 1692117"/>
                <a:gd name="csY2121" fmla="*/ 536968 h 1045272"/>
                <a:gd name="csX2122" fmla="*/ 1518224 w 1692117"/>
                <a:gd name="csY2122" fmla="*/ 538401 h 1045272"/>
                <a:gd name="csX2123" fmla="*/ 1518702 w 1692117"/>
                <a:gd name="csY2123" fmla="*/ 540312 h 1045272"/>
                <a:gd name="csX2124" fmla="*/ 1516313 w 1692117"/>
                <a:gd name="csY2124" fmla="*/ 543178 h 1045272"/>
                <a:gd name="csX2125" fmla="*/ 1512492 w 1692117"/>
                <a:gd name="csY2125" fmla="*/ 545567 h 1045272"/>
                <a:gd name="csX2126" fmla="*/ 1511536 w 1692117"/>
                <a:gd name="csY2126" fmla="*/ 546522 h 1045272"/>
                <a:gd name="csX2127" fmla="*/ 1512492 w 1692117"/>
                <a:gd name="csY2127" fmla="*/ 547000 h 1045272"/>
                <a:gd name="csX2128" fmla="*/ 1515835 w 1692117"/>
                <a:gd name="csY2128" fmla="*/ 545089 h 1045272"/>
                <a:gd name="csX2129" fmla="*/ 1518702 w 1692117"/>
                <a:gd name="csY2129" fmla="*/ 544612 h 1045272"/>
                <a:gd name="csX2130" fmla="*/ 1521091 w 1692117"/>
                <a:gd name="csY2130" fmla="*/ 544612 h 1045272"/>
                <a:gd name="csX2131" fmla="*/ 1523001 w 1692117"/>
                <a:gd name="csY2131" fmla="*/ 547956 h 1045272"/>
                <a:gd name="csX2132" fmla="*/ 1523479 w 1692117"/>
                <a:gd name="csY2132" fmla="*/ 552255 h 1045272"/>
                <a:gd name="csX2133" fmla="*/ 1522524 w 1692117"/>
                <a:gd name="csY2133" fmla="*/ 556077 h 1045272"/>
                <a:gd name="csX2134" fmla="*/ 1523957 w 1692117"/>
                <a:gd name="csY2134" fmla="*/ 554166 h 1045272"/>
                <a:gd name="csX2135" fmla="*/ 1525868 w 1692117"/>
                <a:gd name="csY2135" fmla="*/ 553211 h 1045272"/>
                <a:gd name="csX2136" fmla="*/ 1527301 w 1692117"/>
                <a:gd name="csY2136" fmla="*/ 555599 h 1045272"/>
                <a:gd name="csX2137" fmla="*/ 1527301 w 1692117"/>
                <a:gd name="csY2137" fmla="*/ 557510 h 1045272"/>
                <a:gd name="csX2138" fmla="*/ 1528257 w 1692117"/>
                <a:gd name="csY2138" fmla="*/ 559421 h 1045272"/>
                <a:gd name="csX2139" fmla="*/ 1530167 w 1692117"/>
                <a:gd name="csY2139" fmla="*/ 562288 h 1045272"/>
                <a:gd name="csX2140" fmla="*/ 1531601 w 1692117"/>
                <a:gd name="csY2140" fmla="*/ 564199 h 1045272"/>
                <a:gd name="csX2141" fmla="*/ 1529690 w 1692117"/>
                <a:gd name="csY2141" fmla="*/ 566587 h 1045272"/>
                <a:gd name="csX2142" fmla="*/ 1527301 w 1692117"/>
                <a:gd name="csY2142" fmla="*/ 568020 h 1045272"/>
                <a:gd name="csX2143" fmla="*/ 1527779 w 1692117"/>
                <a:gd name="csY2143" fmla="*/ 568976 h 1045272"/>
                <a:gd name="csX2144" fmla="*/ 1531123 w 1692117"/>
                <a:gd name="csY2144" fmla="*/ 570409 h 1045272"/>
                <a:gd name="csX2145" fmla="*/ 1531601 w 1692117"/>
                <a:gd name="csY2145" fmla="*/ 571364 h 1045272"/>
                <a:gd name="csX2146" fmla="*/ 1531123 w 1692117"/>
                <a:gd name="csY2146" fmla="*/ 572798 h 1045272"/>
                <a:gd name="csX2147" fmla="*/ 1531601 w 1692117"/>
                <a:gd name="csY2147" fmla="*/ 572798 h 1045272"/>
                <a:gd name="csX2148" fmla="*/ 1533989 w 1692117"/>
                <a:gd name="csY2148" fmla="*/ 570409 h 1045272"/>
                <a:gd name="csX2149" fmla="*/ 1535900 w 1692117"/>
                <a:gd name="csY2149" fmla="*/ 570887 h 1045272"/>
                <a:gd name="csX2150" fmla="*/ 1538289 w 1692117"/>
                <a:gd name="csY2150" fmla="*/ 575664 h 1045272"/>
                <a:gd name="csX2151" fmla="*/ 1536856 w 1692117"/>
                <a:gd name="csY2151" fmla="*/ 578530 h 1045272"/>
                <a:gd name="csX2152" fmla="*/ 1533989 w 1692117"/>
                <a:gd name="csY2152" fmla="*/ 579964 h 1045272"/>
                <a:gd name="csX2153" fmla="*/ 1531601 w 1692117"/>
                <a:gd name="csY2153" fmla="*/ 580441 h 1045272"/>
                <a:gd name="csX2154" fmla="*/ 1528734 w 1692117"/>
                <a:gd name="csY2154" fmla="*/ 580441 h 1045272"/>
                <a:gd name="csX2155" fmla="*/ 1527301 w 1692117"/>
                <a:gd name="csY2155" fmla="*/ 580441 h 1045272"/>
                <a:gd name="csX2156" fmla="*/ 1527779 w 1692117"/>
                <a:gd name="csY2156" fmla="*/ 581397 h 1045272"/>
                <a:gd name="csX2157" fmla="*/ 1531123 w 1692117"/>
                <a:gd name="csY2157" fmla="*/ 581397 h 1045272"/>
                <a:gd name="csX2158" fmla="*/ 1535423 w 1692117"/>
                <a:gd name="csY2158" fmla="*/ 580919 h 1045272"/>
                <a:gd name="csX2159" fmla="*/ 1538767 w 1692117"/>
                <a:gd name="csY2159" fmla="*/ 579964 h 1045272"/>
                <a:gd name="csX2160" fmla="*/ 1540200 w 1692117"/>
                <a:gd name="csY2160" fmla="*/ 579486 h 1045272"/>
                <a:gd name="csX2161" fmla="*/ 1541633 w 1692117"/>
                <a:gd name="csY2161" fmla="*/ 579964 h 1045272"/>
                <a:gd name="csX2162" fmla="*/ 1542111 w 1692117"/>
                <a:gd name="csY2162" fmla="*/ 580441 h 1045272"/>
                <a:gd name="csX2163" fmla="*/ 1540677 w 1692117"/>
                <a:gd name="csY2163" fmla="*/ 581397 h 1045272"/>
                <a:gd name="csX2164" fmla="*/ 1540677 w 1692117"/>
                <a:gd name="csY2164" fmla="*/ 581397 h 1045272"/>
                <a:gd name="csX2165" fmla="*/ 1541155 w 1692117"/>
                <a:gd name="csY2165" fmla="*/ 582352 h 1045272"/>
                <a:gd name="csX2166" fmla="*/ 1542588 w 1692117"/>
                <a:gd name="csY2166" fmla="*/ 585219 h 1045272"/>
                <a:gd name="csX2167" fmla="*/ 1542111 w 1692117"/>
                <a:gd name="csY2167" fmla="*/ 585696 h 1045272"/>
                <a:gd name="csX2168" fmla="*/ 1541155 w 1692117"/>
                <a:gd name="csY2168" fmla="*/ 587129 h 1045272"/>
                <a:gd name="csX2169" fmla="*/ 1543066 w 1692117"/>
                <a:gd name="csY2169" fmla="*/ 587607 h 1045272"/>
                <a:gd name="csX2170" fmla="*/ 1545455 w 1692117"/>
                <a:gd name="csY2170" fmla="*/ 586652 h 1045272"/>
                <a:gd name="csX2171" fmla="*/ 1546410 w 1692117"/>
                <a:gd name="csY2171" fmla="*/ 587607 h 1045272"/>
                <a:gd name="csX2172" fmla="*/ 1548321 w 1692117"/>
                <a:gd name="csY2172" fmla="*/ 590951 h 1045272"/>
                <a:gd name="csX2173" fmla="*/ 1549277 w 1692117"/>
                <a:gd name="csY2173" fmla="*/ 593818 h 1045272"/>
                <a:gd name="csX2174" fmla="*/ 1544499 w 1692117"/>
                <a:gd name="csY2174" fmla="*/ 598595 h 1045272"/>
                <a:gd name="csX2175" fmla="*/ 1542111 w 1692117"/>
                <a:gd name="csY2175" fmla="*/ 599550 h 1045272"/>
                <a:gd name="csX2176" fmla="*/ 1538767 w 1692117"/>
                <a:gd name="csY2176" fmla="*/ 601939 h 1045272"/>
                <a:gd name="csX2177" fmla="*/ 1537811 w 1692117"/>
                <a:gd name="csY2177" fmla="*/ 603372 h 1045272"/>
                <a:gd name="csX2178" fmla="*/ 1535900 w 1692117"/>
                <a:gd name="csY2178" fmla="*/ 605761 h 1045272"/>
                <a:gd name="csX2179" fmla="*/ 1537333 w 1692117"/>
                <a:gd name="csY2179" fmla="*/ 605761 h 1045272"/>
                <a:gd name="csX2180" fmla="*/ 1540677 w 1692117"/>
                <a:gd name="csY2180" fmla="*/ 601939 h 1045272"/>
                <a:gd name="csX2181" fmla="*/ 1542588 w 1692117"/>
                <a:gd name="csY2181" fmla="*/ 601461 h 1045272"/>
                <a:gd name="csX2182" fmla="*/ 1543544 w 1692117"/>
                <a:gd name="csY2182" fmla="*/ 601461 h 1045272"/>
                <a:gd name="csX2183" fmla="*/ 1544499 w 1692117"/>
                <a:gd name="csY2183" fmla="*/ 601939 h 1045272"/>
                <a:gd name="csX2184" fmla="*/ 1544022 w 1692117"/>
                <a:gd name="csY2184" fmla="*/ 603372 h 1045272"/>
                <a:gd name="csX2185" fmla="*/ 1544977 w 1692117"/>
                <a:gd name="csY2185" fmla="*/ 602895 h 1045272"/>
                <a:gd name="csX2186" fmla="*/ 1549754 w 1692117"/>
                <a:gd name="csY2186" fmla="*/ 600984 h 1045272"/>
                <a:gd name="csX2187" fmla="*/ 1551665 w 1692117"/>
                <a:gd name="csY2187" fmla="*/ 600506 h 1045272"/>
                <a:gd name="csX2188" fmla="*/ 1554532 w 1692117"/>
                <a:gd name="csY2188" fmla="*/ 600028 h 1045272"/>
                <a:gd name="csX2189" fmla="*/ 1554532 w 1692117"/>
                <a:gd name="csY2189" fmla="*/ 600984 h 1045272"/>
                <a:gd name="csX2190" fmla="*/ 1553099 w 1692117"/>
                <a:gd name="csY2190" fmla="*/ 606239 h 1045272"/>
                <a:gd name="csX2191" fmla="*/ 1550232 w 1692117"/>
                <a:gd name="csY2191" fmla="*/ 610538 h 1045272"/>
                <a:gd name="csX2192" fmla="*/ 1545455 w 1692117"/>
                <a:gd name="csY2192" fmla="*/ 612927 h 1045272"/>
                <a:gd name="csX2193" fmla="*/ 1543544 w 1692117"/>
                <a:gd name="csY2193" fmla="*/ 614360 h 1045272"/>
                <a:gd name="csX2194" fmla="*/ 1541633 w 1692117"/>
                <a:gd name="csY2194" fmla="*/ 616749 h 1045272"/>
                <a:gd name="csX2195" fmla="*/ 1542111 w 1692117"/>
                <a:gd name="csY2195" fmla="*/ 617227 h 1045272"/>
                <a:gd name="csX2196" fmla="*/ 1546888 w 1692117"/>
                <a:gd name="csY2196" fmla="*/ 613882 h 1045272"/>
                <a:gd name="csX2197" fmla="*/ 1550232 w 1692117"/>
                <a:gd name="csY2197" fmla="*/ 612927 h 1045272"/>
                <a:gd name="csX2198" fmla="*/ 1555009 w 1692117"/>
                <a:gd name="csY2198" fmla="*/ 611971 h 1045272"/>
                <a:gd name="csX2199" fmla="*/ 1556920 w 1692117"/>
                <a:gd name="csY2199" fmla="*/ 611971 h 1045272"/>
                <a:gd name="csX2200" fmla="*/ 1560265 w 1692117"/>
                <a:gd name="csY2200" fmla="*/ 618182 h 1045272"/>
                <a:gd name="csX2201" fmla="*/ 1562653 w 1692117"/>
                <a:gd name="csY2201" fmla="*/ 618660 h 1045272"/>
                <a:gd name="csX2202" fmla="*/ 1564086 w 1692117"/>
                <a:gd name="csY2202" fmla="*/ 618660 h 1045272"/>
                <a:gd name="csX2203" fmla="*/ 1567430 w 1692117"/>
                <a:gd name="csY2203" fmla="*/ 620571 h 1045272"/>
                <a:gd name="csX2204" fmla="*/ 1568386 w 1692117"/>
                <a:gd name="csY2204" fmla="*/ 622004 h 1045272"/>
                <a:gd name="csX2205" fmla="*/ 1568386 w 1692117"/>
                <a:gd name="csY2205" fmla="*/ 623437 h 1045272"/>
                <a:gd name="csX2206" fmla="*/ 1566953 w 1692117"/>
                <a:gd name="csY2206" fmla="*/ 623915 h 1045272"/>
                <a:gd name="csX2207" fmla="*/ 1566475 w 1692117"/>
                <a:gd name="csY2207" fmla="*/ 625348 h 1045272"/>
                <a:gd name="csX2208" fmla="*/ 1567908 w 1692117"/>
                <a:gd name="csY2208" fmla="*/ 628692 h 1045272"/>
                <a:gd name="csX2209" fmla="*/ 1566953 w 1692117"/>
                <a:gd name="csY2209" fmla="*/ 630603 h 1045272"/>
                <a:gd name="csX2210" fmla="*/ 1565042 w 1692117"/>
                <a:gd name="csY2210" fmla="*/ 632036 h 1045272"/>
                <a:gd name="csX2211" fmla="*/ 1563131 w 1692117"/>
                <a:gd name="csY2211" fmla="*/ 632992 h 1045272"/>
                <a:gd name="csX2212" fmla="*/ 1561220 w 1692117"/>
                <a:gd name="csY2212" fmla="*/ 633469 h 1045272"/>
                <a:gd name="csX2213" fmla="*/ 1559787 w 1692117"/>
                <a:gd name="csY2213" fmla="*/ 634902 h 1045272"/>
                <a:gd name="csX2214" fmla="*/ 1558831 w 1692117"/>
                <a:gd name="csY2214" fmla="*/ 634902 h 1045272"/>
                <a:gd name="csX2215" fmla="*/ 1556442 w 1692117"/>
                <a:gd name="csY2215" fmla="*/ 634902 h 1045272"/>
                <a:gd name="csX2216" fmla="*/ 1557398 w 1692117"/>
                <a:gd name="csY2216" fmla="*/ 635380 h 1045272"/>
                <a:gd name="csX2217" fmla="*/ 1558831 w 1692117"/>
                <a:gd name="csY2217" fmla="*/ 636336 h 1045272"/>
                <a:gd name="csX2218" fmla="*/ 1560265 w 1692117"/>
                <a:gd name="csY2218" fmla="*/ 636336 h 1045272"/>
                <a:gd name="csX2219" fmla="*/ 1562653 w 1692117"/>
                <a:gd name="csY2219" fmla="*/ 635858 h 1045272"/>
                <a:gd name="csX2220" fmla="*/ 1564564 w 1692117"/>
                <a:gd name="csY2220" fmla="*/ 635858 h 1045272"/>
                <a:gd name="csX2221" fmla="*/ 1567908 w 1692117"/>
                <a:gd name="csY2221" fmla="*/ 636813 h 1045272"/>
                <a:gd name="csX2222" fmla="*/ 1569341 w 1692117"/>
                <a:gd name="csY2222" fmla="*/ 638247 h 1045272"/>
                <a:gd name="csX2223" fmla="*/ 1569341 w 1692117"/>
                <a:gd name="csY2223" fmla="*/ 638724 h 1045272"/>
                <a:gd name="csX2224" fmla="*/ 1568864 w 1692117"/>
                <a:gd name="csY2224" fmla="*/ 639680 h 1045272"/>
                <a:gd name="csX2225" fmla="*/ 1567908 w 1692117"/>
                <a:gd name="csY2225" fmla="*/ 642068 h 1045272"/>
                <a:gd name="csX2226" fmla="*/ 1566953 w 1692117"/>
                <a:gd name="csY2226" fmla="*/ 643024 h 1045272"/>
                <a:gd name="csX2227" fmla="*/ 1567430 w 1692117"/>
                <a:gd name="csY2227" fmla="*/ 643502 h 1045272"/>
                <a:gd name="csX2228" fmla="*/ 1569341 w 1692117"/>
                <a:gd name="csY2228" fmla="*/ 644457 h 1045272"/>
                <a:gd name="csX2229" fmla="*/ 1570297 w 1692117"/>
                <a:gd name="csY2229" fmla="*/ 644935 h 1045272"/>
                <a:gd name="csX2230" fmla="*/ 1572208 w 1692117"/>
                <a:gd name="csY2230" fmla="*/ 644457 h 1045272"/>
                <a:gd name="csX2231" fmla="*/ 1573641 w 1692117"/>
                <a:gd name="csY2231" fmla="*/ 644935 h 1045272"/>
                <a:gd name="csX2232" fmla="*/ 1579851 w 1692117"/>
                <a:gd name="csY2232" fmla="*/ 650668 h 1045272"/>
                <a:gd name="csX2233" fmla="*/ 1579374 w 1692117"/>
                <a:gd name="csY2233" fmla="*/ 653534 h 1045272"/>
                <a:gd name="csX2234" fmla="*/ 1578418 w 1692117"/>
                <a:gd name="csY2234" fmla="*/ 655923 h 1045272"/>
                <a:gd name="csX2235" fmla="*/ 1578896 w 1692117"/>
                <a:gd name="csY2235" fmla="*/ 658789 h 1045272"/>
                <a:gd name="csX2236" fmla="*/ 1578896 w 1692117"/>
                <a:gd name="csY2236" fmla="*/ 661655 h 1045272"/>
                <a:gd name="csX2237" fmla="*/ 1575552 w 1692117"/>
                <a:gd name="csY2237" fmla="*/ 662611 h 1045272"/>
                <a:gd name="csX2238" fmla="*/ 1565042 w 1692117"/>
                <a:gd name="csY2238" fmla="*/ 661178 h 1045272"/>
                <a:gd name="csX2239" fmla="*/ 1559309 w 1692117"/>
                <a:gd name="csY2239" fmla="*/ 658789 h 1045272"/>
                <a:gd name="csX2240" fmla="*/ 1558831 w 1692117"/>
                <a:gd name="csY2240" fmla="*/ 658311 h 1045272"/>
                <a:gd name="csX2241" fmla="*/ 1560742 w 1692117"/>
                <a:gd name="csY2241" fmla="*/ 656878 h 1045272"/>
                <a:gd name="csX2242" fmla="*/ 1559309 w 1692117"/>
                <a:gd name="csY2242" fmla="*/ 656400 h 1045272"/>
                <a:gd name="csX2243" fmla="*/ 1557398 w 1692117"/>
                <a:gd name="csY2243" fmla="*/ 657356 h 1045272"/>
                <a:gd name="csX2244" fmla="*/ 1556442 w 1692117"/>
                <a:gd name="csY2244" fmla="*/ 657834 h 1045272"/>
                <a:gd name="csX2245" fmla="*/ 1558831 w 1692117"/>
                <a:gd name="csY2245" fmla="*/ 660222 h 1045272"/>
                <a:gd name="csX2246" fmla="*/ 1564086 w 1692117"/>
                <a:gd name="csY2246" fmla="*/ 662133 h 1045272"/>
                <a:gd name="csX2247" fmla="*/ 1566475 w 1692117"/>
                <a:gd name="csY2247" fmla="*/ 664522 h 1045272"/>
                <a:gd name="csX2248" fmla="*/ 1569341 w 1692117"/>
                <a:gd name="csY2248" fmla="*/ 664999 h 1045272"/>
                <a:gd name="csX2249" fmla="*/ 1570297 w 1692117"/>
                <a:gd name="csY2249" fmla="*/ 665477 h 1045272"/>
                <a:gd name="csX2250" fmla="*/ 1571730 w 1692117"/>
                <a:gd name="csY2250" fmla="*/ 666910 h 1045272"/>
                <a:gd name="csX2251" fmla="*/ 1571252 w 1692117"/>
                <a:gd name="csY2251" fmla="*/ 667388 h 1045272"/>
                <a:gd name="csX2252" fmla="*/ 1568386 w 1692117"/>
                <a:gd name="csY2252" fmla="*/ 667388 h 1045272"/>
                <a:gd name="csX2253" fmla="*/ 1566475 w 1692117"/>
                <a:gd name="csY2253" fmla="*/ 669299 h 1045272"/>
                <a:gd name="csX2254" fmla="*/ 1567908 w 1692117"/>
                <a:gd name="csY2254" fmla="*/ 670255 h 1045272"/>
                <a:gd name="csX2255" fmla="*/ 1572685 w 1692117"/>
                <a:gd name="csY2255" fmla="*/ 671210 h 1045272"/>
                <a:gd name="csX2256" fmla="*/ 1576030 w 1692117"/>
                <a:gd name="csY2256" fmla="*/ 671210 h 1045272"/>
                <a:gd name="csX2257" fmla="*/ 1577940 w 1692117"/>
                <a:gd name="csY2257" fmla="*/ 672165 h 1045272"/>
                <a:gd name="csX2258" fmla="*/ 1576507 w 1692117"/>
                <a:gd name="csY2258" fmla="*/ 673121 h 1045272"/>
                <a:gd name="csX2259" fmla="*/ 1572208 w 1692117"/>
                <a:gd name="csY2259" fmla="*/ 674554 h 1045272"/>
                <a:gd name="csX2260" fmla="*/ 1572208 w 1692117"/>
                <a:gd name="csY2260" fmla="*/ 676465 h 1045272"/>
                <a:gd name="csX2261" fmla="*/ 1575074 w 1692117"/>
                <a:gd name="csY2261" fmla="*/ 677420 h 1045272"/>
                <a:gd name="csX2262" fmla="*/ 1577940 w 1692117"/>
                <a:gd name="csY2262" fmla="*/ 676943 h 1045272"/>
                <a:gd name="csX2263" fmla="*/ 1578896 w 1692117"/>
                <a:gd name="csY2263" fmla="*/ 676943 h 1045272"/>
                <a:gd name="csX2264" fmla="*/ 1579851 w 1692117"/>
                <a:gd name="csY2264" fmla="*/ 681720 h 1045272"/>
                <a:gd name="csX2265" fmla="*/ 1580329 w 1692117"/>
                <a:gd name="csY2265" fmla="*/ 682675 h 1045272"/>
                <a:gd name="csX2266" fmla="*/ 1577463 w 1692117"/>
                <a:gd name="csY2266" fmla="*/ 683153 h 1045272"/>
                <a:gd name="csX2267" fmla="*/ 1577463 w 1692117"/>
                <a:gd name="csY2267" fmla="*/ 684109 h 1045272"/>
                <a:gd name="csX2268" fmla="*/ 1579374 w 1692117"/>
                <a:gd name="csY2268" fmla="*/ 685064 h 1045272"/>
                <a:gd name="csX2269" fmla="*/ 1582718 w 1692117"/>
                <a:gd name="csY2269" fmla="*/ 685542 h 1045272"/>
                <a:gd name="csX2270" fmla="*/ 1583673 w 1692117"/>
                <a:gd name="csY2270" fmla="*/ 686497 h 1045272"/>
                <a:gd name="csX2271" fmla="*/ 1583673 w 1692117"/>
                <a:gd name="csY2271" fmla="*/ 687453 h 1045272"/>
                <a:gd name="csX2272" fmla="*/ 1584629 w 1692117"/>
                <a:gd name="csY2272" fmla="*/ 688408 h 1045272"/>
                <a:gd name="csX2273" fmla="*/ 1586540 w 1692117"/>
                <a:gd name="csY2273" fmla="*/ 688408 h 1045272"/>
                <a:gd name="csX2274" fmla="*/ 1588450 w 1692117"/>
                <a:gd name="csY2274" fmla="*/ 686975 h 1045272"/>
                <a:gd name="csX2275" fmla="*/ 1589406 w 1692117"/>
                <a:gd name="csY2275" fmla="*/ 685542 h 1045272"/>
                <a:gd name="csX2276" fmla="*/ 1591317 w 1692117"/>
                <a:gd name="csY2276" fmla="*/ 686020 h 1045272"/>
                <a:gd name="csX2277" fmla="*/ 1591317 w 1692117"/>
                <a:gd name="csY2277" fmla="*/ 687453 h 1045272"/>
                <a:gd name="csX2278" fmla="*/ 1593706 w 1692117"/>
                <a:gd name="csY2278" fmla="*/ 689841 h 1045272"/>
                <a:gd name="csX2279" fmla="*/ 1594183 w 1692117"/>
                <a:gd name="csY2279" fmla="*/ 689841 h 1045272"/>
                <a:gd name="csX2280" fmla="*/ 1595139 w 1692117"/>
                <a:gd name="csY2280" fmla="*/ 692708 h 1045272"/>
                <a:gd name="csX2281" fmla="*/ 1596572 w 1692117"/>
                <a:gd name="csY2281" fmla="*/ 690319 h 1045272"/>
                <a:gd name="csX2282" fmla="*/ 1598005 w 1692117"/>
                <a:gd name="csY2282" fmla="*/ 690797 h 1045272"/>
                <a:gd name="csX2283" fmla="*/ 1599438 w 1692117"/>
                <a:gd name="csY2283" fmla="*/ 690797 h 1045272"/>
                <a:gd name="csX2284" fmla="*/ 1598961 w 1692117"/>
                <a:gd name="csY2284" fmla="*/ 693185 h 1045272"/>
                <a:gd name="csX2285" fmla="*/ 1598005 w 1692117"/>
                <a:gd name="csY2285" fmla="*/ 695096 h 1045272"/>
                <a:gd name="csX2286" fmla="*/ 1598961 w 1692117"/>
                <a:gd name="csY2286" fmla="*/ 696530 h 1045272"/>
                <a:gd name="csX2287" fmla="*/ 1599916 w 1692117"/>
                <a:gd name="csY2287" fmla="*/ 698441 h 1045272"/>
                <a:gd name="csX2288" fmla="*/ 1602305 w 1692117"/>
                <a:gd name="csY2288" fmla="*/ 700829 h 1045272"/>
                <a:gd name="csX2289" fmla="*/ 1601827 w 1692117"/>
                <a:gd name="csY2289" fmla="*/ 701785 h 1045272"/>
                <a:gd name="csX2290" fmla="*/ 1598961 w 1692117"/>
                <a:gd name="csY2290" fmla="*/ 704651 h 1045272"/>
                <a:gd name="csX2291" fmla="*/ 1597527 w 1692117"/>
                <a:gd name="csY2291" fmla="*/ 708473 h 1045272"/>
                <a:gd name="csX2292" fmla="*/ 1597049 w 1692117"/>
                <a:gd name="csY2292" fmla="*/ 709906 h 1045272"/>
                <a:gd name="csX2293" fmla="*/ 1595616 w 1692117"/>
                <a:gd name="csY2293" fmla="*/ 711817 h 1045272"/>
                <a:gd name="csX2294" fmla="*/ 1593706 w 1692117"/>
                <a:gd name="csY2294" fmla="*/ 714206 h 1045272"/>
                <a:gd name="csX2295" fmla="*/ 1595139 w 1692117"/>
                <a:gd name="csY2295" fmla="*/ 713728 h 1045272"/>
                <a:gd name="csX2296" fmla="*/ 1599438 w 1692117"/>
                <a:gd name="csY2296" fmla="*/ 709906 h 1045272"/>
                <a:gd name="csX2297" fmla="*/ 1601827 w 1692117"/>
                <a:gd name="csY2297" fmla="*/ 708473 h 1045272"/>
                <a:gd name="csX2298" fmla="*/ 1607560 w 1692117"/>
                <a:gd name="csY2298" fmla="*/ 707995 h 1045272"/>
                <a:gd name="csX2299" fmla="*/ 1608993 w 1692117"/>
                <a:gd name="csY2299" fmla="*/ 706562 h 1045272"/>
                <a:gd name="csX2300" fmla="*/ 1610904 w 1692117"/>
                <a:gd name="csY2300" fmla="*/ 706084 h 1045272"/>
                <a:gd name="csX2301" fmla="*/ 1612337 w 1692117"/>
                <a:gd name="csY2301" fmla="*/ 707517 h 1045272"/>
                <a:gd name="csX2302" fmla="*/ 1612337 w 1692117"/>
                <a:gd name="csY2302" fmla="*/ 709906 h 1045272"/>
                <a:gd name="csX2303" fmla="*/ 1613770 w 1692117"/>
                <a:gd name="csY2303" fmla="*/ 710384 h 1045272"/>
                <a:gd name="csX2304" fmla="*/ 1615681 w 1692117"/>
                <a:gd name="csY2304" fmla="*/ 709906 h 1045272"/>
                <a:gd name="csX2305" fmla="*/ 1617114 w 1692117"/>
                <a:gd name="csY2305" fmla="*/ 710384 h 1045272"/>
                <a:gd name="csX2306" fmla="*/ 1616159 w 1692117"/>
                <a:gd name="csY2306" fmla="*/ 711817 h 1045272"/>
                <a:gd name="csX2307" fmla="*/ 1611381 w 1692117"/>
                <a:gd name="csY2307" fmla="*/ 718027 h 1045272"/>
                <a:gd name="csX2308" fmla="*/ 1609948 w 1692117"/>
                <a:gd name="csY2308" fmla="*/ 720416 h 1045272"/>
                <a:gd name="csX2309" fmla="*/ 1609471 w 1692117"/>
                <a:gd name="csY2309" fmla="*/ 721849 h 1045272"/>
                <a:gd name="csX2310" fmla="*/ 1610904 w 1692117"/>
                <a:gd name="csY2310" fmla="*/ 719461 h 1045272"/>
                <a:gd name="csX2311" fmla="*/ 1617592 w 1692117"/>
                <a:gd name="csY2311" fmla="*/ 714206 h 1045272"/>
                <a:gd name="csX2312" fmla="*/ 1618070 w 1692117"/>
                <a:gd name="csY2312" fmla="*/ 713250 h 1045272"/>
                <a:gd name="csX2313" fmla="*/ 1619503 w 1692117"/>
                <a:gd name="csY2313" fmla="*/ 711339 h 1045272"/>
                <a:gd name="csX2314" fmla="*/ 1620936 w 1692117"/>
                <a:gd name="csY2314" fmla="*/ 709906 h 1045272"/>
                <a:gd name="csX2315" fmla="*/ 1624280 w 1692117"/>
                <a:gd name="csY2315" fmla="*/ 710384 h 1045272"/>
                <a:gd name="csX2316" fmla="*/ 1626191 w 1692117"/>
                <a:gd name="csY2316" fmla="*/ 711339 h 1045272"/>
                <a:gd name="csX2317" fmla="*/ 1626669 w 1692117"/>
                <a:gd name="csY2317" fmla="*/ 714206 h 1045272"/>
                <a:gd name="csX2318" fmla="*/ 1628102 w 1692117"/>
                <a:gd name="csY2318" fmla="*/ 717550 h 1045272"/>
                <a:gd name="csX2319" fmla="*/ 1630491 w 1692117"/>
                <a:gd name="csY2319" fmla="*/ 721371 h 1045272"/>
                <a:gd name="csX2320" fmla="*/ 1635746 w 1692117"/>
                <a:gd name="csY2320" fmla="*/ 722805 h 1045272"/>
                <a:gd name="csX2321" fmla="*/ 1638134 w 1692117"/>
                <a:gd name="csY2321" fmla="*/ 723282 h 1045272"/>
                <a:gd name="csX2322" fmla="*/ 1641479 w 1692117"/>
                <a:gd name="csY2322" fmla="*/ 721849 h 1045272"/>
                <a:gd name="csX2323" fmla="*/ 1641956 w 1692117"/>
                <a:gd name="csY2323" fmla="*/ 720416 h 1045272"/>
                <a:gd name="csX2324" fmla="*/ 1644822 w 1692117"/>
                <a:gd name="csY2324" fmla="*/ 719938 h 1045272"/>
                <a:gd name="csX2325" fmla="*/ 1646733 w 1692117"/>
                <a:gd name="csY2325" fmla="*/ 719938 h 1045272"/>
                <a:gd name="csX2326" fmla="*/ 1647211 w 1692117"/>
                <a:gd name="csY2326" fmla="*/ 723282 h 1045272"/>
                <a:gd name="csX2327" fmla="*/ 1649122 w 1692117"/>
                <a:gd name="csY2327" fmla="*/ 725193 h 1045272"/>
                <a:gd name="csX2328" fmla="*/ 1651033 w 1692117"/>
                <a:gd name="csY2328" fmla="*/ 726149 h 1045272"/>
                <a:gd name="csX2329" fmla="*/ 1653422 w 1692117"/>
                <a:gd name="csY2329" fmla="*/ 727104 h 1045272"/>
                <a:gd name="csX2330" fmla="*/ 1655810 w 1692117"/>
                <a:gd name="csY2330" fmla="*/ 727582 h 1045272"/>
                <a:gd name="csX2331" fmla="*/ 1657721 w 1692117"/>
                <a:gd name="csY2331" fmla="*/ 729015 h 1045272"/>
                <a:gd name="csX2332" fmla="*/ 1657721 w 1692117"/>
                <a:gd name="csY2332" fmla="*/ 729493 h 1045272"/>
                <a:gd name="csX2333" fmla="*/ 1655810 w 1692117"/>
                <a:gd name="csY2333" fmla="*/ 731404 h 1045272"/>
                <a:gd name="csX2334" fmla="*/ 1654377 w 1692117"/>
                <a:gd name="csY2334" fmla="*/ 733792 h 1045272"/>
                <a:gd name="csX2335" fmla="*/ 1651988 w 1692117"/>
                <a:gd name="csY2335" fmla="*/ 735226 h 1045272"/>
                <a:gd name="csX2336" fmla="*/ 1648167 w 1692117"/>
                <a:gd name="csY2336" fmla="*/ 735226 h 1045272"/>
                <a:gd name="csX2337" fmla="*/ 1642912 w 1692117"/>
                <a:gd name="csY2337" fmla="*/ 736659 h 1045272"/>
                <a:gd name="csX2338" fmla="*/ 1642434 w 1692117"/>
                <a:gd name="csY2338" fmla="*/ 737614 h 1045272"/>
                <a:gd name="csX2339" fmla="*/ 1641479 w 1692117"/>
                <a:gd name="csY2339" fmla="*/ 738570 h 1045272"/>
                <a:gd name="csX2340" fmla="*/ 1638612 w 1692117"/>
                <a:gd name="csY2340" fmla="*/ 739525 h 1045272"/>
                <a:gd name="csX2341" fmla="*/ 1637179 w 1692117"/>
                <a:gd name="csY2341" fmla="*/ 740481 h 1045272"/>
                <a:gd name="csX2342" fmla="*/ 1634790 w 1692117"/>
                <a:gd name="csY2342" fmla="*/ 744303 h 1045272"/>
                <a:gd name="csX2343" fmla="*/ 1633357 w 1692117"/>
                <a:gd name="csY2343" fmla="*/ 745736 h 1045272"/>
                <a:gd name="csX2344" fmla="*/ 1631446 w 1692117"/>
                <a:gd name="csY2344" fmla="*/ 746213 h 1045272"/>
                <a:gd name="csX2345" fmla="*/ 1629057 w 1692117"/>
                <a:gd name="csY2345" fmla="*/ 745736 h 1045272"/>
                <a:gd name="csX2346" fmla="*/ 1627624 w 1692117"/>
                <a:gd name="csY2346" fmla="*/ 746213 h 1045272"/>
                <a:gd name="csX2347" fmla="*/ 1626191 w 1692117"/>
                <a:gd name="csY2347" fmla="*/ 747169 h 1045272"/>
                <a:gd name="csX2348" fmla="*/ 1625713 w 1692117"/>
                <a:gd name="csY2348" fmla="*/ 748124 h 1045272"/>
                <a:gd name="csX2349" fmla="*/ 1625236 w 1692117"/>
                <a:gd name="csY2349" fmla="*/ 748602 h 1045272"/>
                <a:gd name="csX2350" fmla="*/ 1621891 w 1692117"/>
                <a:gd name="csY2350" fmla="*/ 749558 h 1045272"/>
                <a:gd name="csX2351" fmla="*/ 1616159 w 1692117"/>
                <a:gd name="csY2351" fmla="*/ 752424 h 1045272"/>
                <a:gd name="csX2352" fmla="*/ 1612815 w 1692117"/>
                <a:gd name="csY2352" fmla="*/ 752424 h 1045272"/>
                <a:gd name="csX2353" fmla="*/ 1610904 w 1692117"/>
                <a:gd name="csY2353" fmla="*/ 751946 h 1045272"/>
                <a:gd name="csX2354" fmla="*/ 1609471 w 1692117"/>
                <a:gd name="csY2354" fmla="*/ 752424 h 1045272"/>
                <a:gd name="csX2355" fmla="*/ 1608515 w 1692117"/>
                <a:gd name="csY2355" fmla="*/ 753379 h 1045272"/>
                <a:gd name="csX2356" fmla="*/ 1605649 w 1692117"/>
                <a:gd name="csY2356" fmla="*/ 754813 h 1045272"/>
                <a:gd name="csX2357" fmla="*/ 1605171 w 1692117"/>
                <a:gd name="csY2357" fmla="*/ 755290 h 1045272"/>
                <a:gd name="csX2358" fmla="*/ 1604693 w 1692117"/>
                <a:gd name="csY2358" fmla="*/ 756723 h 1045272"/>
                <a:gd name="csX2359" fmla="*/ 1604215 w 1692117"/>
                <a:gd name="csY2359" fmla="*/ 758634 h 1045272"/>
                <a:gd name="csX2360" fmla="*/ 1603738 w 1692117"/>
                <a:gd name="csY2360" fmla="*/ 759112 h 1045272"/>
                <a:gd name="csX2361" fmla="*/ 1603260 w 1692117"/>
                <a:gd name="csY2361" fmla="*/ 759590 h 1045272"/>
                <a:gd name="csX2362" fmla="*/ 1600872 w 1692117"/>
                <a:gd name="csY2362" fmla="*/ 759112 h 1045272"/>
                <a:gd name="csX2363" fmla="*/ 1598483 w 1692117"/>
                <a:gd name="csY2363" fmla="*/ 758157 h 1045272"/>
                <a:gd name="csX2364" fmla="*/ 1598961 w 1692117"/>
                <a:gd name="csY2364" fmla="*/ 759590 h 1045272"/>
                <a:gd name="csX2365" fmla="*/ 1602782 w 1692117"/>
                <a:gd name="csY2365" fmla="*/ 761501 h 1045272"/>
                <a:gd name="csX2366" fmla="*/ 1604215 w 1692117"/>
                <a:gd name="csY2366" fmla="*/ 762934 h 1045272"/>
                <a:gd name="csX2367" fmla="*/ 1602782 w 1692117"/>
                <a:gd name="csY2367" fmla="*/ 764367 h 1045272"/>
                <a:gd name="csX2368" fmla="*/ 1600394 w 1692117"/>
                <a:gd name="csY2368" fmla="*/ 765800 h 1045272"/>
                <a:gd name="csX2369" fmla="*/ 1599916 w 1692117"/>
                <a:gd name="csY2369" fmla="*/ 766756 h 1045272"/>
                <a:gd name="csX2370" fmla="*/ 1601349 w 1692117"/>
                <a:gd name="csY2370" fmla="*/ 767234 h 1045272"/>
                <a:gd name="csX2371" fmla="*/ 1600872 w 1692117"/>
                <a:gd name="csY2371" fmla="*/ 768189 h 1045272"/>
                <a:gd name="csX2372" fmla="*/ 1599438 w 1692117"/>
                <a:gd name="csY2372" fmla="*/ 769144 h 1045272"/>
                <a:gd name="csX2373" fmla="*/ 1599438 w 1692117"/>
                <a:gd name="csY2373" fmla="*/ 769622 h 1045272"/>
                <a:gd name="csX2374" fmla="*/ 1599438 w 1692117"/>
                <a:gd name="csY2374" fmla="*/ 769622 h 1045272"/>
                <a:gd name="csX2375" fmla="*/ 1603260 w 1692117"/>
                <a:gd name="csY2375" fmla="*/ 768667 h 1045272"/>
                <a:gd name="csX2376" fmla="*/ 1606604 w 1692117"/>
                <a:gd name="csY2376" fmla="*/ 765800 h 1045272"/>
                <a:gd name="csX2377" fmla="*/ 1608515 w 1692117"/>
                <a:gd name="csY2377" fmla="*/ 763412 h 1045272"/>
                <a:gd name="csX2378" fmla="*/ 1609471 w 1692117"/>
                <a:gd name="csY2378" fmla="*/ 762456 h 1045272"/>
                <a:gd name="csX2379" fmla="*/ 1613770 w 1692117"/>
                <a:gd name="csY2379" fmla="*/ 761501 h 1045272"/>
                <a:gd name="csX2380" fmla="*/ 1616159 w 1692117"/>
                <a:gd name="csY2380" fmla="*/ 760545 h 1045272"/>
                <a:gd name="csX2381" fmla="*/ 1619503 w 1692117"/>
                <a:gd name="csY2381" fmla="*/ 758157 h 1045272"/>
                <a:gd name="csX2382" fmla="*/ 1623325 w 1692117"/>
                <a:gd name="csY2382" fmla="*/ 755290 h 1045272"/>
                <a:gd name="csX2383" fmla="*/ 1627624 w 1692117"/>
                <a:gd name="csY2383" fmla="*/ 750991 h 1045272"/>
                <a:gd name="csX2384" fmla="*/ 1632879 w 1692117"/>
                <a:gd name="csY2384" fmla="*/ 748124 h 1045272"/>
                <a:gd name="csX2385" fmla="*/ 1639090 w 1692117"/>
                <a:gd name="csY2385" fmla="*/ 745736 h 1045272"/>
                <a:gd name="csX2386" fmla="*/ 1643867 w 1692117"/>
                <a:gd name="csY2386" fmla="*/ 744303 h 1045272"/>
                <a:gd name="csX2387" fmla="*/ 1647211 w 1692117"/>
                <a:gd name="csY2387" fmla="*/ 744303 h 1045272"/>
                <a:gd name="csX2388" fmla="*/ 1647211 w 1692117"/>
                <a:gd name="csY2388" fmla="*/ 744303 h 1045272"/>
                <a:gd name="csX2389" fmla="*/ 1644345 w 1692117"/>
                <a:gd name="csY2389" fmla="*/ 743347 h 1045272"/>
                <a:gd name="csX2390" fmla="*/ 1642434 w 1692117"/>
                <a:gd name="csY2390" fmla="*/ 743347 h 1045272"/>
                <a:gd name="csX2391" fmla="*/ 1639568 w 1692117"/>
                <a:gd name="csY2391" fmla="*/ 743825 h 1045272"/>
                <a:gd name="csX2392" fmla="*/ 1638612 w 1692117"/>
                <a:gd name="csY2392" fmla="*/ 742392 h 1045272"/>
                <a:gd name="csX2393" fmla="*/ 1638612 w 1692117"/>
                <a:gd name="csY2393" fmla="*/ 741914 h 1045272"/>
                <a:gd name="csX2394" fmla="*/ 1639568 w 1692117"/>
                <a:gd name="csY2394" fmla="*/ 740958 h 1045272"/>
                <a:gd name="csX2395" fmla="*/ 1641956 w 1692117"/>
                <a:gd name="csY2395" fmla="*/ 740481 h 1045272"/>
                <a:gd name="csX2396" fmla="*/ 1653422 w 1692117"/>
                <a:gd name="csY2396" fmla="*/ 741436 h 1045272"/>
                <a:gd name="csX2397" fmla="*/ 1657244 w 1692117"/>
                <a:gd name="csY2397" fmla="*/ 742392 h 1045272"/>
                <a:gd name="csX2398" fmla="*/ 1661543 w 1692117"/>
                <a:gd name="csY2398" fmla="*/ 749558 h 1045272"/>
                <a:gd name="csX2399" fmla="*/ 1662498 w 1692117"/>
                <a:gd name="csY2399" fmla="*/ 751946 h 1045272"/>
                <a:gd name="csX2400" fmla="*/ 1662976 w 1692117"/>
                <a:gd name="csY2400" fmla="*/ 753857 h 1045272"/>
                <a:gd name="csX2401" fmla="*/ 1662498 w 1692117"/>
                <a:gd name="csY2401" fmla="*/ 754813 h 1045272"/>
                <a:gd name="csX2402" fmla="*/ 1660588 w 1692117"/>
                <a:gd name="csY2402" fmla="*/ 756246 h 1045272"/>
                <a:gd name="csX2403" fmla="*/ 1655810 w 1692117"/>
                <a:gd name="csY2403" fmla="*/ 758634 h 1045272"/>
                <a:gd name="csX2404" fmla="*/ 1655333 w 1692117"/>
                <a:gd name="csY2404" fmla="*/ 759112 h 1045272"/>
                <a:gd name="csX2405" fmla="*/ 1655333 w 1692117"/>
                <a:gd name="csY2405" fmla="*/ 759590 h 1045272"/>
                <a:gd name="csX2406" fmla="*/ 1657244 w 1692117"/>
                <a:gd name="csY2406" fmla="*/ 760068 h 1045272"/>
                <a:gd name="csX2407" fmla="*/ 1657721 w 1692117"/>
                <a:gd name="csY2407" fmla="*/ 761023 h 1045272"/>
                <a:gd name="csX2408" fmla="*/ 1659154 w 1692117"/>
                <a:gd name="csY2408" fmla="*/ 763412 h 1045272"/>
                <a:gd name="csX2409" fmla="*/ 1661065 w 1692117"/>
                <a:gd name="csY2409" fmla="*/ 761978 h 1045272"/>
                <a:gd name="csX2410" fmla="*/ 1665365 w 1692117"/>
                <a:gd name="csY2410" fmla="*/ 757201 h 1045272"/>
                <a:gd name="csX2411" fmla="*/ 1668709 w 1692117"/>
                <a:gd name="csY2411" fmla="*/ 755290 h 1045272"/>
                <a:gd name="csX2412" fmla="*/ 1671575 w 1692117"/>
                <a:gd name="csY2412" fmla="*/ 754813 h 1045272"/>
                <a:gd name="csX2413" fmla="*/ 1674920 w 1692117"/>
                <a:gd name="csY2413" fmla="*/ 754335 h 1045272"/>
                <a:gd name="csX2414" fmla="*/ 1676353 w 1692117"/>
                <a:gd name="csY2414" fmla="*/ 754813 h 1045272"/>
                <a:gd name="csX2415" fmla="*/ 1676830 w 1692117"/>
                <a:gd name="csY2415" fmla="*/ 755768 h 1045272"/>
                <a:gd name="csX2416" fmla="*/ 1678263 w 1692117"/>
                <a:gd name="csY2416" fmla="*/ 758634 h 1045272"/>
                <a:gd name="csX2417" fmla="*/ 1680175 w 1692117"/>
                <a:gd name="csY2417" fmla="*/ 759590 h 1045272"/>
                <a:gd name="csX2418" fmla="*/ 1683041 w 1692117"/>
                <a:gd name="csY2418" fmla="*/ 760068 h 1045272"/>
                <a:gd name="csX2419" fmla="*/ 1685907 w 1692117"/>
                <a:gd name="csY2419" fmla="*/ 763412 h 1045272"/>
                <a:gd name="csX2420" fmla="*/ 1687340 w 1692117"/>
                <a:gd name="csY2420" fmla="*/ 765800 h 1045272"/>
                <a:gd name="csX2421" fmla="*/ 1688296 w 1692117"/>
                <a:gd name="csY2421" fmla="*/ 767234 h 1045272"/>
                <a:gd name="csX2422" fmla="*/ 1688296 w 1692117"/>
                <a:gd name="csY2422" fmla="*/ 768189 h 1045272"/>
                <a:gd name="csX2423" fmla="*/ 1688296 w 1692117"/>
                <a:gd name="csY2423" fmla="*/ 769144 h 1045272"/>
                <a:gd name="csX2424" fmla="*/ 1689251 w 1692117"/>
                <a:gd name="csY2424" fmla="*/ 770578 h 1045272"/>
                <a:gd name="csX2425" fmla="*/ 1689251 w 1692117"/>
                <a:gd name="csY2425" fmla="*/ 771533 h 1045272"/>
                <a:gd name="csX2426" fmla="*/ 1689251 w 1692117"/>
                <a:gd name="csY2426" fmla="*/ 773922 h 1045272"/>
                <a:gd name="csX2427" fmla="*/ 1687340 w 1692117"/>
                <a:gd name="csY2427" fmla="*/ 777744 h 1045272"/>
                <a:gd name="csX2428" fmla="*/ 1688774 w 1692117"/>
                <a:gd name="csY2428" fmla="*/ 781565 h 1045272"/>
                <a:gd name="csX2429" fmla="*/ 1688296 w 1692117"/>
                <a:gd name="csY2429" fmla="*/ 782999 h 1045272"/>
                <a:gd name="csX2430" fmla="*/ 1687818 w 1692117"/>
                <a:gd name="csY2430" fmla="*/ 785865 h 1045272"/>
                <a:gd name="csX2431" fmla="*/ 1688774 w 1692117"/>
                <a:gd name="csY2431" fmla="*/ 787776 h 1045272"/>
                <a:gd name="csX2432" fmla="*/ 1689251 w 1692117"/>
                <a:gd name="csY2432" fmla="*/ 788731 h 1045272"/>
                <a:gd name="csX2433" fmla="*/ 1688296 w 1692117"/>
                <a:gd name="csY2433" fmla="*/ 789209 h 1045272"/>
                <a:gd name="csX2434" fmla="*/ 1682086 w 1692117"/>
                <a:gd name="csY2434" fmla="*/ 790642 h 1045272"/>
                <a:gd name="csX2435" fmla="*/ 1679697 w 1692117"/>
                <a:gd name="csY2435" fmla="*/ 790642 h 1045272"/>
                <a:gd name="csX2436" fmla="*/ 1678741 w 1692117"/>
                <a:gd name="csY2436" fmla="*/ 791598 h 1045272"/>
                <a:gd name="csX2437" fmla="*/ 1680652 w 1692117"/>
                <a:gd name="csY2437" fmla="*/ 791598 h 1045272"/>
                <a:gd name="csX2438" fmla="*/ 1684474 w 1692117"/>
                <a:gd name="csY2438" fmla="*/ 791598 h 1045272"/>
                <a:gd name="csX2439" fmla="*/ 1688774 w 1692117"/>
                <a:gd name="csY2439" fmla="*/ 792553 h 1045272"/>
                <a:gd name="csX2440" fmla="*/ 1690685 w 1692117"/>
                <a:gd name="csY2440" fmla="*/ 793509 h 1045272"/>
                <a:gd name="csX2441" fmla="*/ 1691162 w 1692117"/>
                <a:gd name="csY2441" fmla="*/ 794942 h 1045272"/>
                <a:gd name="csX2442" fmla="*/ 1691162 w 1692117"/>
                <a:gd name="csY2442" fmla="*/ 795897 h 1045272"/>
                <a:gd name="csX2443" fmla="*/ 1689729 w 1692117"/>
                <a:gd name="csY2443" fmla="*/ 796853 h 1045272"/>
                <a:gd name="csX2444" fmla="*/ 1687340 w 1692117"/>
                <a:gd name="csY2444" fmla="*/ 796853 h 1045272"/>
                <a:gd name="csX2445" fmla="*/ 1684952 w 1692117"/>
                <a:gd name="csY2445" fmla="*/ 795897 h 1045272"/>
                <a:gd name="csX2446" fmla="*/ 1685429 w 1692117"/>
                <a:gd name="csY2446" fmla="*/ 796853 h 1045272"/>
                <a:gd name="csX2447" fmla="*/ 1688774 w 1692117"/>
                <a:gd name="csY2447" fmla="*/ 798286 h 1045272"/>
                <a:gd name="csX2448" fmla="*/ 1689729 w 1692117"/>
                <a:gd name="csY2448" fmla="*/ 799241 h 1045272"/>
                <a:gd name="csX2449" fmla="*/ 1691640 w 1692117"/>
                <a:gd name="csY2449" fmla="*/ 800675 h 1045272"/>
                <a:gd name="csX2450" fmla="*/ 1692118 w 1692117"/>
                <a:gd name="csY2450" fmla="*/ 802108 h 1045272"/>
                <a:gd name="csX2451" fmla="*/ 1691640 w 1692117"/>
                <a:gd name="csY2451" fmla="*/ 803541 h 1045272"/>
                <a:gd name="csX2452" fmla="*/ 1684952 w 1692117"/>
                <a:gd name="csY2452" fmla="*/ 809751 h 1045272"/>
                <a:gd name="csX2453" fmla="*/ 1679697 w 1692117"/>
                <a:gd name="csY2453" fmla="*/ 813573 h 1045272"/>
                <a:gd name="csX2454" fmla="*/ 1674442 w 1692117"/>
                <a:gd name="csY2454" fmla="*/ 816917 h 1045272"/>
                <a:gd name="csX2455" fmla="*/ 1665843 w 1692117"/>
                <a:gd name="csY2455" fmla="*/ 823606 h 1045272"/>
                <a:gd name="csX2456" fmla="*/ 1665365 w 1692117"/>
                <a:gd name="csY2456" fmla="*/ 824083 h 1045272"/>
                <a:gd name="csX2457" fmla="*/ 1663454 w 1692117"/>
                <a:gd name="csY2457" fmla="*/ 824083 h 1045272"/>
                <a:gd name="csX2458" fmla="*/ 1659632 w 1692117"/>
                <a:gd name="csY2458" fmla="*/ 823128 h 1045272"/>
                <a:gd name="csX2459" fmla="*/ 1656288 w 1692117"/>
                <a:gd name="csY2459" fmla="*/ 823128 h 1045272"/>
                <a:gd name="csX2460" fmla="*/ 1650078 w 1692117"/>
                <a:gd name="csY2460" fmla="*/ 824561 h 1045272"/>
                <a:gd name="csX2461" fmla="*/ 1648644 w 1692117"/>
                <a:gd name="csY2461" fmla="*/ 825039 h 1045272"/>
                <a:gd name="csX2462" fmla="*/ 1645300 w 1692117"/>
                <a:gd name="csY2462" fmla="*/ 827427 h 1045272"/>
                <a:gd name="csX2463" fmla="*/ 1643867 w 1692117"/>
                <a:gd name="csY2463" fmla="*/ 827905 h 1045272"/>
                <a:gd name="csX2464" fmla="*/ 1640523 w 1692117"/>
                <a:gd name="csY2464" fmla="*/ 828383 h 1045272"/>
                <a:gd name="csX2465" fmla="*/ 1637179 w 1692117"/>
                <a:gd name="csY2465" fmla="*/ 827905 h 1045272"/>
                <a:gd name="csX2466" fmla="*/ 1635746 w 1692117"/>
                <a:gd name="csY2466" fmla="*/ 828383 h 1045272"/>
                <a:gd name="csX2467" fmla="*/ 1633835 w 1692117"/>
                <a:gd name="csY2467" fmla="*/ 829338 h 1045272"/>
                <a:gd name="csX2468" fmla="*/ 1633357 w 1692117"/>
                <a:gd name="csY2468" fmla="*/ 829816 h 1045272"/>
                <a:gd name="csX2469" fmla="*/ 1632879 w 1692117"/>
                <a:gd name="csY2469" fmla="*/ 831727 h 1045272"/>
                <a:gd name="csX2470" fmla="*/ 1624758 w 1692117"/>
                <a:gd name="csY2470" fmla="*/ 840326 h 1045272"/>
                <a:gd name="csX2471" fmla="*/ 1622847 w 1692117"/>
                <a:gd name="csY2471" fmla="*/ 843193 h 1045272"/>
                <a:gd name="csX2472" fmla="*/ 1618547 w 1692117"/>
                <a:gd name="csY2472" fmla="*/ 846059 h 1045272"/>
                <a:gd name="csX2473" fmla="*/ 1613770 w 1692117"/>
                <a:gd name="csY2473" fmla="*/ 851314 h 1045272"/>
                <a:gd name="csX2474" fmla="*/ 1609948 w 1692117"/>
                <a:gd name="csY2474" fmla="*/ 853225 h 1045272"/>
                <a:gd name="csX2475" fmla="*/ 1608515 w 1692117"/>
                <a:gd name="csY2475" fmla="*/ 856569 h 1045272"/>
                <a:gd name="csX2476" fmla="*/ 1604693 w 1692117"/>
                <a:gd name="csY2476" fmla="*/ 858002 h 1045272"/>
                <a:gd name="csX2477" fmla="*/ 1597527 w 1692117"/>
                <a:gd name="csY2477" fmla="*/ 858480 h 1045272"/>
                <a:gd name="csX2478" fmla="*/ 1594183 w 1692117"/>
                <a:gd name="csY2478" fmla="*/ 858958 h 1045272"/>
                <a:gd name="csX2479" fmla="*/ 1589884 w 1692117"/>
                <a:gd name="csY2479" fmla="*/ 858480 h 1045272"/>
                <a:gd name="csX2480" fmla="*/ 1587017 w 1692117"/>
                <a:gd name="csY2480" fmla="*/ 859435 h 1045272"/>
                <a:gd name="csX2481" fmla="*/ 1582718 w 1692117"/>
                <a:gd name="csY2481" fmla="*/ 859913 h 1045272"/>
                <a:gd name="csX2482" fmla="*/ 1580329 w 1692117"/>
                <a:gd name="csY2482" fmla="*/ 859435 h 1045272"/>
                <a:gd name="csX2483" fmla="*/ 1571730 w 1692117"/>
                <a:gd name="csY2483" fmla="*/ 862302 h 1045272"/>
                <a:gd name="csX2484" fmla="*/ 1569819 w 1692117"/>
                <a:gd name="csY2484" fmla="*/ 859913 h 1045272"/>
                <a:gd name="csX2485" fmla="*/ 1567908 w 1692117"/>
                <a:gd name="csY2485" fmla="*/ 858958 h 1045272"/>
                <a:gd name="csX2486" fmla="*/ 1563131 w 1692117"/>
                <a:gd name="csY2486" fmla="*/ 858480 h 1045272"/>
                <a:gd name="csX2487" fmla="*/ 1559309 w 1692117"/>
                <a:gd name="csY2487" fmla="*/ 857524 h 1045272"/>
                <a:gd name="csX2488" fmla="*/ 1555487 w 1692117"/>
                <a:gd name="csY2488" fmla="*/ 857524 h 1045272"/>
                <a:gd name="csX2489" fmla="*/ 1552143 w 1692117"/>
                <a:gd name="csY2489" fmla="*/ 856569 h 1045272"/>
                <a:gd name="csX2490" fmla="*/ 1549754 w 1692117"/>
                <a:gd name="csY2490" fmla="*/ 856569 h 1045272"/>
                <a:gd name="csX2491" fmla="*/ 1547366 w 1692117"/>
                <a:gd name="csY2491" fmla="*/ 857047 h 1045272"/>
                <a:gd name="csX2492" fmla="*/ 1544022 w 1692117"/>
                <a:gd name="csY2492" fmla="*/ 857047 h 1045272"/>
                <a:gd name="csX2493" fmla="*/ 1541633 w 1692117"/>
                <a:gd name="csY2493" fmla="*/ 858480 h 1045272"/>
                <a:gd name="csX2494" fmla="*/ 1534945 w 1692117"/>
                <a:gd name="csY2494" fmla="*/ 858002 h 1045272"/>
                <a:gd name="csX2495" fmla="*/ 1532078 w 1692117"/>
                <a:gd name="csY2495" fmla="*/ 856569 h 1045272"/>
                <a:gd name="csX2496" fmla="*/ 1529690 w 1692117"/>
                <a:gd name="csY2496" fmla="*/ 856569 h 1045272"/>
                <a:gd name="csX2497" fmla="*/ 1526346 w 1692117"/>
                <a:gd name="csY2497" fmla="*/ 856569 h 1045272"/>
                <a:gd name="csX2498" fmla="*/ 1523479 w 1692117"/>
                <a:gd name="csY2498" fmla="*/ 857524 h 1045272"/>
                <a:gd name="csX2499" fmla="*/ 1516791 w 1692117"/>
                <a:gd name="csY2499" fmla="*/ 856569 h 1045272"/>
                <a:gd name="csX2500" fmla="*/ 1509625 w 1692117"/>
                <a:gd name="csY2500" fmla="*/ 857524 h 1045272"/>
                <a:gd name="csX2501" fmla="*/ 1503415 w 1692117"/>
                <a:gd name="csY2501" fmla="*/ 857047 h 1045272"/>
                <a:gd name="csX2502" fmla="*/ 1501504 w 1692117"/>
                <a:gd name="csY2502" fmla="*/ 856091 h 1045272"/>
                <a:gd name="csX2503" fmla="*/ 1491949 w 1692117"/>
                <a:gd name="csY2503" fmla="*/ 858002 h 1045272"/>
                <a:gd name="csX2504" fmla="*/ 1488127 w 1692117"/>
                <a:gd name="csY2504" fmla="*/ 857047 h 1045272"/>
                <a:gd name="csX2505" fmla="*/ 1484783 w 1692117"/>
                <a:gd name="csY2505" fmla="*/ 859435 h 1045272"/>
                <a:gd name="csX2506" fmla="*/ 1482394 w 1692117"/>
                <a:gd name="csY2506" fmla="*/ 858958 h 1045272"/>
                <a:gd name="csX2507" fmla="*/ 1480006 w 1692117"/>
                <a:gd name="csY2507" fmla="*/ 859435 h 1045272"/>
                <a:gd name="csX2508" fmla="*/ 1479051 w 1692117"/>
                <a:gd name="csY2508" fmla="*/ 858958 h 1045272"/>
                <a:gd name="csX2509" fmla="*/ 1477140 w 1692117"/>
                <a:gd name="csY2509" fmla="*/ 859435 h 1045272"/>
                <a:gd name="csX2510" fmla="*/ 1476184 w 1692117"/>
                <a:gd name="csY2510" fmla="*/ 860869 h 1045272"/>
                <a:gd name="csX2511" fmla="*/ 1474751 w 1692117"/>
                <a:gd name="csY2511" fmla="*/ 860869 h 1045272"/>
                <a:gd name="csX2512" fmla="*/ 1472362 w 1692117"/>
                <a:gd name="csY2512" fmla="*/ 863257 h 1045272"/>
                <a:gd name="csX2513" fmla="*/ 1468540 w 1692117"/>
                <a:gd name="csY2513" fmla="*/ 865646 h 1045272"/>
                <a:gd name="csX2514" fmla="*/ 1462808 w 1692117"/>
                <a:gd name="csY2514" fmla="*/ 876634 h 1045272"/>
                <a:gd name="csX2515" fmla="*/ 1462330 w 1692117"/>
                <a:gd name="csY2515" fmla="*/ 880933 h 1045272"/>
                <a:gd name="csX2516" fmla="*/ 1459941 w 1692117"/>
                <a:gd name="csY2516" fmla="*/ 883800 h 1045272"/>
                <a:gd name="csX2517" fmla="*/ 1458030 w 1692117"/>
                <a:gd name="csY2517" fmla="*/ 883800 h 1045272"/>
                <a:gd name="csX2518" fmla="*/ 1456597 w 1692117"/>
                <a:gd name="csY2518" fmla="*/ 884277 h 1045272"/>
                <a:gd name="csX2519" fmla="*/ 1446565 w 1692117"/>
                <a:gd name="csY2519" fmla="*/ 886188 h 1045272"/>
                <a:gd name="csX2520" fmla="*/ 1441787 w 1692117"/>
                <a:gd name="csY2520" fmla="*/ 887621 h 1045272"/>
                <a:gd name="csX2521" fmla="*/ 1443221 w 1692117"/>
                <a:gd name="csY2521" fmla="*/ 889055 h 1045272"/>
                <a:gd name="csX2522" fmla="*/ 1441787 w 1692117"/>
                <a:gd name="csY2522" fmla="*/ 890010 h 1045272"/>
                <a:gd name="csX2523" fmla="*/ 1439399 w 1692117"/>
                <a:gd name="csY2523" fmla="*/ 890488 h 1045272"/>
                <a:gd name="csX2524" fmla="*/ 1436533 w 1692117"/>
                <a:gd name="csY2524" fmla="*/ 891921 h 1045272"/>
                <a:gd name="csX2525" fmla="*/ 1435099 w 1692117"/>
                <a:gd name="csY2525" fmla="*/ 892876 h 1045272"/>
                <a:gd name="csX2526" fmla="*/ 1434144 w 1692117"/>
                <a:gd name="csY2526" fmla="*/ 894787 h 1045272"/>
                <a:gd name="csX2527" fmla="*/ 1428889 w 1692117"/>
                <a:gd name="csY2527" fmla="*/ 898131 h 1045272"/>
                <a:gd name="csX2528" fmla="*/ 1423156 w 1692117"/>
                <a:gd name="csY2528" fmla="*/ 904820 h 1045272"/>
                <a:gd name="csX2529" fmla="*/ 1420290 w 1692117"/>
                <a:gd name="csY2529" fmla="*/ 910075 h 1045272"/>
                <a:gd name="csX2530" fmla="*/ 1416946 w 1692117"/>
                <a:gd name="csY2530" fmla="*/ 913897 h 1045272"/>
                <a:gd name="csX2531" fmla="*/ 1414079 w 1692117"/>
                <a:gd name="csY2531" fmla="*/ 915330 h 1045272"/>
                <a:gd name="csX2532" fmla="*/ 1412646 w 1692117"/>
                <a:gd name="csY2532" fmla="*/ 915330 h 1045272"/>
                <a:gd name="csX2533" fmla="*/ 1410735 w 1692117"/>
                <a:gd name="csY2533" fmla="*/ 914852 h 1045272"/>
                <a:gd name="csX2534" fmla="*/ 1407869 w 1692117"/>
                <a:gd name="csY2534" fmla="*/ 913419 h 1045272"/>
                <a:gd name="csX2535" fmla="*/ 1405480 w 1692117"/>
                <a:gd name="csY2535" fmla="*/ 912941 h 1045272"/>
                <a:gd name="csX2536" fmla="*/ 1400225 w 1692117"/>
                <a:gd name="csY2536" fmla="*/ 910552 h 1045272"/>
                <a:gd name="csX2537" fmla="*/ 1387804 w 1692117"/>
                <a:gd name="csY2537" fmla="*/ 908164 h 1045272"/>
                <a:gd name="csX2538" fmla="*/ 1389715 w 1692117"/>
                <a:gd name="csY2538" fmla="*/ 909119 h 1045272"/>
                <a:gd name="csX2539" fmla="*/ 1391148 w 1692117"/>
                <a:gd name="csY2539" fmla="*/ 910552 h 1045272"/>
                <a:gd name="csX2540" fmla="*/ 1394492 w 1692117"/>
                <a:gd name="csY2540" fmla="*/ 911030 h 1045272"/>
                <a:gd name="csX2541" fmla="*/ 1397837 w 1692117"/>
                <a:gd name="csY2541" fmla="*/ 911030 h 1045272"/>
                <a:gd name="csX2542" fmla="*/ 1405002 w 1692117"/>
                <a:gd name="csY2542" fmla="*/ 913897 h 1045272"/>
                <a:gd name="csX2543" fmla="*/ 1408346 w 1692117"/>
                <a:gd name="csY2543" fmla="*/ 914852 h 1045272"/>
                <a:gd name="csX2544" fmla="*/ 1410257 w 1692117"/>
                <a:gd name="csY2544" fmla="*/ 915807 h 1045272"/>
                <a:gd name="csX2545" fmla="*/ 1412168 w 1692117"/>
                <a:gd name="csY2545" fmla="*/ 918196 h 1045272"/>
                <a:gd name="csX2546" fmla="*/ 1411213 w 1692117"/>
                <a:gd name="csY2546" fmla="*/ 922018 h 1045272"/>
                <a:gd name="csX2547" fmla="*/ 1409780 w 1692117"/>
                <a:gd name="csY2547" fmla="*/ 925362 h 1045272"/>
                <a:gd name="csX2548" fmla="*/ 1407869 w 1692117"/>
                <a:gd name="csY2548" fmla="*/ 927751 h 1045272"/>
                <a:gd name="csX2549" fmla="*/ 1401658 w 1692117"/>
                <a:gd name="csY2549" fmla="*/ 933961 h 1045272"/>
                <a:gd name="csX2550" fmla="*/ 1398792 w 1692117"/>
                <a:gd name="csY2550" fmla="*/ 936350 h 1045272"/>
                <a:gd name="csX2551" fmla="*/ 1394014 w 1692117"/>
                <a:gd name="csY2551" fmla="*/ 943993 h 1045272"/>
                <a:gd name="csX2552" fmla="*/ 1388760 w 1692117"/>
                <a:gd name="csY2552" fmla="*/ 947338 h 1045272"/>
                <a:gd name="csX2553" fmla="*/ 1385893 w 1692117"/>
                <a:gd name="csY2553" fmla="*/ 949248 h 1045272"/>
                <a:gd name="csX2554" fmla="*/ 1382549 w 1692117"/>
                <a:gd name="csY2554" fmla="*/ 953070 h 1045272"/>
                <a:gd name="csX2555" fmla="*/ 1375383 w 1692117"/>
                <a:gd name="csY2555" fmla="*/ 955459 h 1045272"/>
                <a:gd name="csX2556" fmla="*/ 1372995 w 1692117"/>
                <a:gd name="csY2556" fmla="*/ 955937 h 1045272"/>
                <a:gd name="csX2557" fmla="*/ 1370606 w 1692117"/>
                <a:gd name="csY2557" fmla="*/ 955937 h 1045272"/>
                <a:gd name="csX2558" fmla="*/ 1367739 w 1692117"/>
                <a:gd name="csY2558" fmla="*/ 957848 h 1045272"/>
                <a:gd name="csX2559" fmla="*/ 1363918 w 1692117"/>
                <a:gd name="csY2559" fmla="*/ 959281 h 1045272"/>
                <a:gd name="csX2560" fmla="*/ 1362962 w 1692117"/>
                <a:gd name="csY2560" fmla="*/ 961192 h 1045272"/>
                <a:gd name="csX2561" fmla="*/ 1354841 w 1692117"/>
                <a:gd name="csY2561" fmla="*/ 966447 h 1045272"/>
                <a:gd name="csX2562" fmla="*/ 1351497 w 1692117"/>
                <a:gd name="csY2562" fmla="*/ 966924 h 1045272"/>
                <a:gd name="csX2563" fmla="*/ 1348630 w 1692117"/>
                <a:gd name="csY2563" fmla="*/ 968358 h 1045272"/>
                <a:gd name="csX2564" fmla="*/ 1347675 w 1692117"/>
                <a:gd name="csY2564" fmla="*/ 970746 h 1045272"/>
                <a:gd name="csX2565" fmla="*/ 1345286 w 1692117"/>
                <a:gd name="csY2565" fmla="*/ 972180 h 1045272"/>
                <a:gd name="csX2566" fmla="*/ 1344808 w 1692117"/>
                <a:gd name="csY2566" fmla="*/ 973135 h 1045272"/>
                <a:gd name="csX2567" fmla="*/ 1342898 w 1692117"/>
                <a:gd name="csY2567" fmla="*/ 976479 h 1045272"/>
                <a:gd name="csX2568" fmla="*/ 1339076 w 1692117"/>
                <a:gd name="csY2568" fmla="*/ 980779 h 1045272"/>
                <a:gd name="csX2569" fmla="*/ 1334298 w 1692117"/>
                <a:gd name="csY2569" fmla="*/ 981256 h 1045272"/>
                <a:gd name="csX2570" fmla="*/ 1332388 w 1692117"/>
                <a:gd name="csY2570" fmla="*/ 982689 h 1045272"/>
                <a:gd name="csX2571" fmla="*/ 1330477 w 1692117"/>
                <a:gd name="csY2571" fmla="*/ 985078 h 1045272"/>
                <a:gd name="csX2572" fmla="*/ 1327610 w 1692117"/>
                <a:gd name="csY2572" fmla="*/ 986989 h 1045272"/>
                <a:gd name="csX2573" fmla="*/ 1322355 w 1692117"/>
                <a:gd name="csY2573" fmla="*/ 986034 h 1045272"/>
                <a:gd name="csX2574" fmla="*/ 1323788 w 1692117"/>
                <a:gd name="csY2574" fmla="*/ 986989 h 1045272"/>
                <a:gd name="csX2575" fmla="*/ 1328566 w 1692117"/>
                <a:gd name="csY2575" fmla="*/ 988422 h 1045272"/>
                <a:gd name="csX2576" fmla="*/ 1329043 w 1692117"/>
                <a:gd name="csY2576" fmla="*/ 990811 h 1045272"/>
                <a:gd name="csX2577" fmla="*/ 1326655 w 1692117"/>
                <a:gd name="csY2577" fmla="*/ 991289 h 1045272"/>
                <a:gd name="csX2578" fmla="*/ 1321400 w 1692117"/>
                <a:gd name="csY2578" fmla="*/ 994633 h 1045272"/>
                <a:gd name="csX2579" fmla="*/ 1314712 w 1692117"/>
                <a:gd name="csY2579" fmla="*/ 999410 h 1045272"/>
                <a:gd name="csX2580" fmla="*/ 1314234 w 1692117"/>
                <a:gd name="csY2580" fmla="*/ 999410 h 1045272"/>
                <a:gd name="csX2581" fmla="*/ 1313278 w 1692117"/>
                <a:gd name="csY2581" fmla="*/ 999888 h 1045272"/>
                <a:gd name="csX2582" fmla="*/ 1311367 w 1692117"/>
                <a:gd name="csY2582" fmla="*/ 999410 h 1045272"/>
                <a:gd name="csX2583" fmla="*/ 1308979 w 1692117"/>
                <a:gd name="csY2583" fmla="*/ 1000365 h 1045272"/>
                <a:gd name="csX2584" fmla="*/ 1305157 w 1692117"/>
                <a:gd name="csY2584" fmla="*/ 1002276 h 1045272"/>
                <a:gd name="csX2585" fmla="*/ 1300857 w 1692117"/>
                <a:gd name="csY2585" fmla="*/ 1005621 h 1045272"/>
                <a:gd name="csX2586" fmla="*/ 1292736 w 1692117"/>
                <a:gd name="csY2586" fmla="*/ 1012787 h 1045272"/>
                <a:gd name="csX2587" fmla="*/ 1292736 w 1692117"/>
                <a:gd name="csY2587" fmla="*/ 1012787 h 1045272"/>
                <a:gd name="csX2588" fmla="*/ 1292736 w 1692117"/>
                <a:gd name="csY2588" fmla="*/ 1012787 h 1045272"/>
                <a:gd name="csX2589" fmla="*/ 1292258 w 1692117"/>
                <a:gd name="csY2589" fmla="*/ 1012787 h 1045272"/>
                <a:gd name="csX2590" fmla="*/ 1289870 w 1692117"/>
                <a:gd name="csY2590" fmla="*/ 1014697 h 1045272"/>
                <a:gd name="csX2591" fmla="*/ 1287481 w 1692117"/>
                <a:gd name="csY2591" fmla="*/ 1015653 h 1045272"/>
                <a:gd name="csX2592" fmla="*/ 1282226 w 1692117"/>
                <a:gd name="csY2592" fmla="*/ 1017564 h 1045272"/>
                <a:gd name="csX2593" fmla="*/ 1280793 w 1692117"/>
                <a:gd name="csY2593" fmla="*/ 1018519 h 1045272"/>
                <a:gd name="csX2594" fmla="*/ 1278882 w 1692117"/>
                <a:gd name="csY2594" fmla="*/ 1018997 h 1045272"/>
                <a:gd name="csX2595" fmla="*/ 1276971 w 1692117"/>
                <a:gd name="csY2595" fmla="*/ 1018997 h 1045272"/>
                <a:gd name="csX2596" fmla="*/ 1275060 w 1692117"/>
                <a:gd name="csY2596" fmla="*/ 1019475 h 1045272"/>
                <a:gd name="csX2597" fmla="*/ 1273149 w 1692117"/>
                <a:gd name="csY2597" fmla="*/ 1020430 h 1045272"/>
                <a:gd name="csX2598" fmla="*/ 1269327 w 1692117"/>
                <a:gd name="csY2598" fmla="*/ 1023296 h 1045272"/>
                <a:gd name="csX2599" fmla="*/ 1268372 w 1692117"/>
                <a:gd name="csY2599" fmla="*/ 1023296 h 1045272"/>
                <a:gd name="csX2600" fmla="*/ 1267894 w 1692117"/>
                <a:gd name="csY2600" fmla="*/ 1022819 h 1045272"/>
                <a:gd name="csX2601" fmla="*/ 1267894 w 1692117"/>
                <a:gd name="csY2601" fmla="*/ 1022341 h 1045272"/>
                <a:gd name="csX2602" fmla="*/ 1268372 w 1692117"/>
                <a:gd name="csY2602" fmla="*/ 1021863 h 1045272"/>
                <a:gd name="csX2603" fmla="*/ 1271238 w 1692117"/>
                <a:gd name="csY2603" fmla="*/ 1020430 h 1045272"/>
                <a:gd name="csX2604" fmla="*/ 1270760 w 1692117"/>
                <a:gd name="csY2604" fmla="*/ 1019953 h 1045272"/>
                <a:gd name="csX2605" fmla="*/ 1269805 w 1692117"/>
                <a:gd name="csY2605" fmla="*/ 1020430 h 1045272"/>
                <a:gd name="csX2606" fmla="*/ 1268850 w 1692117"/>
                <a:gd name="csY2606" fmla="*/ 1021386 h 1045272"/>
                <a:gd name="csX2607" fmla="*/ 1268372 w 1692117"/>
                <a:gd name="csY2607" fmla="*/ 1021386 h 1045272"/>
                <a:gd name="csX2608" fmla="*/ 1268372 w 1692117"/>
                <a:gd name="csY2608" fmla="*/ 1019953 h 1045272"/>
                <a:gd name="csX2609" fmla="*/ 1267894 w 1692117"/>
                <a:gd name="csY2609" fmla="*/ 1019953 h 1045272"/>
                <a:gd name="csX2610" fmla="*/ 1265983 w 1692117"/>
                <a:gd name="csY2610" fmla="*/ 1020430 h 1045272"/>
                <a:gd name="csX2611" fmla="*/ 1265028 w 1692117"/>
                <a:gd name="csY2611" fmla="*/ 1020908 h 1045272"/>
                <a:gd name="csX2612" fmla="*/ 1264550 w 1692117"/>
                <a:gd name="csY2612" fmla="*/ 1020430 h 1045272"/>
                <a:gd name="csX2613" fmla="*/ 1264072 w 1692117"/>
                <a:gd name="csY2613" fmla="*/ 1020430 h 1045272"/>
                <a:gd name="csX2614" fmla="*/ 1263594 w 1692117"/>
                <a:gd name="csY2614" fmla="*/ 1020908 h 1045272"/>
                <a:gd name="csX2615" fmla="*/ 1262639 w 1692117"/>
                <a:gd name="csY2615" fmla="*/ 1020430 h 1045272"/>
                <a:gd name="csX2616" fmla="*/ 1261206 w 1692117"/>
                <a:gd name="csY2616" fmla="*/ 1020908 h 1045272"/>
                <a:gd name="csX2617" fmla="*/ 1258339 w 1692117"/>
                <a:gd name="csY2617" fmla="*/ 1021863 h 1045272"/>
                <a:gd name="csX2618" fmla="*/ 1257384 w 1692117"/>
                <a:gd name="csY2618" fmla="*/ 1022819 h 1045272"/>
                <a:gd name="csX2619" fmla="*/ 1257384 w 1692117"/>
                <a:gd name="csY2619" fmla="*/ 1022819 h 1045272"/>
                <a:gd name="csX2620" fmla="*/ 1260250 w 1692117"/>
                <a:gd name="csY2620" fmla="*/ 1021863 h 1045272"/>
                <a:gd name="csX2621" fmla="*/ 1261684 w 1692117"/>
                <a:gd name="csY2621" fmla="*/ 1021386 h 1045272"/>
                <a:gd name="csX2622" fmla="*/ 1262639 w 1692117"/>
                <a:gd name="csY2622" fmla="*/ 1021386 h 1045272"/>
                <a:gd name="csX2623" fmla="*/ 1262639 w 1692117"/>
                <a:gd name="csY2623" fmla="*/ 1021386 h 1045272"/>
                <a:gd name="csX2624" fmla="*/ 1262639 w 1692117"/>
                <a:gd name="csY2624" fmla="*/ 1022341 h 1045272"/>
                <a:gd name="csX2625" fmla="*/ 1262639 w 1692117"/>
                <a:gd name="csY2625" fmla="*/ 1022341 h 1045272"/>
                <a:gd name="csX2626" fmla="*/ 1263117 w 1692117"/>
                <a:gd name="csY2626" fmla="*/ 1022819 h 1045272"/>
                <a:gd name="csX2627" fmla="*/ 1263594 w 1692117"/>
                <a:gd name="csY2627" fmla="*/ 1022341 h 1045272"/>
                <a:gd name="csX2628" fmla="*/ 1263594 w 1692117"/>
                <a:gd name="csY2628" fmla="*/ 1022341 h 1045272"/>
                <a:gd name="csX2629" fmla="*/ 1263117 w 1692117"/>
                <a:gd name="csY2629" fmla="*/ 1022341 h 1045272"/>
                <a:gd name="csX2630" fmla="*/ 1263117 w 1692117"/>
                <a:gd name="csY2630" fmla="*/ 1021863 h 1045272"/>
                <a:gd name="csX2631" fmla="*/ 1263594 w 1692117"/>
                <a:gd name="csY2631" fmla="*/ 1021386 h 1045272"/>
                <a:gd name="csX2632" fmla="*/ 1266461 w 1692117"/>
                <a:gd name="csY2632" fmla="*/ 1020908 h 1045272"/>
                <a:gd name="csX2633" fmla="*/ 1267416 w 1692117"/>
                <a:gd name="csY2633" fmla="*/ 1021386 h 1045272"/>
                <a:gd name="csX2634" fmla="*/ 1266461 w 1692117"/>
                <a:gd name="csY2634" fmla="*/ 1023296 h 1045272"/>
                <a:gd name="csX2635" fmla="*/ 1266939 w 1692117"/>
                <a:gd name="csY2635" fmla="*/ 1023774 h 1045272"/>
                <a:gd name="csX2636" fmla="*/ 1268372 w 1692117"/>
                <a:gd name="csY2636" fmla="*/ 1023774 h 1045272"/>
                <a:gd name="csX2637" fmla="*/ 1269805 w 1692117"/>
                <a:gd name="csY2637" fmla="*/ 1023296 h 1045272"/>
                <a:gd name="csX2638" fmla="*/ 1271238 w 1692117"/>
                <a:gd name="csY2638" fmla="*/ 1022819 h 1045272"/>
                <a:gd name="csX2639" fmla="*/ 1271716 w 1692117"/>
                <a:gd name="csY2639" fmla="*/ 1022819 h 1045272"/>
                <a:gd name="csX2640" fmla="*/ 1271238 w 1692117"/>
                <a:gd name="csY2640" fmla="*/ 1023296 h 1045272"/>
                <a:gd name="csX2641" fmla="*/ 1270283 w 1692117"/>
                <a:gd name="csY2641" fmla="*/ 1024252 h 1045272"/>
                <a:gd name="csX2642" fmla="*/ 1268372 w 1692117"/>
                <a:gd name="csY2642" fmla="*/ 1025207 h 1045272"/>
                <a:gd name="csX2643" fmla="*/ 1268372 w 1692117"/>
                <a:gd name="csY2643" fmla="*/ 1026163 h 1045272"/>
                <a:gd name="csX2644" fmla="*/ 1268372 w 1692117"/>
                <a:gd name="csY2644" fmla="*/ 1026641 h 1045272"/>
                <a:gd name="csX2645" fmla="*/ 1268850 w 1692117"/>
                <a:gd name="csY2645" fmla="*/ 1026163 h 1045272"/>
                <a:gd name="csX2646" fmla="*/ 1270760 w 1692117"/>
                <a:gd name="csY2646" fmla="*/ 1026163 h 1045272"/>
                <a:gd name="csX2647" fmla="*/ 1271716 w 1692117"/>
                <a:gd name="csY2647" fmla="*/ 1026163 h 1045272"/>
                <a:gd name="csX2648" fmla="*/ 1271238 w 1692117"/>
                <a:gd name="csY2648" fmla="*/ 1026641 h 1045272"/>
                <a:gd name="csX2649" fmla="*/ 1270283 w 1692117"/>
                <a:gd name="csY2649" fmla="*/ 1027118 h 1045272"/>
                <a:gd name="csX2650" fmla="*/ 1267894 w 1692117"/>
                <a:gd name="csY2650" fmla="*/ 1028074 h 1045272"/>
                <a:gd name="csX2651" fmla="*/ 1265983 w 1692117"/>
                <a:gd name="csY2651" fmla="*/ 1028552 h 1045272"/>
                <a:gd name="csX2652" fmla="*/ 1265028 w 1692117"/>
                <a:gd name="csY2652" fmla="*/ 1028074 h 1045272"/>
                <a:gd name="csX2653" fmla="*/ 1264550 w 1692117"/>
                <a:gd name="csY2653" fmla="*/ 1027596 h 1045272"/>
                <a:gd name="csX2654" fmla="*/ 1265505 w 1692117"/>
                <a:gd name="csY2654" fmla="*/ 1026641 h 1045272"/>
                <a:gd name="csX2655" fmla="*/ 1265028 w 1692117"/>
                <a:gd name="csY2655" fmla="*/ 1026641 h 1045272"/>
                <a:gd name="csX2656" fmla="*/ 1263594 w 1692117"/>
                <a:gd name="csY2656" fmla="*/ 1027118 h 1045272"/>
                <a:gd name="csX2657" fmla="*/ 1263117 w 1692117"/>
                <a:gd name="csY2657" fmla="*/ 1027118 h 1045272"/>
                <a:gd name="csX2658" fmla="*/ 1262639 w 1692117"/>
                <a:gd name="csY2658" fmla="*/ 1026641 h 1045272"/>
                <a:gd name="csX2659" fmla="*/ 1262639 w 1692117"/>
                <a:gd name="csY2659" fmla="*/ 1026163 h 1045272"/>
                <a:gd name="csX2660" fmla="*/ 1263594 w 1692117"/>
                <a:gd name="csY2660" fmla="*/ 1026163 h 1045272"/>
                <a:gd name="csX2661" fmla="*/ 1264072 w 1692117"/>
                <a:gd name="csY2661" fmla="*/ 1026163 h 1045272"/>
                <a:gd name="csX2662" fmla="*/ 1262639 w 1692117"/>
                <a:gd name="csY2662" fmla="*/ 1025685 h 1045272"/>
                <a:gd name="csX2663" fmla="*/ 1260728 w 1692117"/>
                <a:gd name="csY2663" fmla="*/ 1026163 h 1045272"/>
                <a:gd name="csX2664" fmla="*/ 1258817 w 1692117"/>
                <a:gd name="csY2664" fmla="*/ 1026163 h 1045272"/>
                <a:gd name="csX2665" fmla="*/ 1257862 w 1692117"/>
                <a:gd name="csY2665" fmla="*/ 1025207 h 1045272"/>
                <a:gd name="csX2666" fmla="*/ 1257862 w 1692117"/>
                <a:gd name="csY2666" fmla="*/ 1024730 h 1045272"/>
                <a:gd name="csX2667" fmla="*/ 1258339 w 1692117"/>
                <a:gd name="csY2667" fmla="*/ 1024730 h 1045272"/>
                <a:gd name="csX2668" fmla="*/ 1257862 w 1692117"/>
                <a:gd name="csY2668" fmla="*/ 1024252 h 1045272"/>
                <a:gd name="csX2669" fmla="*/ 1257384 w 1692117"/>
                <a:gd name="csY2669" fmla="*/ 1024252 h 1045272"/>
                <a:gd name="csX2670" fmla="*/ 1255473 w 1692117"/>
                <a:gd name="csY2670" fmla="*/ 1023774 h 1045272"/>
                <a:gd name="csX2671" fmla="*/ 1254995 w 1692117"/>
                <a:gd name="csY2671" fmla="*/ 1024252 h 1045272"/>
                <a:gd name="csX2672" fmla="*/ 1254518 w 1692117"/>
                <a:gd name="csY2672" fmla="*/ 1024730 h 1045272"/>
                <a:gd name="csX2673" fmla="*/ 1252607 w 1692117"/>
                <a:gd name="csY2673" fmla="*/ 1024730 h 1045272"/>
                <a:gd name="csX2674" fmla="*/ 1251651 w 1692117"/>
                <a:gd name="csY2674" fmla="*/ 1025207 h 1045272"/>
                <a:gd name="csX2675" fmla="*/ 1249263 w 1692117"/>
                <a:gd name="csY2675" fmla="*/ 1025685 h 1045272"/>
                <a:gd name="csX2676" fmla="*/ 1245441 w 1692117"/>
                <a:gd name="csY2676" fmla="*/ 1026163 h 1045272"/>
                <a:gd name="csX2677" fmla="*/ 1242574 w 1692117"/>
                <a:gd name="csY2677" fmla="*/ 1026641 h 1045272"/>
                <a:gd name="csX2678" fmla="*/ 1240186 w 1692117"/>
                <a:gd name="csY2678" fmla="*/ 1027118 h 1045272"/>
                <a:gd name="csX2679" fmla="*/ 1238752 w 1692117"/>
                <a:gd name="csY2679" fmla="*/ 1027596 h 1045272"/>
                <a:gd name="csX2680" fmla="*/ 1237797 w 1692117"/>
                <a:gd name="csY2680" fmla="*/ 1027118 h 1045272"/>
                <a:gd name="csX2681" fmla="*/ 1235886 w 1692117"/>
                <a:gd name="csY2681" fmla="*/ 1027596 h 1045272"/>
                <a:gd name="csX2682" fmla="*/ 1233498 w 1692117"/>
                <a:gd name="csY2682" fmla="*/ 1028074 h 1045272"/>
                <a:gd name="csX2683" fmla="*/ 1229676 w 1692117"/>
                <a:gd name="csY2683" fmla="*/ 1028552 h 1045272"/>
                <a:gd name="csX2684" fmla="*/ 1228243 w 1692117"/>
                <a:gd name="csY2684" fmla="*/ 1029507 h 1045272"/>
                <a:gd name="csX2685" fmla="*/ 1225854 w 1692117"/>
                <a:gd name="csY2685" fmla="*/ 1030462 h 1045272"/>
                <a:gd name="csX2686" fmla="*/ 1223465 w 1692117"/>
                <a:gd name="csY2686" fmla="*/ 1032851 h 1045272"/>
                <a:gd name="csX2687" fmla="*/ 1221554 w 1692117"/>
                <a:gd name="csY2687" fmla="*/ 1034284 h 1045272"/>
                <a:gd name="csX2688" fmla="*/ 1220599 w 1692117"/>
                <a:gd name="csY2688" fmla="*/ 1033807 h 1045272"/>
                <a:gd name="csX2689" fmla="*/ 1219643 w 1692117"/>
                <a:gd name="csY2689" fmla="*/ 1034284 h 1045272"/>
                <a:gd name="csX2690" fmla="*/ 1219643 w 1692117"/>
                <a:gd name="csY2690" fmla="*/ 1034762 h 1045272"/>
                <a:gd name="csX2691" fmla="*/ 1218210 w 1692117"/>
                <a:gd name="csY2691" fmla="*/ 1035718 h 1045272"/>
                <a:gd name="csX2692" fmla="*/ 1217255 w 1692117"/>
                <a:gd name="csY2692" fmla="*/ 1036195 h 1045272"/>
                <a:gd name="csX2693" fmla="*/ 1217255 w 1692117"/>
                <a:gd name="csY2693" fmla="*/ 1037151 h 1045272"/>
                <a:gd name="csX2694" fmla="*/ 1216299 w 1692117"/>
                <a:gd name="csY2694" fmla="*/ 1039062 h 1045272"/>
                <a:gd name="csX2695" fmla="*/ 1213911 w 1692117"/>
                <a:gd name="csY2695" fmla="*/ 1041928 h 1045272"/>
                <a:gd name="csX2696" fmla="*/ 1213911 w 1692117"/>
                <a:gd name="csY2696" fmla="*/ 1042883 h 1045272"/>
                <a:gd name="csX2697" fmla="*/ 1214866 w 1692117"/>
                <a:gd name="csY2697" fmla="*/ 1043839 h 1045272"/>
                <a:gd name="csX2698" fmla="*/ 1216777 w 1692117"/>
                <a:gd name="csY2698" fmla="*/ 1044317 h 1045272"/>
                <a:gd name="csX2699" fmla="*/ 1218688 w 1692117"/>
                <a:gd name="csY2699" fmla="*/ 1044794 h 1045272"/>
                <a:gd name="csX2700" fmla="*/ 1221554 w 1692117"/>
                <a:gd name="csY2700" fmla="*/ 1044794 h 1045272"/>
                <a:gd name="csX2701" fmla="*/ 1222510 w 1692117"/>
                <a:gd name="csY2701" fmla="*/ 1045272 h 1045272"/>
                <a:gd name="csX2702" fmla="*/ 1223465 w 1692117"/>
                <a:gd name="csY2702" fmla="*/ 1044794 h 1045272"/>
                <a:gd name="csX2703" fmla="*/ 1224898 w 1692117"/>
                <a:gd name="csY2703" fmla="*/ 1044317 h 1045272"/>
                <a:gd name="csX2704" fmla="*/ 1228243 w 1692117"/>
                <a:gd name="csY2704" fmla="*/ 1042883 h 1045272"/>
                <a:gd name="csX2705" fmla="*/ 1228243 w 1692117"/>
                <a:gd name="csY2705" fmla="*/ 1043361 h 1045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</a:cxnLst>
              <a:rect l="l" t="t" r="r" b="b"/>
              <a:pathLst>
                <a:path w="1692117" h="1045272">
                  <a:moveTo>
                    <a:pt x="0" y="129465"/>
                  </a:moveTo>
                  <a:lnTo>
                    <a:pt x="2389" y="130420"/>
                  </a:lnTo>
                  <a:lnTo>
                    <a:pt x="11466" y="131853"/>
                  </a:lnTo>
                  <a:lnTo>
                    <a:pt x="20065" y="130898"/>
                  </a:lnTo>
                  <a:lnTo>
                    <a:pt x="35830" y="136631"/>
                  </a:lnTo>
                  <a:lnTo>
                    <a:pt x="45384" y="146663"/>
                  </a:lnTo>
                  <a:lnTo>
                    <a:pt x="53506" y="151918"/>
                  </a:lnTo>
                  <a:lnTo>
                    <a:pt x="56850" y="155262"/>
                  </a:lnTo>
                  <a:lnTo>
                    <a:pt x="62105" y="158128"/>
                  </a:lnTo>
                  <a:lnTo>
                    <a:pt x="74048" y="164817"/>
                  </a:lnTo>
                  <a:lnTo>
                    <a:pt x="77870" y="165772"/>
                  </a:lnTo>
                  <a:lnTo>
                    <a:pt x="84558" y="168639"/>
                  </a:lnTo>
                  <a:lnTo>
                    <a:pt x="88858" y="168161"/>
                  </a:lnTo>
                  <a:lnTo>
                    <a:pt x="96501" y="169116"/>
                  </a:lnTo>
                  <a:lnTo>
                    <a:pt x="101756" y="171505"/>
                  </a:lnTo>
                  <a:lnTo>
                    <a:pt x="111789" y="178193"/>
                  </a:lnTo>
                  <a:lnTo>
                    <a:pt x="113700" y="179149"/>
                  </a:lnTo>
                  <a:lnTo>
                    <a:pt x="114177" y="178671"/>
                  </a:lnTo>
                  <a:lnTo>
                    <a:pt x="110833" y="171505"/>
                  </a:lnTo>
                  <a:lnTo>
                    <a:pt x="110356" y="171027"/>
                  </a:lnTo>
                  <a:lnTo>
                    <a:pt x="106056" y="168639"/>
                  </a:lnTo>
                  <a:lnTo>
                    <a:pt x="101279" y="167205"/>
                  </a:lnTo>
                  <a:lnTo>
                    <a:pt x="101279" y="166728"/>
                  </a:lnTo>
                  <a:lnTo>
                    <a:pt x="100323" y="164339"/>
                  </a:lnTo>
                  <a:lnTo>
                    <a:pt x="100323" y="163384"/>
                  </a:lnTo>
                  <a:lnTo>
                    <a:pt x="101279" y="162906"/>
                  </a:lnTo>
                  <a:lnTo>
                    <a:pt x="105100" y="162906"/>
                  </a:lnTo>
                  <a:lnTo>
                    <a:pt x="107012" y="162906"/>
                  </a:lnTo>
                  <a:lnTo>
                    <a:pt x="107489" y="161950"/>
                  </a:lnTo>
                  <a:lnTo>
                    <a:pt x="106056" y="161473"/>
                  </a:lnTo>
                  <a:lnTo>
                    <a:pt x="104145" y="160517"/>
                  </a:lnTo>
                  <a:lnTo>
                    <a:pt x="101756" y="159084"/>
                  </a:lnTo>
                  <a:lnTo>
                    <a:pt x="100801" y="157173"/>
                  </a:lnTo>
                  <a:lnTo>
                    <a:pt x="105100" y="147141"/>
                  </a:lnTo>
                  <a:lnTo>
                    <a:pt x="106534" y="148096"/>
                  </a:lnTo>
                  <a:lnTo>
                    <a:pt x="108922" y="145707"/>
                  </a:lnTo>
                  <a:lnTo>
                    <a:pt x="113222" y="147141"/>
                  </a:lnTo>
                  <a:lnTo>
                    <a:pt x="113700" y="146663"/>
                  </a:lnTo>
                  <a:lnTo>
                    <a:pt x="114177" y="141408"/>
                  </a:lnTo>
                  <a:lnTo>
                    <a:pt x="114655" y="139975"/>
                  </a:lnTo>
                  <a:lnTo>
                    <a:pt x="116088" y="139019"/>
                  </a:lnTo>
                  <a:lnTo>
                    <a:pt x="121821" y="138064"/>
                  </a:lnTo>
                  <a:lnTo>
                    <a:pt x="128987" y="139019"/>
                  </a:lnTo>
                  <a:lnTo>
                    <a:pt x="129465" y="138542"/>
                  </a:lnTo>
                  <a:lnTo>
                    <a:pt x="128987" y="135198"/>
                  </a:lnTo>
                  <a:lnTo>
                    <a:pt x="128987" y="133764"/>
                  </a:lnTo>
                  <a:lnTo>
                    <a:pt x="129465" y="130420"/>
                  </a:lnTo>
                  <a:lnTo>
                    <a:pt x="129465" y="128987"/>
                  </a:lnTo>
                  <a:lnTo>
                    <a:pt x="130420" y="128032"/>
                  </a:lnTo>
                  <a:lnTo>
                    <a:pt x="133764" y="128509"/>
                  </a:lnTo>
                  <a:lnTo>
                    <a:pt x="134720" y="129942"/>
                  </a:lnTo>
                  <a:lnTo>
                    <a:pt x="136153" y="132809"/>
                  </a:lnTo>
                  <a:lnTo>
                    <a:pt x="137108" y="134242"/>
                  </a:lnTo>
                  <a:lnTo>
                    <a:pt x="140453" y="136153"/>
                  </a:lnTo>
                  <a:lnTo>
                    <a:pt x="140930" y="137108"/>
                  </a:lnTo>
                  <a:lnTo>
                    <a:pt x="139497" y="140930"/>
                  </a:lnTo>
                  <a:lnTo>
                    <a:pt x="138064" y="143319"/>
                  </a:lnTo>
                  <a:lnTo>
                    <a:pt x="135198" y="148574"/>
                  </a:lnTo>
                  <a:lnTo>
                    <a:pt x="135198" y="150007"/>
                  </a:lnTo>
                  <a:lnTo>
                    <a:pt x="139497" y="147618"/>
                  </a:lnTo>
                  <a:lnTo>
                    <a:pt x="144752" y="144274"/>
                  </a:lnTo>
                  <a:lnTo>
                    <a:pt x="149052" y="142363"/>
                  </a:lnTo>
                  <a:lnTo>
                    <a:pt x="152396" y="141886"/>
                  </a:lnTo>
                  <a:lnTo>
                    <a:pt x="155262" y="140930"/>
                  </a:lnTo>
                  <a:lnTo>
                    <a:pt x="156695" y="139019"/>
                  </a:lnTo>
                  <a:lnTo>
                    <a:pt x="158128" y="137108"/>
                  </a:lnTo>
                  <a:lnTo>
                    <a:pt x="160039" y="130898"/>
                  </a:lnTo>
                  <a:lnTo>
                    <a:pt x="161473" y="129465"/>
                  </a:lnTo>
                  <a:lnTo>
                    <a:pt x="167683" y="129942"/>
                  </a:lnTo>
                  <a:lnTo>
                    <a:pt x="169116" y="129942"/>
                  </a:lnTo>
                  <a:lnTo>
                    <a:pt x="170072" y="128987"/>
                  </a:lnTo>
                  <a:lnTo>
                    <a:pt x="170072" y="128509"/>
                  </a:lnTo>
                  <a:lnTo>
                    <a:pt x="168639" y="127554"/>
                  </a:lnTo>
                  <a:lnTo>
                    <a:pt x="167205" y="127076"/>
                  </a:lnTo>
                  <a:lnTo>
                    <a:pt x="167205" y="126598"/>
                  </a:lnTo>
                  <a:lnTo>
                    <a:pt x="167683" y="125643"/>
                  </a:lnTo>
                  <a:lnTo>
                    <a:pt x="168639" y="125165"/>
                  </a:lnTo>
                  <a:lnTo>
                    <a:pt x="171505" y="124210"/>
                  </a:lnTo>
                  <a:lnTo>
                    <a:pt x="173894" y="126598"/>
                  </a:lnTo>
                  <a:lnTo>
                    <a:pt x="174849" y="126598"/>
                  </a:lnTo>
                  <a:lnTo>
                    <a:pt x="179626" y="124210"/>
                  </a:lnTo>
                  <a:lnTo>
                    <a:pt x="186792" y="117521"/>
                  </a:lnTo>
                  <a:lnTo>
                    <a:pt x="189181" y="115611"/>
                  </a:lnTo>
                  <a:lnTo>
                    <a:pt x="192047" y="115133"/>
                  </a:lnTo>
                  <a:lnTo>
                    <a:pt x="193958" y="116566"/>
                  </a:lnTo>
                  <a:lnTo>
                    <a:pt x="195391" y="116088"/>
                  </a:lnTo>
                  <a:lnTo>
                    <a:pt x="197302" y="112266"/>
                  </a:lnTo>
                  <a:lnTo>
                    <a:pt x="198258" y="110356"/>
                  </a:lnTo>
                  <a:lnTo>
                    <a:pt x="199691" y="108445"/>
                  </a:lnTo>
                  <a:lnTo>
                    <a:pt x="204946" y="104623"/>
                  </a:lnTo>
                  <a:lnTo>
                    <a:pt x="208290" y="103667"/>
                  </a:lnTo>
                  <a:lnTo>
                    <a:pt x="210201" y="104145"/>
                  </a:lnTo>
                  <a:lnTo>
                    <a:pt x="212590" y="106056"/>
                  </a:lnTo>
                  <a:lnTo>
                    <a:pt x="214501" y="106534"/>
                  </a:lnTo>
                  <a:lnTo>
                    <a:pt x="217367" y="106056"/>
                  </a:lnTo>
                  <a:lnTo>
                    <a:pt x="219278" y="106534"/>
                  </a:lnTo>
                  <a:lnTo>
                    <a:pt x="220233" y="105578"/>
                  </a:lnTo>
                  <a:lnTo>
                    <a:pt x="223100" y="100801"/>
                  </a:lnTo>
                  <a:lnTo>
                    <a:pt x="224533" y="100801"/>
                  </a:lnTo>
                  <a:lnTo>
                    <a:pt x="225488" y="102234"/>
                  </a:lnTo>
                  <a:lnTo>
                    <a:pt x="226921" y="105578"/>
                  </a:lnTo>
                  <a:lnTo>
                    <a:pt x="226921" y="107011"/>
                  </a:lnTo>
                  <a:lnTo>
                    <a:pt x="225011" y="111311"/>
                  </a:lnTo>
                  <a:lnTo>
                    <a:pt x="208768" y="122777"/>
                  </a:lnTo>
                  <a:lnTo>
                    <a:pt x="203991" y="127554"/>
                  </a:lnTo>
                  <a:lnTo>
                    <a:pt x="201602" y="129465"/>
                  </a:lnTo>
                  <a:lnTo>
                    <a:pt x="198735" y="130420"/>
                  </a:lnTo>
                  <a:lnTo>
                    <a:pt x="193958" y="131376"/>
                  </a:lnTo>
                  <a:lnTo>
                    <a:pt x="192047" y="132331"/>
                  </a:lnTo>
                  <a:lnTo>
                    <a:pt x="188703" y="133286"/>
                  </a:lnTo>
                  <a:lnTo>
                    <a:pt x="181060" y="134720"/>
                  </a:lnTo>
                  <a:lnTo>
                    <a:pt x="179626" y="135675"/>
                  </a:lnTo>
                  <a:lnTo>
                    <a:pt x="178671" y="136631"/>
                  </a:lnTo>
                  <a:lnTo>
                    <a:pt x="175805" y="142363"/>
                  </a:lnTo>
                  <a:lnTo>
                    <a:pt x="174371" y="144274"/>
                  </a:lnTo>
                  <a:lnTo>
                    <a:pt x="171983" y="147141"/>
                  </a:lnTo>
                  <a:lnTo>
                    <a:pt x="168639" y="149052"/>
                  </a:lnTo>
                  <a:lnTo>
                    <a:pt x="164817" y="150007"/>
                  </a:lnTo>
                  <a:lnTo>
                    <a:pt x="161950" y="152396"/>
                  </a:lnTo>
                  <a:lnTo>
                    <a:pt x="159084" y="158128"/>
                  </a:lnTo>
                  <a:lnTo>
                    <a:pt x="156695" y="161473"/>
                  </a:lnTo>
                  <a:lnTo>
                    <a:pt x="153829" y="164817"/>
                  </a:lnTo>
                  <a:lnTo>
                    <a:pt x="150963" y="168639"/>
                  </a:lnTo>
                  <a:lnTo>
                    <a:pt x="150007" y="171027"/>
                  </a:lnTo>
                  <a:lnTo>
                    <a:pt x="150963" y="173893"/>
                  </a:lnTo>
                  <a:lnTo>
                    <a:pt x="151440" y="174849"/>
                  </a:lnTo>
                  <a:lnTo>
                    <a:pt x="154784" y="176282"/>
                  </a:lnTo>
                  <a:lnTo>
                    <a:pt x="155740" y="175805"/>
                  </a:lnTo>
                  <a:lnTo>
                    <a:pt x="154784" y="174371"/>
                  </a:lnTo>
                  <a:lnTo>
                    <a:pt x="151918" y="171983"/>
                  </a:lnTo>
                  <a:lnTo>
                    <a:pt x="151918" y="171505"/>
                  </a:lnTo>
                  <a:lnTo>
                    <a:pt x="152396" y="170549"/>
                  </a:lnTo>
                  <a:lnTo>
                    <a:pt x="164339" y="172460"/>
                  </a:lnTo>
                  <a:lnTo>
                    <a:pt x="166728" y="170549"/>
                  </a:lnTo>
                  <a:lnTo>
                    <a:pt x="167683" y="169594"/>
                  </a:lnTo>
                  <a:lnTo>
                    <a:pt x="167683" y="168639"/>
                  </a:lnTo>
                  <a:lnTo>
                    <a:pt x="164339" y="168161"/>
                  </a:lnTo>
                  <a:lnTo>
                    <a:pt x="163861" y="167205"/>
                  </a:lnTo>
                  <a:lnTo>
                    <a:pt x="163384" y="164339"/>
                  </a:lnTo>
                  <a:lnTo>
                    <a:pt x="162906" y="162428"/>
                  </a:lnTo>
                  <a:lnTo>
                    <a:pt x="163384" y="160995"/>
                  </a:lnTo>
                  <a:lnTo>
                    <a:pt x="163861" y="159084"/>
                  </a:lnTo>
                  <a:lnTo>
                    <a:pt x="167683" y="155740"/>
                  </a:lnTo>
                  <a:lnTo>
                    <a:pt x="171027" y="154784"/>
                  </a:lnTo>
                  <a:lnTo>
                    <a:pt x="173894" y="152873"/>
                  </a:lnTo>
                  <a:lnTo>
                    <a:pt x="175805" y="150963"/>
                  </a:lnTo>
                  <a:lnTo>
                    <a:pt x="180104" y="148096"/>
                  </a:lnTo>
                  <a:lnTo>
                    <a:pt x="181537" y="145707"/>
                  </a:lnTo>
                  <a:lnTo>
                    <a:pt x="182493" y="144274"/>
                  </a:lnTo>
                  <a:lnTo>
                    <a:pt x="182493" y="143319"/>
                  </a:lnTo>
                  <a:lnTo>
                    <a:pt x="182015" y="142363"/>
                  </a:lnTo>
                  <a:lnTo>
                    <a:pt x="182493" y="140930"/>
                  </a:lnTo>
                  <a:lnTo>
                    <a:pt x="185837" y="139497"/>
                  </a:lnTo>
                  <a:lnTo>
                    <a:pt x="186792" y="139497"/>
                  </a:lnTo>
                  <a:lnTo>
                    <a:pt x="191092" y="140930"/>
                  </a:lnTo>
                  <a:lnTo>
                    <a:pt x="192047" y="141886"/>
                  </a:lnTo>
                  <a:lnTo>
                    <a:pt x="191570" y="144752"/>
                  </a:lnTo>
                  <a:lnTo>
                    <a:pt x="192525" y="144274"/>
                  </a:lnTo>
                  <a:lnTo>
                    <a:pt x="193958" y="140930"/>
                  </a:lnTo>
                  <a:lnTo>
                    <a:pt x="194914" y="139497"/>
                  </a:lnTo>
                  <a:lnTo>
                    <a:pt x="195869" y="139497"/>
                  </a:lnTo>
                  <a:lnTo>
                    <a:pt x="196825" y="139975"/>
                  </a:lnTo>
                  <a:lnTo>
                    <a:pt x="197780" y="140930"/>
                  </a:lnTo>
                  <a:lnTo>
                    <a:pt x="198258" y="144274"/>
                  </a:lnTo>
                  <a:lnTo>
                    <a:pt x="198735" y="150007"/>
                  </a:lnTo>
                  <a:lnTo>
                    <a:pt x="198735" y="152396"/>
                  </a:lnTo>
                  <a:lnTo>
                    <a:pt x="199691" y="148574"/>
                  </a:lnTo>
                  <a:lnTo>
                    <a:pt x="200646" y="146663"/>
                  </a:lnTo>
                  <a:lnTo>
                    <a:pt x="204946" y="138542"/>
                  </a:lnTo>
                  <a:lnTo>
                    <a:pt x="207812" y="133764"/>
                  </a:lnTo>
                  <a:lnTo>
                    <a:pt x="211156" y="129465"/>
                  </a:lnTo>
                  <a:lnTo>
                    <a:pt x="215456" y="126121"/>
                  </a:lnTo>
                  <a:lnTo>
                    <a:pt x="226444" y="120388"/>
                  </a:lnTo>
                  <a:lnTo>
                    <a:pt x="232654" y="118955"/>
                  </a:lnTo>
                  <a:lnTo>
                    <a:pt x="235521" y="117521"/>
                  </a:lnTo>
                  <a:lnTo>
                    <a:pt x="236954" y="116088"/>
                  </a:lnTo>
                  <a:lnTo>
                    <a:pt x="237909" y="114655"/>
                  </a:lnTo>
                  <a:lnTo>
                    <a:pt x="239820" y="112744"/>
                  </a:lnTo>
                  <a:lnTo>
                    <a:pt x="240298" y="113222"/>
                  </a:lnTo>
                  <a:lnTo>
                    <a:pt x="239342" y="116566"/>
                  </a:lnTo>
                  <a:lnTo>
                    <a:pt x="238865" y="117999"/>
                  </a:lnTo>
                  <a:lnTo>
                    <a:pt x="235043" y="119910"/>
                  </a:lnTo>
                  <a:lnTo>
                    <a:pt x="234565" y="121821"/>
                  </a:lnTo>
                  <a:lnTo>
                    <a:pt x="235043" y="124210"/>
                  </a:lnTo>
                  <a:lnTo>
                    <a:pt x="235998" y="126121"/>
                  </a:lnTo>
                  <a:lnTo>
                    <a:pt x="236476" y="127076"/>
                  </a:lnTo>
                  <a:lnTo>
                    <a:pt x="238387" y="126121"/>
                  </a:lnTo>
                  <a:lnTo>
                    <a:pt x="240776" y="124210"/>
                  </a:lnTo>
                  <a:lnTo>
                    <a:pt x="243642" y="121343"/>
                  </a:lnTo>
                  <a:lnTo>
                    <a:pt x="249853" y="113222"/>
                  </a:lnTo>
                  <a:lnTo>
                    <a:pt x="250330" y="111789"/>
                  </a:lnTo>
                  <a:lnTo>
                    <a:pt x="252241" y="105578"/>
                  </a:lnTo>
                  <a:lnTo>
                    <a:pt x="255585" y="102712"/>
                  </a:lnTo>
                  <a:lnTo>
                    <a:pt x="262274" y="99368"/>
                  </a:lnTo>
                  <a:lnTo>
                    <a:pt x="263707" y="97457"/>
                  </a:lnTo>
                  <a:lnTo>
                    <a:pt x="257974" y="95546"/>
                  </a:lnTo>
                  <a:lnTo>
                    <a:pt x="257019" y="94113"/>
                  </a:lnTo>
                  <a:lnTo>
                    <a:pt x="257019" y="93635"/>
                  </a:lnTo>
                  <a:lnTo>
                    <a:pt x="257974" y="91724"/>
                  </a:lnTo>
                  <a:lnTo>
                    <a:pt x="255108" y="89813"/>
                  </a:lnTo>
                  <a:lnTo>
                    <a:pt x="254152" y="88858"/>
                  </a:lnTo>
                  <a:lnTo>
                    <a:pt x="254152" y="85514"/>
                  </a:lnTo>
                  <a:lnTo>
                    <a:pt x="255108" y="83125"/>
                  </a:lnTo>
                  <a:lnTo>
                    <a:pt x="257019" y="80736"/>
                  </a:lnTo>
                  <a:lnTo>
                    <a:pt x="257974" y="80259"/>
                  </a:lnTo>
                  <a:lnTo>
                    <a:pt x="260363" y="81692"/>
                  </a:lnTo>
                  <a:lnTo>
                    <a:pt x="262751" y="83125"/>
                  </a:lnTo>
                  <a:lnTo>
                    <a:pt x="269917" y="91246"/>
                  </a:lnTo>
                  <a:lnTo>
                    <a:pt x="272784" y="95068"/>
                  </a:lnTo>
                  <a:lnTo>
                    <a:pt x="274694" y="98412"/>
                  </a:lnTo>
                  <a:lnTo>
                    <a:pt x="278994" y="107967"/>
                  </a:lnTo>
                  <a:lnTo>
                    <a:pt x="280905" y="113222"/>
                  </a:lnTo>
                  <a:lnTo>
                    <a:pt x="282338" y="118955"/>
                  </a:lnTo>
                  <a:lnTo>
                    <a:pt x="283771" y="122777"/>
                  </a:lnTo>
                  <a:lnTo>
                    <a:pt x="285205" y="125165"/>
                  </a:lnTo>
                  <a:lnTo>
                    <a:pt x="292370" y="135198"/>
                  </a:lnTo>
                  <a:lnTo>
                    <a:pt x="296192" y="139019"/>
                  </a:lnTo>
                  <a:lnTo>
                    <a:pt x="299059" y="141408"/>
                  </a:lnTo>
                  <a:lnTo>
                    <a:pt x="302881" y="143797"/>
                  </a:lnTo>
                  <a:lnTo>
                    <a:pt x="306702" y="145230"/>
                  </a:lnTo>
                  <a:lnTo>
                    <a:pt x="309569" y="145230"/>
                  </a:lnTo>
                  <a:lnTo>
                    <a:pt x="313868" y="140930"/>
                  </a:lnTo>
                  <a:lnTo>
                    <a:pt x="313868" y="138542"/>
                  </a:lnTo>
                  <a:lnTo>
                    <a:pt x="311957" y="133764"/>
                  </a:lnTo>
                  <a:lnTo>
                    <a:pt x="310047" y="130898"/>
                  </a:lnTo>
                  <a:lnTo>
                    <a:pt x="310047" y="128987"/>
                  </a:lnTo>
                  <a:lnTo>
                    <a:pt x="312913" y="125165"/>
                  </a:lnTo>
                  <a:lnTo>
                    <a:pt x="312435" y="124210"/>
                  </a:lnTo>
                  <a:lnTo>
                    <a:pt x="312913" y="120388"/>
                  </a:lnTo>
                  <a:lnTo>
                    <a:pt x="314824" y="120866"/>
                  </a:lnTo>
                  <a:lnTo>
                    <a:pt x="315779" y="120866"/>
                  </a:lnTo>
                  <a:lnTo>
                    <a:pt x="316735" y="119432"/>
                  </a:lnTo>
                  <a:lnTo>
                    <a:pt x="317690" y="116566"/>
                  </a:lnTo>
                  <a:lnTo>
                    <a:pt x="319123" y="114655"/>
                  </a:lnTo>
                  <a:lnTo>
                    <a:pt x="321034" y="112744"/>
                  </a:lnTo>
                  <a:lnTo>
                    <a:pt x="321512" y="111789"/>
                  </a:lnTo>
                  <a:lnTo>
                    <a:pt x="319601" y="110833"/>
                  </a:lnTo>
                  <a:lnTo>
                    <a:pt x="318646" y="110833"/>
                  </a:lnTo>
                  <a:lnTo>
                    <a:pt x="317690" y="110356"/>
                  </a:lnTo>
                  <a:lnTo>
                    <a:pt x="317212" y="109878"/>
                  </a:lnTo>
                  <a:lnTo>
                    <a:pt x="318168" y="108922"/>
                  </a:lnTo>
                  <a:lnTo>
                    <a:pt x="321990" y="107011"/>
                  </a:lnTo>
                  <a:lnTo>
                    <a:pt x="322945" y="105100"/>
                  </a:lnTo>
                  <a:lnTo>
                    <a:pt x="324378" y="103667"/>
                  </a:lnTo>
                  <a:lnTo>
                    <a:pt x="325812" y="103190"/>
                  </a:lnTo>
                  <a:lnTo>
                    <a:pt x="326767" y="103667"/>
                  </a:lnTo>
                  <a:lnTo>
                    <a:pt x="328200" y="105100"/>
                  </a:lnTo>
                  <a:lnTo>
                    <a:pt x="328200" y="107967"/>
                  </a:lnTo>
                  <a:lnTo>
                    <a:pt x="327722" y="112266"/>
                  </a:lnTo>
                  <a:lnTo>
                    <a:pt x="327722" y="115611"/>
                  </a:lnTo>
                  <a:lnTo>
                    <a:pt x="328678" y="123254"/>
                  </a:lnTo>
                  <a:lnTo>
                    <a:pt x="330111" y="125165"/>
                  </a:lnTo>
                  <a:lnTo>
                    <a:pt x="334411" y="127554"/>
                  </a:lnTo>
                  <a:lnTo>
                    <a:pt x="334411" y="129465"/>
                  </a:lnTo>
                  <a:lnTo>
                    <a:pt x="329156" y="137586"/>
                  </a:lnTo>
                  <a:lnTo>
                    <a:pt x="328200" y="139975"/>
                  </a:lnTo>
                  <a:lnTo>
                    <a:pt x="327245" y="141408"/>
                  </a:lnTo>
                  <a:lnTo>
                    <a:pt x="327722" y="142363"/>
                  </a:lnTo>
                  <a:lnTo>
                    <a:pt x="328678" y="143797"/>
                  </a:lnTo>
                  <a:lnTo>
                    <a:pt x="330111" y="144274"/>
                  </a:lnTo>
                  <a:lnTo>
                    <a:pt x="334888" y="144752"/>
                  </a:lnTo>
                  <a:lnTo>
                    <a:pt x="335844" y="143797"/>
                  </a:lnTo>
                  <a:lnTo>
                    <a:pt x="344921" y="143797"/>
                  </a:lnTo>
                  <a:lnTo>
                    <a:pt x="346354" y="143319"/>
                  </a:lnTo>
                  <a:lnTo>
                    <a:pt x="347787" y="141408"/>
                  </a:lnTo>
                  <a:lnTo>
                    <a:pt x="349698" y="137586"/>
                  </a:lnTo>
                  <a:lnTo>
                    <a:pt x="352087" y="136153"/>
                  </a:lnTo>
                  <a:lnTo>
                    <a:pt x="352564" y="135198"/>
                  </a:lnTo>
                  <a:lnTo>
                    <a:pt x="353998" y="130420"/>
                  </a:lnTo>
                  <a:lnTo>
                    <a:pt x="354475" y="125165"/>
                  </a:lnTo>
                  <a:lnTo>
                    <a:pt x="355431" y="122777"/>
                  </a:lnTo>
                  <a:lnTo>
                    <a:pt x="356386" y="121343"/>
                  </a:lnTo>
                  <a:lnTo>
                    <a:pt x="357819" y="120866"/>
                  </a:lnTo>
                  <a:lnTo>
                    <a:pt x="361163" y="121343"/>
                  </a:lnTo>
                  <a:lnTo>
                    <a:pt x="362597" y="120866"/>
                  </a:lnTo>
                  <a:lnTo>
                    <a:pt x="368807" y="121343"/>
                  </a:lnTo>
                  <a:lnTo>
                    <a:pt x="375018" y="120866"/>
                  </a:lnTo>
                  <a:lnTo>
                    <a:pt x="381706" y="121821"/>
                  </a:lnTo>
                  <a:lnTo>
                    <a:pt x="386005" y="123254"/>
                  </a:lnTo>
                  <a:lnTo>
                    <a:pt x="389827" y="124687"/>
                  </a:lnTo>
                  <a:lnTo>
                    <a:pt x="396993" y="128987"/>
                  </a:lnTo>
                  <a:lnTo>
                    <a:pt x="400337" y="131376"/>
                  </a:lnTo>
                  <a:lnTo>
                    <a:pt x="410370" y="141408"/>
                  </a:lnTo>
                  <a:lnTo>
                    <a:pt x="413714" y="143797"/>
                  </a:lnTo>
                  <a:lnTo>
                    <a:pt x="419447" y="145707"/>
                  </a:lnTo>
                  <a:lnTo>
                    <a:pt x="438556" y="150007"/>
                  </a:lnTo>
                  <a:lnTo>
                    <a:pt x="441422" y="150963"/>
                  </a:lnTo>
                  <a:lnTo>
                    <a:pt x="446199" y="155740"/>
                  </a:lnTo>
                  <a:lnTo>
                    <a:pt x="450021" y="158128"/>
                  </a:lnTo>
                  <a:lnTo>
                    <a:pt x="453843" y="160995"/>
                  </a:lnTo>
                  <a:lnTo>
                    <a:pt x="459098" y="162906"/>
                  </a:lnTo>
                  <a:lnTo>
                    <a:pt x="469608" y="166250"/>
                  </a:lnTo>
                  <a:lnTo>
                    <a:pt x="471519" y="167683"/>
                  </a:lnTo>
                  <a:lnTo>
                    <a:pt x="473430" y="167683"/>
                  </a:lnTo>
                  <a:lnTo>
                    <a:pt x="475341" y="167205"/>
                  </a:lnTo>
                  <a:lnTo>
                    <a:pt x="484895" y="169116"/>
                  </a:lnTo>
                  <a:lnTo>
                    <a:pt x="487284" y="169116"/>
                  </a:lnTo>
                  <a:lnTo>
                    <a:pt x="489195" y="169594"/>
                  </a:lnTo>
                  <a:lnTo>
                    <a:pt x="491106" y="171027"/>
                  </a:lnTo>
                  <a:lnTo>
                    <a:pt x="494450" y="171505"/>
                  </a:lnTo>
                  <a:lnTo>
                    <a:pt x="494450" y="170549"/>
                  </a:lnTo>
                  <a:lnTo>
                    <a:pt x="490628" y="165294"/>
                  </a:lnTo>
                  <a:lnTo>
                    <a:pt x="490628" y="164339"/>
                  </a:lnTo>
                  <a:lnTo>
                    <a:pt x="492539" y="164339"/>
                  </a:lnTo>
                  <a:lnTo>
                    <a:pt x="496839" y="165294"/>
                  </a:lnTo>
                  <a:lnTo>
                    <a:pt x="497794" y="163861"/>
                  </a:lnTo>
                  <a:lnTo>
                    <a:pt x="499227" y="163861"/>
                  </a:lnTo>
                  <a:lnTo>
                    <a:pt x="503049" y="164339"/>
                  </a:lnTo>
                  <a:lnTo>
                    <a:pt x="506871" y="166250"/>
                  </a:lnTo>
                  <a:lnTo>
                    <a:pt x="510693" y="168639"/>
                  </a:lnTo>
                  <a:lnTo>
                    <a:pt x="515470" y="170549"/>
                  </a:lnTo>
                  <a:lnTo>
                    <a:pt x="523114" y="175805"/>
                  </a:lnTo>
                  <a:lnTo>
                    <a:pt x="526936" y="180104"/>
                  </a:lnTo>
                  <a:lnTo>
                    <a:pt x="530757" y="185359"/>
                  </a:lnTo>
                  <a:lnTo>
                    <a:pt x="533146" y="189181"/>
                  </a:lnTo>
                  <a:lnTo>
                    <a:pt x="533624" y="191570"/>
                  </a:lnTo>
                  <a:lnTo>
                    <a:pt x="534102" y="192525"/>
                  </a:lnTo>
                  <a:lnTo>
                    <a:pt x="535535" y="192525"/>
                  </a:lnTo>
                  <a:lnTo>
                    <a:pt x="536013" y="193003"/>
                  </a:lnTo>
                  <a:lnTo>
                    <a:pt x="535057" y="197780"/>
                  </a:lnTo>
                  <a:lnTo>
                    <a:pt x="534102" y="198735"/>
                  </a:lnTo>
                  <a:lnTo>
                    <a:pt x="533146" y="199691"/>
                  </a:lnTo>
                  <a:lnTo>
                    <a:pt x="529802" y="200646"/>
                  </a:lnTo>
                  <a:lnTo>
                    <a:pt x="520247" y="199691"/>
                  </a:lnTo>
                  <a:lnTo>
                    <a:pt x="518336" y="203035"/>
                  </a:lnTo>
                  <a:lnTo>
                    <a:pt x="513082" y="206379"/>
                  </a:lnTo>
                  <a:lnTo>
                    <a:pt x="512126" y="207812"/>
                  </a:lnTo>
                  <a:lnTo>
                    <a:pt x="511648" y="208768"/>
                  </a:lnTo>
                  <a:lnTo>
                    <a:pt x="512126" y="211634"/>
                  </a:lnTo>
                  <a:lnTo>
                    <a:pt x="511648" y="212590"/>
                  </a:lnTo>
                  <a:lnTo>
                    <a:pt x="506871" y="216412"/>
                  </a:lnTo>
                  <a:lnTo>
                    <a:pt x="506871" y="217367"/>
                  </a:lnTo>
                  <a:lnTo>
                    <a:pt x="509737" y="218800"/>
                  </a:lnTo>
                  <a:lnTo>
                    <a:pt x="512604" y="221189"/>
                  </a:lnTo>
                  <a:lnTo>
                    <a:pt x="515470" y="222144"/>
                  </a:lnTo>
                  <a:lnTo>
                    <a:pt x="518336" y="221666"/>
                  </a:lnTo>
                  <a:lnTo>
                    <a:pt x="522158" y="222622"/>
                  </a:lnTo>
                  <a:lnTo>
                    <a:pt x="526936" y="224533"/>
                  </a:lnTo>
                  <a:lnTo>
                    <a:pt x="529802" y="225488"/>
                  </a:lnTo>
                  <a:lnTo>
                    <a:pt x="531713" y="225488"/>
                  </a:lnTo>
                  <a:lnTo>
                    <a:pt x="534102" y="225966"/>
                  </a:lnTo>
                  <a:lnTo>
                    <a:pt x="537446" y="226921"/>
                  </a:lnTo>
                  <a:lnTo>
                    <a:pt x="541745" y="226921"/>
                  </a:lnTo>
                  <a:lnTo>
                    <a:pt x="550822" y="226921"/>
                  </a:lnTo>
                  <a:lnTo>
                    <a:pt x="553689" y="227877"/>
                  </a:lnTo>
                  <a:lnTo>
                    <a:pt x="557510" y="227877"/>
                  </a:lnTo>
                  <a:lnTo>
                    <a:pt x="565154" y="227877"/>
                  </a:lnTo>
                  <a:lnTo>
                    <a:pt x="566109" y="227877"/>
                  </a:lnTo>
                  <a:lnTo>
                    <a:pt x="568498" y="225966"/>
                  </a:lnTo>
                  <a:lnTo>
                    <a:pt x="570409" y="225488"/>
                  </a:lnTo>
                  <a:lnTo>
                    <a:pt x="572798" y="225488"/>
                  </a:lnTo>
                  <a:lnTo>
                    <a:pt x="580441" y="224533"/>
                  </a:lnTo>
                  <a:lnTo>
                    <a:pt x="583308" y="224533"/>
                  </a:lnTo>
                  <a:lnTo>
                    <a:pt x="585696" y="223577"/>
                  </a:lnTo>
                  <a:lnTo>
                    <a:pt x="589041" y="221666"/>
                  </a:lnTo>
                  <a:lnTo>
                    <a:pt x="590951" y="221189"/>
                  </a:lnTo>
                  <a:lnTo>
                    <a:pt x="591907" y="222622"/>
                  </a:lnTo>
                  <a:lnTo>
                    <a:pt x="592862" y="223100"/>
                  </a:lnTo>
                  <a:lnTo>
                    <a:pt x="594773" y="222622"/>
                  </a:lnTo>
                  <a:lnTo>
                    <a:pt x="598595" y="220711"/>
                  </a:lnTo>
                  <a:lnTo>
                    <a:pt x="607194" y="214978"/>
                  </a:lnTo>
                  <a:lnTo>
                    <a:pt x="610538" y="214978"/>
                  </a:lnTo>
                  <a:lnTo>
                    <a:pt x="612449" y="213067"/>
                  </a:lnTo>
                  <a:lnTo>
                    <a:pt x="612927" y="213067"/>
                  </a:lnTo>
                  <a:lnTo>
                    <a:pt x="613882" y="214023"/>
                  </a:lnTo>
                  <a:lnTo>
                    <a:pt x="615793" y="217845"/>
                  </a:lnTo>
                  <a:lnTo>
                    <a:pt x="616271" y="218800"/>
                  </a:lnTo>
                  <a:lnTo>
                    <a:pt x="618182" y="219278"/>
                  </a:lnTo>
                  <a:lnTo>
                    <a:pt x="619137" y="221189"/>
                  </a:lnTo>
                  <a:lnTo>
                    <a:pt x="621048" y="224533"/>
                  </a:lnTo>
                  <a:lnTo>
                    <a:pt x="622004" y="225488"/>
                  </a:lnTo>
                  <a:lnTo>
                    <a:pt x="630125" y="225488"/>
                  </a:lnTo>
                  <a:lnTo>
                    <a:pt x="632992" y="226444"/>
                  </a:lnTo>
                  <a:lnTo>
                    <a:pt x="633469" y="227399"/>
                  </a:lnTo>
                  <a:lnTo>
                    <a:pt x="634425" y="230266"/>
                  </a:lnTo>
                  <a:lnTo>
                    <a:pt x="634903" y="235043"/>
                  </a:lnTo>
                  <a:lnTo>
                    <a:pt x="635380" y="236954"/>
                  </a:lnTo>
                  <a:lnTo>
                    <a:pt x="636813" y="239820"/>
                  </a:lnTo>
                  <a:lnTo>
                    <a:pt x="637291" y="240298"/>
                  </a:lnTo>
                  <a:lnTo>
                    <a:pt x="638247" y="239820"/>
                  </a:lnTo>
                  <a:lnTo>
                    <a:pt x="640157" y="232654"/>
                  </a:lnTo>
                  <a:lnTo>
                    <a:pt x="640635" y="231699"/>
                  </a:lnTo>
                  <a:lnTo>
                    <a:pt x="642068" y="232177"/>
                  </a:lnTo>
                  <a:lnTo>
                    <a:pt x="642546" y="232177"/>
                  </a:lnTo>
                  <a:lnTo>
                    <a:pt x="644457" y="237432"/>
                  </a:lnTo>
                  <a:lnTo>
                    <a:pt x="647323" y="241253"/>
                  </a:lnTo>
                  <a:lnTo>
                    <a:pt x="654489" y="247942"/>
                  </a:lnTo>
                  <a:lnTo>
                    <a:pt x="655445" y="250808"/>
                  </a:lnTo>
                  <a:lnTo>
                    <a:pt x="655923" y="252719"/>
                  </a:lnTo>
                  <a:lnTo>
                    <a:pt x="655923" y="254152"/>
                  </a:lnTo>
                  <a:lnTo>
                    <a:pt x="654489" y="255585"/>
                  </a:lnTo>
                  <a:lnTo>
                    <a:pt x="652578" y="257019"/>
                  </a:lnTo>
                  <a:lnTo>
                    <a:pt x="649712" y="257974"/>
                  </a:lnTo>
                  <a:lnTo>
                    <a:pt x="647323" y="257496"/>
                  </a:lnTo>
                  <a:lnTo>
                    <a:pt x="645413" y="256063"/>
                  </a:lnTo>
                  <a:lnTo>
                    <a:pt x="644457" y="256063"/>
                  </a:lnTo>
                  <a:lnTo>
                    <a:pt x="645413" y="257496"/>
                  </a:lnTo>
                  <a:lnTo>
                    <a:pt x="650190" y="262751"/>
                  </a:lnTo>
                  <a:lnTo>
                    <a:pt x="651145" y="265140"/>
                  </a:lnTo>
                  <a:lnTo>
                    <a:pt x="652101" y="266573"/>
                  </a:lnTo>
                  <a:lnTo>
                    <a:pt x="653534" y="267529"/>
                  </a:lnTo>
                  <a:lnTo>
                    <a:pt x="654012" y="268484"/>
                  </a:lnTo>
                  <a:lnTo>
                    <a:pt x="654967" y="270395"/>
                  </a:lnTo>
                  <a:lnTo>
                    <a:pt x="658789" y="274694"/>
                  </a:lnTo>
                  <a:lnTo>
                    <a:pt x="660222" y="277083"/>
                  </a:lnTo>
                  <a:lnTo>
                    <a:pt x="664522" y="283771"/>
                  </a:lnTo>
                  <a:lnTo>
                    <a:pt x="666910" y="286160"/>
                  </a:lnTo>
                  <a:lnTo>
                    <a:pt x="668344" y="287593"/>
                  </a:lnTo>
                  <a:lnTo>
                    <a:pt x="668821" y="287593"/>
                  </a:lnTo>
                  <a:lnTo>
                    <a:pt x="668344" y="286638"/>
                  </a:lnTo>
                  <a:lnTo>
                    <a:pt x="663089" y="277561"/>
                  </a:lnTo>
                  <a:lnTo>
                    <a:pt x="660222" y="272306"/>
                  </a:lnTo>
                  <a:lnTo>
                    <a:pt x="659744" y="270873"/>
                  </a:lnTo>
                  <a:lnTo>
                    <a:pt x="659267" y="268962"/>
                  </a:lnTo>
                  <a:lnTo>
                    <a:pt x="659267" y="261796"/>
                  </a:lnTo>
                  <a:lnTo>
                    <a:pt x="659744" y="260840"/>
                  </a:lnTo>
                  <a:lnTo>
                    <a:pt x="661655" y="259885"/>
                  </a:lnTo>
                  <a:lnTo>
                    <a:pt x="664044" y="263229"/>
                  </a:lnTo>
                  <a:lnTo>
                    <a:pt x="664999" y="263707"/>
                  </a:lnTo>
                  <a:lnTo>
                    <a:pt x="665955" y="263229"/>
                  </a:lnTo>
                  <a:lnTo>
                    <a:pt x="665955" y="262751"/>
                  </a:lnTo>
                  <a:lnTo>
                    <a:pt x="667388" y="263229"/>
                  </a:lnTo>
                  <a:lnTo>
                    <a:pt x="670255" y="265618"/>
                  </a:lnTo>
                  <a:lnTo>
                    <a:pt x="671210" y="265618"/>
                  </a:lnTo>
                  <a:lnTo>
                    <a:pt x="669299" y="261318"/>
                  </a:lnTo>
                  <a:lnTo>
                    <a:pt x="667866" y="258929"/>
                  </a:lnTo>
                  <a:lnTo>
                    <a:pt x="667388" y="257496"/>
                  </a:lnTo>
                  <a:lnTo>
                    <a:pt x="668344" y="255585"/>
                  </a:lnTo>
                  <a:lnTo>
                    <a:pt x="667866" y="254152"/>
                  </a:lnTo>
                  <a:lnTo>
                    <a:pt x="664522" y="250808"/>
                  </a:lnTo>
                  <a:lnTo>
                    <a:pt x="662611" y="247464"/>
                  </a:lnTo>
                  <a:lnTo>
                    <a:pt x="661178" y="242209"/>
                  </a:lnTo>
                  <a:lnTo>
                    <a:pt x="661178" y="239820"/>
                  </a:lnTo>
                  <a:lnTo>
                    <a:pt x="661655" y="237909"/>
                  </a:lnTo>
                  <a:lnTo>
                    <a:pt x="661178" y="235998"/>
                  </a:lnTo>
                  <a:lnTo>
                    <a:pt x="659267" y="232654"/>
                  </a:lnTo>
                  <a:lnTo>
                    <a:pt x="656878" y="230266"/>
                  </a:lnTo>
                  <a:lnTo>
                    <a:pt x="654967" y="226921"/>
                  </a:lnTo>
                  <a:lnTo>
                    <a:pt x="654967" y="225488"/>
                  </a:lnTo>
                  <a:lnTo>
                    <a:pt x="654967" y="221666"/>
                  </a:lnTo>
                  <a:lnTo>
                    <a:pt x="656400" y="219756"/>
                  </a:lnTo>
                  <a:lnTo>
                    <a:pt x="658789" y="217367"/>
                  </a:lnTo>
                  <a:lnTo>
                    <a:pt x="659744" y="214500"/>
                  </a:lnTo>
                  <a:lnTo>
                    <a:pt x="658311" y="212112"/>
                  </a:lnTo>
                  <a:lnTo>
                    <a:pt x="658311" y="210679"/>
                  </a:lnTo>
                  <a:lnTo>
                    <a:pt x="658789" y="211156"/>
                  </a:lnTo>
                  <a:lnTo>
                    <a:pt x="664044" y="209723"/>
                  </a:lnTo>
                  <a:lnTo>
                    <a:pt x="665477" y="210201"/>
                  </a:lnTo>
                  <a:lnTo>
                    <a:pt x="667388" y="209723"/>
                  </a:lnTo>
                  <a:lnTo>
                    <a:pt x="669777" y="208290"/>
                  </a:lnTo>
                  <a:lnTo>
                    <a:pt x="671688" y="207335"/>
                  </a:lnTo>
                  <a:lnTo>
                    <a:pt x="674076" y="207335"/>
                  </a:lnTo>
                  <a:lnTo>
                    <a:pt x="675510" y="207335"/>
                  </a:lnTo>
                  <a:lnTo>
                    <a:pt x="677420" y="206379"/>
                  </a:lnTo>
                  <a:lnTo>
                    <a:pt x="678376" y="205424"/>
                  </a:lnTo>
                  <a:lnTo>
                    <a:pt x="679809" y="202557"/>
                  </a:lnTo>
                  <a:lnTo>
                    <a:pt x="680764" y="202080"/>
                  </a:lnTo>
                  <a:lnTo>
                    <a:pt x="683153" y="202557"/>
                  </a:lnTo>
                  <a:lnTo>
                    <a:pt x="685064" y="203035"/>
                  </a:lnTo>
                  <a:lnTo>
                    <a:pt x="685542" y="203035"/>
                  </a:lnTo>
                  <a:lnTo>
                    <a:pt x="685542" y="198735"/>
                  </a:lnTo>
                  <a:lnTo>
                    <a:pt x="686020" y="197302"/>
                  </a:lnTo>
                  <a:lnTo>
                    <a:pt x="688408" y="193958"/>
                  </a:lnTo>
                  <a:lnTo>
                    <a:pt x="691275" y="193480"/>
                  </a:lnTo>
                  <a:lnTo>
                    <a:pt x="693185" y="192525"/>
                  </a:lnTo>
                  <a:lnTo>
                    <a:pt x="695096" y="191092"/>
                  </a:lnTo>
                  <a:lnTo>
                    <a:pt x="696530" y="189181"/>
                  </a:lnTo>
                  <a:lnTo>
                    <a:pt x="698441" y="186792"/>
                  </a:lnTo>
                  <a:lnTo>
                    <a:pt x="698918" y="183448"/>
                  </a:lnTo>
                  <a:lnTo>
                    <a:pt x="698441" y="182493"/>
                  </a:lnTo>
                  <a:lnTo>
                    <a:pt x="695096" y="181537"/>
                  </a:lnTo>
                  <a:lnTo>
                    <a:pt x="693663" y="182015"/>
                  </a:lnTo>
                  <a:lnTo>
                    <a:pt x="689364" y="184404"/>
                  </a:lnTo>
                  <a:lnTo>
                    <a:pt x="685064" y="187270"/>
                  </a:lnTo>
                  <a:lnTo>
                    <a:pt x="683153" y="190136"/>
                  </a:lnTo>
                  <a:lnTo>
                    <a:pt x="682675" y="193480"/>
                  </a:lnTo>
                  <a:lnTo>
                    <a:pt x="681720" y="195391"/>
                  </a:lnTo>
                  <a:lnTo>
                    <a:pt x="678376" y="193480"/>
                  </a:lnTo>
                  <a:lnTo>
                    <a:pt x="676943" y="193958"/>
                  </a:lnTo>
                  <a:lnTo>
                    <a:pt x="675032" y="194436"/>
                  </a:lnTo>
                  <a:lnTo>
                    <a:pt x="673121" y="195869"/>
                  </a:lnTo>
                  <a:lnTo>
                    <a:pt x="671210" y="197780"/>
                  </a:lnTo>
                  <a:lnTo>
                    <a:pt x="668344" y="198258"/>
                  </a:lnTo>
                  <a:lnTo>
                    <a:pt x="664044" y="196825"/>
                  </a:lnTo>
                  <a:lnTo>
                    <a:pt x="661655" y="196347"/>
                  </a:lnTo>
                  <a:lnTo>
                    <a:pt x="659267" y="198735"/>
                  </a:lnTo>
                  <a:lnTo>
                    <a:pt x="659744" y="200169"/>
                  </a:lnTo>
                  <a:lnTo>
                    <a:pt x="660700" y="202557"/>
                  </a:lnTo>
                  <a:lnTo>
                    <a:pt x="659744" y="204468"/>
                  </a:lnTo>
                  <a:lnTo>
                    <a:pt x="653534" y="204946"/>
                  </a:lnTo>
                  <a:lnTo>
                    <a:pt x="652101" y="204468"/>
                  </a:lnTo>
                  <a:lnTo>
                    <a:pt x="649234" y="205424"/>
                  </a:lnTo>
                  <a:lnTo>
                    <a:pt x="647801" y="205424"/>
                  </a:lnTo>
                  <a:lnTo>
                    <a:pt x="646846" y="203991"/>
                  </a:lnTo>
                  <a:lnTo>
                    <a:pt x="640635" y="199213"/>
                  </a:lnTo>
                  <a:lnTo>
                    <a:pt x="640157" y="198258"/>
                  </a:lnTo>
                  <a:lnTo>
                    <a:pt x="641591" y="193958"/>
                  </a:lnTo>
                  <a:lnTo>
                    <a:pt x="647323" y="183448"/>
                  </a:lnTo>
                  <a:lnTo>
                    <a:pt x="648279" y="182493"/>
                  </a:lnTo>
                  <a:lnTo>
                    <a:pt x="658789" y="180582"/>
                  </a:lnTo>
                  <a:lnTo>
                    <a:pt x="665477" y="178671"/>
                  </a:lnTo>
                  <a:lnTo>
                    <a:pt x="677420" y="172460"/>
                  </a:lnTo>
                  <a:lnTo>
                    <a:pt x="679809" y="171983"/>
                  </a:lnTo>
                  <a:lnTo>
                    <a:pt x="687453" y="168161"/>
                  </a:lnTo>
                  <a:lnTo>
                    <a:pt x="690797" y="167205"/>
                  </a:lnTo>
                  <a:lnTo>
                    <a:pt x="693663" y="167683"/>
                  </a:lnTo>
                  <a:lnTo>
                    <a:pt x="697963" y="170072"/>
                  </a:lnTo>
                  <a:lnTo>
                    <a:pt x="700351" y="171505"/>
                  </a:lnTo>
                  <a:lnTo>
                    <a:pt x="701785" y="173893"/>
                  </a:lnTo>
                  <a:lnTo>
                    <a:pt x="703218" y="177238"/>
                  </a:lnTo>
                  <a:lnTo>
                    <a:pt x="704651" y="184404"/>
                  </a:lnTo>
                  <a:lnTo>
                    <a:pt x="705129" y="190136"/>
                  </a:lnTo>
                  <a:lnTo>
                    <a:pt x="706084" y="192525"/>
                  </a:lnTo>
                  <a:lnTo>
                    <a:pt x="709906" y="196347"/>
                  </a:lnTo>
                  <a:lnTo>
                    <a:pt x="711817" y="198258"/>
                  </a:lnTo>
                  <a:lnTo>
                    <a:pt x="712772" y="198735"/>
                  </a:lnTo>
                  <a:lnTo>
                    <a:pt x="713728" y="197780"/>
                  </a:lnTo>
                  <a:lnTo>
                    <a:pt x="714683" y="197302"/>
                  </a:lnTo>
                  <a:lnTo>
                    <a:pt x="715161" y="197780"/>
                  </a:lnTo>
                  <a:lnTo>
                    <a:pt x="715639" y="200646"/>
                  </a:lnTo>
                  <a:lnTo>
                    <a:pt x="716117" y="200646"/>
                  </a:lnTo>
                  <a:lnTo>
                    <a:pt x="718505" y="200646"/>
                  </a:lnTo>
                  <a:lnTo>
                    <a:pt x="720416" y="201602"/>
                  </a:lnTo>
                  <a:lnTo>
                    <a:pt x="720894" y="202080"/>
                  </a:lnTo>
                  <a:lnTo>
                    <a:pt x="720416" y="205424"/>
                  </a:lnTo>
                  <a:lnTo>
                    <a:pt x="721371" y="206857"/>
                  </a:lnTo>
                  <a:lnTo>
                    <a:pt x="723760" y="209723"/>
                  </a:lnTo>
                  <a:lnTo>
                    <a:pt x="726627" y="210679"/>
                  </a:lnTo>
                  <a:lnTo>
                    <a:pt x="729971" y="211156"/>
                  </a:lnTo>
                  <a:lnTo>
                    <a:pt x="735703" y="210679"/>
                  </a:lnTo>
                  <a:lnTo>
                    <a:pt x="740481" y="209246"/>
                  </a:lnTo>
                  <a:lnTo>
                    <a:pt x="743825" y="207335"/>
                  </a:lnTo>
                  <a:lnTo>
                    <a:pt x="747169" y="209723"/>
                  </a:lnTo>
                  <a:lnTo>
                    <a:pt x="752902" y="215456"/>
                  </a:lnTo>
                  <a:lnTo>
                    <a:pt x="756724" y="219756"/>
                  </a:lnTo>
                  <a:lnTo>
                    <a:pt x="759590" y="221666"/>
                  </a:lnTo>
                  <a:lnTo>
                    <a:pt x="765323" y="224055"/>
                  </a:lnTo>
                  <a:lnTo>
                    <a:pt x="766756" y="225488"/>
                  </a:lnTo>
                  <a:lnTo>
                    <a:pt x="769144" y="225488"/>
                  </a:lnTo>
                  <a:lnTo>
                    <a:pt x="772011" y="224533"/>
                  </a:lnTo>
                  <a:lnTo>
                    <a:pt x="775833" y="225011"/>
                  </a:lnTo>
                  <a:lnTo>
                    <a:pt x="779655" y="226921"/>
                  </a:lnTo>
                  <a:lnTo>
                    <a:pt x="782043" y="227399"/>
                  </a:lnTo>
                  <a:lnTo>
                    <a:pt x="791120" y="224055"/>
                  </a:lnTo>
                  <a:lnTo>
                    <a:pt x="792553" y="224055"/>
                  </a:lnTo>
                  <a:lnTo>
                    <a:pt x="795897" y="222622"/>
                  </a:lnTo>
                  <a:lnTo>
                    <a:pt x="798286" y="221666"/>
                  </a:lnTo>
                  <a:lnTo>
                    <a:pt x="800675" y="222144"/>
                  </a:lnTo>
                  <a:lnTo>
                    <a:pt x="802585" y="221666"/>
                  </a:lnTo>
                  <a:lnTo>
                    <a:pt x="804019" y="220233"/>
                  </a:lnTo>
                  <a:lnTo>
                    <a:pt x="808796" y="220711"/>
                  </a:lnTo>
                  <a:lnTo>
                    <a:pt x="817395" y="221666"/>
                  </a:lnTo>
                  <a:lnTo>
                    <a:pt x="823606" y="223100"/>
                  </a:lnTo>
                  <a:lnTo>
                    <a:pt x="826950" y="225011"/>
                  </a:lnTo>
                  <a:lnTo>
                    <a:pt x="829816" y="225966"/>
                  </a:lnTo>
                  <a:lnTo>
                    <a:pt x="832205" y="226444"/>
                  </a:lnTo>
                  <a:lnTo>
                    <a:pt x="834593" y="225966"/>
                  </a:lnTo>
                  <a:lnTo>
                    <a:pt x="836504" y="225011"/>
                  </a:lnTo>
                  <a:lnTo>
                    <a:pt x="838893" y="223100"/>
                  </a:lnTo>
                  <a:lnTo>
                    <a:pt x="843670" y="222622"/>
                  </a:lnTo>
                  <a:lnTo>
                    <a:pt x="844626" y="222144"/>
                  </a:lnTo>
                  <a:lnTo>
                    <a:pt x="844148" y="221189"/>
                  </a:lnTo>
                  <a:lnTo>
                    <a:pt x="843192" y="219756"/>
                  </a:lnTo>
                  <a:lnTo>
                    <a:pt x="840326" y="216889"/>
                  </a:lnTo>
                  <a:lnTo>
                    <a:pt x="838415" y="214500"/>
                  </a:lnTo>
                  <a:lnTo>
                    <a:pt x="838415" y="212590"/>
                  </a:lnTo>
                  <a:lnTo>
                    <a:pt x="838415" y="210679"/>
                  </a:lnTo>
                  <a:lnTo>
                    <a:pt x="838893" y="209246"/>
                  </a:lnTo>
                  <a:lnTo>
                    <a:pt x="839848" y="209246"/>
                  </a:lnTo>
                  <a:lnTo>
                    <a:pt x="841759" y="210201"/>
                  </a:lnTo>
                  <a:lnTo>
                    <a:pt x="844148" y="213067"/>
                  </a:lnTo>
                  <a:lnTo>
                    <a:pt x="851314" y="223577"/>
                  </a:lnTo>
                  <a:lnTo>
                    <a:pt x="853225" y="225488"/>
                  </a:lnTo>
                  <a:lnTo>
                    <a:pt x="853703" y="226444"/>
                  </a:lnTo>
                  <a:lnTo>
                    <a:pt x="860391" y="230266"/>
                  </a:lnTo>
                  <a:lnTo>
                    <a:pt x="863257" y="231221"/>
                  </a:lnTo>
                  <a:lnTo>
                    <a:pt x="867079" y="228832"/>
                  </a:lnTo>
                  <a:lnTo>
                    <a:pt x="868512" y="227399"/>
                  </a:lnTo>
                  <a:lnTo>
                    <a:pt x="869468" y="225966"/>
                  </a:lnTo>
                  <a:lnTo>
                    <a:pt x="869468" y="224533"/>
                  </a:lnTo>
                  <a:lnTo>
                    <a:pt x="869468" y="222622"/>
                  </a:lnTo>
                  <a:lnTo>
                    <a:pt x="869468" y="221189"/>
                  </a:lnTo>
                  <a:lnTo>
                    <a:pt x="868512" y="219756"/>
                  </a:lnTo>
                  <a:lnTo>
                    <a:pt x="865646" y="217367"/>
                  </a:lnTo>
                  <a:lnTo>
                    <a:pt x="861346" y="214500"/>
                  </a:lnTo>
                  <a:lnTo>
                    <a:pt x="858002" y="213545"/>
                  </a:lnTo>
                  <a:lnTo>
                    <a:pt x="854180" y="214978"/>
                  </a:lnTo>
                  <a:lnTo>
                    <a:pt x="850358" y="217367"/>
                  </a:lnTo>
                  <a:lnTo>
                    <a:pt x="848925" y="216412"/>
                  </a:lnTo>
                  <a:lnTo>
                    <a:pt x="843670" y="209723"/>
                  </a:lnTo>
                  <a:lnTo>
                    <a:pt x="842715" y="206857"/>
                  </a:lnTo>
                  <a:lnTo>
                    <a:pt x="842715" y="206379"/>
                  </a:lnTo>
                  <a:lnTo>
                    <a:pt x="845104" y="207335"/>
                  </a:lnTo>
                  <a:lnTo>
                    <a:pt x="845104" y="206379"/>
                  </a:lnTo>
                  <a:lnTo>
                    <a:pt x="843670" y="203035"/>
                  </a:lnTo>
                  <a:lnTo>
                    <a:pt x="842715" y="201602"/>
                  </a:lnTo>
                  <a:lnTo>
                    <a:pt x="839848" y="196347"/>
                  </a:lnTo>
                  <a:lnTo>
                    <a:pt x="839848" y="194914"/>
                  </a:lnTo>
                  <a:lnTo>
                    <a:pt x="841282" y="194436"/>
                  </a:lnTo>
                  <a:lnTo>
                    <a:pt x="842237" y="193958"/>
                  </a:lnTo>
                  <a:lnTo>
                    <a:pt x="843192" y="193958"/>
                  </a:lnTo>
                  <a:lnTo>
                    <a:pt x="848448" y="197302"/>
                  </a:lnTo>
                  <a:lnTo>
                    <a:pt x="850836" y="195869"/>
                  </a:lnTo>
                  <a:lnTo>
                    <a:pt x="856569" y="193480"/>
                  </a:lnTo>
                  <a:lnTo>
                    <a:pt x="854180" y="190614"/>
                  </a:lnTo>
                  <a:lnTo>
                    <a:pt x="853703" y="187748"/>
                  </a:lnTo>
                  <a:lnTo>
                    <a:pt x="854180" y="186792"/>
                  </a:lnTo>
                  <a:lnTo>
                    <a:pt x="856091" y="186314"/>
                  </a:lnTo>
                  <a:lnTo>
                    <a:pt x="859913" y="189181"/>
                  </a:lnTo>
                  <a:lnTo>
                    <a:pt x="861346" y="189181"/>
                  </a:lnTo>
                  <a:lnTo>
                    <a:pt x="862779" y="188225"/>
                  </a:lnTo>
                  <a:lnTo>
                    <a:pt x="864213" y="188225"/>
                  </a:lnTo>
                  <a:lnTo>
                    <a:pt x="865646" y="189181"/>
                  </a:lnTo>
                  <a:lnTo>
                    <a:pt x="867079" y="190614"/>
                  </a:lnTo>
                  <a:lnTo>
                    <a:pt x="869468" y="193958"/>
                  </a:lnTo>
                  <a:lnTo>
                    <a:pt x="870901" y="196347"/>
                  </a:lnTo>
                  <a:lnTo>
                    <a:pt x="872334" y="199691"/>
                  </a:lnTo>
                  <a:lnTo>
                    <a:pt x="872812" y="200169"/>
                  </a:lnTo>
                  <a:lnTo>
                    <a:pt x="879978" y="200646"/>
                  </a:lnTo>
                  <a:lnTo>
                    <a:pt x="883799" y="197302"/>
                  </a:lnTo>
                  <a:lnTo>
                    <a:pt x="883799" y="198735"/>
                  </a:lnTo>
                  <a:lnTo>
                    <a:pt x="882844" y="200646"/>
                  </a:lnTo>
                  <a:lnTo>
                    <a:pt x="878067" y="209723"/>
                  </a:lnTo>
                  <a:lnTo>
                    <a:pt x="878067" y="210679"/>
                  </a:lnTo>
                  <a:lnTo>
                    <a:pt x="880455" y="210201"/>
                  </a:lnTo>
                  <a:lnTo>
                    <a:pt x="881889" y="209723"/>
                  </a:lnTo>
                  <a:lnTo>
                    <a:pt x="882366" y="208768"/>
                  </a:lnTo>
                  <a:lnTo>
                    <a:pt x="882844" y="205901"/>
                  </a:lnTo>
                  <a:lnTo>
                    <a:pt x="883322" y="205424"/>
                  </a:lnTo>
                  <a:lnTo>
                    <a:pt x="890488" y="201124"/>
                  </a:lnTo>
                  <a:lnTo>
                    <a:pt x="892876" y="200646"/>
                  </a:lnTo>
                  <a:lnTo>
                    <a:pt x="891443" y="204946"/>
                  </a:lnTo>
                  <a:lnTo>
                    <a:pt x="888577" y="220711"/>
                  </a:lnTo>
                  <a:lnTo>
                    <a:pt x="888099" y="226444"/>
                  </a:lnTo>
                  <a:lnTo>
                    <a:pt x="887621" y="228355"/>
                  </a:lnTo>
                  <a:lnTo>
                    <a:pt x="884755" y="234087"/>
                  </a:lnTo>
                  <a:lnTo>
                    <a:pt x="884755" y="235998"/>
                  </a:lnTo>
                  <a:lnTo>
                    <a:pt x="888099" y="241253"/>
                  </a:lnTo>
                  <a:lnTo>
                    <a:pt x="888577" y="242687"/>
                  </a:lnTo>
                  <a:lnTo>
                    <a:pt x="889055" y="246508"/>
                  </a:lnTo>
                  <a:lnTo>
                    <a:pt x="889532" y="247464"/>
                  </a:lnTo>
                  <a:lnTo>
                    <a:pt x="891921" y="247464"/>
                  </a:lnTo>
                  <a:lnTo>
                    <a:pt x="894787" y="246031"/>
                  </a:lnTo>
                  <a:lnTo>
                    <a:pt x="897654" y="245553"/>
                  </a:lnTo>
                  <a:lnTo>
                    <a:pt x="898131" y="246031"/>
                  </a:lnTo>
                  <a:lnTo>
                    <a:pt x="896698" y="251286"/>
                  </a:lnTo>
                  <a:lnTo>
                    <a:pt x="896698" y="251763"/>
                  </a:lnTo>
                  <a:lnTo>
                    <a:pt x="899564" y="250330"/>
                  </a:lnTo>
                  <a:lnTo>
                    <a:pt x="900998" y="250330"/>
                  </a:lnTo>
                  <a:lnTo>
                    <a:pt x="901476" y="250330"/>
                  </a:lnTo>
                  <a:lnTo>
                    <a:pt x="903864" y="252719"/>
                  </a:lnTo>
                  <a:lnTo>
                    <a:pt x="903864" y="254630"/>
                  </a:lnTo>
                  <a:lnTo>
                    <a:pt x="903864" y="257496"/>
                  </a:lnTo>
                  <a:lnTo>
                    <a:pt x="903864" y="259407"/>
                  </a:lnTo>
                  <a:lnTo>
                    <a:pt x="902909" y="260840"/>
                  </a:lnTo>
                  <a:lnTo>
                    <a:pt x="901953" y="261318"/>
                  </a:lnTo>
                  <a:lnTo>
                    <a:pt x="900998" y="261318"/>
                  </a:lnTo>
                  <a:lnTo>
                    <a:pt x="900042" y="261318"/>
                  </a:lnTo>
                  <a:lnTo>
                    <a:pt x="896698" y="261796"/>
                  </a:lnTo>
                  <a:lnTo>
                    <a:pt x="894787" y="261318"/>
                  </a:lnTo>
                  <a:lnTo>
                    <a:pt x="893354" y="259885"/>
                  </a:lnTo>
                  <a:lnTo>
                    <a:pt x="891921" y="259407"/>
                  </a:lnTo>
                  <a:lnTo>
                    <a:pt x="890488" y="260363"/>
                  </a:lnTo>
                  <a:lnTo>
                    <a:pt x="888099" y="260363"/>
                  </a:lnTo>
                  <a:lnTo>
                    <a:pt x="885233" y="257019"/>
                  </a:lnTo>
                  <a:lnTo>
                    <a:pt x="884277" y="257019"/>
                  </a:lnTo>
                  <a:lnTo>
                    <a:pt x="883799" y="257974"/>
                  </a:lnTo>
                  <a:lnTo>
                    <a:pt x="883799" y="258452"/>
                  </a:lnTo>
                  <a:lnTo>
                    <a:pt x="885233" y="260840"/>
                  </a:lnTo>
                  <a:lnTo>
                    <a:pt x="894310" y="272306"/>
                  </a:lnTo>
                  <a:lnTo>
                    <a:pt x="895743" y="274694"/>
                  </a:lnTo>
                  <a:lnTo>
                    <a:pt x="896221" y="278039"/>
                  </a:lnTo>
                  <a:lnTo>
                    <a:pt x="896221" y="278039"/>
                  </a:lnTo>
                  <a:lnTo>
                    <a:pt x="897176" y="274694"/>
                  </a:lnTo>
                  <a:lnTo>
                    <a:pt x="896698" y="272784"/>
                  </a:lnTo>
                  <a:lnTo>
                    <a:pt x="891921" y="266095"/>
                  </a:lnTo>
                  <a:lnTo>
                    <a:pt x="891443" y="263707"/>
                  </a:lnTo>
                  <a:lnTo>
                    <a:pt x="891443" y="263229"/>
                  </a:lnTo>
                  <a:lnTo>
                    <a:pt x="892876" y="262273"/>
                  </a:lnTo>
                  <a:lnTo>
                    <a:pt x="899564" y="264184"/>
                  </a:lnTo>
                  <a:lnTo>
                    <a:pt x="902431" y="263707"/>
                  </a:lnTo>
                  <a:lnTo>
                    <a:pt x="904342" y="262751"/>
                  </a:lnTo>
                  <a:lnTo>
                    <a:pt x="904820" y="261318"/>
                  </a:lnTo>
                  <a:lnTo>
                    <a:pt x="905775" y="253197"/>
                  </a:lnTo>
                  <a:lnTo>
                    <a:pt x="906730" y="247942"/>
                  </a:lnTo>
                  <a:lnTo>
                    <a:pt x="906253" y="243164"/>
                  </a:lnTo>
                  <a:lnTo>
                    <a:pt x="904342" y="235998"/>
                  </a:lnTo>
                  <a:lnTo>
                    <a:pt x="902909" y="231221"/>
                  </a:lnTo>
                  <a:lnTo>
                    <a:pt x="899564" y="226921"/>
                  </a:lnTo>
                  <a:lnTo>
                    <a:pt x="899087" y="225488"/>
                  </a:lnTo>
                  <a:lnTo>
                    <a:pt x="902909" y="211634"/>
                  </a:lnTo>
                  <a:lnTo>
                    <a:pt x="903387" y="210679"/>
                  </a:lnTo>
                  <a:lnTo>
                    <a:pt x="904342" y="210201"/>
                  </a:lnTo>
                  <a:lnTo>
                    <a:pt x="907208" y="209723"/>
                  </a:lnTo>
                  <a:lnTo>
                    <a:pt x="909597" y="208768"/>
                  </a:lnTo>
                  <a:lnTo>
                    <a:pt x="912941" y="210201"/>
                  </a:lnTo>
                  <a:lnTo>
                    <a:pt x="914852" y="210679"/>
                  </a:lnTo>
                  <a:lnTo>
                    <a:pt x="917241" y="209246"/>
                  </a:lnTo>
                  <a:lnTo>
                    <a:pt x="922496" y="203513"/>
                  </a:lnTo>
                  <a:lnTo>
                    <a:pt x="924406" y="201602"/>
                  </a:lnTo>
                  <a:lnTo>
                    <a:pt x="926795" y="198258"/>
                  </a:lnTo>
                  <a:lnTo>
                    <a:pt x="930139" y="193003"/>
                  </a:lnTo>
                  <a:lnTo>
                    <a:pt x="933483" y="189659"/>
                  </a:lnTo>
                  <a:lnTo>
                    <a:pt x="938738" y="185837"/>
                  </a:lnTo>
                  <a:lnTo>
                    <a:pt x="942083" y="183448"/>
                  </a:lnTo>
                  <a:lnTo>
                    <a:pt x="942560" y="182015"/>
                  </a:lnTo>
                  <a:lnTo>
                    <a:pt x="939694" y="182015"/>
                  </a:lnTo>
                  <a:lnTo>
                    <a:pt x="938738" y="181537"/>
                  </a:lnTo>
                  <a:lnTo>
                    <a:pt x="938261" y="179149"/>
                  </a:lnTo>
                  <a:lnTo>
                    <a:pt x="938738" y="173893"/>
                  </a:lnTo>
                  <a:lnTo>
                    <a:pt x="938738" y="171505"/>
                  </a:lnTo>
                  <a:lnTo>
                    <a:pt x="938261" y="168639"/>
                  </a:lnTo>
                  <a:lnTo>
                    <a:pt x="937305" y="166728"/>
                  </a:lnTo>
                  <a:lnTo>
                    <a:pt x="936350" y="164817"/>
                  </a:lnTo>
                  <a:lnTo>
                    <a:pt x="935394" y="163384"/>
                  </a:lnTo>
                  <a:lnTo>
                    <a:pt x="934917" y="162906"/>
                  </a:lnTo>
                  <a:lnTo>
                    <a:pt x="934439" y="163384"/>
                  </a:lnTo>
                  <a:lnTo>
                    <a:pt x="933961" y="163861"/>
                  </a:lnTo>
                  <a:lnTo>
                    <a:pt x="933006" y="168639"/>
                  </a:lnTo>
                  <a:lnTo>
                    <a:pt x="932050" y="171983"/>
                  </a:lnTo>
                  <a:lnTo>
                    <a:pt x="930617" y="173893"/>
                  </a:lnTo>
                  <a:lnTo>
                    <a:pt x="927751" y="175327"/>
                  </a:lnTo>
                  <a:lnTo>
                    <a:pt x="922496" y="176282"/>
                  </a:lnTo>
                  <a:lnTo>
                    <a:pt x="920107" y="174371"/>
                  </a:lnTo>
                  <a:lnTo>
                    <a:pt x="920107" y="172938"/>
                  </a:lnTo>
                  <a:lnTo>
                    <a:pt x="920585" y="167683"/>
                  </a:lnTo>
                  <a:lnTo>
                    <a:pt x="922496" y="165294"/>
                  </a:lnTo>
                  <a:lnTo>
                    <a:pt x="927273" y="160517"/>
                  </a:lnTo>
                  <a:lnTo>
                    <a:pt x="930139" y="156695"/>
                  </a:lnTo>
                  <a:lnTo>
                    <a:pt x="930139" y="156218"/>
                  </a:lnTo>
                  <a:lnTo>
                    <a:pt x="927273" y="156218"/>
                  </a:lnTo>
                  <a:lnTo>
                    <a:pt x="926795" y="155262"/>
                  </a:lnTo>
                  <a:lnTo>
                    <a:pt x="926318" y="150963"/>
                  </a:lnTo>
                  <a:lnTo>
                    <a:pt x="926318" y="149052"/>
                  </a:lnTo>
                  <a:lnTo>
                    <a:pt x="926795" y="147141"/>
                  </a:lnTo>
                  <a:lnTo>
                    <a:pt x="928706" y="145707"/>
                  </a:lnTo>
                  <a:lnTo>
                    <a:pt x="934917" y="143797"/>
                  </a:lnTo>
                  <a:lnTo>
                    <a:pt x="939216" y="141886"/>
                  </a:lnTo>
                  <a:lnTo>
                    <a:pt x="939694" y="142363"/>
                  </a:lnTo>
                  <a:lnTo>
                    <a:pt x="935872" y="148574"/>
                  </a:lnTo>
                  <a:lnTo>
                    <a:pt x="935394" y="150007"/>
                  </a:lnTo>
                  <a:lnTo>
                    <a:pt x="936828" y="151440"/>
                  </a:lnTo>
                  <a:lnTo>
                    <a:pt x="940649" y="148096"/>
                  </a:lnTo>
                  <a:lnTo>
                    <a:pt x="942560" y="144752"/>
                  </a:lnTo>
                  <a:lnTo>
                    <a:pt x="943038" y="143797"/>
                  </a:lnTo>
                  <a:lnTo>
                    <a:pt x="941127" y="143319"/>
                  </a:lnTo>
                  <a:lnTo>
                    <a:pt x="941127" y="142363"/>
                  </a:lnTo>
                  <a:lnTo>
                    <a:pt x="941127" y="139975"/>
                  </a:lnTo>
                  <a:lnTo>
                    <a:pt x="941127" y="138542"/>
                  </a:lnTo>
                  <a:lnTo>
                    <a:pt x="938738" y="136631"/>
                  </a:lnTo>
                  <a:lnTo>
                    <a:pt x="935872" y="137586"/>
                  </a:lnTo>
                  <a:lnTo>
                    <a:pt x="933483" y="139497"/>
                  </a:lnTo>
                  <a:lnTo>
                    <a:pt x="931572" y="139975"/>
                  </a:lnTo>
                  <a:lnTo>
                    <a:pt x="928706" y="140452"/>
                  </a:lnTo>
                  <a:lnTo>
                    <a:pt x="926318" y="139975"/>
                  </a:lnTo>
                  <a:lnTo>
                    <a:pt x="925362" y="138542"/>
                  </a:lnTo>
                  <a:lnTo>
                    <a:pt x="923451" y="136631"/>
                  </a:lnTo>
                  <a:lnTo>
                    <a:pt x="921540" y="133286"/>
                  </a:lnTo>
                  <a:lnTo>
                    <a:pt x="919152" y="129465"/>
                  </a:lnTo>
                  <a:lnTo>
                    <a:pt x="918674" y="129465"/>
                  </a:lnTo>
                  <a:lnTo>
                    <a:pt x="917718" y="129465"/>
                  </a:lnTo>
                  <a:lnTo>
                    <a:pt x="916285" y="132809"/>
                  </a:lnTo>
                  <a:lnTo>
                    <a:pt x="915807" y="133286"/>
                  </a:lnTo>
                  <a:lnTo>
                    <a:pt x="906253" y="128509"/>
                  </a:lnTo>
                  <a:lnTo>
                    <a:pt x="902431" y="126121"/>
                  </a:lnTo>
                  <a:lnTo>
                    <a:pt x="900520" y="124210"/>
                  </a:lnTo>
                  <a:lnTo>
                    <a:pt x="898131" y="122777"/>
                  </a:lnTo>
                  <a:lnTo>
                    <a:pt x="895265" y="122299"/>
                  </a:lnTo>
                  <a:lnTo>
                    <a:pt x="892876" y="121821"/>
                  </a:lnTo>
                  <a:lnTo>
                    <a:pt x="891443" y="119910"/>
                  </a:lnTo>
                  <a:lnTo>
                    <a:pt x="890010" y="117999"/>
                  </a:lnTo>
                  <a:lnTo>
                    <a:pt x="888577" y="115133"/>
                  </a:lnTo>
                  <a:lnTo>
                    <a:pt x="886666" y="111789"/>
                  </a:lnTo>
                  <a:lnTo>
                    <a:pt x="882366" y="104623"/>
                  </a:lnTo>
                  <a:lnTo>
                    <a:pt x="881411" y="99845"/>
                  </a:lnTo>
                  <a:lnTo>
                    <a:pt x="880933" y="97935"/>
                  </a:lnTo>
                  <a:lnTo>
                    <a:pt x="881411" y="93635"/>
                  </a:lnTo>
                  <a:lnTo>
                    <a:pt x="885711" y="85991"/>
                  </a:lnTo>
                  <a:lnTo>
                    <a:pt x="886188" y="83603"/>
                  </a:lnTo>
                  <a:lnTo>
                    <a:pt x="887621" y="82170"/>
                  </a:lnTo>
                  <a:lnTo>
                    <a:pt x="889532" y="80736"/>
                  </a:lnTo>
                  <a:lnTo>
                    <a:pt x="891443" y="80736"/>
                  </a:lnTo>
                  <a:lnTo>
                    <a:pt x="894787" y="81692"/>
                  </a:lnTo>
                  <a:lnTo>
                    <a:pt x="892399" y="79303"/>
                  </a:lnTo>
                  <a:lnTo>
                    <a:pt x="892399" y="77870"/>
                  </a:lnTo>
                  <a:lnTo>
                    <a:pt x="894310" y="73570"/>
                  </a:lnTo>
                  <a:lnTo>
                    <a:pt x="894310" y="73570"/>
                  </a:lnTo>
                  <a:lnTo>
                    <a:pt x="888577" y="76914"/>
                  </a:lnTo>
                  <a:lnTo>
                    <a:pt x="887144" y="76437"/>
                  </a:lnTo>
                  <a:lnTo>
                    <a:pt x="885233" y="74526"/>
                  </a:lnTo>
                  <a:lnTo>
                    <a:pt x="881411" y="67360"/>
                  </a:lnTo>
                  <a:lnTo>
                    <a:pt x="881411" y="63060"/>
                  </a:lnTo>
                  <a:lnTo>
                    <a:pt x="882366" y="56372"/>
                  </a:lnTo>
                  <a:lnTo>
                    <a:pt x="882844" y="52550"/>
                  </a:lnTo>
                  <a:lnTo>
                    <a:pt x="881889" y="49684"/>
                  </a:lnTo>
                  <a:lnTo>
                    <a:pt x="882366" y="48728"/>
                  </a:lnTo>
                  <a:lnTo>
                    <a:pt x="883322" y="47773"/>
                  </a:lnTo>
                  <a:lnTo>
                    <a:pt x="883799" y="46818"/>
                  </a:lnTo>
                  <a:lnTo>
                    <a:pt x="883322" y="42996"/>
                  </a:lnTo>
                  <a:lnTo>
                    <a:pt x="884277" y="41085"/>
                  </a:lnTo>
                  <a:lnTo>
                    <a:pt x="886666" y="37741"/>
                  </a:lnTo>
                  <a:lnTo>
                    <a:pt x="889532" y="34397"/>
                  </a:lnTo>
                  <a:lnTo>
                    <a:pt x="890965" y="33441"/>
                  </a:lnTo>
                  <a:lnTo>
                    <a:pt x="892399" y="33441"/>
                  </a:lnTo>
                  <a:lnTo>
                    <a:pt x="893832" y="34397"/>
                  </a:lnTo>
                  <a:lnTo>
                    <a:pt x="895265" y="36307"/>
                  </a:lnTo>
                  <a:lnTo>
                    <a:pt x="897654" y="38218"/>
                  </a:lnTo>
                  <a:lnTo>
                    <a:pt x="899564" y="38696"/>
                  </a:lnTo>
                  <a:lnTo>
                    <a:pt x="900998" y="37741"/>
                  </a:lnTo>
                  <a:lnTo>
                    <a:pt x="903387" y="30575"/>
                  </a:lnTo>
                  <a:lnTo>
                    <a:pt x="903864" y="28664"/>
                  </a:lnTo>
                  <a:lnTo>
                    <a:pt x="903387" y="28186"/>
                  </a:lnTo>
                  <a:lnTo>
                    <a:pt x="898609" y="28186"/>
                  </a:lnTo>
                  <a:lnTo>
                    <a:pt x="896698" y="27708"/>
                  </a:lnTo>
                  <a:lnTo>
                    <a:pt x="895743" y="26753"/>
                  </a:lnTo>
                  <a:lnTo>
                    <a:pt x="894787" y="24364"/>
                  </a:lnTo>
                  <a:lnTo>
                    <a:pt x="895265" y="22931"/>
                  </a:lnTo>
                  <a:lnTo>
                    <a:pt x="900042" y="17676"/>
                  </a:lnTo>
                  <a:lnTo>
                    <a:pt x="901953" y="12421"/>
                  </a:lnTo>
                  <a:lnTo>
                    <a:pt x="908164" y="5255"/>
                  </a:lnTo>
                  <a:lnTo>
                    <a:pt x="914374" y="1433"/>
                  </a:lnTo>
                  <a:lnTo>
                    <a:pt x="917241" y="478"/>
                  </a:lnTo>
                  <a:lnTo>
                    <a:pt x="919629" y="0"/>
                  </a:lnTo>
                  <a:lnTo>
                    <a:pt x="920585" y="478"/>
                  </a:lnTo>
                  <a:lnTo>
                    <a:pt x="922018" y="4300"/>
                  </a:lnTo>
                  <a:lnTo>
                    <a:pt x="922496" y="8121"/>
                  </a:lnTo>
                  <a:lnTo>
                    <a:pt x="925840" y="12899"/>
                  </a:lnTo>
                  <a:lnTo>
                    <a:pt x="928706" y="13377"/>
                  </a:lnTo>
                  <a:lnTo>
                    <a:pt x="930139" y="12899"/>
                  </a:lnTo>
                  <a:lnTo>
                    <a:pt x="935872" y="12899"/>
                  </a:lnTo>
                  <a:lnTo>
                    <a:pt x="936828" y="14332"/>
                  </a:lnTo>
                  <a:lnTo>
                    <a:pt x="936828" y="15765"/>
                  </a:lnTo>
                  <a:lnTo>
                    <a:pt x="936350" y="18154"/>
                  </a:lnTo>
                  <a:lnTo>
                    <a:pt x="936828" y="20542"/>
                  </a:lnTo>
                  <a:lnTo>
                    <a:pt x="940171" y="24364"/>
                  </a:lnTo>
                  <a:lnTo>
                    <a:pt x="943516" y="27231"/>
                  </a:lnTo>
                  <a:lnTo>
                    <a:pt x="946860" y="30575"/>
                  </a:lnTo>
                  <a:lnTo>
                    <a:pt x="951159" y="37741"/>
                  </a:lnTo>
                  <a:lnTo>
                    <a:pt x="952115" y="39652"/>
                  </a:lnTo>
                  <a:lnTo>
                    <a:pt x="952593" y="42040"/>
                  </a:lnTo>
                  <a:lnTo>
                    <a:pt x="954026" y="49684"/>
                  </a:lnTo>
                  <a:lnTo>
                    <a:pt x="954026" y="52550"/>
                  </a:lnTo>
                  <a:lnTo>
                    <a:pt x="953548" y="61149"/>
                  </a:lnTo>
                  <a:lnTo>
                    <a:pt x="953070" y="63060"/>
                  </a:lnTo>
                  <a:lnTo>
                    <a:pt x="952115" y="64971"/>
                  </a:lnTo>
                  <a:lnTo>
                    <a:pt x="952593" y="65927"/>
                  </a:lnTo>
                  <a:lnTo>
                    <a:pt x="955937" y="67838"/>
                  </a:lnTo>
                  <a:lnTo>
                    <a:pt x="958803" y="72137"/>
                  </a:lnTo>
                  <a:lnTo>
                    <a:pt x="960236" y="73570"/>
                  </a:lnTo>
                  <a:lnTo>
                    <a:pt x="964058" y="75959"/>
                  </a:lnTo>
                  <a:lnTo>
                    <a:pt x="964536" y="76914"/>
                  </a:lnTo>
                  <a:lnTo>
                    <a:pt x="965491" y="78348"/>
                  </a:lnTo>
                  <a:lnTo>
                    <a:pt x="967402" y="84558"/>
                  </a:lnTo>
                  <a:lnTo>
                    <a:pt x="970746" y="90291"/>
                  </a:lnTo>
                  <a:lnTo>
                    <a:pt x="970746" y="91246"/>
                  </a:lnTo>
                  <a:lnTo>
                    <a:pt x="970269" y="94113"/>
                  </a:lnTo>
                  <a:lnTo>
                    <a:pt x="970746" y="95068"/>
                  </a:lnTo>
                  <a:lnTo>
                    <a:pt x="971702" y="96024"/>
                  </a:lnTo>
                  <a:lnTo>
                    <a:pt x="973135" y="95546"/>
                  </a:lnTo>
                  <a:lnTo>
                    <a:pt x="974090" y="93157"/>
                  </a:lnTo>
                  <a:lnTo>
                    <a:pt x="975046" y="92679"/>
                  </a:lnTo>
                  <a:lnTo>
                    <a:pt x="976479" y="93635"/>
                  </a:lnTo>
                  <a:lnTo>
                    <a:pt x="976957" y="95068"/>
                  </a:lnTo>
                  <a:lnTo>
                    <a:pt x="978390" y="98890"/>
                  </a:lnTo>
                  <a:lnTo>
                    <a:pt x="980301" y="101756"/>
                  </a:lnTo>
                  <a:lnTo>
                    <a:pt x="979823" y="102712"/>
                  </a:lnTo>
                  <a:lnTo>
                    <a:pt x="979345" y="103190"/>
                  </a:lnTo>
                  <a:lnTo>
                    <a:pt x="974568" y="104145"/>
                  </a:lnTo>
                  <a:lnTo>
                    <a:pt x="971702" y="103667"/>
                  </a:lnTo>
                  <a:lnTo>
                    <a:pt x="969313" y="102234"/>
                  </a:lnTo>
                  <a:lnTo>
                    <a:pt x="967402" y="100801"/>
                  </a:lnTo>
                  <a:lnTo>
                    <a:pt x="965969" y="98412"/>
                  </a:lnTo>
                  <a:lnTo>
                    <a:pt x="965013" y="98412"/>
                  </a:lnTo>
                  <a:lnTo>
                    <a:pt x="964536" y="100323"/>
                  </a:lnTo>
                  <a:lnTo>
                    <a:pt x="962625" y="103190"/>
                  </a:lnTo>
                  <a:lnTo>
                    <a:pt x="961192" y="105578"/>
                  </a:lnTo>
                  <a:lnTo>
                    <a:pt x="962625" y="106534"/>
                  </a:lnTo>
                  <a:lnTo>
                    <a:pt x="968835" y="106534"/>
                  </a:lnTo>
                  <a:lnTo>
                    <a:pt x="970269" y="107489"/>
                  </a:lnTo>
                  <a:lnTo>
                    <a:pt x="972179" y="108922"/>
                  </a:lnTo>
                  <a:lnTo>
                    <a:pt x="970269" y="111789"/>
                  </a:lnTo>
                  <a:lnTo>
                    <a:pt x="965969" y="117044"/>
                  </a:lnTo>
                  <a:lnTo>
                    <a:pt x="956414" y="126121"/>
                  </a:lnTo>
                  <a:lnTo>
                    <a:pt x="954026" y="128509"/>
                  </a:lnTo>
                  <a:lnTo>
                    <a:pt x="954503" y="129465"/>
                  </a:lnTo>
                  <a:lnTo>
                    <a:pt x="955459" y="129465"/>
                  </a:lnTo>
                  <a:lnTo>
                    <a:pt x="958803" y="128987"/>
                  </a:lnTo>
                  <a:lnTo>
                    <a:pt x="961669" y="128032"/>
                  </a:lnTo>
                  <a:lnTo>
                    <a:pt x="965491" y="128509"/>
                  </a:lnTo>
                  <a:lnTo>
                    <a:pt x="966925" y="129465"/>
                  </a:lnTo>
                  <a:lnTo>
                    <a:pt x="966447" y="130420"/>
                  </a:lnTo>
                  <a:lnTo>
                    <a:pt x="967402" y="131853"/>
                  </a:lnTo>
                  <a:lnTo>
                    <a:pt x="973135" y="135675"/>
                  </a:lnTo>
                  <a:lnTo>
                    <a:pt x="976957" y="135198"/>
                  </a:lnTo>
                  <a:lnTo>
                    <a:pt x="980778" y="131376"/>
                  </a:lnTo>
                  <a:lnTo>
                    <a:pt x="983645" y="129465"/>
                  </a:lnTo>
                  <a:lnTo>
                    <a:pt x="987467" y="129942"/>
                  </a:lnTo>
                  <a:lnTo>
                    <a:pt x="988422" y="130420"/>
                  </a:lnTo>
                  <a:lnTo>
                    <a:pt x="987944" y="130898"/>
                  </a:lnTo>
                  <a:lnTo>
                    <a:pt x="985078" y="133286"/>
                  </a:lnTo>
                  <a:lnTo>
                    <a:pt x="982690" y="135198"/>
                  </a:lnTo>
                  <a:lnTo>
                    <a:pt x="982690" y="136153"/>
                  </a:lnTo>
                  <a:lnTo>
                    <a:pt x="985556" y="135198"/>
                  </a:lnTo>
                  <a:lnTo>
                    <a:pt x="992244" y="136631"/>
                  </a:lnTo>
                  <a:lnTo>
                    <a:pt x="995588" y="137108"/>
                  </a:lnTo>
                  <a:lnTo>
                    <a:pt x="997977" y="136631"/>
                  </a:lnTo>
                  <a:lnTo>
                    <a:pt x="1000366" y="137108"/>
                  </a:lnTo>
                  <a:lnTo>
                    <a:pt x="1002276" y="138542"/>
                  </a:lnTo>
                  <a:lnTo>
                    <a:pt x="1002754" y="139497"/>
                  </a:lnTo>
                  <a:lnTo>
                    <a:pt x="1000843" y="140452"/>
                  </a:lnTo>
                  <a:lnTo>
                    <a:pt x="999410" y="140452"/>
                  </a:lnTo>
                  <a:lnTo>
                    <a:pt x="997499" y="140930"/>
                  </a:lnTo>
                  <a:lnTo>
                    <a:pt x="996544" y="142841"/>
                  </a:lnTo>
                  <a:lnTo>
                    <a:pt x="995588" y="145230"/>
                  </a:lnTo>
                  <a:lnTo>
                    <a:pt x="995110" y="148096"/>
                  </a:lnTo>
                  <a:lnTo>
                    <a:pt x="993677" y="149529"/>
                  </a:lnTo>
                  <a:lnTo>
                    <a:pt x="991289" y="149052"/>
                  </a:lnTo>
                  <a:lnTo>
                    <a:pt x="990333" y="148096"/>
                  </a:lnTo>
                  <a:lnTo>
                    <a:pt x="990811" y="147141"/>
                  </a:lnTo>
                  <a:lnTo>
                    <a:pt x="990333" y="146663"/>
                  </a:lnTo>
                  <a:lnTo>
                    <a:pt x="988422" y="147618"/>
                  </a:lnTo>
                  <a:lnTo>
                    <a:pt x="986989" y="147618"/>
                  </a:lnTo>
                  <a:lnTo>
                    <a:pt x="986511" y="148574"/>
                  </a:lnTo>
                  <a:lnTo>
                    <a:pt x="996544" y="157651"/>
                  </a:lnTo>
                  <a:lnTo>
                    <a:pt x="999410" y="165772"/>
                  </a:lnTo>
                  <a:lnTo>
                    <a:pt x="1001799" y="169116"/>
                  </a:lnTo>
                  <a:lnTo>
                    <a:pt x="1001799" y="170072"/>
                  </a:lnTo>
                  <a:lnTo>
                    <a:pt x="1000366" y="171983"/>
                  </a:lnTo>
                  <a:lnTo>
                    <a:pt x="1000366" y="173893"/>
                  </a:lnTo>
                  <a:lnTo>
                    <a:pt x="1001321" y="178671"/>
                  </a:lnTo>
                  <a:lnTo>
                    <a:pt x="1000843" y="182493"/>
                  </a:lnTo>
                  <a:lnTo>
                    <a:pt x="999888" y="189181"/>
                  </a:lnTo>
                  <a:lnTo>
                    <a:pt x="1000843" y="191570"/>
                  </a:lnTo>
                  <a:lnTo>
                    <a:pt x="1002754" y="193480"/>
                  </a:lnTo>
                  <a:lnTo>
                    <a:pt x="1004187" y="195869"/>
                  </a:lnTo>
                  <a:lnTo>
                    <a:pt x="1005143" y="196347"/>
                  </a:lnTo>
                  <a:lnTo>
                    <a:pt x="1005620" y="198258"/>
                  </a:lnTo>
                  <a:lnTo>
                    <a:pt x="1006098" y="199691"/>
                  </a:lnTo>
                  <a:lnTo>
                    <a:pt x="1007054" y="200169"/>
                  </a:lnTo>
                  <a:lnTo>
                    <a:pt x="1007532" y="199691"/>
                  </a:lnTo>
                  <a:lnTo>
                    <a:pt x="1008009" y="197780"/>
                  </a:lnTo>
                  <a:lnTo>
                    <a:pt x="1008965" y="195869"/>
                  </a:lnTo>
                  <a:lnTo>
                    <a:pt x="1011353" y="193003"/>
                  </a:lnTo>
                  <a:lnTo>
                    <a:pt x="1013264" y="188703"/>
                  </a:lnTo>
                  <a:lnTo>
                    <a:pt x="1013742" y="186792"/>
                  </a:lnTo>
                  <a:lnTo>
                    <a:pt x="1013264" y="183448"/>
                  </a:lnTo>
                  <a:lnTo>
                    <a:pt x="1013264" y="182015"/>
                  </a:lnTo>
                  <a:lnTo>
                    <a:pt x="1015653" y="176282"/>
                  </a:lnTo>
                  <a:lnTo>
                    <a:pt x="1016131" y="172460"/>
                  </a:lnTo>
                  <a:lnTo>
                    <a:pt x="1016608" y="166728"/>
                  </a:lnTo>
                  <a:lnTo>
                    <a:pt x="1018042" y="162428"/>
                  </a:lnTo>
                  <a:lnTo>
                    <a:pt x="1019952" y="158606"/>
                  </a:lnTo>
                  <a:lnTo>
                    <a:pt x="1024252" y="151440"/>
                  </a:lnTo>
                  <a:lnTo>
                    <a:pt x="1025685" y="150007"/>
                  </a:lnTo>
                  <a:lnTo>
                    <a:pt x="1027118" y="149052"/>
                  </a:lnTo>
                  <a:lnTo>
                    <a:pt x="1029985" y="149529"/>
                  </a:lnTo>
                  <a:lnTo>
                    <a:pt x="1031896" y="151918"/>
                  </a:lnTo>
                  <a:lnTo>
                    <a:pt x="1034762" y="156218"/>
                  </a:lnTo>
                  <a:lnTo>
                    <a:pt x="1038106" y="160039"/>
                  </a:lnTo>
                  <a:lnTo>
                    <a:pt x="1044794" y="165294"/>
                  </a:lnTo>
                  <a:lnTo>
                    <a:pt x="1046227" y="167205"/>
                  </a:lnTo>
                  <a:lnTo>
                    <a:pt x="1050049" y="172460"/>
                  </a:lnTo>
                  <a:lnTo>
                    <a:pt x="1051483" y="177715"/>
                  </a:lnTo>
                  <a:lnTo>
                    <a:pt x="1052438" y="184881"/>
                  </a:lnTo>
                  <a:lnTo>
                    <a:pt x="1053393" y="189181"/>
                  </a:lnTo>
                  <a:lnTo>
                    <a:pt x="1054349" y="190614"/>
                  </a:lnTo>
                  <a:lnTo>
                    <a:pt x="1054827" y="193003"/>
                  </a:lnTo>
                  <a:lnTo>
                    <a:pt x="1054827" y="195869"/>
                  </a:lnTo>
                  <a:lnTo>
                    <a:pt x="1054349" y="197780"/>
                  </a:lnTo>
                  <a:lnTo>
                    <a:pt x="1053871" y="199691"/>
                  </a:lnTo>
                  <a:lnTo>
                    <a:pt x="1052916" y="200646"/>
                  </a:lnTo>
                  <a:lnTo>
                    <a:pt x="1051005" y="200646"/>
                  </a:lnTo>
                  <a:lnTo>
                    <a:pt x="1048616" y="200169"/>
                  </a:lnTo>
                  <a:lnTo>
                    <a:pt x="1048139" y="199691"/>
                  </a:lnTo>
                  <a:lnTo>
                    <a:pt x="1046705" y="196347"/>
                  </a:lnTo>
                  <a:lnTo>
                    <a:pt x="1046227" y="195869"/>
                  </a:lnTo>
                  <a:lnTo>
                    <a:pt x="1043839" y="198735"/>
                  </a:lnTo>
                  <a:lnTo>
                    <a:pt x="1043839" y="200169"/>
                  </a:lnTo>
                  <a:lnTo>
                    <a:pt x="1044317" y="204468"/>
                  </a:lnTo>
                  <a:lnTo>
                    <a:pt x="1044317" y="213067"/>
                  </a:lnTo>
                  <a:lnTo>
                    <a:pt x="1044794" y="214978"/>
                  </a:lnTo>
                  <a:lnTo>
                    <a:pt x="1047183" y="224055"/>
                  </a:lnTo>
                  <a:lnTo>
                    <a:pt x="1051005" y="230743"/>
                  </a:lnTo>
                  <a:lnTo>
                    <a:pt x="1061037" y="243642"/>
                  </a:lnTo>
                  <a:lnTo>
                    <a:pt x="1061515" y="245075"/>
                  </a:lnTo>
                  <a:lnTo>
                    <a:pt x="1062470" y="250330"/>
                  </a:lnTo>
                  <a:lnTo>
                    <a:pt x="1062948" y="251286"/>
                  </a:lnTo>
                  <a:lnTo>
                    <a:pt x="1063426" y="251763"/>
                  </a:lnTo>
                  <a:lnTo>
                    <a:pt x="1064381" y="252241"/>
                  </a:lnTo>
                  <a:lnTo>
                    <a:pt x="1065337" y="251763"/>
                  </a:lnTo>
                  <a:lnTo>
                    <a:pt x="1069158" y="247464"/>
                  </a:lnTo>
                  <a:lnTo>
                    <a:pt x="1072025" y="243642"/>
                  </a:lnTo>
                  <a:lnTo>
                    <a:pt x="1074414" y="241253"/>
                  </a:lnTo>
                  <a:lnTo>
                    <a:pt x="1075847" y="241253"/>
                  </a:lnTo>
                  <a:lnTo>
                    <a:pt x="1077280" y="240298"/>
                  </a:lnTo>
                  <a:lnTo>
                    <a:pt x="1078713" y="238865"/>
                  </a:lnTo>
                  <a:lnTo>
                    <a:pt x="1079669" y="237432"/>
                  </a:lnTo>
                  <a:lnTo>
                    <a:pt x="1080146" y="235998"/>
                  </a:lnTo>
                  <a:lnTo>
                    <a:pt x="1080624" y="229310"/>
                  </a:lnTo>
                  <a:lnTo>
                    <a:pt x="1081102" y="226444"/>
                  </a:lnTo>
                  <a:lnTo>
                    <a:pt x="1082535" y="222144"/>
                  </a:lnTo>
                  <a:lnTo>
                    <a:pt x="1083013" y="221189"/>
                  </a:lnTo>
                  <a:lnTo>
                    <a:pt x="1090656" y="210201"/>
                  </a:lnTo>
                  <a:lnTo>
                    <a:pt x="1091612" y="209246"/>
                  </a:lnTo>
                  <a:lnTo>
                    <a:pt x="1094956" y="196347"/>
                  </a:lnTo>
                  <a:lnTo>
                    <a:pt x="1095911" y="190614"/>
                  </a:lnTo>
                  <a:lnTo>
                    <a:pt x="1095911" y="187270"/>
                  </a:lnTo>
                  <a:lnTo>
                    <a:pt x="1095434" y="184404"/>
                  </a:lnTo>
                  <a:lnTo>
                    <a:pt x="1095911" y="181537"/>
                  </a:lnTo>
                  <a:lnTo>
                    <a:pt x="1096867" y="179626"/>
                  </a:lnTo>
                  <a:lnTo>
                    <a:pt x="1097822" y="178193"/>
                  </a:lnTo>
                  <a:lnTo>
                    <a:pt x="1099256" y="176760"/>
                  </a:lnTo>
                  <a:lnTo>
                    <a:pt x="1100211" y="174849"/>
                  </a:lnTo>
                  <a:lnTo>
                    <a:pt x="1100689" y="174371"/>
                  </a:lnTo>
                  <a:lnTo>
                    <a:pt x="1102122" y="174371"/>
                  </a:lnTo>
                  <a:lnTo>
                    <a:pt x="1103555" y="175805"/>
                  </a:lnTo>
                  <a:lnTo>
                    <a:pt x="1104988" y="176282"/>
                  </a:lnTo>
                  <a:lnTo>
                    <a:pt x="1113110" y="174371"/>
                  </a:lnTo>
                  <a:lnTo>
                    <a:pt x="1113110" y="173416"/>
                  </a:lnTo>
                  <a:lnTo>
                    <a:pt x="1108332" y="171027"/>
                  </a:lnTo>
                  <a:lnTo>
                    <a:pt x="1108332" y="169594"/>
                  </a:lnTo>
                  <a:lnTo>
                    <a:pt x="1108810" y="167683"/>
                  </a:lnTo>
                  <a:lnTo>
                    <a:pt x="1110243" y="165772"/>
                  </a:lnTo>
                  <a:lnTo>
                    <a:pt x="1112154" y="164817"/>
                  </a:lnTo>
                  <a:lnTo>
                    <a:pt x="1112632" y="163861"/>
                  </a:lnTo>
                  <a:lnTo>
                    <a:pt x="1112632" y="161950"/>
                  </a:lnTo>
                  <a:lnTo>
                    <a:pt x="1113110" y="159084"/>
                  </a:lnTo>
                  <a:lnTo>
                    <a:pt x="1112632" y="158128"/>
                  </a:lnTo>
                  <a:lnTo>
                    <a:pt x="1108332" y="154784"/>
                  </a:lnTo>
                  <a:lnTo>
                    <a:pt x="1105466" y="154784"/>
                  </a:lnTo>
                  <a:lnTo>
                    <a:pt x="1104988" y="154307"/>
                  </a:lnTo>
                  <a:lnTo>
                    <a:pt x="1102600" y="150963"/>
                  </a:lnTo>
                  <a:lnTo>
                    <a:pt x="1102122" y="146663"/>
                  </a:lnTo>
                  <a:lnTo>
                    <a:pt x="1101644" y="144752"/>
                  </a:lnTo>
                  <a:lnTo>
                    <a:pt x="1102122" y="141886"/>
                  </a:lnTo>
                  <a:lnTo>
                    <a:pt x="1102600" y="141408"/>
                  </a:lnTo>
                  <a:lnTo>
                    <a:pt x="1102122" y="139975"/>
                  </a:lnTo>
                  <a:lnTo>
                    <a:pt x="1101644" y="138064"/>
                  </a:lnTo>
                  <a:lnTo>
                    <a:pt x="1101644" y="136153"/>
                  </a:lnTo>
                  <a:lnTo>
                    <a:pt x="1102122" y="134720"/>
                  </a:lnTo>
                  <a:lnTo>
                    <a:pt x="1101644" y="133286"/>
                  </a:lnTo>
                  <a:lnTo>
                    <a:pt x="1100689" y="131376"/>
                  </a:lnTo>
                  <a:lnTo>
                    <a:pt x="1100211" y="129465"/>
                  </a:lnTo>
                  <a:lnTo>
                    <a:pt x="1101644" y="124210"/>
                  </a:lnTo>
                  <a:lnTo>
                    <a:pt x="1101644" y="122777"/>
                  </a:lnTo>
                  <a:lnTo>
                    <a:pt x="1100689" y="120866"/>
                  </a:lnTo>
                  <a:lnTo>
                    <a:pt x="1099733" y="119910"/>
                  </a:lnTo>
                  <a:lnTo>
                    <a:pt x="1100211" y="119432"/>
                  </a:lnTo>
                  <a:lnTo>
                    <a:pt x="1102122" y="118955"/>
                  </a:lnTo>
                  <a:lnTo>
                    <a:pt x="1104511" y="119910"/>
                  </a:lnTo>
                  <a:lnTo>
                    <a:pt x="1106899" y="121343"/>
                  </a:lnTo>
                  <a:lnTo>
                    <a:pt x="1109765" y="121343"/>
                  </a:lnTo>
                  <a:lnTo>
                    <a:pt x="1113588" y="119910"/>
                  </a:lnTo>
                  <a:lnTo>
                    <a:pt x="1117409" y="118955"/>
                  </a:lnTo>
                  <a:lnTo>
                    <a:pt x="1124097" y="119432"/>
                  </a:lnTo>
                  <a:lnTo>
                    <a:pt x="1125531" y="119910"/>
                  </a:lnTo>
                  <a:lnTo>
                    <a:pt x="1131741" y="124687"/>
                  </a:lnTo>
                  <a:lnTo>
                    <a:pt x="1136996" y="127076"/>
                  </a:lnTo>
                  <a:lnTo>
                    <a:pt x="1138907" y="126598"/>
                  </a:lnTo>
                  <a:lnTo>
                    <a:pt x="1150372" y="127554"/>
                  </a:lnTo>
                  <a:lnTo>
                    <a:pt x="1155150" y="127076"/>
                  </a:lnTo>
                  <a:lnTo>
                    <a:pt x="1157538" y="127554"/>
                  </a:lnTo>
                  <a:lnTo>
                    <a:pt x="1162316" y="129942"/>
                  </a:lnTo>
                  <a:lnTo>
                    <a:pt x="1162316" y="132331"/>
                  </a:lnTo>
                  <a:lnTo>
                    <a:pt x="1159927" y="135675"/>
                  </a:lnTo>
                  <a:lnTo>
                    <a:pt x="1157061" y="136631"/>
                  </a:lnTo>
                  <a:lnTo>
                    <a:pt x="1155150" y="137586"/>
                  </a:lnTo>
                  <a:lnTo>
                    <a:pt x="1157061" y="139497"/>
                  </a:lnTo>
                  <a:lnTo>
                    <a:pt x="1163749" y="141886"/>
                  </a:lnTo>
                  <a:lnTo>
                    <a:pt x="1165182" y="146185"/>
                  </a:lnTo>
                  <a:lnTo>
                    <a:pt x="1165660" y="148096"/>
                  </a:lnTo>
                  <a:lnTo>
                    <a:pt x="1165182" y="149529"/>
                  </a:lnTo>
                  <a:lnTo>
                    <a:pt x="1165182" y="150485"/>
                  </a:lnTo>
                  <a:lnTo>
                    <a:pt x="1167093" y="150485"/>
                  </a:lnTo>
                  <a:lnTo>
                    <a:pt x="1170915" y="149052"/>
                  </a:lnTo>
                  <a:lnTo>
                    <a:pt x="1175214" y="150007"/>
                  </a:lnTo>
                  <a:lnTo>
                    <a:pt x="1181425" y="152873"/>
                  </a:lnTo>
                  <a:lnTo>
                    <a:pt x="1182380" y="153351"/>
                  </a:lnTo>
                  <a:lnTo>
                    <a:pt x="1183336" y="156218"/>
                  </a:lnTo>
                  <a:lnTo>
                    <a:pt x="1183336" y="157173"/>
                  </a:lnTo>
                  <a:lnTo>
                    <a:pt x="1177603" y="162906"/>
                  </a:lnTo>
                  <a:lnTo>
                    <a:pt x="1174737" y="165294"/>
                  </a:lnTo>
                  <a:lnTo>
                    <a:pt x="1170915" y="167683"/>
                  </a:lnTo>
                  <a:lnTo>
                    <a:pt x="1170915" y="169116"/>
                  </a:lnTo>
                  <a:lnTo>
                    <a:pt x="1176170" y="169116"/>
                  </a:lnTo>
                  <a:lnTo>
                    <a:pt x="1180470" y="169594"/>
                  </a:lnTo>
                  <a:lnTo>
                    <a:pt x="1182380" y="170549"/>
                  </a:lnTo>
                  <a:lnTo>
                    <a:pt x="1183336" y="171505"/>
                  </a:lnTo>
                  <a:lnTo>
                    <a:pt x="1184291" y="173893"/>
                  </a:lnTo>
                  <a:lnTo>
                    <a:pt x="1184769" y="175805"/>
                  </a:lnTo>
                  <a:lnTo>
                    <a:pt x="1184769" y="178671"/>
                  </a:lnTo>
                  <a:lnTo>
                    <a:pt x="1184291" y="180104"/>
                  </a:lnTo>
                  <a:lnTo>
                    <a:pt x="1179514" y="185359"/>
                  </a:lnTo>
                  <a:lnTo>
                    <a:pt x="1177125" y="186792"/>
                  </a:lnTo>
                  <a:lnTo>
                    <a:pt x="1173304" y="188703"/>
                  </a:lnTo>
                  <a:lnTo>
                    <a:pt x="1171393" y="190136"/>
                  </a:lnTo>
                  <a:lnTo>
                    <a:pt x="1169960" y="190136"/>
                  </a:lnTo>
                  <a:lnTo>
                    <a:pt x="1167571" y="188225"/>
                  </a:lnTo>
                  <a:lnTo>
                    <a:pt x="1165660" y="187748"/>
                  </a:lnTo>
                  <a:lnTo>
                    <a:pt x="1161838" y="189181"/>
                  </a:lnTo>
                  <a:lnTo>
                    <a:pt x="1159927" y="189181"/>
                  </a:lnTo>
                  <a:lnTo>
                    <a:pt x="1158972" y="189659"/>
                  </a:lnTo>
                  <a:lnTo>
                    <a:pt x="1158972" y="190614"/>
                  </a:lnTo>
                  <a:lnTo>
                    <a:pt x="1160883" y="193958"/>
                  </a:lnTo>
                  <a:lnTo>
                    <a:pt x="1161838" y="195391"/>
                  </a:lnTo>
                  <a:lnTo>
                    <a:pt x="1162316" y="196347"/>
                  </a:lnTo>
                  <a:lnTo>
                    <a:pt x="1161360" y="197780"/>
                  </a:lnTo>
                  <a:lnTo>
                    <a:pt x="1161360" y="198258"/>
                  </a:lnTo>
                  <a:lnTo>
                    <a:pt x="1162316" y="198735"/>
                  </a:lnTo>
                  <a:lnTo>
                    <a:pt x="1165660" y="205424"/>
                  </a:lnTo>
                  <a:lnTo>
                    <a:pt x="1166138" y="205901"/>
                  </a:lnTo>
                  <a:lnTo>
                    <a:pt x="1167093" y="205901"/>
                  </a:lnTo>
                  <a:lnTo>
                    <a:pt x="1168526" y="203991"/>
                  </a:lnTo>
                  <a:lnTo>
                    <a:pt x="1169004" y="203035"/>
                  </a:lnTo>
                  <a:lnTo>
                    <a:pt x="1169482" y="203035"/>
                  </a:lnTo>
                  <a:lnTo>
                    <a:pt x="1169482" y="203991"/>
                  </a:lnTo>
                  <a:lnTo>
                    <a:pt x="1168049" y="210201"/>
                  </a:lnTo>
                  <a:lnTo>
                    <a:pt x="1168049" y="211634"/>
                  </a:lnTo>
                  <a:lnTo>
                    <a:pt x="1168049" y="213067"/>
                  </a:lnTo>
                  <a:lnTo>
                    <a:pt x="1168526" y="215934"/>
                  </a:lnTo>
                  <a:lnTo>
                    <a:pt x="1170437" y="219278"/>
                  </a:lnTo>
                  <a:lnTo>
                    <a:pt x="1172348" y="222144"/>
                  </a:lnTo>
                  <a:lnTo>
                    <a:pt x="1175692" y="225966"/>
                  </a:lnTo>
                  <a:lnTo>
                    <a:pt x="1179992" y="230266"/>
                  </a:lnTo>
                  <a:lnTo>
                    <a:pt x="1181425" y="232177"/>
                  </a:lnTo>
                  <a:lnTo>
                    <a:pt x="1183814" y="236954"/>
                  </a:lnTo>
                  <a:lnTo>
                    <a:pt x="1184291" y="238387"/>
                  </a:lnTo>
                  <a:lnTo>
                    <a:pt x="1183814" y="243642"/>
                  </a:lnTo>
                  <a:lnTo>
                    <a:pt x="1181903" y="251286"/>
                  </a:lnTo>
                  <a:lnTo>
                    <a:pt x="1180947" y="255585"/>
                  </a:lnTo>
                  <a:lnTo>
                    <a:pt x="1180470" y="257019"/>
                  </a:lnTo>
                  <a:lnTo>
                    <a:pt x="1177125" y="259885"/>
                  </a:lnTo>
                  <a:lnTo>
                    <a:pt x="1175214" y="260840"/>
                  </a:lnTo>
                  <a:lnTo>
                    <a:pt x="1172348" y="260840"/>
                  </a:lnTo>
                  <a:lnTo>
                    <a:pt x="1171393" y="261318"/>
                  </a:lnTo>
                  <a:lnTo>
                    <a:pt x="1169960" y="263707"/>
                  </a:lnTo>
                  <a:lnTo>
                    <a:pt x="1167571" y="268006"/>
                  </a:lnTo>
                  <a:lnTo>
                    <a:pt x="1166138" y="270873"/>
                  </a:lnTo>
                  <a:lnTo>
                    <a:pt x="1164704" y="272306"/>
                  </a:lnTo>
                  <a:lnTo>
                    <a:pt x="1162316" y="273739"/>
                  </a:lnTo>
                  <a:lnTo>
                    <a:pt x="1158972" y="277561"/>
                  </a:lnTo>
                  <a:lnTo>
                    <a:pt x="1157061" y="278994"/>
                  </a:lnTo>
                  <a:lnTo>
                    <a:pt x="1150850" y="280905"/>
                  </a:lnTo>
                  <a:lnTo>
                    <a:pt x="1146073" y="286160"/>
                  </a:lnTo>
                  <a:lnTo>
                    <a:pt x="1144162" y="288071"/>
                  </a:lnTo>
                  <a:lnTo>
                    <a:pt x="1141773" y="289026"/>
                  </a:lnTo>
                  <a:lnTo>
                    <a:pt x="1139863" y="289026"/>
                  </a:lnTo>
                  <a:lnTo>
                    <a:pt x="1138429" y="288071"/>
                  </a:lnTo>
                  <a:lnTo>
                    <a:pt x="1137474" y="284727"/>
                  </a:lnTo>
                  <a:lnTo>
                    <a:pt x="1136996" y="283771"/>
                  </a:lnTo>
                  <a:lnTo>
                    <a:pt x="1135563" y="281383"/>
                  </a:lnTo>
                  <a:lnTo>
                    <a:pt x="1131741" y="275172"/>
                  </a:lnTo>
                  <a:lnTo>
                    <a:pt x="1130308" y="272784"/>
                  </a:lnTo>
                  <a:lnTo>
                    <a:pt x="1129353" y="272306"/>
                  </a:lnTo>
                  <a:lnTo>
                    <a:pt x="1126964" y="272784"/>
                  </a:lnTo>
                  <a:lnTo>
                    <a:pt x="1126008" y="272306"/>
                  </a:lnTo>
                  <a:lnTo>
                    <a:pt x="1123620" y="270395"/>
                  </a:lnTo>
                  <a:lnTo>
                    <a:pt x="1123142" y="268962"/>
                  </a:lnTo>
                  <a:lnTo>
                    <a:pt x="1123142" y="268484"/>
                  </a:lnTo>
                  <a:lnTo>
                    <a:pt x="1124575" y="267529"/>
                  </a:lnTo>
                  <a:lnTo>
                    <a:pt x="1124097" y="266573"/>
                  </a:lnTo>
                  <a:lnTo>
                    <a:pt x="1120753" y="263707"/>
                  </a:lnTo>
                  <a:lnTo>
                    <a:pt x="1119798" y="261796"/>
                  </a:lnTo>
                  <a:lnTo>
                    <a:pt x="1119798" y="261318"/>
                  </a:lnTo>
                  <a:lnTo>
                    <a:pt x="1116454" y="259407"/>
                  </a:lnTo>
                  <a:lnTo>
                    <a:pt x="1113588" y="258929"/>
                  </a:lnTo>
                  <a:lnTo>
                    <a:pt x="1109765" y="262273"/>
                  </a:lnTo>
                  <a:lnTo>
                    <a:pt x="1108332" y="264662"/>
                  </a:lnTo>
                  <a:lnTo>
                    <a:pt x="1108332" y="265140"/>
                  </a:lnTo>
                  <a:lnTo>
                    <a:pt x="1109765" y="266095"/>
                  </a:lnTo>
                  <a:lnTo>
                    <a:pt x="1110721" y="265618"/>
                  </a:lnTo>
                  <a:lnTo>
                    <a:pt x="1112154" y="263707"/>
                  </a:lnTo>
                  <a:lnTo>
                    <a:pt x="1113110" y="262751"/>
                  </a:lnTo>
                  <a:lnTo>
                    <a:pt x="1115498" y="263229"/>
                  </a:lnTo>
                  <a:lnTo>
                    <a:pt x="1117409" y="264662"/>
                  </a:lnTo>
                  <a:lnTo>
                    <a:pt x="1118365" y="266095"/>
                  </a:lnTo>
                  <a:lnTo>
                    <a:pt x="1118365" y="266573"/>
                  </a:lnTo>
                  <a:lnTo>
                    <a:pt x="1124097" y="273261"/>
                  </a:lnTo>
                  <a:lnTo>
                    <a:pt x="1126008" y="274694"/>
                  </a:lnTo>
                  <a:lnTo>
                    <a:pt x="1126486" y="276605"/>
                  </a:lnTo>
                  <a:lnTo>
                    <a:pt x="1126964" y="278994"/>
                  </a:lnTo>
                  <a:lnTo>
                    <a:pt x="1128397" y="281860"/>
                  </a:lnTo>
                  <a:lnTo>
                    <a:pt x="1130786" y="286638"/>
                  </a:lnTo>
                  <a:lnTo>
                    <a:pt x="1133652" y="292848"/>
                  </a:lnTo>
                  <a:lnTo>
                    <a:pt x="1134130" y="295237"/>
                  </a:lnTo>
                  <a:lnTo>
                    <a:pt x="1132697" y="296192"/>
                  </a:lnTo>
                  <a:lnTo>
                    <a:pt x="1132219" y="296192"/>
                  </a:lnTo>
                  <a:lnTo>
                    <a:pt x="1129830" y="295237"/>
                  </a:lnTo>
                  <a:lnTo>
                    <a:pt x="1124575" y="292848"/>
                  </a:lnTo>
                  <a:lnTo>
                    <a:pt x="1123620" y="292848"/>
                  </a:lnTo>
                  <a:lnTo>
                    <a:pt x="1122187" y="294281"/>
                  </a:lnTo>
                  <a:lnTo>
                    <a:pt x="1121231" y="297148"/>
                  </a:lnTo>
                  <a:lnTo>
                    <a:pt x="1120753" y="297626"/>
                  </a:lnTo>
                  <a:lnTo>
                    <a:pt x="1117887" y="296192"/>
                  </a:lnTo>
                  <a:lnTo>
                    <a:pt x="1112154" y="293326"/>
                  </a:lnTo>
                  <a:lnTo>
                    <a:pt x="1108332" y="290937"/>
                  </a:lnTo>
                  <a:lnTo>
                    <a:pt x="1106422" y="289026"/>
                  </a:lnTo>
                  <a:lnTo>
                    <a:pt x="1104511" y="285682"/>
                  </a:lnTo>
                  <a:lnTo>
                    <a:pt x="1101644" y="281383"/>
                  </a:lnTo>
                  <a:lnTo>
                    <a:pt x="1098300" y="279949"/>
                  </a:lnTo>
                  <a:lnTo>
                    <a:pt x="1094478" y="281860"/>
                  </a:lnTo>
                  <a:lnTo>
                    <a:pt x="1089223" y="282338"/>
                  </a:lnTo>
                  <a:lnTo>
                    <a:pt x="1078235" y="281860"/>
                  </a:lnTo>
                  <a:lnTo>
                    <a:pt x="1076324" y="282338"/>
                  </a:lnTo>
                  <a:lnTo>
                    <a:pt x="1075847" y="282816"/>
                  </a:lnTo>
                  <a:lnTo>
                    <a:pt x="1076802" y="285205"/>
                  </a:lnTo>
                  <a:lnTo>
                    <a:pt x="1076802" y="285682"/>
                  </a:lnTo>
                  <a:lnTo>
                    <a:pt x="1075847" y="286160"/>
                  </a:lnTo>
                  <a:lnTo>
                    <a:pt x="1075847" y="287115"/>
                  </a:lnTo>
                  <a:lnTo>
                    <a:pt x="1076802" y="289504"/>
                  </a:lnTo>
                  <a:lnTo>
                    <a:pt x="1079191" y="291415"/>
                  </a:lnTo>
                  <a:lnTo>
                    <a:pt x="1084446" y="293804"/>
                  </a:lnTo>
                  <a:lnTo>
                    <a:pt x="1088268" y="295715"/>
                  </a:lnTo>
                  <a:lnTo>
                    <a:pt x="1090656" y="297148"/>
                  </a:lnTo>
                  <a:lnTo>
                    <a:pt x="1091134" y="299059"/>
                  </a:lnTo>
                  <a:lnTo>
                    <a:pt x="1091612" y="300492"/>
                  </a:lnTo>
                  <a:lnTo>
                    <a:pt x="1090179" y="303358"/>
                  </a:lnTo>
                  <a:lnTo>
                    <a:pt x="1089701" y="304791"/>
                  </a:lnTo>
                  <a:lnTo>
                    <a:pt x="1076802" y="320557"/>
                  </a:lnTo>
                  <a:lnTo>
                    <a:pt x="1071547" y="326767"/>
                  </a:lnTo>
                  <a:lnTo>
                    <a:pt x="1069158" y="330589"/>
                  </a:lnTo>
                  <a:lnTo>
                    <a:pt x="1066770" y="332977"/>
                  </a:lnTo>
                  <a:lnTo>
                    <a:pt x="1064859" y="334411"/>
                  </a:lnTo>
                  <a:lnTo>
                    <a:pt x="1061515" y="334888"/>
                  </a:lnTo>
                  <a:lnTo>
                    <a:pt x="1057215" y="334888"/>
                  </a:lnTo>
                  <a:lnTo>
                    <a:pt x="1051483" y="334411"/>
                  </a:lnTo>
                  <a:lnTo>
                    <a:pt x="1048616" y="332500"/>
                  </a:lnTo>
                  <a:lnTo>
                    <a:pt x="1042883" y="327245"/>
                  </a:lnTo>
                  <a:lnTo>
                    <a:pt x="1039062" y="323901"/>
                  </a:lnTo>
                  <a:lnTo>
                    <a:pt x="1037628" y="322945"/>
                  </a:lnTo>
                  <a:lnTo>
                    <a:pt x="1036195" y="320079"/>
                  </a:lnTo>
                  <a:lnTo>
                    <a:pt x="1034762" y="319601"/>
                  </a:lnTo>
                  <a:lnTo>
                    <a:pt x="1031896" y="319123"/>
                  </a:lnTo>
                  <a:lnTo>
                    <a:pt x="1029507" y="317212"/>
                  </a:lnTo>
                  <a:lnTo>
                    <a:pt x="1022819" y="311957"/>
                  </a:lnTo>
                  <a:lnTo>
                    <a:pt x="1019475" y="309569"/>
                  </a:lnTo>
                  <a:lnTo>
                    <a:pt x="1016131" y="308613"/>
                  </a:lnTo>
                  <a:lnTo>
                    <a:pt x="1013264" y="308613"/>
                  </a:lnTo>
                  <a:lnTo>
                    <a:pt x="1012309" y="308613"/>
                  </a:lnTo>
                  <a:lnTo>
                    <a:pt x="1014220" y="311480"/>
                  </a:lnTo>
                  <a:lnTo>
                    <a:pt x="1013264" y="311480"/>
                  </a:lnTo>
                  <a:lnTo>
                    <a:pt x="1011353" y="311002"/>
                  </a:lnTo>
                  <a:lnTo>
                    <a:pt x="1008965" y="311002"/>
                  </a:lnTo>
                  <a:lnTo>
                    <a:pt x="1005143" y="309091"/>
                  </a:lnTo>
                  <a:lnTo>
                    <a:pt x="1000843" y="309091"/>
                  </a:lnTo>
                  <a:lnTo>
                    <a:pt x="998455" y="309091"/>
                  </a:lnTo>
                  <a:lnTo>
                    <a:pt x="995110" y="307658"/>
                  </a:lnTo>
                  <a:lnTo>
                    <a:pt x="991289" y="307180"/>
                  </a:lnTo>
                  <a:lnTo>
                    <a:pt x="985078" y="307180"/>
                  </a:lnTo>
                  <a:lnTo>
                    <a:pt x="983167" y="307658"/>
                  </a:lnTo>
                  <a:lnTo>
                    <a:pt x="982690" y="308136"/>
                  </a:lnTo>
                  <a:lnTo>
                    <a:pt x="985556" y="310524"/>
                  </a:lnTo>
                  <a:lnTo>
                    <a:pt x="990811" y="313391"/>
                  </a:lnTo>
                  <a:lnTo>
                    <a:pt x="989855" y="311002"/>
                  </a:lnTo>
                  <a:lnTo>
                    <a:pt x="990333" y="310046"/>
                  </a:lnTo>
                  <a:lnTo>
                    <a:pt x="991766" y="309569"/>
                  </a:lnTo>
                  <a:lnTo>
                    <a:pt x="999410" y="311002"/>
                  </a:lnTo>
                  <a:lnTo>
                    <a:pt x="1008009" y="313868"/>
                  </a:lnTo>
                  <a:lnTo>
                    <a:pt x="1010398" y="314346"/>
                  </a:lnTo>
                  <a:lnTo>
                    <a:pt x="1012786" y="315301"/>
                  </a:lnTo>
                  <a:lnTo>
                    <a:pt x="1015175" y="317212"/>
                  </a:lnTo>
                  <a:lnTo>
                    <a:pt x="1018997" y="321512"/>
                  </a:lnTo>
                  <a:lnTo>
                    <a:pt x="1026163" y="330111"/>
                  </a:lnTo>
                  <a:lnTo>
                    <a:pt x="1028551" y="332500"/>
                  </a:lnTo>
                  <a:lnTo>
                    <a:pt x="1031418" y="334411"/>
                  </a:lnTo>
                  <a:lnTo>
                    <a:pt x="1047183" y="337277"/>
                  </a:lnTo>
                  <a:lnTo>
                    <a:pt x="1052438" y="337277"/>
                  </a:lnTo>
                  <a:lnTo>
                    <a:pt x="1062948" y="338233"/>
                  </a:lnTo>
                  <a:lnTo>
                    <a:pt x="1068681" y="339666"/>
                  </a:lnTo>
                  <a:lnTo>
                    <a:pt x="1070114" y="341099"/>
                  </a:lnTo>
                  <a:lnTo>
                    <a:pt x="1070592" y="344921"/>
                  </a:lnTo>
                  <a:lnTo>
                    <a:pt x="1070114" y="346832"/>
                  </a:lnTo>
                  <a:lnTo>
                    <a:pt x="1067248" y="352564"/>
                  </a:lnTo>
                  <a:lnTo>
                    <a:pt x="1065337" y="356864"/>
                  </a:lnTo>
                  <a:lnTo>
                    <a:pt x="1052916" y="375018"/>
                  </a:lnTo>
                  <a:lnTo>
                    <a:pt x="1051483" y="379317"/>
                  </a:lnTo>
                  <a:lnTo>
                    <a:pt x="1051005" y="381706"/>
                  </a:lnTo>
                  <a:lnTo>
                    <a:pt x="1048616" y="384094"/>
                  </a:lnTo>
                  <a:lnTo>
                    <a:pt x="1043361" y="387916"/>
                  </a:lnTo>
                  <a:lnTo>
                    <a:pt x="1038106" y="391260"/>
                  </a:lnTo>
                  <a:lnTo>
                    <a:pt x="1034762" y="392216"/>
                  </a:lnTo>
                  <a:lnTo>
                    <a:pt x="1031896" y="391260"/>
                  </a:lnTo>
                  <a:lnTo>
                    <a:pt x="1029985" y="390305"/>
                  </a:lnTo>
                  <a:lnTo>
                    <a:pt x="1027118" y="386961"/>
                  </a:lnTo>
                  <a:lnTo>
                    <a:pt x="1026641" y="387439"/>
                  </a:lnTo>
                  <a:lnTo>
                    <a:pt x="1029029" y="392694"/>
                  </a:lnTo>
                  <a:lnTo>
                    <a:pt x="1028551" y="393171"/>
                  </a:lnTo>
                  <a:lnTo>
                    <a:pt x="1026641" y="392216"/>
                  </a:lnTo>
                  <a:lnTo>
                    <a:pt x="1022819" y="390305"/>
                  </a:lnTo>
                  <a:lnTo>
                    <a:pt x="1021863" y="390305"/>
                  </a:lnTo>
                  <a:lnTo>
                    <a:pt x="1020908" y="391260"/>
                  </a:lnTo>
                  <a:lnTo>
                    <a:pt x="1019952" y="391260"/>
                  </a:lnTo>
                  <a:lnTo>
                    <a:pt x="1018997" y="390305"/>
                  </a:lnTo>
                  <a:lnTo>
                    <a:pt x="1016608" y="388394"/>
                  </a:lnTo>
                  <a:lnTo>
                    <a:pt x="1016131" y="387439"/>
                  </a:lnTo>
                  <a:lnTo>
                    <a:pt x="1015175" y="384572"/>
                  </a:lnTo>
                  <a:lnTo>
                    <a:pt x="1015175" y="384094"/>
                  </a:lnTo>
                  <a:lnTo>
                    <a:pt x="1010398" y="386005"/>
                  </a:lnTo>
                  <a:lnTo>
                    <a:pt x="1009442" y="386483"/>
                  </a:lnTo>
                  <a:lnTo>
                    <a:pt x="1011353" y="387439"/>
                  </a:lnTo>
                  <a:lnTo>
                    <a:pt x="1012309" y="388394"/>
                  </a:lnTo>
                  <a:lnTo>
                    <a:pt x="1014220" y="392694"/>
                  </a:lnTo>
                  <a:lnTo>
                    <a:pt x="1014220" y="393649"/>
                  </a:lnTo>
                  <a:lnTo>
                    <a:pt x="1012786" y="394127"/>
                  </a:lnTo>
                  <a:lnTo>
                    <a:pt x="1008487" y="392694"/>
                  </a:lnTo>
                  <a:lnTo>
                    <a:pt x="1008009" y="392694"/>
                  </a:lnTo>
                  <a:lnTo>
                    <a:pt x="1009920" y="396993"/>
                  </a:lnTo>
                  <a:lnTo>
                    <a:pt x="1010876" y="398904"/>
                  </a:lnTo>
                  <a:lnTo>
                    <a:pt x="1010876" y="399860"/>
                  </a:lnTo>
                  <a:lnTo>
                    <a:pt x="1008009" y="404637"/>
                  </a:lnTo>
                  <a:lnTo>
                    <a:pt x="1006576" y="406548"/>
                  </a:lnTo>
                  <a:lnTo>
                    <a:pt x="1003710" y="407026"/>
                  </a:lnTo>
                  <a:lnTo>
                    <a:pt x="1002276" y="406548"/>
                  </a:lnTo>
                  <a:lnTo>
                    <a:pt x="1000843" y="405592"/>
                  </a:lnTo>
                  <a:lnTo>
                    <a:pt x="999410" y="405592"/>
                  </a:lnTo>
                  <a:lnTo>
                    <a:pt x="998455" y="407026"/>
                  </a:lnTo>
                  <a:lnTo>
                    <a:pt x="997021" y="408459"/>
                  </a:lnTo>
                  <a:lnTo>
                    <a:pt x="995110" y="408936"/>
                  </a:lnTo>
                  <a:lnTo>
                    <a:pt x="992244" y="408936"/>
                  </a:lnTo>
                  <a:lnTo>
                    <a:pt x="989378" y="407503"/>
                  </a:lnTo>
                  <a:lnTo>
                    <a:pt x="980778" y="403204"/>
                  </a:lnTo>
                  <a:lnTo>
                    <a:pt x="977912" y="402248"/>
                  </a:lnTo>
                  <a:lnTo>
                    <a:pt x="973135" y="401771"/>
                  </a:lnTo>
                  <a:lnTo>
                    <a:pt x="972657" y="401293"/>
                  </a:lnTo>
                  <a:lnTo>
                    <a:pt x="972657" y="400337"/>
                  </a:lnTo>
                  <a:lnTo>
                    <a:pt x="973135" y="399860"/>
                  </a:lnTo>
                  <a:lnTo>
                    <a:pt x="973135" y="399382"/>
                  </a:lnTo>
                  <a:lnTo>
                    <a:pt x="971702" y="398904"/>
                  </a:lnTo>
                  <a:lnTo>
                    <a:pt x="970746" y="399382"/>
                  </a:lnTo>
                  <a:lnTo>
                    <a:pt x="969791" y="400815"/>
                  </a:lnTo>
                  <a:lnTo>
                    <a:pt x="967880" y="400815"/>
                  </a:lnTo>
                  <a:lnTo>
                    <a:pt x="965013" y="400337"/>
                  </a:lnTo>
                  <a:lnTo>
                    <a:pt x="960714" y="398904"/>
                  </a:lnTo>
                  <a:lnTo>
                    <a:pt x="952593" y="394127"/>
                  </a:lnTo>
                  <a:lnTo>
                    <a:pt x="943038" y="390783"/>
                  </a:lnTo>
                  <a:lnTo>
                    <a:pt x="937783" y="385528"/>
                  </a:lnTo>
                  <a:lnTo>
                    <a:pt x="939694" y="390305"/>
                  </a:lnTo>
                  <a:lnTo>
                    <a:pt x="939694" y="391738"/>
                  </a:lnTo>
                  <a:lnTo>
                    <a:pt x="938738" y="392694"/>
                  </a:lnTo>
                  <a:lnTo>
                    <a:pt x="938738" y="394127"/>
                  </a:lnTo>
                  <a:lnTo>
                    <a:pt x="940649" y="397471"/>
                  </a:lnTo>
                  <a:lnTo>
                    <a:pt x="943516" y="398426"/>
                  </a:lnTo>
                  <a:lnTo>
                    <a:pt x="946382" y="398426"/>
                  </a:lnTo>
                  <a:lnTo>
                    <a:pt x="946382" y="397949"/>
                  </a:lnTo>
                  <a:lnTo>
                    <a:pt x="945427" y="396993"/>
                  </a:lnTo>
                  <a:lnTo>
                    <a:pt x="943994" y="396038"/>
                  </a:lnTo>
                  <a:lnTo>
                    <a:pt x="943516" y="394127"/>
                  </a:lnTo>
                  <a:lnTo>
                    <a:pt x="944471" y="394127"/>
                  </a:lnTo>
                  <a:lnTo>
                    <a:pt x="946860" y="394605"/>
                  </a:lnTo>
                  <a:lnTo>
                    <a:pt x="948293" y="396038"/>
                  </a:lnTo>
                  <a:lnTo>
                    <a:pt x="961192" y="401771"/>
                  </a:lnTo>
                  <a:lnTo>
                    <a:pt x="965013" y="402726"/>
                  </a:lnTo>
                  <a:lnTo>
                    <a:pt x="967880" y="403681"/>
                  </a:lnTo>
                  <a:lnTo>
                    <a:pt x="968358" y="404637"/>
                  </a:lnTo>
                  <a:lnTo>
                    <a:pt x="967402" y="406070"/>
                  </a:lnTo>
                  <a:lnTo>
                    <a:pt x="962625" y="409414"/>
                  </a:lnTo>
                  <a:lnTo>
                    <a:pt x="962147" y="409892"/>
                  </a:lnTo>
                  <a:lnTo>
                    <a:pt x="965969" y="409892"/>
                  </a:lnTo>
                  <a:lnTo>
                    <a:pt x="970269" y="406548"/>
                  </a:lnTo>
                  <a:lnTo>
                    <a:pt x="972657" y="405115"/>
                  </a:lnTo>
                  <a:lnTo>
                    <a:pt x="974568" y="404159"/>
                  </a:lnTo>
                  <a:lnTo>
                    <a:pt x="977912" y="405592"/>
                  </a:lnTo>
                  <a:lnTo>
                    <a:pt x="981734" y="409892"/>
                  </a:lnTo>
                  <a:lnTo>
                    <a:pt x="985078" y="411803"/>
                  </a:lnTo>
                  <a:lnTo>
                    <a:pt x="989378" y="413236"/>
                  </a:lnTo>
                  <a:lnTo>
                    <a:pt x="992244" y="414669"/>
                  </a:lnTo>
                  <a:lnTo>
                    <a:pt x="996544" y="418491"/>
                  </a:lnTo>
                  <a:lnTo>
                    <a:pt x="997021" y="420402"/>
                  </a:lnTo>
                  <a:lnTo>
                    <a:pt x="997499" y="428046"/>
                  </a:lnTo>
                  <a:lnTo>
                    <a:pt x="997499" y="429957"/>
                  </a:lnTo>
                  <a:lnTo>
                    <a:pt x="997021" y="431867"/>
                  </a:lnTo>
                  <a:lnTo>
                    <a:pt x="996066" y="433778"/>
                  </a:lnTo>
                  <a:lnTo>
                    <a:pt x="994155" y="434734"/>
                  </a:lnTo>
                  <a:lnTo>
                    <a:pt x="991289" y="434734"/>
                  </a:lnTo>
                  <a:lnTo>
                    <a:pt x="989378" y="435689"/>
                  </a:lnTo>
                  <a:lnTo>
                    <a:pt x="984601" y="439511"/>
                  </a:lnTo>
                  <a:lnTo>
                    <a:pt x="982690" y="440467"/>
                  </a:lnTo>
                  <a:lnTo>
                    <a:pt x="974090" y="439033"/>
                  </a:lnTo>
                  <a:lnTo>
                    <a:pt x="970746" y="438078"/>
                  </a:lnTo>
                  <a:lnTo>
                    <a:pt x="969313" y="438078"/>
                  </a:lnTo>
                  <a:lnTo>
                    <a:pt x="968358" y="439033"/>
                  </a:lnTo>
                  <a:lnTo>
                    <a:pt x="967880" y="439511"/>
                  </a:lnTo>
                  <a:lnTo>
                    <a:pt x="964536" y="439511"/>
                  </a:lnTo>
                  <a:lnTo>
                    <a:pt x="964058" y="440467"/>
                  </a:lnTo>
                  <a:lnTo>
                    <a:pt x="964058" y="441422"/>
                  </a:lnTo>
                  <a:lnTo>
                    <a:pt x="964536" y="442855"/>
                  </a:lnTo>
                  <a:lnTo>
                    <a:pt x="965491" y="443811"/>
                  </a:lnTo>
                  <a:lnTo>
                    <a:pt x="966925" y="445244"/>
                  </a:lnTo>
                  <a:lnTo>
                    <a:pt x="968835" y="445722"/>
                  </a:lnTo>
                  <a:lnTo>
                    <a:pt x="972657" y="446677"/>
                  </a:lnTo>
                  <a:lnTo>
                    <a:pt x="972657" y="448588"/>
                  </a:lnTo>
                  <a:lnTo>
                    <a:pt x="972657" y="449543"/>
                  </a:lnTo>
                  <a:lnTo>
                    <a:pt x="971224" y="450499"/>
                  </a:lnTo>
                  <a:lnTo>
                    <a:pt x="969791" y="450499"/>
                  </a:lnTo>
                  <a:lnTo>
                    <a:pt x="967402" y="449066"/>
                  </a:lnTo>
                  <a:lnTo>
                    <a:pt x="966447" y="449066"/>
                  </a:lnTo>
                  <a:lnTo>
                    <a:pt x="965013" y="449543"/>
                  </a:lnTo>
                  <a:lnTo>
                    <a:pt x="963580" y="450021"/>
                  </a:lnTo>
                  <a:lnTo>
                    <a:pt x="961669" y="449543"/>
                  </a:lnTo>
                  <a:lnTo>
                    <a:pt x="960714" y="450499"/>
                  </a:lnTo>
                  <a:lnTo>
                    <a:pt x="960236" y="452410"/>
                  </a:lnTo>
                  <a:lnTo>
                    <a:pt x="959759" y="453365"/>
                  </a:lnTo>
                  <a:lnTo>
                    <a:pt x="957370" y="455754"/>
                  </a:lnTo>
                  <a:lnTo>
                    <a:pt x="956414" y="457187"/>
                  </a:lnTo>
                  <a:lnTo>
                    <a:pt x="956414" y="458143"/>
                  </a:lnTo>
                  <a:lnTo>
                    <a:pt x="957848" y="459098"/>
                  </a:lnTo>
                  <a:lnTo>
                    <a:pt x="959281" y="461009"/>
                  </a:lnTo>
                  <a:lnTo>
                    <a:pt x="960714" y="463875"/>
                  </a:lnTo>
                  <a:lnTo>
                    <a:pt x="961192" y="465308"/>
                  </a:lnTo>
                  <a:lnTo>
                    <a:pt x="960236" y="464831"/>
                  </a:lnTo>
                  <a:lnTo>
                    <a:pt x="958803" y="463875"/>
                  </a:lnTo>
                  <a:lnTo>
                    <a:pt x="956892" y="461964"/>
                  </a:lnTo>
                  <a:lnTo>
                    <a:pt x="954503" y="460054"/>
                  </a:lnTo>
                  <a:lnTo>
                    <a:pt x="948771" y="457665"/>
                  </a:lnTo>
                  <a:lnTo>
                    <a:pt x="947815" y="457665"/>
                  </a:lnTo>
                  <a:lnTo>
                    <a:pt x="948293" y="458143"/>
                  </a:lnTo>
                  <a:lnTo>
                    <a:pt x="952115" y="460531"/>
                  </a:lnTo>
                  <a:lnTo>
                    <a:pt x="953548" y="462442"/>
                  </a:lnTo>
                  <a:lnTo>
                    <a:pt x="953548" y="463398"/>
                  </a:lnTo>
                  <a:lnTo>
                    <a:pt x="950682" y="466264"/>
                  </a:lnTo>
                  <a:lnTo>
                    <a:pt x="950204" y="466742"/>
                  </a:lnTo>
                  <a:lnTo>
                    <a:pt x="951159" y="467697"/>
                  </a:lnTo>
                  <a:lnTo>
                    <a:pt x="951637" y="468175"/>
                  </a:lnTo>
                  <a:lnTo>
                    <a:pt x="950204" y="469608"/>
                  </a:lnTo>
                  <a:lnTo>
                    <a:pt x="948293" y="470564"/>
                  </a:lnTo>
                  <a:lnTo>
                    <a:pt x="944949" y="470564"/>
                  </a:lnTo>
                  <a:lnTo>
                    <a:pt x="944471" y="471041"/>
                  </a:lnTo>
                  <a:lnTo>
                    <a:pt x="945904" y="472474"/>
                  </a:lnTo>
                  <a:lnTo>
                    <a:pt x="946382" y="473430"/>
                  </a:lnTo>
                  <a:lnTo>
                    <a:pt x="944949" y="474385"/>
                  </a:lnTo>
                  <a:lnTo>
                    <a:pt x="944471" y="474385"/>
                  </a:lnTo>
                  <a:lnTo>
                    <a:pt x="940171" y="473908"/>
                  </a:lnTo>
                  <a:lnTo>
                    <a:pt x="941127" y="476774"/>
                  </a:lnTo>
                  <a:lnTo>
                    <a:pt x="942083" y="477729"/>
                  </a:lnTo>
                  <a:lnTo>
                    <a:pt x="943038" y="479163"/>
                  </a:lnTo>
                  <a:lnTo>
                    <a:pt x="945427" y="480118"/>
                  </a:lnTo>
                  <a:lnTo>
                    <a:pt x="945427" y="480596"/>
                  </a:lnTo>
                  <a:lnTo>
                    <a:pt x="944949" y="482029"/>
                  </a:lnTo>
                  <a:lnTo>
                    <a:pt x="943516" y="482985"/>
                  </a:lnTo>
                  <a:lnTo>
                    <a:pt x="937783" y="487284"/>
                  </a:lnTo>
                  <a:lnTo>
                    <a:pt x="933483" y="491584"/>
                  </a:lnTo>
                  <a:lnTo>
                    <a:pt x="933006" y="493017"/>
                  </a:lnTo>
                  <a:lnTo>
                    <a:pt x="933961" y="496361"/>
                  </a:lnTo>
                  <a:lnTo>
                    <a:pt x="933961" y="496839"/>
                  </a:lnTo>
                  <a:lnTo>
                    <a:pt x="933006" y="498272"/>
                  </a:lnTo>
                  <a:lnTo>
                    <a:pt x="930617" y="497794"/>
                  </a:lnTo>
                  <a:lnTo>
                    <a:pt x="930139" y="498272"/>
                  </a:lnTo>
                  <a:lnTo>
                    <a:pt x="930617" y="499705"/>
                  </a:lnTo>
                  <a:lnTo>
                    <a:pt x="931095" y="502094"/>
                  </a:lnTo>
                  <a:lnTo>
                    <a:pt x="930617" y="504482"/>
                  </a:lnTo>
                  <a:lnTo>
                    <a:pt x="928706" y="508782"/>
                  </a:lnTo>
                  <a:lnTo>
                    <a:pt x="925840" y="514515"/>
                  </a:lnTo>
                  <a:lnTo>
                    <a:pt x="923451" y="519770"/>
                  </a:lnTo>
                  <a:lnTo>
                    <a:pt x="921540" y="524547"/>
                  </a:lnTo>
                  <a:lnTo>
                    <a:pt x="920585" y="526936"/>
                  </a:lnTo>
                  <a:lnTo>
                    <a:pt x="918196" y="526936"/>
                  </a:lnTo>
                  <a:lnTo>
                    <a:pt x="916763" y="528369"/>
                  </a:lnTo>
                  <a:lnTo>
                    <a:pt x="917718" y="529324"/>
                  </a:lnTo>
                  <a:lnTo>
                    <a:pt x="918674" y="530280"/>
                  </a:lnTo>
                  <a:lnTo>
                    <a:pt x="919152" y="531713"/>
                  </a:lnTo>
                  <a:lnTo>
                    <a:pt x="918674" y="536013"/>
                  </a:lnTo>
                  <a:lnTo>
                    <a:pt x="917241" y="542701"/>
                  </a:lnTo>
                  <a:lnTo>
                    <a:pt x="916285" y="548434"/>
                  </a:lnTo>
                  <a:lnTo>
                    <a:pt x="916285" y="565632"/>
                  </a:lnTo>
                  <a:lnTo>
                    <a:pt x="916285" y="573275"/>
                  </a:lnTo>
                  <a:lnTo>
                    <a:pt x="915807" y="577097"/>
                  </a:lnTo>
                  <a:lnTo>
                    <a:pt x="914852" y="579486"/>
                  </a:lnTo>
                  <a:lnTo>
                    <a:pt x="912941" y="579964"/>
                  </a:lnTo>
                  <a:lnTo>
                    <a:pt x="914852" y="580919"/>
                  </a:lnTo>
                  <a:lnTo>
                    <a:pt x="916285" y="581875"/>
                  </a:lnTo>
                  <a:lnTo>
                    <a:pt x="917241" y="583308"/>
                  </a:lnTo>
                  <a:lnTo>
                    <a:pt x="917718" y="586174"/>
                  </a:lnTo>
                  <a:lnTo>
                    <a:pt x="918674" y="587129"/>
                  </a:lnTo>
                  <a:lnTo>
                    <a:pt x="919629" y="587129"/>
                  </a:lnTo>
                  <a:lnTo>
                    <a:pt x="920585" y="587129"/>
                  </a:lnTo>
                  <a:lnTo>
                    <a:pt x="921062" y="588085"/>
                  </a:lnTo>
                  <a:lnTo>
                    <a:pt x="923451" y="591429"/>
                  </a:lnTo>
                  <a:lnTo>
                    <a:pt x="926318" y="592385"/>
                  </a:lnTo>
                  <a:lnTo>
                    <a:pt x="926318" y="594773"/>
                  </a:lnTo>
                  <a:lnTo>
                    <a:pt x="925362" y="605761"/>
                  </a:lnTo>
                  <a:lnTo>
                    <a:pt x="925362" y="607194"/>
                  </a:lnTo>
                  <a:lnTo>
                    <a:pt x="926318" y="604328"/>
                  </a:lnTo>
                  <a:lnTo>
                    <a:pt x="927751" y="595729"/>
                  </a:lnTo>
                  <a:lnTo>
                    <a:pt x="929184" y="591907"/>
                  </a:lnTo>
                  <a:lnTo>
                    <a:pt x="930617" y="590951"/>
                  </a:lnTo>
                  <a:lnTo>
                    <a:pt x="936350" y="590474"/>
                  </a:lnTo>
                  <a:lnTo>
                    <a:pt x="942083" y="591429"/>
                  </a:lnTo>
                  <a:lnTo>
                    <a:pt x="944471" y="591907"/>
                  </a:lnTo>
                  <a:lnTo>
                    <a:pt x="946382" y="590951"/>
                  </a:lnTo>
                  <a:lnTo>
                    <a:pt x="948293" y="592385"/>
                  </a:lnTo>
                  <a:lnTo>
                    <a:pt x="948771" y="593340"/>
                  </a:lnTo>
                  <a:lnTo>
                    <a:pt x="949248" y="597640"/>
                  </a:lnTo>
                  <a:lnTo>
                    <a:pt x="949726" y="600506"/>
                  </a:lnTo>
                  <a:lnTo>
                    <a:pt x="953070" y="609583"/>
                  </a:lnTo>
                  <a:lnTo>
                    <a:pt x="954981" y="614838"/>
                  </a:lnTo>
                  <a:lnTo>
                    <a:pt x="956892" y="622482"/>
                  </a:lnTo>
                  <a:lnTo>
                    <a:pt x="957848" y="624870"/>
                  </a:lnTo>
                  <a:lnTo>
                    <a:pt x="961669" y="635380"/>
                  </a:lnTo>
                  <a:lnTo>
                    <a:pt x="962625" y="638247"/>
                  </a:lnTo>
                  <a:lnTo>
                    <a:pt x="963103" y="640635"/>
                  </a:lnTo>
                  <a:lnTo>
                    <a:pt x="962625" y="642068"/>
                  </a:lnTo>
                  <a:lnTo>
                    <a:pt x="962147" y="644457"/>
                  </a:lnTo>
                  <a:lnTo>
                    <a:pt x="960714" y="647323"/>
                  </a:lnTo>
                  <a:lnTo>
                    <a:pt x="959281" y="649712"/>
                  </a:lnTo>
                  <a:lnTo>
                    <a:pt x="958325" y="651623"/>
                  </a:lnTo>
                  <a:lnTo>
                    <a:pt x="956892" y="652578"/>
                  </a:lnTo>
                  <a:lnTo>
                    <a:pt x="955459" y="653534"/>
                  </a:lnTo>
                  <a:lnTo>
                    <a:pt x="955459" y="653534"/>
                  </a:lnTo>
                  <a:lnTo>
                    <a:pt x="957370" y="653534"/>
                  </a:lnTo>
                  <a:lnTo>
                    <a:pt x="958803" y="652578"/>
                  </a:lnTo>
                  <a:lnTo>
                    <a:pt x="961192" y="650668"/>
                  </a:lnTo>
                  <a:lnTo>
                    <a:pt x="962625" y="649712"/>
                  </a:lnTo>
                  <a:lnTo>
                    <a:pt x="965491" y="649712"/>
                  </a:lnTo>
                  <a:lnTo>
                    <a:pt x="965491" y="650190"/>
                  </a:lnTo>
                  <a:lnTo>
                    <a:pt x="964058" y="652101"/>
                  </a:lnTo>
                  <a:lnTo>
                    <a:pt x="964536" y="652101"/>
                  </a:lnTo>
                  <a:lnTo>
                    <a:pt x="966447" y="650668"/>
                  </a:lnTo>
                  <a:lnTo>
                    <a:pt x="971224" y="649234"/>
                  </a:lnTo>
                  <a:lnTo>
                    <a:pt x="989378" y="643024"/>
                  </a:lnTo>
                  <a:lnTo>
                    <a:pt x="993200" y="642546"/>
                  </a:lnTo>
                  <a:lnTo>
                    <a:pt x="999410" y="643502"/>
                  </a:lnTo>
                  <a:lnTo>
                    <a:pt x="1004187" y="646368"/>
                  </a:lnTo>
                  <a:lnTo>
                    <a:pt x="1009442" y="649234"/>
                  </a:lnTo>
                  <a:lnTo>
                    <a:pt x="1015175" y="651623"/>
                  </a:lnTo>
                  <a:lnTo>
                    <a:pt x="1024252" y="654012"/>
                  </a:lnTo>
                  <a:lnTo>
                    <a:pt x="1026641" y="654967"/>
                  </a:lnTo>
                  <a:lnTo>
                    <a:pt x="1031896" y="655923"/>
                  </a:lnTo>
                  <a:lnTo>
                    <a:pt x="1034284" y="657356"/>
                  </a:lnTo>
                  <a:lnTo>
                    <a:pt x="1037151" y="660222"/>
                  </a:lnTo>
                  <a:lnTo>
                    <a:pt x="1041928" y="664044"/>
                  </a:lnTo>
                  <a:lnTo>
                    <a:pt x="1045272" y="666433"/>
                  </a:lnTo>
                  <a:lnTo>
                    <a:pt x="1049572" y="668821"/>
                  </a:lnTo>
                  <a:lnTo>
                    <a:pt x="1053393" y="672643"/>
                  </a:lnTo>
                  <a:lnTo>
                    <a:pt x="1059604" y="682198"/>
                  </a:lnTo>
                  <a:lnTo>
                    <a:pt x="1061037" y="683153"/>
                  </a:lnTo>
                  <a:lnTo>
                    <a:pt x="1064859" y="685064"/>
                  </a:lnTo>
                  <a:lnTo>
                    <a:pt x="1072025" y="686975"/>
                  </a:lnTo>
                  <a:lnTo>
                    <a:pt x="1083013" y="691275"/>
                  </a:lnTo>
                  <a:lnTo>
                    <a:pt x="1087790" y="693185"/>
                  </a:lnTo>
                  <a:lnTo>
                    <a:pt x="1090656" y="693663"/>
                  </a:lnTo>
                  <a:lnTo>
                    <a:pt x="1094000" y="695096"/>
                  </a:lnTo>
                  <a:lnTo>
                    <a:pt x="1096867" y="697007"/>
                  </a:lnTo>
                  <a:lnTo>
                    <a:pt x="1099256" y="698918"/>
                  </a:lnTo>
                  <a:lnTo>
                    <a:pt x="1100689" y="700829"/>
                  </a:lnTo>
                  <a:lnTo>
                    <a:pt x="1102122" y="702262"/>
                  </a:lnTo>
                  <a:lnTo>
                    <a:pt x="1104511" y="703696"/>
                  </a:lnTo>
                  <a:lnTo>
                    <a:pt x="1105944" y="705129"/>
                  </a:lnTo>
                  <a:lnTo>
                    <a:pt x="1105944" y="706562"/>
                  </a:lnTo>
                  <a:lnTo>
                    <a:pt x="1103077" y="713250"/>
                  </a:lnTo>
                  <a:lnTo>
                    <a:pt x="1103077" y="713728"/>
                  </a:lnTo>
                  <a:lnTo>
                    <a:pt x="1105944" y="708950"/>
                  </a:lnTo>
                  <a:lnTo>
                    <a:pt x="1107855" y="707517"/>
                  </a:lnTo>
                  <a:lnTo>
                    <a:pt x="1109288" y="707040"/>
                  </a:lnTo>
                  <a:lnTo>
                    <a:pt x="1111676" y="707040"/>
                  </a:lnTo>
                  <a:lnTo>
                    <a:pt x="1115976" y="707995"/>
                  </a:lnTo>
                  <a:lnTo>
                    <a:pt x="1119798" y="707995"/>
                  </a:lnTo>
                  <a:lnTo>
                    <a:pt x="1123142" y="707040"/>
                  </a:lnTo>
                  <a:lnTo>
                    <a:pt x="1126008" y="706562"/>
                  </a:lnTo>
                  <a:lnTo>
                    <a:pt x="1127919" y="707040"/>
                  </a:lnTo>
                  <a:lnTo>
                    <a:pt x="1129830" y="706562"/>
                  </a:lnTo>
                  <a:lnTo>
                    <a:pt x="1130786" y="706084"/>
                  </a:lnTo>
                  <a:lnTo>
                    <a:pt x="1131741" y="706084"/>
                  </a:lnTo>
                  <a:lnTo>
                    <a:pt x="1136996" y="707517"/>
                  </a:lnTo>
                  <a:lnTo>
                    <a:pt x="1138907" y="707517"/>
                  </a:lnTo>
                  <a:lnTo>
                    <a:pt x="1145595" y="709428"/>
                  </a:lnTo>
                  <a:lnTo>
                    <a:pt x="1150372" y="708473"/>
                  </a:lnTo>
                  <a:lnTo>
                    <a:pt x="1150850" y="708950"/>
                  </a:lnTo>
                  <a:lnTo>
                    <a:pt x="1152761" y="710862"/>
                  </a:lnTo>
                  <a:lnTo>
                    <a:pt x="1154195" y="711339"/>
                  </a:lnTo>
                  <a:lnTo>
                    <a:pt x="1156105" y="710862"/>
                  </a:lnTo>
                  <a:lnTo>
                    <a:pt x="1158494" y="711339"/>
                  </a:lnTo>
                  <a:lnTo>
                    <a:pt x="1162316" y="713728"/>
                  </a:lnTo>
                  <a:lnTo>
                    <a:pt x="1163749" y="716116"/>
                  </a:lnTo>
                  <a:lnTo>
                    <a:pt x="1165182" y="720416"/>
                  </a:lnTo>
                  <a:lnTo>
                    <a:pt x="1165660" y="721849"/>
                  </a:lnTo>
                  <a:lnTo>
                    <a:pt x="1162316" y="732359"/>
                  </a:lnTo>
                  <a:lnTo>
                    <a:pt x="1161360" y="736181"/>
                  </a:lnTo>
                  <a:lnTo>
                    <a:pt x="1161360" y="739525"/>
                  </a:lnTo>
                  <a:lnTo>
                    <a:pt x="1161838" y="741914"/>
                  </a:lnTo>
                  <a:lnTo>
                    <a:pt x="1164704" y="745258"/>
                  </a:lnTo>
                  <a:lnTo>
                    <a:pt x="1165182" y="745736"/>
                  </a:lnTo>
                  <a:lnTo>
                    <a:pt x="1166615" y="750991"/>
                  </a:lnTo>
                  <a:lnTo>
                    <a:pt x="1167093" y="752902"/>
                  </a:lnTo>
                  <a:lnTo>
                    <a:pt x="1167093" y="755290"/>
                  </a:lnTo>
                  <a:lnTo>
                    <a:pt x="1166138" y="759112"/>
                  </a:lnTo>
                  <a:lnTo>
                    <a:pt x="1166138" y="762456"/>
                  </a:lnTo>
                  <a:lnTo>
                    <a:pt x="1167093" y="766756"/>
                  </a:lnTo>
                  <a:lnTo>
                    <a:pt x="1166615" y="769622"/>
                  </a:lnTo>
                  <a:lnTo>
                    <a:pt x="1165660" y="771533"/>
                  </a:lnTo>
                  <a:lnTo>
                    <a:pt x="1164704" y="772966"/>
                  </a:lnTo>
                  <a:lnTo>
                    <a:pt x="1164227" y="775833"/>
                  </a:lnTo>
                  <a:lnTo>
                    <a:pt x="1164227" y="776788"/>
                  </a:lnTo>
                  <a:lnTo>
                    <a:pt x="1164704" y="779177"/>
                  </a:lnTo>
                  <a:lnTo>
                    <a:pt x="1165660" y="780132"/>
                  </a:lnTo>
                  <a:lnTo>
                    <a:pt x="1167571" y="781565"/>
                  </a:lnTo>
                  <a:lnTo>
                    <a:pt x="1169482" y="783476"/>
                  </a:lnTo>
                  <a:lnTo>
                    <a:pt x="1172826" y="788254"/>
                  </a:lnTo>
                  <a:lnTo>
                    <a:pt x="1174737" y="791120"/>
                  </a:lnTo>
                  <a:lnTo>
                    <a:pt x="1177603" y="794942"/>
                  </a:lnTo>
                  <a:lnTo>
                    <a:pt x="1178559" y="796853"/>
                  </a:lnTo>
                  <a:lnTo>
                    <a:pt x="1177603" y="798286"/>
                  </a:lnTo>
                  <a:lnTo>
                    <a:pt x="1176648" y="798764"/>
                  </a:lnTo>
                  <a:lnTo>
                    <a:pt x="1174259" y="800197"/>
                  </a:lnTo>
                  <a:lnTo>
                    <a:pt x="1173304" y="801152"/>
                  </a:lnTo>
                  <a:lnTo>
                    <a:pt x="1173781" y="801152"/>
                  </a:lnTo>
                  <a:lnTo>
                    <a:pt x="1176648" y="800675"/>
                  </a:lnTo>
                  <a:lnTo>
                    <a:pt x="1178559" y="800675"/>
                  </a:lnTo>
                  <a:lnTo>
                    <a:pt x="1180470" y="801630"/>
                  </a:lnTo>
                  <a:lnTo>
                    <a:pt x="1181903" y="803541"/>
                  </a:lnTo>
                  <a:lnTo>
                    <a:pt x="1183814" y="804974"/>
                  </a:lnTo>
                  <a:lnTo>
                    <a:pt x="1187158" y="806407"/>
                  </a:lnTo>
                  <a:lnTo>
                    <a:pt x="1190502" y="808318"/>
                  </a:lnTo>
                  <a:lnTo>
                    <a:pt x="1195757" y="813573"/>
                  </a:lnTo>
                  <a:lnTo>
                    <a:pt x="1196235" y="815006"/>
                  </a:lnTo>
                  <a:lnTo>
                    <a:pt x="1197668" y="817395"/>
                  </a:lnTo>
                  <a:lnTo>
                    <a:pt x="1199579" y="821695"/>
                  </a:lnTo>
                  <a:lnTo>
                    <a:pt x="1200534" y="824083"/>
                  </a:lnTo>
                  <a:lnTo>
                    <a:pt x="1200534" y="825517"/>
                  </a:lnTo>
                  <a:lnTo>
                    <a:pt x="1199579" y="826950"/>
                  </a:lnTo>
                  <a:lnTo>
                    <a:pt x="1196235" y="829338"/>
                  </a:lnTo>
                  <a:lnTo>
                    <a:pt x="1192413" y="833160"/>
                  </a:lnTo>
                  <a:lnTo>
                    <a:pt x="1193846" y="833160"/>
                  </a:lnTo>
                  <a:lnTo>
                    <a:pt x="1196235" y="831249"/>
                  </a:lnTo>
                  <a:lnTo>
                    <a:pt x="1200056" y="827905"/>
                  </a:lnTo>
                  <a:lnTo>
                    <a:pt x="1202445" y="827427"/>
                  </a:lnTo>
                  <a:lnTo>
                    <a:pt x="1204356" y="827427"/>
                  </a:lnTo>
                  <a:lnTo>
                    <a:pt x="1207700" y="828861"/>
                  </a:lnTo>
                  <a:lnTo>
                    <a:pt x="1210089" y="829816"/>
                  </a:lnTo>
                  <a:lnTo>
                    <a:pt x="1212955" y="831727"/>
                  </a:lnTo>
                  <a:lnTo>
                    <a:pt x="1216299" y="836504"/>
                  </a:lnTo>
                  <a:lnTo>
                    <a:pt x="1220121" y="840326"/>
                  </a:lnTo>
                  <a:lnTo>
                    <a:pt x="1222510" y="843670"/>
                  </a:lnTo>
                  <a:lnTo>
                    <a:pt x="1222032" y="841759"/>
                  </a:lnTo>
                  <a:lnTo>
                    <a:pt x="1220121" y="839371"/>
                  </a:lnTo>
                  <a:lnTo>
                    <a:pt x="1216777" y="835549"/>
                  </a:lnTo>
                  <a:lnTo>
                    <a:pt x="1215344" y="833638"/>
                  </a:lnTo>
                  <a:lnTo>
                    <a:pt x="1214866" y="832683"/>
                  </a:lnTo>
                  <a:lnTo>
                    <a:pt x="1214866" y="831249"/>
                  </a:lnTo>
                  <a:lnTo>
                    <a:pt x="1214866" y="829338"/>
                  </a:lnTo>
                  <a:lnTo>
                    <a:pt x="1215821" y="826950"/>
                  </a:lnTo>
                  <a:lnTo>
                    <a:pt x="1216777" y="825039"/>
                  </a:lnTo>
                  <a:lnTo>
                    <a:pt x="1217732" y="823606"/>
                  </a:lnTo>
                  <a:lnTo>
                    <a:pt x="1218688" y="822650"/>
                  </a:lnTo>
                  <a:lnTo>
                    <a:pt x="1218688" y="821217"/>
                  </a:lnTo>
                  <a:lnTo>
                    <a:pt x="1219643" y="820262"/>
                  </a:lnTo>
                  <a:lnTo>
                    <a:pt x="1222510" y="818828"/>
                  </a:lnTo>
                  <a:lnTo>
                    <a:pt x="1223465" y="818828"/>
                  </a:lnTo>
                  <a:lnTo>
                    <a:pt x="1223943" y="820739"/>
                  </a:lnTo>
                  <a:lnTo>
                    <a:pt x="1224898" y="821217"/>
                  </a:lnTo>
                  <a:lnTo>
                    <a:pt x="1226332" y="821695"/>
                  </a:lnTo>
                  <a:lnTo>
                    <a:pt x="1227765" y="822172"/>
                  </a:lnTo>
                  <a:lnTo>
                    <a:pt x="1228720" y="823606"/>
                  </a:lnTo>
                  <a:lnTo>
                    <a:pt x="1229198" y="824561"/>
                  </a:lnTo>
                  <a:lnTo>
                    <a:pt x="1229676" y="825517"/>
                  </a:lnTo>
                  <a:lnTo>
                    <a:pt x="1230631" y="829338"/>
                  </a:lnTo>
                  <a:lnTo>
                    <a:pt x="1231109" y="831249"/>
                  </a:lnTo>
                  <a:lnTo>
                    <a:pt x="1231586" y="828861"/>
                  </a:lnTo>
                  <a:lnTo>
                    <a:pt x="1232064" y="825517"/>
                  </a:lnTo>
                  <a:lnTo>
                    <a:pt x="1232542" y="824561"/>
                  </a:lnTo>
                  <a:lnTo>
                    <a:pt x="1234453" y="822172"/>
                  </a:lnTo>
                  <a:lnTo>
                    <a:pt x="1234453" y="821695"/>
                  </a:lnTo>
                  <a:lnTo>
                    <a:pt x="1233975" y="820262"/>
                  </a:lnTo>
                  <a:lnTo>
                    <a:pt x="1229676" y="815484"/>
                  </a:lnTo>
                  <a:lnTo>
                    <a:pt x="1229676" y="814051"/>
                  </a:lnTo>
                  <a:lnTo>
                    <a:pt x="1230631" y="813573"/>
                  </a:lnTo>
                  <a:lnTo>
                    <a:pt x="1231586" y="812140"/>
                  </a:lnTo>
                  <a:lnTo>
                    <a:pt x="1232064" y="810229"/>
                  </a:lnTo>
                  <a:lnTo>
                    <a:pt x="1232542" y="808796"/>
                  </a:lnTo>
                  <a:lnTo>
                    <a:pt x="1235409" y="806885"/>
                  </a:lnTo>
                  <a:lnTo>
                    <a:pt x="1237319" y="803541"/>
                  </a:lnTo>
                  <a:lnTo>
                    <a:pt x="1238275" y="801152"/>
                  </a:lnTo>
                  <a:lnTo>
                    <a:pt x="1239230" y="800197"/>
                  </a:lnTo>
                  <a:lnTo>
                    <a:pt x="1240186" y="799719"/>
                  </a:lnTo>
                  <a:lnTo>
                    <a:pt x="1239230" y="799241"/>
                  </a:lnTo>
                  <a:lnTo>
                    <a:pt x="1238752" y="798286"/>
                  </a:lnTo>
                  <a:lnTo>
                    <a:pt x="1238752" y="795897"/>
                  </a:lnTo>
                  <a:lnTo>
                    <a:pt x="1238275" y="793031"/>
                  </a:lnTo>
                  <a:lnTo>
                    <a:pt x="1237319" y="791598"/>
                  </a:lnTo>
                  <a:lnTo>
                    <a:pt x="1234931" y="789209"/>
                  </a:lnTo>
                  <a:lnTo>
                    <a:pt x="1234453" y="788254"/>
                  </a:lnTo>
                  <a:lnTo>
                    <a:pt x="1233975" y="784910"/>
                  </a:lnTo>
                  <a:lnTo>
                    <a:pt x="1234453" y="783476"/>
                  </a:lnTo>
                  <a:lnTo>
                    <a:pt x="1234931" y="782043"/>
                  </a:lnTo>
                  <a:lnTo>
                    <a:pt x="1234453" y="781088"/>
                  </a:lnTo>
                  <a:lnTo>
                    <a:pt x="1232064" y="778699"/>
                  </a:lnTo>
                  <a:lnTo>
                    <a:pt x="1231586" y="776310"/>
                  </a:lnTo>
                  <a:lnTo>
                    <a:pt x="1230153" y="771533"/>
                  </a:lnTo>
                  <a:lnTo>
                    <a:pt x="1229676" y="765323"/>
                  </a:lnTo>
                  <a:lnTo>
                    <a:pt x="1228720" y="761023"/>
                  </a:lnTo>
                  <a:lnTo>
                    <a:pt x="1227287" y="757679"/>
                  </a:lnTo>
                  <a:lnTo>
                    <a:pt x="1227287" y="756246"/>
                  </a:lnTo>
                  <a:lnTo>
                    <a:pt x="1227765" y="755290"/>
                  </a:lnTo>
                  <a:lnTo>
                    <a:pt x="1228720" y="752902"/>
                  </a:lnTo>
                  <a:lnTo>
                    <a:pt x="1229198" y="752424"/>
                  </a:lnTo>
                  <a:lnTo>
                    <a:pt x="1230631" y="752424"/>
                  </a:lnTo>
                  <a:lnTo>
                    <a:pt x="1230631" y="752424"/>
                  </a:lnTo>
                  <a:lnTo>
                    <a:pt x="1228720" y="750991"/>
                  </a:lnTo>
                  <a:lnTo>
                    <a:pt x="1227765" y="749558"/>
                  </a:lnTo>
                  <a:lnTo>
                    <a:pt x="1227765" y="748602"/>
                  </a:lnTo>
                  <a:lnTo>
                    <a:pt x="1229198" y="747169"/>
                  </a:lnTo>
                  <a:lnTo>
                    <a:pt x="1229198" y="746691"/>
                  </a:lnTo>
                  <a:lnTo>
                    <a:pt x="1227765" y="745736"/>
                  </a:lnTo>
                  <a:lnTo>
                    <a:pt x="1224421" y="744303"/>
                  </a:lnTo>
                  <a:lnTo>
                    <a:pt x="1225854" y="743825"/>
                  </a:lnTo>
                  <a:lnTo>
                    <a:pt x="1226809" y="742392"/>
                  </a:lnTo>
                  <a:lnTo>
                    <a:pt x="1226332" y="741914"/>
                  </a:lnTo>
                  <a:lnTo>
                    <a:pt x="1224898" y="741436"/>
                  </a:lnTo>
                  <a:lnTo>
                    <a:pt x="1223465" y="740481"/>
                  </a:lnTo>
                  <a:lnTo>
                    <a:pt x="1222032" y="739048"/>
                  </a:lnTo>
                  <a:lnTo>
                    <a:pt x="1220599" y="736659"/>
                  </a:lnTo>
                  <a:lnTo>
                    <a:pt x="1220121" y="735226"/>
                  </a:lnTo>
                  <a:lnTo>
                    <a:pt x="1219166" y="731882"/>
                  </a:lnTo>
                  <a:lnTo>
                    <a:pt x="1217255" y="728537"/>
                  </a:lnTo>
                  <a:lnTo>
                    <a:pt x="1216777" y="727582"/>
                  </a:lnTo>
                  <a:lnTo>
                    <a:pt x="1215821" y="727104"/>
                  </a:lnTo>
                  <a:lnTo>
                    <a:pt x="1215344" y="727104"/>
                  </a:lnTo>
                  <a:lnTo>
                    <a:pt x="1215344" y="726627"/>
                  </a:lnTo>
                  <a:lnTo>
                    <a:pt x="1216299" y="725671"/>
                  </a:lnTo>
                  <a:lnTo>
                    <a:pt x="1231109" y="719938"/>
                  </a:lnTo>
                  <a:lnTo>
                    <a:pt x="1232542" y="718983"/>
                  </a:lnTo>
                  <a:lnTo>
                    <a:pt x="1239708" y="715639"/>
                  </a:lnTo>
                  <a:lnTo>
                    <a:pt x="1243052" y="713728"/>
                  </a:lnTo>
                  <a:lnTo>
                    <a:pt x="1246396" y="711339"/>
                  </a:lnTo>
                  <a:lnTo>
                    <a:pt x="1251174" y="708473"/>
                  </a:lnTo>
                  <a:lnTo>
                    <a:pt x="1253562" y="706562"/>
                  </a:lnTo>
                  <a:lnTo>
                    <a:pt x="1254995" y="705129"/>
                  </a:lnTo>
                  <a:lnTo>
                    <a:pt x="1262639" y="698441"/>
                  </a:lnTo>
                  <a:lnTo>
                    <a:pt x="1265505" y="695096"/>
                  </a:lnTo>
                  <a:lnTo>
                    <a:pt x="1267416" y="691752"/>
                  </a:lnTo>
                  <a:lnTo>
                    <a:pt x="1270283" y="688408"/>
                  </a:lnTo>
                  <a:lnTo>
                    <a:pt x="1273627" y="684109"/>
                  </a:lnTo>
                  <a:lnTo>
                    <a:pt x="1276016" y="680764"/>
                  </a:lnTo>
                  <a:lnTo>
                    <a:pt x="1276971" y="677420"/>
                  </a:lnTo>
                  <a:lnTo>
                    <a:pt x="1277926" y="672165"/>
                  </a:lnTo>
                  <a:lnTo>
                    <a:pt x="1278404" y="667866"/>
                  </a:lnTo>
                  <a:lnTo>
                    <a:pt x="1278404" y="660700"/>
                  </a:lnTo>
                  <a:lnTo>
                    <a:pt x="1278404" y="654489"/>
                  </a:lnTo>
                  <a:lnTo>
                    <a:pt x="1277449" y="644935"/>
                  </a:lnTo>
                  <a:lnTo>
                    <a:pt x="1276971" y="642068"/>
                  </a:lnTo>
                  <a:lnTo>
                    <a:pt x="1276016" y="638247"/>
                  </a:lnTo>
                  <a:lnTo>
                    <a:pt x="1273149" y="631081"/>
                  </a:lnTo>
                  <a:lnTo>
                    <a:pt x="1272671" y="629170"/>
                  </a:lnTo>
                  <a:lnTo>
                    <a:pt x="1271238" y="625348"/>
                  </a:lnTo>
                  <a:lnTo>
                    <a:pt x="1265983" y="616749"/>
                  </a:lnTo>
                  <a:lnTo>
                    <a:pt x="1259295" y="610538"/>
                  </a:lnTo>
                  <a:lnTo>
                    <a:pt x="1257862" y="609105"/>
                  </a:lnTo>
                  <a:lnTo>
                    <a:pt x="1255473" y="607194"/>
                  </a:lnTo>
                  <a:lnTo>
                    <a:pt x="1251651" y="605283"/>
                  </a:lnTo>
                  <a:lnTo>
                    <a:pt x="1248785" y="603372"/>
                  </a:lnTo>
                  <a:lnTo>
                    <a:pt x="1242097" y="597162"/>
                  </a:lnTo>
                  <a:lnTo>
                    <a:pt x="1240186" y="596684"/>
                  </a:lnTo>
                  <a:lnTo>
                    <a:pt x="1239230" y="594773"/>
                  </a:lnTo>
                  <a:lnTo>
                    <a:pt x="1238752" y="593818"/>
                  </a:lnTo>
                  <a:lnTo>
                    <a:pt x="1239230" y="590474"/>
                  </a:lnTo>
                  <a:lnTo>
                    <a:pt x="1239708" y="588563"/>
                  </a:lnTo>
                  <a:lnTo>
                    <a:pt x="1240186" y="587129"/>
                  </a:lnTo>
                  <a:lnTo>
                    <a:pt x="1240663" y="586174"/>
                  </a:lnTo>
                  <a:lnTo>
                    <a:pt x="1244485" y="581397"/>
                  </a:lnTo>
                  <a:lnTo>
                    <a:pt x="1246396" y="577575"/>
                  </a:lnTo>
                  <a:lnTo>
                    <a:pt x="1247829" y="575664"/>
                  </a:lnTo>
                  <a:lnTo>
                    <a:pt x="1249263" y="573753"/>
                  </a:lnTo>
                  <a:lnTo>
                    <a:pt x="1252129" y="571842"/>
                  </a:lnTo>
                  <a:lnTo>
                    <a:pt x="1254040" y="568976"/>
                  </a:lnTo>
                  <a:lnTo>
                    <a:pt x="1253562" y="568020"/>
                  </a:lnTo>
                  <a:lnTo>
                    <a:pt x="1252129" y="566587"/>
                  </a:lnTo>
                  <a:lnTo>
                    <a:pt x="1252129" y="565632"/>
                  </a:lnTo>
                  <a:lnTo>
                    <a:pt x="1254040" y="562765"/>
                  </a:lnTo>
                  <a:lnTo>
                    <a:pt x="1254518" y="561810"/>
                  </a:lnTo>
                  <a:lnTo>
                    <a:pt x="1254040" y="558943"/>
                  </a:lnTo>
                  <a:lnTo>
                    <a:pt x="1254518" y="558466"/>
                  </a:lnTo>
                  <a:lnTo>
                    <a:pt x="1257384" y="558466"/>
                  </a:lnTo>
                  <a:lnTo>
                    <a:pt x="1261206" y="562288"/>
                  </a:lnTo>
                  <a:lnTo>
                    <a:pt x="1262161" y="561810"/>
                  </a:lnTo>
                  <a:lnTo>
                    <a:pt x="1260728" y="560854"/>
                  </a:lnTo>
                  <a:lnTo>
                    <a:pt x="1259295" y="557988"/>
                  </a:lnTo>
                  <a:lnTo>
                    <a:pt x="1259773" y="557033"/>
                  </a:lnTo>
                  <a:lnTo>
                    <a:pt x="1262639" y="554166"/>
                  </a:lnTo>
                  <a:lnTo>
                    <a:pt x="1262639" y="552733"/>
                  </a:lnTo>
                  <a:lnTo>
                    <a:pt x="1261684" y="550822"/>
                  </a:lnTo>
                  <a:lnTo>
                    <a:pt x="1261684" y="549389"/>
                  </a:lnTo>
                  <a:lnTo>
                    <a:pt x="1263117" y="546045"/>
                  </a:lnTo>
                  <a:lnTo>
                    <a:pt x="1262639" y="545089"/>
                  </a:lnTo>
                  <a:lnTo>
                    <a:pt x="1258339" y="544612"/>
                  </a:lnTo>
                  <a:lnTo>
                    <a:pt x="1257384" y="543656"/>
                  </a:lnTo>
                  <a:lnTo>
                    <a:pt x="1257862" y="543178"/>
                  </a:lnTo>
                  <a:lnTo>
                    <a:pt x="1259773" y="541745"/>
                  </a:lnTo>
                  <a:lnTo>
                    <a:pt x="1259773" y="541268"/>
                  </a:lnTo>
                  <a:lnTo>
                    <a:pt x="1255951" y="533624"/>
                  </a:lnTo>
                  <a:lnTo>
                    <a:pt x="1255473" y="531235"/>
                  </a:lnTo>
                  <a:lnTo>
                    <a:pt x="1256906" y="528369"/>
                  </a:lnTo>
                  <a:lnTo>
                    <a:pt x="1258817" y="526936"/>
                  </a:lnTo>
                  <a:lnTo>
                    <a:pt x="1258817" y="525980"/>
                  </a:lnTo>
                  <a:lnTo>
                    <a:pt x="1256428" y="525980"/>
                  </a:lnTo>
                  <a:lnTo>
                    <a:pt x="1254995" y="525502"/>
                  </a:lnTo>
                  <a:lnTo>
                    <a:pt x="1253084" y="523114"/>
                  </a:lnTo>
                  <a:lnTo>
                    <a:pt x="1254040" y="521681"/>
                  </a:lnTo>
                  <a:lnTo>
                    <a:pt x="1254518" y="521203"/>
                  </a:lnTo>
                  <a:lnTo>
                    <a:pt x="1255951" y="517859"/>
                  </a:lnTo>
                  <a:lnTo>
                    <a:pt x="1257384" y="516903"/>
                  </a:lnTo>
                  <a:lnTo>
                    <a:pt x="1256906" y="516426"/>
                  </a:lnTo>
                  <a:lnTo>
                    <a:pt x="1251651" y="517859"/>
                  </a:lnTo>
                  <a:lnTo>
                    <a:pt x="1249263" y="516903"/>
                  </a:lnTo>
                  <a:lnTo>
                    <a:pt x="1246874" y="516903"/>
                  </a:lnTo>
                  <a:lnTo>
                    <a:pt x="1245441" y="516426"/>
                  </a:lnTo>
                  <a:lnTo>
                    <a:pt x="1245918" y="515470"/>
                  </a:lnTo>
                  <a:lnTo>
                    <a:pt x="1250218" y="509737"/>
                  </a:lnTo>
                  <a:lnTo>
                    <a:pt x="1252607" y="506871"/>
                  </a:lnTo>
                  <a:lnTo>
                    <a:pt x="1254040" y="504005"/>
                  </a:lnTo>
                  <a:lnTo>
                    <a:pt x="1254518" y="502094"/>
                  </a:lnTo>
                  <a:lnTo>
                    <a:pt x="1254518" y="501138"/>
                  </a:lnTo>
                  <a:lnTo>
                    <a:pt x="1254040" y="494928"/>
                  </a:lnTo>
                  <a:lnTo>
                    <a:pt x="1254518" y="493495"/>
                  </a:lnTo>
                  <a:lnTo>
                    <a:pt x="1255951" y="492061"/>
                  </a:lnTo>
                  <a:lnTo>
                    <a:pt x="1258817" y="488717"/>
                  </a:lnTo>
                  <a:lnTo>
                    <a:pt x="1254995" y="486329"/>
                  </a:lnTo>
                  <a:lnTo>
                    <a:pt x="1253084" y="483462"/>
                  </a:lnTo>
                  <a:lnTo>
                    <a:pt x="1251174" y="482507"/>
                  </a:lnTo>
                  <a:lnTo>
                    <a:pt x="1250218" y="481074"/>
                  </a:lnTo>
                  <a:lnTo>
                    <a:pt x="1248785" y="478207"/>
                  </a:lnTo>
                  <a:lnTo>
                    <a:pt x="1247829" y="474863"/>
                  </a:lnTo>
                  <a:lnTo>
                    <a:pt x="1246396" y="467697"/>
                  </a:lnTo>
                  <a:lnTo>
                    <a:pt x="1246396" y="463875"/>
                  </a:lnTo>
                  <a:lnTo>
                    <a:pt x="1246396" y="461009"/>
                  </a:lnTo>
                  <a:lnTo>
                    <a:pt x="1246874" y="459576"/>
                  </a:lnTo>
                  <a:lnTo>
                    <a:pt x="1247829" y="458143"/>
                  </a:lnTo>
                  <a:lnTo>
                    <a:pt x="1251174" y="455276"/>
                  </a:lnTo>
                  <a:lnTo>
                    <a:pt x="1256906" y="450977"/>
                  </a:lnTo>
                  <a:lnTo>
                    <a:pt x="1261684" y="449543"/>
                  </a:lnTo>
                  <a:lnTo>
                    <a:pt x="1265028" y="450499"/>
                  </a:lnTo>
                  <a:lnTo>
                    <a:pt x="1271238" y="451454"/>
                  </a:lnTo>
                  <a:lnTo>
                    <a:pt x="1276493" y="453843"/>
                  </a:lnTo>
                  <a:lnTo>
                    <a:pt x="1292258" y="459576"/>
                  </a:lnTo>
                  <a:lnTo>
                    <a:pt x="1295125" y="461964"/>
                  </a:lnTo>
                  <a:lnTo>
                    <a:pt x="1292736" y="464353"/>
                  </a:lnTo>
                  <a:lnTo>
                    <a:pt x="1293214" y="464831"/>
                  </a:lnTo>
                  <a:lnTo>
                    <a:pt x="1298946" y="460531"/>
                  </a:lnTo>
                  <a:lnTo>
                    <a:pt x="1300380" y="460054"/>
                  </a:lnTo>
                  <a:lnTo>
                    <a:pt x="1301813" y="459576"/>
                  </a:lnTo>
                  <a:lnTo>
                    <a:pt x="1306590" y="461487"/>
                  </a:lnTo>
                  <a:lnTo>
                    <a:pt x="1308023" y="461487"/>
                  </a:lnTo>
                  <a:lnTo>
                    <a:pt x="1310412" y="462920"/>
                  </a:lnTo>
                  <a:lnTo>
                    <a:pt x="1316145" y="467219"/>
                  </a:lnTo>
                  <a:lnTo>
                    <a:pt x="1316145" y="467219"/>
                  </a:lnTo>
                  <a:lnTo>
                    <a:pt x="1314712" y="464831"/>
                  </a:lnTo>
                  <a:lnTo>
                    <a:pt x="1315667" y="463398"/>
                  </a:lnTo>
                  <a:lnTo>
                    <a:pt x="1319966" y="461487"/>
                  </a:lnTo>
                  <a:lnTo>
                    <a:pt x="1324266" y="459098"/>
                  </a:lnTo>
                  <a:lnTo>
                    <a:pt x="1327610" y="457187"/>
                  </a:lnTo>
                  <a:lnTo>
                    <a:pt x="1330954" y="454799"/>
                  </a:lnTo>
                  <a:lnTo>
                    <a:pt x="1333343" y="453365"/>
                  </a:lnTo>
                  <a:lnTo>
                    <a:pt x="1334298" y="453365"/>
                  </a:lnTo>
                  <a:lnTo>
                    <a:pt x="1335732" y="454321"/>
                  </a:lnTo>
                  <a:lnTo>
                    <a:pt x="1340031" y="457665"/>
                  </a:lnTo>
                  <a:lnTo>
                    <a:pt x="1342420" y="459098"/>
                  </a:lnTo>
                  <a:lnTo>
                    <a:pt x="1344331" y="461009"/>
                  </a:lnTo>
                  <a:lnTo>
                    <a:pt x="1347197" y="464353"/>
                  </a:lnTo>
                  <a:lnTo>
                    <a:pt x="1348630" y="464831"/>
                  </a:lnTo>
                  <a:lnTo>
                    <a:pt x="1350541" y="466742"/>
                  </a:lnTo>
                  <a:lnTo>
                    <a:pt x="1353407" y="466742"/>
                  </a:lnTo>
                  <a:lnTo>
                    <a:pt x="1354363" y="467219"/>
                  </a:lnTo>
                  <a:lnTo>
                    <a:pt x="1354841" y="467219"/>
                  </a:lnTo>
                  <a:lnTo>
                    <a:pt x="1355319" y="468653"/>
                  </a:lnTo>
                  <a:lnTo>
                    <a:pt x="1355796" y="469608"/>
                  </a:lnTo>
                  <a:lnTo>
                    <a:pt x="1355796" y="470564"/>
                  </a:lnTo>
                  <a:lnTo>
                    <a:pt x="1354841" y="473430"/>
                  </a:lnTo>
                  <a:lnTo>
                    <a:pt x="1352930" y="477729"/>
                  </a:lnTo>
                  <a:lnTo>
                    <a:pt x="1353885" y="478207"/>
                  </a:lnTo>
                  <a:lnTo>
                    <a:pt x="1354841" y="477252"/>
                  </a:lnTo>
                  <a:lnTo>
                    <a:pt x="1356752" y="475341"/>
                  </a:lnTo>
                  <a:lnTo>
                    <a:pt x="1358185" y="474863"/>
                  </a:lnTo>
                  <a:lnTo>
                    <a:pt x="1361051" y="476296"/>
                  </a:lnTo>
                  <a:lnTo>
                    <a:pt x="1363440" y="478207"/>
                  </a:lnTo>
                  <a:lnTo>
                    <a:pt x="1364395" y="479640"/>
                  </a:lnTo>
                  <a:lnTo>
                    <a:pt x="1365829" y="481551"/>
                  </a:lnTo>
                  <a:lnTo>
                    <a:pt x="1366306" y="482507"/>
                  </a:lnTo>
                  <a:lnTo>
                    <a:pt x="1367262" y="483940"/>
                  </a:lnTo>
                  <a:lnTo>
                    <a:pt x="1367262" y="484895"/>
                  </a:lnTo>
                  <a:lnTo>
                    <a:pt x="1366306" y="485851"/>
                  </a:lnTo>
                  <a:lnTo>
                    <a:pt x="1363440" y="487284"/>
                  </a:lnTo>
                  <a:lnTo>
                    <a:pt x="1363918" y="487762"/>
                  </a:lnTo>
                  <a:lnTo>
                    <a:pt x="1367739" y="486806"/>
                  </a:lnTo>
                  <a:lnTo>
                    <a:pt x="1368695" y="485851"/>
                  </a:lnTo>
                  <a:lnTo>
                    <a:pt x="1369650" y="484418"/>
                  </a:lnTo>
                  <a:lnTo>
                    <a:pt x="1370606" y="483940"/>
                  </a:lnTo>
                  <a:lnTo>
                    <a:pt x="1375383" y="486329"/>
                  </a:lnTo>
                  <a:lnTo>
                    <a:pt x="1375861" y="487284"/>
                  </a:lnTo>
                  <a:lnTo>
                    <a:pt x="1375861" y="488240"/>
                  </a:lnTo>
                  <a:lnTo>
                    <a:pt x="1374905" y="489195"/>
                  </a:lnTo>
                  <a:lnTo>
                    <a:pt x="1372995" y="490150"/>
                  </a:lnTo>
                  <a:lnTo>
                    <a:pt x="1371084" y="492061"/>
                  </a:lnTo>
                  <a:lnTo>
                    <a:pt x="1371084" y="493495"/>
                  </a:lnTo>
                  <a:lnTo>
                    <a:pt x="1372039" y="493972"/>
                  </a:lnTo>
                  <a:lnTo>
                    <a:pt x="1375383" y="494450"/>
                  </a:lnTo>
                  <a:lnTo>
                    <a:pt x="1375383" y="494928"/>
                  </a:lnTo>
                  <a:lnTo>
                    <a:pt x="1373472" y="495883"/>
                  </a:lnTo>
                  <a:lnTo>
                    <a:pt x="1372995" y="497316"/>
                  </a:lnTo>
                  <a:lnTo>
                    <a:pt x="1376816" y="501616"/>
                  </a:lnTo>
                  <a:lnTo>
                    <a:pt x="1379683" y="504005"/>
                  </a:lnTo>
                  <a:lnTo>
                    <a:pt x="1381116" y="504482"/>
                  </a:lnTo>
                  <a:lnTo>
                    <a:pt x="1384460" y="504482"/>
                  </a:lnTo>
                  <a:lnTo>
                    <a:pt x="1387326" y="504960"/>
                  </a:lnTo>
                  <a:lnTo>
                    <a:pt x="1393537" y="507827"/>
                  </a:lnTo>
                  <a:lnTo>
                    <a:pt x="1396881" y="508304"/>
                  </a:lnTo>
                  <a:lnTo>
                    <a:pt x="1400225" y="507349"/>
                  </a:lnTo>
                  <a:lnTo>
                    <a:pt x="1402136" y="507349"/>
                  </a:lnTo>
                  <a:lnTo>
                    <a:pt x="1404047" y="508304"/>
                  </a:lnTo>
                  <a:lnTo>
                    <a:pt x="1404525" y="509260"/>
                  </a:lnTo>
                  <a:lnTo>
                    <a:pt x="1405002" y="510693"/>
                  </a:lnTo>
                  <a:lnTo>
                    <a:pt x="1405002" y="512604"/>
                  </a:lnTo>
                  <a:lnTo>
                    <a:pt x="1405958" y="514515"/>
                  </a:lnTo>
                  <a:lnTo>
                    <a:pt x="1407869" y="515470"/>
                  </a:lnTo>
                  <a:lnTo>
                    <a:pt x="1409780" y="514992"/>
                  </a:lnTo>
                  <a:lnTo>
                    <a:pt x="1411691" y="513559"/>
                  </a:lnTo>
                  <a:lnTo>
                    <a:pt x="1413602" y="513081"/>
                  </a:lnTo>
                  <a:lnTo>
                    <a:pt x="1414079" y="511648"/>
                  </a:lnTo>
                  <a:lnTo>
                    <a:pt x="1414557" y="509260"/>
                  </a:lnTo>
                  <a:lnTo>
                    <a:pt x="1415035" y="507827"/>
                  </a:lnTo>
                  <a:lnTo>
                    <a:pt x="1416468" y="507827"/>
                  </a:lnTo>
                  <a:lnTo>
                    <a:pt x="1417423" y="508304"/>
                  </a:lnTo>
                  <a:lnTo>
                    <a:pt x="1418379" y="509737"/>
                  </a:lnTo>
                  <a:lnTo>
                    <a:pt x="1419334" y="512604"/>
                  </a:lnTo>
                  <a:lnTo>
                    <a:pt x="1419812" y="514515"/>
                  </a:lnTo>
                  <a:lnTo>
                    <a:pt x="1419812" y="515470"/>
                  </a:lnTo>
                  <a:lnTo>
                    <a:pt x="1418856" y="516903"/>
                  </a:lnTo>
                  <a:lnTo>
                    <a:pt x="1417901" y="518336"/>
                  </a:lnTo>
                  <a:lnTo>
                    <a:pt x="1415990" y="519292"/>
                  </a:lnTo>
                  <a:lnTo>
                    <a:pt x="1415035" y="521681"/>
                  </a:lnTo>
                  <a:lnTo>
                    <a:pt x="1413124" y="525980"/>
                  </a:lnTo>
                  <a:lnTo>
                    <a:pt x="1412646" y="528847"/>
                  </a:lnTo>
                  <a:lnTo>
                    <a:pt x="1412646" y="530757"/>
                  </a:lnTo>
                  <a:lnTo>
                    <a:pt x="1412646" y="532668"/>
                  </a:lnTo>
                  <a:lnTo>
                    <a:pt x="1413124" y="534579"/>
                  </a:lnTo>
                  <a:lnTo>
                    <a:pt x="1413602" y="536490"/>
                  </a:lnTo>
                  <a:lnTo>
                    <a:pt x="1415035" y="538879"/>
                  </a:lnTo>
                  <a:lnTo>
                    <a:pt x="1415035" y="539357"/>
                  </a:lnTo>
                  <a:lnTo>
                    <a:pt x="1415035" y="541268"/>
                  </a:lnTo>
                  <a:lnTo>
                    <a:pt x="1415035" y="542223"/>
                  </a:lnTo>
                  <a:lnTo>
                    <a:pt x="1414079" y="544134"/>
                  </a:lnTo>
                  <a:lnTo>
                    <a:pt x="1411691" y="545567"/>
                  </a:lnTo>
                  <a:lnTo>
                    <a:pt x="1408346" y="546045"/>
                  </a:lnTo>
                  <a:lnTo>
                    <a:pt x="1397837" y="546045"/>
                  </a:lnTo>
                  <a:lnTo>
                    <a:pt x="1394970" y="546045"/>
                  </a:lnTo>
                  <a:lnTo>
                    <a:pt x="1395448" y="547478"/>
                  </a:lnTo>
                  <a:lnTo>
                    <a:pt x="1398314" y="547956"/>
                  </a:lnTo>
                  <a:lnTo>
                    <a:pt x="1401180" y="547956"/>
                  </a:lnTo>
                  <a:lnTo>
                    <a:pt x="1411691" y="548911"/>
                  </a:lnTo>
                  <a:lnTo>
                    <a:pt x="1413124" y="549867"/>
                  </a:lnTo>
                  <a:lnTo>
                    <a:pt x="1414079" y="551300"/>
                  </a:lnTo>
                  <a:lnTo>
                    <a:pt x="1415035" y="553211"/>
                  </a:lnTo>
                  <a:lnTo>
                    <a:pt x="1415990" y="557033"/>
                  </a:lnTo>
                  <a:lnTo>
                    <a:pt x="1415990" y="558466"/>
                  </a:lnTo>
                  <a:lnTo>
                    <a:pt x="1415512" y="560377"/>
                  </a:lnTo>
                  <a:lnTo>
                    <a:pt x="1414557" y="562288"/>
                  </a:lnTo>
                  <a:lnTo>
                    <a:pt x="1414079" y="565154"/>
                  </a:lnTo>
                  <a:lnTo>
                    <a:pt x="1413602" y="568498"/>
                  </a:lnTo>
                  <a:lnTo>
                    <a:pt x="1414079" y="570409"/>
                  </a:lnTo>
                  <a:lnTo>
                    <a:pt x="1419812" y="570409"/>
                  </a:lnTo>
                  <a:lnTo>
                    <a:pt x="1420767" y="571842"/>
                  </a:lnTo>
                  <a:lnTo>
                    <a:pt x="1420767" y="572798"/>
                  </a:lnTo>
                  <a:lnTo>
                    <a:pt x="1418856" y="576142"/>
                  </a:lnTo>
                  <a:lnTo>
                    <a:pt x="1418379" y="577097"/>
                  </a:lnTo>
                  <a:lnTo>
                    <a:pt x="1419334" y="579486"/>
                  </a:lnTo>
                  <a:lnTo>
                    <a:pt x="1419334" y="579964"/>
                  </a:lnTo>
                  <a:lnTo>
                    <a:pt x="1418856" y="580919"/>
                  </a:lnTo>
                  <a:lnTo>
                    <a:pt x="1418379" y="582352"/>
                  </a:lnTo>
                  <a:lnTo>
                    <a:pt x="1417901" y="585219"/>
                  </a:lnTo>
                  <a:lnTo>
                    <a:pt x="1416946" y="587129"/>
                  </a:lnTo>
                  <a:lnTo>
                    <a:pt x="1415512" y="588563"/>
                  </a:lnTo>
                  <a:lnTo>
                    <a:pt x="1414557" y="589041"/>
                  </a:lnTo>
                  <a:lnTo>
                    <a:pt x="1414079" y="588563"/>
                  </a:lnTo>
                  <a:lnTo>
                    <a:pt x="1412646" y="584741"/>
                  </a:lnTo>
                  <a:lnTo>
                    <a:pt x="1412168" y="584263"/>
                  </a:lnTo>
                  <a:lnTo>
                    <a:pt x="1411691" y="584263"/>
                  </a:lnTo>
                  <a:lnTo>
                    <a:pt x="1411213" y="585219"/>
                  </a:lnTo>
                  <a:lnTo>
                    <a:pt x="1411213" y="585696"/>
                  </a:lnTo>
                  <a:lnTo>
                    <a:pt x="1410735" y="586652"/>
                  </a:lnTo>
                  <a:lnTo>
                    <a:pt x="1410257" y="587607"/>
                  </a:lnTo>
                  <a:lnTo>
                    <a:pt x="1408346" y="589041"/>
                  </a:lnTo>
                  <a:lnTo>
                    <a:pt x="1404525" y="589996"/>
                  </a:lnTo>
                  <a:lnTo>
                    <a:pt x="1404525" y="590951"/>
                  </a:lnTo>
                  <a:lnTo>
                    <a:pt x="1406913" y="591429"/>
                  </a:lnTo>
                  <a:lnTo>
                    <a:pt x="1410257" y="593340"/>
                  </a:lnTo>
                  <a:lnTo>
                    <a:pt x="1412168" y="593340"/>
                  </a:lnTo>
                  <a:lnTo>
                    <a:pt x="1414557" y="591907"/>
                  </a:lnTo>
                  <a:lnTo>
                    <a:pt x="1419812" y="587607"/>
                  </a:lnTo>
                  <a:lnTo>
                    <a:pt x="1422201" y="586652"/>
                  </a:lnTo>
                  <a:lnTo>
                    <a:pt x="1424112" y="586174"/>
                  </a:lnTo>
                  <a:lnTo>
                    <a:pt x="1426500" y="586174"/>
                  </a:lnTo>
                  <a:lnTo>
                    <a:pt x="1428889" y="586652"/>
                  </a:lnTo>
                  <a:lnTo>
                    <a:pt x="1433666" y="585696"/>
                  </a:lnTo>
                  <a:lnTo>
                    <a:pt x="1434621" y="586174"/>
                  </a:lnTo>
                  <a:lnTo>
                    <a:pt x="1436533" y="587129"/>
                  </a:lnTo>
                  <a:lnTo>
                    <a:pt x="1437966" y="588563"/>
                  </a:lnTo>
                  <a:lnTo>
                    <a:pt x="1439399" y="589996"/>
                  </a:lnTo>
                  <a:lnTo>
                    <a:pt x="1439877" y="591429"/>
                  </a:lnTo>
                  <a:lnTo>
                    <a:pt x="1440832" y="596684"/>
                  </a:lnTo>
                  <a:lnTo>
                    <a:pt x="1442265" y="598117"/>
                  </a:lnTo>
                  <a:lnTo>
                    <a:pt x="1442743" y="599073"/>
                  </a:lnTo>
                  <a:lnTo>
                    <a:pt x="1442743" y="600506"/>
                  </a:lnTo>
                  <a:lnTo>
                    <a:pt x="1442743" y="603372"/>
                  </a:lnTo>
                  <a:lnTo>
                    <a:pt x="1441310" y="609583"/>
                  </a:lnTo>
                  <a:lnTo>
                    <a:pt x="1440354" y="611494"/>
                  </a:lnTo>
                  <a:lnTo>
                    <a:pt x="1437966" y="614838"/>
                  </a:lnTo>
                  <a:lnTo>
                    <a:pt x="1435577" y="615793"/>
                  </a:lnTo>
                  <a:lnTo>
                    <a:pt x="1431278" y="617227"/>
                  </a:lnTo>
                  <a:lnTo>
                    <a:pt x="1428889" y="618182"/>
                  </a:lnTo>
                  <a:lnTo>
                    <a:pt x="1426978" y="619615"/>
                  </a:lnTo>
                  <a:lnTo>
                    <a:pt x="1426978" y="620571"/>
                  </a:lnTo>
                  <a:lnTo>
                    <a:pt x="1431755" y="618182"/>
                  </a:lnTo>
                  <a:lnTo>
                    <a:pt x="1437488" y="616749"/>
                  </a:lnTo>
                  <a:lnTo>
                    <a:pt x="1439399" y="615316"/>
                  </a:lnTo>
                  <a:lnTo>
                    <a:pt x="1440354" y="614360"/>
                  </a:lnTo>
                  <a:lnTo>
                    <a:pt x="1441787" y="611016"/>
                  </a:lnTo>
                  <a:lnTo>
                    <a:pt x="1444176" y="603372"/>
                  </a:lnTo>
                  <a:lnTo>
                    <a:pt x="1445132" y="600984"/>
                  </a:lnTo>
                  <a:lnTo>
                    <a:pt x="1447043" y="600506"/>
                  </a:lnTo>
                  <a:lnTo>
                    <a:pt x="1447998" y="601461"/>
                  </a:lnTo>
                  <a:lnTo>
                    <a:pt x="1449909" y="605761"/>
                  </a:lnTo>
                  <a:lnTo>
                    <a:pt x="1449909" y="607194"/>
                  </a:lnTo>
                  <a:lnTo>
                    <a:pt x="1449431" y="608150"/>
                  </a:lnTo>
                  <a:lnTo>
                    <a:pt x="1446087" y="612449"/>
                  </a:lnTo>
                  <a:lnTo>
                    <a:pt x="1447043" y="611971"/>
                  </a:lnTo>
                  <a:lnTo>
                    <a:pt x="1450387" y="608150"/>
                  </a:lnTo>
                  <a:lnTo>
                    <a:pt x="1450864" y="606716"/>
                  </a:lnTo>
                  <a:lnTo>
                    <a:pt x="1451342" y="604806"/>
                  </a:lnTo>
                  <a:lnTo>
                    <a:pt x="1452298" y="603372"/>
                  </a:lnTo>
                  <a:lnTo>
                    <a:pt x="1452775" y="603850"/>
                  </a:lnTo>
                  <a:lnTo>
                    <a:pt x="1453731" y="609105"/>
                  </a:lnTo>
                  <a:lnTo>
                    <a:pt x="1453731" y="612449"/>
                  </a:lnTo>
                  <a:lnTo>
                    <a:pt x="1453731" y="613405"/>
                  </a:lnTo>
                  <a:lnTo>
                    <a:pt x="1453253" y="616749"/>
                  </a:lnTo>
                  <a:lnTo>
                    <a:pt x="1453731" y="617704"/>
                  </a:lnTo>
                  <a:lnTo>
                    <a:pt x="1454686" y="614838"/>
                  </a:lnTo>
                  <a:lnTo>
                    <a:pt x="1455164" y="612449"/>
                  </a:lnTo>
                  <a:lnTo>
                    <a:pt x="1455642" y="611016"/>
                  </a:lnTo>
                  <a:lnTo>
                    <a:pt x="1456119" y="610061"/>
                  </a:lnTo>
                  <a:lnTo>
                    <a:pt x="1459463" y="607194"/>
                  </a:lnTo>
                  <a:lnTo>
                    <a:pt x="1464241" y="604328"/>
                  </a:lnTo>
                  <a:lnTo>
                    <a:pt x="1467107" y="602417"/>
                  </a:lnTo>
                  <a:lnTo>
                    <a:pt x="1469496" y="601461"/>
                  </a:lnTo>
                  <a:lnTo>
                    <a:pt x="1472840" y="600506"/>
                  </a:lnTo>
                  <a:lnTo>
                    <a:pt x="1475228" y="598595"/>
                  </a:lnTo>
                  <a:lnTo>
                    <a:pt x="1476184" y="595251"/>
                  </a:lnTo>
                  <a:lnTo>
                    <a:pt x="1477140" y="593340"/>
                  </a:lnTo>
                  <a:lnTo>
                    <a:pt x="1477617" y="591907"/>
                  </a:lnTo>
                  <a:lnTo>
                    <a:pt x="1480006" y="589996"/>
                  </a:lnTo>
                  <a:lnTo>
                    <a:pt x="1480961" y="589518"/>
                  </a:lnTo>
                  <a:lnTo>
                    <a:pt x="1482394" y="590474"/>
                  </a:lnTo>
                  <a:lnTo>
                    <a:pt x="1483828" y="591907"/>
                  </a:lnTo>
                  <a:lnTo>
                    <a:pt x="1485261" y="594773"/>
                  </a:lnTo>
                  <a:lnTo>
                    <a:pt x="1486216" y="596206"/>
                  </a:lnTo>
                  <a:lnTo>
                    <a:pt x="1486694" y="597640"/>
                  </a:lnTo>
                  <a:lnTo>
                    <a:pt x="1486694" y="602417"/>
                  </a:lnTo>
                  <a:lnTo>
                    <a:pt x="1487172" y="602417"/>
                  </a:lnTo>
                  <a:lnTo>
                    <a:pt x="1488605" y="598595"/>
                  </a:lnTo>
                  <a:lnTo>
                    <a:pt x="1488605" y="597640"/>
                  </a:lnTo>
                  <a:lnTo>
                    <a:pt x="1488605" y="596206"/>
                  </a:lnTo>
                  <a:lnTo>
                    <a:pt x="1488127" y="594773"/>
                  </a:lnTo>
                  <a:lnTo>
                    <a:pt x="1486694" y="591907"/>
                  </a:lnTo>
                  <a:lnTo>
                    <a:pt x="1486216" y="589996"/>
                  </a:lnTo>
                  <a:lnTo>
                    <a:pt x="1486216" y="589041"/>
                  </a:lnTo>
                  <a:lnTo>
                    <a:pt x="1487650" y="588085"/>
                  </a:lnTo>
                  <a:lnTo>
                    <a:pt x="1490038" y="588085"/>
                  </a:lnTo>
                  <a:lnTo>
                    <a:pt x="1490516" y="587607"/>
                  </a:lnTo>
                  <a:lnTo>
                    <a:pt x="1488605" y="586174"/>
                  </a:lnTo>
                  <a:lnTo>
                    <a:pt x="1488605" y="585696"/>
                  </a:lnTo>
                  <a:lnTo>
                    <a:pt x="1490516" y="583308"/>
                  </a:lnTo>
                  <a:lnTo>
                    <a:pt x="1490994" y="583308"/>
                  </a:lnTo>
                  <a:lnTo>
                    <a:pt x="1492905" y="583785"/>
                  </a:lnTo>
                  <a:lnTo>
                    <a:pt x="1492427" y="582352"/>
                  </a:lnTo>
                  <a:lnTo>
                    <a:pt x="1492427" y="581875"/>
                  </a:lnTo>
                  <a:lnTo>
                    <a:pt x="1493382" y="581397"/>
                  </a:lnTo>
                  <a:lnTo>
                    <a:pt x="1496249" y="582352"/>
                  </a:lnTo>
                  <a:lnTo>
                    <a:pt x="1496726" y="581397"/>
                  </a:lnTo>
                  <a:lnTo>
                    <a:pt x="1499115" y="581397"/>
                  </a:lnTo>
                  <a:lnTo>
                    <a:pt x="1499115" y="580441"/>
                  </a:lnTo>
                  <a:lnTo>
                    <a:pt x="1497204" y="579486"/>
                  </a:lnTo>
                  <a:lnTo>
                    <a:pt x="1494816" y="578530"/>
                  </a:lnTo>
                  <a:lnTo>
                    <a:pt x="1494338" y="578053"/>
                  </a:lnTo>
                  <a:lnTo>
                    <a:pt x="1493860" y="577097"/>
                  </a:lnTo>
                  <a:lnTo>
                    <a:pt x="1492905" y="575186"/>
                  </a:lnTo>
                  <a:lnTo>
                    <a:pt x="1493382" y="574231"/>
                  </a:lnTo>
                  <a:lnTo>
                    <a:pt x="1493860" y="574231"/>
                  </a:lnTo>
                  <a:lnTo>
                    <a:pt x="1494816" y="575186"/>
                  </a:lnTo>
                  <a:lnTo>
                    <a:pt x="1495293" y="573753"/>
                  </a:lnTo>
                  <a:lnTo>
                    <a:pt x="1496249" y="571364"/>
                  </a:lnTo>
                  <a:lnTo>
                    <a:pt x="1496726" y="569931"/>
                  </a:lnTo>
                  <a:lnTo>
                    <a:pt x="1498637" y="571364"/>
                  </a:lnTo>
                  <a:lnTo>
                    <a:pt x="1499115" y="570887"/>
                  </a:lnTo>
                  <a:lnTo>
                    <a:pt x="1497204" y="566587"/>
                  </a:lnTo>
                  <a:lnTo>
                    <a:pt x="1497682" y="565632"/>
                  </a:lnTo>
                  <a:lnTo>
                    <a:pt x="1500070" y="565632"/>
                  </a:lnTo>
                  <a:lnTo>
                    <a:pt x="1501504" y="566109"/>
                  </a:lnTo>
                  <a:lnTo>
                    <a:pt x="1505326" y="568976"/>
                  </a:lnTo>
                  <a:lnTo>
                    <a:pt x="1506281" y="568976"/>
                  </a:lnTo>
                  <a:lnTo>
                    <a:pt x="1505803" y="568020"/>
                  </a:lnTo>
                  <a:lnTo>
                    <a:pt x="1503415" y="566109"/>
                  </a:lnTo>
                  <a:lnTo>
                    <a:pt x="1501981" y="565154"/>
                  </a:lnTo>
                  <a:lnTo>
                    <a:pt x="1500070" y="564199"/>
                  </a:lnTo>
                  <a:lnTo>
                    <a:pt x="1499115" y="563243"/>
                  </a:lnTo>
                  <a:lnTo>
                    <a:pt x="1497682" y="560854"/>
                  </a:lnTo>
                  <a:lnTo>
                    <a:pt x="1497204" y="559421"/>
                  </a:lnTo>
                  <a:lnTo>
                    <a:pt x="1497204" y="557988"/>
                  </a:lnTo>
                  <a:lnTo>
                    <a:pt x="1498160" y="555122"/>
                  </a:lnTo>
                  <a:lnTo>
                    <a:pt x="1499115" y="554166"/>
                  </a:lnTo>
                  <a:lnTo>
                    <a:pt x="1500070" y="553688"/>
                  </a:lnTo>
                  <a:lnTo>
                    <a:pt x="1501026" y="553211"/>
                  </a:lnTo>
                  <a:lnTo>
                    <a:pt x="1502937" y="553688"/>
                  </a:lnTo>
                  <a:lnTo>
                    <a:pt x="1505803" y="555599"/>
                  </a:lnTo>
                  <a:lnTo>
                    <a:pt x="1506281" y="555122"/>
                  </a:lnTo>
                  <a:lnTo>
                    <a:pt x="1504848" y="554166"/>
                  </a:lnTo>
                  <a:lnTo>
                    <a:pt x="1503892" y="552733"/>
                  </a:lnTo>
                  <a:lnTo>
                    <a:pt x="1503415" y="551778"/>
                  </a:lnTo>
                  <a:lnTo>
                    <a:pt x="1503415" y="550344"/>
                  </a:lnTo>
                  <a:lnTo>
                    <a:pt x="1504848" y="547000"/>
                  </a:lnTo>
                  <a:lnTo>
                    <a:pt x="1505326" y="544612"/>
                  </a:lnTo>
                  <a:lnTo>
                    <a:pt x="1508192" y="537446"/>
                  </a:lnTo>
                  <a:lnTo>
                    <a:pt x="1509147" y="536490"/>
                  </a:lnTo>
                  <a:lnTo>
                    <a:pt x="1510103" y="535535"/>
                  </a:lnTo>
                  <a:lnTo>
                    <a:pt x="1510581" y="534579"/>
                  </a:lnTo>
                  <a:lnTo>
                    <a:pt x="1512969" y="534579"/>
                  </a:lnTo>
                  <a:lnTo>
                    <a:pt x="1516791" y="536968"/>
                  </a:lnTo>
                  <a:lnTo>
                    <a:pt x="1518224" y="538401"/>
                  </a:lnTo>
                  <a:lnTo>
                    <a:pt x="1518702" y="540312"/>
                  </a:lnTo>
                  <a:lnTo>
                    <a:pt x="1516313" y="543178"/>
                  </a:lnTo>
                  <a:lnTo>
                    <a:pt x="1512492" y="545567"/>
                  </a:lnTo>
                  <a:lnTo>
                    <a:pt x="1511536" y="546522"/>
                  </a:lnTo>
                  <a:lnTo>
                    <a:pt x="1512492" y="547000"/>
                  </a:lnTo>
                  <a:lnTo>
                    <a:pt x="1515835" y="545089"/>
                  </a:lnTo>
                  <a:lnTo>
                    <a:pt x="1518702" y="544612"/>
                  </a:lnTo>
                  <a:lnTo>
                    <a:pt x="1521091" y="544612"/>
                  </a:lnTo>
                  <a:lnTo>
                    <a:pt x="1523001" y="547956"/>
                  </a:lnTo>
                  <a:lnTo>
                    <a:pt x="1523479" y="552255"/>
                  </a:lnTo>
                  <a:lnTo>
                    <a:pt x="1522524" y="556077"/>
                  </a:lnTo>
                  <a:lnTo>
                    <a:pt x="1523957" y="554166"/>
                  </a:lnTo>
                  <a:lnTo>
                    <a:pt x="1525868" y="553211"/>
                  </a:lnTo>
                  <a:lnTo>
                    <a:pt x="1527301" y="555599"/>
                  </a:lnTo>
                  <a:lnTo>
                    <a:pt x="1527301" y="557510"/>
                  </a:lnTo>
                  <a:lnTo>
                    <a:pt x="1528257" y="559421"/>
                  </a:lnTo>
                  <a:lnTo>
                    <a:pt x="1530167" y="562288"/>
                  </a:lnTo>
                  <a:lnTo>
                    <a:pt x="1531601" y="564199"/>
                  </a:lnTo>
                  <a:lnTo>
                    <a:pt x="1529690" y="566587"/>
                  </a:lnTo>
                  <a:lnTo>
                    <a:pt x="1527301" y="568020"/>
                  </a:lnTo>
                  <a:lnTo>
                    <a:pt x="1527779" y="568976"/>
                  </a:lnTo>
                  <a:lnTo>
                    <a:pt x="1531123" y="570409"/>
                  </a:lnTo>
                  <a:lnTo>
                    <a:pt x="1531601" y="571364"/>
                  </a:lnTo>
                  <a:lnTo>
                    <a:pt x="1531123" y="572798"/>
                  </a:lnTo>
                  <a:lnTo>
                    <a:pt x="1531601" y="572798"/>
                  </a:lnTo>
                  <a:lnTo>
                    <a:pt x="1533989" y="570409"/>
                  </a:lnTo>
                  <a:lnTo>
                    <a:pt x="1535900" y="570887"/>
                  </a:lnTo>
                  <a:lnTo>
                    <a:pt x="1538289" y="575664"/>
                  </a:lnTo>
                  <a:lnTo>
                    <a:pt x="1536856" y="578530"/>
                  </a:lnTo>
                  <a:lnTo>
                    <a:pt x="1533989" y="579964"/>
                  </a:lnTo>
                  <a:lnTo>
                    <a:pt x="1531601" y="580441"/>
                  </a:lnTo>
                  <a:lnTo>
                    <a:pt x="1528734" y="580441"/>
                  </a:lnTo>
                  <a:lnTo>
                    <a:pt x="1527301" y="580441"/>
                  </a:lnTo>
                  <a:lnTo>
                    <a:pt x="1527779" y="581397"/>
                  </a:lnTo>
                  <a:lnTo>
                    <a:pt x="1531123" y="581397"/>
                  </a:lnTo>
                  <a:lnTo>
                    <a:pt x="1535423" y="580919"/>
                  </a:lnTo>
                  <a:lnTo>
                    <a:pt x="1538767" y="579964"/>
                  </a:lnTo>
                  <a:lnTo>
                    <a:pt x="1540200" y="579486"/>
                  </a:lnTo>
                  <a:lnTo>
                    <a:pt x="1541633" y="579964"/>
                  </a:lnTo>
                  <a:lnTo>
                    <a:pt x="1542111" y="580441"/>
                  </a:lnTo>
                  <a:lnTo>
                    <a:pt x="1540677" y="581397"/>
                  </a:lnTo>
                  <a:lnTo>
                    <a:pt x="1540677" y="581397"/>
                  </a:lnTo>
                  <a:lnTo>
                    <a:pt x="1541155" y="582352"/>
                  </a:lnTo>
                  <a:lnTo>
                    <a:pt x="1542588" y="585219"/>
                  </a:lnTo>
                  <a:lnTo>
                    <a:pt x="1542111" y="585696"/>
                  </a:lnTo>
                  <a:lnTo>
                    <a:pt x="1541155" y="587129"/>
                  </a:lnTo>
                  <a:lnTo>
                    <a:pt x="1543066" y="587607"/>
                  </a:lnTo>
                  <a:lnTo>
                    <a:pt x="1545455" y="586652"/>
                  </a:lnTo>
                  <a:lnTo>
                    <a:pt x="1546410" y="587607"/>
                  </a:lnTo>
                  <a:lnTo>
                    <a:pt x="1548321" y="590951"/>
                  </a:lnTo>
                  <a:lnTo>
                    <a:pt x="1549277" y="593818"/>
                  </a:lnTo>
                  <a:lnTo>
                    <a:pt x="1544499" y="598595"/>
                  </a:lnTo>
                  <a:lnTo>
                    <a:pt x="1542111" y="599550"/>
                  </a:lnTo>
                  <a:lnTo>
                    <a:pt x="1538767" y="601939"/>
                  </a:lnTo>
                  <a:lnTo>
                    <a:pt x="1537811" y="603372"/>
                  </a:lnTo>
                  <a:lnTo>
                    <a:pt x="1535900" y="605761"/>
                  </a:lnTo>
                  <a:lnTo>
                    <a:pt x="1537333" y="605761"/>
                  </a:lnTo>
                  <a:lnTo>
                    <a:pt x="1540677" y="601939"/>
                  </a:lnTo>
                  <a:lnTo>
                    <a:pt x="1542588" y="601461"/>
                  </a:lnTo>
                  <a:lnTo>
                    <a:pt x="1543544" y="601461"/>
                  </a:lnTo>
                  <a:lnTo>
                    <a:pt x="1544499" y="601939"/>
                  </a:lnTo>
                  <a:lnTo>
                    <a:pt x="1544022" y="603372"/>
                  </a:lnTo>
                  <a:lnTo>
                    <a:pt x="1544977" y="602895"/>
                  </a:lnTo>
                  <a:lnTo>
                    <a:pt x="1549754" y="600984"/>
                  </a:lnTo>
                  <a:lnTo>
                    <a:pt x="1551665" y="600506"/>
                  </a:lnTo>
                  <a:lnTo>
                    <a:pt x="1554532" y="600028"/>
                  </a:lnTo>
                  <a:lnTo>
                    <a:pt x="1554532" y="600984"/>
                  </a:lnTo>
                  <a:lnTo>
                    <a:pt x="1553099" y="606239"/>
                  </a:lnTo>
                  <a:lnTo>
                    <a:pt x="1550232" y="610538"/>
                  </a:lnTo>
                  <a:lnTo>
                    <a:pt x="1545455" y="612927"/>
                  </a:lnTo>
                  <a:lnTo>
                    <a:pt x="1543544" y="614360"/>
                  </a:lnTo>
                  <a:lnTo>
                    <a:pt x="1541633" y="616749"/>
                  </a:lnTo>
                  <a:lnTo>
                    <a:pt x="1542111" y="617227"/>
                  </a:lnTo>
                  <a:lnTo>
                    <a:pt x="1546888" y="613882"/>
                  </a:lnTo>
                  <a:lnTo>
                    <a:pt x="1550232" y="612927"/>
                  </a:lnTo>
                  <a:lnTo>
                    <a:pt x="1555009" y="611971"/>
                  </a:lnTo>
                  <a:lnTo>
                    <a:pt x="1556920" y="611971"/>
                  </a:lnTo>
                  <a:lnTo>
                    <a:pt x="1560265" y="618182"/>
                  </a:lnTo>
                  <a:lnTo>
                    <a:pt x="1562653" y="618660"/>
                  </a:lnTo>
                  <a:lnTo>
                    <a:pt x="1564086" y="618660"/>
                  </a:lnTo>
                  <a:lnTo>
                    <a:pt x="1567430" y="620571"/>
                  </a:lnTo>
                  <a:lnTo>
                    <a:pt x="1568386" y="622004"/>
                  </a:lnTo>
                  <a:lnTo>
                    <a:pt x="1568386" y="623437"/>
                  </a:lnTo>
                  <a:lnTo>
                    <a:pt x="1566953" y="623915"/>
                  </a:lnTo>
                  <a:lnTo>
                    <a:pt x="1566475" y="625348"/>
                  </a:lnTo>
                  <a:lnTo>
                    <a:pt x="1567908" y="628692"/>
                  </a:lnTo>
                  <a:lnTo>
                    <a:pt x="1566953" y="630603"/>
                  </a:lnTo>
                  <a:lnTo>
                    <a:pt x="1565042" y="632036"/>
                  </a:lnTo>
                  <a:lnTo>
                    <a:pt x="1563131" y="632992"/>
                  </a:lnTo>
                  <a:lnTo>
                    <a:pt x="1561220" y="633469"/>
                  </a:lnTo>
                  <a:lnTo>
                    <a:pt x="1559787" y="634902"/>
                  </a:lnTo>
                  <a:lnTo>
                    <a:pt x="1558831" y="634902"/>
                  </a:lnTo>
                  <a:lnTo>
                    <a:pt x="1556442" y="634902"/>
                  </a:lnTo>
                  <a:lnTo>
                    <a:pt x="1557398" y="635380"/>
                  </a:lnTo>
                  <a:lnTo>
                    <a:pt x="1558831" y="636336"/>
                  </a:lnTo>
                  <a:lnTo>
                    <a:pt x="1560265" y="636336"/>
                  </a:lnTo>
                  <a:lnTo>
                    <a:pt x="1562653" y="635858"/>
                  </a:lnTo>
                  <a:lnTo>
                    <a:pt x="1564564" y="635858"/>
                  </a:lnTo>
                  <a:lnTo>
                    <a:pt x="1567908" y="636813"/>
                  </a:lnTo>
                  <a:lnTo>
                    <a:pt x="1569341" y="638247"/>
                  </a:lnTo>
                  <a:lnTo>
                    <a:pt x="1569341" y="638724"/>
                  </a:lnTo>
                  <a:lnTo>
                    <a:pt x="1568864" y="639680"/>
                  </a:lnTo>
                  <a:lnTo>
                    <a:pt x="1567908" y="642068"/>
                  </a:lnTo>
                  <a:lnTo>
                    <a:pt x="1566953" y="643024"/>
                  </a:lnTo>
                  <a:lnTo>
                    <a:pt x="1567430" y="643502"/>
                  </a:lnTo>
                  <a:lnTo>
                    <a:pt x="1569341" y="644457"/>
                  </a:lnTo>
                  <a:lnTo>
                    <a:pt x="1570297" y="644935"/>
                  </a:lnTo>
                  <a:lnTo>
                    <a:pt x="1572208" y="644457"/>
                  </a:lnTo>
                  <a:lnTo>
                    <a:pt x="1573641" y="644935"/>
                  </a:lnTo>
                  <a:lnTo>
                    <a:pt x="1579851" y="650668"/>
                  </a:lnTo>
                  <a:lnTo>
                    <a:pt x="1579374" y="653534"/>
                  </a:lnTo>
                  <a:lnTo>
                    <a:pt x="1578418" y="655923"/>
                  </a:lnTo>
                  <a:lnTo>
                    <a:pt x="1578896" y="658789"/>
                  </a:lnTo>
                  <a:lnTo>
                    <a:pt x="1578896" y="661655"/>
                  </a:lnTo>
                  <a:lnTo>
                    <a:pt x="1575552" y="662611"/>
                  </a:lnTo>
                  <a:lnTo>
                    <a:pt x="1565042" y="661178"/>
                  </a:lnTo>
                  <a:lnTo>
                    <a:pt x="1559309" y="658789"/>
                  </a:lnTo>
                  <a:lnTo>
                    <a:pt x="1558831" y="658311"/>
                  </a:lnTo>
                  <a:lnTo>
                    <a:pt x="1560742" y="656878"/>
                  </a:lnTo>
                  <a:lnTo>
                    <a:pt x="1559309" y="656400"/>
                  </a:lnTo>
                  <a:lnTo>
                    <a:pt x="1557398" y="657356"/>
                  </a:lnTo>
                  <a:lnTo>
                    <a:pt x="1556442" y="657834"/>
                  </a:lnTo>
                  <a:lnTo>
                    <a:pt x="1558831" y="660222"/>
                  </a:lnTo>
                  <a:lnTo>
                    <a:pt x="1564086" y="662133"/>
                  </a:lnTo>
                  <a:lnTo>
                    <a:pt x="1566475" y="664522"/>
                  </a:lnTo>
                  <a:lnTo>
                    <a:pt x="1569341" y="664999"/>
                  </a:lnTo>
                  <a:lnTo>
                    <a:pt x="1570297" y="665477"/>
                  </a:lnTo>
                  <a:lnTo>
                    <a:pt x="1571730" y="666910"/>
                  </a:lnTo>
                  <a:lnTo>
                    <a:pt x="1571252" y="667388"/>
                  </a:lnTo>
                  <a:lnTo>
                    <a:pt x="1568386" y="667388"/>
                  </a:lnTo>
                  <a:lnTo>
                    <a:pt x="1566475" y="669299"/>
                  </a:lnTo>
                  <a:lnTo>
                    <a:pt x="1567908" y="670255"/>
                  </a:lnTo>
                  <a:lnTo>
                    <a:pt x="1572685" y="671210"/>
                  </a:lnTo>
                  <a:lnTo>
                    <a:pt x="1576030" y="671210"/>
                  </a:lnTo>
                  <a:lnTo>
                    <a:pt x="1577940" y="672165"/>
                  </a:lnTo>
                  <a:lnTo>
                    <a:pt x="1576507" y="673121"/>
                  </a:lnTo>
                  <a:lnTo>
                    <a:pt x="1572208" y="674554"/>
                  </a:lnTo>
                  <a:lnTo>
                    <a:pt x="1572208" y="676465"/>
                  </a:lnTo>
                  <a:lnTo>
                    <a:pt x="1575074" y="677420"/>
                  </a:lnTo>
                  <a:lnTo>
                    <a:pt x="1577940" y="676943"/>
                  </a:lnTo>
                  <a:lnTo>
                    <a:pt x="1578896" y="676943"/>
                  </a:lnTo>
                  <a:lnTo>
                    <a:pt x="1579851" y="681720"/>
                  </a:lnTo>
                  <a:lnTo>
                    <a:pt x="1580329" y="682675"/>
                  </a:lnTo>
                  <a:lnTo>
                    <a:pt x="1577463" y="683153"/>
                  </a:lnTo>
                  <a:lnTo>
                    <a:pt x="1577463" y="684109"/>
                  </a:lnTo>
                  <a:lnTo>
                    <a:pt x="1579374" y="685064"/>
                  </a:lnTo>
                  <a:lnTo>
                    <a:pt x="1582718" y="685542"/>
                  </a:lnTo>
                  <a:lnTo>
                    <a:pt x="1583673" y="686497"/>
                  </a:lnTo>
                  <a:lnTo>
                    <a:pt x="1583673" y="687453"/>
                  </a:lnTo>
                  <a:lnTo>
                    <a:pt x="1584629" y="688408"/>
                  </a:lnTo>
                  <a:lnTo>
                    <a:pt x="1586540" y="688408"/>
                  </a:lnTo>
                  <a:lnTo>
                    <a:pt x="1588450" y="686975"/>
                  </a:lnTo>
                  <a:lnTo>
                    <a:pt x="1589406" y="685542"/>
                  </a:lnTo>
                  <a:lnTo>
                    <a:pt x="1591317" y="686020"/>
                  </a:lnTo>
                  <a:lnTo>
                    <a:pt x="1591317" y="687453"/>
                  </a:lnTo>
                  <a:lnTo>
                    <a:pt x="1593706" y="689841"/>
                  </a:lnTo>
                  <a:lnTo>
                    <a:pt x="1594183" y="689841"/>
                  </a:lnTo>
                  <a:lnTo>
                    <a:pt x="1595139" y="692708"/>
                  </a:lnTo>
                  <a:lnTo>
                    <a:pt x="1596572" y="690319"/>
                  </a:lnTo>
                  <a:lnTo>
                    <a:pt x="1598005" y="690797"/>
                  </a:lnTo>
                  <a:lnTo>
                    <a:pt x="1599438" y="690797"/>
                  </a:lnTo>
                  <a:lnTo>
                    <a:pt x="1598961" y="693185"/>
                  </a:lnTo>
                  <a:lnTo>
                    <a:pt x="1598005" y="695096"/>
                  </a:lnTo>
                  <a:lnTo>
                    <a:pt x="1598961" y="696530"/>
                  </a:lnTo>
                  <a:lnTo>
                    <a:pt x="1599916" y="698441"/>
                  </a:lnTo>
                  <a:lnTo>
                    <a:pt x="1602305" y="700829"/>
                  </a:lnTo>
                  <a:lnTo>
                    <a:pt x="1601827" y="701785"/>
                  </a:lnTo>
                  <a:lnTo>
                    <a:pt x="1598961" y="704651"/>
                  </a:lnTo>
                  <a:lnTo>
                    <a:pt x="1597527" y="708473"/>
                  </a:lnTo>
                  <a:lnTo>
                    <a:pt x="1597049" y="709906"/>
                  </a:lnTo>
                  <a:lnTo>
                    <a:pt x="1595616" y="711817"/>
                  </a:lnTo>
                  <a:lnTo>
                    <a:pt x="1593706" y="714206"/>
                  </a:lnTo>
                  <a:lnTo>
                    <a:pt x="1595139" y="713728"/>
                  </a:lnTo>
                  <a:lnTo>
                    <a:pt x="1599438" y="709906"/>
                  </a:lnTo>
                  <a:lnTo>
                    <a:pt x="1601827" y="708473"/>
                  </a:lnTo>
                  <a:lnTo>
                    <a:pt x="1607560" y="707995"/>
                  </a:lnTo>
                  <a:lnTo>
                    <a:pt x="1608993" y="706562"/>
                  </a:lnTo>
                  <a:lnTo>
                    <a:pt x="1610904" y="706084"/>
                  </a:lnTo>
                  <a:lnTo>
                    <a:pt x="1612337" y="707517"/>
                  </a:lnTo>
                  <a:lnTo>
                    <a:pt x="1612337" y="709906"/>
                  </a:lnTo>
                  <a:lnTo>
                    <a:pt x="1613770" y="710384"/>
                  </a:lnTo>
                  <a:lnTo>
                    <a:pt x="1615681" y="709906"/>
                  </a:lnTo>
                  <a:lnTo>
                    <a:pt x="1617114" y="710384"/>
                  </a:lnTo>
                  <a:lnTo>
                    <a:pt x="1616159" y="711817"/>
                  </a:lnTo>
                  <a:lnTo>
                    <a:pt x="1611381" y="718027"/>
                  </a:lnTo>
                  <a:lnTo>
                    <a:pt x="1609948" y="720416"/>
                  </a:lnTo>
                  <a:lnTo>
                    <a:pt x="1609471" y="721849"/>
                  </a:lnTo>
                  <a:lnTo>
                    <a:pt x="1610904" y="719461"/>
                  </a:lnTo>
                  <a:lnTo>
                    <a:pt x="1617592" y="714206"/>
                  </a:lnTo>
                  <a:lnTo>
                    <a:pt x="1618070" y="713250"/>
                  </a:lnTo>
                  <a:lnTo>
                    <a:pt x="1619503" y="711339"/>
                  </a:lnTo>
                  <a:lnTo>
                    <a:pt x="1620936" y="709906"/>
                  </a:lnTo>
                  <a:lnTo>
                    <a:pt x="1624280" y="710384"/>
                  </a:lnTo>
                  <a:lnTo>
                    <a:pt x="1626191" y="711339"/>
                  </a:lnTo>
                  <a:lnTo>
                    <a:pt x="1626669" y="714206"/>
                  </a:lnTo>
                  <a:lnTo>
                    <a:pt x="1628102" y="717550"/>
                  </a:lnTo>
                  <a:lnTo>
                    <a:pt x="1630491" y="721371"/>
                  </a:lnTo>
                  <a:lnTo>
                    <a:pt x="1635746" y="722805"/>
                  </a:lnTo>
                  <a:lnTo>
                    <a:pt x="1638134" y="723282"/>
                  </a:lnTo>
                  <a:lnTo>
                    <a:pt x="1641479" y="721849"/>
                  </a:lnTo>
                  <a:lnTo>
                    <a:pt x="1641956" y="720416"/>
                  </a:lnTo>
                  <a:lnTo>
                    <a:pt x="1644822" y="719938"/>
                  </a:lnTo>
                  <a:lnTo>
                    <a:pt x="1646733" y="719938"/>
                  </a:lnTo>
                  <a:lnTo>
                    <a:pt x="1647211" y="723282"/>
                  </a:lnTo>
                  <a:lnTo>
                    <a:pt x="1649122" y="725193"/>
                  </a:lnTo>
                  <a:lnTo>
                    <a:pt x="1651033" y="726149"/>
                  </a:lnTo>
                  <a:lnTo>
                    <a:pt x="1653422" y="727104"/>
                  </a:lnTo>
                  <a:lnTo>
                    <a:pt x="1655810" y="727582"/>
                  </a:lnTo>
                  <a:lnTo>
                    <a:pt x="1657721" y="729015"/>
                  </a:lnTo>
                  <a:lnTo>
                    <a:pt x="1657721" y="729493"/>
                  </a:lnTo>
                  <a:lnTo>
                    <a:pt x="1655810" y="731404"/>
                  </a:lnTo>
                  <a:lnTo>
                    <a:pt x="1654377" y="733792"/>
                  </a:lnTo>
                  <a:lnTo>
                    <a:pt x="1651988" y="735226"/>
                  </a:lnTo>
                  <a:lnTo>
                    <a:pt x="1648167" y="735226"/>
                  </a:lnTo>
                  <a:lnTo>
                    <a:pt x="1642912" y="736659"/>
                  </a:lnTo>
                  <a:lnTo>
                    <a:pt x="1642434" y="737614"/>
                  </a:lnTo>
                  <a:lnTo>
                    <a:pt x="1641479" y="738570"/>
                  </a:lnTo>
                  <a:lnTo>
                    <a:pt x="1638612" y="739525"/>
                  </a:lnTo>
                  <a:lnTo>
                    <a:pt x="1637179" y="740481"/>
                  </a:lnTo>
                  <a:lnTo>
                    <a:pt x="1634790" y="744303"/>
                  </a:lnTo>
                  <a:lnTo>
                    <a:pt x="1633357" y="745736"/>
                  </a:lnTo>
                  <a:lnTo>
                    <a:pt x="1631446" y="746213"/>
                  </a:lnTo>
                  <a:lnTo>
                    <a:pt x="1629057" y="745736"/>
                  </a:lnTo>
                  <a:lnTo>
                    <a:pt x="1627624" y="746213"/>
                  </a:lnTo>
                  <a:lnTo>
                    <a:pt x="1626191" y="747169"/>
                  </a:lnTo>
                  <a:lnTo>
                    <a:pt x="1625713" y="748124"/>
                  </a:lnTo>
                  <a:lnTo>
                    <a:pt x="1625236" y="748602"/>
                  </a:lnTo>
                  <a:lnTo>
                    <a:pt x="1621891" y="749558"/>
                  </a:lnTo>
                  <a:lnTo>
                    <a:pt x="1616159" y="752424"/>
                  </a:lnTo>
                  <a:lnTo>
                    <a:pt x="1612815" y="752424"/>
                  </a:lnTo>
                  <a:lnTo>
                    <a:pt x="1610904" y="751946"/>
                  </a:lnTo>
                  <a:lnTo>
                    <a:pt x="1609471" y="752424"/>
                  </a:lnTo>
                  <a:lnTo>
                    <a:pt x="1608515" y="753379"/>
                  </a:lnTo>
                  <a:lnTo>
                    <a:pt x="1605649" y="754813"/>
                  </a:lnTo>
                  <a:lnTo>
                    <a:pt x="1605171" y="755290"/>
                  </a:lnTo>
                  <a:lnTo>
                    <a:pt x="1604693" y="756723"/>
                  </a:lnTo>
                  <a:lnTo>
                    <a:pt x="1604215" y="758634"/>
                  </a:lnTo>
                  <a:lnTo>
                    <a:pt x="1603738" y="759112"/>
                  </a:lnTo>
                  <a:lnTo>
                    <a:pt x="1603260" y="759590"/>
                  </a:lnTo>
                  <a:lnTo>
                    <a:pt x="1600872" y="759112"/>
                  </a:lnTo>
                  <a:lnTo>
                    <a:pt x="1598483" y="758157"/>
                  </a:lnTo>
                  <a:lnTo>
                    <a:pt x="1598961" y="759590"/>
                  </a:lnTo>
                  <a:lnTo>
                    <a:pt x="1602782" y="761501"/>
                  </a:lnTo>
                  <a:lnTo>
                    <a:pt x="1604215" y="762934"/>
                  </a:lnTo>
                  <a:lnTo>
                    <a:pt x="1602782" y="764367"/>
                  </a:lnTo>
                  <a:lnTo>
                    <a:pt x="1600394" y="765800"/>
                  </a:lnTo>
                  <a:lnTo>
                    <a:pt x="1599916" y="766756"/>
                  </a:lnTo>
                  <a:lnTo>
                    <a:pt x="1601349" y="767234"/>
                  </a:lnTo>
                  <a:lnTo>
                    <a:pt x="1600872" y="768189"/>
                  </a:lnTo>
                  <a:lnTo>
                    <a:pt x="1599438" y="769144"/>
                  </a:lnTo>
                  <a:lnTo>
                    <a:pt x="1599438" y="769622"/>
                  </a:lnTo>
                  <a:lnTo>
                    <a:pt x="1599438" y="769622"/>
                  </a:lnTo>
                  <a:lnTo>
                    <a:pt x="1603260" y="768667"/>
                  </a:lnTo>
                  <a:lnTo>
                    <a:pt x="1606604" y="765800"/>
                  </a:lnTo>
                  <a:lnTo>
                    <a:pt x="1608515" y="763412"/>
                  </a:lnTo>
                  <a:lnTo>
                    <a:pt x="1609471" y="762456"/>
                  </a:lnTo>
                  <a:lnTo>
                    <a:pt x="1613770" y="761501"/>
                  </a:lnTo>
                  <a:lnTo>
                    <a:pt x="1616159" y="760545"/>
                  </a:lnTo>
                  <a:lnTo>
                    <a:pt x="1619503" y="758157"/>
                  </a:lnTo>
                  <a:lnTo>
                    <a:pt x="1623325" y="755290"/>
                  </a:lnTo>
                  <a:lnTo>
                    <a:pt x="1627624" y="750991"/>
                  </a:lnTo>
                  <a:lnTo>
                    <a:pt x="1632879" y="748124"/>
                  </a:lnTo>
                  <a:lnTo>
                    <a:pt x="1639090" y="745736"/>
                  </a:lnTo>
                  <a:lnTo>
                    <a:pt x="1643867" y="744303"/>
                  </a:lnTo>
                  <a:lnTo>
                    <a:pt x="1647211" y="744303"/>
                  </a:lnTo>
                  <a:lnTo>
                    <a:pt x="1647211" y="744303"/>
                  </a:lnTo>
                  <a:lnTo>
                    <a:pt x="1644345" y="743347"/>
                  </a:lnTo>
                  <a:lnTo>
                    <a:pt x="1642434" y="743347"/>
                  </a:lnTo>
                  <a:lnTo>
                    <a:pt x="1639568" y="743825"/>
                  </a:lnTo>
                  <a:lnTo>
                    <a:pt x="1638612" y="742392"/>
                  </a:lnTo>
                  <a:lnTo>
                    <a:pt x="1638612" y="741914"/>
                  </a:lnTo>
                  <a:lnTo>
                    <a:pt x="1639568" y="740958"/>
                  </a:lnTo>
                  <a:lnTo>
                    <a:pt x="1641956" y="740481"/>
                  </a:lnTo>
                  <a:lnTo>
                    <a:pt x="1653422" y="741436"/>
                  </a:lnTo>
                  <a:lnTo>
                    <a:pt x="1657244" y="742392"/>
                  </a:lnTo>
                  <a:lnTo>
                    <a:pt x="1661543" y="749558"/>
                  </a:lnTo>
                  <a:lnTo>
                    <a:pt x="1662498" y="751946"/>
                  </a:lnTo>
                  <a:lnTo>
                    <a:pt x="1662976" y="753857"/>
                  </a:lnTo>
                  <a:lnTo>
                    <a:pt x="1662498" y="754813"/>
                  </a:lnTo>
                  <a:lnTo>
                    <a:pt x="1660588" y="756246"/>
                  </a:lnTo>
                  <a:lnTo>
                    <a:pt x="1655810" y="758634"/>
                  </a:lnTo>
                  <a:lnTo>
                    <a:pt x="1655333" y="759112"/>
                  </a:lnTo>
                  <a:lnTo>
                    <a:pt x="1655333" y="759590"/>
                  </a:lnTo>
                  <a:lnTo>
                    <a:pt x="1657244" y="760068"/>
                  </a:lnTo>
                  <a:lnTo>
                    <a:pt x="1657721" y="761023"/>
                  </a:lnTo>
                  <a:lnTo>
                    <a:pt x="1659154" y="763412"/>
                  </a:lnTo>
                  <a:lnTo>
                    <a:pt x="1661065" y="761978"/>
                  </a:lnTo>
                  <a:lnTo>
                    <a:pt x="1665365" y="757201"/>
                  </a:lnTo>
                  <a:lnTo>
                    <a:pt x="1668709" y="755290"/>
                  </a:lnTo>
                  <a:lnTo>
                    <a:pt x="1671575" y="754813"/>
                  </a:lnTo>
                  <a:lnTo>
                    <a:pt x="1674920" y="754335"/>
                  </a:lnTo>
                  <a:lnTo>
                    <a:pt x="1676353" y="754813"/>
                  </a:lnTo>
                  <a:lnTo>
                    <a:pt x="1676830" y="755768"/>
                  </a:lnTo>
                  <a:lnTo>
                    <a:pt x="1678263" y="758634"/>
                  </a:lnTo>
                  <a:lnTo>
                    <a:pt x="1680175" y="759590"/>
                  </a:lnTo>
                  <a:lnTo>
                    <a:pt x="1683041" y="760068"/>
                  </a:lnTo>
                  <a:lnTo>
                    <a:pt x="1685907" y="763412"/>
                  </a:lnTo>
                  <a:lnTo>
                    <a:pt x="1687340" y="765800"/>
                  </a:lnTo>
                  <a:lnTo>
                    <a:pt x="1688296" y="767234"/>
                  </a:lnTo>
                  <a:lnTo>
                    <a:pt x="1688296" y="768189"/>
                  </a:lnTo>
                  <a:lnTo>
                    <a:pt x="1688296" y="769144"/>
                  </a:lnTo>
                  <a:lnTo>
                    <a:pt x="1689251" y="770578"/>
                  </a:lnTo>
                  <a:lnTo>
                    <a:pt x="1689251" y="771533"/>
                  </a:lnTo>
                  <a:lnTo>
                    <a:pt x="1689251" y="773922"/>
                  </a:lnTo>
                  <a:lnTo>
                    <a:pt x="1687340" y="777744"/>
                  </a:lnTo>
                  <a:lnTo>
                    <a:pt x="1688774" y="781565"/>
                  </a:lnTo>
                  <a:lnTo>
                    <a:pt x="1688296" y="782999"/>
                  </a:lnTo>
                  <a:lnTo>
                    <a:pt x="1687818" y="785865"/>
                  </a:lnTo>
                  <a:lnTo>
                    <a:pt x="1688774" y="787776"/>
                  </a:lnTo>
                  <a:lnTo>
                    <a:pt x="1689251" y="788731"/>
                  </a:lnTo>
                  <a:lnTo>
                    <a:pt x="1688296" y="789209"/>
                  </a:lnTo>
                  <a:lnTo>
                    <a:pt x="1682086" y="790642"/>
                  </a:lnTo>
                  <a:lnTo>
                    <a:pt x="1679697" y="790642"/>
                  </a:lnTo>
                  <a:lnTo>
                    <a:pt x="1678741" y="791598"/>
                  </a:lnTo>
                  <a:lnTo>
                    <a:pt x="1680652" y="791598"/>
                  </a:lnTo>
                  <a:lnTo>
                    <a:pt x="1684474" y="791598"/>
                  </a:lnTo>
                  <a:lnTo>
                    <a:pt x="1688774" y="792553"/>
                  </a:lnTo>
                  <a:lnTo>
                    <a:pt x="1690685" y="793509"/>
                  </a:lnTo>
                  <a:lnTo>
                    <a:pt x="1691162" y="794942"/>
                  </a:lnTo>
                  <a:lnTo>
                    <a:pt x="1691162" y="795897"/>
                  </a:lnTo>
                  <a:lnTo>
                    <a:pt x="1689729" y="796853"/>
                  </a:lnTo>
                  <a:lnTo>
                    <a:pt x="1687340" y="796853"/>
                  </a:lnTo>
                  <a:lnTo>
                    <a:pt x="1684952" y="795897"/>
                  </a:lnTo>
                  <a:lnTo>
                    <a:pt x="1685429" y="796853"/>
                  </a:lnTo>
                  <a:lnTo>
                    <a:pt x="1688774" y="798286"/>
                  </a:lnTo>
                  <a:lnTo>
                    <a:pt x="1689729" y="799241"/>
                  </a:lnTo>
                  <a:lnTo>
                    <a:pt x="1691640" y="800675"/>
                  </a:lnTo>
                  <a:lnTo>
                    <a:pt x="1692118" y="802108"/>
                  </a:lnTo>
                  <a:lnTo>
                    <a:pt x="1691640" y="803541"/>
                  </a:lnTo>
                  <a:lnTo>
                    <a:pt x="1684952" y="809751"/>
                  </a:lnTo>
                  <a:lnTo>
                    <a:pt x="1679697" y="813573"/>
                  </a:lnTo>
                  <a:lnTo>
                    <a:pt x="1674442" y="816917"/>
                  </a:lnTo>
                  <a:lnTo>
                    <a:pt x="1665843" y="823606"/>
                  </a:lnTo>
                  <a:lnTo>
                    <a:pt x="1665365" y="824083"/>
                  </a:lnTo>
                  <a:lnTo>
                    <a:pt x="1663454" y="824083"/>
                  </a:lnTo>
                  <a:lnTo>
                    <a:pt x="1659632" y="823128"/>
                  </a:lnTo>
                  <a:lnTo>
                    <a:pt x="1656288" y="823128"/>
                  </a:lnTo>
                  <a:lnTo>
                    <a:pt x="1650078" y="824561"/>
                  </a:lnTo>
                  <a:lnTo>
                    <a:pt x="1648644" y="825039"/>
                  </a:lnTo>
                  <a:lnTo>
                    <a:pt x="1645300" y="827427"/>
                  </a:lnTo>
                  <a:lnTo>
                    <a:pt x="1643867" y="827905"/>
                  </a:lnTo>
                  <a:lnTo>
                    <a:pt x="1640523" y="828383"/>
                  </a:lnTo>
                  <a:lnTo>
                    <a:pt x="1637179" y="827905"/>
                  </a:lnTo>
                  <a:lnTo>
                    <a:pt x="1635746" y="828383"/>
                  </a:lnTo>
                  <a:lnTo>
                    <a:pt x="1633835" y="829338"/>
                  </a:lnTo>
                  <a:lnTo>
                    <a:pt x="1633357" y="829816"/>
                  </a:lnTo>
                  <a:lnTo>
                    <a:pt x="1632879" y="831727"/>
                  </a:lnTo>
                  <a:lnTo>
                    <a:pt x="1624758" y="840326"/>
                  </a:lnTo>
                  <a:lnTo>
                    <a:pt x="1622847" y="843193"/>
                  </a:lnTo>
                  <a:lnTo>
                    <a:pt x="1618547" y="846059"/>
                  </a:lnTo>
                  <a:lnTo>
                    <a:pt x="1613770" y="851314"/>
                  </a:lnTo>
                  <a:lnTo>
                    <a:pt x="1609948" y="853225"/>
                  </a:lnTo>
                  <a:lnTo>
                    <a:pt x="1608515" y="856569"/>
                  </a:lnTo>
                  <a:lnTo>
                    <a:pt x="1604693" y="858002"/>
                  </a:lnTo>
                  <a:lnTo>
                    <a:pt x="1597527" y="858480"/>
                  </a:lnTo>
                  <a:lnTo>
                    <a:pt x="1594183" y="858958"/>
                  </a:lnTo>
                  <a:lnTo>
                    <a:pt x="1589884" y="858480"/>
                  </a:lnTo>
                  <a:lnTo>
                    <a:pt x="1587017" y="859435"/>
                  </a:lnTo>
                  <a:lnTo>
                    <a:pt x="1582718" y="859913"/>
                  </a:lnTo>
                  <a:lnTo>
                    <a:pt x="1580329" y="859435"/>
                  </a:lnTo>
                  <a:lnTo>
                    <a:pt x="1571730" y="862302"/>
                  </a:lnTo>
                  <a:lnTo>
                    <a:pt x="1569819" y="859913"/>
                  </a:lnTo>
                  <a:lnTo>
                    <a:pt x="1567908" y="858958"/>
                  </a:lnTo>
                  <a:lnTo>
                    <a:pt x="1563131" y="858480"/>
                  </a:lnTo>
                  <a:lnTo>
                    <a:pt x="1559309" y="857524"/>
                  </a:lnTo>
                  <a:lnTo>
                    <a:pt x="1555487" y="857524"/>
                  </a:lnTo>
                  <a:lnTo>
                    <a:pt x="1552143" y="856569"/>
                  </a:lnTo>
                  <a:lnTo>
                    <a:pt x="1549754" y="856569"/>
                  </a:lnTo>
                  <a:lnTo>
                    <a:pt x="1547366" y="857047"/>
                  </a:lnTo>
                  <a:lnTo>
                    <a:pt x="1544022" y="857047"/>
                  </a:lnTo>
                  <a:lnTo>
                    <a:pt x="1541633" y="858480"/>
                  </a:lnTo>
                  <a:lnTo>
                    <a:pt x="1534945" y="858002"/>
                  </a:lnTo>
                  <a:lnTo>
                    <a:pt x="1532078" y="856569"/>
                  </a:lnTo>
                  <a:lnTo>
                    <a:pt x="1529690" y="856569"/>
                  </a:lnTo>
                  <a:lnTo>
                    <a:pt x="1526346" y="856569"/>
                  </a:lnTo>
                  <a:lnTo>
                    <a:pt x="1523479" y="857524"/>
                  </a:lnTo>
                  <a:lnTo>
                    <a:pt x="1516791" y="856569"/>
                  </a:lnTo>
                  <a:lnTo>
                    <a:pt x="1509625" y="857524"/>
                  </a:lnTo>
                  <a:lnTo>
                    <a:pt x="1503415" y="857047"/>
                  </a:lnTo>
                  <a:lnTo>
                    <a:pt x="1501504" y="856091"/>
                  </a:lnTo>
                  <a:lnTo>
                    <a:pt x="1491949" y="858002"/>
                  </a:lnTo>
                  <a:lnTo>
                    <a:pt x="1488127" y="857047"/>
                  </a:lnTo>
                  <a:lnTo>
                    <a:pt x="1484783" y="859435"/>
                  </a:lnTo>
                  <a:lnTo>
                    <a:pt x="1482394" y="858958"/>
                  </a:lnTo>
                  <a:lnTo>
                    <a:pt x="1480006" y="859435"/>
                  </a:lnTo>
                  <a:lnTo>
                    <a:pt x="1479051" y="858958"/>
                  </a:lnTo>
                  <a:lnTo>
                    <a:pt x="1477140" y="859435"/>
                  </a:lnTo>
                  <a:lnTo>
                    <a:pt x="1476184" y="860869"/>
                  </a:lnTo>
                  <a:lnTo>
                    <a:pt x="1474751" y="860869"/>
                  </a:lnTo>
                  <a:lnTo>
                    <a:pt x="1472362" y="863257"/>
                  </a:lnTo>
                  <a:lnTo>
                    <a:pt x="1468540" y="865646"/>
                  </a:lnTo>
                  <a:lnTo>
                    <a:pt x="1462808" y="876634"/>
                  </a:lnTo>
                  <a:lnTo>
                    <a:pt x="1462330" y="880933"/>
                  </a:lnTo>
                  <a:lnTo>
                    <a:pt x="1459941" y="883800"/>
                  </a:lnTo>
                  <a:lnTo>
                    <a:pt x="1458030" y="883800"/>
                  </a:lnTo>
                  <a:lnTo>
                    <a:pt x="1456597" y="884277"/>
                  </a:lnTo>
                  <a:lnTo>
                    <a:pt x="1446565" y="886188"/>
                  </a:lnTo>
                  <a:lnTo>
                    <a:pt x="1441787" y="887621"/>
                  </a:lnTo>
                  <a:lnTo>
                    <a:pt x="1443221" y="889055"/>
                  </a:lnTo>
                  <a:lnTo>
                    <a:pt x="1441787" y="890010"/>
                  </a:lnTo>
                  <a:lnTo>
                    <a:pt x="1439399" y="890488"/>
                  </a:lnTo>
                  <a:lnTo>
                    <a:pt x="1436533" y="891921"/>
                  </a:lnTo>
                  <a:lnTo>
                    <a:pt x="1435099" y="892876"/>
                  </a:lnTo>
                  <a:lnTo>
                    <a:pt x="1434144" y="894787"/>
                  </a:lnTo>
                  <a:lnTo>
                    <a:pt x="1428889" y="898131"/>
                  </a:lnTo>
                  <a:lnTo>
                    <a:pt x="1423156" y="904820"/>
                  </a:lnTo>
                  <a:lnTo>
                    <a:pt x="1420290" y="910075"/>
                  </a:lnTo>
                  <a:lnTo>
                    <a:pt x="1416946" y="913897"/>
                  </a:lnTo>
                  <a:lnTo>
                    <a:pt x="1414079" y="915330"/>
                  </a:lnTo>
                  <a:lnTo>
                    <a:pt x="1412646" y="915330"/>
                  </a:lnTo>
                  <a:lnTo>
                    <a:pt x="1410735" y="914852"/>
                  </a:lnTo>
                  <a:lnTo>
                    <a:pt x="1407869" y="913419"/>
                  </a:lnTo>
                  <a:lnTo>
                    <a:pt x="1405480" y="912941"/>
                  </a:lnTo>
                  <a:lnTo>
                    <a:pt x="1400225" y="910552"/>
                  </a:lnTo>
                  <a:lnTo>
                    <a:pt x="1387804" y="908164"/>
                  </a:lnTo>
                  <a:lnTo>
                    <a:pt x="1389715" y="909119"/>
                  </a:lnTo>
                  <a:lnTo>
                    <a:pt x="1391148" y="910552"/>
                  </a:lnTo>
                  <a:lnTo>
                    <a:pt x="1394492" y="911030"/>
                  </a:lnTo>
                  <a:lnTo>
                    <a:pt x="1397837" y="911030"/>
                  </a:lnTo>
                  <a:lnTo>
                    <a:pt x="1405002" y="913897"/>
                  </a:lnTo>
                  <a:lnTo>
                    <a:pt x="1408346" y="914852"/>
                  </a:lnTo>
                  <a:lnTo>
                    <a:pt x="1410257" y="915807"/>
                  </a:lnTo>
                  <a:lnTo>
                    <a:pt x="1412168" y="918196"/>
                  </a:lnTo>
                  <a:lnTo>
                    <a:pt x="1411213" y="922018"/>
                  </a:lnTo>
                  <a:lnTo>
                    <a:pt x="1409780" y="925362"/>
                  </a:lnTo>
                  <a:lnTo>
                    <a:pt x="1407869" y="927751"/>
                  </a:lnTo>
                  <a:lnTo>
                    <a:pt x="1401658" y="933961"/>
                  </a:lnTo>
                  <a:lnTo>
                    <a:pt x="1398792" y="936350"/>
                  </a:lnTo>
                  <a:lnTo>
                    <a:pt x="1394014" y="943993"/>
                  </a:lnTo>
                  <a:lnTo>
                    <a:pt x="1388760" y="947338"/>
                  </a:lnTo>
                  <a:lnTo>
                    <a:pt x="1385893" y="949248"/>
                  </a:lnTo>
                  <a:lnTo>
                    <a:pt x="1382549" y="953070"/>
                  </a:lnTo>
                  <a:lnTo>
                    <a:pt x="1375383" y="955459"/>
                  </a:lnTo>
                  <a:lnTo>
                    <a:pt x="1372995" y="955937"/>
                  </a:lnTo>
                  <a:lnTo>
                    <a:pt x="1370606" y="955937"/>
                  </a:lnTo>
                  <a:lnTo>
                    <a:pt x="1367739" y="957848"/>
                  </a:lnTo>
                  <a:lnTo>
                    <a:pt x="1363918" y="959281"/>
                  </a:lnTo>
                  <a:lnTo>
                    <a:pt x="1362962" y="961192"/>
                  </a:lnTo>
                  <a:lnTo>
                    <a:pt x="1354841" y="966447"/>
                  </a:lnTo>
                  <a:lnTo>
                    <a:pt x="1351497" y="966924"/>
                  </a:lnTo>
                  <a:lnTo>
                    <a:pt x="1348630" y="968358"/>
                  </a:lnTo>
                  <a:lnTo>
                    <a:pt x="1347675" y="970746"/>
                  </a:lnTo>
                  <a:lnTo>
                    <a:pt x="1345286" y="972180"/>
                  </a:lnTo>
                  <a:lnTo>
                    <a:pt x="1344808" y="973135"/>
                  </a:lnTo>
                  <a:lnTo>
                    <a:pt x="1342898" y="976479"/>
                  </a:lnTo>
                  <a:lnTo>
                    <a:pt x="1339076" y="980779"/>
                  </a:lnTo>
                  <a:lnTo>
                    <a:pt x="1334298" y="981256"/>
                  </a:lnTo>
                  <a:lnTo>
                    <a:pt x="1332388" y="982689"/>
                  </a:lnTo>
                  <a:lnTo>
                    <a:pt x="1330477" y="985078"/>
                  </a:lnTo>
                  <a:lnTo>
                    <a:pt x="1327610" y="986989"/>
                  </a:lnTo>
                  <a:lnTo>
                    <a:pt x="1322355" y="986034"/>
                  </a:lnTo>
                  <a:lnTo>
                    <a:pt x="1323788" y="986989"/>
                  </a:lnTo>
                  <a:lnTo>
                    <a:pt x="1328566" y="988422"/>
                  </a:lnTo>
                  <a:lnTo>
                    <a:pt x="1329043" y="990811"/>
                  </a:lnTo>
                  <a:lnTo>
                    <a:pt x="1326655" y="991289"/>
                  </a:lnTo>
                  <a:lnTo>
                    <a:pt x="1321400" y="994633"/>
                  </a:lnTo>
                  <a:lnTo>
                    <a:pt x="1314712" y="999410"/>
                  </a:lnTo>
                  <a:lnTo>
                    <a:pt x="1314234" y="999410"/>
                  </a:lnTo>
                  <a:lnTo>
                    <a:pt x="1313278" y="999888"/>
                  </a:lnTo>
                  <a:lnTo>
                    <a:pt x="1311367" y="999410"/>
                  </a:lnTo>
                  <a:lnTo>
                    <a:pt x="1308979" y="1000365"/>
                  </a:lnTo>
                  <a:lnTo>
                    <a:pt x="1305157" y="1002276"/>
                  </a:lnTo>
                  <a:lnTo>
                    <a:pt x="1300857" y="1005621"/>
                  </a:lnTo>
                  <a:lnTo>
                    <a:pt x="1292736" y="1012787"/>
                  </a:lnTo>
                  <a:lnTo>
                    <a:pt x="1292736" y="1012787"/>
                  </a:lnTo>
                  <a:lnTo>
                    <a:pt x="1292736" y="1012787"/>
                  </a:lnTo>
                  <a:lnTo>
                    <a:pt x="1292258" y="1012787"/>
                  </a:lnTo>
                  <a:lnTo>
                    <a:pt x="1289870" y="1014697"/>
                  </a:lnTo>
                  <a:lnTo>
                    <a:pt x="1287481" y="1015653"/>
                  </a:lnTo>
                  <a:lnTo>
                    <a:pt x="1282226" y="1017564"/>
                  </a:lnTo>
                  <a:lnTo>
                    <a:pt x="1280793" y="1018519"/>
                  </a:lnTo>
                  <a:lnTo>
                    <a:pt x="1278882" y="1018997"/>
                  </a:lnTo>
                  <a:lnTo>
                    <a:pt x="1276971" y="1018997"/>
                  </a:lnTo>
                  <a:lnTo>
                    <a:pt x="1275060" y="1019475"/>
                  </a:lnTo>
                  <a:lnTo>
                    <a:pt x="1273149" y="1020430"/>
                  </a:lnTo>
                  <a:lnTo>
                    <a:pt x="1269327" y="1023296"/>
                  </a:lnTo>
                  <a:lnTo>
                    <a:pt x="1268372" y="1023296"/>
                  </a:lnTo>
                  <a:lnTo>
                    <a:pt x="1267894" y="1022819"/>
                  </a:lnTo>
                  <a:lnTo>
                    <a:pt x="1267894" y="1022341"/>
                  </a:lnTo>
                  <a:lnTo>
                    <a:pt x="1268372" y="1021863"/>
                  </a:lnTo>
                  <a:lnTo>
                    <a:pt x="1271238" y="1020430"/>
                  </a:lnTo>
                  <a:lnTo>
                    <a:pt x="1270760" y="1019953"/>
                  </a:lnTo>
                  <a:lnTo>
                    <a:pt x="1269805" y="1020430"/>
                  </a:lnTo>
                  <a:lnTo>
                    <a:pt x="1268850" y="1021386"/>
                  </a:lnTo>
                  <a:lnTo>
                    <a:pt x="1268372" y="1021386"/>
                  </a:lnTo>
                  <a:lnTo>
                    <a:pt x="1268372" y="1019953"/>
                  </a:lnTo>
                  <a:lnTo>
                    <a:pt x="1267894" y="1019953"/>
                  </a:lnTo>
                  <a:lnTo>
                    <a:pt x="1265983" y="1020430"/>
                  </a:lnTo>
                  <a:lnTo>
                    <a:pt x="1265028" y="1020908"/>
                  </a:lnTo>
                  <a:lnTo>
                    <a:pt x="1264550" y="1020430"/>
                  </a:lnTo>
                  <a:lnTo>
                    <a:pt x="1264072" y="1020430"/>
                  </a:lnTo>
                  <a:lnTo>
                    <a:pt x="1263594" y="1020908"/>
                  </a:lnTo>
                  <a:lnTo>
                    <a:pt x="1262639" y="1020430"/>
                  </a:lnTo>
                  <a:lnTo>
                    <a:pt x="1261206" y="1020908"/>
                  </a:lnTo>
                  <a:lnTo>
                    <a:pt x="1258339" y="1021863"/>
                  </a:lnTo>
                  <a:lnTo>
                    <a:pt x="1257384" y="1022819"/>
                  </a:lnTo>
                  <a:lnTo>
                    <a:pt x="1257384" y="1022819"/>
                  </a:lnTo>
                  <a:lnTo>
                    <a:pt x="1260250" y="1021863"/>
                  </a:lnTo>
                  <a:lnTo>
                    <a:pt x="1261684" y="1021386"/>
                  </a:lnTo>
                  <a:lnTo>
                    <a:pt x="1262639" y="1021386"/>
                  </a:lnTo>
                  <a:lnTo>
                    <a:pt x="1262639" y="1021386"/>
                  </a:lnTo>
                  <a:lnTo>
                    <a:pt x="1262639" y="1022341"/>
                  </a:lnTo>
                  <a:lnTo>
                    <a:pt x="1262639" y="1022341"/>
                  </a:lnTo>
                  <a:lnTo>
                    <a:pt x="1263117" y="1022819"/>
                  </a:lnTo>
                  <a:lnTo>
                    <a:pt x="1263594" y="1022341"/>
                  </a:lnTo>
                  <a:lnTo>
                    <a:pt x="1263594" y="1022341"/>
                  </a:lnTo>
                  <a:lnTo>
                    <a:pt x="1263117" y="1022341"/>
                  </a:lnTo>
                  <a:lnTo>
                    <a:pt x="1263117" y="1021863"/>
                  </a:lnTo>
                  <a:lnTo>
                    <a:pt x="1263594" y="1021386"/>
                  </a:lnTo>
                  <a:lnTo>
                    <a:pt x="1266461" y="1020908"/>
                  </a:lnTo>
                  <a:lnTo>
                    <a:pt x="1267416" y="1021386"/>
                  </a:lnTo>
                  <a:lnTo>
                    <a:pt x="1266461" y="1023296"/>
                  </a:lnTo>
                  <a:lnTo>
                    <a:pt x="1266939" y="1023774"/>
                  </a:lnTo>
                  <a:lnTo>
                    <a:pt x="1268372" y="1023774"/>
                  </a:lnTo>
                  <a:lnTo>
                    <a:pt x="1269805" y="1023296"/>
                  </a:lnTo>
                  <a:lnTo>
                    <a:pt x="1271238" y="1022819"/>
                  </a:lnTo>
                  <a:lnTo>
                    <a:pt x="1271716" y="1022819"/>
                  </a:lnTo>
                  <a:lnTo>
                    <a:pt x="1271238" y="1023296"/>
                  </a:lnTo>
                  <a:lnTo>
                    <a:pt x="1270283" y="1024252"/>
                  </a:lnTo>
                  <a:lnTo>
                    <a:pt x="1268372" y="1025207"/>
                  </a:lnTo>
                  <a:lnTo>
                    <a:pt x="1268372" y="1026163"/>
                  </a:lnTo>
                  <a:lnTo>
                    <a:pt x="1268372" y="1026641"/>
                  </a:lnTo>
                  <a:lnTo>
                    <a:pt x="1268850" y="1026163"/>
                  </a:lnTo>
                  <a:lnTo>
                    <a:pt x="1270760" y="1026163"/>
                  </a:lnTo>
                  <a:lnTo>
                    <a:pt x="1271716" y="1026163"/>
                  </a:lnTo>
                  <a:lnTo>
                    <a:pt x="1271238" y="1026641"/>
                  </a:lnTo>
                  <a:lnTo>
                    <a:pt x="1270283" y="1027118"/>
                  </a:lnTo>
                  <a:lnTo>
                    <a:pt x="1267894" y="1028074"/>
                  </a:lnTo>
                  <a:lnTo>
                    <a:pt x="1265983" y="1028552"/>
                  </a:lnTo>
                  <a:lnTo>
                    <a:pt x="1265028" y="1028074"/>
                  </a:lnTo>
                  <a:lnTo>
                    <a:pt x="1264550" y="1027596"/>
                  </a:lnTo>
                  <a:lnTo>
                    <a:pt x="1265505" y="1026641"/>
                  </a:lnTo>
                  <a:lnTo>
                    <a:pt x="1265028" y="1026641"/>
                  </a:lnTo>
                  <a:lnTo>
                    <a:pt x="1263594" y="1027118"/>
                  </a:lnTo>
                  <a:lnTo>
                    <a:pt x="1263117" y="1027118"/>
                  </a:lnTo>
                  <a:lnTo>
                    <a:pt x="1262639" y="1026641"/>
                  </a:lnTo>
                  <a:lnTo>
                    <a:pt x="1262639" y="1026163"/>
                  </a:lnTo>
                  <a:lnTo>
                    <a:pt x="1263594" y="1026163"/>
                  </a:lnTo>
                  <a:lnTo>
                    <a:pt x="1264072" y="1026163"/>
                  </a:lnTo>
                  <a:lnTo>
                    <a:pt x="1262639" y="1025685"/>
                  </a:lnTo>
                  <a:lnTo>
                    <a:pt x="1260728" y="1026163"/>
                  </a:lnTo>
                  <a:lnTo>
                    <a:pt x="1258817" y="1026163"/>
                  </a:lnTo>
                  <a:lnTo>
                    <a:pt x="1257862" y="1025207"/>
                  </a:lnTo>
                  <a:lnTo>
                    <a:pt x="1257862" y="1024730"/>
                  </a:lnTo>
                  <a:lnTo>
                    <a:pt x="1258339" y="1024730"/>
                  </a:lnTo>
                  <a:lnTo>
                    <a:pt x="1257862" y="1024252"/>
                  </a:lnTo>
                  <a:lnTo>
                    <a:pt x="1257384" y="1024252"/>
                  </a:lnTo>
                  <a:lnTo>
                    <a:pt x="1255473" y="1023774"/>
                  </a:lnTo>
                  <a:lnTo>
                    <a:pt x="1254995" y="1024252"/>
                  </a:lnTo>
                  <a:lnTo>
                    <a:pt x="1254518" y="1024730"/>
                  </a:lnTo>
                  <a:lnTo>
                    <a:pt x="1252607" y="1024730"/>
                  </a:lnTo>
                  <a:lnTo>
                    <a:pt x="1251651" y="1025207"/>
                  </a:lnTo>
                  <a:lnTo>
                    <a:pt x="1249263" y="1025685"/>
                  </a:lnTo>
                  <a:lnTo>
                    <a:pt x="1245441" y="1026163"/>
                  </a:lnTo>
                  <a:lnTo>
                    <a:pt x="1242574" y="1026641"/>
                  </a:lnTo>
                  <a:lnTo>
                    <a:pt x="1240186" y="1027118"/>
                  </a:lnTo>
                  <a:lnTo>
                    <a:pt x="1238752" y="1027596"/>
                  </a:lnTo>
                  <a:lnTo>
                    <a:pt x="1237797" y="1027118"/>
                  </a:lnTo>
                  <a:lnTo>
                    <a:pt x="1235886" y="1027596"/>
                  </a:lnTo>
                  <a:lnTo>
                    <a:pt x="1233498" y="1028074"/>
                  </a:lnTo>
                  <a:lnTo>
                    <a:pt x="1229676" y="1028552"/>
                  </a:lnTo>
                  <a:lnTo>
                    <a:pt x="1228243" y="1029507"/>
                  </a:lnTo>
                  <a:lnTo>
                    <a:pt x="1225854" y="1030462"/>
                  </a:lnTo>
                  <a:lnTo>
                    <a:pt x="1223465" y="1032851"/>
                  </a:lnTo>
                  <a:lnTo>
                    <a:pt x="1221554" y="1034284"/>
                  </a:lnTo>
                  <a:lnTo>
                    <a:pt x="1220599" y="1033807"/>
                  </a:lnTo>
                  <a:lnTo>
                    <a:pt x="1219643" y="1034284"/>
                  </a:lnTo>
                  <a:lnTo>
                    <a:pt x="1219643" y="1034762"/>
                  </a:lnTo>
                  <a:lnTo>
                    <a:pt x="1218210" y="1035718"/>
                  </a:lnTo>
                  <a:lnTo>
                    <a:pt x="1217255" y="1036195"/>
                  </a:lnTo>
                  <a:lnTo>
                    <a:pt x="1217255" y="1037151"/>
                  </a:lnTo>
                  <a:lnTo>
                    <a:pt x="1216299" y="1039062"/>
                  </a:lnTo>
                  <a:lnTo>
                    <a:pt x="1213911" y="1041928"/>
                  </a:lnTo>
                  <a:lnTo>
                    <a:pt x="1213911" y="1042883"/>
                  </a:lnTo>
                  <a:lnTo>
                    <a:pt x="1214866" y="1043839"/>
                  </a:lnTo>
                  <a:lnTo>
                    <a:pt x="1216777" y="1044317"/>
                  </a:lnTo>
                  <a:lnTo>
                    <a:pt x="1218688" y="1044794"/>
                  </a:lnTo>
                  <a:lnTo>
                    <a:pt x="1221554" y="1044794"/>
                  </a:lnTo>
                  <a:lnTo>
                    <a:pt x="1222510" y="1045272"/>
                  </a:lnTo>
                  <a:lnTo>
                    <a:pt x="1223465" y="1044794"/>
                  </a:lnTo>
                  <a:lnTo>
                    <a:pt x="1224898" y="1044317"/>
                  </a:lnTo>
                  <a:lnTo>
                    <a:pt x="1228243" y="1042883"/>
                  </a:lnTo>
                  <a:lnTo>
                    <a:pt x="1228243" y="104336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2" name="Freeform 3631">
              <a:extLst>
                <a:ext uri="{FF2B5EF4-FFF2-40B4-BE49-F238E27FC236}">
                  <a16:creationId xmlns:a16="http://schemas.microsoft.com/office/drawing/2014/main" id="{F370DC61-CF9F-0401-703C-CE01DA3ED671}"/>
                </a:ext>
              </a:extLst>
            </p:cNvPr>
            <p:cNvSpPr/>
            <p:nvPr/>
          </p:nvSpPr>
          <p:spPr>
            <a:xfrm>
              <a:off x="3087737" y="3357124"/>
              <a:ext cx="4299" cy="1433"/>
            </a:xfrm>
            <a:custGeom>
              <a:avLst/>
              <a:gdLst>
                <a:gd name="csX0" fmla="*/ 4300 w 4299"/>
                <a:gd name="csY0" fmla="*/ 1433 h 1433"/>
                <a:gd name="csX1" fmla="*/ 0 w 4299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299" h="1433">
                  <a:moveTo>
                    <a:pt x="4300" y="1433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3" name="Freeform 3632">
              <a:extLst>
                <a:ext uri="{FF2B5EF4-FFF2-40B4-BE49-F238E27FC236}">
                  <a16:creationId xmlns:a16="http://schemas.microsoft.com/office/drawing/2014/main" id="{2D10AFB7-9270-9EE1-8A3C-4A01549856A8}"/>
                </a:ext>
              </a:extLst>
            </p:cNvPr>
            <p:cNvSpPr/>
            <p:nvPr/>
          </p:nvSpPr>
          <p:spPr>
            <a:xfrm>
              <a:off x="3098247" y="3357124"/>
              <a:ext cx="14331" cy="4299"/>
            </a:xfrm>
            <a:custGeom>
              <a:avLst/>
              <a:gdLst>
                <a:gd name="csX0" fmla="*/ 14332 w 14331"/>
                <a:gd name="csY0" fmla="*/ 0 h 4299"/>
                <a:gd name="csX1" fmla="*/ 12421 w 14331"/>
                <a:gd name="csY1" fmla="*/ 1433 h 4299"/>
                <a:gd name="csX2" fmla="*/ 9555 w 14331"/>
                <a:gd name="csY2" fmla="*/ 4300 h 4299"/>
                <a:gd name="csX3" fmla="*/ 5255 w 14331"/>
                <a:gd name="csY3" fmla="*/ 1911 h 4299"/>
                <a:gd name="csX4" fmla="*/ 0 w 14331"/>
                <a:gd name="csY4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1" h="4299">
                  <a:moveTo>
                    <a:pt x="14332" y="0"/>
                  </a:moveTo>
                  <a:lnTo>
                    <a:pt x="12421" y="1433"/>
                  </a:lnTo>
                  <a:lnTo>
                    <a:pt x="9555" y="4300"/>
                  </a:lnTo>
                  <a:lnTo>
                    <a:pt x="5255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4" name="Freeform 3633">
              <a:extLst>
                <a:ext uri="{FF2B5EF4-FFF2-40B4-BE49-F238E27FC236}">
                  <a16:creationId xmlns:a16="http://schemas.microsoft.com/office/drawing/2014/main" id="{7A854599-E652-3FB8-0FB0-77B7AAB00F48}"/>
                </a:ext>
              </a:extLst>
            </p:cNvPr>
            <p:cNvSpPr/>
            <p:nvPr/>
          </p:nvSpPr>
          <p:spPr>
            <a:xfrm>
              <a:off x="3126433" y="3368112"/>
              <a:ext cx="6688" cy="3344"/>
            </a:xfrm>
            <a:custGeom>
              <a:avLst/>
              <a:gdLst>
                <a:gd name="csX0" fmla="*/ 6688 w 6688"/>
                <a:gd name="csY0" fmla="*/ 3344 h 3344"/>
                <a:gd name="csX1" fmla="*/ 3344 w 6688"/>
                <a:gd name="csY1" fmla="*/ 1911 h 3344"/>
                <a:gd name="csX2" fmla="*/ 0 w 6688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88" h="3344">
                  <a:moveTo>
                    <a:pt x="6688" y="3344"/>
                  </a:moveTo>
                  <a:lnTo>
                    <a:pt x="3344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5" name="Freeform 3634">
              <a:extLst>
                <a:ext uri="{FF2B5EF4-FFF2-40B4-BE49-F238E27FC236}">
                  <a16:creationId xmlns:a16="http://schemas.microsoft.com/office/drawing/2014/main" id="{EAD2D0D3-A194-290A-A06D-F22FE30F25AB}"/>
                </a:ext>
              </a:extLst>
            </p:cNvPr>
            <p:cNvSpPr/>
            <p:nvPr/>
          </p:nvSpPr>
          <p:spPr>
            <a:xfrm>
              <a:off x="3140765" y="3381966"/>
              <a:ext cx="6210" cy="6210"/>
            </a:xfrm>
            <a:custGeom>
              <a:avLst/>
              <a:gdLst>
                <a:gd name="csX0" fmla="*/ 6211 w 6210"/>
                <a:gd name="csY0" fmla="*/ 6211 h 6210"/>
                <a:gd name="csX1" fmla="*/ 2389 w 6210"/>
                <a:gd name="csY1" fmla="*/ 2389 h 6210"/>
                <a:gd name="csX2" fmla="*/ 0 w 6210"/>
                <a:gd name="csY2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10" h="6210">
                  <a:moveTo>
                    <a:pt x="6211" y="6211"/>
                  </a:moveTo>
                  <a:lnTo>
                    <a:pt x="2389" y="2389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6" name="Freeform 3635">
              <a:extLst>
                <a:ext uri="{FF2B5EF4-FFF2-40B4-BE49-F238E27FC236}">
                  <a16:creationId xmlns:a16="http://schemas.microsoft.com/office/drawing/2014/main" id="{AAA23587-B070-D83C-1983-7B86AAC7BA52}"/>
                </a:ext>
              </a:extLst>
            </p:cNvPr>
            <p:cNvSpPr/>
            <p:nvPr/>
          </p:nvSpPr>
          <p:spPr>
            <a:xfrm>
              <a:off x="3153186" y="3393909"/>
              <a:ext cx="5255" cy="13376"/>
            </a:xfrm>
            <a:custGeom>
              <a:avLst/>
              <a:gdLst>
                <a:gd name="csX0" fmla="*/ 5255 w 5255"/>
                <a:gd name="csY0" fmla="*/ 13377 h 13376"/>
                <a:gd name="csX1" fmla="*/ 3344 w 5255"/>
                <a:gd name="csY1" fmla="*/ 12899 h 13376"/>
                <a:gd name="csX2" fmla="*/ 4300 w 5255"/>
                <a:gd name="csY2" fmla="*/ 10032 h 13376"/>
                <a:gd name="csX3" fmla="*/ 2866 w 5255"/>
                <a:gd name="csY3" fmla="*/ 5733 h 13376"/>
                <a:gd name="csX4" fmla="*/ 1911 w 5255"/>
                <a:gd name="csY4" fmla="*/ 1911 h 13376"/>
                <a:gd name="csX5" fmla="*/ 1911 w 5255"/>
                <a:gd name="csY5" fmla="*/ 1911 h 13376"/>
                <a:gd name="csX6" fmla="*/ 0 w 5255"/>
                <a:gd name="csY6" fmla="*/ 0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5" h="13376">
                  <a:moveTo>
                    <a:pt x="5255" y="13377"/>
                  </a:moveTo>
                  <a:lnTo>
                    <a:pt x="3344" y="12899"/>
                  </a:lnTo>
                  <a:lnTo>
                    <a:pt x="4300" y="10032"/>
                  </a:lnTo>
                  <a:lnTo>
                    <a:pt x="2866" y="5733"/>
                  </a:lnTo>
                  <a:lnTo>
                    <a:pt x="1911" y="1911"/>
                  </a:lnTo>
                  <a:lnTo>
                    <a:pt x="1911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7" name="Freeform 3636">
              <a:extLst>
                <a:ext uri="{FF2B5EF4-FFF2-40B4-BE49-F238E27FC236}">
                  <a16:creationId xmlns:a16="http://schemas.microsoft.com/office/drawing/2014/main" id="{14BFAE78-A0E9-629D-1901-04D44DA476A6}"/>
                </a:ext>
              </a:extLst>
            </p:cNvPr>
            <p:cNvSpPr/>
            <p:nvPr/>
          </p:nvSpPr>
          <p:spPr>
            <a:xfrm>
              <a:off x="3167995" y="3398209"/>
              <a:ext cx="7165" cy="1910"/>
            </a:xfrm>
            <a:custGeom>
              <a:avLst/>
              <a:gdLst>
                <a:gd name="csX0" fmla="*/ 7166 w 7165"/>
                <a:gd name="csY0" fmla="*/ 0 h 1910"/>
                <a:gd name="csX1" fmla="*/ 2389 w 7165"/>
                <a:gd name="csY1" fmla="*/ 0 h 1910"/>
                <a:gd name="csX2" fmla="*/ 0 w 7165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165" h="1910">
                  <a:moveTo>
                    <a:pt x="7166" y="0"/>
                  </a:moveTo>
                  <a:lnTo>
                    <a:pt x="2389" y="0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8" name="Freeform 3637">
              <a:extLst>
                <a:ext uri="{FF2B5EF4-FFF2-40B4-BE49-F238E27FC236}">
                  <a16:creationId xmlns:a16="http://schemas.microsoft.com/office/drawing/2014/main" id="{3BD0489C-39EB-D2D6-4269-2000A2BAF2CF}"/>
                </a:ext>
              </a:extLst>
            </p:cNvPr>
            <p:cNvSpPr/>
            <p:nvPr/>
          </p:nvSpPr>
          <p:spPr>
            <a:xfrm>
              <a:off x="3179939" y="3386743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0 w 1433"/>
                <a:gd name="csY1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0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9" name="Freeform 3638">
              <a:extLst>
                <a:ext uri="{FF2B5EF4-FFF2-40B4-BE49-F238E27FC236}">
                  <a16:creationId xmlns:a16="http://schemas.microsoft.com/office/drawing/2014/main" id="{9E045C04-BF0A-735E-F07E-FC5B91E10BA2}"/>
                </a:ext>
              </a:extLst>
            </p:cNvPr>
            <p:cNvSpPr/>
            <p:nvPr/>
          </p:nvSpPr>
          <p:spPr>
            <a:xfrm>
              <a:off x="3197137" y="3375278"/>
              <a:ext cx="4299" cy="3821"/>
            </a:xfrm>
            <a:custGeom>
              <a:avLst/>
              <a:gdLst>
                <a:gd name="csX0" fmla="*/ 4300 w 4299"/>
                <a:gd name="csY0" fmla="*/ 3822 h 3821"/>
                <a:gd name="csX1" fmla="*/ 4300 w 4299"/>
                <a:gd name="csY1" fmla="*/ 3822 h 3821"/>
                <a:gd name="csX2" fmla="*/ 1911 w 4299"/>
                <a:gd name="csY2" fmla="*/ 1911 h 3821"/>
                <a:gd name="csX3" fmla="*/ 0 w 4299"/>
                <a:gd name="csY3" fmla="*/ 0 h 3821"/>
                <a:gd name="csX4" fmla="*/ 0 w 4299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3821">
                  <a:moveTo>
                    <a:pt x="4300" y="3822"/>
                  </a:moveTo>
                  <a:lnTo>
                    <a:pt x="4300" y="3822"/>
                  </a:lnTo>
                  <a:lnTo>
                    <a:pt x="1911" y="191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0" name="Freeform 3639">
              <a:extLst>
                <a:ext uri="{FF2B5EF4-FFF2-40B4-BE49-F238E27FC236}">
                  <a16:creationId xmlns:a16="http://schemas.microsoft.com/office/drawing/2014/main" id="{7BA1C91F-EF8B-380A-9938-F8796AAC3494}"/>
                </a:ext>
              </a:extLst>
            </p:cNvPr>
            <p:cNvSpPr/>
            <p:nvPr/>
          </p:nvSpPr>
          <p:spPr>
            <a:xfrm>
              <a:off x="3208602" y="3393909"/>
              <a:ext cx="5255" cy="4299"/>
            </a:xfrm>
            <a:custGeom>
              <a:avLst/>
              <a:gdLst>
                <a:gd name="csX0" fmla="*/ 5255 w 5255"/>
                <a:gd name="csY0" fmla="*/ 4300 h 4299"/>
                <a:gd name="csX1" fmla="*/ 4300 w 5255"/>
                <a:gd name="csY1" fmla="*/ 2866 h 4299"/>
                <a:gd name="csX2" fmla="*/ 4300 w 5255"/>
                <a:gd name="csY2" fmla="*/ 2866 h 4299"/>
                <a:gd name="csX3" fmla="*/ 1911 w 5255"/>
                <a:gd name="csY3" fmla="*/ 956 h 4299"/>
                <a:gd name="csX4" fmla="*/ 0 w 5255"/>
                <a:gd name="csY4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5" h="4299">
                  <a:moveTo>
                    <a:pt x="5255" y="4300"/>
                  </a:moveTo>
                  <a:lnTo>
                    <a:pt x="4300" y="2866"/>
                  </a:lnTo>
                  <a:lnTo>
                    <a:pt x="4300" y="2866"/>
                  </a:lnTo>
                  <a:lnTo>
                    <a:pt x="1911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" name="Freeform 3640">
              <a:extLst>
                <a:ext uri="{FF2B5EF4-FFF2-40B4-BE49-F238E27FC236}">
                  <a16:creationId xmlns:a16="http://schemas.microsoft.com/office/drawing/2014/main" id="{18B01925-1332-6BE6-C322-75C5B7F2DD41}"/>
                </a:ext>
              </a:extLst>
            </p:cNvPr>
            <p:cNvSpPr/>
            <p:nvPr/>
          </p:nvSpPr>
          <p:spPr>
            <a:xfrm>
              <a:off x="3218635" y="3403464"/>
              <a:ext cx="1910" cy="3821"/>
            </a:xfrm>
            <a:custGeom>
              <a:avLst/>
              <a:gdLst>
                <a:gd name="csX0" fmla="*/ 1911 w 1910"/>
                <a:gd name="csY0" fmla="*/ 3822 h 3821"/>
                <a:gd name="csX1" fmla="*/ 1433 w 1910"/>
                <a:gd name="csY1" fmla="*/ 2389 h 3821"/>
                <a:gd name="csX2" fmla="*/ 478 w 1910"/>
                <a:gd name="csY2" fmla="*/ 1433 h 3821"/>
                <a:gd name="csX3" fmla="*/ 0 w 1910"/>
                <a:gd name="csY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3821">
                  <a:moveTo>
                    <a:pt x="1911" y="3822"/>
                  </a:moveTo>
                  <a:lnTo>
                    <a:pt x="1433" y="2389"/>
                  </a:lnTo>
                  <a:lnTo>
                    <a:pt x="478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2" name="Freeform 3641">
              <a:extLst>
                <a:ext uri="{FF2B5EF4-FFF2-40B4-BE49-F238E27FC236}">
                  <a16:creationId xmlns:a16="http://schemas.microsoft.com/office/drawing/2014/main" id="{AAF316AD-1666-BABB-1EAA-DAF80EE29432}"/>
                </a:ext>
              </a:extLst>
            </p:cNvPr>
            <p:cNvSpPr/>
            <p:nvPr/>
          </p:nvSpPr>
          <p:spPr>
            <a:xfrm>
              <a:off x="3221979" y="3408719"/>
              <a:ext cx="5255" cy="3344"/>
            </a:xfrm>
            <a:custGeom>
              <a:avLst/>
              <a:gdLst>
                <a:gd name="csX0" fmla="*/ 5255 w 5255"/>
                <a:gd name="csY0" fmla="*/ 3344 h 3344"/>
                <a:gd name="csX1" fmla="*/ 2866 w 5255"/>
                <a:gd name="csY1" fmla="*/ 1911 h 3344"/>
                <a:gd name="csX2" fmla="*/ 0 w 5255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5" h="3344">
                  <a:moveTo>
                    <a:pt x="5255" y="3344"/>
                  </a:moveTo>
                  <a:lnTo>
                    <a:pt x="2866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3" name="Freeform 3642">
              <a:extLst>
                <a:ext uri="{FF2B5EF4-FFF2-40B4-BE49-F238E27FC236}">
                  <a16:creationId xmlns:a16="http://schemas.microsoft.com/office/drawing/2014/main" id="{4B84F9B3-82B4-E0B1-B745-6578B5A4E97A}"/>
                </a:ext>
              </a:extLst>
            </p:cNvPr>
            <p:cNvSpPr/>
            <p:nvPr/>
          </p:nvSpPr>
          <p:spPr>
            <a:xfrm>
              <a:off x="3237744" y="3424484"/>
              <a:ext cx="6210" cy="11465"/>
            </a:xfrm>
            <a:custGeom>
              <a:avLst/>
              <a:gdLst>
                <a:gd name="csX0" fmla="*/ 6210 w 6210"/>
                <a:gd name="csY0" fmla="*/ 11465 h 11465"/>
                <a:gd name="csX1" fmla="*/ 2866 w 6210"/>
                <a:gd name="csY1" fmla="*/ 6210 h 11465"/>
                <a:gd name="csX2" fmla="*/ 0 w 6210"/>
                <a:gd name="csY2" fmla="*/ 2389 h 11465"/>
                <a:gd name="csX3" fmla="*/ 478 w 6210"/>
                <a:gd name="csY3" fmla="*/ 0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10" h="11465">
                  <a:moveTo>
                    <a:pt x="6210" y="11465"/>
                  </a:moveTo>
                  <a:lnTo>
                    <a:pt x="2866" y="6210"/>
                  </a:lnTo>
                  <a:lnTo>
                    <a:pt x="0" y="2389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4" name="Freeform 3643">
              <a:extLst>
                <a:ext uri="{FF2B5EF4-FFF2-40B4-BE49-F238E27FC236}">
                  <a16:creationId xmlns:a16="http://schemas.microsoft.com/office/drawing/2014/main" id="{C4A5437D-3191-933E-CEE5-3CCEB30D87EA}"/>
                </a:ext>
              </a:extLst>
            </p:cNvPr>
            <p:cNvSpPr/>
            <p:nvPr/>
          </p:nvSpPr>
          <p:spPr>
            <a:xfrm>
              <a:off x="3264019" y="3473690"/>
              <a:ext cx="2866" cy="4777"/>
            </a:xfrm>
            <a:custGeom>
              <a:avLst/>
              <a:gdLst>
                <a:gd name="csX0" fmla="*/ 2866 w 2866"/>
                <a:gd name="csY0" fmla="*/ 4777 h 4777"/>
                <a:gd name="csX1" fmla="*/ 0 w 2866"/>
                <a:gd name="csY1" fmla="*/ 3344 h 4777"/>
                <a:gd name="csX2" fmla="*/ 955 w 2866"/>
                <a:gd name="csY2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4777">
                  <a:moveTo>
                    <a:pt x="2866" y="4777"/>
                  </a:moveTo>
                  <a:lnTo>
                    <a:pt x="0" y="3344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5" name="Freeform 3644">
              <a:extLst>
                <a:ext uri="{FF2B5EF4-FFF2-40B4-BE49-F238E27FC236}">
                  <a16:creationId xmlns:a16="http://schemas.microsoft.com/office/drawing/2014/main" id="{BCEC79F1-D5B4-D438-B308-8697913CE399}"/>
                </a:ext>
              </a:extLst>
            </p:cNvPr>
            <p:cNvSpPr/>
            <p:nvPr/>
          </p:nvSpPr>
          <p:spPr>
            <a:xfrm>
              <a:off x="3276440" y="3487067"/>
              <a:ext cx="5255" cy="3344"/>
            </a:xfrm>
            <a:custGeom>
              <a:avLst/>
              <a:gdLst>
                <a:gd name="csX0" fmla="*/ 5255 w 5255"/>
                <a:gd name="csY0" fmla="*/ 3344 h 3344"/>
                <a:gd name="csX1" fmla="*/ 2866 w 5255"/>
                <a:gd name="csY1" fmla="*/ 1911 h 3344"/>
                <a:gd name="csX2" fmla="*/ 0 w 5255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5" h="3344">
                  <a:moveTo>
                    <a:pt x="5255" y="3344"/>
                  </a:moveTo>
                  <a:lnTo>
                    <a:pt x="2866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6" name="Freeform 3645">
              <a:extLst>
                <a:ext uri="{FF2B5EF4-FFF2-40B4-BE49-F238E27FC236}">
                  <a16:creationId xmlns:a16="http://schemas.microsoft.com/office/drawing/2014/main" id="{D99B51DE-1C80-2EC9-A349-D15BB5180ADE}"/>
                </a:ext>
              </a:extLst>
            </p:cNvPr>
            <p:cNvSpPr/>
            <p:nvPr/>
          </p:nvSpPr>
          <p:spPr>
            <a:xfrm>
              <a:off x="3292683" y="3496621"/>
              <a:ext cx="3344" cy="955"/>
            </a:xfrm>
            <a:custGeom>
              <a:avLst/>
              <a:gdLst>
                <a:gd name="csX0" fmla="*/ 3344 w 3344"/>
                <a:gd name="csY0" fmla="*/ 956 h 955"/>
                <a:gd name="csX1" fmla="*/ 3344 w 3344"/>
                <a:gd name="csY1" fmla="*/ 956 h 955"/>
                <a:gd name="csX2" fmla="*/ 0 w 3344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4" h="955">
                  <a:moveTo>
                    <a:pt x="3344" y="956"/>
                  </a:moveTo>
                  <a:lnTo>
                    <a:pt x="3344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7" name="Freeform 3646">
              <a:extLst>
                <a:ext uri="{FF2B5EF4-FFF2-40B4-BE49-F238E27FC236}">
                  <a16:creationId xmlns:a16="http://schemas.microsoft.com/office/drawing/2014/main" id="{59D0E960-517E-6F7E-D39F-D9D11707471C}"/>
                </a:ext>
              </a:extLst>
            </p:cNvPr>
            <p:cNvSpPr/>
            <p:nvPr/>
          </p:nvSpPr>
          <p:spPr>
            <a:xfrm>
              <a:off x="3296982" y="3509042"/>
              <a:ext cx="151917" cy="205901"/>
            </a:xfrm>
            <a:custGeom>
              <a:avLst/>
              <a:gdLst>
                <a:gd name="csX0" fmla="*/ 151918 w 151917"/>
                <a:gd name="csY0" fmla="*/ 205424 h 205901"/>
                <a:gd name="csX1" fmla="*/ 150963 w 151917"/>
                <a:gd name="csY1" fmla="*/ 204468 h 205901"/>
                <a:gd name="csX2" fmla="*/ 149052 w 151917"/>
                <a:gd name="csY2" fmla="*/ 203035 h 205901"/>
                <a:gd name="csX3" fmla="*/ 148096 w 151917"/>
                <a:gd name="csY3" fmla="*/ 203035 h 205901"/>
                <a:gd name="csX4" fmla="*/ 147618 w 151917"/>
                <a:gd name="csY4" fmla="*/ 203513 h 205901"/>
                <a:gd name="csX5" fmla="*/ 147141 w 151917"/>
                <a:gd name="csY5" fmla="*/ 204468 h 205901"/>
                <a:gd name="csX6" fmla="*/ 146663 w 151917"/>
                <a:gd name="csY6" fmla="*/ 205424 h 205901"/>
                <a:gd name="csX7" fmla="*/ 146185 w 151917"/>
                <a:gd name="csY7" fmla="*/ 205901 h 205901"/>
                <a:gd name="csX8" fmla="*/ 146185 w 151917"/>
                <a:gd name="csY8" fmla="*/ 205901 h 205901"/>
                <a:gd name="csX9" fmla="*/ 145707 w 151917"/>
                <a:gd name="csY9" fmla="*/ 205424 h 205901"/>
                <a:gd name="csX10" fmla="*/ 145230 w 151917"/>
                <a:gd name="csY10" fmla="*/ 203991 h 205901"/>
                <a:gd name="csX11" fmla="*/ 145230 w 151917"/>
                <a:gd name="csY11" fmla="*/ 203035 h 205901"/>
                <a:gd name="csX12" fmla="*/ 146185 w 151917"/>
                <a:gd name="csY12" fmla="*/ 202080 h 205901"/>
                <a:gd name="csX13" fmla="*/ 145707 w 151917"/>
                <a:gd name="csY13" fmla="*/ 201602 h 205901"/>
                <a:gd name="csX14" fmla="*/ 144274 w 151917"/>
                <a:gd name="csY14" fmla="*/ 202080 h 205901"/>
                <a:gd name="csX15" fmla="*/ 143797 w 151917"/>
                <a:gd name="csY15" fmla="*/ 201602 h 205901"/>
                <a:gd name="csX16" fmla="*/ 143797 w 151917"/>
                <a:gd name="csY16" fmla="*/ 201124 h 205901"/>
                <a:gd name="csX17" fmla="*/ 143797 w 151917"/>
                <a:gd name="csY17" fmla="*/ 199213 h 205901"/>
                <a:gd name="csX18" fmla="*/ 142841 w 151917"/>
                <a:gd name="csY18" fmla="*/ 198258 h 205901"/>
                <a:gd name="csX19" fmla="*/ 143797 w 151917"/>
                <a:gd name="csY19" fmla="*/ 197780 h 205901"/>
                <a:gd name="csX20" fmla="*/ 146185 w 151917"/>
                <a:gd name="csY20" fmla="*/ 197302 h 205901"/>
                <a:gd name="csX21" fmla="*/ 148574 w 151917"/>
                <a:gd name="csY21" fmla="*/ 197302 h 205901"/>
                <a:gd name="csX22" fmla="*/ 149052 w 151917"/>
                <a:gd name="csY22" fmla="*/ 196347 h 205901"/>
                <a:gd name="csX23" fmla="*/ 150007 w 151917"/>
                <a:gd name="csY23" fmla="*/ 194436 h 205901"/>
                <a:gd name="csX24" fmla="*/ 148096 w 151917"/>
                <a:gd name="csY24" fmla="*/ 196347 h 205901"/>
                <a:gd name="csX25" fmla="*/ 147141 w 151917"/>
                <a:gd name="csY25" fmla="*/ 196347 h 205901"/>
                <a:gd name="csX26" fmla="*/ 144274 w 151917"/>
                <a:gd name="csY26" fmla="*/ 195869 h 205901"/>
                <a:gd name="csX27" fmla="*/ 141886 w 151917"/>
                <a:gd name="csY27" fmla="*/ 195869 h 205901"/>
                <a:gd name="csX28" fmla="*/ 141886 w 151917"/>
                <a:gd name="csY28" fmla="*/ 195391 h 205901"/>
                <a:gd name="csX29" fmla="*/ 141886 w 151917"/>
                <a:gd name="csY29" fmla="*/ 194914 h 205901"/>
                <a:gd name="csX30" fmla="*/ 142363 w 151917"/>
                <a:gd name="csY30" fmla="*/ 194436 h 205901"/>
                <a:gd name="csX31" fmla="*/ 142363 w 151917"/>
                <a:gd name="csY31" fmla="*/ 193003 h 205901"/>
                <a:gd name="csX32" fmla="*/ 143319 w 151917"/>
                <a:gd name="csY32" fmla="*/ 188703 h 205901"/>
                <a:gd name="csX33" fmla="*/ 143797 w 151917"/>
                <a:gd name="csY33" fmla="*/ 187270 h 205901"/>
                <a:gd name="csX34" fmla="*/ 143797 w 151917"/>
                <a:gd name="csY34" fmla="*/ 186792 h 205901"/>
                <a:gd name="csX35" fmla="*/ 143797 w 151917"/>
                <a:gd name="csY35" fmla="*/ 186314 h 205901"/>
                <a:gd name="csX36" fmla="*/ 140930 w 151917"/>
                <a:gd name="csY36" fmla="*/ 189181 h 205901"/>
                <a:gd name="csX37" fmla="*/ 140930 w 151917"/>
                <a:gd name="csY37" fmla="*/ 190136 h 205901"/>
                <a:gd name="csX38" fmla="*/ 140930 w 151917"/>
                <a:gd name="csY38" fmla="*/ 191092 h 205901"/>
                <a:gd name="csX39" fmla="*/ 140930 w 151917"/>
                <a:gd name="csY39" fmla="*/ 192525 h 205901"/>
                <a:gd name="csX40" fmla="*/ 139497 w 151917"/>
                <a:gd name="csY40" fmla="*/ 193003 h 205901"/>
                <a:gd name="csX41" fmla="*/ 139019 w 151917"/>
                <a:gd name="csY41" fmla="*/ 193003 h 205901"/>
                <a:gd name="csX42" fmla="*/ 137586 w 151917"/>
                <a:gd name="csY42" fmla="*/ 193958 h 205901"/>
                <a:gd name="csX43" fmla="*/ 137108 w 151917"/>
                <a:gd name="csY43" fmla="*/ 194436 h 205901"/>
                <a:gd name="csX44" fmla="*/ 130420 w 151917"/>
                <a:gd name="csY44" fmla="*/ 192047 h 205901"/>
                <a:gd name="csX45" fmla="*/ 129942 w 151917"/>
                <a:gd name="csY45" fmla="*/ 191570 h 205901"/>
                <a:gd name="csX46" fmla="*/ 128509 w 151917"/>
                <a:gd name="csY46" fmla="*/ 190614 h 205901"/>
                <a:gd name="csX47" fmla="*/ 127076 w 151917"/>
                <a:gd name="csY47" fmla="*/ 188703 h 205901"/>
                <a:gd name="csX48" fmla="*/ 126598 w 151917"/>
                <a:gd name="csY48" fmla="*/ 186792 h 205901"/>
                <a:gd name="csX49" fmla="*/ 127076 w 151917"/>
                <a:gd name="csY49" fmla="*/ 185359 h 205901"/>
                <a:gd name="csX50" fmla="*/ 128031 w 151917"/>
                <a:gd name="csY50" fmla="*/ 184881 h 205901"/>
                <a:gd name="csX51" fmla="*/ 128509 w 151917"/>
                <a:gd name="csY51" fmla="*/ 184881 h 205901"/>
                <a:gd name="csX52" fmla="*/ 128987 w 151917"/>
                <a:gd name="csY52" fmla="*/ 185359 h 205901"/>
                <a:gd name="csX53" fmla="*/ 130898 w 151917"/>
                <a:gd name="csY53" fmla="*/ 187748 h 205901"/>
                <a:gd name="csX54" fmla="*/ 131376 w 151917"/>
                <a:gd name="csY54" fmla="*/ 189181 h 205901"/>
                <a:gd name="csX55" fmla="*/ 132809 w 151917"/>
                <a:gd name="csY55" fmla="*/ 188703 h 205901"/>
                <a:gd name="csX56" fmla="*/ 135197 w 151917"/>
                <a:gd name="csY56" fmla="*/ 187270 h 205901"/>
                <a:gd name="csX57" fmla="*/ 136153 w 151917"/>
                <a:gd name="csY57" fmla="*/ 186314 h 205901"/>
                <a:gd name="csX58" fmla="*/ 133286 w 151917"/>
                <a:gd name="csY58" fmla="*/ 187270 h 205901"/>
                <a:gd name="csX59" fmla="*/ 132331 w 151917"/>
                <a:gd name="csY59" fmla="*/ 186792 h 205901"/>
                <a:gd name="csX60" fmla="*/ 131376 w 151917"/>
                <a:gd name="csY60" fmla="*/ 186314 h 205901"/>
                <a:gd name="csX61" fmla="*/ 129942 w 151917"/>
                <a:gd name="csY61" fmla="*/ 184881 h 205901"/>
                <a:gd name="csX62" fmla="*/ 129465 w 151917"/>
                <a:gd name="csY62" fmla="*/ 182970 h 205901"/>
                <a:gd name="csX63" fmla="*/ 129465 w 151917"/>
                <a:gd name="csY63" fmla="*/ 178193 h 205901"/>
                <a:gd name="csX64" fmla="*/ 129942 w 151917"/>
                <a:gd name="csY64" fmla="*/ 176760 h 205901"/>
                <a:gd name="csX65" fmla="*/ 131376 w 151917"/>
                <a:gd name="csY65" fmla="*/ 176282 h 205901"/>
                <a:gd name="csX66" fmla="*/ 131853 w 151917"/>
                <a:gd name="csY66" fmla="*/ 174849 h 205901"/>
                <a:gd name="csX67" fmla="*/ 131853 w 151917"/>
                <a:gd name="csY67" fmla="*/ 174371 h 205901"/>
                <a:gd name="csX68" fmla="*/ 130898 w 151917"/>
                <a:gd name="csY68" fmla="*/ 173416 h 205901"/>
                <a:gd name="csX69" fmla="*/ 129942 w 151917"/>
                <a:gd name="csY69" fmla="*/ 172460 h 205901"/>
                <a:gd name="csX70" fmla="*/ 128987 w 151917"/>
                <a:gd name="csY70" fmla="*/ 171983 h 205901"/>
                <a:gd name="csX71" fmla="*/ 128987 w 151917"/>
                <a:gd name="csY71" fmla="*/ 172460 h 205901"/>
                <a:gd name="csX72" fmla="*/ 130420 w 151917"/>
                <a:gd name="csY72" fmla="*/ 174371 h 205901"/>
                <a:gd name="csX73" fmla="*/ 130420 w 151917"/>
                <a:gd name="csY73" fmla="*/ 175327 h 205901"/>
                <a:gd name="csX74" fmla="*/ 128509 w 151917"/>
                <a:gd name="csY74" fmla="*/ 177715 h 205901"/>
                <a:gd name="csX75" fmla="*/ 128031 w 151917"/>
                <a:gd name="csY75" fmla="*/ 178193 h 205901"/>
                <a:gd name="csX76" fmla="*/ 128031 w 151917"/>
                <a:gd name="csY76" fmla="*/ 180582 h 205901"/>
                <a:gd name="csX77" fmla="*/ 128031 w 151917"/>
                <a:gd name="csY77" fmla="*/ 181059 h 205901"/>
                <a:gd name="csX78" fmla="*/ 126598 w 151917"/>
                <a:gd name="csY78" fmla="*/ 181537 h 205901"/>
                <a:gd name="csX79" fmla="*/ 124687 w 151917"/>
                <a:gd name="csY79" fmla="*/ 183448 h 205901"/>
                <a:gd name="csX80" fmla="*/ 122299 w 151917"/>
                <a:gd name="csY80" fmla="*/ 183926 h 205901"/>
                <a:gd name="csX81" fmla="*/ 119432 w 151917"/>
                <a:gd name="csY81" fmla="*/ 183448 h 205901"/>
                <a:gd name="csX82" fmla="*/ 117999 w 151917"/>
                <a:gd name="csY82" fmla="*/ 182970 h 205901"/>
                <a:gd name="csX83" fmla="*/ 113700 w 151917"/>
                <a:gd name="csY83" fmla="*/ 178671 h 205901"/>
                <a:gd name="csX84" fmla="*/ 112266 w 151917"/>
                <a:gd name="csY84" fmla="*/ 176760 h 205901"/>
                <a:gd name="csX85" fmla="*/ 112266 w 151917"/>
                <a:gd name="csY85" fmla="*/ 175327 h 205901"/>
                <a:gd name="csX86" fmla="*/ 108922 w 151917"/>
                <a:gd name="csY86" fmla="*/ 170072 h 205901"/>
                <a:gd name="csX87" fmla="*/ 108922 w 151917"/>
                <a:gd name="csY87" fmla="*/ 169116 h 205901"/>
                <a:gd name="csX88" fmla="*/ 107967 w 151917"/>
                <a:gd name="csY88" fmla="*/ 167205 h 205901"/>
                <a:gd name="csX89" fmla="*/ 107011 w 151917"/>
                <a:gd name="csY89" fmla="*/ 167205 h 205901"/>
                <a:gd name="csX90" fmla="*/ 106534 w 151917"/>
                <a:gd name="csY90" fmla="*/ 165294 h 205901"/>
                <a:gd name="csX91" fmla="*/ 108922 w 151917"/>
                <a:gd name="csY91" fmla="*/ 161950 h 205901"/>
                <a:gd name="csX92" fmla="*/ 110356 w 151917"/>
                <a:gd name="csY92" fmla="*/ 159562 h 205901"/>
                <a:gd name="csX93" fmla="*/ 110833 w 151917"/>
                <a:gd name="csY93" fmla="*/ 158606 h 205901"/>
                <a:gd name="csX94" fmla="*/ 110833 w 151917"/>
                <a:gd name="csY94" fmla="*/ 157173 h 205901"/>
                <a:gd name="csX95" fmla="*/ 110356 w 151917"/>
                <a:gd name="csY95" fmla="*/ 153829 h 205901"/>
                <a:gd name="csX96" fmla="*/ 110356 w 151917"/>
                <a:gd name="csY96" fmla="*/ 152396 h 205901"/>
                <a:gd name="csX97" fmla="*/ 108922 w 151917"/>
                <a:gd name="csY97" fmla="*/ 154307 h 205901"/>
                <a:gd name="csX98" fmla="*/ 108922 w 151917"/>
                <a:gd name="csY98" fmla="*/ 155740 h 205901"/>
                <a:gd name="csX99" fmla="*/ 109400 w 151917"/>
                <a:gd name="csY99" fmla="*/ 157173 h 205901"/>
                <a:gd name="csX100" fmla="*/ 108922 w 151917"/>
                <a:gd name="csY100" fmla="*/ 158606 h 205901"/>
                <a:gd name="csX101" fmla="*/ 107967 w 151917"/>
                <a:gd name="csY101" fmla="*/ 160517 h 205901"/>
                <a:gd name="csX102" fmla="*/ 106534 w 151917"/>
                <a:gd name="csY102" fmla="*/ 162906 h 205901"/>
                <a:gd name="csX103" fmla="*/ 103667 w 151917"/>
                <a:gd name="csY103" fmla="*/ 163861 h 205901"/>
                <a:gd name="csX104" fmla="*/ 98412 w 151917"/>
                <a:gd name="csY104" fmla="*/ 163384 h 205901"/>
                <a:gd name="csX105" fmla="*/ 97935 w 151917"/>
                <a:gd name="csY105" fmla="*/ 162906 h 205901"/>
                <a:gd name="csX106" fmla="*/ 97457 w 151917"/>
                <a:gd name="csY106" fmla="*/ 162428 h 205901"/>
                <a:gd name="csX107" fmla="*/ 96979 w 151917"/>
                <a:gd name="csY107" fmla="*/ 159084 h 205901"/>
                <a:gd name="csX108" fmla="*/ 96979 w 151917"/>
                <a:gd name="csY108" fmla="*/ 159562 h 205901"/>
                <a:gd name="csX109" fmla="*/ 96024 w 151917"/>
                <a:gd name="csY109" fmla="*/ 160995 h 205901"/>
                <a:gd name="csX110" fmla="*/ 95546 w 151917"/>
                <a:gd name="csY110" fmla="*/ 163384 h 205901"/>
                <a:gd name="csX111" fmla="*/ 95068 w 151917"/>
                <a:gd name="csY111" fmla="*/ 164339 h 205901"/>
                <a:gd name="csX112" fmla="*/ 94113 w 151917"/>
                <a:gd name="csY112" fmla="*/ 164339 h 205901"/>
                <a:gd name="csX113" fmla="*/ 93157 w 151917"/>
                <a:gd name="csY113" fmla="*/ 163861 h 205901"/>
                <a:gd name="csX114" fmla="*/ 92679 w 151917"/>
                <a:gd name="csY114" fmla="*/ 162906 h 205901"/>
                <a:gd name="csX115" fmla="*/ 91246 w 151917"/>
                <a:gd name="csY115" fmla="*/ 162906 h 205901"/>
                <a:gd name="csX116" fmla="*/ 88858 w 151917"/>
                <a:gd name="csY116" fmla="*/ 163384 h 205901"/>
                <a:gd name="csX117" fmla="*/ 87424 w 151917"/>
                <a:gd name="csY117" fmla="*/ 163384 h 205901"/>
                <a:gd name="csX118" fmla="*/ 85991 w 151917"/>
                <a:gd name="csY118" fmla="*/ 163384 h 205901"/>
                <a:gd name="csX119" fmla="*/ 83125 w 151917"/>
                <a:gd name="csY119" fmla="*/ 162428 h 205901"/>
                <a:gd name="csX120" fmla="*/ 79781 w 151917"/>
                <a:gd name="csY120" fmla="*/ 162428 h 205901"/>
                <a:gd name="csX121" fmla="*/ 79303 w 151917"/>
                <a:gd name="csY121" fmla="*/ 161950 h 205901"/>
                <a:gd name="csX122" fmla="*/ 79303 w 151917"/>
                <a:gd name="csY122" fmla="*/ 160517 h 205901"/>
                <a:gd name="csX123" fmla="*/ 79781 w 151917"/>
                <a:gd name="csY123" fmla="*/ 160039 h 205901"/>
                <a:gd name="csX124" fmla="*/ 83125 w 151917"/>
                <a:gd name="csY124" fmla="*/ 159562 h 205901"/>
                <a:gd name="csX125" fmla="*/ 86469 w 151917"/>
                <a:gd name="csY125" fmla="*/ 158606 h 205901"/>
                <a:gd name="csX126" fmla="*/ 90291 w 151917"/>
                <a:gd name="csY126" fmla="*/ 158128 h 205901"/>
                <a:gd name="csX127" fmla="*/ 89813 w 151917"/>
                <a:gd name="csY127" fmla="*/ 157173 h 205901"/>
                <a:gd name="csX128" fmla="*/ 88380 w 151917"/>
                <a:gd name="csY128" fmla="*/ 157173 h 205901"/>
                <a:gd name="csX129" fmla="*/ 80736 w 151917"/>
                <a:gd name="csY129" fmla="*/ 158606 h 205901"/>
                <a:gd name="csX130" fmla="*/ 78348 w 151917"/>
                <a:gd name="csY130" fmla="*/ 158128 h 205901"/>
                <a:gd name="csX131" fmla="*/ 77870 w 151917"/>
                <a:gd name="csY131" fmla="*/ 158128 h 205901"/>
                <a:gd name="csX132" fmla="*/ 77870 w 151917"/>
                <a:gd name="csY132" fmla="*/ 156695 h 205901"/>
                <a:gd name="csX133" fmla="*/ 78825 w 151917"/>
                <a:gd name="csY133" fmla="*/ 155740 h 205901"/>
                <a:gd name="csX134" fmla="*/ 80258 w 151917"/>
                <a:gd name="csY134" fmla="*/ 154307 h 205901"/>
                <a:gd name="csX135" fmla="*/ 80736 w 151917"/>
                <a:gd name="csY135" fmla="*/ 153829 h 205901"/>
                <a:gd name="csX136" fmla="*/ 79781 w 151917"/>
                <a:gd name="csY136" fmla="*/ 153351 h 205901"/>
                <a:gd name="csX137" fmla="*/ 78348 w 151917"/>
                <a:gd name="csY137" fmla="*/ 153351 h 205901"/>
                <a:gd name="csX138" fmla="*/ 77392 w 151917"/>
                <a:gd name="csY138" fmla="*/ 152873 h 205901"/>
                <a:gd name="csX139" fmla="*/ 78348 w 151917"/>
                <a:gd name="csY139" fmla="*/ 150007 h 205901"/>
                <a:gd name="csX140" fmla="*/ 77870 w 151917"/>
                <a:gd name="csY140" fmla="*/ 147141 h 205901"/>
                <a:gd name="csX141" fmla="*/ 76914 w 151917"/>
                <a:gd name="csY141" fmla="*/ 150007 h 205901"/>
                <a:gd name="csX142" fmla="*/ 75481 w 151917"/>
                <a:gd name="csY142" fmla="*/ 151440 h 205901"/>
                <a:gd name="csX143" fmla="*/ 68793 w 151917"/>
                <a:gd name="csY143" fmla="*/ 151918 h 205901"/>
                <a:gd name="csX144" fmla="*/ 67837 w 151917"/>
                <a:gd name="csY144" fmla="*/ 152873 h 205901"/>
                <a:gd name="csX145" fmla="*/ 66882 w 151917"/>
                <a:gd name="csY145" fmla="*/ 152873 h 205901"/>
                <a:gd name="csX146" fmla="*/ 63060 w 151917"/>
                <a:gd name="csY146" fmla="*/ 151440 h 205901"/>
                <a:gd name="csX147" fmla="*/ 61149 w 151917"/>
                <a:gd name="csY147" fmla="*/ 150485 h 205901"/>
                <a:gd name="csX148" fmla="*/ 59238 w 151917"/>
                <a:gd name="csY148" fmla="*/ 149052 h 205901"/>
                <a:gd name="csX149" fmla="*/ 56372 w 151917"/>
                <a:gd name="csY149" fmla="*/ 146185 h 205901"/>
                <a:gd name="csX150" fmla="*/ 53983 w 151917"/>
                <a:gd name="csY150" fmla="*/ 144752 h 205901"/>
                <a:gd name="csX151" fmla="*/ 53983 w 151917"/>
                <a:gd name="csY151" fmla="*/ 141408 h 205901"/>
                <a:gd name="csX152" fmla="*/ 54461 w 151917"/>
                <a:gd name="csY152" fmla="*/ 139019 h 205901"/>
                <a:gd name="csX153" fmla="*/ 55417 w 151917"/>
                <a:gd name="csY153" fmla="*/ 136631 h 205901"/>
                <a:gd name="csX154" fmla="*/ 59716 w 151917"/>
                <a:gd name="csY154" fmla="*/ 131376 h 205901"/>
                <a:gd name="csX155" fmla="*/ 61149 w 151917"/>
                <a:gd name="csY155" fmla="*/ 130420 h 205901"/>
                <a:gd name="csX156" fmla="*/ 62583 w 151917"/>
                <a:gd name="csY156" fmla="*/ 129942 h 205901"/>
                <a:gd name="csX157" fmla="*/ 68793 w 151917"/>
                <a:gd name="csY157" fmla="*/ 129465 h 205901"/>
                <a:gd name="csX158" fmla="*/ 73570 w 151917"/>
                <a:gd name="csY158" fmla="*/ 128987 h 205901"/>
                <a:gd name="csX159" fmla="*/ 74526 w 151917"/>
                <a:gd name="csY159" fmla="*/ 128509 h 205901"/>
                <a:gd name="csX160" fmla="*/ 67360 w 151917"/>
                <a:gd name="csY160" fmla="*/ 128032 h 205901"/>
                <a:gd name="csX161" fmla="*/ 61627 w 151917"/>
                <a:gd name="csY161" fmla="*/ 128509 h 205901"/>
                <a:gd name="csX162" fmla="*/ 59238 w 151917"/>
                <a:gd name="csY162" fmla="*/ 128987 h 205901"/>
                <a:gd name="csX163" fmla="*/ 56850 w 151917"/>
                <a:gd name="csY163" fmla="*/ 132809 h 205901"/>
                <a:gd name="csX164" fmla="*/ 55894 w 151917"/>
                <a:gd name="csY164" fmla="*/ 134242 h 205901"/>
                <a:gd name="csX165" fmla="*/ 55417 w 151917"/>
                <a:gd name="csY165" fmla="*/ 135198 h 205901"/>
                <a:gd name="csX166" fmla="*/ 54939 w 151917"/>
                <a:gd name="csY166" fmla="*/ 135198 h 205901"/>
                <a:gd name="csX167" fmla="*/ 53983 w 151917"/>
                <a:gd name="csY167" fmla="*/ 134720 h 205901"/>
                <a:gd name="csX168" fmla="*/ 53506 w 151917"/>
                <a:gd name="csY168" fmla="*/ 134242 h 205901"/>
                <a:gd name="csX169" fmla="*/ 53506 w 151917"/>
                <a:gd name="csY169" fmla="*/ 133286 h 205901"/>
                <a:gd name="csX170" fmla="*/ 52072 w 151917"/>
                <a:gd name="csY170" fmla="*/ 131376 h 205901"/>
                <a:gd name="csX171" fmla="*/ 51117 w 151917"/>
                <a:gd name="csY171" fmla="*/ 129465 h 205901"/>
                <a:gd name="csX172" fmla="*/ 51117 w 151917"/>
                <a:gd name="csY172" fmla="*/ 126598 h 205901"/>
                <a:gd name="csX173" fmla="*/ 51117 w 151917"/>
                <a:gd name="csY173" fmla="*/ 125165 h 205901"/>
                <a:gd name="csX174" fmla="*/ 51595 w 151917"/>
                <a:gd name="csY174" fmla="*/ 123254 h 205901"/>
                <a:gd name="csX175" fmla="*/ 53983 w 151917"/>
                <a:gd name="csY175" fmla="*/ 119910 h 205901"/>
                <a:gd name="csX176" fmla="*/ 51117 w 151917"/>
                <a:gd name="csY176" fmla="*/ 119910 h 205901"/>
                <a:gd name="csX177" fmla="*/ 51595 w 151917"/>
                <a:gd name="csY177" fmla="*/ 117044 h 205901"/>
                <a:gd name="csX178" fmla="*/ 52550 w 151917"/>
                <a:gd name="csY178" fmla="*/ 114177 h 205901"/>
                <a:gd name="csX179" fmla="*/ 54939 w 151917"/>
                <a:gd name="csY179" fmla="*/ 112266 h 205901"/>
                <a:gd name="csX180" fmla="*/ 57328 w 151917"/>
                <a:gd name="csY180" fmla="*/ 110833 h 205901"/>
                <a:gd name="csX181" fmla="*/ 59716 w 151917"/>
                <a:gd name="csY181" fmla="*/ 109400 h 205901"/>
                <a:gd name="csX182" fmla="*/ 63538 w 151917"/>
                <a:gd name="csY182" fmla="*/ 107967 h 205901"/>
                <a:gd name="csX183" fmla="*/ 64493 w 151917"/>
                <a:gd name="csY183" fmla="*/ 110356 h 205901"/>
                <a:gd name="csX184" fmla="*/ 67837 w 151917"/>
                <a:gd name="csY184" fmla="*/ 111311 h 205901"/>
                <a:gd name="csX185" fmla="*/ 68793 w 151917"/>
                <a:gd name="csY185" fmla="*/ 112266 h 205901"/>
                <a:gd name="csX186" fmla="*/ 70226 w 151917"/>
                <a:gd name="csY186" fmla="*/ 114177 h 205901"/>
                <a:gd name="csX187" fmla="*/ 71659 w 151917"/>
                <a:gd name="csY187" fmla="*/ 116088 h 205901"/>
                <a:gd name="csX188" fmla="*/ 73570 w 151917"/>
                <a:gd name="csY188" fmla="*/ 117999 h 205901"/>
                <a:gd name="csX189" fmla="*/ 74048 w 151917"/>
                <a:gd name="csY189" fmla="*/ 117999 h 205901"/>
                <a:gd name="csX190" fmla="*/ 73093 w 151917"/>
                <a:gd name="csY190" fmla="*/ 116566 h 205901"/>
                <a:gd name="csX191" fmla="*/ 70226 w 151917"/>
                <a:gd name="csY191" fmla="*/ 113222 h 205901"/>
                <a:gd name="csX192" fmla="*/ 70226 w 151917"/>
                <a:gd name="csY192" fmla="*/ 111789 h 205901"/>
                <a:gd name="csX193" fmla="*/ 69271 w 151917"/>
                <a:gd name="csY193" fmla="*/ 110833 h 205901"/>
                <a:gd name="csX194" fmla="*/ 65449 w 151917"/>
                <a:gd name="csY194" fmla="*/ 108922 h 205901"/>
                <a:gd name="csX195" fmla="*/ 64971 w 151917"/>
                <a:gd name="csY195" fmla="*/ 107967 h 205901"/>
                <a:gd name="csX196" fmla="*/ 64493 w 151917"/>
                <a:gd name="csY196" fmla="*/ 106056 h 205901"/>
                <a:gd name="csX197" fmla="*/ 64016 w 151917"/>
                <a:gd name="csY197" fmla="*/ 105100 h 205901"/>
                <a:gd name="csX198" fmla="*/ 64493 w 151917"/>
                <a:gd name="csY198" fmla="*/ 103667 h 205901"/>
                <a:gd name="csX199" fmla="*/ 68315 w 151917"/>
                <a:gd name="csY199" fmla="*/ 100323 h 205901"/>
                <a:gd name="csX200" fmla="*/ 69271 w 151917"/>
                <a:gd name="csY200" fmla="*/ 98412 h 205901"/>
                <a:gd name="csX201" fmla="*/ 69271 w 151917"/>
                <a:gd name="csY201" fmla="*/ 97457 h 205901"/>
                <a:gd name="csX202" fmla="*/ 68793 w 151917"/>
                <a:gd name="csY202" fmla="*/ 96501 h 205901"/>
                <a:gd name="csX203" fmla="*/ 67837 w 151917"/>
                <a:gd name="csY203" fmla="*/ 94591 h 205901"/>
                <a:gd name="csX204" fmla="*/ 67837 w 151917"/>
                <a:gd name="csY204" fmla="*/ 94591 h 205901"/>
                <a:gd name="csX205" fmla="*/ 67837 w 151917"/>
                <a:gd name="csY205" fmla="*/ 97457 h 205901"/>
                <a:gd name="csX206" fmla="*/ 67837 w 151917"/>
                <a:gd name="csY206" fmla="*/ 98412 h 205901"/>
                <a:gd name="csX207" fmla="*/ 67360 w 151917"/>
                <a:gd name="csY207" fmla="*/ 99368 h 205901"/>
                <a:gd name="csX208" fmla="*/ 66882 w 151917"/>
                <a:gd name="csY208" fmla="*/ 100323 h 205901"/>
                <a:gd name="csX209" fmla="*/ 65927 w 151917"/>
                <a:gd name="csY209" fmla="*/ 100801 h 205901"/>
                <a:gd name="csX210" fmla="*/ 57805 w 151917"/>
                <a:gd name="csY210" fmla="*/ 108922 h 205901"/>
                <a:gd name="csX211" fmla="*/ 57328 w 151917"/>
                <a:gd name="csY211" fmla="*/ 109400 h 205901"/>
                <a:gd name="csX212" fmla="*/ 53983 w 151917"/>
                <a:gd name="csY212" fmla="*/ 110356 h 205901"/>
                <a:gd name="csX213" fmla="*/ 52550 w 151917"/>
                <a:gd name="csY213" fmla="*/ 111311 h 205901"/>
                <a:gd name="csX214" fmla="*/ 51595 w 151917"/>
                <a:gd name="csY214" fmla="*/ 112266 h 205901"/>
                <a:gd name="csX215" fmla="*/ 50162 w 151917"/>
                <a:gd name="csY215" fmla="*/ 115133 h 205901"/>
                <a:gd name="csX216" fmla="*/ 48251 w 151917"/>
                <a:gd name="csY216" fmla="*/ 121343 h 205901"/>
                <a:gd name="csX217" fmla="*/ 46340 w 151917"/>
                <a:gd name="csY217" fmla="*/ 126121 h 205901"/>
                <a:gd name="csX218" fmla="*/ 44429 w 151917"/>
                <a:gd name="csY218" fmla="*/ 119910 h 205901"/>
                <a:gd name="csX219" fmla="*/ 41085 w 151917"/>
                <a:gd name="csY219" fmla="*/ 115133 h 205901"/>
                <a:gd name="csX220" fmla="*/ 47773 w 151917"/>
                <a:gd name="csY220" fmla="*/ 110356 h 205901"/>
                <a:gd name="csX221" fmla="*/ 47773 w 151917"/>
                <a:gd name="csY221" fmla="*/ 109400 h 205901"/>
                <a:gd name="csX222" fmla="*/ 47295 w 151917"/>
                <a:gd name="csY222" fmla="*/ 107011 h 205901"/>
                <a:gd name="csX223" fmla="*/ 47295 w 151917"/>
                <a:gd name="csY223" fmla="*/ 106534 h 205901"/>
                <a:gd name="csX224" fmla="*/ 47773 w 151917"/>
                <a:gd name="csY224" fmla="*/ 105100 h 205901"/>
                <a:gd name="csX225" fmla="*/ 49684 w 151917"/>
                <a:gd name="csY225" fmla="*/ 103667 h 205901"/>
                <a:gd name="csX226" fmla="*/ 49684 w 151917"/>
                <a:gd name="csY226" fmla="*/ 103667 h 205901"/>
                <a:gd name="csX227" fmla="*/ 47773 w 151917"/>
                <a:gd name="csY227" fmla="*/ 104145 h 205901"/>
                <a:gd name="csX228" fmla="*/ 44907 w 151917"/>
                <a:gd name="csY228" fmla="*/ 107489 h 205901"/>
                <a:gd name="csX229" fmla="*/ 43473 w 151917"/>
                <a:gd name="csY229" fmla="*/ 108922 h 205901"/>
                <a:gd name="csX230" fmla="*/ 42996 w 151917"/>
                <a:gd name="csY230" fmla="*/ 108922 h 205901"/>
                <a:gd name="csX231" fmla="*/ 42996 w 151917"/>
                <a:gd name="csY231" fmla="*/ 107011 h 205901"/>
                <a:gd name="csX232" fmla="*/ 44429 w 151917"/>
                <a:gd name="csY232" fmla="*/ 101279 h 205901"/>
                <a:gd name="csX233" fmla="*/ 45862 w 151917"/>
                <a:gd name="csY233" fmla="*/ 96024 h 205901"/>
                <a:gd name="csX234" fmla="*/ 46340 w 151917"/>
                <a:gd name="csY234" fmla="*/ 94113 h 205901"/>
                <a:gd name="csX235" fmla="*/ 47295 w 151917"/>
                <a:gd name="csY235" fmla="*/ 92679 h 205901"/>
                <a:gd name="csX236" fmla="*/ 46340 w 151917"/>
                <a:gd name="csY236" fmla="*/ 92679 h 205901"/>
                <a:gd name="csX237" fmla="*/ 41085 w 151917"/>
                <a:gd name="csY237" fmla="*/ 95068 h 205901"/>
                <a:gd name="csX238" fmla="*/ 39174 w 151917"/>
                <a:gd name="csY238" fmla="*/ 93635 h 205901"/>
                <a:gd name="csX239" fmla="*/ 38218 w 151917"/>
                <a:gd name="csY239" fmla="*/ 85514 h 205901"/>
                <a:gd name="csX240" fmla="*/ 35352 w 151917"/>
                <a:gd name="csY240" fmla="*/ 82647 h 205901"/>
                <a:gd name="csX241" fmla="*/ 31052 w 151917"/>
                <a:gd name="csY241" fmla="*/ 80259 h 205901"/>
                <a:gd name="csX242" fmla="*/ 26753 w 151917"/>
                <a:gd name="csY242" fmla="*/ 78825 h 205901"/>
                <a:gd name="csX243" fmla="*/ 25797 w 151917"/>
                <a:gd name="csY243" fmla="*/ 76437 h 205901"/>
                <a:gd name="csX244" fmla="*/ 25320 w 151917"/>
                <a:gd name="csY244" fmla="*/ 73570 h 205901"/>
                <a:gd name="csX245" fmla="*/ 26275 w 151917"/>
                <a:gd name="csY245" fmla="*/ 70704 h 205901"/>
                <a:gd name="csX246" fmla="*/ 28186 w 151917"/>
                <a:gd name="csY246" fmla="*/ 68793 h 205901"/>
                <a:gd name="csX247" fmla="*/ 29619 w 151917"/>
                <a:gd name="csY247" fmla="*/ 68315 h 205901"/>
                <a:gd name="csX248" fmla="*/ 31530 w 151917"/>
                <a:gd name="csY248" fmla="*/ 68315 h 205901"/>
                <a:gd name="csX249" fmla="*/ 31530 w 151917"/>
                <a:gd name="csY249" fmla="*/ 69749 h 205901"/>
                <a:gd name="csX250" fmla="*/ 30575 w 151917"/>
                <a:gd name="csY250" fmla="*/ 73093 h 205901"/>
                <a:gd name="csX251" fmla="*/ 32008 w 151917"/>
                <a:gd name="csY251" fmla="*/ 73093 h 205901"/>
                <a:gd name="csX252" fmla="*/ 37741 w 151917"/>
                <a:gd name="csY252" fmla="*/ 77392 h 205901"/>
                <a:gd name="csX253" fmla="*/ 38696 w 151917"/>
                <a:gd name="csY253" fmla="*/ 77392 h 205901"/>
                <a:gd name="csX254" fmla="*/ 41085 w 151917"/>
                <a:gd name="csY254" fmla="*/ 75959 h 205901"/>
                <a:gd name="csX255" fmla="*/ 42518 w 151917"/>
                <a:gd name="csY255" fmla="*/ 75959 h 205901"/>
                <a:gd name="csX256" fmla="*/ 45862 w 151917"/>
                <a:gd name="csY256" fmla="*/ 77392 h 205901"/>
                <a:gd name="csX257" fmla="*/ 46817 w 151917"/>
                <a:gd name="csY257" fmla="*/ 78825 h 205901"/>
                <a:gd name="csX258" fmla="*/ 49684 w 151917"/>
                <a:gd name="csY258" fmla="*/ 81692 h 205901"/>
                <a:gd name="csX259" fmla="*/ 49206 w 151917"/>
                <a:gd name="csY259" fmla="*/ 79781 h 205901"/>
                <a:gd name="csX260" fmla="*/ 45862 w 151917"/>
                <a:gd name="csY260" fmla="*/ 76437 h 205901"/>
                <a:gd name="csX261" fmla="*/ 44429 w 151917"/>
                <a:gd name="csY261" fmla="*/ 75481 h 205901"/>
                <a:gd name="csX262" fmla="*/ 41085 w 151917"/>
                <a:gd name="csY262" fmla="*/ 75004 h 205901"/>
                <a:gd name="csX263" fmla="*/ 39174 w 151917"/>
                <a:gd name="csY263" fmla="*/ 75481 h 205901"/>
                <a:gd name="csX264" fmla="*/ 38218 w 151917"/>
                <a:gd name="csY264" fmla="*/ 75481 h 205901"/>
                <a:gd name="csX265" fmla="*/ 36307 w 151917"/>
                <a:gd name="csY265" fmla="*/ 74526 h 205901"/>
                <a:gd name="csX266" fmla="*/ 34874 w 151917"/>
                <a:gd name="csY266" fmla="*/ 73093 h 205901"/>
                <a:gd name="csX267" fmla="*/ 33441 w 151917"/>
                <a:gd name="csY267" fmla="*/ 69749 h 205901"/>
                <a:gd name="csX268" fmla="*/ 32963 w 151917"/>
                <a:gd name="csY268" fmla="*/ 68315 h 205901"/>
                <a:gd name="csX269" fmla="*/ 32963 w 151917"/>
                <a:gd name="csY269" fmla="*/ 67360 h 205901"/>
                <a:gd name="csX270" fmla="*/ 33441 w 151917"/>
                <a:gd name="csY270" fmla="*/ 66404 h 205901"/>
                <a:gd name="csX271" fmla="*/ 34396 w 151917"/>
                <a:gd name="csY271" fmla="*/ 65449 h 205901"/>
                <a:gd name="csX272" fmla="*/ 35352 w 151917"/>
                <a:gd name="csY272" fmla="*/ 64493 h 205901"/>
                <a:gd name="csX273" fmla="*/ 37263 w 151917"/>
                <a:gd name="csY273" fmla="*/ 64016 h 205901"/>
                <a:gd name="csX274" fmla="*/ 37741 w 151917"/>
                <a:gd name="csY274" fmla="*/ 64016 h 205901"/>
                <a:gd name="csX275" fmla="*/ 35352 w 151917"/>
                <a:gd name="csY275" fmla="*/ 62105 h 205901"/>
                <a:gd name="csX276" fmla="*/ 34396 w 151917"/>
                <a:gd name="csY276" fmla="*/ 62105 h 205901"/>
                <a:gd name="csX277" fmla="*/ 30575 w 151917"/>
                <a:gd name="csY277" fmla="*/ 64493 h 205901"/>
                <a:gd name="csX278" fmla="*/ 30097 w 151917"/>
                <a:gd name="csY278" fmla="*/ 64971 h 205901"/>
                <a:gd name="csX279" fmla="*/ 29619 w 151917"/>
                <a:gd name="csY279" fmla="*/ 64493 h 205901"/>
                <a:gd name="csX280" fmla="*/ 29142 w 151917"/>
                <a:gd name="csY280" fmla="*/ 64493 h 205901"/>
                <a:gd name="csX281" fmla="*/ 28186 w 151917"/>
                <a:gd name="csY281" fmla="*/ 65449 h 205901"/>
                <a:gd name="csX282" fmla="*/ 27230 w 151917"/>
                <a:gd name="csY282" fmla="*/ 66404 h 205901"/>
                <a:gd name="csX283" fmla="*/ 24364 w 151917"/>
                <a:gd name="csY283" fmla="*/ 70226 h 205901"/>
                <a:gd name="csX284" fmla="*/ 23886 w 151917"/>
                <a:gd name="csY284" fmla="*/ 72615 h 205901"/>
                <a:gd name="csX285" fmla="*/ 23886 w 151917"/>
                <a:gd name="csY285" fmla="*/ 75481 h 205901"/>
                <a:gd name="csX286" fmla="*/ 23409 w 151917"/>
                <a:gd name="csY286" fmla="*/ 77392 h 205901"/>
                <a:gd name="csX287" fmla="*/ 22931 w 151917"/>
                <a:gd name="csY287" fmla="*/ 77870 h 205901"/>
                <a:gd name="csX288" fmla="*/ 19587 w 151917"/>
                <a:gd name="csY288" fmla="*/ 79303 h 205901"/>
                <a:gd name="csX289" fmla="*/ 17198 w 151917"/>
                <a:gd name="csY289" fmla="*/ 82170 h 205901"/>
                <a:gd name="csX290" fmla="*/ 14810 w 151917"/>
                <a:gd name="csY290" fmla="*/ 79781 h 205901"/>
                <a:gd name="csX291" fmla="*/ 12421 w 151917"/>
                <a:gd name="csY291" fmla="*/ 77392 h 205901"/>
                <a:gd name="csX292" fmla="*/ 10510 w 151917"/>
                <a:gd name="csY292" fmla="*/ 73093 h 205901"/>
                <a:gd name="csX293" fmla="*/ 7166 w 151917"/>
                <a:gd name="csY293" fmla="*/ 72615 h 205901"/>
                <a:gd name="csX294" fmla="*/ 3344 w 151917"/>
                <a:gd name="csY294" fmla="*/ 70226 h 205901"/>
                <a:gd name="csX295" fmla="*/ 1911 w 151917"/>
                <a:gd name="csY295" fmla="*/ 67838 h 205901"/>
                <a:gd name="csX296" fmla="*/ 4300 w 151917"/>
                <a:gd name="csY296" fmla="*/ 63538 h 205901"/>
                <a:gd name="csX297" fmla="*/ 7166 w 151917"/>
                <a:gd name="csY297" fmla="*/ 60194 h 205901"/>
                <a:gd name="csX298" fmla="*/ 7644 w 151917"/>
                <a:gd name="csY298" fmla="*/ 56372 h 205901"/>
                <a:gd name="csX299" fmla="*/ 7644 w 151917"/>
                <a:gd name="csY299" fmla="*/ 55417 h 205901"/>
                <a:gd name="csX300" fmla="*/ 12899 w 151917"/>
                <a:gd name="csY300" fmla="*/ 54461 h 205901"/>
                <a:gd name="csX301" fmla="*/ 16243 w 151917"/>
                <a:gd name="csY301" fmla="*/ 52550 h 205901"/>
                <a:gd name="csX302" fmla="*/ 12899 w 151917"/>
                <a:gd name="csY302" fmla="*/ 52072 h 205901"/>
                <a:gd name="csX303" fmla="*/ 10510 w 151917"/>
                <a:gd name="csY303" fmla="*/ 52550 h 205901"/>
                <a:gd name="csX304" fmla="*/ 7166 w 151917"/>
                <a:gd name="csY304" fmla="*/ 53984 h 205901"/>
                <a:gd name="csX305" fmla="*/ 2866 w 151917"/>
                <a:gd name="csY305" fmla="*/ 51117 h 205901"/>
                <a:gd name="csX306" fmla="*/ 955 w 151917"/>
                <a:gd name="csY306" fmla="*/ 48728 h 205901"/>
                <a:gd name="csX307" fmla="*/ 0 w 151917"/>
                <a:gd name="csY307" fmla="*/ 46340 h 205901"/>
                <a:gd name="csX308" fmla="*/ 955 w 151917"/>
                <a:gd name="csY308" fmla="*/ 44429 h 205901"/>
                <a:gd name="csX309" fmla="*/ 955 w 151917"/>
                <a:gd name="csY309" fmla="*/ 42518 h 205901"/>
                <a:gd name="csX310" fmla="*/ 1433 w 151917"/>
                <a:gd name="csY310" fmla="*/ 40129 h 205901"/>
                <a:gd name="csX311" fmla="*/ 1911 w 151917"/>
                <a:gd name="csY311" fmla="*/ 39174 h 205901"/>
                <a:gd name="csX312" fmla="*/ 2389 w 151917"/>
                <a:gd name="csY312" fmla="*/ 37741 h 205901"/>
                <a:gd name="csX313" fmla="*/ 4300 w 151917"/>
                <a:gd name="csY313" fmla="*/ 36785 h 205901"/>
                <a:gd name="csX314" fmla="*/ 5733 w 151917"/>
                <a:gd name="csY314" fmla="*/ 33919 h 205901"/>
                <a:gd name="csX315" fmla="*/ 6688 w 151917"/>
                <a:gd name="csY315" fmla="*/ 31530 h 205901"/>
                <a:gd name="csX316" fmla="*/ 9555 w 151917"/>
                <a:gd name="csY316" fmla="*/ 25797 h 205901"/>
                <a:gd name="csX317" fmla="*/ 10988 w 151917"/>
                <a:gd name="csY317" fmla="*/ 22931 h 205901"/>
                <a:gd name="csX318" fmla="*/ 12899 w 151917"/>
                <a:gd name="csY318" fmla="*/ 19109 h 205901"/>
                <a:gd name="csX319" fmla="*/ 17198 w 151917"/>
                <a:gd name="csY319" fmla="*/ 13377 h 205901"/>
                <a:gd name="csX320" fmla="*/ 16243 w 151917"/>
                <a:gd name="csY320" fmla="*/ 13854 h 205901"/>
                <a:gd name="csX321" fmla="*/ 15287 w 151917"/>
                <a:gd name="csY321" fmla="*/ 14332 h 205901"/>
                <a:gd name="csX322" fmla="*/ 14810 w 151917"/>
                <a:gd name="csY322" fmla="*/ 14332 h 205901"/>
                <a:gd name="csX323" fmla="*/ 13854 w 151917"/>
                <a:gd name="csY323" fmla="*/ 13377 h 205901"/>
                <a:gd name="csX324" fmla="*/ 13376 w 151917"/>
                <a:gd name="csY324" fmla="*/ 12421 h 205901"/>
                <a:gd name="csX325" fmla="*/ 12899 w 151917"/>
                <a:gd name="csY325" fmla="*/ 10510 h 205901"/>
                <a:gd name="csX326" fmla="*/ 12421 w 151917"/>
                <a:gd name="csY326" fmla="*/ 10988 h 205901"/>
                <a:gd name="csX327" fmla="*/ 12421 w 151917"/>
                <a:gd name="csY327" fmla="*/ 14810 h 205901"/>
                <a:gd name="csX328" fmla="*/ 11943 w 151917"/>
                <a:gd name="csY328" fmla="*/ 18154 h 205901"/>
                <a:gd name="csX329" fmla="*/ 10988 w 151917"/>
                <a:gd name="csY329" fmla="*/ 20065 h 205901"/>
                <a:gd name="csX330" fmla="*/ 9077 w 151917"/>
                <a:gd name="csY330" fmla="*/ 24842 h 205901"/>
                <a:gd name="csX331" fmla="*/ 7644 w 151917"/>
                <a:gd name="csY331" fmla="*/ 26275 h 205901"/>
                <a:gd name="csX332" fmla="*/ 6688 w 151917"/>
                <a:gd name="csY332" fmla="*/ 24842 h 205901"/>
                <a:gd name="csX333" fmla="*/ 7644 w 151917"/>
                <a:gd name="csY333" fmla="*/ 21976 h 205901"/>
                <a:gd name="csX334" fmla="*/ 8599 w 151917"/>
                <a:gd name="csY334" fmla="*/ 19587 h 205901"/>
                <a:gd name="csX335" fmla="*/ 9077 w 151917"/>
                <a:gd name="csY335" fmla="*/ 16721 h 205901"/>
                <a:gd name="csX336" fmla="*/ 7644 w 151917"/>
                <a:gd name="csY336" fmla="*/ 13377 h 205901"/>
                <a:gd name="csX337" fmla="*/ 7166 w 151917"/>
                <a:gd name="csY337" fmla="*/ 10032 h 205901"/>
                <a:gd name="csX338" fmla="*/ 6688 w 151917"/>
                <a:gd name="csY338" fmla="*/ 8121 h 205901"/>
                <a:gd name="csX339" fmla="*/ 6688 w 151917"/>
                <a:gd name="csY339" fmla="*/ 6211 h 205901"/>
                <a:gd name="csX340" fmla="*/ 7166 w 151917"/>
                <a:gd name="csY340" fmla="*/ 4300 h 205901"/>
                <a:gd name="csX341" fmla="*/ 7644 w 151917"/>
                <a:gd name="csY341" fmla="*/ 2389 h 205901"/>
                <a:gd name="csX342" fmla="*/ 8121 w 151917"/>
                <a:gd name="csY342" fmla="*/ 0 h 205901"/>
                <a:gd name="csX343" fmla="*/ 8121 w 151917"/>
                <a:gd name="csY343" fmla="*/ 0 h 205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</a:cxnLst>
              <a:rect l="l" t="t" r="r" b="b"/>
              <a:pathLst>
                <a:path w="151917" h="205901">
                  <a:moveTo>
                    <a:pt x="151918" y="205424"/>
                  </a:moveTo>
                  <a:lnTo>
                    <a:pt x="150963" y="204468"/>
                  </a:lnTo>
                  <a:lnTo>
                    <a:pt x="149052" y="203035"/>
                  </a:lnTo>
                  <a:lnTo>
                    <a:pt x="148096" y="203035"/>
                  </a:lnTo>
                  <a:lnTo>
                    <a:pt x="147618" y="203513"/>
                  </a:lnTo>
                  <a:lnTo>
                    <a:pt x="147141" y="204468"/>
                  </a:lnTo>
                  <a:lnTo>
                    <a:pt x="146663" y="205424"/>
                  </a:lnTo>
                  <a:lnTo>
                    <a:pt x="146185" y="205901"/>
                  </a:lnTo>
                  <a:lnTo>
                    <a:pt x="146185" y="205901"/>
                  </a:lnTo>
                  <a:lnTo>
                    <a:pt x="145707" y="205424"/>
                  </a:lnTo>
                  <a:lnTo>
                    <a:pt x="145230" y="203991"/>
                  </a:lnTo>
                  <a:lnTo>
                    <a:pt x="145230" y="203035"/>
                  </a:lnTo>
                  <a:lnTo>
                    <a:pt x="146185" y="202080"/>
                  </a:lnTo>
                  <a:lnTo>
                    <a:pt x="145707" y="201602"/>
                  </a:lnTo>
                  <a:lnTo>
                    <a:pt x="144274" y="202080"/>
                  </a:lnTo>
                  <a:lnTo>
                    <a:pt x="143797" y="201602"/>
                  </a:lnTo>
                  <a:lnTo>
                    <a:pt x="143797" y="201124"/>
                  </a:lnTo>
                  <a:lnTo>
                    <a:pt x="143797" y="199213"/>
                  </a:lnTo>
                  <a:lnTo>
                    <a:pt x="142841" y="198258"/>
                  </a:lnTo>
                  <a:lnTo>
                    <a:pt x="143797" y="197780"/>
                  </a:lnTo>
                  <a:lnTo>
                    <a:pt x="146185" y="197302"/>
                  </a:lnTo>
                  <a:lnTo>
                    <a:pt x="148574" y="197302"/>
                  </a:lnTo>
                  <a:lnTo>
                    <a:pt x="149052" y="196347"/>
                  </a:lnTo>
                  <a:lnTo>
                    <a:pt x="150007" y="194436"/>
                  </a:lnTo>
                  <a:lnTo>
                    <a:pt x="148096" y="196347"/>
                  </a:lnTo>
                  <a:lnTo>
                    <a:pt x="147141" y="196347"/>
                  </a:lnTo>
                  <a:lnTo>
                    <a:pt x="144274" y="195869"/>
                  </a:lnTo>
                  <a:lnTo>
                    <a:pt x="141886" y="195869"/>
                  </a:lnTo>
                  <a:lnTo>
                    <a:pt x="141886" y="195391"/>
                  </a:lnTo>
                  <a:lnTo>
                    <a:pt x="141886" y="194914"/>
                  </a:lnTo>
                  <a:lnTo>
                    <a:pt x="142363" y="194436"/>
                  </a:lnTo>
                  <a:lnTo>
                    <a:pt x="142363" y="193003"/>
                  </a:lnTo>
                  <a:lnTo>
                    <a:pt x="143319" y="188703"/>
                  </a:lnTo>
                  <a:lnTo>
                    <a:pt x="143797" y="187270"/>
                  </a:lnTo>
                  <a:lnTo>
                    <a:pt x="143797" y="186792"/>
                  </a:lnTo>
                  <a:lnTo>
                    <a:pt x="143797" y="186314"/>
                  </a:lnTo>
                  <a:lnTo>
                    <a:pt x="140930" y="189181"/>
                  </a:lnTo>
                  <a:lnTo>
                    <a:pt x="140930" y="190136"/>
                  </a:lnTo>
                  <a:lnTo>
                    <a:pt x="140930" y="191092"/>
                  </a:lnTo>
                  <a:lnTo>
                    <a:pt x="140930" y="192525"/>
                  </a:lnTo>
                  <a:lnTo>
                    <a:pt x="139497" y="193003"/>
                  </a:lnTo>
                  <a:lnTo>
                    <a:pt x="139019" y="193003"/>
                  </a:lnTo>
                  <a:lnTo>
                    <a:pt x="137586" y="193958"/>
                  </a:lnTo>
                  <a:lnTo>
                    <a:pt x="137108" y="194436"/>
                  </a:lnTo>
                  <a:lnTo>
                    <a:pt x="130420" y="192047"/>
                  </a:lnTo>
                  <a:lnTo>
                    <a:pt x="129942" y="191570"/>
                  </a:lnTo>
                  <a:lnTo>
                    <a:pt x="128509" y="190614"/>
                  </a:lnTo>
                  <a:lnTo>
                    <a:pt x="127076" y="188703"/>
                  </a:lnTo>
                  <a:lnTo>
                    <a:pt x="126598" y="186792"/>
                  </a:lnTo>
                  <a:lnTo>
                    <a:pt x="127076" y="185359"/>
                  </a:lnTo>
                  <a:lnTo>
                    <a:pt x="128031" y="184881"/>
                  </a:lnTo>
                  <a:lnTo>
                    <a:pt x="128509" y="184881"/>
                  </a:lnTo>
                  <a:lnTo>
                    <a:pt x="128987" y="185359"/>
                  </a:lnTo>
                  <a:lnTo>
                    <a:pt x="130898" y="187748"/>
                  </a:lnTo>
                  <a:lnTo>
                    <a:pt x="131376" y="189181"/>
                  </a:lnTo>
                  <a:lnTo>
                    <a:pt x="132809" y="188703"/>
                  </a:lnTo>
                  <a:lnTo>
                    <a:pt x="135197" y="187270"/>
                  </a:lnTo>
                  <a:lnTo>
                    <a:pt x="136153" y="186314"/>
                  </a:lnTo>
                  <a:lnTo>
                    <a:pt x="133286" y="187270"/>
                  </a:lnTo>
                  <a:lnTo>
                    <a:pt x="132331" y="186792"/>
                  </a:lnTo>
                  <a:lnTo>
                    <a:pt x="131376" y="186314"/>
                  </a:lnTo>
                  <a:lnTo>
                    <a:pt x="129942" y="184881"/>
                  </a:lnTo>
                  <a:lnTo>
                    <a:pt x="129465" y="182970"/>
                  </a:lnTo>
                  <a:lnTo>
                    <a:pt x="129465" y="178193"/>
                  </a:lnTo>
                  <a:lnTo>
                    <a:pt x="129942" y="176760"/>
                  </a:lnTo>
                  <a:lnTo>
                    <a:pt x="131376" y="176282"/>
                  </a:lnTo>
                  <a:lnTo>
                    <a:pt x="131853" y="174849"/>
                  </a:lnTo>
                  <a:lnTo>
                    <a:pt x="131853" y="174371"/>
                  </a:lnTo>
                  <a:lnTo>
                    <a:pt x="130898" y="173416"/>
                  </a:lnTo>
                  <a:lnTo>
                    <a:pt x="129942" y="172460"/>
                  </a:lnTo>
                  <a:lnTo>
                    <a:pt x="128987" y="171983"/>
                  </a:lnTo>
                  <a:lnTo>
                    <a:pt x="128987" y="172460"/>
                  </a:lnTo>
                  <a:lnTo>
                    <a:pt x="130420" y="174371"/>
                  </a:lnTo>
                  <a:lnTo>
                    <a:pt x="130420" y="175327"/>
                  </a:lnTo>
                  <a:lnTo>
                    <a:pt x="128509" y="177715"/>
                  </a:lnTo>
                  <a:lnTo>
                    <a:pt x="128031" y="178193"/>
                  </a:lnTo>
                  <a:lnTo>
                    <a:pt x="128031" y="180582"/>
                  </a:lnTo>
                  <a:lnTo>
                    <a:pt x="128031" y="181059"/>
                  </a:lnTo>
                  <a:lnTo>
                    <a:pt x="126598" y="181537"/>
                  </a:lnTo>
                  <a:lnTo>
                    <a:pt x="124687" y="183448"/>
                  </a:lnTo>
                  <a:lnTo>
                    <a:pt x="122299" y="183926"/>
                  </a:lnTo>
                  <a:lnTo>
                    <a:pt x="119432" y="183448"/>
                  </a:lnTo>
                  <a:lnTo>
                    <a:pt x="117999" y="182970"/>
                  </a:lnTo>
                  <a:lnTo>
                    <a:pt x="113700" y="178671"/>
                  </a:lnTo>
                  <a:lnTo>
                    <a:pt x="112266" y="176760"/>
                  </a:lnTo>
                  <a:lnTo>
                    <a:pt x="112266" y="175327"/>
                  </a:lnTo>
                  <a:lnTo>
                    <a:pt x="108922" y="170072"/>
                  </a:lnTo>
                  <a:lnTo>
                    <a:pt x="108922" y="169116"/>
                  </a:lnTo>
                  <a:lnTo>
                    <a:pt x="107967" y="167205"/>
                  </a:lnTo>
                  <a:lnTo>
                    <a:pt x="107011" y="167205"/>
                  </a:lnTo>
                  <a:lnTo>
                    <a:pt x="106534" y="165294"/>
                  </a:lnTo>
                  <a:lnTo>
                    <a:pt x="108922" y="161950"/>
                  </a:lnTo>
                  <a:lnTo>
                    <a:pt x="110356" y="159562"/>
                  </a:lnTo>
                  <a:lnTo>
                    <a:pt x="110833" y="158606"/>
                  </a:lnTo>
                  <a:lnTo>
                    <a:pt x="110833" y="157173"/>
                  </a:lnTo>
                  <a:lnTo>
                    <a:pt x="110356" y="153829"/>
                  </a:lnTo>
                  <a:lnTo>
                    <a:pt x="110356" y="152396"/>
                  </a:lnTo>
                  <a:lnTo>
                    <a:pt x="108922" y="154307"/>
                  </a:lnTo>
                  <a:lnTo>
                    <a:pt x="108922" y="155740"/>
                  </a:lnTo>
                  <a:lnTo>
                    <a:pt x="109400" y="157173"/>
                  </a:lnTo>
                  <a:lnTo>
                    <a:pt x="108922" y="158606"/>
                  </a:lnTo>
                  <a:lnTo>
                    <a:pt x="107967" y="160517"/>
                  </a:lnTo>
                  <a:lnTo>
                    <a:pt x="106534" y="162906"/>
                  </a:lnTo>
                  <a:lnTo>
                    <a:pt x="103667" y="163861"/>
                  </a:lnTo>
                  <a:lnTo>
                    <a:pt x="98412" y="163384"/>
                  </a:lnTo>
                  <a:lnTo>
                    <a:pt x="97935" y="162906"/>
                  </a:lnTo>
                  <a:lnTo>
                    <a:pt x="97457" y="162428"/>
                  </a:lnTo>
                  <a:lnTo>
                    <a:pt x="96979" y="159084"/>
                  </a:lnTo>
                  <a:lnTo>
                    <a:pt x="96979" y="159562"/>
                  </a:lnTo>
                  <a:lnTo>
                    <a:pt x="96024" y="160995"/>
                  </a:lnTo>
                  <a:lnTo>
                    <a:pt x="95546" y="163384"/>
                  </a:lnTo>
                  <a:lnTo>
                    <a:pt x="95068" y="164339"/>
                  </a:lnTo>
                  <a:lnTo>
                    <a:pt x="94113" y="164339"/>
                  </a:lnTo>
                  <a:lnTo>
                    <a:pt x="93157" y="163861"/>
                  </a:lnTo>
                  <a:lnTo>
                    <a:pt x="92679" y="162906"/>
                  </a:lnTo>
                  <a:lnTo>
                    <a:pt x="91246" y="162906"/>
                  </a:lnTo>
                  <a:lnTo>
                    <a:pt x="88858" y="163384"/>
                  </a:lnTo>
                  <a:lnTo>
                    <a:pt x="87424" y="163384"/>
                  </a:lnTo>
                  <a:lnTo>
                    <a:pt x="85991" y="163384"/>
                  </a:lnTo>
                  <a:lnTo>
                    <a:pt x="83125" y="162428"/>
                  </a:lnTo>
                  <a:lnTo>
                    <a:pt x="79781" y="162428"/>
                  </a:lnTo>
                  <a:lnTo>
                    <a:pt x="79303" y="161950"/>
                  </a:lnTo>
                  <a:lnTo>
                    <a:pt x="79303" y="160517"/>
                  </a:lnTo>
                  <a:lnTo>
                    <a:pt x="79781" y="160039"/>
                  </a:lnTo>
                  <a:lnTo>
                    <a:pt x="83125" y="159562"/>
                  </a:lnTo>
                  <a:lnTo>
                    <a:pt x="86469" y="158606"/>
                  </a:lnTo>
                  <a:lnTo>
                    <a:pt x="90291" y="158128"/>
                  </a:lnTo>
                  <a:lnTo>
                    <a:pt x="89813" y="157173"/>
                  </a:lnTo>
                  <a:lnTo>
                    <a:pt x="88380" y="157173"/>
                  </a:lnTo>
                  <a:lnTo>
                    <a:pt x="80736" y="158606"/>
                  </a:lnTo>
                  <a:lnTo>
                    <a:pt x="78348" y="158128"/>
                  </a:lnTo>
                  <a:lnTo>
                    <a:pt x="77870" y="158128"/>
                  </a:lnTo>
                  <a:lnTo>
                    <a:pt x="77870" y="156695"/>
                  </a:lnTo>
                  <a:lnTo>
                    <a:pt x="78825" y="155740"/>
                  </a:lnTo>
                  <a:lnTo>
                    <a:pt x="80258" y="154307"/>
                  </a:lnTo>
                  <a:lnTo>
                    <a:pt x="80736" y="153829"/>
                  </a:lnTo>
                  <a:lnTo>
                    <a:pt x="79781" y="153351"/>
                  </a:lnTo>
                  <a:lnTo>
                    <a:pt x="78348" y="153351"/>
                  </a:lnTo>
                  <a:lnTo>
                    <a:pt x="77392" y="152873"/>
                  </a:lnTo>
                  <a:lnTo>
                    <a:pt x="78348" y="150007"/>
                  </a:lnTo>
                  <a:lnTo>
                    <a:pt x="77870" y="147141"/>
                  </a:lnTo>
                  <a:lnTo>
                    <a:pt x="76914" y="150007"/>
                  </a:lnTo>
                  <a:lnTo>
                    <a:pt x="75481" y="151440"/>
                  </a:lnTo>
                  <a:lnTo>
                    <a:pt x="68793" y="151918"/>
                  </a:lnTo>
                  <a:lnTo>
                    <a:pt x="67837" y="152873"/>
                  </a:lnTo>
                  <a:lnTo>
                    <a:pt x="66882" y="152873"/>
                  </a:lnTo>
                  <a:lnTo>
                    <a:pt x="63060" y="151440"/>
                  </a:lnTo>
                  <a:lnTo>
                    <a:pt x="61149" y="150485"/>
                  </a:lnTo>
                  <a:lnTo>
                    <a:pt x="59238" y="149052"/>
                  </a:lnTo>
                  <a:lnTo>
                    <a:pt x="56372" y="146185"/>
                  </a:lnTo>
                  <a:lnTo>
                    <a:pt x="53983" y="144752"/>
                  </a:lnTo>
                  <a:lnTo>
                    <a:pt x="53983" y="141408"/>
                  </a:lnTo>
                  <a:lnTo>
                    <a:pt x="54461" y="139019"/>
                  </a:lnTo>
                  <a:lnTo>
                    <a:pt x="55417" y="136631"/>
                  </a:lnTo>
                  <a:lnTo>
                    <a:pt x="59716" y="131376"/>
                  </a:lnTo>
                  <a:lnTo>
                    <a:pt x="61149" y="130420"/>
                  </a:lnTo>
                  <a:lnTo>
                    <a:pt x="62583" y="129942"/>
                  </a:lnTo>
                  <a:lnTo>
                    <a:pt x="68793" y="129465"/>
                  </a:lnTo>
                  <a:lnTo>
                    <a:pt x="73570" y="128987"/>
                  </a:lnTo>
                  <a:lnTo>
                    <a:pt x="74526" y="128509"/>
                  </a:lnTo>
                  <a:lnTo>
                    <a:pt x="67360" y="128032"/>
                  </a:lnTo>
                  <a:lnTo>
                    <a:pt x="61627" y="128509"/>
                  </a:lnTo>
                  <a:lnTo>
                    <a:pt x="59238" y="128987"/>
                  </a:lnTo>
                  <a:lnTo>
                    <a:pt x="56850" y="132809"/>
                  </a:lnTo>
                  <a:lnTo>
                    <a:pt x="55894" y="134242"/>
                  </a:lnTo>
                  <a:lnTo>
                    <a:pt x="55417" y="135198"/>
                  </a:lnTo>
                  <a:lnTo>
                    <a:pt x="54939" y="135198"/>
                  </a:lnTo>
                  <a:lnTo>
                    <a:pt x="53983" y="134720"/>
                  </a:lnTo>
                  <a:lnTo>
                    <a:pt x="53506" y="134242"/>
                  </a:lnTo>
                  <a:lnTo>
                    <a:pt x="53506" y="133286"/>
                  </a:lnTo>
                  <a:lnTo>
                    <a:pt x="52072" y="131376"/>
                  </a:lnTo>
                  <a:lnTo>
                    <a:pt x="51117" y="129465"/>
                  </a:lnTo>
                  <a:lnTo>
                    <a:pt x="51117" y="126598"/>
                  </a:lnTo>
                  <a:lnTo>
                    <a:pt x="51117" y="125165"/>
                  </a:lnTo>
                  <a:lnTo>
                    <a:pt x="51595" y="123254"/>
                  </a:lnTo>
                  <a:lnTo>
                    <a:pt x="53983" y="119910"/>
                  </a:lnTo>
                  <a:lnTo>
                    <a:pt x="51117" y="119910"/>
                  </a:lnTo>
                  <a:lnTo>
                    <a:pt x="51595" y="117044"/>
                  </a:lnTo>
                  <a:lnTo>
                    <a:pt x="52550" y="114177"/>
                  </a:lnTo>
                  <a:lnTo>
                    <a:pt x="54939" y="112266"/>
                  </a:lnTo>
                  <a:lnTo>
                    <a:pt x="57328" y="110833"/>
                  </a:lnTo>
                  <a:lnTo>
                    <a:pt x="59716" y="109400"/>
                  </a:lnTo>
                  <a:lnTo>
                    <a:pt x="63538" y="107967"/>
                  </a:lnTo>
                  <a:lnTo>
                    <a:pt x="64493" y="110356"/>
                  </a:lnTo>
                  <a:lnTo>
                    <a:pt x="67837" y="111311"/>
                  </a:lnTo>
                  <a:lnTo>
                    <a:pt x="68793" y="112266"/>
                  </a:lnTo>
                  <a:lnTo>
                    <a:pt x="70226" y="114177"/>
                  </a:lnTo>
                  <a:lnTo>
                    <a:pt x="71659" y="116088"/>
                  </a:lnTo>
                  <a:lnTo>
                    <a:pt x="73570" y="117999"/>
                  </a:lnTo>
                  <a:lnTo>
                    <a:pt x="74048" y="117999"/>
                  </a:lnTo>
                  <a:lnTo>
                    <a:pt x="73093" y="116566"/>
                  </a:lnTo>
                  <a:lnTo>
                    <a:pt x="70226" y="113222"/>
                  </a:lnTo>
                  <a:lnTo>
                    <a:pt x="70226" y="111789"/>
                  </a:lnTo>
                  <a:lnTo>
                    <a:pt x="69271" y="110833"/>
                  </a:lnTo>
                  <a:lnTo>
                    <a:pt x="65449" y="108922"/>
                  </a:lnTo>
                  <a:lnTo>
                    <a:pt x="64971" y="107967"/>
                  </a:lnTo>
                  <a:lnTo>
                    <a:pt x="64493" y="106056"/>
                  </a:lnTo>
                  <a:lnTo>
                    <a:pt x="64016" y="105100"/>
                  </a:lnTo>
                  <a:lnTo>
                    <a:pt x="64493" y="103667"/>
                  </a:lnTo>
                  <a:lnTo>
                    <a:pt x="68315" y="100323"/>
                  </a:lnTo>
                  <a:lnTo>
                    <a:pt x="69271" y="98412"/>
                  </a:lnTo>
                  <a:lnTo>
                    <a:pt x="69271" y="97457"/>
                  </a:lnTo>
                  <a:lnTo>
                    <a:pt x="68793" y="96501"/>
                  </a:lnTo>
                  <a:lnTo>
                    <a:pt x="67837" y="94591"/>
                  </a:lnTo>
                  <a:lnTo>
                    <a:pt x="67837" y="94591"/>
                  </a:lnTo>
                  <a:lnTo>
                    <a:pt x="67837" y="97457"/>
                  </a:lnTo>
                  <a:lnTo>
                    <a:pt x="67837" y="98412"/>
                  </a:lnTo>
                  <a:lnTo>
                    <a:pt x="67360" y="99368"/>
                  </a:lnTo>
                  <a:lnTo>
                    <a:pt x="66882" y="100323"/>
                  </a:lnTo>
                  <a:lnTo>
                    <a:pt x="65927" y="100801"/>
                  </a:lnTo>
                  <a:lnTo>
                    <a:pt x="57805" y="108922"/>
                  </a:lnTo>
                  <a:lnTo>
                    <a:pt x="57328" y="109400"/>
                  </a:lnTo>
                  <a:lnTo>
                    <a:pt x="53983" y="110356"/>
                  </a:lnTo>
                  <a:lnTo>
                    <a:pt x="52550" y="111311"/>
                  </a:lnTo>
                  <a:lnTo>
                    <a:pt x="51595" y="112266"/>
                  </a:lnTo>
                  <a:lnTo>
                    <a:pt x="50162" y="115133"/>
                  </a:lnTo>
                  <a:lnTo>
                    <a:pt x="48251" y="121343"/>
                  </a:lnTo>
                  <a:lnTo>
                    <a:pt x="46340" y="126121"/>
                  </a:lnTo>
                  <a:lnTo>
                    <a:pt x="44429" y="119910"/>
                  </a:lnTo>
                  <a:lnTo>
                    <a:pt x="41085" y="115133"/>
                  </a:lnTo>
                  <a:lnTo>
                    <a:pt x="47773" y="110356"/>
                  </a:lnTo>
                  <a:lnTo>
                    <a:pt x="47773" y="109400"/>
                  </a:lnTo>
                  <a:lnTo>
                    <a:pt x="47295" y="107011"/>
                  </a:lnTo>
                  <a:lnTo>
                    <a:pt x="47295" y="106534"/>
                  </a:lnTo>
                  <a:lnTo>
                    <a:pt x="47773" y="105100"/>
                  </a:lnTo>
                  <a:lnTo>
                    <a:pt x="49684" y="103667"/>
                  </a:lnTo>
                  <a:lnTo>
                    <a:pt x="49684" y="103667"/>
                  </a:lnTo>
                  <a:lnTo>
                    <a:pt x="47773" y="104145"/>
                  </a:lnTo>
                  <a:lnTo>
                    <a:pt x="44907" y="107489"/>
                  </a:lnTo>
                  <a:lnTo>
                    <a:pt x="43473" y="108922"/>
                  </a:lnTo>
                  <a:lnTo>
                    <a:pt x="42996" y="108922"/>
                  </a:lnTo>
                  <a:lnTo>
                    <a:pt x="42996" y="107011"/>
                  </a:lnTo>
                  <a:lnTo>
                    <a:pt x="44429" y="101279"/>
                  </a:lnTo>
                  <a:lnTo>
                    <a:pt x="45862" y="96024"/>
                  </a:lnTo>
                  <a:lnTo>
                    <a:pt x="46340" y="94113"/>
                  </a:lnTo>
                  <a:lnTo>
                    <a:pt x="47295" y="92679"/>
                  </a:lnTo>
                  <a:lnTo>
                    <a:pt x="46340" y="92679"/>
                  </a:lnTo>
                  <a:lnTo>
                    <a:pt x="41085" y="95068"/>
                  </a:lnTo>
                  <a:lnTo>
                    <a:pt x="39174" y="93635"/>
                  </a:lnTo>
                  <a:lnTo>
                    <a:pt x="38218" y="85514"/>
                  </a:lnTo>
                  <a:lnTo>
                    <a:pt x="35352" y="82647"/>
                  </a:lnTo>
                  <a:lnTo>
                    <a:pt x="31052" y="80259"/>
                  </a:lnTo>
                  <a:lnTo>
                    <a:pt x="26753" y="78825"/>
                  </a:lnTo>
                  <a:lnTo>
                    <a:pt x="25797" y="76437"/>
                  </a:lnTo>
                  <a:lnTo>
                    <a:pt x="25320" y="73570"/>
                  </a:lnTo>
                  <a:lnTo>
                    <a:pt x="26275" y="70704"/>
                  </a:lnTo>
                  <a:lnTo>
                    <a:pt x="28186" y="68793"/>
                  </a:lnTo>
                  <a:lnTo>
                    <a:pt x="29619" y="68315"/>
                  </a:lnTo>
                  <a:lnTo>
                    <a:pt x="31530" y="68315"/>
                  </a:lnTo>
                  <a:lnTo>
                    <a:pt x="31530" y="69749"/>
                  </a:lnTo>
                  <a:lnTo>
                    <a:pt x="30575" y="73093"/>
                  </a:lnTo>
                  <a:lnTo>
                    <a:pt x="32008" y="73093"/>
                  </a:lnTo>
                  <a:lnTo>
                    <a:pt x="37741" y="77392"/>
                  </a:lnTo>
                  <a:lnTo>
                    <a:pt x="38696" y="77392"/>
                  </a:lnTo>
                  <a:lnTo>
                    <a:pt x="41085" y="75959"/>
                  </a:lnTo>
                  <a:lnTo>
                    <a:pt x="42518" y="75959"/>
                  </a:lnTo>
                  <a:lnTo>
                    <a:pt x="45862" y="77392"/>
                  </a:lnTo>
                  <a:lnTo>
                    <a:pt x="46817" y="78825"/>
                  </a:lnTo>
                  <a:lnTo>
                    <a:pt x="49684" y="81692"/>
                  </a:lnTo>
                  <a:lnTo>
                    <a:pt x="49206" y="79781"/>
                  </a:lnTo>
                  <a:lnTo>
                    <a:pt x="45862" y="76437"/>
                  </a:lnTo>
                  <a:lnTo>
                    <a:pt x="44429" y="75481"/>
                  </a:lnTo>
                  <a:lnTo>
                    <a:pt x="41085" y="75004"/>
                  </a:lnTo>
                  <a:lnTo>
                    <a:pt x="39174" y="75481"/>
                  </a:lnTo>
                  <a:lnTo>
                    <a:pt x="38218" y="75481"/>
                  </a:lnTo>
                  <a:lnTo>
                    <a:pt x="36307" y="74526"/>
                  </a:lnTo>
                  <a:lnTo>
                    <a:pt x="34874" y="73093"/>
                  </a:lnTo>
                  <a:lnTo>
                    <a:pt x="33441" y="69749"/>
                  </a:lnTo>
                  <a:lnTo>
                    <a:pt x="32963" y="68315"/>
                  </a:lnTo>
                  <a:lnTo>
                    <a:pt x="32963" y="67360"/>
                  </a:lnTo>
                  <a:lnTo>
                    <a:pt x="33441" y="66404"/>
                  </a:lnTo>
                  <a:lnTo>
                    <a:pt x="34396" y="65449"/>
                  </a:lnTo>
                  <a:lnTo>
                    <a:pt x="35352" y="64493"/>
                  </a:lnTo>
                  <a:lnTo>
                    <a:pt x="37263" y="64016"/>
                  </a:lnTo>
                  <a:lnTo>
                    <a:pt x="37741" y="64016"/>
                  </a:lnTo>
                  <a:lnTo>
                    <a:pt x="35352" y="62105"/>
                  </a:lnTo>
                  <a:lnTo>
                    <a:pt x="34396" y="62105"/>
                  </a:lnTo>
                  <a:lnTo>
                    <a:pt x="30575" y="64493"/>
                  </a:lnTo>
                  <a:lnTo>
                    <a:pt x="30097" y="64971"/>
                  </a:lnTo>
                  <a:lnTo>
                    <a:pt x="29619" y="64493"/>
                  </a:lnTo>
                  <a:lnTo>
                    <a:pt x="29142" y="64493"/>
                  </a:lnTo>
                  <a:lnTo>
                    <a:pt x="28186" y="65449"/>
                  </a:lnTo>
                  <a:lnTo>
                    <a:pt x="27230" y="66404"/>
                  </a:lnTo>
                  <a:lnTo>
                    <a:pt x="24364" y="70226"/>
                  </a:lnTo>
                  <a:lnTo>
                    <a:pt x="23886" y="72615"/>
                  </a:lnTo>
                  <a:lnTo>
                    <a:pt x="23886" y="75481"/>
                  </a:lnTo>
                  <a:lnTo>
                    <a:pt x="23409" y="77392"/>
                  </a:lnTo>
                  <a:lnTo>
                    <a:pt x="22931" y="77870"/>
                  </a:lnTo>
                  <a:lnTo>
                    <a:pt x="19587" y="79303"/>
                  </a:lnTo>
                  <a:lnTo>
                    <a:pt x="17198" y="82170"/>
                  </a:lnTo>
                  <a:lnTo>
                    <a:pt x="14810" y="79781"/>
                  </a:lnTo>
                  <a:lnTo>
                    <a:pt x="12421" y="77392"/>
                  </a:lnTo>
                  <a:lnTo>
                    <a:pt x="10510" y="73093"/>
                  </a:lnTo>
                  <a:lnTo>
                    <a:pt x="7166" y="72615"/>
                  </a:lnTo>
                  <a:lnTo>
                    <a:pt x="3344" y="70226"/>
                  </a:lnTo>
                  <a:lnTo>
                    <a:pt x="1911" y="67838"/>
                  </a:lnTo>
                  <a:lnTo>
                    <a:pt x="4300" y="63538"/>
                  </a:lnTo>
                  <a:lnTo>
                    <a:pt x="7166" y="60194"/>
                  </a:lnTo>
                  <a:lnTo>
                    <a:pt x="7644" y="56372"/>
                  </a:lnTo>
                  <a:lnTo>
                    <a:pt x="7644" y="55417"/>
                  </a:lnTo>
                  <a:lnTo>
                    <a:pt x="12899" y="54461"/>
                  </a:lnTo>
                  <a:lnTo>
                    <a:pt x="16243" y="52550"/>
                  </a:lnTo>
                  <a:lnTo>
                    <a:pt x="12899" y="52072"/>
                  </a:lnTo>
                  <a:lnTo>
                    <a:pt x="10510" y="52550"/>
                  </a:lnTo>
                  <a:lnTo>
                    <a:pt x="7166" y="53984"/>
                  </a:lnTo>
                  <a:lnTo>
                    <a:pt x="2866" y="51117"/>
                  </a:lnTo>
                  <a:lnTo>
                    <a:pt x="955" y="48728"/>
                  </a:lnTo>
                  <a:lnTo>
                    <a:pt x="0" y="46340"/>
                  </a:lnTo>
                  <a:lnTo>
                    <a:pt x="955" y="44429"/>
                  </a:lnTo>
                  <a:lnTo>
                    <a:pt x="955" y="42518"/>
                  </a:lnTo>
                  <a:lnTo>
                    <a:pt x="1433" y="40129"/>
                  </a:lnTo>
                  <a:lnTo>
                    <a:pt x="1911" y="39174"/>
                  </a:lnTo>
                  <a:lnTo>
                    <a:pt x="2389" y="37741"/>
                  </a:lnTo>
                  <a:lnTo>
                    <a:pt x="4300" y="36785"/>
                  </a:lnTo>
                  <a:lnTo>
                    <a:pt x="5733" y="33919"/>
                  </a:lnTo>
                  <a:lnTo>
                    <a:pt x="6688" y="31530"/>
                  </a:lnTo>
                  <a:lnTo>
                    <a:pt x="9555" y="25797"/>
                  </a:lnTo>
                  <a:lnTo>
                    <a:pt x="10988" y="22931"/>
                  </a:lnTo>
                  <a:lnTo>
                    <a:pt x="12899" y="19109"/>
                  </a:lnTo>
                  <a:lnTo>
                    <a:pt x="17198" y="13377"/>
                  </a:lnTo>
                  <a:lnTo>
                    <a:pt x="16243" y="13854"/>
                  </a:lnTo>
                  <a:lnTo>
                    <a:pt x="15287" y="14332"/>
                  </a:lnTo>
                  <a:lnTo>
                    <a:pt x="14810" y="14332"/>
                  </a:lnTo>
                  <a:lnTo>
                    <a:pt x="13854" y="13377"/>
                  </a:lnTo>
                  <a:lnTo>
                    <a:pt x="13376" y="12421"/>
                  </a:lnTo>
                  <a:lnTo>
                    <a:pt x="12899" y="10510"/>
                  </a:lnTo>
                  <a:lnTo>
                    <a:pt x="12421" y="10988"/>
                  </a:lnTo>
                  <a:lnTo>
                    <a:pt x="12421" y="14810"/>
                  </a:lnTo>
                  <a:lnTo>
                    <a:pt x="11943" y="18154"/>
                  </a:lnTo>
                  <a:lnTo>
                    <a:pt x="10988" y="20065"/>
                  </a:lnTo>
                  <a:lnTo>
                    <a:pt x="9077" y="24842"/>
                  </a:lnTo>
                  <a:lnTo>
                    <a:pt x="7644" y="26275"/>
                  </a:lnTo>
                  <a:lnTo>
                    <a:pt x="6688" y="24842"/>
                  </a:lnTo>
                  <a:lnTo>
                    <a:pt x="7644" y="21976"/>
                  </a:lnTo>
                  <a:lnTo>
                    <a:pt x="8599" y="19587"/>
                  </a:lnTo>
                  <a:lnTo>
                    <a:pt x="9077" y="16721"/>
                  </a:lnTo>
                  <a:lnTo>
                    <a:pt x="7644" y="13377"/>
                  </a:lnTo>
                  <a:lnTo>
                    <a:pt x="7166" y="10032"/>
                  </a:lnTo>
                  <a:lnTo>
                    <a:pt x="6688" y="8121"/>
                  </a:lnTo>
                  <a:lnTo>
                    <a:pt x="6688" y="6211"/>
                  </a:lnTo>
                  <a:lnTo>
                    <a:pt x="7166" y="4300"/>
                  </a:lnTo>
                  <a:lnTo>
                    <a:pt x="7644" y="2389"/>
                  </a:lnTo>
                  <a:lnTo>
                    <a:pt x="8121" y="0"/>
                  </a:lnTo>
                  <a:lnTo>
                    <a:pt x="812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8" name="Freeform 3647">
              <a:extLst>
                <a:ext uri="{FF2B5EF4-FFF2-40B4-BE49-F238E27FC236}">
                  <a16:creationId xmlns:a16="http://schemas.microsoft.com/office/drawing/2014/main" id="{59C1891C-9501-F946-A631-9AFAA7BC2CB0}"/>
                </a:ext>
              </a:extLst>
            </p:cNvPr>
            <p:cNvSpPr/>
            <p:nvPr/>
          </p:nvSpPr>
          <p:spPr>
            <a:xfrm>
              <a:off x="4107211" y="3714466"/>
              <a:ext cx="196346" cy="156217"/>
            </a:xfrm>
            <a:custGeom>
              <a:avLst/>
              <a:gdLst>
                <a:gd name="csX0" fmla="*/ 141886 w 196346"/>
                <a:gd name="csY0" fmla="*/ 156217 h 156217"/>
                <a:gd name="csX1" fmla="*/ 144274 w 196346"/>
                <a:gd name="csY1" fmla="*/ 155740 h 156217"/>
                <a:gd name="csX2" fmla="*/ 146663 w 196346"/>
                <a:gd name="csY2" fmla="*/ 154784 h 156217"/>
                <a:gd name="csX3" fmla="*/ 148574 w 196346"/>
                <a:gd name="csY3" fmla="*/ 153351 h 156217"/>
                <a:gd name="csX4" fmla="*/ 149529 w 196346"/>
                <a:gd name="csY4" fmla="*/ 152396 h 156217"/>
                <a:gd name="csX5" fmla="*/ 150962 w 196346"/>
                <a:gd name="csY5" fmla="*/ 151440 h 156217"/>
                <a:gd name="csX6" fmla="*/ 151918 w 196346"/>
                <a:gd name="csY6" fmla="*/ 150485 h 156217"/>
                <a:gd name="csX7" fmla="*/ 153351 w 196346"/>
                <a:gd name="csY7" fmla="*/ 150007 h 156217"/>
                <a:gd name="csX8" fmla="*/ 154784 w 196346"/>
                <a:gd name="csY8" fmla="*/ 148574 h 156217"/>
                <a:gd name="csX9" fmla="*/ 155740 w 196346"/>
                <a:gd name="csY9" fmla="*/ 147141 h 156217"/>
                <a:gd name="csX10" fmla="*/ 156218 w 196346"/>
                <a:gd name="csY10" fmla="*/ 144752 h 156217"/>
                <a:gd name="csX11" fmla="*/ 156218 w 196346"/>
                <a:gd name="csY11" fmla="*/ 142841 h 156217"/>
                <a:gd name="csX12" fmla="*/ 156218 w 196346"/>
                <a:gd name="csY12" fmla="*/ 140930 h 156217"/>
                <a:gd name="csX13" fmla="*/ 155740 w 196346"/>
                <a:gd name="csY13" fmla="*/ 132331 h 156217"/>
                <a:gd name="csX14" fmla="*/ 155740 w 196346"/>
                <a:gd name="csY14" fmla="*/ 130420 h 156217"/>
                <a:gd name="csX15" fmla="*/ 156218 w 196346"/>
                <a:gd name="csY15" fmla="*/ 128509 h 156217"/>
                <a:gd name="csX16" fmla="*/ 157173 w 196346"/>
                <a:gd name="csY16" fmla="*/ 127076 h 156217"/>
                <a:gd name="csX17" fmla="*/ 158128 w 196346"/>
                <a:gd name="csY17" fmla="*/ 125165 h 156217"/>
                <a:gd name="csX18" fmla="*/ 158606 w 196346"/>
                <a:gd name="csY18" fmla="*/ 123732 h 156217"/>
                <a:gd name="csX19" fmla="*/ 159084 w 196346"/>
                <a:gd name="csY19" fmla="*/ 122776 h 156217"/>
                <a:gd name="csX20" fmla="*/ 160039 w 196346"/>
                <a:gd name="csY20" fmla="*/ 121821 h 156217"/>
                <a:gd name="csX21" fmla="*/ 160995 w 196346"/>
                <a:gd name="csY21" fmla="*/ 120866 h 156217"/>
                <a:gd name="csX22" fmla="*/ 161472 w 196346"/>
                <a:gd name="csY22" fmla="*/ 120866 h 156217"/>
                <a:gd name="csX23" fmla="*/ 162428 w 196346"/>
                <a:gd name="csY23" fmla="*/ 119910 h 156217"/>
                <a:gd name="csX24" fmla="*/ 162428 w 196346"/>
                <a:gd name="csY24" fmla="*/ 119433 h 156217"/>
                <a:gd name="csX25" fmla="*/ 163384 w 196346"/>
                <a:gd name="csY25" fmla="*/ 117999 h 156217"/>
                <a:gd name="csX26" fmla="*/ 164339 w 196346"/>
                <a:gd name="csY26" fmla="*/ 116566 h 156217"/>
                <a:gd name="csX27" fmla="*/ 164817 w 196346"/>
                <a:gd name="csY27" fmla="*/ 115610 h 156217"/>
                <a:gd name="csX28" fmla="*/ 164817 w 196346"/>
                <a:gd name="csY28" fmla="*/ 113700 h 156217"/>
                <a:gd name="csX29" fmla="*/ 164817 w 196346"/>
                <a:gd name="csY29" fmla="*/ 111789 h 156217"/>
                <a:gd name="csX30" fmla="*/ 164339 w 196346"/>
                <a:gd name="csY30" fmla="*/ 110833 h 156217"/>
                <a:gd name="csX31" fmla="*/ 163384 w 196346"/>
                <a:gd name="csY31" fmla="*/ 109878 h 156217"/>
                <a:gd name="csX32" fmla="*/ 162906 w 196346"/>
                <a:gd name="csY32" fmla="*/ 108445 h 156217"/>
                <a:gd name="csX33" fmla="*/ 162906 w 196346"/>
                <a:gd name="csY33" fmla="*/ 107011 h 156217"/>
                <a:gd name="csX34" fmla="*/ 162906 w 196346"/>
                <a:gd name="csY34" fmla="*/ 107011 h 156217"/>
                <a:gd name="csX35" fmla="*/ 161950 w 196346"/>
                <a:gd name="csY35" fmla="*/ 106534 h 156217"/>
                <a:gd name="csX36" fmla="*/ 161472 w 196346"/>
                <a:gd name="csY36" fmla="*/ 106056 h 156217"/>
                <a:gd name="csX37" fmla="*/ 160517 w 196346"/>
                <a:gd name="csY37" fmla="*/ 104145 h 156217"/>
                <a:gd name="csX38" fmla="*/ 159561 w 196346"/>
                <a:gd name="csY38" fmla="*/ 103190 h 156217"/>
                <a:gd name="csX39" fmla="*/ 158606 w 196346"/>
                <a:gd name="csY39" fmla="*/ 102712 h 156217"/>
                <a:gd name="csX40" fmla="*/ 158606 w 196346"/>
                <a:gd name="csY40" fmla="*/ 102234 h 156217"/>
                <a:gd name="csX41" fmla="*/ 157651 w 196346"/>
                <a:gd name="csY41" fmla="*/ 101279 h 156217"/>
                <a:gd name="csX42" fmla="*/ 156695 w 196346"/>
                <a:gd name="csY42" fmla="*/ 101279 h 156217"/>
                <a:gd name="csX43" fmla="*/ 156218 w 196346"/>
                <a:gd name="csY43" fmla="*/ 100801 h 156217"/>
                <a:gd name="csX44" fmla="*/ 156218 w 196346"/>
                <a:gd name="csY44" fmla="*/ 99845 h 156217"/>
                <a:gd name="csX45" fmla="*/ 158606 w 196346"/>
                <a:gd name="csY45" fmla="*/ 99845 h 156217"/>
                <a:gd name="csX46" fmla="*/ 162428 w 196346"/>
                <a:gd name="csY46" fmla="*/ 99845 h 156217"/>
                <a:gd name="csX47" fmla="*/ 164339 w 196346"/>
                <a:gd name="csY47" fmla="*/ 99845 h 156217"/>
                <a:gd name="csX48" fmla="*/ 164339 w 196346"/>
                <a:gd name="csY48" fmla="*/ 100323 h 156217"/>
                <a:gd name="csX49" fmla="*/ 163861 w 196346"/>
                <a:gd name="csY49" fmla="*/ 101279 h 156217"/>
                <a:gd name="csX50" fmla="*/ 163861 w 196346"/>
                <a:gd name="csY50" fmla="*/ 102234 h 156217"/>
                <a:gd name="csX51" fmla="*/ 164817 w 196346"/>
                <a:gd name="csY51" fmla="*/ 103190 h 156217"/>
                <a:gd name="csX52" fmla="*/ 164817 w 196346"/>
                <a:gd name="csY52" fmla="*/ 104145 h 156217"/>
                <a:gd name="csX53" fmla="*/ 164817 w 196346"/>
                <a:gd name="csY53" fmla="*/ 105578 h 156217"/>
                <a:gd name="csX54" fmla="*/ 166250 w 196346"/>
                <a:gd name="csY54" fmla="*/ 106056 h 156217"/>
                <a:gd name="csX55" fmla="*/ 166250 w 196346"/>
                <a:gd name="csY55" fmla="*/ 106056 h 156217"/>
                <a:gd name="csX56" fmla="*/ 166727 w 196346"/>
                <a:gd name="csY56" fmla="*/ 107011 h 156217"/>
                <a:gd name="csX57" fmla="*/ 167683 w 196346"/>
                <a:gd name="csY57" fmla="*/ 107011 h 156217"/>
                <a:gd name="csX58" fmla="*/ 167683 w 196346"/>
                <a:gd name="csY58" fmla="*/ 107489 h 156217"/>
                <a:gd name="csX59" fmla="*/ 167205 w 196346"/>
                <a:gd name="csY59" fmla="*/ 108445 h 156217"/>
                <a:gd name="csX60" fmla="*/ 167683 w 196346"/>
                <a:gd name="csY60" fmla="*/ 108445 h 156217"/>
                <a:gd name="csX61" fmla="*/ 168638 w 196346"/>
                <a:gd name="csY61" fmla="*/ 108445 h 156217"/>
                <a:gd name="csX62" fmla="*/ 169594 w 196346"/>
                <a:gd name="csY62" fmla="*/ 107489 h 156217"/>
                <a:gd name="csX63" fmla="*/ 170072 w 196346"/>
                <a:gd name="csY63" fmla="*/ 107011 h 156217"/>
                <a:gd name="csX64" fmla="*/ 170549 w 196346"/>
                <a:gd name="csY64" fmla="*/ 107011 h 156217"/>
                <a:gd name="csX65" fmla="*/ 171027 w 196346"/>
                <a:gd name="csY65" fmla="*/ 107489 h 156217"/>
                <a:gd name="csX66" fmla="*/ 170549 w 196346"/>
                <a:gd name="csY66" fmla="*/ 107967 h 156217"/>
                <a:gd name="csX67" fmla="*/ 170072 w 196346"/>
                <a:gd name="csY67" fmla="*/ 108922 h 156217"/>
                <a:gd name="csX68" fmla="*/ 170072 w 196346"/>
                <a:gd name="csY68" fmla="*/ 109400 h 156217"/>
                <a:gd name="csX69" fmla="*/ 169594 w 196346"/>
                <a:gd name="csY69" fmla="*/ 110356 h 156217"/>
                <a:gd name="csX70" fmla="*/ 167683 w 196346"/>
                <a:gd name="csY70" fmla="*/ 111789 h 156217"/>
                <a:gd name="csX71" fmla="*/ 167683 w 196346"/>
                <a:gd name="csY71" fmla="*/ 112267 h 156217"/>
                <a:gd name="csX72" fmla="*/ 168161 w 196346"/>
                <a:gd name="csY72" fmla="*/ 112267 h 156217"/>
                <a:gd name="csX73" fmla="*/ 169594 w 196346"/>
                <a:gd name="csY73" fmla="*/ 111311 h 156217"/>
                <a:gd name="csX74" fmla="*/ 171027 w 196346"/>
                <a:gd name="csY74" fmla="*/ 111311 h 156217"/>
                <a:gd name="csX75" fmla="*/ 171983 w 196346"/>
                <a:gd name="csY75" fmla="*/ 111789 h 156217"/>
                <a:gd name="csX76" fmla="*/ 172460 w 196346"/>
                <a:gd name="csY76" fmla="*/ 111789 h 156217"/>
                <a:gd name="csX77" fmla="*/ 172460 w 196346"/>
                <a:gd name="csY77" fmla="*/ 112744 h 156217"/>
                <a:gd name="csX78" fmla="*/ 171983 w 196346"/>
                <a:gd name="csY78" fmla="*/ 113700 h 156217"/>
                <a:gd name="csX79" fmla="*/ 171505 w 196346"/>
                <a:gd name="csY79" fmla="*/ 115610 h 156217"/>
                <a:gd name="csX80" fmla="*/ 171983 w 196346"/>
                <a:gd name="csY80" fmla="*/ 116088 h 156217"/>
                <a:gd name="csX81" fmla="*/ 172938 w 196346"/>
                <a:gd name="csY81" fmla="*/ 115133 h 156217"/>
                <a:gd name="csX82" fmla="*/ 174371 w 196346"/>
                <a:gd name="csY82" fmla="*/ 114177 h 156217"/>
                <a:gd name="csX83" fmla="*/ 176760 w 196346"/>
                <a:gd name="csY83" fmla="*/ 113222 h 156217"/>
                <a:gd name="csX84" fmla="*/ 177238 w 196346"/>
                <a:gd name="csY84" fmla="*/ 113700 h 156217"/>
                <a:gd name="csX85" fmla="*/ 178193 w 196346"/>
                <a:gd name="csY85" fmla="*/ 115610 h 156217"/>
                <a:gd name="csX86" fmla="*/ 181059 w 196346"/>
                <a:gd name="csY86" fmla="*/ 117044 h 156217"/>
                <a:gd name="csX87" fmla="*/ 185359 w 196346"/>
                <a:gd name="csY87" fmla="*/ 118955 h 156217"/>
                <a:gd name="csX88" fmla="*/ 188225 w 196346"/>
                <a:gd name="csY88" fmla="*/ 119433 h 156217"/>
                <a:gd name="csX89" fmla="*/ 189181 w 196346"/>
                <a:gd name="csY89" fmla="*/ 118477 h 156217"/>
                <a:gd name="csX90" fmla="*/ 190136 w 196346"/>
                <a:gd name="csY90" fmla="*/ 117521 h 156217"/>
                <a:gd name="csX91" fmla="*/ 190136 w 196346"/>
                <a:gd name="csY91" fmla="*/ 115133 h 156217"/>
                <a:gd name="csX92" fmla="*/ 189659 w 196346"/>
                <a:gd name="csY92" fmla="*/ 113700 h 156217"/>
                <a:gd name="csX93" fmla="*/ 188703 w 196346"/>
                <a:gd name="csY93" fmla="*/ 112744 h 156217"/>
                <a:gd name="csX94" fmla="*/ 187748 w 196346"/>
                <a:gd name="csY94" fmla="*/ 112267 h 156217"/>
                <a:gd name="csX95" fmla="*/ 187748 w 196346"/>
                <a:gd name="csY95" fmla="*/ 111311 h 156217"/>
                <a:gd name="csX96" fmla="*/ 188703 w 196346"/>
                <a:gd name="csY96" fmla="*/ 110833 h 156217"/>
                <a:gd name="csX97" fmla="*/ 190136 w 196346"/>
                <a:gd name="csY97" fmla="*/ 109878 h 156217"/>
                <a:gd name="csX98" fmla="*/ 191569 w 196346"/>
                <a:gd name="csY98" fmla="*/ 109878 h 156217"/>
                <a:gd name="csX99" fmla="*/ 191569 w 196346"/>
                <a:gd name="csY99" fmla="*/ 109878 h 156217"/>
                <a:gd name="csX100" fmla="*/ 191092 w 196346"/>
                <a:gd name="csY100" fmla="*/ 110833 h 156217"/>
                <a:gd name="csX101" fmla="*/ 191569 w 196346"/>
                <a:gd name="csY101" fmla="*/ 111311 h 156217"/>
                <a:gd name="csX102" fmla="*/ 192047 w 196346"/>
                <a:gd name="csY102" fmla="*/ 111311 h 156217"/>
                <a:gd name="csX103" fmla="*/ 192525 w 196346"/>
                <a:gd name="csY103" fmla="*/ 111311 h 156217"/>
                <a:gd name="csX104" fmla="*/ 193480 w 196346"/>
                <a:gd name="csY104" fmla="*/ 112267 h 156217"/>
                <a:gd name="csX105" fmla="*/ 195869 w 196346"/>
                <a:gd name="csY105" fmla="*/ 112744 h 156217"/>
                <a:gd name="csX106" fmla="*/ 196347 w 196346"/>
                <a:gd name="csY106" fmla="*/ 112267 h 156217"/>
                <a:gd name="csX107" fmla="*/ 195869 w 196346"/>
                <a:gd name="csY107" fmla="*/ 111789 h 156217"/>
                <a:gd name="csX108" fmla="*/ 195869 w 196346"/>
                <a:gd name="csY108" fmla="*/ 110833 h 156217"/>
                <a:gd name="csX109" fmla="*/ 196347 w 196346"/>
                <a:gd name="csY109" fmla="*/ 109878 h 156217"/>
                <a:gd name="csX110" fmla="*/ 195869 w 196346"/>
                <a:gd name="csY110" fmla="*/ 109400 h 156217"/>
                <a:gd name="csX111" fmla="*/ 195391 w 196346"/>
                <a:gd name="csY111" fmla="*/ 109878 h 156217"/>
                <a:gd name="csX112" fmla="*/ 195391 w 196346"/>
                <a:gd name="csY112" fmla="*/ 110833 h 156217"/>
                <a:gd name="csX113" fmla="*/ 194914 w 196346"/>
                <a:gd name="csY113" fmla="*/ 111311 h 156217"/>
                <a:gd name="csX114" fmla="*/ 194436 w 196346"/>
                <a:gd name="csY114" fmla="*/ 110833 h 156217"/>
                <a:gd name="csX115" fmla="*/ 194436 w 196346"/>
                <a:gd name="csY115" fmla="*/ 109878 h 156217"/>
                <a:gd name="csX116" fmla="*/ 193958 w 196346"/>
                <a:gd name="csY116" fmla="*/ 109400 h 156217"/>
                <a:gd name="csX117" fmla="*/ 193480 w 196346"/>
                <a:gd name="csY117" fmla="*/ 107967 h 156217"/>
                <a:gd name="csX118" fmla="*/ 192047 w 196346"/>
                <a:gd name="csY118" fmla="*/ 107489 h 156217"/>
                <a:gd name="csX119" fmla="*/ 191569 w 196346"/>
                <a:gd name="csY119" fmla="*/ 107011 h 156217"/>
                <a:gd name="csX120" fmla="*/ 191569 w 196346"/>
                <a:gd name="csY120" fmla="*/ 106534 h 156217"/>
                <a:gd name="csX121" fmla="*/ 191092 w 196346"/>
                <a:gd name="csY121" fmla="*/ 106056 h 156217"/>
                <a:gd name="csX122" fmla="*/ 190614 w 196346"/>
                <a:gd name="csY122" fmla="*/ 106056 h 156217"/>
                <a:gd name="csX123" fmla="*/ 189659 w 196346"/>
                <a:gd name="csY123" fmla="*/ 104623 h 156217"/>
                <a:gd name="csX124" fmla="*/ 188225 w 196346"/>
                <a:gd name="csY124" fmla="*/ 103667 h 156217"/>
                <a:gd name="csX125" fmla="*/ 188225 w 196346"/>
                <a:gd name="csY125" fmla="*/ 103190 h 156217"/>
                <a:gd name="csX126" fmla="*/ 189659 w 196346"/>
                <a:gd name="csY126" fmla="*/ 102712 h 156217"/>
                <a:gd name="csX127" fmla="*/ 190136 w 196346"/>
                <a:gd name="csY127" fmla="*/ 102234 h 156217"/>
                <a:gd name="csX128" fmla="*/ 189659 w 196346"/>
                <a:gd name="csY128" fmla="*/ 101756 h 156217"/>
                <a:gd name="csX129" fmla="*/ 189181 w 196346"/>
                <a:gd name="csY129" fmla="*/ 101279 h 156217"/>
                <a:gd name="csX130" fmla="*/ 188703 w 196346"/>
                <a:gd name="csY130" fmla="*/ 100801 h 156217"/>
                <a:gd name="csX131" fmla="*/ 188225 w 196346"/>
                <a:gd name="csY131" fmla="*/ 101279 h 156217"/>
                <a:gd name="csX132" fmla="*/ 187748 w 196346"/>
                <a:gd name="csY132" fmla="*/ 101279 h 156217"/>
                <a:gd name="csX133" fmla="*/ 187748 w 196346"/>
                <a:gd name="csY133" fmla="*/ 100801 h 156217"/>
                <a:gd name="csX134" fmla="*/ 187748 w 196346"/>
                <a:gd name="csY134" fmla="*/ 99845 h 156217"/>
                <a:gd name="csX135" fmla="*/ 189181 w 196346"/>
                <a:gd name="csY135" fmla="*/ 98412 h 156217"/>
                <a:gd name="csX136" fmla="*/ 189181 w 196346"/>
                <a:gd name="csY136" fmla="*/ 97457 h 156217"/>
                <a:gd name="csX137" fmla="*/ 188703 w 196346"/>
                <a:gd name="csY137" fmla="*/ 96501 h 156217"/>
                <a:gd name="csX138" fmla="*/ 188225 w 196346"/>
                <a:gd name="csY138" fmla="*/ 96501 h 156217"/>
                <a:gd name="csX139" fmla="*/ 187270 w 196346"/>
                <a:gd name="csY139" fmla="*/ 96024 h 156217"/>
                <a:gd name="csX140" fmla="*/ 186314 w 196346"/>
                <a:gd name="csY140" fmla="*/ 96024 h 156217"/>
                <a:gd name="csX141" fmla="*/ 186314 w 196346"/>
                <a:gd name="csY141" fmla="*/ 96501 h 156217"/>
                <a:gd name="csX142" fmla="*/ 186792 w 196346"/>
                <a:gd name="csY142" fmla="*/ 97457 h 156217"/>
                <a:gd name="csX143" fmla="*/ 186314 w 196346"/>
                <a:gd name="csY143" fmla="*/ 97457 h 156217"/>
                <a:gd name="csX144" fmla="*/ 184881 w 196346"/>
                <a:gd name="csY144" fmla="*/ 96979 h 156217"/>
                <a:gd name="csX145" fmla="*/ 183926 w 196346"/>
                <a:gd name="csY145" fmla="*/ 96501 h 156217"/>
                <a:gd name="csX146" fmla="*/ 182970 w 196346"/>
                <a:gd name="csY146" fmla="*/ 96024 h 156217"/>
                <a:gd name="csX147" fmla="*/ 182493 w 196346"/>
                <a:gd name="csY147" fmla="*/ 94591 h 156217"/>
                <a:gd name="csX148" fmla="*/ 182015 w 196346"/>
                <a:gd name="csY148" fmla="*/ 93635 h 156217"/>
                <a:gd name="csX149" fmla="*/ 182493 w 196346"/>
                <a:gd name="csY149" fmla="*/ 91724 h 156217"/>
                <a:gd name="csX150" fmla="*/ 182015 w 196346"/>
                <a:gd name="csY150" fmla="*/ 90291 h 156217"/>
                <a:gd name="csX151" fmla="*/ 181537 w 196346"/>
                <a:gd name="csY151" fmla="*/ 90291 h 156217"/>
                <a:gd name="csX152" fmla="*/ 181537 w 196346"/>
                <a:gd name="csY152" fmla="*/ 90769 h 156217"/>
                <a:gd name="csX153" fmla="*/ 181059 w 196346"/>
                <a:gd name="csY153" fmla="*/ 91246 h 156217"/>
                <a:gd name="csX154" fmla="*/ 180582 w 196346"/>
                <a:gd name="csY154" fmla="*/ 91724 h 156217"/>
                <a:gd name="csX155" fmla="*/ 180104 w 196346"/>
                <a:gd name="csY155" fmla="*/ 91246 h 156217"/>
                <a:gd name="csX156" fmla="*/ 179626 w 196346"/>
                <a:gd name="csY156" fmla="*/ 90291 h 156217"/>
                <a:gd name="csX157" fmla="*/ 179149 w 196346"/>
                <a:gd name="csY157" fmla="*/ 89813 h 156217"/>
                <a:gd name="csX158" fmla="*/ 178193 w 196346"/>
                <a:gd name="csY158" fmla="*/ 88858 h 156217"/>
                <a:gd name="csX159" fmla="*/ 177715 w 196346"/>
                <a:gd name="csY159" fmla="*/ 87425 h 156217"/>
                <a:gd name="csX160" fmla="*/ 177238 w 196346"/>
                <a:gd name="csY160" fmla="*/ 86947 h 156217"/>
                <a:gd name="csX161" fmla="*/ 177238 w 196346"/>
                <a:gd name="csY161" fmla="*/ 86469 h 156217"/>
                <a:gd name="csX162" fmla="*/ 177238 w 196346"/>
                <a:gd name="csY162" fmla="*/ 85991 h 156217"/>
                <a:gd name="csX163" fmla="*/ 176282 w 196346"/>
                <a:gd name="csY163" fmla="*/ 85514 h 156217"/>
                <a:gd name="csX164" fmla="*/ 175804 w 196346"/>
                <a:gd name="csY164" fmla="*/ 84080 h 156217"/>
                <a:gd name="csX165" fmla="*/ 175327 w 196346"/>
                <a:gd name="csY165" fmla="*/ 83603 h 156217"/>
                <a:gd name="csX166" fmla="*/ 174371 w 196346"/>
                <a:gd name="csY166" fmla="*/ 82647 h 156217"/>
                <a:gd name="csX167" fmla="*/ 173893 w 196346"/>
                <a:gd name="csY167" fmla="*/ 82169 h 156217"/>
                <a:gd name="csX168" fmla="*/ 173893 w 196346"/>
                <a:gd name="csY168" fmla="*/ 81692 h 156217"/>
                <a:gd name="csX169" fmla="*/ 172460 w 196346"/>
                <a:gd name="csY169" fmla="*/ 81692 h 156217"/>
                <a:gd name="csX170" fmla="*/ 171027 w 196346"/>
                <a:gd name="csY170" fmla="*/ 81692 h 156217"/>
                <a:gd name="csX171" fmla="*/ 168161 w 196346"/>
                <a:gd name="csY171" fmla="*/ 82169 h 156217"/>
                <a:gd name="csX172" fmla="*/ 167205 w 196346"/>
                <a:gd name="csY172" fmla="*/ 81692 h 156217"/>
                <a:gd name="csX173" fmla="*/ 167205 w 196346"/>
                <a:gd name="csY173" fmla="*/ 80736 h 156217"/>
                <a:gd name="csX174" fmla="*/ 167205 w 196346"/>
                <a:gd name="csY174" fmla="*/ 80259 h 156217"/>
                <a:gd name="csX175" fmla="*/ 166727 w 196346"/>
                <a:gd name="csY175" fmla="*/ 80259 h 156217"/>
                <a:gd name="csX176" fmla="*/ 166250 w 196346"/>
                <a:gd name="csY176" fmla="*/ 80259 h 156217"/>
                <a:gd name="csX177" fmla="*/ 166250 w 196346"/>
                <a:gd name="csY177" fmla="*/ 80736 h 156217"/>
                <a:gd name="csX178" fmla="*/ 165294 w 196346"/>
                <a:gd name="csY178" fmla="*/ 81214 h 156217"/>
                <a:gd name="csX179" fmla="*/ 164339 w 196346"/>
                <a:gd name="csY179" fmla="*/ 81214 h 156217"/>
                <a:gd name="csX180" fmla="*/ 161472 w 196346"/>
                <a:gd name="csY180" fmla="*/ 80736 h 156217"/>
                <a:gd name="csX181" fmla="*/ 160039 w 196346"/>
                <a:gd name="csY181" fmla="*/ 80736 h 156217"/>
                <a:gd name="csX182" fmla="*/ 158128 w 196346"/>
                <a:gd name="csY182" fmla="*/ 81214 h 156217"/>
                <a:gd name="csX183" fmla="*/ 157651 w 196346"/>
                <a:gd name="csY183" fmla="*/ 81214 h 156217"/>
                <a:gd name="csX184" fmla="*/ 158606 w 196346"/>
                <a:gd name="csY184" fmla="*/ 80736 h 156217"/>
                <a:gd name="csX185" fmla="*/ 158128 w 196346"/>
                <a:gd name="csY185" fmla="*/ 80259 h 156217"/>
                <a:gd name="csX186" fmla="*/ 157651 w 196346"/>
                <a:gd name="csY186" fmla="*/ 80259 h 156217"/>
                <a:gd name="csX187" fmla="*/ 157651 w 196346"/>
                <a:gd name="csY187" fmla="*/ 79781 h 156217"/>
                <a:gd name="csX188" fmla="*/ 157651 w 196346"/>
                <a:gd name="csY188" fmla="*/ 79303 h 156217"/>
                <a:gd name="csX189" fmla="*/ 159561 w 196346"/>
                <a:gd name="csY189" fmla="*/ 78348 h 156217"/>
                <a:gd name="csX190" fmla="*/ 159561 w 196346"/>
                <a:gd name="csY190" fmla="*/ 78348 h 156217"/>
                <a:gd name="csX191" fmla="*/ 158128 w 196346"/>
                <a:gd name="csY191" fmla="*/ 77392 h 156217"/>
                <a:gd name="csX192" fmla="*/ 157173 w 196346"/>
                <a:gd name="csY192" fmla="*/ 77392 h 156217"/>
                <a:gd name="csX193" fmla="*/ 157173 w 196346"/>
                <a:gd name="csY193" fmla="*/ 77870 h 156217"/>
                <a:gd name="csX194" fmla="*/ 156695 w 196346"/>
                <a:gd name="csY194" fmla="*/ 78348 h 156217"/>
                <a:gd name="csX195" fmla="*/ 155740 w 196346"/>
                <a:gd name="csY195" fmla="*/ 78826 h 156217"/>
                <a:gd name="csX196" fmla="*/ 155262 w 196346"/>
                <a:gd name="csY196" fmla="*/ 78826 h 156217"/>
                <a:gd name="csX197" fmla="*/ 155262 w 196346"/>
                <a:gd name="csY197" fmla="*/ 78826 h 156217"/>
                <a:gd name="csX198" fmla="*/ 155262 w 196346"/>
                <a:gd name="csY198" fmla="*/ 78826 h 156217"/>
                <a:gd name="csX199" fmla="*/ 154784 w 196346"/>
                <a:gd name="csY199" fmla="*/ 77870 h 156217"/>
                <a:gd name="csX200" fmla="*/ 153829 w 196346"/>
                <a:gd name="csY200" fmla="*/ 77392 h 156217"/>
                <a:gd name="csX201" fmla="*/ 150007 w 196346"/>
                <a:gd name="csY201" fmla="*/ 76914 h 156217"/>
                <a:gd name="csX202" fmla="*/ 148096 w 196346"/>
                <a:gd name="csY202" fmla="*/ 76914 h 156217"/>
                <a:gd name="csX203" fmla="*/ 146663 w 196346"/>
                <a:gd name="csY203" fmla="*/ 76914 h 156217"/>
                <a:gd name="csX204" fmla="*/ 144274 w 196346"/>
                <a:gd name="csY204" fmla="*/ 76437 h 156217"/>
                <a:gd name="csX205" fmla="*/ 143319 w 196346"/>
                <a:gd name="csY205" fmla="*/ 75481 h 156217"/>
                <a:gd name="csX206" fmla="*/ 138542 w 196346"/>
                <a:gd name="csY206" fmla="*/ 75959 h 156217"/>
                <a:gd name="csX207" fmla="*/ 137586 w 196346"/>
                <a:gd name="csY207" fmla="*/ 75959 h 156217"/>
                <a:gd name="csX208" fmla="*/ 137108 w 196346"/>
                <a:gd name="csY208" fmla="*/ 75959 h 156217"/>
                <a:gd name="csX209" fmla="*/ 136153 w 196346"/>
                <a:gd name="csY209" fmla="*/ 75003 h 156217"/>
                <a:gd name="csX210" fmla="*/ 132809 w 196346"/>
                <a:gd name="csY210" fmla="*/ 75481 h 156217"/>
                <a:gd name="csX211" fmla="*/ 129942 w 196346"/>
                <a:gd name="csY211" fmla="*/ 75959 h 156217"/>
                <a:gd name="csX212" fmla="*/ 121343 w 196346"/>
                <a:gd name="csY212" fmla="*/ 74048 h 156217"/>
                <a:gd name="csX213" fmla="*/ 119432 w 196346"/>
                <a:gd name="csY213" fmla="*/ 73570 h 156217"/>
                <a:gd name="csX214" fmla="*/ 118954 w 196346"/>
                <a:gd name="csY214" fmla="*/ 73093 h 156217"/>
                <a:gd name="csX215" fmla="*/ 117521 w 196346"/>
                <a:gd name="csY215" fmla="*/ 73093 h 156217"/>
                <a:gd name="csX216" fmla="*/ 113700 w 196346"/>
                <a:gd name="csY216" fmla="*/ 72615 h 156217"/>
                <a:gd name="csX217" fmla="*/ 113222 w 196346"/>
                <a:gd name="csY217" fmla="*/ 72615 h 156217"/>
                <a:gd name="csX218" fmla="*/ 113222 w 196346"/>
                <a:gd name="csY218" fmla="*/ 71660 h 156217"/>
                <a:gd name="csX219" fmla="*/ 111789 w 196346"/>
                <a:gd name="csY219" fmla="*/ 71660 h 156217"/>
                <a:gd name="csX220" fmla="*/ 109878 w 196346"/>
                <a:gd name="csY220" fmla="*/ 71660 h 156217"/>
                <a:gd name="csX221" fmla="*/ 108922 w 196346"/>
                <a:gd name="csY221" fmla="*/ 71182 h 156217"/>
                <a:gd name="csX222" fmla="*/ 108445 w 196346"/>
                <a:gd name="csY222" fmla="*/ 70226 h 156217"/>
                <a:gd name="csX223" fmla="*/ 108445 w 196346"/>
                <a:gd name="csY223" fmla="*/ 69271 h 156217"/>
                <a:gd name="csX224" fmla="*/ 108922 w 196346"/>
                <a:gd name="csY224" fmla="*/ 68315 h 156217"/>
                <a:gd name="csX225" fmla="*/ 108922 w 196346"/>
                <a:gd name="csY225" fmla="*/ 67360 h 156217"/>
                <a:gd name="csX226" fmla="*/ 108445 w 196346"/>
                <a:gd name="csY226" fmla="*/ 66404 h 156217"/>
                <a:gd name="csX227" fmla="*/ 107967 w 196346"/>
                <a:gd name="csY227" fmla="*/ 66404 h 156217"/>
                <a:gd name="csX228" fmla="*/ 107489 w 196346"/>
                <a:gd name="csY228" fmla="*/ 65927 h 156217"/>
                <a:gd name="csX229" fmla="*/ 106056 w 196346"/>
                <a:gd name="csY229" fmla="*/ 65927 h 156217"/>
                <a:gd name="csX230" fmla="*/ 104145 w 196346"/>
                <a:gd name="csY230" fmla="*/ 66404 h 156217"/>
                <a:gd name="csX231" fmla="*/ 102234 w 196346"/>
                <a:gd name="csY231" fmla="*/ 66882 h 156217"/>
                <a:gd name="csX232" fmla="*/ 101756 w 196346"/>
                <a:gd name="csY232" fmla="*/ 67360 h 156217"/>
                <a:gd name="csX233" fmla="*/ 101279 w 196346"/>
                <a:gd name="csY233" fmla="*/ 67837 h 156217"/>
                <a:gd name="csX234" fmla="*/ 100801 w 196346"/>
                <a:gd name="csY234" fmla="*/ 67837 h 156217"/>
                <a:gd name="csX235" fmla="*/ 99368 w 196346"/>
                <a:gd name="csY235" fmla="*/ 66404 h 156217"/>
                <a:gd name="csX236" fmla="*/ 99368 w 196346"/>
                <a:gd name="csY236" fmla="*/ 65449 h 156217"/>
                <a:gd name="csX237" fmla="*/ 99845 w 196346"/>
                <a:gd name="csY237" fmla="*/ 64971 h 156217"/>
                <a:gd name="csX238" fmla="*/ 101279 w 196346"/>
                <a:gd name="csY238" fmla="*/ 62583 h 156217"/>
                <a:gd name="csX239" fmla="*/ 102234 w 196346"/>
                <a:gd name="csY239" fmla="*/ 61627 h 156217"/>
                <a:gd name="csX240" fmla="*/ 101756 w 196346"/>
                <a:gd name="csY240" fmla="*/ 60672 h 156217"/>
                <a:gd name="csX241" fmla="*/ 101279 w 196346"/>
                <a:gd name="csY241" fmla="*/ 61149 h 156217"/>
                <a:gd name="csX242" fmla="*/ 100801 w 196346"/>
                <a:gd name="csY242" fmla="*/ 61627 h 156217"/>
                <a:gd name="csX243" fmla="*/ 100323 w 196346"/>
                <a:gd name="csY243" fmla="*/ 62105 h 156217"/>
                <a:gd name="csX244" fmla="*/ 99845 w 196346"/>
                <a:gd name="csY244" fmla="*/ 62105 h 156217"/>
                <a:gd name="csX245" fmla="*/ 99845 w 196346"/>
                <a:gd name="csY245" fmla="*/ 61149 h 156217"/>
                <a:gd name="csX246" fmla="*/ 99845 w 196346"/>
                <a:gd name="csY246" fmla="*/ 59238 h 156217"/>
                <a:gd name="csX247" fmla="*/ 100323 w 196346"/>
                <a:gd name="csY247" fmla="*/ 58761 h 156217"/>
                <a:gd name="csX248" fmla="*/ 101279 w 196346"/>
                <a:gd name="csY248" fmla="*/ 58283 h 156217"/>
                <a:gd name="csX249" fmla="*/ 102712 w 196346"/>
                <a:gd name="csY249" fmla="*/ 58283 h 156217"/>
                <a:gd name="csX250" fmla="*/ 103189 w 196346"/>
                <a:gd name="csY250" fmla="*/ 58283 h 156217"/>
                <a:gd name="csX251" fmla="*/ 103667 w 196346"/>
                <a:gd name="csY251" fmla="*/ 57328 h 156217"/>
                <a:gd name="csX252" fmla="*/ 103189 w 196346"/>
                <a:gd name="csY252" fmla="*/ 56850 h 156217"/>
                <a:gd name="csX253" fmla="*/ 102234 w 196346"/>
                <a:gd name="csY253" fmla="*/ 55894 h 156217"/>
                <a:gd name="csX254" fmla="*/ 101279 w 196346"/>
                <a:gd name="csY254" fmla="*/ 55894 h 156217"/>
                <a:gd name="csX255" fmla="*/ 99845 w 196346"/>
                <a:gd name="csY255" fmla="*/ 55417 h 156217"/>
                <a:gd name="csX256" fmla="*/ 99368 w 196346"/>
                <a:gd name="csY256" fmla="*/ 55894 h 156217"/>
                <a:gd name="csX257" fmla="*/ 98890 w 196346"/>
                <a:gd name="csY257" fmla="*/ 56372 h 156217"/>
                <a:gd name="csX258" fmla="*/ 98412 w 196346"/>
                <a:gd name="csY258" fmla="*/ 56372 h 156217"/>
                <a:gd name="csX259" fmla="*/ 97935 w 196346"/>
                <a:gd name="csY259" fmla="*/ 55417 h 156217"/>
                <a:gd name="csX260" fmla="*/ 96024 w 196346"/>
                <a:gd name="csY260" fmla="*/ 54461 h 156217"/>
                <a:gd name="csX261" fmla="*/ 95546 w 196346"/>
                <a:gd name="csY261" fmla="*/ 53984 h 156217"/>
                <a:gd name="csX262" fmla="*/ 95546 w 196346"/>
                <a:gd name="csY262" fmla="*/ 53028 h 156217"/>
                <a:gd name="csX263" fmla="*/ 96501 w 196346"/>
                <a:gd name="csY263" fmla="*/ 51117 h 156217"/>
                <a:gd name="csX264" fmla="*/ 96501 w 196346"/>
                <a:gd name="csY264" fmla="*/ 50162 h 156217"/>
                <a:gd name="csX265" fmla="*/ 96979 w 196346"/>
                <a:gd name="csY265" fmla="*/ 49206 h 156217"/>
                <a:gd name="csX266" fmla="*/ 98412 w 196346"/>
                <a:gd name="csY266" fmla="*/ 46818 h 156217"/>
                <a:gd name="csX267" fmla="*/ 98890 w 196346"/>
                <a:gd name="csY267" fmla="*/ 45862 h 156217"/>
                <a:gd name="csX268" fmla="*/ 98412 w 196346"/>
                <a:gd name="csY268" fmla="*/ 44907 h 156217"/>
                <a:gd name="csX269" fmla="*/ 97935 w 196346"/>
                <a:gd name="csY269" fmla="*/ 44429 h 156217"/>
                <a:gd name="csX270" fmla="*/ 97457 w 196346"/>
                <a:gd name="csY270" fmla="*/ 44429 h 156217"/>
                <a:gd name="csX271" fmla="*/ 96979 w 196346"/>
                <a:gd name="csY271" fmla="*/ 43951 h 156217"/>
                <a:gd name="csX272" fmla="*/ 96501 w 196346"/>
                <a:gd name="csY272" fmla="*/ 42996 h 156217"/>
                <a:gd name="csX273" fmla="*/ 95546 w 196346"/>
                <a:gd name="csY273" fmla="*/ 42040 h 156217"/>
                <a:gd name="csX274" fmla="*/ 93635 w 196346"/>
                <a:gd name="csY274" fmla="*/ 41085 h 156217"/>
                <a:gd name="csX275" fmla="*/ 92202 w 196346"/>
                <a:gd name="csY275" fmla="*/ 39652 h 156217"/>
                <a:gd name="csX276" fmla="*/ 90769 w 196346"/>
                <a:gd name="csY276" fmla="*/ 38218 h 156217"/>
                <a:gd name="csX277" fmla="*/ 90769 w 196346"/>
                <a:gd name="csY277" fmla="*/ 37263 h 156217"/>
                <a:gd name="csX278" fmla="*/ 91246 w 196346"/>
                <a:gd name="csY278" fmla="*/ 36307 h 156217"/>
                <a:gd name="csX279" fmla="*/ 91246 w 196346"/>
                <a:gd name="csY279" fmla="*/ 35352 h 156217"/>
                <a:gd name="csX280" fmla="*/ 91246 w 196346"/>
                <a:gd name="csY280" fmla="*/ 34874 h 156217"/>
                <a:gd name="csX281" fmla="*/ 91724 w 196346"/>
                <a:gd name="csY281" fmla="*/ 34397 h 156217"/>
                <a:gd name="csX282" fmla="*/ 92202 w 196346"/>
                <a:gd name="csY282" fmla="*/ 32963 h 156217"/>
                <a:gd name="csX283" fmla="*/ 92679 w 196346"/>
                <a:gd name="csY283" fmla="*/ 32008 h 156217"/>
                <a:gd name="csX284" fmla="*/ 92679 w 196346"/>
                <a:gd name="csY284" fmla="*/ 31052 h 156217"/>
                <a:gd name="csX285" fmla="*/ 93635 w 196346"/>
                <a:gd name="csY285" fmla="*/ 30097 h 156217"/>
                <a:gd name="csX286" fmla="*/ 94113 w 196346"/>
                <a:gd name="csY286" fmla="*/ 29142 h 156217"/>
                <a:gd name="csX287" fmla="*/ 93635 w 196346"/>
                <a:gd name="csY287" fmla="*/ 28664 h 156217"/>
                <a:gd name="csX288" fmla="*/ 91724 w 196346"/>
                <a:gd name="csY288" fmla="*/ 28186 h 156217"/>
                <a:gd name="csX289" fmla="*/ 87424 w 196346"/>
                <a:gd name="csY289" fmla="*/ 28664 h 156217"/>
                <a:gd name="csX290" fmla="*/ 84080 w 196346"/>
                <a:gd name="csY290" fmla="*/ 28664 h 156217"/>
                <a:gd name="csX291" fmla="*/ 81692 w 196346"/>
                <a:gd name="csY291" fmla="*/ 29142 h 156217"/>
                <a:gd name="csX292" fmla="*/ 78825 w 196346"/>
                <a:gd name="csY292" fmla="*/ 28664 h 156217"/>
                <a:gd name="csX293" fmla="*/ 75481 w 196346"/>
                <a:gd name="csY293" fmla="*/ 28186 h 156217"/>
                <a:gd name="csX294" fmla="*/ 72615 w 196346"/>
                <a:gd name="csY294" fmla="*/ 26753 h 156217"/>
                <a:gd name="csX295" fmla="*/ 70704 w 196346"/>
                <a:gd name="csY295" fmla="*/ 23886 h 156217"/>
                <a:gd name="csX296" fmla="*/ 68793 w 196346"/>
                <a:gd name="csY296" fmla="*/ 21498 h 156217"/>
                <a:gd name="csX297" fmla="*/ 67838 w 196346"/>
                <a:gd name="csY297" fmla="*/ 19109 h 156217"/>
                <a:gd name="csX298" fmla="*/ 67360 w 196346"/>
                <a:gd name="csY298" fmla="*/ 16721 h 156217"/>
                <a:gd name="csX299" fmla="*/ 67360 w 196346"/>
                <a:gd name="csY299" fmla="*/ 16243 h 156217"/>
                <a:gd name="csX300" fmla="*/ 66882 w 196346"/>
                <a:gd name="csY300" fmla="*/ 15765 h 156217"/>
                <a:gd name="csX301" fmla="*/ 66404 w 196346"/>
                <a:gd name="csY301" fmla="*/ 14332 h 156217"/>
                <a:gd name="csX302" fmla="*/ 65927 w 196346"/>
                <a:gd name="csY302" fmla="*/ 12421 h 156217"/>
                <a:gd name="csX303" fmla="*/ 65449 w 196346"/>
                <a:gd name="csY303" fmla="*/ 10988 h 156217"/>
                <a:gd name="csX304" fmla="*/ 64971 w 196346"/>
                <a:gd name="csY304" fmla="*/ 10510 h 156217"/>
                <a:gd name="csX305" fmla="*/ 64493 w 196346"/>
                <a:gd name="csY305" fmla="*/ 10032 h 156217"/>
                <a:gd name="csX306" fmla="*/ 63538 w 196346"/>
                <a:gd name="csY306" fmla="*/ 8599 h 156217"/>
                <a:gd name="csX307" fmla="*/ 63538 w 196346"/>
                <a:gd name="csY307" fmla="*/ 7644 h 156217"/>
                <a:gd name="csX308" fmla="*/ 63060 w 196346"/>
                <a:gd name="csY308" fmla="*/ 7166 h 156217"/>
                <a:gd name="csX309" fmla="*/ 62582 w 196346"/>
                <a:gd name="csY309" fmla="*/ 6688 h 156217"/>
                <a:gd name="csX310" fmla="*/ 62105 w 196346"/>
                <a:gd name="csY310" fmla="*/ 6211 h 156217"/>
                <a:gd name="csX311" fmla="*/ 59716 w 196346"/>
                <a:gd name="csY311" fmla="*/ 6688 h 156217"/>
                <a:gd name="csX312" fmla="*/ 58761 w 196346"/>
                <a:gd name="csY312" fmla="*/ 6211 h 156217"/>
                <a:gd name="csX313" fmla="*/ 58283 w 196346"/>
                <a:gd name="csY313" fmla="*/ 5733 h 156217"/>
                <a:gd name="csX314" fmla="*/ 57328 w 196346"/>
                <a:gd name="csY314" fmla="*/ 5255 h 156217"/>
                <a:gd name="csX315" fmla="*/ 56372 w 196346"/>
                <a:gd name="csY315" fmla="*/ 5255 h 156217"/>
                <a:gd name="csX316" fmla="*/ 54939 w 196346"/>
                <a:gd name="csY316" fmla="*/ 6211 h 156217"/>
                <a:gd name="csX317" fmla="*/ 53506 w 196346"/>
                <a:gd name="csY317" fmla="*/ 6211 h 156217"/>
                <a:gd name="csX318" fmla="*/ 51117 w 196346"/>
                <a:gd name="csY318" fmla="*/ 5733 h 156217"/>
                <a:gd name="csX319" fmla="*/ 49684 w 196346"/>
                <a:gd name="csY319" fmla="*/ 6211 h 156217"/>
                <a:gd name="csX320" fmla="*/ 46817 w 196346"/>
                <a:gd name="csY320" fmla="*/ 6211 h 156217"/>
                <a:gd name="csX321" fmla="*/ 44906 w 196346"/>
                <a:gd name="csY321" fmla="*/ 5255 h 156217"/>
                <a:gd name="csX322" fmla="*/ 42996 w 196346"/>
                <a:gd name="csY322" fmla="*/ 4300 h 156217"/>
                <a:gd name="csX323" fmla="*/ 42040 w 196346"/>
                <a:gd name="csY323" fmla="*/ 4300 h 156217"/>
                <a:gd name="csX324" fmla="*/ 41085 w 196346"/>
                <a:gd name="csY324" fmla="*/ 4300 h 156217"/>
                <a:gd name="csX325" fmla="*/ 40129 w 196346"/>
                <a:gd name="csY325" fmla="*/ 4300 h 156217"/>
                <a:gd name="csX326" fmla="*/ 40129 w 196346"/>
                <a:gd name="csY326" fmla="*/ 3344 h 156217"/>
                <a:gd name="csX327" fmla="*/ 39651 w 196346"/>
                <a:gd name="csY327" fmla="*/ 3344 h 156217"/>
                <a:gd name="csX328" fmla="*/ 37740 w 196346"/>
                <a:gd name="csY328" fmla="*/ 2866 h 156217"/>
                <a:gd name="csX329" fmla="*/ 36307 w 196346"/>
                <a:gd name="csY329" fmla="*/ 1911 h 156217"/>
                <a:gd name="csX330" fmla="*/ 32008 w 196346"/>
                <a:gd name="csY330" fmla="*/ 956 h 156217"/>
                <a:gd name="csX331" fmla="*/ 31052 w 196346"/>
                <a:gd name="csY331" fmla="*/ 0 h 156217"/>
                <a:gd name="csX332" fmla="*/ 30097 w 196346"/>
                <a:gd name="csY332" fmla="*/ 0 h 156217"/>
                <a:gd name="csX333" fmla="*/ 28664 w 196346"/>
                <a:gd name="csY333" fmla="*/ 0 h 156217"/>
                <a:gd name="csX334" fmla="*/ 28186 w 196346"/>
                <a:gd name="csY334" fmla="*/ 478 h 156217"/>
                <a:gd name="csX335" fmla="*/ 27231 w 196346"/>
                <a:gd name="csY335" fmla="*/ 478 h 156217"/>
                <a:gd name="csX336" fmla="*/ 26275 w 196346"/>
                <a:gd name="csY336" fmla="*/ 478 h 156217"/>
                <a:gd name="csX337" fmla="*/ 26275 w 196346"/>
                <a:gd name="csY337" fmla="*/ 478 h 156217"/>
                <a:gd name="csX338" fmla="*/ 26275 w 196346"/>
                <a:gd name="csY338" fmla="*/ 1433 h 156217"/>
                <a:gd name="csX339" fmla="*/ 26275 w 196346"/>
                <a:gd name="csY339" fmla="*/ 2389 h 156217"/>
                <a:gd name="csX340" fmla="*/ 26753 w 196346"/>
                <a:gd name="csY340" fmla="*/ 3344 h 156217"/>
                <a:gd name="csX341" fmla="*/ 28664 w 196346"/>
                <a:gd name="csY341" fmla="*/ 4777 h 156217"/>
                <a:gd name="csX342" fmla="*/ 29141 w 196346"/>
                <a:gd name="csY342" fmla="*/ 6211 h 156217"/>
                <a:gd name="csX343" fmla="*/ 29141 w 196346"/>
                <a:gd name="csY343" fmla="*/ 7166 h 156217"/>
                <a:gd name="csX344" fmla="*/ 28664 w 196346"/>
                <a:gd name="csY344" fmla="*/ 8599 h 156217"/>
                <a:gd name="csX345" fmla="*/ 26753 w 196346"/>
                <a:gd name="csY345" fmla="*/ 10988 h 156217"/>
                <a:gd name="csX346" fmla="*/ 26275 w 196346"/>
                <a:gd name="csY346" fmla="*/ 10988 h 156217"/>
                <a:gd name="csX347" fmla="*/ 24842 w 196346"/>
                <a:gd name="csY347" fmla="*/ 11465 h 156217"/>
                <a:gd name="csX348" fmla="*/ 23886 w 196346"/>
                <a:gd name="csY348" fmla="*/ 11943 h 156217"/>
                <a:gd name="csX349" fmla="*/ 23409 w 196346"/>
                <a:gd name="csY349" fmla="*/ 11943 h 156217"/>
                <a:gd name="csX350" fmla="*/ 22931 w 196346"/>
                <a:gd name="csY350" fmla="*/ 11943 h 156217"/>
                <a:gd name="csX351" fmla="*/ 22453 w 196346"/>
                <a:gd name="csY351" fmla="*/ 11943 h 156217"/>
                <a:gd name="csX352" fmla="*/ 21975 w 196346"/>
                <a:gd name="csY352" fmla="*/ 12899 h 156217"/>
                <a:gd name="csX353" fmla="*/ 21498 w 196346"/>
                <a:gd name="csY353" fmla="*/ 13377 h 156217"/>
                <a:gd name="csX354" fmla="*/ 21975 w 196346"/>
                <a:gd name="csY354" fmla="*/ 13854 h 156217"/>
                <a:gd name="csX355" fmla="*/ 21498 w 196346"/>
                <a:gd name="csY355" fmla="*/ 14810 h 156217"/>
                <a:gd name="csX356" fmla="*/ 20542 w 196346"/>
                <a:gd name="csY356" fmla="*/ 15287 h 156217"/>
                <a:gd name="csX357" fmla="*/ 20065 w 196346"/>
                <a:gd name="csY357" fmla="*/ 15287 h 156217"/>
                <a:gd name="csX358" fmla="*/ 20065 w 196346"/>
                <a:gd name="csY358" fmla="*/ 14332 h 156217"/>
                <a:gd name="csX359" fmla="*/ 19587 w 196346"/>
                <a:gd name="csY359" fmla="*/ 13854 h 156217"/>
                <a:gd name="csX360" fmla="*/ 20065 w 196346"/>
                <a:gd name="csY360" fmla="*/ 12899 h 156217"/>
                <a:gd name="csX361" fmla="*/ 23409 w 196346"/>
                <a:gd name="csY361" fmla="*/ 9555 h 156217"/>
                <a:gd name="csX362" fmla="*/ 24842 w 196346"/>
                <a:gd name="csY362" fmla="*/ 8121 h 156217"/>
                <a:gd name="csX363" fmla="*/ 24842 w 196346"/>
                <a:gd name="csY363" fmla="*/ 7166 h 156217"/>
                <a:gd name="csX364" fmla="*/ 24842 w 196346"/>
                <a:gd name="csY364" fmla="*/ 6211 h 156217"/>
                <a:gd name="csX365" fmla="*/ 24364 w 196346"/>
                <a:gd name="csY365" fmla="*/ 4777 h 156217"/>
                <a:gd name="csX366" fmla="*/ 23409 w 196346"/>
                <a:gd name="csY366" fmla="*/ 4300 h 156217"/>
                <a:gd name="csX367" fmla="*/ 22453 w 196346"/>
                <a:gd name="csY367" fmla="*/ 4300 h 156217"/>
                <a:gd name="csX368" fmla="*/ 21498 w 196346"/>
                <a:gd name="csY368" fmla="*/ 4777 h 156217"/>
                <a:gd name="csX369" fmla="*/ 21020 w 196346"/>
                <a:gd name="csY369" fmla="*/ 5733 h 156217"/>
                <a:gd name="csX370" fmla="*/ 20542 w 196346"/>
                <a:gd name="csY370" fmla="*/ 6688 h 156217"/>
                <a:gd name="csX371" fmla="*/ 20542 w 196346"/>
                <a:gd name="csY371" fmla="*/ 8599 h 156217"/>
                <a:gd name="csX372" fmla="*/ 20542 w 196346"/>
                <a:gd name="csY372" fmla="*/ 9555 h 156217"/>
                <a:gd name="csX373" fmla="*/ 20065 w 196346"/>
                <a:gd name="csY373" fmla="*/ 10032 h 156217"/>
                <a:gd name="csX374" fmla="*/ 19587 w 196346"/>
                <a:gd name="csY374" fmla="*/ 10032 h 156217"/>
                <a:gd name="csX375" fmla="*/ 19109 w 196346"/>
                <a:gd name="csY375" fmla="*/ 10988 h 156217"/>
                <a:gd name="csX376" fmla="*/ 18631 w 196346"/>
                <a:gd name="csY376" fmla="*/ 12421 h 156217"/>
                <a:gd name="csX377" fmla="*/ 18631 w 196346"/>
                <a:gd name="csY377" fmla="*/ 13377 h 156217"/>
                <a:gd name="csX378" fmla="*/ 17676 w 196346"/>
                <a:gd name="csY378" fmla="*/ 13377 h 156217"/>
                <a:gd name="csX379" fmla="*/ 17198 w 196346"/>
                <a:gd name="csY379" fmla="*/ 14332 h 156217"/>
                <a:gd name="csX380" fmla="*/ 17198 w 196346"/>
                <a:gd name="csY380" fmla="*/ 16243 h 156217"/>
                <a:gd name="csX381" fmla="*/ 16721 w 196346"/>
                <a:gd name="csY381" fmla="*/ 16721 h 156217"/>
                <a:gd name="csX382" fmla="*/ 15765 w 196346"/>
                <a:gd name="csY382" fmla="*/ 17198 h 156217"/>
                <a:gd name="csX383" fmla="*/ 13854 w 196346"/>
                <a:gd name="csY383" fmla="*/ 18154 h 156217"/>
                <a:gd name="csX384" fmla="*/ 12899 w 196346"/>
                <a:gd name="csY384" fmla="*/ 18154 h 156217"/>
                <a:gd name="csX385" fmla="*/ 13376 w 196346"/>
                <a:gd name="csY385" fmla="*/ 17198 h 156217"/>
                <a:gd name="csX386" fmla="*/ 13376 w 196346"/>
                <a:gd name="csY386" fmla="*/ 17198 h 156217"/>
                <a:gd name="csX387" fmla="*/ 13854 w 196346"/>
                <a:gd name="csY387" fmla="*/ 16721 h 156217"/>
                <a:gd name="csX388" fmla="*/ 15287 w 196346"/>
                <a:gd name="csY388" fmla="*/ 13377 h 156217"/>
                <a:gd name="csX389" fmla="*/ 16243 w 196346"/>
                <a:gd name="csY389" fmla="*/ 11465 h 156217"/>
                <a:gd name="csX390" fmla="*/ 16243 w 196346"/>
                <a:gd name="csY390" fmla="*/ 11465 h 156217"/>
                <a:gd name="csX391" fmla="*/ 10032 w 196346"/>
                <a:gd name="csY391" fmla="*/ 13854 h 156217"/>
                <a:gd name="csX392" fmla="*/ 7644 w 196346"/>
                <a:gd name="csY392" fmla="*/ 15287 h 156217"/>
                <a:gd name="csX393" fmla="*/ 7166 w 196346"/>
                <a:gd name="csY393" fmla="*/ 15765 h 156217"/>
                <a:gd name="csX394" fmla="*/ 7166 w 196346"/>
                <a:gd name="csY394" fmla="*/ 16721 h 156217"/>
                <a:gd name="csX395" fmla="*/ 7166 w 196346"/>
                <a:gd name="csY395" fmla="*/ 18154 h 156217"/>
                <a:gd name="csX396" fmla="*/ 7166 w 196346"/>
                <a:gd name="csY396" fmla="*/ 19109 h 156217"/>
                <a:gd name="csX397" fmla="*/ 6688 w 196346"/>
                <a:gd name="csY397" fmla="*/ 19587 h 156217"/>
                <a:gd name="csX398" fmla="*/ 5733 w 196346"/>
                <a:gd name="csY398" fmla="*/ 21976 h 156217"/>
                <a:gd name="csX399" fmla="*/ 5255 w 196346"/>
                <a:gd name="csY399" fmla="*/ 22931 h 156217"/>
                <a:gd name="csX400" fmla="*/ 4777 w 196346"/>
                <a:gd name="csY400" fmla="*/ 23886 h 156217"/>
                <a:gd name="csX401" fmla="*/ 2866 w 196346"/>
                <a:gd name="csY401" fmla="*/ 24842 h 156217"/>
                <a:gd name="csX402" fmla="*/ 2866 w 196346"/>
                <a:gd name="csY402" fmla="*/ 24842 h 156217"/>
                <a:gd name="csX403" fmla="*/ 478 w 196346"/>
                <a:gd name="csY403" fmla="*/ 26753 h 156217"/>
                <a:gd name="csX404" fmla="*/ 0 w 196346"/>
                <a:gd name="csY404" fmla="*/ 27231 h 156217"/>
                <a:gd name="csX405" fmla="*/ 0 w 196346"/>
                <a:gd name="csY405" fmla="*/ 27231 h 156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</a:cxnLst>
              <a:rect l="l" t="t" r="r" b="b"/>
              <a:pathLst>
                <a:path w="196346" h="156217">
                  <a:moveTo>
                    <a:pt x="141886" y="156217"/>
                  </a:moveTo>
                  <a:lnTo>
                    <a:pt x="144274" y="155740"/>
                  </a:lnTo>
                  <a:lnTo>
                    <a:pt x="146663" y="154784"/>
                  </a:lnTo>
                  <a:lnTo>
                    <a:pt x="148574" y="153351"/>
                  </a:lnTo>
                  <a:lnTo>
                    <a:pt x="149529" y="152396"/>
                  </a:lnTo>
                  <a:lnTo>
                    <a:pt x="150962" y="151440"/>
                  </a:lnTo>
                  <a:lnTo>
                    <a:pt x="151918" y="150485"/>
                  </a:lnTo>
                  <a:lnTo>
                    <a:pt x="153351" y="150007"/>
                  </a:lnTo>
                  <a:lnTo>
                    <a:pt x="154784" y="148574"/>
                  </a:lnTo>
                  <a:lnTo>
                    <a:pt x="155740" y="147141"/>
                  </a:lnTo>
                  <a:lnTo>
                    <a:pt x="156218" y="144752"/>
                  </a:lnTo>
                  <a:lnTo>
                    <a:pt x="156218" y="142841"/>
                  </a:lnTo>
                  <a:lnTo>
                    <a:pt x="156218" y="140930"/>
                  </a:lnTo>
                  <a:lnTo>
                    <a:pt x="155740" y="132331"/>
                  </a:lnTo>
                  <a:lnTo>
                    <a:pt x="155740" y="130420"/>
                  </a:lnTo>
                  <a:lnTo>
                    <a:pt x="156218" y="128509"/>
                  </a:lnTo>
                  <a:lnTo>
                    <a:pt x="157173" y="127076"/>
                  </a:lnTo>
                  <a:lnTo>
                    <a:pt x="158128" y="125165"/>
                  </a:lnTo>
                  <a:lnTo>
                    <a:pt x="158606" y="123732"/>
                  </a:lnTo>
                  <a:lnTo>
                    <a:pt x="159084" y="122776"/>
                  </a:lnTo>
                  <a:lnTo>
                    <a:pt x="160039" y="121821"/>
                  </a:lnTo>
                  <a:lnTo>
                    <a:pt x="160995" y="120866"/>
                  </a:lnTo>
                  <a:lnTo>
                    <a:pt x="161472" y="120866"/>
                  </a:lnTo>
                  <a:lnTo>
                    <a:pt x="162428" y="119910"/>
                  </a:lnTo>
                  <a:lnTo>
                    <a:pt x="162428" y="119433"/>
                  </a:lnTo>
                  <a:lnTo>
                    <a:pt x="163384" y="117999"/>
                  </a:lnTo>
                  <a:lnTo>
                    <a:pt x="164339" y="116566"/>
                  </a:lnTo>
                  <a:lnTo>
                    <a:pt x="164817" y="115610"/>
                  </a:lnTo>
                  <a:lnTo>
                    <a:pt x="164817" y="113700"/>
                  </a:lnTo>
                  <a:lnTo>
                    <a:pt x="164817" y="111789"/>
                  </a:lnTo>
                  <a:lnTo>
                    <a:pt x="164339" y="110833"/>
                  </a:lnTo>
                  <a:lnTo>
                    <a:pt x="163384" y="109878"/>
                  </a:lnTo>
                  <a:lnTo>
                    <a:pt x="162906" y="108445"/>
                  </a:lnTo>
                  <a:lnTo>
                    <a:pt x="162906" y="107011"/>
                  </a:lnTo>
                  <a:lnTo>
                    <a:pt x="162906" y="107011"/>
                  </a:lnTo>
                  <a:lnTo>
                    <a:pt x="161950" y="106534"/>
                  </a:lnTo>
                  <a:lnTo>
                    <a:pt x="161472" y="106056"/>
                  </a:lnTo>
                  <a:lnTo>
                    <a:pt x="160517" y="104145"/>
                  </a:lnTo>
                  <a:lnTo>
                    <a:pt x="159561" y="103190"/>
                  </a:lnTo>
                  <a:lnTo>
                    <a:pt x="158606" y="102712"/>
                  </a:lnTo>
                  <a:lnTo>
                    <a:pt x="158606" y="102234"/>
                  </a:lnTo>
                  <a:lnTo>
                    <a:pt x="157651" y="101279"/>
                  </a:lnTo>
                  <a:lnTo>
                    <a:pt x="156695" y="101279"/>
                  </a:lnTo>
                  <a:lnTo>
                    <a:pt x="156218" y="100801"/>
                  </a:lnTo>
                  <a:lnTo>
                    <a:pt x="156218" y="99845"/>
                  </a:lnTo>
                  <a:lnTo>
                    <a:pt x="158606" y="99845"/>
                  </a:lnTo>
                  <a:lnTo>
                    <a:pt x="162428" y="99845"/>
                  </a:lnTo>
                  <a:lnTo>
                    <a:pt x="164339" y="99845"/>
                  </a:lnTo>
                  <a:lnTo>
                    <a:pt x="164339" y="100323"/>
                  </a:lnTo>
                  <a:lnTo>
                    <a:pt x="163861" y="101279"/>
                  </a:lnTo>
                  <a:lnTo>
                    <a:pt x="163861" y="102234"/>
                  </a:lnTo>
                  <a:lnTo>
                    <a:pt x="164817" y="103190"/>
                  </a:lnTo>
                  <a:lnTo>
                    <a:pt x="164817" y="104145"/>
                  </a:lnTo>
                  <a:lnTo>
                    <a:pt x="164817" y="105578"/>
                  </a:lnTo>
                  <a:lnTo>
                    <a:pt x="166250" y="106056"/>
                  </a:lnTo>
                  <a:lnTo>
                    <a:pt x="166250" y="106056"/>
                  </a:lnTo>
                  <a:lnTo>
                    <a:pt x="166727" y="107011"/>
                  </a:lnTo>
                  <a:lnTo>
                    <a:pt x="167683" y="107011"/>
                  </a:lnTo>
                  <a:lnTo>
                    <a:pt x="167683" y="107489"/>
                  </a:lnTo>
                  <a:lnTo>
                    <a:pt x="167205" y="108445"/>
                  </a:lnTo>
                  <a:lnTo>
                    <a:pt x="167683" y="108445"/>
                  </a:lnTo>
                  <a:lnTo>
                    <a:pt x="168638" y="108445"/>
                  </a:lnTo>
                  <a:lnTo>
                    <a:pt x="169594" y="107489"/>
                  </a:lnTo>
                  <a:lnTo>
                    <a:pt x="170072" y="107011"/>
                  </a:lnTo>
                  <a:lnTo>
                    <a:pt x="170549" y="107011"/>
                  </a:lnTo>
                  <a:lnTo>
                    <a:pt x="171027" y="107489"/>
                  </a:lnTo>
                  <a:lnTo>
                    <a:pt x="170549" y="107967"/>
                  </a:lnTo>
                  <a:lnTo>
                    <a:pt x="170072" y="108922"/>
                  </a:lnTo>
                  <a:lnTo>
                    <a:pt x="170072" y="109400"/>
                  </a:lnTo>
                  <a:lnTo>
                    <a:pt x="169594" y="110356"/>
                  </a:lnTo>
                  <a:lnTo>
                    <a:pt x="167683" y="111789"/>
                  </a:lnTo>
                  <a:lnTo>
                    <a:pt x="167683" y="112267"/>
                  </a:lnTo>
                  <a:lnTo>
                    <a:pt x="168161" y="112267"/>
                  </a:lnTo>
                  <a:lnTo>
                    <a:pt x="169594" y="111311"/>
                  </a:lnTo>
                  <a:lnTo>
                    <a:pt x="171027" y="111311"/>
                  </a:lnTo>
                  <a:lnTo>
                    <a:pt x="171983" y="111789"/>
                  </a:lnTo>
                  <a:lnTo>
                    <a:pt x="172460" y="111789"/>
                  </a:lnTo>
                  <a:lnTo>
                    <a:pt x="172460" y="112744"/>
                  </a:lnTo>
                  <a:lnTo>
                    <a:pt x="171983" y="113700"/>
                  </a:lnTo>
                  <a:lnTo>
                    <a:pt x="171505" y="115610"/>
                  </a:lnTo>
                  <a:lnTo>
                    <a:pt x="171983" y="116088"/>
                  </a:lnTo>
                  <a:lnTo>
                    <a:pt x="172938" y="115133"/>
                  </a:lnTo>
                  <a:lnTo>
                    <a:pt x="174371" y="114177"/>
                  </a:lnTo>
                  <a:lnTo>
                    <a:pt x="176760" y="113222"/>
                  </a:lnTo>
                  <a:lnTo>
                    <a:pt x="177238" y="113700"/>
                  </a:lnTo>
                  <a:lnTo>
                    <a:pt x="178193" y="115610"/>
                  </a:lnTo>
                  <a:lnTo>
                    <a:pt x="181059" y="117044"/>
                  </a:lnTo>
                  <a:lnTo>
                    <a:pt x="185359" y="118955"/>
                  </a:lnTo>
                  <a:lnTo>
                    <a:pt x="188225" y="119433"/>
                  </a:lnTo>
                  <a:lnTo>
                    <a:pt x="189181" y="118477"/>
                  </a:lnTo>
                  <a:lnTo>
                    <a:pt x="190136" y="117521"/>
                  </a:lnTo>
                  <a:lnTo>
                    <a:pt x="190136" y="115133"/>
                  </a:lnTo>
                  <a:lnTo>
                    <a:pt x="189659" y="113700"/>
                  </a:lnTo>
                  <a:lnTo>
                    <a:pt x="188703" y="112744"/>
                  </a:lnTo>
                  <a:lnTo>
                    <a:pt x="187748" y="112267"/>
                  </a:lnTo>
                  <a:lnTo>
                    <a:pt x="187748" y="111311"/>
                  </a:lnTo>
                  <a:lnTo>
                    <a:pt x="188703" y="110833"/>
                  </a:lnTo>
                  <a:lnTo>
                    <a:pt x="190136" y="109878"/>
                  </a:lnTo>
                  <a:lnTo>
                    <a:pt x="191569" y="109878"/>
                  </a:lnTo>
                  <a:lnTo>
                    <a:pt x="191569" y="109878"/>
                  </a:lnTo>
                  <a:lnTo>
                    <a:pt x="191092" y="110833"/>
                  </a:lnTo>
                  <a:lnTo>
                    <a:pt x="191569" y="111311"/>
                  </a:lnTo>
                  <a:lnTo>
                    <a:pt x="192047" y="111311"/>
                  </a:lnTo>
                  <a:lnTo>
                    <a:pt x="192525" y="111311"/>
                  </a:lnTo>
                  <a:lnTo>
                    <a:pt x="193480" y="112267"/>
                  </a:lnTo>
                  <a:lnTo>
                    <a:pt x="195869" y="112744"/>
                  </a:lnTo>
                  <a:lnTo>
                    <a:pt x="196347" y="112267"/>
                  </a:lnTo>
                  <a:lnTo>
                    <a:pt x="195869" y="111789"/>
                  </a:lnTo>
                  <a:lnTo>
                    <a:pt x="195869" y="110833"/>
                  </a:lnTo>
                  <a:lnTo>
                    <a:pt x="196347" y="109878"/>
                  </a:lnTo>
                  <a:lnTo>
                    <a:pt x="195869" y="109400"/>
                  </a:lnTo>
                  <a:lnTo>
                    <a:pt x="195391" y="109878"/>
                  </a:lnTo>
                  <a:lnTo>
                    <a:pt x="195391" y="110833"/>
                  </a:lnTo>
                  <a:lnTo>
                    <a:pt x="194914" y="111311"/>
                  </a:lnTo>
                  <a:lnTo>
                    <a:pt x="194436" y="110833"/>
                  </a:lnTo>
                  <a:lnTo>
                    <a:pt x="194436" y="109878"/>
                  </a:lnTo>
                  <a:lnTo>
                    <a:pt x="193958" y="109400"/>
                  </a:lnTo>
                  <a:lnTo>
                    <a:pt x="193480" y="107967"/>
                  </a:lnTo>
                  <a:lnTo>
                    <a:pt x="192047" y="107489"/>
                  </a:lnTo>
                  <a:lnTo>
                    <a:pt x="191569" y="107011"/>
                  </a:lnTo>
                  <a:lnTo>
                    <a:pt x="191569" y="106534"/>
                  </a:lnTo>
                  <a:lnTo>
                    <a:pt x="191092" y="106056"/>
                  </a:lnTo>
                  <a:lnTo>
                    <a:pt x="190614" y="106056"/>
                  </a:lnTo>
                  <a:lnTo>
                    <a:pt x="189659" y="104623"/>
                  </a:lnTo>
                  <a:lnTo>
                    <a:pt x="188225" y="103667"/>
                  </a:lnTo>
                  <a:lnTo>
                    <a:pt x="188225" y="103190"/>
                  </a:lnTo>
                  <a:lnTo>
                    <a:pt x="189659" y="102712"/>
                  </a:lnTo>
                  <a:lnTo>
                    <a:pt x="190136" y="102234"/>
                  </a:lnTo>
                  <a:lnTo>
                    <a:pt x="189659" y="101756"/>
                  </a:lnTo>
                  <a:lnTo>
                    <a:pt x="189181" y="101279"/>
                  </a:lnTo>
                  <a:lnTo>
                    <a:pt x="188703" y="100801"/>
                  </a:lnTo>
                  <a:lnTo>
                    <a:pt x="188225" y="101279"/>
                  </a:lnTo>
                  <a:lnTo>
                    <a:pt x="187748" y="101279"/>
                  </a:lnTo>
                  <a:lnTo>
                    <a:pt x="187748" y="100801"/>
                  </a:lnTo>
                  <a:lnTo>
                    <a:pt x="187748" y="99845"/>
                  </a:lnTo>
                  <a:lnTo>
                    <a:pt x="189181" y="98412"/>
                  </a:lnTo>
                  <a:lnTo>
                    <a:pt x="189181" y="97457"/>
                  </a:lnTo>
                  <a:lnTo>
                    <a:pt x="188703" y="96501"/>
                  </a:lnTo>
                  <a:lnTo>
                    <a:pt x="188225" y="96501"/>
                  </a:lnTo>
                  <a:lnTo>
                    <a:pt x="187270" y="96024"/>
                  </a:lnTo>
                  <a:lnTo>
                    <a:pt x="186314" y="96024"/>
                  </a:lnTo>
                  <a:lnTo>
                    <a:pt x="186314" y="96501"/>
                  </a:lnTo>
                  <a:lnTo>
                    <a:pt x="186792" y="97457"/>
                  </a:lnTo>
                  <a:lnTo>
                    <a:pt x="186314" y="97457"/>
                  </a:lnTo>
                  <a:lnTo>
                    <a:pt x="184881" y="96979"/>
                  </a:lnTo>
                  <a:lnTo>
                    <a:pt x="183926" y="96501"/>
                  </a:lnTo>
                  <a:lnTo>
                    <a:pt x="182970" y="96024"/>
                  </a:lnTo>
                  <a:lnTo>
                    <a:pt x="182493" y="94591"/>
                  </a:lnTo>
                  <a:lnTo>
                    <a:pt x="182015" y="93635"/>
                  </a:lnTo>
                  <a:lnTo>
                    <a:pt x="182493" y="91724"/>
                  </a:lnTo>
                  <a:lnTo>
                    <a:pt x="182015" y="90291"/>
                  </a:lnTo>
                  <a:lnTo>
                    <a:pt x="181537" y="90291"/>
                  </a:lnTo>
                  <a:lnTo>
                    <a:pt x="181537" y="90769"/>
                  </a:lnTo>
                  <a:lnTo>
                    <a:pt x="181059" y="91246"/>
                  </a:lnTo>
                  <a:lnTo>
                    <a:pt x="180582" y="91724"/>
                  </a:lnTo>
                  <a:lnTo>
                    <a:pt x="180104" y="91246"/>
                  </a:lnTo>
                  <a:lnTo>
                    <a:pt x="179626" y="90291"/>
                  </a:lnTo>
                  <a:lnTo>
                    <a:pt x="179149" y="89813"/>
                  </a:lnTo>
                  <a:lnTo>
                    <a:pt x="178193" y="88858"/>
                  </a:lnTo>
                  <a:lnTo>
                    <a:pt x="177715" y="87425"/>
                  </a:lnTo>
                  <a:lnTo>
                    <a:pt x="177238" y="86947"/>
                  </a:lnTo>
                  <a:lnTo>
                    <a:pt x="177238" y="86469"/>
                  </a:lnTo>
                  <a:lnTo>
                    <a:pt x="177238" y="85991"/>
                  </a:lnTo>
                  <a:lnTo>
                    <a:pt x="176282" y="85514"/>
                  </a:lnTo>
                  <a:lnTo>
                    <a:pt x="175804" y="84080"/>
                  </a:lnTo>
                  <a:lnTo>
                    <a:pt x="175327" y="83603"/>
                  </a:lnTo>
                  <a:lnTo>
                    <a:pt x="174371" y="82647"/>
                  </a:lnTo>
                  <a:lnTo>
                    <a:pt x="173893" y="82169"/>
                  </a:lnTo>
                  <a:lnTo>
                    <a:pt x="173893" y="81692"/>
                  </a:lnTo>
                  <a:lnTo>
                    <a:pt x="172460" y="81692"/>
                  </a:lnTo>
                  <a:lnTo>
                    <a:pt x="171027" y="81692"/>
                  </a:lnTo>
                  <a:lnTo>
                    <a:pt x="168161" y="82169"/>
                  </a:lnTo>
                  <a:lnTo>
                    <a:pt x="167205" y="81692"/>
                  </a:lnTo>
                  <a:lnTo>
                    <a:pt x="167205" y="80736"/>
                  </a:lnTo>
                  <a:lnTo>
                    <a:pt x="167205" y="80259"/>
                  </a:lnTo>
                  <a:lnTo>
                    <a:pt x="166727" y="80259"/>
                  </a:lnTo>
                  <a:lnTo>
                    <a:pt x="166250" y="80259"/>
                  </a:lnTo>
                  <a:lnTo>
                    <a:pt x="166250" y="80736"/>
                  </a:lnTo>
                  <a:lnTo>
                    <a:pt x="165294" y="81214"/>
                  </a:lnTo>
                  <a:lnTo>
                    <a:pt x="164339" y="81214"/>
                  </a:lnTo>
                  <a:lnTo>
                    <a:pt x="161472" y="80736"/>
                  </a:lnTo>
                  <a:lnTo>
                    <a:pt x="160039" y="80736"/>
                  </a:lnTo>
                  <a:lnTo>
                    <a:pt x="158128" y="81214"/>
                  </a:lnTo>
                  <a:lnTo>
                    <a:pt x="157651" y="81214"/>
                  </a:lnTo>
                  <a:lnTo>
                    <a:pt x="158606" y="80736"/>
                  </a:lnTo>
                  <a:lnTo>
                    <a:pt x="158128" y="80259"/>
                  </a:lnTo>
                  <a:lnTo>
                    <a:pt x="157651" y="80259"/>
                  </a:lnTo>
                  <a:lnTo>
                    <a:pt x="157651" y="79781"/>
                  </a:lnTo>
                  <a:lnTo>
                    <a:pt x="157651" y="79303"/>
                  </a:lnTo>
                  <a:lnTo>
                    <a:pt x="159561" y="78348"/>
                  </a:lnTo>
                  <a:lnTo>
                    <a:pt x="159561" y="78348"/>
                  </a:lnTo>
                  <a:lnTo>
                    <a:pt x="158128" y="77392"/>
                  </a:lnTo>
                  <a:lnTo>
                    <a:pt x="157173" y="77392"/>
                  </a:lnTo>
                  <a:lnTo>
                    <a:pt x="157173" y="77870"/>
                  </a:lnTo>
                  <a:lnTo>
                    <a:pt x="156695" y="78348"/>
                  </a:lnTo>
                  <a:lnTo>
                    <a:pt x="155740" y="78826"/>
                  </a:lnTo>
                  <a:lnTo>
                    <a:pt x="155262" y="78826"/>
                  </a:lnTo>
                  <a:lnTo>
                    <a:pt x="155262" y="78826"/>
                  </a:lnTo>
                  <a:lnTo>
                    <a:pt x="155262" y="78826"/>
                  </a:lnTo>
                  <a:lnTo>
                    <a:pt x="154784" y="77870"/>
                  </a:lnTo>
                  <a:lnTo>
                    <a:pt x="153829" y="77392"/>
                  </a:lnTo>
                  <a:lnTo>
                    <a:pt x="150007" y="76914"/>
                  </a:lnTo>
                  <a:lnTo>
                    <a:pt x="148096" y="76914"/>
                  </a:lnTo>
                  <a:lnTo>
                    <a:pt x="146663" y="76914"/>
                  </a:lnTo>
                  <a:lnTo>
                    <a:pt x="144274" y="76437"/>
                  </a:lnTo>
                  <a:lnTo>
                    <a:pt x="143319" y="75481"/>
                  </a:lnTo>
                  <a:lnTo>
                    <a:pt x="138542" y="75959"/>
                  </a:lnTo>
                  <a:lnTo>
                    <a:pt x="137586" y="75959"/>
                  </a:lnTo>
                  <a:lnTo>
                    <a:pt x="137108" y="75959"/>
                  </a:lnTo>
                  <a:lnTo>
                    <a:pt x="136153" y="75003"/>
                  </a:lnTo>
                  <a:lnTo>
                    <a:pt x="132809" y="75481"/>
                  </a:lnTo>
                  <a:lnTo>
                    <a:pt x="129942" y="75959"/>
                  </a:lnTo>
                  <a:lnTo>
                    <a:pt x="121343" y="74048"/>
                  </a:lnTo>
                  <a:lnTo>
                    <a:pt x="119432" y="73570"/>
                  </a:lnTo>
                  <a:lnTo>
                    <a:pt x="118954" y="73093"/>
                  </a:lnTo>
                  <a:lnTo>
                    <a:pt x="117521" y="73093"/>
                  </a:lnTo>
                  <a:lnTo>
                    <a:pt x="113700" y="72615"/>
                  </a:lnTo>
                  <a:lnTo>
                    <a:pt x="113222" y="72615"/>
                  </a:lnTo>
                  <a:lnTo>
                    <a:pt x="113222" y="71660"/>
                  </a:lnTo>
                  <a:lnTo>
                    <a:pt x="111789" y="71660"/>
                  </a:lnTo>
                  <a:lnTo>
                    <a:pt x="109878" y="71660"/>
                  </a:lnTo>
                  <a:lnTo>
                    <a:pt x="108922" y="71182"/>
                  </a:lnTo>
                  <a:lnTo>
                    <a:pt x="108445" y="70226"/>
                  </a:lnTo>
                  <a:lnTo>
                    <a:pt x="108445" y="69271"/>
                  </a:lnTo>
                  <a:lnTo>
                    <a:pt x="108922" y="68315"/>
                  </a:lnTo>
                  <a:lnTo>
                    <a:pt x="108922" y="67360"/>
                  </a:lnTo>
                  <a:lnTo>
                    <a:pt x="108445" y="66404"/>
                  </a:lnTo>
                  <a:lnTo>
                    <a:pt x="107967" y="66404"/>
                  </a:lnTo>
                  <a:lnTo>
                    <a:pt x="107489" y="65927"/>
                  </a:lnTo>
                  <a:lnTo>
                    <a:pt x="106056" y="65927"/>
                  </a:lnTo>
                  <a:lnTo>
                    <a:pt x="104145" y="66404"/>
                  </a:lnTo>
                  <a:lnTo>
                    <a:pt x="102234" y="66882"/>
                  </a:lnTo>
                  <a:lnTo>
                    <a:pt x="101756" y="67360"/>
                  </a:lnTo>
                  <a:lnTo>
                    <a:pt x="101279" y="67837"/>
                  </a:lnTo>
                  <a:lnTo>
                    <a:pt x="100801" y="67837"/>
                  </a:lnTo>
                  <a:lnTo>
                    <a:pt x="99368" y="66404"/>
                  </a:lnTo>
                  <a:lnTo>
                    <a:pt x="99368" y="65449"/>
                  </a:lnTo>
                  <a:lnTo>
                    <a:pt x="99845" y="64971"/>
                  </a:lnTo>
                  <a:lnTo>
                    <a:pt x="101279" y="62583"/>
                  </a:lnTo>
                  <a:lnTo>
                    <a:pt x="102234" y="61627"/>
                  </a:lnTo>
                  <a:lnTo>
                    <a:pt x="101756" y="60672"/>
                  </a:lnTo>
                  <a:lnTo>
                    <a:pt x="101279" y="61149"/>
                  </a:lnTo>
                  <a:lnTo>
                    <a:pt x="100801" y="61627"/>
                  </a:lnTo>
                  <a:lnTo>
                    <a:pt x="100323" y="62105"/>
                  </a:lnTo>
                  <a:lnTo>
                    <a:pt x="99845" y="62105"/>
                  </a:lnTo>
                  <a:lnTo>
                    <a:pt x="99845" y="61149"/>
                  </a:lnTo>
                  <a:lnTo>
                    <a:pt x="99845" y="59238"/>
                  </a:lnTo>
                  <a:lnTo>
                    <a:pt x="100323" y="58761"/>
                  </a:lnTo>
                  <a:lnTo>
                    <a:pt x="101279" y="58283"/>
                  </a:lnTo>
                  <a:lnTo>
                    <a:pt x="102712" y="58283"/>
                  </a:lnTo>
                  <a:lnTo>
                    <a:pt x="103189" y="58283"/>
                  </a:lnTo>
                  <a:lnTo>
                    <a:pt x="103667" y="57328"/>
                  </a:lnTo>
                  <a:lnTo>
                    <a:pt x="103189" y="56850"/>
                  </a:lnTo>
                  <a:lnTo>
                    <a:pt x="102234" y="55894"/>
                  </a:lnTo>
                  <a:lnTo>
                    <a:pt x="101279" y="55894"/>
                  </a:lnTo>
                  <a:lnTo>
                    <a:pt x="99845" y="55417"/>
                  </a:lnTo>
                  <a:lnTo>
                    <a:pt x="99368" y="55894"/>
                  </a:lnTo>
                  <a:lnTo>
                    <a:pt x="98890" y="56372"/>
                  </a:lnTo>
                  <a:lnTo>
                    <a:pt x="98412" y="56372"/>
                  </a:lnTo>
                  <a:lnTo>
                    <a:pt x="97935" y="55417"/>
                  </a:lnTo>
                  <a:lnTo>
                    <a:pt x="96024" y="54461"/>
                  </a:lnTo>
                  <a:lnTo>
                    <a:pt x="95546" y="53984"/>
                  </a:lnTo>
                  <a:lnTo>
                    <a:pt x="95546" y="53028"/>
                  </a:lnTo>
                  <a:lnTo>
                    <a:pt x="96501" y="51117"/>
                  </a:lnTo>
                  <a:lnTo>
                    <a:pt x="96501" y="50162"/>
                  </a:lnTo>
                  <a:lnTo>
                    <a:pt x="96979" y="49206"/>
                  </a:lnTo>
                  <a:lnTo>
                    <a:pt x="98412" y="46818"/>
                  </a:lnTo>
                  <a:lnTo>
                    <a:pt x="98890" y="45862"/>
                  </a:lnTo>
                  <a:lnTo>
                    <a:pt x="98412" y="44907"/>
                  </a:lnTo>
                  <a:lnTo>
                    <a:pt x="97935" y="44429"/>
                  </a:lnTo>
                  <a:lnTo>
                    <a:pt x="97457" y="44429"/>
                  </a:lnTo>
                  <a:lnTo>
                    <a:pt x="96979" y="43951"/>
                  </a:lnTo>
                  <a:lnTo>
                    <a:pt x="96501" y="42996"/>
                  </a:lnTo>
                  <a:lnTo>
                    <a:pt x="95546" y="42040"/>
                  </a:lnTo>
                  <a:lnTo>
                    <a:pt x="93635" y="41085"/>
                  </a:lnTo>
                  <a:lnTo>
                    <a:pt x="92202" y="39652"/>
                  </a:lnTo>
                  <a:lnTo>
                    <a:pt x="90769" y="38218"/>
                  </a:lnTo>
                  <a:lnTo>
                    <a:pt x="90769" y="37263"/>
                  </a:lnTo>
                  <a:lnTo>
                    <a:pt x="91246" y="36307"/>
                  </a:lnTo>
                  <a:lnTo>
                    <a:pt x="91246" y="35352"/>
                  </a:lnTo>
                  <a:lnTo>
                    <a:pt x="91246" y="34874"/>
                  </a:lnTo>
                  <a:lnTo>
                    <a:pt x="91724" y="34397"/>
                  </a:lnTo>
                  <a:lnTo>
                    <a:pt x="92202" y="32963"/>
                  </a:lnTo>
                  <a:lnTo>
                    <a:pt x="92679" y="32008"/>
                  </a:lnTo>
                  <a:lnTo>
                    <a:pt x="92679" y="31052"/>
                  </a:lnTo>
                  <a:lnTo>
                    <a:pt x="93635" y="30097"/>
                  </a:lnTo>
                  <a:lnTo>
                    <a:pt x="94113" y="29142"/>
                  </a:lnTo>
                  <a:lnTo>
                    <a:pt x="93635" y="28664"/>
                  </a:lnTo>
                  <a:lnTo>
                    <a:pt x="91724" y="28186"/>
                  </a:lnTo>
                  <a:lnTo>
                    <a:pt x="87424" y="28664"/>
                  </a:lnTo>
                  <a:lnTo>
                    <a:pt x="84080" y="28664"/>
                  </a:lnTo>
                  <a:lnTo>
                    <a:pt x="81692" y="29142"/>
                  </a:lnTo>
                  <a:lnTo>
                    <a:pt x="78825" y="28664"/>
                  </a:lnTo>
                  <a:lnTo>
                    <a:pt x="75481" y="28186"/>
                  </a:lnTo>
                  <a:lnTo>
                    <a:pt x="72615" y="26753"/>
                  </a:lnTo>
                  <a:lnTo>
                    <a:pt x="70704" y="23886"/>
                  </a:lnTo>
                  <a:lnTo>
                    <a:pt x="68793" y="21498"/>
                  </a:lnTo>
                  <a:lnTo>
                    <a:pt x="67838" y="19109"/>
                  </a:lnTo>
                  <a:lnTo>
                    <a:pt x="67360" y="16721"/>
                  </a:lnTo>
                  <a:lnTo>
                    <a:pt x="67360" y="16243"/>
                  </a:lnTo>
                  <a:lnTo>
                    <a:pt x="66882" y="15765"/>
                  </a:lnTo>
                  <a:lnTo>
                    <a:pt x="66404" y="14332"/>
                  </a:lnTo>
                  <a:lnTo>
                    <a:pt x="65927" y="12421"/>
                  </a:lnTo>
                  <a:lnTo>
                    <a:pt x="65449" y="10988"/>
                  </a:lnTo>
                  <a:lnTo>
                    <a:pt x="64971" y="10510"/>
                  </a:lnTo>
                  <a:lnTo>
                    <a:pt x="64493" y="10032"/>
                  </a:lnTo>
                  <a:lnTo>
                    <a:pt x="63538" y="8599"/>
                  </a:lnTo>
                  <a:lnTo>
                    <a:pt x="63538" y="7644"/>
                  </a:lnTo>
                  <a:lnTo>
                    <a:pt x="63060" y="7166"/>
                  </a:lnTo>
                  <a:lnTo>
                    <a:pt x="62582" y="6688"/>
                  </a:lnTo>
                  <a:lnTo>
                    <a:pt x="62105" y="6211"/>
                  </a:lnTo>
                  <a:lnTo>
                    <a:pt x="59716" y="6688"/>
                  </a:lnTo>
                  <a:lnTo>
                    <a:pt x="58761" y="6211"/>
                  </a:lnTo>
                  <a:lnTo>
                    <a:pt x="58283" y="5733"/>
                  </a:lnTo>
                  <a:lnTo>
                    <a:pt x="57328" y="5255"/>
                  </a:lnTo>
                  <a:lnTo>
                    <a:pt x="56372" y="5255"/>
                  </a:lnTo>
                  <a:lnTo>
                    <a:pt x="54939" y="6211"/>
                  </a:lnTo>
                  <a:lnTo>
                    <a:pt x="53506" y="6211"/>
                  </a:lnTo>
                  <a:lnTo>
                    <a:pt x="51117" y="5733"/>
                  </a:lnTo>
                  <a:lnTo>
                    <a:pt x="49684" y="6211"/>
                  </a:lnTo>
                  <a:lnTo>
                    <a:pt x="46817" y="6211"/>
                  </a:lnTo>
                  <a:lnTo>
                    <a:pt x="44906" y="5255"/>
                  </a:lnTo>
                  <a:lnTo>
                    <a:pt x="42996" y="4300"/>
                  </a:lnTo>
                  <a:lnTo>
                    <a:pt x="42040" y="4300"/>
                  </a:lnTo>
                  <a:lnTo>
                    <a:pt x="41085" y="4300"/>
                  </a:lnTo>
                  <a:lnTo>
                    <a:pt x="40129" y="4300"/>
                  </a:lnTo>
                  <a:lnTo>
                    <a:pt x="40129" y="3344"/>
                  </a:lnTo>
                  <a:lnTo>
                    <a:pt x="39651" y="3344"/>
                  </a:lnTo>
                  <a:lnTo>
                    <a:pt x="37740" y="2866"/>
                  </a:lnTo>
                  <a:lnTo>
                    <a:pt x="36307" y="1911"/>
                  </a:lnTo>
                  <a:lnTo>
                    <a:pt x="32008" y="956"/>
                  </a:lnTo>
                  <a:lnTo>
                    <a:pt x="31052" y="0"/>
                  </a:lnTo>
                  <a:lnTo>
                    <a:pt x="30097" y="0"/>
                  </a:lnTo>
                  <a:lnTo>
                    <a:pt x="28664" y="0"/>
                  </a:lnTo>
                  <a:lnTo>
                    <a:pt x="28186" y="478"/>
                  </a:lnTo>
                  <a:lnTo>
                    <a:pt x="27231" y="478"/>
                  </a:lnTo>
                  <a:lnTo>
                    <a:pt x="26275" y="478"/>
                  </a:lnTo>
                  <a:lnTo>
                    <a:pt x="26275" y="478"/>
                  </a:lnTo>
                  <a:lnTo>
                    <a:pt x="26275" y="1433"/>
                  </a:lnTo>
                  <a:lnTo>
                    <a:pt x="26275" y="2389"/>
                  </a:lnTo>
                  <a:lnTo>
                    <a:pt x="26753" y="3344"/>
                  </a:lnTo>
                  <a:lnTo>
                    <a:pt x="28664" y="4777"/>
                  </a:lnTo>
                  <a:lnTo>
                    <a:pt x="29141" y="6211"/>
                  </a:lnTo>
                  <a:lnTo>
                    <a:pt x="29141" y="7166"/>
                  </a:lnTo>
                  <a:lnTo>
                    <a:pt x="28664" y="8599"/>
                  </a:lnTo>
                  <a:lnTo>
                    <a:pt x="26753" y="10988"/>
                  </a:lnTo>
                  <a:lnTo>
                    <a:pt x="26275" y="10988"/>
                  </a:lnTo>
                  <a:lnTo>
                    <a:pt x="24842" y="11465"/>
                  </a:lnTo>
                  <a:lnTo>
                    <a:pt x="23886" y="11943"/>
                  </a:lnTo>
                  <a:lnTo>
                    <a:pt x="23409" y="11943"/>
                  </a:lnTo>
                  <a:lnTo>
                    <a:pt x="22931" y="11943"/>
                  </a:lnTo>
                  <a:lnTo>
                    <a:pt x="22453" y="11943"/>
                  </a:lnTo>
                  <a:lnTo>
                    <a:pt x="21975" y="12899"/>
                  </a:lnTo>
                  <a:lnTo>
                    <a:pt x="21498" y="13377"/>
                  </a:lnTo>
                  <a:lnTo>
                    <a:pt x="21975" y="13854"/>
                  </a:lnTo>
                  <a:lnTo>
                    <a:pt x="21498" y="14810"/>
                  </a:lnTo>
                  <a:lnTo>
                    <a:pt x="20542" y="15287"/>
                  </a:lnTo>
                  <a:lnTo>
                    <a:pt x="20065" y="15287"/>
                  </a:lnTo>
                  <a:lnTo>
                    <a:pt x="20065" y="14332"/>
                  </a:lnTo>
                  <a:lnTo>
                    <a:pt x="19587" y="13854"/>
                  </a:lnTo>
                  <a:lnTo>
                    <a:pt x="20065" y="12899"/>
                  </a:lnTo>
                  <a:lnTo>
                    <a:pt x="23409" y="9555"/>
                  </a:lnTo>
                  <a:lnTo>
                    <a:pt x="24842" y="8121"/>
                  </a:lnTo>
                  <a:lnTo>
                    <a:pt x="24842" y="7166"/>
                  </a:lnTo>
                  <a:lnTo>
                    <a:pt x="24842" y="6211"/>
                  </a:lnTo>
                  <a:lnTo>
                    <a:pt x="24364" y="4777"/>
                  </a:lnTo>
                  <a:lnTo>
                    <a:pt x="23409" y="4300"/>
                  </a:lnTo>
                  <a:lnTo>
                    <a:pt x="22453" y="4300"/>
                  </a:lnTo>
                  <a:lnTo>
                    <a:pt x="21498" y="4777"/>
                  </a:lnTo>
                  <a:lnTo>
                    <a:pt x="21020" y="5733"/>
                  </a:lnTo>
                  <a:lnTo>
                    <a:pt x="20542" y="6688"/>
                  </a:lnTo>
                  <a:lnTo>
                    <a:pt x="20542" y="8599"/>
                  </a:lnTo>
                  <a:lnTo>
                    <a:pt x="20542" y="9555"/>
                  </a:lnTo>
                  <a:lnTo>
                    <a:pt x="20065" y="10032"/>
                  </a:lnTo>
                  <a:lnTo>
                    <a:pt x="19587" y="10032"/>
                  </a:lnTo>
                  <a:lnTo>
                    <a:pt x="19109" y="10988"/>
                  </a:lnTo>
                  <a:lnTo>
                    <a:pt x="18631" y="12421"/>
                  </a:lnTo>
                  <a:lnTo>
                    <a:pt x="18631" y="13377"/>
                  </a:lnTo>
                  <a:lnTo>
                    <a:pt x="17676" y="13377"/>
                  </a:lnTo>
                  <a:lnTo>
                    <a:pt x="17198" y="14332"/>
                  </a:lnTo>
                  <a:lnTo>
                    <a:pt x="17198" y="16243"/>
                  </a:lnTo>
                  <a:lnTo>
                    <a:pt x="16721" y="16721"/>
                  </a:lnTo>
                  <a:lnTo>
                    <a:pt x="15765" y="17198"/>
                  </a:lnTo>
                  <a:lnTo>
                    <a:pt x="13854" y="18154"/>
                  </a:lnTo>
                  <a:lnTo>
                    <a:pt x="12899" y="18154"/>
                  </a:lnTo>
                  <a:lnTo>
                    <a:pt x="13376" y="17198"/>
                  </a:lnTo>
                  <a:lnTo>
                    <a:pt x="13376" y="17198"/>
                  </a:lnTo>
                  <a:lnTo>
                    <a:pt x="13854" y="16721"/>
                  </a:lnTo>
                  <a:lnTo>
                    <a:pt x="15287" y="13377"/>
                  </a:lnTo>
                  <a:lnTo>
                    <a:pt x="16243" y="11465"/>
                  </a:lnTo>
                  <a:lnTo>
                    <a:pt x="16243" y="11465"/>
                  </a:lnTo>
                  <a:lnTo>
                    <a:pt x="10032" y="13854"/>
                  </a:lnTo>
                  <a:lnTo>
                    <a:pt x="7644" y="15287"/>
                  </a:lnTo>
                  <a:lnTo>
                    <a:pt x="7166" y="15765"/>
                  </a:lnTo>
                  <a:lnTo>
                    <a:pt x="7166" y="16721"/>
                  </a:lnTo>
                  <a:lnTo>
                    <a:pt x="7166" y="18154"/>
                  </a:lnTo>
                  <a:lnTo>
                    <a:pt x="7166" y="19109"/>
                  </a:lnTo>
                  <a:lnTo>
                    <a:pt x="6688" y="19587"/>
                  </a:lnTo>
                  <a:lnTo>
                    <a:pt x="5733" y="21976"/>
                  </a:lnTo>
                  <a:lnTo>
                    <a:pt x="5255" y="22931"/>
                  </a:lnTo>
                  <a:lnTo>
                    <a:pt x="4777" y="23886"/>
                  </a:lnTo>
                  <a:lnTo>
                    <a:pt x="2866" y="24842"/>
                  </a:lnTo>
                  <a:lnTo>
                    <a:pt x="2866" y="24842"/>
                  </a:lnTo>
                  <a:lnTo>
                    <a:pt x="478" y="26753"/>
                  </a:lnTo>
                  <a:lnTo>
                    <a:pt x="0" y="27231"/>
                  </a:lnTo>
                  <a:lnTo>
                    <a:pt x="0" y="2723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9" name="Freeform 3648">
              <a:extLst>
                <a:ext uri="{FF2B5EF4-FFF2-40B4-BE49-F238E27FC236}">
                  <a16:creationId xmlns:a16="http://schemas.microsoft.com/office/drawing/2014/main" id="{38B0BBDE-495F-18A9-9E02-C89E1474E85E}"/>
                </a:ext>
              </a:extLst>
            </p:cNvPr>
            <p:cNvSpPr/>
            <p:nvPr/>
          </p:nvSpPr>
          <p:spPr>
            <a:xfrm>
              <a:off x="4235243" y="3864473"/>
              <a:ext cx="83125" cy="32963"/>
            </a:xfrm>
            <a:custGeom>
              <a:avLst/>
              <a:gdLst>
                <a:gd name="csX0" fmla="*/ 80736 w 83125"/>
                <a:gd name="csY0" fmla="*/ 0 h 32963"/>
                <a:gd name="csX1" fmla="*/ 80258 w 83125"/>
                <a:gd name="csY1" fmla="*/ 4300 h 32963"/>
                <a:gd name="csX2" fmla="*/ 80258 w 83125"/>
                <a:gd name="csY2" fmla="*/ 4300 h 32963"/>
                <a:gd name="csX3" fmla="*/ 80736 w 83125"/>
                <a:gd name="csY3" fmla="*/ 5255 h 32963"/>
                <a:gd name="csX4" fmla="*/ 81214 w 83125"/>
                <a:gd name="csY4" fmla="*/ 5733 h 32963"/>
                <a:gd name="csX5" fmla="*/ 81214 w 83125"/>
                <a:gd name="csY5" fmla="*/ 6210 h 32963"/>
                <a:gd name="csX6" fmla="*/ 81692 w 83125"/>
                <a:gd name="csY6" fmla="*/ 7166 h 32963"/>
                <a:gd name="csX7" fmla="*/ 82647 w 83125"/>
                <a:gd name="csY7" fmla="*/ 8121 h 32963"/>
                <a:gd name="csX8" fmla="*/ 83125 w 83125"/>
                <a:gd name="csY8" fmla="*/ 8599 h 32963"/>
                <a:gd name="csX9" fmla="*/ 83125 w 83125"/>
                <a:gd name="csY9" fmla="*/ 9077 h 32963"/>
                <a:gd name="csX10" fmla="*/ 80736 w 83125"/>
                <a:gd name="csY10" fmla="*/ 10032 h 32963"/>
                <a:gd name="csX11" fmla="*/ 79303 w 83125"/>
                <a:gd name="csY11" fmla="*/ 10510 h 32963"/>
                <a:gd name="csX12" fmla="*/ 78348 w 83125"/>
                <a:gd name="csY12" fmla="*/ 10032 h 32963"/>
                <a:gd name="csX13" fmla="*/ 76437 w 83125"/>
                <a:gd name="csY13" fmla="*/ 9555 h 32963"/>
                <a:gd name="csX14" fmla="*/ 74048 w 83125"/>
                <a:gd name="csY14" fmla="*/ 9555 h 32963"/>
                <a:gd name="csX15" fmla="*/ 70226 w 83125"/>
                <a:gd name="csY15" fmla="*/ 10510 h 32963"/>
                <a:gd name="csX16" fmla="*/ 68793 w 83125"/>
                <a:gd name="csY16" fmla="*/ 10510 h 32963"/>
                <a:gd name="csX17" fmla="*/ 67838 w 83125"/>
                <a:gd name="csY17" fmla="*/ 10032 h 32963"/>
                <a:gd name="csX18" fmla="*/ 66882 w 83125"/>
                <a:gd name="csY18" fmla="*/ 10032 h 32963"/>
                <a:gd name="csX19" fmla="*/ 63538 w 83125"/>
                <a:gd name="csY19" fmla="*/ 10988 h 32963"/>
                <a:gd name="csX20" fmla="*/ 60194 w 83125"/>
                <a:gd name="csY20" fmla="*/ 11466 h 32963"/>
                <a:gd name="csX21" fmla="*/ 57805 w 83125"/>
                <a:gd name="csY21" fmla="*/ 12421 h 32963"/>
                <a:gd name="csX22" fmla="*/ 56372 w 83125"/>
                <a:gd name="csY22" fmla="*/ 13376 h 32963"/>
                <a:gd name="csX23" fmla="*/ 55416 w 83125"/>
                <a:gd name="csY23" fmla="*/ 13854 h 32963"/>
                <a:gd name="csX24" fmla="*/ 54939 w 83125"/>
                <a:gd name="csY24" fmla="*/ 14810 h 32963"/>
                <a:gd name="csX25" fmla="*/ 53983 w 83125"/>
                <a:gd name="csY25" fmla="*/ 14810 h 32963"/>
                <a:gd name="csX26" fmla="*/ 53028 w 83125"/>
                <a:gd name="csY26" fmla="*/ 16243 h 32963"/>
                <a:gd name="csX27" fmla="*/ 53028 w 83125"/>
                <a:gd name="csY27" fmla="*/ 16721 h 32963"/>
                <a:gd name="csX28" fmla="*/ 54461 w 83125"/>
                <a:gd name="csY28" fmla="*/ 16243 h 32963"/>
                <a:gd name="csX29" fmla="*/ 55894 w 83125"/>
                <a:gd name="csY29" fmla="*/ 16721 h 32963"/>
                <a:gd name="csX30" fmla="*/ 59716 w 83125"/>
                <a:gd name="csY30" fmla="*/ 17198 h 32963"/>
                <a:gd name="csX31" fmla="*/ 60672 w 83125"/>
                <a:gd name="csY31" fmla="*/ 17676 h 32963"/>
                <a:gd name="csX32" fmla="*/ 60194 w 83125"/>
                <a:gd name="csY32" fmla="*/ 18154 h 32963"/>
                <a:gd name="csX33" fmla="*/ 53983 w 83125"/>
                <a:gd name="csY33" fmla="*/ 17198 h 32963"/>
                <a:gd name="csX34" fmla="*/ 52550 w 83125"/>
                <a:gd name="csY34" fmla="*/ 17198 h 32963"/>
                <a:gd name="csX35" fmla="*/ 49684 w 83125"/>
                <a:gd name="csY35" fmla="*/ 16721 h 32963"/>
                <a:gd name="csX36" fmla="*/ 45384 w 83125"/>
                <a:gd name="csY36" fmla="*/ 15765 h 32963"/>
                <a:gd name="csX37" fmla="*/ 41563 w 83125"/>
                <a:gd name="csY37" fmla="*/ 15287 h 32963"/>
                <a:gd name="csX38" fmla="*/ 37263 w 83125"/>
                <a:gd name="csY38" fmla="*/ 15287 h 32963"/>
                <a:gd name="csX39" fmla="*/ 33919 w 83125"/>
                <a:gd name="csY39" fmla="*/ 15765 h 32963"/>
                <a:gd name="csX40" fmla="*/ 32486 w 83125"/>
                <a:gd name="csY40" fmla="*/ 16721 h 32963"/>
                <a:gd name="csX41" fmla="*/ 27708 w 83125"/>
                <a:gd name="csY41" fmla="*/ 20542 h 32963"/>
                <a:gd name="csX42" fmla="*/ 26275 w 83125"/>
                <a:gd name="csY42" fmla="*/ 22453 h 32963"/>
                <a:gd name="csX43" fmla="*/ 25320 w 83125"/>
                <a:gd name="csY43" fmla="*/ 24364 h 32963"/>
                <a:gd name="csX44" fmla="*/ 24842 w 83125"/>
                <a:gd name="csY44" fmla="*/ 24842 h 32963"/>
                <a:gd name="csX45" fmla="*/ 24364 w 83125"/>
                <a:gd name="csY45" fmla="*/ 24842 h 32963"/>
                <a:gd name="csX46" fmla="*/ 24364 w 83125"/>
                <a:gd name="csY46" fmla="*/ 24842 h 32963"/>
                <a:gd name="csX47" fmla="*/ 24842 w 83125"/>
                <a:gd name="csY47" fmla="*/ 23886 h 32963"/>
                <a:gd name="csX48" fmla="*/ 24842 w 83125"/>
                <a:gd name="csY48" fmla="*/ 23409 h 32963"/>
                <a:gd name="csX49" fmla="*/ 23886 w 83125"/>
                <a:gd name="csY49" fmla="*/ 24364 h 32963"/>
                <a:gd name="csX50" fmla="*/ 23409 w 83125"/>
                <a:gd name="csY50" fmla="*/ 24842 h 32963"/>
                <a:gd name="csX51" fmla="*/ 21498 w 83125"/>
                <a:gd name="csY51" fmla="*/ 24842 h 32963"/>
                <a:gd name="csX52" fmla="*/ 19109 w 83125"/>
                <a:gd name="csY52" fmla="*/ 25798 h 32963"/>
                <a:gd name="csX53" fmla="*/ 16243 w 83125"/>
                <a:gd name="csY53" fmla="*/ 27231 h 32963"/>
                <a:gd name="csX54" fmla="*/ 14332 w 83125"/>
                <a:gd name="csY54" fmla="*/ 28664 h 32963"/>
                <a:gd name="csX55" fmla="*/ 13376 w 83125"/>
                <a:gd name="csY55" fmla="*/ 30097 h 32963"/>
                <a:gd name="csX56" fmla="*/ 12421 w 83125"/>
                <a:gd name="csY56" fmla="*/ 31052 h 32963"/>
                <a:gd name="csX57" fmla="*/ 12421 w 83125"/>
                <a:gd name="csY57" fmla="*/ 32486 h 32963"/>
                <a:gd name="csX58" fmla="*/ 12421 w 83125"/>
                <a:gd name="csY58" fmla="*/ 32963 h 32963"/>
                <a:gd name="csX59" fmla="*/ 10988 w 83125"/>
                <a:gd name="csY59" fmla="*/ 31530 h 32963"/>
                <a:gd name="csX60" fmla="*/ 10510 w 83125"/>
                <a:gd name="csY60" fmla="*/ 30575 h 32963"/>
                <a:gd name="csX61" fmla="*/ 9555 w 83125"/>
                <a:gd name="csY61" fmla="*/ 30575 h 32963"/>
                <a:gd name="csX62" fmla="*/ 8599 w 83125"/>
                <a:gd name="csY62" fmla="*/ 30575 h 32963"/>
                <a:gd name="csX63" fmla="*/ 5733 w 83125"/>
                <a:gd name="csY63" fmla="*/ 31530 h 32963"/>
                <a:gd name="csX64" fmla="*/ 3822 w 83125"/>
                <a:gd name="csY64" fmla="*/ 31052 h 32963"/>
                <a:gd name="csX65" fmla="*/ 1433 w 83125"/>
                <a:gd name="csY65" fmla="*/ 30097 h 32963"/>
                <a:gd name="csX66" fmla="*/ 478 w 83125"/>
                <a:gd name="csY66" fmla="*/ 29619 h 32963"/>
                <a:gd name="csX67" fmla="*/ 0 w 83125"/>
                <a:gd name="csY67" fmla="*/ 28186 h 32963"/>
                <a:gd name="csX68" fmla="*/ 478 w 83125"/>
                <a:gd name="csY68" fmla="*/ 26275 h 32963"/>
                <a:gd name="csX69" fmla="*/ 956 w 83125"/>
                <a:gd name="csY69" fmla="*/ 24364 h 32963"/>
                <a:gd name="csX70" fmla="*/ 956 w 83125"/>
                <a:gd name="csY70" fmla="*/ 24364 h 32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83125" h="32963">
                  <a:moveTo>
                    <a:pt x="80736" y="0"/>
                  </a:moveTo>
                  <a:lnTo>
                    <a:pt x="80258" y="4300"/>
                  </a:lnTo>
                  <a:lnTo>
                    <a:pt x="80258" y="4300"/>
                  </a:lnTo>
                  <a:lnTo>
                    <a:pt x="80736" y="5255"/>
                  </a:lnTo>
                  <a:lnTo>
                    <a:pt x="81214" y="5733"/>
                  </a:lnTo>
                  <a:lnTo>
                    <a:pt x="81214" y="6210"/>
                  </a:lnTo>
                  <a:lnTo>
                    <a:pt x="81692" y="7166"/>
                  </a:lnTo>
                  <a:lnTo>
                    <a:pt x="82647" y="8121"/>
                  </a:lnTo>
                  <a:lnTo>
                    <a:pt x="83125" y="8599"/>
                  </a:lnTo>
                  <a:lnTo>
                    <a:pt x="83125" y="9077"/>
                  </a:lnTo>
                  <a:lnTo>
                    <a:pt x="80736" y="10032"/>
                  </a:lnTo>
                  <a:lnTo>
                    <a:pt x="79303" y="10510"/>
                  </a:lnTo>
                  <a:lnTo>
                    <a:pt x="78348" y="10032"/>
                  </a:lnTo>
                  <a:lnTo>
                    <a:pt x="76437" y="9555"/>
                  </a:lnTo>
                  <a:lnTo>
                    <a:pt x="74048" y="9555"/>
                  </a:lnTo>
                  <a:lnTo>
                    <a:pt x="70226" y="10510"/>
                  </a:lnTo>
                  <a:lnTo>
                    <a:pt x="68793" y="10510"/>
                  </a:lnTo>
                  <a:lnTo>
                    <a:pt x="67838" y="10032"/>
                  </a:lnTo>
                  <a:lnTo>
                    <a:pt x="66882" y="10032"/>
                  </a:lnTo>
                  <a:lnTo>
                    <a:pt x="63538" y="10988"/>
                  </a:lnTo>
                  <a:lnTo>
                    <a:pt x="60194" y="11466"/>
                  </a:lnTo>
                  <a:lnTo>
                    <a:pt x="57805" y="12421"/>
                  </a:lnTo>
                  <a:lnTo>
                    <a:pt x="56372" y="13376"/>
                  </a:lnTo>
                  <a:lnTo>
                    <a:pt x="55416" y="13854"/>
                  </a:lnTo>
                  <a:lnTo>
                    <a:pt x="54939" y="14810"/>
                  </a:lnTo>
                  <a:lnTo>
                    <a:pt x="53983" y="14810"/>
                  </a:lnTo>
                  <a:lnTo>
                    <a:pt x="53028" y="16243"/>
                  </a:lnTo>
                  <a:lnTo>
                    <a:pt x="53028" y="16721"/>
                  </a:lnTo>
                  <a:lnTo>
                    <a:pt x="54461" y="16243"/>
                  </a:lnTo>
                  <a:lnTo>
                    <a:pt x="55894" y="16721"/>
                  </a:lnTo>
                  <a:lnTo>
                    <a:pt x="59716" y="17198"/>
                  </a:lnTo>
                  <a:lnTo>
                    <a:pt x="60672" y="17676"/>
                  </a:lnTo>
                  <a:lnTo>
                    <a:pt x="60194" y="18154"/>
                  </a:lnTo>
                  <a:lnTo>
                    <a:pt x="53983" y="17198"/>
                  </a:lnTo>
                  <a:lnTo>
                    <a:pt x="52550" y="17198"/>
                  </a:lnTo>
                  <a:lnTo>
                    <a:pt x="49684" y="16721"/>
                  </a:lnTo>
                  <a:lnTo>
                    <a:pt x="45384" y="15765"/>
                  </a:lnTo>
                  <a:lnTo>
                    <a:pt x="41563" y="15287"/>
                  </a:lnTo>
                  <a:lnTo>
                    <a:pt x="37263" y="15287"/>
                  </a:lnTo>
                  <a:lnTo>
                    <a:pt x="33919" y="15765"/>
                  </a:lnTo>
                  <a:lnTo>
                    <a:pt x="32486" y="16721"/>
                  </a:lnTo>
                  <a:lnTo>
                    <a:pt x="27708" y="20542"/>
                  </a:lnTo>
                  <a:lnTo>
                    <a:pt x="26275" y="22453"/>
                  </a:lnTo>
                  <a:lnTo>
                    <a:pt x="25320" y="24364"/>
                  </a:lnTo>
                  <a:lnTo>
                    <a:pt x="24842" y="24842"/>
                  </a:lnTo>
                  <a:lnTo>
                    <a:pt x="24364" y="24842"/>
                  </a:lnTo>
                  <a:lnTo>
                    <a:pt x="24364" y="24842"/>
                  </a:lnTo>
                  <a:lnTo>
                    <a:pt x="24842" y="23886"/>
                  </a:lnTo>
                  <a:lnTo>
                    <a:pt x="24842" y="23409"/>
                  </a:lnTo>
                  <a:lnTo>
                    <a:pt x="23886" y="24364"/>
                  </a:lnTo>
                  <a:lnTo>
                    <a:pt x="23409" y="24842"/>
                  </a:lnTo>
                  <a:lnTo>
                    <a:pt x="21498" y="24842"/>
                  </a:lnTo>
                  <a:lnTo>
                    <a:pt x="19109" y="25798"/>
                  </a:lnTo>
                  <a:lnTo>
                    <a:pt x="16243" y="27231"/>
                  </a:lnTo>
                  <a:lnTo>
                    <a:pt x="14332" y="28664"/>
                  </a:lnTo>
                  <a:lnTo>
                    <a:pt x="13376" y="30097"/>
                  </a:lnTo>
                  <a:lnTo>
                    <a:pt x="12421" y="31052"/>
                  </a:lnTo>
                  <a:lnTo>
                    <a:pt x="12421" y="32486"/>
                  </a:lnTo>
                  <a:lnTo>
                    <a:pt x="12421" y="32963"/>
                  </a:lnTo>
                  <a:lnTo>
                    <a:pt x="10988" y="31530"/>
                  </a:lnTo>
                  <a:lnTo>
                    <a:pt x="10510" y="30575"/>
                  </a:lnTo>
                  <a:lnTo>
                    <a:pt x="9555" y="30575"/>
                  </a:lnTo>
                  <a:lnTo>
                    <a:pt x="8599" y="30575"/>
                  </a:lnTo>
                  <a:lnTo>
                    <a:pt x="5733" y="31530"/>
                  </a:lnTo>
                  <a:lnTo>
                    <a:pt x="3822" y="31052"/>
                  </a:lnTo>
                  <a:lnTo>
                    <a:pt x="1433" y="30097"/>
                  </a:lnTo>
                  <a:lnTo>
                    <a:pt x="478" y="29619"/>
                  </a:lnTo>
                  <a:lnTo>
                    <a:pt x="0" y="28186"/>
                  </a:lnTo>
                  <a:lnTo>
                    <a:pt x="478" y="26275"/>
                  </a:lnTo>
                  <a:lnTo>
                    <a:pt x="956" y="24364"/>
                  </a:lnTo>
                  <a:lnTo>
                    <a:pt x="956" y="2436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0" name="Freeform 3649">
              <a:extLst>
                <a:ext uri="{FF2B5EF4-FFF2-40B4-BE49-F238E27FC236}">
                  <a16:creationId xmlns:a16="http://schemas.microsoft.com/office/drawing/2014/main" id="{3B723C44-4E34-D412-0692-5551B11C58AB}"/>
                </a:ext>
              </a:extLst>
            </p:cNvPr>
            <p:cNvSpPr/>
            <p:nvPr/>
          </p:nvSpPr>
          <p:spPr>
            <a:xfrm>
              <a:off x="3886978" y="2896115"/>
              <a:ext cx="8121" cy="10032"/>
            </a:xfrm>
            <a:custGeom>
              <a:avLst/>
              <a:gdLst>
                <a:gd name="csX0" fmla="*/ 7644 w 8121"/>
                <a:gd name="csY0" fmla="*/ 9555 h 10032"/>
                <a:gd name="csX1" fmla="*/ 7166 w 8121"/>
                <a:gd name="csY1" fmla="*/ 10032 h 10032"/>
                <a:gd name="csX2" fmla="*/ 2866 w 8121"/>
                <a:gd name="csY2" fmla="*/ 8121 h 10032"/>
                <a:gd name="csX3" fmla="*/ 1433 w 8121"/>
                <a:gd name="csY3" fmla="*/ 6688 h 10032"/>
                <a:gd name="csX4" fmla="*/ 955 w 8121"/>
                <a:gd name="csY4" fmla="*/ 5733 h 10032"/>
                <a:gd name="csX5" fmla="*/ 478 w 8121"/>
                <a:gd name="csY5" fmla="*/ 3822 h 10032"/>
                <a:gd name="csX6" fmla="*/ 0 w 8121"/>
                <a:gd name="csY6" fmla="*/ 1433 h 10032"/>
                <a:gd name="csX7" fmla="*/ 955 w 8121"/>
                <a:gd name="csY7" fmla="*/ 0 h 10032"/>
                <a:gd name="csX8" fmla="*/ 2866 w 8121"/>
                <a:gd name="csY8" fmla="*/ 0 h 10032"/>
                <a:gd name="csX9" fmla="*/ 5255 w 8121"/>
                <a:gd name="csY9" fmla="*/ 955 h 10032"/>
                <a:gd name="csX10" fmla="*/ 8121 w 8121"/>
                <a:gd name="csY10" fmla="*/ 4300 h 10032"/>
                <a:gd name="csX11" fmla="*/ 7166 w 8121"/>
                <a:gd name="csY11" fmla="*/ 4777 h 10032"/>
                <a:gd name="csX12" fmla="*/ 7166 w 8121"/>
                <a:gd name="csY12" fmla="*/ 7166 h 10032"/>
                <a:gd name="csX13" fmla="*/ 7644 w 8121"/>
                <a:gd name="csY13" fmla="*/ 8599 h 10032"/>
                <a:gd name="csX14" fmla="*/ 7644 w 8121"/>
                <a:gd name="csY14" fmla="*/ 9555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121" h="10032">
                  <a:moveTo>
                    <a:pt x="7644" y="9555"/>
                  </a:moveTo>
                  <a:lnTo>
                    <a:pt x="7166" y="10032"/>
                  </a:lnTo>
                  <a:lnTo>
                    <a:pt x="2866" y="8121"/>
                  </a:lnTo>
                  <a:lnTo>
                    <a:pt x="1433" y="6688"/>
                  </a:lnTo>
                  <a:lnTo>
                    <a:pt x="955" y="5733"/>
                  </a:lnTo>
                  <a:lnTo>
                    <a:pt x="478" y="3822"/>
                  </a:lnTo>
                  <a:lnTo>
                    <a:pt x="0" y="1433"/>
                  </a:lnTo>
                  <a:lnTo>
                    <a:pt x="955" y="0"/>
                  </a:lnTo>
                  <a:lnTo>
                    <a:pt x="2866" y="0"/>
                  </a:lnTo>
                  <a:lnTo>
                    <a:pt x="5255" y="955"/>
                  </a:lnTo>
                  <a:lnTo>
                    <a:pt x="8121" y="4300"/>
                  </a:lnTo>
                  <a:lnTo>
                    <a:pt x="7166" y="4777"/>
                  </a:lnTo>
                  <a:lnTo>
                    <a:pt x="7166" y="7166"/>
                  </a:lnTo>
                  <a:lnTo>
                    <a:pt x="7644" y="8599"/>
                  </a:lnTo>
                  <a:lnTo>
                    <a:pt x="7644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1" name="Freeform 3650">
              <a:extLst>
                <a:ext uri="{FF2B5EF4-FFF2-40B4-BE49-F238E27FC236}">
                  <a16:creationId xmlns:a16="http://schemas.microsoft.com/office/drawing/2014/main" id="{E795B027-C8C8-8419-CAFB-CDC892A16B77}"/>
                </a:ext>
              </a:extLst>
            </p:cNvPr>
            <p:cNvSpPr/>
            <p:nvPr/>
          </p:nvSpPr>
          <p:spPr>
            <a:xfrm>
              <a:off x="4152118" y="2924301"/>
              <a:ext cx="15765" cy="9076"/>
            </a:xfrm>
            <a:custGeom>
              <a:avLst/>
              <a:gdLst>
                <a:gd name="csX0" fmla="*/ 8121 w 15765"/>
                <a:gd name="csY0" fmla="*/ 1911 h 9076"/>
                <a:gd name="csX1" fmla="*/ 10510 w 15765"/>
                <a:gd name="csY1" fmla="*/ 2389 h 9076"/>
                <a:gd name="csX2" fmla="*/ 12421 w 15765"/>
                <a:gd name="csY2" fmla="*/ 1911 h 9076"/>
                <a:gd name="csX3" fmla="*/ 13854 w 15765"/>
                <a:gd name="csY3" fmla="*/ 2389 h 9076"/>
                <a:gd name="csX4" fmla="*/ 14810 w 15765"/>
                <a:gd name="csY4" fmla="*/ 3822 h 9076"/>
                <a:gd name="csX5" fmla="*/ 15765 w 15765"/>
                <a:gd name="csY5" fmla="*/ 5255 h 9076"/>
                <a:gd name="csX6" fmla="*/ 15765 w 15765"/>
                <a:gd name="csY6" fmla="*/ 7166 h 9076"/>
                <a:gd name="csX7" fmla="*/ 15287 w 15765"/>
                <a:gd name="csY7" fmla="*/ 8121 h 9076"/>
                <a:gd name="csX8" fmla="*/ 11466 w 15765"/>
                <a:gd name="csY8" fmla="*/ 9077 h 9076"/>
                <a:gd name="csX9" fmla="*/ 9077 w 15765"/>
                <a:gd name="csY9" fmla="*/ 8599 h 9076"/>
                <a:gd name="csX10" fmla="*/ 6688 w 15765"/>
                <a:gd name="csY10" fmla="*/ 7166 h 9076"/>
                <a:gd name="csX11" fmla="*/ 5255 w 15765"/>
                <a:gd name="csY11" fmla="*/ 8121 h 9076"/>
                <a:gd name="csX12" fmla="*/ 2389 w 15765"/>
                <a:gd name="csY12" fmla="*/ 7166 h 9076"/>
                <a:gd name="csX13" fmla="*/ 956 w 15765"/>
                <a:gd name="csY13" fmla="*/ 5733 h 9076"/>
                <a:gd name="csX14" fmla="*/ 0 w 15765"/>
                <a:gd name="csY14" fmla="*/ 3822 h 9076"/>
                <a:gd name="csX15" fmla="*/ 0 w 15765"/>
                <a:gd name="csY15" fmla="*/ 2389 h 9076"/>
                <a:gd name="csX16" fmla="*/ 2867 w 15765"/>
                <a:gd name="csY16" fmla="*/ 1433 h 9076"/>
                <a:gd name="csX17" fmla="*/ 4300 w 15765"/>
                <a:gd name="csY17" fmla="*/ 0 h 9076"/>
                <a:gd name="csX18" fmla="*/ 8121 w 15765"/>
                <a:gd name="csY18" fmla="*/ 1911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5765" h="9076">
                  <a:moveTo>
                    <a:pt x="8121" y="1911"/>
                  </a:moveTo>
                  <a:lnTo>
                    <a:pt x="10510" y="2389"/>
                  </a:lnTo>
                  <a:lnTo>
                    <a:pt x="12421" y="1911"/>
                  </a:lnTo>
                  <a:lnTo>
                    <a:pt x="13854" y="2389"/>
                  </a:lnTo>
                  <a:lnTo>
                    <a:pt x="14810" y="3822"/>
                  </a:lnTo>
                  <a:lnTo>
                    <a:pt x="15765" y="5255"/>
                  </a:lnTo>
                  <a:lnTo>
                    <a:pt x="15765" y="7166"/>
                  </a:lnTo>
                  <a:lnTo>
                    <a:pt x="15287" y="8121"/>
                  </a:lnTo>
                  <a:lnTo>
                    <a:pt x="11466" y="9077"/>
                  </a:lnTo>
                  <a:lnTo>
                    <a:pt x="9077" y="8599"/>
                  </a:lnTo>
                  <a:lnTo>
                    <a:pt x="6688" y="7166"/>
                  </a:lnTo>
                  <a:lnTo>
                    <a:pt x="5255" y="8121"/>
                  </a:lnTo>
                  <a:lnTo>
                    <a:pt x="2389" y="7166"/>
                  </a:lnTo>
                  <a:lnTo>
                    <a:pt x="956" y="5733"/>
                  </a:lnTo>
                  <a:lnTo>
                    <a:pt x="0" y="3822"/>
                  </a:lnTo>
                  <a:lnTo>
                    <a:pt x="0" y="2389"/>
                  </a:lnTo>
                  <a:lnTo>
                    <a:pt x="2867" y="1433"/>
                  </a:lnTo>
                  <a:lnTo>
                    <a:pt x="4300" y="0"/>
                  </a:lnTo>
                  <a:lnTo>
                    <a:pt x="812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2" name="Freeform 3651">
              <a:extLst>
                <a:ext uri="{FF2B5EF4-FFF2-40B4-BE49-F238E27FC236}">
                  <a16:creationId xmlns:a16="http://schemas.microsoft.com/office/drawing/2014/main" id="{411E0BD2-B358-D4A6-3B16-074765965070}"/>
                </a:ext>
              </a:extLst>
            </p:cNvPr>
            <p:cNvSpPr/>
            <p:nvPr/>
          </p:nvSpPr>
          <p:spPr>
            <a:xfrm>
              <a:off x="3909431" y="2939589"/>
              <a:ext cx="85035" cy="71659"/>
            </a:xfrm>
            <a:custGeom>
              <a:avLst/>
              <a:gdLst>
                <a:gd name="csX0" fmla="*/ 42040 w 85035"/>
                <a:gd name="csY0" fmla="*/ 11465 h 71659"/>
                <a:gd name="csX1" fmla="*/ 42518 w 85035"/>
                <a:gd name="csY1" fmla="*/ 11943 h 71659"/>
                <a:gd name="csX2" fmla="*/ 43951 w 85035"/>
                <a:gd name="csY2" fmla="*/ 11465 h 71659"/>
                <a:gd name="csX3" fmla="*/ 44429 w 85035"/>
                <a:gd name="csY3" fmla="*/ 10032 h 71659"/>
                <a:gd name="csX4" fmla="*/ 45384 w 85035"/>
                <a:gd name="csY4" fmla="*/ 9555 h 71659"/>
                <a:gd name="csX5" fmla="*/ 45862 w 85035"/>
                <a:gd name="csY5" fmla="*/ 10032 h 71659"/>
                <a:gd name="csX6" fmla="*/ 48728 w 85035"/>
                <a:gd name="csY6" fmla="*/ 12899 h 71659"/>
                <a:gd name="csX7" fmla="*/ 51117 w 85035"/>
                <a:gd name="csY7" fmla="*/ 16243 h 71659"/>
                <a:gd name="csX8" fmla="*/ 53028 w 85035"/>
                <a:gd name="csY8" fmla="*/ 18631 h 71659"/>
                <a:gd name="csX9" fmla="*/ 56850 w 85035"/>
                <a:gd name="csY9" fmla="*/ 20542 h 71659"/>
                <a:gd name="csX10" fmla="*/ 64493 w 85035"/>
                <a:gd name="csY10" fmla="*/ 26753 h 71659"/>
                <a:gd name="csX11" fmla="*/ 66882 w 85035"/>
                <a:gd name="csY11" fmla="*/ 31530 h 71659"/>
                <a:gd name="csX12" fmla="*/ 69271 w 85035"/>
                <a:gd name="csY12" fmla="*/ 38218 h 71659"/>
                <a:gd name="csX13" fmla="*/ 71659 w 85035"/>
                <a:gd name="csY13" fmla="*/ 43473 h 71659"/>
                <a:gd name="csX14" fmla="*/ 73570 w 85035"/>
                <a:gd name="csY14" fmla="*/ 46817 h 71659"/>
                <a:gd name="csX15" fmla="*/ 75481 w 85035"/>
                <a:gd name="csY15" fmla="*/ 49684 h 71659"/>
                <a:gd name="csX16" fmla="*/ 78825 w 85035"/>
                <a:gd name="csY16" fmla="*/ 53028 h 71659"/>
                <a:gd name="csX17" fmla="*/ 81692 w 85035"/>
                <a:gd name="csY17" fmla="*/ 50639 h 71659"/>
                <a:gd name="csX18" fmla="*/ 83125 w 85035"/>
                <a:gd name="csY18" fmla="*/ 50162 h 71659"/>
                <a:gd name="csX19" fmla="*/ 84081 w 85035"/>
                <a:gd name="csY19" fmla="*/ 51117 h 71659"/>
                <a:gd name="csX20" fmla="*/ 85036 w 85035"/>
                <a:gd name="csY20" fmla="*/ 53506 h 71659"/>
                <a:gd name="csX21" fmla="*/ 84558 w 85035"/>
                <a:gd name="csY21" fmla="*/ 54461 h 71659"/>
                <a:gd name="csX22" fmla="*/ 83125 w 85035"/>
                <a:gd name="csY22" fmla="*/ 55894 h 71659"/>
                <a:gd name="csX23" fmla="*/ 81214 w 85035"/>
                <a:gd name="csY23" fmla="*/ 57328 h 71659"/>
                <a:gd name="csX24" fmla="*/ 78348 w 85035"/>
                <a:gd name="csY24" fmla="*/ 57328 h 71659"/>
                <a:gd name="csX25" fmla="*/ 76915 w 85035"/>
                <a:gd name="csY25" fmla="*/ 57805 h 71659"/>
                <a:gd name="csX26" fmla="*/ 74526 w 85035"/>
                <a:gd name="csY26" fmla="*/ 60194 h 71659"/>
                <a:gd name="csX27" fmla="*/ 72615 w 85035"/>
                <a:gd name="csY27" fmla="*/ 63538 h 71659"/>
                <a:gd name="csX28" fmla="*/ 70226 w 85035"/>
                <a:gd name="csY28" fmla="*/ 64493 h 71659"/>
                <a:gd name="csX29" fmla="*/ 64971 w 85035"/>
                <a:gd name="csY29" fmla="*/ 69271 h 71659"/>
                <a:gd name="csX30" fmla="*/ 62583 w 85035"/>
                <a:gd name="csY30" fmla="*/ 71182 h 71659"/>
                <a:gd name="csX31" fmla="*/ 58761 w 85035"/>
                <a:gd name="csY31" fmla="*/ 71659 h 71659"/>
                <a:gd name="csX32" fmla="*/ 50639 w 85035"/>
                <a:gd name="csY32" fmla="*/ 67837 h 71659"/>
                <a:gd name="csX33" fmla="*/ 45384 w 85035"/>
                <a:gd name="csY33" fmla="*/ 68315 h 71659"/>
                <a:gd name="csX34" fmla="*/ 41085 w 85035"/>
                <a:gd name="csY34" fmla="*/ 67360 h 71659"/>
                <a:gd name="csX35" fmla="*/ 36785 w 85035"/>
                <a:gd name="csY35" fmla="*/ 63538 h 71659"/>
                <a:gd name="csX36" fmla="*/ 32963 w 85035"/>
                <a:gd name="csY36" fmla="*/ 61149 h 71659"/>
                <a:gd name="csX37" fmla="*/ 26275 w 85035"/>
                <a:gd name="csY37" fmla="*/ 57805 h 71659"/>
                <a:gd name="csX38" fmla="*/ 25798 w 85035"/>
                <a:gd name="csY38" fmla="*/ 57328 h 71659"/>
                <a:gd name="csX39" fmla="*/ 25320 w 85035"/>
                <a:gd name="csY39" fmla="*/ 55894 h 71659"/>
                <a:gd name="csX40" fmla="*/ 25320 w 85035"/>
                <a:gd name="csY40" fmla="*/ 54461 h 71659"/>
                <a:gd name="csX41" fmla="*/ 24842 w 85035"/>
                <a:gd name="csY41" fmla="*/ 53028 h 71659"/>
                <a:gd name="csX42" fmla="*/ 24364 w 85035"/>
                <a:gd name="csY42" fmla="*/ 52550 h 71659"/>
                <a:gd name="csX43" fmla="*/ 23409 w 85035"/>
                <a:gd name="csY43" fmla="*/ 52550 h 71659"/>
                <a:gd name="csX44" fmla="*/ 22453 w 85035"/>
                <a:gd name="csY44" fmla="*/ 53983 h 71659"/>
                <a:gd name="csX45" fmla="*/ 20065 w 85035"/>
                <a:gd name="csY45" fmla="*/ 54939 h 71659"/>
                <a:gd name="csX46" fmla="*/ 16721 w 85035"/>
                <a:gd name="csY46" fmla="*/ 54461 h 71659"/>
                <a:gd name="csX47" fmla="*/ 15287 w 85035"/>
                <a:gd name="csY47" fmla="*/ 53983 h 71659"/>
                <a:gd name="csX48" fmla="*/ 14332 w 85035"/>
                <a:gd name="csY48" fmla="*/ 52550 h 71659"/>
                <a:gd name="csX49" fmla="*/ 13854 w 85035"/>
                <a:gd name="csY49" fmla="*/ 51595 h 71659"/>
                <a:gd name="csX50" fmla="*/ 13854 w 85035"/>
                <a:gd name="csY50" fmla="*/ 50162 h 71659"/>
                <a:gd name="csX51" fmla="*/ 13377 w 85035"/>
                <a:gd name="csY51" fmla="*/ 48728 h 71659"/>
                <a:gd name="csX52" fmla="*/ 12899 w 85035"/>
                <a:gd name="csY52" fmla="*/ 47773 h 71659"/>
                <a:gd name="csX53" fmla="*/ 11943 w 85035"/>
                <a:gd name="csY53" fmla="*/ 47773 h 71659"/>
                <a:gd name="csX54" fmla="*/ 10032 w 85035"/>
                <a:gd name="csY54" fmla="*/ 48728 h 71659"/>
                <a:gd name="csX55" fmla="*/ 9077 w 85035"/>
                <a:gd name="csY55" fmla="*/ 49684 h 71659"/>
                <a:gd name="csX56" fmla="*/ 9555 w 85035"/>
                <a:gd name="csY56" fmla="*/ 50639 h 71659"/>
                <a:gd name="csX57" fmla="*/ 9077 w 85035"/>
                <a:gd name="csY57" fmla="*/ 51595 h 71659"/>
                <a:gd name="csX58" fmla="*/ 6211 w 85035"/>
                <a:gd name="csY58" fmla="*/ 51595 h 71659"/>
                <a:gd name="csX59" fmla="*/ 4777 w 85035"/>
                <a:gd name="csY59" fmla="*/ 50639 h 71659"/>
                <a:gd name="csX60" fmla="*/ 2389 w 85035"/>
                <a:gd name="csY60" fmla="*/ 48728 h 71659"/>
                <a:gd name="csX61" fmla="*/ 1433 w 85035"/>
                <a:gd name="csY61" fmla="*/ 46817 h 71659"/>
                <a:gd name="csX62" fmla="*/ 0 w 85035"/>
                <a:gd name="csY62" fmla="*/ 42996 h 71659"/>
                <a:gd name="csX63" fmla="*/ 0 w 85035"/>
                <a:gd name="csY63" fmla="*/ 42040 h 71659"/>
                <a:gd name="csX64" fmla="*/ 956 w 85035"/>
                <a:gd name="csY64" fmla="*/ 39651 h 71659"/>
                <a:gd name="csX65" fmla="*/ 1911 w 85035"/>
                <a:gd name="csY65" fmla="*/ 37741 h 71659"/>
                <a:gd name="csX66" fmla="*/ 9555 w 85035"/>
                <a:gd name="csY66" fmla="*/ 36785 h 71659"/>
                <a:gd name="csX67" fmla="*/ 12899 w 85035"/>
                <a:gd name="csY67" fmla="*/ 35830 h 71659"/>
                <a:gd name="csX68" fmla="*/ 16721 w 85035"/>
                <a:gd name="csY68" fmla="*/ 33441 h 71659"/>
                <a:gd name="csX69" fmla="*/ 21020 w 85035"/>
                <a:gd name="csY69" fmla="*/ 28664 h 71659"/>
                <a:gd name="csX70" fmla="*/ 21976 w 85035"/>
                <a:gd name="csY70" fmla="*/ 27230 h 71659"/>
                <a:gd name="csX71" fmla="*/ 21976 w 85035"/>
                <a:gd name="csY71" fmla="*/ 26275 h 71659"/>
                <a:gd name="csX72" fmla="*/ 21498 w 85035"/>
                <a:gd name="csY72" fmla="*/ 25320 h 71659"/>
                <a:gd name="csX73" fmla="*/ 20065 w 85035"/>
                <a:gd name="csY73" fmla="*/ 22931 h 71659"/>
                <a:gd name="csX74" fmla="*/ 19587 w 85035"/>
                <a:gd name="csY74" fmla="*/ 21020 h 71659"/>
                <a:gd name="csX75" fmla="*/ 20065 w 85035"/>
                <a:gd name="csY75" fmla="*/ 20065 h 71659"/>
                <a:gd name="csX76" fmla="*/ 21976 w 85035"/>
                <a:gd name="csY76" fmla="*/ 20065 h 71659"/>
                <a:gd name="csX77" fmla="*/ 21020 w 85035"/>
                <a:gd name="csY77" fmla="*/ 19109 h 71659"/>
                <a:gd name="csX78" fmla="*/ 20065 w 85035"/>
                <a:gd name="csY78" fmla="*/ 17676 h 71659"/>
                <a:gd name="csX79" fmla="*/ 20065 w 85035"/>
                <a:gd name="csY79" fmla="*/ 16721 h 71659"/>
                <a:gd name="csX80" fmla="*/ 20065 w 85035"/>
                <a:gd name="csY80" fmla="*/ 15287 h 71659"/>
                <a:gd name="csX81" fmla="*/ 21498 w 85035"/>
                <a:gd name="csY81" fmla="*/ 14809 h 71659"/>
                <a:gd name="csX82" fmla="*/ 23409 w 85035"/>
                <a:gd name="csY82" fmla="*/ 15287 h 71659"/>
                <a:gd name="csX83" fmla="*/ 26275 w 85035"/>
                <a:gd name="csY83" fmla="*/ 19587 h 71659"/>
                <a:gd name="csX84" fmla="*/ 27708 w 85035"/>
                <a:gd name="csY84" fmla="*/ 20542 h 71659"/>
                <a:gd name="csX85" fmla="*/ 30097 w 85035"/>
                <a:gd name="csY85" fmla="*/ 21020 h 71659"/>
                <a:gd name="csX86" fmla="*/ 27708 w 85035"/>
                <a:gd name="csY86" fmla="*/ 18154 h 71659"/>
                <a:gd name="csX87" fmla="*/ 25320 w 85035"/>
                <a:gd name="csY87" fmla="*/ 12421 h 71659"/>
                <a:gd name="csX88" fmla="*/ 24842 w 85035"/>
                <a:gd name="csY88" fmla="*/ 10032 h 71659"/>
                <a:gd name="csX89" fmla="*/ 24842 w 85035"/>
                <a:gd name="csY89" fmla="*/ 9077 h 71659"/>
                <a:gd name="csX90" fmla="*/ 25320 w 85035"/>
                <a:gd name="csY90" fmla="*/ 5733 h 71659"/>
                <a:gd name="csX91" fmla="*/ 26275 w 85035"/>
                <a:gd name="csY91" fmla="*/ 4300 h 71659"/>
                <a:gd name="csX92" fmla="*/ 26753 w 85035"/>
                <a:gd name="csY92" fmla="*/ 3344 h 71659"/>
                <a:gd name="csX93" fmla="*/ 29142 w 85035"/>
                <a:gd name="csY93" fmla="*/ 1433 h 71659"/>
                <a:gd name="csX94" fmla="*/ 32963 w 85035"/>
                <a:gd name="csY94" fmla="*/ 0 h 71659"/>
                <a:gd name="csX95" fmla="*/ 34874 w 85035"/>
                <a:gd name="csY95" fmla="*/ 0 h 71659"/>
                <a:gd name="csX96" fmla="*/ 37263 w 85035"/>
                <a:gd name="csY96" fmla="*/ 955 h 71659"/>
                <a:gd name="csX97" fmla="*/ 38696 w 85035"/>
                <a:gd name="csY97" fmla="*/ 3344 h 71659"/>
                <a:gd name="csX98" fmla="*/ 42518 w 85035"/>
                <a:gd name="csY98" fmla="*/ 6688 h 71659"/>
                <a:gd name="csX99" fmla="*/ 42996 w 85035"/>
                <a:gd name="csY99" fmla="*/ 7644 h 71659"/>
                <a:gd name="csX100" fmla="*/ 42996 w 85035"/>
                <a:gd name="csY100" fmla="*/ 8599 h 71659"/>
                <a:gd name="csX101" fmla="*/ 41563 w 85035"/>
                <a:gd name="csY101" fmla="*/ 9555 h 71659"/>
                <a:gd name="csX102" fmla="*/ 41563 w 85035"/>
                <a:gd name="csY102" fmla="*/ 10032 h 71659"/>
                <a:gd name="csX103" fmla="*/ 42040 w 85035"/>
                <a:gd name="csY103" fmla="*/ 11465 h 71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85035" h="71659">
                  <a:moveTo>
                    <a:pt x="42040" y="11465"/>
                  </a:moveTo>
                  <a:lnTo>
                    <a:pt x="42518" y="11943"/>
                  </a:lnTo>
                  <a:lnTo>
                    <a:pt x="43951" y="11465"/>
                  </a:lnTo>
                  <a:lnTo>
                    <a:pt x="44429" y="10032"/>
                  </a:lnTo>
                  <a:lnTo>
                    <a:pt x="45384" y="9555"/>
                  </a:lnTo>
                  <a:lnTo>
                    <a:pt x="45862" y="10032"/>
                  </a:lnTo>
                  <a:lnTo>
                    <a:pt x="48728" y="12899"/>
                  </a:lnTo>
                  <a:lnTo>
                    <a:pt x="51117" y="16243"/>
                  </a:lnTo>
                  <a:lnTo>
                    <a:pt x="53028" y="18631"/>
                  </a:lnTo>
                  <a:lnTo>
                    <a:pt x="56850" y="20542"/>
                  </a:lnTo>
                  <a:lnTo>
                    <a:pt x="64493" y="26753"/>
                  </a:lnTo>
                  <a:lnTo>
                    <a:pt x="66882" y="31530"/>
                  </a:lnTo>
                  <a:lnTo>
                    <a:pt x="69271" y="38218"/>
                  </a:lnTo>
                  <a:lnTo>
                    <a:pt x="71659" y="43473"/>
                  </a:lnTo>
                  <a:lnTo>
                    <a:pt x="73570" y="46817"/>
                  </a:lnTo>
                  <a:lnTo>
                    <a:pt x="75481" y="49684"/>
                  </a:lnTo>
                  <a:lnTo>
                    <a:pt x="78825" y="53028"/>
                  </a:lnTo>
                  <a:lnTo>
                    <a:pt x="81692" y="50639"/>
                  </a:lnTo>
                  <a:lnTo>
                    <a:pt x="83125" y="50162"/>
                  </a:lnTo>
                  <a:lnTo>
                    <a:pt x="84081" y="51117"/>
                  </a:lnTo>
                  <a:lnTo>
                    <a:pt x="85036" y="53506"/>
                  </a:lnTo>
                  <a:lnTo>
                    <a:pt x="84558" y="54461"/>
                  </a:lnTo>
                  <a:lnTo>
                    <a:pt x="83125" y="55894"/>
                  </a:lnTo>
                  <a:lnTo>
                    <a:pt x="81214" y="57328"/>
                  </a:lnTo>
                  <a:lnTo>
                    <a:pt x="78348" y="57328"/>
                  </a:lnTo>
                  <a:lnTo>
                    <a:pt x="76915" y="57805"/>
                  </a:lnTo>
                  <a:lnTo>
                    <a:pt x="74526" y="60194"/>
                  </a:lnTo>
                  <a:lnTo>
                    <a:pt x="72615" y="63538"/>
                  </a:lnTo>
                  <a:lnTo>
                    <a:pt x="70226" y="64493"/>
                  </a:lnTo>
                  <a:lnTo>
                    <a:pt x="64971" y="69271"/>
                  </a:lnTo>
                  <a:lnTo>
                    <a:pt x="62583" y="71182"/>
                  </a:lnTo>
                  <a:lnTo>
                    <a:pt x="58761" y="71659"/>
                  </a:lnTo>
                  <a:lnTo>
                    <a:pt x="50639" y="67837"/>
                  </a:lnTo>
                  <a:lnTo>
                    <a:pt x="45384" y="68315"/>
                  </a:lnTo>
                  <a:lnTo>
                    <a:pt x="41085" y="67360"/>
                  </a:lnTo>
                  <a:lnTo>
                    <a:pt x="36785" y="63538"/>
                  </a:lnTo>
                  <a:lnTo>
                    <a:pt x="32963" y="61149"/>
                  </a:lnTo>
                  <a:lnTo>
                    <a:pt x="26275" y="57805"/>
                  </a:lnTo>
                  <a:lnTo>
                    <a:pt x="25798" y="57328"/>
                  </a:lnTo>
                  <a:lnTo>
                    <a:pt x="25320" y="55894"/>
                  </a:lnTo>
                  <a:lnTo>
                    <a:pt x="25320" y="54461"/>
                  </a:lnTo>
                  <a:lnTo>
                    <a:pt x="24842" y="53028"/>
                  </a:lnTo>
                  <a:lnTo>
                    <a:pt x="24364" y="52550"/>
                  </a:lnTo>
                  <a:lnTo>
                    <a:pt x="23409" y="52550"/>
                  </a:lnTo>
                  <a:lnTo>
                    <a:pt x="22453" y="53983"/>
                  </a:lnTo>
                  <a:lnTo>
                    <a:pt x="20065" y="54939"/>
                  </a:lnTo>
                  <a:lnTo>
                    <a:pt x="16721" y="54461"/>
                  </a:lnTo>
                  <a:lnTo>
                    <a:pt x="15287" y="53983"/>
                  </a:lnTo>
                  <a:lnTo>
                    <a:pt x="14332" y="52550"/>
                  </a:lnTo>
                  <a:lnTo>
                    <a:pt x="13854" y="51595"/>
                  </a:lnTo>
                  <a:lnTo>
                    <a:pt x="13854" y="50162"/>
                  </a:lnTo>
                  <a:lnTo>
                    <a:pt x="13377" y="48728"/>
                  </a:lnTo>
                  <a:lnTo>
                    <a:pt x="12899" y="47773"/>
                  </a:lnTo>
                  <a:lnTo>
                    <a:pt x="11943" y="47773"/>
                  </a:lnTo>
                  <a:lnTo>
                    <a:pt x="10032" y="48728"/>
                  </a:lnTo>
                  <a:lnTo>
                    <a:pt x="9077" y="49684"/>
                  </a:lnTo>
                  <a:lnTo>
                    <a:pt x="9555" y="50639"/>
                  </a:lnTo>
                  <a:lnTo>
                    <a:pt x="9077" y="51595"/>
                  </a:lnTo>
                  <a:lnTo>
                    <a:pt x="6211" y="51595"/>
                  </a:lnTo>
                  <a:lnTo>
                    <a:pt x="4777" y="50639"/>
                  </a:lnTo>
                  <a:lnTo>
                    <a:pt x="2389" y="48728"/>
                  </a:lnTo>
                  <a:lnTo>
                    <a:pt x="1433" y="46817"/>
                  </a:lnTo>
                  <a:lnTo>
                    <a:pt x="0" y="42996"/>
                  </a:lnTo>
                  <a:lnTo>
                    <a:pt x="0" y="42040"/>
                  </a:lnTo>
                  <a:lnTo>
                    <a:pt x="956" y="39651"/>
                  </a:lnTo>
                  <a:lnTo>
                    <a:pt x="1911" y="37741"/>
                  </a:lnTo>
                  <a:lnTo>
                    <a:pt x="9555" y="36785"/>
                  </a:lnTo>
                  <a:lnTo>
                    <a:pt x="12899" y="35830"/>
                  </a:lnTo>
                  <a:lnTo>
                    <a:pt x="16721" y="33441"/>
                  </a:lnTo>
                  <a:lnTo>
                    <a:pt x="21020" y="28664"/>
                  </a:lnTo>
                  <a:lnTo>
                    <a:pt x="21976" y="27230"/>
                  </a:lnTo>
                  <a:lnTo>
                    <a:pt x="21976" y="26275"/>
                  </a:lnTo>
                  <a:lnTo>
                    <a:pt x="21498" y="25320"/>
                  </a:lnTo>
                  <a:lnTo>
                    <a:pt x="20065" y="22931"/>
                  </a:lnTo>
                  <a:lnTo>
                    <a:pt x="19587" y="21020"/>
                  </a:lnTo>
                  <a:lnTo>
                    <a:pt x="20065" y="20065"/>
                  </a:lnTo>
                  <a:lnTo>
                    <a:pt x="21976" y="20065"/>
                  </a:lnTo>
                  <a:lnTo>
                    <a:pt x="21020" y="19109"/>
                  </a:lnTo>
                  <a:lnTo>
                    <a:pt x="20065" y="17676"/>
                  </a:lnTo>
                  <a:lnTo>
                    <a:pt x="20065" y="16721"/>
                  </a:lnTo>
                  <a:lnTo>
                    <a:pt x="20065" y="15287"/>
                  </a:lnTo>
                  <a:lnTo>
                    <a:pt x="21498" y="14809"/>
                  </a:lnTo>
                  <a:lnTo>
                    <a:pt x="23409" y="15287"/>
                  </a:lnTo>
                  <a:lnTo>
                    <a:pt x="26275" y="19587"/>
                  </a:lnTo>
                  <a:lnTo>
                    <a:pt x="27708" y="20542"/>
                  </a:lnTo>
                  <a:lnTo>
                    <a:pt x="30097" y="21020"/>
                  </a:lnTo>
                  <a:lnTo>
                    <a:pt x="27708" y="18154"/>
                  </a:lnTo>
                  <a:lnTo>
                    <a:pt x="25320" y="12421"/>
                  </a:lnTo>
                  <a:lnTo>
                    <a:pt x="24842" y="10032"/>
                  </a:lnTo>
                  <a:lnTo>
                    <a:pt x="24842" y="9077"/>
                  </a:lnTo>
                  <a:lnTo>
                    <a:pt x="25320" y="5733"/>
                  </a:lnTo>
                  <a:lnTo>
                    <a:pt x="26275" y="4300"/>
                  </a:lnTo>
                  <a:lnTo>
                    <a:pt x="26753" y="3344"/>
                  </a:lnTo>
                  <a:lnTo>
                    <a:pt x="29142" y="1433"/>
                  </a:lnTo>
                  <a:lnTo>
                    <a:pt x="32963" y="0"/>
                  </a:lnTo>
                  <a:lnTo>
                    <a:pt x="34874" y="0"/>
                  </a:lnTo>
                  <a:lnTo>
                    <a:pt x="37263" y="955"/>
                  </a:lnTo>
                  <a:lnTo>
                    <a:pt x="38696" y="3344"/>
                  </a:lnTo>
                  <a:lnTo>
                    <a:pt x="42518" y="6688"/>
                  </a:lnTo>
                  <a:lnTo>
                    <a:pt x="42996" y="7644"/>
                  </a:lnTo>
                  <a:lnTo>
                    <a:pt x="42996" y="8599"/>
                  </a:lnTo>
                  <a:lnTo>
                    <a:pt x="41563" y="9555"/>
                  </a:lnTo>
                  <a:lnTo>
                    <a:pt x="41563" y="10032"/>
                  </a:lnTo>
                  <a:lnTo>
                    <a:pt x="42040" y="114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3" name="Freeform 3652">
              <a:extLst>
                <a:ext uri="{FF2B5EF4-FFF2-40B4-BE49-F238E27FC236}">
                  <a16:creationId xmlns:a16="http://schemas.microsoft.com/office/drawing/2014/main" id="{A48FF9D3-91A6-6237-094B-D38D26DE86E2}"/>
                </a:ext>
              </a:extLst>
            </p:cNvPr>
            <p:cNvSpPr/>
            <p:nvPr/>
          </p:nvSpPr>
          <p:spPr>
            <a:xfrm>
              <a:off x="4281583" y="2942455"/>
              <a:ext cx="28185" cy="15765"/>
            </a:xfrm>
            <a:custGeom>
              <a:avLst/>
              <a:gdLst>
                <a:gd name="csX0" fmla="*/ 26753 w 28185"/>
                <a:gd name="csY0" fmla="*/ 956 h 15765"/>
                <a:gd name="csX1" fmla="*/ 27708 w 28185"/>
                <a:gd name="csY1" fmla="*/ 3822 h 15765"/>
                <a:gd name="csX2" fmla="*/ 28186 w 28185"/>
                <a:gd name="csY2" fmla="*/ 4777 h 15765"/>
                <a:gd name="csX3" fmla="*/ 27708 w 28185"/>
                <a:gd name="csY3" fmla="*/ 6211 h 15765"/>
                <a:gd name="csX4" fmla="*/ 24364 w 28185"/>
                <a:gd name="csY4" fmla="*/ 9077 h 15765"/>
                <a:gd name="csX5" fmla="*/ 18154 w 28185"/>
                <a:gd name="csY5" fmla="*/ 10510 h 15765"/>
                <a:gd name="csX6" fmla="*/ 14809 w 28185"/>
                <a:gd name="csY6" fmla="*/ 9077 h 15765"/>
                <a:gd name="csX7" fmla="*/ 16243 w 28185"/>
                <a:gd name="csY7" fmla="*/ 13377 h 15765"/>
                <a:gd name="csX8" fmla="*/ 16721 w 28185"/>
                <a:gd name="csY8" fmla="*/ 14810 h 15765"/>
                <a:gd name="csX9" fmla="*/ 16243 w 28185"/>
                <a:gd name="csY9" fmla="*/ 15765 h 15765"/>
                <a:gd name="csX10" fmla="*/ 14809 w 28185"/>
                <a:gd name="csY10" fmla="*/ 15287 h 15765"/>
                <a:gd name="csX11" fmla="*/ 12421 w 28185"/>
                <a:gd name="csY11" fmla="*/ 14332 h 15765"/>
                <a:gd name="csX12" fmla="*/ 10988 w 28185"/>
                <a:gd name="csY12" fmla="*/ 12899 h 15765"/>
                <a:gd name="csX13" fmla="*/ 10988 w 28185"/>
                <a:gd name="csY13" fmla="*/ 11466 h 15765"/>
                <a:gd name="csX14" fmla="*/ 10510 w 28185"/>
                <a:gd name="csY14" fmla="*/ 10988 h 15765"/>
                <a:gd name="csX15" fmla="*/ 9555 w 28185"/>
                <a:gd name="csY15" fmla="*/ 11943 h 15765"/>
                <a:gd name="csX16" fmla="*/ 9077 w 28185"/>
                <a:gd name="csY16" fmla="*/ 11466 h 15765"/>
                <a:gd name="csX17" fmla="*/ 7644 w 28185"/>
                <a:gd name="csY17" fmla="*/ 9077 h 15765"/>
                <a:gd name="csX18" fmla="*/ 6688 w 28185"/>
                <a:gd name="csY18" fmla="*/ 8121 h 15765"/>
                <a:gd name="csX19" fmla="*/ 0 w 28185"/>
                <a:gd name="csY19" fmla="*/ 6688 h 15765"/>
                <a:gd name="csX20" fmla="*/ 0 w 28185"/>
                <a:gd name="csY20" fmla="*/ 6211 h 15765"/>
                <a:gd name="csX21" fmla="*/ 0 w 28185"/>
                <a:gd name="csY21" fmla="*/ 5255 h 15765"/>
                <a:gd name="csX22" fmla="*/ 1433 w 28185"/>
                <a:gd name="csY22" fmla="*/ 3344 h 15765"/>
                <a:gd name="csX23" fmla="*/ 2866 w 28185"/>
                <a:gd name="csY23" fmla="*/ 2866 h 15765"/>
                <a:gd name="csX24" fmla="*/ 6210 w 28185"/>
                <a:gd name="csY24" fmla="*/ 3822 h 15765"/>
                <a:gd name="csX25" fmla="*/ 6688 w 28185"/>
                <a:gd name="csY25" fmla="*/ 3344 h 15765"/>
                <a:gd name="csX26" fmla="*/ 7166 w 28185"/>
                <a:gd name="csY26" fmla="*/ 1433 h 15765"/>
                <a:gd name="csX27" fmla="*/ 7166 w 28185"/>
                <a:gd name="csY27" fmla="*/ 478 h 15765"/>
                <a:gd name="csX28" fmla="*/ 9555 w 28185"/>
                <a:gd name="csY28" fmla="*/ 956 h 15765"/>
                <a:gd name="csX29" fmla="*/ 11465 w 28185"/>
                <a:gd name="csY29" fmla="*/ 478 h 15765"/>
                <a:gd name="csX30" fmla="*/ 12421 w 28185"/>
                <a:gd name="csY30" fmla="*/ 1433 h 15765"/>
                <a:gd name="csX31" fmla="*/ 13376 w 28185"/>
                <a:gd name="csY31" fmla="*/ 3822 h 15765"/>
                <a:gd name="csX32" fmla="*/ 14332 w 28185"/>
                <a:gd name="csY32" fmla="*/ 3344 h 15765"/>
                <a:gd name="csX33" fmla="*/ 16243 w 28185"/>
                <a:gd name="csY33" fmla="*/ 3822 h 15765"/>
                <a:gd name="csX34" fmla="*/ 18154 w 28185"/>
                <a:gd name="csY34" fmla="*/ 2866 h 15765"/>
                <a:gd name="csX35" fmla="*/ 21498 w 28185"/>
                <a:gd name="csY35" fmla="*/ 478 h 15765"/>
                <a:gd name="csX36" fmla="*/ 23886 w 28185"/>
                <a:gd name="csY36" fmla="*/ 0 h 15765"/>
                <a:gd name="csX37" fmla="*/ 26753 w 28185"/>
                <a:gd name="csY37" fmla="*/ 956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8185" h="15765">
                  <a:moveTo>
                    <a:pt x="26753" y="956"/>
                  </a:moveTo>
                  <a:lnTo>
                    <a:pt x="27708" y="3822"/>
                  </a:lnTo>
                  <a:lnTo>
                    <a:pt x="28186" y="4777"/>
                  </a:lnTo>
                  <a:lnTo>
                    <a:pt x="27708" y="6211"/>
                  </a:lnTo>
                  <a:lnTo>
                    <a:pt x="24364" y="9077"/>
                  </a:lnTo>
                  <a:lnTo>
                    <a:pt x="18154" y="10510"/>
                  </a:lnTo>
                  <a:lnTo>
                    <a:pt x="14809" y="9077"/>
                  </a:lnTo>
                  <a:lnTo>
                    <a:pt x="16243" y="13377"/>
                  </a:lnTo>
                  <a:lnTo>
                    <a:pt x="16721" y="14810"/>
                  </a:lnTo>
                  <a:lnTo>
                    <a:pt x="16243" y="15765"/>
                  </a:lnTo>
                  <a:lnTo>
                    <a:pt x="14809" y="15287"/>
                  </a:lnTo>
                  <a:lnTo>
                    <a:pt x="12421" y="14332"/>
                  </a:lnTo>
                  <a:lnTo>
                    <a:pt x="10988" y="12899"/>
                  </a:lnTo>
                  <a:lnTo>
                    <a:pt x="10988" y="11466"/>
                  </a:lnTo>
                  <a:lnTo>
                    <a:pt x="10510" y="10988"/>
                  </a:lnTo>
                  <a:lnTo>
                    <a:pt x="9555" y="11943"/>
                  </a:lnTo>
                  <a:lnTo>
                    <a:pt x="9077" y="11466"/>
                  </a:lnTo>
                  <a:lnTo>
                    <a:pt x="7644" y="9077"/>
                  </a:lnTo>
                  <a:lnTo>
                    <a:pt x="6688" y="8121"/>
                  </a:lnTo>
                  <a:lnTo>
                    <a:pt x="0" y="6688"/>
                  </a:lnTo>
                  <a:lnTo>
                    <a:pt x="0" y="6211"/>
                  </a:lnTo>
                  <a:lnTo>
                    <a:pt x="0" y="5255"/>
                  </a:lnTo>
                  <a:lnTo>
                    <a:pt x="1433" y="3344"/>
                  </a:lnTo>
                  <a:lnTo>
                    <a:pt x="2866" y="2866"/>
                  </a:lnTo>
                  <a:lnTo>
                    <a:pt x="6210" y="3822"/>
                  </a:lnTo>
                  <a:lnTo>
                    <a:pt x="6688" y="3344"/>
                  </a:lnTo>
                  <a:lnTo>
                    <a:pt x="7166" y="1433"/>
                  </a:lnTo>
                  <a:lnTo>
                    <a:pt x="7166" y="478"/>
                  </a:lnTo>
                  <a:lnTo>
                    <a:pt x="9555" y="956"/>
                  </a:lnTo>
                  <a:lnTo>
                    <a:pt x="11465" y="478"/>
                  </a:lnTo>
                  <a:lnTo>
                    <a:pt x="12421" y="1433"/>
                  </a:lnTo>
                  <a:lnTo>
                    <a:pt x="13376" y="3822"/>
                  </a:lnTo>
                  <a:lnTo>
                    <a:pt x="14332" y="3344"/>
                  </a:lnTo>
                  <a:lnTo>
                    <a:pt x="16243" y="3822"/>
                  </a:lnTo>
                  <a:lnTo>
                    <a:pt x="18154" y="2866"/>
                  </a:lnTo>
                  <a:lnTo>
                    <a:pt x="21498" y="478"/>
                  </a:lnTo>
                  <a:lnTo>
                    <a:pt x="23886" y="0"/>
                  </a:lnTo>
                  <a:lnTo>
                    <a:pt x="2675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4" name="Freeform 3653">
              <a:extLst>
                <a:ext uri="{FF2B5EF4-FFF2-40B4-BE49-F238E27FC236}">
                  <a16:creationId xmlns:a16="http://schemas.microsoft.com/office/drawing/2014/main" id="{DCC30CF9-9F33-F0B0-EF2D-A67C1D49876D}"/>
                </a:ext>
              </a:extLst>
            </p:cNvPr>
            <p:cNvSpPr/>
            <p:nvPr/>
          </p:nvSpPr>
          <p:spPr>
            <a:xfrm>
              <a:off x="4320279" y="2946277"/>
              <a:ext cx="17198" cy="13376"/>
            </a:xfrm>
            <a:custGeom>
              <a:avLst/>
              <a:gdLst>
                <a:gd name="csX0" fmla="*/ 16243 w 17198"/>
                <a:gd name="csY0" fmla="*/ 955 h 13376"/>
                <a:gd name="csX1" fmla="*/ 17198 w 17198"/>
                <a:gd name="csY1" fmla="*/ 3822 h 13376"/>
                <a:gd name="csX2" fmla="*/ 17198 w 17198"/>
                <a:gd name="csY2" fmla="*/ 4777 h 13376"/>
                <a:gd name="csX3" fmla="*/ 15765 w 17198"/>
                <a:gd name="csY3" fmla="*/ 6688 h 13376"/>
                <a:gd name="csX4" fmla="*/ 10510 w 17198"/>
                <a:gd name="csY4" fmla="*/ 9555 h 13376"/>
                <a:gd name="csX5" fmla="*/ 7166 w 17198"/>
                <a:gd name="csY5" fmla="*/ 11943 h 13376"/>
                <a:gd name="csX6" fmla="*/ 5733 w 17198"/>
                <a:gd name="csY6" fmla="*/ 12899 h 13376"/>
                <a:gd name="csX7" fmla="*/ 3344 w 17198"/>
                <a:gd name="csY7" fmla="*/ 11943 h 13376"/>
                <a:gd name="csX8" fmla="*/ 956 w 17198"/>
                <a:gd name="csY8" fmla="*/ 13376 h 13376"/>
                <a:gd name="csX9" fmla="*/ 0 w 17198"/>
                <a:gd name="csY9" fmla="*/ 13376 h 13376"/>
                <a:gd name="csX10" fmla="*/ 956 w 17198"/>
                <a:gd name="csY10" fmla="*/ 10988 h 13376"/>
                <a:gd name="csX11" fmla="*/ 5255 w 17198"/>
                <a:gd name="csY11" fmla="*/ 5255 h 13376"/>
                <a:gd name="csX12" fmla="*/ 8599 w 17198"/>
                <a:gd name="csY12" fmla="*/ 4300 h 13376"/>
                <a:gd name="csX13" fmla="*/ 9555 w 17198"/>
                <a:gd name="csY13" fmla="*/ 3344 h 13376"/>
                <a:gd name="csX14" fmla="*/ 10988 w 17198"/>
                <a:gd name="csY14" fmla="*/ 3344 h 13376"/>
                <a:gd name="csX15" fmla="*/ 11466 w 17198"/>
                <a:gd name="csY15" fmla="*/ 2389 h 13376"/>
                <a:gd name="csX16" fmla="*/ 11466 w 17198"/>
                <a:gd name="csY16" fmla="*/ 955 h 13376"/>
                <a:gd name="csX17" fmla="*/ 12421 w 17198"/>
                <a:gd name="csY17" fmla="*/ 0 h 13376"/>
                <a:gd name="csX18" fmla="*/ 13854 w 17198"/>
                <a:gd name="csY18" fmla="*/ 0 h 13376"/>
                <a:gd name="csX19" fmla="*/ 16243 w 17198"/>
                <a:gd name="csY19" fmla="*/ 955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7198" h="13376">
                  <a:moveTo>
                    <a:pt x="16243" y="955"/>
                  </a:moveTo>
                  <a:lnTo>
                    <a:pt x="17198" y="3822"/>
                  </a:lnTo>
                  <a:lnTo>
                    <a:pt x="17198" y="4777"/>
                  </a:lnTo>
                  <a:lnTo>
                    <a:pt x="15765" y="6688"/>
                  </a:lnTo>
                  <a:lnTo>
                    <a:pt x="10510" y="9555"/>
                  </a:lnTo>
                  <a:lnTo>
                    <a:pt x="7166" y="11943"/>
                  </a:lnTo>
                  <a:lnTo>
                    <a:pt x="5733" y="12899"/>
                  </a:lnTo>
                  <a:lnTo>
                    <a:pt x="3344" y="11943"/>
                  </a:lnTo>
                  <a:lnTo>
                    <a:pt x="956" y="13376"/>
                  </a:lnTo>
                  <a:lnTo>
                    <a:pt x="0" y="13376"/>
                  </a:lnTo>
                  <a:lnTo>
                    <a:pt x="956" y="10988"/>
                  </a:lnTo>
                  <a:lnTo>
                    <a:pt x="5255" y="5255"/>
                  </a:lnTo>
                  <a:lnTo>
                    <a:pt x="8599" y="4300"/>
                  </a:lnTo>
                  <a:lnTo>
                    <a:pt x="9555" y="3344"/>
                  </a:lnTo>
                  <a:lnTo>
                    <a:pt x="10988" y="3344"/>
                  </a:lnTo>
                  <a:lnTo>
                    <a:pt x="11466" y="2389"/>
                  </a:lnTo>
                  <a:lnTo>
                    <a:pt x="11466" y="955"/>
                  </a:lnTo>
                  <a:lnTo>
                    <a:pt x="12421" y="0"/>
                  </a:lnTo>
                  <a:lnTo>
                    <a:pt x="13854" y="0"/>
                  </a:lnTo>
                  <a:lnTo>
                    <a:pt x="16243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5" name="Freeform 3654">
              <a:extLst>
                <a:ext uri="{FF2B5EF4-FFF2-40B4-BE49-F238E27FC236}">
                  <a16:creationId xmlns:a16="http://schemas.microsoft.com/office/drawing/2014/main" id="{D64FC6BA-A7F1-6C0C-7784-1AA95A1A09EC}"/>
                </a:ext>
              </a:extLst>
            </p:cNvPr>
            <p:cNvSpPr/>
            <p:nvPr/>
          </p:nvSpPr>
          <p:spPr>
            <a:xfrm>
              <a:off x="4530958" y="2949143"/>
              <a:ext cx="9076" cy="7643"/>
            </a:xfrm>
            <a:custGeom>
              <a:avLst/>
              <a:gdLst>
                <a:gd name="csX0" fmla="*/ 5733 w 9076"/>
                <a:gd name="csY0" fmla="*/ 7166 h 7643"/>
                <a:gd name="csX1" fmla="*/ 5255 w 9076"/>
                <a:gd name="csY1" fmla="*/ 7644 h 7643"/>
                <a:gd name="csX2" fmla="*/ 478 w 9076"/>
                <a:gd name="csY2" fmla="*/ 5255 h 7643"/>
                <a:gd name="csX3" fmla="*/ 0 w 9076"/>
                <a:gd name="csY3" fmla="*/ 3344 h 7643"/>
                <a:gd name="csX4" fmla="*/ 2389 w 9076"/>
                <a:gd name="csY4" fmla="*/ 1433 h 7643"/>
                <a:gd name="csX5" fmla="*/ 4299 w 9076"/>
                <a:gd name="csY5" fmla="*/ 0 h 7643"/>
                <a:gd name="csX6" fmla="*/ 6210 w 9076"/>
                <a:gd name="csY6" fmla="*/ 0 h 7643"/>
                <a:gd name="csX7" fmla="*/ 7644 w 9076"/>
                <a:gd name="csY7" fmla="*/ 478 h 7643"/>
                <a:gd name="csX8" fmla="*/ 9077 w 9076"/>
                <a:gd name="csY8" fmla="*/ 2389 h 7643"/>
                <a:gd name="csX9" fmla="*/ 7166 w 9076"/>
                <a:gd name="csY9" fmla="*/ 4777 h 7643"/>
                <a:gd name="csX10" fmla="*/ 5733 w 9076"/>
                <a:gd name="csY10" fmla="*/ 7166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076" h="7643">
                  <a:moveTo>
                    <a:pt x="5733" y="7166"/>
                  </a:moveTo>
                  <a:lnTo>
                    <a:pt x="5255" y="7644"/>
                  </a:lnTo>
                  <a:lnTo>
                    <a:pt x="478" y="5255"/>
                  </a:lnTo>
                  <a:lnTo>
                    <a:pt x="0" y="3344"/>
                  </a:lnTo>
                  <a:lnTo>
                    <a:pt x="2389" y="1433"/>
                  </a:lnTo>
                  <a:lnTo>
                    <a:pt x="4299" y="0"/>
                  </a:lnTo>
                  <a:lnTo>
                    <a:pt x="6210" y="0"/>
                  </a:lnTo>
                  <a:lnTo>
                    <a:pt x="7644" y="478"/>
                  </a:lnTo>
                  <a:lnTo>
                    <a:pt x="9077" y="2389"/>
                  </a:lnTo>
                  <a:lnTo>
                    <a:pt x="7166" y="4777"/>
                  </a:lnTo>
                  <a:lnTo>
                    <a:pt x="5733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6" name="Freeform 3655">
              <a:extLst>
                <a:ext uri="{FF2B5EF4-FFF2-40B4-BE49-F238E27FC236}">
                  <a16:creationId xmlns:a16="http://schemas.microsoft.com/office/drawing/2014/main" id="{C9336EAC-572F-D7CB-8F8B-202749F066D2}"/>
                </a:ext>
              </a:extLst>
            </p:cNvPr>
            <p:cNvSpPr/>
            <p:nvPr/>
          </p:nvSpPr>
          <p:spPr>
            <a:xfrm>
              <a:off x="3121656" y="2950576"/>
              <a:ext cx="8121" cy="5732"/>
            </a:xfrm>
            <a:custGeom>
              <a:avLst/>
              <a:gdLst>
                <a:gd name="csX0" fmla="*/ 4777 w 8121"/>
                <a:gd name="csY0" fmla="*/ 3822 h 5732"/>
                <a:gd name="csX1" fmla="*/ 2866 w 8121"/>
                <a:gd name="csY1" fmla="*/ 5733 h 5732"/>
                <a:gd name="csX2" fmla="*/ 478 w 8121"/>
                <a:gd name="csY2" fmla="*/ 3822 h 5732"/>
                <a:gd name="csX3" fmla="*/ 0 w 8121"/>
                <a:gd name="csY3" fmla="*/ 2866 h 5732"/>
                <a:gd name="csX4" fmla="*/ 2866 w 8121"/>
                <a:gd name="csY4" fmla="*/ 0 h 5732"/>
                <a:gd name="csX5" fmla="*/ 4300 w 8121"/>
                <a:gd name="csY5" fmla="*/ 478 h 5732"/>
                <a:gd name="csX6" fmla="*/ 6688 w 8121"/>
                <a:gd name="csY6" fmla="*/ 1911 h 5732"/>
                <a:gd name="csX7" fmla="*/ 8121 w 8121"/>
                <a:gd name="csY7" fmla="*/ 3344 h 5732"/>
                <a:gd name="csX8" fmla="*/ 4777 w 8121"/>
                <a:gd name="csY8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21" h="5732">
                  <a:moveTo>
                    <a:pt x="4777" y="3822"/>
                  </a:moveTo>
                  <a:lnTo>
                    <a:pt x="2866" y="5733"/>
                  </a:lnTo>
                  <a:lnTo>
                    <a:pt x="478" y="3822"/>
                  </a:lnTo>
                  <a:lnTo>
                    <a:pt x="0" y="2866"/>
                  </a:lnTo>
                  <a:lnTo>
                    <a:pt x="2866" y="0"/>
                  </a:lnTo>
                  <a:lnTo>
                    <a:pt x="4300" y="478"/>
                  </a:lnTo>
                  <a:lnTo>
                    <a:pt x="6688" y="1911"/>
                  </a:lnTo>
                  <a:lnTo>
                    <a:pt x="8121" y="3344"/>
                  </a:lnTo>
                  <a:lnTo>
                    <a:pt x="4777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7" name="Freeform 3656">
              <a:extLst>
                <a:ext uri="{FF2B5EF4-FFF2-40B4-BE49-F238E27FC236}">
                  <a16:creationId xmlns:a16="http://schemas.microsoft.com/office/drawing/2014/main" id="{5CA44D46-6F9E-18E2-A26A-699F1A57C4B3}"/>
                </a:ext>
              </a:extLst>
            </p:cNvPr>
            <p:cNvSpPr/>
            <p:nvPr/>
          </p:nvSpPr>
          <p:spPr>
            <a:xfrm>
              <a:off x="3980135" y="2952010"/>
              <a:ext cx="11943" cy="14809"/>
            </a:xfrm>
            <a:custGeom>
              <a:avLst/>
              <a:gdLst>
                <a:gd name="csX0" fmla="*/ 9555 w 11943"/>
                <a:gd name="csY0" fmla="*/ 2866 h 14809"/>
                <a:gd name="csX1" fmla="*/ 11943 w 11943"/>
                <a:gd name="csY1" fmla="*/ 6211 h 14809"/>
                <a:gd name="csX2" fmla="*/ 11943 w 11943"/>
                <a:gd name="csY2" fmla="*/ 7644 h 14809"/>
                <a:gd name="csX3" fmla="*/ 11943 w 11943"/>
                <a:gd name="csY3" fmla="*/ 10510 h 14809"/>
                <a:gd name="csX4" fmla="*/ 10988 w 11943"/>
                <a:gd name="csY4" fmla="*/ 12899 h 14809"/>
                <a:gd name="csX5" fmla="*/ 10032 w 11943"/>
                <a:gd name="csY5" fmla="*/ 14332 h 14809"/>
                <a:gd name="csX6" fmla="*/ 8121 w 11943"/>
                <a:gd name="csY6" fmla="*/ 14810 h 14809"/>
                <a:gd name="csX7" fmla="*/ 6211 w 11943"/>
                <a:gd name="csY7" fmla="*/ 14810 h 14809"/>
                <a:gd name="csX8" fmla="*/ 5255 w 11943"/>
                <a:gd name="csY8" fmla="*/ 14332 h 14809"/>
                <a:gd name="csX9" fmla="*/ 5733 w 11943"/>
                <a:gd name="csY9" fmla="*/ 12421 h 14809"/>
                <a:gd name="csX10" fmla="*/ 6211 w 11943"/>
                <a:gd name="csY10" fmla="*/ 11466 h 14809"/>
                <a:gd name="csX11" fmla="*/ 6688 w 11943"/>
                <a:gd name="csY11" fmla="*/ 9555 h 14809"/>
                <a:gd name="csX12" fmla="*/ 6211 w 11943"/>
                <a:gd name="csY12" fmla="*/ 6688 h 14809"/>
                <a:gd name="csX13" fmla="*/ 5733 w 11943"/>
                <a:gd name="csY13" fmla="*/ 4777 h 14809"/>
                <a:gd name="csX14" fmla="*/ 4300 w 11943"/>
                <a:gd name="csY14" fmla="*/ 3344 h 14809"/>
                <a:gd name="csX15" fmla="*/ 3822 w 11943"/>
                <a:gd name="csY15" fmla="*/ 3344 h 14809"/>
                <a:gd name="csX16" fmla="*/ 3344 w 11943"/>
                <a:gd name="csY16" fmla="*/ 4300 h 14809"/>
                <a:gd name="csX17" fmla="*/ 3822 w 11943"/>
                <a:gd name="csY17" fmla="*/ 6688 h 14809"/>
                <a:gd name="csX18" fmla="*/ 3344 w 11943"/>
                <a:gd name="csY18" fmla="*/ 9077 h 14809"/>
                <a:gd name="csX19" fmla="*/ 2867 w 11943"/>
                <a:gd name="csY19" fmla="*/ 12421 h 14809"/>
                <a:gd name="csX20" fmla="*/ 1911 w 11943"/>
                <a:gd name="csY20" fmla="*/ 14332 h 14809"/>
                <a:gd name="csX21" fmla="*/ 478 w 11943"/>
                <a:gd name="csY21" fmla="*/ 13377 h 14809"/>
                <a:gd name="csX22" fmla="*/ 0 w 11943"/>
                <a:gd name="csY22" fmla="*/ 11943 h 14809"/>
                <a:gd name="csX23" fmla="*/ 0 w 11943"/>
                <a:gd name="csY23" fmla="*/ 10032 h 14809"/>
                <a:gd name="csX24" fmla="*/ 0 w 11943"/>
                <a:gd name="csY24" fmla="*/ 8121 h 14809"/>
                <a:gd name="csX25" fmla="*/ 0 w 11943"/>
                <a:gd name="csY25" fmla="*/ 6211 h 14809"/>
                <a:gd name="csX26" fmla="*/ 956 w 11943"/>
                <a:gd name="csY26" fmla="*/ 2866 h 14809"/>
                <a:gd name="csX27" fmla="*/ 2389 w 11943"/>
                <a:gd name="csY27" fmla="*/ 956 h 14809"/>
                <a:gd name="csX28" fmla="*/ 3822 w 11943"/>
                <a:gd name="csY28" fmla="*/ 0 h 14809"/>
                <a:gd name="csX29" fmla="*/ 5733 w 11943"/>
                <a:gd name="csY29" fmla="*/ 0 h 14809"/>
                <a:gd name="csX30" fmla="*/ 7644 w 11943"/>
                <a:gd name="csY30" fmla="*/ 1433 h 14809"/>
                <a:gd name="csX31" fmla="*/ 9555 w 11943"/>
                <a:gd name="csY31" fmla="*/ 2866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1943" h="14809">
                  <a:moveTo>
                    <a:pt x="9555" y="2866"/>
                  </a:moveTo>
                  <a:lnTo>
                    <a:pt x="11943" y="6211"/>
                  </a:lnTo>
                  <a:lnTo>
                    <a:pt x="11943" y="7644"/>
                  </a:lnTo>
                  <a:lnTo>
                    <a:pt x="11943" y="10510"/>
                  </a:lnTo>
                  <a:lnTo>
                    <a:pt x="10988" y="12899"/>
                  </a:lnTo>
                  <a:lnTo>
                    <a:pt x="10032" y="14332"/>
                  </a:lnTo>
                  <a:lnTo>
                    <a:pt x="8121" y="14810"/>
                  </a:lnTo>
                  <a:lnTo>
                    <a:pt x="6211" y="14810"/>
                  </a:lnTo>
                  <a:lnTo>
                    <a:pt x="5255" y="14332"/>
                  </a:lnTo>
                  <a:lnTo>
                    <a:pt x="5733" y="12421"/>
                  </a:lnTo>
                  <a:lnTo>
                    <a:pt x="6211" y="11466"/>
                  </a:lnTo>
                  <a:lnTo>
                    <a:pt x="6688" y="9555"/>
                  </a:lnTo>
                  <a:lnTo>
                    <a:pt x="6211" y="6688"/>
                  </a:lnTo>
                  <a:lnTo>
                    <a:pt x="5733" y="4777"/>
                  </a:lnTo>
                  <a:lnTo>
                    <a:pt x="4300" y="3344"/>
                  </a:lnTo>
                  <a:lnTo>
                    <a:pt x="3822" y="3344"/>
                  </a:lnTo>
                  <a:lnTo>
                    <a:pt x="3344" y="4300"/>
                  </a:lnTo>
                  <a:lnTo>
                    <a:pt x="3822" y="6688"/>
                  </a:lnTo>
                  <a:lnTo>
                    <a:pt x="3344" y="9077"/>
                  </a:lnTo>
                  <a:lnTo>
                    <a:pt x="2867" y="12421"/>
                  </a:lnTo>
                  <a:lnTo>
                    <a:pt x="1911" y="14332"/>
                  </a:lnTo>
                  <a:lnTo>
                    <a:pt x="478" y="13377"/>
                  </a:lnTo>
                  <a:lnTo>
                    <a:pt x="0" y="11943"/>
                  </a:lnTo>
                  <a:lnTo>
                    <a:pt x="0" y="10032"/>
                  </a:lnTo>
                  <a:lnTo>
                    <a:pt x="0" y="8121"/>
                  </a:lnTo>
                  <a:lnTo>
                    <a:pt x="0" y="6211"/>
                  </a:lnTo>
                  <a:lnTo>
                    <a:pt x="956" y="2866"/>
                  </a:lnTo>
                  <a:lnTo>
                    <a:pt x="2389" y="956"/>
                  </a:lnTo>
                  <a:lnTo>
                    <a:pt x="3822" y="0"/>
                  </a:lnTo>
                  <a:lnTo>
                    <a:pt x="5733" y="0"/>
                  </a:lnTo>
                  <a:lnTo>
                    <a:pt x="7644" y="1433"/>
                  </a:lnTo>
                  <a:lnTo>
                    <a:pt x="95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8" name="Freeform 3657">
              <a:extLst>
                <a:ext uri="{FF2B5EF4-FFF2-40B4-BE49-F238E27FC236}">
                  <a16:creationId xmlns:a16="http://schemas.microsoft.com/office/drawing/2014/main" id="{596C1B0B-F02D-8365-D1E7-026BA3826620}"/>
                </a:ext>
              </a:extLst>
            </p:cNvPr>
            <p:cNvSpPr/>
            <p:nvPr/>
          </p:nvSpPr>
          <p:spPr>
            <a:xfrm>
              <a:off x="3873602" y="2954398"/>
              <a:ext cx="7165" cy="10032"/>
            </a:xfrm>
            <a:custGeom>
              <a:avLst/>
              <a:gdLst>
                <a:gd name="csX0" fmla="*/ 3822 w 7165"/>
                <a:gd name="csY0" fmla="*/ 9555 h 10032"/>
                <a:gd name="csX1" fmla="*/ 2389 w 7165"/>
                <a:gd name="csY1" fmla="*/ 10032 h 10032"/>
                <a:gd name="csX2" fmla="*/ 1911 w 7165"/>
                <a:gd name="csY2" fmla="*/ 10032 h 10032"/>
                <a:gd name="csX3" fmla="*/ 1911 w 7165"/>
                <a:gd name="csY3" fmla="*/ 8599 h 10032"/>
                <a:gd name="csX4" fmla="*/ 1911 w 7165"/>
                <a:gd name="csY4" fmla="*/ 7644 h 10032"/>
                <a:gd name="csX5" fmla="*/ 1433 w 7165"/>
                <a:gd name="csY5" fmla="*/ 7166 h 10032"/>
                <a:gd name="csX6" fmla="*/ 2866 w 7165"/>
                <a:gd name="csY6" fmla="*/ 6211 h 10032"/>
                <a:gd name="csX7" fmla="*/ 2866 w 7165"/>
                <a:gd name="csY7" fmla="*/ 5255 h 10032"/>
                <a:gd name="csX8" fmla="*/ 2389 w 7165"/>
                <a:gd name="csY8" fmla="*/ 4300 h 10032"/>
                <a:gd name="csX9" fmla="*/ 478 w 7165"/>
                <a:gd name="csY9" fmla="*/ 3344 h 10032"/>
                <a:gd name="csX10" fmla="*/ 0 w 7165"/>
                <a:gd name="csY10" fmla="*/ 1911 h 10032"/>
                <a:gd name="csX11" fmla="*/ 478 w 7165"/>
                <a:gd name="csY11" fmla="*/ 956 h 10032"/>
                <a:gd name="csX12" fmla="*/ 956 w 7165"/>
                <a:gd name="csY12" fmla="*/ 0 h 10032"/>
                <a:gd name="csX13" fmla="*/ 2389 w 7165"/>
                <a:gd name="csY13" fmla="*/ 478 h 10032"/>
                <a:gd name="csX14" fmla="*/ 5255 w 7165"/>
                <a:gd name="csY14" fmla="*/ 1911 h 10032"/>
                <a:gd name="csX15" fmla="*/ 6688 w 7165"/>
                <a:gd name="csY15" fmla="*/ 4300 h 10032"/>
                <a:gd name="csX16" fmla="*/ 7166 w 7165"/>
                <a:gd name="csY16" fmla="*/ 6211 h 10032"/>
                <a:gd name="csX17" fmla="*/ 6211 w 7165"/>
                <a:gd name="csY17" fmla="*/ 6211 h 10032"/>
                <a:gd name="csX18" fmla="*/ 5255 w 7165"/>
                <a:gd name="csY18" fmla="*/ 7166 h 10032"/>
                <a:gd name="csX19" fmla="*/ 4777 w 7165"/>
                <a:gd name="csY19" fmla="*/ 8599 h 10032"/>
                <a:gd name="csX20" fmla="*/ 3822 w 7165"/>
                <a:gd name="csY20" fmla="*/ 9555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7165" h="10032">
                  <a:moveTo>
                    <a:pt x="3822" y="9555"/>
                  </a:moveTo>
                  <a:lnTo>
                    <a:pt x="2389" y="10032"/>
                  </a:lnTo>
                  <a:lnTo>
                    <a:pt x="1911" y="10032"/>
                  </a:lnTo>
                  <a:lnTo>
                    <a:pt x="1911" y="8599"/>
                  </a:lnTo>
                  <a:lnTo>
                    <a:pt x="1911" y="7644"/>
                  </a:lnTo>
                  <a:lnTo>
                    <a:pt x="1433" y="7166"/>
                  </a:lnTo>
                  <a:lnTo>
                    <a:pt x="2866" y="6211"/>
                  </a:lnTo>
                  <a:lnTo>
                    <a:pt x="2866" y="5255"/>
                  </a:lnTo>
                  <a:lnTo>
                    <a:pt x="2389" y="4300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2389" y="478"/>
                  </a:lnTo>
                  <a:lnTo>
                    <a:pt x="5255" y="1911"/>
                  </a:lnTo>
                  <a:lnTo>
                    <a:pt x="6688" y="4300"/>
                  </a:lnTo>
                  <a:lnTo>
                    <a:pt x="7166" y="6211"/>
                  </a:lnTo>
                  <a:lnTo>
                    <a:pt x="6211" y="6211"/>
                  </a:lnTo>
                  <a:lnTo>
                    <a:pt x="5255" y="7166"/>
                  </a:lnTo>
                  <a:lnTo>
                    <a:pt x="4777" y="8599"/>
                  </a:lnTo>
                  <a:lnTo>
                    <a:pt x="3822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9" name="Freeform 3658">
              <a:extLst>
                <a:ext uri="{FF2B5EF4-FFF2-40B4-BE49-F238E27FC236}">
                  <a16:creationId xmlns:a16="http://schemas.microsoft.com/office/drawing/2014/main" id="{589BD39D-44CB-3375-F447-53FC34BB4F93}"/>
                </a:ext>
              </a:extLst>
            </p:cNvPr>
            <p:cNvSpPr/>
            <p:nvPr/>
          </p:nvSpPr>
          <p:spPr>
            <a:xfrm>
              <a:off x="4349420" y="2961564"/>
              <a:ext cx="13853" cy="15765"/>
            </a:xfrm>
            <a:custGeom>
              <a:avLst/>
              <a:gdLst>
                <a:gd name="csX0" fmla="*/ 7644 w 13853"/>
                <a:gd name="csY0" fmla="*/ 15287 h 15765"/>
                <a:gd name="csX1" fmla="*/ 4777 w 13853"/>
                <a:gd name="csY1" fmla="*/ 15765 h 15765"/>
                <a:gd name="csX2" fmla="*/ 2866 w 13853"/>
                <a:gd name="csY2" fmla="*/ 15765 h 15765"/>
                <a:gd name="csX3" fmla="*/ 1911 w 13853"/>
                <a:gd name="csY3" fmla="*/ 14332 h 15765"/>
                <a:gd name="csX4" fmla="*/ 955 w 13853"/>
                <a:gd name="csY4" fmla="*/ 12899 h 15765"/>
                <a:gd name="csX5" fmla="*/ 0 w 13853"/>
                <a:gd name="csY5" fmla="*/ 8599 h 15765"/>
                <a:gd name="csX6" fmla="*/ 0 w 13853"/>
                <a:gd name="csY6" fmla="*/ 6688 h 15765"/>
                <a:gd name="csX7" fmla="*/ 478 w 13853"/>
                <a:gd name="csY7" fmla="*/ 3344 h 15765"/>
                <a:gd name="csX8" fmla="*/ 478 w 13853"/>
                <a:gd name="csY8" fmla="*/ 1911 h 15765"/>
                <a:gd name="csX9" fmla="*/ 955 w 13853"/>
                <a:gd name="csY9" fmla="*/ 1433 h 15765"/>
                <a:gd name="csX10" fmla="*/ 3822 w 13853"/>
                <a:gd name="csY10" fmla="*/ 0 h 15765"/>
                <a:gd name="csX11" fmla="*/ 5255 w 13853"/>
                <a:gd name="csY11" fmla="*/ 0 h 15765"/>
                <a:gd name="csX12" fmla="*/ 7644 w 13853"/>
                <a:gd name="csY12" fmla="*/ 1433 h 15765"/>
                <a:gd name="csX13" fmla="*/ 12421 w 13853"/>
                <a:gd name="csY13" fmla="*/ 1911 h 15765"/>
                <a:gd name="csX14" fmla="*/ 13376 w 13853"/>
                <a:gd name="csY14" fmla="*/ 3344 h 15765"/>
                <a:gd name="csX15" fmla="*/ 13854 w 13853"/>
                <a:gd name="csY15" fmla="*/ 3822 h 15765"/>
                <a:gd name="csX16" fmla="*/ 13854 w 13853"/>
                <a:gd name="csY16" fmla="*/ 4777 h 15765"/>
                <a:gd name="csX17" fmla="*/ 13376 w 13853"/>
                <a:gd name="csY17" fmla="*/ 5733 h 15765"/>
                <a:gd name="csX18" fmla="*/ 10988 w 13853"/>
                <a:gd name="csY18" fmla="*/ 9077 h 15765"/>
                <a:gd name="csX19" fmla="*/ 10032 w 13853"/>
                <a:gd name="csY19" fmla="*/ 10988 h 15765"/>
                <a:gd name="csX20" fmla="*/ 9077 w 13853"/>
                <a:gd name="csY20" fmla="*/ 13854 h 15765"/>
                <a:gd name="csX21" fmla="*/ 7644 w 13853"/>
                <a:gd name="csY21" fmla="*/ 15287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3853" h="15765">
                  <a:moveTo>
                    <a:pt x="7644" y="15287"/>
                  </a:moveTo>
                  <a:lnTo>
                    <a:pt x="4777" y="15765"/>
                  </a:lnTo>
                  <a:lnTo>
                    <a:pt x="2866" y="15765"/>
                  </a:lnTo>
                  <a:lnTo>
                    <a:pt x="1911" y="14332"/>
                  </a:lnTo>
                  <a:lnTo>
                    <a:pt x="955" y="12899"/>
                  </a:lnTo>
                  <a:lnTo>
                    <a:pt x="0" y="8599"/>
                  </a:lnTo>
                  <a:lnTo>
                    <a:pt x="0" y="6688"/>
                  </a:lnTo>
                  <a:lnTo>
                    <a:pt x="478" y="3344"/>
                  </a:lnTo>
                  <a:lnTo>
                    <a:pt x="478" y="1911"/>
                  </a:lnTo>
                  <a:lnTo>
                    <a:pt x="955" y="1433"/>
                  </a:lnTo>
                  <a:lnTo>
                    <a:pt x="3822" y="0"/>
                  </a:lnTo>
                  <a:lnTo>
                    <a:pt x="5255" y="0"/>
                  </a:lnTo>
                  <a:lnTo>
                    <a:pt x="7644" y="1433"/>
                  </a:lnTo>
                  <a:lnTo>
                    <a:pt x="12421" y="1911"/>
                  </a:lnTo>
                  <a:lnTo>
                    <a:pt x="13376" y="3344"/>
                  </a:lnTo>
                  <a:lnTo>
                    <a:pt x="13854" y="3822"/>
                  </a:lnTo>
                  <a:lnTo>
                    <a:pt x="13854" y="4777"/>
                  </a:lnTo>
                  <a:lnTo>
                    <a:pt x="13376" y="5733"/>
                  </a:lnTo>
                  <a:lnTo>
                    <a:pt x="10988" y="9077"/>
                  </a:lnTo>
                  <a:lnTo>
                    <a:pt x="10032" y="10988"/>
                  </a:lnTo>
                  <a:lnTo>
                    <a:pt x="9077" y="13854"/>
                  </a:lnTo>
                  <a:lnTo>
                    <a:pt x="7644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0" name="Freeform 3659">
              <a:extLst>
                <a:ext uri="{FF2B5EF4-FFF2-40B4-BE49-F238E27FC236}">
                  <a16:creationId xmlns:a16="http://schemas.microsoft.com/office/drawing/2014/main" id="{BF9D59BE-7B53-96C0-B59A-8B30B9644C27}"/>
                </a:ext>
              </a:extLst>
            </p:cNvPr>
            <p:cNvSpPr/>
            <p:nvPr/>
          </p:nvSpPr>
          <p:spPr>
            <a:xfrm>
              <a:off x="4089058" y="2962042"/>
              <a:ext cx="6210" cy="9076"/>
            </a:xfrm>
            <a:custGeom>
              <a:avLst/>
              <a:gdLst>
                <a:gd name="csX0" fmla="*/ 5733 w 6210"/>
                <a:gd name="csY0" fmla="*/ 478 h 9076"/>
                <a:gd name="csX1" fmla="*/ 6210 w 6210"/>
                <a:gd name="csY1" fmla="*/ 3822 h 9076"/>
                <a:gd name="csX2" fmla="*/ 4777 w 6210"/>
                <a:gd name="csY2" fmla="*/ 8121 h 9076"/>
                <a:gd name="csX3" fmla="*/ 3822 w 6210"/>
                <a:gd name="csY3" fmla="*/ 9077 h 9076"/>
                <a:gd name="csX4" fmla="*/ 3344 w 6210"/>
                <a:gd name="csY4" fmla="*/ 9077 h 9076"/>
                <a:gd name="csX5" fmla="*/ 2866 w 6210"/>
                <a:gd name="csY5" fmla="*/ 8599 h 9076"/>
                <a:gd name="csX6" fmla="*/ 478 w 6210"/>
                <a:gd name="csY6" fmla="*/ 5255 h 9076"/>
                <a:gd name="csX7" fmla="*/ 0 w 6210"/>
                <a:gd name="csY7" fmla="*/ 3344 h 9076"/>
                <a:gd name="csX8" fmla="*/ 955 w 6210"/>
                <a:gd name="csY8" fmla="*/ 2389 h 9076"/>
                <a:gd name="csX9" fmla="*/ 2389 w 6210"/>
                <a:gd name="csY9" fmla="*/ 956 h 9076"/>
                <a:gd name="csX10" fmla="*/ 3344 w 6210"/>
                <a:gd name="csY10" fmla="*/ 0 h 9076"/>
                <a:gd name="csX11" fmla="*/ 4777 w 6210"/>
                <a:gd name="csY11" fmla="*/ 956 h 9076"/>
                <a:gd name="csX12" fmla="*/ 5255 w 6210"/>
                <a:gd name="csY12" fmla="*/ 0 h 9076"/>
                <a:gd name="csX13" fmla="*/ 5733 w 6210"/>
                <a:gd name="csY13" fmla="*/ 478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210" h="9076">
                  <a:moveTo>
                    <a:pt x="5733" y="478"/>
                  </a:moveTo>
                  <a:lnTo>
                    <a:pt x="6210" y="3822"/>
                  </a:lnTo>
                  <a:lnTo>
                    <a:pt x="4777" y="8121"/>
                  </a:lnTo>
                  <a:lnTo>
                    <a:pt x="3822" y="9077"/>
                  </a:lnTo>
                  <a:lnTo>
                    <a:pt x="3344" y="9077"/>
                  </a:lnTo>
                  <a:lnTo>
                    <a:pt x="2866" y="8599"/>
                  </a:lnTo>
                  <a:lnTo>
                    <a:pt x="478" y="5255"/>
                  </a:lnTo>
                  <a:lnTo>
                    <a:pt x="0" y="3344"/>
                  </a:lnTo>
                  <a:lnTo>
                    <a:pt x="955" y="2389"/>
                  </a:lnTo>
                  <a:lnTo>
                    <a:pt x="2389" y="956"/>
                  </a:lnTo>
                  <a:lnTo>
                    <a:pt x="3344" y="0"/>
                  </a:lnTo>
                  <a:lnTo>
                    <a:pt x="4777" y="956"/>
                  </a:lnTo>
                  <a:lnTo>
                    <a:pt x="5255" y="0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1" name="Freeform 3660">
              <a:extLst>
                <a:ext uri="{FF2B5EF4-FFF2-40B4-BE49-F238E27FC236}">
                  <a16:creationId xmlns:a16="http://schemas.microsoft.com/office/drawing/2014/main" id="{051287FE-BC9F-4FF0-8515-B7AA72693535}"/>
                </a:ext>
              </a:extLst>
            </p:cNvPr>
            <p:cNvSpPr/>
            <p:nvPr/>
          </p:nvSpPr>
          <p:spPr>
            <a:xfrm>
              <a:off x="4308813" y="2964431"/>
              <a:ext cx="23408" cy="27708"/>
            </a:xfrm>
            <a:custGeom>
              <a:avLst/>
              <a:gdLst>
                <a:gd name="csX0" fmla="*/ 4299 w 23408"/>
                <a:gd name="csY0" fmla="*/ 27708 h 27708"/>
                <a:gd name="csX1" fmla="*/ 2866 w 23408"/>
                <a:gd name="csY1" fmla="*/ 27708 h 27708"/>
                <a:gd name="csX2" fmla="*/ 955 w 23408"/>
                <a:gd name="csY2" fmla="*/ 26753 h 27708"/>
                <a:gd name="csX3" fmla="*/ 478 w 23408"/>
                <a:gd name="csY3" fmla="*/ 25320 h 27708"/>
                <a:gd name="csX4" fmla="*/ 0 w 23408"/>
                <a:gd name="csY4" fmla="*/ 23886 h 27708"/>
                <a:gd name="csX5" fmla="*/ 478 w 23408"/>
                <a:gd name="csY5" fmla="*/ 22931 h 27708"/>
                <a:gd name="csX6" fmla="*/ 1433 w 23408"/>
                <a:gd name="csY6" fmla="*/ 21976 h 27708"/>
                <a:gd name="csX7" fmla="*/ 2389 w 23408"/>
                <a:gd name="csY7" fmla="*/ 20065 h 27708"/>
                <a:gd name="csX8" fmla="*/ 3344 w 23408"/>
                <a:gd name="csY8" fmla="*/ 17198 h 27708"/>
                <a:gd name="csX9" fmla="*/ 5255 w 23408"/>
                <a:gd name="csY9" fmla="*/ 15287 h 27708"/>
                <a:gd name="csX10" fmla="*/ 9555 w 23408"/>
                <a:gd name="csY10" fmla="*/ 13377 h 27708"/>
                <a:gd name="csX11" fmla="*/ 10032 w 23408"/>
                <a:gd name="csY11" fmla="*/ 12899 h 27708"/>
                <a:gd name="csX12" fmla="*/ 11943 w 23408"/>
                <a:gd name="csY12" fmla="*/ 7644 h 27708"/>
                <a:gd name="csX13" fmla="*/ 12898 w 23408"/>
                <a:gd name="csY13" fmla="*/ 6688 h 27708"/>
                <a:gd name="csX14" fmla="*/ 14809 w 23408"/>
                <a:gd name="csY14" fmla="*/ 6211 h 27708"/>
                <a:gd name="csX15" fmla="*/ 15287 w 23408"/>
                <a:gd name="csY15" fmla="*/ 5733 h 27708"/>
                <a:gd name="csX16" fmla="*/ 14332 w 23408"/>
                <a:gd name="csY16" fmla="*/ 4300 h 27708"/>
                <a:gd name="csX17" fmla="*/ 14332 w 23408"/>
                <a:gd name="csY17" fmla="*/ 3344 h 27708"/>
                <a:gd name="csX18" fmla="*/ 15287 w 23408"/>
                <a:gd name="csY18" fmla="*/ 1911 h 27708"/>
                <a:gd name="csX19" fmla="*/ 16243 w 23408"/>
                <a:gd name="csY19" fmla="*/ 956 h 27708"/>
                <a:gd name="csX20" fmla="*/ 19109 w 23408"/>
                <a:gd name="csY20" fmla="*/ 0 h 27708"/>
                <a:gd name="csX21" fmla="*/ 21498 w 23408"/>
                <a:gd name="csY21" fmla="*/ 0 h 27708"/>
                <a:gd name="csX22" fmla="*/ 21975 w 23408"/>
                <a:gd name="csY22" fmla="*/ 478 h 27708"/>
                <a:gd name="csX23" fmla="*/ 22931 w 23408"/>
                <a:gd name="csY23" fmla="*/ 1433 h 27708"/>
                <a:gd name="csX24" fmla="*/ 23409 w 23408"/>
                <a:gd name="csY24" fmla="*/ 3822 h 27708"/>
                <a:gd name="csX25" fmla="*/ 23409 w 23408"/>
                <a:gd name="csY25" fmla="*/ 4300 h 27708"/>
                <a:gd name="csX26" fmla="*/ 22453 w 23408"/>
                <a:gd name="csY26" fmla="*/ 6211 h 27708"/>
                <a:gd name="csX27" fmla="*/ 19587 w 23408"/>
                <a:gd name="csY27" fmla="*/ 9555 h 27708"/>
                <a:gd name="csX28" fmla="*/ 17676 w 23408"/>
                <a:gd name="csY28" fmla="*/ 12421 h 27708"/>
                <a:gd name="csX29" fmla="*/ 17198 w 23408"/>
                <a:gd name="csY29" fmla="*/ 13377 h 27708"/>
                <a:gd name="csX30" fmla="*/ 17198 w 23408"/>
                <a:gd name="csY30" fmla="*/ 14332 h 27708"/>
                <a:gd name="csX31" fmla="*/ 16243 w 23408"/>
                <a:gd name="csY31" fmla="*/ 15765 h 27708"/>
                <a:gd name="csX32" fmla="*/ 14332 w 23408"/>
                <a:gd name="csY32" fmla="*/ 19109 h 27708"/>
                <a:gd name="csX33" fmla="*/ 12421 w 23408"/>
                <a:gd name="csY33" fmla="*/ 22453 h 27708"/>
                <a:gd name="csX34" fmla="*/ 10988 w 23408"/>
                <a:gd name="csY34" fmla="*/ 23886 h 27708"/>
                <a:gd name="csX35" fmla="*/ 7166 w 23408"/>
                <a:gd name="csY35" fmla="*/ 25797 h 27708"/>
                <a:gd name="csX36" fmla="*/ 4299 w 23408"/>
                <a:gd name="csY36" fmla="*/ 27708 h 27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23408" h="27708">
                  <a:moveTo>
                    <a:pt x="4299" y="27708"/>
                  </a:moveTo>
                  <a:lnTo>
                    <a:pt x="2866" y="27708"/>
                  </a:lnTo>
                  <a:lnTo>
                    <a:pt x="955" y="26753"/>
                  </a:lnTo>
                  <a:lnTo>
                    <a:pt x="478" y="25320"/>
                  </a:lnTo>
                  <a:lnTo>
                    <a:pt x="0" y="23886"/>
                  </a:lnTo>
                  <a:lnTo>
                    <a:pt x="478" y="22931"/>
                  </a:lnTo>
                  <a:lnTo>
                    <a:pt x="1433" y="21976"/>
                  </a:lnTo>
                  <a:lnTo>
                    <a:pt x="2389" y="20065"/>
                  </a:lnTo>
                  <a:lnTo>
                    <a:pt x="3344" y="17198"/>
                  </a:lnTo>
                  <a:lnTo>
                    <a:pt x="5255" y="15287"/>
                  </a:lnTo>
                  <a:lnTo>
                    <a:pt x="9555" y="13377"/>
                  </a:lnTo>
                  <a:lnTo>
                    <a:pt x="10032" y="12899"/>
                  </a:lnTo>
                  <a:lnTo>
                    <a:pt x="11943" y="7644"/>
                  </a:lnTo>
                  <a:lnTo>
                    <a:pt x="12898" y="6688"/>
                  </a:lnTo>
                  <a:lnTo>
                    <a:pt x="14809" y="6211"/>
                  </a:lnTo>
                  <a:lnTo>
                    <a:pt x="15287" y="5733"/>
                  </a:lnTo>
                  <a:lnTo>
                    <a:pt x="14332" y="4300"/>
                  </a:lnTo>
                  <a:lnTo>
                    <a:pt x="14332" y="3344"/>
                  </a:lnTo>
                  <a:lnTo>
                    <a:pt x="15287" y="1911"/>
                  </a:lnTo>
                  <a:lnTo>
                    <a:pt x="16243" y="956"/>
                  </a:lnTo>
                  <a:lnTo>
                    <a:pt x="19109" y="0"/>
                  </a:lnTo>
                  <a:lnTo>
                    <a:pt x="21498" y="0"/>
                  </a:lnTo>
                  <a:lnTo>
                    <a:pt x="21975" y="478"/>
                  </a:lnTo>
                  <a:lnTo>
                    <a:pt x="22931" y="1433"/>
                  </a:lnTo>
                  <a:lnTo>
                    <a:pt x="23409" y="3822"/>
                  </a:lnTo>
                  <a:lnTo>
                    <a:pt x="23409" y="4300"/>
                  </a:lnTo>
                  <a:lnTo>
                    <a:pt x="22453" y="6211"/>
                  </a:lnTo>
                  <a:lnTo>
                    <a:pt x="19587" y="9555"/>
                  </a:lnTo>
                  <a:lnTo>
                    <a:pt x="17676" y="12421"/>
                  </a:lnTo>
                  <a:lnTo>
                    <a:pt x="17198" y="13377"/>
                  </a:lnTo>
                  <a:lnTo>
                    <a:pt x="17198" y="14332"/>
                  </a:lnTo>
                  <a:lnTo>
                    <a:pt x="16243" y="15765"/>
                  </a:lnTo>
                  <a:lnTo>
                    <a:pt x="14332" y="19109"/>
                  </a:lnTo>
                  <a:lnTo>
                    <a:pt x="12421" y="22453"/>
                  </a:lnTo>
                  <a:lnTo>
                    <a:pt x="10988" y="23886"/>
                  </a:lnTo>
                  <a:lnTo>
                    <a:pt x="7166" y="25797"/>
                  </a:lnTo>
                  <a:lnTo>
                    <a:pt x="4299" y="277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2" name="Freeform 3661">
              <a:extLst>
                <a:ext uri="{FF2B5EF4-FFF2-40B4-BE49-F238E27FC236}">
                  <a16:creationId xmlns:a16="http://schemas.microsoft.com/office/drawing/2014/main" id="{12E38A86-D476-1EFF-459A-C9A6673CB9D9}"/>
                </a:ext>
              </a:extLst>
            </p:cNvPr>
            <p:cNvSpPr/>
            <p:nvPr/>
          </p:nvSpPr>
          <p:spPr>
            <a:xfrm>
              <a:off x="4083803" y="2964908"/>
              <a:ext cx="5732" cy="8599"/>
            </a:xfrm>
            <a:custGeom>
              <a:avLst/>
              <a:gdLst>
                <a:gd name="csX0" fmla="*/ 5255 w 5732"/>
                <a:gd name="csY0" fmla="*/ 8121 h 8599"/>
                <a:gd name="csX1" fmla="*/ 3822 w 5732"/>
                <a:gd name="csY1" fmla="*/ 8599 h 8599"/>
                <a:gd name="csX2" fmla="*/ 2867 w 5732"/>
                <a:gd name="csY2" fmla="*/ 6688 h 8599"/>
                <a:gd name="csX3" fmla="*/ 1911 w 5732"/>
                <a:gd name="csY3" fmla="*/ 6210 h 8599"/>
                <a:gd name="csX4" fmla="*/ 1433 w 5732"/>
                <a:gd name="csY4" fmla="*/ 4777 h 8599"/>
                <a:gd name="csX5" fmla="*/ 0 w 5732"/>
                <a:gd name="csY5" fmla="*/ 4300 h 8599"/>
                <a:gd name="csX6" fmla="*/ 0 w 5732"/>
                <a:gd name="csY6" fmla="*/ 1911 h 8599"/>
                <a:gd name="csX7" fmla="*/ 478 w 5732"/>
                <a:gd name="csY7" fmla="*/ 956 h 8599"/>
                <a:gd name="csX8" fmla="*/ 1911 w 5732"/>
                <a:gd name="csY8" fmla="*/ 0 h 8599"/>
                <a:gd name="csX9" fmla="*/ 3344 w 5732"/>
                <a:gd name="csY9" fmla="*/ 478 h 8599"/>
                <a:gd name="csX10" fmla="*/ 4300 w 5732"/>
                <a:gd name="csY10" fmla="*/ 2866 h 8599"/>
                <a:gd name="csX11" fmla="*/ 4777 w 5732"/>
                <a:gd name="csY11" fmla="*/ 4300 h 8599"/>
                <a:gd name="csX12" fmla="*/ 5733 w 5732"/>
                <a:gd name="csY12" fmla="*/ 6688 h 8599"/>
                <a:gd name="csX13" fmla="*/ 5255 w 5732"/>
                <a:gd name="csY13" fmla="*/ 8121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2" h="8599">
                  <a:moveTo>
                    <a:pt x="5255" y="8121"/>
                  </a:moveTo>
                  <a:lnTo>
                    <a:pt x="3822" y="8599"/>
                  </a:lnTo>
                  <a:lnTo>
                    <a:pt x="2867" y="6688"/>
                  </a:lnTo>
                  <a:lnTo>
                    <a:pt x="1911" y="6210"/>
                  </a:lnTo>
                  <a:lnTo>
                    <a:pt x="1433" y="4777"/>
                  </a:lnTo>
                  <a:lnTo>
                    <a:pt x="0" y="4300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4300" y="2866"/>
                  </a:lnTo>
                  <a:lnTo>
                    <a:pt x="4777" y="4300"/>
                  </a:lnTo>
                  <a:lnTo>
                    <a:pt x="5733" y="6688"/>
                  </a:lnTo>
                  <a:lnTo>
                    <a:pt x="5255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3" name="Freeform 3662">
              <a:extLst>
                <a:ext uri="{FF2B5EF4-FFF2-40B4-BE49-F238E27FC236}">
                  <a16:creationId xmlns:a16="http://schemas.microsoft.com/office/drawing/2014/main" id="{F26B9DC3-61EF-2710-D450-69A8003B8E97}"/>
                </a:ext>
              </a:extLst>
            </p:cNvPr>
            <p:cNvSpPr/>
            <p:nvPr/>
          </p:nvSpPr>
          <p:spPr>
            <a:xfrm>
              <a:off x="3895577" y="2977807"/>
              <a:ext cx="5255" cy="8599"/>
            </a:xfrm>
            <a:custGeom>
              <a:avLst/>
              <a:gdLst>
                <a:gd name="csX0" fmla="*/ 5255 w 5255"/>
                <a:gd name="csY0" fmla="*/ 5733 h 8599"/>
                <a:gd name="csX1" fmla="*/ 4777 w 5255"/>
                <a:gd name="csY1" fmla="*/ 8599 h 8599"/>
                <a:gd name="csX2" fmla="*/ 2389 w 5255"/>
                <a:gd name="csY2" fmla="*/ 8121 h 8599"/>
                <a:gd name="csX3" fmla="*/ 956 w 5255"/>
                <a:gd name="csY3" fmla="*/ 6688 h 8599"/>
                <a:gd name="csX4" fmla="*/ 478 w 5255"/>
                <a:gd name="csY4" fmla="*/ 4300 h 8599"/>
                <a:gd name="csX5" fmla="*/ 0 w 5255"/>
                <a:gd name="csY5" fmla="*/ 3822 h 8599"/>
                <a:gd name="csX6" fmla="*/ 478 w 5255"/>
                <a:gd name="csY6" fmla="*/ 2866 h 8599"/>
                <a:gd name="csX7" fmla="*/ 1433 w 5255"/>
                <a:gd name="csY7" fmla="*/ 478 h 8599"/>
                <a:gd name="csX8" fmla="*/ 1911 w 5255"/>
                <a:gd name="csY8" fmla="*/ 0 h 8599"/>
                <a:gd name="csX9" fmla="*/ 3344 w 5255"/>
                <a:gd name="csY9" fmla="*/ 478 h 8599"/>
                <a:gd name="csX10" fmla="*/ 4300 w 5255"/>
                <a:gd name="csY10" fmla="*/ 1911 h 8599"/>
                <a:gd name="csX11" fmla="*/ 4777 w 5255"/>
                <a:gd name="csY11" fmla="*/ 3822 h 8599"/>
                <a:gd name="csX12" fmla="*/ 5255 w 5255"/>
                <a:gd name="csY12" fmla="*/ 5733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255" h="8599">
                  <a:moveTo>
                    <a:pt x="5255" y="5733"/>
                  </a:moveTo>
                  <a:lnTo>
                    <a:pt x="4777" y="8599"/>
                  </a:lnTo>
                  <a:lnTo>
                    <a:pt x="2389" y="8121"/>
                  </a:lnTo>
                  <a:lnTo>
                    <a:pt x="956" y="6688"/>
                  </a:lnTo>
                  <a:lnTo>
                    <a:pt x="478" y="4300"/>
                  </a:lnTo>
                  <a:lnTo>
                    <a:pt x="0" y="3822"/>
                  </a:lnTo>
                  <a:lnTo>
                    <a:pt x="478" y="2866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4300" y="1911"/>
                  </a:lnTo>
                  <a:lnTo>
                    <a:pt x="4777" y="3822"/>
                  </a:lnTo>
                  <a:lnTo>
                    <a:pt x="5255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4" name="Freeform 3663">
              <a:extLst>
                <a:ext uri="{FF2B5EF4-FFF2-40B4-BE49-F238E27FC236}">
                  <a16:creationId xmlns:a16="http://schemas.microsoft.com/office/drawing/2014/main" id="{D1E19871-0906-7FA2-AC07-DC95B59F2CFB}"/>
                </a:ext>
              </a:extLst>
            </p:cNvPr>
            <p:cNvSpPr/>
            <p:nvPr/>
          </p:nvSpPr>
          <p:spPr>
            <a:xfrm>
              <a:off x="3888411" y="2982584"/>
              <a:ext cx="8599" cy="15765"/>
            </a:xfrm>
            <a:custGeom>
              <a:avLst/>
              <a:gdLst>
                <a:gd name="csX0" fmla="*/ 7644 w 8599"/>
                <a:gd name="csY0" fmla="*/ 11465 h 15765"/>
                <a:gd name="csX1" fmla="*/ 7166 w 8599"/>
                <a:gd name="csY1" fmla="*/ 12899 h 15765"/>
                <a:gd name="csX2" fmla="*/ 6688 w 8599"/>
                <a:gd name="csY2" fmla="*/ 13376 h 15765"/>
                <a:gd name="csX3" fmla="*/ 4777 w 8599"/>
                <a:gd name="csY3" fmla="*/ 15287 h 15765"/>
                <a:gd name="csX4" fmla="*/ 4300 w 8599"/>
                <a:gd name="csY4" fmla="*/ 15765 h 15765"/>
                <a:gd name="csX5" fmla="*/ 3344 w 8599"/>
                <a:gd name="csY5" fmla="*/ 14332 h 15765"/>
                <a:gd name="csX6" fmla="*/ 2866 w 8599"/>
                <a:gd name="csY6" fmla="*/ 12421 h 15765"/>
                <a:gd name="csX7" fmla="*/ 2389 w 8599"/>
                <a:gd name="csY7" fmla="*/ 11943 h 15765"/>
                <a:gd name="csX8" fmla="*/ 1911 w 8599"/>
                <a:gd name="csY8" fmla="*/ 11943 h 15765"/>
                <a:gd name="csX9" fmla="*/ 956 w 8599"/>
                <a:gd name="csY9" fmla="*/ 13376 h 15765"/>
                <a:gd name="csX10" fmla="*/ 478 w 8599"/>
                <a:gd name="csY10" fmla="*/ 13376 h 15765"/>
                <a:gd name="csX11" fmla="*/ 0 w 8599"/>
                <a:gd name="csY11" fmla="*/ 12421 h 15765"/>
                <a:gd name="csX12" fmla="*/ 0 w 8599"/>
                <a:gd name="csY12" fmla="*/ 10988 h 15765"/>
                <a:gd name="csX13" fmla="*/ 0 w 8599"/>
                <a:gd name="csY13" fmla="*/ 8599 h 15765"/>
                <a:gd name="csX14" fmla="*/ 478 w 8599"/>
                <a:gd name="csY14" fmla="*/ 4777 h 15765"/>
                <a:gd name="csX15" fmla="*/ 478 w 8599"/>
                <a:gd name="csY15" fmla="*/ 3344 h 15765"/>
                <a:gd name="csX16" fmla="*/ 0 w 8599"/>
                <a:gd name="csY16" fmla="*/ 1911 h 15765"/>
                <a:gd name="csX17" fmla="*/ 478 w 8599"/>
                <a:gd name="csY17" fmla="*/ 955 h 15765"/>
                <a:gd name="csX18" fmla="*/ 956 w 8599"/>
                <a:gd name="csY18" fmla="*/ 478 h 15765"/>
                <a:gd name="csX19" fmla="*/ 1911 w 8599"/>
                <a:gd name="csY19" fmla="*/ 0 h 15765"/>
                <a:gd name="csX20" fmla="*/ 3822 w 8599"/>
                <a:gd name="csY20" fmla="*/ 0 h 15765"/>
                <a:gd name="csX21" fmla="*/ 5733 w 8599"/>
                <a:gd name="csY21" fmla="*/ 1911 h 15765"/>
                <a:gd name="csX22" fmla="*/ 6688 w 8599"/>
                <a:gd name="csY22" fmla="*/ 3822 h 15765"/>
                <a:gd name="csX23" fmla="*/ 8121 w 8599"/>
                <a:gd name="csY23" fmla="*/ 5255 h 15765"/>
                <a:gd name="csX24" fmla="*/ 8599 w 8599"/>
                <a:gd name="csY24" fmla="*/ 6688 h 15765"/>
                <a:gd name="csX25" fmla="*/ 7644 w 8599"/>
                <a:gd name="csY25" fmla="*/ 11465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8599" h="15765">
                  <a:moveTo>
                    <a:pt x="7644" y="11465"/>
                  </a:moveTo>
                  <a:lnTo>
                    <a:pt x="7166" y="12899"/>
                  </a:lnTo>
                  <a:lnTo>
                    <a:pt x="6688" y="13376"/>
                  </a:lnTo>
                  <a:lnTo>
                    <a:pt x="4777" y="15287"/>
                  </a:lnTo>
                  <a:lnTo>
                    <a:pt x="4300" y="15765"/>
                  </a:lnTo>
                  <a:lnTo>
                    <a:pt x="3344" y="14332"/>
                  </a:lnTo>
                  <a:lnTo>
                    <a:pt x="2866" y="12421"/>
                  </a:lnTo>
                  <a:lnTo>
                    <a:pt x="2389" y="11943"/>
                  </a:lnTo>
                  <a:lnTo>
                    <a:pt x="1911" y="11943"/>
                  </a:lnTo>
                  <a:lnTo>
                    <a:pt x="956" y="13376"/>
                  </a:lnTo>
                  <a:lnTo>
                    <a:pt x="478" y="13376"/>
                  </a:lnTo>
                  <a:lnTo>
                    <a:pt x="0" y="12421"/>
                  </a:lnTo>
                  <a:lnTo>
                    <a:pt x="0" y="10988"/>
                  </a:lnTo>
                  <a:lnTo>
                    <a:pt x="0" y="8599"/>
                  </a:lnTo>
                  <a:lnTo>
                    <a:pt x="478" y="4777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822" y="0"/>
                  </a:lnTo>
                  <a:lnTo>
                    <a:pt x="5733" y="1911"/>
                  </a:lnTo>
                  <a:lnTo>
                    <a:pt x="6688" y="3822"/>
                  </a:lnTo>
                  <a:lnTo>
                    <a:pt x="8121" y="5255"/>
                  </a:lnTo>
                  <a:lnTo>
                    <a:pt x="8599" y="6688"/>
                  </a:lnTo>
                  <a:lnTo>
                    <a:pt x="7644" y="114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5" name="Freeform 3664">
              <a:extLst>
                <a:ext uri="{FF2B5EF4-FFF2-40B4-BE49-F238E27FC236}">
                  <a16:creationId xmlns:a16="http://schemas.microsoft.com/office/drawing/2014/main" id="{C7A48D47-D50F-D7E4-C800-8BF97D6B2F7B}"/>
                </a:ext>
              </a:extLst>
            </p:cNvPr>
            <p:cNvSpPr/>
            <p:nvPr/>
          </p:nvSpPr>
          <p:spPr>
            <a:xfrm>
              <a:off x="3854970" y="2993094"/>
              <a:ext cx="11465" cy="11943"/>
            </a:xfrm>
            <a:custGeom>
              <a:avLst/>
              <a:gdLst>
                <a:gd name="csX0" fmla="*/ 9077 w 11465"/>
                <a:gd name="csY0" fmla="*/ 11943 h 11943"/>
                <a:gd name="csX1" fmla="*/ 8121 w 11465"/>
                <a:gd name="csY1" fmla="*/ 11943 h 11943"/>
                <a:gd name="csX2" fmla="*/ 7166 w 11465"/>
                <a:gd name="csY2" fmla="*/ 10988 h 11943"/>
                <a:gd name="csX3" fmla="*/ 478 w 11465"/>
                <a:gd name="csY3" fmla="*/ 8121 h 11943"/>
                <a:gd name="csX4" fmla="*/ 0 w 11465"/>
                <a:gd name="csY4" fmla="*/ 7166 h 11943"/>
                <a:gd name="csX5" fmla="*/ 478 w 11465"/>
                <a:gd name="csY5" fmla="*/ 5733 h 11943"/>
                <a:gd name="csX6" fmla="*/ 2866 w 11465"/>
                <a:gd name="csY6" fmla="*/ 4300 h 11943"/>
                <a:gd name="csX7" fmla="*/ 4777 w 11465"/>
                <a:gd name="csY7" fmla="*/ 2389 h 11943"/>
                <a:gd name="csX8" fmla="*/ 5733 w 11465"/>
                <a:gd name="csY8" fmla="*/ 0 h 11943"/>
                <a:gd name="csX9" fmla="*/ 9555 w 11465"/>
                <a:gd name="csY9" fmla="*/ 1433 h 11943"/>
                <a:gd name="csX10" fmla="*/ 10988 w 11465"/>
                <a:gd name="csY10" fmla="*/ 2389 h 11943"/>
                <a:gd name="csX11" fmla="*/ 11465 w 11465"/>
                <a:gd name="csY11" fmla="*/ 3344 h 11943"/>
                <a:gd name="csX12" fmla="*/ 11465 w 11465"/>
                <a:gd name="csY12" fmla="*/ 4777 h 11943"/>
                <a:gd name="csX13" fmla="*/ 11465 w 11465"/>
                <a:gd name="csY13" fmla="*/ 8599 h 11943"/>
                <a:gd name="csX14" fmla="*/ 10032 w 11465"/>
                <a:gd name="csY14" fmla="*/ 9555 h 11943"/>
                <a:gd name="csX15" fmla="*/ 9077 w 11465"/>
                <a:gd name="csY15" fmla="*/ 11943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465" h="11943">
                  <a:moveTo>
                    <a:pt x="9077" y="11943"/>
                  </a:moveTo>
                  <a:lnTo>
                    <a:pt x="8121" y="11943"/>
                  </a:lnTo>
                  <a:lnTo>
                    <a:pt x="7166" y="10988"/>
                  </a:lnTo>
                  <a:lnTo>
                    <a:pt x="478" y="8121"/>
                  </a:lnTo>
                  <a:lnTo>
                    <a:pt x="0" y="7166"/>
                  </a:lnTo>
                  <a:lnTo>
                    <a:pt x="478" y="5733"/>
                  </a:lnTo>
                  <a:lnTo>
                    <a:pt x="2866" y="4300"/>
                  </a:lnTo>
                  <a:lnTo>
                    <a:pt x="4777" y="2389"/>
                  </a:lnTo>
                  <a:lnTo>
                    <a:pt x="5733" y="0"/>
                  </a:lnTo>
                  <a:lnTo>
                    <a:pt x="9555" y="1433"/>
                  </a:lnTo>
                  <a:lnTo>
                    <a:pt x="10988" y="2389"/>
                  </a:lnTo>
                  <a:lnTo>
                    <a:pt x="11465" y="3344"/>
                  </a:lnTo>
                  <a:lnTo>
                    <a:pt x="11465" y="4777"/>
                  </a:lnTo>
                  <a:lnTo>
                    <a:pt x="11465" y="8599"/>
                  </a:lnTo>
                  <a:lnTo>
                    <a:pt x="10032" y="9555"/>
                  </a:lnTo>
                  <a:lnTo>
                    <a:pt x="9077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6" name="Freeform 3665">
              <a:extLst>
                <a:ext uri="{FF2B5EF4-FFF2-40B4-BE49-F238E27FC236}">
                  <a16:creationId xmlns:a16="http://schemas.microsoft.com/office/drawing/2014/main" id="{EA505487-D6CB-2932-2AE4-E0987132C28E}"/>
                </a:ext>
              </a:extLst>
            </p:cNvPr>
            <p:cNvSpPr/>
            <p:nvPr/>
          </p:nvSpPr>
          <p:spPr>
            <a:xfrm>
              <a:off x="4388594" y="2999305"/>
              <a:ext cx="11943" cy="17675"/>
            </a:xfrm>
            <a:custGeom>
              <a:avLst/>
              <a:gdLst>
                <a:gd name="csX0" fmla="*/ 10032 w 11943"/>
                <a:gd name="csY0" fmla="*/ 17198 h 17675"/>
                <a:gd name="csX1" fmla="*/ 8599 w 11943"/>
                <a:gd name="csY1" fmla="*/ 17676 h 17675"/>
                <a:gd name="csX2" fmla="*/ 6211 w 11943"/>
                <a:gd name="csY2" fmla="*/ 14809 h 17675"/>
                <a:gd name="csX3" fmla="*/ 1433 w 11943"/>
                <a:gd name="csY3" fmla="*/ 10988 h 17675"/>
                <a:gd name="csX4" fmla="*/ 0 w 11943"/>
                <a:gd name="csY4" fmla="*/ 8599 h 17675"/>
                <a:gd name="csX5" fmla="*/ 0 w 11943"/>
                <a:gd name="csY5" fmla="*/ 7644 h 17675"/>
                <a:gd name="csX6" fmla="*/ 0 w 11943"/>
                <a:gd name="csY6" fmla="*/ 5733 h 17675"/>
                <a:gd name="csX7" fmla="*/ 478 w 11943"/>
                <a:gd name="csY7" fmla="*/ 3344 h 17675"/>
                <a:gd name="csX8" fmla="*/ 1911 w 11943"/>
                <a:gd name="csY8" fmla="*/ 478 h 17675"/>
                <a:gd name="csX9" fmla="*/ 3822 w 11943"/>
                <a:gd name="csY9" fmla="*/ 0 h 17675"/>
                <a:gd name="csX10" fmla="*/ 6211 w 11943"/>
                <a:gd name="csY10" fmla="*/ 955 h 17675"/>
                <a:gd name="csX11" fmla="*/ 8121 w 11943"/>
                <a:gd name="csY11" fmla="*/ 2866 h 17675"/>
                <a:gd name="csX12" fmla="*/ 10032 w 11943"/>
                <a:gd name="csY12" fmla="*/ 7644 h 17675"/>
                <a:gd name="csX13" fmla="*/ 11466 w 11943"/>
                <a:gd name="csY13" fmla="*/ 10032 h 17675"/>
                <a:gd name="csX14" fmla="*/ 11943 w 11943"/>
                <a:gd name="csY14" fmla="*/ 11943 h 17675"/>
                <a:gd name="csX15" fmla="*/ 10988 w 11943"/>
                <a:gd name="csY15" fmla="*/ 12899 h 17675"/>
                <a:gd name="csX16" fmla="*/ 10988 w 11943"/>
                <a:gd name="csY16" fmla="*/ 13854 h 17675"/>
                <a:gd name="csX17" fmla="*/ 11466 w 11943"/>
                <a:gd name="csY17" fmla="*/ 14332 h 17675"/>
                <a:gd name="csX18" fmla="*/ 11466 w 11943"/>
                <a:gd name="csY18" fmla="*/ 15287 h 17675"/>
                <a:gd name="csX19" fmla="*/ 10988 w 11943"/>
                <a:gd name="csY19" fmla="*/ 16721 h 17675"/>
                <a:gd name="csX20" fmla="*/ 10032 w 11943"/>
                <a:gd name="csY20" fmla="*/ 17198 h 17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1943" h="17675">
                  <a:moveTo>
                    <a:pt x="10032" y="17198"/>
                  </a:moveTo>
                  <a:lnTo>
                    <a:pt x="8599" y="17676"/>
                  </a:lnTo>
                  <a:lnTo>
                    <a:pt x="6211" y="14809"/>
                  </a:lnTo>
                  <a:lnTo>
                    <a:pt x="1433" y="10988"/>
                  </a:lnTo>
                  <a:lnTo>
                    <a:pt x="0" y="8599"/>
                  </a:lnTo>
                  <a:lnTo>
                    <a:pt x="0" y="7644"/>
                  </a:lnTo>
                  <a:lnTo>
                    <a:pt x="0" y="5733"/>
                  </a:lnTo>
                  <a:lnTo>
                    <a:pt x="478" y="3344"/>
                  </a:lnTo>
                  <a:lnTo>
                    <a:pt x="1911" y="478"/>
                  </a:lnTo>
                  <a:lnTo>
                    <a:pt x="3822" y="0"/>
                  </a:lnTo>
                  <a:lnTo>
                    <a:pt x="6211" y="955"/>
                  </a:lnTo>
                  <a:lnTo>
                    <a:pt x="8121" y="2866"/>
                  </a:lnTo>
                  <a:lnTo>
                    <a:pt x="10032" y="7644"/>
                  </a:lnTo>
                  <a:lnTo>
                    <a:pt x="11466" y="10032"/>
                  </a:lnTo>
                  <a:lnTo>
                    <a:pt x="11943" y="11943"/>
                  </a:lnTo>
                  <a:lnTo>
                    <a:pt x="10988" y="12899"/>
                  </a:lnTo>
                  <a:lnTo>
                    <a:pt x="10988" y="13854"/>
                  </a:lnTo>
                  <a:lnTo>
                    <a:pt x="11466" y="14332"/>
                  </a:lnTo>
                  <a:lnTo>
                    <a:pt x="11466" y="15287"/>
                  </a:lnTo>
                  <a:lnTo>
                    <a:pt x="10988" y="16721"/>
                  </a:lnTo>
                  <a:lnTo>
                    <a:pt x="10032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7" name="Freeform 3666">
              <a:extLst>
                <a:ext uri="{FF2B5EF4-FFF2-40B4-BE49-F238E27FC236}">
                  <a16:creationId xmlns:a16="http://schemas.microsoft.com/office/drawing/2014/main" id="{C8A29B0C-6484-8194-71E8-E8644EFEC946}"/>
                </a:ext>
              </a:extLst>
            </p:cNvPr>
            <p:cNvSpPr/>
            <p:nvPr/>
          </p:nvSpPr>
          <p:spPr>
            <a:xfrm>
              <a:off x="3800509" y="3005038"/>
              <a:ext cx="11943" cy="9076"/>
            </a:xfrm>
            <a:custGeom>
              <a:avLst/>
              <a:gdLst>
                <a:gd name="csX0" fmla="*/ 10032 w 11943"/>
                <a:gd name="csY0" fmla="*/ 9077 h 9076"/>
                <a:gd name="csX1" fmla="*/ 9077 w 11943"/>
                <a:gd name="csY1" fmla="*/ 9077 h 9076"/>
                <a:gd name="csX2" fmla="*/ 6688 w 11943"/>
                <a:gd name="csY2" fmla="*/ 8121 h 9076"/>
                <a:gd name="csX3" fmla="*/ 3822 w 11943"/>
                <a:gd name="csY3" fmla="*/ 6688 h 9076"/>
                <a:gd name="csX4" fmla="*/ 1433 w 11943"/>
                <a:gd name="csY4" fmla="*/ 4777 h 9076"/>
                <a:gd name="csX5" fmla="*/ 0 w 11943"/>
                <a:gd name="csY5" fmla="*/ 2866 h 9076"/>
                <a:gd name="csX6" fmla="*/ 0 w 11943"/>
                <a:gd name="csY6" fmla="*/ 1433 h 9076"/>
                <a:gd name="csX7" fmla="*/ 956 w 11943"/>
                <a:gd name="csY7" fmla="*/ 478 h 9076"/>
                <a:gd name="csX8" fmla="*/ 2866 w 11943"/>
                <a:gd name="csY8" fmla="*/ 0 h 9076"/>
                <a:gd name="csX9" fmla="*/ 6688 w 11943"/>
                <a:gd name="csY9" fmla="*/ 478 h 9076"/>
                <a:gd name="csX10" fmla="*/ 9077 w 11943"/>
                <a:gd name="csY10" fmla="*/ 956 h 9076"/>
                <a:gd name="csX11" fmla="*/ 11465 w 11943"/>
                <a:gd name="csY11" fmla="*/ 3822 h 9076"/>
                <a:gd name="csX12" fmla="*/ 11943 w 11943"/>
                <a:gd name="csY12" fmla="*/ 5733 h 9076"/>
                <a:gd name="csX13" fmla="*/ 11943 w 11943"/>
                <a:gd name="csY13" fmla="*/ 6688 h 9076"/>
                <a:gd name="csX14" fmla="*/ 11943 w 11943"/>
                <a:gd name="csY14" fmla="*/ 7644 h 9076"/>
                <a:gd name="csX15" fmla="*/ 10032 w 11943"/>
                <a:gd name="csY15" fmla="*/ 9077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943" h="9076">
                  <a:moveTo>
                    <a:pt x="10032" y="9077"/>
                  </a:moveTo>
                  <a:lnTo>
                    <a:pt x="9077" y="9077"/>
                  </a:lnTo>
                  <a:lnTo>
                    <a:pt x="6688" y="8121"/>
                  </a:lnTo>
                  <a:lnTo>
                    <a:pt x="3822" y="6688"/>
                  </a:lnTo>
                  <a:lnTo>
                    <a:pt x="1433" y="4777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2866" y="0"/>
                  </a:lnTo>
                  <a:lnTo>
                    <a:pt x="6688" y="478"/>
                  </a:lnTo>
                  <a:lnTo>
                    <a:pt x="9077" y="956"/>
                  </a:lnTo>
                  <a:lnTo>
                    <a:pt x="11465" y="3822"/>
                  </a:lnTo>
                  <a:lnTo>
                    <a:pt x="11943" y="5733"/>
                  </a:lnTo>
                  <a:lnTo>
                    <a:pt x="11943" y="6688"/>
                  </a:lnTo>
                  <a:lnTo>
                    <a:pt x="11943" y="7644"/>
                  </a:lnTo>
                  <a:lnTo>
                    <a:pt x="10032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8" name="Freeform 3667">
              <a:extLst>
                <a:ext uri="{FF2B5EF4-FFF2-40B4-BE49-F238E27FC236}">
                  <a16:creationId xmlns:a16="http://schemas.microsoft.com/office/drawing/2014/main" id="{DA7EE910-9212-D547-49A3-1CEA0F1FFA8E}"/>
                </a:ext>
              </a:extLst>
            </p:cNvPr>
            <p:cNvSpPr/>
            <p:nvPr/>
          </p:nvSpPr>
          <p:spPr>
            <a:xfrm>
              <a:off x="4313591" y="3016503"/>
              <a:ext cx="6688" cy="8599"/>
            </a:xfrm>
            <a:custGeom>
              <a:avLst/>
              <a:gdLst>
                <a:gd name="csX0" fmla="*/ 3822 w 6688"/>
                <a:gd name="csY0" fmla="*/ 8121 h 8599"/>
                <a:gd name="csX1" fmla="*/ 2389 w 6688"/>
                <a:gd name="csY1" fmla="*/ 8599 h 8599"/>
                <a:gd name="csX2" fmla="*/ 0 w 6688"/>
                <a:gd name="csY2" fmla="*/ 5733 h 8599"/>
                <a:gd name="csX3" fmla="*/ 0 w 6688"/>
                <a:gd name="csY3" fmla="*/ 4300 h 8599"/>
                <a:gd name="csX4" fmla="*/ 478 w 6688"/>
                <a:gd name="csY4" fmla="*/ 956 h 8599"/>
                <a:gd name="csX5" fmla="*/ 4299 w 6688"/>
                <a:gd name="csY5" fmla="*/ 0 h 8599"/>
                <a:gd name="csX6" fmla="*/ 6210 w 6688"/>
                <a:gd name="csY6" fmla="*/ 1911 h 8599"/>
                <a:gd name="csX7" fmla="*/ 6688 w 6688"/>
                <a:gd name="csY7" fmla="*/ 4300 h 8599"/>
                <a:gd name="csX8" fmla="*/ 3822 w 6688"/>
                <a:gd name="csY8" fmla="*/ 8121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688" h="8599">
                  <a:moveTo>
                    <a:pt x="3822" y="8121"/>
                  </a:moveTo>
                  <a:lnTo>
                    <a:pt x="2389" y="8599"/>
                  </a:lnTo>
                  <a:lnTo>
                    <a:pt x="0" y="5733"/>
                  </a:lnTo>
                  <a:lnTo>
                    <a:pt x="0" y="4300"/>
                  </a:lnTo>
                  <a:lnTo>
                    <a:pt x="478" y="956"/>
                  </a:lnTo>
                  <a:lnTo>
                    <a:pt x="4299" y="0"/>
                  </a:lnTo>
                  <a:lnTo>
                    <a:pt x="6210" y="1911"/>
                  </a:lnTo>
                  <a:lnTo>
                    <a:pt x="6688" y="4300"/>
                  </a:lnTo>
                  <a:lnTo>
                    <a:pt x="3822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9" name="Freeform 3668">
              <a:extLst>
                <a:ext uri="{FF2B5EF4-FFF2-40B4-BE49-F238E27FC236}">
                  <a16:creationId xmlns:a16="http://schemas.microsoft.com/office/drawing/2014/main" id="{97998959-83F2-3F8A-26D7-9BF3B55F0B5D}"/>
                </a:ext>
              </a:extLst>
            </p:cNvPr>
            <p:cNvSpPr/>
            <p:nvPr/>
          </p:nvSpPr>
          <p:spPr>
            <a:xfrm>
              <a:off x="4350853" y="3017459"/>
              <a:ext cx="44428" cy="53027"/>
            </a:xfrm>
            <a:custGeom>
              <a:avLst/>
              <a:gdLst>
                <a:gd name="csX0" fmla="*/ 32008 w 44428"/>
                <a:gd name="csY0" fmla="*/ 478 h 53027"/>
                <a:gd name="csX1" fmla="*/ 42518 w 44428"/>
                <a:gd name="csY1" fmla="*/ 4777 h 53027"/>
                <a:gd name="csX2" fmla="*/ 43473 w 44428"/>
                <a:gd name="csY2" fmla="*/ 6688 h 53027"/>
                <a:gd name="csX3" fmla="*/ 43951 w 44428"/>
                <a:gd name="csY3" fmla="*/ 8121 h 53027"/>
                <a:gd name="csX4" fmla="*/ 44429 w 44428"/>
                <a:gd name="csY4" fmla="*/ 9555 h 53027"/>
                <a:gd name="csX5" fmla="*/ 44429 w 44428"/>
                <a:gd name="csY5" fmla="*/ 12899 h 53027"/>
                <a:gd name="csX6" fmla="*/ 43951 w 44428"/>
                <a:gd name="csY6" fmla="*/ 13854 h 53027"/>
                <a:gd name="csX7" fmla="*/ 42996 w 44428"/>
                <a:gd name="csY7" fmla="*/ 17198 h 53027"/>
                <a:gd name="csX8" fmla="*/ 42996 w 44428"/>
                <a:gd name="csY8" fmla="*/ 18154 h 53027"/>
                <a:gd name="csX9" fmla="*/ 43951 w 44428"/>
                <a:gd name="csY9" fmla="*/ 28186 h 53027"/>
                <a:gd name="csX10" fmla="*/ 43951 w 44428"/>
                <a:gd name="csY10" fmla="*/ 33919 h 53027"/>
                <a:gd name="csX11" fmla="*/ 42996 w 44428"/>
                <a:gd name="csY11" fmla="*/ 38696 h 53027"/>
                <a:gd name="csX12" fmla="*/ 41563 w 44428"/>
                <a:gd name="csY12" fmla="*/ 42040 h 53027"/>
                <a:gd name="csX13" fmla="*/ 39174 w 44428"/>
                <a:gd name="csY13" fmla="*/ 44907 h 53027"/>
                <a:gd name="csX14" fmla="*/ 37740 w 44428"/>
                <a:gd name="csY14" fmla="*/ 46817 h 53027"/>
                <a:gd name="csX15" fmla="*/ 30097 w 44428"/>
                <a:gd name="csY15" fmla="*/ 50639 h 53027"/>
                <a:gd name="csX16" fmla="*/ 24842 w 44428"/>
                <a:gd name="csY16" fmla="*/ 51595 h 53027"/>
                <a:gd name="csX17" fmla="*/ 19109 w 44428"/>
                <a:gd name="csY17" fmla="*/ 51595 h 53027"/>
                <a:gd name="csX18" fmla="*/ 11943 w 44428"/>
                <a:gd name="csY18" fmla="*/ 53028 h 53027"/>
                <a:gd name="csX19" fmla="*/ 8599 w 44428"/>
                <a:gd name="csY19" fmla="*/ 52550 h 53027"/>
                <a:gd name="csX20" fmla="*/ 7166 w 44428"/>
                <a:gd name="csY20" fmla="*/ 52072 h 53027"/>
                <a:gd name="csX21" fmla="*/ 5733 w 44428"/>
                <a:gd name="csY21" fmla="*/ 51595 h 53027"/>
                <a:gd name="csX22" fmla="*/ 4299 w 44428"/>
                <a:gd name="csY22" fmla="*/ 48728 h 53027"/>
                <a:gd name="csX23" fmla="*/ 2866 w 44428"/>
                <a:gd name="csY23" fmla="*/ 44429 h 53027"/>
                <a:gd name="csX24" fmla="*/ 1433 w 44428"/>
                <a:gd name="csY24" fmla="*/ 40129 h 53027"/>
                <a:gd name="csX25" fmla="*/ 0 w 44428"/>
                <a:gd name="csY25" fmla="*/ 31530 h 53027"/>
                <a:gd name="csX26" fmla="*/ 0 w 44428"/>
                <a:gd name="csY26" fmla="*/ 30575 h 53027"/>
                <a:gd name="csX27" fmla="*/ 1433 w 44428"/>
                <a:gd name="csY27" fmla="*/ 23409 h 53027"/>
                <a:gd name="csX28" fmla="*/ 3344 w 44428"/>
                <a:gd name="csY28" fmla="*/ 19109 h 53027"/>
                <a:gd name="csX29" fmla="*/ 7166 w 44428"/>
                <a:gd name="csY29" fmla="*/ 11943 h 53027"/>
                <a:gd name="csX30" fmla="*/ 10988 w 44428"/>
                <a:gd name="csY30" fmla="*/ 5255 h 53027"/>
                <a:gd name="csX31" fmla="*/ 11943 w 44428"/>
                <a:gd name="csY31" fmla="*/ 3822 h 53027"/>
                <a:gd name="csX32" fmla="*/ 13854 w 44428"/>
                <a:gd name="csY32" fmla="*/ 2866 h 53027"/>
                <a:gd name="csX33" fmla="*/ 18631 w 44428"/>
                <a:gd name="csY33" fmla="*/ 956 h 53027"/>
                <a:gd name="csX34" fmla="*/ 22453 w 44428"/>
                <a:gd name="csY34" fmla="*/ 1433 h 53027"/>
                <a:gd name="csX35" fmla="*/ 23886 w 44428"/>
                <a:gd name="csY35" fmla="*/ 956 h 53027"/>
                <a:gd name="csX36" fmla="*/ 26275 w 44428"/>
                <a:gd name="csY36" fmla="*/ 0 h 53027"/>
                <a:gd name="csX37" fmla="*/ 28186 w 44428"/>
                <a:gd name="csY37" fmla="*/ 0 h 53027"/>
                <a:gd name="csX38" fmla="*/ 32008 w 44428"/>
                <a:gd name="csY38" fmla="*/ 478 h 53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44428" h="53027">
                  <a:moveTo>
                    <a:pt x="32008" y="478"/>
                  </a:moveTo>
                  <a:lnTo>
                    <a:pt x="42518" y="4777"/>
                  </a:lnTo>
                  <a:lnTo>
                    <a:pt x="43473" y="6688"/>
                  </a:lnTo>
                  <a:lnTo>
                    <a:pt x="43951" y="8121"/>
                  </a:lnTo>
                  <a:lnTo>
                    <a:pt x="44429" y="9555"/>
                  </a:lnTo>
                  <a:lnTo>
                    <a:pt x="44429" y="12899"/>
                  </a:lnTo>
                  <a:lnTo>
                    <a:pt x="43951" y="13854"/>
                  </a:lnTo>
                  <a:lnTo>
                    <a:pt x="42996" y="17198"/>
                  </a:lnTo>
                  <a:lnTo>
                    <a:pt x="42996" y="18154"/>
                  </a:lnTo>
                  <a:lnTo>
                    <a:pt x="43951" y="28186"/>
                  </a:lnTo>
                  <a:lnTo>
                    <a:pt x="43951" y="33919"/>
                  </a:lnTo>
                  <a:lnTo>
                    <a:pt x="42996" y="38696"/>
                  </a:lnTo>
                  <a:lnTo>
                    <a:pt x="41563" y="42040"/>
                  </a:lnTo>
                  <a:lnTo>
                    <a:pt x="39174" y="44907"/>
                  </a:lnTo>
                  <a:lnTo>
                    <a:pt x="37740" y="46817"/>
                  </a:lnTo>
                  <a:lnTo>
                    <a:pt x="30097" y="50639"/>
                  </a:lnTo>
                  <a:lnTo>
                    <a:pt x="24842" y="51595"/>
                  </a:lnTo>
                  <a:lnTo>
                    <a:pt x="19109" y="51595"/>
                  </a:lnTo>
                  <a:lnTo>
                    <a:pt x="11943" y="53028"/>
                  </a:lnTo>
                  <a:lnTo>
                    <a:pt x="8599" y="52550"/>
                  </a:lnTo>
                  <a:lnTo>
                    <a:pt x="7166" y="52072"/>
                  </a:lnTo>
                  <a:lnTo>
                    <a:pt x="5733" y="51595"/>
                  </a:lnTo>
                  <a:lnTo>
                    <a:pt x="4299" y="48728"/>
                  </a:lnTo>
                  <a:lnTo>
                    <a:pt x="2866" y="44429"/>
                  </a:lnTo>
                  <a:lnTo>
                    <a:pt x="1433" y="40129"/>
                  </a:lnTo>
                  <a:lnTo>
                    <a:pt x="0" y="31530"/>
                  </a:lnTo>
                  <a:lnTo>
                    <a:pt x="0" y="30575"/>
                  </a:lnTo>
                  <a:lnTo>
                    <a:pt x="1433" y="23409"/>
                  </a:lnTo>
                  <a:lnTo>
                    <a:pt x="3344" y="19109"/>
                  </a:lnTo>
                  <a:lnTo>
                    <a:pt x="7166" y="11943"/>
                  </a:lnTo>
                  <a:lnTo>
                    <a:pt x="10988" y="5255"/>
                  </a:lnTo>
                  <a:lnTo>
                    <a:pt x="11943" y="3822"/>
                  </a:lnTo>
                  <a:lnTo>
                    <a:pt x="13854" y="2866"/>
                  </a:lnTo>
                  <a:lnTo>
                    <a:pt x="18631" y="956"/>
                  </a:lnTo>
                  <a:lnTo>
                    <a:pt x="22453" y="1433"/>
                  </a:lnTo>
                  <a:lnTo>
                    <a:pt x="23886" y="956"/>
                  </a:lnTo>
                  <a:lnTo>
                    <a:pt x="26275" y="0"/>
                  </a:lnTo>
                  <a:lnTo>
                    <a:pt x="28186" y="0"/>
                  </a:lnTo>
                  <a:lnTo>
                    <a:pt x="3200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0" name="Freeform 3669">
              <a:extLst>
                <a:ext uri="{FF2B5EF4-FFF2-40B4-BE49-F238E27FC236}">
                  <a16:creationId xmlns:a16="http://schemas.microsoft.com/office/drawing/2014/main" id="{0FDB261E-3DF1-29D3-4678-817536F51F9D}"/>
                </a:ext>
              </a:extLst>
            </p:cNvPr>
            <p:cNvSpPr/>
            <p:nvPr/>
          </p:nvSpPr>
          <p:spPr>
            <a:xfrm>
              <a:off x="4159284" y="3018892"/>
              <a:ext cx="11465" cy="27708"/>
            </a:xfrm>
            <a:custGeom>
              <a:avLst/>
              <a:gdLst>
                <a:gd name="csX0" fmla="*/ 7166 w 11465"/>
                <a:gd name="csY0" fmla="*/ 27708 h 27708"/>
                <a:gd name="csX1" fmla="*/ 6211 w 11465"/>
                <a:gd name="csY1" fmla="*/ 27708 h 27708"/>
                <a:gd name="csX2" fmla="*/ 4777 w 11465"/>
                <a:gd name="csY2" fmla="*/ 26753 h 27708"/>
                <a:gd name="csX3" fmla="*/ 1911 w 11465"/>
                <a:gd name="csY3" fmla="*/ 23886 h 27708"/>
                <a:gd name="csX4" fmla="*/ 1433 w 11465"/>
                <a:gd name="csY4" fmla="*/ 22931 h 27708"/>
                <a:gd name="csX5" fmla="*/ 956 w 11465"/>
                <a:gd name="csY5" fmla="*/ 21498 h 27708"/>
                <a:gd name="csX6" fmla="*/ 956 w 11465"/>
                <a:gd name="csY6" fmla="*/ 19587 h 27708"/>
                <a:gd name="csX7" fmla="*/ 1433 w 11465"/>
                <a:gd name="csY7" fmla="*/ 17676 h 27708"/>
                <a:gd name="csX8" fmla="*/ 2389 w 11465"/>
                <a:gd name="csY8" fmla="*/ 14332 h 27708"/>
                <a:gd name="csX9" fmla="*/ 478 w 11465"/>
                <a:gd name="csY9" fmla="*/ 11466 h 27708"/>
                <a:gd name="csX10" fmla="*/ 0 w 11465"/>
                <a:gd name="csY10" fmla="*/ 10032 h 27708"/>
                <a:gd name="csX11" fmla="*/ 0 w 11465"/>
                <a:gd name="csY11" fmla="*/ 9077 h 27708"/>
                <a:gd name="csX12" fmla="*/ 956 w 11465"/>
                <a:gd name="csY12" fmla="*/ 7166 h 27708"/>
                <a:gd name="csX13" fmla="*/ 1433 w 11465"/>
                <a:gd name="csY13" fmla="*/ 5733 h 27708"/>
                <a:gd name="csX14" fmla="*/ 2389 w 11465"/>
                <a:gd name="csY14" fmla="*/ 3822 h 27708"/>
                <a:gd name="csX15" fmla="*/ 5255 w 11465"/>
                <a:gd name="csY15" fmla="*/ 0 h 27708"/>
                <a:gd name="csX16" fmla="*/ 7644 w 11465"/>
                <a:gd name="csY16" fmla="*/ 956 h 27708"/>
                <a:gd name="csX17" fmla="*/ 10032 w 11465"/>
                <a:gd name="csY17" fmla="*/ 3822 h 27708"/>
                <a:gd name="csX18" fmla="*/ 10510 w 11465"/>
                <a:gd name="csY18" fmla="*/ 5733 h 27708"/>
                <a:gd name="csX19" fmla="*/ 10510 w 11465"/>
                <a:gd name="csY19" fmla="*/ 8121 h 27708"/>
                <a:gd name="csX20" fmla="*/ 10510 w 11465"/>
                <a:gd name="csY20" fmla="*/ 11466 h 27708"/>
                <a:gd name="csX21" fmla="*/ 11466 w 11465"/>
                <a:gd name="csY21" fmla="*/ 15287 h 27708"/>
                <a:gd name="csX22" fmla="*/ 11466 w 11465"/>
                <a:gd name="csY22" fmla="*/ 18154 h 27708"/>
                <a:gd name="csX23" fmla="*/ 10988 w 11465"/>
                <a:gd name="csY23" fmla="*/ 20065 h 27708"/>
                <a:gd name="csX24" fmla="*/ 10032 w 11465"/>
                <a:gd name="csY24" fmla="*/ 23886 h 27708"/>
                <a:gd name="csX25" fmla="*/ 9077 w 11465"/>
                <a:gd name="csY25" fmla="*/ 25320 h 27708"/>
                <a:gd name="csX26" fmla="*/ 8121 w 11465"/>
                <a:gd name="csY26" fmla="*/ 26753 h 27708"/>
                <a:gd name="csX27" fmla="*/ 7166 w 11465"/>
                <a:gd name="csY27" fmla="*/ 27708 h 27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1465" h="27708">
                  <a:moveTo>
                    <a:pt x="7166" y="27708"/>
                  </a:moveTo>
                  <a:lnTo>
                    <a:pt x="6211" y="27708"/>
                  </a:lnTo>
                  <a:lnTo>
                    <a:pt x="4777" y="26753"/>
                  </a:lnTo>
                  <a:lnTo>
                    <a:pt x="1911" y="23886"/>
                  </a:lnTo>
                  <a:lnTo>
                    <a:pt x="1433" y="22931"/>
                  </a:lnTo>
                  <a:lnTo>
                    <a:pt x="956" y="21498"/>
                  </a:lnTo>
                  <a:lnTo>
                    <a:pt x="956" y="19587"/>
                  </a:lnTo>
                  <a:lnTo>
                    <a:pt x="1433" y="17676"/>
                  </a:lnTo>
                  <a:lnTo>
                    <a:pt x="2389" y="14332"/>
                  </a:lnTo>
                  <a:lnTo>
                    <a:pt x="478" y="11466"/>
                  </a:lnTo>
                  <a:lnTo>
                    <a:pt x="0" y="10032"/>
                  </a:lnTo>
                  <a:lnTo>
                    <a:pt x="0" y="9077"/>
                  </a:lnTo>
                  <a:lnTo>
                    <a:pt x="956" y="7166"/>
                  </a:lnTo>
                  <a:lnTo>
                    <a:pt x="1433" y="5733"/>
                  </a:lnTo>
                  <a:lnTo>
                    <a:pt x="2389" y="3822"/>
                  </a:lnTo>
                  <a:lnTo>
                    <a:pt x="5255" y="0"/>
                  </a:lnTo>
                  <a:lnTo>
                    <a:pt x="7644" y="956"/>
                  </a:lnTo>
                  <a:lnTo>
                    <a:pt x="10032" y="3822"/>
                  </a:lnTo>
                  <a:lnTo>
                    <a:pt x="10510" y="5733"/>
                  </a:lnTo>
                  <a:lnTo>
                    <a:pt x="10510" y="8121"/>
                  </a:lnTo>
                  <a:lnTo>
                    <a:pt x="10510" y="11466"/>
                  </a:lnTo>
                  <a:lnTo>
                    <a:pt x="11466" y="15287"/>
                  </a:lnTo>
                  <a:lnTo>
                    <a:pt x="11466" y="18154"/>
                  </a:lnTo>
                  <a:lnTo>
                    <a:pt x="10988" y="20065"/>
                  </a:lnTo>
                  <a:lnTo>
                    <a:pt x="10032" y="23886"/>
                  </a:lnTo>
                  <a:lnTo>
                    <a:pt x="9077" y="25320"/>
                  </a:lnTo>
                  <a:lnTo>
                    <a:pt x="8121" y="26753"/>
                  </a:lnTo>
                  <a:lnTo>
                    <a:pt x="7166" y="277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1" name="Freeform 3670">
              <a:extLst>
                <a:ext uri="{FF2B5EF4-FFF2-40B4-BE49-F238E27FC236}">
                  <a16:creationId xmlns:a16="http://schemas.microsoft.com/office/drawing/2014/main" id="{A969CC5C-4EE0-2C72-9DAC-5A6638A391B2}"/>
                </a:ext>
              </a:extLst>
            </p:cNvPr>
            <p:cNvSpPr/>
            <p:nvPr/>
          </p:nvSpPr>
          <p:spPr>
            <a:xfrm>
              <a:off x="3712129" y="3028924"/>
              <a:ext cx="3821" cy="5255"/>
            </a:xfrm>
            <a:custGeom>
              <a:avLst/>
              <a:gdLst>
                <a:gd name="csX0" fmla="*/ 3822 w 3821"/>
                <a:gd name="csY0" fmla="*/ 5255 h 5255"/>
                <a:gd name="csX1" fmla="*/ 2866 w 3821"/>
                <a:gd name="csY1" fmla="*/ 5255 h 5255"/>
                <a:gd name="csX2" fmla="*/ 0 w 3821"/>
                <a:gd name="csY2" fmla="*/ 2389 h 5255"/>
                <a:gd name="csX3" fmla="*/ 478 w 3821"/>
                <a:gd name="csY3" fmla="*/ 0 h 5255"/>
                <a:gd name="csX4" fmla="*/ 3344 w 3821"/>
                <a:gd name="csY4" fmla="*/ 2389 h 5255"/>
                <a:gd name="csX5" fmla="*/ 3344 w 3821"/>
                <a:gd name="csY5" fmla="*/ 4300 h 5255"/>
                <a:gd name="csX6" fmla="*/ 3822 w 3821"/>
                <a:gd name="csY6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5255">
                  <a:moveTo>
                    <a:pt x="3822" y="5255"/>
                  </a:moveTo>
                  <a:lnTo>
                    <a:pt x="2866" y="5255"/>
                  </a:lnTo>
                  <a:lnTo>
                    <a:pt x="0" y="2389"/>
                  </a:lnTo>
                  <a:lnTo>
                    <a:pt x="478" y="0"/>
                  </a:lnTo>
                  <a:lnTo>
                    <a:pt x="3344" y="2389"/>
                  </a:lnTo>
                  <a:lnTo>
                    <a:pt x="3344" y="4300"/>
                  </a:lnTo>
                  <a:lnTo>
                    <a:pt x="3822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2" name="Freeform 3671">
              <a:extLst>
                <a:ext uri="{FF2B5EF4-FFF2-40B4-BE49-F238E27FC236}">
                  <a16:creationId xmlns:a16="http://schemas.microsoft.com/office/drawing/2014/main" id="{9628D01D-8269-F230-843A-2E854FFCF02D}"/>
                </a:ext>
              </a:extLst>
            </p:cNvPr>
            <p:cNvSpPr/>
            <p:nvPr/>
          </p:nvSpPr>
          <p:spPr>
            <a:xfrm>
              <a:off x="4401493" y="3029402"/>
              <a:ext cx="26753" cy="14809"/>
            </a:xfrm>
            <a:custGeom>
              <a:avLst/>
              <a:gdLst>
                <a:gd name="csX0" fmla="*/ 22453 w 26753"/>
                <a:gd name="csY0" fmla="*/ 14810 h 14809"/>
                <a:gd name="csX1" fmla="*/ 12421 w 26753"/>
                <a:gd name="csY1" fmla="*/ 14810 h 14809"/>
                <a:gd name="csX2" fmla="*/ 7166 w 26753"/>
                <a:gd name="csY2" fmla="*/ 14332 h 14809"/>
                <a:gd name="csX3" fmla="*/ 5255 w 26753"/>
                <a:gd name="csY3" fmla="*/ 13854 h 14809"/>
                <a:gd name="csX4" fmla="*/ 3344 w 26753"/>
                <a:gd name="csY4" fmla="*/ 12421 h 14809"/>
                <a:gd name="csX5" fmla="*/ 1433 w 26753"/>
                <a:gd name="csY5" fmla="*/ 9077 h 14809"/>
                <a:gd name="csX6" fmla="*/ 0 w 26753"/>
                <a:gd name="csY6" fmla="*/ 5255 h 14809"/>
                <a:gd name="csX7" fmla="*/ 0 w 26753"/>
                <a:gd name="csY7" fmla="*/ 3344 h 14809"/>
                <a:gd name="csX8" fmla="*/ 0 w 26753"/>
                <a:gd name="csY8" fmla="*/ 1911 h 14809"/>
                <a:gd name="csX9" fmla="*/ 956 w 26753"/>
                <a:gd name="csY9" fmla="*/ 956 h 14809"/>
                <a:gd name="csX10" fmla="*/ 7166 w 26753"/>
                <a:gd name="csY10" fmla="*/ 0 h 14809"/>
                <a:gd name="csX11" fmla="*/ 12421 w 26753"/>
                <a:gd name="csY11" fmla="*/ 1433 h 14809"/>
                <a:gd name="csX12" fmla="*/ 17198 w 26753"/>
                <a:gd name="csY12" fmla="*/ 3344 h 14809"/>
                <a:gd name="csX13" fmla="*/ 22931 w 26753"/>
                <a:gd name="csY13" fmla="*/ 3822 h 14809"/>
                <a:gd name="csX14" fmla="*/ 24842 w 26753"/>
                <a:gd name="csY14" fmla="*/ 4300 h 14809"/>
                <a:gd name="csX15" fmla="*/ 25320 w 26753"/>
                <a:gd name="csY15" fmla="*/ 4777 h 14809"/>
                <a:gd name="csX16" fmla="*/ 25798 w 26753"/>
                <a:gd name="csY16" fmla="*/ 5733 h 14809"/>
                <a:gd name="csX17" fmla="*/ 26753 w 26753"/>
                <a:gd name="csY17" fmla="*/ 10510 h 14809"/>
                <a:gd name="csX18" fmla="*/ 26753 w 26753"/>
                <a:gd name="csY18" fmla="*/ 12421 h 14809"/>
                <a:gd name="csX19" fmla="*/ 26275 w 26753"/>
                <a:gd name="csY19" fmla="*/ 14332 h 14809"/>
                <a:gd name="csX20" fmla="*/ 22453 w 26753"/>
                <a:gd name="csY20" fmla="*/ 14810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26753" h="14809">
                  <a:moveTo>
                    <a:pt x="22453" y="14810"/>
                  </a:moveTo>
                  <a:lnTo>
                    <a:pt x="12421" y="14810"/>
                  </a:lnTo>
                  <a:lnTo>
                    <a:pt x="7166" y="14332"/>
                  </a:lnTo>
                  <a:lnTo>
                    <a:pt x="5255" y="13854"/>
                  </a:lnTo>
                  <a:lnTo>
                    <a:pt x="3344" y="12421"/>
                  </a:lnTo>
                  <a:lnTo>
                    <a:pt x="1433" y="9077"/>
                  </a:lnTo>
                  <a:lnTo>
                    <a:pt x="0" y="5255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956" y="956"/>
                  </a:lnTo>
                  <a:lnTo>
                    <a:pt x="7166" y="0"/>
                  </a:lnTo>
                  <a:lnTo>
                    <a:pt x="12421" y="1433"/>
                  </a:lnTo>
                  <a:lnTo>
                    <a:pt x="17198" y="3344"/>
                  </a:lnTo>
                  <a:lnTo>
                    <a:pt x="22931" y="3822"/>
                  </a:lnTo>
                  <a:lnTo>
                    <a:pt x="24842" y="4300"/>
                  </a:lnTo>
                  <a:lnTo>
                    <a:pt x="25320" y="4777"/>
                  </a:lnTo>
                  <a:lnTo>
                    <a:pt x="25798" y="5733"/>
                  </a:lnTo>
                  <a:lnTo>
                    <a:pt x="26753" y="10510"/>
                  </a:lnTo>
                  <a:lnTo>
                    <a:pt x="26753" y="12421"/>
                  </a:lnTo>
                  <a:lnTo>
                    <a:pt x="26275" y="14332"/>
                  </a:lnTo>
                  <a:lnTo>
                    <a:pt x="22453" y="148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3" name="Freeform 3672">
              <a:extLst>
                <a:ext uri="{FF2B5EF4-FFF2-40B4-BE49-F238E27FC236}">
                  <a16:creationId xmlns:a16="http://schemas.microsoft.com/office/drawing/2014/main" id="{4027B3B0-DD1A-223B-0D7D-472982CC3F5B}"/>
                </a:ext>
              </a:extLst>
            </p:cNvPr>
            <p:cNvSpPr/>
            <p:nvPr/>
          </p:nvSpPr>
          <p:spPr>
            <a:xfrm>
              <a:off x="3718340" y="3034657"/>
              <a:ext cx="6210" cy="4777"/>
            </a:xfrm>
            <a:custGeom>
              <a:avLst/>
              <a:gdLst>
                <a:gd name="csX0" fmla="*/ 478 w 6210"/>
                <a:gd name="csY0" fmla="*/ 0 h 4777"/>
                <a:gd name="csX1" fmla="*/ 2866 w 6210"/>
                <a:gd name="csY1" fmla="*/ 478 h 4777"/>
                <a:gd name="csX2" fmla="*/ 4300 w 6210"/>
                <a:gd name="csY2" fmla="*/ 0 h 4777"/>
                <a:gd name="csX3" fmla="*/ 5733 w 6210"/>
                <a:gd name="csY3" fmla="*/ 1911 h 4777"/>
                <a:gd name="csX4" fmla="*/ 6211 w 6210"/>
                <a:gd name="csY4" fmla="*/ 3822 h 4777"/>
                <a:gd name="csX5" fmla="*/ 5733 w 6210"/>
                <a:gd name="csY5" fmla="*/ 4777 h 4777"/>
                <a:gd name="csX6" fmla="*/ 5255 w 6210"/>
                <a:gd name="csY6" fmla="*/ 4777 h 4777"/>
                <a:gd name="csX7" fmla="*/ 1911 w 6210"/>
                <a:gd name="csY7" fmla="*/ 2866 h 4777"/>
                <a:gd name="csX8" fmla="*/ 478 w 6210"/>
                <a:gd name="csY8" fmla="*/ 1433 h 4777"/>
                <a:gd name="csX9" fmla="*/ 0 w 6210"/>
                <a:gd name="csY9" fmla="*/ 478 h 4777"/>
                <a:gd name="csX10" fmla="*/ 478 w 6210"/>
                <a:gd name="csY10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210" h="4777">
                  <a:moveTo>
                    <a:pt x="478" y="0"/>
                  </a:moveTo>
                  <a:lnTo>
                    <a:pt x="2866" y="478"/>
                  </a:lnTo>
                  <a:lnTo>
                    <a:pt x="4300" y="0"/>
                  </a:lnTo>
                  <a:lnTo>
                    <a:pt x="5733" y="1911"/>
                  </a:lnTo>
                  <a:lnTo>
                    <a:pt x="6211" y="3822"/>
                  </a:lnTo>
                  <a:lnTo>
                    <a:pt x="5733" y="4777"/>
                  </a:lnTo>
                  <a:lnTo>
                    <a:pt x="5255" y="4777"/>
                  </a:lnTo>
                  <a:lnTo>
                    <a:pt x="1911" y="2866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4" name="Freeform 3673">
              <a:extLst>
                <a:ext uri="{FF2B5EF4-FFF2-40B4-BE49-F238E27FC236}">
                  <a16:creationId xmlns:a16="http://schemas.microsoft.com/office/drawing/2014/main" id="{F716589D-7BC9-C35B-5882-1E04277BF99C}"/>
                </a:ext>
              </a:extLst>
            </p:cNvPr>
            <p:cNvSpPr/>
            <p:nvPr/>
          </p:nvSpPr>
          <p:spPr>
            <a:xfrm>
              <a:off x="3738882" y="3049944"/>
              <a:ext cx="5255" cy="16242"/>
            </a:xfrm>
            <a:custGeom>
              <a:avLst/>
              <a:gdLst>
                <a:gd name="csX0" fmla="*/ 5255 w 5255"/>
                <a:gd name="csY0" fmla="*/ 12421 h 16242"/>
                <a:gd name="csX1" fmla="*/ 4300 w 5255"/>
                <a:gd name="csY1" fmla="*/ 16243 h 16242"/>
                <a:gd name="csX2" fmla="*/ 3822 w 5255"/>
                <a:gd name="csY2" fmla="*/ 16243 h 16242"/>
                <a:gd name="csX3" fmla="*/ 2866 w 5255"/>
                <a:gd name="csY3" fmla="*/ 14332 h 16242"/>
                <a:gd name="csX4" fmla="*/ 1433 w 5255"/>
                <a:gd name="csY4" fmla="*/ 13377 h 16242"/>
                <a:gd name="csX5" fmla="*/ 0 w 5255"/>
                <a:gd name="csY5" fmla="*/ 10988 h 16242"/>
                <a:gd name="csX6" fmla="*/ 0 w 5255"/>
                <a:gd name="csY6" fmla="*/ 6688 h 16242"/>
                <a:gd name="csX7" fmla="*/ 955 w 5255"/>
                <a:gd name="csY7" fmla="*/ 4777 h 16242"/>
                <a:gd name="csX8" fmla="*/ 478 w 5255"/>
                <a:gd name="csY8" fmla="*/ 1911 h 16242"/>
                <a:gd name="csX9" fmla="*/ 1911 w 5255"/>
                <a:gd name="csY9" fmla="*/ 0 h 16242"/>
                <a:gd name="csX10" fmla="*/ 3344 w 5255"/>
                <a:gd name="csY10" fmla="*/ 1911 h 16242"/>
                <a:gd name="csX11" fmla="*/ 3822 w 5255"/>
                <a:gd name="csY11" fmla="*/ 5255 h 16242"/>
                <a:gd name="csX12" fmla="*/ 3344 w 5255"/>
                <a:gd name="csY12" fmla="*/ 7166 h 16242"/>
                <a:gd name="csX13" fmla="*/ 4300 w 5255"/>
                <a:gd name="csY13" fmla="*/ 9077 h 16242"/>
                <a:gd name="csX14" fmla="*/ 4777 w 5255"/>
                <a:gd name="csY14" fmla="*/ 9555 h 16242"/>
                <a:gd name="csX15" fmla="*/ 5255 w 5255"/>
                <a:gd name="csY15" fmla="*/ 10988 h 16242"/>
                <a:gd name="csX16" fmla="*/ 5255 w 5255"/>
                <a:gd name="csY16" fmla="*/ 12421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255" h="16242">
                  <a:moveTo>
                    <a:pt x="5255" y="12421"/>
                  </a:moveTo>
                  <a:lnTo>
                    <a:pt x="4300" y="16243"/>
                  </a:lnTo>
                  <a:lnTo>
                    <a:pt x="3822" y="16243"/>
                  </a:lnTo>
                  <a:lnTo>
                    <a:pt x="2866" y="14332"/>
                  </a:lnTo>
                  <a:lnTo>
                    <a:pt x="1433" y="13377"/>
                  </a:lnTo>
                  <a:lnTo>
                    <a:pt x="0" y="10988"/>
                  </a:lnTo>
                  <a:lnTo>
                    <a:pt x="0" y="6688"/>
                  </a:lnTo>
                  <a:lnTo>
                    <a:pt x="955" y="4777"/>
                  </a:lnTo>
                  <a:lnTo>
                    <a:pt x="478" y="1911"/>
                  </a:lnTo>
                  <a:lnTo>
                    <a:pt x="1911" y="0"/>
                  </a:lnTo>
                  <a:lnTo>
                    <a:pt x="3344" y="1911"/>
                  </a:lnTo>
                  <a:lnTo>
                    <a:pt x="3822" y="5255"/>
                  </a:lnTo>
                  <a:lnTo>
                    <a:pt x="3344" y="7166"/>
                  </a:lnTo>
                  <a:lnTo>
                    <a:pt x="4300" y="9077"/>
                  </a:lnTo>
                  <a:lnTo>
                    <a:pt x="4777" y="9555"/>
                  </a:lnTo>
                  <a:lnTo>
                    <a:pt x="5255" y="10988"/>
                  </a:lnTo>
                  <a:lnTo>
                    <a:pt x="5255" y="124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5" name="Freeform 3674">
              <a:extLst>
                <a:ext uri="{FF2B5EF4-FFF2-40B4-BE49-F238E27FC236}">
                  <a16:creationId xmlns:a16="http://schemas.microsoft.com/office/drawing/2014/main" id="{D4872AFF-2F66-BFD7-5FF4-78494BC4889A}"/>
                </a:ext>
              </a:extLst>
            </p:cNvPr>
            <p:cNvSpPr/>
            <p:nvPr/>
          </p:nvSpPr>
          <p:spPr>
            <a:xfrm>
              <a:off x="4637013" y="3072398"/>
              <a:ext cx="9554" cy="7643"/>
            </a:xfrm>
            <a:custGeom>
              <a:avLst/>
              <a:gdLst>
                <a:gd name="csX0" fmla="*/ 3822 w 9554"/>
                <a:gd name="csY0" fmla="*/ 6210 h 7643"/>
                <a:gd name="csX1" fmla="*/ 1433 w 9554"/>
                <a:gd name="csY1" fmla="*/ 7644 h 7643"/>
                <a:gd name="csX2" fmla="*/ 0 w 9554"/>
                <a:gd name="csY2" fmla="*/ 6210 h 7643"/>
                <a:gd name="csX3" fmla="*/ 956 w 9554"/>
                <a:gd name="csY3" fmla="*/ 5733 h 7643"/>
                <a:gd name="csX4" fmla="*/ 2389 w 9554"/>
                <a:gd name="csY4" fmla="*/ 3822 h 7643"/>
                <a:gd name="csX5" fmla="*/ 3822 w 9554"/>
                <a:gd name="csY5" fmla="*/ 1911 h 7643"/>
                <a:gd name="csX6" fmla="*/ 4777 w 9554"/>
                <a:gd name="csY6" fmla="*/ 478 h 7643"/>
                <a:gd name="csX7" fmla="*/ 8121 w 9554"/>
                <a:gd name="csY7" fmla="*/ 0 h 7643"/>
                <a:gd name="csX8" fmla="*/ 9077 w 9554"/>
                <a:gd name="csY8" fmla="*/ 0 h 7643"/>
                <a:gd name="csX9" fmla="*/ 9555 w 9554"/>
                <a:gd name="csY9" fmla="*/ 478 h 7643"/>
                <a:gd name="csX10" fmla="*/ 7644 w 9554"/>
                <a:gd name="csY10" fmla="*/ 2389 h 7643"/>
                <a:gd name="csX11" fmla="*/ 3822 w 9554"/>
                <a:gd name="csY11" fmla="*/ 621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554" h="7643">
                  <a:moveTo>
                    <a:pt x="3822" y="6210"/>
                  </a:moveTo>
                  <a:lnTo>
                    <a:pt x="1433" y="7644"/>
                  </a:lnTo>
                  <a:lnTo>
                    <a:pt x="0" y="6210"/>
                  </a:lnTo>
                  <a:lnTo>
                    <a:pt x="956" y="5733"/>
                  </a:lnTo>
                  <a:lnTo>
                    <a:pt x="2389" y="3822"/>
                  </a:lnTo>
                  <a:lnTo>
                    <a:pt x="3822" y="1911"/>
                  </a:lnTo>
                  <a:lnTo>
                    <a:pt x="4777" y="478"/>
                  </a:lnTo>
                  <a:lnTo>
                    <a:pt x="8121" y="0"/>
                  </a:lnTo>
                  <a:lnTo>
                    <a:pt x="9077" y="0"/>
                  </a:lnTo>
                  <a:lnTo>
                    <a:pt x="9555" y="478"/>
                  </a:lnTo>
                  <a:lnTo>
                    <a:pt x="7644" y="2389"/>
                  </a:lnTo>
                  <a:lnTo>
                    <a:pt x="3822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6" name="Freeform 3675">
              <a:extLst>
                <a:ext uri="{FF2B5EF4-FFF2-40B4-BE49-F238E27FC236}">
                  <a16:creationId xmlns:a16="http://schemas.microsoft.com/office/drawing/2014/main" id="{5E319055-EF9F-C0CC-FA40-D727C29D29A3}"/>
                </a:ext>
              </a:extLst>
            </p:cNvPr>
            <p:cNvSpPr/>
            <p:nvPr/>
          </p:nvSpPr>
          <p:spPr>
            <a:xfrm>
              <a:off x="3740315" y="3080997"/>
              <a:ext cx="5732" cy="6688"/>
            </a:xfrm>
            <a:custGeom>
              <a:avLst/>
              <a:gdLst>
                <a:gd name="csX0" fmla="*/ 0 w 5732"/>
                <a:gd name="csY0" fmla="*/ 0 h 6688"/>
                <a:gd name="csX1" fmla="*/ 2389 w 5732"/>
                <a:gd name="csY1" fmla="*/ 478 h 6688"/>
                <a:gd name="csX2" fmla="*/ 5733 w 5732"/>
                <a:gd name="csY2" fmla="*/ 478 h 6688"/>
                <a:gd name="csX3" fmla="*/ 4777 w 5732"/>
                <a:gd name="csY3" fmla="*/ 3822 h 6688"/>
                <a:gd name="csX4" fmla="*/ 3822 w 5732"/>
                <a:gd name="csY4" fmla="*/ 6211 h 6688"/>
                <a:gd name="csX5" fmla="*/ 2866 w 5732"/>
                <a:gd name="csY5" fmla="*/ 6688 h 6688"/>
                <a:gd name="csX6" fmla="*/ 2389 w 5732"/>
                <a:gd name="csY6" fmla="*/ 5733 h 6688"/>
                <a:gd name="csX7" fmla="*/ 478 w 5732"/>
                <a:gd name="csY7" fmla="*/ 2866 h 6688"/>
                <a:gd name="csX8" fmla="*/ 0 w 5732"/>
                <a:gd name="csY8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2" h="6688">
                  <a:moveTo>
                    <a:pt x="0" y="0"/>
                  </a:moveTo>
                  <a:lnTo>
                    <a:pt x="2389" y="478"/>
                  </a:lnTo>
                  <a:lnTo>
                    <a:pt x="5733" y="478"/>
                  </a:lnTo>
                  <a:lnTo>
                    <a:pt x="4777" y="3822"/>
                  </a:lnTo>
                  <a:lnTo>
                    <a:pt x="3822" y="6211"/>
                  </a:lnTo>
                  <a:lnTo>
                    <a:pt x="2866" y="6688"/>
                  </a:lnTo>
                  <a:lnTo>
                    <a:pt x="2389" y="5733"/>
                  </a:lnTo>
                  <a:lnTo>
                    <a:pt x="478" y="286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7" name="Freeform 3676">
              <a:extLst>
                <a:ext uri="{FF2B5EF4-FFF2-40B4-BE49-F238E27FC236}">
                  <a16:creationId xmlns:a16="http://schemas.microsoft.com/office/drawing/2014/main" id="{A6EC816E-3B64-08F7-D79E-E137F4056A84}"/>
                </a:ext>
              </a:extLst>
            </p:cNvPr>
            <p:cNvSpPr/>
            <p:nvPr/>
          </p:nvSpPr>
          <p:spPr>
            <a:xfrm>
              <a:off x="4232854" y="3111571"/>
              <a:ext cx="6210" cy="6210"/>
            </a:xfrm>
            <a:custGeom>
              <a:avLst/>
              <a:gdLst>
                <a:gd name="csX0" fmla="*/ 2389 w 6210"/>
                <a:gd name="csY0" fmla="*/ 2389 h 6210"/>
                <a:gd name="csX1" fmla="*/ 4300 w 6210"/>
                <a:gd name="csY1" fmla="*/ 3344 h 6210"/>
                <a:gd name="csX2" fmla="*/ 5733 w 6210"/>
                <a:gd name="csY2" fmla="*/ 2866 h 6210"/>
                <a:gd name="csX3" fmla="*/ 6210 w 6210"/>
                <a:gd name="csY3" fmla="*/ 3822 h 6210"/>
                <a:gd name="csX4" fmla="*/ 4777 w 6210"/>
                <a:gd name="csY4" fmla="*/ 5733 h 6210"/>
                <a:gd name="csX5" fmla="*/ 3822 w 6210"/>
                <a:gd name="csY5" fmla="*/ 6210 h 6210"/>
                <a:gd name="csX6" fmla="*/ 1911 w 6210"/>
                <a:gd name="csY6" fmla="*/ 4777 h 6210"/>
                <a:gd name="csX7" fmla="*/ 478 w 6210"/>
                <a:gd name="csY7" fmla="*/ 2866 h 6210"/>
                <a:gd name="csX8" fmla="*/ 478 w 6210"/>
                <a:gd name="csY8" fmla="*/ 1911 h 6210"/>
                <a:gd name="csX9" fmla="*/ 0 w 6210"/>
                <a:gd name="csY9" fmla="*/ 478 h 6210"/>
                <a:gd name="csX10" fmla="*/ 478 w 6210"/>
                <a:gd name="csY10" fmla="*/ 0 h 6210"/>
                <a:gd name="csX11" fmla="*/ 2389 w 6210"/>
                <a:gd name="csY11" fmla="*/ 238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210" h="6210">
                  <a:moveTo>
                    <a:pt x="2389" y="2389"/>
                  </a:moveTo>
                  <a:lnTo>
                    <a:pt x="4300" y="3344"/>
                  </a:lnTo>
                  <a:lnTo>
                    <a:pt x="5733" y="2866"/>
                  </a:lnTo>
                  <a:lnTo>
                    <a:pt x="6210" y="3822"/>
                  </a:lnTo>
                  <a:lnTo>
                    <a:pt x="4777" y="5733"/>
                  </a:lnTo>
                  <a:lnTo>
                    <a:pt x="3822" y="6210"/>
                  </a:lnTo>
                  <a:lnTo>
                    <a:pt x="1911" y="4777"/>
                  </a:lnTo>
                  <a:lnTo>
                    <a:pt x="478" y="2866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8" name="Freeform 3677">
              <a:extLst>
                <a:ext uri="{FF2B5EF4-FFF2-40B4-BE49-F238E27FC236}">
                  <a16:creationId xmlns:a16="http://schemas.microsoft.com/office/drawing/2014/main" id="{421FAEF7-BD58-D363-CAFD-3473C639DAC4}"/>
                </a:ext>
              </a:extLst>
            </p:cNvPr>
            <p:cNvSpPr/>
            <p:nvPr/>
          </p:nvSpPr>
          <p:spPr>
            <a:xfrm>
              <a:off x="4208490" y="3121126"/>
              <a:ext cx="24841" cy="21975"/>
            </a:xfrm>
            <a:custGeom>
              <a:avLst/>
              <a:gdLst>
                <a:gd name="csX0" fmla="*/ 14809 w 24841"/>
                <a:gd name="csY0" fmla="*/ 14809 h 21975"/>
                <a:gd name="csX1" fmla="*/ 17198 w 24841"/>
                <a:gd name="csY1" fmla="*/ 16721 h 21975"/>
                <a:gd name="csX2" fmla="*/ 20064 w 24841"/>
                <a:gd name="csY2" fmla="*/ 17676 h 21975"/>
                <a:gd name="csX3" fmla="*/ 23886 w 24841"/>
                <a:gd name="csY3" fmla="*/ 18154 h 21975"/>
                <a:gd name="csX4" fmla="*/ 24842 w 24841"/>
                <a:gd name="csY4" fmla="*/ 18154 h 21975"/>
                <a:gd name="csX5" fmla="*/ 24842 w 24841"/>
                <a:gd name="csY5" fmla="*/ 19109 h 21975"/>
                <a:gd name="csX6" fmla="*/ 23886 w 24841"/>
                <a:gd name="csY6" fmla="*/ 20542 h 21975"/>
                <a:gd name="csX7" fmla="*/ 22931 w 24841"/>
                <a:gd name="csY7" fmla="*/ 21975 h 21975"/>
                <a:gd name="csX8" fmla="*/ 21498 w 24841"/>
                <a:gd name="csY8" fmla="*/ 21975 h 21975"/>
                <a:gd name="csX9" fmla="*/ 19587 w 24841"/>
                <a:gd name="csY9" fmla="*/ 21020 h 21975"/>
                <a:gd name="csX10" fmla="*/ 18631 w 24841"/>
                <a:gd name="csY10" fmla="*/ 20542 h 21975"/>
                <a:gd name="csX11" fmla="*/ 17676 w 24841"/>
                <a:gd name="csY11" fmla="*/ 19109 h 21975"/>
                <a:gd name="csX12" fmla="*/ 17198 w 24841"/>
                <a:gd name="csY12" fmla="*/ 19109 h 21975"/>
                <a:gd name="csX13" fmla="*/ 16721 w 24841"/>
                <a:gd name="csY13" fmla="*/ 19587 h 21975"/>
                <a:gd name="csX14" fmla="*/ 16721 w 24841"/>
                <a:gd name="csY14" fmla="*/ 20065 h 21975"/>
                <a:gd name="csX15" fmla="*/ 16721 w 24841"/>
                <a:gd name="csY15" fmla="*/ 20542 h 21975"/>
                <a:gd name="csX16" fmla="*/ 16243 w 24841"/>
                <a:gd name="csY16" fmla="*/ 21020 h 21975"/>
                <a:gd name="csX17" fmla="*/ 13854 w 24841"/>
                <a:gd name="csY17" fmla="*/ 20542 h 21975"/>
                <a:gd name="csX18" fmla="*/ 13376 w 24841"/>
                <a:gd name="csY18" fmla="*/ 20065 h 21975"/>
                <a:gd name="csX19" fmla="*/ 13376 w 24841"/>
                <a:gd name="csY19" fmla="*/ 18631 h 21975"/>
                <a:gd name="csX20" fmla="*/ 15287 w 24841"/>
                <a:gd name="csY20" fmla="*/ 16721 h 21975"/>
                <a:gd name="csX21" fmla="*/ 13854 w 24841"/>
                <a:gd name="csY21" fmla="*/ 15765 h 21975"/>
                <a:gd name="csX22" fmla="*/ 13376 w 24841"/>
                <a:gd name="csY22" fmla="*/ 15287 h 21975"/>
                <a:gd name="csX23" fmla="*/ 10510 w 24841"/>
                <a:gd name="csY23" fmla="*/ 16243 h 21975"/>
                <a:gd name="csX24" fmla="*/ 9077 w 24841"/>
                <a:gd name="csY24" fmla="*/ 16721 h 21975"/>
                <a:gd name="csX25" fmla="*/ 7166 w 24841"/>
                <a:gd name="csY25" fmla="*/ 15765 h 21975"/>
                <a:gd name="csX26" fmla="*/ 6688 w 24841"/>
                <a:gd name="csY26" fmla="*/ 10988 h 21975"/>
                <a:gd name="csX27" fmla="*/ 6688 w 24841"/>
                <a:gd name="csY27" fmla="*/ 9555 h 21975"/>
                <a:gd name="csX28" fmla="*/ 5733 w 24841"/>
                <a:gd name="csY28" fmla="*/ 8121 h 21975"/>
                <a:gd name="csX29" fmla="*/ 5255 w 24841"/>
                <a:gd name="csY29" fmla="*/ 7166 h 21975"/>
                <a:gd name="csX30" fmla="*/ 4299 w 24841"/>
                <a:gd name="csY30" fmla="*/ 6210 h 21975"/>
                <a:gd name="csX31" fmla="*/ 1911 w 24841"/>
                <a:gd name="csY31" fmla="*/ 5255 h 21975"/>
                <a:gd name="csX32" fmla="*/ 478 w 24841"/>
                <a:gd name="csY32" fmla="*/ 2866 h 21975"/>
                <a:gd name="csX33" fmla="*/ 0 w 24841"/>
                <a:gd name="csY33" fmla="*/ 1911 h 21975"/>
                <a:gd name="csX34" fmla="*/ 478 w 24841"/>
                <a:gd name="csY34" fmla="*/ 955 h 21975"/>
                <a:gd name="csX35" fmla="*/ 1433 w 24841"/>
                <a:gd name="csY35" fmla="*/ 0 h 21975"/>
                <a:gd name="csX36" fmla="*/ 7166 w 24841"/>
                <a:gd name="csY36" fmla="*/ 2389 h 21975"/>
                <a:gd name="csX37" fmla="*/ 10510 w 24841"/>
                <a:gd name="csY37" fmla="*/ 4300 h 21975"/>
                <a:gd name="csX38" fmla="*/ 13854 w 24841"/>
                <a:gd name="csY38" fmla="*/ 7166 h 21975"/>
                <a:gd name="csX39" fmla="*/ 15287 w 24841"/>
                <a:gd name="csY39" fmla="*/ 9077 h 21975"/>
                <a:gd name="csX40" fmla="*/ 15287 w 24841"/>
                <a:gd name="csY40" fmla="*/ 10510 h 21975"/>
                <a:gd name="csX41" fmla="*/ 15287 w 24841"/>
                <a:gd name="csY41" fmla="*/ 11943 h 21975"/>
                <a:gd name="csX42" fmla="*/ 14332 w 24841"/>
                <a:gd name="csY42" fmla="*/ 13376 h 21975"/>
                <a:gd name="csX43" fmla="*/ 14809 w 24841"/>
                <a:gd name="csY43" fmla="*/ 14809 h 21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4841" h="21975">
                  <a:moveTo>
                    <a:pt x="14809" y="14809"/>
                  </a:moveTo>
                  <a:lnTo>
                    <a:pt x="17198" y="16721"/>
                  </a:lnTo>
                  <a:lnTo>
                    <a:pt x="20064" y="17676"/>
                  </a:lnTo>
                  <a:lnTo>
                    <a:pt x="23886" y="18154"/>
                  </a:lnTo>
                  <a:lnTo>
                    <a:pt x="24842" y="18154"/>
                  </a:lnTo>
                  <a:lnTo>
                    <a:pt x="24842" y="19109"/>
                  </a:lnTo>
                  <a:lnTo>
                    <a:pt x="23886" y="20542"/>
                  </a:lnTo>
                  <a:lnTo>
                    <a:pt x="22931" y="21975"/>
                  </a:lnTo>
                  <a:lnTo>
                    <a:pt x="21498" y="21975"/>
                  </a:lnTo>
                  <a:lnTo>
                    <a:pt x="19587" y="21020"/>
                  </a:lnTo>
                  <a:lnTo>
                    <a:pt x="18631" y="20542"/>
                  </a:lnTo>
                  <a:lnTo>
                    <a:pt x="17676" y="19109"/>
                  </a:lnTo>
                  <a:lnTo>
                    <a:pt x="17198" y="19109"/>
                  </a:lnTo>
                  <a:lnTo>
                    <a:pt x="16721" y="19587"/>
                  </a:lnTo>
                  <a:lnTo>
                    <a:pt x="16721" y="20065"/>
                  </a:lnTo>
                  <a:lnTo>
                    <a:pt x="16721" y="20542"/>
                  </a:lnTo>
                  <a:lnTo>
                    <a:pt x="16243" y="21020"/>
                  </a:lnTo>
                  <a:lnTo>
                    <a:pt x="13854" y="20542"/>
                  </a:lnTo>
                  <a:lnTo>
                    <a:pt x="13376" y="20065"/>
                  </a:lnTo>
                  <a:lnTo>
                    <a:pt x="13376" y="18631"/>
                  </a:lnTo>
                  <a:lnTo>
                    <a:pt x="15287" y="16721"/>
                  </a:lnTo>
                  <a:lnTo>
                    <a:pt x="13854" y="15765"/>
                  </a:lnTo>
                  <a:lnTo>
                    <a:pt x="13376" y="15287"/>
                  </a:lnTo>
                  <a:lnTo>
                    <a:pt x="10510" y="16243"/>
                  </a:lnTo>
                  <a:lnTo>
                    <a:pt x="9077" y="16721"/>
                  </a:lnTo>
                  <a:lnTo>
                    <a:pt x="7166" y="15765"/>
                  </a:lnTo>
                  <a:lnTo>
                    <a:pt x="6688" y="10988"/>
                  </a:lnTo>
                  <a:lnTo>
                    <a:pt x="6688" y="9555"/>
                  </a:lnTo>
                  <a:lnTo>
                    <a:pt x="5733" y="8121"/>
                  </a:lnTo>
                  <a:lnTo>
                    <a:pt x="5255" y="7166"/>
                  </a:lnTo>
                  <a:lnTo>
                    <a:pt x="4299" y="6210"/>
                  </a:lnTo>
                  <a:lnTo>
                    <a:pt x="1911" y="5255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1433" y="0"/>
                  </a:lnTo>
                  <a:lnTo>
                    <a:pt x="7166" y="2389"/>
                  </a:lnTo>
                  <a:lnTo>
                    <a:pt x="10510" y="4300"/>
                  </a:lnTo>
                  <a:lnTo>
                    <a:pt x="13854" y="7166"/>
                  </a:lnTo>
                  <a:lnTo>
                    <a:pt x="15287" y="9077"/>
                  </a:lnTo>
                  <a:lnTo>
                    <a:pt x="15287" y="10510"/>
                  </a:lnTo>
                  <a:lnTo>
                    <a:pt x="15287" y="11943"/>
                  </a:lnTo>
                  <a:lnTo>
                    <a:pt x="14332" y="13376"/>
                  </a:lnTo>
                  <a:lnTo>
                    <a:pt x="14809" y="148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9" name="Freeform 3678">
              <a:extLst>
                <a:ext uri="{FF2B5EF4-FFF2-40B4-BE49-F238E27FC236}">
                  <a16:creationId xmlns:a16="http://schemas.microsoft.com/office/drawing/2014/main" id="{D582F682-48B1-C091-438F-19D54A92616C}"/>
                </a:ext>
              </a:extLst>
            </p:cNvPr>
            <p:cNvSpPr/>
            <p:nvPr/>
          </p:nvSpPr>
          <p:spPr>
            <a:xfrm>
              <a:off x="4194636" y="3125903"/>
              <a:ext cx="11465" cy="20064"/>
            </a:xfrm>
            <a:custGeom>
              <a:avLst/>
              <a:gdLst>
                <a:gd name="csX0" fmla="*/ 10032 w 11465"/>
                <a:gd name="csY0" fmla="*/ 19587 h 20064"/>
                <a:gd name="csX1" fmla="*/ 9077 w 11465"/>
                <a:gd name="csY1" fmla="*/ 20065 h 20064"/>
                <a:gd name="csX2" fmla="*/ 7644 w 11465"/>
                <a:gd name="csY2" fmla="*/ 20065 h 20064"/>
                <a:gd name="csX3" fmla="*/ 6688 w 11465"/>
                <a:gd name="csY3" fmla="*/ 18631 h 20064"/>
                <a:gd name="csX4" fmla="*/ 6210 w 11465"/>
                <a:gd name="csY4" fmla="*/ 16243 h 20064"/>
                <a:gd name="csX5" fmla="*/ 4777 w 11465"/>
                <a:gd name="csY5" fmla="*/ 14809 h 20064"/>
                <a:gd name="csX6" fmla="*/ 1911 w 11465"/>
                <a:gd name="csY6" fmla="*/ 12421 h 20064"/>
                <a:gd name="csX7" fmla="*/ 1433 w 11465"/>
                <a:gd name="csY7" fmla="*/ 11943 h 20064"/>
                <a:gd name="csX8" fmla="*/ 956 w 11465"/>
                <a:gd name="csY8" fmla="*/ 9077 h 20064"/>
                <a:gd name="csX9" fmla="*/ 478 w 11465"/>
                <a:gd name="csY9" fmla="*/ 6210 h 20064"/>
                <a:gd name="csX10" fmla="*/ 0 w 11465"/>
                <a:gd name="csY10" fmla="*/ 3344 h 20064"/>
                <a:gd name="csX11" fmla="*/ 0 w 11465"/>
                <a:gd name="csY11" fmla="*/ 2389 h 20064"/>
                <a:gd name="csX12" fmla="*/ 478 w 11465"/>
                <a:gd name="csY12" fmla="*/ 478 h 20064"/>
                <a:gd name="csX13" fmla="*/ 2866 w 11465"/>
                <a:gd name="csY13" fmla="*/ 0 h 20064"/>
                <a:gd name="csX14" fmla="*/ 4777 w 11465"/>
                <a:gd name="csY14" fmla="*/ 478 h 20064"/>
                <a:gd name="csX15" fmla="*/ 5255 w 11465"/>
                <a:gd name="csY15" fmla="*/ 955 h 20064"/>
                <a:gd name="csX16" fmla="*/ 5733 w 11465"/>
                <a:gd name="csY16" fmla="*/ 2389 h 20064"/>
                <a:gd name="csX17" fmla="*/ 6210 w 11465"/>
                <a:gd name="csY17" fmla="*/ 3344 h 20064"/>
                <a:gd name="csX18" fmla="*/ 8121 w 11465"/>
                <a:gd name="csY18" fmla="*/ 7166 h 20064"/>
                <a:gd name="csX19" fmla="*/ 9555 w 11465"/>
                <a:gd name="csY19" fmla="*/ 10032 h 20064"/>
                <a:gd name="csX20" fmla="*/ 11466 w 11465"/>
                <a:gd name="csY20" fmla="*/ 16243 h 20064"/>
                <a:gd name="csX21" fmla="*/ 11466 w 11465"/>
                <a:gd name="csY21" fmla="*/ 17198 h 20064"/>
                <a:gd name="csX22" fmla="*/ 10988 w 11465"/>
                <a:gd name="csY22" fmla="*/ 18631 h 20064"/>
                <a:gd name="csX23" fmla="*/ 10032 w 11465"/>
                <a:gd name="csY23" fmla="*/ 19587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1465" h="20064">
                  <a:moveTo>
                    <a:pt x="10032" y="19587"/>
                  </a:moveTo>
                  <a:lnTo>
                    <a:pt x="9077" y="20065"/>
                  </a:lnTo>
                  <a:lnTo>
                    <a:pt x="7644" y="20065"/>
                  </a:lnTo>
                  <a:lnTo>
                    <a:pt x="6688" y="18631"/>
                  </a:lnTo>
                  <a:lnTo>
                    <a:pt x="6210" y="16243"/>
                  </a:lnTo>
                  <a:lnTo>
                    <a:pt x="4777" y="14809"/>
                  </a:lnTo>
                  <a:lnTo>
                    <a:pt x="1911" y="12421"/>
                  </a:lnTo>
                  <a:lnTo>
                    <a:pt x="1433" y="11943"/>
                  </a:lnTo>
                  <a:lnTo>
                    <a:pt x="956" y="9077"/>
                  </a:lnTo>
                  <a:lnTo>
                    <a:pt x="478" y="6210"/>
                  </a:lnTo>
                  <a:lnTo>
                    <a:pt x="0" y="3344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2866" y="0"/>
                  </a:lnTo>
                  <a:lnTo>
                    <a:pt x="4777" y="478"/>
                  </a:lnTo>
                  <a:lnTo>
                    <a:pt x="5255" y="955"/>
                  </a:lnTo>
                  <a:lnTo>
                    <a:pt x="5733" y="2389"/>
                  </a:lnTo>
                  <a:lnTo>
                    <a:pt x="6210" y="3344"/>
                  </a:lnTo>
                  <a:lnTo>
                    <a:pt x="8121" y="7166"/>
                  </a:lnTo>
                  <a:lnTo>
                    <a:pt x="9555" y="10032"/>
                  </a:lnTo>
                  <a:lnTo>
                    <a:pt x="11466" y="16243"/>
                  </a:lnTo>
                  <a:lnTo>
                    <a:pt x="11466" y="17198"/>
                  </a:lnTo>
                  <a:lnTo>
                    <a:pt x="10988" y="18631"/>
                  </a:lnTo>
                  <a:lnTo>
                    <a:pt x="10032" y="195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0" name="Freeform 3679">
              <a:extLst>
                <a:ext uri="{FF2B5EF4-FFF2-40B4-BE49-F238E27FC236}">
                  <a16:creationId xmlns:a16="http://schemas.microsoft.com/office/drawing/2014/main" id="{48AFF7DE-AD8E-B85B-4ACF-498013FBD906}"/>
                </a:ext>
              </a:extLst>
            </p:cNvPr>
            <p:cNvSpPr/>
            <p:nvPr/>
          </p:nvSpPr>
          <p:spPr>
            <a:xfrm>
              <a:off x="4154506" y="3130681"/>
              <a:ext cx="137586" cy="117999"/>
            </a:xfrm>
            <a:custGeom>
              <a:avLst/>
              <a:gdLst>
                <a:gd name="csX0" fmla="*/ 45384 w 137586"/>
                <a:gd name="csY0" fmla="*/ 28664 h 117999"/>
                <a:gd name="csX1" fmla="*/ 45862 w 137586"/>
                <a:gd name="csY1" fmla="*/ 29141 h 117999"/>
                <a:gd name="csX2" fmla="*/ 46818 w 137586"/>
                <a:gd name="csY2" fmla="*/ 29141 h 117999"/>
                <a:gd name="csX3" fmla="*/ 48251 w 137586"/>
                <a:gd name="csY3" fmla="*/ 26753 h 117999"/>
                <a:gd name="csX4" fmla="*/ 51117 w 137586"/>
                <a:gd name="csY4" fmla="*/ 20542 h 117999"/>
                <a:gd name="csX5" fmla="*/ 52073 w 137586"/>
                <a:gd name="csY5" fmla="*/ 20065 h 117999"/>
                <a:gd name="csX6" fmla="*/ 53506 w 137586"/>
                <a:gd name="csY6" fmla="*/ 20065 h 117999"/>
                <a:gd name="csX7" fmla="*/ 58283 w 137586"/>
                <a:gd name="csY7" fmla="*/ 24364 h 117999"/>
                <a:gd name="csX8" fmla="*/ 59716 w 137586"/>
                <a:gd name="csY8" fmla="*/ 26275 h 117999"/>
                <a:gd name="csX9" fmla="*/ 60672 w 137586"/>
                <a:gd name="csY9" fmla="*/ 29619 h 117999"/>
                <a:gd name="csX10" fmla="*/ 61627 w 137586"/>
                <a:gd name="csY10" fmla="*/ 30575 h 117999"/>
                <a:gd name="csX11" fmla="*/ 65449 w 137586"/>
                <a:gd name="csY11" fmla="*/ 32008 h 117999"/>
                <a:gd name="csX12" fmla="*/ 68793 w 137586"/>
                <a:gd name="csY12" fmla="*/ 32963 h 117999"/>
                <a:gd name="csX13" fmla="*/ 73570 w 137586"/>
                <a:gd name="csY13" fmla="*/ 34396 h 117999"/>
                <a:gd name="csX14" fmla="*/ 75004 w 137586"/>
                <a:gd name="csY14" fmla="*/ 35352 h 117999"/>
                <a:gd name="csX15" fmla="*/ 78825 w 137586"/>
                <a:gd name="csY15" fmla="*/ 41562 h 117999"/>
                <a:gd name="csX16" fmla="*/ 79303 w 137586"/>
                <a:gd name="csY16" fmla="*/ 41562 h 117999"/>
                <a:gd name="csX17" fmla="*/ 83603 w 137586"/>
                <a:gd name="csY17" fmla="*/ 43951 h 117999"/>
                <a:gd name="csX18" fmla="*/ 89813 w 137586"/>
                <a:gd name="csY18" fmla="*/ 49206 h 117999"/>
                <a:gd name="csX19" fmla="*/ 91246 w 137586"/>
                <a:gd name="csY19" fmla="*/ 50162 h 117999"/>
                <a:gd name="csX20" fmla="*/ 97935 w 137586"/>
                <a:gd name="csY20" fmla="*/ 52072 h 117999"/>
                <a:gd name="csX21" fmla="*/ 99846 w 137586"/>
                <a:gd name="csY21" fmla="*/ 53028 h 117999"/>
                <a:gd name="csX22" fmla="*/ 102234 w 137586"/>
                <a:gd name="csY22" fmla="*/ 55417 h 117999"/>
                <a:gd name="csX23" fmla="*/ 104623 w 137586"/>
                <a:gd name="csY23" fmla="*/ 58761 h 117999"/>
                <a:gd name="csX24" fmla="*/ 107489 w 137586"/>
                <a:gd name="csY24" fmla="*/ 64493 h 117999"/>
                <a:gd name="csX25" fmla="*/ 109400 w 137586"/>
                <a:gd name="csY25" fmla="*/ 73570 h 117999"/>
                <a:gd name="csX26" fmla="*/ 109878 w 137586"/>
                <a:gd name="csY26" fmla="*/ 75003 h 117999"/>
                <a:gd name="csX27" fmla="*/ 109400 w 137586"/>
                <a:gd name="csY27" fmla="*/ 76437 h 117999"/>
                <a:gd name="csX28" fmla="*/ 108445 w 137586"/>
                <a:gd name="csY28" fmla="*/ 77392 h 117999"/>
                <a:gd name="csX29" fmla="*/ 105100 w 137586"/>
                <a:gd name="csY29" fmla="*/ 80736 h 117999"/>
                <a:gd name="csX30" fmla="*/ 105100 w 137586"/>
                <a:gd name="csY30" fmla="*/ 81692 h 117999"/>
                <a:gd name="csX31" fmla="*/ 108923 w 137586"/>
                <a:gd name="csY31" fmla="*/ 81214 h 117999"/>
                <a:gd name="csX32" fmla="*/ 116088 w 137586"/>
                <a:gd name="csY32" fmla="*/ 79303 h 117999"/>
                <a:gd name="csX33" fmla="*/ 120866 w 137586"/>
                <a:gd name="csY33" fmla="*/ 80736 h 117999"/>
                <a:gd name="csX34" fmla="*/ 122299 w 137586"/>
                <a:gd name="csY34" fmla="*/ 80736 h 117999"/>
                <a:gd name="csX35" fmla="*/ 122777 w 137586"/>
                <a:gd name="csY35" fmla="*/ 80736 h 117999"/>
                <a:gd name="csX36" fmla="*/ 124688 w 137586"/>
                <a:gd name="csY36" fmla="*/ 77870 h 117999"/>
                <a:gd name="csX37" fmla="*/ 126121 w 137586"/>
                <a:gd name="csY37" fmla="*/ 78348 h 117999"/>
                <a:gd name="csX38" fmla="*/ 128987 w 137586"/>
                <a:gd name="csY38" fmla="*/ 81214 h 117999"/>
                <a:gd name="csX39" fmla="*/ 130898 w 137586"/>
                <a:gd name="csY39" fmla="*/ 83603 h 117999"/>
                <a:gd name="csX40" fmla="*/ 131376 w 137586"/>
                <a:gd name="csY40" fmla="*/ 85036 h 117999"/>
                <a:gd name="csX41" fmla="*/ 131376 w 137586"/>
                <a:gd name="csY41" fmla="*/ 85991 h 117999"/>
                <a:gd name="csX42" fmla="*/ 129465 w 137586"/>
                <a:gd name="csY42" fmla="*/ 86469 h 117999"/>
                <a:gd name="csX43" fmla="*/ 133764 w 137586"/>
                <a:gd name="csY43" fmla="*/ 87902 h 117999"/>
                <a:gd name="csX44" fmla="*/ 137586 w 137586"/>
                <a:gd name="csY44" fmla="*/ 90291 h 117999"/>
                <a:gd name="csX45" fmla="*/ 136631 w 137586"/>
                <a:gd name="csY45" fmla="*/ 92202 h 117999"/>
                <a:gd name="csX46" fmla="*/ 132809 w 137586"/>
                <a:gd name="csY46" fmla="*/ 95546 h 117999"/>
                <a:gd name="csX47" fmla="*/ 128509 w 137586"/>
                <a:gd name="csY47" fmla="*/ 98890 h 117999"/>
                <a:gd name="csX48" fmla="*/ 123732 w 137586"/>
                <a:gd name="csY48" fmla="*/ 103667 h 117999"/>
                <a:gd name="csX49" fmla="*/ 122777 w 137586"/>
                <a:gd name="csY49" fmla="*/ 104145 h 117999"/>
                <a:gd name="csX50" fmla="*/ 121821 w 137586"/>
                <a:gd name="csY50" fmla="*/ 104145 h 117999"/>
                <a:gd name="csX51" fmla="*/ 119432 w 137586"/>
                <a:gd name="csY51" fmla="*/ 103667 h 117999"/>
                <a:gd name="csX52" fmla="*/ 115611 w 137586"/>
                <a:gd name="csY52" fmla="*/ 101279 h 117999"/>
                <a:gd name="csX53" fmla="*/ 103667 w 137586"/>
                <a:gd name="csY53" fmla="*/ 96024 h 117999"/>
                <a:gd name="csX54" fmla="*/ 100323 w 137586"/>
                <a:gd name="csY54" fmla="*/ 95068 h 117999"/>
                <a:gd name="csX55" fmla="*/ 95546 w 137586"/>
                <a:gd name="csY55" fmla="*/ 94113 h 117999"/>
                <a:gd name="csX56" fmla="*/ 95068 w 137586"/>
                <a:gd name="csY56" fmla="*/ 93157 h 117999"/>
                <a:gd name="csX57" fmla="*/ 93635 w 137586"/>
                <a:gd name="csY57" fmla="*/ 85036 h 117999"/>
                <a:gd name="csX58" fmla="*/ 91724 w 137586"/>
                <a:gd name="csY58" fmla="*/ 84080 h 117999"/>
                <a:gd name="csX59" fmla="*/ 84558 w 137586"/>
                <a:gd name="csY59" fmla="*/ 82169 h 117999"/>
                <a:gd name="csX60" fmla="*/ 82647 w 137586"/>
                <a:gd name="csY60" fmla="*/ 81214 h 117999"/>
                <a:gd name="csX61" fmla="*/ 82647 w 137586"/>
                <a:gd name="csY61" fmla="*/ 79781 h 117999"/>
                <a:gd name="csX62" fmla="*/ 83125 w 137586"/>
                <a:gd name="csY62" fmla="*/ 76914 h 117999"/>
                <a:gd name="csX63" fmla="*/ 82170 w 137586"/>
                <a:gd name="csY63" fmla="*/ 75481 h 117999"/>
                <a:gd name="csX64" fmla="*/ 79781 w 137586"/>
                <a:gd name="csY64" fmla="*/ 75481 h 117999"/>
                <a:gd name="csX65" fmla="*/ 77392 w 137586"/>
                <a:gd name="csY65" fmla="*/ 76437 h 117999"/>
                <a:gd name="csX66" fmla="*/ 73570 w 137586"/>
                <a:gd name="csY66" fmla="*/ 78348 h 117999"/>
                <a:gd name="csX67" fmla="*/ 71659 w 137586"/>
                <a:gd name="csY67" fmla="*/ 79781 h 117999"/>
                <a:gd name="csX68" fmla="*/ 71182 w 137586"/>
                <a:gd name="csY68" fmla="*/ 81692 h 117999"/>
                <a:gd name="csX69" fmla="*/ 70704 w 137586"/>
                <a:gd name="csY69" fmla="*/ 85514 h 117999"/>
                <a:gd name="csX70" fmla="*/ 70226 w 137586"/>
                <a:gd name="csY70" fmla="*/ 87424 h 117999"/>
                <a:gd name="csX71" fmla="*/ 68793 w 137586"/>
                <a:gd name="csY71" fmla="*/ 89813 h 117999"/>
                <a:gd name="csX72" fmla="*/ 63060 w 137586"/>
                <a:gd name="csY72" fmla="*/ 96024 h 117999"/>
                <a:gd name="csX73" fmla="*/ 60672 w 137586"/>
                <a:gd name="csY73" fmla="*/ 97935 h 117999"/>
                <a:gd name="csX74" fmla="*/ 58283 w 137586"/>
                <a:gd name="csY74" fmla="*/ 98412 h 117999"/>
                <a:gd name="csX75" fmla="*/ 57328 w 137586"/>
                <a:gd name="csY75" fmla="*/ 99368 h 117999"/>
                <a:gd name="csX76" fmla="*/ 55894 w 137586"/>
                <a:gd name="csY76" fmla="*/ 101756 h 117999"/>
                <a:gd name="csX77" fmla="*/ 53506 w 137586"/>
                <a:gd name="csY77" fmla="*/ 107011 h 117999"/>
                <a:gd name="csX78" fmla="*/ 52550 w 137586"/>
                <a:gd name="csY78" fmla="*/ 108922 h 117999"/>
                <a:gd name="csX79" fmla="*/ 50639 w 137586"/>
                <a:gd name="csY79" fmla="*/ 110355 h 117999"/>
                <a:gd name="csX80" fmla="*/ 47773 w 137586"/>
                <a:gd name="csY80" fmla="*/ 113222 h 117999"/>
                <a:gd name="csX81" fmla="*/ 44429 w 137586"/>
                <a:gd name="csY81" fmla="*/ 115133 h 117999"/>
                <a:gd name="csX82" fmla="*/ 38696 w 137586"/>
                <a:gd name="csY82" fmla="*/ 117521 h 117999"/>
                <a:gd name="csX83" fmla="*/ 35830 w 137586"/>
                <a:gd name="csY83" fmla="*/ 117999 h 117999"/>
                <a:gd name="csX84" fmla="*/ 33919 w 137586"/>
                <a:gd name="csY84" fmla="*/ 117521 h 117999"/>
                <a:gd name="csX85" fmla="*/ 32486 w 137586"/>
                <a:gd name="csY85" fmla="*/ 112266 h 117999"/>
                <a:gd name="csX86" fmla="*/ 29619 w 137586"/>
                <a:gd name="csY86" fmla="*/ 96501 h 117999"/>
                <a:gd name="csX87" fmla="*/ 29142 w 137586"/>
                <a:gd name="csY87" fmla="*/ 95068 h 117999"/>
                <a:gd name="csX88" fmla="*/ 28186 w 137586"/>
                <a:gd name="csY88" fmla="*/ 94590 h 117999"/>
                <a:gd name="csX89" fmla="*/ 27709 w 137586"/>
                <a:gd name="csY89" fmla="*/ 94113 h 117999"/>
                <a:gd name="csX90" fmla="*/ 17676 w 137586"/>
                <a:gd name="csY90" fmla="*/ 96501 h 117999"/>
                <a:gd name="csX91" fmla="*/ 12421 w 137586"/>
                <a:gd name="csY91" fmla="*/ 96024 h 117999"/>
                <a:gd name="csX92" fmla="*/ 7166 w 137586"/>
                <a:gd name="csY92" fmla="*/ 99845 h 117999"/>
                <a:gd name="csX93" fmla="*/ 5733 w 137586"/>
                <a:gd name="csY93" fmla="*/ 99845 h 117999"/>
                <a:gd name="csX94" fmla="*/ 2867 w 137586"/>
                <a:gd name="csY94" fmla="*/ 99845 h 117999"/>
                <a:gd name="csX95" fmla="*/ 956 w 137586"/>
                <a:gd name="csY95" fmla="*/ 99368 h 117999"/>
                <a:gd name="csX96" fmla="*/ 478 w 137586"/>
                <a:gd name="csY96" fmla="*/ 98890 h 117999"/>
                <a:gd name="csX97" fmla="*/ 0 w 137586"/>
                <a:gd name="csY97" fmla="*/ 97457 h 117999"/>
                <a:gd name="csX98" fmla="*/ 0 w 137586"/>
                <a:gd name="csY98" fmla="*/ 95546 h 117999"/>
                <a:gd name="csX99" fmla="*/ 956 w 137586"/>
                <a:gd name="csY99" fmla="*/ 94113 h 117999"/>
                <a:gd name="csX100" fmla="*/ 3344 w 137586"/>
                <a:gd name="csY100" fmla="*/ 89335 h 117999"/>
                <a:gd name="csX101" fmla="*/ 5255 w 137586"/>
                <a:gd name="csY101" fmla="*/ 86469 h 117999"/>
                <a:gd name="csX102" fmla="*/ 6211 w 137586"/>
                <a:gd name="csY102" fmla="*/ 85514 h 117999"/>
                <a:gd name="csX103" fmla="*/ 15287 w 137586"/>
                <a:gd name="csY103" fmla="*/ 80258 h 117999"/>
                <a:gd name="csX104" fmla="*/ 17676 w 137586"/>
                <a:gd name="csY104" fmla="*/ 78348 h 117999"/>
                <a:gd name="csX105" fmla="*/ 18632 w 137586"/>
                <a:gd name="csY105" fmla="*/ 76437 h 117999"/>
                <a:gd name="csX106" fmla="*/ 18632 w 137586"/>
                <a:gd name="csY106" fmla="*/ 74526 h 117999"/>
                <a:gd name="csX107" fmla="*/ 18154 w 137586"/>
                <a:gd name="csY107" fmla="*/ 72137 h 117999"/>
                <a:gd name="csX108" fmla="*/ 16721 w 137586"/>
                <a:gd name="csY108" fmla="*/ 66404 h 117999"/>
                <a:gd name="csX109" fmla="*/ 16243 w 137586"/>
                <a:gd name="csY109" fmla="*/ 61149 h 117999"/>
                <a:gd name="csX110" fmla="*/ 16243 w 137586"/>
                <a:gd name="csY110" fmla="*/ 58283 h 117999"/>
                <a:gd name="csX111" fmla="*/ 16721 w 137586"/>
                <a:gd name="csY111" fmla="*/ 54461 h 117999"/>
                <a:gd name="csX112" fmla="*/ 19109 w 137586"/>
                <a:gd name="csY112" fmla="*/ 44429 h 117999"/>
                <a:gd name="csX113" fmla="*/ 20065 w 137586"/>
                <a:gd name="csY113" fmla="*/ 39651 h 117999"/>
                <a:gd name="csX114" fmla="*/ 21498 w 137586"/>
                <a:gd name="csY114" fmla="*/ 21975 h 117999"/>
                <a:gd name="csX115" fmla="*/ 22453 w 137586"/>
                <a:gd name="csY115" fmla="*/ 16721 h 117999"/>
                <a:gd name="csX116" fmla="*/ 23409 w 137586"/>
                <a:gd name="csY116" fmla="*/ 11943 h 117999"/>
                <a:gd name="csX117" fmla="*/ 24364 w 137586"/>
                <a:gd name="csY117" fmla="*/ 9555 h 117999"/>
                <a:gd name="csX118" fmla="*/ 27231 w 137586"/>
                <a:gd name="csY118" fmla="*/ 3822 h 117999"/>
                <a:gd name="csX119" fmla="*/ 29619 w 137586"/>
                <a:gd name="csY119" fmla="*/ 1433 h 117999"/>
                <a:gd name="csX120" fmla="*/ 32486 w 137586"/>
                <a:gd name="csY120" fmla="*/ 0 h 117999"/>
                <a:gd name="csX121" fmla="*/ 33441 w 137586"/>
                <a:gd name="csY121" fmla="*/ 0 h 117999"/>
                <a:gd name="csX122" fmla="*/ 33919 w 137586"/>
                <a:gd name="csY122" fmla="*/ 478 h 117999"/>
                <a:gd name="csX123" fmla="*/ 34874 w 137586"/>
                <a:gd name="csY123" fmla="*/ 2866 h 117999"/>
                <a:gd name="csX124" fmla="*/ 38696 w 137586"/>
                <a:gd name="csY124" fmla="*/ 5255 h 117999"/>
                <a:gd name="csX125" fmla="*/ 40129 w 137586"/>
                <a:gd name="csY125" fmla="*/ 7644 h 117999"/>
                <a:gd name="csX126" fmla="*/ 41085 w 137586"/>
                <a:gd name="csY126" fmla="*/ 9555 h 117999"/>
                <a:gd name="csX127" fmla="*/ 41563 w 137586"/>
                <a:gd name="csY127" fmla="*/ 12899 h 117999"/>
                <a:gd name="csX128" fmla="*/ 41085 w 137586"/>
                <a:gd name="csY128" fmla="*/ 14332 h 117999"/>
                <a:gd name="csX129" fmla="*/ 39174 w 137586"/>
                <a:gd name="csY129" fmla="*/ 16243 h 117999"/>
                <a:gd name="csX130" fmla="*/ 38696 w 137586"/>
                <a:gd name="csY130" fmla="*/ 17198 h 117999"/>
                <a:gd name="csX131" fmla="*/ 38696 w 137586"/>
                <a:gd name="csY131" fmla="*/ 17676 h 117999"/>
                <a:gd name="csX132" fmla="*/ 42518 w 137586"/>
                <a:gd name="csY132" fmla="*/ 21020 h 117999"/>
                <a:gd name="csX133" fmla="*/ 45384 w 137586"/>
                <a:gd name="csY133" fmla="*/ 28664 h 117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</a:cxnLst>
              <a:rect l="l" t="t" r="r" b="b"/>
              <a:pathLst>
                <a:path w="137586" h="117999">
                  <a:moveTo>
                    <a:pt x="45384" y="28664"/>
                  </a:moveTo>
                  <a:lnTo>
                    <a:pt x="45862" y="29141"/>
                  </a:lnTo>
                  <a:lnTo>
                    <a:pt x="46818" y="29141"/>
                  </a:lnTo>
                  <a:lnTo>
                    <a:pt x="48251" y="26753"/>
                  </a:lnTo>
                  <a:lnTo>
                    <a:pt x="51117" y="20542"/>
                  </a:lnTo>
                  <a:lnTo>
                    <a:pt x="52073" y="20065"/>
                  </a:lnTo>
                  <a:lnTo>
                    <a:pt x="53506" y="20065"/>
                  </a:lnTo>
                  <a:lnTo>
                    <a:pt x="58283" y="24364"/>
                  </a:lnTo>
                  <a:lnTo>
                    <a:pt x="59716" y="26275"/>
                  </a:lnTo>
                  <a:lnTo>
                    <a:pt x="60672" y="29619"/>
                  </a:lnTo>
                  <a:lnTo>
                    <a:pt x="61627" y="30575"/>
                  </a:lnTo>
                  <a:lnTo>
                    <a:pt x="65449" y="32008"/>
                  </a:lnTo>
                  <a:lnTo>
                    <a:pt x="68793" y="32963"/>
                  </a:lnTo>
                  <a:lnTo>
                    <a:pt x="73570" y="34396"/>
                  </a:lnTo>
                  <a:lnTo>
                    <a:pt x="75004" y="35352"/>
                  </a:lnTo>
                  <a:lnTo>
                    <a:pt x="78825" y="41562"/>
                  </a:lnTo>
                  <a:lnTo>
                    <a:pt x="79303" y="41562"/>
                  </a:lnTo>
                  <a:lnTo>
                    <a:pt x="83603" y="43951"/>
                  </a:lnTo>
                  <a:lnTo>
                    <a:pt x="89813" y="49206"/>
                  </a:lnTo>
                  <a:lnTo>
                    <a:pt x="91246" y="50162"/>
                  </a:lnTo>
                  <a:lnTo>
                    <a:pt x="97935" y="52072"/>
                  </a:lnTo>
                  <a:lnTo>
                    <a:pt x="99846" y="53028"/>
                  </a:lnTo>
                  <a:lnTo>
                    <a:pt x="102234" y="55417"/>
                  </a:lnTo>
                  <a:lnTo>
                    <a:pt x="104623" y="58761"/>
                  </a:lnTo>
                  <a:lnTo>
                    <a:pt x="107489" y="64493"/>
                  </a:lnTo>
                  <a:lnTo>
                    <a:pt x="109400" y="73570"/>
                  </a:lnTo>
                  <a:lnTo>
                    <a:pt x="109878" y="75003"/>
                  </a:lnTo>
                  <a:lnTo>
                    <a:pt x="109400" y="76437"/>
                  </a:lnTo>
                  <a:lnTo>
                    <a:pt x="108445" y="77392"/>
                  </a:lnTo>
                  <a:lnTo>
                    <a:pt x="105100" y="80736"/>
                  </a:lnTo>
                  <a:lnTo>
                    <a:pt x="105100" y="81692"/>
                  </a:lnTo>
                  <a:lnTo>
                    <a:pt x="108923" y="81214"/>
                  </a:lnTo>
                  <a:lnTo>
                    <a:pt x="116088" y="79303"/>
                  </a:lnTo>
                  <a:lnTo>
                    <a:pt x="120866" y="80736"/>
                  </a:lnTo>
                  <a:lnTo>
                    <a:pt x="122299" y="80736"/>
                  </a:lnTo>
                  <a:lnTo>
                    <a:pt x="122777" y="80736"/>
                  </a:lnTo>
                  <a:lnTo>
                    <a:pt x="124688" y="77870"/>
                  </a:lnTo>
                  <a:lnTo>
                    <a:pt x="126121" y="78348"/>
                  </a:lnTo>
                  <a:lnTo>
                    <a:pt x="128987" y="81214"/>
                  </a:lnTo>
                  <a:lnTo>
                    <a:pt x="130898" y="83603"/>
                  </a:lnTo>
                  <a:lnTo>
                    <a:pt x="131376" y="85036"/>
                  </a:lnTo>
                  <a:lnTo>
                    <a:pt x="131376" y="85991"/>
                  </a:lnTo>
                  <a:lnTo>
                    <a:pt x="129465" y="86469"/>
                  </a:lnTo>
                  <a:lnTo>
                    <a:pt x="133764" y="87902"/>
                  </a:lnTo>
                  <a:lnTo>
                    <a:pt x="137586" y="90291"/>
                  </a:lnTo>
                  <a:lnTo>
                    <a:pt x="136631" y="92202"/>
                  </a:lnTo>
                  <a:lnTo>
                    <a:pt x="132809" y="95546"/>
                  </a:lnTo>
                  <a:lnTo>
                    <a:pt x="128509" y="98890"/>
                  </a:lnTo>
                  <a:lnTo>
                    <a:pt x="123732" y="103667"/>
                  </a:lnTo>
                  <a:lnTo>
                    <a:pt x="122777" y="104145"/>
                  </a:lnTo>
                  <a:lnTo>
                    <a:pt x="121821" y="104145"/>
                  </a:lnTo>
                  <a:lnTo>
                    <a:pt x="119432" y="103667"/>
                  </a:lnTo>
                  <a:lnTo>
                    <a:pt x="115611" y="101279"/>
                  </a:lnTo>
                  <a:lnTo>
                    <a:pt x="103667" y="96024"/>
                  </a:lnTo>
                  <a:lnTo>
                    <a:pt x="100323" y="95068"/>
                  </a:lnTo>
                  <a:lnTo>
                    <a:pt x="95546" y="94113"/>
                  </a:lnTo>
                  <a:lnTo>
                    <a:pt x="95068" y="93157"/>
                  </a:lnTo>
                  <a:lnTo>
                    <a:pt x="93635" y="85036"/>
                  </a:lnTo>
                  <a:lnTo>
                    <a:pt x="91724" y="84080"/>
                  </a:lnTo>
                  <a:lnTo>
                    <a:pt x="84558" y="82169"/>
                  </a:lnTo>
                  <a:lnTo>
                    <a:pt x="82647" y="81214"/>
                  </a:lnTo>
                  <a:lnTo>
                    <a:pt x="82647" y="79781"/>
                  </a:lnTo>
                  <a:lnTo>
                    <a:pt x="83125" y="76914"/>
                  </a:lnTo>
                  <a:lnTo>
                    <a:pt x="82170" y="75481"/>
                  </a:lnTo>
                  <a:lnTo>
                    <a:pt x="79781" y="75481"/>
                  </a:lnTo>
                  <a:lnTo>
                    <a:pt x="77392" y="76437"/>
                  </a:lnTo>
                  <a:lnTo>
                    <a:pt x="73570" y="78348"/>
                  </a:lnTo>
                  <a:lnTo>
                    <a:pt x="71659" y="79781"/>
                  </a:lnTo>
                  <a:lnTo>
                    <a:pt x="71182" y="81692"/>
                  </a:lnTo>
                  <a:lnTo>
                    <a:pt x="70704" y="85514"/>
                  </a:lnTo>
                  <a:lnTo>
                    <a:pt x="70226" y="87424"/>
                  </a:lnTo>
                  <a:lnTo>
                    <a:pt x="68793" y="89813"/>
                  </a:lnTo>
                  <a:lnTo>
                    <a:pt x="63060" y="96024"/>
                  </a:lnTo>
                  <a:lnTo>
                    <a:pt x="60672" y="97935"/>
                  </a:lnTo>
                  <a:lnTo>
                    <a:pt x="58283" y="98412"/>
                  </a:lnTo>
                  <a:lnTo>
                    <a:pt x="57328" y="99368"/>
                  </a:lnTo>
                  <a:lnTo>
                    <a:pt x="55894" y="101756"/>
                  </a:lnTo>
                  <a:lnTo>
                    <a:pt x="53506" y="107011"/>
                  </a:lnTo>
                  <a:lnTo>
                    <a:pt x="52550" y="108922"/>
                  </a:lnTo>
                  <a:lnTo>
                    <a:pt x="50639" y="110355"/>
                  </a:lnTo>
                  <a:lnTo>
                    <a:pt x="47773" y="113222"/>
                  </a:lnTo>
                  <a:lnTo>
                    <a:pt x="44429" y="115133"/>
                  </a:lnTo>
                  <a:lnTo>
                    <a:pt x="38696" y="117521"/>
                  </a:lnTo>
                  <a:lnTo>
                    <a:pt x="35830" y="117999"/>
                  </a:lnTo>
                  <a:lnTo>
                    <a:pt x="33919" y="117521"/>
                  </a:lnTo>
                  <a:lnTo>
                    <a:pt x="32486" y="112266"/>
                  </a:lnTo>
                  <a:lnTo>
                    <a:pt x="29619" y="96501"/>
                  </a:lnTo>
                  <a:lnTo>
                    <a:pt x="29142" y="95068"/>
                  </a:lnTo>
                  <a:lnTo>
                    <a:pt x="28186" y="94590"/>
                  </a:lnTo>
                  <a:lnTo>
                    <a:pt x="27709" y="94113"/>
                  </a:lnTo>
                  <a:lnTo>
                    <a:pt x="17676" y="96501"/>
                  </a:lnTo>
                  <a:lnTo>
                    <a:pt x="12421" y="96024"/>
                  </a:lnTo>
                  <a:lnTo>
                    <a:pt x="7166" y="99845"/>
                  </a:lnTo>
                  <a:lnTo>
                    <a:pt x="5733" y="99845"/>
                  </a:lnTo>
                  <a:lnTo>
                    <a:pt x="2867" y="99845"/>
                  </a:lnTo>
                  <a:lnTo>
                    <a:pt x="956" y="99368"/>
                  </a:lnTo>
                  <a:lnTo>
                    <a:pt x="478" y="98890"/>
                  </a:lnTo>
                  <a:lnTo>
                    <a:pt x="0" y="97457"/>
                  </a:lnTo>
                  <a:lnTo>
                    <a:pt x="0" y="95546"/>
                  </a:lnTo>
                  <a:lnTo>
                    <a:pt x="956" y="94113"/>
                  </a:lnTo>
                  <a:lnTo>
                    <a:pt x="3344" y="89335"/>
                  </a:lnTo>
                  <a:lnTo>
                    <a:pt x="5255" y="86469"/>
                  </a:lnTo>
                  <a:lnTo>
                    <a:pt x="6211" y="85514"/>
                  </a:lnTo>
                  <a:lnTo>
                    <a:pt x="15287" y="80258"/>
                  </a:lnTo>
                  <a:lnTo>
                    <a:pt x="17676" y="78348"/>
                  </a:lnTo>
                  <a:lnTo>
                    <a:pt x="18632" y="76437"/>
                  </a:lnTo>
                  <a:lnTo>
                    <a:pt x="18632" y="74526"/>
                  </a:lnTo>
                  <a:lnTo>
                    <a:pt x="18154" y="72137"/>
                  </a:lnTo>
                  <a:lnTo>
                    <a:pt x="16721" y="66404"/>
                  </a:lnTo>
                  <a:lnTo>
                    <a:pt x="16243" y="61149"/>
                  </a:lnTo>
                  <a:lnTo>
                    <a:pt x="16243" y="58283"/>
                  </a:lnTo>
                  <a:lnTo>
                    <a:pt x="16721" y="54461"/>
                  </a:lnTo>
                  <a:lnTo>
                    <a:pt x="19109" y="44429"/>
                  </a:lnTo>
                  <a:lnTo>
                    <a:pt x="20065" y="39651"/>
                  </a:lnTo>
                  <a:lnTo>
                    <a:pt x="21498" y="21975"/>
                  </a:lnTo>
                  <a:lnTo>
                    <a:pt x="22453" y="16721"/>
                  </a:lnTo>
                  <a:lnTo>
                    <a:pt x="23409" y="11943"/>
                  </a:lnTo>
                  <a:lnTo>
                    <a:pt x="24364" y="9555"/>
                  </a:lnTo>
                  <a:lnTo>
                    <a:pt x="27231" y="3822"/>
                  </a:lnTo>
                  <a:lnTo>
                    <a:pt x="29619" y="1433"/>
                  </a:lnTo>
                  <a:lnTo>
                    <a:pt x="32486" y="0"/>
                  </a:lnTo>
                  <a:lnTo>
                    <a:pt x="33441" y="0"/>
                  </a:lnTo>
                  <a:lnTo>
                    <a:pt x="33919" y="478"/>
                  </a:lnTo>
                  <a:lnTo>
                    <a:pt x="34874" y="2866"/>
                  </a:lnTo>
                  <a:lnTo>
                    <a:pt x="38696" y="5255"/>
                  </a:lnTo>
                  <a:lnTo>
                    <a:pt x="40129" y="7644"/>
                  </a:lnTo>
                  <a:lnTo>
                    <a:pt x="41085" y="9555"/>
                  </a:lnTo>
                  <a:lnTo>
                    <a:pt x="41563" y="12899"/>
                  </a:lnTo>
                  <a:lnTo>
                    <a:pt x="41085" y="14332"/>
                  </a:lnTo>
                  <a:lnTo>
                    <a:pt x="39174" y="16243"/>
                  </a:lnTo>
                  <a:lnTo>
                    <a:pt x="38696" y="17198"/>
                  </a:lnTo>
                  <a:lnTo>
                    <a:pt x="38696" y="17676"/>
                  </a:lnTo>
                  <a:lnTo>
                    <a:pt x="42518" y="21020"/>
                  </a:lnTo>
                  <a:lnTo>
                    <a:pt x="45384" y="2866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1" name="Freeform 3680">
              <a:extLst>
                <a:ext uri="{FF2B5EF4-FFF2-40B4-BE49-F238E27FC236}">
                  <a16:creationId xmlns:a16="http://schemas.microsoft.com/office/drawing/2014/main" id="{A218B95B-0660-E26C-D83F-4BBD582A59F5}"/>
                </a:ext>
              </a:extLst>
            </p:cNvPr>
            <p:cNvSpPr/>
            <p:nvPr/>
          </p:nvSpPr>
          <p:spPr>
            <a:xfrm>
              <a:off x="4337477" y="3211417"/>
              <a:ext cx="8121" cy="3821"/>
            </a:xfrm>
            <a:custGeom>
              <a:avLst/>
              <a:gdLst>
                <a:gd name="csX0" fmla="*/ 6688 w 8121"/>
                <a:gd name="csY0" fmla="*/ 1911 h 3821"/>
                <a:gd name="csX1" fmla="*/ 5255 w 8121"/>
                <a:gd name="csY1" fmla="*/ 3822 h 3821"/>
                <a:gd name="csX2" fmla="*/ 955 w 8121"/>
                <a:gd name="csY2" fmla="*/ 2866 h 3821"/>
                <a:gd name="csX3" fmla="*/ 478 w 8121"/>
                <a:gd name="csY3" fmla="*/ 2389 h 3821"/>
                <a:gd name="csX4" fmla="*/ 0 w 8121"/>
                <a:gd name="csY4" fmla="*/ 1911 h 3821"/>
                <a:gd name="csX5" fmla="*/ 955 w 8121"/>
                <a:gd name="csY5" fmla="*/ 955 h 3821"/>
                <a:gd name="csX6" fmla="*/ 5255 w 8121"/>
                <a:gd name="csY6" fmla="*/ 0 h 3821"/>
                <a:gd name="csX7" fmla="*/ 7166 w 8121"/>
                <a:gd name="csY7" fmla="*/ 0 h 3821"/>
                <a:gd name="csX8" fmla="*/ 8121 w 8121"/>
                <a:gd name="csY8" fmla="*/ 478 h 3821"/>
                <a:gd name="csX9" fmla="*/ 8121 w 8121"/>
                <a:gd name="csY9" fmla="*/ 478 h 3821"/>
                <a:gd name="csX10" fmla="*/ 6688 w 8121"/>
                <a:gd name="csY10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8121" h="3821">
                  <a:moveTo>
                    <a:pt x="6688" y="1911"/>
                  </a:moveTo>
                  <a:lnTo>
                    <a:pt x="5255" y="3822"/>
                  </a:lnTo>
                  <a:lnTo>
                    <a:pt x="955" y="2866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955" y="955"/>
                  </a:lnTo>
                  <a:lnTo>
                    <a:pt x="5255" y="0"/>
                  </a:lnTo>
                  <a:lnTo>
                    <a:pt x="7166" y="0"/>
                  </a:lnTo>
                  <a:lnTo>
                    <a:pt x="8121" y="478"/>
                  </a:lnTo>
                  <a:lnTo>
                    <a:pt x="8121" y="478"/>
                  </a:lnTo>
                  <a:lnTo>
                    <a:pt x="668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2" name="Freeform 3681">
              <a:extLst>
                <a:ext uri="{FF2B5EF4-FFF2-40B4-BE49-F238E27FC236}">
                  <a16:creationId xmlns:a16="http://schemas.microsoft.com/office/drawing/2014/main" id="{0CC0C657-E72E-3AD1-D593-660A5742648D}"/>
                </a:ext>
              </a:extLst>
            </p:cNvPr>
            <p:cNvSpPr/>
            <p:nvPr/>
          </p:nvSpPr>
          <p:spPr>
            <a:xfrm>
              <a:off x="4349420" y="3226226"/>
              <a:ext cx="14331" cy="11943"/>
            </a:xfrm>
            <a:custGeom>
              <a:avLst/>
              <a:gdLst>
                <a:gd name="csX0" fmla="*/ 13854 w 14331"/>
                <a:gd name="csY0" fmla="*/ 11465 h 11943"/>
                <a:gd name="csX1" fmla="*/ 11465 w 14331"/>
                <a:gd name="csY1" fmla="*/ 11943 h 11943"/>
                <a:gd name="csX2" fmla="*/ 9077 w 14331"/>
                <a:gd name="csY2" fmla="*/ 10988 h 11943"/>
                <a:gd name="csX3" fmla="*/ 6210 w 14331"/>
                <a:gd name="csY3" fmla="*/ 9077 h 11943"/>
                <a:gd name="csX4" fmla="*/ 0 w 14331"/>
                <a:gd name="csY4" fmla="*/ 3822 h 11943"/>
                <a:gd name="csX5" fmla="*/ 4777 w 14331"/>
                <a:gd name="csY5" fmla="*/ 0 h 11943"/>
                <a:gd name="csX6" fmla="*/ 11943 w 14331"/>
                <a:gd name="csY6" fmla="*/ 4300 h 11943"/>
                <a:gd name="csX7" fmla="*/ 14332 w 14331"/>
                <a:gd name="csY7" fmla="*/ 7166 h 11943"/>
                <a:gd name="csX8" fmla="*/ 13854 w 14331"/>
                <a:gd name="csY8" fmla="*/ 11465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1" h="11943">
                  <a:moveTo>
                    <a:pt x="13854" y="11465"/>
                  </a:moveTo>
                  <a:lnTo>
                    <a:pt x="11465" y="11943"/>
                  </a:lnTo>
                  <a:lnTo>
                    <a:pt x="9077" y="10988"/>
                  </a:lnTo>
                  <a:lnTo>
                    <a:pt x="6210" y="9077"/>
                  </a:lnTo>
                  <a:lnTo>
                    <a:pt x="0" y="3822"/>
                  </a:lnTo>
                  <a:lnTo>
                    <a:pt x="4777" y="0"/>
                  </a:lnTo>
                  <a:lnTo>
                    <a:pt x="11943" y="4300"/>
                  </a:lnTo>
                  <a:lnTo>
                    <a:pt x="14332" y="7166"/>
                  </a:lnTo>
                  <a:lnTo>
                    <a:pt x="13854" y="114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3" name="Freeform 3682">
              <a:extLst>
                <a:ext uri="{FF2B5EF4-FFF2-40B4-BE49-F238E27FC236}">
                  <a16:creationId xmlns:a16="http://schemas.microsoft.com/office/drawing/2014/main" id="{FE66EF7A-5A83-313C-0DA7-68F1C45BDDDC}"/>
                </a:ext>
              </a:extLst>
            </p:cNvPr>
            <p:cNvSpPr/>
            <p:nvPr/>
          </p:nvSpPr>
          <p:spPr>
            <a:xfrm>
              <a:off x="4326011" y="3233870"/>
              <a:ext cx="20064" cy="15287"/>
            </a:xfrm>
            <a:custGeom>
              <a:avLst/>
              <a:gdLst>
                <a:gd name="csX0" fmla="*/ 13376 w 20064"/>
                <a:gd name="csY0" fmla="*/ 956 h 15287"/>
                <a:gd name="csX1" fmla="*/ 14809 w 20064"/>
                <a:gd name="csY1" fmla="*/ 2389 h 15287"/>
                <a:gd name="csX2" fmla="*/ 16721 w 20064"/>
                <a:gd name="csY2" fmla="*/ 2389 h 15287"/>
                <a:gd name="csX3" fmla="*/ 17676 w 20064"/>
                <a:gd name="csY3" fmla="*/ 3822 h 15287"/>
                <a:gd name="csX4" fmla="*/ 20065 w 20064"/>
                <a:gd name="csY4" fmla="*/ 8121 h 15287"/>
                <a:gd name="csX5" fmla="*/ 20065 w 20064"/>
                <a:gd name="csY5" fmla="*/ 9077 h 15287"/>
                <a:gd name="csX6" fmla="*/ 20065 w 20064"/>
                <a:gd name="csY6" fmla="*/ 10510 h 15287"/>
                <a:gd name="csX7" fmla="*/ 19109 w 20064"/>
                <a:gd name="csY7" fmla="*/ 11943 h 15287"/>
                <a:gd name="csX8" fmla="*/ 17676 w 20064"/>
                <a:gd name="csY8" fmla="*/ 12899 h 15287"/>
                <a:gd name="csX9" fmla="*/ 14809 w 20064"/>
                <a:gd name="csY9" fmla="*/ 14332 h 15287"/>
                <a:gd name="csX10" fmla="*/ 11943 w 20064"/>
                <a:gd name="csY10" fmla="*/ 15287 h 15287"/>
                <a:gd name="csX11" fmla="*/ 10510 w 20064"/>
                <a:gd name="csY11" fmla="*/ 14332 h 15287"/>
                <a:gd name="csX12" fmla="*/ 5733 w 20064"/>
                <a:gd name="csY12" fmla="*/ 10032 h 15287"/>
                <a:gd name="csX13" fmla="*/ 1433 w 20064"/>
                <a:gd name="csY13" fmla="*/ 5255 h 15287"/>
                <a:gd name="csX14" fmla="*/ 0 w 20064"/>
                <a:gd name="csY14" fmla="*/ 2866 h 15287"/>
                <a:gd name="csX15" fmla="*/ 956 w 20064"/>
                <a:gd name="csY15" fmla="*/ 1433 h 15287"/>
                <a:gd name="csX16" fmla="*/ 2866 w 20064"/>
                <a:gd name="csY16" fmla="*/ 956 h 15287"/>
                <a:gd name="csX17" fmla="*/ 6210 w 20064"/>
                <a:gd name="csY17" fmla="*/ 0 h 15287"/>
                <a:gd name="csX18" fmla="*/ 12421 w 20064"/>
                <a:gd name="csY18" fmla="*/ 478 h 15287"/>
                <a:gd name="csX19" fmla="*/ 13376 w 20064"/>
                <a:gd name="csY19" fmla="*/ 956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0064" h="15287">
                  <a:moveTo>
                    <a:pt x="13376" y="956"/>
                  </a:moveTo>
                  <a:lnTo>
                    <a:pt x="14809" y="2389"/>
                  </a:lnTo>
                  <a:lnTo>
                    <a:pt x="16721" y="2389"/>
                  </a:lnTo>
                  <a:lnTo>
                    <a:pt x="17676" y="3822"/>
                  </a:lnTo>
                  <a:lnTo>
                    <a:pt x="20065" y="8121"/>
                  </a:lnTo>
                  <a:lnTo>
                    <a:pt x="20065" y="9077"/>
                  </a:lnTo>
                  <a:lnTo>
                    <a:pt x="20065" y="10510"/>
                  </a:lnTo>
                  <a:lnTo>
                    <a:pt x="19109" y="11943"/>
                  </a:lnTo>
                  <a:lnTo>
                    <a:pt x="17676" y="12899"/>
                  </a:lnTo>
                  <a:lnTo>
                    <a:pt x="14809" y="14332"/>
                  </a:lnTo>
                  <a:lnTo>
                    <a:pt x="11943" y="15287"/>
                  </a:lnTo>
                  <a:lnTo>
                    <a:pt x="10510" y="14332"/>
                  </a:lnTo>
                  <a:lnTo>
                    <a:pt x="5733" y="10032"/>
                  </a:lnTo>
                  <a:lnTo>
                    <a:pt x="1433" y="5255"/>
                  </a:lnTo>
                  <a:lnTo>
                    <a:pt x="0" y="2866"/>
                  </a:lnTo>
                  <a:lnTo>
                    <a:pt x="956" y="1433"/>
                  </a:lnTo>
                  <a:lnTo>
                    <a:pt x="2866" y="956"/>
                  </a:lnTo>
                  <a:lnTo>
                    <a:pt x="6210" y="0"/>
                  </a:lnTo>
                  <a:lnTo>
                    <a:pt x="12421" y="478"/>
                  </a:lnTo>
                  <a:lnTo>
                    <a:pt x="1337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4" name="Freeform 3683">
              <a:extLst>
                <a:ext uri="{FF2B5EF4-FFF2-40B4-BE49-F238E27FC236}">
                  <a16:creationId xmlns:a16="http://schemas.microsoft.com/office/drawing/2014/main" id="{362828C7-ED3D-0E3F-E276-D060C95A0F61}"/>
                </a:ext>
              </a:extLst>
            </p:cNvPr>
            <p:cNvSpPr/>
            <p:nvPr/>
          </p:nvSpPr>
          <p:spPr>
            <a:xfrm>
              <a:off x="4219478" y="3254412"/>
              <a:ext cx="39173" cy="32485"/>
            </a:xfrm>
            <a:custGeom>
              <a:avLst/>
              <a:gdLst>
                <a:gd name="csX0" fmla="*/ 38218 w 39173"/>
                <a:gd name="csY0" fmla="*/ 955 h 32485"/>
                <a:gd name="csX1" fmla="*/ 38696 w 39173"/>
                <a:gd name="csY1" fmla="*/ 1911 h 32485"/>
                <a:gd name="csX2" fmla="*/ 39174 w 39173"/>
                <a:gd name="csY2" fmla="*/ 3822 h 32485"/>
                <a:gd name="csX3" fmla="*/ 38696 w 39173"/>
                <a:gd name="csY3" fmla="*/ 6210 h 32485"/>
                <a:gd name="csX4" fmla="*/ 38218 w 39173"/>
                <a:gd name="csY4" fmla="*/ 8121 h 32485"/>
                <a:gd name="csX5" fmla="*/ 37740 w 39173"/>
                <a:gd name="csY5" fmla="*/ 10032 h 32485"/>
                <a:gd name="csX6" fmla="*/ 35830 w 39173"/>
                <a:gd name="csY6" fmla="*/ 12899 h 32485"/>
                <a:gd name="csX7" fmla="*/ 30575 w 39173"/>
                <a:gd name="csY7" fmla="*/ 18154 h 32485"/>
                <a:gd name="csX8" fmla="*/ 28186 w 39173"/>
                <a:gd name="csY8" fmla="*/ 21020 h 32485"/>
                <a:gd name="csX9" fmla="*/ 26753 w 39173"/>
                <a:gd name="csY9" fmla="*/ 22931 h 32485"/>
                <a:gd name="csX10" fmla="*/ 18154 w 39173"/>
                <a:gd name="csY10" fmla="*/ 30575 h 32485"/>
                <a:gd name="csX11" fmla="*/ 16721 w 39173"/>
                <a:gd name="csY11" fmla="*/ 30575 h 32485"/>
                <a:gd name="csX12" fmla="*/ 15765 w 39173"/>
                <a:gd name="csY12" fmla="*/ 30575 h 32485"/>
                <a:gd name="csX13" fmla="*/ 13376 w 39173"/>
                <a:gd name="csY13" fmla="*/ 29619 h 32485"/>
                <a:gd name="csX14" fmla="*/ 10988 w 39173"/>
                <a:gd name="csY14" fmla="*/ 29142 h 32485"/>
                <a:gd name="csX15" fmla="*/ 4299 w 39173"/>
                <a:gd name="csY15" fmla="*/ 32486 h 32485"/>
                <a:gd name="csX16" fmla="*/ 4299 w 39173"/>
                <a:gd name="csY16" fmla="*/ 32008 h 32485"/>
                <a:gd name="csX17" fmla="*/ 3822 w 39173"/>
                <a:gd name="csY17" fmla="*/ 28664 h 32485"/>
                <a:gd name="csX18" fmla="*/ 3344 w 39173"/>
                <a:gd name="csY18" fmla="*/ 26753 h 32485"/>
                <a:gd name="csX19" fmla="*/ 478 w 39173"/>
                <a:gd name="csY19" fmla="*/ 22931 h 32485"/>
                <a:gd name="csX20" fmla="*/ 0 w 39173"/>
                <a:gd name="csY20" fmla="*/ 21976 h 32485"/>
                <a:gd name="csX21" fmla="*/ 0 w 39173"/>
                <a:gd name="csY21" fmla="*/ 21020 h 32485"/>
                <a:gd name="csX22" fmla="*/ 478 w 39173"/>
                <a:gd name="csY22" fmla="*/ 20065 h 32485"/>
                <a:gd name="csX23" fmla="*/ 3822 w 39173"/>
                <a:gd name="csY23" fmla="*/ 16243 h 32485"/>
                <a:gd name="csX24" fmla="*/ 10988 w 39173"/>
                <a:gd name="csY24" fmla="*/ 2866 h 32485"/>
                <a:gd name="csX25" fmla="*/ 12421 w 39173"/>
                <a:gd name="csY25" fmla="*/ 2389 h 32485"/>
                <a:gd name="csX26" fmla="*/ 16243 w 39173"/>
                <a:gd name="csY26" fmla="*/ 3822 h 32485"/>
                <a:gd name="csX27" fmla="*/ 17676 w 39173"/>
                <a:gd name="csY27" fmla="*/ 4300 h 32485"/>
                <a:gd name="csX28" fmla="*/ 19109 w 39173"/>
                <a:gd name="csY28" fmla="*/ 4300 h 32485"/>
                <a:gd name="csX29" fmla="*/ 23886 w 39173"/>
                <a:gd name="csY29" fmla="*/ 1433 h 32485"/>
                <a:gd name="csX30" fmla="*/ 29141 w 39173"/>
                <a:gd name="csY30" fmla="*/ 1911 h 32485"/>
                <a:gd name="csX31" fmla="*/ 33441 w 39173"/>
                <a:gd name="csY31" fmla="*/ 0 h 32485"/>
                <a:gd name="csX32" fmla="*/ 35352 w 39173"/>
                <a:gd name="csY32" fmla="*/ 0 h 32485"/>
                <a:gd name="csX33" fmla="*/ 37263 w 39173"/>
                <a:gd name="csY33" fmla="*/ 478 h 32485"/>
                <a:gd name="csX34" fmla="*/ 38218 w 39173"/>
                <a:gd name="csY34" fmla="*/ 955 h 32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39173" h="32485">
                  <a:moveTo>
                    <a:pt x="38218" y="955"/>
                  </a:moveTo>
                  <a:lnTo>
                    <a:pt x="38696" y="1911"/>
                  </a:lnTo>
                  <a:lnTo>
                    <a:pt x="39174" y="3822"/>
                  </a:lnTo>
                  <a:lnTo>
                    <a:pt x="38696" y="6210"/>
                  </a:lnTo>
                  <a:lnTo>
                    <a:pt x="38218" y="8121"/>
                  </a:lnTo>
                  <a:lnTo>
                    <a:pt x="37740" y="10032"/>
                  </a:lnTo>
                  <a:lnTo>
                    <a:pt x="35830" y="12899"/>
                  </a:lnTo>
                  <a:lnTo>
                    <a:pt x="30575" y="18154"/>
                  </a:lnTo>
                  <a:lnTo>
                    <a:pt x="28186" y="21020"/>
                  </a:lnTo>
                  <a:lnTo>
                    <a:pt x="26753" y="22931"/>
                  </a:lnTo>
                  <a:lnTo>
                    <a:pt x="18154" y="30575"/>
                  </a:lnTo>
                  <a:lnTo>
                    <a:pt x="16721" y="30575"/>
                  </a:lnTo>
                  <a:lnTo>
                    <a:pt x="15765" y="30575"/>
                  </a:lnTo>
                  <a:lnTo>
                    <a:pt x="13376" y="29619"/>
                  </a:lnTo>
                  <a:lnTo>
                    <a:pt x="10988" y="29142"/>
                  </a:lnTo>
                  <a:lnTo>
                    <a:pt x="4299" y="32486"/>
                  </a:lnTo>
                  <a:lnTo>
                    <a:pt x="4299" y="32008"/>
                  </a:lnTo>
                  <a:lnTo>
                    <a:pt x="3822" y="28664"/>
                  </a:lnTo>
                  <a:lnTo>
                    <a:pt x="3344" y="26753"/>
                  </a:lnTo>
                  <a:lnTo>
                    <a:pt x="478" y="22931"/>
                  </a:lnTo>
                  <a:lnTo>
                    <a:pt x="0" y="21976"/>
                  </a:lnTo>
                  <a:lnTo>
                    <a:pt x="0" y="21020"/>
                  </a:lnTo>
                  <a:lnTo>
                    <a:pt x="478" y="20065"/>
                  </a:lnTo>
                  <a:lnTo>
                    <a:pt x="3822" y="16243"/>
                  </a:lnTo>
                  <a:lnTo>
                    <a:pt x="10988" y="2866"/>
                  </a:lnTo>
                  <a:lnTo>
                    <a:pt x="12421" y="2389"/>
                  </a:lnTo>
                  <a:lnTo>
                    <a:pt x="16243" y="3822"/>
                  </a:lnTo>
                  <a:lnTo>
                    <a:pt x="17676" y="4300"/>
                  </a:lnTo>
                  <a:lnTo>
                    <a:pt x="19109" y="4300"/>
                  </a:lnTo>
                  <a:lnTo>
                    <a:pt x="23886" y="1433"/>
                  </a:lnTo>
                  <a:lnTo>
                    <a:pt x="29141" y="1911"/>
                  </a:lnTo>
                  <a:lnTo>
                    <a:pt x="33441" y="0"/>
                  </a:lnTo>
                  <a:lnTo>
                    <a:pt x="35352" y="0"/>
                  </a:lnTo>
                  <a:lnTo>
                    <a:pt x="37263" y="478"/>
                  </a:lnTo>
                  <a:lnTo>
                    <a:pt x="38218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5" name="Freeform 3684">
              <a:extLst>
                <a:ext uri="{FF2B5EF4-FFF2-40B4-BE49-F238E27FC236}">
                  <a16:creationId xmlns:a16="http://schemas.microsoft.com/office/drawing/2014/main" id="{440AADBF-F5E8-1EA9-86C2-D84074484501}"/>
                </a:ext>
              </a:extLst>
            </p:cNvPr>
            <p:cNvSpPr/>
            <p:nvPr/>
          </p:nvSpPr>
          <p:spPr>
            <a:xfrm>
              <a:off x="4471241" y="3258712"/>
              <a:ext cx="19109" cy="12898"/>
            </a:xfrm>
            <a:custGeom>
              <a:avLst/>
              <a:gdLst>
                <a:gd name="csX0" fmla="*/ 17676 w 19109"/>
                <a:gd name="csY0" fmla="*/ 12899 h 12898"/>
                <a:gd name="csX1" fmla="*/ 16243 w 19109"/>
                <a:gd name="csY1" fmla="*/ 12899 h 12898"/>
                <a:gd name="csX2" fmla="*/ 13376 w 19109"/>
                <a:gd name="csY2" fmla="*/ 12899 h 12898"/>
                <a:gd name="csX3" fmla="*/ 10510 w 19109"/>
                <a:gd name="csY3" fmla="*/ 11943 h 12898"/>
                <a:gd name="csX4" fmla="*/ 9077 w 19109"/>
                <a:gd name="csY4" fmla="*/ 10988 h 12898"/>
                <a:gd name="csX5" fmla="*/ 7644 w 19109"/>
                <a:gd name="csY5" fmla="*/ 9077 h 12898"/>
                <a:gd name="csX6" fmla="*/ 7644 w 19109"/>
                <a:gd name="csY6" fmla="*/ 6688 h 12898"/>
                <a:gd name="csX7" fmla="*/ 4777 w 19109"/>
                <a:gd name="csY7" fmla="*/ 3344 h 12898"/>
                <a:gd name="csX8" fmla="*/ 1911 w 19109"/>
                <a:gd name="csY8" fmla="*/ 2389 h 12898"/>
                <a:gd name="csX9" fmla="*/ 0 w 19109"/>
                <a:gd name="csY9" fmla="*/ 0 h 12898"/>
                <a:gd name="csX10" fmla="*/ 1911 w 19109"/>
                <a:gd name="csY10" fmla="*/ 0 h 12898"/>
                <a:gd name="csX11" fmla="*/ 4299 w 19109"/>
                <a:gd name="csY11" fmla="*/ 478 h 12898"/>
                <a:gd name="csX12" fmla="*/ 7644 w 19109"/>
                <a:gd name="csY12" fmla="*/ 1433 h 12898"/>
                <a:gd name="csX13" fmla="*/ 10988 w 19109"/>
                <a:gd name="csY13" fmla="*/ 2389 h 12898"/>
                <a:gd name="csX14" fmla="*/ 15765 w 19109"/>
                <a:gd name="csY14" fmla="*/ 5733 h 12898"/>
                <a:gd name="csX15" fmla="*/ 17198 w 19109"/>
                <a:gd name="csY15" fmla="*/ 8121 h 12898"/>
                <a:gd name="csX16" fmla="*/ 18631 w 19109"/>
                <a:gd name="csY16" fmla="*/ 10032 h 12898"/>
                <a:gd name="csX17" fmla="*/ 19109 w 19109"/>
                <a:gd name="csY17" fmla="*/ 11465 h 12898"/>
                <a:gd name="csX18" fmla="*/ 18631 w 19109"/>
                <a:gd name="csY18" fmla="*/ 12421 h 12898"/>
                <a:gd name="csX19" fmla="*/ 17676 w 19109"/>
                <a:gd name="csY19" fmla="*/ 12899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9109" h="12898">
                  <a:moveTo>
                    <a:pt x="17676" y="12899"/>
                  </a:moveTo>
                  <a:lnTo>
                    <a:pt x="16243" y="12899"/>
                  </a:lnTo>
                  <a:lnTo>
                    <a:pt x="13376" y="12899"/>
                  </a:lnTo>
                  <a:lnTo>
                    <a:pt x="10510" y="11943"/>
                  </a:lnTo>
                  <a:lnTo>
                    <a:pt x="9077" y="10988"/>
                  </a:lnTo>
                  <a:lnTo>
                    <a:pt x="7644" y="9077"/>
                  </a:lnTo>
                  <a:lnTo>
                    <a:pt x="7644" y="6688"/>
                  </a:lnTo>
                  <a:lnTo>
                    <a:pt x="4777" y="3344"/>
                  </a:lnTo>
                  <a:lnTo>
                    <a:pt x="1911" y="2389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4299" y="478"/>
                  </a:lnTo>
                  <a:lnTo>
                    <a:pt x="7644" y="1433"/>
                  </a:lnTo>
                  <a:lnTo>
                    <a:pt x="10988" y="2389"/>
                  </a:lnTo>
                  <a:lnTo>
                    <a:pt x="15765" y="5733"/>
                  </a:lnTo>
                  <a:lnTo>
                    <a:pt x="17198" y="8121"/>
                  </a:lnTo>
                  <a:lnTo>
                    <a:pt x="18631" y="10032"/>
                  </a:lnTo>
                  <a:lnTo>
                    <a:pt x="19109" y="11465"/>
                  </a:lnTo>
                  <a:lnTo>
                    <a:pt x="18631" y="12421"/>
                  </a:lnTo>
                  <a:lnTo>
                    <a:pt x="17676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6" name="Freeform 3685">
              <a:extLst>
                <a:ext uri="{FF2B5EF4-FFF2-40B4-BE49-F238E27FC236}">
                  <a16:creationId xmlns:a16="http://schemas.microsoft.com/office/drawing/2014/main" id="{5C841293-2567-E6D0-4EE7-DFDD30F04A4A}"/>
                </a:ext>
              </a:extLst>
            </p:cNvPr>
            <p:cNvSpPr/>
            <p:nvPr/>
          </p:nvSpPr>
          <p:spPr>
            <a:xfrm>
              <a:off x="4403881" y="3264445"/>
              <a:ext cx="12421" cy="4777"/>
            </a:xfrm>
            <a:custGeom>
              <a:avLst/>
              <a:gdLst>
                <a:gd name="csX0" fmla="*/ 12421 w 12421"/>
                <a:gd name="csY0" fmla="*/ 4300 h 4777"/>
                <a:gd name="csX1" fmla="*/ 11466 w 12421"/>
                <a:gd name="csY1" fmla="*/ 4777 h 4777"/>
                <a:gd name="csX2" fmla="*/ 7166 w 12421"/>
                <a:gd name="csY2" fmla="*/ 4300 h 4777"/>
                <a:gd name="csX3" fmla="*/ 2389 w 12421"/>
                <a:gd name="csY3" fmla="*/ 2389 h 4777"/>
                <a:gd name="csX4" fmla="*/ 0 w 12421"/>
                <a:gd name="csY4" fmla="*/ 478 h 4777"/>
                <a:gd name="csX5" fmla="*/ 0 w 12421"/>
                <a:gd name="csY5" fmla="*/ 0 h 4777"/>
                <a:gd name="csX6" fmla="*/ 956 w 12421"/>
                <a:gd name="csY6" fmla="*/ 0 h 4777"/>
                <a:gd name="csX7" fmla="*/ 2389 w 12421"/>
                <a:gd name="csY7" fmla="*/ 0 h 4777"/>
                <a:gd name="csX8" fmla="*/ 4300 w 12421"/>
                <a:gd name="csY8" fmla="*/ 1433 h 4777"/>
                <a:gd name="csX9" fmla="*/ 10032 w 12421"/>
                <a:gd name="csY9" fmla="*/ 1911 h 4777"/>
                <a:gd name="csX10" fmla="*/ 11943 w 12421"/>
                <a:gd name="csY10" fmla="*/ 2389 h 4777"/>
                <a:gd name="csX11" fmla="*/ 12421 w 12421"/>
                <a:gd name="csY11" fmla="*/ 3822 h 4777"/>
                <a:gd name="csX12" fmla="*/ 12421 w 12421"/>
                <a:gd name="csY12" fmla="*/ 430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2421" h="4777">
                  <a:moveTo>
                    <a:pt x="12421" y="4300"/>
                  </a:moveTo>
                  <a:lnTo>
                    <a:pt x="11466" y="4777"/>
                  </a:lnTo>
                  <a:lnTo>
                    <a:pt x="7166" y="4300"/>
                  </a:lnTo>
                  <a:lnTo>
                    <a:pt x="2389" y="2389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4300" y="1433"/>
                  </a:lnTo>
                  <a:lnTo>
                    <a:pt x="10032" y="1911"/>
                  </a:lnTo>
                  <a:lnTo>
                    <a:pt x="11943" y="2389"/>
                  </a:lnTo>
                  <a:lnTo>
                    <a:pt x="12421" y="3822"/>
                  </a:lnTo>
                  <a:lnTo>
                    <a:pt x="12421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" name="Freeform 3686">
              <a:extLst>
                <a:ext uri="{FF2B5EF4-FFF2-40B4-BE49-F238E27FC236}">
                  <a16:creationId xmlns:a16="http://schemas.microsoft.com/office/drawing/2014/main" id="{61D6028E-04C5-BEE9-7285-58390E0CAEA7}"/>
                </a:ext>
              </a:extLst>
            </p:cNvPr>
            <p:cNvSpPr/>
            <p:nvPr/>
          </p:nvSpPr>
          <p:spPr>
            <a:xfrm>
              <a:off x="4595451" y="3271133"/>
              <a:ext cx="10987" cy="6688"/>
            </a:xfrm>
            <a:custGeom>
              <a:avLst/>
              <a:gdLst>
                <a:gd name="csX0" fmla="*/ 2866 w 10987"/>
                <a:gd name="csY0" fmla="*/ 0 h 6688"/>
                <a:gd name="csX1" fmla="*/ 6688 w 10987"/>
                <a:gd name="csY1" fmla="*/ 478 h 6688"/>
                <a:gd name="csX2" fmla="*/ 9077 w 10987"/>
                <a:gd name="csY2" fmla="*/ 478 h 6688"/>
                <a:gd name="csX3" fmla="*/ 10032 w 10987"/>
                <a:gd name="csY3" fmla="*/ 955 h 6688"/>
                <a:gd name="csX4" fmla="*/ 10988 w 10987"/>
                <a:gd name="csY4" fmla="*/ 2866 h 6688"/>
                <a:gd name="csX5" fmla="*/ 9555 w 10987"/>
                <a:gd name="csY5" fmla="*/ 5733 h 6688"/>
                <a:gd name="csX6" fmla="*/ 8121 w 10987"/>
                <a:gd name="csY6" fmla="*/ 6688 h 6688"/>
                <a:gd name="csX7" fmla="*/ 6210 w 10987"/>
                <a:gd name="csY7" fmla="*/ 6688 h 6688"/>
                <a:gd name="csX8" fmla="*/ 2389 w 10987"/>
                <a:gd name="csY8" fmla="*/ 6210 h 6688"/>
                <a:gd name="csX9" fmla="*/ 1433 w 10987"/>
                <a:gd name="csY9" fmla="*/ 5255 h 6688"/>
                <a:gd name="csX10" fmla="*/ 0 w 10987"/>
                <a:gd name="csY10" fmla="*/ 3822 h 6688"/>
                <a:gd name="csX11" fmla="*/ 478 w 10987"/>
                <a:gd name="csY11" fmla="*/ 2866 h 6688"/>
                <a:gd name="csX12" fmla="*/ 2389 w 10987"/>
                <a:gd name="csY12" fmla="*/ 2389 h 6688"/>
                <a:gd name="csX13" fmla="*/ 2866 w 10987"/>
                <a:gd name="csY13" fmla="*/ 1911 h 6688"/>
                <a:gd name="csX14" fmla="*/ 2389 w 10987"/>
                <a:gd name="csY14" fmla="*/ 1433 h 6688"/>
                <a:gd name="csX15" fmla="*/ 2389 w 10987"/>
                <a:gd name="csY15" fmla="*/ 478 h 6688"/>
                <a:gd name="csX16" fmla="*/ 2866 w 10987"/>
                <a:gd name="csY16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987" h="6688">
                  <a:moveTo>
                    <a:pt x="2866" y="0"/>
                  </a:moveTo>
                  <a:lnTo>
                    <a:pt x="6688" y="478"/>
                  </a:lnTo>
                  <a:lnTo>
                    <a:pt x="9077" y="478"/>
                  </a:lnTo>
                  <a:lnTo>
                    <a:pt x="10032" y="955"/>
                  </a:lnTo>
                  <a:lnTo>
                    <a:pt x="10988" y="2866"/>
                  </a:lnTo>
                  <a:lnTo>
                    <a:pt x="9555" y="5733"/>
                  </a:lnTo>
                  <a:lnTo>
                    <a:pt x="8121" y="6688"/>
                  </a:lnTo>
                  <a:lnTo>
                    <a:pt x="6210" y="6688"/>
                  </a:lnTo>
                  <a:lnTo>
                    <a:pt x="2389" y="6210"/>
                  </a:lnTo>
                  <a:lnTo>
                    <a:pt x="1433" y="5255"/>
                  </a:lnTo>
                  <a:lnTo>
                    <a:pt x="0" y="3822"/>
                  </a:lnTo>
                  <a:lnTo>
                    <a:pt x="478" y="2866"/>
                  </a:lnTo>
                  <a:lnTo>
                    <a:pt x="2389" y="2389"/>
                  </a:lnTo>
                  <a:lnTo>
                    <a:pt x="2866" y="1911"/>
                  </a:lnTo>
                  <a:lnTo>
                    <a:pt x="2389" y="1433"/>
                  </a:lnTo>
                  <a:lnTo>
                    <a:pt x="2389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" name="Freeform 3687">
              <a:extLst>
                <a:ext uri="{FF2B5EF4-FFF2-40B4-BE49-F238E27FC236}">
                  <a16:creationId xmlns:a16="http://schemas.microsoft.com/office/drawing/2014/main" id="{EDF786CB-EA76-9DFE-C8D3-868B22D57BCF}"/>
                </a:ext>
              </a:extLst>
            </p:cNvPr>
            <p:cNvSpPr/>
            <p:nvPr/>
          </p:nvSpPr>
          <p:spPr>
            <a:xfrm>
              <a:off x="4291615" y="3276866"/>
              <a:ext cx="20064" cy="31530"/>
            </a:xfrm>
            <a:custGeom>
              <a:avLst/>
              <a:gdLst>
                <a:gd name="csX0" fmla="*/ 14810 w 20064"/>
                <a:gd name="csY0" fmla="*/ 0 h 31530"/>
                <a:gd name="csX1" fmla="*/ 16243 w 20064"/>
                <a:gd name="csY1" fmla="*/ 956 h 31530"/>
                <a:gd name="csX2" fmla="*/ 18632 w 20064"/>
                <a:gd name="csY2" fmla="*/ 4777 h 31530"/>
                <a:gd name="csX3" fmla="*/ 19587 w 20064"/>
                <a:gd name="csY3" fmla="*/ 6688 h 31530"/>
                <a:gd name="csX4" fmla="*/ 20065 w 20064"/>
                <a:gd name="csY4" fmla="*/ 9077 h 31530"/>
                <a:gd name="csX5" fmla="*/ 19587 w 20064"/>
                <a:gd name="csY5" fmla="*/ 11943 h 31530"/>
                <a:gd name="csX6" fmla="*/ 19109 w 20064"/>
                <a:gd name="csY6" fmla="*/ 15287 h 31530"/>
                <a:gd name="csX7" fmla="*/ 18154 w 20064"/>
                <a:gd name="csY7" fmla="*/ 17198 h 31530"/>
                <a:gd name="csX8" fmla="*/ 16243 w 20064"/>
                <a:gd name="csY8" fmla="*/ 20065 h 31530"/>
                <a:gd name="csX9" fmla="*/ 14810 w 20064"/>
                <a:gd name="csY9" fmla="*/ 23409 h 31530"/>
                <a:gd name="csX10" fmla="*/ 13376 w 20064"/>
                <a:gd name="csY10" fmla="*/ 27231 h 31530"/>
                <a:gd name="csX11" fmla="*/ 12421 w 20064"/>
                <a:gd name="csY11" fmla="*/ 29619 h 31530"/>
                <a:gd name="csX12" fmla="*/ 11466 w 20064"/>
                <a:gd name="csY12" fmla="*/ 31052 h 31530"/>
                <a:gd name="csX13" fmla="*/ 10510 w 20064"/>
                <a:gd name="csY13" fmla="*/ 31530 h 31530"/>
                <a:gd name="csX14" fmla="*/ 9077 w 20064"/>
                <a:gd name="csY14" fmla="*/ 31530 h 31530"/>
                <a:gd name="csX15" fmla="*/ 7644 w 20064"/>
                <a:gd name="csY15" fmla="*/ 30575 h 31530"/>
                <a:gd name="csX16" fmla="*/ 5733 w 20064"/>
                <a:gd name="csY16" fmla="*/ 27708 h 31530"/>
                <a:gd name="csX17" fmla="*/ 3822 w 20064"/>
                <a:gd name="csY17" fmla="*/ 25798 h 31530"/>
                <a:gd name="csX18" fmla="*/ 1433 w 20064"/>
                <a:gd name="csY18" fmla="*/ 24842 h 31530"/>
                <a:gd name="csX19" fmla="*/ 478 w 20064"/>
                <a:gd name="csY19" fmla="*/ 22931 h 31530"/>
                <a:gd name="csX20" fmla="*/ 0 w 20064"/>
                <a:gd name="csY20" fmla="*/ 21498 h 31530"/>
                <a:gd name="csX21" fmla="*/ 0 w 20064"/>
                <a:gd name="csY21" fmla="*/ 16721 h 31530"/>
                <a:gd name="csX22" fmla="*/ 0 w 20064"/>
                <a:gd name="csY22" fmla="*/ 13854 h 31530"/>
                <a:gd name="csX23" fmla="*/ 478 w 20064"/>
                <a:gd name="csY23" fmla="*/ 11943 h 31530"/>
                <a:gd name="csX24" fmla="*/ 956 w 20064"/>
                <a:gd name="csY24" fmla="*/ 10032 h 31530"/>
                <a:gd name="csX25" fmla="*/ 1911 w 20064"/>
                <a:gd name="csY25" fmla="*/ 7644 h 31530"/>
                <a:gd name="csX26" fmla="*/ 5255 w 20064"/>
                <a:gd name="csY26" fmla="*/ 2866 h 31530"/>
                <a:gd name="csX27" fmla="*/ 7166 w 20064"/>
                <a:gd name="csY27" fmla="*/ 956 h 31530"/>
                <a:gd name="csX28" fmla="*/ 8121 w 20064"/>
                <a:gd name="csY28" fmla="*/ 478 h 31530"/>
                <a:gd name="csX29" fmla="*/ 11466 w 20064"/>
                <a:gd name="csY29" fmla="*/ 478 h 31530"/>
                <a:gd name="csX30" fmla="*/ 12421 w 20064"/>
                <a:gd name="csY30" fmla="*/ 478 h 31530"/>
                <a:gd name="csX31" fmla="*/ 13376 w 20064"/>
                <a:gd name="csY31" fmla="*/ 0 h 31530"/>
                <a:gd name="csX32" fmla="*/ 14810 w 20064"/>
                <a:gd name="csY32" fmla="*/ 0 h 31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0064" h="31530">
                  <a:moveTo>
                    <a:pt x="14810" y="0"/>
                  </a:moveTo>
                  <a:lnTo>
                    <a:pt x="16243" y="956"/>
                  </a:lnTo>
                  <a:lnTo>
                    <a:pt x="18632" y="4777"/>
                  </a:lnTo>
                  <a:lnTo>
                    <a:pt x="19587" y="6688"/>
                  </a:lnTo>
                  <a:lnTo>
                    <a:pt x="20065" y="9077"/>
                  </a:lnTo>
                  <a:lnTo>
                    <a:pt x="19587" y="11943"/>
                  </a:lnTo>
                  <a:lnTo>
                    <a:pt x="19109" y="15287"/>
                  </a:lnTo>
                  <a:lnTo>
                    <a:pt x="18154" y="17198"/>
                  </a:lnTo>
                  <a:lnTo>
                    <a:pt x="16243" y="20065"/>
                  </a:lnTo>
                  <a:lnTo>
                    <a:pt x="14810" y="23409"/>
                  </a:lnTo>
                  <a:lnTo>
                    <a:pt x="13376" y="27231"/>
                  </a:lnTo>
                  <a:lnTo>
                    <a:pt x="12421" y="29619"/>
                  </a:lnTo>
                  <a:lnTo>
                    <a:pt x="11466" y="31052"/>
                  </a:lnTo>
                  <a:lnTo>
                    <a:pt x="10510" y="31530"/>
                  </a:lnTo>
                  <a:lnTo>
                    <a:pt x="9077" y="31530"/>
                  </a:lnTo>
                  <a:lnTo>
                    <a:pt x="7644" y="30575"/>
                  </a:lnTo>
                  <a:lnTo>
                    <a:pt x="5733" y="27708"/>
                  </a:lnTo>
                  <a:lnTo>
                    <a:pt x="3822" y="25798"/>
                  </a:lnTo>
                  <a:lnTo>
                    <a:pt x="1433" y="24842"/>
                  </a:lnTo>
                  <a:lnTo>
                    <a:pt x="478" y="22931"/>
                  </a:lnTo>
                  <a:lnTo>
                    <a:pt x="0" y="21498"/>
                  </a:lnTo>
                  <a:lnTo>
                    <a:pt x="0" y="16721"/>
                  </a:lnTo>
                  <a:lnTo>
                    <a:pt x="0" y="13854"/>
                  </a:lnTo>
                  <a:lnTo>
                    <a:pt x="478" y="11943"/>
                  </a:lnTo>
                  <a:lnTo>
                    <a:pt x="956" y="10032"/>
                  </a:lnTo>
                  <a:lnTo>
                    <a:pt x="1911" y="7644"/>
                  </a:lnTo>
                  <a:lnTo>
                    <a:pt x="5255" y="2866"/>
                  </a:lnTo>
                  <a:lnTo>
                    <a:pt x="7166" y="956"/>
                  </a:lnTo>
                  <a:lnTo>
                    <a:pt x="8121" y="478"/>
                  </a:lnTo>
                  <a:lnTo>
                    <a:pt x="11466" y="478"/>
                  </a:lnTo>
                  <a:lnTo>
                    <a:pt x="12421" y="478"/>
                  </a:lnTo>
                  <a:lnTo>
                    <a:pt x="13376" y="0"/>
                  </a:lnTo>
                  <a:lnTo>
                    <a:pt x="148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" name="Freeform 3688">
              <a:extLst>
                <a:ext uri="{FF2B5EF4-FFF2-40B4-BE49-F238E27FC236}">
                  <a16:creationId xmlns:a16="http://schemas.microsoft.com/office/drawing/2014/main" id="{B7D1B517-3294-FEB8-FC9E-8733D3B4B5B4}"/>
                </a:ext>
              </a:extLst>
            </p:cNvPr>
            <p:cNvSpPr/>
            <p:nvPr/>
          </p:nvSpPr>
          <p:spPr>
            <a:xfrm>
              <a:off x="4590196" y="3295019"/>
              <a:ext cx="7643" cy="8121"/>
            </a:xfrm>
            <a:custGeom>
              <a:avLst/>
              <a:gdLst>
                <a:gd name="csX0" fmla="*/ 3822 w 7643"/>
                <a:gd name="csY0" fmla="*/ 2866 h 8121"/>
                <a:gd name="csX1" fmla="*/ 4300 w 7643"/>
                <a:gd name="csY1" fmla="*/ 2866 h 8121"/>
                <a:gd name="csX2" fmla="*/ 4777 w 7643"/>
                <a:gd name="csY2" fmla="*/ 2389 h 8121"/>
                <a:gd name="csX3" fmla="*/ 5255 w 7643"/>
                <a:gd name="csY3" fmla="*/ 2866 h 8121"/>
                <a:gd name="csX4" fmla="*/ 5733 w 7643"/>
                <a:gd name="csY4" fmla="*/ 3822 h 8121"/>
                <a:gd name="csX5" fmla="*/ 6210 w 7643"/>
                <a:gd name="csY5" fmla="*/ 4777 h 8121"/>
                <a:gd name="csX6" fmla="*/ 7166 w 7643"/>
                <a:gd name="csY6" fmla="*/ 5733 h 8121"/>
                <a:gd name="csX7" fmla="*/ 7644 w 7643"/>
                <a:gd name="csY7" fmla="*/ 6210 h 8121"/>
                <a:gd name="csX8" fmla="*/ 7644 w 7643"/>
                <a:gd name="csY8" fmla="*/ 7166 h 8121"/>
                <a:gd name="csX9" fmla="*/ 6688 w 7643"/>
                <a:gd name="csY9" fmla="*/ 8121 h 8121"/>
                <a:gd name="csX10" fmla="*/ 5733 w 7643"/>
                <a:gd name="csY10" fmla="*/ 8121 h 8121"/>
                <a:gd name="csX11" fmla="*/ 1433 w 7643"/>
                <a:gd name="csY11" fmla="*/ 5733 h 8121"/>
                <a:gd name="csX12" fmla="*/ 0 w 7643"/>
                <a:gd name="csY12" fmla="*/ 3344 h 8121"/>
                <a:gd name="csX13" fmla="*/ 0 w 7643"/>
                <a:gd name="csY13" fmla="*/ 1911 h 8121"/>
                <a:gd name="csX14" fmla="*/ 478 w 7643"/>
                <a:gd name="csY14" fmla="*/ 955 h 8121"/>
                <a:gd name="csX15" fmla="*/ 956 w 7643"/>
                <a:gd name="csY15" fmla="*/ 0 h 8121"/>
                <a:gd name="csX16" fmla="*/ 1911 w 7643"/>
                <a:gd name="csY16" fmla="*/ 0 h 8121"/>
                <a:gd name="csX17" fmla="*/ 3344 w 7643"/>
                <a:gd name="csY17" fmla="*/ 955 h 8121"/>
                <a:gd name="csX18" fmla="*/ 3822 w 7643"/>
                <a:gd name="csY18" fmla="*/ 286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643" h="8121">
                  <a:moveTo>
                    <a:pt x="3822" y="2866"/>
                  </a:moveTo>
                  <a:lnTo>
                    <a:pt x="4300" y="2866"/>
                  </a:lnTo>
                  <a:lnTo>
                    <a:pt x="4777" y="2389"/>
                  </a:lnTo>
                  <a:lnTo>
                    <a:pt x="5255" y="2866"/>
                  </a:lnTo>
                  <a:lnTo>
                    <a:pt x="5733" y="3822"/>
                  </a:lnTo>
                  <a:lnTo>
                    <a:pt x="6210" y="4777"/>
                  </a:lnTo>
                  <a:lnTo>
                    <a:pt x="7166" y="5733"/>
                  </a:lnTo>
                  <a:lnTo>
                    <a:pt x="7644" y="6210"/>
                  </a:lnTo>
                  <a:lnTo>
                    <a:pt x="7644" y="7166"/>
                  </a:lnTo>
                  <a:lnTo>
                    <a:pt x="6688" y="8121"/>
                  </a:lnTo>
                  <a:lnTo>
                    <a:pt x="5733" y="8121"/>
                  </a:lnTo>
                  <a:lnTo>
                    <a:pt x="1433" y="5733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3344" y="955"/>
                  </a:lnTo>
                  <a:lnTo>
                    <a:pt x="3822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" name="Freeform 3689">
              <a:extLst>
                <a:ext uri="{FF2B5EF4-FFF2-40B4-BE49-F238E27FC236}">
                  <a16:creationId xmlns:a16="http://schemas.microsoft.com/office/drawing/2014/main" id="{0ECA2034-D837-7D3B-38B2-F6F87FD8A9A0}"/>
                </a:ext>
              </a:extLst>
            </p:cNvPr>
            <p:cNvSpPr/>
            <p:nvPr/>
          </p:nvSpPr>
          <p:spPr>
            <a:xfrm>
              <a:off x="4035552" y="3295497"/>
              <a:ext cx="3821" cy="3344"/>
            </a:xfrm>
            <a:custGeom>
              <a:avLst/>
              <a:gdLst>
                <a:gd name="csX0" fmla="*/ 2866 w 3821"/>
                <a:gd name="csY0" fmla="*/ 3344 h 3344"/>
                <a:gd name="csX1" fmla="*/ 2389 w 3821"/>
                <a:gd name="csY1" fmla="*/ 3344 h 3344"/>
                <a:gd name="csX2" fmla="*/ 478 w 3821"/>
                <a:gd name="csY2" fmla="*/ 1433 h 3344"/>
                <a:gd name="csX3" fmla="*/ 0 w 3821"/>
                <a:gd name="csY3" fmla="*/ 478 h 3344"/>
                <a:gd name="csX4" fmla="*/ 2389 w 3821"/>
                <a:gd name="csY4" fmla="*/ 0 h 3344"/>
                <a:gd name="csX5" fmla="*/ 3822 w 3821"/>
                <a:gd name="csY5" fmla="*/ 1911 h 3344"/>
                <a:gd name="csX6" fmla="*/ 3822 w 3821"/>
                <a:gd name="csY6" fmla="*/ 2389 h 3344"/>
                <a:gd name="csX7" fmla="*/ 2866 w 3821"/>
                <a:gd name="csY7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3344">
                  <a:moveTo>
                    <a:pt x="2866" y="3344"/>
                  </a:moveTo>
                  <a:lnTo>
                    <a:pt x="2389" y="3344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2389" y="0"/>
                  </a:lnTo>
                  <a:lnTo>
                    <a:pt x="3822" y="1911"/>
                  </a:lnTo>
                  <a:lnTo>
                    <a:pt x="3822" y="2389"/>
                  </a:lnTo>
                  <a:lnTo>
                    <a:pt x="28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1" name="Freeform 3690">
              <a:extLst>
                <a:ext uri="{FF2B5EF4-FFF2-40B4-BE49-F238E27FC236}">
                  <a16:creationId xmlns:a16="http://schemas.microsoft.com/office/drawing/2014/main" id="{55B26808-0034-F538-9211-87B3A0D355A1}"/>
                </a:ext>
              </a:extLst>
            </p:cNvPr>
            <p:cNvSpPr/>
            <p:nvPr/>
          </p:nvSpPr>
          <p:spPr>
            <a:xfrm>
              <a:off x="4585896" y="3305052"/>
              <a:ext cx="15287" cy="12420"/>
            </a:xfrm>
            <a:custGeom>
              <a:avLst/>
              <a:gdLst>
                <a:gd name="csX0" fmla="*/ 11943 w 15287"/>
                <a:gd name="csY0" fmla="*/ 11943 h 12420"/>
                <a:gd name="csX1" fmla="*/ 11465 w 15287"/>
                <a:gd name="csY1" fmla="*/ 12421 h 12420"/>
                <a:gd name="csX2" fmla="*/ 10988 w 15287"/>
                <a:gd name="csY2" fmla="*/ 12421 h 12420"/>
                <a:gd name="csX3" fmla="*/ 9555 w 15287"/>
                <a:gd name="csY3" fmla="*/ 10510 h 12420"/>
                <a:gd name="csX4" fmla="*/ 7644 w 15287"/>
                <a:gd name="csY4" fmla="*/ 9555 h 12420"/>
                <a:gd name="csX5" fmla="*/ 7166 w 15287"/>
                <a:gd name="csY5" fmla="*/ 9077 h 12420"/>
                <a:gd name="csX6" fmla="*/ 955 w 15287"/>
                <a:gd name="csY6" fmla="*/ 4777 h 12420"/>
                <a:gd name="csX7" fmla="*/ 478 w 15287"/>
                <a:gd name="csY7" fmla="*/ 2866 h 12420"/>
                <a:gd name="csX8" fmla="*/ 0 w 15287"/>
                <a:gd name="csY8" fmla="*/ 1433 h 12420"/>
                <a:gd name="csX9" fmla="*/ 2389 w 15287"/>
                <a:gd name="csY9" fmla="*/ 478 h 12420"/>
                <a:gd name="csX10" fmla="*/ 6210 w 15287"/>
                <a:gd name="csY10" fmla="*/ 0 h 12420"/>
                <a:gd name="csX11" fmla="*/ 9555 w 15287"/>
                <a:gd name="csY11" fmla="*/ 0 h 12420"/>
                <a:gd name="csX12" fmla="*/ 12898 w 15287"/>
                <a:gd name="csY12" fmla="*/ 955 h 12420"/>
                <a:gd name="csX13" fmla="*/ 13854 w 15287"/>
                <a:gd name="csY13" fmla="*/ 1911 h 12420"/>
                <a:gd name="csX14" fmla="*/ 15287 w 15287"/>
                <a:gd name="csY14" fmla="*/ 3344 h 12420"/>
                <a:gd name="csX15" fmla="*/ 14809 w 15287"/>
                <a:gd name="csY15" fmla="*/ 5733 h 12420"/>
                <a:gd name="csX16" fmla="*/ 14809 w 15287"/>
                <a:gd name="csY16" fmla="*/ 8121 h 12420"/>
                <a:gd name="csX17" fmla="*/ 14332 w 15287"/>
                <a:gd name="csY17" fmla="*/ 9555 h 12420"/>
                <a:gd name="csX18" fmla="*/ 12898 w 15287"/>
                <a:gd name="csY18" fmla="*/ 10510 h 12420"/>
                <a:gd name="csX19" fmla="*/ 11943 w 15287"/>
                <a:gd name="csY19" fmla="*/ 11943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5287" h="12420">
                  <a:moveTo>
                    <a:pt x="11943" y="11943"/>
                  </a:moveTo>
                  <a:lnTo>
                    <a:pt x="11465" y="12421"/>
                  </a:lnTo>
                  <a:lnTo>
                    <a:pt x="10988" y="12421"/>
                  </a:lnTo>
                  <a:lnTo>
                    <a:pt x="9555" y="10510"/>
                  </a:lnTo>
                  <a:lnTo>
                    <a:pt x="7644" y="9555"/>
                  </a:lnTo>
                  <a:lnTo>
                    <a:pt x="7166" y="9077"/>
                  </a:lnTo>
                  <a:lnTo>
                    <a:pt x="955" y="4777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2389" y="478"/>
                  </a:lnTo>
                  <a:lnTo>
                    <a:pt x="6210" y="0"/>
                  </a:lnTo>
                  <a:lnTo>
                    <a:pt x="9555" y="0"/>
                  </a:lnTo>
                  <a:lnTo>
                    <a:pt x="12898" y="955"/>
                  </a:lnTo>
                  <a:lnTo>
                    <a:pt x="13854" y="1911"/>
                  </a:lnTo>
                  <a:lnTo>
                    <a:pt x="15287" y="3344"/>
                  </a:lnTo>
                  <a:lnTo>
                    <a:pt x="14809" y="5733"/>
                  </a:lnTo>
                  <a:lnTo>
                    <a:pt x="14809" y="8121"/>
                  </a:lnTo>
                  <a:lnTo>
                    <a:pt x="14332" y="9555"/>
                  </a:lnTo>
                  <a:lnTo>
                    <a:pt x="12898" y="10510"/>
                  </a:lnTo>
                  <a:lnTo>
                    <a:pt x="11943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2" name="Freeform 3691">
              <a:extLst>
                <a:ext uri="{FF2B5EF4-FFF2-40B4-BE49-F238E27FC236}">
                  <a16:creationId xmlns:a16="http://schemas.microsoft.com/office/drawing/2014/main" id="{C68761D0-75D4-F778-219A-7149C0504ACB}"/>
                </a:ext>
              </a:extLst>
            </p:cNvPr>
            <p:cNvSpPr/>
            <p:nvPr/>
          </p:nvSpPr>
          <p:spPr>
            <a:xfrm>
              <a:off x="4323623" y="3338015"/>
              <a:ext cx="8599" cy="3344"/>
            </a:xfrm>
            <a:custGeom>
              <a:avLst/>
              <a:gdLst>
                <a:gd name="csX0" fmla="*/ 2866 w 8599"/>
                <a:gd name="csY0" fmla="*/ 3344 h 3344"/>
                <a:gd name="csX1" fmla="*/ 0 w 8599"/>
                <a:gd name="csY1" fmla="*/ 3344 h 3344"/>
                <a:gd name="csX2" fmla="*/ 0 w 8599"/>
                <a:gd name="csY2" fmla="*/ 2866 h 3344"/>
                <a:gd name="csX3" fmla="*/ 956 w 8599"/>
                <a:gd name="csY3" fmla="*/ 1433 h 3344"/>
                <a:gd name="csX4" fmla="*/ 5255 w 8599"/>
                <a:gd name="csY4" fmla="*/ 0 h 3344"/>
                <a:gd name="csX5" fmla="*/ 8599 w 8599"/>
                <a:gd name="csY5" fmla="*/ 0 h 3344"/>
                <a:gd name="csX6" fmla="*/ 7644 w 8599"/>
                <a:gd name="csY6" fmla="*/ 955 h 3344"/>
                <a:gd name="csX7" fmla="*/ 5733 w 8599"/>
                <a:gd name="csY7" fmla="*/ 1911 h 3344"/>
                <a:gd name="csX8" fmla="*/ 2866 w 8599"/>
                <a:gd name="csY8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599" h="3344">
                  <a:moveTo>
                    <a:pt x="2866" y="3344"/>
                  </a:moveTo>
                  <a:lnTo>
                    <a:pt x="0" y="3344"/>
                  </a:lnTo>
                  <a:lnTo>
                    <a:pt x="0" y="2866"/>
                  </a:lnTo>
                  <a:lnTo>
                    <a:pt x="956" y="1433"/>
                  </a:lnTo>
                  <a:lnTo>
                    <a:pt x="5255" y="0"/>
                  </a:lnTo>
                  <a:lnTo>
                    <a:pt x="8599" y="0"/>
                  </a:lnTo>
                  <a:lnTo>
                    <a:pt x="7644" y="955"/>
                  </a:lnTo>
                  <a:lnTo>
                    <a:pt x="5733" y="1911"/>
                  </a:lnTo>
                  <a:lnTo>
                    <a:pt x="28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3" name="Freeform 3692">
              <a:extLst>
                <a:ext uri="{FF2B5EF4-FFF2-40B4-BE49-F238E27FC236}">
                  <a16:creationId xmlns:a16="http://schemas.microsoft.com/office/drawing/2014/main" id="{7C8FA7AC-131B-3DE3-3423-F04126E25FF2}"/>
                </a:ext>
              </a:extLst>
            </p:cNvPr>
            <p:cNvSpPr/>
            <p:nvPr/>
          </p:nvSpPr>
          <p:spPr>
            <a:xfrm>
              <a:off x="4528091" y="3346136"/>
              <a:ext cx="10510" cy="13376"/>
            </a:xfrm>
            <a:custGeom>
              <a:avLst/>
              <a:gdLst>
                <a:gd name="csX0" fmla="*/ 2389 w 10510"/>
                <a:gd name="csY0" fmla="*/ 12899 h 13376"/>
                <a:gd name="csX1" fmla="*/ 956 w 10510"/>
                <a:gd name="csY1" fmla="*/ 13377 h 13376"/>
                <a:gd name="csX2" fmla="*/ 0 w 10510"/>
                <a:gd name="csY2" fmla="*/ 12421 h 13376"/>
                <a:gd name="csX3" fmla="*/ 0 w 10510"/>
                <a:gd name="csY3" fmla="*/ 10510 h 13376"/>
                <a:gd name="csX4" fmla="*/ 478 w 10510"/>
                <a:gd name="csY4" fmla="*/ 8599 h 13376"/>
                <a:gd name="csX5" fmla="*/ 2389 w 10510"/>
                <a:gd name="csY5" fmla="*/ 5255 h 13376"/>
                <a:gd name="csX6" fmla="*/ 4300 w 10510"/>
                <a:gd name="csY6" fmla="*/ 956 h 13376"/>
                <a:gd name="csX7" fmla="*/ 5255 w 10510"/>
                <a:gd name="csY7" fmla="*/ 0 h 13376"/>
                <a:gd name="csX8" fmla="*/ 7644 w 10510"/>
                <a:gd name="csY8" fmla="*/ 956 h 13376"/>
                <a:gd name="csX9" fmla="*/ 8599 w 10510"/>
                <a:gd name="csY9" fmla="*/ 1911 h 13376"/>
                <a:gd name="csX10" fmla="*/ 10032 w 10510"/>
                <a:gd name="csY10" fmla="*/ 3822 h 13376"/>
                <a:gd name="csX11" fmla="*/ 10510 w 10510"/>
                <a:gd name="csY11" fmla="*/ 5255 h 13376"/>
                <a:gd name="csX12" fmla="*/ 10032 w 10510"/>
                <a:gd name="csY12" fmla="*/ 7644 h 13376"/>
                <a:gd name="csX13" fmla="*/ 8599 w 10510"/>
                <a:gd name="csY13" fmla="*/ 9555 h 13376"/>
                <a:gd name="csX14" fmla="*/ 6688 w 10510"/>
                <a:gd name="csY14" fmla="*/ 10510 h 13376"/>
                <a:gd name="csX15" fmla="*/ 2389 w 10510"/>
                <a:gd name="csY15" fmla="*/ 12899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0510" h="13376">
                  <a:moveTo>
                    <a:pt x="2389" y="12899"/>
                  </a:moveTo>
                  <a:lnTo>
                    <a:pt x="956" y="13377"/>
                  </a:lnTo>
                  <a:lnTo>
                    <a:pt x="0" y="12421"/>
                  </a:lnTo>
                  <a:lnTo>
                    <a:pt x="0" y="10510"/>
                  </a:lnTo>
                  <a:lnTo>
                    <a:pt x="478" y="8599"/>
                  </a:lnTo>
                  <a:lnTo>
                    <a:pt x="2389" y="5255"/>
                  </a:lnTo>
                  <a:lnTo>
                    <a:pt x="4300" y="956"/>
                  </a:lnTo>
                  <a:lnTo>
                    <a:pt x="5255" y="0"/>
                  </a:lnTo>
                  <a:lnTo>
                    <a:pt x="7644" y="956"/>
                  </a:lnTo>
                  <a:lnTo>
                    <a:pt x="8599" y="1911"/>
                  </a:lnTo>
                  <a:lnTo>
                    <a:pt x="10032" y="3822"/>
                  </a:lnTo>
                  <a:lnTo>
                    <a:pt x="10510" y="5255"/>
                  </a:lnTo>
                  <a:lnTo>
                    <a:pt x="10032" y="7644"/>
                  </a:lnTo>
                  <a:lnTo>
                    <a:pt x="8599" y="9555"/>
                  </a:lnTo>
                  <a:lnTo>
                    <a:pt x="6688" y="10510"/>
                  </a:lnTo>
                  <a:lnTo>
                    <a:pt x="2389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" name="Freeform 3693">
              <a:extLst>
                <a:ext uri="{FF2B5EF4-FFF2-40B4-BE49-F238E27FC236}">
                  <a16:creationId xmlns:a16="http://schemas.microsoft.com/office/drawing/2014/main" id="{C3D77D67-7489-D849-C34B-AF158E5927AC}"/>
                </a:ext>
              </a:extLst>
            </p:cNvPr>
            <p:cNvSpPr/>
            <p:nvPr/>
          </p:nvSpPr>
          <p:spPr>
            <a:xfrm>
              <a:off x="4597840" y="3349003"/>
              <a:ext cx="8599" cy="8121"/>
            </a:xfrm>
            <a:custGeom>
              <a:avLst/>
              <a:gdLst>
                <a:gd name="csX0" fmla="*/ 8599 w 8599"/>
                <a:gd name="csY0" fmla="*/ 5733 h 8121"/>
                <a:gd name="csX1" fmla="*/ 8121 w 8599"/>
                <a:gd name="csY1" fmla="*/ 8121 h 8121"/>
                <a:gd name="csX2" fmla="*/ 5733 w 8599"/>
                <a:gd name="csY2" fmla="*/ 7166 h 8121"/>
                <a:gd name="csX3" fmla="*/ 1911 w 8599"/>
                <a:gd name="csY3" fmla="*/ 5255 h 8121"/>
                <a:gd name="csX4" fmla="*/ 478 w 8599"/>
                <a:gd name="csY4" fmla="*/ 3822 h 8121"/>
                <a:gd name="csX5" fmla="*/ 0 w 8599"/>
                <a:gd name="csY5" fmla="*/ 2389 h 8121"/>
                <a:gd name="csX6" fmla="*/ 0 w 8599"/>
                <a:gd name="csY6" fmla="*/ 478 h 8121"/>
                <a:gd name="csX7" fmla="*/ 955 w 8599"/>
                <a:gd name="csY7" fmla="*/ 478 h 8121"/>
                <a:gd name="csX8" fmla="*/ 3822 w 8599"/>
                <a:gd name="csY8" fmla="*/ 0 h 8121"/>
                <a:gd name="csX9" fmla="*/ 6210 w 8599"/>
                <a:gd name="csY9" fmla="*/ 2866 h 8121"/>
                <a:gd name="csX10" fmla="*/ 6688 w 8599"/>
                <a:gd name="csY10" fmla="*/ 3344 h 8121"/>
                <a:gd name="csX11" fmla="*/ 8599 w 8599"/>
                <a:gd name="csY11" fmla="*/ 5733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599" h="8121">
                  <a:moveTo>
                    <a:pt x="8599" y="5733"/>
                  </a:moveTo>
                  <a:lnTo>
                    <a:pt x="8121" y="8121"/>
                  </a:lnTo>
                  <a:lnTo>
                    <a:pt x="5733" y="7166"/>
                  </a:lnTo>
                  <a:lnTo>
                    <a:pt x="1911" y="5255"/>
                  </a:lnTo>
                  <a:lnTo>
                    <a:pt x="478" y="3822"/>
                  </a:lnTo>
                  <a:lnTo>
                    <a:pt x="0" y="2389"/>
                  </a:lnTo>
                  <a:lnTo>
                    <a:pt x="0" y="478"/>
                  </a:lnTo>
                  <a:lnTo>
                    <a:pt x="955" y="478"/>
                  </a:lnTo>
                  <a:lnTo>
                    <a:pt x="3822" y="0"/>
                  </a:lnTo>
                  <a:lnTo>
                    <a:pt x="6210" y="2866"/>
                  </a:lnTo>
                  <a:lnTo>
                    <a:pt x="6688" y="3344"/>
                  </a:lnTo>
                  <a:lnTo>
                    <a:pt x="8599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" name="Freeform 3694">
              <a:extLst>
                <a:ext uri="{FF2B5EF4-FFF2-40B4-BE49-F238E27FC236}">
                  <a16:creationId xmlns:a16="http://schemas.microsoft.com/office/drawing/2014/main" id="{6203346E-202C-9722-AF1A-A56A9A003BC2}"/>
                </a:ext>
              </a:extLst>
            </p:cNvPr>
            <p:cNvSpPr/>
            <p:nvPr/>
          </p:nvSpPr>
          <p:spPr>
            <a:xfrm>
              <a:off x="4294004" y="3372412"/>
              <a:ext cx="5255" cy="3821"/>
            </a:xfrm>
            <a:custGeom>
              <a:avLst/>
              <a:gdLst>
                <a:gd name="csX0" fmla="*/ 1911 w 5255"/>
                <a:gd name="csY0" fmla="*/ 3822 h 3821"/>
                <a:gd name="csX1" fmla="*/ 0 w 5255"/>
                <a:gd name="csY1" fmla="*/ 3822 h 3821"/>
                <a:gd name="csX2" fmla="*/ 956 w 5255"/>
                <a:gd name="csY2" fmla="*/ 1911 h 3821"/>
                <a:gd name="csX3" fmla="*/ 1433 w 5255"/>
                <a:gd name="csY3" fmla="*/ 956 h 3821"/>
                <a:gd name="csX4" fmla="*/ 2389 w 5255"/>
                <a:gd name="csY4" fmla="*/ 0 h 3821"/>
                <a:gd name="csX5" fmla="*/ 4300 w 5255"/>
                <a:gd name="csY5" fmla="*/ 0 h 3821"/>
                <a:gd name="csX6" fmla="*/ 5255 w 5255"/>
                <a:gd name="csY6" fmla="*/ 956 h 3821"/>
                <a:gd name="csX7" fmla="*/ 4300 w 5255"/>
                <a:gd name="csY7" fmla="*/ 2389 h 3821"/>
                <a:gd name="csX8" fmla="*/ 1911 w 5255"/>
                <a:gd name="csY8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5" h="3821">
                  <a:moveTo>
                    <a:pt x="1911" y="3822"/>
                  </a:moveTo>
                  <a:lnTo>
                    <a:pt x="0" y="3822"/>
                  </a:lnTo>
                  <a:lnTo>
                    <a:pt x="956" y="1911"/>
                  </a:lnTo>
                  <a:lnTo>
                    <a:pt x="1433" y="956"/>
                  </a:lnTo>
                  <a:lnTo>
                    <a:pt x="2389" y="0"/>
                  </a:lnTo>
                  <a:lnTo>
                    <a:pt x="4300" y="0"/>
                  </a:lnTo>
                  <a:lnTo>
                    <a:pt x="5255" y="956"/>
                  </a:lnTo>
                  <a:lnTo>
                    <a:pt x="4300" y="2389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" name="Freeform 3695">
              <a:extLst>
                <a:ext uri="{FF2B5EF4-FFF2-40B4-BE49-F238E27FC236}">
                  <a16:creationId xmlns:a16="http://schemas.microsoft.com/office/drawing/2014/main" id="{B36B1E1E-2D82-F342-13F5-A0C7C8782EB1}"/>
                </a:ext>
              </a:extLst>
            </p:cNvPr>
            <p:cNvSpPr/>
            <p:nvPr/>
          </p:nvSpPr>
          <p:spPr>
            <a:xfrm>
              <a:off x="4290659" y="3378144"/>
              <a:ext cx="3344" cy="3344"/>
            </a:xfrm>
            <a:custGeom>
              <a:avLst/>
              <a:gdLst>
                <a:gd name="csX0" fmla="*/ 956 w 3344"/>
                <a:gd name="csY0" fmla="*/ 3344 h 3344"/>
                <a:gd name="csX1" fmla="*/ 478 w 3344"/>
                <a:gd name="csY1" fmla="*/ 3344 h 3344"/>
                <a:gd name="csX2" fmla="*/ 0 w 3344"/>
                <a:gd name="csY2" fmla="*/ 2866 h 3344"/>
                <a:gd name="csX3" fmla="*/ 478 w 3344"/>
                <a:gd name="csY3" fmla="*/ 1433 h 3344"/>
                <a:gd name="csX4" fmla="*/ 1433 w 3344"/>
                <a:gd name="csY4" fmla="*/ 1433 h 3344"/>
                <a:gd name="csX5" fmla="*/ 2389 w 3344"/>
                <a:gd name="csY5" fmla="*/ 0 h 3344"/>
                <a:gd name="csX6" fmla="*/ 3344 w 3344"/>
                <a:gd name="csY6" fmla="*/ 478 h 3344"/>
                <a:gd name="csX7" fmla="*/ 2867 w 3344"/>
                <a:gd name="csY7" fmla="*/ 1433 h 3344"/>
                <a:gd name="csX8" fmla="*/ 1911 w 3344"/>
                <a:gd name="csY8" fmla="*/ 2866 h 3344"/>
                <a:gd name="csX9" fmla="*/ 956 w 3344"/>
                <a:gd name="csY9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344">
                  <a:moveTo>
                    <a:pt x="956" y="3344"/>
                  </a:moveTo>
                  <a:lnTo>
                    <a:pt x="478" y="3344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1433" y="1433"/>
                  </a:lnTo>
                  <a:lnTo>
                    <a:pt x="2389" y="0"/>
                  </a:lnTo>
                  <a:lnTo>
                    <a:pt x="3344" y="478"/>
                  </a:lnTo>
                  <a:lnTo>
                    <a:pt x="2867" y="1433"/>
                  </a:lnTo>
                  <a:lnTo>
                    <a:pt x="1911" y="2866"/>
                  </a:lnTo>
                  <a:lnTo>
                    <a:pt x="95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" name="Freeform 3696">
              <a:extLst>
                <a:ext uri="{FF2B5EF4-FFF2-40B4-BE49-F238E27FC236}">
                  <a16:creationId xmlns:a16="http://schemas.microsoft.com/office/drawing/2014/main" id="{22CCE9CA-5674-D7A0-B082-3FF4BE5DD095}"/>
                </a:ext>
              </a:extLst>
            </p:cNvPr>
            <p:cNvSpPr/>
            <p:nvPr/>
          </p:nvSpPr>
          <p:spPr>
            <a:xfrm>
              <a:off x="4508504" y="3398687"/>
              <a:ext cx="3821" cy="6210"/>
            </a:xfrm>
            <a:custGeom>
              <a:avLst/>
              <a:gdLst>
                <a:gd name="csX0" fmla="*/ 3822 w 3821"/>
                <a:gd name="csY0" fmla="*/ 3344 h 6210"/>
                <a:gd name="csX1" fmla="*/ 2389 w 3821"/>
                <a:gd name="csY1" fmla="*/ 6211 h 6210"/>
                <a:gd name="csX2" fmla="*/ 956 w 3821"/>
                <a:gd name="csY2" fmla="*/ 5733 h 6210"/>
                <a:gd name="csX3" fmla="*/ 478 w 3821"/>
                <a:gd name="csY3" fmla="*/ 6211 h 6210"/>
                <a:gd name="csX4" fmla="*/ 0 w 3821"/>
                <a:gd name="csY4" fmla="*/ 6211 h 6210"/>
                <a:gd name="csX5" fmla="*/ 478 w 3821"/>
                <a:gd name="csY5" fmla="*/ 3822 h 6210"/>
                <a:gd name="csX6" fmla="*/ 956 w 3821"/>
                <a:gd name="csY6" fmla="*/ 2389 h 6210"/>
                <a:gd name="csX7" fmla="*/ 478 w 3821"/>
                <a:gd name="csY7" fmla="*/ 956 h 6210"/>
                <a:gd name="csX8" fmla="*/ 956 w 3821"/>
                <a:gd name="csY8" fmla="*/ 0 h 6210"/>
                <a:gd name="csX9" fmla="*/ 2866 w 3821"/>
                <a:gd name="csY9" fmla="*/ 0 h 6210"/>
                <a:gd name="csX10" fmla="*/ 2866 w 3821"/>
                <a:gd name="csY10" fmla="*/ 1911 h 6210"/>
                <a:gd name="csX11" fmla="*/ 3344 w 3821"/>
                <a:gd name="csY11" fmla="*/ 2389 h 6210"/>
                <a:gd name="csX12" fmla="*/ 3822 w 3821"/>
                <a:gd name="csY12" fmla="*/ 2866 h 6210"/>
                <a:gd name="csX13" fmla="*/ 3822 w 3821"/>
                <a:gd name="csY13" fmla="*/ 3344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821" h="6210">
                  <a:moveTo>
                    <a:pt x="3822" y="3344"/>
                  </a:moveTo>
                  <a:lnTo>
                    <a:pt x="2389" y="6211"/>
                  </a:lnTo>
                  <a:lnTo>
                    <a:pt x="956" y="5733"/>
                  </a:lnTo>
                  <a:lnTo>
                    <a:pt x="478" y="6211"/>
                  </a:lnTo>
                  <a:lnTo>
                    <a:pt x="0" y="6211"/>
                  </a:lnTo>
                  <a:lnTo>
                    <a:pt x="478" y="3822"/>
                  </a:lnTo>
                  <a:lnTo>
                    <a:pt x="956" y="2389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2866" y="0"/>
                  </a:lnTo>
                  <a:lnTo>
                    <a:pt x="2866" y="1911"/>
                  </a:lnTo>
                  <a:lnTo>
                    <a:pt x="3344" y="2389"/>
                  </a:lnTo>
                  <a:lnTo>
                    <a:pt x="3822" y="2866"/>
                  </a:lnTo>
                  <a:lnTo>
                    <a:pt x="3822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8" name="Freeform 3697">
              <a:extLst>
                <a:ext uri="{FF2B5EF4-FFF2-40B4-BE49-F238E27FC236}">
                  <a16:creationId xmlns:a16="http://schemas.microsoft.com/office/drawing/2014/main" id="{814D6F92-3AA4-5C63-4F7A-3EB8817F5952}"/>
                </a:ext>
              </a:extLst>
            </p:cNvPr>
            <p:cNvSpPr/>
            <p:nvPr/>
          </p:nvSpPr>
          <p:spPr>
            <a:xfrm>
              <a:off x="4300692" y="3451715"/>
              <a:ext cx="2388" cy="5732"/>
            </a:xfrm>
            <a:custGeom>
              <a:avLst/>
              <a:gdLst>
                <a:gd name="csX0" fmla="*/ 2389 w 2388"/>
                <a:gd name="csY0" fmla="*/ 3344 h 5732"/>
                <a:gd name="csX1" fmla="*/ 1911 w 2388"/>
                <a:gd name="csY1" fmla="*/ 3344 h 5732"/>
                <a:gd name="csX2" fmla="*/ 956 w 2388"/>
                <a:gd name="csY2" fmla="*/ 3344 h 5732"/>
                <a:gd name="csX3" fmla="*/ 478 w 2388"/>
                <a:gd name="csY3" fmla="*/ 5733 h 5732"/>
                <a:gd name="csX4" fmla="*/ 478 w 2388"/>
                <a:gd name="csY4" fmla="*/ 5733 h 5732"/>
                <a:gd name="csX5" fmla="*/ 0 w 2388"/>
                <a:gd name="csY5" fmla="*/ 4300 h 5732"/>
                <a:gd name="csX6" fmla="*/ 0 w 2388"/>
                <a:gd name="csY6" fmla="*/ 3344 h 5732"/>
                <a:gd name="csX7" fmla="*/ 0 w 2388"/>
                <a:gd name="csY7" fmla="*/ 2389 h 5732"/>
                <a:gd name="csX8" fmla="*/ 478 w 2388"/>
                <a:gd name="csY8" fmla="*/ 1911 h 5732"/>
                <a:gd name="csX9" fmla="*/ 956 w 2388"/>
                <a:gd name="csY9" fmla="*/ 478 h 5732"/>
                <a:gd name="csX10" fmla="*/ 1433 w 2388"/>
                <a:gd name="csY10" fmla="*/ 0 h 5732"/>
                <a:gd name="csX11" fmla="*/ 1911 w 2388"/>
                <a:gd name="csY11" fmla="*/ 0 h 5732"/>
                <a:gd name="csX12" fmla="*/ 2389 w 2388"/>
                <a:gd name="csY12" fmla="*/ 1911 h 5732"/>
                <a:gd name="csX13" fmla="*/ 2389 w 2388"/>
                <a:gd name="csY13" fmla="*/ 3344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388" h="5732">
                  <a:moveTo>
                    <a:pt x="2389" y="3344"/>
                  </a:moveTo>
                  <a:lnTo>
                    <a:pt x="1911" y="3344"/>
                  </a:lnTo>
                  <a:lnTo>
                    <a:pt x="956" y="3344"/>
                  </a:lnTo>
                  <a:lnTo>
                    <a:pt x="478" y="5733"/>
                  </a:lnTo>
                  <a:lnTo>
                    <a:pt x="478" y="5733"/>
                  </a:lnTo>
                  <a:lnTo>
                    <a:pt x="0" y="4300"/>
                  </a:lnTo>
                  <a:lnTo>
                    <a:pt x="0" y="3344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956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389" y="1911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9" name="Freeform 3698">
              <a:extLst>
                <a:ext uri="{FF2B5EF4-FFF2-40B4-BE49-F238E27FC236}">
                  <a16:creationId xmlns:a16="http://schemas.microsoft.com/office/drawing/2014/main" id="{5EA7AAEC-0A58-5820-AA67-73B87ACCDBD2}"/>
                </a:ext>
              </a:extLst>
            </p:cNvPr>
            <p:cNvSpPr/>
            <p:nvPr/>
          </p:nvSpPr>
          <p:spPr>
            <a:xfrm>
              <a:off x="4654212" y="3452670"/>
              <a:ext cx="7165" cy="5732"/>
            </a:xfrm>
            <a:custGeom>
              <a:avLst/>
              <a:gdLst>
                <a:gd name="csX0" fmla="*/ 5255 w 7165"/>
                <a:gd name="csY0" fmla="*/ 955 h 5732"/>
                <a:gd name="csX1" fmla="*/ 6688 w 7165"/>
                <a:gd name="csY1" fmla="*/ 1911 h 5732"/>
                <a:gd name="csX2" fmla="*/ 7166 w 7165"/>
                <a:gd name="csY2" fmla="*/ 5733 h 5732"/>
                <a:gd name="csX3" fmla="*/ 4299 w 7165"/>
                <a:gd name="csY3" fmla="*/ 5255 h 5732"/>
                <a:gd name="csX4" fmla="*/ 478 w 7165"/>
                <a:gd name="csY4" fmla="*/ 2866 h 5732"/>
                <a:gd name="csX5" fmla="*/ 0 w 7165"/>
                <a:gd name="csY5" fmla="*/ 955 h 5732"/>
                <a:gd name="csX6" fmla="*/ 0 w 7165"/>
                <a:gd name="csY6" fmla="*/ 955 h 5732"/>
                <a:gd name="csX7" fmla="*/ 478 w 7165"/>
                <a:gd name="csY7" fmla="*/ 478 h 5732"/>
                <a:gd name="csX8" fmla="*/ 1433 w 7165"/>
                <a:gd name="csY8" fmla="*/ 955 h 5732"/>
                <a:gd name="csX9" fmla="*/ 1911 w 7165"/>
                <a:gd name="csY9" fmla="*/ 478 h 5732"/>
                <a:gd name="csX10" fmla="*/ 2866 w 7165"/>
                <a:gd name="csY10" fmla="*/ 0 h 5732"/>
                <a:gd name="csX11" fmla="*/ 5255 w 7165"/>
                <a:gd name="csY11" fmla="*/ 955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165" h="5732">
                  <a:moveTo>
                    <a:pt x="5255" y="955"/>
                  </a:moveTo>
                  <a:lnTo>
                    <a:pt x="6688" y="1911"/>
                  </a:lnTo>
                  <a:lnTo>
                    <a:pt x="7166" y="5733"/>
                  </a:lnTo>
                  <a:lnTo>
                    <a:pt x="4299" y="5255"/>
                  </a:lnTo>
                  <a:lnTo>
                    <a:pt x="478" y="2866"/>
                  </a:lnTo>
                  <a:lnTo>
                    <a:pt x="0" y="955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1433" y="955"/>
                  </a:lnTo>
                  <a:lnTo>
                    <a:pt x="1911" y="478"/>
                  </a:lnTo>
                  <a:lnTo>
                    <a:pt x="2866" y="0"/>
                  </a:lnTo>
                  <a:lnTo>
                    <a:pt x="5255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0" name="Freeform 3699">
              <a:extLst>
                <a:ext uri="{FF2B5EF4-FFF2-40B4-BE49-F238E27FC236}">
                  <a16:creationId xmlns:a16="http://schemas.microsoft.com/office/drawing/2014/main" id="{F33E625C-8DAF-55EA-69D3-41C1A6D25E69}"/>
                </a:ext>
              </a:extLst>
            </p:cNvPr>
            <p:cNvSpPr/>
            <p:nvPr/>
          </p:nvSpPr>
          <p:spPr>
            <a:xfrm>
              <a:off x="4298303" y="3476557"/>
              <a:ext cx="2388" cy="3821"/>
            </a:xfrm>
            <a:custGeom>
              <a:avLst/>
              <a:gdLst>
                <a:gd name="csX0" fmla="*/ 1433 w 2388"/>
                <a:gd name="csY0" fmla="*/ 3344 h 3821"/>
                <a:gd name="csX1" fmla="*/ 956 w 2388"/>
                <a:gd name="csY1" fmla="*/ 3822 h 3821"/>
                <a:gd name="csX2" fmla="*/ 0 w 2388"/>
                <a:gd name="csY2" fmla="*/ 2866 h 3821"/>
                <a:gd name="csX3" fmla="*/ 0 w 2388"/>
                <a:gd name="csY3" fmla="*/ 1433 h 3821"/>
                <a:gd name="csX4" fmla="*/ 956 w 2388"/>
                <a:gd name="csY4" fmla="*/ 0 h 3821"/>
                <a:gd name="csX5" fmla="*/ 1911 w 2388"/>
                <a:gd name="csY5" fmla="*/ 0 h 3821"/>
                <a:gd name="csX6" fmla="*/ 2389 w 2388"/>
                <a:gd name="csY6" fmla="*/ 955 h 3821"/>
                <a:gd name="csX7" fmla="*/ 2389 w 2388"/>
                <a:gd name="csY7" fmla="*/ 1911 h 3821"/>
                <a:gd name="csX8" fmla="*/ 1433 w 2388"/>
                <a:gd name="csY8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3821">
                  <a:moveTo>
                    <a:pt x="1433" y="3344"/>
                  </a:moveTo>
                  <a:lnTo>
                    <a:pt x="956" y="3822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2389" y="955"/>
                  </a:lnTo>
                  <a:lnTo>
                    <a:pt x="2389" y="1911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1" name="Freeform 3700">
              <a:extLst>
                <a:ext uri="{FF2B5EF4-FFF2-40B4-BE49-F238E27FC236}">
                  <a16:creationId xmlns:a16="http://schemas.microsoft.com/office/drawing/2014/main" id="{98D4AA92-A14B-80C8-3287-F48C7A06C910}"/>
                </a:ext>
              </a:extLst>
            </p:cNvPr>
            <p:cNvSpPr/>
            <p:nvPr/>
          </p:nvSpPr>
          <p:spPr>
            <a:xfrm>
              <a:off x="4305469" y="3478945"/>
              <a:ext cx="1910" cy="5255"/>
            </a:xfrm>
            <a:custGeom>
              <a:avLst/>
              <a:gdLst>
                <a:gd name="csX0" fmla="*/ 1433 w 1910"/>
                <a:gd name="csY0" fmla="*/ 4777 h 5255"/>
                <a:gd name="csX1" fmla="*/ 478 w 1910"/>
                <a:gd name="csY1" fmla="*/ 5255 h 5255"/>
                <a:gd name="csX2" fmla="*/ 0 w 1910"/>
                <a:gd name="csY2" fmla="*/ 5255 h 5255"/>
                <a:gd name="csX3" fmla="*/ 478 w 1910"/>
                <a:gd name="csY3" fmla="*/ 2389 h 5255"/>
                <a:gd name="csX4" fmla="*/ 0 w 1910"/>
                <a:gd name="csY4" fmla="*/ 955 h 5255"/>
                <a:gd name="csX5" fmla="*/ 0 w 1910"/>
                <a:gd name="csY5" fmla="*/ 478 h 5255"/>
                <a:gd name="csX6" fmla="*/ 478 w 1910"/>
                <a:gd name="csY6" fmla="*/ 0 h 5255"/>
                <a:gd name="csX7" fmla="*/ 478 w 1910"/>
                <a:gd name="csY7" fmla="*/ 0 h 5255"/>
                <a:gd name="csX8" fmla="*/ 1433 w 1910"/>
                <a:gd name="csY8" fmla="*/ 955 h 5255"/>
                <a:gd name="csX9" fmla="*/ 1911 w 1910"/>
                <a:gd name="csY9" fmla="*/ 1911 h 5255"/>
                <a:gd name="csX10" fmla="*/ 1911 w 1910"/>
                <a:gd name="csY10" fmla="*/ 2866 h 5255"/>
                <a:gd name="csX11" fmla="*/ 1911 w 1910"/>
                <a:gd name="csY11" fmla="*/ 3822 h 5255"/>
                <a:gd name="csX12" fmla="*/ 1911 w 1910"/>
                <a:gd name="csY12" fmla="*/ 4300 h 5255"/>
                <a:gd name="csX13" fmla="*/ 1433 w 1910"/>
                <a:gd name="csY13" fmla="*/ 4777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910" h="5255">
                  <a:moveTo>
                    <a:pt x="1433" y="4777"/>
                  </a:moveTo>
                  <a:lnTo>
                    <a:pt x="478" y="5255"/>
                  </a:lnTo>
                  <a:lnTo>
                    <a:pt x="0" y="5255"/>
                  </a:lnTo>
                  <a:lnTo>
                    <a:pt x="478" y="2389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1433" y="955"/>
                  </a:lnTo>
                  <a:lnTo>
                    <a:pt x="1911" y="1911"/>
                  </a:lnTo>
                  <a:lnTo>
                    <a:pt x="1911" y="2866"/>
                  </a:lnTo>
                  <a:lnTo>
                    <a:pt x="1911" y="3822"/>
                  </a:lnTo>
                  <a:lnTo>
                    <a:pt x="1911" y="4300"/>
                  </a:lnTo>
                  <a:lnTo>
                    <a:pt x="1433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2" name="Freeform 3701">
              <a:extLst>
                <a:ext uri="{FF2B5EF4-FFF2-40B4-BE49-F238E27FC236}">
                  <a16:creationId xmlns:a16="http://schemas.microsoft.com/office/drawing/2014/main" id="{838B83AB-EFD5-1C49-E81D-11EC61941BF4}"/>
                </a:ext>
              </a:extLst>
            </p:cNvPr>
            <p:cNvSpPr/>
            <p:nvPr/>
          </p:nvSpPr>
          <p:spPr>
            <a:xfrm>
              <a:off x="4297348" y="3485633"/>
              <a:ext cx="21497" cy="25797"/>
            </a:xfrm>
            <a:custGeom>
              <a:avLst/>
              <a:gdLst>
                <a:gd name="csX0" fmla="*/ 21020 w 21497"/>
                <a:gd name="csY0" fmla="*/ 10988 h 25797"/>
                <a:gd name="csX1" fmla="*/ 19587 w 21497"/>
                <a:gd name="csY1" fmla="*/ 14332 h 25797"/>
                <a:gd name="csX2" fmla="*/ 18154 w 21497"/>
                <a:gd name="csY2" fmla="*/ 17198 h 25797"/>
                <a:gd name="csX3" fmla="*/ 16243 w 21497"/>
                <a:gd name="csY3" fmla="*/ 23409 h 25797"/>
                <a:gd name="csX4" fmla="*/ 15287 w 21497"/>
                <a:gd name="csY4" fmla="*/ 23409 h 25797"/>
                <a:gd name="csX5" fmla="*/ 14332 w 21497"/>
                <a:gd name="csY5" fmla="*/ 21976 h 25797"/>
                <a:gd name="csX6" fmla="*/ 16721 w 21497"/>
                <a:gd name="csY6" fmla="*/ 15287 h 25797"/>
                <a:gd name="csX7" fmla="*/ 17198 w 21497"/>
                <a:gd name="csY7" fmla="*/ 14332 h 25797"/>
                <a:gd name="csX8" fmla="*/ 16721 w 21497"/>
                <a:gd name="csY8" fmla="*/ 13854 h 25797"/>
                <a:gd name="csX9" fmla="*/ 16243 w 21497"/>
                <a:gd name="csY9" fmla="*/ 12421 h 25797"/>
                <a:gd name="csX10" fmla="*/ 15287 w 21497"/>
                <a:gd name="csY10" fmla="*/ 13854 h 25797"/>
                <a:gd name="csX11" fmla="*/ 11466 w 21497"/>
                <a:gd name="csY11" fmla="*/ 21498 h 25797"/>
                <a:gd name="csX12" fmla="*/ 10510 w 21497"/>
                <a:gd name="csY12" fmla="*/ 22931 h 25797"/>
                <a:gd name="csX13" fmla="*/ 10032 w 21497"/>
                <a:gd name="csY13" fmla="*/ 23409 h 25797"/>
                <a:gd name="csX14" fmla="*/ 9555 w 21497"/>
                <a:gd name="csY14" fmla="*/ 23886 h 25797"/>
                <a:gd name="csX15" fmla="*/ 7644 w 21497"/>
                <a:gd name="csY15" fmla="*/ 23409 h 25797"/>
                <a:gd name="csX16" fmla="*/ 4777 w 21497"/>
                <a:gd name="csY16" fmla="*/ 25797 h 25797"/>
                <a:gd name="csX17" fmla="*/ 10032 w 21497"/>
                <a:gd name="csY17" fmla="*/ 16721 h 25797"/>
                <a:gd name="csX18" fmla="*/ 10032 w 21497"/>
                <a:gd name="csY18" fmla="*/ 15765 h 25797"/>
                <a:gd name="csX19" fmla="*/ 9077 w 21497"/>
                <a:gd name="csY19" fmla="*/ 15287 h 25797"/>
                <a:gd name="csX20" fmla="*/ 8599 w 21497"/>
                <a:gd name="csY20" fmla="*/ 15765 h 25797"/>
                <a:gd name="csX21" fmla="*/ 4300 w 21497"/>
                <a:gd name="csY21" fmla="*/ 21498 h 25797"/>
                <a:gd name="csX22" fmla="*/ 1911 w 21497"/>
                <a:gd name="csY22" fmla="*/ 23886 h 25797"/>
                <a:gd name="csX23" fmla="*/ 0 w 21497"/>
                <a:gd name="csY23" fmla="*/ 22931 h 25797"/>
                <a:gd name="csX24" fmla="*/ 0 w 21497"/>
                <a:gd name="csY24" fmla="*/ 22453 h 25797"/>
                <a:gd name="csX25" fmla="*/ 0 w 21497"/>
                <a:gd name="csY25" fmla="*/ 21976 h 25797"/>
                <a:gd name="csX26" fmla="*/ 4300 w 21497"/>
                <a:gd name="csY26" fmla="*/ 15765 h 25797"/>
                <a:gd name="csX27" fmla="*/ 8121 w 21497"/>
                <a:gd name="csY27" fmla="*/ 11465 h 25797"/>
                <a:gd name="csX28" fmla="*/ 9555 w 21497"/>
                <a:gd name="csY28" fmla="*/ 9077 h 25797"/>
                <a:gd name="csX29" fmla="*/ 10032 w 21497"/>
                <a:gd name="csY29" fmla="*/ 6210 h 25797"/>
                <a:gd name="csX30" fmla="*/ 10510 w 21497"/>
                <a:gd name="csY30" fmla="*/ 4300 h 25797"/>
                <a:gd name="csX31" fmla="*/ 10510 w 21497"/>
                <a:gd name="csY31" fmla="*/ 2389 h 25797"/>
                <a:gd name="csX32" fmla="*/ 10510 w 21497"/>
                <a:gd name="csY32" fmla="*/ 1911 h 25797"/>
                <a:gd name="csX33" fmla="*/ 10988 w 21497"/>
                <a:gd name="csY33" fmla="*/ 1911 h 25797"/>
                <a:gd name="csX34" fmla="*/ 10988 w 21497"/>
                <a:gd name="csY34" fmla="*/ 2866 h 25797"/>
                <a:gd name="csX35" fmla="*/ 10988 w 21497"/>
                <a:gd name="csY35" fmla="*/ 4777 h 25797"/>
                <a:gd name="csX36" fmla="*/ 10510 w 21497"/>
                <a:gd name="csY36" fmla="*/ 9077 h 25797"/>
                <a:gd name="csX37" fmla="*/ 9555 w 21497"/>
                <a:gd name="csY37" fmla="*/ 11465 h 25797"/>
                <a:gd name="csX38" fmla="*/ 8599 w 21497"/>
                <a:gd name="csY38" fmla="*/ 13376 h 25797"/>
                <a:gd name="csX39" fmla="*/ 9077 w 21497"/>
                <a:gd name="csY39" fmla="*/ 13854 h 25797"/>
                <a:gd name="csX40" fmla="*/ 10510 w 21497"/>
                <a:gd name="csY40" fmla="*/ 12421 h 25797"/>
                <a:gd name="csX41" fmla="*/ 11943 w 21497"/>
                <a:gd name="csY41" fmla="*/ 10510 h 25797"/>
                <a:gd name="csX42" fmla="*/ 12899 w 21497"/>
                <a:gd name="csY42" fmla="*/ 7166 h 25797"/>
                <a:gd name="csX43" fmla="*/ 13854 w 21497"/>
                <a:gd name="csY43" fmla="*/ 4300 h 25797"/>
                <a:gd name="csX44" fmla="*/ 14332 w 21497"/>
                <a:gd name="csY44" fmla="*/ 0 h 25797"/>
                <a:gd name="csX45" fmla="*/ 14332 w 21497"/>
                <a:gd name="csY45" fmla="*/ 0 h 25797"/>
                <a:gd name="csX46" fmla="*/ 14809 w 21497"/>
                <a:gd name="csY46" fmla="*/ 956 h 25797"/>
                <a:gd name="csX47" fmla="*/ 15765 w 21497"/>
                <a:gd name="csY47" fmla="*/ 1433 h 25797"/>
                <a:gd name="csX48" fmla="*/ 16721 w 21497"/>
                <a:gd name="csY48" fmla="*/ 1911 h 25797"/>
                <a:gd name="csX49" fmla="*/ 17198 w 21497"/>
                <a:gd name="csY49" fmla="*/ 2389 h 25797"/>
                <a:gd name="csX50" fmla="*/ 17676 w 21497"/>
                <a:gd name="csY50" fmla="*/ 3822 h 25797"/>
                <a:gd name="csX51" fmla="*/ 18154 w 21497"/>
                <a:gd name="csY51" fmla="*/ 4777 h 25797"/>
                <a:gd name="csX52" fmla="*/ 20065 w 21497"/>
                <a:gd name="csY52" fmla="*/ 5255 h 25797"/>
                <a:gd name="csX53" fmla="*/ 20542 w 21497"/>
                <a:gd name="csY53" fmla="*/ 5733 h 25797"/>
                <a:gd name="csX54" fmla="*/ 21020 w 21497"/>
                <a:gd name="csY54" fmla="*/ 7166 h 25797"/>
                <a:gd name="csX55" fmla="*/ 21020 w 21497"/>
                <a:gd name="csY55" fmla="*/ 8121 h 25797"/>
                <a:gd name="csX56" fmla="*/ 21020 w 21497"/>
                <a:gd name="csY56" fmla="*/ 8599 h 25797"/>
                <a:gd name="csX57" fmla="*/ 21498 w 21497"/>
                <a:gd name="csY57" fmla="*/ 9077 h 25797"/>
                <a:gd name="csX58" fmla="*/ 21020 w 21497"/>
                <a:gd name="csY58" fmla="*/ 10988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21497" h="25797">
                  <a:moveTo>
                    <a:pt x="21020" y="10988"/>
                  </a:moveTo>
                  <a:lnTo>
                    <a:pt x="19587" y="14332"/>
                  </a:lnTo>
                  <a:lnTo>
                    <a:pt x="18154" y="17198"/>
                  </a:lnTo>
                  <a:lnTo>
                    <a:pt x="16243" y="23409"/>
                  </a:lnTo>
                  <a:lnTo>
                    <a:pt x="15287" y="23409"/>
                  </a:lnTo>
                  <a:lnTo>
                    <a:pt x="14332" y="21976"/>
                  </a:lnTo>
                  <a:lnTo>
                    <a:pt x="16721" y="15287"/>
                  </a:lnTo>
                  <a:lnTo>
                    <a:pt x="17198" y="14332"/>
                  </a:lnTo>
                  <a:lnTo>
                    <a:pt x="16721" y="13854"/>
                  </a:lnTo>
                  <a:lnTo>
                    <a:pt x="16243" y="12421"/>
                  </a:lnTo>
                  <a:lnTo>
                    <a:pt x="15287" y="13854"/>
                  </a:lnTo>
                  <a:lnTo>
                    <a:pt x="11466" y="21498"/>
                  </a:lnTo>
                  <a:lnTo>
                    <a:pt x="10510" y="22931"/>
                  </a:lnTo>
                  <a:lnTo>
                    <a:pt x="10032" y="23409"/>
                  </a:lnTo>
                  <a:lnTo>
                    <a:pt x="9555" y="23886"/>
                  </a:lnTo>
                  <a:lnTo>
                    <a:pt x="7644" y="23409"/>
                  </a:lnTo>
                  <a:lnTo>
                    <a:pt x="4777" y="25797"/>
                  </a:lnTo>
                  <a:lnTo>
                    <a:pt x="10032" y="16721"/>
                  </a:lnTo>
                  <a:lnTo>
                    <a:pt x="10032" y="15765"/>
                  </a:lnTo>
                  <a:lnTo>
                    <a:pt x="9077" y="15287"/>
                  </a:lnTo>
                  <a:lnTo>
                    <a:pt x="8599" y="15765"/>
                  </a:lnTo>
                  <a:lnTo>
                    <a:pt x="4300" y="21498"/>
                  </a:lnTo>
                  <a:lnTo>
                    <a:pt x="1911" y="23886"/>
                  </a:lnTo>
                  <a:lnTo>
                    <a:pt x="0" y="22931"/>
                  </a:lnTo>
                  <a:lnTo>
                    <a:pt x="0" y="22453"/>
                  </a:lnTo>
                  <a:lnTo>
                    <a:pt x="0" y="21976"/>
                  </a:lnTo>
                  <a:lnTo>
                    <a:pt x="4300" y="15765"/>
                  </a:lnTo>
                  <a:lnTo>
                    <a:pt x="8121" y="11465"/>
                  </a:lnTo>
                  <a:lnTo>
                    <a:pt x="9555" y="9077"/>
                  </a:lnTo>
                  <a:lnTo>
                    <a:pt x="10032" y="6210"/>
                  </a:lnTo>
                  <a:lnTo>
                    <a:pt x="10510" y="4300"/>
                  </a:lnTo>
                  <a:lnTo>
                    <a:pt x="10510" y="2389"/>
                  </a:lnTo>
                  <a:lnTo>
                    <a:pt x="10510" y="1911"/>
                  </a:lnTo>
                  <a:lnTo>
                    <a:pt x="10988" y="1911"/>
                  </a:lnTo>
                  <a:lnTo>
                    <a:pt x="10988" y="2866"/>
                  </a:lnTo>
                  <a:lnTo>
                    <a:pt x="10988" y="4777"/>
                  </a:lnTo>
                  <a:lnTo>
                    <a:pt x="10510" y="9077"/>
                  </a:lnTo>
                  <a:lnTo>
                    <a:pt x="9555" y="11465"/>
                  </a:lnTo>
                  <a:lnTo>
                    <a:pt x="8599" y="13376"/>
                  </a:lnTo>
                  <a:lnTo>
                    <a:pt x="9077" y="13854"/>
                  </a:lnTo>
                  <a:lnTo>
                    <a:pt x="10510" y="12421"/>
                  </a:lnTo>
                  <a:lnTo>
                    <a:pt x="11943" y="10510"/>
                  </a:lnTo>
                  <a:lnTo>
                    <a:pt x="12899" y="7166"/>
                  </a:lnTo>
                  <a:lnTo>
                    <a:pt x="13854" y="4300"/>
                  </a:lnTo>
                  <a:lnTo>
                    <a:pt x="14332" y="0"/>
                  </a:lnTo>
                  <a:lnTo>
                    <a:pt x="14332" y="0"/>
                  </a:lnTo>
                  <a:lnTo>
                    <a:pt x="14809" y="956"/>
                  </a:lnTo>
                  <a:lnTo>
                    <a:pt x="15765" y="1433"/>
                  </a:lnTo>
                  <a:lnTo>
                    <a:pt x="16721" y="1911"/>
                  </a:lnTo>
                  <a:lnTo>
                    <a:pt x="17198" y="2389"/>
                  </a:lnTo>
                  <a:lnTo>
                    <a:pt x="17676" y="3822"/>
                  </a:lnTo>
                  <a:lnTo>
                    <a:pt x="18154" y="4777"/>
                  </a:lnTo>
                  <a:lnTo>
                    <a:pt x="20065" y="5255"/>
                  </a:lnTo>
                  <a:lnTo>
                    <a:pt x="20542" y="5733"/>
                  </a:lnTo>
                  <a:lnTo>
                    <a:pt x="21020" y="7166"/>
                  </a:lnTo>
                  <a:lnTo>
                    <a:pt x="21020" y="8121"/>
                  </a:lnTo>
                  <a:lnTo>
                    <a:pt x="21020" y="8599"/>
                  </a:lnTo>
                  <a:lnTo>
                    <a:pt x="21498" y="9077"/>
                  </a:lnTo>
                  <a:lnTo>
                    <a:pt x="21020" y="109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3" name="Freeform 3702">
              <a:extLst>
                <a:ext uri="{FF2B5EF4-FFF2-40B4-BE49-F238E27FC236}">
                  <a16:creationId xmlns:a16="http://schemas.microsoft.com/office/drawing/2014/main" id="{12591360-1D92-7794-03C6-E7E22113F737}"/>
                </a:ext>
              </a:extLst>
            </p:cNvPr>
            <p:cNvSpPr/>
            <p:nvPr/>
          </p:nvSpPr>
          <p:spPr>
            <a:xfrm>
              <a:off x="4295437" y="3489933"/>
              <a:ext cx="10032" cy="8599"/>
            </a:xfrm>
            <a:custGeom>
              <a:avLst/>
              <a:gdLst>
                <a:gd name="csX0" fmla="*/ 2389 w 10032"/>
                <a:gd name="csY0" fmla="*/ 8599 h 8599"/>
                <a:gd name="csX1" fmla="*/ 1433 w 10032"/>
                <a:gd name="csY1" fmla="*/ 8599 h 8599"/>
                <a:gd name="csX2" fmla="*/ 0 w 10032"/>
                <a:gd name="csY2" fmla="*/ 8121 h 8599"/>
                <a:gd name="csX3" fmla="*/ 478 w 10032"/>
                <a:gd name="csY3" fmla="*/ 5733 h 8599"/>
                <a:gd name="csX4" fmla="*/ 1911 w 10032"/>
                <a:gd name="csY4" fmla="*/ 4777 h 8599"/>
                <a:gd name="csX5" fmla="*/ 4300 w 10032"/>
                <a:gd name="csY5" fmla="*/ 3822 h 8599"/>
                <a:gd name="csX6" fmla="*/ 4777 w 10032"/>
                <a:gd name="csY6" fmla="*/ 3344 h 8599"/>
                <a:gd name="csX7" fmla="*/ 5733 w 10032"/>
                <a:gd name="csY7" fmla="*/ 2866 h 8599"/>
                <a:gd name="csX8" fmla="*/ 6688 w 10032"/>
                <a:gd name="csY8" fmla="*/ 2866 h 8599"/>
                <a:gd name="csX9" fmla="*/ 8121 w 10032"/>
                <a:gd name="csY9" fmla="*/ 1911 h 8599"/>
                <a:gd name="csX10" fmla="*/ 9555 w 10032"/>
                <a:gd name="csY10" fmla="*/ 0 h 8599"/>
                <a:gd name="csX11" fmla="*/ 10032 w 10032"/>
                <a:gd name="csY11" fmla="*/ 0 h 8599"/>
                <a:gd name="csX12" fmla="*/ 9077 w 10032"/>
                <a:gd name="csY12" fmla="*/ 2389 h 8599"/>
                <a:gd name="csX13" fmla="*/ 8121 w 10032"/>
                <a:gd name="csY13" fmla="*/ 4777 h 8599"/>
                <a:gd name="csX14" fmla="*/ 2389 w 10032"/>
                <a:gd name="csY14" fmla="*/ 8599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0032" h="8599">
                  <a:moveTo>
                    <a:pt x="2389" y="8599"/>
                  </a:moveTo>
                  <a:lnTo>
                    <a:pt x="1433" y="8599"/>
                  </a:lnTo>
                  <a:lnTo>
                    <a:pt x="0" y="8121"/>
                  </a:lnTo>
                  <a:lnTo>
                    <a:pt x="478" y="5733"/>
                  </a:lnTo>
                  <a:lnTo>
                    <a:pt x="1911" y="4777"/>
                  </a:lnTo>
                  <a:lnTo>
                    <a:pt x="4300" y="3822"/>
                  </a:lnTo>
                  <a:lnTo>
                    <a:pt x="4777" y="3344"/>
                  </a:lnTo>
                  <a:lnTo>
                    <a:pt x="5733" y="2866"/>
                  </a:lnTo>
                  <a:lnTo>
                    <a:pt x="6688" y="2866"/>
                  </a:lnTo>
                  <a:lnTo>
                    <a:pt x="8121" y="1911"/>
                  </a:lnTo>
                  <a:lnTo>
                    <a:pt x="9555" y="0"/>
                  </a:lnTo>
                  <a:lnTo>
                    <a:pt x="10032" y="0"/>
                  </a:lnTo>
                  <a:lnTo>
                    <a:pt x="9077" y="2389"/>
                  </a:lnTo>
                  <a:lnTo>
                    <a:pt x="8121" y="4777"/>
                  </a:lnTo>
                  <a:lnTo>
                    <a:pt x="2389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4" name="Freeform 3703">
              <a:extLst>
                <a:ext uri="{FF2B5EF4-FFF2-40B4-BE49-F238E27FC236}">
                  <a16:creationId xmlns:a16="http://schemas.microsoft.com/office/drawing/2014/main" id="{F76125B9-23A9-99EA-BDCC-DC57B7F11A90}"/>
                </a:ext>
              </a:extLst>
            </p:cNvPr>
            <p:cNvSpPr/>
            <p:nvPr/>
          </p:nvSpPr>
          <p:spPr>
            <a:xfrm>
              <a:off x="4318846" y="3490889"/>
              <a:ext cx="5254" cy="10032"/>
            </a:xfrm>
            <a:custGeom>
              <a:avLst/>
              <a:gdLst>
                <a:gd name="csX0" fmla="*/ 1433 w 5254"/>
                <a:gd name="csY0" fmla="*/ 9555 h 10032"/>
                <a:gd name="csX1" fmla="*/ 478 w 5254"/>
                <a:gd name="csY1" fmla="*/ 10032 h 10032"/>
                <a:gd name="csX2" fmla="*/ 0 w 5254"/>
                <a:gd name="csY2" fmla="*/ 10032 h 10032"/>
                <a:gd name="csX3" fmla="*/ 0 w 5254"/>
                <a:gd name="csY3" fmla="*/ 8599 h 10032"/>
                <a:gd name="csX4" fmla="*/ 956 w 5254"/>
                <a:gd name="csY4" fmla="*/ 6688 h 10032"/>
                <a:gd name="csX5" fmla="*/ 1433 w 5254"/>
                <a:gd name="csY5" fmla="*/ 4777 h 10032"/>
                <a:gd name="csX6" fmla="*/ 1911 w 5254"/>
                <a:gd name="csY6" fmla="*/ 3344 h 10032"/>
                <a:gd name="csX7" fmla="*/ 2389 w 5254"/>
                <a:gd name="csY7" fmla="*/ 1911 h 10032"/>
                <a:gd name="csX8" fmla="*/ 2866 w 5254"/>
                <a:gd name="csY8" fmla="*/ 478 h 10032"/>
                <a:gd name="csX9" fmla="*/ 3822 w 5254"/>
                <a:gd name="csY9" fmla="*/ 0 h 10032"/>
                <a:gd name="csX10" fmla="*/ 4777 w 5254"/>
                <a:gd name="csY10" fmla="*/ 0 h 10032"/>
                <a:gd name="csX11" fmla="*/ 5255 w 5254"/>
                <a:gd name="csY11" fmla="*/ 3822 h 10032"/>
                <a:gd name="csX12" fmla="*/ 4777 w 5254"/>
                <a:gd name="csY12" fmla="*/ 5733 h 10032"/>
                <a:gd name="csX13" fmla="*/ 3822 w 5254"/>
                <a:gd name="csY13" fmla="*/ 7166 h 10032"/>
                <a:gd name="csX14" fmla="*/ 2866 w 5254"/>
                <a:gd name="csY14" fmla="*/ 8599 h 10032"/>
                <a:gd name="csX15" fmla="*/ 1433 w 5254"/>
                <a:gd name="csY15" fmla="*/ 9555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254" h="10032">
                  <a:moveTo>
                    <a:pt x="1433" y="9555"/>
                  </a:moveTo>
                  <a:lnTo>
                    <a:pt x="478" y="10032"/>
                  </a:lnTo>
                  <a:lnTo>
                    <a:pt x="0" y="10032"/>
                  </a:lnTo>
                  <a:lnTo>
                    <a:pt x="0" y="8599"/>
                  </a:lnTo>
                  <a:lnTo>
                    <a:pt x="956" y="6688"/>
                  </a:lnTo>
                  <a:lnTo>
                    <a:pt x="1433" y="4777"/>
                  </a:lnTo>
                  <a:lnTo>
                    <a:pt x="1911" y="3344"/>
                  </a:lnTo>
                  <a:lnTo>
                    <a:pt x="2389" y="1911"/>
                  </a:lnTo>
                  <a:lnTo>
                    <a:pt x="2866" y="478"/>
                  </a:lnTo>
                  <a:lnTo>
                    <a:pt x="3822" y="0"/>
                  </a:lnTo>
                  <a:lnTo>
                    <a:pt x="4777" y="0"/>
                  </a:lnTo>
                  <a:lnTo>
                    <a:pt x="5255" y="3822"/>
                  </a:lnTo>
                  <a:lnTo>
                    <a:pt x="4777" y="5733"/>
                  </a:lnTo>
                  <a:lnTo>
                    <a:pt x="3822" y="7166"/>
                  </a:lnTo>
                  <a:lnTo>
                    <a:pt x="2866" y="8599"/>
                  </a:lnTo>
                  <a:lnTo>
                    <a:pt x="1433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5" name="Freeform 3704">
              <a:extLst>
                <a:ext uri="{FF2B5EF4-FFF2-40B4-BE49-F238E27FC236}">
                  <a16:creationId xmlns:a16="http://schemas.microsoft.com/office/drawing/2014/main" id="{6349FDBB-400F-4EB4-8D7A-B12DC2FC88B3}"/>
                </a:ext>
              </a:extLst>
            </p:cNvPr>
            <p:cNvSpPr/>
            <p:nvPr/>
          </p:nvSpPr>
          <p:spPr>
            <a:xfrm>
              <a:off x="4669977" y="3500443"/>
              <a:ext cx="4777" cy="4299"/>
            </a:xfrm>
            <a:custGeom>
              <a:avLst/>
              <a:gdLst>
                <a:gd name="csX0" fmla="*/ 4300 w 4777"/>
                <a:gd name="csY0" fmla="*/ 3344 h 4299"/>
                <a:gd name="csX1" fmla="*/ 4300 w 4777"/>
                <a:gd name="csY1" fmla="*/ 4300 h 4299"/>
                <a:gd name="csX2" fmla="*/ 1433 w 4777"/>
                <a:gd name="csY2" fmla="*/ 3822 h 4299"/>
                <a:gd name="csX3" fmla="*/ 478 w 4777"/>
                <a:gd name="csY3" fmla="*/ 3344 h 4299"/>
                <a:gd name="csX4" fmla="*/ 0 w 4777"/>
                <a:gd name="csY4" fmla="*/ 2866 h 4299"/>
                <a:gd name="csX5" fmla="*/ 478 w 4777"/>
                <a:gd name="csY5" fmla="*/ 1911 h 4299"/>
                <a:gd name="csX6" fmla="*/ 956 w 4777"/>
                <a:gd name="csY6" fmla="*/ 955 h 4299"/>
                <a:gd name="csX7" fmla="*/ 2389 w 4777"/>
                <a:gd name="csY7" fmla="*/ 0 h 4299"/>
                <a:gd name="csX8" fmla="*/ 2866 w 4777"/>
                <a:gd name="csY8" fmla="*/ 478 h 4299"/>
                <a:gd name="csX9" fmla="*/ 4777 w 4777"/>
                <a:gd name="csY9" fmla="*/ 1433 h 4299"/>
                <a:gd name="csX10" fmla="*/ 4777 w 4777"/>
                <a:gd name="csY10" fmla="*/ 1911 h 4299"/>
                <a:gd name="csX11" fmla="*/ 4300 w 4777"/>
                <a:gd name="csY11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77" h="4299">
                  <a:moveTo>
                    <a:pt x="4300" y="3344"/>
                  </a:moveTo>
                  <a:lnTo>
                    <a:pt x="4300" y="4300"/>
                  </a:lnTo>
                  <a:lnTo>
                    <a:pt x="1433" y="3822"/>
                  </a:lnTo>
                  <a:lnTo>
                    <a:pt x="478" y="3344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956" y="955"/>
                  </a:lnTo>
                  <a:lnTo>
                    <a:pt x="2389" y="0"/>
                  </a:lnTo>
                  <a:lnTo>
                    <a:pt x="2866" y="478"/>
                  </a:lnTo>
                  <a:lnTo>
                    <a:pt x="4777" y="1433"/>
                  </a:lnTo>
                  <a:lnTo>
                    <a:pt x="4777" y="1911"/>
                  </a:lnTo>
                  <a:lnTo>
                    <a:pt x="430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6" name="Freeform 3705">
              <a:extLst>
                <a:ext uri="{FF2B5EF4-FFF2-40B4-BE49-F238E27FC236}">
                  <a16:creationId xmlns:a16="http://schemas.microsoft.com/office/drawing/2014/main" id="{8D6FFA5A-7F6E-758F-B26B-01CB358851DA}"/>
                </a:ext>
              </a:extLst>
            </p:cNvPr>
            <p:cNvSpPr/>
            <p:nvPr/>
          </p:nvSpPr>
          <p:spPr>
            <a:xfrm>
              <a:off x="3294116" y="3536273"/>
              <a:ext cx="7643" cy="9076"/>
            </a:xfrm>
            <a:custGeom>
              <a:avLst/>
              <a:gdLst>
                <a:gd name="csX0" fmla="*/ 7166 w 7643"/>
                <a:gd name="csY0" fmla="*/ 0 h 9076"/>
                <a:gd name="csX1" fmla="*/ 7644 w 7643"/>
                <a:gd name="csY1" fmla="*/ 2389 h 9076"/>
                <a:gd name="csX2" fmla="*/ 4777 w 7643"/>
                <a:gd name="csY2" fmla="*/ 6688 h 9076"/>
                <a:gd name="csX3" fmla="*/ 956 w 7643"/>
                <a:gd name="csY3" fmla="*/ 9077 h 9076"/>
                <a:gd name="csX4" fmla="*/ 0 w 7643"/>
                <a:gd name="csY4" fmla="*/ 8121 h 9076"/>
                <a:gd name="csX5" fmla="*/ 1911 w 7643"/>
                <a:gd name="csY5" fmla="*/ 621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43" h="9076">
                  <a:moveTo>
                    <a:pt x="7166" y="0"/>
                  </a:moveTo>
                  <a:lnTo>
                    <a:pt x="7644" y="2389"/>
                  </a:lnTo>
                  <a:lnTo>
                    <a:pt x="4777" y="6688"/>
                  </a:lnTo>
                  <a:lnTo>
                    <a:pt x="956" y="9077"/>
                  </a:lnTo>
                  <a:lnTo>
                    <a:pt x="0" y="8121"/>
                  </a:lnTo>
                  <a:lnTo>
                    <a:pt x="1911" y="62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7" name="Freeform 3706">
              <a:extLst>
                <a:ext uri="{FF2B5EF4-FFF2-40B4-BE49-F238E27FC236}">
                  <a16:creationId xmlns:a16="http://schemas.microsoft.com/office/drawing/2014/main" id="{7E360A00-EEE6-44EB-C4D8-53816A05343E}"/>
                </a:ext>
              </a:extLst>
            </p:cNvPr>
            <p:cNvSpPr/>
            <p:nvPr/>
          </p:nvSpPr>
          <p:spPr>
            <a:xfrm>
              <a:off x="3286472" y="3548694"/>
              <a:ext cx="4299" cy="4777"/>
            </a:xfrm>
            <a:custGeom>
              <a:avLst/>
              <a:gdLst>
                <a:gd name="csX0" fmla="*/ 956 w 4299"/>
                <a:gd name="csY0" fmla="*/ 4777 h 4777"/>
                <a:gd name="csX1" fmla="*/ 478 w 4299"/>
                <a:gd name="csY1" fmla="*/ 4777 h 4777"/>
                <a:gd name="csX2" fmla="*/ 0 w 4299"/>
                <a:gd name="csY2" fmla="*/ 4300 h 4777"/>
                <a:gd name="csX3" fmla="*/ 478 w 4299"/>
                <a:gd name="csY3" fmla="*/ 2866 h 4777"/>
                <a:gd name="csX4" fmla="*/ 956 w 4299"/>
                <a:gd name="csY4" fmla="*/ 478 h 4777"/>
                <a:gd name="csX5" fmla="*/ 1433 w 4299"/>
                <a:gd name="csY5" fmla="*/ 0 h 4777"/>
                <a:gd name="csX6" fmla="*/ 3822 w 4299"/>
                <a:gd name="csY6" fmla="*/ 478 h 4777"/>
                <a:gd name="csX7" fmla="*/ 4300 w 4299"/>
                <a:gd name="csY7" fmla="*/ 478 h 4777"/>
                <a:gd name="csX8" fmla="*/ 4300 w 4299"/>
                <a:gd name="csY8" fmla="*/ 955 h 4777"/>
                <a:gd name="csX9" fmla="*/ 4300 w 4299"/>
                <a:gd name="csY9" fmla="*/ 1911 h 4777"/>
                <a:gd name="csX10" fmla="*/ 3344 w 4299"/>
                <a:gd name="csY10" fmla="*/ 2866 h 4777"/>
                <a:gd name="csX11" fmla="*/ 956 w 4299"/>
                <a:gd name="csY11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4777">
                  <a:moveTo>
                    <a:pt x="956" y="4777"/>
                  </a:moveTo>
                  <a:lnTo>
                    <a:pt x="478" y="4777"/>
                  </a:lnTo>
                  <a:lnTo>
                    <a:pt x="0" y="4300"/>
                  </a:lnTo>
                  <a:lnTo>
                    <a:pt x="478" y="2866"/>
                  </a:lnTo>
                  <a:lnTo>
                    <a:pt x="956" y="478"/>
                  </a:lnTo>
                  <a:lnTo>
                    <a:pt x="1433" y="0"/>
                  </a:lnTo>
                  <a:lnTo>
                    <a:pt x="3822" y="478"/>
                  </a:lnTo>
                  <a:lnTo>
                    <a:pt x="4300" y="478"/>
                  </a:lnTo>
                  <a:lnTo>
                    <a:pt x="4300" y="955"/>
                  </a:lnTo>
                  <a:lnTo>
                    <a:pt x="4300" y="1911"/>
                  </a:lnTo>
                  <a:lnTo>
                    <a:pt x="3344" y="2866"/>
                  </a:lnTo>
                  <a:lnTo>
                    <a:pt x="95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8" name="Freeform 3707">
              <a:extLst>
                <a:ext uri="{FF2B5EF4-FFF2-40B4-BE49-F238E27FC236}">
                  <a16:creationId xmlns:a16="http://schemas.microsoft.com/office/drawing/2014/main" id="{C782608B-660F-CBC0-A856-6C6A1FB2E75B}"/>
                </a:ext>
              </a:extLst>
            </p:cNvPr>
            <p:cNvSpPr/>
            <p:nvPr/>
          </p:nvSpPr>
          <p:spPr>
            <a:xfrm>
              <a:off x="3244432" y="3563503"/>
              <a:ext cx="28186" cy="29619"/>
            </a:xfrm>
            <a:custGeom>
              <a:avLst/>
              <a:gdLst>
                <a:gd name="csX0" fmla="*/ 8599 w 28186"/>
                <a:gd name="csY0" fmla="*/ 956 h 29619"/>
                <a:gd name="csX1" fmla="*/ 10510 w 28186"/>
                <a:gd name="csY1" fmla="*/ 2866 h 29619"/>
                <a:gd name="csX2" fmla="*/ 14810 w 28186"/>
                <a:gd name="csY2" fmla="*/ 1911 h 29619"/>
                <a:gd name="csX3" fmla="*/ 15765 w 28186"/>
                <a:gd name="csY3" fmla="*/ 1911 h 29619"/>
                <a:gd name="csX4" fmla="*/ 16243 w 28186"/>
                <a:gd name="csY4" fmla="*/ 2389 h 29619"/>
                <a:gd name="csX5" fmla="*/ 17198 w 28186"/>
                <a:gd name="csY5" fmla="*/ 4300 h 29619"/>
                <a:gd name="csX6" fmla="*/ 18154 w 28186"/>
                <a:gd name="csY6" fmla="*/ 6211 h 29619"/>
                <a:gd name="csX7" fmla="*/ 18631 w 28186"/>
                <a:gd name="csY7" fmla="*/ 8599 h 29619"/>
                <a:gd name="csX8" fmla="*/ 18154 w 28186"/>
                <a:gd name="csY8" fmla="*/ 9555 h 29619"/>
                <a:gd name="csX9" fmla="*/ 17198 w 28186"/>
                <a:gd name="csY9" fmla="*/ 10510 h 29619"/>
                <a:gd name="csX10" fmla="*/ 10510 w 28186"/>
                <a:gd name="csY10" fmla="*/ 14332 h 29619"/>
                <a:gd name="csX11" fmla="*/ 10032 w 28186"/>
                <a:gd name="csY11" fmla="*/ 14810 h 29619"/>
                <a:gd name="csX12" fmla="*/ 10510 w 28186"/>
                <a:gd name="csY12" fmla="*/ 15287 h 29619"/>
                <a:gd name="csX13" fmla="*/ 10988 w 28186"/>
                <a:gd name="csY13" fmla="*/ 15765 h 29619"/>
                <a:gd name="csX14" fmla="*/ 12421 w 28186"/>
                <a:gd name="csY14" fmla="*/ 15765 h 29619"/>
                <a:gd name="csX15" fmla="*/ 17676 w 28186"/>
                <a:gd name="csY15" fmla="*/ 14810 h 29619"/>
                <a:gd name="csX16" fmla="*/ 18154 w 28186"/>
                <a:gd name="csY16" fmla="*/ 13854 h 29619"/>
                <a:gd name="csX17" fmla="*/ 18631 w 28186"/>
                <a:gd name="csY17" fmla="*/ 10988 h 29619"/>
                <a:gd name="csX18" fmla="*/ 19109 w 28186"/>
                <a:gd name="csY18" fmla="*/ 9077 h 29619"/>
                <a:gd name="csX19" fmla="*/ 19587 w 28186"/>
                <a:gd name="csY19" fmla="*/ 8121 h 29619"/>
                <a:gd name="csX20" fmla="*/ 19109 w 28186"/>
                <a:gd name="csY20" fmla="*/ 5255 h 29619"/>
                <a:gd name="csX21" fmla="*/ 19109 w 28186"/>
                <a:gd name="csY21" fmla="*/ 3822 h 29619"/>
                <a:gd name="csX22" fmla="*/ 22931 w 28186"/>
                <a:gd name="csY22" fmla="*/ 3822 h 29619"/>
                <a:gd name="csX23" fmla="*/ 25320 w 28186"/>
                <a:gd name="csY23" fmla="*/ 2389 h 29619"/>
                <a:gd name="csX24" fmla="*/ 27708 w 28186"/>
                <a:gd name="csY24" fmla="*/ 478 h 29619"/>
                <a:gd name="csX25" fmla="*/ 28186 w 28186"/>
                <a:gd name="csY25" fmla="*/ 478 h 29619"/>
                <a:gd name="csX26" fmla="*/ 27708 w 28186"/>
                <a:gd name="csY26" fmla="*/ 4300 h 29619"/>
                <a:gd name="csX27" fmla="*/ 27708 w 28186"/>
                <a:gd name="csY27" fmla="*/ 5255 h 29619"/>
                <a:gd name="csX28" fmla="*/ 25320 w 28186"/>
                <a:gd name="csY28" fmla="*/ 10032 h 29619"/>
                <a:gd name="csX29" fmla="*/ 23886 w 28186"/>
                <a:gd name="csY29" fmla="*/ 13854 h 29619"/>
                <a:gd name="csX30" fmla="*/ 22931 w 28186"/>
                <a:gd name="csY30" fmla="*/ 17676 h 29619"/>
                <a:gd name="csX31" fmla="*/ 22931 w 28186"/>
                <a:gd name="csY31" fmla="*/ 23886 h 29619"/>
                <a:gd name="csX32" fmla="*/ 22453 w 28186"/>
                <a:gd name="csY32" fmla="*/ 26275 h 29619"/>
                <a:gd name="csX33" fmla="*/ 21498 w 28186"/>
                <a:gd name="csY33" fmla="*/ 27231 h 29619"/>
                <a:gd name="csX34" fmla="*/ 14810 w 28186"/>
                <a:gd name="csY34" fmla="*/ 29619 h 29619"/>
                <a:gd name="csX35" fmla="*/ 11465 w 28186"/>
                <a:gd name="csY35" fmla="*/ 29619 h 29619"/>
                <a:gd name="csX36" fmla="*/ 8121 w 28186"/>
                <a:gd name="csY36" fmla="*/ 27708 h 29619"/>
                <a:gd name="csX37" fmla="*/ 6688 w 28186"/>
                <a:gd name="csY37" fmla="*/ 26275 h 29619"/>
                <a:gd name="csX38" fmla="*/ 7644 w 28186"/>
                <a:gd name="csY38" fmla="*/ 24364 h 29619"/>
                <a:gd name="csX39" fmla="*/ 8599 w 28186"/>
                <a:gd name="csY39" fmla="*/ 24364 h 29619"/>
                <a:gd name="csX40" fmla="*/ 10510 w 28186"/>
                <a:gd name="csY40" fmla="*/ 24364 h 29619"/>
                <a:gd name="csX41" fmla="*/ 12421 w 28186"/>
                <a:gd name="csY41" fmla="*/ 25320 h 29619"/>
                <a:gd name="csX42" fmla="*/ 13376 w 28186"/>
                <a:gd name="csY42" fmla="*/ 25320 h 29619"/>
                <a:gd name="csX43" fmla="*/ 12899 w 28186"/>
                <a:gd name="csY43" fmla="*/ 24842 h 29619"/>
                <a:gd name="csX44" fmla="*/ 8121 w 28186"/>
                <a:gd name="csY44" fmla="*/ 21498 h 29619"/>
                <a:gd name="csX45" fmla="*/ 4777 w 28186"/>
                <a:gd name="csY45" fmla="*/ 20065 h 29619"/>
                <a:gd name="csX46" fmla="*/ 3822 w 28186"/>
                <a:gd name="csY46" fmla="*/ 18154 h 29619"/>
                <a:gd name="csX47" fmla="*/ 3822 w 28186"/>
                <a:gd name="csY47" fmla="*/ 17198 h 29619"/>
                <a:gd name="csX48" fmla="*/ 3344 w 28186"/>
                <a:gd name="csY48" fmla="*/ 16243 h 29619"/>
                <a:gd name="csX49" fmla="*/ 955 w 28186"/>
                <a:gd name="csY49" fmla="*/ 11943 h 29619"/>
                <a:gd name="csX50" fmla="*/ 0 w 28186"/>
                <a:gd name="csY50" fmla="*/ 10032 h 29619"/>
                <a:gd name="csX51" fmla="*/ 0 w 28186"/>
                <a:gd name="csY51" fmla="*/ 7644 h 29619"/>
                <a:gd name="csX52" fmla="*/ 0 w 28186"/>
                <a:gd name="csY52" fmla="*/ 4777 h 29619"/>
                <a:gd name="csX53" fmla="*/ 478 w 28186"/>
                <a:gd name="csY53" fmla="*/ 478 h 29619"/>
                <a:gd name="csX54" fmla="*/ 955 w 28186"/>
                <a:gd name="csY54" fmla="*/ 0 h 29619"/>
                <a:gd name="csX55" fmla="*/ 1911 w 28186"/>
                <a:gd name="csY55" fmla="*/ 0 h 29619"/>
                <a:gd name="csX56" fmla="*/ 3822 w 28186"/>
                <a:gd name="csY56" fmla="*/ 478 h 29619"/>
                <a:gd name="csX57" fmla="*/ 8599 w 28186"/>
                <a:gd name="csY57" fmla="*/ 956 h 29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</a:cxnLst>
              <a:rect l="l" t="t" r="r" b="b"/>
              <a:pathLst>
                <a:path w="28186" h="29619">
                  <a:moveTo>
                    <a:pt x="8599" y="956"/>
                  </a:moveTo>
                  <a:lnTo>
                    <a:pt x="10510" y="2866"/>
                  </a:lnTo>
                  <a:lnTo>
                    <a:pt x="14810" y="1911"/>
                  </a:lnTo>
                  <a:lnTo>
                    <a:pt x="15765" y="1911"/>
                  </a:lnTo>
                  <a:lnTo>
                    <a:pt x="16243" y="2389"/>
                  </a:lnTo>
                  <a:lnTo>
                    <a:pt x="17198" y="4300"/>
                  </a:lnTo>
                  <a:lnTo>
                    <a:pt x="18154" y="6211"/>
                  </a:lnTo>
                  <a:lnTo>
                    <a:pt x="18631" y="8599"/>
                  </a:lnTo>
                  <a:lnTo>
                    <a:pt x="18154" y="9555"/>
                  </a:lnTo>
                  <a:lnTo>
                    <a:pt x="17198" y="10510"/>
                  </a:lnTo>
                  <a:lnTo>
                    <a:pt x="10510" y="14332"/>
                  </a:lnTo>
                  <a:lnTo>
                    <a:pt x="10032" y="14810"/>
                  </a:lnTo>
                  <a:lnTo>
                    <a:pt x="10510" y="15287"/>
                  </a:lnTo>
                  <a:lnTo>
                    <a:pt x="10988" y="15765"/>
                  </a:lnTo>
                  <a:lnTo>
                    <a:pt x="12421" y="15765"/>
                  </a:lnTo>
                  <a:lnTo>
                    <a:pt x="17676" y="14810"/>
                  </a:lnTo>
                  <a:lnTo>
                    <a:pt x="18154" y="13854"/>
                  </a:lnTo>
                  <a:lnTo>
                    <a:pt x="18631" y="10988"/>
                  </a:lnTo>
                  <a:lnTo>
                    <a:pt x="19109" y="9077"/>
                  </a:lnTo>
                  <a:lnTo>
                    <a:pt x="19587" y="8121"/>
                  </a:lnTo>
                  <a:lnTo>
                    <a:pt x="19109" y="5255"/>
                  </a:lnTo>
                  <a:lnTo>
                    <a:pt x="19109" y="3822"/>
                  </a:lnTo>
                  <a:lnTo>
                    <a:pt x="22931" y="3822"/>
                  </a:lnTo>
                  <a:lnTo>
                    <a:pt x="25320" y="2389"/>
                  </a:lnTo>
                  <a:lnTo>
                    <a:pt x="27708" y="478"/>
                  </a:lnTo>
                  <a:lnTo>
                    <a:pt x="28186" y="478"/>
                  </a:lnTo>
                  <a:lnTo>
                    <a:pt x="27708" y="4300"/>
                  </a:lnTo>
                  <a:lnTo>
                    <a:pt x="27708" y="5255"/>
                  </a:lnTo>
                  <a:lnTo>
                    <a:pt x="25320" y="10032"/>
                  </a:lnTo>
                  <a:lnTo>
                    <a:pt x="23886" y="13854"/>
                  </a:lnTo>
                  <a:lnTo>
                    <a:pt x="22931" y="17676"/>
                  </a:lnTo>
                  <a:lnTo>
                    <a:pt x="22931" y="23886"/>
                  </a:lnTo>
                  <a:lnTo>
                    <a:pt x="22453" y="26275"/>
                  </a:lnTo>
                  <a:lnTo>
                    <a:pt x="21498" y="27231"/>
                  </a:lnTo>
                  <a:lnTo>
                    <a:pt x="14810" y="29619"/>
                  </a:lnTo>
                  <a:lnTo>
                    <a:pt x="11465" y="29619"/>
                  </a:lnTo>
                  <a:lnTo>
                    <a:pt x="8121" y="27708"/>
                  </a:lnTo>
                  <a:lnTo>
                    <a:pt x="6688" y="26275"/>
                  </a:lnTo>
                  <a:lnTo>
                    <a:pt x="7644" y="24364"/>
                  </a:lnTo>
                  <a:lnTo>
                    <a:pt x="8599" y="24364"/>
                  </a:lnTo>
                  <a:lnTo>
                    <a:pt x="10510" y="24364"/>
                  </a:lnTo>
                  <a:lnTo>
                    <a:pt x="12421" y="25320"/>
                  </a:lnTo>
                  <a:lnTo>
                    <a:pt x="13376" y="25320"/>
                  </a:lnTo>
                  <a:lnTo>
                    <a:pt x="12899" y="24842"/>
                  </a:lnTo>
                  <a:lnTo>
                    <a:pt x="8121" y="21498"/>
                  </a:lnTo>
                  <a:lnTo>
                    <a:pt x="4777" y="20065"/>
                  </a:lnTo>
                  <a:lnTo>
                    <a:pt x="3822" y="18154"/>
                  </a:lnTo>
                  <a:lnTo>
                    <a:pt x="3822" y="17198"/>
                  </a:lnTo>
                  <a:lnTo>
                    <a:pt x="3344" y="16243"/>
                  </a:lnTo>
                  <a:lnTo>
                    <a:pt x="955" y="11943"/>
                  </a:lnTo>
                  <a:lnTo>
                    <a:pt x="0" y="10032"/>
                  </a:lnTo>
                  <a:lnTo>
                    <a:pt x="0" y="7644"/>
                  </a:lnTo>
                  <a:lnTo>
                    <a:pt x="0" y="4777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3822" y="478"/>
                  </a:lnTo>
                  <a:lnTo>
                    <a:pt x="859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9" name="Freeform 3708">
              <a:extLst>
                <a:ext uri="{FF2B5EF4-FFF2-40B4-BE49-F238E27FC236}">
                  <a16:creationId xmlns:a16="http://schemas.microsoft.com/office/drawing/2014/main" id="{EB230F11-B55A-43C9-E7B1-77730BA70636}"/>
                </a:ext>
              </a:extLst>
            </p:cNvPr>
            <p:cNvSpPr/>
            <p:nvPr/>
          </p:nvSpPr>
          <p:spPr>
            <a:xfrm>
              <a:off x="3291727" y="3565892"/>
              <a:ext cx="9076" cy="7165"/>
            </a:xfrm>
            <a:custGeom>
              <a:avLst/>
              <a:gdLst>
                <a:gd name="csX0" fmla="*/ 9077 w 9076"/>
                <a:gd name="csY0" fmla="*/ 3822 h 7165"/>
                <a:gd name="csX1" fmla="*/ 8599 w 9076"/>
                <a:gd name="csY1" fmla="*/ 4777 h 7165"/>
                <a:gd name="csX2" fmla="*/ 7166 w 9076"/>
                <a:gd name="csY2" fmla="*/ 6688 h 7165"/>
                <a:gd name="csX3" fmla="*/ 6210 w 9076"/>
                <a:gd name="csY3" fmla="*/ 7166 h 7165"/>
                <a:gd name="csX4" fmla="*/ 5733 w 9076"/>
                <a:gd name="csY4" fmla="*/ 7166 h 7165"/>
                <a:gd name="csX5" fmla="*/ 4777 w 9076"/>
                <a:gd name="csY5" fmla="*/ 6688 h 7165"/>
                <a:gd name="csX6" fmla="*/ 3344 w 9076"/>
                <a:gd name="csY6" fmla="*/ 5255 h 7165"/>
                <a:gd name="csX7" fmla="*/ 2389 w 9076"/>
                <a:gd name="csY7" fmla="*/ 4300 h 7165"/>
                <a:gd name="csX8" fmla="*/ 1433 w 9076"/>
                <a:gd name="csY8" fmla="*/ 4300 h 7165"/>
                <a:gd name="csX9" fmla="*/ 1433 w 9076"/>
                <a:gd name="csY9" fmla="*/ 5255 h 7165"/>
                <a:gd name="csX10" fmla="*/ 956 w 9076"/>
                <a:gd name="csY10" fmla="*/ 5733 h 7165"/>
                <a:gd name="csX11" fmla="*/ 1433 w 9076"/>
                <a:gd name="csY11" fmla="*/ 6688 h 7165"/>
                <a:gd name="csX12" fmla="*/ 1433 w 9076"/>
                <a:gd name="csY12" fmla="*/ 7166 h 7165"/>
                <a:gd name="csX13" fmla="*/ 956 w 9076"/>
                <a:gd name="csY13" fmla="*/ 7166 h 7165"/>
                <a:gd name="csX14" fmla="*/ 478 w 9076"/>
                <a:gd name="csY14" fmla="*/ 6688 h 7165"/>
                <a:gd name="csX15" fmla="*/ 0 w 9076"/>
                <a:gd name="csY15" fmla="*/ 5733 h 7165"/>
                <a:gd name="csX16" fmla="*/ 0 w 9076"/>
                <a:gd name="csY16" fmla="*/ 4777 h 7165"/>
                <a:gd name="csX17" fmla="*/ 0 w 9076"/>
                <a:gd name="csY17" fmla="*/ 4300 h 7165"/>
                <a:gd name="csX18" fmla="*/ 956 w 9076"/>
                <a:gd name="csY18" fmla="*/ 2866 h 7165"/>
                <a:gd name="csX19" fmla="*/ 4300 w 9076"/>
                <a:gd name="csY19" fmla="*/ 478 h 7165"/>
                <a:gd name="csX20" fmla="*/ 5255 w 9076"/>
                <a:gd name="csY20" fmla="*/ 0 h 7165"/>
                <a:gd name="csX21" fmla="*/ 6210 w 9076"/>
                <a:gd name="csY21" fmla="*/ 0 h 7165"/>
                <a:gd name="csX22" fmla="*/ 7644 w 9076"/>
                <a:gd name="csY22" fmla="*/ 956 h 7165"/>
                <a:gd name="csX23" fmla="*/ 8121 w 9076"/>
                <a:gd name="csY23" fmla="*/ 1433 h 7165"/>
                <a:gd name="csX24" fmla="*/ 9077 w 9076"/>
                <a:gd name="csY24" fmla="*/ 3822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9076" h="7165">
                  <a:moveTo>
                    <a:pt x="9077" y="3822"/>
                  </a:moveTo>
                  <a:lnTo>
                    <a:pt x="8599" y="4777"/>
                  </a:lnTo>
                  <a:lnTo>
                    <a:pt x="7166" y="6688"/>
                  </a:lnTo>
                  <a:lnTo>
                    <a:pt x="6210" y="7166"/>
                  </a:lnTo>
                  <a:lnTo>
                    <a:pt x="5733" y="7166"/>
                  </a:lnTo>
                  <a:lnTo>
                    <a:pt x="4777" y="6688"/>
                  </a:lnTo>
                  <a:lnTo>
                    <a:pt x="3344" y="5255"/>
                  </a:lnTo>
                  <a:lnTo>
                    <a:pt x="2389" y="4300"/>
                  </a:lnTo>
                  <a:lnTo>
                    <a:pt x="1433" y="4300"/>
                  </a:lnTo>
                  <a:lnTo>
                    <a:pt x="1433" y="5255"/>
                  </a:lnTo>
                  <a:lnTo>
                    <a:pt x="956" y="5733"/>
                  </a:lnTo>
                  <a:lnTo>
                    <a:pt x="1433" y="6688"/>
                  </a:lnTo>
                  <a:lnTo>
                    <a:pt x="1433" y="7166"/>
                  </a:lnTo>
                  <a:lnTo>
                    <a:pt x="956" y="7166"/>
                  </a:lnTo>
                  <a:lnTo>
                    <a:pt x="478" y="6688"/>
                  </a:lnTo>
                  <a:lnTo>
                    <a:pt x="0" y="5733"/>
                  </a:lnTo>
                  <a:lnTo>
                    <a:pt x="0" y="4777"/>
                  </a:lnTo>
                  <a:lnTo>
                    <a:pt x="0" y="4300"/>
                  </a:lnTo>
                  <a:lnTo>
                    <a:pt x="956" y="2866"/>
                  </a:lnTo>
                  <a:lnTo>
                    <a:pt x="4300" y="478"/>
                  </a:lnTo>
                  <a:lnTo>
                    <a:pt x="5255" y="0"/>
                  </a:lnTo>
                  <a:lnTo>
                    <a:pt x="6210" y="0"/>
                  </a:lnTo>
                  <a:lnTo>
                    <a:pt x="7644" y="956"/>
                  </a:lnTo>
                  <a:lnTo>
                    <a:pt x="8121" y="1433"/>
                  </a:lnTo>
                  <a:lnTo>
                    <a:pt x="9077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0" name="Freeform 3709">
              <a:extLst>
                <a:ext uri="{FF2B5EF4-FFF2-40B4-BE49-F238E27FC236}">
                  <a16:creationId xmlns:a16="http://schemas.microsoft.com/office/drawing/2014/main" id="{7DF1CEB7-9ABF-4156-18AF-6865A21B8E87}"/>
                </a:ext>
              </a:extLst>
            </p:cNvPr>
            <p:cNvSpPr/>
            <p:nvPr/>
          </p:nvSpPr>
          <p:spPr>
            <a:xfrm>
              <a:off x="3295549" y="3579746"/>
              <a:ext cx="14809" cy="14331"/>
            </a:xfrm>
            <a:custGeom>
              <a:avLst/>
              <a:gdLst>
                <a:gd name="csX0" fmla="*/ 13377 w 14809"/>
                <a:gd name="csY0" fmla="*/ 14332 h 14331"/>
                <a:gd name="csX1" fmla="*/ 12899 w 14809"/>
                <a:gd name="csY1" fmla="*/ 14332 h 14331"/>
                <a:gd name="csX2" fmla="*/ 11466 w 14809"/>
                <a:gd name="csY2" fmla="*/ 13854 h 14331"/>
                <a:gd name="csX3" fmla="*/ 7166 w 14809"/>
                <a:gd name="csY3" fmla="*/ 8599 h 14331"/>
                <a:gd name="csX4" fmla="*/ 4300 w 14809"/>
                <a:gd name="csY4" fmla="*/ 6688 h 14331"/>
                <a:gd name="csX5" fmla="*/ 1911 w 14809"/>
                <a:gd name="csY5" fmla="*/ 4300 h 14331"/>
                <a:gd name="csX6" fmla="*/ 0 w 14809"/>
                <a:gd name="csY6" fmla="*/ 2866 h 14331"/>
                <a:gd name="csX7" fmla="*/ 956 w 14809"/>
                <a:gd name="csY7" fmla="*/ 0 h 14331"/>
                <a:gd name="csX8" fmla="*/ 2389 w 14809"/>
                <a:gd name="csY8" fmla="*/ 478 h 14331"/>
                <a:gd name="csX9" fmla="*/ 6211 w 14809"/>
                <a:gd name="csY9" fmla="*/ 2389 h 14331"/>
                <a:gd name="csX10" fmla="*/ 9555 w 14809"/>
                <a:gd name="csY10" fmla="*/ 4777 h 14331"/>
                <a:gd name="csX11" fmla="*/ 11466 w 14809"/>
                <a:gd name="csY11" fmla="*/ 6210 h 14331"/>
                <a:gd name="csX12" fmla="*/ 14810 w 14809"/>
                <a:gd name="csY12" fmla="*/ 11943 h 14331"/>
                <a:gd name="csX13" fmla="*/ 14810 w 14809"/>
                <a:gd name="csY13" fmla="*/ 12899 h 14331"/>
                <a:gd name="csX14" fmla="*/ 13377 w 14809"/>
                <a:gd name="csY14" fmla="*/ 14332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09" h="14331">
                  <a:moveTo>
                    <a:pt x="13377" y="14332"/>
                  </a:moveTo>
                  <a:lnTo>
                    <a:pt x="12899" y="14332"/>
                  </a:lnTo>
                  <a:lnTo>
                    <a:pt x="11466" y="13854"/>
                  </a:lnTo>
                  <a:lnTo>
                    <a:pt x="7166" y="8599"/>
                  </a:lnTo>
                  <a:lnTo>
                    <a:pt x="4300" y="6688"/>
                  </a:lnTo>
                  <a:lnTo>
                    <a:pt x="1911" y="4300"/>
                  </a:lnTo>
                  <a:lnTo>
                    <a:pt x="0" y="2866"/>
                  </a:lnTo>
                  <a:lnTo>
                    <a:pt x="956" y="0"/>
                  </a:lnTo>
                  <a:lnTo>
                    <a:pt x="2389" y="478"/>
                  </a:lnTo>
                  <a:lnTo>
                    <a:pt x="6211" y="2389"/>
                  </a:lnTo>
                  <a:lnTo>
                    <a:pt x="9555" y="4777"/>
                  </a:lnTo>
                  <a:lnTo>
                    <a:pt x="11466" y="6210"/>
                  </a:lnTo>
                  <a:lnTo>
                    <a:pt x="14810" y="11943"/>
                  </a:lnTo>
                  <a:lnTo>
                    <a:pt x="14810" y="12899"/>
                  </a:lnTo>
                  <a:lnTo>
                    <a:pt x="13377" y="143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1" name="Freeform 3710">
              <a:extLst>
                <a:ext uri="{FF2B5EF4-FFF2-40B4-BE49-F238E27FC236}">
                  <a16:creationId xmlns:a16="http://schemas.microsoft.com/office/drawing/2014/main" id="{173E675D-DE98-B778-0F8D-232F32E1AA90}"/>
                </a:ext>
              </a:extLst>
            </p:cNvPr>
            <p:cNvSpPr/>
            <p:nvPr/>
          </p:nvSpPr>
          <p:spPr>
            <a:xfrm>
              <a:off x="4295915" y="3587868"/>
              <a:ext cx="2388" cy="2866"/>
            </a:xfrm>
            <a:custGeom>
              <a:avLst/>
              <a:gdLst>
                <a:gd name="csX0" fmla="*/ 2389 w 2388"/>
                <a:gd name="csY0" fmla="*/ 1911 h 2866"/>
                <a:gd name="csX1" fmla="*/ 2389 w 2388"/>
                <a:gd name="csY1" fmla="*/ 2866 h 2866"/>
                <a:gd name="csX2" fmla="*/ 1433 w 2388"/>
                <a:gd name="csY2" fmla="*/ 2866 h 2866"/>
                <a:gd name="csX3" fmla="*/ 478 w 2388"/>
                <a:gd name="csY3" fmla="*/ 1911 h 2866"/>
                <a:gd name="csX4" fmla="*/ 0 w 2388"/>
                <a:gd name="csY4" fmla="*/ 1433 h 2866"/>
                <a:gd name="csX5" fmla="*/ 0 w 2388"/>
                <a:gd name="csY5" fmla="*/ 956 h 2866"/>
                <a:gd name="csX6" fmla="*/ 478 w 2388"/>
                <a:gd name="csY6" fmla="*/ 0 h 2866"/>
                <a:gd name="csX7" fmla="*/ 1911 w 2388"/>
                <a:gd name="csY7" fmla="*/ 478 h 2866"/>
                <a:gd name="csX8" fmla="*/ 2389 w 2388"/>
                <a:gd name="csY8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866">
                  <a:moveTo>
                    <a:pt x="2389" y="1911"/>
                  </a:moveTo>
                  <a:lnTo>
                    <a:pt x="2389" y="2866"/>
                  </a:lnTo>
                  <a:lnTo>
                    <a:pt x="1433" y="2866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2" name="Freeform 3711">
              <a:extLst>
                <a:ext uri="{FF2B5EF4-FFF2-40B4-BE49-F238E27FC236}">
                  <a16:creationId xmlns:a16="http://schemas.microsoft.com/office/drawing/2014/main" id="{99AC6830-78EE-2B0C-CD84-6FC103DCABDB}"/>
                </a:ext>
              </a:extLst>
            </p:cNvPr>
            <p:cNvSpPr/>
            <p:nvPr/>
          </p:nvSpPr>
          <p:spPr>
            <a:xfrm>
              <a:off x="3318958" y="3588823"/>
              <a:ext cx="3344" cy="6688"/>
            </a:xfrm>
            <a:custGeom>
              <a:avLst/>
              <a:gdLst>
                <a:gd name="csX0" fmla="*/ 3344 w 3344"/>
                <a:gd name="csY0" fmla="*/ 6688 h 6688"/>
                <a:gd name="csX1" fmla="*/ 3344 w 3344"/>
                <a:gd name="csY1" fmla="*/ 6688 h 6688"/>
                <a:gd name="csX2" fmla="*/ 955 w 3344"/>
                <a:gd name="csY2" fmla="*/ 6688 h 6688"/>
                <a:gd name="csX3" fmla="*/ 478 w 3344"/>
                <a:gd name="csY3" fmla="*/ 6688 h 6688"/>
                <a:gd name="csX4" fmla="*/ 0 w 3344"/>
                <a:gd name="csY4" fmla="*/ 5733 h 6688"/>
                <a:gd name="csX5" fmla="*/ 0 w 3344"/>
                <a:gd name="csY5" fmla="*/ 4777 h 6688"/>
                <a:gd name="csX6" fmla="*/ 478 w 3344"/>
                <a:gd name="csY6" fmla="*/ 3822 h 6688"/>
                <a:gd name="csX7" fmla="*/ 1433 w 3344"/>
                <a:gd name="csY7" fmla="*/ 1433 h 6688"/>
                <a:gd name="csX8" fmla="*/ 1433 w 3344"/>
                <a:gd name="csY8" fmla="*/ 478 h 6688"/>
                <a:gd name="csX9" fmla="*/ 1911 w 3344"/>
                <a:gd name="csY9" fmla="*/ 0 h 6688"/>
                <a:gd name="csX10" fmla="*/ 2866 w 3344"/>
                <a:gd name="csY10" fmla="*/ 1433 h 6688"/>
                <a:gd name="csX11" fmla="*/ 2866 w 3344"/>
                <a:gd name="csY11" fmla="*/ 2389 h 6688"/>
                <a:gd name="csX12" fmla="*/ 3344 w 3344"/>
                <a:gd name="csY12" fmla="*/ 668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344" h="6688">
                  <a:moveTo>
                    <a:pt x="3344" y="6688"/>
                  </a:moveTo>
                  <a:lnTo>
                    <a:pt x="3344" y="6688"/>
                  </a:lnTo>
                  <a:lnTo>
                    <a:pt x="955" y="6688"/>
                  </a:lnTo>
                  <a:lnTo>
                    <a:pt x="478" y="6688"/>
                  </a:lnTo>
                  <a:lnTo>
                    <a:pt x="0" y="5733"/>
                  </a:lnTo>
                  <a:lnTo>
                    <a:pt x="0" y="4777"/>
                  </a:lnTo>
                  <a:lnTo>
                    <a:pt x="478" y="3822"/>
                  </a:lnTo>
                  <a:lnTo>
                    <a:pt x="1433" y="1433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866" y="1433"/>
                  </a:lnTo>
                  <a:lnTo>
                    <a:pt x="2866" y="2389"/>
                  </a:lnTo>
                  <a:lnTo>
                    <a:pt x="3344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3" name="Freeform 3712">
              <a:extLst>
                <a:ext uri="{FF2B5EF4-FFF2-40B4-BE49-F238E27FC236}">
                  <a16:creationId xmlns:a16="http://schemas.microsoft.com/office/drawing/2014/main" id="{93CBC962-2E84-313A-5D1F-59CE342A8906}"/>
                </a:ext>
              </a:extLst>
            </p:cNvPr>
            <p:cNvSpPr/>
            <p:nvPr/>
          </p:nvSpPr>
          <p:spPr>
            <a:xfrm>
              <a:off x="3321824" y="3590734"/>
              <a:ext cx="13376" cy="29619"/>
            </a:xfrm>
            <a:custGeom>
              <a:avLst/>
              <a:gdLst>
                <a:gd name="csX0" fmla="*/ 12421 w 13376"/>
                <a:gd name="csY0" fmla="*/ 10032 h 29619"/>
                <a:gd name="csX1" fmla="*/ 13377 w 13376"/>
                <a:gd name="csY1" fmla="*/ 19587 h 29619"/>
                <a:gd name="csX2" fmla="*/ 13377 w 13376"/>
                <a:gd name="csY2" fmla="*/ 22931 h 29619"/>
                <a:gd name="csX3" fmla="*/ 11943 w 13376"/>
                <a:gd name="csY3" fmla="*/ 24842 h 29619"/>
                <a:gd name="csX4" fmla="*/ 10988 w 13376"/>
                <a:gd name="csY4" fmla="*/ 28186 h 29619"/>
                <a:gd name="csX5" fmla="*/ 10032 w 13376"/>
                <a:gd name="csY5" fmla="*/ 29619 h 29619"/>
                <a:gd name="csX6" fmla="*/ 9077 w 13376"/>
                <a:gd name="csY6" fmla="*/ 27708 h 29619"/>
                <a:gd name="csX7" fmla="*/ 9077 w 13376"/>
                <a:gd name="csY7" fmla="*/ 24364 h 29619"/>
                <a:gd name="csX8" fmla="*/ 8599 w 13376"/>
                <a:gd name="csY8" fmla="*/ 21498 h 29619"/>
                <a:gd name="csX9" fmla="*/ 8121 w 13376"/>
                <a:gd name="csY9" fmla="*/ 20065 h 29619"/>
                <a:gd name="csX10" fmla="*/ 8599 w 13376"/>
                <a:gd name="csY10" fmla="*/ 15287 h 29619"/>
                <a:gd name="csX11" fmla="*/ 8121 w 13376"/>
                <a:gd name="csY11" fmla="*/ 15765 h 29619"/>
                <a:gd name="csX12" fmla="*/ 7166 w 13376"/>
                <a:gd name="csY12" fmla="*/ 17676 h 29619"/>
                <a:gd name="csX13" fmla="*/ 5733 w 13376"/>
                <a:gd name="csY13" fmla="*/ 18154 h 29619"/>
                <a:gd name="csX14" fmla="*/ 3344 w 13376"/>
                <a:gd name="csY14" fmla="*/ 15765 h 29619"/>
                <a:gd name="csX15" fmla="*/ 1911 w 13376"/>
                <a:gd name="csY15" fmla="*/ 13376 h 29619"/>
                <a:gd name="csX16" fmla="*/ 1911 w 13376"/>
                <a:gd name="csY16" fmla="*/ 11465 h 29619"/>
                <a:gd name="csX17" fmla="*/ 0 w 13376"/>
                <a:gd name="csY17" fmla="*/ 9555 h 29619"/>
                <a:gd name="csX18" fmla="*/ 0 w 13376"/>
                <a:gd name="csY18" fmla="*/ 8599 h 29619"/>
                <a:gd name="csX19" fmla="*/ 0 w 13376"/>
                <a:gd name="csY19" fmla="*/ 7644 h 29619"/>
                <a:gd name="csX20" fmla="*/ 1433 w 13376"/>
                <a:gd name="csY20" fmla="*/ 5733 h 29619"/>
                <a:gd name="csX21" fmla="*/ 1911 w 13376"/>
                <a:gd name="csY21" fmla="*/ 3822 h 29619"/>
                <a:gd name="csX22" fmla="*/ 2389 w 13376"/>
                <a:gd name="csY22" fmla="*/ 956 h 29619"/>
                <a:gd name="csX23" fmla="*/ 2866 w 13376"/>
                <a:gd name="csY23" fmla="*/ 0 h 29619"/>
                <a:gd name="csX24" fmla="*/ 4300 w 13376"/>
                <a:gd name="csY24" fmla="*/ 0 h 29619"/>
                <a:gd name="csX25" fmla="*/ 6688 w 13376"/>
                <a:gd name="csY25" fmla="*/ 1433 h 29619"/>
                <a:gd name="csX26" fmla="*/ 9077 w 13376"/>
                <a:gd name="csY26" fmla="*/ 2866 h 29619"/>
                <a:gd name="csX27" fmla="*/ 10988 w 13376"/>
                <a:gd name="csY27" fmla="*/ 4777 h 29619"/>
                <a:gd name="csX28" fmla="*/ 12421 w 13376"/>
                <a:gd name="csY28" fmla="*/ 10032 h 29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3376" h="29619">
                  <a:moveTo>
                    <a:pt x="12421" y="10032"/>
                  </a:moveTo>
                  <a:lnTo>
                    <a:pt x="13377" y="19587"/>
                  </a:lnTo>
                  <a:lnTo>
                    <a:pt x="13377" y="22931"/>
                  </a:lnTo>
                  <a:lnTo>
                    <a:pt x="11943" y="24842"/>
                  </a:lnTo>
                  <a:lnTo>
                    <a:pt x="10988" y="28186"/>
                  </a:lnTo>
                  <a:lnTo>
                    <a:pt x="10032" y="29619"/>
                  </a:lnTo>
                  <a:lnTo>
                    <a:pt x="9077" y="27708"/>
                  </a:lnTo>
                  <a:lnTo>
                    <a:pt x="9077" y="24364"/>
                  </a:lnTo>
                  <a:lnTo>
                    <a:pt x="8599" y="21498"/>
                  </a:lnTo>
                  <a:lnTo>
                    <a:pt x="8121" y="20065"/>
                  </a:lnTo>
                  <a:lnTo>
                    <a:pt x="8599" y="15287"/>
                  </a:lnTo>
                  <a:lnTo>
                    <a:pt x="8121" y="15765"/>
                  </a:lnTo>
                  <a:lnTo>
                    <a:pt x="7166" y="17676"/>
                  </a:lnTo>
                  <a:lnTo>
                    <a:pt x="5733" y="18154"/>
                  </a:lnTo>
                  <a:lnTo>
                    <a:pt x="3344" y="15765"/>
                  </a:lnTo>
                  <a:lnTo>
                    <a:pt x="1911" y="13376"/>
                  </a:lnTo>
                  <a:lnTo>
                    <a:pt x="1911" y="11465"/>
                  </a:lnTo>
                  <a:lnTo>
                    <a:pt x="0" y="9555"/>
                  </a:lnTo>
                  <a:lnTo>
                    <a:pt x="0" y="8599"/>
                  </a:lnTo>
                  <a:lnTo>
                    <a:pt x="0" y="7644"/>
                  </a:lnTo>
                  <a:lnTo>
                    <a:pt x="1433" y="5733"/>
                  </a:lnTo>
                  <a:lnTo>
                    <a:pt x="1911" y="3822"/>
                  </a:lnTo>
                  <a:lnTo>
                    <a:pt x="2389" y="956"/>
                  </a:lnTo>
                  <a:lnTo>
                    <a:pt x="2866" y="0"/>
                  </a:lnTo>
                  <a:lnTo>
                    <a:pt x="4300" y="0"/>
                  </a:lnTo>
                  <a:lnTo>
                    <a:pt x="6688" y="1433"/>
                  </a:lnTo>
                  <a:lnTo>
                    <a:pt x="9077" y="2866"/>
                  </a:lnTo>
                  <a:lnTo>
                    <a:pt x="10988" y="4777"/>
                  </a:lnTo>
                  <a:lnTo>
                    <a:pt x="12421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4" name="Freeform 3713">
              <a:extLst>
                <a:ext uri="{FF2B5EF4-FFF2-40B4-BE49-F238E27FC236}">
                  <a16:creationId xmlns:a16="http://schemas.microsoft.com/office/drawing/2014/main" id="{2C986BAB-4007-952A-A9C7-C11BA00DF61B}"/>
                </a:ext>
              </a:extLst>
            </p:cNvPr>
            <p:cNvSpPr/>
            <p:nvPr/>
          </p:nvSpPr>
          <p:spPr>
            <a:xfrm>
              <a:off x="3254942" y="3592167"/>
              <a:ext cx="28663" cy="32007"/>
            </a:xfrm>
            <a:custGeom>
              <a:avLst/>
              <a:gdLst>
                <a:gd name="csX0" fmla="*/ 15765 w 28663"/>
                <a:gd name="csY0" fmla="*/ 956 h 32007"/>
                <a:gd name="csX1" fmla="*/ 18154 w 28663"/>
                <a:gd name="csY1" fmla="*/ 3822 h 32007"/>
                <a:gd name="csX2" fmla="*/ 18632 w 28663"/>
                <a:gd name="csY2" fmla="*/ 6211 h 32007"/>
                <a:gd name="csX3" fmla="*/ 18154 w 28663"/>
                <a:gd name="csY3" fmla="*/ 9077 h 32007"/>
                <a:gd name="csX4" fmla="*/ 15287 w 28663"/>
                <a:gd name="csY4" fmla="*/ 10032 h 32007"/>
                <a:gd name="csX5" fmla="*/ 13377 w 28663"/>
                <a:gd name="csY5" fmla="*/ 9555 h 32007"/>
                <a:gd name="csX6" fmla="*/ 12899 w 28663"/>
                <a:gd name="csY6" fmla="*/ 9555 h 32007"/>
                <a:gd name="csX7" fmla="*/ 11466 w 28663"/>
                <a:gd name="csY7" fmla="*/ 10510 h 32007"/>
                <a:gd name="csX8" fmla="*/ 12899 w 28663"/>
                <a:gd name="csY8" fmla="*/ 10988 h 32007"/>
                <a:gd name="csX9" fmla="*/ 14810 w 28663"/>
                <a:gd name="csY9" fmla="*/ 12421 h 32007"/>
                <a:gd name="csX10" fmla="*/ 16243 w 28663"/>
                <a:gd name="csY10" fmla="*/ 14332 h 32007"/>
                <a:gd name="csX11" fmla="*/ 18632 w 28663"/>
                <a:gd name="csY11" fmla="*/ 14332 h 32007"/>
                <a:gd name="csX12" fmla="*/ 21976 w 28663"/>
                <a:gd name="csY12" fmla="*/ 15765 h 32007"/>
                <a:gd name="csX13" fmla="*/ 19587 w 28663"/>
                <a:gd name="csY13" fmla="*/ 18154 h 32007"/>
                <a:gd name="csX14" fmla="*/ 19109 w 28663"/>
                <a:gd name="csY14" fmla="*/ 19587 h 32007"/>
                <a:gd name="csX15" fmla="*/ 21976 w 28663"/>
                <a:gd name="csY15" fmla="*/ 23409 h 32007"/>
                <a:gd name="csX16" fmla="*/ 22453 w 28663"/>
                <a:gd name="csY16" fmla="*/ 24364 h 32007"/>
                <a:gd name="csX17" fmla="*/ 23409 w 28663"/>
                <a:gd name="csY17" fmla="*/ 24364 h 32007"/>
                <a:gd name="csX18" fmla="*/ 25320 w 28663"/>
                <a:gd name="csY18" fmla="*/ 23886 h 32007"/>
                <a:gd name="csX19" fmla="*/ 25798 w 28663"/>
                <a:gd name="csY19" fmla="*/ 24364 h 32007"/>
                <a:gd name="csX20" fmla="*/ 25798 w 28663"/>
                <a:gd name="csY20" fmla="*/ 25320 h 32007"/>
                <a:gd name="csX21" fmla="*/ 24364 w 28663"/>
                <a:gd name="csY21" fmla="*/ 27231 h 32007"/>
                <a:gd name="csX22" fmla="*/ 24364 w 28663"/>
                <a:gd name="csY22" fmla="*/ 27708 h 32007"/>
                <a:gd name="csX23" fmla="*/ 25798 w 28663"/>
                <a:gd name="csY23" fmla="*/ 28186 h 32007"/>
                <a:gd name="csX24" fmla="*/ 28186 w 28663"/>
                <a:gd name="csY24" fmla="*/ 28186 h 32007"/>
                <a:gd name="csX25" fmla="*/ 28664 w 28663"/>
                <a:gd name="csY25" fmla="*/ 30097 h 32007"/>
                <a:gd name="csX26" fmla="*/ 26753 w 28663"/>
                <a:gd name="csY26" fmla="*/ 32008 h 32007"/>
                <a:gd name="csX27" fmla="*/ 22453 w 28663"/>
                <a:gd name="csY27" fmla="*/ 29619 h 32007"/>
                <a:gd name="csX28" fmla="*/ 21020 w 28663"/>
                <a:gd name="csY28" fmla="*/ 27231 h 32007"/>
                <a:gd name="csX29" fmla="*/ 19587 w 28663"/>
                <a:gd name="csY29" fmla="*/ 24842 h 32007"/>
                <a:gd name="csX30" fmla="*/ 18632 w 28663"/>
                <a:gd name="csY30" fmla="*/ 23409 h 32007"/>
                <a:gd name="csX31" fmla="*/ 14810 w 28663"/>
                <a:gd name="csY31" fmla="*/ 20542 h 32007"/>
                <a:gd name="csX32" fmla="*/ 9077 w 28663"/>
                <a:gd name="csY32" fmla="*/ 14332 h 32007"/>
                <a:gd name="csX33" fmla="*/ 7644 w 28663"/>
                <a:gd name="csY33" fmla="*/ 13377 h 32007"/>
                <a:gd name="csX34" fmla="*/ 6211 w 28663"/>
                <a:gd name="csY34" fmla="*/ 10988 h 32007"/>
                <a:gd name="csX35" fmla="*/ 5733 w 28663"/>
                <a:gd name="csY35" fmla="*/ 9555 h 32007"/>
                <a:gd name="csX36" fmla="*/ 5733 w 28663"/>
                <a:gd name="csY36" fmla="*/ 8599 h 32007"/>
                <a:gd name="csX37" fmla="*/ 6688 w 28663"/>
                <a:gd name="csY37" fmla="*/ 8599 h 32007"/>
                <a:gd name="csX38" fmla="*/ 8121 w 28663"/>
                <a:gd name="csY38" fmla="*/ 8121 h 32007"/>
                <a:gd name="csX39" fmla="*/ 8121 w 28663"/>
                <a:gd name="csY39" fmla="*/ 6688 h 32007"/>
                <a:gd name="csX40" fmla="*/ 1911 w 28663"/>
                <a:gd name="csY40" fmla="*/ 4777 h 32007"/>
                <a:gd name="csX41" fmla="*/ 956 w 28663"/>
                <a:gd name="csY41" fmla="*/ 4300 h 32007"/>
                <a:gd name="csX42" fmla="*/ 0 w 28663"/>
                <a:gd name="csY42" fmla="*/ 2866 h 32007"/>
                <a:gd name="csX43" fmla="*/ 478 w 28663"/>
                <a:gd name="csY43" fmla="*/ 2389 h 32007"/>
                <a:gd name="csX44" fmla="*/ 4300 w 28663"/>
                <a:gd name="csY44" fmla="*/ 2866 h 32007"/>
                <a:gd name="csX45" fmla="*/ 8121 w 28663"/>
                <a:gd name="csY45" fmla="*/ 1911 h 32007"/>
                <a:gd name="csX46" fmla="*/ 10510 w 28663"/>
                <a:gd name="csY46" fmla="*/ 1433 h 32007"/>
                <a:gd name="csX47" fmla="*/ 11466 w 28663"/>
                <a:gd name="csY47" fmla="*/ 956 h 32007"/>
                <a:gd name="csX48" fmla="*/ 13377 w 28663"/>
                <a:gd name="csY48" fmla="*/ 0 h 32007"/>
                <a:gd name="csX49" fmla="*/ 13854 w 28663"/>
                <a:gd name="csY49" fmla="*/ 0 h 32007"/>
                <a:gd name="csX50" fmla="*/ 15765 w 28663"/>
                <a:gd name="csY50" fmla="*/ 956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8663" h="32007">
                  <a:moveTo>
                    <a:pt x="15765" y="956"/>
                  </a:moveTo>
                  <a:lnTo>
                    <a:pt x="18154" y="3822"/>
                  </a:lnTo>
                  <a:lnTo>
                    <a:pt x="18632" y="6211"/>
                  </a:lnTo>
                  <a:lnTo>
                    <a:pt x="18154" y="9077"/>
                  </a:lnTo>
                  <a:lnTo>
                    <a:pt x="15287" y="10032"/>
                  </a:lnTo>
                  <a:lnTo>
                    <a:pt x="13377" y="9555"/>
                  </a:lnTo>
                  <a:lnTo>
                    <a:pt x="12899" y="9555"/>
                  </a:lnTo>
                  <a:lnTo>
                    <a:pt x="11466" y="10510"/>
                  </a:lnTo>
                  <a:lnTo>
                    <a:pt x="12899" y="10988"/>
                  </a:lnTo>
                  <a:lnTo>
                    <a:pt x="14810" y="12421"/>
                  </a:lnTo>
                  <a:lnTo>
                    <a:pt x="16243" y="14332"/>
                  </a:lnTo>
                  <a:lnTo>
                    <a:pt x="18632" y="14332"/>
                  </a:lnTo>
                  <a:lnTo>
                    <a:pt x="21976" y="15765"/>
                  </a:lnTo>
                  <a:lnTo>
                    <a:pt x="19587" y="18154"/>
                  </a:lnTo>
                  <a:lnTo>
                    <a:pt x="19109" y="19587"/>
                  </a:lnTo>
                  <a:lnTo>
                    <a:pt x="21976" y="23409"/>
                  </a:lnTo>
                  <a:lnTo>
                    <a:pt x="22453" y="24364"/>
                  </a:lnTo>
                  <a:lnTo>
                    <a:pt x="23409" y="24364"/>
                  </a:lnTo>
                  <a:lnTo>
                    <a:pt x="25320" y="23886"/>
                  </a:lnTo>
                  <a:lnTo>
                    <a:pt x="25798" y="24364"/>
                  </a:lnTo>
                  <a:lnTo>
                    <a:pt x="25798" y="25320"/>
                  </a:lnTo>
                  <a:lnTo>
                    <a:pt x="24364" y="27231"/>
                  </a:lnTo>
                  <a:lnTo>
                    <a:pt x="24364" y="27708"/>
                  </a:lnTo>
                  <a:lnTo>
                    <a:pt x="25798" y="28186"/>
                  </a:lnTo>
                  <a:lnTo>
                    <a:pt x="28186" y="28186"/>
                  </a:lnTo>
                  <a:lnTo>
                    <a:pt x="28664" y="30097"/>
                  </a:lnTo>
                  <a:lnTo>
                    <a:pt x="26753" y="32008"/>
                  </a:lnTo>
                  <a:lnTo>
                    <a:pt x="22453" y="29619"/>
                  </a:lnTo>
                  <a:lnTo>
                    <a:pt x="21020" y="27231"/>
                  </a:lnTo>
                  <a:lnTo>
                    <a:pt x="19587" y="24842"/>
                  </a:lnTo>
                  <a:lnTo>
                    <a:pt x="18632" y="23409"/>
                  </a:lnTo>
                  <a:lnTo>
                    <a:pt x="14810" y="20542"/>
                  </a:lnTo>
                  <a:lnTo>
                    <a:pt x="9077" y="14332"/>
                  </a:lnTo>
                  <a:lnTo>
                    <a:pt x="7644" y="13377"/>
                  </a:lnTo>
                  <a:lnTo>
                    <a:pt x="6211" y="10988"/>
                  </a:lnTo>
                  <a:lnTo>
                    <a:pt x="5733" y="9555"/>
                  </a:lnTo>
                  <a:lnTo>
                    <a:pt x="5733" y="8599"/>
                  </a:lnTo>
                  <a:lnTo>
                    <a:pt x="6688" y="8599"/>
                  </a:lnTo>
                  <a:lnTo>
                    <a:pt x="8121" y="8121"/>
                  </a:lnTo>
                  <a:lnTo>
                    <a:pt x="8121" y="6688"/>
                  </a:lnTo>
                  <a:lnTo>
                    <a:pt x="1911" y="4777"/>
                  </a:lnTo>
                  <a:lnTo>
                    <a:pt x="956" y="4300"/>
                  </a:lnTo>
                  <a:lnTo>
                    <a:pt x="0" y="2866"/>
                  </a:lnTo>
                  <a:lnTo>
                    <a:pt x="478" y="2389"/>
                  </a:lnTo>
                  <a:lnTo>
                    <a:pt x="4300" y="2866"/>
                  </a:lnTo>
                  <a:lnTo>
                    <a:pt x="8121" y="1911"/>
                  </a:lnTo>
                  <a:lnTo>
                    <a:pt x="10510" y="1433"/>
                  </a:lnTo>
                  <a:lnTo>
                    <a:pt x="11466" y="956"/>
                  </a:lnTo>
                  <a:lnTo>
                    <a:pt x="13377" y="0"/>
                  </a:lnTo>
                  <a:lnTo>
                    <a:pt x="13854" y="0"/>
                  </a:lnTo>
                  <a:lnTo>
                    <a:pt x="1576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5" name="Freeform 3714">
              <a:extLst>
                <a:ext uri="{FF2B5EF4-FFF2-40B4-BE49-F238E27FC236}">
                  <a16:creationId xmlns:a16="http://schemas.microsoft.com/office/drawing/2014/main" id="{153F04FA-AFCD-08BF-78F1-91C4C97AA45B}"/>
                </a:ext>
              </a:extLst>
            </p:cNvPr>
            <p:cNvSpPr/>
            <p:nvPr/>
          </p:nvSpPr>
          <p:spPr>
            <a:xfrm>
              <a:off x="4256741" y="3592167"/>
              <a:ext cx="26275" cy="14809"/>
            </a:xfrm>
            <a:custGeom>
              <a:avLst/>
              <a:gdLst>
                <a:gd name="csX0" fmla="*/ 25798 w 26275"/>
                <a:gd name="csY0" fmla="*/ 14332 h 14809"/>
                <a:gd name="csX1" fmla="*/ 24842 w 26275"/>
                <a:gd name="csY1" fmla="*/ 14810 h 14809"/>
                <a:gd name="csX2" fmla="*/ 20542 w 26275"/>
                <a:gd name="csY2" fmla="*/ 13854 h 14809"/>
                <a:gd name="csX3" fmla="*/ 18632 w 26275"/>
                <a:gd name="csY3" fmla="*/ 13377 h 14809"/>
                <a:gd name="csX4" fmla="*/ 13854 w 26275"/>
                <a:gd name="csY4" fmla="*/ 11466 h 14809"/>
                <a:gd name="csX5" fmla="*/ 3822 w 26275"/>
                <a:gd name="csY5" fmla="*/ 8121 h 14809"/>
                <a:gd name="csX6" fmla="*/ 956 w 26275"/>
                <a:gd name="csY6" fmla="*/ 6688 h 14809"/>
                <a:gd name="csX7" fmla="*/ 0 w 26275"/>
                <a:gd name="csY7" fmla="*/ 5255 h 14809"/>
                <a:gd name="csX8" fmla="*/ 1911 w 26275"/>
                <a:gd name="csY8" fmla="*/ 2866 h 14809"/>
                <a:gd name="csX9" fmla="*/ 2866 w 26275"/>
                <a:gd name="csY9" fmla="*/ 1911 h 14809"/>
                <a:gd name="csX10" fmla="*/ 3822 w 26275"/>
                <a:gd name="csY10" fmla="*/ 1433 h 14809"/>
                <a:gd name="csX11" fmla="*/ 13854 w 26275"/>
                <a:gd name="csY11" fmla="*/ 0 h 14809"/>
                <a:gd name="csX12" fmla="*/ 18154 w 26275"/>
                <a:gd name="csY12" fmla="*/ 478 h 14809"/>
                <a:gd name="csX13" fmla="*/ 22453 w 26275"/>
                <a:gd name="csY13" fmla="*/ 5733 h 14809"/>
                <a:gd name="csX14" fmla="*/ 25320 w 26275"/>
                <a:gd name="csY14" fmla="*/ 9077 h 14809"/>
                <a:gd name="csX15" fmla="*/ 26275 w 26275"/>
                <a:gd name="csY15" fmla="*/ 11943 h 14809"/>
                <a:gd name="csX16" fmla="*/ 26275 w 26275"/>
                <a:gd name="csY16" fmla="*/ 13377 h 14809"/>
                <a:gd name="csX17" fmla="*/ 25798 w 26275"/>
                <a:gd name="csY17" fmla="*/ 14332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6275" h="14809">
                  <a:moveTo>
                    <a:pt x="25798" y="14332"/>
                  </a:moveTo>
                  <a:lnTo>
                    <a:pt x="24842" y="14810"/>
                  </a:lnTo>
                  <a:lnTo>
                    <a:pt x="20542" y="13854"/>
                  </a:lnTo>
                  <a:lnTo>
                    <a:pt x="18632" y="13377"/>
                  </a:lnTo>
                  <a:lnTo>
                    <a:pt x="13854" y="11466"/>
                  </a:lnTo>
                  <a:lnTo>
                    <a:pt x="3822" y="8121"/>
                  </a:lnTo>
                  <a:lnTo>
                    <a:pt x="956" y="6688"/>
                  </a:lnTo>
                  <a:lnTo>
                    <a:pt x="0" y="5255"/>
                  </a:lnTo>
                  <a:lnTo>
                    <a:pt x="1911" y="2866"/>
                  </a:lnTo>
                  <a:lnTo>
                    <a:pt x="2866" y="1911"/>
                  </a:lnTo>
                  <a:lnTo>
                    <a:pt x="3822" y="1433"/>
                  </a:lnTo>
                  <a:lnTo>
                    <a:pt x="13854" y="0"/>
                  </a:lnTo>
                  <a:lnTo>
                    <a:pt x="18154" y="478"/>
                  </a:lnTo>
                  <a:lnTo>
                    <a:pt x="22453" y="5733"/>
                  </a:lnTo>
                  <a:lnTo>
                    <a:pt x="25320" y="9077"/>
                  </a:lnTo>
                  <a:lnTo>
                    <a:pt x="26275" y="11943"/>
                  </a:lnTo>
                  <a:lnTo>
                    <a:pt x="26275" y="13377"/>
                  </a:lnTo>
                  <a:lnTo>
                    <a:pt x="25798" y="143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6" name="Freeform 3715">
              <a:extLst>
                <a:ext uri="{FF2B5EF4-FFF2-40B4-BE49-F238E27FC236}">
                  <a16:creationId xmlns:a16="http://schemas.microsoft.com/office/drawing/2014/main" id="{FECD430D-A063-4E55-B44B-047B69835199}"/>
                </a:ext>
              </a:extLst>
            </p:cNvPr>
            <p:cNvSpPr/>
            <p:nvPr/>
          </p:nvSpPr>
          <p:spPr>
            <a:xfrm>
              <a:off x="3315136" y="3593123"/>
              <a:ext cx="4299" cy="6210"/>
            </a:xfrm>
            <a:custGeom>
              <a:avLst/>
              <a:gdLst>
                <a:gd name="csX0" fmla="*/ 4300 w 4299"/>
                <a:gd name="csY0" fmla="*/ 6210 h 6210"/>
                <a:gd name="csX1" fmla="*/ 3822 w 4299"/>
                <a:gd name="csY1" fmla="*/ 6210 h 6210"/>
                <a:gd name="csX2" fmla="*/ 2866 w 4299"/>
                <a:gd name="csY2" fmla="*/ 5733 h 6210"/>
                <a:gd name="csX3" fmla="*/ 2389 w 4299"/>
                <a:gd name="csY3" fmla="*/ 5255 h 6210"/>
                <a:gd name="csX4" fmla="*/ 956 w 4299"/>
                <a:gd name="csY4" fmla="*/ 2866 h 6210"/>
                <a:gd name="csX5" fmla="*/ 478 w 4299"/>
                <a:gd name="csY5" fmla="*/ 1911 h 6210"/>
                <a:gd name="csX6" fmla="*/ 0 w 4299"/>
                <a:gd name="csY6" fmla="*/ 478 h 6210"/>
                <a:gd name="csX7" fmla="*/ 478 w 4299"/>
                <a:gd name="csY7" fmla="*/ 0 h 6210"/>
                <a:gd name="csX8" fmla="*/ 956 w 4299"/>
                <a:gd name="csY8" fmla="*/ 478 h 6210"/>
                <a:gd name="csX9" fmla="*/ 1433 w 4299"/>
                <a:gd name="csY9" fmla="*/ 478 h 6210"/>
                <a:gd name="csX10" fmla="*/ 3344 w 4299"/>
                <a:gd name="csY10" fmla="*/ 4300 h 6210"/>
                <a:gd name="csX11" fmla="*/ 4300 w 4299"/>
                <a:gd name="csY11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6210">
                  <a:moveTo>
                    <a:pt x="4300" y="6210"/>
                  </a:moveTo>
                  <a:lnTo>
                    <a:pt x="3822" y="6210"/>
                  </a:lnTo>
                  <a:lnTo>
                    <a:pt x="2866" y="5733"/>
                  </a:lnTo>
                  <a:lnTo>
                    <a:pt x="2389" y="5255"/>
                  </a:lnTo>
                  <a:lnTo>
                    <a:pt x="956" y="2866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478"/>
                  </a:lnTo>
                  <a:lnTo>
                    <a:pt x="1433" y="478"/>
                  </a:lnTo>
                  <a:lnTo>
                    <a:pt x="3344" y="4300"/>
                  </a:lnTo>
                  <a:lnTo>
                    <a:pt x="4300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7" name="Freeform 3716">
              <a:extLst>
                <a:ext uri="{FF2B5EF4-FFF2-40B4-BE49-F238E27FC236}">
                  <a16:creationId xmlns:a16="http://schemas.microsoft.com/office/drawing/2014/main" id="{81D2AB61-A62F-5889-0314-3A3361D111DC}"/>
                </a:ext>
              </a:extLst>
            </p:cNvPr>
            <p:cNvSpPr/>
            <p:nvPr/>
          </p:nvSpPr>
          <p:spPr>
            <a:xfrm>
              <a:off x="3320391" y="3604588"/>
              <a:ext cx="6210" cy="10510"/>
            </a:xfrm>
            <a:custGeom>
              <a:avLst/>
              <a:gdLst>
                <a:gd name="csX0" fmla="*/ 6210 w 6210"/>
                <a:gd name="csY0" fmla="*/ 9077 h 10510"/>
                <a:gd name="csX1" fmla="*/ 5733 w 6210"/>
                <a:gd name="csY1" fmla="*/ 10510 h 10510"/>
                <a:gd name="csX2" fmla="*/ 2866 w 6210"/>
                <a:gd name="csY2" fmla="*/ 7166 h 10510"/>
                <a:gd name="csX3" fmla="*/ 1911 w 6210"/>
                <a:gd name="csY3" fmla="*/ 6211 h 10510"/>
                <a:gd name="csX4" fmla="*/ 0 w 6210"/>
                <a:gd name="csY4" fmla="*/ 2866 h 10510"/>
                <a:gd name="csX5" fmla="*/ 0 w 6210"/>
                <a:gd name="csY5" fmla="*/ 1433 h 10510"/>
                <a:gd name="csX6" fmla="*/ 0 w 6210"/>
                <a:gd name="csY6" fmla="*/ 478 h 10510"/>
                <a:gd name="csX7" fmla="*/ 0 w 6210"/>
                <a:gd name="csY7" fmla="*/ 0 h 10510"/>
                <a:gd name="csX8" fmla="*/ 956 w 6210"/>
                <a:gd name="csY8" fmla="*/ 478 h 10510"/>
                <a:gd name="csX9" fmla="*/ 1433 w 6210"/>
                <a:gd name="csY9" fmla="*/ 478 h 10510"/>
                <a:gd name="csX10" fmla="*/ 5255 w 6210"/>
                <a:gd name="csY10" fmla="*/ 4777 h 10510"/>
                <a:gd name="csX11" fmla="*/ 6210 w 6210"/>
                <a:gd name="csY11" fmla="*/ 6211 h 10510"/>
                <a:gd name="csX12" fmla="*/ 6210 w 6210"/>
                <a:gd name="csY12" fmla="*/ 9077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210" h="10510">
                  <a:moveTo>
                    <a:pt x="6210" y="9077"/>
                  </a:moveTo>
                  <a:lnTo>
                    <a:pt x="5733" y="10510"/>
                  </a:lnTo>
                  <a:lnTo>
                    <a:pt x="2866" y="7166"/>
                  </a:lnTo>
                  <a:lnTo>
                    <a:pt x="1911" y="6211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433" y="478"/>
                  </a:lnTo>
                  <a:lnTo>
                    <a:pt x="5255" y="4777"/>
                  </a:lnTo>
                  <a:lnTo>
                    <a:pt x="6210" y="6211"/>
                  </a:lnTo>
                  <a:lnTo>
                    <a:pt x="6210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8" name="Freeform 3717">
              <a:extLst>
                <a:ext uri="{FF2B5EF4-FFF2-40B4-BE49-F238E27FC236}">
                  <a16:creationId xmlns:a16="http://schemas.microsoft.com/office/drawing/2014/main" id="{28D457F6-0C10-7994-88A0-4FC056B6028F}"/>
                </a:ext>
              </a:extLst>
            </p:cNvPr>
            <p:cNvSpPr/>
            <p:nvPr/>
          </p:nvSpPr>
          <p:spPr>
            <a:xfrm>
              <a:off x="3336634" y="3605544"/>
              <a:ext cx="3821" cy="11943"/>
            </a:xfrm>
            <a:custGeom>
              <a:avLst/>
              <a:gdLst>
                <a:gd name="csX0" fmla="*/ 1433 w 3821"/>
                <a:gd name="csY0" fmla="*/ 11465 h 11943"/>
                <a:gd name="csX1" fmla="*/ 0 w 3821"/>
                <a:gd name="csY1" fmla="*/ 11943 h 11943"/>
                <a:gd name="csX2" fmla="*/ 478 w 3821"/>
                <a:gd name="csY2" fmla="*/ 10032 h 11943"/>
                <a:gd name="csX3" fmla="*/ 478 w 3821"/>
                <a:gd name="csY3" fmla="*/ 9077 h 11943"/>
                <a:gd name="csX4" fmla="*/ 478 w 3821"/>
                <a:gd name="csY4" fmla="*/ 8121 h 11943"/>
                <a:gd name="csX5" fmla="*/ 0 w 3821"/>
                <a:gd name="csY5" fmla="*/ 6688 h 11943"/>
                <a:gd name="csX6" fmla="*/ 0 w 3821"/>
                <a:gd name="csY6" fmla="*/ 2389 h 11943"/>
                <a:gd name="csX7" fmla="*/ 1433 w 3821"/>
                <a:gd name="csY7" fmla="*/ 0 h 11943"/>
                <a:gd name="csX8" fmla="*/ 3822 w 3821"/>
                <a:gd name="csY8" fmla="*/ 0 h 11943"/>
                <a:gd name="csX9" fmla="*/ 3822 w 3821"/>
                <a:gd name="csY9" fmla="*/ 1433 h 11943"/>
                <a:gd name="csX10" fmla="*/ 2866 w 3821"/>
                <a:gd name="csY10" fmla="*/ 7166 h 11943"/>
                <a:gd name="csX11" fmla="*/ 2389 w 3821"/>
                <a:gd name="csY11" fmla="*/ 9555 h 11943"/>
                <a:gd name="csX12" fmla="*/ 1911 w 3821"/>
                <a:gd name="csY12" fmla="*/ 10510 h 11943"/>
                <a:gd name="csX13" fmla="*/ 1433 w 3821"/>
                <a:gd name="csY13" fmla="*/ 11465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821" h="11943">
                  <a:moveTo>
                    <a:pt x="1433" y="11465"/>
                  </a:moveTo>
                  <a:lnTo>
                    <a:pt x="0" y="11943"/>
                  </a:lnTo>
                  <a:lnTo>
                    <a:pt x="478" y="10032"/>
                  </a:lnTo>
                  <a:lnTo>
                    <a:pt x="478" y="9077"/>
                  </a:lnTo>
                  <a:lnTo>
                    <a:pt x="478" y="8121"/>
                  </a:lnTo>
                  <a:lnTo>
                    <a:pt x="0" y="6688"/>
                  </a:lnTo>
                  <a:lnTo>
                    <a:pt x="0" y="2389"/>
                  </a:lnTo>
                  <a:lnTo>
                    <a:pt x="1433" y="0"/>
                  </a:lnTo>
                  <a:lnTo>
                    <a:pt x="3822" y="0"/>
                  </a:lnTo>
                  <a:lnTo>
                    <a:pt x="3822" y="1433"/>
                  </a:lnTo>
                  <a:lnTo>
                    <a:pt x="2866" y="7166"/>
                  </a:lnTo>
                  <a:lnTo>
                    <a:pt x="2389" y="9555"/>
                  </a:lnTo>
                  <a:lnTo>
                    <a:pt x="1911" y="10510"/>
                  </a:lnTo>
                  <a:lnTo>
                    <a:pt x="1433" y="114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9" name="Freeform 3718">
              <a:extLst>
                <a:ext uri="{FF2B5EF4-FFF2-40B4-BE49-F238E27FC236}">
                  <a16:creationId xmlns:a16="http://schemas.microsoft.com/office/drawing/2014/main" id="{4C4310D5-9635-4B80-C15C-4481075C20D3}"/>
                </a:ext>
              </a:extLst>
            </p:cNvPr>
            <p:cNvSpPr/>
            <p:nvPr/>
          </p:nvSpPr>
          <p:spPr>
            <a:xfrm>
              <a:off x="3283606" y="3624175"/>
              <a:ext cx="1911" cy="5732"/>
            </a:xfrm>
            <a:custGeom>
              <a:avLst/>
              <a:gdLst>
                <a:gd name="csX0" fmla="*/ 1911 w 1911"/>
                <a:gd name="csY0" fmla="*/ 5733 h 5732"/>
                <a:gd name="csX1" fmla="*/ 1433 w 1911"/>
                <a:gd name="csY1" fmla="*/ 5733 h 5732"/>
                <a:gd name="csX2" fmla="*/ 478 w 1911"/>
                <a:gd name="csY2" fmla="*/ 5255 h 5732"/>
                <a:gd name="csX3" fmla="*/ 0 w 1911"/>
                <a:gd name="csY3" fmla="*/ 4300 h 5732"/>
                <a:gd name="csX4" fmla="*/ 0 w 1911"/>
                <a:gd name="csY4" fmla="*/ 1433 h 5732"/>
                <a:gd name="csX5" fmla="*/ 0 w 1911"/>
                <a:gd name="csY5" fmla="*/ 478 h 5732"/>
                <a:gd name="csX6" fmla="*/ 478 w 1911"/>
                <a:gd name="csY6" fmla="*/ 0 h 5732"/>
                <a:gd name="csX7" fmla="*/ 1911 w 1911"/>
                <a:gd name="csY7" fmla="*/ 1911 h 5732"/>
                <a:gd name="csX8" fmla="*/ 1911 w 1911"/>
                <a:gd name="csY8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5732">
                  <a:moveTo>
                    <a:pt x="1911" y="5733"/>
                  </a:moveTo>
                  <a:lnTo>
                    <a:pt x="1433" y="5733"/>
                  </a:lnTo>
                  <a:lnTo>
                    <a:pt x="478" y="5255"/>
                  </a:lnTo>
                  <a:lnTo>
                    <a:pt x="0" y="4300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1911"/>
                  </a:lnTo>
                  <a:lnTo>
                    <a:pt x="1911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0" name="Freeform 3719">
              <a:extLst>
                <a:ext uri="{FF2B5EF4-FFF2-40B4-BE49-F238E27FC236}">
                  <a16:creationId xmlns:a16="http://schemas.microsoft.com/office/drawing/2014/main" id="{A17559FD-95F2-1D74-701D-09C4BAFBA931}"/>
                </a:ext>
              </a:extLst>
            </p:cNvPr>
            <p:cNvSpPr/>
            <p:nvPr/>
          </p:nvSpPr>
          <p:spPr>
            <a:xfrm>
              <a:off x="4304514" y="3626086"/>
              <a:ext cx="7165" cy="4299"/>
            </a:xfrm>
            <a:custGeom>
              <a:avLst/>
              <a:gdLst>
                <a:gd name="csX0" fmla="*/ 4777 w 7165"/>
                <a:gd name="csY0" fmla="*/ 4300 h 4299"/>
                <a:gd name="csX1" fmla="*/ 4300 w 7165"/>
                <a:gd name="csY1" fmla="*/ 4300 h 4299"/>
                <a:gd name="csX2" fmla="*/ 2389 w 7165"/>
                <a:gd name="csY2" fmla="*/ 3822 h 4299"/>
                <a:gd name="csX3" fmla="*/ 956 w 7165"/>
                <a:gd name="csY3" fmla="*/ 3344 h 4299"/>
                <a:gd name="csX4" fmla="*/ 0 w 7165"/>
                <a:gd name="csY4" fmla="*/ 2389 h 4299"/>
                <a:gd name="csX5" fmla="*/ 5733 w 7165"/>
                <a:gd name="csY5" fmla="*/ 0 h 4299"/>
                <a:gd name="csX6" fmla="*/ 7166 w 7165"/>
                <a:gd name="csY6" fmla="*/ 0 h 4299"/>
                <a:gd name="csX7" fmla="*/ 7166 w 7165"/>
                <a:gd name="csY7" fmla="*/ 478 h 4299"/>
                <a:gd name="csX8" fmla="*/ 6210 w 7165"/>
                <a:gd name="csY8" fmla="*/ 1911 h 4299"/>
                <a:gd name="csX9" fmla="*/ 6210 w 7165"/>
                <a:gd name="csY9" fmla="*/ 2866 h 4299"/>
                <a:gd name="csX10" fmla="*/ 5733 w 7165"/>
                <a:gd name="csY10" fmla="*/ 3822 h 4299"/>
                <a:gd name="csX11" fmla="*/ 4777 w 7165"/>
                <a:gd name="csY11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165" h="4299">
                  <a:moveTo>
                    <a:pt x="4777" y="4300"/>
                  </a:moveTo>
                  <a:lnTo>
                    <a:pt x="4300" y="4300"/>
                  </a:lnTo>
                  <a:lnTo>
                    <a:pt x="2389" y="3822"/>
                  </a:lnTo>
                  <a:lnTo>
                    <a:pt x="956" y="3344"/>
                  </a:lnTo>
                  <a:lnTo>
                    <a:pt x="0" y="2389"/>
                  </a:lnTo>
                  <a:lnTo>
                    <a:pt x="5733" y="0"/>
                  </a:lnTo>
                  <a:lnTo>
                    <a:pt x="7166" y="0"/>
                  </a:lnTo>
                  <a:lnTo>
                    <a:pt x="7166" y="478"/>
                  </a:lnTo>
                  <a:lnTo>
                    <a:pt x="6210" y="1911"/>
                  </a:lnTo>
                  <a:lnTo>
                    <a:pt x="6210" y="2866"/>
                  </a:lnTo>
                  <a:lnTo>
                    <a:pt x="5733" y="3822"/>
                  </a:lnTo>
                  <a:lnTo>
                    <a:pt x="4777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1" name="Freeform 3720">
              <a:extLst>
                <a:ext uri="{FF2B5EF4-FFF2-40B4-BE49-F238E27FC236}">
                  <a16:creationId xmlns:a16="http://schemas.microsoft.com/office/drawing/2014/main" id="{225AEE82-F8C0-B842-82EE-6BE89BC36D9D}"/>
                </a:ext>
              </a:extLst>
            </p:cNvPr>
            <p:cNvSpPr/>
            <p:nvPr/>
          </p:nvSpPr>
          <p:spPr>
            <a:xfrm>
              <a:off x="4784632" y="3628952"/>
              <a:ext cx="2866" cy="3344"/>
            </a:xfrm>
            <a:custGeom>
              <a:avLst/>
              <a:gdLst>
                <a:gd name="csX0" fmla="*/ 1433 w 2866"/>
                <a:gd name="csY0" fmla="*/ 3344 h 3344"/>
                <a:gd name="csX1" fmla="*/ 478 w 2866"/>
                <a:gd name="csY1" fmla="*/ 3344 h 3344"/>
                <a:gd name="csX2" fmla="*/ 0 w 2866"/>
                <a:gd name="csY2" fmla="*/ 2866 h 3344"/>
                <a:gd name="csX3" fmla="*/ 478 w 2866"/>
                <a:gd name="csY3" fmla="*/ 1433 h 3344"/>
                <a:gd name="csX4" fmla="*/ 1433 w 2866"/>
                <a:gd name="csY4" fmla="*/ 478 h 3344"/>
                <a:gd name="csX5" fmla="*/ 2866 w 2866"/>
                <a:gd name="csY5" fmla="*/ 0 h 3344"/>
                <a:gd name="csX6" fmla="*/ 2389 w 2866"/>
                <a:gd name="csY6" fmla="*/ 1911 h 3344"/>
                <a:gd name="csX7" fmla="*/ 1433 w 2866"/>
                <a:gd name="csY7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344">
                  <a:moveTo>
                    <a:pt x="1433" y="3344"/>
                  </a:moveTo>
                  <a:lnTo>
                    <a:pt x="478" y="3344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1433" y="478"/>
                  </a:lnTo>
                  <a:lnTo>
                    <a:pt x="2866" y="0"/>
                  </a:lnTo>
                  <a:lnTo>
                    <a:pt x="2389" y="1911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2" name="Freeform 3721">
              <a:extLst>
                <a:ext uri="{FF2B5EF4-FFF2-40B4-BE49-F238E27FC236}">
                  <a16:creationId xmlns:a16="http://schemas.microsoft.com/office/drawing/2014/main" id="{0BAFE548-E1D2-2089-023B-29CF2DD74562}"/>
                </a:ext>
              </a:extLst>
            </p:cNvPr>
            <p:cNvSpPr/>
            <p:nvPr/>
          </p:nvSpPr>
          <p:spPr>
            <a:xfrm>
              <a:off x="3342367" y="3637551"/>
              <a:ext cx="4777" cy="7165"/>
            </a:xfrm>
            <a:custGeom>
              <a:avLst/>
              <a:gdLst>
                <a:gd name="csX0" fmla="*/ 4300 w 4777"/>
                <a:gd name="csY0" fmla="*/ 6688 h 7165"/>
                <a:gd name="csX1" fmla="*/ 4300 w 4777"/>
                <a:gd name="csY1" fmla="*/ 7166 h 7165"/>
                <a:gd name="csX2" fmla="*/ 3344 w 4777"/>
                <a:gd name="csY2" fmla="*/ 7166 h 7165"/>
                <a:gd name="csX3" fmla="*/ 1911 w 4777"/>
                <a:gd name="csY3" fmla="*/ 6688 h 7165"/>
                <a:gd name="csX4" fmla="*/ 955 w 4777"/>
                <a:gd name="csY4" fmla="*/ 5733 h 7165"/>
                <a:gd name="csX5" fmla="*/ 0 w 4777"/>
                <a:gd name="csY5" fmla="*/ 2389 h 7165"/>
                <a:gd name="csX6" fmla="*/ 0 w 4777"/>
                <a:gd name="csY6" fmla="*/ 1433 h 7165"/>
                <a:gd name="csX7" fmla="*/ 478 w 4777"/>
                <a:gd name="csY7" fmla="*/ 956 h 7165"/>
                <a:gd name="csX8" fmla="*/ 2389 w 4777"/>
                <a:gd name="csY8" fmla="*/ 0 h 7165"/>
                <a:gd name="csX9" fmla="*/ 2866 w 4777"/>
                <a:gd name="csY9" fmla="*/ 0 h 7165"/>
                <a:gd name="csX10" fmla="*/ 3344 w 4777"/>
                <a:gd name="csY10" fmla="*/ 956 h 7165"/>
                <a:gd name="csX11" fmla="*/ 4300 w 4777"/>
                <a:gd name="csY11" fmla="*/ 2866 h 7165"/>
                <a:gd name="csX12" fmla="*/ 4777 w 4777"/>
                <a:gd name="csY12" fmla="*/ 3344 h 7165"/>
                <a:gd name="csX13" fmla="*/ 4777 w 4777"/>
                <a:gd name="csY13" fmla="*/ 5733 h 7165"/>
                <a:gd name="csX14" fmla="*/ 4300 w 4777"/>
                <a:gd name="csY14" fmla="*/ 668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777" h="7165">
                  <a:moveTo>
                    <a:pt x="4300" y="6688"/>
                  </a:moveTo>
                  <a:lnTo>
                    <a:pt x="4300" y="7166"/>
                  </a:lnTo>
                  <a:lnTo>
                    <a:pt x="3344" y="7166"/>
                  </a:lnTo>
                  <a:lnTo>
                    <a:pt x="1911" y="6688"/>
                  </a:lnTo>
                  <a:lnTo>
                    <a:pt x="955" y="5733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344" y="956"/>
                  </a:lnTo>
                  <a:lnTo>
                    <a:pt x="4300" y="2866"/>
                  </a:lnTo>
                  <a:lnTo>
                    <a:pt x="4777" y="3344"/>
                  </a:lnTo>
                  <a:lnTo>
                    <a:pt x="4777" y="5733"/>
                  </a:lnTo>
                  <a:lnTo>
                    <a:pt x="4300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3" name="Freeform 3722">
              <a:extLst>
                <a:ext uri="{FF2B5EF4-FFF2-40B4-BE49-F238E27FC236}">
                  <a16:creationId xmlns:a16="http://schemas.microsoft.com/office/drawing/2014/main" id="{1FE3A774-B012-1BF1-086A-A453C9966B3D}"/>
                </a:ext>
              </a:extLst>
            </p:cNvPr>
            <p:cNvSpPr/>
            <p:nvPr/>
          </p:nvSpPr>
          <p:spPr>
            <a:xfrm>
              <a:off x="4706284" y="3640418"/>
              <a:ext cx="133286" cy="138063"/>
            </a:xfrm>
            <a:custGeom>
              <a:avLst/>
              <a:gdLst>
                <a:gd name="csX0" fmla="*/ 77870 w 133286"/>
                <a:gd name="csY0" fmla="*/ 1911 h 138063"/>
                <a:gd name="csX1" fmla="*/ 75959 w 133286"/>
                <a:gd name="csY1" fmla="*/ 4777 h 138063"/>
                <a:gd name="csX2" fmla="*/ 75004 w 133286"/>
                <a:gd name="csY2" fmla="*/ 6211 h 138063"/>
                <a:gd name="csX3" fmla="*/ 74048 w 133286"/>
                <a:gd name="csY3" fmla="*/ 6688 h 138063"/>
                <a:gd name="csX4" fmla="*/ 72137 w 133286"/>
                <a:gd name="csY4" fmla="*/ 7166 h 138063"/>
                <a:gd name="csX5" fmla="*/ 68316 w 133286"/>
                <a:gd name="csY5" fmla="*/ 7644 h 138063"/>
                <a:gd name="csX6" fmla="*/ 66405 w 133286"/>
                <a:gd name="csY6" fmla="*/ 8121 h 138063"/>
                <a:gd name="csX7" fmla="*/ 65927 w 133286"/>
                <a:gd name="csY7" fmla="*/ 10032 h 138063"/>
                <a:gd name="csX8" fmla="*/ 66405 w 133286"/>
                <a:gd name="csY8" fmla="*/ 10988 h 138063"/>
                <a:gd name="csX9" fmla="*/ 66882 w 133286"/>
                <a:gd name="csY9" fmla="*/ 11943 h 138063"/>
                <a:gd name="csX10" fmla="*/ 67838 w 133286"/>
                <a:gd name="csY10" fmla="*/ 11943 h 138063"/>
                <a:gd name="csX11" fmla="*/ 69271 w 133286"/>
                <a:gd name="csY11" fmla="*/ 11465 h 138063"/>
                <a:gd name="csX12" fmla="*/ 70226 w 133286"/>
                <a:gd name="csY12" fmla="*/ 11465 h 138063"/>
                <a:gd name="csX13" fmla="*/ 70704 w 133286"/>
                <a:gd name="csY13" fmla="*/ 11943 h 138063"/>
                <a:gd name="csX14" fmla="*/ 71182 w 133286"/>
                <a:gd name="csY14" fmla="*/ 12899 h 138063"/>
                <a:gd name="csX15" fmla="*/ 71182 w 133286"/>
                <a:gd name="csY15" fmla="*/ 13854 h 138063"/>
                <a:gd name="csX16" fmla="*/ 71182 w 133286"/>
                <a:gd name="csY16" fmla="*/ 14810 h 138063"/>
                <a:gd name="csX17" fmla="*/ 70704 w 133286"/>
                <a:gd name="csY17" fmla="*/ 16721 h 138063"/>
                <a:gd name="csX18" fmla="*/ 69271 w 133286"/>
                <a:gd name="csY18" fmla="*/ 20065 h 138063"/>
                <a:gd name="csX19" fmla="*/ 67838 w 133286"/>
                <a:gd name="csY19" fmla="*/ 21976 h 138063"/>
                <a:gd name="csX20" fmla="*/ 65449 w 133286"/>
                <a:gd name="csY20" fmla="*/ 23886 h 138063"/>
                <a:gd name="csX21" fmla="*/ 64971 w 133286"/>
                <a:gd name="csY21" fmla="*/ 24364 h 138063"/>
                <a:gd name="csX22" fmla="*/ 64493 w 133286"/>
                <a:gd name="csY22" fmla="*/ 25320 h 138063"/>
                <a:gd name="csX23" fmla="*/ 64016 w 133286"/>
                <a:gd name="csY23" fmla="*/ 27708 h 138063"/>
                <a:gd name="csX24" fmla="*/ 63060 w 133286"/>
                <a:gd name="csY24" fmla="*/ 29619 h 138063"/>
                <a:gd name="csX25" fmla="*/ 59239 w 133286"/>
                <a:gd name="csY25" fmla="*/ 34397 h 138063"/>
                <a:gd name="csX26" fmla="*/ 57805 w 133286"/>
                <a:gd name="csY26" fmla="*/ 35352 h 138063"/>
                <a:gd name="csX27" fmla="*/ 57805 w 133286"/>
                <a:gd name="csY27" fmla="*/ 36307 h 138063"/>
                <a:gd name="csX28" fmla="*/ 57328 w 133286"/>
                <a:gd name="csY28" fmla="*/ 38218 h 138063"/>
                <a:gd name="csX29" fmla="*/ 56372 w 133286"/>
                <a:gd name="csY29" fmla="*/ 40129 h 138063"/>
                <a:gd name="csX30" fmla="*/ 53028 w 133286"/>
                <a:gd name="csY30" fmla="*/ 44429 h 138063"/>
                <a:gd name="csX31" fmla="*/ 52550 w 133286"/>
                <a:gd name="csY31" fmla="*/ 45862 h 138063"/>
                <a:gd name="csX32" fmla="*/ 52073 w 133286"/>
                <a:gd name="csY32" fmla="*/ 46818 h 138063"/>
                <a:gd name="csX33" fmla="*/ 52073 w 133286"/>
                <a:gd name="csY33" fmla="*/ 48728 h 138063"/>
                <a:gd name="csX34" fmla="*/ 52073 w 133286"/>
                <a:gd name="csY34" fmla="*/ 49206 h 138063"/>
                <a:gd name="csX35" fmla="*/ 51117 w 133286"/>
                <a:gd name="csY35" fmla="*/ 50639 h 138063"/>
                <a:gd name="csX36" fmla="*/ 50162 w 133286"/>
                <a:gd name="csY36" fmla="*/ 52072 h 138063"/>
                <a:gd name="csX37" fmla="*/ 50162 w 133286"/>
                <a:gd name="csY37" fmla="*/ 52550 h 138063"/>
                <a:gd name="csX38" fmla="*/ 50639 w 133286"/>
                <a:gd name="csY38" fmla="*/ 53984 h 138063"/>
                <a:gd name="csX39" fmla="*/ 50639 w 133286"/>
                <a:gd name="csY39" fmla="*/ 53984 h 138063"/>
                <a:gd name="csX40" fmla="*/ 50639 w 133286"/>
                <a:gd name="csY40" fmla="*/ 55417 h 138063"/>
                <a:gd name="csX41" fmla="*/ 50639 w 133286"/>
                <a:gd name="csY41" fmla="*/ 56850 h 138063"/>
                <a:gd name="csX42" fmla="*/ 52073 w 133286"/>
                <a:gd name="csY42" fmla="*/ 55894 h 138063"/>
                <a:gd name="csX43" fmla="*/ 54939 w 133286"/>
                <a:gd name="csY43" fmla="*/ 52072 h 138063"/>
                <a:gd name="csX44" fmla="*/ 56850 w 133286"/>
                <a:gd name="csY44" fmla="*/ 49684 h 138063"/>
                <a:gd name="csX45" fmla="*/ 58283 w 133286"/>
                <a:gd name="csY45" fmla="*/ 48728 h 138063"/>
                <a:gd name="csX46" fmla="*/ 59239 w 133286"/>
                <a:gd name="csY46" fmla="*/ 47773 h 138063"/>
                <a:gd name="csX47" fmla="*/ 60672 w 133286"/>
                <a:gd name="csY47" fmla="*/ 45862 h 138063"/>
                <a:gd name="csX48" fmla="*/ 62105 w 133286"/>
                <a:gd name="csY48" fmla="*/ 43473 h 138063"/>
                <a:gd name="csX49" fmla="*/ 63538 w 133286"/>
                <a:gd name="csY49" fmla="*/ 42996 h 138063"/>
                <a:gd name="csX50" fmla="*/ 64016 w 133286"/>
                <a:gd name="csY50" fmla="*/ 42996 h 138063"/>
                <a:gd name="csX51" fmla="*/ 64493 w 133286"/>
                <a:gd name="csY51" fmla="*/ 44429 h 138063"/>
                <a:gd name="csX52" fmla="*/ 64493 w 133286"/>
                <a:gd name="csY52" fmla="*/ 45862 h 138063"/>
                <a:gd name="csX53" fmla="*/ 63538 w 133286"/>
                <a:gd name="csY53" fmla="*/ 47295 h 138063"/>
                <a:gd name="csX54" fmla="*/ 63538 w 133286"/>
                <a:gd name="csY54" fmla="*/ 47773 h 138063"/>
                <a:gd name="csX55" fmla="*/ 65449 w 133286"/>
                <a:gd name="csY55" fmla="*/ 46340 h 138063"/>
                <a:gd name="csX56" fmla="*/ 68316 w 133286"/>
                <a:gd name="csY56" fmla="*/ 45384 h 138063"/>
                <a:gd name="csX57" fmla="*/ 69271 w 133286"/>
                <a:gd name="csY57" fmla="*/ 45862 h 138063"/>
                <a:gd name="csX58" fmla="*/ 71659 w 133286"/>
                <a:gd name="csY58" fmla="*/ 47295 h 138063"/>
                <a:gd name="csX59" fmla="*/ 73570 w 133286"/>
                <a:gd name="csY59" fmla="*/ 46818 h 138063"/>
                <a:gd name="csX60" fmla="*/ 76437 w 133286"/>
                <a:gd name="csY60" fmla="*/ 46340 h 138063"/>
                <a:gd name="csX61" fmla="*/ 76915 w 133286"/>
                <a:gd name="csY61" fmla="*/ 46340 h 138063"/>
                <a:gd name="csX62" fmla="*/ 76437 w 133286"/>
                <a:gd name="csY62" fmla="*/ 47773 h 138063"/>
                <a:gd name="csX63" fmla="*/ 75004 w 133286"/>
                <a:gd name="csY63" fmla="*/ 49206 h 138063"/>
                <a:gd name="csX64" fmla="*/ 72615 w 133286"/>
                <a:gd name="csY64" fmla="*/ 50639 h 138063"/>
                <a:gd name="csX65" fmla="*/ 65927 w 133286"/>
                <a:gd name="csY65" fmla="*/ 54461 h 138063"/>
                <a:gd name="csX66" fmla="*/ 64016 w 133286"/>
                <a:gd name="csY66" fmla="*/ 56850 h 138063"/>
                <a:gd name="csX67" fmla="*/ 64493 w 133286"/>
                <a:gd name="csY67" fmla="*/ 56850 h 138063"/>
                <a:gd name="csX68" fmla="*/ 65927 w 133286"/>
                <a:gd name="csY68" fmla="*/ 55417 h 138063"/>
                <a:gd name="csX69" fmla="*/ 67360 w 133286"/>
                <a:gd name="csY69" fmla="*/ 54939 h 138063"/>
                <a:gd name="csX70" fmla="*/ 68793 w 133286"/>
                <a:gd name="csY70" fmla="*/ 54939 h 138063"/>
                <a:gd name="csX71" fmla="*/ 69271 w 133286"/>
                <a:gd name="csY71" fmla="*/ 55417 h 138063"/>
                <a:gd name="csX72" fmla="*/ 69271 w 133286"/>
                <a:gd name="csY72" fmla="*/ 55894 h 138063"/>
                <a:gd name="csX73" fmla="*/ 69271 w 133286"/>
                <a:gd name="csY73" fmla="*/ 57805 h 138063"/>
                <a:gd name="csX74" fmla="*/ 64971 w 133286"/>
                <a:gd name="csY74" fmla="*/ 61627 h 138063"/>
                <a:gd name="csX75" fmla="*/ 65927 w 133286"/>
                <a:gd name="csY75" fmla="*/ 61149 h 138063"/>
                <a:gd name="csX76" fmla="*/ 70704 w 133286"/>
                <a:gd name="csY76" fmla="*/ 59716 h 138063"/>
                <a:gd name="csX77" fmla="*/ 73093 w 133286"/>
                <a:gd name="csY77" fmla="*/ 62105 h 138063"/>
                <a:gd name="csX78" fmla="*/ 76915 w 133286"/>
                <a:gd name="csY78" fmla="*/ 61149 h 138063"/>
                <a:gd name="csX79" fmla="*/ 79303 w 133286"/>
                <a:gd name="csY79" fmla="*/ 60194 h 138063"/>
                <a:gd name="csX80" fmla="*/ 79303 w 133286"/>
                <a:gd name="csY80" fmla="*/ 60672 h 138063"/>
                <a:gd name="csX81" fmla="*/ 79781 w 133286"/>
                <a:gd name="csY81" fmla="*/ 61627 h 138063"/>
                <a:gd name="csX82" fmla="*/ 79781 w 133286"/>
                <a:gd name="csY82" fmla="*/ 63538 h 138063"/>
                <a:gd name="csX83" fmla="*/ 79781 w 133286"/>
                <a:gd name="csY83" fmla="*/ 63538 h 138063"/>
                <a:gd name="csX84" fmla="*/ 80736 w 133286"/>
                <a:gd name="csY84" fmla="*/ 63060 h 138063"/>
                <a:gd name="csX85" fmla="*/ 81214 w 133286"/>
                <a:gd name="csY85" fmla="*/ 62583 h 138063"/>
                <a:gd name="csX86" fmla="*/ 81214 w 133286"/>
                <a:gd name="csY86" fmla="*/ 59716 h 138063"/>
                <a:gd name="csX87" fmla="*/ 81692 w 133286"/>
                <a:gd name="csY87" fmla="*/ 59238 h 138063"/>
                <a:gd name="csX88" fmla="*/ 82170 w 133286"/>
                <a:gd name="csY88" fmla="*/ 59716 h 138063"/>
                <a:gd name="csX89" fmla="*/ 82647 w 133286"/>
                <a:gd name="csY89" fmla="*/ 60672 h 138063"/>
                <a:gd name="csX90" fmla="*/ 82647 w 133286"/>
                <a:gd name="csY90" fmla="*/ 62583 h 138063"/>
                <a:gd name="csX91" fmla="*/ 82170 w 133286"/>
                <a:gd name="csY91" fmla="*/ 64493 h 138063"/>
                <a:gd name="csX92" fmla="*/ 81692 w 133286"/>
                <a:gd name="csY92" fmla="*/ 66404 h 138063"/>
                <a:gd name="csX93" fmla="*/ 79781 w 133286"/>
                <a:gd name="csY93" fmla="*/ 69271 h 138063"/>
                <a:gd name="csX94" fmla="*/ 80259 w 133286"/>
                <a:gd name="csY94" fmla="*/ 70704 h 138063"/>
                <a:gd name="csX95" fmla="*/ 79781 w 133286"/>
                <a:gd name="csY95" fmla="*/ 71659 h 138063"/>
                <a:gd name="csX96" fmla="*/ 80259 w 133286"/>
                <a:gd name="csY96" fmla="*/ 71659 h 138063"/>
                <a:gd name="csX97" fmla="*/ 81692 w 133286"/>
                <a:gd name="csY97" fmla="*/ 70704 h 138063"/>
                <a:gd name="csX98" fmla="*/ 81692 w 133286"/>
                <a:gd name="csY98" fmla="*/ 70226 h 138063"/>
                <a:gd name="csX99" fmla="*/ 81692 w 133286"/>
                <a:gd name="csY99" fmla="*/ 68793 h 138063"/>
                <a:gd name="csX100" fmla="*/ 81692 w 133286"/>
                <a:gd name="csY100" fmla="*/ 68315 h 138063"/>
                <a:gd name="csX101" fmla="*/ 83125 w 133286"/>
                <a:gd name="csY101" fmla="*/ 67360 h 138063"/>
                <a:gd name="csX102" fmla="*/ 85514 w 133286"/>
                <a:gd name="csY102" fmla="*/ 65927 h 138063"/>
                <a:gd name="csX103" fmla="*/ 85991 w 133286"/>
                <a:gd name="csY103" fmla="*/ 65449 h 138063"/>
                <a:gd name="csX104" fmla="*/ 86469 w 133286"/>
                <a:gd name="csY104" fmla="*/ 65927 h 138063"/>
                <a:gd name="csX105" fmla="*/ 86469 w 133286"/>
                <a:gd name="csY105" fmla="*/ 66882 h 138063"/>
                <a:gd name="csX106" fmla="*/ 86947 w 133286"/>
                <a:gd name="csY106" fmla="*/ 66404 h 138063"/>
                <a:gd name="csX107" fmla="*/ 88380 w 133286"/>
                <a:gd name="csY107" fmla="*/ 64971 h 138063"/>
                <a:gd name="csX108" fmla="*/ 89813 w 133286"/>
                <a:gd name="csY108" fmla="*/ 64493 h 138063"/>
                <a:gd name="csX109" fmla="*/ 91246 w 133286"/>
                <a:gd name="csY109" fmla="*/ 64016 h 138063"/>
                <a:gd name="csX110" fmla="*/ 92202 w 133286"/>
                <a:gd name="csY110" fmla="*/ 63060 h 138063"/>
                <a:gd name="csX111" fmla="*/ 93635 w 133286"/>
                <a:gd name="csY111" fmla="*/ 61627 h 138063"/>
                <a:gd name="csX112" fmla="*/ 95068 w 133286"/>
                <a:gd name="csY112" fmla="*/ 60194 h 138063"/>
                <a:gd name="csX113" fmla="*/ 96501 w 133286"/>
                <a:gd name="csY113" fmla="*/ 59238 h 138063"/>
                <a:gd name="csX114" fmla="*/ 97457 w 133286"/>
                <a:gd name="csY114" fmla="*/ 59238 h 138063"/>
                <a:gd name="csX115" fmla="*/ 96979 w 133286"/>
                <a:gd name="csY115" fmla="*/ 61149 h 138063"/>
                <a:gd name="csX116" fmla="*/ 97457 w 133286"/>
                <a:gd name="csY116" fmla="*/ 63060 h 138063"/>
                <a:gd name="csX117" fmla="*/ 97457 w 133286"/>
                <a:gd name="csY117" fmla="*/ 64493 h 138063"/>
                <a:gd name="csX118" fmla="*/ 97457 w 133286"/>
                <a:gd name="csY118" fmla="*/ 64971 h 138063"/>
                <a:gd name="csX119" fmla="*/ 98890 w 133286"/>
                <a:gd name="csY119" fmla="*/ 63060 h 138063"/>
                <a:gd name="csX120" fmla="*/ 99368 w 133286"/>
                <a:gd name="csY120" fmla="*/ 62583 h 138063"/>
                <a:gd name="csX121" fmla="*/ 100323 w 133286"/>
                <a:gd name="csY121" fmla="*/ 62105 h 138063"/>
                <a:gd name="csX122" fmla="*/ 101279 w 133286"/>
                <a:gd name="csY122" fmla="*/ 62105 h 138063"/>
                <a:gd name="csX123" fmla="*/ 107489 w 133286"/>
                <a:gd name="csY123" fmla="*/ 61627 h 138063"/>
                <a:gd name="csX124" fmla="*/ 109400 w 133286"/>
                <a:gd name="csY124" fmla="*/ 62105 h 138063"/>
                <a:gd name="csX125" fmla="*/ 111311 w 133286"/>
                <a:gd name="csY125" fmla="*/ 63060 h 138063"/>
                <a:gd name="csX126" fmla="*/ 114177 w 133286"/>
                <a:gd name="csY126" fmla="*/ 64971 h 138063"/>
                <a:gd name="csX127" fmla="*/ 115133 w 133286"/>
                <a:gd name="csY127" fmla="*/ 66404 h 138063"/>
                <a:gd name="csX128" fmla="*/ 115133 w 133286"/>
                <a:gd name="csY128" fmla="*/ 68793 h 138063"/>
                <a:gd name="csX129" fmla="*/ 115133 w 133286"/>
                <a:gd name="csY129" fmla="*/ 70226 h 138063"/>
                <a:gd name="csX130" fmla="*/ 113222 w 133286"/>
                <a:gd name="csY130" fmla="*/ 71659 h 138063"/>
                <a:gd name="csX131" fmla="*/ 111311 w 133286"/>
                <a:gd name="csY131" fmla="*/ 73093 h 138063"/>
                <a:gd name="csX132" fmla="*/ 110356 w 133286"/>
                <a:gd name="csY132" fmla="*/ 74048 h 138063"/>
                <a:gd name="csX133" fmla="*/ 109878 w 133286"/>
                <a:gd name="csY133" fmla="*/ 75481 h 138063"/>
                <a:gd name="csX134" fmla="*/ 109400 w 133286"/>
                <a:gd name="csY134" fmla="*/ 75959 h 138063"/>
                <a:gd name="csX135" fmla="*/ 108445 w 133286"/>
                <a:gd name="csY135" fmla="*/ 76914 h 138063"/>
                <a:gd name="csX136" fmla="*/ 103190 w 133286"/>
                <a:gd name="csY136" fmla="*/ 79781 h 138063"/>
                <a:gd name="csX137" fmla="*/ 104623 w 133286"/>
                <a:gd name="csY137" fmla="*/ 79781 h 138063"/>
                <a:gd name="csX138" fmla="*/ 107489 w 133286"/>
                <a:gd name="csY138" fmla="*/ 79303 h 138063"/>
                <a:gd name="csX139" fmla="*/ 109400 w 133286"/>
                <a:gd name="csY139" fmla="*/ 79303 h 138063"/>
                <a:gd name="csX140" fmla="*/ 109400 w 133286"/>
                <a:gd name="csY140" fmla="*/ 79781 h 138063"/>
                <a:gd name="csX141" fmla="*/ 108923 w 133286"/>
                <a:gd name="csY141" fmla="*/ 80259 h 138063"/>
                <a:gd name="csX142" fmla="*/ 107489 w 133286"/>
                <a:gd name="csY142" fmla="*/ 81214 h 138063"/>
                <a:gd name="csX143" fmla="*/ 107012 w 133286"/>
                <a:gd name="csY143" fmla="*/ 81692 h 138063"/>
                <a:gd name="csX144" fmla="*/ 107012 w 133286"/>
                <a:gd name="csY144" fmla="*/ 82170 h 138063"/>
                <a:gd name="csX145" fmla="*/ 108923 w 133286"/>
                <a:gd name="csY145" fmla="*/ 82647 h 138063"/>
                <a:gd name="csX146" fmla="*/ 110833 w 133286"/>
                <a:gd name="csY146" fmla="*/ 82170 h 138063"/>
                <a:gd name="csX147" fmla="*/ 112744 w 133286"/>
                <a:gd name="csY147" fmla="*/ 82647 h 138063"/>
                <a:gd name="csX148" fmla="*/ 112266 w 133286"/>
                <a:gd name="csY148" fmla="*/ 83603 h 138063"/>
                <a:gd name="csX149" fmla="*/ 110833 w 133286"/>
                <a:gd name="csY149" fmla="*/ 85514 h 138063"/>
                <a:gd name="csX150" fmla="*/ 110833 w 133286"/>
                <a:gd name="csY150" fmla="*/ 86947 h 138063"/>
                <a:gd name="csX151" fmla="*/ 108923 w 133286"/>
                <a:gd name="csY151" fmla="*/ 88380 h 138063"/>
                <a:gd name="csX152" fmla="*/ 105100 w 133286"/>
                <a:gd name="csY152" fmla="*/ 89813 h 138063"/>
                <a:gd name="csX153" fmla="*/ 104145 w 133286"/>
                <a:gd name="csY153" fmla="*/ 90769 h 138063"/>
                <a:gd name="csX154" fmla="*/ 104623 w 133286"/>
                <a:gd name="csY154" fmla="*/ 90769 h 138063"/>
                <a:gd name="csX155" fmla="*/ 107967 w 133286"/>
                <a:gd name="csY155" fmla="*/ 89335 h 138063"/>
                <a:gd name="csX156" fmla="*/ 109400 w 133286"/>
                <a:gd name="csY156" fmla="*/ 89335 h 138063"/>
                <a:gd name="csX157" fmla="*/ 110356 w 133286"/>
                <a:gd name="csY157" fmla="*/ 89335 h 138063"/>
                <a:gd name="csX158" fmla="*/ 111789 w 133286"/>
                <a:gd name="csY158" fmla="*/ 87902 h 138063"/>
                <a:gd name="csX159" fmla="*/ 113700 w 133286"/>
                <a:gd name="csY159" fmla="*/ 87425 h 138063"/>
                <a:gd name="csX160" fmla="*/ 115611 w 133286"/>
                <a:gd name="csY160" fmla="*/ 88380 h 138063"/>
                <a:gd name="csX161" fmla="*/ 117999 w 133286"/>
                <a:gd name="csY161" fmla="*/ 85991 h 138063"/>
                <a:gd name="csX162" fmla="*/ 119432 w 133286"/>
                <a:gd name="csY162" fmla="*/ 85514 h 138063"/>
                <a:gd name="csX163" fmla="*/ 120866 w 133286"/>
                <a:gd name="csY163" fmla="*/ 85991 h 138063"/>
                <a:gd name="csX164" fmla="*/ 121821 w 133286"/>
                <a:gd name="csY164" fmla="*/ 85514 h 138063"/>
                <a:gd name="csX165" fmla="*/ 123732 w 133286"/>
                <a:gd name="csY165" fmla="*/ 84080 h 138063"/>
                <a:gd name="csX166" fmla="*/ 125165 w 133286"/>
                <a:gd name="csY166" fmla="*/ 83603 h 138063"/>
                <a:gd name="csX167" fmla="*/ 125643 w 133286"/>
                <a:gd name="csY167" fmla="*/ 83603 h 138063"/>
                <a:gd name="csX168" fmla="*/ 125643 w 133286"/>
                <a:gd name="csY168" fmla="*/ 84080 h 138063"/>
                <a:gd name="csX169" fmla="*/ 126121 w 133286"/>
                <a:gd name="csY169" fmla="*/ 85514 h 138063"/>
                <a:gd name="csX170" fmla="*/ 125643 w 133286"/>
                <a:gd name="csY170" fmla="*/ 87425 h 138063"/>
                <a:gd name="csX171" fmla="*/ 125165 w 133286"/>
                <a:gd name="csY171" fmla="*/ 88380 h 138063"/>
                <a:gd name="csX172" fmla="*/ 123732 w 133286"/>
                <a:gd name="csY172" fmla="*/ 90291 h 138063"/>
                <a:gd name="csX173" fmla="*/ 122777 w 133286"/>
                <a:gd name="csY173" fmla="*/ 91246 h 138063"/>
                <a:gd name="csX174" fmla="*/ 121821 w 133286"/>
                <a:gd name="csY174" fmla="*/ 91246 h 138063"/>
                <a:gd name="csX175" fmla="*/ 120388 w 133286"/>
                <a:gd name="csY175" fmla="*/ 91246 h 138063"/>
                <a:gd name="csX176" fmla="*/ 119910 w 133286"/>
                <a:gd name="csY176" fmla="*/ 91724 h 138063"/>
                <a:gd name="csX177" fmla="*/ 118477 w 133286"/>
                <a:gd name="csY177" fmla="*/ 93157 h 138063"/>
                <a:gd name="csX178" fmla="*/ 115611 w 133286"/>
                <a:gd name="csY178" fmla="*/ 95068 h 138063"/>
                <a:gd name="csX179" fmla="*/ 114177 w 133286"/>
                <a:gd name="csY179" fmla="*/ 95546 h 138063"/>
                <a:gd name="csX180" fmla="*/ 115133 w 133286"/>
                <a:gd name="csY180" fmla="*/ 96501 h 138063"/>
                <a:gd name="csX181" fmla="*/ 115611 w 133286"/>
                <a:gd name="csY181" fmla="*/ 98412 h 138063"/>
                <a:gd name="csX182" fmla="*/ 115133 w 133286"/>
                <a:gd name="csY182" fmla="*/ 98890 h 138063"/>
                <a:gd name="csX183" fmla="*/ 112266 w 133286"/>
                <a:gd name="csY183" fmla="*/ 99368 h 138063"/>
                <a:gd name="csX184" fmla="*/ 112266 w 133286"/>
                <a:gd name="csY184" fmla="*/ 99845 h 138063"/>
                <a:gd name="csX185" fmla="*/ 111311 w 133286"/>
                <a:gd name="csY185" fmla="*/ 100323 h 138063"/>
                <a:gd name="csX186" fmla="*/ 108923 w 133286"/>
                <a:gd name="csY186" fmla="*/ 100801 h 138063"/>
                <a:gd name="csX187" fmla="*/ 110833 w 133286"/>
                <a:gd name="csY187" fmla="*/ 101279 h 138063"/>
                <a:gd name="csX188" fmla="*/ 113222 w 133286"/>
                <a:gd name="csY188" fmla="*/ 100801 h 138063"/>
                <a:gd name="csX189" fmla="*/ 113700 w 133286"/>
                <a:gd name="csY189" fmla="*/ 100801 h 138063"/>
                <a:gd name="csX190" fmla="*/ 113222 w 133286"/>
                <a:gd name="csY190" fmla="*/ 102234 h 138063"/>
                <a:gd name="csX191" fmla="*/ 112744 w 133286"/>
                <a:gd name="csY191" fmla="*/ 103667 h 138063"/>
                <a:gd name="csX192" fmla="*/ 109400 w 133286"/>
                <a:gd name="csY192" fmla="*/ 106534 h 138063"/>
                <a:gd name="csX193" fmla="*/ 109400 w 133286"/>
                <a:gd name="csY193" fmla="*/ 107011 h 138063"/>
                <a:gd name="csX194" fmla="*/ 109878 w 133286"/>
                <a:gd name="csY194" fmla="*/ 108445 h 138063"/>
                <a:gd name="csX195" fmla="*/ 110356 w 133286"/>
                <a:gd name="csY195" fmla="*/ 109878 h 138063"/>
                <a:gd name="csX196" fmla="*/ 111311 w 133286"/>
                <a:gd name="csY196" fmla="*/ 110833 h 138063"/>
                <a:gd name="csX197" fmla="*/ 113222 w 133286"/>
                <a:gd name="csY197" fmla="*/ 110833 h 138063"/>
                <a:gd name="csX198" fmla="*/ 114655 w 133286"/>
                <a:gd name="csY198" fmla="*/ 110356 h 138063"/>
                <a:gd name="csX199" fmla="*/ 116566 w 133286"/>
                <a:gd name="csY199" fmla="*/ 108445 h 138063"/>
                <a:gd name="csX200" fmla="*/ 120866 w 133286"/>
                <a:gd name="csY200" fmla="*/ 101279 h 138063"/>
                <a:gd name="csX201" fmla="*/ 124688 w 133286"/>
                <a:gd name="csY201" fmla="*/ 99368 h 138063"/>
                <a:gd name="csX202" fmla="*/ 128032 w 133286"/>
                <a:gd name="csY202" fmla="*/ 97457 h 138063"/>
                <a:gd name="csX203" fmla="*/ 128509 w 133286"/>
                <a:gd name="csY203" fmla="*/ 97935 h 138063"/>
                <a:gd name="csX204" fmla="*/ 128987 w 133286"/>
                <a:gd name="csY204" fmla="*/ 98412 h 138063"/>
                <a:gd name="csX205" fmla="*/ 128987 w 133286"/>
                <a:gd name="csY205" fmla="*/ 98890 h 138063"/>
                <a:gd name="csX206" fmla="*/ 127076 w 133286"/>
                <a:gd name="csY206" fmla="*/ 100323 h 138063"/>
                <a:gd name="csX207" fmla="*/ 126598 w 133286"/>
                <a:gd name="csY207" fmla="*/ 101756 h 138063"/>
                <a:gd name="csX208" fmla="*/ 124210 w 133286"/>
                <a:gd name="csY208" fmla="*/ 106534 h 138063"/>
                <a:gd name="csX209" fmla="*/ 123254 w 133286"/>
                <a:gd name="csY209" fmla="*/ 108445 h 138063"/>
                <a:gd name="csX210" fmla="*/ 122777 w 133286"/>
                <a:gd name="csY210" fmla="*/ 110833 h 138063"/>
                <a:gd name="csX211" fmla="*/ 122777 w 133286"/>
                <a:gd name="csY211" fmla="*/ 114655 h 138063"/>
                <a:gd name="csX212" fmla="*/ 123254 w 133286"/>
                <a:gd name="csY212" fmla="*/ 115133 h 138063"/>
                <a:gd name="csX213" fmla="*/ 123732 w 133286"/>
                <a:gd name="csY213" fmla="*/ 116088 h 138063"/>
                <a:gd name="csX214" fmla="*/ 125165 w 133286"/>
                <a:gd name="csY214" fmla="*/ 115133 h 138063"/>
                <a:gd name="csX215" fmla="*/ 127554 w 133286"/>
                <a:gd name="csY215" fmla="*/ 113222 h 138063"/>
                <a:gd name="csX216" fmla="*/ 128987 w 133286"/>
                <a:gd name="csY216" fmla="*/ 111789 h 138063"/>
                <a:gd name="csX217" fmla="*/ 129942 w 133286"/>
                <a:gd name="csY217" fmla="*/ 108445 h 138063"/>
                <a:gd name="csX218" fmla="*/ 130898 w 133286"/>
                <a:gd name="csY218" fmla="*/ 107489 h 138063"/>
                <a:gd name="csX219" fmla="*/ 131376 w 133286"/>
                <a:gd name="csY219" fmla="*/ 107489 h 138063"/>
                <a:gd name="csX220" fmla="*/ 131854 w 133286"/>
                <a:gd name="csY220" fmla="*/ 108445 h 138063"/>
                <a:gd name="csX221" fmla="*/ 132331 w 133286"/>
                <a:gd name="csY221" fmla="*/ 109400 h 138063"/>
                <a:gd name="csX222" fmla="*/ 132809 w 133286"/>
                <a:gd name="csY222" fmla="*/ 111311 h 138063"/>
                <a:gd name="csX223" fmla="*/ 133287 w 133286"/>
                <a:gd name="csY223" fmla="*/ 113700 h 138063"/>
                <a:gd name="csX224" fmla="*/ 132809 w 133286"/>
                <a:gd name="csY224" fmla="*/ 115611 h 138063"/>
                <a:gd name="csX225" fmla="*/ 132809 w 133286"/>
                <a:gd name="csY225" fmla="*/ 116566 h 138063"/>
                <a:gd name="csX226" fmla="*/ 128032 w 133286"/>
                <a:gd name="csY226" fmla="*/ 125643 h 138063"/>
                <a:gd name="csX227" fmla="*/ 128509 w 133286"/>
                <a:gd name="csY227" fmla="*/ 127076 h 138063"/>
                <a:gd name="csX228" fmla="*/ 128509 w 133286"/>
                <a:gd name="csY228" fmla="*/ 128032 h 138063"/>
                <a:gd name="csX229" fmla="*/ 128509 w 133286"/>
                <a:gd name="csY229" fmla="*/ 128987 h 138063"/>
                <a:gd name="csX230" fmla="*/ 127076 w 133286"/>
                <a:gd name="csY230" fmla="*/ 132809 h 138063"/>
                <a:gd name="csX231" fmla="*/ 125643 w 133286"/>
                <a:gd name="csY231" fmla="*/ 135675 h 138063"/>
                <a:gd name="csX232" fmla="*/ 125165 w 133286"/>
                <a:gd name="csY232" fmla="*/ 136631 h 138063"/>
                <a:gd name="csX233" fmla="*/ 124210 w 133286"/>
                <a:gd name="csY233" fmla="*/ 137108 h 138063"/>
                <a:gd name="csX234" fmla="*/ 123254 w 133286"/>
                <a:gd name="csY234" fmla="*/ 137586 h 138063"/>
                <a:gd name="csX235" fmla="*/ 122299 w 133286"/>
                <a:gd name="csY235" fmla="*/ 137108 h 138063"/>
                <a:gd name="csX236" fmla="*/ 121343 w 133286"/>
                <a:gd name="csY236" fmla="*/ 136153 h 138063"/>
                <a:gd name="csX237" fmla="*/ 120388 w 133286"/>
                <a:gd name="csY237" fmla="*/ 135675 h 138063"/>
                <a:gd name="csX238" fmla="*/ 119910 w 133286"/>
                <a:gd name="csY238" fmla="*/ 135675 h 138063"/>
                <a:gd name="csX239" fmla="*/ 118955 w 133286"/>
                <a:gd name="csY239" fmla="*/ 135675 h 138063"/>
                <a:gd name="csX240" fmla="*/ 115611 w 133286"/>
                <a:gd name="csY240" fmla="*/ 138064 h 138063"/>
                <a:gd name="csX241" fmla="*/ 115133 w 133286"/>
                <a:gd name="csY241" fmla="*/ 138064 h 138063"/>
                <a:gd name="csX242" fmla="*/ 114655 w 133286"/>
                <a:gd name="csY242" fmla="*/ 137586 h 138063"/>
                <a:gd name="csX243" fmla="*/ 114177 w 133286"/>
                <a:gd name="csY243" fmla="*/ 136631 h 138063"/>
                <a:gd name="csX244" fmla="*/ 114655 w 133286"/>
                <a:gd name="csY244" fmla="*/ 131376 h 138063"/>
                <a:gd name="csX245" fmla="*/ 114655 w 133286"/>
                <a:gd name="csY245" fmla="*/ 129465 h 138063"/>
                <a:gd name="csX246" fmla="*/ 114177 w 133286"/>
                <a:gd name="csY246" fmla="*/ 128032 h 138063"/>
                <a:gd name="csX247" fmla="*/ 114655 w 133286"/>
                <a:gd name="csY247" fmla="*/ 125643 h 138063"/>
                <a:gd name="csX248" fmla="*/ 114655 w 133286"/>
                <a:gd name="csY248" fmla="*/ 124687 h 138063"/>
                <a:gd name="csX249" fmla="*/ 114655 w 133286"/>
                <a:gd name="csY249" fmla="*/ 124210 h 138063"/>
                <a:gd name="csX250" fmla="*/ 113700 w 133286"/>
                <a:gd name="csY250" fmla="*/ 124687 h 138063"/>
                <a:gd name="csX251" fmla="*/ 112744 w 133286"/>
                <a:gd name="csY251" fmla="*/ 125643 h 138063"/>
                <a:gd name="csX252" fmla="*/ 110833 w 133286"/>
                <a:gd name="csY252" fmla="*/ 128032 h 138063"/>
                <a:gd name="csX253" fmla="*/ 109400 w 133286"/>
                <a:gd name="csY253" fmla="*/ 129942 h 138063"/>
                <a:gd name="csX254" fmla="*/ 106534 w 133286"/>
                <a:gd name="csY254" fmla="*/ 132331 h 138063"/>
                <a:gd name="csX255" fmla="*/ 105100 w 133286"/>
                <a:gd name="csY255" fmla="*/ 132809 h 138063"/>
                <a:gd name="csX256" fmla="*/ 104623 w 133286"/>
                <a:gd name="csY256" fmla="*/ 132809 h 138063"/>
                <a:gd name="csX257" fmla="*/ 103667 w 133286"/>
                <a:gd name="csY257" fmla="*/ 132331 h 138063"/>
                <a:gd name="csX258" fmla="*/ 103190 w 133286"/>
                <a:gd name="csY258" fmla="*/ 131376 h 138063"/>
                <a:gd name="csX259" fmla="*/ 103190 w 133286"/>
                <a:gd name="csY259" fmla="*/ 130420 h 138063"/>
                <a:gd name="csX260" fmla="*/ 103667 w 133286"/>
                <a:gd name="csY260" fmla="*/ 128987 h 138063"/>
                <a:gd name="csX261" fmla="*/ 104623 w 133286"/>
                <a:gd name="csY261" fmla="*/ 126121 h 138063"/>
                <a:gd name="csX262" fmla="*/ 107012 w 133286"/>
                <a:gd name="csY262" fmla="*/ 121343 h 138063"/>
                <a:gd name="csX263" fmla="*/ 108923 w 133286"/>
                <a:gd name="csY263" fmla="*/ 117999 h 138063"/>
                <a:gd name="csX264" fmla="*/ 109400 w 133286"/>
                <a:gd name="csY264" fmla="*/ 116566 h 138063"/>
                <a:gd name="csX265" fmla="*/ 108923 w 133286"/>
                <a:gd name="csY265" fmla="*/ 115611 h 138063"/>
                <a:gd name="csX266" fmla="*/ 108445 w 133286"/>
                <a:gd name="csY266" fmla="*/ 114655 h 138063"/>
                <a:gd name="csX267" fmla="*/ 107489 w 133286"/>
                <a:gd name="csY267" fmla="*/ 110833 h 138063"/>
                <a:gd name="csX268" fmla="*/ 106534 w 133286"/>
                <a:gd name="csY268" fmla="*/ 107967 h 138063"/>
                <a:gd name="csX269" fmla="*/ 105578 w 133286"/>
                <a:gd name="csY269" fmla="*/ 106534 h 138063"/>
                <a:gd name="csX270" fmla="*/ 102712 w 133286"/>
                <a:gd name="csY270" fmla="*/ 105100 h 138063"/>
                <a:gd name="csX271" fmla="*/ 102234 w 133286"/>
                <a:gd name="csY271" fmla="*/ 105578 h 138063"/>
                <a:gd name="csX272" fmla="*/ 101757 w 133286"/>
                <a:gd name="csY272" fmla="*/ 107489 h 138063"/>
                <a:gd name="csX273" fmla="*/ 98412 w 133286"/>
                <a:gd name="csY273" fmla="*/ 113222 h 138063"/>
                <a:gd name="csX274" fmla="*/ 97935 w 133286"/>
                <a:gd name="csY274" fmla="*/ 115611 h 138063"/>
                <a:gd name="csX275" fmla="*/ 97457 w 133286"/>
                <a:gd name="csY275" fmla="*/ 116566 h 138063"/>
                <a:gd name="csX276" fmla="*/ 96979 w 133286"/>
                <a:gd name="csY276" fmla="*/ 117521 h 138063"/>
                <a:gd name="csX277" fmla="*/ 95546 w 133286"/>
                <a:gd name="csY277" fmla="*/ 117999 h 138063"/>
                <a:gd name="csX278" fmla="*/ 96024 w 133286"/>
                <a:gd name="csY278" fmla="*/ 117044 h 138063"/>
                <a:gd name="csX279" fmla="*/ 97457 w 133286"/>
                <a:gd name="csY279" fmla="*/ 113700 h 138063"/>
                <a:gd name="csX280" fmla="*/ 96979 w 133286"/>
                <a:gd name="csY280" fmla="*/ 113700 h 138063"/>
                <a:gd name="csX281" fmla="*/ 95068 w 133286"/>
                <a:gd name="csY281" fmla="*/ 116088 h 138063"/>
                <a:gd name="csX282" fmla="*/ 93635 w 133286"/>
                <a:gd name="csY282" fmla="*/ 117044 h 138063"/>
                <a:gd name="csX283" fmla="*/ 91724 w 133286"/>
                <a:gd name="csY283" fmla="*/ 117521 h 138063"/>
                <a:gd name="csX284" fmla="*/ 90769 w 133286"/>
                <a:gd name="csY284" fmla="*/ 117521 h 138063"/>
                <a:gd name="csX285" fmla="*/ 89335 w 133286"/>
                <a:gd name="csY285" fmla="*/ 117999 h 138063"/>
                <a:gd name="csX286" fmla="*/ 85036 w 133286"/>
                <a:gd name="csY286" fmla="*/ 123732 h 138063"/>
                <a:gd name="csX287" fmla="*/ 84558 w 133286"/>
                <a:gd name="csY287" fmla="*/ 125643 h 138063"/>
                <a:gd name="csX288" fmla="*/ 84081 w 133286"/>
                <a:gd name="csY288" fmla="*/ 127076 h 138063"/>
                <a:gd name="csX289" fmla="*/ 81692 w 133286"/>
                <a:gd name="csY289" fmla="*/ 129942 h 138063"/>
                <a:gd name="csX290" fmla="*/ 80259 w 133286"/>
                <a:gd name="csY290" fmla="*/ 130898 h 138063"/>
                <a:gd name="csX291" fmla="*/ 78825 w 133286"/>
                <a:gd name="csY291" fmla="*/ 130898 h 138063"/>
                <a:gd name="csX292" fmla="*/ 77392 w 133286"/>
                <a:gd name="csY292" fmla="*/ 130420 h 138063"/>
                <a:gd name="csX293" fmla="*/ 75959 w 133286"/>
                <a:gd name="csY293" fmla="*/ 130420 h 138063"/>
                <a:gd name="csX294" fmla="*/ 73570 w 133286"/>
                <a:gd name="csY294" fmla="*/ 131376 h 138063"/>
                <a:gd name="csX295" fmla="*/ 71182 w 133286"/>
                <a:gd name="csY295" fmla="*/ 131853 h 138063"/>
                <a:gd name="csX296" fmla="*/ 69749 w 133286"/>
                <a:gd name="csY296" fmla="*/ 131376 h 138063"/>
                <a:gd name="csX297" fmla="*/ 69271 w 133286"/>
                <a:gd name="csY297" fmla="*/ 131376 h 138063"/>
                <a:gd name="csX298" fmla="*/ 67838 w 133286"/>
                <a:gd name="csY298" fmla="*/ 129942 h 138063"/>
                <a:gd name="csX299" fmla="*/ 67838 w 133286"/>
                <a:gd name="csY299" fmla="*/ 129465 h 138063"/>
                <a:gd name="csX300" fmla="*/ 67838 w 133286"/>
                <a:gd name="csY300" fmla="*/ 128987 h 138063"/>
                <a:gd name="csX301" fmla="*/ 68316 w 133286"/>
                <a:gd name="csY301" fmla="*/ 127554 h 138063"/>
                <a:gd name="csX302" fmla="*/ 70226 w 133286"/>
                <a:gd name="csY302" fmla="*/ 126121 h 138063"/>
                <a:gd name="csX303" fmla="*/ 71182 w 133286"/>
                <a:gd name="csY303" fmla="*/ 125643 h 138063"/>
                <a:gd name="csX304" fmla="*/ 74526 w 133286"/>
                <a:gd name="csY304" fmla="*/ 125165 h 138063"/>
                <a:gd name="csX305" fmla="*/ 76915 w 133286"/>
                <a:gd name="csY305" fmla="*/ 123732 h 138063"/>
                <a:gd name="csX306" fmla="*/ 78825 w 133286"/>
                <a:gd name="csY306" fmla="*/ 122299 h 138063"/>
                <a:gd name="csX307" fmla="*/ 79781 w 133286"/>
                <a:gd name="csY307" fmla="*/ 121343 h 138063"/>
                <a:gd name="csX308" fmla="*/ 83125 w 133286"/>
                <a:gd name="csY308" fmla="*/ 116088 h 138063"/>
                <a:gd name="csX309" fmla="*/ 87425 w 133286"/>
                <a:gd name="csY309" fmla="*/ 114177 h 138063"/>
                <a:gd name="csX310" fmla="*/ 89335 w 133286"/>
                <a:gd name="csY310" fmla="*/ 112744 h 138063"/>
                <a:gd name="csX311" fmla="*/ 90769 w 133286"/>
                <a:gd name="csY311" fmla="*/ 110833 h 138063"/>
                <a:gd name="csX312" fmla="*/ 90769 w 133286"/>
                <a:gd name="csY312" fmla="*/ 110356 h 138063"/>
                <a:gd name="csX313" fmla="*/ 88858 w 133286"/>
                <a:gd name="csY313" fmla="*/ 111311 h 138063"/>
                <a:gd name="csX314" fmla="*/ 87902 w 133286"/>
                <a:gd name="csY314" fmla="*/ 111789 h 138063"/>
                <a:gd name="csX315" fmla="*/ 85991 w 133286"/>
                <a:gd name="csY315" fmla="*/ 111311 h 138063"/>
                <a:gd name="csX316" fmla="*/ 85036 w 133286"/>
                <a:gd name="csY316" fmla="*/ 110356 h 138063"/>
                <a:gd name="csX317" fmla="*/ 82647 w 133286"/>
                <a:gd name="csY317" fmla="*/ 110833 h 138063"/>
                <a:gd name="csX318" fmla="*/ 79303 w 133286"/>
                <a:gd name="csY318" fmla="*/ 110356 h 138063"/>
                <a:gd name="csX319" fmla="*/ 78825 w 133286"/>
                <a:gd name="csY319" fmla="*/ 110833 h 138063"/>
                <a:gd name="csX320" fmla="*/ 78348 w 133286"/>
                <a:gd name="csY320" fmla="*/ 113222 h 138063"/>
                <a:gd name="csX321" fmla="*/ 77870 w 133286"/>
                <a:gd name="csY321" fmla="*/ 114655 h 138063"/>
                <a:gd name="csX322" fmla="*/ 77392 w 133286"/>
                <a:gd name="csY322" fmla="*/ 115133 h 138063"/>
                <a:gd name="csX323" fmla="*/ 76915 w 133286"/>
                <a:gd name="csY323" fmla="*/ 115611 h 138063"/>
                <a:gd name="csX324" fmla="*/ 75481 w 133286"/>
                <a:gd name="csY324" fmla="*/ 115611 h 138063"/>
                <a:gd name="csX325" fmla="*/ 71182 w 133286"/>
                <a:gd name="csY325" fmla="*/ 114655 h 138063"/>
                <a:gd name="csX326" fmla="*/ 70704 w 133286"/>
                <a:gd name="csY326" fmla="*/ 114177 h 138063"/>
                <a:gd name="csX327" fmla="*/ 69749 w 133286"/>
                <a:gd name="csY327" fmla="*/ 114177 h 138063"/>
                <a:gd name="csX328" fmla="*/ 65449 w 133286"/>
                <a:gd name="csY328" fmla="*/ 114655 h 138063"/>
                <a:gd name="csX329" fmla="*/ 64493 w 133286"/>
                <a:gd name="csY329" fmla="*/ 114655 h 138063"/>
                <a:gd name="csX330" fmla="*/ 64971 w 133286"/>
                <a:gd name="csY330" fmla="*/ 114177 h 138063"/>
                <a:gd name="csX331" fmla="*/ 69271 w 133286"/>
                <a:gd name="csY331" fmla="*/ 112266 h 138063"/>
                <a:gd name="csX332" fmla="*/ 70226 w 133286"/>
                <a:gd name="csY332" fmla="*/ 107011 h 138063"/>
                <a:gd name="csX333" fmla="*/ 69749 w 133286"/>
                <a:gd name="csY333" fmla="*/ 106056 h 138063"/>
                <a:gd name="csX334" fmla="*/ 68316 w 133286"/>
                <a:gd name="csY334" fmla="*/ 107011 h 138063"/>
                <a:gd name="csX335" fmla="*/ 66405 w 133286"/>
                <a:gd name="csY335" fmla="*/ 107489 h 138063"/>
                <a:gd name="csX336" fmla="*/ 64971 w 133286"/>
                <a:gd name="csY336" fmla="*/ 107489 h 138063"/>
                <a:gd name="csX337" fmla="*/ 64493 w 133286"/>
                <a:gd name="csY337" fmla="*/ 107011 h 138063"/>
                <a:gd name="csX338" fmla="*/ 64016 w 133286"/>
                <a:gd name="csY338" fmla="*/ 107489 h 138063"/>
                <a:gd name="csX339" fmla="*/ 62583 w 133286"/>
                <a:gd name="csY339" fmla="*/ 110356 h 138063"/>
                <a:gd name="csX340" fmla="*/ 61627 w 133286"/>
                <a:gd name="csY340" fmla="*/ 110356 h 138063"/>
                <a:gd name="csX341" fmla="*/ 60194 w 133286"/>
                <a:gd name="csY341" fmla="*/ 110833 h 138063"/>
                <a:gd name="csX342" fmla="*/ 57805 w 133286"/>
                <a:gd name="csY342" fmla="*/ 111789 h 138063"/>
                <a:gd name="csX343" fmla="*/ 52550 w 133286"/>
                <a:gd name="csY343" fmla="*/ 112266 h 138063"/>
                <a:gd name="csX344" fmla="*/ 51595 w 133286"/>
                <a:gd name="csY344" fmla="*/ 113222 h 138063"/>
                <a:gd name="csX345" fmla="*/ 47773 w 133286"/>
                <a:gd name="csY345" fmla="*/ 112744 h 138063"/>
                <a:gd name="csX346" fmla="*/ 37741 w 133286"/>
                <a:gd name="csY346" fmla="*/ 111311 h 138063"/>
                <a:gd name="csX347" fmla="*/ 33919 w 133286"/>
                <a:gd name="csY347" fmla="*/ 111311 h 138063"/>
                <a:gd name="csX348" fmla="*/ 29619 w 133286"/>
                <a:gd name="csY348" fmla="*/ 110356 h 138063"/>
                <a:gd name="csX349" fmla="*/ 28664 w 133286"/>
                <a:gd name="csY349" fmla="*/ 110356 h 138063"/>
                <a:gd name="csX350" fmla="*/ 22453 w 133286"/>
                <a:gd name="csY350" fmla="*/ 110356 h 138063"/>
                <a:gd name="csX351" fmla="*/ 20543 w 133286"/>
                <a:gd name="csY351" fmla="*/ 109878 h 138063"/>
                <a:gd name="csX352" fmla="*/ 20543 w 133286"/>
                <a:gd name="csY352" fmla="*/ 108922 h 138063"/>
                <a:gd name="csX353" fmla="*/ 20543 w 133286"/>
                <a:gd name="csY353" fmla="*/ 108445 h 138063"/>
                <a:gd name="csX354" fmla="*/ 18632 w 133286"/>
                <a:gd name="csY354" fmla="*/ 109878 h 138063"/>
                <a:gd name="csX355" fmla="*/ 17198 w 133286"/>
                <a:gd name="csY355" fmla="*/ 110833 h 138063"/>
                <a:gd name="csX356" fmla="*/ 14810 w 133286"/>
                <a:gd name="csY356" fmla="*/ 111311 h 138063"/>
                <a:gd name="csX357" fmla="*/ 8599 w 133286"/>
                <a:gd name="csY357" fmla="*/ 112744 h 138063"/>
                <a:gd name="csX358" fmla="*/ 5255 w 133286"/>
                <a:gd name="csY358" fmla="*/ 112744 h 138063"/>
                <a:gd name="csX359" fmla="*/ 2867 w 133286"/>
                <a:gd name="csY359" fmla="*/ 112266 h 138063"/>
                <a:gd name="csX360" fmla="*/ 2389 w 133286"/>
                <a:gd name="csY360" fmla="*/ 111311 h 138063"/>
                <a:gd name="csX361" fmla="*/ 956 w 133286"/>
                <a:gd name="csY361" fmla="*/ 108445 h 138063"/>
                <a:gd name="csX362" fmla="*/ 0 w 133286"/>
                <a:gd name="csY362" fmla="*/ 105100 h 138063"/>
                <a:gd name="csX363" fmla="*/ 0 w 133286"/>
                <a:gd name="csY363" fmla="*/ 104145 h 138063"/>
                <a:gd name="csX364" fmla="*/ 478 w 133286"/>
                <a:gd name="csY364" fmla="*/ 103190 h 138063"/>
                <a:gd name="csX365" fmla="*/ 1911 w 133286"/>
                <a:gd name="csY365" fmla="*/ 101279 h 138063"/>
                <a:gd name="csX366" fmla="*/ 8121 w 133286"/>
                <a:gd name="csY366" fmla="*/ 96979 h 138063"/>
                <a:gd name="csX367" fmla="*/ 12899 w 133286"/>
                <a:gd name="csY367" fmla="*/ 92679 h 138063"/>
                <a:gd name="csX368" fmla="*/ 15287 w 133286"/>
                <a:gd name="csY368" fmla="*/ 90291 h 138063"/>
                <a:gd name="csX369" fmla="*/ 17198 w 133286"/>
                <a:gd name="csY369" fmla="*/ 89335 h 138063"/>
                <a:gd name="csX370" fmla="*/ 20543 w 133286"/>
                <a:gd name="csY370" fmla="*/ 87425 h 138063"/>
                <a:gd name="csX371" fmla="*/ 20543 w 133286"/>
                <a:gd name="csY371" fmla="*/ 86947 h 138063"/>
                <a:gd name="csX372" fmla="*/ 17676 w 133286"/>
                <a:gd name="csY372" fmla="*/ 87425 h 138063"/>
                <a:gd name="csX373" fmla="*/ 15287 w 133286"/>
                <a:gd name="csY373" fmla="*/ 86947 h 138063"/>
                <a:gd name="csX374" fmla="*/ 12899 w 133286"/>
                <a:gd name="csY374" fmla="*/ 86469 h 138063"/>
                <a:gd name="csX375" fmla="*/ 8599 w 133286"/>
                <a:gd name="csY375" fmla="*/ 86947 h 138063"/>
                <a:gd name="csX376" fmla="*/ 4300 w 133286"/>
                <a:gd name="csY376" fmla="*/ 86947 h 138063"/>
                <a:gd name="csX377" fmla="*/ 4300 w 133286"/>
                <a:gd name="csY377" fmla="*/ 85991 h 138063"/>
                <a:gd name="csX378" fmla="*/ 6211 w 133286"/>
                <a:gd name="csY378" fmla="*/ 84080 h 138063"/>
                <a:gd name="csX379" fmla="*/ 10510 w 133286"/>
                <a:gd name="csY379" fmla="*/ 80736 h 138063"/>
                <a:gd name="csX380" fmla="*/ 10988 w 133286"/>
                <a:gd name="csY380" fmla="*/ 80736 h 138063"/>
                <a:gd name="csX381" fmla="*/ 9555 w 133286"/>
                <a:gd name="csY381" fmla="*/ 82647 h 138063"/>
                <a:gd name="csX382" fmla="*/ 9077 w 133286"/>
                <a:gd name="csY382" fmla="*/ 83603 h 138063"/>
                <a:gd name="csX383" fmla="*/ 10032 w 133286"/>
                <a:gd name="csY383" fmla="*/ 84558 h 138063"/>
                <a:gd name="csX384" fmla="*/ 10510 w 133286"/>
                <a:gd name="csY384" fmla="*/ 85036 h 138063"/>
                <a:gd name="csX385" fmla="*/ 12899 w 133286"/>
                <a:gd name="csY385" fmla="*/ 85036 h 138063"/>
                <a:gd name="csX386" fmla="*/ 13377 w 133286"/>
                <a:gd name="csY386" fmla="*/ 84558 h 138063"/>
                <a:gd name="csX387" fmla="*/ 14332 w 133286"/>
                <a:gd name="csY387" fmla="*/ 80736 h 138063"/>
                <a:gd name="csX388" fmla="*/ 16243 w 133286"/>
                <a:gd name="csY388" fmla="*/ 76914 h 138063"/>
                <a:gd name="csX389" fmla="*/ 17676 w 133286"/>
                <a:gd name="csY389" fmla="*/ 74048 h 138063"/>
                <a:gd name="csX390" fmla="*/ 19109 w 133286"/>
                <a:gd name="csY390" fmla="*/ 71659 h 138063"/>
                <a:gd name="csX391" fmla="*/ 20065 w 133286"/>
                <a:gd name="csY391" fmla="*/ 71182 h 138063"/>
                <a:gd name="csX392" fmla="*/ 21020 w 133286"/>
                <a:gd name="csY392" fmla="*/ 71659 h 138063"/>
                <a:gd name="csX393" fmla="*/ 23409 w 133286"/>
                <a:gd name="csY393" fmla="*/ 72137 h 138063"/>
                <a:gd name="csX394" fmla="*/ 26275 w 133286"/>
                <a:gd name="csY394" fmla="*/ 74526 h 138063"/>
                <a:gd name="csX395" fmla="*/ 27231 w 133286"/>
                <a:gd name="csY395" fmla="*/ 74526 h 138063"/>
                <a:gd name="csX396" fmla="*/ 27231 w 133286"/>
                <a:gd name="csY396" fmla="*/ 74526 h 138063"/>
                <a:gd name="csX397" fmla="*/ 26275 w 133286"/>
                <a:gd name="csY397" fmla="*/ 73570 h 138063"/>
                <a:gd name="csX398" fmla="*/ 25798 w 133286"/>
                <a:gd name="csY398" fmla="*/ 72615 h 138063"/>
                <a:gd name="csX399" fmla="*/ 25320 w 133286"/>
                <a:gd name="csY399" fmla="*/ 71659 h 138063"/>
                <a:gd name="csX400" fmla="*/ 26275 w 133286"/>
                <a:gd name="csY400" fmla="*/ 68793 h 138063"/>
                <a:gd name="csX401" fmla="*/ 27231 w 133286"/>
                <a:gd name="csY401" fmla="*/ 68315 h 138063"/>
                <a:gd name="csX402" fmla="*/ 27709 w 133286"/>
                <a:gd name="csY402" fmla="*/ 67838 h 138063"/>
                <a:gd name="csX403" fmla="*/ 25320 w 133286"/>
                <a:gd name="csY403" fmla="*/ 67838 h 138063"/>
                <a:gd name="csX404" fmla="*/ 23409 w 133286"/>
                <a:gd name="csY404" fmla="*/ 66882 h 138063"/>
                <a:gd name="csX405" fmla="*/ 22931 w 133286"/>
                <a:gd name="csY405" fmla="*/ 65449 h 138063"/>
                <a:gd name="csX406" fmla="*/ 22931 w 133286"/>
                <a:gd name="csY406" fmla="*/ 63060 h 138063"/>
                <a:gd name="csX407" fmla="*/ 23409 w 133286"/>
                <a:gd name="csY407" fmla="*/ 62105 h 138063"/>
                <a:gd name="csX408" fmla="*/ 25320 w 133286"/>
                <a:gd name="csY408" fmla="*/ 60194 h 138063"/>
                <a:gd name="csX409" fmla="*/ 26753 w 133286"/>
                <a:gd name="csY409" fmla="*/ 58761 h 138063"/>
                <a:gd name="csX410" fmla="*/ 28186 w 133286"/>
                <a:gd name="csY410" fmla="*/ 59238 h 138063"/>
                <a:gd name="csX411" fmla="*/ 30097 w 133286"/>
                <a:gd name="csY411" fmla="*/ 60672 h 138063"/>
                <a:gd name="csX412" fmla="*/ 31530 w 133286"/>
                <a:gd name="csY412" fmla="*/ 60194 h 138063"/>
                <a:gd name="csX413" fmla="*/ 31052 w 133286"/>
                <a:gd name="csY413" fmla="*/ 59716 h 138063"/>
                <a:gd name="csX414" fmla="*/ 29142 w 133286"/>
                <a:gd name="csY414" fmla="*/ 57328 h 138063"/>
                <a:gd name="csX415" fmla="*/ 28664 w 133286"/>
                <a:gd name="csY415" fmla="*/ 55417 h 138063"/>
                <a:gd name="csX416" fmla="*/ 28664 w 133286"/>
                <a:gd name="csY416" fmla="*/ 54461 h 138063"/>
                <a:gd name="csX417" fmla="*/ 32963 w 133286"/>
                <a:gd name="csY417" fmla="*/ 45384 h 138063"/>
                <a:gd name="csX418" fmla="*/ 34874 w 133286"/>
                <a:gd name="csY418" fmla="*/ 40607 h 138063"/>
                <a:gd name="csX419" fmla="*/ 37741 w 133286"/>
                <a:gd name="csY419" fmla="*/ 32963 h 138063"/>
                <a:gd name="csX420" fmla="*/ 38696 w 133286"/>
                <a:gd name="csY420" fmla="*/ 31530 h 138063"/>
                <a:gd name="csX421" fmla="*/ 40129 w 133286"/>
                <a:gd name="csY421" fmla="*/ 29619 h 138063"/>
                <a:gd name="csX422" fmla="*/ 40607 w 133286"/>
                <a:gd name="csY422" fmla="*/ 28664 h 138063"/>
                <a:gd name="csX423" fmla="*/ 42518 w 133286"/>
                <a:gd name="csY423" fmla="*/ 28664 h 138063"/>
                <a:gd name="csX424" fmla="*/ 43474 w 133286"/>
                <a:gd name="csY424" fmla="*/ 28664 h 138063"/>
                <a:gd name="csX425" fmla="*/ 42040 w 133286"/>
                <a:gd name="csY425" fmla="*/ 27708 h 138063"/>
                <a:gd name="csX426" fmla="*/ 41085 w 133286"/>
                <a:gd name="csY426" fmla="*/ 26753 h 138063"/>
                <a:gd name="csX427" fmla="*/ 41085 w 133286"/>
                <a:gd name="csY427" fmla="*/ 26275 h 138063"/>
                <a:gd name="csX428" fmla="*/ 41563 w 133286"/>
                <a:gd name="csY428" fmla="*/ 25320 h 138063"/>
                <a:gd name="csX429" fmla="*/ 42040 w 133286"/>
                <a:gd name="csY429" fmla="*/ 24842 h 138063"/>
                <a:gd name="csX430" fmla="*/ 44429 w 133286"/>
                <a:gd name="csY430" fmla="*/ 23409 h 138063"/>
                <a:gd name="csX431" fmla="*/ 45862 w 133286"/>
                <a:gd name="csY431" fmla="*/ 21498 h 138063"/>
                <a:gd name="csX432" fmla="*/ 46818 w 133286"/>
                <a:gd name="csY432" fmla="*/ 19109 h 138063"/>
                <a:gd name="csX433" fmla="*/ 46818 w 133286"/>
                <a:gd name="csY433" fmla="*/ 18631 h 138063"/>
                <a:gd name="csX434" fmla="*/ 46340 w 133286"/>
                <a:gd name="csY434" fmla="*/ 17676 h 138063"/>
                <a:gd name="csX435" fmla="*/ 46340 w 133286"/>
                <a:gd name="csY435" fmla="*/ 17198 h 138063"/>
                <a:gd name="csX436" fmla="*/ 47773 w 133286"/>
                <a:gd name="csY436" fmla="*/ 16721 h 138063"/>
                <a:gd name="csX437" fmla="*/ 50639 w 133286"/>
                <a:gd name="csY437" fmla="*/ 13854 h 138063"/>
                <a:gd name="csX438" fmla="*/ 51117 w 133286"/>
                <a:gd name="csY438" fmla="*/ 13377 h 138063"/>
                <a:gd name="csX439" fmla="*/ 52073 w 133286"/>
                <a:gd name="csY439" fmla="*/ 9555 h 138063"/>
                <a:gd name="csX440" fmla="*/ 53506 w 133286"/>
                <a:gd name="csY440" fmla="*/ 8121 h 138063"/>
                <a:gd name="csX441" fmla="*/ 54461 w 133286"/>
                <a:gd name="csY441" fmla="*/ 7166 h 138063"/>
                <a:gd name="csX442" fmla="*/ 56372 w 133286"/>
                <a:gd name="csY442" fmla="*/ 5733 h 138063"/>
                <a:gd name="csX443" fmla="*/ 62583 w 133286"/>
                <a:gd name="csY443" fmla="*/ 3344 h 138063"/>
                <a:gd name="csX444" fmla="*/ 66405 w 133286"/>
                <a:gd name="csY444" fmla="*/ 956 h 138063"/>
                <a:gd name="csX445" fmla="*/ 68793 w 133286"/>
                <a:gd name="csY445" fmla="*/ 956 h 138063"/>
                <a:gd name="csX446" fmla="*/ 69749 w 133286"/>
                <a:gd name="csY446" fmla="*/ 2866 h 138063"/>
                <a:gd name="csX447" fmla="*/ 73093 w 133286"/>
                <a:gd name="csY447" fmla="*/ 3822 h 138063"/>
                <a:gd name="csX448" fmla="*/ 73570 w 133286"/>
                <a:gd name="csY448" fmla="*/ 2866 h 138063"/>
                <a:gd name="csX449" fmla="*/ 73093 w 133286"/>
                <a:gd name="csY449" fmla="*/ 1433 h 138063"/>
                <a:gd name="csX450" fmla="*/ 73570 w 133286"/>
                <a:gd name="csY450" fmla="*/ 478 h 138063"/>
                <a:gd name="csX451" fmla="*/ 76437 w 133286"/>
                <a:gd name="csY451" fmla="*/ 0 h 138063"/>
                <a:gd name="csX452" fmla="*/ 76915 w 133286"/>
                <a:gd name="csY452" fmla="*/ 478 h 138063"/>
                <a:gd name="csX453" fmla="*/ 77870 w 133286"/>
                <a:gd name="csY453" fmla="*/ 1433 h 138063"/>
                <a:gd name="csX454" fmla="*/ 77870 w 133286"/>
                <a:gd name="csY454" fmla="*/ 1911 h 138063"/>
                <a:gd name="csX455" fmla="*/ 77870 w 133286"/>
                <a:gd name="csY455" fmla="*/ 1911 h 138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</a:cxnLst>
              <a:rect l="l" t="t" r="r" b="b"/>
              <a:pathLst>
                <a:path w="133286" h="138063">
                  <a:moveTo>
                    <a:pt x="77870" y="1911"/>
                  </a:moveTo>
                  <a:lnTo>
                    <a:pt x="75959" y="4777"/>
                  </a:lnTo>
                  <a:lnTo>
                    <a:pt x="75004" y="6211"/>
                  </a:lnTo>
                  <a:lnTo>
                    <a:pt x="74048" y="6688"/>
                  </a:lnTo>
                  <a:lnTo>
                    <a:pt x="72137" y="7166"/>
                  </a:lnTo>
                  <a:lnTo>
                    <a:pt x="68316" y="7644"/>
                  </a:lnTo>
                  <a:lnTo>
                    <a:pt x="66405" y="8121"/>
                  </a:lnTo>
                  <a:lnTo>
                    <a:pt x="65927" y="10032"/>
                  </a:lnTo>
                  <a:lnTo>
                    <a:pt x="66405" y="10988"/>
                  </a:lnTo>
                  <a:lnTo>
                    <a:pt x="66882" y="11943"/>
                  </a:lnTo>
                  <a:lnTo>
                    <a:pt x="67838" y="11943"/>
                  </a:lnTo>
                  <a:lnTo>
                    <a:pt x="69271" y="11465"/>
                  </a:lnTo>
                  <a:lnTo>
                    <a:pt x="70226" y="11465"/>
                  </a:lnTo>
                  <a:lnTo>
                    <a:pt x="70704" y="11943"/>
                  </a:lnTo>
                  <a:lnTo>
                    <a:pt x="71182" y="12899"/>
                  </a:lnTo>
                  <a:lnTo>
                    <a:pt x="71182" y="13854"/>
                  </a:lnTo>
                  <a:lnTo>
                    <a:pt x="71182" y="14810"/>
                  </a:lnTo>
                  <a:lnTo>
                    <a:pt x="70704" y="16721"/>
                  </a:lnTo>
                  <a:lnTo>
                    <a:pt x="69271" y="20065"/>
                  </a:lnTo>
                  <a:lnTo>
                    <a:pt x="67838" y="21976"/>
                  </a:lnTo>
                  <a:lnTo>
                    <a:pt x="65449" y="23886"/>
                  </a:lnTo>
                  <a:lnTo>
                    <a:pt x="64971" y="24364"/>
                  </a:lnTo>
                  <a:lnTo>
                    <a:pt x="64493" y="25320"/>
                  </a:lnTo>
                  <a:lnTo>
                    <a:pt x="64016" y="27708"/>
                  </a:lnTo>
                  <a:lnTo>
                    <a:pt x="63060" y="29619"/>
                  </a:lnTo>
                  <a:lnTo>
                    <a:pt x="59239" y="34397"/>
                  </a:lnTo>
                  <a:lnTo>
                    <a:pt x="57805" y="35352"/>
                  </a:lnTo>
                  <a:lnTo>
                    <a:pt x="57805" y="36307"/>
                  </a:lnTo>
                  <a:lnTo>
                    <a:pt x="57328" y="38218"/>
                  </a:lnTo>
                  <a:lnTo>
                    <a:pt x="56372" y="40129"/>
                  </a:lnTo>
                  <a:lnTo>
                    <a:pt x="53028" y="44429"/>
                  </a:lnTo>
                  <a:lnTo>
                    <a:pt x="52550" y="45862"/>
                  </a:lnTo>
                  <a:lnTo>
                    <a:pt x="52073" y="46818"/>
                  </a:lnTo>
                  <a:lnTo>
                    <a:pt x="52073" y="48728"/>
                  </a:lnTo>
                  <a:lnTo>
                    <a:pt x="52073" y="49206"/>
                  </a:lnTo>
                  <a:lnTo>
                    <a:pt x="51117" y="50639"/>
                  </a:lnTo>
                  <a:lnTo>
                    <a:pt x="50162" y="52072"/>
                  </a:lnTo>
                  <a:lnTo>
                    <a:pt x="50162" y="52550"/>
                  </a:lnTo>
                  <a:lnTo>
                    <a:pt x="50639" y="53984"/>
                  </a:lnTo>
                  <a:lnTo>
                    <a:pt x="50639" y="53984"/>
                  </a:lnTo>
                  <a:lnTo>
                    <a:pt x="50639" y="55417"/>
                  </a:lnTo>
                  <a:lnTo>
                    <a:pt x="50639" y="56850"/>
                  </a:lnTo>
                  <a:lnTo>
                    <a:pt x="52073" y="55894"/>
                  </a:lnTo>
                  <a:lnTo>
                    <a:pt x="54939" y="52072"/>
                  </a:lnTo>
                  <a:lnTo>
                    <a:pt x="56850" y="49684"/>
                  </a:lnTo>
                  <a:lnTo>
                    <a:pt x="58283" y="48728"/>
                  </a:lnTo>
                  <a:lnTo>
                    <a:pt x="59239" y="47773"/>
                  </a:lnTo>
                  <a:lnTo>
                    <a:pt x="60672" y="45862"/>
                  </a:lnTo>
                  <a:lnTo>
                    <a:pt x="62105" y="43473"/>
                  </a:lnTo>
                  <a:lnTo>
                    <a:pt x="63538" y="42996"/>
                  </a:lnTo>
                  <a:lnTo>
                    <a:pt x="64016" y="42996"/>
                  </a:lnTo>
                  <a:lnTo>
                    <a:pt x="64493" y="44429"/>
                  </a:lnTo>
                  <a:lnTo>
                    <a:pt x="64493" y="45862"/>
                  </a:lnTo>
                  <a:lnTo>
                    <a:pt x="63538" y="47295"/>
                  </a:lnTo>
                  <a:lnTo>
                    <a:pt x="63538" y="47773"/>
                  </a:lnTo>
                  <a:lnTo>
                    <a:pt x="65449" y="46340"/>
                  </a:lnTo>
                  <a:lnTo>
                    <a:pt x="68316" y="45384"/>
                  </a:lnTo>
                  <a:lnTo>
                    <a:pt x="69271" y="45862"/>
                  </a:lnTo>
                  <a:lnTo>
                    <a:pt x="71659" y="47295"/>
                  </a:lnTo>
                  <a:lnTo>
                    <a:pt x="73570" y="46818"/>
                  </a:lnTo>
                  <a:lnTo>
                    <a:pt x="76437" y="46340"/>
                  </a:lnTo>
                  <a:lnTo>
                    <a:pt x="76915" y="46340"/>
                  </a:lnTo>
                  <a:lnTo>
                    <a:pt x="76437" y="47773"/>
                  </a:lnTo>
                  <a:lnTo>
                    <a:pt x="75004" y="49206"/>
                  </a:lnTo>
                  <a:lnTo>
                    <a:pt x="72615" y="50639"/>
                  </a:lnTo>
                  <a:lnTo>
                    <a:pt x="65927" y="54461"/>
                  </a:lnTo>
                  <a:lnTo>
                    <a:pt x="64016" y="56850"/>
                  </a:lnTo>
                  <a:lnTo>
                    <a:pt x="64493" y="56850"/>
                  </a:lnTo>
                  <a:lnTo>
                    <a:pt x="65927" y="55417"/>
                  </a:lnTo>
                  <a:lnTo>
                    <a:pt x="67360" y="54939"/>
                  </a:lnTo>
                  <a:lnTo>
                    <a:pt x="68793" y="54939"/>
                  </a:lnTo>
                  <a:lnTo>
                    <a:pt x="69271" y="55417"/>
                  </a:lnTo>
                  <a:lnTo>
                    <a:pt x="69271" y="55894"/>
                  </a:lnTo>
                  <a:lnTo>
                    <a:pt x="69271" y="57805"/>
                  </a:lnTo>
                  <a:lnTo>
                    <a:pt x="64971" y="61627"/>
                  </a:lnTo>
                  <a:lnTo>
                    <a:pt x="65927" y="61149"/>
                  </a:lnTo>
                  <a:lnTo>
                    <a:pt x="70704" y="59716"/>
                  </a:lnTo>
                  <a:lnTo>
                    <a:pt x="73093" y="62105"/>
                  </a:lnTo>
                  <a:lnTo>
                    <a:pt x="76915" y="61149"/>
                  </a:lnTo>
                  <a:lnTo>
                    <a:pt x="79303" y="60194"/>
                  </a:lnTo>
                  <a:lnTo>
                    <a:pt x="79303" y="60672"/>
                  </a:lnTo>
                  <a:lnTo>
                    <a:pt x="79781" y="61627"/>
                  </a:lnTo>
                  <a:lnTo>
                    <a:pt x="79781" y="63538"/>
                  </a:lnTo>
                  <a:lnTo>
                    <a:pt x="79781" y="63538"/>
                  </a:lnTo>
                  <a:lnTo>
                    <a:pt x="80736" y="63060"/>
                  </a:lnTo>
                  <a:lnTo>
                    <a:pt x="81214" y="62583"/>
                  </a:lnTo>
                  <a:lnTo>
                    <a:pt x="81214" y="59716"/>
                  </a:lnTo>
                  <a:lnTo>
                    <a:pt x="81692" y="59238"/>
                  </a:lnTo>
                  <a:lnTo>
                    <a:pt x="82170" y="59716"/>
                  </a:lnTo>
                  <a:lnTo>
                    <a:pt x="82647" y="60672"/>
                  </a:lnTo>
                  <a:lnTo>
                    <a:pt x="82647" y="62583"/>
                  </a:lnTo>
                  <a:lnTo>
                    <a:pt x="82170" y="64493"/>
                  </a:lnTo>
                  <a:lnTo>
                    <a:pt x="81692" y="66404"/>
                  </a:lnTo>
                  <a:lnTo>
                    <a:pt x="79781" y="69271"/>
                  </a:lnTo>
                  <a:lnTo>
                    <a:pt x="80259" y="70704"/>
                  </a:lnTo>
                  <a:lnTo>
                    <a:pt x="79781" y="71659"/>
                  </a:lnTo>
                  <a:lnTo>
                    <a:pt x="80259" y="71659"/>
                  </a:lnTo>
                  <a:lnTo>
                    <a:pt x="81692" y="70704"/>
                  </a:lnTo>
                  <a:lnTo>
                    <a:pt x="81692" y="70226"/>
                  </a:lnTo>
                  <a:lnTo>
                    <a:pt x="81692" y="68793"/>
                  </a:lnTo>
                  <a:lnTo>
                    <a:pt x="81692" y="68315"/>
                  </a:lnTo>
                  <a:lnTo>
                    <a:pt x="83125" y="67360"/>
                  </a:lnTo>
                  <a:lnTo>
                    <a:pt x="85514" y="65927"/>
                  </a:lnTo>
                  <a:lnTo>
                    <a:pt x="85991" y="65449"/>
                  </a:lnTo>
                  <a:lnTo>
                    <a:pt x="86469" y="65927"/>
                  </a:lnTo>
                  <a:lnTo>
                    <a:pt x="86469" y="66882"/>
                  </a:lnTo>
                  <a:lnTo>
                    <a:pt x="86947" y="66404"/>
                  </a:lnTo>
                  <a:lnTo>
                    <a:pt x="88380" y="64971"/>
                  </a:lnTo>
                  <a:lnTo>
                    <a:pt x="89813" y="64493"/>
                  </a:lnTo>
                  <a:lnTo>
                    <a:pt x="91246" y="64016"/>
                  </a:lnTo>
                  <a:lnTo>
                    <a:pt x="92202" y="63060"/>
                  </a:lnTo>
                  <a:lnTo>
                    <a:pt x="93635" y="61627"/>
                  </a:lnTo>
                  <a:lnTo>
                    <a:pt x="95068" y="60194"/>
                  </a:lnTo>
                  <a:lnTo>
                    <a:pt x="96501" y="59238"/>
                  </a:lnTo>
                  <a:lnTo>
                    <a:pt x="97457" y="59238"/>
                  </a:lnTo>
                  <a:lnTo>
                    <a:pt x="96979" y="61149"/>
                  </a:lnTo>
                  <a:lnTo>
                    <a:pt x="97457" y="63060"/>
                  </a:lnTo>
                  <a:lnTo>
                    <a:pt x="97457" y="64493"/>
                  </a:lnTo>
                  <a:lnTo>
                    <a:pt x="97457" y="64971"/>
                  </a:lnTo>
                  <a:lnTo>
                    <a:pt x="98890" y="63060"/>
                  </a:lnTo>
                  <a:lnTo>
                    <a:pt x="99368" y="62583"/>
                  </a:lnTo>
                  <a:lnTo>
                    <a:pt x="100323" y="62105"/>
                  </a:lnTo>
                  <a:lnTo>
                    <a:pt x="101279" y="62105"/>
                  </a:lnTo>
                  <a:lnTo>
                    <a:pt x="107489" y="61627"/>
                  </a:lnTo>
                  <a:lnTo>
                    <a:pt x="109400" y="62105"/>
                  </a:lnTo>
                  <a:lnTo>
                    <a:pt x="111311" y="63060"/>
                  </a:lnTo>
                  <a:lnTo>
                    <a:pt x="114177" y="64971"/>
                  </a:lnTo>
                  <a:lnTo>
                    <a:pt x="115133" y="66404"/>
                  </a:lnTo>
                  <a:lnTo>
                    <a:pt x="115133" y="68793"/>
                  </a:lnTo>
                  <a:lnTo>
                    <a:pt x="115133" y="70226"/>
                  </a:lnTo>
                  <a:lnTo>
                    <a:pt x="113222" y="71659"/>
                  </a:lnTo>
                  <a:lnTo>
                    <a:pt x="111311" y="73093"/>
                  </a:lnTo>
                  <a:lnTo>
                    <a:pt x="110356" y="74048"/>
                  </a:lnTo>
                  <a:lnTo>
                    <a:pt x="109878" y="75481"/>
                  </a:lnTo>
                  <a:lnTo>
                    <a:pt x="109400" y="75959"/>
                  </a:lnTo>
                  <a:lnTo>
                    <a:pt x="108445" y="76914"/>
                  </a:lnTo>
                  <a:lnTo>
                    <a:pt x="103190" y="79781"/>
                  </a:lnTo>
                  <a:lnTo>
                    <a:pt x="104623" y="79781"/>
                  </a:lnTo>
                  <a:lnTo>
                    <a:pt x="107489" y="79303"/>
                  </a:lnTo>
                  <a:lnTo>
                    <a:pt x="109400" y="79303"/>
                  </a:lnTo>
                  <a:lnTo>
                    <a:pt x="109400" y="79781"/>
                  </a:lnTo>
                  <a:lnTo>
                    <a:pt x="108923" y="80259"/>
                  </a:lnTo>
                  <a:lnTo>
                    <a:pt x="107489" y="81214"/>
                  </a:lnTo>
                  <a:lnTo>
                    <a:pt x="107012" y="81692"/>
                  </a:lnTo>
                  <a:lnTo>
                    <a:pt x="107012" y="82170"/>
                  </a:lnTo>
                  <a:lnTo>
                    <a:pt x="108923" y="82647"/>
                  </a:lnTo>
                  <a:lnTo>
                    <a:pt x="110833" y="82170"/>
                  </a:lnTo>
                  <a:lnTo>
                    <a:pt x="112744" y="82647"/>
                  </a:lnTo>
                  <a:lnTo>
                    <a:pt x="112266" y="83603"/>
                  </a:lnTo>
                  <a:lnTo>
                    <a:pt x="110833" y="85514"/>
                  </a:lnTo>
                  <a:lnTo>
                    <a:pt x="110833" y="86947"/>
                  </a:lnTo>
                  <a:lnTo>
                    <a:pt x="108923" y="88380"/>
                  </a:lnTo>
                  <a:lnTo>
                    <a:pt x="105100" y="89813"/>
                  </a:lnTo>
                  <a:lnTo>
                    <a:pt x="104145" y="90769"/>
                  </a:lnTo>
                  <a:lnTo>
                    <a:pt x="104623" y="90769"/>
                  </a:lnTo>
                  <a:lnTo>
                    <a:pt x="107967" y="89335"/>
                  </a:lnTo>
                  <a:lnTo>
                    <a:pt x="109400" y="89335"/>
                  </a:lnTo>
                  <a:lnTo>
                    <a:pt x="110356" y="89335"/>
                  </a:lnTo>
                  <a:lnTo>
                    <a:pt x="111789" y="87902"/>
                  </a:lnTo>
                  <a:lnTo>
                    <a:pt x="113700" y="87425"/>
                  </a:lnTo>
                  <a:lnTo>
                    <a:pt x="115611" y="88380"/>
                  </a:lnTo>
                  <a:lnTo>
                    <a:pt x="117999" y="85991"/>
                  </a:lnTo>
                  <a:lnTo>
                    <a:pt x="119432" y="85514"/>
                  </a:lnTo>
                  <a:lnTo>
                    <a:pt x="120866" y="85991"/>
                  </a:lnTo>
                  <a:lnTo>
                    <a:pt x="121821" y="85514"/>
                  </a:lnTo>
                  <a:lnTo>
                    <a:pt x="123732" y="84080"/>
                  </a:lnTo>
                  <a:lnTo>
                    <a:pt x="125165" y="83603"/>
                  </a:lnTo>
                  <a:lnTo>
                    <a:pt x="125643" y="83603"/>
                  </a:lnTo>
                  <a:lnTo>
                    <a:pt x="125643" y="84080"/>
                  </a:lnTo>
                  <a:lnTo>
                    <a:pt x="126121" y="85514"/>
                  </a:lnTo>
                  <a:lnTo>
                    <a:pt x="125643" y="87425"/>
                  </a:lnTo>
                  <a:lnTo>
                    <a:pt x="125165" y="88380"/>
                  </a:lnTo>
                  <a:lnTo>
                    <a:pt x="123732" y="90291"/>
                  </a:lnTo>
                  <a:lnTo>
                    <a:pt x="122777" y="91246"/>
                  </a:lnTo>
                  <a:lnTo>
                    <a:pt x="121821" y="91246"/>
                  </a:lnTo>
                  <a:lnTo>
                    <a:pt x="120388" y="91246"/>
                  </a:lnTo>
                  <a:lnTo>
                    <a:pt x="119910" y="91724"/>
                  </a:lnTo>
                  <a:lnTo>
                    <a:pt x="118477" y="93157"/>
                  </a:lnTo>
                  <a:lnTo>
                    <a:pt x="115611" y="95068"/>
                  </a:lnTo>
                  <a:lnTo>
                    <a:pt x="114177" y="95546"/>
                  </a:lnTo>
                  <a:lnTo>
                    <a:pt x="115133" y="96501"/>
                  </a:lnTo>
                  <a:lnTo>
                    <a:pt x="115611" y="98412"/>
                  </a:lnTo>
                  <a:lnTo>
                    <a:pt x="115133" y="98890"/>
                  </a:lnTo>
                  <a:lnTo>
                    <a:pt x="112266" y="99368"/>
                  </a:lnTo>
                  <a:lnTo>
                    <a:pt x="112266" y="99845"/>
                  </a:lnTo>
                  <a:lnTo>
                    <a:pt x="111311" y="100323"/>
                  </a:lnTo>
                  <a:lnTo>
                    <a:pt x="108923" y="100801"/>
                  </a:lnTo>
                  <a:lnTo>
                    <a:pt x="110833" y="101279"/>
                  </a:lnTo>
                  <a:lnTo>
                    <a:pt x="113222" y="100801"/>
                  </a:lnTo>
                  <a:lnTo>
                    <a:pt x="113700" y="100801"/>
                  </a:lnTo>
                  <a:lnTo>
                    <a:pt x="113222" y="102234"/>
                  </a:lnTo>
                  <a:lnTo>
                    <a:pt x="112744" y="103667"/>
                  </a:lnTo>
                  <a:lnTo>
                    <a:pt x="109400" y="106534"/>
                  </a:lnTo>
                  <a:lnTo>
                    <a:pt x="109400" y="107011"/>
                  </a:lnTo>
                  <a:lnTo>
                    <a:pt x="109878" y="108445"/>
                  </a:lnTo>
                  <a:lnTo>
                    <a:pt x="110356" y="109878"/>
                  </a:lnTo>
                  <a:lnTo>
                    <a:pt x="111311" y="110833"/>
                  </a:lnTo>
                  <a:lnTo>
                    <a:pt x="113222" y="110833"/>
                  </a:lnTo>
                  <a:lnTo>
                    <a:pt x="114655" y="110356"/>
                  </a:lnTo>
                  <a:lnTo>
                    <a:pt x="116566" y="108445"/>
                  </a:lnTo>
                  <a:lnTo>
                    <a:pt x="120866" y="101279"/>
                  </a:lnTo>
                  <a:lnTo>
                    <a:pt x="124688" y="99368"/>
                  </a:lnTo>
                  <a:lnTo>
                    <a:pt x="128032" y="97457"/>
                  </a:lnTo>
                  <a:lnTo>
                    <a:pt x="128509" y="97935"/>
                  </a:lnTo>
                  <a:lnTo>
                    <a:pt x="128987" y="98412"/>
                  </a:lnTo>
                  <a:lnTo>
                    <a:pt x="128987" y="98890"/>
                  </a:lnTo>
                  <a:lnTo>
                    <a:pt x="127076" y="100323"/>
                  </a:lnTo>
                  <a:lnTo>
                    <a:pt x="126598" y="101756"/>
                  </a:lnTo>
                  <a:lnTo>
                    <a:pt x="124210" y="106534"/>
                  </a:lnTo>
                  <a:lnTo>
                    <a:pt x="123254" y="108445"/>
                  </a:lnTo>
                  <a:lnTo>
                    <a:pt x="122777" y="110833"/>
                  </a:lnTo>
                  <a:lnTo>
                    <a:pt x="122777" y="114655"/>
                  </a:lnTo>
                  <a:lnTo>
                    <a:pt x="123254" y="115133"/>
                  </a:lnTo>
                  <a:lnTo>
                    <a:pt x="123732" y="116088"/>
                  </a:lnTo>
                  <a:lnTo>
                    <a:pt x="125165" y="115133"/>
                  </a:lnTo>
                  <a:lnTo>
                    <a:pt x="127554" y="113222"/>
                  </a:lnTo>
                  <a:lnTo>
                    <a:pt x="128987" y="111789"/>
                  </a:lnTo>
                  <a:lnTo>
                    <a:pt x="129942" y="108445"/>
                  </a:lnTo>
                  <a:lnTo>
                    <a:pt x="130898" y="107489"/>
                  </a:lnTo>
                  <a:lnTo>
                    <a:pt x="131376" y="107489"/>
                  </a:lnTo>
                  <a:lnTo>
                    <a:pt x="131854" y="108445"/>
                  </a:lnTo>
                  <a:lnTo>
                    <a:pt x="132331" y="109400"/>
                  </a:lnTo>
                  <a:lnTo>
                    <a:pt x="132809" y="111311"/>
                  </a:lnTo>
                  <a:lnTo>
                    <a:pt x="133287" y="113700"/>
                  </a:lnTo>
                  <a:lnTo>
                    <a:pt x="132809" y="115611"/>
                  </a:lnTo>
                  <a:lnTo>
                    <a:pt x="132809" y="116566"/>
                  </a:lnTo>
                  <a:lnTo>
                    <a:pt x="128032" y="125643"/>
                  </a:lnTo>
                  <a:lnTo>
                    <a:pt x="128509" y="127076"/>
                  </a:lnTo>
                  <a:lnTo>
                    <a:pt x="128509" y="128032"/>
                  </a:lnTo>
                  <a:lnTo>
                    <a:pt x="128509" y="128987"/>
                  </a:lnTo>
                  <a:lnTo>
                    <a:pt x="127076" y="132809"/>
                  </a:lnTo>
                  <a:lnTo>
                    <a:pt x="125643" y="135675"/>
                  </a:lnTo>
                  <a:lnTo>
                    <a:pt x="125165" y="136631"/>
                  </a:lnTo>
                  <a:lnTo>
                    <a:pt x="124210" y="137108"/>
                  </a:lnTo>
                  <a:lnTo>
                    <a:pt x="123254" y="137586"/>
                  </a:lnTo>
                  <a:lnTo>
                    <a:pt x="122299" y="137108"/>
                  </a:lnTo>
                  <a:lnTo>
                    <a:pt x="121343" y="136153"/>
                  </a:lnTo>
                  <a:lnTo>
                    <a:pt x="120388" y="135675"/>
                  </a:lnTo>
                  <a:lnTo>
                    <a:pt x="119910" y="135675"/>
                  </a:lnTo>
                  <a:lnTo>
                    <a:pt x="118955" y="135675"/>
                  </a:lnTo>
                  <a:lnTo>
                    <a:pt x="115611" y="138064"/>
                  </a:lnTo>
                  <a:lnTo>
                    <a:pt x="115133" y="138064"/>
                  </a:lnTo>
                  <a:lnTo>
                    <a:pt x="114655" y="137586"/>
                  </a:lnTo>
                  <a:lnTo>
                    <a:pt x="114177" y="136631"/>
                  </a:lnTo>
                  <a:lnTo>
                    <a:pt x="114655" y="131376"/>
                  </a:lnTo>
                  <a:lnTo>
                    <a:pt x="114655" y="129465"/>
                  </a:lnTo>
                  <a:lnTo>
                    <a:pt x="114177" y="128032"/>
                  </a:lnTo>
                  <a:lnTo>
                    <a:pt x="114655" y="125643"/>
                  </a:lnTo>
                  <a:lnTo>
                    <a:pt x="114655" y="124687"/>
                  </a:lnTo>
                  <a:lnTo>
                    <a:pt x="114655" y="124210"/>
                  </a:lnTo>
                  <a:lnTo>
                    <a:pt x="113700" y="124687"/>
                  </a:lnTo>
                  <a:lnTo>
                    <a:pt x="112744" y="125643"/>
                  </a:lnTo>
                  <a:lnTo>
                    <a:pt x="110833" y="128032"/>
                  </a:lnTo>
                  <a:lnTo>
                    <a:pt x="109400" y="129942"/>
                  </a:lnTo>
                  <a:lnTo>
                    <a:pt x="106534" y="132331"/>
                  </a:lnTo>
                  <a:lnTo>
                    <a:pt x="105100" y="132809"/>
                  </a:lnTo>
                  <a:lnTo>
                    <a:pt x="104623" y="132809"/>
                  </a:lnTo>
                  <a:lnTo>
                    <a:pt x="103667" y="132331"/>
                  </a:lnTo>
                  <a:lnTo>
                    <a:pt x="103190" y="131376"/>
                  </a:lnTo>
                  <a:lnTo>
                    <a:pt x="103190" y="130420"/>
                  </a:lnTo>
                  <a:lnTo>
                    <a:pt x="103667" y="128987"/>
                  </a:lnTo>
                  <a:lnTo>
                    <a:pt x="104623" y="126121"/>
                  </a:lnTo>
                  <a:lnTo>
                    <a:pt x="107012" y="121343"/>
                  </a:lnTo>
                  <a:lnTo>
                    <a:pt x="108923" y="117999"/>
                  </a:lnTo>
                  <a:lnTo>
                    <a:pt x="109400" y="116566"/>
                  </a:lnTo>
                  <a:lnTo>
                    <a:pt x="108923" y="115611"/>
                  </a:lnTo>
                  <a:lnTo>
                    <a:pt x="108445" y="114655"/>
                  </a:lnTo>
                  <a:lnTo>
                    <a:pt x="107489" y="110833"/>
                  </a:lnTo>
                  <a:lnTo>
                    <a:pt x="106534" y="107967"/>
                  </a:lnTo>
                  <a:lnTo>
                    <a:pt x="105578" y="106534"/>
                  </a:lnTo>
                  <a:lnTo>
                    <a:pt x="102712" y="105100"/>
                  </a:lnTo>
                  <a:lnTo>
                    <a:pt x="102234" y="105578"/>
                  </a:lnTo>
                  <a:lnTo>
                    <a:pt x="101757" y="107489"/>
                  </a:lnTo>
                  <a:lnTo>
                    <a:pt x="98412" y="113222"/>
                  </a:lnTo>
                  <a:lnTo>
                    <a:pt x="97935" y="115611"/>
                  </a:lnTo>
                  <a:lnTo>
                    <a:pt x="97457" y="116566"/>
                  </a:lnTo>
                  <a:lnTo>
                    <a:pt x="96979" y="117521"/>
                  </a:lnTo>
                  <a:lnTo>
                    <a:pt x="95546" y="117999"/>
                  </a:lnTo>
                  <a:lnTo>
                    <a:pt x="96024" y="117044"/>
                  </a:lnTo>
                  <a:lnTo>
                    <a:pt x="97457" y="113700"/>
                  </a:lnTo>
                  <a:lnTo>
                    <a:pt x="96979" y="113700"/>
                  </a:lnTo>
                  <a:lnTo>
                    <a:pt x="95068" y="116088"/>
                  </a:lnTo>
                  <a:lnTo>
                    <a:pt x="93635" y="117044"/>
                  </a:lnTo>
                  <a:lnTo>
                    <a:pt x="91724" y="117521"/>
                  </a:lnTo>
                  <a:lnTo>
                    <a:pt x="90769" y="117521"/>
                  </a:lnTo>
                  <a:lnTo>
                    <a:pt x="89335" y="117999"/>
                  </a:lnTo>
                  <a:lnTo>
                    <a:pt x="85036" y="123732"/>
                  </a:lnTo>
                  <a:lnTo>
                    <a:pt x="84558" y="125643"/>
                  </a:lnTo>
                  <a:lnTo>
                    <a:pt x="84081" y="127076"/>
                  </a:lnTo>
                  <a:lnTo>
                    <a:pt x="81692" y="129942"/>
                  </a:lnTo>
                  <a:lnTo>
                    <a:pt x="80259" y="130898"/>
                  </a:lnTo>
                  <a:lnTo>
                    <a:pt x="78825" y="130898"/>
                  </a:lnTo>
                  <a:lnTo>
                    <a:pt x="77392" y="130420"/>
                  </a:lnTo>
                  <a:lnTo>
                    <a:pt x="75959" y="130420"/>
                  </a:lnTo>
                  <a:lnTo>
                    <a:pt x="73570" y="131376"/>
                  </a:lnTo>
                  <a:lnTo>
                    <a:pt x="71182" y="131853"/>
                  </a:lnTo>
                  <a:lnTo>
                    <a:pt x="69749" y="131376"/>
                  </a:lnTo>
                  <a:lnTo>
                    <a:pt x="69271" y="131376"/>
                  </a:lnTo>
                  <a:lnTo>
                    <a:pt x="67838" y="129942"/>
                  </a:lnTo>
                  <a:lnTo>
                    <a:pt x="67838" y="129465"/>
                  </a:lnTo>
                  <a:lnTo>
                    <a:pt x="67838" y="128987"/>
                  </a:lnTo>
                  <a:lnTo>
                    <a:pt x="68316" y="127554"/>
                  </a:lnTo>
                  <a:lnTo>
                    <a:pt x="70226" y="126121"/>
                  </a:lnTo>
                  <a:lnTo>
                    <a:pt x="71182" y="125643"/>
                  </a:lnTo>
                  <a:lnTo>
                    <a:pt x="74526" y="125165"/>
                  </a:lnTo>
                  <a:lnTo>
                    <a:pt x="76915" y="123732"/>
                  </a:lnTo>
                  <a:lnTo>
                    <a:pt x="78825" y="122299"/>
                  </a:lnTo>
                  <a:lnTo>
                    <a:pt x="79781" y="121343"/>
                  </a:lnTo>
                  <a:lnTo>
                    <a:pt x="83125" y="116088"/>
                  </a:lnTo>
                  <a:lnTo>
                    <a:pt x="87425" y="114177"/>
                  </a:lnTo>
                  <a:lnTo>
                    <a:pt x="89335" y="112744"/>
                  </a:lnTo>
                  <a:lnTo>
                    <a:pt x="90769" y="110833"/>
                  </a:lnTo>
                  <a:lnTo>
                    <a:pt x="90769" y="110356"/>
                  </a:lnTo>
                  <a:lnTo>
                    <a:pt x="88858" y="111311"/>
                  </a:lnTo>
                  <a:lnTo>
                    <a:pt x="87902" y="111789"/>
                  </a:lnTo>
                  <a:lnTo>
                    <a:pt x="85991" y="111311"/>
                  </a:lnTo>
                  <a:lnTo>
                    <a:pt x="85036" y="110356"/>
                  </a:lnTo>
                  <a:lnTo>
                    <a:pt x="82647" y="110833"/>
                  </a:lnTo>
                  <a:lnTo>
                    <a:pt x="79303" y="110356"/>
                  </a:lnTo>
                  <a:lnTo>
                    <a:pt x="78825" y="110833"/>
                  </a:lnTo>
                  <a:lnTo>
                    <a:pt x="78348" y="113222"/>
                  </a:lnTo>
                  <a:lnTo>
                    <a:pt x="77870" y="114655"/>
                  </a:lnTo>
                  <a:lnTo>
                    <a:pt x="77392" y="115133"/>
                  </a:lnTo>
                  <a:lnTo>
                    <a:pt x="76915" y="115611"/>
                  </a:lnTo>
                  <a:lnTo>
                    <a:pt x="75481" y="115611"/>
                  </a:lnTo>
                  <a:lnTo>
                    <a:pt x="71182" y="114655"/>
                  </a:lnTo>
                  <a:lnTo>
                    <a:pt x="70704" y="114177"/>
                  </a:lnTo>
                  <a:lnTo>
                    <a:pt x="69749" y="114177"/>
                  </a:lnTo>
                  <a:lnTo>
                    <a:pt x="65449" y="114655"/>
                  </a:lnTo>
                  <a:lnTo>
                    <a:pt x="64493" y="114655"/>
                  </a:lnTo>
                  <a:lnTo>
                    <a:pt x="64971" y="114177"/>
                  </a:lnTo>
                  <a:lnTo>
                    <a:pt x="69271" y="112266"/>
                  </a:lnTo>
                  <a:lnTo>
                    <a:pt x="70226" y="107011"/>
                  </a:lnTo>
                  <a:lnTo>
                    <a:pt x="69749" y="106056"/>
                  </a:lnTo>
                  <a:lnTo>
                    <a:pt x="68316" y="107011"/>
                  </a:lnTo>
                  <a:lnTo>
                    <a:pt x="66405" y="107489"/>
                  </a:lnTo>
                  <a:lnTo>
                    <a:pt x="64971" y="107489"/>
                  </a:lnTo>
                  <a:lnTo>
                    <a:pt x="64493" y="107011"/>
                  </a:lnTo>
                  <a:lnTo>
                    <a:pt x="64016" y="107489"/>
                  </a:lnTo>
                  <a:lnTo>
                    <a:pt x="62583" y="110356"/>
                  </a:lnTo>
                  <a:lnTo>
                    <a:pt x="61627" y="110356"/>
                  </a:lnTo>
                  <a:lnTo>
                    <a:pt x="60194" y="110833"/>
                  </a:lnTo>
                  <a:lnTo>
                    <a:pt x="57805" y="111789"/>
                  </a:lnTo>
                  <a:lnTo>
                    <a:pt x="52550" y="112266"/>
                  </a:lnTo>
                  <a:lnTo>
                    <a:pt x="51595" y="113222"/>
                  </a:lnTo>
                  <a:lnTo>
                    <a:pt x="47773" y="112744"/>
                  </a:lnTo>
                  <a:lnTo>
                    <a:pt x="37741" y="111311"/>
                  </a:lnTo>
                  <a:lnTo>
                    <a:pt x="33919" y="111311"/>
                  </a:lnTo>
                  <a:lnTo>
                    <a:pt x="29619" y="110356"/>
                  </a:lnTo>
                  <a:lnTo>
                    <a:pt x="28664" y="110356"/>
                  </a:lnTo>
                  <a:lnTo>
                    <a:pt x="22453" y="110356"/>
                  </a:lnTo>
                  <a:lnTo>
                    <a:pt x="20543" y="109878"/>
                  </a:lnTo>
                  <a:lnTo>
                    <a:pt x="20543" y="108922"/>
                  </a:lnTo>
                  <a:lnTo>
                    <a:pt x="20543" y="108445"/>
                  </a:lnTo>
                  <a:lnTo>
                    <a:pt x="18632" y="109878"/>
                  </a:lnTo>
                  <a:lnTo>
                    <a:pt x="17198" y="110833"/>
                  </a:lnTo>
                  <a:lnTo>
                    <a:pt x="14810" y="111311"/>
                  </a:lnTo>
                  <a:lnTo>
                    <a:pt x="8599" y="112744"/>
                  </a:lnTo>
                  <a:lnTo>
                    <a:pt x="5255" y="112744"/>
                  </a:lnTo>
                  <a:lnTo>
                    <a:pt x="2867" y="112266"/>
                  </a:lnTo>
                  <a:lnTo>
                    <a:pt x="2389" y="111311"/>
                  </a:lnTo>
                  <a:lnTo>
                    <a:pt x="956" y="108445"/>
                  </a:lnTo>
                  <a:lnTo>
                    <a:pt x="0" y="105100"/>
                  </a:lnTo>
                  <a:lnTo>
                    <a:pt x="0" y="104145"/>
                  </a:lnTo>
                  <a:lnTo>
                    <a:pt x="478" y="103190"/>
                  </a:lnTo>
                  <a:lnTo>
                    <a:pt x="1911" y="101279"/>
                  </a:lnTo>
                  <a:lnTo>
                    <a:pt x="8121" y="96979"/>
                  </a:lnTo>
                  <a:lnTo>
                    <a:pt x="12899" y="92679"/>
                  </a:lnTo>
                  <a:lnTo>
                    <a:pt x="15287" y="90291"/>
                  </a:lnTo>
                  <a:lnTo>
                    <a:pt x="17198" y="89335"/>
                  </a:lnTo>
                  <a:lnTo>
                    <a:pt x="20543" y="87425"/>
                  </a:lnTo>
                  <a:lnTo>
                    <a:pt x="20543" y="86947"/>
                  </a:lnTo>
                  <a:lnTo>
                    <a:pt x="17676" y="87425"/>
                  </a:lnTo>
                  <a:lnTo>
                    <a:pt x="15287" y="86947"/>
                  </a:lnTo>
                  <a:lnTo>
                    <a:pt x="12899" y="86469"/>
                  </a:lnTo>
                  <a:lnTo>
                    <a:pt x="8599" y="86947"/>
                  </a:lnTo>
                  <a:lnTo>
                    <a:pt x="4300" y="86947"/>
                  </a:lnTo>
                  <a:lnTo>
                    <a:pt x="4300" y="85991"/>
                  </a:lnTo>
                  <a:lnTo>
                    <a:pt x="6211" y="84080"/>
                  </a:lnTo>
                  <a:lnTo>
                    <a:pt x="10510" y="80736"/>
                  </a:lnTo>
                  <a:lnTo>
                    <a:pt x="10988" y="80736"/>
                  </a:lnTo>
                  <a:lnTo>
                    <a:pt x="9555" y="82647"/>
                  </a:lnTo>
                  <a:lnTo>
                    <a:pt x="9077" y="83603"/>
                  </a:lnTo>
                  <a:lnTo>
                    <a:pt x="10032" y="84558"/>
                  </a:lnTo>
                  <a:lnTo>
                    <a:pt x="10510" y="85036"/>
                  </a:lnTo>
                  <a:lnTo>
                    <a:pt x="12899" y="85036"/>
                  </a:lnTo>
                  <a:lnTo>
                    <a:pt x="13377" y="84558"/>
                  </a:lnTo>
                  <a:lnTo>
                    <a:pt x="14332" y="80736"/>
                  </a:lnTo>
                  <a:lnTo>
                    <a:pt x="16243" y="76914"/>
                  </a:lnTo>
                  <a:lnTo>
                    <a:pt x="17676" y="74048"/>
                  </a:lnTo>
                  <a:lnTo>
                    <a:pt x="19109" y="71659"/>
                  </a:lnTo>
                  <a:lnTo>
                    <a:pt x="20065" y="71182"/>
                  </a:lnTo>
                  <a:lnTo>
                    <a:pt x="21020" y="71659"/>
                  </a:lnTo>
                  <a:lnTo>
                    <a:pt x="23409" y="72137"/>
                  </a:lnTo>
                  <a:lnTo>
                    <a:pt x="26275" y="74526"/>
                  </a:lnTo>
                  <a:lnTo>
                    <a:pt x="27231" y="74526"/>
                  </a:lnTo>
                  <a:lnTo>
                    <a:pt x="27231" y="74526"/>
                  </a:lnTo>
                  <a:lnTo>
                    <a:pt x="26275" y="73570"/>
                  </a:lnTo>
                  <a:lnTo>
                    <a:pt x="25798" y="72615"/>
                  </a:lnTo>
                  <a:lnTo>
                    <a:pt x="25320" y="71659"/>
                  </a:lnTo>
                  <a:lnTo>
                    <a:pt x="26275" y="68793"/>
                  </a:lnTo>
                  <a:lnTo>
                    <a:pt x="27231" y="68315"/>
                  </a:lnTo>
                  <a:lnTo>
                    <a:pt x="27709" y="67838"/>
                  </a:lnTo>
                  <a:lnTo>
                    <a:pt x="25320" y="67838"/>
                  </a:lnTo>
                  <a:lnTo>
                    <a:pt x="23409" y="66882"/>
                  </a:lnTo>
                  <a:lnTo>
                    <a:pt x="22931" y="65449"/>
                  </a:lnTo>
                  <a:lnTo>
                    <a:pt x="22931" y="63060"/>
                  </a:lnTo>
                  <a:lnTo>
                    <a:pt x="23409" y="62105"/>
                  </a:lnTo>
                  <a:lnTo>
                    <a:pt x="25320" y="60194"/>
                  </a:lnTo>
                  <a:lnTo>
                    <a:pt x="26753" y="58761"/>
                  </a:lnTo>
                  <a:lnTo>
                    <a:pt x="28186" y="59238"/>
                  </a:lnTo>
                  <a:lnTo>
                    <a:pt x="30097" y="60672"/>
                  </a:lnTo>
                  <a:lnTo>
                    <a:pt x="31530" y="60194"/>
                  </a:lnTo>
                  <a:lnTo>
                    <a:pt x="31052" y="59716"/>
                  </a:lnTo>
                  <a:lnTo>
                    <a:pt x="29142" y="57328"/>
                  </a:lnTo>
                  <a:lnTo>
                    <a:pt x="28664" y="55417"/>
                  </a:lnTo>
                  <a:lnTo>
                    <a:pt x="28664" y="54461"/>
                  </a:lnTo>
                  <a:lnTo>
                    <a:pt x="32963" y="45384"/>
                  </a:lnTo>
                  <a:lnTo>
                    <a:pt x="34874" y="40607"/>
                  </a:lnTo>
                  <a:lnTo>
                    <a:pt x="37741" y="32963"/>
                  </a:lnTo>
                  <a:lnTo>
                    <a:pt x="38696" y="31530"/>
                  </a:lnTo>
                  <a:lnTo>
                    <a:pt x="40129" y="29619"/>
                  </a:lnTo>
                  <a:lnTo>
                    <a:pt x="40607" y="28664"/>
                  </a:lnTo>
                  <a:lnTo>
                    <a:pt x="42518" y="28664"/>
                  </a:lnTo>
                  <a:lnTo>
                    <a:pt x="43474" y="28664"/>
                  </a:lnTo>
                  <a:lnTo>
                    <a:pt x="42040" y="27708"/>
                  </a:lnTo>
                  <a:lnTo>
                    <a:pt x="41085" y="26753"/>
                  </a:lnTo>
                  <a:lnTo>
                    <a:pt x="41085" y="26275"/>
                  </a:lnTo>
                  <a:lnTo>
                    <a:pt x="41563" y="25320"/>
                  </a:lnTo>
                  <a:lnTo>
                    <a:pt x="42040" y="24842"/>
                  </a:lnTo>
                  <a:lnTo>
                    <a:pt x="44429" y="23409"/>
                  </a:lnTo>
                  <a:lnTo>
                    <a:pt x="45862" y="21498"/>
                  </a:lnTo>
                  <a:lnTo>
                    <a:pt x="46818" y="19109"/>
                  </a:lnTo>
                  <a:lnTo>
                    <a:pt x="46818" y="18631"/>
                  </a:lnTo>
                  <a:lnTo>
                    <a:pt x="46340" y="17676"/>
                  </a:lnTo>
                  <a:lnTo>
                    <a:pt x="46340" y="17198"/>
                  </a:lnTo>
                  <a:lnTo>
                    <a:pt x="47773" y="16721"/>
                  </a:lnTo>
                  <a:lnTo>
                    <a:pt x="50639" y="13854"/>
                  </a:lnTo>
                  <a:lnTo>
                    <a:pt x="51117" y="13377"/>
                  </a:lnTo>
                  <a:lnTo>
                    <a:pt x="52073" y="9555"/>
                  </a:lnTo>
                  <a:lnTo>
                    <a:pt x="53506" y="8121"/>
                  </a:lnTo>
                  <a:lnTo>
                    <a:pt x="54461" y="7166"/>
                  </a:lnTo>
                  <a:lnTo>
                    <a:pt x="56372" y="5733"/>
                  </a:lnTo>
                  <a:lnTo>
                    <a:pt x="62583" y="3344"/>
                  </a:lnTo>
                  <a:lnTo>
                    <a:pt x="66405" y="956"/>
                  </a:lnTo>
                  <a:lnTo>
                    <a:pt x="68793" y="956"/>
                  </a:lnTo>
                  <a:lnTo>
                    <a:pt x="69749" y="2866"/>
                  </a:lnTo>
                  <a:lnTo>
                    <a:pt x="73093" y="3822"/>
                  </a:lnTo>
                  <a:lnTo>
                    <a:pt x="73570" y="2866"/>
                  </a:lnTo>
                  <a:lnTo>
                    <a:pt x="73093" y="1433"/>
                  </a:lnTo>
                  <a:lnTo>
                    <a:pt x="73570" y="478"/>
                  </a:lnTo>
                  <a:lnTo>
                    <a:pt x="76437" y="0"/>
                  </a:lnTo>
                  <a:lnTo>
                    <a:pt x="76915" y="478"/>
                  </a:lnTo>
                  <a:lnTo>
                    <a:pt x="77870" y="1433"/>
                  </a:lnTo>
                  <a:lnTo>
                    <a:pt x="77870" y="1911"/>
                  </a:lnTo>
                  <a:lnTo>
                    <a:pt x="7787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4" name="Freeform 3723">
              <a:extLst>
                <a:ext uri="{FF2B5EF4-FFF2-40B4-BE49-F238E27FC236}">
                  <a16:creationId xmlns:a16="http://schemas.microsoft.com/office/drawing/2014/main" id="{AD336825-1F2F-730B-4245-8E55B45E028D}"/>
                </a:ext>
              </a:extLst>
            </p:cNvPr>
            <p:cNvSpPr/>
            <p:nvPr/>
          </p:nvSpPr>
          <p:spPr>
            <a:xfrm>
              <a:off x="3338545" y="3661916"/>
              <a:ext cx="100323" cy="71181"/>
            </a:xfrm>
            <a:custGeom>
              <a:avLst/>
              <a:gdLst>
                <a:gd name="csX0" fmla="*/ 22931 w 100323"/>
                <a:gd name="csY0" fmla="*/ 6211 h 71181"/>
                <a:gd name="csX1" fmla="*/ 32486 w 100323"/>
                <a:gd name="csY1" fmla="*/ 10032 h 71181"/>
                <a:gd name="csX2" fmla="*/ 42518 w 100323"/>
                <a:gd name="csY2" fmla="*/ 11465 h 71181"/>
                <a:gd name="csX3" fmla="*/ 49684 w 100323"/>
                <a:gd name="csY3" fmla="*/ 13854 h 71181"/>
                <a:gd name="csX4" fmla="*/ 53984 w 100323"/>
                <a:gd name="csY4" fmla="*/ 14332 h 71181"/>
                <a:gd name="csX5" fmla="*/ 55894 w 100323"/>
                <a:gd name="csY5" fmla="*/ 14810 h 71181"/>
                <a:gd name="csX6" fmla="*/ 56850 w 100323"/>
                <a:gd name="csY6" fmla="*/ 15765 h 71181"/>
                <a:gd name="csX7" fmla="*/ 57805 w 100323"/>
                <a:gd name="csY7" fmla="*/ 17198 h 71181"/>
                <a:gd name="csX8" fmla="*/ 60194 w 100323"/>
                <a:gd name="csY8" fmla="*/ 21498 h 71181"/>
                <a:gd name="csX9" fmla="*/ 61627 w 100323"/>
                <a:gd name="csY9" fmla="*/ 24364 h 71181"/>
                <a:gd name="csX10" fmla="*/ 64971 w 100323"/>
                <a:gd name="csY10" fmla="*/ 28664 h 71181"/>
                <a:gd name="csX11" fmla="*/ 67838 w 100323"/>
                <a:gd name="csY11" fmla="*/ 32008 h 71181"/>
                <a:gd name="csX12" fmla="*/ 68315 w 100323"/>
                <a:gd name="csY12" fmla="*/ 33441 h 71181"/>
                <a:gd name="csX13" fmla="*/ 67838 w 100323"/>
                <a:gd name="csY13" fmla="*/ 33919 h 71181"/>
                <a:gd name="csX14" fmla="*/ 67838 w 100323"/>
                <a:gd name="csY14" fmla="*/ 34397 h 71181"/>
                <a:gd name="csX15" fmla="*/ 69749 w 100323"/>
                <a:gd name="csY15" fmla="*/ 37741 h 71181"/>
                <a:gd name="csX16" fmla="*/ 73570 w 100323"/>
                <a:gd name="csY16" fmla="*/ 40607 h 71181"/>
                <a:gd name="csX17" fmla="*/ 76437 w 100323"/>
                <a:gd name="csY17" fmla="*/ 42040 h 71181"/>
                <a:gd name="csX18" fmla="*/ 82647 w 100323"/>
                <a:gd name="csY18" fmla="*/ 43951 h 71181"/>
                <a:gd name="csX19" fmla="*/ 86469 w 100323"/>
                <a:gd name="csY19" fmla="*/ 46340 h 71181"/>
                <a:gd name="csX20" fmla="*/ 87425 w 100323"/>
                <a:gd name="csY20" fmla="*/ 47773 h 71181"/>
                <a:gd name="csX21" fmla="*/ 88858 w 100323"/>
                <a:gd name="csY21" fmla="*/ 49206 h 71181"/>
                <a:gd name="csX22" fmla="*/ 89813 w 100323"/>
                <a:gd name="csY22" fmla="*/ 50162 h 71181"/>
                <a:gd name="csX23" fmla="*/ 91246 w 100323"/>
                <a:gd name="csY23" fmla="*/ 53984 h 71181"/>
                <a:gd name="csX24" fmla="*/ 93635 w 100323"/>
                <a:gd name="csY24" fmla="*/ 57328 h 71181"/>
                <a:gd name="csX25" fmla="*/ 96024 w 100323"/>
                <a:gd name="csY25" fmla="*/ 64016 h 71181"/>
                <a:gd name="csX26" fmla="*/ 96501 w 100323"/>
                <a:gd name="csY26" fmla="*/ 63538 h 71181"/>
                <a:gd name="csX27" fmla="*/ 96979 w 100323"/>
                <a:gd name="csY27" fmla="*/ 61627 h 71181"/>
                <a:gd name="csX28" fmla="*/ 96979 w 100323"/>
                <a:gd name="csY28" fmla="*/ 61149 h 71181"/>
                <a:gd name="csX29" fmla="*/ 97935 w 100323"/>
                <a:gd name="csY29" fmla="*/ 60672 h 71181"/>
                <a:gd name="csX30" fmla="*/ 98412 w 100323"/>
                <a:gd name="csY30" fmla="*/ 61627 h 71181"/>
                <a:gd name="csX31" fmla="*/ 98890 w 100323"/>
                <a:gd name="csY31" fmla="*/ 63538 h 71181"/>
                <a:gd name="csX32" fmla="*/ 100323 w 100323"/>
                <a:gd name="csY32" fmla="*/ 67360 h 71181"/>
                <a:gd name="csX33" fmla="*/ 99846 w 100323"/>
                <a:gd name="csY33" fmla="*/ 68793 h 71181"/>
                <a:gd name="csX34" fmla="*/ 99368 w 100323"/>
                <a:gd name="csY34" fmla="*/ 68793 h 71181"/>
                <a:gd name="csX35" fmla="*/ 96979 w 100323"/>
                <a:gd name="csY35" fmla="*/ 68315 h 71181"/>
                <a:gd name="csX36" fmla="*/ 96501 w 100323"/>
                <a:gd name="csY36" fmla="*/ 68793 h 71181"/>
                <a:gd name="csX37" fmla="*/ 95546 w 100323"/>
                <a:gd name="csY37" fmla="*/ 70704 h 71181"/>
                <a:gd name="csX38" fmla="*/ 94591 w 100323"/>
                <a:gd name="csY38" fmla="*/ 71182 h 71181"/>
                <a:gd name="csX39" fmla="*/ 94113 w 100323"/>
                <a:gd name="csY39" fmla="*/ 70704 h 71181"/>
                <a:gd name="csX40" fmla="*/ 87902 w 100323"/>
                <a:gd name="csY40" fmla="*/ 69271 h 71181"/>
                <a:gd name="csX41" fmla="*/ 84080 w 100323"/>
                <a:gd name="csY41" fmla="*/ 67838 h 71181"/>
                <a:gd name="csX42" fmla="*/ 78825 w 100323"/>
                <a:gd name="csY42" fmla="*/ 65927 h 71181"/>
                <a:gd name="csX43" fmla="*/ 72615 w 100323"/>
                <a:gd name="csY43" fmla="*/ 63538 h 71181"/>
                <a:gd name="csX44" fmla="*/ 68793 w 100323"/>
                <a:gd name="csY44" fmla="*/ 62105 h 71181"/>
                <a:gd name="csX45" fmla="*/ 65927 w 100323"/>
                <a:gd name="csY45" fmla="*/ 60194 h 71181"/>
                <a:gd name="csX46" fmla="*/ 64016 w 100323"/>
                <a:gd name="csY46" fmla="*/ 59238 h 71181"/>
                <a:gd name="csX47" fmla="*/ 63538 w 100323"/>
                <a:gd name="csY47" fmla="*/ 57805 h 71181"/>
                <a:gd name="csX48" fmla="*/ 63538 w 100323"/>
                <a:gd name="csY48" fmla="*/ 57328 h 71181"/>
                <a:gd name="csX49" fmla="*/ 67838 w 100323"/>
                <a:gd name="csY49" fmla="*/ 53506 h 71181"/>
                <a:gd name="csX50" fmla="*/ 69271 w 100323"/>
                <a:gd name="csY50" fmla="*/ 51595 h 71181"/>
                <a:gd name="csX51" fmla="*/ 69749 w 100323"/>
                <a:gd name="csY51" fmla="*/ 50162 h 71181"/>
                <a:gd name="csX52" fmla="*/ 70226 w 100323"/>
                <a:gd name="csY52" fmla="*/ 48728 h 71181"/>
                <a:gd name="csX53" fmla="*/ 70226 w 100323"/>
                <a:gd name="csY53" fmla="*/ 46340 h 71181"/>
                <a:gd name="csX54" fmla="*/ 69749 w 100323"/>
                <a:gd name="csY54" fmla="*/ 46818 h 71181"/>
                <a:gd name="csX55" fmla="*/ 69749 w 100323"/>
                <a:gd name="csY55" fmla="*/ 48728 h 71181"/>
                <a:gd name="csX56" fmla="*/ 68793 w 100323"/>
                <a:gd name="csY56" fmla="*/ 50162 h 71181"/>
                <a:gd name="csX57" fmla="*/ 68315 w 100323"/>
                <a:gd name="csY57" fmla="*/ 51595 h 71181"/>
                <a:gd name="csX58" fmla="*/ 67838 w 100323"/>
                <a:gd name="csY58" fmla="*/ 52072 h 71181"/>
                <a:gd name="csX59" fmla="*/ 63060 w 100323"/>
                <a:gd name="csY59" fmla="*/ 52550 h 71181"/>
                <a:gd name="csX60" fmla="*/ 59239 w 100323"/>
                <a:gd name="csY60" fmla="*/ 52550 h 71181"/>
                <a:gd name="csX61" fmla="*/ 57328 w 100323"/>
                <a:gd name="csY61" fmla="*/ 53984 h 71181"/>
                <a:gd name="csX62" fmla="*/ 56372 w 100323"/>
                <a:gd name="csY62" fmla="*/ 54461 h 71181"/>
                <a:gd name="csX63" fmla="*/ 55417 w 100323"/>
                <a:gd name="csY63" fmla="*/ 53984 h 71181"/>
                <a:gd name="csX64" fmla="*/ 53028 w 100323"/>
                <a:gd name="csY64" fmla="*/ 51595 h 71181"/>
                <a:gd name="csX65" fmla="*/ 49684 w 100323"/>
                <a:gd name="csY65" fmla="*/ 50162 h 71181"/>
                <a:gd name="csX66" fmla="*/ 50162 w 100323"/>
                <a:gd name="csY66" fmla="*/ 49684 h 71181"/>
                <a:gd name="csX67" fmla="*/ 52550 w 100323"/>
                <a:gd name="csY67" fmla="*/ 48728 h 71181"/>
                <a:gd name="csX68" fmla="*/ 53506 w 100323"/>
                <a:gd name="csY68" fmla="*/ 47295 h 71181"/>
                <a:gd name="csX69" fmla="*/ 53506 w 100323"/>
                <a:gd name="csY69" fmla="*/ 47295 h 71181"/>
                <a:gd name="csX70" fmla="*/ 52550 w 100323"/>
                <a:gd name="csY70" fmla="*/ 47295 h 71181"/>
                <a:gd name="csX71" fmla="*/ 52073 w 100323"/>
                <a:gd name="csY71" fmla="*/ 46818 h 71181"/>
                <a:gd name="csX72" fmla="*/ 50639 w 100323"/>
                <a:gd name="csY72" fmla="*/ 45384 h 71181"/>
                <a:gd name="csX73" fmla="*/ 49684 w 100323"/>
                <a:gd name="csY73" fmla="*/ 44907 h 71181"/>
                <a:gd name="csX74" fmla="*/ 48251 w 100323"/>
                <a:gd name="csY74" fmla="*/ 45384 h 71181"/>
                <a:gd name="csX75" fmla="*/ 47295 w 100323"/>
                <a:gd name="csY75" fmla="*/ 45384 h 71181"/>
                <a:gd name="csX76" fmla="*/ 46818 w 100323"/>
                <a:gd name="csY76" fmla="*/ 44429 h 71181"/>
                <a:gd name="csX77" fmla="*/ 47773 w 100323"/>
                <a:gd name="csY77" fmla="*/ 42040 h 71181"/>
                <a:gd name="csX78" fmla="*/ 47773 w 100323"/>
                <a:gd name="csY78" fmla="*/ 41085 h 71181"/>
                <a:gd name="csX79" fmla="*/ 45862 w 100323"/>
                <a:gd name="csY79" fmla="*/ 42040 h 71181"/>
                <a:gd name="csX80" fmla="*/ 45384 w 100323"/>
                <a:gd name="csY80" fmla="*/ 42040 h 71181"/>
                <a:gd name="csX81" fmla="*/ 44907 w 100323"/>
                <a:gd name="csY81" fmla="*/ 41085 h 71181"/>
                <a:gd name="csX82" fmla="*/ 44429 w 100323"/>
                <a:gd name="csY82" fmla="*/ 40607 h 71181"/>
                <a:gd name="csX83" fmla="*/ 42996 w 100323"/>
                <a:gd name="csY83" fmla="*/ 41085 h 71181"/>
                <a:gd name="csX84" fmla="*/ 41563 w 100323"/>
                <a:gd name="csY84" fmla="*/ 40129 h 71181"/>
                <a:gd name="csX85" fmla="*/ 41085 w 100323"/>
                <a:gd name="csY85" fmla="*/ 40607 h 71181"/>
                <a:gd name="csX86" fmla="*/ 41085 w 100323"/>
                <a:gd name="csY86" fmla="*/ 41563 h 71181"/>
                <a:gd name="csX87" fmla="*/ 40607 w 100323"/>
                <a:gd name="csY87" fmla="*/ 42040 h 71181"/>
                <a:gd name="csX88" fmla="*/ 38218 w 100323"/>
                <a:gd name="csY88" fmla="*/ 40129 h 71181"/>
                <a:gd name="csX89" fmla="*/ 37741 w 100323"/>
                <a:gd name="csY89" fmla="*/ 40129 h 71181"/>
                <a:gd name="csX90" fmla="*/ 36785 w 100323"/>
                <a:gd name="csY90" fmla="*/ 41563 h 71181"/>
                <a:gd name="csX91" fmla="*/ 36307 w 100323"/>
                <a:gd name="csY91" fmla="*/ 41563 h 71181"/>
                <a:gd name="csX92" fmla="*/ 35830 w 100323"/>
                <a:gd name="csY92" fmla="*/ 40607 h 71181"/>
                <a:gd name="csX93" fmla="*/ 35352 w 100323"/>
                <a:gd name="csY93" fmla="*/ 37263 h 71181"/>
                <a:gd name="csX94" fmla="*/ 35352 w 100323"/>
                <a:gd name="csY94" fmla="*/ 36307 h 71181"/>
                <a:gd name="csX95" fmla="*/ 35830 w 100323"/>
                <a:gd name="csY95" fmla="*/ 35830 h 71181"/>
                <a:gd name="csX96" fmla="*/ 37741 w 100323"/>
                <a:gd name="csY96" fmla="*/ 35352 h 71181"/>
                <a:gd name="csX97" fmla="*/ 43473 w 100323"/>
                <a:gd name="csY97" fmla="*/ 34397 h 71181"/>
                <a:gd name="csX98" fmla="*/ 43951 w 100323"/>
                <a:gd name="csY98" fmla="*/ 33919 h 71181"/>
                <a:gd name="csX99" fmla="*/ 39652 w 100323"/>
                <a:gd name="csY99" fmla="*/ 33919 h 71181"/>
                <a:gd name="csX100" fmla="*/ 38696 w 100323"/>
                <a:gd name="csY100" fmla="*/ 33441 h 71181"/>
                <a:gd name="csX101" fmla="*/ 37263 w 100323"/>
                <a:gd name="csY101" fmla="*/ 32486 h 71181"/>
                <a:gd name="csX102" fmla="*/ 35830 w 100323"/>
                <a:gd name="csY102" fmla="*/ 32486 h 71181"/>
                <a:gd name="csX103" fmla="*/ 35352 w 100323"/>
                <a:gd name="csY103" fmla="*/ 32008 h 71181"/>
                <a:gd name="csX104" fmla="*/ 34874 w 100323"/>
                <a:gd name="csY104" fmla="*/ 31052 h 71181"/>
                <a:gd name="csX105" fmla="*/ 32963 w 100323"/>
                <a:gd name="csY105" fmla="*/ 28186 h 71181"/>
                <a:gd name="csX106" fmla="*/ 31530 w 100323"/>
                <a:gd name="csY106" fmla="*/ 27231 h 71181"/>
                <a:gd name="csX107" fmla="*/ 29619 w 100323"/>
                <a:gd name="csY107" fmla="*/ 26753 h 71181"/>
                <a:gd name="csX108" fmla="*/ 28664 w 100323"/>
                <a:gd name="csY108" fmla="*/ 26275 h 71181"/>
                <a:gd name="csX109" fmla="*/ 28186 w 100323"/>
                <a:gd name="csY109" fmla="*/ 26275 h 71181"/>
                <a:gd name="csX110" fmla="*/ 27708 w 100323"/>
                <a:gd name="csY110" fmla="*/ 27231 h 71181"/>
                <a:gd name="csX111" fmla="*/ 27231 w 100323"/>
                <a:gd name="csY111" fmla="*/ 27708 h 71181"/>
                <a:gd name="csX112" fmla="*/ 25798 w 100323"/>
                <a:gd name="csY112" fmla="*/ 28186 h 71181"/>
                <a:gd name="csX113" fmla="*/ 24364 w 100323"/>
                <a:gd name="csY113" fmla="*/ 27708 h 71181"/>
                <a:gd name="csX114" fmla="*/ 23409 w 100323"/>
                <a:gd name="csY114" fmla="*/ 27231 h 71181"/>
                <a:gd name="csX115" fmla="*/ 22931 w 100323"/>
                <a:gd name="csY115" fmla="*/ 25797 h 71181"/>
                <a:gd name="csX116" fmla="*/ 22453 w 100323"/>
                <a:gd name="csY116" fmla="*/ 24842 h 71181"/>
                <a:gd name="csX117" fmla="*/ 22931 w 100323"/>
                <a:gd name="csY117" fmla="*/ 22931 h 71181"/>
                <a:gd name="csX118" fmla="*/ 22931 w 100323"/>
                <a:gd name="csY118" fmla="*/ 22453 h 71181"/>
                <a:gd name="csX119" fmla="*/ 22931 w 100323"/>
                <a:gd name="csY119" fmla="*/ 21498 h 71181"/>
                <a:gd name="csX120" fmla="*/ 22453 w 100323"/>
                <a:gd name="csY120" fmla="*/ 21020 h 71181"/>
                <a:gd name="csX121" fmla="*/ 21498 w 100323"/>
                <a:gd name="csY121" fmla="*/ 20542 h 71181"/>
                <a:gd name="csX122" fmla="*/ 21498 w 100323"/>
                <a:gd name="csY122" fmla="*/ 21020 h 71181"/>
                <a:gd name="csX123" fmla="*/ 21498 w 100323"/>
                <a:gd name="csY123" fmla="*/ 21976 h 71181"/>
                <a:gd name="csX124" fmla="*/ 21020 w 100323"/>
                <a:gd name="csY124" fmla="*/ 22453 h 71181"/>
                <a:gd name="csX125" fmla="*/ 19587 w 100323"/>
                <a:gd name="csY125" fmla="*/ 22931 h 71181"/>
                <a:gd name="csX126" fmla="*/ 18632 w 100323"/>
                <a:gd name="csY126" fmla="*/ 21976 h 71181"/>
                <a:gd name="csX127" fmla="*/ 18154 w 100323"/>
                <a:gd name="csY127" fmla="*/ 21020 h 71181"/>
                <a:gd name="csX128" fmla="*/ 17198 w 100323"/>
                <a:gd name="csY128" fmla="*/ 20065 h 71181"/>
                <a:gd name="csX129" fmla="*/ 13377 w 100323"/>
                <a:gd name="csY129" fmla="*/ 20065 h 71181"/>
                <a:gd name="csX130" fmla="*/ 11466 w 100323"/>
                <a:gd name="csY130" fmla="*/ 21020 h 71181"/>
                <a:gd name="csX131" fmla="*/ 10510 w 100323"/>
                <a:gd name="csY131" fmla="*/ 21020 h 71181"/>
                <a:gd name="csX132" fmla="*/ 9555 w 100323"/>
                <a:gd name="csY132" fmla="*/ 21020 h 71181"/>
                <a:gd name="csX133" fmla="*/ 9555 w 100323"/>
                <a:gd name="csY133" fmla="*/ 20065 h 71181"/>
                <a:gd name="csX134" fmla="*/ 10032 w 100323"/>
                <a:gd name="csY134" fmla="*/ 18631 h 71181"/>
                <a:gd name="csX135" fmla="*/ 10032 w 100323"/>
                <a:gd name="csY135" fmla="*/ 16243 h 71181"/>
                <a:gd name="csX136" fmla="*/ 10032 w 100323"/>
                <a:gd name="csY136" fmla="*/ 15765 h 71181"/>
                <a:gd name="csX137" fmla="*/ 8121 w 100323"/>
                <a:gd name="csY137" fmla="*/ 15287 h 71181"/>
                <a:gd name="csX138" fmla="*/ 7644 w 100323"/>
                <a:gd name="csY138" fmla="*/ 14810 h 71181"/>
                <a:gd name="csX139" fmla="*/ 8599 w 100323"/>
                <a:gd name="csY139" fmla="*/ 11943 h 71181"/>
                <a:gd name="csX140" fmla="*/ 9555 w 100323"/>
                <a:gd name="csY140" fmla="*/ 11465 h 71181"/>
                <a:gd name="csX141" fmla="*/ 10032 w 100323"/>
                <a:gd name="csY141" fmla="*/ 10988 h 71181"/>
                <a:gd name="csX142" fmla="*/ 13854 w 100323"/>
                <a:gd name="csY142" fmla="*/ 10988 h 71181"/>
                <a:gd name="csX143" fmla="*/ 15287 w 100323"/>
                <a:gd name="csY143" fmla="*/ 11465 h 71181"/>
                <a:gd name="csX144" fmla="*/ 17198 w 100323"/>
                <a:gd name="csY144" fmla="*/ 12899 h 71181"/>
                <a:gd name="csX145" fmla="*/ 16721 w 100323"/>
                <a:gd name="csY145" fmla="*/ 12421 h 71181"/>
                <a:gd name="csX146" fmla="*/ 16243 w 100323"/>
                <a:gd name="csY146" fmla="*/ 10510 h 71181"/>
                <a:gd name="csX147" fmla="*/ 16243 w 100323"/>
                <a:gd name="csY147" fmla="*/ 9077 h 71181"/>
                <a:gd name="csX148" fmla="*/ 17676 w 100323"/>
                <a:gd name="csY148" fmla="*/ 8121 h 71181"/>
                <a:gd name="csX149" fmla="*/ 16243 w 100323"/>
                <a:gd name="csY149" fmla="*/ 7644 h 71181"/>
                <a:gd name="csX150" fmla="*/ 11943 w 100323"/>
                <a:gd name="csY150" fmla="*/ 7166 h 71181"/>
                <a:gd name="csX151" fmla="*/ 11943 w 100323"/>
                <a:gd name="csY151" fmla="*/ 8121 h 71181"/>
                <a:gd name="csX152" fmla="*/ 11943 w 100323"/>
                <a:gd name="csY152" fmla="*/ 9077 h 71181"/>
                <a:gd name="csX153" fmla="*/ 9555 w 100323"/>
                <a:gd name="csY153" fmla="*/ 10510 h 71181"/>
                <a:gd name="csX154" fmla="*/ 7644 w 100323"/>
                <a:gd name="csY154" fmla="*/ 10510 h 71181"/>
                <a:gd name="csX155" fmla="*/ 5733 w 100323"/>
                <a:gd name="csY155" fmla="*/ 10510 h 71181"/>
                <a:gd name="csX156" fmla="*/ 4300 w 100323"/>
                <a:gd name="csY156" fmla="*/ 9555 h 71181"/>
                <a:gd name="csX157" fmla="*/ 1433 w 100323"/>
                <a:gd name="csY157" fmla="*/ 7166 h 71181"/>
                <a:gd name="csX158" fmla="*/ 0 w 100323"/>
                <a:gd name="csY158" fmla="*/ 4777 h 71181"/>
                <a:gd name="csX159" fmla="*/ 0 w 100323"/>
                <a:gd name="csY159" fmla="*/ 3344 h 71181"/>
                <a:gd name="csX160" fmla="*/ 956 w 100323"/>
                <a:gd name="csY160" fmla="*/ 1911 h 71181"/>
                <a:gd name="csX161" fmla="*/ 1911 w 100323"/>
                <a:gd name="csY161" fmla="*/ 956 h 71181"/>
                <a:gd name="csX162" fmla="*/ 4777 w 100323"/>
                <a:gd name="csY162" fmla="*/ 0 h 71181"/>
                <a:gd name="csX163" fmla="*/ 8599 w 100323"/>
                <a:gd name="csY163" fmla="*/ 0 h 71181"/>
                <a:gd name="csX164" fmla="*/ 12421 w 100323"/>
                <a:gd name="csY164" fmla="*/ 956 h 71181"/>
                <a:gd name="csX165" fmla="*/ 22931 w 100323"/>
                <a:gd name="csY165" fmla="*/ 6211 h 71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</a:cxnLst>
              <a:rect l="l" t="t" r="r" b="b"/>
              <a:pathLst>
                <a:path w="100323" h="71181">
                  <a:moveTo>
                    <a:pt x="22931" y="6211"/>
                  </a:moveTo>
                  <a:lnTo>
                    <a:pt x="32486" y="10032"/>
                  </a:lnTo>
                  <a:lnTo>
                    <a:pt x="42518" y="11465"/>
                  </a:lnTo>
                  <a:lnTo>
                    <a:pt x="49684" y="13854"/>
                  </a:lnTo>
                  <a:lnTo>
                    <a:pt x="53984" y="14332"/>
                  </a:lnTo>
                  <a:lnTo>
                    <a:pt x="55894" y="14810"/>
                  </a:lnTo>
                  <a:lnTo>
                    <a:pt x="56850" y="15765"/>
                  </a:lnTo>
                  <a:lnTo>
                    <a:pt x="57805" y="17198"/>
                  </a:lnTo>
                  <a:lnTo>
                    <a:pt x="60194" y="21498"/>
                  </a:lnTo>
                  <a:lnTo>
                    <a:pt x="61627" y="24364"/>
                  </a:lnTo>
                  <a:lnTo>
                    <a:pt x="64971" y="28664"/>
                  </a:lnTo>
                  <a:lnTo>
                    <a:pt x="67838" y="32008"/>
                  </a:lnTo>
                  <a:lnTo>
                    <a:pt x="68315" y="33441"/>
                  </a:lnTo>
                  <a:lnTo>
                    <a:pt x="67838" y="33919"/>
                  </a:lnTo>
                  <a:lnTo>
                    <a:pt x="67838" y="34397"/>
                  </a:lnTo>
                  <a:lnTo>
                    <a:pt x="69749" y="37741"/>
                  </a:lnTo>
                  <a:lnTo>
                    <a:pt x="73570" y="40607"/>
                  </a:lnTo>
                  <a:lnTo>
                    <a:pt x="76437" y="42040"/>
                  </a:lnTo>
                  <a:lnTo>
                    <a:pt x="82647" y="43951"/>
                  </a:lnTo>
                  <a:lnTo>
                    <a:pt x="86469" y="46340"/>
                  </a:lnTo>
                  <a:lnTo>
                    <a:pt x="87425" y="47773"/>
                  </a:lnTo>
                  <a:lnTo>
                    <a:pt x="88858" y="49206"/>
                  </a:lnTo>
                  <a:lnTo>
                    <a:pt x="89813" y="50162"/>
                  </a:lnTo>
                  <a:lnTo>
                    <a:pt x="91246" y="53984"/>
                  </a:lnTo>
                  <a:lnTo>
                    <a:pt x="93635" y="57328"/>
                  </a:lnTo>
                  <a:lnTo>
                    <a:pt x="96024" y="64016"/>
                  </a:lnTo>
                  <a:lnTo>
                    <a:pt x="96501" y="63538"/>
                  </a:lnTo>
                  <a:lnTo>
                    <a:pt x="96979" y="61627"/>
                  </a:lnTo>
                  <a:lnTo>
                    <a:pt x="96979" y="61149"/>
                  </a:lnTo>
                  <a:lnTo>
                    <a:pt x="97935" y="60672"/>
                  </a:lnTo>
                  <a:lnTo>
                    <a:pt x="98412" y="61627"/>
                  </a:lnTo>
                  <a:lnTo>
                    <a:pt x="98890" y="63538"/>
                  </a:lnTo>
                  <a:lnTo>
                    <a:pt x="100323" y="67360"/>
                  </a:lnTo>
                  <a:lnTo>
                    <a:pt x="99846" y="68793"/>
                  </a:lnTo>
                  <a:lnTo>
                    <a:pt x="99368" y="68793"/>
                  </a:lnTo>
                  <a:lnTo>
                    <a:pt x="96979" y="68315"/>
                  </a:lnTo>
                  <a:lnTo>
                    <a:pt x="96501" y="68793"/>
                  </a:lnTo>
                  <a:lnTo>
                    <a:pt x="95546" y="70704"/>
                  </a:lnTo>
                  <a:lnTo>
                    <a:pt x="94591" y="71182"/>
                  </a:lnTo>
                  <a:lnTo>
                    <a:pt x="94113" y="70704"/>
                  </a:lnTo>
                  <a:lnTo>
                    <a:pt x="87902" y="69271"/>
                  </a:lnTo>
                  <a:lnTo>
                    <a:pt x="84080" y="67838"/>
                  </a:lnTo>
                  <a:lnTo>
                    <a:pt x="78825" y="65927"/>
                  </a:lnTo>
                  <a:lnTo>
                    <a:pt x="72615" y="63538"/>
                  </a:lnTo>
                  <a:lnTo>
                    <a:pt x="68793" y="62105"/>
                  </a:lnTo>
                  <a:lnTo>
                    <a:pt x="65927" y="60194"/>
                  </a:lnTo>
                  <a:lnTo>
                    <a:pt x="64016" y="59238"/>
                  </a:lnTo>
                  <a:lnTo>
                    <a:pt x="63538" y="57805"/>
                  </a:lnTo>
                  <a:lnTo>
                    <a:pt x="63538" y="57328"/>
                  </a:lnTo>
                  <a:lnTo>
                    <a:pt x="67838" y="53506"/>
                  </a:lnTo>
                  <a:lnTo>
                    <a:pt x="69271" y="51595"/>
                  </a:lnTo>
                  <a:lnTo>
                    <a:pt x="69749" y="50162"/>
                  </a:lnTo>
                  <a:lnTo>
                    <a:pt x="70226" y="48728"/>
                  </a:lnTo>
                  <a:lnTo>
                    <a:pt x="70226" y="46340"/>
                  </a:lnTo>
                  <a:lnTo>
                    <a:pt x="69749" y="46818"/>
                  </a:lnTo>
                  <a:lnTo>
                    <a:pt x="69749" y="48728"/>
                  </a:lnTo>
                  <a:lnTo>
                    <a:pt x="68793" y="50162"/>
                  </a:lnTo>
                  <a:lnTo>
                    <a:pt x="68315" y="51595"/>
                  </a:lnTo>
                  <a:lnTo>
                    <a:pt x="67838" y="52072"/>
                  </a:lnTo>
                  <a:lnTo>
                    <a:pt x="63060" y="52550"/>
                  </a:lnTo>
                  <a:lnTo>
                    <a:pt x="59239" y="52550"/>
                  </a:lnTo>
                  <a:lnTo>
                    <a:pt x="57328" y="53984"/>
                  </a:lnTo>
                  <a:lnTo>
                    <a:pt x="56372" y="54461"/>
                  </a:lnTo>
                  <a:lnTo>
                    <a:pt x="55417" y="53984"/>
                  </a:lnTo>
                  <a:lnTo>
                    <a:pt x="53028" y="51595"/>
                  </a:lnTo>
                  <a:lnTo>
                    <a:pt x="49684" y="50162"/>
                  </a:lnTo>
                  <a:lnTo>
                    <a:pt x="50162" y="49684"/>
                  </a:lnTo>
                  <a:lnTo>
                    <a:pt x="52550" y="48728"/>
                  </a:lnTo>
                  <a:lnTo>
                    <a:pt x="53506" y="47295"/>
                  </a:lnTo>
                  <a:lnTo>
                    <a:pt x="53506" y="47295"/>
                  </a:lnTo>
                  <a:lnTo>
                    <a:pt x="52550" y="47295"/>
                  </a:lnTo>
                  <a:lnTo>
                    <a:pt x="52073" y="46818"/>
                  </a:lnTo>
                  <a:lnTo>
                    <a:pt x="50639" y="45384"/>
                  </a:lnTo>
                  <a:lnTo>
                    <a:pt x="49684" y="44907"/>
                  </a:lnTo>
                  <a:lnTo>
                    <a:pt x="48251" y="45384"/>
                  </a:lnTo>
                  <a:lnTo>
                    <a:pt x="47295" y="45384"/>
                  </a:lnTo>
                  <a:lnTo>
                    <a:pt x="46818" y="44429"/>
                  </a:lnTo>
                  <a:lnTo>
                    <a:pt x="47773" y="42040"/>
                  </a:lnTo>
                  <a:lnTo>
                    <a:pt x="47773" y="41085"/>
                  </a:lnTo>
                  <a:lnTo>
                    <a:pt x="45862" y="42040"/>
                  </a:lnTo>
                  <a:lnTo>
                    <a:pt x="45384" y="42040"/>
                  </a:lnTo>
                  <a:lnTo>
                    <a:pt x="44907" y="41085"/>
                  </a:lnTo>
                  <a:lnTo>
                    <a:pt x="44429" y="40607"/>
                  </a:lnTo>
                  <a:lnTo>
                    <a:pt x="42996" y="41085"/>
                  </a:lnTo>
                  <a:lnTo>
                    <a:pt x="41563" y="40129"/>
                  </a:lnTo>
                  <a:lnTo>
                    <a:pt x="41085" y="40607"/>
                  </a:lnTo>
                  <a:lnTo>
                    <a:pt x="41085" y="41563"/>
                  </a:lnTo>
                  <a:lnTo>
                    <a:pt x="40607" y="42040"/>
                  </a:lnTo>
                  <a:lnTo>
                    <a:pt x="38218" y="40129"/>
                  </a:lnTo>
                  <a:lnTo>
                    <a:pt x="37741" y="40129"/>
                  </a:lnTo>
                  <a:lnTo>
                    <a:pt x="36785" y="41563"/>
                  </a:lnTo>
                  <a:lnTo>
                    <a:pt x="36307" y="41563"/>
                  </a:lnTo>
                  <a:lnTo>
                    <a:pt x="35830" y="40607"/>
                  </a:lnTo>
                  <a:lnTo>
                    <a:pt x="35352" y="37263"/>
                  </a:lnTo>
                  <a:lnTo>
                    <a:pt x="35352" y="36307"/>
                  </a:lnTo>
                  <a:lnTo>
                    <a:pt x="35830" y="35830"/>
                  </a:lnTo>
                  <a:lnTo>
                    <a:pt x="37741" y="35352"/>
                  </a:lnTo>
                  <a:lnTo>
                    <a:pt x="43473" y="34397"/>
                  </a:lnTo>
                  <a:lnTo>
                    <a:pt x="43951" y="33919"/>
                  </a:lnTo>
                  <a:lnTo>
                    <a:pt x="39652" y="33919"/>
                  </a:lnTo>
                  <a:lnTo>
                    <a:pt x="38696" y="33441"/>
                  </a:lnTo>
                  <a:lnTo>
                    <a:pt x="37263" y="32486"/>
                  </a:lnTo>
                  <a:lnTo>
                    <a:pt x="35830" y="32486"/>
                  </a:lnTo>
                  <a:lnTo>
                    <a:pt x="35352" y="32008"/>
                  </a:lnTo>
                  <a:lnTo>
                    <a:pt x="34874" y="31052"/>
                  </a:lnTo>
                  <a:lnTo>
                    <a:pt x="32963" y="28186"/>
                  </a:lnTo>
                  <a:lnTo>
                    <a:pt x="31530" y="27231"/>
                  </a:lnTo>
                  <a:lnTo>
                    <a:pt x="29619" y="26753"/>
                  </a:lnTo>
                  <a:lnTo>
                    <a:pt x="28664" y="26275"/>
                  </a:lnTo>
                  <a:lnTo>
                    <a:pt x="28186" y="26275"/>
                  </a:lnTo>
                  <a:lnTo>
                    <a:pt x="27708" y="27231"/>
                  </a:lnTo>
                  <a:lnTo>
                    <a:pt x="27231" y="27708"/>
                  </a:lnTo>
                  <a:lnTo>
                    <a:pt x="25798" y="28186"/>
                  </a:lnTo>
                  <a:lnTo>
                    <a:pt x="24364" y="27708"/>
                  </a:lnTo>
                  <a:lnTo>
                    <a:pt x="23409" y="27231"/>
                  </a:lnTo>
                  <a:lnTo>
                    <a:pt x="22931" y="25797"/>
                  </a:lnTo>
                  <a:lnTo>
                    <a:pt x="22453" y="24842"/>
                  </a:lnTo>
                  <a:lnTo>
                    <a:pt x="22931" y="22931"/>
                  </a:lnTo>
                  <a:lnTo>
                    <a:pt x="22931" y="22453"/>
                  </a:lnTo>
                  <a:lnTo>
                    <a:pt x="22931" y="21498"/>
                  </a:lnTo>
                  <a:lnTo>
                    <a:pt x="22453" y="21020"/>
                  </a:lnTo>
                  <a:lnTo>
                    <a:pt x="21498" y="20542"/>
                  </a:lnTo>
                  <a:lnTo>
                    <a:pt x="21498" y="21020"/>
                  </a:lnTo>
                  <a:lnTo>
                    <a:pt x="21498" y="21976"/>
                  </a:lnTo>
                  <a:lnTo>
                    <a:pt x="21020" y="22453"/>
                  </a:lnTo>
                  <a:lnTo>
                    <a:pt x="19587" y="22931"/>
                  </a:lnTo>
                  <a:lnTo>
                    <a:pt x="18632" y="21976"/>
                  </a:lnTo>
                  <a:lnTo>
                    <a:pt x="18154" y="21020"/>
                  </a:lnTo>
                  <a:lnTo>
                    <a:pt x="17198" y="20065"/>
                  </a:lnTo>
                  <a:lnTo>
                    <a:pt x="13377" y="20065"/>
                  </a:lnTo>
                  <a:lnTo>
                    <a:pt x="11466" y="21020"/>
                  </a:lnTo>
                  <a:lnTo>
                    <a:pt x="10510" y="21020"/>
                  </a:lnTo>
                  <a:lnTo>
                    <a:pt x="9555" y="21020"/>
                  </a:lnTo>
                  <a:lnTo>
                    <a:pt x="9555" y="20065"/>
                  </a:lnTo>
                  <a:lnTo>
                    <a:pt x="10032" y="18631"/>
                  </a:lnTo>
                  <a:lnTo>
                    <a:pt x="10032" y="16243"/>
                  </a:lnTo>
                  <a:lnTo>
                    <a:pt x="10032" y="15765"/>
                  </a:lnTo>
                  <a:lnTo>
                    <a:pt x="8121" y="15287"/>
                  </a:lnTo>
                  <a:lnTo>
                    <a:pt x="7644" y="14810"/>
                  </a:lnTo>
                  <a:lnTo>
                    <a:pt x="8599" y="11943"/>
                  </a:lnTo>
                  <a:lnTo>
                    <a:pt x="9555" y="11465"/>
                  </a:lnTo>
                  <a:lnTo>
                    <a:pt x="10032" y="10988"/>
                  </a:lnTo>
                  <a:lnTo>
                    <a:pt x="13854" y="10988"/>
                  </a:lnTo>
                  <a:lnTo>
                    <a:pt x="15287" y="11465"/>
                  </a:lnTo>
                  <a:lnTo>
                    <a:pt x="17198" y="12899"/>
                  </a:lnTo>
                  <a:lnTo>
                    <a:pt x="16721" y="12421"/>
                  </a:lnTo>
                  <a:lnTo>
                    <a:pt x="16243" y="10510"/>
                  </a:lnTo>
                  <a:lnTo>
                    <a:pt x="16243" y="9077"/>
                  </a:lnTo>
                  <a:lnTo>
                    <a:pt x="17676" y="8121"/>
                  </a:lnTo>
                  <a:lnTo>
                    <a:pt x="16243" y="7644"/>
                  </a:lnTo>
                  <a:lnTo>
                    <a:pt x="11943" y="7166"/>
                  </a:lnTo>
                  <a:lnTo>
                    <a:pt x="11943" y="8121"/>
                  </a:lnTo>
                  <a:lnTo>
                    <a:pt x="11943" y="9077"/>
                  </a:lnTo>
                  <a:lnTo>
                    <a:pt x="9555" y="10510"/>
                  </a:lnTo>
                  <a:lnTo>
                    <a:pt x="7644" y="10510"/>
                  </a:lnTo>
                  <a:lnTo>
                    <a:pt x="5733" y="10510"/>
                  </a:lnTo>
                  <a:lnTo>
                    <a:pt x="4300" y="9555"/>
                  </a:lnTo>
                  <a:lnTo>
                    <a:pt x="1433" y="7166"/>
                  </a:lnTo>
                  <a:lnTo>
                    <a:pt x="0" y="4777"/>
                  </a:lnTo>
                  <a:lnTo>
                    <a:pt x="0" y="3344"/>
                  </a:lnTo>
                  <a:lnTo>
                    <a:pt x="956" y="1911"/>
                  </a:lnTo>
                  <a:lnTo>
                    <a:pt x="1911" y="956"/>
                  </a:lnTo>
                  <a:lnTo>
                    <a:pt x="4777" y="0"/>
                  </a:lnTo>
                  <a:lnTo>
                    <a:pt x="8599" y="0"/>
                  </a:lnTo>
                  <a:lnTo>
                    <a:pt x="12421" y="956"/>
                  </a:lnTo>
                  <a:lnTo>
                    <a:pt x="22931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5" name="Freeform 3724">
              <a:extLst>
                <a:ext uri="{FF2B5EF4-FFF2-40B4-BE49-F238E27FC236}">
                  <a16:creationId xmlns:a16="http://schemas.microsoft.com/office/drawing/2014/main" id="{9EB56AE7-5E5E-1E9F-0AD8-FF4D6EA6F675}"/>
                </a:ext>
              </a:extLst>
            </p:cNvPr>
            <p:cNvSpPr/>
            <p:nvPr/>
          </p:nvSpPr>
          <p:spPr>
            <a:xfrm>
              <a:off x="4780332" y="3663826"/>
              <a:ext cx="3344" cy="2388"/>
            </a:xfrm>
            <a:custGeom>
              <a:avLst/>
              <a:gdLst>
                <a:gd name="csX0" fmla="*/ 1911 w 3344"/>
                <a:gd name="csY0" fmla="*/ 1911 h 2388"/>
                <a:gd name="csX1" fmla="*/ 1433 w 3344"/>
                <a:gd name="csY1" fmla="*/ 2389 h 2388"/>
                <a:gd name="csX2" fmla="*/ 956 w 3344"/>
                <a:gd name="csY2" fmla="*/ 2389 h 2388"/>
                <a:gd name="csX3" fmla="*/ 0 w 3344"/>
                <a:gd name="csY3" fmla="*/ 1911 h 2388"/>
                <a:gd name="csX4" fmla="*/ 0 w 3344"/>
                <a:gd name="csY4" fmla="*/ 1433 h 2388"/>
                <a:gd name="csX5" fmla="*/ 956 w 3344"/>
                <a:gd name="csY5" fmla="*/ 478 h 2388"/>
                <a:gd name="csX6" fmla="*/ 2389 w 3344"/>
                <a:gd name="csY6" fmla="*/ 0 h 2388"/>
                <a:gd name="csX7" fmla="*/ 3344 w 3344"/>
                <a:gd name="csY7" fmla="*/ 0 h 2388"/>
                <a:gd name="csX8" fmla="*/ 3344 w 3344"/>
                <a:gd name="csY8" fmla="*/ 478 h 2388"/>
                <a:gd name="csX9" fmla="*/ 2867 w 3344"/>
                <a:gd name="csY9" fmla="*/ 1433 h 2388"/>
                <a:gd name="csX10" fmla="*/ 1911 w 3344"/>
                <a:gd name="csY10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2388">
                  <a:moveTo>
                    <a:pt x="1911" y="1911"/>
                  </a:moveTo>
                  <a:lnTo>
                    <a:pt x="1433" y="2389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3344" y="478"/>
                  </a:lnTo>
                  <a:lnTo>
                    <a:pt x="2867" y="1433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6" name="Freeform 3725">
              <a:extLst>
                <a:ext uri="{FF2B5EF4-FFF2-40B4-BE49-F238E27FC236}">
                  <a16:creationId xmlns:a16="http://schemas.microsoft.com/office/drawing/2014/main" id="{885697C0-D0F5-8C83-946D-F609F6E715C9}"/>
                </a:ext>
              </a:extLst>
            </p:cNvPr>
            <p:cNvSpPr/>
            <p:nvPr/>
          </p:nvSpPr>
          <p:spPr>
            <a:xfrm>
              <a:off x="3397783" y="3674814"/>
              <a:ext cx="5732" cy="10509"/>
            </a:xfrm>
            <a:custGeom>
              <a:avLst/>
              <a:gdLst>
                <a:gd name="csX0" fmla="*/ 3344 w 5732"/>
                <a:gd name="csY0" fmla="*/ 9077 h 10509"/>
                <a:gd name="csX1" fmla="*/ 3344 w 5732"/>
                <a:gd name="csY1" fmla="*/ 10510 h 10509"/>
                <a:gd name="csX2" fmla="*/ 1911 w 5732"/>
                <a:gd name="csY2" fmla="*/ 8121 h 10509"/>
                <a:gd name="csX3" fmla="*/ 0 w 5732"/>
                <a:gd name="csY3" fmla="*/ 2866 h 10509"/>
                <a:gd name="csX4" fmla="*/ 0 w 5732"/>
                <a:gd name="csY4" fmla="*/ 1433 h 10509"/>
                <a:gd name="csX5" fmla="*/ 955 w 5732"/>
                <a:gd name="csY5" fmla="*/ 0 h 10509"/>
                <a:gd name="csX6" fmla="*/ 1911 w 5732"/>
                <a:gd name="csY6" fmla="*/ 0 h 10509"/>
                <a:gd name="csX7" fmla="*/ 3344 w 5732"/>
                <a:gd name="csY7" fmla="*/ 478 h 10509"/>
                <a:gd name="csX8" fmla="*/ 4300 w 5732"/>
                <a:gd name="csY8" fmla="*/ 1911 h 10509"/>
                <a:gd name="csX9" fmla="*/ 4777 w 5732"/>
                <a:gd name="csY9" fmla="*/ 2389 h 10509"/>
                <a:gd name="csX10" fmla="*/ 5255 w 5732"/>
                <a:gd name="csY10" fmla="*/ 4300 h 10509"/>
                <a:gd name="csX11" fmla="*/ 5733 w 5732"/>
                <a:gd name="csY11" fmla="*/ 5255 h 10509"/>
                <a:gd name="csX12" fmla="*/ 4777 w 5732"/>
                <a:gd name="csY12" fmla="*/ 7166 h 10509"/>
                <a:gd name="csX13" fmla="*/ 3344 w 5732"/>
                <a:gd name="csY13" fmla="*/ 9077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2" h="10509">
                  <a:moveTo>
                    <a:pt x="3344" y="9077"/>
                  </a:moveTo>
                  <a:lnTo>
                    <a:pt x="3344" y="10510"/>
                  </a:lnTo>
                  <a:lnTo>
                    <a:pt x="1911" y="8121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4300" y="1911"/>
                  </a:lnTo>
                  <a:lnTo>
                    <a:pt x="4777" y="2389"/>
                  </a:lnTo>
                  <a:lnTo>
                    <a:pt x="5255" y="4300"/>
                  </a:lnTo>
                  <a:lnTo>
                    <a:pt x="5733" y="5255"/>
                  </a:lnTo>
                  <a:lnTo>
                    <a:pt x="4777" y="7166"/>
                  </a:lnTo>
                  <a:lnTo>
                    <a:pt x="3344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7" name="Freeform 3726">
              <a:extLst>
                <a:ext uri="{FF2B5EF4-FFF2-40B4-BE49-F238E27FC236}">
                  <a16:creationId xmlns:a16="http://schemas.microsoft.com/office/drawing/2014/main" id="{917C6922-9E0E-87CE-5A26-7DE4B2939B93}"/>
                </a:ext>
              </a:extLst>
            </p:cNvPr>
            <p:cNvSpPr/>
            <p:nvPr/>
          </p:nvSpPr>
          <p:spPr>
            <a:xfrm>
              <a:off x="3404471" y="3680547"/>
              <a:ext cx="2388" cy="5255"/>
            </a:xfrm>
            <a:custGeom>
              <a:avLst/>
              <a:gdLst>
                <a:gd name="csX0" fmla="*/ 955 w 2388"/>
                <a:gd name="csY0" fmla="*/ 5255 h 5255"/>
                <a:gd name="csX1" fmla="*/ 478 w 2388"/>
                <a:gd name="csY1" fmla="*/ 5255 h 5255"/>
                <a:gd name="csX2" fmla="*/ 0 w 2388"/>
                <a:gd name="csY2" fmla="*/ 1911 h 5255"/>
                <a:gd name="csX3" fmla="*/ 478 w 2388"/>
                <a:gd name="csY3" fmla="*/ 956 h 5255"/>
                <a:gd name="csX4" fmla="*/ 478 w 2388"/>
                <a:gd name="csY4" fmla="*/ 478 h 5255"/>
                <a:gd name="csX5" fmla="*/ 478 w 2388"/>
                <a:gd name="csY5" fmla="*/ 0 h 5255"/>
                <a:gd name="csX6" fmla="*/ 1433 w 2388"/>
                <a:gd name="csY6" fmla="*/ 1433 h 5255"/>
                <a:gd name="csX7" fmla="*/ 1911 w 2388"/>
                <a:gd name="csY7" fmla="*/ 2389 h 5255"/>
                <a:gd name="csX8" fmla="*/ 2389 w 2388"/>
                <a:gd name="csY8" fmla="*/ 3344 h 5255"/>
                <a:gd name="csX9" fmla="*/ 2389 w 2388"/>
                <a:gd name="csY9" fmla="*/ 3822 h 5255"/>
                <a:gd name="csX10" fmla="*/ 955 w 2388"/>
                <a:gd name="csY10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5255">
                  <a:moveTo>
                    <a:pt x="955" y="5255"/>
                  </a:moveTo>
                  <a:lnTo>
                    <a:pt x="478" y="5255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1433"/>
                  </a:lnTo>
                  <a:lnTo>
                    <a:pt x="1911" y="2389"/>
                  </a:lnTo>
                  <a:lnTo>
                    <a:pt x="2389" y="3344"/>
                  </a:lnTo>
                  <a:lnTo>
                    <a:pt x="2389" y="3822"/>
                  </a:lnTo>
                  <a:lnTo>
                    <a:pt x="955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8" name="Freeform 3727">
              <a:extLst>
                <a:ext uri="{FF2B5EF4-FFF2-40B4-BE49-F238E27FC236}">
                  <a16:creationId xmlns:a16="http://schemas.microsoft.com/office/drawing/2014/main" id="{1A8B88EC-44D3-AC0C-6835-5F3B3C909FE0}"/>
                </a:ext>
              </a:extLst>
            </p:cNvPr>
            <p:cNvSpPr/>
            <p:nvPr/>
          </p:nvSpPr>
          <p:spPr>
            <a:xfrm>
              <a:off x="4605006" y="3688191"/>
              <a:ext cx="55416" cy="23886"/>
            </a:xfrm>
            <a:custGeom>
              <a:avLst/>
              <a:gdLst>
                <a:gd name="csX0" fmla="*/ 53028 w 55416"/>
                <a:gd name="csY0" fmla="*/ 23409 h 23886"/>
                <a:gd name="csX1" fmla="*/ 44906 w 55416"/>
                <a:gd name="csY1" fmla="*/ 23886 h 23886"/>
                <a:gd name="csX2" fmla="*/ 38218 w 55416"/>
                <a:gd name="csY2" fmla="*/ 22453 h 23886"/>
                <a:gd name="csX3" fmla="*/ 33441 w 55416"/>
                <a:gd name="csY3" fmla="*/ 21498 h 23886"/>
                <a:gd name="csX4" fmla="*/ 28664 w 55416"/>
                <a:gd name="csY4" fmla="*/ 20065 h 23886"/>
                <a:gd name="csX5" fmla="*/ 18154 w 55416"/>
                <a:gd name="csY5" fmla="*/ 15287 h 23886"/>
                <a:gd name="csX6" fmla="*/ 16721 w 55416"/>
                <a:gd name="csY6" fmla="*/ 13377 h 23886"/>
                <a:gd name="csX7" fmla="*/ 15765 w 55416"/>
                <a:gd name="csY7" fmla="*/ 11465 h 23886"/>
                <a:gd name="csX8" fmla="*/ 13854 w 55416"/>
                <a:gd name="csY8" fmla="*/ 9555 h 23886"/>
                <a:gd name="csX9" fmla="*/ 11943 w 55416"/>
                <a:gd name="csY9" fmla="*/ 8121 h 23886"/>
                <a:gd name="csX10" fmla="*/ 955 w 55416"/>
                <a:gd name="csY10" fmla="*/ 3344 h 23886"/>
                <a:gd name="csX11" fmla="*/ 0 w 55416"/>
                <a:gd name="csY11" fmla="*/ 1433 h 23886"/>
                <a:gd name="csX12" fmla="*/ 2389 w 55416"/>
                <a:gd name="csY12" fmla="*/ 478 h 23886"/>
                <a:gd name="csX13" fmla="*/ 4777 w 55416"/>
                <a:gd name="csY13" fmla="*/ 0 h 23886"/>
                <a:gd name="csX14" fmla="*/ 7166 w 55416"/>
                <a:gd name="csY14" fmla="*/ 0 h 23886"/>
                <a:gd name="csX15" fmla="*/ 14332 w 55416"/>
                <a:gd name="csY15" fmla="*/ 1911 h 23886"/>
                <a:gd name="csX16" fmla="*/ 23409 w 55416"/>
                <a:gd name="csY16" fmla="*/ 3344 h 23886"/>
                <a:gd name="csX17" fmla="*/ 27708 w 55416"/>
                <a:gd name="csY17" fmla="*/ 4777 h 23886"/>
                <a:gd name="csX18" fmla="*/ 32008 w 55416"/>
                <a:gd name="csY18" fmla="*/ 6688 h 23886"/>
                <a:gd name="csX19" fmla="*/ 36785 w 55416"/>
                <a:gd name="csY19" fmla="*/ 8599 h 23886"/>
                <a:gd name="csX20" fmla="*/ 46817 w 55416"/>
                <a:gd name="csY20" fmla="*/ 14810 h 23886"/>
                <a:gd name="csX21" fmla="*/ 48251 w 55416"/>
                <a:gd name="csY21" fmla="*/ 15287 h 23886"/>
                <a:gd name="csX22" fmla="*/ 53028 w 55416"/>
                <a:gd name="csY22" fmla="*/ 18154 h 23886"/>
                <a:gd name="csX23" fmla="*/ 54461 w 55416"/>
                <a:gd name="csY23" fmla="*/ 20542 h 23886"/>
                <a:gd name="csX24" fmla="*/ 55416 w 55416"/>
                <a:gd name="csY24" fmla="*/ 22453 h 23886"/>
                <a:gd name="csX25" fmla="*/ 54461 w 55416"/>
                <a:gd name="csY25" fmla="*/ 23409 h 23886"/>
                <a:gd name="csX26" fmla="*/ 53028 w 55416"/>
                <a:gd name="csY26" fmla="*/ 23409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5416" h="23886">
                  <a:moveTo>
                    <a:pt x="53028" y="23409"/>
                  </a:moveTo>
                  <a:lnTo>
                    <a:pt x="44906" y="23886"/>
                  </a:lnTo>
                  <a:lnTo>
                    <a:pt x="38218" y="22453"/>
                  </a:lnTo>
                  <a:lnTo>
                    <a:pt x="33441" y="21498"/>
                  </a:lnTo>
                  <a:lnTo>
                    <a:pt x="28664" y="20065"/>
                  </a:lnTo>
                  <a:lnTo>
                    <a:pt x="18154" y="15287"/>
                  </a:lnTo>
                  <a:lnTo>
                    <a:pt x="16721" y="13377"/>
                  </a:lnTo>
                  <a:lnTo>
                    <a:pt x="15765" y="11465"/>
                  </a:lnTo>
                  <a:lnTo>
                    <a:pt x="13854" y="9555"/>
                  </a:lnTo>
                  <a:lnTo>
                    <a:pt x="11943" y="8121"/>
                  </a:lnTo>
                  <a:lnTo>
                    <a:pt x="955" y="3344"/>
                  </a:lnTo>
                  <a:lnTo>
                    <a:pt x="0" y="1433"/>
                  </a:lnTo>
                  <a:lnTo>
                    <a:pt x="2389" y="478"/>
                  </a:lnTo>
                  <a:lnTo>
                    <a:pt x="4777" y="0"/>
                  </a:lnTo>
                  <a:lnTo>
                    <a:pt x="7166" y="0"/>
                  </a:lnTo>
                  <a:lnTo>
                    <a:pt x="14332" y="1911"/>
                  </a:lnTo>
                  <a:lnTo>
                    <a:pt x="23409" y="3344"/>
                  </a:lnTo>
                  <a:lnTo>
                    <a:pt x="27708" y="4777"/>
                  </a:lnTo>
                  <a:lnTo>
                    <a:pt x="32008" y="6688"/>
                  </a:lnTo>
                  <a:lnTo>
                    <a:pt x="36785" y="8599"/>
                  </a:lnTo>
                  <a:lnTo>
                    <a:pt x="46817" y="14810"/>
                  </a:lnTo>
                  <a:lnTo>
                    <a:pt x="48251" y="15287"/>
                  </a:lnTo>
                  <a:lnTo>
                    <a:pt x="53028" y="18154"/>
                  </a:lnTo>
                  <a:lnTo>
                    <a:pt x="54461" y="20542"/>
                  </a:lnTo>
                  <a:lnTo>
                    <a:pt x="55416" y="22453"/>
                  </a:lnTo>
                  <a:lnTo>
                    <a:pt x="54461" y="23409"/>
                  </a:lnTo>
                  <a:lnTo>
                    <a:pt x="53028" y="234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9" name="Freeform 3728">
              <a:extLst>
                <a:ext uri="{FF2B5EF4-FFF2-40B4-BE49-F238E27FC236}">
                  <a16:creationId xmlns:a16="http://schemas.microsoft.com/office/drawing/2014/main" id="{0A062E53-B1B6-C257-4B5A-4E0CE2720441}"/>
                </a:ext>
              </a:extLst>
            </p:cNvPr>
            <p:cNvSpPr/>
            <p:nvPr/>
          </p:nvSpPr>
          <p:spPr>
            <a:xfrm>
              <a:off x="3366253" y="3690102"/>
              <a:ext cx="6210" cy="7643"/>
            </a:xfrm>
            <a:custGeom>
              <a:avLst/>
              <a:gdLst>
                <a:gd name="csX0" fmla="*/ 6210 w 6210"/>
                <a:gd name="csY0" fmla="*/ 7644 h 7643"/>
                <a:gd name="csX1" fmla="*/ 5255 w 6210"/>
                <a:gd name="csY1" fmla="*/ 7644 h 7643"/>
                <a:gd name="csX2" fmla="*/ 3822 w 6210"/>
                <a:gd name="csY2" fmla="*/ 7166 h 7643"/>
                <a:gd name="csX3" fmla="*/ 2389 w 6210"/>
                <a:gd name="csY3" fmla="*/ 6211 h 7643"/>
                <a:gd name="csX4" fmla="*/ 0 w 6210"/>
                <a:gd name="csY4" fmla="*/ 4300 h 7643"/>
                <a:gd name="csX5" fmla="*/ 0 w 6210"/>
                <a:gd name="csY5" fmla="*/ 3822 h 7643"/>
                <a:gd name="csX6" fmla="*/ 0 w 6210"/>
                <a:gd name="csY6" fmla="*/ 3344 h 7643"/>
                <a:gd name="csX7" fmla="*/ 955 w 6210"/>
                <a:gd name="csY7" fmla="*/ 2866 h 7643"/>
                <a:gd name="csX8" fmla="*/ 955 w 6210"/>
                <a:gd name="csY8" fmla="*/ 2389 h 7643"/>
                <a:gd name="csX9" fmla="*/ 478 w 6210"/>
                <a:gd name="csY9" fmla="*/ 956 h 7643"/>
                <a:gd name="csX10" fmla="*/ 2389 w 6210"/>
                <a:gd name="csY10" fmla="*/ 0 h 7643"/>
                <a:gd name="csX11" fmla="*/ 4300 w 6210"/>
                <a:gd name="csY11" fmla="*/ 956 h 7643"/>
                <a:gd name="csX12" fmla="*/ 4777 w 6210"/>
                <a:gd name="csY12" fmla="*/ 1911 h 7643"/>
                <a:gd name="csX13" fmla="*/ 5733 w 6210"/>
                <a:gd name="csY13" fmla="*/ 3344 h 7643"/>
                <a:gd name="csX14" fmla="*/ 6210 w 6210"/>
                <a:gd name="csY14" fmla="*/ 5733 h 7643"/>
                <a:gd name="csX15" fmla="*/ 6210 w 6210"/>
                <a:gd name="csY15" fmla="*/ 6688 h 7643"/>
                <a:gd name="csX16" fmla="*/ 6210 w 6210"/>
                <a:gd name="csY16" fmla="*/ 764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6210" h="7643">
                  <a:moveTo>
                    <a:pt x="6210" y="7644"/>
                  </a:moveTo>
                  <a:lnTo>
                    <a:pt x="5255" y="7644"/>
                  </a:lnTo>
                  <a:lnTo>
                    <a:pt x="3822" y="7166"/>
                  </a:lnTo>
                  <a:lnTo>
                    <a:pt x="2389" y="6211"/>
                  </a:lnTo>
                  <a:lnTo>
                    <a:pt x="0" y="4300"/>
                  </a:lnTo>
                  <a:lnTo>
                    <a:pt x="0" y="3822"/>
                  </a:lnTo>
                  <a:lnTo>
                    <a:pt x="0" y="3344"/>
                  </a:lnTo>
                  <a:lnTo>
                    <a:pt x="955" y="2866"/>
                  </a:lnTo>
                  <a:lnTo>
                    <a:pt x="955" y="2389"/>
                  </a:lnTo>
                  <a:lnTo>
                    <a:pt x="478" y="956"/>
                  </a:lnTo>
                  <a:lnTo>
                    <a:pt x="2389" y="0"/>
                  </a:lnTo>
                  <a:lnTo>
                    <a:pt x="4300" y="956"/>
                  </a:lnTo>
                  <a:lnTo>
                    <a:pt x="4777" y="1911"/>
                  </a:lnTo>
                  <a:lnTo>
                    <a:pt x="5733" y="3344"/>
                  </a:lnTo>
                  <a:lnTo>
                    <a:pt x="6210" y="5733"/>
                  </a:lnTo>
                  <a:lnTo>
                    <a:pt x="6210" y="6688"/>
                  </a:lnTo>
                  <a:lnTo>
                    <a:pt x="6210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0" name="Freeform 3729">
              <a:extLst>
                <a:ext uri="{FF2B5EF4-FFF2-40B4-BE49-F238E27FC236}">
                  <a16:creationId xmlns:a16="http://schemas.microsoft.com/office/drawing/2014/main" id="{EB435F31-AD5E-64AE-042B-5355F0279F00}"/>
                </a:ext>
              </a:extLst>
            </p:cNvPr>
            <p:cNvSpPr/>
            <p:nvPr/>
          </p:nvSpPr>
          <p:spPr>
            <a:xfrm>
              <a:off x="3411637" y="3692968"/>
              <a:ext cx="10509" cy="7165"/>
            </a:xfrm>
            <a:custGeom>
              <a:avLst/>
              <a:gdLst>
                <a:gd name="csX0" fmla="*/ 10032 w 10509"/>
                <a:gd name="csY0" fmla="*/ 6688 h 7165"/>
                <a:gd name="csX1" fmla="*/ 10510 w 10509"/>
                <a:gd name="csY1" fmla="*/ 7166 h 7165"/>
                <a:gd name="csX2" fmla="*/ 5733 w 10509"/>
                <a:gd name="csY2" fmla="*/ 5255 h 7165"/>
                <a:gd name="csX3" fmla="*/ 3822 w 10509"/>
                <a:gd name="csY3" fmla="*/ 3822 h 7165"/>
                <a:gd name="csX4" fmla="*/ 3344 w 10509"/>
                <a:gd name="csY4" fmla="*/ 2866 h 7165"/>
                <a:gd name="csX5" fmla="*/ 2866 w 10509"/>
                <a:gd name="csY5" fmla="*/ 2389 h 7165"/>
                <a:gd name="csX6" fmla="*/ 478 w 10509"/>
                <a:gd name="csY6" fmla="*/ 956 h 7165"/>
                <a:gd name="csX7" fmla="*/ 0 w 10509"/>
                <a:gd name="csY7" fmla="*/ 478 h 7165"/>
                <a:gd name="csX8" fmla="*/ 478 w 10509"/>
                <a:gd name="csY8" fmla="*/ 0 h 7165"/>
                <a:gd name="csX9" fmla="*/ 2389 w 10509"/>
                <a:gd name="csY9" fmla="*/ 0 h 7165"/>
                <a:gd name="csX10" fmla="*/ 4777 w 10509"/>
                <a:gd name="csY10" fmla="*/ 956 h 7165"/>
                <a:gd name="csX11" fmla="*/ 6688 w 10509"/>
                <a:gd name="csY11" fmla="*/ 2866 h 7165"/>
                <a:gd name="csX12" fmla="*/ 10032 w 10509"/>
                <a:gd name="csY12" fmla="*/ 668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0509" h="7165">
                  <a:moveTo>
                    <a:pt x="10032" y="6688"/>
                  </a:moveTo>
                  <a:lnTo>
                    <a:pt x="10510" y="7166"/>
                  </a:lnTo>
                  <a:lnTo>
                    <a:pt x="5733" y="5255"/>
                  </a:lnTo>
                  <a:lnTo>
                    <a:pt x="3822" y="3822"/>
                  </a:lnTo>
                  <a:lnTo>
                    <a:pt x="3344" y="2866"/>
                  </a:lnTo>
                  <a:lnTo>
                    <a:pt x="2866" y="2389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0"/>
                  </a:lnTo>
                  <a:lnTo>
                    <a:pt x="4777" y="956"/>
                  </a:lnTo>
                  <a:lnTo>
                    <a:pt x="6688" y="2866"/>
                  </a:lnTo>
                  <a:lnTo>
                    <a:pt x="10032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1" name="Freeform 3730">
              <a:extLst>
                <a:ext uri="{FF2B5EF4-FFF2-40B4-BE49-F238E27FC236}">
                  <a16:creationId xmlns:a16="http://schemas.microsoft.com/office/drawing/2014/main" id="{1B48C715-9CEB-C801-84FE-CE9A5EA40686}"/>
                </a:ext>
              </a:extLst>
            </p:cNvPr>
            <p:cNvSpPr/>
            <p:nvPr/>
          </p:nvSpPr>
          <p:spPr>
            <a:xfrm>
              <a:off x="4807085" y="3693446"/>
              <a:ext cx="6210" cy="4777"/>
            </a:xfrm>
            <a:custGeom>
              <a:avLst/>
              <a:gdLst>
                <a:gd name="csX0" fmla="*/ 3822 w 6210"/>
                <a:gd name="csY0" fmla="*/ 0 h 4777"/>
                <a:gd name="csX1" fmla="*/ 5255 w 6210"/>
                <a:gd name="csY1" fmla="*/ 1911 h 4777"/>
                <a:gd name="csX2" fmla="*/ 6210 w 6210"/>
                <a:gd name="csY2" fmla="*/ 2389 h 4777"/>
                <a:gd name="csX3" fmla="*/ 956 w 6210"/>
                <a:gd name="csY3" fmla="*/ 4300 h 4777"/>
                <a:gd name="csX4" fmla="*/ 478 w 6210"/>
                <a:gd name="csY4" fmla="*/ 4777 h 4777"/>
                <a:gd name="csX5" fmla="*/ 0 w 6210"/>
                <a:gd name="csY5" fmla="*/ 4300 h 4777"/>
                <a:gd name="csX6" fmla="*/ 0 w 6210"/>
                <a:gd name="csY6" fmla="*/ 2389 h 4777"/>
                <a:gd name="csX7" fmla="*/ 478 w 6210"/>
                <a:gd name="csY7" fmla="*/ 956 h 4777"/>
                <a:gd name="csX8" fmla="*/ 478 w 6210"/>
                <a:gd name="csY8" fmla="*/ 956 h 4777"/>
                <a:gd name="csX9" fmla="*/ 1911 w 6210"/>
                <a:gd name="csY9" fmla="*/ 1911 h 4777"/>
                <a:gd name="csX10" fmla="*/ 2866 w 6210"/>
                <a:gd name="csY10" fmla="*/ 0 h 4777"/>
                <a:gd name="csX11" fmla="*/ 3822 w 6210"/>
                <a:gd name="csY11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210" h="4777">
                  <a:moveTo>
                    <a:pt x="3822" y="0"/>
                  </a:moveTo>
                  <a:lnTo>
                    <a:pt x="5255" y="1911"/>
                  </a:lnTo>
                  <a:lnTo>
                    <a:pt x="6210" y="2389"/>
                  </a:lnTo>
                  <a:lnTo>
                    <a:pt x="956" y="4300"/>
                  </a:lnTo>
                  <a:lnTo>
                    <a:pt x="478" y="4777"/>
                  </a:lnTo>
                  <a:lnTo>
                    <a:pt x="0" y="4300"/>
                  </a:lnTo>
                  <a:lnTo>
                    <a:pt x="0" y="2389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1911" y="1911"/>
                  </a:lnTo>
                  <a:lnTo>
                    <a:pt x="2866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2" name="Freeform 3731">
              <a:extLst>
                <a:ext uri="{FF2B5EF4-FFF2-40B4-BE49-F238E27FC236}">
                  <a16:creationId xmlns:a16="http://schemas.microsoft.com/office/drawing/2014/main" id="{C0163EAE-3A9B-CCD2-9919-27CBEC00FC1B}"/>
                </a:ext>
              </a:extLst>
            </p:cNvPr>
            <p:cNvSpPr/>
            <p:nvPr/>
          </p:nvSpPr>
          <p:spPr>
            <a:xfrm>
              <a:off x="4795619" y="3696790"/>
              <a:ext cx="6688" cy="3821"/>
            </a:xfrm>
            <a:custGeom>
              <a:avLst/>
              <a:gdLst>
                <a:gd name="csX0" fmla="*/ 6210 w 6688"/>
                <a:gd name="csY0" fmla="*/ 1433 h 3821"/>
                <a:gd name="csX1" fmla="*/ 3344 w 6688"/>
                <a:gd name="csY1" fmla="*/ 2866 h 3821"/>
                <a:gd name="csX2" fmla="*/ 2389 w 6688"/>
                <a:gd name="csY2" fmla="*/ 3344 h 3821"/>
                <a:gd name="csX3" fmla="*/ 1433 w 6688"/>
                <a:gd name="csY3" fmla="*/ 3822 h 3821"/>
                <a:gd name="csX4" fmla="*/ 956 w 6688"/>
                <a:gd name="csY4" fmla="*/ 3344 h 3821"/>
                <a:gd name="csX5" fmla="*/ 0 w 6688"/>
                <a:gd name="csY5" fmla="*/ 1433 h 3821"/>
                <a:gd name="csX6" fmla="*/ 478 w 6688"/>
                <a:gd name="csY6" fmla="*/ 955 h 3821"/>
                <a:gd name="csX7" fmla="*/ 956 w 6688"/>
                <a:gd name="csY7" fmla="*/ 955 h 3821"/>
                <a:gd name="csX8" fmla="*/ 1433 w 6688"/>
                <a:gd name="csY8" fmla="*/ 955 h 3821"/>
                <a:gd name="csX9" fmla="*/ 1911 w 6688"/>
                <a:gd name="csY9" fmla="*/ 1911 h 3821"/>
                <a:gd name="csX10" fmla="*/ 1911 w 6688"/>
                <a:gd name="csY10" fmla="*/ 1911 h 3821"/>
                <a:gd name="csX11" fmla="*/ 2867 w 6688"/>
                <a:gd name="csY11" fmla="*/ 1911 h 3821"/>
                <a:gd name="csX12" fmla="*/ 4777 w 6688"/>
                <a:gd name="csY12" fmla="*/ 478 h 3821"/>
                <a:gd name="csX13" fmla="*/ 6210 w 6688"/>
                <a:gd name="csY13" fmla="*/ 0 h 3821"/>
                <a:gd name="csX14" fmla="*/ 6688 w 6688"/>
                <a:gd name="csY14" fmla="*/ 478 h 3821"/>
                <a:gd name="csX15" fmla="*/ 6210 w 6688"/>
                <a:gd name="csY15" fmla="*/ 1433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688" h="3821">
                  <a:moveTo>
                    <a:pt x="6210" y="1433"/>
                  </a:moveTo>
                  <a:lnTo>
                    <a:pt x="3344" y="2866"/>
                  </a:lnTo>
                  <a:lnTo>
                    <a:pt x="2389" y="3344"/>
                  </a:lnTo>
                  <a:lnTo>
                    <a:pt x="1433" y="3822"/>
                  </a:lnTo>
                  <a:lnTo>
                    <a:pt x="956" y="3344"/>
                  </a:lnTo>
                  <a:lnTo>
                    <a:pt x="0" y="1433"/>
                  </a:lnTo>
                  <a:lnTo>
                    <a:pt x="478" y="955"/>
                  </a:lnTo>
                  <a:lnTo>
                    <a:pt x="956" y="955"/>
                  </a:lnTo>
                  <a:lnTo>
                    <a:pt x="1433" y="955"/>
                  </a:lnTo>
                  <a:lnTo>
                    <a:pt x="1911" y="1911"/>
                  </a:lnTo>
                  <a:lnTo>
                    <a:pt x="1911" y="1911"/>
                  </a:lnTo>
                  <a:lnTo>
                    <a:pt x="2867" y="1911"/>
                  </a:lnTo>
                  <a:lnTo>
                    <a:pt x="4777" y="478"/>
                  </a:lnTo>
                  <a:lnTo>
                    <a:pt x="6210" y="0"/>
                  </a:lnTo>
                  <a:lnTo>
                    <a:pt x="6688" y="478"/>
                  </a:lnTo>
                  <a:lnTo>
                    <a:pt x="62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3" name="Freeform 3732">
              <a:extLst>
                <a:ext uri="{FF2B5EF4-FFF2-40B4-BE49-F238E27FC236}">
                  <a16:creationId xmlns:a16="http://schemas.microsoft.com/office/drawing/2014/main" id="{2CD0DD0B-97FB-9CFE-4018-A738E6E7E460}"/>
                </a:ext>
              </a:extLst>
            </p:cNvPr>
            <p:cNvSpPr/>
            <p:nvPr/>
          </p:nvSpPr>
          <p:spPr>
            <a:xfrm>
              <a:off x="3380585" y="3703956"/>
              <a:ext cx="3344" cy="3344"/>
            </a:xfrm>
            <a:custGeom>
              <a:avLst/>
              <a:gdLst>
                <a:gd name="csX0" fmla="*/ 2866 w 3344"/>
                <a:gd name="csY0" fmla="*/ 478 h 3344"/>
                <a:gd name="csX1" fmla="*/ 3344 w 3344"/>
                <a:gd name="csY1" fmla="*/ 3344 h 3344"/>
                <a:gd name="csX2" fmla="*/ 955 w 3344"/>
                <a:gd name="csY2" fmla="*/ 2866 h 3344"/>
                <a:gd name="csX3" fmla="*/ 0 w 3344"/>
                <a:gd name="csY3" fmla="*/ 2389 h 3344"/>
                <a:gd name="csX4" fmla="*/ 0 w 3344"/>
                <a:gd name="csY4" fmla="*/ 955 h 3344"/>
                <a:gd name="csX5" fmla="*/ 478 w 3344"/>
                <a:gd name="csY5" fmla="*/ 0 h 3344"/>
                <a:gd name="csX6" fmla="*/ 1911 w 3344"/>
                <a:gd name="csY6" fmla="*/ 478 h 3344"/>
                <a:gd name="csX7" fmla="*/ 2866 w 3344"/>
                <a:gd name="csY7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3344">
                  <a:moveTo>
                    <a:pt x="2866" y="478"/>
                  </a:moveTo>
                  <a:lnTo>
                    <a:pt x="3344" y="3344"/>
                  </a:lnTo>
                  <a:lnTo>
                    <a:pt x="955" y="2866"/>
                  </a:lnTo>
                  <a:lnTo>
                    <a:pt x="0" y="2389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4" name="Freeform 3733">
              <a:extLst>
                <a:ext uri="{FF2B5EF4-FFF2-40B4-BE49-F238E27FC236}">
                  <a16:creationId xmlns:a16="http://schemas.microsoft.com/office/drawing/2014/main" id="{E6EBF612-C847-1DFF-830C-C5B68AD7350E}"/>
                </a:ext>
              </a:extLst>
            </p:cNvPr>
            <p:cNvSpPr/>
            <p:nvPr/>
          </p:nvSpPr>
          <p:spPr>
            <a:xfrm>
              <a:off x="4402448" y="3706822"/>
              <a:ext cx="270872" cy="151440"/>
            </a:xfrm>
            <a:custGeom>
              <a:avLst/>
              <a:gdLst>
                <a:gd name="csX0" fmla="*/ 76437 w 270872"/>
                <a:gd name="csY0" fmla="*/ 106056 h 151440"/>
                <a:gd name="csX1" fmla="*/ 75959 w 270872"/>
                <a:gd name="csY1" fmla="*/ 107012 h 151440"/>
                <a:gd name="csX2" fmla="*/ 75481 w 270872"/>
                <a:gd name="csY2" fmla="*/ 107012 h 151440"/>
                <a:gd name="csX3" fmla="*/ 74526 w 270872"/>
                <a:gd name="csY3" fmla="*/ 106534 h 151440"/>
                <a:gd name="csX4" fmla="*/ 74048 w 270872"/>
                <a:gd name="csY4" fmla="*/ 105578 h 151440"/>
                <a:gd name="csX5" fmla="*/ 73570 w 270872"/>
                <a:gd name="csY5" fmla="*/ 105100 h 151440"/>
                <a:gd name="csX6" fmla="*/ 72137 w 270872"/>
                <a:gd name="csY6" fmla="*/ 106056 h 151440"/>
                <a:gd name="csX7" fmla="*/ 70704 w 270872"/>
                <a:gd name="csY7" fmla="*/ 107012 h 151440"/>
                <a:gd name="csX8" fmla="*/ 69271 w 270872"/>
                <a:gd name="csY8" fmla="*/ 107489 h 151440"/>
                <a:gd name="csX9" fmla="*/ 66882 w 270872"/>
                <a:gd name="csY9" fmla="*/ 106534 h 151440"/>
                <a:gd name="csX10" fmla="*/ 64971 w 270872"/>
                <a:gd name="csY10" fmla="*/ 108922 h 151440"/>
                <a:gd name="csX11" fmla="*/ 63060 w 270872"/>
                <a:gd name="csY11" fmla="*/ 113700 h 151440"/>
                <a:gd name="csX12" fmla="*/ 54939 w 270872"/>
                <a:gd name="csY12" fmla="*/ 113700 h 151440"/>
                <a:gd name="csX13" fmla="*/ 46340 w 270872"/>
                <a:gd name="csY13" fmla="*/ 113700 h 151440"/>
                <a:gd name="csX14" fmla="*/ 38218 w 270872"/>
                <a:gd name="csY14" fmla="*/ 113700 h 151440"/>
                <a:gd name="csX15" fmla="*/ 30097 w 270872"/>
                <a:gd name="csY15" fmla="*/ 113700 h 151440"/>
                <a:gd name="csX16" fmla="*/ 21975 w 270872"/>
                <a:gd name="csY16" fmla="*/ 113700 h 151440"/>
                <a:gd name="csX17" fmla="*/ 13376 w 270872"/>
                <a:gd name="csY17" fmla="*/ 113700 h 151440"/>
                <a:gd name="csX18" fmla="*/ 5255 w 270872"/>
                <a:gd name="csY18" fmla="*/ 113700 h 151440"/>
                <a:gd name="csX19" fmla="*/ 478 w 270872"/>
                <a:gd name="csY19" fmla="*/ 113700 h 151440"/>
                <a:gd name="csX20" fmla="*/ 0 w 270872"/>
                <a:gd name="csY20" fmla="*/ 113700 h 151440"/>
                <a:gd name="csX21" fmla="*/ 2389 w 270872"/>
                <a:gd name="csY21" fmla="*/ 112744 h 151440"/>
                <a:gd name="csX22" fmla="*/ 8599 w 270872"/>
                <a:gd name="csY22" fmla="*/ 108922 h 151440"/>
                <a:gd name="csX23" fmla="*/ 12899 w 270872"/>
                <a:gd name="csY23" fmla="*/ 107967 h 151440"/>
                <a:gd name="csX24" fmla="*/ 18632 w 270872"/>
                <a:gd name="csY24" fmla="*/ 103667 h 151440"/>
                <a:gd name="csX25" fmla="*/ 22453 w 270872"/>
                <a:gd name="csY25" fmla="*/ 103190 h 151440"/>
                <a:gd name="csX26" fmla="*/ 23409 w 270872"/>
                <a:gd name="csY26" fmla="*/ 102234 h 151440"/>
                <a:gd name="csX27" fmla="*/ 23886 w 270872"/>
                <a:gd name="csY27" fmla="*/ 98890 h 151440"/>
                <a:gd name="csX28" fmla="*/ 24364 w 270872"/>
                <a:gd name="csY28" fmla="*/ 97457 h 151440"/>
                <a:gd name="csX29" fmla="*/ 26275 w 270872"/>
                <a:gd name="csY29" fmla="*/ 94590 h 151440"/>
                <a:gd name="csX30" fmla="*/ 28664 w 270872"/>
                <a:gd name="csY30" fmla="*/ 91724 h 151440"/>
                <a:gd name="csX31" fmla="*/ 30575 w 270872"/>
                <a:gd name="csY31" fmla="*/ 87902 h 151440"/>
                <a:gd name="csX32" fmla="*/ 33919 w 270872"/>
                <a:gd name="csY32" fmla="*/ 85514 h 151440"/>
                <a:gd name="csX33" fmla="*/ 38696 w 270872"/>
                <a:gd name="csY33" fmla="*/ 83603 h 151440"/>
                <a:gd name="csX34" fmla="*/ 43473 w 270872"/>
                <a:gd name="csY34" fmla="*/ 78825 h 151440"/>
                <a:gd name="csX35" fmla="*/ 46340 w 270872"/>
                <a:gd name="csY35" fmla="*/ 77392 h 151440"/>
                <a:gd name="csX36" fmla="*/ 48728 w 270872"/>
                <a:gd name="csY36" fmla="*/ 76437 h 151440"/>
                <a:gd name="csX37" fmla="*/ 49684 w 270872"/>
                <a:gd name="csY37" fmla="*/ 74526 h 151440"/>
                <a:gd name="csX38" fmla="*/ 51117 w 270872"/>
                <a:gd name="csY38" fmla="*/ 73570 h 151440"/>
                <a:gd name="csX39" fmla="*/ 55416 w 270872"/>
                <a:gd name="csY39" fmla="*/ 71659 h 151440"/>
                <a:gd name="csX40" fmla="*/ 60194 w 270872"/>
                <a:gd name="csY40" fmla="*/ 71182 h 151440"/>
                <a:gd name="csX41" fmla="*/ 64493 w 270872"/>
                <a:gd name="csY41" fmla="*/ 69271 h 151440"/>
                <a:gd name="csX42" fmla="*/ 68315 w 270872"/>
                <a:gd name="csY42" fmla="*/ 68315 h 151440"/>
                <a:gd name="csX43" fmla="*/ 70226 w 270872"/>
                <a:gd name="csY43" fmla="*/ 66405 h 151440"/>
                <a:gd name="csX44" fmla="*/ 73570 w 270872"/>
                <a:gd name="csY44" fmla="*/ 65927 h 151440"/>
                <a:gd name="csX45" fmla="*/ 82647 w 270872"/>
                <a:gd name="csY45" fmla="*/ 61149 h 151440"/>
                <a:gd name="csX46" fmla="*/ 85514 w 270872"/>
                <a:gd name="csY46" fmla="*/ 58761 h 151440"/>
                <a:gd name="csX47" fmla="*/ 88858 w 270872"/>
                <a:gd name="csY47" fmla="*/ 53983 h 151440"/>
                <a:gd name="csX48" fmla="*/ 91724 w 270872"/>
                <a:gd name="csY48" fmla="*/ 51595 h 151440"/>
                <a:gd name="csX49" fmla="*/ 92680 w 270872"/>
                <a:gd name="csY49" fmla="*/ 49206 h 151440"/>
                <a:gd name="csX50" fmla="*/ 96979 w 270872"/>
                <a:gd name="csY50" fmla="*/ 44907 h 151440"/>
                <a:gd name="csX51" fmla="*/ 101279 w 270872"/>
                <a:gd name="csY51" fmla="*/ 39652 h 151440"/>
                <a:gd name="csX52" fmla="*/ 103667 w 270872"/>
                <a:gd name="csY52" fmla="*/ 35830 h 151440"/>
                <a:gd name="csX53" fmla="*/ 107012 w 270872"/>
                <a:gd name="csY53" fmla="*/ 33441 h 151440"/>
                <a:gd name="csX54" fmla="*/ 113222 w 270872"/>
                <a:gd name="csY54" fmla="*/ 27708 h 151440"/>
                <a:gd name="csX55" fmla="*/ 116566 w 270872"/>
                <a:gd name="csY55" fmla="*/ 24842 h 151440"/>
                <a:gd name="csX56" fmla="*/ 117999 w 270872"/>
                <a:gd name="csY56" fmla="*/ 24842 h 151440"/>
                <a:gd name="csX57" fmla="*/ 121821 w 270872"/>
                <a:gd name="csY57" fmla="*/ 22453 h 151440"/>
                <a:gd name="csX58" fmla="*/ 124210 w 270872"/>
                <a:gd name="csY58" fmla="*/ 20065 h 151440"/>
                <a:gd name="csX59" fmla="*/ 128031 w 270872"/>
                <a:gd name="csY59" fmla="*/ 17676 h 151440"/>
                <a:gd name="csX60" fmla="*/ 135197 w 270872"/>
                <a:gd name="csY60" fmla="*/ 14810 h 151440"/>
                <a:gd name="csX61" fmla="*/ 141408 w 270872"/>
                <a:gd name="csY61" fmla="*/ 11466 h 151440"/>
                <a:gd name="csX62" fmla="*/ 150485 w 270872"/>
                <a:gd name="csY62" fmla="*/ 8599 h 151440"/>
                <a:gd name="csX63" fmla="*/ 160517 w 270872"/>
                <a:gd name="csY63" fmla="*/ 4300 h 151440"/>
                <a:gd name="csX64" fmla="*/ 169116 w 270872"/>
                <a:gd name="csY64" fmla="*/ 1433 h 151440"/>
                <a:gd name="csX65" fmla="*/ 174849 w 270872"/>
                <a:gd name="csY65" fmla="*/ 1433 h 151440"/>
                <a:gd name="csX66" fmla="*/ 182015 w 270872"/>
                <a:gd name="csY66" fmla="*/ 0 h 151440"/>
                <a:gd name="csX67" fmla="*/ 184403 w 270872"/>
                <a:gd name="csY67" fmla="*/ 478 h 151440"/>
                <a:gd name="csX68" fmla="*/ 195391 w 270872"/>
                <a:gd name="csY68" fmla="*/ 2389 h 151440"/>
                <a:gd name="csX69" fmla="*/ 201124 w 270872"/>
                <a:gd name="csY69" fmla="*/ 4777 h 151440"/>
                <a:gd name="csX70" fmla="*/ 206857 w 270872"/>
                <a:gd name="csY70" fmla="*/ 9555 h 151440"/>
                <a:gd name="csX71" fmla="*/ 207812 w 270872"/>
                <a:gd name="csY71" fmla="*/ 10988 h 151440"/>
                <a:gd name="csX72" fmla="*/ 207812 w 270872"/>
                <a:gd name="csY72" fmla="*/ 12899 h 151440"/>
                <a:gd name="csX73" fmla="*/ 204946 w 270872"/>
                <a:gd name="csY73" fmla="*/ 11943 h 151440"/>
                <a:gd name="csX74" fmla="*/ 202079 w 270872"/>
                <a:gd name="csY74" fmla="*/ 11943 h 151440"/>
                <a:gd name="csX75" fmla="*/ 203991 w 270872"/>
                <a:gd name="csY75" fmla="*/ 12899 h 151440"/>
                <a:gd name="csX76" fmla="*/ 207335 w 270872"/>
                <a:gd name="csY76" fmla="*/ 16243 h 151440"/>
                <a:gd name="csX77" fmla="*/ 206857 w 270872"/>
                <a:gd name="csY77" fmla="*/ 20065 h 151440"/>
                <a:gd name="csX78" fmla="*/ 205424 w 270872"/>
                <a:gd name="csY78" fmla="*/ 23409 h 151440"/>
                <a:gd name="csX79" fmla="*/ 199691 w 270872"/>
                <a:gd name="csY79" fmla="*/ 25320 h 151440"/>
                <a:gd name="csX80" fmla="*/ 198258 w 270872"/>
                <a:gd name="csY80" fmla="*/ 26753 h 151440"/>
                <a:gd name="csX81" fmla="*/ 196825 w 270872"/>
                <a:gd name="csY81" fmla="*/ 28664 h 151440"/>
                <a:gd name="csX82" fmla="*/ 195869 w 270872"/>
                <a:gd name="csY82" fmla="*/ 29619 h 151440"/>
                <a:gd name="csX83" fmla="*/ 193003 w 270872"/>
                <a:gd name="csY83" fmla="*/ 30575 h 151440"/>
                <a:gd name="csX84" fmla="*/ 191569 w 270872"/>
                <a:gd name="csY84" fmla="*/ 32008 h 151440"/>
                <a:gd name="csX85" fmla="*/ 187270 w 270872"/>
                <a:gd name="csY85" fmla="*/ 34397 h 151440"/>
                <a:gd name="csX86" fmla="*/ 185359 w 270872"/>
                <a:gd name="csY86" fmla="*/ 34874 h 151440"/>
                <a:gd name="csX87" fmla="*/ 182970 w 270872"/>
                <a:gd name="csY87" fmla="*/ 33919 h 151440"/>
                <a:gd name="csX88" fmla="*/ 177238 w 270872"/>
                <a:gd name="csY88" fmla="*/ 32008 h 151440"/>
                <a:gd name="csX89" fmla="*/ 173894 w 270872"/>
                <a:gd name="csY89" fmla="*/ 29619 h 151440"/>
                <a:gd name="csX90" fmla="*/ 171983 w 270872"/>
                <a:gd name="csY90" fmla="*/ 31052 h 151440"/>
                <a:gd name="csX91" fmla="*/ 171027 w 270872"/>
                <a:gd name="csY91" fmla="*/ 32008 h 151440"/>
                <a:gd name="csX92" fmla="*/ 167683 w 270872"/>
                <a:gd name="csY92" fmla="*/ 32008 h 151440"/>
                <a:gd name="csX93" fmla="*/ 166250 w 270872"/>
                <a:gd name="csY93" fmla="*/ 32486 h 151440"/>
                <a:gd name="csX94" fmla="*/ 163384 w 270872"/>
                <a:gd name="csY94" fmla="*/ 31530 h 151440"/>
                <a:gd name="csX95" fmla="*/ 158606 w 270872"/>
                <a:gd name="csY95" fmla="*/ 34397 h 151440"/>
                <a:gd name="csX96" fmla="*/ 160039 w 270872"/>
                <a:gd name="csY96" fmla="*/ 34874 h 151440"/>
                <a:gd name="csX97" fmla="*/ 163861 w 270872"/>
                <a:gd name="csY97" fmla="*/ 32963 h 151440"/>
                <a:gd name="csX98" fmla="*/ 165294 w 270872"/>
                <a:gd name="csY98" fmla="*/ 33441 h 151440"/>
                <a:gd name="csX99" fmla="*/ 168161 w 270872"/>
                <a:gd name="csY99" fmla="*/ 35352 h 151440"/>
                <a:gd name="csX100" fmla="*/ 175327 w 270872"/>
                <a:gd name="csY100" fmla="*/ 37263 h 151440"/>
                <a:gd name="csX101" fmla="*/ 177238 w 270872"/>
                <a:gd name="csY101" fmla="*/ 38696 h 151440"/>
                <a:gd name="csX102" fmla="*/ 179149 w 270872"/>
                <a:gd name="csY102" fmla="*/ 42996 h 151440"/>
                <a:gd name="csX103" fmla="*/ 180104 w 270872"/>
                <a:gd name="csY103" fmla="*/ 43951 h 151440"/>
                <a:gd name="csX104" fmla="*/ 182493 w 270872"/>
                <a:gd name="csY104" fmla="*/ 43473 h 151440"/>
                <a:gd name="csX105" fmla="*/ 185359 w 270872"/>
                <a:gd name="csY105" fmla="*/ 41085 h 151440"/>
                <a:gd name="csX106" fmla="*/ 187748 w 270872"/>
                <a:gd name="csY106" fmla="*/ 40129 h 151440"/>
                <a:gd name="csX107" fmla="*/ 192047 w 270872"/>
                <a:gd name="csY107" fmla="*/ 39174 h 151440"/>
                <a:gd name="csX108" fmla="*/ 191569 w 270872"/>
                <a:gd name="csY108" fmla="*/ 40607 h 151440"/>
                <a:gd name="csX109" fmla="*/ 194914 w 270872"/>
                <a:gd name="csY109" fmla="*/ 40607 h 151440"/>
                <a:gd name="csX110" fmla="*/ 198258 w 270872"/>
                <a:gd name="csY110" fmla="*/ 42518 h 151440"/>
                <a:gd name="csX111" fmla="*/ 196825 w 270872"/>
                <a:gd name="csY111" fmla="*/ 43951 h 151440"/>
                <a:gd name="csX112" fmla="*/ 195391 w 270872"/>
                <a:gd name="csY112" fmla="*/ 46818 h 151440"/>
                <a:gd name="csX113" fmla="*/ 193958 w 270872"/>
                <a:gd name="csY113" fmla="*/ 52073 h 151440"/>
                <a:gd name="csX114" fmla="*/ 190614 w 270872"/>
                <a:gd name="csY114" fmla="*/ 55417 h 151440"/>
                <a:gd name="csX115" fmla="*/ 185837 w 270872"/>
                <a:gd name="csY115" fmla="*/ 59239 h 151440"/>
                <a:gd name="csX116" fmla="*/ 187270 w 270872"/>
                <a:gd name="csY116" fmla="*/ 60194 h 151440"/>
                <a:gd name="csX117" fmla="*/ 188226 w 270872"/>
                <a:gd name="csY117" fmla="*/ 60672 h 151440"/>
                <a:gd name="csX118" fmla="*/ 191569 w 270872"/>
                <a:gd name="csY118" fmla="*/ 59716 h 151440"/>
                <a:gd name="csX119" fmla="*/ 193480 w 270872"/>
                <a:gd name="csY119" fmla="*/ 59716 h 151440"/>
                <a:gd name="csX120" fmla="*/ 195869 w 270872"/>
                <a:gd name="csY120" fmla="*/ 60194 h 151440"/>
                <a:gd name="csX121" fmla="*/ 194914 w 270872"/>
                <a:gd name="csY121" fmla="*/ 63060 h 151440"/>
                <a:gd name="csX122" fmla="*/ 193958 w 270872"/>
                <a:gd name="csY122" fmla="*/ 64971 h 151440"/>
                <a:gd name="csX123" fmla="*/ 194436 w 270872"/>
                <a:gd name="csY123" fmla="*/ 66405 h 151440"/>
                <a:gd name="csX124" fmla="*/ 195869 w 270872"/>
                <a:gd name="csY124" fmla="*/ 69749 h 151440"/>
                <a:gd name="csX125" fmla="*/ 197780 w 270872"/>
                <a:gd name="csY125" fmla="*/ 70704 h 151440"/>
                <a:gd name="csX126" fmla="*/ 198258 w 270872"/>
                <a:gd name="csY126" fmla="*/ 74526 h 151440"/>
                <a:gd name="csX127" fmla="*/ 199213 w 270872"/>
                <a:gd name="csY127" fmla="*/ 76915 h 151440"/>
                <a:gd name="csX128" fmla="*/ 199213 w 270872"/>
                <a:gd name="csY128" fmla="*/ 78825 h 151440"/>
                <a:gd name="csX129" fmla="*/ 201124 w 270872"/>
                <a:gd name="csY129" fmla="*/ 79781 h 151440"/>
                <a:gd name="csX130" fmla="*/ 201602 w 270872"/>
                <a:gd name="csY130" fmla="*/ 81692 h 151440"/>
                <a:gd name="csX131" fmla="*/ 207812 w 270872"/>
                <a:gd name="csY131" fmla="*/ 82647 h 151440"/>
                <a:gd name="csX132" fmla="*/ 209245 w 270872"/>
                <a:gd name="csY132" fmla="*/ 83125 h 151440"/>
                <a:gd name="csX133" fmla="*/ 213545 w 270872"/>
                <a:gd name="csY133" fmla="*/ 83603 h 151440"/>
                <a:gd name="csX134" fmla="*/ 214501 w 270872"/>
                <a:gd name="csY134" fmla="*/ 84558 h 151440"/>
                <a:gd name="csX135" fmla="*/ 215456 w 270872"/>
                <a:gd name="csY135" fmla="*/ 85514 h 151440"/>
                <a:gd name="csX136" fmla="*/ 211156 w 270872"/>
                <a:gd name="csY136" fmla="*/ 87424 h 151440"/>
                <a:gd name="csX137" fmla="*/ 214501 w 270872"/>
                <a:gd name="csY137" fmla="*/ 89335 h 151440"/>
                <a:gd name="csX138" fmla="*/ 217845 w 270872"/>
                <a:gd name="csY138" fmla="*/ 91724 h 151440"/>
                <a:gd name="csX139" fmla="*/ 220711 w 270872"/>
                <a:gd name="csY139" fmla="*/ 91247 h 151440"/>
                <a:gd name="csX140" fmla="*/ 221667 w 270872"/>
                <a:gd name="csY140" fmla="*/ 91247 h 151440"/>
                <a:gd name="csX141" fmla="*/ 225010 w 270872"/>
                <a:gd name="csY141" fmla="*/ 93157 h 151440"/>
                <a:gd name="csX142" fmla="*/ 225488 w 270872"/>
                <a:gd name="csY142" fmla="*/ 94113 h 151440"/>
                <a:gd name="csX143" fmla="*/ 225966 w 270872"/>
                <a:gd name="csY143" fmla="*/ 94590 h 151440"/>
                <a:gd name="csX144" fmla="*/ 227877 w 270872"/>
                <a:gd name="csY144" fmla="*/ 94590 h 151440"/>
                <a:gd name="csX145" fmla="*/ 229788 w 270872"/>
                <a:gd name="csY145" fmla="*/ 93635 h 151440"/>
                <a:gd name="csX146" fmla="*/ 233610 w 270872"/>
                <a:gd name="csY146" fmla="*/ 94113 h 151440"/>
                <a:gd name="csX147" fmla="*/ 237909 w 270872"/>
                <a:gd name="csY147" fmla="*/ 95068 h 151440"/>
                <a:gd name="csX148" fmla="*/ 237432 w 270872"/>
                <a:gd name="csY148" fmla="*/ 96501 h 151440"/>
                <a:gd name="csX149" fmla="*/ 236954 w 270872"/>
                <a:gd name="csY149" fmla="*/ 97457 h 151440"/>
                <a:gd name="csX150" fmla="*/ 240298 w 270872"/>
                <a:gd name="csY150" fmla="*/ 96979 h 151440"/>
                <a:gd name="csX151" fmla="*/ 242209 w 270872"/>
                <a:gd name="csY151" fmla="*/ 97935 h 151440"/>
                <a:gd name="csX152" fmla="*/ 242686 w 270872"/>
                <a:gd name="csY152" fmla="*/ 97457 h 151440"/>
                <a:gd name="csX153" fmla="*/ 243642 w 270872"/>
                <a:gd name="csY153" fmla="*/ 96979 h 151440"/>
                <a:gd name="csX154" fmla="*/ 247464 w 270872"/>
                <a:gd name="csY154" fmla="*/ 95068 h 151440"/>
                <a:gd name="csX155" fmla="*/ 252719 w 270872"/>
                <a:gd name="csY155" fmla="*/ 91724 h 151440"/>
                <a:gd name="csX156" fmla="*/ 253197 w 270872"/>
                <a:gd name="csY156" fmla="*/ 92202 h 151440"/>
                <a:gd name="csX157" fmla="*/ 253674 w 270872"/>
                <a:gd name="csY157" fmla="*/ 93157 h 151440"/>
                <a:gd name="csX158" fmla="*/ 254152 w 270872"/>
                <a:gd name="csY158" fmla="*/ 95546 h 151440"/>
                <a:gd name="csX159" fmla="*/ 256063 w 270872"/>
                <a:gd name="csY159" fmla="*/ 96979 h 151440"/>
                <a:gd name="csX160" fmla="*/ 258452 w 270872"/>
                <a:gd name="csY160" fmla="*/ 97457 h 151440"/>
                <a:gd name="csX161" fmla="*/ 261796 w 270872"/>
                <a:gd name="csY161" fmla="*/ 96501 h 151440"/>
                <a:gd name="csX162" fmla="*/ 263229 w 270872"/>
                <a:gd name="csY162" fmla="*/ 97457 h 151440"/>
                <a:gd name="csX163" fmla="*/ 264662 w 270872"/>
                <a:gd name="csY163" fmla="*/ 99368 h 151440"/>
                <a:gd name="csX164" fmla="*/ 266095 w 270872"/>
                <a:gd name="csY164" fmla="*/ 101756 h 151440"/>
                <a:gd name="csX165" fmla="*/ 266095 w 270872"/>
                <a:gd name="csY165" fmla="*/ 102712 h 151440"/>
                <a:gd name="csX166" fmla="*/ 264184 w 270872"/>
                <a:gd name="csY166" fmla="*/ 103667 h 151440"/>
                <a:gd name="csX167" fmla="*/ 262274 w 270872"/>
                <a:gd name="csY167" fmla="*/ 104623 h 151440"/>
                <a:gd name="csX168" fmla="*/ 269440 w 270872"/>
                <a:gd name="csY168" fmla="*/ 105100 h 151440"/>
                <a:gd name="csX169" fmla="*/ 270395 w 270872"/>
                <a:gd name="csY169" fmla="*/ 105578 h 151440"/>
                <a:gd name="csX170" fmla="*/ 270873 w 270872"/>
                <a:gd name="csY170" fmla="*/ 106534 h 151440"/>
                <a:gd name="csX171" fmla="*/ 270395 w 270872"/>
                <a:gd name="csY171" fmla="*/ 107489 h 151440"/>
                <a:gd name="csX172" fmla="*/ 269440 w 270872"/>
                <a:gd name="csY172" fmla="*/ 107967 h 151440"/>
                <a:gd name="csX173" fmla="*/ 268484 w 270872"/>
                <a:gd name="csY173" fmla="*/ 107489 h 151440"/>
                <a:gd name="csX174" fmla="*/ 266095 w 270872"/>
                <a:gd name="csY174" fmla="*/ 107967 h 151440"/>
                <a:gd name="csX175" fmla="*/ 263707 w 270872"/>
                <a:gd name="csY175" fmla="*/ 109400 h 151440"/>
                <a:gd name="csX176" fmla="*/ 261796 w 270872"/>
                <a:gd name="csY176" fmla="*/ 109878 h 151440"/>
                <a:gd name="csX177" fmla="*/ 260363 w 270872"/>
                <a:gd name="csY177" fmla="*/ 109878 h 151440"/>
                <a:gd name="csX178" fmla="*/ 258929 w 270872"/>
                <a:gd name="csY178" fmla="*/ 110833 h 151440"/>
                <a:gd name="csX179" fmla="*/ 257496 w 270872"/>
                <a:gd name="csY179" fmla="*/ 111789 h 151440"/>
                <a:gd name="csX180" fmla="*/ 256063 w 270872"/>
                <a:gd name="csY180" fmla="*/ 111789 h 151440"/>
                <a:gd name="csX181" fmla="*/ 251286 w 270872"/>
                <a:gd name="csY181" fmla="*/ 114177 h 151440"/>
                <a:gd name="csX182" fmla="*/ 246508 w 270872"/>
                <a:gd name="csY182" fmla="*/ 115611 h 151440"/>
                <a:gd name="csX183" fmla="*/ 241731 w 270872"/>
                <a:gd name="csY183" fmla="*/ 117999 h 151440"/>
                <a:gd name="csX184" fmla="*/ 236476 w 270872"/>
                <a:gd name="csY184" fmla="*/ 119432 h 151440"/>
                <a:gd name="csX185" fmla="*/ 231221 w 270872"/>
                <a:gd name="csY185" fmla="*/ 121343 h 151440"/>
                <a:gd name="csX186" fmla="*/ 230266 w 270872"/>
                <a:gd name="csY186" fmla="*/ 121343 h 151440"/>
                <a:gd name="csX187" fmla="*/ 228833 w 270872"/>
                <a:gd name="csY187" fmla="*/ 121343 h 151440"/>
                <a:gd name="csX188" fmla="*/ 225966 w 270872"/>
                <a:gd name="csY188" fmla="*/ 123254 h 151440"/>
                <a:gd name="csX189" fmla="*/ 224533 w 270872"/>
                <a:gd name="csY189" fmla="*/ 122777 h 151440"/>
                <a:gd name="csX190" fmla="*/ 223100 w 270872"/>
                <a:gd name="csY190" fmla="*/ 123254 h 151440"/>
                <a:gd name="csX191" fmla="*/ 221189 w 270872"/>
                <a:gd name="csY191" fmla="*/ 122777 h 151440"/>
                <a:gd name="csX192" fmla="*/ 219756 w 270872"/>
                <a:gd name="csY192" fmla="*/ 122299 h 151440"/>
                <a:gd name="csX193" fmla="*/ 220711 w 270872"/>
                <a:gd name="csY193" fmla="*/ 124210 h 151440"/>
                <a:gd name="csX194" fmla="*/ 221189 w 270872"/>
                <a:gd name="csY194" fmla="*/ 125643 h 151440"/>
                <a:gd name="csX195" fmla="*/ 220711 w 270872"/>
                <a:gd name="csY195" fmla="*/ 126598 h 151440"/>
                <a:gd name="csX196" fmla="*/ 219756 w 270872"/>
                <a:gd name="csY196" fmla="*/ 127076 h 151440"/>
                <a:gd name="csX197" fmla="*/ 216889 w 270872"/>
                <a:gd name="csY197" fmla="*/ 127076 h 151440"/>
                <a:gd name="csX198" fmla="*/ 215456 w 270872"/>
                <a:gd name="csY198" fmla="*/ 126598 h 151440"/>
                <a:gd name="csX199" fmla="*/ 214501 w 270872"/>
                <a:gd name="csY199" fmla="*/ 125643 h 151440"/>
                <a:gd name="csX200" fmla="*/ 213545 w 270872"/>
                <a:gd name="csY200" fmla="*/ 124210 h 151440"/>
                <a:gd name="csX201" fmla="*/ 212112 w 270872"/>
                <a:gd name="csY201" fmla="*/ 123254 h 151440"/>
                <a:gd name="csX202" fmla="*/ 211156 w 270872"/>
                <a:gd name="csY202" fmla="*/ 124688 h 151440"/>
                <a:gd name="csX203" fmla="*/ 211156 w 270872"/>
                <a:gd name="csY203" fmla="*/ 125643 h 151440"/>
                <a:gd name="csX204" fmla="*/ 210201 w 270872"/>
                <a:gd name="csY204" fmla="*/ 127076 h 151440"/>
                <a:gd name="csX205" fmla="*/ 208768 w 270872"/>
                <a:gd name="csY205" fmla="*/ 124688 h 151440"/>
                <a:gd name="csX206" fmla="*/ 206379 w 270872"/>
                <a:gd name="csY206" fmla="*/ 125643 h 151440"/>
                <a:gd name="csX207" fmla="*/ 205424 w 270872"/>
                <a:gd name="csY207" fmla="*/ 128031 h 151440"/>
                <a:gd name="csX208" fmla="*/ 205901 w 270872"/>
                <a:gd name="csY208" fmla="*/ 128987 h 151440"/>
                <a:gd name="csX209" fmla="*/ 206857 w 270872"/>
                <a:gd name="csY209" fmla="*/ 130898 h 151440"/>
                <a:gd name="csX210" fmla="*/ 205424 w 270872"/>
                <a:gd name="csY210" fmla="*/ 131854 h 151440"/>
                <a:gd name="csX211" fmla="*/ 204468 w 270872"/>
                <a:gd name="csY211" fmla="*/ 131854 h 151440"/>
                <a:gd name="csX212" fmla="*/ 203035 w 270872"/>
                <a:gd name="csY212" fmla="*/ 134720 h 151440"/>
                <a:gd name="csX213" fmla="*/ 200646 w 270872"/>
                <a:gd name="csY213" fmla="*/ 135675 h 151440"/>
                <a:gd name="csX214" fmla="*/ 198258 w 270872"/>
                <a:gd name="csY214" fmla="*/ 139019 h 151440"/>
                <a:gd name="csX215" fmla="*/ 195869 w 270872"/>
                <a:gd name="csY215" fmla="*/ 141408 h 151440"/>
                <a:gd name="csX216" fmla="*/ 194914 w 270872"/>
                <a:gd name="csY216" fmla="*/ 142841 h 151440"/>
                <a:gd name="csX217" fmla="*/ 190614 w 270872"/>
                <a:gd name="csY217" fmla="*/ 146185 h 151440"/>
                <a:gd name="csX218" fmla="*/ 188703 w 270872"/>
                <a:gd name="csY218" fmla="*/ 146185 h 151440"/>
                <a:gd name="csX219" fmla="*/ 187748 w 270872"/>
                <a:gd name="csY219" fmla="*/ 146185 h 151440"/>
                <a:gd name="csX220" fmla="*/ 185837 w 270872"/>
                <a:gd name="csY220" fmla="*/ 147619 h 151440"/>
                <a:gd name="csX221" fmla="*/ 185359 w 270872"/>
                <a:gd name="csY221" fmla="*/ 150963 h 151440"/>
                <a:gd name="csX222" fmla="*/ 184403 w 270872"/>
                <a:gd name="csY222" fmla="*/ 150485 h 151440"/>
                <a:gd name="csX223" fmla="*/ 183926 w 270872"/>
                <a:gd name="csY223" fmla="*/ 150485 h 151440"/>
                <a:gd name="csX224" fmla="*/ 183448 w 270872"/>
                <a:gd name="csY224" fmla="*/ 151440 h 151440"/>
                <a:gd name="csX225" fmla="*/ 182493 w 270872"/>
                <a:gd name="csY225" fmla="*/ 151440 h 151440"/>
                <a:gd name="csX226" fmla="*/ 181060 w 270872"/>
                <a:gd name="csY226" fmla="*/ 150485 h 151440"/>
                <a:gd name="csX227" fmla="*/ 179149 w 270872"/>
                <a:gd name="csY227" fmla="*/ 150963 h 151440"/>
                <a:gd name="csX228" fmla="*/ 177715 w 270872"/>
                <a:gd name="csY228" fmla="*/ 150485 h 151440"/>
                <a:gd name="csX229" fmla="*/ 175804 w 270872"/>
                <a:gd name="csY229" fmla="*/ 146185 h 151440"/>
                <a:gd name="csX230" fmla="*/ 174849 w 270872"/>
                <a:gd name="csY230" fmla="*/ 144752 h 151440"/>
                <a:gd name="csX231" fmla="*/ 172938 w 270872"/>
                <a:gd name="csY231" fmla="*/ 144274 h 151440"/>
                <a:gd name="csX232" fmla="*/ 172460 w 270872"/>
                <a:gd name="csY232" fmla="*/ 145230 h 151440"/>
                <a:gd name="csX233" fmla="*/ 171505 w 270872"/>
                <a:gd name="csY233" fmla="*/ 145707 h 151440"/>
                <a:gd name="csX234" fmla="*/ 170072 w 270872"/>
                <a:gd name="csY234" fmla="*/ 144274 h 151440"/>
                <a:gd name="csX235" fmla="*/ 168638 w 270872"/>
                <a:gd name="csY235" fmla="*/ 137586 h 151440"/>
                <a:gd name="csX236" fmla="*/ 168638 w 270872"/>
                <a:gd name="csY236" fmla="*/ 135675 h 151440"/>
                <a:gd name="csX237" fmla="*/ 170549 w 270872"/>
                <a:gd name="csY237" fmla="*/ 129942 h 151440"/>
                <a:gd name="csX238" fmla="*/ 174849 w 270872"/>
                <a:gd name="csY238" fmla="*/ 125165 h 151440"/>
                <a:gd name="csX239" fmla="*/ 173416 w 270872"/>
                <a:gd name="csY239" fmla="*/ 124688 h 151440"/>
                <a:gd name="csX240" fmla="*/ 169594 w 270872"/>
                <a:gd name="csY240" fmla="*/ 128509 h 151440"/>
                <a:gd name="csX241" fmla="*/ 170072 w 270872"/>
                <a:gd name="csY241" fmla="*/ 127554 h 151440"/>
                <a:gd name="csX242" fmla="*/ 170549 w 270872"/>
                <a:gd name="csY242" fmla="*/ 126598 h 151440"/>
                <a:gd name="csX243" fmla="*/ 171983 w 270872"/>
                <a:gd name="csY243" fmla="*/ 125165 h 151440"/>
                <a:gd name="csX244" fmla="*/ 173894 w 270872"/>
                <a:gd name="csY244" fmla="*/ 123732 h 151440"/>
                <a:gd name="csX245" fmla="*/ 176760 w 270872"/>
                <a:gd name="csY245" fmla="*/ 123254 h 151440"/>
                <a:gd name="csX246" fmla="*/ 178671 w 270872"/>
                <a:gd name="csY246" fmla="*/ 122777 h 151440"/>
                <a:gd name="csX247" fmla="*/ 180104 w 270872"/>
                <a:gd name="csY247" fmla="*/ 122299 h 151440"/>
                <a:gd name="csX248" fmla="*/ 182015 w 270872"/>
                <a:gd name="csY248" fmla="*/ 120865 h 151440"/>
                <a:gd name="csX249" fmla="*/ 182493 w 270872"/>
                <a:gd name="csY249" fmla="*/ 120388 h 151440"/>
                <a:gd name="csX250" fmla="*/ 180582 w 270872"/>
                <a:gd name="csY250" fmla="*/ 120865 h 151440"/>
                <a:gd name="csX251" fmla="*/ 177715 w 270872"/>
                <a:gd name="csY251" fmla="*/ 121821 h 151440"/>
                <a:gd name="csX252" fmla="*/ 178671 w 270872"/>
                <a:gd name="csY252" fmla="*/ 120865 h 151440"/>
                <a:gd name="csX253" fmla="*/ 179149 w 270872"/>
                <a:gd name="csY253" fmla="*/ 120388 h 151440"/>
                <a:gd name="csX254" fmla="*/ 193958 w 270872"/>
                <a:gd name="csY254" fmla="*/ 110833 h 151440"/>
                <a:gd name="csX255" fmla="*/ 197302 w 270872"/>
                <a:gd name="csY255" fmla="*/ 109400 h 151440"/>
                <a:gd name="csX256" fmla="*/ 203035 w 270872"/>
                <a:gd name="csY256" fmla="*/ 107489 h 151440"/>
                <a:gd name="csX257" fmla="*/ 203991 w 270872"/>
                <a:gd name="csY257" fmla="*/ 106056 h 151440"/>
                <a:gd name="csX258" fmla="*/ 203035 w 270872"/>
                <a:gd name="csY258" fmla="*/ 105578 h 151440"/>
                <a:gd name="csX259" fmla="*/ 205424 w 270872"/>
                <a:gd name="csY259" fmla="*/ 106056 h 151440"/>
                <a:gd name="csX260" fmla="*/ 205424 w 270872"/>
                <a:gd name="csY260" fmla="*/ 107012 h 151440"/>
                <a:gd name="csX261" fmla="*/ 204946 w 270872"/>
                <a:gd name="csY261" fmla="*/ 107967 h 151440"/>
                <a:gd name="csX262" fmla="*/ 204946 w 270872"/>
                <a:gd name="csY262" fmla="*/ 109400 h 151440"/>
                <a:gd name="csX263" fmla="*/ 204946 w 270872"/>
                <a:gd name="csY263" fmla="*/ 110356 h 151440"/>
                <a:gd name="csX264" fmla="*/ 207335 w 270872"/>
                <a:gd name="csY264" fmla="*/ 111311 h 151440"/>
                <a:gd name="csX265" fmla="*/ 209245 w 270872"/>
                <a:gd name="csY265" fmla="*/ 113700 h 151440"/>
                <a:gd name="csX266" fmla="*/ 208290 w 270872"/>
                <a:gd name="csY266" fmla="*/ 110356 h 151440"/>
                <a:gd name="csX267" fmla="*/ 210201 w 270872"/>
                <a:gd name="csY267" fmla="*/ 108445 h 151440"/>
                <a:gd name="csX268" fmla="*/ 216889 w 270872"/>
                <a:gd name="csY268" fmla="*/ 106056 h 151440"/>
                <a:gd name="csX269" fmla="*/ 222622 w 270872"/>
                <a:gd name="csY269" fmla="*/ 105578 h 151440"/>
                <a:gd name="csX270" fmla="*/ 224533 w 270872"/>
                <a:gd name="csY270" fmla="*/ 104623 h 151440"/>
                <a:gd name="csX271" fmla="*/ 219756 w 270872"/>
                <a:gd name="csY271" fmla="*/ 104145 h 151440"/>
                <a:gd name="csX272" fmla="*/ 214023 w 270872"/>
                <a:gd name="csY272" fmla="*/ 104145 h 151440"/>
                <a:gd name="csX273" fmla="*/ 210201 w 270872"/>
                <a:gd name="csY273" fmla="*/ 103667 h 151440"/>
                <a:gd name="csX274" fmla="*/ 205424 w 270872"/>
                <a:gd name="csY274" fmla="*/ 104145 h 151440"/>
                <a:gd name="csX275" fmla="*/ 200169 w 270872"/>
                <a:gd name="csY275" fmla="*/ 103667 h 151440"/>
                <a:gd name="csX276" fmla="*/ 198735 w 270872"/>
                <a:gd name="csY276" fmla="*/ 104145 h 151440"/>
                <a:gd name="csX277" fmla="*/ 197302 w 270872"/>
                <a:gd name="csY277" fmla="*/ 105578 h 151440"/>
                <a:gd name="csX278" fmla="*/ 195391 w 270872"/>
                <a:gd name="csY278" fmla="*/ 105100 h 151440"/>
                <a:gd name="csX279" fmla="*/ 194914 w 270872"/>
                <a:gd name="csY279" fmla="*/ 105100 h 151440"/>
                <a:gd name="csX280" fmla="*/ 193958 w 270872"/>
                <a:gd name="csY280" fmla="*/ 104623 h 151440"/>
                <a:gd name="csX281" fmla="*/ 195869 w 270872"/>
                <a:gd name="csY281" fmla="*/ 101756 h 151440"/>
                <a:gd name="csX282" fmla="*/ 201124 w 270872"/>
                <a:gd name="csY282" fmla="*/ 97935 h 151440"/>
                <a:gd name="csX283" fmla="*/ 204468 w 270872"/>
                <a:gd name="csY283" fmla="*/ 94590 h 151440"/>
                <a:gd name="csX284" fmla="*/ 204946 w 270872"/>
                <a:gd name="csY284" fmla="*/ 93635 h 151440"/>
                <a:gd name="csX285" fmla="*/ 205901 w 270872"/>
                <a:gd name="csY285" fmla="*/ 92202 h 151440"/>
                <a:gd name="csX286" fmla="*/ 203991 w 270872"/>
                <a:gd name="csY286" fmla="*/ 92680 h 151440"/>
                <a:gd name="csX287" fmla="*/ 202557 w 270872"/>
                <a:gd name="csY287" fmla="*/ 93157 h 151440"/>
                <a:gd name="csX288" fmla="*/ 201602 w 270872"/>
                <a:gd name="csY288" fmla="*/ 91724 h 151440"/>
                <a:gd name="csX289" fmla="*/ 199691 w 270872"/>
                <a:gd name="csY289" fmla="*/ 89335 h 151440"/>
                <a:gd name="csX290" fmla="*/ 199213 w 270872"/>
                <a:gd name="csY290" fmla="*/ 90291 h 151440"/>
                <a:gd name="csX291" fmla="*/ 200169 w 270872"/>
                <a:gd name="csY291" fmla="*/ 93157 h 151440"/>
                <a:gd name="csX292" fmla="*/ 196825 w 270872"/>
                <a:gd name="csY292" fmla="*/ 97457 h 151440"/>
                <a:gd name="csX293" fmla="*/ 194436 w 270872"/>
                <a:gd name="csY293" fmla="*/ 97935 h 151440"/>
                <a:gd name="csX294" fmla="*/ 191092 w 270872"/>
                <a:gd name="csY294" fmla="*/ 99846 h 151440"/>
                <a:gd name="csX295" fmla="*/ 186792 w 270872"/>
                <a:gd name="csY295" fmla="*/ 101756 h 151440"/>
                <a:gd name="csX296" fmla="*/ 181537 w 270872"/>
                <a:gd name="csY296" fmla="*/ 105578 h 151440"/>
                <a:gd name="csX297" fmla="*/ 174849 w 270872"/>
                <a:gd name="csY297" fmla="*/ 108445 h 151440"/>
                <a:gd name="csX298" fmla="*/ 173416 w 270872"/>
                <a:gd name="csY298" fmla="*/ 108445 h 151440"/>
                <a:gd name="csX299" fmla="*/ 170072 w 270872"/>
                <a:gd name="csY299" fmla="*/ 106056 h 151440"/>
                <a:gd name="csX300" fmla="*/ 171027 w 270872"/>
                <a:gd name="csY300" fmla="*/ 104623 h 151440"/>
                <a:gd name="csX301" fmla="*/ 171983 w 270872"/>
                <a:gd name="csY301" fmla="*/ 103190 h 151440"/>
                <a:gd name="csX302" fmla="*/ 171027 w 270872"/>
                <a:gd name="csY302" fmla="*/ 103667 h 151440"/>
                <a:gd name="csX303" fmla="*/ 170549 w 270872"/>
                <a:gd name="csY303" fmla="*/ 104145 h 151440"/>
                <a:gd name="csX304" fmla="*/ 168638 w 270872"/>
                <a:gd name="csY304" fmla="*/ 105578 h 151440"/>
                <a:gd name="csX305" fmla="*/ 170549 w 270872"/>
                <a:gd name="csY305" fmla="*/ 107489 h 151440"/>
                <a:gd name="csX306" fmla="*/ 169594 w 270872"/>
                <a:gd name="csY306" fmla="*/ 107967 h 151440"/>
                <a:gd name="csX307" fmla="*/ 167683 w 270872"/>
                <a:gd name="csY307" fmla="*/ 109400 h 151440"/>
                <a:gd name="csX308" fmla="*/ 165294 w 270872"/>
                <a:gd name="csY308" fmla="*/ 110833 h 151440"/>
                <a:gd name="csX309" fmla="*/ 163861 w 270872"/>
                <a:gd name="csY309" fmla="*/ 111789 h 151440"/>
                <a:gd name="csX310" fmla="*/ 162428 w 270872"/>
                <a:gd name="csY310" fmla="*/ 110356 h 151440"/>
                <a:gd name="csX311" fmla="*/ 158606 w 270872"/>
                <a:gd name="csY311" fmla="*/ 111789 h 151440"/>
                <a:gd name="csX312" fmla="*/ 155262 w 270872"/>
                <a:gd name="csY312" fmla="*/ 112266 h 151440"/>
                <a:gd name="csX313" fmla="*/ 154307 w 270872"/>
                <a:gd name="csY313" fmla="*/ 111789 h 151440"/>
                <a:gd name="csX314" fmla="*/ 154307 w 270872"/>
                <a:gd name="csY314" fmla="*/ 110356 h 151440"/>
                <a:gd name="csX315" fmla="*/ 152873 w 270872"/>
                <a:gd name="csY315" fmla="*/ 109878 h 151440"/>
                <a:gd name="csX316" fmla="*/ 150962 w 270872"/>
                <a:gd name="csY316" fmla="*/ 110356 h 151440"/>
                <a:gd name="csX317" fmla="*/ 150007 w 270872"/>
                <a:gd name="csY317" fmla="*/ 109878 h 151440"/>
                <a:gd name="csX318" fmla="*/ 149052 w 270872"/>
                <a:gd name="csY318" fmla="*/ 109400 h 151440"/>
                <a:gd name="csX319" fmla="*/ 148574 w 270872"/>
                <a:gd name="csY319" fmla="*/ 108922 h 151440"/>
                <a:gd name="csX320" fmla="*/ 147619 w 270872"/>
                <a:gd name="csY320" fmla="*/ 108922 h 151440"/>
                <a:gd name="csX321" fmla="*/ 147141 w 270872"/>
                <a:gd name="csY321" fmla="*/ 109400 h 151440"/>
                <a:gd name="csX322" fmla="*/ 146663 w 270872"/>
                <a:gd name="csY322" fmla="*/ 109878 h 151440"/>
                <a:gd name="csX323" fmla="*/ 146185 w 270872"/>
                <a:gd name="csY323" fmla="*/ 109878 h 151440"/>
                <a:gd name="csX324" fmla="*/ 145230 w 270872"/>
                <a:gd name="csY324" fmla="*/ 109400 h 151440"/>
                <a:gd name="csX325" fmla="*/ 144752 w 270872"/>
                <a:gd name="csY325" fmla="*/ 108445 h 151440"/>
                <a:gd name="csX326" fmla="*/ 143796 w 270872"/>
                <a:gd name="csY326" fmla="*/ 107489 h 151440"/>
                <a:gd name="csX327" fmla="*/ 143319 w 270872"/>
                <a:gd name="csY327" fmla="*/ 107012 h 1514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</a:cxnLst>
              <a:rect l="l" t="t" r="r" b="b"/>
              <a:pathLst>
                <a:path w="270872" h="151440">
                  <a:moveTo>
                    <a:pt x="76437" y="106056"/>
                  </a:moveTo>
                  <a:lnTo>
                    <a:pt x="75959" y="107012"/>
                  </a:lnTo>
                  <a:lnTo>
                    <a:pt x="75481" y="107012"/>
                  </a:lnTo>
                  <a:lnTo>
                    <a:pt x="74526" y="106534"/>
                  </a:lnTo>
                  <a:lnTo>
                    <a:pt x="74048" y="105578"/>
                  </a:lnTo>
                  <a:lnTo>
                    <a:pt x="73570" y="105100"/>
                  </a:lnTo>
                  <a:lnTo>
                    <a:pt x="72137" y="106056"/>
                  </a:lnTo>
                  <a:lnTo>
                    <a:pt x="70704" y="107012"/>
                  </a:lnTo>
                  <a:lnTo>
                    <a:pt x="69271" y="107489"/>
                  </a:lnTo>
                  <a:lnTo>
                    <a:pt x="66882" y="106534"/>
                  </a:lnTo>
                  <a:lnTo>
                    <a:pt x="64971" y="108922"/>
                  </a:lnTo>
                  <a:lnTo>
                    <a:pt x="63060" y="113700"/>
                  </a:lnTo>
                  <a:lnTo>
                    <a:pt x="54939" y="113700"/>
                  </a:lnTo>
                  <a:lnTo>
                    <a:pt x="46340" y="113700"/>
                  </a:lnTo>
                  <a:lnTo>
                    <a:pt x="38218" y="113700"/>
                  </a:lnTo>
                  <a:lnTo>
                    <a:pt x="30097" y="113700"/>
                  </a:lnTo>
                  <a:lnTo>
                    <a:pt x="21975" y="113700"/>
                  </a:lnTo>
                  <a:lnTo>
                    <a:pt x="13376" y="113700"/>
                  </a:lnTo>
                  <a:lnTo>
                    <a:pt x="5255" y="113700"/>
                  </a:lnTo>
                  <a:lnTo>
                    <a:pt x="478" y="113700"/>
                  </a:lnTo>
                  <a:lnTo>
                    <a:pt x="0" y="113700"/>
                  </a:lnTo>
                  <a:lnTo>
                    <a:pt x="2389" y="112744"/>
                  </a:lnTo>
                  <a:lnTo>
                    <a:pt x="8599" y="108922"/>
                  </a:lnTo>
                  <a:lnTo>
                    <a:pt x="12899" y="107967"/>
                  </a:lnTo>
                  <a:lnTo>
                    <a:pt x="18632" y="103667"/>
                  </a:lnTo>
                  <a:lnTo>
                    <a:pt x="22453" y="103190"/>
                  </a:lnTo>
                  <a:lnTo>
                    <a:pt x="23409" y="102234"/>
                  </a:lnTo>
                  <a:lnTo>
                    <a:pt x="23886" y="98890"/>
                  </a:lnTo>
                  <a:lnTo>
                    <a:pt x="24364" y="97457"/>
                  </a:lnTo>
                  <a:lnTo>
                    <a:pt x="26275" y="94590"/>
                  </a:lnTo>
                  <a:lnTo>
                    <a:pt x="28664" y="91724"/>
                  </a:lnTo>
                  <a:lnTo>
                    <a:pt x="30575" y="87902"/>
                  </a:lnTo>
                  <a:lnTo>
                    <a:pt x="33919" y="85514"/>
                  </a:lnTo>
                  <a:lnTo>
                    <a:pt x="38696" y="83603"/>
                  </a:lnTo>
                  <a:lnTo>
                    <a:pt x="43473" y="78825"/>
                  </a:lnTo>
                  <a:lnTo>
                    <a:pt x="46340" y="77392"/>
                  </a:lnTo>
                  <a:lnTo>
                    <a:pt x="48728" y="76437"/>
                  </a:lnTo>
                  <a:lnTo>
                    <a:pt x="49684" y="74526"/>
                  </a:lnTo>
                  <a:lnTo>
                    <a:pt x="51117" y="73570"/>
                  </a:lnTo>
                  <a:lnTo>
                    <a:pt x="55416" y="71659"/>
                  </a:lnTo>
                  <a:lnTo>
                    <a:pt x="60194" y="71182"/>
                  </a:lnTo>
                  <a:lnTo>
                    <a:pt x="64493" y="69271"/>
                  </a:lnTo>
                  <a:lnTo>
                    <a:pt x="68315" y="68315"/>
                  </a:lnTo>
                  <a:lnTo>
                    <a:pt x="70226" y="66405"/>
                  </a:lnTo>
                  <a:lnTo>
                    <a:pt x="73570" y="65927"/>
                  </a:lnTo>
                  <a:lnTo>
                    <a:pt x="82647" y="61149"/>
                  </a:lnTo>
                  <a:lnTo>
                    <a:pt x="85514" y="58761"/>
                  </a:lnTo>
                  <a:lnTo>
                    <a:pt x="88858" y="53983"/>
                  </a:lnTo>
                  <a:lnTo>
                    <a:pt x="91724" y="51595"/>
                  </a:lnTo>
                  <a:lnTo>
                    <a:pt x="92680" y="49206"/>
                  </a:lnTo>
                  <a:lnTo>
                    <a:pt x="96979" y="44907"/>
                  </a:lnTo>
                  <a:lnTo>
                    <a:pt x="101279" y="39652"/>
                  </a:lnTo>
                  <a:lnTo>
                    <a:pt x="103667" y="35830"/>
                  </a:lnTo>
                  <a:lnTo>
                    <a:pt x="107012" y="33441"/>
                  </a:lnTo>
                  <a:lnTo>
                    <a:pt x="113222" y="27708"/>
                  </a:lnTo>
                  <a:lnTo>
                    <a:pt x="116566" y="24842"/>
                  </a:lnTo>
                  <a:lnTo>
                    <a:pt x="117999" y="24842"/>
                  </a:lnTo>
                  <a:lnTo>
                    <a:pt x="121821" y="22453"/>
                  </a:lnTo>
                  <a:lnTo>
                    <a:pt x="124210" y="20065"/>
                  </a:lnTo>
                  <a:lnTo>
                    <a:pt x="128031" y="17676"/>
                  </a:lnTo>
                  <a:lnTo>
                    <a:pt x="135197" y="14810"/>
                  </a:lnTo>
                  <a:lnTo>
                    <a:pt x="141408" y="11466"/>
                  </a:lnTo>
                  <a:lnTo>
                    <a:pt x="150485" y="8599"/>
                  </a:lnTo>
                  <a:lnTo>
                    <a:pt x="160517" y="4300"/>
                  </a:lnTo>
                  <a:lnTo>
                    <a:pt x="169116" y="1433"/>
                  </a:lnTo>
                  <a:lnTo>
                    <a:pt x="174849" y="1433"/>
                  </a:lnTo>
                  <a:lnTo>
                    <a:pt x="182015" y="0"/>
                  </a:lnTo>
                  <a:lnTo>
                    <a:pt x="184403" y="478"/>
                  </a:lnTo>
                  <a:lnTo>
                    <a:pt x="195391" y="2389"/>
                  </a:lnTo>
                  <a:lnTo>
                    <a:pt x="201124" y="4777"/>
                  </a:lnTo>
                  <a:lnTo>
                    <a:pt x="206857" y="9555"/>
                  </a:lnTo>
                  <a:lnTo>
                    <a:pt x="207812" y="10988"/>
                  </a:lnTo>
                  <a:lnTo>
                    <a:pt x="207812" y="12899"/>
                  </a:lnTo>
                  <a:lnTo>
                    <a:pt x="204946" y="11943"/>
                  </a:lnTo>
                  <a:lnTo>
                    <a:pt x="202079" y="11943"/>
                  </a:lnTo>
                  <a:lnTo>
                    <a:pt x="203991" y="12899"/>
                  </a:lnTo>
                  <a:lnTo>
                    <a:pt x="207335" y="16243"/>
                  </a:lnTo>
                  <a:lnTo>
                    <a:pt x="206857" y="20065"/>
                  </a:lnTo>
                  <a:lnTo>
                    <a:pt x="205424" y="23409"/>
                  </a:lnTo>
                  <a:lnTo>
                    <a:pt x="199691" y="25320"/>
                  </a:lnTo>
                  <a:lnTo>
                    <a:pt x="198258" y="26753"/>
                  </a:lnTo>
                  <a:lnTo>
                    <a:pt x="196825" y="28664"/>
                  </a:lnTo>
                  <a:lnTo>
                    <a:pt x="195869" y="29619"/>
                  </a:lnTo>
                  <a:lnTo>
                    <a:pt x="193003" y="30575"/>
                  </a:lnTo>
                  <a:lnTo>
                    <a:pt x="191569" y="32008"/>
                  </a:lnTo>
                  <a:lnTo>
                    <a:pt x="187270" y="34397"/>
                  </a:lnTo>
                  <a:lnTo>
                    <a:pt x="185359" y="34874"/>
                  </a:lnTo>
                  <a:lnTo>
                    <a:pt x="182970" y="33919"/>
                  </a:lnTo>
                  <a:lnTo>
                    <a:pt x="177238" y="32008"/>
                  </a:lnTo>
                  <a:lnTo>
                    <a:pt x="173894" y="29619"/>
                  </a:lnTo>
                  <a:lnTo>
                    <a:pt x="171983" y="31052"/>
                  </a:lnTo>
                  <a:lnTo>
                    <a:pt x="171027" y="32008"/>
                  </a:lnTo>
                  <a:lnTo>
                    <a:pt x="167683" y="32008"/>
                  </a:lnTo>
                  <a:lnTo>
                    <a:pt x="166250" y="32486"/>
                  </a:lnTo>
                  <a:lnTo>
                    <a:pt x="163384" y="31530"/>
                  </a:lnTo>
                  <a:lnTo>
                    <a:pt x="158606" y="34397"/>
                  </a:lnTo>
                  <a:lnTo>
                    <a:pt x="160039" y="34874"/>
                  </a:lnTo>
                  <a:lnTo>
                    <a:pt x="163861" y="32963"/>
                  </a:lnTo>
                  <a:lnTo>
                    <a:pt x="165294" y="33441"/>
                  </a:lnTo>
                  <a:lnTo>
                    <a:pt x="168161" y="35352"/>
                  </a:lnTo>
                  <a:lnTo>
                    <a:pt x="175327" y="37263"/>
                  </a:lnTo>
                  <a:lnTo>
                    <a:pt x="177238" y="38696"/>
                  </a:lnTo>
                  <a:lnTo>
                    <a:pt x="179149" y="42996"/>
                  </a:lnTo>
                  <a:lnTo>
                    <a:pt x="180104" y="43951"/>
                  </a:lnTo>
                  <a:lnTo>
                    <a:pt x="182493" y="43473"/>
                  </a:lnTo>
                  <a:lnTo>
                    <a:pt x="185359" y="41085"/>
                  </a:lnTo>
                  <a:lnTo>
                    <a:pt x="187748" y="40129"/>
                  </a:lnTo>
                  <a:lnTo>
                    <a:pt x="192047" y="39174"/>
                  </a:lnTo>
                  <a:lnTo>
                    <a:pt x="191569" y="40607"/>
                  </a:lnTo>
                  <a:lnTo>
                    <a:pt x="194914" y="40607"/>
                  </a:lnTo>
                  <a:lnTo>
                    <a:pt x="198258" y="42518"/>
                  </a:lnTo>
                  <a:lnTo>
                    <a:pt x="196825" y="43951"/>
                  </a:lnTo>
                  <a:lnTo>
                    <a:pt x="195391" y="46818"/>
                  </a:lnTo>
                  <a:lnTo>
                    <a:pt x="193958" y="52073"/>
                  </a:lnTo>
                  <a:lnTo>
                    <a:pt x="190614" y="55417"/>
                  </a:lnTo>
                  <a:lnTo>
                    <a:pt x="185837" y="59239"/>
                  </a:lnTo>
                  <a:lnTo>
                    <a:pt x="187270" y="60194"/>
                  </a:lnTo>
                  <a:lnTo>
                    <a:pt x="188226" y="60672"/>
                  </a:lnTo>
                  <a:lnTo>
                    <a:pt x="191569" y="59716"/>
                  </a:lnTo>
                  <a:lnTo>
                    <a:pt x="193480" y="59716"/>
                  </a:lnTo>
                  <a:lnTo>
                    <a:pt x="195869" y="60194"/>
                  </a:lnTo>
                  <a:lnTo>
                    <a:pt x="194914" y="63060"/>
                  </a:lnTo>
                  <a:lnTo>
                    <a:pt x="193958" y="64971"/>
                  </a:lnTo>
                  <a:lnTo>
                    <a:pt x="194436" y="66405"/>
                  </a:lnTo>
                  <a:lnTo>
                    <a:pt x="195869" y="69749"/>
                  </a:lnTo>
                  <a:lnTo>
                    <a:pt x="197780" y="70704"/>
                  </a:lnTo>
                  <a:lnTo>
                    <a:pt x="198258" y="74526"/>
                  </a:lnTo>
                  <a:lnTo>
                    <a:pt x="199213" y="76915"/>
                  </a:lnTo>
                  <a:lnTo>
                    <a:pt x="199213" y="78825"/>
                  </a:lnTo>
                  <a:lnTo>
                    <a:pt x="201124" y="79781"/>
                  </a:lnTo>
                  <a:lnTo>
                    <a:pt x="201602" y="81692"/>
                  </a:lnTo>
                  <a:lnTo>
                    <a:pt x="207812" y="82647"/>
                  </a:lnTo>
                  <a:lnTo>
                    <a:pt x="209245" y="83125"/>
                  </a:lnTo>
                  <a:lnTo>
                    <a:pt x="213545" y="83603"/>
                  </a:lnTo>
                  <a:lnTo>
                    <a:pt x="214501" y="84558"/>
                  </a:lnTo>
                  <a:lnTo>
                    <a:pt x="215456" y="85514"/>
                  </a:lnTo>
                  <a:lnTo>
                    <a:pt x="211156" y="87424"/>
                  </a:lnTo>
                  <a:lnTo>
                    <a:pt x="214501" y="89335"/>
                  </a:lnTo>
                  <a:lnTo>
                    <a:pt x="217845" y="91724"/>
                  </a:lnTo>
                  <a:lnTo>
                    <a:pt x="220711" y="91247"/>
                  </a:lnTo>
                  <a:lnTo>
                    <a:pt x="221667" y="91247"/>
                  </a:lnTo>
                  <a:lnTo>
                    <a:pt x="225010" y="93157"/>
                  </a:lnTo>
                  <a:lnTo>
                    <a:pt x="225488" y="94113"/>
                  </a:lnTo>
                  <a:lnTo>
                    <a:pt x="225966" y="94590"/>
                  </a:lnTo>
                  <a:lnTo>
                    <a:pt x="227877" y="94590"/>
                  </a:lnTo>
                  <a:lnTo>
                    <a:pt x="229788" y="93635"/>
                  </a:lnTo>
                  <a:lnTo>
                    <a:pt x="233610" y="94113"/>
                  </a:lnTo>
                  <a:lnTo>
                    <a:pt x="237909" y="95068"/>
                  </a:lnTo>
                  <a:lnTo>
                    <a:pt x="237432" y="96501"/>
                  </a:lnTo>
                  <a:lnTo>
                    <a:pt x="236954" y="97457"/>
                  </a:lnTo>
                  <a:lnTo>
                    <a:pt x="240298" y="96979"/>
                  </a:lnTo>
                  <a:lnTo>
                    <a:pt x="242209" y="97935"/>
                  </a:lnTo>
                  <a:lnTo>
                    <a:pt x="242686" y="97457"/>
                  </a:lnTo>
                  <a:lnTo>
                    <a:pt x="243642" y="96979"/>
                  </a:lnTo>
                  <a:lnTo>
                    <a:pt x="247464" y="95068"/>
                  </a:lnTo>
                  <a:lnTo>
                    <a:pt x="252719" y="91724"/>
                  </a:lnTo>
                  <a:lnTo>
                    <a:pt x="253197" y="92202"/>
                  </a:lnTo>
                  <a:lnTo>
                    <a:pt x="253674" y="93157"/>
                  </a:lnTo>
                  <a:lnTo>
                    <a:pt x="254152" y="95546"/>
                  </a:lnTo>
                  <a:lnTo>
                    <a:pt x="256063" y="96979"/>
                  </a:lnTo>
                  <a:lnTo>
                    <a:pt x="258452" y="97457"/>
                  </a:lnTo>
                  <a:lnTo>
                    <a:pt x="261796" y="96501"/>
                  </a:lnTo>
                  <a:lnTo>
                    <a:pt x="263229" y="97457"/>
                  </a:lnTo>
                  <a:lnTo>
                    <a:pt x="264662" y="99368"/>
                  </a:lnTo>
                  <a:lnTo>
                    <a:pt x="266095" y="101756"/>
                  </a:lnTo>
                  <a:lnTo>
                    <a:pt x="266095" y="102712"/>
                  </a:lnTo>
                  <a:lnTo>
                    <a:pt x="264184" y="103667"/>
                  </a:lnTo>
                  <a:lnTo>
                    <a:pt x="262274" y="104623"/>
                  </a:lnTo>
                  <a:lnTo>
                    <a:pt x="269440" y="105100"/>
                  </a:lnTo>
                  <a:lnTo>
                    <a:pt x="270395" y="105578"/>
                  </a:lnTo>
                  <a:lnTo>
                    <a:pt x="270873" y="106534"/>
                  </a:lnTo>
                  <a:lnTo>
                    <a:pt x="270395" y="107489"/>
                  </a:lnTo>
                  <a:lnTo>
                    <a:pt x="269440" y="107967"/>
                  </a:lnTo>
                  <a:lnTo>
                    <a:pt x="268484" y="107489"/>
                  </a:lnTo>
                  <a:lnTo>
                    <a:pt x="266095" y="107967"/>
                  </a:lnTo>
                  <a:lnTo>
                    <a:pt x="263707" y="109400"/>
                  </a:lnTo>
                  <a:lnTo>
                    <a:pt x="261796" y="109878"/>
                  </a:lnTo>
                  <a:lnTo>
                    <a:pt x="260363" y="109878"/>
                  </a:lnTo>
                  <a:lnTo>
                    <a:pt x="258929" y="110833"/>
                  </a:lnTo>
                  <a:lnTo>
                    <a:pt x="257496" y="111789"/>
                  </a:lnTo>
                  <a:lnTo>
                    <a:pt x="256063" y="111789"/>
                  </a:lnTo>
                  <a:lnTo>
                    <a:pt x="251286" y="114177"/>
                  </a:lnTo>
                  <a:lnTo>
                    <a:pt x="246508" y="115611"/>
                  </a:lnTo>
                  <a:lnTo>
                    <a:pt x="241731" y="117999"/>
                  </a:lnTo>
                  <a:lnTo>
                    <a:pt x="236476" y="119432"/>
                  </a:lnTo>
                  <a:lnTo>
                    <a:pt x="231221" y="121343"/>
                  </a:lnTo>
                  <a:lnTo>
                    <a:pt x="230266" y="121343"/>
                  </a:lnTo>
                  <a:lnTo>
                    <a:pt x="228833" y="121343"/>
                  </a:lnTo>
                  <a:lnTo>
                    <a:pt x="225966" y="123254"/>
                  </a:lnTo>
                  <a:lnTo>
                    <a:pt x="224533" y="122777"/>
                  </a:lnTo>
                  <a:lnTo>
                    <a:pt x="223100" y="123254"/>
                  </a:lnTo>
                  <a:lnTo>
                    <a:pt x="221189" y="122777"/>
                  </a:lnTo>
                  <a:lnTo>
                    <a:pt x="219756" y="122299"/>
                  </a:lnTo>
                  <a:lnTo>
                    <a:pt x="220711" y="124210"/>
                  </a:lnTo>
                  <a:lnTo>
                    <a:pt x="221189" y="125643"/>
                  </a:lnTo>
                  <a:lnTo>
                    <a:pt x="220711" y="126598"/>
                  </a:lnTo>
                  <a:lnTo>
                    <a:pt x="219756" y="127076"/>
                  </a:lnTo>
                  <a:lnTo>
                    <a:pt x="216889" y="127076"/>
                  </a:lnTo>
                  <a:lnTo>
                    <a:pt x="215456" y="126598"/>
                  </a:lnTo>
                  <a:lnTo>
                    <a:pt x="214501" y="125643"/>
                  </a:lnTo>
                  <a:lnTo>
                    <a:pt x="213545" y="124210"/>
                  </a:lnTo>
                  <a:lnTo>
                    <a:pt x="212112" y="123254"/>
                  </a:lnTo>
                  <a:lnTo>
                    <a:pt x="211156" y="124688"/>
                  </a:lnTo>
                  <a:lnTo>
                    <a:pt x="211156" y="125643"/>
                  </a:lnTo>
                  <a:lnTo>
                    <a:pt x="210201" y="127076"/>
                  </a:lnTo>
                  <a:lnTo>
                    <a:pt x="208768" y="124688"/>
                  </a:lnTo>
                  <a:lnTo>
                    <a:pt x="206379" y="125643"/>
                  </a:lnTo>
                  <a:lnTo>
                    <a:pt x="205424" y="128031"/>
                  </a:lnTo>
                  <a:lnTo>
                    <a:pt x="205901" y="128987"/>
                  </a:lnTo>
                  <a:lnTo>
                    <a:pt x="206857" y="130898"/>
                  </a:lnTo>
                  <a:lnTo>
                    <a:pt x="205424" y="131854"/>
                  </a:lnTo>
                  <a:lnTo>
                    <a:pt x="204468" y="131854"/>
                  </a:lnTo>
                  <a:lnTo>
                    <a:pt x="203035" y="134720"/>
                  </a:lnTo>
                  <a:lnTo>
                    <a:pt x="200646" y="135675"/>
                  </a:lnTo>
                  <a:lnTo>
                    <a:pt x="198258" y="139019"/>
                  </a:lnTo>
                  <a:lnTo>
                    <a:pt x="195869" y="141408"/>
                  </a:lnTo>
                  <a:lnTo>
                    <a:pt x="194914" y="142841"/>
                  </a:lnTo>
                  <a:lnTo>
                    <a:pt x="190614" y="146185"/>
                  </a:lnTo>
                  <a:lnTo>
                    <a:pt x="188703" y="146185"/>
                  </a:lnTo>
                  <a:lnTo>
                    <a:pt x="187748" y="146185"/>
                  </a:lnTo>
                  <a:lnTo>
                    <a:pt x="185837" y="147619"/>
                  </a:lnTo>
                  <a:lnTo>
                    <a:pt x="185359" y="150963"/>
                  </a:lnTo>
                  <a:lnTo>
                    <a:pt x="184403" y="150485"/>
                  </a:lnTo>
                  <a:lnTo>
                    <a:pt x="183926" y="150485"/>
                  </a:lnTo>
                  <a:lnTo>
                    <a:pt x="183448" y="151440"/>
                  </a:lnTo>
                  <a:lnTo>
                    <a:pt x="182493" y="151440"/>
                  </a:lnTo>
                  <a:lnTo>
                    <a:pt x="181060" y="150485"/>
                  </a:lnTo>
                  <a:lnTo>
                    <a:pt x="179149" y="150963"/>
                  </a:lnTo>
                  <a:lnTo>
                    <a:pt x="177715" y="150485"/>
                  </a:lnTo>
                  <a:lnTo>
                    <a:pt x="175804" y="146185"/>
                  </a:lnTo>
                  <a:lnTo>
                    <a:pt x="174849" y="144752"/>
                  </a:lnTo>
                  <a:lnTo>
                    <a:pt x="172938" y="144274"/>
                  </a:lnTo>
                  <a:lnTo>
                    <a:pt x="172460" y="145230"/>
                  </a:lnTo>
                  <a:lnTo>
                    <a:pt x="171505" y="145707"/>
                  </a:lnTo>
                  <a:lnTo>
                    <a:pt x="170072" y="144274"/>
                  </a:lnTo>
                  <a:lnTo>
                    <a:pt x="168638" y="137586"/>
                  </a:lnTo>
                  <a:lnTo>
                    <a:pt x="168638" y="135675"/>
                  </a:lnTo>
                  <a:lnTo>
                    <a:pt x="170549" y="129942"/>
                  </a:lnTo>
                  <a:lnTo>
                    <a:pt x="174849" y="125165"/>
                  </a:lnTo>
                  <a:lnTo>
                    <a:pt x="173416" y="124688"/>
                  </a:lnTo>
                  <a:lnTo>
                    <a:pt x="169594" y="128509"/>
                  </a:lnTo>
                  <a:lnTo>
                    <a:pt x="170072" y="127554"/>
                  </a:lnTo>
                  <a:lnTo>
                    <a:pt x="170549" y="126598"/>
                  </a:lnTo>
                  <a:lnTo>
                    <a:pt x="171983" y="125165"/>
                  </a:lnTo>
                  <a:lnTo>
                    <a:pt x="173894" y="123732"/>
                  </a:lnTo>
                  <a:lnTo>
                    <a:pt x="176760" y="123254"/>
                  </a:lnTo>
                  <a:lnTo>
                    <a:pt x="178671" y="122777"/>
                  </a:lnTo>
                  <a:lnTo>
                    <a:pt x="180104" y="122299"/>
                  </a:lnTo>
                  <a:lnTo>
                    <a:pt x="182015" y="120865"/>
                  </a:lnTo>
                  <a:lnTo>
                    <a:pt x="182493" y="120388"/>
                  </a:lnTo>
                  <a:lnTo>
                    <a:pt x="180582" y="120865"/>
                  </a:lnTo>
                  <a:lnTo>
                    <a:pt x="177715" y="121821"/>
                  </a:lnTo>
                  <a:lnTo>
                    <a:pt x="178671" y="120865"/>
                  </a:lnTo>
                  <a:lnTo>
                    <a:pt x="179149" y="120388"/>
                  </a:lnTo>
                  <a:lnTo>
                    <a:pt x="193958" y="110833"/>
                  </a:lnTo>
                  <a:lnTo>
                    <a:pt x="197302" y="109400"/>
                  </a:lnTo>
                  <a:lnTo>
                    <a:pt x="203035" y="107489"/>
                  </a:lnTo>
                  <a:lnTo>
                    <a:pt x="203991" y="106056"/>
                  </a:lnTo>
                  <a:lnTo>
                    <a:pt x="203035" y="105578"/>
                  </a:lnTo>
                  <a:lnTo>
                    <a:pt x="205424" y="106056"/>
                  </a:lnTo>
                  <a:lnTo>
                    <a:pt x="205424" y="107012"/>
                  </a:lnTo>
                  <a:lnTo>
                    <a:pt x="204946" y="107967"/>
                  </a:lnTo>
                  <a:lnTo>
                    <a:pt x="204946" y="109400"/>
                  </a:lnTo>
                  <a:lnTo>
                    <a:pt x="204946" y="110356"/>
                  </a:lnTo>
                  <a:lnTo>
                    <a:pt x="207335" y="111311"/>
                  </a:lnTo>
                  <a:lnTo>
                    <a:pt x="209245" y="113700"/>
                  </a:lnTo>
                  <a:lnTo>
                    <a:pt x="208290" y="110356"/>
                  </a:lnTo>
                  <a:lnTo>
                    <a:pt x="210201" y="108445"/>
                  </a:lnTo>
                  <a:lnTo>
                    <a:pt x="216889" y="106056"/>
                  </a:lnTo>
                  <a:lnTo>
                    <a:pt x="222622" y="105578"/>
                  </a:lnTo>
                  <a:lnTo>
                    <a:pt x="224533" y="104623"/>
                  </a:lnTo>
                  <a:lnTo>
                    <a:pt x="219756" y="104145"/>
                  </a:lnTo>
                  <a:lnTo>
                    <a:pt x="214023" y="104145"/>
                  </a:lnTo>
                  <a:lnTo>
                    <a:pt x="210201" y="103667"/>
                  </a:lnTo>
                  <a:lnTo>
                    <a:pt x="205424" y="104145"/>
                  </a:lnTo>
                  <a:lnTo>
                    <a:pt x="200169" y="103667"/>
                  </a:lnTo>
                  <a:lnTo>
                    <a:pt x="198735" y="104145"/>
                  </a:lnTo>
                  <a:lnTo>
                    <a:pt x="197302" y="105578"/>
                  </a:lnTo>
                  <a:lnTo>
                    <a:pt x="195391" y="105100"/>
                  </a:lnTo>
                  <a:lnTo>
                    <a:pt x="194914" y="105100"/>
                  </a:lnTo>
                  <a:lnTo>
                    <a:pt x="193958" y="104623"/>
                  </a:lnTo>
                  <a:lnTo>
                    <a:pt x="195869" y="101756"/>
                  </a:lnTo>
                  <a:lnTo>
                    <a:pt x="201124" y="97935"/>
                  </a:lnTo>
                  <a:lnTo>
                    <a:pt x="204468" y="94590"/>
                  </a:lnTo>
                  <a:lnTo>
                    <a:pt x="204946" y="93635"/>
                  </a:lnTo>
                  <a:lnTo>
                    <a:pt x="205901" y="92202"/>
                  </a:lnTo>
                  <a:lnTo>
                    <a:pt x="203991" y="92680"/>
                  </a:lnTo>
                  <a:lnTo>
                    <a:pt x="202557" y="93157"/>
                  </a:lnTo>
                  <a:lnTo>
                    <a:pt x="201602" y="91724"/>
                  </a:lnTo>
                  <a:lnTo>
                    <a:pt x="199691" y="89335"/>
                  </a:lnTo>
                  <a:lnTo>
                    <a:pt x="199213" y="90291"/>
                  </a:lnTo>
                  <a:lnTo>
                    <a:pt x="200169" y="93157"/>
                  </a:lnTo>
                  <a:lnTo>
                    <a:pt x="196825" y="97457"/>
                  </a:lnTo>
                  <a:lnTo>
                    <a:pt x="194436" y="97935"/>
                  </a:lnTo>
                  <a:lnTo>
                    <a:pt x="191092" y="99846"/>
                  </a:lnTo>
                  <a:lnTo>
                    <a:pt x="186792" y="101756"/>
                  </a:lnTo>
                  <a:lnTo>
                    <a:pt x="181537" y="105578"/>
                  </a:lnTo>
                  <a:lnTo>
                    <a:pt x="174849" y="108445"/>
                  </a:lnTo>
                  <a:lnTo>
                    <a:pt x="173416" y="108445"/>
                  </a:lnTo>
                  <a:lnTo>
                    <a:pt x="170072" y="106056"/>
                  </a:lnTo>
                  <a:lnTo>
                    <a:pt x="171027" y="104623"/>
                  </a:lnTo>
                  <a:lnTo>
                    <a:pt x="171983" y="103190"/>
                  </a:lnTo>
                  <a:lnTo>
                    <a:pt x="171027" y="103667"/>
                  </a:lnTo>
                  <a:lnTo>
                    <a:pt x="170549" y="104145"/>
                  </a:lnTo>
                  <a:lnTo>
                    <a:pt x="168638" y="105578"/>
                  </a:lnTo>
                  <a:lnTo>
                    <a:pt x="170549" y="107489"/>
                  </a:lnTo>
                  <a:lnTo>
                    <a:pt x="169594" y="107967"/>
                  </a:lnTo>
                  <a:lnTo>
                    <a:pt x="167683" y="109400"/>
                  </a:lnTo>
                  <a:lnTo>
                    <a:pt x="165294" y="110833"/>
                  </a:lnTo>
                  <a:lnTo>
                    <a:pt x="163861" y="111789"/>
                  </a:lnTo>
                  <a:lnTo>
                    <a:pt x="162428" y="110356"/>
                  </a:lnTo>
                  <a:lnTo>
                    <a:pt x="158606" y="111789"/>
                  </a:lnTo>
                  <a:lnTo>
                    <a:pt x="155262" y="112266"/>
                  </a:lnTo>
                  <a:lnTo>
                    <a:pt x="154307" y="111789"/>
                  </a:lnTo>
                  <a:lnTo>
                    <a:pt x="154307" y="110356"/>
                  </a:lnTo>
                  <a:lnTo>
                    <a:pt x="152873" y="109878"/>
                  </a:lnTo>
                  <a:lnTo>
                    <a:pt x="150962" y="110356"/>
                  </a:lnTo>
                  <a:lnTo>
                    <a:pt x="150007" y="109878"/>
                  </a:lnTo>
                  <a:lnTo>
                    <a:pt x="149052" y="109400"/>
                  </a:lnTo>
                  <a:lnTo>
                    <a:pt x="148574" y="108922"/>
                  </a:lnTo>
                  <a:lnTo>
                    <a:pt x="147619" y="108922"/>
                  </a:lnTo>
                  <a:lnTo>
                    <a:pt x="147141" y="109400"/>
                  </a:lnTo>
                  <a:lnTo>
                    <a:pt x="146663" y="109878"/>
                  </a:lnTo>
                  <a:lnTo>
                    <a:pt x="146185" y="109878"/>
                  </a:lnTo>
                  <a:lnTo>
                    <a:pt x="145230" y="109400"/>
                  </a:lnTo>
                  <a:lnTo>
                    <a:pt x="144752" y="108445"/>
                  </a:lnTo>
                  <a:lnTo>
                    <a:pt x="143796" y="107489"/>
                  </a:lnTo>
                  <a:lnTo>
                    <a:pt x="143319" y="10701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5" name="Freeform 3734">
              <a:extLst>
                <a:ext uri="{FF2B5EF4-FFF2-40B4-BE49-F238E27FC236}">
                  <a16:creationId xmlns:a16="http://schemas.microsoft.com/office/drawing/2014/main" id="{E5772939-0DD9-2F0F-959C-638EAFCC5EE7}"/>
                </a:ext>
              </a:extLst>
            </p:cNvPr>
            <p:cNvSpPr/>
            <p:nvPr/>
          </p:nvSpPr>
          <p:spPr>
            <a:xfrm>
              <a:off x="4478885" y="3810012"/>
              <a:ext cx="2866" cy="1433"/>
            </a:xfrm>
            <a:custGeom>
              <a:avLst/>
              <a:gdLst>
                <a:gd name="csX0" fmla="*/ 2866 w 2866"/>
                <a:gd name="csY0" fmla="*/ 0 h 1433"/>
                <a:gd name="csX1" fmla="*/ 2389 w 2866"/>
                <a:gd name="csY1" fmla="*/ 478 h 1433"/>
                <a:gd name="csX2" fmla="*/ 1911 w 2866"/>
                <a:gd name="csY2" fmla="*/ 0 h 1433"/>
                <a:gd name="csX3" fmla="*/ 956 w 2866"/>
                <a:gd name="csY3" fmla="*/ 478 h 1433"/>
                <a:gd name="csX4" fmla="*/ 0 w 2866"/>
                <a:gd name="csY4" fmla="*/ 1433 h 1433"/>
                <a:gd name="csX5" fmla="*/ 0 w 2866"/>
                <a:gd name="csY5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1433">
                  <a:moveTo>
                    <a:pt x="2866" y="0"/>
                  </a:moveTo>
                  <a:lnTo>
                    <a:pt x="2389" y="478"/>
                  </a:lnTo>
                  <a:lnTo>
                    <a:pt x="1911" y="0"/>
                  </a:lnTo>
                  <a:lnTo>
                    <a:pt x="956" y="478"/>
                  </a:lnTo>
                  <a:lnTo>
                    <a:pt x="0" y="1433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6" name="Freeform 3735">
              <a:extLst>
                <a:ext uri="{FF2B5EF4-FFF2-40B4-BE49-F238E27FC236}">
                  <a16:creationId xmlns:a16="http://schemas.microsoft.com/office/drawing/2014/main" id="{07143309-5608-2F27-21B3-26AC2312DEB3}"/>
                </a:ext>
              </a:extLst>
            </p:cNvPr>
            <p:cNvSpPr/>
            <p:nvPr/>
          </p:nvSpPr>
          <p:spPr>
            <a:xfrm>
              <a:off x="4481751" y="3801890"/>
              <a:ext cx="5732" cy="4777"/>
            </a:xfrm>
            <a:custGeom>
              <a:avLst/>
              <a:gdLst>
                <a:gd name="csX0" fmla="*/ 5733 w 5732"/>
                <a:gd name="csY0" fmla="*/ 0 h 4777"/>
                <a:gd name="csX1" fmla="*/ 4777 w 5732"/>
                <a:gd name="csY1" fmla="*/ 478 h 4777"/>
                <a:gd name="csX2" fmla="*/ 1911 w 5732"/>
                <a:gd name="csY2" fmla="*/ 2389 h 4777"/>
                <a:gd name="csX3" fmla="*/ 0 w 5732"/>
                <a:gd name="csY3" fmla="*/ 4777 h 4777"/>
                <a:gd name="csX4" fmla="*/ 0 w 5732"/>
                <a:gd name="csY4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4777">
                  <a:moveTo>
                    <a:pt x="5733" y="0"/>
                  </a:moveTo>
                  <a:lnTo>
                    <a:pt x="4777" y="478"/>
                  </a:lnTo>
                  <a:lnTo>
                    <a:pt x="1911" y="2389"/>
                  </a:lnTo>
                  <a:lnTo>
                    <a:pt x="0" y="4777"/>
                  </a:lnTo>
                  <a:lnTo>
                    <a:pt x="0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7" name="Freeform 3736">
              <a:extLst>
                <a:ext uri="{FF2B5EF4-FFF2-40B4-BE49-F238E27FC236}">
                  <a16:creationId xmlns:a16="http://schemas.microsoft.com/office/drawing/2014/main" id="{415F2E09-7965-AD35-E7D2-37F139FF2C81}"/>
                </a:ext>
              </a:extLst>
            </p:cNvPr>
            <p:cNvSpPr/>
            <p:nvPr/>
          </p:nvSpPr>
          <p:spPr>
            <a:xfrm>
              <a:off x="4487484" y="3798546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0 w 1433"/>
                <a:gd name="csY1" fmla="*/ 1433 h 1433"/>
                <a:gd name="csX2" fmla="*/ 0 w 1433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0" y="1433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8" name="Freeform 3737">
              <a:extLst>
                <a:ext uri="{FF2B5EF4-FFF2-40B4-BE49-F238E27FC236}">
                  <a16:creationId xmlns:a16="http://schemas.microsoft.com/office/drawing/2014/main" id="{2B9237D5-DC66-D0CD-B925-45904F61E800}"/>
                </a:ext>
              </a:extLst>
            </p:cNvPr>
            <p:cNvSpPr/>
            <p:nvPr/>
          </p:nvSpPr>
          <p:spPr>
            <a:xfrm>
              <a:off x="4488917" y="3797591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0 w 955"/>
                <a:gd name="csY1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0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9" name="Freeform 3738">
              <a:extLst>
                <a:ext uri="{FF2B5EF4-FFF2-40B4-BE49-F238E27FC236}">
                  <a16:creationId xmlns:a16="http://schemas.microsoft.com/office/drawing/2014/main" id="{2590FF31-7EB6-A751-BD62-D73AB84A7806}"/>
                </a:ext>
              </a:extLst>
            </p:cNvPr>
            <p:cNvSpPr/>
            <p:nvPr/>
          </p:nvSpPr>
          <p:spPr>
            <a:xfrm>
              <a:off x="4490828" y="3783259"/>
              <a:ext cx="3344" cy="5255"/>
            </a:xfrm>
            <a:custGeom>
              <a:avLst/>
              <a:gdLst>
                <a:gd name="csX0" fmla="*/ 3344 w 3344"/>
                <a:gd name="csY0" fmla="*/ 0 h 5255"/>
                <a:gd name="csX1" fmla="*/ 1433 w 3344"/>
                <a:gd name="csY1" fmla="*/ 2867 h 5255"/>
                <a:gd name="csX2" fmla="*/ 0 w 3344"/>
                <a:gd name="csY2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4" h="5255">
                  <a:moveTo>
                    <a:pt x="3344" y="0"/>
                  </a:moveTo>
                  <a:lnTo>
                    <a:pt x="1433" y="2867"/>
                  </a:lnTo>
                  <a:lnTo>
                    <a:pt x="0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0" name="Freeform 3739">
              <a:extLst>
                <a:ext uri="{FF2B5EF4-FFF2-40B4-BE49-F238E27FC236}">
                  <a16:creationId xmlns:a16="http://schemas.microsoft.com/office/drawing/2014/main" id="{0F7DAAF3-747B-2D4A-FB01-2E239F93DC07}"/>
                </a:ext>
              </a:extLst>
            </p:cNvPr>
            <p:cNvSpPr/>
            <p:nvPr/>
          </p:nvSpPr>
          <p:spPr>
            <a:xfrm>
              <a:off x="4495605" y="3756028"/>
              <a:ext cx="18631" cy="20542"/>
            </a:xfrm>
            <a:custGeom>
              <a:avLst/>
              <a:gdLst>
                <a:gd name="csX0" fmla="*/ 18632 w 18631"/>
                <a:gd name="csY0" fmla="*/ 1433 h 20542"/>
                <a:gd name="csX1" fmla="*/ 18632 w 18631"/>
                <a:gd name="csY1" fmla="*/ 955 h 20542"/>
                <a:gd name="csX2" fmla="*/ 16721 w 18631"/>
                <a:gd name="csY2" fmla="*/ 478 h 20542"/>
                <a:gd name="csX3" fmla="*/ 14809 w 18631"/>
                <a:gd name="csY3" fmla="*/ 0 h 20542"/>
                <a:gd name="csX4" fmla="*/ 13854 w 18631"/>
                <a:gd name="csY4" fmla="*/ 1911 h 20542"/>
                <a:gd name="csX5" fmla="*/ 12899 w 18631"/>
                <a:gd name="csY5" fmla="*/ 3344 h 20542"/>
                <a:gd name="csX6" fmla="*/ 10510 w 18631"/>
                <a:gd name="csY6" fmla="*/ 6211 h 20542"/>
                <a:gd name="csX7" fmla="*/ 7166 w 18631"/>
                <a:gd name="csY7" fmla="*/ 10510 h 20542"/>
                <a:gd name="csX8" fmla="*/ 5733 w 18631"/>
                <a:gd name="csY8" fmla="*/ 12899 h 20542"/>
                <a:gd name="csX9" fmla="*/ 2389 w 18631"/>
                <a:gd name="csY9" fmla="*/ 16720 h 20542"/>
                <a:gd name="csX10" fmla="*/ 0 w 18631"/>
                <a:gd name="csY10" fmla="*/ 20065 h 20542"/>
                <a:gd name="csX11" fmla="*/ 0 w 18631"/>
                <a:gd name="csY11" fmla="*/ 20542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8631" h="20542">
                  <a:moveTo>
                    <a:pt x="18632" y="1433"/>
                  </a:moveTo>
                  <a:lnTo>
                    <a:pt x="18632" y="955"/>
                  </a:lnTo>
                  <a:lnTo>
                    <a:pt x="16721" y="478"/>
                  </a:lnTo>
                  <a:lnTo>
                    <a:pt x="14809" y="0"/>
                  </a:lnTo>
                  <a:lnTo>
                    <a:pt x="13854" y="1911"/>
                  </a:lnTo>
                  <a:lnTo>
                    <a:pt x="12899" y="3344"/>
                  </a:lnTo>
                  <a:lnTo>
                    <a:pt x="10510" y="6211"/>
                  </a:lnTo>
                  <a:lnTo>
                    <a:pt x="7166" y="10510"/>
                  </a:lnTo>
                  <a:lnTo>
                    <a:pt x="5733" y="12899"/>
                  </a:lnTo>
                  <a:lnTo>
                    <a:pt x="2389" y="16720"/>
                  </a:lnTo>
                  <a:lnTo>
                    <a:pt x="0" y="20065"/>
                  </a:lnTo>
                  <a:lnTo>
                    <a:pt x="0" y="2054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1" name="Freeform 3740">
              <a:extLst>
                <a:ext uri="{FF2B5EF4-FFF2-40B4-BE49-F238E27FC236}">
                  <a16:creationId xmlns:a16="http://schemas.microsoft.com/office/drawing/2014/main" id="{707B7505-4D08-BEB2-F626-18DB54B28742}"/>
                </a:ext>
              </a:extLst>
            </p:cNvPr>
            <p:cNvSpPr/>
            <p:nvPr/>
          </p:nvSpPr>
          <p:spPr>
            <a:xfrm>
              <a:off x="4514237" y="3759372"/>
              <a:ext cx="24841" cy="7165"/>
            </a:xfrm>
            <a:custGeom>
              <a:avLst/>
              <a:gdLst>
                <a:gd name="csX0" fmla="*/ 24842 w 24841"/>
                <a:gd name="csY0" fmla="*/ 7166 h 7165"/>
                <a:gd name="csX1" fmla="*/ 24842 w 24841"/>
                <a:gd name="csY1" fmla="*/ 7166 h 7165"/>
                <a:gd name="csX2" fmla="*/ 22453 w 24841"/>
                <a:gd name="csY2" fmla="*/ 4777 h 7165"/>
                <a:gd name="csX3" fmla="*/ 19109 w 24841"/>
                <a:gd name="csY3" fmla="*/ 1911 h 7165"/>
                <a:gd name="csX4" fmla="*/ 16243 w 24841"/>
                <a:gd name="csY4" fmla="*/ 0 h 7165"/>
                <a:gd name="csX5" fmla="*/ 14809 w 24841"/>
                <a:gd name="csY5" fmla="*/ 0 h 7165"/>
                <a:gd name="csX6" fmla="*/ 13854 w 24841"/>
                <a:gd name="csY6" fmla="*/ 0 h 7165"/>
                <a:gd name="csX7" fmla="*/ 13376 w 24841"/>
                <a:gd name="csY7" fmla="*/ 956 h 7165"/>
                <a:gd name="csX8" fmla="*/ 11465 w 24841"/>
                <a:gd name="csY8" fmla="*/ 1433 h 7165"/>
                <a:gd name="csX9" fmla="*/ 7644 w 24841"/>
                <a:gd name="csY9" fmla="*/ 2389 h 7165"/>
                <a:gd name="csX10" fmla="*/ 4777 w 24841"/>
                <a:gd name="csY10" fmla="*/ 3822 h 7165"/>
                <a:gd name="csX11" fmla="*/ 3344 w 24841"/>
                <a:gd name="csY11" fmla="*/ 3822 h 7165"/>
                <a:gd name="csX12" fmla="*/ 2389 w 24841"/>
                <a:gd name="csY12" fmla="*/ 3822 h 7165"/>
                <a:gd name="csX13" fmla="*/ 955 w 24841"/>
                <a:gd name="csY13" fmla="*/ 2867 h 7165"/>
                <a:gd name="csX14" fmla="*/ 0 w 24841"/>
                <a:gd name="csY14" fmla="*/ 1911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4841" h="7165">
                  <a:moveTo>
                    <a:pt x="24842" y="7166"/>
                  </a:moveTo>
                  <a:lnTo>
                    <a:pt x="24842" y="7166"/>
                  </a:lnTo>
                  <a:lnTo>
                    <a:pt x="22453" y="4777"/>
                  </a:lnTo>
                  <a:lnTo>
                    <a:pt x="19109" y="1911"/>
                  </a:lnTo>
                  <a:lnTo>
                    <a:pt x="16243" y="0"/>
                  </a:lnTo>
                  <a:lnTo>
                    <a:pt x="14809" y="0"/>
                  </a:lnTo>
                  <a:lnTo>
                    <a:pt x="13854" y="0"/>
                  </a:lnTo>
                  <a:lnTo>
                    <a:pt x="13376" y="956"/>
                  </a:lnTo>
                  <a:lnTo>
                    <a:pt x="11465" y="1433"/>
                  </a:lnTo>
                  <a:lnTo>
                    <a:pt x="7644" y="2389"/>
                  </a:lnTo>
                  <a:lnTo>
                    <a:pt x="4777" y="3822"/>
                  </a:lnTo>
                  <a:lnTo>
                    <a:pt x="3344" y="3822"/>
                  </a:lnTo>
                  <a:lnTo>
                    <a:pt x="2389" y="3822"/>
                  </a:lnTo>
                  <a:lnTo>
                    <a:pt x="955" y="2867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2" name="Freeform 3741">
              <a:extLst>
                <a:ext uri="{FF2B5EF4-FFF2-40B4-BE49-F238E27FC236}">
                  <a16:creationId xmlns:a16="http://schemas.microsoft.com/office/drawing/2014/main" id="{4178552D-35F6-2A0C-0F49-3F98314D77A5}"/>
                </a:ext>
              </a:extLst>
            </p:cNvPr>
            <p:cNvSpPr/>
            <p:nvPr/>
          </p:nvSpPr>
          <p:spPr>
            <a:xfrm>
              <a:off x="4539079" y="3801890"/>
              <a:ext cx="7643" cy="4299"/>
            </a:xfrm>
            <a:custGeom>
              <a:avLst/>
              <a:gdLst>
                <a:gd name="csX0" fmla="*/ 7644 w 7643"/>
                <a:gd name="csY0" fmla="*/ 4299 h 4299"/>
                <a:gd name="csX1" fmla="*/ 7644 w 7643"/>
                <a:gd name="csY1" fmla="*/ 4299 h 4299"/>
                <a:gd name="csX2" fmla="*/ 7166 w 7643"/>
                <a:gd name="csY2" fmla="*/ 3344 h 4299"/>
                <a:gd name="csX3" fmla="*/ 6211 w 7643"/>
                <a:gd name="csY3" fmla="*/ 2866 h 4299"/>
                <a:gd name="csX4" fmla="*/ 5255 w 7643"/>
                <a:gd name="csY4" fmla="*/ 3344 h 4299"/>
                <a:gd name="csX5" fmla="*/ 4300 w 7643"/>
                <a:gd name="csY5" fmla="*/ 2866 h 4299"/>
                <a:gd name="csX6" fmla="*/ 2867 w 7643"/>
                <a:gd name="csY6" fmla="*/ 2389 h 4299"/>
                <a:gd name="csX7" fmla="*/ 1911 w 7643"/>
                <a:gd name="csY7" fmla="*/ 1433 h 4299"/>
                <a:gd name="csX8" fmla="*/ 1433 w 7643"/>
                <a:gd name="csY8" fmla="*/ 1433 h 4299"/>
                <a:gd name="csX9" fmla="*/ 956 w 7643"/>
                <a:gd name="csY9" fmla="*/ 1433 h 4299"/>
                <a:gd name="csX10" fmla="*/ 478 w 7643"/>
                <a:gd name="csY10" fmla="*/ 956 h 4299"/>
                <a:gd name="csX11" fmla="*/ 0 w 7643"/>
                <a:gd name="csY11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643" h="4299">
                  <a:moveTo>
                    <a:pt x="7644" y="4299"/>
                  </a:moveTo>
                  <a:lnTo>
                    <a:pt x="7644" y="4299"/>
                  </a:lnTo>
                  <a:lnTo>
                    <a:pt x="7166" y="3344"/>
                  </a:lnTo>
                  <a:lnTo>
                    <a:pt x="6211" y="2866"/>
                  </a:lnTo>
                  <a:lnTo>
                    <a:pt x="5255" y="3344"/>
                  </a:lnTo>
                  <a:lnTo>
                    <a:pt x="4300" y="2866"/>
                  </a:lnTo>
                  <a:lnTo>
                    <a:pt x="2867" y="2389"/>
                  </a:lnTo>
                  <a:lnTo>
                    <a:pt x="1911" y="1433"/>
                  </a:lnTo>
                  <a:lnTo>
                    <a:pt x="1433" y="1433"/>
                  </a:lnTo>
                  <a:lnTo>
                    <a:pt x="956" y="1433"/>
                  </a:lnTo>
                  <a:lnTo>
                    <a:pt x="478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3" name="Freeform 3742">
              <a:extLst>
                <a:ext uri="{FF2B5EF4-FFF2-40B4-BE49-F238E27FC236}">
                  <a16:creationId xmlns:a16="http://schemas.microsoft.com/office/drawing/2014/main" id="{59FD5F96-F510-5CDA-2684-8ED740750C34}"/>
                </a:ext>
              </a:extLst>
            </p:cNvPr>
            <p:cNvSpPr/>
            <p:nvPr/>
          </p:nvSpPr>
          <p:spPr>
            <a:xfrm>
              <a:off x="4545289" y="3808578"/>
              <a:ext cx="1433" cy="2388"/>
            </a:xfrm>
            <a:custGeom>
              <a:avLst/>
              <a:gdLst>
                <a:gd name="csX0" fmla="*/ 1433 w 1433"/>
                <a:gd name="csY0" fmla="*/ 2389 h 2388"/>
                <a:gd name="csX1" fmla="*/ 1433 w 1433"/>
                <a:gd name="csY1" fmla="*/ 2389 h 2388"/>
                <a:gd name="csX2" fmla="*/ 955 w 1433"/>
                <a:gd name="csY2" fmla="*/ 1433 h 2388"/>
                <a:gd name="csX3" fmla="*/ 478 w 1433"/>
                <a:gd name="csY3" fmla="*/ 956 h 2388"/>
                <a:gd name="csX4" fmla="*/ 0 w 1433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388">
                  <a:moveTo>
                    <a:pt x="1433" y="2389"/>
                  </a:moveTo>
                  <a:lnTo>
                    <a:pt x="1433" y="2389"/>
                  </a:lnTo>
                  <a:lnTo>
                    <a:pt x="955" y="1433"/>
                  </a:lnTo>
                  <a:lnTo>
                    <a:pt x="478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4" name="Freeform 3743">
              <a:extLst>
                <a:ext uri="{FF2B5EF4-FFF2-40B4-BE49-F238E27FC236}">
                  <a16:creationId xmlns:a16="http://schemas.microsoft.com/office/drawing/2014/main" id="{A91DFB9C-CE9D-F7FD-18A0-68FA662ED54E}"/>
                </a:ext>
              </a:extLst>
            </p:cNvPr>
            <p:cNvSpPr/>
            <p:nvPr/>
          </p:nvSpPr>
          <p:spPr>
            <a:xfrm>
              <a:off x="3430747" y="3711599"/>
              <a:ext cx="6210" cy="6210"/>
            </a:xfrm>
            <a:custGeom>
              <a:avLst/>
              <a:gdLst>
                <a:gd name="csX0" fmla="*/ 6210 w 6210"/>
                <a:gd name="csY0" fmla="*/ 5733 h 6210"/>
                <a:gd name="csX1" fmla="*/ 6210 w 6210"/>
                <a:gd name="csY1" fmla="*/ 6211 h 6210"/>
                <a:gd name="csX2" fmla="*/ 2866 w 6210"/>
                <a:gd name="csY2" fmla="*/ 4300 h 6210"/>
                <a:gd name="csX3" fmla="*/ 955 w 6210"/>
                <a:gd name="csY3" fmla="*/ 1911 h 6210"/>
                <a:gd name="csX4" fmla="*/ 0 w 6210"/>
                <a:gd name="csY4" fmla="*/ 0 h 6210"/>
                <a:gd name="csX5" fmla="*/ 4300 w 6210"/>
                <a:gd name="csY5" fmla="*/ 3822 h 6210"/>
                <a:gd name="csX6" fmla="*/ 6210 w 6210"/>
                <a:gd name="csY6" fmla="*/ 5255 h 6210"/>
                <a:gd name="csX7" fmla="*/ 6210 w 6210"/>
                <a:gd name="csY7" fmla="*/ 57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6210">
                  <a:moveTo>
                    <a:pt x="6210" y="5733"/>
                  </a:moveTo>
                  <a:lnTo>
                    <a:pt x="6210" y="6211"/>
                  </a:lnTo>
                  <a:lnTo>
                    <a:pt x="2866" y="4300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4300" y="3822"/>
                  </a:lnTo>
                  <a:lnTo>
                    <a:pt x="6210" y="5255"/>
                  </a:lnTo>
                  <a:lnTo>
                    <a:pt x="6210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5" name="Freeform 3744">
              <a:extLst>
                <a:ext uri="{FF2B5EF4-FFF2-40B4-BE49-F238E27FC236}">
                  <a16:creationId xmlns:a16="http://schemas.microsoft.com/office/drawing/2014/main" id="{E40DCBCC-BDA2-DF50-4D37-D4AD93A17688}"/>
                </a:ext>
              </a:extLst>
            </p:cNvPr>
            <p:cNvSpPr/>
            <p:nvPr/>
          </p:nvSpPr>
          <p:spPr>
            <a:xfrm>
              <a:off x="3433135" y="3716377"/>
              <a:ext cx="3344" cy="5732"/>
            </a:xfrm>
            <a:custGeom>
              <a:avLst/>
              <a:gdLst>
                <a:gd name="csX0" fmla="*/ 2866 w 3344"/>
                <a:gd name="csY0" fmla="*/ 4777 h 5732"/>
                <a:gd name="csX1" fmla="*/ 1911 w 3344"/>
                <a:gd name="csY1" fmla="*/ 5733 h 5732"/>
                <a:gd name="csX2" fmla="*/ 1433 w 3344"/>
                <a:gd name="csY2" fmla="*/ 5255 h 5732"/>
                <a:gd name="csX3" fmla="*/ 955 w 3344"/>
                <a:gd name="csY3" fmla="*/ 4777 h 5732"/>
                <a:gd name="csX4" fmla="*/ 0 w 3344"/>
                <a:gd name="csY4" fmla="*/ 0 h 5732"/>
                <a:gd name="csX5" fmla="*/ 478 w 3344"/>
                <a:gd name="csY5" fmla="*/ 0 h 5732"/>
                <a:gd name="csX6" fmla="*/ 1911 w 3344"/>
                <a:gd name="csY6" fmla="*/ 1433 h 5732"/>
                <a:gd name="csX7" fmla="*/ 1911 w 3344"/>
                <a:gd name="csY7" fmla="*/ 2389 h 5732"/>
                <a:gd name="csX8" fmla="*/ 2866 w 3344"/>
                <a:gd name="csY8" fmla="*/ 3822 h 5732"/>
                <a:gd name="csX9" fmla="*/ 3344 w 3344"/>
                <a:gd name="csY9" fmla="*/ 4777 h 5732"/>
                <a:gd name="csX10" fmla="*/ 2866 w 3344"/>
                <a:gd name="csY10" fmla="*/ 4777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5732">
                  <a:moveTo>
                    <a:pt x="2866" y="4777"/>
                  </a:moveTo>
                  <a:lnTo>
                    <a:pt x="1911" y="5733"/>
                  </a:lnTo>
                  <a:lnTo>
                    <a:pt x="1433" y="5255"/>
                  </a:lnTo>
                  <a:lnTo>
                    <a:pt x="955" y="4777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911" y="1433"/>
                  </a:lnTo>
                  <a:lnTo>
                    <a:pt x="1911" y="2389"/>
                  </a:lnTo>
                  <a:lnTo>
                    <a:pt x="2866" y="3822"/>
                  </a:lnTo>
                  <a:lnTo>
                    <a:pt x="3344" y="4777"/>
                  </a:lnTo>
                  <a:lnTo>
                    <a:pt x="286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6" name="Freeform 3745">
              <a:extLst>
                <a:ext uri="{FF2B5EF4-FFF2-40B4-BE49-F238E27FC236}">
                  <a16:creationId xmlns:a16="http://schemas.microsoft.com/office/drawing/2014/main" id="{B1B267A9-0847-9842-DD67-E4CF7F433262}"/>
                </a:ext>
              </a:extLst>
            </p:cNvPr>
            <p:cNvSpPr/>
            <p:nvPr/>
          </p:nvSpPr>
          <p:spPr>
            <a:xfrm>
              <a:off x="4136831" y="3718288"/>
              <a:ext cx="6210" cy="3821"/>
            </a:xfrm>
            <a:custGeom>
              <a:avLst/>
              <a:gdLst>
                <a:gd name="csX0" fmla="*/ 955 w 6210"/>
                <a:gd name="csY0" fmla="*/ 3822 h 3821"/>
                <a:gd name="csX1" fmla="*/ 478 w 6210"/>
                <a:gd name="csY1" fmla="*/ 3822 h 3821"/>
                <a:gd name="csX2" fmla="*/ 478 w 6210"/>
                <a:gd name="csY2" fmla="*/ 3344 h 3821"/>
                <a:gd name="csX3" fmla="*/ 0 w 6210"/>
                <a:gd name="csY3" fmla="*/ 1433 h 3821"/>
                <a:gd name="csX4" fmla="*/ 478 w 6210"/>
                <a:gd name="csY4" fmla="*/ 478 h 3821"/>
                <a:gd name="csX5" fmla="*/ 1911 w 6210"/>
                <a:gd name="csY5" fmla="*/ 0 h 3821"/>
                <a:gd name="csX6" fmla="*/ 3344 w 6210"/>
                <a:gd name="csY6" fmla="*/ 0 h 3821"/>
                <a:gd name="csX7" fmla="*/ 5255 w 6210"/>
                <a:gd name="csY7" fmla="*/ 0 h 3821"/>
                <a:gd name="csX8" fmla="*/ 6210 w 6210"/>
                <a:gd name="csY8" fmla="*/ 478 h 3821"/>
                <a:gd name="csX9" fmla="*/ 6210 w 6210"/>
                <a:gd name="csY9" fmla="*/ 1433 h 3821"/>
                <a:gd name="csX10" fmla="*/ 6210 w 6210"/>
                <a:gd name="csY10" fmla="*/ 1911 h 3821"/>
                <a:gd name="csX11" fmla="*/ 5733 w 6210"/>
                <a:gd name="csY11" fmla="*/ 1911 h 3821"/>
                <a:gd name="csX12" fmla="*/ 5255 w 6210"/>
                <a:gd name="csY12" fmla="*/ 2389 h 3821"/>
                <a:gd name="csX13" fmla="*/ 4777 w 6210"/>
                <a:gd name="csY13" fmla="*/ 2866 h 3821"/>
                <a:gd name="csX14" fmla="*/ 2866 w 6210"/>
                <a:gd name="csY14" fmla="*/ 2866 h 3821"/>
                <a:gd name="csX15" fmla="*/ 1911 w 6210"/>
                <a:gd name="csY15" fmla="*/ 3344 h 3821"/>
                <a:gd name="csX16" fmla="*/ 955 w 6210"/>
                <a:gd name="csY16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6210" h="3821">
                  <a:moveTo>
                    <a:pt x="955" y="3822"/>
                  </a:moveTo>
                  <a:lnTo>
                    <a:pt x="478" y="3822"/>
                  </a:lnTo>
                  <a:lnTo>
                    <a:pt x="478" y="3344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3344" y="0"/>
                  </a:lnTo>
                  <a:lnTo>
                    <a:pt x="5255" y="0"/>
                  </a:lnTo>
                  <a:lnTo>
                    <a:pt x="6210" y="478"/>
                  </a:lnTo>
                  <a:lnTo>
                    <a:pt x="6210" y="1433"/>
                  </a:lnTo>
                  <a:lnTo>
                    <a:pt x="6210" y="1911"/>
                  </a:lnTo>
                  <a:lnTo>
                    <a:pt x="5733" y="1911"/>
                  </a:lnTo>
                  <a:lnTo>
                    <a:pt x="5255" y="2389"/>
                  </a:lnTo>
                  <a:lnTo>
                    <a:pt x="4777" y="2866"/>
                  </a:lnTo>
                  <a:lnTo>
                    <a:pt x="2866" y="2866"/>
                  </a:lnTo>
                  <a:lnTo>
                    <a:pt x="1911" y="3344"/>
                  </a:lnTo>
                  <a:lnTo>
                    <a:pt x="95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7" name="Freeform 3746">
              <a:extLst>
                <a:ext uri="{FF2B5EF4-FFF2-40B4-BE49-F238E27FC236}">
                  <a16:creationId xmlns:a16="http://schemas.microsoft.com/office/drawing/2014/main" id="{F68A82A7-3556-B818-0562-C85F66DE0769}"/>
                </a:ext>
              </a:extLst>
            </p:cNvPr>
            <p:cNvSpPr/>
            <p:nvPr/>
          </p:nvSpPr>
          <p:spPr>
            <a:xfrm>
              <a:off x="4143519" y="3718765"/>
              <a:ext cx="2388" cy="2388"/>
            </a:xfrm>
            <a:custGeom>
              <a:avLst/>
              <a:gdLst>
                <a:gd name="csX0" fmla="*/ 2389 w 2388"/>
                <a:gd name="csY0" fmla="*/ 2389 h 2388"/>
                <a:gd name="csX1" fmla="*/ 1433 w 2388"/>
                <a:gd name="csY1" fmla="*/ 2389 h 2388"/>
                <a:gd name="csX2" fmla="*/ 478 w 2388"/>
                <a:gd name="csY2" fmla="*/ 2389 h 2388"/>
                <a:gd name="csX3" fmla="*/ 0 w 2388"/>
                <a:gd name="csY3" fmla="*/ 2389 h 2388"/>
                <a:gd name="csX4" fmla="*/ 478 w 2388"/>
                <a:gd name="csY4" fmla="*/ 1911 h 2388"/>
                <a:gd name="csX5" fmla="*/ 478 w 2388"/>
                <a:gd name="csY5" fmla="*/ 1433 h 2388"/>
                <a:gd name="csX6" fmla="*/ 0 w 2388"/>
                <a:gd name="csY6" fmla="*/ 478 h 2388"/>
                <a:gd name="csX7" fmla="*/ 0 w 2388"/>
                <a:gd name="csY7" fmla="*/ 0 h 2388"/>
                <a:gd name="csX8" fmla="*/ 478 w 2388"/>
                <a:gd name="csY8" fmla="*/ 0 h 2388"/>
                <a:gd name="csX9" fmla="*/ 956 w 2388"/>
                <a:gd name="csY9" fmla="*/ 0 h 2388"/>
                <a:gd name="csX10" fmla="*/ 1911 w 2388"/>
                <a:gd name="csY10" fmla="*/ 478 h 2388"/>
                <a:gd name="csX11" fmla="*/ 2389 w 2388"/>
                <a:gd name="csY11" fmla="*/ 1911 h 2388"/>
                <a:gd name="csX12" fmla="*/ 2389 w 2388"/>
                <a:gd name="csY1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388" h="2388">
                  <a:moveTo>
                    <a:pt x="2389" y="2389"/>
                  </a:moveTo>
                  <a:lnTo>
                    <a:pt x="1433" y="2389"/>
                  </a:lnTo>
                  <a:lnTo>
                    <a:pt x="478" y="2389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911" y="478"/>
                  </a:lnTo>
                  <a:lnTo>
                    <a:pt x="2389" y="1911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8" name="Freeform 3747">
              <a:extLst>
                <a:ext uri="{FF2B5EF4-FFF2-40B4-BE49-F238E27FC236}">
                  <a16:creationId xmlns:a16="http://schemas.microsoft.com/office/drawing/2014/main" id="{48937788-3FF5-4613-C563-7CBA1420B1D1}"/>
                </a:ext>
              </a:extLst>
            </p:cNvPr>
            <p:cNvSpPr/>
            <p:nvPr/>
          </p:nvSpPr>
          <p:spPr>
            <a:xfrm>
              <a:off x="4602617" y="3741219"/>
              <a:ext cx="2388" cy="2866"/>
            </a:xfrm>
            <a:custGeom>
              <a:avLst/>
              <a:gdLst>
                <a:gd name="csX0" fmla="*/ 2389 w 2388"/>
                <a:gd name="csY0" fmla="*/ 1911 h 2866"/>
                <a:gd name="csX1" fmla="*/ 0 w 2388"/>
                <a:gd name="csY1" fmla="*/ 2866 h 2866"/>
                <a:gd name="csX2" fmla="*/ 1433 w 2388"/>
                <a:gd name="csY2" fmla="*/ 956 h 2866"/>
                <a:gd name="csX3" fmla="*/ 1433 w 2388"/>
                <a:gd name="csY3" fmla="*/ 478 h 2866"/>
                <a:gd name="csX4" fmla="*/ 1911 w 2388"/>
                <a:gd name="csY4" fmla="*/ 0 h 2866"/>
                <a:gd name="csX5" fmla="*/ 2389 w 2388"/>
                <a:gd name="csY5" fmla="*/ 478 h 2866"/>
                <a:gd name="csX6" fmla="*/ 2389 w 2388"/>
                <a:gd name="csY6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866">
                  <a:moveTo>
                    <a:pt x="2389" y="1911"/>
                  </a:moveTo>
                  <a:lnTo>
                    <a:pt x="0" y="2866"/>
                  </a:lnTo>
                  <a:lnTo>
                    <a:pt x="1433" y="956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9" name="Freeform 3748">
              <a:extLst>
                <a:ext uri="{FF2B5EF4-FFF2-40B4-BE49-F238E27FC236}">
                  <a16:creationId xmlns:a16="http://schemas.microsoft.com/office/drawing/2014/main" id="{F123671B-F48D-8D18-4507-4E3C6D39C2DB}"/>
                </a:ext>
              </a:extLst>
            </p:cNvPr>
            <p:cNvSpPr/>
            <p:nvPr/>
          </p:nvSpPr>
          <p:spPr>
            <a:xfrm>
              <a:off x="4601184" y="3745041"/>
              <a:ext cx="3344" cy="3344"/>
            </a:xfrm>
            <a:custGeom>
              <a:avLst/>
              <a:gdLst>
                <a:gd name="csX0" fmla="*/ 3344 w 3344"/>
                <a:gd name="csY0" fmla="*/ 0 h 3344"/>
                <a:gd name="csX1" fmla="*/ 2867 w 3344"/>
                <a:gd name="csY1" fmla="*/ 1911 h 3344"/>
                <a:gd name="csX2" fmla="*/ 956 w 3344"/>
                <a:gd name="csY2" fmla="*/ 3344 h 3344"/>
                <a:gd name="csX3" fmla="*/ 0 w 3344"/>
                <a:gd name="csY3" fmla="*/ 3344 h 3344"/>
                <a:gd name="csX4" fmla="*/ 0 w 3344"/>
                <a:gd name="csY4" fmla="*/ 3344 h 3344"/>
                <a:gd name="csX5" fmla="*/ 478 w 3344"/>
                <a:gd name="csY5" fmla="*/ 2389 h 3344"/>
                <a:gd name="csX6" fmla="*/ 0 w 3344"/>
                <a:gd name="csY6" fmla="*/ 478 h 3344"/>
                <a:gd name="csX7" fmla="*/ 1433 w 3344"/>
                <a:gd name="csY7" fmla="*/ 0 h 3344"/>
                <a:gd name="csX8" fmla="*/ 2389 w 3344"/>
                <a:gd name="csY8" fmla="*/ 478 h 3344"/>
                <a:gd name="csX9" fmla="*/ 3344 w 3344"/>
                <a:gd name="csY9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344">
                  <a:moveTo>
                    <a:pt x="3344" y="0"/>
                  </a:moveTo>
                  <a:lnTo>
                    <a:pt x="2867" y="1911"/>
                  </a:lnTo>
                  <a:lnTo>
                    <a:pt x="956" y="3344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389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0" name="Freeform 3749">
              <a:extLst>
                <a:ext uri="{FF2B5EF4-FFF2-40B4-BE49-F238E27FC236}">
                  <a16:creationId xmlns:a16="http://schemas.microsoft.com/office/drawing/2014/main" id="{F01C9BEE-688A-77E8-51AB-9DB09FEA1970}"/>
                </a:ext>
              </a:extLst>
            </p:cNvPr>
            <p:cNvSpPr/>
            <p:nvPr/>
          </p:nvSpPr>
          <p:spPr>
            <a:xfrm>
              <a:off x="4179348" y="3746952"/>
              <a:ext cx="6688" cy="2388"/>
            </a:xfrm>
            <a:custGeom>
              <a:avLst/>
              <a:gdLst>
                <a:gd name="csX0" fmla="*/ 5733 w 6688"/>
                <a:gd name="csY0" fmla="*/ 1911 h 2388"/>
                <a:gd name="csX1" fmla="*/ 1911 w 6688"/>
                <a:gd name="csY1" fmla="*/ 2389 h 2388"/>
                <a:gd name="csX2" fmla="*/ 0 w 6688"/>
                <a:gd name="csY2" fmla="*/ 1911 h 2388"/>
                <a:gd name="csX3" fmla="*/ 0 w 6688"/>
                <a:gd name="csY3" fmla="*/ 1433 h 2388"/>
                <a:gd name="csX4" fmla="*/ 478 w 6688"/>
                <a:gd name="csY4" fmla="*/ 955 h 2388"/>
                <a:gd name="csX5" fmla="*/ 1433 w 6688"/>
                <a:gd name="csY5" fmla="*/ 478 h 2388"/>
                <a:gd name="csX6" fmla="*/ 2389 w 6688"/>
                <a:gd name="csY6" fmla="*/ 0 h 2388"/>
                <a:gd name="csX7" fmla="*/ 3822 w 6688"/>
                <a:gd name="csY7" fmla="*/ 0 h 2388"/>
                <a:gd name="csX8" fmla="*/ 6210 w 6688"/>
                <a:gd name="csY8" fmla="*/ 478 h 2388"/>
                <a:gd name="csX9" fmla="*/ 6688 w 6688"/>
                <a:gd name="csY9" fmla="*/ 1433 h 2388"/>
                <a:gd name="csX10" fmla="*/ 6688 w 6688"/>
                <a:gd name="csY10" fmla="*/ 1911 h 2388"/>
                <a:gd name="csX11" fmla="*/ 5733 w 6688"/>
                <a:gd name="csY11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8" h="2388">
                  <a:moveTo>
                    <a:pt x="5733" y="1911"/>
                  </a:moveTo>
                  <a:lnTo>
                    <a:pt x="1911" y="2389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955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3822" y="0"/>
                  </a:lnTo>
                  <a:lnTo>
                    <a:pt x="6210" y="478"/>
                  </a:lnTo>
                  <a:lnTo>
                    <a:pt x="6688" y="1433"/>
                  </a:lnTo>
                  <a:lnTo>
                    <a:pt x="6688" y="1911"/>
                  </a:lnTo>
                  <a:lnTo>
                    <a:pt x="57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1" name="Freeform 3750">
              <a:extLst>
                <a:ext uri="{FF2B5EF4-FFF2-40B4-BE49-F238E27FC236}">
                  <a16:creationId xmlns:a16="http://schemas.microsoft.com/office/drawing/2014/main" id="{7B878951-0B8D-A6F1-244A-8B2E1CC3B4D4}"/>
                </a:ext>
              </a:extLst>
            </p:cNvPr>
            <p:cNvSpPr/>
            <p:nvPr/>
          </p:nvSpPr>
          <p:spPr>
            <a:xfrm>
              <a:off x="4806607" y="3751251"/>
              <a:ext cx="3822" cy="6688"/>
            </a:xfrm>
            <a:custGeom>
              <a:avLst/>
              <a:gdLst>
                <a:gd name="csX0" fmla="*/ 1911 w 3822"/>
                <a:gd name="csY0" fmla="*/ 5733 h 6688"/>
                <a:gd name="csX1" fmla="*/ 956 w 3822"/>
                <a:gd name="csY1" fmla="*/ 6688 h 6688"/>
                <a:gd name="csX2" fmla="*/ 0 w 3822"/>
                <a:gd name="csY2" fmla="*/ 6210 h 6688"/>
                <a:gd name="csX3" fmla="*/ 0 w 3822"/>
                <a:gd name="csY3" fmla="*/ 5733 h 6688"/>
                <a:gd name="csX4" fmla="*/ 956 w 3822"/>
                <a:gd name="csY4" fmla="*/ 4300 h 6688"/>
                <a:gd name="csX5" fmla="*/ 1911 w 3822"/>
                <a:gd name="csY5" fmla="*/ 2866 h 6688"/>
                <a:gd name="csX6" fmla="*/ 1911 w 3822"/>
                <a:gd name="csY6" fmla="*/ 2389 h 6688"/>
                <a:gd name="csX7" fmla="*/ 1911 w 3822"/>
                <a:gd name="csY7" fmla="*/ 1911 h 6688"/>
                <a:gd name="csX8" fmla="*/ 2867 w 3822"/>
                <a:gd name="csY8" fmla="*/ 955 h 6688"/>
                <a:gd name="csX9" fmla="*/ 3822 w 3822"/>
                <a:gd name="csY9" fmla="*/ 0 h 6688"/>
                <a:gd name="csX10" fmla="*/ 3344 w 3822"/>
                <a:gd name="csY10" fmla="*/ 1911 h 6688"/>
                <a:gd name="csX11" fmla="*/ 1911 w 3822"/>
                <a:gd name="csY11" fmla="*/ 5733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6688">
                  <a:moveTo>
                    <a:pt x="1911" y="5733"/>
                  </a:moveTo>
                  <a:lnTo>
                    <a:pt x="956" y="6688"/>
                  </a:lnTo>
                  <a:lnTo>
                    <a:pt x="0" y="6210"/>
                  </a:lnTo>
                  <a:lnTo>
                    <a:pt x="0" y="5733"/>
                  </a:lnTo>
                  <a:lnTo>
                    <a:pt x="956" y="4300"/>
                  </a:lnTo>
                  <a:lnTo>
                    <a:pt x="1911" y="2866"/>
                  </a:lnTo>
                  <a:lnTo>
                    <a:pt x="1911" y="2389"/>
                  </a:lnTo>
                  <a:lnTo>
                    <a:pt x="1911" y="1911"/>
                  </a:lnTo>
                  <a:lnTo>
                    <a:pt x="2867" y="955"/>
                  </a:lnTo>
                  <a:lnTo>
                    <a:pt x="3822" y="0"/>
                  </a:lnTo>
                  <a:lnTo>
                    <a:pt x="3344" y="1911"/>
                  </a:lnTo>
                  <a:lnTo>
                    <a:pt x="1911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2" name="Freeform 3751">
              <a:extLst>
                <a:ext uri="{FF2B5EF4-FFF2-40B4-BE49-F238E27FC236}">
                  <a16:creationId xmlns:a16="http://schemas.microsoft.com/office/drawing/2014/main" id="{C7C92F9B-5AB9-6954-7CA9-67A38381C1C8}"/>
                </a:ext>
              </a:extLst>
            </p:cNvPr>
            <p:cNvSpPr/>
            <p:nvPr/>
          </p:nvSpPr>
          <p:spPr>
            <a:xfrm>
              <a:off x="4654212" y="3751251"/>
              <a:ext cx="11943" cy="11465"/>
            </a:xfrm>
            <a:custGeom>
              <a:avLst/>
              <a:gdLst>
                <a:gd name="csX0" fmla="*/ 1911 w 11943"/>
                <a:gd name="csY0" fmla="*/ 9554 h 11465"/>
                <a:gd name="csX1" fmla="*/ 2389 w 11943"/>
                <a:gd name="csY1" fmla="*/ 10032 h 11465"/>
                <a:gd name="csX2" fmla="*/ 3822 w 11943"/>
                <a:gd name="csY2" fmla="*/ 10032 h 11465"/>
                <a:gd name="csX3" fmla="*/ 4299 w 11943"/>
                <a:gd name="csY3" fmla="*/ 10510 h 11465"/>
                <a:gd name="csX4" fmla="*/ 3344 w 11943"/>
                <a:gd name="csY4" fmla="*/ 11465 h 11465"/>
                <a:gd name="csX5" fmla="*/ 956 w 11943"/>
                <a:gd name="csY5" fmla="*/ 11465 h 11465"/>
                <a:gd name="csX6" fmla="*/ 0 w 11943"/>
                <a:gd name="csY6" fmla="*/ 10988 h 11465"/>
                <a:gd name="csX7" fmla="*/ 1433 w 11943"/>
                <a:gd name="csY7" fmla="*/ 6210 h 11465"/>
                <a:gd name="csX8" fmla="*/ 3344 w 11943"/>
                <a:gd name="csY8" fmla="*/ 4777 h 11465"/>
                <a:gd name="csX9" fmla="*/ 7166 w 11943"/>
                <a:gd name="csY9" fmla="*/ 1433 h 11465"/>
                <a:gd name="csX10" fmla="*/ 9077 w 11943"/>
                <a:gd name="csY10" fmla="*/ 478 h 11465"/>
                <a:gd name="csX11" fmla="*/ 10510 w 11943"/>
                <a:gd name="csY11" fmla="*/ 0 h 11465"/>
                <a:gd name="csX12" fmla="*/ 11943 w 11943"/>
                <a:gd name="csY12" fmla="*/ 478 h 11465"/>
                <a:gd name="csX13" fmla="*/ 10510 w 11943"/>
                <a:gd name="csY13" fmla="*/ 2389 h 11465"/>
                <a:gd name="csX14" fmla="*/ 8121 w 11943"/>
                <a:gd name="csY14" fmla="*/ 2389 h 11465"/>
                <a:gd name="csX15" fmla="*/ 6210 w 11943"/>
                <a:gd name="csY15" fmla="*/ 3822 h 11465"/>
                <a:gd name="csX16" fmla="*/ 4777 w 11943"/>
                <a:gd name="csY16" fmla="*/ 5733 h 11465"/>
                <a:gd name="csX17" fmla="*/ 3344 w 11943"/>
                <a:gd name="csY17" fmla="*/ 6688 h 11465"/>
                <a:gd name="csX18" fmla="*/ 2389 w 11943"/>
                <a:gd name="csY18" fmla="*/ 8121 h 11465"/>
                <a:gd name="csX19" fmla="*/ 1911 w 11943"/>
                <a:gd name="csY19" fmla="*/ 9554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943" h="11465">
                  <a:moveTo>
                    <a:pt x="1911" y="9554"/>
                  </a:moveTo>
                  <a:lnTo>
                    <a:pt x="2389" y="10032"/>
                  </a:lnTo>
                  <a:lnTo>
                    <a:pt x="3822" y="10032"/>
                  </a:lnTo>
                  <a:lnTo>
                    <a:pt x="4299" y="10510"/>
                  </a:lnTo>
                  <a:lnTo>
                    <a:pt x="3344" y="11465"/>
                  </a:lnTo>
                  <a:lnTo>
                    <a:pt x="956" y="11465"/>
                  </a:lnTo>
                  <a:lnTo>
                    <a:pt x="0" y="10988"/>
                  </a:lnTo>
                  <a:lnTo>
                    <a:pt x="1433" y="6210"/>
                  </a:lnTo>
                  <a:lnTo>
                    <a:pt x="3344" y="4777"/>
                  </a:lnTo>
                  <a:lnTo>
                    <a:pt x="7166" y="1433"/>
                  </a:lnTo>
                  <a:lnTo>
                    <a:pt x="9077" y="478"/>
                  </a:lnTo>
                  <a:lnTo>
                    <a:pt x="10510" y="0"/>
                  </a:lnTo>
                  <a:lnTo>
                    <a:pt x="11943" y="478"/>
                  </a:lnTo>
                  <a:lnTo>
                    <a:pt x="10510" y="2389"/>
                  </a:lnTo>
                  <a:lnTo>
                    <a:pt x="8121" y="2389"/>
                  </a:lnTo>
                  <a:lnTo>
                    <a:pt x="6210" y="3822"/>
                  </a:lnTo>
                  <a:lnTo>
                    <a:pt x="4777" y="5733"/>
                  </a:lnTo>
                  <a:lnTo>
                    <a:pt x="3344" y="6688"/>
                  </a:lnTo>
                  <a:lnTo>
                    <a:pt x="2389" y="8121"/>
                  </a:lnTo>
                  <a:lnTo>
                    <a:pt x="1911" y="95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3" name="Freeform 3752">
              <a:extLst>
                <a:ext uri="{FF2B5EF4-FFF2-40B4-BE49-F238E27FC236}">
                  <a16:creationId xmlns:a16="http://schemas.microsoft.com/office/drawing/2014/main" id="{0853AB6E-132E-A7A6-F196-C1D12543E9EF}"/>
                </a:ext>
              </a:extLst>
            </p:cNvPr>
            <p:cNvSpPr/>
            <p:nvPr/>
          </p:nvSpPr>
          <p:spPr>
            <a:xfrm>
              <a:off x="4606439" y="3767016"/>
              <a:ext cx="47295" cy="28663"/>
            </a:xfrm>
            <a:custGeom>
              <a:avLst/>
              <a:gdLst>
                <a:gd name="csX0" fmla="*/ 11943 w 47295"/>
                <a:gd name="csY0" fmla="*/ 15765 h 28663"/>
                <a:gd name="csX1" fmla="*/ 12421 w 47295"/>
                <a:gd name="csY1" fmla="*/ 16243 h 28663"/>
                <a:gd name="csX2" fmla="*/ 13376 w 47295"/>
                <a:gd name="csY2" fmla="*/ 15287 h 28663"/>
                <a:gd name="csX3" fmla="*/ 14332 w 47295"/>
                <a:gd name="csY3" fmla="*/ 13376 h 28663"/>
                <a:gd name="csX4" fmla="*/ 17198 w 47295"/>
                <a:gd name="csY4" fmla="*/ 13854 h 28663"/>
                <a:gd name="csX5" fmla="*/ 19109 w 47295"/>
                <a:gd name="csY5" fmla="*/ 14809 h 28663"/>
                <a:gd name="csX6" fmla="*/ 19587 w 47295"/>
                <a:gd name="csY6" fmla="*/ 14332 h 28663"/>
                <a:gd name="csX7" fmla="*/ 20542 w 47295"/>
                <a:gd name="csY7" fmla="*/ 14809 h 28663"/>
                <a:gd name="csX8" fmla="*/ 22453 w 47295"/>
                <a:gd name="csY8" fmla="*/ 15765 h 28663"/>
                <a:gd name="csX9" fmla="*/ 25320 w 47295"/>
                <a:gd name="csY9" fmla="*/ 16721 h 28663"/>
                <a:gd name="csX10" fmla="*/ 28664 w 47295"/>
                <a:gd name="csY10" fmla="*/ 16721 h 28663"/>
                <a:gd name="csX11" fmla="*/ 33441 w 47295"/>
                <a:gd name="csY11" fmla="*/ 16243 h 28663"/>
                <a:gd name="csX12" fmla="*/ 34397 w 47295"/>
                <a:gd name="csY12" fmla="*/ 15765 h 28663"/>
                <a:gd name="csX13" fmla="*/ 39174 w 47295"/>
                <a:gd name="csY13" fmla="*/ 15287 h 28663"/>
                <a:gd name="csX14" fmla="*/ 44429 w 47295"/>
                <a:gd name="csY14" fmla="*/ 15287 h 28663"/>
                <a:gd name="csX15" fmla="*/ 46340 w 47295"/>
                <a:gd name="csY15" fmla="*/ 15765 h 28663"/>
                <a:gd name="csX16" fmla="*/ 46817 w 47295"/>
                <a:gd name="csY16" fmla="*/ 16243 h 28663"/>
                <a:gd name="csX17" fmla="*/ 47295 w 47295"/>
                <a:gd name="csY17" fmla="*/ 16721 h 28663"/>
                <a:gd name="csX18" fmla="*/ 44429 w 47295"/>
                <a:gd name="csY18" fmla="*/ 18631 h 28663"/>
                <a:gd name="csX19" fmla="*/ 41563 w 47295"/>
                <a:gd name="csY19" fmla="*/ 20542 h 28663"/>
                <a:gd name="csX20" fmla="*/ 37263 w 47295"/>
                <a:gd name="csY20" fmla="*/ 22453 h 28663"/>
                <a:gd name="csX21" fmla="*/ 36785 w 47295"/>
                <a:gd name="csY21" fmla="*/ 23409 h 28663"/>
                <a:gd name="csX22" fmla="*/ 37263 w 47295"/>
                <a:gd name="csY22" fmla="*/ 25320 h 28663"/>
                <a:gd name="csX23" fmla="*/ 36785 w 47295"/>
                <a:gd name="csY23" fmla="*/ 27230 h 28663"/>
                <a:gd name="csX24" fmla="*/ 37740 w 47295"/>
                <a:gd name="csY24" fmla="*/ 27230 h 28663"/>
                <a:gd name="csX25" fmla="*/ 38218 w 47295"/>
                <a:gd name="csY25" fmla="*/ 28186 h 28663"/>
                <a:gd name="csX26" fmla="*/ 37263 w 47295"/>
                <a:gd name="csY26" fmla="*/ 28664 h 28663"/>
                <a:gd name="csX27" fmla="*/ 32963 w 47295"/>
                <a:gd name="csY27" fmla="*/ 28664 h 28663"/>
                <a:gd name="csX28" fmla="*/ 32008 w 47295"/>
                <a:gd name="csY28" fmla="*/ 28664 h 28663"/>
                <a:gd name="csX29" fmla="*/ 30575 w 47295"/>
                <a:gd name="csY29" fmla="*/ 27708 h 28663"/>
                <a:gd name="csX30" fmla="*/ 29619 w 47295"/>
                <a:gd name="csY30" fmla="*/ 26275 h 28663"/>
                <a:gd name="csX31" fmla="*/ 28186 w 47295"/>
                <a:gd name="csY31" fmla="*/ 26275 h 28663"/>
                <a:gd name="csX32" fmla="*/ 27708 w 47295"/>
                <a:gd name="csY32" fmla="*/ 26275 h 28663"/>
                <a:gd name="csX33" fmla="*/ 30097 w 47295"/>
                <a:gd name="csY33" fmla="*/ 24842 h 28663"/>
                <a:gd name="csX34" fmla="*/ 28664 w 47295"/>
                <a:gd name="csY34" fmla="*/ 22931 h 28663"/>
                <a:gd name="csX35" fmla="*/ 27708 w 47295"/>
                <a:gd name="csY35" fmla="*/ 22931 h 28663"/>
                <a:gd name="csX36" fmla="*/ 26753 w 47295"/>
                <a:gd name="csY36" fmla="*/ 21975 h 28663"/>
                <a:gd name="csX37" fmla="*/ 26753 w 47295"/>
                <a:gd name="csY37" fmla="*/ 21020 h 28663"/>
                <a:gd name="csX38" fmla="*/ 28186 w 47295"/>
                <a:gd name="csY38" fmla="*/ 20064 h 28663"/>
                <a:gd name="csX39" fmla="*/ 28186 w 47295"/>
                <a:gd name="csY39" fmla="*/ 19587 h 28663"/>
                <a:gd name="csX40" fmla="*/ 26753 w 47295"/>
                <a:gd name="csY40" fmla="*/ 20064 h 28663"/>
                <a:gd name="csX41" fmla="*/ 25797 w 47295"/>
                <a:gd name="csY41" fmla="*/ 21498 h 28663"/>
                <a:gd name="csX42" fmla="*/ 23886 w 47295"/>
                <a:gd name="csY42" fmla="*/ 21498 h 28663"/>
                <a:gd name="csX43" fmla="*/ 22453 w 47295"/>
                <a:gd name="csY43" fmla="*/ 22453 h 28663"/>
                <a:gd name="csX44" fmla="*/ 24842 w 47295"/>
                <a:gd name="csY44" fmla="*/ 22931 h 28663"/>
                <a:gd name="csX45" fmla="*/ 23886 w 47295"/>
                <a:gd name="csY45" fmla="*/ 23886 h 28663"/>
                <a:gd name="csX46" fmla="*/ 22453 w 47295"/>
                <a:gd name="csY46" fmla="*/ 23886 h 28663"/>
                <a:gd name="csX47" fmla="*/ 16721 w 47295"/>
                <a:gd name="csY47" fmla="*/ 22453 h 28663"/>
                <a:gd name="csX48" fmla="*/ 15287 w 47295"/>
                <a:gd name="csY48" fmla="*/ 21975 h 28663"/>
                <a:gd name="csX49" fmla="*/ 13376 w 47295"/>
                <a:gd name="csY49" fmla="*/ 20542 h 28663"/>
                <a:gd name="csX50" fmla="*/ 11943 w 47295"/>
                <a:gd name="csY50" fmla="*/ 18154 h 28663"/>
                <a:gd name="csX51" fmla="*/ 12899 w 47295"/>
                <a:gd name="csY51" fmla="*/ 18154 h 28663"/>
                <a:gd name="csX52" fmla="*/ 12899 w 47295"/>
                <a:gd name="csY52" fmla="*/ 17676 h 28663"/>
                <a:gd name="csX53" fmla="*/ 12899 w 47295"/>
                <a:gd name="csY53" fmla="*/ 17676 h 28663"/>
                <a:gd name="csX54" fmla="*/ 10988 w 47295"/>
                <a:gd name="csY54" fmla="*/ 17198 h 28663"/>
                <a:gd name="csX55" fmla="*/ 7644 w 47295"/>
                <a:gd name="csY55" fmla="*/ 17198 h 28663"/>
                <a:gd name="csX56" fmla="*/ 5733 w 47295"/>
                <a:gd name="csY56" fmla="*/ 16721 h 28663"/>
                <a:gd name="csX57" fmla="*/ 6210 w 47295"/>
                <a:gd name="csY57" fmla="*/ 13376 h 28663"/>
                <a:gd name="csX58" fmla="*/ 5255 w 47295"/>
                <a:gd name="csY58" fmla="*/ 11943 h 28663"/>
                <a:gd name="csX59" fmla="*/ 3344 w 47295"/>
                <a:gd name="csY59" fmla="*/ 11465 h 28663"/>
                <a:gd name="csX60" fmla="*/ 478 w 47295"/>
                <a:gd name="csY60" fmla="*/ 10988 h 28663"/>
                <a:gd name="csX61" fmla="*/ 0 w 47295"/>
                <a:gd name="csY61" fmla="*/ 9555 h 28663"/>
                <a:gd name="csX62" fmla="*/ 956 w 47295"/>
                <a:gd name="csY62" fmla="*/ 7644 h 28663"/>
                <a:gd name="csX63" fmla="*/ 2389 w 47295"/>
                <a:gd name="csY63" fmla="*/ 5733 h 28663"/>
                <a:gd name="csX64" fmla="*/ 3822 w 47295"/>
                <a:gd name="csY64" fmla="*/ 4299 h 28663"/>
                <a:gd name="csX65" fmla="*/ 4777 w 47295"/>
                <a:gd name="csY65" fmla="*/ 2866 h 28663"/>
                <a:gd name="csX66" fmla="*/ 8121 w 47295"/>
                <a:gd name="csY66" fmla="*/ 0 h 28663"/>
                <a:gd name="csX67" fmla="*/ 8121 w 47295"/>
                <a:gd name="csY67" fmla="*/ 1911 h 28663"/>
                <a:gd name="csX68" fmla="*/ 8599 w 47295"/>
                <a:gd name="csY68" fmla="*/ 3822 h 28663"/>
                <a:gd name="csX69" fmla="*/ 6210 w 47295"/>
                <a:gd name="csY69" fmla="*/ 7644 h 28663"/>
                <a:gd name="csX70" fmla="*/ 10032 w 47295"/>
                <a:gd name="csY70" fmla="*/ 10988 h 28663"/>
                <a:gd name="csX71" fmla="*/ 10510 w 47295"/>
                <a:gd name="csY71" fmla="*/ 11943 h 28663"/>
                <a:gd name="csX72" fmla="*/ 10988 w 47295"/>
                <a:gd name="csY72" fmla="*/ 12898 h 28663"/>
                <a:gd name="csX73" fmla="*/ 10510 w 47295"/>
                <a:gd name="csY73" fmla="*/ 13854 h 28663"/>
                <a:gd name="csX74" fmla="*/ 10032 w 47295"/>
                <a:gd name="csY74" fmla="*/ 14809 h 28663"/>
                <a:gd name="csX75" fmla="*/ 11465 w 47295"/>
                <a:gd name="csY75" fmla="*/ 14809 h 28663"/>
                <a:gd name="csX76" fmla="*/ 11943 w 47295"/>
                <a:gd name="csY76" fmla="*/ 15765 h 2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47295" h="28663">
                  <a:moveTo>
                    <a:pt x="11943" y="15765"/>
                  </a:moveTo>
                  <a:lnTo>
                    <a:pt x="12421" y="16243"/>
                  </a:lnTo>
                  <a:lnTo>
                    <a:pt x="13376" y="15287"/>
                  </a:lnTo>
                  <a:lnTo>
                    <a:pt x="14332" y="13376"/>
                  </a:lnTo>
                  <a:lnTo>
                    <a:pt x="17198" y="13854"/>
                  </a:lnTo>
                  <a:lnTo>
                    <a:pt x="19109" y="14809"/>
                  </a:lnTo>
                  <a:lnTo>
                    <a:pt x="19587" y="14332"/>
                  </a:lnTo>
                  <a:lnTo>
                    <a:pt x="20542" y="14809"/>
                  </a:lnTo>
                  <a:lnTo>
                    <a:pt x="22453" y="15765"/>
                  </a:lnTo>
                  <a:lnTo>
                    <a:pt x="25320" y="16721"/>
                  </a:lnTo>
                  <a:lnTo>
                    <a:pt x="28664" y="16721"/>
                  </a:lnTo>
                  <a:lnTo>
                    <a:pt x="33441" y="16243"/>
                  </a:lnTo>
                  <a:lnTo>
                    <a:pt x="34397" y="15765"/>
                  </a:lnTo>
                  <a:lnTo>
                    <a:pt x="39174" y="15287"/>
                  </a:lnTo>
                  <a:lnTo>
                    <a:pt x="44429" y="15287"/>
                  </a:lnTo>
                  <a:lnTo>
                    <a:pt x="46340" y="15765"/>
                  </a:lnTo>
                  <a:lnTo>
                    <a:pt x="46817" y="16243"/>
                  </a:lnTo>
                  <a:lnTo>
                    <a:pt x="47295" y="16721"/>
                  </a:lnTo>
                  <a:lnTo>
                    <a:pt x="44429" y="18631"/>
                  </a:lnTo>
                  <a:lnTo>
                    <a:pt x="41563" y="20542"/>
                  </a:lnTo>
                  <a:lnTo>
                    <a:pt x="37263" y="22453"/>
                  </a:lnTo>
                  <a:lnTo>
                    <a:pt x="36785" y="23409"/>
                  </a:lnTo>
                  <a:lnTo>
                    <a:pt x="37263" y="25320"/>
                  </a:lnTo>
                  <a:lnTo>
                    <a:pt x="36785" y="27230"/>
                  </a:lnTo>
                  <a:lnTo>
                    <a:pt x="37740" y="27230"/>
                  </a:lnTo>
                  <a:lnTo>
                    <a:pt x="38218" y="28186"/>
                  </a:lnTo>
                  <a:lnTo>
                    <a:pt x="37263" y="28664"/>
                  </a:lnTo>
                  <a:lnTo>
                    <a:pt x="32963" y="28664"/>
                  </a:lnTo>
                  <a:lnTo>
                    <a:pt x="32008" y="28664"/>
                  </a:lnTo>
                  <a:lnTo>
                    <a:pt x="30575" y="27708"/>
                  </a:lnTo>
                  <a:lnTo>
                    <a:pt x="29619" y="26275"/>
                  </a:lnTo>
                  <a:lnTo>
                    <a:pt x="28186" y="26275"/>
                  </a:lnTo>
                  <a:lnTo>
                    <a:pt x="27708" y="26275"/>
                  </a:lnTo>
                  <a:lnTo>
                    <a:pt x="30097" y="24842"/>
                  </a:lnTo>
                  <a:lnTo>
                    <a:pt x="28664" y="22931"/>
                  </a:lnTo>
                  <a:lnTo>
                    <a:pt x="27708" y="22931"/>
                  </a:lnTo>
                  <a:lnTo>
                    <a:pt x="26753" y="21975"/>
                  </a:lnTo>
                  <a:lnTo>
                    <a:pt x="26753" y="21020"/>
                  </a:lnTo>
                  <a:lnTo>
                    <a:pt x="28186" y="20064"/>
                  </a:lnTo>
                  <a:lnTo>
                    <a:pt x="28186" y="19587"/>
                  </a:lnTo>
                  <a:lnTo>
                    <a:pt x="26753" y="20064"/>
                  </a:lnTo>
                  <a:lnTo>
                    <a:pt x="25797" y="21498"/>
                  </a:lnTo>
                  <a:lnTo>
                    <a:pt x="23886" y="21498"/>
                  </a:lnTo>
                  <a:lnTo>
                    <a:pt x="22453" y="22453"/>
                  </a:lnTo>
                  <a:lnTo>
                    <a:pt x="24842" y="22931"/>
                  </a:lnTo>
                  <a:lnTo>
                    <a:pt x="23886" y="23886"/>
                  </a:lnTo>
                  <a:lnTo>
                    <a:pt x="22453" y="23886"/>
                  </a:lnTo>
                  <a:lnTo>
                    <a:pt x="16721" y="22453"/>
                  </a:lnTo>
                  <a:lnTo>
                    <a:pt x="15287" y="21975"/>
                  </a:lnTo>
                  <a:lnTo>
                    <a:pt x="13376" y="20542"/>
                  </a:lnTo>
                  <a:lnTo>
                    <a:pt x="11943" y="18154"/>
                  </a:lnTo>
                  <a:lnTo>
                    <a:pt x="12899" y="18154"/>
                  </a:lnTo>
                  <a:lnTo>
                    <a:pt x="12899" y="17676"/>
                  </a:lnTo>
                  <a:lnTo>
                    <a:pt x="12899" y="17676"/>
                  </a:lnTo>
                  <a:lnTo>
                    <a:pt x="10988" y="17198"/>
                  </a:lnTo>
                  <a:lnTo>
                    <a:pt x="7644" y="17198"/>
                  </a:lnTo>
                  <a:lnTo>
                    <a:pt x="5733" y="16721"/>
                  </a:lnTo>
                  <a:lnTo>
                    <a:pt x="6210" y="13376"/>
                  </a:lnTo>
                  <a:lnTo>
                    <a:pt x="5255" y="11943"/>
                  </a:lnTo>
                  <a:lnTo>
                    <a:pt x="3344" y="11465"/>
                  </a:lnTo>
                  <a:lnTo>
                    <a:pt x="478" y="10988"/>
                  </a:lnTo>
                  <a:lnTo>
                    <a:pt x="0" y="9555"/>
                  </a:lnTo>
                  <a:lnTo>
                    <a:pt x="956" y="7644"/>
                  </a:lnTo>
                  <a:lnTo>
                    <a:pt x="2389" y="5733"/>
                  </a:lnTo>
                  <a:lnTo>
                    <a:pt x="3822" y="4299"/>
                  </a:lnTo>
                  <a:lnTo>
                    <a:pt x="4777" y="2866"/>
                  </a:lnTo>
                  <a:lnTo>
                    <a:pt x="8121" y="0"/>
                  </a:lnTo>
                  <a:lnTo>
                    <a:pt x="8121" y="1911"/>
                  </a:lnTo>
                  <a:lnTo>
                    <a:pt x="8599" y="3822"/>
                  </a:lnTo>
                  <a:lnTo>
                    <a:pt x="6210" y="7644"/>
                  </a:lnTo>
                  <a:lnTo>
                    <a:pt x="10032" y="10988"/>
                  </a:lnTo>
                  <a:lnTo>
                    <a:pt x="10510" y="11943"/>
                  </a:lnTo>
                  <a:lnTo>
                    <a:pt x="10988" y="12898"/>
                  </a:lnTo>
                  <a:lnTo>
                    <a:pt x="10510" y="13854"/>
                  </a:lnTo>
                  <a:lnTo>
                    <a:pt x="10032" y="14809"/>
                  </a:lnTo>
                  <a:lnTo>
                    <a:pt x="11465" y="14809"/>
                  </a:lnTo>
                  <a:lnTo>
                    <a:pt x="11943" y="157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4" name="Freeform 3753">
              <a:extLst>
                <a:ext uri="{FF2B5EF4-FFF2-40B4-BE49-F238E27FC236}">
                  <a16:creationId xmlns:a16="http://schemas.microsoft.com/office/drawing/2014/main" id="{239DC99F-3A98-CEC0-314C-76614330A3F4}"/>
                </a:ext>
              </a:extLst>
            </p:cNvPr>
            <p:cNvSpPr/>
            <p:nvPr/>
          </p:nvSpPr>
          <p:spPr>
            <a:xfrm>
              <a:off x="4664244" y="3768449"/>
              <a:ext cx="32963" cy="37740"/>
            </a:xfrm>
            <a:custGeom>
              <a:avLst/>
              <a:gdLst>
                <a:gd name="csX0" fmla="*/ 7644 w 32963"/>
                <a:gd name="csY0" fmla="*/ 27708 h 37740"/>
                <a:gd name="csX1" fmla="*/ 8599 w 32963"/>
                <a:gd name="csY1" fmla="*/ 28186 h 37740"/>
                <a:gd name="csX2" fmla="*/ 10988 w 32963"/>
                <a:gd name="csY2" fmla="*/ 26753 h 37740"/>
                <a:gd name="csX3" fmla="*/ 12421 w 32963"/>
                <a:gd name="csY3" fmla="*/ 26753 h 37740"/>
                <a:gd name="csX4" fmla="*/ 12421 w 32963"/>
                <a:gd name="csY4" fmla="*/ 27708 h 37740"/>
                <a:gd name="csX5" fmla="*/ 10032 w 32963"/>
                <a:gd name="csY5" fmla="*/ 28664 h 37740"/>
                <a:gd name="csX6" fmla="*/ 9077 w 32963"/>
                <a:gd name="csY6" fmla="*/ 29619 h 37740"/>
                <a:gd name="csX7" fmla="*/ 10510 w 32963"/>
                <a:gd name="csY7" fmla="*/ 30097 h 37740"/>
                <a:gd name="csX8" fmla="*/ 10510 w 32963"/>
                <a:gd name="csY8" fmla="*/ 30575 h 37740"/>
                <a:gd name="csX9" fmla="*/ 8599 w 32963"/>
                <a:gd name="csY9" fmla="*/ 32008 h 37740"/>
                <a:gd name="csX10" fmla="*/ 8121 w 32963"/>
                <a:gd name="csY10" fmla="*/ 32963 h 37740"/>
                <a:gd name="csX11" fmla="*/ 8599 w 32963"/>
                <a:gd name="csY11" fmla="*/ 34397 h 37740"/>
                <a:gd name="csX12" fmla="*/ 10988 w 32963"/>
                <a:gd name="csY12" fmla="*/ 32963 h 37740"/>
                <a:gd name="csX13" fmla="*/ 12421 w 32963"/>
                <a:gd name="csY13" fmla="*/ 32963 h 37740"/>
                <a:gd name="csX14" fmla="*/ 13854 w 32963"/>
                <a:gd name="csY14" fmla="*/ 33441 h 37740"/>
                <a:gd name="csX15" fmla="*/ 14810 w 32963"/>
                <a:gd name="csY15" fmla="*/ 32963 h 37740"/>
                <a:gd name="csX16" fmla="*/ 15765 w 32963"/>
                <a:gd name="csY16" fmla="*/ 32486 h 37740"/>
                <a:gd name="csX17" fmla="*/ 20065 w 32963"/>
                <a:gd name="csY17" fmla="*/ 27708 h 37740"/>
                <a:gd name="csX18" fmla="*/ 20542 w 32963"/>
                <a:gd name="csY18" fmla="*/ 27231 h 37740"/>
                <a:gd name="csX19" fmla="*/ 15765 w 32963"/>
                <a:gd name="csY19" fmla="*/ 28186 h 37740"/>
                <a:gd name="csX20" fmla="*/ 15287 w 32963"/>
                <a:gd name="csY20" fmla="*/ 27708 h 37740"/>
                <a:gd name="csX21" fmla="*/ 18154 w 32963"/>
                <a:gd name="csY21" fmla="*/ 24842 h 37740"/>
                <a:gd name="csX22" fmla="*/ 18154 w 32963"/>
                <a:gd name="csY22" fmla="*/ 23409 h 37740"/>
                <a:gd name="csX23" fmla="*/ 19587 w 32963"/>
                <a:gd name="csY23" fmla="*/ 21020 h 37740"/>
                <a:gd name="csX24" fmla="*/ 21020 w 32963"/>
                <a:gd name="csY24" fmla="*/ 20065 h 37740"/>
                <a:gd name="csX25" fmla="*/ 21976 w 32963"/>
                <a:gd name="csY25" fmla="*/ 19109 h 37740"/>
                <a:gd name="csX26" fmla="*/ 23886 w 32963"/>
                <a:gd name="csY26" fmla="*/ 18154 h 37740"/>
                <a:gd name="csX27" fmla="*/ 24842 w 32963"/>
                <a:gd name="csY27" fmla="*/ 19587 h 37740"/>
                <a:gd name="csX28" fmla="*/ 25320 w 32963"/>
                <a:gd name="csY28" fmla="*/ 21498 h 37740"/>
                <a:gd name="csX29" fmla="*/ 27708 w 32963"/>
                <a:gd name="csY29" fmla="*/ 21020 h 37740"/>
                <a:gd name="csX30" fmla="*/ 30575 w 32963"/>
                <a:gd name="csY30" fmla="*/ 21498 h 37740"/>
                <a:gd name="csX31" fmla="*/ 32486 w 32963"/>
                <a:gd name="csY31" fmla="*/ 22453 h 37740"/>
                <a:gd name="csX32" fmla="*/ 32486 w 32963"/>
                <a:gd name="csY32" fmla="*/ 22931 h 37740"/>
                <a:gd name="csX33" fmla="*/ 32486 w 32963"/>
                <a:gd name="csY33" fmla="*/ 23409 h 37740"/>
                <a:gd name="csX34" fmla="*/ 32008 w 32963"/>
                <a:gd name="csY34" fmla="*/ 24842 h 37740"/>
                <a:gd name="csX35" fmla="*/ 31052 w 32963"/>
                <a:gd name="csY35" fmla="*/ 25797 h 37740"/>
                <a:gd name="csX36" fmla="*/ 32963 w 32963"/>
                <a:gd name="csY36" fmla="*/ 27231 h 37740"/>
                <a:gd name="csX37" fmla="*/ 32963 w 32963"/>
                <a:gd name="csY37" fmla="*/ 28186 h 37740"/>
                <a:gd name="csX38" fmla="*/ 29142 w 32963"/>
                <a:gd name="csY38" fmla="*/ 29619 h 37740"/>
                <a:gd name="csX39" fmla="*/ 27231 w 32963"/>
                <a:gd name="csY39" fmla="*/ 31052 h 37740"/>
                <a:gd name="csX40" fmla="*/ 25320 w 32963"/>
                <a:gd name="csY40" fmla="*/ 33441 h 37740"/>
                <a:gd name="csX41" fmla="*/ 21976 w 32963"/>
                <a:gd name="csY41" fmla="*/ 35352 h 37740"/>
                <a:gd name="csX42" fmla="*/ 16243 w 32963"/>
                <a:gd name="csY42" fmla="*/ 37263 h 37740"/>
                <a:gd name="csX43" fmla="*/ 14332 w 32963"/>
                <a:gd name="csY43" fmla="*/ 37263 h 37740"/>
                <a:gd name="csX44" fmla="*/ 12421 w 32963"/>
                <a:gd name="csY44" fmla="*/ 36785 h 37740"/>
                <a:gd name="csX45" fmla="*/ 10032 w 32963"/>
                <a:gd name="csY45" fmla="*/ 36785 h 37740"/>
                <a:gd name="csX46" fmla="*/ 8121 w 32963"/>
                <a:gd name="csY46" fmla="*/ 37263 h 37740"/>
                <a:gd name="csX47" fmla="*/ 6210 w 32963"/>
                <a:gd name="csY47" fmla="*/ 37263 h 37740"/>
                <a:gd name="csX48" fmla="*/ 5255 w 32963"/>
                <a:gd name="csY48" fmla="*/ 37740 h 37740"/>
                <a:gd name="csX49" fmla="*/ 4300 w 32963"/>
                <a:gd name="csY49" fmla="*/ 37740 h 37740"/>
                <a:gd name="csX50" fmla="*/ 3344 w 32963"/>
                <a:gd name="csY50" fmla="*/ 36785 h 37740"/>
                <a:gd name="csX51" fmla="*/ 1911 w 32963"/>
                <a:gd name="csY51" fmla="*/ 35352 h 37740"/>
                <a:gd name="csX52" fmla="*/ 956 w 32963"/>
                <a:gd name="csY52" fmla="*/ 33919 h 37740"/>
                <a:gd name="csX53" fmla="*/ 0 w 32963"/>
                <a:gd name="csY53" fmla="*/ 28186 h 37740"/>
                <a:gd name="csX54" fmla="*/ 478 w 32963"/>
                <a:gd name="csY54" fmla="*/ 24842 h 37740"/>
                <a:gd name="csX55" fmla="*/ 1911 w 32963"/>
                <a:gd name="csY55" fmla="*/ 21975 h 37740"/>
                <a:gd name="csX56" fmla="*/ 3822 w 32963"/>
                <a:gd name="csY56" fmla="*/ 20065 h 37740"/>
                <a:gd name="csX57" fmla="*/ 4777 w 32963"/>
                <a:gd name="csY57" fmla="*/ 18631 h 37740"/>
                <a:gd name="csX58" fmla="*/ 10032 w 32963"/>
                <a:gd name="csY58" fmla="*/ 9555 h 37740"/>
                <a:gd name="csX59" fmla="*/ 10988 w 32963"/>
                <a:gd name="csY59" fmla="*/ 7166 h 37740"/>
                <a:gd name="csX60" fmla="*/ 12421 w 32963"/>
                <a:gd name="csY60" fmla="*/ 5733 h 37740"/>
                <a:gd name="csX61" fmla="*/ 14332 w 32963"/>
                <a:gd name="csY61" fmla="*/ 3822 h 37740"/>
                <a:gd name="csX62" fmla="*/ 17198 w 32963"/>
                <a:gd name="csY62" fmla="*/ 956 h 37740"/>
                <a:gd name="csX63" fmla="*/ 18154 w 32963"/>
                <a:gd name="csY63" fmla="*/ 0 h 37740"/>
                <a:gd name="csX64" fmla="*/ 20065 w 32963"/>
                <a:gd name="csY64" fmla="*/ 0 h 37740"/>
                <a:gd name="csX65" fmla="*/ 21498 w 32963"/>
                <a:gd name="csY65" fmla="*/ 0 h 37740"/>
                <a:gd name="csX66" fmla="*/ 21020 w 32963"/>
                <a:gd name="csY66" fmla="*/ 956 h 37740"/>
                <a:gd name="csX67" fmla="*/ 21020 w 32963"/>
                <a:gd name="csY67" fmla="*/ 2389 h 37740"/>
                <a:gd name="csX68" fmla="*/ 22931 w 32963"/>
                <a:gd name="csY68" fmla="*/ 6210 h 37740"/>
                <a:gd name="csX69" fmla="*/ 22931 w 32963"/>
                <a:gd name="csY69" fmla="*/ 7166 h 37740"/>
                <a:gd name="csX70" fmla="*/ 21976 w 32963"/>
                <a:gd name="csY70" fmla="*/ 10510 h 37740"/>
                <a:gd name="csX71" fmla="*/ 20065 w 32963"/>
                <a:gd name="csY71" fmla="*/ 15765 h 37740"/>
                <a:gd name="csX72" fmla="*/ 19587 w 32963"/>
                <a:gd name="csY72" fmla="*/ 18631 h 37740"/>
                <a:gd name="csX73" fmla="*/ 19587 w 32963"/>
                <a:gd name="csY73" fmla="*/ 19587 h 37740"/>
                <a:gd name="csX74" fmla="*/ 19109 w 32963"/>
                <a:gd name="csY74" fmla="*/ 21020 h 37740"/>
                <a:gd name="csX75" fmla="*/ 18154 w 32963"/>
                <a:gd name="csY75" fmla="*/ 21975 h 37740"/>
                <a:gd name="csX76" fmla="*/ 14810 w 32963"/>
                <a:gd name="csY76" fmla="*/ 23886 h 37740"/>
                <a:gd name="csX77" fmla="*/ 13376 w 32963"/>
                <a:gd name="csY77" fmla="*/ 24364 h 37740"/>
                <a:gd name="csX78" fmla="*/ 11466 w 32963"/>
                <a:gd name="csY78" fmla="*/ 25320 h 37740"/>
                <a:gd name="csX79" fmla="*/ 7644 w 32963"/>
                <a:gd name="csY79" fmla="*/ 27708 h 37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32963" h="37740">
                  <a:moveTo>
                    <a:pt x="7644" y="27708"/>
                  </a:moveTo>
                  <a:lnTo>
                    <a:pt x="8599" y="28186"/>
                  </a:lnTo>
                  <a:lnTo>
                    <a:pt x="10988" y="26753"/>
                  </a:lnTo>
                  <a:lnTo>
                    <a:pt x="12421" y="26753"/>
                  </a:lnTo>
                  <a:lnTo>
                    <a:pt x="12421" y="27708"/>
                  </a:lnTo>
                  <a:lnTo>
                    <a:pt x="10032" y="28664"/>
                  </a:lnTo>
                  <a:lnTo>
                    <a:pt x="9077" y="29619"/>
                  </a:lnTo>
                  <a:lnTo>
                    <a:pt x="10510" y="30097"/>
                  </a:lnTo>
                  <a:lnTo>
                    <a:pt x="10510" y="30575"/>
                  </a:lnTo>
                  <a:lnTo>
                    <a:pt x="8599" y="32008"/>
                  </a:lnTo>
                  <a:lnTo>
                    <a:pt x="8121" y="32963"/>
                  </a:lnTo>
                  <a:lnTo>
                    <a:pt x="8599" y="34397"/>
                  </a:lnTo>
                  <a:lnTo>
                    <a:pt x="10988" y="32963"/>
                  </a:lnTo>
                  <a:lnTo>
                    <a:pt x="12421" y="32963"/>
                  </a:lnTo>
                  <a:lnTo>
                    <a:pt x="13854" y="33441"/>
                  </a:lnTo>
                  <a:lnTo>
                    <a:pt x="14810" y="32963"/>
                  </a:lnTo>
                  <a:lnTo>
                    <a:pt x="15765" y="32486"/>
                  </a:lnTo>
                  <a:lnTo>
                    <a:pt x="20065" y="27708"/>
                  </a:lnTo>
                  <a:lnTo>
                    <a:pt x="20542" y="27231"/>
                  </a:lnTo>
                  <a:lnTo>
                    <a:pt x="15765" y="28186"/>
                  </a:lnTo>
                  <a:lnTo>
                    <a:pt x="15287" y="27708"/>
                  </a:lnTo>
                  <a:lnTo>
                    <a:pt x="18154" y="24842"/>
                  </a:lnTo>
                  <a:lnTo>
                    <a:pt x="18154" y="23409"/>
                  </a:lnTo>
                  <a:lnTo>
                    <a:pt x="19587" y="21020"/>
                  </a:lnTo>
                  <a:lnTo>
                    <a:pt x="21020" y="20065"/>
                  </a:lnTo>
                  <a:lnTo>
                    <a:pt x="21976" y="19109"/>
                  </a:lnTo>
                  <a:lnTo>
                    <a:pt x="23886" y="18154"/>
                  </a:lnTo>
                  <a:lnTo>
                    <a:pt x="24842" y="19587"/>
                  </a:lnTo>
                  <a:lnTo>
                    <a:pt x="25320" y="21498"/>
                  </a:lnTo>
                  <a:lnTo>
                    <a:pt x="27708" y="21020"/>
                  </a:lnTo>
                  <a:lnTo>
                    <a:pt x="30575" y="21498"/>
                  </a:lnTo>
                  <a:lnTo>
                    <a:pt x="32486" y="22453"/>
                  </a:lnTo>
                  <a:lnTo>
                    <a:pt x="32486" y="22931"/>
                  </a:lnTo>
                  <a:lnTo>
                    <a:pt x="32486" y="23409"/>
                  </a:lnTo>
                  <a:lnTo>
                    <a:pt x="32008" y="24842"/>
                  </a:lnTo>
                  <a:lnTo>
                    <a:pt x="31052" y="25797"/>
                  </a:lnTo>
                  <a:lnTo>
                    <a:pt x="32963" y="27231"/>
                  </a:lnTo>
                  <a:lnTo>
                    <a:pt x="32963" y="28186"/>
                  </a:lnTo>
                  <a:lnTo>
                    <a:pt x="29142" y="29619"/>
                  </a:lnTo>
                  <a:lnTo>
                    <a:pt x="27231" y="31052"/>
                  </a:lnTo>
                  <a:lnTo>
                    <a:pt x="25320" y="33441"/>
                  </a:lnTo>
                  <a:lnTo>
                    <a:pt x="21976" y="35352"/>
                  </a:lnTo>
                  <a:lnTo>
                    <a:pt x="16243" y="37263"/>
                  </a:lnTo>
                  <a:lnTo>
                    <a:pt x="14332" y="37263"/>
                  </a:lnTo>
                  <a:lnTo>
                    <a:pt x="12421" y="36785"/>
                  </a:lnTo>
                  <a:lnTo>
                    <a:pt x="10032" y="36785"/>
                  </a:lnTo>
                  <a:lnTo>
                    <a:pt x="8121" y="37263"/>
                  </a:lnTo>
                  <a:lnTo>
                    <a:pt x="6210" y="37263"/>
                  </a:lnTo>
                  <a:lnTo>
                    <a:pt x="5255" y="37740"/>
                  </a:lnTo>
                  <a:lnTo>
                    <a:pt x="4300" y="37740"/>
                  </a:lnTo>
                  <a:lnTo>
                    <a:pt x="3344" y="36785"/>
                  </a:lnTo>
                  <a:lnTo>
                    <a:pt x="1911" y="35352"/>
                  </a:lnTo>
                  <a:lnTo>
                    <a:pt x="956" y="33919"/>
                  </a:lnTo>
                  <a:lnTo>
                    <a:pt x="0" y="28186"/>
                  </a:lnTo>
                  <a:lnTo>
                    <a:pt x="478" y="24842"/>
                  </a:lnTo>
                  <a:lnTo>
                    <a:pt x="1911" y="21975"/>
                  </a:lnTo>
                  <a:lnTo>
                    <a:pt x="3822" y="20065"/>
                  </a:lnTo>
                  <a:lnTo>
                    <a:pt x="4777" y="18631"/>
                  </a:lnTo>
                  <a:lnTo>
                    <a:pt x="10032" y="9555"/>
                  </a:lnTo>
                  <a:lnTo>
                    <a:pt x="10988" y="7166"/>
                  </a:lnTo>
                  <a:lnTo>
                    <a:pt x="12421" y="5733"/>
                  </a:lnTo>
                  <a:lnTo>
                    <a:pt x="14332" y="3822"/>
                  </a:lnTo>
                  <a:lnTo>
                    <a:pt x="17198" y="956"/>
                  </a:lnTo>
                  <a:lnTo>
                    <a:pt x="18154" y="0"/>
                  </a:lnTo>
                  <a:lnTo>
                    <a:pt x="20065" y="0"/>
                  </a:lnTo>
                  <a:lnTo>
                    <a:pt x="21498" y="0"/>
                  </a:lnTo>
                  <a:lnTo>
                    <a:pt x="21020" y="956"/>
                  </a:lnTo>
                  <a:lnTo>
                    <a:pt x="21020" y="2389"/>
                  </a:lnTo>
                  <a:lnTo>
                    <a:pt x="22931" y="6210"/>
                  </a:lnTo>
                  <a:lnTo>
                    <a:pt x="22931" y="7166"/>
                  </a:lnTo>
                  <a:lnTo>
                    <a:pt x="21976" y="10510"/>
                  </a:lnTo>
                  <a:lnTo>
                    <a:pt x="20065" y="15765"/>
                  </a:lnTo>
                  <a:lnTo>
                    <a:pt x="19587" y="18631"/>
                  </a:lnTo>
                  <a:lnTo>
                    <a:pt x="19587" y="19587"/>
                  </a:lnTo>
                  <a:lnTo>
                    <a:pt x="19109" y="21020"/>
                  </a:lnTo>
                  <a:lnTo>
                    <a:pt x="18154" y="21975"/>
                  </a:lnTo>
                  <a:lnTo>
                    <a:pt x="14810" y="23886"/>
                  </a:lnTo>
                  <a:lnTo>
                    <a:pt x="13376" y="24364"/>
                  </a:lnTo>
                  <a:lnTo>
                    <a:pt x="11466" y="25320"/>
                  </a:lnTo>
                  <a:lnTo>
                    <a:pt x="7644" y="277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5" name="Freeform 3754">
              <a:extLst>
                <a:ext uri="{FF2B5EF4-FFF2-40B4-BE49-F238E27FC236}">
                  <a16:creationId xmlns:a16="http://schemas.microsoft.com/office/drawing/2014/main" id="{5B067759-F33A-42BE-DAC8-34BD19DDC69C}"/>
                </a:ext>
              </a:extLst>
            </p:cNvPr>
            <p:cNvSpPr/>
            <p:nvPr/>
          </p:nvSpPr>
          <p:spPr>
            <a:xfrm>
              <a:off x="4473630" y="3768927"/>
              <a:ext cx="5732" cy="3344"/>
            </a:xfrm>
            <a:custGeom>
              <a:avLst/>
              <a:gdLst>
                <a:gd name="csX0" fmla="*/ 1433 w 5732"/>
                <a:gd name="csY0" fmla="*/ 2867 h 3344"/>
                <a:gd name="csX1" fmla="*/ 0 w 5732"/>
                <a:gd name="csY1" fmla="*/ 3344 h 3344"/>
                <a:gd name="csX2" fmla="*/ 478 w 5732"/>
                <a:gd name="csY2" fmla="*/ 2389 h 3344"/>
                <a:gd name="csX3" fmla="*/ 2866 w 5732"/>
                <a:gd name="csY3" fmla="*/ 478 h 3344"/>
                <a:gd name="csX4" fmla="*/ 4299 w 5732"/>
                <a:gd name="csY4" fmla="*/ 0 h 3344"/>
                <a:gd name="csX5" fmla="*/ 5733 w 5732"/>
                <a:gd name="csY5" fmla="*/ 0 h 3344"/>
                <a:gd name="csX6" fmla="*/ 3822 w 5732"/>
                <a:gd name="csY6" fmla="*/ 1911 h 3344"/>
                <a:gd name="csX7" fmla="*/ 1433 w 5732"/>
                <a:gd name="csY7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3344">
                  <a:moveTo>
                    <a:pt x="1433" y="2867"/>
                  </a:moveTo>
                  <a:lnTo>
                    <a:pt x="0" y="3344"/>
                  </a:lnTo>
                  <a:lnTo>
                    <a:pt x="478" y="2389"/>
                  </a:lnTo>
                  <a:lnTo>
                    <a:pt x="2866" y="478"/>
                  </a:lnTo>
                  <a:lnTo>
                    <a:pt x="4299" y="0"/>
                  </a:lnTo>
                  <a:lnTo>
                    <a:pt x="5733" y="0"/>
                  </a:lnTo>
                  <a:lnTo>
                    <a:pt x="3822" y="1911"/>
                  </a:lnTo>
                  <a:lnTo>
                    <a:pt x="1433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6" name="Freeform 3755">
              <a:extLst>
                <a:ext uri="{FF2B5EF4-FFF2-40B4-BE49-F238E27FC236}">
                  <a16:creationId xmlns:a16="http://schemas.microsoft.com/office/drawing/2014/main" id="{36AF3DCA-C643-AE42-0FCB-72AAA9825AD1}"/>
                </a:ext>
              </a:extLst>
            </p:cNvPr>
            <p:cNvSpPr/>
            <p:nvPr/>
          </p:nvSpPr>
          <p:spPr>
            <a:xfrm>
              <a:off x="4216134" y="3786603"/>
              <a:ext cx="5732" cy="5732"/>
            </a:xfrm>
            <a:custGeom>
              <a:avLst/>
              <a:gdLst>
                <a:gd name="csX0" fmla="*/ 5733 w 5732"/>
                <a:gd name="csY0" fmla="*/ 3822 h 5732"/>
                <a:gd name="csX1" fmla="*/ 5255 w 5732"/>
                <a:gd name="csY1" fmla="*/ 4300 h 5732"/>
                <a:gd name="csX2" fmla="*/ 4777 w 5732"/>
                <a:gd name="csY2" fmla="*/ 4300 h 5732"/>
                <a:gd name="csX3" fmla="*/ 4300 w 5732"/>
                <a:gd name="csY3" fmla="*/ 4300 h 5732"/>
                <a:gd name="csX4" fmla="*/ 3822 w 5732"/>
                <a:gd name="csY4" fmla="*/ 5255 h 5732"/>
                <a:gd name="csX5" fmla="*/ 3822 w 5732"/>
                <a:gd name="csY5" fmla="*/ 5733 h 5732"/>
                <a:gd name="csX6" fmla="*/ 3344 w 5732"/>
                <a:gd name="csY6" fmla="*/ 5733 h 5732"/>
                <a:gd name="csX7" fmla="*/ 2389 w 5732"/>
                <a:gd name="csY7" fmla="*/ 5733 h 5732"/>
                <a:gd name="csX8" fmla="*/ 956 w 5732"/>
                <a:gd name="csY8" fmla="*/ 3822 h 5732"/>
                <a:gd name="csX9" fmla="*/ 0 w 5732"/>
                <a:gd name="csY9" fmla="*/ 1911 h 5732"/>
                <a:gd name="csX10" fmla="*/ 0 w 5732"/>
                <a:gd name="csY10" fmla="*/ 956 h 5732"/>
                <a:gd name="csX11" fmla="*/ 478 w 5732"/>
                <a:gd name="csY11" fmla="*/ 0 h 5732"/>
                <a:gd name="csX12" fmla="*/ 2389 w 5732"/>
                <a:gd name="csY12" fmla="*/ 478 h 5732"/>
                <a:gd name="csX13" fmla="*/ 3822 w 5732"/>
                <a:gd name="csY13" fmla="*/ 956 h 5732"/>
                <a:gd name="csX14" fmla="*/ 5255 w 5732"/>
                <a:gd name="csY14" fmla="*/ 1911 h 5732"/>
                <a:gd name="csX15" fmla="*/ 5733 w 5732"/>
                <a:gd name="csY15" fmla="*/ 2866 h 5732"/>
                <a:gd name="csX16" fmla="*/ 5733 w 5732"/>
                <a:gd name="csY16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732" h="5732">
                  <a:moveTo>
                    <a:pt x="5733" y="3822"/>
                  </a:moveTo>
                  <a:lnTo>
                    <a:pt x="5255" y="4300"/>
                  </a:lnTo>
                  <a:lnTo>
                    <a:pt x="4777" y="4300"/>
                  </a:lnTo>
                  <a:lnTo>
                    <a:pt x="4300" y="4300"/>
                  </a:lnTo>
                  <a:lnTo>
                    <a:pt x="3822" y="5255"/>
                  </a:lnTo>
                  <a:lnTo>
                    <a:pt x="3822" y="5733"/>
                  </a:lnTo>
                  <a:lnTo>
                    <a:pt x="3344" y="5733"/>
                  </a:lnTo>
                  <a:lnTo>
                    <a:pt x="2389" y="5733"/>
                  </a:lnTo>
                  <a:lnTo>
                    <a:pt x="956" y="3822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3822" y="956"/>
                  </a:lnTo>
                  <a:lnTo>
                    <a:pt x="5255" y="1911"/>
                  </a:lnTo>
                  <a:lnTo>
                    <a:pt x="5733" y="2866"/>
                  </a:lnTo>
                  <a:lnTo>
                    <a:pt x="57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7" name="Freeform 3756">
              <a:extLst>
                <a:ext uri="{FF2B5EF4-FFF2-40B4-BE49-F238E27FC236}">
                  <a16:creationId xmlns:a16="http://schemas.microsoft.com/office/drawing/2014/main" id="{E3E2B269-6A09-3C85-4269-6613EF4247CA}"/>
                </a:ext>
              </a:extLst>
            </p:cNvPr>
            <p:cNvSpPr/>
            <p:nvPr/>
          </p:nvSpPr>
          <p:spPr>
            <a:xfrm>
              <a:off x="4228077" y="3795202"/>
              <a:ext cx="4299" cy="3344"/>
            </a:xfrm>
            <a:custGeom>
              <a:avLst/>
              <a:gdLst>
                <a:gd name="csX0" fmla="*/ 3344 w 4299"/>
                <a:gd name="csY0" fmla="*/ 2867 h 3344"/>
                <a:gd name="csX1" fmla="*/ 1911 w 4299"/>
                <a:gd name="csY1" fmla="*/ 3344 h 3344"/>
                <a:gd name="csX2" fmla="*/ 478 w 4299"/>
                <a:gd name="csY2" fmla="*/ 2867 h 3344"/>
                <a:gd name="csX3" fmla="*/ 0 w 4299"/>
                <a:gd name="csY3" fmla="*/ 2389 h 3344"/>
                <a:gd name="csX4" fmla="*/ 478 w 4299"/>
                <a:gd name="csY4" fmla="*/ 1433 h 3344"/>
                <a:gd name="csX5" fmla="*/ 956 w 4299"/>
                <a:gd name="csY5" fmla="*/ 956 h 3344"/>
                <a:gd name="csX6" fmla="*/ 1911 w 4299"/>
                <a:gd name="csY6" fmla="*/ 0 h 3344"/>
                <a:gd name="csX7" fmla="*/ 2866 w 4299"/>
                <a:gd name="csY7" fmla="*/ 0 h 3344"/>
                <a:gd name="csX8" fmla="*/ 3822 w 4299"/>
                <a:gd name="csY8" fmla="*/ 478 h 3344"/>
                <a:gd name="csX9" fmla="*/ 4300 w 4299"/>
                <a:gd name="csY9" fmla="*/ 956 h 3344"/>
                <a:gd name="csX10" fmla="*/ 4300 w 4299"/>
                <a:gd name="csY10" fmla="*/ 956 h 3344"/>
                <a:gd name="csX11" fmla="*/ 3344 w 4299"/>
                <a:gd name="csY11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3344">
                  <a:moveTo>
                    <a:pt x="3344" y="2867"/>
                  </a:moveTo>
                  <a:lnTo>
                    <a:pt x="1911" y="3344"/>
                  </a:lnTo>
                  <a:lnTo>
                    <a:pt x="478" y="2867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956" y="956"/>
                  </a:lnTo>
                  <a:lnTo>
                    <a:pt x="1911" y="0"/>
                  </a:lnTo>
                  <a:lnTo>
                    <a:pt x="2866" y="0"/>
                  </a:lnTo>
                  <a:lnTo>
                    <a:pt x="3822" y="478"/>
                  </a:lnTo>
                  <a:lnTo>
                    <a:pt x="4300" y="956"/>
                  </a:lnTo>
                  <a:lnTo>
                    <a:pt x="4300" y="956"/>
                  </a:lnTo>
                  <a:lnTo>
                    <a:pt x="3344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8" name="Freeform 3757">
              <a:extLst>
                <a:ext uri="{FF2B5EF4-FFF2-40B4-BE49-F238E27FC236}">
                  <a16:creationId xmlns:a16="http://schemas.microsoft.com/office/drawing/2014/main" id="{BDC74761-DAC8-E295-4F3E-BDD1542FC280}"/>
                </a:ext>
              </a:extLst>
            </p:cNvPr>
            <p:cNvSpPr/>
            <p:nvPr/>
          </p:nvSpPr>
          <p:spPr>
            <a:xfrm>
              <a:off x="4233332" y="3795202"/>
              <a:ext cx="32485" cy="11943"/>
            </a:xfrm>
            <a:custGeom>
              <a:avLst/>
              <a:gdLst>
                <a:gd name="csX0" fmla="*/ 8121 w 32485"/>
                <a:gd name="csY0" fmla="*/ 478 h 11943"/>
                <a:gd name="csX1" fmla="*/ 7644 w 32485"/>
                <a:gd name="csY1" fmla="*/ 1433 h 11943"/>
                <a:gd name="csX2" fmla="*/ 8121 w 32485"/>
                <a:gd name="csY2" fmla="*/ 1911 h 11943"/>
                <a:gd name="csX3" fmla="*/ 8599 w 32485"/>
                <a:gd name="csY3" fmla="*/ 2389 h 11943"/>
                <a:gd name="csX4" fmla="*/ 9077 w 32485"/>
                <a:gd name="csY4" fmla="*/ 2867 h 11943"/>
                <a:gd name="csX5" fmla="*/ 9077 w 32485"/>
                <a:gd name="csY5" fmla="*/ 3344 h 11943"/>
                <a:gd name="csX6" fmla="*/ 9555 w 32485"/>
                <a:gd name="csY6" fmla="*/ 3822 h 11943"/>
                <a:gd name="csX7" fmla="*/ 10510 w 32485"/>
                <a:gd name="csY7" fmla="*/ 3344 h 11943"/>
                <a:gd name="csX8" fmla="*/ 10988 w 32485"/>
                <a:gd name="csY8" fmla="*/ 3344 h 11943"/>
                <a:gd name="csX9" fmla="*/ 11466 w 32485"/>
                <a:gd name="csY9" fmla="*/ 3822 h 11943"/>
                <a:gd name="csX10" fmla="*/ 11943 w 32485"/>
                <a:gd name="csY10" fmla="*/ 3822 h 11943"/>
                <a:gd name="csX11" fmla="*/ 12421 w 32485"/>
                <a:gd name="csY11" fmla="*/ 3822 h 11943"/>
                <a:gd name="csX12" fmla="*/ 12899 w 32485"/>
                <a:gd name="csY12" fmla="*/ 3822 h 11943"/>
                <a:gd name="csX13" fmla="*/ 13377 w 32485"/>
                <a:gd name="csY13" fmla="*/ 4777 h 11943"/>
                <a:gd name="csX14" fmla="*/ 13854 w 32485"/>
                <a:gd name="csY14" fmla="*/ 4777 h 11943"/>
                <a:gd name="csX15" fmla="*/ 13854 w 32485"/>
                <a:gd name="csY15" fmla="*/ 4300 h 11943"/>
                <a:gd name="csX16" fmla="*/ 13854 w 32485"/>
                <a:gd name="csY16" fmla="*/ 3822 h 11943"/>
                <a:gd name="csX17" fmla="*/ 13377 w 32485"/>
                <a:gd name="csY17" fmla="*/ 3344 h 11943"/>
                <a:gd name="csX18" fmla="*/ 13377 w 32485"/>
                <a:gd name="csY18" fmla="*/ 3344 h 11943"/>
                <a:gd name="csX19" fmla="*/ 12899 w 32485"/>
                <a:gd name="csY19" fmla="*/ 2389 h 11943"/>
                <a:gd name="csX20" fmla="*/ 12899 w 32485"/>
                <a:gd name="csY20" fmla="*/ 1911 h 11943"/>
                <a:gd name="csX21" fmla="*/ 13854 w 32485"/>
                <a:gd name="csY21" fmla="*/ 1433 h 11943"/>
                <a:gd name="csX22" fmla="*/ 14332 w 32485"/>
                <a:gd name="csY22" fmla="*/ 956 h 11943"/>
                <a:gd name="csX23" fmla="*/ 14810 w 32485"/>
                <a:gd name="csY23" fmla="*/ 1433 h 11943"/>
                <a:gd name="csX24" fmla="*/ 15287 w 32485"/>
                <a:gd name="csY24" fmla="*/ 1433 h 11943"/>
                <a:gd name="csX25" fmla="*/ 15287 w 32485"/>
                <a:gd name="csY25" fmla="*/ 956 h 11943"/>
                <a:gd name="csX26" fmla="*/ 16243 w 32485"/>
                <a:gd name="csY26" fmla="*/ 478 h 11943"/>
                <a:gd name="csX27" fmla="*/ 17676 w 32485"/>
                <a:gd name="csY27" fmla="*/ 0 h 11943"/>
                <a:gd name="csX28" fmla="*/ 18632 w 32485"/>
                <a:gd name="csY28" fmla="*/ 478 h 11943"/>
                <a:gd name="csX29" fmla="*/ 18632 w 32485"/>
                <a:gd name="csY29" fmla="*/ 956 h 11943"/>
                <a:gd name="csX30" fmla="*/ 19109 w 32485"/>
                <a:gd name="csY30" fmla="*/ 1433 h 11943"/>
                <a:gd name="csX31" fmla="*/ 19587 w 32485"/>
                <a:gd name="csY31" fmla="*/ 956 h 11943"/>
                <a:gd name="csX32" fmla="*/ 20065 w 32485"/>
                <a:gd name="csY32" fmla="*/ 1911 h 11943"/>
                <a:gd name="csX33" fmla="*/ 20543 w 32485"/>
                <a:gd name="csY33" fmla="*/ 2867 h 11943"/>
                <a:gd name="csX34" fmla="*/ 21498 w 32485"/>
                <a:gd name="csY34" fmla="*/ 3344 h 11943"/>
                <a:gd name="csX35" fmla="*/ 21976 w 32485"/>
                <a:gd name="csY35" fmla="*/ 1911 h 11943"/>
                <a:gd name="csX36" fmla="*/ 23409 w 32485"/>
                <a:gd name="csY36" fmla="*/ 956 h 11943"/>
                <a:gd name="csX37" fmla="*/ 24364 w 32485"/>
                <a:gd name="csY37" fmla="*/ 478 h 11943"/>
                <a:gd name="csX38" fmla="*/ 25320 w 32485"/>
                <a:gd name="csY38" fmla="*/ 478 h 11943"/>
                <a:gd name="csX39" fmla="*/ 26275 w 32485"/>
                <a:gd name="csY39" fmla="*/ 956 h 11943"/>
                <a:gd name="csX40" fmla="*/ 26275 w 32485"/>
                <a:gd name="csY40" fmla="*/ 1433 h 11943"/>
                <a:gd name="csX41" fmla="*/ 26275 w 32485"/>
                <a:gd name="csY41" fmla="*/ 1911 h 11943"/>
                <a:gd name="csX42" fmla="*/ 26753 w 32485"/>
                <a:gd name="csY42" fmla="*/ 2389 h 11943"/>
                <a:gd name="csX43" fmla="*/ 27231 w 32485"/>
                <a:gd name="csY43" fmla="*/ 2867 h 11943"/>
                <a:gd name="csX44" fmla="*/ 27709 w 32485"/>
                <a:gd name="csY44" fmla="*/ 3344 h 11943"/>
                <a:gd name="csX45" fmla="*/ 27231 w 32485"/>
                <a:gd name="csY45" fmla="*/ 4300 h 11943"/>
                <a:gd name="csX46" fmla="*/ 27231 w 32485"/>
                <a:gd name="csY46" fmla="*/ 5255 h 11943"/>
                <a:gd name="csX47" fmla="*/ 28186 w 32485"/>
                <a:gd name="csY47" fmla="*/ 6210 h 11943"/>
                <a:gd name="csX48" fmla="*/ 28186 w 32485"/>
                <a:gd name="csY48" fmla="*/ 6688 h 11943"/>
                <a:gd name="csX49" fmla="*/ 29142 w 32485"/>
                <a:gd name="csY49" fmla="*/ 4300 h 11943"/>
                <a:gd name="csX50" fmla="*/ 29619 w 32485"/>
                <a:gd name="csY50" fmla="*/ 3344 h 11943"/>
                <a:gd name="csX51" fmla="*/ 30097 w 32485"/>
                <a:gd name="csY51" fmla="*/ 2389 h 11943"/>
                <a:gd name="csX52" fmla="*/ 30575 w 32485"/>
                <a:gd name="csY52" fmla="*/ 2389 h 11943"/>
                <a:gd name="csX53" fmla="*/ 31052 w 32485"/>
                <a:gd name="csY53" fmla="*/ 2867 h 11943"/>
                <a:gd name="csX54" fmla="*/ 30575 w 32485"/>
                <a:gd name="csY54" fmla="*/ 3822 h 11943"/>
                <a:gd name="csX55" fmla="*/ 30097 w 32485"/>
                <a:gd name="csY55" fmla="*/ 4777 h 11943"/>
                <a:gd name="csX56" fmla="*/ 30575 w 32485"/>
                <a:gd name="csY56" fmla="*/ 4777 h 11943"/>
                <a:gd name="csX57" fmla="*/ 32008 w 32485"/>
                <a:gd name="csY57" fmla="*/ 4777 h 11943"/>
                <a:gd name="csX58" fmla="*/ 32486 w 32485"/>
                <a:gd name="csY58" fmla="*/ 5255 h 11943"/>
                <a:gd name="csX59" fmla="*/ 30575 w 32485"/>
                <a:gd name="csY59" fmla="*/ 8599 h 11943"/>
                <a:gd name="csX60" fmla="*/ 29142 w 32485"/>
                <a:gd name="csY60" fmla="*/ 10510 h 11943"/>
                <a:gd name="csX61" fmla="*/ 27709 w 32485"/>
                <a:gd name="csY61" fmla="*/ 11466 h 11943"/>
                <a:gd name="csX62" fmla="*/ 26753 w 32485"/>
                <a:gd name="csY62" fmla="*/ 11943 h 11943"/>
                <a:gd name="csX63" fmla="*/ 25798 w 32485"/>
                <a:gd name="csY63" fmla="*/ 11466 h 11943"/>
                <a:gd name="csX64" fmla="*/ 25320 w 32485"/>
                <a:gd name="csY64" fmla="*/ 10988 h 11943"/>
                <a:gd name="csX65" fmla="*/ 24842 w 32485"/>
                <a:gd name="csY65" fmla="*/ 10988 h 11943"/>
                <a:gd name="csX66" fmla="*/ 24842 w 32485"/>
                <a:gd name="csY66" fmla="*/ 10988 h 11943"/>
                <a:gd name="csX67" fmla="*/ 25798 w 32485"/>
                <a:gd name="csY67" fmla="*/ 10032 h 11943"/>
                <a:gd name="csX68" fmla="*/ 26275 w 32485"/>
                <a:gd name="csY68" fmla="*/ 10032 h 11943"/>
                <a:gd name="csX69" fmla="*/ 26753 w 32485"/>
                <a:gd name="csY69" fmla="*/ 10032 h 11943"/>
                <a:gd name="csX70" fmla="*/ 29142 w 32485"/>
                <a:gd name="csY70" fmla="*/ 8121 h 11943"/>
                <a:gd name="csX71" fmla="*/ 29142 w 32485"/>
                <a:gd name="csY71" fmla="*/ 7644 h 11943"/>
                <a:gd name="csX72" fmla="*/ 27709 w 32485"/>
                <a:gd name="csY72" fmla="*/ 7644 h 11943"/>
                <a:gd name="csX73" fmla="*/ 23886 w 32485"/>
                <a:gd name="csY73" fmla="*/ 10988 h 11943"/>
                <a:gd name="csX74" fmla="*/ 23409 w 32485"/>
                <a:gd name="csY74" fmla="*/ 10988 h 11943"/>
                <a:gd name="csX75" fmla="*/ 22931 w 32485"/>
                <a:gd name="csY75" fmla="*/ 10988 h 11943"/>
                <a:gd name="csX76" fmla="*/ 22453 w 32485"/>
                <a:gd name="csY76" fmla="*/ 10510 h 11943"/>
                <a:gd name="csX77" fmla="*/ 20065 w 32485"/>
                <a:gd name="csY77" fmla="*/ 9555 h 11943"/>
                <a:gd name="csX78" fmla="*/ 19109 w 32485"/>
                <a:gd name="csY78" fmla="*/ 8599 h 11943"/>
                <a:gd name="csX79" fmla="*/ 17676 w 32485"/>
                <a:gd name="csY79" fmla="*/ 8121 h 11943"/>
                <a:gd name="csX80" fmla="*/ 16243 w 32485"/>
                <a:gd name="csY80" fmla="*/ 7644 h 11943"/>
                <a:gd name="csX81" fmla="*/ 14332 w 32485"/>
                <a:gd name="csY81" fmla="*/ 6688 h 11943"/>
                <a:gd name="csX82" fmla="*/ 11943 w 32485"/>
                <a:gd name="csY82" fmla="*/ 5733 h 11943"/>
                <a:gd name="csX83" fmla="*/ 9555 w 32485"/>
                <a:gd name="csY83" fmla="*/ 5255 h 11943"/>
                <a:gd name="csX84" fmla="*/ 5733 w 32485"/>
                <a:gd name="csY84" fmla="*/ 4777 h 11943"/>
                <a:gd name="csX85" fmla="*/ 5255 w 32485"/>
                <a:gd name="csY85" fmla="*/ 4300 h 11943"/>
                <a:gd name="csX86" fmla="*/ 1433 w 32485"/>
                <a:gd name="csY86" fmla="*/ 2867 h 11943"/>
                <a:gd name="csX87" fmla="*/ 0 w 32485"/>
                <a:gd name="csY87" fmla="*/ 2389 h 11943"/>
                <a:gd name="csX88" fmla="*/ 0 w 32485"/>
                <a:gd name="csY88" fmla="*/ 1433 h 11943"/>
                <a:gd name="csX89" fmla="*/ 478 w 32485"/>
                <a:gd name="csY89" fmla="*/ 956 h 11943"/>
                <a:gd name="csX90" fmla="*/ 956 w 32485"/>
                <a:gd name="csY90" fmla="*/ 478 h 11943"/>
                <a:gd name="csX91" fmla="*/ 1433 w 32485"/>
                <a:gd name="csY91" fmla="*/ 956 h 11943"/>
                <a:gd name="csX92" fmla="*/ 1911 w 32485"/>
                <a:gd name="csY92" fmla="*/ 1433 h 11943"/>
                <a:gd name="csX93" fmla="*/ 2389 w 32485"/>
                <a:gd name="csY93" fmla="*/ 1433 h 11943"/>
                <a:gd name="csX94" fmla="*/ 2867 w 32485"/>
                <a:gd name="csY94" fmla="*/ 956 h 11943"/>
                <a:gd name="csX95" fmla="*/ 3822 w 32485"/>
                <a:gd name="csY95" fmla="*/ 956 h 11943"/>
                <a:gd name="csX96" fmla="*/ 4300 w 32485"/>
                <a:gd name="csY96" fmla="*/ 1433 h 11943"/>
                <a:gd name="csX97" fmla="*/ 5255 w 32485"/>
                <a:gd name="csY97" fmla="*/ 956 h 11943"/>
                <a:gd name="csX98" fmla="*/ 5733 w 32485"/>
                <a:gd name="csY98" fmla="*/ 956 h 11943"/>
                <a:gd name="csX99" fmla="*/ 6211 w 32485"/>
                <a:gd name="csY99" fmla="*/ 478 h 11943"/>
                <a:gd name="csX100" fmla="*/ 7644 w 32485"/>
                <a:gd name="csY100" fmla="*/ 0 h 11943"/>
                <a:gd name="csX101" fmla="*/ 8121 w 32485"/>
                <a:gd name="csY101" fmla="*/ 478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32485" h="11943">
                  <a:moveTo>
                    <a:pt x="8121" y="478"/>
                  </a:moveTo>
                  <a:lnTo>
                    <a:pt x="7644" y="1433"/>
                  </a:lnTo>
                  <a:lnTo>
                    <a:pt x="8121" y="1911"/>
                  </a:lnTo>
                  <a:lnTo>
                    <a:pt x="8599" y="2389"/>
                  </a:lnTo>
                  <a:lnTo>
                    <a:pt x="9077" y="2867"/>
                  </a:lnTo>
                  <a:lnTo>
                    <a:pt x="9077" y="3344"/>
                  </a:lnTo>
                  <a:lnTo>
                    <a:pt x="9555" y="3822"/>
                  </a:lnTo>
                  <a:lnTo>
                    <a:pt x="10510" y="3344"/>
                  </a:lnTo>
                  <a:lnTo>
                    <a:pt x="10988" y="3344"/>
                  </a:lnTo>
                  <a:lnTo>
                    <a:pt x="11466" y="3822"/>
                  </a:lnTo>
                  <a:lnTo>
                    <a:pt x="11943" y="3822"/>
                  </a:lnTo>
                  <a:lnTo>
                    <a:pt x="12421" y="3822"/>
                  </a:lnTo>
                  <a:lnTo>
                    <a:pt x="12899" y="3822"/>
                  </a:lnTo>
                  <a:lnTo>
                    <a:pt x="13377" y="4777"/>
                  </a:lnTo>
                  <a:lnTo>
                    <a:pt x="13854" y="4777"/>
                  </a:lnTo>
                  <a:lnTo>
                    <a:pt x="13854" y="4300"/>
                  </a:lnTo>
                  <a:lnTo>
                    <a:pt x="13854" y="3822"/>
                  </a:lnTo>
                  <a:lnTo>
                    <a:pt x="13377" y="3344"/>
                  </a:lnTo>
                  <a:lnTo>
                    <a:pt x="13377" y="3344"/>
                  </a:lnTo>
                  <a:lnTo>
                    <a:pt x="12899" y="2389"/>
                  </a:lnTo>
                  <a:lnTo>
                    <a:pt x="12899" y="1911"/>
                  </a:lnTo>
                  <a:lnTo>
                    <a:pt x="13854" y="1433"/>
                  </a:lnTo>
                  <a:lnTo>
                    <a:pt x="14332" y="956"/>
                  </a:lnTo>
                  <a:lnTo>
                    <a:pt x="14810" y="1433"/>
                  </a:lnTo>
                  <a:lnTo>
                    <a:pt x="15287" y="1433"/>
                  </a:lnTo>
                  <a:lnTo>
                    <a:pt x="15287" y="956"/>
                  </a:lnTo>
                  <a:lnTo>
                    <a:pt x="16243" y="478"/>
                  </a:lnTo>
                  <a:lnTo>
                    <a:pt x="17676" y="0"/>
                  </a:lnTo>
                  <a:lnTo>
                    <a:pt x="18632" y="478"/>
                  </a:lnTo>
                  <a:lnTo>
                    <a:pt x="18632" y="956"/>
                  </a:lnTo>
                  <a:lnTo>
                    <a:pt x="19109" y="1433"/>
                  </a:lnTo>
                  <a:lnTo>
                    <a:pt x="19587" y="956"/>
                  </a:lnTo>
                  <a:lnTo>
                    <a:pt x="20065" y="1911"/>
                  </a:lnTo>
                  <a:lnTo>
                    <a:pt x="20543" y="2867"/>
                  </a:lnTo>
                  <a:lnTo>
                    <a:pt x="21498" y="3344"/>
                  </a:lnTo>
                  <a:lnTo>
                    <a:pt x="21976" y="1911"/>
                  </a:lnTo>
                  <a:lnTo>
                    <a:pt x="23409" y="956"/>
                  </a:lnTo>
                  <a:lnTo>
                    <a:pt x="24364" y="478"/>
                  </a:lnTo>
                  <a:lnTo>
                    <a:pt x="25320" y="478"/>
                  </a:lnTo>
                  <a:lnTo>
                    <a:pt x="26275" y="956"/>
                  </a:lnTo>
                  <a:lnTo>
                    <a:pt x="26275" y="1433"/>
                  </a:lnTo>
                  <a:lnTo>
                    <a:pt x="26275" y="1911"/>
                  </a:lnTo>
                  <a:lnTo>
                    <a:pt x="26753" y="2389"/>
                  </a:lnTo>
                  <a:lnTo>
                    <a:pt x="27231" y="2867"/>
                  </a:lnTo>
                  <a:lnTo>
                    <a:pt x="27709" y="3344"/>
                  </a:lnTo>
                  <a:lnTo>
                    <a:pt x="27231" y="4300"/>
                  </a:lnTo>
                  <a:lnTo>
                    <a:pt x="27231" y="5255"/>
                  </a:lnTo>
                  <a:lnTo>
                    <a:pt x="28186" y="6210"/>
                  </a:lnTo>
                  <a:lnTo>
                    <a:pt x="28186" y="6688"/>
                  </a:lnTo>
                  <a:lnTo>
                    <a:pt x="29142" y="4300"/>
                  </a:lnTo>
                  <a:lnTo>
                    <a:pt x="29619" y="3344"/>
                  </a:lnTo>
                  <a:lnTo>
                    <a:pt x="30097" y="2389"/>
                  </a:lnTo>
                  <a:lnTo>
                    <a:pt x="30575" y="2389"/>
                  </a:lnTo>
                  <a:lnTo>
                    <a:pt x="31052" y="2867"/>
                  </a:lnTo>
                  <a:lnTo>
                    <a:pt x="30575" y="3822"/>
                  </a:lnTo>
                  <a:lnTo>
                    <a:pt x="30097" y="4777"/>
                  </a:lnTo>
                  <a:lnTo>
                    <a:pt x="30575" y="4777"/>
                  </a:lnTo>
                  <a:lnTo>
                    <a:pt x="32008" y="4777"/>
                  </a:lnTo>
                  <a:lnTo>
                    <a:pt x="32486" y="5255"/>
                  </a:lnTo>
                  <a:lnTo>
                    <a:pt x="30575" y="8599"/>
                  </a:lnTo>
                  <a:lnTo>
                    <a:pt x="29142" y="10510"/>
                  </a:lnTo>
                  <a:lnTo>
                    <a:pt x="27709" y="11466"/>
                  </a:lnTo>
                  <a:lnTo>
                    <a:pt x="26753" y="11943"/>
                  </a:lnTo>
                  <a:lnTo>
                    <a:pt x="25798" y="11466"/>
                  </a:lnTo>
                  <a:lnTo>
                    <a:pt x="25320" y="10988"/>
                  </a:lnTo>
                  <a:lnTo>
                    <a:pt x="24842" y="10988"/>
                  </a:lnTo>
                  <a:lnTo>
                    <a:pt x="24842" y="10988"/>
                  </a:lnTo>
                  <a:lnTo>
                    <a:pt x="25798" y="10032"/>
                  </a:lnTo>
                  <a:lnTo>
                    <a:pt x="26275" y="10032"/>
                  </a:lnTo>
                  <a:lnTo>
                    <a:pt x="26753" y="10032"/>
                  </a:lnTo>
                  <a:lnTo>
                    <a:pt x="29142" y="8121"/>
                  </a:lnTo>
                  <a:lnTo>
                    <a:pt x="29142" y="7644"/>
                  </a:lnTo>
                  <a:lnTo>
                    <a:pt x="27709" y="7644"/>
                  </a:lnTo>
                  <a:lnTo>
                    <a:pt x="23886" y="10988"/>
                  </a:lnTo>
                  <a:lnTo>
                    <a:pt x="23409" y="10988"/>
                  </a:lnTo>
                  <a:lnTo>
                    <a:pt x="22931" y="10988"/>
                  </a:lnTo>
                  <a:lnTo>
                    <a:pt x="22453" y="10510"/>
                  </a:lnTo>
                  <a:lnTo>
                    <a:pt x="20065" y="9555"/>
                  </a:lnTo>
                  <a:lnTo>
                    <a:pt x="19109" y="8599"/>
                  </a:lnTo>
                  <a:lnTo>
                    <a:pt x="17676" y="8121"/>
                  </a:lnTo>
                  <a:lnTo>
                    <a:pt x="16243" y="7644"/>
                  </a:lnTo>
                  <a:lnTo>
                    <a:pt x="14332" y="6688"/>
                  </a:lnTo>
                  <a:lnTo>
                    <a:pt x="11943" y="5733"/>
                  </a:lnTo>
                  <a:lnTo>
                    <a:pt x="9555" y="5255"/>
                  </a:lnTo>
                  <a:lnTo>
                    <a:pt x="5733" y="4777"/>
                  </a:lnTo>
                  <a:lnTo>
                    <a:pt x="5255" y="4300"/>
                  </a:lnTo>
                  <a:lnTo>
                    <a:pt x="1433" y="2867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956" y="478"/>
                  </a:lnTo>
                  <a:lnTo>
                    <a:pt x="1433" y="956"/>
                  </a:lnTo>
                  <a:lnTo>
                    <a:pt x="1911" y="1433"/>
                  </a:lnTo>
                  <a:lnTo>
                    <a:pt x="2389" y="1433"/>
                  </a:lnTo>
                  <a:lnTo>
                    <a:pt x="2867" y="956"/>
                  </a:lnTo>
                  <a:lnTo>
                    <a:pt x="3822" y="956"/>
                  </a:lnTo>
                  <a:lnTo>
                    <a:pt x="4300" y="1433"/>
                  </a:lnTo>
                  <a:lnTo>
                    <a:pt x="5255" y="956"/>
                  </a:lnTo>
                  <a:lnTo>
                    <a:pt x="5733" y="956"/>
                  </a:lnTo>
                  <a:lnTo>
                    <a:pt x="6211" y="478"/>
                  </a:lnTo>
                  <a:lnTo>
                    <a:pt x="7644" y="0"/>
                  </a:lnTo>
                  <a:lnTo>
                    <a:pt x="81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9" name="Freeform 3758">
              <a:extLst>
                <a:ext uri="{FF2B5EF4-FFF2-40B4-BE49-F238E27FC236}">
                  <a16:creationId xmlns:a16="http://schemas.microsoft.com/office/drawing/2014/main" id="{3A1084A8-A386-994B-D85D-1D14F28DB3F4}"/>
                </a:ext>
              </a:extLst>
            </p:cNvPr>
            <p:cNvSpPr/>
            <p:nvPr/>
          </p:nvSpPr>
          <p:spPr>
            <a:xfrm>
              <a:off x="4416780" y="3802846"/>
              <a:ext cx="10032" cy="6688"/>
            </a:xfrm>
            <a:custGeom>
              <a:avLst/>
              <a:gdLst>
                <a:gd name="csX0" fmla="*/ 8121 w 10032"/>
                <a:gd name="csY0" fmla="*/ 5733 h 6688"/>
                <a:gd name="csX1" fmla="*/ 6688 w 10032"/>
                <a:gd name="csY1" fmla="*/ 6210 h 6688"/>
                <a:gd name="csX2" fmla="*/ 3822 w 10032"/>
                <a:gd name="csY2" fmla="*/ 5733 h 6688"/>
                <a:gd name="csX3" fmla="*/ 956 w 10032"/>
                <a:gd name="csY3" fmla="*/ 6688 h 6688"/>
                <a:gd name="csX4" fmla="*/ 0 w 10032"/>
                <a:gd name="csY4" fmla="*/ 6688 h 6688"/>
                <a:gd name="csX5" fmla="*/ 2389 w 10032"/>
                <a:gd name="csY5" fmla="*/ 4777 h 6688"/>
                <a:gd name="csX6" fmla="*/ 5733 w 10032"/>
                <a:gd name="csY6" fmla="*/ 3344 h 6688"/>
                <a:gd name="csX7" fmla="*/ 9077 w 10032"/>
                <a:gd name="csY7" fmla="*/ 0 h 6688"/>
                <a:gd name="csX8" fmla="*/ 10032 w 10032"/>
                <a:gd name="csY8" fmla="*/ 0 h 6688"/>
                <a:gd name="csX9" fmla="*/ 8599 w 10032"/>
                <a:gd name="csY9" fmla="*/ 3822 h 6688"/>
                <a:gd name="csX10" fmla="*/ 8121 w 10032"/>
                <a:gd name="csY10" fmla="*/ 5255 h 6688"/>
                <a:gd name="csX11" fmla="*/ 8121 w 10032"/>
                <a:gd name="csY11" fmla="*/ 5733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032" h="6688">
                  <a:moveTo>
                    <a:pt x="8121" y="5733"/>
                  </a:moveTo>
                  <a:lnTo>
                    <a:pt x="6688" y="6210"/>
                  </a:lnTo>
                  <a:lnTo>
                    <a:pt x="3822" y="5733"/>
                  </a:lnTo>
                  <a:lnTo>
                    <a:pt x="956" y="6688"/>
                  </a:lnTo>
                  <a:lnTo>
                    <a:pt x="0" y="6688"/>
                  </a:lnTo>
                  <a:lnTo>
                    <a:pt x="2389" y="4777"/>
                  </a:lnTo>
                  <a:lnTo>
                    <a:pt x="5733" y="3344"/>
                  </a:lnTo>
                  <a:lnTo>
                    <a:pt x="9077" y="0"/>
                  </a:lnTo>
                  <a:lnTo>
                    <a:pt x="10032" y="0"/>
                  </a:lnTo>
                  <a:lnTo>
                    <a:pt x="8599" y="3822"/>
                  </a:lnTo>
                  <a:lnTo>
                    <a:pt x="8121" y="5255"/>
                  </a:lnTo>
                  <a:lnTo>
                    <a:pt x="8121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0" name="Freeform 3759">
              <a:extLst>
                <a:ext uri="{FF2B5EF4-FFF2-40B4-BE49-F238E27FC236}">
                  <a16:creationId xmlns:a16="http://schemas.microsoft.com/office/drawing/2014/main" id="{042C05E3-94BD-FFC7-1FF4-3BDBD71282D5}"/>
                </a:ext>
              </a:extLst>
            </p:cNvPr>
            <p:cNvSpPr/>
            <p:nvPr/>
          </p:nvSpPr>
          <p:spPr>
            <a:xfrm>
              <a:off x="4419169" y="3802846"/>
              <a:ext cx="5732" cy="3343"/>
            </a:xfrm>
            <a:custGeom>
              <a:avLst/>
              <a:gdLst>
                <a:gd name="csX0" fmla="*/ 3344 w 5732"/>
                <a:gd name="csY0" fmla="*/ 2866 h 3343"/>
                <a:gd name="csX1" fmla="*/ 478 w 5732"/>
                <a:gd name="csY1" fmla="*/ 3344 h 3343"/>
                <a:gd name="csX2" fmla="*/ 0 w 5732"/>
                <a:gd name="csY2" fmla="*/ 3344 h 3343"/>
                <a:gd name="csX3" fmla="*/ 2389 w 5732"/>
                <a:gd name="csY3" fmla="*/ 478 h 3343"/>
                <a:gd name="csX4" fmla="*/ 5733 w 5732"/>
                <a:gd name="csY4" fmla="*/ 0 h 3343"/>
                <a:gd name="csX5" fmla="*/ 3344 w 5732"/>
                <a:gd name="csY5" fmla="*/ 2866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732" h="3343">
                  <a:moveTo>
                    <a:pt x="3344" y="2866"/>
                  </a:moveTo>
                  <a:lnTo>
                    <a:pt x="478" y="3344"/>
                  </a:lnTo>
                  <a:lnTo>
                    <a:pt x="0" y="3344"/>
                  </a:lnTo>
                  <a:lnTo>
                    <a:pt x="2389" y="478"/>
                  </a:lnTo>
                  <a:lnTo>
                    <a:pt x="5733" y="0"/>
                  </a:lnTo>
                  <a:lnTo>
                    <a:pt x="3344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1" name="Freeform 3760">
              <a:extLst>
                <a:ext uri="{FF2B5EF4-FFF2-40B4-BE49-F238E27FC236}">
                  <a16:creationId xmlns:a16="http://schemas.microsoft.com/office/drawing/2014/main" id="{117F15E5-D7B5-2C9D-F9D4-3CFD2BDF9EC4}"/>
                </a:ext>
              </a:extLst>
            </p:cNvPr>
            <p:cNvSpPr/>
            <p:nvPr/>
          </p:nvSpPr>
          <p:spPr>
            <a:xfrm>
              <a:off x="4672365" y="3805712"/>
              <a:ext cx="3344" cy="2866"/>
            </a:xfrm>
            <a:custGeom>
              <a:avLst/>
              <a:gdLst>
                <a:gd name="csX0" fmla="*/ 2389 w 3344"/>
                <a:gd name="csY0" fmla="*/ 2389 h 2866"/>
                <a:gd name="csX1" fmla="*/ 1433 w 3344"/>
                <a:gd name="csY1" fmla="*/ 2866 h 2866"/>
                <a:gd name="csX2" fmla="*/ 1433 w 3344"/>
                <a:gd name="csY2" fmla="*/ 2389 h 2866"/>
                <a:gd name="csX3" fmla="*/ 0 w 3344"/>
                <a:gd name="csY3" fmla="*/ 1433 h 2866"/>
                <a:gd name="csX4" fmla="*/ 0 w 3344"/>
                <a:gd name="csY4" fmla="*/ 956 h 2866"/>
                <a:gd name="csX5" fmla="*/ 956 w 3344"/>
                <a:gd name="csY5" fmla="*/ 0 h 2866"/>
                <a:gd name="csX6" fmla="*/ 3344 w 3344"/>
                <a:gd name="csY6" fmla="*/ 478 h 2866"/>
                <a:gd name="csX7" fmla="*/ 2389 w 3344"/>
                <a:gd name="csY7" fmla="*/ 1911 h 2866"/>
                <a:gd name="csX8" fmla="*/ 2389 w 3344"/>
                <a:gd name="csY8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2866">
                  <a:moveTo>
                    <a:pt x="2389" y="2389"/>
                  </a:moveTo>
                  <a:lnTo>
                    <a:pt x="1433" y="2866"/>
                  </a:lnTo>
                  <a:lnTo>
                    <a:pt x="1433" y="2389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3344" y="478"/>
                  </a:lnTo>
                  <a:lnTo>
                    <a:pt x="2389" y="1911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2" name="Freeform 3761">
              <a:extLst>
                <a:ext uri="{FF2B5EF4-FFF2-40B4-BE49-F238E27FC236}">
                  <a16:creationId xmlns:a16="http://schemas.microsoft.com/office/drawing/2014/main" id="{6F5DFA47-3CD8-3700-6F62-AE0BBA28BFEC}"/>
                </a:ext>
              </a:extLst>
            </p:cNvPr>
            <p:cNvSpPr/>
            <p:nvPr/>
          </p:nvSpPr>
          <p:spPr>
            <a:xfrm>
              <a:off x="4261040" y="3807145"/>
              <a:ext cx="2388" cy="1911"/>
            </a:xfrm>
            <a:custGeom>
              <a:avLst/>
              <a:gdLst>
                <a:gd name="csX0" fmla="*/ 955 w 2388"/>
                <a:gd name="csY0" fmla="*/ 1911 h 1911"/>
                <a:gd name="csX1" fmla="*/ 0 w 2388"/>
                <a:gd name="csY1" fmla="*/ 1911 h 1911"/>
                <a:gd name="csX2" fmla="*/ 0 w 2388"/>
                <a:gd name="csY2" fmla="*/ 1433 h 1911"/>
                <a:gd name="csX3" fmla="*/ 0 w 2388"/>
                <a:gd name="csY3" fmla="*/ 1433 h 1911"/>
                <a:gd name="csX4" fmla="*/ 0 w 2388"/>
                <a:gd name="csY4" fmla="*/ 956 h 1911"/>
                <a:gd name="csX5" fmla="*/ 1911 w 2388"/>
                <a:gd name="csY5" fmla="*/ 0 h 1911"/>
                <a:gd name="csX6" fmla="*/ 2389 w 2388"/>
                <a:gd name="csY6" fmla="*/ 0 h 1911"/>
                <a:gd name="csX7" fmla="*/ 1911 w 2388"/>
                <a:gd name="csY7" fmla="*/ 956 h 1911"/>
                <a:gd name="csX8" fmla="*/ 955 w 2388"/>
                <a:gd name="csY8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1911">
                  <a:moveTo>
                    <a:pt x="955" y="1911"/>
                  </a:moveTo>
                  <a:lnTo>
                    <a:pt x="0" y="1911"/>
                  </a:lnTo>
                  <a:lnTo>
                    <a:pt x="0" y="1433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1911" y="956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3" name="Freeform 3762">
              <a:extLst>
                <a:ext uri="{FF2B5EF4-FFF2-40B4-BE49-F238E27FC236}">
                  <a16:creationId xmlns:a16="http://schemas.microsoft.com/office/drawing/2014/main" id="{02B1D6E9-77B8-CFFD-4788-72ABF38ADB75}"/>
                </a:ext>
              </a:extLst>
            </p:cNvPr>
            <p:cNvSpPr/>
            <p:nvPr/>
          </p:nvSpPr>
          <p:spPr>
            <a:xfrm>
              <a:off x="4292570" y="3824344"/>
              <a:ext cx="1433" cy="1910"/>
            </a:xfrm>
            <a:custGeom>
              <a:avLst/>
              <a:gdLst>
                <a:gd name="csX0" fmla="*/ 1433 w 1433"/>
                <a:gd name="csY0" fmla="*/ 1433 h 1910"/>
                <a:gd name="csX1" fmla="*/ 1433 w 1433"/>
                <a:gd name="csY1" fmla="*/ 1911 h 1910"/>
                <a:gd name="csX2" fmla="*/ 478 w 1433"/>
                <a:gd name="csY2" fmla="*/ 955 h 1910"/>
                <a:gd name="csX3" fmla="*/ 0 w 1433"/>
                <a:gd name="csY3" fmla="*/ 478 h 1910"/>
                <a:gd name="csX4" fmla="*/ 0 w 1433"/>
                <a:gd name="csY4" fmla="*/ 0 h 1910"/>
                <a:gd name="csX5" fmla="*/ 478 w 1433"/>
                <a:gd name="csY5" fmla="*/ 0 h 1910"/>
                <a:gd name="csX6" fmla="*/ 1433 w 1433"/>
                <a:gd name="csY6" fmla="*/ 0 h 1910"/>
                <a:gd name="csX7" fmla="*/ 1433 w 1433"/>
                <a:gd name="csY7" fmla="*/ 478 h 1910"/>
                <a:gd name="csX8" fmla="*/ 1433 w 1433"/>
                <a:gd name="csY8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1910">
                  <a:moveTo>
                    <a:pt x="1433" y="1433"/>
                  </a:moveTo>
                  <a:lnTo>
                    <a:pt x="1433" y="1911"/>
                  </a:lnTo>
                  <a:lnTo>
                    <a:pt x="478" y="955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433" y="478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4" name="Freeform 3763">
              <a:extLst>
                <a:ext uri="{FF2B5EF4-FFF2-40B4-BE49-F238E27FC236}">
                  <a16:creationId xmlns:a16="http://schemas.microsoft.com/office/drawing/2014/main" id="{980AE29A-2BFE-AA93-E83F-8196CBC62A45}"/>
                </a:ext>
              </a:extLst>
            </p:cNvPr>
            <p:cNvSpPr/>
            <p:nvPr/>
          </p:nvSpPr>
          <p:spPr>
            <a:xfrm>
              <a:off x="4557233" y="3825777"/>
              <a:ext cx="2866" cy="4299"/>
            </a:xfrm>
            <a:custGeom>
              <a:avLst/>
              <a:gdLst>
                <a:gd name="csX0" fmla="*/ 2389 w 2866"/>
                <a:gd name="csY0" fmla="*/ 3344 h 4299"/>
                <a:gd name="csX1" fmla="*/ 0 w 2866"/>
                <a:gd name="csY1" fmla="*/ 4299 h 4299"/>
                <a:gd name="csX2" fmla="*/ 955 w 2866"/>
                <a:gd name="csY2" fmla="*/ 956 h 4299"/>
                <a:gd name="csX3" fmla="*/ 1911 w 2866"/>
                <a:gd name="csY3" fmla="*/ 0 h 4299"/>
                <a:gd name="csX4" fmla="*/ 2866 w 2866"/>
                <a:gd name="csY4" fmla="*/ 478 h 4299"/>
                <a:gd name="csX5" fmla="*/ 2866 w 2866"/>
                <a:gd name="csY5" fmla="*/ 2389 h 4299"/>
                <a:gd name="csX6" fmla="*/ 2389 w 2866"/>
                <a:gd name="csY6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4299">
                  <a:moveTo>
                    <a:pt x="2389" y="3344"/>
                  </a:moveTo>
                  <a:lnTo>
                    <a:pt x="0" y="4299"/>
                  </a:lnTo>
                  <a:lnTo>
                    <a:pt x="955" y="956"/>
                  </a:lnTo>
                  <a:lnTo>
                    <a:pt x="1911" y="0"/>
                  </a:lnTo>
                  <a:lnTo>
                    <a:pt x="2866" y="478"/>
                  </a:lnTo>
                  <a:lnTo>
                    <a:pt x="2866" y="2389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5" name="Freeform 3764">
              <a:extLst>
                <a:ext uri="{FF2B5EF4-FFF2-40B4-BE49-F238E27FC236}">
                  <a16:creationId xmlns:a16="http://schemas.microsoft.com/office/drawing/2014/main" id="{6AC00317-1CB0-8FE1-9714-1BF735C85BE2}"/>
                </a:ext>
              </a:extLst>
            </p:cNvPr>
            <p:cNvSpPr/>
            <p:nvPr/>
          </p:nvSpPr>
          <p:spPr>
            <a:xfrm>
              <a:off x="4568698" y="3836287"/>
              <a:ext cx="1911" cy="3343"/>
            </a:xfrm>
            <a:custGeom>
              <a:avLst/>
              <a:gdLst>
                <a:gd name="csX0" fmla="*/ 956 w 1911"/>
                <a:gd name="csY0" fmla="*/ 2389 h 3343"/>
                <a:gd name="csX1" fmla="*/ 0 w 1911"/>
                <a:gd name="csY1" fmla="*/ 3344 h 3343"/>
                <a:gd name="csX2" fmla="*/ 0 w 1911"/>
                <a:gd name="csY2" fmla="*/ 2389 h 3343"/>
                <a:gd name="csX3" fmla="*/ 1433 w 1911"/>
                <a:gd name="csY3" fmla="*/ 478 h 3343"/>
                <a:gd name="csX4" fmla="*/ 1911 w 1911"/>
                <a:gd name="csY4" fmla="*/ 0 h 3343"/>
                <a:gd name="csX5" fmla="*/ 956 w 1911"/>
                <a:gd name="csY5" fmla="*/ 2389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3343">
                  <a:moveTo>
                    <a:pt x="956" y="2389"/>
                  </a:moveTo>
                  <a:lnTo>
                    <a:pt x="0" y="3344"/>
                  </a:lnTo>
                  <a:lnTo>
                    <a:pt x="0" y="2389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95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6" name="Freeform 3765">
              <a:extLst>
                <a:ext uri="{FF2B5EF4-FFF2-40B4-BE49-F238E27FC236}">
                  <a16:creationId xmlns:a16="http://schemas.microsoft.com/office/drawing/2014/main" id="{51BB0082-4648-4C47-EDA5-2442BE743D69}"/>
                </a:ext>
              </a:extLst>
            </p:cNvPr>
            <p:cNvSpPr/>
            <p:nvPr/>
          </p:nvSpPr>
          <p:spPr>
            <a:xfrm>
              <a:off x="4366618" y="3839631"/>
              <a:ext cx="5254" cy="3344"/>
            </a:xfrm>
            <a:custGeom>
              <a:avLst/>
              <a:gdLst>
                <a:gd name="csX0" fmla="*/ 2866 w 5254"/>
                <a:gd name="csY0" fmla="*/ 2867 h 3344"/>
                <a:gd name="csX1" fmla="*/ 1433 w 5254"/>
                <a:gd name="csY1" fmla="*/ 3344 h 3344"/>
                <a:gd name="csX2" fmla="*/ 478 w 5254"/>
                <a:gd name="csY2" fmla="*/ 3344 h 3344"/>
                <a:gd name="csX3" fmla="*/ 478 w 5254"/>
                <a:gd name="csY3" fmla="*/ 3344 h 3344"/>
                <a:gd name="csX4" fmla="*/ 478 w 5254"/>
                <a:gd name="csY4" fmla="*/ 2867 h 3344"/>
                <a:gd name="csX5" fmla="*/ 478 w 5254"/>
                <a:gd name="csY5" fmla="*/ 2867 h 3344"/>
                <a:gd name="csX6" fmla="*/ 0 w 5254"/>
                <a:gd name="csY6" fmla="*/ 2389 h 3344"/>
                <a:gd name="csX7" fmla="*/ 478 w 5254"/>
                <a:gd name="csY7" fmla="*/ 1911 h 3344"/>
                <a:gd name="csX8" fmla="*/ 956 w 5254"/>
                <a:gd name="csY8" fmla="*/ 1433 h 3344"/>
                <a:gd name="csX9" fmla="*/ 1433 w 5254"/>
                <a:gd name="csY9" fmla="*/ 956 h 3344"/>
                <a:gd name="csX10" fmla="*/ 3344 w 5254"/>
                <a:gd name="csY10" fmla="*/ 478 h 3344"/>
                <a:gd name="csX11" fmla="*/ 4300 w 5254"/>
                <a:gd name="csY11" fmla="*/ 478 h 3344"/>
                <a:gd name="csX12" fmla="*/ 5255 w 5254"/>
                <a:gd name="csY12" fmla="*/ 0 h 3344"/>
                <a:gd name="csX13" fmla="*/ 5255 w 5254"/>
                <a:gd name="csY13" fmla="*/ 956 h 3344"/>
                <a:gd name="csX14" fmla="*/ 3344 w 5254"/>
                <a:gd name="csY14" fmla="*/ 1433 h 3344"/>
                <a:gd name="csX15" fmla="*/ 2866 w 5254"/>
                <a:gd name="csY15" fmla="*/ 2389 h 3344"/>
                <a:gd name="csX16" fmla="*/ 2866 w 5254"/>
                <a:gd name="csY16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254" h="3344">
                  <a:moveTo>
                    <a:pt x="2866" y="2867"/>
                  </a:moveTo>
                  <a:lnTo>
                    <a:pt x="1433" y="3344"/>
                  </a:lnTo>
                  <a:lnTo>
                    <a:pt x="478" y="3344"/>
                  </a:lnTo>
                  <a:lnTo>
                    <a:pt x="478" y="3344"/>
                  </a:lnTo>
                  <a:lnTo>
                    <a:pt x="478" y="2867"/>
                  </a:lnTo>
                  <a:lnTo>
                    <a:pt x="478" y="2867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956" y="1433"/>
                  </a:lnTo>
                  <a:lnTo>
                    <a:pt x="1433" y="956"/>
                  </a:lnTo>
                  <a:lnTo>
                    <a:pt x="3344" y="478"/>
                  </a:lnTo>
                  <a:lnTo>
                    <a:pt x="4300" y="478"/>
                  </a:lnTo>
                  <a:lnTo>
                    <a:pt x="5255" y="0"/>
                  </a:lnTo>
                  <a:lnTo>
                    <a:pt x="5255" y="956"/>
                  </a:lnTo>
                  <a:lnTo>
                    <a:pt x="3344" y="1433"/>
                  </a:lnTo>
                  <a:lnTo>
                    <a:pt x="2866" y="2389"/>
                  </a:lnTo>
                  <a:lnTo>
                    <a:pt x="2866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7" name="Freeform 3766">
              <a:extLst>
                <a:ext uri="{FF2B5EF4-FFF2-40B4-BE49-F238E27FC236}">
                  <a16:creationId xmlns:a16="http://schemas.microsoft.com/office/drawing/2014/main" id="{3ACC5E44-8D18-ED16-3AA2-022515073D21}"/>
                </a:ext>
              </a:extLst>
            </p:cNvPr>
            <p:cNvSpPr/>
            <p:nvPr/>
          </p:nvSpPr>
          <p:spPr>
            <a:xfrm>
              <a:off x="4360408" y="3841064"/>
              <a:ext cx="3344" cy="1910"/>
            </a:xfrm>
            <a:custGeom>
              <a:avLst/>
              <a:gdLst>
                <a:gd name="csX0" fmla="*/ 2389 w 3344"/>
                <a:gd name="csY0" fmla="*/ 1911 h 1910"/>
                <a:gd name="csX1" fmla="*/ 1433 w 3344"/>
                <a:gd name="csY1" fmla="*/ 1911 h 1910"/>
                <a:gd name="csX2" fmla="*/ 478 w 3344"/>
                <a:gd name="csY2" fmla="*/ 1911 h 1910"/>
                <a:gd name="csX3" fmla="*/ 0 w 3344"/>
                <a:gd name="csY3" fmla="*/ 1433 h 1910"/>
                <a:gd name="csX4" fmla="*/ 478 w 3344"/>
                <a:gd name="csY4" fmla="*/ 1433 h 1910"/>
                <a:gd name="csX5" fmla="*/ 956 w 3344"/>
                <a:gd name="csY5" fmla="*/ 955 h 1910"/>
                <a:gd name="csX6" fmla="*/ 3344 w 3344"/>
                <a:gd name="csY6" fmla="*/ 0 h 1910"/>
                <a:gd name="csX7" fmla="*/ 3344 w 3344"/>
                <a:gd name="csY7" fmla="*/ 478 h 1910"/>
                <a:gd name="csX8" fmla="*/ 2389 w 3344"/>
                <a:gd name="csY8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1910">
                  <a:moveTo>
                    <a:pt x="2389" y="1911"/>
                  </a:moveTo>
                  <a:lnTo>
                    <a:pt x="1433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1433"/>
                  </a:lnTo>
                  <a:lnTo>
                    <a:pt x="956" y="955"/>
                  </a:lnTo>
                  <a:lnTo>
                    <a:pt x="3344" y="0"/>
                  </a:lnTo>
                  <a:lnTo>
                    <a:pt x="3344" y="478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8" name="Freeform 3767">
              <a:extLst>
                <a:ext uri="{FF2B5EF4-FFF2-40B4-BE49-F238E27FC236}">
                  <a16:creationId xmlns:a16="http://schemas.microsoft.com/office/drawing/2014/main" id="{20BC3F1C-907F-D604-C762-63D6872B55D1}"/>
                </a:ext>
              </a:extLst>
            </p:cNvPr>
            <p:cNvSpPr/>
            <p:nvPr/>
          </p:nvSpPr>
          <p:spPr>
            <a:xfrm>
              <a:off x="4691474" y="3846319"/>
              <a:ext cx="7643" cy="2388"/>
            </a:xfrm>
            <a:custGeom>
              <a:avLst/>
              <a:gdLst>
                <a:gd name="csX0" fmla="*/ 6688 w 7643"/>
                <a:gd name="csY0" fmla="*/ 1433 h 2388"/>
                <a:gd name="csX1" fmla="*/ 3822 w 7643"/>
                <a:gd name="csY1" fmla="*/ 2389 h 2388"/>
                <a:gd name="csX2" fmla="*/ 1433 w 7643"/>
                <a:gd name="csY2" fmla="*/ 2389 h 2388"/>
                <a:gd name="csX3" fmla="*/ 0 w 7643"/>
                <a:gd name="csY3" fmla="*/ 1433 h 2388"/>
                <a:gd name="csX4" fmla="*/ 0 w 7643"/>
                <a:gd name="csY4" fmla="*/ 956 h 2388"/>
                <a:gd name="csX5" fmla="*/ 3822 w 7643"/>
                <a:gd name="csY5" fmla="*/ 1433 h 2388"/>
                <a:gd name="csX6" fmla="*/ 5255 w 7643"/>
                <a:gd name="csY6" fmla="*/ 1433 h 2388"/>
                <a:gd name="csX7" fmla="*/ 7644 w 7643"/>
                <a:gd name="csY7" fmla="*/ 0 h 2388"/>
                <a:gd name="csX8" fmla="*/ 6688 w 7643"/>
                <a:gd name="csY8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43" h="2388">
                  <a:moveTo>
                    <a:pt x="6688" y="1433"/>
                  </a:moveTo>
                  <a:lnTo>
                    <a:pt x="3822" y="2389"/>
                  </a:lnTo>
                  <a:lnTo>
                    <a:pt x="1433" y="2389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3822" y="1433"/>
                  </a:lnTo>
                  <a:lnTo>
                    <a:pt x="5255" y="1433"/>
                  </a:lnTo>
                  <a:lnTo>
                    <a:pt x="7644" y="0"/>
                  </a:lnTo>
                  <a:lnTo>
                    <a:pt x="668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9" name="Freeform 3768">
              <a:extLst>
                <a:ext uri="{FF2B5EF4-FFF2-40B4-BE49-F238E27FC236}">
                  <a16:creationId xmlns:a16="http://schemas.microsoft.com/office/drawing/2014/main" id="{B7E0250E-8D4F-D305-1A53-3E37E850BF56}"/>
                </a:ext>
              </a:extLst>
            </p:cNvPr>
            <p:cNvSpPr/>
            <p:nvPr/>
          </p:nvSpPr>
          <p:spPr>
            <a:xfrm>
              <a:off x="4243842" y="3899825"/>
              <a:ext cx="1433" cy="2388"/>
            </a:xfrm>
            <a:custGeom>
              <a:avLst/>
              <a:gdLst>
                <a:gd name="csX0" fmla="*/ 956 w 1433"/>
                <a:gd name="csY0" fmla="*/ 2389 h 2388"/>
                <a:gd name="csX1" fmla="*/ 0 w 1433"/>
                <a:gd name="csY1" fmla="*/ 2389 h 2388"/>
                <a:gd name="csX2" fmla="*/ 0 w 1433"/>
                <a:gd name="csY2" fmla="*/ 1911 h 2388"/>
                <a:gd name="csX3" fmla="*/ 478 w 1433"/>
                <a:gd name="csY3" fmla="*/ 956 h 2388"/>
                <a:gd name="csX4" fmla="*/ 956 w 1433"/>
                <a:gd name="csY4" fmla="*/ 0 h 2388"/>
                <a:gd name="csX5" fmla="*/ 956 w 1433"/>
                <a:gd name="csY5" fmla="*/ 478 h 2388"/>
                <a:gd name="csX6" fmla="*/ 1433 w 1433"/>
                <a:gd name="csY6" fmla="*/ 1433 h 2388"/>
                <a:gd name="csX7" fmla="*/ 956 w 1433"/>
                <a:gd name="csY7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2388">
                  <a:moveTo>
                    <a:pt x="956" y="2389"/>
                  </a:moveTo>
                  <a:lnTo>
                    <a:pt x="0" y="2389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956" y="478"/>
                  </a:lnTo>
                  <a:lnTo>
                    <a:pt x="1433" y="1433"/>
                  </a:lnTo>
                  <a:lnTo>
                    <a:pt x="95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0" name="Freeform 3769">
              <a:extLst>
                <a:ext uri="{FF2B5EF4-FFF2-40B4-BE49-F238E27FC236}">
                  <a16:creationId xmlns:a16="http://schemas.microsoft.com/office/drawing/2014/main" id="{427EA2E2-B423-7AF3-53D5-AE5564A1B931}"/>
                </a:ext>
              </a:extLst>
            </p:cNvPr>
            <p:cNvSpPr/>
            <p:nvPr/>
          </p:nvSpPr>
          <p:spPr>
            <a:xfrm>
              <a:off x="6126096" y="4818499"/>
              <a:ext cx="233131" cy="119909"/>
            </a:xfrm>
            <a:custGeom>
              <a:avLst/>
              <a:gdLst>
                <a:gd name="csX0" fmla="*/ 233132 w 233131"/>
                <a:gd name="csY0" fmla="*/ 113700 h 119909"/>
                <a:gd name="csX1" fmla="*/ 232177 w 233131"/>
                <a:gd name="csY1" fmla="*/ 114177 h 119909"/>
                <a:gd name="csX2" fmla="*/ 231699 w 233131"/>
                <a:gd name="csY2" fmla="*/ 115133 h 119909"/>
                <a:gd name="csX3" fmla="*/ 231699 w 233131"/>
                <a:gd name="csY3" fmla="*/ 115611 h 119909"/>
                <a:gd name="csX4" fmla="*/ 230266 w 233131"/>
                <a:gd name="csY4" fmla="*/ 116566 h 119909"/>
                <a:gd name="csX5" fmla="*/ 227399 w 233131"/>
                <a:gd name="csY5" fmla="*/ 116088 h 119909"/>
                <a:gd name="csX6" fmla="*/ 225011 w 233131"/>
                <a:gd name="csY6" fmla="*/ 115611 h 119909"/>
                <a:gd name="csX7" fmla="*/ 223100 w 233131"/>
                <a:gd name="csY7" fmla="*/ 115611 h 119909"/>
                <a:gd name="csX8" fmla="*/ 221667 w 233131"/>
                <a:gd name="csY8" fmla="*/ 115611 h 119909"/>
                <a:gd name="csX9" fmla="*/ 216889 w 233131"/>
                <a:gd name="csY9" fmla="*/ 117521 h 119909"/>
                <a:gd name="csX10" fmla="*/ 215456 w 233131"/>
                <a:gd name="csY10" fmla="*/ 117521 h 119909"/>
                <a:gd name="csX11" fmla="*/ 210201 w 233131"/>
                <a:gd name="csY11" fmla="*/ 117521 h 119909"/>
                <a:gd name="csX12" fmla="*/ 207335 w 233131"/>
                <a:gd name="csY12" fmla="*/ 117044 h 119909"/>
                <a:gd name="csX13" fmla="*/ 204946 w 233131"/>
                <a:gd name="csY13" fmla="*/ 117044 h 119909"/>
                <a:gd name="csX14" fmla="*/ 203513 w 233131"/>
                <a:gd name="csY14" fmla="*/ 117521 h 119909"/>
                <a:gd name="csX15" fmla="*/ 201602 w 233131"/>
                <a:gd name="csY15" fmla="*/ 118955 h 119909"/>
                <a:gd name="csX16" fmla="*/ 200169 w 233131"/>
                <a:gd name="csY16" fmla="*/ 119910 h 119909"/>
                <a:gd name="csX17" fmla="*/ 199691 w 233131"/>
                <a:gd name="csY17" fmla="*/ 119432 h 119909"/>
                <a:gd name="csX18" fmla="*/ 199213 w 233131"/>
                <a:gd name="csY18" fmla="*/ 118955 h 119909"/>
                <a:gd name="csX19" fmla="*/ 198258 w 233131"/>
                <a:gd name="csY19" fmla="*/ 118477 h 119909"/>
                <a:gd name="csX20" fmla="*/ 198258 w 233131"/>
                <a:gd name="csY20" fmla="*/ 116088 h 119909"/>
                <a:gd name="csX21" fmla="*/ 197302 w 233131"/>
                <a:gd name="csY21" fmla="*/ 114177 h 119909"/>
                <a:gd name="csX22" fmla="*/ 197780 w 233131"/>
                <a:gd name="csY22" fmla="*/ 112744 h 119909"/>
                <a:gd name="csX23" fmla="*/ 197780 w 233131"/>
                <a:gd name="csY23" fmla="*/ 112744 h 119909"/>
                <a:gd name="csX24" fmla="*/ 199691 w 233131"/>
                <a:gd name="csY24" fmla="*/ 112266 h 119909"/>
                <a:gd name="csX25" fmla="*/ 199691 w 233131"/>
                <a:gd name="csY25" fmla="*/ 112266 h 119909"/>
                <a:gd name="csX26" fmla="*/ 200169 w 233131"/>
                <a:gd name="csY26" fmla="*/ 110355 h 119909"/>
                <a:gd name="csX27" fmla="*/ 199691 w 233131"/>
                <a:gd name="csY27" fmla="*/ 107967 h 119909"/>
                <a:gd name="csX28" fmla="*/ 199691 w 233131"/>
                <a:gd name="csY28" fmla="*/ 106056 h 119909"/>
                <a:gd name="csX29" fmla="*/ 199691 w 233131"/>
                <a:gd name="csY29" fmla="*/ 105100 h 119909"/>
                <a:gd name="csX30" fmla="*/ 199213 w 233131"/>
                <a:gd name="csY30" fmla="*/ 102234 h 119909"/>
                <a:gd name="csX31" fmla="*/ 197780 w 233131"/>
                <a:gd name="csY31" fmla="*/ 98412 h 119909"/>
                <a:gd name="csX32" fmla="*/ 195869 w 233131"/>
                <a:gd name="csY32" fmla="*/ 95068 h 119909"/>
                <a:gd name="csX33" fmla="*/ 193003 w 233131"/>
                <a:gd name="csY33" fmla="*/ 92680 h 119909"/>
                <a:gd name="csX34" fmla="*/ 193003 w 233131"/>
                <a:gd name="csY34" fmla="*/ 92680 h 119909"/>
                <a:gd name="csX35" fmla="*/ 191092 w 233131"/>
                <a:gd name="csY35" fmla="*/ 90291 h 119909"/>
                <a:gd name="csX36" fmla="*/ 190136 w 233131"/>
                <a:gd name="csY36" fmla="*/ 87902 h 119909"/>
                <a:gd name="csX37" fmla="*/ 190614 w 233131"/>
                <a:gd name="csY37" fmla="*/ 82647 h 119909"/>
                <a:gd name="csX38" fmla="*/ 191570 w 233131"/>
                <a:gd name="csY38" fmla="*/ 77392 h 119909"/>
                <a:gd name="csX39" fmla="*/ 192047 w 233131"/>
                <a:gd name="csY39" fmla="*/ 73570 h 119909"/>
                <a:gd name="csX40" fmla="*/ 192047 w 233131"/>
                <a:gd name="csY40" fmla="*/ 67360 h 119909"/>
                <a:gd name="csX41" fmla="*/ 190136 w 233131"/>
                <a:gd name="csY41" fmla="*/ 63060 h 119909"/>
                <a:gd name="csX42" fmla="*/ 189659 w 233131"/>
                <a:gd name="csY42" fmla="*/ 58761 h 119909"/>
                <a:gd name="csX43" fmla="*/ 190614 w 233131"/>
                <a:gd name="csY43" fmla="*/ 53983 h 119909"/>
                <a:gd name="csX44" fmla="*/ 190614 w 233131"/>
                <a:gd name="csY44" fmla="*/ 50639 h 119909"/>
                <a:gd name="csX45" fmla="*/ 190136 w 233131"/>
                <a:gd name="csY45" fmla="*/ 48728 h 119909"/>
                <a:gd name="csX46" fmla="*/ 189659 w 233131"/>
                <a:gd name="csY46" fmla="*/ 48728 h 119909"/>
                <a:gd name="csX47" fmla="*/ 189181 w 233131"/>
                <a:gd name="csY47" fmla="*/ 48251 h 119909"/>
                <a:gd name="csX48" fmla="*/ 184404 w 233131"/>
                <a:gd name="csY48" fmla="*/ 48251 h 119909"/>
                <a:gd name="csX49" fmla="*/ 177715 w 233131"/>
                <a:gd name="csY49" fmla="*/ 48251 h 119909"/>
                <a:gd name="csX50" fmla="*/ 172461 w 233131"/>
                <a:gd name="csY50" fmla="*/ 48251 h 119909"/>
                <a:gd name="csX51" fmla="*/ 166250 w 233131"/>
                <a:gd name="csY51" fmla="*/ 47773 h 119909"/>
                <a:gd name="csX52" fmla="*/ 165295 w 233131"/>
                <a:gd name="csY52" fmla="*/ 47295 h 119909"/>
                <a:gd name="csX53" fmla="*/ 165295 w 233131"/>
                <a:gd name="csY53" fmla="*/ 47295 h 119909"/>
                <a:gd name="csX54" fmla="*/ 164817 w 233131"/>
                <a:gd name="csY54" fmla="*/ 46340 h 119909"/>
                <a:gd name="csX55" fmla="*/ 164817 w 233131"/>
                <a:gd name="csY55" fmla="*/ 44907 h 119909"/>
                <a:gd name="csX56" fmla="*/ 166250 w 233131"/>
                <a:gd name="csY56" fmla="*/ 41563 h 119909"/>
                <a:gd name="csX57" fmla="*/ 165772 w 233131"/>
                <a:gd name="csY57" fmla="*/ 41563 h 119909"/>
                <a:gd name="csX58" fmla="*/ 163861 w 233131"/>
                <a:gd name="csY58" fmla="*/ 41563 h 119909"/>
                <a:gd name="csX59" fmla="*/ 163861 w 233131"/>
                <a:gd name="csY59" fmla="*/ 41563 h 119909"/>
                <a:gd name="csX60" fmla="*/ 158129 w 233131"/>
                <a:gd name="csY60" fmla="*/ 42040 h 119909"/>
                <a:gd name="csX61" fmla="*/ 154307 w 233131"/>
                <a:gd name="csY61" fmla="*/ 42518 h 119909"/>
                <a:gd name="csX62" fmla="*/ 151918 w 233131"/>
                <a:gd name="csY62" fmla="*/ 42518 h 119909"/>
                <a:gd name="csX63" fmla="*/ 150963 w 233131"/>
                <a:gd name="csY63" fmla="*/ 42996 h 119909"/>
                <a:gd name="csX64" fmla="*/ 147619 w 233131"/>
                <a:gd name="csY64" fmla="*/ 43473 h 119909"/>
                <a:gd name="csX65" fmla="*/ 144752 w 233131"/>
                <a:gd name="csY65" fmla="*/ 45384 h 119909"/>
                <a:gd name="csX66" fmla="*/ 143797 w 233131"/>
                <a:gd name="csY66" fmla="*/ 47773 h 119909"/>
                <a:gd name="csX67" fmla="*/ 144274 w 233131"/>
                <a:gd name="csY67" fmla="*/ 50162 h 119909"/>
                <a:gd name="csX68" fmla="*/ 143797 w 233131"/>
                <a:gd name="csY68" fmla="*/ 51595 h 119909"/>
                <a:gd name="csX69" fmla="*/ 142841 w 233131"/>
                <a:gd name="csY69" fmla="*/ 53028 h 119909"/>
                <a:gd name="csX70" fmla="*/ 141886 w 233131"/>
                <a:gd name="csY70" fmla="*/ 54939 h 119909"/>
                <a:gd name="csX71" fmla="*/ 141886 w 233131"/>
                <a:gd name="csY71" fmla="*/ 55894 h 119909"/>
                <a:gd name="csX72" fmla="*/ 141408 w 233131"/>
                <a:gd name="csY72" fmla="*/ 60672 h 119909"/>
                <a:gd name="csX73" fmla="*/ 137108 w 233131"/>
                <a:gd name="csY73" fmla="*/ 61149 h 119909"/>
                <a:gd name="csX74" fmla="*/ 133287 w 233131"/>
                <a:gd name="csY74" fmla="*/ 61149 h 119909"/>
                <a:gd name="csX75" fmla="*/ 132331 w 233131"/>
                <a:gd name="csY75" fmla="*/ 61149 h 119909"/>
                <a:gd name="csX76" fmla="*/ 127554 w 233131"/>
                <a:gd name="csY76" fmla="*/ 59716 h 119909"/>
                <a:gd name="csX77" fmla="*/ 125643 w 233131"/>
                <a:gd name="csY77" fmla="*/ 59716 h 119909"/>
                <a:gd name="csX78" fmla="*/ 124210 w 233131"/>
                <a:gd name="csY78" fmla="*/ 60672 h 119909"/>
                <a:gd name="csX79" fmla="*/ 121343 w 233131"/>
                <a:gd name="csY79" fmla="*/ 61149 h 119909"/>
                <a:gd name="csX80" fmla="*/ 118477 w 233131"/>
                <a:gd name="csY80" fmla="*/ 61627 h 119909"/>
                <a:gd name="csX81" fmla="*/ 115611 w 233131"/>
                <a:gd name="csY81" fmla="*/ 63060 h 119909"/>
                <a:gd name="csX82" fmla="*/ 114655 w 233131"/>
                <a:gd name="csY82" fmla="*/ 63060 h 119909"/>
                <a:gd name="csX83" fmla="*/ 112744 w 233131"/>
                <a:gd name="csY83" fmla="*/ 62582 h 119909"/>
                <a:gd name="csX84" fmla="*/ 110356 w 233131"/>
                <a:gd name="csY84" fmla="*/ 62582 h 119909"/>
                <a:gd name="csX85" fmla="*/ 107489 w 233131"/>
                <a:gd name="csY85" fmla="*/ 62582 h 119909"/>
                <a:gd name="csX86" fmla="*/ 106056 w 233131"/>
                <a:gd name="csY86" fmla="*/ 63060 h 119909"/>
                <a:gd name="csX87" fmla="*/ 105578 w 233131"/>
                <a:gd name="csY87" fmla="*/ 62582 h 119909"/>
                <a:gd name="csX88" fmla="*/ 105578 w 233131"/>
                <a:gd name="csY88" fmla="*/ 62582 h 119909"/>
                <a:gd name="csX89" fmla="*/ 102712 w 233131"/>
                <a:gd name="csY89" fmla="*/ 58761 h 119909"/>
                <a:gd name="csX90" fmla="*/ 99846 w 233131"/>
                <a:gd name="csY90" fmla="*/ 54461 h 119909"/>
                <a:gd name="csX91" fmla="*/ 97935 w 233131"/>
                <a:gd name="csY91" fmla="*/ 51117 h 119909"/>
                <a:gd name="csX92" fmla="*/ 96979 w 233131"/>
                <a:gd name="csY92" fmla="*/ 50639 h 119909"/>
                <a:gd name="csX93" fmla="*/ 96024 w 233131"/>
                <a:gd name="csY93" fmla="*/ 49684 h 119909"/>
                <a:gd name="csX94" fmla="*/ 94590 w 233131"/>
                <a:gd name="csY94" fmla="*/ 47773 h 119909"/>
                <a:gd name="csX95" fmla="*/ 93635 w 233131"/>
                <a:gd name="csY95" fmla="*/ 45862 h 119909"/>
                <a:gd name="csX96" fmla="*/ 94113 w 233131"/>
                <a:gd name="csY96" fmla="*/ 43951 h 119909"/>
                <a:gd name="csX97" fmla="*/ 93157 w 233131"/>
                <a:gd name="csY97" fmla="*/ 41563 h 119909"/>
                <a:gd name="csX98" fmla="*/ 91246 w 233131"/>
                <a:gd name="csY98" fmla="*/ 38696 h 119909"/>
                <a:gd name="csX99" fmla="*/ 89813 w 233131"/>
                <a:gd name="csY99" fmla="*/ 35830 h 119909"/>
                <a:gd name="csX100" fmla="*/ 88858 w 233131"/>
                <a:gd name="csY100" fmla="*/ 33441 h 119909"/>
                <a:gd name="csX101" fmla="*/ 88858 w 233131"/>
                <a:gd name="csY101" fmla="*/ 31052 h 119909"/>
                <a:gd name="csX102" fmla="*/ 89335 w 233131"/>
                <a:gd name="csY102" fmla="*/ 29141 h 119909"/>
                <a:gd name="csX103" fmla="*/ 88858 w 233131"/>
                <a:gd name="csY103" fmla="*/ 27708 h 119909"/>
                <a:gd name="csX104" fmla="*/ 87424 w 233131"/>
                <a:gd name="csY104" fmla="*/ 26753 h 119909"/>
                <a:gd name="csX105" fmla="*/ 87424 w 233131"/>
                <a:gd name="csY105" fmla="*/ 26753 h 119909"/>
                <a:gd name="csX106" fmla="*/ 86947 w 233131"/>
                <a:gd name="csY106" fmla="*/ 25798 h 119909"/>
                <a:gd name="csX107" fmla="*/ 86469 w 233131"/>
                <a:gd name="csY107" fmla="*/ 25320 h 119909"/>
                <a:gd name="csX108" fmla="*/ 85514 w 233131"/>
                <a:gd name="csY108" fmla="*/ 23886 h 119909"/>
                <a:gd name="csX109" fmla="*/ 83603 w 233131"/>
                <a:gd name="csY109" fmla="*/ 22931 h 119909"/>
                <a:gd name="csX110" fmla="*/ 81214 w 233131"/>
                <a:gd name="csY110" fmla="*/ 22453 h 119909"/>
                <a:gd name="csX111" fmla="*/ 75959 w 233131"/>
                <a:gd name="csY111" fmla="*/ 22453 h 119909"/>
                <a:gd name="csX112" fmla="*/ 69749 w 233131"/>
                <a:gd name="csY112" fmla="*/ 21975 h 119909"/>
                <a:gd name="csX113" fmla="*/ 63538 w 233131"/>
                <a:gd name="csY113" fmla="*/ 22453 h 119909"/>
                <a:gd name="csX114" fmla="*/ 56850 w 233131"/>
                <a:gd name="csY114" fmla="*/ 22453 h 119909"/>
                <a:gd name="csX115" fmla="*/ 50162 w 233131"/>
                <a:gd name="csY115" fmla="*/ 22453 h 119909"/>
                <a:gd name="csX116" fmla="*/ 48251 w 233131"/>
                <a:gd name="csY116" fmla="*/ 22453 h 119909"/>
                <a:gd name="csX117" fmla="*/ 42996 w 233131"/>
                <a:gd name="csY117" fmla="*/ 22931 h 119909"/>
                <a:gd name="csX118" fmla="*/ 39174 w 233131"/>
                <a:gd name="csY118" fmla="*/ 22453 h 119909"/>
                <a:gd name="csX119" fmla="*/ 37741 w 233131"/>
                <a:gd name="csY119" fmla="*/ 22453 h 119909"/>
                <a:gd name="csX120" fmla="*/ 34874 w 233131"/>
                <a:gd name="csY120" fmla="*/ 21975 h 119909"/>
                <a:gd name="csX121" fmla="*/ 30575 w 233131"/>
                <a:gd name="csY121" fmla="*/ 21975 h 119909"/>
                <a:gd name="csX122" fmla="*/ 28186 w 233131"/>
                <a:gd name="csY122" fmla="*/ 21975 h 119909"/>
                <a:gd name="csX123" fmla="*/ 22931 w 233131"/>
                <a:gd name="csY123" fmla="*/ 21975 h 119909"/>
                <a:gd name="csX124" fmla="*/ 22453 w 233131"/>
                <a:gd name="csY124" fmla="*/ 21975 h 119909"/>
                <a:gd name="csX125" fmla="*/ 21498 w 233131"/>
                <a:gd name="csY125" fmla="*/ 22453 h 119909"/>
                <a:gd name="csX126" fmla="*/ 19109 w 233131"/>
                <a:gd name="csY126" fmla="*/ 21975 h 119909"/>
                <a:gd name="csX127" fmla="*/ 16721 w 233131"/>
                <a:gd name="csY127" fmla="*/ 22453 h 119909"/>
                <a:gd name="csX128" fmla="*/ 16721 w 233131"/>
                <a:gd name="csY128" fmla="*/ 22453 h 119909"/>
                <a:gd name="csX129" fmla="*/ 15287 w 233131"/>
                <a:gd name="csY129" fmla="*/ 21498 h 119909"/>
                <a:gd name="csX130" fmla="*/ 12899 w 233131"/>
                <a:gd name="csY130" fmla="*/ 21975 h 119909"/>
                <a:gd name="csX131" fmla="*/ 11466 w 233131"/>
                <a:gd name="csY131" fmla="*/ 22453 h 119909"/>
                <a:gd name="csX132" fmla="*/ 9077 w 233131"/>
                <a:gd name="csY132" fmla="*/ 23886 h 119909"/>
                <a:gd name="csX133" fmla="*/ 5733 w 233131"/>
                <a:gd name="csY133" fmla="*/ 24842 h 119909"/>
                <a:gd name="csX134" fmla="*/ 4777 w 233131"/>
                <a:gd name="csY134" fmla="*/ 24842 h 119909"/>
                <a:gd name="csX135" fmla="*/ 3822 w 233131"/>
                <a:gd name="csY135" fmla="*/ 24364 h 119909"/>
                <a:gd name="csX136" fmla="*/ 1911 w 233131"/>
                <a:gd name="csY136" fmla="*/ 22931 h 119909"/>
                <a:gd name="csX137" fmla="*/ 478 w 233131"/>
                <a:gd name="csY137" fmla="*/ 21020 h 119909"/>
                <a:gd name="csX138" fmla="*/ 0 w 233131"/>
                <a:gd name="csY138" fmla="*/ 20065 h 119909"/>
                <a:gd name="csX139" fmla="*/ 478 w 233131"/>
                <a:gd name="csY139" fmla="*/ 20065 h 119909"/>
                <a:gd name="csX140" fmla="*/ 3344 w 233131"/>
                <a:gd name="csY140" fmla="*/ 19587 h 119909"/>
                <a:gd name="csX141" fmla="*/ 5255 w 233131"/>
                <a:gd name="csY141" fmla="*/ 19587 h 119909"/>
                <a:gd name="csX142" fmla="*/ 5733 w 233131"/>
                <a:gd name="csY142" fmla="*/ 19109 h 119909"/>
                <a:gd name="csX143" fmla="*/ 5733 w 233131"/>
                <a:gd name="csY143" fmla="*/ 14332 h 119909"/>
                <a:gd name="csX144" fmla="*/ 5733 w 233131"/>
                <a:gd name="csY144" fmla="*/ 9077 h 119909"/>
                <a:gd name="csX145" fmla="*/ 5255 w 233131"/>
                <a:gd name="csY145" fmla="*/ 8599 h 119909"/>
                <a:gd name="csX146" fmla="*/ 4777 w 233131"/>
                <a:gd name="csY146" fmla="*/ 8121 h 119909"/>
                <a:gd name="csX147" fmla="*/ 4777 w 233131"/>
                <a:gd name="csY147" fmla="*/ 7644 h 119909"/>
                <a:gd name="csX148" fmla="*/ 5733 w 233131"/>
                <a:gd name="csY148" fmla="*/ 7166 h 119909"/>
                <a:gd name="csX149" fmla="*/ 7166 w 233131"/>
                <a:gd name="csY149" fmla="*/ 6688 h 119909"/>
                <a:gd name="csX150" fmla="*/ 7644 w 233131"/>
                <a:gd name="csY150" fmla="*/ 6210 h 119909"/>
                <a:gd name="csX151" fmla="*/ 9077 w 233131"/>
                <a:gd name="csY151" fmla="*/ 4777 h 119909"/>
                <a:gd name="csX152" fmla="*/ 11943 w 233131"/>
                <a:gd name="csY152" fmla="*/ 1911 h 119909"/>
                <a:gd name="csX153" fmla="*/ 14332 w 233131"/>
                <a:gd name="csY153" fmla="*/ 956 h 119909"/>
                <a:gd name="csX154" fmla="*/ 16721 w 233131"/>
                <a:gd name="csY154" fmla="*/ 0 h 119909"/>
                <a:gd name="csX155" fmla="*/ 16721 w 233131"/>
                <a:gd name="csY155" fmla="*/ 0 h 119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</a:cxnLst>
              <a:rect l="l" t="t" r="r" b="b"/>
              <a:pathLst>
                <a:path w="233131" h="119909">
                  <a:moveTo>
                    <a:pt x="233132" y="113700"/>
                  </a:moveTo>
                  <a:lnTo>
                    <a:pt x="232177" y="114177"/>
                  </a:lnTo>
                  <a:lnTo>
                    <a:pt x="231699" y="115133"/>
                  </a:lnTo>
                  <a:lnTo>
                    <a:pt x="231699" y="115611"/>
                  </a:lnTo>
                  <a:lnTo>
                    <a:pt x="230266" y="116566"/>
                  </a:lnTo>
                  <a:lnTo>
                    <a:pt x="227399" y="116088"/>
                  </a:lnTo>
                  <a:lnTo>
                    <a:pt x="225011" y="115611"/>
                  </a:lnTo>
                  <a:lnTo>
                    <a:pt x="223100" y="115611"/>
                  </a:lnTo>
                  <a:lnTo>
                    <a:pt x="221667" y="115611"/>
                  </a:lnTo>
                  <a:lnTo>
                    <a:pt x="216889" y="117521"/>
                  </a:lnTo>
                  <a:lnTo>
                    <a:pt x="215456" y="117521"/>
                  </a:lnTo>
                  <a:lnTo>
                    <a:pt x="210201" y="117521"/>
                  </a:lnTo>
                  <a:lnTo>
                    <a:pt x="207335" y="117044"/>
                  </a:lnTo>
                  <a:lnTo>
                    <a:pt x="204946" y="117044"/>
                  </a:lnTo>
                  <a:lnTo>
                    <a:pt x="203513" y="117521"/>
                  </a:lnTo>
                  <a:lnTo>
                    <a:pt x="201602" y="118955"/>
                  </a:lnTo>
                  <a:lnTo>
                    <a:pt x="200169" y="119910"/>
                  </a:lnTo>
                  <a:lnTo>
                    <a:pt x="199691" y="119432"/>
                  </a:lnTo>
                  <a:lnTo>
                    <a:pt x="199213" y="118955"/>
                  </a:lnTo>
                  <a:lnTo>
                    <a:pt x="198258" y="118477"/>
                  </a:lnTo>
                  <a:lnTo>
                    <a:pt x="198258" y="116088"/>
                  </a:lnTo>
                  <a:lnTo>
                    <a:pt x="197302" y="114177"/>
                  </a:lnTo>
                  <a:lnTo>
                    <a:pt x="197780" y="112744"/>
                  </a:lnTo>
                  <a:lnTo>
                    <a:pt x="197780" y="112744"/>
                  </a:lnTo>
                  <a:lnTo>
                    <a:pt x="199691" y="112266"/>
                  </a:lnTo>
                  <a:lnTo>
                    <a:pt x="199691" y="112266"/>
                  </a:lnTo>
                  <a:lnTo>
                    <a:pt x="200169" y="110355"/>
                  </a:lnTo>
                  <a:lnTo>
                    <a:pt x="199691" y="107967"/>
                  </a:lnTo>
                  <a:lnTo>
                    <a:pt x="199691" y="106056"/>
                  </a:lnTo>
                  <a:lnTo>
                    <a:pt x="199691" y="105100"/>
                  </a:lnTo>
                  <a:lnTo>
                    <a:pt x="199213" y="102234"/>
                  </a:lnTo>
                  <a:lnTo>
                    <a:pt x="197780" y="98412"/>
                  </a:lnTo>
                  <a:lnTo>
                    <a:pt x="195869" y="95068"/>
                  </a:lnTo>
                  <a:lnTo>
                    <a:pt x="193003" y="92680"/>
                  </a:lnTo>
                  <a:lnTo>
                    <a:pt x="193003" y="92680"/>
                  </a:lnTo>
                  <a:lnTo>
                    <a:pt x="191092" y="90291"/>
                  </a:lnTo>
                  <a:lnTo>
                    <a:pt x="190136" y="87902"/>
                  </a:lnTo>
                  <a:lnTo>
                    <a:pt x="190614" y="82647"/>
                  </a:lnTo>
                  <a:lnTo>
                    <a:pt x="191570" y="77392"/>
                  </a:lnTo>
                  <a:lnTo>
                    <a:pt x="192047" y="73570"/>
                  </a:lnTo>
                  <a:lnTo>
                    <a:pt x="192047" y="67360"/>
                  </a:lnTo>
                  <a:lnTo>
                    <a:pt x="190136" y="63060"/>
                  </a:lnTo>
                  <a:lnTo>
                    <a:pt x="189659" y="58761"/>
                  </a:lnTo>
                  <a:lnTo>
                    <a:pt x="190614" y="53983"/>
                  </a:lnTo>
                  <a:lnTo>
                    <a:pt x="190614" y="50639"/>
                  </a:lnTo>
                  <a:lnTo>
                    <a:pt x="190136" y="48728"/>
                  </a:lnTo>
                  <a:lnTo>
                    <a:pt x="189659" y="48728"/>
                  </a:lnTo>
                  <a:lnTo>
                    <a:pt x="189181" y="48251"/>
                  </a:lnTo>
                  <a:lnTo>
                    <a:pt x="184404" y="48251"/>
                  </a:lnTo>
                  <a:lnTo>
                    <a:pt x="177715" y="48251"/>
                  </a:lnTo>
                  <a:lnTo>
                    <a:pt x="172461" y="48251"/>
                  </a:lnTo>
                  <a:lnTo>
                    <a:pt x="166250" y="47773"/>
                  </a:lnTo>
                  <a:lnTo>
                    <a:pt x="165295" y="47295"/>
                  </a:lnTo>
                  <a:lnTo>
                    <a:pt x="165295" y="47295"/>
                  </a:lnTo>
                  <a:lnTo>
                    <a:pt x="164817" y="46340"/>
                  </a:lnTo>
                  <a:lnTo>
                    <a:pt x="164817" y="44907"/>
                  </a:lnTo>
                  <a:lnTo>
                    <a:pt x="166250" y="41563"/>
                  </a:lnTo>
                  <a:lnTo>
                    <a:pt x="165772" y="41563"/>
                  </a:lnTo>
                  <a:lnTo>
                    <a:pt x="163861" y="41563"/>
                  </a:lnTo>
                  <a:lnTo>
                    <a:pt x="163861" y="41563"/>
                  </a:lnTo>
                  <a:lnTo>
                    <a:pt x="158129" y="42040"/>
                  </a:lnTo>
                  <a:lnTo>
                    <a:pt x="154307" y="42518"/>
                  </a:lnTo>
                  <a:lnTo>
                    <a:pt x="151918" y="42518"/>
                  </a:lnTo>
                  <a:lnTo>
                    <a:pt x="150963" y="42996"/>
                  </a:lnTo>
                  <a:lnTo>
                    <a:pt x="147619" y="43473"/>
                  </a:lnTo>
                  <a:lnTo>
                    <a:pt x="144752" y="45384"/>
                  </a:lnTo>
                  <a:lnTo>
                    <a:pt x="143797" y="47773"/>
                  </a:lnTo>
                  <a:lnTo>
                    <a:pt x="144274" y="50162"/>
                  </a:lnTo>
                  <a:lnTo>
                    <a:pt x="143797" y="51595"/>
                  </a:lnTo>
                  <a:lnTo>
                    <a:pt x="142841" y="53028"/>
                  </a:lnTo>
                  <a:lnTo>
                    <a:pt x="141886" y="54939"/>
                  </a:lnTo>
                  <a:lnTo>
                    <a:pt x="141886" y="55894"/>
                  </a:lnTo>
                  <a:lnTo>
                    <a:pt x="141408" y="60672"/>
                  </a:lnTo>
                  <a:lnTo>
                    <a:pt x="137108" y="61149"/>
                  </a:lnTo>
                  <a:lnTo>
                    <a:pt x="133287" y="61149"/>
                  </a:lnTo>
                  <a:lnTo>
                    <a:pt x="132331" y="61149"/>
                  </a:lnTo>
                  <a:lnTo>
                    <a:pt x="127554" y="59716"/>
                  </a:lnTo>
                  <a:lnTo>
                    <a:pt x="125643" y="59716"/>
                  </a:lnTo>
                  <a:lnTo>
                    <a:pt x="124210" y="60672"/>
                  </a:lnTo>
                  <a:lnTo>
                    <a:pt x="121343" y="61149"/>
                  </a:lnTo>
                  <a:lnTo>
                    <a:pt x="118477" y="61627"/>
                  </a:lnTo>
                  <a:lnTo>
                    <a:pt x="115611" y="63060"/>
                  </a:lnTo>
                  <a:lnTo>
                    <a:pt x="114655" y="63060"/>
                  </a:lnTo>
                  <a:lnTo>
                    <a:pt x="112744" y="62582"/>
                  </a:lnTo>
                  <a:lnTo>
                    <a:pt x="110356" y="62582"/>
                  </a:lnTo>
                  <a:lnTo>
                    <a:pt x="107489" y="62582"/>
                  </a:lnTo>
                  <a:lnTo>
                    <a:pt x="106056" y="63060"/>
                  </a:lnTo>
                  <a:lnTo>
                    <a:pt x="105578" y="62582"/>
                  </a:lnTo>
                  <a:lnTo>
                    <a:pt x="105578" y="62582"/>
                  </a:lnTo>
                  <a:lnTo>
                    <a:pt x="102712" y="58761"/>
                  </a:lnTo>
                  <a:lnTo>
                    <a:pt x="99846" y="54461"/>
                  </a:lnTo>
                  <a:lnTo>
                    <a:pt x="97935" y="51117"/>
                  </a:lnTo>
                  <a:lnTo>
                    <a:pt x="96979" y="50639"/>
                  </a:lnTo>
                  <a:lnTo>
                    <a:pt x="96024" y="49684"/>
                  </a:lnTo>
                  <a:lnTo>
                    <a:pt x="94590" y="47773"/>
                  </a:lnTo>
                  <a:lnTo>
                    <a:pt x="93635" y="45862"/>
                  </a:lnTo>
                  <a:lnTo>
                    <a:pt x="94113" y="43951"/>
                  </a:lnTo>
                  <a:lnTo>
                    <a:pt x="93157" y="41563"/>
                  </a:lnTo>
                  <a:lnTo>
                    <a:pt x="91246" y="38696"/>
                  </a:lnTo>
                  <a:lnTo>
                    <a:pt x="89813" y="35830"/>
                  </a:lnTo>
                  <a:lnTo>
                    <a:pt x="88858" y="33441"/>
                  </a:lnTo>
                  <a:lnTo>
                    <a:pt x="88858" y="31052"/>
                  </a:lnTo>
                  <a:lnTo>
                    <a:pt x="89335" y="29141"/>
                  </a:lnTo>
                  <a:lnTo>
                    <a:pt x="88858" y="27708"/>
                  </a:lnTo>
                  <a:lnTo>
                    <a:pt x="87424" y="26753"/>
                  </a:lnTo>
                  <a:lnTo>
                    <a:pt x="87424" y="26753"/>
                  </a:lnTo>
                  <a:lnTo>
                    <a:pt x="86947" y="25798"/>
                  </a:lnTo>
                  <a:lnTo>
                    <a:pt x="86469" y="25320"/>
                  </a:lnTo>
                  <a:lnTo>
                    <a:pt x="85514" y="23886"/>
                  </a:lnTo>
                  <a:lnTo>
                    <a:pt x="83603" y="22931"/>
                  </a:lnTo>
                  <a:lnTo>
                    <a:pt x="81214" y="22453"/>
                  </a:lnTo>
                  <a:lnTo>
                    <a:pt x="75959" y="22453"/>
                  </a:lnTo>
                  <a:lnTo>
                    <a:pt x="69749" y="21975"/>
                  </a:lnTo>
                  <a:lnTo>
                    <a:pt x="63538" y="22453"/>
                  </a:lnTo>
                  <a:lnTo>
                    <a:pt x="56850" y="22453"/>
                  </a:lnTo>
                  <a:lnTo>
                    <a:pt x="50162" y="22453"/>
                  </a:lnTo>
                  <a:lnTo>
                    <a:pt x="48251" y="22453"/>
                  </a:lnTo>
                  <a:lnTo>
                    <a:pt x="42996" y="22931"/>
                  </a:lnTo>
                  <a:lnTo>
                    <a:pt x="39174" y="22453"/>
                  </a:lnTo>
                  <a:lnTo>
                    <a:pt x="37741" y="22453"/>
                  </a:lnTo>
                  <a:lnTo>
                    <a:pt x="34874" y="21975"/>
                  </a:lnTo>
                  <a:lnTo>
                    <a:pt x="30575" y="21975"/>
                  </a:lnTo>
                  <a:lnTo>
                    <a:pt x="28186" y="21975"/>
                  </a:lnTo>
                  <a:lnTo>
                    <a:pt x="22931" y="21975"/>
                  </a:lnTo>
                  <a:lnTo>
                    <a:pt x="22453" y="21975"/>
                  </a:lnTo>
                  <a:lnTo>
                    <a:pt x="21498" y="22453"/>
                  </a:lnTo>
                  <a:lnTo>
                    <a:pt x="19109" y="21975"/>
                  </a:lnTo>
                  <a:lnTo>
                    <a:pt x="16721" y="22453"/>
                  </a:lnTo>
                  <a:lnTo>
                    <a:pt x="16721" y="22453"/>
                  </a:lnTo>
                  <a:lnTo>
                    <a:pt x="15287" y="21498"/>
                  </a:lnTo>
                  <a:lnTo>
                    <a:pt x="12899" y="21975"/>
                  </a:lnTo>
                  <a:lnTo>
                    <a:pt x="11466" y="22453"/>
                  </a:lnTo>
                  <a:lnTo>
                    <a:pt x="9077" y="23886"/>
                  </a:lnTo>
                  <a:lnTo>
                    <a:pt x="5733" y="24842"/>
                  </a:lnTo>
                  <a:lnTo>
                    <a:pt x="4777" y="24842"/>
                  </a:lnTo>
                  <a:lnTo>
                    <a:pt x="3822" y="24364"/>
                  </a:lnTo>
                  <a:lnTo>
                    <a:pt x="1911" y="22931"/>
                  </a:lnTo>
                  <a:lnTo>
                    <a:pt x="478" y="21020"/>
                  </a:lnTo>
                  <a:lnTo>
                    <a:pt x="0" y="20065"/>
                  </a:lnTo>
                  <a:lnTo>
                    <a:pt x="478" y="20065"/>
                  </a:lnTo>
                  <a:lnTo>
                    <a:pt x="3344" y="19587"/>
                  </a:lnTo>
                  <a:lnTo>
                    <a:pt x="5255" y="19587"/>
                  </a:lnTo>
                  <a:lnTo>
                    <a:pt x="5733" y="19109"/>
                  </a:lnTo>
                  <a:lnTo>
                    <a:pt x="5733" y="14332"/>
                  </a:lnTo>
                  <a:lnTo>
                    <a:pt x="5733" y="9077"/>
                  </a:lnTo>
                  <a:lnTo>
                    <a:pt x="5255" y="8599"/>
                  </a:lnTo>
                  <a:lnTo>
                    <a:pt x="4777" y="8121"/>
                  </a:lnTo>
                  <a:lnTo>
                    <a:pt x="4777" y="7644"/>
                  </a:lnTo>
                  <a:lnTo>
                    <a:pt x="5733" y="7166"/>
                  </a:lnTo>
                  <a:lnTo>
                    <a:pt x="7166" y="6688"/>
                  </a:lnTo>
                  <a:lnTo>
                    <a:pt x="7644" y="6210"/>
                  </a:lnTo>
                  <a:lnTo>
                    <a:pt x="9077" y="4777"/>
                  </a:lnTo>
                  <a:lnTo>
                    <a:pt x="11943" y="1911"/>
                  </a:lnTo>
                  <a:lnTo>
                    <a:pt x="14332" y="956"/>
                  </a:lnTo>
                  <a:lnTo>
                    <a:pt x="16721" y="0"/>
                  </a:lnTo>
                  <a:lnTo>
                    <a:pt x="1672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1" name="Freeform 3770">
              <a:extLst>
                <a:ext uri="{FF2B5EF4-FFF2-40B4-BE49-F238E27FC236}">
                  <a16:creationId xmlns:a16="http://schemas.microsoft.com/office/drawing/2014/main" id="{50F65BB8-39C5-5E73-1F83-44242A60F5AC}"/>
                </a:ext>
              </a:extLst>
            </p:cNvPr>
            <p:cNvSpPr/>
            <p:nvPr/>
          </p:nvSpPr>
          <p:spPr>
            <a:xfrm>
              <a:off x="6449997" y="4968506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0 w 1433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2" name="Freeform 3771">
              <a:extLst>
                <a:ext uri="{FF2B5EF4-FFF2-40B4-BE49-F238E27FC236}">
                  <a16:creationId xmlns:a16="http://schemas.microsoft.com/office/drawing/2014/main" id="{A900209B-9E75-6BC4-1473-E69BDF023DDE}"/>
                </a:ext>
              </a:extLst>
            </p:cNvPr>
            <p:cNvSpPr/>
            <p:nvPr/>
          </p:nvSpPr>
          <p:spPr>
            <a:xfrm>
              <a:off x="6474360" y="4961340"/>
              <a:ext cx="478" cy="10032"/>
            </a:xfrm>
            <a:custGeom>
              <a:avLst/>
              <a:gdLst>
                <a:gd name="csX0" fmla="*/ 0 w 478"/>
                <a:gd name="csY0" fmla="*/ 0 h 10032"/>
                <a:gd name="csX1" fmla="*/ 0 w 478"/>
                <a:gd name="csY1" fmla="*/ 3344 h 10032"/>
                <a:gd name="csX2" fmla="*/ 0 w 478"/>
                <a:gd name="csY2" fmla="*/ 7166 h 10032"/>
                <a:gd name="csX3" fmla="*/ 478 w 478"/>
                <a:gd name="csY3" fmla="*/ 1003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10032">
                  <a:moveTo>
                    <a:pt x="0" y="0"/>
                  </a:moveTo>
                  <a:lnTo>
                    <a:pt x="0" y="3344"/>
                  </a:lnTo>
                  <a:lnTo>
                    <a:pt x="0" y="7166"/>
                  </a:lnTo>
                  <a:lnTo>
                    <a:pt x="478" y="100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3" name="Freeform 3772">
              <a:extLst>
                <a:ext uri="{FF2B5EF4-FFF2-40B4-BE49-F238E27FC236}">
                  <a16:creationId xmlns:a16="http://schemas.microsoft.com/office/drawing/2014/main" id="{58440379-02F8-2759-3F46-5FC71E124554}"/>
                </a:ext>
              </a:extLst>
            </p:cNvPr>
            <p:cNvSpPr/>
            <p:nvPr/>
          </p:nvSpPr>
          <p:spPr>
            <a:xfrm>
              <a:off x="6455729" y="4955129"/>
              <a:ext cx="2388" cy="2866"/>
            </a:xfrm>
            <a:custGeom>
              <a:avLst/>
              <a:gdLst>
                <a:gd name="csX0" fmla="*/ 0 w 2388"/>
                <a:gd name="csY0" fmla="*/ 0 h 2866"/>
                <a:gd name="csX1" fmla="*/ 2389 w 2388"/>
                <a:gd name="csY1" fmla="*/ 2867 h 2866"/>
                <a:gd name="csX2" fmla="*/ 2389 w 2388"/>
                <a:gd name="csY2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2866">
                  <a:moveTo>
                    <a:pt x="0" y="0"/>
                  </a:moveTo>
                  <a:lnTo>
                    <a:pt x="2389" y="2867"/>
                  </a:lnTo>
                  <a:lnTo>
                    <a:pt x="2389" y="286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4" name="Freeform 3773">
              <a:extLst>
                <a:ext uri="{FF2B5EF4-FFF2-40B4-BE49-F238E27FC236}">
                  <a16:creationId xmlns:a16="http://schemas.microsoft.com/office/drawing/2014/main" id="{1FFD1C21-A79E-ED7A-108F-948E68F45B42}"/>
                </a:ext>
              </a:extLst>
            </p:cNvPr>
            <p:cNvSpPr/>
            <p:nvPr/>
          </p:nvSpPr>
          <p:spPr>
            <a:xfrm>
              <a:off x="6450952" y="4910223"/>
              <a:ext cx="477" cy="4299"/>
            </a:xfrm>
            <a:custGeom>
              <a:avLst/>
              <a:gdLst>
                <a:gd name="csX0" fmla="*/ 0 w 477"/>
                <a:gd name="csY0" fmla="*/ 0 h 4299"/>
                <a:gd name="csX1" fmla="*/ 478 w 477"/>
                <a:gd name="csY1" fmla="*/ 2866 h 4299"/>
                <a:gd name="csX2" fmla="*/ 478 w 477"/>
                <a:gd name="csY2" fmla="*/ 429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299">
                  <a:moveTo>
                    <a:pt x="0" y="0"/>
                  </a:moveTo>
                  <a:lnTo>
                    <a:pt x="478" y="2866"/>
                  </a:lnTo>
                  <a:lnTo>
                    <a:pt x="478" y="429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5" name="Freeform 3774">
              <a:extLst>
                <a:ext uri="{FF2B5EF4-FFF2-40B4-BE49-F238E27FC236}">
                  <a16:creationId xmlns:a16="http://schemas.microsoft.com/office/drawing/2014/main" id="{A5B223D1-5D4A-2407-C1CD-5BABF33B8C9E}"/>
                </a:ext>
              </a:extLst>
            </p:cNvPr>
            <p:cNvSpPr/>
            <p:nvPr/>
          </p:nvSpPr>
          <p:spPr>
            <a:xfrm>
              <a:off x="6489648" y="4875826"/>
              <a:ext cx="3821" cy="7165"/>
            </a:xfrm>
            <a:custGeom>
              <a:avLst/>
              <a:gdLst>
                <a:gd name="csX0" fmla="*/ 0 w 3821"/>
                <a:gd name="csY0" fmla="*/ 0 h 7165"/>
                <a:gd name="csX1" fmla="*/ 1911 w 3821"/>
                <a:gd name="csY1" fmla="*/ 3344 h 7165"/>
                <a:gd name="csX2" fmla="*/ 3344 w 3821"/>
                <a:gd name="csY2" fmla="*/ 5733 h 7165"/>
                <a:gd name="csX3" fmla="*/ 3821 w 3821"/>
                <a:gd name="csY3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1" h="7165">
                  <a:moveTo>
                    <a:pt x="0" y="0"/>
                  </a:moveTo>
                  <a:lnTo>
                    <a:pt x="1911" y="3344"/>
                  </a:lnTo>
                  <a:lnTo>
                    <a:pt x="3344" y="5733"/>
                  </a:lnTo>
                  <a:lnTo>
                    <a:pt x="3821" y="71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6" name="Freeform 3775">
              <a:extLst>
                <a:ext uri="{FF2B5EF4-FFF2-40B4-BE49-F238E27FC236}">
                  <a16:creationId xmlns:a16="http://schemas.microsoft.com/office/drawing/2014/main" id="{B852694E-C66A-BBC2-16DD-1DAF3C15327D}"/>
                </a:ext>
              </a:extLst>
            </p:cNvPr>
            <p:cNvSpPr/>
            <p:nvPr/>
          </p:nvSpPr>
          <p:spPr>
            <a:xfrm>
              <a:off x="6482005" y="4861017"/>
              <a:ext cx="6210" cy="11943"/>
            </a:xfrm>
            <a:custGeom>
              <a:avLst/>
              <a:gdLst>
                <a:gd name="csX0" fmla="*/ 0 w 6210"/>
                <a:gd name="csY0" fmla="*/ 0 h 11943"/>
                <a:gd name="csX1" fmla="*/ 955 w 6210"/>
                <a:gd name="csY1" fmla="*/ 955 h 11943"/>
                <a:gd name="csX2" fmla="*/ 2866 w 6210"/>
                <a:gd name="csY2" fmla="*/ 4299 h 11943"/>
                <a:gd name="csX3" fmla="*/ 4299 w 6210"/>
                <a:gd name="csY3" fmla="*/ 6688 h 11943"/>
                <a:gd name="csX4" fmla="*/ 4777 w 6210"/>
                <a:gd name="csY4" fmla="*/ 8599 h 11943"/>
                <a:gd name="csX5" fmla="*/ 6210 w 6210"/>
                <a:gd name="csY5" fmla="*/ 11943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10" h="11943">
                  <a:moveTo>
                    <a:pt x="0" y="0"/>
                  </a:moveTo>
                  <a:lnTo>
                    <a:pt x="955" y="955"/>
                  </a:lnTo>
                  <a:lnTo>
                    <a:pt x="2866" y="4299"/>
                  </a:lnTo>
                  <a:lnTo>
                    <a:pt x="4299" y="6688"/>
                  </a:lnTo>
                  <a:lnTo>
                    <a:pt x="4777" y="8599"/>
                  </a:lnTo>
                  <a:lnTo>
                    <a:pt x="6210" y="1194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7" name="Freeform 3776">
              <a:extLst>
                <a:ext uri="{FF2B5EF4-FFF2-40B4-BE49-F238E27FC236}">
                  <a16:creationId xmlns:a16="http://schemas.microsoft.com/office/drawing/2014/main" id="{9A0533A0-D1BA-973D-6577-D30852FB0B46}"/>
                </a:ext>
              </a:extLst>
            </p:cNvPr>
            <p:cNvSpPr/>
            <p:nvPr/>
          </p:nvSpPr>
          <p:spPr>
            <a:xfrm>
              <a:off x="6468150" y="4830919"/>
              <a:ext cx="4777" cy="23408"/>
            </a:xfrm>
            <a:custGeom>
              <a:avLst/>
              <a:gdLst>
                <a:gd name="csX0" fmla="*/ 0 w 4777"/>
                <a:gd name="csY0" fmla="*/ 0 h 23408"/>
                <a:gd name="csX1" fmla="*/ 478 w 4777"/>
                <a:gd name="csY1" fmla="*/ 1433 h 23408"/>
                <a:gd name="csX2" fmla="*/ 1433 w 4777"/>
                <a:gd name="csY2" fmla="*/ 3344 h 23408"/>
                <a:gd name="csX3" fmla="*/ 2389 w 4777"/>
                <a:gd name="csY3" fmla="*/ 5733 h 23408"/>
                <a:gd name="csX4" fmla="*/ 2866 w 4777"/>
                <a:gd name="csY4" fmla="*/ 7166 h 23408"/>
                <a:gd name="csX5" fmla="*/ 2389 w 4777"/>
                <a:gd name="csY5" fmla="*/ 8121 h 23408"/>
                <a:gd name="csX6" fmla="*/ 478 w 4777"/>
                <a:gd name="csY6" fmla="*/ 11466 h 23408"/>
                <a:gd name="csX7" fmla="*/ 0 w 4777"/>
                <a:gd name="csY7" fmla="*/ 12899 h 23408"/>
                <a:gd name="csX8" fmla="*/ 478 w 4777"/>
                <a:gd name="csY8" fmla="*/ 15287 h 23408"/>
                <a:gd name="csX9" fmla="*/ 1433 w 4777"/>
                <a:gd name="csY9" fmla="*/ 18154 h 23408"/>
                <a:gd name="csX10" fmla="*/ 2389 w 4777"/>
                <a:gd name="csY10" fmla="*/ 19587 h 23408"/>
                <a:gd name="csX11" fmla="*/ 4777 w 4777"/>
                <a:gd name="csY11" fmla="*/ 23409 h 23408"/>
                <a:gd name="csX12" fmla="*/ 4777 w 4777"/>
                <a:gd name="csY12" fmla="*/ 23409 h 23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77" h="23408">
                  <a:moveTo>
                    <a:pt x="0" y="0"/>
                  </a:moveTo>
                  <a:lnTo>
                    <a:pt x="478" y="1433"/>
                  </a:lnTo>
                  <a:lnTo>
                    <a:pt x="1433" y="3344"/>
                  </a:lnTo>
                  <a:lnTo>
                    <a:pt x="2389" y="5733"/>
                  </a:lnTo>
                  <a:lnTo>
                    <a:pt x="2866" y="7166"/>
                  </a:lnTo>
                  <a:lnTo>
                    <a:pt x="2389" y="8121"/>
                  </a:lnTo>
                  <a:lnTo>
                    <a:pt x="478" y="11466"/>
                  </a:lnTo>
                  <a:lnTo>
                    <a:pt x="0" y="12899"/>
                  </a:lnTo>
                  <a:lnTo>
                    <a:pt x="478" y="15287"/>
                  </a:lnTo>
                  <a:lnTo>
                    <a:pt x="1433" y="18154"/>
                  </a:lnTo>
                  <a:lnTo>
                    <a:pt x="2389" y="19587"/>
                  </a:lnTo>
                  <a:lnTo>
                    <a:pt x="4777" y="23409"/>
                  </a:lnTo>
                  <a:lnTo>
                    <a:pt x="4777" y="2340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8" name="Freeform 3777">
              <a:extLst>
                <a:ext uri="{FF2B5EF4-FFF2-40B4-BE49-F238E27FC236}">
                  <a16:creationId xmlns:a16="http://schemas.microsoft.com/office/drawing/2014/main" id="{58C735AC-D1AB-921A-E76F-9C58311702F2}"/>
                </a:ext>
              </a:extLst>
            </p:cNvPr>
            <p:cNvSpPr/>
            <p:nvPr/>
          </p:nvSpPr>
          <p:spPr>
            <a:xfrm>
              <a:off x="6459073" y="4783624"/>
              <a:ext cx="8121" cy="44428"/>
            </a:xfrm>
            <a:custGeom>
              <a:avLst/>
              <a:gdLst>
                <a:gd name="csX0" fmla="*/ 0 w 8121"/>
                <a:gd name="csY0" fmla="*/ 0 h 44428"/>
                <a:gd name="csX1" fmla="*/ 0 w 8121"/>
                <a:gd name="csY1" fmla="*/ 956 h 44428"/>
                <a:gd name="csX2" fmla="*/ 0 w 8121"/>
                <a:gd name="csY2" fmla="*/ 1433 h 44428"/>
                <a:gd name="csX3" fmla="*/ 955 w 8121"/>
                <a:gd name="csY3" fmla="*/ 2389 h 44428"/>
                <a:gd name="csX4" fmla="*/ 2866 w 8121"/>
                <a:gd name="csY4" fmla="*/ 4299 h 44428"/>
                <a:gd name="csX5" fmla="*/ 4300 w 8121"/>
                <a:gd name="csY5" fmla="*/ 6210 h 44428"/>
                <a:gd name="csX6" fmla="*/ 4300 w 8121"/>
                <a:gd name="csY6" fmla="*/ 7644 h 44428"/>
                <a:gd name="csX7" fmla="*/ 3822 w 8121"/>
                <a:gd name="csY7" fmla="*/ 10510 h 44428"/>
                <a:gd name="csX8" fmla="*/ 3822 w 8121"/>
                <a:gd name="csY8" fmla="*/ 11943 h 44428"/>
                <a:gd name="csX9" fmla="*/ 3822 w 8121"/>
                <a:gd name="csY9" fmla="*/ 13854 h 44428"/>
                <a:gd name="csX10" fmla="*/ 3822 w 8121"/>
                <a:gd name="csY10" fmla="*/ 17676 h 44428"/>
                <a:gd name="csX11" fmla="*/ 3822 w 8121"/>
                <a:gd name="csY11" fmla="*/ 20065 h 44428"/>
                <a:gd name="csX12" fmla="*/ 4300 w 8121"/>
                <a:gd name="csY12" fmla="*/ 21498 h 44428"/>
                <a:gd name="csX13" fmla="*/ 6211 w 8121"/>
                <a:gd name="csY13" fmla="*/ 24842 h 44428"/>
                <a:gd name="csX14" fmla="*/ 7166 w 8121"/>
                <a:gd name="csY14" fmla="*/ 28664 h 44428"/>
                <a:gd name="csX15" fmla="*/ 7644 w 8121"/>
                <a:gd name="csY15" fmla="*/ 31530 h 44428"/>
                <a:gd name="csX16" fmla="*/ 7644 w 8121"/>
                <a:gd name="csY16" fmla="*/ 32486 h 44428"/>
                <a:gd name="csX17" fmla="*/ 7166 w 8121"/>
                <a:gd name="csY17" fmla="*/ 35352 h 44428"/>
                <a:gd name="csX18" fmla="*/ 6211 w 8121"/>
                <a:gd name="csY18" fmla="*/ 38218 h 44428"/>
                <a:gd name="csX19" fmla="*/ 6211 w 8121"/>
                <a:gd name="csY19" fmla="*/ 39651 h 44428"/>
                <a:gd name="csX20" fmla="*/ 6688 w 8121"/>
                <a:gd name="csY20" fmla="*/ 41085 h 44428"/>
                <a:gd name="csX21" fmla="*/ 8121 w 8121"/>
                <a:gd name="csY21" fmla="*/ 44429 h 44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121" h="44428">
                  <a:moveTo>
                    <a:pt x="0" y="0"/>
                  </a:moveTo>
                  <a:lnTo>
                    <a:pt x="0" y="956"/>
                  </a:lnTo>
                  <a:lnTo>
                    <a:pt x="0" y="1433"/>
                  </a:lnTo>
                  <a:lnTo>
                    <a:pt x="955" y="2389"/>
                  </a:lnTo>
                  <a:lnTo>
                    <a:pt x="2866" y="4299"/>
                  </a:lnTo>
                  <a:lnTo>
                    <a:pt x="4300" y="6210"/>
                  </a:lnTo>
                  <a:lnTo>
                    <a:pt x="4300" y="7644"/>
                  </a:lnTo>
                  <a:lnTo>
                    <a:pt x="3822" y="10510"/>
                  </a:lnTo>
                  <a:lnTo>
                    <a:pt x="3822" y="11943"/>
                  </a:lnTo>
                  <a:lnTo>
                    <a:pt x="3822" y="13854"/>
                  </a:lnTo>
                  <a:lnTo>
                    <a:pt x="3822" y="17676"/>
                  </a:lnTo>
                  <a:lnTo>
                    <a:pt x="3822" y="20065"/>
                  </a:lnTo>
                  <a:lnTo>
                    <a:pt x="4300" y="21498"/>
                  </a:lnTo>
                  <a:lnTo>
                    <a:pt x="6211" y="24842"/>
                  </a:lnTo>
                  <a:lnTo>
                    <a:pt x="7166" y="28664"/>
                  </a:lnTo>
                  <a:lnTo>
                    <a:pt x="7644" y="31530"/>
                  </a:lnTo>
                  <a:lnTo>
                    <a:pt x="7644" y="32486"/>
                  </a:lnTo>
                  <a:lnTo>
                    <a:pt x="7166" y="35352"/>
                  </a:lnTo>
                  <a:lnTo>
                    <a:pt x="6211" y="38218"/>
                  </a:lnTo>
                  <a:lnTo>
                    <a:pt x="6211" y="39651"/>
                  </a:lnTo>
                  <a:lnTo>
                    <a:pt x="6688" y="41085"/>
                  </a:lnTo>
                  <a:lnTo>
                    <a:pt x="8121" y="4442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9" name="Freeform 3778">
              <a:extLst>
                <a:ext uri="{FF2B5EF4-FFF2-40B4-BE49-F238E27FC236}">
                  <a16:creationId xmlns:a16="http://schemas.microsoft.com/office/drawing/2014/main" id="{D3C65AC7-E4B5-67DC-9CF2-4FE16E942F88}"/>
                </a:ext>
              </a:extLst>
            </p:cNvPr>
            <p:cNvSpPr/>
            <p:nvPr/>
          </p:nvSpPr>
          <p:spPr>
            <a:xfrm>
              <a:off x="6456685" y="4780758"/>
              <a:ext cx="477" cy="2388"/>
            </a:xfrm>
            <a:custGeom>
              <a:avLst/>
              <a:gdLst>
                <a:gd name="csX0" fmla="*/ 0 w 477"/>
                <a:gd name="csY0" fmla="*/ 0 h 2388"/>
                <a:gd name="csX1" fmla="*/ 0 w 477"/>
                <a:gd name="csY1" fmla="*/ 1433 h 2388"/>
                <a:gd name="csX2" fmla="*/ 478 w 477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2388">
                  <a:moveTo>
                    <a:pt x="0" y="0"/>
                  </a:moveTo>
                  <a:lnTo>
                    <a:pt x="0" y="1433"/>
                  </a:lnTo>
                  <a:lnTo>
                    <a:pt x="478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0" name="Freeform 3779">
              <a:extLst>
                <a:ext uri="{FF2B5EF4-FFF2-40B4-BE49-F238E27FC236}">
                  <a16:creationId xmlns:a16="http://schemas.microsoft.com/office/drawing/2014/main" id="{B565973C-F5AC-9ABE-C9C8-168A68B5EBDE}"/>
                </a:ext>
              </a:extLst>
            </p:cNvPr>
            <p:cNvSpPr/>
            <p:nvPr/>
          </p:nvSpPr>
          <p:spPr>
            <a:xfrm>
              <a:off x="6298078" y="4559569"/>
              <a:ext cx="1911" cy="1911"/>
            </a:xfrm>
            <a:custGeom>
              <a:avLst/>
              <a:gdLst>
                <a:gd name="csX0" fmla="*/ 0 w 1911"/>
                <a:gd name="csY0" fmla="*/ 1911 h 1911"/>
                <a:gd name="csX1" fmla="*/ 0 w 1911"/>
                <a:gd name="csY1" fmla="*/ 1911 h 1911"/>
                <a:gd name="csX2" fmla="*/ 1911 w 1911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1911">
                  <a:moveTo>
                    <a:pt x="0" y="1911"/>
                  </a:moveTo>
                  <a:lnTo>
                    <a:pt x="0" y="1911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1" name="Freeform 3780">
              <a:extLst>
                <a:ext uri="{FF2B5EF4-FFF2-40B4-BE49-F238E27FC236}">
                  <a16:creationId xmlns:a16="http://schemas.microsoft.com/office/drawing/2014/main" id="{F697CBE2-8891-967F-952D-D77C81DCA795}"/>
                </a:ext>
              </a:extLst>
            </p:cNvPr>
            <p:cNvSpPr/>
            <p:nvPr/>
          </p:nvSpPr>
          <p:spPr>
            <a:xfrm>
              <a:off x="6258905" y="4578678"/>
              <a:ext cx="2388" cy="3344"/>
            </a:xfrm>
            <a:custGeom>
              <a:avLst/>
              <a:gdLst>
                <a:gd name="csX0" fmla="*/ 0 w 2388"/>
                <a:gd name="csY0" fmla="*/ 3344 h 3344"/>
                <a:gd name="csX1" fmla="*/ 1911 w 2388"/>
                <a:gd name="csY1" fmla="*/ 956 h 3344"/>
                <a:gd name="csX2" fmla="*/ 2389 w 2388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3344">
                  <a:moveTo>
                    <a:pt x="0" y="3344"/>
                  </a:moveTo>
                  <a:lnTo>
                    <a:pt x="1911" y="956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2" name="Freeform 3781">
              <a:extLst>
                <a:ext uri="{FF2B5EF4-FFF2-40B4-BE49-F238E27FC236}">
                  <a16:creationId xmlns:a16="http://schemas.microsoft.com/office/drawing/2014/main" id="{870788C5-58F5-842D-B970-E1F4A73496CD}"/>
                </a:ext>
              </a:extLst>
            </p:cNvPr>
            <p:cNvSpPr/>
            <p:nvPr/>
          </p:nvSpPr>
          <p:spPr>
            <a:xfrm>
              <a:off x="6208743" y="4593488"/>
              <a:ext cx="477" cy="1910"/>
            </a:xfrm>
            <a:custGeom>
              <a:avLst/>
              <a:gdLst>
                <a:gd name="csX0" fmla="*/ 0 w 477"/>
                <a:gd name="csY0" fmla="*/ 1911 h 1910"/>
                <a:gd name="csX1" fmla="*/ 0 w 477"/>
                <a:gd name="csY1" fmla="*/ 1911 h 1910"/>
                <a:gd name="csX2" fmla="*/ 478 w 477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910">
                  <a:moveTo>
                    <a:pt x="0" y="1911"/>
                  </a:moveTo>
                  <a:lnTo>
                    <a:pt x="0" y="1911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3" name="Freeform 3782">
              <a:extLst>
                <a:ext uri="{FF2B5EF4-FFF2-40B4-BE49-F238E27FC236}">
                  <a16:creationId xmlns:a16="http://schemas.microsoft.com/office/drawing/2014/main" id="{85C2AFE8-989E-FCED-8145-89F32E0D17E3}"/>
                </a:ext>
              </a:extLst>
            </p:cNvPr>
            <p:cNvSpPr/>
            <p:nvPr/>
          </p:nvSpPr>
          <p:spPr>
            <a:xfrm>
              <a:off x="6173391" y="4639828"/>
              <a:ext cx="955" cy="2866"/>
            </a:xfrm>
            <a:custGeom>
              <a:avLst/>
              <a:gdLst>
                <a:gd name="csX0" fmla="*/ 956 w 955"/>
                <a:gd name="csY0" fmla="*/ 2867 h 2866"/>
                <a:gd name="csX1" fmla="*/ 956 w 955"/>
                <a:gd name="csY1" fmla="*/ 956 h 2866"/>
                <a:gd name="csX2" fmla="*/ 0 w 955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2866">
                  <a:moveTo>
                    <a:pt x="956" y="2867"/>
                  </a:moveTo>
                  <a:lnTo>
                    <a:pt x="956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4" name="Freeform 3783">
              <a:extLst>
                <a:ext uri="{FF2B5EF4-FFF2-40B4-BE49-F238E27FC236}">
                  <a16:creationId xmlns:a16="http://schemas.microsoft.com/office/drawing/2014/main" id="{4173AA17-581D-74E8-D174-CDEFD5C81ECE}"/>
                </a:ext>
              </a:extLst>
            </p:cNvPr>
            <p:cNvSpPr/>
            <p:nvPr/>
          </p:nvSpPr>
          <p:spPr>
            <a:xfrm>
              <a:off x="6182946" y="4659415"/>
              <a:ext cx="955" cy="2388"/>
            </a:xfrm>
            <a:custGeom>
              <a:avLst/>
              <a:gdLst>
                <a:gd name="csX0" fmla="*/ 956 w 955"/>
                <a:gd name="csY0" fmla="*/ 2389 h 2388"/>
                <a:gd name="csX1" fmla="*/ 956 w 955"/>
                <a:gd name="csY1" fmla="*/ 1433 h 2388"/>
                <a:gd name="csX2" fmla="*/ 0 w 955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2388">
                  <a:moveTo>
                    <a:pt x="956" y="2389"/>
                  </a:moveTo>
                  <a:lnTo>
                    <a:pt x="956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5" name="Freeform 3784">
              <a:extLst>
                <a:ext uri="{FF2B5EF4-FFF2-40B4-BE49-F238E27FC236}">
                  <a16:creationId xmlns:a16="http://schemas.microsoft.com/office/drawing/2014/main" id="{C43234DB-93AF-7E2C-21F2-046745B4F803}"/>
                </a:ext>
              </a:extLst>
            </p:cNvPr>
            <p:cNvSpPr/>
            <p:nvPr/>
          </p:nvSpPr>
          <p:spPr>
            <a:xfrm>
              <a:off x="6203011" y="4687123"/>
              <a:ext cx="955" cy="4777"/>
            </a:xfrm>
            <a:custGeom>
              <a:avLst/>
              <a:gdLst>
                <a:gd name="csX0" fmla="*/ 955 w 955"/>
                <a:gd name="csY0" fmla="*/ 4777 h 4777"/>
                <a:gd name="csX1" fmla="*/ 0 w 955"/>
                <a:gd name="csY1" fmla="*/ 2866 h 4777"/>
                <a:gd name="csX2" fmla="*/ 0 w 955"/>
                <a:gd name="csY2" fmla="*/ 478 h 4777"/>
                <a:gd name="csX3" fmla="*/ 0 w 955"/>
                <a:gd name="csY3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4777">
                  <a:moveTo>
                    <a:pt x="955" y="4777"/>
                  </a:moveTo>
                  <a:lnTo>
                    <a:pt x="0" y="2866"/>
                  </a:lnTo>
                  <a:lnTo>
                    <a:pt x="0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6" name="Freeform 3785">
              <a:extLst>
                <a:ext uri="{FF2B5EF4-FFF2-40B4-BE49-F238E27FC236}">
                  <a16:creationId xmlns:a16="http://schemas.microsoft.com/office/drawing/2014/main" id="{8CC8B9BF-F342-3676-E54F-A68FCD0E5764}"/>
                </a:ext>
              </a:extLst>
            </p:cNvPr>
            <p:cNvSpPr/>
            <p:nvPr/>
          </p:nvSpPr>
          <p:spPr>
            <a:xfrm>
              <a:off x="6245528" y="4668969"/>
              <a:ext cx="4777" cy="1433"/>
            </a:xfrm>
            <a:custGeom>
              <a:avLst/>
              <a:gdLst>
                <a:gd name="csX0" fmla="*/ 4777 w 4777"/>
                <a:gd name="csY0" fmla="*/ 0 h 1433"/>
                <a:gd name="csX1" fmla="*/ 1433 w 4777"/>
                <a:gd name="csY1" fmla="*/ 956 h 1433"/>
                <a:gd name="csX2" fmla="*/ 0 w 4777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1433">
                  <a:moveTo>
                    <a:pt x="4777" y="0"/>
                  </a:moveTo>
                  <a:lnTo>
                    <a:pt x="1433" y="956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7" name="Freeform 3786">
              <a:extLst>
                <a:ext uri="{FF2B5EF4-FFF2-40B4-BE49-F238E27FC236}">
                  <a16:creationId xmlns:a16="http://schemas.microsoft.com/office/drawing/2014/main" id="{9F3AA654-3280-4FFA-8AAA-696CB313EE26}"/>
                </a:ext>
              </a:extLst>
            </p:cNvPr>
            <p:cNvSpPr/>
            <p:nvPr/>
          </p:nvSpPr>
          <p:spPr>
            <a:xfrm>
              <a:off x="6251739" y="4638395"/>
              <a:ext cx="175327" cy="33441"/>
            </a:xfrm>
            <a:custGeom>
              <a:avLst/>
              <a:gdLst>
                <a:gd name="csX0" fmla="*/ 175327 w 175327"/>
                <a:gd name="csY0" fmla="*/ 3822 h 33441"/>
                <a:gd name="csX1" fmla="*/ 169594 w 175327"/>
                <a:gd name="csY1" fmla="*/ 1911 h 33441"/>
                <a:gd name="csX2" fmla="*/ 168639 w 175327"/>
                <a:gd name="csY2" fmla="*/ 1911 h 33441"/>
                <a:gd name="csX3" fmla="*/ 167683 w 175327"/>
                <a:gd name="csY3" fmla="*/ 2389 h 33441"/>
                <a:gd name="csX4" fmla="*/ 164817 w 175327"/>
                <a:gd name="csY4" fmla="*/ 4300 h 33441"/>
                <a:gd name="csX5" fmla="*/ 163861 w 175327"/>
                <a:gd name="csY5" fmla="*/ 4777 h 33441"/>
                <a:gd name="csX6" fmla="*/ 162906 w 175327"/>
                <a:gd name="csY6" fmla="*/ 4300 h 33441"/>
                <a:gd name="csX7" fmla="*/ 160039 w 175327"/>
                <a:gd name="csY7" fmla="*/ 4300 h 33441"/>
                <a:gd name="csX8" fmla="*/ 150962 w 175327"/>
                <a:gd name="csY8" fmla="*/ 2389 h 33441"/>
                <a:gd name="csX9" fmla="*/ 144274 w 175327"/>
                <a:gd name="csY9" fmla="*/ 956 h 33441"/>
                <a:gd name="csX10" fmla="*/ 141886 w 175327"/>
                <a:gd name="csY10" fmla="*/ 478 h 33441"/>
                <a:gd name="csX11" fmla="*/ 138064 w 175327"/>
                <a:gd name="csY11" fmla="*/ 0 h 33441"/>
                <a:gd name="csX12" fmla="*/ 135675 w 175327"/>
                <a:gd name="csY12" fmla="*/ 956 h 33441"/>
                <a:gd name="csX13" fmla="*/ 133287 w 175327"/>
                <a:gd name="csY13" fmla="*/ 4777 h 33441"/>
                <a:gd name="csX14" fmla="*/ 132809 w 175327"/>
                <a:gd name="csY14" fmla="*/ 5255 h 33441"/>
                <a:gd name="csX15" fmla="*/ 128987 w 175327"/>
                <a:gd name="csY15" fmla="*/ 6210 h 33441"/>
                <a:gd name="csX16" fmla="*/ 127554 w 175327"/>
                <a:gd name="csY16" fmla="*/ 6210 h 33441"/>
                <a:gd name="csX17" fmla="*/ 123254 w 175327"/>
                <a:gd name="csY17" fmla="*/ 7166 h 33441"/>
                <a:gd name="csX18" fmla="*/ 116566 w 175327"/>
                <a:gd name="csY18" fmla="*/ 5733 h 33441"/>
                <a:gd name="csX19" fmla="*/ 114177 w 175327"/>
                <a:gd name="csY19" fmla="*/ 5733 h 33441"/>
                <a:gd name="csX20" fmla="*/ 112266 w 175327"/>
                <a:gd name="csY20" fmla="*/ 6688 h 33441"/>
                <a:gd name="csX21" fmla="*/ 107967 w 175327"/>
                <a:gd name="csY21" fmla="*/ 8121 h 33441"/>
                <a:gd name="csX22" fmla="*/ 105100 w 175327"/>
                <a:gd name="csY22" fmla="*/ 9077 h 33441"/>
                <a:gd name="csX23" fmla="*/ 101757 w 175327"/>
                <a:gd name="csY23" fmla="*/ 10032 h 33441"/>
                <a:gd name="csX24" fmla="*/ 98412 w 175327"/>
                <a:gd name="csY24" fmla="*/ 10988 h 33441"/>
                <a:gd name="csX25" fmla="*/ 96501 w 175327"/>
                <a:gd name="csY25" fmla="*/ 11943 h 33441"/>
                <a:gd name="csX26" fmla="*/ 94113 w 175327"/>
                <a:gd name="csY26" fmla="*/ 11943 h 33441"/>
                <a:gd name="csX27" fmla="*/ 92202 w 175327"/>
                <a:gd name="csY27" fmla="*/ 10988 h 33441"/>
                <a:gd name="csX28" fmla="*/ 90291 w 175327"/>
                <a:gd name="csY28" fmla="*/ 10510 h 33441"/>
                <a:gd name="csX29" fmla="*/ 87902 w 175327"/>
                <a:gd name="csY29" fmla="*/ 10510 h 33441"/>
                <a:gd name="csX30" fmla="*/ 85514 w 175327"/>
                <a:gd name="csY30" fmla="*/ 10510 h 33441"/>
                <a:gd name="csX31" fmla="*/ 83125 w 175327"/>
                <a:gd name="csY31" fmla="*/ 11943 h 33441"/>
                <a:gd name="csX32" fmla="*/ 82170 w 175327"/>
                <a:gd name="csY32" fmla="*/ 12899 h 33441"/>
                <a:gd name="csX33" fmla="*/ 80736 w 175327"/>
                <a:gd name="csY33" fmla="*/ 15765 h 33441"/>
                <a:gd name="csX34" fmla="*/ 78348 w 175327"/>
                <a:gd name="csY34" fmla="*/ 20065 h 33441"/>
                <a:gd name="csX35" fmla="*/ 77392 w 175327"/>
                <a:gd name="csY35" fmla="*/ 21020 h 33441"/>
                <a:gd name="csX36" fmla="*/ 77392 w 175327"/>
                <a:gd name="csY36" fmla="*/ 21020 h 33441"/>
                <a:gd name="csX37" fmla="*/ 76437 w 175327"/>
                <a:gd name="csY37" fmla="*/ 21498 h 33441"/>
                <a:gd name="csX38" fmla="*/ 66405 w 175327"/>
                <a:gd name="csY38" fmla="*/ 19109 h 33441"/>
                <a:gd name="csX39" fmla="*/ 62105 w 175327"/>
                <a:gd name="csY39" fmla="*/ 18632 h 33441"/>
                <a:gd name="csX40" fmla="*/ 59239 w 175327"/>
                <a:gd name="csY40" fmla="*/ 19587 h 33441"/>
                <a:gd name="csX41" fmla="*/ 55417 w 175327"/>
                <a:gd name="csY41" fmla="*/ 18154 h 33441"/>
                <a:gd name="csX42" fmla="*/ 53984 w 175327"/>
                <a:gd name="csY42" fmla="*/ 18154 h 33441"/>
                <a:gd name="csX43" fmla="*/ 53028 w 175327"/>
                <a:gd name="csY43" fmla="*/ 18154 h 33441"/>
                <a:gd name="csX44" fmla="*/ 51117 w 175327"/>
                <a:gd name="csY44" fmla="*/ 17676 h 33441"/>
                <a:gd name="csX45" fmla="*/ 47773 w 175327"/>
                <a:gd name="csY45" fmla="*/ 16243 h 33441"/>
                <a:gd name="csX46" fmla="*/ 44429 w 175327"/>
                <a:gd name="csY46" fmla="*/ 15765 h 33441"/>
                <a:gd name="csX47" fmla="*/ 41563 w 175327"/>
                <a:gd name="csY47" fmla="*/ 15765 h 33441"/>
                <a:gd name="csX48" fmla="*/ 39652 w 175327"/>
                <a:gd name="csY48" fmla="*/ 15287 h 33441"/>
                <a:gd name="csX49" fmla="*/ 38218 w 175327"/>
                <a:gd name="csY49" fmla="*/ 13854 h 33441"/>
                <a:gd name="csX50" fmla="*/ 36308 w 175327"/>
                <a:gd name="csY50" fmla="*/ 11466 h 33441"/>
                <a:gd name="csX51" fmla="*/ 32963 w 175327"/>
                <a:gd name="csY51" fmla="*/ 8599 h 33441"/>
                <a:gd name="csX52" fmla="*/ 28664 w 175327"/>
                <a:gd name="csY52" fmla="*/ 6688 h 33441"/>
                <a:gd name="csX53" fmla="*/ 25798 w 175327"/>
                <a:gd name="csY53" fmla="*/ 5255 h 33441"/>
                <a:gd name="csX54" fmla="*/ 24842 w 175327"/>
                <a:gd name="csY54" fmla="*/ 4300 h 33441"/>
                <a:gd name="csX55" fmla="*/ 22453 w 175327"/>
                <a:gd name="csY55" fmla="*/ 3344 h 33441"/>
                <a:gd name="csX56" fmla="*/ 18632 w 175327"/>
                <a:gd name="csY56" fmla="*/ 3344 h 33441"/>
                <a:gd name="csX57" fmla="*/ 15287 w 175327"/>
                <a:gd name="csY57" fmla="*/ 4300 h 33441"/>
                <a:gd name="csX58" fmla="*/ 10032 w 175327"/>
                <a:gd name="csY58" fmla="*/ 7644 h 33441"/>
                <a:gd name="csX59" fmla="*/ 5255 w 175327"/>
                <a:gd name="csY59" fmla="*/ 14332 h 33441"/>
                <a:gd name="csX60" fmla="*/ 2867 w 175327"/>
                <a:gd name="csY60" fmla="*/ 16721 h 33441"/>
                <a:gd name="csX61" fmla="*/ 956 w 175327"/>
                <a:gd name="csY61" fmla="*/ 17676 h 33441"/>
                <a:gd name="csX62" fmla="*/ 0 w 175327"/>
                <a:gd name="csY62" fmla="*/ 19109 h 33441"/>
                <a:gd name="csX63" fmla="*/ 1433 w 175327"/>
                <a:gd name="csY63" fmla="*/ 21498 h 33441"/>
                <a:gd name="csX64" fmla="*/ 1433 w 175327"/>
                <a:gd name="csY64" fmla="*/ 24842 h 33441"/>
                <a:gd name="csX65" fmla="*/ 956 w 175327"/>
                <a:gd name="csY65" fmla="*/ 29619 h 33441"/>
                <a:gd name="csX66" fmla="*/ 956 w 175327"/>
                <a:gd name="csY66" fmla="*/ 33441 h 33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175327" h="33441">
                  <a:moveTo>
                    <a:pt x="175327" y="3822"/>
                  </a:moveTo>
                  <a:lnTo>
                    <a:pt x="169594" y="1911"/>
                  </a:lnTo>
                  <a:lnTo>
                    <a:pt x="168639" y="1911"/>
                  </a:lnTo>
                  <a:lnTo>
                    <a:pt x="167683" y="2389"/>
                  </a:lnTo>
                  <a:lnTo>
                    <a:pt x="164817" y="4300"/>
                  </a:lnTo>
                  <a:lnTo>
                    <a:pt x="163861" y="4777"/>
                  </a:lnTo>
                  <a:lnTo>
                    <a:pt x="162906" y="4300"/>
                  </a:lnTo>
                  <a:lnTo>
                    <a:pt x="160039" y="4300"/>
                  </a:lnTo>
                  <a:lnTo>
                    <a:pt x="150962" y="2389"/>
                  </a:lnTo>
                  <a:lnTo>
                    <a:pt x="144274" y="956"/>
                  </a:lnTo>
                  <a:lnTo>
                    <a:pt x="141886" y="478"/>
                  </a:lnTo>
                  <a:lnTo>
                    <a:pt x="138064" y="0"/>
                  </a:lnTo>
                  <a:lnTo>
                    <a:pt x="135675" y="956"/>
                  </a:lnTo>
                  <a:lnTo>
                    <a:pt x="133287" y="4777"/>
                  </a:lnTo>
                  <a:lnTo>
                    <a:pt x="132809" y="5255"/>
                  </a:lnTo>
                  <a:lnTo>
                    <a:pt x="128987" y="6210"/>
                  </a:lnTo>
                  <a:lnTo>
                    <a:pt x="127554" y="6210"/>
                  </a:lnTo>
                  <a:lnTo>
                    <a:pt x="123254" y="7166"/>
                  </a:lnTo>
                  <a:lnTo>
                    <a:pt x="116566" y="5733"/>
                  </a:lnTo>
                  <a:lnTo>
                    <a:pt x="114177" y="5733"/>
                  </a:lnTo>
                  <a:lnTo>
                    <a:pt x="112266" y="6688"/>
                  </a:lnTo>
                  <a:lnTo>
                    <a:pt x="107967" y="8121"/>
                  </a:lnTo>
                  <a:lnTo>
                    <a:pt x="105100" y="9077"/>
                  </a:lnTo>
                  <a:lnTo>
                    <a:pt x="101757" y="10032"/>
                  </a:lnTo>
                  <a:lnTo>
                    <a:pt x="98412" y="10988"/>
                  </a:lnTo>
                  <a:lnTo>
                    <a:pt x="96501" y="11943"/>
                  </a:lnTo>
                  <a:lnTo>
                    <a:pt x="94113" y="11943"/>
                  </a:lnTo>
                  <a:lnTo>
                    <a:pt x="92202" y="10988"/>
                  </a:lnTo>
                  <a:lnTo>
                    <a:pt x="90291" y="10510"/>
                  </a:lnTo>
                  <a:lnTo>
                    <a:pt x="87902" y="10510"/>
                  </a:lnTo>
                  <a:lnTo>
                    <a:pt x="85514" y="10510"/>
                  </a:lnTo>
                  <a:lnTo>
                    <a:pt x="83125" y="11943"/>
                  </a:lnTo>
                  <a:lnTo>
                    <a:pt x="82170" y="12899"/>
                  </a:lnTo>
                  <a:lnTo>
                    <a:pt x="80736" y="15765"/>
                  </a:lnTo>
                  <a:lnTo>
                    <a:pt x="78348" y="20065"/>
                  </a:lnTo>
                  <a:lnTo>
                    <a:pt x="77392" y="21020"/>
                  </a:lnTo>
                  <a:lnTo>
                    <a:pt x="77392" y="21020"/>
                  </a:lnTo>
                  <a:lnTo>
                    <a:pt x="76437" y="21498"/>
                  </a:lnTo>
                  <a:lnTo>
                    <a:pt x="66405" y="19109"/>
                  </a:lnTo>
                  <a:lnTo>
                    <a:pt x="62105" y="18632"/>
                  </a:lnTo>
                  <a:lnTo>
                    <a:pt x="59239" y="19587"/>
                  </a:lnTo>
                  <a:lnTo>
                    <a:pt x="55417" y="18154"/>
                  </a:lnTo>
                  <a:lnTo>
                    <a:pt x="53984" y="18154"/>
                  </a:lnTo>
                  <a:lnTo>
                    <a:pt x="53028" y="18154"/>
                  </a:lnTo>
                  <a:lnTo>
                    <a:pt x="51117" y="17676"/>
                  </a:lnTo>
                  <a:lnTo>
                    <a:pt x="47773" y="16243"/>
                  </a:lnTo>
                  <a:lnTo>
                    <a:pt x="44429" y="15765"/>
                  </a:lnTo>
                  <a:lnTo>
                    <a:pt x="41563" y="15765"/>
                  </a:lnTo>
                  <a:lnTo>
                    <a:pt x="39652" y="15287"/>
                  </a:lnTo>
                  <a:lnTo>
                    <a:pt x="38218" y="13854"/>
                  </a:lnTo>
                  <a:lnTo>
                    <a:pt x="36308" y="11466"/>
                  </a:lnTo>
                  <a:lnTo>
                    <a:pt x="32963" y="8599"/>
                  </a:lnTo>
                  <a:lnTo>
                    <a:pt x="28664" y="6688"/>
                  </a:lnTo>
                  <a:lnTo>
                    <a:pt x="25798" y="5255"/>
                  </a:lnTo>
                  <a:lnTo>
                    <a:pt x="24842" y="4300"/>
                  </a:lnTo>
                  <a:lnTo>
                    <a:pt x="22453" y="3344"/>
                  </a:lnTo>
                  <a:lnTo>
                    <a:pt x="18632" y="3344"/>
                  </a:lnTo>
                  <a:lnTo>
                    <a:pt x="15287" y="4300"/>
                  </a:lnTo>
                  <a:lnTo>
                    <a:pt x="10032" y="7644"/>
                  </a:lnTo>
                  <a:lnTo>
                    <a:pt x="5255" y="14332"/>
                  </a:lnTo>
                  <a:lnTo>
                    <a:pt x="2867" y="16721"/>
                  </a:lnTo>
                  <a:lnTo>
                    <a:pt x="956" y="17676"/>
                  </a:lnTo>
                  <a:lnTo>
                    <a:pt x="0" y="19109"/>
                  </a:lnTo>
                  <a:lnTo>
                    <a:pt x="1433" y="21498"/>
                  </a:lnTo>
                  <a:lnTo>
                    <a:pt x="1433" y="24842"/>
                  </a:lnTo>
                  <a:lnTo>
                    <a:pt x="956" y="29619"/>
                  </a:lnTo>
                  <a:lnTo>
                    <a:pt x="956" y="3344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8" name="Freeform 3787">
              <a:extLst>
                <a:ext uri="{FF2B5EF4-FFF2-40B4-BE49-F238E27FC236}">
                  <a16:creationId xmlns:a16="http://schemas.microsoft.com/office/drawing/2014/main" id="{799D003D-40DF-D67F-315F-FE9EC7151010}"/>
                </a:ext>
              </a:extLst>
            </p:cNvPr>
            <p:cNvSpPr/>
            <p:nvPr/>
          </p:nvSpPr>
          <p:spPr>
            <a:xfrm>
              <a:off x="6104598" y="4668014"/>
              <a:ext cx="148574" cy="157173"/>
            </a:xfrm>
            <a:custGeom>
              <a:avLst/>
              <a:gdLst>
                <a:gd name="csX0" fmla="*/ 100323 w 148574"/>
                <a:gd name="csY0" fmla="*/ 25320 h 157173"/>
                <a:gd name="csX1" fmla="*/ 101279 w 148574"/>
                <a:gd name="csY1" fmla="*/ 22931 h 157173"/>
                <a:gd name="csX2" fmla="*/ 102712 w 148574"/>
                <a:gd name="csY2" fmla="*/ 20542 h 157173"/>
                <a:gd name="csX3" fmla="*/ 104145 w 148574"/>
                <a:gd name="csY3" fmla="*/ 17676 h 157173"/>
                <a:gd name="csX4" fmla="*/ 105578 w 148574"/>
                <a:gd name="csY4" fmla="*/ 15287 h 157173"/>
                <a:gd name="csX5" fmla="*/ 105578 w 148574"/>
                <a:gd name="csY5" fmla="*/ 14332 h 157173"/>
                <a:gd name="csX6" fmla="*/ 105578 w 148574"/>
                <a:gd name="csY6" fmla="*/ 12421 h 157173"/>
                <a:gd name="csX7" fmla="*/ 106056 w 148574"/>
                <a:gd name="csY7" fmla="*/ 10510 h 157173"/>
                <a:gd name="csX8" fmla="*/ 106056 w 148574"/>
                <a:gd name="csY8" fmla="*/ 9077 h 157173"/>
                <a:gd name="csX9" fmla="*/ 106056 w 148574"/>
                <a:gd name="csY9" fmla="*/ 8599 h 157173"/>
                <a:gd name="csX10" fmla="*/ 107012 w 148574"/>
                <a:gd name="csY10" fmla="*/ 5733 h 157173"/>
                <a:gd name="csX11" fmla="*/ 107967 w 148574"/>
                <a:gd name="csY11" fmla="*/ 3822 h 157173"/>
                <a:gd name="csX12" fmla="*/ 108445 w 148574"/>
                <a:gd name="csY12" fmla="*/ 3344 h 157173"/>
                <a:gd name="csX13" fmla="*/ 109878 w 148574"/>
                <a:gd name="csY13" fmla="*/ 2389 h 157173"/>
                <a:gd name="csX14" fmla="*/ 111789 w 148574"/>
                <a:gd name="csY14" fmla="*/ 2389 h 157173"/>
                <a:gd name="csX15" fmla="*/ 116088 w 148574"/>
                <a:gd name="csY15" fmla="*/ 2389 h 157173"/>
                <a:gd name="csX16" fmla="*/ 120865 w 148574"/>
                <a:gd name="csY16" fmla="*/ 1433 h 157173"/>
                <a:gd name="csX17" fmla="*/ 122299 w 148574"/>
                <a:gd name="csY17" fmla="*/ 956 h 157173"/>
                <a:gd name="csX18" fmla="*/ 125165 w 148574"/>
                <a:gd name="csY18" fmla="*/ 0 h 157173"/>
                <a:gd name="csX19" fmla="*/ 126121 w 148574"/>
                <a:gd name="csY19" fmla="*/ 0 h 157173"/>
                <a:gd name="csX20" fmla="*/ 127076 w 148574"/>
                <a:gd name="csY20" fmla="*/ 478 h 157173"/>
                <a:gd name="csX21" fmla="*/ 132331 w 148574"/>
                <a:gd name="csY21" fmla="*/ 1911 h 157173"/>
                <a:gd name="csX22" fmla="*/ 133764 w 148574"/>
                <a:gd name="csY22" fmla="*/ 2389 h 157173"/>
                <a:gd name="csX23" fmla="*/ 134242 w 148574"/>
                <a:gd name="csY23" fmla="*/ 2389 h 157173"/>
                <a:gd name="csX24" fmla="*/ 135197 w 148574"/>
                <a:gd name="csY24" fmla="*/ 2389 h 157173"/>
                <a:gd name="csX25" fmla="*/ 136153 w 148574"/>
                <a:gd name="csY25" fmla="*/ 2389 h 157173"/>
                <a:gd name="csX26" fmla="*/ 137586 w 148574"/>
                <a:gd name="csY26" fmla="*/ 2389 h 157173"/>
                <a:gd name="csX27" fmla="*/ 138064 w 148574"/>
                <a:gd name="csY27" fmla="*/ 2389 h 157173"/>
                <a:gd name="csX28" fmla="*/ 139497 w 148574"/>
                <a:gd name="csY28" fmla="*/ 3344 h 157173"/>
                <a:gd name="csX29" fmla="*/ 139975 w 148574"/>
                <a:gd name="csY29" fmla="*/ 3344 h 157173"/>
                <a:gd name="csX30" fmla="*/ 140930 w 148574"/>
                <a:gd name="csY30" fmla="*/ 2389 h 157173"/>
                <a:gd name="csX31" fmla="*/ 142363 w 148574"/>
                <a:gd name="csY31" fmla="*/ 1911 h 157173"/>
                <a:gd name="csX32" fmla="*/ 145707 w 148574"/>
                <a:gd name="csY32" fmla="*/ 956 h 157173"/>
                <a:gd name="csX33" fmla="*/ 146185 w 148574"/>
                <a:gd name="csY33" fmla="*/ 1433 h 157173"/>
                <a:gd name="csX34" fmla="*/ 147141 w 148574"/>
                <a:gd name="csY34" fmla="*/ 2866 h 157173"/>
                <a:gd name="csX35" fmla="*/ 148096 w 148574"/>
                <a:gd name="csY35" fmla="*/ 3822 h 157173"/>
                <a:gd name="csX36" fmla="*/ 148574 w 148574"/>
                <a:gd name="csY36" fmla="*/ 6688 h 157173"/>
                <a:gd name="csX37" fmla="*/ 147141 w 148574"/>
                <a:gd name="csY37" fmla="*/ 10510 h 157173"/>
                <a:gd name="csX38" fmla="*/ 145707 w 148574"/>
                <a:gd name="csY38" fmla="*/ 13854 h 157173"/>
                <a:gd name="csX39" fmla="*/ 142841 w 148574"/>
                <a:gd name="csY39" fmla="*/ 18632 h 157173"/>
                <a:gd name="csX40" fmla="*/ 140453 w 148574"/>
                <a:gd name="csY40" fmla="*/ 22931 h 157173"/>
                <a:gd name="csX41" fmla="*/ 137586 w 148574"/>
                <a:gd name="csY41" fmla="*/ 30097 h 157173"/>
                <a:gd name="csX42" fmla="*/ 137586 w 148574"/>
                <a:gd name="csY42" fmla="*/ 35352 h 157173"/>
                <a:gd name="csX43" fmla="*/ 137108 w 148574"/>
                <a:gd name="csY43" fmla="*/ 38696 h 157173"/>
                <a:gd name="csX44" fmla="*/ 136153 w 148574"/>
                <a:gd name="csY44" fmla="*/ 41085 h 157173"/>
                <a:gd name="csX45" fmla="*/ 134242 w 148574"/>
                <a:gd name="csY45" fmla="*/ 46340 h 157173"/>
                <a:gd name="csX46" fmla="*/ 133764 w 148574"/>
                <a:gd name="csY46" fmla="*/ 51117 h 157173"/>
                <a:gd name="csX47" fmla="*/ 134720 w 148574"/>
                <a:gd name="csY47" fmla="*/ 56850 h 157173"/>
                <a:gd name="csX48" fmla="*/ 133764 w 148574"/>
                <a:gd name="csY48" fmla="*/ 62582 h 157173"/>
                <a:gd name="csX49" fmla="*/ 131376 w 148574"/>
                <a:gd name="csY49" fmla="*/ 67360 h 157173"/>
                <a:gd name="csX50" fmla="*/ 130420 w 148574"/>
                <a:gd name="csY50" fmla="*/ 71659 h 157173"/>
                <a:gd name="csX51" fmla="*/ 131376 w 148574"/>
                <a:gd name="csY51" fmla="*/ 76437 h 157173"/>
                <a:gd name="csX52" fmla="*/ 127076 w 148574"/>
                <a:gd name="csY52" fmla="*/ 80736 h 157173"/>
                <a:gd name="csX53" fmla="*/ 121821 w 148574"/>
                <a:gd name="csY53" fmla="*/ 84558 h 157173"/>
                <a:gd name="csX54" fmla="*/ 118477 w 148574"/>
                <a:gd name="csY54" fmla="*/ 85991 h 157173"/>
                <a:gd name="csX55" fmla="*/ 115611 w 148574"/>
                <a:gd name="csY55" fmla="*/ 86947 h 157173"/>
                <a:gd name="csX56" fmla="*/ 113700 w 148574"/>
                <a:gd name="csY56" fmla="*/ 88858 h 157173"/>
                <a:gd name="csX57" fmla="*/ 113222 w 148574"/>
                <a:gd name="csY57" fmla="*/ 89335 h 157173"/>
                <a:gd name="csX58" fmla="*/ 111789 w 148574"/>
                <a:gd name="csY58" fmla="*/ 91246 h 157173"/>
                <a:gd name="csX59" fmla="*/ 108922 w 148574"/>
                <a:gd name="csY59" fmla="*/ 97457 h 157173"/>
                <a:gd name="csX60" fmla="*/ 107012 w 148574"/>
                <a:gd name="csY60" fmla="*/ 99846 h 157173"/>
                <a:gd name="csX61" fmla="*/ 105100 w 148574"/>
                <a:gd name="csY61" fmla="*/ 102234 h 157173"/>
                <a:gd name="csX62" fmla="*/ 101756 w 148574"/>
                <a:gd name="csY62" fmla="*/ 104623 h 157173"/>
                <a:gd name="csX63" fmla="*/ 100801 w 148574"/>
                <a:gd name="csY63" fmla="*/ 106056 h 157173"/>
                <a:gd name="csX64" fmla="*/ 100323 w 148574"/>
                <a:gd name="csY64" fmla="*/ 107967 h 157173"/>
                <a:gd name="csX65" fmla="*/ 100323 w 148574"/>
                <a:gd name="csY65" fmla="*/ 111311 h 157173"/>
                <a:gd name="csX66" fmla="*/ 100801 w 148574"/>
                <a:gd name="csY66" fmla="*/ 121343 h 157173"/>
                <a:gd name="csX67" fmla="*/ 100323 w 148574"/>
                <a:gd name="csY67" fmla="*/ 124210 h 157173"/>
                <a:gd name="csX68" fmla="*/ 99368 w 148574"/>
                <a:gd name="csY68" fmla="*/ 128987 h 157173"/>
                <a:gd name="csX69" fmla="*/ 96024 w 148574"/>
                <a:gd name="csY69" fmla="*/ 134720 h 157173"/>
                <a:gd name="csX70" fmla="*/ 94113 w 148574"/>
                <a:gd name="csY70" fmla="*/ 137586 h 157173"/>
                <a:gd name="csX71" fmla="*/ 91724 w 148574"/>
                <a:gd name="csY71" fmla="*/ 138542 h 157173"/>
                <a:gd name="csX72" fmla="*/ 88380 w 148574"/>
                <a:gd name="csY72" fmla="*/ 139497 h 157173"/>
                <a:gd name="csX73" fmla="*/ 86947 w 148574"/>
                <a:gd name="csY73" fmla="*/ 140453 h 157173"/>
                <a:gd name="csX74" fmla="*/ 85991 w 148574"/>
                <a:gd name="csY74" fmla="*/ 141886 h 157173"/>
                <a:gd name="csX75" fmla="*/ 84558 w 148574"/>
                <a:gd name="csY75" fmla="*/ 143319 h 157173"/>
                <a:gd name="csX76" fmla="*/ 82170 w 148574"/>
                <a:gd name="csY76" fmla="*/ 144274 h 157173"/>
                <a:gd name="csX77" fmla="*/ 78825 w 148574"/>
                <a:gd name="csY77" fmla="*/ 147141 h 157173"/>
                <a:gd name="csX78" fmla="*/ 75004 w 148574"/>
                <a:gd name="csY78" fmla="*/ 151440 h 157173"/>
                <a:gd name="csX79" fmla="*/ 72137 w 148574"/>
                <a:gd name="csY79" fmla="*/ 154307 h 157173"/>
                <a:gd name="csX80" fmla="*/ 70704 w 148574"/>
                <a:gd name="csY80" fmla="*/ 154784 h 157173"/>
                <a:gd name="csX81" fmla="*/ 69271 w 148574"/>
                <a:gd name="csY81" fmla="*/ 154784 h 157173"/>
                <a:gd name="csX82" fmla="*/ 67838 w 148574"/>
                <a:gd name="csY82" fmla="*/ 154307 h 157173"/>
                <a:gd name="csX83" fmla="*/ 66405 w 148574"/>
                <a:gd name="csY83" fmla="*/ 154307 h 157173"/>
                <a:gd name="csX84" fmla="*/ 65927 w 148574"/>
                <a:gd name="csY84" fmla="*/ 154784 h 157173"/>
                <a:gd name="csX85" fmla="*/ 65449 w 148574"/>
                <a:gd name="csY85" fmla="*/ 154307 h 157173"/>
                <a:gd name="csX86" fmla="*/ 64971 w 148574"/>
                <a:gd name="csY86" fmla="*/ 153829 h 157173"/>
                <a:gd name="csX87" fmla="*/ 64971 w 148574"/>
                <a:gd name="csY87" fmla="*/ 152873 h 157173"/>
                <a:gd name="csX88" fmla="*/ 64971 w 148574"/>
                <a:gd name="csY88" fmla="*/ 151440 h 157173"/>
                <a:gd name="csX89" fmla="*/ 64016 w 148574"/>
                <a:gd name="csY89" fmla="*/ 149529 h 157173"/>
                <a:gd name="csX90" fmla="*/ 64971 w 148574"/>
                <a:gd name="csY90" fmla="*/ 148096 h 157173"/>
                <a:gd name="csX91" fmla="*/ 65449 w 148574"/>
                <a:gd name="csY91" fmla="*/ 147141 h 157173"/>
                <a:gd name="csX92" fmla="*/ 65449 w 148574"/>
                <a:gd name="csY92" fmla="*/ 146663 h 157173"/>
                <a:gd name="csX93" fmla="*/ 64971 w 148574"/>
                <a:gd name="csY93" fmla="*/ 145707 h 157173"/>
                <a:gd name="csX94" fmla="*/ 64016 w 148574"/>
                <a:gd name="csY94" fmla="*/ 144274 h 157173"/>
                <a:gd name="csX95" fmla="*/ 63060 w 148574"/>
                <a:gd name="csY95" fmla="*/ 144274 h 157173"/>
                <a:gd name="csX96" fmla="*/ 61149 w 148574"/>
                <a:gd name="csY96" fmla="*/ 145230 h 157173"/>
                <a:gd name="csX97" fmla="*/ 59239 w 148574"/>
                <a:gd name="csY97" fmla="*/ 146185 h 157173"/>
                <a:gd name="csX98" fmla="*/ 57805 w 148574"/>
                <a:gd name="csY98" fmla="*/ 146663 h 157173"/>
                <a:gd name="csX99" fmla="*/ 56372 w 148574"/>
                <a:gd name="csY99" fmla="*/ 147141 h 157173"/>
                <a:gd name="csX100" fmla="*/ 55417 w 148574"/>
                <a:gd name="csY100" fmla="*/ 147619 h 157173"/>
                <a:gd name="csX101" fmla="*/ 54461 w 148574"/>
                <a:gd name="csY101" fmla="*/ 147619 h 157173"/>
                <a:gd name="csX102" fmla="*/ 53983 w 148574"/>
                <a:gd name="csY102" fmla="*/ 147141 h 157173"/>
                <a:gd name="csX103" fmla="*/ 52550 w 148574"/>
                <a:gd name="csY103" fmla="*/ 146663 h 157173"/>
                <a:gd name="csX104" fmla="*/ 51595 w 148574"/>
                <a:gd name="csY104" fmla="*/ 147141 h 157173"/>
                <a:gd name="csX105" fmla="*/ 51117 w 148574"/>
                <a:gd name="csY105" fmla="*/ 147141 h 157173"/>
                <a:gd name="csX106" fmla="*/ 51117 w 148574"/>
                <a:gd name="csY106" fmla="*/ 148574 h 157173"/>
                <a:gd name="csX107" fmla="*/ 50639 w 148574"/>
                <a:gd name="csY107" fmla="*/ 150007 h 157173"/>
                <a:gd name="csX108" fmla="*/ 50639 w 148574"/>
                <a:gd name="csY108" fmla="*/ 151440 h 157173"/>
                <a:gd name="csX109" fmla="*/ 50162 w 148574"/>
                <a:gd name="csY109" fmla="*/ 151918 h 157173"/>
                <a:gd name="csX110" fmla="*/ 47773 w 148574"/>
                <a:gd name="csY110" fmla="*/ 152396 h 157173"/>
                <a:gd name="csX111" fmla="*/ 46340 w 148574"/>
                <a:gd name="csY111" fmla="*/ 153351 h 157173"/>
                <a:gd name="csX112" fmla="*/ 45384 w 148574"/>
                <a:gd name="csY112" fmla="*/ 154307 h 157173"/>
                <a:gd name="csX113" fmla="*/ 44429 w 148574"/>
                <a:gd name="csY113" fmla="*/ 153829 h 157173"/>
                <a:gd name="csX114" fmla="*/ 42996 w 148574"/>
                <a:gd name="csY114" fmla="*/ 152873 h 157173"/>
                <a:gd name="csX115" fmla="*/ 41085 w 148574"/>
                <a:gd name="csY115" fmla="*/ 151918 h 157173"/>
                <a:gd name="csX116" fmla="*/ 41085 w 148574"/>
                <a:gd name="csY116" fmla="*/ 151440 h 157173"/>
                <a:gd name="csX117" fmla="*/ 40607 w 148574"/>
                <a:gd name="csY117" fmla="*/ 150962 h 157173"/>
                <a:gd name="csX118" fmla="*/ 40129 w 148574"/>
                <a:gd name="csY118" fmla="*/ 150007 h 157173"/>
                <a:gd name="csX119" fmla="*/ 39651 w 148574"/>
                <a:gd name="csY119" fmla="*/ 150007 h 157173"/>
                <a:gd name="csX120" fmla="*/ 38696 w 148574"/>
                <a:gd name="csY120" fmla="*/ 150007 h 157173"/>
                <a:gd name="csX121" fmla="*/ 38218 w 148574"/>
                <a:gd name="csY121" fmla="*/ 150485 h 157173"/>
                <a:gd name="csX122" fmla="*/ 38218 w 148574"/>
                <a:gd name="csY122" fmla="*/ 150485 h 157173"/>
                <a:gd name="csX123" fmla="*/ 37741 w 148574"/>
                <a:gd name="csY123" fmla="*/ 150007 h 157173"/>
                <a:gd name="csX124" fmla="*/ 36308 w 148574"/>
                <a:gd name="csY124" fmla="*/ 149052 h 157173"/>
                <a:gd name="csX125" fmla="*/ 34397 w 148574"/>
                <a:gd name="csY125" fmla="*/ 147141 h 157173"/>
                <a:gd name="csX126" fmla="*/ 33919 w 148574"/>
                <a:gd name="csY126" fmla="*/ 146663 h 157173"/>
                <a:gd name="csX127" fmla="*/ 32963 w 148574"/>
                <a:gd name="csY127" fmla="*/ 146663 h 157173"/>
                <a:gd name="csX128" fmla="*/ 31530 w 148574"/>
                <a:gd name="csY128" fmla="*/ 147619 h 157173"/>
                <a:gd name="csX129" fmla="*/ 30097 w 148574"/>
                <a:gd name="csY129" fmla="*/ 148574 h 157173"/>
                <a:gd name="csX130" fmla="*/ 27231 w 148574"/>
                <a:gd name="csY130" fmla="*/ 149529 h 157173"/>
                <a:gd name="csX131" fmla="*/ 24842 w 148574"/>
                <a:gd name="csY131" fmla="*/ 150007 h 157173"/>
                <a:gd name="csX132" fmla="*/ 24364 w 148574"/>
                <a:gd name="csY132" fmla="*/ 150962 h 157173"/>
                <a:gd name="csX133" fmla="*/ 23886 w 148574"/>
                <a:gd name="csY133" fmla="*/ 151918 h 157173"/>
                <a:gd name="csX134" fmla="*/ 23409 w 148574"/>
                <a:gd name="csY134" fmla="*/ 152873 h 157173"/>
                <a:gd name="csX135" fmla="*/ 21020 w 148574"/>
                <a:gd name="csY135" fmla="*/ 152873 h 157173"/>
                <a:gd name="csX136" fmla="*/ 20542 w 148574"/>
                <a:gd name="csY136" fmla="*/ 154307 h 157173"/>
                <a:gd name="csX137" fmla="*/ 18632 w 148574"/>
                <a:gd name="csY137" fmla="*/ 156218 h 157173"/>
                <a:gd name="csX138" fmla="*/ 17676 w 148574"/>
                <a:gd name="csY138" fmla="*/ 157173 h 157173"/>
                <a:gd name="csX139" fmla="*/ 17198 w 148574"/>
                <a:gd name="csY139" fmla="*/ 156695 h 157173"/>
                <a:gd name="csX140" fmla="*/ 16243 w 148574"/>
                <a:gd name="csY140" fmla="*/ 156218 h 157173"/>
                <a:gd name="csX141" fmla="*/ 14810 w 148574"/>
                <a:gd name="csY141" fmla="*/ 154784 h 157173"/>
                <a:gd name="csX142" fmla="*/ 13376 w 148574"/>
                <a:gd name="csY142" fmla="*/ 152396 h 157173"/>
                <a:gd name="csX143" fmla="*/ 13376 w 148574"/>
                <a:gd name="csY143" fmla="*/ 151440 h 157173"/>
                <a:gd name="csX144" fmla="*/ 12899 w 148574"/>
                <a:gd name="csY144" fmla="*/ 150962 h 157173"/>
                <a:gd name="csX145" fmla="*/ 12899 w 148574"/>
                <a:gd name="csY145" fmla="*/ 149052 h 157173"/>
                <a:gd name="csX146" fmla="*/ 10510 w 148574"/>
                <a:gd name="csY146" fmla="*/ 146663 h 157173"/>
                <a:gd name="csX147" fmla="*/ 5255 w 148574"/>
                <a:gd name="csY147" fmla="*/ 142363 h 157173"/>
                <a:gd name="csX148" fmla="*/ 4300 w 148574"/>
                <a:gd name="csY148" fmla="*/ 141408 h 157173"/>
                <a:gd name="csX149" fmla="*/ 0 w 148574"/>
                <a:gd name="csY149" fmla="*/ 137586 h 157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</a:cxnLst>
              <a:rect l="l" t="t" r="r" b="b"/>
              <a:pathLst>
                <a:path w="148574" h="157173">
                  <a:moveTo>
                    <a:pt x="100323" y="25320"/>
                  </a:moveTo>
                  <a:lnTo>
                    <a:pt x="101279" y="22931"/>
                  </a:lnTo>
                  <a:lnTo>
                    <a:pt x="102712" y="20542"/>
                  </a:lnTo>
                  <a:lnTo>
                    <a:pt x="104145" y="17676"/>
                  </a:lnTo>
                  <a:lnTo>
                    <a:pt x="105578" y="15287"/>
                  </a:lnTo>
                  <a:lnTo>
                    <a:pt x="105578" y="14332"/>
                  </a:lnTo>
                  <a:lnTo>
                    <a:pt x="105578" y="12421"/>
                  </a:lnTo>
                  <a:lnTo>
                    <a:pt x="106056" y="10510"/>
                  </a:lnTo>
                  <a:lnTo>
                    <a:pt x="106056" y="9077"/>
                  </a:lnTo>
                  <a:lnTo>
                    <a:pt x="106056" y="8599"/>
                  </a:lnTo>
                  <a:lnTo>
                    <a:pt x="107012" y="5733"/>
                  </a:lnTo>
                  <a:lnTo>
                    <a:pt x="107967" y="3822"/>
                  </a:lnTo>
                  <a:lnTo>
                    <a:pt x="108445" y="3344"/>
                  </a:lnTo>
                  <a:lnTo>
                    <a:pt x="109878" y="2389"/>
                  </a:lnTo>
                  <a:lnTo>
                    <a:pt x="111789" y="2389"/>
                  </a:lnTo>
                  <a:lnTo>
                    <a:pt x="116088" y="2389"/>
                  </a:lnTo>
                  <a:lnTo>
                    <a:pt x="120865" y="1433"/>
                  </a:lnTo>
                  <a:lnTo>
                    <a:pt x="122299" y="956"/>
                  </a:lnTo>
                  <a:lnTo>
                    <a:pt x="125165" y="0"/>
                  </a:lnTo>
                  <a:lnTo>
                    <a:pt x="126121" y="0"/>
                  </a:lnTo>
                  <a:lnTo>
                    <a:pt x="127076" y="478"/>
                  </a:lnTo>
                  <a:lnTo>
                    <a:pt x="132331" y="1911"/>
                  </a:lnTo>
                  <a:lnTo>
                    <a:pt x="133764" y="2389"/>
                  </a:lnTo>
                  <a:lnTo>
                    <a:pt x="134242" y="2389"/>
                  </a:lnTo>
                  <a:lnTo>
                    <a:pt x="135197" y="2389"/>
                  </a:lnTo>
                  <a:lnTo>
                    <a:pt x="136153" y="2389"/>
                  </a:lnTo>
                  <a:lnTo>
                    <a:pt x="137586" y="2389"/>
                  </a:lnTo>
                  <a:lnTo>
                    <a:pt x="138064" y="2389"/>
                  </a:lnTo>
                  <a:lnTo>
                    <a:pt x="139497" y="3344"/>
                  </a:lnTo>
                  <a:lnTo>
                    <a:pt x="139975" y="3344"/>
                  </a:lnTo>
                  <a:lnTo>
                    <a:pt x="140930" y="2389"/>
                  </a:lnTo>
                  <a:lnTo>
                    <a:pt x="142363" y="1911"/>
                  </a:lnTo>
                  <a:lnTo>
                    <a:pt x="145707" y="956"/>
                  </a:lnTo>
                  <a:lnTo>
                    <a:pt x="146185" y="1433"/>
                  </a:lnTo>
                  <a:lnTo>
                    <a:pt x="147141" y="2866"/>
                  </a:lnTo>
                  <a:lnTo>
                    <a:pt x="148096" y="3822"/>
                  </a:lnTo>
                  <a:lnTo>
                    <a:pt x="148574" y="6688"/>
                  </a:lnTo>
                  <a:lnTo>
                    <a:pt x="147141" y="10510"/>
                  </a:lnTo>
                  <a:lnTo>
                    <a:pt x="145707" y="13854"/>
                  </a:lnTo>
                  <a:lnTo>
                    <a:pt x="142841" y="18632"/>
                  </a:lnTo>
                  <a:lnTo>
                    <a:pt x="140453" y="22931"/>
                  </a:lnTo>
                  <a:lnTo>
                    <a:pt x="137586" y="30097"/>
                  </a:lnTo>
                  <a:lnTo>
                    <a:pt x="137586" y="35352"/>
                  </a:lnTo>
                  <a:lnTo>
                    <a:pt x="137108" y="38696"/>
                  </a:lnTo>
                  <a:lnTo>
                    <a:pt x="136153" y="41085"/>
                  </a:lnTo>
                  <a:lnTo>
                    <a:pt x="134242" y="46340"/>
                  </a:lnTo>
                  <a:lnTo>
                    <a:pt x="133764" y="51117"/>
                  </a:lnTo>
                  <a:lnTo>
                    <a:pt x="134720" y="56850"/>
                  </a:lnTo>
                  <a:lnTo>
                    <a:pt x="133764" y="62582"/>
                  </a:lnTo>
                  <a:lnTo>
                    <a:pt x="131376" y="67360"/>
                  </a:lnTo>
                  <a:lnTo>
                    <a:pt x="130420" y="71659"/>
                  </a:lnTo>
                  <a:lnTo>
                    <a:pt x="131376" y="76437"/>
                  </a:lnTo>
                  <a:lnTo>
                    <a:pt x="127076" y="80736"/>
                  </a:lnTo>
                  <a:lnTo>
                    <a:pt x="121821" y="84558"/>
                  </a:lnTo>
                  <a:lnTo>
                    <a:pt x="118477" y="85991"/>
                  </a:lnTo>
                  <a:lnTo>
                    <a:pt x="115611" y="86947"/>
                  </a:lnTo>
                  <a:lnTo>
                    <a:pt x="113700" y="88858"/>
                  </a:lnTo>
                  <a:lnTo>
                    <a:pt x="113222" y="89335"/>
                  </a:lnTo>
                  <a:lnTo>
                    <a:pt x="111789" y="91246"/>
                  </a:lnTo>
                  <a:lnTo>
                    <a:pt x="108922" y="97457"/>
                  </a:lnTo>
                  <a:lnTo>
                    <a:pt x="107012" y="99846"/>
                  </a:lnTo>
                  <a:lnTo>
                    <a:pt x="105100" y="102234"/>
                  </a:lnTo>
                  <a:lnTo>
                    <a:pt x="101756" y="104623"/>
                  </a:lnTo>
                  <a:lnTo>
                    <a:pt x="100801" y="106056"/>
                  </a:lnTo>
                  <a:lnTo>
                    <a:pt x="100323" y="107967"/>
                  </a:lnTo>
                  <a:lnTo>
                    <a:pt x="100323" y="111311"/>
                  </a:lnTo>
                  <a:lnTo>
                    <a:pt x="100801" y="121343"/>
                  </a:lnTo>
                  <a:lnTo>
                    <a:pt x="100323" y="124210"/>
                  </a:lnTo>
                  <a:lnTo>
                    <a:pt x="99368" y="128987"/>
                  </a:lnTo>
                  <a:lnTo>
                    <a:pt x="96024" y="134720"/>
                  </a:lnTo>
                  <a:lnTo>
                    <a:pt x="94113" y="137586"/>
                  </a:lnTo>
                  <a:lnTo>
                    <a:pt x="91724" y="138542"/>
                  </a:lnTo>
                  <a:lnTo>
                    <a:pt x="88380" y="139497"/>
                  </a:lnTo>
                  <a:lnTo>
                    <a:pt x="86947" y="140453"/>
                  </a:lnTo>
                  <a:lnTo>
                    <a:pt x="85991" y="141886"/>
                  </a:lnTo>
                  <a:lnTo>
                    <a:pt x="84558" y="143319"/>
                  </a:lnTo>
                  <a:lnTo>
                    <a:pt x="82170" y="144274"/>
                  </a:lnTo>
                  <a:lnTo>
                    <a:pt x="78825" y="147141"/>
                  </a:lnTo>
                  <a:lnTo>
                    <a:pt x="75004" y="151440"/>
                  </a:lnTo>
                  <a:lnTo>
                    <a:pt x="72137" y="154307"/>
                  </a:lnTo>
                  <a:lnTo>
                    <a:pt x="70704" y="154784"/>
                  </a:lnTo>
                  <a:lnTo>
                    <a:pt x="69271" y="154784"/>
                  </a:lnTo>
                  <a:lnTo>
                    <a:pt x="67838" y="154307"/>
                  </a:lnTo>
                  <a:lnTo>
                    <a:pt x="66405" y="154307"/>
                  </a:lnTo>
                  <a:lnTo>
                    <a:pt x="65927" y="154784"/>
                  </a:lnTo>
                  <a:lnTo>
                    <a:pt x="65449" y="154307"/>
                  </a:lnTo>
                  <a:lnTo>
                    <a:pt x="64971" y="153829"/>
                  </a:lnTo>
                  <a:lnTo>
                    <a:pt x="64971" y="152873"/>
                  </a:lnTo>
                  <a:lnTo>
                    <a:pt x="64971" y="151440"/>
                  </a:lnTo>
                  <a:lnTo>
                    <a:pt x="64016" y="149529"/>
                  </a:lnTo>
                  <a:lnTo>
                    <a:pt x="64971" y="148096"/>
                  </a:lnTo>
                  <a:lnTo>
                    <a:pt x="65449" y="147141"/>
                  </a:lnTo>
                  <a:lnTo>
                    <a:pt x="65449" y="146663"/>
                  </a:lnTo>
                  <a:lnTo>
                    <a:pt x="64971" y="145707"/>
                  </a:lnTo>
                  <a:lnTo>
                    <a:pt x="64016" y="144274"/>
                  </a:lnTo>
                  <a:lnTo>
                    <a:pt x="63060" y="144274"/>
                  </a:lnTo>
                  <a:lnTo>
                    <a:pt x="61149" y="145230"/>
                  </a:lnTo>
                  <a:lnTo>
                    <a:pt x="59239" y="146185"/>
                  </a:lnTo>
                  <a:lnTo>
                    <a:pt x="57805" y="146663"/>
                  </a:lnTo>
                  <a:lnTo>
                    <a:pt x="56372" y="147141"/>
                  </a:lnTo>
                  <a:lnTo>
                    <a:pt x="55417" y="147619"/>
                  </a:lnTo>
                  <a:lnTo>
                    <a:pt x="54461" y="147619"/>
                  </a:lnTo>
                  <a:lnTo>
                    <a:pt x="53983" y="147141"/>
                  </a:lnTo>
                  <a:lnTo>
                    <a:pt x="52550" y="146663"/>
                  </a:lnTo>
                  <a:lnTo>
                    <a:pt x="51595" y="147141"/>
                  </a:lnTo>
                  <a:lnTo>
                    <a:pt x="51117" y="147141"/>
                  </a:lnTo>
                  <a:lnTo>
                    <a:pt x="51117" y="148574"/>
                  </a:lnTo>
                  <a:lnTo>
                    <a:pt x="50639" y="150007"/>
                  </a:lnTo>
                  <a:lnTo>
                    <a:pt x="50639" y="151440"/>
                  </a:lnTo>
                  <a:lnTo>
                    <a:pt x="50162" y="151918"/>
                  </a:lnTo>
                  <a:lnTo>
                    <a:pt x="47773" y="152396"/>
                  </a:lnTo>
                  <a:lnTo>
                    <a:pt x="46340" y="153351"/>
                  </a:lnTo>
                  <a:lnTo>
                    <a:pt x="45384" y="154307"/>
                  </a:lnTo>
                  <a:lnTo>
                    <a:pt x="44429" y="153829"/>
                  </a:lnTo>
                  <a:lnTo>
                    <a:pt x="42996" y="152873"/>
                  </a:lnTo>
                  <a:lnTo>
                    <a:pt x="41085" y="151918"/>
                  </a:lnTo>
                  <a:lnTo>
                    <a:pt x="41085" y="151440"/>
                  </a:lnTo>
                  <a:lnTo>
                    <a:pt x="40607" y="150962"/>
                  </a:lnTo>
                  <a:lnTo>
                    <a:pt x="40129" y="150007"/>
                  </a:lnTo>
                  <a:lnTo>
                    <a:pt x="39651" y="150007"/>
                  </a:lnTo>
                  <a:lnTo>
                    <a:pt x="38696" y="150007"/>
                  </a:lnTo>
                  <a:lnTo>
                    <a:pt x="38218" y="150485"/>
                  </a:lnTo>
                  <a:lnTo>
                    <a:pt x="38218" y="150485"/>
                  </a:lnTo>
                  <a:lnTo>
                    <a:pt x="37741" y="150007"/>
                  </a:lnTo>
                  <a:lnTo>
                    <a:pt x="36308" y="149052"/>
                  </a:lnTo>
                  <a:lnTo>
                    <a:pt x="34397" y="147141"/>
                  </a:lnTo>
                  <a:lnTo>
                    <a:pt x="33919" y="146663"/>
                  </a:lnTo>
                  <a:lnTo>
                    <a:pt x="32963" y="146663"/>
                  </a:lnTo>
                  <a:lnTo>
                    <a:pt x="31530" y="147619"/>
                  </a:lnTo>
                  <a:lnTo>
                    <a:pt x="30097" y="148574"/>
                  </a:lnTo>
                  <a:lnTo>
                    <a:pt x="27231" y="149529"/>
                  </a:lnTo>
                  <a:lnTo>
                    <a:pt x="24842" y="150007"/>
                  </a:lnTo>
                  <a:lnTo>
                    <a:pt x="24364" y="150962"/>
                  </a:lnTo>
                  <a:lnTo>
                    <a:pt x="23886" y="151918"/>
                  </a:lnTo>
                  <a:lnTo>
                    <a:pt x="23409" y="152873"/>
                  </a:lnTo>
                  <a:lnTo>
                    <a:pt x="21020" y="152873"/>
                  </a:lnTo>
                  <a:lnTo>
                    <a:pt x="20542" y="154307"/>
                  </a:lnTo>
                  <a:lnTo>
                    <a:pt x="18632" y="156218"/>
                  </a:lnTo>
                  <a:lnTo>
                    <a:pt x="17676" y="157173"/>
                  </a:lnTo>
                  <a:lnTo>
                    <a:pt x="17198" y="156695"/>
                  </a:lnTo>
                  <a:lnTo>
                    <a:pt x="16243" y="156218"/>
                  </a:lnTo>
                  <a:lnTo>
                    <a:pt x="14810" y="154784"/>
                  </a:lnTo>
                  <a:lnTo>
                    <a:pt x="13376" y="152396"/>
                  </a:lnTo>
                  <a:lnTo>
                    <a:pt x="13376" y="151440"/>
                  </a:lnTo>
                  <a:lnTo>
                    <a:pt x="12899" y="150962"/>
                  </a:lnTo>
                  <a:lnTo>
                    <a:pt x="12899" y="149052"/>
                  </a:lnTo>
                  <a:lnTo>
                    <a:pt x="10510" y="146663"/>
                  </a:lnTo>
                  <a:lnTo>
                    <a:pt x="5255" y="142363"/>
                  </a:lnTo>
                  <a:lnTo>
                    <a:pt x="4300" y="141408"/>
                  </a:lnTo>
                  <a:lnTo>
                    <a:pt x="0" y="13758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9" name="Freeform 3788">
              <a:extLst>
                <a:ext uri="{FF2B5EF4-FFF2-40B4-BE49-F238E27FC236}">
                  <a16:creationId xmlns:a16="http://schemas.microsoft.com/office/drawing/2014/main" id="{C5D371DD-8E4E-4516-8C6A-5FE3B748A396}"/>
                </a:ext>
              </a:extLst>
            </p:cNvPr>
            <p:cNvSpPr/>
            <p:nvPr/>
          </p:nvSpPr>
          <p:spPr>
            <a:xfrm>
              <a:off x="6162881" y="4778369"/>
              <a:ext cx="955" cy="955"/>
            </a:xfrm>
            <a:custGeom>
              <a:avLst/>
              <a:gdLst>
                <a:gd name="csX0" fmla="*/ 0 w 955"/>
                <a:gd name="csY0" fmla="*/ 956 h 955"/>
                <a:gd name="csX1" fmla="*/ 478 w 955"/>
                <a:gd name="csY1" fmla="*/ 956 h 955"/>
                <a:gd name="csX2" fmla="*/ 956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0" y="956"/>
                  </a:moveTo>
                  <a:lnTo>
                    <a:pt x="478" y="956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0" name="Freeform 3789">
              <a:extLst>
                <a:ext uri="{FF2B5EF4-FFF2-40B4-BE49-F238E27FC236}">
                  <a16:creationId xmlns:a16="http://schemas.microsoft.com/office/drawing/2014/main" id="{299FBE45-DE7B-972E-093A-5D2456860AAE}"/>
                </a:ext>
              </a:extLst>
            </p:cNvPr>
            <p:cNvSpPr/>
            <p:nvPr/>
          </p:nvSpPr>
          <p:spPr>
            <a:xfrm>
              <a:off x="6106509" y="4798434"/>
              <a:ext cx="5254" cy="2866"/>
            </a:xfrm>
            <a:custGeom>
              <a:avLst/>
              <a:gdLst>
                <a:gd name="csX0" fmla="*/ 0 w 5254"/>
                <a:gd name="csY0" fmla="*/ 2867 h 2866"/>
                <a:gd name="csX1" fmla="*/ 956 w 5254"/>
                <a:gd name="csY1" fmla="*/ 1911 h 2866"/>
                <a:gd name="csX2" fmla="*/ 5255 w 5254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4" h="2866">
                  <a:moveTo>
                    <a:pt x="0" y="2867"/>
                  </a:moveTo>
                  <a:lnTo>
                    <a:pt x="956" y="1911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" name="Freeform 3790">
              <a:extLst>
                <a:ext uri="{FF2B5EF4-FFF2-40B4-BE49-F238E27FC236}">
                  <a16:creationId xmlns:a16="http://schemas.microsoft.com/office/drawing/2014/main" id="{EBB33627-0B33-7A65-C359-1B747D8737F5}"/>
                </a:ext>
              </a:extLst>
            </p:cNvPr>
            <p:cNvSpPr/>
            <p:nvPr/>
          </p:nvSpPr>
          <p:spPr>
            <a:xfrm>
              <a:off x="6058736" y="3749818"/>
              <a:ext cx="6210" cy="1433"/>
            </a:xfrm>
            <a:custGeom>
              <a:avLst/>
              <a:gdLst>
                <a:gd name="csX0" fmla="*/ 0 w 6210"/>
                <a:gd name="csY0" fmla="*/ 0 h 1433"/>
                <a:gd name="csX1" fmla="*/ 956 w 6210"/>
                <a:gd name="csY1" fmla="*/ 956 h 1433"/>
                <a:gd name="csX2" fmla="*/ 956 w 6210"/>
                <a:gd name="csY2" fmla="*/ 1433 h 1433"/>
                <a:gd name="csX3" fmla="*/ 6210 w 6210"/>
                <a:gd name="csY3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10" h="1433">
                  <a:moveTo>
                    <a:pt x="0" y="0"/>
                  </a:moveTo>
                  <a:lnTo>
                    <a:pt x="956" y="956"/>
                  </a:lnTo>
                  <a:lnTo>
                    <a:pt x="956" y="1433"/>
                  </a:lnTo>
                  <a:lnTo>
                    <a:pt x="621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2" name="Freeform 3791">
              <a:extLst>
                <a:ext uri="{FF2B5EF4-FFF2-40B4-BE49-F238E27FC236}">
                  <a16:creationId xmlns:a16="http://schemas.microsoft.com/office/drawing/2014/main" id="{D11AB273-D91C-4113-16B4-888F452D5978}"/>
                </a:ext>
              </a:extLst>
            </p:cNvPr>
            <p:cNvSpPr/>
            <p:nvPr/>
          </p:nvSpPr>
          <p:spPr>
            <a:xfrm>
              <a:off x="6011919" y="3767971"/>
              <a:ext cx="3821" cy="1911"/>
            </a:xfrm>
            <a:custGeom>
              <a:avLst/>
              <a:gdLst>
                <a:gd name="csX0" fmla="*/ 0 w 3821"/>
                <a:gd name="csY0" fmla="*/ 1911 h 1911"/>
                <a:gd name="csX1" fmla="*/ 3344 w 3821"/>
                <a:gd name="csY1" fmla="*/ 478 h 1911"/>
                <a:gd name="csX2" fmla="*/ 3822 w 3821"/>
                <a:gd name="csY2" fmla="*/ 0 h 1911"/>
                <a:gd name="csX3" fmla="*/ 3822 w 3821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1" h="1911">
                  <a:moveTo>
                    <a:pt x="0" y="1911"/>
                  </a:moveTo>
                  <a:lnTo>
                    <a:pt x="3344" y="478"/>
                  </a:lnTo>
                  <a:lnTo>
                    <a:pt x="3822" y="0"/>
                  </a:ln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3" name="Freeform 3792">
              <a:extLst>
                <a:ext uri="{FF2B5EF4-FFF2-40B4-BE49-F238E27FC236}">
                  <a16:creationId xmlns:a16="http://schemas.microsoft.com/office/drawing/2014/main" id="{D9B6E142-D574-ED37-4A90-2C745D58BCD6}"/>
                </a:ext>
              </a:extLst>
            </p:cNvPr>
            <p:cNvSpPr/>
            <p:nvPr/>
          </p:nvSpPr>
          <p:spPr>
            <a:xfrm>
              <a:off x="6007141" y="3776093"/>
              <a:ext cx="2866" cy="1911"/>
            </a:xfrm>
            <a:custGeom>
              <a:avLst/>
              <a:gdLst>
                <a:gd name="csX0" fmla="*/ 0 w 2866"/>
                <a:gd name="csY0" fmla="*/ 1911 h 1911"/>
                <a:gd name="csX1" fmla="*/ 1433 w 2866"/>
                <a:gd name="csY1" fmla="*/ 956 h 1911"/>
                <a:gd name="csX2" fmla="*/ 2866 w 2866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1911">
                  <a:moveTo>
                    <a:pt x="0" y="1911"/>
                  </a:moveTo>
                  <a:lnTo>
                    <a:pt x="1433" y="956"/>
                  </a:lnTo>
                  <a:lnTo>
                    <a:pt x="28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4" name="Freeform 3793">
              <a:extLst>
                <a:ext uri="{FF2B5EF4-FFF2-40B4-BE49-F238E27FC236}">
                  <a16:creationId xmlns:a16="http://schemas.microsoft.com/office/drawing/2014/main" id="{8D0FB2A8-9AE9-BC7D-B022-56F7A3044037}"/>
                </a:ext>
              </a:extLst>
            </p:cNvPr>
            <p:cNvSpPr/>
            <p:nvPr/>
          </p:nvSpPr>
          <p:spPr>
            <a:xfrm>
              <a:off x="6004275" y="3787559"/>
              <a:ext cx="477" cy="477"/>
            </a:xfrm>
            <a:custGeom>
              <a:avLst/>
              <a:gdLst>
                <a:gd name="csX0" fmla="*/ 0 w 477"/>
                <a:gd name="csY0" fmla="*/ 478 h 477"/>
                <a:gd name="csX1" fmla="*/ 478 w 477"/>
                <a:gd name="csY1" fmla="*/ 0 h 477"/>
                <a:gd name="csX2" fmla="*/ 478 w 4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0" y="478"/>
                  </a:moveTo>
                  <a:lnTo>
                    <a:pt x="478" y="0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5" name="Freeform 3794">
              <a:extLst>
                <a:ext uri="{FF2B5EF4-FFF2-40B4-BE49-F238E27FC236}">
                  <a16:creationId xmlns:a16="http://schemas.microsoft.com/office/drawing/2014/main" id="{C4E3B0C0-C3FA-0DD9-CCFF-37601850D781}"/>
                </a:ext>
              </a:extLst>
            </p:cNvPr>
            <p:cNvSpPr/>
            <p:nvPr/>
          </p:nvSpPr>
          <p:spPr>
            <a:xfrm>
              <a:off x="6022906" y="3793769"/>
              <a:ext cx="19586" cy="4299"/>
            </a:xfrm>
            <a:custGeom>
              <a:avLst/>
              <a:gdLst>
                <a:gd name="csX0" fmla="*/ 19587 w 19586"/>
                <a:gd name="csY0" fmla="*/ 0 h 4299"/>
                <a:gd name="csX1" fmla="*/ 19109 w 19586"/>
                <a:gd name="csY1" fmla="*/ 956 h 4299"/>
                <a:gd name="csX2" fmla="*/ 16721 w 19586"/>
                <a:gd name="csY2" fmla="*/ 2389 h 4299"/>
                <a:gd name="csX3" fmla="*/ 15287 w 19586"/>
                <a:gd name="csY3" fmla="*/ 3344 h 4299"/>
                <a:gd name="csX4" fmla="*/ 11465 w 19586"/>
                <a:gd name="csY4" fmla="*/ 1911 h 4299"/>
                <a:gd name="csX5" fmla="*/ 11465 w 19586"/>
                <a:gd name="csY5" fmla="*/ 1911 h 4299"/>
                <a:gd name="csX6" fmla="*/ 10510 w 19586"/>
                <a:gd name="csY6" fmla="*/ 1911 h 4299"/>
                <a:gd name="csX7" fmla="*/ 8599 w 19586"/>
                <a:gd name="csY7" fmla="*/ 2389 h 4299"/>
                <a:gd name="csX8" fmla="*/ 6210 w 19586"/>
                <a:gd name="csY8" fmla="*/ 3344 h 4299"/>
                <a:gd name="csX9" fmla="*/ 2389 w 19586"/>
                <a:gd name="csY9" fmla="*/ 4300 h 4299"/>
                <a:gd name="csX10" fmla="*/ 956 w 19586"/>
                <a:gd name="csY10" fmla="*/ 3822 h 4299"/>
                <a:gd name="csX11" fmla="*/ 0 w 19586"/>
                <a:gd name="csY11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9586" h="4299">
                  <a:moveTo>
                    <a:pt x="19587" y="0"/>
                  </a:moveTo>
                  <a:lnTo>
                    <a:pt x="19109" y="956"/>
                  </a:lnTo>
                  <a:lnTo>
                    <a:pt x="16721" y="2389"/>
                  </a:lnTo>
                  <a:lnTo>
                    <a:pt x="15287" y="3344"/>
                  </a:lnTo>
                  <a:lnTo>
                    <a:pt x="11465" y="1911"/>
                  </a:lnTo>
                  <a:lnTo>
                    <a:pt x="11465" y="1911"/>
                  </a:lnTo>
                  <a:lnTo>
                    <a:pt x="10510" y="1911"/>
                  </a:lnTo>
                  <a:lnTo>
                    <a:pt x="8599" y="2389"/>
                  </a:lnTo>
                  <a:lnTo>
                    <a:pt x="6210" y="3344"/>
                  </a:lnTo>
                  <a:lnTo>
                    <a:pt x="2389" y="4300"/>
                  </a:lnTo>
                  <a:lnTo>
                    <a:pt x="956" y="3822"/>
                  </a:lnTo>
                  <a:lnTo>
                    <a:pt x="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6" name="Freeform 3795">
              <a:extLst>
                <a:ext uri="{FF2B5EF4-FFF2-40B4-BE49-F238E27FC236}">
                  <a16:creationId xmlns:a16="http://schemas.microsoft.com/office/drawing/2014/main" id="{5F25C455-33D9-2AD2-1BE1-F31182044B4E}"/>
                </a:ext>
              </a:extLst>
            </p:cNvPr>
            <p:cNvSpPr/>
            <p:nvPr/>
          </p:nvSpPr>
          <p:spPr>
            <a:xfrm>
              <a:off x="6042493" y="3789947"/>
              <a:ext cx="2388" cy="3821"/>
            </a:xfrm>
            <a:custGeom>
              <a:avLst/>
              <a:gdLst>
                <a:gd name="csX0" fmla="*/ 2389 w 2388"/>
                <a:gd name="csY0" fmla="*/ 0 h 3821"/>
                <a:gd name="csX1" fmla="*/ 2389 w 2388"/>
                <a:gd name="csY1" fmla="*/ 956 h 3821"/>
                <a:gd name="csX2" fmla="*/ 0 w 2388"/>
                <a:gd name="csY2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3821">
                  <a:moveTo>
                    <a:pt x="2389" y="0"/>
                  </a:moveTo>
                  <a:lnTo>
                    <a:pt x="2389" y="956"/>
                  </a:lnTo>
                  <a:lnTo>
                    <a:pt x="0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7" name="Freeform 3796">
              <a:extLst>
                <a:ext uri="{FF2B5EF4-FFF2-40B4-BE49-F238E27FC236}">
                  <a16:creationId xmlns:a16="http://schemas.microsoft.com/office/drawing/2014/main" id="{07CD17B2-2B8D-6E93-830A-DD820AEF8958}"/>
                </a:ext>
              </a:extLst>
            </p:cNvPr>
            <p:cNvSpPr/>
            <p:nvPr/>
          </p:nvSpPr>
          <p:spPr>
            <a:xfrm>
              <a:off x="6043926" y="3783259"/>
              <a:ext cx="6688" cy="5255"/>
            </a:xfrm>
            <a:custGeom>
              <a:avLst/>
              <a:gdLst>
                <a:gd name="csX0" fmla="*/ 6688 w 6688"/>
                <a:gd name="csY0" fmla="*/ 0 h 5255"/>
                <a:gd name="csX1" fmla="*/ 6688 w 6688"/>
                <a:gd name="csY1" fmla="*/ 0 h 5255"/>
                <a:gd name="csX2" fmla="*/ 5733 w 6688"/>
                <a:gd name="csY2" fmla="*/ 0 h 5255"/>
                <a:gd name="csX3" fmla="*/ 4300 w 6688"/>
                <a:gd name="csY3" fmla="*/ 956 h 5255"/>
                <a:gd name="csX4" fmla="*/ 2867 w 6688"/>
                <a:gd name="csY4" fmla="*/ 2867 h 5255"/>
                <a:gd name="csX5" fmla="*/ 478 w 6688"/>
                <a:gd name="csY5" fmla="*/ 4777 h 5255"/>
                <a:gd name="csX6" fmla="*/ 478 w 6688"/>
                <a:gd name="csY6" fmla="*/ 4777 h 5255"/>
                <a:gd name="csX7" fmla="*/ 0 w 6688"/>
                <a:gd name="csY7" fmla="*/ 4777 h 5255"/>
                <a:gd name="csX8" fmla="*/ 0 w 6688"/>
                <a:gd name="csY8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688" h="5255">
                  <a:moveTo>
                    <a:pt x="6688" y="0"/>
                  </a:moveTo>
                  <a:lnTo>
                    <a:pt x="6688" y="0"/>
                  </a:lnTo>
                  <a:lnTo>
                    <a:pt x="5733" y="0"/>
                  </a:lnTo>
                  <a:lnTo>
                    <a:pt x="4300" y="956"/>
                  </a:lnTo>
                  <a:lnTo>
                    <a:pt x="2867" y="2867"/>
                  </a:lnTo>
                  <a:lnTo>
                    <a:pt x="478" y="4777"/>
                  </a:lnTo>
                  <a:lnTo>
                    <a:pt x="478" y="4777"/>
                  </a:lnTo>
                  <a:lnTo>
                    <a:pt x="0" y="4777"/>
                  </a:lnTo>
                  <a:lnTo>
                    <a:pt x="0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8" name="Freeform 3797">
              <a:extLst>
                <a:ext uri="{FF2B5EF4-FFF2-40B4-BE49-F238E27FC236}">
                  <a16:creationId xmlns:a16="http://schemas.microsoft.com/office/drawing/2014/main" id="{C787B50C-5D50-3E56-63C6-E961C355E421}"/>
                </a:ext>
              </a:extLst>
            </p:cNvPr>
            <p:cNvSpPr/>
            <p:nvPr/>
          </p:nvSpPr>
          <p:spPr>
            <a:xfrm>
              <a:off x="6053481" y="3790903"/>
              <a:ext cx="5255" cy="1910"/>
            </a:xfrm>
            <a:custGeom>
              <a:avLst/>
              <a:gdLst>
                <a:gd name="csX0" fmla="*/ 5255 w 5255"/>
                <a:gd name="csY0" fmla="*/ 1911 h 1910"/>
                <a:gd name="csX1" fmla="*/ 5255 w 5255"/>
                <a:gd name="csY1" fmla="*/ 1911 h 1910"/>
                <a:gd name="csX2" fmla="*/ 1433 w 5255"/>
                <a:gd name="csY2" fmla="*/ 955 h 1910"/>
                <a:gd name="csX3" fmla="*/ 0 w 5255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255" h="1910">
                  <a:moveTo>
                    <a:pt x="5255" y="1911"/>
                  </a:moveTo>
                  <a:lnTo>
                    <a:pt x="5255" y="1911"/>
                  </a:lnTo>
                  <a:lnTo>
                    <a:pt x="1433" y="955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9" name="Freeform 3798">
              <a:extLst>
                <a:ext uri="{FF2B5EF4-FFF2-40B4-BE49-F238E27FC236}">
                  <a16:creationId xmlns:a16="http://schemas.microsoft.com/office/drawing/2014/main" id="{A558AAF3-AD24-AEF2-03D7-31AA1BFDDAA3}"/>
                </a:ext>
              </a:extLst>
            </p:cNvPr>
            <p:cNvSpPr/>
            <p:nvPr/>
          </p:nvSpPr>
          <p:spPr>
            <a:xfrm>
              <a:off x="6057781" y="3795202"/>
              <a:ext cx="2388" cy="1911"/>
            </a:xfrm>
            <a:custGeom>
              <a:avLst/>
              <a:gdLst>
                <a:gd name="csX0" fmla="*/ 2389 w 2388"/>
                <a:gd name="csY0" fmla="*/ 1911 h 1911"/>
                <a:gd name="csX1" fmla="*/ 2389 w 2388"/>
                <a:gd name="csY1" fmla="*/ 1911 h 1911"/>
                <a:gd name="csX2" fmla="*/ 0 w 2388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1911">
                  <a:moveTo>
                    <a:pt x="2389" y="1911"/>
                  </a:moveTo>
                  <a:lnTo>
                    <a:pt x="2389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0" name="Freeform 3799">
              <a:extLst>
                <a:ext uri="{FF2B5EF4-FFF2-40B4-BE49-F238E27FC236}">
                  <a16:creationId xmlns:a16="http://schemas.microsoft.com/office/drawing/2014/main" id="{7176CEE3-77AA-97F4-F8F3-A0770F9B9196}"/>
                </a:ext>
              </a:extLst>
            </p:cNvPr>
            <p:cNvSpPr/>
            <p:nvPr/>
          </p:nvSpPr>
          <p:spPr>
            <a:xfrm>
              <a:off x="6060169" y="3798069"/>
              <a:ext cx="2866" cy="1433"/>
            </a:xfrm>
            <a:custGeom>
              <a:avLst/>
              <a:gdLst>
                <a:gd name="csX0" fmla="*/ 2866 w 2866"/>
                <a:gd name="csY0" fmla="*/ 0 h 1433"/>
                <a:gd name="csX1" fmla="*/ 2389 w 2866"/>
                <a:gd name="csY1" fmla="*/ 955 h 1433"/>
                <a:gd name="csX2" fmla="*/ 956 w 2866"/>
                <a:gd name="csY2" fmla="*/ 1433 h 1433"/>
                <a:gd name="csX3" fmla="*/ 0 w 2866"/>
                <a:gd name="csY3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1433">
                  <a:moveTo>
                    <a:pt x="2866" y="0"/>
                  </a:moveTo>
                  <a:lnTo>
                    <a:pt x="2389" y="955"/>
                  </a:lnTo>
                  <a:lnTo>
                    <a:pt x="956" y="1433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" name="Freeform 3800">
              <a:extLst>
                <a:ext uri="{FF2B5EF4-FFF2-40B4-BE49-F238E27FC236}">
                  <a16:creationId xmlns:a16="http://schemas.microsoft.com/office/drawing/2014/main" id="{DA032E8C-7CD4-E849-E22B-8B83BF6EFB50}"/>
                </a:ext>
              </a:extLst>
            </p:cNvPr>
            <p:cNvSpPr/>
            <p:nvPr/>
          </p:nvSpPr>
          <p:spPr>
            <a:xfrm>
              <a:off x="6062080" y="3794724"/>
              <a:ext cx="477" cy="2388"/>
            </a:xfrm>
            <a:custGeom>
              <a:avLst/>
              <a:gdLst>
                <a:gd name="csX0" fmla="*/ 0 w 477"/>
                <a:gd name="csY0" fmla="*/ 0 h 2388"/>
                <a:gd name="csX1" fmla="*/ 0 w 477"/>
                <a:gd name="csY1" fmla="*/ 478 h 2388"/>
                <a:gd name="csX2" fmla="*/ 0 w 477"/>
                <a:gd name="csY2" fmla="*/ 956 h 2388"/>
                <a:gd name="csX3" fmla="*/ 478 w 477"/>
                <a:gd name="csY3" fmla="*/ 1911 h 2388"/>
                <a:gd name="csX4" fmla="*/ 478 w 477"/>
                <a:gd name="csY4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2388">
                  <a:moveTo>
                    <a:pt x="0" y="0"/>
                  </a:moveTo>
                  <a:lnTo>
                    <a:pt x="0" y="478"/>
                  </a:lnTo>
                  <a:lnTo>
                    <a:pt x="0" y="956"/>
                  </a:lnTo>
                  <a:lnTo>
                    <a:pt x="478" y="1911"/>
                  </a:lnTo>
                  <a:lnTo>
                    <a:pt x="478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" name="Freeform 3801">
              <a:extLst>
                <a:ext uri="{FF2B5EF4-FFF2-40B4-BE49-F238E27FC236}">
                  <a16:creationId xmlns:a16="http://schemas.microsoft.com/office/drawing/2014/main" id="{52968881-21A6-5C51-05F6-AC915910ACA5}"/>
                </a:ext>
              </a:extLst>
            </p:cNvPr>
            <p:cNvSpPr/>
            <p:nvPr/>
          </p:nvSpPr>
          <p:spPr>
            <a:xfrm>
              <a:off x="6062080" y="3792336"/>
              <a:ext cx="1433" cy="2388"/>
            </a:xfrm>
            <a:custGeom>
              <a:avLst/>
              <a:gdLst>
                <a:gd name="csX0" fmla="*/ 1433 w 1433"/>
                <a:gd name="csY0" fmla="*/ 0 h 2388"/>
                <a:gd name="csX1" fmla="*/ 478 w 1433"/>
                <a:gd name="csY1" fmla="*/ 1433 h 2388"/>
                <a:gd name="csX2" fmla="*/ 0 w 1433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2388">
                  <a:moveTo>
                    <a:pt x="1433" y="0"/>
                  </a:moveTo>
                  <a:lnTo>
                    <a:pt x="478" y="1433"/>
                  </a:ln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" name="Freeform 3802">
              <a:extLst>
                <a:ext uri="{FF2B5EF4-FFF2-40B4-BE49-F238E27FC236}">
                  <a16:creationId xmlns:a16="http://schemas.microsoft.com/office/drawing/2014/main" id="{6E7597C4-9C49-C6EA-1CE6-318FF9A84B08}"/>
                </a:ext>
              </a:extLst>
            </p:cNvPr>
            <p:cNvSpPr/>
            <p:nvPr/>
          </p:nvSpPr>
          <p:spPr>
            <a:xfrm>
              <a:off x="6063513" y="3781826"/>
              <a:ext cx="7165" cy="10510"/>
            </a:xfrm>
            <a:custGeom>
              <a:avLst/>
              <a:gdLst>
                <a:gd name="csX0" fmla="*/ 7166 w 7165"/>
                <a:gd name="csY0" fmla="*/ 478 h 10510"/>
                <a:gd name="csX1" fmla="*/ 7166 w 7165"/>
                <a:gd name="csY1" fmla="*/ 478 h 10510"/>
                <a:gd name="csX2" fmla="*/ 6688 w 7165"/>
                <a:gd name="csY2" fmla="*/ 478 h 10510"/>
                <a:gd name="csX3" fmla="*/ 4777 w 7165"/>
                <a:gd name="csY3" fmla="*/ 0 h 10510"/>
                <a:gd name="csX4" fmla="*/ 3822 w 7165"/>
                <a:gd name="csY4" fmla="*/ 478 h 10510"/>
                <a:gd name="csX5" fmla="*/ 3822 w 7165"/>
                <a:gd name="csY5" fmla="*/ 2866 h 10510"/>
                <a:gd name="csX6" fmla="*/ 3822 w 7165"/>
                <a:gd name="csY6" fmla="*/ 5733 h 10510"/>
                <a:gd name="csX7" fmla="*/ 2866 w 7165"/>
                <a:gd name="csY7" fmla="*/ 7644 h 10510"/>
                <a:gd name="csX8" fmla="*/ 0 w 7165"/>
                <a:gd name="csY8" fmla="*/ 10510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65" h="10510">
                  <a:moveTo>
                    <a:pt x="7166" y="478"/>
                  </a:moveTo>
                  <a:lnTo>
                    <a:pt x="7166" y="478"/>
                  </a:lnTo>
                  <a:lnTo>
                    <a:pt x="6688" y="478"/>
                  </a:lnTo>
                  <a:lnTo>
                    <a:pt x="4777" y="0"/>
                  </a:lnTo>
                  <a:lnTo>
                    <a:pt x="3822" y="478"/>
                  </a:lnTo>
                  <a:lnTo>
                    <a:pt x="3822" y="2866"/>
                  </a:lnTo>
                  <a:lnTo>
                    <a:pt x="3822" y="5733"/>
                  </a:lnTo>
                  <a:lnTo>
                    <a:pt x="2866" y="7644"/>
                  </a:lnTo>
                  <a:lnTo>
                    <a:pt x="0" y="105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" name="Freeform 3803">
              <a:extLst>
                <a:ext uri="{FF2B5EF4-FFF2-40B4-BE49-F238E27FC236}">
                  <a16:creationId xmlns:a16="http://schemas.microsoft.com/office/drawing/2014/main" id="{271F27D9-8F1B-6A6F-F820-1D7EF1435E01}"/>
                </a:ext>
              </a:extLst>
            </p:cNvPr>
            <p:cNvSpPr/>
            <p:nvPr/>
          </p:nvSpPr>
          <p:spPr>
            <a:xfrm>
              <a:off x="6072590" y="3785170"/>
              <a:ext cx="8121" cy="1910"/>
            </a:xfrm>
            <a:custGeom>
              <a:avLst/>
              <a:gdLst>
                <a:gd name="csX0" fmla="*/ 8121 w 8121"/>
                <a:gd name="csY0" fmla="*/ 478 h 1910"/>
                <a:gd name="csX1" fmla="*/ 8121 w 8121"/>
                <a:gd name="csY1" fmla="*/ 478 h 1910"/>
                <a:gd name="csX2" fmla="*/ 7166 w 8121"/>
                <a:gd name="csY2" fmla="*/ 0 h 1910"/>
                <a:gd name="csX3" fmla="*/ 5255 w 8121"/>
                <a:gd name="csY3" fmla="*/ 478 h 1910"/>
                <a:gd name="csX4" fmla="*/ 2389 w 8121"/>
                <a:gd name="csY4" fmla="*/ 1911 h 1910"/>
                <a:gd name="csX5" fmla="*/ 956 w 8121"/>
                <a:gd name="csY5" fmla="*/ 1911 h 1910"/>
                <a:gd name="csX6" fmla="*/ 0 w 8121"/>
                <a:gd name="csY6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21" h="1910">
                  <a:moveTo>
                    <a:pt x="8121" y="478"/>
                  </a:moveTo>
                  <a:lnTo>
                    <a:pt x="8121" y="478"/>
                  </a:lnTo>
                  <a:lnTo>
                    <a:pt x="7166" y="0"/>
                  </a:lnTo>
                  <a:lnTo>
                    <a:pt x="5255" y="478"/>
                  </a:lnTo>
                  <a:lnTo>
                    <a:pt x="2389" y="1911"/>
                  </a:lnTo>
                  <a:lnTo>
                    <a:pt x="956" y="1911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" name="Freeform 3804">
              <a:extLst>
                <a:ext uri="{FF2B5EF4-FFF2-40B4-BE49-F238E27FC236}">
                  <a16:creationId xmlns:a16="http://schemas.microsoft.com/office/drawing/2014/main" id="{28ED766A-6169-0A37-C2A1-594D23080856}"/>
                </a:ext>
              </a:extLst>
            </p:cNvPr>
            <p:cNvSpPr/>
            <p:nvPr/>
          </p:nvSpPr>
          <p:spPr>
            <a:xfrm>
              <a:off x="6083100" y="3786125"/>
              <a:ext cx="1911" cy="2866"/>
            </a:xfrm>
            <a:custGeom>
              <a:avLst/>
              <a:gdLst>
                <a:gd name="csX0" fmla="*/ 1433 w 1911"/>
                <a:gd name="csY0" fmla="*/ 0 h 2866"/>
                <a:gd name="csX1" fmla="*/ 1433 w 1911"/>
                <a:gd name="csY1" fmla="*/ 1433 h 2866"/>
                <a:gd name="csX2" fmla="*/ 1911 w 1911"/>
                <a:gd name="csY2" fmla="*/ 2389 h 2866"/>
                <a:gd name="csX3" fmla="*/ 1433 w 1911"/>
                <a:gd name="csY3" fmla="*/ 2389 h 2866"/>
                <a:gd name="csX4" fmla="*/ 478 w 1911"/>
                <a:gd name="csY4" fmla="*/ 2866 h 2866"/>
                <a:gd name="csX5" fmla="*/ 0 w 1911"/>
                <a:gd name="csY5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2866">
                  <a:moveTo>
                    <a:pt x="1433" y="0"/>
                  </a:moveTo>
                  <a:lnTo>
                    <a:pt x="1433" y="1433"/>
                  </a:lnTo>
                  <a:lnTo>
                    <a:pt x="1911" y="2389"/>
                  </a:lnTo>
                  <a:lnTo>
                    <a:pt x="1433" y="2389"/>
                  </a:lnTo>
                  <a:lnTo>
                    <a:pt x="478" y="2866"/>
                  </a:ln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6" name="Freeform 3805">
              <a:extLst>
                <a:ext uri="{FF2B5EF4-FFF2-40B4-BE49-F238E27FC236}">
                  <a16:creationId xmlns:a16="http://schemas.microsoft.com/office/drawing/2014/main" id="{D49D8C22-BCE7-2880-BE20-10A9D2C56D6A}"/>
                </a:ext>
              </a:extLst>
            </p:cNvPr>
            <p:cNvSpPr/>
            <p:nvPr/>
          </p:nvSpPr>
          <p:spPr>
            <a:xfrm>
              <a:off x="6083578" y="3778482"/>
              <a:ext cx="2388" cy="955"/>
            </a:xfrm>
            <a:custGeom>
              <a:avLst/>
              <a:gdLst>
                <a:gd name="csX0" fmla="*/ 2389 w 2388"/>
                <a:gd name="csY0" fmla="*/ 478 h 955"/>
                <a:gd name="csX1" fmla="*/ 2389 w 2388"/>
                <a:gd name="csY1" fmla="*/ 0 h 955"/>
                <a:gd name="csX2" fmla="*/ 1433 w 2388"/>
                <a:gd name="csY2" fmla="*/ 478 h 955"/>
                <a:gd name="csX3" fmla="*/ 0 w 2388"/>
                <a:gd name="csY3" fmla="*/ 956 h 955"/>
                <a:gd name="csX4" fmla="*/ 0 w 2388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955">
                  <a:moveTo>
                    <a:pt x="2389" y="478"/>
                  </a:moveTo>
                  <a:lnTo>
                    <a:pt x="2389" y="0"/>
                  </a:lnTo>
                  <a:lnTo>
                    <a:pt x="1433" y="478"/>
                  </a:lnTo>
                  <a:lnTo>
                    <a:pt x="0" y="956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7" name="Freeform 3806">
              <a:extLst>
                <a:ext uri="{FF2B5EF4-FFF2-40B4-BE49-F238E27FC236}">
                  <a16:creationId xmlns:a16="http://schemas.microsoft.com/office/drawing/2014/main" id="{6D6210E1-519A-BE88-91AE-8EB28BBF6BFF}"/>
                </a:ext>
              </a:extLst>
            </p:cNvPr>
            <p:cNvSpPr/>
            <p:nvPr/>
          </p:nvSpPr>
          <p:spPr>
            <a:xfrm>
              <a:off x="6087400" y="3778959"/>
              <a:ext cx="3344" cy="1433"/>
            </a:xfrm>
            <a:custGeom>
              <a:avLst/>
              <a:gdLst>
                <a:gd name="csX0" fmla="*/ 3344 w 3344"/>
                <a:gd name="csY0" fmla="*/ 0 h 1433"/>
                <a:gd name="csX1" fmla="*/ 3344 w 3344"/>
                <a:gd name="csY1" fmla="*/ 955 h 1433"/>
                <a:gd name="csX2" fmla="*/ 3344 w 3344"/>
                <a:gd name="csY2" fmla="*/ 1433 h 1433"/>
                <a:gd name="csX3" fmla="*/ 1911 w 3344"/>
                <a:gd name="csY3" fmla="*/ 1433 h 1433"/>
                <a:gd name="csX4" fmla="*/ 0 w 3344"/>
                <a:gd name="csY4" fmla="*/ 955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1433">
                  <a:moveTo>
                    <a:pt x="3344" y="0"/>
                  </a:moveTo>
                  <a:lnTo>
                    <a:pt x="3344" y="955"/>
                  </a:lnTo>
                  <a:lnTo>
                    <a:pt x="3344" y="1433"/>
                  </a:lnTo>
                  <a:lnTo>
                    <a:pt x="1911" y="1433"/>
                  </a:lnTo>
                  <a:lnTo>
                    <a:pt x="0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8" name="Freeform 3807">
              <a:extLst>
                <a:ext uri="{FF2B5EF4-FFF2-40B4-BE49-F238E27FC236}">
                  <a16:creationId xmlns:a16="http://schemas.microsoft.com/office/drawing/2014/main" id="{F5B831F3-50DF-45FA-2D1F-7493F0DD418D}"/>
                </a:ext>
              </a:extLst>
            </p:cNvPr>
            <p:cNvSpPr/>
            <p:nvPr/>
          </p:nvSpPr>
          <p:spPr>
            <a:xfrm>
              <a:off x="6073546" y="3767016"/>
              <a:ext cx="17676" cy="10509"/>
            </a:xfrm>
            <a:custGeom>
              <a:avLst/>
              <a:gdLst>
                <a:gd name="csX0" fmla="*/ 0 w 17676"/>
                <a:gd name="csY0" fmla="*/ 0 h 10509"/>
                <a:gd name="csX1" fmla="*/ 956 w 17676"/>
                <a:gd name="csY1" fmla="*/ 0 h 10509"/>
                <a:gd name="csX2" fmla="*/ 3344 w 17676"/>
                <a:gd name="csY2" fmla="*/ 478 h 10509"/>
                <a:gd name="csX3" fmla="*/ 5255 w 17676"/>
                <a:gd name="csY3" fmla="*/ 1433 h 10509"/>
                <a:gd name="csX4" fmla="*/ 5733 w 17676"/>
                <a:gd name="csY4" fmla="*/ 2389 h 10509"/>
                <a:gd name="csX5" fmla="*/ 6210 w 17676"/>
                <a:gd name="csY5" fmla="*/ 3344 h 10509"/>
                <a:gd name="csX6" fmla="*/ 8599 w 17676"/>
                <a:gd name="csY6" fmla="*/ 4777 h 10509"/>
                <a:gd name="csX7" fmla="*/ 10988 w 17676"/>
                <a:gd name="csY7" fmla="*/ 5733 h 10509"/>
                <a:gd name="csX8" fmla="*/ 11943 w 17676"/>
                <a:gd name="csY8" fmla="*/ 5255 h 10509"/>
                <a:gd name="csX9" fmla="*/ 15287 w 17676"/>
                <a:gd name="csY9" fmla="*/ 1911 h 10509"/>
                <a:gd name="csX10" fmla="*/ 16721 w 17676"/>
                <a:gd name="csY10" fmla="*/ 2389 h 10509"/>
                <a:gd name="csX11" fmla="*/ 17676 w 17676"/>
                <a:gd name="csY11" fmla="*/ 4299 h 10509"/>
                <a:gd name="csX12" fmla="*/ 17676 w 17676"/>
                <a:gd name="csY12" fmla="*/ 5255 h 10509"/>
                <a:gd name="csX13" fmla="*/ 17676 w 17676"/>
                <a:gd name="csY13" fmla="*/ 5255 h 10509"/>
                <a:gd name="csX14" fmla="*/ 16721 w 17676"/>
                <a:gd name="csY14" fmla="*/ 8599 h 10509"/>
                <a:gd name="csX15" fmla="*/ 16243 w 17676"/>
                <a:gd name="csY15" fmla="*/ 10510 h 10509"/>
                <a:gd name="csX16" fmla="*/ 16243 w 17676"/>
                <a:gd name="csY16" fmla="*/ 10510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7676" h="10509">
                  <a:moveTo>
                    <a:pt x="0" y="0"/>
                  </a:moveTo>
                  <a:lnTo>
                    <a:pt x="956" y="0"/>
                  </a:lnTo>
                  <a:lnTo>
                    <a:pt x="3344" y="478"/>
                  </a:lnTo>
                  <a:lnTo>
                    <a:pt x="5255" y="1433"/>
                  </a:lnTo>
                  <a:lnTo>
                    <a:pt x="5733" y="2389"/>
                  </a:lnTo>
                  <a:lnTo>
                    <a:pt x="6210" y="3344"/>
                  </a:lnTo>
                  <a:lnTo>
                    <a:pt x="8599" y="4777"/>
                  </a:lnTo>
                  <a:lnTo>
                    <a:pt x="10988" y="5733"/>
                  </a:lnTo>
                  <a:lnTo>
                    <a:pt x="11943" y="5255"/>
                  </a:lnTo>
                  <a:lnTo>
                    <a:pt x="15287" y="1911"/>
                  </a:lnTo>
                  <a:lnTo>
                    <a:pt x="16721" y="2389"/>
                  </a:lnTo>
                  <a:lnTo>
                    <a:pt x="17676" y="4299"/>
                  </a:lnTo>
                  <a:lnTo>
                    <a:pt x="17676" y="5255"/>
                  </a:lnTo>
                  <a:lnTo>
                    <a:pt x="17676" y="5255"/>
                  </a:lnTo>
                  <a:lnTo>
                    <a:pt x="16721" y="8599"/>
                  </a:lnTo>
                  <a:lnTo>
                    <a:pt x="16243" y="10510"/>
                  </a:lnTo>
                  <a:lnTo>
                    <a:pt x="16243" y="105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9" name="Freeform 3808">
              <a:extLst>
                <a:ext uri="{FF2B5EF4-FFF2-40B4-BE49-F238E27FC236}">
                  <a16:creationId xmlns:a16="http://schemas.microsoft.com/office/drawing/2014/main" id="{C835681B-0BC2-5971-63F7-DE72E2C5F39E}"/>
                </a:ext>
              </a:extLst>
            </p:cNvPr>
            <p:cNvSpPr/>
            <p:nvPr/>
          </p:nvSpPr>
          <p:spPr>
            <a:xfrm>
              <a:off x="6072590" y="3754595"/>
              <a:ext cx="1911" cy="3344"/>
            </a:xfrm>
            <a:custGeom>
              <a:avLst/>
              <a:gdLst>
                <a:gd name="csX0" fmla="*/ 0 w 1911"/>
                <a:gd name="csY0" fmla="*/ 0 h 3344"/>
                <a:gd name="csX1" fmla="*/ 478 w 1911"/>
                <a:gd name="csY1" fmla="*/ 478 h 3344"/>
                <a:gd name="csX2" fmla="*/ 1911 w 1911"/>
                <a:gd name="csY2" fmla="*/ 1433 h 3344"/>
                <a:gd name="csX3" fmla="*/ 1911 w 1911"/>
                <a:gd name="csY3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3344">
                  <a:moveTo>
                    <a:pt x="0" y="0"/>
                  </a:moveTo>
                  <a:lnTo>
                    <a:pt x="478" y="478"/>
                  </a:lnTo>
                  <a:lnTo>
                    <a:pt x="1911" y="1433"/>
                  </a:lnTo>
                  <a:lnTo>
                    <a:pt x="1911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0" name="Freeform 3809">
              <a:extLst>
                <a:ext uri="{FF2B5EF4-FFF2-40B4-BE49-F238E27FC236}">
                  <a16:creationId xmlns:a16="http://schemas.microsoft.com/office/drawing/2014/main" id="{8BD8223B-0A13-91CA-63F7-E7901F04D167}"/>
                </a:ext>
              </a:extLst>
            </p:cNvPr>
            <p:cNvSpPr/>
            <p:nvPr/>
          </p:nvSpPr>
          <p:spPr>
            <a:xfrm>
              <a:off x="5767799" y="4544760"/>
              <a:ext cx="5732" cy="955"/>
            </a:xfrm>
            <a:custGeom>
              <a:avLst/>
              <a:gdLst>
                <a:gd name="csX0" fmla="*/ 0 w 5732"/>
                <a:gd name="csY0" fmla="*/ 956 h 955"/>
                <a:gd name="csX1" fmla="*/ 2867 w 5732"/>
                <a:gd name="csY1" fmla="*/ 0 h 955"/>
                <a:gd name="csX2" fmla="*/ 5733 w 5732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32" h="955">
                  <a:moveTo>
                    <a:pt x="0" y="956"/>
                  </a:moveTo>
                  <a:lnTo>
                    <a:pt x="2867" y="0"/>
                  </a:lnTo>
                  <a:lnTo>
                    <a:pt x="57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1" name="Freeform 3810">
              <a:extLst>
                <a:ext uri="{FF2B5EF4-FFF2-40B4-BE49-F238E27FC236}">
                  <a16:creationId xmlns:a16="http://schemas.microsoft.com/office/drawing/2014/main" id="{0F0CE6CE-A997-5987-027F-D484866427F8}"/>
                </a:ext>
              </a:extLst>
            </p:cNvPr>
            <p:cNvSpPr/>
            <p:nvPr/>
          </p:nvSpPr>
          <p:spPr>
            <a:xfrm>
              <a:off x="5762544" y="4548581"/>
              <a:ext cx="2388" cy="955"/>
            </a:xfrm>
            <a:custGeom>
              <a:avLst/>
              <a:gdLst>
                <a:gd name="csX0" fmla="*/ 0 w 2388"/>
                <a:gd name="csY0" fmla="*/ 478 h 955"/>
                <a:gd name="csX1" fmla="*/ 1433 w 2388"/>
                <a:gd name="csY1" fmla="*/ 956 h 955"/>
                <a:gd name="csX2" fmla="*/ 2389 w 2388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955">
                  <a:moveTo>
                    <a:pt x="0" y="478"/>
                  </a:moveTo>
                  <a:lnTo>
                    <a:pt x="1433" y="956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2" name="Freeform 3811">
              <a:extLst>
                <a:ext uri="{FF2B5EF4-FFF2-40B4-BE49-F238E27FC236}">
                  <a16:creationId xmlns:a16="http://schemas.microsoft.com/office/drawing/2014/main" id="{AD555CBD-AF1A-7B51-6F4F-1F9985AD77DB}"/>
                </a:ext>
              </a:extLst>
            </p:cNvPr>
            <p:cNvSpPr/>
            <p:nvPr/>
          </p:nvSpPr>
          <p:spPr>
            <a:xfrm>
              <a:off x="5760155" y="4541893"/>
              <a:ext cx="955" cy="3822"/>
            </a:xfrm>
            <a:custGeom>
              <a:avLst/>
              <a:gdLst>
                <a:gd name="csX0" fmla="*/ 0 w 955"/>
                <a:gd name="csY0" fmla="*/ 0 h 3822"/>
                <a:gd name="csX1" fmla="*/ 0 w 955"/>
                <a:gd name="csY1" fmla="*/ 956 h 3822"/>
                <a:gd name="csX2" fmla="*/ 478 w 955"/>
                <a:gd name="csY2" fmla="*/ 2389 h 3822"/>
                <a:gd name="csX3" fmla="*/ 956 w 955"/>
                <a:gd name="csY3" fmla="*/ 3822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3822">
                  <a:moveTo>
                    <a:pt x="0" y="0"/>
                  </a:moveTo>
                  <a:lnTo>
                    <a:pt x="0" y="956"/>
                  </a:lnTo>
                  <a:lnTo>
                    <a:pt x="478" y="2389"/>
                  </a:lnTo>
                  <a:lnTo>
                    <a:pt x="956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3" name="Freeform 3812">
              <a:extLst>
                <a:ext uri="{FF2B5EF4-FFF2-40B4-BE49-F238E27FC236}">
                  <a16:creationId xmlns:a16="http://schemas.microsoft.com/office/drawing/2014/main" id="{0D245C1B-A341-7EFB-9F50-BCD3C60FCDBB}"/>
                </a:ext>
              </a:extLst>
            </p:cNvPr>
            <p:cNvSpPr/>
            <p:nvPr/>
          </p:nvSpPr>
          <p:spPr>
            <a:xfrm>
              <a:off x="5752034" y="4540938"/>
              <a:ext cx="4299" cy="1910"/>
            </a:xfrm>
            <a:custGeom>
              <a:avLst/>
              <a:gdLst>
                <a:gd name="csX0" fmla="*/ 0 w 4299"/>
                <a:gd name="csY0" fmla="*/ 0 h 1910"/>
                <a:gd name="csX1" fmla="*/ 1433 w 4299"/>
                <a:gd name="csY1" fmla="*/ 1433 h 1910"/>
                <a:gd name="csX2" fmla="*/ 3344 w 4299"/>
                <a:gd name="csY2" fmla="*/ 1911 h 1910"/>
                <a:gd name="csX3" fmla="*/ 4300 w 4299"/>
                <a:gd name="csY3" fmla="*/ 1911 h 1910"/>
                <a:gd name="csX4" fmla="*/ 4300 w 4299"/>
                <a:gd name="csY4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910">
                  <a:moveTo>
                    <a:pt x="0" y="0"/>
                  </a:moveTo>
                  <a:lnTo>
                    <a:pt x="1433" y="1433"/>
                  </a:lnTo>
                  <a:lnTo>
                    <a:pt x="3344" y="1911"/>
                  </a:lnTo>
                  <a:lnTo>
                    <a:pt x="4300" y="1911"/>
                  </a:lnTo>
                  <a:lnTo>
                    <a:pt x="430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4" name="Freeform 3813">
              <a:extLst>
                <a:ext uri="{FF2B5EF4-FFF2-40B4-BE49-F238E27FC236}">
                  <a16:creationId xmlns:a16="http://schemas.microsoft.com/office/drawing/2014/main" id="{3284B86F-7ED4-5F69-BA74-0BFF67E8FE3D}"/>
                </a:ext>
              </a:extLst>
            </p:cNvPr>
            <p:cNvSpPr/>
            <p:nvPr/>
          </p:nvSpPr>
          <p:spPr>
            <a:xfrm>
              <a:off x="5748212" y="4546193"/>
              <a:ext cx="2866" cy="477"/>
            </a:xfrm>
            <a:custGeom>
              <a:avLst/>
              <a:gdLst>
                <a:gd name="csX0" fmla="*/ 0 w 2866"/>
                <a:gd name="csY0" fmla="*/ 0 h 477"/>
                <a:gd name="csX1" fmla="*/ 1433 w 2866"/>
                <a:gd name="csY1" fmla="*/ 0 h 477"/>
                <a:gd name="csX2" fmla="*/ 2866 w 2866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477">
                  <a:moveTo>
                    <a:pt x="0" y="0"/>
                  </a:moveTo>
                  <a:lnTo>
                    <a:pt x="1433" y="0"/>
                  </a:lnTo>
                  <a:lnTo>
                    <a:pt x="2866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5" name="Freeform 3814">
              <a:extLst>
                <a:ext uri="{FF2B5EF4-FFF2-40B4-BE49-F238E27FC236}">
                  <a16:creationId xmlns:a16="http://schemas.microsoft.com/office/drawing/2014/main" id="{AB8BF09C-2C6E-CB12-E80E-CA50152DD631}"/>
                </a:ext>
              </a:extLst>
            </p:cNvPr>
            <p:cNvSpPr/>
            <p:nvPr/>
          </p:nvSpPr>
          <p:spPr>
            <a:xfrm>
              <a:off x="5737224" y="4546670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478 w 477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478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6" name="Freeform 3815">
              <a:extLst>
                <a:ext uri="{FF2B5EF4-FFF2-40B4-BE49-F238E27FC236}">
                  <a16:creationId xmlns:a16="http://schemas.microsoft.com/office/drawing/2014/main" id="{F0B18E86-D987-8561-3416-BC237775690E}"/>
                </a:ext>
              </a:extLst>
            </p:cNvPr>
            <p:cNvSpPr/>
            <p:nvPr/>
          </p:nvSpPr>
          <p:spPr>
            <a:xfrm>
              <a:off x="5734836" y="4544760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5 w 955"/>
                <a:gd name="csY1" fmla="*/ 956 h 955"/>
                <a:gd name="csX2" fmla="*/ 955 w 955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5" y="956"/>
                  </a:lnTo>
                  <a:lnTo>
                    <a:pt x="955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7" name="Freeform 3816">
              <a:extLst>
                <a:ext uri="{FF2B5EF4-FFF2-40B4-BE49-F238E27FC236}">
                  <a16:creationId xmlns:a16="http://schemas.microsoft.com/office/drawing/2014/main" id="{7C276B15-44A6-3B59-0E58-34DD5CF26069}"/>
                </a:ext>
              </a:extLst>
            </p:cNvPr>
            <p:cNvSpPr/>
            <p:nvPr/>
          </p:nvSpPr>
          <p:spPr>
            <a:xfrm>
              <a:off x="5723370" y="4563391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0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8" name="Freeform 3817">
              <a:extLst>
                <a:ext uri="{FF2B5EF4-FFF2-40B4-BE49-F238E27FC236}">
                  <a16:creationId xmlns:a16="http://schemas.microsoft.com/office/drawing/2014/main" id="{63CE2A04-AACC-EAFA-B7FD-629D57D72B7C}"/>
                </a:ext>
              </a:extLst>
            </p:cNvPr>
            <p:cNvSpPr/>
            <p:nvPr/>
          </p:nvSpPr>
          <p:spPr>
            <a:xfrm>
              <a:off x="5726236" y="4574857"/>
              <a:ext cx="3344" cy="1433"/>
            </a:xfrm>
            <a:custGeom>
              <a:avLst/>
              <a:gdLst>
                <a:gd name="csX0" fmla="*/ 3344 w 3344"/>
                <a:gd name="csY0" fmla="*/ 1433 h 1433"/>
                <a:gd name="csX1" fmla="*/ 3344 w 3344"/>
                <a:gd name="csY1" fmla="*/ 1433 h 1433"/>
                <a:gd name="csX2" fmla="*/ 0 w 3344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4" h="1433">
                  <a:moveTo>
                    <a:pt x="3344" y="1433"/>
                  </a:moveTo>
                  <a:lnTo>
                    <a:pt x="3344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" name="Freeform 3818">
              <a:extLst>
                <a:ext uri="{FF2B5EF4-FFF2-40B4-BE49-F238E27FC236}">
                  <a16:creationId xmlns:a16="http://schemas.microsoft.com/office/drawing/2014/main" id="{89245A3C-52BB-9892-50D3-F85EF5E4F41C}"/>
                </a:ext>
              </a:extLst>
            </p:cNvPr>
            <p:cNvSpPr/>
            <p:nvPr/>
          </p:nvSpPr>
          <p:spPr>
            <a:xfrm>
              <a:off x="5720981" y="4585367"/>
              <a:ext cx="3821" cy="1433"/>
            </a:xfrm>
            <a:custGeom>
              <a:avLst/>
              <a:gdLst>
                <a:gd name="csX0" fmla="*/ 3822 w 3821"/>
                <a:gd name="csY0" fmla="*/ 1433 h 1433"/>
                <a:gd name="csX1" fmla="*/ 3822 w 3821"/>
                <a:gd name="csY1" fmla="*/ 1433 h 1433"/>
                <a:gd name="csX2" fmla="*/ 3344 w 3821"/>
                <a:gd name="csY2" fmla="*/ 956 h 1433"/>
                <a:gd name="csX3" fmla="*/ 2389 w 3821"/>
                <a:gd name="csY3" fmla="*/ 956 h 1433"/>
                <a:gd name="csX4" fmla="*/ 1433 w 3821"/>
                <a:gd name="csY4" fmla="*/ 956 h 1433"/>
                <a:gd name="csX5" fmla="*/ 0 w 3821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1433">
                  <a:moveTo>
                    <a:pt x="3822" y="1433"/>
                  </a:moveTo>
                  <a:lnTo>
                    <a:pt x="3822" y="1433"/>
                  </a:lnTo>
                  <a:lnTo>
                    <a:pt x="3344" y="956"/>
                  </a:lnTo>
                  <a:lnTo>
                    <a:pt x="2389" y="956"/>
                  </a:lnTo>
                  <a:lnTo>
                    <a:pt x="1433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" name="Freeform 3819">
              <a:extLst>
                <a:ext uri="{FF2B5EF4-FFF2-40B4-BE49-F238E27FC236}">
                  <a16:creationId xmlns:a16="http://schemas.microsoft.com/office/drawing/2014/main" id="{BF8AB295-3480-F880-B85B-7E5A1E14C5B5}"/>
                </a:ext>
              </a:extLst>
            </p:cNvPr>
            <p:cNvSpPr/>
            <p:nvPr/>
          </p:nvSpPr>
          <p:spPr>
            <a:xfrm>
              <a:off x="5715249" y="4597310"/>
              <a:ext cx="955" cy="955"/>
            </a:xfrm>
            <a:custGeom>
              <a:avLst/>
              <a:gdLst>
                <a:gd name="csX0" fmla="*/ 956 w 955"/>
                <a:gd name="csY0" fmla="*/ 956 h 955"/>
                <a:gd name="csX1" fmla="*/ 956 w 955"/>
                <a:gd name="csY1" fmla="*/ 956 h 955"/>
                <a:gd name="csX2" fmla="*/ 478 w 955"/>
                <a:gd name="csY2" fmla="*/ 478 h 955"/>
                <a:gd name="csX3" fmla="*/ 0 w 955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6" y="956"/>
                  </a:moveTo>
                  <a:lnTo>
                    <a:pt x="956" y="956"/>
                  </a:ln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1" name="Freeform 3820">
              <a:extLst>
                <a:ext uri="{FF2B5EF4-FFF2-40B4-BE49-F238E27FC236}">
                  <a16:creationId xmlns:a16="http://schemas.microsoft.com/office/drawing/2014/main" id="{ABE0314D-B53C-F4C0-CD38-737AB2BA1988}"/>
                </a:ext>
              </a:extLst>
            </p:cNvPr>
            <p:cNvSpPr/>
            <p:nvPr/>
          </p:nvSpPr>
          <p:spPr>
            <a:xfrm>
              <a:off x="5714293" y="4617375"/>
              <a:ext cx="2866" cy="955"/>
            </a:xfrm>
            <a:custGeom>
              <a:avLst/>
              <a:gdLst>
                <a:gd name="csX0" fmla="*/ 2867 w 2866"/>
                <a:gd name="csY0" fmla="*/ 955 h 955"/>
                <a:gd name="csX1" fmla="*/ 2867 w 2866"/>
                <a:gd name="csY1" fmla="*/ 955 h 955"/>
                <a:gd name="csX2" fmla="*/ 1911 w 2866"/>
                <a:gd name="csY2" fmla="*/ 0 h 955"/>
                <a:gd name="csX3" fmla="*/ 956 w 2866"/>
                <a:gd name="csY3" fmla="*/ 0 h 955"/>
                <a:gd name="csX4" fmla="*/ 0 w 2866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955">
                  <a:moveTo>
                    <a:pt x="2867" y="955"/>
                  </a:moveTo>
                  <a:lnTo>
                    <a:pt x="2867" y="955"/>
                  </a:lnTo>
                  <a:lnTo>
                    <a:pt x="1911" y="0"/>
                  </a:lnTo>
                  <a:lnTo>
                    <a:pt x="956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2" name="Freeform 3821">
              <a:extLst>
                <a:ext uri="{FF2B5EF4-FFF2-40B4-BE49-F238E27FC236}">
                  <a16:creationId xmlns:a16="http://schemas.microsoft.com/office/drawing/2014/main" id="{1D632F26-9002-CDC5-92A0-2D754207BC6E}"/>
                </a:ext>
              </a:extLst>
            </p:cNvPr>
            <p:cNvSpPr/>
            <p:nvPr/>
          </p:nvSpPr>
          <p:spPr>
            <a:xfrm>
              <a:off x="5718115" y="4619285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0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3" name="Freeform 3822">
              <a:extLst>
                <a:ext uri="{FF2B5EF4-FFF2-40B4-BE49-F238E27FC236}">
                  <a16:creationId xmlns:a16="http://schemas.microsoft.com/office/drawing/2014/main" id="{AEC2C88F-7B70-76E1-1F0E-8CF686C58025}"/>
                </a:ext>
              </a:extLst>
            </p:cNvPr>
            <p:cNvSpPr/>
            <p:nvPr/>
          </p:nvSpPr>
          <p:spPr>
            <a:xfrm>
              <a:off x="5722415" y="4620241"/>
              <a:ext cx="4777" cy="1433"/>
            </a:xfrm>
            <a:custGeom>
              <a:avLst/>
              <a:gdLst>
                <a:gd name="csX0" fmla="*/ 4777 w 4777"/>
                <a:gd name="csY0" fmla="*/ 1433 h 1433"/>
                <a:gd name="csX1" fmla="*/ 2867 w 4777"/>
                <a:gd name="csY1" fmla="*/ 478 h 1433"/>
                <a:gd name="csX2" fmla="*/ 1433 w 4777"/>
                <a:gd name="csY2" fmla="*/ 0 h 1433"/>
                <a:gd name="csX3" fmla="*/ 0 w 4777"/>
                <a:gd name="csY3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1433">
                  <a:moveTo>
                    <a:pt x="4777" y="1433"/>
                  </a:moveTo>
                  <a:lnTo>
                    <a:pt x="2867" y="478"/>
                  </a:lnTo>
                  <a:lnTo>
                    <a:pt x="1433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4" name="Freeform 3823">
              <a:extLst>
                <a:ext uri="{FF2B5EF4-FFF2-40B4-BE49-F238E27FC236}">
                  <a16:creationId xmlns:a16="http://schemas.microsoft.com/office/drawing/2014/main" id="{7AF34A14-3C85-411C-1D66-D828FFE727CB}"/>
                </a:ext>
              </a:extLst>
            </p:cNvPr>
            <p:cNvSpPr/>
            <p:nvPr/>
          </p:nvSpPr>
          <p:spPr>
            <a:xfrm>
              <a:off x="5735313" y="4628362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478 w 477"/>
                <a:gd name="csY2" fmla="*/ 0 h 477"/>
                <a:gd name="csX3" fmla="*/ 0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478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5" name="Freeform 3824">
              <a:extLst>
                <a:ext uri="{FF2B5EF4-FFF2-40B4-BE49-F238E27FC236}">
                  <a16:creationId xmlns:a16="http://schemas.microsoft.com/office/drawing/2014/main" id="{F4DF382B-7EA9-F0F9-2D3E-DCCAE3CB9A6E}"/>
                </a:ext>
              </a:extLst>
            </p:cNvPr>
            <p:cNvSpPr/>
            <p:nvPr/>
          </p:nvSpPr>
          <p:spPr>
            <a:xfrm>
              <a:off x="5734358" y="4637439"/>
              <a:ext cx="93635" cy="18631"/>
            </a:xfrm>
            <a:custGeom>
              <a:avLst/>
              <a:gdLst>
                <a:gd name="csX0" fmla="*/ 93635 w 93635"/>
                <a:gd name="csY0" fmla="*/ 3822 h 18631"/>
                <a:gd name="csX1" fmla="*/ 92202 w 93635"/>
                <a:gd name="csY1" fmla="*/ 3822 h 18631"/>
                <a:gd name="csX2" fmla="*/ 90769 w 93635"/>
                <a:gd name="csY2" fmla="*/ 4300 h 18631"/>
                <a:gd name="csX3" fmla="*/ 89335 w 93635"/>
                <a:gd name="csY3" fmla="*/ 4300 h 18631"/>
                <a:gd name="csX4" fmla="*/ 89335 w 93635"/>
                <a:gd name="csY4" fmla="*/ 3822 h 18631"/>
                <a:gd name="csX5" fmla="*/ 88380 w 93635"/>
                <a:gd name="csY5" fmla="*/ 3822 h 18631"/>
                <a:gd name="csX6" fmla="*/ 86469 w 93635"/>
                <a:gd name="csY6" fmla="*/ 2867 h 18631"/>
                <a:gd name="csX7" fmla="*/ 86947 w 93635"/>
                <a:gd name="csY7" fmla="*/ 478 h 18631"/>
                <a:gd name="csX8" fmla="*/ 85991 w 93635"/>
                <a:gd name="csY8" fmla="*/ 0 h 18631"/>
                <a:gd name="csX9" fmla="*/ 85036 w 93635"/>
                <a:gd name="csY9" fmla="*/ 478 h 18631"/>
                <a:gd name="csX10" fmla="*/ 83603 w 93635"/>
                <a:gd name="csY10" fmla="*/ 3822 h 18631"/>
                <a:gd name="csX11" fmla="*/ 83125 w 93635"/>
                <a:gd name="csY11" fmla="*/ 4300 h 18631"/>
                <a:gd name="csX12" fmla="*/ 72615 w 93635"/>
                <a:gd name="csY12" fmla="*/ 2389 h 18631"/>
                <a:gd name="csX13" fmla="*/ 70226 w 93635"/>
                <a:gd name="csY13" fmla="*/ 1433 h 18631"/>
                <a:gd name="csX14" fmla="*/ 67838 w 93635"/>
                <a:gd name="csY14" fmla="*/ 956 h 18631"/>
                <a:gd name="csX15" fmla="*/ 63060 w 93635"/>
                <a:gd name="csY15" fmla="*/ 956 h 18631"/>
                <a:gd name="csX16" fmla="*/ 59239 w 93635"/>
                <a:gd name="csY16" fmla="*/ 1433 h 18631"/>
                <a:gd name="csX17" fmla="*/ 57805 w 93635"/>
                <a:gd name="csY17" fmla="*/ 2389 h 18631"/>
                <a:gd name="csX18" fmla="*/ 67838 w 93635"/>
                <a:gd name="csY18" fmla="*/ 1911 h 18631"/>
                <a:gd name="csX19" fmla="*/ 68793 w 93635"/>
                <a:gd name="csY19" fmla="*/ 1911 h 18631"/>
                <a:gd name="csX20" fmla="*/ 69271 w 93635"/>
                <a:gd name="csY20" fmla="*/ 2389 h 18631"/>
                <a:gd name="csX21" fmla="*/ 56850 w 93635"/>
                <a:gd name="csY21" fmla="*/ 3344 h 18631"/>
                <a:gd name="csX22" fmla="*/ 52073 w 93635"/>
                <a:gd name="csY22" fmla="*/ 4300 h 18631"/>
                <a:gd name="csX23" fmla="*/ 50639 w 93635"/>
                <a:gd name="csY23" fmla="*/ 3822 h 18631"/>
                <a:gd name="csX24" fmla="*/ 49684 w 93635"/>
                <a:gd name="csY24" fmla="*/ 2867 h 18631"/>
                <a:gd name="csX25" fmla="*/ 44429 w 93635"/>
                <a:gd name="csY25" fmla="*/ 2867 h 18631"/>
                <a:gd name="csX26" fmla="*/ 43474 w 93635"/>
                <a:gd name="csY26" fmla="*/ 3344 h 18631"/>
                <a:gd name="csX27" fmla="*/ 42996 w 93635"/>
                <a:gd name="csY27" fmla="*/ 3822 h 18631"/>
                <a:gd name="csX28" fmla="*/ 44907 w 93635"/>
                <a:gd name="csY28" fmla="*/ 3822 h 18631"/>
                <a:gd name="csX29" fmla="*/ 48251 w 93635"/>
                <a:gd name="csY29" fmla="*/ 3822 h 18631"/>
                <a:gd name="csX30" fmla="*/ 49206 w 93635"/>
                <a:gd name="csY30" fmla="*/ 4300 h 18631"/>
                <a:gd name="csX31" fmla="*/ 39174 w 93635"/>
                <a:gd name="csY31" fmla="*/ 5255 h 18631"/>
                <a:gd name="csX32" fmla="*/ 32008 w 93635"/>
                <a:gd name="csY32" fmla="*/ 6211 h 18631"/>
                <a:gd name="csX33" fmla="*/ 29142 w 93635"/>
                <a:gd name="csY33" fmla="*/ 7644 h 18631"/>
                <a:gd name="csX34" fmla="*/ 19587 w 93635"/>
                <a:gd name="csY34" fmla="*/ 10988 h 18631"/>
                <a:gd name="csX35" fmla="*/ 13854 w 93635"/>
                <a:gd name="csY35" fmla="*/ 12421 h 18631"/>
                <a:gd name="csX36" fmla="*/ 11943 w 93635"/>
                <a:gd name="csY36" fmla="*/ 13377 h 18631"/>
                <a:gd name="csX37" fmla="*/ 9555 w 93635"/>
                <a:gd name="csY37" fmla="*/ 14810 h 18631"/>
                <a:gd name="csX38" fmla="*/ 6210 w 93635"/>
                <a:gd name="csY38" fmla="*/ 15765 h 18631"/>
                <a:gd name="csX39" fmla="*/ 1911 w 93635"/>
                <a:gd name="csY39" fmla="*/ 18154 h 18631"/>
                <a:gd name="csX40" fmla="*/ 0 w 93635"/>
                <a:gd name="csY40" fmla="*/ 18632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93635" h="18631">
                  <a:moveTo>
                    <a:pt x="93635" y="3822"/>
                  </a:moveTo>
                  <a:lnTo>
                    <a:pt x="92202" y="3822"/>
                  </a:lnTo>
                  <a:lnTo>
                    <a:pt x="90769" y="4300"/>
                  </a:lnTo>
                  <a:lnTo>
                    <a:pt x="89335" y="4300"/>
                  </a:lnTo>
                  <a:lnTo>
                    <a:pt x="89335" y="3822"/>
                  </a:lnTo>
                  <a:lnTo>
                    <a:pt x="88380" y="3822"/>
                  </a:lnTo>
                  <a:lnTo>
                    <a:pt x="86469" y="2867"/>
                  </a:lnTo>
                  <a:lnTo>
                    <a:pt x="86947" y="478"/>
                  </a:lnTo>
                  <a:lnTo>
                    <a:pt x="85991" y="0"/>
                  </a:lnTo>
                  <a:lnTo>
                    <a:pt x="85036" y="478"/>
                  </a:lnTo>
                  <a:lnTo>
                    <a:pt x="83603" y="3822"/>
                  </a:lnTo>
                  <a:lnTo>
                    <a:pt x="83125" y="4300"/>
                  </a:lnTo>
                  <a:lnTo>
                    <a:pt x="72615" y="2389"/>
                  </a:lnTo>
                  <a:lnTo>
                    <a:pt x="70226" y="1433"/>
                  </a:lnTo>
                  <a:lnTo>
                    <a:pt x="67838" y="956"/>
                  </a:lnTo>
                  <a:lnTo>
                    <a:pt x="63060" y="956"/>
                  </a:lnTo>
                  <a:lnTo>
                    <a:pt x="59239" y="1433"/>
                  </a:lnTo>
                  <a:lnTo>
                    <a:pt x="57805" y="2389"/>
                  </a:lnTo>
                  <a:lnTo>
                    <a:pt x="67838" y="1911"/>
                  </a:lnTo>
                  <a:lnTo>
                    <a:pt x="68793" y="1911"/>
                  </a:lnTo>
                  <a:lnTo>
                    <a:pt x="69271" y="2389"/>
                  </a:lnTo>
                  <a:lnTo>
                    <a:pt x="56850" y="3344"/>
                  </a:lnTo>
                  <a:lnTo>
                    <a:pt x="52073" y="4300"/>
                  </a:lnTo>
                  <a:lnTo>
                    <a:pt x="50639" y="3822"/>
                  </a:lnTo>
                  <a:lnTo>
                    <a:pt x="49684" y="2867"/>
                  </a:lnTo>
                  <a:lnTo>
                    <a:pt x="44429" y="2867"/>
                  </a:lnTo>
                  <a:lnTo>
                    <a:pt x="43474" y="3344"/>
                  </a:lnTo>
                  <a:lnTo>
                    <a:pt x="42996" y="3822"/>
                  </a:lnTo>
                  <a:lnTo>
                    <a:pt x="44907" y="3822"/>
                  </a:lnTo>
                  <a:lnTo>
                    <a:pt x="48251" y="3822"/>
                  </a:lnTo>
                  <a:lnTo>
                    <a:pt x="49206" y="4300"/>
                  </a:lnTo>
                  <a:lnTo>
                    <a:pt x="39174" y="5255"/>
                  </a:lnTo>
                  <a:lnTo>
                    <a:pt x="32008" y="6211"/>
                  </a:lnTo>
                  <a:lnTo>
                    <a:pt x="29142" y="7644"/>
                  </a:lnTo>
                  <a:lnTo>
                    <a:pt x="19587" y="10988"/>
                  </a:lnTo>
                  <a:lnTo>
                    <a:pt x="13854" y="12421"/>
                  </a:lnTo>
                  <a:lnTo>
                    <a:pt x="11943" y="13377"/>
                  </a:lnTo>
                  <a:lnTo>
                    <a:pt x="9555" y="14810"/>
                  </a:lnTo>
                  <a:lnTo>
                    <a:pt x="6210" y="15765"/>
                  </a:lnTo>
                  <a:lnTo>
                    <a:pt x="1911" y="18154"/>
                  </a:lnTo>
                  <a:lnTo>
                    <a:pt x="0" y="186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6" name="Freeform 3825">
              <a:extLst>
                <a:ext uri="{FF2B5EF4-FFF2-40B4-BE49-F238E27FC236}">
                  <a16:creationId xmlns:a16="http://schemas.microsoft.com/office/drawing/2014/main" id="{7D97F21E-628D-AC60-A6A1-A64F21D95F32}"/>
                </a:ext>
              </a:extLst>
            </p:cNvPr>
            <p:cNvSpPr/>
            <p:nvPr/>
          </p:nvSpPr>
          <p:spPr>
            <a:xfrm>
              <a:off x="5828471" y="4634095"/>
              <a:ext cx="477" cy="3343"/>
            </a:xfrm>
            <a:custGeom>
              <a:avLst/>
              <a:gdLst>
                <a:gd name="csX0" fmla="*/ 0 w 477"/>
                <a:gd name="csY0" fmla="*/ 0 h 3343"/>
                <a:gd name="csX1" fmla="*/ 478 w 477"/>
                <a:gd name="csY1" fmla="*/ 1911 h 3343"/>
                <a:gd name="csX2" fmla="*/ 478 w 477"/>
                <a:gd name="csY2" fmla="*/ 3344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3343">
                  <a:moveTo>
                    <a:pt x="0" y="0"/>
                  </a:moveTo>
                  <a:lnTo>
                    <a:pt x="478" y="1911"/>
                  </a:lnTo>
                  <a:lnTo>
                    <a:pt x="478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" name="Freeform 3826">
              <a:extLst>
                <a:ext uri="{FF2B5EF4-FFF2-40B4-BE49-F238E27FC236}">
                  <a16:creationId xmlns:a16="http://schemas.microsoft.com/office/drawing/2014/main" id="{8EC41460-ACAB-2046-6012-C442BC5EA895}"/>
                </a:ext>
              </a:extLst>
            </p:cNvPr>
            <p:cNvSpPr/>
            <p:nvPr/>
          </p:nvSpPr>
          <p:spPr>
            <a:xfrm>
              <a:off x="5828471" y="4588711"/>
              <a:ext cx="3344" cy="1910"/>
            </a:xfrm>
            <a:custGeom>
              <a:avLst/>
              <a:gdLst>
                <a:gd name="csX0" fmla="*/ 3344 w 3344"/>
                <a:gd name="csY0" fmla="*/ 0 h 1910"/>
                <a:gd name="csX1" fmla="*/ 2389 w 3344"/>
                <a:gd name="csY1" fmla="*/ 478 h 1910"/>
                <a:gd name="csX2" fmla="*/ 0 w 3344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4" h="1910">
                  <a:moveTo>
                    <a:pt x="3344" y="0"/>
                  </a:moveTo>
                  <a:lnTo>
                    <a:pt x="2389" y="478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" name="Freeform 3827">
              <a:extLst>
                <a:ext uri="{FF2B5EF4-FFF2-40B4-BE49-F238E27FC236}">
                  <a16:creationId xmlns:a16="http://schemas.microsoft.com/office/drawing/2014/main" id="{06F51B06-619D-4049-3FF2-78B4FCDC7FC5}"/>
                </a:ext>
              </a:extLst>
            </p:cNvPr>
            <p:cNvSpPr/>
            <p:nvPr/>
          </p:nvSpPr>
          <p:spPr>
            <a:xfrm>
              <a:off x="5831815" y="4586322"/>
              <a:ext cx="1433" cy="477"/>
            </a:xfrm>
            <a:custGeom>
              <a:avLst/>
              <a:gdLst>
                <a:gd name="csX0" fmla="*/ 1433 w 1433"/>
                <a:gd name="csY0" fmla="*/ 0 h 477"/>
                <a:gd name="csX1" fmla="*/ 478 w 1433"/>
                <a:gd name="csY1" fmla="*/ 0 h 477"/>
                <a:gd name="csX2" fmla="*/ 0 w 1433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477">
                  <a:moveTo>
                    <a:pt x="1433" y="0"/>
                  </a:moveTo>
                  <a:lnTo>
                    <a:pt x="478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" name="Freeform 3828">
              <a:extLst>
                <a:ext uri="{FF2B5EF4-FFF2-40B4-BE49-F238E27FC236}">
                  <a16:creationId xmlns:a16="http://schemas.microsoft.com/office/drawing/2014/main" id="{2B56F52E-08B4-DC5F-5A3E-A277B078B260}"/>
                </a:ext>
              </a:extLst>
            </p:cNvPr>
            <p:cNvSpPr/>
            <p:nvPr/>
          </p:nvSpPr>
          <p:spPr>
            <a:xfrm>
              <a:off x="5774009" y="4545237"/>
              <a:ext cx="56372" cy="18153"/>
            </a:xfrm>
            <a:custGeom>
              <a:avLst/>
              <a:gdLst>
                <a:gd name="csX0" fmla="*/ 0 w 56372"/>
                <a:gd name="csY0" fmla="*/ 0 h 18153"/>
                <a:gd name="csX1" fmla="*/ 1433 w 56372"/>
                <a:gd name="csY1" fmla="*/ 956 h 18153"/>
                <a:gd name="csX2" fmla="*/ 2867 w 56372"/>
                <a:gd name="csY2" fmla="*/ 1911 h 18153"/>
                <a:gd name="csX3" fmla="*/ 5255 w 56372"/>
                <a:gd name="csY3" fmla="*/ 1911 h 18153"/>
                <a:gd name="csX4" fmla="*/ 7166 w 56372"/>
                <a:gd name="csY4" fmla="*/ 2389 h 18153"/>
                <a:gd name="csX5" fmla="*/ 8599 w 56372"/>
                <a:gd name="csY5" fmla="*/ 3344 h 18153"/>
                <a:gd name="csX6" fmla="*/ 9555 w 56372"/>
                <a:gd name="csY6" fmla="*/ 5255 h 18153"/>
                <a:gd name="csX7" fmla="*/ 10510 w 56372"/>
                <a:gd name="csY7" fmla="*/ 6688 h 18153"/>
                <a:gd name="csX8" fmla="*/ 10988 w 56372"/>
                <a:gd name="csY8" fmla="*/ 9077 h 18153"/>
                <a:gd name="csX9" fmla="*/ 12899 w 56372"/>
                <a:gd name="csY9" fmla="*/ 10032 h 18153"/>
                <a:gd name="csX10" fmla="*/ 14332 w 56372"/>
                <a:gd name="csY10" fmla="*/ 10510 h 18153"/>
                <a:gd name="csX11" fmla="*/ 16243 w 56372"/>
                <a:gd name="csY11" fmla="*/ 11943 h 18153"/>
                <a:gd name="csX12" fmla="*/ 18154 w 56372"/>
                <a:gd name="csY12" fmla="*/ 12899 h 18153"/>
                <a:gd name="csX13" fmla="*/ 20065 w 56372"/>
                <a:gd name="csY13" fmla="*/ 12899 h 18153"/>
                <a:gd name="csX14" fmla="*/ 21020 w 56372"/>
                <a:gd name="csY14" fmla="*/ 13376 h 18153"/>
                <a:gd name="csX15" fmla="*/ 22453 w 56372"/>
                <a:gd name="csY15" fmla="*/ 14332 h 18153"/>
                <a:gd name="csX16" fmla="*/ 23886 w 56372"/>
                <a:gd name="csY16" fmla="*/ 14332 h 18153"/>
                <a:gd name="csX17" fmla="*/ 25320 w 56372"/>
                <a:gd name="csY17" fmla="*/ 12421 h 18153"/>
                <a:gd name="csX18" fmla="*/ 26753 w 56372"/>
                <a:gd name="csY18" fmla="*/ 11466 h 18153"/>
                <a:gd name="csX19" fmla="*/ 31052 w 56372"/>
                <a:gd name="csY19" fmla="*/ 10510 h 18153"/>
                <a:gd name="csX20" fmla="*/ 32963 w 56372"/>
                <a:gd name="csY20" fmla="*/ 9555 h 18153"/>
                <a:gd name="csX21" fmla="*/ 34397 w 56372"/>
                <a:gd name="csY21" fmla="*/ 9077 h 18153"/>
                <a:gd name="csX22" fmla="*/ 38696 w 56372"/>
                <a:gd name="csY22" fmla="*/ 9077 h 18153"/>
                <a:gd name="csX23" fmla="*/ 42518 w 56372"/>
                <a:gd name="csY23" fmla="*/ 9555 h 18153"/>
                <a:gd name="csX24" fmla="*/ 44429 w 56372"/>
                <a:gd name="csY24" fmla="*/ 10032 h 18153"/>
                <a:gd name="csX25" fmla="*/ 45862 w 56372"/>
                <a:gd name="csY25" fmla="*/ 9555 h 18153"/>
                <a:gd name="csX26" fmla="*/ 46818 w 56372"/>
                <a:gd name="csY26" fmla="*/ 10510 h 18153"/>
                <a:gd name="csX27" fmla="*/ 47295 w 56372"/>
                <a:gd name="csY27" fmla="*/ 10510 h 18153"/>
                <a:gd name="csX28" fmla="*/ 48251 w 56372"/>
                <a:gd name="csY28" fmla="*/ 12421 h 18153"/>
                <a:gd name="csX29" fmla="*/ 49206 w 56372"/>
                <a:gd name="csY29" fmla="*/ 12899 h 18153"/>
                <a:gd name="csX30" fmla="*/ 50639 w 56372"/>
                <a:gd name="csY30" fmla="*/ 13376 h 18153"/>
                <a:gd name="csX31" fmla="*/ 51117 w 56372"/>
                <a:gd name="csY31" fmla="*/ 14810 h 18153"/>
                <a:gd name="csX32" fmla="*/ 52073 w 56372"/>
                <a:gd name="csY32" fmla="*/ 16243 h 18153"/>
                <a:gd name="csX33" fmla="*/ 52550 w 56372"/>
                <a:gd name="csY33" fmla="*/ 16721 h 18153"/>
                <a:gd name="csX34" fmla="*/ 53984 w 56372"/>
                <a:gd name="csY34" fmla="*/ 18154 h 18153"/>
                <a:gd name="csX35" fmla="*/ 54939 w 56372"/>
                <a:gd name="csY35" fmla="*/ 18154 h 18153"/>
                <a:gd name="csX36" fmla="*/ 55894 w 56372"/>
                <a:gd name="csY36" fmla="*/ 17676 h 18153"/>
                <a:gd name="csX37" fmla="*/ 56372 w 56372"/>
                <a:gd name="csY37" fmla="*/ 17198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56372" h="18153">
                  <a:moveTo>
                    <a:pt x="0" y="0"/>
                  </a:moveTo>
                  <a:lnTo>
                    <a:pt x="1433" y="956"/>
                  </a:lnTo>
                  <a:lnTo>
                    <a:pt x="2867" y="1911"/>
                  </a:lnTo>
                  <a:lnTo>
                    <a:pt x="5255" y="1911"/>
                  </a:lnTo>
                  <a:lnTo>
                    <a:pt x="7166" y="2389"/>
                  </a:lnTo>
                  <a:lnTo>
                    <a:pt x="8599" y="3344"/>
                  </a:lnTo>
                  <a:lnTo>
                    <a:pt x="9555" y="5255"/>
                  </a:lnTo>
                  <a:lnTo>
                    <a:pt x="10510" y="6688"/>
                  </a:lnTo>
                  <a:lnTo>
                    <a:pt x="10988" y="9077"/>
                  </a:lnTo>
                  <a:lnTo>
                    <a:pt x="12899" y="10032"/>
                  </a:lnTo>
                  <a:lnTo>
                    <a:pt x="14332" y="10510"/>
                  </a:lnTo>
                  <a:lnTo>
                    <a:pt x="16243" y="11943"/>
                  </a:lnTo>
                  <a:lnTo>
                    <a:pt x="18154" y="12899"/>
                  </a:lnTo>
                  <a:lnTo>
                    <a:pt x="20065" y="12899"/>
                  </a:lnTo>
                  <a:lnTo>
                    <a:pt x="21020" y="13376"/>
                  </a:lnTo>
                  <a:lnTo>
                    <a:pt x="22453" y="14332"/>
                  </a:lnTo>
                  <a:lnTo>
                    <a:pt x="23886" y="14332"/>
                  </a:lnTo>
                  <a:lnTo>
                    <a:pt x="25320" y="12421"/>
                  </a:lnTo>
                  <a:lnTo>
                    <a:pt x="26753" y="11466"/>
                  </a:lnTo>
                  <a:lnTo>
                    <a:pt x="31052" y="10510"/>
                  </a:lnTo>
                  <a:lnTo>
                    <a:pt x="32963" y="9555"/>
                  </a:lnTo>
                  <a:lnTo>
                    <a:pt x="34397" y="9077"/>
                  </a:lnTo>
                  <a:lnTo>
                    <a:pt x="38696" y="9077"/>
                  </a:lnTo>
                  <a:lnTo>
                    <a:pt x="42518" y="9555"/>
                  </a:lnTo>
                  <a:lnTo>
                    <a:pt x="44429" y="10032"/>
                  </a:lnTo>
                  <a:lnTo>
                    <a:pt x="45862" y="9555"/>
                  </a:lnTo>
                  <a:lnTo>
                    <a:pt x="46818" y="10510"/>
                  </a:lnTo>
                  <a:lnTo>
                    <a:pt x="47295" y="10510"/>
                  </a:lnTo>
                  <a:lnTo>
                    <a:pt x="48251" y="12421"/>
                  </a:lnTo>
                  <a:lnTo>
                    <a:pt x="49206" y="12899"/>
                  </a:lnTo>
                  <a:lnTo>
                    <a:pt x="50639" y="13376"/>
                  </a:lnTo>
                  <a:lnTo>
                    <a:pt x="51117" y="14810"/>
                  </a:lnTo>
                  <a:lnTo>
                    <a:pt x="52073" y="16243"/>
                  </a:lnTo>
                  <a:lnTo>
                    <a:pt x="52550" y="16721"/>
                  </a:lnTo>
                  <a:lnTo>
                    <a:pt x="53984" y="18154"/>
                  </a:lnTo>
                  <a:lnTo>
                    <a:pt x="54939" y="18154"/>
                  </a:lnTo>
                  <a:lnTo>
                    <a:pt x="55894" y="17676"/>
                  </a:lnTo>
                  <a:lnTo>
                    <a:pt x="56372" y="1719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" name="Freeform 3829">
              <a:extLst>
                <a:ext uri="{FF2B5EF4-FFF2-40B4-BE49-F238E27FC236}">
                  <a16:creationId xmlns:a16="http://schemas.microsoft.com/office/drawing/2014/main" id="{94CE4414-48FF-85E0-C372-FCCB3FBF3EBF}"/>
                </a:ext>
              </a:extLst>
            </p:cNvPr>
            <p:cNvSpPr/>
            <p:nvPr/>
          </p:nvSpPr>
          <p:spPr>
            <a:xfrm>
              <a:off x="5819394" y="4641261"/>
              <a:ext cx="3344" cy="1433"/>
            </a:xfrm>
            <a:custGeom>
              <a:avLst/>
              <a:gdLst>
                <a:gd name="csX0" fmla="*/ 2389 w 3344"/>
                <a:gd name="csY0" fmla="*/ 1433 h 1433"/>
                <a:gd name="csX1" fmla="*/ 0 w 3344"/>
                <a:gd name="csY1" fmla="*/ 955 h 1433"/>
                <a:gd name="csX2" fmla="*/ 478 w 3344"/>
                <a:gd name="csY2" fmla="*/ 0 h 1433"/>
                <a:gd name="csX3" fmla="*/ 3344 w 3344"/>
                <a:gd name="csY3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1433">
                  <a:moveTo>
                    <a:pt x="2389" y="1433"/>
                  </a:moveTo>
                  <a:lnTo>
                    <a:pt x="0" y="955"/>
                  </a:lnTo>
                  <a:lnTo>
                    <a:pt x="478" y="0"/>
                  </a:lnTo>
                  <a:lnTo>
                    <a:pt x="3344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" name="Freeform 3830">
              <a:extLst>
                <a:ext uri="{FF2B5EF4-FFF2-40B4-BE49-F238E27FC236}">
                  <a16:creationId xmlns:a16="http://schemas.microsoft.com/office/drawing/2014/main" id="{1E08E3A5-6F0D-60FB-0103-9078F29A025F}"/>
                </a:ext>
              </a:extLst>
            </p:cNvPr>
            <p:cNvSpPr/>
            <p:nvPr/>
          </p:nvSpPr>
          <p:spPr>
            <a:xfrm>
              <a:off x="4382383" y="5055930"/>
              <a:ext cx="172460" cy="841281"/>
            </a:xfrm>
            <a:custGeom>
              <a:avLst/>
              <a:gdLst>
                <a:gd name="csX0" fmla="*/ 122777 w 172460"/>
                <a:gd name="csY0" fmla="*/ 0 h 841281"/>
                <a:gd name="csX1" fmla="*/ 123254 w 172460"/>
                <a:gd name="csY1" fmla="*/ 2389 h 841281"/>
                <a:gd name="csX2" fmla="*/ 123254 w 172460"/>
                <a:gd name="csY2" fmla="*/ 2389 h 841281"/>
                <a:gd name="csX3" fmla="*/ 125643 w 172460"/>
                <a:gd name="csY3" fmla="*/ 5255 h 841281"/>
                <a:gd name="csX4" fmla="*/ 126598 w 172460"/>
                <a:gd name="csY4" fmla="*/ 8121 h 841281"/>
                <a:gd name="csX5" fmla="*/ 126598 w 172460"/>
                <a:gd name="csY5" fmla="*/ 8599 h 841281"/>
                <a:gd name="csX6" fmla="*/ 127554 w 172460"/>
                <a:gd name="csY6" fmla="*/ 8599 h 841281"/>
                <a:gd name="csX7" fmla="*/ 130898 w 172460"/>
                <a:gd name="csY7" fmla="*/ 10510 h 841281"/>
                <a:gd name="csX8" fmla="*/ 130898 w 172460"/>
                <a:gd name="csY8" fmla="*/ 10510 h 841281"/>
                <a:gd name="csX9" fmla="*/ 131376 w 172460"/>
                <a:gd name="csY9" fmla="*/ 10510 h 841281"/>
                <a:gd name="csX10" fmla="*/ 131376 w 172460"/>
                <a:gd name="csY10" fmla="*/ 10510 h 841281"/>
                <a:gd name="csX11" fmla="*/ 131376 w 172460"/>
                <a:gd name="csY11" fmla="*/ 10988 h 841281"/>
                <a:gd name="csX12" fmla="*/ 130420 w 172460"/>
                <a:gd name="csY12" fmla="*/ 11465 h 841281"/>
                <a:gd name="csX13" fmla="*/ 129942 w 172460"/>
                <a:gd name="csY13" fmla="*/ 11943 h 841281"/>
                <a:gd name="csX14" fmla="*/ 129942 w 172460"/>
                <a:gd name="csY14" fmla="*/ 12421 h 841281"/>
                <a:gd name="csX15" fmla="*/ 130420 w 172460"/>
                <a:gd name="csY15" fmla="*/ 13376 h 841281"/>
                <a:gd name="csX16" fmla="*/ 131376 w 172460"/>
                <a:gd name="csY16" fmla="*/ 14809 h 841281"/>
                <a:gd name="csX17" fmla="*/ 131376 w 172460"/>
                <a:gd name="csY17" fmla="*/ 16243 h 841281"/>
                <a:gd name="csX18" fmla="*/ 131854 w 172460"/>
                <a:gd name="csY18" fmla="*/ 17198 h 841281"/>
                <a:gd name="csX19" fmla="*/ 131854 w 172460"/>
                <a:gd name="csY19" fmla="*/ 17676 h 841281"/>
                <a:gd name="csX20" fmla="*/ 132331 w 172460"/>
                <a:gd name="csY20" fmla="*/ 20065 h 841281"/>
                <a:gd name="csX21" fmla="*/ 132331 w 172460"/>
                <a:gd name="csY21" fmla="*/ 21975 h 841281"/>
                <a:gd name="csX22" fmla="*/ 133287 w 172460"/>
                <a:gd name="csY22" fmla="*/ 24842 h 841281"/>
                <a:gd name="csX23" fmla="*/ 133764 w 172460"/>
                <a:gd name="csY23" fmla="*/ 26753 h 841281"/>
                <a:gd name="csX24" fmla="*/ 133764 w 172460"/>
                <a:gd name="csY24" fmla="*/ 27708 h 841281"/>
                <a:gd name="csX25" fmla="*/ 134242 w 172460"/>
                <a:gd name="csY25" fmla="*/ 29141 h 841281"/>
                <a:gd name="csX26" fmla="*/ 134242 w 172460"/>
                <a:gd name="csY26" fmla="*/ 29141 h 841281"/>
                <a:gd name="csX27" fmla="*/ 135675 w 172460"/>
                <a:gd name="csY27" fmla="*/ 30097 h 841281"/>
                <a:gd name="csX28" fmla="*/ 137586 w 172460"/>
                <a:gd name="csY28" fmla="*/ 31530 h 841281"/>
                <a:gd name="csX29" fmla="*/ 139497 w 172460"/>
                <a:gd name="csY29" fmla="*/ 32963 h 841281"/>
                <a:gd name="csX30" fmla="*/ 140453 w 172460"/>
                <a:gd name="csY30" fmla="*/ 33919 h 841281"/>
                <a:gd name="csX31" fmla="*/ 141886 w 172460"/>
                <a:gd name="csY31" fmla="*/ 34874 h 841281"/>
                <a:gd name="csX32" fmla="*/ 142841 w 172460"/>
                <a:gd name="csY32" fmla="*/ 35830 h 841281"/>
                <a:gd name="csX33" fmla="*/ 143319 w 172460"/>
                <a:gd name="csY33" fmla="*/ 36307 h 841281"/>
                <a:gd name="csX34" fmla="*/ 143797 w 172460"/>
                <a:gd name="csY34" fmla="*/ 36785 h 841281"/>
                <a:gd name="csX35" fmla="*/ 143319 w 172460"/>
                <a:gd name="csY35" fmla="*/ 37263 h 841281"/>
                <a:gd name="csX36" fmla="*/ 143319 w 172460"/>
                <a:gd name="csY36" fmla="*/ 37263 h 841281"/>
                <a:gd name="csX37" fmla="*/ 141408 w 172460"/>
                <a:gd name="csY37" fmla="*/ 39174 h 841281"/>
                <a:gd name="csX38" fmla="*/ 139019 w 172460"/>
                <a:gd name="csY38" fmla="*/ 42518 h 841281"/>
                <a:gd name="csX39" fmla="*/ 139019 w 172460"/>
                <a:gd name="csY39" fmla="*/ 42518 h 841281"/>
                <a:gd name="csX40" fmla="*/ 141408 w 172460"/>
                <a:gd name="csY40" fmla="*/ 44906 h 841281"/>
                <a:gd name="csX41" fmla="*/ 141886 w 172460"/>
                <a:gd name="csY41" fmla="*/ 45862 h 841281"/>
                <a:gd name="csX42" fmla="*/ 141886 w 172460"/>
                <a:gd name="csY42" fmla="*/ 46817 h 841281"/>
                <a:gd name="csX43" fmla="*/ 140930 w 172460"/>
                <a:gd name="csY43" fmla="*/ 48728 h 841281"/>
                <a:gd name="csX44" fmla="*/ 138542 w 172460"/>
                <a:gd name="csY44" fmla="*/ 49206 h 841281"/>
                <a:gd name="csX45" fmla="*/ 138064 w 172460"/>
                <a:gd name="csY45" fmla="*/ 49206 h 841281"/>
                <a:gd name="csX46" fmla="*/ 137586 w 172460"/>
                <a:gd name="csY46" fmla="*/ 49684 h 841281"/>
                <a:gd name="csX47" fmla="*/ 137586 w 172460"/>
                <a:gd name="csY47" fmla="*/ 50162 h 841281"/>
                <a:gd name="csX48" fmla="*/ 138542 w 172460"/>
                <a:gd name="csY48" fmla="*/ 50639 h 841281"/>
                <a:gd name="csX49" fmla="*/ 138542 w 172460"/>
                <a:gd name="csY49" fmla="*/ 50639 h 841281"/>
                <a:gd name="csX50" fmla="*/ 138064 w 172460"/>
                <a:gd name="csY50" fmla="*/ 52072 h 841281"/>
                <a:gd name="csX51" fmla="*/ 139019 w 172460"/>
                <a:gd name="csY51" fmla="*/ 53506 h 841281"/>
                <a:gd name="csX52" fmla="*/ 138542 w 172460"/>
                <a:gd name="csY52" fmla="*/ 53983 h 841281"/>
                <a:gd name="csX53" fmla="*/ 137586 w 172460"/>
                <a:gd name="csY53" fmla="*/ 54939 h 841281"/>
                <a:gd name="csX54" fmla="*/ 137586 w 172460"/>
                <a:gd name="csY54" fmla="*/ 55894 h 841281"/>
                <a:gd name="csX55" fmla="*/ 138064 w 172460"/>
                <a:gd name="csY55" fmla="*/ 56372 h 841281"/>
                <a:gd name="csX56" fmla="*/ 138064 w 172460"/>
                <a:gd name="csY56" fmla="*/ 56372 h 841281"/>
                <a:gd name="csX57" fmla="*/ 139019 w 172460"/>
                <a:gd name="csY57" fmla="*/ 57328 h 841281"/>
                <a:gd name="csX58" fmla="*/ 142841 w 172460"/>
                <a:gd name="csY58" fmla="*/ 59238 h 841281"/>
                <a:gd name="csX59" fmla="*/ 143319 w 172460"/>
                <a:gd name="csY59" fmla="*/ 59716 h 841281"/>
                <a:gd name="csX60" fmla="*/ 143319 w 172460"/>
                <a:gd name="csY60" fmla="*/ 60194 h 841281"/>
                <a:gd name="csX61" fmla="*/ 141886 w 172460"/>
                <a:gd name="csY61" fmla="*/ 61627 h 841281"/>
                <a:gd name="csX62" fmla="*/ 141408 w 172460"/>
                <a:gd name="csY62" fmla="*/ 62582 h 841281"/>
                <a:gd name="csX63" fmla="*/ 141408 w 172460"/>
                <a:gd name="csY63" fmla="*/ 64016 h 841281"/>
                <a:gd name="csX64" fmla="*/ 141408 w 172460"/>
                <a:gd name="csY64" fmla="*/ 64493 h 841281"/>
                <a:gd name="csX65" fmla="*/ 141886 w 172460"/>
                <a:gd name="csY65" fmla="*/ 64971 h 841281"/>
                <a:gd name="csX66" fmla="*/ 141886 w 172460"/>
                <a:gd name="csY66" fmla="*/ 64971 h 841281"/>
                <a:gd name="csX67" fmla="*/ 142363 w 172460"/>
                <a:gd name="csY67" fmla="*/ 65449 h 841281"/>
                <a:gd name="csX68" fmla="*/ 142841 w 172460"/>
                <a:gd name="csY68" fmla="*/ 65449 h 841281"/>
                <a:gd name="csX69" fmla="*/ 144274 w 172460"/>
                <a:gd name="csY69" fmla="*/ 65927 h 841281"/>
                <a:gd name="csX70" fmla="*/ 144274 w 172460"/>
                <a:gd name="csY70" fmla="*/ 65927 h 841281"/>
                <a:gd name="csX71" fmla="*/ 146663 w 172460"/>
                <a:gd name="csY71" fmla="*/ 69748 h 841281"/>
                <a:gd name="csX72" fmla="*/ 149052 w 172460"/>
                <a:gd name="csY72" fmla="*/ 72615 h 841281"/>
                <a:gd name="csX73" fmla="*/ 149052 w 172460"/>
                <a:gd name="csY73" fmla="*/ 72615 h 841281"/>
                <a:gd name="csX74" fmla="*/ 149052 w 172460"/>
                <a:gd name="csY74" fmla="*/ 75481 h 841281"/>
                <a:gd name="csX75" fmla="*/ 149052 w 172460"/>
                <a:gd name="csY75" fmla="*/ 78825 h 841281"/>
                <a:gd name="csX76" fmla="*/ 149052 w 172460"/>
                <a:gd name="csY76" fmla="*/ 78825 h 841281"/>
                <a:gd name="csX77" fmla="*/ 150485 w 172460"/>
                <a:gd name="csY77" fmla="*/ 81692 h 841281"/>
                <a:gd name="csX78" fmla="*/ 150485 w 172460"/>
                <a:gd name="csY78" fmla="*/ 81692 h 841281"/>
                <a:gd name="csX79" fmla="*/ 150963 w 172460"/>
                <a:gd name="csY79" fmla="*/ 83603 h 841281"/>
                <a:gd name="csX80" fmla="*/ 151440 w 172460"/>
                <a:gd name="csY80" fmla="*/ 85991 h 841281"/>
                <a:gd name="csX81" fmla="*/ 151440 w 172460"/>
                <a:gd name="csY81" fmla="*/ 85991 h 841281"/>
                <a:gd name="csX82" fmla="*/ 152873 w 172460"/>
                <a:gd name="csY82" fmla="*/ 87424 h 841281"/>
                <a:gd name="csX83" fmla="*/ 153829 w 172460"/>
                <a:gd name="csY83" fmla="*/ 90291 h 841281"/>
                <a:gd name="csX84" fmla="*/ 153829 w 172460"/>
                <a:gd name="csY84" fmla="*/ 91724 h 841281"/>
                <a:gd name="csX85" fmla="*/ 153829 w 172460"/>
                <a:gd name="csY85" fmla="*/ 92679 h 841281"/>
                <a:gd name="csX86" fmla="*/ 155262 w 172460"/>
                <a:gd name="csY86" fmla="*/ 96024 h 841281"/>
                <a:gd name="csX87" fmla="*/ 155262 w 172460"/>
                <a:gd name="csY87" fmla="*/ 98890 h 841281"/>
                <a:gd name="csX88" fmla="*/ 154784 w 172460"/>
                <a:gd name="csY88" fmla="*/ 100801 h 841281"/>
                <a:gd name="csX89" fmla="*/ 154784 w 172460"/>
                <a:gd name="csY89" fmla="*/ 101756 h 841281"/>
                <a:gd name="csX90" fmla="*/ 155262 w 172460"/>
                <a:gd name="csY90" fmla="*/ 102234 h 841281"/>
                <a:gd name="csX91" fmla="*/ 155262 w 172460"/>
                <a:gd name="csY91" fmla="*/ 102712 h 841281"/>
                <a:gd name="csX92" fmla="*/ 156218 w 172460"/>
                <a:gd name="csY92" fmla="*/ 103189 h 841281"/>
                <a:gd name="csX93" fmla="*/ 156695 w 172460"/>
                <a:gd name="csY93" fmla="*/ 103667 h 841281"/>
                <a:gd name="csX94" fmla="*/ 158606 w 172460"/>
                <a:gd name="csY94" fmla="*/ 103667 h 841281"/>
                <a:gd name="csX95" fmla="*/ 160995 w 172460"/>
                <a:gd name="csY95" fmla="*/ 103667 h 841281"/>
                <a:gd name="csX96" fmla="*/ 160995 w 172460"/>
                <a:gd name="csY96" fmla="*/ 103667 h 841281"/>
                <a:gd name="csX97" fmla="*/ 165295 w 172460"/>
                <a:gd name="csY97" fmla="*/ 103189 h 841281"/>
                <a:gd name="csX98" fmla="*/ 168638 w 172460"/>
                <a:gd name="csY98" fmla="*/ 102712 h 841281"/>
                <a:gd name="csX99" fmla="*/ 168638 w 172460"/>
                <a:gd name="csY99" fmla="*/ 102712 h 841281"/>
                <a:gd name="csX100" fmla="*/ 170549 w 172460"/>
                <a:gd name="csY100" fmla="*/ 104145 h 841281"/>
                <a:gd name="csX101" fmla="*/ 172461 w 172460"/>
                <a:gd name="csY101" fmla="*/ 106056 h 841281"/>
                <a:gd name="csX102" fmla="*/ 171027 w 172460"/>
                <a:gd name="csY102" fmla="*/ 110833 h 841281"/>
                <a:gd name="csX103" fmla="*/ 168161 w 172460"/>
                <a:gd name="csY103" fmla="*/ 118477 h 841281"/>
                <a:gd name="csX104" fmla="*/ 166250 w 172460"/>
                <a:gd name="csY104" fmla="*/ 124687 h 841281"/>
                <a:gd name="csX105" fmla="*/ 165772 w 172460"/>
                <a:gd name="csY105" fmla="*/ 125165 h 841281"/>
                <a:gd name="csX106" fmla="*/ 165772 w 172460"/>
                <a:gd name="csY106" fmla="*/ 126598 h 841281"/>
                <a:gd name="csX107" fmla="*/ 165772 w 172460"/>
                <a:gd name="csY107" fmla="*/ 126598 h 841281"/>
                <a:gd name="csX108" fmla="*/ 161472 w 172460"/>
                <a:gd name="csY108" fmla="*/ 128031 h 841281"/>
                <a:gd name="csX109" fmla="*/ 155262 w 172460"/>
                <a:gd name="csY109" fmla="*/ 130420 h 841281"/>
                <a:gd name="csX110" fmla="*/ 155262 w 172460"/>
                <a:gd name="csY110" fmla="*/ 130420 h 841281"/>
                <a:gd name="csX111" fmla="*/ 151918 w 172460"/>
                <a:gd name="csY111" fmla="*/ 131853 h 841281"/>
                <a:gd name="csX112" fmla="*/ 148096 w 172460"/>
                <a:gd name="csY112" fmla="*/ 133286 h 841281"/>
                <a:gd name="csX113" fmla="*/ 147141 w 172460"/>
                <a:gd name="csY113" fmla="*/ 134720 h 841281"/>
                <a:gd name="csX114" fmla="*/ 146663 w 172460"/>
                <a:gd name="csY114" fmla="*/ 134720 h 841281"/>
                <a:gd name="csX115" fmla="*/ 145707 w 172460"/>
                <a:gd name="csY115" fmla="*/ 135675 h 841281"/>
                <a:gd name="csX116" fmla="*/ 144274 w 172460"/>
                <a:gd name="csY116" fmla="*/ 136631 h 841281"/>
                <a:gd name="csX117" fmla="*/ 143797 w 172460"/>
                <a:gd name="csY117" fmla="*/ 137586 h 841281"/>
                <a:gd name="csX118" fmla="*/ 143797 w 172460"/>
                <a:gd name="csY118" fmla="*/ 137586 h 841281"/>
                <a:gd name="csX119" fmla="*/ 142841 w 172460"/>
                <a:gd name="csY119" fmla="*/ 138064 h 841281"/>
                <a:gd name="csX120" fmla="*/ 141886 w 172460"/>
                <a:gd name="csY120" fmla="*/ 140452 h 841281"/>
                <a:gd name="csX121" fmla="*/ 141886 w 172460"/>
                <a:gd name="csY121" fmla="*/ 142363 h 841281"/>
                <a:gd name="csX122" fmla="*/ 142363 w 172460"/>
                <a:gd name="csY122" fmla="*/ 143796 h 841281"/>
                <a:gd name="csX123" fmla="*/ 142363 w 172460"/>
                <a:gd name="csY123" fmla="*/ 143796 h 841281"/>
                <a:gd name="csX124" fmla="*/ 143797 w 172460"/>
                <a:gd name="csY124" fmla="*/ 144274 h 841281"/>
                <a:gd name="csX125" fmla="*/ 143797 w 172460"/>
                <a:gd name="csY125" fmla="*/ 144274 h 841281"/>
                <a:gd name="csX126" fmla="*/ 143797 w 172460"/>
                <a:gd name="csY126" fmla="*/ 145707 h 841281"/>
                <a:gd name="csX127" fmla="*/ 144274 w 172460"/>
                <a:gd name="csY127" fmla="*/ 146663 h 841281"/>
                <a:gd name="csX128" fmla="*/ 145230 w 172460"/>
                <a:gd name="csY128" fmla="*/ 147618 h 841281"/>
                <a:gd name="csX129" fmla="*/ 145230 w 172460"/>
                <a:gd name="csY129" fmla="*/ 147618 h 841281"/>
                <a:gd name="csX130" fmla="*/ 145230 w 172460"/>
                <a:gd name="csY130" fmla="*/ 148096 h 841281"/>
                <a:gd name="csX131" fmla="*/ 144274 w 172460"/>
                <a:gd name="csY131" fmla="*/ 148574 h 841281"/>
                <a:gd name="csX132" fmla="*/ 142841 w 172460"/>
                <a:gd name="csY132" fmla="*/ 149052 h 841281"/>
                <a:gd name="csX133" fmla="*/ 141886 w 172460"/>
                <a:gd name="csY133" fmla="*/ 150485 h 841281"/>
                <a:gd name="csX134" fmla="*/ 141886 w 172460"/>
                <a:gd name="csY134" fmla="*/ 150485 h 841281"/>
                <a:gd name="csX135" fmla="*/ 140930 w 172460"/>
                <a:gd name="csY135" fmla="*/ 153829 h 841281"/>
                <a:gd name="csX136" fmla="*/ 140930 w 172460"/>
                <a:gd name="csY136" fmla="*/ 155262 h 841281"/>
                <a:gd name="csX137" fmla="*/ 141886 w 172460"/>
                <a:gd name="csY137" fmla="*/ 158606 h 841281"/>
                <a:gd name="csX138" fmla="*/ 142841 w 172460"/>
                <a:gd name="csY138" fmla="*/ 160517 h 841281"/>
                <a:gd name="csX139" fmla="*/ 144274 w 172460"/>
                <a:gd name="csY139" fmla="*/ 167205 h 841281"/>
                <a:gd name="csX140" fmla="*/ 144752 w 172460"/>
                <a:gd name="csY140" fmla="*/ 168638 h 841281"/>
                <a:gd name="csX141" fmla="*/ 142363 w 172460"/>
                <a:gd name="csY141" fmla="*/ 171027 h 841281"/>
                <a:gd name="csX142" fmla="*/ 141408 w 172460"/>
                <a:gd name="csY142" fmla="*/ 172938 h 841281"/>
                <a:gd name="csX143" fmla="*/ 140930 w 172460"/>
                <a:gd name="csY143" fmla="*/ 173893 h 841281"/>
                <a:gd name="csX144" fmla="*/ 140930 w 172460"/>
                <a:gd name="csY144" fmla="*/ 175327 h 841281"/>
                <a:gd name="csX145" fmla="*/ 141408 w 172460"/>
                <a:gd name="csY145" fmla="*/ 176282 h 841281"/>
                <a:gd name="csX146" fmla="*/ 143319 w 172460"/>
                <a:gd name="csY146" fmla="*/ 179149 h 841281"/>
                <a:gd name="csX147" fmla="*/ 145230 w 172460"/>
                <a:gd name="csY147" fmla="*/ 182015 h 841281"/>
                <a:gd name="csX148" fmla="*/ 145707 w 172460"/>
                <a:gd name="csY148" fmla="*/ 182493 h 841281"/>
                <a:gd name="csX149" fmla="*/ 146663 w 172460"/>
                <a:gd name="csY149" fmla="*/ 183448 h 841281"/>
                <a:gd name="csX150" fmla="*/ 146663 w 172460"/>
                <a:gd name="csY150" fmla="*/ 185359 h 841281"/>
                <a:gd name="csX151" fmla="*/ 146185 w 172460"/>
                <a:gd name="csY151" fmla="*/ 186314 h 841281"/>
                <a:gd name="csX152" fmla="*/ 145707 w 172460"/>
                <a:gd name="csY152" fmla="*/ 186314 h 841281"/>
                <a:gd name="csX153" fmla="*/ 144752 w 172460"/>
                <a:gd name="csY153" fmla="*/ 186792 h 841281"/>
                <a:gd name="csX154" fmla="*/ 142363 w 172460"/>
                <a:gd name="csY154" fmla="*/ 187748 h 841281"/>
                <a:gd name="csX155" fmla="*/ 140930 w 172460"/>
                <a:gd name="csY155" fmla="*/ 188703 h 841281"/>
                <a:gd name="csX156" fmla="*/ 139975 w 172460"/>
                <a:gd name="csY156" fmla="*/ 188703 h 841281"/>
                <a:gd name="csX157" fmla="*/ 139019 w 172460"/>
                <a:gd name="csY157" fmla="*/ 188225 h 841281"/>
                <a:gd name="csX158" fmla="*/ 137586 w 172460"/>
                <a:gd name="csY158" fmla="*/ 188225 h 841281"/>
                <a:gd name="csX159" fmla="*/ 137586 w 172460"/>
                <a:gd name="csY159" fmla="*/ 188225 h 841281"/>
                <a:gd name="csX160" fmla="*/ 136153 w 172460"/>
                <a:gd name="csY160" fmla="*/ 189181 h 841281"/>
                <a:gd name="csX161" fmla="*/ 135675 w 172460"/>
                <a:gd name="csY161" fmla="*/ 191092 h 841281"/>
                <a:gd name="csX162" fmla="*/ 134242 w 172460"/>
                <a:gd name="csY162" fmla="*/ 193958 h 841281"/>
                <a:gd name="csX163" fmla="*/ 134242 w 172460"/>
                <a:gd name="csY163" fmla="*/ 193958 h 841281"/>
                <a:gd name="csX164" fmla="*/ 133287 w 172460"/>
                <a:gd name="csY164" fmla="*/ 194914 h 841281"/>
                <a:gd name="csX165" fmla="*/ 132331 w 172460"/>
                <a:gd name="csY165" fmla="*/ 197302 h 841281"/>
                <a:gd name="csX166" fmla="*/ 130898 w 172460"/>
                <a:gd name="csY166" fmla="*/ 201124 h 841281"/>
                <a:gd name="csX167" fmla="*/ 129942 w 172460"/>
                <a:gd name="csY167" fmla="*/ 203035 h 841281"/>
                <a:gd name="csX168" fmla="*/ 129465 w 172460"/>
                <a:gd name="csY168" fmla="*/ 204946 h 841281"/>
                <a:gd name="csX169" fmla="*/ 128031 w 172460"/>
                <a:gd name="csY169" fmla="*/ 205901 h 841281"/>
                <a:gd name="csX170" fmla="*/ 126121 w 172460"/>
                <a:gd name="csY170" fmla="*/ 207812 h 841281"/>
                <a:gd name="csX171" fmla="*/ 124688 w 172460"/>
                <a:gd name="csY171" fmla="*/ 209723 h 841281"/>
                <a:gd name="csX172" fmla="*/ 124210 w 172460"/>
                <a:gd name="csY172" fmla="*/ 210201 h 841281"/>
                <a:gd name="csX173" fmla="*/ 123254 w 172460"/>
                <a:gd name="csY173" fmla="*/ 210201 h 841281"/>
                <a:gd name="csX174" fmla="*/ 122777 w 172460"/>
                <a:gd name="csY174" fmla="*/ 212112 h 841281"/>
                <a:gd name="csX175" fmla="*/ 119910 w 172460"/>
                <a:gd name="csY175" fmla="*/ 214978 h 841281"/>
                <a:gd name="csX176" fmla="*/ 119432 w 172460"/>
                <a:gd name="csY176" fmla="*/ 217845 h 841281"/>
                <a:gd name="csX177" fmla="*/ 118477 w 172460"/>
                <a:gd name="csY177" fmla="*/ 219278 h 841281"/>
                <a:gd name="csX178" fmla="*/ 118477 w 172460"/>
                <a:gd name="csY178" fmla="*/ 222622 h 841281"/>
                <a:gd name="csX179" fmla="*/ 117044 w 172460"/>
                <a:gd name="csY179" fmla="*/ 227877 h 841281"/>
                <a:gd name="csX180" fmla="*/ 116566 w 172460"/>
                <a:gd name="csY180" fmla="*/ 228832 h 841281"/>
                <a:gd name="csX181" fmla="*/ 116566 w 172460"/>
                <a:gd name="csY181" fmla="*/ 228832 h 841281"/>
                <a:gd name="csX182" fmla="*/ 115133 w 172460"/>
                <a:gd name="csY182" fmla="*/ 229788 h 841281"/>
                <a:gd name="csX183" fmla="*/ 113222 w 172460"/>
                <a:gd name="csY183" fmla="*/ 232176 h 841281"/>
                <a:gd name="csX184" fmla="*/ 112744 w 172460"/>
                <a:gd name="csY184" fmla="*/ 233610 h 841281"/>
                <a:gd name="csX185" fmla="*/ 112744 w 172460"/>
                <a:gd name="csY185" fmla="*/ 234565 h 841281"/>
                <a:gd name="csX186" fmla="*/ 113700 w 172460"/>
                <a:gd name="csY186" fmla="*/ 238387 h 841281"/>
                <a:gd name="csX187" fmla="*/ 114655 w 172460"/>
                <a:gd name="csY187" fmla="*/ 242687 h 841281"/>
                <a:gd name="csX188" fmla="*/ 114655 w 172460"/>
                <a:gd name="csY188" fmla="*/ 245075 h 841281"/>
                <a:gd name="csX189" fmla="*/ 114177 w 172460"/>
                <a:gd name="csY189" fmla="*/ 247941 h 841281"/>
                <a:gd name="csX190" fmla="*/ 114177 w 172460"/>
                <a:gd name="csY190" fmla="*/ 249375 h 841281"/>
                <a:gd name="csX191" fmla="*/ 114655 w 172460"/>
                <a:gd name="csY191" fmla="*/ 249852 h 841281"/>
                <a:gd name="csX192" fmla="*/ 115611 w 172460"/>
                <a:gd name="csY192" fmla="*/ 250330 h 841281"/>
                <a:gd name="csX193" fmla="*/ 116088 w 172460"/>
                <a:gd name="csY193" fmla="*/ 250330 h 841281"/>
                <a:gd name="csX194" fmla="*/ 116088 w 172460"/>
                <a:gd name="csY194" fmla="*/ 251286 h 841281"/>
                <a:gd name="csX195" fmla="*/ 116088 w 172460"/>
                <a:gd name="csY195" fmla="*/ 251286 h 841281"/>
                <a:gd name="csX196" fmla="*/ 115611 w 172460"/>
                <a:gd name="csY196" fmla="*/ 252241 h 841281"/>
                <a:gd name="csX197" fmla="*/ 115133 w 172460"/>
                <a:gd name="csY197" fmla="*/ 253674 h 841281"/>
                <a:gd name="csX198" fmla="*/ 114177 w 172460"/>
                <a:gd name="csY198" fmla="*/ 255107 h 841281"/>
                <a:gd name="csX199" fmla="*/ 111311 w 172460"/>
                <a:gd name="csY199" fmla="*/ 256063 h 841281"/>
                <a:gd name="csX200" fmla="*/ 110356 w 172460"/>
                <a:gd name="csY200" fmla="*/ 255107 h 841281"/>
                <a:gd name="csX201" fmla="*/ 109878 w 172460"/>
                <a:gd name="csY201" fmla="*/ 255585 h 841281"/>
                <a:gd name="csX202" fmla="*/ 109878 w 172460"/>
                <a:gd name="csY202" fmla="*/ 257018 h 841281"/>
                <a:gd name="csX203" fmla="*/ 109400 w 172460"/>
                <a:gd name="csY203" fmla="*/ 258452 h 841281"/>
                <a:gd name="csX204" fmla="*/ 107967 w 172460"/>
                <a:gd name="csY204" fmla="*/ 261796 h 841281"/>
                <a:gd name="csX205" fmla="*/ 107012 w 172460"/>
                <a:gd name="csY205" fmla="*/ 265140 h 841281"/>
                <a:gd name="csX206" fmla="*/ 106056 w 172460"/>
                <a:gd name="csY206" fmla="*/ 266573 h 841281"/>
                <a:gd name="csX207" fmla="*/ 106534 w 172460"/>
                <a:gd name="csY207" fmla="*/ 268006 h 841281"/>
                <a:gd name="csX208" fmla="*/ 107012 w 172460"/>
                <a:gd name="csY208" fmla="*/ 268484 h 841281"/>
                <a:gd name="csX209" fmla="*/ 107012 w 172460"/>
                <a:gd name="csY209" fmla="*/ 268962 h 841281"/>
                <a:gd name="csX210" fmla="*/ 106056 w 172460"/>
                <a:gd name="csY210" fmla="*/ 269917 h 841281"/>
                <a:gd name="csX211" fmla="*/ 105578 w 172460"/>
                <a:gd name="csY211" fmla="*/ 271350 h 841281"/>
                <a:gd name="csX212" fmla="*/ 105578 w 172460"/>
                <a:gd name="csY212" fmla="*/ 271350 h 841281"/>
                <a:gd name="csX213" fmla="*/ 104623 w 172460"/>
                <a:gd name="csY213" fmla="*/ 271350 h 841281"/>
                <a:gd name="csX214" fmla="*/ 103667 w 172460"/>
                <a:gd name="csY214" fmla="*/ 270873 h 841281"/>
                <a:gd name="csX215" fmla="*/ 103667 w 172460"/>
                <a:gd name="csY215" fmla="*/ 270873 h 841281"/>
                <a:gd name="csX216" fmla="*/ 102712 w 172460"/>
                <a:gd name="csY216" fmla="*/ 271828 h 841281"/>
                <a:gd name="csX217" fmla="*/ 102712 w 172460"/>
                <a:gd name="csY217" fmla="*/ 273261 h 841281"/>
                <a:gd name="csX218" fmla="*/ 102234 w 172460"/>
                <a:gd name="csY218" fmla="*/ 275172 h 841281"/>
                <a:gd name="csX219" fmla="*/ 101756 w 172460"/>
                <a:gd name="csY219" fmla="*/ 277561 h 841281"/>
                <a:gd name="csX220" fmla="*/ 101756 w 172460"/>
                <a:gd name="csY220" fmla="*/ 280905 h 841281"/>
                <a:gd name="csX221" fmla="*/ 102712 w 172460"/>
                <a:gd name="csY221" fmla="*/ 282816 h 841281"/>
                <a:gd name="csX222" fmla="*/ 104145 w 172460"/>
                <a:gd name="csY222" fmla="*/ 286638 h 841281"/>
                <a:gd name="csX223" fmla="*/ 105578 w 172460"/>
                <a:gd name="csY223" fmla="*/ 287593 h 841281"/>
                <a:gd name="csX224" fmla="*/ 106534 w 172460"/>
                <a:gd name="csY224" fmla="*/ 287593 h 841281"/>
                <a:gd name="csX225" fmla="*/ 107489 w 172460"/>
                <a:gd name="csY225" fmla="*/ 288071 h 841281"/>
                <a:gd name="csX226" fmla="*/ 107967 w 172460"/>
                <a:gd name="csY226" fmla="*/ 289026 h 841281"/>
                <a:gd name="csX227" fmla="*/ 107489 w 172460"/>
                <a:gd name="csY227" fmla="*/ 290459 h 841281"/>
                <a:gd name="csX228" fmla="*/ 107489 w 172460"/>
                <a:gd name="csY228" fmla="*/ 290459 h 841281"/>
                <a:gd name="csX229" fmla="*/ 106056 w 172460"/>
                <a:gd name="csY229" fmla="*/ 290937 h 841281"/>
                <a:gd name="csX230" fmla="*/ 106056 w 172460"/>
                <a:gd name="csY230" fmla="*/ 291893 h 841281"/>
                <a:gd name="csX231" fmla="*/ 106534 w 172460"/>
                <a:gd name="csY231" fmla="*/ 293804 h 841281"/>
                <a:gd name="csX232" fmla="*/ 107012 w 172460"/>
                <a:gd name="csY232" fmla="*/ 295714 h 841281"/>
                <a:gd name="csX233" fmla="*/ 107967 w 172460"/>
                <a:gd name="csY233" fmla="*/ 296670 h 841281"/>
                <a:gd name="csX234" fmla="*/ 108445 w 172460"/>
                <a:gd name="csY234" fmla="*/ 299059 h 841281"/>
                <a:gd name="csX235" fmla="*/ 109878 w 172460"/>
                <a:gd name="csY235" fmla="*/ 300014 h 841281"/>
                <a:gd name="csX236" fmla="*/ 109878 w 172460"/>
                <a:gd name="csY236" fmla="*/ 300014 h 841281"/>
                <a:gd name="csX237" fmla="*/ 109878 w 172460"/>
                <a:gd name="csY237" fmla="*/ 303358 h 841281"/>
                <a:gd name="csX238" fmla="*/ 110833 w 172460"/>
                <a:gd name="csY238" fmla="*/ 307180 h 841281"/>
                <a:gd name="csX239" fmla="*/ 112266 w 172460"/>
                <a:gd name="csY239" fmla="*/ 308613 h 841281"/>
                <a:gd name="csX240" fmla="*/ 112744 w 172460"/>
                <a:gd name="csY240" fmla="*/ 309091 h 841281"/>
                <a:gd name="csX241" fmla="*/ 112744 w 172460"/>
                <a:gd name="csY241" fmla="*/ 309091 h 841281"/>
                <a:gd name="csX242" fmla="*/ 112266 w 172460"/>
                <a:gd name="csY242" fmla="*/ 310524 h 841281"/>
                <a:gd name="csX243" fmla="*/ 111311 w 172460"/>
                <a:gd name="csY243" fmla="*/ 311957 h 841281"/>
                <a:gd name="csX244" fmla="*/ 111311 w 172460"/>
                <a:gd name="csY244" fmla="*/ 314346 h 841281"/>
                <a:gd name="csX245" fmla="*/ 111311 w 172460"/>
                <a:gd name="csY245" fmla="*/ 315779 h 841281"/>
                <a:gd name="csX246" fmla="*/ 112744 w 172460"/>
                <a:gd name="csY246" fmla="*/ 317212 h 841281"/>
                <a:gd name="csX247" fmla="*/ 113700 w 172460"/>
                <a:gd name="csY247" fmla="*/ 317690 h 841281"/>
                <a:gd name="csX248" fmla="*/ 115133 w 172460"/>
                <a:gd name="csY248" fmla="*/ 316735 h 841281"/>
                <a:gd name="csX249" fmla="*/ 116566 w 172460"/>
                <a:gd name="csY249" fmla="*/ 317690 h 841281"/>
                <a:gd name="csX250" fmla="*/ 116566 w 172460"/>
                <a:gd name="csY250" fmla="*/ 317690 h 841281"/>
                <a:gd name="csX251" fmla="*/ 117044 w 172460"/>
                <a:gd name="csY251" fmla="*/ 318646 h 841281"/>
                <a:gd name="csX252" fmla="*/ 117044 w 172460"/>
                <a:gd name="csY252" fmla="*/ 320079 h 841281"/>
                <a:gd name="csX253" fmla="*/ 116566 w 172460"/>
                <a:gd name="csY253" fmla="*/ 321512 h 841281"/>
                <a:gd name="csX254" fmla="*/ 115611 w 172460"/>
                <a:gd name="csY254" fmla="*/ 324378 h 841281"/>
                <a:gd name="csX255" fmla="*/ 115133 w 172460"/>
                <a:gd name="csY255" fmla="*/ 327245 h 841281"/>
                <a:gd name="csX256" fmla="*/ 115611 w 172460"/>
                <a:gd name="csY256" fmla="*/ 331544 h 841281"/>
                <a:gd name="csX257" fmla="*/ 116088 w 172460"/>
                <a:gd name="csY257" fmla="*/ 334888 h 841281"/>
                <a:gd name="csX258" fmla="*/ 116088 w 172460"/>
                <a:gd name="csY258" fmla="*/ 337277 h 841281"/>
                <a:gd name="csX259" fmla="*/ 116088 w 172460"/>
                <a:gd name="csY259" fmla="*/ 338232 h 841281"/>
                <a:gd name="csX260" fmla="*/ 115611 w 172460"/>
                <a:gd name="csY260" fmla="*/ 338710 h 841281"/>
                <a:gd name="csX261" fmla="*/ 114177 w 172460"/>
                <a:gd name="csY261" fmla="*/ 339188 h 841281"/>
                <a:gd name="csX262" fmla="*/ 113222 w 172460"/>
                <a:gd name="csY262" fmla="*/ 339188 h 841281"/>
                <a:gd name="csX263" fmla="*/ 112266 w 172460"/>
                <a:gd name="csY263" fmla="*/ 339666 h 841281"/>
                <a:gd name="csX264" fmla="*/ 111789 w 172460"/>
                <a:gd name="csY264" fmla="*/ 340621 h 841281"/>
                <a:gd name="csX265" fmla="*/ 111311 w 172460"/>
                <a:gd name="csY265" fmla="*/ 342532 h 841281"/>
                <a:gd name="csX266" fmla="*/ 110356 w 172460"/>
                <a:gd name="csY266" fmla="*/ 343965 h 841281"/>
                <a:gd name="csX267" fmla="*/ 108922 w 172460"/>
                <a:gd name="csY267" fmla="*/ 345876 h 841281"/>
                <a:gd name="csX268" fmla="*/ 107967 w 172460"/>
                <a:gd name="csY268" fmla="*/ 347787 h 841281"/>
                <a:gd name="csX269" fmla="*/ 107489 w 172460"/>
                <a:gd name="csY269" fmla="*/ 349220 h 841281"/>
                <a:gd name="csX270" fmla="*/ 107489 w 172460"/>
                <a:gd name="csY270" fmla="*/ 350176 h 841281"/>
                <a:gd name="csX271" fmla="*/ 107012 w 172460"/>
                <a:gd name="csY271" fmla="*/ 352087 h 841281"/>
                <a:gd name="csX272" fmla="*/ 106534 w 172460"/>
                <a:gd name="csY272" fmla="*/ 353520 h 841281"/>
                <a:gd name="csX273" fmla="*/ 105578 w 172460"/>
                <a:gd name="csY273" fmla="*/ 358297 h 841281"/>
                <a:gd name="csX274" fmla="*/ 105100 w 172460"/>
                <a:gd name="csY274" fmla="*/ 358297 h 841281"/>
                <a:gd name="csX275" fmla="*/ 104145 w 172460"/>
                <a:gd name="csY275" fmla="*/ 359253 h 841281"/>
                <a:gd name="csX276" fmla="*/ 102712 w 172460"/>
                <a:gd name="csY276" fmla="*/ 359730 h 841281"/>
                <a:gd name="csX277" fmla="*/ 102234 w 172460"/>
                <a:gd name="csY277" fmla="*/ 360686 h 841281"/>
                <a:gd name="csX278" fmla="*/ 102712 w 172460"/>
                <a:gd name="csY278" fmla="*/ 362119 h 841281"/>
                <a:gd name="csX279" fmla="*/ 102712 w 172460"/>
                <a:gd name="csY279" fmla="*/ 362119 h 841281"/>
                <a:gd name="csX280" fmla="*/ 103667 w 172460"/>
                <a:gd name="csY280" fmla="*/ 362119 h 841281"/>
                <a:gd name="csX281" fmla="*/ 103667 w 172460"/>
                <a:gd name="csY281" fmla="*/ 362119 h 841281"/>
                <a:gd name="csX282" fmla="*/ 104145 w 172460"/>
                <a:gd name="csY282" fmla="*/ 363552 h 841281"/>
                <a:gd name="csX283" fmla="*/ 104145 w 172460"/>
                <a:gd name="csY283" fmla="*/ 364985 h 841281"/>
                <a:gd name="csX284" fmla="*/ 105100 w 172460"/>
                <a:gd name="csY284" fmla="*/ 366896 h 841281"/>
                <a:gd name="csX285" fmla="*/ 105100 w 172460"/>
                <a:gd name="csY285" fmla="*/ 366896 h 841281"/>
                <a:gd name="csX286" fmla="*/ 105100 w 172460"/>
                <a:gd name="csY286" fmla="*/ 368807 h 841281"/>
                <a:gd name="csX287" fmla="*/ 105578 w 172460"/>
                <a:gd name="csY287" fmla="*/ 372151 h 841281"/>
                <a:gd name="csX288" fmla="*/ 105100 w 172460"/>
                <a:gd name="csY288" fmla="*/ 374540 h 841281"/>
                <a:gd name="csX289" fmla="*/ 105100 w 172460"/>
                <a:gd name="csY289" fmla="*/ 376928 h 841281"/>
                <a:gd name="csX290" fmla="*/ 105100 w 172460"/>
                <a:gd name="csY290" fmla="*/ 378839 h 841281"/>
                <a:gd name="csX291" fmla="*/ 104145 w 172460"/>
                <a:gd name="csY291" fmla="*/ 380273 h 841281"/>
                <a:gd name="csX292" fmla="*/ 104145 w 172460"/>
                <a:gd name="csY292" fmla="*/ 380273 h 841281"/>
                <a:gd name="csX293" fmla="*/ 102234 w 172460"/>
                <a:gd name="csY293" fmla="*/ 380750 h 841281"/>
                <a:gd name="csX294" fmla="*/ 100801 w 172460"/>
                <a:gd name="csY294" fmla="*/ 382184 h 841281"/>
                <a:gd name="csX295" fmla="*/ 100801 w 172460"/>
                <a:gd name="csY295" fmla="*/ 382184 h 841281"/>
                <a:gd name="csX296" fmla="*/ 98890 w 172460"/>
                <a:gd name="csY296" fmla="*/ 383617 h 841281"/>
                <a:gd name="csX297" fmla="*/ 98412 w 172460"/>
                <a:gd name="csY297" fmla="*/ 385050 h 841281"/>
                <a:gd name="csX298" fmla="*/ 98412 w 172460"/>
                <a:gd name="csY298" fmla="*/ 386005 h 841281"/>
                <a:gd name="csX299" fmla="*/ 98412 w 172460"/>
                <a:gd name="csY299" fmla="*/ 386005 h 841281"/>
                <a:gd name="csX300" fmla="*/ 97457 w 172460"/>
                <a:gd name="csY300" fmla="*/ 386483 h 841281"/>
                <a:gd name="csX301" fmla="*/ 96501 w 172460"/>
                <a:gd name="csY301" fmla="*/ 386483 h 841281"/>
                <a:gd name="csX302" fmla="*/ 96024 w 172460"/>
                <a:gd name="csY302" fmla="*/ 386483 h 841281"/>
                <a:gd name="csX303" fmla="*/ 95068 w 172460"/>
                <a:gd name="csY303" fmla="*/ 386961 h 841281"/>
                <a:gd name="csX304" fmla="*/ 93635 w 172460"/>
                <a:gd name="csY304" fmla="*/ 388394 h 841281"/>
                <a:gd name="csX305" fmla="*/ 92202 w 172460"/>
                <a:gd name="csY305" fmla="*/ 389350 h 841281"/>
                <a:gd name="csX306" fmla="*/ 91724 w 172460"/>
                <a:gd name="csY306" fmla="*/ 390305 h 841281"/>
                <a:gd name="csX307" fmla="*/ 92202 w 172460"/>
                <a:gd name="csY307" fmla="*/ 391738 h 841281"/>
                <a:gd name="csX308" fmla="*/ 91246 w 172460"/>
                <a:gd name="csY308" fmla="*/ 392694 h 841281"/>
                <a:gd name="csX309" fmla="*/ 90291 w 172460"/>
                <a:gd name="csY309" fmla="*/ 394604 h 841281"/>
                <a:gd name="csX310" fmla="*/ 89335 w 172460"/>
                <a:gd name="csY310" fmla="*/ 396515 h 841281"/>
                <a:gd name="csX311" fmla="*/ 90291 w 172460"/>
                <a:gd name="csY311" fmla="*/ 397949 h 841281"/>
                <a:gd name="csX312" fmla="*/ 90769 w 172460"/>
                <a:gd name="csY312" fmla="*/ 400815 h 841281"/>
                <a:gd name="csX313" fmla="*/ 90769 w 172460"/>
                <a:gd name="csY313" fmla="*/ 401293 h 841281"/>
                <a:gd name="csX314" fmla="*/ 90769 w 172460"/>
                <a:gd name="csY314" fmla="*/ 401293 h 841281"/>
                <a:gd name="csX315" fmla="*/ 90769 w 172460"/>
                <a:gd name="csY315" fmla="*/ 402726 h 841281"/>
                <a:gd name="csX316" fmla="*/ 90291 w 172460"/>
                <a:gd name="csY316" fmla="*/ 405115 h 841281"/>
                <a:gd name="csX317" fmla="*/ 90291 w 172460"/>
                <a:gd name="csY317" fmla="*/ 405115 h 841281"/>
                <a:gd name="csX318" fmla="*/ 89335 w 172460"/>
                <a:gd name="csY318" fmla="*/ 406548 h 841281"/>
                <a:gd name="csX319" fmla="*/ 90291 w 172460"/>
                <a:gd name="csY319" fmla="*/ 408936 h 841281"/>
                <a:gd name="csX320" fmla="*/ 90769 w 172460"/>
                <a:gd name="csY320" fmla="*/ 409892 h 841281"/>
                <a:gd name="csX321" fmla="*/ 90291 w 172460"/>
                <a:gd name="csY321" fmla="*/ 412758 h 841281"/>
                <a:gd name="csX322" fmla="*/ 89813 w 172460"/>
                <a:gd name="csY322" fmla="*/ 414192 h 841281"/>
                <a:gd name="csX323" fmla="*/ 89813 w 172460"/>
                <a:gd name="csY323" fmla="*/ 417535 h 841281"/>
                <a:gd name="csX324" fmla="*/ 91246 w 172460"/>
                <a:gd name="csY324" fmla="*/ 420880 h 841281"/>
                <a:gd name="csX325" fmla="*/ 92680 w 172460"/>
                <a:gd name="csY325" fmla="*/ 423746 h 841281"/>
                <a:gd name="csX326" fmla="*/ 92680 w 172460"/>
                <a:gd name="csY326" fmla="*/ 423746 h 841281"/>
                <a:gd name="csX327" fmla="*/ 93157 w 172460"/>
                <a:gd name="csY327" fmla="*/ 427090 h 841281"/>
                <a:gd name="csX328" fmla="*/ 93157 w 172460"/>
                <a:gd name="csY328" fmla="*/ 429957 h 841281"/>
                <a:gd name="csX329" fmla="*/ 94113 w 172460"/>
                <a:gd name="csY329" fmla="*/ 432823 h 841281"/>
                <a:gd name="csX330" fmla="*/ 95546 w 172460"/>
                <a:gd name="csY330" fmla="*/ 434256 h 841281"/>
                <a:gd name="csX331" fmla="*/ 96501 w 172460"/>
                <a:gd name="csY331" fmla="*/ 435211 h 841281"/>
                <a:gd name="csX332" fmla="*/ 96501 w 172460"/>
                <a:gd name="csY332" fmla="*/ 435211 h 841281"/>
                <a:gd name="csX333" fmla="*/ 96024 w 172460"/>
                <a:gd name="csY333" fmla="*/ 436645 h 841281"/>
                <a:gd name="csX334" fmla="*/ 95546 w 172460"/>
                <a:gd name="csY334" fmla="*/ 438556 h 841281"/>
                <a:gd name="csX335" fmla="*/ 95546 w 172460"/>
                <a:gd name="csY335" fmla="*/ 438556 h 841281"/>
                <a:gd name="csX336" fmla="*/ 94113 w 172460"/>
                <a:gd name="csY336" fmla="*/ 439989 h 841281"/>
                <a:gd name="csX337" fmla="*/ 94113 w 172460"/>
                <a:gd name="csY337" fmla="*/ 439989 h 841281"/>
                <a:gd name="csX338" fmla="*/ 91724 w 172460"/>
                <a:gd name="csY338" fmla="*/ 440467 h 841281"/>
                <a:gd name="csX339" fmla="*/ 91724 w 172460"/>
                <a:gd name="csY339" fmla="*/ 440467 h 841281"/>
                <a:gd name="csX340" fmla="*/ 89335 w 172460"/>
                <a:gd name="csY340" fmla="*/ 441422 h 841281"/>
                <a:gd name="csX341" fmla="*/ 87902 w 172460"/>
                <a:gd name="csY341" fmla="*/ 442377 h 841281"/>
                <a:gd name="csX342" fmla="*/ 86469 w 172460"/>
                <a:gd name="csY342" fmla="*/ 443333 h 841281"/>
                <a:gd name="csX343" fmla="*/ 85514 w 172460"/>
                <a:gd name="csY343" fmla="*/ 444288 h 841281"/>
                <a:gd name="csX344" fmla="*/ 85036 w 172460"/>
                <a:gd name="csY344" fmla="*/ 445722 h 841281"/>
                <a:gd name="csX345" fmla="*/ 85036 w 172460"/>
                <a:gd name="csY345" fmla="*/ 450499 h 841281"/>
                <a:gd name="csX346" fmla="*/ 85036 w 172460"/>
                <a:gd name="csY346" fmla="*/ 452410 h 841281"/>
                <a:gd name="csX347" fmla="*/ 84081 w 172460"/>
                <a:gd name="csY347" fmla="*/ 455276 h 841281"/>
                <a:gd name="csX348" fmla="*/ 83125 w 172460"/>
                <a:gd name="csY348" fmla="*/ 457665 h 841281"/>
                <a:gd name="csX349" fmla="*/ 82647 w 172460"/>
                <a:gd name="csY349" fmla="*/ 458142 h 841281"/>
                <a:gd name="csX350" fmla="*/ 82647 w 172460"/>
                <a:gd name="csY350" fmla="*/ 459098 h 841281"/>
                <a:gd name="csX351" fmla="*/ 82647 w 172460"/>
                <a:gd name="csY351" fmla="*/ 460053 h 841281"/>
                <a:gd name="csX352" fmla="*/ 82647 w 172460"/>
                <a:gd name="csY352" fmla="*/ 460053 h 841281"/>
                <a:gd name="csX353" fmla="*/ 81692 w 172460"/>
                <a:gd name="csY353" fmla="*/ 460053 h 841281"/>
                <a:gd name="csX354" fmla="*/ 80258 w 172460"/>
                <a:gd name="csY354" fmla="*/ 460053 h 841281"/>
                <a:gd name="csX355" fmla="*/ 79781 w 172460"/>
                <a:gd name="csY355" fmla="*/ 460053 h 841281"/>
                <a:gd name="csX356" fmla="*/ 78825 w 172460"/>
                <a:gd name="csY356" fmla="*/ 461009 h 841281"/>
                <a:gd name="csX357" fmla="*/ 79303 w 172460"/>
                <a:gd name="csY357" fmla="*/ 462442 h 841281"/>
                <a:gd name="csX358" fmla="*/ 79781 w 172460"/>
                <a:gd name="csY358" fmla="*/ 465308 h 841281"/>
                <a:gd name="csX359" fmla="*/ 80736 w 172460"/>
                <a:gd name="csY359" fmla="*/ 466742 h 841281"/>
                <a:gd name="csX360" fmla="*/ 80736 w 172460"/>
                <a:gd name="csY360" fmla="*/ 467697 h 841281"/>
                <a:gd name="csX361" fmla="*/ 80258 w 172460"/>
                <a:gd name="csY361" fmla="*/ 470086 h 841281"/>
                <a:gd name="csX362" fmla="*/ 79303 w 172460"/>
                <a:gd name="csY362" fmla="*/ 471519 h 841281"/>
                <a:gd name="csX363" fmla="*/ 79303 w 172460"/>
                <a:gd name="csY363" fmla="*/ 471519 h 841281"/>
                <a:gd name="csX364" fmla="*/ 78348 w 172460"/>
                <a:gd name="csY364" fmla="*/ 471519 h 841281"/>
                <a:gd name="csX365" fmla="*/ 77392 w 172460"/>
                <a:gd name="csY365" fmla="*/ 472474 h 841281"/>
                <a:gd name="csX366" fmla="*/ 76915 w 172460"/>
                <a:gd name="csY366" fmla="*/ 473430 h 841281"/>
                <a:gd name="csX367" fmla="*/ 77392 w 172460"/>
                <a:gd name="csY367" fmla="*/ 475341 h 841281"/>
                <a:gd name="csX368" fmla="*/ 78825 w 172460"/>
                <a:gd name="csY368" fmla="*/ 476296 h 841281"/>
                <a:gd name="csX369" fmla="*/ 78825 w 172460"/>
                <a:gd name="csY369" fmla="*/ 476296 h 841281"/>
                <a:gd name="csX370" fmla="*/ 79781 w 172460"/>
                <a:gd name="csY370" fmla="*/ 477252 h 841281"/>
                <a:gd name="csX371" fmla="*/ 79303 w 172460"/>
                <a:gd name="csY371" fmla="*/ 478207 h 841281"/>
                <a:gd name="csX372" fmla="*/ 79303 w 172460"/>
                <a:gd name="csY372" fmla="*/ 478207 h 841281"/>
                <a:gd name="csX373" fmla="*/ 77870 w 172460"/>
                <a:gd name="csY373" fmla="*/ 478685 h 841281"/>
                <a:gd name="csX374" fmla="*/ 77870 w 172460"/>
                <a:gd name="csY374" fmla="*/ 478685 h 841281"/>
                <a:gd name="csX375" fmla="*/ 77392 w 172460"/>
                <a:gd name="csY375" fmla="*/ 479640 h 841281"/>
                <a:gd name="csX376" fmla="*/ 76915 w 172460"/>
                <a:gd name="csY376" fmla="*/ 482029 h 841281"/>
                <a:gd name="csX377" fmla="*/ 75959 w 172460"/>
                <a:gd name="csY377" fmla="*/ 483940 h 841281"/>
                <a:gd name="csX378" fmla="*/ 75004 w 172460"/>
                <a:gd name="csY378" fmla="*/ 485851 h 841281"/>
                <a:gd name="csX379" fmla="*/ 74526 w 172460"/>
                <a:gd name="csY379" fmla="*/ 488240 h 841281"/>
                <a:gd name="csX380" fmla="*/ 75959 w 172460"/>
                <a:gd name="csY380" fmla="*/ 490628 h 841281"/>
                <a:gd name="csX381" fmla="*/ 75959 w 172460"/>
                <a:gd name="csY381" fmla="*/ 493017 h 841281"/>
                <a:gd name="csX382" fmla="*/ 75959 w 172460"/>
                <a:gd name="csY382" fmla="*/ 500183 h 841281"/>
                <a:gd name="csX383" fmla="*/ 75481 w 172460"/>
                <a:gd name="csY383" fmla="*/ 502571 h 841281"/>
                <a:gd name="csX384" fmla="*/ 75481 w 172460"/>
                <a:gd name="csY384" fmla="*/ 502571 h 841281"/>
                <a:gd name="csX385" fmla="*/ 75481 w 172460"/>
                <a:gd name="csY385" fmla="*/ 502571 h 841281"/>
                <a:gd name="csX386" fmla="*/ 75959 w 172460"/>
                <a:gd name="csY386" fmla="*/ 506871 h 841281"/>
                <a:gd name="csX387" fmla="*/ 75959 w 172460"/>
                <a:gd name="csY387" fmla="*/ 506871 h 841281"/>
                <a:gd name="csX388" fmla="*/ 75481 w 172460"/>
                <a:gd name="csY388" fmla="*/ 507826 h 841281"/>
                <a:gd name="csX389" fmla="*/ 75481 w 172460"/>
                <a:gd name="csY389" fmla="*/ 508782 h 841281"/>
                <a:gd name="csX390" fmla="*/ 76437 w 172460"/>
                <a:gd name="csY390" fmla="*/ 511648 h 841281"/>
                <a:gd name="csX391" fmla="*/ 77870 w 172460"/>
                <a:gd name="csY391" fmla="*/ 516425 h 841281"/>
                <a:gd name="csX392" fmla="*/ 78348 w 172460"/>
                <a:gd name="csY392" fmla="*/ 518336 h 841281"/>
                <a:gd name="csX393" fmla="*/ 78348 w 172460"/>
                <a:gd name="csY393" fmla="*/ 519770 h 841281"/>
                <a:gd name="csX394" fmla="*/ 78348 w 172460"/>
                <a:gd name="csY394" fmla="*/ 519770 h 841281"/>
                <a:gd name="csX395" fmla="*/ 76437 w 172460"/>
                <a:gd name="csY395" fmla="*/ 520725 h 841281"/>
                <a:gd name="csX396" fmla="*/ 75004 w 172460"/>
                <a:gd name="csY396" fmla="*/ 521203 h 841281"/>
                <a:gd name="csX397" fmla="*/ 74526 w 172460"/>
                <a:gd name="csY397" fmla="*/ 521681 h 841281"/>
                <a:gd name="csX398" fmla="*/ 73570 w 172460"/>
                <a:gd name="csY398" fmla="*/ 520725 h 841281"/>
                <a:gd name="csX399" fmla="*/ 73093 w 172460"/>
                <a:gd name="csY399" fmla="*/ 520725 h 841281"/>
                <a:gd name="csX400" fmla="*/ 72137 w 172460"/>
                <a:gd name="csY400" fmla="*/ 522158 h 841281"/>
                <a:gd name="csX401" fmla="*/ 72137 w 172460"/>
                <a:gd name="csY401" fmla="*/ 522636 h 841281"/>
                <a:gd name="csX402" fmla="*/ 71182 w 172460"/>
                <a:gd name="csY402" fmla="*/ 523591 h 841281"/>
                <a:gd name="csX403" fmla="*/ 71182 w 172460"/>
                <a:gd name="csY403" fmla="*/ 524547 h 841281"/>
                <a:gd name="csX404" fmla="*/ 72137 w 172460"/>
                <a:gd name="csY404" fmla="*/ 525980 h 841281"/>
                <a:gd name="csX405" fmla="*/ 72615 w 172460"/>
                <a:gd name="csY405" fmla="*/ 528847 h 841281"/>
                <a:gd name="csX406" fmla="*/ 72615 w 172460"/>
                <a:gd name="csY406" fmla="*/ 528847 h 841281"/>
                <a:gd name="csX407" fmla="*/ 71182 w 172460"/>
                <a:gd name="csY407" fmla="*/ 530280 h 841281"/>
                <a:gd name="csX408" fmla="*/ 70704 w 172460"/>
                <a:gd name="csY408" fmla="*/ 531713 h 841281"/>
                <a:gd name="csX409" fmla="*/ 71182 w 172460"/>
                <a:gd name="csY409" fmla="*/ 533146 h 841281"/>
                <a:gd name="csX410" fmla="*/ 71182 w 172460"/>
                <a:gd name="csY410" fmla="*/ 536490 h 841281"/>
                <a:gd name="csX411" fmla="*/ 70704 w 172460"/>
                <a:gd name="csY411" fmla="*/ 541745 h 841281"/>
                <a:gd name="csX412" fmla="*/ 71659 w 172460"/>
                <a:gd name="csY412" fmla="*/ 543656 h 841281"/>
                <a:gd name="csX413" fmla="*/ 72615 w 172460"/>
                <a:gd name="csY413" fmla="*/ 544612 h 841281"/>
                <a:gd name="csX414" fmla="*/ 75481 w 172460"/>
                <a:gd name="csY414" fmla="*/ 545567 h 841281"/>
                <a:gd name="csX415" fmla="*/ 75481 w 172460"/>
                <a:gd name="csY415" fmla="*/ 545567 h 841281"/>
                <a:gd name="csX416" fmla="*/ 77870 w 172460"/>
                <a:gd name="csY416" fmla="*/ 546045 h 841281"/>
                <a:gd name="csX417" fmla="*/ 77870 w 172460"/>
                <a:gd name="csY417" fmla="*/ 546045 h 841281"/>
                <a:gd name="csX418" fmla="*/ 78348 w 172460"/>
                <a:gd name="csY418" fmla="*/ 547956 h 841281"/>
                <a:gd name="csX419" fmla="*/ 78348 w 172460"/>
                <a:gd name="csY419" fmla="*/ 549389 h 841281"/>
                <a:gd name="csX420" fmla="*/ 78348 w 172460"/>
                <a:gd name="csY420" fmla="*/ 549389 h 841281"/>
                <a:gd name="csX421" fmla="*/ 76915 w 172460"/>
                <a:gd name="csY421" fmla="*/ 549867 h 841281"/>
                <a:gd name="csX422" fmla="*/ 75481 w 172460"/>
                <a:gd name="csY422" fmla="*/ 550822 h 841281"/>
                <a:gd name="csX423" fmla="*/ 75481 w 172460"/>
                <a:gd name="csY423" fmla="*/ 550822 h 841281"/>
                <a:gd name="csX424" fmla="*/ 75481 w 172460"/>
                <a:gd name="csY424" fmla="*/ 552733 h 841281"/>
                <a:gd name="csX425" fmla="*/ 76915 w 172460"/>
                <a:gd name="csY425" fmla="*/ 555122 h 841281"/>
                <a:gd name="csX426" fmla="*/ 78348 w 172460"/>
                <a:gd name="csY426" fmla="*/ 556555 h 841281"/>
                <a:gd name="csX427" fmla="*/ 78348 w 172460"/>
                <a:gd name="csY427" fmla="*/ 556555 h 841281"/>
                <a:gd name="csX428" fmla="*/ 78825 w 172460"/>
                <a:gd name="csY428" fmla="*/ 557988 h 841281"/>
                <a:gd name="csX429" fmla="*/ 78825 w 172460"/>
                <a:gd name="csY429" fmla="*/ 559421 h 841281"/>
                <a:gd name="csX430" fmla="*/ 77392 w 172460"/>
                <a:gd name="csY430" fmla="*/ 560854 h 841281"/>
                <a:gd name="csX431" fmla="*/ 79303 w 172460"/>
                <a:gd name="csY431" fmla="*/ 563243 h 841281"/>
                <a:gd name="csX432" fmla="*/ 79781 w 172460"/>
                <a:gd name="csY432" fmla="*/ 565154 h 841281"/>
                <a:gd name="csX433" fmla="*/ 79781 w 172460"/>
                <a:gd name="csY433" fmla="*/ 565154 h 841281"/>
                <a:gd name="csX434" fmla="*/ 79303 w 172460"/>
                <a:gd name="csY434" fmla="*/ 566587 h 841281"/>
                <a:gd name="csX435" fmla="*/ 78348 w 172460"/>
                <a:gd name="csY435" fmla="*/ 568498 h 841281"/>
                <a:gd name="csX436" fmla="*/ 77392 w 172460"/>
                <a:gd name="csY436" fmla="*/ 569454 h 841281"/>
                <a:gd name="csX437" fmla="*/ 77392 w 172460"/>
                <a:gd name="csY437" fmla="*/ 570887 h 841281"/>
                <a:gd name="csX438" fmla="*/ 76915 w 172460"/>
                <a:gd name="csY438" fmla="*/ 572797 h 841281"/>
                <a:gd name="csX439" fmla="*/ 76915 w 172460"/>
                <a:gd name="csY439" fmla="*/ 575186 h 841281"/>
                <a:gd name="csX440" fmla="*/ 76915 w 172460"/>
                <a:gd name="csY440" fmla="*/ 576620 h 841281"/>
                <a:gd name="csX441" fmla="*/ 86947 w 172460"/>
                <a:gd name="csY441" fmla="*/ 577575 h 841281"/>
                <a:gd name="csX442" fmla="*/ 89335 w 172460"/>
                <a:gd name="csY442" fmla="*/ 578053 h 841281"/>
                <a:gd name="csX443" fmla="*/ 90291 w 172460"/>
                <a:gd name="csY443" fmla="*/ 579486 h 841281"/>
                <a:gd name="csX444" fmla="*/ 90291 w 172460"/>
                <a:gd name="csY444" fmla="*/ 580919 h 841281"/>
                <a:gd name="csX445" fmla="*/ 90291 w 172460"/>
                <a:gd name="csY445" fmla="*/ 581397 h 841281"/>
                <a:gd name="csX446" fmla="*/ 88858 w 172460"/>
                <a:gd name="csY446" fmla="*/ 582830 h 841281"/>
                <a:gd name="csX447" fmla="*/ 88380 w 172460"/>
                <a:gd name="csY447" fmla="*/ 586174 h 841281"/>
                <a:gd name="csX448" fmla="*/ 87902 w 172460"/>
                <a:gd name="csY448" fmla="*/ 586174 h 841281"/>
                <a:gd name="csX449" fmla="*/ 87424 w 172460"/>
                <a:gd name="csY449" fmla="*/ 586652 h 841281"/>
                <a:gd name="csX450" fmla="*/ 86469 w 172460"/>
                <a:gd name="csY450" fmla="*/ 586652 h 841281"/>
                <a:gd name="csX451" fmla="*/ 84558 w 172460"/>
                <a:gd name="csY451" fmla="*/ 586174 h 841281"/>
                <a:gd name="csX452" fmla="*/ 82170 w 172460"/>
                <a:gd name="csY452" fmla="*/ 586174 h 841281"/>
                <a:gd name="csX453" fmla="*/ 80258 w 172460"/>
                <a:gd name="csY453" fmla="*/ 586652 h 841281"/>
                <a:gd name="csX454" fmla="*/ 80258 w 172460"/>
                <a:gd name="csY454" fmla="*/ 586652 h 841281"/>
                <a:gd name="csX455" fmla="*/ 77870 w 172460"/>
                <a:gd name="csY455" fmla="*/ 586652 h 841281"/>
                <a:gd name="csX456" fmla="*/ 75004 w 172460"/>
                <a:gd name="csY456" fmla="*/ 587129 h 841281"/>
                <a:gd name="csX457" fmla="*/ 74526 w 172460"/>
                <a:gd name="csY457" fmla="*/ 587129 h 841281"/>
                <a:gd name="csX458" fmla="*/ 74526 w 172460"/>
                <a:gd name="csY458" fmla="*/ 587129 h 841281"/>
                <a:gd name="csX459" fmla="*/ 72137 w 172460"/>
                <a:gd name="csY459" fmla="*/ 586652 h 841281"/>
                <a:gd name="csX460" fmla="*/ 72137 w 172460"/>
                <a:gd name="csY460" fmla="*/ 586652 h 841281"/>
                <a:gd name="csX461" fmla="*/ 72137 w 172460"/>
                <a:gd name="csY461" fmla="*/ 587607 h 841281"/>
                <a:gd name="csX462" fmla="*/ 72615 w 172460"/>
                <a:gd name="csY462" fmla="*/ 589996 h 841281"/>
                <a:gd name="csX463" fmla="*/ 77392 w 172460"/>
                <a:gd name="csY463" fmla="*/ 590474 h 841281"/>
                <a:gd name="csX464" fmla="*/ 81692 w 172460"/>
                <a:gd name="csY464" fmla="*/ 591907 h 841281"/>
                <a:gd name="csX465" fmla="*/ 81692 w 172460"/>
                <a:gd name="csY465" fmla="*/ 591907 h 841281"/>
                <a:gd name="csX466" fmla="*/ 82647 w 172460"/>
                <a:gd name="csY466" fmla="*/ 594295 h 841281"/>
                <a:gd name="csX467" fmla="*/ 84558 w 172460"/>
                <a:gd name="csY467" fmla="*/ 596684 h 841281"/>
                <a:gd name="csX468" fmla="*/ 86469 w 172460"/>
                <a:gd name="csY468" fmla="*/ 598117 h 841281"/>
                <a:gd name="csX469" fmla="*/ 86469 w 172460"/>
                <a:gd name="csY469" fmla="*/ 600984 h 841281"/>
                <a:gd name="csX470" fmla="*/ 86469 w 172460"/>
                <a:gd name="csY470" fmla="*/ 600984 h 841281"/>
                <a:gd name="csX471" fmla="*/ 83603 w 172460"/>
                <a:gd name="csY471" fmla="*/ 603850 h 841281"/>
                <a:gd name="csX472" fmla="*/ 83125 w 172460"/>
                <a:gd name="csY472" fmla="*/ 605761 h 841281"/>
                <a:gd name="csX473" fmla="*/ 83125 w 172460"/>
                <a:gd name="csY473" fmla="*/ 605761 h 841281"/>
                <a:gd name="csX474" fmla="*/ 79781 w 172460"/>
                <a:gd name="csY474" fmla="*/ 606239 h 841281"/>
                <a:gd name="csX475" fmla="*/ 78825 w 172460"/>
                <a:gd name="csY475" fmla="*/ 606716 h 841281"/>
                <a:gd name="csX476" fmla="*/ 78348 w 172460"/>
                <a:gd name="csY476" fmla="*/ 607194 h 841281"/>
                <a:gd name="csX477" fmla="*/ 78348 w 172460"/>
                <a:gd name="csY477" fmla="*/ 607672 h 841281"/>
                <a:gd name="csX478" fmla="*/ 77870 w 172460"/>
                <a:gd name="csY478" fmla="*/ 611016 h 841281"/>
                <a:gd name="csX479" fmla="*/ 78348 w 172460"/>
                <a:gd name="csY479" fmla="*/ 613882 h 841281"/>
                <a:gd name="csX480" fmla="*/ 79781 w 172460"/>
                <a:gd name="csY480" fmla="*/ 615315 h 841281"/>
                <a:gd name="csX481" fmla="*/ 79781 w 172460"/>
                <a:gd name="csY481" fmla="*/ 615315 h 841281"/>
                <a:gd name="csX482" fmla="*/ 80736 w 172460"/>
                <a:gd name="csY482" fmla="*/ 617227 h 841281"/>
                <a:gd name="csX483" fmla="*/ 79781 w 172460"/>
                <a:gd name="csY483" fmla="*/ 619137 h 841281"/>
                <a:gd name="csX484" fmla="*/ 77392 w 172460"/>
                <a:gd name="csY484" fmla="*/ 621048 h 841281"/>
                <a:gd name="csX485" fmla="*/ 75959 w 172460"/>
                <a:gd name="csY485" fmla="*/ 622481 h 841281"/>
                <a:gd name="csX486" fmla="*/ 76915 w 172460"/>
                <a:gd name="csY486" fmla="*/ 623437 h 841281"/>
                <a:gd name="csX487" fmla="*/ 77870 w 172460"/>
                <a:gd name="csY487" fmla="*/ 625348 h 841281"/>
                <a:gd name="csX488" fmla="*/ 78348 w 172460"/>
                <a:gd name="csY488" fmla="*/ 626781 h 841281"/>
                <a:gd name="csX489" fmla="*/ 78825 w 172460"/>
                <a:gd name="csY489" fmla="*/ 629647 h 841281"/>
                <a:gd name="csX490" fmla="*/ 79781 w 172460"/>
                <a:gd name="csY490" fmla="*/ 633469 h 841281"/>
                <a:gd name="csX491" fmla="*/ 79303 w 172460"/>
                <a:gd name="csY491" fmla="*/ 635380 h 841281"/>
                <a:gd name="csX492" fmla="*/ 78825 w 172460"/>
                <a:gd name="csY492" fmla="*/ 636813 h 841281"/>
                <a:gd name="csX493" fmla="*/ 78825 w 172460"/>
                <a:gd name="csY493" fmla="*/ 636813 h 841281"/>
                <a:gd name="csX494" fmla="*/ 76437 w 172460"/>
                <a:gd name="csY494" fmla="*/ 639202 h 841281"/>
                <a:gd name="csX495" fmla="*/ 74526 w 172460"/>
                <a:gd name="csY495" fmla="*/ 640157 h 841281"/>
                <a:gd name="csX496" fmla="*/ 74526 w 172460"/>
                <a:gd name="csY496" fmla="*/ 643024 h 841281"/>
                <a:gd name="csX497" fmla="*/ 74048 w 172460"/>
                <a:gd name="csY497" fmla="*/ 644935 h 841281"/>
                <a:gd name="csX498" fmla="*/ 74526 w 172460"/>
                <a:gd name="csY498" fmla="*/ 646846 h 841281"/>
                <a:gd name="csX499" fmla="*/ 75481 w 172460"/>
                <a:gd name="csY499" fmla="*/ 648279 h 841281"/>
                <a:gd name="csX500" fmla="*/ 75481 w 172460"/>
                <a:gd name="csY500" fmla="*/ 650190 h 841281"/>
                <a:gd name="csX501" fmla="*/ 75481 w 172460"/>
                <a:gd name="csY501" fmla="*/ 650190 h 841281"/>
                <a:gd name="csX502" fmla="*/ 74048 w 172460"/>
                <a:gd name="csY502" fmla="*/ 650190 h 841281"/>
                <a:gd name="csX503" fmla="*/ 72615 w 172460"/>
                <a:gd name="csY503" fmla="*/ 651145 h 841281"/>
                <a:gd name="csX504" fmla="*/ 71659 w 172460"/>
                <a:gd name="csY504" fmla="*/ 653534 h 841281"/>
                <a:gd name="csX505" fmla="*/ 71182 w 172460"/>
                <a:gd name="csY505" fmla="*/ 653534 h 841281"/>
                <a:gd name="csX506" fmla="*/ 67838 w 172460"/>
                <a:gd name="csY506" fmla="*/ 656400 h 841281"/>
                <a:gd name="csX507" fmla="*/ 66882 w 172460"/>
                <a:gd name="csY507" fmla="*/ 657834 h 841281"/>
                <a:gd name="csX508" fmla="*/ 66882 w 172460"/>
                <a:gd name="csY508" fmla="*/ 659744 h 841281"/>
                <a:gd name="csX509" fmla="*/ 66882 w 172460"/>
                <a:gd name="csY509" fmla="*/ 659744 h 841281"/>
                <a:gd name="csX510" fmla="*/ 65449 w 172460"/>
                <a:gd name="csY510" fmla="*/ 663088 h 841281"/>
                <a:gd name="csX511" fmla="*/ 64016 w 172460"/>
                <a:gd name="csY511" fmla="*/ 665477 h 841281"/>
                <a:gd name="csX512" fmla="*/ 63060 w 172460"/>
                <a:gd name="csY512" fmla="*/ 667866 h 841281"/>
                <a:gd name="csX513" fmla="*/ 63538 w 172460"/>
                <a:gd name="csY513" fmla="*/ 670732 h 841281"/>
                <a:gd name="csX514" fmla="*/ 65449 w 172460"/>
                <a:gd name="csY514" fmla="*/ 671688 h 841281"/>
                <a:gd name="csX515" fmla="*/ 66882 w 172460"/>
                <a:gd name="csY515" fmla="*/ 674554 h 841281"/>
                <a:gd name="csX516" fmla="*/ 67838 w 172460"/>
                <a:gd name="csY516" fmla="*/ 677420 h 841281"/>
                <a:gd name="csX517" fmla="*/ 66405 w 172460"/>
                <a:gd name="csY517" fmla="*/ 681242 h 841281"/>
                <a:gd name="csX518" fmla="*/ 66405 w 172460"/>
                <a:gd name="csY518" fmla="*/ 681242 h 841281"/>
                <a:gd name="csX519" fmla="*/ 63538 w 172460"/>
                <a:gd name="csY519" fmla="*/ 682675 h 841281"/>
                <a:gd name="csX520" fmla="*/ 62105 w 172460"/>
                <a:gd name="csY520" fmla="*/ 684586 h 841281"/>
                <a:gd name="csX521" fmla="*/ 61627 w 172460"/>
                <a:gd name="csY521" fmla="*/ 685542 h 841281"/>
                <a:gd name="csX522" fmla="*/ 62105 w 172460"/>
                <a:gd name="csY522" fmla="*/ 689364 h 841281"/>
                <a:gd name="csX523" fmla="*/ 61627 w 172460"/>
                <a:gd name="csY523" fmla="*/ 691275 h 841281"/>
                <a:gd name="csX524" fmla="*/ 61149 w 172460"/>
                <a:gd name="csY524" fmla="*/ 693185 h 841281"/>
                <a:gd name="csX525" fmla="*/ 60672 w 172460"/>
                <a:gd name="csY525" fmla="*/ 694618 h 841281"/>
                <a:gd name="csX526" fmla="*/ 59239 w 172460"/>
                <a:gd name="csY526" fmla="*/ 696052 h 841281"/>
                <a:gd name="csX527" fmla="*/ 56372 w 172460"/>
                <a:gd name="csY527" fmla="*/ 697485 h 841281"/>
                <a:gd name="csX528" fmla="*/ 53983 w 172460"/>
                <a:gd name="csY528" fmla="*/ 697963 h 841281"/>
                <a:gd name="csX529" fmla="*/ 53028 w 172460"/>
                <a:gd name="csY529" fmla="*/ 699396 h 841281"/>
                <a:gd name="csX530" fmla="*/ 52073 w 172460"/>
                <a:gd name="csY530" fmla="*/ 701307 h 841281"/>
                <a:gd name="csX531" fmla="*/ 51595 w 172460"/>
                <a:gd name="csY531" fmla="*/ 701307 h 841281"/>
                <a:gd name="csX532" fmla="*/ 50639 w 172460"/>
                <a:gd name="csY532" fmla="*/ 704173 h 841281"/>
                <a:gd name="csX533" fmla="*/ 51117 w 172460"/>
                <a:gd name="csY533" fmla="*/ 707040 h 841281"/>
                <a:gd name="csX534" fmla="*/ 51117 w 172460"/>
                <a:gd name="csY534" fmla="*/ 707040 h 841281"/>
                <a:gd name="csX535" fmla="*/ 50639 w 172460"/>
                <a:gd name="csY535" fmla="*/ 707040 h 841281"/>
                <a:gd name="csX536" fmla="*/ 44429 w 172460"/>
                <a:gd name="csY536" fmla="*/ 707517 h 841281"/>
                <a:gd name="csX537" fmla="*/ 44429 w 172460"/>
                <a:gd name="csY537" fmla="*/ 707517 h 841281"/>
                <a:gd name="csX538" fmla="*/ 44429 w 172460"/>
                <a:gd name="csY538" fmla="*/ 707995 h 841281"/>
                <a:gd name="csX539" fmla="*/ 43951 w 172460"/>
                <a:gd name="csY539" fmla="*/ 709906 h 841281"/>
                <a:gd name="csX540" fmla="*/ 42518 w 172460"/>
                <a:gd name="csY540" fmla="*/ 711817 h 841281"/>
                <a:gd name="csX541" fmla="*/ 42518 w 172460"/>
                <a:gd name="csY541" fmla="*/ 715161 h 841281"/>
                <a:gd name="csX542" fmla="*/ 43474 w 172460"/>
                <a:gd name="csY542" fmla="*/ 718027 h 841281"/>
                <a:gd name="csX543" fmla="*/ 44429 w 172460"/>
                <a:gd name="csY543" fmla="*/ 720894 h 841281"/>
                <a:gd name="csX544" fmla="*/ 44429 w 172460"/>
                <a:gd name="csY544" fmla="*/ 720894 h 841281"/>
                <a:gd name="csX545" fmla="*/ 43474 w 172460"/>
                <a:gd name="csY545" fmla="*/ 724238 h 841281"/>
                <a:gd name="csX546" fmla="*/ 43474 w 172460"/>
                <a:gd name="csY546" fmla="*/ 727582 h 841281"/>
                <a:gd name="csX547" fmla="*/ 43951 w 172460"/>
                <a:gd name="csY547" fmla="*/ 730448 h 841281"/>
                <a:gd name="csX548" fmla="*/ 45862 w 172460"/>
                <a:gd name="csY548" fmla="*/ 733315 h 841281"/>
                <a:gd name="csX549" fmla="*/ 47295 w 172460"/>
                <a:gd name="csY549" fmla="*/ 737137 h 841281"/>
                <a:gd name="csX550" fmla="*/ 48251 w 172460"/>
                <a:gd name="csY550" fmla="*/ 740003 h 841281"/>
                <a:gd name="csX551" fmla="*/ 48728 w 172460"/>
                <a:gd name="csY551" fmla="*/ 742391 h 841281"/>
                <a:gd name="csX552" fmla="*/ 49206 w 172460"/>
                <a:gd name="csY552" fmla="*/ 744302 h 841281"/>
                <a:gd name="csX553" fmla="*/ 50162 w 172460"/>
                <a:gd name="csY553" fmla="*/ 745736 h 841281"/>
                <a:gd name="csX554" fmla="*/ 50639 w 172460"/>
                <a:gd name="csY554" fmla="*/ 747647 h 841281"/>
                <a:gd name="csX555" fmla="*/ 52073 w 172460"/>
                <a:gd name="csY555" fmla="*/ 748602 h 841281"/>
                <a:gd name="csX556" fmla="*/ 54461 w 172460"/>
                <a:gd name="csY556" fmla="*/ 746691 h 841281"/>
                <a:gd name="csX557" fmla="*/ 56372 w 172460"/>
                <a:gd name="csY557" fmla="*/ 745258 h 841281"/>
                <a:gd name="csX558" fmla="*/ 57805 w 172460"/>
                <a:gd name="csY558" fmla="*/ 744780 h 841281"/>
                <a:gd name="csX559" fmla="*/ 61149 w 172460"/>
                <a:gd name="csY559" fmla="*/ 745258 h 841281"/>
                <a:gd name="csX560" fmla="*/ 63538 w 172460"/>
                <a:gd name="csY560" fmla="*/ 743825 h 841281"/>
                <a:gd name="csX561" fmla="*/ 64493 w 172460"/>
                <a:gd name="csY561" fmla="*/ 744302 h 841281"/>
                <a:gd name="csX562" fmla="*/ 65449 w 172460"/>
                <a:gd name="csY562" fmla="*/ 744780 h 841281"/>
                <a:gd name="csX563" fmla="*/ 65927 w 172460"/>
                <a:gd name="csY563" fmla="*/ 744780 h 841281"/>
                <a:gd name="csX564" fmla="*/ 66882 w 172460"/>
                <a:gd name="csY564" fmla="*/ 746213 h 841281"/>
                <a:gd name="csX565" fmla="*/ 67360 w 172460"/>
                <a:gd name="csY565" fmla="*/ 749080 h 841281"/>
                <a:gd name="csX566" fmla="*/ 67838 w 172460"/>
                <a:gd name="csY566" fmla="*/ 752902 h 841281"/>
                <a:gd name="csX567" fmla="*/ 67360 w 172460"/>
                <a:gd name="csY567" fmla="*/ 756246 h 841281"/>
                <a:gd name="csX568" fmla="*/ 67360 w 172460"/>
                <a:gd name="csY568" fmla="*/ 756246 h 841281"/>
                <a:gd name="csX569" fmla="*/ 66405 w 172460"/>
                <a:gd name="csY569" fmla="*/ 757201 h 841281"/>
                <a:gd name="csX570" fmla="*/ 65927 w 172460"/>
                <a:gd name="csY570" fmla="*/ 758157 h 841281"/>
                <a:gd name="csX571" fmla="*/ 66405 w 172460"/>
                <a:gd name="csY571" fmla="*/ 760067 h 841281"/>
                <a:gd name="csX572" fmla="*/ 67360 w 172460"/>
                <a:gd name="csY572" fmla="*/ 761501 h 841281"/>
                <a:gd name="csX573" fmla="*/ 67360 w 172460"/>
                <a:gd name="csY573" fmla="*/ 763889 h 841281"/>
                <a:gd name="csX574" fmla="*/ 66405 w 172460"/>
                <a:gd name="csY574" fmla="*/ 769144 h 841281"/>
                <a:gd name="csX575" fmla="*/ 65449 w 172460"/>
                <a:gd name="csY575" fmla="*/ 771055 h 841281"/>
                <a:gd name="csX576" fmla="*/ 66882 w 172460"/>
                <a:gd name="csY576" fmla="*/ 773444 h 841281"/>
                <a:gd name="csX577" fmla="*/ 68315 w 172460"/>
                <a:gd name="csY577" fmla="*/ 775355 h 841281"/>
                <a:gd name="csX578" fmla="*/ 70704 w 172460"/>
                <a:gd name="csY578" fmla="*/ 776788 h 841281"/>
                <a:gd name="csX579" fmla="*/ 70704 w 172460"/>
                <a:gd name="csY579" fmla="*/ 776788 h 841281"/>
                <a:gd name="csX580" fmla="*/ 73093 w 172460"/>
                <a:gd name="csY580" fmla="*/ 779177 h 841281"/>
                <a:gd name="csX581" fmla="*/ 74526 w 172460"/>
                <a:gd name="csY581" fmla="*/ 781088 h 841281"/>
                <a:gd name="csX582" fmla="*/ 74048 w 172460"/>
                <a:gd name="csY582" fmla="*/ 783476 h 841281"/>
                <a:gd name="csX583" fmla="*/ 75004 w 172460"/>
                <a:gd name="csY583" fmla="*/ 783954 h 841281"/>
                <a:gd name="csX584" fmla="*/ 79303 w 172460"/>
                <a:gd name="csY584" fmla="*/ 783954 h 841281"/>
                <a:gd name="csX585" fmla="*/ 85036 w 172460"/>
                <a:gd name="csY585" fmla="*/ 784432 h 841281"/>
                <a:gd name="csX586" fmla="*/ 85036 w 172460"/>
                <a:gd name="csY586" fmla="*/ 784432 h 841281"/>
                <a:gd name="csX587" fmla="*/ 94590 w 172460"/>
                <a:gd name="csY587" fmla="*/ 784432 h 841281"/>
                <a:gd name="csX588" fmla="*/ 103667 w 172460"/>
                <a:gd name="csY588" fmla="*/ 784432 h 841281"/>
                <a:gd name="csX589" fmla="*/ 114177 w 172460"/>
                <a:gd name="csY589" fmla="*/ 784432 h 841281"/>
                <a:gd name="csX590" fmla="*/ 118955 w 172460"/>
                <a:gd name="csY590" fmla="*/ 786820 h 841281"/>
                <a:gd name="csX591" fmla="*/ 123254 w 172460"/>
                <a:gd name="csY591" fmla="*/ 788254 h 841281"/>
                <a:gd name="csX592" fmla="*/ 128987 w 172460"/>
                <a:gd name="csY592" fmla="*/ 788254 h 841281"/>
                <a:gd name="csX593" fmla="*/ 134720 w 172460"/>
                <a:gd name="csY593" fmla="*/ 790642 h 841281"/>
                <a:gd name="csX594" fmla="*/ 138542 w 172460"/>
                <a:gd name="csY594" fmla="*/ 792075 h 841281"/>
                <a:gd name="csX595" fmla="*/ 140930 w 172460"/>
                <a:gd name="csY595" fmla="*/ 792553 h 841281"/>
                <a:gd name="csX596" fmla="*/ 140930 w 172460"/>
                <a:gd name="csY596" fmla="*/ 792553 h 841281"/>
                <a:gd name="csX597" fmla="*/ 143797 w 172460"/>
                <a:gd name="csY597" fmla="*/ 793031 h 841281"/>
                <a:gd name="csX598" fmla="*/ 143797 w 172460"/>
                <a:gd name="csY598" fmla="*/ 793031 h 841281"/>
                <a:gd name="csX599" fmla="*/ 144274 w 172460"/>
                <a:gd name="csY599" fmla="*/ 794942 h 841281"/>
                <a:gd name="csX600" fmla="*/ 144274 w 172460"/>
                <a:gd name="csY600" fmla="*/ 794942 h 841281"/>
                <a:gd name="csX601" fmla="*/ 143797 w 172460"/>
                <a:gd name="csY601" fmla="*/ 794942 h 841281"/>
                <a:gd name="csX602" fmla="*/ 132809 w 172460"/>
                <a:gd name="csY602" fmla="*/ 792075 h 841281"/>
                <a:gd name="csX603" fmla="*/ 130420 w 172460"/>
                <a:gd name="csY603" fmla="*/ 790642 h 841281"/>
                <a:gd name="csX604" fmla="*/ 128031 w 172460"/>
                <a:gd name="csY604" fmla="*/ 790642 h 841281"/>
                <a:gd name="csX605" fmla="*/ 124210 w 172460"/>
                <a:gd name="csY605" fmla="*/ 792553 h 841281"/>
                <a:gd name="csX606" fmla="*/ 121821 w 172460"/>
                <a:gd name="csY606" fmla="*/ 796853 h 841281"/>
                <a:gd name="csX607" fmla="*/ 120865 w 172460"/>
                <a:gd name="csY607" fmla="*/ 798286 h 841281"/>
                <a:gd name="csX608" fmla="*/ 117999 w 172460"/>
                <a:gd name="csY608" fmla="*/ 799241 h 841281"/>
                <a:gd name="csX609" fmla="*/ 115133 w 172460"/>
                <a:gd name="csY609" fmla="*/ 799719 h 841281"/>
                <a:gd name="csX610" fmla="*/ 105578 w 172460"/>
                <a:gd name="csY610" fmla="*/ 804019 h 841281"/>
                <a:gd name="csX611" fmla="*/ 102234 w 172460"/>
                <a:gd name="csY611" fmla="*/ 804496 h 841281"/>
                <a:gd name="csX612" fmla="*/ 99846 w 172460"/>
                <a:gd name="csY612" fmla="*/ 805452 h 841281"/>
                <a:gd name="csX613" fmla="*/ 97457 w 172460"/>
                <a:gd name="csY613" fmla="*/ 807363 h 841281"/>
                <a:gd name="csX614" fmla="*/ 96501 w 172460"/>
                <a:gd name="csY614" fmla="*/ 810707 h 841281"/>
                <a:gd name="csX615" fmla="*/ 96979 w 172460"/>
                <a:gd name="csY615" fmla="*/ 813096 h 841281"/>
                <a:gd name="csX616" fmla="*/ 94113 w 172460"/>
                <a:gd name="csY616" fmla="*/ 821217 h 841281"/>
                <a:gd name="csX617" fmla="*/ 93635 w 172460"/>
                <a:gd name="csY617" fmla="*/ 825516 h 841281"/>
                <a:gd name="csX618" fmla="*/ 93635 w 172460"/>
                <a:gd name="csY618" fmla="*/ 827905 h 841281"/>
                <a:gd name="csX619" fmla="*/ 94590 w 172460"/>
                <a:gd name="csY619" fmla="*/ 831727 h 841281"/>
                <a:gd name="csX620" fmla="*/ 93635 w 172460"/>
                <a:gd name="csY620" fmla="*/ 837937 h 841281"/>
                <a:gd name="csX621" fmla="*/ 91724 w 172460"/>
                <a:gd name="csY621" fmla="*/ 839371 h 841281"/>
                <a:gd name="csX622" fmla="*/ 87424 w 172460"/>
                <a:gd name="csY622" fmla="*/ 841281 h 841281"/>
                <a:gd name="csX623" fmla="*/ 84558 w 172460"/>
                <a:gd name="csY623" fmla="*/ 839848 h 841281"/>
                <a:gd name="csX624" fmla="*/ 79781 w 172460"/>
                <a:gd name="csY624" fmla="*/ 838893 h 841281"/>
                <a:gd name="csX625" fmla="*/ 75959 w 172460"/>
                <a:gd name="csY625" fmla="*/ 836027 h 841281"/>
                <a:gd name="csX626" fmla="*/ 71659 w 172460"/>
                <a:gd name="csY626" fmla="*/ 834593 h 841281"/>
                <a:gd name="csX627" fmla="*/ 70226 w 172460"/>
                <a:gd name="csY627" fmla="*/ 833638 h 841281"/>
                <a:gd name="csX628" fmla="*/ 65927 w 172460"/>
                <a:gd name="csY628" fmla="*/ 828383 h 841281"/>
                <a:gd name="csX629" fmla="*/ 65449 w 172460"/>
                <a:gd name="csY629" fmla="*/ 826950 h 841281"/>
                <a:gd name="csX630" fmla="*/ 65449 w 172460"/>
                <a:gd name="csY630" fmla="*/ 825039 h 841281"/>
                <a:gd name="csX631" fmla="*/ 67360 w 172460"/>
                <a:gd name="csY631" fmla="*/ 822172 h 841281"/>
                <a:gd name="csX632" fmla="*/ 68793 w 172460"/>
                <a:gd name="csY632" fmla="*/ 821695 h 841281"/>
                <a:gd name="csX633" fmla="*/ 72137 w 172460"/>
                <a:gd name="csY633" fmla="*/ 821695 h 841281"/>
                <a:gd name="csX634" fmla="*/ 74526 w 172460"/>
                <a:gd name="csY634" fmla="*/ 821217 h 841281"/>
                <a:gd name="csX635" fmla="*/ 76437 w 172460"/>
                <a:gd name="csY635" fmla="*/ 823128 h 841281"/>
                <a:gd name="csX636" fmla="*/ 76915 w 172460"/>
                <a:gd name="csY636" fmla="*/ 826472 h 841281"/>
                <a:gd name="csX637" fmla="*/ 75959 w 172460"/>
                <a:gd name="csY637" fmla="*/ 827905 h 841281"/>
                <a:gd name="csX638" fmla="*/ 75481 w 172460"/>
                <a:gd name="csY638" fmla="*/ 829338 h 841281"/>
                <a:gd name="csX639" fmla="*/ 75481 w 172460"/>
                <a:gd name="csY639" fmla="*/ 830294 h 841281"/>
                <a:gd name="csX640" fmla="*/ 77870 w 172460"/>
                <a:gd name="csY640" fmla="*/ 828861 h 841281"/>
                <a:gd name="csX641" fmla="*/ 78825 w 172460"/>
                <a:gd name="csY641" fmla="*/ 821217 h 841281"/>
                <a:gd name="csX642" fmla="*/ 85514 w 172460"/>
                <a:gd name="csY642" fmla="*/ 817395 h 841281"/>
                <a:gd name="csX643" fmla="*/ 87424 w 172460"/>
                <a:gd name="csY643" fmla="*/ 815484 h 841281"/>
                <a:gd name="csX644" fmla="*/ 89813 w 172460"/>
                <a:gd name="csY644" fmla="*/ 811662 h 841281"/>
                <a:gd name="csX645" fmla="*/ 90291 w 172460"/>
                <a:gd name="csY645" fmla="*/ 810707 h 841281"/>
                <a:gd name="csX646" fmla="*/ 90291 w 172460"/>
                <a:gd name="csY646" fmla="*/ 809751 h 841281"/>
                <a:gd name="csX647" fmla="*/ 88858 w 172460"/>
                <a:gd name="csY647" fmla="*/ 808796 h 841281"/>
                <a:gd name="csX648" fmla="*/ 85514 w 172460"/>
                <a:gd name="csY648" fmla="*/ 807363 h 841281"/>
                <a:gd name="csX649" fmla="*/ 75481 w 172460"/>
                <a:gd name="csY649" fmla="*/ 814529 h 841281"/>
                <a:gd name="csX650" fmla="*/ 71182 w 172460"/>
                <a:gd name="csY650" fmla="*/ 816439 h 841281"/>
                <a:gd name="csX651" fmla="*/ 67838 w 172460"/>
                <a:gd name="csY651" fmla="*/ 818351 h 841281"/>
                <a:gd name="csX652" fmla="*/ 64493 w 172460"/>
                <a:gd name="csY652" fmla="*/ 822172 h 841281"/>
                <a:gd name="csX653" fmla="*/ 63538 w 172460"/>
                <a:gd name="csY653" fmla="*/ 823128 h 841281"/>
                <a:gd name="csX654" fmla="*/ 63060 w 172460"/>
                <a:gd name="csY654" fmla="*/ 825516 h 841281"/>
                <a:gd name="csX655" fmla="*/ 62583 w 172460"/>
                <a:gd name="csY655" fmla="*/ 828383 h 841281"/>
                <a:gd name="csX656" fmla="*/ 59239 w 172460"/>
                <a:gd name="csY656" fmla="*/ 826950 h 841281"/>
                <a:gd name="csX657" fmla="*/ 53506 w 172460"/>
                <a:gd name="csY657" fmla="*/ 823128 h 841281"/>
                <a:gd name="csX658" fmla="*/ 52550 w 172460"/>
                <a:gd name="csY658" fmla="*/ 821695 h 841281"/>
                <a:gd name="csX659" fmla="*/ 53506 w 172460"/>
                <a:gd name="csY659" fmla="*/ 819784 h 841281"/>
                <a:gd name="csX660" fmla="*/ 55417 w 172460"/>
                <a:gd name="csY660" fmla="*/ 817873 h 841281"/>
                <a:gd name="csX661" fmla="*/ 55417 w 172460"/>
                <a:gd name="csY661" fmla="*/ 812140 h 841281"/>
                <a:gd name="csX662" fmla="*/ 55894 w 172460"/>
                <a:gd name="csY662" fmla="*/ 810229 h 841281"/>
                <a:gd name="csX663" fmla="*/ 56850 w 172460"/>
                <a:gd name="csY663" fmla="*/ 808796 h 841281"/>
                <a:gd name="csX664" fmla="*/ 59239 w 172460"/>
                <a:gd name="csY664" fmla="*/ 806885 h 841281"/>
                <a:gd name="csX665" fmla="*/ 60194 w 172460"/>
                <a:gd name="csY665" fmla="*/ 806885 h 841281"/>
                <a:gd name="csX666" fmla="*/ 61149 w 172460"/>
                <a:gd name="csY666" fmla="*/ 807363 h 841281"/>
                <a:gd name="csX667" fmla="*/ 61149 w 172460"/>
                <a:gd name="csY667" fmla="*/ 808796 h 841281"/>
                <a:gd name="csX668" fmla="*/ 64493 w 172460"/>
                <a:gd name="csY668" fmla="*/ 808796 h 841281"/>
                <a:gd name="csX669" fmla="*/ 71182 w 172460"/>
                <a:gd name="csY669" fmla="*/ 803541 h 841281"/>
                <a:gd name="csX670" fmla="*/ 74048 w 172460"/>
                <a:gd name="csY670" fmla="*/ 803541 h 841281"/>
                <a:gd name="csX671" fmla="*/ 77392 w 172460"/>
                <a:gd name="csY671" fmla="*/ 804496 h 841281"/>
                <a:gd name="csX672" fmla="*/ 81692 w 172460"/>
                <a:gd name="csY672" fmla="*/ 804019 h 841281"/>
                <a:gd name="csX673" fmla="*/ 82170 w 172460"/>
                <a:gd name="csY673" fmla="*/ 803541 h 841281"/>
                <a:gd name="csX674" fmla="*/ 83125 w 172460"/>
                <a:gd name="csY674" fmla="*/ 802585 h 841281"/>
                <a:gd name="csX675" fmla="*/ 80258 w 172460"/>
                <a:gd name="csY675" fmla="*/ 801152 h 841281"/>
                <a:gd name="csX676" fmla="*/ 77392 w 172460"/>
                <a:gd name="csY676" fmla="*/ 800197 h 841281"/>
                <a:gd name="csX677" fmla="*/ 69271 w 172460"/>
                <a:gd name="csY677" fmla="*/ 799719 h 841281"/>
                <a:gd name="csX678" fmla="*/ 67360 w 172460"/>
                <a:gd name="csY678" fmla="*/ 800197 h 841281"/>
                <a:gd name="csX679" fmla="*/ 64971 w 172460"/>
                <a:gd name="csY679" fmla="*/ 803063 h 841281"/>
                <a:gd name="csX680" fmla="*/ 64016 w 172460"/>
                <a:gd name="csY680" fmla="*/ 802585 h 841281"/>
                <a:gd name="csX681" fmla="*/ 63538 w 172460"/>
                <a:gd name="csY681" fmla="*/ 801152 h 841281"/>
                <a:gd name="csX682" fmla="*/ 60672 w 172460"/>
                <a:gd name="csY682" fmla="*/ 800197 h 841281"/>
                <a:gd name="csX683" fmla="*/ 59239 w 172460"/>
                <a:gd name="csY683" fmla="*/ 800197 h 841281"/>
                <a:gd name="csX684" fmla="*/ 58283 w 172460"/>
                <a:gd name="csY684" fmla="*/ 801630 h 841281"/>
                <a:gd name="csX685" fmla="*/ 58283 w 172460"/>
                <a:gd name="csY685" fmla="*/ 803541 h 841281"/>
                <a:gd name="csX686" fmla="*/ 57805 w 172460"/>
                <a:gd name="csY686" fmla="*/ 805452 h 841281"/>
                <a:gd name="csX687" fmla="*/ 54939 w 172460"/>
                <a:gd name="csY687" fmla="*/ 807840 h 841281"/>
                <a:gd name="csX688" fmla="*/ 53506 w 172460"/>
                <a:gd name="csY688" fmla="*/ 811185 h 841281"/>
                <a:gd name="csX689" fmla="*/ 53506 w 172460"/>
                <a:gd name="csY689" fmla="*/ 813573 h 841281"/>
                <a:gd name="csX690" fmla="*/ 53028 w 172460"/>
                <a:gd name="csY690" fmla="*/ 815006 h 841281"/>
                <a:gd name="csX691" fmla="*/ 52550 w 172460"/>
                <a:gd name="csY691" fmla="*/ 815484 h 841281"/>
                <a:gd name="csX692" fmla="*/ 51117 w 172460"/>
                <a:gd name="csY692" fmla="*/ 816439 h 841281"/>
                <a:gd name="csX693" fmla="*/ 46817 w 172460"/>
                <a:gd name="csY693" fmla="*/ 815962 h 841281"/>
                <a:gd name="csX694" fmla="*/ 44429 w 172460"/>
                <a:gd name="csY694" fmla="*/ 813096 h 841281"/>
                <a:gd name="csX695" fmla="*/ 43474 w 172460"/>
                <a:gd name="csY695" fmla="*/ 811185 h 841281"/>
                <a:gd name="csX696" fmla="*/ 41085 w 172460"/>
                <a:gd name="csY696" fmla="*/ 809274 h 841281"/>
                <a:gd name="csX697" fmla="*/ 46817 w 172460"/>
                <a:gd name="csY697" fmla="*/ 806885 h 841281"/>
                <a:gd name="csX698" fmla="*/ 48728 w 172460"/>
                <a:gd name="csY698" fmla="*/ 805452 h 841281"/>
                <a:gd name="csX699" fmla="*/ 50639 w 172460"/>
                <a:gd name="csY699" fmla="*/ 802108 h 841281"/>
                <a:gd name="csX700" fmla="*/ 52073 w 172460"/>
                <a:gd name="csY700" fmla="*/ 800197 h 841281"/>
                <a:gd name="csX701" fmla="*/ 51117 w 172460"/>
                <a:gd name="csY701" fmla="*/ 798764 h 841281"/>
                <a:gd name="csX702" fmla="*/ 50162 w 172460"/>
                <a:gd name="csY702" fmla="*/ 798764 h 841281"/>
                <a:gd name="csX703" fmla="*/ 50162 w 172460"/>
                <a:gd name="csY703" fmla="*/ 801152 h 841281"/>
                <a:gd name="csX704" fmla="*/ 48728 w 172460"/>
                <a:gd name="csY704" fmla="*/ 803063 h 841281"/>
                <a:gd name="csX705" fmla="*/ 46340 w 172460"/>
                <a:gd name="csY705" fmla="*/ 802108 h 841281"/>
                <a:gd name="csX706" fmla="*/ 42040 w 172460"/>
                <a:gd name="csY706" fmla="*/ 804974 h 841281"/>
                <a:gd name="csX707" fmla="*/ 39651 w 172460"/>
                <a:gd name="csY707" fmla="*/ 804019 h 841281"/>
                <a:gd name="csX708" fmla="*/ 35352 w 172460"/>
                <a:gd name="csY708" fmla="*/ 804974 h 841281"/>
                <a:gd name="csX709" fmla="*/ 33441 w 172460"/>
                <a:gd name="csY709" fmla="*/ 803541 h 841281"/>
                <a:gd name="csX710" fmla="*/ 32963 w 172460"/>
                <a:gd name="csY710" fmla="*/ 801630 h 841281"/>
                <a:gd name="csX711" fmla="*/ 33919 w 172460"/>
                <a:gd name="csY711" fmla="*/ 799719 h 841281"/>
                <a:gd name="csX712" fmla="*/ 32963 w 172460"/>
                <a:gd name="csY712" fmla="*/ 796375 h 841281"/>
                <a:gd name="csX713" fmla="*/ 32008 w 172460"/>
                <a:gd name="csY713" fmla="*/ 795420 h 841281"/>
                <a:gd name="csX714" fmla="*/ 31052 w 172460"/>
                <a:gd name="csY714" fmla="*/ 795897 h 841281"/>
                <a:gd name="csX715" fmla="*/ 30575 w 172460"/>
                <a:gd name="csY715" fmla="*/ 793986 h 841281"/>
                <a:gd name="csX716" fmla="*/ 29142 w 172460"/>
                <a:gd name="csY716" fmla="*/ 790164 h 841281"/>
                <a:gd name="csX717" fmla="*/ 28664 w 172460"/>
                <a:gd name="csY717" fmla="*/ 789209 h 841281"/>
                <a:gd name="csX718" fmla="*/ 28186 w 172460"/>
                <a:gd name="csY718" fmla="*/ 787776 h 841281"/>
                <a:gd name="csX719" fmla="*/ 28664 w 172460"/>
                <a:gd name="csY719" fmla="*/ 787298 h 841281"/>
                <a:gd name="csX720" fmla="*/ 30097 w 172460"/>
                <a:gd name="csY720" fmla="*/ 787776 h 841281"/>
                <a:gd name="csX721" fmla="*/ 31052 w 172460"/>
                <a:gd name="csY721" fmla="*/ 789209 h 841281"/>
                <a:gd name="csX722" fmla="*/ 32963 w 172460"/>
                <a:gd name="csY722" fmla="*/ 789209 h 841281"/>
                <a:gd name="csX723" fmla="*/ 37263 w 172460"/>
                <a:gd name="csY723" fmla="*/ 791120 h 841281"/>
                <a:gd name="csX724" fmla="*/ 38696 w 172460"/>
                <a:gd name="csY724" fmla="*/ 790642 h 841281"/>
                <a:gd name="csX725" fmla="*/ 39651 w 172460"/>
                <a:gd name="csY725" fmla="*/ 790164 h 841281"/>
                <a:gd name="csX726" fmla="*/ 40129 w 172460"/>
                <a:gd name="csY726" fmla="*/ 788254 h 841281"/>
                <a:gd name="csX727" fmla="*/ 40129 w 172460"/>
                <a:gd name="csY727" fmla="*/ 786820 h 841281"/>
                <a:gd name="csX728" fmla="*/ 40607 w 172460"/>
                <a:gd name="csY728" fmla="*/ 786820 h 841281"/>
                <a:gd name="csX729" fmla="*/ 42996 w 172460"/>
                <a:gd name="csY729" fmla="*/ 788731 h 841281"/>
                <a:gd name="csX730" fmla="*/ 44429 w 172460"/>
                <a:gd name="csY730" fmla="*/ 788731 h 841281"/>
                <a:gd name="csX731" fmla="*/ 47295 w 172460"/>
                <a:gd name="csY731" fmla="*/ 789209 h 841281"/>
                <a:gd name="csX732" fmla="*/ 48728 w 172460"/>
                <a:gd name="csY732" fmla="*/ 789209 h 841281"/>
                <a:gd name="csX733" fmla="*/ 51117 w 172460"/>
                <a:gd name="csY733" fmla="*/ 788254 h 841281"/>
                <a:gd name="csX734" fmla="*/ 54939 w 172460"/>
                <a:gd name="csY734" fmla="*/ 785865 h 841281"/>
                <a:gd name="csX735" fmla="*/ 56850 w 172460"/>
                <a:gd name="csY735" fmla="*/ 783476 h 841281"/>
                <a:gd name="csX736" fmla="*/ 57805 w 172460"/>
                <a:gd name="csY736" fmla="*/ 782998 h 841281"/>
                <a:gd name="csX737" fmla="*/ 58761 w 172460"/>
                <a:gd name="csY737" fmla="*/ 783476 h 841281"/>
                <a:gd name="csX738" fmla="*/ 59716 w 172460"/>
                <a:gd name="csY738" fmla="*/ 783954 h 841281"/>
                <a:gd name="csX739" fmla="*/ 59716 w 172460"/>
                <a:gd name="csY739" fmla="*/ 785865 h 841281"/>
                <a:gd name="csX740" fmla="*/ 60672 w 172460"/>
                <a:gd name="csY740" fmla="*/ 787298 h 841281"/>
                <a:gd name="csX741" fmla="*/ 61627 w 172460"/>
                <a:gd name="csY741" fmla="*/ 788731 h 841281"/>
                <a:gd name="csX742" fmla="*/ 62105 w 172460"/>
                <a:gd name="csY742" fmla="*/ 790164 h 841281"/>
                <a:gd name="csX743" fmla="*/ 62105 w 172460"/>
                <a:gd name="csY743" fmla="*/ 792075 h 841281"/>
                <a:gd name="csX744" fmla="*/ 59716 w 172460"/>
                <a:gd name="csY744" fmla="*/ 793986 h 841281"/>
                <a:gd name="csX745" fmla="*/ 59239 w 172460"/>
                <a:gd name="csY745" fmla="*/ 794942 h 841281"/>
                <a:gd name="csX746" fmla="*/ 60194 w 172460"/>
                <a:gd name="csY746" fmla="*/ 795897 h 841281"/>
                <a:gd name="csX747" fmla="*/ 61149 w 172460"/>
                <a:gd name="csY747" fmla="*/ 795420 h 841281"/>
                <a:gd name="csX748" fmla="*/ 62105 w 172460"/>
                <a:gd name="csY748" fmla="*/ 794464 h 841281"/>
                <a:gd name="csX749" fmla="*/ 63060 w 172460"/>
                <a:gd name="csY749" fmla="*/ 792553 h 841281"/>
                <a:gd name="csX750" fmla="*/ 63060 w 172460"/>
                <a:gd name="csY750" fmla="*/ 792075 h 841281"/>
                <a:gd name="csX751" fmla="*/ 63060 w 172460"/>
                <a:gd name="csY751" fmla="*/ 790642 h 841281"/>
                <a:gd name="csX752" fmla="*/ 63060 w 172460"/>
                <a:gd name="csY752" fmla="*/ 789209 h 841281"/>
                <a:gd name="csX753" fmla="*/ 61149 w 172460"/>
                <a:gd name="csY753" fmla="*/ 785387 h 841281"/>
                <a:gd name="csX754" fmla="*/ 61149 w 172460"/>
                <a:gd name="csY754" fmla="*/ 784432 h 841281"/>
                <a:gd name="csX755" fmla="*/ 61149 w 172460"/>
                <a:gd name="csY755" fmla="*/ 782998 h 841281"/>
                <a:gd name="csX756" fmla="*/ 63060 w 172460"/>
                <a:gd name="csY756" fmla="*/ 781088 h 841281"/>
                <a:gd name="csX757" fmla="*/ 63538 w 172460"/>
                <a:gd name="csY757" fmla="*/ 780132 h 841281"/>
                <a:gd name="csX758" fmla="*/ 64016 w 172460"/>
                <a:gd name="csY758" fmla="*/ 777266 h 841281"/>
                <a:gd name="csX759" fmla="*/ 62583 w 172460"/>
                <a:gd name="csY759" fmla="*/ 775832 h 841281"/>
                <a:gd name="csX760" fmla="*/ 58283 w 172460"/>
                <a:gd name="csY760" fmla="*/ 772011 h 841281"/>
                <a:gd name="csX761" fmla="*/ 51117 w 172460"/>
                <a:gd name="csY761" fmla="*/ 768189 h 841281"/>
                <a:gd name="csX762" fmla="*/ 50162 w 172460"/>
                <a:gd name="csY762" fmla="*/ 768189 h 841281"/>
                <a:gd name="csX763" fmla="*/ 49684 w 172460"/>
                <a:gd name="csY763" fmla="*/ 769144 h 841281"/>
                <a:gd name="csX764" fmla="*/ 50639 w 172460"/>
                <a:gd name="csY764" fmla="*/ 769622 h 841281"/>
                <a:gd name="csX765" fmla="*/ 51595 w 172460"/>
                <a:gd name="csY765" fmla="*/ 770100 h 841281"/>
                <a:gd name="csX766" fmla="*/ 57805 w 172460"/>
                <a:gd name="csY766" fmla="*/ 772966 h 841281"/>
                <a:gd name="csX767" fmla="*/ 59716 w 172460"/>
                <a:gd name="csY767" fmla="*/ 774877 h 841281"/>
                <a:gd name="csX768" fmla="*/ 60672 w 172460"/>
                <a:gd name="csY768" fmla="*/ 775355 h 841281"/>
                <a:gd name="csX769" fmla="*/ 62105 w 172460"/>
                <a:gd name="csY769" fmla="*/ 776788 h 841281"/>
                <a:gd name="csX770" fmla="*/ 61627 w 172460"/>
                <a:gd name="csY770" fmla="*/ 778699 h 841281"/>
                <a:gd name="csX771" fmla="*/ 54939 w 172460"/>
                <a:gd name="csY771" fmla="*/ 780132 h 841281"/>
                <a:gd name="csX772" fmla="*/ 50162 w 172460"/>
                <a:gd name="csY772" fmla="*/ 783954 h 841281"/>
                <a:gd name="csX773" fmla="*/ 46340 w 172460"/>
                <a:gd name="csY773" fmla="*/ 786343 h 841281"/>
                <a:gd name="csX774" fmla="*/ 43474 w 172460"/>
                <a:gd name="csY774" fmla="*/ 785387 h 841281"/>
                <a:gd name="csX775" fmla="*/ 42040 w 172460"/>
                <a:gd name="csY775" fmla="*/ 783476 h 841281"/>
                <a:gd name="csX776" fmla="*/ 40607 w 172460"/>
                <a:gd name="csY776" fmla="*/ 780132 h 841281"/>
                <a:gd name="csX777" fmla="*/ 38696 w 172460"/>
                <a:gd name="csY777" fmla="*/ 778221 h 841281"/>
                <a:gd name="csX778" fmla="*/ 37741 w 172460"/>
                <a:gd name="csY778" fmla="*/ 778699 h 841281"/>
                <a:gd name="csX779" fmla="*/ 36785 w 172460"/>
                <a:gd name="csY779" fmla="*/ 778221 h 841281"/>
                <a:gd name="csX780" fmla="*/ 35830 w 172460"/>
                <a:gd name="csY780" fmla="*/ 777266 h 841281"/>
                <a:gd name="csX781" fmla="*/ 34397 w 172460"/>
                <a:gd name="csY781" fmla="*/ 778221 h 841281"/>
                <a:gd name="csX782" fmla="*/ 31052 w 172460"/>
                <a:gd name="csY782" fmla="*/ 775832 h 841281"/>
                <a:gd name="csX783" fmla="*/ 30097 w 172460"/>
                <a:gd name="csY783" fmla="*/ 774877 h 841281"/>
                <a:gd name="csX784" fmla="*/ 32486 w 172460"/>
                <a:gd name="csY784" fmla="*/ 772011 h 841281"/>
                <a:gd name="csX785" fmla="*/ 35352 w 172460"/>
                <a:gd name="csY785" fmla="*/ 772966 h 841281"/>
                <a:gd name="csX786" fmla="*/ 35830 w 172460"/>
                <a:gd name="csY786" fmla="*/ 764845 h 841281"/>
                <a:gd name="csX787" fmla="*/ 34874 w 172460"/>
                <a:gd name="csY787" fmla="*/ 762934 h 841281"/>
                <a:gd name="csX788" fmla="*/ 31530 w 172460"/>
                <a:gd name="csY788" fmla="*/ 761023 h 841281"/>
                <a:gd name="csX789" fmla="*/ 29619 w 172460"/>
                <a:gd name="csY789" fmla="*/ 761023 h 841281"/>
                <a:gd name="csX790" fmla="*/ 27231 w 172460"/>
                <a:gd name="csY790" fmla="*/ 761023 h 841281"/>
                <a:gd name="csX791" fmla="*/ 25798 w 172460"/>
                <a:gd name="csY791" fmla="*/ 760067 h 841281"/>
                <a:gd name="csX792" fmla="*/ 23886 w 172460"/>
                <a:gd name="csY792" fmla="*/ 759590 h 841281"/>
                <a:gd name="csX793" fmla="*/ 22453 w 172460"/>
                <a:gd name="csY793" fmla="*/ 759112 h 841281"/>
                <a:gd name="csX794" fmla="*/ 20065 w 172460"/>
                <a:gd name="csY794" fmla="*/ 757679 h 841281"/>
                <a:gd name="csX795" fmla="*/ 17676 w 172460"/>
                <a:gd name="csY795" fmla="*/ 757201 h 841281"/>
                <a:gd name="csX796" fmla="*/ 14332 w 172460"/>
                <a:gd name="csY796" fmla="*/ 751946 h 841281"/>
                <a:gd name="csX797" fmla="*/ 12899 w 172460"/>
                <a:gd name="csY797" fmla="*/ 749080 h 841281"/>
                <a:gd name="csX798" fmla="*/ 11943 w 172460"/>
                <a:gd name="csY798" fmla="*/ 746213 h 841281"/>
                <a:gd name="csX799" fmla="*/ 17198 w 172460"/>
                <a:gd name="csY799" fmla="*/ 746213 h 841281"/>
                <a:gd name="csX800" fmla="*/ 20065 w 172460"/>
                <a:gd name="csY800" fmla="*/ 745736 h 841281"/>
                <a:gd name="csX801" fmla="*/ 21020 w 172460"/>
                <a:gd name="csY801" fmla="*/ 744302 h 841281"/>
                <a:gd name="csX802" fmla="*/ 20065 w 172460"/>
                <a:gd name="csY802" fmla="*/ 741914 h 841281"/>
                <a:gd name="csX803" fmla="*/ 18632 w 172460"/>
                <a:gd name="csY803" fmla="*/ 740003 h 841281"/>
                <a:gd name="csX804" fmla="*/ 19587 w 172460"/>
                <a:gd name="csY804" fmla="*/ 738092 h 841281"/>
                <a:gd name="csX805" fmla="*/ 21020 w 172460"/>
                <a:gd name="csY805" fmla="*/ 737137 h 841281"/>
                <a:gd name="csX806" fmla="*/ 22931 w 172460"/>
                <a:gd name="csY806" fmla="*/ 737614 h 841281"/>
                <a:gd name="csX807" fmla="*/ 26753 w 172460"/>
                <a:gd name="csY807" fmla="*/ 740481 h 841281"/>
                <a:gd name="csX808" fmla="*/ 27231 w 172460"/>
                <a:gd name="csY808" fmla="*/ 742391 h 841281"/>
                <a:gd name="csX809" fmla="*/ 30097 w 172460"/>
                <a:gd name="csY809" fmla="*/ 748602 h 841281"/>
                <a:gd name="csX810" fmla="*/ 30575 w 172460"/>
                <a:gd name="csY810" fmla="*/ 749557 h 841281"/>
                <a:gd name="csX811" fmla="*/ 31052 w 172460"/>
                <a:gd name="csY811" fmla="*/ 750035 h 841281"/>
                <a:gd name="csX812" fmla="*/ 36785 w 172460"/>
                <a:gd name="csY812" fmla="*/ 753379 h 841281"/>
                <a:gd name="csX813" fmla="*/ 37741 w 172460"/>
                <a:gd name="csY813" fmla="*/ 753379 h 841281"/>
                <a:gd name="csX814" fmla="*/ 37263 w 172460"/>
                <a:gd name="csY814" fmla="*/ 750513 h 841281"/>
                <a:gd name="csX815" fmla="*/ 39174 w 172460"/>
                <a:gd name="csY815" fmla="*/ 746691 h 841281"/>
                <a:gd name="csX816" fmla="*/ 40607 w 172460"/>
                <a:gd name="csY816" fmla="*/ 745258 h 841281"/>
                <a:gd name="csX817" fmla="*/ 41563 w 172460"/>
                <a:gd name="csY817" fmla="*/ 745258 h 841281"/>
                <a:gd name="csX818" fmla="*/ 41563 w 172460"/>
                <a:gd name="csY818" fmla="*/ 744780 h 841281"/>
                <a:gd name="csX819" fmla="*/ 40129 w 172460"/>
                <a:gd name="csY819" fmla="*/ 742869 h 841281"/>
                <a:gd name="csX820" fmla="*/ 40607 w 172460"/>
                <a:gd name="csY820" fmla="*/ 740481 h 841281"/>
                <a:gd name="csX821" fmla="*/ 40129 w 172460"/>
                <a:gd name="csY821" fmla="*/ 740481 h 841281"/>
                <a:gd name="csX822" fmla="*/ 38696 w 172460"/>
                <a:gd name="csY822" fmla="*/ 741914 h 841281"/>
                <a:gd name="csX823" fmla="*/ 35830 w 172460"/>
                <a:gd name="csY823" fmla="*/ 749080 h 841281"/>
                <a:gd name="csX824" fmla="*/ 34397 w 172460"/>
                <a:gd name="csY824" fmla="*/ 750035 h 841281"/>
                <a:gd name="csX825" fmla="*/ 32008 w 172460"/>
                <a:gd name="csY825" fmla="*/ 747169 h 841281"/>
                <a:gd name="csX826" fmla="*/ 30575 w 172460"/>
                <a:gd name="csY826" fmla="*/ 744780 h 841281"/>
                <a:gd name="csX827" fmla="*/ 30097 w 172460"/>
                <a:gd name="csY827" fmla="*/ 743825 h 841281"/>
                <a:gd name="csX828" fmla="*/ 30097 w 172460"/>
                <a:gd name="csY828" fmla="*/ 740481 h 841281"/>
                <a:gd name="csX829" fmla="*/ 34874 w 172460"/>
                <a:gd name="csY829" fmla="*/ 740958 h 841281"/>
                <a:gd name="csX830" fmla="*/ 33441 w 172460"/>
                <a:gd name="csY830" fmla="*/ 740003 h 841281"/>
                <a:gd name="csX831" fmla="*/ 27708 w 172460"/>
                <a:gd name="csY831" fmla="*/ 738092 h 841281"/>
                <a:gd name="csX832" fmla="*/ 26275 w 172460"/>
                <a:gd name="csY832" fmla="*/ 737137 h 841281"/>
                <a:gd name="csX833" fmla="*/ 25320 w 172460"/>
                <a:gd name="csY833" fmla="*/ 736659 h 841281"/>
                <a:gd name="csX834" fmla="*/ 23886 w 172460"/>
                <a:gd name="csY834" fmla="*/ 734270 h 841281"/>
                <a:gd name="csX835" fmla="*/ 21498 w 172460"/>
                <a:gd name="csY835" fmla="*/ 732359 h 841281"/>
                <a:gd name="csX836" fmla="*/ 25320 w 172460"/>
                <a:gd name="csY836" fmla="*/ 728537 h 841281"/>
                <a:gd name="csX837" fmla="*/ 27231 w 172460"/>
                <a:gd name="csY837" fmla="*/ 726149 h 841281"/>
                <a:gd name="csX838" fmla="*/ 33441 w 172460"/>
                <a:gd name="csY838" fmla="*/ 727582 h 841281"/>
                <a:gd name="csX839" fmla="*/ 34874 w 172460"/>
                <a:gd name="csY839" fmla="*/ 726626 h 841281"/>
                <a:gd name="csX840" fmla="*/ 33441 w 172460"/>
                <a:gd name="csY840" fmla="*/ 724716 h 841281"/>
                <a:gd name="csX841" fmla="*/ 32486 w 172460"/>
                <a:gd name="csY841" fmla="*/ 725193 h 841281"/>
                <a:gd name="csX842" fmla="*/ 30575 w 172460"/>
                <a:gd name="csY842" fmla="*/ 724238 h 841281"/>
                <a:gd name="csX843" fmla="*/ 27708 w 172460"/>
                <a:gd name="csY843" fmla="*/ 720416 h 841281"/>
                <a:gd name="csX844" fmla="*/ 27708 w 172460"/>
                <a:gd name="csY844" fmla="*/ 718983 h 841281"/>
                <a:gd name="csX845" fmla="*/ 28186 w 172460"/>
                <a:gd name="csY845" fmla="*/ 715639 h 841281"/>
                <a:gd name="csX846" fmla="*/ 29142 w 172460"/>
                <a:gd name="csY846" fmla="*/ 714683 h 841281"/>
                <a:gd name="csX847" fmla="*/ 32008 w 172460"/>
                <a:gd name="csY847" fmla="*/ 714206 h 841281"/>
                <a:gd name="csX848" fmla="*/ 34874 w 172460"/>
                <a:gd name="csY848" fmla="*/ 715161 h 841281"/>
                <a:gd name="csX849" fmla="*/ 35830 w 172460"/>
                <a:gd name="csY849" fmla="*/ 716116 h 841281"/>
                <a:gd name="csX850" fmla="*/ 37263 w 172460"/>
                <a:gd name="csY850" fmla="*/ 715639 h 841281"/>
                <a:gd name="csX851" fmla="*/ 35830 w 172460"/>
                <a:gd name="csY851" fmla="*/ 713250 h 841281"/>
                <a:gd name="csX852" fmla="*/ 33919 w 172460"/>
                <a:gd name="csY852" fmla="*/ 712295 h 841281"/>
                <a:gd name="csX853" fmla="*/ 32008 w 172460"/>
                <a:gd name="csY853" fmla="*/ 710861 h 841281"/>
                <a:gd name="csX854" fmla="*/ 32008 w 172460"/>
                <a:gd name="csY854" fmla="*/ 708950 h 841281"/>
                <a:gd name="csX855" fmla="*/ 32963 w 172460"/>
                <a:gd name="csY855" fmla="*/ 707040 h 841281"/>
                <a:gd name="csX856" fmla="*/ 33441 w 172460"/>
                <a:gd name="csY856" fmla="*/ 705606 h 841281"/>
                <a:gd name="csX857" fmla="*/ 33919 w 172460"/>
                <a:gd name="csY857" fmla="*/ 703218 h 841281"/>
                <a:gd name="csX858" fmla="*/ 33441 w 172460"/>
                <a:gd name="csY858" fmla="*/ 701307 h 841281"/>
                <a:gd name="csX859" fmla="*/ 34397 w 172460"/>
                <a:gd name="csY859" fmla="*/ 700351 h 841281"/>
                <a:gd name="csX860" fmla="*/ 35352 w 172460"/>
                <a:gd name="csY860" fmla="*/ 699874 h 841281"/>
                <a:gd name="csX861" fmla="*/ 35352 w 172460"/>
                <a:gd name="csY861" fmla="*/ 699396 h 841281"/>
                <a:gd name="csX862" fmla="*/ 33441 w 172460"/>
                <a:gd name="csY862" fmla="*/ 699396 h 841281"/>
                <a:gd name="csX863" fmla="*/ 32486 w 172460"/>
                <a:gd name="csY863" fmla="*/ 701784 h 841281"/>
                <a:gd name="csX864" fmla="*/ 32486 w 172460"/>
                <a:gd name="csY864" fmla="*/ 704173 h 841281"/>
                <a:gd name="csX865" fmla="*/ 31052 w 172460"/>
                <a:gd name="csY865" fmla="*/ 705606 h 841281"/>
                <a:gd name="csX866" fmla="*/ 30575 w 172460"/>
                <a:gd name="csY866" fmla="*/ 707517 h 841281"/>
                <a:gd name="csX867" fmla="*/ 30097 w 172460"/>
                <a:gd name="csY867" fmla="*/ 709906 h 841281"/>
                <a:gd name="csX868" fmla="*/ 29619 w 172460"/>
                <a:gd name="csY868" fmla="*/ 712772 h 841281"/>
                <a:gd name="csX869" fmla="*/ 27708 w 172460"/>
                <a:gd name="csY869" fmla="*/ 711817 h 841281"/>
                <a:gd name="csX870" fmla="*/ 26753 w 172460"/>
                <a:gd name="csY870" fmla="*/ 710384 h 841281"/>
                <a:gd name="csX871" fmla="*/ 26753 w 172460"/>
                <a:gd name="csY871" fmla="*/ 709906 h 841281"/>
                <a:gd name="csX872" fmla="*/ 26753 w 172460"/>
                <a:gd name="csY872" fmla="*/ 708473 h 841281"/>
                <a:gd name="csX873" fmla="*/ 26275 w 172460"/>
                <a:gd name="csY873" fmla="*/ 699874 h 841281"/>
                <a:gd name="csX874" fmla="*/ 26275 w 172460"/>
                <a:gd name="csY874" fmla="*/ 693185 h 841281"/>
                <a:gd name="csX875" fmla="*/ 27231 w 172460"/>
                <a:gd name="csY875" fmla="*/ 687453 h 841281"/>
                <a:gd name="csX876" fmla="*/ 29142 w 172460"/>
                <a:gd name="csY876" fmla="*/ 685542 h 841281"/>
                <a:gd name="csX877" fmla="*/ 30575 w 172460"/>
                <a:gd name="csY877" fmla="*/ 685064 h 841281"/>
                <a:gd name="csX878" fmla="*/ 31530 w 172460"/>
                <a:gd name="csY878" fmla="*/ 685064 h 841281"/>
                <a:gd name="csX879" fmla="*/ 32486 w 172460"/>
                <a:gd name="csY879" fmla="*/ 685064 h 841281"/>
                <a:gd name="csX880" fmla="*/ 33441 w 172460"/>
                <a:gd name="csY880" fmla="*/ 684109 h 841281"/>
                <a:gd name="csX881" fmla="*/ 30575 w 172460"/>
                <a:gd name="csY881" fmla="*/ 683153 h 841281"/>
                <a:gd name="csX882" fmla="*/ 28664 w 172460"/>
                <a:gd name="csY882" fmla="*/ 683631 h 841281"/>
                <a:gd name="csX883" fmla="*/ 27231 w 172460"/>
                <a:gd name="csY883" fmla="*/ 684586 h 841281"/>
                <a:gd name="csX884" fmla="*/ 24364 w 172460"/>
                <a:gd name="csY884" fmla="*/ 684109 h 841281"/>
                <a:gd name="csX885" fmla="*/ 23886 w 172460"/>
                <a:gd name="csY885" fmla="*/ 681242 h 841281"/>
                <a:gd name="csX886" fmla="*/ 22453 w 172460"/>
                <a:gd name="csY886" fmla="*/ 678853 h 841281"/>
                <a:gd name="csX887" fmla="*/ 21976 w 172460"/>
                <a:gd name="csY887" fmla="*/ 675987 h 841281"/>
                <a:gd name="csX888" fmla="*/ 22453 w 172460"/>
                <a:gd name="csY888" fmla="*/ 671210 h 841281"/>
                <a:gd name="csX889" fmla="*/ 25798 w 172460"/>
                <a:gd name="csY889" fmla="*/ 671688 h 841281"/>
                <a:gd name="csX890" fmla="*/ 28664 w 172460"/>
                <a:gd name="csY890" fmla="*/ 672643 h 841281"/>
                <a:gd name="csX891" fmla="*/ 36785 w 172460"/>
                <a:gd name="csY891" fmla="*/ 672643 h 841281"/>
                <a:gd name="csX892" fmla="*/ 43474 w 172460"/>
                <a:gd name="csY892" fmla="*/ 676943 h 841281"/>
                <a:gd name="csX893" fmla="*/ 46340 w 172460"/>
                <a:gd name="csY893" fmla="*/ 675987 h 841281"/>
                <a:gd name="csX894" fmla="*/ 45862 w 172460"/>
                <a:gd name="csY894" fmla="*/ 675509 h 841281"/>
                <a:gd name="csX895" fmla="*/ 43951 w 172460"/>
                <a:gd name="csY895" fmla="*/ 674076 h 841281"/>
                <a:gd name="csX896" fmla="*/ 42518 w 172460"/>
                <a:gd name="csY896" fmla="*/ 671688 h 841281"/>
                <a:gd name="csX897" fmla="*/ 41563 w 172460"/>
                <a:gd name="csY897" fmla="*/ 671210 h 841281"/>
                <a:gd name="csX898" fmla="*/ 41085 w 172460"/>
                <a:gd name="csY898" fmla="*/ 669777 h 841281"/>
                <a:gd name="csX899" fmla="*/ 41085 w 172460"/>
                <a:gd name="csY899" fmla="*/ 668343 h 841281"/>
                <a:gd name="csX900" fmla="*/ 39651 w 172460"/>
                <a:gd name="csY900" fmla="*/ 662133 h 841281"/>
                <a:gd name="csX901" fmla="*/ 38696 w 172460"/>
                <a:gd name="csY901" fmla="*/ 662133 h 841281"/>
                <a:gd name="csX902" fmla="*/ 38218 w 172460"/>
                <a:gd name="csY902" fmla="*/ 664522 h 841281"/>
                <a:gd name="csX903" fmla="*/ 36785 w 172460"/>
                <a:gd name="csY903" fmla="*/ 667866 h 841281"/>
                <a:gd name="csX904" fmla="*/ 34874 w 172460"/>
                <a:gd name="csY904" fmla="*/ 669299 h 841281"/>
                <a:gd name="csX905" fmla="*/ 32008 w 172460"/>
                <a:gd name="csY905" fmla="*/ 670254 h 841281"/>
                <a:gd name="csX906" fmla="*/ 29142 w 172460"/>
                <a:gd name="csY906" fmla="*/ 670732 h 841281"/>
                <a:gd name="csX907" fmla="*/ 26753 w 172460"/>
                <a:gd name="csY907" fmla="*/ 669777 h 841281"/>
                <a:gd name="csX908" fmla="*/ 26275 w 172460"/>
                <a:gd name="csY908" fmla="*/ 668343 h 841281"/>
                <a:gd name="csX909" fmla="*/ 26275 w 172460"/>
                <a:gd name="csY909" fmla="*/ 666910 h 841281"/>
                <a:gd name="csX910" fmla="*/ 25320 w 172460"/>
                <a:gd name="csY910" fmla="*/ 665955 h 841281"/>
                <a:gd name="csX911" fmla="*/ 22453 w 172460"/>
                <a:gd name="csY911" fmla="*/ 664999 h 841281"/>
                <a:gd name="csX912" fmla="*/ 21976 w 172460"/>
                <a:gd name="csY912" fmla="*/ 664999 h 841281"/>
                <a:gd name="csX913" fmla="*/ 21020 w 172460"/>
                <a:gd name="csY913" fmla="*/ 663088 h 841281"/>
                <a:gd name="csX914" fmla="*/ 21976 w 172460"/>
                <a:gd name="csY914" fmla="*/ 661177 h 841281"/>
                <a:gd name="csX915" fmla="*/ 23409 w 172460"/>
                <a:gd name="csY915" fmla="*/ 659744 h 841281"/>
                <a:gd name="csX916" fmla="*/ 24842 w 172460"/>
                <a:gd name="csY916" fmla="*/ 659744 h 841281"/>
                <a:gd name="csX917" fmla="*/ 25798 w 172460"/>
                <a:gd name="csY917" fmla="*/ 660700 h 841281"/>
                <a:gd name="csX918" fmla="*/ 27708 w 172460"/>
                <a:gd name="csY918" fmla="*/ 662133 h 841281"/>
                <a:gd name="csX919" fmla="*/ 29142 w 172460"/>
                <a:gd name="csY919" fmla="*/ 662611 h 841281"/>
                <a:gd name="csX920" fmla="*/ 31052 w 172460"/>
                <a:gd name="csY920" fmla="*/ 661177 h 841281"/>
                <a:gd name="csX921" fmla="*/ 31052 w 172460"/>
                <a:gd name="csY921" fmla="*/ 660222 h 841281"/>
                <a:gd name="csX922" fmla="*/ 30097 w 172460"/>
                <a:gd name="csY922" fmla="*/ 659744 h 841281"/>
                <a:gd name="csX923" fmla="*/ 29142 w 172460"/>
                <a:gd name="csY923" fmla="*/ 659267 h 841281"/>
                <a:gd name="csX924" fmla="*/ 27231 w 172460"/>
                <a:gd name="csY924" fmla="*/ 658789 h 841281"/>
                <a:gd name="csX925" fmla="*/ 24364 w 172460"/>
                <a:gd name="csY925" fmla="*/ 655923 h 841281"/>
                <a:gd name="csX926" fmla="*/ 25798 w 172460"/>
                <a:gd name="csY926" fmla="*/ 653056 h 841281"/>
                <a:gd name="csX927" fmla="*/ 29619 w 172460"/>
                <a:gd name="csY927" fmla="*/ 650190 h 841281"/>
                <a:gd name="csX928" fmla="*/ 30575 w 172460"/>
                <a:gd name="csY928" fmla="*/ 649234 h 841281"/>
                <a:gd name="csX929" fmla="*/ 29619 w 172460"/>
                <a:gd name="csY929" fmla="*/ 646846 h 841281"/>
                <a:gd name="csX930" fmla="*/ 31052 w 172460"/>
                <a:gd name="csY930" fmla="*/ 643979 h 841281"/>
                <a:gd name="csX931" fmla="*/ 29619 w 172460"/>
                <a:gd name="csY931" fmla="*/ 641591 h 841281"/>
                <a:gd name="csX932" fmla="*/ 27708 w 172460"/>
                <a:gd name="csY932" fmla="*/ 638724 h 841281"/>
                <a:gd name="csX933" fmla="*/ 24842 w 172460"/>
                <a:gd name="csY933" fmla="*/ 638246 h 841281"/>
                <a:gd name="csX934" fmla="*/ 24364 w 172460"/>
                <a:gd name="csY934" fmla="*/ 639202 h 841281"/>
                <a:gd name="csX935" fmla="*/ 24364 w 172460"/>
                <a:gd name="csY935" fmla="*/ 640157 h 841281"/>
                <a:gd name="csX936" fmla="*/ 24842 w 172460"/>
                <a:gd name="csY936" fmla="*/ 641113 h 841281"/>
                <a:gd name="csX937" fmla="*/ 24364 w 172460"/>
                <a:gd name="csY937" fmla="*/ 641591 h 841281"/>
                <a:gd name="csX938" fmla="*/ 23886 w 172460"/>
                <a:gd name="csY938" fmla="*/ 641591 h 841281"/>
                <a:gd name="csX939" fmla="*/ 20065 w 172460"/>
                <a:gd name="csY939" fmla="*/ 641113 h 841281"/>
                <a:gd name="csX940" fmla="*/ 17676 w 172460"/>
                <a:gd name="csY940" fmla="*/ 639202 h 841281"/>
                <a:gd name="csX941" fmla="*/ 13854 w 172460"/>
                <a:gd name="csY941" fmla="*/ 637769 h 841281"/>
                <a:gd name="csX942" fmla="*/ 13376 w 172460"/>
                <a:gd name="csY942" fmla="*/ 636336 h 841281"/>
                <a:gd name="csX943" fmla="*/ 12899 w 172460"/>
                <a:gd name="csY943" fmla="*/ 634902 h 841281"/>
                <a:gd name="csX944" fmla="*/ 14332 w 172460"/>
                <a:gd name="csY944" fmla="*/ 631558 h 841281"/>
                <a:gd name="csX945" fmla="*/ 13854 w 172460"/>
                <a:gd name="csY945" fmla="*/ 631558 h 841281"/>
                <a:gd name="csX946" fmla="*/ 10988 w 172460"/>
                <a:gd name="csY946" fmla="*/ 633947 h 841281"/>
                <a:gd name="csX947" fmla="*/ 7166 w 172460"/>
                <a:gd name="csY947" fmla="*/ 635380 h 841281"/>
                <a:gd name="csX948" fmla="*/ 4777 w 172460"/>
                <a:gd name="csY948" fmla="*/ 635380 h 841281"/>
                <a:gd name="csX949" fmla="*/ 3344 w 172460"/>
                <a:gd name="csY949" fmla="*/ 636336 h 841281"/>
                <a:gd name="csX950" fmla="*/ 2867 w 172460"/>
                <a:gd name="csY950" fmla="*/ 637291 h 841281"/>
                <a:gd name="csX951" fmla="*/ 3822 w 172460"/>
                <a:gd name="csY951" fmla="*/ 637769 h 841281"/>
                <a:gd name="csX952" fmla="*/ 5255 w 172460"/>
                <a:gd name="csY952" fmla="*/ 637769 h 841281"/>
                <a:gd name="csX953" fmla="*/ 6210 w 172460"/>
                <a:gd name="csY953" fmla="*/ 641113 h 841281"/>
                <a:gd name="csX954" fmla="*/ 6210 w 172460"/>
                <a:gd name="csY954" fmla="*/ 642068 h 841281"/>
                <a:gd name="csX955" fmla="*/ 5733 w 172460"/>
                <a:gd name="csY955" fmla="*/ 642546 h 841281"/>
                <a:gd name="csX956" fmla="*/ 4300 w 172460"/>
                <a:gd name="csY956" fmla="*/ 643024 h 841281"/>
                <a:gd name="csX957" fmla="*/ 1433 w 172460"/>
                <a:gd name="csY957" fmla="*/ 641113 h 841281"/>
                <a:gd name="csX958" fmla="*/ 0 w 172460"/>
                <a:gd name="csY958" fmla="*/ 638724 h 841281"/>
                <a:gd name="csX959" fmla="*/ 0 w 172460"/>
                <a:gd name="csY959" fmla="*/ 636813 h 841281"/>
                <a:gd name="csX960" fmla="*/ 956 w 172460"/>
                <a:gd name="csY960" fmla="*/ 634425 h 841281"/>
                <a:gd name="csX961" fmla="*/ 5255 w 172460"/>
                <a:gd name="csY961" fmla="*/ 631081 h 841281"/>
                <a:gd name="csX962" fmla="*/ 6688 w 172460"/>
                <a:gd name="csY962" fmla="*/ 629647 h 841281"/>
                <a:gd name="csX963" fmla="*/ 9077 w 172460"/>
                <a:gd name="csY963" fmla="*/ 627736 h 841281"/>
                <a:gd name="csX964" fmla="*/ 12421 w 172460"/>
                <a:gd name="csY964" fmla="*/ 624392 h 841281"/>
                <a:gd name="csX965" fmla="*/ 15765 w 172460"/>
                <a:gd name="csY965" fmla="*/ 622481 h 841281"/>
                <a:gd name="csX966" fmla="*/ 14332 w 172460"/>
                <a:gd name="csY966" fmla="*/ 620570 h 841281"/>
                <a:gd name="csX967" fmla="*/ 12421 w 172460"/>
                <a:gd name="csY967" fmla="*/ 618182 h 841281"/>
                <a:gd name="csX968" fmla="*/ 12899 w 172460"/>
                <a:gd name="csY968" fmla="*/ 614838 h 841281"/>
                <a:gd name="csX969" fmla="*/ 18632 w 172460"/>
                <a:gd name="csY969" fmla="*/ 613404 h 841281"/>
                <a:gd name="csX970" fmla="*/ 21498 w 172460"/>
                <a:gd name="csY970" fmla="*/ 614360 h 841281"/>
                <a:gd name="csX971" fmla="*/ 24842 w 172460"/>
                <a:gd name="csY971" fmla="*/ 613882 h 841281"/>
                <a:gd name="csX972" fmla="*/ 26753 w 172460"/>
                <a:gd name="csY972" fmla="*/ 613404 h 841281"/>
                <a:gd name="csX973" fmla="*/ 27708 w 172460"/>
                <a:gd name="csY973" fmla="*/ 612927 h 841281"/>
                <a:gd name="csX974" fmla="*/ 30575 w 172460"/>
                <a:gd name="csY974" fmla="*/ 611971 h 841281"/>
                <a:gd name="csX975" fmla="*/ 32008 w 172460"/>
                <a:gd name="csY975" fmla="*/ 611016 h 841281"/>
                <a:gd name="csX976" fmla="*/ 32008 w 172460"/>
                <a:gd name="csY976" fmla="*/ 610061 h 841281"/>
                <a:gd name="csX977" fmla="*/ 32008 w 172460"/>
                <a:gd name="csY977" fmla="*/ 609105 h 841281"/>
                <a:gd name="csX978" fmla="*/ 32008 w 172460"/>
                <a:gd name="csY978" fmla="*/ 608150 h 841281"/>
                <a:gd name="csX979" fmla="*/ 31530 w 172460"/>
                <a:gd name="csY979" fmla="*/ 605283 h 841281"/>
                <a:gd name="csX980" fmla="*/ 32008 w 172460"/>
                <a:gd name="csY980" fmla="*/ 604328 h 841281"/>
                <a:gd name="csX981" fmla="*/ 32963 w 172460"/>
                <a:gd name="csY981" fmla="*/ 602895 h 841281"/>
                <a:gd name="csX982" fmla="*/ 34874 w 172460"/>
                <a:gd name="csY982" fmla="*/ 602895 h 841281"/>
                <a:gd name="csX983" fmla="*/ 35352 w 172460"/>
                <a:gd name="csY983" fmla="*/ 602895 h 841281"/>
                <a:gd name="csX984" fmla="*/ 37263 w 172460"/>
                <a:gd name="csY984" fmla="*/ 603850 h 841281"/>
                <a:gd name="csX985" fmla="*/ 36785 w 172460"/>
                <a:gd name="csY985" fmla="*/ 605283 h 841281"/>
                <a:gd name="csX986" fmla="*/ 36308 w 172460"/>
                <a:gd name="csY986" fmla="*/ 607194 h 841281"/>
                <a:gd name="csX987" fmla="*/ 34397 w 172460"/>
                <a:gd name="csY987" fmla="*/ 613882 h 841281"/>
                <a:gd name="csX988" fmla="*/ 33919 w 172460"/>
                <a:gd name="csY988" fmla="*/ 615315 h 841281"/>
                <a:gd name="csX989" fmla="*/ 32486 w 172460"/>
                <a:gd name="csY989" fmla="*/ 616749 h 841281"/>
                <a:gd name="csX990" fmla="*/ 33441 w 172460"/>
                <a:gd name="csY990" fmla="*/ 619615 h 841281"/>
                <a:gd name="csX991" fmla="*/ 32486 w 172460"/>
                <a:gd name="csY991" fmla="*/ 621526 h 841281"/>
                <a:gd name="csX992" fmla="*/ 26753 w 172460"/>
                <a:gd name="csY992" fmla="*/ 623915 h 841281"/>
                <a:gd name="csX993" fmla="*/ 26275 w 172460"/>
                <a:gd name="csY993" fmla="*/ 623915 h 841281"/>
                <a:gd name="csX994" fmla="*/ 26275 w 172460"/>
                <a:gd name="csY994" fmla="*/ 624870 h 841281"/>
                <a:gd name="csX995" fmla="*/ 29619 w 172460"/>
                <a:gd name="csY995" fmla="*/ 624392 h 841281"/>
                <a:gd name="csX996" fmla="*/ 32008 w 172460"/>
                <a:gd name="csY996" fmla="*/ 623915 h 841281"/>
                <a:gd name="csX997" fmla="*/ 34397 w 172460"/>
                <a:gd name="csY997" fmla="*/ 622481 h 841281"/>
                <a:gd name="csX998" fmla="*/ 35352 w 172460"/>
                <a:gd name="csY998" fmla="*/ 619615 h 841281"/>
                <a:gd name="csX999" fmla="*/ 36308 w 172460"/>
                <a:gd name="csY999" fmla="*/ 614360 h 841281"/>
                <a:gd name="csX1000" fmla="*/ 37741 w 172460"/>
                <a:gd name="csY1000" fmla="*/ 613404 h 841281"/>
                <a:gd name="csX1001" fmla="*/ 39174 w 172460"/>
                <a:gd name="csY1001" fmla="*/ 613404 h 841281"/>
                <a:gd name="csX1002" fmla="*/ 40129 w 172460"/>
                <a:gd name="csY1002" fmla="*/ 614360 h 841281"/>
                <a:gd name="csX1003" fmla="*/ 39651 w 172460"/>
                <a:gd name="csY1003" fmla="*/ 617227 h 841281"/>
                <a:gd name="csX1004" fmla="*/ 39651 w 172460"/>
                <a:gd name="csY1004" fmla="*/ 620093 h 841281"/>
                <a:gd name="csX1005" fmla="*/ 37741 w 172460"/>
                <a:gd name="csY1005" fmla="*/ 628214 h 841281"/>
                <a:gd name="csX1006" fmla="*/ 35352 w 172460"/>
                <a:gd name="csY1006" fmla="*/ 631558 h 841281"/>
                <a:gd name="csX1007" fmla="*/ 34874 w 172460"/>
                <a:gd name="csY1007" fmla="*/ 632036 h 841281"/>
                <a:gd name="csX1008" fmla="*/ 34874 w 172460"/>
                <a:gd name="csY1008" fmla="*/ 633469 h 841281"/>
                <a:gd name="csX1009" fmla="*/ 36785 w 172460"/>
                <a:gd name="csY1009" fmla="*/ 632992 h 841281"/>
                <a:gd name="csX1010" fmla="*/ 38218 w 172460"/>
                <a:gd name="csY1010" fmla="*/ 631558 h 841281"/>
                <a:gd name="csX1011" fmla="*/ 39651 w 172460"/>
                <a:gd name="csY1011" fmla="*/ 629170 h 841281"/>
                <a:gd name="csX1012" fmla="*/ 40607 w 172460"/>
                <a:gd name="csY1012" fmla="*/ 625826 h 841281"/>
                <a:gd name="csX1013" fmla="*/ 40607 w 172460"/>
                <a:gd name="csY1013" fmla="*/ 623915 h 841281"/>
                <a:gd name="csX1014" fmla="*/ 40607 w 172460"/>
                <a:gd name="csY1014" fmla="*/ 622481 h 841281"/>
                <a:gd name="csX1015" fmla="*/ 41085 w 172460"/>
                <a:gd name="csY1015" fmla="*/ 617704 h 841281"/>
                <a:gd name="csX1016" fmla="*/ 42040 w 172460"/>
                <a:gd name="csY1016" fmla="*/ 615793 h 841281"/>
                <a:gd name="csX1017" fmla="*/ 42040 w 172460"/>
                <a:gd name="csY1017" fmla="*/ 612449 h 841281"/>
                <a:gd name="csX1018" fmla="*/ 40607 w 172460"/>
                <a:gd name="csY1018" fmla="*/ 611016 h 841281"/>
                <a:gd name="csX1019" fmla="*/ 38696 w 172460"/>
                <a:gd name="csY1019" fmla="*/ 610538 h 841281"/>
                <a:gd name="csX1020" fmla="*/ 38218 w 172460"/>
                <a:gd name="csY1020" fmla="*/ 608627 h 841281"/>
                <a:gd name="csX1021" fmla="*/ 39174 w 172460"/>
                <a:gd name="csY1021" fmla="*/ 604805 h 841281"/>
                <a:gd name="csX1022" fmla="*/ 42996 w 172460"/>
                <a:gd name="csY1022" fmla="*/ 604805 h 841281"/>
                <a:gd name="csX1023" fmla="*/ 46340 w 172460"/>
                <a:gd name="csY1023" fmla="*/ 602417 h 841281"/>
                <a:gd name="csX1024" fmla="*/ 48251 w 172460"/>
                <a:gd name="csY1024" fmla="*/ 601461 h 841281"/>
                <a:gd name="csX1025" fmla="*/ 49684 w 172460"/>
                <a:gd name="csY1025" fmla="*/ 601461 h 841281"/>
                <a:gd name="csX1026" fmla="*/ 53983 w 172460"/>
                <a:gd name="csY1026" fmla="*/ 603850 h 841281"/>
                <a:gd name="csX1027" fmla="*/ 54939 w 172460"/>
                <a:gd name="csY1027" fmla="*/ 603850 h 841281"/>
                <a:gd name="csX1028" fmla="*/ 54939 w 172460"/>
                <a:gd name="csY1028" fmla="*/ 602895 h 841281"/>
                <a:gd name="csX1029" fmla="*/ 53983 w 172460"/>
                <a:gd name="csY1029" fmla="*/ 602417 h 841281"/>
                <a:gd name="csX1030" fmla="*/ 52550 w 172460"/>
                <a:gd name="csY1030" fmla="*/ 601461 h 841281"/>
                <a:gd name="csX1031" fmla="*/ 49206 w 172460"/>
                <a:gd name="csY1031" fmla="*/ 599073 h 841281"/>
                <a:gd name="csX1032" fmla="*/ 44907 w 172460"/>
                <a:gd name="csY1032" fmla="*/ 598595 h 841281"/>
                <a:gd name="csX1033" fmla="*/ 45862 w 172460"/>
                <a:gd name="csY1033" fmla="*/ 594773 h 841281"/>
                <a:gd name="csX1034" fmla="*/ 46340 w 172460"/>
                <a:gd name="csY1034" fmla="*/ 591907 h 841281"/>
                <a:gd name="csX1035" fmla="*/ 48728 w 172460"/>
                <a:gd name="csY1035" fmla="*/ 591429 h 841281"/>
                <a:gd name="csX1036" fmla="*/ 52073 w 172460"/>
                <a:gd name="csY1036" fmla="*/ 590474 h 841281"/>
                <a:gd name="csX1037" fmla="*/ 58761 w 172460"/>
                <a:gd name="csY1037" fmla="*/ 585696 h 841281"/>
                <a:gd name="csX1038" fmla="*/ 60194 w 172460"/>
                <a:gd name="csY1038" fmla="*/ 581874 h 841281"/>
                <a:gd name="csX1039" fmla="*/ 60194 w 172460"/>
                <a:gd name="csY1039" fmla="*/ 578053 h 841281"/>
                <a:gd name="csX1040" fmla="*/ 57328 w 172460"/>
                <a:gd name="csY1040" fmla="*/ 577097 h 841281"/>
                <a:gd name="csX1041" fmla="*/ 53506 w 172460"/>
                <a:gd name="csY1041" fmla="*/ 574231 h 841281"/>
                <a:gd name="csX1042" fmla="*/ 51117 w 172460"/>
                <a:gd name="csY1042" fmla="*/ 572797 h 841281"/>
                <a:gd name="csX1043" fmla="*/ 48251 w 172460"/>
                <a:gd name="csY1043" fmla="*/ 571364 h 841281"/>
                <a:gd name="csX1044" fmla="*/ 48728 w 172460"/>
                <a:gd name="csY1044" fmla="*/ 568498 h 841281"/>
                <a:gd name="csX1045" fmla="*/ 49206 w 172460"/>
                <a:gd name="csY1045" fmla="*/ 564198 h 841281"/>
                <a:gd name="csX1046" fmla="*/ 52550 w 172460"/>
                <a:gd name="csY1046" fmla="*/ 563243 h 841281"/>
                <a:gd name="csX1047" fmla="*/ 53983 w 172460"/>
                <a:gd name="csY1047" fmla="*/ 557510 h 841281"/>
                <a:gd name="csX1048" fmla="*/ 51595 w 172460"/>
                <a:gd name="csY1048" fmla="*/ 553211 h 841281"/>
                <a:gd name="csX1049" fmla="*/ 52073 w 172460"/>
                <a:gd name="csY1049" fmla="*/ 549867 h 841281"/>
                <a:gd name="csX1050" fmla="*/ 54939 w 172460"/>
                <a:gd name="csY1050" fmla="*/ 547000 h 841281"/>
                <a:gd name="csX1051" fmla="*/ 55417 w 172460"/>
                <a:gd name="csY1051" fmla="*/ 545089 h 841281"/>
                <a:gd name="csX1052" fmla="*/ 55894 w 172460"/>
                <a:gd name="csY1052" fmla="*/ 543178 h 841281"/>
                <a:gd name="csX1053" fmla="*/ 58283 w 172460"/>
                <a:gd name="csY1053" fmla="*/ 542701 h 841281"/>
                <a:gd name="csX1054" fmla="*/ 58761 w 172460"/>
                <a:gd name="csY1054" fmla="*/ 541745 h 841281"/>
                <a:gd name="csX1055" fmla="*/ 58283 w 172460"/>
                <a:gd name="csY1055" fmla="*/ 539834 h 841281"/>
                <a:gd name="csX1056" fmla="*/ 56850 w 172460"/>
                <a:gd name="csY1056" fmla="*/ 536968 h 841281"/>
                <a:gd name="csX1057" fmla="*/ 56850 w 172460"/>
                <a:gd name="csY1057" fmla="*/ 533624 h 841281"/>
                <a:gd name="csX1058" fmla="*/ 58283 w 172460"/>
                <a:gd name="csY1058" fmla="*/ 529802 h 841281"/>
                <a:gd name="csX1059" fmla="*/ 60672 w 172460"/>
                <a:gd name="csY1059" fmla="*/ 529802 h 841281"/>
                <a:gd name="csX1060" fmla="*/ 61149 w 172460"/>
                <a:gd name="csY1060" fmla="*/ 529802 h 841281"/>
                <a:gd name="csX1061" fmla="*/ 59239 w 172460"/>
                <a:gd name="csY1061" fmla="*/ 527413 h 841281"/>
                <a:gd name="csX1062" fmla="*/ 57805 w 172460"/>
                <a:gd name="csY1062" fmla="*/ 524547 h 841281"/>
                <a:gd name="csX1063" fmla="*/ 58283 w 172460"/>
                <a:gd name="csY1063" fmla="*/ 523591 h 841281"/>
                <a:gd name="csX1064" fmla="*/ 59716 w 172460"/>
                <a:gd name="csY1064" fmla="*/ 522636 h 841281"/>
                <a:gd name="csX1065" fmla="*/ 61149 w 172460"/>
                <a:gd name="csY1065" fmla="*/ 522158 h 841281"/>
                <a:gd name="csX1066" fmla="*/ 62583 w 172460"/>
                <a:gd name="csY1066" fmla="*/ 523591 h 841281"/>
                <a:gd name="csX1067" fmla="*/ 64971 w 172460"/>
                <a:gd name="csY1067" fmla="*/ 527891 h 841281"/>
                <a:gd name="csX1068" fmla="*/ 65449 w 172460"/>
                <a:gd name="csY1068" fmla="*/ 526936 h 841281"/>
                <a:gd name="csX1069" fmla="*/ 64493 w 172460"/>
                <a:gd name="csY1069" fmla="*/ 522636 h 841281"/>
                <a:gd name="csX1070" fmla="*/ 63538 w 172460"/>
                <a:gd name="csY1070" fmla="*/ 516903 h 841281"/>
                <a:gd name="csX1071" fmla="*/ 61149 w 172460"/>
                <a:gd name="csY1071" fmla="*/ 517859 h 841281"/>
                <a:gd name="csX1072" fmla="*/ 58761 w 172460"/>
                <a:gd name="csY1072" fmla="*/ 517381 h 841281"/>
                <a:gd name="csX1073" fmla="*/ 57805 w 172460"/>
                <a:gd name="csY1073" fmla="*/ 516425 h 841281"/>
                <a:gd name="csX1074" fmla="*/ 57328 w 172460"/>
                <a:gd name="csY1074" fmla="*/ 514992 h 841281"/>
                <a:gd name="csX1075" fmla="*/ 57805 w 172460"/>
                <a:gd name="csY1075" fmla="*/ 513559 h 841281"/>
                <a:gd name="csX1076" fmla="*/ 58761 w 172460"/>
                <a:gd name="csY1076" fmla="*/ 512604 h 841281"/>
                <a:gd name="csX1077" fmla="*/ 60672 w 172460"/>
                <a:gd name="csY1077" fmla="*/ 511171 h 841281"/>
                <a:gd name="csX1078" fmla="*/ 64016 w 172460"/>
                <a:gd name="csY1078" fmla="*/ 510693 h 841281"/>
                <a:gd name="csX1079" fmla="*/ 66405 w 172460"/>
                <a:gd name="csY1079" fmla="*/ 508782 h 841281"/>
                <a:gd name="csX1080" fmla="*/ 67360 w 172460"/>
                <a:gd name="csY1080" fmla="*/ 505438 h 841281"/>
                <a:gd name="csX1081" fmla="*/ 66405 w 172460"/>
                <a:gd name="csY1081" fmla="*/ 505438 h 841281"/>
                <a:gd name="csX1082" fmla="*/ 64971 w 172460"/>
                <a:gd name="csY1082" fmla="*/ 508782 h 841281"/>
                <a:gd name="csX1083" fmla="*/ 62583 w 172460"/>
                <a:gd name="csY1083" fmla="*/ 509737 h 841281"/>
                <a:gd name="csX1084" fmla="*/ 61627 w 172460"/>
                <a:gd name="csY1084" fmla="*/ 509737 h 841281"/>
                <a:gd name="csX1085" fmla="*/ 60194 w 172460"/>
                <a:gd name="csY1085" fmla="*/ 509259 h 841281"/>
                <a:gd name="csX1086" fmla="*/ 57328 w 172460"/>
                <a:gd name="csY1086" fmla="*/ 506393 h 841281"/>
                <a:gd name="csX1087" fmla="*/ 55894 w 172460"/>
                <a:gd name="csY1087" fmla="*/ 505438 h 841281"/>
                <a:gd name="csX1088" fmla="*/ 54461 w 172460"/>
                <a:gd name="csY1088" fmla="*/ 505438 h 841281"/>
                <a:gd name="csX1089" fmla="*/ 53506 w 172460"/>
                <a:gd name="csY1089" fmla="*/ 506393 h 841281"/>
                <a:gd name="csX1090" fmla="*/ 50162 w 172460"/>
                <a:gd name="csY1090" fmla="*/ 511171 h 841281"/>
                <a:gd name="csX1091" fmla="*/ 48728 w 172460"/>
                <a:gd name="csY1091" fmla="*/ 512126 h 841281"/>
                <a:gd name="csX1092" fmla="*/ 43474 w 172460"/>
                <a:gd name="csY1092" fmla="*/ 512604 h 841281"/>
                <a:gd name="csX1093" fmla="*/ 41085 w 172460"/>
                <a:gd name="csY1093" fmla="*/ 511648 h 841281"/>
                <a:gd name="csX1094" fmla="*/ 39174 w 172460"/>
                <a:gd name="csY1094" fmla="*/ 511171 h 841281"/>
                <a:gd name="csX1095" fmla="*/ 39174 w 172460"/>
                <a:gd name="csY1095" fmla="*/ 509737 h 841281"/>
                <a:gd name="csX1096" fmla="*/ 40129 w 172460"/>
                <a:gd name="csY1096" fmla="*/ 508782 h 841281"/>
                <a:gd name="csX1097" fmla="*/ 41085 w 172460"/>
                <a:gd name="csY1097" fmla="*/ 507826 h 841281"/>
                <a:gd name="csX1098" fmla="*/ 41085 w 172460"/>
                <a:gd name="csY1098" fmla="*/ 507349 h 841281"/>
                <a:gd name="csX1099" fmla="*/ 39651 w 172460"/>
                <a:gd name="csY1099" fmla="*/ 506871 h 841281"/>
                <a:gd name="csX1100" fmla="*/ 37741 w 172460"/>
                <a:gd name="csY1100" fmla="*/ 505438 h 841281"/>
                <a:gd name="csX1101" fmla="*/ 36785 w 172460"/>
                <a:gd name="csY1101" fmla="*/ 504005 h 841281"/>
                <a:gd name="csX1102" fmla="*/ 36308 w 172460"/>
                <a:gd name="csY1102" fmla="*/ 500660 h 841281"/>
                <a:gd name="csX1103" fmla="*/ 34397 w 172460"/>
                <a:gd name="csY1103" fmla="*/ 495883 h 841281"/>
                <a:gd name="csX1104" fmla="*/ 34397 w 172460"/>
                <a:gd name="csY1104" fmla="*/ 492539 h 841281"/>
                <a:gd name="csX1105" fmla="*/ 35352 w 172460"/>
                <a:gd name="csY1105" fmla="*/ 490150 h 841281"/>
                <a:gd name="csX1106" fmla="*/ 38218 w 172460"/>
                <a:gd name="csY1106" fmla="*/ 480596 h 841281"/>
                <a:gd name="csX1107" fmla="*/ 39174 w 172460"/>
                <a:gd name="csY1107" fmla="*/ 475341 h 841281"/>
                <a:gd name="csX1108" fmla="*/ 40607 w 172460"/>
                <a:gd name="csY1108" fmla="*/ 471519 h 841281"/>
                <a:gd name="csX1109" fmla="*/ 40129 w 172460"/>
                <a:gd name="csY1109" fmla="*/ 468652 h 841281"/>
                <a:gd name="csX1110" fmla="*/ 43951 w 172460"/>
                <a:gd name="csY1110" fmla="*/ 465786 h 841281"/>
                <a:gd name="csX1111" fmla="*/ 45384 w 172460"/>
                <a:gd name="csY1111" fmla="*/ 464353 h 841281"/>
                <a:gd name="csX1112" fmla="*/ 48728 w 172460"/>
                <a:gd name="csY1112" fmla="*/ 455754 h 841281"/>
                <a:gd name="csX1113" fmla="*/ 49206 w 172460"/>
                <a:gd name="csY1113" fmla="*/ 450976 h 841281"/>
                <a:gd name="csX1114" fmla="*/ 43951 w 172460"/>
                <a:gd name="csY1114" fmla="*/ 437122 h 841281"/>
                <a:gd name="csX1115" fmla="*/ 43474 w 172460"/>
                <a:gd name="csY1115" fmla="*/ 434256 h 841281"/>
                <a:gd name="csX1116" fmla="*/ 42996 w 172460"/>
                <a:gd name="csY1116" fmla="*/ 430912 h 841281"/>
                <a:gd name="csX1117" fmla="*/ 44429 w 172460"/>
                <a:gd name="csY1117" fmla="*/ 425657 h 841281"/>
                <a:gd name="csX1118" fmla="*/ 44429 w 172460"/>
                <a:gd name="csY1118" fmla="*/ 423746 h 841281"/>
                <a:gd name="csX1119" fmla="*/ 43474 w 172460"/>
                <a:gd name="csY1119" fmla="*/ 420402 h 841281"/>
                <a:gd name="csX1120" fmla="*/ 40607 w 172460"/>
                <a:gd name="csY1120" fmla="*/ 415625 h 841281"/>
                <a:gd name="csX1121" fmla="*/ 40607 w 172460"/>
                <a:gd name="csY1121" fmla="*/ 413236 h 841281"/>
                <a:gd name="csX1122" fmla="*/ 41563 w 172460"/>
                <a:gd name="csY1122" fmla="*/ 410847 h 841281"/>
                <a:gd name="csX1123" fmla="*/ 40607 w 172460"/>
                <a:gd name="csY1123" fmla="*/ 407503 h 841281"/>
                <a:gd name="csX1124" fmla="*/ 41085 w 172460"/>
                <a:gd name="csY1124" fmla="*/ 405592 h 841281"/>
                <a:gd name="csX1125" fmla="*/ 41563 w 172460"/>
                <a:gd name="csY1125" fmla="*/ 404159 h 841281"/>
                <a:gd name="csX1126" fmla="*/ 46340 w 172460"/>
                <a:gd name="csY1126" fmla="*/ 405115 h 841281"/>
                <a:gd name="csX1127" fmla="*/ 48251 w 172460"/>
                <a:gd name="csY1127" fmla="*/ 404637 h 841281"/>
                <a:gd name="csX1128" fmla="*/ 49206 w 172460"/>
                <a:gd name="csY1128" fmla="*/ 403681 h 841281"/>
                <a:gd name="csX1129" fmla="*/ 50162 w 172460"/>
                <a:gd name="csY1129" fmla="*/ 400815 h 841281"/>
                <a:gd name="csX1130" fmla="*/ 50639 w 172460"/>
                <a:gd name="csY1130" fmla="*/ 396993 h 841281"/>
                <a:gd name="csX1131" fmla="*/ 51117 w 172460"/>
                <a:gd name="csY1131" fmla="*/ 395082 h 841281"/>
                <a:gd name="csX1132" fmla="*/ 51117 w 172460"/>
                <a:gd name="csY1132" fmla="*/ 392694 h 841281"/>
                <a:gd name="csX1133" fmla="*/ 53506 w 172460"/>
                <a:gd name="csY1133" fmla="*/ 391738 h 841281"/>
                <a:gd name="csX1134" fmla="*/ 54461 w 172460"/>
                <a:gd name="csY1134" fmla="*/ 389350 h 841281"/>
                <a:gd name="csX1135" fmla="*/ 56372 w 172460"/>
                <a:gd name="csY1135" fmla="*/ 386005 h 841281"/>
                <a:gd name="csX1136" fmla="*/ 58283 w 172460"/>
                <a:gd name="csY1136" fmla="*/ 376928 h 841281"/>
                <a:gd name="csX1137" fmla="*/ 59716 w 172460"/>
                <a:gd name="csY1137" fmla="*/ 374540 h 841281"/>
                <a:gd name="csX1138" fmla="*/ 61627 w 172460"/>
                <a:gd name="csY1138" fmla="*/ 372151 h 841281"/>
                <a:gd name="csX1139" fmla="*/ 61149 w 172460"/>
                <a:gd name="csY1139" fmla="*/ 367852 h 841281"/>
                <a:gd name="csX1140" fmla="*/ 62583 w 172460"/>
                <a:gd name="csY1140" fmla="*/ 366419 h 841281"/>
                <a:gd name="csX1141" fmla="*/ 63538 w 172460"/>
                <a:gd name="csY1141" fmla="*/ 364985 h 841281"/>
                <a:gd name="csX1142" fmla="*/ 64493 w 172460"/>
                <a:gd name="csY1142" fmla="*/ 362596 h 841281"/>
                <a:gd name="csX1143" fmla="*/ 65927 w 172460"/>
                <a:gd name="csY1143" fmla="*/ 360208 h 841281"/>
                <a:gd name="csX1144" fmla="*/ 69271 w 172460"/>
                <a:gd name="csY1144" fmla="*/ 357342 h 841281"/>
                <a:gd name="csX1145" fmla="*/ 69749 w 172460"/>
                <a:gd name="csY1145" fmla="*/ 353520 h 841281"/>
                <a:gd name="csX1146" fmla="*/ 72615 w 172460"/>
                <a:gd name="csY1146" fmla="*/ 346831 h 841281"/>
                <a:gd name="csX1147" fmla="*/ 73093 w 172460"/>
                <a:gd name="csY1147" fmla="*/ 342054 h 841281"/>
                <a:gd name="csX1148" fmla="*/ 73570 w 172460"/>
                <a:gd name="csY1148" fmla="*/ 339188 h 841281"/>
                <a:gd name="csX1149" fmla="*/ 73570 w 172460"/>
                <a:gd name="csY1149" fmla="*/ 336799 h 841281"/>
                <a:gd name="csX1150" fmla="*/ 75004 w 172460"/>
                <a:gd name="csY1150" fmla="*/ 333455 h 841281"/>
                <a:gd name="csX1151" fmla="*/ 76437 w 172460"/>
                <a:gd name="csY1151" fmla="*/ 330589 h 841281"/>
                <a:gd name="csX1152" fmla="*/ 76915 w 172460"/>
                <a:gd name="csY1152" fmla="*/ 329155 h 841281"/>
                <a:gd name="csX1153" fmla="*/ 80258 w 172460"/>
                <a:gd name="csY1153" fmla="*/ 325334 h 841281"/>
                <a:gd name="csX1154" fmla="*/ 80736 w 172460"/>
                <a:gd name="csY1154" fmla="*/ 322467 h 841281"/>
                <a:gd name="csX1155" fmla="*/ 79303 w 172460"/>
                <a:gd name="csY1155" fmla="*/ 320556 h 841281"/>
                <a:gd name="csX1156" fmla="*/ 79303 w 172460"/>
                <a:gd name="csY1156" fmla="*/ 317690 h 841281"/>
                <a:gd name="csX1157" fmla="*/ 78825 w 172460"/>
                <a:gd name="csY1157" fmla="*/ 313390 h 841281"/>
                <a:gd name="csX1158" fmla="*/ 80736 w 172460"/>
                <a:gd name="csY1158" fmla="*/ 311957 h 841281"/>
                <a:gd name="csX1159" fmla="*/ 81692 w 172460"/>
                <a:gd name="csY1159" fmla="*/ 310524 h 841281"/>
                <a:gd name="csX1160" fmla="*/ 84558 w 172460"/>
                <a:gd name="csY1160" fmla="*/ 303836 h 841281"/>
                <a:gd name="csX1161" fmla="*/ 84081 w 172460"/>
                <a:gd name="csY1161" fmla="*/ 301447 h 841281"/>
                <a:gd name="csX1162" fmla="*/ 85036 w 172460"/>
                <a:gd name="csY1162" fmla="*/ 298103 h 841281"/>
                <a:gd name="csX1163" fmla="*/ 83125 w 172460"/>
                <a:gd name="csY1163" fmla="*/ 294281 h 841281"/>
                <a:gd name="csX1164" fmla="*/ 82647 w 172460"/>
                <a:gd name="csY1164" fmla="*/ 285682 h 841281"/>
                <a:gd name="csX1165" fmla="*/ 81692 w 172460"/>
                <a:gd name="csY1165" fmla="*/ 278994 h 841281"/>
                <a:gd name="csX1166" fmla="*/ 80258 w 172460"/>
                <a:gd name="csY1166" fmla="*/ 272306 h 841281"/>
                <a:gd name="csX1167" fmla="*/ 80258 w 172460"/>
                <a:gd name="csY1167" fmla="*/ 268484 h 841281"/>
                <a:gd name="csX1168" fmla="*/ 79303 w 172460"/>
                <a:gd name="csY1168" fmla="*/ 263707 h 841281"/>
                <a:gd name="csX1169" fmla="*/ 79303 w 172460"/>
                <a:gd name="csY1169" fmla="*/ 260840 h 841281"/>
                <a:gd name="csX1170" fmla="*/ 80258 w 172460"/>
                <a:gd name="csY1170" fmla="*/ 254630 h 841281"/>
                <a:gd name="csX1171" fmla="*/ 85514 w 172460"/>
                <a:gd name="csY1171" fmla="*/ 250808 h 841281"/>
                <a:gd name="csX1172" fmla="*/ 86469 w 172460"/>
                <a:gd name="csY1172" fmla="*/ 246508 h 841281"/>
                <a:gd name="csX1173" fmla="*/ 86947 w 172460"/>
                <a:gd name="csY1173" fmla="*/ 240298 h 841281"/>
                <a:gd name="csX1174" fmla="*/ 86947 w 172460"/>
                <a:gd name="csY1174" fmla="*/ 235998 h 841281"/>
                <a:gd name="csX1175" fmla="*/ 86469 w 172460"/>
                <a:gd name="csY1175" fmla="*/ 234087 h 841281"/>
                <a:gd name="csX1176" fmla="*/ 83603 w 172460"/>
                <a:gd name="csY1176" fmla="*/ 230743 h 841281"/>
                <a:gd name="csX1177" fmla="*/ 83125 w 172460"/>
                <a:gd name="csY1177" fmla="*/ 225488 h 841281"/>
                <a:gd name="csX1178" fmla="*/ 83603 w 172460"/>
                <a:gd name="csY1178" fmla="*/ 224055 h 841281"/>
                <a:gd name="csX1179" fmla="*/ 85514 w 172460"/>
                <a:gd name="csY1179" fmla="*/ 222144 h 841281"/>
                <a:gd name="csX1180" fmla="*/ 87424 w 172460"/>
                <a:gd name="csY1180" fmla="*/ 220233 h 841281"/>
                <a:gd name="csX1181" fmla="*/ 87902 w 172460"/>
                <a:gd name="csY1181" fmla="*/ 216889 h 841281"/>
                <a:gd name="csX1182" fmla="*/ 89813 w 172460"/>
                <a:gd name="csY1182" fmla="*/ 214023 h 841281"/>
                <a:gd name="csX1183" fmla="*/ 90291 w 172460"/>
                <a:gd name="csY1183" fmla="*/ 207812 h 841281"/>
                <a:gd name="csX1184" fmla="*/ 91724 w 172460"/>
                <a:gd name="csY1184" fmla="*/ 202557 h 841281"/>
                <a:gd name="csX1185" fmla="*/ 92202 w 172460"/>
                <a:gd name="csY1185" fmla="*/ 200646 h 841281"/>
                <a:gd name="csX1186" fmla="*/ 94590 w 172460"/>
                <a:gd name="csY1186" fmla="*/ 198258 h 841281"/>
                <a:gd name="csX1187" fmla="*/ 94590 w 172460"/>
                <a:gd name="csY1187" fmla="*/ 197780 h 841281"/>
                <a:gd name="csX1188" fmla="*/ 95068 w 172460"/>
                <a:gd name="csY1188" fmla="*/ 196347 h 841281"/>
                <a:gd name="csX1189" fmla="*/ 95068 w 172460"/>
                <a:gd name="csY1189" fmla="*/ 192047 h 841281"/>
                <a:gd name="csX1190" fmla="*/ 95546 w 172460"/>
                <a:gd name="csY1190" fmla="*/ 189659 h 841281"/>
                <a:gd name="csX1191" fmla="*/ 96979 w 172460"/>
                <a:gd name="csY1191" fmla="*/ 184881 h 841281"/>
                <a:gd name="csX1192" fmla="*/ 97457 w 172460"/>
                <a:gd name="csY1192" fmla="*/ 182493 h 841281"/>
                <a:gd name="csX1193" fmla="*/ 98890 w 172460"/>
                <a:gd name="csY1193" fmla="*/ 177715 h 841281"/>
                <a:gd name="csX1194" fmla="*/ 99368 w 172460"/>
                <a:gd name="csY1194" fmla="*/ 174371 h 841281"/>
                <a:gd name="csX1195" fmla="*/ 100323 w 172460"/>
                <a:gd name="csY1195" fmla="*/ 172460 h 841281"/>
                <a:gd name="csX1196" fmla="*/ 99846 w 172460"/>
                <a:gd name="csY1196" fmla="*/ 170072 h 841281"/>
                <a:gd name="csX1197" fmla="*/ 100323 w 172460"/>
                <a:gd name="csY1197" fmla="*/ 165294 h 841281"/>
                <a:gd name="csX1198" fmla="*/ 99368 w 172460"/>
                <a:gd name="csY1198" fmla="*/ 162906 h 841281"/>
                <a:gd name="csX1199" fmla="*/ 98890 w 172460"/>
                <a:gd name="csY1199" fmla="*/ 161473 h 841281"/>
                <a:gd name="csX1200" fmla="*/ 100801 w 172460"/>
                <a:gd name="csY1200" fmla="*/ 156695 h 841281"/>
                <a:gd name="csX1201" fmla="*/ 101756 w 172460"/>
                <a:gd name="csY1201" fmla="*/ 155262 h 841281"/>
                <a:gd name="csX1202" fmla="*/ 103667 w 172460"/>
                <a:gd name="csY1202" fmla="*/ 153351 h 841281"/>
                <a:gd name="csX1203" fmla="*/ 104145 w 172460"/>
                <a:gd name="csY1203" fmla="*/ 150485 h 841281"/>
                <a:gd name="csX1204" fmla="*/ 104145 w 172460"/>
                <a:gd name="csY1204" fmla="*/ 149052 h 841281"/>
                <a:gd name="csX1205" fmla="*/ 102234 w 172460"/>
                <a:gd name="csY1205" fmla="*/ 141408 h 841281"/>
                <a:gd name="csX1206" fmla="*/ 101756 w 172460"/>
                <a:gd name="csY1206" fmla="*/ 138542 h 841281"/>
                <a:gd name="csX1207" fmla="*/ 102234 w 172460"/>
                <a:gd name="csY1207" fmla="*/ 132331 h 841281"/>
                <a:gd name="csX1208" fmla="*/ 103190 w 172460"/>
                <a:gd name="csY1208" fmla="*/ 128509 h 841281"/>
                <a:gd name="csX1209" fmla="*/ 102712 w 172460"/>
                <a:gd name="csY1209" fmla="*/ 125165 h 841281"/>
                <a:gd name="csX1210" fmla="*/ 103190 w 172460"/>
                <a:gd name="csY1210" fmla="*/ 123254 h 841281"/>
                <a:gd name="csX1211" fmla="*/ 103667 w 172460"/>
                <a:gd name="csY1211" fmla="*/ 121343 h 841281"/>
                <a:gd name="csX1212" fmla="*/ 105100 w 172460"/>
                <a:gd name="csY1212" fmla="*/ 118954 h 841281"/>
                <a:gd name="csX1213" fmla="*/ 105578 w 172460"/>
                <a:gd name="csY1213" fmla="*/ 117044 h 841281"/>
                <a:gd name="csX1214" fmla="*/ 104623 w 172460"/>
                <a:gd name="csY1214" fmla="*/ 116566 h 841281"/>
                <a:gd name="csX1215" fmla="*/ 103190 w 172460"/>
                <a:gd name="csY1215" fmla="*/ 115611 h 841281"/>
                <a:gd name="csX1216" fmla="*/ 101279 w 172460"/>
                <a:gd name="csY1216" fmla="*/ 113222 h 841281"/>
                <a:gd name="csX1217" fmla="*/ 101279 w 172460"/>
                <a:gd name="csY1217" fmla="*/ 110833 h 841281"/>
                <a:gd name="csX1218" fmla="*/ 101756 w 172460"/>
                <a:gd name="csY1218" fmla="*/ 109400 h 841281"/>
                <a:gd name="csX1219" fmla="*/ 102234 w 172460"/>
                <a:gd name="csY1219" fmla="*/ 107011 h 841281"/>
                <a:gd name="csX1220" fmla="*/ 104145 w 172460"/>
                <a:gd name="csY1220" fmla="*/ 106534 h 841281"/>
                <a:gd name="csX1221" fmla="*/ 105578 w 172460"/>
                <a:gd name="csY1221" fmla="*/ 105578 h 841281"/>
                <a:gd name="csX1222" fmla="*/ 106534 w 172460"/>
                <a:gd name="csY1222" fmla="*/ 103189 h 841281"/>
                <a:gd name="csX1223" fmla="*/ 107967 w 172460"/>
                <a:gd name="csY1223" fmla="*/ 97457 h 841281"/>
                <a:gd name="csX1224" fmla="*/ 108445 w 172460"/>
                <a:gd name="csY1224" fmla="*/ 90291 h 841281"/>
                <a:gd name="csX1225" fmla="*/ 109400 w 172460"/>
                <a:gd name="csY1225" fmla="*/ 85991 h 841281"/>
                <a:gd name="csX1226" fmla="*/ 109878 w 172460"/>
                <a:gd name="csY1226" fmla="*/ 83603 h 841281"/>
                <a:gd name="csX1227" fmla="*/ 110356 w 172460"/>
                <a:gd name="csY1227" fmla="*/ 79303 h 841281"/>
                <a:gd name="csX1228" fmla="*/ 111311 w 172460"/>
                <a:gd name="csY1228" fmla="*/ 76437 h 841281"/>
                <a:gd name="csX1229" fmla="*/ 111789 w 172460"/>
                <a:gd name="csY1229" fmla="*/ 74048 h 841281"/>
                <a:gd name="csX1230" fmla="*/ 111311 w 172460"/>
                <a:gd name="csY1230" fmla="*/ 71659 h 841281"/>
                <a:gd name="csX1231" fmla="*/ 109400 w 172460"/>
                <a:gd name="csY1231" fmla="*/ 61627 h 841281"/>
                <a:gd name="csX1232" fmla="*/ 109400 w 172460"/>
                <a:gd name="csY1232" fmla="*/ 57805 h 841281"/>
                <a:gd name="csX1233" fmla="*/ 110356 w 172460"/>
                <a:gd name="csY1233" fmla="*/ 52072 h 841281"/>
                <a:gd name="csX1234" fmla="*/ 110356 w 172460"/>
                <a:gd name="csY1234" fmla="*/ 43951 h 841281"/>
                <a:gd name="csX1235" fmla="*/ 109878 w 172460"/>
                <a:gd name="csY1235" fmla="*/ 42040 h 841281"/>
                <a:gd name="csX1236" fmla="*/ 109400 w 172460"/>
                <a:gd name="csY1236" fmla="*/ 40129 h 841281"/>
                <a:gd name="csX1237" fmla="*/ 108922 w 172460"/>
                <a:gd name="csY1237" fmla="*/ 37740 h 841281"/>
                <a:gd name="csX1238" fmla="*/ 107489 w 172460"/>
                <a:gd name="csY1238" fmla="*/ 33441 h 841281"/>
                <a:gd name="csX1239" fmla="*/ 106534 w 172460"/>
                <a:gd name="csY1239" fmla="*/ 25320 h 841281"/>
                <a:gd name="csX1240" fmla="*/ 106534 w 172460"/>
                <a:gd name="csY1240" fmla="*/ 20542 h 841281"/>
                <a:gd name="csX1241" fmla="*/ 106056 w 172460"/>
                <a:gd name="csY1241" fmla="*/ 17198 h 841281"/>
                <a:gd name="csX1242" fmla="*/ 105100 w 172460"/>
                <a:gd name="csY1242" fmla="*/ 16243 h 841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</a:cxnLst>
              <a:rect l="l" t="t" r="r" b="b"/>
              <a:pathLst>
                <a:path w="172460" h="841281">
                  <a:moveTo>
                    <a:pt x="122777" y="0"/>
                  </a:moveTo>
                  <a:lnTo>
                    <a:pt x="123254" y="2389"/>
                  </a:lnTo>
                  <a:lnTo>
                    <a:pt x="123254" y="2389"/>
                  </a:lnTo>
                  <a:lnTo>
                    <a:pt x="125643" y="5255"/>
                  </a:lnTo>
                  <a:lnTo>
                    <a:pt x="126598" y="8121"/>
                  </a:lnTo>
                  <a:lnTo>
                    <a:pt x="126598" y="8599"/>
                  </a:lnTo>
                  <a:lnTo>
                    <a:pt x="127554" y="8599"/>
                  </a:lnTo>
                  <a:lnTo>
                    <a:pt x="130898" y="10510"/>
                  </a:lnTo>
                  <a:lnTo>
                    <a:pt x="130898" y="10510"/>
                  </a:lnTo>
                  <a:lnTo>
                    <a:pt x="131376" y="10510"/>
                  </a:lnTo>
                  <a:lnTo>
                    <a:pt x="131376" y="10510"/>
                  </a:lnTo>
                  <a:lnTo>
                    <a:pt x="131376" y="10988"/>
                  </a:lnTo>
                  <a:lnTo>
                    <a:pt x="130420" y="11465"/>
                  </a:lnTo>
                  <a:lnTo>
                    <a:pt x="129942" y="11943"/>
                  </a:lnTo>
                  <a:lnTo>
                    <a:pt x="129942" y="12421"/>
                  </a:lnTo>
                  <a:lnTo>
                    <a:pt x="130420" y="13376"/>
                  </a:lnTo>
                  <a:lnTo>
                    <a:pt x="131376" y="14809"/>
                  </a:lnTo>
                  <a:lnTo>
                    <a:pt x="131376" y="16243"/>
                  </a:lnTo>
                  <a:lnTo>
                    <a:pt x="131854" y="17198"/>
                  </a:lnTo>
                  <a:lnTo>
                    <a:pt x="131854" y="17676"/>
                  </a:lnTo>
                  <a:lnTo>
                    <a:pt x="132331" y="20065"/>
                  </a:lnTo>
                  <a:lnTo>
                    <a:pt x="132331" y="21975"/>
                  </a:lnTo>
                  <a:lnTo>
                    <a:pt x="133287" y="24842"/>
                  </a:lnTo>
                  <a:lnTo>
                    <a:pt x="133764" y="26753"/>
                  </a:lnTo>
                  <a:lnTo>
                    <a:pt x="133764" y="27708"/>
                  </a:lnTo>
                  <a:lnTo>
                    <a:pt x="134242" y="29141"/>
                  </a:lnTo>
                  <a:lnTo>
                    <a:pt x="134242" y="29141"/>
                  </a:lnTo>
                  <a:lnTo>
                    <a:pt x="135675" y="30097"/>
                  </a:lnTo>
                  <a:lnTo>
                    <a:pt x="137586" y="31530"/>
                  </a:lnTo>
                  <a:lnTo>
                    <a:pt x="139497" y="32963"/>
                  </a:lnTo>
                  <a:lnTo>
                    <a:pt x="140453" y="33919"/>
                  </a:lnTo>
                  <a:lnTo>
                    <a:pt x="141886" y="34874"/>
                  </a:lnTo>
                  <a:lnTo>
                    <a:pt x="142841" y="35830"/>
                  </a:lnTo>
                  <a:lnTo>
                    <a:pt x="143319" y="36307"/>
                  </a:lnTo>
                  <a:lnTo>
                    <a:pt x="143797" y="36785"/>
                  </a:lnTo>
                  <a:lnTo>
                    <a:pt x="143319" y="37263"/>
                  </a:lnTo>
                  <a:lnTo>
                    <a:pt x="143319" y="37263"/>
                  </a:lnTo>
                  <a:lnTo>
                    <a:pt x="141408" y="39174"/>
                  </a:lnTo>
                  <a:lnTo>
                    <a:pt x="139019" y="42518"/>
                  </a:lnTo>
                  <a:lnTo>
                    <a:pt x="139019" y="42518"/>
                  </a:lnTo>
                  <a:lnTo>
                    <a:pt x="141408" y="44906"/>
                  </a:lnTo>
                  <a:lnTo>
                    <a:pt x="141886" y="45862"/>
                  </a:lnTo>
                  <a:lnTo>
                    <a:pt x="141886" y="46817"/>
                  </a:lnTo>
                  <a:lnTo>
                    <a:pt x="140930" y="48728"/>
                  </a:lnTo>
                  <a:lnTo>
                    <a:pt x="138542" y="49206"/>
                  </a:lnTo>
                  <a:lnTo>
                    <a:pt x="138064" y="49206"/>
                  </a:lnTo>
                  <a:lnTo>
                    <a:pt x="137586" y="49684"/>
                  </a:lnTo>
                  <a:lnTo>
                    <a:pt x="137586" y="50162"/>
                  </a:lnTo>
                  <a:lnTo>
                    <a:pt x="138542" y="50639"/>
                  </a:lnTo>
                  <a:lnTo>
                    <a:pt x="138542" y="50639"/>
                  </a:lnTo>
                  <a:lnTo>
                    <a:pt x="138064" y="52072"/>
                  </a:lnTo>
                  <a:lnTo>
                    <a:pt x="139019" y="53506"/>
                  </a:lnTo>
                  <a:lnTo>
                    <a:pt x="138542" y="53983"/>
                  </a:lnTo>
                  <a:lnTo>
                    <a:pt x="137586" y="54939"/>
                  </a:lnTo>
                  <a:lnTo>
                    <a:pt x="137586" y="55894"/>
                  </a:lnTo>
                  <a:lnTo>
                    <a:pt x="138064" y="56372"/>
                  </a:lnTo>
                  <a:lnTo>
                    <a:pt x="138064" y="56372"/>
                  </a:lnTo>
                  <a:lnTo>
                    <a:pt x="139019" y="57328"/>
                  </a:lnTo>
                  <a:lnTo>
                    <a:pt x="142841" y="59238"/>
                  </a:lnTo>
                  <a:lnTo>
                    <a:pt x="143319" y="59716"/>
                  </a:lnTo>
                  <a:lnTo>
                    <a:pt x="143319" y="60194"/>
                  </a:lnTo>
                  <a:lnTo>
                    <a:pt x="141886" y="61627"/>
                  </a:lnTo>
                  <a:lnTo>
                    <a:pt x="141408" y="62582"/>
                  </a:lnTo>
                  <a:lnTo>
                    <a:pt x="141408" y="64016"/>
                  </a:lnTo>
                  <a:lnTo>
                    <a:pt x="141408" y="64493"/>
                  </a:lnTo>
                  <a:lnTo>
                    <a:pt x="141886" y="64971"/>
                  </a:lnTo>
                  <a:lnTo>
                    <a:pt x="141886" y="64971"/>
                  </a:lnTo>
                  <a:lnTo>
                    <a:pt x="142363" y="65449"/>
                  </a:lnTo>
                  <a:lnTo>
                    <a:pt x="142841" y="65449"/>
                  </a:lnTo>
                  <a:lnTo>
                    <a:pt x="144274" y="65927"/>
                  </a:lnTo>
                  <a:lnTo>
                    <a:pt x="144274" y="65927"/>
                  </a:lnTo>
                  <a:lnTo>
                    <a:pt x="146663" y="69748"/>
                  </a:lnTo>
                  <a:lnTo>
                    <a:pt x="149052" y="72615"/>
                  </a:lnTo>
                  <a:lnTo>
                    <a:pt x="149052" y="72615"/>
                  </a:lnTo>
                  <a:lnTo>
                    <a:pt x="149052" y="75481"/>
                  </a:lnTo>
                  <a:lnTo>
                    <a:pt x="149052" y="78825"/>
                  </a:lnTo>
                  <a:lnTo>
                    <a:pt x="149052" y="78825"/>
                  </a:lnTo>
                  <a:lnTo>
                    <a:pt x="150485" y="81692"/>
                  </a:lnTo>
                  <a:lnTo>
                    <a:pt x="150485" y="81692"/>
                  </a:lnTo>
                  <a:lnTo>
                    <a:pt x="150963" y="83603"/>
                  </a:lnTo>
                  <a:lnTo>
                    <a:pt x="151440" y="85991"/>
                  </a:lnTo>
                  <a:lnTo>
                    <a:pt x="151440" y="85991"/>
                  </a:lnTo>
                  <a:lnTo>
                    <a:pt x="152873" y="87424"/>
                  </a:lnTo>
                  <a:lnTo>
                    <a:pt x="153829" y="90291"/>
                  </a:lnTo>
                  <a:lnTo>
                    <a:pt x="153829" y="91724"/>
                  </a:lnTo>
                  <a:lnTo>
                    <a:pt x="153829" y="92679"/>
                  </a:lnTo>
                  <a:lnTo>
                    <a:pt x="155262" y="96024"/>
                  </a:lnTo>
                  <a:lnTo>
                    <a:pt x="155262" y="98890"/>
                  </a:lnTo>
                  <a:lnTo>
                    <a:pt x="154784" y="100801"/>
                  </a:lnTo>
                  <a:lnTo>
                    <a:pt x="154784" y="101756"/>
                  </a:lnTo>
                  <a:lnTo>
                    <a:pt x="155262" y="102234"/>
                  </a:lnTo>
                  <a:lnTo>
                    <a:pt x="155262" y="102712"/>
                  </a:lnTo>
                  <a:lnTo>
                    <a:pt x="156218" y="103189"/>
                  </a:lnTo>
                  <a:lnTo>
                    <a:pt x="156695" y="103667"/>
                  </a:lnTo>
                  <a:lnTo>
                    <a:pt x="158606" y="103667"/>
                  </a:lnTo>
                  <a:lnTo>
                    <a:pt x="160995" y="103667"/>
                  </a:lnTo>
                  <a:lnTo>
                    <a:pt x="160995" y="103667"/>
                  </a:lnTo>
                  <a:lnTo>
                    <a:pt x="165295" y="103189"/>
                  </a:lnTo>
                  <a:lnTo>
                    <a:pt x="168638" y="102712"/>
                  </a:lnTo>
                  <a:lnTo>
                    <a:pt x="168638" y="102712"/>
                  </a:lnTo>
                  <a:lnTo>
                    <a:pt x="170549" y="104145"/>
                  </a:lnTo>
                  <a:lnTo>
                    <a:pt x="172461" y="106056"/>
                  </a:lnTo>
                  <a:lnTo>
                    <a:pt x="171027" y="110833"/>
                  </a:lnTo>
                  <a:lnTo>
                    <a:pt x="168161" y="118477"/>
                  </a:lnTo>
                  <a:lnTo>
                    <a:pt x="166250" y="124687"/>
                  </a:lnTo>
                  <a:lnTo>
                    <a:pt x="165772" y="125165"/>
                  </a:lnTo>
                  <a:lnTo>
                    <a:pt x="165772" y="126598"/>
                  </a:lnTo>
                  <a:lnTo>
                    <a:pt x="165772" y="126598"/>
                  </a:lnTo>
                  <a:lnTo>
                    <a:pt x="161472" y="128031"/>
                  </a:lnTo>
                  <a:lnTo>
                    <a:pt x="155262" y="130420"/>
                  </a:lnTo>
                  <a:lnTo>
                    <a:pt x="155262" y="130420"/>
                  </a:lnTo>
                  <a:lnTo>
                    <a:pt x="151918" y="131853"/>
                  </a:lnTo>
                  <a:lnTo>
                    <a:pt x="148096" y="133286"/>
                  </a:lnTo>
                  <a:lnTo>
                    <a:pt x="147141" y="134720"/>
                  </a:lnTo>
                  <a:lnTo>
                    <a:pt x="146663" y="134720"/>
                  </a:lnTo>
                  <a:lnTo>
                    <a:pt x="145707" y="135675"/>
                  </a:lnTo>
                  <a:lnTo>
                    <a:pt x="144274" y="136631"/>
                  </a:lnTo>
                  <a:lnTo>
                    <a:pt x="143797" y="137586"/>
                  </a:lnTo>
                  <a:lnTo>
                    <a:pt x="143797" y="137586"/>
                  </a:lnTo>
                  <a:lnTo>
                    <a:pt x="142841" y="138064"/>
                  </a:lnTo>
                  <a:lnTo>
                    <a:pt x="141886" y="140452"/>
                  </a:lnTo>
                  <a:lnTo>
                    <a:pt x="141886" y="142363"/>
                  </a:lnTo>
                  <a:lnTo>
                    <a:pt x="142363" y="143796"/>
                  </a:lnTo>
                  <a:lnTo>
                    <a:pt x="142363" y="143796"/>
                  </a:lnTo>
                  <a:lnTo>
                    <a:pt x="143797" y="144274"/>
                  </a:lnTo>
                  <a:lnTo>
                    <a:pt x="143797" y="144274"/>
                  </a:lnTo>
                  <a:lnTo>
                    <a:pt x="143797" y="145707"/>
                  </a:lnTo>
                  <a:lnTo>
                    <a:pt x="144274" y="146663"/>
                  </a:lnTo>
                  <a:lnTo>
                    <a:pt x="145230" y="147618"/>
                  </a:lnTo>
                  <a:lnTo>
                    <a:pt x="145230" y="147618"/>
                  </a:lnTo>
                  <a:lnTo>
                    <a:pt x="145230" y="148096"/>
                  </a:lnTo>
                  <a:lnTo>
                    <a:pt x="144274" y="148574"/>
                  </a:lnTo>
                  <a:lnTo>
                    <a:pt x="142841" y="149052"/>
                  </a:lnTo>
                  <a:lnTo>
                    <a:pt x="141886" y="150485"/>
                  </a:lnTo>
                  <a:lnTo>
                    <a:pt x="141886" y="150485"/>
                  </a:lnTo>
                  <a:lnTo>
                    <a:pt x="140930" y="153829"/>
                  </a:lnTo>
                  <a:lnTo>
                    <a:pt x="140930" y="155262"/>
                  </a:lnTo>
                  <a:lnTo>
                    <a:pt x="141886" y="158606"/>
                  </a:lnTo>
                  <a:lnTo>
                    <a:pt x="142841" y="160517"/>
                  </a:lnTo>
                  <a:lnTo>
                    <a:pt x="144274" y="167205"/>
                  </a:lnTo>
                  <a:lnTo>
                    <a:pt x="144752" y="168638"/>
                  </a:lnTo>
                  <a:lnTo>
                    <a:pt x="142363" y="171027"/>
                  </a:lnTo>
                  <a:lnTo>
                    <a:pt x="141408" y="172938"/>
                  </a:lnTo>
                  <a:lnTo>
                    <a:pt x="140930" y="173893"/>
                  </a:lnTo>
                  <a:lnTo>
                    <a:pt x="140930" y="175327"/>
                  </a:lnTo>
                  <a:lnTo>
                    <a:pt x="141408" y="176282"/>
                  </a:lnTo>
                  <a:lnTo>
                    <a:pt x="143319" y="179149"/>
                  </a:lnTo>
                  <a:lnTo>
                    <a:pt x="145230" y="182015"/>
                  </a:lnTo>
                  <a:lnTo>
                    <a:pt x="145707" y="182493"/>
                  </a:lnTo>
                  <a:lnTo>
                    <a:pt x="146663" y="183448"/>
                  </a:lnTo>
                  <a:lnTo>
                    <a:pt x="146663" y="185359"/>
                  </a:lnTo>
                  <a:lnTo>
                    <a:pt x="146185" y="186314"/>
                  </a:lnTo>
                  <a:lnTo>
                    <a:pt x="145707" y="186314"/>
                  </a:lnTo>
                  <a:lnTo>
                    <a:pt x="144752" y="186792"/>
                  </a:lnTo>
                  <a:lnTo>
                    <a:pt x="142363" y="187748"/>
                  </a:lnTo>
                  <a:lnTo>
                    <a:pt x="140930" y="188703"/>
                  </a:lnTo>
                  <a:lnTo>
                    <a:pt x="139975" y="188703"/>
                  </a:lnTo>
                  <a:lnTo>
                    <a:pt x="139019" y="188225"/>
                  </a:lnTo>
                  <a:lnTo>
                    <a:pt x="137586" y="188225"/>
                  </a:lnTo>
                  <a:lnTo>
                    <a:pt x="137586" y="188225"/>
                  </a:lnTo>
                  <a:lnTo>
                    <a:pt x="136153" y="189181"/>
                  </a:lnTo>
                  <a:lnTo>
                    <a:pt x="135675" y="191092"/>
                  </a:lnTo>
                  <a:lnTo>
                    <a:pt x="134242" y="193958"/>
                  </a:lnTo>
                  <a:lnTo>
                    <a:pt x="134242" y="193958"/>
                  </a:lnTo>
                  <a:lnTo>
                    <a:pt x="133287" y="194914"/>
                  </a:lnTo>
                  <a:lnTo>
                    <a:pt x="132331" y="197302"/>
                  </a:lnTo>
                  <a:lnTo>
                    <a:pt x="130898" y="201124"/>
                  </a:lnTo>
                  <a:lnTo>
                    <a:pt x="129942" y="203035"/>
                  </a:lnTo>
                  <a:lnTo>
                    <a:pt x="129465" y="204946"/>
                  </a:lnTo>
                  <a:lnTo>
                    <a:pt x="128031" y="205901"/>
                  </a:lnTo>
                  <a:lnTo>
                    <a:pt x="126121" y="207812"/>
                  </a:lnTo>
                  <a:lnTo>
                    <a:pt x="124688" y="209723"/>
                  </a:lnTo>
                  <a:lnTo>
                    <a:pt x="124210" y="210201"/>
                  </a:lnTo>
                  <a:lnTo>
                    <a:pt x="123254" y="210201"/>
                  </a:lnTo>
                  <a:lnTo>
                    <a:pt x="122777" y="212112"/>
                  </a:lnTo>
                  <a:lnTo>
                    <a:pt x="119910" y="214978"/>
                  </a:lnTo>
                  <a:lnTo>
                    <a:pt x="119432" y="217845"/>
                  </a:lnTo>
                  <a:lnTo>
                    <a:pt x="118477" y="219278"/>
                  </a:lnTo>
                  <a:lnTo>
                    <a:pt x="118477" y="222622"/>
                  </a:lnTo>
                  <a:lnTo>
                    <a:pt x="117044" y="227877"/>
                  </a:lnTo>
                  <a:lnTo>
                    <a:pt x="116566" y="228832"/>
                  </a:lnTo>
                  <a:lnTo>
                    <a:pt x="116566" y="228832"/>
                  </a:lnTo>
                  <a:lnTo>
                    <a:pt x="115133" y="229788"/>
                  </a:lnTo>
                  <a:lnTo>
                    <a:pt x="113222" y="232176"/>
                  </a:lnTo>
                  <a:lnTo>
                    <a:pt x="112744" y="233610"/>
                  </a:lnTo>
                  <a:lnTo>
                    <a:pt x="112744" y="234565"/>
                  </a:lnTo>
                  <a:lnTo>
                    <a:pt x="113700" y="238387"/>
                  </a:lnTo>
                  <a:lnTo>
                    <a:pt x="114655" y="242687"/>
                  </a:lnTo>
                  <a:lnTo>
                    <a:pt x="114655" y="245075"/>
                  </a:lnTo>
                  <a:lnTo>
                    <a:pt x="114177" y="247941"/>
                  </a:lnTo>
                  <a:lnTo>
                    <a:pt x="114177" y="249375"/>
                  </a:lnTo>
                  <a:lnTo>
                    <a:pt x="114655" y="249852"/>
                  </a:lnTo>
                  <a:lnTo>
                    <a:pt x="115611" y="250330"/>
                  </a:lnTo>
                  <a:lnTo>
                    <a:pt x="116088" y="250330"/>
                  </a:lnTo>
                  <a:lnTo>
                    <a:pt x="116088" y="251286"/>
                  </a:lnTo>
                  <a:lnTo>
                    <a:pt x="116088" y="251286"/>
                  </a:lnTo>
                  <a:lnTo>
                    <a:pt x="115611" y="252241"/>
                  </a:lnTo>
                  <a:lnTo>
                    <a:pt x="115133" y="253674"/>
                  </a:lnTo>
                  <a:lnTo>
                    <a:pt x="114177" y="255107"/>
                  </a:lnTo>
                  <a:lnTo>
                    <a:pt x="111311" y="256063"/>
                  </a:lnTo>
                  <a:lnTo>
                    <a:pt x="110356" y="255107"/>
                  </a:lnTo>
                  <a:lnTo>
                    <a:pt x="109878" y="255585"/>
                  </a:lnTo>
                  <a:lnTo>
                    <a:pt x="109878" y="257018"/>
                  </a:lnTo>
                  <a:lnTo>
                    <a:pt x="109400" y="258452"/>
                  </a:lnTo>
                  <a:lnTo>
                    <a:pt x="107967" y="261796"/>
                  </a:lnTo>
                  <a:lnTo>
                    <a:pt x="107012" y="265140"/>
                  </a:lnTo>
                  <a:lnTo>
                    <a:pt x="106056" y="266573"/>
                  </a:lnTo>
                  <a:lnTo>
                    <a:pt x="106534" y="268006"/>
                  </a:lnTo>
                  <a:lnTo>
                    <a:pt x="107012" y="268484"/>
                  </a:lnTo>
                  <a:lnTo>
                    <a:pt x="107012" y="268962"/>
                  </a:lnTo>
                  <a:lnTo>
                    <a:pt x="106056" y="269917"/>
                  </a:lnTo>
                  <a:lnTo>
                    <a:pt x="105578" y="271350"/>
                  </a:lnTo>
                  <a:lnTo>
                    <a:pt x="105578" y="271350"/>
                  </a:lnTo>
                  <a:lnTo>
                    <a:pt x="104623" y="271350"/>
                  </a:lnTo>
                  <a:lnTo>
                    <a:pt x="103667" y="270873"/>
                  </a:lnTo>
                  <a:lnTo>
                    <a:pt x="103667" y="270873"/>
                  </a:lnTo>
                  <a:lnTo>
                    <a:pt x="102712" y="271828"/>
                  </a:lnTo>
                  <a:lnTo>
                    <a:pt x="102712" y="273261"/>
                  </a:lnTo>
                  <a:lnTo>
                    <a:pt x="102234" y="275172"/>
                  </a:lnTo>
                  <a:lnTo>
                    <a:pt x="101756" y="277561"/>
                  </a:lnTo>
                  <a:lnTo>
                    <a:pt x="101756" y="280905"/>
                  </a:lnTo>
                  <a:lnTo>
                    <a:pt x="102712" y="282816"/>
                  </a:lnTo>
                  <a:lnTo>
                    <a:pt x="104145" y="286638"/>
                  </a:lnTo>
                  <a:lnTo>
                    <a:pt x="105578" y="287593"/>
                  </a:lnTo>
                  <a:lnTo>
                    <a:pt x="106534" y="287593"/>
                  </a:lnTo>
                  <a:lnTo>
                    <a:pt x="107489" y="288071"/>
                  </a:lnTo>
                  <a:lnTo>
                    <a:pt x="107967" y="289026"/>
                  </a:lnTo>
                  <a:lnTo>
                    <a:pt x="107489" y="290459"/>
                  </a:lnTo>
                  <a:lnTo>
                    <a:pt x="107489" y="290459"/>
                  </a:lnTo>
                  <a:lnTo>
                    <a:pt x="106056" y="290937"/>
                  </a:lnTo>
                  <a:lnTo>
                    <a:pt x="106056" y="291893"/>
                  </a:lnTo>
                  <a:lnTo>
                    <a:pt x="106534" y="293804"/>
                  </a:lnTo>
                  <a:lnTo>
                    <a:pt x="107012" y="295714"/>
                  </a:lnTo>
                  <a:lnTo>
                    <a:pt x="107967" y="296670"/>
                  </a:lnTo>
                  <a:lnTo>
                    <a:pt x="108445" y="299059"/>
                  </a:lnTo>
                  <a:lnTo>
                    <a:pt x="109878" y="300014"/>
                  </a:lnTo>
                  <a:lnTo>
                    <a:pt x="109878" y="300014"/>
                  </a:lnTo>
                  <a:lnTo>
                    <a:pt x="109878" y="303358"/>
                  </a:lnTo>
                  <a:lnTo>
                    <a:pt x="110833" y="307180"/>
                  </a:lnTo>
                  <a:lnTo>
                    <a:pt x="112266" y="308613"/>
                  </a:lnTo>
                  <a:lnTo>
                    <a:pt x="112744" y="309091"/>
                  </a:lnTo>
                  <a:lnTo>
                    <a:pt x="112744" y="309091"/>
                  </a:lnTo>
                  <a:lnTo>
                    <a:pt x="112266" y="310524"/>
                  </a:lnTo>
                  <a:lnTo>
                    <a:pt x="111311" y="311957"/>
                  </a:lnTo>
                  <a:lnTo>
                    <a:pt x="111311" y="314346"/>
                  </a:lnTo>
                  <a:lnTo>
                    <a:pt x="111311" y="315779"/>
                  </a:lnTo>
                  <a:lnTo>
                    <a:pt x="112744" y="317212"/>
                  </a:lnTo>
                  <a:lnTo>
                    <a:pt x="113700" y="317690"/>
                  </a:lnTo>
                  <a:lnTo>
                    <a:pt x="115133" y="316735"/>
                  </a:lnTo>
                  <a:lnTo>
                    <a:pt x="116566" y="317690"/>
                  </a:lnTo>
                  <a:lnTo>
                    <a:pt x="116566" y="317690"/>
                  </a:lnTo>
                  <a:lnTo>
                    <a:pt x="117044" y="318646"/>
                  </a:lnTo>
                  <a:lnTo>
                    <a:pt x="117044" y="320079"/>
                  </a:lnTo>
                  <a:lnTo>
                    <a:pt x="116566" y="321512"/>
                  </a:lnTo>
                  <a:lnTo>
                    <a:pt x="115611" y="324378"/>
                  </a:lnTo>
                  <a:lnTo>
                    <a:pt x="115133" y="327245"/>
                  </a:lnTo>
                  <a:lnTo>
                    <a:pt x="115611" y="331544"/>
                  </a:lnTo>
                  <a:lnTo>
                    <a:pt x="116088" y="334888"/>
                  </a:lnTo>
                  <a:lnTo>
                    <a:pt x="116088" y="337277"/>
                  </a:lnTo>
                  <a:lnTo>
                    <a:pt x="116088" y="338232"/>
                  </a:lnTo>
                  <a:lnTo>
                    <a:pt x="115611" y="338710"/>
                  </a:lnTo>
                  <a:lnTo>
                    <a:pt x="114177" y="339188"/>
                  </a:lnTo>
                  <a:lnTo>
                    <a:pt x="113222" y="339188"/>
                  </a:lnTo>
                  <a:lnTo>
                    <a:pt x="112266" y="339666"/>
                  </a:lnTo>
                  <a:lnTo>
                    <a:pt x="111789" y="340621"/>
                  </a:lnTo>
                  <a:lnTo>
                    <a:pt x="111311" y="342532"/>
                  </a:lnTo>
                  <a:lnTo>
                    <a:pt x="110356" y="343965"/>
                  </a:lnTo>
                  <a:lnTo>
                    <a:pt x="108922" y="345876"/>
                  </a:lnTo>
                  <a:lnTo>
                    <a:pt x="107967" y="347787"/>
                  </a:lnTo>
                  <a:lnTo>
                    <a:pt x="107489" y="349220"/>
                  </a:lnTo>
                  <a:lnTo>
                    <a:pt x="107489" y="350176"/>
                  </a:lnTo>
                  <a:lnTo>
                    <a:pt x="107012" y="352087"/>
                  </a:lnTo>
                  <a:lnTo>
                    <a:pt x="106534" y="353520"/>
                  </a:lnTo>
                  <a:lnTo>
                    <a:pt x="105578" y="358297"/>
                  </a:lnTo>
                  <a:lnTo>
                    <a:pt x="105100" y="358297"/>
                  </a:lnTo>
                  <a:lnTo>
                    <a:pt x="104145" y="359253"/>
                  </a:lnTo>
                  <a:lnTo>
                    <a:pt x="102712" y="359730"/>
                  </a:lnTo>
                  <a:lnTo>
                    <a:pt x="102234" y="360686"/>
                  </a:lnTo>
                  <a:lnTo>
                    <a:pt x="102712" y="362119"/>
                  </a:lnTo>
                  <a:lnTo>
                    <a:pt x="102712" y="362119"/>
                  </a:lnTo>
                  <a:lnTo>
                    <a:pt x="103667" y="362119"/>
                  </a:lnTo>
                  <a:lnTo>
                    <a:pt x="103667" y="362119"/>
                  </a:lnTo>
                  <a:lnTo>
                    <a:pt x="104145" y="363552"/>
                  </a:lnTo>
                  <a:lnTo>
                    <a:pt x="104145" y="364985"/>
                  </a:lnTo>
                  <a:lnTo>
                    <a:pt x="105100" y="366896"/>
                  </a:lnTo>
                  <a:lnTo>
                    <a:pt x="105100" y="366896"/>
                  </a:lnTo>
                  <a:lnTo>
                    <a:pt x="105100" y="368807"/>
                  </a:lnTo>
                  <a:lnTo>
                    <a:pt x="105578" y="372151"/>
                  </a:lnTo>
                  <a:lnTo>
                    <a:pt x="105100" y="374540"/>
                  </a:lnTo>
                  <a:lnTo>
                    <a:pt x="105100" y="376928"/>
                  </a:lnTo>
                  <a:lnTo>
                    <a:pt x="105100" y="378839"/>
                  </a:lnTo>
                  <a:lnTo>
                    <a:pt x="104145" y="380273"/>
                  </a:lnTo>
                  <a:lnTo>
                    <a:pt x="104145" y="380273"/>
                  </a:lnTo>
                  <a:lnTo>
                    <a:pt x="102234" y="380750"/>
                  </a:lnTo>
                  <a:lnTo>
                    <a:pt x="100801" y="382184"/>
                  </a:lnTo>
                  <a:lnTo>
                    <a:pt x="100801" y="382184"/>
                  </a:lnTo>
                  <a:lnTo>
                    <a:pt x="98890" y="383617"/>
                  </a:lnTo>
                  <a:lnTo>
                    <a:pt x="98412" y="385050"/>
                  </a:lnTo>
                  <a:lnTo>
                    <a:pt x="98412" y="386005"/>
                  </a:lnTo>
                  <a:lnTo>
                    <a:pt x="98412" y="386005"/>
                  </a:lnTo>
                  <a:lnTo>
                    <a:pt x="97457" y="386483"/>
                  </a:lnTo>
                  <a:lnTo>
                    <a:pt x="96501" y="386483"/>
                  </a:lnTo>
                  <a:lnTo>
                    <a:pt x="96024" y="386483"/>
                  </a:lnTo>
                  <a:lnTo>
                    <a:pt x="95068" y="386961"/>
                  </a:lnTo>
                  <a:lnTo>
                    <a:pt x="93635" y="388394"/>
                  </a:lnTo>
                  <a:lnTo>
                    <a:pt x="92202" y="389350"/>
                  </a:lnTo>
                  <a:lnTo>
                    <a:pt x="91724" y="390305"/>
                  </a:lnTo>
                  <a:lnTo>
                    <a:pt x="92202" y="391738"/>
                  </a:lnTo>
                  <a:lnTo>
                    <a:pt x="91246" y="392694"/>
                  </a:lnTo>
                  <a:lnTo>
                    <a:pt x="90291" y="394604"/>
                  </a:lnTo>
                  <a:lnTo>
                    <a:pt x="89335" y="396515"/>
                  </a:lnTo>
                  <a:lnTo>
                    <a:pt x="90291" y="397949"/>
                  </a:lnTo>
                  <a:lnTo>
                    <a:pt x="90769" y="400815"/>
                  </a:lnTo>
                  <a:lnTo>
                    <a:pt x="90769" y="401293"/>
                  </a:lnTo>
                  <a:lnTo>
                    <a:pt x="90769" y="401293"/>
                  </a:lnTo>
                  <a:lnTo>
                    <a:pt x="90769" y="402726"/>
                  </a:lnTo>
                  <a:lnTo>
                    <a:pt x="90291" y="405115"/>
                  </a:lnTo>
                  <a:lnTo>
                    <a:pt x="90291" y="405115"/>
                  </a:lnTo>
                  <a:lnTo>
                    <a:pt x="89335" y="406548"/>
                  </a:lnTo>
                  <a:lnTo>
                    <a:pt x="90291" y="408936"/>
                  </a:lnTo>
                  <a:lnTo>
                    <a:pt x="90769" y="409892"/>
                  </a:lnTo>
                  <a:lnTo>
                    <a:pt x="90291" y="412758"/>
                  </a:lnTo>
                  <a:lnTo>
                    <a:pt x="89813" y="414192"/>
                  </a:lnTo>
                  <a:lnTo>
                    <a:pt x="89813" y="417535"/>
                  </a:lnTo>
                  <a:lnTo>
                    <a:pt x="91246" y="420880"/>
                  </a:lnTo>
                  <a:lnTo>
                    <a:pt x="92680" y="423746"/>
                  </a:lnTo>
                  <a:lnTo>
                    <a:pt x="92680" y="423746"/>
                  </a:lnTo>
                  <a:lnTo>
                    <a:pt x="93157" y="427090"/>
                  </a:lnTo>
                  <a:lnTo>
                    <a:pt x="93157" y="429957"/>
                  </a:lnTo>
                  <a:lnTo>
                    <a:pt x="94113" y="432823"/>
                  </a:lnTo>
                  <a:lnTo>
                    <a:pt x="95546" y="434256"/>
                  </a:lnTo>
                  <a:lnTo>
                    <a:pt x="96501" y="435211"/>
                  </a:lnTo>
                  <a:lnTo>
                    <a:pt x="96501" y="435211"/>
                  </a:lnTo>
                  <a:lnTo>
                    <a:pt x="96024" y="436645"/>
                  </a:lnTo>
                  <a:lnTo>
                    <a:pt x="95546" y="438556"/>
                  </a:lnTo>
                  <a:lnTo>
                    <a:pt x="95546" y="438556"/>
                  </a:lnTo>
                  <a:lnTo>
                    <a:pt x="94113" y="439989"/>
                  </a:lnTo>
                  <a:lnTo>
                    <a:pt x="94113" y="439989"/>
                  </a:lnTo>
                  <a:lnTo>
                    <a:pt x="91724" y="440467"/>
                  </a:lnTo>
                  <a:lnTo>
                    <a:pt x="91724" y="440467"/>
                  </a:lnTo>
                  <a:lnTo>
                    <a:pt x="89335" y="441422"/>
                  </a:lnTo>
                  <a:lnTo>
                    <a:pt x="87902" y="442377"/>
                  </a:lnTo>
                  <a:lnTo>
                    <a:pt x="86469" y="443333"/>
                  </a:lnTo>
                  <a:lnTo>
                    <a:pt x="85514" y="444288"/>
                  </a:lnTo>
                  <a:lnTo>
                    <a:pt x="85036" y="445722"/>
                  </a:lnTo>
                  <a:lnTo>
                    <a:pt x="85036" y="450499"/>
                  </a:lnTo>
                  <a:lnTo>
                    <a:pt x="85036" y="452410"/>
                  </a:lnTo>
                  <a:lnTo>
                    <a:pt x="84081" y="455276"/>
                  </a:lnTo>
                  <a:lnTo>
                    <a:pt x="83125" y="457665"/>
                  </a:lnTo>
                  <a:lnTo>
                    <a:pt x="82647" y="458142"/>
                  </a:lnTo>
                  <a:lnTo>
                    <a:pt x="82647" y="459098"/>
                  </a:lnTo>
                  <a:lnTo>
                    <a:pt x="82647" y="460053"/>
                  </a:lnTo>
                  <a:lnTo>
                    <a:pt x="82647" y="460053"/>
                  </a:lnTo>
                  <a:lnTo>
                    <a:pt x="81692" y="460053"/>
                  </a:lnTo>
                  <a:lnTo>
                    <a:pt x="80258" y="460053"/>
                  </a:lnTo>
                  <a:lnTo>
                    <a:pt x="79781" y="460053"/>
                  </a:lnTo>
                  <a:lnTo>
                    <a:pt x="78825" y="461009"/>
                  </a:lnTo>
                  <a:lnTo>
                    <a:pt x="79303" y="462442"/>
                  </a:lnTo>
                  <a:lnTo>
                    <a:pt x="79781" y="465308"/>
                  </a:lnTo>
                  <a:lnTo>
                    <a:pt x="80736" y="466742"/>
                  </a:lnTo>
                  <a:lnTo>
                    <a:pt x="80736" y="467697"/>
                  </a:lnTo>
                  <a:lnTo>
                    <a:pt x="80258" y="470086"/>
                  </a:lnTo>
                  <a:lnTo>
                    <a:pt x="79303" y="471519"/>
                  </a:lnTo>
                  <a:lnTo>
                    <a:pt x="79303" y="471519"/>
                  </a:lnTo>
                  <a:lnTo>
                    <a:pt x="78348" y="471519"/>
                  </a:lnTo>
                  <a:lnTo>
                    <a:pt x="77392" y="472474"/>
                  </a:lnTo>
                  <a:lnTo>
                    <a:pt x="76915" y="473430"/>
                  </a:lnTo>
                  <a:lnTo>
                    <a:pt x="77392" y="475341"/>
                  </a:lnTo>
                  <a:lnTo>
                    <a:pt x="78825" y="476296"/>
                  </a:lnTo>
                  <a:lnTo>
                    <a:pt x="78825" y="476296"/>
                  </a:lnTo>
                  <a:lnTo>
                    <a:pt x="79781" y="477252"/>
                  </a:lnTo>
                  <a:lnTo>
                    <a:pt x="79303" y="478207"/>
                  </a:lnTo>
                  <a:lnTo>
                    <a:pt x="79303" y="478207"/>
                  </a:lnTo>
                  <a:lnTo>
                    <a:pt x="77870" y="478685"/>
                  </a:lnTo>
                  <a:lnTo>
                    <a:pt x="77870" y="478685"/>
                  </a:lnTo>
                  <a:lnTo>
                    <a:pt x="77392" y="479640"/>
                  </a:lnTo>
                  <a:lnTo>
                    <a:pt x="76915" y="482029"/>
                  </a:lnTo>
                  <a:lnTo>
                    <a:pt x="75959" y="483940"/>
                  </a:lnTo>
                  <a:lnTo>
                    <a:pt x="75004" y="485851"/>
                  </a:lnTo>
                  <a:lnTo>
                    <a:pt x="74526" y="488240"/>
                  </a:lnTo>
                  <a:lnTo>
                    <a:pt x="75959" y="490628"/>
                  </a:lnTo>
                  <a:lnTo>
                    <a:pt x="75959" y="493017"/>
                  </a:lnTo>
                  <a:lnTo>
                    <a:pt x="75959" y="500183"/>
                  </a:lnTo>
                  <a:lnTo>
                    <a:pt x="75481" y="502571"/>
                  </a:lnTo>
                  <a:lnTo>
                    <a:pt x="75481" y="502571"/>
                  </a:lnTo>
                  <a:lnTo>
                    <a:pt x="75481" y="502571"/>
                  </a:lnTo>
                  <a:lnTo>
                    <a:pt x="75959" y="506871"/>
                  </a:lnTo>
                  <a:lnTo>
                    <a:pt x="75959" y="506871"/>
                  </a:lnTo>
                  <a:lnTo>
                    <a:pt x="75481" y="507826"/>
                  </a:lnTo>
                  <a:lnTo>
                    <a:pt x="75481" y="508782"/>
                  </a:lnTo>
                  <a:lnTo>
                    <a:pt x="76437" y="511648"/>
                  </a:lnTo>
                  <a:lnTo>
                    <a:pt x="77870" y="516425"/>
                  </a:lnTo>
                  <a:lnTo>
                    <a:pt x="78348" y="518336"/>
                  </a:lnTo>
                  <a:lnTo>
                    <a:pt x="78348" y="519770"/>
                  </a:lnTo>
                  <a:lnTo>
                    <a:pt x="78348" y="519770"/>
                  </a:lnTo>
                  <a:lnTo>
                    <a:pt x="76437" y="520725"/>
                  </a:lnTo>
                  <a:lnTo>
                    <a:pt x="75004" y="521203"/>
                  </a:lnTo>
                  <a:lnTo>
                    <a:pt x="74526" y="521681"/>
                  </a:lnTo>
                  <a:lnTo>
                    <a:pt x="73570" y="520725"/>
                  </a:lnTo>
                  <a:lnTo>
                    <a:pt x="73093" y="520725"/>
                  </a:lnTo>
                  <a:lnTo>
                    <a:pt x="72137" y="522158"/>
                  </a:lnTo>
                  <a:lnTo>
                    <a:pt x="72137" y="522636"/>
                  </a:lnTo>
                  <a:lnTo>
                    <a:pt x="71182" y="523591"/>
                  </a:lnTo>
                  <a:lnTo>
                    <a:pt x="71182" y="524547"/>
                  </a:lnTo>
                  <a:lnTo>
                    <a:pt x="72137" y="525980"/>
                  </a:lnTo>
                  <a:lnTo>
                    <a:pt x="72615" y="528847"/>
                  </a:lnTo>
                  <a:lnTo>
                    <a:pt x="72615" y="528847"/>
                  </a:lnTo>
                  <a:lnTo>
                    <a:pt x="71182" y="530280"/>
                  </a:lnTo>
                  <a:lnTo>
                    <a:pt x="70704" y="531713"/>
                  </a:lnTo>
                  <a:lnTo>
                    <a:pt x="71182" y="533146"/>
                  </a:lnTo>
                  <a:lnTo>
                    <a:pt x="71182" y="536490"/>
                  </a:lnTo>
                  <a:lnTo>
                    <a:pt x="70704" y="541745"/>
                  </a:lnTo>
                  <a:lnTo>
                    <a:pt x="71659" y="543656"/>
                  </a:lnTo>
                  <a:lnTo>
                    <a:pt x="72615" y="544612"/>
                  </a:lnTo>
                  <a:lnTo>
                    <a:pt x="75481" y="545567"/>
                  </a:lnTo>
                  <a:lnTo>
                    <a:pt x="75481" y="545567"/>
                  </a:lnTo>
                  <a:lnTo>
                    <a:pt x="77870" y="546045"/>
                  </a:lnTo>
                  <a:lnTo>
                    <a:pt x="77870" y="546045"/>
                  </a:lnTo>
                  <a:lnTo>
                    <a:pt x="78348" y="547956"/>
                  </a:lnTo>
                  <a:lnTo>
                    <a:pt x="78348" y="549389"/>
                  </a:lnTo>
                  <a:lnTo>
                    <a:pt x="78348" y="549389"/>
                  </a:lnTo>
                  <a:lnTo>
                    <a:pt x="76915" y="549867"/>
                  </a:lnTo>
                  <a:lnTo>
                    <a:pt x="75481" y="550822"/>
                  </a:lnTo>
                  <a:lnTo>
                    <a:pt x="75481" y="550822"/>
                  </a:lnTo>
                  <a:lnTo>
                    <a:pt x="75481" y="552733"/>
                  </a:lnTo>
                  <a:lnTo>
                    <a:pt x="76915" y="555122"/>
                  </a:lnTo>
                  <a:lnTo>
                    <a:pt x="78348" y="556555"/>
                  </a:lnTo>
                  <a:lnTo>
                    <a:pt x="78348" y="556555"/>
                  </a:lnTo>
                  <a:lnTo>
                    <a:pt x="78825" y="557988"/>
                  </a:lnTo>
                  <a:lnTo>
                    <a:pt x="78825" y="559421"/>
                  </a:lnTo>
                  <a:lnTo>
                    <a:pt x="77392" y="560854"/>
                  </a:lnTo>
                  <a:lnTo>
                    <a:pt x="79303" y="563243"/>
                  </a:lnTo>
                  <a:lnTo>
                    <a:pt x="79781" y="565154"/>
                  </a:lnTo>
                  <a:lnTo>
                    <a:pt x="79781" y="565154"/>
                  </a:lnTo>
                  <a:lnTo>
                    <a:pt x="79303" y="566587"/>
                  </a:lnTo>
                  <a:lnTo>
                    <a:pt x="78348" y="568498"/>
                  </a:lnTo>
                  <a:lnTo>
                    <a:pt x="77392" y="569454"/>
                  </a:lnTo>
                  <a:lnTo>
                    <a:pt x="77392" y="570887"/>
                  </a:lnTo>
                  <a:lnTo>
                    <a:pt x="76915" y="572797"/>
                  </a:lnTo>
                  <a:lnTo>
                    <a:pt x="76915" y="575186"/>
                  </a:lnTo>
                  <a:lnTo>
                    <a:pt x="76915" y="576620"/>
                  </a:lnTo>
                  <a:lnTo>
                    <a:pt x="86947" y="577575"/>
                  </a:lnTo>
                  <a:lnTo>
                    <a:pt x="89335" y="578053"/>
                  </a:lnTo>
                  <a:lnTo>
                    <a:pt x="90291" y="579486"/>
                  </a:lnTo>
                  <a:lnTo>
                    <a:pt x="90291" y="580919"/>
                  </a:lnTo>
                  <a:lnTo>
                    <a:pt x="90291" y="581397"/>
                  </a:lnTo>
                  <a:lnTo>
                    <a:pt x="88858" y="582830"/>
                  </a:lnTo>
                  <a:lnTo>
                    <a:pt x="88380" y="586174"/>
                  </a:lnTo>
                  <a:lnTo>
                    <a:pt x="87902" y="586174"/>
                  </a:lnTo>
                  <a:lnTo>
                    <a:pt x="87424" y="586652"/>
                  </a:lnTo>
                  <a:lnTo>
                    <a:pt x="86469" y="586652"/>
                  </a:lnTo>
                  <a:lnTo>
                    <a:pt x="84558" y="586174"/>
                  </a:lnTo>
                  <a:lnTo>
                    <a:pt x="82170" y="586174"/>
                  </a:lnTo>
                  <a:lnTo>
                    <a:pt x="80258" y="586652"/>
                  </a:lnTo>
                  <a:lnTo>
                    <a:pt x="80258" y="586652"/>
                  </a:lnTo>
                  <a:lnTo>
                    <a:pt x="77870" y="586652"/>
                  </a:lnTo>
                  <a:lnTo>
                    <a:pt x="75004" y="587129"/>
                  </a:lnTo>
                  <a:lnTo>
                    <a:pt x="74526" y="587129"/>
                  </a:lnTo>
                  <a:lnTo>
                    <a:pt x="74526" y="587129"/>
                  </a:lnTo>
                  <a:lnTo>
                    <a:pt x="72137" y="586652"/>
                  </a:lnTo>
                  <a:lnTo>
                    <a:pt x="72137" y="586652"/>
                  </a:lnTo>
                  <a:lnTo>
                    <a:pt x="72137" y="587607"/>
                  </a:lnTo>
                  <a:lnTo>
                    <a:pt x="72615" y="589996"/>
                  </a:lnTo>
                  <a:lnTo>
                    <a:pt x="77392" y="590474"/>
                  </a:lnTo>
                  <a:lnTo>
                    <a:pt x="81692" y="591907"/>
                  </a:lnTo>
                  <a:lnTo>
                    <a:pt x="81692" y="591907"/>
                  </a:lnTo>
                  <a:lnTo>
                    <a:pt x="82647" y="594295"/>
                  </a:lnTo>
                  <a:lnTo>
                    <a:pt x="84558" y="596684"/>
                  </a:lnTo>
                  <a:lnTo>
                    <a:pt x="86469" y="598117"/>
                  </a:lnTo>
                  <a:lnTo>
                    <a:pt x="86469" y="600984"/>
                  </a:lnTo>
                  <a:lnTo>
                    <a:pt x="86469" y="600984"/>
                  </a:lnTo>
                  <a:lnTo>
                    <a:pt x="83603" y="603850"/>
                  </a:lnTo>
                  <a:lnTo>
                    <a:pt x="83125" y="605761"/>
                  </a:lnTo>
                  <a:lnTo>
                    <a:pt x="83125" y="605761"/>
                  </a:lnTo>
                  <a:lnTo>
                    <a:pt x="79781" y="606239"/>
                  </a:lnTo>
                  <a:lnTo>
                    <a:pt x="78825" y="606716"/>
                  </a:lnTo>
                  <a:lnTo>
                    <a:pt x="78348" y="607194"/>
                  </a:lnTo>
                  <a:lnTo>
                    <a:pt x="78348" y="607672"/>
                  </a:lnTo>
                  <a:lnTo>
                    <a:pt x="77870" y="611016"/>
                  </a:lnTo>
                  <a:lnTo>
                    <a:pt x="78348" y="613882"/>
                  </a:lnTo>
                  <a:lnTo>
                    <a:pt x="79781" y="615315"/>
                  </a:lnTo>
                  <a:lnTo>
                    <a:pt x="79781" y="615315"/>
                  </a:lnTo>
                  <a:lnTo>
                    <a:pt x="80736" y="617227"/>
                  </a:lnTo>
                  <a:lnTo>
                    <a:pt x="79781" y="619137"/>
                  </a:lnTo>
                  <a:lnTo>
                    <a:pt x="77392" y="621048"/>
                  </a:lnTo>
                  <a:lnTo>
                    <a:pt x="75959" y="622481"/>
                  </a:lnTo>
                  <a:lnTo>
                    <a:pt x="76915" y="623437"/>
                  </a:lnTo>
                  <a:lnTo>
                    <a:pt x="77870" y="625348"/>
                  </a:lnTo>
                  <a:lnTo>
                    <a:pt x="78348" y="626781"/>
                  </a:lnTo>
                  <a:lnTo>
                    <a:pt x="78825" y="629647"/>
                  </a:lnTo>
                  <a:lnTo>
                    <a:pt x="79781" y="633469"/>
                  </a:lnTo>
                  <a:lnTo>
                    <a:pt x="79303" y="635380"/>
                  </a:lnTo>
                  <a:lnTo>
                    <a:pt x="78825" y="636813"/>
                  </a:lnTo>
                  <a:lnTo>
                    <a:pt x="78825" y="636813"/>
                  </a:lnTo>
                  <a:lnTo>
                    <a:pt x="76437" y="639202"/>
                  </a:lnTo>
                  <a:lnTo>
                    <a:pt x="74526" y="640157"/>
                  </a:lnTo>
                  <a:lnTo>
                    <a:pt x="74526" y="643024"/>
                  </a:lnTo>
                  <a:lnTo>
                    <a:pt x="74048" y="644935"/>
                  </a:lnTo>
                  <a:lnTo>
                    <a:pt x="74526" y="646846"/>
                  </a:lnTo>
                  <a:lnTo>
                    <a:pt x="75481" y="648279"/>
                  </a:lnTo>
                  <a:lnTo>
                    <a:pt x="75481" y="650190"/>
                  </a:lnTo>
                  <a:lnTo>
                    <a:pt x="75481" y="650190"/>
                  </a:lnTo>
                  <a:lnTo>
                    <a:pt x="74048" y="650190"/>
                  </a:lnTo>
                  <a:lnTo>
                    <a:pt x="72615" y="651145"/>
                  </a:lnTo>
                  <a:lnTo>
                    <a:pt x="71659" y="653534"/>
                  </a:lnTo>
                  <a:lnTo>
                    <a:pt x="71182" y="653534"/>
                  </a:lnTo>
                  <a:lnTo>
                    <a:pt x="67838" y="656400"/>
                  </a:lnTo>
                  <a:lnTo>
                    <a:pt x="66882" y="657834"/>
                  </a:lnTo>
                  <a:lnTo>
                    <a:pt x="66882" y="659744"/>
                  </a:lnTo>
                  <a:lnTo>
                    <a:pt x="66882" y="659744"/>
                  </a:lnTo>
                  <a:lnTo>
                    <a:pt x="65449" y="663088"/>
                  </a:lnTo>
                  <a:lnTo>
                    <a:pt x="64016" y="665477"/>
                  </a:lnTo>
                  <a:lnTo>
                    <a:pt x="63060" y="667866"/>
                  </a:lnTo>
                  <a:lnTo>
                    <a:pt x="63538" y="670732"/>
                  </a:lnTo>
                  <a:lnTo>
                    <a:pt x="65449" y="671688"/>
                  </a:lnTo>
                  <a:lnTo>
                    <a:pt x="66882" y="674554"/>
                  </a:lnTo>
                  <a:lnTo>
                    <a:pt x="67838" y="677420"/>
                  </a:lnTo>
                  <a:lnTo>
                    <a:pt x="66405" y="681242"/>
                  </a:lnTo>
                  <a:lnTo>
                    <a:pt x="66405" y="681242"/>
                  </a:lnTo>
                  <a:lnTo>
                    <a:pt x="63538" y="682675"/>
                  </a:lnTo>
                  <a:lnTo>
                    <a:pt x="62105" y="684586"/>
                  </a:lnTo>
                  <a:lnTo>
                    <a:pt x="61627" y="685542"/>
                  </a:lnTo>
                  <a:lnTo>
                    <a:pt x="62105" y="689364"/>
                  </a:lnTo>
                  <a:lnTo>
                    <a:pt x="61627" y="691275"/>
                  </a:lnTo>
                  <a:lnTo>
                    <a:pt x="61149" y="693185"/>
                  </a:lnTo>
                  <a:lnTo>
                    <a:pt x="60672" y="694618"/>
                  </a:lnTo>
                  <a:lnTo>
                    <a:pt x="59239" y="696052"/>
                  </a:lnTo>
                  <a:lnTo>
                    <a:pt x="56372" y="697485"/>
                  </a:lnTo>
                  <a:lnTo>
                    <a:pt x="53983" y="697963"/>
                  </a:lnTo>
                  <a:lnTo>
                    <a:pt x="53028" y="699396"/>
                  </a:lnTo>
                  <a:lnTo>
                    <a:pt x="52073" y="701307"/>
                  </a:lnTo>
                  <a:lnTo>
                    <a:pt x="51595" y="701307"/>
                  </a:lnTo>
                  <a:lnTo>
                    <a:pt x="50639" y="704173"/>
                  </a:lnTo>
                  <a:lnTo>
                    <a:pt x="51117" y="707040"/>
                  </a:lnTo>
                  <a:lnTo>
                    <a:pt x="51117" y="707040"/>
                  </a:lnTo>
                  <a:lnTo>
                    <a:pt x="50639" y="707040"/>
                  </a:lnTo>
                  <a:lnTo>
                    <a:pt x="44429" y="707517"/>
                  </a:lnTo>
                  <a:lnTo>
                    <a:pt x="44429" y="707517"/>
                  </a:lnTo>
                  <a:lnTo>
                    <a:pt x="44429" y="707995"/>
                  </a:lnTo>
                  <a:lnTo>
                    <a:pt x="43951" y="709906"/>
                  </a:lnTo>
                  <a:lnTo>
                    <a:pt x="42518" y="711817"/>
                  </a:lnTo>
                  <a:lnTo>
                    <a:pt x="42518" y="715161"/>
                  </a:lnTo>
                  <a:lnTo>
                    <a:pt x="43474" y="718027"/>
                  </a:lnTo>
                  <a:lnTo>
                    <a:pt x="44429" y="720894"/>
                  </a:lnTo>
                  <a:lnTo>
                    <a:pt x="44429" y="720894"/>
                  </a:lnTo>
                  <a:lnTo>
                    <a:pt x="43474" y="724238"/>
                  </a:lnTo>
                  <a:lnTo>
                    <a:pt x="43474" y="727582"/>
                  </a:lnTo>
                  <a:lnTo>
                    <a:pt x="43951" y="730448"/>
                  </a:lnTo>
                  <a:lnTo>
                    <a:pt x="45862" y="733315"/>
                  </a:lnTo>
                  <a:lnTo>
                    <a:pt x="47295" y="737137"/>
                  </a:lnTo>
                  <a:lnTo>
                    <a:pt x="48251" y="740003"/>
                  </a:lnTo>
                  <a:lnTo>
                    <a:pt x="48728" y="742391"/>
                  </a:lnTo>
                  <a:lnTo>
                    <a:pt x="49206" y="744302"/>
                  </a:lnTo>
                  <a:lnTo>
                    <a:pt x="50162" y="745736"/>
                  </a:lnTo>
                  <a:lnTo>
                    <a:pt x="50639" y="747647"/>
                  </a:lnTo>
                  <a:lnTo>
                    <a:pt x="52073" y="748602"/>
                  </a:lnTo>
                  <a:lnTo>
                    <a:pt x="54461" y="746691"/>
                  </a:lnTo>
                  <a:lnTo>
                    <a:pt x="56372" y="745258"/>
                  </a:lnTo>
                  <a:lnTo>
                    <a:pt x="57805" y="744780"/>
                  </a:lnTo>
                  <a:lnTo>
                    <a:pt x="61149" y="745258"/>
                  </a:lnTo>
                  <a:lnTo>
                    <a:pt x="63538" y="743825"/>
                  </a:lnTo>
                  <a:lnTo>
                    <a:pt x="64493" y="744302"/>
                  </a:lnTo>
                  <a:lnTo>
                    <a:pt x="65449" y="744780"/>
                  </a:lnTo>
                  <a:lnTo>
                    <a:pt x="65927" y="744780"/>
                  </a:lnTo>
                  <a:lnTo>
                    <a:pt x="66882" y="746213"/>
                  </a:lnTo>
                  <a:lnTo>
                    <a:pt x="67360" y="749080"/>
                  </a:lnTo>
                  <a:lnTo>
                    <a:pt x="67838" y="752902"/>
                  </a:lnTo>
                  <a:lnTo>
                    <a:pt x="67360" y="756246"/>
                  </a:lnTo>
                  <a:lnTo>
                    <a:pt x="67360" y="756246"/>
                  </a:lnTo>
                  <a:lnTo>
                    <a:pt x="66405" y="757201"/>
                  </a:lnTo>
                  <a:lnTo>
                    <a:pt x="65927" y="758157"/>
                  </a:lnTo>
                  <a:lnTo>
                    <a:pt x="66405" y="760067"/>
                  </a:lnTo>
                  <a:lnTo>
                    <a:pt x="67360" y="761501"/>
                  </a:lnTo>
                  <a:lnTo>
                    <a:pt x="67360" y="763889"/>
                  </a:lnTo>
                  <a:lnTo>
                    <a:pt x="66405" y="769144"/>
                  </a:lnTo>
                  <a:lnTo>
                    <a:pt x="65449" y="771055"/>
                  </a:lnTo>
                  <a:lnTo>
                    <a:pt x="66882" y="773444"/>
                  </a:lnTo>
                  <a:lnTo>
                    <a:pt x="68315" y="775355"/>
                  </a:lnTo>
                  <a:lnTo>
                    <a:pt x="70704" y="776788"/>
                  </a:lnTo>
                  <a:lnTo>
                    <a:pt x="70704" y="776788"/>
                  </a:lnTo>
                  <a:lnTo>
                    <a:pt x="73093" y="779177"/>
                  </a:lnTo>
                  <a:lnTo>
                    <a:pt x="74526" y="781088"/>
                  </a:lnTo>
                  <a:lnTo>
                    <a:pt x="74048" y="783476"/>
                  </a:lnTo>
                  <a:lnTo>
                    <a:pt x="75004" y="783954"/>
                  </a:lnTo>
                  <a:lnTo>
                    <a:pt x="79303" y="783954"/>
                  </a:lnTo>
                  <a:lnTo>
                    <a:pt x="85036" y="784432"/>
                  </a:lnTo>
                  <a:lnTo>
                    <a:pt x="85036" y="784432"/>
                  </a:lnTo>
                  <a:lnTo>
                    <a:pt x="94590" y="784432"/>
                  </a:lnTo>
                  <a:lnTo>
                    <a:pt x="103667" y="784432"/>
                  </a:lnTo>
                  <a:lnTo>
                    <a:pt x="114177" y="784432"/>
                  </a:lnTo>
                  <a:lnTo>
                    <a:pt x="118955" y="786820"/>
                  </a:lnTo>
                  <a:lnTo>
                    <a:pt x="123254" y="788254"/>
                  </a:lnTo>
                  <a:lnTo>
                    <a:pt x="128987" y="788254"/>
                  </a:lnTo>
                  <a:lnTo>
                    <a:pt x="134720" y="790642"/>
                  </a:lnTo>
                  <a:lnTo>
                    <a:pt x="138542" y="792075"/>
                  </a:lnTo>
                  <a:lnTo>
                    <a:pt x="140930" y="792553"/>
                  </a:lnTo>
                  <a:lnTo>
                    <a:pt x="140930" y="792553"/>
                  </a:lnTo>
                  <a:lnTo>
                    <a:pt x="143797" y="793031"/>
                  </a:lnTo>
                  <a:lnTo>
                    <a:pt x="143797" y="793031"/>
                  </a:lnTo>
                  <a:lnTo>
                    <a:pt x="144274" y="794942"/>
                  </a:lnTo>
                  <a:lnTo>
                    <a:pt x="144274" y="794942"/>
                  </a:lnTo>
                  <a:lnTo>
                    <a:pt x="143797" y="794942"/>
                  </a:lnTo>
                  <a:lnTo>
                    <a:pt x="132809" y="792075"/>
                  </a:lnTo>
                  <a:lnTo>
                    <a:pt x="130420" y="790642"/>
                  </a:lnTo>
                  <a:lnTo>
                    <a:pt x="128031" y="790642"/>
                  </a:lnTo>
                  <a:lnTo>
                    <a:pt x="124210" y="792553"/>
                  </a:lnTo>
                  <a:lnTo>
                    <a:pt x="121821" y="796853"/>
                  </a:lnTo>
                  <a:lnTo>
                    <a:pt x="120865" y="798286"/>
                  </a:lnTo>
                  <a:lnTo>
                    <a:pt x="117999" y="799241"/>
                  </a:lnTo>
                  <a:lnTo>
                    <a:pt x="115133" y="799719"/>
                  </a:lnTo>
                  <a:lnTo>
                    <a:pt x="105578" y="804019"/>
                  </a:lnTo>
                  <a:lnTo>
                    <a:pt x="102234" y="804496"/>
                  </a:lnTo>
                  <a:lnTo>
                    <a:pt x="99846" y="805452"/>
                  </a:lnTo>
                  <a:lnTo>
                    <a:pt x="97457" y="807363"/>
                  </a:lnTo>
                  <a:lnTo>
                    <a:pt x="96501" y="810707"/>
                  </a:lnTo>
                  <a:lnTo>
                    <a:pt x="96979" y="813096"/>
                  </a:lnTo>
                  <a:lnTo>
                    <a:pt x="94113" y="821217"/>
                  </a:lnTo>
                  <a:lnTo>
                    <a:pt x="93635" y="825516"/>
                  </a:lnTo>
                  <a:lnTo>
                    <a:pt x="93635" y="827905"/>
                  </a:lnTo>
                  <a:lnTo>
                    <a:pt x="94590" y="831727"/>
                  </a:lnTo>
                  <a:lnTo>
                    <a:pt x="93635" y="837937"/>
                  </a:lnTo>
                  <a:lnTo>
                    <a:pt x="91724" y="839371"/>
                  </a:lnTo>
                  <a:lnTo>
                    <a:pt x="87424" y="841281"/>
                  </a:lnTo>
                  <a:lnTo>
                    <a:pt x="84558" y="839848"/>
                  </a:lnTo>
                  <a:lnTo>
                    <a:pt x="79781" y="838893"/>
                  </a:lnTo>
                  <a:lnTo>
                    <a:pt x="75959" y="836027"/>
                  </a:lnTo>
                  <a:lnTo>
                    <a:pt x="71659" y="834593"/>
                  </a:lnTo>
                  <a:lnTo>
                    <a:pt x="70226" y="833638"/>
                  </a:lnTo>
                  <a:lnTo>
                    <a:pt x="65927" y="828383"/>
                  </a:lnTo>
                  <a:lnTo>
                    <a:pt x="65449" y="826950"/>
                  </a:lnTo>
                  <a:lnTo>
                    <a:pt x="65449" y="825039"/>
                  </a:lnTo>
                  <a:lnTo>
                    <a:pt x="67360" y="822172"/>
                  </a:lnTo>
                  <a:lnTo>
                    <a:pt x="68793" y="821695"/>
                  </a:lnTo>
                  <a:lnTo>
                    <a:pt x="72137" y="821695"/>
                  </a:lnTo>
                  <a:lnTo>
                    <a:pt x="74526" y="821217"/>
                  </a:lnTo>
                  <a:lnTo>
                    <a:pt x="76437" y="823128"/>
                  </a:lnTo>
                  <a:lnTo>
                    <a:pt x="76915" y="826472"/>
                  </a:lnTo>
                  <a:lnTo>
                    <a:pt x="75959" y="827905"/>
                  </a:lnTo>
                  <a:lnTo>
                    <a:pt x="75481" y="829338"/>
                  </a:lnTo>
                  <a:lnTo>
                    <a:pt x="75481" y="830294"/>
                  </a:lnTo>
                  <a:lnTo>
                    <a:pt x="77870" y="828861"/>
                  </a:lnTo>
                  <a:lnTo>
                    <a:pt x="78825" y="821217"/>
                  </a:lnTo>
                  <a:lnTo>
                    <a:pt x="85514" y="817395"/>
                  </a:lnTo>
                  <a:lnTo>
                    <a:pt x="87424" y="815484"/>
                  </a:lnTo>
                  <a:lnTo>
                    <a:pt x="89813" y="811662"/>
                  </a:lnTo>
                  <a:lnTo>
                    <a:pt x="90291" y="810707"/>
                  </a:lnTo>
                  <a:lnTo>
                    <a:pt x="90291" y="809751"/>
                  </a:lnTo>
                  <a:lnTo>
                    <a:pt x="88858" y="808796"/>
                  </a:lnTo>
                  <a:lnTo>
                    <a:pt x="85514" y="807363"/>
                  </a:lnTo>
                  <a:lnTo>
                    <a:pt x="75481" y="814529"/>
                  </a:lnTo>
                  <a:lnTo>
                    <a:pt x="71182" y="816439"/>
                  </a:lnTo>
                  <a:lnTo>
                    <a:pt x="67838" y="818351"/>
                  </a:lnTo>
                  <a:lnTo>
                    <a:pt x="64493" y="822172"/>
                  </a:lnTo>
                  <a:lnTo>
                    <a:pt x="63538" y="823128"/>
                  </a:lnTo>
                  <a:lnTo>
                    <a:pt x="63060" y="825516"/>
                  </a:lnTo>
                  <a:lnTo>
                    <a:pt x="62583" y="828383"/>
                  </a:lnTo>
                  <a:lnTo>
                    <a:pt x="59239" y="826950"/>
                  </a:lnTo>
                  <a:lnTo>
                    <a:pt x="53506" y="823128"/>
                  </a:lnTo>
                  <a:lnTo>
                    <a:pt x="52550" y="821695"/>
                  </a:lnTo>
                  <a:lnTo>
                    <a:pt x="53506" y="819784"/>
                  </a:lnTo>
                  <a:lnTo>
                    <a:pt x="55417" y="817873"/>
                  </a:lnTo>
                  <a:lnTo>
                    <a:pt x="55417" y="812140"/>
                  </a:lnTo>
                  <a:lnTo>
                    <a:pt x="55894" y="810229"/>
                  </a:lnTo>
                  <a:lnTo>
                    <a:pt x="56850" y="808796"/>
                  </a:lnTo>
                  <a:lnTo>
                    <a:pt x="59239" y="806885"/>
                  </a:lnTo>
                  <a:lnTo>
                    <a:pt x="60194" y="806885"/>
                  </a:lnTo>
                  <a:lnTo>
                    <a:pt x="61149" y="807363"/>
                  </a:lnTo>
                  <a:lnTo>
                    <a:pt x="61149" y="808796"/>
                  </a:lnTo>
                  <a:lnTo>
                    <a:pt x="64493" y="808796"/>
                  </a:lnTo>
                  <a:lnTo>
                    <a:pt x="71182" y="803541"/>
                  </a:lnTo>
                  <a:lnTo>
                    <a:pt x="74048" y="803541"/>
                  </a:lnTo>
                  <a:lnTo>
                    <a:pt x="77392" y="804496"/>
                  </a:lnTo>
                  <a:lnTo>
                    <a:pt x="81692" y="804019"/>
                  </a:lnTo>
                  <a:lnTo>
                    <a:pt x="82170" y="803541"/>
                  </a:lnTo>
                  <a:lnTo>
                    <a:pt x="83125" y="802585"/>
                  </a:lnTo>
                  <a:lnTo>
                    <a:pt x="80258" y="801152"/>
                  </a:lnTo>
                  <a:lnTo>
                    <a:pt x="77392" y="800197"/>
                  </a:lnTo>
                  <a:lnTo>
                    <a:pt x="69271" y="799719"/>
                  </a:lnTo>
                  <a:lnTo>
                    <a:pt x="67360" y="800197"/>
                  </a:lnTo>
                  <a:lnTo>
                    <a:pt x="64971" y="803063"/>
                  </a:lnTo>
                  <a:lnTo>
                    <a:pt x="64016" y="802585"/>
                  </a:lnTo>
                  <a:lnTo>
                    <a:pt x="63538" y="801152"/>
                  </a:lnTo>
                  <a:lnTo>
                    <a:pt x="60672" y="800197"/>
                  </a:lnTo>
                  <a:lnTo>
                    <a:pt x="59239" y="800197"/>
                  </a:lnTo>
                  <a:lnTo>
                    <a:pt x="58283" y="801630"/>
                  </a:lnTo>
                  <a:lnTo>
                    <a:pt x="58283" y="803541"/>
                  </a:lnTo>
                  <a:lnTo>
                    <a:pt x="57805" y="805452"/>
                  </a:lnTo>
                  <a:lnTo>
                    <a:pt x="54939" y="807840"/>
                  </a:lnTo>
                  <a:lnTo>
                    <a:pt x="53506" y="811185"/>
                  </a:lnTo>
                  <a:lnTo>
                    <a:pt x="53506" y="813573"/>
                  </a:lnTo>
                  <a:lnTo>
                    <a:pt x="53028" y="815006"/>
                  </a:lnTo>
                  <a:lnTo>
                    <a:pt x="52550" y="815484"/>
                  </a:lnTo>
                  <a:lnTo>
                    <a:pt x="51117" y="816439"/>
                  </a:lnTo>
                  <a:lnTo>
                    <a:pt x="46817" y="815962"/>
                  </a:lnTo>
                  <a:lnTo>
                    <a:pt x="44429" y="813096"/>
                  </a:lnTo>
                  <a:lnTo>
                    <a:pt x="43474" y="811185"/>
                  </a:lnTo>
                  <a:lnTo>
                    <a:pt x="41085" y="809274"/>
                  </a:lnTo>
                  <a:lnTo>
                    <a:pt x="46817" y="806885"/>
                  </a:lnTo>
                  <a:lnTo>
                    <a:pt x="48728" y="805452"/>
                  </a:lnTo>
                  <a:lnTo>
                    <a:pt x="50639" y="802108"/>
                  </a:lnTo>
                  <a:lnTo>
                    <a:pt x="52073" y="800197"/>
                  </a:lnTo>
                  <a:lnTo>
                    <a:pt x="51117" y="798764"/>
                  </a:lnTo>
                  <a:lnTo>
                    <a:pt x="50162" y="798764"/>
                  </a:lnTo>
                  <a:lnTo>
                    <a:pt x="50162" y="801152"/>
                  </a:lnTo>
                  <a:lnTo>
                    <a:pt x="48728" y="803063"/>
                  </a:lnTo>
                  <a:lnTo>
                    <a:pt x="46340" y="802108"/>
                  </a:lnTo>
                  <a:lnTo>
                    <a:pt x="42040" y="804974"/>
                  </a:lnTo>
                  <a:lnTo>
                    <a:pt x="39651" y="804019"/>
                  </a:lnTo>
                  <a:lnTo>
                    <a:pt x="35352" y="804974"/>
                  </a:lnTo>
                  <a:lnTo>
                    <a:pt x="33441" y="803541"/>
                  </a:lnTo>
                  <a:lnTo>
                    <a:pt x="32963" y="801630"/>
                  </a:lnTo>
                  <a:lnTo>
                    <a:pt x="33919" y="799719"/>
                  </a:lnTo>
                  <a:lnTo>
                    <a:pt x="32963" y="796375"/>
                  </a:lnTo>
                  <a:lnTo>
                    <a:pt x="32008" y="795420"/>
                  </a:lnTo>
                  <a:lnTo>
                    <a:pt x="31052" y="795897"/>
                  </a:lnTo>
                  <a:lnTo>
                    <a:pt x="30575" y="793986"/>
                  </a:lnTo>
                  <a:lnTo>
                    <a:pt x="29142" y="790164"/>
                  </a:lnTo>
                  <a:lnTo>
                    <a:pt x="28664" y="789209"/>
                  </a:lnTo>
                  <a:lnTo>
                    <a:pt x="28186" y="787776"/>
                  </a:lnTo>
                  <a:lnTo>
                    <a:pt x="28664" y="787298"/>
                  </a:lnTo>
                  <a:lnTo>
                    <a:pt x="30097" y="787776"/>
                  </a:lnTo>
                  <a:lnTo>
                    <a:pt x="31052" y="789209"/>
                  </a:lnTo>
                  <a:lnTo>
                    <a:pt x="32963" y="789209"/>
                  </a:lnTo>
                  <a:lnTo>
                    <a:pt x="37263" y="791120"/>
                  </a:lnTo>
                  <a:lnTo>
                    <a:pt x="38696" y="790642"/>
                  </a:lnTo>
                  <a:lnTo>
                    <a:pt x="39651" y="790164"/>
                  </a:lnTo>
                  <a:lnTo>
                    <a:pt x="40129" y="788254"/>
                  </a:lnTo>
                  <a:lnTo>
                    <a:pt x="40129" y="786820"/>
                  </a:lnTo>
                  <a:lnTo>
                    <a:pt x="40607" y="786820"/>
                  </a:lnTo>
                  <a:lnTo>
                    <a:pt x="42996" y="788731"/>
                  </a:lnTo>
                  <a:lnTo>
                    <a:pt x="44429" y="788731"/>
                  </a:lnTo>
                  <a:lnTo>
                    <a:pt x="47295" y="789209"/>
                  </a:lnTo>
                  <a:lnTo>
                    <a:pt x="48728" y="789209"/>
                  </a:lnTo>
                  <a:lnTo>
                    <a:pt x="51117" y="788254"/>
                  </a:lnTo>
                  <a:lnTo>
                    <a:pt x="54939" y="785865"/>
                  </a:lnTo>
                  <a:lnTo>
                    <a:pt x="56850" y="783476"/>
                  </a:lnTo>
                  <a:lnTo>
                    <a:pt x="57805" y="782998"/>
                  </a:lnTo>
                  <a:lnTo>
                    <a:pt x="58761" y="783476"/>
                  </a:lnTo>
                  <a:lnTo>
                    <a:pt x="59716" y="783954"/>
                  </a:lnTo>
                  <a:lnTo>
                    <a:pt x="59716" y="785865"/>
                  </a:lnTo>
                  <a:lnTo>
                    <a:pt x="60672" y="787298"/>
                  </a:lnTo>
                  <a:lnTo>
                    <a:pt x="61627" y="788731"/>
                  </a:lnTo>
                  <a:lnTo>
                    <a:pt x="62105" y="790164"/>
                  </a:lnTo>
                  <a:lnTo>
                    <a:pt x="62105" y="792075"/>
                  </a:lnTo>
                  <a:lnTo>
                    <a:pt x="59716" y="793986"/>
                  </a:lnTo>
                  <a:lnTo>
                    <a:pt x="59239" y="794942"/>
                  </a:lnTo>
                  <a:lnTo>
                    <a:pt x="60194" y="795897"/>
                  </a:lnTo>
                  <a:lnTo>
                    <a:pt x="61149" y="795420"/>
                  </a:lnTo>
                  <a:lnTo>
                    <a:pt x="62105" y="794464"/>
                  </a:lnTo>
                  <a:lnTo>
                    <a:pt x="63060" y="792553"/>
                  </a:lnTo>
                  <a:lnTo>
                    <a:pt x="63060" y="792075"/>
                  </a:lnTo>
                  <a:lnTo>
                    <a:pt x="63060" y="790642"/>
                  </a:lnTo>
                  <a:lnTo>
                    <a:pt x="63060" y="789209"/>
                  </a:lnTo>
                  <a:lnTo>
                    <a:pt x="61149" y="785387"/>
                  </a:lnTo>
                  <a:lnTo>
                    <a:pt x="61149" y="784432"/>
                  </a:lnTo>
                  <a:lnTo>
                    <a:pt x="61149" y="782998"/>
                  </a:lnTo>
                  <a:lnTo>
                    <a:pt x="63060" y="781088"/>
                  </a:lnTo>
                  <a:lnTo>
                    <a:pt x="63538" y="780132"/>
                  </a:lnTo>
                  <a:lnTo>
                    <a:pt x="64016" y="777266"/>
                  </a:lnTo>
                  <a:lnTo>
                    <a:pt x="62583" y="775832"/>
                  </a:lnTo>
                  <a:lnTo>
                    <a:pt x="58283" y="772011"/>
                  </a:lnTo>
                  <a:lnTo>
                    <a:pt x="51117" y="768189"/>
                  </a:lnTo>
                  <a:lnTo>
                    <a:pt x="50162" y="768189"/>
                  </a:lnTo>
                  <a:lnTo>
                    <a:pt x="49684" y="769144"/>
                  </a:lnTo>
                  <a:lnTo>
                    <a:pt x="50639" y="769622"/>
                  </a:lnTo>
                  <a:lnTo>
                    <a:pt x="51595" y="770100"/>
                  </a:lnTo>
                  <a:lnTo>
                    <a:pt x="57805" y="772966"/>
                  </a:lnTo>
                  <a:lnTo>
                    <a:pt x="59716" y="774877"/>
                  </a:lnTo>
                  <a:lnTo>
                    <a:pt x="60672" y="775355"/>
                  </a:lnTo>
                  <a:lnTo>
                    <a:pt x="62105" y="776788"/>
                  </a:lnTo>
                  <a:lnTo>
                    <a:pt x="61627" y="778699"/>
                  </a:lnTo>
                  <a:lnTo>
                    <a:pt x="54939" y="780132"/>
                  </a:lnTo>
                  <a:lnTo>
                    <a:pt x="50162" y="783954"/>
                  </a:lnTo>
                  <a:lnTo>
                    <a:pt x="46340" y="786343"/>
                  </a:lnTo>
                  <a:lnTo>
                    <a:pt x="43474" y="785387"/>
                  </a:lnTo>
                  <a:lnTo>
                    <a:pt x="42040" y="783476"/>
                  </a:lnTo>
                  <a:lnTo>
                    <a:pt x="40607" y="780132"/>
                  </a:lnTo>
                  <a:lnTo>
                    <a:pt x="38696" y="778221"/>
                  </a:lnTo>
                  <a:lnTo>
                    <a:pt x="37741" y="778699"/>
                  </a:lnTo>
                  <a:lnTo>
                    <a:pt x="36785" y="778221"/>
                  </a:lnTo>
                  <a:lnTo>
                    <a:pt x="35830" y="777266"/>
                  </a:lnTo>
                  <a:lnTo>
                    <a:pt x="34397" y="778221"/>
                  </a:lnTo>
                  <a:lnTo>
                    <a:pt x="31052" y="775832"/>
                  </a:lnTo>
                  <a:lnTo>
                    <a:pt x="30097" y="774877"/>
                  </a:lnTo>
                  <a:lnTo>
                    <a:pt x="32486" y="772011"/>
                  </a:lnTo>
                  <a:lnTo>
                    <a:pt x="35352" y="772966"/>
                  </a:lnTo>
                  <a:lnTo>
                    <a:pt x="35830" y="764845"/>
                  </a:lnTo>
                  <a:lnTo>
                    <a:pt x="34874" y="762934"/>
                  </a:lnTo>
                  <a:lnTo>
                    <a:pt x="31530" y="761023"/>
                  </a:lnTo>
                  <a:lnTo>
                    <a:pt x="29619" y="761023"/>
                  </a:lnTo>
                  <a:lnTo>
                    <a:pt x="27231" y="761023"/>
                  </a:lnTo>
                  <a:lnTo>
                    <a:pt x="25798" y="760067"/>
                  </a:lnTo>
                  <a:lnTo>
                    <a:pt x="23886" y="759590"/>
                  </a:lnTo>
                  <a:lnTo>
                    <a:pt x="22453" y="759112"/>
                  </a:lnTo>
                  <a:lnTo>
                    <a:pt x="20065" y="757679"/>
                  </a:lnTo>
                  <a:lnTo>
                    <a:pt x="17676" y="757201"/>
                  </a:lnTo>
                  <a:lnTo>
                    <a:pt x="14332" y="751946"/>
                  </a:lnTo>
                  <a:lnTo>
                    <a:pt x="12899" y="749080"/>
                  </a:lnTo>
                  <a:lnTo>
                    <a:pt x="11943" y="746213"/>
                  </a:lnTo>
                  <a:lnTo>
                    <a:pt x="17198" y="746213"/>
                  </a:lnTo>
                  <a:lnTo>
                    <a:pt x="20065" y="745736"/>
                  </a:lnTo>
                  <a:lnTo>
                    <a:pt x="21020" y="744302"/>
                  </a:lnTo>
                  <a:lnTo>
                    <a:pt x="20065" y="741914"/>
                  </a:lnTo>
                  <a:lnTo>
                    <a:pt x="18632" y="740003"/>
                  </a:lnTo>
                  <a:lnTo>
                    <a:pt x="19587" y="738092"/>
                  </a:lnTo>
                  <a:lnTo>
                    <a:pt x="21020" y="737137"/>
                  </a:lnTo>
                  <a:lnTo>
                    <a:pt x="22931" y="737614"/>
                  </a:lnTo>
                  <a:lnTo>
                    <a:pt x="26753" y="740481"/>
                  </a:lnTo>
                  <a:lnTo>
                    <a:pt x="27231" y="742391"/>
                  </a:lnTo>
                  <a:lnTo>
                    <a:pt x="30097" y="748602"/>
                  </a:lnTo>
                  <a:lnTo>
                    <a:pt x="30575" y="749557"/>
                  </a:lnTo>
                  <a:lnTo>
                    <a:pt x="31052" y="750035"/>
                  </a:lnTo>
                  <a:lnTo>
                    <a:pt x="36785" y="753379"/>
                  </a:lnTo>
                  <a:lnTo>
                    <a:pt x="37741" y="753379"/>
                  </a:lnTo>
                  <a:lnTo>
                    <a:pt x="37263" y="750513"/>
                  </a:lnTo>
                  <a:lnTo>
                    <a:pt x="39174" y="746691"/>
                  </a:lnTo>
                  <a:lnTo>
                    <a:pt x="40607" y="745258"/>
                  </a:lnTo>
                  <a:lnTo>
                    <a:pt x="41563" y="745258"/>
                  </a:lnTo>
                  <a:lnTo>
                    <a:pt x="41563" y="744780"/>
                  </a:lnTo>
                  <a:lnTo>
                    <a:pt x="40129" y="742869"/>
                  </a:lnTo>
                  <a:lnTo>
                    <a:pt x="40607" y="740481"/>
                  </a:lnTo>
                  <a:lnTo>
                    <a:pt x="40129" y="740481"/>
                  </a:lnTo>
                  <a:lnTo>
                    <a:pt x="38696" y="741914"/>
                  </a:lnTo>
                  <a:lnTo>
                    <a:pt x="35830" y="749080"/>
                  </a:lnTo>
                  <a:lnTo>
                    <a:pt x="34397" y="750035"/>
                  </a:lnTo>
                  <a:lnTo>
                    <a:pt x="32008" y="747169"/>
                  </a:lnTo>
                  <a:lnTo>
                    <a:pt x="30575" y="744780"/>
                  </a:lnTo>
                  <a:lnTo>
                    <a:pt x="30097" y="743825"/>
                  </a:lnTo>
                  <a:lnTo>
                    <a:pt x="30097" y="740481"/>
                  </a:lnTo>
                  <a:lnTo>
                    <a:pt x="34874" y="740958"/>
                  </a:lnTo>
                  <a:lnTo>
                    <a:pt x="33441" y="740003"/>
                  </a:lnTo>
                  <a:lnTo>
                    <a:pt x="27708" y="738092"/>
                  </a:lnTo>
                  <a:lnTo>
                    <a:pt x="26275" y="737137"/>
                  </a:lnTo>
                  <a:lnTo>
                    <a:pt x="25320" y="736659"/>
                  </a:lnTo>
                  <a:lnTo>
                    <a:pt x="23886" y="734270"/>
                  </a:lnTo>
                  <a:lnTo>
                    <a:pt x="21498" y="732359"/>
                  </a:lnTo>
                  <a:lnTo>
                    <a:pt x="25320" y="728537"/>
                  </a:lnTo>
                  <a:lnTo>
                    <a:pt x="27231" y="726149"/>
                  </a:lnTo>
                  <a:lnTo>
                    <a:pt x="33441" y="727582"/>
                  </a:lnTo>
                  <a:lnTo>
                    <a:pt x="34874" y="726626"/>
                  </a:lnTo>
                  <a:lnTo>
                    <a:pt x="33441" y="724716"/>
                  </a:lnTo>
                  <a:lnTo>
                    <a:pt x="32486" y="725193"/>
                  </a:lnTo>
                  <a:lnTo>
                    <a:pt x="30575" y="724238"/>
                  </a:lnTo>
                  <a:lnTo>
                    <a:pt x="27708" y="720416"/>
                  </a:lnTo>
                  <a:lnTo>
                    <a:pt x="27708" y="718983"/>
                  </a:lnTo>
                  <a:lnTo>
                    <a:pt x="28186" y="715639"/>
                  </a:lnTo>
                  <a:lnTo>
                    <a:pt x="29142" y="714683"/>
                  </a:lnTo>
                  <a:lnTo>
                    <a:pt x="32008" y="714206"/>
                  </a:lnTo>
                  <a:lnTo>
                    <a:pt x="34874" y="715161"/>
                  </a:lnTo>
                  <a:lnTo>
                    <a:pt x="35830" y="716116"/>
                  </a:lnTo>
                  <a:lnTo>
                    <a:pt x="37263" y="715639"/>
                  </a:lnTo>
                  <a:lnTo>
                    <a:pt x="35830" y="713250"/>
                  </a:lnTo>
                  <a:lnTo>
                    <a:pt x="33919" y="712295"/>
                  </a:lnTo>
                  <a:lnTo>
                    <a:pt x="32008" y="710861"/>
                  </a:lnTo>
                  <a:lnTo>
                    <a:pt x="32008" y="708950"/>
                  </a:lnTo>
                  <a:lnTo>
                    <a:pt x="32963" y="707040"/>
                  </a:lnTo>
                  <a:lnTo>
                    <a:pt x="33441" y="705606"/>
                  </a:lnTo>
                  <a:lnTo>
                    <a:pt x="33919" y="703218"/>
                  </a:lnTo>
                  <a:lnTo>
                    <a:pt x="33441" y="701307"/>
                  </a:lnTo>
                  <a:lnTo>
                    <a:pt x="34397" y="700351"/>
                  </a:lnTo>
                  <a:lnTo>
                    <a:pt x="35352" y="699874"/>
                  </a:lnTo>
                  <a:lnTo>
                    <a:pt x="35352" y="699396"/>
                  </a:lnTo>
                  <a:lnTo>
                    <a:pt x="33441" y="699396"/>
                  </a:lnTo>
                  <a:lnTo>
                    <a:pt x="32486" y="701784"/>
                  </a:lnTo>
                  <a:lnTo>
                    <a:pt x="32486" y="704173"/>
                  </a:lnTo>
                  <a:lnTo>
                    <a:pt x="31052" y="705606"/>
                  </a:lnTo>
                  <a:lnTo>
                    <a:pt x="30575" y="707517"/>
                  </a:lnTo>
                  <a:lnTo>
                    <a:pt x="30097" y="709906"/>
                  </a:lnTo>
                  <a:lnTo>
                    <a:pt x="29619" y="712772"/>
                  </a:lnTo>
                  <a:lnTo>
                    <a:pt x="27708" y="711817"/>
                  </a:lnTo>
                  <a:lnTo>
                    <a:pt x="26753" y="710384"/>
                  </a:lnTo>
                  <a:lnTo>
                    <a:pt x="26753" y="709906"/>
                  </a:lnTo>
                  <a:lnTo>
                    <a:pt x="26753" y="708473"/>
                  </a:lnTo>
                  <a:lnTo>
                    <a:pt x="26275" y="699874"/>
                  </a:lnTo>
                  <a:lnTo>
                    <a:pt x="26275" y="693185"/>
                  </a:lnTo>
                  <a:lnTo>
                    <a:pt x="27231" y="687453"/>
                  </a:lnTo>
                  <a:lnTo>
                    <a:pt x="29142" y="685542"/>
                  </a:lnTo>
                  <a:lnTo>
                    <a:pt x="30575" y="685064"/>
                  </a:lnTo>
                  <a:lnTo>
                    <a:pt x="31530" y="685064"/>
                  </a:lnTo>
                  <a:lnTo>
                    <a:pt x="32486" y="685064"/>
                  </a:lnTo>
                  <a:lnTo>
                    <a:pt x="33441" y="684109"/>
                  </a:lnTo>
                  <a:lnTo>
                    <a:pt x="30575" y="683153"/>
                  </a:lnTo>
                  <a:lnTo>
                    <a:pt x="28664" y="683631"/>
                  </a:lnTo>
                  <a:lnTo>
                    <a:pt x="27231" y="684586"/>
                  </a:lnTo>
                  <a:lnTo>
                    <a:pt x="24364" y="684109"/>
                  </a:lnTo>
                  <a:lnTo>
                    <a:pt x="23886" y="681242"/>
                  </a:lnTo>
                  <a:lnTo>
                    <a:pt x="22453" y="678853"/>
                  </a:lnTo>
                  <a:lnTo>
                    <a:pt x="21976" y="675987"/>
                  </a:lnTo>
                  <a:lnTo>
                    <a:pt x="22453" y="671210"/>
                  </a:lnTo>
                  <a:lnTo>
                    <a:pt x="25798" y="671688"/>
                  </a:lnTo>
                  <a:lnTo>
                    <a:pt x="28664" y="672643"/>
                  </a:lnTo>
                  <a:lnTo>
                    <a:pt x="36785" y="672643"/>
                  </a:lnTo>
                  <a:lnTo>
                    <a:pt x="43474" y="676943"/>
                  </a:lnTo>
                  <a:lnTo>
                    <a:pt x="46340" y="675987"/>
                  </a:lnTo>
                  <a:lnTo>
                    <a:pt x="45862" y="675509"/>
                  </a:lnTo>
                  <a:lnTo>
                    <a:pt x="43951" y="674076"/>
                  </a:lnTo>
                  <a:lnTo>
                    <a:pt x="42518" y="671688"/>
                  </a:lnTo>
                  <a:lnTo>
                    <a:pt x="41563" y="671210"/>
                  </a:lnTo>
                  <a:lnTo>
                    <a:pt x="41085" y="669777"/>
                  </a:lnTo>
                  <a:lnTo>
                    <a:pt x="41085" y="668343"/>
                  </a:lnTo>
                  <a:lnTo>
                    <a:pt x="39651" y="662133"/>
                  </a:lnTo>
                  <a:lnTo>
                    <a:pt x="38696" y="662133"/>
                  </a:lnTo>
                  <a:lnTo>
                    <a:pt x="38218" y="664522"/>
                  </a:lnTo>
                  <a:lnTo>
                    <a:pt x="36785" y="667866"/>
                  </a:lnTo>
                  <a:lnTo>
                    <a:pt x="34874" y="669299"/>
                  </a:lnTo>
                  <a:lnTo>
                    <a:pt x="32008" y="670254"/>
                  </a:lnTo>
                  <a:lnTo>
                    <a:pt x="29142" y="670732"/>
                  </a:lnTo>
                  <a:lnTo>
                    <a:pt x="26753" y="669777"/>
                  </a:lnTo>
                  <a:lnTo>
                    <a:pt x="26275" y="668343"/>
                  </a:lnTo>
                  <a:lnTo>
                    <a:pt x="26275" y="666910"/>
                  </a:lnTo>
                  <a:lnTo>
                    <a:pt x="25320" y="665955"/>
                  </a:lnTo>
                  <a:lnTo>
                    <a:pt x="22453" y="664999"/>
                  </a:lnTo>
                  <a:lnTo>
                    <a:pt x="21976" y="664999"/>
                  </a:lnTo>
                  <a:lnTo>
                    <a:pt x="21020" y="663088"/>
                  </a:lnTo>
                  <a:lnTo>
                    <a:pt x="21976" y="661177"/>
                  </a:lnTo>
                  <a:lnTo>
                    <a:pt x="23409" y="659744"/>
                  </a:lnTo>
                  <a:lnTo>
                    <a:pt x="24842" y="659744"/>
                  </a:lnTo>
                  <a:lnTo>
                    <a:pt x="25798" y="660700"/>
                  </a:lnTo>
                  <a:lnTo>
                    <a:pt x="27708" y="662133"/>
                  </a:lnTo>
                  <a:lnTo>
                    <a:pt x="29142" y="662611"/>
                  </a:lnTo>
                  <a:lnTo>
                    <a:pt x="31052" y="661177"/>
                  </a:lnTo>
                  <a:lnTo>
                    <a:pt x="31052" y="660222"/>
                  </a:lnTo>
                  <a:lnTo>
                    <a:pt x="30097" y="659744"/>
                  </a:lnTo>
                  <a:lnTo>
                    <a:pt x="29142" y="659267"/>
                  </a:lnTo>
                  <a:lnTo>
                    <a:pt x="27231" y="658789"/>
                  </a:lnTo>
                  <a:lnTo>
                    <a:pt x="24364" y="655923"/>
                  </a:lnTo>
                  <a:lnTo>
                    <a:pt x="25798" y="653056"/>
                  </a:lnTo>
                  <a:lnTo>
                    <a:pt x="29619" y="650190"/>
                  </a:lnTo>
                  <a:lnTo>
                    <a:pt x="30575" y="649234"/>
                  </a:lnTo>
                  <a:lnTo>
                    <a:pt x="29619" y="646846"/>
                  </a:lnTo>
                  <a:lnTo>
                    <a:pt x="31052" y="643979"/>
                  </a:lnTo>
                  <a:lnTo>
                    <a:pt x="29619" y="641591"/>
                  </a:lnTo>
                  <a:lnTo>
                    <a:pt x="27708" y="638724"/>
                  </a:lnTo>
                  <a:lnTo>
                    <a:pt x="24842" y="638246"/>
                  </a:lnTo>
                  <a:lnTo>
                    <a:pt x="24364" y="639202"/>
                  </a:lnTo>
                  <a:lnTo>
                    <a:pt x="24364" y="640157"/>
                  </a:lnTo>
                  <a:lnTo>
                    <a:pt x="24842" y="641113"/>
                  </a:lnTo>
                  <a:lnTo>
                    <a:pt x="24364" y="641591"/>
                  </a:lnTo>
                  <a:lnTo>
                    <a:pt x="23886" y="641591"/>
                  </a:lnTo>
                  <a:lnTo>
                    <a:pt x="20065" y="641113"/>
                  </a:lnTo>
                  <a:lnTo>
                    <a:pt x="17676" y="639202"/>
                  </a:lnTo>
                  <a:lnTo>
                    <a:pt x="13854" y="637769"/>
                  </a:lnTo>
                  <a:lnTo>
                    <a:pt x="13376" y="636336"/>
                  </a:lnTo>
                  <a:lnTo>
                    <a:pt x="12899" y="634902"/>
                  </a:lnTo>
                  <a:lnTo>
                    <a:pt x="14332" y="631558"/>
                  </a:lnTo>
                  <a:lnTo>
                    <a:pt x="13854" y="631558"/>
                  </a:lnTo>
                  <a:lnTo>
                    <a:pt x="10988" y="633947"/>
                  </a:lnTo>
                  <a:lnTo>
                    <a:pt x="7166" y="635380"/>
                  </a:lnTo>
                  <a:lnTo>
                    <a:pt x="4777" y="635380"/>
                  </a:lnTo>
                  <a:lnTo>
                    <a:pt x="3344" y="636336"/>
                  </a:lnTo>
                  <a:lnTo>
                    <a:pt x="2867" y="637291"/>
                  </a:lnTo>
                  <a:lnTo>
                    <a:pt x="3822" y="637769"/>
                  </a:lnTo>
                  <a:lnTo>
                    <a:pt x="5255" y="637769"/>
                  </a:lnTo>
                  <a:lnTo>
                    <a:pt x="6210" y="641113"/>
                  </a:lnTo>
                  <a:lnTo>
                    <a:pt x="6210" y="642068"/>
                  </a:lnTo>
                  <a:lnTo>
                    <a:pt x="5733" y="642546"/>
                  </a:lnTo>
                  <a:lnTo>
                    <a:pt x="4300" y="643024"/>
                  </a:lnTo>
                  <a:lnTo>
                    <a:pt x="1433" y="641113"/>
                  </a:lnTo>
                  <a:lnTo>
                    <a:pt x="0" y="638724"/>
                  </a:lnTo>
                  <a:lnTo>
                    <a:pt x="0" y="636813"/>
                  </a:lnTo>
                  <a:lnTo>
                    <a:pt x="956" y="634425"/>
                  </a:lnTo>
                  <a:lnTo>
                    <a:pt x="5255" y="631081"/>
                  </a:lnTo>
                  <a:lnTo>
                    <a:pt x="6688" y="629647"/>
                  </a:lnTo>
                  <a:lnTo>
                    <a:pt x="9077" y="627736"/>
                  </a:lnTo>
                  <a:lnTo>
                    <a:pt x="12421" y="624392"/>
                  </a:lnTo>
                  <a:lnTo>
                    <a:pt x="15765" y="622481"/>
                  </a:lnTo>
                  <a:lnTo>
                    <a:pt x="14332" y="620570"/>
                  </a:lnTo>
                  <a:lnTo>
                    <a:pt x="12421" y="618182"/>
                  </a:lnTo>
                  <a:lnTo>
                    <a:pt x="12899" y="614838"/>
                  </a:lnTo>
                  <a:lnTo>
                    <a:pt x="18632" y="613404"/>
                  </a:lnTo>
                  <a:lnTo>
                    <a:pt x="21498" y="614360"/>
                  </a:lnTo>
                  <a:lnTo>
                    <a:pt x="24842" y="613882"/>
                  </a:lnTo>
                  <a:lnTo>
                    <a:pt x="26753" y="613404"/>
                  </a:lnTo>
                  <a:lnTo>
                    <a:pt x="27708" y="612927"/>
                  </a:lnTo>
                  <a:lnTo>
                    <a:pt x="30575" y="611971"/>
                  </a:lnTo>
                  <a:lnTo>
                    <a:pt x="32008" y="611016"/>
                  </a:lnTo>
                  <a:lnTo>
                    <a:pt x="32008" y="610061"/>
                  </a:lnTo>
                  <a:lnTo>
                    <a:pt x="32008" y="609105"/>
                  </a:lnTo>
                  <a:lnTo>
                    <a:pt x="32008" y="608150"/>
                  </a:lnTo>
                  <a:lnTo>
                    <a:pt x="31530" y="605283"/>
                  </a:lnTo>
                  <a:lnTo>
                    <a:pt x="32008" y="604328"/>
                  </a:lnTo>
                  <a:lnTo>
                    <a:pt x="32963" y="602895"/>
                  </a:lnTo>
                  <a:lnTo>
                    <a:pt x="34874" y="602895"/>
                  </a:lnTo>
                  <a:lnTo>
                    <a:pt x="35352" y="602895"/>
                  </a:lnTo>
                  <a:lnTo>
                    <a:pt x="37263" y="603850"/>
                  </a:lnTo>
                  <a:lnTo>
                    <a:pt x="36785" y="605283"/>
                  </a:lnTo>
                  <a:lnTo>
                    <a:pt x="36308" y="607194"/>
                  </a:lnTo>
                  <a:lnTo>
                    <a:pt x="34397" y="613882"/>
                  </a:lnTo>
                  <a:lnTo>
                    <a:pt x="33919" y="615315"/>
                  </a:lnTo>
                  <a:lnTo>
                    <a:pt x="32486" y="616749"/>
                  </a:lnTo>
                  <a:lnTo>
                    <a:pt x="33441" y="619615"/>
                  </a:lnTo>
                  <a:lnTo>
                    <a:pt x="32486" y="621526"/>
                  </a:lnTo>
                  <a:lnTo>
                    <a:pt x="26753" y="623915"/>
                  </a:lnTo>
                  <a:lnTo>
                    <a:pt x="26275" y="623915"/>
                  </a:lnTo>
                  <a:lnTo>
                    <a:pt x="26275" y="624870"/>
                  </a:lnTo>
                  <a:lnTo>
                    <a:pt x="29619" y="624392"/>
                  </a:lnTo>
                  <a:lnTo>
                    <a:pt x="32008" y="623915"/>
                  </a:lnTo>
                  <a:lnTo>
                    <a:pt x="34397" y="622481"/>
                  </a:lnTo>
                  <a:lnTo>
                    <a:pt x="35352" y="619615"/>
                  </a:lnTo>
                  <a:lnTo>
                    <a:pt x="36308" y="614360"/>
                  </a:lnTo>
                  <a:lnTo>
                    <a:pt x="37741" y="613404"/>
                  </a:lnTo>
                  <a:lnTo>
                    <a:pt x="39174" y="613404"/>
                  </a:lnTo>
                  <a:lnTo>
                    <a:pt x="40129" y="614360"/>
                  </a:lnTo>
                  <a:lnTo>
                    <a:pt x="39651" y="617227"/>
                  </a:lnTo>
                  <a:lnTo>
                    <a:pt x="39651" y="620093"/>
                  </a:lnTo>
                  <a:lnTo>
                    <a:pt x="37741" y="628214"/>
                  </a:lnTo>
                  <a:lnTo>
                    <a:pt x="35352" y="631558"/>
                  </a:lnTo>
                  <a:lnTo>
                    <a:pt x="34874" y="632036"/>
                  </a:lnTo>
                  <a:lnTo>
                    <a:pt x="34874" y="633469"/>
                  </a:lnTo>
                  <a:lnTo>
                    <a:pt x="36785" y="632992"/>
                  </a:lnTo>
                  <a:lnTo>
                    <a:pt x="38218" y="631558"/>
                  </a:lnTo>
                  <a:lnTo>
                    <a:pt x="39651" y="629170"/>
                  </a:lnTo>
                  <a:lnTo>
                    <a:pt x="40607" y="625826"/>
                  </a:lnTo>
                  <a:lnTo>
                    <a:pt x="40607" y="623915"/>
                  </a:lnTo>
                  <a:lnTo>
                    <a:pt x="40607" y="622481"/>
                  </a:lnTo>
                  <a:lnTo>
                    <a:pt x="41085" y="617704"/>
                  </a:lnTo>
                  <a:lnTo>
                    <a:pt x="42040" y="615793"/>
                  </a:lnTo>
                  <a:lnTo>
                    <a:pt x="42040" y="612449"/>
                  </a:lnTo>
                  <a:lnTo>
                    <a:pt x="40607" y="611016"/>
                  </a:lnTo>
                  <a:lnTo>
                    <a:pt x="38696" y="610538"/>
                  </a:lnTo>
                  <a:lnTo>
                    <a:pt x="38218" y="608627"/>
                  </a:lnTo>
                  <a:lnTo>
                    <a:pt x="39174" y="604805"/>
                  </a:lnTo>
                  <a:lnTo>
                    <a:pt x="42996" y="604805"/>
                  </a:lnTo>
                  <a:lnTo>
                    <a:pt x="46340" y="602417"/>
                  </a:lnTo>
                  <a:lnTo>
                    <a:pt x="48251" y="601461"/>
                  </a:lnTo>
                  <a:lnTo>
                    <a:pt x="49684" y="601461"/>
                  </a:lnTo>
                  <a:lnTo>
                    <a:pt x="53983" y="603850"/>
                  </a:lnTo>
                  <a:lnTo>
                    <a:pt x="54939" y="603850"/>
                  </a:lnTo>
                  <a:lnTo>
                    <a:pt x="54939" y="602895"/>
                  </a:lnTo>
                  <a:lnTo>
                    <a:pt x="53983" y="602417"/>
                  </a:lnTo>
                  <a:lnTo>
                    <a:pt x="52550" y="601461"/>
                  </a:lnTo>
                  <a:lnTo>
                    <a:pt x="49206" y="599073"/>
                  </a:lnTo>
                  <a:lnTo>
                    <a:pt x="44907" y="598595"/>
                  </a:lnTo>
                  <a:lnTo>
                    <a:pt x="45862" y="594773"/>
                  </a:lnTo>
                  <a:lnTo>
                    <a:pt x="46340" y="591907"/>
                  </a:lnTo>
                  <a:lnTo>
                    <a:pt x="48728" y="591429"/>
                  </a:lnTo>
                  <a:lnTo>
                    <a:pt x="52073" y="590474"/>
                  </a:lnTo>
                  <a:lnTo>
                    <a:pt x="58761" y="585696"/>
                  </a:lnTo>
                  <a:lnTo>
                    <a:pt x="60194" y="581874"/>
                  </a:lnTo>
                  <a:lnTo>
                    <a:pt x="60194" y="578053"/>
                  </a:lnTo>
                  <a:lnTo>
                    <a:pt x="57328" y="577097"/>
                  </a:lnTo>
                  <a:lnTo>
                    <a:pt x="53506" y="574231"/>
                  </a:lnTo>
                  <a:lnTo>
                    <a:pt x="51117" y="572797"/>
                  </a:lnTo>
                  <a:lnTo>
                    <a:pt x="48251" y="571364"/>
                  </a:lnTo>
                  <a:lnTo>
                    <a:pt x="48728" y="568498"/>
                  </a:lnTo>
                  <a:lnTo>
                    <a:pt x="49206" y="564198"/>
                  </a:lnTo>
                  <a:lnTo>
                    <a:pt x="52550" y="563243"/>
                  </a:lnTo>
                  <a:lnTo>
                    <a:pt x="53983" y="557510"/>
                  </a:lnTo>
                  <a:lnTo>
                    <a:pt x="51595" y="553211"/>
                  </a:lnTo>
                  <a:lnTo>
                    <a:pt x="52073" y="549867"/>
                  </a:lnTo>
                  <a:lnTo>
                    <a:pt x="54939" y="547000"/>
                  </a:lnTo>
                  <a:lnTo>
                    <a:pt x="55417" y="545089"/>
                  </a:lnTo>
                  <a:lnTo>
                    <a:pt x="55894" y="543178"/>
                  </a:lnTo>
                  <a:lnTo>
                    <a:pt x="58283" y="542701"/>
                  </a:lnTo>
                  <a:lnTo>
                    <a:pt x="58761" y="541745"/>
                  </a:lnTo>
                  <a:lnTo>
                    <a:pt x="58283" y="539834"/>
                  </a:lnTo>
                  <a:lnTo>
                    <a:pt x="56850" y="536968"/>
                  </a:lnTo>
                  <a:lnTo>
                    <a:pt x="56850" y="533624"/>
                  </a:lnTo>
                  <a:lnTo>
                    <a:pt x="58283" y="529802"/>
                  </a:lnTo>
                  <a:lnTo>
                    <a:pt x="60672" y="529802"/>
                  </a:lnTo>
                  <a:lnTo>
                    <a:pt x="61149" y="529802"/>
                  </a:lnTo>
                  <a:lnTo>
                    <a:pt x="59239" y="527413"/>
                  </a:lnTo>
                  <a:lnTo>
                    <a:pt x="57805" y="524547"/>
                  </a:lnTo>
                  <a:lnTo>
                    <a:pt x="58283" y="523591"/>
                  </a:lnTo>
                  <a:lnTo>
                    <a:pt x="59716" y="522636"/>
                  </a:lnTo>
                  <a:lnTo>
                    <a:pt x="61149" y="522158"/>
                  </a:lnTo>
                  <a:lnTo>
                    <a:pt x="62583" y="523591"/>
                  </a:lnTo>
                  <a:lnTo>
                    <a:pt x="64971" y="527891"/>
                  </a:lnTo>
                  <a:lnTo>
                    <a:pt x="65449" y="526936"/>
                  </a:lnTo>
                  <a:lnTo>
                    <a:pt x="64493" y="522636"/>
                  </a:lnTo>
                  <a:lnTo>
                    <a:pt x="63538" y="516903"/>
                  </a:lnTo>
                  <a:lnTo>
                    <a:pt x="61149" y="517859"/>
                  </a:lnTo>
                  <a:lnTo>
                    <a:pt x="58761" y="517381"/>
                  </a:lnTo>
                  <a:lnTo>
                    <a:pt x="57805" y="516425"/>
                  </a:lnTo>
                  <a:lnTo>
                    <a:pt x="57328" y="514992"/>
                  </a:lnTo>
                  <a:lnTo>
                    <a:pt x="57805" y="513559"/>
                  </a:lnTo>
                  <a:lnTo>
                    <a:pt x="58761" y="512604"/>
                  </a:lnTo>
                  <a:lnTo>
                    <a:pt x="60672" y="511171"/>
                  </a:lnTo>
                  <a:lnTo>
                    <a:pt x="64016" y="510693"/>
                  </a:lnTo>
                  <a:lnTo>
                    <a:pt x="66405" y="508782"/>
                  </a:lnTo>
                  <a:lnTo>
                    <a:pt x="67360" y="505438"/>
                  </a:lnTo>
                  <a:lnTo>
                    <a:pt x="66405" y="505438"/>
                  </a:lnTo>
                  <a:lnTo>
                    <a:pt x="64971" y="508782"/>
                  </a:lnTo>
                  <a:lnTo>
                    <a:pt x="62583" y="509737"/>
                  </a:lnTo>
                  <a:lnTo>
                    <a:pt x="61627" y="509737"/>
                  </a:lnTo>
                  <a:lnTo>
                    <a:pt x="60194" y="509259"/>
                  </a:lnTo>
                  <a:lnTo>
                    <a:pt x="57328" y="506393"/>
                  </a:lnTo>
                  <a:lnTo>
                    <a:pt x="55894" y="505438"/>
                  </a:lnTo>
                  <a:lnTo>
                    <a:pt x="54461" y="505438"/>
                  </a:lnTo>
                  <a:lnTo>
                    <a:pt x="53506" y="506393"/>
                  </a:lnTo>
                  <a:lnTo>
                    <a:pt x="50162" y="511171"/>
                  </a:lnTo>
                  <a:lnTo>
                    <a:pt x="48728" y="512126"/>
                  </a:lnTo>
                  <a:lnTo>
                    <a:pt x="43474" y="512604"/>
                  </a:lnTo>
                  <a:lnTo>
                    <a:pt x="41085" y="511648"/>
                  </a:lnTo>
                  <a:lnTo>
                    <a:pt x="39174" y="511171"/>
                  </a:lnTo>
                  <a:lnTo>
                    <a:pt x="39174" y="509737"/>
                  </a:lnTo>
                  <a:lnTo>
                    <a:pt x="40129" y="508782"/>
                  </a:lnTo>
                  <a:lnTo>
                    <a:pt x="41085" y="507826"/>
                  </a:lnTo>
                  <a:lnTo>
                    <a:pt x="41085" y="507349"/>
                  </a:lnTo>
                  <a:lnTo>
                    <a:pt x="39651" y="506871"/>
                  </a:lnTo>
                  <a:lnTo>
                    <a:pt x="37741" y="505438"/>
                  </a:lnTo>
                  <a:lnTo>
                    <a:pt x="36785" y="504005"/>
                  </a:lnTo>
                  <a:lnTo>
                    <a:pt x="36308" y="500660"/>
                  </a:lnTo>
                  <a:lnTo>
                    <a:pt x="34397" y="495883"/>
                  </a:lnTo>
                  <a:lnTo>
                    <a:pt x="34397" y="492539"/>
                  </a:lnTo>
                  <a:lnTo>
                    <a:pt x="35352" y="490150"/>
                  </a:lnTo>
                  <a:lnTo>
                    <a:pt x="38218" y="480596"/>
                  </a:lnTo>
                  <a:lnTo>
                    <a:pt x="39174" y="475341"/>
                  </a:lnTo>
                  <a:lnTo>
                    <a:pt x="40607" y="471519"/>
                  </a:lnTo>
                  <a:lnTo>
                    <a:pt x="40129" y="468652"/>
                  </a:lnTo>
                  <a:lnTo>
                    <a:pt x="43951" y="465786"/>
                  </a:lnTo>
                  <a:lnTo>
                    <a:pt x="45384" y="464353"/>
                  </a:lnTo>
                  <a:lnTo>
                    <a:pt x="48728" y="455754"/>
                  </a:lnTo>
                  <a:lnTo>
                    <a:pt x="49206" y="450976"/>
                  </a:lnTo>
                  <a:lnTo>
                    <a:pt x="43951" y="437122"/>
                  </a:lnTo>
                  <a:lnTo>
                    <a:pt x="43474" y="434256"/>
                  </a:lnTo>
                  <a:lnTo>
                    <a:pt x="42996" y="430912"/>
                  </a:lnTo>
                  <a:lnTo>
                    <a:pt x="44429" y="425657"/>
                  </a:lnTo>
                  <a:lnTo>
                    <a:pt x="44429" y="423746"/>
                  </a:lnTo>
                  <a:lnTo>
                    <a:pt x="43474" y="420402"/>
                  </a:lnTo>
                  <a:lnTo>
                    <a:pt x="40607" y="415625"/>
                  </a:lnTo>
                  <a:lnTo>
                    <a:pt x="40607" y="413236"/>
                  </a:lnTo>
                  <a:lnTo>
                    <a:pt x="41563" y="410847"/>
                  </a:lnTo>
                  <a:lnTo>
                    <a:pt x="40607" y="407503"/>
                  </a:lnTo>
                  <a:lnTo>
                    <a:pt x="41085" y="405592"/>
                  </a:lnTo>
                  <a:lnTo>
                    <a:pt x="41563" y="404159"/>
                  </a:lnTo>
                  <a:lnTo>
                    <a:pt x="46340" y="405115"/>
                  </a:lnTo>
                  <a:lnTo>
                    <a:pt x="48251" y="404637"/>
                  </a:lnTo>
                  <a:lnTo>
                    <a:pt x="49206" y="403681"/>
                  </a:lnTo>
                  <a:lnTo>
                    <a:pt x="50162" y="400815"/>
                  </a:lnTo>
                  <a:lnTo>
                    <a:pt x="50639" y="396993"/>
                  </a:lnTo>
                  <a:lnTo>
                    <a:pt x="51117" y="395082"/>
                  </a:lnTo>
                  <a:lnTo>
                    <a:pt x="51117" y="392694"/>
                  </a:lnTo>
                  <a:lnTo>
                    <a:pt x="53506" y="391738"/>
                  </a:lnTo>
                  <a:lnTo>
                    <a:pt x="54461" y="389350"/>
                  </a:lnTo>
                  <a:lnTo>
                    <a:pt x="56372" y="386005"/>
                  </a:lnTo>
                  <a:lnTo>
                    <a:pt x="58283" y="376928"/>
                  </a:lnTo>
                  <a:lnTo>
                    <a:pt x="59716" y="374540"/>
                  </a:lnTo>
                  <a:lnTo>
                    <a:pt x="61627" y="372151"/>
                  </a:lnTo>
                  <a:lnTo>
                    <a:pt x="61149" y="367852"/>
                  </a:lnTo>
                  <a:lnTo>
                    <a:pt x="62583" y="366419"/>
                  </a:lnTo>
                  <a:lnTo>
                    <a:pt x="63538" y="364985"/>
                  </a:lnTo>
                  <a:lnTo>
                    <a:pt x="64493" y="362596"/>
                  </a:lnTo>
                  <a:lnTo>
                    <a:pt x="65927" y="360208"/>
                  </a:lnTo>
                  <a:lnTo>
                    <a:pt x="69271" y="357342"/>
                  </a:lnTo>
                  <a:lnTo>
                    <a:pt x="69749" y="353520"/>
                  </a:lnTo>
                  <a:lnTo>
                    <a:pt x="72615" y="346831"/>
                  </a:lnTo>
                  <a:lnTo>
                    <a:pt x="73093" y="342054"/>
                  </a:lnTo>
                  <a:lnTo>
                    <a:pt x="73570" y="339188"/>
                  </a:lnTo>
                  <a:lnTo>
                    <a:pt x="73570" y="336799"/>
                  </a:lnTo>
                  <a:lnTo>
                    <a:pt x="75004" y="333455"/>
                  </a:lnTo>
                  <a:lnTo>
                    <a:pt x="76437" y="330589"/>
                  </a:lnTo>
                  <a:lnTo>
                    <a:pt x="76915" y="329155"/>
                  </a:lnTo>
                  <a:lnTo>
                    <a:pt x="80258" y="325334"/>
                  </a:lnTo>
                  <a:lnTo>
                    <a:pt x="80736" y="322467"/>
                  </a:lnTo>
                  <a:lnTo>
                    <a:pt x="79303" y="320556"/>
                  </a:lnTo>
                  <a:lnTo>
                    <a:pt x="79303" y="317690"/>
                  </a:lnTo>
                  <a:lnTo>
                    <a:pt x="78825" y="313390"/>
                  </a:lnTo>
                  <a:lnTo>
                    <a:pt x="80736" y="311957"/>
                  </a:lnTo>
                  <a:lnTo>
                    <a:pt x="81692" y="310524"/>
                  </a:lnTo>
                  <a:lnTo>
                    <a:pt x="84558" y="303836"/>
                  </a:lnTo>
                  <a:lnTo>
                    <a:pt x="84081" y="301447"/>
                  </a:lnTo>
                  <a:lnTo>
                    <a:pt x="85036" y="298103"/>
                  </a:lnTo>
                  <a:lnTo>
                    <a:pt x="83125" y="294281"/>
                  </a:lnTo>
                  <a:lnTo>
                    <a:pt x="82647" y="285682"/>
                  </a:lnTo>
                  <a:lnTo>
                    <a:pt x="81692" y="278994"/>
                  </a:lnTo>
                  <a:lnTo>
                    <a:pt x="80258" y="272306"/>
                  </a:lnTo>
                  <a:lnTo>
                    <a:pt x="80258" y="268484"/>
                  </a:lnTo>
                  <a:lnTo>
                    <a:pt x="79303" y="263707"/>
                  </a:lnTo>
                  <a:lnTo>
                    <a:pt x="79303" y="260840"/>
                  </a:lnTo>
                  <a:lnTo>
                    <a:pt x="80258" y="254630"/>
                  </a:lnTo>
                  <a:lnTo>
                    <a:pt x="85514" y="250808"/>
                  </a:lnTo>
                  <a:lnTo>
                    <a:pt x="86469" y="246508"/>
                  </a:lnTo>
                  <a:lnTo>
                    <a:pt x="86947" y="240298"/>
                  </a:lnTo>
                  <a:lnTo>
                    <a:pt x="86947" y="235998"/>
                  </a:lnTo>
                  <a:lnTo>
                    <a:pt x="86469" y="234087"/>
                  </a:lnTo>
                  <a:lnTo>
                    <a:pt x="83603" y="230743"/>
                  </a:lnTo>
                  <a:lnTo>
                    <a:pt x="83125" y="225488"/>
                  </a:lnTo>
                  <a:lnTo>
                    <a:pt x="83603" y="224055"/>
                  </a:lnTo>
                  <a:lnTo>
                    <a:pt x="85514" y="222144"/>
                  </a:lnTo>
                  <a:lnTo>
                    <a:pt x="87424" y="220233"/>
                  </a:lnTo>
                  <a:lnTo>
                    <a:pt x="87902" y="216889"/>
                  </a:lnTo>
                  <a:lnTo>
                    <a:pt x="89813" y="214023"/>
                  </a:lnTo>
                  <a:lnTo>
                    <a:pt x="90291" y="207812"/>
                  </a:lnTo>
                  <a:lnTo>
                    <a:pt x="91724" y="202557"/>
                  </a:lnTo>
                  <a:lnTo>
                    <a:pt x="92202" y="200646"/>
                  </a:lnTo>
                  <a:lnTo>
                    <a:pt x="94590" y="198258"/>
                  </a:lnTo>
                  <a:lnTo>
                    <a:pt x="94590" y="197780"/>
                  </a:lnTo>
                  <a:lnTo>
                    <a:pt x="95068" y="196347"/>
                  </a:lnTo>
                  <a:lnTo>
                    <a:pt x="95068" y="192047"/>
                  </a:lnTo>
                  <a:lnTo>
                    <a:pt x="95546" y="189659"/>
                  </a:lnTo>
                  <a:lnTo>
                    <a:pt x="96979" y="184881"/>
                  </a:lnTo>
                  <a:lnTo>
                    <a:pt x="97457" y="182493"/>
                  </a:lnTo>
                  <a:lnTo>
                    <a:pt x="98890" y="177715"/>
                  </a:lnTo>
                  <a:lnTo>
                    <a:pt x="99368" y="174371"/>
                  </a:lnTo>
                  <a:lnTo>
                    <a:pt x="100323" y="172460"/>
                  </a:lnTo>
                  <a:lnTo>
                    <a:pt x="99846" y="170072"/>
                  </a:lnTo>
                  <a:lnTo>
                    <a:pt x="100323" y="165294"/>
                  </a:lnTo>
                  <a:lnTo>
                    <a:pt x="99368" y="162906"/>
                  </a:lnTo>
                  <a:lnTo>
                    <a:pt x="98890" y="161473"/>
                  </a:lnTo>
                  <a:lnTo>
                    <a:pt x="100801" y="156695"/>
                  </a:lnTo>
                  <a:lnTo>
                    <a:pt x="101756" y="155262"/>
                  </a:lnTo>
                  <a:lnTo>
                    <a:pt x="103667" y="153351"/>
                  </a:lnTo>
                  <a:lnTo>
                    <a:pt x="104145" y="150485"/>
                  </a:lnTo>
                  <a:lnTo>
                    <a:pt x="104145" y="149052"/>
                  </a:lnTo>
                  <a:lnTo>
                    <a:pt x="102234" y="141408"/>
                  </a:lnTo>
                  <a:lnTo>
                    <a:pt x="101756" y="138542"/>
                  </a:lnTo>
                  <a:lnTo>
                    <a:pt x="102234" y="132331"/>
                  </a:lnTo>
                  <a:lnTo>
                    <a:pt x="103190" y="128509"/>
                  </a:lnTo>
                  <a:lnTo>
                    <a:pt x="102712" y="125165"/>
                  </a:lnTo>
                  <a:lnTo>
                    <a:pt x="103190" y="123254"/>
                  </a:lnTo>
                  <a:lnTo>
                    <a:pt x="103667" y="121343"/>
                  </a:lnTo>
                  <a:lnTo>
                    <a:pt x="105100" y="118954"/>
                  </a:lnTo>
                  <a:lnTo>
                    <a:pt x="105578" y="117044"/>
                  </a:lnTo>
                  <a:lnTo>
                    <a:pt x="104623" y="116566"/>
                  </a:lnTo>
                  <a:lnTo>
                    <a:pt x="103190" y="115611"/>
                  </a:lnTo>
                  <a:lnTo>
                    <a:pt x="101279" y="113222"/>
                  </a:lnTo>
                  <a:lnTo>
                    <a:pt x="101279" y="110833"/>
                  </a:lnTo>
                  <a:lnTo>
                    <a:pt x="101756" y="109400"/>
                  </a:lnTo>
                  <a:lnTo>
                    <a:pt x="102234" y="107011"/>
                  </a:lnTo>
                  <a:lnTo>
                    <a:pt x="104145" y="106534"/>
                  </a:lnTo>
                  <a:lnTo>
                    <a:pt x="105578" y="105578"/>
                  </a:lnTo>
                  <a:lnTo>
                    <a:pt x="106534" y="103189"/>
                  </a:lnTo>
                  <a:lnTo>
                    <a:pt x="107967" y="97457"/>
                  </a:lnTo>
                  <a:lnTo>
                    <a:pt x="108445" y="90291"/>
                  </a:lnTo>
                  <a:lnTo>
                    <a:pt x="109400" y="85991"/>
                  </a:lnTo>
                  <a:lnTo>
                    <a:pt x="109878" y="83603"/>
                  </a:lnTo>
                  <a:lnTo>
                    <a:pt x="110356" y="79303"/>
                  </a:lnTo>
                  <a:lnTo>
                    <a:pt x="111311" y="76437"/>
                  </a:lnTo>
                  <a:lnTo>
                    <a:pt x="111789" y="74048"/>
                  </a:lnTo>
                  <a:lnTo>
                    <a:pt x="111311" y="71659"/>
                  </a:lnTo>
                  <a:lnTo>
                    <a:pt x="109400" y="61627"/>
                  </a:lnTo>
                  <a:lnTo>
                    <a:pt x="109400" y="57805"/>
                  </a:lnTo>
                  <a:lnTo>
                    <a:pt x="110356" y="52072"/>
                  </a:lnTo>
                  <a:lnTo>
                    <a:pt x="110356" y="43951"/>
                  </a:lnTo>
                  <a:lnTo>
                    <a:pt x="109878" y="42040"/>
                  </a:lnTo>
                  <a:lnTo>
                    <a:pt x="109400" y="40129"/>
                  </a:lnTo>
                  <a:lnTo>
                    <a:pt x="108922" y="37740"/>
                  </a:lnTo>
                  <a:lnTo>
                    <a:pt x="107489" y="33441"/>
                  </a:lnTo>
                  <a:lnTo>
                    <a:pt x="106534" y="25320"/>
                  </a:lnTo>
                  <a:lnTo>
                    <a:pt x="106534" y="20542"/>
                  </a:lnTo>
                  <a:lnTo>
                    <a:pt x="106056" y="17198"/>
                  </a:lnTo>
                  <a:lnTo>
                    <a:pt x="105100" y="1624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2" name="Freeform 3831">
              <a:extLst>
                <a:ext uri="{FF2B5EF4-FFF2-40B4-BE49-F238E27FC236}">
                  <a16:creationId xmlns:a16="http://schemas.microsoft.com/office/drawing/2014/main" id="{259EF770-5A2D-373D-E606-393E5FEBA0DE}"/>
                </a:ext>
              </a:extLst>
            </p:cNvPr>
            <p:cNvSpPr/>
            <p:nvPr/>
          </p:nvSpPr>
          <p:spPr>
            <a:xfrm>
              <a:off x="4317412" y="5379831"/>
              <a:ext cx="4299" cy="1911"/>
            </a:xfrm>
            <a:custGeom>
              <a:avLst/>
              <a:gdLst>
                <a:gd name="csX0" fmla="*/ 3344 w 4299"/>
                <a:gd name="csY0" fmla="*/ 1433 h 1911"/>
                <a:gd name="csX1" fmla="*/ 0 w 4299"/>
                <a:gd name="csY1" fmla="*/ 1911 h 1911"/>
                <a:gd name="csX2" fmla="*/ 0 w 4299"/>
                <a:gd name="csY2" fmla="*/ 1911 h 1911"/>
                <a:gd name="csX3" fmla="*/ 0 w 4299"/>
                <a:gd name="csY3" fmla="*/ 1433 h 1911"/>
                <a:gd name="csX4" fmla="*/ 956 w 4299"/>
                <a:gd name="csY4" fmla="*/ 956 h 1911"/>
                <a:gd name="csX5" fmla="*/ 1911 w 4299"/>
                <a:gd name="csY5" fmla="*/ 0 h 1911"/>
                <a:gd name="csX6" fmla="*/ 1911 w 4299"/>
                <a:gd name="csY6" fmla="*/ 0 h 1911"/>
                <a:gd name="csX7" fmla="*/ 2389 w 4299"/>
                <a:gd name="csY7" fmla="*/ 0 h 1911"/>
                <a:gd name="csX8" fmla="*/ 2866 w 4299"/>
                <a:gd name="csY8" fmla="*/ 0 h 1911"/>
                <a:gd name="csX9" fmla="*/ 3822 w 4299"/>
                <a:gd name="csY9" fmla="*/ 956 h 1911"/>
                <a:gd name="csX10" fmla="*/ 4299 w 4299"/>
                <a:gd name="csY10" fmla="*/ 956 h 1911"/>
                <a:gd name="csX11" fmla="*/ 4299 w 4299"/>
                <a:gd name="csY11" fmla="*/ 1433 h 1911"/>
                <a:gd name="csX12" fmla="*/ 3344 w 4299"/>
                <a:gd name="csY12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1911">
                  <a:moveTo>
                    <a:pt x="3344" y="1433"/>
                  </a:moveTo>
                  <a:lnTo>
                    <a:pt x="0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956" y="956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822" y="956"/>
                  </a:lnTo>
                  <a:lnTo>
                    <a:pt x="4299" y="956"/>
                  </a:lnTo>
                  <a:lnTo>
                    <a:pt x="4299" y="1433"/>
                  </a:lnTo>
                  <a:lnTo>
                    <a:pt x="334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3" name="Freeform 3832">
              <a:extLst>
                <a:ext uri="{FF2B5EF4-FFF2-40B4-BE49-F238E27FC236}">
                  <a16:creationId xmlns:a16="http://schemas.microsoft.com/office/drawing/2014/main" id="{FC3A63E8-421D-6D9F-521B-43CD1AE9B02D}"/>
                </a:ext>
              </a:extLst>
            </p:cNvPr>
            <p:cNvSpPr/>
            <p:nvPr/>
          </p:nvSpPr>
          <p:spPr>
            <a:xfrm>
              <a:off x="4408659" y="5568534"/>
              <a:ext cx="19109" cy="38695"/>
            </a:xfrm>
            <a:custGeom>
              <a:avLst/>
              <a:gdLst>
                <a:gd name="csX0" fmla="*/ 11943 w 19109"/>
                <a:gd name="csY0" fmla="*/ 37741 h 38695"/>
                <a:gd name="csX1" fmla="*/ 10510 w 19109"/>
                <a:gd name="csY1" fmla="*/ 38696 h 38695"/>
                <a:gd name="csX2" fmla="*/ 9077 w 19109"/>
                <a:gd name="csY2" fmla="*/ 38696 h 38695"/>
                <a:gd name="csX3" fmla="*/ 7644 w 19109"/>
                <a:gd name="csY3" fmla="*/ 38218 h 38695"/>
                <a:gd name="csX4" fmla="*/ 5255 w 19109"/>
                <a:gd name="csY4" fmla="*/ 38218 h 38695"/>
                <a:gd name="csX5" fmla="*/ 2867 w 19109"/>
                <a:gd name="csY5" fmla="*/ 37263 h 38695"/>
                <a:gd name="csX6" fmla="*/ 478 w 19109"/>
                <a:gd name="csY6" fmla="*/ 35830 h 38695"/>
                <a:gd name="csX7" fmla="*/ 0 w 19109"/>
                <a:gd name="csY7" fmla="*/ 35352 h 38695"/>
                <a:gd name="csX8" fmla="*/ 0 w 19109"/>
                <a:gd name="csY8" fmla="*/ 33919 h 38695"/>
                <a:gd name="csX9" fmla="*/ 1911 w 19109"/>
                <a:gd name="csY9" fmla="*/ 31530 h 38695"/>
                <a:gd name="csX10" fmla="*/ 3344 w 19109"/>
                <a:gd name="csY10" fmla="*/ 26275 h 38695"/>
                <a:gd name="csX11" fmla="*/ 4300 w 19109"/>
                <a:gd name="csY11" fmla="*/ 19109 h 38695"/>
                <a:gd name="csX12" fmla="*/ 3822 w 19109"/>
                <a:gd name="csY12" fmla="*/ 16721 h 38695"/>
                <a:gd name="csX13" fmla="*/ 3822 w 19109"/>
                <a:gd name="csY13" fmla="*/ 15287 h 38695"/>
                <a:gd name="csX14" fmla="*/ 4300 w 19109"/>
                <a:gd name="csY14" fmla="*/ 13854 h 38695"/>
                <a:gd name="csX15" fmla="*/ 4300 w 19109"/>
                <a:gd name="csY15" fmla="*/ 12899 h 38695"/>
                <a:gd name="csX16" fmla="*/ 4300 w 19109"/>
                <a:gd name="csY16" fmla="*/ 11466 h 38695"/>
                <a:gd name="csX17" fmla="*/ 4300 w 19109"/>
                <a:gd name="csY17" fmla="*/ 10032 h 38695"/>
                <a:gd name="csX18" fmla="*/ 6210 w 19109"/>
                <a:gd name="csY18" fmla="*/ 7166 h 38695"/>
                <a:gd name="csX19" fmla="*/ 6210 w 19109"/>
                <a:gd name="csY19" fmla="*/ 6210 h 38695"/>
                <a:gd name="csX20" fmla="*/ 6210 w 19109"/>
                <a:gd name="csY20" fmla="*/ 4777 h 38695"/>
                <a:gd name="csX21" fmla="*/ 7166 w 19109"/>
                <a:gd name="csY21" fmla="*/ 1911 h 38695"/>
                <a:gd name="csX22" fmla="*/ 7166 w 19109"/>
                <a:gd name="csY22" fmla="*/ 1433 h 38695"/>
                <a:gd name="csX23" fmla="*/ 6210 w 19109"/>
                <a:gd name="csY23" fmla="*/ 478 h 38695"/>
                <a:gd name="csX24" fmla="*/ 6688 w 19109"/>
                <a:gd name="csY24" fmla="*/ 0 h 38695"/>
                <a:gd name="csX25" fmla="*/ 12899 w 19109"/>
                <a:gd name="csY25" fmla="*/ 1911 h 38695"/>
                <a:gd name="csX26" fmla="*/ 16721 w 19109"/>
                <a:gd name="csY26" fmla="*/ 2389 h 38695"/>
                <a:gd name="csX27" fmla="*/ 17198 w 19109"/>
                <a:gd name="csY27" fmla="*/ 4300 h 38695"/>
                <a:gd name="csX28" fmla="*/ 18154 w 19109"/>
                <a:gd name="csY28" fmla="*/ 5733 h 38695"/>
                <a:gd name="csX29" fmla="*/ 18154 w 19109"/>
                <a:gd name="csY29" fmla="*/ 9077 h 38695"/>
                <a:gd name="csX30" fmla="*/ 19109 w 19109"/>
                <a:gd name="csY30" fmla="*/ 9555 h 38695"/>
                <a:gd name="csX31" fmla="*/ 18632 w 19109"/>
                <a:gd name="csY31" fmla="*/ 11466 h 38695"/>
                <a:gd name="csX32" fmla="*/ 16721 w 19109"/>
                <a:gd name="csY32" fmla="*/ 12421 h 38695"/>
                <a:gd name="csX33" fmla="*/ 17198 w 19109"/>
                <a:gd name="csY33" fmla="*/ 14332 h 38695"/>
                <a:gd name="csX34" fmla="*/ 18154 w 19109"/>
                <a:gd name="csY34" fmla="*/ 16243 h 38695"/>
                <a:gd name="csX35" fmla="*/ 16721 w 19109"/>
                <a:gd name="csY35" fmla="*/ 16721 h 38695"/>
                <a:gd name="csX36" fmla="*/ 14810 w 19109"/>
                <a:gd name="csY36" fmla="*/ 17198 h 38695"/>
                <a:gd name="csX37" fmla="*/ 14332 w 19109"/>
                <a:gd name="csY37" fmla="*/ 17676 h 38695"/>
                <a:gd name="csX38" fmla="*/ 13376 w 19109"/>
                <a:gd name="csY38" fmla="*/ 18154 h 38695"/>
                <a:gd name="csX39" fmla="*/ 11943 w 19109"/>
                <a:gd name="csY39" fmla="*/ 19109 h 38695"/>
                <a:gd name="csX40" fmla="*/ 11943 w 19109"/>
                <a:gd name="csY40" fmla="*/ 20065 h 38695"/>
                <a:gd name="csX41" fmla="*/ 13854 w 19109"/>
                <a:gd name="csY41" fmla="*/ 21975 h 38695"/>
                <a:gd name="csX42" fmla="*/ 16243 w 19109"/>
                <a:gd name="csY42" fmla="*/ 23409 h 38695"/>
                <a:gd name="csX43" fmla="*/ 17198 w 19109"/>
                <a:gd name="csY43" fmla="*/ 25798 h 38695"/>
                <a:gd name="csX44" fmla="*/ 18632 w 19109"/>
                <a:gd name="csY44" fmla="*/ 27708 h 38695"/>
                <a:gd name="csX45" fmla="*/ 18154 w 19109"/>
                <a:gd name="csY45" fmla="*/ 29141 h 38695"/>
                <a:gd name="csX46" fmla="*/ 16721 w 19109"/>
                <a:gd name="csY46" fmla="*/ 31052 h 38695"/>
                <a:gd name="csX47" fmla="*/ 14332 w 19109"/>
                <a:gd name="csY47" fmla="*/ 32486 h 38695"/>
                <a:gd name="csX48" fmla="*/ 12421 w 19109"/>
                <a:gd name="csY48" fmla="*/ 33441 h 38695"/>
                <a:gd name="csX49" fmla="*/ 12899 w 19109"/>
                <a:gd name="csY49" fmla="*/ 36785 h 38695"/>
                <a:gd name="csX50" fmla="*/ 11943 w 19109"/>
                <a:gd name="csY50" fmla="*/ 37741 h 38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19109" h="38695">
                  <a:moveTo>
                    <a:pt x="11943" y="37741"/>
                  </a:moveTo>
                  <a:lnTo>
                    <a:pt x="10510" y="38696"/>
                  </a:lnTo>
                  <a:lnTo>
                    <a:pt x="9077" y="38696"/>
                  </a:lnTo>
                  <a:lnTo>
                    <a:pt x="7644" y="38218"/>
                  </a:lnTo>
                  <a:lnTo>
                    <a:pt x="5255" y="38218"/>
                  </a:lnTo>
                  <a:lnTo>
                    <a:pt x="2867" y="37263"/>
                  </a:lnTo>
                  <a:lnTo>
                    <a:pt x="478" y="35830"/>
                  </a:lnTo>
                  <a:lnTo>
                    <a:pt x="0" y="35352"/>
                  </a:lnTo>
                  <a:lnTo>
                    <a:pt x="0" y="33919"/>
                  </a:lnTo>
                  <a:lnTo>
                    <a:pt x="1911" y="31530"/>
                  </a:lnTo>
                  <a:lnTo>
                    <a:pt x="3344" y="26275"/>
                  </a:lnTo>
                  <a:lnTo>
                    <a:pt x="4300" y="19109"/>
                  </a:lnTo>
                  <a:lnTo>
                    <a:pt x="3822" y="16721"/>
                  </a:lnTo>
                  <a:lnTo>
                    <a:pt x="3822" y="15287"/>
                  </a:lnTo>
                  <a:lnTo>
                    <a:pt x="4300" y="13854"/>
                  </a:lnTo>
                  <a:lnTo>
                    <a:pt x="4300" y="12899"/>
                  </a:lnTo>
                  <a:lnTo>
                    <a:pt x="4300" y="11466"/>
                  </a:lnTo>
                  <a:lnTo>
                    <a:pt x="4300" y="10032"/>
                  </a:lnTo>
                  <a:lnTo>
                    <a:pt x="6210" y="7166"/>
                  </a:lnTo>
                  <a:lnTo>
                    <a:pt x="6210" y="6210"/>
                  </a:lnTo>
                  <a:lnTo>
                    <a:pt x="6210" y="4777"/>
                  </a:lnTo>
                  <a:lnTo>
                    <a:pt x="7166" y="1911"/>
                  </a:lnTo>
                  <a:lnTo>
                    <a:pt x="7166" y="1433"/>
                  </a:lnTo>
                  <a:lnTo>
                    <a:pt x="6210" y="478"/>
                  </a:lnTo>
                  <a:lnTo>
                    <a:pt x="6688" y="0"/>
                  </a:lnTo>
                  <a:lnTo>
                    <a:pt x="12899" y="1911"/>
                  </a:lnTo>
                  <a:lnTo>
                    <a:pt x="16721" y="2389"/>
                  </a:lnTo>
                  <a:lnTo>
                    <a:pt x="17198" y="4300"/>
                  </a:lnTo>
                  <a:lnTo>
                    <a:pt x="18154" y="5733"/>
                  </a:lnTo>
                  <a:lnTo>
                    <a:pt x="18154" y="9077"/>
                  </a:lnTo>
                  <a:lnTo>
                    <a:pt x="19109" y="9555"/>
                  </a:lnTo>
                  <a:lnTo>
                    <a:pt x="18632" y="11466"/>
                  </a:lnTo>
                  <a:lnTo>
                    <a:pt x="16721" y="12421"/>
                  </a:lnTo>
                  <a:lnTo>
                    <a:pt x="17198" y="14332"/>
                  </a:lnTo>
                  <a:lnTo>
                    <a:pt x="18154" y="16243"/>
                  </a:lnTo>
                  <a:lnTo>
                    <a:pt x="16721" y="16721"/>
                  </a:lnTo>
                  <a:lnTo>
                    <a:pt x="14810" y="17198"/>
                  </a:lnTo>
                  <a:lnTo>
                    <a:pt x="14332" y="17676"/>
                  </a:lnTo>
                  <a:lnTo>
                    <a:pt x="13376" y="18154"/>
                  </a:lnTo>
                  <a:lnTo>
                    <a:pt x="11943" y="19109"/>
                  </a:lnTo>
                  <a:lnTo>
                    <a:pt x="11943" y="20065"/>
                  </a:lnTo>
                  <a:lnTo>
                    <a:pt x="13854" y="21975"/>
                  </a:lnTo>
                  <a:lnTo>
                    <a:pt x="16243" y="23409"/>
                  </a:lnTo>
                  <a:lnTo>
                    <a:pt x="17198" y="25798"/>
                  </a:lnTo>
                  <a:lnTo>
                    <a:pt x="18632" y="27708"/>
                  </a:lnTo>
                  <a:lnTo>
                    <a:pt x="18154" y="29141"/>
                  </a:lnTo>
                  <a:lnTo>
                    <a:pt x="16721" y="31052"/>
                  </a:lnTo>
                  <a:lnTo>
                    <a:pt x="14332" y="32486"/>
                  </a:lnTo>
                  <a:lnTo>
                    <a:pt x="12421" y="33441"/>
                  </a:lnTo>
                  <a:lnTo>
                    <a:pt x="12899" y="36785"/>
                  </a:lnTo>
                  <a:lnTo>
                    <a:pt x="11943" y="3774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4" name="Freeform 3833">
              <a:extLst>
                <a:ext uri="{FF2B5EF4-FFF2-40B4-BE49-F238E27FC236}">
                  <a16:creationId xmlns:a16="http://schemas.microsoft.com/office/drawing/2014/main" id="{3CC74696-395C-A6F2-98C9-FAF937C1C87C}"/>
                </a:ext>
              </a:extLst>
            </p:cNvPr>
            <p:cNvSpPr/>
            <p:nvPr/>
          </p:nvSpPr>
          <p:spPr>
            <a:xfrm>
              <a:off x="4399582" y="5611052"/>
              <a:ext cx="3343" cy="2388"/>
            </a:xfrm>
            <a:custGeom>
              <a:avLst/>
              <a:gdLst>
                <a:gd name="csX0" fmla="*/ 3344 w 3343"/>
                <a:gd name="csY0" fmla="*/ 1911 h 2388"/>
                <a:gd name="csX1" fmla="*/ 478 w 3343"/>
                <a:gd name="csY1" fmla="*/ 2389 h 2388"/>
                <a:gd name="csX2" fmla="*/ 0 w 3343"/>
                <a:gd name="csY2" fmla="*/ 1433 h 2388"/>
                <a:gd name="csX3" fmla="*/ 0 w 3343"/>
                <a:gd name="csY3" fmla="*/ 955 h 2388"/>
                <a:gd name="csX4" fmla="*/ 478 w 3343"/>
                <a:gd name="csY4" fmla="*/ 478 h 2388"/>
                <a:gd name="csX5" fmla="*/ 1911 w 3343"/>
                <a:gd name="csY5" fmla="*/ 0 h 2388"/>
                <a:gd name="csX6" fmla="*/ 2866 w 3343"/>
                <a:gd name="csY6" fmla="*/ 478 h 2388"/>
                <a:gd name="csX7" fmla="*/ 3344 w 3343"/>
                <a:gd name="csY7" fmla="*/ 1433 h 2388"/>
                <a:gd name="csX8" fmla="*/ 3344 w 3343"/>
                <a:gd name="csY8" fmla="*/ 1911 h 2388"/>
                <a:gd name="csX9" fmla="*/ 3344 w 3343"/>
                <a:gd name="csY9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3" h="2388">
                  <a:moveTo>
                    <a:pt x="3344" y="1911"/>
                  </a:moveTo>
                  <a:lnTo>
                    <a:pt x="478" y="2389"/>
                  </a:lnTo>
                  <a:lnTo>
                    <a:pt x="0" y="1433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866" y="478"/>
                  </a:lnTo>
                  <a:lnTo>
                    <a:pt x="3344" y="1433"/>
                  </a:lnTo>
                  <a:lnTo>
                    <a:pt x="3344" y="1911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5" name="Freeform 3834">
              <a:extLst>
                <a:ext uri="{FF2B5EF4-FFF2-40B4-BE49-F238E27FC236}">
                  <a16:creationId xmlns:a16="http://schemas.microsoft.com/office/drawing/2014/main" id="{73E6A217-C1C1-98EE-9D0F-88E7FC54BB5E}"/>
                </a:ext>
              </a:extLst>
            </p:cNvPr>
            <p:cNvSpPr/>
            <p:nvPr/>
          </p:nvSpPr>
          <p:spPr>
            <a:xfrm>
              <a:off x="4413436" y="5617262"/>
              <a:ext cx="7165" cy="3821"/>
            </a:xfrm>
            <a:custGeom>
              <a:avLst/>
              <a:gdLst>
                <a:gd name="csX0" fmla="*/ 6688 w 7165"/>
                <a:gd name="csY0" fmla="*/ 1433 h 3821"/>
                <a:gd name="csX1" fmla="*/ 7166 w 7165"/>
                <a:gd name="csY1" fmla="*/ 2389 h 3821"/>
                <a:gd name="csX2" fmla="*/ 6210 w 7165"/>
                <a:gd name="csY2" fmla="*/ 2866 h 3821"/>
                <a:gd name="csX3" fmla="*/ 4777 w 7165"/>
                <a:gd name="csY3" fmla="*/ 2389 h 3821"/>
                <a:gd name="csX4" fmla="*/ 3822 w 7165"/>
                <a:gd name="csY4" fmla="*/ 3344 h 3821"/>
                <a:gd name="csX5" fmla="*/ 3822 w 7165"/>
                <a:gd name="csY5" fmla="*/ 3822 h 3821"/>
                <a:gd name="csX6" fmla="*/ 478 w 7165"/>
                <a:gd name="csY6" fmla="*/ 2866 h 3821"/>
                <a:gd name="csX7" fmla="*/ 0 w 7165"/>
                <a:gd name="csY7" fmla="*/ 2389 h 3821"/>
                <a:gd name="csX8" fmla="*/ 0 w 7165"/>
                <a:gd name="csY8" fmla="*/ 956 h 3821"/>
                <a:gd name="csX9" fmla="*/ 3344 w 7165"/>
                <a:gd name="csY9" fmla="*/ 956 h 3821"/>
                <a:gd name="csX10" fmla="*/ 5733 w 7165"/>
                <a:gd name="csY10" fmla="*/ 0 h 3821"/>
                <a:gd name="csX11" fmla="*/ 5733 w 7165"/>
                <a:gd name="csY11" fmla="*/ 478 h 3821"/>
                <a:gd name="csX12" fmla="*/ 6688 w 7165"/>
                <a:gd name="csY12" fmla="*/ 1433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165" h="3821">
                  <a:moveTo>
                    <a:pt x="6688" y="1433"/>
                  </a:moveTo>
                  <a:lnTo>
                    <a:pt x="7166" y="2389"/>
                  </a:lnTo>
                  <a:lnTo>
                    <a:pt x="6210" y="2866"/>
                  </a:lnTo>
                  <a:lnTo>
                    <a:pt x="4777" y="2389"/>
                  </a:lnTo>
                  <a:lnTo>
                    <a:pt x="3822" y="3344"/>
                  </a:lnTo>
                  <a:lnTo>
                    <a:pt x="3822" y="3822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3344" y="956"/>
                  </a:lnTo>
                  <a:lnTo>
                    <a:pt x="5733" y="0"/>
                  </a:lnTo>
                  <a:lnTo>
                    <a:pt x="5733" y="478"/>
                  </a:lnTo>
                  <a:lnTo>
                    <a:pt x="668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6" name="Freeform 3835">
              <a:extLst>
                <a:ext uri="{FF2B5EF4-FFF2-40B4-BE49-F238E27FC236}">
                  <a16:creationId xmlns:a16="http://schemas.microsoft.com/office/drawing/2014/main" id="{CC59C039-D7EE-B6D8-E5C8-48E274BB70FF}"/>
                </a:ext>
              </a:extLst>
            </p:cNvPr>
            <p:cNvSpPr/>
            <p:nvPr/>
          </p:nvSpPr>
          <p:spPr>
            <a:xfrm>
              <a:off x="4403881" y="5626339"/>
              <a:ext cx="18153" cy="31052"/>
            </a:xfrm>
            <a:custGeom>
              <a:avLst/>
              <a:gdLst>
                <a:gd name="csX0" fmla="*/ 17676 w 18153"/>
                <a:gd name="csY0" fmla="*/ 6688 h 31052"/>
                <a:gd name="csX1" fmla="*/ 16721 w 18153"/>
                <a:gd name="csY1" fmla="*/ 7644 h 31052"/>
                <a:gd name="csX2" fmla="*/ 15287 w 18153"/>
                <a:gd name="csY2" fmla="*/ 7644 h 31052"/>
                <a:gd name="csX3" fmla="*/ 12899 w 18153"/>
                <a:gd name="csY3" fmla="*/ 9077 h 31052"/>
                <a:gd name="csX4" fmla="*/ 12421 w 18153"/>
                <a:gd name="csY4" fmla="*/ 10032 h 31052"/>
                <a:gd name="csX5" fmla="*/ 12421 w 18153"/>
                <a:gd name="csY5" fmla="*/ 11466 h 31052"/>
                <a:gd name="csX6" fmla="*/ 13854 w 18153"/>
                <a:gd name="csY6" fmla="*/ 12899 h 31052"/>
                <a:gd name="csX7" fmla="*/ 14810 w 18153"/>
                <a:gd name="csY7" fmla="*/ 14810 h 31052"/>
                <a:gd name="csX8" fmla="*/ 15765 w 18153"/>
                <a:gd name="csY8" fmla="*/ 17676 h 31052"/>
                <a:gd name="csX9" fmla="*/ 16721 w 18153"/>
                <a:gd name="csY9" fmla="*/ 20543 h 31052"/>
                <a:gd name="csX10" fmla="*/ 16243 w 18153"/>
                <a:gd name="csY10" fmla="*/ 21498 h 31052"/>
                <a:gd name="csX11" fmla="*/ 16721 w 18153"/>
                <a:gd name="csY11" fmla="*/ 22931 h 31052"/>
                <a:gd name="csX12" fmla="*/ 17676 w 18153"/>
                <a:gd name="csY12" fmla="*/ 24842 h 31052"/>
                <a:gd name="csX13" fmla="*/ 17676 w 18153"/>
                <a:gd name="csY13" fmla="*/ 25798 h 31052"/>
                <a:gd name="csX14" fmla="*/ 17676 w 18153"/>
                <a:gd name="csY14" fmla="*/ 26753 h 31052"/>
                <a:gd name="csX15" fmla="*/ 17198 w 18153"/>
                <a:gd name="csY15" fmla="*/ 28664 h 31052"/>
                <a:gd name="csX16" fmla="*/ 16721 w 18153"/>
                <a:gd name="csY16" fmla="*/ 29142 h 31052"/>
                <a:gd name="csX17" fmla="*/ 15765 w 18153"/>
                <a:gd name="csY17" fmla="*/ 29142 h 31052"/>
                <a:gd name="csX18" fmla="*/ 15765 w 18153"/>
                <a:gd name="csY18" fmla="*/ 30575 h 31052"/>
                <a:gd name="csX19" fmla="*/ 15287 w 18153"/>
                <a:gd name="csY19" fmla="*/ 30575 h 31052"/>
                <a:gd name="csX20" fmla="*/ 11943 w 18153"/>
                <a:gd name="csY20" fmla="*/ 31052 h 31052"/>
                <a:gd name="csX21" fmla="*/ 10510 w 18153"/>
                <a:gd name="csY21" fmla="*/ 30575 h 31052"/>
                <a:gd name="csX22" fmla="*/ 10510 w 18153"/>
                <a:gd name="csY22" fmla="*/ 26753 h 31052"/>
                <a:gd name="csX23" fmla="*/ 8599 w 18153"/>
                <a:gd name="csY23" fmla="*/ 25798 h 31052"/>
                <a:gd name="csX24" fmla="*/ 7166 w 18153"/>
                <a:gd name="csY24" fmla="*/ 23409 h 31052"/>
                <a:gd name="csX25" fmla="*/ 5255 w 18153"/>
                <a:gd name="csY25" fmla="*/ 19587 h 31052"/>
                <a:gd name="csX26" fmla="*/ 4300 w 18153"/>
                <a:gd name="csY26" fmla="*/ 18632 h 31052"/>
                <a:gd name="csX27" fmla="*/ 2389 w 18153"/>
                <a:gd name="csY27" fmla="*/ 15287 h 31052"/>
                <a:gd name="csX28" fmla="*/ 0 w 18153"/>
                <a:gd name="csY28" fmla="*/ 12899 h 31052"/>
                <a:gd name="csX29" fmla="*/ 2867 w 18153"/>
                <a:gd name="csY29" fmla="*/ 11466 h 31052"/>
                <a:gd name="csX30" fmla="*/ 2389 w 18153"/>
                <a:gd name="csY30" fmla="*/ 8599 h 31052"/>
                <a:gd name="csX31" fmla="*/ 3822 w 18153"/>
                <a:gd name="csY31" fmla="*/ 7644 h 31052"/>
                <a:gd name="csX32" fmla="*/ 6210 w 18153"/>
                <a:gd name="csY32" fmla="*/ 6688 h 31052"/>
                <a:gd name="csX33" fmla="*/ 8121 w 18153"/>
                <a:gd name="csY33" fmla="*/ 7166 h 31052"/>
                <a:gd name="csX34" fmla="*/ 9555 w 18153"/>
                <a:gd name="csY34" fmla="*/ 7166 h 31052"/>
                <a:gd name="csX35" fmla="*/ 10510 w 18153"/>
                <a:gd name="csY35" fmla="*/ 6211 h 31052"/>
                <a:gd name="csX36" fmla="*/ 10032 w 18153"/>
                <a:gd name="csY36" fmla="*/ 3344 h 31052"/>
                <a:gd name="csX37" fmla="*/ 10510 w 18153"/>
                <a:gd name="csY37" fmla="*/ 1433 h 31052"/>
                <a:gd name="csX38" fmla="*/ 12421 w 18153"/>
                <a:gd name="csY38" fmla="*/ 0 h 31052"/>
                <a:gd name="csX39" fmla="*/ 14332 w 18153"/>
                <a:gd name="csY39" fmla="*/ 0 h 31052"/>
                <a:gd name="csX40" fmla="*/ 14810 w 18153"/>
                <a:gd name="csY40" fmla="*/ 1433 h 31052"/>
                <a:gd name="csX41" fmla="*/ 15765 w 18153"/>
                <a:gd name="csY41" fmla="*/ 2389 h 31052"/>
                <a:gd name="csX42" fmla="*/ 18154 w 18153"/>
                <a:gd name="csY42" fmla="*/ 3344 h 31052"/>
                <a:gd name="csX43" fmla="*/ 18154 w 18153"/>
                <a:gd name="csY43" fmla="*/ 4777 h 31052"/>
                <a:gd name="csX44" fmla="*/ 17676 w 18153"/>
                <a:gd name="csY44" fmla="*/ 6688 h 310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8153" h="31052">
                  <a:moveTo>
                    <a:pt x="17676" y="6688"/>
                  </a:moveTo>
                  <a:lnTo>
                    <a:pt x="16721" y="7644"/>
                  </a:lnTo>
                  <a:lnTo>
                    <a:pt x="15287" y="7644"/>
                  </a:lnTo>
                  <a:lnTo>
                    <a:pt x="12899" y="9077"/>
                  </a:lnTo>
                  <a:lnTo>
                    <a:pt x="12421" y="10032"/>
                  </a:lnTo>
                  <a:lnTo>
                    <a:pt x="12421" y="11466"/>
                  </a:lnTo>
                  <a:lnTo>
                    <a:pt x="13854" y="12899"/>
                  </a:lnTo>
                  <a:lnTo>
                    <a:pt x="14810" y="14810"/>
                  </a:lnTo>
                  <a:lnTo>
                    <a:pt x="15765" y="17676"/>
                  </a:lnTo>
                  <a:lnTo>
                    <a:pt x="16721" y="20543"/>
                  </a:lnTo>
                  <a:lnTo>
                    <a:pt x="16243" y="21498"/>
                  </a:lnTo>
                  <a:lnTo>
                    <a:pt x="16721" y="22931"/>
                  </a:lnTo>
                  <a:lnTo>
                    <a:pt x="17676" y="24842"/>
                  </a:lnTo>
                  <a:lnTo>
                    <a:pt x="17676" y="25798"/>
                  </a:lnTo>
                  <a:lnTo>
                    <a:pt x="17676" y="26753"/>
                  </a:lnTo>
                  <a:lnTo>
                    <a:pt x="17198" y="28664"/>
                  </a:lnTo>
                  <a:lnTo>
                    <a:pt x="16721" y="29142"/>
                  </a:lnTo>
                  <a:lnTo>
                    <a:pt x="15765" y="29142"/>
                  </a:lnTo>
                  <a:lnTo>
                    <a:pt x="15765" y="30575"/>
                  </a:lnTo>
                  <a:lnTo>
                    <a:pt x="15287" y="30575"/>
                  </a:lnTo>
                  <a:lnTo>
                    <a:pt x="11943" y="31052"/>
                  </a:lnTo>
                  <a:lnTo>
                    <a:pt x="10510" y="30575"/>
                  </a:lnTo>
                  <a:lnTo>
                    <a:pt x="10510" y="26753"/>
                  </a:lnTo>
                  <a:lnTo>
                    <a:pt x="8599" y="25798"/>
                  </a:lnTo>
                  <a:lnTo>
                    <a:pt x="7166" y="23409"/>
                  </a:lnTo>
                  <a:lnTo>
                    <a:pt x="5255" y="19587"/>
                  </a:lnTo>
                  <a:lnTo>
                    <a:pt x="4300" y="18632"/>
                  </a:lnTo>
                  <a:lnTo>
                    <a:pt x="2389" y="15287"/>
                  </a:lnTo>
                  <a:lnTo>
                    <a:pt x="0" y="12899"/>
                  </a:lnTo>
                  <a:lnTo>
                    <a:pt x="2867" y="11466"/>
                  </a:lnTo>
                  <a:lnTo>
                    <a:pt x="2389" y="8599"/>
                  </a:lnTo>
                  <a:lnTo>
                    <a:pt x="3822" y="7644"/>
                  </a:lnTo>
                  <a:lnTo>
                    <a:pt x="6210" y="6688"/>
                  </a:lnTo>
                  <a:lnTo>
                    <a:pt x="8121" y="7166"/>
                  </a:lnTo>
                  <a:lnTo>
                    <a:pt x="9555" y="7166"/>
                  </a:lnTo>
                  <a:lnTo>
                    <a:pt x="10510" y="6211"/>
                  </a:lnTo>
                  <a:lnTo>
                    <a:pt x="10032" y="3344"/>
                  </a:lnTo>
                  <a:lnTo>
                    <a:pt x="10510" y="1433"/>
                  </a:lnTo>
                  <a:lnTo>
                    <a:pt x="12421" y="0"/>
                  </a:lnTo>
                  <a:lnTo>
                    <a:pt x="14332" y="0"/>
                  </a:lnTo>
                  <a:lnTo>
                    <a:pt x="14810" y="1433"/>
                  </a:lnTo>
                  <a:lnTo>
                    <a:pt x="15765" y="2389"/>
                  </a:lnTo>
                  <a:lnTo>
                    <a:pt x="18154" y="3344"/>
                  </a:lnTo>
                  <a:lnTo>
                    <a:pt x="18154" y="4777"/>
                  </a:lnTo>
                  <a:lnTo>
                    <a:pt x="17676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7" name="Freeform 3836">
              <a:extLst>
                <a:ext uri="{FF2B5EF4-FFF2-40B4-BE49-F238E27FC236}">
                  <a16:creationId xmlns:a16="http://schemas.microsoft.com/office/drawing/2014/main" id="{DB88967B-5BA5-B3C7-2B93-C22A9E70FE0C}"/>
                </a:ext>
              </a:extLst>
            </p:cNvPr>
            <p:cNvSpPr/>
            <p:nvPr/>
          </p:nvSpPr>
          <p:spPr>
            <a:xfrm>
              <a:off x="4427290" y="5631116"/>
              <a:ext cx="13376" cy="13376"/>
            </a:xfrm>
            <a:custGeom>
              <a:avLst/>
              <a:gdLst>
                <a:gd name="csX0" fmla="*/ 9077 w 13376"/>
                <a:gd name="csY0" fmla="*/ 11466 h 13376"/>
                <a:gd name="csX1" fmla="*/ 4299 w 13376"/>
                <a:gd name="csY1" fmla="*/ 13377 h 13376"/>
                <a:gd name="csX2" fmla="*/ 1911 w 13376"/>
                <a:gd name="csY2" fmla="*/ 12899 h 13376"/>
                <a:gd name="csX3" fmla="*/ 956 w 13376"/>
                <a:gd name="csY3" fmla="*/ 11466 h 13376"/>
                <a:gd name="csX4" fmla="*/ 478 w 13376"/>
                <a:gd name="csY4" fmla="*/ 10032 h 13376"/>
                <a:gd name="csX5" fmla="*/ 0 w 13376"/>
                <a:gd name="csY5" fmla="*/ 8121 h 13376"/>
                <a:gd name="csX6" fmla="*/ 956 w 13376"/>
                <a:gd name="csY6" fmla="*/ 6688 h 13376"/>
                <a:gd name="csX7" fmla="*/ 2389 w 13376"/>
                <a:gd name="csY7" fmla="*/ 5255 h 13376"/>
                <a:gd name="csX8" fmla="*/ 3344 w 13376"/>
                <a:gd name="csY8" fmla="*/ 4300 h 13376"/>
                <a:gd name="csX9" fmla="*/ 3344 w 13376"/>
                <a:gd name="csY9" fmla="*/ 2867 h 13376"/>
                <a:gd name="csX10" fmla="*/ 3344 w 13376"/>
                <a:gd name="csY10" fmla="*/ 1911 h 13376"/>
                <a:gd name="csX11" fmla="*/ 3822 w 13376"/>
                <a:gd name="csY11" fmla="*/ 478 h 13376"/>
                <a:gd name="csX12" fmla="*/ 4777 w 13376"/>
                <a:gd name="csY12" fmla="*/ 0 h 13376"/>
                <a:gd name="csX13" fmla="*/ 8121 w 13376"/>
                <a:gd name="csY13" fmla="*/ 1433 h 13376"/>
                <a:gd name="csX14" fmla="*/ 11943 w 13376"/>
                <a:gd name="csY14" fmla="*/ 3344 h 13376"/>
                <a:gd name="csX15" fmla="*/ 13376 w 13376"/>
                <a:gd name="csY15" fmla="*/ 4777 h 13376"/>
                <a:gd name="csX16" fmla="*/ 13376 w 13376"/>
                <a:gd name="csY16" fmla="*/ 5733 h 13376"/>
                <a:gd name="csX17" fmla="*/ 11943 w 13376"/>
                <a:gd name="csY17" fmla="*/ 8121 h 13376"/>
                <a:gd name="csX18" fmla="*/ 10988 w 13376"/>
                <a:gd name="csY18" fmla="*/ 10032 h 13376"/>
                <a:gd name="csX19" fmla="*/ 9077 w 13376"/>
                <a:gd name="csY19" fmla="*/ 11466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3376" h="13376">
                  <a:moveTo>
                    <a:pt x="9077" y="11466"/>
                  </a:moveTo>
                  <a:lnTo>
                    <a:pt x="4299" y="13377"/>
                  </a:lnTo>
                  <a:lnTo>
                    <a:pt x="1911" y="12899"/>
                  </a:lnTo>
                  <a:lnTo>
                    <a:pt x="956" y="11466"/>
                  </a:lnTo>
                  <a:lnTo>
                    <a:pt x="478" y="10032"/>
                  </a:lnTo>
                  <a:lnTo>
                    <a:pt x="0" y="8121"/>
                  </a:lnTo>
                  <a:lnTo>
                    <a:pt x="956" y="6688"/>
                  </a:lnTo>
                  <a:lnTo>
                    <a:pt x="2389" y="5255"/>
                  </a:lnTo>
                  <a:lnTo>
                    <a:pt x="3344" y="4300"/>
                  </a:lnTo>
                  <a:lnTo>
                    <a:pt x="3344" y="2867"/>
                  </a:lnTo>
                  <a:lnTo>
                    <a:pt x="3344" y="1911"/>
                  </a:lnTo>
                  <a:lnTo>
                    <a:pt x="3822" y="478"/>
                  </a:lnTo>
                  <a:lnTo>
                    <a:pt x="4777" y="0"/>
                  </a:lnTo>
                  <a:lnTo>
                    <a:pt x="8121" y="1433"/>
                  </a:lnTo>
                  <a:lnTo>
                    <a:pt x="11943" y="3344"/>
                  </a:lnTo>
                  <a:lnTo>
                    <a:pt x="13376" y="4777"/>
                  </a:lnTo>
                  <a:lnTo>
                    <a:pt x="13376" y="5733"/>
                  </a:lnTo>
                  <a:lnTo>
                    <a:pt x="11943" y="8121"/>
                  </a:lnTo>
                  <a:lnTo>
                    <a:pt x="10988" y="10032"/>
                  </a:lnTo>
                  <a:lnTo>
                    <a:pt x="9077" y="114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8" name="Freeform 3837">
              <a:extLst>
                <a:ext uri="{FF2B5EF4-FFF2-40B4-BE49-F238E27FC236}">
                  <a16:creationId xmlns:a16="http://schemas.microsoft.com/office/drawing/2014/main" id="{D61E8633-2662-7AD2-2E26-648F3724D127}"/>
                </a:ext>
              </a:extLst>
            </p:cNvPr>
            <p:cNvSpPr/>
            <p:nvPr/>
          </p:nvSpPr>
          <p:spPr>
            <a:xfrm>
              <a:off x="4419646" y="5636849"/>
              <a:ext cx="4299" cy="7165"/>
            </a:xfrm>
            <a:custGeom>
              <a:avLst/>
              <a:gdLst>
                <a:gd name="csX0" fmla="*/ 3822 w 4299"/>
                <a:gd name="csY0" fmla="*/ 6688 h 7165"/>
                <a:gd name="csX1" fmla="*/ 3344 w 4299"/>
                <a:gd name="csY1" fmla="*/ 7166 h 7165"/>
                <a:gd name="csX2" fmla="*/ 2867 w 4299"/>
                <a:gd name="csY2" fmla="*/ 7166 h 7165"/>
                <a:gd name="csX3" fmla="*/ 1911 w 4299"/>
                <a:gd name="csY3" fmla="*/ 6210 h 7165"/>
                <a:gd name="csX4" fmla="*/ 1911 w 4299"/>
                <a:gd name="csY4" fmla="*/ 5255 h 7165"/>
                <a:gd name="csX5" fmla="*/ 478 w 4299"/>
                <a:gd name="csY5" fmla="*/ 3344 h 7165"/>
                <a:gd name="csX6" fmla="*/ 0 w 4299"/>
                <a:gd name="csY6" fmla="*/ 2389 h 7165"/>
                <a:gd name="csX7" fmla="*/ 0 w 4299"/>
                <a:gd name="csY7" fmla="*/ 1433 h 7165"/>
                <a:gd name="csX8" fmla="*/ 956 w 4299"/>
                <a:gd name="csY8" fmla="*/ 0 h 7165"/>
                <a:gd name="csX9" fmla="*/ 1911 w 4299"/>
                <a:gd name="csY9" fmla="*/ 0 h 7165"/>
                <a:gd name="csX10" fmla="*/ 2867 w 4299"/>
                <a:gd name="csY10" fmla="*/ 0 h 7165"/>
                <a:gd name="csX11" fmla="*/ 3822 w 4299"/>
                <a:gd name="csY11" fmla="*/ 1433 h 7165"/>
                <a:gd name="csX12" fmla="*/ 3822 w 4299"/>
                <a:gd name="csY12" fmla="*/ 3344 h 7165"/>
                <a:gd name="csX13" fmla="*/ 4300 w 4299"/>
                <a:gd name="csY13" fmla="*/ 5255 h 7165"/>
                <a:gd name="csX14" fmla="*/ 3822 w 4299"/>
                <a:gd name="csY14" fmla="*/ 668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299" h="7165">
                  <a:moveTo>
                    <a:pt x="3822" y="6688"/>
                  </a:moveTo>
                  <a:lnTo>
                    <a:pt x="3344" y="7166"/>
                  </a:lnTo>
                  <a:lnTo>
                    <a:pt x="2867" y="7166"/>
                  </a:lnTo>
                  <a:lnTo>
                    <a:pt x="1911" y="6210"/>
                  </a:lnTo>
                  <a:lnTo>
                    <a:pt x="1911" y="5255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2867" y="0"/>
                  </a:lnTo>
                  <a:lnTo>
                    <a:pt x="3822" y="1433"/>
                  </a:lnTo>
                  <a:lnTo>
                    <a:pt x="3822" y="3344"/>
                  </a:lnTo>
                  <a:lnTo>
                    <a:pt x="4300" y="5255"/>
                  </a:lnTo>
                  <a:lnTo>
                    <a:pt x="3822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9" name="Freeform 3838">
              <a:extLst>
                <a:ext uri="{FF2B5EF4-FFF2-40B4-BE49-F238E27FC236}">
                  <a16:creationId xmlns:a16="http://schemas.microsoft.com/office/drawing/2014/main" id="{7E2B3BB3-3E59-0902-10CF-63163772A01F}"/>
                </a:ext>
              </a:extLst>
            </p:cNvPr>
            <p:cNvSpPr/>
            <p:nvPr/>
          </p:nvSpPr>
          <p:spPr>
            <a:xfrm>
              <a:off x="4393849" y="5643060"/>
              <a:ext cx="1910" cy="2866"/>
            </a:xfrm>
            <a:custGeom>
              <a:avLst/>
              <a:gdLst>
                <a:gd name="csX0" fmla="*/ 1911 w 1910"/>
                <a:gd name="csY0" fmla="*/ 2389 h 2866"/>
                <a:gd name="csX1" fmla="*/ 1433 w 1910"/>
                <a:gd name="csY1" fmla="*/ 2867 h 2866"/>
                <a:gd name="csX2" fmla="*/ 478 w 1910"/>
                <a:gd name="csY2" fmla="*/ 2867 h 2866"/>
                <a:gd name="csX3" fmla="*/ 0 w 1910"/>
                <a:gd name="csY3" fmla="*/ 1911 h 2866"/>
                <a:gd name="csX4" fmla="*/ 0 w 1910"/>
                <a:gd name="csY4" fmla="*/ 478 h 2866"/>
                <a:gd name="csX5" fmla="*/ 478 w 1910"/>
                <a:gd name="csY5" fmla="*/ 0 h 2866"/>
                <a:gd name="csX6" fmla="*/ 956 w 1910"/>
                <a:gd name="csY6" fmla="*/ 0 h 2866"/>
                <a:gd name="csX7" fmla="*/ 1433 w 1910"/>
                <a:gd name="csY7" fmla="*/ 956 h 2866"/>
                <a:gd name="csX8" fmla="*/ 1911 w 1910"/>
                <a:gd name="csY8" fmla="*/ 1911 h 2866"/>
                <a:gd name="csX9" fmla="*/ 1911 w 1910"/>
                <a:gd name="csY9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0" h="2866">
                  <a:moveTo>
                    <a:pt x="1911" y="2389"/>
                  </a:moveTo>
                  <a:lnTo>
                    <a:pt x="1433" y="2867"/>
                  </a:lnTo>
                  <a:lnTo>
                    <a:pt x="478" y="2867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956"/>
                  </a:lnTo>
                  <a:lnTo>
                    <a:pt x="1911" y="1911"/>
                  </a:lnTo>
                  <a:lnTo>
                    <a:pt x="191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0" name="Freeform 3839">
              <a:extLst>
                <a:ext uri="{FF2B5EF4-FFF2-40B4-BE49-F238E27FC236}">
                  <a16:creationId xmlns:a16="http://schemas.microsoft.com/office/drawing/2014/main" id="{9DBBD536-BBF7-B1D8-1B80-4C13729D9EEA}"/>
                </a:ext>
              </a:extLst>
            </p:cNvPr>
            <p:cNvSpPr/>
            <p:nvPr/>
          </p:nvSpPr>
          <p:spPr>
            <a:xfrm>
              <a:off x="4402448" y="5652614"/>
              <a:ext cx="9076" cy="15287"/>
            </a:xfrm>
            <a:custGeom>
              <a:avLst/>
              <a:gdLst>
                <a:gd name="csX0" fmla="*/ 7644 w 9076"/>
                <a:gd name="csY0" fmla="*/ 13377 h 15287"/>
                <a:gd name="csX1" fmla="*/ 6688 w 9076"/>
                <a:gd name="csY1" fmla="*/ 14810 h 15287"/>
                <a:gd name="csX2" fmla="*/ 4777 w 9076"/>
                <a:gd name="csY2" fmla="*/ 15287 h 15287"/>
                <a:gd name="csX3" fmla="*/ 2866 w 9076"/>
                <a:gd name="csY3" fmla="*/ 14332 h 15287"/>
                <a:gd name="csX4" fmla="*/ 478 w 9076"/>
                <a:gd name="csY4" fmla="*/ 14810 h 15287"/>
                <a:gd name="csX5" fmla="*/ 0 w 9076"/>
                <a:gd name="csY5" fmla="*/ 12899 h 15287"/>
                <a:gd name="csX6" fmla="*/ 956 w 9076"/>
                <a:gd name="csY6" fmla="*/ 10988 h 15287"/>
                <a:gd name="csX7" fmla="*/ 2866 w 9076"/>
                <a:gd name="csY7" fmla="*/ 9077 h 15287"/>
                <a:gd name="csX8" fmla="*/ 3822 w 9076"/>
                <a:gd name="csY8" fmla="*/ 6688 h 15287"/>
                <a:gd name="csX9" fmla="*/ 3822 w 9076"/>
                <a:gd name="csY9" fmla="*/ 2867 h 15287"/>
                <a:gd name="csX10" fmla="*/ 4777 w 9076"/>
                <a:gd name="csY10" fmla="*/ 2389 h 15287"/>
                <a:gd name="csX11" fmla="*/ 5255 w 9076"/>
                <a:gd name="csY11" fmla="*/ 956 h 15287"/>
                <a:gd name="csX12" fmla="*/ 7644 w 9076"/>
                <a:gd name="csY12" fmla="*/ 0 h 15287"/>
                <a:gd name="csX13" fmla="*/ 8121 w 9076"/>
                <a:gd name="csY13" fmla="*/ 2867 h 15287"/>
                <a:gd name="csX14" fmla="*/ 7644 w 9076"/>
                <a:gd name="csY14" fmla="*/ 7644 h 15287"/>
                <a:gd name="csX15" fmla="*/ 9077 w 9076"/>
                <a:gd name="csY15" fmla="*/ 10510 h 15287"/>
                <a:gd name="csX16" fmla="*/ 9077 w 9076"/>
                <a:gd name="csY16" fmla="*/ 11466 h 15287"/>
                <a:gd name="csX17" fmla="*/ 9077 w 9076"/>
                <a:gd name="csY17" fmla="*/ 12421 h 15287"/>
                <a:gd name="csX18" fmla="*/ 7644 w 9076"/>
                <a:gd name="csY18" fmla="*/ 13377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076" h="15287">
                  <a:moveTo>
                    <a:pt x="7644" y="13377"/>
                  </a:moveTo>
                  <a:lnTo>
                    <a:pt x="6688" y="14810"/>
                  </a:lnTo>
                  <a:lnTo>
                    <a:pt x="4777" y="15287"/>
                  </a:lnTo>
                  <a:lnTo>
                    <a:pt x="2866" y="14332"/>
                  </a:lnTo>
                  <a:lnTo>
                    <a:pt x="478" y="14810"/>
                  </a:lnTo>
                  <a:lnTo>
                    <a:pt x="0" y="12899"/>
                  </a:lnTo>
                  <a:lnTo>
                    <a:pt x="956" y="10988"/>
                  </a:lnTo>
                  <a:lnTo>
                    <a:pt x="2866" y="9077"/>
                  </a:lnTo>
                  <a:lnTo>
                    <a:pt x="3822" y="6688"/>
                  </a:lnTo>
                  <a:lnTo>
                    <a:pt x="3822" y="2867"/>
                  </a:lnTo>
                  <a:lnTo>
                    <a:pt x="4777" y="2389"/>
                  </a:lnTo>
                  <a:lnTo>
                    <a:pt x="5255" y="956"/>
                  </a:lnTo>
                  <a:lnTo>
                    <a:pt x="7644" y="0"/>
                  </a:lnTo>
                  <a:lnTo>
                    <a:pt x="8121" y="2867"/>
                  </a:lnTo>
                  <a:lnTo>
                    <a:pt x="7644" y="7644"/>
                  </a:lnTo>
                  <a:lnTo>
                    <a:pt x="9077" y="10510"/>
                  </a:lnTo>
                  <a:lnTo>
                    <a:pt x="9077" y="11466"/>
                  </a:lnTo>
                  <a:lnTo>
                    <a:pt x="9077" y="12421"/>
                  </a:lnTo>
                  <a:lnTo>
                    <a:pt x="7644" y="133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1" name="Freeform 3840">
              <a:extLst>
                <a:ext uri="{FF2B5EF4-FFF2-40B4-BE49-F238E27FC236}">
                  <a16:creationId xmlns:a16="http://schemas.microsoft.com/office/drawing/2014/main" id="{51BCBD99-B25D-AF72-D784-E771034C79DE}"/>
                </a:ext>
              </a:extLst>
            </p:cNvPr>
            <p:cNvSpPr/>
            <p:nvPr/>
          </p:nvSpPr>
          <p:spPr>
            <a:xfrm>
              <a:off x="4390983" y="5719019"/>
              <a:ext cx="7165" cy="4299"/>
            </a:xfrm>
            <a:custGeom>
              <a:avLst/>
              <a:gdLst>
                <a:gd name="csX0" fmla="*/ 3344 w 7165"/>
                <a:gd name="csY0" fmla="*/ 3822 h 4299"/>
                <a:gd name="csX1" fmla="*/ 1911 w 7165"/>
                <a:gd name="csY1" fmla="*/ 4300 h 4299"/>
                <a:gd name="csX2" fmla="*/ 1433 w 7165"/>
                <a:gd name="csY2" fmla="*/ 3344 h 4299"/>
                <a:gd name="csX3" fmla="*/ 0 w 7165"/>
                <a:gd name="csY3" fmla="*/ 1911 h 4299"/>
                <a:gd name="csX4" fmla="*/ 1433 w 7165"/>
                <a:gd name="csY4" fmla="*/ 956 h 4299"/>
                <a:gd name="csX5" fmla="*/ 3822 w 7165"/>
                <a:gd name="csY5" fmla="*/ 0 h 4299"/>
                <a:gd name="csX6" fmla="*/ 5255 w 7165"/>
                <a:gd name="csY6" fmla="*/ 0 h 4299"/>
                <a:gd name="csX7" fmla="*/ 6688 w 7165"/>
                <a:gd name="csY7" fmla="*/ 956 h 4299"/>
                <a:gd name="csX8" fmla="*/ 7166 w 7165"/>
                <a:gd name="csY8" fmla="*/ 1911 h 4299"/>
                <a:gd name="csX9" fmla="*/ 4300 w 7165"/>
                <a:gd name="csY9" fmla="*/ 2866 h 4299"/>
                <a:gd name="csX10" fmla="*/ 3822 w 7165"/>
                <a:gd name="csY10" fmla="*/ 3344 h 4299"/>
                <a:gd name="csX11" fmla="*/ 3344 w 7165"/>
                <a:gd name="csY11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165" h="4299">
                  <a:moveTo>
                    <a:pt x="3344" y="3822"/>
                  </a:moveTo>
                  <a:lnTo>
                    <a:pt x="1911" y="4300"/>
                  </a:lnTo>
                  <a:lnTo>
                    <a:pt x="1433" y="3344"/>
                  </a:lnTo>
                  <a:lnTo>
                    <a:pt x="0" y="1911"/>
                  </a:lnTo>
                  <a:lnTo>
                    <a:pt x="1433" y="956"/>
                  </a:lnTo>
                  <a:lnTo>
                    <a:pt x="3822" y="0"/>
                  </a:lnTo>
                  <a:lnTo>
                    <a:pt x="5255" y="0"/>
                  </a:lnTo>
                  <a:lnTo>
                    <a:pt x="6688" y="956"/>
                  </a:lnTo>
                  <a:lnTo>
                    <a:pt x="7166" y="1911"/>
                  </a:lnTo>
                  <a:lnTo>
                    <a:pt x="4300" y="2866"/>
                  </a:lnTo>
                  <a:lnTo>
                    <a:pt x="3822" y="3344"/>
                  </a:lnTo>
                  <a:lnTo>
                    <a:pt x="33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2" name="Freeform 3841">
              <a:extLst>
                <a:ext uri="{FF2B5EF4-FFF2-40B4-BE49-F238E27FC236}">
                  <a16:creationId xmlns:a16="http://schemas.microsoft.com/office/drawing/2014/main" id="{65147F3E-AC5D-4F1B-C496-20B0AF6C75E2}"/>
                </a:ext>
              </a:extLst>
            </p:cNvPr>
            <p:cNvSpPr/>
            <p:nvPr/>
          </p:nvSpPr>
          <p:spPr>
            <a:xfrm>
              <a:off x="4391460" y="5722840"/>
              <a:ext cx="13376" cy="21497"/>
            </a:xfrm>
            <a:custGeom>
              <a:avLst/>
              <a:gdLst>
                <a:gd name="csX0" fmla="*/ 13376 w 13376"/>
                <a:gd name="csY0" fmla="*/ 20542 h 21497"/>
                <a:gd name="csX1" fmla="*/ 12899 w 13376"/>
                <a:gd name="csY1" fmla="*/ 21498 h 21497"/>
                <a:gd name="csX2" fmla="*/ 10510 w 13376"/>
                <a:gd name="csY2" fmla="*/ 21020 h 21497"/>
                <a:gd name="csX3" fmla="*/ 6688 w 13376"/>
                <a:gd name="csY3" fmla="*/ 21498 h 21497"/>
                <a:gd name="csX4" fmla="*/ 4777 w 13376"/>
                <a:gd name="csY4" fmla="*/ 19109 h 21497"/>
                <a:gd name="csX5" fmla="*/ 3822 w 13376"/>
                <a:gd name="csY5" fmla="*/ 15287 h 21497"/>
                <a:gd name="csX6" fmla="*/ 3344 w 13376"/>
                <a:gd name="csY6" fmla="*/ 14332 h 21497"/>
                <a:gd name="csX7" fmla="*/ 2389 w 13376"/>
                <a:gd name="csY7" fmla="*/ 11943 h 21497"/>
                <a:gd name="csX8" fmla="*/ 1911 w 13376"/>
                <a:gd name="csY8" fmla="*/ 10510 h 21497"/>
                <a:gd name="csX9" fmla="*/ 956 w 13376"/>
                <a:gd name="csY9" fmla="*/ 8599 h 21497"/>
                <a:gd name="csX10" fmla="*/ 478 w 13376"/>
                <a:gd name="csY10" fmla="*/ 5733 h 21497"/>
                <a:gd name="csX11" fmla="*/ 0 w 13376"/>
                <a:gd name="csY11" fmla="*/ 5255 h 21497"/>
                <a:gd name="csX12" fmla="*/ 956 w 13376"/>
                <a:gd name="csY12" fmla="*/ 3822 h 21497"/>
                <a:gd name="csX13" fmla="*/ 5255 w 13376"/>
                <a:gd name="csY13" fmla="*/ 2389 h 21497"/>
                <a:gd name="csX14" fmla="*/ 7166 w 13376"/>
                <a:gd name="csY14" fmla="*/ 0 h 21497"/>
                <a:gd name="csX15" fmla="*/ 8121 w 13376"/>
                <a:gd name="csY15" fmla="*/ 478 h 21497"/>
                <a:gd name="csX16" fmla="*/ 8121 w 13376"/>
                <a:gd name="csY16" fmla="*/ 5255 h 21497"/>
                <a:gd name="csX17" fmla="*/ 8599 w 13376"/>
                <a:gd name="csY17" fmla="*/ 6688 h 21497"/>
                <a:gd name="csX18" fmla="*/ 10510 w 13376"/>
                <a:gd name="csY18" fmla="*/ 8121 h 21497"/>
                <a:gd name="csX19" fmla="*/ 10510 w 13376"/>
                <a:gd name="csY19" fmla="*/ 8599 h 21497"/>
                <a:gd name="csX20" fmla="*/ 10988 w 13376"/>
                <a:gd name="csY20" fmla="*/ 10032 h 21497"/>
                <a:gd name="csX21" fmla="*/ 11465 w 13376"/>
                <a:gd name="csY21" fmla="*/ 12421 h 21497"/>
                <a:gd name="csX22" fmla="*/ 12421 w 13376"/>
                <a:gd name="csY22" fmla="*/ 13854 h 21497"/>
                <a:gd name="csX23" fmla="*/ 12899 w 13376"/>
                <a:gd name="csY23" fmla="*/ 14810 h 21497"/>
                <a:gd name="csX24" fmla="*/ 12899 w 13376"/>
                <a:gd name="csY24" fmla="*/ 15287 h 21497"/>
                <a:gd name="csX25" fmla="*/ 12421 w 13376"/>
                <a:gd name="csY25" fmla="*/ 16243 h 21497"/>
                <a:gd name="csX26" fmla="*/ 13376 w 13376"/>
                <a:gd name="csY26" fmla="*/ 20542 h 21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3376" h="21497">
                  <a:moveTo>
                    <a:pt x="13376" y="20542"/>
                  </a:moveTo>
                  <a:lnTo>
                    <a:pt x="12899" y="21498"/>
                  </a:lnTo>
                  <a:lnTo>
                    <a:pt x="10510" y="21020"/>
                  </a:lnTo>
                  <a:lnTo>
                    <a:pt x="6688" y="21498"/>
                  </a:lnTo>
                  <a:lnTo>
                    <a:pt x="4777" y="19109"/>
                  </a:lnTo>
                  <a:lnTo>
                    <a:pt x="3822" y="15287"/>
                  </a:lnTo>
                  <a:lnTo>
                    <a:pt x="3344" y="14332"/>
                  </a:lnTo>
                  <a:lnTo>
                    <a:pt x="2389" y="11943"/>
                  </a:lnTo>
                  <a:lnTo>
                    <a:pt x="1911" y="10510"/>
                  </a:lnTo>
                  <a:lnTo>
                    <a:pt x="956" y="8599"/>
                  </a:lnTo>
                  <a:lnTo>
                    <a:pt x="478" y="5733"/>
                  </a:lnTo>
                  <a:lnTo>
                    <a:pt x="0" y="5255"/>
                  </a:lnTo>
                  <a:lnTo>
                    <a:pt x="956" y="3822"/>
                  </a:lnTo>
                  <a:lnTo>
                    <a:pt x="5255" y="2389"/>
                  </a:lnTo>
                  <a:lnTo>
                    <a:pt x="7166" y="0"/>
                  </a:lnTo>
                  <a:lnTo>
                    <a:pt x="8121" y="478"/>
                  </a:lnTo>
                  <a:lnTo>
                    <a:pt x="8121" y="5255"/>
                  </a:lnTo>
                  <a:lnTo>
                    <a:pt x="8599" y="6688"/>
                  </a:lnTo>
                  <a:lnTo>
                    <a:pt x="10510" y="8121"/>
                  </a:lnTo>
                  <a:lnTo>
                    <a:pt x="10510" y="8599"/>
                  </a:lnTo>
                  <a:lnTo>
                    <a:pt x="10988" y="10032"/>
                  </a:lnTo>
                  <a:lnTo>
                    <a:pt x="11465" y="12421"/>
                  </a:lnTo>
                  <a:lnTo>
                    <a:pt x="12421" y="13854"/>
                  </a:lnTo>
                  <a:lnTo>
                    <a:pt x="12899" y="14810"/>
                  </a:lnTo>
                  <a:lnTo>
                    <a:pt x="12899" y="15287"/>
                  </a:lnTo>
                  <a:lnTo>
                    <a:pt x="12421" y="16243"/>
                  </a:lnTo>
                  <a:lnTo>
                    <a:pt x="13376" y="205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" name="Freeform 3842">
              <a:extLst>
                <a:ext uri="{FF2B5EF4-FFF2-40B4-BE49-F238E27FC236}">
                  <a16:creationId xmlns:a16="http://schemas.microsoft.com/office/drawing/2014/main" id="{7A2A5C8F-EED2-58C8-0C62-D2B36F3AE1AA}"/>
                </a:ext>
              </a:extLst>
            </p:cNvPr>
            <p:cNvSpPr/>
            <p:nvPr/>
          </p:nvSpPr>
          <p:spPr>
            <a:xfrm>
              <a:off x="4383339" y="5728096"/>
              <a:ext cx="10032" cy="20064"/>
            </a:xfrm>
            <a:custGeom>
              <a:avLst/>
              <a:gdLst>
                <a:gd name="csX0" fmla="*/ 2866 w 10032"/>
                <a:gd name="csY0" fmla="*/ 20064 h 20064"/>
                <a:gd name="csX1" fmla="*/ 956 w 10032"/>
                <a:gd name="csY1" fmla="*/ 20064 h 20064"/>
                <a:gd name="csX2" fmla="*/ 0 w 10032"/>
                <a:gd name="csY2" fmla="*/ 15287 h 20064"/>
                <a:gd name="csX3" fmla="*/ 2866 w 10032"/>
                <a:gd name="csY3" fmla="*/ 8121 h 20064"/>
                <a:gd name="csX4" fmla="*/ 2866 w 10032"/>
                <a:gd name="csY4" fmla="*/ 5733 h 20064"/>
                <a:gd name="csX5" fmla="*/ 1911 w 10032"/>
                <a:gd name="csY5" fmla="*/ 3344 h 20064"/>
                <a:gd name="csX6" fmla="*/ 1911 w 10032"/>
                <a:gd name="csY6" fmla="*/ 1911 h 20064"/>
                <a:gd name="csX7" fmla="*/ 1911 w 10032"/>
                <a:gd name="csY7" fmla="*/ 955 h 20064"/>
                <a:gd name="csX8" fmla="*/ 5255 w 10032"/>
                <a:gd name="csY8" fmla="*/ 0 h 20064"/>
                <a:gd name="csX9" fmla="*/ 6210 w 10032"/>
                <a:gd name="csY9" fmla="*/ 1433 h 20064"/>
                <a:gd name="csX10" fmla="*/ 7644 w 10032"/>
                <a:gd name="csY10" fmla="*/ 5255 h 20064"/>
                <a:gd name="csX11" fmla="*/ 10032 w 10032"/>
                <a:gd name="csY11" fmla="*/ 10988 h 20064"/>
                <a:gd name="csX12" fmla="*/ 10032 w 10032"/>
                <a:gd name="csY12" fmla="*/ 16243 h 20064"/>
                <a:gd name="csX13" fmla="*/ 8599 w 10032"/>
                <a:gd name="csY13" fmla="*/ 17676 h 20064"/>
                <a:gd name="csX14" fmla="*/ 4300 w 10032"/>
                <a:gd name="csY14" fmla="*/ 19109 h 20064"/>
                <a:gd name="csX15" fmla="*/ 2866 w 10032"/>
                <a:gd name="csY15" fmla="*/ 20064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0032" h="20064">
                  <a:moveTo>
                    <a:pt x="2866" y="20064"/>
                  </a:moveTo>
                  <a:lnTo>
                    <a:pt x="956" y="20064"/>
                  </a:lnTo>
                  <a:lnTo>
                    <a:pt x="0" y="15287"/>
                  </a:lnTo>
                  <a:lnTo>
                    <a:pt x="2866" y="8121"/>
                  </a:lnTo>
                  <a:lnTo>
                    <a:pt x="2866" y="5733"/>
                  </a:lnTo>
                  <a:lnTo>
                    <a:pt x="1911" y="3344"/>
                  </a:lnTo>
                  <a:lnTo>
                    <a:pt x="1911" y="1911"/>
                  </a:lnTo>
                  <a:lnTo>
                    <a:pt x="1911" y="955"/>
                  </a:lnTo>
                  <a:lnTo>
                    <a:pt x="5255" y="0"/>
                  </a:lnTo>
                  <a:lnTo>
                    <a:pt x="6210" y="1433"/>
                  </a:lnTo>
                  <a:lnTo>
                    <a:pt x="7644" y="5255"/>
                  </a:lnTo>
                  <a:lnTo>
                    <a:pt x="10032" y="10988"/>
                  </a:lnTo>
                  <a:lnTo>
                    <a:pt x="10032" y="16243"/>
                  </a:lnTo>
                  <a:lnTo>
                    <a:pt x="8599" y="17676"/>
                  </a:lnTo>
                  <a:lnTo>
                    <a:pt x="4300" y="19109"/>
                  </a:lnTo>
                  <a:lnTo>
                    <a:pt x="2866" y="2006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" name="Freeform 3843">
              <a:extLst>
                <a:ext uri="{FF2B5EF4-FFF2-40B4-BE49-F238E27FC236}">
                  <a16:creationId xmlns:a16="http://schemas.microsoft.com/office/drawing/2014/main" id="{4EF77073-2AE7-583C-867E-F38C3A5585D2}"/>
                </a:ext>
              </a:extLst>
            </p:cNvPr>
            <p:cNvSpPr/>
            <p:nvPr/>
          </p:nvSpPr>
          <p:spPr>
            <a:xfrm>
              <a:off x="4385250" y="5746727"/>
              <a:ext cx="21975" cy="36307"/>
            </a:xfrm>
            <a:custGeom>
              <a:avLst/>
              <a:gdLst>
                <a:gd name="csX0" fmla="*/ 21498 w 21975"/>
                <a:gd name="csY0" fmla="*/ 11943 h 36307"/>
                <a:gd name="csX1" fmla="*/ 21975 w 21975"/>
                <a:gd name="csY1" fmla="*/ 16243 h 36307"/>
                <a:gd name="csX2" fmla="*/ 21498 w 21975"/>
                <a:gd name="csY2" fmla="*/ 20065 h 36307"/>
                <a:gd name="csX3" fmla="*/ 20542 w 21975"/>
                <a:gd name="csY3" fmla="*/ 25320 h 36307"/>
                <a:gd name="csX4" fmla="*/ 20542 w 21975"/>
                <a:gd name="csY4" fmla="*/ 26275 h 36307"/>
                <a:gd name="csX5" fmla="*/ 21498 w 21975"/>
                <a:gd name="csY5" fmla="*/ 26753 h 36307"/>
                <a:gd name="csX6" fmla="*/ 21975 w 21975"/>
                <a:gd name="csY6" fmla="*/ 27231 h 36307"/>
                <a:gd name="csX7" fmla="*/ 21498 w 21975"/>
                <a:gd name="csY7" fmla="*/ 30097 h 36307"/>
                <a:gd name="csX8" fmla="*/ 21020 w 21975"/>
                <a:gd name="csY8" fmla="*/ 32008 h 36307"/>
                <a:gd name="csX9" fmla="*/ 20064 w 21975"/>
                <a:gd name="csY9" fmla="*/ 33919 h 36307"/>
                <a:gd name="csX10" fmla="*/ 19587 w 21975"/>
                <a:gd name="csY10" fmla="*/ 35830 h 36307"/>
                <a:gd name="csX11" fmla="*/ 19109 w 21975"/>
                <a:gd name="csY11" fmla="*/ 36308 h 36307"/>
                <a:gd name="csX12" fmla="*/ 17198 w 21975"/>
                <a:gd name="csY12" fmla="*/ 36308 h 36307"/>
                <a:gd name="csX13" fmla="*/ 15765 w 21975"/>
                <a:gd name="csY13" fmla="*/ 36308 h 36307"/>
                <a:gd name="csX14" fmla="*/ 14809 w 21975"/>
                <a:gd name="csY14" fmla="*/ 33919 h 36307"/>
                <a:gd name="csX15" fmla="*/ 14809 w 21975"/>
                <a:gd name="csY15" fmla="*/ 32486 h 36307"/>
                <a:gd name="csX16" fmla="*/ 14809 w 21975"/>
                <a:gd name="csY16" fmla="*/ 30575 h 36307"/>
                <a:gd name="csX17" fmla="*/ 13376 w 21975"/>
                <a:gd name="csY17" fmla="*/ 28186 h 36307"/>
                <a:gd name="csX18" fmla="*/ 13376 w 21975"/>
                <a:gd name="csY18" fmla="*/ 27231 h 36307"/>
                <a:gd name="csX19" fmla="*/ 13854 w 21975"/>
                <a:gd name="csY19" fmla="*/ 25798 h 36307"/>
                <a:gd name="csX20" fmla="*/ 14809 w 21975"/>
                <a:gd name="csY20" fmla="*/ 24842 h 36307"/>
                <a:gd name="csX21" fmla="*/ 14809 w 21975"/>
                <a:gd name="csY21" fmla="*/ 22453 h 36307"/>
                <a:gd name="csX22" fmla="*/ 15287 w 21975"/>
                <a:gd name="csY22" fmla="*/ 21498 h 36307"/>
                <a:gd name="csX23" fmla="*/ 16721 w 21975"/>
                <a:gd name="csY23" fmla="*/ 20542 h 36307"/>
                <a:gd name="csX24" fmla="*/ 16721 w 21975"/>
                <a:gd name="csY24" fmla="*/ 20065 h 36307"/>
                <a:gd name="csX25" fmla="*/ 16721 w 21975"/>
                <a:gd name="csY25" fmla="*/ 19587 h 36307"/>
                <a:gd name="csX26" fmla="*/ 16243 w 21975"/>
                <a:gd name="csY26" fmla="*/ 19587 h 36307"/>
                <a:gd name="csX27" fmla="*/ 11943 w 21975"/>
                <a:gd name="csY27" fmla="*/ 22931 h 36307"/>
                <a:gd name="csX28" fmla="*/ 11465 w 21975"/>
                <a:gd name="csY28" fmla="*/ 23886 h 36307"/>
                <a:gd name="csX29" fmla="*/ 11465 w 21975"/>
                <a:gd name="csY29" fmla="*/ 24842 h 36307"/>
                <a:gd name="csX30" fmla="*/ 11465 w 21975"/>
                <a:gd name="csY30" fmla="*/ 29142 h 36307"/>
                <a:gd name="csX31" fmla="*/ 10510 w 21975"/>
                <a:gd name="csY31" fmla="*/ 31530 h 36307"/>
                <a:gd name="csX32" fmla="*/ 10032 w 21975"/>
                <a:gd name="csY32" fmla="*/ 32008 h 36307"/>
                <a:gd name="csX33" fmla="*/ 7644 w 21975"/>
                <a:gd name="csY33" fmla="*/ 32008 h 36307"/>
                <a:gd name="csX34" fmla="*/ 5255 w 21975"/>
                <a:gd name="csY34" fmla="*/ 31530 h 36307"/>
                <a:gd name="csX35" fmla="*/ 2389 w 21975"/>
                <a:gd name="csY35" fmla="*/ 29619 h 36307"/>
                <a:gd name="csX36" fmla="*/ 478 w 21975"/>
                <a:gd name="csY36" fmla="*/ 30097 h 36307"/>
                <a:gd name="csX37" fmla="*/ 0 w 21975"/>
                <a:gd name="csY37" fmla="*/ 27231 h 36307"/>
                <a:gd name="csX38" fmla="*/ 955 w 21975"/>
                <a:gd name="csY38" fmla="*/ 25320 h 36307"/>
                <a:gd name="csX39" fmla="*/ 4299 w 21975"/>
                <a:gd name="csY39" fmla="*/ 25320 h 36307"/>
                <a:gd name="csX40" fmla="*/ 5255 w 21975"/>
                <a:gd name="csY40" fmla="*/ 21976 h 36307"/>
                <a:gd name="csX41" fmla="*/ 3822 w 21975"/>
                <a:gd name="csY41" fmla="*/ 21020 h 36307"/>
                <a:gd name="csX42" fmla="*/ 2866 w 21975"/>
                <a:gd name="csY42" fmla="*/ 19109 h 36307"/>
                <a:gd name="csX43" fmla="*/ 1911 w 21975"/>
                <a:gd name="csY43" fmla="*/ 18154 h 36307"/>
                <a:gd name="csX44" fmla="*/ 2389 w 21975"/>
                <a:gd name="csY44" fmla="*/ 17198 h 36307"/>
                <a:gd name="csX45" fmla="*/ 4777 w 21975"/>
                <a:gd name="csY45" fmla="*/ 15287 h 36307"/>
                <a:gd name="csX46" fmla="*/ 5733 w 21975"/>
                <a:gd name="csY46" fmla="*/ 15287 h 36307"/>
                <a:gd name="csX47" fmla="*/ 6688 w 21975"/>
                <a:gd name="csY47" fmla="*/ 16243 h 36307"/>
                <a:gd name="csX48" fmla="*/ 9555 w 21975"/>
                <a:gd name="csY48" fmla="*/ 15287 h 36307"/>
                <a:gd name="csX49" fmla="*/ 9555 w 21975"/>
                <a:gd name="csY49" fmla="*/ 13376 h 36307"/>
                <a:gd name="csX50" fmla="*/ 7166 w 21975"/>
                <a:gd name="csY50" fmla="*/ 11943 h 36307"/>
                <a:gd name="csX51" fmla="*/ 7644 w 21975"/>
                <a:gd name="csY51" fmla="*/ 10510 h 36307"/>
                <a:gd name="csX52" fmla="*/ 10510 w 21975"/>
                <a:gd name="csY52" fmla="*/ 8599 h 36307"/>
                <a:gd name="csX53" fmla="*/ 12421 w 21975"/>
                <a:gd name="csY53" fmla="*/ 6688 h 36307"/>
                <a:gd name="csX54" fmla="*/ 12421 w 21975"/>
                <a:gd name="csY54" fmla="*/ 4777 h 36307"/>
                <a:gd name="csX55" fmla="*/ 11465 w 21975"/>
                <a:gd name="csY55" fmla="*/ 2867 h 36307"/>
                <a:gd name="csX56" fmla="*/ 11943 w 21975"/>
                <a:gd name="csY56" fmla="*/ 2389 h 36307"/>
                <a:gd name="csX57" fmla="*/ 13376 w 21975"/>
                <a:gd name="csY57" fmla="*/ 478 h 36307"/>
                <a:gd name="csX58" fmla="*/ 15287 w 21975"/>
                <a:gd name="csY58" fmla="*/ 0 h 36307"/>
                <a:gd name="csX59" fmla="*/ 16243 w 21975"/>
                <a:gd name="csY59" fmla="*/ 0 h 36307"/>
                <a:gd name="csX60" fmla="*/ 18154 w 21975"/>
                <a:gd name="csY60" fmla="*/ 956 h 36307"/>
                <a:gd name="csX61" fmla="*/ 19587 w 21975"/>
                <a:gd name="csY61" fmla="*/ 1433 h 36307"/>
                <a:gd name="csX62" fmla="*/ 20064 w 21975"/>
                <a:gd name="csY62" fmla="*/ 1433 h 36307"/>
                <a:gd name="csX63" fmla="*/ 20542 w 21975"/>
                <a:gd name="csY63" fmla="*/ 2867 h 36307"/>
                <a:gd name="csX64" fmla="*/ 21498 w 21975"/>
                <a:gd name="csY64" fmla="*/ 11943 h 363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21975" h="36307">
                  <a:moveTo>
                    <a:pt x="21498" y="11943"/>
                  </a:moveTo>
                  <a:lnTo>
                    <a:pt x="21975" y="16243"/>
                  </a:lnTo>
                  <a:lnTo>
                    <a:pt x="21498" y="20065"/>
                  </a:lnTo>
                  <a:lnTo>
                    <a:pt x="20542" y="25320"/>
                  </a:lnTo>
                  <a:lnTo>
                    <a:pt x="20542" y="26275"/>
                  </a:lnTo>
                  <a:lnTo>
                    <a:pt x="21498" y="26753"/>
                  </a:lnTo>
                  <a:lnTo>
                    <a:pt x="21975" y="27231"/>
                  </a:lnTo>
                  <a:lnTo>
                    <a:pt x="21498" y="30097"/>
                  </a:lnTo>
                  <a:lnTo>
                    <a:pt x="21020" y="32008"/>
                  </a:lnTo>
                  <a:lnTo>
                    <a:pt x="20064" y="33919"/>
                  </a:lnTo>
                  <a:lnTo>
                    <a:pt x="19587" y="35830"/>
                  </a:lnTo>
                  <a:lnTo>
                    <a:pt x="19109" y="36308"/>
                  </a:lnTo>
                  <a:lnTo>
                    <a:pt x="17198" y="36308"/>
                  </a:lnTo>
                  <a:lnTo>
                    <a:pt x="15765" y="36308"/>
                  </a:lnTo>
                  <a:lnTo>
                    <a:pt x="14809" y="33919"/>
                  </a:lnTo>
                  <a:lnTo>
                    <a:pt x="14809" y="32486"/>
                  </a:lnTo>
                  <a:lnTo>
                    <a:pt x="14809" y="30575"/>
                  </a:lnTo>
                  <a:lnTo>
                    <a:pt x="13376" y="28186"/>
                  </a:lnTo>
                  <a:lnTo>
                    <a:pt x="13376" y="27231"/>
                  </a:lnTo>
                  <a:lnTo>
                    <a:pt x="13854" y="25798"/>
                  </a:lnTo>
                  <a:lnTo>
                    <a:pt x="14809" y="24842"/>
                  </a:lnTo>
                  <a:lnTo>
                    <a:pt x="14809" y="22453"/>
                  </a:lnTo>
                  <a:lnTo>
                    <a:pt x="15287" y="21498"/>
                  </a:lnTo>
                  <a:lnTo>
                    <a:pt x="16721" y="20542"/>
                  </a:lnTo>
                  <a:lnTo>
                    <a:pt x="16721" y="20065"/>
                  </a:lnTo>
                  <a:lnTo>
                    <a:pt x="16721" y="19587"/>
                  </a:lnTo>
                  <a:lnTo>
                    <a:pt x="16243" y="19587"/>
                  </a:lnTo>
                  <a:lnTo>
                    <a:pt x="11943" y="22931"/>
                  </a:lnTo>
                  <a:lnTo>
                    <a:pt x="11465" y="23886"/>
                  </a:lnTo>
                  <a:lnTo>
                    <a:pt x="11465" y="24842"/>
                  </a:lnTo>
                  <a:lnTo>
                    <a:pt x="11465" y="29142"/>
                  </a:lnTo>
                  <a:lnTo>
                    <a:pt x="10510" y="31530"/>
                  </a:lnTo>
                  <a:lnTo>
                    <a:pt x="10032" y="32008"/>
                  </a:lnTo>
                  <a:lnTo>
                    <a:pt x="7644" y="32008"/>
                  </a:lnTo>
                  <a:lnTo>
                    <a:pt x="5255" y="31530"/>
                  </a:lnTo>
                  <a:lnTo>
                    <a:pt x="2389" y="29619"/>
                  </a:lnTo>
                  <a:lnTo>
                    <a:pt x="478" y="30097"/>
                  </a:lnTo>
                  <a:lnTo>
                    <a:pt x="0" y="27231"/>
                  </a:lnTo>
                  <a:lnTo>
                    <a:pt x="955" y="25320"/>
                  </a:lnTo>
                  <a:lnTo>
                    <a:pt x="4299" y="25320"/>
                  </a:lnTo>
                  <a:lnTo>
                    <a:pt x="5255" y="21976"/>
                  </a:lnTo>
                  <a:lnTo>
                    <a:pt x="3822" y="21020"/>
                  </a:lnTo>
                  <a:lnTo>
                    <a:pt x="2866" y="19109"/>
                  </a:lnTo>
                  <a:lnTo>
                    <a:pt x="1911" y="18154"/>
                  </a:lnTo>
                  <a:lnTo>
                    <a:pt x="2389" y="17198"/>
                  </a:lnTo>
                  <a:lnTo>
                    <a:pt x="4777" y="15287"/>
                  </a:lnTo>
                  <a:lnTo>
                    <a:pt x="5733" y="15287"/>
                  </a:lnTo>
                  <a:lnTo>
                    <a:pt x="6688" y="16243"/>
                  </a:lnTo>
                  <a:lnTo>
                    <a:pt x="9555" y="15287"/>
                  </a:lnTo>
                  <a:lnTo>
                    <a:pt x="9555" y="13376"/>
                  </a:lnTo>
                  <a:lnTo>
                    <a:pt x="7166" y="11943"/>
                  </a:lnTo>
                  <a:lnTo>
                    <a:pt x="7644" y="10510"/>
                  </a:lnTo>
                  <a:lnTo>
                    <a:pt x="10510" y="8599"/>
                  </a:lnTo>
                  <a:lnTo>
                    <a:pt x="12421" y="6688"/>
                  </a:lnTo>
                  <a:lnTo>
                    <a:pt x="12421" y="4777"/>
                  </a:lnTo>
                  <a:lnTo>
                    <a:pt x="11465" y="2867"/>
                  </a:lnTo>
                  <a:lnTo>
                    <a:pt x="11943" y="2389"/>
                  </a:lnTo>
                  <a:lnTo>
                    <a:pt x="13376" y="478"/>
                  </a:lnTo>
                  <a:lnTo>
                    <a:pt x="15287" y="0"/>
                  </a:lnTo>
                  <a:lnTo>
                    <a:pt x="16243" y="0"/>
                  </a:lnTo>
                  <a:lnTo>
                    <a:pt x="18154" y="956"/>
                  </a:lnTo>
                  <a:lnTo>
                    <a:pt x="19587" y="1433"/>
                  </a:lnTo>
                  <a:lnTo>
                    <a:pt x="20064" y="1433"/>
                  </a:lnTo>
                  <a:lnTo>
                    <a:pt x="20542" y="2867"/>
                  </a:lnTo>
                  <a:lnTo>
                    <a:pt x="21498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" name="Freeform 3844">
              <a:extLst>
                <a:ext uri="{FF2B5EF4-FFF2-40B4-BE49-F238E27FC236}">
                  <a16:creationId xmlns:a16="http://schemas.microsoft.com/office/drawing/2014/main" id="{23EAA098-70DE-2A90-771D-5F94F0857064}"/>
                </a:ext>
              </a:extLst>
            </p:cNvPr>
            <p:cNvSpPr/>
            <p:nvPr/>
          </p:nvSpPr>
          <p:spPr>
            <a:xfrm>
              <a:off x="4383817" y="5748638"/>
              <a:ext cx="10510" cy="12420"/>
            </a:xfrm>
            <a:custGeom>
              <a:avLst/>
              <a:gdLst>
                <a:gd name="csX0" fmla="*/ 10510 w 10510"/>
                <a:gd name="csY0" fmla="*/ 1433 h 12420"/>
                <a:gd name="csX1" fmla="*/ 10510 w 10510"/>
                <a:gd name="csY1" fmla="*/ 3822 h 12420"/>
                <a:gd name="csX2" fmla="*/ 7166 w 10510"/>
                <a:gd name="csY2" fmla="*/ 8121 h 12420"/>
                <a:gd name="csX3" fmla="*/ 4777 w 10510"/>
                <a:gd name="csY3" fmla="*/ 10510 h 12420"/>
                <a:gd name="csX4" fmla="*/ 2389 w 10510"/>
                <a:gd name="csY4" fmla="*/ 12421 h 12420"/>
                <a:gd name="csX5" fmla="*/ 956 w 10510"/>
                <a:gd name="csY5" fmla="*/ 12421 h 12420"/>
                <a:gd name="csX6" fmla="*/ 0 w 10510"/>
                <a:gd name="csY6" fmla="*/ 11465 h 12420"/>
                <a:gd name="csX7" fmla="*/ 1433 w 10510"/>
                <a:gd name="csY7" fmla="*/ 10032 h 12420"/>
                <a:gd name="csX8" fmla="*/ 2867 w 10510"/>
                <a:gd name="csY8" fmla="*/ 8599 h 12420"/>
                <a:gd name="csX9" fmla="*/ 2389 w 10510"/>
                <a:gd name="csY9" fmla="*/ 6210 h 12420"/>
                <a:gd name="csX10" fmla="*/ 1911 w 10510"/>
                <a:gd name="csY10" fmla="*/ 5733 h 12420"/>
                <a:gd name="csX11" fmla="*/ 956 w 10510"/>
                <a:gd name="csY11" fmla="*/ 5733 h 12420"/>
                <a:gd name="csX12" fmla="*/ 0 w 10510"/>
                <a:gd name="csY12" fmla="*/ 4299 h 12420"/>
                <a:gd name="csX13" fmla="*/ 478 w 10510"/>
                <a:gd name="csY13" fmla="*/ 2866 h 12420"/>
                <a:gd name="csX14" fmla="*/ 956 w 10510"/>
                <a:gd name="csY14" fmla="*/ 2389 h 12420"/>
                <a:gd name="csX15" fmla="*/ 1911 w 10510"/>
                <a:gd name="csY15" fmla="*/ 1433 h 12420"/>
                <a:gd name="csX16" fmla="*/ 2867 w 10510"/>
                <a:gd name="csY16" fmla="*/ 1911 h 12420"/>
                <a:gd name="csX17" fmla="*/ 6688 w 10510"/>
                <a:gd name="csY17" fmla="*/ 956 h 12420"/>
                <a:gd name="csX18" fmla="*/ 8121 w 10510"/>
                <a:gd name="csY18" fmla="*/ 0 h 12420"/>
                <a:gd name="csX19" fmla="*/ 10032 w 10510"/>
                <a:gd name="csY19" fmla="*/ 0 h 12420"/>
                <a:gd name="csX20" fmla="*/ 10510 w 10510"/>
                <a:gd name="csY20" fmla="*/ 1433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0510" h="12420">
                  <a:moveTo>
                    <a:pt x="10510" y="1433"/>
                  </a:moveTo>
                  <a:lnTo>
                    <a:pt x="10510" y="3822"/>
                  </a:lnTo>
                  <a:lnTo>
                    <a:pt x="7166" y="8121"/>
                  </a:lnTo>
                  <a:lnTo>
                    <a:pt x="4777" y="10510"/>
                  </a:lnTo>
                  <a:lnTo>
                    <a:pt x="2389" y="12421"/>
                  </a:lnTo>
                  <a:lnTo>
                    <a:pt x="956" y="12421"/>
                  </a:lnTo>
                  <a:lnTo>
                    <a:pt x="0" y="11465"/>
                  </a:lnTo>
                  <a:lnTo>
                    <a:pt x="1433" y="10032"/>
                  </a:lnTo>
                  <a:lnTo>
                    <a:pt x="2867" y="8599"/>
                  </a:lnTo>
                  <a:lnTo>
                    <a:pt x="2389" y="6210"/>
                  </a:lnTo>
                  <a:lnTo>
                    <a:pt x="1911" y="5733"/>
                  </a:lnTo>
                  <a:lnTo>
                    <a:pt x="956" y="5733"/>
                  </a:lnTo>
                  <a:lnTo>
                    <a:pt x="0" y="4299"/>
                  </a:lnTo>
                  <a:lnTo>
                    <a:pt x="478" y="2866"/>
                  </a:lnTo>
                  <a:lnTo>
                    <a:pt x="956" y="2389"/>
                  </a:lnTo>
                  <a:lnTo>
                    <a:pt x="1911" y="1433"/>
                  </a:lnTo>
                  <a:lnTo>
                    <a:pt x="2867" y="1911"/>
                  </a:lnTo>
                  <a:lnTo>
                    <a:pt x="6688" y="956"/>
                  </a:lnTo>
                  <a:lnTo>
                    <a:pt x="8121" y="0"/>
                  </a:lnTo>
                  <a:lnTo>
                    <a:pt x="10032" y="0"/>
                  </a:lnTo>
                  <a:lnTo>
                    <a:pt x="105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6" name="Freeform 3845">
              <a:extLst>
                <a:ext uri="{FF2B5EF4-FFF2-40B4-BE49-F238E27FC236}">
                  <a16:creationId xmlns:a16="http://schemas.microsoft.com/office/drawing/2014/main" id="{E538E1CA-9AC3-57C8-BD4C-942DE36ECC6B}"/>
                </a:ext>
              </a:extLst>
            </p:cNvPr>
            <p:cNvSpPr/>
            <p:nvPr/>
          </p:nvSpPr>
          <p:spPr>
            <a:xfrm>
              <a:off x="4387639" y="5783034"/>
              <a:ext cx="11943" cy="10509"/>
            </a:xfrm>
            <a:custGeom>
              <a:avLst/>
              <a:gdLst>
                <a:gd name="csX0" fmla="*/ 7644 w 11943"/>
                <a:gd name="csY0" fmla="*/ 8121 h 10509"/>
                <a:gd name="csX1" fmla="*/ 3822 w 11943"/>
                <a:gd name="csY1" fmla="*/ 10510 h 10509"/>
                <a:gd name="csX2" fmla="*/ 2866 w 11943"/>
                <a:gd name="csY2" fmla="*/ 9555 h 10509"/>
                <a:gd name="csX3" fmla="*/ 0 w 11943"/>
                <a:gd name="csY3" fmla="*/ 9555 h 10509"/>
                <a:gd name="csX4" fmla="*/ 478 w 11943"/>
                <a:gd name="csY4" fmla="*/ 6688 h 10509"/>
                <a:gd name="csX5" fmla="*/ 955 w 11943"/>
                <a:gd name="csY5" fmla="*/ 5255 h 10509"/>
                <a:gd name="csX6" fmla="*/ 1433 w 11943"/>
                <a:gd name="csY6" fmla="*/ 4299 h 10509"/>
                <a:gd name="csX7" fmla="*/ 1433 w 11943"/>
                <a:gd name="csY7" fmla="*/ 2866 h 10509"/>
                <a:gd name="csX8" fmla="*/ 2389 w 11943"/>
                <a:gd name="csY8" fmla="*/ 0 h 10509"/>
                <a:gd name="csX9" fmla="*/ 4777 w 11943"/>
                <a:gd name="csY9" fmla="*/ 955 h 10509"/>
                <a:gd name="csX10" fmla="*/ 6210 w 11943"/>
                <a:gd name="csY10" fmla="*/ 1433 h 10509"/>
                <a:gd name="csX11" fmla="*/ 8599 w 11943"/>
                <a:gd name="csY11" fmla="*/ 2389 h 10509"/>
                <a:gd name="csX12" fmla="*/ 11465 w 11943"/>
                <a:gd name="csY12" fmla="*/ 2866 h 10509"/>
                <a:gd name="csX13" fmla="*/ 11943 w 11943"/>
                <a:gd name="csY13" fmla="*/ 5255 h 10509"/>
                <a:gd name="csX14" fmla="*/ 9555 w 11943"/>
                <a:gd name="csY14" fmla="*/ 6210 h 10509"/>
                <a:gd name="csX15" fmla="*/ 7644 w 11943"/>
                <a:gd name="csY15" fmla="*/ 8121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943" h="10509">
                  <a:moveTo>
                    <a:pt x="7644" y="8121"/>
                  </a:moveTo>
                  <a:lnTo>
                    <a:pt x="3822" y="10510"/>
                  </a:lnTo>
                  <a:lnTo>
                    <a:pt x="2866" y="9555"/>
                  </a:lnTo>
                  <a:lnTo>
                    <a:pt x="0" y="9555"/>
                  </a:lnTo>
                  <a:lnTo>
                    <a:pt x="478" y="6688"/>
                  </a:lnTo>
                  <a:lnTo>
                    <a:pt x="955" y="5255"/>
                  </a:lnTo>
                  <a:lnTo>
                    <a:pt x="1433" y="4299"/>
                  </a:lnTo>
                  <a:lnTo>
                    <a:pt x="1433" y="2866"/>
                  </a:lnTo>
                  <a:lnTo>
                    <a:pt x="2389" y="0"/>
                  </a:lnTo>
                  <a:lnTo>
                    <a:pt x="4777" y="955"/>
                  </a:lnTo>
                  <a:lnTo>
                    <a:pt x="6210" y="1433"/>
                  </a:lnTo>
                  <a:lnTo>
                    <a:pt x="8599" y="2389"/>
                  </a:lnTo>
                  <a:lnTo>
                    <a:pt x="11465" y="2866"/>
                  </a:lnTo>
                  <a:lnTo>
                    <a:pt x="11943" y="5255"/>
                  </a:lnTo>
                  <a:lnTo>
                    <a:pt x="9555" y="6210"/>
                  </a:lnTo>
                  <a:lnTo>
                    <a:pt x="7644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7" name="Freeform 3846">
              <a:extLst>
                <a:ext uri="{FF2B5EF4-FFF2-40B4-BE49-F238E27FC236}">
                  <a16:creationId xmlns:a16="http://schemas.microsoft.com/office/drawing/2014/main" id="{6E681EB7-033D-8EBF-17E0-0D490407BADE}"/>
                </a:ext>
              </a:extLst>
            </p:cNvPr>
            <p:cNvSpPr/>
            <p:nvPr/>
          </p:nvSpPr>
          <p:spPr>
            <a:xfrm>
              <a:off x="4387161" y="5796411"/>
              <a:ext cx="7165" cy="8121"/>
            </a:xfrm>
            <a:custGeom>
              <a:avLst/>
              <a:gdLst>
                <a:gd name="csX0" fmla="*/ 3344 w 7165"/>
                <a:gd name="csY0" fmla="*/ 5733 h 8121"/>
                <a:gd name="csX1" fmla="*/ 2867 w 7165"/>
                <a:gd name="csY1" fmla="*/ 8121 h 8121"/>
                <a:gd name="csX2" fmla="*/ 956 w 7165"/>
                <a:gd name="csY2" fmla="*/ 8121 h 8121"/>
                <a:gd name="csX3" fmla="*/ 478 w 7165"/>
                <a:gd name="csY3" fmla="*/ 7166 h 8121"/>
                <a:gd name="csX4" fmla="*/ 478 w 7165"/>
                <a:gd name="csY4" fmla="*/ 5733 h 8121"/>
                <a:gd name="csX5" fmla="*/ 0 w 7165"/>
                <a:gd name="csY5" fmla="*/ 4777 h 8121"/>
                <a:gd name="csX6" fmla="*/ 478 w 7165"/>
                <a:gd name="csY6" fmla="*/ 3344 h 8121"/>
                <a:gd name="csX7" fmla="*/ 956 w 7165"/>
                <a:gd name="csY7" fmla="*/ 1433 h 8121"/>
                <a:gd name="csX8" fmla="*/ 956 w 7165"/>
                <a:gd name="csY8" fmla="*/ 0 h 8121"/>
                <a:gd name="csX9" fmla="*/ 3344 w 7165"/>
                <a:gd name="csY9" fmla="*/ 0 h 8121"/>
                <a:gd name="csX10" fmla="*/ 6210 w 7165"/>
                <a:gd name="csY10" fmla="*/ 478 h 8121"/>
                <a:gd name="csX11" fmla="*/ 7166 w 7165"/>
                <a:gd name="csY11" fmla="*/ 956 h 8121"/>
                <a:gd name="csX12" fmla="*/ 6210 w 7165"/>
                <a:gd name="csY12" fmla="*/ 1911 h 8121"/>
                <a:gd name="csX13" fmla="*/ 5255 w 7165"/>
                <a:gd name="csY13" fmla="*/ 2866 h 8121"/>
                <a:gd name="csX14" fmla="*/ 3344 w 7165"/>
                <a:gd name="csY14" fmla="*/ 3344 h 8121"/>
                <a:gd name="csX15" fmla="*/ 3344 w 7165"/>
                <a:gd name="csY15" fmla="*/ 5733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7165" h="8121">
                  <a:moveTo>
                    <a:pt x="3344" y="5733"/>
                  </a:moveTo>
                  <a:lnTo>
                    <a:pt x="2867" y="8121"/>
                  </a:lnTo>
                  <a:lnTo>
                    <a:pt x="956" y="8121"/>
                  </a:lnTo>
                  <a:lnTo>
                    <a:pt x="478" y="7166"/>
                  </a:lnTo>
                  <a:lnTo>
                    <a:pt x="478" y="5733"/>
                  </a:lnTo>
                  <a:lnTo>
                    <a:pt x="0" y="4777"/>
                  </a:lnTo>
                  <a:lnTo>
                    <a:pt x="478" y="3344"/>
                  </a:lnTo>
                  <a:lnTo>
                    <a:pt x="956" y="1433"/>
                  </a:lnTo>
                  <a:lnTo>
                    <a:pt x="956" y="0"/>
                  </a:lnTo>
                  <a:lnTo>
                    <a:pt x="3344" y="0"/>
                  </a:lnTo>
                  <a:lnTo>
                    <a:pt x="6210" y="478"/>
                  </a:lnTo>
                  <a:lnTo>
                    <a:pt x="7166" y="956"/>
                  </a:lnTo>
                  <a:lnTo>
                    <a:pt x="6210" y="1911"/>
                  </a:lnTo>
                  <a:lnTo>
                    <a:pt x="5255" y="2866"/>
                  </a:lnTo>
                  <a:lnTo>
                    <a:pt x="3344" y="3344"/>
                  </a:lnTo>
                  <a:lnTo>
                    <a:pt x="3344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8" name="Freeform 3847">
              <a:extLst>
                <a:ext uri="{FF2B5EF4-FFF2-40B4-BE49-F238E27FC236}">
                  <a16:creationId xmlns:a16="http://schemas.microsoft.com/office/drawing/2014/main" id="{80948968-2317-873F-C8D9-7B72103B32E5}"/>
                </a:ext>
              </a:extLst>
            </p:cNvPr>
            <p:cNvSpPr/>
            <p:nvPr/>
          </p:nvSpPr>
          <p:spPr>
            <a:xfrm>
              <a:off x="4390505" y="5816953"/>
              <a:ext cx="14809" cy="12420"/>
            </a:xfrm>
            <a:custGeom>
              <a:avLst/>
              <a:gdLst>
                <a:gd name="csX0" fmla="*/ 14809 w 14809"/>
                <a:gd name="csY0" fmla="*/ 2389 h 12420"/>
                <a:gd name="csX1" fmla="*/ 14809 w 14809"/>
                <a:gd name="csY1" fmla="*/ 4777 h 12420"/>
                <a:gd name="csX2" fmla="*/ 13854 w 14809"/>
                <a:gd name="csY2" fmla="*/ 5255 h 12420"/>
                <a:gd name="csX3" fmla="*/ 13376 w 14809"/>
                <a:gd name="csY3" fmla="*/ 5733 h 12420"/>
                <a:gd name="csX4" fmla="*/ 11943 w 14809"/>
                <a:gd name="csY4" fmla="*/ 4777 h 12420"/>
                <a:gd name="csX5" fmla="*/ 11466 w 14809"/>
                <a:gd name="csY5" fmla="*/ 4777 h 12420"/>
                <a:gd name="csX6" fmla="*/ 10032 w 14809"/>
                <a:gd name="csY6" fmla="*/ 6210 h 12420"/>
                <a:gd name="csX7" fmla="*/ 8599 w 14809"/>
                <a:gd name="csY7" fmla="*/ 6688 h 12420"/>
                <a:gd name="csX8" fmla="*/ 7166 w 14809"/>
                <a:gd name="csY8" fmla="*/ 6688 h 12420"/>
                <a:gd name="csX9" fmla="*/ 4777 w 14809"/>
                <a:gd name="csY9" fmla="*/ 5733 h 12420"/>
                <a:gd name="csX10" fmla="*/ 2866 w 14809"/>
                <a:gd name="csY10" fmla="*/ 9555 h 12420"/>
                <a:gd name="csX11" fmla="*/ 1911 w 14809"/>
                <a:gd name="csY11" fmla="*/ 10510 h 12420"/>
                <a:gd name="csX12" fmla="*/ 0 w 14809"/>
                <a:gd name="csY12" fmla="*/ 12421 h 12420"/>
                <a:gd name="csX13" fmla="*/ 0 w 14809"/>
                <a:gd name="csY13" fmla="*/ 10510 h 12420"/>
                <a:gd name="csX14" fmla="*/ 956 w 14809"/>
                <a:gd name="csY14" fmla="*/ 7166 h 12420"/>
                <a:gd name="csX15" fmla="*/ 1911 w 14809"/>
                <a:gd name="csY15" fmla="*/ 5255 h 12420"/>
                <a:gd name="csX16" fmla="*/ 2866 w 14809"/>
                <a:gd name="csY16" fmla="*/ 2389 h 12420"/>
                <a:gd name="csX17" fmla="*/ 5255 w 14809"/>
                <a:gd name="csY17" fmla="*/ 3344 h 12420"/>
                <a:gd name="csX18" fmla="*/ 8121 w 14809"/>
                <a:gd name="csY18" fmla="*/ 2389 h 12420"/>
                <a:gd name="csX19" fmla="*/ 10988 w 14809"/>
                <a:gd name="csY19" fmla="*/ 0 h 12420"/>
                <a:gd name="csX20" fmla="*/ 13854 w 14809"/>
                <a:gd name="csY20" fmla="*/ 0 h 12420"/>
                <a:gd name="csX21" fmla="*/ 14332 w 14809"/>
                <a:gd name="csY21" fmla="*/ 1433 h 12420"/>
                <a:gd name="csX22" fmla="*/ 14809 w 14809"/>
                <a:gd name="csY22" fmla="*/ 2389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4809" h="12420">
                  <a:moveTo>
                    <a:pt x="14809" y="2389"/>
                  </a:moveTo>
                  <a:lnTo>
                    <a:pt x="14809" y="4777"/>
                  </a:lnTo>
                  <a:lnTo>
                    <a:pt x="13854" y="5255"/>
                  </a:lnTo>
                  <a:lnTo>
                    <a:pt x="13376" y="5733"/>
                  </a:lnTo>
                  <a:lnTo>
                    <a:pt x="11943" y="4777"/>
                  </a:lnTo>
                  <a:lnTo>
                    <a:pt x="11466" y="4777"/>
                  </a:lnTo>
                  <a:lnTo>
                    <a:pt x="10032" y="6210"/>
                  </a:lnTo>
                  <a:lnTo>
                    <a:pt x="8599" y="6688"/>
                  </a:lnTo>
                  <a:lnTo>
                    <a:pt x="7166" y="6688"/>
                  </a:lnTo>
                  <a:lnTo>
                    <a:pt x="4777" y="5733"/>
                  </a:lnTo>
                  <a:lnTo>
                    <a:pt x="2866" y="9555"/>
                  </a:lnTo>
                  <a:lnTo>
                    <a:pt x="1911" y="10510"/>
                  </a:lnTo>
                  <a:lnTo>
                    <a:pt x="0" y="12421"/>
                  </a:lnTo>
                  <a:lnTo>
                    <a:pt x="0" y="10510"/>
                  </a:lnTo>
                  <a:lnTo>
                    <a:pt x="956" y="7166"/>
                  </a:lnTo>
                  <a:lnTo>
                    <a:pt x="1911" y="5255"/>
                  </a:lnTo>
                  <a:lnTo>
                    <a:pt x="2866" y="2389"/>
                  </a:lnTo>
                  <a:lnTo>
                    <a:pt x="5255" y="3344"/>
                  </a:lnTo>
                  <a:lnTo>
                    <a:pt x="8121" y="2389"/>
                  </a:lnTo>
                  <a:lnTo>
                    <a:pt x="10988" y="0"/>
                  </a:lnTo>
                  <a:lnTo>
                    <a:pt x="13854" y="0"/>
                  </a:lnTo>
                  <a:lnTo>
                    <a:pt x="14332" y="1433"/>
                  </a:lnTo>
                  <a:lnTo>
                    <a:pt x="1480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9" name="Freeform 3848">
              <a:extLst>
                <a:ext uri="{FF2B5EF4-FFF2-40B4-BE49-F238E27FC236}">
                  <a16:creationId xmlns:a16="http://schemas.microsoft.com/office/drawing/2014/main" id="{14FBA9FD-9CA2-FF51-7B5C-C46B66B5D2E1}"/>
                </a:ext>
              </a:extLst>
            </p:cNvPr>
            <p:cNvSpPr/>
            <p:nvPr/>
          </p:nvSpPr>
          <p:spPr>
            <a:xfrm>
              <a:off x="4394327" y="5829374"/>
              <a:ext cx="11465" cy="19109"/>
            </a:xfrm>
            <a:custGeom>
              <a:avLst/>
              <a:gdLst>
                <a:gd name="csX0" fmla="*/ 5733 w 11465"/>
                <a:gd name="csY0" fmla="*/ 0 h 19109"/>
                <a:gd name="csX1" fmla="*/ 6210 w 11465"/>
                <a:gd name="csY1" fmla="*/ 5733 h 19109"/>
                <a:gd name="csX2" fmla="*/ 7166 w 11465"/>
                <a:gd name="csY2" fmla="*/ 6688 h 19109"/>
                <a:gd name="csX3" fmla="*/ 9077 w 11465"/>
                <a:gd name="csY3" fmla="*/ 7166 h 19109"/>
                <a:gd name="csX4" fmla="*/ 11466 w 11465"/>
                <a:gd name="csY4" fmla="*/ 10032 h 19109"/>
                <a:gd name="csX5" fmla="*/ 11466 w 11465"/>
                <a:gd name="csY5" fmla="*/ 10510 h 19109"/>
                <a:gd name="csX6" fmla="*/ 8599 w 11465"/>
                <a:gd name="csY6" fmla="*/ 15765 h 19109"/>
                <a:gd name="csX7" fmla="*/ 8121 w 11465"/>
                <a:gd name="csY7" fmla="*/ 19109 h 19109"/>
                <a:gd name="csX8" fmla="*/ 5255 w 11465"/>
                <a:gd name="csY8" fmla="*/ 19109 h 19109"/>
                <a:gd name="csX9" fmla="*/ 3822 w 11465"/>
                <a:gd name="csY9" fmla="*/ 15287 h 19109"/>
                <a:gd name="csX10" fmla="*/ 1911 w 11465"/>
                <a:gd name="csY10" fmla="*/ 11943 h 19109"/>
                <a:gd name="csX11" fmla="*/ 956 w 11465"/>
                <a:gd name="csY11" fmla="*/ 8121 h 19109"/>
                <a:gd name="csX12" fmla="*/ 0 w 11465"/>
                <a:gd name="csY12" fmla="*/ 4777 h 19109"/>
                <a:gd name="csX13" fmla="*/ 1911 w 11465"/>
                <a:gd name="csY13" fmla="*/ 2867 h 19109"/>
                <a:gd name="csX14" fmla="*/ 3822 w 11465"/>
                <a:gd name="csY14" fmla="*/ 3344 h 19109"/>
                <a:gd name="csX15" fmla="*/ 3822 w 11465"/>
                <a:gd name="csY15" fmla="*/ 478 h 19109"/>
                <a:gd name="csX16" fmla="*/ 5733 w 11465"/>
                <a:gd name="csY16" fmla="*/ 0 h 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1465" h="19109">
                  <a:moveTo>
                    <a:pt x="5733" y="0"/>
                  </a:moveTo>
                  <a:lnTo>
                    <a:pt x="6210" y="5733"/>
                  </a:lnTo>
                  <a:lnTo>
                    <a:pt x="7166" y="6688"/>
                  </a:lnTo>
                  <a:lnTo>
                    <a:pt x="9077" y="7166"/>
                  </a:lnTo>
                  <a:lnTo>
                    <a:pt x="11466" y="10032"/>
                  </a:lnTo>
                  <a:lnTo>
                    <a:pt x="11466" y="10510"/>
                  </a:lnTo>
                  <a:lnTo>
                    <a:pt x="8599" y="15765"/>
                  </a:lnTo>
                  <a:lnTo>
                    <a:pt x="8121" y="19109"/>
                  </a:lnTo>
                  <a:lnTo>
                    <a:pt x="5255" y="19109"/>
                  </a:lnTo>
                  <a:lnTo>
                    <a:pt x="3822" y="15287"/>
                  </a:lnTo>
                  <a:lnTo>
                    <a:pt x="1911" y="11943"/>
                  </a:lnTo>
                  <a:lnTo>
                    <a:pt x="956" y="8121"/>
                  </a:lnTo>
                  <a:lnTo>
                    <a:pt x="0" y="4777"/>
                  </a:lnTo>
                  <a:lnTo>
                    <a:pt x="1911" y="2867"/>
                  </a:lnTo>
                  <a:lnTo>
                    <a:pt x="3822" y="3344"/>
                  </a:lnTo>
                  <a:lnTo>
                    <a:pt x="3822" y="478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0" name="Freeform 3849">
              <a:extLst>
                <a:ext uri="{FF2B5EF4-FFF2-40B4-BE49-F238E27FC236}">
                  <a16:creationId xmlns:a16="http://schemas.microsoft.com/office/drawing/2014/main" id="{497472B2-685F-56F2-DC2B-19CA6C892D6C}"/>
                </a:ext>
              </a:extLst>
            </p:cNvPr>
            <p:cNvSpPr/>
            <p:nvPr/>
          </p:nvSpPr>
          <p:spPr>
            <a:xfrm>
              <a:off x="4406748" y="5832241"/>
              <a:ext cx="7165" cy="6210"/>
            </a:xfrm>
            <a:custGeom>
              <a:avLst/>
              <a:gdLst>
                <a:gd name="csX0" fmla="*/ 6688 w 7165"/>
                <a:gd name="csY0" fmla="*/ 6210 h 6210"/>
                <a:gd name="csX1" fmla="*/ 6210 w 7165"/>
                <a:gd name="csY1" fmla="*/ 6210 h 6210"/>
                <a:gd name="csX2" fmla="*/ 3822 w 7165"/>
                <a:gd name="csY2" fmla="*/ 5733 h 6210"/>
                <a:gd name="csX3" fmla="*/ 2866 w 7165"/>
                <a:gd name="csY3" fmla="*/ 5255 h 6210"/>
                <a:gd name="csX4" fmla="*/ 955 w 7165"/>
                <a:gd name="csY4" fmla="*/ 3344 h 6210"/>
                <a:gd name="csX5" fmla="*/ 955 w 7165"/>
                <a:gd name="csY5" fmla="*/ 1911 h 6210"/>
                <a:gd name="csX6" fmla="*/ 0 w 7165"/>
                <a:gd name="csY6" fmla="*/ 0 h 6210"/>
                <a:gd name="csX7" fmla="*/ 478 w 7165"/>
                <a:gd name="csY7" fmla="*/ 0 h 6210"/>
                <a:gd name="csX8" fmla="*/ 2389 w 7165"/>
                <a:gd name="csY8" fmla="*/ 956 h 6210"/>
                <a:gd name="csX9" fmla="*/ 2866 w 7165"/>
                <a:gd name="csY9" fmla="*/ 1433 h 6210"/>
                <a:gd name="csX10" fmla="*/ 3822 w 7165"/>
                <a:gd name="csY10" fmla="*/ 2389 h 6210"/>
                <a:gd name="csX11" fmla="*/ 6688 w 7165"/>
                <a:gd name="csY11" fmla="*/ 4299 h 6210"/>
                <a:gd name="csX12" fmla="*/ 7166 w 7165"/>
                <a:gd name="csY12" fmla="*/ 4777 h 6210"/>
                <a:gd name="csX13" fmla="*/ 7166 w 7165"/>
                <a:gd name="csY13" fmla="*/ 5255 h 6210"/>
                <a:gd name="csX14" fmla="*/ 6688 w 7165"/>
                <a:gd name="csY14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165" h="6210">
                  <a:moveTo>
                    <a:pt x="6688" y="6210"/>
                  </a:moveTo>
                  <a:lnTo>
                    <a:pt x="6210" y="6210"/>
                  </a:lnTo>
                  <a:lnTo>
                    <a:pt x="3822" y="5733"/>
                  </a:lnTo>
                  <a:lnTo>
                    <a:pt x="2866" y="5255"/>
                  </a:lnTo>
                  <a:lnTo>
                    <a:pt x="955" y="3344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2389" y="956"/>
                  </a:lnTo>
                  <a:lnTo>
                    <a:pt x="2866" y="1433"/>
                  </a:lnTo>
                  <a:lnTo>
                    <a:pt x="3822" y="2389"/>
                  </a:lnTo>
                  <a:lnTo>
                    <a:pt x="6688" y="4299"/>
                  </a:lnTo>
                  <a:lnTo>
                    <a:pt x="7166" y="4777"/>
                  </a:lnTo>
                  <a:lnTo>
                    <a:pt x="7166" y="5255"/>
                  </a:lnTo>
                  <a:lnTo>
                    <a:pt x="6688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1" name="Freeform 3850">
              <a:extLst>
                <a:ext uri="{FF2B5EF4-FFF2-40B4-BE49-F238E27FC236}">
                  <a16:creationId xmlns:a16="http://schemas.microsoft.com/office/drawing/2014/main" id="{DBD4A45D-2298-933C-6EF4-7200A7370595}"/>
                </a:ext>
              </a:extLst>
            </p:cNvPr>
            <p:cNvSpPr/>
            <p:nvPr/>
          </p:nvSpPr>
          <p:spPr>
            <a:xfrm>
              <a:off x="4457387" y="5854694"/>
              <a:ext cx="65448" cy="74525"/>
            </a:xfrm>
            <a:custGeom>
              <a:avLst/>
              <a:gdLst>
                <a:gd name="csX0" fmla="*/ 65449 w 65448"/>
                <a:gd name="csY0" fmla="*/ 4777 h 74525"/>
                <a:gd name="csX1" fmla="*/ 65449 w 65448"/>
                <a:gd name="csY1" fmla="*/ 13854 h 74525"/>
                <a:gd name="csX2" fmla="*/ 65449 w 65448"/>
                <a:gd name="csY2" fmla="*/ 22931 h 74525"/>
                <a:gd name="csX3" fmla="*/ 65449 w 65448"/>
                <a:gd name="csY3" fmla="*/ 31052 h 74525"/>
                <a:gd name="csX4" fmla="*/ 64971 w 65448"/>
                <a:gd name="csY4" fmla="*/ 39651 h 74525"/>
                <a:gd name="csX5" fmla="*/ 64971 w 65448"/>
                <a:gd name="csY5" fmla="*/ 47773 h 74525"/>
                <a:gd name="csX6" fmla="*/ 64971 w 65448"/>
                <a:gd name="csY6" fmla="*/ 55894 h 74525"/>
                <a:gd name="csX7" fmla="*/ 64971 w 65448"/>
                <a:gd name="csY7" fmla="*/ 65449 h 74525"/>
                <a:gd name="csX8" fmla="*/ 64971 w 65448"/>
                <a:gd name="csY8" fmla="*/ 72615 h 74525"/>
                <a:gd name="csX9" fmla="*/ 62105 w 65448"/>
                <a:gd name="csY9" fmla="*/ 72615 h 74525"/>
                <a:gd name="csX10" fmla="*/ 61149 w 65448"/>
                <a:gd name="csY10" fmla="*/ 73570 h 74525"/>
                <a:gd name="csX11" fmla="*/ 56372 w 65448"/>
                <a:gd name="csY11" fmla="*/ 74526 h 74525"/>
                <a:gd name="csX12" fmla="*/ 48251 w 65448"/>
                <a:gd name="csY12" fmla="*/ 72615 h 74525"/>
                <a:gd name="csX13" fmla="*/ 46340 w 65448"/>
                <a:gd name="csY13" fmla="*/ 71182 h 74525"/>
                <a:gd name="csX14" fmla="*/ 43473 w 65448"/>
                <a:gd name="csY14" fmla="*/ 68315 h 74525"/>
                <a:gd name="csX15" fmla="*/ 42518 w 65448"/>
                <a:gd name="csY15" fmla="*/ 68793 h 74525"/>
                <a:gd name="csX16" fmla="*/ 40129 w 65448"/>
                <a:gd name="csY16" fmla="*/ 70226 h 74525"/>
                <a:gd name="csX17" fmla="*/ 37741 w 65448"/>
                <a:gd name="csY17" fmla="*/ 71659 h 74525"/>
                <a:gd name="csX18" fmla="*/ 35352 w 65448"/>
                <a:gd name="csY18" fmla="*/ 71659 h 74525"/>
                <a:gd name="csX19" fmla="*/ 33441 w 65448"/>
                <a:gd name="csY19" fmla="*/ 70226 h 74525"/>
                <a:gd name="csX20" fmla="*/ 32963 w 65448"/>
                <a:gd name="csY20" fmla="*/ 69748 h 74525"/>
                <a:gd name="csX21" fmla="*/ 32486 w 65448"/>
                <a:gd name="csY21" fmla="*/ 69271 h 74525"/>
                <a:gd name="csX22" fmla="*/ 28186 w 65448"/>
                <a:gd name="csY22" fmla="*/ 71182 h 74525"/>
                <a:gd name="csX23" fmla="*/ 23409 w 65448"/>
                <a:gd name="csY23" fmla="*/ 69271 h 74525"/>
                <a:gd name="csX24" fmla="*/ 20065 w 65448"/>
                <a:gd name="csY24" fmla="*/ 68315 h 74525"/>
                <a:gd name="csX25" fmla="*/ 13854 w 65448"/>
                <a:gd name="csY25" fmla="*/ 67837 h 74525"/>
                <a:gd name="csX26" fmla="*/ 9555 w 65448"/>
                <a:gd name="csY26" fmla="*/ 65449 h 74525"/>
                <a:gd name="csX27" fmla="*/ 1911 w 65448"/>
                <a:gd name="csY27" fmla="*/ 65449 h 74525"/>
                <a:gd name="csX28" fmla="*/ 478 w 65448"/>
                <a:gd name="csY28" fmla="*/ 64493 h 74525"/>
                <a:gd name="csX29" fmla="*/ 0 w 65448"/>
                <a:gd name="csY29" fmla="*/ 62582 h 74525"/>
                <a:gd name="csX30" fmla="*/ 478 w 65448"/>
                <a:gd name="csY30" fmla="*/ 61149 h 74525"/>
                <a:gd name="csX31" fmla="*/ 1911 w 65448"/>
                <a:gd name="csY31" fmla="*/ 60671 h 74525"/>
                <a:gd name="csX32" fmla="*/ 2389 w 65448"/>
                <a:gd name="csY32" fmla="*/ 59238 h 74525"/>
                <a:gd name="csX33" fmla="*/ 4300 w 65448"/>
                <a:gd name="csY33" fmla="*/ 59716 h 74525"/>
                <a:gd name="csX34" fmla="*/ 6210 w 65448"/>
                <a:gd name="csY34" fmla="*/ 61627 h 74525"/>
                <a:gd name="csX35" fmla="*/ 7166 w 65448"/>
                <a:gd name="csY35" fmla="*/ 61149 h 74525"/>
                <a:gd name="csX36" fmla="*/ 8599 w 65448"/>
                <a:gd name="csY36" fmla="*/ 59716 h 74525"/>
                <a:gd name="csX37" fmla="*/ 10510 w 65448"/>
                <a:gd name="csY37" fmla="*/ 58283 h 74525"/>
                <a:gd name="csX38" fmla="*/ 11466 w 65448"/>
                <a:gd name="csY38" fmla="*/ 58283 h 74525"/>
                <a:gd name="csX39" fmla="*/ 15287 w 65448"/>
                <a:gd name="csY39" fmla="*/ 60194 h 74525"/>
                <a:gd name="csX40" fmla="*/ 16721 w 65448"/>
                <a:gd name="csY40" fmla="*/ 59716 h 74525"/>
                <a:gd name="csX41" fmla="*/ 19109 w 65448"/>
                <a:gd name="csY41" fmla="*/ 59238 h 74525"/>
                <a:gd name="csX42" fmla="*/ 19587 w 65448"/>
                <a:gd name="csY42" fmla="*/ 58283 h 74525"/>
                <a:gd name="csX43" fmla="*/ 19587 w 65448"/>
                <a:gd name="csY43" fmla="*/ 57328 h 74525"/>
                <a:gd name="csX44" fmla="*/ 20542 w 65448"/>
                <a:gd name="csY44" fmla="*/ 56372 h 74525"/>
                <a:gd name="csX45" fmla="*/ 22453 w 65448"/>
                <a:gd name="csY45" fmla="*/ 56372 h 74525"/>
                <a:gd name="csX46" fmla="*/ 24364 w 65448"/>
                <a:gd name="csY46" fmla="*/ 56850 h 74525"/>
                <a:gd name="csX47" fmla="*/ 24364 w 65448"/>
                <a:gd name="csY47" fmla="*/ 58761 h 74525"/>
                <a:gd name="csX48" fmla="*/ 24364 w 65448"/>
                <a:gd name="csY48" fmla="*/ 61149 h 74525"/>
                <a:gd name="csX49" fmla="*/ 26753 w 65448"/>
                <a:gd name="csY49" fmla="*/ 61627 h 74525"/>
                <a:gd name="csX50" fmla="*/ 30097 w 65448"/>
                <a:gd name="csY50" fmla="*/ 61627 h 74525"/>
                <a:gd name="csX51" fmla="*/ 32008 w 65448"/>
                <a:gd name="csY51" fmla="*/ 62582 h 74525"/>
                <a:gd name="csX52" fmla="*/ 32486 w 65448"/>
                <a:gd name="csY52" fmla="*/ 61149 h 74525"/>
                <a:gd name="csX53" fmla="*/ 29141 w 65448"/>
                <a:gd name="csY53" fmla="*/ 57328 h 74525"/>
                <a:gd name="csX54" fmla="*/ 27231 w 65448"/>
                <a:gd name="csY54" fmla="*/ 55417 h 74525"/>
                <a:gd name="csX55" fmla="*/ 25320 w 65448"/>
                <a:gd name="csY55" fmla="*/ 53983 h 74525"/>
                <a:gd name="csX56" fmla="*/ 22931 w 65448"/>
                <a:gd name="csY56" fmla="*/ 53505 h 74525"/>
                <a:gd name="csX57" fmla="*/ 21020 w 65448"/>
                <a:gd name="csY57" fmla="*/ 49206 h 74525"/>
                <a:gd name="csX58" fmla="*/ 21020 w 65448"/>
                <a:gd name="csY58" fmla="*/ 45862 h 74525"/>
                <a:gd name="csX59" fmla="*/ 21020 w 65448"/>
                <a:gd name="csY59" fmla="*/ 42518 h 74525"/>
                <a:gd name="csX60" fmla="*/ 25320 w 65448"/>
                <a:gd name="csY60" fmla="*/ 40607 h 74525"/>
                <a:gd name="csX61" fmla="*/ 24364 w 65448"/>
                <a:gd name="csY61" fmla="*/ 37740 h 74525"/>
                <a:gd name="csX62" fmla="*/ 25798 w 65448"/>
                <a:gd name="csY62" fmla="*/ 35352 h 74525"/>
                <a:gd name="csX63" fmla="*/ 27708 w 65448"/>
                <a:gd name="csY63" fmla="*/ 34396 h 74525"/>
                <a:gd name="csX64" fmla="*/ 29619 w 65448"/>
                <a:gd name="csY64" fmla="*/ 42518 h 74525"/>
                <a:gd name="csX65" fmla="*/ 30575 w 65448"/>
                <a:gd name="csY65" fmla="*/ 45384 h 74525"/>
                <a:gd name="csX66" fmla="*/ 29141 w 65448"/>
                <a:gd name="csY66" fmla="*/ 46340 h 74525"/>
                <a:gd name="csX67" fmla="*/ 25798 w 65448"/>
                <a:gd name="csY67" fmla="*/ 46340 h 74525"/>
                <a:gd name="csX68" fmla="*/ 27708 w 65448"/>
                <a:gd name="csY68" fmla="*/ 50162 h 74525"/>
                <a:gd name="csX69" fmla="*/ 30575 w 65448"/>
                <a:gd name="csY69" fmla="*/ 51595 h 74525"/>
                <a:gd name="csX70" fmla="*/ 33441 w 65448"/>
                <a:gd name="csY70" fmla="*/ 54461 h 74525"/>
                <a:gd name="csX71" fmla="*/ 33441 w 65448"/>
                <a:gd name="csY71" fmla="*/ 56850 h 74525"/>
                <a:gd name="csX72" fmla="*/ 34874 w 65448"/>
                <a:gd name="csY72" fmla="*/ 57805 h 74525"/>
                <a:gd name="csX73" fmla="*/ 38218 w 65448"/>
                <a:gd name="csY73" fmla="*/ 57805 h 74525"/>
                <a:gd name="csX74" fmla="*/ 40607 w 65448"/>
                <a:gd name="csY74" fmla="*/ 57328 h 74525"/>
                <a:gd name="csX75" fmla="*/ 42040 w 65448"/>
                <a:gd name="csY75" fmla="*/ 55894 h 74525"/>
                <a:gd name="csX76" fmla="*/ 43473 w 65448"/>
                <a:gd name="csY76" fmla="*/ 55417 h 74525"/>
                <a:gd name="csX77" fmla="*/ 45862 w 65448"/>
                <a:gd name="csY77" fmla="*/ 57328 h 74525"/>
                <a:gd name="csX78" fmla="*/ 49684 w 65448"/>
                <a:gd name="csY78" fmla="*/ 58761 h 74525"/>
                <a:gd name="csX79" fmla="*/ 50639 w 65448"/>
                <a:gd name="csY79" fmla="*/ 59716 h 74525"/>
                <a:gd name="csX80" fmla="*/ 51595 w 65448"/>
                <a:gd name="csY80" fmla="*/ 61149 h 74525"/>
                <a:gd name="csX81" fmla="*/ 51595 w 65448"/>
                <a:gd name="csY81" fmla="*/ 63060 h 74525"/>
                <a:gd name="csX82" fmla="*/ 51595 w 65448"/>
                <a:gd name="csY82" fmla="*/ 63538 h 74525"/>
                <a:gd name="csX83" fmla="*/ 53028 w 65448"/>
                <a:gd name="csY83" fmla="*/ 63060 h 74525"/>
                <a:gd name="csX84" fmla="*/ 54461 w 65448"/>
                <a:gd name="csY84" fmla="*/ 61149 h 74525"/>
                <a:gd name="csX85" fmla="*/ 55416 w 65448"/>
                <a:gd name="csY85" fmla="*/ 60194 h 74525"/>
                <a:gd name="csX86" fmla="*/ 56372 w 65448"/>
                <a:gd name="csY86" fmla="*/ 59716 h 74525"/>
                <a:gd name="csX87" fmla="*/ 57328 w 65448"/>
                <a:gd name="csY87" fmla="*/ 59238 h 74525"/>
                <a:gd name="csX88" fmla="*/ 57328 w 65448"/>
                <a:gd name="csY88" fmla="*/ 58761 h 74525"/>
                <a:gd name="csX89" fmla="*/ 53983 w 65448"/>
                <a:gd name="csY89" fmla="*/ 56850 h 74525"/>
                <a:gd name="csX90" fmla="*/ 38218 w 65448"/>
                <a:gd name="csY90" fmla="*/ 49206 h 74525"/>
                <a:gd name="csX91" fmla="*/ 36307 w 65448"/>
                <a:gd name="csY91" fmla="*/ 46340 h 74525"/>
                <a:gd name="csX92" fmla="*/ 35352 w 65448"/>
                <a:gd name="csY92" fmla="*/ 42518 h 74525"/>
                <a:gd name="csX93" fmla="*/ 35352 w 65448"/>
                <a:gd name="csY93" fmla="*/ 38696 h 74525"/>
                <a:gd name="csX94" fmla="*/ 36307 w 65448"/>
                <a:gd name="csY94" fmla="*/ 37263 h 74525"/>
                <a:gd name="csX95" fmla="*/ 39174 w 65448"/>
                <a:gd name="csY95" fmla="*/ 35830 h 74525"/>
                <a:gd name="csX96" fmla="*/ 44429 w 65448"/>
                <a:gd name="csY96" fmla="*/ 33919 h 74525"/>
                <a:gd name="csX97" fmla="*/ 50162 w 65448"/>
                <a:gd name="csY97" fmla="*/ 30575 h 74525"/>
                <a:gd name="csX98" fmla="*/ 51117 w 65448"/>
                <a:gd name="csY98" fmla="*/ 30097 h 74525"/>
                <a:gd name="csX99" fmla="*/ 51117 w 65448"/>
                <a:gd name="csY99" fmla="*/ 28186 h 74525"/>
                <a:gd name="csX100" fmla="*/ 50162 w 65448"/>
                <a:gd name="csY100" fmla="*/ 26753 h 74525"/>
                <a:gd name="csX101" fmla="*/ 47773 w 65448"/>
                <a:gd name="csY101" fmla="*/ 25797 h 74525"/>
                <a:gd name="csX102" fmla="*/ 45384 w 65448"/>
                <a:gd name="csY102" fmla="*/ 25797 h 74525"/>
                <a:gd name="csX103" fmla="*/ 42996 w 65448"/>
                <a:gd name="csY103" fmla="*/ 25797 h 74525"/>
                <a:gd name="csX104" fmla="*/ 40607 w 65448"/>
                <a:gd name="csY104" fmla="*/ 26275 h 74525"/>
                <a:gd name="csX105" fmla="*/ 36307 w 65448"/>
                <a:gd name="csY105" fmla="*/ 28186 h 74525"/>
                <a:gd name="csX106" fmla="*/ 33919 w 65448"/>
                <a:gd name="csY106" fmla="*/ 28186 h 74525"/>
                <a:gd name="csX107" fmla="*/ 31530 w 65448"/>
                <a:gd name="csY107" fmla="*/ 26753 h 74525"/>
                <a:gd name="csX108" fmla="*/ 30097 w 65448"/>
                <a:gd name="csY108" fmla="*/ 24842 h 74525"/>
                <a:gd name="csX109" fmla="*/ 29141 w 65448"/>
                <a:gd name="csY109" fmla="*/ 21498 h 74525"/>
                <a:gd name="csX110" fmla="*/ 29141 w 65448"/>
                <a:gd name="csY110" fmla="*/ 19587 h 74525"/>
                <a:gd name="csX111" fmla="*/ 29141 w 65448"/>
                <a:gd name="csY111" fmla="*/ 18154 h 74525"/>
                <a:gd name="csX112" fmla="*/ 30575 w 65448"/>
                <a:gd name="csY112" fmla="*/ 16243 h 74525"/>
                <a:gd name="csX113" fmla="*/ 32008 w 65448"/>
                <a:gd name="csY113" fmla="*/ 15287 h 74525"/>
                <a:gd name="csX114" fmla="*/ 32963 w 65448"/>
                <a:gd name="csY114" fmla="*/ 15765 h 74525"/>
                <a:gd name="csX115" fmla="*/ 34397 w 65448"/>
                <a:gd name="csY115" fmla="*/ 15287 h 74525"/>
                <a:gd name="csX116" fmla="*/ 34874 w 65448"/>
                <a:gd name="csY116" fmla="*/ 14809 h 74525"/>
                <a:gd name="csX117" fmla="*/ 35352 w 65448"/>
                <a:gd name="csY117" fmla="*/ 13854 h 74525"/>
                <a:gd name="csX118" fmla="*/ 35352 w 65448"/>
                <a:gd name="csY118" fmla="*/ 12898 h 74525"/>
                <a:gd name="csX119" fmla="*/ 34874 w 65448"/>
                <a:gd name="csY119" fmla="*/ 12421 h 74525"/>
                <a:gd name="csX120" fmla="*/ 32963 w 65448"/>
                <a:gd name="csY120" fmla="*/ 10988 h 74525"/>
                <a:gd name="csX121" fmla="*/ 32486 w 65448"/>
                <a:gd name="csY121" fmla="*/ 10032 h 74525"/>
                <a:gd name="csX122" fmla="*/ 30575 w 65448"/>
                <a:gd name="csY122" fmla="*/ 8121 h 74525"/>
                <a:gd name="csX123" fmla="*/ 31530 w 65448"/>
                <a:gd name="csY123" fmla="*/ 7644 h 74525"/>
                <a:gd name="csX124" fmla="*/ 34397 w 65448"/>
                <a:gd name="csY124" fmla="*/ 7166 h 74525"/>
                <a:gd name="csX125" fmla="*/ 36307 w 65448"/>
                <a:gd name="csY125" fmla="*/ 8599 h 74525"/>
                <a:gd name="csX126" fmla="*/ 38218 w 65448"/>
                <a:gd name="csY126" fmla="*/ 10032 h 74525"/>
                <a:gd name="csX127" fmla="*/ 39651 w 65448"/>
                <a:gd name="csY127" fmla="*/ 10032 h 74525"/>
                <a:gd name="csX128" fmla="*/ 40607 w 65448"/>
                <a:gd name="csY128" fmla="*/ 9555 h 74525"/>
                <a:gd name="csX129" fmla="*/ 42996 w 65448"/>
                <a:gd name="csY129" fmla="*/ 7166 h 74525"/>
                <a:gd name="csX130" fmla="*/ 44907 w 65448"/>
                <a:gd name="csY130" fmla="*/ 4777 h 74525"/>
                <a:gd name="csX131" fmla="*/ 46817 w 65448"/>
                <a:gd name="csY131" fmla="*/ 1911 h 74525"/>
                <a:gd name="csX132" fmla="*/ 48251 w 65448"/>
                <a:gd name="csY132" fmla="*/ 0 h 74525"/>
                <a:gd name="csX133" fmla="*/ 49684 w 65448"/>
                <a:gd name="csY133" fmla="*/ 0 h 74525"/>
                <a:gd name="csX134" fmla="*/ 54461 w 65448"/>
                <a:gd name="csY134" fmla="*/ 5255 h 74525"/>
                <a:gd name="csX135" fmla="*/ 56372 w 65448"/>
                <a:gd name="csY135" fmla="*/ 5733 h 74525"/>
                <a:gd name="csX136" fmla="*/ 62105 w 65448"/>
                <a:gd name="csY136" fmla="*/ 2866 h 74525"/>
                <a:gd name="csX137" fmla="*/ 63060 w 65448"/>
                <a:gd name="csY137" fmla="*/ 2866 h 74525"/>
                <a:gd name="csX138" fmla="*/ 64971 w 65448"/>
                <a:gd name="csY138" fmla="*/ 4299 h 74525"/>
                <a:gd name="csX139" fmla="*/ 65449 w 65448"/>
                <a:gd name="csY139" fmla="*/ 4777 h 74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</a:cxnLst>
              <a:rect l="l" t="t" r="r" b="b"/>
              <a:pathLst>
                <a:path w="65448" h="74525">
                  <a:moveTo>
                    <a:pt x="65449" y="4777"/>
                  </a:moveTo>
                  <a:lnTo>
                    <a:pt x="65449" y="13854"/>
                  </a:lnTo>
                  <a:lnTo>
                    <a:pt x="65449" y="22931"/>
                  </a:lnTo>
                  <a:lnTo>
                    <a:pt x="65449" y="31052"/>
                  </a:lnTo>
                  <a:lnTo>
                    <a:pt x="64971" y="39651"/>
                  </a:lnTo>
                  <a:lnTo>
                    <a:pt x="64971" y="47773"/>
                  </a:lnTo>
                  <a:lnTo>
                    <a:pt x="64971" y="55894"/>
                  </a:lnTo>
                  <a:lnTo>
                    <a:pt x="64971" y="65449"/>
                  </a:lnTo>
                  <a:lnTo>
                    <a:pt x="64971" y="72615"/>
                  </a:lnTo>
                  <a:lnTo>
                    <a:pt x="62105" y="72615"/>
                  </a:lnTo>
                  <a:lnTo>
                    <a:pt x="61149" y="73570"/>
                  </a:lnTo>
                  <a:lnTo>
                    <a:pt x="56372" y="74526"/>
                  </a:lnTo>
                  <a:lnTo>
                    <a:pt x="48251" y="72615"/>
                  </a:lnTo>
                  <a:lnTo>
                    <a:pt x="46340" y="71182"/>
                  </a:lnTo>
                  <a:lnTo>
                    <a:pt x="43473" y="68315"/>
                  </a:lnTo>
                  <a:lnTo>
                    <a:pt x="42518" y="68793"/>
                  </a:lnTo>
                  <a:lnTo>
                    <a:pt x="40129" y="70226"/>
                  </a:lnTo>
                  <a:lnTo>
                    <a:pt x="37741" y="71659"/>
                  </a:lnTo>
                  <a:lnTo>
                    <a:pt x="35352" y="71659"/>
                  </a:lnTo>
                  <a:lnTo>
                    <a:pt x="33441" y="70226"/>
                  </a:lnTo>
                  <a:lnTo>
                    <a:pt x="32963" y="69748"/>
                  </a:lnTo>
                  <a:lnTo>
                    <a:pt x="32486" y="69271"/>
                  </a:lnTo>
                  <a:lnTo>
                    <a:pt x="28186" y="71182"/>
                  </a:lnTo>
                  <a:lnTo>
                    <a:pt x="23409" y="69271"/>
                  </a:lnTo>
                  <a:lnTo>
                    <a:pt x="20065" y="68315"/>
                  </a:lnTo>
                  <a:lnTo>
                    <a:pt x="13854" y="67837"/>
                  </a:lnTo>
                  <a:lnTo>
                    <a:pt x="9555" y="65449"/>
                  </a:lnTo>
                  <a:lnTo>
                    <a:pt x="1911" y="65449"/>
                  </a:lnTo>
                  <a:lnTo>
                    <a:pt x="478" y="64493"/>
                  </a:lnTo>
                  <a:lnTo>
                    <a:pt x="0" y="62582"/>
                  </a:lnTo>
                  <a:lnTo>
                    <a:pt x="478" y="61149"/>
                  </a:lnTo>
                  <a:lnTo>
                    <a:pt x="1911" y="60671"/>
                  </a:lnTo>
                  <a:lnTo>
                    <a:pt x="2389" y="59238"/>
                  </a:lnTo>
                  <a:lnTo>
                    <a:pt x="4300" y="59716"/>
                  </a:lnTo>
                  <a:lnTo>
                    <a:pt x="6210" y="61627"/>
                  </a:lnTo>
                  <a:lnTo>
                    <a:pt x="7166" y="61149"/>
                  </a:lnTo>
                  <a:lnTo>
                    <a:pt x="8599" y="59716"/>
                  </a:lnTo>
                  <a:lnTo>
                    <a:pt x="10510" y="58283"/>
                  </a:lnTo>
                  <a:lnTo>
                    <a:pt x="11466" y="58283"/>
                  </a:lnTo>
                  <a:lnTo>
                    <a:pt x="15287" y="60194"/>
                  </a:lnTo>
                  <a:lnTo>
                    <a:pt x="16721" y="59716"/>
                  </a:lnTo>
                  <a:lnTo>
                    <a:pt x="19109" y="59238"/>
                  </a:lnTo>
                  <a:lnTo>
                    <a:pt x="19587" y="58283"/>
                  </a:lnTo>
                  <a:lnTo>
                    <a:pt x="19587" y="57328"/>
                  </a:lnTo>
                  <a:lnTo>
                    <a:pt x="20542" y="56372"/>
                  </a:lnTo>
                  <a:lnTo>
                    <a:pt x="22453" y="56372"/>
                  </a:lnTo>
                  <a:lnTo>
                    <a:pt x="24364" y="56850"/>
                  </a:lnTo>
                  <a:lnTo>
                    <a:pt x="24364" y="58761"/>
                  </a:lnTo>
                  <a:lnTo>
                    <a:pt x="24364" y="61149"/>
                  </a:lnTo>
                  <a:lnTo>
                    <a:pt x="26753" y="61627"/>
                  </a:lnTo>
                  <a:lnTo>
                    <a:pt x="30097" y="61627"/>
                  </a:lnTo>
                  <a:lnTo>
                    <a:pt x="32008" y="62582"/>
                  </a:lnTo>
                  <a:lnTo>
                    <a:pt x="32486" y="61149"/>
                  </a:lnTo>
                  <a:lnTo>
                    <a:pt x="29141" y="57328"/>
                  </a:lnTo>
                  <a:lnTo>
                    <a:pt x="27231" y="55417"/>
                  </a:lnTo>
                  <a:lnTo>
                    <a:pt x="25320" y="53983"/>
                  </a:lnTo>
                  <a:lnTo>
                    <a:pt x="22931" y="53505"/>
                  </a:lnTo>
                  <a:lnTo>
                    <a:pt x="21020" y="49206"/>
                  </a:lnTo>
                  <a:lnTo>
                    <a:pt x="21020" y="45862"/>
                  </a:lnTo>
                  <a:lnTo>
                    <a:pt x="21020" y="42518"/>
                  </a:lnTo>
                  <a:lnTo>
                    <a:pt x="25320" y="40607"/>
                  </a:lnTo>
                  <a:lnTo>
                    <a:pt x="24364" y="37740"/>
                  </a:lnTo>
                  <a:lnTo>
                    <a:pt x="25798" y="35352"/>
                  </a:lnTo>
                  <a:lnTo>
                    <a:pt x="27708" y="34396"/>
                  </a:lnTo>
                  <a:lnTo>
                    <a:pt x="29619" y="42518"/>
                  </a:lnTo>
                  <a:lnTo>
                    <a:pt x="30575" y="45384"/>
                  </a:lnTo>
                  <a:lnTo>
                    <a:pt x="29141" y="46340"/>
                  </a:lnTo>
                  <a:lnTo>
                    <a:pt x="25798" y="46340"/>
                  </a:lnTo>
                  <a:lnTo>
                    <a:pt x="27708" y="50162"/>
                  </a:lnTo>
                  <a:lnTo>
                    <a:pt x="30575" y="51595"/>
                  </a:lnTo>
                  <a:lnTo>
                    <a:pt x="33441" y="54461"/>
                  </a:lnTo>
                  <a:lnTo>
                    <a:pt x="33441" y="56850"/>
                  </a:lnTo>
                  <a:lnTo>
                    <a:pt x="34874" y="57805"/>
                  </a:lnTo>
                  <a:lnTo>
                    <a:pt x="38218" y="57805"/>
                  </a:lnTo>
                  <a:lnTo>
                    <a:pt x="40607" y="57328"/>
                  </a:lnTo>
                  <a:lnTo>
                    <a:pt x="42040" y="55894"/>
                  </a:lnTo>
                  <a:lnTo>
                    <a:pt x="43473" y="55417"/>
                  </a:lnTo>
                  <a:lnTo>
                    <a:pt x="45862" y="57328"/>
                  </a:lnTo>
                  <a:lnTo>
                    <a:pt x="49684" y="58761"/>
                  </a:lnTo>
                  <a:lnTo>
                    <a:pt x="50639" y="59716"/>
                  </a:lnTo>
                  <a:lnTo>
                    <a:pt x="51595" y="61149"/>
                  </a:lnTo>
                  <a:lnTo>
                    <a:pt x="51595" y="63060"/>
                  </a:lnTo>
                  <a:lnTo>
                    <a:pt x="51595" y="63538"/>
                  </a:lnTo>
                  <a:lnTo>
                    <a:pt x="53028" y="63060"/>
                  </a:lnTo>
                  <a:lnTo>
                    <a:pt x="54461" y="61149"/>
                  </a:lnTo>
                  <a:lnTo>
                    <a:pt x="55416" y="60194"/>
                  </a:lnTo>
                  <a:lnTo>
                    <a:pt x="56372" y="59716"/>
                  </a:lnTo>
                  <a:lnTo>
                    <a:pt x="57328" y="59238"/>
                  </a:lnTo>
                  <a:lnTo>
                    <a:pt x="57328" y="58761"/>
                  </a:lnTo>
                  <a:lnTo>
                    <a:pt x="53983" y="56850"/>
                  </a:lnTo>
                  <a:lnTo>
                    <a:pt x="38218" y="49206"/>
                  </a:lnTo>
                  <a:lnTo>
                    <a:pt x="36307" y="46340"/>
                  </a:lnTo>
                  <a:lnTo>
                    <a:pt x="35352" y="42518"/>
                  </a:lnTo>
                  <a:lnTo>
                    <a:pt x="35352" y="38696"/>
                  </a:lnTo>
                  <a:lnTo>
                    <a:pt x="36307" y="37263"/>
                  </a:lnTo>
                  <a:lnTo>
                    <a:pt x="39174" y="35830"/>
                  </a:lnTo>
                  <a:lnTo>
                    <a:pt x="44429" y="33919"/>
                  </a:lnTo>
                  <a:lnTo>
                    <a:pt x="50162" y="30575"/>
                  </a:lnTo>
                  <a:lnTo>
                    <a:pt x="51117" y="30097"/>
                  </a:lnTo>
                  <a:lnTo>
                    <a:pt x="51117" y="28186"/>
                  </a:lnTo>
                  <a:lnTo>
                    <a:pt x="50162" y="26753"/>
                  </a:lnTo>
                  <a:lnTo>
                    <a:pt x="47773" y="25797"/>
                  </a:lnTo>
                  <a:lnTo>
                    <a:pt x="45384" y="25797"/>
                  </a:lnTo>
                  <a:lnTo>
                    <a:pt x="42996" y="25797"/>
                  </a:lnTo>
                  <a:lnTo>
                    <a:pt x="40607" y="26275"/>
                  </a:lnTo>
                  <a:lnTo>
                    <a:pt x="36307" y="28186"/>
                  </a:lnTo>
                  <a:lnTo>
                    <a:pt x="33919" y="28186"/>
                  </a:lnTo>
                  <a:lnTo>
                    <a:pt x="31530" y="26753"/>
                  </a:lnTo>
                  <a:lnTo>
                    <a:pt x="30097" y="24842"/>
                  </a:lnTo>
                  <a:lnTo>
                    <a:pt x="29141" y="21498"/>
                  </a:lnTo>
                  <a:lnTo>
                    <a:pt x="29141" y="19587"/>
                  </a:lnTo>
                  <a:lnTo>
                    <a:pt x="29141" y="18154"/>
                  </a:lnTo>
                  <a:lnTo>
                    <a:pt x="30575" y="16243"/>
                  </a:lnTo>
                  <a:lnTo>
                    <a:pt x="32008" y="15287"/>
                  </a:lnTo>
                  <a:lnTo>
                    <a:pt x="32963" y="15765"/>
                  </a:lnTo>
                  <a:lnTo>
                    <a:pt x="34397" y="15287"/>
                  </a:lnTo>
                  <a:lnTo>
                    <a:pt x="34874" y="14809"/>
                  </a:lnTo>
                  <a:lnTo>
                    <a:pt x="35352" y="13854"/>
                  </a:lnTo>
                  <a:lnTo>
                    <a:pt x="35352" y="12898"/>
                  </a:lnTo>
                  <a:lnTo>
                    <a:pt x="34874" y="12421"/>
                  </a:lnTo>
                  <a:lnTo>
                    <a:pt x="32963" y="10988"/>
                  </a:lnTo>
                  <a:lnTo>
                    <a:pt x="32486" y="10032"/>
                  </a:lnTo>
                  <a:lnTo>
                    <a:pt x="30575" y="8121"/>
                  </a:lnTo>
                  <a:lnTo>
                    <a:pt x="31530" y="7644"/>
                  </a:lnTo>
                  <a:lnTo>
                    <a:pt x="34397" y="7166"/>
                  </a:lnTo>
                  <a:lnTo>
                    <a:pt x="36307" y="8599"/>
                  </a:lnTo>
                  <a:lnTo>
                    <a:pt x="38218" y="10032"/>
                  </a:lnTo>
                  <a:lnTo>
                    <a:pt x="39651" y="10032"/>
                  </a:lnTo>
                  <a:lnTo>
                    <a:pt x="40607" y="9555"/>
                  </a:lnTo>
                  <a:lnTo>
                    <a:pt x="42996" y="7166"/>
                  </a:lnTo>
                  <a:lnTo>
                    <a:pt x="44907" y="4777"/>
                  </a:lnTo>
                  <a:lnTo>
                    <a:pt x="46817" y="1911"/>
                  </a:lnTo>
                  <a:lnTo>
                    <a:pt x="48251" y="0"/>
                  </a:lnTo>
                  <a:lnTo>
                    <a:pt x="49684" y="0"/>
                  </a:lnTo>
                  <a:lnTo>
                    <a:pt x="54461" y="5255"/>
                  </a:lnTo>
                  <a:lnTo>
                    <a:pt x="56372" y="5733"/>
                  </a:lnTo>
                  <a:lnTo>
                    <a:pt x="62105" y="2866"/>
                  </a:lnTo>
                  <a:lnTo>
                    <a:pt x="63060" y="2866"/>
                  </a:lnTo>
                  <a:lnTo>
                    <a:pt x="64971" y="4299"/>
                  </a:lnTo>
                  <a:lnTo>
                    <a:pt x="65449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" name="Freeform 3851">
              <a:extLst>
                <a:ext uri="{FF2B5EF4-FFF2-40B4-BE49-F238E27FC236}">
                  <a16:creationId xmlns:a16="http://schemas.microsoft.com/office/drawing/2014/main" id="{7C6A2937-4249-07C5-F9E5-22B633B39776}"/>
                </a:ext>
              </a:extLst>
            </p:cNvPr>
            <p:cNvSpPr/>
            <p:nvPr/>
          </p:nvSpPr>
          <p:spPr>
            <a:xfrm>
              <a:off x="4401971" y="5862337"/>
              <a:ext cx="31530" cy="18631"/>
            </a:xfrm>
            <a:custGeom>
              <a:avLst/>
              <a:gdLst>
                <a:gd name="csX0" fmla="*/ 6688 w 31530"/>
                <a:gd name="csY0" fmla="*/ 5255 h 18631"/>
                <a:gd name="csX1" fmla="*/ 7166 w 31530"/>
                <a:gd name="csY1" fmla="*/ 5733 h 18631"/>
                <a:gd name="csX2" fmla="*/ 7644 w 31530"/>
                <a:gd name="csY2" fmla="*/ 5733 h 18631"/>
                <a:gd name="csX3" fmla="*/ 8599 w 31530"/>
                <a:gd name="csY3" fmla="*/ 6210 h 18631"/>
                <a:gd name="csX4" fmla="*/ 12898 w 31530"/>
                <a:gd name="csY4" fmla="*/ 6688 h 18631"/>
                <a:gd name="csX5" fmla="*/ 16721 w 31530"/>
                <a:gd name="csY5" fmla="*/ 8121 h 18631"/>
                <a:gd name="csX6" fmla="*/ 18631 w 31530"/>
                <a:gd name="csY6" fmla="*/ 9555 h 18631"/>
                <a:gd name="csX7" fmla="*/ 21020 w 31530"/>
                <a:gd name="csY7" fmla="*/ 10032 h 18631"/>
                <a:gd name="csX8" fmla="*/ 23409 w 31530"/>
                <a:gd name="csY8" fmla="*/ 11466 h 18631"/>
                <a:gd name="csX9" fmla="*/ 23886 w 31530"/>
                <a:gd name="csY9" fmla="*/ 11943 h 18631"/>
                <a:gd name="csX10" fmla="*/ 25320 w 31530"/>
                <a:gd name="csY10" fmla="*/ 11943 h 18631"/>
                <a:gd name="csX11" fmla="*/ 27708 w 31530"/>
                <a:gd name="csY11" fmla="*/ 15287 h 18631"/>
                <a:gd name="csX12" fmla="*/ 28186 w 31530"/>
                <a:gd name="csY12" fmla="*/ 15765 h 18631"/>
                <a:gd name="csX13" fmla="*/ 31052 w 31530"/>
                <a:gd name="csY13" fmla="*/ 18154 h 18631"/>
                <a:gd name="csX14" fmla="*/ 31530 w 31530"/>
                <a:gd name="csY14" fmla="*/ 18632 h 18631"/>
                <a:gd name="csX15" fmla="*/ 29619 w 31530"/>
                <a:gd name="csY15" fmla="*/ 18632 h 18631"/>
                <a:gd name="csX16" fmla="*/ 25797 w 31530"/>
                <a:gd name="csY16" fmla="*/ 17676 h 18631"/>
                <a:gd name="csX17" fmla="*/ 24364 w 31530"/>
                <a:gd name="csY17" fmla="*/ 17676 h 18631"/>
                <a:gd name="csX18" fmla="*/ 22931 w 31530"/>
                <a:gd name="csY18" fmla="*/ 17198 h 18631"/>
                <a:gd name="csX19" fmla="*/ 22453 w 31530"/>
                <a:gd name="csY19" fmla="*/ 16721 h 18631"/>
                <a:gd name="csX20" fmla="*/ 22453 w 31530"/>
                <a:gd name="csY20" fmla="*/ 15287 h 18631"/>
                <a:gd name="csX21" fmla="*/ 21975 w 31530"/>
                <a:gd name="csY21" fmla="*/ 14809 h 18631"/>
                <a:gd name="csX22" fmla="*/ 18154 w 31530"/>
                <a:gd name="csY22" fmla="*/ 11466 h 18631"/>
                <a:gd name="csX23" fmla="*/ 16721 w 31530"/>
                <a:gd name="csY23" fmla="*/ 10988 h 18631"/>
                <a:gd name="csX24" fmla="*/ 14332 w 31530"/>
                <a:gd name="csY24" fmla="*/ 10032 h 18631"/>
                <a:gd name="csX25" fmla="*/ 11465 w 31530"/>
                <a:gd name="csY25" fmla="*/ 10510 h 18631"/>
                <a:gd name="csX26" fmla="*/ 9555 w 31530"/>
                <a:gd name="csY26" fmla="*/ 10032 h 18631"/>
                <a:gd name="csX27" fmla="*/ 9077 w 31530"/>
                <a:gd name="csY27" fmla="*/ 10032 h 18631"/>
                <a:gd name="csX28" fmla="*/ 6210 w 31530"/>
                <a:gd name="csY28" fmla="*/ 7644 h 18631"/>
                <a:gd name="csX29" fmla="*/ 3344 w 31530"/>
                <a:gd name="csY29" fmla="*/ 5255 h 18631"/>
                <a:gd name="csX30" fmla="*/ 1911 w 31530"/>
                <a:gd name="csY30" fmla="*/ 2866 h 18631"/>
                <a:gd name="csX31" fmla="*/ 0 w 31530"/>
                <a:gd name="csY31" fmla="*/ 956 h 18631"/>
                <a:gd name="csX32" fmla="*/ 0 w 31530"/>
                <a:gd name="csY32" fmla="*/ 478 h 18631"/>
                <a:gd name="csX33" fmla="*/ 955 w 31530"/>
                <a:gd name="csY33" fmla="*/ 0 h 18631"/>
                <a:gd name="csX34" fmla="*/ 2866 w 31530"/>
                <a:gd name="csY34" fmla="*/ 956 h 18631"/>
                <a:gd name="csX35" fmla="*/ 4777 w 31530"/>
                <a:gd name="csY35" fmla="*/ 2866 h 18631"/>
                <a:gd name="csX36" fmla="*/ 5733 w 31530"/>
                <a:gd name="csY36" fmla="*/ 3822 h 18631"/>
                <a:gd name="csX37" fmla="*/ 6688 w 31530"/>
                <a:gd name="csY37" fmla="*/ 5255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31530" h="18631">
                  <a:moveTo>
                    <a:pt x="6688" y="5255"/>
                  </a:moveTo>
                  <a:lnTo>
                    <a:pt x="7166" y="5733"/>
                  </a:lnTo>
                  <a:lnTo>
                    <a:pt x="7644" y="5733"/>
                  </a:lnTo>
                  <a:lnTo>
                    <a:pt x="8599" y="6210"/>
                  </a:lnTo>
                  <a:lnTo>
                    <a:pt x="12898" y="6688"/>
                  </a:lnTo>
                  <a:lnTo>
                    <a:pt x="16721" y="8121"/>
                  </a:lnTo>
                  <a:lnTo>
                    <a:pt x="18631" y="9555"/>
                  </a:lnTo>
                  <a:lnTo>
                    <a:pt x="21020" y="10032"/>
                  </a:lnTo>
                  <a:lnTo>
                    <a:pt x="23409" y="11466"/>
                  </a:lnTo>
                  <a:lnTo>
                    <a:pt x="23886" y="11943"/>
                  </a:lnTo>
                  <a:lnTo>
                    <a:pt x="25320" y="11943"/>
                  </a:lnTo>
                  <a:lnTo>
                    <a:pt x="27708" y="15287"/>
                  </a:lnTo>
                  <a:lnTo>
                    <a:pt x="28186" y="15765"/>
                  </a:lnTo>
                  <a:lnTo>
                    <a:pt x="31052" y="18154"/>
                  </a:lnTo>
                  <a:lnTo>
                    <a:pt x="31530" y="18632"/>
                  </a:lnTo>
                  <a:lnTo>
                    <a:pt x="29619" y="18632"/>
                  </a:lnTo>
                  <a:lnTo>
                    <a:pt x="25797" y="17676"/>
                  </a:lnTo>
                  <a:lnTo>
                    <a:pt x="24364" y="17676"/>
                  </a:lnTo>
                  <a:lnTo>
                    <a:pt x="22931" y="17198"/>
                  </a:lnTo>
                  <a:lnTo>
                    <a:pt x="22453" y="16721"/>
                  </a:lnTo>
                  <a:lnTo>
                    <a:pt x="22453" y="15287"/>
                  </a:lnTo>
                  <a:lnTo>
                    <a:pt x="21975" y="14809"/>
                  </a:lnTo>
                  <a:lnTo>
                    <a:pt x="18154" y="11466"/>
                  </a:lnTo>
                  <a:lnTo>
                    <a:pt x="16721" y="10988"/>
                  </a:lnTo>
                  <a:lnTo>
                    <a:pt x="14332" y="10032"/>
                  </a:lnTo>
                  <a:lnTo>
                    <a:pt x="11465" y="10510"/>
                  </a:lnTo>
                  <a:lnTo>
                    <a:pt x="9555" y="10032"/>
                  </a:lnTo>
                  <a:lnTo>
                    <a:pt x="9077" y="10032"/>
                  </a:lnTo>
                  <a:lnTo>
                    <a:pt x="6210" y="7644"/>
                  </a:lnTo>
                  <a:lnTo>
                    <a:pt x="3344" y="5255"/>
                  </a:lnTo>
                  <a:lnTo>
                    <a:pt x="1911" y="286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2866" y="956"/>
                  </a:lnTo>
                  <a:lnTo>
                    <a:pt x="4777" y="2866"/>
                  </a:lnTo>
                  <a:lnTo>
                    <a:pt x="5733" y="3822"/>
                  </a:lnTo>
                  <a:lnTo>
                    <a:pt x="6688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" name="Freeform 3852">
              <a:extLst>
                <a:ext uri="{FF2B5EF4-FFF2-40B4-BE49-F238E27FC236}">
                  <a16:creationId xmlns:a16="http://schemas.microsoft.com/office/drawing/2014/main" id="{AF34281C-788D-F67D-F9F9-0C65BCD51946}"/>
                </a:ext>
              </a:extLst>
            </p:cNvPr>
            <p:cNvSpPr/>
            <p:nvPr/>
          </p:nvSpPr>
          <p:spPr>
            <a:xfrm>
              <a:off x="4419169" y="5881924"/>
              <a:ext cx="32485" cy="22453"/>
            </a:xfrm>
            <a:custGeom>
              <a:avLst/>
              <a:gdLst>
                <a:gd name="csX0" fmla="*/ 18632 w 32485"/>
                <a:gd name="csY0" fmla="*/ 2867 h 22453"/>
                <a:gd name="csX1" fmla="*/ 19109 w 32485"/>
                <a:gd name="csY1" fmla="*/ 5255 h 22453"/>
                <a:gd name="csX2" fmla="*/ 19109 w 32485"/>
                <a:gd name="csY2" fmla="*/ 5733 h 22453"/>
                <a:gd name="csX3" fmla="*/ 20542 w 32485"/>
                <a:gd name="csY3" fmla="*/ 5255 h 22453"/>
                <a:gd name="csX4" fmla="*/ 22931 w 32485"/>
                <a:gd name="csY4" fmla="*/ 5255 h 22453"/>
                <a:gd name="csX5" fmla="*/ 27231 w 32485"/>
                <a:gd name="csY5" fmla="*/ 6211 h 22453"/>
                <a:gd name="csX6" fmla="*/ 27708 w 32485"/>
                <a:gd name="csY6" fmla="*/ 6211 h 22453"/>
                <a:gd name="csX7" fmla="*/ 29141 w 32485"/>
                <a:gd name="csY7" fmla="*/ 9077 h 22453"/>
                <a:gd name="csX8" fmla="*/ 30575 w 32485"/>
                <a:gd name="csY8" fmla="*/ 10510 h 22453"/>
                <a:gd name="csX9" fmla="*/ 32486 w 32485"/>
                <a:gd name="csY9" fmla="*/ 12899 h 22453"/>
                <a:gd name="csX10" fmla="*/ 30575 w 32485"/>
                <a:gd name="csY10" fmla="*/ 14332 h 22453"/>
                <a:gd name="csX11" fmla="*/ 29619 w 32485"/>
                <a:gd name="csY11" fmla="*/ 16721 h 22453"/>
                <a:gd name="csX12" fmla="*/ 29619 w 32485"/>
                <a:gd name="csY12" fmla="*/ 18154 h 22453"/>
                <a:gd name="csX13" fmla="*/ 28664 w 32485"/>
                <a:gd name="csY13" fmla="*/ 18632 h 22453"/>
                <a:gd name="csX14" fmla="*/ 27231 w 32485"/>
                <a:gd name="csY14" fmla="*/ 19587 h 22453"/>
                <a:gd name="csX15" fmla="*/ 25798 w 32485"/>
                <a:gd name="csY15" fmla="*/ 21020 h 22453"/>
                <a:gd name="csX16" fmla="*/ 23409 w 32485"/>
                <a:gd name="csY16" fmla="*/ 21020 h 22453"/>
                <a:gd name="csX17" fmla="*/ 21020 w 32485"/>
                <a:gd name="csY17" fmla="*/ 21976 h 22453"/>
                <a:gd name="csX18" fmla="*/ 20065 w 32485"/>
                <a:gd name="csY18" fmla="*/ 22453 h 22453"/>
                <a:gd name="csX19" fmla="*/ 19587 w 32485"/>
                <a:gd name="csY19" fmla="*/ 22453 h 22453"/>
                <a:gd name="csX20" fmla="*/ 18632 w 32485"/>
                <a:gd name="csY20" fmla="*/ 22453 h 22453"/>
                <a:gd name="csX21" fmla="*/ 18154 w 32485"/>
                <a:gd name="csY21" fmla="*/ 21498 h 22453"/>
                <a:gd name="csX22" fmla="*/ 17676 w 32485"/>
                <a:gd name="csY22" fmla="*/ 20543 h 22453"/>
                <a:gd name="csX23" fmla="*/ 19109 w 32485"/>
                <a:gd name="csY23" fmla="*/ 20065 h 22453"/>
                <a:gd name="csX24" fmla="*/ 21020 w 32485"/>
                <a:gd name="csY24" fmla="*/ 17198 h 22453"/>
                <a:gd name="csX25" fmla="*/ 21498 w 32485"/>
                <a:gd name="csY25" fmla="*/ 14332 h 22453"/>
                <a:gd name="csX26" fmla="*/ 19587 w 32485"/>
                <a:gd name="csY26" fmla="*/ 13854 h 22453"/>
                <a:gd name="csX27" fmla="*/ 18154 w 32485"/>
                <a:gd name="csY27" fmla="*/ 14332 h 22453"/>
                <a:gd name="csX28" fmla="*/ 17198 w 32485"/>
                <a:gd name="csY28" fmla="*/ 14332 h 22453"/>
                <a:gd name="csX29" fmla="*/ 16243 w 32485"/>
                <a:gd name="csY29" fmla="*/ 13377 h 22453"/>
                <a:gd name="csX30" fmla="*/ 15287 w 32485"/>
                <a:gd name="csY30" fmla="*/ 14810 h 22453"/>
                <a:gd name="csX31" fmla="*/ 15287 w 32485"/>
                <a:gd name="csY31" fmla="*/ 16243 h 22453"/>
                <a:gd name="csX32" fmla="*/ 15287 w 32485"/>
                <a:gd name="csY32" fmla="*/ 18154 h 22453"/>
                <a:gd name="csX33" fmla="*/ 15287 w 32485"/>
                <a:gd name="csY33" fmla="*/ 18632 h 22453"/>
                <a:gd name="csX34" fmla="*/ 14332 w 32485"/>
                <a:gd name="csY34" fmla="*/ 19109 h 22453"/>
                <a:gd name="csX35" fmla="*/ 12899 w 32485"/>
                <a:gd name="csY35" fmla="*/ 18154 h 22453"/>
                <a:gd name="csX36" fmla="*/ 10988 w 32485"/>
                <a:gd name="csY36" fmla="*/ 17198 h 22453"/>
                <a:gd name="csX37" fmla="*/ 10510 w 32485"/>
                <a:gd name="csY37" fmla="*/ 16243 h 22453"/>
                <a:gd name="csX38" fmla="*/ 10988 w 32485"/>
                <a:gd name="csY38" fmla="*/ 13854 h 22453"/>
                <a:gd name="csX39" fmla="*/ 10988 w 32485"/>
                <a:gd name="csY39" fmla="*/ 12421 h 22453"/>
                <a:gd name="csX40" fmla="*/ 10510 w 32485"/>
                <a:gd name="csY40" fmla="*/ 10510 h 22453"/>
                <a:gd name="csX41" fmla="*/ 10510 w 32485"/>
                <a:gd name="csY41" fmla="*/ 10032 h 22453"/>
                <a:gd name="csX42" fmla="*/ 9555 w 32485"/>
                <a:gd name="csY42" fmla="*/ 10032 h 22453"/>
                <a:gd name="csX43" fmla="*/ 7644 w 32485"/>
                <a:gd name="csY43" fmla="*/ 10510 h 22453"/>
                <a:gd name="csX44" fmla="*/ 5255 w 32485"/>
                <a:gd name="csY44" fmla="*/ 8121 h 22453"/>
                <a:gd name="csX45" fmla="*/ 4300 w 32485"/>
                <a:gd name="csY45" fmla="*/ 5733 h 22453"/>
                <a:gd name="csX46" fmla="*/ 0 w 32485"/>
                <a:gd name="csY46" fmla="*/ 4777 h 22453"/>
                <a:gd name="csX47" fmla="*/ 3344 w 32485"/>
                <a:gd name="csY47" fmla="*/ 956 h 22453"/>
                <a:gd name="csX48" fmla="*/ 8121 w 32485"/>
                <a:gd name="csY48" fmla="*/ 478 h 22453"/>
                <a:gd name="csX49" fmla="*/ 9555 w 32485"/>
                <a:gd name="csY49" fmla="*/ 2389 h 22453"/>
                <a:gd name="csX50" fmla="*/ 14809 w 32485"/>
                <a:gd name="csY50" fmla="*/ 3822 h 22453"/>
                <a:gd name="csX51" fmla="*/ 14809 w 32485"/>
                <a:gd name="csY51" fmla="*/ 1911 h 22453"/>
                <a:gd name="csX52" fmla="*/ 14809 w 32485"/>
                <a:gd name="csY52" fmla="*/ 956 h 22453"/>
                <a:gd name="csX53" fmla="*/ 15287 w 32485"/>
                <a:gd name="csY53" fmla="*/ 478 h 22453"/>
                <a:gd name="csX54" fmla="*/ 15765 w 32485"/>
                <a:gd name="csY54" fmla="*/ 0 h 22453"/>
                <a:gd name="csX55" fmla="*/ 16243 w 32485"/>
                <a:gd name="csY55" fmla="*/ 956 h 22453"/>
                <a:gd name="csX56" fmla="*/ 17676 w 32485"/>
                <a:gd name="csY56" fmla="*/ 956 h 22453"/>
                <a:gd name="csX57" fmla="*/ 18154 w 32485"/>
                <a:gd name="csY57" fmla="*/ 1433 h 22453"/>
                <a:gd name="csX58" fmla="*/ 18632 w 32485"/>
                <a:gd name="csY58" fmla="*/ 2867 h 22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32485" h="22453">
                  <a:moveTo>
                    <a:pt x="18632" y="2867"/>
                  </a:moveTo>
                  <a:lnTo>
                    <a:pt x="19109" y="5255"/>
                  </a:lnTo>
                  <a:lnTo>
                    <a:pt x="19109" y="5733"/>
                  </a:lnTo>
                  <a:lnTo>
                    <a:pt x="20542" y="5255"/>
                  </a:lnTo>
                  <a:lnTo>
                    <a:pt x="22931" y="5255"/>
                  </a:lnTo>
                  <a:lnTo>
                    <a:pt x="27231" y="6211"/>
                  </a:lnTo>
                  <a:lnTo>
                    <a:pt x="27708" y="6211"/>
                  </a:lnTo>
                  <a:lnTo>
                    <a:pt x="29141" y="9077"/>
                  </a:lnTo>
                  <a:lnTo>
                    <a:pt x="30575" y="10510"/>
                  </a:lnTo>
                  <a:lnTo>
                    <a:pt x="32486" y="12899"/>
                  </a:lnTo>
                  <a:lnTo>
                    <a:pt x="30575" y="14332"/>
                  </a:lnTo>
                  <a:lnTo>
                    <a:pt x="29619" y="16721"/>
                  </a:lnTo>
                  <a:lnTo>
                    <a:pt x="29619" y="18154"/>
                  </a:lnTo>
                  <a:lnTo>
                    <a:pt x="28664" y="18632"/>
                  </a:lnTo>
                  <a:lnTo>
                    <a:pt x="27231" y="19587"/>
                  </a:lnTo>
                  <a:lnTo>
                    <a:pt x="25798" y="21020"/>
                  </a:lnTo>
                  <a:lnTo>
                    <a:pt x="23409" y="21020"/>
                  </a:lnTo>
                  <a:lnTo>
                    <a:pt x="21020" y="21976"/>
                  </a:lnTo>
                  <a:lnTo>
                    <a:pt x="20065" y="22453"/>
                  </a:lnTo>
                  <a:lnTo>
                    <a:pt x="19587" y="22453"/>
                  </a:lnTo>
                  <a:lnTo>
                    <a:pt x="18632" y="22453"/>
                  </a:lnTo>
                  <a:lnTo>
                    <a:pt x="18154" y="21498"/>
                  </a:lnTo>
                  <a:lnTo>
                    <a:pt x="17676" y="20543"/>
                  </a:lnTo>
                  <a:lnTo>
                    <a:pt x="19109" y="20065"/>
                  </a:lnTo>
                  <a:lnTo>
                    <a:pt x="21020" y="17198"/>
                  </a:lnTo>
                  <a:lnTo>
                    <a:pt x="21498" y="14332"/>
                  </a:lnTo>
                  <a:lnTo>
                    <a:pt x="19587" y="13854"/>
                  </a:lnTo>
                  <a:lnTo>
                    <a:pt x="18154" y="14332"/>
                  </a:lnTo>
                  <a:lnTo>
                    <a:pt x="17198" y="14332"/>
                  </a:lnTo>
                  <a:lnTo>
                    <a:pt x="16243" y="13377"/>
                  </a:lnTo>
                  <a:lnTo>
                    <a:pt x="15287" y="14810"/>
                  </a:lnTo>
                  <a:lnTo>
                    <a:pt x="15287" y="16243"/>
                  </a:lnTo>
                  <a:lnTo>
                    <a:pt x="15287" y="18154"/>
                  </a:lnTo>
                  <a:lnTo>
                    <a:pt x="15287" y="18632"/>
                  </a:lnTo>
                  <a:lnTo>
                    <a:pt x="14332" y="19109"/>
                  </a:lnTo>
                  <a:lnTo>
                    <a:pt x="12899" y="18154"/>
                  </a:lnTo>
                  <a:lnTo>
                    <a:pt x="10988" y="17198"/>
                  </a:lnTo>
                  <a:lnTo>
                    <a:pt x="10510" y="16243"/>
                  </a:lnTo>
                  <a:lnTo>
                    <a:pt x="10988" y="13854"/>
                  </a:lnTo>
                  <a:lnTo>
                    <a:pt x="10988" y="12421"/>
                  </a:lnTo>
                  <a:lnTo>
                    <a:pt x="10510" y="10510"/>
                  </a:lnTo>
                  <a:lnTo>
                    <a:pt x="10510" y="10032"/>
                  </a:lnTo>
                  <a:lnTo>
                    <a:pt x="9555" y="10032"/>
                  </a:lnTo>
                  <a:lnTo>
                    <a:pt x="7644" y="10510"/>
                  </a:lnTo>
                  <a:lnTo>
                    <a:pt x="5255" y="8121"/>
                  </a:lnTo>
                  <a:lnTo>
                    <a:pt x="4300" y="5733"/>
                  </a:lnTo>
                  <a:lnTo>
                    <a:pt x="0" y="4777"/>
                  </a:lnTo>
                  <a:lnTo>
                    <a:pt x="3344" y="956"/>
                  </a:lnTo>
                  <a:lnTo>
                    <a:pt x="8121" y="478"/>
                  </a:lnTo>
                  <a:lnTo>
                    <a:pt x="9555" y="2389"/>
                  </a:lnTo>
                  <a:lnTo>
                    <a:pt x="14809" y="3822"/>
                  </a:lnTo>
                  <a:lnTo>
                    <a:pt x="14809" y="1911"/>
                  </a:lnTo>
                  <a:lnTo>
                    <a:pt x="14809" y="956"/>
                  </a:lnTo>
                  <a:lnTo>
                    <a:pt x="15287" y="478"/>
                  </a:lnTo>
                  <a:lnTo>
                    <a:pt x="15765" y="0"/>
                  </a:lnTo>
                  <a:lnTo>
                    <a:pt x="16243" y="956"/>
                  </a:lnTo>
                  <a:lnTo>
                    <a:pt x="17676" y="956"/>
                  </a:lnTo>
                  <a:lnTo>
                    <a:pt x="18154" y="1433"/>
                  </a:lnTo>
                  <a:lnTo>
                    <a:pt x="18632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" name="Freeform 3853">
              <a:extLst>
                <a:ext uri="{FF2B5EF4-FFF2-40B4-BE49-F238E27FC236}">
                  <a16:creationId xmlns:a16="http://schemas.microsoft.com/office/drawing/2014/main" id="{E986FE81-3304-EDD5-D6B5-D6D29AE48B50}"/>
                </a:ext>
              </a:extLst>
            </p:cNvPr>
            <p:cNvSpPr/>
            <p:nvPr/>
          </p:nvSpPr>
          <p:spPr>
            <a:xfrm>
              <a:off x="4451654" y="5897212"/>
              <a:ext cx="23886" cy="14809"/>
            </a:xfrm>
            <a:custGeom>
              <a:avLst/>
              <a:gdLst>
                <a:gd name="csX0" fmla="*/ 16243 w 23886"/>
                <a:gd name="csY0" fmla="*/ 4300 h 14809"/>
                <a:gd name="csX1" fmla="*/ 20542 w 23886"/>
                <a:gd name="csY1" fmla="*/ 6688 h 14809"/>
                <a:gd name="csX2" fmla="*/ 23409 w 23886"/>
                <a:gd name="csY2" fmla="*/ 6688 h 14809"/>
                <a:gd name="csX3" fmla="*/ 23409 w 23886"/>
                <a:gd name="csY3" fmla="*/ 8599 h 14809"/>
                <a:gd name="csX4" fmla="*/ 23886 w 23886"/>
                <a:gd name="csY4" fmla="*/ 10988 h 14809"/>
                <a:gd name="csX5" fmla="*/ 23409 w 23886"/>
                <a:gd name="csY5" fmla="*/ 11943 h 14809"/>
                <a:gd name="csX6" fmla="*/ 22453 w 23886"/>
                <a:gd name="csY6" fmla="*/ 13376 h 14809"/>
                <a:gd name="csX7" fmla="*/ 21976 w 23886"/>
                <a:gd name="csY7" fmla="*/ 14810 h 14809"/>
                <a:gd name="csX8" fmla="*/ 21498 w 23886"/>
                <a:gd name="csY8" fmla="*/ 14810 h 14809"/>
                <a:gd name="csX9" fmla="*/ 18154 w 23886"/>
                <a:gd name="csY9" fmla="*/ 13376 h 14809"/>
                <a:gd name="csX10" fmla="*/ 14810 w 23886"/>
                <a:gd name="csY10" fmla="*/ 10510 h 14809"/>
                <a:gd name="csX11" fmla="*/ 12899 w 23886"/>
                <a:gd name="csY11" fmla="*/ 10988 h 14809"/>
                <a:gd name="csX12" fmla="*/ 10988 w 23886"/>
                <a:gd name="csY12" fmla="*/ 10510 h 14809"/>
                <a:gd name="csX13" fmla="*/ 9077 w 23886"/>
                <a:gd name="csY13" fmla="*/ 10510 h 14809"/>
                <a:gd name="csX14" fmla="*/ 7644 w 23886"/>
                <a:gd name="csY14" fmla="*/ 11943 h 14809"/>
                <a:gd name="csX15" fmla="*/ 5255 w 23886"/>
                <a:gd name="csY15" fmla="*/ 12899 h 14809"/>
                <a:gd name="csX16" fmla="*/ 4777 w 23886"/>
                <a:gd name="csY16" fmla="*/ 10032 h 14809"/>
                <a:gd name="csX17" fmla="*/ 2389 w 23886"/>
                <a:gd name="csY17" fmla="*/ 7166 h 14809"/>
                <a:gd name="csX18" fmla="*/ 0 w 23886"/>
                <a:gd name="csY18" fmla="*/ 4777 h 14809"/>
                <a:gd name="csX19" fmla="*/ 1433 w 23886"/>
                <a:gd name="csY19" fmla="*/ 1433 h 14809"/>
                <a:gd name="csX20" fmla="*/ 2867 w 23886"/>
                <a:gd name="csY20" fmla="*/ 956 h 14809"/>
                <a:gd name="csX21" fmla="*/ 4300 w 23886"/>
                <a:gd name="csY21" fmla="*/ 0 h 14809"/>
                <a:gd name="csX22" fmla="*/ 10032 w 23886"/>
                <a:gd name="csY22" fmla="*/ 956 h 14809"/>
                <a:gd name="csX23" fmla="*/ 12899 w 23886"/>
                <a:gd name="csY23" fmla="*/ 1911 h 14809"/>
                <a:gd name="csX24" fmla="*/ 16243 w 23886"/>
                <a:gd name="csY24" fmla="*/ 4300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23886" h="14809">
                  <a:moveTo>
                    <a:pt x="16243" y="4300"/>
                  </a:moveTo>
                  <a:lnTo>
                    <a:pt x="20542" y="6688"/>
                  </a:lnTo>
                  <a:lnTo>
                    <a:pt x="23409" y="6688"/>
                  </a:lnTo>
                  <a:lnTo>
                    <a:pt x="23409" y="8599"/>
                  </a:lnTo>
                  <a:lnTo>
                    <a:pt x="23886" y="10988"/>
                  </a:lnTo>
                  <a:lnTo>
                    <a:pt x="23409" y="11943"/>
                  </a:lnTo>
                  <a:lnTo>
                    <a:pt x="22453" y="13376"/>
                  </a:lnTo>
                  <a:lnTo>
                    <a:pt x="21976" y="14810"/>
                  </a:lnTo>
                  <a:lnTo>
                    <a:pt x="21498" y="14810"/>
                  </a:lnTo>
                  <a:lnTo>
                    <a:pt x="18154" y="13376"/>
                  </a:lnTo>
                  <a:lnTo>
                    <a:pt x="14810" y="10510"/>
                  </a:lnTo>
                  <a:lnTo>
                    <a:pt x="12899" y="10988"/>
                  </a:lnTo>
                  <a:lnTo>
                    <a:pt x="10988" y="10510"/>
                  </a:lnTo>
                  <a:lnTo>
                    <a:pt x="9077" y="10510"/>
                  </a:lnTo>
                  <a:lnTo>
                    <a:pt x="7644" y="11943"/>
                  </a:lnTo>
                  <a:lnTo>
                    <a:pt x="5255" y="12899"/>
                  </a:lnTo>
                  <a:lnTo>
                    <a:pt x="4777" y="10032"/>
                  </a:lnTo>
                  <a:lnTo>
                    <a:pt x="2389" y="7166"/>
                  </a:lnTo>
                  <a:lnTo>
                    <a:pt x="0" y="4777"/>
                  </a:lnTo>
                  <a:lnTo>
                    <a:pt x="1433" y="1433"/>
                  </a:lnTo>
                  <a:lnTo>
                    <a:pt x="2867" y="956"/>
                  </a:lnTo>
                  <a:lnTo>
                    <a:pt x="4300" y="0"/>
                  </a:lnTo>
                  <a:lnTo>
                    <a:pt x="10032" y="956"/>
                  </a:lnTo>
                  <a:lnTo>
                    <a:pt x="12899" y="1911"/>
                  </a:lnTo>
                  <a:lnTo>
                    <a:pt x="16243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" name="Freeform 3854">
              <a:extLst>
                <a:ext uri="{FF2B5EF4-FFF2-40B4-BE49-F238E27FC236}">
                  <a16:creationId xmlns:a16="http://schemas.microsoft.com/office/drawing/2014/main" id="{11D50896-999D-290B-BB32-F16E62A73AAD}"/>
                </a:ext>
              </a:extLst>
            </p:cNvPr>
            <p:cNvSpPr/>
            <p:nvPr/>
          </p:nvSpPr>
          <p:spPr>
            <a:xfrm>
              <a:off x="4466942" y="5926831"/>
              <a:ext cx="22930" cy="10510"/>
            </a:xfrm>
            <a:custGeom>
              <a:avLst/>
              <a:gdLst>
                <a:gd name="csX0" fmla="*/ 9077 w 22930"/>
                <a:gd name="csY0" fmla="*/ 956 h 10510"/>
                <a:gd name="csX1" fmla="*/ 10032 w 22930"/>
                <a:gd name="csY1" fmla="*/ 2866 h 10510"/>
                <a:gd name="csX2" fmla="*/ 10032 w 22930"/>
                <a:gd name="csY2" fmla="*/ 3344 h 10510"/>
                <a:gd name="csX3" fmla="*/ 12899 w 22930"/>
                <a:gd name="csY3" fmla="*/ 4300 h 10510"/>
                <a:gd name="csX4" fmla="*/ 13854 w 22930"/>
                <a:gd name="csY4" fmla="*/ 3822 h 10510"/>
                <a:gd name="csX5" fmla="*/ 16243 w 22930"/>
                <a:gd name="csY5" fmla="*/ 3344 h 10510"/>
                <a:gd name="csX6" fmla="*/ 18154 w 22930"/>
                <a:gd name="csY6" fmla="*/ 2389 h 10510"/>
                <a:gd name="csX7" fmla="*/ 20542 w 22930"/>
                <a:gd name="csY7" fmla="*/ 2389 h 10510"/>
                <a:gd name="csX8" fmla="*/ 22931 w 22930"/>
                <a:gd name="csY8" fmla="*/ 7166 h 10510"/>
                <a:gd name="csX9" fmla="*/ 22453 w 22930"/>
                <a:gd name="csY9" fmla="*/ 8599 h 10510"/>
                <a:gd name="csX10" fmla="*/ 20542 w 22930"/>
                <a:gd name="csY10" fmla="*/ 10510 h 10510"/>
                <a:gd name="csX11" fmla="*/ 19109 w 22930"/>
                <a:gd name="csY11" fmla="*/ 10510 h 10510"/>
                <a:gd name="csX12" fmla="*/ 17676 w 22930"/>
                <a:gd name="csY12" fmla="*/ 10032 h 10510"/>
                <a:gd name="csX13" fmla="*/ 18154 w 22930"/>
                <a:gd name="csY13" fmla="*/ 9555 h 10510"/>
                <a:gd name="csX14" fmla="*/ 17676 w 22930"/>
                <a:gd name="csY14" fmla="*/ 8599 h 10510"/>
                <a:gd name="csX15" fmla="*/ 16721 w 22930"/>
                <a:gd name="csY15" fmla="*/ 7644 h 10510"/>
                <a:gd name="csX16" fmla="*/ 15765 w 22930"/>
                <a:gd name="csY16" fmla="*/ 7644 h 10510"/>
                <a:gd name="csX17" fmla="*/ 14332 w 22930"/>
                <a:gd name="csY17" fmla="*/ 8599 h 10510"/>
                <a:gd name="csX18" fmla="*/ 13854 w 22930"/>
                <a:gd name="csY18" fmla="*/ 8599 h 10510"/>
                <a:gd name="csX19" fmla="*/ 12421 w 22930"/>
                <a:gd name="csY19" fmla="*/ 7644 h 10510"/>
                <a:gd name="csX20" fmla="*/ 10032 w 22930"/>
                <a:gd name="csY20" fmla="*/ 7166 h 10510"/>
                <a:gd name="csX21" fmla="*/ 9555 w 22930"/>
                <a:gd name="csY21" fmla="*/ 6210 h 10510"/>
                <a:gd name="csX22" fmla="*/ 9555 w 22930"/>
                <a:gd name="csY22" fmla="*/ 5255 h 10510"/>
                <a:gd name="csX23" fmla="*/ 9077 w 22930"/>
                <a:gd name="csY23" fmla="*/ 4777 h 10510"/>
                <a:gd name="csX24" fmla="*/ 6210 w 22930"/>
                <a:gd name="csY24" fmla="*/ 3344 h 10510"/>
                <a:gd name="csX25" fmla="*/ 4777 w 22930"/>
                <a:gd name="csY25" fmla="*/ 1911 h 10510"/>
                <a:gd name="csX26" fmla="*/ 3344 w 22930"/>
                <a:gd name="csY26" fmla="*/ 1433 h 10510"/>
                <a:gd name="csX27" fmla="*/ 2866 w 22930"/>
                <a:gd name="csY27" fmla="*/ 1911 h 10510"/>
                <a:gd name="csX28" fmla="*/ 2389 w 22930"/>
                <a:gd name="csY28" fmla="*/ 2389 h 10510"/>
                <a:gd name="csX29" fmla="*/ 956 w 22930"/>
                <a:gd name="csY29" fmla="*/ 2866 h 10510"/>
                <a:gd name="csX30" fmla="*/ 478 w 22930"/>
                <a:gd name="csY30" fmla="*/ 2866 h 10510"/>
                <a:gd name="csX31" fmla="*/ 478 w 22930"/>
                <a:gd name="csY31" fmla="*/ 2389 h 10510"/>
                <a:gd name="csX32" fmla="*/ 0 w 22930"/>
                <a:gd name="csY32" fmla="*/ 1433 h 10510"/>
                <a:gd name="csX33" fmla="*/ 478 w 22930"/>
                <a:gd name="csY33" fmla="*/ 0 h 10510"/>
                <a:gd name="csX34" fmla="*/ 1433 w 22930"/>
                <a:gd name="csY34" fmla="*/ 0 h 10510"/>
                <a:gd name="csX35" fmla="*/ 4777 w 22930"/>
                <a:gd name="csY35" fmla="*/ 0 h 10510"/>
                <a:gd name="csX36" fmla="*/ 7166 w 22930"/>
                <a:gd name="csY36" fmla="*/ 956 h 10510"/>
                <a:gd name="csX37" fmla="*/ 9077 w 22930"/>
                <a:gd name="csY37" fmla="*/ 956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2930" h="10510">
                  <a:moveTo>
                    <a:pt x="9077" y="956"/>
                  </a:moveTo>
                  <a:lnTo>
                    <a:pt x="10032" y="2866"/>
                  </a:lnTo>
                  <a:lnTo>
                    <a:pt x="10032" y="3344"/>
                  </a:lnTo>
                  <a:lnTo>
                    <a:pt x="12899" y="4300"/>
                  </a:lnTo>
                  <a:lnTo>
                    <a:pt x="13854" y="3822"/>
                  </a:lnTo>
                  <a:lnTo>
                    <a:pt x="16243" y="3344"/>
                  </a:lnTo>
                  <a:lnTo>
                    <a:pt x="18154" y="2389"/>
                  </a:lnTo>
                  <a:lnTo>
                    <a:pt x="20542" y="2389"/>
                  </a:lnTo>
                  <a:lnTo>
                    <a:pt x="22931" y="7166"/>
                  </a:lnTo>
                  <a:lnTo>
                    <a:pt x="22453" y="8599"/>
                  </a:lnTo>
                  <a:lnTo>
                    <a:pt x="20542" y="10510"/>
                  </a:lnTo>
                  <a:lnTo>
                    <a:pt x="19109" y="10510"/>
                  </a:lnTo>
                  <a:lnTo>
                    <a:pt x="17676" y="10032"/>
                  </a:lnTo>
                  <a:lnTo>
                    <a:pt x="18154" y="9555"/>
                  </a:lnTo>
                  <a:lnTo>
                    <a:pt x="17676" y="8599"/>
                  </a:lnTo>
                  <a:lnTo>
                    <a:pt x="16721" y="7644"/>
                  </a:lnTo>
                  <a:lnTo>
                    <a:pt x="15765" y="7644"/>
                  </a:lnTo>
                  <a:lnTo>
                    <a:pt x="14332" y="8599"/>
                  </a:lnTo>
                  <a:lnTo>
                    <a:pt x="13854" y="8599"/>
                  </a:lnTo>
                  <a:lnTo>
                    <a:pt x="12421" y="7644"/>
                  </a:lnTo>
                  <a:lnTo>
                    <a:pt x="10032" y="7166"/>
                  </a:lnTo>
                  <a:lnTo>
                    <a:pt x="9555" y="6210"/>
                  </a:lnTo>
                  <a:lnTo>
                    <a:pt x="9555" y="5255"/>
                  </a:lnTo>
                  <a:lnTo>
                    <a:pt x="9077" y="4777"/>
                  </a:lnTo>
                  <a:lnTo>
                    <a:pt x="6210" y="3344"/>
                  </a:lnTo>
                  <a:lnTo>
                    <a:pt x="4777" y="1911"/>
                  </a:lnTo>
                  <a:lnTo>
                    <a:pt x="3344" y="1433"/>
                  </a:lnTo>
                  <a:lnTo>
                    <a:pt x="2866" y="1911"/>
                  </a:lnTo>
                  <a:lnTo>
                    <a:pt x="2389" y="2389"/>
                  </a:lnTo>
                  <a:lnTo>
                    <a:pt x="956" y="2866"/>
                  </a:lnTo>
                  <a:lnTo>
                    <a:pt x="478" y="2866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4777" y="0"/>
                  </a:lnTo>
                  <a:lnTo>
                    <a:pt x="7166" y="956"/>
                  </a:lnTo>
                  <a:lnTo>
                    <a:pt x="907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" name="Freeform 3855">
              <a:extLst>
                <a:ext uri="{FF2B5EF4-FFF2-40B4-BE49-F238E27FC236}">
                  <a16:creationId xmlns:a16="http://schemas.microsoft.com/office/drawing/2014/main" id="{DEEFB81C-CB09-80A4-B1F0-098652D1A152}"/>
                </a:ext>
              </a:extLst>
            </p:cNvPr>
            <p:cNvSpPr/>
            <p:nvPr/>
          </p:nvSpPr>
          <p:spPr>
            <a:xfrm>
              <a:off x="4495605" y="5928264"/>
              <a:ext cx="38695" cy="24364"/>
            </a:xfrm>
            <a:custGeom>
              <a:avLst/>
              <a:gdLst>
                <a:gd name="csX0" fmla="*/ 5733 w 38695"/>
                <a:gd name="csY0" fmla="*/ 956 h 24364"/>
                <a:gd name="csX1" fmla="*/ 21975 w 38695"/>
                <a:gd name="csY1" fmla="*/ 4300 h 24364"/>
                <a:gd name="csX2" fmla="*/ 26753 w 38695"/>
                <a:gd name="csY2" fmla="*/ 2389 h 24364"/>
                <a:gd name="csX3" fmla="*/ 30575 w 38695"/>
                <a:gd name="csY3" fmla="*/ 2389 h 24364"/>
                <a:gd name="csX4" fmla="*/ 31530 w 38695"/>
                <a:gd name="csY4" fmla="*/ 4777 h 24364"/>
                <a:gd name="csX5" fmla="*/ 27708 w 38695"/>
                <a:gd name="csY5" fmla="*/ 7644 h 24364"/>
                <a:gd name="csX6" fmla="*/ 27708 w 38695"/>
                <a:gd name="csY6" fmla="*/ 8599 h 24364"/>
                <a:gd name="csX7" fmla="*/ 28186 w 38695"/>
                <a:gd name="csY7" fmla="*/ 9077 h 24364"/>
                <a:gd name="csX8" fmla="*/ 32008 w 38695"/>
                <a:gd name="csY8" fmla="*/ 9555 h 24364"/>
                <a:gd name="csX9" fmla="*/ 32963 w 38695"/>
                <a:gd name="csY9" fmla="*/ 10510 h 24364"/>
                <a:gd name="csX10" fmla="*/ 33919 w 38695"/>
                <a:gd name="csY10" fmla="*/ 11943 h 24364"/>
                <a:gd name="csX11" fmla="*/ 33441 w 38695"/>
                <a:gd name="csY11" fmla="*/ 13376 h 24364"/>
                <a:gd name="csX12" fmla="*/ 32963 w 38695"/>
                <a:gd name="csY12" fmla="*/ 14332 h 24364"/>
                <a:gd name="csX13" fmla="*/ 33441 w 38695"/>
                <a:gd name="csY13" fmla="*/ 14810 h 24364"/>
                <a:gd name="csX14" fmla="*/ 36785 w 38695"/>
                <a:gd name="csY14" fmla="*/ 17676 h 24364"/>
                <a:gd name="csX15" fmla="*/ 37741 w 38695"/>
                <a:gd name="csY15" fmla="*/ 19109 h 24364"/>
                <a:gd name="csX16" fmla="*/ 38218 w 38695"/>
                <a:gd name="csY16" fmla="*/ 20065 h 24364"/>
                <a:gd name="csX17" fmla="*/ 38696 w 38695"/>
                <a:gd name="csY17" fmla="*/ 22453 h 24364"/>
                <a:gd name="csX18" fmla="*/ 38696 w 38695"/>
                <a:gd name="csY18" fmla="*/ 24364 h 24364"/>
                <a:gd name="csX19" fmla="*/ 38218 w 38695"/>
                <a:gd name="csY19" fmla="*/ 24364 h 24364"/>
                <a:gd name="csX20" fmla="*/ 36307 w 38695"/>
                <a:gd name="csY20" fmla="*/ 23886 h 24364"/>
                <a:gd name="csX21" fmla="*/ 34874 w 38695"/>
                <a:gd name="csY21" fmla="*/ 22931 h 24364"/>
                <a:gd name="csX22" fmla="*/ 33919 w 38695"/>
                <a:gd name="csY22" fmla="*/ 20065 h 24364"/>
                <a:gd name="csX23" fmla="*/ 32963 w 38695"/>
                <a:gd name="csY23" fmla="*/ 19587 h 24364"/>
                <a:gd name="csX24" fmla="*/ 30575 w 38695"/>
                <a:gd name="csY24" fmla="*/ 19109 h 24364"/>
                <a:gd name="csX25" fmla="*/ 27708 w 38695"/>
                <a:gd name="csY25" fmla="*/ 18154 h 24364"/>
                <a:gd name="csX26" fmla="*/ 25798 w 38695"/>
                <a:gd name="csY26" fmla="*/ 18154 h 24364"/>
                <a:gd name="csX27" fmla="*/ 23886 w 38695"/>
                <a:gd name="csY27" fmla="*/ 17676 h 24364"/>
                <a:gd name="csX28" fmla="*/ 22453 w 38695"/>
                <a:gd name="csY28" fmla="*/ 18154 h 24364"/>
                <a:gd name="csX29" fmla="*/ 21975 w 38695"/>
                <a:gd name="csY29" fmla="*/ 17198 h 24364"/>
                <a:gd name="csX30" fmla="*/ 21020 w 38695"/>
                <a:gd name="csY30" fmla="*/ 15287 h 24364"/>
                <a:gd name="csX31" fmla="*/ 21020 w 38695"/>
                <a:gd name="csY31" fmla="*/ 14810 h 24364"/>
                <a:gd name="csX32" fmla="*/ 21975 w 38695"/>
                <a:gd name="csY32" fmla="*/ 11943 h 24364"/>
                <a:gd name="csX33" fmla="*/ 21975 w 38695"/>
                <a:gd name="csY33" fmla="*/ 11466 h 24364"/>
                <a:gd name="csX34" fmla="*/ 21498 w 38695"/>
                <a:gd name="csY34" fmla="*/ 11466 h 24364"/>
                <a:gd name="csX35" fmla="*/ 19587 w 38695"/>
                <a:gd name="csY35" fmla="*/ 11943 h 24364"/>
                <a:gd name="csX36" fmla="*/ 19109 w 38695"/>
                <a:gd name="csY36" fmla="*/ 11466 h 24364"/>
                <a:gd name="csX37" fmla="*/ 16721 w 38695"/>
                <a:gd name="csY37" fmla="*/ 9555 h 24364"/>
                <a:gd name="csX38" fmla="*/ 15765 w 38695"/>
                <a:gd name="csY38" fmla="*/ 9077 h 24364"/>
                <a:gd name="csX39" fmla="*/ 13854 w 38695"/>
                <a:gd name="csY39" fmla="*/ 9077 h 24364"/>
                <a:gd name="csX40" fmla="*/ 12899 w 38695"/>
                <a:gd name="csY40" fmla="*/ 12421 h 24364"/>
                <a:gd name="csX41" fmla="*/ 12899 w 38695"/>
                <a:gd name="csY41" fmla="*/ 13376 h 24364"/>
                <a:gd name="csX42" fmla="*/ 13854 w 38695"/>
                <a:gd name="csY42" fmla="*/ 15287 h 24364"/>
                <a:gd name="csX43" fmla="*/ 16243 w 38695"/>
                <a:gd name="csY43" fmla="*/ 18632 h 24364"/>
                <a:gd name="csX44" fmla="*/ 14809 w 38695"/>
                <a:gd name="csY44" fmla="*/ 18632 h 24364"/>
                <a:gd name="csX45" fmla="*/ 11466 w 38695"/>
                <a:gd name="csY45" fmla="*/ 17676 h 24364"/>
                <a:gd name="csX46" fmla="*/ 10988 w 38695"/>
                <a:gd name="csY46" fmla="*/ 17198 h 24364"/>
                <a:gd name="csX47" fmla="*/ 9555 w 38695"/>
                <a:gd name="csY47" fmla="*/ 15287 h 24364"/>
                <a:gd name="csX48" fmla="*/ 7644 w 38695"/>
                <a:gd name="csY48" fmla="*/ 14332 h 24364"/>
                <a:gd name="csX49" fmla="*/ 7166 w 38695"/>
                <a:gd name="csY49" fmla="*/ 13854 h 24364"/>
                <a:gd name="csX50" fmla="*/ 6688 w 38695"/>
                <a:gd name="csY50" fmla="*/ 13376 h 24364"/>
                <a:gd name="csX51" fmla="*/ 6688 w 38695"/>
                <a:gd name="csY51" fmla="*/ 10988 h 24364"/>
                <a:gd name="csX52" fmla="*/ 6210 w 38695"/>
                <a:gd name="csY52" fmla="*/ 10510 h 24364"/>
                <a:gd name="csX53" fmla="*/ 3344 w 38695"/>
                <a:gd name="csY53" fmla="*/ 10988 h 24364"/>
                <a:gd name="csX54" fmla="*/ 2866 w 38695"/>
                <a:gd name="csY54" fmla="*/ 10510 h 24364"/>
                <a:gd name="csX55" fmla="*/ 2389 w 38695"/>
                <a:gd name="csY55" fmla="*/ 9555 h 24364"/>
                <a:gd name="csX56" fmla="*/ 2389 w 38695"/>
                <a:gd name="csY56" fmla="*/ 9077 h 24364"/>
                <a:gd name="csX57" fmla="*/ 478 w 38695"/>
                <a:gd name="csY57" fmla="*/ 8121 h 24364"/>
                <a:gd name="csX58" fmla="*/ 0 w 38695"/>
                <a:gd name="csY58" fmla="*/ 7644 h 24364"/>
                <a:gd name="csX59" fmla="*/ 956 w 38695"/>
                <a:gd name="csY59" fmla="*/ 7166 h 24364"/>
                <a:gd name="csX60" fmla="*/ 1433 w 38695"/>
                <a:gd name="csY60" fmla="*/ 5733 h 24364"/>
                <a:gd name="csX61" fmla="*/ 2389 w 38695"/>
                <a:gd name="csY61" fmla="*/ 0 h 24364"/>
                <a:gd name="csX62" fmla="*/ 5733 w 38695"/>
                <a:gd name="csY62" fmla="*/ 956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38695" h="24364">
                  <a:moveTo>
                    <a:pt x="5733" y="956"/>
                  </a:moveTo>
                  <a:lnTo>
                    <a:pt x="21975" y="4300"/>
                  </a:lnTo>
                  <a:lnTo>
                    <a:pt x="26753" y="2389"/>
                  </a:lnTo>
                  <a:lnTo>
                    <a:pt x="30575" y="2389"/>
                  </a:lnTo>
                  <a:lnTo>
                    <a:pt x="31530" y="4777"/>
                  </a:lnTo>
                  <a:lnTo>
                    <a:pt x="27708" y="7644"/>
                  </a:lnTo>
                  <a:lnTo>
                    <a:pt x="27708" y="8599"/>
                  </a:lnTo>
                  <a:lnTo>
                    <a:pt x="28186" y="9077"/>
                  </a:lnTo>
                  <a:lnTo>
                    <a:pt x="32008" y="9555"/>
                  </a:lnTo>
                  <a:lnTo>
                    <a:pt x="32963" y="10510"/>
                  </a:lnTo>
                  <a:lnTo>
                    <a:pt x="33919" y="11943"/>
                  </a:lnTo>
                  <a:lnTo>
                    <a:pt x="33441" y="13376"/>
                  </a:lnTo>
                  <a:lnTo>
                    <a:pt x="32963" y="14332"/>
                  </a:lnTo>
                  <a:lnTo>
                    <a:pt x="33441" y="14810"/>
                  </a:lnTo>
                  <a:lnTo>
                    <a:pt x="36785" y="17676"/>
                  </a:lnTo>
                  <a:lnTo>
                    <a:pt x="37741" y="19109"/>
                  </a:lnTo>
                  <a:lnTo>
                    <a:pt x="38218" y="20065"/>
                  </a:lnTo>
                  <a:lnTo>
                    <a:pt x="38696" y="22453"/>
                  </a:lnTo>
                  <a:lnTo>
                    <a:pt x="38696" y="24364"/>
                  </a:lnTo>
                  <a:lnTo>
                    <a:pt x="38218" y="24364"/>
                  </a:lnTo>
                  <a:lnTo>
                    <a:pt x="36307" y="23886"/>
                  </a:lnTo>
                  <a:lnTo>
                    <a:pt x="34874" y="22931"/>
                  </a:lnTo>
                  <a:lnTo>
                    <a:pt x="33919" y="20065"/>
                  </a:lnTo>
                  <a:lnTo>
                    <a:pt x="32963" y="19587"/>
                  </a:lnTo>
                  <a:lnTo>
                    <a:pt x="30575" y="19109"/>
                  </a:lnTo>
                  <a:lnTo>
                    <a:pt x="27708" y="18154"/>
                  </a:lnTo>
                  <a:lnTo>
                    <a:pt x="25798" y="18154"/>
                  </a:lnTo>
                  <a:lnTo>
                    <a:pt x="23886" y="17676"/>
                  </a:lnTo>
                  <a:lnTo>
                    <a:pt x="22453" y="18154"/>
                  </a:lnTo>
                  <a:lnTo>
                    <a:pt x="21975" y="17198"/>
                  </a:lnTo>
                  <a:lnTo>
                    <a:pt x="21020" y="15287"/>
                  </a:lnTo>
                  <a:lnTo>
                    <a:pt x="21020" y="14810"/>
                  </a:lnTo>
                  <a:lnTo>
                    <a:pt x="21975" y="11943"/>
                  </a:lnTo>
                  <a:lnTo>
                    <a:pt x="21975" y="11466"/>
                  </a:lnTo>
                  <a:lnTo>
                    <a:pt x="21498" y="11466"/>
                  </a:lnTo>
                  <a:lnTo>
                    <a:pt x="19587" y="11943"/>
                  </a:lnTo>
                  <a:lnTo>
                    <a:pt x="19109" y="11466"/>
                  </a:lnTo>
                  <a:lnTo>
                    <a:pt x="16721" y="9555"/>
                  </a:lnTo>
                  <a:lnTo>
                    <a:pt x="15765" y="9077"/>
                  </a:lnTo>
                  <a:lnTo>
                    <a:pt x="13854" y="9077"/>
                  </a:lnTo>
                  <a:lnTo>
                    <a:pt x="12899" y="12421"/>
                  </a:lnTo>
                  <a:lnTo>
                    <a:pt x="12899" y="13376"/>
                  </a:lnTo>
                  <a:lnTo>
                    <a:pt x="13854" y="15287"/>
                  </a:lnTo>
                  <a:lnTo>
                    <a:pt x="16243" y="18632"/>
                  </a:lnTo>
                  <a:lnTo>
                    <a:pt x="14809" y="18632"/>
                  </a:lnTo>
                  <a:lnTo>
                    <a:pt x="11466" y="17676"/>
                  </a:lnTo>
                  <a:lnTo>
                    <a:pt x="10988" y="17198"/>
                  </a:lnTo>
                  <a:lnTo>
                    <a:pt x="9555" y="15287"/>
                  </a:lnTo>
                  <a:lnTo>
                    <a:pt x="7644" y="14332"/>
                  </a:lnTo>
                  <a:lnTo>
                    <a:pt x="7166" y="13854"/>
                  </a:lnTo>
                  <a:lnTo>
                    <a:pt x="6688" y="13376"/>
                  </a:lnTo>
                  <a:lnTo>
                    <a:pt x="6688" y="10988"/>
                  </a:lnTo>
                  <a:lnTo>
                    <a:pt x="6210" y="10510"/>
                  </a:lnTo>
                  <a:lnTo>
                    <a:pt x="3344" y="10988"/>
                  </a:lnTo>
                  <a:lnTo>
                    <a:pt x="2866" y="10510"/>
                  </a:lnTo>
                  <a:lnTo>
                    <a:pt x="2389" y="9555"/>
                  </a:lnTo>
                  <a:lnTo>
                    <a:pt x="2389" y="9077"/>
                  </a:lnTo>
                  <a:lnTo>
                    <a:pt x="478" y="8121"/>
                  </a:lnTo>
                  <a:lnTo>
                    <a:pt x="0" y="7644"/>
                  </a:lnTo>
                  <a:lnTo>
                    <a:pt x="956" y="7166"/>
                  </a:lnTo>
                  <a:lnTo>
                    <a:pt x="1433" y="5733"/>
                  </a:lnTo>
                  <a:lnTo>
                    <a:pt x="2389" y="0"/>
                  </a:lnTo>
                  <a:lnTo>
                    <a:pt x="57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7" name="Freeform 3856">
              <a:extLst>
                <a:ext uri="{FF2B5EF4-FFF2-40B4-BE49-F238E27FC236}">
                  <a16:creationId xmlns:a16="http://schemas.microsoft.com/office/drawing/2014/main" id="{D54A20FB-33DE-EED8-AC4C-89CFB6E1B065}"/>
                </a:ext>
              </a:extLst>
            </p:cNvPr>
            <p:cNvSpPr/>
            <p:nvPr/>
          </p:nvSpPr>
          <p:spPr>
            <a:xfrm>
              <a:off x="4529046" y="5929697"/>
              <a:ext cx="24364" cy="11465"/>
            </a:xfrm>
            <a:custGeom>
              <a:avLst/>
              <a:gdLst>
                <a:gd name="csX0" fmla="*/ 24364 w 24364"/>
                <a:gd name="csY0" fmla="*/ 7166 h 11465"/>
                <a:gd name="csX1" fmla="*/ 23886 w 24364"/>
                <a:gd name="csY1" fmla="*/ 8121 h 11465"/>
                <a:gd name="csX2" fmla="*/ 22453 w 24364"/>
                <a:gd name="csY2" fmla="*/ 10032 h 11465"/>
                <a:gd name="csX3" fmla="*/ 21020 w 24364"/>
                <a:gd name="csY3" fmla="*/ 10988 h 11465"/>
                <a:gd name="csX4" fmla="*/ 19109 w 24364"/>
                <a:gd name="csY4" fmla="*/ 11466 h 11465"/>
                <a:gd name="csX5" fmla="*/ 18154 w 24364"/>
                <a:gd name="csY5" fmla="*/ 10988 h 11465"/>
                <a:gd name="csX6" fmla="*/ 17676 w 24364"/>
                <a:gd name="csY6" fmla="*/ 9555 h 11465"/>
                <a:gd name="csX7" fmla="*/ 17198 w 24364"/>
                <a:gd name="csY7" fmla="*/ 8599 h 11465"/>
                <a:gd name="csX8" fmla="*/ 16721 w 24364"/>
                <a:gd name="csY8" fmla="*/ 8121 h 11465"/>
                <a:gd name="csX9" fmla="*/ 16243 w 24364"/>
                <a:gd name="csY9" fmla="*/ 7644 h 11465"/>
                <a:gd name="csX10" fmla="*/ 15287 w 24364"/>
                <a:gd name="csY10" fmla="*/ 8121 h 11465"/>
                <a:gd name="csX11" fmla="*/ 14332 w 24364"/>
                <a:gd name="csY11" fmla="*/ 8121 h 11465"/>
                <a:gd name="csX12" fmla="*/ 12421 w 24364"/>
                <a:gd name="csY12" fmla="*/ 10032 h 11465"/>
                <a:gd name="csX13" fmla="*/ 11466 w 24364"/>
                <a:gd name="csY13" fmla="*/ 10510 h 11465"/>
                <a:gd name="csX14" fmla="*/ 10988 w 24364"/>
                <a:gd name="csY14" fmla="*/ 10510 h 11465"/>
                <a:gd name="csX15" fmla="*/ 4777 w 24364"/>
                <a:gd name="csY15" fmla="*/ 9077 h 11465"/>
                <a:gd name="csX16" fmla="*/ 4300 w 24364"/>
                <a:gd name="csY16" fmla="*/ 8599 h 11465"/>
                <a:gd name="csX17" fmla="*/ 3344 w 24364"/>
                <a:gd name="csY17" fmla="*/ 7644 h 11465"/>
                <a:gd name="csX18" fmla="*/ 2866 w 24364"/>
                <a:gd name="csY18" fmla="*/ 4300 h 11465"/>
                <a:gd name="csX19" fmla="*/ 0 w 24364"/>
                <a:gd name="csY19" fmla="*/ 1433 h 11465"/>
                <a:gd name="csX20" fmla="*/ 3822 w 24364"/>
                <a:gd name="csY20" fmla="*/ 0 h 11465"/>
                <a:gd name="csX21" fmla="*/ 8599 w 24364"/>
                <a:gd name="csY21" fmla="*/ 0 h 11465"/>
                <a:gd name="csX22" fmla="*/ 17676 w 24364"/>
                <a:gd name="csY22" fmla="*/ 1433 h 11465"/>
                <a:gd name="csX23" fmla="*/ 21020 w 24364"/>
                <a:gd name="csY23" fmla="*/ 1433 h 11465"/>
                <a:gd name="csX24" fmla="*/ 23886 w 24364"/>
                <a:gd name="csY24" fmla="*/ 4300 h 11465"/>
                <a:gd name="csX25" fmla="*/ 24364 w 24364"/>
                <a:gd name="csY25" fmla="*/ 5733 h 11465"/>
                <a:gd name="csX26" fmla="*/ 24364 w 24364"/>
                <a:gd name="csY26" fmla="*/ 7166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4364" h="11465">
                  <a:moveTo>
                    <a:pt x="24364" y="7166"/>
                  </a:moveTo>
                  <a:lnTo>
                    <a:pt x="23886" y="8121"/>
                  </a:lnTo>
                  <a:lnTo>
                    <a:pt x="22453" y="10032"/>
                  </a:lnTo>
                  <a:lnTo>
                    <a:pt x="21020" y="10988"/>
                  </a:lnTo>
                  <a:lnTo>
                    <a:pt x="19109" y="11466"/>
                  </a:lnTo>
                  <a:lnTo>
                    <a:pt x="18154" y="10988"/>
                  </a:lnTo>
                  <a:lnTo>
                    <a:pt x="17676" y="9555"/>
                  </a:lnTo>
                  <a:lnTo>
                    <a:pt x="17198" y="8599"/>
                  </a:lnTo>
                  <a:lnTo>
                    <a:pt x="16721" y="8121"/>
                  </a:lnTo>
                  <a:lnTo>
                    <a:pt x="16243" y="7644"/>
                  </a:lnTo>
                  <a:lnTo>
                    <a:pt x="15287" y="8121"/>
                  </a:lnTo>
                  <a:lnTo>
                    <a:pt x="14332" y="8121"/>
                  </a:lnTo>
                  <a:lnTo>
                    <a:pt x="12421" y="10032"/>
                  </a:lnTo>
                  <a:lnTo>
                    <a:pt x="11466" y="10510"/>
                  </a:lnTo>
                  <a:lnTo>
                    <a:pt x="10988" y="10510"/>
                  </a:lnTo>
                  <a:lnTo>
                    <a:pt x="4777" y="9077"/>
                  </a:lnTo>
                  <a:lnTo>
                    <a:pt x="4300" y="8599"/>
                  </a:lnTo>
                  <a:lnTo>
                    <a:pt x="3344" y="7644"/>
                  </a:lnTo>
                  <a:lnTo>
                    <a:pt x="2866" y="4300"/>
                  </a:lnTo>
                  <a:lnTo>
                    <a:pt x="0" y="1433"/>
                  </a:lnTo>
                  <a:lnTo>
                    <a:pt x="3822" y="0"/>
                  </a:lnTo>
                  <a:lnTo>
                    <a:pt x="8599" y="0"/>
                  </a:lnTo>
                  <a:lnTo>
                    <a:pt x="17676" y="1433"/>
                  </a:lnTo>
                  <a:lnTo>
                    <a:pt x="21020" y="1433"/>
                  </a:lnTo>
                  <a:lnTo>
                    <a:pt x="23886" y="4300"/>
                  </a:lnTo>
                  <a:lnTo>
                    <a:pt x="24364" y="5733"/>
                  </a:lnTo>
                  <a:lnTo>
                    <a:pt x="24364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8" name="Freeform 3857">
              <a:extLst>
                <a:ext uri="{FF2B5EF4-FFF2-40B4-BE49-F238E27FC236}">
                  <a16:creationId xmlns:a16="http://schemas.microsoft.com/office/drawing/2014/main" id="{F0DB6370-3817-A2D9-485B-34539EC20E66}"/>
                </a:ext>
              </a:extLst>
            </p:cNvPr>
            <p:cNvSpPr/>
            <p:nvPr/>
          </p:nvSpPr>
          <p:spPr>
            <a:xfrm>
              <a:off x="4562010" y="5937341"/>
              <a:ext cx="4299" cy="3344"/>
            </a:xfrm>
            <a:custGeom>
              <a:avLst/>
              <a:gdLst>
                <a:gd name="csX0" fmla="*/ 3344 w 4299"/>
                <a:gd name="csY0" fmla="*/ 1911 h 3344"/>
                <a:gd name="csX1" fmla="*/ 1911 w 4299"/>
                <a:gd name="csY1" fmla="*/ 3344 h 3344"/>
                <a:gd name="csX2" fmla="*/ 955 w 4299"/>
                <a:gd name="csY2" fmla="*/ 3344 h 3344"/>
                <a:gd name="csX3" fmla="*/ 478 w 4299"/>
                <a:gd name="csY3" fmla="*/ 2866 h 3344"/>
                <a:gd name="csX4" fmla="*/ 0 w 4299"/>
                <a:gd name="csY4" fmla="*/ 1911 h 3344"/>
                <a:gd name="csX5" fmla="*/ 478 w 4299"/>
                <a:gd name="csY5" fmla="*/ 1433 h 3344"/>
                <a:gd name="csX6" fmla="*/ 955 w 4299"/>
                <a:gd name="csY6" fmla="*/ 478 h 3344"/>
                <a:gd name="csX7" fmla="*/ 1911 w 4299"/>
                <a:gd name="csY7" fmla="*/ 0 h 3344"/>
                <a:gd name="csX8" fmla="*/ 2389 w 4299"/>
                <a:gd name="csY8" fmla="*/ 0 h 3344"/>
                <a:gd name="csX9" fmla="*/ 4299 w 4299"/>
                <a:gd name="csY9" fmla="*/ 478 h 3344"/>
                <a:gd name="csX10" fmla="*/ 3344 w 4299"/>
                <a:gd name="csY10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3344">
                  <a:moveTo>
                    <a:pt x="3344" y="1911"/>
                  </a:moveTo>
                  <a:lnTo>
                    <a:pt x="1911" y="3344"/>
                  </a:lnTo>
                  <a:lnTo>
                    <a:pt x="955" y="3344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955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4299" y="478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9" name="Freeform 3858">
              <a:extLst>
                <a:ext uri="{FF2B5EF4-FFF2-40B4-BE49-F238E27FC236}">
                  <a16:creationId xmlns:a16="http://schemas.microsoft.com/office/drawing/2014/main" id="{00763583-6DAD-C4CE-623B-380200CD0853}"/>
                </a:ext>
              </a:extLst>
            </p:cNvPr>
            <p:cNvSpPr/>
            <p:nvPr/>
          </p:nvSpPr>
          <p:spPr>
            <a:xfrm>
              <a:off x="4543856" y="5950717"/>
              <a:ext cx="6210" cy="6210"/>
            </a:xfrm>
            <a:custGeom>
              <a:avLst/>
              <a:gdLst>
                <a:gd name="csX0" fmla="*/ 5255 w 6210"/>
                <a:gd name="csY0" fmla="*/ 6210 h 6210"/>
                <a:gd name="csX1" fmla="*/ 4777 w 6210"/>
                <a:gd name="csY1" fmla="*/ 6210 h 6210"/>
                <a:gd name="csX2" fmla="*/ 4300 w 6210"/>
                <a:gd name="csY2" fmla="*/ 5733 h 6210"/>
                <a:gd name="csX3" fmla="*/ 3344 w 6210"/>
                <a:gd name="csY3" fmla="*/ 5255 h 6210"/>
                <a:gd name="csX4" fmla="*/ 0 w 6210"/>
                <a:gd name="csY4" fmla="*/ 4300 h 6210"/>
                <a:gd name="csX5" fmla="*/ 0 w 6210"/>
                <a:gd name="csY5" fmla="*/ 3822 h 6210"/>
                <a:gd name="csX6" fmla="*/ 478 w 6210"/>
                <a:gd name="csY6" fmla="*/ 2866 h 6210"/>
                <a:gd name="csX7" fmla="*/ 956 w 6210"/>
                <a:gd name="csY7" fmla="*/ 2389 h 6210"/>
                <a:gd name="csX8" fmla="*/ 2389 w 6210"/>
                <a:gd name="csY8" fmla="*/ 1911 h 6210"/>
                <a:gd name="csX9" fmla="*/ 3344 w 6210"/>
                <a:gd name="csY9" fmla="*/ 0 h 6210"/>
                <a:gd name="csX10" fmla="*/ 3822 w 6210"/>
                <a:gd name="csY10" fmla="*/ 0 h 6210"/>
                <a:gd name="csX11" fmla="*/ 4300 w 6210"/>
                <a:gd name="csY11" fmla="*/ 956 h 6210"/>
                <a:gd name="csX12" fmla="*/ 5255 w 6210"/>
                <a:gd name="csY12" fmla="*/ 3344 h 6210"/>
                <a:gd name="csX13" fmla="*/ 6211 w 6210"/>
                <a:gd name="csY13" fmla="*/ 4777 h 6210"/>
                <a:gd name="csX14" fmla="*/ 5733 w 6210"/>
                <a:gd name="csY14" fmla="*/ 5733 h 6210"/>
                <a:gd name="csX15" fmla="*/ 5255 w 6210"/>
                <a:gd name="csY15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210" h="6210">
                  <a:moveTo>
                    <a:pt x="5255" y="6210"/>
                  </a:moveTo>
                  <a:lnTo>
                    <a:pt x="4777" y="6210"/>
                  </a:lnTo>
                  <a:lnTo>
                    <a:pt x="4300" y="5733"/>
                  </a:lnTo>
                  <a:lnTo>
                    <a:pt x="3344" y="5255"/>
                  </a:lnTo>
                  <a:lnTo>
                    <a:pt x="0" y="4300"/>
                  </a:lnTo>
                  <a:lnTo>
                    <a:pt x="0" y="3822"/>
                  </a:lnTo>
                  <a:lnTo>
                    <a:pt x="478" y="2866"/>
                  </a:lnTo>
                  <a:lnTo>
                    <a:pt x="956" y="2389"/>
                  </a:lnTo>
                  <a:lnTo>
                    <a:pt x="2389" y="1911"/>
                  </a:lnTo>
                  <a:lnTo>
                    <a:pt x="3344" y="0"/>
                  </a:lnTo>
                  <a:lnTo>
                    <a:pt x="3822" y="0"/>
                  </a:lnTo>
                  <a:lnTo>
                    <a:pt x="4300" y="956"/>
                  </a:lnTo>
                  <a:lnTo>
                    <a:pt x="5255" y="3344"/>
                  </a:lnTo>
                  <a:lnTo>
                    <a:pt x="6211" y="4777"/>
                  </a:lnTo>
                  <a:lnTo>
                    <a:pt x="5733" y="5733"/>
                  </a:lnTo>
                  <a:lnTo>
                    <a:pt x="5255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0" name="Freeform 3859">
              <a:extLst>
                <a:ext uri="{FF2B5EF4-FFF2-40B4-BE49-F238E27FC236}">
                  <a16:creationId xmlns:a16="http://schemas.microsoft.com/office/drawing/2014/main" id="{67E2C3B0-F9F5-DF11-58B0-BF4ABF27EA1E}"/>
                </a:ext>
              </a:extLst>
            </p:cNvPr>
            <p:cNvSpPr/>
            <p:nvPr/>
          </p:nvSpPr>
          <p:spPr>
            <a:xfrm>
              <a:off x="4538123" y="5957883"/>
              <a:ext cx="6688" cy="2388"/>
            </a:xfrm>
            <a:custGeom>
              <a:avLst/>
              <a:gdLst>
                <a:gd name="csX0" fmla="*/ 5733 w 6688"/>
                <a:gd name="csY0" fmla="*/ 2389 h 2388"/>
                <a:gd name="csX1" fmla="*/ 4777 w 6688"/>
                <a:gd name="csY1" fmla="*/ 2389 h 2388"/>
                <a:gd name="csX2" fmla="*/ 2866 w 6688"/>
                <a:gd name="csY2" fmla="*/ 1911 h 2388"/>
                <a:gd name="csX3" fmla="*/ 478 w 6688"/>
                <a:gd name="csY3" fmla="*/ 1911 h 2388"/>
                <a:gd name="csX4" fmla="*/ 0 w 6688"/>
                <a:gd name="csY4" fmla="*/ 1433 h 2388"/>
                <a:gd name="csX5" fmla="*/ 0 w 6688"/>
                <a:gd name="csY5" fmla="*/ 956 h 2388"/>
                <a:gd name="csX6" fmla="*/ 478 w 6688"/>
                <a:gd name="csY6" fmla="*/ 478 h 2388"/>
                <a:gd name="csX7" fmla="*/ 1911 w 6688"/>
                <a:gd name="csY7" fmla="*/ 0 h 2388"/>
                <a:gd name="csX8" fmla="*/ 6210 w 6688"/>
                <a:gd name="csY8" fmla="*/ 478 h 2388"/>
                <a:gd name="csX9" fmla="*/ 6688 w 6688"/>
                <a:gd name="csY9" fmla="*/ 478 h 2388"/>
                <a:gd name="csX10" fmla="*/ 6688 w 6688"/>
                <a:gd name="csY10" fmla="*/ 956 h 2388"/>
                <a:gd name="csX11" fmla="*/ 6210 w 6688"/>
                <a:gd name="csY11" fmla="*/ 1911 h 2388"/>
                <a:gd name="csX12" fmla="*/ 5733 w 6688"/>
                <a:gd name="csY1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688" h="2388">
                  <a:moveTo>
                    <a:pt x="5733" y="2389"/>
                  </a:moveTo>
                  <a:lnTo>
                    <a:pt x="4777" y="2389"/>
                  </a:lnTo>
                  <a:lnTo>
                    <a:pt x="2866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6210" y="478"/>
                  </a:lnTo>
                  <a:lnTo>
                    <a:pt x="6688" y="478"/>
                  </a:lnTo>
                  <a:lnTo>
                    <a:pt x="6688" y="956"/>
                  </a:lnTo>
                  <a:lnTo>
                    <a:pt x="6210" y="1911"/>
                  </a:lnTo>
                  <a:lnTo>
                    <a:pt x="57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1" name="Freeform 3860">
              <a:extLst>
                <a:ext uri="{FF2B5EF4-FFF2-40B4-BE49-F238E27FC236}">
                  <a16:creationId xmlns:a16="http://schemas.microsoft.com/office/drawing/2014/main" id="{F473F6B0-5A70-BF8A-FBE0-C9B4F4937B33}"/>
                </a:ext>
              </a:extLst>
            </p:cNvPr>
            <p:cNvSpPr/>
            <p:nvPr/>
          </p:nvSpPr>
          <p:spPr>
            <a:xfrm>
              <a:off x="6173869" y="4502719"/>
              <a:ext cx="2388" cy="1433"/>
            </a:xfrm>
            <a:custGeom>
              <a:avLst/>
              <a:gdLst>
                <a:gd name="csX0" fmla="*/ 0 w 2388"/>
                <a:gd name="csY0" fmla="*/ 0 h 1433"/>
                <a:gd name="csX1" fmla="*/ 2389 w 2388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8" h="1433">
                  <a:moveTo>
                    <a:pt x="0" y="0"/>
                  </a:moveTo>
                  <a:lnTo>
                    <a:pt x="2389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2" name="Freeform 3861">
              <a:extLst>
                <a:ext uri="{FF2B5EF4-FFF2-40B4-BE49-F238E27FC236}">
                  <a16:creationId xmlns:a16="http://schemas.microsoft.com/office/drawing/2014/main" id="{FB3B0A76-4094-57B0-A493-94BA8457EFA6}"/>
                </a:ext>
              </a:extLst>
            </p:cNvPr>
            <p:cNvSpPr/>
            <p:nvPr/>
          </p:nvSpPr>
          <p:spPr>
            <a:xfrm>
              <a:off x="6162404" y="4496031"/>
              <a:ext cx="8121" cy="955"/>
            </a:xfrm>
            <a:custGeom>
              <a:avLst/>
              <a:gdLst>
                <a:gd name="csX0" fmla="*/ 0 w 8121"/>
                <a:gd name="csY0" fmla="*/ 0 h 955"/>
                <a:gd name="csX1" fmla="*/ 3822 w 8121"/>
                <a:gd name="csY1" fmla="*/ 0 h 955"/>
                <a:gd name="csX2" fmla="*/ 8121 w 8121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21" h="955">
                  <a:moveTo>
                    <a:pt x="0" y="0"/>
                  </a:moveTo>
                  <a:lnTo>
                    <a:pt x="3822" y="0"/>
                  </a:lnTo>
                  <a:lnTo>
                    <a:pt x="8121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3" name="Freeform 3862">
              <a:extLst>
                <a:ext uri="{FF2B5EF4-FFF2-40B4-BE49-F238E27FC236}">
                  <a16:creationId xmlns:a16="http://schemas.microsoft.com/office/drawing/2014/main" id="{2B042EA4-64DC-EBFA-5B82-60D930C5EEB7}"/>
                </a:ext>
              </a:extLst>
            </p:cNvPr>
            <p:cNvSpPr/>
            <p:nvPr/>
          </p:nvSpPr>
          <p:spPr>
            <a:xfrm>
              <a:off x="6102209" y="4612597"/>
              <a:ext cx="1433" cy="4299"/>
            </a:xfrm>
            <a:custGeom>
              <a:avLst/>
              <a:gdLst>
                <a:gd name="csX0" fmla="*/ 0 w 1433"/>
                <a:gd name="csY0" fmla="*/ 0 h 4299"/>
                <a:gd name="csX1" fmla="*/ 478 w 1433"/>
                <a:gd name="csY1" fmla="*/ 478 h 4299"/>
                <a:gd name="csX2" fmla="*/ 1433 w 1433"/>
                <a:gd name="csY2" fmla="*/ 429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4299">
                  <a:moveTo>
                    <a:pt x="0" y="0"/>
                  </a:moveTo>
                  <a:lnTo>
                    <a:pt x="478" y="478"/>
                  </a:lnTo>
                  <a:lnTo>
                    <a:pt x="1433" y="429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4" name="Freeform 3863">
              <a:extLst>
                <a:ext uri="{FF2B5EF4-FFF2-40B4-BE49-F238E27FC236}">
                  <a16:creationId xmlns:a16="http://schemas.microsoft.com/office/drawing/2014/main" id="{D0A147D8-4054-A8EF-30AD-03F43124D2A7}"/>
                </a:ext>
              </a:extLst>
            </p:cNvPr>
            <p:cNvSpPr/>
            <p:nvPr/>
          </p:nvSpPr>
          <p:spPr>
            <a:xfrm>
              <a:off x="6085011" y="4607820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478 w 955"/>
                <a:gd name="csY1" fmla="*/ 478 h 1433"/>
                <a:gd name="csX2" fmla="*/ 956 w 955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478" y="478"/>
                  </a:lnTo>
                  <a:lnTo>
                    <a:pt x="956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5" name="Freeform 3864">
              <a:extLst>
                <a:ext uri="{FF2B5EF4-FFF2-40B4-BE49-F238E27FC236}">
                  <a16:creationId xmlns:a16="http://schemas.microsoft.com/office/drawing/2014/main" id="{C2827522-B4C5-471C-C7EE-135064548AFF}"/>
                </a:ext>
              </a:extLst>
            </p:cNvPr>
            <p:cNvSpPr/>
            <p:nvPr/>
          </p:nvSpPr>
          <p:spPr>
            <a:xfrm>
              <a:off x="6053003" y="4648427"/>
              <a:ext cx="28186" cy="44428"/>
            </a:xfrm>
            <a:custGeom>
              <a:avLst/>
              <a:gdLst>
                <a:gd name="csX0" fmla="*/ 25798 w 28186"/>
                <a:gd name="csY0" fmla="*/ 44429 h 44428"/>
                <a:gd name="csX1" fmla="*/ 25798 w 28186"/>
                <a:gd name="csY1" fmla="*/ 44429 h 44428"/>
                <a:gd name="csX2" fmla="*/ 25320 w 28186"/>
                <a:gd name="csY2" fmla="*/ 44429 h 44428"/>
                <a:gd name="csX3" fmla="*/ 25320 w 28186"/>
                <a:gd name="csY3" fmla="*/ 40129 h 44428"/>
                <a:gd name="csX4" fmla="*/ 26275 w 28186"/>
                <a:gd name="csY4" fmla="*/ 36785 h 44428"/>
                <a:gd name="csX5" fmla="*/ 26753 w 28186"/>
                <a:gd name="csY5" fmla="*/ 33441 h 44428"/>
                <a:gd name="csX6" fmla="*/ 28186 w 28186"/>
                <a:gd name="csY6" fmla="*/ 30575 h 44428"/>
                <a:gd name="csX7" fmla="*/ 27231 w 28186"/>
                <a:gd name="csY7" fmla="*/ 27708 h 44428"/>
                <a:gd name="csX8" fmla="*/ 26753 w 28186"/>
                <a:gd name="csY8" fmla="*/ 26275 h 44428"/>
                <a:gd name="csX9" fmla="*/ 22453 w 28186"/>
                <a:gd name="csY9" fmla="*/ 21975 h 44428"/>
                <a:gd name="csX10" fmla="*/ 24364 w 28186"/>
                <a:gd name="csY10" fmla="*/ 20542 h 44428"/>
                <a:gd name="csX11" fmla="*/ 21975 w 28186"/>
                <a:gd name="csY11" fmla="*/ 21020 h 44428"/>
                <a:gd name="csX12" fmla="*/ 21498 w 28186"/>
                <a:gd name="csY12" fmla="*/ 19109 h 44428"/>
                <a:gd name="csX13" fmla="*/ 20065 w 28186"/>
                <a:gd name="csY13" fmla="*/ 17676 h 44428"/>
                <a:gd name="csX14" fmla="*/ 21020 w 28186"/>
                <a:gd name="csY14" fmla="*/ 17198 h 44428"/>
                <a:gd name="csX15" fmla="*/ 21498 w 28186"/>
                <a:gd name="csY15" fmla="*/ 16243 h 44428"/>
                <a:gd name="csX16" fmla="*/ 23886 w 28186"/>
                <a:gd name="csY16" fmla="*/ 16243 h 44428"/>
                <a:gd name="csX17" fmla="*/ 23886 w 28186"/>
                <a:gd name="csY17" fmla="*/ 15765 h 44428"/>
                <a:gd name="csX18" fmla="*/ 21975 w 28186"/>
                <a:gd name="csY18" fmla="*/ 14332 h 44428"/>
                <a:gd name="csX19" fmla="*/ 21975 w 28186"/>
                <a:gd name="csY19" fmla="*/ 13854 h 44428"/>
                <a:gd name="csX20" fmla="*/ 22931 w 28186"/>
                <a:gd name="csY20" fmla="*/ 12898 h 44428"/>
                <a:gd name="csX21" fmla="*/ 22453 w 28186"/>
                <a:gd name="csY21" fmla="*/ 12421 h 44428"/>
                <a:gd name="csX22" fmla="*/ 21020 w 28186"/>
                <a:gd name="csY22" fmla="*/ 13376 h 44428"/>
                <a:gd name="csX23" fmla="*/ 20065 w 28186"/>
                <a:gd name="csY23" fmla="*/ 13376 h 44428"/>
                <a:gd name="csX24" fmla="*/ 19587 w 28186"/>
                <a:gd name="csY24" fmla="*/ 12898 h 44428"/>
                <a:gd name="csX25" fmla="*/ 18632 w 28186"/>
                <a:gd name="csY25" fmla="*/ 12421 h 44428"/>
                <a:gd name="csX26" fmla="*/ 19109 w 28186"/>
                <a:gd name="csY26" fmla="*/ 13854 h 44428"/>
                <a:gd name="csX27" fmla="*/ 18154 w 28186"/>
                <a:gd name="csY27" fmla="*/ 14809 h 44428"/>
                <a:gd name="csX28" fmla="*/ 17676 w 28186"/>
                <a:gd name="csY28" fmla="*/ 15287 h 44428"/>
                <a:gd name="csX29" fmla="*/ 16243 w 28186"/>
                <a:gd name="csY29" fmla="*/ 15287 h 44428"/>
                <a:gd name="csX30" fmla="*/ 15287 w 28186"/>
                <a:gd name="csY30" fmla="*/ 14809 h 44428"/>
                <a:gd name="csX31" fmla="*/ 15287 w 28186"/>
                <a:gd name="csY31" fmla="*/ 14332 h 44428"/>
                <a:gd name="csX32" fmla="*/ 14332 w 28186"/>
                <a:gd name="csY32" fmla="*/ 13854 h 44428"/>
                <a:gd name="csX33" fmla="*/ 11466 w 28186"/>
                <a:gd name="csY33" fmla="*/ 12898 h 44428"/>
                <a:gd name="csX34" fmla="*/ 9077 w 28186"/>
                <a:gd name="csY34" fmla="*/ 11943 h 44428"/>
                <a:gd name="csX35" fmla="*/ 8599 w 28186"/>
                <a:gd name="csY35" fmla="*/ 9555 h 44428"/>
                <a:gd name="csX36" fmla="*/ 8121 w 28186"/>
                <a:gd name="csY36" fmla="*/ 8599 h 44428"/>
                <a:gd name="csX37" fmla="*/ 7644 w 28186"/>
                <a:gd name="csY37" fmla="*/ 7166 h 44428"/>
                <a:gd name="csX38" fmla="*/ 7166 w 28186"/>
                <a:gd name="csY38" fmla="*/ 5733 h 44428"/>
                <a:gd name="csX39" fmla="*/ 7644 w 28186"/>
                <a:gd name="csY39" fmla="*/ 3822 h 44428"/>
                <a:gd name="csX40" fmla="*/ 7166 w 28186"/>
                <a:gd name="csY40" fmla="*/ 3344 h 44428"/>
                <a:gd name="csX41" fmla="*/ 6210 w 28186"/>
                <a:gd name="csY41" fmla="*/ 3344 h 44428"/>
                <a:gd name="csX42" fmla="*/ 5255 w 28186"/>
                <a:gd name="csY42" fmla="*/ 3344 h 44428"/>
                <a:gd name="csX43" fmla="*/ 4300 w 28186"/>
                <a:gd name="csY43" fmla="*/ 3344 h 44428"/>
                <a:gd name="csX44" fmla="*/ 3344 w 28186"/>
                <a:gd name="csY44" fmla="*/ 1911 h 44428"/>
                <a:gd name="csX45" fmla="*/ 2389 w 28186"/>
                <a:gd name="csY45" fmla="*/ 1433 h 44428"/>
                <a:gd name="csX46" fmla="*/ 2866 w 28186"/>
                <a:gd name="csY46" fmla="*/ 3822 h 44428"/>
                <a:gd name="csX47" fmla="*/ 2389 w 28186"/>
                <a:gd name="csY47" fmla="*/ 4299 h 44428"/>
                <a:gd name="csX48" fmla="*/ 956 w 28186"/>
                <a:gd name="csY48" fmla="*/ 4299 h 44428"/>
                <a:gd name="csX49" fmla="*/ 0 w 28186"/>
                <a:gd name="csY49" fmla="*/ 3344 h 44428"/>
                <a:gd name="csX50" fmla="*/ 0 w 28186"/>
                <a:gd name="csY50" fmla="*/ 2866 h 44428"/>
                <a:gd name="csX51" fmla="*/ 478 w 28186"/>
                <a:gd name="csY51" fmla="*/ 0 h 44428"/>
                <a:gd name="csX52" fmla="*/ 478 w 28186"/>
                <a:gd name="csY52" fmla="*/ 0 h 44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28186" h="44428">
                  <a:moveTo>
                    <a:pt x="25798" y="44429"/>
                  </a:moveTo>
                  <a:lnTo>
                    <a:pt x="25798" y="44429"/>
                  </a:lnTo>
                  <a:lnTo>
                    <a:pt x="25320" y="44429"/>
                  </a:lnTo>
                  <a:lnTo>
                    <a:pt x="25320" y="40129"/>
                  </a:lnTo>
                  <a:lnTo>
                    <a:pt x="26275" y="36785"/>
                  </a:lnTo>
                  <a:lnTo>
                    <a:pt x="26753" y="33441"/>
                  </a:lnTo>
                  <a:lnTo>
                    <a:pt x="28186" y="30575"/>
                  </a:lnTo>
                  <a:lnTo>
                    <a:pt x="27231" y="27708"/>
                  </a:lnTo>
                  <a:lnTo>
                    <a:pt x="26753" y="26275"/>
                  </a:lnTo>
                  <a:lnTo>
                    <a:pt x="22453" y="21975"/>
                  </a:lnTo>
                  <a:lnTo>
                    <a:pt x="24364" y="20542"/>
                  </a:lnTo>
                  <a:lnTo>
                    <a:pt x="21975" y="21020"/>
                  </a:lnTo>
                  <a:lnTo>
                    <a:pt x="21498" y="19109"/>
                  </a:lnTo>
                  <a:lnTo>
                    <a:pt x="20065" y="17676"/>
                  </a:lnTo>
                  <a:lnTo>
                    <a:pt x="21020" y="17198"/>
                  </a:lnTo>
                  <a:lnTo>
                    <a:pt x="21498" y="16243"/>
                  </a:lnTo>
                  <a:lnTo>
                    <a:pt x="23886" y="16243"/>
                  </a:lnTo>
                  <a:lnTo>
                    <a:pt x="23886" y="15765"/>
                  </a:lnTo>
                  <a:lnTo>
                    <a:pt x="21975" y="14332"/>
                  </a:lnTo>
                  <a:lnTo>
                    <a:pt x="21975" y="13854"/>
                  </a:lnTo>
                  <a:lnTo>
                    <a:pt x="22931" y="12898"/>
                  </a:lnTo>
                  <a:lnTo>
                    <a:pt x="22453" y="12421"/>
                  </a:lnTo>
                  <a:lnTo>
                    <a:pt x="21020" y="13376"/>
                  </a:lnTo>
                  <a:lnTo>
                    <a:pt x="20065" y="13376"/>
                  </a:lnTo>
                  <a:lnTo>
                    <a:pt x="19587" y="12898"/>
                  </a:lnTo>
                  <a:lnTo>
                    <a:pt x="18632" y="12421"/>
                  </a:lnTo>
                  <a:lnTo>
                    <a:pt x="19109" y="13854"/>
                  </a:lnTo>
                  <a:lnTo>
                    <a:pt x="18154" y="14809"/>
                  </a:lnTo>
                  <a:lnTo>
                    <a:pt x="17676" y="15287"/>
                  </a:lnTo>
                  <a:lnTo>
                    <a:pt x="16243" y="15287"/>
                  </a:lnTo>
                  <a:lnTo>
                    <a:pt x="15287" y="14809"/>
                  </a:lnTo>
                  <a:lnTo>
                    <a:pt x="15287" y="14332"/>
                  </a:lnTo>
                  <a:lnTo>
                    <a:pt x="14332" y="13854"/>
                  </a:lnTo>
                  <a:lnTo>
                    <a:pt x="11466" y="12898"/>
                  </a:lnTo>
                  <a:lnTo>
                    <a:pt x="9077" y="11943"/>
                  </a:lnTo>
                  <a:lnTo>
                    <a:pt x="8599" y="9555"/>
                  </a:lnTo>
                  <a:lnTo>
                    <a:pt x="8121" y="8599"/>
                  </a:lnTo>
                  <a:lnTo>
                    <a:pt x="7644" y="7166"/>
                  </a:lnTo>
                  <a:lnTo>
                    <a:pt x="7166" y="5733"/>
                  </a:lnTo>
                  <a:lnTo>
                    <a:pt x="7644" y="3822"/>
                  </a:lnTo>
                  <a:lnTo>
                    <a:pt x="7166" y="3344"/>
                  </a:lnTo>
                  <a:lnTo>
                    <a:pt x="6210" y="3344"/>
                  </a:lnTo>
                  <a:lnTo>
                    <a:pt x="5255" y="3344"/>
                  </a:lnTo>
                  <a:lnTo>
                    <a:pt x="4300" y="3344"/>
                  </a:lnTo>
                  <a:lnTo>
                    <a:pt x="3344" y="1911"/>
                  </a:lnTo>
                  <a:lnTo>
                    <a:pt x="2389" y="1433"/>
                  </a:lnTo>
                  <a:lnTo>
                    <a:pt x="2866" y="3822"/>
                  </a:lnTo>
                  <a:lnTo>
                    <a:pt x="2389" y="4299"/>
                  </a:lnTo>
                  <a:lnTo>
                    <a:pt x="956" y="4299"/>
                  </a:lnTo>
                  <a:lnTo>
                    <a:pt x="0" y="3344"/>
                  </a:lnTo>
                  <a:lnTo>
                    <a:pt x="0" y="2866"/>
                  </a:lnTo>
                  <a:lnTo>
                    <a:pt x="478" y="0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6" name="Freeform 3865">
              <a:extLst>
                <a:ext uri="{FF2B5EF4-FFF2-40B4-BE49-F238E27FC236}">
                  <a16:creationId xmlns:a16="http://schemas.microsoft.com/office/drawing/2014/main" id="{DAE60BB0-C2C9-8B1B-595E-EF0C80429FFC}"/>
                </a:ext>
              </a:extLst>
            </p:cNvPr>
            <p:cNvSpPr/>
            <p:nvPr/>
          </p:nvSpPr>
          <p:spPr>
            <a:xfrm>
              <a:off x="6078801" y="4693333"/>
              <a:ext cx="2866" cy="1911"/>
            </a:xfrm>
            <a:custGeom>
              <a:avLst/>
              <a:gdLst>
                <a:gd name="csX0" fmla="*/ 2866 w 2866"/>
                <a:gd name="csY0" fmla="*/ 1911 h 1911"/>
                <a:gd name="csX1" fmla="*/ 478 w 2866"/>
                <a:gd name="csY1" fmla="*/ 1433 h 1911"/>
                <a:gd name="csX2" fmla="*/ 0 w 2866"/>
                <a:gd name="csY2" fmla="*/ 478 h 1911"/>
                <a:gd name="csX3" fmla="*/ 0 w 2866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1911">
                  <a:moveTo>
                    <a:pt x="2866" y="1911"/>
                  </a:moveTo>
                  <a:lnTo>
                    <a:pt x="478" y="1433"/>
                  </a:lnTo>
                  <a:lnTo>
                    <a:pt x="0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7" name="Freeform 3866">
              <a:extLst>
                <a:ext uri="{FF2B5EF4-FFF2-40B4-BE49-F238E27FC236}">
                  <a16:creationId xmlns:a16="http://schemas.microsoft.com/office/drawing/2014/main" id="{7BE45DC6-72A1-1E99-DD5D-D891DD68CAA1}"/>
                </a:ext>
              </a:extLst>
            </p:cNvPr>
            <p:cNvSpPr/>
            <p:nvPr/>
          </p:nvSpPr>
          <p:spPr>
            <a:xfrm>
              <a:off x="6147594" y="4598265"/>
              <a:ext cx="57327" cy="106055"/>
            </a:xfrm>
            <a:custGeom>
              <a:avLst/>
              <a:gdLst>
                <a:gd name="csX0" fmla="*/ 42996 w 57327"/>
                <a:gd name="csY0" fmla="*/ 0 h 106055"/>
                <a:gd name="csX1" fmla="*/ 41085 w 57327"/>
                <a:gd name="csY1" fmla="*/ 2866 h 106055"/>
                <a:gd name="csX2" fmla="*/ 38696 w 57327"/>
                <a:gd name="csY2" fmla="*/ 4777 h 106055"/>
                <a:gd name="csX3" fmla="*/ 37741 w 57327"/>
                <a:gd name="csY3" fmla="*/ 5733 h 106055"/>
                <a:gd name="csX4" fmla="*/ 37263 w 57327"/>
                <a:gd name="csY4" fmla="*/ 7166 h 106055"/>
                <a:gd name="csX5" fmla="*/ 36785 w 57327"/>
                <a:gd name="csY5" fmla="*/ 8121 h 106055"/>
                <a:gd name="csX6" fmla="*/ 35352 w 57327"/>
                <a:gd name="csY6" fmla="*/ 10988 h 106055"/>
                <a:gd name="csX7" fmla="*/ 34397 w 57327"/>
                <a:gd name="csY7" fmla="*/ 13376 h 106055"/>
                <a:gd name="csX8" fmla="*/ 33441 w 57327"/>
                <a:gd name="csY8" fmla="*/ 14332 h 106055"/>
                <a:gd name="csX9" fmla="*/ 31052 w 57327"/>
                <a:gd name="csY9" fmla="*/ 17676 h 106055"/>
                <a:gd name="csX10" fmla="*/ 29142 w 57327"/>
                <a:gd name="csY10" fmla="*/ 21020 h 106055"/>
                <a:gd name="csX11" fmla="*/ 29142 w 57327"/>
                <a:gd name="csY11" fmla="*/ 21975 h 106055"/>
                <a:gd name="csX12" fmla="*/ 28664 w 57327"/>
                <a:gd name="csY12" fmla="*/ 22453 h 106055"/>
                <a:gd name="csX13" fmla="*/ 27708 w 57327"/>
                <a:gd name="csY13" fmla="*/ 22931 h 106055"/>
                <a:gd name="csX14" fmla="*/ 24842 w 57327"/>
                <a:gd name="csY14" fmla="*/ 24364 h 106055"/>
                <a:gd name="csX15" fmla="*/ 23886 w 57327"/>
                <a:gd name="csY15" fmla="*/ 24842 h 106055"/>
                <a:gd name="csX16" fmla="*/ 23409 w 57327"/>
                <a:gd name="csY16" fmla="*/ 25320 h 106055"/>
                <a:gd name="csX17" fmla="*/ 22453 w 57327"/>
                <a:gd name="csY17" fmla="*/ 26275 h 106055"/>
                <a:gd name="csX18" fmla="*/ 22453 w 57327"/>
                <a:gd name="csY18" fmla="*/ 26753 h 106055"/>
                <a:gd name="csX19" fmla="*/ 22931 w 57327"/>
                <a:gd name="csY19" fmla="*/ 28186 h 106055"/>
                <a:gd name="csX20" fmla="*/ 23886 w 57327"/>
                <a:gd name="csY20" fmla="*/ 29141 h 106055"/>
                <a:gd name="csX21" fmla="*/ 24364 w 57327"/>
                <a:gd name="csY21" fmla="*/ 29141 h 106055"/>
                <a:gd name="csX22" fmla="*/ 25320 w 57327"/>
                <a:gd name="csY22" fmla="*/ 29141 h 106055"/>
                <a:gd name="csX23" fmla="*/ 25798 w 57327"/>
                <a:gd name="csY23" fmla="*/ 29619 h 106055"/>
                <a:gd name="csX24" fmla="*/ 25798 w 57327"/>
                <a:gd name="csY24" fmla="*/ 30097 h 106055"/>
                <a:gd name="csX25" fmla="*/ 25798 w 57327"/>
                <a:gd name="csY25" fmla="*/ 36785 h 106055"/>
                <a:gd name="csX26" fmla="*/ 25320 w 57327"/>
                <a:gd name="csY26" fmla="*/ 37740 h 106055"/>
                <a:gd name="csX27" fmla="*/ 25320 w 57327"/>
                <a:gd name="csY27" fmla="*/ 38218 h 106055"/>
                <a:gd name="csX28" fmla="*/ 24842 w 57327"/>
                <a:gd name="csY28" fmla="*/ 39651 h 106055"/>
                <a:gd name="csX29" fmla="*/ 24842 w 57327"/>
                <a:gd name="csY29" fmla="*/ 40607 h 106055"/>
                <a:gd name="csX30" fmla="*/ 25320 w 57327"/>
                <a:gd name="csY30" fmla="*/ 41085 h 106055"/>
                <a:gd name="csX31" fmla="*/ 25798 w 57327"/>
                <a:gd name="csY31" fmla="*/ 41562 h 106055"/>
                <a:gd name="csX32" fmla="*/ 26275 w 57327"/>
                <a:gd name="csY32" fmla="*/ 42518 h 106055"/>
                <a:gd name="csX33" fmla="*/ 26753 w 57327"/>
                <a:gd name="csY33" fmla="*/ 44429 h 106055"/>
                <a:gd name="csX34" fmla="*/ 27708 w 57327"/>
                <a:gd name="csY34" fmla="*/ 52072 h 106055"/>
                <a:gd name="csX35" fmla="*/ 28186 w 57327"/>
                <a:gd name="csY35" fmla="*/ 53028 h 106055"/>
                <a:gd name="csX36" fmla="*/ 29142 w 57327"/>
                <a:gd name="csY36" fmla="*/ 53983 h 106055"/>
                <a:gd name="csX37" fmla="*/ 31530 w 57327"/>
                <a:gd name="csY37" fmla="*/ 55417 h 106055"/>
                <a:gd name="csX38" fmla="*/ 33919 w 57327"/>
                <a:gd name="csY38" fmla="*/ 57328 h 106055"/>
                <a:gd name="csX39" fmla="*/ 34874 w 57327"/>
                <a:gd name="csY39" fmla="*/ 58761 h 106055"/>
                <a:gd name="csX40" fmla="*/ 35352 w 57327"/>
                <a:gd name="csY40" fmla="*/ 61149 h 106055"/>
                <a:gd name="csX41" fmla="*/ 36308 w 57327"/>
                <a:gd name="csY41" fmla="*/ 62582 h 106055"/>
                <a:gd name="csX42" fmla="*/ 36308 w 57327"/>
                <a:gd name="csY42" fmla="*/ 63538 h 106055"/>
                <a:gd name="csX43" fmla="*/ 35830 w 57327"/>
                <a:gd name="csY43" fmla="*/ 63538 h 106055"/>
                <a:gd name="csX44" fmla="*/ 34874 w 57327"/>
                <a:gd name="csY44" fmla="*/ 63538 h 106055"/>
                <a:gd name="csX45" fmla="*/ 34397 w 57327"/>
                <a:gd name="csY45" fmla="*/ 63538 h 106055"/>
                <a:gd name="csX46" fmla="*/ 34874 w 57327"/>
                <a:gd name="csY46" fmla="*/ 64971 h 106055"/>
                <a:gd name="csX47" fmla="*/ 36308 w 57327"/>
                <a:gd name="csY47" fmla="*/ 66882 h 106055"/>
                <a:gd name="csX48" fmla="*/ 38218 w 57327"/>
                <a:gd name="csY48" fmla="*/ 69271 h 106055"/>
                <a:gd name="csX49" fmla="*/ 40607 w 57327"/>
                <a:gd name="csY49" fmla="*/ 71659 h 106055"/>
                <a:gd name="csX50" fmla="*/ 42518 w 57327"/>
                <a:gd name="csY50" fmla="*/ 73570 h 106055"/>
                <a:gd name="csX51" fmla="*/ 44907 w 57327"/>
                <a:gd name="csY51" fmla="*/ 75959 h 106055"/>
                <a:gd name="csX52" fmla="*/ 46817 w 57327"/>
                <a:gd name="csY52" fmla="*/ 77870 h 106055"/>
                <a:gd name="csX53" fmla="*/ 49206 w 57327"/>
                <a:gd name="csY53" fmla="*/ 79781 h 106055"/>
                <a:gd name="csX54" fmla="*/ 50639 w 57327"/>
                <a:gd name="csY54" fmla="*/ 80258 h 106055"/>
                <a:gd name="csX55" fmla="*/ 51595 w 57327"/>
                <a:gd name="csY55" fmla="*/ 80258 h 106055"/>
                <a:gd name="csX56" fmla="*/ 52073 w 57327"/>
                <a:gd name="csY56" fmla="*/ 80736 h 106055"/>
                <a:gd name="csX57" fmla="*/ 52550 w 57327"/>
                <a:gd name="csY57" fmla="*/ 81692 h 106055"/>
                <a:gd name="csX58" fmla="*/ 53506 w 57327"/>
                <a:gd name="csY58" fmla="*/ 82647 h 106055"/>
                <a:gd name="csX59" fmla="*/ 54461 w 57327"/>
                <a:gd name="csY59" fmla="*/ 83603 h 106055"/>
                <a:gd name="csX60" fmla="*/ 54939 w 57327"/>
                <a:gd name="csY60" fmla="*/ 85036 h 106055"/>
                <a:gd name="csX61" fmla="*/ 54461 w 57327"/>
                <a:gd name="csY61" fmla="*/ 85991 h 106055"/>
                <a:gd name="csX62" fmla="*/ 54939 w 57327"/>
                <a:gd name="csY62" fmla="*/ 87902 h 106055"/>
                <a:gd name="csX63" fmla="*/ 54939 w 57327"/>
                <a:gd name="csY63" fmla="*/ 87902 h 106055"/>
                <a:gd name="csX64" fmla="*/ 55417 w 57327"/>
                <a:gd name="csY64" fmla="*/ 88858 h 106055"/>
                <a:gd name="csX65" fmla="*/ 55417 w 57327"/>
                <a:gd name="csY65" fmla="*/ 89335 h 106055"/>
                <a:gd name="csX66" fmla="*/ 55417 w 57327"/>
                <a:gd name="csY66" fmla="*/ 91724 h 106055"/>
                <a:gd name="csX67" fmla="*/ 56372 w 57327"/>
                <a:gd name="csY67" fmla="*/ 93635 h 106055"/>
                <a:gd name="csX68" fmla="*/ 57328 w 57327"/>
                <a:gd name="csY68" fmla="*/ 95068 h 106055"/>
                <a:gd name="csX69" fmla="*/ 56850 w 57327"/>
                <a:gd name="csY69" fmla="*/ 95546 h 106055"/>
                <a:gd name="csX70" fmla="*/ 56850 w 57327"/>
                <a:gd name="csY70" fmla="*/ 96501 h 106055"/>
                <a:gd name="csX71" fmla="*/ 55894 w 57327"/>
                <a:gd name="csY71" fmla="*/ 96979 h 106055"/>
                <a:gd name="csX72" fmla="*/ 54939 w 57327"/>
                <a:gd name="csY72" fmla="*/ 98412 h 106055"/>
                <a:gd name="csX73" fmla="*/ 54939 w 57327"/>
                <a:gd name="csY73" fmla="*/ 99845 h 106055"/>
                <a:gd name="csX74" fmla="*/ 55417 w 57327"/>
                <a:gd name="csY74" fmla="*/ 101756 h 106055"/>
                <a:gd name="csX75" fmla="*/ 55894 w 57327"/>
                <a:gd name="csY75" fmla="*/ 103667 h 106055"/>
                <a:gd name="csX76" fmla="*/ 56372 w 57327"/>
                <a:gd name="csY76" fmla="*/ 105100 h 106055"/>
                <a:gd name="csX77" fmla="*/ 55894 w 57327"/>
                <a:gd name="csY77" fmla="*/ 105100 h 106055"/>
                <a:gd name="csX78" fmla="*/ 55417 w 57327"/>
                <a:gd name="csY78" fmla="*/ 105578 h 106055"/>
                <a:gd name="csX79" fmla="*/ 54461 w 57327"/>
                <a:gd name="csY79" fmla="*/ 106056 h 106055"/>
                <a:gd name="csX80" fmla="*/ 53028 w 57327"/>
                <a:gd name="csY80" fmla="*/ 104623 h 106055"/>
                <a:gd name="csX81" fmla="*/ 51117 w 57327"/>
                <a:gd name="csY81" fmla="*/ 103667 h 106055"/>
                <a:gd name="csX82" fmla="*/ 48251 w 57327"/>
                <a:gd name="csY82" fmla="*/ 101756 h 106055"/>
                <a:gd name="csX83" fmla="*/ 45384 w 57327"/>
                <a:gd name="csY83" fmla="*/ 101278 h 106055"/>
                <a:gd name="csX84" fmla="*/ 42040 w 57327"/>
                <a:gd name="csY84" fmla="*/ 100801 h 106055"/>
                <a:gd name="csX85" fmla="*/ 40129 w 57327"/>
                <a:gd name="csY85" fmla="*/ 101278 h 106055"/>
                <a:gd name="csX86" fmla="*/ 39174 w 57327"/>
                <a:gd name="csY86" fmla="*/ 100323 h 106055"/>
                <a:gd name="csX87" fmla="*/ 37741 w 57327"/>
                <a:gd name="csY87" fmla="*/ 99845 h 106055"/>
                <a:gd name="csX88" fmla="*/ 36785 w 57327"/>
                <a:gd name="csY88" fmla="*/ 99368 h 106055"/>
                <a:gd name="csX89" fmla="*/ 35352 w 57327"/>
                <a:gd name="csY89" fmla="*/ 100323 h 106055"/>
                <a:gd name="csX90" fmla="*/ 34874 w 57327"/>
                <a:gd name="csY90" fmla="*/ 100323 h 106055"/>
                <a:gd name="csX91" fmla="*/ 33919 w 57327"/>
                <a:gd name="csY91" fmla="*/ 99845 h 106055"/>
                <a:gd name="csX92" fmla="*/ 31530 w 57327"/>
                <a:gd name="csY92" fmla="*/ 99845 h 106055"/>
                <a:gd name="csX93" fmla="*/ 31530 w 57327"/>
                <a:gd name="csY93" fmla="*/ 98890 h 106055"/>
                <a:gd name="csX94" fmla="*/ 31052 w 57327"/>
                <a:gd name="csY94" fmla="*/ 98890 h 106055"/>
                <a:gd name="csX95" fmla="*/ 29142 w 57327"/>
                <a:gd name="csY95" fmla="*/ 98890 h 106055"/>
                <a:gd name="csX96" fmla="*/ 28186 w 57327"/>
                <a:gd name="csY96" fmla="*/ 97935 h 106055"/>
                <a:gd name="csX97" fmla="*/ 27708 w 57327"/>
                <a:gd name="csY97" fmla="*/ 97935 h 106055"/>
                <a:gd name="csX98" fmla="*/ 27231 w 57327"/>
                <a:gd name="csY98" fmla="*/ 97935 h 106055"/>
                <a:gd name="csX99" fmla="*/ 25320 w 57327"/>
                <a:gd name="csY99" fmla="*/ 96501 h 106055"/>
                <a:gd name="csX100" fmla="*/ 23409 w 57327"/>
                <a:gd name="csY100" fmla="*/ 97457 h 106055"/>
                <a:gd name="csX101" fmla="*/ 19587 w 57327"/>
                <a:gd name="csY101" fmla="*/ 97457 h 106055"/>
                <a:gd name="csX102" fmla="*/ 14332 w 57327"/>
                <a:gd name="csY102" fmla="*/ 97457 h 106055"/>
                <a:gd name="csX103" fmla="*/ 9077 w 57327"/>
                <a:gd name="csY103" fmla="*/ 97457 h 106055"/>
                <a:gd name="csX104" fmla="*/ 4300 w 57327"/>
                <a:gd name="csY104" fmla="*/ 97457 h 106055"/>
                <a:gd name="csX105" fmla="*/ 0 w 57327"/>
                <a:gd name="csY105" fmla="*/ 97457 h 1060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57327" h="106055">
                  <a:moveTo>
                    <a:pt x="42996" y="0"/>
                  </a:moveTo>
                  <a:lnTo>
                    <a:pt x="41085" y="2866"/>
                  </a:lnTo>
                  <a:lnTo>
                    <a:pt x="38696" y="4777"/>
                  </a:lnTo>
                  <a:lnTo>
                    <a:pt x="37741" y="5733"/>
                  </a:lnTo>
                  <a:lnTo>
                    <a:pt x="37263" y="7166"/>
                  </a:lnTo>
                  <a:lnTo>
                    <a:pt x="36785" y="8121"/>
                  </a:lnTo>
                  <a:lnTo>
                    <a:pt x="35352" y="10988"/>
                  </a:lnTo>
                  <a:lnTo>
                    <a:pt x="34397" y="13376"/>
                  </a:lnTo>
                  <a:lnTo>
                    <a:pt x="33441" y="14332"/>
                  </a:lnTo>
                  <a:lnTo>
                    <a:pt x="31052" y="17676"/>
                  </a:lnTo>
                  <a:lnTo>
                    <a:pt x="29142" y="21020"/>
                  </a:lnTo>
                  <a:lnTo>
                    <a:pt x="29142" y="21975"/>
                  </a:lnTo>
                  <a:lnTo>
                    <a:pt x="28664" y="22453"/>
                  </a:lnTo>
                  <a:lnTo>
                    <a:pt x="27708" y="22931"/>
                  </a:lnTo>
                  <a:lnTo>
                    <a:pt x="24842" y="24364"/>
                  </a:lnTo>
                  <a:lnTo>
                    <a:pt x="23886" y="24842"/>
                  </a:lnTo>
                  <a:lnTo>
                    <a:pt x="23409" y="25320"/>
                  </a:lnTo>
                  <a:lnTo>
                    <a:pt x="22453" y="26275"/>
                  </a:lnTo>
                  <a:lnTo>
                    <a:pt x="22453" y="26753"/>
                  </a:lnTo>
                  <a:lnTo>
                    <a:pt x="22931" y="28186"/>
                  </a:lnTo>
                  <a:lnTo>
                    <a:pt x="23886" y="29141"/>
                  </a:lnTo>
                  <a:lnTo>
                    <a:pt x="24364" y="29141"/>
                  </a:lnTo>
                  <a:lnTo>
                    <a:pt x="25320" y="29141"/>
                  </a:lnTo>
                  <a:lnTo>
                    <a:pt x="25798" y="29619"/>
                  </a:lnTo>
                  <a:lnTo>
                    <a:pt x="25798" y="30097"/>
                  </a:lnTo>
                  <a:lnTo>
                    <a:pt x="25798" y="36785"/>
                  </a:lnTo>
                  <a:lnTo>
                    <a:pt x="25320" y="37740"/>
                  </a:lnTo>
                  <a:lnTo>
                    <a:pt x="25320" y="38218"/>
                  </a:lnTo>
                  <a:lnTo>
                    <a:pt x="24842" y="39651"/>
                  </a:lnTo>
                  <a:lnTo>
                    <a:pt x="24842" y="40607"/>
                  </a:lnTo>
                  <a:lnTo>
                    <a:pt x="25320" y="41085"/>
                  </a:lnTo>
                  <a:lnTo>
                    <a:pt x="25798" y="41562"/>
                  </a:lnTo>
                  <a:lnTo>
                    <a:pt x="26275" y="42518"/>
                  </a:lnTo>
                  <a:lnTo>
                    <a:pt x="26753" y="44429"/>
                  </a:lnTo>
                  <a:lnTo>
                    <a:pt x="27708" y="52072"/>
                  </a:lnTo>
                  <a:lnTo>
                    <a:pt x="28186" y="53028"/>
                  </a:lnTo>
                  <a:lnTo>
                    <a:pt x="29142" y="53983"/>
                  </a:lnTo>
                  <a:lnTo>
                    <a:pt x="31530" y="55417"/>
                  </a:lnTo>
                  <a:lnTo>
                    <a:pt x="33919" y="57328"/>
                  </a:lnTo>
                  <a:lnTo>
                    <a:pt x="34874" y="58761"/>
                  </a:lnTo>
                  <a:lnTo>
                    <a:pt x="35352" y="61149"/>
                  </a:lnTo>
                  <a:lnTo>
                    <a:pt x="36308" y="62582"/>
                  </a:lnTo>
                  <a:lnTo>
                    <a:pt x="36308" y="63538"/>
                  </a:lnTo>
                  <a:lnTo>
                    <a:pt x="35830" y="63538"/>
                  </a:lnTo>
                  <a:lnTo>
                    <a:pt x="34874" y="63538"/>
                  </a:lnTo>
                  <a:lnTo>
                    <a:pt x="34397" y="63538"/>
                  </a:lnTo>
                  <a:lnTo>
                    <a:pt x="34874" y="64971"/>
                  </a:lnTo>
                  <a:lnTo>
                    <a:pt x="36308" y="66882"/>
                  </a:lnTo>
                  <a:lnTo>
                    <a:pt x="38218" y="69271"/>
                  </a:lnTo>
                  <a:lnTo>
                    <a:pt x="40607" y="71659"/>
                  </a:lnTo>
                  <a:lnTo>
                    <a:pt x="42518" y="73570"/>
                  </a:lnTo>
                  <a:lnTo>
                    <a:pt x="44907" y="75959"/>
                  </a:lnTo>
                  <a:lnTo>
                    <a:pt x="46817" y="77870"/>
                  </a:lnTo>
                  <a:lnTo>
                    <a:pt x="49206" y="79781"/>
                  </a:lnTo>
                  <a:lnTo>
                    <a:pt x="50639" y="80258"/>
                  </a:lnTo>
                  <a:lnTo>
                    <a:pt x="51595" y="80258"/>
                  </a:lnTo>
                  <a:lnTo>
                    <a:pt x="52073" y="80736"/>
                  </a:lnTo>
                  <a:lnTo>
                    <a:pt x="52550" y="81692"/>
                  </a:lnTo>
                  <a:lnTo>
                    <a:pt x="53506" y="82647"/>
                  </a:lnTo>
                  <a:lnTo>
                    <a:pt x="54461" y="83603"/>
                  </a:lnTo>
                  <a:lnTo>
                    <a:pt x="54939" y="85036"/>
                  </a:lnTo>
                  <a:lnTo>
                    <a:pt x="54461" y="85991"/>
                  </a:lnTo>
                  <a:lnTo>
                    <a:pt x="54939" y="87902"/>
                  </a:lnTo>
                  <a:lnTo>
                    <a:pt x="54939" y="87902"/>
                  </a:lnTo>
                  <a:lnTo>
                    <a:pt x="55417" y="88858"/>
                  </a:lnTo>
                  <a:lnTo>
                    <a:pt x="55417" y="89335"/>
                  </a:lnTo>
                  <a:lnTo>
                    <a:pt x="55417" y="91724"/>
                  </a:lnTo>
                  <a:lnTo>
                    <a:pt x="56372" y="93635"/>
                  </a:lnTo>
                  <a:lnTo>
                    <a:pt x="57328" y="95068"/>
                  </a:lnTo>
                  <a:lnTo>
                    <a:pt x="56850" y="95546"/>
                  </a:lnTo>
                  <a:lnTo>
                    <a:pt x="56850" y="96501"/>
                  </a:lnTo>
                  <a:lnTo>
                    <a:pt x="55894" y="96979"/>
                  </a:lnTo>
                  <a:lnTo>
                    <a:pt x="54939" y="98412"/>
                  </a:lnTo>
                  <a:lnTo>
                    <a:pt x="54939" y="99845"/>
                  </a:lnTo>
                  <a:lnTo>
                    <a:pt x="55417" y="101756"/>
                  </a:lnTo>
                  <a:lnTo>
                    <a:pt x="55894" y="103667"/>
                  </a:lnTo>
                  <a:lnTo>
                    <a:pt x="56372" y="105100"/>
                  </a:lnTo>
                  <a:lnTo>
                    <a:pt x="55894" y="105100"/>
                  </a:lnTo>
                  <a:lnTo>
                    <a:pt x="55417" y="105578"/>
                  </a:lnTo>
                  <a:lnTo>
                    <a:pt x="54461" y="106056"/>
                  </a:lnTo>
                  <a:lnTo>
                    <a:pt x="53028" y="104623"/>
                  </a:lnTo>
                  <a:lnTo>
                    <a:pt x="51117" y="103667"/>
                  </a:lnTo>
                  <a:lnTo>
                    <a:pt x="48251" y="101756"/>
                  </a:lnTo>
                  <a:lnTo>
                    <a:pt x="45384" y="101278"/>
                  </a:lnTo>
                  <a:lnTo>
                    <a:pt x="42040" y="100801"/>
                  </a:lnTo>
                  <a:lnTo>
                    <a:pt x="40129" y="101278"/>
                  </a:lnTo>
                  <a:lnTo>
                    <a:pt x="39174" y="100323"/>
                  </a:lnTo>
                  <a:lnTo>
                    <a:pt x="37741" y="99845"/>
                  </a:lnTo>
                  <a:lnTo>
                    <a:pt x="36785" y="99368"/>
                  </a:lnTo>
                  <a:lnTo>
                    <a:pt x="35352" y="100323"/>
                  </a:lnTo>
                  <a:lnTo>
                    <a:pt x="34874" y="100323"/>
                  </a:lnTo>
                  <a:lnTo>
                    <a:pt x="33919" y="99845"/>
                  </a:lnTo>
                  <a:lnTo>
                    <a:pt x="31530" y="99845"/>
                  </a:lnTo>
                  <a:lnTo>
                    <a:pt x="31530" y="98890"/>
                  </a:lnTo>
                  <a:lnTo>
                    <a:pt x="31052" y="98890"/>
                  </a:lnTo>
                  <a:lnTo>
                    <a:pt x="29142" y="98890"/>
                  </a:lnTo>
                  <a:lnTo>
                    <a:pt x="28186" y="97935"/>
                  </a:lnTo>
                  <a:lnTo>
                    <a:pt x="27708" y="97935"/>
                  </a:lnTo>
                  <a:lnTo>
                    <a:pt x="27231" y="97935"/>
                  </a:lnTo>
                  <a:lnTo>
                    <a:pt x="25320" y="96501"/>
                  </a:lnTo>
                  <a:lnTo>
                    <a:pt x="23409" y="97457"/>
                  </a:lnTo>
                  <a:lnTo>
                    <a:pt x="19587" y="97457"/>
                  </a:lnTo>
                  <a:lnTo>
                    <a:pt x="14332" y="97457"/>
                  </a:lnTo>
                  <a:lnTo>
                    <a:pt x="9077" y="97457"/>
                  </a:lnTo>
                  <a:lnTo>
                    <a:pt x="4300" y="97457"/>
                  </a:lnTo>
                  <a:lnTo>
                    <a:pt x="0" y="9745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8" name="Freeform 3867">
              <a:extLst>
                <a:ext uri="{FF2B5EF4-FFF2-40B4-BE49-F238E27FC236}">
                  <a16:creationId xmlns:a16="http://schemas.microsoft.com/office/drawing/2014/main" id="{9C92A764-B127-D605-F7AE-E57F022FAE2A}"/>
                </a:ext>
              </a:extLst>
            </p:cNvPr>
            <p:cNvSpPr/>
            <p:nvPr/>
          </p:nvSpPr>
          <p:spPr>
            <a:xfrm>
              <a:off x="8037969" y="4362745"/>
              <a:ext cx="47295" cy="36785"/>
            </a:xfrm>
            <a:custGeom>
              <a:avLst/>
              <a:gdLst>
                <a:gd name="csX0" fmla="*/ 44907 w 47295"/>
                <a:gd name="csY0" fmla="*/ 2867 h 36785"/>
                <a:gd name="csX1" fmla="*/ 45862 w 47295"/>
                <a:gd name="csY1" fmla="*/ 3822 h 36785"/>
                <a:gd name="csX2" fmla="*/ 46340 w 47295"/>
                <a:gd name="csY2" fmla="*/ 4777 h 36785"/>
                <a:gd name="csX3" fmla="*/ 46818 w 47295"/>
                <a:gd name="csY3" fmla="*/ 7166 h 36785"/>
                <a:gd name="csX4" fmla="*/ 47295 w 47295"/>
                <a:gd name="csY4" fmla="*/ 9555 h 36785"/>
                <a:gd name="csX5" fmla="*/ 45384 w 47295"/>
                <a:gd name="csY5" fmla="*/ 10510 h 36785"/>
                <a:gd name="csX6" fmla="*/ 43473 w 47295"/>
                <a:gd name="csY6" fmla="*/ 10988 h 36785"/>
                <a:gd name="csX7" fmla="*/ 40129 w 47295"/>
                <a:gd name="csY7" fmla="*/ 16243 h 36785"/>
                <a:gd name="csX8" fmla="*/ 39174 w 47295"/>
                <a:gd name="csY8" fmla="*/ 18154 h 36785"/>
                <a:gd name="csX9" fmla="*/ 38696 w 47295"/>
                <a:gd name="csY9" fmla="*/ 18632 h 36785"/>
                <a:gd name="csX10" fmla="*/ 38218 w 47295"/>
                <a:gd name="csY10" fmla="*/ 19587 h 36785"/>
                <a:gd name="csX11" fmla="*/ 38218 w 47295"/>
                <a:gd name="csY11" fmla="*/ 20065 h 36785"/>
                <a:gd name="csX12" fmla="*/ 37263 w 47295"/>
                <a:gd name="csY12" fmla="*/ 22453 h 36785"/>
                <a:gd name="csX13" fmla="*/ 36785 w 47295"/>
                <a:gd name="csY13" fmla="*/ 25320 h 36785"/>
                <a:gd name="csX14" fmla="*/ 36307 w 47295"/>
                <a:gd name="csY14" fmla="*/ 26753 h 36785"/>
                <a:gd name="csX15" fmla="*/ 35352 w 47295"/>
                <a:gd name="csY15" fmla="*/ 27709 h 36785"/>
                <a:gd name="csX16" fmla="*/ 33919 w 47295"/>
                <a:gd name="csY16" fmla="*/ 28186 h 36785"/>
                <a:gd name="csX17" fmla="*/ 32963 w 47295"/>
                <a:gd name="csY17" fmla="*/ 28186 h 36785"/>
                <a:gd name="csX18" fmla="*/ 32008 w 47295"/>
                <a:gd name="csY18" fmla="*/ 28664 h 36785"/>
                <a:gd name="csX19" fmla="*/ 30097 w 47295"/>
                <a:gd name="csY19" fmla="*/ 30097 h 36785"/>
                <a:gd name="csX20" fmla="*/ 28186 w 47295"/>
                <a:gd name="csY20" fmla="*/ 31530 h 36785"/>
                <a:gd name="csX21" fmla="*/ 28664 w 47295"/>
                <a:gd name="csY21" fmla="*/ 32008 h 36785"/>
                <a:gd name="csX22" fmla="*/ 28664 w 47295"/>
                <a:gd name="csY22" fmla="*/ 32486 h 36785"/>
                <a:gd name="csX23" fmla="*/ 27709 w 47295"/>
                <a:gd name="csY23" fmla="*/ 32963 h 36785"/>
                <a:gd name="csX24" fmla="*/ 26753 w 47295"/>
                <a:gd name="csY24" fmla="*/ 32963 h 36785"/>
                <a:gd name="csX25" fmla="*/ 23409 w 47295"/>
                <a:gd name="csY25" fmla="*/ 33441 h 36785"/>
                <a:gd name="csX26" fmla="*/ 22453 w 47295"/>
                <a:gd name="csY26" fmla="*/ 34397 h 36785"/>
                <a:gd name="csX27" fmla="*/ 21498 w 47295"/>
                <a:gd name="csY27" fmla="*/ 36308 h 36785"/>
                <a:gd name="csX28" fmla="*/ 21020 w 47295"/>
                <a:gd name="csY28" fmla="*/ 36308 h 36785"/>
                <a:gd name="csX29" fmla="*/ 19109 w 47295"/>
                <a:gd name="csY29" fmla="*/ 36785 h 36785"/>
                <a:gd name="csX30" fmla="*/ 17676 w 47295"/>
                <a:gd name="csY30" fmla="*/ 36785 h 36785"/>
                <a:gd name="csX31" fmla="*/ 15287 w 47295"/>
                <a:gd name="csY31" fmla="*/ 35830 h 36785"/>
                <a:gd name="csX32" fmla="*/ 14332 w 47295"/>
                <a:gd name="csY32" fmla="*/ 35352 h 36785"/>
                <a:gd name="csX33" fmla="*/ 10988 w 47295"/>
                <a:gd name="csY33" fmla="*/ 34874 h 36785"/>
                <a:gd name="csX34" fmla="*/ 8121 w 47295"/>
                <a:gd name="csY34" fmla="*/ 33919 h 36785"/>
                <a:gd name="csX35" fmla="*/ 5733 w 47295"/>
                <a:gd name="csY35" fmla="*/ 32963 h 36785"/>
                <a:gd name="csX36" fmla="*/ 1433 w 47295"/>
                <a:gd name="csY36" fmla="*/ 30575 h 36785"/>
                <a:gd name="csX37" fmla="*/ 955 w 47295"/>
                <a:gd name="csY37" fmla="*/ 26753 h 36785"/>
                <a:gd name="csX38" fmla="*/ 0 w 47295"/>
                <a:gd name="csY38" fmla="*/ 24364 h 36785"/>
                <a:gd name="csX39" fmla="*/ 0 w 47295"/>
                <a:gd name="csY39" fmla="*/ 23886 h 36785"/>
                <a:gd name="csX40" fmla="*/ 478 w 47295"/>
                <a:gd name="csY40" fmla="*/ 16721 h 36785"/>
                <a:gd name="csX41" fmla="*/ 955 w 47295"/>
                <a:gd name="csY41" fmla="*/ 16243 h 36785"/>
                <a:gd name="csX42" fmla="*/ 1433 w 47295"/>
                <a:gd name="csY42" fmla="*/ 15287 h 36785"/>
                <a:gd name="csX43" fmla="*/ 3344 w 47295"/>
                <a:gd name="csY43" fmla="*/ 13854 h 36785"/>
                <a:gd name="csX44" fmla="*/ 5255 w 47295"/>
                <a:gd name="csY44" fmla="*/ 12899 h 36785"/>
                <a:gd name="csX45" fmla="*/ 8599 w 47295"/>
                <a:gd name="csY45" fmla="*/ 10032 h 36785"/>
                <a:gd name="csX46" fmla="*/ 10988 w 47295"/>
                <a:gd name="csY46" fmla="*/ 9077 h 36785"/>
                <a:gd name="csX47" fmla="*/ 12898 w 47295"/>
                <a:gd name="csY47" fmla="*/ 7166 h 36785"/>
                <a:gd name="csX48" fmla="*/ 11943 w 47295"/>
                <a:gd name="csY48" fmla="*/ 7166 h 36785"/>
                <a:gd name="csX49" fmla="*/ 10988 w 47295"/>
                <a:gd name="csY49" fmla="*/ 7166 h 36785"/>
                <a:gd name="csX50" fmla="*/ 11466 w 47295"/>
                <a:gd name="csY50" fmla="*/ 5733 h 36785"/>
                <a:gd name="csX51" fmla="*/ 12421 w 47295"/>
                <a:gd name="csY51" fmla="*/ 4777 h 36785"/>
                <a:gd name="csX52" fmla="*/ 13377 w 47295"/>
                <a:gd name="csY52" fmla="*/ 4777 h 36785"/>
                <a:gd name="csX53" fmla="*/ 15765 w 47295"/>
                <a:gd name="csY53" fmla="*/ 4777 h 36785"/>
                <a:gd name="csX54" fmla="*/ 17676 w 47295"/>
                <a:gd name="csY54" fmla="*/ 4777 h 36785"/>
                <a:gd name="csX55" fmla="*/ 19109 w 47295"/>
                <a:gd name="csY55" fmla="*/ 3344 h 36785"/>
                <a:gd name="csX56" fmla="*/ 20064 w 47295"/>
                <a:gd name="csY56" fmla="*/ 2867 h 36785"/>
                <a:gd name="csX57" fmla="*/ 25320 w 47295"/>
                <a:gd name="csY57" fmla="*/ 3344 h 36785"/>
                <a:gd name="csX58" fmla="*/ 28664 w 47295"/>
                <a:gd name="csY58" fmla="*/ 2867 h 36785"/>
                <a:gd name="csX59" fmla="*/ 30575 w 47295"/>
                <a:gd name="csY59" fmla="*/ 1433 h 36785"/>
                <a:gd name="csX60" fmla="*/ 31530 w 47295"/>
                <a:gd name="csY60" fmla="*/ 1433 h 36785"/>
                <a:gd name="csX61" fmla="*/ 33919 w 47295"/>
                <a:gd name="csY61" fmla="*/ 1911 h 36785"/>
                <a:gd name="csX62" fmla="*/ 34874 w 47295"/>
                <a:gd name="csY62" fmla="*/ 3344 h 36785"/>
                <a:gd name="csX63" fmla="*/ 34874 w 47295"/>
                <a:gd name="csY63" fmla="*/ 2389 h 36785"/>
                <a:gd name="csX64" fmla="*/ 34874 w 47295"/>
                <a:gd name="csY64" fmla="*/ 1433 h 36785"/>
                <a:gd name="csX65" fmla="*/ 35352 w 47295"/>
                <a:gd name="csY65" fmla="*/ 1433 h 36785"/>
                <a:gd name="csX66" fmla="*/ 38696 w 47295"/>
                <a:gd name="csY66" fmla="*/ 3344 h 36785"/>
                <a:gd name="csX67" fmla="*/ 38696 w 47295"/>
                <a:gd name="csY67" fmla="*/ 1433 h 36785"/>
                <a:gd name="csX68" fmla="*/ 39174 w 47295"/>
                <a:gd name="csY68" fmla="*/ 956 h 36785"/>
                <a:gd name="csX69" fmla="*/ 40129 w 47295"/>
                <a:gd name="csY69" fmla="*/ 0 h 36785"/>
                <a:gd name="csX70" fmla="*/ 40607 w 47295"/>
                <a:gd name="csY70" fmla="*/ 0 h 36785"/>
                <a:gd name="csX71" fmla="*/ 42040 w 47295"/>
                <a:gd name="csY71" fmla="*/ 1433 h 36785"/>
                <a:gd name="csX72" fmla="*/ 42996 w 47295"/>
                <a:gd name="csY72" fmla="*/ 2389 h 36785"/>
                <a:gd name="csX73" fmla="*/ 44907 w 47295"/>
                <a:gd name="csY73" fmla="*/ 2867 h 36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</a:cxnLst>
              <a:rect l="l" t="t" r="r" b="b"/>
              <a:pathLst>
                <a:path w="47295" h="36785">
                  <a:moveTo>
                    <a:pt x="44907" y="2867"/>
                  </a:moveTo>
                  <a:lnTo>
                    <a:pt x="45862" y="3822"/>
                  </a:lnTo>
                  <a:lnTo>
                    <a:pt x="46340" y="4777"/>
                  </a:lnTo>
                  <a:lnTo>
                    <a:pt x="46818" y="7166"/>
                  </a:lnTo>
                  <a:lnTo>
                    <a:pt x="47295" y="9555"/>
                  </a:lnTo>
                  <a:lnTo>
                    <a:pt x="45384" y="10510"/>
                  </a:lnTo>
                  <a:lnTo>
                    <a:pt x="43473" y="10988"/>
                  </a:lnTo>
                  <a:lnTo>
                    <a:pt x="40129" y="16243"/>
                  </a:lnTo>
                  <a:lnTo>
                    <a:pt x="39174" y="18154"/>
                  </a:lnTo>
                  <a:lnTo>
                    <a:pt x="38696" y="18632"/>
                  </a:lnTo>
                  <a:lnTo>
                    <a:pt x="38218" y="19587"/>
                  </a:lnTo>
                  <a:lnTo>
                    <a:pt x="38218" y="20065"/>
                  </a:lnTo>
                  <a:lnTo>
                    <a:pt x="37263" y="22453"/>
                  </a:lnTo>
                  <a:lnTo>
                    <a:pt x="36785" y="25320"/>
                  </a:lnTo>
                  <a:lnTo>
                    <a:pt x="36307" y="26753"/>
                  </a:lnTo>
                  <a:lnTo>
                    <a:pt x="35352" y="27709"/>
                  </a:lnTo>
                  <a:lnTo>
                    <a:pt x="33919" y="28186"/>
                  </a:lnTo>
                  <a:lnTo>
                    <a:pt x="32963" y="28186"/>
                  </a:lnTo>
                  <a:lnTo>
                    <a:pt x="32008" y="28664"/>
                  </a:lnTo>
                  <a:lnTo>
                    <a:pt x="30097" y="30097"/>
                  </a:lnTo>
                  <a:lnTo>
                    <a:pt x="28186" y="31530"/>
                  </a:lnTo>
                  <a:lnTo>
                    <a:pt x="28664" y="32008"/>
                  </a:lnTo>
                  <a:lnTo>
                    <a:pt x="28664" y="32486"/>
                  </a:lnTo>
                  <a:lnTo>
                    <a:pt x="27709" y="32963"/>
                  </a:lnTo>
                  <a:lnTo>
                    <a:pt x="26753" y="32963"/>
                  </a:lnTo>
                  <a:lnTo>
                    <a:pt x="23409" y="33441"/>
                  </a:lnTo>
                  <a:lnTo>
                    <a:pt x="22453" y="34397"/>
                  </a:lnTo>
                  <a:lnTo>
                    <a:pt x="21498" y="36308"/>
                  </a:lnTo>
                  <a:lnTo>
                    <a:pt x="21020" y="36308"/>
                  </a:lnTo>
                  <a:lnTo>
                    <a:pt x="19109" y="36785"/>
                  </a:lnTo>
                  <a:lnTo>
                    <a:pt x="17676" y="36785"/>
                  </a:lnTo>
                  <a:lnTo>
                    <a:pt x="15287" y="35830"/>
                  </a:lnTo>
                  <a:lnTo>
                    <a:pt x="14332" y="35352"/>
                  </a:lnTo>
                  <a:lnTo>
                    <a:pt x="10988" y="34874"/>
                  </a:lnTo>
                  <a:lnTo>
                    <a:pt x="8121" y="33919"/>
                  </a:lnTo>
                  <a:lnTo>
                    <a:pt x="5733" y="32963"/>
                  </a:lnTo>
                  <a:lnTo>
                    <a:pt x="1433" y="30575"/>
                  </a:lnTo>
                  <a:lnTo>
                    <a:pt x="955" y="26753"/>
                  </a:lnTo>
                  <a:lnTo>
                    <a:pt x="0" y="24364"/>
                  </a:lnTo>
                  <a:lnTo>
                    <a:pt x="0" y="23886"/>
                  </a:lnTo>
                  <a:lnTo>
                    <a:pt x="478" y="16721"/>
                  </a:lnTo>
                  <a:lnTo>
                    <a:pt x="955" y="16243"/>
                  </a:lnTo>
                  <a:lnTo>
                    <a:pt x="1433" y="15287"/>
                  </a:lnTo>
                  <a:lnTo>
                    <a:pt x="3344" y="13854"/>
                  </a:lnTo>
                  <a:lnTo>
                    <a:pt x="5255" y="12899"/>
                  </a:lnTo>
                  <a:lnTo>
                    <a:pt x="8599" y="10032"/>
                  </a:lnTo>
                  <a:lnTo>
                    <a:pt x="10988" y="9077"/>
                  </a:lnTo>
                  <a:lnTo>
                    <a:pt x="12898" y="7166"/>
                  </a:lnTo>
                  <a:lnTo>
                    <a:pt x="11943" y="7166"/>
                  </a:lnTo>
                  <a:lnTo>
                    <a:pt x="10988" y="7166"/>
                  </a:lnTo>
                  <a:lnTo>
                    <a:pt x="11466" y="5733"/>
                  </a:lnTo>
                  <a:lnTo>
                    <a:pt x="12421" y="4777"/>
                  </a:lnTo>
                  <a:lnTo>
                    <a:pt x="13377" y="4777"/>
                  </a:lnTo>
                  <a:lnTo>
                    <a:pt x="15765" y="4777"/>
                  </a:lnTo>
                  <a:lnTo>
                    <a:pt x="17676" y="4777"/>
                  </a:lnTo>
                  <a:lnTo>
                    <a:pt x="19109" y="3344"/>
                  </a:lnTo>
                  <a:lnTo>
                    <a:pt x="20064" y="2867"/>
                  </a:lnTo>
                  <a:lnTo>
                    <a:pt x="25320" y="3344"/>
                  </a:lnTo>
                  <a:lnTo>
                    <a:pt x="28664" y="2867"/>
                  </a:lnTo>
                  <a:lnTo>
                    <a:pt x="30575" y="1433"/>
                  </a:lnTo>
                  <a:lnTo>
                    <a:pt x="31530" y="1433"/>
                  </a:lnTo>
                  <a:lnTo>
                    <a:pt x="33919" y="1911"/>
                  </a:lnTo>
                  <a:lnTo>
                    <a:pt x="34874" y="3344"/>
                  </a:lnTo>
                  <a:lnTo>
                    <a:pt x="34874" y="2389"/>
                  </a:lnTo>
                  <a:lnTo>
                    <a:pt x="34874" y="1433"/>
                  </a:lnTo>
                  <a:lnTo>
                    <a:pt x="35352" y="1433"/>
                  </a:lnTo>
                  <a:lnTo>
                    <a:pt x="38696" y="3344"/>
                  </a:lnTo>
                  <a:lnTo>
                    <a:pt x="38696" y="1433"/>
                  </a:lnTo>
                  <a:lnTo>
                    <a:pt x="39174" y="956"/>
                  </a:lnTo>
                  <a:lnTo>
                    <a:pt x="40129" y="0"/>
                  </a:lnTo>
                  <a:lnTo>
                    <a:pt x="40607" y="0"/>
                  </a:lnTo>
                  <a:lnTo>
                    <a:pt x="42040" y="1433"/>
                  </a:lnTo>
                  <a:lnTo>
                    <a:pt x="42996" y="2389"/>
                  </a:lnTo>
                  <a:lnTo>
                    <a:pt x="44907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9" name="Freeform 3868">
              <a:extLst>
                <a:ext uri="{FF2B5EF4-FFF2-40B4-BE49-F238E27FC236}">
                  <a16:creationId xmlns:a16="http://schemas.microsoft.com/office/drawing/2014/main" id="{74E629E4-6466-7314-7D72-CC61AE11DD14}"/>
                </a:ext>
              </a:extLst>
            </p:cNvPr>
            <p:cNvSpPr/>
            <p:nvPr/>
          </p:nvSpPr>
          <p:spPr>
            <a:xfrm>
              <a:off x="8070455" y="4344591"/>
              <a:ext cx="5254" cy="2388"/>
            </a:xfrm>
            <a:custGeom>
              <a:avLst/>
              <a:gdLst>
                <a:gd name="csX0" fmla="*/ 2389 w 5254"/>
                <a:gd name="csY0" fmla="*/ 0 h 2388"/>
                <a:gd name="csX1" fmla="*/ 2866 w 5254"/>
                <a:gd name="csY1" fmla="*/ 478 h 2388"/>
                <a:gd name="csX2" fmla="*/ 5255 w 5254"/>
                <a:gd name="csY2" fmla="*/ 0 h 2388"/>
                <a:gd name="csX3" fmla="*/ 5255 w 5254"/>
                <a:gd name="csY3" fmla="*/ 956 h 2388"/>
                <a:gd name="csX4" fmla="*/ 5255 w 5254"/>
                <a:gd name="csY4" fmla="*/ 1433 h 2388"/>
                <a:gd name="csX5" fmla="*/ 4777 w 5254"/>
                <a:gd name="csY5" fmla="*/ 2389 h 2388"/>
                <a:gd name="csX6" fmla="*/ 2866 w 5254"/>
                <a:gd name="csY6" fmla="*/ 1433 h 2388"/>
                <a:gd name="csX7" fmla="*/ 1433 w 5254"/>
                <a:gd name="csY7" fmla="*/ 1433 h 2388"/>
                <a:gd name="csX8" fmla="*/ 478 w 5254"/>
                <a:gd name="csY8" fmla="*/ 1433 h 2388"/>
                <a:gd name="csX9" fmla="*/ 0 w 5254"/>
                <a:gd name="csY9" fmla="*/ 956 h 2388"/>
                <a:gd name="csX10" fmla="*/ 955 w 5254"/>
                <a:gd name="csY10" fmla="*/ 0 h 2388"/>
                <a:gd name="csX11" fmla="*/ 2389 w 5254"/>
                <a:gd name="csY1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4" h="2388">
                  <a:moveTo>
                    <a:pt x="2389" y="0"/>
                  </a:moveTo>
                  <a:lnTo>
                    <a:pt x="2866" y="478"/>
                  </a:lnTo>
                  <a:lnTo>
                    <a:pt x="5255" y="0"/>
                  </a:lnTo>
                  <a:lnTo>
                    <a:pt x="5255" y="956"/>
                  </a:lnTo>
                  <a:lnTo>
                    <a:pt x="5255" y="1433"/>
                  </a:lnTo>
                  <a:lnTo>
                    <a:pt x="4777" y="2389"/>
                  </a:lnTo>
                  <a:lnTo>
                    <a:pt x="2866" y="1433"/>
                  </a:lnTo>
                  <a:lnTo>
                    <a:pt x="1433" y="1433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5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" name="Freeform 3869">
              <a:extLst>
                <a:ext uri="{FF2B5EF4-FFF2-40B4-BE49-F238E27FC236}">
                  <a16:creationId xmlns:a16="http://schemas.microsoft.com/office/drawing/2014/main" id="{AF5B7BE7-3A07-EB14-7D87-7ABED66942CC}"/>
                </a:ext>
              </a:extLst>
            </p:cNvPr>
            <p:cNvSpPr/>
            <p:nvPr/>
          </p:nvSpPr>
          <p:spPr>
            <a:xfrm>
              <a:off x="8115361" y="4332648"/>
              <a:ext cx="2388" cy="1433"/>
            </a:xfrm>
            <a:custGeom>
              <a:avLst/>
              <a:gdLst>
                <a:gd name="csX0" fmla="*/ 2389 w 2388"/>
                <a:gd name="csY0" fmla="*/ 956 h 1433"/>
                <a:gd name="csX1" fmla="*/ 478 w 2388"/>
                <a:gd name="csY1" fmla="*/ 1433 h 1433"/>
                <a:gd name="csX2" fmla="*/ 0 w 2388"/>
                <a:gd name="csY2" fmla="*/ 1433 h 1433"/>
                <a:gd name="csX3" fmla="*/ 478 w 2388"/>
                <a:gd name="csY3" fmla="*/ 478 h 1433"/>
                <a:gd name="csX4" fmla="*/ 2389 w 2388"/>
                <a:gd name="csY4" fmla="*/ 0 h 1433"/>
                <a:gd name="csX5" fmla="*/ 2389 w 2388"/>
                <a:gd name="csY5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1433">
                  <a:moveTo>
                    <a:pt x="2389" y="956"/>
                  </a:moveTo>
                  <a:lnTo>
                    <a:pt x="478" y="1433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2389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" name="Freeform 3870">
              <a:extLst>
                <a:ext uri="{FF2B5EF4-FFF2-40B4-BE49-F238E27FC236}">
                  <a16:creationId xmlns:a16="http://schemas.microsoft.com/office/drawing/2014/main" id="{9FF8EDBE-A5E3-70A0-1CC9-E526C2F2A319}"/>
                </a:ext>
              </a:extLst>
            </p:cNvPr>
            <p:cNvSpPr/>
            <p:nvPr/>
          </p:nvSpPr>
          <p:spPr>
            <a:xfrm>
              <a:off x="8119183" y="4331215"/>
              <a:ext cx="2866" cy="3821"/>
            </a:xfrm>
            <a:custGeom>
              <a:avLst/>
              <a:gdLst>
                <a:gd name="csX0" fmla="*/ 1433 w 2866"/>
                <a:gd name="csY0" fmla="*/ 3344 h 3821"/>
                <a:gd name="csX1" fmla="*/ 955 w 2866"/>
                <a:gd name="csY1" fmla="*/ 3822 h 3821"/>
                <a:gd name="csX2" fmla="*/ 478 w 2866"/>
                <a:gd name="csY2" fmla="*/ 2866 h 3821"/>
                <a:gd name="csX3" fmla="*/ 0 w 2866"/>
                <a:gd name="csY3" fmla="*/ 1911 h 3821"/>
                <a:gd name="csX4" fmla="*/ 0 w 2866"/>
                <a:gd name="csY4" fmla="*/ 1433 h 3821"/>
                <a:gd name="csX5" fmla="*/ 955 w 2866"/>
                <a:gd name="csY5" fmla="*/ 956 h 3821"/>
                <a:gd name="csX6" fmla="*/ 955 w 2866"/>
                <a:gd name="csY6" fmla="*/ 0 h 3821"/>
                <a:gd name="csX7" fmla="*/ 2389 w 2866"/>
                <a:gd name="csY7" fmla="*/ 0 h 3821"/>
                <a:gd name="csX8" fmla="*/ 2866 w 2866"/>
                <a:gd name="csY8" fmla="*/ 478 h 3821"/>
                <a:gd name="csX9" fmla="*/ 1911 w 2866"/>
                <a:gd name="csY9" fmla="*/ 956 h 3821"/>
                <a:gd name="csX10" fmla="*/ 1433 w 2866"/>
                <a:gd name="csY10" fmla="*/ 1433 h 3821"/>
                <a:gd name="csX11" fmla="*/ 1433 w 2866"/>
                <a:gd name="csY11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866" h="3821">
                  <a:moveTo>
                    <a:pt x="1433" y="3344"/>
                  </a:moveTo>
                  <a:lnTo>
                    <a:pt x="955" y="3822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955" y="956"/>
                  </a:lnTo>
                  <a:lnTo>
                    <a:pt x="955" y="0"/>
                  </a:lnTo>
                  <a:lnTo>
                    <a:pt x="2389" y="0"/>
                  </a:lnTo>
                  <a:lnTo>
                    <a:pt x="2866" y="478"/>
                  </a:lnTo>
                  <a:lnTo>
                    <a:pt x="1911" y="956"/>
                  </a:lnTo>
                  <a:lnTo>
                    <a:pt x="1433" y="1433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" name="Freeform 3871">
              <a:extLst>
                <a:ext uri="{FF2B5EF4-FFF2-40B4-BE49-F238E27FC236}">
                  <a16:creationId xmlns:a16="http://schemas.microsoft.com/office/drawing/2014/main" id="{76395371-E84C-1F41-776F-108504CB92A8}"/>
                </a:ext>
              </a:extLst>
            </p:cNvPr>
            <p:cNvSpPr/>
            <p:nvPr/>
          </p:nvSpPr>
          <p:spPr>
            <a:xfrm>
              <a:off x="8132560" y="4309239"/>
              <a:ext cx="3343" cy="2866"/>
            </a:xfrm>
            <a:custGeom>
              <a:avLst/>
              <a:gdLst>
                <a:gd name="csX0" fmla="*/ 3344 w 3343"/>
                <a:gd name="csY0" fmla="*/ 1911 h 2866"/>
                <a:gd name="csX1" fmla="*/ 3344 w 3343"/>
                <a:gd name="csY1" fmla="*/ 2866 h 2866"/>
                <a:gd name="csX2" fmla="*/ 1910 w 3343"/>
                <a:gd name="csY2" fmla="*/ 1433 h 2866"/>
                <a:gd name="csX3" fmla="*/ 1433 w 3343"/>
                <a:gd name="csY3" fmla="*/ 1433 h 2866"/>
                <a:gd name="csX4" fmla="*/ 478 w 3343"/>
                <a:gd name="csY4" fmla="*/ 478 h 2866"/>
                <a:gd name="csX5" fmla="*/ 0 w 3343"/>
                <a:gd name="csY5" fmla="*/ 0 h 2866"/>
                <a:gd name="csX6" fmla="*/ 1433 w 3343"/>
                <a:gd name="csY6" fmla="*/ 0 h 2866"/>
                <a:gd name="csX7" fmla="*/ 2389 w 3343"/>
                <a:gd name="csY7" fmla="*/ 955 h 2866"/>
                <a:gd name="csX8" fmla="*/ 3344 w 3343"/>
                <a:gd name="csY8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2866">
                  <a:moveTo>
                    <a:pt x="3344" y="1911"/>
                  </a:moveTo>
                  <a:lnTo>
                    <a:pt x="3344" y="2866"/>
                  </a:lnTo>
                  <a:lnTo>
                    <a:pt x="1910" y="1433"/>
                  </a:lnTo>
                  <a:lnTo>
                    <a:pt x="1433" y="1433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389" y="955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3" name="Freeform 3872">
              <a:extLst>
                <a:ext uri="{FF2B5EF4-FFF2-40B4-BE49-F238E27FC236}">
                  <a16:creationId xmlns:a16="http://schemas.microsoft.com/office/drawing/2014/main" id="{406116BD-6EBE-A591-4516-9E8EA4B518C6}"/>
                </a:ext>
              </a:extLst>
            </p:cNvPr>
            <p:cNvSpPr/>
            <p:nvPr/>
          </p:nvSpPr>
          <p:spPr>
            <a:xfrm>
              <a:off x="8225239" y="4276276"/>
              <a:ext cx="2388" cy="2388"/>
            </a:xfrm>
            <a:custGeom>
              <a:avLst/>
              <a:gdLst>
                <a:gd name="csX0" fmla="*/ 2389 w 2388"/>
                <a:gd name="csY0" fmla="*/ 1433 h 2388"/>
                <a:gd name="csX1" fmla="*/ 1433 w 2388"/>
                <a:gd name="csY1" fmla="*/ 2389 h 2388"/>
                <a:gd name="csX2" fmla="*/ 478 w 2388"/>
                <a:gd name="csY2" fmla="*/ 2389 h 2388"/>
                <a:gd name="csX3" fmla="*/ 478 w 2388"/>
                <a:gd name="csY3" fmla="*/ 1433 h 2388"/>
                <a:gd name="csX4" fmla="*/ 0 w 2388"/>
                <a:gd name="csY4" fmla="*/ 1433 h 2388"/>
                <a:gd name="csX5" fmla="*/ 478 w 2388"/>
                <a:gd name="csY5" fmla="*/ 478 h 2388"/>
                <a:gd name="csX6" fmla="*/ 478 w 2388"/>
                <a:gd name="csY6" fmla="*/ 0 h 2388"/>
                <a:gd name="csX7" fmla="*/ 1911 w 2388"/>
                <a:gd name="csY7" fmla="*/ 956 h 2388"/>
                <a:gd name="csX8" fmla="*/ 2389 w 2388"/>
                <a:gd name="csY8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388">
                  <a:moveTo>
                    <a:pt x="2389" y="1433"/>
                  </a:moveTo>
                  <a:lnTo>
                    <a:pt x="1433" y="2389"/>
                  </a:lnTo>
                  <a:lnTo>
                    <a:pt x="478" y="2389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911" y="956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4" name="Freeform 3873">
              <a:extLst>
                <a:ext uri="{FF2B5EF4-FFF2-40B4-BE49-F238E27FC236}">
                  <a16:creationId xmlns:a16="http://schemas.microsoft.com/office/drawing/2014/main" id="{8686377E-BFD3-2825-12E6-A2762884DCA0}"/>
                </a:ext>
              </a:extLst>
            </p:cNvPr>
            <p:cNvSpPr/>
            <p:nvPr/>
          </p:nvSpPr>
          <p:spPr>
            <a:xfrm>
              <a:off x="8257247" y="4254300"/>
              <a:ext cx="2866" cy="5254"/>
            </a:xfrm>
            <a:custGeom>
              <a:avLst/>
              <a:gdLst>
                <a:gd name="csX0" fmla="*/ 2866 w 2866"/>
                <a:gd name="csY0" fmla="*/ 4299 h 5254"/>
                <a:gd name="csX1" fmla="*/ 1433 w 2866"/>
                <a:gd name="csY1" fmla="*/ 5255 h 5254"/>
                <a:gd name="csX2" fmla="*/ 478 w 2866"/>
                <a:gd name="csY2" fmla="*/ 4777 h 5254"/>
                <a:gd name="csX3" fmla="*/ 478 w 2866"/>
                <a:gd name="csY3" fmla="*/ 3344 h 5254"/>
                <a:gd name="csX4" fmla="*/ 955 w 2866"/>
                <a:gd name="csY4" fmla="*/ 2389 h 5254"/>
                <a:gd name="csX5" fmla="*/ 0 w 2866"/>
                <a:gd name="csY5" fmla="*/ 1433 h 5254"/>
                <a:gd name="csX6" fmla="*/ 478 w 2866"/>
                <a:gd name="csY6" fmla="*/ 478 h 5254"/>
                <a:gd name="csX7" fmla="*/ 1911 w 2866"/>
                <a:gd name="csY7" fmla="*/ 0 h 5254"/>
                <a:gd name="csX8" fmla="*/ 2389 w 2866"/>
                <a:gd name="csY8" fmla="*/ 955 h 5254"/>
                <a:gd name="csX9" fmla="*/ 2866 w 2866"/>
                <a:gd name="csY9" fmla="*/ 955 h 5254"/>
                <a:gd name="csX10" fmla="*/ 2866 w 2866"/>
                <a:gd name="csY10" fmla="*/ 1433 h 5254"/>
                <a:gd name="csX11" fmla="*/ 2866 w 2866"/>
                <a:gd name="csY11" fmla="*/ 1911 h 5254"/>
                <a:gd name="csX12" fmla="*/ 2389 w 2866"/>
                <a:gd name="csY12" fmla="*/ 2866 h 5254"/>
                <a:gd name="csX13" fmla="*/ 2866 w 2866"/>
                <a:gd name="csY13" fmla="*/ 3822 h 5254"/>
                <a:gd name="csX14" fmla="*/ 2866 w 2866"/>
                <a:gd name="csY14" fmla="*/ 4299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866" h="5254">
                  <a:moveTo>
                    <a:pt x="2866" y="4299"/>
                  </a:moveTo>
                  <a:lnTo>
                    <a:pt x="1433" y="5255"/>
                  </a:lnTo>
                  <a:lnTo>
                    <a:pt x="478" y="4777"/>
                  </a:lnTo>
                  <a:lnTo>
                    <a:pt x="478" y="3344"/>
                  </a:lnTo>
                  <a:lnTo>
                    <a:pt x="955" y="2389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389" y="955"/>
                  </a:lnTo>
                  <a:lnTo>
                    <a:pt x="2866" y="955"/>
                  </a:lnTo>
                  <a:lnTo>
                    <a:pt x="2866" y="1433"/>
                  </a:lnTo>
                  <a:lnTo>
                    <a:pt x="2866" y="1911"/>
                  </a:lnTo>
                  <a:lnTo>
                    <a:pt x="2389" y="2866"/>
                  </a:lnTo>
                  <a:lnTo>
                    <a:pt x="2866" y="3822"/>
                  </a:lnTo>
                  <a:lnTo>
                    <a:pt x="2866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5" name="Freeform 3874">
              <a:extLst>
                <a:ext uri="{FF2B5EF4-FFF2-40B4-BE49-F238E27FC236}">
                  <a16:creationId xmlns:a16="http://schemas.microsoft.com/office/drawing/2014/main" id="{806F842A-5DB7-4438-AF98-FD5C06759652}"/>
                </a:ext>
              </a:extLst>
            </p:cNvPr>
            <p:cNvSpPr/>
            <p:nvPr/>
          </p:nvSpPr>
          <p:spPr>
            <a:xfrm>
              <a:off x="8285911" y="4202705"/>
              <a:ext cx="2388" cy="2866"/>
            </a:xfrm>
            <a:custGeom>
              <a:avLst/>
              <a:gdLst>
                <a:gd name="csX0" fmla="*/ 2389 w 2388"/>
                <a:gd name="csY0" fmla="*/ 2389 h 2866"/>
                <a:gd name="csX1" fmla="*/ 478 w 2388"/>
                <a:gd name="csY1" fmla="*/ 2867 h 2866"/>
                <a:gd name="csX2" fmla="*/ 0 w 2388"/>
                <a:gd name="csY2" fmla="*/ 2867 h 2866"/>
                <a:gd name="csX3" fmla="*/ 0 w 2388"/>
                <a:gd name="csY3" fmla="*/ 1433 h 2866"/>
                <a:gd name="csX4" fmla="*/ 1433 w 2388"/>
                <a:gd name="csY4" fmla="*/ 0 h 2866"/>
                <a:gd name="csX5" fmla="*/ 1911 w 2388"/>
                <a:gd name="csY5" fmla="*/ 478 h 2866"/>
                <a:gd name="csX6" fmla="*/ 2389 w 2388"/>
                <a:gd name="csY6" fmla="*/ 1433 h 2866"/>
                <a:gd name="csX7" fmla="*/ 2389 w 2388"/>
                <a:gd name="csY7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866">
                  <a:moveTo>
                    <a:pt x="2389" y="2389"/>
                  </a:moveTo>
                  <a:lnTo>
                    <a:pt x="478" y="2867"/>
                  </a:lnTo>
                  <a:lnTo>
                    <a:pt x="0" y="2867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389" y="1433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6" name="Freeform 3875">
              <a:extLst>
                <a:ext uri="{FF2B5EF4-FFF2-40B4-BE49-F238E27FC236}">
                  <a16:creationId xmlns:a16="http://schemas.microsoft.com/office/drawing/2014/main" id="{54682220-5807-BBD1-9E1A-B42D5A807966}"/>
                </a:ext>
              </a:extLst>
            </p:cNvPr>
            <p:cNvSpPr/>
            <p:nvPr/>
          </p:nvSpPr>
          <p:spPr>
            <a:xfrm>
              <a:off x="8304064" y="4170220"/>
              <a:ext cx="2388" cy="2388"/>
            </a:xfrm>
            <a:custGeom>
              <a:avLst/>
              <a:gdLst>
                <a:gd name="csX0" fmla="*/ 2389 w 2388"/>
                <a:gd name="csY0" fmla="*/ 1911 h 2388"/>
                <a:gd name="csX1" fmla="*/ 2389 w 2388"/>
                <a:gd name="csY1" fmla="*/ 2389 h 2388"/>
                <a:gd name="csX2" fmla="*/ 956 w 2388"/>
                <a:gd name="csY2" fmla="*/ 956 h 2388"/>
                <a:gd name="csX3" fmla="*/ 0 w 2388"/>
                <a:gd name="csY3" fmla="*/ 956 h 2388"/>
                <a:gd name="csX4" fmla="*/ 478 w 2388"/>
                <a:gd name="csY4" fmla="*/ 0 h 2388"/>
                <a:gd name="csX5" fmla="*/ 1433 w 2388"/>
                <a:gd name="csY5" fmla="*/ 0 h 2388"/>
                <a:gd name="csX6" fmla="*/ 2389 w 2388"/>
                <a:gd name="csY6" fmla="*/ 1433 h 2388"/>
                <a:gd name="csX7" fmla="*/ 2389 w 2388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2389" y="1911"/>
                  </a:moveTo>
                  <a:lnTo>
                    <a:pt x="2389" y="2389"/>
                  </a:lnTo>
                  <a:lnTo>
                    <a:pt x="956" y="956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389" y="1433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7" name="Freeform 3876">
              <a:extLst>
                <a:ext uri="{FF2B5EF4-FFF2-40B4-BE49-F238E27FC236}">
                  <a16:creationId xmlns:a16="http://schemas.microsoft.com/office/drawing/2014/main" id="{23C8C290-F34F-BC6E-6058-F0148D26366B}"/>
                </a:ext>
              </a:extLst>
            </p:cNvPr>
            <p:cNvSpPr/>
            <p:nvPr/>
          </p:nvSpPr>
          <p:spPr>
            <a:xfrm>
              <a:off x="8309797" y="4166398"/>
              <a:ext cx="1432" cy="2388"/>
            </a:xfrm>
            <a:custGeom>
              <a:avLst/>
              <a:gdLst>
                <a:gd name="csX0" fmla="*/ 1433 w 1432"/>
                <a:gd name="csY0" fmla="*/ 1433 h 2388"/>
                <a:gd name="csX1" fmla="*/ 955 w 1432"/>
                <a:gd name="csY1" fmla="*/ 2389 h 2388"/>
                <a:gd name="csX2" fmla="*/ 478 w 1432"/>
                <a:gd name="csY2" fmla="*/ 2389 h 2388"/>
                <a:gd name="csX3" fmla="*/ 0 w 1432"/>
                <a:gd name="csY3" fmla="*/ 478 h 2388"/>
                <a:gd name="csX4" fmla="*/ 478 w 1432"/>
                <a:gd name="csY4" fmla="*/ 0 h 2388"/>
                <a:gd name="csX5" fmla="*/ 1433 w 1432"/>
                <a:gd name="csY5" fmla="*/ 0 h 2388"/>
                <a:gd name="csX6" fmla="*/ 1433 w 1432"/>
                <a:gd name="csY6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2388">
                  <a:moveTo>
                    <a:pt x="1433" y="1433"/>
                  </a:moveTo>
                  <a:lnTo>
                    <a:pt x="955" y="2389"/>
                  </a:lnTo>
                  <a:lnTo>
                    <a:pt x="478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8" name="Freeform 3877">
              <a:extLst>
                <a:ext uri="{FF2B5EF4-FFF2-40B4-BE49-F238E27FC236}">
                  <a16:creationId xmlns:a16="http://schemas.microsoft.com/office/drawing/2014/main" id="{F1C69E54-105F-40BA-7114-415DF086AD18}"/>
                </a:ext>
              </a:extLst>
            </p:cNvPr>
            <p:cNvSpPr/>
            <p:nvPr/>
          </p:nvSpPr>
          <p:spPr>
            <a:xfrm>
              <a:off x="8302631" y="4162576"/>
              <a:ext cx="6688" cy="4299"/>
            </a:xfrm>
            <a:custGeom>
              <a:avLst/>
              <a:gdLst>
                <a:gd name="csX0" fmla="*/ 6210 w 6688"/>
                <a:gd name="csY0" fmla="*/ 3822 h 4299"/>
                <a:gd name="csX1" fmla="*/ 6210 w 6688"/>
                <a:gd name="csY1" fmla="*/ 4299 h 4299"/>
                <a:gd name="csX2" fmla="*/ 3821 w 6688"/>
                <a:gd name="csY2" fmla="*/ 2866 h 4299"/>
                <a:gd name="csX3" fmla="*/ 955 w 6688"/>
                <a:gd name="csY3" fmla="*/ 2866 h 4299"/>
                <a:gd name="csX4" fmla="*/ 0 w 6688"/>
                <a:gd name="csY4" fmla="*/ 1433 h 4299"/>
                <a:gd name="csX5" fmla="*/ 0 w 6688"/>
                <a:gd name="csY5" fmla="*/ 0 h 4299"/>
                <a:gd name="csX6" fmla="*/ 2866 w 6688"/>
                <a:gd name="csY6" fmla="*/ 0 h 4299"/>
                <a:gd name="csX7" fmla="*/ 6210 w 6688"/>
                <a:gd name="csY7" fmla="*/ 1433 h 4299"/>
                <a:gd name="csX8" fmla="*/ 6688 w 6688"/>
                <a:gd name="csY8" fmla="*/ 2389 h 4299"/>
                <a:gd name="csX9" fmla="*/ 6210 w 6688"/>
                <a:gd name="csY9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688" h="4299">
                  <a:moveTo>
                    <a:pt x="6210" y="3822"/>
                  </a:moveTo>
                  <a:lnTo>
                    <a:pt x="6210" y="4299"/>
                  </a:lnTo>
                  <a:lnTo>
                    <a:pt x="3821" y="2866"/>
                  </a:lnTo>
                  <a:lnTo>
                    <a:pt x="955" y="2866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2866" y="0"/>
                  </a:lnTo>
                  <a:lnTo>
                    <a:pt x="6210" y="1433"/>
                  </a:lnTo>
                  <a:lnTo>
                    <a:pt x="6688" y="2389"/>
                  </a:lnTo>
                  <a:lnTo>
                    <a:pt x="6210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9" name="Freeform 3878">
              <a:extLst>
                <a:ext uri="{FF2B5EF4-FFF2-40B4-BE49-F238E27FC236}">
                  <a16:creationId xmlns:a16="http://schemas.microsoft.com/office/drawing/2014/main" id="{646D95C4-A1C7-1E2F-1C80-9587DCF95FA8}"/>
                </a:ext>
              </a:extLst>
            </p:cNvPr>
            <p:cNvSpPr/>
            <p:nvPr/>
          </p:nvSpPr>
          <p:spPr>
            <a:xfrm>
              <a:off x="8287344" y="4127224"/>
              <a:ext cx="12899" cy="7643"/>
            </a:xfrm>
            <a:custGeom>
              <a:avLst/>
              <a:gdLst>
                <a:gd name="csX0" fmla="*/ 12899 w 12899"/>
                <a:gd name="csY0" fmla="*/ 6688 h 7643"/>
                <a:gd name="csX1" fmla="*/ 11466 w 12899"/>
                <a:gd name="csY1" fmla="*/ 7644 h 7643"/>
                <a:gd name="csX2" fmla="*/ 6211 w 12899"/>
                <a:gd name="csY2" fmla="*/ 5733 h 7643"/>
                <a:gd name="csX3" fmla="*/ 2867 w 12899"/>
                <a:gd name="csY3" fmla="*/ 3822 h 7643"/>
                <a:gd name="csX4" fmla="*/ 478 w 12899"/>
                <a:gd name="csY4" fmla="*/ 1433 h 7643"/>
                <a:gd name="csX5" fmla="*/ 0 w 12899"/>
                <a:gd name="csY5" fmla="*/ 0 h 7643"/>
                <a:gd name="csX6" fmla="*/ 2867 w 12899"/>
                <a:gd name="csY6" fmla="*/ 478 h 7643"/>
                <a:gd name="csX7" fmla="*/ 5255 w 12899"/>
                <a:gd name="csY7" fmla="*/ 1433 h 7643"/>
                <a:gd name="csX8" fmla="*/ 5733 w 12899"/>
                <a:gd name="csY8" fmla="*/ 2389 h 7643"/>
                <a:gd name="csX9" fmla="*/ 6688 w 12899"/>
                <a:gd name="csY9" fmla="*/ 2867 h 7643"/>
                <a:gd name="csX10" fmla="*/ 7166 w 12899"/>
                <a:gd name="csY10" fmla="*/ 3822 h 7643"/>
                <a:gd name="csX11" fmla="*/ 11943 w 12899"/>
                <a:gd name="csY11" fmla="*/ 5733 h 7643"/>
                <a:gd name="csX12" fmla="*/ 12899 w 12899"/>
                <a:gd name="csY12" fmla="*/ 6210 h 7643"/>
                <a:gd name="csX13" fmla="*/ 12899 w 12899"/>
                <a:gd name="csY13" fmla="*/ 6688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899" h="7643">
                  <a:moveTo>
                    <a:pt x="12899" y="6688"/>
                  </a:moveTo>
                  <a:lnTo>
                    <a:pt x="11466" y="7644"/>
                  </a:lnTo>
                  <a:lnTo>
                    <a:pt x="6211" y="5733"/>
                  </a:lnTo>
                  <a:lnTo>
                    <a:pt x="2867" y="3822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2867" y="478"/>
                  </a:lnTo>
                  <a:lnTo>
                    <a:pt x="5255" y="1433"/>
                  </a:lnTo>
                  <a:lnTo>
                    <a:pt x="5733" y="2389"/>
                  </a:lnTo>
                  <a:lnTo>
                    <a:pt x="6688" y="2867"/>
                  </a:lnTo>
                  <a:lnTo>
                    <a:pt x="7166" y="3822"/>
                  </a:lnTo>
                  <a:lnTo>
                    <a:pt x="11943" y="5733"/>
                  </a:lnTo>
                  <a:lnTo>
                    <a:pt x="12899" y="6210"/>
                  </a:lnTo>
                  <a:lnTo>
                    <a:pt x="12899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0" name="Freeform 3879">
              <a:extLst>
                <a:ext uri="{FF2B5EF4-FFF2-40B4-BE49-F238E27FC236}">
                  <a16:creationId xmlns:a16="http://schemas.microsoft.com/office/drawing/2014/main" id="{D54CF63A-69F6-82CC-A962-CF1E591AEF58}"/>
                </a:ext>
              </a:extLst>
            </p:cNvPr>
            <p:cNvSpPr/>
            <p:nvPr/>
          </p:nvSpPr>
          <p:spPr>
            <a:xfrm>
              <a:off x="8271579" y="3593600"/>
              <a:ext cx="5732" cy="6210"/>
            </a:xfrm>
            <a:custGeom>
              <a:avLst/>
              <a:gdLst>
                <a:gd name="csX0" fmla="*/ 0 w 5732"/>
                <a:gd name="csY0" fmla="*/ 6210 h 6210"/>
                <a:gd name="csX1" fmla="*/ 5733 w 5732"/>
                <a:gd name="csY1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5732" h="6210">
                  <a:moveTo>
                    <a:pt x="0" y="6210"/>
                  </a:moveTo>
                  <a:lnTo>
                    <a:pt x="57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1" name="Freeform 3880">
              <a:extLst>
                <a:ext uri="{FF2B5EF4-FFF2-40B4-BE49-F238E27FC236}">
                  <a16:creationId xmlns:a16="http://schemas.microsoft.com/office/drawing/2014/main" id="{E03884F9-BD60-4DCB-24BF-472D42BD18D7}"/>
                </a:ext>
              </a:extLst>
            </p:cNvPr>
            <p:cNvSpPr/>
            <p:nvPr/>
          </p:nvSpPr>
          <p:spPr>
            <a:xfrm>
              <a:off x="8264413" y="3603633"/>
              <a:ext cx="13854" cy="29619"/>
            </a:xfrm>
            <a:custGeom>
              <a:avLst/>
              <a:gdLst>
                <a:gd name="csX0" fmla="*/ 9077 w 13854"/>
                <a:gd name="csY0" fmla="*/ 29619 h 29619"/>
                <a:gd name="csX1" fmla="*/ 12421 w 13854"/>
                <a:gd name="csY1" fmla="*/ 25797 h 29619"/>
                <a:gd name="csX2" fmla="*/ 13854 w 13854"/>
                <a:gd name="csY2" fmla="*/ 22453 h 29619"/>
                <a:gd name="csX3" fmla="*/ 13854 w 13854"/>
                <a:gd name="csY3" fmla="*/ 19109 h 29619"/>
                <a:gd name="csX4" fmla="*/ 12421 w 13854"/>
                <a:gd name="csY4" fmla="*/ 16243 h 29619"/>
                <a:gd name="csX5" fmla="*/ 11943 w 13854"/>
                <a:gd name="csY5" fmla="*/ 13376 h 29619"/>
                <a:gd name="csX6" fmla="*/ 12898 w 13854"/>
                <a:gd name="csY6" fmla="*/ 10510 h 29619"/>
                <a:gd name="csX7" fmla="*/ 12898 w 13854"/>
                <a:gd name="csY7" fmla="*/ 10510 h 29619"/>
                <a:gd name="csX8" fmla="*/ 11943 w 13854"/>
                <a:gd name="csY8" fmla="*/ 8121 h 29619"/>
                <a:gd name="csX9" fmla="*/ 9555 w 13854"/>
                <a:gd name="csY9" fmla="*/ 6688 h 29619"/>
                <a:gd name="csX10" fmla="*/ 6210 w 13854"/>
                <a:gd name="csY10" fmla="*/ 6688 h 29619"/>
                <a:gd name="csX11" fmla="*/ 2389 w 13854"/>
                <a:gd name="csY11" fmla="*/ 7166 h 29619"/>
                <a:gd name="csX12" fmla="*/ 478 w 13854"/>
                <a:gd name="csY12" fmla="*/ 6210 h 29619"/>
                <a:gd name="csX13" fmla="*/ 0 w 13854"/>
                <a:gd name="csY13" fmla="*/ 3822 h 29619"/>
                <a:gd name="csX14" fmla="*/ 955 w 13854"/>
                <a:gd name="csY14" fmla="*/ 1911 h 29619"/>
                <a:gd name="csX15" fmla="*/ 3344 w 13854"/>
                <a:gd name="csY15" fmla="*/ 0 h 29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854" h="29619">
                  <a:moveTo>
                    <a:pt x="9077" y="29619"/>
                  </a:moveTo>
                  <a:lnTo>
                    <a:pt x="12421" y="25797"/>
                  </a:lnTo>
                  <a:lnTo>
                    <a:pt x="13854" y="22453"/>
                  </a:lnTo>
                  <a:lnTo>
                    <a:pt x="13854" y="19109"/>
                  </a:lnTo>
                  <a:lnTo>
                    <a:pt x="12421" y="16243"/>
                  </a:lnTo>
                  <a:lnTo>
                    <a:pt x="11943" y="13376"/>
                  </a:lnTo>
                  <a:lnTo>
                    <a:pt x="12898" y="10510"/>
                  </a:lnTo>
                  <a:lnTo>
                    <a:pt x="12898" y="10510"/>
                  </a:lnTo>
                  <a:lnTo>
                    <a:pt x="11943" y="8121"/>
                  </a:lnTo>
                  <a:lnTo>
                    <a:pt x="9555" y="6688"/>
                  </a:lnTo>
                  <a:lnTo>
                    <a:pt x="6210" y="6688"/>
                  </a:lnTo>
                  <a:lnTo>
                    <a:pt x="2389" y="7166"/>
                  </a:lnTo>
                  <a:lnTo>
                    <a:pt x="478" y="6210"/>
                  </a:lnTo>
                  <a:lnTo>
                    <a:pt x="0" y="3822"/>
                  </a:lnTo>
                  <a:lnTo>
                    <a:pt x="955" y="1911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2" name="Freeform 3881">
              <a:extLst>
                <a:ext uri="{FF2B5EF4-FFF2-40B4-BE49-F238E27FC236}">
                  <a16:creationId xmlns:a16="http://schemas.microsoft.com/office/drawing/2014/main" id="{20A7CB4D-8DD8-633C-AFBE-B81DA445DF53}"/>
                </a:ext>
              </a:extLst>
            </p:cNvPr>
            <p:cNvSpPr/>
            <p:nvPr/>
          </p:nvSpPr>
          <p:spPr>
            <a:xfrm>
              <a:off x="8259636" y="3640418"/>
              <a:ext cx="5254" cy="9554"/>
            </a:xfrm>
            <a:custGeom>
              <a:avLst/>
              <a:gdLst>
                <a:gd name="csX0" fmla="*/ 0 w 5254"/>
                <a:gd name="csY0" fmla="*/ 9555 h 9554"/>
                <a:gd name="csX1" fmla="*/ 3344 w 5254"/>
                <a:gd name="csY1" fmla="*/ 5255 h 9554"/>
                <a:gd name="csX2" fmla="*/ 5255 w 5254"/>
                <a:gd name="csY2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4" h="9554">
                  <a:moveTo>
                    <a:pt x="0" y="9555"/>
                  </a:moveTo>
                  <a:lnTo>
                    <a:pt x="3344" y="5255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3" name="Freeform 3882">
              <a:extLst>
                <a:ext uri="{FF2B5EF4-FFF2-40B4-BE49-F238E27FC236}">
                  <a16:creationId xmlns:a16="http://schemas.microsoft.com/office/drawing/2014/main" id="{1B88CCEE-4D2A-961B-8C5A-C618A80E7619}"/>
                </a:ext>
              </a:extLst>
            </p:cNvPr>
            <p:cNvSpPr/>
            <p:nvPr/>
          </p:nvSpPr>
          <p:spPr>
            <a:xfrm>
              <a:off x="8258202" y="3652839"/>
              <a:ext cx="477" cy="1910"/>
            </a:xfrm>
            <a:custGeom>
              <a:avLst/>
              <a:gdLst>
                <a:gd name="csX0" fmla="*/ 0 w 477"/>
                <a:gd name="csY0" fmla="*/ 1911 h 1910"/>
                <a:gd name="csX1" fmla="*/ 0 w 477"/>
                <a:gd name="csY1" fmla="*/ 1911 h 1910"/>
                <a:gd name="csX2" fmla="*/ 478 w 477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910">
                  <a:moveTo>
                    <a:pt x="0" y="1911"/>
                  </a:moveTo>
                  <a:lnTo>
                    <a:pt x="0" y="1911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4" name="Freeform 3883">
              <a:extLst>
                <a:ext uri="{FF2B5EF4-FFF2-40B4-BE49-F238E27FC236}">
                  <a16:creationId xmlns:a16="http://schemas.microsoft.com/office/drawing/2014/main" id="{5456841F-C684-6352-EE7A-03B9BB88BAFB}"/>
                </a:ext>
              </a:extLst>
            </p:cNvPr>
            <p:cNvSpPr/>
            <p:nvPr/>
          </p:nvSpPr>
          <p:spPr>
            <a:xfrm>
              <a:off x="8252470" y="3659527"/>
              <a:ext cx="2388" cy="7165"/>
            </a:xfrm>
            <a:custGeom>
              <a:avLst/>
              <a:gdLst>
                <a:gd name="csX0" fmla="*/ 0 w 2388"/>
                <a:gd name="csY0" fmla="*/ 7166 h 7165"/>
                <a:gd name="csX1" fmla="*/ 0 w 2388"/>
                <a:gd name="csY1" fmla="*/ 7166 h 7165"/>
                <a:gd name="csX2" fmla="*/ 955 w 2388"/>
                <a:gd name="csY2" fmla="*/ 4777 h 7165"/>
                <a:gd name="csX3" fmla="*/ 1433 w 2388"/>
                <a:gd name="csY3" fmla="*/ 2389 h 7165"/>
                <a:gd name="csX4" fmla="*/ 2389 w 2388"/>
                <a:gd name="csY4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7165">
                  <a:moveTo>
                    <a:pt x="0" y="7166"/>
                  </a:moveTo>
                  <a:lnTo>
                    <a:pt x="0" y="7166"/>
                  </a:lnTo>
                  <a:lnTo>
                    <a:pt x="955" y="4777"/>
                  </a:lnTo>
                  <a:lnTo>
                    <a:pt x="1433" y="2389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5" name="Freeform 3884">
              <a:extLst>
                <a:ext uri="{FF2B5EF4-FFF2-40B4-BE49-F238E27FC236}">
                  <a16:creationId xmlns:a16="http://schemas.microsoft.com/office/drawing/2014/main" id="{7549AEA6-D81C-8A6D-E59F-2C1C303B8832}"/>
                </a:ext>
              </a:extLst>
            </p:cNvPr>
            <p:cNvSpPr/>
            <p:nvPr/>
          </p:nvSpPr>
          <p:spPr>
            <a:xfrm>
              <a:off x="8247692" y="3668604"/>
              <a:ext cx="2866" cy="5732"/>
            </a:xfrm>
            <a:custGeom>
              <a:avLst/>
              <a:gdLst>
                <a:gd name="csX0" fmla="*/ 0 w 2866"/>
                <a:gd name="csY0" fmla="*/ 5733 h 5732"/>
                <a:gd name="csX1" fmla="*/ 955 w 2866"/>
                <a:gd name="csY1" fmla="*/ 4300 h 5732"/>
                <a:gd name="csX2" fmla="*/ 1433 w 2866"/>
                <a:gd name="csY2" fmla="*/ 1911 h 5732"/>
                <a:gd name="csX3" fmla="*/ 2866 w 2866"/>
                <a:gd name="csY3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5732">
                  <a:moveTo>
                    <a:pt x="0" y="5733"/>
                  </a:moveTo>
                  <a:lnTo>
                    <a:pt x="955" y="4300"/>
                  </a:lnTo>
                  <a:lnTo>
                    <a:pt x="1433" y="1911"/>
                  </a:lnTo>
                  <a:lnTo>
                    <a:pt x="28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6" name="Freeform 3885">
              <a:extLst>
                <a:ext uri="{FF2B5EF4-FFF2-40B4-BE49-F238E27FC236}">
                  <a16:creationId xmlns:a16="http://schemas.microsoft.com/office/drawing/2014/main" id="{7EAD1F77-7FFF-5085-99DE-A975CA7968DF}"/>
                </a:ext>
              </a:extLst>
            </p:cNvPr>
            <p:cNvSpPr/>
            <p:nvPr/>
          </p:nvSpPr>
          <p:spPr>
            <a:xfrm>
              <a:off x="8246737" y="3674814"/>
              <a:ext cx="477" cy="955"/>
            </a:xfrm>
            <a:custGeom>
              <a:avLst/>
              <a:gdLst>
                <a:gd name="csX0" fmla="*/ 478 w 477"/>
                <a:gd name="csY0" fmla="*/ 955 h 955"/>
                <a:gd name="csX1" fmla="*/ 0 w 477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955">
                  <a:moveTo>
                    <a:pt x="478" y="955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7" name="Freeform 3886">
              <a:extLst>
                <a:ext uri="{FF2B5EF4-FFF2-40B4-BE49-F238E27FC236}">
                  <a16:creationId xmlns:a16="http://schemas.microsoft.com/office/drawing/2014/main" id="{5A07F2C9-0705-2238-949D-DD02A17EE399}"/>
                </a:ext>
              </a:extLst>
            </p:cNvPr>
            <p:cNvSpPr/>
            <p:nvPr/>
          </p:nvSpPr>
          <p:spPr>
            <a:xfrm>
              <a:off x="8248648" y="3676247"/>
              <a:ext cx="1911" cy="8121"/>
            </a:xfrm>
            <a:custGeom>
              <a:avLst/>
              <a:gdLst>
                <a:gd name="csX0" fmla="*/ 0 w 1911"/>
                <a:gd name="csY0" fmla="*/ 8121 h 8121"/>
                <a:gd name="csX1" fmla="*/ 0 w 1911"/>
                <a:gd name="csY1" fmla="*/ 8121 h 8121"/>
                <a:gd name="csX2" fmla="*/ 1433 w 1911"/>
                <a:gd name="csY2" fmla="*/ 5733 h 8121"/>
                <a:gd name="csX3" fmla="*/ 1433 w 1911"/>
                <a:gd name="csY3" fmla="*/ 5733 h 8121"/>
                <a:gd name="csX4" fmla="*/ 1911 w 1911"/>
                <a:gd name="csY4" fmla="*/ 2389 h 8121"/>
                <a:gd name="csX5" fmla="*/ 956 w 1911"/>
                <a:gd name="csY5" fmla="*/ 0 h 8121"/>
                <a:gd name="csX6" fmla="*/ 956 w 1911"/>
                <a:gd name="csY6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8121">
                  <a:moveTo>
                    <a:pt x="0" y="8121"/>
                  </a:moveTo>
                  <a:lnTo>
                    <a:pt x="0" y="8121"/>
                  </a:lnTo>
                  <a:lnTo>
                    <a:pt x="1433" y="5733"/>
                  </a:lnTo>
                  <a:lnTo>
                    <a:pt x="1433" y="5733"/>
                  </a:lnTo>
                  <a:lnTo>
                    <a:pt x="1911" y="2389"/>
                  </a:lnTo>
                  <a:lnTo>
                    <a:pt x="956" y="0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8" name="Freeform 3887">
              <a:extLst>
                <a:ext uri="{FF2B5EF4-FFF2-40B4-BE49-F238E27FC236}">
                  <a16:creationId xmlns:a16="http://schemas.microsoft.com/office/drawing/2014/main" id="{AF94DDDC-3291-E1D2-DDF1-F0D24B98DE55}"/>
                </a:ext>
              </a:extLst>
            </p:cNvPr>
            <p:cNvSpPr/>
            <p:nvPr/>
          </p:nvSpPr>
          <p:spPr>
            <a:xfrm>
              <a:off x="8234316" y="3687713"/>
              <a:ext cx="4299" cy="2388"/>
            </a:xfrm>
            <a:custGeom>
              <a:avLst/>
              <a:gdLst>
                <a:gd name="csX0" fmla="*/ 0 w 4299"/>
                <a:gd name="csY0" fmla="*/ 2389 h 2388"/>
                <a:gd name="csX1" fmla="*/ 4300 w 4299"/>
                <a:gd name="csY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299" h="2388">
                  <a:moveTo>
                    <a:pt x="0" y="2389"/>
                  </a:move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9" name="Freeform 3888">
              <a:extLst>
                <a:ext uri="{FF2B5EF4-FFF2-40B4-BE49-F238E27FC236}">
                  <a16:creationId xmlns:a16="http://schemas.microsoft.com/office/drawing/2014/main" id="{EAA3A725-2548-6456-5A7C-339FED772FA2}"/>
                </a:ext>
              </a:extLst>
            </p:cNvPr>
            <p:cNvSpPr/>
            <p:nvPr/>
          </p:nvSpPr>
          <p:spPr>
            <a:xfrm>
              <a:off x="8178422" y="3746952"/>
              <a:ext cx="2866" cy="2866"/>
            </a:xfrm>
            <a:custGeom>
              <a:avLst/>
              <a:gdLst>
                <a:gd name="csX0" fmla="*/ 2866 w 2866"/>
                <a:gd name="csY0" fmla="*/ 2866 h 2866"/>
                <a:gd name="csX1" fmla="*/ 1911 w 2866"/>
                <a:gd name="csY1" fmla="*/ 1911 h 2866"/>
                <a:gd name="csX2" fmla="*/ 0 w 2866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2866">
                  <a:moveTo>
                    <a:pt x="2866" y="2866"/>
                  </a:moveTo>
                  <a:lnTo>
                    <a:pt x="1911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0" name="Freeform 3889">
              <a:extLst>
                <a:ext uri="{FF2B5EF4-FFF2-40B4-BE49-F238E27FC236}">
                  <a16:creationId xmlns:a16="http://schemas.microsoft.com/office/drawing/2014/main" id="{1F5E2984-B79D-F2DA-3292-70F71C579EC5}"/>
                </a:ext>
              </a:extLst>
            </p:cNvPr>
            <p:cNvSpPr/>
            <p:nvPr/>
          </p:nvSpPr>
          <p:spPr>
            <a:xfrm>
              <a:off x="8184154" y="3747429"/>
              <a:ext cx="1433" cy="1910"/>
            </a:xfrm>
            <a:custGeom>
              <a:avLst/>
              <a:gdLst>
                <a:gd name="csX0" fmla="*/ 1433 w 1433"/>
                <a:gd name="csY0" fmla="*/ 0 h 1910"/>
                <a:gd name="csX1" fmla="*/ 0 w 1433"/>
                <a:gd name="csY1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1910">
                  <a:moveTo>
                    <a:pt x="1433" y="0"/>
                  </a:move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1" name="Freeform 3890">
              <a:extLst>
                <a:ext uri="{FF2B5EF4-FFF2-40B4-BE49-F238E27FC236}">
                  <a16:creationId xmlns:a16="http://schemas.microsoft.com/office/drawing/2014/main" id="{217B2D78-CF3C-30C7-0A86-BF993E647652}"/>
                </a:ext>
              </a:extLst>
            </p:cNvPr>
            <p:cNvSpPr/>
            <p:nvPr/>
          </p:nvSpPr>
          <p:spPr>
            <a:xfrm>
              <a:off x="8197053" y="3745041"/>
              <a:ext cx="5732" cy="955"/>
            </a:xfrm>
            <a:custGeom>
              <a:avLst/>
              <a:gdLst>
                <a:gd name="csX0" fmla="*/ 5733 w 5732"/>
                <a:gd name="csY0" fmla="*/ 956 h 955"/>
                <a:gd name="csX1" fmla="*/ 4777 w 5732"/>
                <a:gd name="csY1" fmla="*/ 478 h 955"/>
                <a:gd name="csX2" fmla="*/ 2389 w 5732"/>
                <a:gd name="csY2" fmla="*/ 0 h 955"/>
                <a:gd name="csX3" fmla="*/ 0 w 5732"/>
                <a:gd name="csY3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732" h="955">
                  <a:moveTo>
                    <a:pt x="5733" y="956"/>
                  </a:moveTo>
                  <a:lnTo>
                    <a:pt x="4777" y="478"/>
                  </a:lnTo>
                  <a:lnTo>
                    <a:pt x="2389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2" name="Freeform 3891">
              <a:extLst>
                <a:ext uri="{FF2B5EF4-FFF2-40B4-BE49-F238E27FC236}">
                  <a16:creationId xmlns:a16="http://schemas.microsoft.com/office/drawing/2014/main" id="{1F45267D-10DD-A1FC-BE22-F0555E9E3A0A}"/>
                </a:ext>
              </a:extLst>
            </p:cNvPr>
            <p:cNvSpPr/>
            <p:nvPr/>
          </p:nvSpPr>
          <p:spPr>
            <a:xfrm>
              <a:off x="8210907" y="3746952"/>
              <a:ext cx="4299" cy="4299"/>
            </a:xfrm>
            <a:custGeom>
              <a:avLst/>
              <a:gdLst>
                <a:gd name="csX0" fmla="*/ 4300 w 4299"/>
                <a:gd name="csY0" fmla="*/ 0 h 4299"/>
                <a:gd name="csX1" fmla="*/ 1911 w 4299"/>
                <a:gd name="csY1" fmla="*/ 1911 h 4299"/>
                <a:gd name="csX2" fmla="*/ 478 w 4299"/>
                <a:gd name="csY2" fmla="*/ 3344 h 4299"/>
                <a:gd name="csX3" fmla="*/ 0 w 4299"/>
                <a:gd name="csY3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4299">
                  <a:moveTo>
                    <a:pt x="4300" y="0"/>
                  </a:moveTo>
                  <a:lnTo>
                    <a:pt x="1911" y="1911"/>
                  </a:lnTo>
                  <a:lnTo>
                    <a:pt x="478" y="3344"/>
                  </a:lnTo>
                  <a:lnTo>
                    <a:pt x="0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" name="Freeform 3892">
              <a:extLst>
                <a:ext uri="{FF2B5EF4-FFF2-40B4-BE49-F238E27FC236}">
                  <a16:creationId xmlns:a16="http://schemas.microsoft.com/office/drawing/2014/main" id="{CFB82BC2-7875-AD0A-D8FB-E865E6FA022E}"/>
                </a:ext>
              </a:extLst>
            </p:cNvPr>
            <p:cNvSpPr/>
            <p:nvPr/>
          </p:nvSpPr>
          <p:spPr>
            <a:xfrm>
              <a:off x="8219029" y="3741696"/>
              <a:ext cx="1432" cy="477"/>
            </a:xfrm>
            <a:custGeom>
              <a:avLst/>
              <a:gdLst>
                <a:gd name="csX0" fmla="*/ 1433 w 1432"/>
                <a:gd name="csY0" fmla="*/ 0 h 477"/>
                <a:gd name="csX1" fmla="*/ 0 w 1432"/>
                <a:gd name="csY1" fmla="*/ 478 h 477"/>
                <a:gd name="csX2" fmla="*/ 0 w 1432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477">
                  <a:moveTo>
                    <a:pt x="1433" y="0"/>
                  </a:moveTo>
                  <a:lnTo>
                    <a:pt x="0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" name="Freeform 3893">
              <a:extLst>
                <a:ext uri="{FF2B5EF4-FFF2-40B4-BE49-F238E27FC236}">
                  <a16:creationId xmlns:a16="http://schemas.microsoft.com/office/drawing/2014/main" id="{9F0A5B9B-C7FA-FAA7-5CAD-2035A8BB26C2}"/>
                </a:ext>
              </a:extLst>
            </p:cNvPr>
            <p:cNvSpPr/>
            <p:nvPr/>
          </p:nvSpPr>
          <p:spPr>
            <a:xfrm>
              <a:off x="8223328" y="3740741"/>
              <a:ext cx="4777" cy="955"/>
            </a:xfrm>
            <a:custGeom>
              <a:avLst/>
              <a:gdLst>
                <a:gd name="csX0" fmla="*/ 4777 w 4777"/>
                <a:gd name="csY0" fmla="*/ 956 h 955"/>
                <a:gd name="csX1" fmla="*/ 3344 w 4777"/>
                <a:gd name="csY1" fmla="*/ 0 h 955"/>
                <a:gd name="csX2" fmla="*/ 1433 w 4777"/>
                <a:gd name="csY2" fmla="*/ 478 h 955"/>
                <a:gd name="csX3" fmla="*/ 0 w 4777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955">
                  <a:moveTo>
                    <a:pt x="4777" y="956"/>
                  </a:moveTo>
                  <a:lnTo>
                    <a:pt x="3344" y="0"/>
                  </a:lnTo>
                  <a:lnTo>
                    <a:pt x="1433" y="478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" name="Freeform 3894">
              <a:extLst>
                <a:ext uri="{FF2B5EF4-FFF2-40B4-BE49-F238E27FC236}">
                  <a16:creationId xmlns:a16="http://schemas.microsoft.com/office/drawing/2014/main" id="{639A18DD-DAC3-2546-ACAE-7FBD47686296}"/>
                </a:ext>
              </a:extLst>
            </p:cNvPr>
            <p:cNvSpPr/>
            <p:nvPr/>
          </p:nvSpPr>
          <p:spPr>
            <a:xfrm>
              <a:off x="8229061" y="3741696"/>
              <a:ext cx="6210" cy="1433"/>
            </a:xfrm>
            <a:custGeom>
              <a:avLst/>
              <a:gdLst>
                <a:gd name="csX0" fmla="*/ 6211 w 6210"/>
                <a:gd name="csY0" fmla="*/ 1433 h 1433"/>
                <a:gd name="csX1" fmla="*/ 4777 w 6210"/>
                <a:gd name="csY1" fmla="*/ 478 h 1433"/>
                <a:gd name="csX2" fmla="*/ 0 w 6210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10" h="1433">
                  <a:moveTo>
                    <a:pt x="6211" y="1433"/>
                  </a:moveTo>
                  <a:lnTo>
                    <a:pt x="4777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6" name="Freeform 3895">
              <a:extLst>
                <a:ext uri="{FF2B5EF4-FFF2-40B4-BE49-F238E27FC236}">
                  <a16:creationId xmlns:a16="http://schemas.microsoft.com/office/drawing/2014/main" id="{938F4D70-454D-325B-C8A8-7551187BFD3A}"/>
                </a:ext>
              </a:extLst>
            </p:cNvPr>
            <p:cNvSpPr/>
            <p:nvPr/>
          </p:nvSpPr>
          <p:spPr>
            <a:xfrm>
              <a:off x="8241482" y="3749340"/>
              <a:ext cx="2388" cy="955"/>
            </a:xfrm>
            <a:custGeom>
              <a:avLst/>
              <a:gdLst>
                <a:gd name="csX0" fmla="*/ 2389 w 2388"/>
                <a:gd name="csY0" fmla="*/ 955 h 955"/>
                <a:gd name="csX1" fmla="*/ 1433 w 2388"/>
                <a:gd name="csY1" fmla="*/ 478 h 955"/>
                <a:gd name="csX2" fmla="*/ 0 w 2388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955">
                  <a:moveTo>
                    <a:pt x="2389" y="955"/>
                  </a:moveTo>
                  <a:lnTo>
                    <a:pt x="1433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7" name="Freeform 3896">
              <a:extLst>
                <a:ext uri="{FF2B5EF4-FFF2-40B4-BE49-F238E27FC236}">
                  <a16:creationId xmlns:a16="http://schemas.microsoft.com/office/drawing/2014/main" id="{A80F1E64-115F-51D0-C957-D3B0258AEB53}"/>
                </a:ext>
              </a:extLst>
            </p:cNvPr>
            <p:cNvSpPr/>
            <p:nvPr/>
          </p:nvSpPr>
          <p:spPr>
            <a:xfrm>
              <a:off x="8246737" y="3754595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0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8" name="Freeform 3897">
              <a:extLst>
                <a:ext uri="{FF2B5EF4-FFF2-40B4-BE49-F238E27FC236}">
                  <a16:creationId xmlns:a16="http://schemas.microsoft.com/office/drawing/2014/main" id="{01310361-2C68-A76C-3427-9D38726E07BB}"/>
                </a:ext>
              </a:extLst>
            </p:cNvPr>
            <p:cNvSpPr/>
            <p:nvPr/>
          </p:nvSpPr>
          <p:spPr>
            <a:xfrm>
              <a:off x="8248648" y="3755551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956 w 955"/>
                <a:gd name="csY1" fmla="*/ 478 h 477"/>
                <a:gd name="csX2" fmla="*/ 0 w 955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956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9" name="Freeform 3898">
              <a:extLst>
                <a:ext uri="{FF2B5EF4-FFF2-40B4-BE49-F238E27FC236}">
                  <a16:creationId xmlns:a16="http://schemas.microsoft.com/office/drawing/2014/main" id="{A103AC32-D2FF-E552-8EBD-1595A23101A5}"/>
                </a:ext>
              </a:extLst>
            </p:cNvPr>
            <p:cNvSpPr/>
            <p:nvPr/>
          </p:nvSpPr>
          <p:spPr>
            <a:xfrm>
              <a:off x="8253903" y="3761761"/>
              <a:ext cx="3822" cy="2866"/>
            </a:xfrm>
            <a:custGeom>
              <a:avLst/>
              <a:gdLst>
                <a:gd name="csX0" fmla="*/ 3822 w 3822"/>
                <a:gd name="csY0" fmla="*/ 2867 h 2866"/>
                <a:gd name="csX1" fmla="*/ 1433 w 3822"/>
                <a:gd name="csY1" fmla="*/ 956 h 2866"/>
                <a:gd name="csX2" fmla="*/ 0 w 3822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22" h="2866">
                  <a:moveTo>
                    <a:pt x="3822" y="2867"/>
                  </a:moveTo>
                  <a:lnTo>
                    <a:pt x="1433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0" name="Freeform 3899">
              <a:extLst>
                <a:ext uri="{FF2B5EF4-FFF2-40B4-BE49-F238E27FC236}">
                  <a16:creationId xmlns:a16="http://schemas.microsoft.com/office/drawing/2014/main" id="{1FCCA451-393A-4C4A-EB67-D528EFDE53B3}"/>
                </a:ext>
              </a:extLst>
            </p:cNvPr>
            <p:cNvSpPr/>
            <p:nvPr/>
          </p:nvSpPr>
          <p:spPr>
            <a:xfrm>
              <a:off x="8219984" y="3778482"/>
              <a:ext cx="1910" cy="2388"/>
            </a:xfrm>
            <a:custGeom>
              <a:avLst/>
              <a:gdLst>
                <a:gd name="csX0" fmla="*/ 0 w 1910"/>
                <a:gd name="csY0" fmla="*/ 2389 h 2388"/>
                <a:gd name="csX1" fmla="*/ 1911 w 1910"/>
                <a:gd name="csY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2388">
                  <a:moveTo>
                    <a:pt x="0" y="2389"/>
                  </a:move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" name="Freeform 3900">
              <a:extLst>
                <a:ext uri="{FF2B5EF4-FFF2-40B4-BE49-F238E27FC236}">
                  <a16:creationId xmlns:a16="http://schemas.microsoft.com/office/drawing/2014/main" id="{EAB71E62-E98A-1CD4-8994-CB3212A9642F}"/>
                </a:ext>
              </a:extLst>
            </p:cNvPr>
            <p:cNvSpPr/>
            <p:nvPr/>
          </p:nvSpPr>
          <p:spPr>
            <a:xfrm>
              <a:off x="8210429" y="3783737"/>
              <a:ext cx="477" cy="1910"/>
            </a:xfrm>
            <a:custGeom>
              <a:avLst/>
              <a:gdLst>
                <a:gd name="csX0" fmla="*/ 0 w 477"/>
                <a:gd name="csY0" fmla="*/ 1911 h 1910"/>
                <a:gd name="csX1" fmla="*/ 478 w 477"/>
                <a:gd name="csY1" fmla="*/ 955 h 1910"/>
                <a:gd name="csX2" fmla="*/ 478 w 477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910">
                  <a:moveTo>
                    <a:pt x="0" y="1911"/>
                  </a:moveTo>
                  <a:lnTo>
                    <a:pt x="478" y="955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" name="Freeform 3901">
              <a:extLst>
                <a:ext uri="{FF2B5EF4-FFF2-40B4-BE49-F238E27FC236}">
                  <a16:creationId xmlns:a16="http://schemas.microsoft.com/office/drawing/2014/main" id="{891D3A29-4946-F8CA-B805-48A8D18F20CC}"/>
                </a:ext>
              </a:extLst>
            </p:cNvPr>
            <p:cNvSpPr/>
            <p:nvPr/>
          </p:nvSpPr>
          <p:spPr>
            <a:xfrm>
              <a:off x="8187976" y="3800457"/>
              <a:ext cx="955" cy="1433"/>
            </a:xfrm>
            <a:custGeom>
              <a:avLst/>
              <a:gdLst>
                <a:gd name="csX0" fmla="*/ 0 w 955"/>
                <a:gd name="csY0" fmla="*/ 1433 h 1433"/>
                <a:gd name="csX1" fmla="*/ 0 w 955"/>
                <a:gd name="csY1" fmla="*/ 1433 h 1433"/>
                <a:gd name="csX2" fmla="*/ 955 w 955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0" y="1433"/>
                  </a:moveTo>
                  <a:lnTo>
                    <a:pt x="0" y="1433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" name="Freeform 3902">
              <a:extLst>
                <a:ext uri="{FF2B5EF4-FFF2-40B4-BE49-F238E27FC236}">
                  <a16:creationId xmlns:a16="http://schemas.microsoft.com/office/drawing/2014/main" id="{F238841F-2019-D251-C0F8-1782155FBD32}"/>
                </a:ext>
              </a:extLst>
            </p:cNvPr>
            <p:cNvSpPr/>
            <p:nvPr/>
          </p:nvSpPr>
          <p:spPr>
            <a:xfrm>
              <a:off x="8152624" y="3812878"/>
              <a:ext cx="1911" cy="2866"/>
            </a:xfrm>
            <a:custGeom>
              <a:avLst/>
              <a:gdLst>
                <a:gd name="csX0" fmla="*/ 0 w 1911"/>
                <a:gd name="csY0" fmla="*/ 2866 h 2866"/>
                <a:gd name="csX1" fmla="*/ 0 w 1911"/>
                <a:gd name="csY1" fmla="*/ 2866 h 2866"/>
                <a:gd name="csX2" fmla="*/ 1433 w 1911"/>
                <a:gd name="csY2" fmla="*/ 956 h 2866"/>
                <a:gd name="csX3" fmla="*/ 1911 w 1911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2866">
                  <a:moveTo>
                    <a:pt x="0" y="2866"/>
                  </a:moveTo>
                  <a:lnTo>
                    <a:pt x="0" y="2866"/>
                  </a:lnTo>
                  <a:lnTo>
                    <a:pt x="1433" y="956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" name="Freeform 3903">
              <a:extLst>
                <a:ext uri="{FF2B5EF4-FFF2-40B4-BE49-F238E27FC236}">
                  <a16:creationId xmlns:a16="http://schemas.microsoft.com/office/drawing/2014/main" id="{63A79A8D-0FA8-C185-F377-3B77E5457E45}"/>
                </a:ext>
              </a:extLst>
            </p:cNvPr>
            <p:cNvSpPr/>
            <p:nvPr/>
          </p:nvSpPr>
          <p:spPr>
            <a:xfrm>
              <a:off x="8098641" y="3821477"/>
              <a:ext cx="1433" cy="1910"/>
            </a:xfrm>
            <a:custGeom>
              <a:avLst/>
              <a:gdLst>
                <a:gd name="csX0" fmla="*/ 0 w 1433"/>
                <a:gd name="csY0" fmla="*/ 1911 h 1910"/>
                <a:gd name="csX1" fmla="*/ 1433 w 1433"/>
                <a:gd name="csY1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1910">
                  <a:moveTo>
                    <a:pt x="0" y="1911"/>
                  </a:move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" name="Freeform 3904">
              <a:extLst>
                <a:ext uri="{FF2B5EF4-FFF2-40B4-BE49-F238E27FC236}">
                  <a16:creationId xmlns:a16="http://schemas.microsoft.com/office/drawing/2014/main" id="{6C5B4817-4F74-8DE9-B8E6-99AEC5D880B7}"/>
                </a:ext>
              </a:extLst>
            </p:cNvPr>
            <p:cNvSpPr/>
            <p:nvPr/>
          </p:nvSpPr>
          <p:spPr>
            <a:xfrm>
              <a:off x="8093386" y="3829121"/>
              <a:ext cx="2388" cy="6688"/>
            </a:xfrm>
            <a:custGeom>
              <a:avLst/>
              <a:gdLst>
                <a:gd name="csX0" fmla="*/ 0 w 2388"/>
                <a:gd name="csY0" fmla="*/ 6688 h 6688"/>
                <a:gd name="csX1" fmla="*/ 1433 w 2388"/>
                <a:gd name="csY1" fmla="*/ 4299 h 6688"/>
                <a:gd name="csX2" fmla="*/ 1911 w 2388"/>
                <a:gd name="csY2" fmla="*/ 2866 h 6688"/>
                <a:gd name="csX3" fmla="*/ 2389 w 2388"/>
                <a:gd name="csY3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6688">
                  <a:moveTo>
                    <a:pt x="0" y="6688"/>
                  </a:moveTo>
                  <a:lnTo>
                    <a:pt x="1433" y="4299"/>
                  </a:lnTo>
                  <a:lnTo>
                    <a:pt x="1911" y="2866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" name="Freeform 3905">
              <a:extLst>
                <a:ext uri="{FF2B5EF4-FFF2-40B4-BE49-F238E27FC236}">
                  <a16:creationId xmlns:a16="http://schemas.microsoft.com/office/drawing/2014/main" id="{8530E5C8-0505-6F43-AF67-55B112AF56B3}"/>
                </a:ext>
              </a:extLst>
            </p:cNvPr>
            <p:cNvSpPr/>
            <p:nvPr/>
          </p:nvSpPr>
          <p:spPr>
            <a:xfrm>
              <a:off x="8092908" y="3836765"/>
              <a:ext cx="1911" cy="2388"/>
            </a:xfrm>
            <a:custGeom>
              <a:avLst/>
              <a:gdLst>
                <a:gd name="csX0" fmla="*/ 1911 w 1911"/>
                <a:gd name="csY0" fmla="*/ 2389 h 2388"/>
                <a:gd name="csX1" fmla="*/ 478 w 1911"/>
                <a:gd name="csY1" fmla="*/ 1433 h 2388"/>
                <a:gd name="csX2" fmla="*/ 0 w 1911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2388">
                  <a:moveTo>
                    <a:pt x="1911" y="2389"/>
                  </a:moveTo>
                  <a:lnTo>
                    <a:pt x="478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" name="Freeform 3906">
              <a:extLst>
                <a:ext uri="{FF2B5EF4-FFF2-40B4-BE49-F238E27FC236}">
                  <a16:creationId xmlns:a16="http://schemas.microsoft.com/office/drawing/2014/main" id="{1D53406F-F51B-0D48-D4FE-744361E9AF9C}"/>
                </a:ext>
              </a:extLst>
            </p:cNvPr>
            <p:cNvSpPr/>
            <p:nvPr/>
          </p:nvSpPr>
          <p:spPr>
            <a:xfrm>
              <a:off x="8095297" y="3841542"/>
              <a:ext cx="3343" cy="3821"/>
            </a:xfrm>
            <a:custGeom>
              <a:avLst/>
              <a:gdLst>
                <a:gd name="csX0" fmla="*/ 3344 w 3343"/>
                <a:gd name="csY0" fmla="*/ 3822 h 3821"/>
                <a:gd name="csX1" fmla="*/ 1911 w 3343"/>
                <a:gd name="csY1" fmla="*/ 1911 h 3821"/>
                <a:gd name="csX2" fmla="*/ 0 w 3343"/>
                <a:gd name="csY2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3" h="3821">
                  <a:moveTo>
                    <a:pt x="3344" y="3822"/>
                  </a:moveTo>
                  <a:lnTo>
                    <a:pt x="1911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" name="Freeform 3907">
              <a:extLst>
                <a:ext uri="{FF2B5EF4-FFF2-40B4-BE49-F238E27FC236}">
                  <a16:creationId xmlns:a16="http://schemas.microsoft.com/office/drawing/2014/main" id="{4BD066D1-CEFA-3DAB-DA12-3DADB649E396}"/>
                </a:ext>
              </a:extLst>
            </p:cNvPr>
            <p:cNvSpPr/>
            <p:nvPr/>
          </p:nvSpPr>
          <p:spPr>
            <a:xfrm>
              <a:off x="8101507" y="3847752"/>
              <a:ext cx="2388" cy="5732"/>
            </a:xfrm>
            <a:custGeom>
              <a:avLst/>
              <a:gdLst>
                <a:gd name="csX0" fmla="*/ 1910 w 2388"/>
                <a:gd name="csY0" fmla="*/ 5733 h 5732"/>
                <a:gd name="csX1" fmla="*/ 2389 w 2388"/>
                <a:gd name="csY1" fmla="*/ 4777 h 5732"/>
                <a:gd name="csX2" fmla="*/ 1910 w 2388"/>
                <a:gd name="csY2" fmla="*/ 3344 h 5732"/>
                <a:gd name="csX3" fmla="*/ 955 w 2388"/>
                <a:gd name="csY3" fmla="*/ 1433 h 5732"/>
                <a:gd name="csX4" fmla="*/ 0 w 2388"/>
                <a:gd name="csY4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5732">
                  <a:moveTo>
                    <a:pt x="1910" y="5733"/>
                  </a:moveTo>
                  <a:lnTo>
                    <a:pt x="2389" y="4777"/>
                  </a:lnTo>
                  <a:lnTo>
                    <a:pt x="1910" y="3344"/>
                  </a:lnTo>
                  <a:lnTo>
                    <a:pt x="955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" name="Freeform 3908">
              <a:extLst>
                <a:ext uri="{FF2B5EF4-FFF2-40B4-BE49-F238E27FC236}">
                  <a16:creationId xmlns:a16="http://schemas.microsoft.com/office/drawing/2014/main" id="{1C5A4D4F-9E55-6895-1DA8-EF24F6FF12AD}"/>
                </a:ext>
              </a:extLst>
            </p:cNvPr>
            <p:cNvSpPr/>
            <p:nvPr/>
          </p:nvSpPr>
          <p:spPr>
            <a:xfrm>
              <a:off x="8080010" y="3862562"/>
              <a:ext cx="5254" cy="5732"/>
            </a:xfrm>
            <a:custGeom>
              <a:avLst/>
              <a:gdLst>
                <a:gd name="csX0" fmla="*/ 0 w 5254"/>
                <a:gd name="csY0" fmla="*/ 5733 h 5732"/>
                <a:gd name="csX1" fmla="*/ 1910 w 5254"/>
                <a:gd name="csY1" fmla="*/ 3822 h 5732"/>
                <a:gd name="csX2" fmla="*/ 3344 w 5254"/>
                <a:gd name="csY2" fmla="*/ 2389 h 5732"/>
                <a:gd name="csX3" fmla="*/ 5255 w 5254"/>
                <a:gd name="csY3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254" h="5732">
                  <a:moveTo>
                    <a:pt x="0" y="5733"/>
                  </a:moveTo>
                  <a:lnTo>
                    <a:pt x="1910" y="3822"/>
                  </a:lnTo>
                  <a:lnTo>
                    <a:pt x="3344" y="2389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" name="Freeform 3909">
              <a:extLst>
                <a:ext uri="{FF2B5EF4-FFF2-40B4-BE49-F238E27FC236}">
                  <a16:creationId xmlns:a16="http://schemas.microsoft.com/office/drawing/2014/main" id="{8501CFA7-B448-7330-55E8-C1DBE6C7E80C}"/>
                </a:ext>
              </a:extLst>
            </p:cNvPr>
            <p:cNvSpPr/>
            <p:nvPr/>
          </p:nvSpPr>
          <p:spPr>
            <a:xfrm>
              <a:off x="8075710" y="3869250"/>
              <a:ext cx="3343" cy="4777"/>
            </a:xfrm>
            <a:custGeom>
              <a:avLst/>
              <a:gdLst>
                <a:gd name="csX0" fmla="*/ 0 w 3343"/>
                <a:gd name="csY0" fmla="*/ 4777 h 4777"/>
                <a:gd name="csX1" fmla="*/ 1911 w 3343"/>
                <a:gd name="csY1" fmla="*/ 2389 h 4777"/>
                <a:gd name="csX2" fmla="*/ 3344 w 3343"/>
                <a:gd name="csY2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3" h="4777">
                  <a:moveTo>
                    <a:pt x="0" y="4777"/>
                  </a:moveTo>
                  <a:lnTo>
                    <a:pt x="1911" y="2389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" name="Freeform 3910">
              <a:extLst>
                <a:ext uri="{FF2B5EF4-FFF2-40B4-BE49-F238E27FC236}">
                  <a16:creationId xmlns:a16="http://schemas.microsoft.com/office/drawing/2014/main" id="{4067FF96-A31E-3822-7B69-AD08CD7A1D38}"/>
                </a:ext>
              </a:extLst>
            </p:cNvPr>
            <p:cNvSpPr/>
            <p:nvPr/>
          </p:nvSpPr>
          <p:spPr>
            <a:xfrm>
              <a:off x="7969176" y="3902214"/>
              <a:ext cx="955" cy="955"/>
            </a:xfrm>
            <a:custGeom>
              <a:avLst/>
              <a:gdLst>
                <a:gd name="csX0" fmla="*/ 0 w 955"/>
                <a:gd name="csY0" fmla="*/ 956 h 955"/>
                <a:gd name="csX1" fmla="*/ 956 w 955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955">
                  <a:moveTo>
                    <a:pt x="0" y="956"/>
                  </a:move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" name="Freeform 3911">
              <a:extLst>
                <a:ext uri="{FF2B5EF4-FFF2-40B4-BE49-F238E27FC236}">
                  <a16:creationId xmlns:a16="http://schemas.microsoft.com/office/drawing/2014/main" id="{E4ECCCE4-23AF-26AB-8352-C6D9F391BAE3}"/>
                </a:ext>
              </a:extLst>
            </p:cNvPr>
            <p:cNvSpPr/>
            <p:nvPr/>
          </p:nvSpPr>
          <p:spPr>
            <a:xfrm>
              <a:off x="7666774" y="3745041"/>
              <a:ext cx="955" cy="955"/>
            </a:xfrm>
            <a:custGeom>
              <a:avLst/>
              <a:gdLst>
                <a:gd name="csX0" fmla="*/ 0 w 955"/>
                <a:gd name="csY0" fmla="*/ 956 h 955"/>
                <a:gd name="csX1" fmla="*/ 0 w 955"/>
                <a:gd name="csY1" fmla="*/ 956 h 955"/>
                <a:gd name="csX2" fmla="*/ 955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0" y="956"/>
                  </a:moveTo>
                  <a:lnTo>
                    <a:pt x="0" y="956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" name="Freeform 3912">
              <a:extLst>
                <a:ext uri="{FF2B5EF4-FFF2-40B4-BE49-F238E27FC236}">
                  <a16:creationId xmlns:a16="http://schemas.microsoft.com/office/drawing/2014/main" id="{FE7449BB-B64B-7DE6-0BE4-D460A032F84F}"/>
                </a:ext>
              </a:extLst>
            </p:cNvPr>
            <p:cNvSpPr/>
            <p:nvPr/>
          </p:nvSpPr>
          <p:spPr>
            <a:xfrm>
              <a:off x="7617090" y="3711122"/>
              <a:ext cx="2388" cy="955"/>
            </a:xfrm>
            <a:custGeom>
              <a:avLst/>
              <a:gdLst>
                <a:gd name="csX0" fmla="*/ 0 w 2388"/>
                <a:gd name="csY0" fmla="*/ 955 h 955"/>
                <a:gd name="csX1" fmla="*/ 478 w 2388"/>
                <a:gd name="csY1" fmla="*/ 955 h 955"/>
                <a:gd name="csX2" fmla="*/ 1433 w 2388"/>
                <a:gd name="csY2" fmla="*/ 955 h 955"/>
                <a:gd name="csX3" fmla="*/ 2389 w 238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955">
                  <a:moveTo>
                    <a:pt x="0" y="955"/>
                  </a:moveTo>
                  <a:lnTo>
                    <a:pt x="478" y="955"/>
                  </a:lnTo>
                  <a:lnTo>
                    <a:pt x="1433" y="955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" name="Freeform 3913">
              <a:extLst>
                <a:ext uri="{FF2B5EF4-FFF2-40B4-BE49-F238E27FC236}">
                  <a16:creationId xmlns:a16="http://schemas.microsoft.com/office/drawing/2014/main" id="{BAF31BB6-A98B-151D-80C6-10A7A86E4475}"/>
                </a:ext>
              </a:extLst>
            </p:cNvPr>
            <p:cNvSpPr/>
            <p:nvPr/>
          </p:nvSpPr>
          <p:spPr>
            <a:xfrm>
              <a:off x="7605146" y="3711599"/>
              <a:ext cx="2866" cy="1433"/>
            </a:xfrm>
            <a:custGeom>
              <a:avLst/>
              <a:gdLst>
                <a:gd name="csX0" fmla="*/ 0 w 2866"/>
                <a:gd name="csY0" fmla="*/ 1433 h 1433"/>
                <a:gd name="csX1" fmla="*/ 1433 w 2866"/>
                <a:gd name="csY1" fmla="*/ 478 h 1433"/>
                <a:gd name="csX2" fmla="*/ 2866 w 2866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1433">
                  <a:moveTo>
                    <a:pt x="0" y="1433"/>
                  </a:moveTo>
                  <a:lnTo>
                    <a:pt x="1433" y="478"/>
                  </a:lnTo>
                  <a:lnTo>
                    <a:pt x="28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" name="Freeform 3914">
              <a:extLst>
                <a:ext uri="{FF2B5EF4-FFF2-40B4-BE49-F238E27FC236}">
                  <a16:creationId xmlns:a16="http://schemas.microsoft.com/office/drawing/2014/main" id="{C6A49B28-A887-C5A7-7B9C-DB390EDB66C3}"/>
                </a:ext>
              </a:extLst>
            </p:cNvPr>
            <p:cNvSpPr/>
            <p:nvPr/>
          </p:nvSpPr>
          <p:spPr>
            <a:xfrm>
              <a:off x="7584126" y="3730709"/>
              <a:ext cx="1910" cy="477"/>
            </a:xfrm>
            <a:custGeom>
              <a:avLst/>
              <a:gdLst>
                <a:gd name="csX0" fmla="*/ 0 w 1910"/>
                <a:gd name="csY0" fmla="*/ 478 h 477"/>
                <a:gd name="csX1" fmla="*/ 1911 w 1910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477">
                  <a:moveTo>
                    <a:pt x="0" y="478"/>
                  </a:move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" name="Freeform 3915">
              <a:extLst>
                <a:ext uri="{FF2B5EF4-FFF2-40B4-BE49-F238E27FC236}">
                  <a16:creationId xmlns:a16="http://schemas.microsoft.com/office/drawing/2014/main" id="{A0B14199-9EC4-108E-1401-E8FB6B1BD417}"/>
                </a:ext>
              </a:extLst>
            </p:cNvPr>
            <p:cNvSpPr/>
            <p:nvPr/>
          </p:nvSpPr>
          <p:spPr>
            <a:xfrm>
              <a:off x="7569794" y="3767494"/>
              <a:ext cx="4299" cy="3344"/>
            </a:xfrm>
            <a:custGeom>
              <a:avLst/>
              <a:gdLst>
                <a:gd name="csX0" fmla="*/ 0 w 4299"/>
                <a:gd name="csY0" fmla="*/ 3344 h 3344"/>
                <a:gd name="csX1" fmla="*/ 1911 w 4299"/>
                <a:gd name="csY1" fmla="*/ 2389 h 3344"/>
                <a:gd name="csX2" fmla="*/ 4300 w 4299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9" h="3344">
                  <a:moveTo>
                    <a:pt x="0" y="3344"/>
                  </a:moveTo>
                  <a:lnTo>
                    <a:pt x="1911" y="2389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" name="Freeform 3916">
              <a:extLst>
                <a:ext uri="{FF2B5EF4-FFF2-40B4-BE49-F238E27FC236}">
                  <a16:creationId xmlns:a16="http://schemas.microsoft.com/office/drawing/2014/main" id="{9373A79F-D6CB-5878-31C8-5A57A3A68978}"/>
                </a:ext>
              </a:extLst>
            </p:cNvPr>
            <p:cNvSpPr/>
            <p:nvPr/>
          </p:nvSpPr>
          <p:spPr>
            <a:xfrm>
              <a:off x="7556418" y="3768927"/>
              <a:ext cx="4777" cy="477"/>
            </a:xfrm>
            <a:custGeom>
              <a:avLst/>
              <a:gdLst>
                <a:gd name="csX0" fmla="*/ 0 w 4777"/>
                <a:gd name="csY0" fmla="*/ 0 h 477"/>
                <a:gd name="csX1" fmla="*/ 3822 w 4777"/>
                <a:gd name="csY1" fmla="*/ 478 h 477"/>
                <a:gd name="csX2" fmla="*/ 4777 w 47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477">
                  <a:moveTo>
                    <a:pt x="0" y="0"/>
                  </a:moveTo>
                  <a:lnTo>
                    <a:pt x="3822" y="478"/>
                  </a:lnTo>
                  <a:lnTo>
                    <a:pt x="4777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" name="Freeform 3917">
              <a:extLst>
                <a:ext uri="{FF2B5EF4-FFF2-40B4-BE49-F238E27FC236}">
                  <a16:creationId xmlns:a16="http://schemas.microsoft.com/office/drawing/2014/main" id="{1CE30054-1151-8950-F7B8-109A33DD224E}"/>
                </a:ext>
              </a:extLst>
            </p:cNvPr>
            <p:cNvSpPr/>
            <p:nvPr/>
          </p:nvSpPr>
          <p:spPr>
            <a:xfrm>
              <a:off x="7508645" y="3815267"/>
              <a:ext cx="9076" cy="1433"/>
            </a:xfrm>
            <a:custGeom>
              <a:avLst/>
              <a:gdLst>
                <a:gd name="csX0" fmla="*/ 0 w 9076"/>
                <a:gd name="csY0" fmla="*/ 1433 h 1433"/>
                <a:gd name="csX1" fmla="*/ 956 w 9076"/>
                <a:gd name="csY1" fmla="*/ 1433 h 1433"/>
                <a:gd name="csX2" fmla="*/ 3822 w 9076"/>
                <a:gd name="csY2" fmla="*/ 478 h 1433"/>
                <a:gd name="csX3" fmla="*/ 6688 w 9076"/>
                <a:gd name="csY3" fmla="*/ 0 h 1433"/>
                <a:gd name="csX4" fmla="*/ 7644 w 9076"/>
                <a:gd name="csY4" fmla="*/ 478 h 1433"/>
                <a:gd name="csX5" fmla="*/ 9077 w 9076"/>
                <a:gd name="csY5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076" h="1433">
                  <a:moveTo>
                    <a:pt x="0" y="1433"/>
                  </a:moveTo>
                  <a:lnTo>
                    <a:pt x="956" y="1433"/>
                  </a:lnTo>
                  <a:lnTo>
                    <a:pt x="3822" y="478"/>
                  </a:lnTo>
                  <a:lnTo>
                    <a:pt x="6688" y="0"/>
                  </a:lnTo>
                  <a:lnTo>
                    <a:pt x="7644" y="478"/>
                  </a:lnTo>
                  <a:lnTo>
                    <a:pt x="9077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" name="Freeform 3918">
              <a:extLst>
                <a:ext uri="{FF2B5EF4-FFF2-40B4-BE49-F238E27FC236}">
                  <a16:creationId xmlns:a16="http://schemas.microsoft.com/office/drawing/2014/main" id="{32C82387-FCB6-48C5-ADF9-AC1D1AD849A8}"/>
                </a:ext>
              </a:extLst>
            </p:cNvPr>
            <p:cNvSpPr/>
            <p:nvPr/>
          </p:nvSpPr>
          <p:spPr>
            <a:xfrm>
              <a:off x="7496701" y="3811923"/>
              <a:ext cx="8599" cy="2388"/>
            </a:xfrm>
            <a:custGeom>
              <a:avLst/>
              <a:gdLst>
                <a:gd name="csX0" fmla="*/ 0 w 8599"/>
                <a:gd name="csY0" fmla="*/ 2389 h 2388"/>
                <a:gd name="csX1" fmla="*/ 5255 w 8599"/>
                <a:gd name="csY1" fmla="*/ 956 h 2388"/>
                <a:gd name="csX2" fmla="*/ 7166 w 8599"/>
                <a:gd name="csY2" fmla="*/ 0 h 2388"/>
                <a:gd name="csX3" fmla="*/ 8599 w 8599"/>
                <a:gd name="csY3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99" h="2388">
                  <a:moveTo>
                    <a:pt x="0" y="2389"/>
                  </a:moveTo>
                  <a:lnTo>
                    <a:pt x="5255" y="956"/>
                  </a:lnTo>
                  <a:lnTo>
                    <a:pt x="7166" y="0"/>
                  </a:lnTo>
                  <a:lnTo>
                    <a:pt x="8599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" name="Freeform 3919">
              <a:extLst>
                <a:ext uri="{FF2B5EF4-FFF2-40B4-BE49-F238E27FC236}">
                  <a16:creationId xmlns:a16="http://schemas.microsoft.com/office/drawing/2014/main" id="{EACEAD3F-B274-EDB6-AA4F-2E5E014E9446}"/>
                </a:ext>
              </a:extLst>
            </p:cNvPr>
            <p:cNvSpPr/>
            <p:nvPr/>
          </p:nvSpPr>
          <p:spPr>
            <a:xfrm>
              <a:off x="7485714" y="3816700"/>
              <a:ext cx="5254" cy="955"/>
            </a:xfrm>
            <a:custGeom>
              <a:avLst/>
              <a:gdLst>
                <a:gd name="csX0" fmla="*/ 0 w 5254"/>
                <a:gd name="csY0" fmla="*/ 478 h 955"/>
                <a:gd name="csX1" fmla="*/ 1433 w 5254"/>
                <a:gd name="csY1" fmla="*/ 956 h 955"/>
                <a:gd name="csX2" fmla="*/ 5255 w 5254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4" h="955">
                  <a:moveTo>
                    <a:pt x="0" y="478"/>
                  </a:moveTo>
                  <a:lnTo>
                    <a:pt x="1433" y="956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" name="Freeform 3920">
              <a:extLst>
                <a:ext uri="{FF2B5EF4-FFF2-40B4-BE49-F238E27FC236}">
                  <a16:creationId xmlns:a16="http://schemas.microsoft.com/office/drawing/2014/main" id="{E75781D2-7C82-9F23-6F70-FAE65C3D7D3E}"/>
                </a:ext>
              </a:extLst>
            </p:cNvPr>
            <p:cNvSpPr/>
            <p:nvPr/>
          </p:nvSpPr>
          <p:spPr>
            <a:xfrm>
              <a:off x="7475204" y="3875461"/>
              <a:ext cx="2388" cy="955"/>
            </a:xfrm>
            <a:custGeom>
              <a:avLst/>
              <a:gdLst>
                <a:gd name="csX0" fmla="*/ 0 w 2388"/>
                <a:gd name="csY0" fmla="*/ 955 h 955"/>
                <a:gd name="csX1" fmla="*/ 2388 w 2388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8" h="955">
                  <a:moveTo>
                    <a:pt x="0" y="955"/>
                  </a:moveTo>
                  <a:lnTo>
                    <a:pt x="238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" name="Freeform 3921">
              <a:extLst>
                <a:ext uri="{FF2B5EF4-FFF2-40B4-BE49-F238E27FC236}">
                  <a16:creationId xmlns:a16="http://schemas.microsoft.com/office/drawing/2014/main" id="{F966BAC8-125B-3C6E-3CB8-E7386222AFB0}"/>
                </a:ext>
              </a:extLst>
            </p:cNvPr>
            <p:cNvSpPr/>
            <p:nvPr/>
          </p:nvSpPr>
          <p:spPr>
            <a:xfrm>
              <a:off x="7442718" y="3902691"/>
              <a:ext cx="10509" cy="5255"/>
            </a:xfrm>
            <a:custGeom>
              <a:avLst/>
              <a:gdLst>
                <a:gd name="csX0" fmla="*/ 0 w 10509"/>
                <a:gd name="csY0" fmla="*/ 5255 h 5255"/>
                <a:gd name="csX1" fmla="*/ 2389 w 10509"/>
                <a:gd name="csY1" fmla="*/ 3822 h 5255"/>
                <a:gd name="csX2" fmla="*/ 10510 w 10509"/>
                <a:gd name="csY2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509" h="5255">
                  <a:moveTo>
                    <a:pt x="0" y="5255"/>
                  </a:moveTo>
                  <a:lnTo>
                    <a:pt x="2389" y="3822"/>
                  </a:lnTo>
                  <a:lnTo>
                    <a:pt x="1051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" name="Freeform 3922">
              <a:extLst>
                <a:ext uri="{FF2B5EF4-FFF2-40B4-BE49-F238E27FC236}">
                  <a16:creationId xmlns:a16="http://schemas.microsoft.com/office/drawing/2014/main" id="{44541747-E569-8CBC-DD98-F3099BF91B2A}"/>
                </a:ext>
              </a:extLst>
            </p:cNvPr>
            <p:cNvSpPr/>
            <p:nvPr/>
          </p:nvSpPr>
          <p:spPr>
            <a:xfrm>
              <a:off x="7437941" y="3910335"/>
              <a:ext cx="955" cy="955"/>
            </a:xfrm>
            <a:custGeom>
              <a:avLst/>
              <a:gdLst>
                <a:gd name="csX0" fmla="*/ 0 w 955"/>
                <a:gd name="csY0" fmla="*/ 955 h 955"/>
                <a:gd name="csX1" fmla="*/ 955 w 955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955">
                  <a:moveTo>
                    <a:pt x="0" y="955"/>
                  </a:move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" name="Freeform 3923">
              <a:extLst>
                <a:ext uri="{FF2B5EF4-FFF2-40B4-BE49-F238E27FC236}">
                  <a16:creationId xmlns:a16="http://schemas.microsoft.com/office/drawing/2014/main" id="{9C316719-5750-AB55-517C-E122ABE0B87C}"/>
                </a:ext>
              </a:extLst>
            </p:cNvPr>
            <p:cNvSpPr/>
            <p:nvPr/>
          </p:nvSpPr>
          <p:spPr>
            <a:xfrm>
              <a:off x="7429819" y="3917979"/>
              <a:ext cx="3344" cy="955"/>
            </a:xfrm>
            <a:custGeom>
              <a:avLst/>
              <a:gdLst>
                <a:gd name="csX0" fmla="*/ 0 w 3344"/>
                <a:gd name="csY0" fmla="*/ 956 h 955"/>
                <a:gd name="csX1" fmla="*/ 3344 w 3344"/>
                <a:gd name="csY1" fmla="*/ 478 h 955"/>
                <a:gd name="csX2" fmla="*/ 3344 w 3344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4" h="955">
                  <a:moveTo>
                    <a:pt x="0" y="956"/>
                  </a:moveTo>
                  <a:lnTo>
                    <a:pt x="3344" y="478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" name="Freeform 3924">
              <a:extLst>
                <a:ext uri="{FF2B5EF4-FFF2-40B4-BE49-F238E27FC236}">
                  <a16:creationId xmlns:a16="http://schemas.microsoft.com/office/drawing/2014/main" id="{18EE1FAB-9B45-1443-3E72-DEB8C20ED659}"/>
                </a:ext>
              </a:extLst>
            </p:cNvPr>
            <p:cNvSpPr/>
            <p:nvPr/>
          </p:nvSpPr>
          <p:spPr>
            <a:xfrm>
              <a:off x="7395423" y="3933744"/>
              <a:ext cx="477" cy="477"/>
            </a:xfrm>
            <a:custGeom>
              <a:avLst/>
              <a:gdLst>
                <a:gd name="csX0" fmla="*/ 0 w 477"/>
                <a:gd name="csY0" fmla="*/ 478 h 477"/>
                <a:gd name="csX1" fmla="*/ 478 w 477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0" y="478"/>
                  </a:move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" name="Freeform 3925">
              <a:extLst>
                <a:ext uri="{FF2B5EF4-FFF2-40B4-BE49-F238E27FC236}">
                  <a16:creationId xmlns:a16="http://schemas.microsoft.com/office/drawing/2014/main" id="{EA14A518-2859-9175-B1C1-AAE9F6F091C8}"/>
                </a:ext>
              </a:extLst>
            </p:cNvPr>
            <p:cNvSpPr/>
            <p:nvPr/>
          </p:nvSpPr>
          <p:spPr>
            <a:xfrm>
              <a:off x="7391123" y="3934699"/>
              <a:ext cx="3344" cy="477"/>
            </a:xfrm>
            <a:custGeom>
              <a:avLst/>
              <a:gdLst>
                <a:gd name="csX0" fmla="*/ 0 w 3344"/>
                <a:gd name="csY0" fmla="*/ 478 h 477"/>
                <a:gd name="csX1" fmla="*/ 956 w 3344"/>
                <a:gd name="csY1" fmla="*/ 0 h 477"/>
                <a:gd name="csX2" fmla="*/ 2866 w 3344"/>
                <a:gd name="csY2" fmla="*/ 478 h 477"/>
                <a:gd name="csX3" fmla="*/ 3344 w 3344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477">
                  <a:moveTo>
                    <a:pt x="0" y="478"/>
                  </a:moveTo>
                  <a:lnTo>
                    <a:pt x="956" y="0"/>
                  </a:lnTo>
                  <a:lnTo>
                    <a:pt x="2866" y="478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" name="Freeform 3926">
              <a:extLst>
                <a:ext uri="{FF2B5EF4-FFF2-40B4-BE49-F238E27FC236}">
                  <a16:creationId xmlns:a16="http://schemas.microsoft.com/office/drawing/2014/main" id="{F287F5DB-D15A-34CC-7295-9A801940F015}"/>
                </a:ext>
              </a:extLst>
            </p:cNvPr>
            <p:cNvSpPr/>
            <p:nvPr/>
          </p:nvSpPr>
          <p:spPr>
            <a:xfrm>
              <a:off x="7383480" y="3931355"/>
              <a:ext cx="955" cy="5255"/>
            </a:xfrm>
            <a:custGeom>
              <a:avLst/>
              <a:gdLst>
                <a:gd name="csX0" fmla="*/ 0 w 955"/>
                <a:gd name="csY0" fmla="*/ 0 h 5255"/>
                <a:gd name="csX1" fmla="*/ 478 w 955"/>
                <a:gd name="csY1" fmla="*/ 4777 h 5255"/>
                <a:gd name="csX2" fmla="*/ 955 w 955"/>
                <a:gd name="csY2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5255">
                  <a:moveTo>
                    <a:pt x="0" y="0"/>
                  </a:moveTo>
                  <a:lnTo>
                    <a:pt x="478" y="4777"/>
                  </a:lnTo>
                  <a:lnTo>
                    <a:pt x="955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" name="Freeform 3927">
              <a:extLst>
                <a:ext uri="{FF2B5EF4-FFF2-40B4-BE49-F238E27FC236}">
                  <a16:creationId xmlns:a16="http://schemas.microsoft.com/office/drawing/2014/main" id="{AEA6AA51-CBE1-0C20-D299-8A7BCEA1F16C}"/>
                </a:ext>
              </a:extLst>
            </p:cNvPr>
            <p:cNvSpPr/>
            <p:nvPr/>
          </p:nvSpPr>
          <p:spPr>
            <a:xfrm>
              <a:off x="7382047" y="3928966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" name="Freeform 3928">
              <a:extLst>
                <a:ext uri="{FF2B5EF4-FFF2-40B4-BE49-F238E27FC236}">
                  <a16:creationId xmlns:a16="http://schemas.microsoft.com/office/drawing/2014/main" id="{632FCCBA-E34E-A1AE-93DE-0BAF9874F099}"/>
                </a:ext>
              </a:extLst>
            </p:cNvPr>
            <p:cNvSpPr/>
            <p:nvPr/>
          </p:nvSpPr>
          <p:spPr>
            <a:xfrm>
              <a:off x="7373925" y="3930399"/>
              <a:ext cx="5254" cy="2388"/>
            </a:xfrm>
            <a:custGeom>
              <a:avLst/>
              <a:gdLst>
                <a:gd name="csX0" fmla="*/ 0 w 5254"/>
                <a:gd name="csY0" fmla="*/ 2389 h 2388"/>
                <a:gd name="csX1" fmla="*/ 1911 w 5254"/>
                <a:gd name="csY1" fmla="*/ 1911 h 2388"/>
                <a:gd name="csX2" fmla="*/ 5255 w 5254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4" h="2388">
                  <a:moveTo>
                    <a:pt x="0" y="2389"/>
                  </a:moveTo>
                  <a:lnTo>
                    <a:pt x="1911" y="1911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" name="Freeform 3929">
              <a:extLst>
                <a:ext uri="{FF2B5EF4-FFF2-40B4-BE49-F238E27FC236}">
                  <a16:creationId xmlns:a16="http://schemas.microsoft.com/office/drawing/2014/main" id="{9AEDAFB1-67FF-42FD-D7FD-D8F0E0CB78AE}"/>
                </a:ext>
              </a:extLst>
            </p:cNvPr>
            <p:cNvSpPr/>
            <p:nvPr/>
          </p:nvSpPr>
          <p:spPr>
            <a:xfrm>
              <a:off x="7353383" y="3937565"/>
              <a:ext cx="10032" cy="4299"/>
            </a:xfrm>
            <a:custGeom>
              <a:avLst/>
              <a:gdLst>
                <a:gd name="csX0" fmla="*/ 0 w 10032"/>
                <a:gd name="csY0" fmla="*/ 4300 h 4299"/>
                <a:gd name="csX1" fmla="*/ 2867 w 10032"/>
                <a:gd name="csY1" fmla="*/ 4300 h 4299"/>
                <a:gd name="csX2" fmla="*/ 6211 w 10032"/>
                <a:gd name="csY2" fmla="*/ 2867 h 4299"/>
                <a:gd name="csX3" fmla="*/ 10033 w 10032"/>
                <a:gd name="csY3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32" h="4299">
                  <a:moveTo>
                    <a:pt x="0" y="4300"/>
                  </a:moveTo>
                  <a:lnTo>
                    <a:pt x="2867" y="4300"/>
                  </a:lnTo>
                  <a:lnTo>
                    <a:pt x="6211" y="2867"/>
                  </a:lnTo>
                  <a:lnTo>
                    <a:pt x="100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" name="Freeform 3930">
              <a:extLst>
                <a:ext uri="{FF2B5EF4-FFF2-40B4-BE49-F238E27FC236}">
                  <a16:creationId xmlns:a16="http://schemas.microsoft.com/office/drawing/2014/main" id="{586EA220-5148-8ED0-29A4-4E84030B9857}"/>
                </a:ext>
              </a:extLst>
            </p:cNvPr>
            <p:cNvSpPr/>
            <p:nvPr/>
          </p:nvSpPr>
          <p:spPr>
            <a:xfrm>
              <a:off x="7346217" y="3955719"/>
              <a:ext cx="1433" cy="477"/>
            </a:xfrm>
            <a:custGeom>
              <a:avLst/>
              <a:gdLst>
                <a:gd name="csX0" fmla="*/ 0 w 1433"/>
                <a:gd name="csY0" fmla="*/ 478 h 477"/>
                <a:gd name="csX1" fmla="*/ 1433 w 1433"/>
                <a:gd name="csY1" fmla="*/ 0 h 477"/>
                <a:gd name="csX2" fmla="*/ 1433 w 1433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477">
                  <a:moveTo>
                    <a:pt x="0" y="478"/>
                  </a:moveTo>
                  <a:lnTo>
                    <a:pt x="1433" y="0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" name="Freeform 3931">
              <a:extLst>
                <a:ext uri="{FF2B5EF4-FFF2-40B4-BE49-F238E27FC236}">
                  <a16:creationId xmlns:a16="http://schemas.microsoft.com/office/drawing/2014/main" id="{7BB37383-6156-311B-5A1D-5F7EDB9D4FC7}"/>
                </a:ext>
              </a:extLst>
            </p:cNvPr>
            <p:cNvSpPr/>
            <p:nvPr/>
          </p:nvSpPr>
          <p:spPr>
            <a:xfrm>
              <a:off x="7351472" y="3976262"/>
              <a:ext cx="955" cy="1910"/>
            </a:xfrm>
            <a:custGeom>
              <a:avLst/>
              <a:gdLst>
                <a:gd name="csX0" fmla="*/ 955 w 955"/>
                <a:gd name="csY0" fmla="*/ 0 h 1910"/>
                <a:gd name="csX1" fmla="*/ 955 w 955"/>
                <a:gd name="csY1" fmla="*/ 0 h 1910"/>
                <a:gd name="csX2" fmla="*/ 0 w 955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0">
                  <a:moveTo>
                    <a:pt x="955" y="0"/>
                  </a:moveTo>
                  <a:lnTo>
                    <a:pt x="955" y="0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" name="Freeform 3932">
              <a:extLst>
                <a:ext uri="{FF2B5EF4-FFF2-40B4-BE49-F238E27FC236}">
                  <a16:creationId xmlns:a16="http://schemas.microsoft.com/office/drawing/2014/main" id="{BCC89779-4A16-5FCC-6144-9ABD08BE4294}"/>
                </a:ext>
              </a:extLst>
            </p:cNvPr>
            <p:cNvSpPr/>
            <p:nvPr/>
          </p:nvSpPr>
          <p:spPr>
            <a:xfrm>
              <a:off x="7358638" y="4006836"/>
              <a:ext cx="10509" cy="5732"/>
            </a:xfrm>
            <a:custGeom>
              <a:avLst/>
              <a:gdLst>
                <a:gd name="csX0" fmla="*/ 3344 w 10509"/>
                <a:gd name="csY0" fmla="*/ 5733 h 5732"/>
                <a:gd name="csX1" fmla="*/ 2866 w 10509"/>
                <a:gd name="csY1" fmla="*/ 5733 h 5732"/>
                <a:gd name="csX2" fmla="*/ 2389 w 10509"/>
                <a:gd name="csY2" fmla="*/ 5255 h 5732"/>
                <a:gd name="csX3" fmla="*/ 0 w 10509"/>
                <a:gd name="csY3" fmla="*/ 3344 h 5732"/>
                <a:gd name="csX4" fmla="*/ 0 w 10509"/>
                <a:gd name="csY4" fmla="*/ 2867 h 5732"/>
                <a:gd name="csX5" fmla="*/ 3821 w 10509"/>
                <a:gd name="csY5" fmla="*/ 956 h 5732"/>
                <a:gd name="csX6" fmla="*/ 5733 w 10509"/>
                <a:gd name="csY6" fmla="*/ 478 h 5732"/>
                <a:gd name="csX7" fmla="*/ 7166 w 10509"/>
                <a:gd name="csY7" fmla="*/ 0 h 5732"/>
                <a:gd name="csX8" fmla="*/ 7166 w 10509"/>
                <a:gd name="csY8" fmla="*/ 0 h 5732"/>
                <a:gd name="csX9" fmla="*/ 7644 w 10509"/>
                <a:gd name="csY9" fmla="*/ 956 h 5732"/>
                <a:gd name="csX10" fmla="*/ 8599 w 10509"/>
                <a:gd name="csY10" fmla="*/ 956 h 5732"/>
                <a:gd name="csX11" fmla="*/ 9076 w 10509"/>
                <a:gd name="csY11" fmla="*/ 1433 h 5732"/>
                <a:gd name="csX12" fmla="*/ 10032 w 10509"/>
                <a:gd name="csY12" fmla="*/ 1433 h 5732"/>
                <a:gd name="csX13" fmla="*/ 10510 w 10509"/>
                <a:gd name="csY13" fmla="*/ 14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0509" h="5732">
                  <a:moveTo>
                    <a:pt x="3344" y="5733"/>
                  </a:moveTo>
                  <a:lnTo>
                    <a:pt x="2866" y="5733"/>
                  </a:lnTo>
                  <a:lnTo>
                    <a:pt x="2389" y="5255"/>
                  </a:lnTo>
                  <a:lnTo>
                    <a:pt x="0" y="3344"/>
                  </a:lnTo>
                  <a:lnTo>
                    <a:pt x="0" y="2867"/>
                  </a:lnTo>
                  <a:lnTo>
                    <a:pt x="3821" y="956"/>
                  </a:lnTo>
                  <a:lnTo>
                    <a:pt x="5733" y="478"/>
                  </a:lnTo>
                  <a:lnTo>
                    <a:pt x="7166" y="0"/>
                  </a:lnTo>
                  <a:lnTo>
                    <a:pt x="7166" y="0"/>
                  </a:lnTo>
                  <a:lnTo>
                    <a:pt x="7644" y="956"/>
                  </a:lnTo>
                  <a:lnTo>
                    <a:pt x="8599" y="956"/>
                  </a:lnTo>
                  <a:lnTo>
                    <a:pt x="9076" y="1433"/>
                  </a:lnTo>
                  <a:lnTo>
                    <a:pt x="10032" y="1433"/>
                  </a:lnTo>
                  <a:lnTo>
                    <a:pt x="1051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" name="Freeform 3933">
              <a:extLst>
                <a:ext uri="{FF2B5EF4-FFF2-40B4-BE49-F238E27FC236}">
                  <a16:creationId xmlns:a16="http://schemas.microsoft.com/office/drawing/2014/main" id="{6D012FE7-B75A-5CC0-4659-094F4A279A01}"/>
                </a:ext>
              </a:extLst>
            </p:cNvPr>
            <p:cNvSpPr/>
            <p:nvPr/>
          </p:nvSpPr>
          <p:spPr>
            <a:xfrm>
              <a:off x="7438419" y="4110504"/>
              <a:ext cx="7643" cy="2866"/>
            </a:xfrm>
            <a:custGeom>
              <a:avLst/>
              <a:gdLst>
                <a:gd name="csX0" fmla="*/ 0 w 7643"/>
                <a:gd name="csY0" fmla="*/ 956 h 2866"/>
                <a:gd name="csX1" fmla="*/ 478 w 7643"/>
                <a:gd name="csY1" fmla="*/ 956 h 2866"/>
                <a:gd name="csX2" fmla="*/ 2389 w 7643"/>
                <a:gd name="csY2" fmla="*/ 478 h 2866"/>
                <a:gd name="csX3" fmla="*/ 4777 w 7643"/>
                <a:gd name="csY3" fmla="*/ 478 h 2866"/>
                <a:gd name="csX4" fmla="*/ 6211 w 7643"/>
                <a:gd name="csY4" fmla="*/ 0 h 2866"/>
                <a:gd name="csX5" fmla="*/ 6688 w 7643"/>
                <a:gd name="csY5" fmla="*/ 956 h 2866"/>
                <a:gd name="csX6" fmla="*/ 7166 w 7643"/>
                <a:gd name="csY6" fmla="*/ 1911 h 2866"/>
                <a:gd name="csX7" fmla="*/ 7644 w 7643"/>
                <a:gd name="csY7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643" h="2866">
                  <a:moveTo>
                    <a:pt x="0" y="956"/>
                  </a:moveTo>
                  <a:lnTo>
                    <a:pt x="478" y="956"/>
                  </a:lnTo>
                  <a:lnTo>
                    <a:pt x="2389" y="478"/>
                  </a:lnTo>
                  <a:lnTo>
                    <a:pt x="4777" y="478"/>
                  </a:lnTo>
                  <a:lnTo>
                    <a:pt x="6211" y="0"/>
                  </a:lnTo>
                  <a:lnTo>
                    <a:pt x="6688" y="956"/>
                  </a:lnTo>
                  <a:lnTo>
                    <a:pt x="7166" y="1911"/>
                  </a:lnTo>
                  <a:lnTo>
                    <a:pt x="7644" y="286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" name="Freeform 3934">
              <a:extLst>
                <a:ext uri="{FF2B5EF4-FFF2-40B4-BE49-F238E27FC236}">
                  <a16:creationId xmlns:a16="http://schemas.microsoft.com/office/drawing/2014/main" id="{8A6B0708-162D-4C5C-A083-B3EE10DF7FC9}"/>
                </a:ext>
              </a:extLst>
            </p:cNvPr>
            <p:cNvSpPr/>
            <p:nvPr/>
          </p:nvSpPr>
          <p:spPr>
            <a:xfrm>
              <a:off x="7444151" y="4125791"/>
              <a:ext cx="478" cy="2866"/>
            </a:xfrm>
            <a:custGeom>
              <a:avLst/>
              <a:gdLst>
                <a:gd name="csX0" fmla="*/ 0 w 478"/>
                <a:gd name="csY0" fmla="*/ 2866 h 2866"/>
                <a:gd name="csX1" fmla="*/ 0 w 478"/>
                <a:gd name="csY1" fmla="*/ 1433 h 2866"/>
                <a:gd name="csX2" fmla="*/ 478 w 478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2866">
                  <a:moveTo>
                    <a:pt x="0" y="2866"/>
                  </a:moveTo>
                  <a:lnTo>
                    <a:pt x="0" y="1433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" name="Freeform 3935">
              <a:extLst>
                <a:ext uri="{FF2B5EF4-FFF2-40B4-BE49-F238E27FC236}">
                  <a16:creationId xmlns:a16="http://schemas.microsoft.com/office/drawing/2014/main" id="{EB953549-1511-C44F-638F-721687C99C93}"/>
                </a:ext>
              </a:extLst>
            </p:cNvPr>
            <p:cNvSpPr/>
            <p:nvPr/>
          </p:nvSpPr>
          <p:spPr>
            <a:xfrm>
              <a:off x="7445107" y="4130568"/>
              <a:ext cx="1432" cy="4777"/>
            </a:xfrm>
            <a:custGeom>
              <a:avLst/>
              <a:gdLst>
                <a:gd name="csX0" fmla="*/ 478 w 1432"/>
                <a:gd name="csY0" fmla="*/ 4777 h 4777"/>
                <a:gd name="csX1" fmla="*/ 0 w 1432"/>
                <a:gd name="csY1" fmla="*/ 3822 h 4777"/>
                <a:gd name="csX2" fmla="*/ 478 w 1432"/>
                <a:gd name="csY2" fmla="*/ 2389 h 4777"/>
                <a:gd name="csX3" fmla="*/ 1433 w 1432"/>
                <a:gd name="csY3" fmla="*/ 956 h 4777"/>
                <a:gd name="csX4" fmla="*/ 478 w 1432"/>
                <a:gd name="csY4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4777">
                  <a:moveTo>
                    <a:pt x="478" y="4777"/>
                  </a:moveTo>
                  <a:lnTo>
                    <a:pt x="0" y="3822"/>
                  </a:lnTo>
                  <a:lnTo>
                    <a:pt x="478" y="2389"/>
                  </a:lnTo>
                  <a:lnTo>
                    <a:pt x="1433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" name="Freeform 3936">
              <a:extLst>
                <a:ext uri="{FF2B5EF4-FFF2-40B4-BE49-F238E27FC236}">
                  <a16:creationId xmlns:a16="http://schemas.microsoft.com/office/drawing/2014/main" id="{8435B7DB-4213-96F4-E02D-75989DCBB9CE}"/>
                </a:ext>
              </a:extLst>
            </p:cNvPr>
            <p:cNvSpPr/>
            <p:nvPr/>
          </p:nvSpPr>
          <p:spPr>
            <a:xfrm>
              <a:off x="7457528" y="4142511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478 h 477"/>
                <a:gd name="csX2" fmla="*/ 0 w 4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" name="Freeform 3937">
              <a:extLst>
                <a:ext uri="{FF2B5EF4-FFF2-40B4-BE49-F238E27FC236}">
                  <a16:creationId xmlns:a16="http://schemas.microsoft.com/office/drawing/2014/main" id="{F0815328-42B1-A8D3-89A0-D777ACF1A872}"/>
                </a:ext>
              </a:extLst>
            </p:cNvPr>
            <p:cNvSpPr/>
            <p:nvPr/>
          </p:nvSpPr>
          <p:spPr>
            <a:xfrm>
              <a:off x="7460394" y="4144422"/>
              <a:ext cx="5733" cy="955"/>
            </a:xfrm>
            <a:custGeom>
              <a:avLst/>
              <a:gdLst>
                <a:gd name="csX0" fmla="*/ 5733 w 5733"/>
                <a:gd name="csY0" fmla="*/ 478 h 955"/>
                <a:gd name="csX1" fmla="*/ 3344 w 5733"/>
                <a:gd name="csY1" fmla="*/ 955 h 955"/>
                <a:gd name="csX2" fmla="*/ 1433 w 5733"/>
                <a:gd name="csY2" fmla="*/ 955 h 955"/>
                <a:gd name="csX3" fmla="*/ 0 w 5733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733" h="955">
                  <a:moveTo>
                    <a:pt x="5733" y="478"/>
                  </a:moveTo>
                  <a:lnTo>
                    <a:pt x="3344" y="955"/>
                  </a:lnTo>
                  <a:lnTo>
                    <a:pt x="1433" y="955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" name="Freeform 3938">
              <a:extLst>
                <a:ext uri="{FF2B5EF4-FFF2-40B4-BE49-F238E27FC236}">
                  <a16:creationId xmlns:a16="http://schemas.microsoft.com/office/drawing/2014/main" id="{1E1F3727-BBF9-8AC5-79C3-B40CD5BA16E1}"/>
                </a:ext>
              </a:extLst>
            </p:cNvPr>
            <p:cNvSpPr/>
            <p:nvPr/>
          </p:nvSpPr>
          <p:spPr>
            <a:xfrm>
              <a:off x="7493835" y="4163532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0 w 1433"/>
                <a:gd name="csY1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0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" name="Freeform 3939">
              <a:extLst>
                <a:ext uri="{FF2B5EF4-FFF2-40B4-BE49-F238E27FC236}">
                  <a16:creationId xmlns:a16="http://schemas.microsoft.com/office/drawing/2014/main" id="{2B6ED882-6736-9911-0576-6480A15436F5}"/>
                </a:ext>
              </a:extLst>
            </p:cNvPr>
            <p:cNvSpPr/>
            <p:nvPr/>
          </p:nvSpPr>
          <p:spPr>
            <a:xfrm>
              <a:off x="7498135" y="4157321"/>
              <a:ext cx="4777" cy="955"/>
            </a:xfrm>
            <a:custGeom>
              <a:avLst/>
              <a:gdLst>
                <a:gd name="csX0" fmla="*/ 4777 w 4777"/>
                <a:gd name="csY0" fmla="*/ 0 h 955"/>
                <a:gd name="csX1" fmla="*/ 0 w 4777"/>
                <a:gd name="csY1" fmla="*/ 956 h 955"/>
                <a:gd name="csX2" fmla="*/ 0 w 4777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955">
                  <a:moveTo>
                    <a:pt x="4777" y="0"/>
                  </a:moveTo>
                  <a:lnTo>
                    <a:pt x="0" y="956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" name="Freeform 3940">
              <a:extLst>
                <a:ext uri="{FF2B5EF4-FFF2-40B4-BE49-F238E27FC236}">
                  <a16:creationId xmlns:a16="http://schemas.microsoft.com/office/drawing/2014/main" id="{865B0C0C-DDC7-04C3-DC11-168A21328DD4}"/>
                </a:ext>
              </a:extLst>
            </p:cNvPr>
            <p:cNvSpPr/>
            <p:nvPr/>
          </p:nvSpPr>
          <p:spPr>
            <a:xfrm>
              <a:off x="7507689" y="4157799"/>
              <a:ext cx="2866" cy="955"/>
            </a:xfrm>
            <a:custGeom>
              <a:avLst/>
              <a:gdLst>
                <a:gd name="csX0" fmla="*/ 2866 w 2866"/>
                <a:gd name="csY0" fmla="*/ 956 h 955"/>
                <a:gd name="csX1" fmla="*/ 2866 w 2866"/>
                <a:gd name="csY1" fmla="*/ 956 h 955"/>
                <a:gd name="csX2" fmla="*/ 0 w 2866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955">
                  <a:moveTo>
                    <a:pt x="2866" y="956"/>
                  </a:moveTo>
                  <a:lnTo>
                    <a:pt x="2866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" name="Freeform 3941">
              <a:extLst>
                <a:ext uri="{FF2B5EF4-FFF2-40B4-BE49-F238E27FC236}">
                  <a16:creationId xmlns:a16="http://schemas.microsoft.com/office/drawing/2014/main" id="{5A14FB89-A3E0-F59A-933F-69C0D13D6C4D}"/>
                </a:ext>
              </a:extLst>
            </p:cNvPr>
            <p:cNvSpPr/>
            <p:nvPr/>
          </p:nvSpPr>
          <p:spPr>
            <a:xfrm>
              <a:off x="7524410" y="4170220"/>
              <a:ext cx="5732" cy="3344"/>
            </a:xfrm>
            <a:custGeom>
              <a:avLst/>
              <a:gdLst>
                <a:gd name="csX0" fmla="*/ 5733 w 5732"/>
                <a:gd name="csY0" fmla="*/ 3344 h 3344"/>
                <a:gd name="csX1" fmla="*/ 2389 w 5732"/>
                <a:gd name="csY1" fmla="*/ 1911 h 3344"/>
                <a:gd name="csX2" fmla="*/ 0 w 5732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32" h="3344">
                  <a:moveTo>
                    <a:pt x="5733" y="3344"/>
                  </a:moveTo>
                  <a:lnTo>
                    <a:pt x="2389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" name="Freeform 3942">
              <a:extLst>
                <a:ext uri="{FF2B5EF4-FFF2-40B4-BE49-F238E27FC236}">
                  <a16:creationId xmlns:a16="http://schemas.microsoft.com/office/drawing/2014/main" id="{980F1C88-71D7-4018-0A27-B4A3C8FFC019}"/>
                </a:ext>
              </a:extLst>
            </p:cNvPr>
            <p:cNvSpPr/>
            <p:nvPr/>
          </p:nvSpPr>
          <p:spPr>
            <a:xfrm>
              <a:off x="7554029" y="4188373"/>
              <a:ext cx="2866" cy="1433"/>
            </a:xfrm>
            <a:custGeom>
              <a:avLst/>
              <a:gdLst>
                <a:gd name="csX0" fmla="*/ 2867 w 2866"/>
                <a:gd name="csY0" fmla="*/ 1433 h 1433"/>
                <a:gd name="csX1" fmla="*/ 1911 w 2866"/>
                <a:gd name="csY1" fmla="*/ 478 h 1433"/>
                <a:gd name="csX2" fmla="*/ 0 w 2866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1433">
                  <a:moveTo>
                    <a:pt x="2867" y="1433"/>
                  </a:moveTo>
                  <a:lnTo>
                    <a:pt x="1911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" name="Freeform 3943">
              <a:extLst>
                <a:ext uri="{FF2B5EF4-FFF2-40B4-BE49-F238E27FC236}">
                  <a16:creationId xmlns:a16="http://schemas.microsoft.com/office/drawing/2014/main" id="{8EAD0C4C-C8CA-1914-761B-337077C21A0E}"/>
                </a:ext>
              </a:extLst>
            </p:cNvPr>
            <p:cNvSpPr/>
            <p:nvPr/>
          </p:nvSpPr>
          <p:spPr>
            <a:xfrm>
              <a:off x="7590814" y="4204616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0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" name="Freeform 3944">
              <a:extLst>
                <a:ext uri="{FF2B5EF4-FFF2-40B4-BE49-F238E27FC236}">
                  <a16:creationId xmlns:a16="http://schemas.microsoft.com/office/drawing/2014/main" id="{670F35E9-3F26-C664-2E86-82893F9E8E5F}"/>
                </a:ext>
              </a:extLst>
            </p:cNvPr>
            <p:cNvSpPr/>
            <p:nvPr/>
          </p:nvSpPr>
          <p:spPr>
            <a:xfrm>
              <a:off x="7599413" y="4204616"/>
              <a:ext cx="3344" cy="2866"/>
            </a:xfrm>
            <a:custGeom>
              <a:avLst/>
              <a:gdLst>
                <a:gd name="csX0" fmla="*/ 3344 w 3344"/>
                <a:gd name="csY0" fmla="*/ 478 h 2866"/>
                <a:gd name="csX1" fmla="*/ 1911 w 3344"/>
                <a:gd name="csY1" fmla="*/ 0 h 2866"/>
                <a:gd name="csX2" fmla="*/ 956 w 3344"/>
                <a:gd name="csY2" fmla="*/ 478 h 2866"/>
                <a:gd name="csX3" fmla="*/ 956 w 3344"/>
                <a:gd name="csY3" fmla="*/ 478 h 2866"/>
                <a:gd name="csX4" fmla="*/ 0 w 3344"/>
                <a:gd name="csY4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2866">
                  <a:moveTo>
                    <a:pt x="3344" y="478"/>
                  </a:moveTo>
                  <a:lnTo>
                    <a:pt x="1911" y="0"/>
                  </a:lnTo>
                  <a:lnTo>
                    <a:pt x="956" y="478"/>
                  </a:lnTo>
                  <a:lnTo>
                    <a:pt x="956" y="478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" name="Freeform 3945">
              <a:extLst>
                <a:ext uri="{FF2B5EF4-FFF2-40B4-BE49-F238E27FC236}">
                  <a16:creationId xmlns:a16="http://schemas.microsoft.com/office/drawing/2014/main" id="{122EE2C8-02C0-053B-6344-4EED4CEC90EF}"/>
                </a:ext>
              </a:extLst>
            </p:cNvPr>
            <p:cNvSpPr/>
            <p:nvPr/>
          </p:nvSpPr>
          <p:spPr>
            <a:xfrm>
              <a:off x="7604191" y="4206527"/>
              <a:ext cx="3344" cy="955"/>
            </a:xfrm>
            <a:custGeom>
              <a:avLst/>
              <a:gdLst>
                <a:gd name="csX0" fmla="*/ 3344 w 3344"/>
                <a:gd name="csY0" fmla="*/ 955 h 955"/>
                <a:gd name="csX1" fmla="*/ 3344 w 3344"/>
                <a:gd name="csY1" fmla="*/ 955 h 955"/>
                <a:gd name="csX2" fmla="*/ 1911 w 3344"/>
                <a:gd name="csY2" fmla="*/ 478 h 955"/>
                <a:gd name="csX3" fmla="*/ 0 w 3344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955">
                  <a:moveTo>
                    <a:pt x="3344" y="955"/>
                  </a:moveTo>
                  <a:lnTo>
                    <a:pt x="3344" y="955"/>
                  </a:lnTo>
                  <a:lnTo>
                    <a:pt x="1911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" name="Freeform 3946">
              <a:extLst>
                <a:ext uri="{FF2B5EF4-FFF2-40B4-BE49-F238E27FC236}">
                  <a16:creationId xmlns:a16="http://schemas.microsoft.com/office/drawing/2014/main" id="{7D98EA74-F30C-300D-3BAF-8211AF88F831}"/>
                </a:ext>
              </a:extLst>
            </p:cNvPr>
            <p:cNvSpPr/>
            <p:nvPr/>
          </p:nvSpPr>
          <p:spPr>
            <a:xfrm>
              <a:off x="7622822" y="4208916"/>
              <a:ext cx="8121" cy="1433"/>
            </a:xfrm>
            <a:custGeom>
              <a:avLst/>
              <a:gdLst>
                <a:gd name="csX0" fmla="*/ 8122 w 8121"/>
                <a:gd name="csY0" fmla="*/ 478 h 1433"/>
                <a:gd name="csX1" fmla="*/ 6688 w 8121"/>
                <a:gd name="csY1" fmla="*/ 478 h 1433"/>
                <a:gd name="csX2" fmla="*/ 4777 w 8121"/>
                <a:gd name="csY2" fmla="*/ 0 h 1433"/>
                <a:gd name="csX3" fmla="*/ 3344 w 8121"/>
                <a:gd name="csY3" fmla="*/ 478 h 1433"/>
                <a:gd name="csX4" fmla="*/ 0 w 8121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21" h="1433">
                  <a:moveTo>
                    <a:pt x="8122" y="478"/>
                  </a:moveTo>
                  <a:lnTo>
                    <a:pt x="6688" y="478"/>
                  </a:lnTo>
                  <a:lnTo>
                    <a:pt x="4777" y="0"/>
                  </a:lnTo>
                  <a:lnTo>
                    <a:pt x="3344" y="478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" name="Freeform 3947">
              <a:extLst>
                <a:ext uri="{FF2B5EF4-FFF2-40B4-BE49-F238E27FC236}">
                  <a16:creationId xmlns:a16="http://schemas.microsoft.com/office/drawing/2014/main" id="{DE9BF069-D5B0-605D-34AE-D044766C0980}"/>
                </a:ext>
              </a:extLst>
            </p:cNvPr>
            <p:cNvSpPr/>
            <p:nvPr/>
          </p:nvSpPr>
          <p:spPr>
            <a:xfrm>
              <a:off x="7643842" y="4207005"/>
              <a:ext cx="1911" cy="11465"/>
            </a:xfrm>
            <a:custGeom>
              <a:avLst/>
              <a:gdLst>
                <a:gd name="csX0" fmla="*/ 0 w 1911"/>
                <a:gd name="csY0" fmla="*/ 11466 h 11465"/>
                <a:gd name="csX1" fmla="*/ 0 w 1911"/>
                <a:gd name="csY1" fmla="*/ 9555 h 11465"/>
                <a:gd name="csX2" fmla="*/ 1433 w 1911"/>
                <a:gd name="csY2" fmla="*/ 4777 h 11465"/>
                <a:gd name="csX3" fmla="*/ 1911 w 1911"/>
                <a:gd name="csY3" fmla="*/ 2389 h 11465"/>
                <a:gd name="csX4" fmla="*/ 1433 w 1911"/>
                <a:gd name="csY4" fmla="*/ 1911 h 11465"/>
                <a:gd name="csX5" fmla="*/ 955 w 1911"/>
                <a:gd name="csY5" fmla="*/ 0 h 11465"/>
                <a:gd name="csX6" fmla="*/ 955 w 1911"/>
                <a:gd name="csY6" fmla="*/ 0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1465">
                  <a:moveTo>
                    <a:pt x="0" y="11466"/>
                  </a:moveTo>
                  <a:lnTo>
                    <a:pt x="0" y="9555"/>
                  </a:lnTo>
                  <a:lnTo>
                    <a:pt x="1433" y="4777"/>
                  </a:lnTo>
                  <a:lnTo>
                    <a:pt x="1911" y="2389"/>
                  </a:lnTo>
                  <a:lnTo>
                    <a:pt x="1433" y="1911"/>
                  </a:lnTo>
                  <a:lnTo>
                    <a:pt x="955" y="0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" name="Freeform 3948">
              <a:extLst>
                <a:ext uri="{FF2B5EF4-FFF2-40B4-BE49-F238E27FC236}">
                  <a16:creationId xmlns:a16="http://schemas.microsoft.com/office/drawing/2014/main" id="{D5378BDC-2B87-CA61-E5F2-374420D9B1A0}"/>
                </a:ext>
              </a:extLst>
            </p:cNvPr>
            <p:cNvSpPr/>
            <p:nvPr/>
          </p:nvSpPr>
          <p:spPr>
            <a:xfrm>
              <a:off x="7645276" y="4200317"/>
              <a:ext cx="62582" cy="20542"/>
            </a:xfrm>
            <a:custGeom>
              <a:avLst/>
              <a:gdLst>
                <a:gd name="csX0" fmla="*/ 62582 w 62582"/>
                <a:gd name="csY0" fmla="*/ 11943 h 20542"/>
                <a:gd name="csX1" fmla="*/ 61149 w 62582"/>
                <a:gd name="csY1" fmla="*/ 11943 h 20542"/>
                <a:gd name="csX2" fmla="*/ 59238 w 62582"/>
                <a:gd name="csY2" fmla="*/ 11943 h 20542"/>
                <a:gd name="csX3" fmla="*/ 57328 w 62582"/>
                <a:gd name="csY3" fmla="*/ 11466 h 20542"/>
                <a:gd name="csX4" fmla="*/ 55416 w 62582"/>
                <a:gd name="csY4" fmla="*/ 11466 h 20542"/>
                <a:gd name="csX5" fmla="*/ 55416 w 62582"/>
                <a:gd name="csY5" fmla="*/ 10510 h 20542"/>
                <a:gd name="csX6" fmla="*/ 55894 w 62582"/>
                <a:gd name="csY6" fmla="*/ 8121 h 20542"/>
                <a:gd name="csX7" fmla="*/ 54939 w 62582"/>
                <a:gd name="csY7" fmla="*/ 7644 h 20542"/>
                <a:gd name="csX8" fmla="*/ 53028 w 62582"/>
                <a:gd name="csY8" fmla="*/ 6688 h 20542"/>
                <a:gd name="csX9" fmla="*/ 50162 w 62582"/>
                <a:gd name="csY9" fmla="*/ 6211 h 20542"/>
                <a:gd name="csX10" fmla="*/ 49206 w 62582"/>
                <a:gd name="csY10" fmla="*/ 5255 h 20542"/>
                <a:gd name="csX11" fmla="*/ 48728 w 62582"/>
                <a:gd name="csY11" fmla="*/ 4777 h 20542"/>
                <a:gd name="csX12" fmla="*/ 47773 w 62582"/>
                <a:gd name="csY12" fmla="*/ 5255 h 20542"/>
                <a:gd name="csX13" fmla="*/ 45862 w 62582"/>
                <a:gd name="csY13" fmla="*/ 6211 h 20542"/>
                <a:gd name="csX14" fmla="*/ 44428 w 62582"/>
                <a:gd name="csY14" fmla="*/ 7166 h 20542"/>
                <a:gd name="csX15" fmla="*/ 43473 w 62582"/>
                <a:gd name="csY15" fmla="*/ 7166 h 20542"/>
                <a:gd name="csX16" fmla="*/ 42517 w 62582"/>
                <a:gd name="csY16" fmla="*/ 6688 h 20542"/>
                <a:gd name="csX17" fmla="*/ 41085 w 62582"/>
                <a:gd name="csY17" fmla="*/ 6211 h 20542"/>
                <a:gd name="csX18" fmla="*/ 37263 w 62582"/>
                <a:gd name="csY18" fmla="*/ 5255 h 20542"/>
                <a:gd name="csX19" fmla="*/ 35830 w 62582"/>
                <a:gd name="csY19" fmla="*/ 4777 h 20542"/>
                <a:gd name="csX20" fmla="*/ 32963 w 62582"/>
                <a:gd name="csY20" fmla="*/ 5255 h 20542"/>
                <a:gd name="csX21" fmla="*/ 30097 w 62582"/>
                <a:gd name="csY21" fmla="*/ 4777 h 20542"/>
                <a:gd name="csX22" fmla="*/ 30097 w 62582"/>
                <a:gd name="csY22" fmla="*/ 4777 h 20542"/>
                <a:gd name="csX23" fmla="*/ 30097 w 62582"/>
                <a:gd name="csY23" fmla="*/ 4300 h 20542"/>
                <a:gd name="csX24" fmla="*/ 30097 w 62582"/>
                <a:gd name="csY24" fmla="*/ 2867 h 20542"/>
                <a:gd name="csX25" fmla="*/ 30574 w 62582"/>
                <a:gd name="csY25" fmla="*/ 1911 h 20542"/>
                <a:gd name="csX26" fmla="*/ 30097 w 62582"/>
                <a:gd name="csY26" fmla="*/ 1433 h 20542"/>
                <a:gd name="csX27" fmla="*/ 27708 w 62582"/>
                <a:gd name="csY27" fmla="*/ 956 h 20542"/>
                <a:gd name="csX28" fmla="*/ 25319 w 62582"/>
                <a:gd name="csY28" fmla="*/ 478 h 20542"/>
                <a:gd name="csX29" fmla="*/ 22931 w 62582"/>
                <a:gd name="csY29" fmla="*/ 0 h 20542"/>
                <a:gd name="csX30" fmla="*/ 21498 w 62582"/>
                <a:gd name="csY30" fmla="*/ 478 h 20542"/>
                <a:gd name="csX31" fmla="*/ 19587 w 62582"/>
                <a:gd name="csY31" fmla="*/ 1433 h 20542"/>
                <a:gd name="csX32" fmla="*/ 19587 w 62582"/>
                <a:gd name="csY32" fmla="*/ 1433 h 20542"/>
                <a:gd name="csX33" fmla="*/ 18153 w 62582"/>
                <a:gd name="csY33" fmla="*/ 2867 h 20542"/>
                <a:gd name="csX34" fmla="*/ 16242 w 62582"/>
                <a:gd name="csY34" fmla="*/ 3344 h 20542"/>
                <a:gd name="csX35" fmla="*/ 13854 w 62582"/>
                <a:gd name="csY35" fmla="*/ 4300 h 20542"/>
                <a:gd name="csX36" fmla="*/ 12898 w 62582"/>
                <a:gd name="csY36" fmla="*/ 5255 h 20542"/>
                <a:gd name="csX37" fmla="*/ 11465 w 62582"/>
                <a:gd name="csY37" fmla="*/ 7644 h 20542"/>
                <a:gd name="csX38" fmla="*/ 8599 w 62582"/>
                <a:gd name="csY38" fmla="*/ 10032 h 20542"/>
                <a:gd name="csX39" fmla="*/ 6688 w 62582"/>
                <a:gd name="csY39" fmla="*/ 12421 h 20542"/>
                <a:gd name="csX40" fmla="*/ 5255 w 62582"/>
                <a:gd name="csY40" fmla="*/ 14810 h 20542"/>
                <a:gd name="csX41" fmla="*/ 3821 w 62582"/>
                <a:gd name="csY41" fmla="*/ 16243 h 20542"/>
                <a:gd name="csX42" fmla="*/ 2389 w 62582"/>
                <a:gd name="csY42" fmla="*/ 17676 h 20542"/>
                <a:gd name="csX43" fmla="*/ 2389 w 62582"/>
                <a:gd name="csY43" fmla="*/ 17676 h 20542"/>
                <a:gd name="csX44" fmla="*/ 1433 w 62582"/>
                <a:gd name="csY44" fmla="*/ 20543 h 20542"/>
                <a:gd name="csX45" fmla="*/ 0 w 62582"/>
                <a:gd name="csY45" fmla="*/ 19587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</a:cxnLst>
              <a:rect l="l" t="t" r="r" b="b"/>
              <a:pathLst>
                <a:path w="62582" h="20542">
                  <a:moveTo>
                    <a:pt x="62582" y="11943"/>
                  </a:moveTo>
                  <a:lnTo>
                    <a:pt x="61149" y="11943"/>
                  </a:lnTo>
                  <a:lnTo>
                    <a:pt x="59238" y="11943"/>
                  </a:lnTo>
                  <a:lnTo>
                    <a:pt x="57328" y="11466"/>
                  </a:lnTo>
                  <a:lnTo>
                    <a:pt x="55416" y="11466"/>
                  </a:lnTo>
                  <a:lnTo>
                    <a:pt x="55416" y="10510"/>
                  </a:lnTo>
                  <a:lnTo>
                    <a:pt x="55894" y="8121"/>
                  </a:lnTo>
                  <a:lnTo>
                    <a:pt x="54939" y="7644"/>
                  </a:lnTo>
                  <a:lnTo>
                    <a:pt x="53028" y="6688"/>
                  </a:lnTo>
                  <a:lnTo>
                    <a:pt x="50162" y="6211"/>
                  </a:lnTo>
                  <a:lnTo>
                    <a:pt x="49206" y="5255"/>
                  </a:lnTo>
                  <a:lnTo>
                    <a:pt x="48728" y="4777"/>
                  </a:lnTo>
                  <a:lnTo>
                    <a:pt x="47773" y="5255"/>
                  </a:lnTo>
                  <a:lnTo>
                    <a:pt x="45862" y="6211"/>
                  </a:lnTo>
                  <a:lnTo>
                    <a:pt x="44428" y="7166"/>
                  </a:lnTo>
                  <a:lnTo>
                    <a:pt x="43473" y="7166"/>
                  </a:lnTo>
                  <a:lnTo>
                    <a:pt x="42517" y="6688"/>
                  </a:lnTo>
                  <a:lnTo>
                    <a:pt x="41085" y="6211"/>
                  </a:lnTo>
                  <a:lnTo>
                    <a:pt x="37263" y="5255"/>
                  </a:lnTo>
                  <a:lnTo>
                    <a:pt x="35830" y="4777"/>
                  </a:lnTo>
                  <a:lnTo>
                    <a:pt x="32963" y="5255"/>
                  </a:lnTo>
                  <a:lnTo>
                    <a:pt x="30097" y="4777"/>
                  </a:lnTo>
                  <a:lnTo>
                    <a:pt x="30097" y="4777"/>
                  </a:lnTo>
                  <a:lnTo>
                    <a:pt x="30097" y="4300"/>
                  </a:lnTo>
                  <a:lnTo>
                    <a:pt x="30097" y="2867"/>
                  </a:lnTo>
                  <a:lnTo>
                    <a:pt x="30574" y="1911"/>
                  </a:lnTo>
                  <a:lnTo>
                    <a:pt x="30097" y="1433"/>
                  </a:lnTo>
                  <a:lnTo>
                    <a:pt x="27708" y="956"/>
                  </a:lnTo>
                  <a:lnTo>
                    <a:pt x="25319" y="478"/>
                  </a:lnTo>
                  <a:lnTo>
                    <a:pt x="22931" y="0"/>
                  </a:lnTo>
                  <a:lnTo>
                    <a:pt x="21498" y="478"/>
                  </a:lnTo>
                  <a:lnTo>
                    <a:pt x="19587" y="1433"/>
                  </a:lnTo>
                  <a:lnTo>
                    <a:pt x="19587" y="1433"/>
                  </a:lnTo>
                  <a:lnTo>
                    <a:pt x="18153" y="2867"/>
                  </a:lnTo>
                  <a:lnTo>
                    <a:pt x="16242" y="3344"/>
                  </a:lnTo>
                  <a:lnTo>
                    <a:pt x="13854" y="4300"/>
                  </a:lnTo>
                  <a:lnTo>
                    <a:pt x="12898" y="5255"/>
                  </a:lnTo>
                  <a:lnTo>
                    <a:pt x="11465" y="7644"/>
                  </a:lnTo>
                  <a:lnTo>
                    <a:pt x="8599" y="10032"/>
                  </a:lnTo>
                  <a:lnTo>
                    <a:pt x="6688" y="12421"/>
                  </a:lnTo>
                  <a:lnTo>
                    <a:pt x="5255" y="14810"/>
                  </a:lnTo>
                  <a:lnTo>
                    <a:pt x="3821" y="16243"/>
                  </a:lnTo>
                  <a:lnTo>
                    <a:pt x="2389" y="17676"/>
                  </a:lnTo>
                  <a:lnTo>
                    <a:pt x="2389" y="17676"/>
                  </a:lnTo>
                  <a:lnTo>
                    <a:pt x="1433" y="20543"/>
                  </a:lnTo>
                  <a:lnTo>
                    <a:pt x="0" y="1958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" name="Freeform 3949">
              <a:extLst>
                <a:ext uri="{FF2B5EF4-FFF2-40B4-BE49-F238E27FC236}">
                  <a16:creationId xmlns:a16="http://schemas.microsoft.com/office/drawing/2014/main" id="{99BB2DC6-B41B-F64F-966A-3212713AE31F}"/>
                </a:ext>
              </a:extLst>
            </p:cNvPr>
            <p:cNvSpPr/>
            <p:nvPr/>
          </p:nvSpPr>
          <p:spPr>
            <a:xfrm>
              <a:off x="7712635" y="4209871"/>
              <a:ext cx="4777" cy="477"/>
            </a:xfrm>
            <a:custGeom>
              <a:avLst/>
              <a:gdLst>
                <a:gd name="csX0" fmla="*/ 4777 w 4777"/>
                <a:gd name="csY0" fmla="*/ 478 h 477"/>
                <a:gd name="csX1" fmla="*/ 3821 w 4777"/>
                <a:gd name="csY1" fmla="*/ 478 h 477"/>
                <a:gd name="csX2" fmla="*/ 2389 w 4777"/>
                <a:gd name="csY2" fmla="*/ 478 h 477"/>
                <a:gd name="csX3" fmla="*/ 955 w 4777"/>
                <a:gd name="csY3" fmla="*/ 478 h 477"/>
                <a:gd name="csX4" fmla="*/ 478 w 4777"/>
                <a:gd name="csY4" fmla="*/ 0 h 477"/>
                <a:gd name="csX5" fmla="*/ 0 w 4777"/>
                <a:gd name="csY5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7" h="477">
                  <a:moveTo>
                    <a:pt x="4777" y="478"/>
                  </a:moveTo>
                  <a:lnTo>
                    <a:pt x="3821" y="478"/>
                  </a:lnTo>
                  <a:lnTo>
                    <a:pt x="2389" y="478"/>
                  </a:lnTo>
                  <a:lnTo>
                    <a:pt x="955" y="478"/>
                  </a:lnTo>
                  <a:lnTo>
                    <a:pt x="478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" name="Freeform 3950">
              <a:extLst>
                <a:ext uri="{FF2B5EF4-FFF2-40B4-BE49-F238E27FC236}">
                  <a16:creationId xmlns:a16="http://schemas.microsoft.com/office/drawing/2014/main" id="{31849648-491D-7B10-A448-E49560EDD263}"/>
                </a:ext>
              </a:extLst>
            </p:cNvPr>
            <p:cNvSpPr/>
            <p:nvPr/>
          </p:nvSpPr>
          <p:spPr>
            <a:xfrm>
              <a:off x="7718846" y="4207960"/>
              <a:ext cx="2388" cy="1433"/>
            </a:xfrm>
            <a:custGeom>
              <a:avLst/>
              <a:gdLst>
                <a:gd name="csX0" fmla="*/ 2388 w 2388"/>
                <a:gd name="csY0" fmla="*/ 0 h 1433"/>
                <a:gd name="csX1" fmla="*/ 0 w 2388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8" h="1433">
                  <a:moveTo>
                    <a:pt x="2388" y="0"/>
                  </a:move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" name="Freeform 3951">
              <a:extLst>
                <a:ext uri="{FF2B5EF4-FFF2-40B4-BE49-F238E27FC236}">
                  <a16:creationId xmlns:a16="http://schemas.microsoft.com/office/drawing/2014/main" id="{91EF9A62-4B8E-A170-2E1C-49B6B34FD327}"/>
                </a:ext>
              </a:extLst>
            </p:cNvPr>
            <p:cNvSpPr/>
            <p:nvPr/>
          </p:nvSpPr>
          <p:spPr>
            <a:xfrm>
              <a:off x="7722190" y="4199361"/>
              <a:ext cx="7165" cy="4777"/>
            </a:xfrm>
            <a:custGeom>
              <a:avLst/>
              <a:gdLst>
                <a:gd name="csX0" fmla="*/ 7166 w 7165"/>
                <a:gd name="csY0" fmla="*/ 0 h 4777"/>
                <a:gd name="csX1" fmla="*/ 6688 w 7165"/>
                <a:gd name="csY1" fmla="*/ 955 h 4777"/>
                <a:gd name="csX2" fmla="*/ 3344 w 7165"/>
                <a:gd name="csY2" fmla="*/ 2866 h 4777"/>
                <a:gd name="csX3" fmla="*/ 0 w 7165"/>
                <a:gd name="csY3" fmla="*/ 4299 h 4777"/>
                <a:gd name="csX4" fmla="*/ 0 w 7165"/>
                <a:gd name="csY4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65" h="4777">
                  <a:moveTo>
                    <a:pt x="7166" y="0"/>
                  </a:moveTo>
                  <a:lnTo>
                    <a:pt x="6688" y="955"/>
                  </a:lnTo>
                  <a:lnTo>
                    <a:pt x="3344" y="2866"/>
                  </a:lnTo>
                  <a:lnTo>
                    <a:pt x="0" y="4299"/>
                  </a:lnTo>
                  <a:lnTo>
                    <a:pt x="0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" name="Freeform 3952">
              <a:extLst>
                <a:ext uri="{FF2B5EF4-FFF2-40B4-BE49-F238E27FC236}">
                  <a16:creationId xmlns:a16="http://schemas.microsoft.com/office/drawing/2014/main" id="{329D58BD-3EA7-DB3F-697E-324C55A7F97B}"/>
                </a:ext>
              </a:extLst>
            </p:cNvPr>
            <p:cNvSpPr/>
            <p:nvPr/>
          </p:nvSpPr>
          <p:spPr>
            <a:xfrm>
              <a:off x="7735089" y="4191718"/>
              <a:ext cx="8121" cy="1911"/>
            </a:xfrm>
            <a:custGeom>
              <a:avLst/>
              <a:gdLst>
                <a:gd name="csX0" fmla="*/ 8122 w 8121"/>
                <a:gd name="csY0" fmla="*/ 0 h 1911"/>
                <a:gd name="csX1" fmla="*/ 6211 w 8121"/>
                <a:gd name="csY1" fmla="*/ 956 h 1911"/>
                <a:gd name="csX2" fmla="*/ 0 w 8121"/>
                <a:gd name="csY2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21" h="1911">
                  <a:moveTo>
                    <a:pt x="8122" y="0"/>
                  </a:moveTo>
                  <a:lnTo>
                    <a:pt x="6211" y="956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" name="Freeform 3953">
              <a:extLst>
                <a:ext uri="{FF2B5EF4-FFF2-40B4-BE49-F238E27FC236}">
                  <a16:creationId xmlns:a16="http://schemas.microsoft.com/office/drawing/2014/main" id="{DE519542-A5AF-7BCB-D56B-21361154208E}"/>
                </a:ext>
              </a:extLst>
            </p:cNvPr>
            <p:cNvSpPr/>
            <p:nvPr/>
          </p:nvSpPr>
          <p:spPr>
            <a:xfrm>
              <a:off x="7751809" y="4179774"/>
              <a:ext cx="9554" cy="5255"/>
            </a:xfrm>
            <a:custGeom>
              <a:avLst/>
              <a:gdLst>
                <a:gd name="csX0" fmla="*/ 9555 w 9554"/>
                <a:gd name="csY0" fmla="*/ 478 h 5255"/>
                <a:gd name="csX1" fmla="*/ 8599 w 9554"/>
                <a:gd name="csY1" fmla="*/ 0 h 5255"/>
                <a:gd name="csX2" fmla="*/ 5255 w 9554"/>
                <a:gd name="csY2" fmla="*/ 1911 h 5255"/>
                <a:gd name="csX3" fmla="*/ 1911 w 9554"/>
                <a:gd name="csY3" fmla="*/ 3344 h 5255"/>
                <a:gd name="csX4" fmla="*/ 0 w 9554"/>
                <a:gd name="csY4" fmla="*/ 5255 h 5255"/>
                <a:gd name="csX5" fmla="*/ 0 w 9554"/>
                <a:gd name="csY5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4" h="5255">
                  <a:moveTo>
                    <a:pt x="9555" y="478"/>
                  </a:moveTo>
                  <a:lnTo>
                    <a:pt x="8599" y="0"/>
                  </a:lnTo>
                  <a:lnTo>
                    <a:pt x="5255" y="1911"/>
                  </a:lnTo>
                  <a:lnTo>
                    <a:pt x="1911" y="3344"/>
                  </a:lnTo>
                  <a:lnTo>
                    <a:pt x="0" y="5255"/>
                  </a:lnTo>
                  <a:lnTo>
                    <a:pt x="0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" name="Freeform 3954">
              <a:extLst>
                <a:ext uri="{FF2B5EF4-FFF2-40B4-BE49-F238E27FC236}">
                  <a16:creationId xmlns:a16="http://schemas.microsoft.com/office/drawing/2014/main" id="{62C8BECC-6AAB-A985-AB9A-AFB6AFABC69D}"/>
                </a:ext>
              </a:extLst>
            </p:cNvPr>
            <p:cNvSpPr/>
            <p:nvPr/>
          </p:nvSpPr>
          <p:spPr>
            <a:xfrm>
              <a:off x="7762319" y="4181207"/>
              <a:ext cx="477" cy="955"/>
            </a:xfrm>
            <a:custGeom>
              <a:avLst/>
              <a:gdLst>
                <a:gd name="csX0" fmla="*/ 478 w 477"/>
                <a:gd name="csY0" fmla="*/ 956 h 955"/>
                <a:gd name="csX1" fmla="*/ 0 w 477"/>
                <a:gd name="csY1" fmla="*/ 0 h 955"/>
                <a:gd name="csX2" fmla="*/ 0 w 4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478" y="95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" name="Freeform 3955">
              <a:extLst>
                <a:ext uri="{FF2B5EF4-FFF2-40B4-BE49-F238E27FC236}">
                  <a16:creationId xmlns:a16="http://schemas.microsoft.com/office/drawing/2014/main" id="{215D77E2-A5D2-A290-220C-8CF5F64E8D03}"/>
                </a:ext>
              </a:extLst>
            </p:cNvPr>
            <p:cNvSpPr/>
            <p:nvPr/>
          </p:nvSpPr>
          <p:spPr>
            <a:xfrm>
              <a:off x="7763275" y="4182641"/>
              <a:ext cx="12898" cy="2866"/>
            </a:xfrm>
            <a:custGeom>
              <a:avLst/>
              <a:gdLst>
                <a:gd name="csX0" fmla="*/ 12898 w 12898"/>
                <a:gd name="csY0" fmla="*/ 2389 h 2866"/>
                <a:gd name="csX1" fmla="*/ 11943 w 12898"/>
                <a:gd name="csY1" fmla="*/ 2866 h 2866"/>
                <a:gd name="csX2" fmla="*/ 11466 w 12898"/>
                <a:gd name="csY2" fmla="*/ 2866 h 2866"/>
                <a:gd name="csX3" fmla="*/ 10032 w 12898"/>
                <a:gd name="csY3" fmla="*/ 2389 h 2866"/>
                <a:gd name="csX4" fmla="*/ 7166 w 12898"/>
                <a:gd name="csY4" fmla="*/ 1433 h 2866"/>
                <a:gd name="csX5" fmla="*/ 4300 w 12898"/>
                <a:gd name="csY5" fmla="*/ 478 h 2866"/>
                <a:gd name="csX6" fmla="*/ 3822 w 12898"/>
                <a:gd name="csY6" fmla="*/ 478 h 2866"/>
                <a:gd name="csX7" fmla="*/ 0 w 12898"/>
                <a:gd name="csY7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2898" h="2866">
                  <a:moveTo>
                    <a:pt x="12898" y="2389"/>
                  </a:moveTo>
                  <a:lnTo>
                    <a:pt x="11943" y="2866"/>
                  </a:lnTo>
                  <a:lnTo>
                    <a:pt x="11466" y="2866"/>
                  </a:lnTo>
                  <a:lnTo>
                    <a:pt x="10032" y="2389"/>
                  </a:lnTo>
                  <a:lnTo>
                    <a:pt x="7166" y="1433"/>
                  </a:lnTo>
                  <a:lnTo>
                    <a:pt x="4300" y="478"/>
                  </a:lnTo>
                  <a:lnTo>
                    <a:pt x="3822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" name="Freeform 3956">
              <a:extLst>
                <a:ext uri="{FF2B5EF4-FFF2-40B4-BE49-F238E27FC236}">
                  <a16:creationId xmlns:a16="http://schemas.microsoft.com/office/drawing/2014/main" id="{53FA2D44-ACF4-3FBA-2108-A13A48907E0E}"/>
                </a:ext>
              </a:extLst>
            </p:cNvPr>
            <p:cNvSpPr/>
            <p:nvPr/>
          </p:nvSpPr>
          <p:spPr>
            <a:xfrm>
              <a:off x="7777607" y="4183118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  <a:gd name="csX2" fmla="*/ 0 w 4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" name="Freeform 3957">
              <a:extLst>
                <a:ext uri="{FF2B5EF4-FFF2-40B4-BE49-F238E27FC236}">
                  <a16:creationId xmlns:a16="http://schemas.microsoft.com/office/drawing/2014/main" id="{21CFF687-C3EE-83BC-6216-54BE3972A684}"/>
                </a:ext>
              </a:extLst>
            </p:cNvPr>
            <p:cNvSpPr/>
            <p:nvPr/>
          </p:nvSpPr>
          <p:spPr>
            <a:xfrm>
              <a:off x="7778084" y="4176908"/>
              <a:ext cx="11943" cy="5254"/>
            </a:xfrm>
            <a:custGeom>
              <a:avLst/>
              <a:gdLst>
                <a:gd name="csX0" fmla="*/ 11943 w 11943"/>
                <a:gd name="csY0" fmla="*/ 1433 h 5254"/>
                <a:gd name="csX1" fmla="*/ 11943 w 11943"/>
                <a:gd name="csY1" fmla="*/ 1433 h 5254"/>
                <a:gd name="csX2" fmla="*/ 10988 w 11943"/>
                <a:gd name="csY2" fmla="*/ 478 h 5254"/>
                <a:gd name="csX3" fmla="*/ 10032 w 11943"/>
                <a:gd name="csY3" fmla="*/ 0 h 5254"/>
                <a:gd name="csX4" fmla="*/ 7166 w 11943"/>
                <a:gd name="csY4" fmla="*/ 1433 h 5254"/>
                <a:gd name="csX5" fmla="*/ 3822 w 11943"/>
                <a:gd name="csY5" fmla="*/ 2866 h 5254"/>
                <a:gd name="csX6" fmla="*/ 0 w 11943"/>
                <a:gd name="csY6" fmla="*/ 5255 h 5254"/>
                <a:gd name="csX7" fmla="*/ 0 w 11943"/>
                <a:gd name="csY7" fmla="*/ 52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943" h="5254">
                  <a:moveTo>
                    <a:pt x="11943" y="1433"/>
                  </a:moveTo>
                  <a:lnTo>
                    <a:pt x="11943" y="1433"/>
                  </a:lnTo>
                  <a:lnTo>
                    <a:pt x="10988" y="478"/>
                  </a:lnTo>
                  <a:lnTo>
                    <a:pt x="10032" y="0"/>
                  </a:lnTo>
                  <a:lnTo>
                    <a:pt x="7166" y="1433"/>
                  </a:lnTo>
                  <a:lnTo>
                    <a:pt x="3822" y="2866"/>
                  </a:lnTo>
                  <a:lnTo>
                    <a:pt x="0" y="5255"/>
                  </a:lnTo>
                  <a:lnTo>
                    <a:pt x="0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" name="Freeform 3958">
              <a:extLst>
                <a:ext uri="{FF2B5EF4-FFF2-40B4-BE49-F238E27FC236}">
                  <a16:creationId xmlns:a16="http://schemas.microsoft.com/office/drawing/2014/main" id="{EBBCD2F4-513C-8BCE-04DD-3718BB63952E}"/>
                </a:ext>
              </a:extLst>
            </p:cNvPr>
            <p:cNvSpPr/>
            <p:nvPr/>
          </p:nvSpPr>
          <p:spPr>
            <a:xfrm>
              <a:off x="7791461" y="4180730"/>
              <a:ext cx="3343" cy="477"/>
            </a:xfrm>
            <a:custGeom>
              <a:avLst/>
              <a:gdLst>
                <a:gd name="csX0" fmla="*/ 3344 w 3343"/>
                <a:gd name="csY0" fmla="*/ 478 h 477"/>
                <a:gd name="csX1" fmla="*/ 2866 w 3343"/>
                <a:gd name="csY1" fmla="*/ 0 h 477"/>
                <a:gd name="csX2" fmla="*/ 955 w 3343"/>
                <a:gd name="csY2" fmla="*/ 478 h 477"/>
                <a:gd name="csX3" fmla="*/ 0 w 3343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3" h="477">
                  <a:moveTo>
                    <a:pt x="3344" y="478"/>
                  </a:moveTo>
                  <a:lnTo>
                    <a:pt x="2866" y="0"/>
                  </a:lnTo>
                  <a:lnTo>
                    <a:pt x="955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0" name="Freeform 3959">
              <a:extLst>
                <a:ext uri="{FF2B5EF4-FFF2-40B4-BE49-F238E27FC236}">
                  <a16:creationId xmlns:a16="http://schemas.microsoft.com/office/drawing/2014/main" id="{DA10F790-10D6-3CDF-9737-C32F7F1371DD}"/>
                </a:ext>
              </a:extLst>
            </p:cNvPr>
            <p:cNvSpPr/>
            <p:nvPr/>
          </p:nvSpPr>
          <p:spPr>
            <a:xfrm>
              <a:off x="7790028" y="4184552"/>
              <a:ext cx="477" cy="2388"/>
            </a:xfrm>
            <a:custGeom>
              <a:avLst/>
              <a:gdLst>
                <a:gd name="csX0" fmla="*/ 477 w 477"/>
                <a:gd name="csY0" fmla="*/ 2389 h 2388"/>
                <a:gd name="csX1" fmla="*/ 0 w 477"/>
                <a:gd name="csY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2388">
                  <a:moveTo>
                    <a:pt x="477" y="2389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1" name="Freeform 3960">
              <a:extLst>
                <a:ext uri="{FF2B5EF4-FFF2-40B4-BE49-F238E27FC236}">
                  <a16:creationId xmlns:a16="http://schemas.microsoft.com/office/drawing/2014/main" id="{2651A7C8-01F8-D116-1624-E7D648BD38A4}"/>
                </a:ext>
              </a:extLst>
            </p:cNvPr>
            <p:cNvSpPr/>
            <p:nvPr/>
          </p:nvSpPr>
          <p:spPr>
            <a:xfrm>
              <a:off x="7790983" y="4185029"/>
              <a:ext cx="5732" cy="2866"/>
            </a:xfrm>
            <a:custGeom>
              <a:avLst/>
              <a:gdLst>
                <a:gd name="csX0" fmla="*/ 5733 w 5732"/>
                <a:gd name="csY0" fmla="*/ 955 h 2866"/>
                <a:gd name="csX1" fmla="*/ 5733 w 5732"/>
                <a:gd name="csY1" fmla="*/ 955 h 2866"/>
                <a:gd name="csX2" fmla="*/ 5255 w 5732"/>
                <a:gd name="csY2" fmla="*/ 0 h 2866"/>
                <a:gd name="csX3" fmla="*/ 3344 w 5732"/>
                <a:gd name="csY3" fmla="*/ 478 h 2866"/>
                <a:gd name="csX4" fmla="*/ 0 w 5732"/>
                <a:gd name="csY4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2866">
                  <a:moveTo>
                    <a:pt x="5733" y="955"/>
                  </a:moveTo>
                  <a:lnTo>
                    <a:pt x="5733" y="955"/>
                  </a:lnTo>
                  <a:lnTo>
                    <a:pt x="5255" y="0"/>
                  </a:lnTo>
                  <a:lnTo>
                    <a:pt x="3344" y="478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2" name="Freeform 3961">
              <a:extLst>
                <a:ext uri="{FF2B5EF4-FFF2-40B4-BE49-F238E27FC236}">
                  <a16:creationId xmlns:a16="http://schemas.microsoft.com/office/drawing/2014/main" id="{E986C344-12A1-BF71-FD9D-B4A83C409A4A}"/>
                </a:ext>
              </a:extLst>
            </p:cNvPr>
            <p:cNvSpPr/>
            <p:nvPr/>
          </p:nvSpPr>
          <p:spPr>
            <a:xfrm>
              <a:off x="7793372" y="4198406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3" name="Freeform 3962">
              <a:extLst>
                <a:ext uri="{FF2B5EF4-FFF2-40B4-BE49-F238E27FC236}">
                  <a16:creationId xmlns:a16="http://schemas.microsoft.com/office/drawing/2014/main" id="{53308408-EA6B-FCCC-ADD7-E754221265CE}"/>
                </a:ext>
              </a:extLst>
            </p:cNvPr>
            <p:cNvSpPr/>
            <p:nvPr/>
          </p:nvSpPr>
          <p:spPr>
            <a:xfrm>
              <a:off x="7794805" y="4197450"/>
              <a:ext cx="13376" cy="2388"/>
            </a:xfrm>
            <a:custGeom>
              <a:avLst/>
              <a:gdLst>
                <a:gd name="csX0" fmla="*/ 13377 w 13376"/>
                <a:gd name="csY0" fmla="*/ 1911 h 2388"/>
                <a:gd name="csX1" fmla="*/ 11943 w 13376"/>
                <a:gd name="csY1" fmla="*/ 2389 h 2388"/>
                <a:gd name="csX2" fmla="*/ 9077 w 13376"/>
                <a:gd name="csY2" fmla="*/ 1911 h 2388"/>
                <a:gd name="csX3" fmla="*/ 8122 w 13376"/>
                <a:gd name="csY3" fmla="*/ 1911 h 2388"/>
                <a:gd name="csX4" fmla="*/ 5733 w 13376"/>
                <a:gd name="csY4" fmla="*/ 0 h 2388"/>
                <a:gd name="csX5" fmla="*/ 4777 w 13376"/>
                <a:gd name="csY5" fmla="*/ 0 h 2388"/>
                <a:gd name="csX6" fmla="*/ 1433 w 13376"/>
                <a:gd name="csY6" fmla="*/ 956 h 2388"/>
                <a:gd name="csX7" fmla="*/ 1433 w 13376"/>
                <a:gd name="csY7" fmla="*/ 956 h 2388"/>
                <a:gd name="csX8" fmla="*/ 478 w 13376"/>
                <a:gd name="csY8" fmla="*/ 1911 h 2388"/>
                <a:gd name="csX9" fmla="*/ 0 w 13376"/>
                <a:gd name="csY9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3376" h="2388">
                  <a:moveTo>
                    <a:pt x="13377" y="1911"/>
                  </a:moveTo>
                  <a:lnTo>
                    <a:pt x="11943" y="2389"/>
                  </a:lnTo>
                  <a:lnTo>
                    <a:pt x="9077" y="1911"/>
                  </a:lnTo>
                  <a:lnTo>
                    <a:pt x="8122" y="1911"/>
                  </a:lnTo>
                  <a:lnTo>
                    <a:pt x="5733" y="0"/>
                  </a:lnTo>
                  <a:lnTo>
                    <a:pt x="4777" y="0"/>
                  </a:lnTo>
                  <a:lnTo>
                    <a:pt x="1433" y="956"/>
                  </a:lnTo>
                  <a:lnTo>
                    <a:pt x="1433" y="956"/>
                  </a:lnTo>
                  <a:lnTo>
                    <a:pt x="478" y="1911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4" name="Freeform 3963">
              <a:extLst>
                <a:ext uri="{FF2B5EF4-FFF2-40B4-BE49-F238E27FC236}">
                  <a16:creationId xmlns:a16="http://schemas.microsoft.com/office/drawing/2014/main" id="{7CD1BFFC-9548-37E2-D599-8BBD71182ED8}"/>
                </a:ext>
              </a:extLst>
            </p:cNvPr>
            <p:cNvSpPr/>
            <p:nvPr/>
          </p:nvSpPr>
          <p:spPr>
            <a:xfrm>
              <a:off x="7808659" y="4199361"/>
              <a:ext cx="5254" cy="2866"/>
            </a:xfrm>
            <a:custGeom>
              <a:avLst/>
              <a:gdLst>
                <a:gd name="csX0" fmla="*/ 5255 w 5254"/>
                <a:gd name="csY0" fmla="*/ 2866 h 2866"/>
                <a:gd name="csX1" fmla="*/ 4300 w 5254"/>
                <a:gd name="csY1" fmla="*/ 2866 h 2866"/>
                <a:gd name="csX2" fmla="*/ 1433 w 5254"/>
                <a:gd name="csY2" fmla="*/ 478 h 2866"/>
                <a:gd name="csX3" fmla="*/ 0 w 5254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254" h="2866">
                  <a:moveTo>
                    <a:pt x="5255" y="2866"/>
                  </a:moveTo>
                  <a:lnTo>
                    <a:pt x="4300" y="2866"/>
                  </a:lnTo>
                  <a:lnTo>
                    <a:pt x="1433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5" name="Freeform 3964">
              <a:extLst>
                <a:ext uri="{FF2B5EF4-FFF2-40B4-BE49-F238E27FC236}">
                  <a16:creationId xmlns:a16="http://schemas.microsoft.com/office/drawing/2014/main" id="{E894E19C-621B-BD0B-ED3C-1C62111FB5B9}"/>
                </a:ext>
              </a:extLst>
            </p:cNvPr>
            <p:cNvSpPr/>
            <p:nvPr/>
          </p:nvSpPr>
          <p:spPr>
            <a:xfrm>
              <a:off x="7818214" y="4196017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0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6" name="Freeform 3965">
              <a:extLst>
                <a:ext uri="{FF2B5EF4-FFF2-40B4-BE49-F238E27FC236}">
                  <a16:creationId xmlns:a16="http://schemas.microsoft.com/office/drawing/2014/main" id="{744C5961-21AD-62EF-2FF1-4486E2BF1CC1}"/>
                </a:ext>
              </a:extLst>
            </p:cNvPr>
            <p:cNvSpPr/>
            <p:nvPr/>
          </p:nvSpPr>
          <p:spPr>
            <a:xfrm>
              <a:off x="7820602" y="4196495"/>
              <a:ext cx="1911" cy="2866"/>
            </a:xfrm>
            <a:custGeom>
              <a:avLst/>
              <a:gdLst>
                <a:gd name="csX0" fmla="*/ 1911 w 1911"/>
                <a:gd name="csY0" fmla="*/ 2867 h 2866"/>
                <a:gd name="csX1" fmla="*/ 1433 w 1911"/>
                <a:gd name="csY1" fmla="*/ 1911 h 2866"/>
                <a:gd name="csX2" fmla="*/ 478 w 1911"/>
                <a:gd name="csY2" fmla="*/ 956 h 2866"/>
                <a:gd name="csX3" fmla="*/ 478 w 1911"/>
                <a:gd name="csY3" fmla="*/ 478 h 2866"/>
                <a:gd name="csX4" fmla="*/ 0 w 1911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2866">
                  <a:moveTo>
                    <a:pt x="1911" y="2867"/>
                  </a:moveTo>
                  <a:lnTo>
                    <a:pt x="1433" y="1911"/>
                  </a:lnTo>
                  <a:lnTo>
                    <a:pt x="478" y="956"/>
                  </a:ln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7" name="Freeform 3966">
              <a:extLst>
                <a:ext uri="{FF2B5EF4-FFF2-40B4-BE49-F238E27FC236}">
                  <a16:creationId xmlns:a16="http://schemas.microsoft.com/office/drawing/2014/main" id="{CC56B448-A0DB-1A57-1DCE-B48F45A03003}"/>
                </a:ext>
              </a:extLst>
            </p:cNvPr>
            <p:cNvSpPr/>
            <p:nvPr/>
          </p:nvSpPr>
          <p:spPr>
            <a:xfrm>
              <a:off x="7824902" y="4199361"/>
              <a:ext cx="2866" cy="3343"/>
            </a:xfrm>
            <a:custGeom>
              <a:avLst/>
              <a:gdLst>
                <a:gd name="csX0" fmla="*/ 2866 w 2866"/>
                <a:gd name="csY0" fmla="*/ 3344 h 3343"/>
                <a:gd name="csX1" fmla="*/ 955 w 2866"/>
                <a:gd name="csY1" fmla="*/ 955 h 3343"/>
                <a:gd name="csX2" fmla="*/ 955 w 2866"/>
                <a:gd name="csY2" fmla="*/ 955 h 3343"/>
                <a:gd name="csX3" fmla="*/ 0 w 2866"/>
                <a:gd name="csY3" fmla="*/ 0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3343">
                  <a:moveTo>
                    <a:pt x="2866" y="3344"/>
                  </a:moveTo>
                  <a:lnTo>
                    <a:pt x="955" y="955"/>
                  </a:lnTo>
                  <a:lnTo>
                    <a:pt x="955" y="955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8" name="Freeform 3967">
              <a:extLst>
                <a:ext uri="{FF2B5EF4-FFF2-40B4-BE49-F238E27FC236}">
                  <a16:creationId xmlns:a16="http://schemas.microsoft.com/office/drawing/2014/main" id="{4FC8F17C-6D8F-14AE-6894-64ADA9D4C048}"/>
                </a:ext>
              </a:extLst>
            </p:cNvPr>
            <p:cNvSpPr/>
            <p:nvPr/>
          </p:nvSpPr>
          <p:spPr>
            <a:xfrm>
              <a:off x="7833023" y="4216082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0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9" name="Freeform 3968">
              <a:extLst>
                <a:ext uri="{FF2B5EF4-FFF2-40B4-BE49-F238E27FC236}">
                  <a16:creationId xmlns:a16="http://schemas.microsoft.com/office/drawing/2014/main" id="{6DEAE8F5-D8D1-E9C5-E9DE-FC5ED06F5FBD}"/>
                </a:ext>
              </a:extLst>
            </p:cNvPr>
            <p:cNvSpPr/>
            <p:nvPr/>
          </p:nvSpPr>
          <p:spPr>
            <a:xfrm>
              <a:off x="7839234" y="4215126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955 w 955"/>
                <a:gd name="csY1" fmla="*/ 478 h 477"/>
                <a:gd name="csX2" fmla="*/ 0 w 955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955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0" name="Freeform 3969">
              <a:extLst>
                <a:ext uri="{FF2B5EF4-FFF2-40B4-BE49-F238E27FC236}">
                  <a16:creationId xmlns:a16="http://schemas.microsoft.com/office/drawing/2014/main" id="{1F70DADF-502B-AC00-1DB5-1CE5116DD6A8}"/>
                </a:ext>
              </a:extLst>
            </p:cNvPr>
            <p:cNvSpPr/>
            <p:nvPr/>
          </p:nvSpPr>
          <p:spPr>
            <a:xfrm>
              <a:off x="7818691" y="4278664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0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1" name="Freeform 3970">
              <a:extLst>
                <a:ext uri="{FF2B5EF4-FFF2-40B4-BE49-F238E27FC236}">
                  <a16:creationId xmlns:a16="http://schemas.microsoft.com/office/drawing/2014/main" id="{4D14D487-DE41-384F-C327-2055845B74E1}"/>
                </a:ext>
              </a:extLst>
            </p:cNvPr>
            <p:cNvSpPr/>
            <p:nvPr/>
          </p:nvSpPr>
          <p:spPr>
            <a:xfrm>
              <a:off x="7818691" y="4289174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956 w 2388"/>
                <a:gd name="csY1" fmla="*/ 478 h 477"/>
                <a:gd name="csX2" fmla="*/ 0 w 2388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956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2" name="Freeform 3971">
              <a:extLst>
                <a:ext uri="{FF2B5EF4-FFF2-40B4-BE49-F238E27FC236}">
                  <a16:creationId xmlns:a16="http://schemas.microsoft.com/office/drawing/2014/main" id="{8B6DE529-2945-6811-5E74-0B33A05FE19C}"/>
                </a:ext>
              </a:extLst>
            </p:cNvPr>
            <p:cNvSpPr/>
            <p:nvPr/>
          </p:nvSpPr>
          <p:spPr>
            <a:xfrm>
              <a:off x="7844489" y="4303506"/>
              <a:ext cx="9554" cy="1910"/>
            </a:xfrm>
            <a:custGeom>
              <a:avLst/>
              <a:gdLst>
                <a:gd name="csX0" fmla="*/ 9555 w 9554"/>
                <a:gd name="csY0" fmla="*/ 1911 h 1910"/>
                <a:gd name="csX1" fmla="*/ 6688 w 9554"/>
                <a:gd name="csY1" fmla="*/ 1433 h 1910"/>
                <a:gd name="csX2" fmla="*/ 3822 w 9554"/>
                <a:gd name="csY2" fmla="*/ 956 h 1910"/>
                <a:gd name="csX3" fmla="*/ 0 w 9554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4" h="1910">
                  <a:moveTo>
                    <a:pt x="9555" y="1911"/>
                  </a:moveTo>
                  <a:lnTo>
                    <a:pt x="6688" y="1433"/>
                  </a:lnTo>
                  <a:lnTo>
                    <a:pt x="3822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3" name="Freeform 3972">
              <a:extLst>
                <a:ext uri="{FF2B5EF4-FFF2-40B4-BE49-F238E27FC236}">
                  <a16:creationId xmlns:a16="http://schemas.microsoft.com/office/drawing/2014/main" id="{3DCE3951-AA9F-DE36-5C4F-702DB42E66A1}"/>
                </a:ext>
              </a:extLst>
            </p:cNvPr>
            <p:cNvSpPr/>
            <p:nvPr/>
          </p:nvSpPr>
          <p:spPr>
            <a:xfrm>
              <a:off x="7855477" y="4305895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955 w 955"/>
                <a:gd name="csY1" fmla="*/ 478 h 477"/>
                <a:gd name="csX2" fmla="*/ 0 w 955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955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4" name="Freeform 3973">
              <a:extLst>
                <a:ext uri="{FF2B5EF4-FFF2-40B4-BE49-F238E27FC236}">
                  <a16:creationId xmlns:a16="http://schemas.microsoft.com/office/drawing/2014/main" id="{470AB38D-D347-3F38-D511-2B2C4D26D524}"/>
                </a:ext>
              </a:extLst>
            </p:cNvPr>
            <p:cNvSpPr/>
            <p:nvPr/>
          </p:nvSpPr>
          <p:spPr>
            <a:xfrm>
              <a:off x="7850699" y="4324049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955 w 2388"/>
                <a:gd name="csY1" fmla="*/ 478 h 477"/>
                <a:gd name="csX2" fmla="*/ 0 w 2388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955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5" name="Freeform 3974">
              <a:extLst>
                <a:ext uri="{FF2B5EF4-FFF2-40B4-BE49-F238E27FC236}">
                  <a16:creationId xmlns:a16="http://schemas.microsoft.com/office/drawing/2014/main" id="{5682A45F-98D9-AA2B-AFC7-855E09718791}"/>
                </a:ext>
              </a:extLst>
            </p:cNvPr>
            <p:cNvSpPr/>
            <p:nvPr/>
          </p:nvSpPr>
          <p:spPr>
            <a:xfrm>
              <a:off x="7858821" y="4325004"/>
              <a:ext cx="7165" cy="3821"/>
            </a:xfrm>
            <a:custGeom>
              <a:avLst/>
              <a:gdLst>
                <a:gd name="csX0" fmla="*/ 6688 w 7165"/>
                <a:gd name="csY0" fmla="*/ 3822 h 3821"/>
                <a:gd name="csX1" fmla="*/ 7166 w 7165"/>
                <a:gd name="csY1" fmla="*/ 1911 h 3821"/>
                <a:gd name="csX2" fmla="*/ 6211 w 7165"/>
                <a:gd name="csY2" fmla="*/ 956 h 3821"/>
                <a:gd name="csX3" fmla="*/ 4777 w 7165"/>
                <a:gd name="csY3" fmla="*/ 478 h 3821"/>
                <a:gd name="csX4" fmla="*/ 0 w 7165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65" h="3821">
                  <a:moveTo>
                    <a:pt x="6688" y="3822"/>
                  </a:moveTo>
                  <a:lnTo>
                    <a:pt x="7166" y="1911"/>
                  </a:lnTo>
                  <a:lnTo>
                    <a:pt x="6211" y="956"/>
                  </a:lnTo>
                  <a:lnTo>
                    <a:pt x="4777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6" name="Freeform 3975">
              <a:extLst>
                <a:ext uri="{FF2B5EF4-FFF2-40B4-BE49-F238E27FC236}">
                  <a16:creationId xmlns:a16="http://schemas.microsoft.com/office/drawing/2014/main" id="{7769687C-5AE9-53EE-1E3E-46D62C3DAA54}"/>
                </a:ext>
              </a:extLst>
            </p:cNvPr>
            <p:cNvSpPr/>
            <p:nvPr/>
          </p:nvSpPr>
          <p:spPr>
            <a:xfrm>
              <a:off x="7867420" y="4333126"/>
              <a:ext cx="1432" cy="955"/>
            </a:xfrm>
            <a:custGeom>
              <a:avLst/>
              <a:gdLst>
                <a:gd name="csX0" fmla="*/ 1433 w 1432"/>
                <a:gd name="csY0" fmla="*/ 955 h 955"/>
                <a:gd name="csX1" fmla="*/ 1433 w 1432"/>
                <a:gd name="csY1" fmla="*/ 0 h 955"/>
                <a:gd name="csX2" fmla="*/ 0 w 1432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955">
                  <a:moveTo>
                    <a:pt x="1433" y="955"/>
                  </a:moveTo>
                  <a:lnTo>
                    <a:pt x="1433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7" name="Freeform 3976">
              <a:extLst>
                <a:ext uri="{FF2B5EF4-FFF2-40B4-BE49-F238E27FC236}">
                  <a16:creationId xmlns:a16="http://schemas.microsoft.com/office/drawing/2014/main" id="{EB0C2737-0302-E1CA-5933-AECC377CEA71}"/>
                </a:ext>
              </a:extLst>
            </p:cNvPr>
            <p:cNvSpPr/>
            <p:nvPr/>
          </p:nvSpPr>
          <p:spPr>
            <a:xfrm>
              <a:off x="7873630" y="4336469"/>
              <a:ext cx="5254" cy="955"/>
            </a:xfrm>
            <a:custGeom>
              <a:avLst/>
              <a:gdLst>
                <a:gd name="csX0" fmla="*/ 5255 w 5254"/>
                <a:gd name="csY0" fmla="*/ 478 h 955"/>
                <a:gd name="csX1" fmla="*/ 3822 w 5254"/>
                <a:gd name="csY1" fmla="*/ 956 h 955"/>
                <a:gd name="csX2" fmla="*/ 1911 w 5254"/>
                <a:gd name="csY2" fmla="*/ 478 h 955"/>
                <a:gd name="csX3" fmla="*/ 0 w 5254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254" h="955">
                  <a:moveTo>
                    <a:pt x="5255" y="478"/>
                  </a:moveTo>
                  <a:lnTo>
                    <a:pt x="3822" y="956"/>
                  </a:lnTo>
                  <a:lnTo>
                    <a:pt x="1911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8" name="Freeform 3977">
              <a:extLst>
                <a:ext uri="{FF2B5EF4-FFF2-40B4-BE49-F238E27FC236}">
                  <a16:creationId xmlns:a16="http://schemas.microsoft.com/office/drawing/2014/main" id="{4C1DF569-8677-F71D-A6CF-59A5D2B975DF}"/>
                </a:ext>
              </a:extLst>
            </p:cNvPr>
            <p:cNvSpPr/>
            <p:nvPr/>
          </p:nvSpPr>
          <p:spPr>
            <a:xfrm>
              <a:off x="7880318" y="4331692"/>
              <a:ext cx="8599" cy="4777"/>
            </a:xfrm>
            <a:custGeom>
              <a:avLst/>
              <a:gdLst>
                <a:gd name="csX0" fmla="*/ 8599 w 8599"/>
                <a:gd name="csY0" fmla="*/ 0 h 4777"/>
                <a:gd name="csX1" fmla="*/ 8121 w 8599"/>
                <a:gd name="csY1" fmla="*/ 0 h 4777"/>
                <a:gd name="csX2" fmla="*/ 6688 w 8599"/>
                <a:gd name="csY2" fmla="*/ 0 h 4777"/>
                <a:gd name="csX3" fmla="*/ 2866 w 8599"/>
                <a:gd name="csY3" fmla="*/ 1911 h 4777"/>
                <a:gd name="csX4" fmla="*/ 0 w 8599"/>
                <a:gd name="csY4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99" h="4777">
                  <a:moveTo>
                    <a:pt x="8599" y="0"/>
                  </a:moveTo>
                  <a:lnTo>
                    <a:pt x="8121" y="0"/>
                  </a:lnTo>
                  <a:lnTo>
                    <a:pt x="6688" y="0"/>
                  </a:lnTo>
                  <a:lnTo>
                    <a:pt x="2866" y="1911"/>
                  </a:lnTo>
                  <a:lnTo>
                    <a:pt x="0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9" name="Freeform 3978">
              <a:extLst>
                <a:ext uri="{FF2B5EF4-FFF2-40B4-BE49-F238E27FC236}">
                  <a16:creationId xmlns:a16="http://schemas.microsoft.com/office/drawing/2014/main" id="{05DE2B2F-8CBA-3E06-390E-F6FE99559AFC}"/>
                </a:ext>
              </a:extLst>
            </p:cNvPr>
            <p:cNvSpPr/>
            <p:nvPr/>
          </p:nvSpPr>
          <p:spPr>
            <a:xfrm>
              <a:off x="7889395" y="4335036"/>
              <a:ext cx="1432" cy="955"/>
            </a:xfrm>
            <a:custGeom>
              <a:avLst/>
              <a:gdLst>
                <a:gd name="csX0" fmla="*/ 1433 w 1432"/>
                <a:gd name="csY0" fmla="*/ 956 h 955"/>
                <a:gd name="csX1" fmla="*/ 1433 w 1432"/>
                <a:gd name="csY1" fmla="*/ 956 h 955"/>
                <a:gd name="csX2" fmla="*/ 0 w 1432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955">
                  <a:moveTo>
                    <a:pt x="1433" y="956"/>
                  </a:moveTo>
                  <a:lnTo>
                    <a:pt x="1433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0" name="Freeform 3979">
              <a:extLst>
                <a:ext uri="{FF2B5EF4-FFF2-40B4-BE49-F238E27FC236}">
                  <a16:creationId xmlns:a16="http://schemas.microsoft.com/office/drawing/2014/main" id="{8A9F1AC9-1419-C9BF-4739-A81F921CBDEE}"/>
                </a:ext>
              </a:extLst>
            </p:cNvPr>
            <p:cNvSpPr/>
            <p:nvPr/>
          </p:nvSpPr>
          <p:spPr>
            <a:xfrm>
              <a:off x="7890351" y="4338381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1" name="Freeform 3980">
              <a:extLst>
                <a:ext uri="{FF2B5EF4-FFF2-40B4-BE49-F238E27FC236}">
                  <a16:creationId xmlns:a16="http://schemas.microsoft.com/office/drawing/2014/main" id="{92B23330-0807-C7A1-8C78-7EA2ED20891C}"/>
                </a:ext>
              </a:extLst>
            </p:cNvPr>
            <p:cNvSpPr/>
            <p:nvPr/>
          </p:nvSpPr>
          <p:spPr>
            <a:xfrm>
              <a:off x="7891784" y="4342202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2" name="Freeform 3981">
              <a:extLst>
                <a:ext uri="{FF2B5EF4-FFF2-40B4-BE49-F238E27FC236}">
                  <a16:creationId xmlns:a16="http://schemas.microsoft.com/office/drawing/2014/main" id="{2603430D-1C9C-C9F3-7E69-2F91D0FA6D0D}"/>
                </a:ext>
              </a:extLst>
            </p:cNvPr>
            <p:cNvSpPr/>
            <p:nvPr/>
          </p:nvSpPr>
          <p:spPr>
            <a:xfrm>
              <a:off x="7897517" y="4341725"/>
              <a:ext cx="1433" cy="955"/>
            </a:xfrm>
            <a:custGeom>
              <a:avLst/>
              <a:gdLst>
                <a:gd name="csX0" fmla="*/ 1433 w 1433"/>
                <a:gd name="csY0" fmla="*/ 956 h 955"/>
                <a:gd name="csX1" fmla="*/ 956 w 1433"/>
                <a:gd name="csY1" fmla="*/ 478 h 955"/>
                <a:gd name="csX2" fmla="*/ 0 w 1433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955">
                  <a:moveTo>
                    <a:pt x="1433" y="956"/>
                  </a:moveTo>
                  <a:lnTo>
                    <a:pt x="956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3" name="Freeform 3982">
              <a:extLst>
                <a:ext uri="{FF2B5EF4-FFF2-40B4-BE49-F238E27FC236}">
                  <a16:creationId xmlns:a16="http://schemas.microsoft.com/office/drawing/2014/main" id="{D82974AD-C2FF-3597-726D-6FC3F108990D}"/>
                </a:ext>
              </a:extLst>
            </p:cNvPr>
            <p:cNvSpPr/>
            <p:nvPr/>
          </p:nvSpPr>
          <p:spPr>
            <a:xfrm>
              <a:off x="7901339" y="4341725"/>
              <a:ext cx="1432" cy="1433"/>
            </a:xfrm>
            <a:custGeom>
              <a:avLst/>
              <a:gdLst>
                <a:gd name="csX0" fmla="*/ 1433 w 1432"/>
                <a:gd name="csY0" fmla="*/ 0 h 1433"/>
                <a:gd name="csX1" fmla="*/ 955 w 1432"/>
                <a:gd name="csY1" fmla="*/ 478 h 1433"/>
                <a:gd name="csX2" fmla="*/ 955 w 1432"/>
                <a:gd name="csY2" fmla="*/ 478 h 1433"/>
                <a:gd name="csX3" fmla="*/ 0 w 1432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1433">
                  <a:moveTo>
                    <a:pt x="1433" y="0"/>
                  </a:moveTo>
                  <a:lnTo>
                    <a:pt x="955" y="478"/>
                  </a:lnTo>
                  <a:lnTo>
                    <a:pt x="955" y="478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4" name="Freeform 3983">
              <a:extLst>
                <a:ext uri="{FF2B5EF4-FFF2-40B4-BE49-F238E27FC236}">
                  <a16:creationId xmlns:a16="http://schemas.microsoft.com/office/drawing/2014/main" id="{5CFAE305-3658-5188-DA7A-624817F161E1}"/>
                </a:ext>
              </a:extLst>
            </p:cNvPr>
            <p:cNvSpPr/>
            <p:nvPr/>
          </p:nvSpPr>
          <p:spPr>
            <a:xfrm>
              <a:off x="7897994" y="4324526"/>
              <a:ext cx="478" cy="1911"/>
            </a:xfrm>
            <a:custGeom>
              <a:avLst/>
              <a:gdLst>
                <a:gd name="csX0" fmla="*/ 0 w 478"/>
                <a:gd name="csY0" fmla="*/ 0 h 1911"/>
                <a:gd name="csX1" fmla="*/ 0 w 478"/>
                <a:gd name="csY1" fmla="*/ 956 h 1911"/>
                <a:gd name="csX2" fmla="*/ 478 w 478"/>
                <a:gd name="csY2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1911">
                  <a:moveTo>
                    <a:pt x="0" y="0"/>
                  </a:moveTo>
                  <a:lnTo>
                    <a:pt x="0" y="956"/>
                  </a:lnTo>
                  <a:lnTo>
                    <a:pt x="478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5" name="Freeform 3984">
              <a:extLst>
                <a:ext uri="{FF2B5EF4-FFF2-40B4-BE49-F238E27FC236}">
                  <a16:creationId xmlns:a16="http://schemas.microsoft.com/office/drawing/2014/main" id="{FF372D6B-2E47-BD71-B6D4-9F9A89C705EF}"/>
                </a:ext>
              </a:extLst>
            </p:cNvPr>
            <p:cNvSpPr/>
            <p:nvPr/>
          </p:nvSpPr>
          <p:spPr>
            <a:xfrm>
              <a:off x="7899905" y="4317360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6" name="Freeform 3985">
              <a:extLst>
                <a:ext uri="{FF2B5EF4-FFF2-40B4-BE49-F238E27FC236}">
                  <a16:creationId xmlns:a16="http://schemas.microsoft.com/office/drawing/2014/main" id="{80DE0674-FE76-DBDD-CF79-77D04D1C532D}"/>
                </a:ext>
              </a:extLst>
            </p:cNvPr>
            <p:cNvSpPr/>
            <p:nvPr/>
          </p:nvSpPr>
          <p:spPr>
            <a:xfrm>
              <a:off x="7903250" y="4318316"/>
              <a:ext cx="5732" cy="955"/>
            </a:xfrm>
            <a:custGeom>
              <a:avLst/>
              <a:gdLst>
                <a:gd name="csX0" fmla="*/ 5733 w 5732"/>
                <a:gd name="csY0" fmla="*/ 956 h 955"/>
                <a:gd name="csX1" fmla="*/ 5255 w 5732"/>
                <a:gd name="csY1" fmla="*/ 478 h 955"/>
                <a:gd name="csX2" fmla="*/ 3821 w 5732"/>
                <a:gd name="csY2" fmla="*/ 0 h 955"/>
                <a:gd name="csX3" fmla="*/ 2389 w 5732"/>
                <a:gd name="csY3" fmla="*/ 0 h 955"/>
                <a:gd name="csX4" fmla="*/ 0 w 5732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955">
                  <a:moveTo>
                    <a:pt x="5733" y="956"/>
                  </a:moveTo>
                  <a:lnTo>
                    <a:pt x="5255" y="478"/>
                  </a:lnTo>
                  <a:lnTo>
                    <a:pt x="3821" y="0"/>
                  </a:lnTo>
                  <a:lnTo>
                    <a:pt x="2389" y="0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7" name="Freeform 3986">
              <a:extLst>
                <a:ext uri="{FF2B5EF4-FFF2-40B4-BE49-F238E27FC236}">
                  <a16:creationId xmlns:a16="http://schemas.microsoft.com/office/drawing/2014/main" id="{20837DD1-6261-F97F-F5D1-5A7BCBEAE30B}"/>
                </a:ext>
              </a:extLst>
            </p:cNvPr>
            <p:cNvSpPr/>
            <p:nvPr/>
          </p:nvSpPr>
          <p:spPr>
            <a:xfrm>
              <a:off x="7913759" y="4312583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955 w 1433"/>
                <a:gd name="csY1" fmla="*/ 478 h 1433"/>
                <a:gd name="csX2" fmla="*/ 0 w 1433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955" y="478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8" name="Freeform 3987">
              <a:extLst>
                <a:ext uri="{FF2B5EF4-FFF2-40B4-BE49-F238E27FC236}">
                  <a16:creationId xmlns:a16="http://schemas.microsoft.com/office/drawing/2014/main" id="{E2CB3939-B765-F633-30FF-2D41A21BC757}"/>
                </a:ext>
              </a:extLst>
            </p:cNvPr>
            <p:cNvSpPr/>
            <p:nvPr/>
          </p:nvSpPr>
          <p:spPr>
            <a:xfrm>
              <a:off x="7936690" y="4312583"/>
              <a:ext cx="955" cy="2388"/>
            </a:xfrm>
            <a:custGeom>
              <a:avLst/>
              <a:gdLst>
                <a:gd name="csX0" fmla="*/ 955 w 955"/>
                <a:gd name="csY0" fmla="*/ 0 h 2388"/>
                <a:gd name="csX1" fmla="*/ 0 w 955"/>
                <a:gd name="csY1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2388">
                  <a:moveTo>
                    <a:pt x="955" y="0"/>
                  </a:move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9" name="Freeform 3988">
              <a:extLst>
                <a:ext uri="{FF2B5EF4-FFF2-40B4-BE49-F238E27FC236}">
                  <a16:creationId xmlns:a16="http://schemas.microsoft.com/office/drawing/2014/main" id="{3E000633-7AB2-3A26-8DDB-1A0074547994}"/>
                </a:ext>
              </a:extLst>
            </p:cNvPr>
            <p:cNvSpPr/>
            <p:nvPr/>
          </p:nvSpPr>
          <p:spPr>
            <a:xfrm>
              <a:off x="7945767" y="4313539"/>
              <a:ext cx="478" cy="2388"/>
            </a:xfrm>
            <a:custGeom>
              <a:avLst/>
              <a:gdLst>
                <a:gd name="csX0" fmla="*/ 478 w 478"/>
                <a:gd name="csY0" fmla="*/ 0 h 2388"/>
                <a:gd name="csX1" fmla="*/ 0 w 478"/>
                <a:gd name="csY1" fmla="*/ 1911 h 2388"/>
                <a:gd name="csX2" fmla="*/ 0 w 478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2388">
                  <a:moveTo>
                    <a:pt x="478" y="0"/>
                  </a:moveTo>
                  <a:lnTo>
                    <a:pt x="0" y="1911"/>
                  </a:ln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0" name="Freeform 3989">
              <a:extLst>
                <a:ext uri="{FF2B5EF4-FFF2-40B4-BE49-F238E27FC236}">
                  <a16:creationId xmlns:a16="http://schemas.microsoft.com/office/drawing/2014/main" id="{79DF616B-8CEC-7D84-5D52-38629445783B}"/>
                </a:ext>
              </a:extLst>
            </p:cNvPr>
            <p:cNvSpPr/>
            <p:nvPr/>
          </p:nvSpPr>
          <p:spPr>
            <a:xfrm>
              <a:off x="8025071" y="4322616"/>
              <a:ext cx="108921" cy="37740"/>
            </a:xfrm>
            <a:custGeom>
              <a:avLst/>
              <a:gdLst>
                <a:gd name="csX0" fmla="*/ 108922 w 108921"/>
                <a:gd name="csY0" fmla="*/ 478 h 37740"/>
                <a:gd name="csX1" fmla="*/ 108922 w 108921"/>
                <a:gd name="csY1" fmla="*/ 478 h 37740"/>
                <a:gd name="csX2" fmla="*/ 108922 w 108921"/>
                <a:gd name="csY2" fmla="*/ 478 h 37740"/>
                <a:gd name="csX3" fmla="*/ 107967 w 108921"/>
                <a:gd name="csY3" fmla="*/ 478 h 37740"/>
                <a:gd name="csX4" fmla="*/ 107011 w 108921"/>
                <a:gd name="csY4" fmla="*/ 956 h 37740"/>
                <a:gd name="csX5" fmla="*/ 106056 w 108921"/>
                <a:gd name="csY5" fmla="*/ 1433 h 37740"/>
                <a:gd name="csX6" fmla="*/ 105100 w 108921"/>
                <a:gd name="csY6" fmla="*/ 2389 h 37740"/>
                <a:gd name="csX7" fmla="*/ 102712 w 108921"/>
                <a:gd name="csY7" fmla="*/ 2866 h 37740"/>
                <a:gd name="csX8" fmla="*/ 101278 w 108921"/>
                <a:gd name="csY8" fmla="*/ 0 h 37740"/>
                <a:gd name="csX9" fmla="*/ 99845 w 108921"/>
                <a:gd name="csY9" fmla="*/ 1911 h 37740"/>
                <a:gd name="csX10" fmla="*/ 99367 w 108921"/>
                <a:gd name="csY10" fmla="*/ 5255 h 37740"/>
                <a:gd name="csX11" fmla="*/ 98890 w 108921"/>
                <a:gd name="csY11" fmla="*/ 5733 h 37740"/>
                <a:gd name="csX12" fmla="*/ 97456 w 108921"/>
                <a:gd name="csY12" fmla="*/ 6688 h 37740"/>
                <a:gd name="csX13" fmla="*/ 96024 w 108921"/>
                <a:gd name="csY13" fmla="*/ 5255 h 37740"/>
                <a:gd name="csX14" fmla="*/ 94112 w 108921"/>
                <a:gd name="csY14" fmla="*/ 6210 h 37740"/>
                <a:gd name="csX15" fmla="*/ 92679 w 108921"/>
                <a:gd name="csY15" fmla="*/ 6688 h 37740"/>
                <a:gd name="csX16" fmla="*/ 92201 w 108921"/>
                <a:gd name="csY16" fmla="*/ 7644 h 37740"/>
                <a:gd name="csX17" fmla="*/ 91246 w 108921"/>
                <a:gd name="csY17" fmla="*/ 8599 h 37740"/>
                <a:gd name="csX18" fmla="*/ 89813 w 108921"/>
                <a:gd name="csY18" fmla="*/ 7644 h 37740"/>
                <a:gd name="csX19" fmla="*/ 87902 w 108921"/>
                <a:gd name="csY19" fmla="*/ 6688 h 37740"/>
                <a:gd name="csX20" fmla="*/ 88380 w 108921"/>
                <a:gd name="csY20" fmla="*/ 5733 h 37740"/>
                <a:gd name="csX21" fmla="*/ 88380 w 108921"/>
                <a:gd name="csY21" fmla="*/ 4777 h 37740"/>
                <a:gd name="csX22" fmla="*/ 87424 w 108921"/>
                <a:gd name="csY22" fmla="*/ 4299 h 37740"/>
                <a:gd name="csX23" fmla="*/ 86947 w 108921"/>
                <a:gd name="csY23" fmla="*/ 4777 h 37740"/>
                <a:gd name="csX24" fmla="*/ 87424 w 108921"/>
                <a:gd name="csY24" fmla="*/ 5733 h 37740"/>
                <a:gd name="csX25" fmla="*/ 87424 w 108921"/>
                <a:gd name="csY25" fmla="*/ 8121 h 37740"/>
                <a:gd name="csX26" fmla="*/ 86947 w 108921"/>
                <a:gd name="csY26" fmla="*/ 8599 h 37740"/>
                <a:gd name="csX27" fmla="*/ 85991 w 108921"/>
                <a:gd name="csY27" fmla="*/ 9077 h 37740"/>
                <a:gd name="csX28" fmla="*/ 83603 w 108921"/>
                <a:gd name="csY28" fmla="*/ 8599 h 37740"/>
                <a:gd name="csX29" fmla="*/ 82169 w 108921"/>
                <a:gd name="csY29" fmla="*/ 8121 h 37740"/>
                <a:gd name="csX30" fmla="*/ 80258 w 108921"/>
                <a:gd name="csY30" fmla="*/ 7166 h 37740"/>
                <a:gd name="csX31" fmla="*/ 78825 w 108921"/>
                <a:gd name="csY31" fmla="*/ 7166 h 37740"/>
                <a:gd name="csX32" fmla="*/ 78347 w 108921"/>
                <a:gd name="csY32" fmla="*/ 8599 h 37740"/>
                <a:gd name="csX33" fmla="*/ 77392 w 108921"/>
                <a:gd name="csY33" fmla="*/ 9555 h 37740"/>
                <a:gd name="csX34" fmla="*/ 76437 w 108921"/>
                <a:gd name="csY34" fmla="*/ 10032 h 37740"/>
                <a:gd name="csX35" fmla="*/ 75481 w 108921"/>
                <a:gd name="csY35" fmla="*/ 9555 h 37740"/>
                <a:gd name="csX36" fmla="*/ 74048 w 108921"/>
                <a:gd name="csY36" fmla="*/ 10988 h 37740"/>
                <a:gd name="csX37" fmla="*/ 73570 w 108921"/>
                <a:gd name="csY37" fmla="*/ 11943 h 37740"/>
                <a:gd name="csX38" fmla="*/ 71659 w 108921"/>
                <a:gd name="csY38" fmla="*/ 12899 h 37740"/>
                <a:gd name="csX39" fmla="*/ 67837 w 108921"/>
                <a:gd name="csY39" fmla="*/ 13376 h 37740"/>
                <a:gd name="csX40" fmla="*/ 66404 w 108921"/>
                <a:gd name="csY40" fmla="*/ 14332 h 37740"/>
                <a:gd name="csX41" fmla="*/ 64493 w 108921"/>
                <a:gd name="csY41" fmla="*/ 13854 h 37740"/>
                <a:gd name="csX42" fmla="*/ 62582 w 108921"/>
                <a:gd name="csY42" fmla="*/ 14332 h 37740"/>
                <a:gd name="csX43" fmla="*/ 62105 w 108921"/>
                <a:gd name="csY43" fmla="*/ 14332 h 37740"/>
                <a:gd name="csX44" fmla="*/ 61149 w 108921"/>
                <a:gd name="csY44" fmla="*/ 13854 h 37740"/>
                <a:gd name="csX45" fmla="*/ 60194 w 108921"/>
                <a:gd name="csY45" fmla="*/ 13854 h 37740"/>
                <a:gd name="csX46" fmla="*/ 59716 w 108921"/>
                <a:gd name="csY46" fmla="*/ 15287 h 37740"/>
                <a:gd name="csX47" fmla="*/ 57328 w 108921"/>
                <a:gd name="csY47" fmla="*/ 15765 h 37740"/>
                <a:gd name="csX48" fmla="*/ 55416 w 108921"/>
                <a:gd name="csY48" fmla="*/ 16243 h 37740"/>
                <a:gd name="csX49" fmla="*/ 53028 w 108921"/>
                <a:gd name="csY49" fmla="*/ 18154 h 37740"/>
                <a:gd name="csX50" fmla="*/ 51117 w 108921"/>
                <a:gd name="csY50" fmla="*/ 19587 h 37740"/>
                <a:gd name="csX51" fmla="*/ 50162 w 108921"/>
                <a:gd name="csY51" fmla="*/ 19587 h 37740"/>
                <a:gd name="csX52" fmla="*/ 49206 w 108921"/>
                <a:gd name="csY52" fmla="*/ 19109 h 37740"/>
                <a:gd name="csX53" fmla="*/ 48728 w 108921"/>
                <a:gd name="csY53" fmla="*/ 17198 h 37740"/>
                <a:gd name="csX54" fmla="*/ 48251 w 108921"/>
                <a:gd name="csY54" fmla="*/ 17198 h 37740"/>
                <a:gd name="csX55" fmla="*/ 47773 w 108921"/>
                <a:gd name="csY55" fmla="*/ 18631 h 37740"/>
                <a:gd name="csX56" fmla="*/ 47295 w 108921"/>
                <a:gd name="csY56" fmla="*/ 20065 h 37740"/>
                <a:gd name="csX57" fmla="*/ 46817 w 108921"/>
                <a:gd name="csY57" fmla="*/ 21020 h 37740"/>
                <a:gd name="csX58" fmla="*/ 43951 w 108921"/>
                <a:gd name="csY58" fmla="*/ 22931 h 37740"/>
                <a:gd name="csX59" fmla="*/ 42996 w 108921"/>
                <a:gd name="csY59" fmla="*/ 24842 h 37740"/>
                <a:gd name="csX60" fmla="*/ 43473 w 108921"/>
                <a:gd name="csY60" fmla="*/ 26275 h 37740"/>
                <a:gd name="csX61" fmla="*/ 47295 w 108921"/>
                <a:gd name="csY61" fmla="*/ 26753 h 37740"/>
                <a:gd name="csX62" fmla="*/ 47773 w 108921"/>
                <a:gd name="csY62" fmla="*/ 27708 h 37740"/>
                <a:gd name="csX63" fmla="*/ 47295 w 108921"/>
                <a:gd name="csY63" fmla="*/ 28186 h 37740"/>
                <a:gd name="csX64" fmla="*/ 46340 w 108921"/>
                <a:gd name="csY64" fmla="*/ 29141 h 37740"/>
                <a:gd name="csX65" fmla="*/ 46340 w 108921"/>
                <a:gd name="csY65" fmla="*/ 30097 h 37740"/>
                <a:gd name="csX66" fmla="*/ 50162 w 108921"/>
                <a:gd name="csY66" fmla="*/ 32963 h 37740"/>
                <a:gd name="csX67" fmla="*/ 50162 w 108921"/>
                <a:gd name="csY67" fmla="*/ 33919 h 37740"/>
                <a:gd name="csX68" fmla="*/ 49683 w 108921"/>
                <a:gd name="csY68" fmla="*/ 34874 h 37740"/>
                <a:gd name="csX69" fmla="*/ 49206 w 108921"/>
                <a:gd name="csY69" fmla="*/ 35830 h 37740"/>
                <a:gd name="csX70" fmla="*/ 46817 w 108921"/>
                <a:gd name="csY70" fmla="*/ 37263 h 37740"/>
                <a:gd name="csX71" fmla="*/ 42517 w 108921"/>
                <a:gd name="csY71" fmla="*/ 37740 h 37740"/>
                <a:gd name="csX72" fmla="*/ 38696 w 108921"/>
                <a:gd name="csY72" fmla="*/ 37263 h 37740"/>
                <a:gd name="csX73" fmla="*/ 37740 w 108921"/>
                <a:gd name="csY73" fmla="*/ 35830 h 37740"/>
                <a:gd name="csX74" fmla="*/ 37740 w 108921"/>
                <a:gd name="csY74" fmla="*/ 34874 h 37740"/>
                <a:gd name="csX75" fmla="*/ 38696 w 108921"/>
                <a:gd name="csY75" fmla="*/ 35352 h 37740"/>
                <a:gd name="csX76" fmla="*/ 39651 w 108921"/>
                <a:gd name="csY76" fmla="*/ 35352 h 37740"/>
                <a:gd name="csX77" fmla="*/ 39651 w 108921"/>
                <a:gd name="csY77" fmla="*/ 34397 h 37740"/>
                <a:gd name="csX78" fmla="*/ 39174 w 108921"/>
                <a:gd name="csY78" fmla="*/ 33919 h 37740"/>
                <a:gd name="csX79" fmla="*/ 37263 w 108921"/>
                <a:gd name="csY79" fmla="*/ 32963 h 37740"/>
                <a:gd name="csX80" fmla="*/ 35830 w 108921"/>
                <a:gd name="csY80" fmla="*/ 31052 h 37740"/>
                <a:gd name="csX81" fmla="*/ 36307 w 108921"/>
                <a:gd name="csY81" fmla="*/ 29141 h 37740"/>
                <a:gd name="csX82" fmla="*/ 35352 w 108921"/>
                <a:gd name="csY82" fmla="*/ 27708 h 37740"/>
                <a:gd name="csX83" fmla="*/ 34874 w 108921"/>
                <a:gd name="csY83" fmla="*/ 26753 h 37740"/>
                <a:gd name="csX84" fmla="*/ 33919 w 108921"/>
                <a:gd name="csY84" fmla="*/ 26275 h 37740"/>
                <a:gd name="csX85" fmla="*/ 33441 w 108921"/>
                <a:gd name="csY85" fmla="*/ 25320 h 37740"/>
                <a:gd name="csX86" fmla="*/ 34396 w 108921"/>
                <a:gd name="csY86" fmla="*/ 22453 h 37740"/>
                <a:gd name="csX87" fmla="*/ 33919 w 108921"/>
                <a:gd name="csY87" fmla="*/ 21020 h 37740"/>
                <a:gd name="csX88" fmla="*/ 35352 w 108921"/>
                <a:gd name="csY88" fmla="*/ 19109 h 37740"/>
                <a:gd name="csX89" fmla="*/ 35830 w 108921"/>
                <a:gd name="csY89" fmla="*/ 17198 h 37740"/>
                <a:gd name="csX90" fmla="*/ 38696 w 108921"/>
                <a:gd name="csY90" fmla="*/ 16243 h 37740"/>
                <a:gd name="csX91" fmla="*/ 38696 w 108921"/>
                <a:gd name="csY91" fmla="*/ 14332 h 37740"/>
                <a:gd name="csX92" fmla="*/ 36785 w 108921"/>
                <a:gd name="csY92" fmla="*/ 14332 h 37740"/>
                <a:gd name="csX93" fmla="*/ 35352 w 108921"/>
                <a:gd name="csY93" fmla="*/ 12899 h 37740"/>
                <a:gd name="csX94" fmla="*/ 34874 w 108921"/>
                <a:gd name="csY94" fmla="*/ 13376 h 37740"/>
                <a:gd name="csX95" fmla="*/ 33919 w 108921"/>
                <a:gd name="csY95" fmla="*/ 13376 h 37740"/>
                <a:gd name="csX96" fmla="*/ 32008 w 108921"/>
                <a:gd name="csY96" fmla="*/ 10510 h 37740"/>
                <a:gd name="csX97" fmla="*/ 31530 w 108921"/>
                <a:gd name="csY97" fmla="*/ 10032 h 37740"/>
                <a:gd name="csX98" fmla="*/ 30574 w 108921"/>
                <a:gd name="csY98" fmla="*/ 10032 h 37740"/>
                <a:gd name="csX99" fmla="*/ 31052 w 108921"/>
                <a:gd name="csY99" fmla="*/ 13376 h 37740"/>
                <a:gd name="csX100" fmla="*/ 29141 w 108921"/>
                <a:gd name="csY100" fmla="*/ 14332 h 37740"/>
                <a:gd name="csX101" fmla="*/ 27230 w 108921"/>
                <a:gd name="csY101" fmla="*/ 14809 h 37740"/>
                <a:gd name="csX102" fmla="*/ 24842 w 108921"/>
                <a:gd name="csY102" fmla="*/ 14809 h 37740"/>
                <a:gd name="csX103" fmla="*/ 23408 w 108921"/>
                <a:gd name="csY103" fmla="*/ 15287 h 37740"/>
                <a:gd name="csX104" fmla="*/ 21975 w 108921"/>
                <a:gd name="csY104" fmla="*/ 15287 h 37740"/>
                <a:gd name="csX105" fmla="*/ 21975 w 108921"/>
                <a:gd name="csY105" fmla="*/ 14332 h 37740"/>
                <a:gd name="csX106" fmla="*/ 22931 w 108921"/>
                <a:gd name="csY106" fmla="*/ 12899 h 37740"/>
                <a:gd name="csX107" fmla="*/ 22453 w 108921"/>
                <a:gd name="csY107" fmla="*/ 11943 h 37740"/>
                <a:gd name="csX108" fmla="*/ 21020 w 108921"/>
                <a:gd name="csY108" fmla="*/ 11465 h 37740"/>
                <a:gd name="csX109" fmla="*/ 18631 w 108921"/>
                <a:gd name="csY109" fmla="*/ 11465 h 37740"/>
                <a:gd name="csX110" fmla="*/ 17198 w 108921"/>
                <a:gd name="csY110" fmla="*/ 11465 h 37740"/>
                <a:gd name="csX111" fmla="*/ 15765 w 108921"/>
                <a:gd name="csY111" fmla="*/ 11465 h 37740"/>
                <a:gd name="csX112" fmla="*/ 15287 w 108921"/>
                <a:gd name="csY112" fmla="*/ 10988 h 37740"/>
                <a:gd name="csX113" fmla="*/ 13854 w 108921"/>
                <a:gd name="csY113" fmla="*/ 9555 h 37740"/>
                <a:gd name="csX114" fmla="*/ 12421 w 108921"/>
                <a:gd name="csY114" fmla="*/ 8599 h 37740"/>
                <a:gd name="csX115" fmla="*/ 11943 w 108921"/>
                <a:gd name="csY115" fmla="*/ 7644 h 37740"/>
                <a:gd name="csX116" fmla="*/ 12421 w 108921"/>
                <a:gd name="csY116" fmla="*/ 6688 h 37740"/>
                <a:gd name="csX117" fmla="*/ 12421 w 108921"/>
                <a:gd name="csY117" fmla="*/ 6210 h 37740"/>
                <a:gd name="csX118" fmla="*/ 10032 w 108921"/>
                <a:gd name="csY118" fmla="*/ 6210 h 37740"/>
                <a:gd name="csX119" fmla="*/ 10032 w 108921"/>
                <a:gd name="csY119" fmla="*/ 7644 h 37740"/>
                <a:gd name="csX120" fmla="*/ 10032 w 108921"/>
                <a:gd name="csY120" fmla="*/ 9077 h 37740"/>
                <a:gd name="csX121" fmla="*/ 10987 w 108921"/>
                <a:gd name="csY121" fmla="*/ 10510 h 37740"/>
                <a:gd name="csX122" fmla="*/ 10510 w 108921"/>
                <a:gd name="csY122" fmla="*/ 11465 h 37740"/>
                <a:gd name="csX123" fmla="*/ 9076 w 108921"/>
                <a:gd name="csY123" fmla="*/ 11943 h 37740"/>
                <a:gd name="csX124" fmla="*/ 8121 w 108921"/>
                <a:gd name="csY124" fmla="*/ 10510 h 37740"/>
                <a:gd name="csX125" fmla="*/ 7644 w 108921"/>
                <a:gd name="csY125" fmla="*/ 10032 h 37740"/>
                <a:gd name="csX126" fmla="*/ 6688 w 108921"/>
                <a:gd name="csY126" fmla="*/ 10032 h 37740"/>
                <a:gd name="csX127" fmla="*/ 6688 w 108921"/>
                <a:gd name="csY127" fmla="*/ 11465 h 37740"/>
                <a:gd name="csX128" fmla="*/ 5255 w 108921"/>
                <a:gd name="csY128" fmla="*/ 12899 h 37740"/>
                <a:gd name="csX129" fmla="*/ 3344 w 108921"/>
                <a:gd name="csY129" fmla="*/ 12421 h 37740"/>
                <a:gd name="csX130" fmla="*/ 1910 w 108921"/>
                <a:gd name="csY130" fmla="*/ 13376 h 37740"/>
                <a:gd name="csX131" fmla="*/ 0 w 108921"/>
                <a:gd name="csY131" fmla="*/ 13854 h 37740"/>
                <a:gd name="csX132" fmla="*/ 0 w 108921"/>
                <a:gd name="csY132" fmla="*/ 13854 h 37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</a:cxnLst>
              <a:rect l="l" t="t" r="r" b="b"/>
              <a:pathLst>
                <a:path w="108921" h="37740">
                  <a:moveTo>
                    <a:pt x="108922" y="478"/>
                  </a:moveTo>
                  <a:lnTo>
                    <a:pt x="108922" y="478"/>
                  </a:lnTo>
                  <a:lnTo>
                    <a:pt x="108922" y="478"/>
                  </a:lnTo>
                  <a:lnTo>
                    <a:pt x="107967" y="478"/>
                  </a:lnTo>
                  <a:lnTo>
                    <a:pt x="107011" y="956"/>
                  </a:lnTo>
                  <a:lnTo>
                    <a:pt x="106056" y="1433"/>
                  </a:lnTo>
                  <a:lnTo>
                    <a:pt x="105100" y="2389"/>
                  </a:lnTo>
                  <a:lnTo>
                    <a:pt x="102712" y="2866"/>
                  </a:lnTo>
                  <a:lnTo>
                    <a:pt x="101278" y="0"/>
                  </a:lnTo>
                  <a:lnTo>
                    <a:pt x="99845" y="1911"/>
                  </a:lnTo>
                  <a:lnTo>
                    <a:pt x="99367" y="5255"/>
                  </a:lnTo>
                  <a:lnTo>
                    <a:pt x="98890" y="5733"/>
                  </a:lnTo>
                  <a:lnTo>
                    <a:pt x="97456" y="6688"/>
                  </a:lnTo>
                  <a:lnTo>
                    <a:pt x="96024" y="5255"/>
                  </a:lnTo>
                  <a:lnTo>
                    <a:pt x="94112" y="6210"/>
                  </a:lnTo>
                  <a:lnTo>
                    <a:pt x="92679" y="6688"/>
                  </a:lnTo>
                  <a:lnTo>
                    <a:pt x="92201" y="7644"/>
                  </a:lnTo>
                  <a:lnTo>
                    <a:pt x="91246" y="8599"/>
                  </a:lnTo>
                  <a:lnTo>
                    <a:pt x="89813" y="7644"/>
                  </a:lnTo>
                  <a:lnTo>
                    <a:pt x="87902" y="6688"/>
                  </a:lnTo>
                  <a:lnTo>
                    <a:pt x="88380" y="5733"/>
                  </a:lnTo>
                  <a:lnTo>
                    <a:pt x="88380" y="4777"/>
                  </a:lnTo>
                  <a:lnTo>
                    <a:pt x="87424" y="4299"/>
                  </a:lnTo>
                  <a:lnTo>
                    <a:pt x="86947" y="4777"/>
                  </a:lnTo>
                  <a:lnTo>
                    <a:pt x="87424" y="5733"/>
                  </a:lnTo>
                  <a:lnTo>
                    <a:pt x="87424" y="8121"/>
                  </a:lnTo>
                  <a:lnTo>
                    <a:pt x="86947" y="8599"/>
                  </a:lnTo>
                  <a:lnTo>
                    <a:pt x="85991" y="9077"/>
                  </a:lnTo>
                  <a:lnTo>
                    <a:pt x="83603" y="8599"/>
                  </a:lnTo>
                  <a:lnTo>
                    <a:pt x="82169" y="8121"/>
                  </a:lnTo>
                  <a:lnTo>
                    <a:pt x="80258" y="7166"/>
                  </a:lnTo>
                  <a:lnTo>
                    <a:pt x="78825" y="7166"/>
                  </a:lnTo>
                  <a:lnTo>
                    <a:pt x="78347" y="8599"/>
                  </a:lnTo>
                  <a:lnTo>
                    <a:pt x="77392" y="9555"/>
                  </a:lnTo>
                  <a:lnTo>
                    <a:pt x="76437" y="10032"/>
                  </a:lnTo>
                  <a:lnTo>
                    <a:pt x="75481" y="9555"/>
                  </a:lnTo>
                  <a:lnTo>
                    <a:pt x="74048" y="10988"/>
                  </a:lnTo>
                  <a:lnTo>
                    <a:pt x="73570" y="11943"/>
                  </a:lnTo>
                  <a:lnTo>
                    <a:pt x="71659" y="12899"/>
                  </a:lnTo>
                  <a:lnTo>
                    <a:pt x="67837" y="13376"/>
                  </a:lnTo>
                  <a:lnTo>
                    <a:pt x="66404" y="14332"/>
                  </a:lnTo>
                  <a:lnTo>
                    <a:pt x="64493" y="13854"/>
                  </a:lnTo>
                  <a:lnTo>
                    <a:pt x="62582" y="14332"/>
                  </a:lnTo>
                  <a:lnTo>
                    <a:pt x="62105" y="14332"/>
                  </a:lnTo>
                  <a:lnTo>
                    <a:pt x="61149" y="13854"/>
                  </a:lnTo>
                  <a:lnTo>
                    <a:pt x="60194" y="13854"/>
                  </a:lnTo>
                  <a:lnTo>
                    <a:pt x="59716" y="15287"/>
                  </a:lnTo>
                  <a:lnTo>
                    <a:pt x="57328" y="15765"/>
                  </a:lnTo>
                  <a:lnTo>
                    <a:pt x="55416" y="16243"/>
                  </a:lnTo>
                  <a:lnTo>
                    <a:pt x="53028" y="18154"/>
                  </a:lnTo>
                  <a:lnTo>
                    <a:pt x="51117" y="19587"/>
                  </a:lnTo>
                  <a:lnTo>
                    <a:pt x="50162" y="19587"/>
                  </a:lnTo>
                  <a:lnTo>
                    <a:pt x="49206" y="19109"/>
                  </a:lnTo>
                  <a:lnTo>
                    <a:pt x="48728" y="17198"/>
                  </a:lnTo>
                  <a:lnTo>
                    <a:pt x="48251" y="17198"/>
                  </a:lnTo>
                  <a:lnTo>
                    <a:pt x="47773" y="18631"/>
                  </a:lnTo>
                  <a:lnTo>
                    <a:pt x="47295" y="20065"/>
                  </a:lnTo>
                  <a:lnTo>
                    <a:pt x="46817" y="21020"/>
                  </a:lnTo>
                  <a:lnTo>
                    <a:pt x="43951" y="22931"/>
                  </a:lnTo>
                  <a:lnTo>
                    <a:pt x="42996" y="24842"/>
                  </a:lnTo>
                  <a:lnTo>
                    <a:pt x="43473" y="26275"/>
                  </a:lnTo>
                  <a:lnTo>
                    <a:pt x="47295" y="26753"/>
                  </a:lnTo>
                  <a:lnTo>
                    <a:pt x="47773" y="27708"/>
                  </a:lnTo>
                  <a:lnTo>
                    <a:pt x="47295" y="28186"/>
                  </a:lnTo>
                  <a:lnTo>
                    <a:pt x="46340" y="29141"/>
                  </a:lnTo>
                  <a:lnTo>
                    <a:pt x="46340" y="30097"/>
                  </a:lnTo>
                  <a:lnTo>
                    <a:pt x="50162" y="32963"/>
                  </a:lnTo>
                  <a:lnTo>
                    <a:pt x="50162" y="33919"/>
                  </a:lnTo>
                  <a:lnTo>
                    <a:pt x="49683" y="34874"/>
                  </a:lnTo>
                  <a:lnTo>
                    <a:pt x="49206" y="35830"/>
                  </a:lnTo>
                  <a:lnTo>
                    <a:pt x="46817" y="37263"/>
                  </a:lnTo>
                  <a:lnTo>
                    <a:pt x="42517" y="37740"/>
                  </a:lnTo>
                  <a:lnTo>
                    <a:pt x="38696" y="37263"/>
                  </a:lnTo>
                  <a:lnTo>
                    <a:pt x="37740" y="35830"/>
                  </a:lnTo>
                  <a:lnTo>
                    <a:pt x="37740" y="34874"/>
                  </a:lnTo>
                  <a:lnTo>
                    <a:pt x="38696" y="35352"/>
                  </a:lnTo>
                  <a:lnTo>
                    <a:pt x="39651" y="35352"/>
                  </a:lnTo>
                  <a:lnTo>
                    <a:pt x="39651" y="34397"/>
                  </a:lnTo>
                  <a:lnTo>
                    <a:pt x="39174" y="33919"/>
                  </a:lnTo>
                  <a:lnTo>
                    <a:pt x="37263" y="32963"/>
                  </a:lnTo>
                  <a:lnTo>
                    <a:pt x="35830" y="31052"/>
                  </a:lnTo>
                  <a:lnTo>
                    <a:pt x="36307" y="29141"/>
                  </a:lnTo>
                  <a:lnTo>
                    <a:pt x="35352" y="27708"/>
                  </a:lnTo>
                  <a:lnTo>
                    <a:pt x="34874" y="26753"/>
                  </a:lnTo>
                  <a:lnTo>
                    <a:pt x="33919" y="26275"/>
                  </a:lnTo>
                  <a:lnTo>
                    <a:pt x="33441" y="25320"/>
                  </a:lnTo>
                  <a:lnTo>
                    <a:pt x="34396" y="22453"/>
                  </a:lnTo>
                  <a:lnTo>
                    <a:pt x="33919" y="21020"/>
                  </a:lnTo>
                  <a:lnTo>
                    <a:pt x="35352" y="19109"/>
                  </a:lnTo>
                  <a:lnTo>
                    <a:pt x="35830" y="17198"/>
                  </a:lnTo>
                  <a:lnTo>
                    <a:pt x="38696" y="16243"/>
                  </a:lnTo>
                  <a:lnTo>
                    <a:pt x="38696" y="14332"/>
                  </a:lnTo>
                  <a:lnTo>
                    <a:pt x="36785" y="14332"/>
                  </a:lnTo>
                  <a:lnTo>
                    <a:pt x="35352" y="12899"/>
                  </a:lnTo>
                  <a:lnTo>
                    <a:pt x="34874" y="13376"/>
                  </a:lnTo>
                  <a:lnTo>
                    <a:pt x="33919" y="13376"/>
                  </a:lnTo>
                  <a:lnTo>
                    <a:pt x="32008" y="10510"/>
                  </a:lnTo>
                  <a:lnTo>
                    <a:pt x="31530" y="10032"/>
                  </a:lnTo>
                  <a:lnTo>
                    <a:pt x="30574" y="10032"/>
                  </a:lnTo>
                  <a:lnTo>
                    <a:pt x="31052" y="13376"/>
                  </a:lnTo>
                  <a:lnTo>
                    <a:pt x="29141" y="14332"/>
                  </a:lnTo>
                  <a:lnTo>
                    <a:pt x="27230" y="14809"/>
                  </a:lnTo>
                  <a:lnTo>
                    <a:pt x="24842" y="14809"/>
                  </a:lnTo>
                  <a:lnTo>
                    <a:pt x="23408" y="15287"/>
                  </a:lnTo>
                  <a:lnTo>
                    <a:pt x="21975" y="15287"/>
                  </a:lnTo>
                  <a:lnTo>
                    <a:pt x="21975" y="14332"/>
                  </a:lnTo>
                  <a:lnTo>
                    <a:pt x="22931" y="12899"/>
                  </a:lnTo>
                  <a:lnTo>
                    <a:pt x="22453" y="11943"/>
                  </a:lnTo>
                  <a:lnTo>
                    <a:pt x="21020" y="11465"/>
                  </a:lnTo>
                  <a:lnTo>
                    <a:pt x="18631" y="11465"/>
                  </a:lnTo>
                  <a:lnTo>
                    <a:pt x="17198" y="11465"/>
                  </a:lnTo>
                  <a:lnTo>
                    <a:pt x="15765" y="11465"/>
                  </a:lnTo>
                  <a:lnTo>
                    <a:pt x="15287" y="10988"/>
                  </a:lnTo>
                  <a:lnTo>
                    <a:pt x="13854" y="9555"/>
                  </a:lnTo>
                  <a:lnTo>
                    <a:pt x="12421" y="8599"/>
                  </a:lnTo>
                  <a:lnTo>
                    <a:pt x="11943" y="7644"/>
                  </a:lnTo>
                  <a:lnTo>
                    <a:pt x="12421" y="6688"/>
                  </a:lnTo>
                  <a:lnTo>
                    <a:pt x="12421" y="6210"/>
                  </a:lnTo>
                  <a:lnTo>
                    <a:pt x="10032" y="6210"/>
                  </a:lnTo>
                  <a:lnTo>
                    <a:pt x="10032" y="7644"/>
                  </a:lnTo>
                  <a:lnTo>
                    <a:pt x="10032" y="9077"/>
                  </a:lnTo>
                  <a:lnTo>
                    <a:pt x="10987" y="10510"/>
                  </a:lnTo>
                  <a:lnTo>
                    <a:pt x="10510" y="11465"/>
                  </a:lnTo>
                  <a:lnTo>
                    <a:pt x="9076" y="11943"/>
                  </a:lnTo>
                  <a:lnTo>
                    <a:pt x="8121" y="10510"/>
                  </a:lnTo>
                  <a:lnTo>
                    <a:pt x="7644" y="10032"/>
                  </a:lnTo>
                  <a:lnTo>
                    <a:pt x="6688" y="10032"/>
                  </a:lnTo>
                  <a:lnTo>
                    <a:pt x="6688" y="11465"/>
                  </a:lnTo>
                  <a:lnTo>
                    <a:pt x="5255" y="12899"/>
                  </a:lnTo>
                  <a:lnTo>
                    <a:pt x="3344" y="12421"/>
                  </a:lnTo>
                  <a:lnTo>
                    <a:pt x="1910" y="13376"/>
                  </a:lnTo>
                  <a:lnTo>
                    <a:pt x="0" y="13854"/>
                  </a:lnTo>
                  <a:lnTo>
                    <a:pt x="0" y="1385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1" name="Freeform 3990">
              <a:extLst>
                <a:ext uri="{FF2B5EF4-FFF2-40B4-BE49-F238E27FC236}">
                  <a16:creationId xmlns:a16="http://schemas.microsoft.com/office/drawing/2014/main" id="{57F10BBE-12D8-8AD9-6A14-C8BE449CEFFF}"/>
                </a:ext>
              </a:extLst>
            </p:cNvPr>
            <p:cNvSpPr/>
            <p:nvPr/>
          </p:nvSpPr>
          <p:spPr>
            <a:xfrm>
              <a:off x="8131126" y="4304462"/>
              <a:ext cx="13854" cy="18153"/>
            </a:xfrm>
            <a:custGeom>
              <a:avLst/>
              <a:gdLst>
                <a:gd name="csX0" fmla="*/ 13854 w 13854"/>
                <a:gd name="csY0" fmla="*/ 12421 h 18153"/>
                <a:gd name="csX1" fmla="*/ 11943 w 13854"/>
                <a:gd name="csY1" fmla="*/ 11943 h 18153"/>
                <a:gd name="csX2" fmla="*/ 10032 w 13854"/>
                <a:gd name="csY2" fmla="*/ 10510 h 18153"/>
                <a:gd name="csX3" fmla="*/ 8599 w 13854"/>
                <a:gd name="csY3" fmla="*/ 8121 h 18153"/>
                <a:gd name="csX4" fmla="*/ 6688 w 13854"/>
                <a:gd name="csY4" fmla="*/ 6688 h 18153"/>
                <a:gd name="csX5" fmla="*/ 5733 w 13854"/>
                <a:gd name="csY5" fmla="*/ 5255 h 18153"/>
                <a:gd name="csX6" fmla="*/ 5733 w 13854"/>
                <a:gd name="csY6" fmla="*/ 3344 h 18153"/>
                <a:gd name="csX7" fmla="*/ 5255 w 13854"/>
                <a:gd name="csY7" fmla="*/ 2389 h 18153"/>
                <a:gd name="csX8" fmla="*/ 5255 w 13854"/>
                <a:gd name="csY8" fmla="*/ 955 h 18153"/>
                <a:gd name="csX9" fmla="*/ 5733 w 13854"/>
                <a:gd name="csY9" fmla="*/ 0 h 18153"/>
                <a:gd name="csX10" fmla="*/ 3822 w 13854"/>
                <a:gd name="csY10" fmla="*/ 478 h 18153"/>
                <a:gd name="csX11" fmla="*/ 2389 w 13854"/>
                <a:gd name="csY11" fmla="*/ 1433 h 18153"/>
                <a:gd name="csX12" fmla="*/ 2866 w 13854"/>
                <a:gd name="csY12" fmla="*/ 2866 h 18153"/>
                <a:gd name="csX13" fmla="*/ 2389 w 13854"/>
                <a:gd name="csY13" fmla="*/ 3822 h 18153"/>
                <a:gd name="csX14" fmla="*/ 0 w 13854"/>
                <a:gd name="csY14" fmla="*/ 4299 h 18153"/>
                <a:gd name="csX15" fmla="*/ 0 w 13854"/>
                <a:gd name="csY15" fmla="*/ 4777 h 18153"/>
                <a:gd name="csX16" fmla="*/ 478 w 13854"/>
                <a:gd name="csY16" fmla="*/ 5255 h 18153"/>
                <a:gd name="csX17" fmla="*/ 1911 w 13854"/>
                <a:gd name="csY17" fmla="*/ 6688 h 18153"/>
                <a:gd name="csX18" fmla="*/ 2389 w 13854"/>
                <a:gd name="csY18" fmla="*/ 8121 h 18153"/>
                <a:gd name="csX19" fmla="*/ 3344 w 13854"/>
                <a:gd name="csY19" fmla="*/ 8599 h 18153"/>
                <a:gd name="csX20" fmla="*/ 4300 w 13854"/>
                <a:gd name="csY20" fmla="*/ 10510 h 18153"/>
                <a:gd name="csX21" fmla="*/ 4300 w 13854"/>
                <a:gd name="csY21" fmla="*/ 14332 h 18153"/>
                <a:gd name="csX22" fmla="*/ 5255 w 13854"/>
                <a:gd name="csY22" fmla="*/ 15287 h 18153"/>
                <a:gd name="csX23" fmla="*/ 4777 w 13854"/>
                <a:gd name="csY23" fmla="*/ 16243 h 18153"/>
                <a:gd name="csX24" fmla="*/ 4300 w 13854"/>
                <a:gd name="csY24" fmla="*/ 17676 h 18153"/>
                <a:gd name="csX25" fmla="*/ 4300 w 13854"/>
                <a:gd name="csY25" fmla="*/ 18154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3854" h="18153">
                  <a:moveTo>
                    <a:pt x="13854" y="12421"/>
                  </a:moveTo>
                  <a:lnTo>
                    <a:pt x="11943" y="11943"/>
                  </a:lnTo>
                  <a:lnTo>
                    <a:pt x="10032" y="10510"/>
                  </a:lnTo>
                  <a:lnTo>
                    <a:pt x="8599" y="8121"/>
                  </a:lnTo>
                  <a:lnTo>
                    <a:pt x="6688" y="6688"/>
                  </a:lnTo>
                  <a:lnTo>
                    <a:pt x="5733" y="5255"/>
                  </a:lnTo>
                  <a:lnTo>
                    <a:pt x="5733" y="3344"/>
                  </a:lnTo>
                  <a:lnTo>
                    <a:pt x="5255" y="2389"/>
                  </a:lnTo>
                  <a:lnTo>
                    <a:pt x="5255" y="955"/>
                  </a:lnTo>
                  <a:lnTo>
                    <a:pt x="5733" y="0"/>
                  </a:lnTo>
                  <a:lnTo>
                    <a:pt x="3822" y="478"/>
                  </a:lnTo>
                  <a:lnTo>
                    <a:pt x="2389" y="1433"/>
                  </a:lnTo>
                  <a:lnTo>
                    <a:pt x="2866" y="2866"/>
                  </a:lnTo>
                  <a:lnTo>
                    <a:pt x="2389" y="3822"/>
                  </a:lnTo>
                  <a:lnTo>
                    <a:pt x="0" y="4299"/>
                  </a:lnTo>
                  <a:lnTo>
                    <a:pt x="0" y="4777"/>
                  </a:lnTo>
                  <a:lnTo>
                    <a:pt x="478" y="5255"/>
                  </a:lnTo>
                  <a:lnTo>
                    <a:pt x="1911" y="6688"/>
                  </a:lnTo>
                  <a:lnTo>
                    <a:pt x="2389" y="8121"/>
                  </a:lnTo>
                  <a:lnTo>
                    <a:pt x="3344" y="8599"/>
                  </a:lnTo>
                  <a:lnTo>
                    <a:pt x="4300" y="10510"/>
                  </a:lnTo>
                  <a:lnTo>
                    <a:pt x="4300" y="14332"/>
                  </a:lnTo>
                  <a:lnTo>
                    <a:pt x="5255" y="15287"/>
                  </a:lnTo>
                  <a:lnTo>
                    <a:pt x="4777" y="16243"/>
                  </a:lnTo>
                  <a:lnTo>
                    <a:pt x="4300" y="17676"/>
                  </a:lnTo>
                  <a:lnTo>
                    <a:pt x="4300" y="1815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" name="Freeform 3991">
              <a:extLst>
                <a:ext uri="{FF2B5EF4-FFF2-40B4-BE49-F238E27FC236}">
                  <a16:creationId xmlns:a16="http://schemas.microsoft.com/office/drawing/2014/main" id="{F71FCBBF-90A2-5754-E8CB-E37719942D36}"/>
                </a:ext>
              </a:extLst>
            </p:cNvPr>
            <p:cNvSpPr/>
            <p:nvPr/>
          </p:nvSpPr>
          <p:spPr>
            <a:xfrm>
              <a:off x="8149758" y="3920845"/>
              <a:ext cx="200168" cy="395560"/>
            </a:xfrm>
            <a:custGeom>
              <a:avLst/>
              <a:gdLst>
                <a:gd name="csX0" fmla="*/ 200169 w 200168"/>
                <a:gd name="csY0" fmla="*/ 22931 h 395560"/>
                <a:gd name="csX1" fmla="*/ 200169 w 200168"/>
                <a:gd name="csY1" fmla="*/ 22931 h 395560"/>
                <a:gd name="csX2" fmla="*/ 198258 w 200168"/>
                <a:gd name="csY2" fmla="*/ 24842 h 395560"/>
                <a:gd name="csX3" fmla="*/ 195391 w 200168"/>
                <a:gd name="csY3" fmla="*/ 26753 h 395560"/>
                <a:gd name="csX4" fmla="*/ 188226 w 200168"/>
                <a:gd name="csY4" fmla="*/ 27231 h 395560"/>
                <a:gd name="csX5" fmla="*/ 186314 w 200168"/>
                <a:gd name="csY5" fmla="*/ 25798 h 395560"/>
                <a:gd name="csX6" fmla="*/ 185359 w 200168"/>
                <a:gd name="csY6" fmla="*/ 26753 h 395560"/>
                <a:gd name="csX7" fmla="*/ 184881 w 200168"/>
                <a:gd name="csY7" fmla="*/ 28186 h 395560"/>
                <a:gd name="csX8" fmla="*/ 182970 w 200168"/>
                <a:gd name="csY8" fmla="*/ 28664 h 395560"/>
                <a:gd name="csX9" fmla="*/ 180104 w 200168"/>
                <a:gd name="csY9" fmla="*/ 28664 h 395560"/>
                <a:gd name="csX10" fmla="*/ 178671 w 200168"/>
                <a:gd name="csY10" fmla="*/ 29619 h 395560"/>
                <a:gd name="csX11" fmla="*/ 177715 w 200168"/>
                <a:gd name="csY11" fmla="*/ 30575 h 395560"/>
                <a:gd name="csX12" fmla="*/ 173894 w 200168"/>
                <a:gd name="csY12" fmla="*/ 30575 h 395560"/>
                <a:gd name="csX13" fmla="*/ 172460 w 200168"/>
                <a:gd name="csY13" fmla="*/ 32008 h 395560"/>
                <a:gd name="csX14" fmla="*/ 170072 w 200168"/>
                <a:gd name="csY14" fmla="*/ 32486 h 395560"/>
                <a:gd name="csX15" fmla="*/ 160039 w 200168"/>
                <a:gd name="csY15" fmla="*/ 37741 h 395560"/>
                <a:gd name="csX16" fmla="*/ 158128 w 200168"/>
                <a:gd name="csY16" fmla="*/ 40129 h 395560"/>
                <a:gd name="csX17" fmla="*/ 155740 w 200168"/>
                <a:gd name="csY17" fmla="*/ 42996 h 395560"/>
                <a:gd name="csX18" fmla="*/ 154306 w 200168"/>
                <a:gd name="csY18" fmla="*/ 44429 h 395560"/>
                <a:gd name="csX19" fmla="*/ 152873 w 200168"/>
                <a:gd name="csY19" fmla="*/ 45384 h 395560"/>
                <a:gd name="csX20" fmla="*/ 151918 w 200168"/>
                <a:gd name="csY20" fmla="*/ 45384 h 395560"/>
                <a:gd name="csX21" fmla="*/ 150962 w 200168"/>
                <a:gd name="csY21" fmla="*/ 46340 h 395560"/>
                <a:gd name="csX22" fmla="*/ 149529 w 200168"/>
                <a:gd name="csY22" fmla="*/ 46818 h 395560"/>
                <a:gd name="csX23" fmla="*/ 148574 w 200168"/>
                <a:gd name="csY23" fmla="*/ 46340 h 395560"/>
                <a:gd name="csX24" fmla="*/ 147140 w 200168"/>
                <a:gd name="csY24" fmla="*/ 46340 h 395560"/>
                <a:gd name="csX25" fmla="*/ 146185 w 200168"/>
                <a:gd name="csY25" fmla="*/ 47295 h 395560"/>
                <a:gd name="csX26" fmla="*/ 146663 w 200168"/>
                <a:gd name="csY26" fmla="*/ 49206 h 395560"/>
                <a:gd name="csX27" fmla="*/ 146663 w 200168"/>
                <a:gd name="csY27" fmla="*/ 49684 h 395560"/>
                <a:gd name="csX28" fmla="*/ 143796 w 200168"/>
                <a:gd name="csY28" fmla="*/ 50162 h 395560"/>
                <a:gd name="csX29" fmla="*/ 139974 w 200168"/>
                <a:gd name="csY29" fmla="*/ 51117 h 395560"/>
                <a:gd name="csX30" fmla="*/ 138064 w 200168"/>
                <a:gd name="csY30" fmla="*/ 52073 h 395560"/>
                <a:gd name="csX31" fmla="*/ 137586 w 200168"/>
                <a:gd name="csY31" fmla="*/ 52550 h 395560"/>
                <a:gd name="csX32" fmla="*/ 137108 w 200168"/>
                <a:gd name="csY32" fmla="*/ 52550 h 395560"/>
                <a:gd name="csX33" fmla="*/ 136153 w 200168"/>
                <a:gd name="csY33" fmla="*/ 50639 h 395560"/>
                <a:gd name="csX34" fmla="*/ 135675 w 200168"/>
                <a:gd name="csY34" fmla="*/ 48251 h 395560"/>
                <a:gd name="csX35" fmla="*/ 137108 w 200168"/>
                <a:gd name="csY35" fmla="*/ 47773 h 395560"/>
                <a:gd name="csX36" fmla="*/ 139019 w 200168"/>
                <a:gd name="csY36" fmla="*/ 47295 h 395560"/>
                <a:gd name="csX37" fmla="*/ 147140 w 200168"/>
                <a:gd name="csY37" fmla="*/ 43951 h 395560"/>
                <a:gd name="csX38" fmla="*/ 146185 w 200168"/>
                <a:gd name="csY38" fmla="*/ 41563 h 395560"/>
                <a:gd name="csX39" fmla="*/ 146663 w 200168"/>
                <a:gd name="csY39" fmla="*/ 40129 h 395560"/>
                <a:gd name="csX40" fmla="*/ 148574 w 200168"/>
                <a:gd name="csY40" fmla="*/ 38218 h 395560"/>
                <a:gd name="csX41" fmla="*/ 150007 w 200168"/>
                <a:gd name="csY41" fmla="*/ 37263 h 395560"/>
                <a:gd name="csX42" fmla="*/ 149051 w 200168"/>
                <a:gd name="csY42" fmla="*/ 37263 h 395560"/>
                <a:gd name="csX43" fmla="*/ 143796 w 200168"/>
                <a:gd name="csY43" fmla="*/ 37741 h 395560"/>
                <a:gd name="csX44" fmla="*/ 140930 w 200168"/>
                <a:gd name="csY44" fmla="*/ 37741 h 395560"/>
                <a:gd name="csX45" fmla="*/ 139019 w 200168"/>
                <a:gd name="csY45" fmla="*/ 37263 h 395560"/>
                <a:gd name="csX46" fmla="*/ 139497 w 200168"/>
                <a:gd name="csY46" fmla="*/ 35830 h 395560"/>
                <a:gd name="csX47" fmla="*/ 139497 w 200168"/>
                <a:gd name="csY47" fmla="*/ 34397 h 395560"/>
                <a:gd name="csX48" fmla="*/ 139019 w 200168"/>
                <a:gd name="csY48" fmla="*/ 33919 h 395560"/>
                <a:gd name="csX49" fmla="*/ 141885 w 200168"/>
                <a:gd name="csY49" fmla="*/ 32008 h 395560"/>
                <a:gd name="csX50" fmla="*/ 142841 w 200168"/>
                <a:gd name="csY50" fmla="*/ 31530 h 395560"/>
                <a:gd name="csX51" fmla="*/ 143796 w 200168"/>
                <a:gd name="csY51" fmla="*/ 31530 h 395560"/>
                <a:gd name="csX52" fmla="*/ 143796 w 200168"/>
                <a:gd name="csY52" fmla="*/ 30575 h 395560"/>
                <a:gd name="csX53" fmla="*/ 142841 w 200168"/>
                <a:gd name="csY53" fmla="*/ 28664 h 395560"/>
                <a:gd name="csX54" fmla="*/ 143796 w 200168"/>
                <a:gd name="csY54" fmla="*/ 26753 h 395560"/>
                <a:gd name="csX55" fmla="*/ 149529 w 200168"/>
                <a:gd name="csY55" fmla="*/ 24364 h 395560"/>
                <a:gd name="csX56" fmla="*/ 150962 w 200168"/>
                <a:gd name="csY56" fmla="*/ 21976 h 395560"/>
                <a:gd name="csX57" fmla="*/ 153351 w 200168"/>
                <a:gd name="csY57" fmla="*/ 19587 h 395560"/>
                <a:gd name="csX58" fmla="*/ 157173 w 200168"/>
                <a:gd name="csY58" fmla="*/ 14332 h 395560"/>
                <a:gd name="csX59" fmla="*/ 157651 w 200168"/>
                <a:gd name="csY59" fmla="*/ 13377 h 395560"/>
                <a:gd name="csX60" fmla="*/ 158606 w 200168"/>
                <a:gd name="csY60" fmla="*/ 10988 h 395560"/>
                <a:gd name="csX61" fmla="*/ 159084 w 200168"/>
                <a:gd name="csY61" fmla="*/ 10032 h 395560"/>
                <a:gd name="csX62" fmla="*/ 157173 w 200168"/>
                <a:gd name="csY62" fmla="*/ 8599 h 395560"/>
                <a:gd name="csX63" fmla="*/ 156217 w 200168"/>
                <a:gd name="csY63" fmla="*/ 6688 h 395560"/>
                <a:gd name="csX64" fmla="*/ 150485 w 200168"/>
                <a:gd name="csY64" fmla="*/ 2867 h 395560"/>
                <a:gd name="csX65" fmla="*/ 150007 w 200168"/>
                <a:gd name="csY65" fmla="*/ 0 h 395560"/>
                <a:gd name="csX66" fmla="*/ 149529 w 200168"/>
                <a:gd name="csY66" fmla="*/ 0 h 395560"/>
                <a:gd name="csX67" fmla="*/ 148574 w 200168"/>
                <a:gd name="csY67" fmla="*/ 1911 h 395560"/>
                <a:gd name="csX68" fmla="*/ 148096 w 200168"/>
                <a:gd name="csY68" fmla="*/ 2867 h 395560"/>
                <a:gd name="csX69" fmla="*/ 145707 w 200168"/>
                <a:gd name="csY69" fmla="*/ 2867 h 395560"/>
                <a:gd name="csX70" fmla="*/ 144274 w 200168"/>
                <a:gd name="csY70" fmla="*/ 1911 h 395560"/>
                <a:gd name="csX71" fmla="*/ 137108 w 200168"/>
                <a:gd name="csY71" fmla="*/ 1433 h 395560"/>
                <a:gd name="csX72" fmla="*/ 135197 w 200168"/>
                <a:gd name="csY72" fmla="*/ 2867 h 395560"/>
                <a:gd name="csX73" fmla="*/ 133764 w 200168"/>
                <a:gd name="csY73" fmla="*/ 5255 h 395560"/>
                <a:gd name="csX74" fmla="*/ 132331 w 200168"/>
                <a:gd name="csY74" fmla="*/ 6688 h 395560"/>
                <a:gd name="csX75" fmla="*/ 130420 w 200168"/>
                <a:gd name="csY75" fmla="*/ 7644 h 395560"/>
                <a:gd name="csX76" fmla="*/ 128987 w 200168"/>
                <a:gd name="csY76" fmla="*/ 9077 h 395560"/>
                <a:gd name="csX77" fmla="*/ 123254 w 200168"/>
                <a:gd name="csY77" fmla="*/ 17676 h 395560"/>
                <a:gd name="csX78" fmla="*/ 120865 w 200168"/>
                <a:gd name="csY78" fmla="*/ 18154 h 395560"/>
                <a:gd name="csX79" fmla="*/ 110833 w 200168"/>
                <a:gd name="csY79" fmla="*/ 23409 h 395560"/>
                <a:gd name="csX80" fmla="*/ 105578 w 200168"/>
                <a:gd name="csY80" fmla="*/ 25320 h 395560"/>
                <a:gd name="csX81" fmla="*/ 101756 w 200168"/>
                <a:gd name="csY81" fmla="*/ 28664 h 395560"/>
                <a:gd name="csX82" fmla="*/ 100323 w 200168"/>
                <a:gd name="csY82" fmla="*/ 31052 h 395560"/>
                <a:gd name="csX83" fmla="*/ 99367 w 200168"/>
                <a:gd name="csY83" fmla="*/ 33441 h 395560"/>
                <a:gd name="csX84" fmla="*/ 98412 w 200168"/>
                <a:gd name="csY84" fmla="*/ 36785 h 395560"/>
                <a:gd name="csX85" fmla="*/ 94590 w 200168"/>
                <a:gd name="csY85" fmla="*/ 41085 h 395560"/>
                <a:gd name="csX86" fmla="*/ 93635 w 200168"/>
                <a:gd name="csY86" fmla="*/ 42040 h 395560"/>
                <a:gd name="csX87" fmla="*/ 92201 w 200168"/>
                <a:gd name="csY87" fmla="*/ 42518 h 395560"/>
                <a:gd name="csX88" fmla="*/ 90291 w 200168"/>
                <a:gd name="csY88" fmla="*/ 42518 h 395560"/>
                <a:gd name="csX89" fmla="*/ 88858 w 200168"/>
                <a:gd name="csY89" fmla="*/ 42518 h 395560"/>
                <a:gd name="csX90" fmla="*/ 86469 w 200168"/>
                <a:gd name="csY90" fmla="*/ 42518 h 395560"/>
                <a:gd name="csX91" fmla="*/ 83603 w 200168"/>
                <a:gd name="csY91" fmla="*/ 43474 h 395560"/>
                <a:gd name="csX92" fmla="*/ 80258 w 200168"/>
                <a:gd name="csY92" fmla="*/ 44907 h 395560"/>
                <a:gd name="csX93" fmla="*/ 76914 w 200168"/>
                <a:gd name="csY93" fmla="*/ 42040 h 395560"/>
                <a:gd name="csX94" fmla="*/ 75003 w 200168"/>
                <a:gd name="csY94" fmla="*/ 41085 h 395560"/>
                <a:gd name="csX95" fmla="*/ 71182 w 200168"/>
                <a:gd name="csY95" fmla="*/ 42040 h 395560"/>
                <a:gd name="csX96" fmla="*/ 69748 w 200168"/>
                <a:gd name="csY96" fmla="*/ 43474 h 395560"/>
                <a:gd name="csX97" fmla="*/ 66405 w 200168"/>
                <a:gd name="csY97" fmla="*/ 49684 h 395560"/>
                <a:gd name="csX98" fmla="*/ 65449 w 200168"/>
                <a:gd name="csY98" fmla="*/ 53506 h 395560"/>
                <a:gd name="csX99" fmla="*/ 65449 w 200168"/>
                <a:gd name="csY99" fmla="*/ 54939 h 395560"/>
                <a:gd name="csX100" fmla="*/ 67360 w 200168"/>
                <a:gd name="csY100" fmla="*/ 59716 h 395560"/>
                <a:gd name="csX101" fmla="*/ 69271 w 200168"/>
                <a:gd name="csY101" fmla="*/ 62583 h 395560"/>
                <a:gd name="csX102" fmla="*/ 74526 w 200168"/>
                <a:gd name="csY102" fmla="*/ 65449 h 395560"/>
                <a:gd name="csX103" fmla="*/ 85035 w 200168"/>
                <a:gd name="csY103" fmla="*/ 67360 h 395560"/>
                <a:gd name="csX104" fmla="*/ 87424 w 200168"/>
                <a:gd name="csY104" fmla="*/ 66882 h 395560"/>
                <a:gd name="csX105" fmla="*/ 89813 w 200168"/>
                <a:gd name="csY105" fmla="*/ 66882 h 395560"/>
                <a:gd name="csX106" fmla="*/ 92680 w 200168"/>
                <a:gd name="csY106" fmla="*/ 68793 h 395560"/>
                <a:gd name="csX107" fmla="*/ 94590 w 200168"/>
                <a:gd name="csY107" fmla="*/ 71659 h 395560"/>
                <a:gd name="csX108" fmla="*/ 94590 w 200168"/>
                <a:gd name="csY108" fmla="*/ 74048 h 395560"/>
                <a:gd name="csX109" fmla="*/ 94590 w 200168"/>
                <a:gd name="csY109" fmla="*/ 74526 h 395560"/>
                <a:gd name="csX110" fmla="*/ 95546 w 200168"/>
                <a:gd name="csY110" fmla="*/ 75481 h 395560"/>
                <a:gd name="csX111" fmla="*/ 95546 w 200168"/>
                <a:gd name="csY111" fmla="*/ 76437 h 395560"/>
                <a:gd name="csX112" fmla="*/ 94590 w 200168"/>
                <a:gd name="csY112" fmla="*/ 77392 h 395560"/>
                <a:gd name="csX113" fmla="*/ 93635 w 200168"/>
                <a:gd name="csY113" fmla="*/ 77870 h 395560"/>
                <a:gd name="csX114" fmla="*/ 93157 w 200168"/>
                <a:gd name="csY114" fmla="*/ 81214 h 395560"/>
                <a:gd name="csX115" fmla="*/ 93157 w 200168"/>
                <a:gd name="csY115" fmla="*/ 85036 h 395560"/>
                <a:gd name="csX116" fmla="*/ 94112 w 200168"/>
                <a:gd name="csY116" fmla="*/ 85991 h 395560"/>
                <a:gd name="csX117" fmla="*/ 96024 w 200168"/>
                <a:gd name="csY117" fmla="*/ 87902 h 395560"/>
                <a:gd name="csX118" fmla="*/ 99846 w 200168"/>
                <a:gd name="csY118" fmla="*/ 89335 h 395560"/>
                <a:gd name="csX119" fmla="*/ 102712 w 200168"/>
                <a:gd name="csY119" fmla="*/ 89813 h 395560"/>
                <a:gd name="csX120" fmla="*/ 108922 w 200168"/>
                <a:gd name="csY120" fmla="*/ 88858 h 395560"/>
                <a:gd name="csX121" fmla="*/ 111311 w 200168"/>
                <a:gd name="csY121" fmla="*/ 86947 h 395560"/>
                <a:gd name="csX122" fmla="*/ 111311 w 200168"/>
                <a:gd name="csY122" fmla="*/ 85514 h 395560"/>
                <a:gd name="csX123" fmla="*/ 111311 w 200168"/>
                <a:gd name="csY123" fmla="*/ 84558 h 395560"/>
                <a:gd name="csX124" fmla="*/ 117044 w 200168"/>
                <a:gd name="csY124" fmla="*/ 81214 h 395560"/>
                <a:gd name="csX125" fmla="*/ 119910 w 200168"/>
                <a:gd name="csY125" fmla="*/ 78348 h 395560"/>
                <a:gd name="csX126" fmla="*/ 119432 w 200168"/>
                <a:gd name="csY126" fmla="*/ 77392 h 395560"/>
                <a:gd name="csX127" fmla="*/ 118955 w 200168"/>
                <a:gd name="csY127" fmla="*/ 76915 h 395560"/>
                <a:gd name="csX128" fmla="*/ 119432 w 200168"/>
                <a:gd name="csY128" fmla="*/ 76915 h 395560"/>
                <a:gd name="csX129" fmla="*/ 120865 w 200168"/>
                <a:gd name="csY129" fmla="*/ 76437 h 395560"/>
                <a:gd name="csX130" fmla="*/ 128509 w 200168"/>
                <a:gd name="csY130" fmla="*/ 73570 h 395560"/>
                <a:gd name="csX131" fmla="*/ 134719 w 200168"/>
                <a:gd name="csY131" fmla="*/ 75959 h 395560"/>
                <a:gd name="csX132" fmla="*/ 138064 w 200168"/>
                <a:gd name="csY132" fmla="*/ 78825 h 395560"/>
                <a:gd name="csX133" fmla="*/ 141408 w 200168"/>
                <a:gd name="csY133" fmla="*/ 79303 h 395560"/>
                <a:gd name="csX134" fmla="*/ 143796 w 200168"/>
                <a:gd name="csY134" fmla="*/ 80736 h 395560"/>
                <a:gd name="csX135" fmla="*/ 146185 w 200168"/>
                <a:gd name="csY135" fmla="*/ 82170 h 395560"/>
                <a:gd name="csX136" fmla="*/ 149529 w 200168"/>
                <a:gd name="csY136" fmla="*/ 82170 h 395560"/>
                <a:gd name="csX137" fmla="*/ 152873 w 200168"/>
                <a:gd name="csY137" fmla="*/ 82170 h 395560"/>
                <a:gd name="csX138" fmla="*/ 153829 w 200168"/>
                <a:gd name="csY138" fmla="*/ 81214 h 395560"/>
                <a:gd name="csX139" fmla="*/ 154306 w 200168"/>
                <a:gd name="csY139" fmla="*/ 80259 h 395560"/>
                <a:gd name="csX140" fmla="*/ 155740 w 200168"/>
                <a:gd name="csY140" fmla="*/ 80736 h 395560"/>
                <a:gd name="csX141" fmla="*/ 156695 w 200168"/>
                <a:gd name="csY141" fmla="*/ 82170 h 395560"/>
                <a:gd name="csX142" fmla="*/ 160039 w 200168"/>
                <a:gd name="csY142" fmla="*/ 83125 h 395560"/>
                <a:gd name="csX143" fmla="*/ 163383 w 200168"/>
                <a:gd name="csY143" fmla="*/ 83125 h 395560"/>
                <a:gd name="csX144" fmla="*/ 165294 w 200168"/>
                <a:gd name="csY144" fmla="*/ 82647 h 395560"/>
                <a:gd name="csX145" fmla="*/ 166728 w 200168"/>
                <a:gd name="csY145" fmla="*/ 83125 h 395560"/>
                <a:gd name="csX146" fmla="*/ 164817 w 200168"/>
                <a:gd name="csY146" fmla="*/ 85036 h 395560"/>
                <a:gd name="csX147" fmla="*/ 165294 w 200168"/>
                <a:gd name="csY147" fmla="*/ 88380 h 395560"/>
                <a:gd name="csX148" fmla="*/ 163861 w 200168"/>
                <a:gd name="csY148" fmla="*/ 89335 h 395560"/>
                <a:gd name="csX149" fmla="*/ 162428 w 200168"/>
                <a:gd name="csY149" fmla="*/ 90769 h 395560"/>
                <a:gd name="csX150" fmla="*/ 162906 w 200168"/>
                <a:gd name="csY150" fmla="*/ 91724 h 395560"/>
                <a:gd name="csX151" fmla="*/ 163861 w 200168"/>
                <a:gd name="csY151" fmla="*/ 92202 h 395560"/>
                <a:gd name="csX152" fmla="*/ 163861 w 200168"/>
                <a:gd name="csY152" fmla="*/ 93635 h 395560"/>
                <a:gd name="csX153" fmla="*/ 162428 w 200168"/>
                <a:gd name="csY153" fmla="*/ 94591 h 395560"/>
                <a:gd name="csX154" fmla="*/ 160039 w 200168"/>
                <a:gd name="csY154" fmla="*/ 96501 h 395560"/>
                <a:gd name="csX155" fmla="*/ 159084 w 200168"/>
                <a:gd name="csY155" fmla="*/ 96024 h 395560"/>
                <a:gd name="csX156" fmla="*/ 158128 w 200168"/>
                <a:gd name="csY156" fmla="*/ 96024 h 395560"/>
                <a:gd name="csX157" fmla="*/ 157651 w 200168"/>
                <a:gd name="csY157" fmla="*/ 95068 h 395560"/>
                <a:gd name="csX158" fmla="*/ 157651 w 200168"/>
                <a:gd name="csY158" fmla="*/ 94113 h 395560"/>
                <a:gd name="csX159" fmla="*/ 156695 w 200168"/>
                <a:gd name="csY159" fmla="*/ 93635 h 395560"/>
                <a:gd name="csX160" fmla="*/ 154306 w 200168"/>
                <a:gd name="csY160" fmla="*/ 93157 h 395560"/>
                <a:gd name="csX161" fmla="*/ 151918 w 200168"/>
                <a:gd name="csY161" fmla="*/ 93157 h 395560"/>
                <a:gd name="csX162" fmla="*/ 146663 w 200168"/>
                <a:gd name="csY162" fmla="*/ 96024 h 395560"/>
                <a:gd name="csX163" fmla="*/ 141885 w 200168"/>
                <a:gd name="csY163" fmla="*/ 98412 h 395560"/>
                <a:gd name="csX164" fmla="*/ 136631 w 200168"/>
                <a:gd name="csY164" fmla="*/ 100323 h 395560"/>
                <a:gd name="csX165" fmla="*/ 134719 w 200168"/>
                <a:gd name="csY165" fmla="*/ 101279 h 395560"/>
                <a:gd name="csX166" fmla="*/ 133287 w 200168"/>
                <a:gd name="csY166" fmla="*/ 101757 h 395560"/>
                <a:gd name="csX167" fmla="*/ 131376 w 200168"/>
                <a:gd name="csY167" fmla="*/ 100801 h 395560"/>
                <a:gd name="csX168" fmla="*/ 129942 w 200168"/>
                <a:gd name="csY168" fmla="*/ 100801 h 395560"/>
                <a:gd name="csX169" fmla="*/ 129465 w 200168"/>
                <a:gd name="csY169" fmla="*/ 101279 h 395560"/>
                <a:gd name="csX170" fmla="*/ 131376 w 200168"/>
                <a:gd name="csY170" fmla="*/ 102712 h 395560"/>
                <a:gd name="csX171" fmla="*/ 131853 w 200168"/>
                <a:gd name="csY171" fmla="*/ 104145 h 395560"/>
                <a:gd name="csX172" fmla="*/ 131376 w 200168"/>
                <a:gd name="csY172" fmla="*/ 105100 h 395560"/>
                <a:gd name="csX173" fmla="*/ 130420 w 200168"/>
                <a:gd name="csY173" fmla="*/ 105578 h 395560"/>
                <a:gd name="csX174" fmla="*/ 128987 w 200168"/>
                <a:gd name="csY174" fmla="*/ 104623 h 395560"/>
                <a:gd name="csX175" fmla="*/ 128031 w 200168"/>
                <a:gd name="csY175" fmla="*/ 105578 h 395560"/>
                <a:gd name="csX176" fmla="*/ 127554 w 200168"/>
                <a:gd name="csY176" fmla="*/ 107489 h 395560"/>
                <a:gd name="csX177" fmla="*/ 127076 w 200168"/>
                <a:gd name="csY177" fmla="*/ 111311 h 395560"/>
                <a:gd name="csX178" fmla="*/ 126598 w 200168"/>
                <a:gd name="csY178" fmla="*/ 112266 h 395560"/>
                <a:gd name="csX179" fmla="*/ 124210 w 200168"/>
                <a:gd name="csY179" fmla="*/ 112744 h 395560"/>
                <a:gd name="csX180" fmla="*/ 121343 w 200168"/>
                <a:gd name="csY180" fmla="*/ 113700 h 395560"/>
                <a:gd name="csX181" fmla="*/ 120865 w 200168"/>
                <a:gd name="csY181" fmla="*/ 113222 h 395560"/>
                <a:gd name="csX182" fmla="*/ 120388 w 200168"/>
                <a:gd name="csY182" fmla="*/ 112744 h 395560"/>
                <a:gd name="csX183" fmla="*/ 120388 w 200168"/>
                <a:gd name="csY183" fmla="*/ 110833 h 395560"/>
                <a:gd name="csX184" fmla="*/ 120388 w 200168"/>
                <a:gd name="csY184" fmla="*/ 109878 h 395560"/>
                <a:gd name="csX185" fmla="*/ 118955 w 200168"/>
                <a:gd name="csY185" fmla="*/ 109878 h 395560"/>
                <a:gd name="csX186" fmla="*/ 117521 w 200168"/>
                <a:gd name="csY186" fmla="*/ 110356 h 395560"/>
                <a:gd name="csX187" fmla="*/ 116088 w 200168"/>
                <a:gd name="csY187" fmla="*/ 111789 h 395560"/>
                <a:gd name="csX188" fmla="*/ 115610 w 200168"/>
                <a:gd name="csY188" fmla="*/ 112266 h 395560"/>
                <a:gd name="csX189" fmla="*/ 117521 w 200168"/>
                <a:gd name="csY189" fmla="*/ 114655 h 395560"/>
                <a:gd name="csX190" fmla="*/ 118955 w 200168"/>
                <a:gd name="csY190" fmla="*/ 114655 h 395560"/>
                <a:gd name="csX191" fmla="*/ 119432 w 200168"/>
                <a:gd name="csY191" fmla="*/ 115133 h 395560"/>
                <a:gd name="csX192" fmla="*/ 117999 w 200168"/>
                <a:gd name="csY192" fmla="*/ 116566 h 395560"/>
                <a:gd name="csX193" fmla="*/ 114655 w 200168"/>
                <a:gd name="csY193" fmla="*/ 117999 h 395560"/>
                <a:gd name="csX194" fmla="*/ 114177 w 200168"/>
                <a:gd name="csY194" fmla="*/ 119432 h 395560"/>
                <a:gd name="csX195" fmla="*/ 113222 w 200168"/>
                <a:gd name="csY195" fmla="*/ 120866 h 395560"/>
                <a:gd name="csX196" fmla="*/ 111789 w 200168"/>
                <a:gd name="csY196" fmla="*/ 121821 h 395560"/>
                <a:gd name="csX197" fmla="*/ 111311 w 200168"/>
                <a:gd name="csY197" fmla="*/ 122777 h 395560"/>
                <a:gd name="csX198" fmla="*/ 109878 w 200168"/>
                <a:gd name="csY198" fmla="*/ 123732 h 395560"/>
                <a:gd name="csX199" fmla="*/ 107967 w 200168"/>
                <a:gd name="csY199" fmla="*/ 124210 h 395560"/>
                <a:gd name="csX200" fmla="*/ 106056 w 200168"/>
                <a:gd name="csY200" fmla="*/ 126598 h 395560"/>
                <a:gd name="csX201" fmla="*/ 104145 w 200168"/>
                <a:gd name="csY201" fmla="*/ 129465 h 395560"/>
                <a:gd name="csX202" fmla="*/ 102234 w 200168"/>
                <a:gd name="csY202" fmla="*/ 130420 h 395560"/>
                <a:gd name="csX203" fmla="*/ 100801 w 200168"/>
                <a:gd name="csY203" fmla="*/ 134720 h 395560"/>
                <a:gd name="csX204" fmla="*/ 98412 w 200168"/>
                <a:gd name="csY204" fmla="*/ 137108 h 395560"/>
                <a:gd name="csX205" fmla="*/ 97457 w 200168"/>
                <a:gd name="csY205" fmla="*/ 140453 h 395560"/>
                <a:gd name="csX206" fmla="*/ 97935 w 200168"/>
                <a:gd name="csY206" fmla="*/ 142841 h 395560"/>
                <a:gd name="csX207" fmla="*/ 100801 w 200168"/>
                <a:gd name="csY207" fmla="*/ 142841 h 395560"/>
                <a:gd name="csX208" fmla="*/ 102234 w 200168"/>
                <a:gd name="csY208" fmla="*/ 143797 h 395560"/>
                <a:gd name="csX209" fmla="*/ 105578 w 200168"/>
                <a:gd name="csY209" fmla="*/ 146663 h 395560"/>
                <a:gd name="csX210" fmla="*/ 109400 w 200168"/>
                <a:gd name="csY210" fmla="*/ 148574 h 395560"/>
                <a:gd name="csX211" fmla="*/ 113222 w 200168"/>
                <a:gd name="csY211" fmla="*/ 149530 h 395560"/>
                <a:gd name="csX212" fmla="*/ 117521 w 200168"/>
                <a:gd name="csY212" fmla="*/ 151918 h 395560"/>
                <a:gd name="csX213" fmla="*/ 118955 w 200168"/>
                <a:gd name="csY213" fmla="*/ 153351 h 395560"/>
                <a:gd name="csX214" fmla="*/ 120388 w 200168"/>
                <a:gd name="csY214" fmla="*/ 155740 h 395560"/>
                <a:gd name="csX215" fmla="*/ 122299 w 200168"/>
                <a:gd name="csY215" fmla="*/ 161950 h 395560"/>
                <a:gd name="csX216" fmla="*/ 123732 w 200168"/>
                <a:gd name="csY216" fmla="*/ 165295 h 395560"/>
                <a:gd name="csX217" fmla="*/ 123732 w 200168"/>
                <a:gd name="csY217" fmla="*/ 167205 h 395560"/>
                <a:gd name="csX218" fmla="*/ 126121 w 200168"/>
                <a:gd name="csY218" fmla="*/ 170549 h 395560"/>
                <a:gd name="csX219" fmla="*/ 128509 w 200168"/>
                <a:gd name="csY219" fmla="*/ 175805 h 395560"/>
                <a:gd name="csX220" fmla="*/ 130898 w 200168"/>
                <a:gd name="csY220" fmla="*/ 180582 h 395560"/>
                <a:gd name="csX221" fmla="*/ 131376 w 200168"/>
                <a:gd name="csY221" fmla="*/ 184404 h 395560"/>
                <a:gd name="csX222" fmla="*/ 130898 w 200168"/>
                <a:gd name="csY222" fmla="*/ 185837 h 395560"/>
                <a:gd name="csX223" fmla="*/ 130898 w 200168"/>
                <a:gd name="csY223" fmla="*/ 188226 h 395560"/>
                <a:gd name="csX224" fmla="*/ 133287 w 200168"/>
                <a:gd name="csY224" fmla="*/ 190137 h 395560"/>
                <a:gd name="csX225" fmla="*/ 139497 w 200168"/>
                <a:gd name="csY225" fmla="*/ 192525 h 395560"/>
                <a:gd name="csX226" fmla="*/ 140453 w 200168"/>
                <a:gd name="csY226" fmla="*/ 193480 h 395560"/>
                <a:gd name="csX227" fmla="*/ 141408 w 200168"/>
                <a:gd name="csY227" fmla="*/ 194436 h 395560"/>
                <a:gd name="csX228" fmla="*/ 141408 w 200168"/>
                <a:gd name="csY228" fmla="*/ 198258 h 395560"/>
                <a:gd name="csX229" fmla="*/ 142363 w 200168"/>
                <a:gd name="csY229" fmla="*/ 199213 h 395560"/>
                <a:gd name="csX230" fmla="*/ 143319 w 200168"/>
                <a:gd name="csY230" fmla="*/ 199691 h 395560"/>
                <a:gd name="csX231" fmla="*/ 147140 w 200168"/>
                <a:gd name="csY231" fmla="*/ 201124 h 395560"/>
                <a:gd name="csX232" fmla="*/ 148574 w 200168"/>
                <a:gd name="csY232" fmla="*/ 202557 h 395560"/>
                <a:gd name="csX233" fmla="*/ 150007 w 200168"/>
                <a:gd name="csY233" fmla="*/ 204468 h 395560"/>
                <a:gd name="csX234" fmla="*/ 150485 w 200168"/>
                <a:gd name="csY234" fmla="*/ 206379 h 395560"/>
                <a:gd name="csX235" fmla="*/ 150962 w 200168"/>
                <a:gd name="csY235" fmla="*/ 208768 h 395560"/>
                <a:gd name="csX236" fmla="*/ 148574 w 200168"/>
                <a:gd name="csY236" fmla="*/ 208768 h 395560"/>
                <a:gd name="csX237" fmla="*/ 147140 w 200168"/>
                <a:gd name="csY237" fmla="*/ 208768 h 395560"/>
                <a:gd name="csX238" fmla="*/ 140453 w 200168"/>
                <a:gd name="csY238" fmla="*/ 205424 h 395560"/>
                <a:gd name="csX239" fmla="*/ 139019 w 200168"/>
                <a:gd name="csY239" fmla="*/ 205424 h 395560"/>
                <a:gd name="csX240" fmla="*/ 136631 w 200168"/>
                <a:gd name="csY240" fmla="*/ 205902 h 395560"/>
                <a:gd name="csX241" fmla="*/ 133287 w 200168"/>
                <a:gd name="csY241" fmla="*/ 205424 h 395560"/>
                <a:gd name="csX242" fmla="*/ 129465 w 200168"/>
                <a:gd name="csY242" fmla="*/ 201602 h 395560"/>
                <a:gd name="csX243" fmla="*/ 127076 w 200168"/>
                <a:gd name="csY243" fmla="*/ 200646 h 395560"/>
                <a:gd name="csX244" fmla="*/ 124210 w 200168"/>
                <a:gd name="csY244" fmla="*/ 200169 h 395560"/>
                <a:gd name="csX245" fmla="*/ 117521 w 200168"/>
                <a:gd name="csY245" fmla="*/ 203035 h 395560"/>
                <a:gd name="csX246" fmla="*/ 115610 w 200168"/>
                <a:gd name="csY246" fmla="*/ 203035 h 395560"/>
                <a:gd name="csX247" fmla="*/ 115133 w 200168"/>
                <a:gd name="csY247" fmla="*/ 203035 h 395560"/>
                <a:gd name="csX248" fmla="*/ 114655 w 200168"/>
                <a:gd name="csY248" fmla="*/ 203991 h 395560"/>
                <a:gd name="csX249" fmla="*/ 117521 w 200168"/>
                <a:gd name="csY249" fmla="*/ 204468 h 395560"/>
                <a:gd name="csX250" fmla="*/ 120865 w 200168"/>
                <a:gd name="csY250" fmla="*/ 203513 h 395560"/>
                <a:gd name="csX251" fmla="*/ 123732 w 200168"/>
                <a:gd name="csY251" fmla="*/ 202080 h 395560"/>
                <a:gd name="csX252" fmla="*/ 128031 w 200168"/>
                <a:gd name="csY252" fmla="*/ 202557 h 395560"/>
                <a:gd name="csX253" fmla="*/ 128509 w 200168"/>
                <a:gd name="csY253" fmla="*/ 203991 h 395560"/>
                <a:gd name="csX254" fmla="*/ 129465 w 200168"/>
                <a:gd name="csY254" fmla="*/ 206379 h 395560"/>
                <a:gd name="csX255" fmla="*/ 132331 w 200168"/>
                <a:gd name="csY255" fmla="*/ 207812 h 395560"/>
                <a:gd name="csX256" fmla="*/ 134719 w 200168"/>
                <a:gd name="csY256" fmla="*/ 208290 h 395560"/>
                <a:gd name="csX257" fmla="*/ 137586 w 200168"/>
                <a:gd name="csY257" fmla="*/ 210201 h 395560"/>
                <a:gd name="csX258" fmla="*/ 140453 w 200168"/>
                <a:gd name="csY258" fmla="*/ 213545 h 395560"/>
                <a:gd name="csX259" fmla="*/ 146663 w 200168"/>
                <a:gd name="csY259" fmla="*/ 216889 h 395560"/>
                <a:gd name="csX260" fmla="*/ 149051 w 200168"/>
                <a:gd name="csY260" fmla="*/ 220233 h 395560"/>
                <a:gd name="csX261" fmla="*/ 150007 w 200168"/>
                <a:gd name="csY261" fmla="*/ 222144 h 395560"/>
                <a:gd name="csX262" fmla="*/ 150962 w 200168"/>
                <a:gd name="csY262" fmla="*/ 225488 h 395560"/>
                <a:gd name="csX263" fmla="*/ 149051 w 200168"/>
                <a:gd name="csY263" fmla="*/ 226444 h 395560"/>
                <a:gd name="csX264" fmla="*/ 147140 w 200168"/>
                <a:gd name="csY264" fmla="*/ 226444 h 395560"/>
                <a:gd name="csX265" fmla="*/ 144274 w 200168"/>
                <a:gd name="csY265" fmla="*/ 226921 h 395560"/>
                <a:gd name="csX266" fmla="*/ 141885 w 200168"/>
                <a:gd name="csY266" fmla="*/ 227877 h 395560"/>
                <a:gd name="csX267" fmla="*/ 139974 w 200168"/>
                <a:gd name="csY267" fmla="*/ 229788 h 395560"/>
                <a:gd name="csX268" fmla="*/ 133764 w 200168"/>
                <a:gd name="csY268" fmla="*/ 233132 h 395560"/>
                <a:gd name="csX269" fmla="*/ 132331 w 200168"/>
                <a:gd name="csY269" fmla="*/ 234565 h 395560"/>
                <a:gd name="csX270" fmla="*/ 131376 w 200168"/>
                <a:gd name="csY270" fmla="*/ 236476 h 395560"/>
                <a:gd name="csX271" fmla="*/ 129942 w 200168"/>
                <a:gd name="csY271" fmla="*/ 237432 h 395560"/>
                <a:gd name="csX272" fmla="*/ 126121 w 200168"/>
                <a:gd name="csY272" fmla="*/ 236476 h 395560"/>
                <a:gd name="csX273" fmla="*/ 122776 w 200168"/>
                <a:gd name="csY273" fmla="*/ 236476 h 395560"/>
                <a:gd name="csX274" fmla="*/ 118477 w 200168"/>
                <a:gd name="csY274" fmla="*/ 238865 h 395560"/>
                <a:gd name="csX275" fmla="*/ 117521 w 200168"/>
                <a:gd name="csY275" fmla="*/ 239820 h 395560"/>
                <a:gd name="csX276" fmla="*/ 118477 w 200168"/>
                <a:gd name="csY276" fmla="*/ 239343 h 395560"/>
                <a:gd name="csX277" fmla="*/ 118955 w 200168"/>
                <a:gd name="csY277" fmla="*/ 239343 h 395560"/>
                <a:gd name="csX278" fmla="*/ 120865 w 200168"/>
                <a:gd name="csY278" fmla="*/ 239343 h 395560"/>
                <a:gd name="csX279" fmla="*/ 123732 w 200168"/>
                <a:gd name="csY279" fmla="*/ 238387 h 395560"/>
                <a:gd name="csX280" fmla="*/ 126598 w 200168"/>
                <a:gd name="csY280" fmla="*/ 241731 h 395560"/>
                <a:gd name="csX281" fmla="*/ 131853 w 200168"/>
                <a:gd name="csY281" fmla="*/ 241253 h 395560"/>
                <a:gd name="csX282" fmla="*/ 136631 w 200168"/>
                <a:gd name="csY282" fmla="*/ 238387 h 395560"/>
                <a:gd name="csX283" fmla="*/ 138542 w 200168"/>
                <a:gd name="csY283" fmla="*/ 238387 h 395560"/>
                <a:gd name="csX284" fmla="*/ 140453 w 200168"/>
                <a:gd name="csY284" fmla="*/ 238865 h 395560"/>
                <a:gd name="csX285" fmla="*/ 142363 w 200168"/>
                <a:gd name="csY285" fmla="*/ 239820 h 395560"/>
                <a:gd name="csX286" fmla="*/ 147140 w 200168"/>
                <a:gd name="csY286" fmla="*/ 245075 h 395560"/>
                <a:gd name="csX287" fmla="*/ 149529 w 200168"/>
                <a:gd name="csY287" fmla="*/ 245553 h 395560"/>
                <a:gd name="csX288" fmla="*/ 152396 w 200168"/>
                <a:gd name="csY288" fmla="*/ 246986 h 395560"/>
                <a:gd name="csX289" fmla="*/ 153829 w 200168"/>
                <a:gd name="csY289" fmla="*/ 246986 h 395560"/>
                <a:gd name="csX290" fmla="*/ 155262 w 200168"/>
                <a:gd name="csY290" fmla="*/ 247464 h 395560"/>
                <a:gd name="csX291" fmla="*/ 151440 w 200168"/>
                <a:gd name="csY291" fmla="*/ 249375 h 395560"/>
                <a:gd name="csX292" fmla="*/ 147140 w 200168"/>
                <a:gd name="csY292" fmla="*/ 253197 h 395560"/>
                <a:gd name="csX293" fmla="*/ 145230 w 200168"/>
                <a:gd name="csY293" fmla="*/ 254152 h 395560"/>
                <a:gd name="csX294" fmla="*/ 143796 w 200168"/>
                <a:gd name="csY294" fmla="*/ 255585 h 395560"/>
                <a:gd name="csX295" fmla="*/ 147140 w 200168"/>
                <a:gd name="csY295" fmla="*/ 255108 h 395560"/>
                <a:gd name="csX296" fmla="*/ 150007 w 200168"/>
                <a:gd name="csY296" fmla="*/ 252719 h 395560"/>
                <a:gd name="csX297" fmla="*/ 151440 w 200168"/>
                <a:gd name="csY297" fmla="*/ 252241 h 395560"/>
                <a:gd name="csX298" fmla="*/ 152396 w 200168"/>
                <a:gd name="csY298" fmla="*/ 252719 h 395560"/>
                <a:gd name="csX299" fmla="*/ 152873 w 200168"/>
                <a:gd name="csY299" fmla="*/ 255108 h 395560"/>
                <a:gd name="csX300" fmla="*/ 151918 w 200168"/>
                <a:gd name="csY300" fmla="*/ 262751 h 395560"/>
                <a:gd name="csX301" fmla="*/ 150485 w 200168"/>
                <a:gd name="csY301" fmla="*/ 262751 h 395560"/>
                <a:gd name="csX302" fmla="*/ 149529 w 200168"/>
                <a:gd name="csY302" fmla="*/ 260840 h 395560"/>
                <a:gd name="csX303" fmla="*/ 147619 w 200168"/>
                <a:gd name="csY303" fmla="*/ 260363 h 395560"/>
                <a:gd name="csX304" fmla="*/ 146663 w 200168"/>
                <a:gd name="csY304" fmla="*/ 260363 h 395560"/>
                <a:gd name="csX305" fmla="*/ 144274 w 200168"/>
                <a:gd name="csY305" fmla="*/ 260363 h 395560"/>
                <a:gd name="csX306" fmla="*/ 143319 w 200168"/>
                <a:gd name="csY306" fmla="*/ 261318 h 395560"/>
                <a:gd name="csX307" fmla="*/ 142363 w 200168"/>
                <a:gd name="csY307" fmla="*/ 262751 h 395560"/>
                <a:gd name="csX308" fmla="*/ 143796 w 200168"/>
                <a:gd name="csY308" fmla="*/ 263229 h 395560"/>
                <a:gd name="csX309" fmla="*/ 146663 w 200168"/>
                <a:gd name="csY309" fmla="*/ 265140 h 395560"/>
                <a:gd name="csX310" fmla="*/ 147140 w 200168"/>
                <a:gd name="csY310" fmla="*/ 266573 h 395560"/>
                <a:gd name="csX311" fmla="*/ 146185 w 200168"/>
                <a:gd name="csY311" fmla="*/ 267051 h 395560"/>
                <a:gd name="csX312" fmla="*/ 144274 w 200168"/>
                <a:gd name="csY312" fmla="*/ 267051 h 395560"/>
                <a:gd name="csX313" fmla="*/ 146663 w 200168"/>
                <a:gd name="csY313" fmla="*/ 268484 h 395560"/>
                <a:gd name="csX314" fmla="*/ 146185 w 200168"/>
                <a:gd name="csY314" fmla="*/ 270395 h 395560"/>
                <a:gd name="csX315" fmla="*/ 145230 w 200168"/>
                <a:gd name="csY315" fmla="*/ 270873 h 395560"/>
                <a:gd name="csX316" fmla="*/ 143796 w 200168"/>
                <a:gd name="csY316" fmla="*/ 271351 h 395560"/>
                <a:gd name="csX317" fmla="*/ 142841 w 200168"/>
                <a:gd name="csY317" fmla="*/ 272784 h 395560"/>
                <a:gd name="csX318" fmla="*/ 144274 w 200168"/>
                <a:gd name="csY318" fmla="*/ 275172 h 395560"/>
                <a:gd name="csX319" fmla="*/ 145707 w 200168"/>
                <a:gd name="csY319" fmla="*/ 278517 h 395560"/>
                <a:gd name="csX320" fmla="*/ 145707 w 200168"/>
                <a:gd name="csY320" fmla="*/ 279950 h 395560"/>
                <a:gd name="csX321" fmla="*/ 143796 w 200168"/>
                <a:gd name="csY321" fmla="*/ 279472 h 395560"/>
                <a:gd name="csX322" fmla="*/ 140453 w 200168"/>
                <a:gd name="csY322" fmla="*/ 281383 h 395560"/>
                <a:gd name="csX323" fmla="*/ 139019 w 200168"/>
                <a:gd name="csY323" fmla="*/ 281383 h 395560"/>
                <a:gd name="csX324" fmla="*/ 138064 w 200168"/>
                <a:gd name="csY324" fmla="*/ 278994 h 395560"/>
                <a:gd name="csX325" fmla="*/ 136631 w 200168"/>
                <a:gd name="csY325" fmla="*/ 279472 h 395560"/>
                <a:gd name="csX326" fmla="*/ 135675 w 200168"/>
                <a:gd name="csY326" fmla="*/ 279950 h 395560"/>
                <a:gd name="csX327" fmla="*/ 134242 w 200168"/>
                <a:gd name="csY327" fmla="*/ 282816 h 395560"/>
                <a:gd name="csX328" fmla="*/ 132808 w 200168"/>
                <a:gd name="csY328" fmla="*/ 285205 h 395560"/>
                <a:gd name="csX329" fmla="*/ 131376 w 200168"/>
                <a:gd name="csY329" fmla="*/ 286160 h 395560"/>
                <a:gd name="csX330" fmla="*/ 129942 w 200168"/>
                <a:gd name="csY330" fmla="*/ 285682 h 395560"/>
                <a:gd name="csX331" fmla="*/ 128509 w 200168"/>
                <a:gd name="csY331" fmla="*/ 285682 h 395560"/>
                <a:gd name="csX332" fmla="*/ 128987 w 200168"/>
                <a:gd name="csY332" fmla="*/ 286638 h 395560"/>
                <a:gd name="csX333" fmla="*/ 130420 w 200168"/>
                <a:gd name="csY333" fmla="*/ 287116 h 395560"/>
                <a:gd name="csX334" fmla="*/ 130420 w 200168"/>
                <a:gd name="csY334" fmla="*/ 288071 h 395560"/>
                <a:gd name="csX335" fmla="*/ 127554 w 200168"/>
                <a:gd name="csY335" fmla="*/ 291415 h 395560"/>
                <a:gd name="csX336" fmla="*/ 127076 w 200168"/>
                <a:gd name="csY336" fmla="*/ 292370 h 395560"/>
                <a:gd name="csX337" fmla="*/ 127076 w 200168"/>
                <a:gd name="csY337" fmla="*/ 293326 h 395560"/>
                <a:gd name="csX338" fmla="*/ 125642 w 200168"/>
                <a:gd name="csY338" fmla="*/ 294759 h 395560"/>
                <a:gd name="csX339" fmla="*/ 126121 w 200168"/>
                <a:gd name="csY339" fmla="*/ 296670 h 395560"/>
                <a:gd name="csX340" fmla="*/ 125642 w 200168"/>
                <a:gd name="csY340" fmla="*/ 298103 h 395560"/>
                <a:gd name="csX341" fmla="*/ 124687 w 200168"/>
                <a:gd name="csY341" fmla="*/ 300014 h 395560"/>
                <a:gd name="csX342" fmla="*/ 123254 w 200168"/>
                <a:gd name="csY342" fmla="*/ 301447 h 395560"/>
                <a:gd name="csX343" fmla="*/ 121343 w 200168"/>
                <a:gd name="csY343" fmla="*/ 303358 h 395560"/>
                <a:gd name="csX344" fmla="*/ 119432 w 200168"/>
                <a:gd name="csY344" fmla="*/ 304314 h 395560"/>
                <a:gd name="csX345" fmla="*/ 116566 w 200168"/>
                <a:gd name="csY345" fmla="*/ 308613 h 395560"/>
                <a:gd name="csX346" fmla="*/ 115610 w 200168"/>
                <a:gd name="csY346" fmla="*/ 311002 h 395560"/>
                <a:gd name="csX347" fmla="*/ 115610 w 200168"/>
                <a:gd name="csY347" fmla="*/ 312913 h 395560"/>
                <a:gd name="csX348" fmla="*/ 114655 w 200168"/>
                <a:gd name="csY348" fmla="*/ 313868 h 395560"/>
                <a:gd name="csX349" fmla="*/ 113222 w 200168"/>
                <a:gd name="csY349" fmla="*/ 314824 h 395560"/>
                <a:gd name="csX350" fmla="*/ 111311 w 200168"/>
                <a:gd name="csY350" fmla="*/ 314346 h 395560"/>
                <a:gd name="csX351" fmla="*/ 111311 w 200168"/>
                <a:gd name="csY351" fmla="*/ 312913 h 395560"/>
                <a:gd name="csX352" fmla="*/ 110833 w 200168"/>
                <a:gd name="csY352" fmla="*/ 312913 h 395560"/>
                <a:gd name="csX353" fmla="*/ 110355 w 200168"/>
                <a:gd name="csY353" fmla="*/ 311958 h 395560"/>
                <a:gd name="csX354" fmla="*/ 109878 w 200168"/>
                <a:gd name="csY354" fmla="*/ 310524 h 395560"/>
                <a:gd name="csX355" fmla="*/ 110355 w 200168"/>
                <a:gd name="csY355" fmla="*/ 309569 h 395560"/>
                <a:gd name="csX356" fmla="*/ 109400 w 200168"/>
                <a:gd name="csY356" fmla="*/ 310047 h 395560"/>
                <a:gd name="csX357" fmla="*/ 108922 w 200168"/>
                <a:gd name="csY357" fmla="*/ 311002 h 395560"/>
                <a:gd name="csX358" fmla="*/ 107967 w 200168"/>
                <a:gd name="csY358" fmla="*/ 311958 h 395560"/>
                <a:gd name="csX359" fmla="*/ 107012 w 200168"/>
                <a:gd name="csY359" fmla="*/ 311480 h 395560"/>
                <a:gd name="csX360" fmla="*/ 105578 w 200168"/>
                <a:gd name="csY360" fmla="*/ 311002 h 395560"/>
                <a:gd name="csX361" fmla="*/ 105578 w 200168"/>
                <a:gd name="csY361" fmla="*/ 311958 h 395560"/>
                <a:gd name="csX362" fmla="*/ 106533 w 200168"/>
                <a:gd name="csY362" fmla="*/ 312913 h 395560"/>
                <a:gd name="csX363" fmla="*/ 106533 w 200168"/>
                <a:gd name="csY363" fmla="*/ 313868 h 395560"/>
                <a:gd name="csX364" fmla="*/ 108444 w 200168"/>
                <a:gd name="csY364" fmla="*/ 314346 h 395560"/>
                <a:gd name="csX365" fmla="*/ 109400 w 200168"/>
                <a:gd name="csY365" fmla="*/ 315779 h 395560"/>
                <a:gd name="csX366" fmla="*/ 110355 w 200168"/>
                <a:gd name="csY366" fmla="*/ 317690 h 395560"/>
                <a:gd name="csX367" fmla="*/ 110833 w 200168"/>
                <a:gd name="csY367" fmla="*/ 318168 h 395560"/>
                <a:gd name="csX368" fmla="*/ 111311 w 200168"/>
                <a:gd name="csY368" fmla="*/ 319124 h 395560"/>
                <a:gd name="csX369" fmla="*/ 111311 w 200168"/>
                <a:gd name="csY369" fmla="*/ 320079 h 395560"/>
                <a:gd name="csX370" fmla="*/ 109878 w 200168"/>
                <a:gd name="csY370" fmla="*/ 320557 h 395560"/>
                <a:gd name="csX371" fmla="*/ 107489 w 200168"/>
                <a:gd name="csY371" fmla="*/ 321990 h 395560"/>
                <a:gd name="csX372" fmla="*/ 105100 w 200168"/>
                <a:gd name="csY372" fmla="*/ 323901 h 395560"/>
                <a:gd name="csX373" fmla="*/ 103189 w 200168"/>
                <a:gd name="csY373" fmla="*/ 325812 h 395560"/>
                <a:gd name="csX374" fmla="*/ 101278 w 200168"/>
                <a:gd name="csY374" fmla="*/ 325812 h 395560"/>
                <a:gd name="csX375" fmla="*/ 100323 w 200168"/>
                <a:gd name="csY375" fmla="*/ 325334 h 395560"/>
                <a:gd name="csX376" fmla="*/ 98412 w 200168"/>
                <a:gd name="csY376" fmla="*/ 324378 h 395560"/>
                <a:gd name="csX377" fmla="*/ 96501 w 200168"/>
                <a:gd name="csY377" fmla="*/ 324378 h 395560"/>
                <a:gd name="csX378" fmla="*/ 99367 w 200168"/>
                <a:gd name="csY378" fmla="*/ 327245 h 395560"/>
                <a:gd name="csX379" fmla="*/ 100323 w 200168"/>
                <a:gd name="csY379" fmla="*/ 327723 h 395560"/>
                <a:gd name="csX380" fmla="*/ 102234 w 200168"/>
                <a:gd name="csY380" fmla="*/ 327723 h 395560"/>
                <a:gd name="csX381" fmla="*/ 103667 w 200168"/>
                <a:gd name="csY381" fmla="*/ 326289 h 395560"/>
                <a:gd name="csX382" fmla="*/ 106056 w 200168"/>
                <a:gd name="csY382" fmla="*/ 326767 h 395560"/>
                <a:gd name="csX383" fmla="*/ 107012 w 200168"/>
                <a:gd name="csY383" fmla="*/ 328200 h 395560"/>
                <a:gd name="csX384" fmla="*/ 106056 w 200168"/>
                <a:gd name="csY384" fmla="*/ 330111 h 395560"/>
                <a:gd name="csX385" fmla="*/ 105100 w 200168"/>
                <a:gd name="csY385" fmla="*/ 332500 h 395560"/>
                <a:gd name="csX386" fmla="*/ 104623 w 200168"/>
                <a:gd name="csY386" fmla="*/ 334889 h 395560"/>
                <a:gd name="csX387" fmla="*/ 106056 w 200168"/>
                <a:gd name="csY387" fmla="*/ 337755 h 395560"/>
                <a:gd name="csX388" fmla="*/ 106056 w 200168"/>
                <a:gd name="csY388" fmla="*/ 338710 h 395560"/>
                <a:gd name="csX389" fmla="*/ 105578 w 200168"/>
                <a:gd name="csY389" fmla="*/ 339188 h 395560"/>
                <a:gd name="csX390" fmla="*/ 103667 w 200168"/>
                <a:gd name="csY390" fmla="*/ 338710 h 395560"/>
                <a:gd name="csX391" fmla="*/ 102234 w 200168"/>
                <a:gd name="csY391" fmla="*/ 337277 h 395560"/>
                <a:gd name="csX392" fmla="*/ 100801 w 200168"/>
                <a:gd name="csY392" fmla="*/ 337755 h 395560"/>
                <a:gd name="csX393" fmla="*/ 99367 w 200168"/>
                <a:gd name="csY393" fmla="*/ 337277 h 395560"/>
                <a:gd name="csX394" fmla="*/ 97457 w 200168"/>
                <a:gd name="csY394" fmla="*/ 337755 h 395560"/>
                <a:gd name="csX395" fmla="*/ 96979 w 200168"/>
                <a:gd name="csY395" fmla="*/ 338233 h 395560"/>
                <a:gd name="csX396" fmla="*/ 97457 w 200168"/>
                <a:gd name="csY396" fmla="*/ 339666 h 395560"/>
                <a:gd name="csX397" fmla="*/ 98890 w 200168"/>
                <a:gd name="csY397" fmla="*/ 340621 h 395560"/>
                <a:gd name="csX398" fmla="*/ 99367 w 200168"/>
                <a:gd name="csY398" fmla="*/ 342054 h 395560"/>
                <a:gd name="csX399" fmla="*/ 98412 w 200168"/>
                <a:gd name="csY399" fmla="*/ 342532 h 395560"/>
                <a:gd name="csX400" fmla="*/ 94590 w 200168"/>
                <a:gd name="csY400" fmla="*/ 342054 h 395560"/>
                <a:gd name="csX401" fmla="*/ 93635 w 200168"/>
                <a:gd name="csY401" fmla="*/ 342532 h 395560"/>
                <a:gd name="csX402" fmla="*/ 92201 w 200168"/>
                <a:gd name="csY402" fmla="*/ 343965 h 395560"/>
                <a:gd name="csX403" fmla="*/ 93157 w 200168"/>
                <a:gd name="csY403" fmla="*/ 346832 h 395560"/>
                <a:gd name="csX404" fmla="*/ 92201 w 200168"/>
                <a:gd name="csY404" fmla="*/ 348265 h 395560"/>
                <a:gd name="csX405" fmla="*/ 90291 w 200168"/>
                <a:gd name="csY405" fmla="*/ 348265 h 395560"/>
                <a:gd name="csX406" fmla="*/ 87902 w 200168"/>
                <a:gd name="csY406" fmla="*/ 349698 h 395560"/>
                <a:gd name="csX407" fmla="*/ 86947 w 200168"/>
                <a:gd name="csY407" fmla="*/ 350176 h 395560"/>
                <a:gd name="csX408" fmla="*/ 86947 w 200168"/>
                <a:gd name="csY408" fmla="*/ 350654 h 395560"/>
                <a:gd name="csX409" fmla="*/ 87902 w 200168"/>
                <a:gd name="csY409" fmla="*/ 351131 h 395560"/>
                <a:gd name="csX410" fmla="*/ 88380 w 200168"/>
                <a:gd name="csY410" fmla="*/ 351609 h 395560"/>
                <a:gd name="csX411" fmla="*/ 86947 w 200168"/>
                <a:gd name="csY411" fmla="*/ 354475 h 395560"/>
                <a:gd name="csX412" fmla="*/ 85035 w 200168"/>
                <a:gd name="csY412" fmla="*/ 354953 h 395560"/>
                <a:gd name="csX413" fmla="*/ 82169 w 200168"/>
                <a:gd name="csY413" fmla="*/ 354475 h 395560"/>
                <a:gd name="csX414" fmla="*/ 79781 w 200168"/>
                <a:gd name="csY414" fmla="*/ 355431 h 395560"/>
                <a:gd name="csX415" fmla="*/ 77870 w 200168"/>
                <a:gd name="csY415" fmla="*/ 353998 h 395560"/>
                <a:gd name="csX416" fmla="*/ 75959 w 200168"/>
                <a:gd name="csY416" fmla="*/ 353998 h 395560"/>
                <a:gd name="csX417" fmla="*/ 74526 w 200168"/>
                <a:gd name="csY417" fmla="*/ 355431 h 395560"/>
                <a:gd name="csX418" fmla="*/ 74048 w 200168"/>
                <a:gd name="csY418" fmla="*/ 356864 h 395560"/>
                <a:gd name="csX419" fmla="*/ 72615 w 200168"/>
                <a:gd name="csY419" fmla="*/ 357342 h 395560"/>
                <a:gd name="csX420" fmla="*/ 72137 w 200168"/>
                <a:gd name="csY420" fmla="*/ 356864 h 395560"/>
                <a:gd name="csX421" fmla="*/ 71182 w 200168"/>
                <a:gd name="csY421" fmla="*/ 357342 h 395560"/>
                <a:gd name="csX422" fmla="*/ 71182 w 200168"/>
                <a:gd name="csY422" fmla="*/ 357819 h 395560"/>
                <a:gd name="csX423" fmla="*/ 71659 w 200168"/>
                <a:gd name="csY423" fmla="*/ 358775 h 395560"/>
                <a:gd name="csX424" fmla="*/ 74526 w 200168"/>
                <a:gd name="csY424" fmla="*/ 359253 h 395560"/>
                <a:gd name="csX425" fmla="*/ 75003 w 200168"/>
                <a:gd name="csY425" fmla="*/ 360208 h 395560"/>
                <a:gd name="csX426" fmla="*/ 75003 w 200168"/>
                <a:gd name="csY426" fmla="*/ 361641 h 395560"/>
                <a:gd name="csX427" fmla="*/ 72137 w 200168"/>
                <a:gd name="csY427" fmla="*/ 364508 h 395560"/>
                <a:gd name="csX428" fmla="*/ 70704 w 200168"/>
                <a:gd name="csY428" fmla="*/ 366419 h 395560"/>
                <a:gd name="csX429" fmla="*/ 68793 w 200168"/>
                <a:gd name="csY429" fmla="*/ 366419 h 395560"/>
                <a:gd name="csX430" fmla="*/ 67360 w 200168"/>
                <a:gd name="csY430" fmla="*/ 367852 h 395560"/>
                <a:gd name="csX431" fmla="*/ 66882 w 200168"/>
                <a:gd name="csY431" fmla="*/ 369763 h 395560"/>
                <a:gd name="csX432" fmla="*/ 65926 w 200168"/>
                <a:gd name="csY432" fmla="*/ 369285 h 395560"/>
                <a:gd name="csX433" fmla="*/ 63538 w 200168"/>
                <a:gd name="csY433" fmla="*/ 369763 h 395560"/>
                <a:gd name="csX434" fmla="*/ 63060 w 200168"/>
                <a:gd name="csY434" fmla="*/ 370718 h 395560"/>
                <a:gd name="csX435" fmla="*/ 63538 w 200168"/>
                <a:gd name="csY435" fmla="*/ 371196 h 395560"/>
                <a:gd name="csX436" fmla="*/ 63538 w 200168"/>
                <a:gd name="csY436" fmla="*/ 371674 h 395560"/>
                <a:gd name="csX437" fmla="*/ 62582 w 200168"/>
                <a:gd name="csY437" fmla="*/ 374062 h 395560"/>
                <a:gd name="csX438" fmla="*/ 61627 w 200168"/>
                <a:gd name="csY438" fmla="*/ 374540 h 395560"/>
                <a:gd name="csX439" fmla="*/ 61149 w 200168"/>
                <a:gd name="csY439" fmla="*/ 373584 h 395560"/>
                <a:gd name="csX440" fmla="*/ 60671 w 200168"/>
                <a:gd name="csY440" fmla="*/ 372151 h 395560"/>
                <a:gd name="csX441" fmla="*/ 60194 w 200168"/>
                <a:gd name="csY441" fmla="*/ 372151 h 395560"/>
                <a:gd name="csX442" fmla="*/ 58760 w 200168"/>
                <a:gd name="csY442" fmla="*/ 373584 h 395560"/>
                <a:gd name="csX443" fmla="*/ 57328 w 200168"/>
                <a:gd name="csY443" fmla="*/ 374540 h 395560"/>
                <a:gd name="csX444" fmla="*/ 55894 w 200168"/>
                <a:gd name="csY444" fmla="*/ 375018 h 395560"/>
                <a:gd name="csX445" fmla="*/ 54939 w 200168"/>
                <a:gd name="csY445" fmla="*/ 374062 h 395560"/>
                <a:gd name="csX446" fmla="*/ 52550 w 200168"/>
                <a:gd name="csY446" fmla="*/ 373584 h 395560"/>
                <a:gd name="csX447" fmla="*/ 51594 w 200168"/>
                <a:gd name="csY447" fmla="*/ 377406 h 395560"/>
                <a:gd name="csX448" fmla="*/ 49684 w 200168"/>
                <a:gd name="csY448" fmla="*/ 378840 h 395560"/>
                <a:gd name="csX449" fmla="*/ 48728 w 200168"/>
                <a:gd name="csY449" fmla="*/ 379317 h 395560"/>
                <a:gd name="csX450" fmla="*/ 46817 w 200168"/>
                <a:gd name="csY450" fmla="*/ 379317 h 395560"/>
                <a:gd name="csX451" fmla="*/ 47773 w 200168"/>
                <a:gd name="csY451" fmla="*/ 379795 h 395560"/>
                <a:gd name="csX452" fmla="*/ 48251 w 200168"/>
                <a:gd name="csY452" fmla="*/ 380750 h 395560"/>
                <a:gd name="csX453" fmla="*/ 47773 w 200168"/>
                <a:gd name="csY453" fmla="*/ 381706 h 395560"/>
                <a:gd name="csX454" fmla="*/ 45862 w 200168"/>
                <a:gd name="csY454" fmla="*/ 382184 h 395560"/>
                <a:gd name="csX455" fmla="*/ 45384 w 200168"/>
                <a:gd name="csY455" fmla="*/ 382661 h 395560"/>
                <a:gd name="csX456" fmla="*/ 44907 w 200168"/>
                <a:gd name="csY456" fmla="*/ 386006 h 395560"/>
                <a:gd name="csX457" fmla="*/ 43951 w 200168"/>
                <a:gd name="csY457" fmla="*/ 387439 h 395560"/>
                <a:gd name="csX458" fmla="*/ 41085 w 200168"/>
                <a:gd name="csY458" fmla="*/ 387439 h 395560"/>
                <a:gd name="csX459" fmla="*/ 39651 w 200168"/>
                <a:gd name="csY459" fmla="*/ 386483 h 395560"/>
                <a:gd name="csX460" fmla="*/ 38696 w 200168"/>
                <a:gd name="csY460" fmla="*/ 387439 h 395560"/>
                <a:gd name="csX461" fmla="*/ 38696 w 200168"/>
                <a:gd name="csY461" fmla="*/ 387916 h 395560"/>
                <a:gd name="csX462" fmla="*/ 37741 w 200168"/>
                <a:gd name="csY462" fmla="*/ 388394 h 395560"/>
                <a:gd name="csX463" fmla="*/ 35830 w 200168"/>
                <a:gd name="csY463" fmla="*/ 388872 h 395560"/>
                <a:gd name="csX464" fmla="*/ 31530 w 200168"/>
                <a:gd name="csY464" fmla="*/ 390305 h 395560"/>
                <a:gd name="csX465" fmla="*/ 29619 w 200168"/>
                <a:gd name="csY465" fmla="*/ 389827 h 395560"/>
                <a:gd name="csX466" fmla="*/ 27230 w 200168"/>
                <a:gd name="csY466" fmla="*/ 389350 h 395560"/>
                <a:gd name="csX467" fmla="*/ 25798 w 200168"/>
                <a:gd name="csY467" fmla="*/ 389827 h 395560"/>
                <a:gd name="csX468" fmla="*/ 25319 w 200168"/>
                <a:gd name="csY468" fmla="*/ 390783 h 395560"/>
                <a:gd name="csX469" fmla="*/ 24364 w 200168"/>
                <a:gd name="csY469" fmla="*/ 391738 h 395560"/>
                <a:gd name="csX470" fmla="*/ 21975 w 200168"/>
                <a:gd name="csY470" fmla="*/ 391738 h 395560"/>
                <a:gd name="csX471" fmla="*/ 20542 w 200168"/>
                <a:gd name="csY471" fmla="*/ 390783 h 395560"/>
                <a:gd name="csX472" fmla="*/ 18632 w 200168"/>
                <a:gd name="csY472" fmla="*/ 389827 h 395560"/>
                <a:gd name="csX473" fmla="*/ 16243 w 200168"/>
                <a:gd name="csY473" fmla="*/ 390783 h 395560"/>
                <a:gd name="csX474" fmla="*/ 14809 w 200168"/>
                <a:gd name="csY474" fmla="*/ 392216 h 395560"/>
                <a:gd name="csX475" fmla="*/ 12898 w 200168"/>
                <a:gd name="csY475" fmla="*/ 392694 h 395560"/>
                <a:gd name="csX476" fmla="*/ 12421 w 200168"/>
                <a:gd name="csY476" fmla="*/ 393172 h 395560"/>
                <a:gd name="csX477" fmla="*/ 11466 w 200168"/>
                <a:gd name="csY477" fmla="*/ 393649 h 395560"/>
                <a:gd name="csX478" fmla="*/ 9555 w 200168"/>
                <a:gd name="csY478" fmla="*/ 393649 h 395560"/>
                <a:gd name="csX479" fmla="*/ 9077 w 200168"/>
                <a:gd name="csY479" fmla="*/ 391261 h 395560"/>
                <a:gd name="csX480" fmla="*/ 7644 w 200168"/>
                <a:gd name="csY480" fmla="*/ 391261 h 395560"/>
                <a:gd name="csX481" fmla="*/ 6688 w 200168"/>
                <a:gd name="csY481" fmla="*/ 392216 h 395560"/>
                <a:gd name="csX482" fmla="*/ 6210 w 200168"/>
                <a:gd name="csY482" fmla="*/ 393172 h 395560"/>
                <a:gd name="csX483" fmla="*/ 5733 w 200168"/>
                <a:gd name="csY483" fmla="*/ 393649 h 395560"/>
                <a:gd name="csX484" fmla="*/ 5733 w 200168"/>
                <a:gd name="csY484" fmla="*/ 395560 h 395560"/>
                <a:gd name="csX485" fmla="*/ 4777 w 200168"/>
                <a:gd name="csY485" fmla="*/ 395560 h 395560"/>
                <a:gd name="csX486" fmla="*/ 2866 w 200168"/>
                <a:gd name="csY486" fmla="*/ 394605 h 395560"/>
                <a:gd name="csX487" fmla="*/ 1433 w 200168"/>
                <a:gd name="csY487" fmla="*/ 394127 h 395560"/>
                <a:gd name="csX488" fmla="*/ 0 w 200168"/>
                <a:gd name="csY488" fmla="*/ 395082 h 395560"/>
                <a:gd name="csX489" fmla="*/ 0 w 200168"/>
                <a:gd name="csY489" fmla="*/ 395082 h 395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</a:cxnLst>
              <a:rect l="l" t="t" r="r" b="b"/>
              <a:pathLst>
                <a:path w="200168" h="395560">
                  <a:moveTo>
                    <a:pt x="200169" y="22931"/>
                  </a:moveTo>
                  <a:lnTo>
                    <a:pt x="200169" y="22931"/>
                  </a:lnTo>
                  <a:lnTo>
                    <a:pt x="198258" y="24842"/>
                  </a:lnTo>
                  <a:lnTo>
                    <a:pt x="195391" y="26753"/>
                  </a:lnTo>
                  <a:lnTo>
                    <a:pt x="188226" y="27231"/>
                  </a:lnTo>
                  <a:lnTo>
                    <a:pt x="186314" y="25798"/>
                  </a:lnTo>
                  <a:lnTo>
                    <a:pt x="185359" y="26753"/>
                  </a:lnTo>
                  <a:lnTo>
                    <a:pt x="184881" y="28186"/>
                  </a:lnTo>
                  <a:lnTo>
                    <a:pt x="182970" y="28664"/>
                  </a:lnTo>
                  <a:lnTo>
                    <a:pt x="180104" y="28664"/>
                  </a:lnTo>
                  <a:lnTo>
                    <a:pt x="178671" y="29619"/>
                  </a:lnTo>
                  <a:lnTo>
                    <a:pt x="177715" y="30575"/>
                  </a:lnTo>
                  <a:lnTo>
                    <a:pt x="173894" y="30575"/>
                  </a:lnTo>
                  <a:lnTo>
                    <a:pt x="172460" y="32008"/>
                  </a:lnTo>
                  <a:lnTo>
                    <a:pt x="170072" y="32486"/>
                  </a:lnTo>
                  <a:lnTo>
                    <a:pt x="160039" y="37741"/>
                  </a:lnTo>
                  <a:lnTo>
                    <a:pt x="158128" y="40129"/>
                  </a:lnTo>
                  <a:lnTo>
                    <a:pt x="155740" y="42996"/>
                  </a:lnTo>
                  <a:lnTo>
                    <a:pt x="154306" y="44429"/>
                  </a:lnTo>
                  <a:lnTo>
                    <a:pt x="152873" y="45384"/>
                  </a:lnTo>
                  <a:lnTo>
                    <a:pt x="151918" y="45384"/>
                  </a:lnTo>
                  <a:lnTo>
                    <a:pt x="150962" y="46340"/>
                  </a:lnTo>
                  <a:lnTo>
                    <a:pt x="149529" y="46818"/>
                  </a:lnTo>
                  <a:lnTo>
                    <a:pt x="148574" y="46340"/>
                  </a:lnTo>
                  <a:lnTo>
                    <a:pt x="147140" y="46340"/>
                  </a:lnTo>
                  <a:lnTo>
                    <a:pt x="146185" y="47295"/>
                  </a:lnTo>
                  <a:lnTo>
                    <a:pt x="146663" y="49206"/>
                  </a:lnTo>
                  <a:lnTo>
                    <a:pt x="146663" y="49684"/>
                  </a:lnTo>
                  <a:lnTo>
                    <a:pt x="143796" y="50162"/>
                  </a:lnTo>
                  <a:lnTo>
                    <a:pt x="139974" y="51117"/>
                  </a:lnTo>
                  <a:lnTo>
                    <a:pt x="138064" y="52073"/>
                  </a:lnTo>
                  <a:lnTo>
                    <a:pt x="137586" y="52550"/>
                  </a:lnTo>
                  <a:lnTo>
                    <a:pt x="137108" y="52550"/>
                  </a:lnTo>
                  <a:lnTo>
                    <a:pt x="136153" y="50639"/>
                  </a:lnTo>
                  <a:lnTo>
                    <a:pt x="135675" y="48251"/>
                  </a:lnTo>
                  <a:lnTo>
                    <a:pt x="137108" y="47773"/>
                  </a:lnTo>
                  <a:lnTo>
                    <a:pt x="139019" y="47295"/>
                  </a:lnTo>
                  <a:lnTo>
                    <a:pt x="147140" y="43951"/>
                  </a:lnTo>
                  <a:lnTo>
                    <a:pt x="146185" y="41563"/>
                  </a:lnTo>
                  <a:lnTo>
                    <a:pt x="146663" y="40129"/>
                  </a:lnTo>
                  <a:lnTo>
                    <a:pt x="148574" y="38218"/>
                  </a:lnTo>
                  <a:lnTo>
                    <a:pt x="150007" y="37263"/>
                  </a:lnTo>
                  <a:lnTo>
                    <a:pt x="149051" y="37263"/>
                  </a:lnTo>
                  <a:lnTo>
                    <a:pt x="143796" y="37741"/>
                  </a:lnTo>
                  <a:lnTo>
                    <a:pt x="140930" y="37741"/>
                  </a:lnTo>
                  <a:lnTo>
                    <a:pt x="139019" y="37263"/>
                  </a:lnTo>
                  <a:lnTo>
                    <a:pt x="139497" y="35830"/>
                  </a:lnTo>
                  <a:lnTo>
                    <a:pt x="139497" y="34397"/>
                  </a:lnTo>
                  <a:lnTo>
                    <a:pt x="139019" y="33919"/>
                  </a:lnTo>
                  <a:lnTo>
                    <a:pt x="141885" y="32008"/>
                  </a:lnTo>
                  <a:lnTo>
                    <a:pt x="142841" y="31530"/>
                  </a:lnTo>
                  <a:lnTo>
                    <a:pt x="143796" y="31530"/>
                  </a:lnTo>
                  <a:lnTo>
                    <a:pt x="143796" y="30575"/>
                  </a:lnTo>
                  <a:lnTo>
                    <a:pt x="142841" y="28664"/>
                  </a:lnTo>
                  <a:lnTo>
                    <a:pt x="143796" y="26753"/>
                  </a:lnTo>
                  <a:lnTo>
                    <a:pt x="149529" y="24364"/>
                  </a:lnTo>
                  <a:lnTo>
                    <a:pt x="150962" y="21976"/>
                  </a:lnTo>
                  <a:lnTo>
                    <a:pt x="153351" y="19587"/>
                  </a:lnTo>
                  <a:lnTo>
                    <a:pt x="157173" y="14332"/>
                  </a:lnTo>
                  <a:lnTo>
                    <a:pt x="157651" y="13377"/>
                  </a:lnTo>
                  <a:lnTo>
                    <a:pt x="158606" y="10988"/>
                  </a:lnTo>
                  <a:lnTo>
                    <a:pt x="159084" y="10032"/>
                  </a:lnTo>
                  <a:lnTo>
                    <a:pt x="157173" y="8599"/>
                  </a:lnTo>
                  <a:lnTo>
                    <a:pt x="156217" y="6688"/>
                  </a:lnTo>
                  <a:lnTo>
                    <a:pt x="150485" y="2867"/>
                  </a:lnTo>
                  <a:lnTo>
                    <a:pt x="150007" y="0"/>
                  </a:lnTo>
                  <a:lnTo>
                    <a:pt x="149529" y="0"/>
                  </a:lnTo>
                  <a:lnTo>
                    <a:pt x="148574" y="1911"/>
                  </a:lnTo>
                  <a:lnTo>
                    <a:pt x="148096" y="2867"/>
                  </a:lnTo>
                  <a:lnTo>
                    <a:pt x="145707" y="2867"/>
                  </a:lnTo>
                  <a:lnTo>
                    <a:pt x="144274" y="1911"/>
                  </a:lnTo>
                  <a:lnTo>
                    <a:pt x="137108" y="1433"/>
                  </a:lnTo>
                  <a:lnTo>
                    <a:pt x="135197" y="2867"/>
                  </a:lnTo>
                  <a:lnTo>
                    <a:pt x="133764" y="5255"/>
                  </a:lnTo>
                  <a:lnTo>
                    <a:pt x="132331" y="6688"/>
                  </a:lnTo>
                  <a:lnTo>
                    <a:pt x="130420" y="7644"/>
                  </a:lnTo>
                  <a:lnTo>
                    <a:pt x="128987" y="9077"/>
                  </a:lnTo>
                  <a:lnTo>
                    <a:pt x="123254" y="17676"/>
                  </a:lnTo>
                  <a:lnTo>
                    <a:pt x="120865" y="18154"/>
                  </a:lnTo>
                  <a:lnTo>
                    <a:pt x="110833" y="23409"/>
                  </a:lnTo>
                  <a:lnTo>
                    <a:pt x="105578" y="25320"/>
                  </a:lnTo>
                  <a:lnTo>
                    <a:pt x="101756" y="28664"/>
                  </a:lnTo>
                  <a:lnTo>
                    <a:pt x="100323" y="31052"/>
                  </a:lnTo>
                  <a:lnTo>
                    <a:pt x="99367" y="33441"/>
                  </a:lnTo>
                  <a:lnTo>
                    <a:pt x="98412" y="36785"/>
                  </a:lnTo>
                  <a:lnTo>
                    <a:pt x="94590" y="41085"/>
                  </a:lnTo>
                  <a:lnTo>
                    <a:pt x="93635" y="42040"/>
                  </a:lnTo>
                  <a:lnTo>
                    <a:pt x="92201" y="42518"/>
                  </a:lnTo>
                  <a:lnTo>
                    <a:pt x="90291" y="42518"/>
                  </a:lnTo>
                  <a:lnTo>
                    <a:pt x="88858" y="42518"/>
                  </a:lnTo>
                  <a:lnTo>
                    <a:pt x="86469" y="42518"/>
                  </a:lnTo>
                  <a:lnTo>
                    <a:pt x="83603" y="43474"/>
                  </a:lnTo>
                  <a:lnTo>
                    <a:pt x="80258" y="44907"/>
                  </a:lnTo>
                  <a:lnTo>
                    <a:pt x="76914" y="42040"/>
                  </a:lnTo>
                  <a:lnTo>
                    <a:pt x="75003" y="41085"/>
                  </a:lnTo>
                  <a:lnTo>
                    <a:pt x="71182" y="42040"/>
                  </a:lnTo>
                  <a:lnTo>
                    <a:pt x="69748" y="43474"/>
                  </a:lnTo>
                  <a:lnTo>
                    <a:pt x="66405" y="49684"/>
                  </a:lnTo>
                  <a:lnTo>
                    <a:pt x="65449" y="53506"/>
                  </a:lnTo>
                  <a:lnTo>
                    <a:pt x="65449" y="54939"/>
                  </a:lnTo>
                  <a:lnTo>
                    <a:pt x="67360" y="59716"/>
                  </a:lnTo>
                  <a:lnTo>
                    <a:pt x="69271" y="62583"/>
                  </a:lnTo>
                  <a:lnTo>
                    <a:pt x="74526" y="65449"/>
                  </a:lnTo>
                  <a:lnTo>
                    <a:pt x="85035" y="67360"/>
                  </a:lnTo>
                  <a:lnTo>
                    <a:pt x="87424" y="66882"/>
                  </a:lnTo>
                  <a:lnTo>
                    <a:pt x="89813" y="66882"/>
                  </a:lnTo>
                  <a:lnTo>
                    <a:pt x="92680" y="68793"/>
                  </a:lnTo>
                  <a:lnTo>
                    <a:pt x="94590" y="71659"/>
                  </a:lnTo>
                  <a:lnTo>
                    <a:pt x="94590" y="74048"/>
                  </a:lnTo>
                  <a:lnTo>
                    <a:pt x="94590" y="74526"/>
                  </a:lnTo>
                  <a:lnTo>
                    <a:pt x="95546" y="75481"/>
                  </a:lnTo>
                  <a:lnTo>
                    <a:pt x="95546" y="76437"/>
                  </a:lnTo>
                  <a:lnTo>
                    <a:pt x="94590" y="77392"/>
                  </a:lnTo>
                  <a:lnTo>
                    <a:pt x="93635" y="77870"/>
                  </a:lnTo>
                  <a:lnTo>
                    <a:pt x="93157" y="81214"/>
                  </a:lnTo>
                  <a:lnTo>
                    <a:pt x="93157" y="85036"/>
                  </a:lnTo>
                  <a:lnTo>
                    <a:pt x="94112" y="85991"/>
                  </a:lnTo>
                  <a:lnTo>
                    <a:pt x="96024" y="87902"/>
                  </a:lnTo>
                  <a:lnTo>
                    <a:pt x="99846" y="89335"/>
                  </a:lnTo>
                  <a:lnTo>
                    <a:pt x="102712" y="89813"/>
                  </a:lnTo>
                  <a:lnTo>
                    <a:pt x="108922" y="88858"/>
                  </a:lnTo>
                  <a:lnTo>
                    <a:pt x="111311" y="86947"/>
                  </a:lnTo>
                  <a:lnTo>
                    <a:pt x="111311" y="85514"/>
                  </a:lnTo>
                  <a:lnTo>
                    <a:pt x="111311" y="84558"/>
                  </a:lnTo>
                  <a:lnTo>
                    <a:pt x="117044" y="81214"/>
                  </a:lnTo>
                  <a:lnTo>
                    <a:pt x="119910" y="78348"/>
                  </a:lnTo>
                  <a:lnTo>
                    <a:pt x="119432" y="77392"/>
                  </a:lnTo>
                  <a:lnTo>
                    <a:pt x="118955" y="76915"/>
                  </a:lnTo>
                  <a:lnTo>
                    <a:pt x="119432" y="76915"/>
                  </a:lnTo>
                  <a:lnTo>
                    <a:pt x="120865" y="76437"/>
                  </a:lnTo>
                  <a:lnTo>
                    <a:pt x="128509" y="73570"/>
                  </a:lnTo>
                  <a:lnTo>
                    <a:pt x="134719" y="75959"/>
                  </a:lnTo>
                  <a:lnTo>
                    <a:pt x="138064" y="78825"/>
                  </a:lnTo>
                  <a:lnTo>
                    <a:pt x="141408" y="79303"/>
                  </a:lnTo>
                  <a:lnTo>
                    <a:pt x="143796" y="80736"/>
                  </a:lnTo>
                  <a:lnTo>
                    <a:pt x="146185" y="82170"/>
                  </a:lnTo>
                  <a:lnTo>
                    <a:pt x="149529" y="82170"/>
                  </a:lnTo>
                  <a:lnTo>
                    <a:pt x="152873" y="82170"/>
                  </a:lnTo>
                  <a:lnTo>
                    <a:pt x="153829" y="81214"/>
                  </a:lnTo>
                  <a:lnTo>
                    <a:pt x="154306" y="80259"/>
                  </a:lnTo>
                  <a:lnTo>
                    <a:pt x="155740" y="80736"/>
                  </a:lnTo>
                  <a:lnTo>
                    <a:pt x="156695" y="82170"/>
                  </a:lnTo>
                  <a:lnTo>
                    <a:pt x="160039" y="83125"/>
                  </a:lnTo>
                  <a:lnTo>
                    <a:pt x="163383" y="83125"/>
                  </a:lnTo>
                  <a:lnTo>
                    <a:pt x="165294" y="82647"/>
                  </a:lnTo>
                  <a:lnTo>
                    <a:pt x="166728" y="83125"/>
                  </a:lnTo>
                  <a:lnTo>
                    <a:pt x="164817" y="85036"/>
                  </a:lnTo>
                  <a:lnTo>
                    <a:pt x="165294" y="88380"/>
                  </a:lnTo>
                  <a:lnTo>
                    <a:pt x="163861" y="89335"/>
                  </a:lnTo>
                  <a:lnTo>
                    <a:pt x="162428" y="90769"/>
                  </a:lnTo>
                  <a:lnTo>
                    <a:pt x="162906" y="91724"/>
                  </a:lnTo>
                  <a:lnTo>
                    <a:pt x="163861" y="92202"/>
                  </a:lnTo>
                  <a:lnTo>
                    <a:pt x="163861" y="93635"/>
                  </a:lnTo>
                  <a:lnTo>
                    <a:pt x="162428" y="94591"/>
                  </a:lnTo>
                  <a:lnTo>
                    <a:pt x="160039" y="96501"/>
                  </a:lnTo>
                  <a:lnTo>
                    <a:pt x="159084" y="96024"/>
                  </a:lnTo>
                  <a:lnTo>
                    <a:pt x="158128" y="96024"/>
                  </a:lnTo>
                  <a:lnTo>
                    <a:pt x="157651" y="95068"/>
                  </a:lnTo>
                  <a:lnTo>
                    <a:pt x="157651" y="94113"/>
                  </a:lnTo>
                  <a:lnTo>
                    <a:pt x="156695" y="93635"/>
                  </a:lnTo>
                  <a:lnTo>
                    <a:pt x="154306" y="93157"/>
                  </a:lnTo>
                  <a:lnTo>
                    <a:pt x="151918" y="93157"/>
                  </a:lnTo>
                  <a:lnTo>
                    <a:pt x="146663" y="96024"/>
                  </a:lnTo>
                  <a:lnTo>
                    <a:pt x="141885" y="98412"/>
                  </a:lnTo>
                  <a:lnTo>
                    <a:pt x="136631" y="100323"/>
                  </a:lnTo>
                  <a:lnTo>
                    <a:pt x="134719" y="101279"/>
                  </a:lnTo>
                  <a:lnTo>
                    <a:pt x="133287" y="101757"/>
                  </a:lnTo>
                  <a:lnTo>
                    <a:pt x="131376" y="100801"/>
                  </a:lnTo>
                  <a:lnTo>
                    <a:pt x="129942" y="100801"/>
                  </a:lnTo>
                  <a:lnTo>
                    <a:pt x="129465" y="101279"/>
                  </a:lnTo>
                  <a:lnTo>
                    <a:pt x="131376" y="102712"/>
                  </a:lnTo>
                  <a:lnTo>
                    <a:pt x="131853" y="104145"/>
                  </a:lnTo>
                  <a:lnTo>
                    <a:pt x="131376" y="105100"/>
                  </a:lnTo>
                  <a:lnTo>
                    <a:pt x="130420" y="105578"/>
                  </a:lnTo>
                  <a:lnTo>
                    <a:pt x="128987" y="104623"/>
                  </a:lnTo>
                  <a:lnTo>
                    <a:pt x="128031" y="105578"/>
                  </a:lnTo>
                  <a:lnTo>
                    <a:pt x="127554" y="107489"/>
                  </a:lnTo>
                  <a:lnTo>
                    <a:pt x="127076" y="111311"/>
                  </a:lnTo>
                  <a:lnTo>
                    <a:pt x="126598" y="112266"/>
                  </a:lnTo>
                  <a:lnTo>
                    <a:pt x="124210" y="112744"/>
                  </a:lnTo>
                  <a:lnTo>
                    <a:pt x="121343" y="113700"/>
                  </a:lnTo>
                  <a:lnTo>
                    <a:pt x="120865" y="113222"/>
                  </a:lnTo>
                  <a:lnTo>
                    <a:pt x="120388" y="112744"/>
                  </a:lnTo>
                  <a:lnTo>
                    <a:pt x="120388" y="110833"/>
                  </a:lnTo>
                  <a:lnTo>
                    <a:pt x="120388" y="109878"/>
                  </a:lnTo>
                  <a:lnTo>
                    <a:pt x="118955" y="109878"/>
                  </a:lnTo>
                  <a:lnTo>
                    <a:pt x="117521" y="110356"/>
                  </a:lnTo>
                  <a:lnTo>
                    <a:pt x="116088" y="111789"/>
                  </a:lnTo>
                  <a:lnTo>
                    <a:pt x="115610" y="112266"/>
                  </a:lnTo>
                  <a:lnTo>
                    <a:pt x="117521" y="114655"/>
                  </a:lnTo>
                  <a:lnTo>
                    <a:pt x="118955" y="114655"/>
                  </a:lnTo>
                  <a:lnTo>
                    <a:pt x="119432" y="115133"/>
                  </a:lnTo>
                  <a:lnTo>
                    <a:pt x="117999" y="116566"/>
                  </a:lnTo>
                  <a:lnTo>
                    <a:pt x="114655" y="117999"/>
                  </a:lnTo>
                  <a:lnTo>
                    <a:pt x="114177" y="119432"/>
                  </a:lnTo>
                  <a:lnTo>
                    <a:pt x="113222" y="120866"/>
                  </a:lnTo>
                  <a:lnTo>
                    <a:pt x="111789" y="121821"/>
                  </a:lnTo>
                  <a:lnTo>
                    <a:pt x="111311" y="122777"/>
                  </a:lnTo>
                  <a:lnTo>
                    <a:pt x="109878" y="123732"/>
                  </a:lnTo>
                  <a:lnTo>
                    <a:pt x="107967" y="124210"/>
                  </a:lnTo>
                  <a:lnTo>
                    <a:pt x="106056" y="126598"/>
                  </a:lnTo>
                  <a:lnTo>
                    <a:pt x="104145" y="129465"/>
                  </a:lnTo>
                  <a:lnTo>
                    <a:pt x="102234" y="130420"/>
                  </a:lnTo>
                  <a:lnTo>
                    <a:pt x="100801" y="134720"/>
                  </a:lnTo>
                  <a:lnTo>
                    <a:pt x="98412" y="137108"/>
                  </a:lnTo>
                  <a:lnTo>
                    <a:pt x="97457" y="140453"/>
                  </a:lnTo>
                  <a:lnTo>
                    <a:pt x="97935" y="142841"/>
                  </a:lnTo>
                  <a:lnTo>
                    <a:pt x="100801" y="142841"/>
                  </a:lnTo>
                  <a:lnTo>
                    <a:pt x="102234" y="143797"/>
                  </a:lnTo>
                  <a:lnTo>
                    <a:pt x="105578" y="146663"/>
                  </a:lnTo>
                  <a:lnTo>
                    <a:pt x="109400" y="148574"/>
                  </a:lnTo>
                  <a:lnTo>
                    <a:pt x="113222" y="149530"/>
                  </a:lnTo>
                  <a:lnTo>
                    <a:pt x="117521" y="151918"/>
                  </a:lnTo>
                  <a:lnTo>
                    <a:pt x="118955" y="153351"/>
                  </a:lnTo>
                  <a:lnTo>
                    <a:pt x="120388" y="155740"/>
                  </a:lnTo>
                  <a:lnTo>
                    <a:pt x="122299" y="161950"/>
                  </a:lnTo>
                  <a:lnTo>
                    <a:pt x="123732" y="165295"/>
                  </a:lnTo>
                  <a:lnTo>
                    <a:pt x="123732" y="167205"/>
                  </a:lnTo>
                  <a:lnTo>
                    <a:pt x="126121" y="170549"/>
                  </a:lnTo>
                  <a:lnTo>
                    <a:pt x="128509" y="175805"/>
                  </a:lnTo>
                  <a:lnTo>
                    <a:pt x="130898" y="180582"/>
                  </a:lnTo>
                  <a:lnTo>
                    <a:pt x="131376" y="184404"/>
                  </a:lnTo>
                  <a:lnTo>
                    <a:pt x="130898" y="185837"/>
                  </a:lnTo>
                  <a:lnTo>
                    <a:pt x="130898" y="188226"/>
                  </a:lnTo>
                  <a:lnTo>
                    <a:pt x="133287" y="190137"/>
                  </a:lnTo>
                  <a:lnTo>
                    <a:pt x="139497" y="192525"/>
                  </a:lnTo>
                  <a:lnTo>
                    <a:pt x="140453" y="193480"/>
                  </a:lnTo>
                  <a:lnTo>
                    <a:pt x="141408" y="194436"/>
                  </a:lnTo>
                  <a:lnTo>
                    <a:pt x="141408" y="198258"/>
                  </a:lnTo>
                  <a:lnTo>
                    <a:pt x="142363" y="199213"/>
                  </a:lnTo>
                  <a:lnTo>
                    <a:pt x="143319" y="199691"/>
                  </a:lnTo>
                  <a:lnTo>
                    <a:pt x="147140" y="201124"/>
                  </a:lnTo>
                  <a:lnTo>
                    <a:pt x="148574" y="202557"/>
                  </a:lnTo>
                  <a:lnTo>
                    <a:pt x="150007" y="204468"/>
                  </a:lnTo>
                  <a:lnTo>
                    <a:pt x="150485" y="206379"/>
                  </a:lnTo>
                  <a:lnTo>
                    <a:pt x="150962" y="208768"/>
                  </a:lnTo>
                  <a:lnTo>
                    <a:pt x="148574" y="208768"/>
                  </a:lnTo>
                  <a:lnTo>
                    <a:pt x="147140" y="208768"/>
                  </a:lnTo>
                  <a:lnTo>
                    <a:pt x="140453" y="205424"/>
                  </a:lnTo>
                  <a:lnTo>
                    <a:pt x="139019" y="205424"/>
                  </a:lnTo>
                  <a:lnTo>
                    <a:pt x="136631" y="205902"/>
                  </a:lnTo>
                  <a:lnTo>
                    <a:pt x="133287" y="205424"/>
                  </a:lnTo>
                  <a:lnTo>
                    <a:pt x="129465" y="201602"/>
                  </a:lnTo>
                  <a:lnTo>
                    <a:pt x="127076" y="200646"/>
                  </a:lnTo>
                  <a:lnTo>
                    <a:pt x="124210" y="200169"/>
                  </a:lnTo>
                  <a:lnTo>
                    <a:pt x="117521" y="203035"/>
                  </a:lnTo>
                  <a:lnTo>
                    <a:pt x="115610" y="203035"/>
                  </a:lnTo>
                  <a:lnTo>
                    <a:pt x="115133" y="203035"/>
                  </a:lnTo>
                  <a:lnTo>
                    <a:pt x="114655" y="203991"/>
                  </a:lnTo>
                  <a:lnTo>
                    <a:pt x="117521" y="204468"/>
                  </a:lnTo>
                  <a:lnTo>
                    <a:pt x="120865" y="203513"/>
                  </a:lnTo>
                  <a:lnTo>
                    <a:pt x="123732" y="202080"/>
                  </a:lnTo>
                  <a:lnTo>
                    <a:pt x="128031" y="202557"/>
                  </a:lnTo>
                  <a:lnTo>
                    <a:pt x="128509" y="203991"/>
                  </a:lnTo>
                  <a:lnTo>
                    <a:pt x="129465" y="206379"/>
                  </a:lnTo>
                  <a:lnTo>
                    <a:pt x="132331" y="207812"/>
                  </a:lnTo>
                  <a:lnTo>
                    <a:pt x="134719" y="208290"/>
                  </a:lnTo>
                  <a:lnTo>
                    <a:pt x="137586" y="210201"/>
                  </a:lnTo>
                  <a:lnTo>
                    <a:pt x="140453" y="213545"/>
                  </a:lnTo>
                  <a:lnTo>
                    <a:pt x="146663" y="216889"/>
                  </a:lnTo>
                  <a:lnTo>
                    <a:pt x="149051" y="220233"/>
                  </a:lnTo>
                  <a:lnTo>
                    <a:pt x="150007" y="222144"/>
                  </a:lnTo>
                  <a:lnTo>
                    <a:pt x="150962" y="225488"/>
                  </a:lnTo>
                  <a:lnTo>
                    <a:pt x="149051" y="226444"/>
                  </a:lnTo>
                  <a:lnTo>
                    <a:pt x="147140" y="226444"/>
                  </a:lnTo>
                  <a:lnTo>
                    <a:pt x="144274" y="226921"/>
                  </a:lnTo>
                  <a:lnTo>
                    <a:pt x="141885" y="227877"/>
                  </a:lnTo>
                  <a:lnTo>
                    <a:pt x="139974" y="229788"/>
                  </a:lnTo>
                  <a:lnTo>
                    <a:pt x="133764" y="233132"/>
                  </a:lnTo>
                  <a:lnTo>
                    <a:pt x="132331" y="234565"/>
                  </a:lnTo>
                  <a:lnTo>
                    <a:pt x="131376" y="236476"/>
                  </a:lnTo>
                  <a:lnTo>
                    <a:pt x="129942" y="237432"/>
                  </a:lnTo>
                  <a:lnTo>
                    <a:pt x="126121" y="236476"/>
                  </a:lnTo>
                  <a:lnTo>
                    <a:pt x="122776" y="236476"/>
                  </a:lnTo>
                  <a:lnTo>
                    <a:pt x="118477" y="238865"/>
                  </a:lnTo>
                  <a:lnTo>
                    <a:pt x="117521" y="239820"/>
                  </a:lnTo>
                  <a:lnTo>
                    <a:pt x="118477" y="239343"/>
                  </a:lnTo>
                  <a:lnTo>
                    <a:pt x="118955" y="239343"/>
                  </a:lnTo>
                  <a:lnTo>
                    <a:pt x="120865" y="239343"/>
                  </a:lnTo>
                  <a:lnTo>
                    <a:pt x="123732" y="238387"/>
                  </a:lnTo>
                  <a:lnTo>
                    <a:pt x="126598" y="241731"/>
                  </a:lnTo>
                  <a:lnTo>
                    <a:pt x="131853" y="241253"/>
                  </a:lnTo>
                  <a:lnTo>
                    <a:pt x="136631" y="238387"/>
                  </a:lnTo>
                  <a:lnTo>
                    <a:pt x="138542" y="238387"/>
                  </a:lnTo>
                  <a:lnTo>
                    <a:pt x="140453" y="238865"/>
                  </a:lnTo>
                  <a:lnTo>
                    <a:pt x="142363" y="239820"/>
                  </a:lnTo>
                  <a:lnTo>
                    <a:pt x="147140" y="245075"/>
                  </a:lnTo>
                  <a:lnTo>
                    <a:pt x="149529" y="245553"/>
                  </a:lnTo>
                  <a:lnTo>
                    <a:pt x="152396" y="246986"/>
                  </a:lnTo>
                  <a:lnTo>
                    <a:pt x="153829" y="246986"/>
                  </a:lnTo>
                  <a:lnTo>
                    <a:pt x="155262" y="247464"/>
                  </a:lnTo>
                  <a:lnTo>
                    <a:pt x="151440" y="249375"/>
                  </a:lnTo>
                  <a:lnTo>
                    <a:pt x="147140" y="253197"/>
                  </a:lnTo>
                  <a:lnTo>
                    <a:pt x="145230" y="254152"/>
                  </a:lnTo>
                  <a:lnTo>
                    <a:pt x="143796" y="255585"/>
                  </a:lnTo>
                  <a:lnTo>
                    <a:pt x="147140" y="255108"/>
                  </a:lnTo>
                  <a:lnTo>
                    <a:pt x="150007" y="252719"/>
                  </a:lnTo>
                  <a:lnTo>
                    <a:pt x="151440" y="252241"/>
                  </a:lnTo>
                  <a:lnTo>
                    <a:pt x="152396" y="252719"/>
                  </a:lnTo>
                  <a:lnTo>
                    <a:pt x="152873" y="255108"/>
                  </a:lnTo>
                  <a:lnTo>
                    <a:pt x="151918" y="262751"/>
                  </a:lnTo>
                  <a:lnTo>
                    <a:pt x="150485" y="262751"/>
                  </a:lnTo>
                  <a:lnTo>
                    <a:pt x="149529" y="260840"/>
                  </a:lnTo>
                  <a:lnTo>
                    <a:pt x="147619" y="260363"/>
                  </a:lnTo>
                  <a:lnTo>
                    <a:pt x="146663" y="260363"/>
                  </a:lnTo>
                  <a:lnTo>
                    <a:pt x="144274" y="260363"/>
                  </a:lnTo>
                  <a:lnTo>
                    <a:pt x="143319" y="261318"/>
                  </a:lnTo>
                  <a:lnTo>
                    <a:pt x="142363" y="262751"/>
                  </a:lnTo>
                  <a:lnTo>
                    <a:pt x="143796" y="263229"/>
                  </a:lnTo>
                  <a:lnTo>
                    <a:pt x="146663" y="265140"/>
                  </a:lnTo>
                  <a:lnTo>
                    <a:pt x="147140" y="266573"/>
                  </a:lnTo>
                  <a:lnTo>
                    <a:pt x="146185" y="267051"/>
                  </a:lnTo>
                  <a:lnTo>
                    <a:pt x="144274" y="267051"/>
                  </a:lnTo>
                  <a:lnTo>
                    <a:pt x="146663" y="268484"/>
                  </a:lnTo>
                  <a:lnTo>
                    <a:pt x="146185" y="270395"/>
                  </a:lnTo>
                  <a:lnTo>
                    <a:pt x="145230" y="270873"/>
                  </a:lnTo>
                  <a:lnTo>
                    <a:pt x="143796" y="271351"/>
                  </a:lnTo>
                  <a:lnTo>
                    <a:pt x="142841" y="272784"/>
                  </a:lnTo>
                  <a:lnTo>
                    <a:pt x="144274" y="275172"/>
                  </a:lnTo>
                  <a:lnTo>
                    <a:pt x="145707" y="278517"/>
                  </a:lnTo>
                  <a:lnTo>
                    <a:pt x="145707" y="279950"/>
                  </a:lnTo>
                  <a:lnTo>
                    <a:pt x="143796" y="279472"/>
                  </a:lnTo>
                  <a:lnTo>
                    <a:pt x="140453" y="281383"/>
                  </a:lnTo>
                  <a:lnTo>
                    <a:pt x="139019" y="281383"/>
                  </a:lnTo>
                  <a:lnTo>
                    <a:pt x="138064" y="278994"/>
                  </a:lnTo>
                  <a:lnTo>
                    <a:pt x="136631" y="279472"/>
                  </a:lnTo>
                  <a:lnTo>
                    <a:pt x="135675" y="279950"/>
                  </a:lnTo>
                  <a:lnTo>
                    <a:pt x="134242" y="282816"/>
                  </a:lnTo>
                  <a:lnTo>
                    <a:pt x="132808" y="285205"/>
                  </a:lnTo>
                  <a:lnTo>
                    <a:pt x="131376" y="286160"/>
                  </a:lnTo>
                  <a:lnTo>
                    <a:pt x="129942" y="285682"/>
                  </a:lnTo>
                  <a:lnTo>
                    <a:pt x="128509" y="285682"/>
                  </a:lnTo>
                  <a:lnTo>
                    <a:pt x="128987" y="286638"/>
                  </a:lnTo>
                  <a:lnTo>
                    <a:pt x="130420" y="287116"/>
                  </a:lnTo>
                  <a:lnTo>
                    <a:pt x="130420" y="288071"/>
                  </a:lnTo>
                  <a:lnTo>
                    <a:pt x="127554" y="291415"/>
                  </a:lnTo>
                  <a:lnTo>
                    <a:pt x="127076" y="292370"/>
                  </a:lnTo>
                  <a:lnTo>
                    <a:pt x="127076" y="293326"/>
                  </a:lnTo>
                  <a:lnTo>
                    <a:pt x="125642" y="294759"/>
                  </a:lnTo>
                  <a:lnTo>
                    <a:pt x="126121" y="296670"/>
                  </a:lnTo>
                  <a:lnTo>
                    <a:pt x="125642" y="298103"/>
                  </a:lnTo>
                  <a:lnTo>
                    <a:pt x="124687" y="300014"/>
                  </a:lnTo>
                  <a:lnTo>
                    <a:pt x="123254" y="301447"/>
                  </a:lnTo>
                  <a:lnTo>
                    <a:pt x="121343" y="303358"/>
                  </a:lnTo>
                  <a:lnTo>
                    <a:pt x="119432" y="304314"/>
                  </a:lnTo>
                  <a:lnTo>
                    <a:pt x="116566" y="308613"/>
                  </a:lnTo>
                  <a:lnTo>
                    <a:pt x="115610" y="311002"/>
                  </a:lnTo>
                  <a:lnTo>
                    <a:pt x="115610" y="312913"/>
                  </a:lnTo>
                  <a:lnTo>
                    <a:pt x="114655" y="313868"/>
                  </a:lnTo>
                  <a:lnTo>
                    <a:pt x="113222" y="314824"/>
                  </a:lnTo>
                  <a:lnTo>
                    <a:pt x="111311" y="314346"/>
                  </a:lnTo>
                  <a:lnTo>
                    <a:pt x="111311" y="312913"/>
                  </a:lnTo>
                  <a:lnTo>
                    <a:pt x="110833" y="312913"/>
                  </a:lnTo>
                  <a:lnTo>
                    <a:pt x="110355" y="311958"/>
                  </a:lnTo>
                  <a:lnTo>
                    <a:pt x="109878" y="310524"/>
                  </a:lnTo>
                  <a:lnTo>
                    <a:pt x="110355" y="309569"/>
                  </a:lnTo>
                  <a:lnTo>
                    <a:pt x="109400" y="310047"/>
                  </a:lnTo>
                  <a:lnTo>
                    <a:pt x="108922" y="311002"/>
                  </a:lnTo>
                  <a:lnTo>
                    <a:pt x="107967" y="311958"/>
                  </a:lnTo>
                  <a:lnTo>
                    <a:pt x="107012" y="311480"/>
                  </a:lnTo>
                  <a:lnTo>
                    <a:pt x="105578" y="311002"/>
                  </a:lnTo>
                  <a:lnTo>
                    <a:pt x="105578" y="311958"/>
                  </a:lnTo>
                  <a:lnTo>
                    <a:pt x="106533" y="312913"/>
                  </a:lnTo>
                  <a:lnTo>
                    <a:pt x="106533" y="313868"/>
                  </a:lnTo>
                  <a:lnTo>
                    <a:pt x="108444" y="314346"/>
                  </a:lnTo>
                  <a:lnTo>
                    <a:pt x="109400" y="315779"/>
                  </a:lnTo>
                  <a:lnTo>
                    <a:pt x="110355" y="317690"/>
                  </a:lnTo>
                  <a:lnTo>
                    <a:pt x="110833" y="318168"/>
                  </a:lnTo>
                  <a:lnTo>
                    <a:pt x="111311" y="319124"/>
                  </a:lnTo>
                  <a:lnTo>
                    <a:pt x="111311" y="320079"/>
                  </a:lnTo>
                  <a:lnTo>
                    <a:pt x="109878" y="320557"/>
                  </a:lnTo>
                  <a:lnTo>
                    <a:pt x="107489" y="321990"/>
                  </a:lnTo>
                  <a:lnTo>
                    <a:pt x="105100" y="323901"/>
                  </a:lnTo>
                  <a:lnTo>
                    <a:pt x="103189" y="325812"/>
                  </a:lnTo>
                  <a:lnTo>
                    <a:pt x="101278" y="325812"/>
                  </a:lnTo>
                  <a:lnTo>
                    <a:pt x="100323" y="325334"/>
                  </a:lnTo>
                  <a:lnTo>
                    <a:pt x="98412" y="324378"/>
                  </a:lnTo>
                  <a:lnTo>
                    <a:pt x="96501" y="324378"/>
                  </a:lnTo>
                  <a:lnTo>
                    <a:pt x="99367" y="327245"/>
                  </a:lnTo>
                  <a:lnTo>
                    <a:pt x="100323" y="327723"/>
                  </a:lnTo>
                  <a:lnTo>
                    <a:pt x="102234" y="327723"/>
                  </a:lnTo>
                  <a:lnTo>
                    <a:pt x="103667" y="326289"/>
                  </a:lnTo>
                  <a:lnTo>
                    <a:pt x="106056" y="326767"/>
                  </a:lnTo>
                  <a:lnTo>
                    <a:pt x="107012" y="328200"/>
                  </a:lnTo>
                  <a:lnTo>
                    <a:pt x="106056" y="330111"/>
                  </a:lnTo>
                  <a:lnTo>
                    <a:pt x="105100" y="332500"/>
                  </a:lnTo>
                  <a:lnTo>
                    <a:pt x="104623" y="334889"/>
                  </a:lnTo>
                  <a:lnTo>
                    <a:pt x="106056" y="337755"/>
                  </a:lnTo>
                  <a:lnTo>
                    <a:pt x="106056" y="338710"/>
                  </a:lnTo>
                  <a:lnTo>
                    <a:pt x="105578" y="339188"/>
                  </a:lnTo>
                  <a:lnTo>
                    <a:pt x="103667" y="338710"/>
                  </a:lnTo>
                  <a:lnTo>
                    <a:pt x="102234" y="337277"/>
                  </a:lnTo>
                  <a:lnTo>
                    <a:pt x="100801" y="337755"/>
                  </a:lnTo>
                  <a:lnTo>
                    <a:pt x="99367" y="337277"/>
                  </a:lnTo>
                  <a:lnTo>
                    <a:pt x="97457" y="337755"/>
                  </a:lnTo>
                  <a:lnTo>
                    <a:pt x="96979" y="338233"/>
                  </a:lnTo>
                  <a:lnTo>
                    <a:pt x="97457" y="339666"/>
                  </a:lnTo>
                  <a:lnTo>
                    <a:pt x="98890" y="340621"/>
                  </a:lnTo>
                  <a:lnTo>
                    <a:pt x="99367" y="342054"/>
                  </a:lnTo>
                  <a:lnTo>
                    <a:pt x="98412" y="342532"/>
                  </a:lnTo>
                  <a:lnTo>
                    <a:pt x="94590" y="342054"/>
                  </a:lnTo>
                  <a:lnTo>
                    <a:pt x="93635" y="342532"/>
                  </a:lnTo>
                  <a:lnTo>
                    <a:pt x="92201" y="343965"/>
                  </a:lnTo>
                  <a:lnTo>
                    <a:pt x="93157" y="346832"/>
                  </a:lnTo>
                  <a:lnTo>
                    <a:pt x="92201" y="348265"/>
                  </a:lnTo>
                  <a:lnTo>
                    <a:pt x="90291" y="348265"/>
                  </a:lnTo>
                  <a:lnTo>
                    <a:pt x="87902" y="349698"/>
                  </a:lnTo>
                  <a:lnTo>
                    <a:pt x="86947" y="350176"/>
                  </a:lnTo>
                  <a:lnTo>
                    <a:pt x="86947" y="350654"/>
                  </a:lnTo>
                  <a:lnTo>
                    <a:pt x="87902" y="351131"/>
                  </a:lnTo>
                  <a:lnTo>
                    <a:pt x="88380" y="351609"/>
                  </a:lnTo>
                  <a:lnTo>
                    <a:pt x="86947" y="354475"/>
                  </a:lnTo>
                  <a:lnTo>
                    <a:pt x="85035" y="354953"/>
                  </a:lnTo>
                  <a:lnTo>
                    <a:pt x="82169" y="354475"/>
                  </a:lnTo>
                  <a:lnTo>
                    <a:pt x="79781" y="355431"/>
                  </a:lnTo>
                  <a:lnTo>
                    <a:pt x="77870" y="353998"/>
                  </a:lnTo>
                  <a:lnTo>
                    <a:pt x="75959" y="353998"/>
                  </a:lnTo>
                  <a:lnTo>
                    <a:pt x="74526" y="355431"/>
                  </a:lnTo>
                  <a:lnTo>
                    <a:pt x="74048" y="356864"/>
                  </a:lnTo>
                  <a:lnTo>
                    <a:pt x="72615" y="357342"/>
                  </a:lnTo>
                  <a:lnTo>
                    <a:pt x="72137" y="356864"/>
                  </a:lnTo>
                  <a:lnTo>
                    <a:pt x="71182" y="357342"/>
                  </a:lnTo>
                  <a:lnTo>
                    <a:pt x="71182" y="357819"/>
                  </a:lnTo>
                  <a:lnTo>
                    <a:pt x="71659" y="358775"/>
                  </a:lnTo>
                  <a:lnTo>
                    <a:pt x="74526" y="359253"/>
                  </a:lnTo>
                  <a:lnTo>
                    <a:pt x="75003" y="360208"/>
                  </a:lnTo>
                  <a:lnTo>
                    <a:pt x="75003" y="361641"/>
                  </a:lnTo>
                  <a:lnTo>
                    <a:pt x="72137" y="364508"/>
                  </a:lnTo>
                  <a:lnTo>
                    <a:pt x="70704" y="366419"/>
                  </a:lnTo>
                  <a:lnTo>
                    <a:pt x="68793" y="366419"/>
                  </a:lnTo>
                  <a:lnTo>
                    <a:pt x="67360" y="367852"/>
                  </a:lnTo>
                  <a:lnTo>
                    <a:pt x="66882" y="369763"/>
                  </a:lnTo>
                  <a:lnTo>
                    <a:pt x="65926" y="369285"/>
                  </a:lnTo>
                  <a:lnTo>
                    <a:pt x="63538" y="369763"/>
                  </a:lnTo>
                  <a:lnTo>
                    <a:pt x="63060" y="370718"/>
                  </a:lnTo>
                  <a:lnTo>
                    <a:pt x="63538" y="371196"/>
                  </a:lnTo>
                  <a:lnTo>
                    <a:pt x="63538" y="371674"/>
                  </a:lnTo>
                  <a:lnTo>
                    <a:pt x="62582" y="374062"/>
                  </a:lnTo>
                  <a:lnTo>
                    <a:pt x="61627" y="374540"/>
                  </a:lnTo>
                  <a:lnTo>
                    <a:pt x="61149" y="373584"/>
                  </a:lnTo>
                  <a:lnTo>
                    <a:pt x="60671" y="372151"/>
                  </a:lnTo>
                  <a:lnTo>
                    <a:pt x="60194" y="372151"/>
                  </a:lnTo>
                  <a:lnTo>
                    <a:pt x="58760" y="373584"/>
                  </a:lnTo>
                  <a:lnTo>
                    <a:pt x="57328" y="374540"/>
                  </a:lnTo>
                  <a:lnTo>
                    <a:pt x="55894" y="375018"/>
                  </a:lnTo>
                  <a:lnTo>
                    <a:pt x="54939" y="374062"/>
                  </a:lnTo>
                  <a:lnTo>
                    <a:pt x="52550" y="373584"/>
                  </a:lnTo>
                  <a:lnTo>
                    <a:pt x="51594" y="377406"/>
                  </a:lnTo>
                  <a:lnTo>
                    <a:pt x="49684" y="378840"/>
                  </a:lnTo>
                  <a:lnTo>
                    <a:pt x="48728" y="379317"/>
                  </a:lnTo>
                  <a:lnTo>
                    <a:pt x="46817" y="379317"/>
                  </a:lnTo>
                  <a:lnTo>
                    <a:pt x="47773" y="379795"/>
                  </a:lnTo>
                  <a:lnTo>
                    <a:pt x="48251" y="380750"/>
                  </a:lnTo>
                  <a:lnTo>
                    <a:pt x="47773" y="381706"/>
                  </a:lnTo>
                  <a:lnTo>
                    <a:pt x="45862" y="382184"/>
                  </a:lnTo>
                  <a:lnTo>
                    <a:pt x="45384" y="382661"/>
                  </a:lnTo>
                  <a:lnTo>
                    <a:pt x="44907" y="386006"/>
                  </a:lnTo>
                  <a:lnTo>
                    <a:pt x="43951" y="387439"/>
                  </a:lnTo>
                  <a:lnTo>
                    <a:pt x="41085" y="387439"/>
                  </a:lnTo>
                  <a:lnTo>
                    <a:pt x="39651" y="386483"/>
                  </a:lnTo>
                  <a:lnTo>
                    <a:pt x="38696" y="387439"/>
                  </a:lnTo>
                  <a:lnTo>
                    <a:pt x="38696" y="387916"/>
                  </a:lnTo>
                  <a:lnTo>
                    <a:pt x="37741" y="388394"/>
                  </a:lnTo>
                  <a:lnTo>
                    <a:pt x="35830" y="388872"/>
                  </a:lnTo>
                  <a:lnTo>
                    <a:pt x="31530" y="390305"/>
                  </a:lnTo>
                  <a:lnTo>
                    <a:pt x="29619" y="389827"/>
                  </a:lnTo>
                  <a:lnTo>
                    <a:pt x="27230" y="389350"/>
                  </a:lnTo>
                  <a:lnTo>
                    <a:pt x="25798" y="389827"/>
                  </a:lnTo>
                  <a:lnTo>
                    <a:pt x="25319" y="390783"/>
                  </a:lnTo>
                  <a:lnTo>
                    <a:pt x="24364" y="391738"/>
                  </a:lnTo>
                  <a:lnTo>
                    <a:pt x="21975" y="391738"/>
                  </a:lnTo>
                  <a:lnTo>
                    <a:pt x="20542" y="390783"/>
                  </a:lnTo>
                  <a:lnTo>
                    <a:pt x="18632" y="389827"/>
                  </a:lnTo>
                  <a:lnTo>
                    <a:pt x="16243" y="390783"/>
                  </a:lnTo>
                  <a:lnTo>
                    <a:pt x="14809" y="392216"/>
                  </a:lnTo>
                  <a:lnTo>
                    <a:pt x="12898" y="392694"/>
                  </a:lnTo>
                  <a:lnTo>
                    <a:pt x="12421" y="393172"/>
                  </a:lnTo>
                  <a:lnTo>
                    <a:pt x="11466" y="393649"/>
                  </a:lnTo>
                  <a:lnTo>
                    <a:pt x="9555" y="393649"/>
                  </a:lnTo>
                  <a:lnTo>
                    <a:pt x="9077" y="391261"/>
                  </a:lnTo>
                  <a:lnTo>
                    <a:pt x="7644" y="391261"/>
                  </a:lnTo>
                  <a:lnTo>
                    <a:pt x="6688" y="392216"/>
                  </a:lnTo>
                  <a:lnTo>
                    <a:pt x="6210" y="393172"/>
                  </a:lnTo>
                  <a:lnTo>
                    <a:pt x="5733" y="393649"/>
                  </a:lnTo>
                  <a:lnTo>
                    <a:pt x="5733" y="395560"/>
                  </a:lnTo>
                  <a:lnTo>
                    <a:pt x="4777" y="395560"/>
                  </a:lnTo>
                  <a:lnTo>
                    <a:pt x="2866" y="394605"/>
                  </a:lnTo>
                  <a:lnTo>
                    <a:pt x="1433" y="394127"/>
                  </a:lnTo>
                  <a:lnTo>
                    <a:pt x="0" y="395082"/>
                  </a:lnTo>
                  <a:lnTo>
                    <a:pt x="0" y="39508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" name="Freeform 3992">
              <a:extLst>
                <a:ext uri="{FF2B5EF4-FFF2-40B4-BE49-F238E27FC236}">
                  <a16:creationId xmlns:a16="http://schemas.microsoft.com/office/drawing/2014/main" id="{4A9A0281-70A0-7561-6F6B-96E36E9A4773}"/>
                </a:ext>
              </a:extLst>
            </p:cNvPr>
            <p:cNvSpPr/>
            <p:nvPr/>
          </p:nvSpPr>
          <p:spPr>
            <a:xfrm>
              <a:off x="8380501" y="3922278"/>
              <a:ext cx="1910" cy="477"/>
            </a:xfrm>
            <a:custGeom>
              <a:avLst/>
              <a:gdLst>
                <a:gd name="csX0" fmla="*/ 1911 w 1910"/>
                <a:gd name="csY0" fmla="*/ 0 h 477"/>
                <a:gd name="csX1" fmla="*/ 0 w 1910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477">
                  <a:moveTo>
                    <a:pt x="1911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" name="Freeform 3993">
              <a:extLst>
                <a:ext uri="{FF2B5EF4-FFF2-40B4-BE49-F238E27FC236}">
                  <a16:creationId xmlns:a16="http://schemas.microsoft.com/office/drawing/2014/main" id="{07DD8B4F-A292-5FB5-0577-FC3EAAD2107B}"/>
                </a:ext>
              </a:extLst>
            </p:cNvPr>
            <p:cNvSpPr/>
            <p:nvPr/>
          </p:nvSpPr>
          <p:spPr>
            <a:xfrm>
              <a:off x="8402477" y="3902214"/>
              <a:ext cx="3343" cy="4777"/>
            </a:xfrm>
            <a:custGeom>
              <a:avLst/>
              <a:gdLst>
                <a:gd name="csX0" fmla="*/ 3344 w 3343"/>
                <a:gd name="csY0" fmla="*/ 4777 h 4777"/>
                <a:gd name="csX1" fmla="*/ 2389 w 3343"/>
                <a:gd name="csY1" fmla="*/ 4299 h 4777"/>
                <a:gd name="csX2" fmla="*/ 2389 w 3343"/>
                <a:gd name="csY2" fmla="*/ 3344 h 4777"/>
                <a:gd name="csX3" fmla="*/ 1433 w 3343"/>
                <a:gd name="csY3" fmla="*/ 2389 h 4777"/>
                <a:gd name="csX4" fmla="*/ 955 w 3343"/>
                <a:gd name="csY4" fmla="*/ 1433 h 4777"/>
                <a:gd name="csX5" fmla="*/ 0 w 3343"/>
                <a:gd name="csY5" fmla="*/ 0 h 4777"/>
                <a:gd name="csX6" fmla="*/ 0 w 3343"/>
                <a:gd name="csY6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4777">
                  <a:moveTo>
                    <a:pt x="3344" y="4777"/>
                  </a:moveTo>
                  <a:lnTo>
                    <a:pt x="2389" y="4299"/>
                  </a:lnTo>
                  <a:lnTo>
                    <a:pt x="2389" y="3344"/>
                  </a:lnTo>
                  <a:lnTo>
                    <a:pt x="1433" y="2389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" name="Freeform 3994">
              <a:extLst>
                <a:ext uri="{FF2B5EF4-FFF2-40B4-BE49-F238E27FC236}">
                  <a16:creationId xmlns:a16="http://schemas.microsoft.com/office/drawing/2014/main" id="{041B7DBD-09DF-095F-9D78-FF83D6A841DB}"/>
                </a:ext>
              </a:extLst>
            </p:cNvPr>
            <p:cNvSpPr/>
            <p:nvPr/>
          </p:nvSpPr>
          <p:spPr>
            <a:xfrm>
              <a:off x="8407732" y="3907469"/>
              <a:ext cx="4777" cy="955"/>
            </a:xfrm>
            <a:custGeom>
              <a:avLst/>
              <a:gdLst>
                <a:gd name="csX0" fmla="*/ 4777 w 4777"/>
                <a:gd name="csY0" fmla="*/ 956 h 955"/>
                <a:gd name="csX1" fmla="*/ 2866 w 4777"/>
                <a:gd name="csY1" fmla="*/ 956 h 955"/>
                <a:gd name="csX2" fmla="*/ 0 w 47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955">
                  <a:moveTo>
                    <a:pt x="4777" y="956"/>
                  </a:moveTo>
                  <a:lnTo>
                    <a:pt x="2866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" name="Freeform 3995">
              <a:extLst>
                <a:ext uri="{FF2B5EF4-FFF2-40B4-BE49-F238E27FC236}">
                  <a16:creationId xmlns:a16="http://schemas.microsoft.com/office/drawing/2014/main" id="{1D8574E7-D1AD-F18D-C94A-5B5098A32CE6}"/>
                </a:ext>
              </a:extLst>
            </p:cNvPr>
            <p:cNvSpPr/>
            <p:nvPr/>
          </p:nvSpPr>
          <p:spPr>
            <a:xfrm>
              <a:off x="8422541" y="3909380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  <a:gd name="csX2" fmla="*/ 0 w 4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" name="Freeform 3996">
              <a:extLst>
                <a:ext uri="{FF2B5EF4-FFF2-40B4-BE49-F238E27FC236}">
                  <a16:creationId xmlns:a16="http://schemas.microsoft.com/office/drawing/2014/main" id="{FFEDE108-A6B6-7281-1B71-F43A238285BD}"/>
                </a:ext>
              </a:extLst>
            </p:cNvPr>
            <p:cNvSpPr/>
            <p:nvPr/>
          </p:nvSpPr>
          <p:spPr>
            <a:xfrm>
              <a:off x="8423975" y="3895048"/>
              <a:ext cx="3821" cy="955"/>
            </a:xfrm>
            <a:custGeom>
              <a:avLst/>
              <a:gdLst>
                <a:gd name="csX0" fmla="*/ 3821 w 3821"/>
                <a:gd name="csY0" fmla="*/ 0 h 955"/>
                <a:gd name="csX1" fmla="*/ 1433 w 3821"/>
                <a:gd name="csY1" fmla="*/ 478 h 955"/>
                <a:gd name="csX2" fmla="*/ 0 w 3821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21" h="955">
                  <a:moveTo>
                    <a:pt x="3821" y="0"/>
                  </a:moveTo>
                  <a:lnTo>
                    <a:pt x="1433" y="478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" name="Freeform 3997">
              <a:extLst>
                <a:ext uri="{FF2B5EF4-FFF2-40B4-BE49-F238E27FC236}">
                  <a16:creationId xmlns:a16="http://schemas.microsoft.com/office/drawing/2014/main" id="{868A5AC9-D8E6-48DC-F955-2669270BC52E}"/>
                </a:ext>
              </a:extLst>
            </p:cNvPr>
            <p:cNvSpPr/>
            <p:nvPr/>
          </p:nvSpPr>
          <p:spPr>
            <a:xfrm>
              <a:off x="8430663" y="3895048"/>
              <a:ext cx="3821" cy="477"/>
            </a:xfrm>
            <a:custGeom>
              <a:avLst/>
              <a:gdLst>
                <a:gd name="csX0" fmla="*/ 3822 w 3821"/>
                <a:gd name="csY0" fmla="*/ 0 h 477"/>
                <a:gd name="csX1" fmla="*/ 0 w 3821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21" h="477">
                  <a:moveTo>
                    <a:pt x="3822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" name="Freeform 3998">
              <a:extLst>
                <a:ext uri="{FF2B5EF4-FFF2-40B4-BE49-F238E27FC236}">
                  <a16:creationId xmlns:a16="http://schemas.microsoft.com/office/drawing/2014/main" id="{B38E2B19-2E9B-FE60-6FB9-837E7A933C2E}"/>
                </a:ext>
              </a:extLst>
            </p:cNvPr>
            <p:cNvSpPr/>
            <p:nvPr/>
          </p:nvSpPr>
          <p:spPr>
            <a:xfrm>
              <a:off x="8449294" y="3885015"/>
              <a:ext cx="2388" cy="955"/>
            </a:xfrm>
            <a:custGeom>
              <a:avLst/>
              <a:gdLst>
                <a:gd name="csX0" fmla="*/ 2389 w 2388"/>
                <a:gd name="csY0" fmla="*/ 956 h 955"/>
                <a:gd name="csX1" fmla="*/ 956 w 2388"/>
                <a:gd name="csY1" fmla="*/ 0 h 955"/>
                <a:gd name="csX2" fmla="*/ 956 w 2388"/>
                <a:gd name="csY2" fmla="*/ 0 h 955"/>
                <a:gd name="csX3" fmla="*/ 0 w 2388"/>
                <a:gd name="csY3" fmla="*/ 0 h 955"/>
                <a:gd name="csX4" fmla="*/ 0 w 2388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955">
                  <a:moveTo>
                    <a:pt x="2389" y="956"/>
                  </a:moveTo>
                  <a:lnTo>
                    <a:pt x="956" y="0"/>
                  </a:lnTo>
                  <a:lnTo>
                    <a:pt x="956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" name="Freeform 3999">
              <a:extLst>
                <a:ext uri="{FF2B5EF4-FFF2-40B4-BE49-F238E27FC236}">
                  <a16:creationId xmlns:a16="http://schemas.microsoft.com/office/drawing/2014/main" id="{F7AF2B3C-9DEB-35F6-5C62-C9E8FE0C88BE}"/>
                </a:ext>
              </a:extLst>
            </p:cNvPr>
            <p:cNvSpPr/>
            <p:nvPr/>
          </p:nvSpPr>
          <p:spPr>
            <a:xfrm>
              <a:off x="8460760" y="3871161"/>
              <a:ext cx="1433" cy="955"/>
            </a:xfrm>
            <a:custGeom>
              <a:avLst/>
              <a:gdLst>
                <a:gd name="csX0" fmla="*/ 1433 w 1433"/>
                <a:gd name="csY0" fmla="*/ 956 h 955"/>
                <a:gd name="csX1" fmla="*/ 478 w 1433"/>
                <a:gd name="csY1" fmla="*/ 478 h 955"/>
                <a:gd name="csX2" fmla="*/ 0 w 1433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955">
                  <a:moveTo>
                    <a:pt x="1433" y="956"/>
                  </a:move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" name="Freeform 4000">
              <a:extLst>
                <a:ext uri="{FF2B5EF4-FFF2-40B4-BE49-F238E27FC236}">
                  <a16:creationId xmlns:a16="http://schemas.microsoft.com/office/drawing/2014/main" id="{51B08E96-7132-6413-3A53-5F59B9CFD1DA}"/>
                </a:ext>
              </a:extLst>
            </p:cNvPr>
            <p:cNvSpPr/>
            <p:nvPr/>
          </p:nvSpPr>
          <p:spPr>
            <a:xfrm>
              <a:off x="8464104" y="3872117"/>
              <a:ext cx="6688" cy="9554"/>
            </a:xfrm>
            <a:custGeom>
              <a:avLst/>
              <a:gdLst>
                <a:gd name="csX0" fmla="*/ 6688 w 6688"/>
                <a:gd name="csY0" fmla="*/ 9555 h 9554"/>
                <a:gd name="csX1" fmla="*/ 4777 w 6688"/>
                <a:gd name="csY1" fmla="*/ 8121 h 9554"/>
                <a:gd name="csX2" fmla="*/ 3344 w 6688"/>
                <a:gd name="csY2" fmla="*/ 6688 h 9554"/>
                <a:gd name="csX3" fmla="*/ 2389 w 6688"/>
                <a:gd name="csY3" fmla="*/ 5255 h 9554"/>
                <a:gd name="csX4" fmla="*/ 2867 w 6688"/>
                <a:gd name="csY4" fmla="*/ 2389 h 9554"/>
                <a:gd name="csX5" fmla="*/ 2389 w 6688"/>
                <a:gd name="csY5" fmla="*/ 1911 h 9554"/>
                <a:gd name="csX6" fmla="*/ 478 w 6688"/>
                <a:gd name="csY6" fmla="*/ 955 h 9554"/>
                <a:gd name="csX7" fmla="*/ 0 w 6688"/>
                <a:gd name="csY7" fmla="*/ 0 h 9554"/>
                <a:gd name="csX8" fmla="*/ 0 w 6688"/>
                <a:gd name="csY8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688" h="9554">
                  <a:moveTo>
                    <a:pt x="6688" y="9555"/>
                  </a:moveTo>
                  <a:lnTo>
                    <a:pt x="4777" y="8121"/>
                  </a:lnTo>
                  <a:lnTo>
                    <a:pt x="3344" y="6688"/>
                  </a:lnTo>
                  <a:lnTo>
                    <a:pt x="2389" y="5255"/>
                  </a:lnTo>
                  <a:lnTo>
                    <a:pt x="2867" y="2389"/>
                  </a:lnTo>
                  <a:lnTo>
                    <a:pt x="2389" y="1911"/>
                  </a:lnTo>
                  <a:lnTo>
                    <a:pt x="478" y="955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" name="Freeform 4001">
              <a:extLst>
                <a:ext uri="{FF2B5EF4-FFF2-40B4-BE49-F238E27FC236}">
                  <a16:creationId xmlns:a16="http://schemas.microsoft.com/office/drawing/2014/main" id="{0B10D9F4-7A17-9137-DEFA-8AEBC78F7386}"/>
                </a:ext>
              </a:extLst>
            </p:cNvPr>
            <p:cNvSpPr/>
            <p:nvPr/>
          </p:nvSpPr>
          <p:spPr>
            <a:xfrm>
              <a:off x="8471748" y="3881671"/>
              <a:ext cx="477" cy="955"/>
            </a:xfrm>
            <a:custGeom>
              <a:avLst/>
              <a:gdLst>
                <a:gd name="csX0" fmla="*/ 478 w 477"/>
                <a:gd name="csY0" fmla="*/ 955 h 955"/>
                <a:gd name="csX1" fmla="*/ 0 w 477"/>
                <a:gd name="csY1" fmla="*/ 0 h 955"/>
                <a:gd name="csX2" fmla="*/ 0 w 4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478" y="95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3" name="Freeform 4002">
              <a:extLst>
                <a:ext uri="{FF2B5EF4-FFF2-40B4-BE49-F238E27FC236}">
                  <a16:creationId xmlns:a16="http://schemas.microsoft.com/office/drawing/2014/main" id="{3BB20140-2E5B-3F03-0621-1893D250743A}"/>
                </a:ext>
              </a:extLst>
            </p:cNvPr>
            <p:cNvSpPr/>
            <p:nvPr/>
          </p:nvSpPr>
          <p:spPr>
            <a:xfrm>
              <a:off x="8470314" y="3878805"/>
              <a:ext cx="1433" cy="477"/>
            </a:xfrm>
            <a:custGeom>
              <a:avLst/>
              <a:gdLst>
                <a:gd name="csX0" fmla="*/ 0 w 1433"/>
                <a:gd name="csY0" fmla="*/ 0 h 477"/>
                <a:gd name="csX1" fmla="*/ 0 w 1433"/>
                <a:gd name="csY1" fmla="*/ 0 h 477"/>
                <a:gd name="csX2" fmla="*/ 1433 w 1433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477">
                  <a:moveTo>
                    <a:pt x="0" y="0"/>
                  </a:moveTo>
                  <a:lnTo>
                    <a:pt x="0" y="0"/>
                  </a:lnTo>
                  <a:lnTo>
                    <a:pt x="1433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4" name="Freeform 4003">
              <a:extLst>
                <a:ext uri="{FF2B5EF4-FFF2-40B4-BE49-F238E27FC236}">
                  <a16:creationId xmlns:a16="http://schemas.microsoft.com/office/drawing/2014/main" id="{0C4AD5A5-2821-4DB1-6885-D5BC0D89F7AF}"/>
                </a:ext>
              </a:extLst>
            </p:cNvPr>
            <p:cNvSpPr/>
            <p:nvPr/>
          </p:nvSpPr>
          <p:spPr>
            <a:xfrm>
              <a:off x="8498500" y="3812401"/>
              <a:ext cx="2388" cy="1910"/>
            </a:xfrm>
            <a:custGeom>
              <a:avLst/>
              <a:gdLst>
                <a:gd name="csX0" fmla="*/ 2389 w 2388"/>
                <a:gd name="csY0" fmla="*/ 1911 h 1910"/>
                <a:gd name="csX1" fmla="*/ 955 w 2388"/>
                <a:gd name="csY1" fmla="*/ 1433 h 1910"/>
                <a:gd name="csX2" fmla="*/ 0 w 2388"/>
                <a:gd name="csY2" fmla="*/ 0 h 1910"/>
                <a:gd name="csX3" fmla="*/ 0 w 2388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910">
                  <a:moveTo>
                    <a:pt x="2389" y="1911"/>
                  </a:moveTo>
                  <a:lnTo>
                    <a:pt x="955" y="143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5" name="Freeform 4004">
              <a:extLst>
                <a:ext uri="{FF2B5EF4-FFF2-40B4-BE49-F238E27FC236}">
                  <a16:creationId xmlns:a16="http://schemas.microsoft.com/office/drawing/2014/main" id="{15985EC4-A2DA-AD8B-5FA2-720C63909F35}"/>
                </a:ext>
              </a:extLst>
            </p:cNvPr>
            <p:cNvSpPr/>
            <p:nvPr/>
          </p:nvSpPr>
          <p:spPr>
            <a:xfrm>
              <a:off x="8518087" y="3819089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0 w 955"/>
                <a:gd name="csY1" fmla="*/ 0 h 477"/>
                <a:gd name="csX2" fmla="*/ 0 w 955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6" name="Freeform 4005">
              <a:extLst>
                <a:ext uri="{FF2B5EF4-FFF2-40B4-BE49-F238E27FC236}">
                  <a16:creationId xmlns:a16="http://schemas.microsoft.com/office/drawing/2014/main" id="{116EBE58-EC17-3F09-2E65-9AFB0BB5D789}"/>
                </a:ext>
              </a:extLst>
            </p:cNvPr>
            <p:cNvSpPr/>
            <p:nvPr/>
          </p:nvSpPr>
          <p:spPr>
            <a:xfrm>
              <a:off x="8519043" y="3819566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0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7" name="Freeform 4006">
              <a:extLst>
                <a:ext uri="{FF2B5EF4-FFF2-40B4-BE49-F238E27FC236}">
                  <a16:creationId xmlns:a16="http://schemas.microsoft.com/office/drawing/2014/main" id="{9849D48B-4155-A244-3AA6-303FF03BB97A}"/>
                </a:ext>
              </a:extLst>
            </p:cNvPr>
            <p:cNvSpPr/>
            <p:nvPr/>
          </p:nvSpPr>
          <p:spPr>
            <a:xfrm>
              <a:off x="8530508" y="3734531"/>
              <a:ext cx="7643" cy="4777"/>
            </a:xfrm>
            <a:custGeom>
              <a:avLst/>
              <a:gdLst>
                <a:gd name="csX0" fmla="*/ 0 w 7643"/>
                <a:gd name="csY0" fmla="*/ 4777 h 4777"/>
                <a:gd name="csX1" fmla="*/ 0 w 7643"/>
                <a:gd name="csY1" fmla="*/ 4777 h 4777"/>
                <a:gd name="csX2" fmla="*/ 2389 w 7643"/>
                <a:gd name="csY2" fmla="*/ 3822 h 4777"/>
                <a:gd name="csX3" fmla="*/ 4300 w 7643"/>
                <a:gd name="csY3" fmla="*/ 1433 h 4777"/>
                <a:gd name="csX4" fmla="*/ 7644 w 7643"/>
                <a:gd name="csY4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43" h="4777">
                  <a:moveTo>
                    <a:pt x="0" y="4777"/>
                  </a:moveTo>
                  <a:lnTo>
                    <a:pt x="0" y="4777"/>
                  </a:lnTo>
                  <a:lnTo>
                    <a:pt x="2389" y="3822"/>
                  </a:lnTo>
                  <a:lnTo>
                    <a:pt x="4300" y="1433"/>
                  </a:lnTo>
                  <a:lnTo>
                    <a:pt x="76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8" name="Freeform 4007">
              <a:extLst>
                <a:ext uri="{FF2B5EF4-FFF2-40B4-BE49-F238E27FC236}">
                  <a16:creationId xmlns:a16="http://schemas.microsoft.com/office/drawing/2014/main" id="{A49C6721-9438-3568-08B2-6A409E5D5477}"/>
                </a:ext>
              </a:extLst>
            </p:cNvPr>
            <p:cNvSpPr/>
            <p:nvPr/>
          </p:nvSpPr>
          <p:spPr>
            <a:xfrm>
              <a:off x="8521431" y="3738830"/>
              <a:ext cx="2866" cy="955"/>
            </a:xfrm>
            <a:custGeom>
              <a:avLst/>
              <a:gdLst>
                <a:gd name="csX0" fmla="*/ 0 w 2866"/>
                <a:gd name="csY0" fmla="*/ 956 h 955"/>
                <a:gd name="csX1" fmla="*/ 2867 w 2866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66" h="955">
                  <a:moveTo>
                    <a:pt x="0" y="956"/>
                  </a:moveTo>
                  <a:lnTo>
                    <a:pt x="286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9" name="Freeform 4008">
              <a:extLst>
                <a:ext uri="{FF2B5EF4-FFF2-40B4-BE49-F238E27FC236}">
                  <a16:creationId xmlns:a16="http://schemas.microsoft.com/office/drawing/2014/main" id="{D5251837-C2A3-3A65-28FD-E4788795698D}"/>
                </a:ext>
              </a:extLst>
            </p:cNvPr>
            <p:cNvSpPr/>
            <p:nvPr/>
          </p:nvSpPr>
          <p:spPr>
            <a:xfrm>
              <a:off x="8516654" y="3739786"/>
              <a:ext cx="4777" cy="3344"/>
            </a:xfrm>
            <a:custGeom>
              <a:avLst/>
              <a:gdLst>
                <a:gd name="csX0" fmla="*/ 0 w 4777"/>
                <a:gd name="csY0" fmla="*/ 3344 h 3344"/>
                <a:gd name="csX1" fmla="*/ 2389 w 4777"/>
                <a:gd name="csY1" fmla="*/ 2389 h 3344"/>
                <a:gd name="csX2" fmla="*/ 4777 w 4777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3344">
                  <a:moveTo>
                    <a:pt x="0" y="3344"/>
                  </a:moveTo>
                  <a:lnTo>
                    <a:pt x="2389" y="2389"/>
                  </a:lnTo>
                  <a:lnTo>
                    <a:pt x="47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0" name="Freeform 4009">
              <a:extLst>
                <a:ext uri="{FF2B5EF4-FFF2-40B4-BE49-F238E27FC236}">
                  <a16:creationId xmlns:a16="http://schemas.microsoft.com/office/drawing/2014/main" id="{47756917-92A0-FFB1-2C80-DF9EB990D1DD}"/>
                </a:ext>
              </a:extLst>
            </p:cNvPr>
            <p:cNvSpPr/>
            <p:nvPr/>
          </p:nvSpPr>
          <p:spPr>
            <a:xfrm>
              <a:off x="8510921" y="3743130"/>
              <a:ext cx="4777" cy="6210"/>
            </a:xfrm>
            <a:custGeom>
              <a:avLst/>
              <a:gdLst>
                <a:gd name="csX0" fmla="*/ 0 w 4777"/>
                <a:gd name="csY0" fmla="*/ 6211 h 6210"/>
                <a:gd name="csX1" fmla="*/ 0 w 4777"/>
                <a:gd name="csY1" fmla="*/ 6211 h 6210"/>
                <a:gd name="csX2" fmla="*/ 1911 w 4777"/>
                <a:gd name="csY2" fmla="*/ 4777 h 6210"/>
                <a:gd name="csX3" fmla="*/ 3344 w 4777"/>
                <a:gd name="csY3" fmla="*/ 1433 h 6210"/>
                <a:gd name="csX4" fmla="*/ 4777 w 4777"/>
                <a:gd name="csY4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6210">
                  <a:moveTo>
                    <a:pt x="0" y="6211"/>
                  </a:moveTo>
                  <a:lnTo>
                    <a:pt x="0" y="6211"/>
                  </a:lnTo>
                  <a:lnTo>
                    <a:pt x="1911" y="4777"/>
                  </a:lnTo>
                  <a:lnTo>
                    <a:pt x="3344" y="1433"/>
                  </a:lnTo>
                  <a:lnTo>
                    <a:pt x="47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1" name="Freeform 4010">
              <a:extLst>
                <a:ext uri="{FF2B5EF4-FFF2-40B4-BE49-F238E27FC236}">
                  <a16:creationId xmlns:a16="http://schemas.microsoft.com/office/drawing/2014/main" id="{76CB74B5-A3E5-C1EE-29B6-76649A7EC121}"/>
                </a:ext>
              </a:extLst>
            </p:cNvPr>
            <p:cNvSpPr/>
            <p:nvPr/>
          </p:nvSpPr>
          <p:spPr>
            <a:xfrm>
              <a:off x="8492767" y="3748862"/>
              <a:ext cx="16242" cy="1433"/>
            </a:xfrm>
            <a:custGeom>
              <a:avLst/>
              <a:gdLst>
                <a:gd name="csX0" fmla="*/ 0 w 16242"/>
                <a:gd name="csY0" fmla="*/ 1433 h 1433"/>
                <a:gd name="csX1" fmla="*/ 4300 w 16242"/>
                <a:gd name="csY1" fmla="*/ 1433 h 1433"/>
                <a:gd name="csX2" fmla="*/ 11466 w 16242"/>
                <a:gd name="csY2" fmla="*/ 478 h 1433"/>
                <a:gd name="csX3" fmla="*/ 16243 w 16242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242" h="1433">
                  <a:moveTo>
                    <a:pt x="0" y="1433"/>
                  </a:moveTo>
                  <a:lnTo>
                    <a:pt x="4300" y="1433"/>
                  </a:lnTo>
                  <a:lnTo>
                    <a:pt x="11466" y="478"/>
                  </a:lnTo>
                  <a:lnTo>
                    <a:pt x="1624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2" name="Freeform 4011">
              <a:extLst>
                <a:ext uri="{FF2B5EF4-FFF2-40B4-BE49-F238E27FC236}">
                  <a16:creationId xmlns:a16="http://schemas.microsoft.com/office/drawing/2014/main" id="{83F6CFE2-0971-C4C3-230C-9DB454C04C31}"/>
                </a:ext>
              </a:extLst>
            </p:cNvPr>
            <p:cNvSpPr/>
            <p:nvPr/>
          </p:nvSpPr>
          <p:spPr>
            <a:xfrm>
              <a:off x="8447861" y="3703478"/>
              <a:ext cx="1910" cy="955"/>
            </a:xfrm>
            <a:custGeom>
              <a:avLst/>
              <a:gdLst>
                <a:gd name="csX0" fmla="*/ 0 w 1910"/>
                <a:gd name="csY0" fmla="*/ 955 h 955"/>
                <a:gd name="csX1" fmla="*/ 478 w 1910"/>
                <a:gd name="csY1" fmla="*/ 955 h 955"/>
                <a:gd name="csX2" fmla="*/ 955 w 1910"/>
                <a:gd name="csY2" fmla="*/ 955 h 955"/>
                <a:gd name="csX3" fmla="*/ 1910 w 1910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955">
                  <a:moveTo>
                    <a:pt x="0" y="955"/>
                  </a:moveTo>
                  <a:lnTo>
                    <a:pt x="478" y="955"/>
                  </a:lnTo>
                  <a:lnTo>
                    <a:pt x="955" y="955"/>
                  </a:lnTo>
                  <a:lnTo>
                    <a:pt x="191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3" name="Freeform 4012">
              <a:extLst>
                <a:ext uri="{FF2B5EF4-FFF2-40B4-BE49-F238E27FC236}">
                  <a16:creationId xmlns:a16="http://schemas.microsoft.com/office/drawing/2014/main" id="{F3A02CD9-2E0E-4ED9-AAEC-238245AE5DFE}"/>
                </a:ext>
              </a:extLst>
            </p:cNvPr>
            <p:cNvSpPr/>
            <p:nvPr/>
          </p:nvSpPr>
          <p:spPr>
            <a:xfrm>
              <a:off x="8444039" y="3703956"/>
              <a:ext cx="1433" cy="477"/>
            </a:xfrm>
            <a:custGeom>
              <a:avLst/>
              <a:gdLst>
                <a:gd name="csX0" fmla="*/ 0 w 1433"/>
                <a:gd name="csY0" fmla="*/ 478 h 477"/>
                <a:gd name="csX1" fmla="*/ 478 w 1433"/>
                <a:gd name="csY1" fmla="*/ 478 h 477"/>
                <a:gd name="csX2" fmla="*/ 1433 w 1433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477">
                  <a:moveTo>
                    <a:pt x="0" y="478"/>
                  </a:moveTo>
                  <a:lnTo>
                    <a:pt x="478" y="478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4" name="Freeform 4013">
              <a:extLst>
                <a:ext uri="{FF2B5EF4-FFF2-40B4-BE49-F238E27FC236}">
                  <a16:creationId xmlns:a16="http://schemas.microsoft.com/office/drawing/2014/main" id="{357B8697-CFDC-E1FD-7D76-B397C88C7239}"/>
                </a:ext>
              </a:extLst>
            </p:cNvPr>
            <p:cNvSpPr/>
            <p:nvPr/>
          </p:nvSpPr>
          <p:spPr>
            <a:xfrm>
              <a:off x="8426841" y="3697745"/>
              <a:ext cx="9076" cy="955"/>
            </a:xfrm>
            <a:custGeom>
              <a:avLst/>
              <a:gdLst>
                <a:gd name="csX0" fmla="*/ 0 w 9076"/>
                <a:gd name="csY0" fmla="*/ 956 h 955"/>
                <a:gd name="csX1" fmla="*/ 5733 w 9076"/>
                <a:gd name="csY1" fmla="*/ 0 h 955"/>
                <a:gd name="csX2" fmla="*/ 9077 w 9076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076" h="955">
                  <a:moveTo>
                    <a:pt x="0" y="956"/>
                  </a:moveTo>
                  <a:lnTo>
                    <a:pt x="5733" y="0"/>
                  </a:lnTo>
                  <a:lnTo>
                    <a:pt x="90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5" name="Freeform 4014">
              <a:extLst>
                <a:ext uri="{FF2B5EF4-FFF2-40B4-BE49-F238E27FC236}">
                  <a16:creationId xmlns:a16="http://schemas.microsoft.com/office/drawing/2014/main" id="{BC5EA576-8B9D-CD7E-1762-6785E6EA3EF8}"/>
                </a:ext>
              </a:extLst>
            </p:cNvPr>
            <p:cNvSpPr/>
            <p:nvPr/>
          </p:nvSpPr>
          <p:spPr>
            <a:xfrm>
              <a:off x="8360436" y="3592645"/>
              <a:ext cx="3822" cy="2388"/>
            </a:xfrm>
            <a:custGeom>
              <a:avLst/>
              <a:gdLst>
                <a:gd name="csX0" fmla="*/ 0 w 3822"/>
                <a:gd name="csY0" fmla="*/ 2389 h 2388"/>
                <a:gd name="csX1" fmla="*/ 0 w 3822"/>
                <a:gd name="csY1" fmla="*/ 2389 h 2388"/>
                <a:gd name="csX2" fmla="*/ 478 w 3822"/>
                <a:gd name="csY2" fmla="*/ 956 h 2388"/>
                <a:gd name="csX3" fmla="*/ 1433 w 3822"/>
                <a:gd name="csY3" fmla="*/ 478 h 2388"/>
                <a:gd name="csX4" fmla="*/ 3822 w 3822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2" h="2388">
                  <a:moveTo>
                    <a:pt x="0" y="2389"/>
                  </a:moveTo>
                  <a:lnTo>
                    <a:pt x="0" y="2389"/>
                  </a:lnTo>
                  <a:lnTo>
                    <a:pt x="478" y="956"/>
                  </a:lnTo>
                  <a:lnTo>
                    <a:pt x="1433" y="478"/>
                  </a:ln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6" name="Freeform 4015">
              <a:extLst>
                <a:ext uri="{FF2B5EF4-FFF2-40B4-BE49-F238E27FC236}">
                  <a16:creationId xmlns:a16="http://schemas.microsoft.com/office/drawing/2014/main" id="{B7D3966B-4009-8389-1287-08E7DFDE87A2}"/>
                </a:ext>
              </a:extLst>
            </p:cNvPr>
            <p:cNvSpPr/>
            <p:nvPr/>
          </p:nvSpPr>
          <p:spPr>
            <a:xfrm>
              <a:off x="8345627" y="3587868"/>
              <a:ext cx="1432" cy="477"/>
            </a:xfrm>
            <a:custGeom>
              <a:avLst/>
              <a:gdLst>
                <a:gd name="csX0" fmla="*/ 0 w 1432"/>
                <a:gd name="csY0" fmla="*/ 0 h 477"/>
                <a:gd name="csX1" fmla="*/ 0 w 1432"/>
                <a:gd name="csY1" fmla="*/ 478 h 477"/>
                <a:gd name="csX2" fmla="*/ 1433 w 1432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477">
                  <a:moveTo>
                    <a:pt x="0" y="0"/>
                  </a:moveTo>
                  <a:lnTo>
                    <a:pt x="0" y="478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" name="Freeform 4016">
              <a:extLst>
                <a:ext uri="{FF2B5EF4-FFF2-40B4-BE49-F238E27FC236}">
                  <a16:creationId xmlns:a16="http://schemas.microsoft.com/office/drawing/2014/main" id="{B8F7663B-2AE8-BE25-7E7C-D920CDBF7716}"/>
                </a:ext>
              </a:extLst>
            </p:cNvPr>
            <p:cNvSpPr/>
            <p:nvPr/>
          </p:nvSpPr>
          <p:spPr>
            <a:xfrm>
              <a:off x="8333684" y="3582612"/>
              <a:ext cx="1432" cy="477"/>
            </a:xfrm>
            <a:custGeom>
              <a:avLst/>
              <a:gdLst>
                <a:gd name="csX0" fmla="*/ 0 w 1432"/>
                <a:gd name="csY0" fmla="*/ 478 h 477"/>
                <a:gd name="csX1" fmla="*/ 478 w 1432"/>
                <a:gd name="csY1" fmla="*/ 478 h 477"/>
                <a:gd name="csX2" fmla="*/ 1433 w 1432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477">
                  <a:moveTo>
                    <a:pt x="0" y="478"/>
                  </a:moveTo>
                  <a:lnTo>
                    <a:pt x="478" y="478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8" name="Freeform 4017">
              <a:extLst>
                <a:ext uri="{FF2B5EF4-FFF2-40B4-BE49-F238E27FC236}">
                  <a16:creationId xmlns:a16="http://schemas.microsoft.com/office/drawing/2014/main" id="{3E894D20-BA1B-E941-2720-823ACA8989D7}"/>
                </a:ext>
              </a:extLst>
            </p:cNvPr>
            <p:cNvSpPr/>
            <p:nvPr/>
          </p:nvSpPr>
          <p:spPr>
            <a:xfrm>
              <a:off x="4347509" y="4507974"/>
              <a:ext cx="125642" cy="83125"/>
            </a:xfrm>
            <a:custGeom>
              <a:avLst/>
              <a:gdLst>
                <a:gd name="csX0" fmla="*/ 0 w 125642"/>
                <a:gd name="csY0" fmla="*/ 72615 h 83125"/>
                <a:gd name="csX1" fmla="*/ 478 w 125642"/>
                <a:gd name="csY1" fmla="*/ 71182 h 83125"/>
                <a:gd name="csX2" fmla="*/ 1433 w 125642"/>
                <a:gd name="csY2" fmla="*/ 69748 h 83125"/>
                <a:gd name="csX3" fmla="*/ 1911 w 125642"/>
                <a:gd name="csY3" fmla="*/ 69748 h 83125"/>
                <a:gd name="csX4" fmla="*/ 1911 w 125642"/>
                <a:gd name="csY4" fmla="*/ 69748 h 83125"/>
                <a:gd name="csX5" fmla="*/ 2389 w 125642"/>
                <a:gd name="csY5" fmla="*/ 69748 h 83125"/>
                <a:gd name="csX6" fmla="*/ 4300 w 125642"/>
                <a:gd name="csY6" fmla="*/ 72615 h 83125"/>
                <a:gd name="csX7" fmla="*/ 6688 w 125642"/>
                <a:gd name="csY7" fmla="*/ 74048 h 83125"/>
                <a:gd name="csX8" fmla="*/ 9555 w 125642"/>
                <a:gd name="csY8" fmla="*/ 76914 h 83125"/>
                <a:gd name="csX9" fmla="*/ 10510 w 125642"/>
                <a:gd name="csY9" fmla="*/ 78825 h 83125"/>
                <a:gd name="csX10" fmla="*/ 11466 w 125642"/>
                <a:gd name="csY10" fmla="*/ 79303 h 83125"/>
                <a:gd name="csX11" fmla="*/ 12421 w 125642"/>
                <a:gd name="csY11" fmla="*/ 79781 h 83125"/>
                <a:gd name="csX12" fmla="*/ 11943 w 125642"/>
                <a:gd name="csY12" fmla="*/ 80258 h 83125"/>
                <a:gd name="csX13" fmla="*/ 10988 w 125642"/>
                <a:gd name="csY13" fmla="*/ 80736 h 83125"/>
                <a:gd name="csX14" fmla="*/ 10988 w 125642"/>
                <a:gd name="csY14" fmla="*/ 82170 h 83125"/>
                <a:gd name="csX15" fmla="*/ 11466 w 125642"/>
                <a:gd name="csY15" fmla="*/ 82647 h 83125"/>
                <a:gd name="csX16" fmla="*/ 11943 w 125642"/>
                <a:gd name="csY16" fmla="*/ 83125 h 83125"/>
                <a:gd name="csX17" fmla="*/ 13376 w 125642"/>
                <a:gd name="csY17" fmla="*/ 82647 h 83125"/>
                <a:gd name="csX18" fmla="*/ 14332 w 125642"/>
                <a:gd name="csY18" fmla="*/ 81692 h 83125"/>
                <a:gd name="csX19" fmla="*/ 13854 w 125642"/>
                <a:gd name="csY19" fmla="*/ 75959 h 83125"/>
                <a:gd name="csX20" fmla="*/ 12899 w 125642"/>
                <a:gd name="csY20" fmla="*/ 73093 h 83125"/>
                <a:gd name="csX21" fmla="*/ 11943 w 125642"/>
                <a:gd name="csY21" fmla="*/ 72137 h 83125"/>
                <a:gd name="csX22" fmla="*/ 10988 w 125642"/>
                <a:gd name="csY22" fmla="*/ 71182 h 83125"/>
                <a:gd name="csX23" fmla="*/ 11466 w 125642"/>
                <a:gd name="csY23" fmla="*/ 70226 h 83125"/>
                <a:gd name="csX24" fmla="*/ 13376 w 125642"/>
                <a:gd name="csY24" fmla="*/ 69748 h 83125"/>
                <a:gd name="csX25" fmla="*/ 15287 w 125642"/>
                <a:gd name="csY25" fmla="*/ 68793 h 83125"/>
                <a:gd name="csX26" fmla="*/ 23409 w 125642"/>
                <a:gd name="csY26" fmla="*/ 63538 h 83125"/>
                <a:gd name="csX27" fmla="*/ 26275 w 125642"/>
                <a:gd name="csY27" fmla="*/ 58283 h 83125"/>
                <a:gd name="csX28" fmla="*/ 28664 w 125642"/>
                <a:gd name="csY28" fmla="*/ 56372 h 83125"/>
                <a:gd name="csX29" fmla="*/ 31052 w 125642"/>
                <a:gd name="csY29" fmla="*/ 55417 h 83125"/>
                <a:gd name="csX30" fmla="*/ 33919 w 125642"/>
                <a:gd name="csY30" fmla="*/ 55894 h 83125"/>
                <a:gd name="csX31" fmla="*/ 36307 w 125642"/>
                <a:gd name="csY31" fmla="*/ 54939 h 83125"/>
                <a:gd name="csX32" fmla="*/ 36785 w 125642"/>
                <a:gd name="csY32" fmla="*/ 53506 h 83125"/>
                <a:gd name="csX33" fmla="*/ 36307 w 125642"/>
                <a:gd name="csY33" fmla="*/ 51117 h 83125"/>
                <a:gd name="csX34" fmla="*/ 35352 w 125642"/>
                <a:gd name="csY34" fmla="*/ 50162 h 83125"/>
                <a:gd name="csX35" fmla="*/ 36307 w 125642"/>
                <a:gd name="csY35" fmla="*/ 48251 h 83125"/>
                <a:gd name="csX36" fmla="*/ 37263 w 125642"/>
                <a:gd name="csY36" fmla="*/ 44907 h 83125"/>
                <a:gd name="csX37" fmla="*/ 37263 w 125642"/>
                <a:gd name="csY37" fmla="*/ 42518 h 83125"/>
                <a:gd name="csX38" fmla="*/ 38218 w 125642"/>
                <a:gd name="csY38" fmla="*/ 41085 h 83125"/>
                <a:gd name="csX39" fmla="*/ 37741 w 125642"/>
                <a:gd name="csY39" fmla="*/ 40607 h 83125"/>
                <a:gd name="csX40" fmla="*/ 36307 w 125642"/>
                <a:gd name="csY40" fmla="*/ 42040 h 83125"/>
                <a:gd name="csX41" fmla="*/ 34874 w 125642"/>
                <a:gd name="csY41" fmla="*/ 42518 h 83125"/>
                <a:gd name="csX42" fmla="*/ 35830 w 125642"/>
                <a:gd name="csY42" fmla="*/ 41563 h 83125"/>
                <a:gd name="csX43" fmla="*/ 37741 w 125642"/>
                <a:gd name="csY43" fmla="*/ 39174 h 83125"/>
                <a:gd name="csX44" fmla="*/ 39174 w 125642"/>
                <a:gd name="csY44" fmla="*/ 35352 h 83125"/>
                <a:gd name="csX45" fmla="*/ 40129 w 125642"/>
                <a:gd name="csY45" fmla="*/ 33919 h 83125"/>
                <a:gd name="csX46" fmla="*/ 43473 w 125642"/>
                <a:gd name="csY46" fmla="*/ 31530 h 83125"/>
                <a:gd name="csX47" fmla="*/ 43951 w 125642"/>
                <a:gd name="csY47" fmla="*/ 30575 h 83125"/>
                <a:gd name="csX48" fmla="*/ 46340 w 125642"/>
                <a:gd name="csY48" fmla="*/ 29141 h 83125"/>
                <a:gd name="csX49" fmla="*/ 50639 w 125642"/>
                <a:gd name="csY49" fmla="*/ 25320 h 83125"/>
                <a:gd name="csX50" fmla="*/ 52073 w 125642"/>
                <a:gd name="csY50" fmla="*/ 24364 h 83125"/>
                <a:gd name="csX51" fmla="*/ 59716 w 125642"/>
                <a:gd name="csY51" fmla="*/ 26753 h 83125"/>
                <a:gd name="csX52" fmla="*/ 62105 w 125642"/>
                <a:gd name="csY52" fmla="*/ 26753 h 83125"/>
                <a:gd name="csX53" fmla="*/ 61627 w 125642"/>
                <a:gd name="csY53" fmla="*/ 27231 h 83125"/>
                <a:gd name="csX54" fmla="*/ 60672 w 125642"/>
                <a:gd name="csY54" fmla="*/ 27231 h 83125"/>
                <a:gd name="csX55" fmla="*/ 58761 w 125642"/>
                <a:gd name="csY55" fmla="*/ 27708 h 83125"/>
                <a:gd name="csX56" fmla="*/ 58761 w 125642"/>
                <a:gd name="csY56" fmla="*/ 29141 h 83125"/>
                <a:gd name="csX57" fmla="*/ 59716 w 125642"/>
                <a:gd name="csY57" fmla="*/ 30575 h 83125"/>
                <a:gd name="csX58" fmla="*/ 60672 w 125642"/>
                <a:gd name="csY58" fmla="*/ 31052 h 83125"/>
                <a:gd name="csX59" fmla="*/ 61627 w 125642"/>
                <a:gd name="csY59" fmla="*/ 30097 h 83125"/>
                <a:gd name="csX60" fmla="*/ 62582 w 125642"/>
                <a:gd name="csY60" fmla="*/ 27231 h 83125"/>
                <a:gd name="csX61" fmla="*/ 64493 w 125642"/>
                <a:gd name="csY61" fmla="*/ 24842 h 83125"/>
                <a:gd name="csX62" fmla="*/ 64971 w 125642"/>
                <a:gd name="csY62" fmla="*/ 21498 h 83125"/>
                <a:gd name="csX63" fmla="*/ 65927 w 125642"/>
                <a:gd name="csY63" fmla="*/ 20542 h 83125"/>
                <a:gd name="csX64" fmla="*/ 67360 w 125642"/>
                <a:gd name="csY64" fmla="*/ 20542 h 83125"/>
                <a:gd name="csX65" fmla="*/ 70704 w 125642"/>
                <a:gd name="csY65" fmla="*/ 21020 h 83125"/>
                <a:gd name="csX66" fmla="*/ 72615 w 125642"/>
                <a:gd name="csY66" fmla="*/ 21498 h 83125"/>
                <a:gd name="csX67" fmla="*/ 75004 w 125642"/>
                <a:gd name="csY67" fmla="*/ 21498 h 83125"/>
                <a:gd name="csX68" fmla="*/ 82170 w 125642"/>
                <a:gd name="csY68" fmla="*/ 21020 h 83125"/>
                <a:gd name="csX69" fmla="*/ 94113 w 125642"/>
                <a:gd name="csY69" fmla="*/ 13376 h 83125"/>
                <a:gd name="csX70" fmla="*/ 99368 w 125642"/>
                <a:gd name="csY70" fmla="*/ 11943 h 83125"/>
                <a:gd name="csX71" fmla="*/ 103189 w 125642"/>
                <a:gd name="csY71" fmla="*/ 10032 h 83125"/>
                <a:gd name="csX72" fmla="*/ 105100 w 125642"/>
                <a:gd name="csY72" fmla="*/ 7166 h 83125"/>
                <a:gd name="csX73" fmla="*/ 105578 w 125642"/>
                <a:gd name="csY73" fmla="*/ 4777 h 83125"/>
                <a:gd name="csX74" fmla="*/ 107489 w 125642"/>
                <a:gd name="csY74" fmla="*/ 3822 h 83125"/>
                <a:gd name="csX75" fmla="*/ 108922 w 125642"/>
                <a:gd name="csY75" fmla="*/ 3822 h 83125"/>
                <a:gd name="csX76" fmla="*/ 109878 w 125642"/>
                <a:gd name="csY76" fmla="*/ 3344 h 83125"/>
                <a:gd name="csX77" fmla="*/ 109878 w 125642"/>
                <a:gd name="csY77" fmla="*/ 2389 h 83125"/>
                <a:gd name="csX78" fmla="*/ 114177 w 125642"/>
                <a:gd name="csY78" fmla="*/ 478 h 83125"/>
                <a:gd name="csX79" fmla="*/ 116566 w 125642"/>
                <a:gd name="csY79" fmla="*/ 0 h 83125"/>
                <a:gd name="csX80" fmla="*/ 118477 w 125642"/>
                <a:gd name="csY80" fmla="*/ 0 h 83125"/>
                <a:gd name="csX81" fmla="*/ 123254 w 125642"/>
                <a:gd name="csY81" fmla="*/ 1911 h 83125"/>
                <a:gd name="csX82" fmla="*/ 125165 w 125642"/>
                <a:gd name="csY82" fmla="*/ 5255 h 83125"/>
                <a:gd name="csX83" fmla="*/ 125643 w 125642"/>
                <a:gd name="csY83" fmla="*/ 7166 h 83125"/>
                <a:gd name="csX84" fmla="*/ 122777 w 125642"/>
                <a:gd name="csY84" fmla="*/ 9555 h 83125"/>
                <a:gd name="csX85" fmla="*/ 121821 w 125642"/>
                <a:gd name="csY85" fmla="*/ 10510 h 83125"/>
                <a:gd name="csX86" fmla="*/ 121821 w 125642"/>
                <a:gd name="csY86" fmla="*/ 10988 h 83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125642" h="83125">
                  <a:moveTo>
                    <a:pt x="0" y="72615"/>
                  </a:moveTo>
                  <a:lnTo>
                    <a:pt x="478" y="71182"/>
                  </a:lnTo>
                  <a:lnTo>
                    <a:pt x="1433" y="69748"/>
                  </a:lnTo>
                  <a:lnTo>
                    <a:pt x="1911" y="69748"/>
                  </a:lnTo>
                  <a:lnTo>
                    <a:pt x="1911" y="69748"/>
                  </a:lnTo>
                  <a:lnTo>
                    <a:pt x="2389" y="69748"/>
                  </a:lnTo>
                  <a:lnTo>
                    <a:pt x="4300" y="72615"/>
                  </a:lnTo>
                  <a:lnTo>
                    <a:pt x="6688" y="74048"/>
                  </a:lnTo>
                  <a:lnTo>
                    <a:pt x="9555" y="76914"/>
                  </a:lnTo>
                  <a:lnTo>
                    <a:pt x="10510" y="78825"/>
                  </a:lnTo>
                  <a:lnTo>
                    <a:pt x="11466" y="79303"/>
                  </a:lnTo>
                  <a:lnTo>
                    <a:pt x="12421" y="79781"/>
                  </a:lnTo>
                  <a:lnTo>
                    <a:pt x="11943" y="80258"/>
                  </a:lnTo>
                  <a:lnTo>
                    <a:pt x="10988" y="80736"/>
                  </a:lnTo>
                  <a:lnTo>
                    <a:pt x="10988" y="82170"/>
                  </a:lnTo>
                  <a:lnTo>
                    <a:pt x="11466" y="82647"/>
                  </a:lnTo>
                  <a:lnTo>
                    <a:pt x="11943" y="83125"/>
                  </a:lnTo>
                  <a:lnTo>
                    <a:pt x="13376" y="82647"/>
                  </a:lnTo>
                  <a:lnTo>
                    <a:pt x="14332" y="81692"/>
                  </a:lnTo>
                  <a:lnTo>
                    <a:pt x="13854" y="75959"/>
                  </a:lnTo>
                  <a:lnTo>
                    <a:pt x="12899" y="73093"/>
                  </a:lnTo>
                  <a:lnTo>
                    <a:pt x="11943" y="72137"/>
                  </a:lnTo>
                  <a:lnTo>
                    <a:pt x="10988" y="71182"/>
                  </a:lnTo>
                  <a:lnTo>
                    <a:pt x="11466" y="70226"/>
                  </a:lnTo>
                  <a:lnTo>
                    <a:pt x="13376" y="69748"/>
                  </a:lnTo>
                  <a:lnTo>
                    <a:pt x="15287" y="68793"/>
                  </a:lnTo>
                  <a:lnTo>
                    <a:pt x="23409" y="63538"/>
                  </a:lnTo>
                  <a:lnTo>
                    <a:pt x="26275" y="58283"/>
                  </a:lnTo>
                  <a:lnTo>
                    <a:pt x="28664" y="56372"/>
                  </a:lnTo>
                  <a:lnTo>
                    <a:pt x="31052" y="55417"/>
                  </a:lnTo>
                  <a:lnTo>
                    <a:pt x="33919" y="55894"/>
                  </a:lnTo>
                  <a:lnTo>
                    <a:pt x="36307" y="54939"/>
                  </a:lnTo>
                  <a:lnTo>
                    <a:pt x="36785" y="53506"/>
                  </a:lnTo>
                  <a:lnTo>
                    <a:pt x="36307" y="51117"/>
                  </a:lnTo>
                  <a:lnTo>
                    <a:pt x="35352" y="50162"/>
                  </a:lnTo>
                  <a:lnTo>
                    <a:pt x="36307" y="48251"/>
                  </a:lnTo>
                  <a:lnTo>
                    <a:pt x="37263" y="44907"/>
                  </a:lnTo>
                  <a:lnTo>
                    <a:pt x="37263" y="42518"/>
                  </a:lnTo>
                  <a:lnTo>
                    <a:pt x="38218" y="41085"/>
                  </a:lnTo>
                  <a:lnTo>
                    <a:pt x="37741" y="40607"/>
                  </a:lnTo>
                  <a:lnTo>
                    <a:pt x="36307" y="42040"/>
                  </a:lnTo>
                  <a:lnTo>
                    <a:pt x="34874" y="42518"/>
                  </a:lnTo>
                  <a:lnTo>
                    <a:pt x="35830" y="41563"/>
                  </a:lnTo>
                  <a:lnTo>
                    <a:pt x="37741" y="39174"/>
                  </a:lnTo>
                  <a:lnTo>
                    <a:pt x="39174" y="35352"/>
                  </a:lnTo>
                  <a:lnTo>
                    <a:pt x="40129" y="33919"/>
                  </a:lnTo>
                  <a:lnTo>
                    <a:pt x="43473" y="31530"/>
                  </a:lnTo>
                  <a:lnTo>
                    <a:pt x="43951" y="30575"/>
                  </a:lnTo>
                  <a:lnTo>
                    <a:pt x="46340" y="29141"/>
                  </a:lnTo>
                  <a:lnTo>
                    <a:pt x="50639" y="25320"/>
                  </a:lnTo>
                  <a:lnTo>
                    <a:pt x="52073" y="24364"/>
                  </a:lnTo>
                  <a:lnTo>
                    <a:pt x="59716" y="26753"/>
                  </a:lnTo>
                  <a:lnTo>
                    <a:pt x="62105" y="26753"/>
                  </a:lnTo>
                  <a:lnTo>
                    <a:pt x="61627" y="27231"/>
                  </a:lnTo>
                  <a:lnTo>
                    <a:pt x="60672" y="27231"/>
                  </a:lnTo>
                  <a:lnTo>
                    <a:pt x="58761" y="27708"/>
                  </a:lnTo>
                  <a:lnTo>
                    <a:pt x="58761" y="29141"/>
                  </a:lnTo>
                  <a:lnTo>
                    <a:pt x="59716" y="30575"/>
                  </a:lnTo>
                  <a:lnTo>
                    <a:pt x="60672" y="31052"/>
                  </a:lnTo>
                  <a:lnTo>
                    <a:pt x="61627" y="30097"/>
                  </a:lnTo>
                  <a:lnTo>
                    <a:pt x="62582" y="27231"/>
                  </a:lnTo>
                  <a:lnTo>
                    <a:pt x="64493" y="24842"/>
                  </a:lnTo>
                  <a:lnTo>
                    <a:pt x="64971" y="21498"/>
                  </a:lnTo>
                  <a:lnTo>
                    <a:pt x="65927" y="20542"/>
                  </a:lnTo>
                  <a:lnTo>
                    <a:pt x="67360" y="20542"/>
                  </a:lnTo>
                  <a:lnTo>
                    <a:pt x="70704" y="21020"/>
                  </a:lnTo>
                  <a:lnTo>
                    <a:pt x="72615" y="21498"/>
                  </a:lnTo>
                  <a:lnTo>
                    <a:pt x="75004" y="21498"/>
                  </a:lnTo>
                  <a:lnTo>
                    <a:pt x="82170" y="21020"/>
                  </a:lnTo>
                  <a:lnTo>
                    <a:pt x="94113" y="13376"/>
                  </a:lnTo>
                  <a:lnTo>
                    <a:pt x="99368" y="11943"/>
                  </a:lnTo>
                  <a:lnTo>
                    <a:pt x="103189" y="10032"/>
                  </a:lnTo>
                  <a:lnTo>
                    <a:pt x="105100" y="7166"/>
                  </a:lnTo>
                  <a:lnTo>
                    <a:pt x="105578" y="4777"/>
                  </a:lnTo>
                  <a:lnTo>
                    <a:pt x="107489" y="3822"/>
                  </a:lnTo>
                  <a:lnTo>
                    <a:pt x="108922" y="3822"/>
                  </a:lnTo>
                  <a:lnTo>
                    <a:pt x="109878" y="3344"/>
                  </a:lnTo>
                  <a:lnTo>
                    <a:pt x="109878" y="2389"/>
                  </a:lnTo>
                  <a:lnTo>
                    <a:pt x="114177" y="478"/>
                  </a:lnTo>
                  <a:lnTo>
                    <a:pt x="116566" y="0"/>
                  </a:lnTo>
                  <a:lnTo>
                    <a:pt x="118477" y="0"/>
                  </a:lnTo>
                  <a:lnTo>
                    <a:pt x="123254" y="1911"/>
                  </a:lnTo>
                  <a:lnTo>
                    <a:pt x="125165" y="5255"/>
                  </a:lnTo>
                  <a:lnTo>
                    <a:pt x="125643" y="7166"/>
                  </a:lnTo>
                  <a:lnTo>
                    <a:pt x="122777" y="9555"/>
                  </a:lnTo>
                  <a:lnTo>
                    <a:pt x="121821" y="10510"/>
                  </a:lnTo>
                  <a:lnTo>
                    <a:pt x="121821" y="109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9" name="Freeform 4018">
              <a:extLst>
                <a:ext uri="{FF2B5EF4-FFF2-40B4-BE49-F238E27FC236}">
                  <a16:creationId xmlns:a16="http://schemas.microsoft.com/office/drawing/2014/main" id="{3B791CBC-378F-5C14-3A35-05143785E784}"/>
                </a:ext>
              </a:extLst>
            </p:cNvPr>
            <p:cNvSpPr/>
            <p:nvPr/>
          </p:nvSpPr>
          <p:spPr>
            <a:xfrm>
              <a:off x="4348942" y="4582023"/>
              <a:ext cx="477" cy="1911"/>
            </a:xfrm>
            <a:custGeom>
              <a:avLst/>
              <a:gdLst>
                <a:gd name="csX0" fmla="*/ 478 w 477"/>
                <a:gd name="csY0" fmla="*/ 1911 h 1911"/>
                <a:gd name="csX1" fmla="*/ 0 w 477"/>
                <a:gd name="csY1" fmla="*/ 956 h 1911"/>
                <a:gd name="csX2" fmla="*/ 0 w 477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911">
                  <a:moveTo>
                    <a:pt x="478" y="1911"/>
                  </a:moveTo>
                  <a:lnTo>
                    <a:pt x="0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0" name="Freeform 4019">
              <a:extLst>
                <a:ext uri="{FF2B5EF4-FFF2-40B4-BE49-F238E27FC236}">
                  <a16:creationId xmlns:a16="http://schemas.microsoft.com/office/drawing/2014/main" id="{019DD8F9-8A43-C2CA-0210-F6B44128FEAA}"/>
                </a:ext>
              </a:extLst>
            </p:cNvPr>
            <p:cNvSpPr/>
            <p:nvPr/>
          </p:nvSpPr>
          <p:spPr>
            <a:xfrm>
              <a:off x="4352287" y="4588711"/>
              <a:ext cx="477" cy="1910"/>
            </a:xfrm>
            <a:custGeom>
              <a:avLst/>
              <a:gdLst>
                <a:gd name="csX0" fmla="*/ 0 w 477"/>
                <a:gd name="csY0" fmla="*/ 1911 h 1910"/>
                <a:gd name="csX1" fmla="*/ 0 w 477"/>
                <a:gd name="csY1" fmla="*/ 1911 h 1910"/>
                <a:gd name="csX2" fmla="*/ 478 w 477"/>
                <a:gd name="csY2" fmla="*/ 1433 h 1910"/>
                <a:gd name="csX3" fmla="*/ 478 w 477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0">
                  <a:moveTo>
                    <a:pt x="0" y="1911"/>
                  </a:moveTo>
                  <a:lnTo>
                    <a:pt x="0" y="1911"/>
                  </a:lnTo>
                  <a:lnTo>
                    <a:pt x="478" y="1433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1" name="Freeform 4020">
              <a:extLst>
                <a:ext uri="{FF2B5EF4-FFF2-40B4-BE49-F238E27FC236}">
                  <a16:creationId xmlns:a16="http://schemas.microsoft.com/office/drawing/2014/main" id="{B2151CF2-0DF0-33CB-81CE-068E210ECB84}"/>
                </a:ext>
              </a:extLst>
            </p:cNvPr>
            <p:cNvSpPr/>
            <p:nvPr/>
          </p:nvSpPr>
          <p:spPr>
            <a:xfrm>
              <a:off x="4349420" y="4592533"/>
              <a:ext cx="477" cy="1433"/>
            </a:xfrm>
            <a:custGeom>
              <a:avLst/>
              <a:gdLst>
                <a:gd name="csX0" fmla="*/ 0 w 477"/>
                <a:gd name="csY0" fmla="*/ 1433 h 1433"/>
                <a:gd name="csX1" fmla="*/ 478 w 477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433">
                  <a:moveTo>
                    <a:pt x="0" y="1433"/>
                  </a:move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2" name="Freeform 4021">
              <a:extLst>
                <a:ext uri="{FF2B5EF4-FFF2-40B4-BE49-F238E27FC236}">
                  <a16:creationId xmlns:a16="http://schemas.microsoft.com/office/drawing/2014/main" id="{AA1BB341-F251-53AC-083D-DD7AAF4C86AE}"/>
                </a:ext>
              </a:extLst>
            </p:cNvPr>
            <p:cNvSpPr/>
            <p:nvPr/>
          </p:nvSpPr>
          <p:spPr>
            <a:xfrm>
              <a:off x="4345121" y="4594921"/>
              <a:ext cx="4777" cy="2866"/>
            </a:xfrm>
            <a:custGeom>
              <a:avLst/>
              <a:gdLst>
                <a:gd name="csX0" fmla="*/ 0 w 4777"/>
                <a:gd name="csY0" fmla="*/ 2866 h 2866"/>
                <a:gd name="csX1" fmla="*/ 956 w 4777"/>
                <a:gd name="csY1" fmla="*/ 2389 h 2866"/>
                <a:gd name="csX2" fmla="*/ 4777 w 4777"/>
                <a:gd name="csY2" fmla="*/ 0 h 2866"/>
                <a:gd name="csX3" fmla="*/ 4777 w 4777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2866">
                  <a:moveTo>
                    <a:pt x="0" y="2866"/>
                  </a:moveTo>
                  <a:lnTo>
                    <a:pt x="956" y="2389"/>
                  </a:lnTo>
                  <a:lnTo>
                    <a:pt x="4777" y="0"/>
                  </a:lnTo>
                  <a:lnTo>
                    <a:pt x="47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3" name="Freeform 4022">
              <a:extLst>
                <a:ext uri="{FF2B5EF4-FFF2-40B4-BE49-F238E27FC236}">
                  <a16:creationId xmlns:a16="http://schemas.microsoft.com/office/drawing/2014/main" id="{DB8E0CB9-1238-8301-4AC1-DD895BE4675B}"/>
                </a:ext>
              </a:extLst>
            </p:cNvPr>
            <p:cNvSpPr/>
            <p:nvPr/>
          </p:nvSpPr>
          <p:spPr>
            <a:xfrm>
              <a:off x="4316457" y="4594921"/>
              <a:ext cx="38695" cy="113221"/>
            </a:xfrm>
            <a:custGeom>
              <a:avLst/>
              <a:gdLst>
                <a:gd name="csX0" fmla="*/ 3344 w 38695"/>
                <a:gd name="csY0" fmla="*/ 113222 h 113221"/>
                <a:gd name="csX1" fmla="*/ 2866 w 38695"/>
                <a:gd name="csY1" fmla="*/ 112266 h 113221"/>
                <a:gd name="csX2" fmla="*/ 0 w 38695"/>
                <a:gd name="csY2" fmla="*/ 110355 h 113221"/>
                <a:gd name="csX3" fmla="*/ 1433 w 38695"/>
                <a:gd name="csY3" fmla="*/ 107967 h 113221"/>
                <a:gd name="csX4" fmla="*/ 4777 w 38695"/>
                <a:gd name="csY4" fmla="*/ 106056 h 113221"/>
                <a:gd name="csX5" fmla="*/ 9077 w 38695"/>
                <a:gd name="csY5" fmla="*/ 107489 h 113221"/>
                <a:gd name="csX6" fmla="*/ 9555 w 38695"/>
                <a:gd name="csY6" fmla="*/ 105100 h 113221"/>
                <a:gd name="csX7" fmla="*/ 8121 w 38695"/>
                <a:gd name="csY7" fmla="*/ 102712 h 113221"/>
                <a:gd name="csX8" fmla="*/ 8121 w 38695"/>
                <a:gd name="csY8" fmla="*/ 97935 h 113221"/>
                <a:gd name="csX9" fmla="*/ 8599 w 38695"/>
                <a:gd name="csY9" fmla="*/ 96979 h 113221"/>
                <a:gd name="csX10" fmla="*/ 10032 w 38695"/>
                <a:gd name="csY10" fmla="*/ 96024 h 113221"/>
                <a:gd name="csX11" fmla="*/ 11466 w 38695"/>
                <a:gd name="csY11" fmla="*/ 95068 h 113221"/>
                <a:gd name="csX12" fmla="*/ 12421 w 38695"/>
                <a:gd name="csY12" fmla="*/ 94590 h 113221"/>
                <a:gd name="csX13" fmla="*/ 13854 w 38695"/>
                <a:gd name="csY13" fmla="*/ 95068 h 113221"/>
                <a:gd name="csX14" fmla="*/ 14809 w 38695"/>
                <a:gd name="csY14" fmla="*/ 94113 h 113221"/>
                <a:gd name="csX15" fmla="*/ 18154 w 38695"/>
                <a:gd name="csY15" fmla="*/ 94590 h 113221"/>
                <a:gd name="csX16" fmla="*/ 19109 w 38695"/>
                <a:gd name="csY16" fmla="*/ 94113 h 113221"/>
                <a:gd name="csX17" fmla="*/ 20065 w 38695"/>
                <a:gd name="csY17" fmla="*/ 93635 h 113221"/>
                <a:gd name="csX18" fmla="*/ 20542 w 38695"/>
                <a:gd name="csY18" fmla="*/ 93157 h 113221"/>
                <a:gd name="csX19" fmla="*/ 21975 w 38695"/>
                <a:gd name="csY19" fmla="*/ 92202 h 113221"/>
                <a:gd name="csX20" fmla="*/ 22453 w 38695"/>
                <a:gd name="csY20" fmla="*/ 90769 h 113221"/>
                <a:gd name="csX21" fmla="*/ 22931 w 38695"/>
                <a:gd name="csY21" fmla="*/ 90291 h 113221"/>
                <a:gd name="csX22" fmla="*/ 24364 w 38695"/>
                <a:gd name="csY22" fmla="*/ 90769 h 113221"/>
                <a:gd name="csX23" fmla="*/ 24364 w 38695"/>
                <a:gd name="csY23" fmla="*/ 89813 h 113221"/>
                <a:gd name="csX24" fmla="*/ 24842 w 38695"/>
                <a:gd name="csY24" fmla="*/ 89335 h 113221"/>
                <a:gd name="csX25" fmla="*/ 27231 w 38695"/>
                <a:gd name="csY25" fmla="*/ 87424 h 113221"/>
                <a:gd name="csX26" fmla="*/ 27231 w 38695"/>
                <a:gd name="csY26" fmla="*/ 86947 h 113221"/>
                <a:gd name="csX27" fmla="*/ 26275 w 38695"/>
                <a:gd name="csY27" fmla="*/ 85036 h 113221"/>
                <a:gd name="csX28" fmla="*/ 26753 w 38695"/>
                <a:gd name="csY28" fmla="*/ 84558 h 113221"/>
                <a:gd name="csX29" fmla="*/ 27708 w 38695"/>
                <a:gd name="csY29" fmla="*/ 84558 h 113221"/>
                <a:gd name="csX30" fmla="*/ 29141 w 38695"/>
                <a:gd name="csY30" fmla="*/ 84080 h 113221"/>
                <a:gd name="csX31" fmla="*/ 30097 w 38695"/>
                <a:gd name="csY31" fmla="*/ 82647 h 113221"/>
                <a:gd name="csX32" fmla="*/ 31052 w 38695"/>
                <a:gd name="csY32" fmla="*/ 81214 h 113221"/>
                <a:gd name="csX33" fmla="*/ 32008 w 38695"/>
                <a:gd name="csY33" fmla="*/ 79303 h 113221"/>
                <a:gd name="csX34" fmla="*/ 33441 w 38695"/>
                <a:gd name="csY34" fmla="*/ 79303 h 113221"/>
                <a:gd name="csX35" fmla="*/ 33919 w 38695"/>
                <a:gd name="csY35" fmla="*/ 76914 h 113221"/>
                <a:gd name="csX36" fmla="*/ 35352 w 38695"/>
                <a:gd name="csY36" fmla="*/ 75004 h 113221"/>
                <a:gd name="csX37" fmla="*/ 38696 w 38695"/>
                <a:gd name="csY37" fmla="*/ 68793 h 113221"/>
                <a:gd name="csX38" fmla="*/ 37741 w 38695"/>
                <a:gd name="csY38" fmla="*/ 68793 h 113221"/>
                <a:gd name="csX39" fmla="*/ 37263 w 38695"/>
                <a:gd name="csY39" fmla="*/ 69748 h 113221"/>
                <a:gd name="csX40" fmla="*/ 36307 w 38695"/>
                <a:gd name="csY40" fmla="*/ 69748 h 113221"/>
                <a:gd name="csX41" fmla="*/ 34874 w 38695"/>
                <a:gd name="csY41" fmla="*/ 69271 h 113221"/>
                <a:gd name="csX42" fmla="*/ 35352 w 38695"/>
                <a:gd name="csY42" fmla="*/ 66404 h 113221"/>
                <a:gd name="csX43" fmla="*/ 34874 w 38695"/>
                <a:gd name="csY43" fmla="*/ 66404 h 113221"/>
                <a:gd name="csX44" fmla="*/ 33441 w 38695"/>
                <a:gd name="csY44" fmla="*/ 68315 h 113221"/>
                <a:gd name="csX45" fmla="*/ 32008 w 38695"/>
                <a:gd name="csY45" fmla="*/ 66404 h 113221"/>
                <a:gd name="csX46" fmla="*/ 31530 w 38695"/>
                <a:gd name="csY46" fmla="*/ 64971 h 113221"/>
                <a:gd name="csX47" fmla="*/ 32486 w 38695"/>
                <a:gd name="csY47" fmla="*/ 63538 h 113221"/>
                <a:gd name="csX48" fmla="*/ 32008 w 38695"/>
                <a:gd name="csY48" fmla="*/ 63060 h 113221"/>
                <a:gd name="csX49" fmla="*/ 30097 w 38695"/>
                <a:gd name="csY49" fmla="*/ 63538 h 113221"/>
                <a:gd name="csX50" fmla="*/ 30097 w 38695"/>
                <a:gd name="csY50" fmla="*/ 62582 h 113221"/>
                <a:gd name="csX51" fmla="*/ 31530 w 38695"/>
                <a:gd name="csY51" fmla="*/ 62105 h 113221"/>
                <a:gd name="csX52" fmla="*/ 32008 w 38695"/>
                <a:gd name="csY52" fmla="*/ 61149 h 113221"/>
                <a:gd name="csX53" fmla="*/ 33441 w 38695"/>
                <a:gd name="csY53" fmla="*/ 60194 h 113221"/>
                <a:gd name="csX54" fmla="*/ 33919 w 38695"/>
                <a:gd name="csY54" fmla="*/ 58761 h 113221"/>
                <a:gd name="csX55" fmla="*/ 33919 w 38695"/>
                <a:gd name="csY55" fmla="*/ 56372 h 113221"/>
                <a:gd name="csX56" fmla="*/ 34874 w 38695"/>
                <a:gd name="csY56" fmla="*/ 54461 h 113221"/>
                <a:gd name="csX57" fmla="*/ 34397 w 38695"/>
                <a:gd name="csY57" fmla="*/ 53028 h 113221"/>
                <a:gd name="csX58" fmla="*/ 33441 w 38695"/>
                <a:gd name="csY58" fmla="*/ 52072 h 113221"/>
                <a:gd name="csX59" fmla="*/ 32963 w 38695"/>
                <a:gd name="csY59" fmla="*/ 47773 h 113221"/>
                <a:gd name="csX60" fmla="*/ 33441 w 38695"/>
                <a:gd name="csY60" fmla="*/ 45384 h 113221"/>
                <a:gd name="csX61" fmla="*/ 32963 w 38695"/>
                <a:gd name="csY61" fmla="*/ 43473 h 113221"/>
                <a:gd name="csX62" fmla="*/ 32486 w 38695"/>
                <a:gd name="csY62" fmla="*/ 41563 h 113221"/>
                <a:gd name="csX63" fmla="*/ 29619 w 38695"/>
                <a:gd name="csY63" fmla="*/ 39651 h 113221"/>
                <a:gd name="csX64" fmla="*/ 33919 w 38695"/>
                <a:gd name="csY64" fmla="*/ 36785 h 113221"/>
                <a:gd name="csX65" fmla="*/ 35352 w 38695"/>
                <a:gd name="csY65" fmla="*/ 34874 h 113221"/>
                <a:gd name="csX66" fmla="*/ 33441 w 38695"/>
                <a:gd name="csY66" fmla="*/ 31052 h 113221"/>
                <a:gd name="csX67" fmla="*/ 31052 w 38695"/>
                <a:gd name="csY67" fmla="*/ 27708 h 113221"/>
                <a:gd name="csX68" fmla="*/ 31052 w 38695"/>
                <a:gd name="csY68" fmla="*/ 25797 h 113221"/>
                <a:gd name="csX69" fmla="*/ 31530 w 38695"/>
                <a:gd name="csY69" fmla="*/ 26275 h 113221"/>
                <a:gd name="csX70" fmla="*/ 32486 w 38695"/>
                <a:gd name="csY70" fmla="*/ 26275 h 113221"/>
                <a:gd name="csX71" fmla="*/ 32963 w 38695"/>
                <a:gd name="csY71" fmla="*/ 21975 h 113221"/>
                <a:gd name="csX72" fmla="*/ 32963 w 38695"/>
                <a:gd name="csY72" fmla="*/ 20542 h 113221"/>
                <a:gd name="csX73" fmla="*/ 31530 w 38695"/>
                <a:gd name="csY73" fmla="*/ 18631 h 113221"/>
                <a:gd name="csX74" fmla="*/ 30097 w 38695"/>
                <a:gd name="csY74" fmla="*/ 18631 h 113221"/>
                <a:gd name="csX75" fmla="*/ 28186 w 38695"/>
                <a:gd name="csY75" fmla="*/ 15765 h 113221"/>
                <a:gd name="csX76" fmla="*/ 27708 w 38695"/>
                <a:gd name="csY76" fmla="*/ 15287 h 113221"/>
                <a:gd name="csX77" fmla="*/ 26753 w 38695"/>
                <a:gd name="csY77" fmla="*/ 13376 h 113221"/>
                <a:gd name="csX78" fmla="*/ 24364 w 38695"/>
                <a:gd name="csY78" fmla="*/ 10510 h 113221"/>
                <a:gd name="csX79" fmla="*/ 22453 w 38695"/>
                <a:gd name="csY79" fmla="*/ 8599 h 113221"/>
                <a:gd name="csX80" fmla="*/ 23886 w 38695"/>
                <a:gd name="csY80" fmla="*/ 4777 h 113221"/>
                <a:gd name="csX81" fmla="*/ 25320 w 38695"/>
                <a:gd name="csY81" fmla="*/ 4299 h 113221"/>
                <a:gd name="csX82" fmla="*/ 25320 w 38695"/>
                <a:gd name="csY82" fmla="*/ 3822 h 113221"/>
                <a:gd name="csX83" fmla="*/ 25798 w 38695"/>
                <a:gd name="csY83" fmla="*/ 2866 h 113221"/>
                <a:gd name="csX84" fmla="*/ 25320 w 38695"/>
                <a:gd name="csY84" fmla="*/ 478 h 113221"/>
                <a:gd name="csX85" fmla="*/ 25320 w 38695"/>
                <a:gd name="csY85" fmla="*/ 0 h 113221"/>
                <a:gd name="csX86" fmla="*/ 25320 w 38695"/>
                <a:gd name="csY86" fmla="*/ 0 h 113221"/>
                <a:gd name="csX87" fmla="*/ 25798 w 38695"/>
                <a:gd name="csY87" fmla="*/ 0 h 113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</a:cxnLst>
              <a:rect l="l" t="t" r="r" b="b"/>
              <a:pathLst>
                <a:path w="38695" h="113221">
                  <a:moveTo>
                    <a:pt x="3344" y="113222"/>
                  </a:moveTo>
                  <a:lnTo>
                    <a:pt x="2866" y="112266"/>
                  </a:lnTo>
                  <a:lnTo>
                    <a:pt x="0" y="110355"/>
                  </a:lnTo>
                  <a:lnTo>
                    <a:pt x="1433" y="107967"/>
                  </a:lnTo>
                  <a:lnTo>
                    <a:pt x="4777" y="106056"/>
                  </a:lnTo>
                  <a:lnTo>
                    <a:pt x="9077" y="107489"/>
                  </a:lnTo>
                  <a:lnTo>
                    <a:pt x="9555" y="105100"/>
                  </a:lnTo>
                  <a:lnTo>
                    <a:pt x="8121" y="102712"/>
                  </a:lnTo>
                  <a:lnTo>
                    <a:pt x="8121" y="97935"/>
                  </a:lnTo>
                  <a:lnTo>
                    <a:pt x="8599" y="96979"/>
                  </a:lnTo>
                  <a:lnTo>
                    <a:pt x="10032" y="96024"/>
                  </a:lnTo>
                  <a:lnTo>
                    <a:pt x="11466" y="95068"/>
                  </a:lnTo>
                  <a:lnTo>
                    <a:pt x="12421" y="94590"/>
                  </a:lnTo>
                  <a:lnTo>
                    <a:pt x="13854" y="95068"/>
                  </a:lnTo>
                  <a:lnTo>
                    <a:pt x="14809" y="94113"/>
                  </a:lnTo>
                  <a:lnTo>
                    <a:pt x="18154" y="94590"/>
                  </a:lnTo>
                  <a:lnTo>
                    <a:pt x="19109" y="94113"/>
                  </a:lnTo>
                  <a:lnTo>
                    <a:pt x="20065" y="93635"/>
                  </a:lnTo>
                  <a:lnTo>
                    <a:pt x="20542" y="93157"/>
                  </a:lnTo>
                  <a:lnTo>
                    <a:pt x="21975" y="92202"/>
                  </a:lnTo>
                  <a:lnTo>
                    <a:pt x="22453" y="90769"/>
                  </a:lnTo>
                  <a:lnTo>
                    <a:pt x="22931" y="90291"/>
                  </a:lnTo>
                  <a:lnTo>
                    <a:pt x="24364" y="90769"/>
                  </a:lnTo>
                  <a:lnTo>
                    <a:pt x="24364" y="89813"/>
                  </a:lnTo>
                  <a:lnTo>
                    <a:pt x="24842" y="89335"/>
                  </a:lnTo>
                  <a:lnTo>
                    <a:pt x="27231" y="87424"/>
                  </a:lnTo>
                  <a:lnTo>
                    <a:pt x="27231" y="86947"/>
                  </a:lnTo>
                  <a:lnTo>
                    <a:pt x="26275" y="85036"/>
                  </a:lnTo>
                  <a:lnTo>
                    <a:pt x="26753" y="84558"/>
                  </a:lnTo>
                  <a:lnTo>
                    <a:pt x="27708" y="84558"/>
                  </a:lnTo>
                  <a:lnTo>
                    <a:pt x="29141" y="84080"/>
                  </a:lnTo>
                  <a:lnTo>
                    <a:pt x="30097" y="82647"/>
                  </a:lnTo>
                  <a:lnTo>
                    <a:pt x="31052" y="81214"/>
                  </a:lnTo>
                  <a:lnTo>
                    <a:pt x="32008" y="79303"/>
                  </a:lnTo>
                  <a:lnTo>
                    <a:pt x="33441" y="79303"/>
                  </a:lnTo>
                  <a:lnTo>
                    <a:pt x="33919" y="76914"/>
                  </a:lnTo>
                  <a:lnTo>
                    <a:pt x="35352" y="75004"/>
                  </a:lnTo>
                  <a:lnTo>
                    <a:pt x="38696" y="68793"/>
                  </a:lnTo>
                  <a:lnTo>
                    <a:pt x="37741" y="68793"/>
                  </a:lnTo>
                  <a:lnTo>
                    <a:pt x="37263" y="69748"/>
                  </a:lnTo>
                  <a:lnTo>
                    <a:pt x="36307" y="69748"/>
                  </a:lnTo>
                  <a:lnTo>
                    <a:pt x="34874" y="69271"/>
                  </a:lnTo>
                  <a:lnTo>
                    <a:pt x="35352" y="66404"/>
                  </a:lnTo>
                  <a:lnTo>
                    <a:pt x="34874" y="66404"/>
                  </a:lnTo>
                  <a:lnTo>
                    <a:pt x="33441" y="68315"/>
                  </a:lnTo>
                  <a:lnTo>
                    <a:pt x="32008" y="66404"/>
                  </a:lnTo>
                  <a:lnTo>
                    <a:pt x="31530" y="64971"/>
                  </a:lnTo>
                  <a:lnTo>
                    <a:pt x="32486" y="63538"/>
                  </a:lnTo>
                  <a:lnTo>
                    <a:pt x="32008" y="63060"/>
                  </a:lnTo>
                  <a:lnTo>
                    <a:pt x="30097" y="63538"/>
                  </a:lnTo>
                  <a:lnTo>
                    <a:pt x="30097" y="62582"/>
                  </a:lnTo>
                  <a:lnTo>
                    <a:pt x="31530" y="62105"/>
                  </a:lnTo>
                  <a:lnTo>
                    <a:pt x="32008" y="61149"/>
                  </a:lnTo>
                  <a:lnTo>
                    <a:pt x="33441" y="60194"/>
                  </a:lnTo>
                  <a:lnTo>
                    <a:pt x="33919" y="58761"/>
                  </a:lnTo>
                  <a:lnTo>
                    <a:pt x="33919" y="56372"/>
                  </a:lnTo>
                  <a:lnTo>
                    <a:pt x="34874" y="54461"/>
                  </a:lnTo>
                  <a:lnTo>
                    <a:pt x="34397" y="53028"/>
                  </a:lnTo>
                  <a:lnTo>
                    <a:pt x="33441" y="52072"/>
                  </a:lnTo>
                  <a:lnTo>
                    <a:pt x="32963" y="47773"/>
                  </a:lnTo>
                  <a:lnTo>
                    <a:pt x="33441" y="45384"/>
                  </a:lnTo>
                  <a:lnTo>
                    <a:pt x="32963" y="43473"/>
                  </a:lnTo>
                  <a:lnTo>
                    <a:pt x="32486" y="41563"/>
                  </a:lnTo>
                  <a:lnTo>
                    <a:pt x="29619" y="39651"/>
                  </a:lnTo>
                  <a:lnTo>
                    <a:pt x="33919" y="36785"/>
                  </a:lnTo>
                  <a:lnTo>
                    <a:pt x="35352" y="34874"/>
                  </a:lnTo>
                  <a:lnTo>
                    <a:pt x="33441" y="31052"/>
                  </a:lnTo>
                  <a:lnTo>
                    <a:pt x="31052" y="27708"/>
                  </a:lnTo>
                  <a:lnTo>
                    <a:pt x="31052" y="25797"/>
                  </a:lnTo>
                  <a:lnTo>
                    <a:pt x="31530" y="26275"/>
                  </a:lnTo>
                  <a:lnTo>
                    <a:pt x="32486" y="26275"/>
                  </a:lnTo>
                  <a:lnTo>
                    <a:pt x="32963" y="21975"/>
                  </a:lnTo>
                  <a:lnTo>
                    <a:pt x="32963" y="20542"/>
                  </a:lnTo>
                  <a:lnTo>
                    <a:pt x="31530" y="18631"/>
                  </a:lnTo>
                  <a:lnTo>
                    <a:pt x="30097" y="18631"/>
                  </a:lnTo>
                  <a:lnTo>
                    <a:pt x="28186" y="15765"/>
                  </a:lnTo>
                  <a:lnTo>
                    <a:pt x="27708" y="15287"/>
                  </a:lnTo>
                  <a:lnTo>
                    <a:pt x="26753" y="13376"/>
                  </a:lnTo>
                  <a:lnTo>
                    <a:pt x="24364" y="10510"/>
                  </a:lnTo>
                  <a:lnTo>
                    <a:pt x="22453" y="8599"/>
                  </a:lnTo>
                  <a:lnTo>
                    <a:pt x="23886" y="4777"/>
                  </a:lnTo>
                  <a:lnTo>
                    <a:pt x="25320" y="4299"/>
                  </a:lnTo>
                  <a:lnTo>
                    <a:pt x="25320" y="3822"/>
                  </a:lnTo>
                  <a:lnTo>
                    <a:pt x="25798" y="2866"/>
                  </a:lnTo>
                  <a:lnTo>
                    <a:pt x="25320" y="478"/>
                  </a:lnTo>
                  <a:lnTo>
                    <a:pt x="25320" y="0"/>
                  </a:lnTo>
                  <a:lnTo>
                    <a:pt x="25320" y="0"/>
                  </a:lnTo>
                  <a:lnTo>
                    <a:pt x="2579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" name="Freeform 4023">
              <a:extLst>
                <a:ext uri="{FF2B5EF4-FFF2-40B4-BE49-F238E27FC236}">
                  <a16:creationId xmlns:a16="http://schemas.microsoft.com/office/drawing/2014/main" id="{D8B5CC16-F945-CAE2-210A-6D93691797F8}"/>
                </a:ext>
              </a:extLst>
            </p:cNvPr>
            <p:cNvSpPr/>
            <p:nvPr/>
          </p:nvSpPr>
          <p:spPr>
            <a:xfrm>
              <a:off x="4322190" y="4710054"/>
              <a:ext cx="955" cy="1433"/>
            </a:xfrm>
            <a:custGeom>
              <a:avLst/>
              <a:gdLst>
                <a:gd name="csX0" fmla="*/ 956 w 955"/>
                <a:gd name="csY0" fmla="*/ 1433 h 1433"/>
                <a:gd name="csX1" fmla="*/ 0 w 955"/>
                <a:gd name="csY1" fmla="*/ 0 h 1433"/>
                <a:gd name="csX2" fmla="*/ 0 w 955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956" y="14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5" name="Freeform 4024">
              <a:extLst>
                <a:ext uri="{FF2B5EF4-FFF2-40B4-BE49-F238E27FC236}">
                  <a16:creationId xmlns:a16="http://schemas.microsoft.com/office/drawing/2014/main" id="{566E214F-76F0-B141-E214-2F154D537C55}"/>
                </a:ext>
              </a:extLst>
            </p:cNvPr>
            <p:cNvSpPr/>
            <p:nvPr/>
          </p:nvSpPr>
          <p:spPr>
            <a:xfrm>
              <a:off x="4342732" y="4719609"/>
              <a:ext cx="955" cy="1911"/>
            </a:xfrm>
            <a:custGeom>
              <a:avLst/>
              <a:gdLst>
                <a:gd name="csX0" fmla="*/ 956 w 955"/>
                <a:gd name="csY0" fmla="*/ 1911 h 1911"/>
                <a:gd name="csX1" fmla="*/ 956 w 955"/>
                <a:gd name="csY1" fmla="*/ 956 h 1911"/>
                <a:gd name="csX2" fmla="*/ 0 w 955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1">
                  <a:moveTo>
                    <a:pt x="956" y="1911"/>
                  </a:moveTo>
                  <a:lnTo>
                    <a:pt x="956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6" name="Freeform 4025">
              <a:extLst>
                <a:ext uri="{FF2B5EF4-FFF2-40B4-BE49-F238E27FC236}">
                  <a16:creationId xmlns:a16="http://schemas.microsoft.com/office/drawing/2014/main" id="{F5F740DA-64CE-D662-E460-ABCA20A6CA9D}"/>
                </a:ext>
              </a:extLst>
            </p:cNvPr>
            <p:cNvSpPr/>
            <p:nvPr/>
          </p:nvSpPr>
          <p:spPr>
            <a:xfrm>
              <a:off x="4347509" y="4722953"/>
              <a:ext cx="1433" cy="4299"/>
            </a:xfrm>
            <a:custGeom>
              <a:avLst/>
              <a:gdLst>
                <a:gd name="csX0" fmla="*/ 1433 w 1433"/>
                <a:gd name="csY0" fmla="*/ 4300 h 4299"/>
                <a:gd name="csX1" fmla="*/ 956 w 1433"/>
                <a:gd name="csY1" fmla="*/ 3822 h 4299"/>
                <a:gd name="csX2" fmla="*/ 0 w 1433"/>
                <a:gd name="csY2" fmla="*/ 0 h 4299"/>
                <a:gd name="csX3" fmla="*/ 0 w 1433"/>
                <a:gd name="csY3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4299">
                  <a:moveTo>
                    <a:pt x="1433" y="4300"/>
                  </a:moveTo>
                  <a:lnTo>
                    <a:pt x="956" y="382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7" name="Freeform 4026">
              <a:extLst>
                <a:ext uri="{FF2B5EF4-FFF2-40B4-BE49-F238E27FC236}">
                  <a16:creationId xmlns:a16="http://schemas.microsoft.com/office/drawing/2014/main" id="{7BFA9DFC-3FEC-B1F9-5CF2-AC5B2D670C7A}"/>
                </a:ext>
              </a:extLst>
            </p:cNvPr>
            <p:cNvSpPr/>
            <p:nvPr/>
          </p:nvSpPr>
          <p:spPr>
            <a:xfrm>
              <a:off x="4407225" y="4743973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  <a:gd name="csX2" fmla="*/ 0 w 4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8" name="Freeform 4027">
              <a:extLst>
                <a:ext uri="{FF2B5EF4-FFF2-40B4-BE49-F238E27FC236}">
                  <a16:creationId xmlns:a16="http://schemas.microsoft.com/office/drawing/2014/main" id="{F9CCB635-7F6E-37E8-CE73-BEAA22B1DE85}"/>
                </a:ext>
              </a:extLst>
            </p:cNvPr>
            <p:cNvSpPr/>
            <p:nvPr/>
          </p:nvSpPr>
          <p:spPr>
            <a:xfrm>
              <a:off x="4408181" y="4745884"/>
              <a:ext cx="955" cy="2388"/>
            </a:xfrm>
            <a:custGeom>
              <a:avLst/>
              <a:gdLst>
                <a:gd name="csX0" fmla="*/ 956 w 955"/>
                <a:gd name="csY0" fmla="*/ 2389 h 2388"/>
                <a:gd name="csX1" fmla="*/ 478 w 955"/>
                <a:gd name="csY1" fmla="*/ 956 h 2388"/>
                <a:gd name="csX2" fmla="*/ 0 w 955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2388">
                  <a:moveTo>
                    <a:pt x="956" y="2389"/>
                  </a:moveTo>
                  <a:lnTo>
                    <a:pt x="478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9" name="Freeform 4028">
              <a:extLst>
                <a:ext uri="{FF2B5EF4-FFF2-40B4-BE49-F238E27FC236}">
                  <a16:creationId xmlns:a16="http://schemas.microsoft.com/office/drawing/2014/main" id="{09F57D0F-9A66-A518-D0D9-DA3656F2FF19}"/>
                </a:ext>
              </a:extLst>
            </p:cNvPr>
            <p:cNvSpPr/>
            <p:nvPr/>
          </p:nvSpPr>
          <p:spPr>
            <a:xfrm>
              <a:off x="4409614" y="4749228"/>
              <a:ext cx="1911" cy="2866"/>
            </a:xfrm>
            <a:custGeom>
              <a:avLst/>
              <a:gdLst>
                <a:gd name="csX0" fmla="*/ 1911 w 1911"/>
                <a:gd name="csY0" fmla="*/ 2866 h 2866"/>
                <a:gd name="csX1" fmla="*/ 956 w 1911"/>
                <a:gd name="csY1" fmla="*/ 1911 h 2866"/>
                <a:gd name="csX2" fmla="*/ 0 w 1911"/>
                <a:gd name="csY2" fmla="*/ 478 h 2866"/>
                <a:gd name="csX3" fmla="*/ 0 w 1911"/>
                <a:gd name="csY3" fmla="*/ 0 h 2866"/>
                <a:gd name="csX4" fmla="*/ 0 w 1911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2866">
                  <a:moveTo>
                    <a:pt x="1911" y="2866"/>
                  </a:moveTo>
                  <a:lnTo>
                    <a:pt x="956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0" name="Freeform 4029">
              <a:extLst>
                <a:ext uri="{FF2B5EF4-FFF2-40B4-BE49-F238E27FC236}">
                  <a16:creationId xmlns:a16="http://schemas.microsoft.com/office/drawing/2014/main" id="{A6CD7D2A-D37D-C73C-5329-A797FC0F3237}"/>
                </a:ext>
              </a:extLst>
            </p:cNvPr>
            <p:cNvSpPr/>
            <p:nvPr/>
          </p:nvSpPr>
          <p:spPr>
            <a:xfrm>
              <a:off x="4422990" y="4757349"/>
              <a:ext cx="1911" cy="2388"/>
            </a:xfrm>
            <a:custGeom>
              <a:avLst/>
              <a:gdLst>
                <a:gd name="csX0" fmla="*/ 1911 w 1911"/>
                <a:gd name="csY0" fmla="*/ 2389 h 2388"/>
                <a:gd name="csX1" fmla="*/ 956 w 1911"/>
                <a:gd name="csY1" fmla="*/ 956 h 2388"/>
                <a:gd name="csX2" fmla="*/ 0 w 1911"/>
                <a:gd name="csY2" fmla="*/ 0 h 2388"/>
                <a:gd name="csX3" fmla="*/ 0 w 1911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2388">
                  <a:moveTo>
                    <a:pt x="1911" y="2389"/>
                  </a:moveTo>
                  <a:lnTo>
                    <a:pt x="956" y="956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1" name="Freeform 4030">
              <a:extLst>
                <a:ext uri="{FF2B5EF4-FFF2-40B4-BE49-F238E27FC236}">
                  <a16:creationId xmlns:a16="http://schemas.microsoft.com/office/drawing/2014/main" id="{22180B4E-DDF9-8299-23C9-C06009F331F9}"/>
                </a:ext>
              </a:extLst>
            </p:cNvPr>
            <p:cNvSpPr/>
            <p:nvPr/>
          </p:nvSpPr>
          <p:spPr>
            <a:xfrm>
              <a:off x="4425857" y="4760693"/>
              <a:ext cx="477" cy="3343"/>
            </a:xfrm>
            <a:custGeom>
              <a:avLst/>
              <a:gdLst>
                <a:gd name="csX0" fmla="*/ 0 w 477"/>
                <a:gd name="csY0" fmla="*/ 3344 h 3343"/>
                <a:gd name="csX1" fmla="*/ 478 w 477"/>
                <a:gd name="csY1" fmla="*/ 1433 h 3343"/>
                <a:gd name="csX2" fmla="*/ 0 w 477"/>
                <a:gd name="csY2" fmla="*/ 0 h 3343"/>
                <a:gd name="csX3" fmla="*/ 0 w 477"/>
                <a:gd name="csY3" fmla="*/ 0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3343">
                  <a:moveTo>
                    <a:pt x="0" y="3344"/>
                  </a:moveTo>
                  <a:lnTo>
                    <a:pt x="478" y="143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2" name="Freeform 4031">
              <a:extLst>
                <a:ext uri="{FF2B5EF4-FFF2-40B4-BE49-F238E27FC236}">
                  <a16:creationId xmlns:a16="http://schemas.microsoft.com/office/drawing/2014/main" id="{A8A0D8EC-DE7C-5531-DBA8-ACA652E046D1}"/>
                </a:ext>
              </a:extLst>
            </p:cNvPr>
            <p:cNvSpPr/>
            <p:nvPr/>
          </p:nvSpPr>
          <p:spPr>
            <a:xfrm>
              <a:off x="4425857" y="4764515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3" name="Freeform 4032">
              <a:extLst>
                <a:ext uri="{FF2B5EF4-FFF2-40B4-BE49-F238E27FC236}">
                  <a16:creationId xmlns:a16="http://schemas.microsoft.com/office/drawing/2014/main" id="{82B70A99-76E8-DA2D-F941-5D6EAB689FEC}"/>
                </a:ext>
              </a:extLst>
            </p:cNvPr>
            <p:cNvSpPr/>
            <p:nvPr/>
          </p:nvSpPr>
          <p:spPr>
            <a:xfrm>
              <a:off x="4431590" y="4766904"/>
              <a:ext cx="1911" cy="9076"/>
            </a:xfrm>
            <a:custGeom>
              <a:avLst/>
              <a:gdLst>
                <a:gd name="csX0" fmla="*/ 1433 w 1911"/>
                <a:gd name="csY0" fmla="*/ 9077 h 9076"/>
                <a:gd name="csX1" fmla="*/ 956 w 1911"/>
                <a:gd name="csY1" fmla="*/ 7644 h 9076"/>
                <a:gd name="csX2" fmla="*/ 1433 w 1911"/>
                <a:gd name="csY2" fmla="*/ 6688 h 9076"/>
                <a:gd name="csX3" fmla="*/ 1911 w 1911"/>
                <a:gd name="csY3" fmla="*/ 5255 h 9076"/>
                <a:gd name="csX4" fmla="*/ 1433 w 1911"/>
                <a:gd name="csY4" fmla="*/ 3822 h 9076"/>
                <a:gd name="csX5" fmla="*/ 956 w 1911"/>
                <a:gd name="csY5" fmla="*/ 1433 h 9076"/>
                <a:gd name="csX6" fmla="*/ 478 w 1911"/>
                <a:gd name="csY6" fmla="*/ 956 h 9076"/>
                <a:gd name="csX7" fmla="*/ 0 w 1911"/>
                <a:gd name="csY7" fmla="*/ 0 h 9076"/>
                <a:gd name="csX8" fmla="*/ 0 w 1911"/>
                <a:gd name="csY8" fmla="*/ 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9076">
                  <a:moveTo>
                    <a:pt x="1433" y="9077"/>
                  </a:moveTo>
                  <a:lnTo>
                    <a:pt x="956" y="7644"/>
                  </a:lnTo>
                  <a:lnTo>
                    <a:pt x="1433" y="6688"/>
                  </a:lnTo>
                  <a:lnTo>
                    <a:pt x="1911" y="5255"/>
                  </a:lnTo>
                  <a:lnTo>
                    <a:pt x="1433" y="3822"/>
                  </a:lnTo>
                  <a:lnTo>
                    <a:pt x="956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4" name="Freeform 4033">
              <a:extLst>
                <a:ext uri="{FF2B5EF4-FFF2-40B4-BE49-F238E27FC236}">
                  <a16:creationId xmlns:a16="http://schemas.microsoft.com/office/drawing/2014/main" id="{44DDFAE2-5CC5-60E7-06C1-49350464569C}"/>
                </a:ext>
              </a:extLst>
            </p:cNvPr>
            <p:cNvSpPr/>
            <p:nvPr/>
          </p:nvSpPr>
          <p:spPr>
            <a:xfrm>
              <a:off x="4489873" y="4780758"/>
              <a:ext cx="955" cy="955"/>
            </a:xfrm>
            <a:custGeom>
              <a:avLst/>
              <a:gdLst>
                <a:gd name="csX0" fmla="*/ 956 w 955"/>
                <a:gd name="csY0" fmla="*/ 956 h 955"/>
                <a:gd name="csX1" fmla="*/ 0 w 955"/>
                <a:gd name="csY1" fmla="*/ 0 h 955"/>
                <a:gd name="csX2" fmla="*/ 0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956" y="95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5" name="Freeform 4034">
              <a:extLst>
                <a:ext uri="{FF2B5EF4-FFF2-40B4-BE49-F238E27FC236}">
                  <a16:creationId xmlns:a16="http://schemas.microsoft.com/office/drawing/2014/main" id="{2CC0BD76-B8E3-8A38-F3D9-982D37E2A53E}"/>
                </a:ext>
              </a:extLst>
            </p:cNvPr>
            <p:cNvSpPr/>
            <p:nvPr/>
          </p:nvSpPr>
          <p:spPr>
            <a:xfrm>
              <a:off x="4493694" y="4782669"/>
              <a:ext cx="477" cy="1433"/>
            </a:xfrm>
            <a:custGeom>
              <a:avLst/>
              <a:gdLst>
                <a:gd name="csX0" fmla="*/ 478 w 477"/>
                <a:gd name="csY0" fmla="*/ 1433 h 1433"/>
                <a:gd name="csX1" fmla="*/ 478 w 477"/>
                <a:gd name="csY1" fmla="*/ 1433 h 1433"/>
                <a:gd name="csX2" fmla="*/ 478 w 477"/>
                <a:gd name="csY2" fmla="*/ 956 h 1433"/>
                <a:gd name="csX3" fmla="*/ 0 w 477"/>
                <a:gd name="csY3" fmla="*/ 0 h 1433"/>
                <a:gd name="csX4" fmla="*/ 0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1433"/>
                  </a:moveTo>
                  <a:lnTo>
                    <a:pt x="478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6" name="Freeform 4035">
              <a:extLst>
                <a:ext uri="{FF2B5EF4-FFF2-40B4-BE49-F238E27FC236}">
                  <a16:creationId xmlns:a16="http://schemas.microsoft.com/office/drawing/2014/main" id="{8DCD2CF6-C087-7126-7756-B837839BE9A7}"/>
                </a:ext>
              </a:extLst>
            </p:cNvPr>
            <p:cNvSpPr/>
            <p:nvPr/>
          </p:nvSpPr>
          <p:spPr>
            <a:xfrm>
              <a:off x="4480796" y="4786491"/>
              <a:ext cx="11943" cy="16242"/>
            </a:xfrm>
            <a:custGeom>
              <a:avLst/>
              <a:gdLst>
                <a:gd name="csX0" fmla="*/ 0 w 11943"/>
                <a:gd name="csY0" fmla="*/ 16243 h 16242"/>
                <a:gd name="csX1" fmla="*/ 2389 w 11943"/>
                <a:gd name="csY1" fmla="*/ 13376 h 16242"/>
                <a:gd name="csX2" fmla="*/ 6688 w 11943"/>
                <a:gd name="csY2" fmla="*/ 7644 h 16242"/>
                <a:gd name="csX3" fmla="*/ 9077 w 11943"/>
                <a:gd name="csY3" fmla="*/ 3822 h 16242"/>
                <a:gd name="csX4" fmla="*/ 11943 w 11943"/>
                <a:gd name="csY4" fmla="*/ 0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43" h="16242">
                  <a:moveTo>
                    <a:pt x="0" y="16243"/>
                  </a:moveTo>
                  <a:lnTo>
                    <a:pt x="2389" y="13376"/>
                  </a:lnTo>
                  <a:lnTo>
                    <a:pt x="6688" y="7644"/>
                  </a:lnTo>
                  <a:lnTo>
                    <a:pt x="9077" y="3822"/>
                  </a:lnTo>
                  <a:lnTo>
                    <a:pt x="1194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7" name="Freeform 4036">
              <a:extLst>
                <a:ext uri="{FF2B5EF4-FFF2-40B4-BE49-F238E27FC236}">
                  <a16:creationId xmlns:a16="http://schemas.microsoft.com/office/drawing/2014/main" id="{26D8B6BE-FF05-C461-A2B5-1C422820BDE0}"/>
                </a:ext>
              </a:extLst>
            </p:cNvPr>
            <p:cNvSpPr/>
            <p:nvPr/>
          </p:nvSpPr>
          <p:spPr>
            <a:xfrm>
              <a:off x="4490828" y="4804644"/>
              <a:ext cx="477" cy="1433"/>
            </a:xfrm>
            <a:custGeom>
              <a:avLst/>
              <a:gdLst>
                <a:gd name="csX0" fmla="*/ 478 w 477"/>
                <a:gd name="csY0" fmla="*/ 1433 h 1433"/>
                <a:gd name="csX1" fmla="*/ 0 w 477"/>
                <a:gd name="csY1" fmla="*/ 0 h 1433"/>
                <a:gd name="csX2" fmla="*/ 0 w 477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478" y="14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8" name="Freeform 4037">
              <a:extLst>
                <a:ext uri="{FF2B5EF4-FFF2-40B4-BE49-F238E27FC236}">
                  <a16:creationId xmlns:a16="http://schemas.microsoft.com/office/drawing/2014/main" id="{FE5509F2-44DD-5238-AD73-922692EA3B61}"/>
                </a:ext>
              </a:extLst>
            </p:cNvPr>
            <p:cNvSpPr/>
            <p:nvPr/>
          </p:nvSpPr>
          <p:spPr>
            <a:xfrm>
              <a:off x="4494172" y="4696200"/>
              <a:ext cx="63537" cy="115132"/>
            </a:xfrm>
            <a:custGeom>
              <a:avLst/>
              <a:gdLst>
                <a:gd name="csX0" fmla="*/ 63538 w 63537"/>
                <a:gd name="csY0" fmla="*/ 16243 h 115132"/>
                <a:gd name="csX1" fmla="*/ 59716 w 63537"/>
                <a:gd name="csY1" fmla="*/ 17198 h 115132"/>
                <a:gd name="csX2" fmla="*/ 59716 w 63537"/>
                <a:gd name="csY2" fmla="*/ 17198 h 115132"/>
                <a:gd name="csX3" fmla="*/ 59238 w 63537"/>
                <a:gd name="csY3" fmla="*/ 16721 h 115132"/>
                <a:gd name="csX4" fmla="*/ 59238 w 63537"/>
                <a:gd name="csY4" fmla="*/ 16721 h 115132"/>
                <a:gd name="csX5" fmla="*/ 59238 w 63537"/>
                <a:gd name="csY5" fmla="*/ 12898 h 115132"/>
                <a:gd name="csX6" fmla="*/ 59238 w 63537"/>
                <a:gd name="csY6" fmla="*/ 9077 h 115132"/>
                <a:gd name="csX7" fmla="*/ 58761 w 63537"/>
                <a:gd name="csY7" fmla="*/ 7644 h 115132"/>
                <a:gd name="csX8" fmla="*/ 56850 w 63537"/>
                <a:gd name="csY8" fmla="*/ 5255 h 115132"/>
                <a:gd name="csX9" fmla="*/ 54461 w 63537"/>
                <a:gd name="csY9" fmla="*/ 1433 h 115132"/>
                <a:gd name="csX10" fmla="*/ 53983 w 63537"/>
                <a:gd name="csY10" fmla="*/ 478 h 115132"/>
                <a:gd name="csX11" fmla="*/ 53028 w 63537"/>
                <a:gd name="csY11" fmla="*/ 0 h 115132"/>
                <a:gd name="csX12" fmla="*/ 52072 w 63537"/>
                <a:gd name="csY12" fmla="*/ 0 h 115132"/>
                <a:gd name="csX13" fmla="*/ 51117 w 63537"/>
                <a:gd name="csY13" fmla="*/ 0 h 115132"/>
                <a:gd name="csX14" fmla="*/ 51117 w 63537"/>
                <a:gd name="csY14" fmla="*/ 478 h 115132"/>
                <a:gd name="csX15" fmla="*/ 49684 w 63537"/>
                <a:gd name="csY15" fmla="*/ 955 h 115132"/>
                <a:gd name="csX16" fmla="*/ 48728 w 63537"/>
                <a:gd name="csY16" fmla="*/ 1433 h 115132"/>
                <a:gd name="csX17" fmla="*/ 48728 w 63537"/>
                <a:gd name="csY17" fmla="*/ 1433 h 115132"/>
                <a:gd name="csX18" fmla="*/ 46817 w 63537"/>
                <a:gd name="csY18" fmla="*/ 3344 h 115132"/>
                <a:gd name="csX19" fmla="*/ 46817 w 63537"/>
                <a:gd name="csY19" fmla="*/ 3822 h 115132"/>
                <a:gd name="csX20" fmla="*/ 44906 w 63537"/>
                <a:gd name="csY20" fmla="*/ 6210 h 115132"/>
                <a:gd name="csX21" fmla="*/ 43473 w 63537"/>
                <a:gd name="csY21" fmla="*/ 6688 h 115132"/>
                <a:gd name="csX22" fmla="*/ 43473 w 63537"/>
                <a:gd name="csY22" fmla="*/ 6688 h 115132"/>
                <a:gd name="csX23" fmla="*/ 42518 w 63537"/>
                <a:gd name="csY23" fmla="*/ 6688 h 115132"/>
                <a:gd name="csX24" fmla="*/ 41085 w 63537"/>
                <a:gd name="csY24" fmla="*/ 6688 h 115132"/>
                <a:gd name="csX25" fmla="*/ 40607 w 63537"/>
                <a:gd name="csY25" fmla="*/ 6210 h 115132"/>
                <a:gd name="csX26" fmla="*/ 39651 w 63537"/>
                <a:gd name="csY26" fmla="*/ 4777 h 115132"/>
                <a:gd name="csX27" fmla="*/ 38696 w 63537"/>
                <a:gd name="csY27" fmla="*/ 2866 h 115132"/>
                <a:gd name="csX28" fmla="*/ 37263 w 63537"/>
                <a:gd name="csY28" fmla="*/ 2389 h 115132"/>
                <a:gd name="csX29" fmla="*/ 37263 w 63537"/>
                <a:gd name="csY29" fmla="*/ 2389 h 115132"/>
                <a:gd name="csX30" fmla="*/ 36785 w 63537"/>
                <a:gd name="csY30" fmla="*/ 2866 h 115132"/>
                <a:gd name="csX31" fmla="*/ 36785 w 63537"/>
                <a:gd name="csY31" fmla="*/ 2866 h 115132"/>
                <a:gd name="csX32" fmla="*/ 36307 w 63537"/>
                <a:gd name="csY32" fmla="*/ 3822 h 115132"/>
                <a:gd name="csX33" fmla="*/ 35830 w 63537"/>
                <a:gd name="csY33" fmla="*/ 5255 h 115132"/>
                <a:gd name="csX34" fmla="*/ 36785 w 63537"/>
                <a:gd name="csY34" fmla="*/ 6210 h 115132"/>
                <a:gd name="csX35" fmla="*/ 37740 w 63537"/>
                <a:gd name="csY35" fmla="*/ 7166 h 115132"/>
                <a:gd name="csX36" fmla="*/ 37740 w 63537"/>
                <a:gd name="csY36" fmla="*/ 7166 h 115132"/>
                <a:gd name="csX37" fmla="*/ 36307 w 63537"/>
                <a:gd name="csY37" fmla="*/ 7166 h 115132"/>
                <a:gd name="csX38" fmla="*/ 32486 w 63537"/>
                <a:gd name="csY38" fmla="*/ 7166 h 115132"/>
                <a:gd name="csX39" fmla="*/ 27708 w 63537"/>
                <a:gd name="csY39" fmla="*/ 7166 h 115132"/>
                <a:gd name="csX40" fmla="*/ 22931 w 63537"/>
                <a:gd name="csY40" fmla="*/ 7166 h 115132"/>
                <a:gd name="csX41" fmla="*/ 18631 w 63537"/>
                <a:gd name="csY41" fmla="*/ 7166 h 115132"/>
                <a:gd name="csX42" fmla="*/ 14809 w 63537"/>
                <a:gd name="csY42" fmla="*/ 7166 h 115132"/>
                <a:gd name="csX43" fmla="*/ 13376 w 63537"/>
                <a:gd name="csY43" fmla="*/ 7166 h 115132"/>
                <a:gd name="csX44" fmla="*/ 11943 w 63537"/>
                <a:gd name="csY44" fmla="*/ 6688 h 115132"/>
                <a:gd name="csX45" fmla="*/ 10510 w 63537"/>
                <a:gd name="csY45" fmla="*/ 6210 h 115132"/>
                <a:gd name="csX46" fmla="*/ 9555 w 63537"/>
                <a:gd name="csY46" fmla="*/ 6210 h 115132"/>
                <a:gd name="csX47" fmla="*/ 8599 w 63537"/>
                <a:gd name="csY47" fmla="*/ 6688 h 115132"/>
                <a:gd name="csX48" fmla="*/ 8599 w 63537"/>
                <a:gd name="csY48" fmla="*/ 7166 h 115132"/>
                <a:gd name="csX49" fmla="*/ 6688 w 63537"/>
                <a:gd name="csY49" fmla="*/ 7166 h 115132"/>
                <a:gd name="csX50" fmla="*/ 5733 w 63537"/>
                <a:gd name="csY50" fmla="*/ 7644 h 115132"/>
                <a:gd name="csX51" fmla="*/ 5255 w 63537"/>
                <a:gd name="csY51" fmla="*/ 7644 h 115132"/>
                <a:gd name="csX52" fmla="*/ 4777 w 63537"/>
                <a:gd name="csY52" fmla="*/ 7644 h 115132"/>
                <a:gd name="csX53" fmla="*/ 4299 w 63537"/>
                <a:gd name="csY53" fmla="*/ 7644 h 115132"/>
                <a:gd name="csX54" fmla="*/ 4299 w 63537"/>
                <a:gd name="csY54" fmla="*/ 10510 h 115132"/>
                <a:gd name="csX55" fmla="*/ 4299 w 63537"/>
                <a:gd name="csY55" fmla="*/ 14809 h 115132"/>
                <a:gd name="csX56" fmla="*/ 4299 w 63537"/>
                <a:gd name="csY56" fmla="*/ 19109 h 115132"/>
                <a:gd name="csX57" fmla="*/ 4299 w 63537"/>
                <a:gd name="csY57" fmla="*/ 19109 h 115132"/>
                <a:gd name="csX58" fmla="*/ 4299 w 63537"/>
                <a:gd name="csY58" fmla="*/ 19109 h 115132"/>
                <a:gd name="csX59" fmla="*/ 5255 w 63537"/>
                <a:gd name="csY59" fmla="*/ 19109 h 115132"/>
                <a:gd name="csX60" fmla="*/ 5255 w 63537"/>
                <a:gd name="csY60" fmla="*/ 18631 h 115132"/>
                <a:gd name="csX61" fmla="*/ 6210 w 63537"/>
                <a:gd name="csY61" fmla="*/ 19109 h 115132"/>
                <a:gd name="csX62" fmla="*/ 7166 w 63537"/>
                <a:gd name="csY62" fmla="*/ 19109 h 115132"/>
                <a:gd name="csX63" fmla="*/ 7166 w 63537"/>
                <a:gd name="csY63" fmla="*/ 19109 h 115132"/>
                <a:gd name="csX64" fmla="*/ 7644 w 63537"/>
                <a:gd name="csY64" fmla="*/ 19109 h 115132"/>
                <a:gd name="csX65" fmla="*/ 9077 w 63537"/>
                <a:gd name="csY65" fmla="*/ 19109 h 115132"/>
                <a:gd name="csX66" fmla="*/ 10032 w 63537"/>
                <a:gd name="csY66" fmla="*/ 19109 h 115132"/>
                <a:gd name="csX67" fmla="*/ 10988 w 63537"/>
                <a:gd name="csY67" fmla="*/ 19109 h 115132"/>
                <a:gd name="csX68" fmla="*/ 11943 w 63537"/>
                <a:gd name="csY68" fmla="*/ 19109 h 115132"/>
                <a:gd name="csX69" fmla="*/ 12421 w 63537"/>
                <a:gd name="csY69" fmla="*/ 19587 h 115132"/>
                <a:gd name="csX70" fmla="*/ 13376 w 63537"/>
                <a:gd name="csY70" fmla="*/ 19587 h 115132"/>
                <a:gd name="csX71" fmla="*/ 13376 w 63537"/>
                <a:gd name="csY71" fmla="*/ 19587 h 115132"/>
                <a:gd name="csX72" fmla="*/ 14332 w 63537"/>
                <a:gd name="csY72" fmla="*/ 19109 h 115132"/>
                <a:gd name="csX73" fmla="*/ 15287 w 63537"/>
                <a:gd name="csY73" fmla="*/ 19587 h 115132"/>
                <a:gd name="csX74" fmla="*/ 16243 w 63537"/>
                <a:gd name="csY74" fmla="*/ 20064 h 115132"/>
                <a:gd name="csX75" fmla="*/ 16721 w 63537"/>
                <a:gd name="csY75" fmla="*/ 21020 h 115132"/>
                <a:gd name="csX76" fmla="*/ 17198 w 63537"/>
                <a:gd name="csY76" fmla="*/ 21975 h 115132"/>
                <a:gd name="csX77" fmla="*/ 18154 w 63537"/>
                <a:gd name="csY77" fmla="*/ 22931 h 115132"/>
                <a:gd name="csX78" fmla="*/ 18154 w 63537"/>
                <a:gd name="csY78" fmla="*/ 23886 h 115132"/>
                <a:gd name="csX79" fmla="*/ 18154 w 63537"/>
                <a:gd name="csY79" fmla="*/ 24842 h 115132"/>
                <a:gd name="csX80" fmla="*/ 17676 w 63537"/>
                <a:gd name="csY80" fmla="*/ 25320 h 115132"/>
                <a:gd name="csX81" fmla="*/ 18154 w 63537"/>
                <a:gd name="csY81" fmla="*/ 25797 h 115132"/>
                <a:gd name="csX82" fmla="*/ 18154 w 63537"/>
                <a:gd name="csY82" fmla="*/ 26275 h 115132"/>
                <a:gd name="csX83" fmla="*/ 18154 w 63537"/>
                <a:gd name="csY83" fmla="*/ 26753 h 115132"/>
                <a:gd name="csX84" fmla="*/ 18154 w 63537"/>
                <a:gd name="csY84" fmla="*/ 26753 h 115132"/>
                <a:gd name="csX85" fmla="*/ 17676 w 63537"/>
                <a:gd name="csY85" fmla="*/ 26753 h 115132"/>
                <a:gd name="csX86" fmla="*/ 17198 w 63537"/>
                <a:gd name="csY86" fmla="*/ 26753 h 115132"/>
                <a:gd name="csX87" fmla="*/ 17198 w 63537"/>
                <a:gd name="csY87" fmla="*/ 26753 h 115132"/>
                <a:gd name="csX88" fmla="*/ 16721 w 63537"/>
                <a:gd name="csY88" fmla="*/ 26753 h 115132"/>
                <a:gd name="csX89" fmla="*/ 16243 w 63537"/>
                <a:gd name="csY89" fmla="*/ 27230 h 115132"/>
                <a:gd name="csX90" fmla="*/ 15765 w 63537"/>
                <a:gd name="csY90" fmla="*/ 27230 h 115132"/>
                <a:gd name="csX91" fmla="*/ 15765 w 63537"/>
                <a:gd name="csY91" fmla="*/ 27230 h 115132"/>
                <a:gd name="csX92" fmla="*/ 15287 w 63537"/>
                <a:gd name="csY92" fmla="*/ 26753 h 115132"/>
                <a:gd name="csX93" fmla="*/ 14809 w 63537"/>
                <a:gd name="csY93" fmla="*/ 26275 h 115132"/>
                <a:gd name="csX94" fmla="*/ 14809 w 63537"/>
                <a:gd name="csY94" fmla="*/ 26275 h 115132"/>
                <a:gd name="csX95" fmla="*/ 14332 w 63537"/>
                <a:gd name="csY95" fmla="*/ 26753 h 115132"/>
                <a:gd name="csX96" fmla="*/ 13376 w 63537"/>
                <a:gd name="csY96" fmla="*/ 26275 h 115132"/>
                <a:gd name="csX97" fmla="*/ 12899 w 63537"/>
                <a:gd name="csY97" fmla="*/ 25797 h 115132"/>
                <a:gd name="csX98" fmla="*/ 11943 w 63537"/>
                <a:gd name="csY98" fmla="*/ 25320 h 115132"/>
                <a:gd name="csX99" fmla="*/ 11943 w 63537"/>
                <a:gd name="csY99" fmla="*/ 25320 h 115132"/>
                <a:gd name="csX100" fmla="*/ 10988 w 63537"/>
                <a:gd name="csY100" fmla="*/ 25320 h 115132"/>
                <a:gd name="csX101" fmla="*/ 10032 w 63537"/>
                <a:gd name="csY101" fmla="*/ 25797 h 115132"/>
                <a:gd name="csX102" fmla="*/ 9077 w 63537"/>
                <a:gd name="csY102" fmla="*/ 26275 h 115132"/>
                <a:gd name="csX103" fmla="*/ 8599 w 63537"/>
                <a:gd name="csY103" fmla="*/ 26275 h 115132"/>
                <a:gd name="csX104" fmla="*/ 8599 w 63537"/>
                <a:gd name="csY104" fmla="*/ 26275 h 115132"/>
                <a:gd name="csX105" fmla="*/ 8121 w 63537"/>
                <a:gd name="csY105" fmla="*/ 26275 h 115132"/>
                <a:gd name="csX106" fmla="*/ 7644 w 63537"/>
                <a:gd name="csY106" fmla="*/ 26275 h 115132"/>
                <a:gd name="csX107" fmla="*/ 7166 w 63537"/>
                <a:gd name="csY107" fmla="*/ 26753 h 115132"/>
                <a:gd name="csX108" fmla="*/ 6210 w 63537"/>
                <a:gd name="csY108" fmla="*/ 27230 h 115132"/>
                <a:gd name="csX109" fmla="*/ 5255 w 63537"/>
                <a:gd name="csY109" fmla="*/ 27230 h 115132"/>
                <a:gd name="csX110" fmla="*/ 5255 w 63537"/>
                <a:gd name="csY110" fmla="*/ 27230 h 115132"/>
                <a:gd name="csX111" fmla="*/ 4299 w 63537"/>
                <a:gd name="csY111" fmla="*/ 27708 h 115132"/>
                <a:gd name="csX112" fmla="*/ 3344 w 63537"/>
                <a:gd name="csY112" fmla="*/ 27708 h 115132"/>
                <a:gd name="csX113" fmla="*/ 2866 w 63537"/>
                <a:gd name="csY113" fmla="*/ 27708 h 115132"/>
                <a:gd name="csX114" fmla="*/ 2866 w 63537"/>
                <a:gd name="csY114" fmla="*/ 27708 h 115132"/>
                <a:gd name="csX115" fmla="*/ 1911 w 63537"/>
                <a:gd name="csY115" fmla="*/ 27708 h 115132"/>
                <a:gd name="csX116" fmla="*/ 478 w 63537"/>
                <a:gd name="csY116" fmla="*/ 27708 h 115132"/>
                <a:gd name="csX117" fmla="*/ 478 w 63537"/>
                <a:gd name="csY117" fmla="*/ 27708 h 115132"/>
                <a:gd name="csX118" fmla="*/ 478 w 63537"/>
                <a:gd name="csY118" fmla="*/ 30097 h 115132"/>
                <a:gd name="csX119" fmla="*/ 0 w 63537"/>
                <a:gd name="csY119" fmla="*/ 34874 h 115132"/>
                <a:gd name="csX120" fmla="*/ 0 w 63537"/>
                <a:gd name="csY120" fmla="*/ 38218 h 115132"/>
                <a:gd name="csX121" fmla="*/ 0 w 63537"/>
                <a:gd name="csY121" fmla="*/ 41085 h 115132"/>
                <a:gd name="csX122" fmla="*/ 478 w 63537"/>
                <a:gd name="csY122" fmla="*/ 42040 h 115132"/>
                <a:gd name="csX123" fmla="*/ 2866 w 63537"/>
                <a:gd name="csY123" fmla="*/ 43951 h 115132"/>
                <a:gd name="csX124" fmla="*/ 4777 w 63537"/>
                <a:gd name="csY124" fmla="*/ 45384 h 115132"/>
                <a:gd name="csX125" fmla="*/ 6210 w 63537"/>
                <a:gd name="csY125" fmla="*/ 46340 h 115132"/>
                <a:gd name="csX126" fmla="*/ 8121 w 63537"/>
                <a:gd name="csY126" fmla="*/ 47295 h 115132"/>
                <a:gd name="csX127" fmla="*/ 8599 w 63537"/>
                <a:gd name="csY127" fmla="*/ 47773 h 115132"/>
                <a:gd name="csX128" fmla="*/ 9077 w 63537"/>
                <a:gd name="csY128" fmla="*/ 48251 h 115132"/>
                <a:gd name="csX129" fmla="*/ 9555 w 63537"/>
                <a:gd name="csY129" fmla="*/ 49206 h 115132"/>
                <a:gd name="csX130" fmla="*/ 9555 w 63537"/>
                <a:gd name="csY130" fmla="*/ 49684 h 115132"/>
                <a:gd name="csX131" fmla="*/ 9555 w 63537"/>
                <a:gd name="csY131" fmla="*/ 50639 h 115132"/>
                <a:gd name="csX132" fmla="*/ 9077 w 63537"/>
                <a:gd name="csY132" fmla="*/ 51595 h 115132"/>
                <a:gd name="csX133" fmla="*/ 9077 w 63537"/>
                <a:gd name="csY133" fmla="*/ 52072 h 115132"/>
                <a:gd name="csX134" fmla="*/ 9555 w 63537"/>
                <a:gd name="csY134" fmla="*/ 52550 h 115132"/>
                <a:gd name="csX135" fmla="*/ 10032 w 63537"/>
                <a:gd name="csY135" fmla="*/ 53505 h 115132"/>
                <a:gd name="csX136" fmla="*/ 10510 w 63537"/>
                <a:gd name="csY136" fmla="*/ 54461 h 115132"/>
                <a:gd name="csX137" fmla="*/ 10510 w 63537"/>
                <a:gd name="csY137" fmla="*/ 54939 h 115132"/>
                <a:gd name="csX138" fmla="*/ 10988 w 63537"/>
                <a:gd name="csY138" fmla="*/ 55417 h 115132"/>
                <a:gd name="csX139" fmla="*/ 11465 w 63537"/>
                <a:gd name="csY139" fmla="*/ 55894 h 115132"/>
                <a:gd name="csX140" fmla="*/ 12421 w 63537"/>
                <a:gd name="csY140" fmla="*/ 56372 h 115132"/>
                <a:gd name="csX141" fmla="*/ 12421 w 63537"/>
                <a:gd name="csY141" fmla="*/ 56850 h 115132"/>
                <a:gd name="csX142" fmla="*/ 12421 w 63537"/>
                <a:gd name="csY142" fmla="*/ 57805 h 115132"/>
                <a:gd name="csX143" fmla="*/ 12421 w 63537"/>
                <a:gd name="csY143" fmla="*/ 58283 h 115132"/>
                <a:gd name="csX144" fmla="*/ 12899 w 63537"/>
                <a:gd name="csY144" fmla="*/ 59238 h 115132"/>
                <a:gd name="csX145" fmla="*/ 13376 w 63537"/>
                <a:gd name="csY145" fmla="*/ 60194 h 115132"/>
                <a:gd name="csX146" fmla="*/ 12899 w 63537"/>
                <a:gd name="csY146" fmla="*/ 60671 h 115132"/>
                <a:gd name="csX147" fmla="*/ 12899 w 63537"/>
                <a:gd name="csY147" fmla="*/ 60671 h 115132"/>
                <a:gd name="csX148" fmla="*/ 12421 w 63537"/>
                <a:gd name="csY148" fmla="*/ 64016 h 115132"/>
                <a:gd name="csX149" fmla="*/ 11943 w 63537"/>
                <a:gd name="csY149" fmla="*/ 67837 h 115132"/>
                <a:gd name="csX150" fmla="*/ 10988 w 63537"/>
                <a:gd name="csY150" fmla="*/ 70226 h 115132"/>
                <a:gd name="csX151" fmla="*/ 10510 w 63537"/>
                <a:gd name="csY151" fmla="*/ 75003 h 115132"/>
                <a:gd name="csX152" fmla="*/ 9077 w 63537"/>
                <a:gd name="csY152" fmla="*/ 80258 h 115132"/>
                <a:gd name="csX153" fmla="*/ 8121 w 63537"/>
                <a:gd name="csY153" fmla="*/ 86469 h 115132"/>
                <a:gd name="csX154" fmla="*/ 6688 w 63537"/>
                <a:gd name="csY154" fmla="*/ 93157 h 115132"/>
                <a:gd name="csX155" fmla="*/ 5733 w 63537"/>
                <a:gd name="csY155" fmla="*/ 98890 h 115132"/>
                <a:gd name="csX156" fmla="*/ 4299 w 63537"/>
                <a:gd name="csY156" fmla="*/ 104623 h 115132"/>
                <a:gd name="csX157" fmla="*/ 3344 w 63537"/>
                <a:gd name="csY157" fmla="*/ 110833 h 115132"/>
                <a:gd name="csX158" fmla="*/ 2389 w 63537"/>
                <a:gd name="csY158" fmla="*/ 114177 h 115132"/>
                <a:gd name="csX159" fmla="*/ 1911 w 63537"/>
                <a:gd name="csY159" fmla="*/ 115133 h 115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</a:cxnLst>
              <a:rect l="l" t="t" r="r" b="b"/>
              <a:pathLst>
                <a:path w="63537" h="115132">
                  <a:moveTo>
                    <a:pt x="63538" y="16243"/>
                  </a:moveTo>
                  <a:lnTo>
                    <a:pt x="59716" y="17198"/>
                  </a:lnTo>
                  <a:lnTo>
                    <a:pt x="59716" y="17198"/>
                  </a:lnTo>
                  <a:lnTo>
                    <a:pt x="59238" y="16721"/>
                  </a:lnTo>
                  <a:lnTo>
                    <a:pt x="59238" y="16721"/>
                  </a:lnTo>
                  <a:lnTo>
                    <a:pt x="59238" y="12898"/>
                  </a:lnTo>
                  <a:lnTo>
                    <a:pt x="59238" y="9077"/>
                  </a:lnTo>
                  <a:lnTo>
                    <a:pt x="58761" y="7644"/>
                  </a:lnTo>
                  <a:lnTo>
                    <a:pt x="56850" y="5255"/>
                  </a:lnTo>
                  <a:lnTo>
                    <a:pt x="54461" y="1433"/>
                  </a:lnTo>
                  <a:lnTo>
                    <a:pt x="53983" y="478"/>
                  </a:lnTo>
                  <a:lnTo>
                    <a:pt x="53028" y="0"/>
                  </a:lnTo>
                  <a:lnTo>
                    <a:pt x="52072" y="0"/>
                  </a:lnTo>
                  <a:lnTo>
                    <a:pt x="51117" y="0"/>
                  </a:lnTo>
                  <a:lnTo>
                    <a:pt x="51117" y="478"/>
                  </a:lnTo>
                  <a:lnTo>
                    <a:pt x="49684" y="955"/>
                  </a:lnTo>
                  <a:lnTo>
                    <a:pt x="48728" y="1433"/>
                  </a:lnTo>
                  <a:lnTo>
                    <a:pt x="48728" y="1433"/>
                  </a:lnTo>
                  <a:lnTo>
                    <a:pt x="46817" y="3344"/>
                  </a:lnTo>
                  <a:lnTo>
                    <a:pt x="46817" y="3822"/>
                  </a:lnTo>
                  <a:lnTo>
                    <a:pt x="44906" y="6210"/>
                  </a:lnTo>
                  <a:lnTo>
                    <a:pt x="43473" y="6688"/>
                  </a:lnTo>
                  <a:lnTo>
                    <a:pt x="43473" y="6688"/>
                  </a:lnTo>
                  <a:lnTo>
                    <a:pt x="42518" y="6688"/>
                  </a:lnTo>
                  <a:lnTo>
                    <a:pt x="41085" y="6688"/>
                  </a:lnTo>
                  <a:lnTo>
                    <a:pt x="40607" y="6210"/>
                  </a:lnTo>
                  <a:lnTo>
                    <a:pt x="39651" y="4777"/>
                  </a:lnTo>
                  <a:lnTo>
                    <a:pt x="38696" y="2866"/>
                  </a:lnTo>
                  <a:lnTo>
                    <a:pt x="37263" y="2389"/>
                  </a:lnTo>
                  <a:lnTo>
                    <a:pt x="37263" y="2389"/>
                  </a:lnTo>
                  <a:lnTo>
                    <a:pt x="36785" y="2866"/>
                  </a:lnTo>
                  <a:lnTo>
                    <a:pt x="36785" y="2866"/>
                  </a:lnTo>
                  <a:lnTo>
                    <a:pt x="36307" y="3822"/>
                  </a:lnTo>
                  <a:lnTo>
                    <a:pt x="35830" y="5255"/>
                  </a:lnTo>
                  <a:lnTo>
                    <a:pt x="36785" y="6210"/>
                  </a:lnTo>
                  <a:lnTo>
                    <a:pt x="37740" y="7166"/>
                  </a:lnTo>
                  <a:lnTo>
                    <a:pt x="37740" y="7166"/>
                  </a:lnTo>
                  <a:lnTo>
                    <a:pt x="36307" y="7166"/>
                  </a:lnTo>
                  <a:lnTo>
                    <a:pt x="32486" y="7166"/>
                  </a:lnTo>
                  <a:lnTo>
                    <a:pt x="27708" y="7166"/>
                  </a:lnTo>
                  <a:lnTo>
                    <a:pt x="22931" y="7166"/>
                  </a:lnTo>
                  <a:lnTo>
                    <a:pt x="18631" y="7166"/>
                  </a:lnTo>
                  <a:lnTo>
                    <a:pt x="14809" y="7166"/>
                  </a:lnTo>
                  <a:lnTo>
                    <a:pt x="13376" y="7166"/>
                  </a:lnTo>
                  <a:lnTo>
                    <a:pt x="11943" y="6688"/>
                  </a:lnTo>
                  <a:lnTo>
                    <a:pt x="10510" y="6210"/>
                  </a:lnTo>
                  <a:lnTo>
                    <a:pt x="9555" y="6210"/>
                  </a:lnTo>
                  <a:lnTo>
                    <a:pt x="8599" y="6688"/>
                  </a:lnTo>
                  <a:lnTo>
                    <a:pt x="8599" y="7166"/>
                  </a:lnTo>
                  <a:lnTo>
                    <a:pt x="6688" y="7166"/>
                  </a:lnTo>
                  <a:lnTo>
                    <a:pt x="5733" y="7644"/>
                  </a:lnTo>
                  <a:lnTo>
                    <a:pt x="5255" y="7644"/>
                  </a:lnTo>
                  <a:lnTo>
                    <a:pt x="4777" y="7644"/>
                  </a:lnTo>
                  <a:lnTo>
                    <a:pt x="4299" y="7644"/>
                  </a:lnTo>
                  <a:lnTo>
                    <a:pt x="4299" y="10510"/>
                  </a:lnTo>
                  <a:lnTo>
                    <a:pt x="4299" y="14809"/>
                  </a:lnTo>
                  <a:lnTo>
                    <a:pt x="4299" y="19109"/>
                  </a:lnTo>
                  <a:lnTo>
                    <a:pt x="4299" y="19109"/>
                  </a:lnTo>
                  <a:lnTo>
                    <a:pt x="4299" y="19109"/>
                  </a:lnTo>
                  <a:lnTo>
                    <a:pt x="5255" y="19109"/>
                  </a:lnTo>
                  <a:lnTo>
                    <a:pt x="5255" y="18631"/>
                  </a:lnTo>
                  <a:lnTo>
                    <a:pt x="6210" y="19109"/>
                  </a:lnTo>
                  <a:lnTo>
                    <a:pt x="7166" y="19109"/>
                  </a:lnTo>
                  <a:lnTo>
                    <a:pt x="7166" y="19109"/>
                  </a:lnTo>
                  <a:lnTo>
                    <a:pt x="7644" y="19109"/>
                  </a:lnTo>
                  <a:lnTo>
                    <a:pt x="9077" y="19109"/>
                  </a:lnTo>
                  <a:lnTo>
                    <a:pt x="10032" y="19109"/>
                  </a:lnTo>
                  <a:lnTo>
                    <a:pt x="10988" y="19109"/>
                  </a:lnTo>
                  <a:lnTo>
                    <a:pt x="11943" y="19109"/>
                  </a:lnTo>
                  <a:lnTo>
                    <a:pt x="12421" y="19587"/>
                  </a:lnTo>
                  <a:lnTo>
                    <a:pt x="13376" y="19587"/>
                  </a:lnTo>
                  <a:lnTo>
                    <a:pt x="13376" y="19587"/>
                  </a:lnTo>
                  <a:lnTo>
                    <a:pt x="14332" y="19109"/>
                  </a:lnTo>
                  <a:lnTo>
                    <a:pt x="15287" y="19587"/>
                  </a:lnTo>
                  <a:lnTo>
                    <a:pt x="16243" y="20064"/>
                  </a:lnTo>
                  <a:lnTo>
                    <a:pt x="16721" y="21020"/>
                  </a:lnTo>
                  <a:lnTo>
                    <a:pt x="17198" y="21975"/>
                  </a:lnTo>
                  <a:lnTo>
                    <a:pt x="18154" y="22931"/>
                  </a:lnTo>
                  <a:lnTo>
                    <a:pt x="18154" y="23886"/>
                  </a:lnTo>
                  <a:lnTo>
                    <a:pt x="18154" y="24842"/>
                  </a:lnTo>
                  <a:lnTo>
                    <a:pt x="17676" y="25320"/>
                  </a:lnTo>
                  <a:lnTo>
                    <a:pt x="18154" y="25797"/>
                  </a:lnTo>
                  <a:lnTo>
                    <a:pt x="18154" y="26275"/>
                  </a:lnTo>
                  <a:lnTo>
                    <a:pt x="18154" y="26753"/>
                  </a:lnTo>
                  <a:lnTo>
                    <a:pt x="18154" y="26753"/>
                  </a:lnTo>
                  <a:lnTo>
                    <a:pt x="17676" y="26753"/>
                  </a:lnTo>
                  <a:lnTo>
                    <a:pt x="17198" y="26753"/>
                  </a:lnTo>
                  <a:lnTo>
                    <a:pt x="17198" y="26753"/>
                  </a:lnTo>
                  <a:lnTo>
                    <a:pt x="16721" y="26753"/>
                  </a:lnTo>
                  <a:lnTo>
                    <a:pt x="16243" y="27230"/>
                  </a:lnTo>
                  <a:lnTo>
                    <a:pt x="15765" y="27230"/>
                  </a:lnTo>
                  <a:lnTo>
                    <a:pt x="15765" y="27230"/>
                  </a:lnTo>
                  <a:lnTo>
                    <a:pt x="15287" y="26753"/>
                  </a:lnTo>
                  <a:lnTo>
                    <a:pt x="14809" y="26275"/>
                  </a:lnTo>
                  <a:lnTo>
                    <a:pt x="14809" y="26275"/>
                  </a:lnTo>
                  <a:lnTo>
                    <a:pt x="14332" y="26753"/>
                  </a:lnTo>
                  <a:lnTo>
                    <a:pt x="13376" y="26275"/>
                  </a:lnTo>
                  <a:lnTo>
                    <a:pt x="12899" y="25797"/>
                  </a:lnTo>
                  <a:lnTo>
                    <a:pt x="11943" y="25320"/>
                  </a:lnTo>
                  <a:lnTo>
                    <a:pt x="11943" y="25320"/>
                  </a:lnTo>
                  <a:lnTo>
                    <a:pt x="10988" y="25320"/>
                  </a:lnTo>
                  <a:lnTo>
                    <a:pt x="10032" y="25797"/>
                  </a:lnTo>
                  <a:lnTo>
                    <a:pt x="9077" y="26275"/>
                  </a:lnTo>
                  <a:lnTo>
                    <a:pt x="8599" y="26275"/>
                  </a:lnTo>
                  <a:lnTo>
                    <a:pt x="8599" y="26275"/>
                  </a:lnTo>
                  <a:lnTo>
                    <a:pt x="8121" y="26275"/>
                  </a:lnTo>
                  <a:lnTo>
                    <a:pt x="7644" y="26275"/>
                  </a:lnTo>
                  <a:lnTo>
                    <a:pt x="7166" y="26753"/>
                  </a:lnTo>
                  <a:lnTo>
                    <a:pt x="6210" y="27230"/>
                  </a:lnTo>
                  <a:lnTo>
                    <a:pt x="5255" y="27230"/>
                  </a:lnTo>
                  <a:lnTo>
                    <a:pt x="5255" y="27230"/>
                  </a:lnTo>
                  <a:lnTo>
                    <a:pt x="4299" y="27708"/>
                  </a:lnTo>
                  <a:lnTo>
                    <a:pt x="3344" y="27708"/>
                  </a:lnTo>
                  <a:lnTo>
                    <a:pt x="2866" y="27708"/>
                  </a:lnTo>
                  <a:lnTo>
                    <a:pt x="2866" y="27708"/>
                  </a:lnTo>
                  <a:lnTo>
                    <a:pt x="1911" y="27708"/>
                  </a:lnTo>
                  <a:lnTo>
                    <a:pt x="478" y="27708"/>
                  </a:lnTo>
                  <a:lnTo>
                    <a:pt x="478" y="27708"/>
                  </a:lnTo>
                  <a:lnTo>
                    <a:pt x="478" y="30097"/>
                  </a:lnTo>
                  <a:lnTo>
                    <a:pt x="0" y="34874"/>
                  </a:lnTo>
                  <a:lnTo>
                    <a:pt x="0" y="38218"/>
                  </a:lnTo>
                  <a:lnTo>
                    <a:pt x="0" y="41085"/>
                  </a:lnTo>
                  <a:lnTo>
                    <a:pt x="478" y="42040"/>
                  </a:lnTo>
                  <a:lnTo>
                    <a:pt x="2866" y="43951"/>
                  </a:lnTo>
                  <a:lnTo>
                    <a:pt x="4777" y="45384"/>
                  </a:lnTo>
                  <a:lnTo>
                    <a:pt x="6210" y="46340"/>
                  </a:lnTo>
                  <a:lnTo>
                    <a:pt x="8121" y="47295"/>
                  </a:lnTo>
                  <a:lnTo>
                    <a:pt x="8599" y="47773"/>
                  </a:lnTo>
                  <a:lnTo>
                    <a:pt x="9077" y="48251"/>
                  </a:lnTo>
                  <a:lnTo>
                    <a:pt x="9555" y="49206"/>
                  </a:lnTo>
                  <a:lnTo>
                    <a:pt x="9555" y="49684"/>
                  </a:lnTo>
                  <a:lnTo>
                    <a:pt x="9555" y="50639"/>
                  </a:lnTo>
                  <a:lnTo>
                    <a:pt x="9077" y="51595"/>
                  </a:lnTo>
                  <a:lnTo>
                    <a:pt x="9077" y="52072"/>
                  </a:lnTo>
                  <a:lnTo>
                    <a:pt x="9555" y="52550"/>
                  </a:lnTo>
                  <a:lnTo>
                    <a:pt x="10032" y="53505"/>
                  </a:lnTo>
                  <a:lnTo>
                    <a:pt x="10510" y="54461"/>
                  </a:lnTo>
                  <a:lnTo>
                    <a:pt x="10510" y="54939"/>
                  </a:lnTo>
                  <a:lnTo>
                    <a:pt x="10988" y="55417"/>
                  </a:lnTo>
                  <a:lnTo>
                    <a:pt x="11465" y="55894"/>
                  </a:lnTo>
                  <a:lnTo>
                    <a:pt x="12421" y="56372"/>
                  </a:lnTo>
                  <a:lnTo>
                    <a:pt x="12421" y="56850"/>
                  </a:lnTo>
                  <a:lnTo>
                    <a:pt x="12421" y="57805"/>
                  </a:lnTo>
                  <a:lnTo>
                    <a:pt x="12421" y="58283"/>
                  </a:lnTo>
                  <a:lnTo>
                    <a:pt x="12899" y="59238"/>
                  </a:lnTo>
                  <a:lnTo>
                    <a:pt x="13376" y="60194"/>
                  </a:lnTo>
                  <a:lnTo>
                    <a:pt x="12899" y="60671"/>
                  </a:lnTo>
                  <a:lnTo>
                    <a:pt x="12899" y="60671"/>
                  </a:lnTo>
                  <a:lnTo>
                    <a:pt x="12421" y="64016"/>
                  </a:lnTo>
                  <a:lnTo>
                    <a:pt x="11943" y="67837"/>
                  </a:lnTo>
                  <a:lnTo>
                    <a:pt x="10988" y="70226"/>
                  </a:lnTo>
                  <a:lnTo>
                    <a:pt x="10510" y="75003"/>
                  </a:lnTo>
                  <a:lnTo>
                    <a:pt x="9077" y="80258"/>
                  </a:lnTo>
                  <a:lnTo>
                    <a:pt x="8121" y="86469"/>
                  </a:lnTo>
                  <a:lnTo>
                    <a:pt x="6688" y="93157"/>
                  </a:lnTo>
                  <a:lnTo>
                    <a:pt x="5733" y="98890"/>
                  </a:lnTo>
                  <a:lnTo>
                    <a:pt x="4299" y="104623"/>
                  </a:lnTo>
                  <a:lnTo>
                    <a:pt x="3344" y="110833"/>
                  </a:lnTo>
                  <a:lnTo>
                    <a:pt x="2389" y="114177"/>
                  </a:lnTo>
                  <a:lnTo>
                    <a:pt x="1911" y="1151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9" name="Freeform 4038">
              <a:extLst>
                <a:ext uri="{FF2B5EF4-FFF2-40B4-BE49-F238E27FC236}">
                  <a16:creationId xmlns:a16="http://schemas.microsoft.com/office/drawing/2014/main" id="{BA16453F-7D8A-1830-1CF2-DDCC9D84D54C}"/>
                </a:ext>
              </a:extLst>
            </p:cNvPr>
            <p:cNvSpPr/>
            <p:nvPr/>
          </p:nvSpPr>
          <p:spPr>
            <a:xfrm>
              <a:off x="4538123" y="4683301"/>
              <a:ext cx="1910" cy="955"/>
            </a:xfrm>
            <a:custGeom>
              <a:avLst/>
              <a:gdLst>
                <a:gd name="csX0" fmla="*/ 0 w 1910"/>
                <a:gd name="csY0" fmla="*/ 478 h 955"/>
                <a:gd name="csX1" fmla="*/ 0 w 1910"/>
                <a:gd name="csY1" fmla="*/ 956 h 955"/>
                <a:gd name="csX2" fmla="*/ 1911 w 1910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0" h="955">
                  <a:moveTo>
                    <a:pt x="0" y="478"/>
                  </a:moveTo>
                  <a:lnTo>
                    <a:pt x="0" y="956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0" name="Freeform 4039">
              <a:extLst>
                <a:ext uri="{FF2B5EF4-FFF2-40B4-BE49-F238E27FC236}">
                  <a16:creationId xmlns:a16="http://schemas.microsoft.com/office/drawing/2014/main" id="{43FB3451-DDBD-6A67-2298-77DA9408393D}"/>
                </a:ext>
              </a:extLst>
            </p:cNvPr>
            <p:cNvSpPr/>
            <p:nvPr/>
          </p:nvSpPr>
          <p:spPr>
            <a:xfrm>
              <a:off x="4541467" y="4620719"/>
              <a:ext cx="2388" cy="955"/>
            </a:xfrm>
            <a:custGeom>
              <a:avLst/>
              <a:gdLst>
                <a:gd name="csX0" fmla="*/ 0 w 2388"/>
                <a:gd name="csY0" fmla="*/ 0 h 955"/>
                <a:gd name="csX1" fmla="*/ 2389 w 2388"/>
                <a:gd name="csY1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8" h="955">
                  <a:moveTo>
                    <a:pt x="0" y="0"/>
                  </a:moveTo>
                  <a:lnTo>
                    <a:pt x="2389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1" name="Freeform 4040">
              <a:extLst>
                <a:ext uri="{FF2B5EF4-FFF2-40B4-BE49-F238E27FC236}">
                  <a16:creationId xmlns:a16="http://schemas.microsoft.com/office/drawing/2014/main" id="{AB5DE43D-9AA5-E186-4FB7-6978956649B3}"/>
                </a:ext>
              </a:extLst>
            </p:cNvPr>
            <p:cNvSpPr/>
            <p:nvPr/>
          </p:nvSpPr>
          <p:spPr>
            <a:xfrm>
              <a:off x="4532391" y="4620719"/>
              <a:ext cx="5732" cy="1433"/>
            </a:xfrm>
            <a:custGeom>
              <a:avLst/>
              <a:gdLst>
                <a:gd name="csX0" fmla="*/ 0 w 5732"/>
                <a:gd name="csY0" fmla="*/ 1433 h 1433"/>
                <a:gd name="csX1" fmla="*/ 4299 w 5732"/>
                <a:gd name="csY1" fmla="*/ 956 h 1433"/>
                <a:gd name="csX2" fmla="*/ 5733 w 5732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32" h="1433">
                  <a:moveTo>
                    <a:pt x="0" y="1433"/>
                  </a:moveTo>
                  <a:lnTo>
                    <a:pt x="4299" y="956"/>
                  </a:lnTo>
                  <a:lnTo>
                    <a:pt x="57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2" name="Freeform 4041">
              <a:extLst>
                <a:ext uri="{FF2B5EF4-FFF2-40B4-BE49-F238E27FC236}">
                  <a16:creationId xmlns:a16="http://schemas.microsoft.com/office/drawing/2014/main" id="{FA444533-E804-E0F3-79EA-D6336748DD20}"/>
                </a:ext>
              </a:extLst>
            </p:cNvPr>
            <p:cNvSpPr/>
            <p:nvPr/>
          </p:nvSpPr>
          <p:spPr>
            <a:xfrm>
              <a:off x="4518059" y="4622152"/>
              <a:ext cx="14331" cy="955"/>
            </a:xfrm>
            <a:custGeom>
              <a:avLst/>
              <a:gdLst>
                <a:gd name="csX0" fmla="*/ 0 w 14331"/>
                <a:gd name="csY0" fmla="*/ 478 h 955"/>
                <a:gd name="csX1" fmla="*/ 2389 w 14331"/>
                <a:gd name="csY1" fmla="*/ 955 h 955"/>
                <a:gd name="csX2" fmla="*/ 7644 w 14331"/>
                <a:gd name="csY2" fmla="*/ 955 h 955"/>
                <a:gd name="csX3" fmla="*/ 14332 w 14331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1" h="955">
                  <a:moveTo>
                    <a:pt x="0" y="478"/>
                  </a:moveTo>
                  <a:lnTo>
                    <a:pt x="2389" y="955"/>
                  </a:lnTo>
                  <a:lnTo>
                    <a:pt x="7644" y="955"/>
                  </a:lnTo>
                  <a:lnTo>
                    <a:pt x="1433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3" name="Freeform 4042">
              <a:extLst>
                <a:ext uri="{FF2B5EF4-FFF2-40B4-BE49-F238E27FC236}">
                  <a16:creationId xmlns:a16="http://schemas.microsoft.com/office/drawing/2014/main" id="{255A7482-28A7-FE3A-6F14-C77B1670A423}"/>
                </a:ext>
              </a:extLst>
            </p:cNvPr>
            <p:cNvSpPr/>
            <p:nvPr/>
          </p:nvSpPr>
          <p:spPr>
            <a:xfrm>
              <a:off x="4511370" y="4622152"/>
              <a:ext cx="5255" cy="1910"/>
            </a:xfrm>
            <a:custGeom>
              <a:avLst/>
              <a:gdLst>
                <a:gd name="csX0" fmla="*/ 0 w 5255"/>
                <a:gd name="csY0" fmla="*/ 1911 h 1910"/>
                <a:gd name="csX1" fmla="*/ 0 w 5255"/>
                <a:gd name="csY1" fmla="*/ 1911 h 1910"/>
                <a:gd name="csX2" fmla="*/ 2389 w 5255"/>
                <a:gd name="csY2" fmla="*/ 478 h 1910"/>
                <a:gd name="csX3" fmla="*/ 5255 w 5255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255" h="1910">
                  <a:moveTo>
                    <a:pt x="0" y="1911"/>
                  </a:moveTo>
                  <a:lnTo>
                    <a:pt x="0" y="1911"/>
                  </a:lnTo>
                  <a:lnTo>
                    <a:pt x="2389" y="478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4" name="Freeform 4043">
              <a:extLst>
                <a:ext uri="{FF2B5EF4-FFF2-40B4-BE49-F238E27FC236}">
                  <a16:creationId xmlns:a16="http://schemas.microsoft.com/office/drawing/2014/main" id="{938B49FB-B297-D566-8F46-ABF7D3A28343}"/>
                </a:ext>
              </a:extLst>
            </p:cNvPr>
            <p:cNvSpPr/>
            <p:nvPr/>
          </p:nvSpPr>
          <p:spPr>
            <a:xfrm>
              <a:off x="4507071" y="4623107"/>
              <a:ext cx="1910" cy="477"/>
            </a:xfrm>
            <a:custGeom>
              <a:avLst/>
              <a:gdLst>
                <a:gd name="csX0" fmla="*/ 0 w 1910"/>
                <a:gd name="csY0" fmla="*/ 478 h 477"/>
                <a:gd name="csX1" fmla="*/ 1433 w 1910"/>
                <a:gd name="csY1" fmla="*/ 0 h 477"/>
                <a:gd name="csX2" fmla="*/ 1911 w 1910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0" h="477">
                  <a:moveTo>
                    <a:pt x="0" y="478"/>
                  </a:moveTo>
                  <a:lnTo>
                    <a:pt x="1433" y="0"/>
                  </a:lnTo>
                  <a:lnTo>
                    <a:pt x="1911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5" name="Freeform 4044">
              <a:extLst>
                <a:ext uri="{FF2B5EF4-FFF2-40B4-BE49-F238E27FC236}">
                  <a16:creationId xmlns:a16="http://schemas.microsoft.com/office/drawing/2014/main" id="{4AC45827-EDE4-7E7C-E6AD-E01B36E69483}"/>
                </a:ext>
              </a:extLst>
            </p:cNvPr>
            <p:cNvSpPr/>
            <p:nvPr/>
          </p:nvSpPr>
          <p:spPr>
            <a:xfrm>
              <a:off x="4487962" y="4608298"/>
              <a:ext cx="3821" cy="477"/>
            </a:xfrm>
            <a:custGeom>
              <a:avLst/>
              <a:gdLst>
                <a:gd name="csX0" fmla="*/ 0 w 3821"/>
                <a:gd name="csY0" fmla="*/ 0 h 477"/>
                <a:gd name="csX1" fmla="*/ 0 w 3821"/>
                <a:gd name="csY1" fmla="*/ 0 h 477"/>
                <a:gd name="csX2" fmla="*/ 2389 w 3821"/>
                <a:gd name="csY2" fmla="*/ 478 h 477"/>
                <a:gd name="csX3" fmla="*/ 3822 w 3821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1" h="477">
                  <a:moveTo>
                    <a:pt x="0" y="0"/>
                  </a:moveTo>
                  <a:lnTo>
                    <a:pt x="0" y="0"/>
                  </a:lnTo>
                  <a:lnTo>
                    <a:pt x="2389" y="478"/>
                  </a:lnTo>
                  <a:lnTo>
                    <a:pt x="3822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6" name="Freeform 4045">
              <a:extLst>
                <a:ext uri="{FF2B5EF4-FFF2-40B4-BE49-F238E27FC236}">
                  <a16:creationId xmlns:a16="http://schemas.microsoft.com/office/drawing/2014/main" id="{15090098-D927-8980-926A-F042C079D2B2}"/>
                </a:ext>
              </a:extLst>
            </p:cNvPr>
            <p:cNvSpPr/>
            <p:nvPr/>
          </p:nvSpPr>
          <p:spPr>
            <a:xfrm>
              <a:off x="4473152" y="4605909"/>
              <a:ext cx="9076" cy="1911"/>
            </a:xfrm>
            <a:custGeom>
              <a:avLst/>
              <a:gdLst>
                <a:gd name="csX0" fmla="*/ 0 w 9076"/>
                <a:gd name="csY0" fmla="*/ 1911 h 1911"/>
                <a:gd name="csX1" fmla="*/ 2389 w 9076"/>
                <a:gd name="csY1" fmla="*/ 1911 h 1911"/>
                <a:gd name="csX2" fmla="*/ 6210 w 9076"/>
                <a:gd name="csY2" fmla="*/ 478 h 1911"/>
                <a:gd name="csX3" fmla="*/ 7644 w 9076"/>
                <a:gd name="csY3" fmla="*/ 0 h 1911"/>
                <a:gd name="csX4" fmla="*/ 9077 w 9076"/>
                <a:gd name="csY4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76" h="1911">
                  <a:moveTo>
                    <a:pt x="0" y="1911"/>
                  </a:moveTo>
                  <a:lnTo>
                    <a:pt x="2389" y="1911"/>
                  </a:lnTo>
                  <a:lnTo>
                    <a:pt x="6210" y="478"/>
                  </a:lnTo>
                  <a:lnTo>
                    <a:pt x="7644" y="0"/>
                  </a:lnTo>
                  <a:lnTo>
                    <a:pt x="9077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7" name="Freeform 4046">
              <a:extLst>
                <a:ext uri="{FF2B5EF4-FFF2-40B4-BE49-F238E27FC236}">
                  <a16:creationId xmlns:a16="http://schemas.microsoft.com/office/drawing/2014/main" id="{7EE827ED-D0E3-F661-FE6C-A05425084375}"/>
                </a:ext>
              </a:extLst>
            </p:cNvPr>
            <p:cNvSpPr/>
            <p:nvPr/>
          </p:nvSpPr>
          <p:spPr>
            <a:xfrm>
              <a:off x="4468375" y="4607342"/>
              <a:ext cx="4777" cy="477"/>
            </a:xfrm>
            <a:custGeom>
              <a:avLst/>
              <a:gdLst>
                <a:gd name="csX0" fmla="*/ 0 w 4777"/>
                <a:gd name="csY0" fmla="*/ 0 h 477"/>
                <a:gd name="csX1" fmla="*/ 2867 w 4777"/>
                <a:gd name="csY1" fmla="*/ 478 h 477"/>
                <a:gd name="csX2" fmla="*/ 4777 w 47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477">
                  <a:moveTo>
                    <a:pt x="0" y="0"/>
                  </a:moveTo>
                  <a:lnTo>
                    <a:pt x="2867" y="478"/>
                  </a:lnTo>
                  <a:lnTo>
                    <a:pt x="4777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8" name="Freeform 4047">
              <a:extLst>
                <a:ext uri="{FF2B5EF4-FFF2-40B4-BE49-F238E27FC236}">
                  <a16:creationId xmlns:a16="http://schemas.microsoft.com/office/drawing/2014/main" id="{5A5F48D8-FF68-7EE4-8141-B2E9054A5C9F}"/>
                </a:ext>
              </a:extLst>
            </p:cNvPr>
            <p:cNvSpPr/>
            <p:nvPr/>
          </p:nvSpPr>
          <p:spPr>
            <a:xfrm>
              <a:off x="4457865" y="4607342"/>
              <a:ext cx="5255" cy="477"/>
            </a:xfrm>
            <a:custGeom>
              <a:avLst/>
              <a:gdLst>
                <a:gd name="csX0" fmla="*/ 0 w 5255"/>
                <a:gd name="csY0" fmla="*/ 478 h 477"/>
                <a:gd name="csX1" fmla="*/ 0 w 5255"/>
                <a:gd name="csY1" fmla="*/ 478 h 477"/>
                <a:gd name="csX2" fmla="*/ 1911 w 5255"/>
                <a:gd name="csY2" fmla="*/ 478 h 477"/>
                <a:gd name="csX3" fmla="*/ 5255 w 5255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255" h="477">
                  <a:moveTo>
                    <a:pt x="0" y="478"/>
                  </a:moveTo>
                  <a:lnTo>
                    <a:pt x="0" y="478"/>
                  </a:lnTo>
                  <a:lnTo>
                    <a:pt x="1911" y="478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9" name="Freeform 4048">
              <a:extLst>
                <a:ext uri="{FF2B5EF4-FFF2-40B4-BE49-F238E27FC236}">
                  <a16:creationId xmlns:a16="http://schemas.microsoft.com/office/drawing/2014/main" id="{25ED4143-5CFC-EF40-1935-FA3F984D5358}"/>
                </a:ext>
              </a:extLst>
            </p:cNvPr>
            <p:cNvSpPr/>
            <p:nvPr/>
          </p:nvSpPr>
          <p:spPr>
            <a:xfrm>
              <a:off x="4450221" y="4600654"/>
              <a:ext cx="1433" cy="477"/>
            </a:xfrm>
            <a:custGeom>
              <a:avLst/>
              <a:gdLst>
                <a:gd name="csX0" fmla="*/ 0 w 1433"/>
                <a:gd name="csY0" fmla="*/ 0 h 477"/>
                <a:gd name="csX1" fmla="*/ 1433 w 1433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477">
                  <a:moveTo>
                    <a:pt x="0" y="0"/>
                  </a:moveTo>
                  <a:lnTo>
                    <a:pt x="1433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0" name="Freeform 4049">
              <a:extLst>
                <a:ext uri="{FF2B5EF4-FFF2-40B4-BE49-F238E27FC236}">
                  <a16:creationId xmlns:a16="http://schemas.microsoft.com/office/drawing/2014/main" id="{16EE9613-1D1F-32AB-49EF-FCD4F09B69A2}"/>
                </a:ext>
              </a:extLst>
            </p:cNvPr>
            <p:cNvSpPr/>
            <p:nvPr/>
          </p:nvSpPr>
          <p:spPr>
            <a:xfrm>
              <a:off x="4437800" y="4568646"/>
              <a:ext cx="1433" cy="477"/>
            </a:xfrm>
            <a:custGeom>
              <a:avLst/>
              <a:gdLst>
                <a:gd name="csX0" fmla="*/ 0 w 1433"/>
                <a:gd name="csY0" fmla="*/ 478 h 477"/>
                <a:gd name="csX1" fmla="*/ 1433 w 1433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477">
                  <a:moveTo>
                    <a:pt x="0" y="478"/>
                  </a:move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1" name="Freeform 4050">
              <a:extLst>
                <a:ext uri="{FF2B5EF4-FFF2-40B4-BE49-F238E27FC236}">
                  <a16:creationId xmlns:a16="http://schemas.microsoft.com/office/drawing/2014/main" id="{4721A6EA-7822-BAB8-D518-9971EC4F703C}"/>
                </a:ext>
              </a:extLst>
            </p:cNvPr>
            <p:cNvSpPr/>
            <p:nvPr/>
          </p:nvSpPr>
          <p:spPr>
            <a:xfrm>
              <a:off x="4432067" y="4566258"/>
              <a:ext cx="2866" cy="1433"/>
            </a:xfrm>
            <a:custGeom>
              <a:avLst/>
              <a:gdLst>
                <a:gd name="csX0" fmla="*/ 0 w 2866"/>
                <a:gd name="csY0" fmla="*/ 1433 h 1433"/>
                <a:gd name="csX1" fmla="*/ 0 w 2866"/>
                <a:gd name="csY1" fmla="*/ 1433 h 1433"/>
                <a:gd name="csX2" fmla="*/ 1433 w 2866"/>
                <a:gd name="csY2" fmla="*/ 956 h 1433"/>
                <a:gd name="csX3" fmla="*/ 2866 w 2866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1433">
                  <a:moveTo>
                    <a:pt x="0" y="1433"/>
                  </a:moveTo>
                  <a:lnTo>
                    <a:pt x="0" y="1433"/>
                  </a:lnTo>
                  <a:lnTo>
                    <a:pt x="1433" y="956"/>
                  </a:lnTo>
                  <a:lnTo>
                    <a:pt x="28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2" name="Freeform 4051">
              <a:extLst>
                <a:ext uri="{FF2B5EF4-FFF2-40B4-BE49-F238E27FC236}">
                  <a16:creationId xmlns:a16="http://schemas.microsoft.com/office/drawing/2014/main" id="{80312667-F71C-87B5-2988-42D3E4F9E55E}"/>
                </a:ext>
              </a:extLst>
            </p:cNvPr>
            <p:cNvSpPr/>
            <p:nvPr/>
          </p:nvSpPr>
          <p:spPr>
            <a:xfrm>
              <a:off x="4332700" y="4686645"/>
              <a:ext cx="1910" cy="2388"/>
            </a:xfrm>
            <a:custGeom>
              <a:avLst/>
              <a:gdLst>
                <a:gd name="csX0" fmla="*/ 1911 w 1910"/>
                <a:gd name="csY0" fmla="*/ 1911 h 2388"/>
                <a:gd name="csX1" fmla="*/ 1433 w 1910"/>
                <a:gd name="csY1" fmla="*/ 2389 h 2388"/>
                <a:gd name="csX2" fmla="*/ 478 w 1910"/>
                <a:gd name="csY2" fmla="*/ 1433 h 2388"/>
                <a:gd name="csX3" fmla="*/ 0 w 1910"/>
                <a:gd name="csY3" fmla="*/ 955 h 2388"/>
                <a:gd name="csX4" fmla="*/ 478 w 1910"/>
                <a:gd name="csY4" fmla="*/ 0 h 2388"/>
                <a:gd name="csX5" fmla="*/ 1433 w 1910"/>
                <a:gd name="csY5" fmla="*/ 478 h 2388"/>
                <a:gd name="csX6" fmla="*/ 1911 w 1910"/>
                <a:gd name="csY6" fmla="*/ 955 h 2388"/>
                <a:gd name="csX7" fmla="*/ 1911 w 1910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2388">
                  <a:moveTo>
                    <a:pt x="1911" y="1911"/>
                  </a:moveTo>
                  <a:lnTo>
                    <a:pt x="1433" y="2389"/>
                  </a:lnTo>
                  <a:lnTo>
                    <a:pt x="478" y="1433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1911" y="955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3" name="Freeform 4052">
              <a:extLst>
                <a:ext uri="{FF2B5EF4-FFF2-40B4-BE49-F238E27FC236}">
                  <a16:creationId xmlns:a16="http://schemas.microsoft.com/office/drawing/2014/main" id="{F9ED3967-76BB-604D-E287-9E6BD87561F4}"/>
                </a:ext>
              </a:extLst>
            </p:cNvPr>
            <p:cNvSpPr/>
            <p:nvPr/>
          </p:nvSpPr>
          <p:spPr>
            <a:xfrm>
              <a:off x="4180304" y="4533294"/>
              <a:ext cx="59716" cy="54938"/>
            </a:xfrm>
            <a:custGeom>
              <a:avLst/>
              <a:gdLst>
                <a:gd name="csX0" fmla="*/ 59716 w 59716"/>
                <a:gd name="csY0" fmla="*/ 53983 h 54938"/>
                <a:gd name="csX1" fmla="*/ 59716 w 59716"/>
                <a:gd name="csY1" fmla="*/ 54939 h 54938"/>
                <a:gd name="csX2" fmla="*/ 58283 w 59716"/>
                <a:gd name="csY2" fmla="*/ 53028 h 54938"/>
                <a:gd name="csX3" fmla="*/ 56850 w 59716"/>
                <a:gd name="csY3" fmla="*/ 51117 h 54938"/>
                <a:gd name="csX4" fmla="*/ 54939 w 59716"/>
                <a:gd name="csY4" fmla="*/ 49684 h 54938"/>
                <a:gd name="csX5" fmla="*/ 54939 w 59716"/>
                <a:gd name="csY5" fmla="*/ 46817 h 54938"/>
                <a:gd name="csX6" fmla="*/ 53983 w 59716"/>
                <a:gd name="csY6" fmla="*/ 45384 h 54938"/>
                <a:gd name="csX7" fmla="*/ 51595 w 59716"/>
                <a:gd name="csY7" fmla="*/ 43951 h 54938"/>
                <a:gd name="csX8" fmla="*/ 49684 w 59716"/>
                <a:gd name="csY8" fmla="*/ 42996 h 54938"/>
                <a:gd name="csX9" fmla="*/ 48251 w 59716"/>
                <a:gd name="csY9" fmla="*/ 43474 h 54938"/>
                <a:gd name="csX10" fmla="*/ 49206 w 59716"/>
                <a:gd name="csY10" fmla="*/ 44907 h 54938"/>
                <a:gd name="csX11" fmla="*/ 51595 w 59716"/>
                <a:gd name="csY11" fmla="*/ 46817 h 54938"/>
                <a:gd name="csX12" fmla="*/ 51595 w 59716"/>
                <a:gd name="csY12" fmla="*/ 47773 h 54938"/>
                <a:gd name="csX13" fmla="*/ 51595 w 59716"/>
                <a:gd name="csY13" fmla="*/ 48728 h 54938"/>
                <a:gd name="csX14" fmla="*/ 50162 w 59716"/>
                <a:gd name="csY14" fmla="*/ 48728 h 54938"/>
                <a:gd name="csX15" fmla="*/ 48251 w 59716"/>
                <a:gd name="csY15" fmla="*/ 48251 h 54938"/>
                <a:gd name="csX16" fmla="*/ 46817 w 59716"/>
                <a:gd name="csY16" fmla="*/ 48251 h 54938"/>
                <a:gd name="csX17" fmla="*/ 45384 w 59716"/>
                <a:gd name="csY17" fmla="*/ 47295 h 54938"/>
                <a:gd name="csX18" fmla="*/ 42996 w 59716"/>
                <a:gd name="csY18" fmla="*/ 44907 h 54938"/>
                <a:gd name="csX19" fmla="*/ 44907 w 59716"/>
                <a:gd name="csY19" fmla="*/ 42996 h 54938"/>
                <a:gd name="csX20" fmla="*/ 45384 w 59716"/>
                <a:gd name="csY20" fmla="*/ 41563 h 54938"/>
                <a:gd name="csX21" fmla="*/ 45384 w 59716"/>
                <a:gd name="csY21" fmla="*/ 38696 h 54938"/>
                <a:gd name="csX22" fmla="*/ 44907 w 59716"/>
                <a:gd name="csY22" fmla="*/ 37263 h 54938"/>
                <a:gd name="csX23" fmla="*/ 42996 w 59716"/>
                <a:gd name="csY23" fmla="*/ 35352 h 54938"/>
                <a:gd name="csX24" fmla="*/ 39651 w 59716"/>
                <a:gd name="csY24" fmla="*/ 32963 h 54938"/>
                <a:gd name="csX25" fmla="*/ 35352 w 59716"/>
                <a:gd name="csY25" fmla="*/ 31052 h 54938"/>
                <a:gd name="csX26" fmla="*/ 33441 w 59716"/>
                <a:gd name="csY26" fmla="*/ 29619 h 54938"/>
                <a:gd name="csX27" fmla="*/ 28186 w 59716"/>
                <a:gd name="csY27" fmla="*/ 28186 h 54938"/>
                <a:gd name="csX28" fmla="*/ 26275 w 59716"/>
                <a:gd name="csY28" fmla="*/ 27708 h 54938"/>
                <a:gd name="csX29" fmla="*/ 24364 w 59716"/>
                <a:gd name="csY29" fmla="*/ 26275 h 54938"/>
                <a:gd name="csX30" fmla="*/ 24364 w 59716"/>
                <a:gd name="csY30" fmla="*/ 25320 h 54938"/>
                <a:gd name="csX31" fmla="*/ 24842 w 59716"/>
                <a:gd name="csY31" fmla="*/ 23409 h 54938"/>
                <a:gd name="csX32" fmla="*/ 23409 w 59716"/>
                <a:gd name="csY32" fmla="*/ 21498 h 54938"/>
                <a:gd name="csX33" fmla="*/ 17198 w 59716"/>
                <a:gd name="csY33" fmla="*/ 17676 h 54938"/>
                <a:gd name="csX34" fmla="*/ 13854 w 59716"/>
                <a:gd name="csY34" fmla="*/ 16243 h 54938"/>
                <a:gd name="csX35" fmla="*/ 12899 w 59716"/>
                <a:gd name="csY35" fmla="*/ 15287 h 54938"/>
                <a:gd name="csX36" fmla="*/ 12421 w 59716"/>
                <a:gd name="csY36" fmla="*/ 14810 h 54938"/>
                <a:gd name="csX37" fmla="*/ 12899 w 59716"/>
                <a:gd name="csY37" fmla="*/ 17676 h 54938"/>
                <a:gd name="csX38" fmla="*/ 14809 w 59716"/>
                <a:gd name="csY38" fmla="*/ 19109 h 54938"/>
                <a:gd name="csX39" fmla="*/ 18632 w 59716"/>
                <a:gd name="csY39" fmla="*/ 21020 h 54938"/>
                <a:gd name="csX40" fmla="*/ 19587 w 59716"/>
                <a:gd name="csY40" fmla="*/ 21976 h 54938"/>
                <a:gd name="csX41" fmla="*/ 20065 w 59716"/>
                <a:gd name="csY41" fmla="*/ 22931 h 54938"/>
                <a:gd name="csX42" fmla="*/ 17676 w 59716"/>
                <a:gd name="csY42" fmla="*/ 25320 h 54938"/>
                <a:gd name="csX43" fmla="*/ 16721 w 59716"/>
                <a:gd name="csY43" fmla="*/ 25798 h 54938"/>
                <a:gd name="csX44" fmla="*/ 16243 w 59716"/>
                <a:gd name="csY44" fmla="*/ 26753 h 54938"/>
                <a:gd name="csX45" fmla="*/ 15287 w 59716"/>
                <a:gd name="csY45" fmla="*/ 27231 h 54938"/>
                <a:gd name="csX46" fmla="*/ 14809 w 59716"/>
                <a:gd name="csY46" fmla="*/ 26753 h 54938"/>
                <a:gd name="csX47" fmla="*/ 11466 w 59716"/>
                <a:gd name="csY47" fmla="*/ 22931 h 54938"/>
                <a:gd name="csX48" fmla="*/ 5255 w 59716"/>
                <a:gd name="csY48" fmla="*/ 21498 h 54938"/>
                <a:gd name="csX49" fmla="*/ 4300 w 59716"/>
                <a:gd name="csY49" fmla="*/ 20542 h 54938"/>
                <a:gd name="csX50" fmla="*/ 1911 w 59716"/>
                <a:gd name="csY50" fmla="*/ 17198 h 54938"/>
                <a:gd name="csX51" fmla="*/ 956 w 59716"/>
                <a:gd name="csY51" fmla="*/ 14332 h 54938"/>
                <a:gd name="csX52" fmla="*/ 1433 w 59716"/>
                <a:gd name="csY52" fmla="*/ 12421 h 54938"/>
                <a:gd name="csX53" fmla="*/ 3822 w 59716"/>
                <a:gd name="csY53" fmla="*/ 9077 h 54938"/>
                <a:gd name="csX54" fmla="*/ 4777 w 59716"/>
                <a:gd name="csY54" fmla="*/ 8121 h 54938"/>
                <a:gd name="csX55" fmla="*/ 4300 w 59716"/>
                <a:gd name="csY55" fmla="*/ 7166 h 54938"/>
                <a:gd name="csX56" fmla="*/ 4777 w 59716"/>
                <a:gd name="csY56" fmla="*/ 5733 h 54938"/>
                <a:gd name="csX57" fmla="*/ 3822 w 59716"/>
                <a:gd name="csY57" fmla="*/ 5255 h 54938"/>
                <a:gd name="csX58" fmla="*/ 1433 w 59716"/>
                <a:gd name="csY58" fmla="*/ 3822 h 54938"/>
                <a:gd name="csX59" fmla="*/ 0 w 59716"/>
                <a:gd name="csY59" fmla="*/ 3344 h 54938"/>
                <a:gd name="csX60" fmla="*/ 0 w 59716"/>
                <a:gd name="csY60" fmla="*/ 2867 h 54938"/>
                <a:gd name="csX61" fmla="*/ 2866 w 59716"/>
                <a:gd name="csY61" fmla="*/ 1433 h 54938"/>
                <a:gd name="csX62" fmla="*/ 2866 w 59716"/>
                <a:gd name="csY62" fmla="*/ 478 h 54938"/>
                <a:gd name="csX63" fmla="*/ 2866 w 59716"/>
                <a:gd name="csY63" fmla="*/ 0 h 54938"/>
                <a:gd name="csX64" fmla="*/ 3344 w 59716"/>
                <a:gd name="csY64" fmla="*/ 0 h 54938"/>
                <a:gd name="csX65" fmla="*/ 3822 w 59716"/>
                <a:gd name="csY65" fmla="*/ 0 h 54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59716" h="54938">
                  <a:moveTo>
                    <a:pt x="59716" y="53983"/>
                  </a:moveTo>
                  <a:lnTo>
                    <a:pt x="59716" y="54939"/>
                  </a:lnTo>
                  <a:lnTo>
                    <a:pt x="58283" y="53028"/>
                  </a:lnTo>
                  <a:lnTo>
                    <a:pt x="56850" y="51117"/>
                  </a:lnTo>
                  <a:lnTo>
                    <a:pt x="54939" y="49684"/>
                  </a:lnTo>
                  <a:lnTo>
                    <a:pt x="54939" y="46817"/>
                  </a:lnTo>
                  <a:lnTo>
                    <a:pt x="53983" y="45384"/>
                  </a:lnTo>
                  <a:lnTo>
                    <a:pt x="51595" y="43951"/>
                  </a:lnTo>
                  <a:lnTo>
                    <a:pt x="49684" y="42996"/>
                  </a:lnTo>
                  <a:lnTo>
                    <a:pt x="48251" y="43474"/>
                  </a:lnTo>
                  <a:lnTo>
                    <a:pt x="49206" y="44907"/>
                  </a:lnTo>
                  <a:lnTo>
                    <a:pt x="51595" y="46817"/>
                  </a:lnTo>
                  <a:lnTo>
                    <a:pt x="51595" y="47773"/>
                  </a:lnTo>
                  <a:lnTo>
                    <a:pt x="51595" y="48728"/>
                  </a:lnTo>
                  <a:lnTo>
                    <a:pt x="50162" y="48728"/>
                  </a:lnTo>
                  <a:lnTo>
                    <a:pt x="48251" y="48251"/>
                  </a:lnTo>
                  <a:lnTo>
                    <a:pt x="46817" y="48251"/>
                  </a:lnTo>
                  <a:lnTo>
                    <a:pt x="45384" y="47295"/>
                  </a:lnTo>
                  <a:lnTo>
                    <a:pt x="42996" y="44907"/>
                  </a:lnTo>
                  <a:lnTo>
                    <a:pt x="44907" y="42996"/>
                  </a:lnTo>
                  <a:lnTo>
                    <a:pt x="45384" y="41563"/>
                  </a:lnTo>
                  <a:lnTo>
                    <a:pt x="45384" y="38696"/>
                  </a:lnTo>
                  <a:lnTo>
                    <a:pt x="44907" y="37263"/>
                  </a:lnTo>
                  <a:lnTo>
                    <a:pt x="42996" y="35352"/>
                  </a:lnTo>
                  <a:lnTo>
                    <a:pt x="39651" y="32963"/>
                  </a:lnTo>
                  <a:lnTo>
                    <a:pt x="35352" y="31052"/>
                  </a:lnTo>
                  <a:lnTo>
                    <a:pt x="33441" y="29619"/>
                  </a:lnTo>
                  <a:lnTo>
                    <a:pt x="28186" y="28186"/>
                  </a:lnTo>
                  <a:lnTo>
                    <a:pt x="26275" y="27708"/>
                  </a:lnTo>
                  <a:lnTo>
                    <a:pt x="24364" y="26275"/>
                  </a:lnTo>
                  <a:lnTo>
                    <a:pt x="24364" y="25320"/>
                  </a:lnTo>
                  <a:lnTo>
                    <a:pt x="24842" y="23409"/>
                  </a:lnTo>
                  <a:lnTo>
                    <a:pt x="23409" y="21498"/>
                  </a:lnTo>
                  <a:lnTo>
                    <a:pt x="17198" y="17676"/>
                  </a:lnTo>
                  <a:lnTo>
                    <a:pt x="13854" y="16243"/>
                  </a:lnTo>
                  <a:lnTo>
                    <a:pt x="12899" y="15287"/>
                  </a:lnTo>
                  <a:lnTo>
                    <a:pt x="12421" y="14810"/>
                  </a:lnTo>
                  <a:lnTo>
                    <a:pt x="12899" y="17676"/>
                  </a:lnTo>
                  <a:lnTo>
                    <a:pt x="14809" y="19109"/>
                  </a:lnTo>
                  <a:lnTo>
                    <a:pt x="18632" y="21020"/>
                  </a:lnTo>
                  <a:lnTo>
                    <a:pt x="19587" y="21976"/>
                  </a:lnTo>
                  <a:lnTo>
                    <a:pt x="20065" y="22931"/>
                  </a:lnTo>
                  <a:lnTo>
                    <a:pt x="17676" y="25320"/>
                  </a:lnTo>
                  <a:lnTo>
                    <a:pt x="16721" y="25798"/>
                  </a:lnTo>
                  <a:lnTo>
                    <a:pt x="16243" y="26753"/>
                  </a:lnTo>
                  <a:lnTo>
                    <a:pt x="15287" y="27231"/>
                  </a:lnTo>
                  <a:lnTo>
                    <a:pt x="14809" y="26753"/>
                  </a:lnTo>
                  <a:lnTo>
                    <a:pt x="11466" y="22931"/>
                  </a:lnTo>
                  <a:lnTo>
                    <a:pt x="5255" y="21498"/>
                  </a:lnTo>
                  <a:lnTo>
                    <a:pt x="4300" y="20542"/>
                  </a:lnTo>
                  <a:lnTo>
                    <a:pt x="1911" y="17198"/>
                  </a:lnTo>
                  <a:lnTo>
                    <a:pt x="956" y="14332"/>
                  </a:lnTo>
                  <a:lnTo>
                    <a:pt x="1433" y="12421"/>
                  </a:lnTo>
                  <a:lnTo>
                    <a:pt x="3822" y="9077"/>
                  </a:lnTo>
                  <a:lnTo>
                    <a:pt x="4777" y="8121"/>
                  </a:lnTo>
                  <a:lnTo>
                    <a:pt x="4300" y="7166"/>
                  </a:lnTo>
                  <a:lnTo>
                    <a:pt x="4777" y="5733"/>
                  </a:lnTo>
                  <a:lnTo>
                    <a:pt x="3822" y="5255"/>
                  </a:lnTo>
                  <a:lnTo>
                    <a:pt x="1433" y="3822"/>
                  </a:lnTo>
                  <a:lnTo>
                    <a:pt x="0" y="3344"/>
                  </a:lnTo>
                  <a:lnTo>
                    <a:pt x="0" y="2867"/>
                  </a:lnTo>
                  <a:lnTo>
                    <a:pt x="2866" y="1433"/>
                  </a:lnTo>
                  <a:lnTo>
                    <a:pt x="2866" y="478"/>
                  </a:lnTo>
                  <a:lnTo>
                    <a:pt x="2866" y="0"/>
                  </a:lnTo>
                  <a:lnTo>
                    <a:pt x="3344" y="0"/>
                  </a:ln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4" name="Freeform 4053">
              <a:extLst>
                <a:ext uri="{FF2B5EF4-FFF2-40B4-BE49-F238E27FC236}">
                  <a16:creationId xmlns:a16="http://schemas.microsoft.com/office/drawing/2014/main" id="{214B4A9E-5EF0-7041-A433-3E56FA25C7D9}"/>
                </a:ext>
              </a:extLst>
            </p:cNvPr>
            <p:cNvSpPr/>
            <p:nvPr/>
          </p:nvSpPr>
          <p:spPr>
            <a:xfrm>
              <a:off x="4239065" y="4585367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478 w 955"/>
                <a:gd name="csY1" fmla="*/ 478 h 1433"/>
                <a:gd name="csX2" fmla="*/ 956 w 955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478" y="478"/>
                  </a:lnTo>
                  <a:lnTo>
                    <a:pt x="956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5" name="Freeform 4054">
              <a:extLst>
                <a:ext uri="{FF2B5EF4-FFF2-40B4-BE49-F238E27FC236}">
                  <a16:creationId xmlns:a16="http://schemas.microsoft.com/office/drawing/2014/main" id="{ABF3C8FB-63BA-3345-D972-88F69F37B6AC}"/>
                </a:ext>
              </a:extLst>
            </p:cNvPr>
            <p:cNvSpPr/>
            <p:nvPr/>
          </p:nvSpPr>
          <p:spPr>
            <a:xfrm>
              <a:off x="4237154" y="4577723"/>
              <a:ext cx="3821" cy="5732"/>
            </a:xfrm>
            <a:custGeom>
              <a:avLst/>
              <a:gdLst>
                <a:gd name="csX0" fmla="*/ 3344 w 3821"/>
                <a:gd name="csY0" fmla="*/ 0 h 5732"/>
                <a:gd name="csX1" fmla="*/ 3822 w 3821"/>
                <a:gd name="csY1" fmla="*/ 1433 h 5732"/>
                <a:gd name="csX2" fmla="*/ 3822 w 3821"/>
                <a:gd name="csY2" fmla="*/ 2867 h 5732"/>
                <a:gd name="csX3" fmla="*/ 3344 w 3821"/>
                <a:gd name="csY3" fmla="*/ 3344 h 5732"/>
                <a:gd name="csX4" fmla="*/ 478 w 3821"/>
                <a:gd name="csY4" fmla="*/ 5255 h 5732"/>
                <a:gd name="csX5" fmla="*/ 0 w 3821"/>
                <a:gd name="csY5" fmla="*/ 5733 h 5732"/>
                <a:gd name="csX6" fmla="*/ 0 w 3821"/>
                <a:gd name="csY6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5732">
                  <a:moveTo>
                    <a:pt x="3344" y="0"/>
                  </a:moveTo>
                  <a:lnTo>
                    <a:pt x="3822" y="1433"/>
                  </a:lnTo>
                  <a:lnTo>
                    <a:pt x="3822" y="2867"/>
                  </a:lnTo>
                  <a:lnTo>
                    <a:pt x="3344" y="3344"/>
                  </a:lnTo>
                  <a:lnTo>
                    <a:pt x="478" y="5255"/>
                  </a:lnTo>
                  <a:lnTo>
                    <a:pt x="0" y="5733"/>
                  </a:lnTo>
                  <a:lnTo>
                    <a:pt x="0" y="57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6" name="Freeform 4055">
              <a:extLst>
                <a:ext uri="{FF2B5EF4-FFF2-40B4-BE49-F238E27FC236}">
                  <a16:creationId xmlns:a16="http://schemas.microsoft.com/office/drawing/2014/main" id="{75156970-E142-668F-BA9F-681C4EC08DCB}"/>
                </a:ext>
              </a:extLst>
            </p:cNvPr>
            <p:cNvSpPr/>
            <p:nvPr/>
          </p:nvSpPr>
          <p:spPr>
            <a:xfrm>
              <a:off x="4240020" y="4572946"/>
              <a:ext cx="3344" cy="1911"/>
            </a:xfrm>
            <a:custGeom>
              <a:avLst/>
              <a:gdLst>
                <a:gd name="csX0" fmla="*/ 3344 w 3344"/>
                <a:gd name="csY0" fmla="*/ 0 h 1911"/>
                <a:gd name="csX1" fmla="*/ 2866 w 3344"/>
                <a:gd name="csY1" fmla="*/ 0 h 1911"/>
                <a:gd name="csX2" fmla="*/ 1433 w 3344"/>
                <a:gd name="csY2" fmla="*/ 956 h 1911"/>
                <a:gd name="csX3" fmla="*/ 0 w 3344"/>
                <a:gd name="csY3" fmla="*/ 1911 h 1911"/>
                <a:gd name="csX4" fmla="*/ 0 w 3344"/>
                <a:gd name="csY4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1911">
                  <a:moveTo>
                    <a:pt x="3344" y="0"/>
                  </a:moveTo>
                  <a:lnTo>
                    <a:pt x="2866" y="0"/>
                  </a:lnTo>
                  <a:lnTo>
                    <a:pt x="1433" y="956"/>
                  </a:lnTo>
                  <a:lnTo>
                    <a:pt x="0" y="1911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7" name="Freeform 4056">
              <a:extLst>
                <a:ext uri="{FF2B5EF4-FFF2-40B4-BE49-F238E27FC236}">
                  <a16:creationId xmlns:a16="http://schemas.microsoft.com/office/drawing/2014/main" id="{40F85031-822D-683A-1FF3-32762EBA9059}"/>
                </a:ext>
              </a:extLst>
            </p:cNvPr>
            <p:cNvSpPr/>
            <p:nvPr/>
          </p:nvSpPr>
          <p:spPr>
            <a:xfrm>
              <a:off x="4239065" y="4561958"/>
              <a:ext cx="1433" cy="955"/>
            </a:xfrm>
            <a:custGeom>
              <a:avLst/>
              <a:gdLst>
                <a:gd name="csX0" fmla="*/ 1433 w 1433"/>
                <a:gd name="csY0" fmla="*/ 0 h 955"/>
                <a:gd name="csX1" fmla="*/ 956 w 1433"/>
                <a:gd name="csY1" fmla="*/ 478 h 955"/>
                <a:gd name="csX2" fmla="*/ 0 w 1433"/>
                <a:gd name="csY2" fmla="*/ 478 h 955"/>
                <a:gd name="csX3" fmla="*/ 0 w 1433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1433" y="0"/>
                  </a:moveTo>
                  <a:lnTo>
                    <a:pt x="956" y="478"/>
                  </a:lnTo>
                  <a:lnTo>
                    <a:pt x="0" y="478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8" name="Freeform 4057">
              <a:extLst>
                <a:ext uri="{FF2B5EF4-FFF2-40B4-BE49-F238E27FC236}">
                  <a16:creationId xmlns:a16="http://schemas.microsoft.com/office/drawing/2014/main" id="{78585550-56B1-556C-CBCF-604393C28A81}"/>
                </a:ext>
              </a:extLst>
            </p:cNvPr>
            <p:cNvSpPr/>
            <p:nvPr/>
          </p:nvSpPr>
          <p:spPr>
            <a:xfrm>
              <a:off x="4225211" y="4536161"/>
              <a:ext cx="21019" cy="25797"/>
            </a:xfrm>
            <a:custGeom>
              <a:avLst/>
              <a:gdLst>
                <a:gd name="csX0" fmla="*/ 0 w 21019"/>
                <a:gd name="csY0" fmla="*/ 0 h 25797"/>
                <a:gd name="csX1" fmla="*/ 478 w 21019"/>
                <a:gd name="csY1" fmla="*/ 478 h 25797"/>
                <a:gd name="csX2" fmla="*/ 955 w 21019"/>
                <a:gd name="csY2" fmla="*/ 1911 h 25797"/>
                <a:gd name="csX3" fmla="*/ 955 w 21019"/>
                <a:gd name="csY3" fmla="*/ 3344 h 25797"/>
                <a:gd name="csX4" fmla="*/ 3822 w 21019"/>
                <a:gd name="csY4" fmla="*/ 8121 h 25797"/>
                <a:gd name="csX5" fmla="*/ 5733 w 21019"/>
                <a:gd name="csY5" fmla="*/ 10988 h 25797"/>
                <a:gd name="csX6" fmla="*/ 10032 w 21019"/>
                <a:gd name="csY6" fmla="*/ 15765 h 25797"/>
                <a:gd name="csX7" fmla="*/ 11943 w 21019"/>
                <a:gd name="csY7" fmla="*/ 16721 h 25797"/>
                <a:gd name="csX8" fmla="*/ 15287 w 21019"/>
                <a:gd name="csY8" fmla="*/ 21020 h 25797"/>
                <a:gd name="csX9" fmla="*/ 16243 w 21019"/>
                <a:gd name="csY9" fmla="*/ 21498 h 25797"/>
                <a:gd name="csX10" fmla="*/ 16721 w 21019"/>
                <a:gd name="csY10" fmla="*/ 22931 h 25797"/>
                <a:gd name="csX11" fmla="*/ 20064 w 21019"/>
                <a:gd name="csY11" fmla="*/ 23886 h 25797"/>
                <a:gd name="csX12" fmla="*/ 21020 w 21019"/>
                <a:gd name="csY12" fmla="*/ 24364 h 25797"/>
                <a:gd name="csX13" fmla="*/ 21020 w 21019"/>
                <a:gd name="csY13" fmla="*/ 24842 h 25797"/>
                <a:gd name="csX14" fmla="*/ 20542 w 21019"/>
                <a:gd name="csY14" fmla="*/ 25320 h 25797"/>
                <a:gd name="csX15" fmla="*/ 20064 w 21019"/>
                <a:gd name="csY15" fmla="*/ 25797 h 25797"/>
                <a:gd name="csX16" fmla="*/ 19587 w 21019"/>
                <a:gd name="csY16" fmla="*/ 25797 h 25797"/>
                <a:gd name="csX17" fmla="*/ 18154 w 21019"/>
                <a:gd name="csY17" fmla="*/ 25320 h 25797"/>
                <a:gd name="csX18" fmla="*/ 16721 w 21019"/>
                <a:gd name="csY18" fmla="*/ 24364 h 25797"/>
                <a:gd name="csX19" fmla="*/ 15765 w 21019"/>
                <a:gd name="csY19" fmla="*/ 24842 h 25797"/>
                <a:gd name="csX20" fmla="*/ 15765 w 21019"/>
                <a:gd name="csY20" fmla="*/ 24842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21019" h="25797">
                  <a:moveTo>
                    <a:pt x="0" y="0"/>
                  </a:moveTo>
                  <a:lnTo>
                    <a:pt x="478" y="478"/>
                  </a:lnTo>
                  <a:lnTo>
                    <a:pt x="955" y="1911"/>
                  </a:lnTo>
                  <a:lnTo>
                    <a:pt x="955" y="3344"/>
                  </a:lnTo>
                  <a:lnTo>
                    <a:pt x="3822" y="8121"/>
                  </a:lnTo>
                  <a:lnTo>
                    <a:pt x="5733" y="10988"/>
                  </a:lnTo>
                  <a:lnTo>
                    <a:pt x="10032" y="15765"/>
                  </a:lnTo>
                  <a:lnTo>
                    <a:pt x="11943" y="16721"/>
                  </a:lnTo>
                  <a:lnTo>
                    <a:pt x="15287" y="21020"/>
                  </a:lnTo>
                  <a:lnTo>
                    <a:pt x="16243" y="21498"/>
                  </a:lnTo>
                  <a:lnTo>
                    <a:pt x="16721" y="22931"/>
                  </a:lnTo>
                  <a:lnTo>
                    <a:pt x="20064" y="23886"/>
                  </a:lnTo>
                  <a:lnTo>
                    <a:pt x="21020" y="24364"/>
                  </a:lnTo>
                  <a:lnTo>
                    <a:pt x="21020" y="24842"/>
                  </a:lnTo>
                  <a:lnTo>
                    <a:pt x="20542" y="25320"/>
                  </a:lnTo>
                  <a:lnTo>
                    <a:pt x="20064" y="25797"/>
                  </a:lnTo>
                  <a:lnTo>
                    <a:pt x="19587" y="25797"/>
                  </a:lnTo>
                  <a:lnTo>
                    <a:pt x="18154" y="25320"/>
                  </a:lnTo>
                  <a:lnTo>
                    <a:pt x="16721" y="24364"/>
                  </a:lnTo>
                  <a:lnTo>
                    <a:pt x="15765" y="24842"/>
                  </a:lnTo>
                  <a:lnTo>
                    <a:pt x="15765" y="2484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9" name="Freeform 4058">
              <a:extLst>
                <a:ext uri="{FF2B5EF4-FFF2-40B4-BE49-F238E27FC236}">
                  <a16:creationId xmlns:a16="http://schemas.microsoft.com/office/drawing/2014/main" id="{040D8C09-E827-7F4B-6A34-E863B935114A}"/>
                </a:ext>
              </a:extLst>
            </p:cNvPr>
            <p:cNvSpPr/>
            <p:nvPr/>
          </p:nvSpPr>
          <p:spPr>
            <a:xfrm>
              <a:off x="4200369" y="4303506"/>
              <a:ext cx="213067" cy="64971"/>
            </a:xfrm>
            <a:custGeom>
              <a:avLst/>
              <a:gdLst>
                <a:gd name="csX0" fmla="*/ 60672 w 213067"/>
                <a:gd name="csY0" fmla="*/ 478 h 64971"/>
                <a:gd name="csX1" fmla="*/ 65449 w 213067"/>
                <a:gd name="csY1" fmla="*/ 1433 h 64971"/>
                <a:gd name="csX2" fmla="*/ 69748 w 213067"/>
                <a:gd name="csY2" fmla="*/ 956 h 64971"/>
                <a:gd name="csX3" fmla="*/ 71659 w 213067"/>
                <a:gd name="csY3" fmla="*/ 478 h 64971"/>
                <a:gd name="csX4" fmla="*/ 71659 w 213067"/>
                <a:gd name="csY4" fmla="*/ 956 h 64971"/>
                <a:gd name="csX5" fmla="*/ 73570 w 213067"/>
                <a:gd name="csY5" fmla="*/ 2389 h 64971"/>
                <a:gd name="csX6" fmla="*/ 74048 w 213067"/>
                <a:gd name="csY6" fmla="*/ 2389 h 64971"/>
                <a:gd name="csX7" fmla="*/ 76914 w 213067"/>
                <a:gd name="csY7" fmla="*/ 1911 h 64971"/>
                <a:gd name="csX8" fmla="*/ 84080 w 213067"/>
                <a:gd name="csY8" fmla="*/ 1433 h 64971"/>
                <a:gd name="csX9" fmla="*/ 84558 w 213067"/>
                <a:gd name="csY9" fmla="*/ 1911 h 64971"/>
                <a:gd name="csX10" fmla="*/ 85991 w 213067"/>
                <a:gd name="csY10" fmla="*/ 3344 h 64971"/>
                <a:gd name="csX11" fmla="*/ 87902 w 213067"/>
                <a:gd name="csY11" fmla="*/ 4299 h 64971"/>
                <a:gd name="csX12" fmla="*/ 89813 w 213067"/>
                <a:gd name="csY12" fmla="*/ 4777 h 64971"/>
                <a:gd name="csX13" fmla="*/ 91724 w 213067"/>
                <a:gd name="csY13" fmla="*/ 4777 h 64971"/>
                <a:gd name="csX14" fmla="*/ 93635 w 213067"/>
                <a:gd name="csY14" fmla="*/ 4777 h 64971"/>
                <a:gd name="csX15" fmla="*/ 95546 w 213067"/>
                <a:gd name="csY15" fmla="*/ 4777 h 64971"/>
                <a:gd name="csX16" fmla="*/ 97457 w 213067"/>
                <a:gd name="csY16" fmla="*/ 6210 h 64971"/>
                <a:gd name="csX17" fmla="*/ 98412 w 213067"/>
                <a:gd name="csY17" fmla="*/ 6210 h 64971"/>
                <a:gd name="csX18" fmla="*/ 100323 w 213067"/>
                <a:gd name="csY18" fmla="*/ 5733 h 64971"/>
                <a:gd name="csX19" fmla="*/ 99845 w 213067"/>
                <a:gd name="csY19" fmla="*/ 7166 h 64971"/>
                <a:gd name="csX20" fmla="*/ 103189 w 213067"/>
                <a:gd name="csY20" fmla="*/ 8599 h 64971"/>
                <a:gd name="csX21" fmla="*/ 105578 w 213067"/>
                <a:gd name="csY21" fmla="*/ 11943 h 64971"/>
                <a:gd name="csX22" fmla="*/ 107489 w 213067"/>
                <a:gd name="csY22" fmla="*/ 13376 h 64971"/>
                <a:gd name="csX23" fmla="*/ 109400 w 213067"/>
                <a:gd name="csY23" fmla="*/ 14332 h 64971"/>
                <a:gd name="csX24" fmla="*/ 111311 w 213067"/>
                <a:gd name="csY24" fmla="*/ 15287 h 64971"/>
                <a:gd name="csX25" fmla="*/ 113222 w 213067"/>
                <a:gd name="csY25" fmla="*/ 15765 h 64971"/>
                <a:gd name="csX26" fmla="*/ 118477 w 213067"/>
                <a:gd name="csY26" fmla="*/ 15287 h 64971"/>
                <a:gd name="csX27" fmla="*/ 119910 w 213067"/>
                <a:gd name="csY27" fmla="*/ 15765 h 64971"/>
                <a:gd name="csX28" fmla="*/ 121343 w 213067"/>
                <a:gd name="csY28" fmla="*/ 16243 h 64971"/>
                <a:gd name="csX29" fmla="*/ 122299 w 213067"/>
                <a:gd name="csY29" fmla="*/ 16243 h 64971"/>
                <a:gd name="csX30" fmla="*/ 122777 w 213067"/>
                <a:gd name="csY30" fmla="*/ 16243 h 64971"/>
                <a:gd name="csX31" fmla="*/ 133764 w 213067"/>
                <a:gd name="csY31" fmla="*/ 21020 h 64971"/>
                <a:gd name="csX32" fmla="*/ 137108 w 213067"/>
                <a:gd name="csY32" fmla="*/ 23886 h 64971"/>
                <a:gd name="csX33" fmla="*/ 139019 w 213067"/>
                <a:gd name="csY33" fmla="*/ 25320 h 64971"/>
                <a:gd name="csX34" fmla="*/ 143796 w 213067"/>
                <a:gd name="csY34" fmla="*/ 27231 h 64971"/>
                <a:gd name="csX35" fmla="*/ 145707 w 213067"/>
                <a:gd name="csY35" fmla="*/ 27708 h 64971"/>
                <a:gd name="csX36" fmla="*/ 146663 w 213067"/>
                <a:gd name="csY36" fmla="*/ 27231 h 64971"/>
                <a:gd name="csX37" fmla="*/ 146185 w 213067"/>
                <a:gd name="csY37" fmla="*/ 26753 h 64971"/>
                <a:gd name="csX38" fmla="*/ 145230 w 213067"/>
                <a:gd name="csY38" fmla="*/ 25797 h 64971"/>
                <a:gd name="csX39" fmla="*/ 144752 w 213067"/>
                <a:gd name="csY39" fmla="*/ 25320 h 64971"/>
                <a:gd name="csX40" fmla="*/ 146663 w 213067"/>
                <a:gd name="csY40" fmla="*/ 25797 h 64971"/>
                <a:gd name="csX41" fmla="*/ 149529 w 213067"/>
                <a:gd name="csY41" fmla="*/ 28186 h 64971"/>
                <a:gd name="csX42" fmla="*/ 150485 w 213067"/>
                <a:gd name="csY42" fmla="*/ 28664 h 64971"/>
                <a:gd name="csX43" fmla="*/ 151918 w 213067"/>
                <a:gd name="csY43" fmla="*/ 29619 h 64971"/>
                <a:gd name="csX44" fmla="*/ 153351 w 213067"/>
                <a:gd name="csY44" fmla="*/ 30097 h 64971"/>
                <a:gd name="csX45" fmla="*/ 152873 w 213067"/>
                <a:gd name="csY45" fmla="*/ 31052 h 64971"/>
                <a:gd name="csX46" fmla="*/ 151440 w 213067"/>
                <a:gd name="csY46" fmla="*/ 31052 h 64971"/>
                <a:gd name="csX47" fmla="*/ 149052 w 213067"/>
                <a:gd name="csY47" fmla="*/ 30575 h 64971"/>
                <a:gd name="csX48" fmla="*/ 150962 w 213067"/>
                <a:gd name="csY48" fmla="*/ 32008 h 64971"/>
                <a:gd name="csX49" fmla="*/ 151440 w 213067"/>
                <a:gd name="csY49" fmla="*/ 33441 h 64971"/>
                <a:gd name="csX50" fmla="*/ 152396 w 213067"/>
                <a:gd name="csY50" fmla="*/ 33441 h 64971"/>
                <a:gd name="csX51" fmla="*/ 153351 w 213067"/>
                <a:gd name="csY51" fmla="*/ 32008 h 64971"/>
                <a:gd name="csX52" fmla="*/ 154307 w 213067"/>
                <a:gd name="csY52" fmla="*/ 31052 h 64971"/>
                <a:gd name="csX53" fmla="*/ 157651 w 213067"/>
                <a:gd name="csY53" fmla="*/ 33919 h 64971"/>
                <a:gd name="csX54" fmla="*/ 159561 w 213067"/>
                <a:gd name="csY54" fmla="*/ 34874 h 64971"/>
                <a:gd name="csX55" fmla="*/ 159084 w 213067"/>
                <a:gd name="csY55" fmla="*/ 35830 h 64971"/>
                <a:gd name="csX56" fmla="*/ 159084 w 213067"/>
                <a:gd name="csY56" fmla="*/ 36307 h 64971"/>
                <a:gd name="csX57" fmla="*/ 160995 w 213067"/>
                <a:gd name="csY57" fmla="*/ 35830 h 64971"/>
                <a:gd name="csX58" fmla="*/ 161950 w 213067"/>
                <a:gd name="csY58" fmla="*/ 35830 h 64971"/>
                <a:gd name="csX59" fmla="*/ 162428 w 213067"/>
                <a:gd name="csY59" fmla="*/ 36307 h 64971"/>
                <a:gd name="csX60" fmla="*/ 163384 w 213067"/>
                <a:gd name="csY60" fmla="*/ 37263 h 64971"/>
                <a:gd name="csX61" fmla="*/ 165294 w 213067"/>
                <a:gd name="csY61" fmla="*/ 37263 h 64971"/>
                <a:gd name="csX62" fmla="*/ 167205 w 213067"/>
                <a:gd name="csY62" fmla="*/ 37263 h 64971"/>
                <a:gd name="csX63" fmla="*/ 171027 w 213067"/>
                <a:gd name="csY63" fmla="*/ 38218 h 64971"/>
                <a:gd name="csX64" fmla="*/ 174849 w 213067"/>
                <a:gd name="csY64" fmla="*/ 40129 h 64971"/>
                <a:gd name="csX65" fmla="*/ 178193 w 213067"/>
                <a:gd name="csY65" fmla="*/ 40607 h 64971"/>
                <a:gd name="csX66" fmla="*/ 181537 w 213067"/>
                <a:gd name="csY66" fmla="*/ 40607 h 64971"/>
                <a:gd name="csX67" fmla="*/ 183448 w 213067"/>
                <a:gd name="csY67" fmla="*/ 41563 h 64971"/>
                <a:gd name="csX68" fmla="*/ 184403 w 213067"/>
                <a:gd name="csY68" fmla="*/ 42996 h 64971"/>
                <a:gd name="csX69" fmla="*/ 183448 w 213067"/>
                <a:gd name="csY69" fmla="*/ 43473 h 64971"/>
                <a:gd name="csX70" fmla="*/ 182970 w 213067"/>
                <a:gd name="csY70" fmla="*/ 44429 h 64971"/>
                <a:gd name="csX71" fmla="*/ 184403 w 213067"/>
                <a:gd name="csY71" fmla="*/ 45862 h 64971"/>
                <a:gd name="csX72" fmla="*/ 181537 w 213067"/>
                <a:gd name="csY72" fmla="*/ 46340 h 64971"/>
                <a:gd name="csX73" fmla="*/ 181059 w 213067"/>
                <a:gd name="csY73" fmla="*/ 46817 h 64971"/>
                <a:gd name="csX74" fmla="*/ 181059 w 213067"/>
                <a:gd name="csY74" fmla="*/ 47773 h 64971"/>
                <a:gd name="csX75" fmla="*/ 181537 w 213067"/>
                <a:gd name="csY75" fmla="*/ 48251 h 64971"/>
                <a:gd name="csX76" fmla="*/ 183448 w 213067"/>
                <a:gd name="csY76" fmla="*/ 47773 h 64971"/>
                <a:gd name="csX77" fmla="*/ 185837 w 213067"/>
                <a:gd name="csY77" fmla="*/ 48251 h 64971"/>
                <a:gd name="csX78" fmla="*/ 189181 w 213067"/>
                <a:gd name="csY78" fmla="*/ 48251 h 64971"/>
                <a:gd name="csX79" fmla="*/ 191569 w 213067"/>
                <a:gd name="csY79" fmla="*/ 48251 h 64971"/>
                <a:gd name="csX80" fmla="*/ 196825 w 213067"/>
                <a:gd name="csY80" fmla="*/ 49206 h 64971"/>
                <a:gd name="csX81" fmla="*/ 198258 w 213067"/>
                <a:gd name="csY81" fmla="*/ 49206 h 64971"/>
                <a:gd name="csX82" fmla="*/ 201124 w 213067"/>
                <a:gd name="csY82" fmla="*/ 51117 h 64971"/>
                <a:gd name="csX83" fmla="*/ 202557 w 213067"/>
                <a:gd name="csY83" fmla="*/ 52072 h 64971"/>
                <a:gd name="csX84" fmla="*/ 205901 w 213067"/>
                <a:gd name="csY84" fmla="*/ 54461 h 64971"/>
                <a:gd name="csX85" fmla="*/ 208290 w 213067"/>
                <a:gd name="csY85" fmla="*/ 55417 h 64971"/>
                <a:gd name="csX86" fmla="*/ 210201 w 213067"/>
                <a:gd name="csY86" fmla="*/ 55894 h 64971"/>
                <a:gd name="csX87" fmla="*/ 211156 w 213067"/>
                <a:gd name="csY87" fmla="*/ 55894 h 64971"/>
                <a:gd name="csX88" fmla="*/ 211634 w 213067"/>
                <a:gd name="csY88" fmla="*/ 55894 h 64971"/>
                <a:gd name="csX89" fmla="*/ 212590 w 213067"/>
                <a:gd name="csY89" fmla="*/ 56372 h 64971"/>
                <a:gd name="csX90" fmla="*/ 213067 w 213067"/>
                <a:gd name="csY90" fmla="*/ 57328 h 64971"/>
                <a:gd name="csX91" fmla="*/ 212590 w 213067"/>
                <a:gd name="csY91" fmla="*/ 58761 h 64971"/>
                <a:gd name="csX92" fmla="*/ 211634 w 213067"/>
                <a:gd name="csY92" fmla="*/ 59716 h 64971"/>
                <a:gd name="csX93" fmla="*/ 210679 w 213067"/>
                <a:gd name="csY93" fmla="*/ 60672 h 64971"/>
                <a:gd name="csX94" fmla="*/ 207812 w 213067"/>
                <a:gd name="csY94" fmla="*/ 60672 h 64971"/>
                <a:gd name="csX95" fmla="*/ 203035 w 213067"/>
                <a:gd name="csY95" fmla="*/ 60672 h 64971"/>
                <a:gd name="csX96" fmla="*/ 199213 w 213067"/>
                <a:gd name="csY96" fmla="*/ 62105 h 64971"/>
                <a:gd name="csX97" fmla="*/ 196825 w 213067"/>
                <a:gd name="csY97" fmla="*/ 62582 h 64971"/>
                <a:gd name="csX98" fmla="*/ 195869 w 213067"/>
                <a:gd name="csY98" fmla="*/ 63538 h 64971"/>
                <a:gd name="csX99" fmla="*/ 193480 w 213067"/>
                <a:gd name="csY99" fmla="*/ 64016 h 64971"/>
                <a:gd name="csX100" fmla="*/ 193480 w 213067"/>
                <a:gd name="csY100" fmla="*/ 63538 h 64971"/>
                <a:gd name="csX101" fmla="*/ 193480 w 213067"/>
                <a:gd name="csY101" fmla="*/ 63060 h 64971"/>
                <a:gd name="csX102" fmla="*/ 193003 w 213067"/>
                <a:gd name="csY102" fmla="*/ 61627 h 64971"/>
                <a:gd name="csX103" fmla="*/ 192525 w 213067"/>
                <a:gd name="csY103" fmla="*/ 62582 h 64971"/>
                <a:gd name="csX104" fmla="*/ 191569 w 213067"/>
                <a:gd name="csY104" fmla="*/ 63538 h 64971"/>
                <a:gd name="csX105" fmla="*/ 190136 w 213067"/>
                <a:gd name="csY105" fmla="*/ 64016 h 64971"/>
                <a:gd name="csX106" fmla="*/ 184881 w 213067"/>
                <a:gd name="csY106" fmla="*/ 64016 h 64971"/>
                <a:gd name="csX107" fmla="*/ 182970 w 213067"/>
                <a:gd name="csY107" fmla="*/ 63060 h 64971"/>
                <a:gd name="csX108" fmla="*/ 181059 w 213067"/>
                <a:gd name="csY108" fmla="*/ 62582 h 64971"/>
                <a:gd name="csX109" fmla="*/ 172938 w 213067"/>
                <a:gd name="csY109" fmla="*/ 62105 h 64971"/>
                <a:gd name="csX110" fmla="*/ 171027 w 213067"/>
                <a:gd name="csY110" fmla="*/ 62105 h 64971"/>
                <a:gd name="csX111" fmla="*/ 165772 w 213067"/>
                <a:gd name="csY111" fmla="*/ 62582 h 64971"/>
                <a:gd name="csX112" fmla="*/ 160517 w 213067"/>
                <a:gd name="csY112" fmla="*/ 63060 h 64971"/>
                <a:gd name="csX113" fmla="*/ 158606 w 213067"/>
                <a:gd name="csY113" fmla="*/ 63538 h 64971"/>
                <a:gd name="csX114" fmla="*/ 156218 w 213067"/>
                <a:gd name="csY114" fmla="*/ 64016 h 64971"/>
                <a:gd name="csX115" fmla="*/ 151918 w 213067"/>
                <a:gd name="csY115" fmla="*/ 64016 h 64971"/>
                <a:gd name="csX116" fmla="*/ 147141 w 213067"/>
                <a:gd name="csY116" fmla="*/ 64493 h 64971"/>
                <a:gd name="csX117" fmla="*/ 142363 w 213067"/>
                <a:gd name="csY117" fmla="*/ 64971 h 64971"/>
                <a:gd name="csX118" fmla="*/ 145230 w 213067"/>
                <a:gd name="csY118" fmla="*/ 60194 h 64971"/>
                <a:gd name="csX119" fmla="*/ 151918 w 213067"/>
                <a:gd name="csY119" fmla="*/ 56372 h 64971"/>
                <a:gd name="csX120" fmla="*/ 153351 w 213067"/>
                <a:gd name="csY120" fmla="*/ 55417 h 64971"/>
                <a:gd name="csX121" fmla="*/ 154307 w 213067"/>
                <a:gd name="csY121" fmla="*/ 53983 h 64971"/>
                <a:gd name="csX122" fmla="*/ 154307 w 213067"/>
                <a:gd name="csY122" fmla="*/ 53028 h 64971"/>
                <a:gd name="csX123" fmla="*/ 154307 w 213067"/>
                <a:gd name="csY123" fmla="*/ 52550 h 64971"/>
                <a:gd name="csX124" fmla="*/ 152396 w 213067"/>
                <a:gd name="csY124" fmla="*/ 51117 h 64971"/>
                <a:gd name="csX125" fmla="*/ 152396 w 213067"/>
                <a:gd name="csY125" fmla="*/ 50162 h 64971"/>
                <a:gd name="csX126" fmla="*/ 151918 w 213067"/>
                <a:gd name="csY126" fmla="*/ 49684 h 64971"/>
                <a:gd name="csX127" fmla="*/ 149529 w 213067"/>
                <a:gd name="csY127" fmla="*/ 49206 h 64971"/>
                <a:gd name="csX128" fmla="*/ 147141 w 213067"/>
                <a:gd name="csY128" fmla="*/ 48728 h 64971"/>
                <a:gd name="csX129" fmla="*/ 144752 w 213067"/>
                <a:gd name="csY129" fmla="*/ 48728 h 64971"/>
                <a:gd name="csX130" fmla="*/ 139497 w 213067"/>
                <a:gd name="csY130" fmla="*/ 48251 h 64971"/>
                <a:gd name="csX131" fmla="*/ 136631 w 213067"/>
                <a:gd name="csY131" fmla="*/ 48251 h 64971"/>
                <a:gd name="csX132" fmla="*/ 134242 w 213067"/>
                <a:gd name="csY132" fmla="*/ 47295 h 64971"/>
                <a:gd name="csX133" fmla="*/ 130420 w 213067"/>
                <a:gd name="csY133" fmla="*/ 43951 h 64971"/>
                <a:gd name="csX134" fmla="*/ 128509 w 213067"/>
                <a:gd name="csY134" fmla="*/ 42996 h 64971"/>
                <a:gd name="csX135" fmla="*/ 127554 w 213067"/>
                <a:gd name="csY135" fmla="*/ 42518 h 64971"/>
                <a:gd name="csX136" fmla="*/ 126598 w 213067"/>
                <a:gd name="csY136" fmla="*/ 41563 h 64971"/>
                <a:gd name="csX137" fmla="*/ 125643 w 213067"/>
                <a:gd name="csY137" fmla="*/ 36785 h 64971"/>
                <a:gd name="csX138" fmla="*/ 125165 w 213067"/>
                <a:gd name="csY138" fmla="*/ 34874 h 64971"/>
                <a:gd name="csX139" fmla="*/ 123732 w 213067"/>
                <a:gd name="csY139" fmla="*/ 32486 h 64971"/>
                <a:gd name="csX140" fmla="*/ 122299 w 213067"/>
                <a:gd name="csY140" fmla="*/ 31052 h 64971"/>
                <a:gd name="csX141" fmla="*/ 120388 w 213067"/>
                <a:gd name="csY141" fmla="*/ 30575 h 64971"/>
                <a:gd name="csX142" fmla="*/ 112744 w 213067"/>
                <a:gd name="csY142" fmla="*/ 32008 h 64971"/>
                <a:gd name="csX143" fmla="*/ 111311 w 213067"/>
                <a:gd name="csY143" fmla="*/ 32008 h 64971"/>
                <a:gd name="csX144" fmla="*/ 109400 w 213067"/>
                <a:gd name="csY144" fmla="*/ 31530 h 64971"/>
                <a:gd name="csX145" fmla="*/ 98890 w 213067"/>
                <a:gd name="csY145" fmla="*/ 28186 h 64971"/>
                <a:gd name="csX146" fmla="*/ 94113 w 213067"/>
                <a:gd name="csY146" fmla="*/ 26753 h 64971"/>
                <a:gd name="csX147" fmla="*/ 92202 w 213067"/>
                <a:gd name="csY147" fmla="*/ 25797 h 64971"/>
                <a:gd name="csX148" fmla="*/ 90769 w 213067"/>
                <a:gd name="csY148" fmla="*/ 24364 h 64971"/>
                <a:gd name="csX149" fmla="*/ 88858 w 213067"/>
                <a:gd name="csY149" fmla="*/ 22453 h 64971"/>
                <a:gd name="csX150" fmla="*/ 87424 w 213067"/>
                <a:gd name="csY150" fmla="*/ 21020 h 64971"/>
                <a:gd name="csX151" fmla="*/ 87424 w 213067"/>
                <a:gd name="csY151" fmla="*/ 21498 h 64971"/>
                <a:gd name="csX152" fmla="*/ 86947 w 213067"/>
                <a:gd name="csY152" fmla="*/ 21975 h 64971"/>
                <a:gd name="csX153" fmla="*/ 77870 w 213067"/>
                <a:gd name="csY153" fmla="*/ 21975 h 64971"/>
                <a:gd name="csX154" fmla="*/ 76437 w 213067"/>
                <a:gd name="csY154" fmla="*/ 21975 h 64971"/>
                <a:gd name="csX155" fmla="*/ 75481 w 213067"/>
                <a:gd name="csY155" fmla="*/ 21498 h 64971"/>
                <a:gd name="csX156" fmla="*/ 74526 w 213067"/>
                <a:gd name="csY156" fmla="*/ 20542 h 64971"/>
                <a:gd name="csX157" fmla="*/ 74048 w 213067"/>
                <a:gd name="csY157" fmla="*/ 19109 h 64971"/>
                <a:gd name="csX158" fmla="*/ 73570 w 213067"/>
                <a:gd name="csY158" fmla="*/ 18154 h 64971"/>
                <a:gd name="csX159" fmla="*/ 73093 w 213067"/>
                <a:gd name="csY159" fmla="*/ 19109 h 64971"/>
                <a:gd name="csX160" fmla="*/ 72615 w 213067"/>
                <a:gd name="csY160" fmla="*/ 20542 h 64971"/>
                <a:gd name="csX161" fmla="*/ 71182 w 213067"/>
                <a:gd name="csY161" fmla="*/ 21020 h 64971"/>
                <a:gd name="csX162" fmla="*/ 69748 w 213067"/>
                <a:gd name="csY162" fmla="*/ 21020 h 64971"/>
                <a:gd name="csX163" fmla="*/ 68315 w 213067"/>
                <a:gd name="csY163" fmla="*/ 19587 h 64971"/>
                <a:gd name="csX164" fmla="*/ 60672 w 213067"/>
                <a:gd name="csY164" fmla="*/ 19109 h 64971"/>
                <a:gd name="csX165" fmla="*/ 60194 w 213067"/>
                <a:gd name="csY165" fmla="*/ 19109 h 64971"/>
                <a:gd name="csX166" fmla="*/ 57805 w 213067"/>
                <a:gd name="csY166" fmla="*/ 17676 h 64971"/>
                <a:gd name="csX167" fmla="*/ 55416 w 213067"/>
                <a:gd name="csY167" fmla="*/ 15765 h 64971"/>
                <a:gd name="csX168" fmla="*/ 57805 w 213067"/>
                <a:gd name="csY168" fmla="*/ 14809 h 64971"/>
                <a:gd name="csX169" fmla="*/ 62105 w 213067"/>
                <a:gd name="csY169" fmla="*/ 14332 h 64971"/>
                <a:gd name="csX170" fmla="*/ 63060 w 213067"/>
                <a:gd name="csY170" fmla="*/ 13376 h 64971"/>
                <a:gd name="csX171" fmla="*/ 63538 w 213067"/>
                <a:gd name="csY171" fmla="*/ 12899 h 64971"/>
                <a:gd name="csX172" fmla="*/ 63060 w 213067"/>
                <a:gd name="csY172" fmla="*/ 11465 h 64971"/>
                <a:gd name="csX173" fmla="*/ 62105 w 213067"/>
                <a:gd name="csY173" fmla="*/ 10988 h 64971"/>
                <a:gd name="csX174" fmla="*/ 61149 w 213067"/>
                <a:gd name="csY174" fmla="*/ 10510 h 64971"/>
                <a:gd name="csX175" fmla="*/ 60194 w 213067"/>
                <a:gd name="csY175" fmla="*/ 10032 h 64971"/>
                <a:gd name="csX176" fmla="*/ 59238 w 213067"/>
                <a:gd name="csY176" fmla="*/ 10032 h 64971"/>
                <a:gd name="csX177" fmla="*/ 42518 w 213067"/>
                <a:gd name="csY177" fmla="*/ 9555 h 64971"/>
                <a:gd name="csX178" fmla="*/ 41563 w 213067"/>
                <a:gd name="csY178" fmla="*/ 10510 h 64971"/>
                <a:gd name="csX179" fmla="*/ 40129 w 213067"/>
                <a:gd name="csY179" fmla="*/ 11465 h 64971"/>
                <a:gd name="csX180" fmla="*/ 37263 w 213067"/>
                <a:gd name="csY180" fmla="*/ 13376 h 64971"/>
                <a:gd name="csX181" fmla="*/ 35352 w 213067"/>
                <a:gd name="csY181" fmla="*/ 14809 h 64971"/>
                <a:gd name="csX182" fmla="*/ 34397 w 213067"/>
                <a:gd name="csY182" fmla="*/ 15765 h 64971"/>
                <a:gd name="csX183" fmla="*/ 33441 w 213067"/>
                <a:gd name="csY183" fmla="*/ 16243 h 64971"/>
                <a:gd name="csX184" fmla="*/ 31530 w 213067"/>
                <a:gd name="csY184" fmla="*/ 17198 h 64971"/>
                <a:gd name="csX185" fmla="*/ 29619 w 213067"/>
                <a:gd name="csY185" fmla="*/ 19109 h 64971"/>
                <a:gd name="csX186" fmla="*/ 27708 w 213067"/>
                <a:gd name="csY186" fmla="*/ 19587 h 64971"/>
                <a:gd name="csX187" fmla="*/ 26753 w 213067"/>
                <a:gd name="csY187" fmla="*/ 19109 h 64971"/>
                <a:gd name="csX188" fmla="*/ 25320 w 213067"/>
                <a:gd name="csY188" fmla="*/ 19109 h 64971"/>
                <a:gd name="csX189" fmla="*/ 24364 w 213067"/>
                <a:gd name="csY189" fmla="*/ 19587 h 64971"/>
                <a:gd name="csX190" fmla="*/ 23886 w 213067"/>
                <a:gd name="csY190" fmla="*/ 19587 h 64971"/>
                <a:gd name="csX191" fmla="*/ 19587 w 213067"/>
                <a:gd name="csY191" fmla="*/ 20065 h 64971"/>
                <a:gd name="csX192" fmla="*/ 18631 w 213067"/>
                <a:gd name="csY192" fmla="*/ 20065 h 64971"/>
                <a:gd name="csX193" fmla="*/ 18154 w 213067"/>
                <a:gd name="csY193" fmla="*/ 21498 h 64971"/>
                <a:gd name="csX194" fmla="*/ 17676 w 213067"/>
                <a:gd name="csY194" fmla="*/ 23409 h 64971"/>
                <a:gd name="csX195" fmla="*/ 16721 w 213067"/>
                <a:gd name="csY195" fmla="*/ 24364 h 64971"/>
                <a:gd name="csX196" fmla="*/ 14809 w 213067"/>
                <a:gd name="csY196" fmla="*/ 24842 h 64971"/>
                <a:gd name="csX197" fmla="*/ 12899 w 213067"/>
                <a:gd name="csY197" fmla="*/ 25320 h 64971"/>
                <a:gd name="csX198" fmla="*/ 8599 w 213067"/>
                <a:gd name="csY198" fmla="*/ 27231 h 64971"/>
                <a:gd name="csX199" fmla="*/ 7644 w 213067"/>
                <a:gd name="csY199" fmla="*/ 27708 h 64971"/>
                <a:gd name="csX200" fmla="*/ 7644 w 213067"/>
                <a:gd name="csY200" fmla="*/ 26275 h 64971"/>
                <a:gd name="csX201" fmla="*/ 7644 w 213067"/>
                <a:gd name="csY201" fmla="*/ 24364 h 64971"/>
                <a:gd name="csX202" fmla="*/ 6210 w 213067"/>
                <a:gd name="csY202" fmla="*/ 24364 h 64971"/>
                <a:gd name="csX203" fmla="*/ 5255 w 213067"/>
                <a:gd name="csY203" fmla="*/ 24842 h 64971"/>
                <a:gd name="csX204" fmla="*/ 3822 w 213067"/>
                <a:gd name="csY204" fmla="*/ 25320 h 64971"/>
                <a:gd name="csX205" fmla="*/ 1911 w 213067"/>
                <a:gd name="csY205" fmla="*/ 26275 h 64971"/>
                <a:gd name="csX206" fmla="*/ 956 w 213067"/>
                <a:gd name="csY206" fmla="*/ 26753 h 64971"/>
                <a:gd name="csX207" fmla="*/ 0 w 213067"/>
                <a:gd name="csY207" fmla="*/ 25797 h 64971"/>
                <a:gd name="csX208" fmla="*/ 0 w 213067"/>
                <a:gd name="csY208" fmla="*/ 25320 h 64971"/>
                <a:gd name="csX209" fmla="*/ 7166 w 213067"/>
                <a:gd name="csY209" fmla="*/ 22453 h 64971"/>
                <a:gd name="csX210" fmla="*/ 7644 w 213067"/>
                <a:gd name="csY210" fmla="*/ 22453 h 64971"/>
                <a:gd name="csX211" fmla="*/ 9077 w 213067"/>
                <a:gd name="csY211" fmla="*/ 22453 h 64971"/>
                <a:gd name="csX212" fmla="*/ 10032 w 213067"/>
                <a:gd name="csY212" fmla="*/ 22453 h 64971"/>
                <a:gd name="csX213" fmla="*/ 10988 w 213067"/>
                <a:gd name="csY213" fmla="*/ 21975 h 64971"/>
                <a:gd name="csX214" fmla="*/ 10032 w 213067"/>
                <a:gd name="csY214" fmla="*/ 18154 h 64971"/>
                <a:gd name="csX215" fmla="*/ 10510 w 213067"/>
                <a:gd name="csY215" fmla="*/ 15765 h 64971"/>
                <a:gd name="csX216" fmla="*/ 11943 w 213067"/>
                <a:gd name="csY216" fmla="*/ 13854 h 64971"/>
                <a:gd name="csX217" fmla="*/ 15287 w 213067"/>
                <a:gd name="csY217" fmla="*/ 10988 h 64971"/>
                <a:gd name="csX218" fmla="*/ 16721 w 213067"/>
                <a:gd name="csY218" fmla="*/ 10032 h 64971"/>
                <a:gd name="csX219" fmla="*/ 32008 w 213067"/>
                <a:gd name="csY219" fmla="*/ 4299 h 64971"/>
                <a:gd name="csX220" fmla="*/ 33919 w 213067"/>
                <a:gd name="csY220" fmla="*/ 3822 h 64971"/>
                <a:gd name="csX221" fmla="*/ 43951 w 213067"/>
                <a:gd name="csY221" fmla="*/ 2866 h 64971"/>
                <a:gd name="csX222" fmla="*/ 45384 w 213067"/>
                <a:gd name="csY222" fmla="*/ 2389 h 64971"/>
                <a:gd name="csX223" fmla="*/ 50162 w 213067"/>
                <a:gd name="csY223" fmla="*/ 478 h 64971"/>
                <a:gd name="csX224" fmla="*/ 54939 w 213067"/>
                <a:gd name="csY224" fmla="*/ 0 h 64971"/>
                <a:gd name="csX225" fmla="*/ 60672 w 213067"/>
                <a:gd name="csY225" fmla="*/ 478 h 64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</a:cxnLst>
              <a:rect l="l" t="t" r="r" b="b"/>
              <a:pathLst>
                <a:path w="213067" h="64971">
                  <a:moveTo>
                    <a:pt x="60672" y="478"/>
                  </a:moveTo>
                  <a:lnTo>
                    <a:pt x="65449" y="1433"/>
                  </a:lnTo>
                  <a:lnTo>
                    <a:pt x="69748" y="956"/>
                  </a:lnTo>
                  <a:lnTo>
                    <a:pt x="71659" y="478"/>
                  </a:lnTo>
                  <a:lnTo>
                    <a:pt x="71659" y="956"/>
                  </a:lnTo>
                  <a:lnTo>
                    <a:pt x="73570" y="2389"/>
                  </a:lnTo>
                  <a:lnTo>
                    <a:pt x="74048" y="2389"/>
                  </a:lnTo>
                  <a:lnTo>
                    <a:pt x="76914" y="1911"/>
                  </a:lnTo>
                  <a:lnTo>
                    <a:pt x="84080" y="1433"/>
                  </a:lnTo>
                  <a:lnTo>
                    <a:pt x="84558" y="1911"/>
                  </a:lnTo>
                  <a:lnTo>
                    <a:pt x="85991" y="3344"/>
                  </a:lnTo>
                  <a:lnTo>
                    <a:pt x="87902" y="4299"/>
                  </a:lnTo>
                  <a:lnTo>
                    <a:pt x="89813" y="4777"/>
                  </a:lnTo>
                  <a:lnTo>
                    <a:pt x="91724" y="4777"/>
                  </a:lnTo>
                  <a:lnTo>
                    <a:pt x="93635" y="4777"/>
                  </a:lnTo>
                  <a:lnTo>
                    <a:pt x="95546" y="4777"/>
                  </a:lnTo>
                  <a:lnTo>
                    <a:pt x="97457" y="6210"/>
                  </a:lnTo>
                  <a:lnTo>
                    <a:pt x="98412" y="6210"/>
                  </a:lnTo>
                  <a:lnTo>
                    <a:pt x="100323" y="5733"/>
                  </a:lnTo>
                  <a:lnTo>
                    <a:pt x="99845" y="7166"/>
                  </a:lnTo>
                  <a:lnTo>
                    <a:pt x="103189" y="8599"/>
                  </a:lnTo>
                  <a:lnTo>
                    <a:pt x="105578" y="11943"/>
                  </a:lnTo>
                  <a:lnTo>
                    <a:pt x="107489" y="13376"/>
                  </a:lnTo>
                  <a:lnTo>
                    <a:pt x="109400" y="14332"/>
                  </a:lnTo>
                  <a:lnTo>
                    <a:pt x="111311" y="15287"/>
                  </a:lnTo>
                  <a:lnTo>
                    <a:pt x="113222" y="15765"/>
                  </a:lnTo>
                  <a:lnTo>
                    <a:pt x="118477" y="15287"/>
                  </a:lnTo>
                  <a:lnTo>
                    <a:pt x="119910" y="15765"/>
                  </a:lnTo>
                  <a:lnTo>
                    <a:pt x="121343" y="16243"/>
                  </a:lnTo>
                  <a:lnTo>
                    <a:pt x="122299" y="16243"/>
                  </a:lnTo>
                  <a:lnTo>
                    <a:pt x="122777" y="16243"/>
                  </a:lnTo>
                  <a:lnTo>
                    <a:pt x="133764" y="21020"/>
                  </a:lnTo>
                  <a:lnTo>
                    <a:pt x="137108" y="23886"/>
                  </a:lnTo>
                  <a:lnTo>
                    <a:pt x="139019" y="25320"/>
                  </a:lnTo>
                  <a:lnTo>
                    <a:pt x="143796" y="27231"/>
                  </a:lnTo>
                  <a:lnTo>
                    <a:pt x="145707" y="27708"/>
                  </a:lnTo>
                  <a:lnTo>
                    <a:pt x="146663" y="27231"/>
                  </a:lnTo>
                  <a:lnTo>
                    <a:pt x="146185" y="26753"/>
                  </a:lnTo>
                  <a:lnTo>
                    <a:pt x="145230" y="25797"/>
                  </a:lnTo>
                  <a:lnTo>
                    <a:pt x="144752" y="25320"/>
                  </a:lnTo>
                  <a:lnTo>
                    <a:pt x="146663" y="25797"/>
                  </a:lnTo>
                  <a:lnTo>
                    <a:pt x="149529" y="28186"/>
                  </a:lnTo>
                  <a:lnTo>
                    <a:pt x="150485" y="28664"/>
                  </a:lnTo>
                  <a:lnTo>
                    <a:pt x="151918" y="29619"/>
                  </a:lnTo>
                  <a:lnTo>
                    <a:pt x="153351" y="30097"/>
                  </a:lnTo>
                  <a:lnTo>
                    <a:pt x="152873" y="31052"/>
                  </a:lnTo>
                  <a:lnTo>
                    <a:pt x="151440" y="31052"/>
                  </a:lnTo>
                  <a:lnTo>
                    <a:pt x="149052" y="30575"/>
                  </a:lnTo>
                  <a:lnTo>
                    <a:pt x="150962" y="32008"/>
                  </a:lnTo>
                  <a:lnTo>
                    <a:pt x="151440" y="33441"/>
                  </a:lnTo>
                  <a:lnTo>
                    <a:pt x="152396" y="33441"/>
                  </a:lnTo>
                  <a:lnTo>
                    <a:pt x="153351" y="32008"/>
                  </a:lnTo>
                  <a:lnTo>
                    <a:pt x="154307" y="31052"/>
                  </a:lnTo>
                  <a:lnTo>
                    <a:pt x="157651" y="33919"/>
                  </a:lnTo>
                  <a:lnTo>
                    <a:pt x="159561" y="34874"/>
                  </a:lnTo>
                  <a:lnTo>
                    <a:pt x="159084" y="35830"/>
                  </a:lnTo>
                  <a:lnTo>
                    <a:pt x="159084" y="36307"/>
                  </a:lnTo>
                  <a:lnTo>
                    <a:pt x="160995" y="35830"/>
                  </a:lnTo>
                  <a:lnTo>
                    <a:pt x="161950" y="35830"/>
                  </a:lnTo>
                  <a:lnTo>
                    <a:pt x="162428" y="36307"/>
                  </a:lnTo>
                  <a:lnTo>
                    <a:pt x="163384" y="37263"/>
                  </a:lnTo>
                  <a:lnTo>
                    <a:pt x="165294" y="37263"/>
                  </a:lnTo>
                  <a:lnTo>
                    <a:pt x="167205" y="37263"/>
                  </a:lnTo>
                  <a:lnTo>
                    <a:pt x="171027" y="38218"/>
                  </a:lnTo>
                  <a:lnTo>
                    <a:pt x="174849" y="40129"/>
                  </a:lnTo>
                  <a:lnTo>
                    <a:pt x="178193" y="40607"/>
                  </a:lnTo>
                  <a:lnTo>
                    <a:pt x="181537" y="40607"/>
                  </a:lnTo>
                  <a:lnTo>
                    <a:pt x="183448" y="41563"/>
                  </a:lnTo>
                  <a:lnTo>
                    <a:pt x="184403" y="42996"/>
                  </a:lnTo>
                  <a:lnTo>
                    <a:pt x="183448" y="43473"/>
                  </a:lnTo>
                  <a:lnTo>
                    <a:pt x="182970" y="44429"/>
                  </a:lnTo>
                  <a:lnTo>
                    <a:pt x="184403" y="45862"/>
                  </a:lnTo>
                  <a:lnTo>
                    <a:pt x="181537" y="46340"/>
                  </a:lnTo>
                  <a:lnTo>
                    <a:pt x="181059" y="46817"/>
                  </a:lnTo>
                  <a:lnTo>
                    <a:pt x="181059" y="47773"/>
                  </a:lnTo>
                  <a:lnTo>
                    <a:pt x="181537" y="48251"/>
                  </a:lnTo>
                  <a:lnTo>
                    <a:pt x="183448" y="47773"/>
                  </a:lnTo>
                  <a:lnTo>
                    <a:pt x="185837" y="48251"/>
                  </a:lnTo>
                  <a:lnTo>
                    <a:pt x="189181" y="48251"/>
                  </a:lnTo>
                  <a:lnTo>
                    <a:pt x="191569" y="48251"/>
                  </a:lnTo>
                  <a:lnTo>
                    <a:pt x="196825" y="49206"/>
                  </a:lnTo>
                  <a:lnTo>
                    <a:pt x="198258" y="49206"/>
                  </a:lnTo>
                  <a:lnTo>
                    <a:pt x="201124" y="51117"/>
                  </a:lnTo>
                  <a:lnTo>
                    <a:pt x="202557" y="52072"/>
                  </a:lnTo>
                  <a:lnTo>
                    <a:pt x="205901" y="54461"/>
                  </a:lnTo>
                  <a:lnTo>
                    <a:pt x="208290" y="55417"/>
                  </a:lnTo>
                  <a:lnTo>
                    <a:pt x="210201" y="55894"/>
                  </a:lnTo>
                  <a:lnTo>
                    <a:pt x="211156" y="55894"/>
                  </a:lnTo>
                  <a:lnTo>
                    <a:pt x="211634" y="55894"/>
                  </a:lnTo>
                  <a:lnTo>
                    <a:pt x="212590" y="56372"/>
                  </a:lnTo>
                  <a:lnTo>
                    <a:pt x="213067" y="57328"/>
                  </a:lnTo>
                  <a:lnTo>
                    <a:pt x="212590" y="58761"/>
                  </a:lnTo>
                  <a:lnTo>
                    <a:pt x="211634" y="59716"/>
                  </a:lnTo>
                  <a:lnTo>
                    <a:pt x="210679" y="60672"/>
                  </a:lnTo>
                  <a:lnTo>
                    <a:pt x="207812" y="60672"/>
                  </a:lnTo>
                  <a:lnTo>
                    <a:pt x="203035" y="60672"/>
                  </a:lnTo>
                  <a:lnTo>
                    <a:pt x="199213" y="62105"/>
                  </a:lnTo>
                  <a:lnTo>
                    <a:pt x="196825" y="62582"/>
                  </a:lnTo>
                  <a:lnTo>
                    <a:pt x="195869" y="63538"/>
                  </a:lnTo>
                  <a:lnTo>
                    <a:pt x="193480" y="64016"/>
                  </a:lnTo>
                  <a:lnTo>
                    <a:pt x="193480" y="63538"/>
                  </a:lnTo>
                  <a:lnTo>
                    <a:pt x="193480" y="63060"/>
                  </a:lnTo>
                  <a:lnTo>
                    <a:pt x="193003" y="61627"/>
                  </a:lnTo>
                  <a:lnTo>
                    <a:pt x="192525" y="62582"/>
                  </a:lnTo>
                  <a:lnTo>
                    <a:pt x="191569" y="63538"/>
                  </a:lnTo>
                  <a:lnTo>
                    <a:pt x="190136" y="64016"/>
                  </a:lnTo>
                  <a:lnTo>
                    <a:pt x="184881" y="64016"/>
                  </a:lnTo>
                  <a:lnTo>
                    <a:pt x="182970" y="63060"/>
                  </a:lnTo>
                  <a:lnTo>
                    <a:pt x="181059" y="62582"/>
                  </a:lnTo>
                  <a:lnTo>
                    <a:pt x="172938" y="62105"/>
                  </a:lnTo>
                  <a:lnTo>
                    <a:pt x="171027" y="62105"/>
                  </a:lnTo>
                  <a:lnTo>
                    <a:pt x="165772" y="62582"/>
                  </a:lnTo>
                  <a:lnTo>
                    <a:pt x="160517" y="63060"/>
                  </a:lnTo>
                  <a:lnTo>
                    <a:pt x="158606" y="63538"/>
                  </a:lnTo>
                  <a:lnTo>
                    <a:pt x="156218" y="64016"/>
                  </a:lnTo>
                  <a:lnTo>
                    <a:pt x="151918" y="64016"/>
                  </a:lnTo>
                  <a:lnTo>
                    <a:pt x="147141" y="64493"/>
                  </a:lnTo>
                  <a:lnTo>
                    <a:pt x="142363" y="64971"/>
                  </a:lnTo>
                  <a:lnTo>
                    <a:pt x="145230" y="60194"/>
                  </a:lnTo>
                  <a:lnTo>
                    <a:pt x="151918" y="56372"/>
                  </a:lnTo>
                  <a:lnTo>
                    <a:pt x="153351" y="55417"/>
                  </a:lnTo>
                  <a:lnTo>
                    <a:pt x="154307" y="53983"/>
                  </a:lnTo>
                  <a:lnTo>
                    <a:pt x="154307" y="53028"/>
                  </a:lnTo>
                  <a:lnTo>
                    <a:pt x="154307" y="52550"/>
                  </a:lnTo>
                  <a:lnTo>
                    <a:pt x="152396" y="51117"/>
                  </a:lnTo>
                  <a:lnTo>
                    <a:pt x="152396" y="50162"/>
                  </a:lnTo>
                  <a:lnTo>
                    <a:pt x="151918" y="49684"/>
                  </a:lnTo>
                  <a:lnTo>
                    <a:pt x="149529" y="49206"/>
                  </a:lnTo>
                  <a:lnTo>
                    <a:pt x="147141" y="48728"/>
                  </a:lnTo>
                  <a:lnTo>
                    <a:pt x="144752" y="48728"/>
                  </a:lnTo>
                  <a:lnTo>
                    <a:pt x="139497" y="48251"/>
                  </a:lnTo>
                  <a:lnTo>
                    <a:pt x="136631" y="48251"/>
                  </a:lnTo>
                  <a:lnTo>
                    <a:pt x="134242" y="47295"/>
                  </a:lnTo>
                  <a:lnTo>
                    <a:pt x="130420" y="43951"/>
                  </a:lnTo>
                  <a:lnTo>
                    <a:pt x="128509" y="42996"/>
                  </a:lnTo>
                  <a:lnTo>
                    <a:pt x="127554" y="42518"/>
                  </a:lnTo>
                  <a:lnTo>
                    <a:pt x="126598" y="41563"/>
                  </a:lnTo>
                  <a:lnTo>
                    <a:pt x="125643" y="36785"/>
                  </a:lnTo>
                  <a:lnTo>
                    <a:pt x="125165" y="34874"/>
                  </a:lnTo>
                  <a:lnTo>
                    <a:pt x="123732" y="32486"/>
                  </a:lnTo>
                  <a:lnTo>
                    <a:pt x="122299" y="31052"/>
                  </a:lnTo>
                  <a:lnTo>
                    <a:pt x="120388" y="30575"/>
                  </a:lnTo>
                  <a:lnTo>
                    <a:pt x="112744" y="32008"/>
                  </a:lnTo>
                  <a:lnTo>
                    <a:pt x="111311" y="32008"/>
                  </a:lnTo>
                  <a:lnTo>
                    <a:pt x="109400" y="31530"/>
                  </a:lnTo>
                  <a:lnTo>
                    <a:pt x="98890" y="28186"/>
                  </a:lnTo>
                  <a:lnTo>
                    <a:pt x="94113" y="26753"/>
                  </a:lnTo>
                  <a:lnTo>
                    <a:pt x="92202" y="25797"/>
                  </a:lnTo>
                  <a:lnTo>
                    <a:pt x="90769" y="24364"/>
                  </a:lnTo>
                  <a:lnTo>
                    <a:pt x="88858" y="22453"/>
                  </a:lnTo>
                  <a:lnTo>
                    <a:pt x="87424" y="21020"/>
                  </a:lnTo>
                  <a:lnTo>
                    <a:pt x="87424" y="21498"/>
                  </a:lnTo>
                  <a:lnTo>
                    <a:pt x="86947" y="21975"/>
                  </a:lnTo>
                  <a:lnTo>
                    <a:pt x="77870" y="21975"/>
                  </a:lnTo>
                  <a:lnTo>
                    <a:pt x="76437" y="21975"/>
                  </a:lnTo>
                  <a:lnTo>
                    <a:pt x="75481" y="21498"/>
                  </a:lnTo>
                  <a:lnTo>
                    <a:pt x="74526" y="20542"/>
                  </a:lnTo>
                  <a:lnTo>
                    <a:pt x="74048" y="19109"/>
                  </a:lnTo>
                  <a:lnTo>
                    <a:pt x="73570" y="18154"/>
                  </a:lnTo>
                  <a:lnTo>
                    <a:pt x="73093" y="19109"/>
                  </a:lnTo>
                  <a:lnTo>
                    <a:pt x="72615" y="20542"/>
                  </a:lnTo>
                  <a:lnTo>
                    <a:pt x="71182" y="21020"/>
                  </a:lnTo>
                  <a:lnTo>
                    <a:pt x="69748" y="21020"/>
                  </a:lnTo>
                  <a:lnTo>
                    <a:pt x="68315" y="19587"/>
                  </a:lnTo>
                  <a:lnTo>
                    <a:pt x="60672" y="19109"/>
                  </a:lnTo>
                  <a:lnTo>
                    <a:pt x="60194" y="19109"/>
                  </a:lnTo>
                  <a:lnTo>
                    <a:pt x="57805" y="17676"/>
                  </a:lnTo>
                  <a:lnTo>
                    <a:pt x="55416" y="15765"/>
                  </a:lnTo>
                  <a:lnTo>
                    <a:pt x="57805" y="14809"/>
                  </a:lnTo>
                  <a:lnTo>
                    <a:pt x="62105" y="14332"/>
                  </a:lnTo>
                  <a:lnTo>
                    <a:pt x="63060" y="13376"/>
                  </a:lnTo>
                  <a:lnTo>
                    <a:pt x="63538" y="12899"/>
                  </a:lnTo>
                  <a:lnTo>
                    <a:pt x="63060" y="11465"/>
                  </a:lnTo>
                  <a:lnTo>
                    <a:pt x="62105" y="10988"/>
                  </a:lnTo>
                  <a:lnTo>
                    <a:pt x="61149" y="10510"/>
                  </a:lnTo>
                  <a:lnTo>
                    <a:pt x="60194" y="10032"/>
                  </a:lnTo>
                  <a:lnTo>
                    <a:pt x="59238" y="10032"/>
                  </a:lnTo>
                  <a:lnTo>
                    <a:pt x="42518" y="9555"/>
                  </a:lnTo>
                  <a:lnTo>
                    <a:pt x="41563" y="10510"/>
                  </a:lnTo>
                  <a:lnTo>
                    <a:pt x="40129" y="11465"/>
                  </a:lnTo>
                  <a:lnTo>
                    <a:pt x="37263" y="13376"/>
                  </a:lnTo>
                  <a:lnTo>
                    <a:pt x="35352" y="14809"/>
                  </a:lnTo>
                  <a:lnTo>
                    <a:pt x="34397" y="15765"/>
                  </a:lnTo>
                  <a:lnTo>
                    <a:pt x="33441" y="16243"/>
                  </a:lnTo>
                  <a:lnTo>
                    <a:pt x="31530" y="17198"/>
                  </a:lnTo>
                  <a:lnTo>
                    <a:pt x="29619" y="19109"/>
                  </a:lnTo>
                  <a:lnTo>
                    <a:pt x="27708" y="19587"/>
                  </a:lnTo>
                  <a:lnTo>
                    <a:pt x="26753" y="19109"/>
                  </a:lnTo>
                  <a:lnTo>
                    <a:pt x="25320" y="19109"/>
                  </a:lnTo>
                  <a:lnTo>
                    <a:pt x="24364" y="19587"/>
                  </a:lnTo>
                  <a:lnTo>
                    <a:pt x="23886" y="19587"/>
                  </a:lnTo>
                  <a:lnTo>
                    <a:pt x="19587" y="20065"/>
                  </a:lnTo>
                  <a:lnTo>
                    <a:pt x="18631" y="20065"/>
                  </a:lnTo>
                  <a:lnTo>
                    <a:pt x="18154" y="21498"/>
                  </a:lnTo>
                  <a:lnTo>
                    <a:pt x="17676" y="23409"/>
                  </a:lnTo>
                  <a:lnTo>
                    <a:pt x="16721" y="24364"/>
                  </a:lnTo>
                  <a:lnTo>
                    <a:pt x="14809" y="24842"/>
                  </a:lnTo>
                  <a:lnTo>
                    <a:pt x="12899" y="25320"/>
                  </a:lnTo>
                  <a:lnTo>
                    <a:pt x="8599" y="27231"/>
                  </a:lnTo>
                  <a:lnTo>
                    <a:pt x="7644" y="27708"/>
                  </a:lnTo>
                  <a:lnTo>
                    <a:pt x="7644" y="26275"/>
                  </a:lnTo>
                  <a:lnTo>
                    <a:pt x="7644" y="24364"/>
                  </a:lnTo>
                  <a:lnTo>
                    <a:pt x="6210" y="24364"/>
                  </a:lnTo>
                  <a:lnTo>
                    <a:pt x="5255" y="24842"/>
                  </a:lnTo>
                  <a:lnTo>
                    <a:pt x="3822" y="25320"/>
                  </a:lnTo>
                  <a:lnTo>
                    <a:pt x="1911" y="26275"/>
                  </a:lnTo>
                  <a:lnTo>
                    <a:pt x="956" y="26753"/>
                  </a:lnTo>
                  <a:lnTo>
                    <a:pt x="0" y="25797"/>
                  </a:lnTo>
                  <a:lnTo>
                    <a:pt x="0" y="25320"/>
                  </a:lnTo>
                  <a:lnTo>
                    <a:pt x="7166" y="22453"/>
                  </a:lnTo>
                  <a:lnTo>
                    <a:pt x="7644" y="22453"/>
                  </a:lnTo>
                  <a:lnTo>
                    <a:pt x="9077" y="22453"/>
                  </a:lnTo>
                  <a:lnTo>
                    <a:pt x="10032" y="22453"/>
                  </a:lnTo>
                  <a:lnTo>
                    <a:pt x="10988" y="21975"/>
                  </a:lnTo>
                  <a:lnTo>
                    <a:pt x="10032" y="18154"/>
                  </a:lnTo>
                  <a:lnTo>
                    <a:pt x="10510" y="15765"/>
                  </a:lnTo>
                  <a:lnTo>
                    <a:pt x="11943" y="13854"/>
                  </a:lnTo>
                  <a:lnTo>
                    <a:pt x="15287" y="10988"/>
                  </a:lnTo>
                  <a:lnTo>
                    <a:pt x="16721" y="10032"/>
                  </a:lnTo>
                  <a:lnTo>
                    <a:pt x="32008" y="4299"/>
                  </a:lnTo>
                  <a:lnTo>
                    <a:pt x="33919" y="3822"/>
                  </a:lnTo>
                  <a:lnTo>
                    <a:pt x="43951" y="2866"/>
                  </a:lnTo>
                  <a:lnTo>
                    <a:pt x="45384" y="2389"/>
                  </a:lnTo>
                  <a:lnTo>
                    <a:pt x="50162" y="478"/>
                  </a:lnTo>
                  <a:lnTo>
                    <a:pt x="54939" y="0"/>
                  </a:lnTo>
                  <a:lnTo>
                    <a:pt x="6067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0" name="Freeform 4059">
              <a:extLst>
                <a:ext uri="{FF2B5EF4-FFF2-40B4-BE49-F238E27FC236}">
                  <a16:creationId xmlns:a16="http://schemas.microsoft.com/office/drawing/2014/main" id="{C36463D8-B5DC-3759-353C-D88DB9FF75C6}"/>
                </a:ext>
              </a:extLst>
            </p:cNvPr>
            <p:cNvSpPr/>
            <p:nvPr/>
          </p:nvSpPr>
          <p:spPr>
            <a:xfrm>
              <a:off x="4304514" y="4311150"/>
              <a:ext cx="5732" cy="3344"/>
            </a:xfrm>
            <a:custGeom>
              <a:avLst/>
              <a:gdLst>
                <a:gd name="csX0" fmla="*/ 5733 w 5732"/>
                <a:gd name="csY0" fmla="*/ 2389 h 3344"/>
                <a:gd name="csX1" fmla="*/ 5733 w 5732"/>
                <a:gd name="csY1" fmla="*/ 3344 h 3344"/>
                <a:gd name="csX2" fmla="*/ 2389 w 5732"/>
                <a:gd name="csY2" fmla="*/ 1911 h 3344"/>
                <a:gd name="csX3" fmla="*/ 478 w 5732"/>
                <a:gd name="csY3" fmla="*/ 0 h 3344"/>
                <a:gd name="csX4" fmla="*/ 0 w 5732"/>
                <a:gd name="csY4" fmla="*/ 0 h 3344"/>
                <a:gd name="csX5" fmla="*/ 956 w 5732"/>
                <a:gd name="csY5" fmla="*/ 0 h 3344"/>
                <a:gd name="csX6" fmla="*/ 4777 w 5732"/>
                <a:gd name="csY6" fmla="*/ 2389 h 3344"/>
                <a:gd name="csX7" fmla="*/ 5733 w 5732"/>
                <a:gd name="csY7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3344">
                  <a:moveTo>
                    <a:pt x="5733" y="2389"/>
                  </a:moveTo>
                  <a:lnTo>
                    <a:pt x="5733" y="3344"/>
                  </a:lnTo>
                  <a:lnTo>
                    <a:pt x="2389" y="1911"/>
                  </a:lnTo>
                  <a:lnTo>
                    <a:pt x="478" y="0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4777" y="2389"/>
                  </a:lnTo>
                  <a:lnTo>
                    <a:pt x="57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1" name="Freeform 4060">
              <a:extLst>
                <a:ext uri="{FF2B5EF4-FFF2-40B4-BE49-F238E27FC236}">
                  <a16:creationId xmlns:a16="http://schemas.microsoft.com/office/drawing/2014/main" id="{A83149E9-2027-C248-0753-B98696BC56E5}"/>
                </a:ext>
              </a:extLst>
            </p:cNvPr>
            <p:cNvSpPr/>
            <p:nvPr/>
          </p:nvSpPr>
          <p:spPr>
            <a:xfrm>
              <a:off x="4323145" y="4315927"/>
              <a:ext cx="8121" cy="1911"/>
            </a:xfrm>
            <a:custGeom>
              <a:avLst/>
              <a:gdLst>
                <a:gd name="csX0" fmla="*/ 1433 w 8121"/>
                <a:gd name="csY0" fmla="*/ 0 h 1911"/>
                <a:gd name="csX1" fmla="*/ 3822 w 8121"/>
                <a:gd name="csY1" fmla="*/ 478 h 1911"/>
                <a:gd name="csX2" fmla="*/ 4777 w 8121"/>
                <a:gd name="csY2" fmla="*/ 0 h 1911"/>
                <a:gd name="csX3" fmla="*/ 5733 w 8121"/>
                <a:gd name="csY3" fmla="*/ 0 h 1911"/>
                <a:gd name="csX4" fmla="*/ 6688 w 8121"/>
                <a:gd name="csY4" fmla="*/ 478 h 1911"/>
                <a:gd name="csX5" fmla="*/ 8121 w 8121"/>
                <a:gd name="csY5" fmla="*/ 1911 h 1911"/>
                <a:gd name="csX6" fmla="*/ 7166 w 8121"/>
                <a:gd name="csY6" fmla="*/ 1911 h 1911"/>
                <a:gd name="csX7" fmla="*/ 6210 w 8121"/>
                <a:gd name="csY7" fmla="*/ 1911 h 1911"/>
                <a:gd name="csX8" fmla="*/ 5255 w 8121"/>
                <a:gd name="csY8" fmla="*/ 1911 h 1911"/>
                <a:gd name="csX9" fmla="*/ 2866 w 8121"/>
                <a:gd name="csY9" fmla="*/ 1911 h 1911"/>
                <a:gd name="csX10" fmla="*/ 1433 w 8121"/>
                <a:gd name="csY10" fmla="*/ 1433 h 1911"/>
                <a:gd name="csX11" fmla="*/ 478 w 8121"/>
                <a:gd name="csY11" fmla="*/ 956 h 1911"/>
                <a:gd name="csX12" fmla="*/ 0 w 8121"/>
                <a:gd name="csY12" fmla="*/ 478 h 1911"/>
                <a:gd name="csX13" fmla="*/ 1433 w 8121"/>
                <a:gd name="csY1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8121" h="1911">
                  <a:moveTo>
                    <a:pt x="1433" y="0"/>
                  </a:moveTo>
                  <a:lnTo>
                    <a:pt x="3822" y="478"/>
                  </a:lnTo>
                  <a:lnTo>
                    <a:pt x="4777" y="0"/>
                  </a:lnTo>
                  <a:lnTo>
                    <a:pt x="5733" y="0"/>
                  </a:lnTo>
                  <a:lnTo>
                    <a:pt x="6688" y="478"/>
                  </a:lnTo>
                  <a:lnTo>
                    <a:pt x="8121" y="1911"/>
                  </a:lnTo>
                  <a:lnTo>
                    <a:pt x="7166" y="1911"/>
                  </a:lnTo>
                  <a:lnTo>
                    <a:pt x="6210" y="1911"/>
                  </a:lnTo>
                  <a:lnTo>
                    <a:pt x="5255" y="1911"/>
                  </a:lnTo>
                  <a:lnTo>
                    <a:pt x="2866" y="1911"/>
                  </a:lnTo>
                  <a:lnTo>
                    <a:pt x="1433" y="1433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2" name="Freeform 4061">
              <a:extLst>
                <a:ext uri="{FF2B5EF4-FFF2-40B4-BE49-F238E27FC236}">
                  <a16:creationId xmlns:a16="http://schemas.microsoft.com/office/drawing/2014/main" id="{3F762D5B-619D-458D-3766-DB545CC72395}"/>
                </a:ext>
              </a:extLst>
            </p:cNvPr>
            <p:cNvSpPr/>
            <p:nvPr/>
          </p:nvSpPr>
          <p:spPr>
            <a:xfrm>
              <a:off x="4331266" y="4318316"/>
              <a:ext cx="5255" cy="3344"/>
            </a:xfrm>
            <a:custGeom>
              <a:avLst/>
              <a:gdLst>
                <a:gd name="csX0" fmla="*/ 5255 w 5255"/>
                <a:gd name="csY0" fmla="*/ 2867 h 3344"/>
                <a:gd name="csX1" fmla="*/ 4777 w 5255"/>
                <a:gd name="csY1" fmla="*/ 3344 h 3344"/>
                <a:gd name="csX2" fmla="*/ 3822 w 5255"/>
                <a:gd name="csY2" fmla="*/ 2389 h 3344"/>
                <a:gd name="csX3" fmla="*/ 1911 w 5255"/>
                <a:gd name="csY3" fmla="*/ 1911 h 3344"/>
                <a:gd name="csX4" fmla="*/ 956 w 5255"/>
                <a:gd name="csY4" fmla="*/ 956 h 3344"/>
                <a:gd name="csX5" fmla="*/ 478 w 5255"/>
                <a:gd name="csY5" fmla="*/ 478 h 3344"/>
                <a:gd name="csX6" fmla="*/ 0 w 5255"/>
                <a:gd name="csY6" fmla="*/ 0 h 3344"/>
                <a:gd name="csX7" fmla="*/ 1433 w 5255"/>
                <a:gd name="csY7" fmla="*/ 0 h 3344"/>
                <a:gd name="csX8" fmla="*/ 2867 w 5255"/>
                <a:gd name="csY8" fmla="*/ 0 h 3344"/>
                <a:gd name="csX9" fmla="*/ 3822 w 5255"/>
                <a:gd name="csY9" fmla="*/ 956 h 3344"/>
                <a:gd name="csX10" fmla="*/ 4300 w 5255"/>
                <a:gd name="csY10" fmla="*/ 2389 h 3344"/>
                <a:gd name="csX11" fmla="*/ 5255 w 5255"/>
                <a:gd name="csY11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5" h="3344">
                  <a:moveTo>
                    <a:pt x="5255" y="2867"/>
                  </a:moveTo>
                  <a:lnTo>
                    <a:pt x="4777" y="3344"/>
                  </a:lnTo>
                  <a:lnTo>
                    <a:pt x="3822" y="2389"/>
                  </a:lnTo>
                  <a:lnTo>
                    <a:pt x="1911" y="1911"/>
                  </a:lnTo>
                  <a:lnTo>
                    <a:pt x="956" y="956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867" y="0"/>
                  </a:lnTo>
                  <a:lnTo>
                    <a:pt x="3822" y="956"/>
                  </a:lnTo>
                  <a:lnTo>
                    <a:pt x="4300" y="2389"/>
                  </a:lnTo>
                  <a:lnTo>
                    <a:pt x="5255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3" name="Freeform 4062">
              <a:extLst>
                <a:ext uri="{FF2B5EF4-FFF2-40B4-BE49-F238E27FC236}">
                  <a16:creationId xmlns:a16="http://schemas.microsoft.com/office/drawing/2014/main" id="{78D932F8-8D6E-632F-69A8-89CB1FC9CB21}"/>
                </a:ext>
              </a:extLst>
            </p:cNvPr>
            <p:cNvSpPr/>
            <p:nvPr/>
          </p:nvSpPr>
          <p:spPr>
            <a:xfrm>
              <a:off x="4336044" y="4320704"/>
              <a:ext cx="3822" cy="3821"/>
            </a:xfrm>
            <a:custGeom>
              <a:avLst/>
              <a:gdLst>
                <a:gd name="csX0" fmla="*/ 3344 w 3822"/>
                <a:gd name="csY0" fmla="*/ 3344 h 3821"/>
                <a:gd name="csX1" fmla="*/ 2867 w 3822"/>
                <a:gd name="csY1" fmla="*/ 3822 h 3821"/>
                <a:gd name="csX2" fmla="*/ 478 w 3822"/>
                <a:gd name="csY2" fmla="*/ 2867 h 3821"/>
                <a:gd name="csX3" fmla="*/ 0 w 3822"/>
                <a:gd name="csY3" fmla="*/ 1911 h 3821"/>
                <a:gd name="csX4" fmla="*/ 478 w 3822"/>
                <a:gd name="csY4" fmla="*/ 956 h 3821"/>
                <a:gd name="csX5" fmla="*/ 956 w 3822"/>
                <a:gd name="csY5" fmla="*/ 0 h 3821"/>
                <a:gd name="csX6" fmla="*/ 956 w 3822"/>
                <a:gd name="csY6" fmla="*/ 0 h 3821"/>
                <a:gd name="csX7" fmla="*/ 1433 w 3822"/>
                <a:gd name="csY7" fmla="*/ 1433 h 3821"/>
                <a:gd name="csX8" fmla="*/ 2867 w 3822"/>
                <a:gd name="csY8" fmla="*/ 1911 h 3821"/>
                <a:gd name="csX9" fmla="*/ 2867 w 3822"/>
                <a:gd name="csY9" fmla="*/ 1911 h 3821"/>
                <a:gd name="csX10" fmla="*/ 3822 w 3822"/>
                <a:gd name="csY10" fmla="*/ 3344 h 3821"/>
                <a:gd name="csX11" fmla="*/ 3344 w 3822"/>
                <a:gd name="csY11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3821">
                  <a:moveTo>
                    <a:pt x="3344" y="3344"/>
                  </a:moveTo>
                  <a:lnTo>
                    <a:pt x="2867" y="3822"/>
                  </a:lnTo>
                  <a:lnTo>
                    <a:pt x="478" y="2867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1433" y="1433"/>
                  </a:lnTo>
                  <a:lnTo>
                    <a:pt x="2867" y="1911"/>
                  </a:lnTo>
                  <a:lnTo>
                    <a:pt x="2867" y="1911"/>
                  </a:lnTo>
                  <a:lnTo>
                    <a:pt x="3822" y="3344"/>
                  </a:lnTo>
                  <a:lnTo>
                    <a:pt x="3344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4" name="Freeform 4063">
              <a:extLst>
                <a:ext uri="{FF2B5EF4-FFF2-40B4-BE49-F238E27FC236}">
                  <a16:creationId xmlns:a16="http://schemas.microsoft.com/office/drawing/2014/main" id="{413E124A-2ABC-C647-4567-A13AEBBDA097}"/>
                </a:ext>
              </a:extLst>
            </p:cNvPr>
            <p:cNvSpPr/>
            <p:nvPr/>
          </p:nvSpPr>
          <p:spPr>
            <a:xfrm>
              <a:off x="4338432" y="4325004"/>
              <a:ext cx="5732" cy="3344"/>
            </a:xfrm>
            <a:custGeom>
              <a:avLst/>
              <a:gdLst>
                <a:gd name="csX0" fmla="*/ 5255 w 5732"/>
                <a:gd name="csY0" fmla="*/ 2866 h 3344"/>
                <a:gd name="csX1" fmla="*/ 4300 w 5732"/>
                <a:gd name="csY1" fmla="*/ 3344 h 3344"/>
                <a:gd name="csX2" fmla="*/ 3344 w 5732"/>
                <a:gd name="csY2" fmla="*/ 2389 h 3344"/>
                <a:gd name="csX3" fmla="*/ 2867 w 5732"/>
                <a:gd name="csY3" fmla="*/ 2389 h 3344"/>
                <a:gd name="csX4" fmla="*/ 1911 w 5732"/>
                <a:gd name="csY4" fmla="*/ 1911 h 3344"/>
                <a:gd name="csX5" fmla="*/ 478 w 5732"/>
                <a:gd name="csY5" fmla="*/ 956 h 3344"/>
                <a:gd name="csX6" fmla="*/ 0 w 5732"/>
                <a:gd name="csY6" fmla="*/ 0 h 3344"/>
                <a:gd name="csX7" fmla="*/ 1433 w 5732"/>
                <a:gd name="csY7" fmla="*/ 0 h 3344"/>
                <a:gd name="csX8" fmla="*/ 2867 w 5732"/>
                <a:gd name="csY8" fmla="*/ 0 h 3344"/>
                <a:gd name="csX9" fmla="*/ 5733 w 5732"/>
                <a:gd name="csY9" fmla="*/ 478 h 3344"/>
                <a:gd name="csX10" fmla="*/ 5733 w 5732"/>
                <a:gd name="csY10" fmla="*/ 1911 h 3344"/>
                <a:gd name="csX11" fmla="*/ 5255 w 5732"/>
                <a:gd name="csY11" fmla="*/ 286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32" h="3344">
                  <a:moveTo>
                    <a:pt x="5255" y="2866"/>
                  </a:moveTo>
                  <a:lnTo>
                    <a:pt x="4300" y="3344"/>
                  </a:lnTo>
                  <a:lnTo>
                    <a:pt x="3344" y="2389"/>
                  </a:lnTo>
                  <a:lnTo>
                    <a:pt x="2867" y="2389"/>
                  </a:lnTo>
                  <a:lnTo>
                    <a:pt x="1911" y="1911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867" y="0"/>
                  </a:lnTo>
                  <a:lnTo>
                    <a:pt x="5733" y="478"/>
                  </a:lnTo>
                  <a:lnTo>
                    <a:pt x="5733" y="1911"/>
                  </a:lnTo>
                  <a:lnTo>
                    <a:pt x="52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5" name="Freeform 4064">
              <a:extLst>
                <a:ext uri="{FF2B5EF4-FFF2-40B4-BE49-F238E27FC236}">
                  <a16:creationId xmlns:a16="http://schemas.microsoft.com/office/drawing/2014/main" id="{17A279C5-EAC8-E623-D0B9-101B4025CC8E}"/>
                </a:ext>
              </a:extLst>
            </p:cNvPr>
            <p:cNvSpPr/>
            <p:nvPr/>
          </p:nvSpPr>
          <p:spPr>
            <a:xfrm>
              <a:off x="4234287" y="4327870"/>
              <a:ext cx="11943" cy="9554"/>
            </a:xfrm>
            <a:custGeom>
              <a:avLst/>
              <a:gdLst>
                <a:gd name="csX0" fmla="*/ 11943 w 11943"/>
                <a:gd name="csY0" fmla="*/ 7166 h 9554"/>
                <a:gd name="csX1" fmla="*/ 10510 w 11943"/>
                <a:gd name="csY1" fmla="*/ 8121 h 9554"/>
                <a:gd name="csX2" fmla="*/ 6210 w 11943"/>
                <a:gd name="csY2" fmla="*/ 9555 h 9554"/>
                <a:gd name="csX3" fmla="*/ 4300 w 11943"/>
                <a:gd name="csY3" fmla="*/ 9555 h 9554"/>
                <a:gd name="csX4" fmla="*/ 1911 w 11943"/>
                <a:gd name="csY4" fmla="*/ 9077 h 9554"/>
                <a:gd name="csX5" fmla="*/ 478 w 11943"/>
                <a:gd name="csY5" fmla="*/ 8121 h 9554"/>
                <a:gd name="csX6" fmla="*/ 0 w 11943"/>
                <a:gd name="csY6" fmla="*/ 6688 h 9554"/>
                <a:gd name="csX7" fmla="*/ 0 w 11943"/>
                <a:gd name="csY7" fmla="*/ 6210 h 9554"/>
                <a:gd name="csX8" fmla="*/ 1433 w 11943"/>
                <a:gd name="csY8" fmla="*/ 7166 h 9554"/>
                <a:gd name="csX9" fmla="*/ 2389 w 11943"/>
                <a:gd name="csY9" fmla="*/ 7644 h 9554"/>
                <a:gd name="csX10" fmla="*/ 3344 w 11943"/>
                <a:gd name="csY10" fmla="*/ 7166 h 9554"/>
                <a:gd name="csX11" fmla="*/ 3822 w 11943"/>
                <a:gd name="csY11" fmla="*/ 6688 h 9554"/>
                <a:gd name="csX12" fmla="*/ 1911 w 11943"/>
                <a:gd name="csY12" fmla="*/ 2867 h 9554"/>
                <a:gd name="csX13" fmla="*/ 1911 w 11943"/>
                <a:gd name="csY13" fmla="*/ 1911 h 9554"/>
                <a:gd name="csX14" fmla="*/ 3822 w 11943"/>
                <a:gd name="csY14" fmla="*/ 0 h 9554"/>
                <a:gd name="csX15" fmla="*/ 8121 w 11943"/>
                <a:gd name="csY15" fmla="*/ 478 h 9554"/>
                <a:gd name="csX16" fmla="*/ 9077 w 11943"/>
                <a:gd name="csY16" fmla="*/ 956 h 9554"/>
                <a:gd name="csX17" fmla="*/ 9555 w 11943"/>
                <a:gd name="csY17" fmla="*/ 2389 h 9554"/>
                <a:gd name="csX18" fmla="*/ 10988 w 11943"/>
                <a:gd name="csY18" fmla="*/ 3344 h 9554"/>
                <a:gd name="csX19" fmla="*/ 11943 w 11943"/>
                <a:gd name="csY19" fmla="*/ 6210 h 9554"/>
                <a:gd name="csX20" fmla="*/ 11943 w 11943"/>
                <a:gd name="csY20" fmla="*/ 7166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1943" h="9554">
                  <a:moveTo>
                    <a:pt x="11943" y="7166"/>
                  </a:moveTo>
                  <a:lnTo>
                    <a:pt x="10510" y="8121"/>
                  </a:lnTo>
                  <a:lnTo>
                    <a:pt x="6210" y="9555"/>
                  </a:lnTo>
                  <a:lnTo>
                    <a:pt x="4300" y="9555"/>
                  </a:lnTo>
                  <a:lnTo>
                    <a:pt x="1911" y="9077"/>
                  </a:lnTo>
                  <a:lnTo>
                    <a:pt x="478" y="8121"/>
                  </a:lnTo>
                  <a:lnTo>
                    <a:pt x="0" y="6688"/>
                  </a:lnTo>
                  <a:lnTo>
                    <a:pt x="0" y="6210"/>
                  </a:lnTo>
                  <a:lnTo>
                    <a:pt x="1433" y="7166"/>
                  </a:lnTo>
                  <a:lnTo>
                    <a:pt x="2389" y="7644"/>
                  </a:lnTo>
                  <a:lnTo>
                    <a:pt x="3344" y="7166"/>
                  </a:lnTo>
                  <a:lnTo>
                    <a:pt x="3822" y="6688"/>
                  </a:lnTo>
                  <a:lnTo>
                    <a:pt x="1911" y="2867"/>
                  </a:lnTo>
                  <a:lnTo>
                    <a:pt x="1911" y="1911"/>
                  </a:lnTo>
                  <a:lnTo>
                    <a:pt x="3822" y="0"/>
                  </a:lnTo>
                  <a:lnTo>
                    <a:pt x="8121" y="478"/>
                  </a:lnTo>
                  <a:lnTo>
                    <a:pt x="9077" y="956"/>
                  </a:lnTo>
                  <a:lnTo>
                    <a:pt x="9555" y="2389"/>
                  </a:lnTo>
                  <a:lnTo>
                    <a:pt x="10988" y="3344"/>
                  </a:lnTo>
                  <a:lnTo>
                    <a:pt x="11943" y="6210"/>
                  </a:lnTo>
                  <a:lnTo>
                    <a:pt x="11943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6" name="Freeform 4065">
              <a:extLst>
                <a:ext uri="{FF2B5EF4-FFF2-40B4-BE49-F238E27FC236}">
                  <a16:creationId xmlns:a16="http://schemas.microsoft.com/office/drawing/2014/main" id="{D6378E83-9D1B-827D-7FF8-A2625409BC8C}"/>
                </a:ext>
              </a:extLst>
            </p:cNvPr>
            <p:cNvSpPr/>
            <p:nvPr/>
          </p:nvSpPr>
          <p:spPr>
            <a:xfrm>
              <a:off x="4512326" y="4508930"/>
              <a:ext cx="8121" cy="6210"/>
            </a:xfrm>
            <a:custGeom>
              <a:avLst/>
              <a:gdLst>
                <a:gd name="csX0" fmla="*/ 8121 w 8121"/>
                <a:gd name="csY0" fmla="*/ 6210 h 6210"/>
                <a:gd name="csX1" fmla="*/ 7166 w 8121"/>
                <a:gd name="csY1" fmla="*/ 6210 h 6210"/>
                <a:gd name="csX2" fmla="*/ 3344 w 8121"/>
                <a:gd name="csY2" fmla="*/ 4777 h 6210"/>
                <a:gd name="csX3" fmla="*/ 0 w 8121"/>
                <a:gd name="csY3" fmla="*/ 1433 h 6210"/>
                <a:gd name="csX4" fmla="*/ 0 w 8121"/>
                <a:gd name="csY4" fmla="*/ 0 h 6210"/>
                <a:gd name="csX5" fmla="*/ 956 w 8121"/>
                <a:gd name="csY5" fmla="*/ 478 h 6210"/>
                <a:gd name="csX6" fmla="*/ 1433 w 8121"/>
                <a:gd name="csY6" fmla="*/ 956 h 6210"/>
                <a:gd name="csX7" fmla="*/ 2866 w 8121"/>
                <a:gd name="csY7" fmla="*/ 2866 h 6210"/>
                <a:gd name="csX8" fmla="*/ 6688 w 8121"/>
                <a:gd name="csY8" fmla="*/ 4299 h 6210"/>
                <a:gd name="csX9" fmla="*/ 8121 w 8121"/>
                <a:gd name="csY9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121" h="6210">
                  <a:moveTo>
                    <a:pt x="8121" y="6210"/>
                  </a:moveTo>
                  <a:lnTo>
                    <a:pt x="7166" y="6210"/>
                  </a:lnTo>
                  <a:lnTo>
                    <a:pt x="3344" y="4777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433" y="956"/>
                  </a:lnTo>
                  <a:lnTo>
                    <a:pt x="2866" y="2866"/>
                  </a:lnTo>
                  <a:lnTo>
                    <a:pt x="6688" y="4299"/>
                  </a:lnTo>
                  <a:lnTo>
                    <a:pt x="8121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7" name="Freeform 4066">
              <a:extLst>
                <a:ext uri="{FF2B5EF4-FFF2-40B4-BE49-F238E27FC236}">
                  <a16:creationId xmlns:a16="http://schemas.microsoft.com/office/drawing/2014/main" id="{0A1151B1-3029-35C8-1F3E-0615C204E4A8}"/>
                </a:ext>
              </a:extLst>
            </p:cNvPr>
            <p:cNvSpPr/>
            <p:nvPr/>
          </p:nvSpPr>
          <p:spPr>
            <a:xfrm>
              <a:off x="6524522" y="4043621"/>
              <a:ext cx="44429" cy="23886"/>
            </a:xfrm>
            <a:custGeom>
              <a:avLst/>
              <a:gdLst>
                <a:gd name="csX0" fmla="*/ 42518 w 44429"/>
                <a:gd name="csY0" fmla="*/ 1433 h 23886"/>
                <a:gd name="csX1" fmla="*/ 32486 w 44429"/>
                <a:gd name="csY1" fmla="*/ 8121 h 23886"/>
                <a:gd name="csX2" fmla="*/ 31531 w 44429"/>
                <a:gd name="csY2" fmla="*/ 10032 h 23886"/>
                <a:gd name="csX3" fmla="*/ 32008 w 44429"/>
                <a:gd name="csY3" fmla="*/ 11466 h 23886"/>
                <a:gd name="csX4" fmla="*/ 33441 w 44429"/>
                <a:gd name="csY4" fmla="*/ 12899 h 23886"/>
                <a:gd name="csX5" fmla="*/ 33919 w 44429"/>
                <a:gd name="csY5" fmla="*/ 13376 h 23886"/>
                <a:gd name="csX6" fmla="*/ 34397 w 44429"/>
                <a:gd name="csY6" fmla="*/ 14810 h 23886"/>
                <a:gd name="csX7" fmla="*/ 32008 w 44429"/>
                <a:gd name="csY7" fmla="*/ 15287 h 23886"/>
                <a:gd name="csX8" fmla="*/ 30097 w 44429"/>
                <a:gd name="csY8" fmla="*/ 15287 h 23886"/>
                <a:gd name="csX9" fmla="*/ 28664 w 44429"/>
                <a:gd name="csY9" fmla="*/ 15287 h 23886"/>
                <a:gd name="csX10" fmla="*/ 27709 w 44429"/>
                <a:gd name="csY10" fmla="*/ 15287 h 23886"/>
                <a:gd name="csX11" fmla="*/ 23886 w 44429"/>
                <a:gd name="csY11" fmla="*/ 18632 h 23886"/>
                <a:gd name="csX12" fmla="*/ 21976 w 44429"/>
                <a:gd name="csY12" fmla="*/ 20065 h 23886"/>
                <a:gd name="csX13" fmla="*/ 19587 w 44429"/>
                <a:gd name="csY13" fmla="*/ 20542 h 23886"/>
                <a:gd name="csX14" fmla="*/ 17199 w 44429"/>
                <a:gd name="csY14" fmla="*/ 21020 h 23886"/>
                <a:gd name="csX15" fmla="*/ 15765 w 44429"/>
                <a:gd name="csY15" fmla="*/ 21020 h 23886"/>
                <a:gd name="csX16" fmla="*/ 14810 w 44429"/>
                <a:gd name="csY16" fmla="*/ 21498 h 23886"/>
                <a:gd name="csX17" fmla="*/ 14332 w 44429"/>
                <a:gd name="csY17" fmla="*/ 22453 h 23886"/>
                <a:gd name="csX18" fmla="*/ 14332 w 44429"/>
                <a:gd name="csY18" fmla="*/ 23409 h 23886"/>
                <a:gd name="csX19" fmla="*/ 13854 w 44429"/>
                <a:gd name="csY19" fmla="*/ 23886 h 23886"/>
                <a:gd name="csX20" fmla="*/ 12421 w 44429"/>
                <a:gd name="csY20" fmla="*/ 23886 h 23886"/>
                <a:gd name="csX21" fmla="*/ 11943 w 44429"/>
                <a:gd name="csY21" fmla="*/ 22453 h 23886"/>
                <a:gd name="csX22" fmla="*/ 10988 w 44429"/>
                <a:gd name="csY22" fmla="*/ 21976 h 23886"/>
                <a:gd name="csX23" fmla="*/ 8599 w 44429"/>
                <a:gd name="csY23" fmla="*/ 22453 h 23886"/>
                <a:gd name="csX24" fmla="*/ 7644 w 44429"/>
                <a:gd name="csY24" fmla="*/ 21976 h 23886"/>
                <a:gd name="csX25" fmla="*/ 3822 w 44429"/>
                <a:gd name="csY25" fmla="*/ 21020 h 23886"/>
                <a:gd name="csX26" fmla="*/ 2867 w 44429"/>
                <a:gd name="csY26" fmla="*/ 20542 h 23886"/>
                <a:gd name="csX27" fmla="*/ 1911 w 44429"/>
                <a:gd name="csY27" fmla="*/ 19587 h 23886"/>
                <a:gd name="csX28" fmla="*/ 0 w 44429"/>
                <a:gd name="csY28" fmla="*/ 15287 h 23886"/>
                <a:gd name="csX29" fmla="*/ 0 w 44429"/>
                <a:gd name="csY29" fmla="*/ 12421 h 23886"/>
                <a:gd name="csX30" fmla="*/ 1433 w 44429"/>
                <a:gd name="csY30" fmla="*/ 13376 h 23886"/>
                <a:gd name="csX31" fmla="*/ 3344 w 44429"/>
                <a:gd name="csY31" fmla="*/ 12421 h 23886"/>
                <a:gd name="csX32" fmla="*/ 4777 w 44429"/>
                <a:gd name="csY32" fmla="*/ 10988 h 23886"/>
                <a:gd name="csX33" fmla="*/ 6688 w 44429"/>
                <a:gd name="csY33" fmla="*/ 10510 h 23886"/>
                <a:gd name="csX34" fmla="*/ 8122 w 44429"/>
                <a:gd name="csY34" fmla="*/ 10510 h 23886"/>
                <a:gd name="csX35" fmla="*/ 9077 w 44429"/>
                <a:gd name="csY35" fmla="*/ 10988 h 23886"/>
                <a:gd name="csX36" fmla="*/ 11466 w 44429"/>
                <a:gd name="csY36" fmla="*/ 10510 h 23886"/>
                <a:gd name="csX37" fmla="*/ 11943 w 44429"/>
                <a:gd name="csY37" fmla="*/ 8121 h 23886"/>
                <a:gd name="csX38" fmla="*/ 12421 w 44429"/>
                <a:gd name="csY38" fmla="*/ 5733 h 23886"/>
                <a:gd name="csX39" fmla="*/ 16243 w 44429"/>
                <a:gd name="csY39" fmla="*/ 6688 h 23886"/>
                <a:gd name="csX40" fmla="*/ 19587 w 44429"/>
                <a:gd name="csY40" fmla="*/ 6688 h 23886"/>
                <a:gd name="csX41" fmla="*/ 22931 w 44429"/>
                <a:gd name="csY41" fmla="*/ 7166 h 23886"/>
                <a:gd name="csX42" fmla="*/ 25798 w 44429"/>
                <a:gd name="csY42" fmla="*/ 6688 h 23886"/>
                <a:gd name="csX43" fmla="*/ 34874 w 44429"/>
                <a:gd name="csY43" fmla="*/ 3822 h 23886"/>
                <a:gd name="csX44" fmla="*/ 37263 w 44429"/>
                <a:gd name="csY44" fmla="*/ 2389 h 23886"/>
                <a:gd name="csX45" fmla="*/ 38697 w 44429"/>
                <a:gd name="csY45" fmla="*/ 1911 h 23886"/>
                <a:gd name="csX46" fmla="*/ 41563 w 44429"/>
                <a:gd name="csY46" fmla="*/ 478 h 23886"/>
                <a:gd name="csX47" fmla="*/ 44429 w 44429"/>
                <a:gd name="csY47" fmla="*/ 0 h 23886"/>
                <a:gd name="csX48" fmla="*/ 42518 w 44429"/>
                <a:gd name="csY48" fmla="*/ 1433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44429" h="23886">
                  <a:moveTo>
                    <a:pt x="42518" y="1433"/>
                  </a:moveTo>
                  <a:lnTo>
                    <a:pt x="32486" y="8121"/>
                  </a:lnTo>
                  <a:lnTo>
                    <a:pt x="31531" y="10032"/>
                  </a:lnTo>
                  <a:lnTo>
                    <a:pt x="32008" y="11466"/>
                  </a:lnTo>
                  <a:lnTo>
                    <a:pt x="33441" y="12899"/>
                  </a:lnTo>
                  <a:lnTo>
                    <a:pt x="33919" y="13376"/>
                  </a:lnTo>
                  <a:lnTo>
                    <a:pt x="34397" y="14810"/>
                  </a:lnTo>
                  <a:lnTo>
                    <a:pt x="32008" y="15287"/>
                  </a:lnTo>
                  <a:lnTo>
                    <a:pt x="30097" y="15287"/>
                  </a:lnTo>
                  <a:lnTo>
                    <a:pt x="28664" y="15287"/>
                  </a:lnTo>
                  <a:lnTo>
                    <a:pt x="27709" y="15287"/>
                  </a:lnTo>
                  <a:lnTo>
                    <a:pt x="23886" y="18632"/>
                  </a:lnTo>
                  <a:lnTo>
                    <a:pt x="21976" y="20065"/>
                  </a:lnTo>
                  <a:lnTo>
                    <a:pt x="19587" y="20542"/>
                  </a:lnTo>
                  <a:lnTo>
                    <a:pt x="17199" y="21020"/>
                  </a:lnTo>
                  <a:lnTo>
                    <a:pt x="15765" y="21020"/>
                  </a:lnTo>
                  <a:lnTo>
                    <a:pt x="14810" y="21498"/>
                  </a:lnTo>
                  <a:lnTo>
                    <a:pt x="14332" y="22453"/>
                  </a:lnTo>
                  <a:lnTo>
                    <a:pt x="14332" y="23409"/>
                  </a:lnTo>
                  <a:lnTo>
                    <a:pt x="13854" y="23886"/>
                  </a:lnTo>
                  <a:lnTo>
                    <a:pt x="12421" y="23886"/>
                  </a:lnTo>
                  <a:lnTo>
                    <a:pt x="11943" y="22453"/>
                  </a:lnTo>
                  <a:lnTo>
                    <a:pt x="10988" y="21976"/>
                  </a:lnTo>
                  <a:lnTo>
                    <a:pt x="8599" y="22453"/>
                  </a:lnTo>
                  <a:lnTo>
                    <a:pt x="7644" y="21976"/>
                  </a:lnTo>
                  <a:lnTo>
                    <a:pt x="3822" y="21020"/>
                  </a:lnTo>
                  <a:lnTo>
                    <a:pt x="2867" y="20542"/>
                  </a:lnTo>
                  <a:lnTo>
                    <a:pt x="1911" y="19587"/>
                  </a:lnTo>
                  <a:lnTo>
                    <a:pt x="0" y="15287"/>
                  </a:lnTo>
                  <a:lnTo>
                    <a:pt x="0" y="12421"/>
                  </a:lnTo>
                  <a:lnTo>
                    <a:pt x="1433" y="13376"/>
                  </a:lnTo>
                  <a:lnTo>
                    <a:pt x="3344" y="12421"/>
                  </a:lnTo>
                  <a:lnTo>
                    <a:pt x="4777" y="10988"/>
                  </a:lnTo>
                  <a:lnTo>
                    <a:pt x="6688" y="10510"/>
                  </a:lnTo>
                  <a:lnTo>
                    <a:pt x="8122" y="10510"/>
                  </a:lnTo>
                  <a:lnTo>
                    <a:pt x="9077" y="10988"/>
                  </a:lnTo>
                  <a:lnTo>
                    <a:pt x="11466" y="10510"/>
                  </a:lnTo>
                  <a:lnTo>
                    <a:pt x="11943" y="8121"/>
                  </a:lnTo>
                  <a:lnTo>
                    <a:pt x="12421" y="5733"/>
                  </a:lnTo>
                  <a:lnTo>
                    <a:pt x="16243" y="6688"/>
                  </a:lnTo>
                  <a:lnTo>
                    <a:pt x="19587" y="6688"/>
                  </a:lnTo>
                  <a:lnTo>
                    <a:pt x="22931" y="7166"/>
                  </a:lnTo>
                  <a:lnTo>
                    <a:pt x="25798" y="6688"/>
                  </a:lnTo>
                  <a:lnTo>
                    <a:pt x="34874" y="3822"/>
                  </a:lnTo>
                  <a:lnTo>
                    <a:pt x="37263" y="2389"/>
                  </a:lnTo>
                  <a:lnTo>
                    <a:pt x="38697" y="1911"/>
                  </a:lnTo>
                  <a:lnTo>
                    <a:pt x="41563" y="478"/>
                  </a:lnTo>
                  <a:lnTo>
                    <a:pt x="44429" y="0"/>
                  </a:lnTo>
                  <a:lnTo>
                    <a:pt x="4251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8" name="Freeform 4067">
              <a:extLst>
                <a:ext uri="{FF2B5EF4-FFF2-40B4-BE49-F238E27FC236}">
                  <a16:creationId xmlns:a16="http://schemas.microsoft.com/office/drawing/2014/main" id="{D8CC2B12-97EC-6012-173C-3F093304E9EB}"/>
                </a:ext>
              </a:extLst>
            </p:cNvPr>
            <p:cNvSpPr/>
            <p:nvPr/>
          </p:nvSpPr>
          <p:spPr>
            <a:xfrm>
              <a:off x="6173391" y="3660482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0 w 477"/>
                <a:gd name="csY1" fmla="*/ 1433 h 1433"/>
                <a:gd name="csX2" fmla="*/ 0 w 477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0" y="1433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9" name="Freeform 4068">
              <a:extLst>
                <a:ext uri="{FF2B5EF4-FFF2-40B4-BE49-F238E27FC236}">
                  <a16:creationId xmlns:a16="http://schemas.microsoft.com/office/drawing/2014/main" id="{8C883F65-7866-9D73-5FEE-8E57D85F664E}"/>
                </a:ext>
              </a:extLst>
            </p:cNvPr>
            <p:cNvSpPr/>
            <p:nvPr/>
          </p:nvSpPr>
          <p:spPr>
            <a:xfrm>
              <a:off x="6171958" y="3658094"/>
              <a:ext cx="1433" cy="2388"/>
            </a:xfrm>
            <a:custGeom>
              <a:avLst/>
              <a:gdLst>
                <a:gd name="csX0" fmla="*/ 0 w 1433"/>
                <a:gd name="csY0" fmla="*/ 0 h 2388"/>
                <a:gd name="csX1" fmla="*/ 478 w 1433"/>
                <a:gd name="csY1" fmla="*/ 955 h 2388"/>
                <a:gd name="csX2" fmla="*/ 1433 w 1433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2388">
                  <a:moveTo>
                    <a:pt x="0" y="0"/>
                  </a:moveTo>
                  <a:lnTo>
                    <a:pt x="478" y="955"/>
                  </a:lnTo>
                  <a:lnTo>
                    <a:pt x="1433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0" name="Freeform 4069">
              <a:extLst>
                <a:ext uri="{FF2B5EF4-FFF2-40B4-BE49-F238E27FC236}">
                  <a16:creationId xmlns:a16="http://schemas.microsoft.com/office/drawing/2014/main" id="{91075EA6-46BB-91A0-2FA2-793F38457038}"/>
                </a:ext>
              </a:extLst>
            </p:cNvPr>
            <p:cNvSpPr/>
            <p:nvPr/>
          </p:nvSpPr>
          <p:spPr>
            <a:xfrm>
              <a:off x="6137084" y="3674337"/>
              <a:ext cx="3344" cy="477"/>
            </a:xfrm>
            <a:custGeom>
              <a:avLst/>
              <a:gdLst>
                <a:gd name="csX0" fmla="*/ 0 w 3344"/>
                <a:gd name="csY0" fmla="*/ 0 h 477"/>
                <a:gd name="csX1" fmla="*/ 1911 w 3344"/>
                <a:gd name="csY1" fmla="*/ 0 h 477"/>
                <a:gd name="csX2" fmla="*/ 3344 w 3344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4" h="477">
                  <a:moveTo>
                    <a:pt x="0" y="0"/>
                  </a:moveTo>
                  <a:lnTo>
                    <a:pt x="1911" y="0"/>
                  </a:lnTo>
                  <a:lnTo>
                    <a:pt x="3344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1" name="Freeform 4070">
              <a:extLst>
                <a:ext uri="{FF2B5EF4-FFF2-40B4-BE49-F238E27FC236}">
                  <a16:creationId xmlns:a16="http://schemas.microsoft.com/office/drawing/2014/main" id="{50D1FA4B-0DC3-334A-C8DA-7F5BC451B898}"/>
                </a:ext>
              </a:extLst>
            </p:cNvPr>
            <p:cNvSpPr/>
            <p:nvPr/>
          </p:nvSpPr>
          <p:spPr>
            <a:xfrm>
              <a:off x="6125140" y="3678158"/>
              <a:ext cx="1911" cy="3344"/>
            </a:xfrm>
            <a:custGeom>
              <a:avLst/>
              <a:gdLst>
                <a:gd name="csX0" fmla="*/ 0 w 1911"/>
                <a:gd name="csY0" fmla="*/ 0 h 3344"/>
                <a:gd name="csX1" fmla="*/ 956 w 1911"/>
                <a:gd name="csY1" fmla="*/ 1433 h 3344"/>
                <a:gd name="csX2" fmla="*/ 1911 w 1911"/>
                <a:gd name="csY2" fmla="*/ 3344 h 3344"/>
                <a:gd name="csX3" fmla="*/ 1911 w 1911"/>
                <a:gd name="csY3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3344">
                  <a:moveTo>
                    <a:pt x="0" y="0"/>
                  </a:moveTo>
                  <a:lnTo>
                    <a:pt x="956" y="1433"/>
                  </a:lnTo>
                  <a:lnTo>
                    <a:pt x="1911" y="3344"/>
                  </a:lnTo>
                  <a:lnTo>
                    <a:pt x="1911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2" name="Freeform 4071">
              <a:extLst>
                <a:ext uri="{FF2B5EF4-FFF2-40B4-BE49-F238E27FC236}">
                  <a16:creationId xmlns:a16="http://schemas.microsoft.com/office/drawing/2014/main" id="{30EDC7B0-1D31-3397-AB9B-3DD9AE238D80}"/>
                </a:ext>
              </a:extLst>
            </p:cNvPr>
            <p:cNvSpPr/>
            <p:nvPr/>
          </p:nvSpPr>
          <p:spPr>
            <a:xfrm>
              <a:off x="6157626" y="3714466"/>
              <a:ext cx="62104" cy="11465"/>
            </a:xfrm>
            <a:custGeom>
              <a:avLst/>
              <a:gdLst>
                <a:gd name="csX0" fmla="*/ 62105 w 62104"/>
                <a:gd name="csY0" fmla="*/ 10988 h 11465"/>
                <a:gd name="csX1" fmla="*/ 61627 w 62104"/>
                <a:gd name="csY1" fmla="*/ 10510 h 11465"/>
                <a:gd name="csX2" fmla="*/ 61149 w 62104"/>
                <a:gd name="csY2" fmla="*/ 8121 h 11465"/>
                <a:gd name="csX3" fmla="*/ 60194 w 62104"/>
                <a:gd name="csY3" fmla="*/ 7644 h 11465"/>
                <a:gd name="csX4" fmla="*/ 58761 w 62104"/>
                <a:gd name="csY4" fmla="*/ 7644 h 11465"/>
                <a:gd name="csX5" fmla="*/ 57328 w 62104"/>
                <a:gd name="csY5" fmla="*/ 7166 h 11465"/>
                <a:gd name="csX6" fmla="*/ 55416 w 62104"/>
                <a:gd name="csY6" fmla="*/ 5733 h 11465"/>
                <a:gd name="csX7" fmla="*/ 53983 w 62104"/>
                <a:gd name="csY7" fmla="*/ 5733 h 11465"/>
                <a:gd name="csX8" fmla="*/ 53028 w 62104"/>
                <a:gd name="csY8" fmla="*/ 5255 h 11465"/>
                <a:gd name="csX9" fmla="*/ 51595 w 62104"/>
                <a:gd name="csY9" fmla="*/ 6211 h 11465"/>
                <a:gd name="csX10" fmla="*/ 50639 w 62104"/>
                <a:gd name="csY10" fmla="*/ 7166 h 11465"/>
                <a:gd name="csX11" fmla="*/ 47773 w 62104"/>
                <a:gd name="csY11" fmla="*/ 7166 h 11465"/>
                <a:gd name="csX12" fmla="*/ 44429 w 62104"/>
                <a:gd name="csY12" fmla="*/ 6688 h 11465"/>
                <a:gd name="csX13" fmla="*/ 40129 w 62104"/>
                <a:gd name="csY13" fmla="*/ 3822 h 11465"/>
                <a:gd name="csX14" fmla="*/ 38696 w 62104"/>
                <a:gd name="csY14" fmla="*/ 3822 h 11465"/>
                <a:gd name="csX15" fmla="*/ 37263 w 62104"/>
                <a:gd name="csY15" fmla="*/ 3822 h 11465"/>
                <a:gd name="csX16" fmla="*/ 35352 w 62104"/>
                <a:gd name="csY16" fmla="*/ 2866 h 11465"/>
                <a:gd name="csX17" fmla="*/ 31530 w 62104"/>
                <a:gd name="csY17" fmla="*/ 956 h 11465"/>
                <a:gd name="csX18" fmla="*/ 29619 w 62104"/>
                <a:gd name="csY18" fmla="*/ 478 h 11465"/>
                <a:gd name="csX19" fmla="*/ 28664 w 62104"/>
                <a:gd name="csY19" fmla="*/ 956 h 11465"/>
                <a:gd name="csX20" fmla="*/ 27708 w 62104"/>
                <a:gd name="csY20" fmla="*/ 1433 h 11465"/>
                <a:gd name="csX21" fmla="*/ 26753 w 62104"/>
                <a:gd name="csY21" fmla="*/ 1433 h 11465"/>
                <a:gd name="csX22" fmla="*/ 26275 w 62104"/>
                <a:gd name="csY22" fmla="*/ 956 h 11465"/>
                <a:gd name="csX23" fmla="*/ 24842 w 62104"/>
                <a:gd name="csY23" fmla="*/ 0 h 11465"/>
                <a:gd name="csX24" fmla="*/ 23409 w 62104"/>
                <a:gd name="csY24" fmla="*/ 0 h 11465"/>
                <a:gd name="csX25" fmla="*/ 22931 w 62104"/>
                <a:gd name="csY25" fmla="*/ 478 h 11465"/>
                <a:gd name="csX26" fmla="*/ 22453 w 62104"/>
                <a:gd name="csY26" fmla="*/ 4777 h 11465"/>
                <a:gd name="csX27" fmla="*/ 21975 w 62104"/>
                <a:gd name="csY27" fmla="*/ 6211 h 11465"/>
                <a:gd name="csX28" fmla="*/ 20064 w 62104"/>
                <a:gd name="csY28" fmla="*/ 6211 h 11465"/>
                <a:gd name="csX29" fmla="*/ 19587 w 62104"/>
                <a:gd name="csY29" fmla="*/ 6688 h 11465"/>
                <a:gd name="csX30" fmla="*/ 17676 w 62104"/>
                <a:gd name="csY30" fmla="*/ 9077 h 11465"/>
                <a:gd name="csX31" fmla="*/ 17676 w 62104"/>
                <a:gd name="csY31" fmla="*/ 10988 h 11465"/>
                <a:gd name="csX32" fmla="*/ 14809 w 62104"/>
                <a:gd name="csY32" fmla="*/ 10510 h 11465"/>
                <a:gd name="csX33" fmla="*/ 13376 w 62104"/>
                <a:gd name="csY33" fmla="*/ 10032 h 11465"/>
                <a:gd name="csX34" fmla="*/ 12421 w 62104"/>
                <a:gd name="csY34" fmla="*/ 10510 h 11465"/>
                <a:gd name="csX35" fmla="*/ 10988 w 62104"/>
                <a:gd name="csY35" fmla="*/ 11465 h 11465"/>
                <a:gd name="csX36" fmla="*/ 7644 w 62104"/>
                <a:gd name="csY36" fmla="*/ 11465 h 11465"/>
                <a:gd name="csX37" fmla="*/ 4777 w 62104"/>
                <a:gd name="csY37" fmla="*/ 10988 h 11465"/>
                <a:gd name="csX38" fmla="*/ 3344 w 62104"/>
                <a:gd name="csY38" fmla="*/ 8599 h 11465"/>
                <a:gd name="csX39" fmla="*/ 2389 w 62104"/>
                <a:gd name="csY39" fmla="*/ 7644 h 11465"/>
                <a:gd name="csX40" fmla="*/ 478 w 62104"/>
                <a:gd name="csY40" fmla="*/ 6688 h 11465"/>
                <a:gd name="csX41" fmla="*/ 0 w 62104"/>
                <a:gd name="csY41" fmla="*/ 6211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62104" h="11465">
                  <a:moveTo>
                    <a:pt x="62105" y="10988"/>
                  </a:moveTo>
                  <a:lnTo>
                    <a:pt x="61627" y="10510"/>
                  </a:lnTo>
                  <a:lnTo>
                    <a:pt x="61149" y="8121"/>
                  </a:lnTo>
                  <a:lnTo>
                    <a:pt x="60194" y="7644"/>
                  </a:lnTo>
                  <a:lnTo>
                    <a:pt x="58761" y="7644"/>
                  </a:lnTo>
                  <a:lnTo>
                    <a:pt x="57328" y="7166"/>
                  </a:lnTo>
                  <a:lnTo>
                    <a:pt x="55416" y="5733"/>
                  </a:lnTo>
                  <a:lnTo>
                    <a:pt x="53983" y="5733"/>
                  </a:lnTo>
                  <a:lnTo>
                    <a:pt x="53028" y="5255"/>
                  </a:lnTo>
                  <a:lnTo>
                    <a:pt x="51595" y="6211"/>
                  </a:lnTo>
                  <a:lnTo>
                    <a:pt x="50639" y="7166"/>
                  </a:lnTo>
                  <a:lnTo>
                    <a:pt x="47773" y="7166"/>
                  </a:lnTo>
                  <a:lnTo>
                    <a:pt x="44429" y="6688"/>
                  </a:lnTo>
                  <a:lnTo>
                    <a:pt x="40129" y="3822"/>
                  </a:lnTo>
                  <a:lnTo>
                    <a:pt x="38696" y="3822"/>
                  </a:lnTo>
                  <a:lnTo>
                    <a:pt x="37263" y="3822"/>
                  </a:lnTo>
                  <a:lnTo>
                    <a:pt x="35352" y="2866"/>
                  </a:lnTo>
                  <a:lnTo>
                    <a:pt x="31530" y="956"/>
                  </a:lnTo>
                  <a:lnTo>
                    <a:pt x="29619" y="478"/>
                  </a:lnTo>
                  <a:lnTo>
                    <a:pt x="28664" y="956"/>
                  </a:lnTo>
                  <a:lnTo>
                    <a:pt x="27708" y="1433"/>
                  </a:lnTo>
                  <a:lnTo>
                    <a:pt x="26753" y="1433"/>
                  </a:lnTo>
                  <a:lnTo>
                    <a:pt x="26275" y="956"/>
                  </a:lnTo>
                  <a:lnTo>
                    <a:pt x="24842" y="0"/>
                  </a:lnTo>
                  <a:lnTo>
                    <a:pt x="23409" y="0"/>
                  </a:lnTo>
                  <a:lnTo>
                    <a:pt x="22931" y="478"/>
                  </a:lnTo>
                  <a:lnTo>
                    <a:pt x="22453" y="4777"/>
                  </a:lnTo>
                  <a:lnTo>
                    <a:pt x="21975" y="6211"/>
                  </a:lnTo>
                  <a:lnTo>
                    <a:pt x="20064" y="6211"/>
                  </a:lnTo>
                  <a:lnTo>
                    <a:pt x="19587" y="6688"/>
                  </a:lnTo>
                  <a:lnTo>
                    <a:pt x="17676" y="9077"/>
                  </a:lnTo>
                  <a:lnTo>
                    <a:pt x="17676" y="10988"/>
                  </a:lnTo>
                  <a:lnTo>
                    <a:pt x="14809" y="10510"/>
                  </a:lnTo>
                  <a:lnTo>
                    <a:pt x="13376" y="10032"/>
                  </a:lnTo>
                  <a:lnTo>
                    <a:pt x="12421" y="10510"/>
                  </a:lnTo>
                  <a:lnTo>
                    <a:pt x="10988" y="11465"/>
                  </a:lnTo>
                  <a:lnTo>
                    <a:pt x="7644" y="11465"/>
                  </a:lnTo>
                  <a:lnTo>
                    <a:pt x="4777" y="10988"/>
                  </a:lnTo>
                  <a:lnTo>
                    <a:pt x="3344" y="8599"/>
                  </a:lnTo>
                  <a:lnTo>
                    <a:pt x="2389" y="7644"/>
                  </a:lnTo>
                  <a:lnTo>
                    <a:pt x="478" y="6688"/>
                  </a:lnTo>
                  <a:lnTo>
                    <a:pt x="0" y="62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3" name="Freeform 4072">
              <a:extLst>
                <a:ext uri="{FF2B5EF4-FFF2-40B4-BE49-F238E27FC236}">
                  <a16:creationId xmlns:a16="http://schemas.microsoft.com/office/drawing/2014/main" id="{0070BBDA-5DD1-15E4-3DF2-50B6ABA874B9}"/>
                </a:ext>
              </a:extLst>
            </p:cNvPr>
            <p:cNvSpPr/>
            <p:nvPr/>
          </p:nvSpPr>
          <p:spPr>
            <a:xfrm>
              <a:off x="6048226" y="3535317"/>
              <a:ext cx="6688" cy="9076"/>
            </a:xfrm>
            <a:custGeom>
              <a:avLst/>
              <a:gdLst>
                <a:gd name="csX0" fmla="*/ 478 w 6688"/>
                <a:gd name="csY0" fmla="*/ 8599 h 9076"/>
                <a:gd name="csX1" fmla="*/ 0 w 6688"/>
                <a:gd name="csY1" fmla="*/ 9077 h 9076"/>
                <a:gd name="csX2" fmla="*/ 0 w 6688"/>
                <a:gd name="csY2" fmla="*/ 4777 h 9076"/>
                <a:gd name="csX3" fmla="*/ 2389 w 6688"/>
                <a:gd name="csY3" fmla="*/ 0 h 9076"/>
                <a:gd name="csX4" fmla="*/ 3344 w 6688"/>
                <a:gd name="csY4" fmla="*/ 0 h 9076"/>
                <a:gd name="csX5" fmla="*/ 2389 w 6688"/>
                <a:gd name="csY5" fmla="*/ 1433 h 9076"/>
                <a:gd name="csX6" fmla="*/ 1911 w 6688"/>
                <a:gd name="csY6" fmla="*/ 2389 h 9076"/>
                <a:gd name="csX7" fmla="*/ 1433 w 6688"/>
                <a:gd name="csY7" fmla="*/ 4300 h 9076"/>
                <a:gd name="csX8" fmla="*/ 1911 w 6688"/>
                <a:gd name="csY8" fmla="*/ 5255 h 9076"/>
                <a:gd name="csX9" fmla="*/ 6688 w 6688"/>
                <a:gd name="csY9" fmla="*/ 5255 h 9076"/>
                <a:gd name="csX10" fmla="*/ 6210 w 6688"/>
                <a:gd name="csY10" fmla="*/ 6211 h 9076"/>
                <a:gd name="csX11" fmla="*/ 956 w 6688"/>
                <a:gd name="csY11" fmla="*/ 6688 h 9076"/>
                <a:gd name="csX12" fmla="*/ 478 w 6688"/>
                <a:gd name="csY12" fmla="*/ 8599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688" h="9076">
                  <a:moveTo>
                    <a:pt x="478" y="8599"/>
                  </a:moveTo>
                  <a:lnTo>
                    <a:pt x="0" y="9077"/>
                  </a:lnTo>
                  <a:lnTo>
                    <a:pt x="0" y="4777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2389" y="1433"/>
                  </a:lnTo>
                  <a:lnTo>
                    <a:pt x="1911" y="2389"/>
                  </a:lnTo>
                  <a:lnTo>
                    <a:pt x="1433" y="4300"/>
                  </a:lnTo>
                  <a:lnTo>
                    <a:pt x="1911" y="5255"/>
                  </a:lnTo>
                  <a:lnTo>
                    <a:pt x="6688" y="5255"/>
                  </a:lnTo>
                  <a:lnTo>
                    <a:pt x="6210" y="6211"/>
                  </a:lnTo>
                  <a:lnTo>
                    <a:pt x="956" y="6688"/>
                  </a:lnTo>
                  <a:lnTo>
                    <a:pt x="478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4" name="Freeform 4073">
              <a:extLst>
                <a:ext uri="{FF2B5EF4-FFF2-40B4-BE49-F238E27FC236}">
                  <a16:creationId xmlns:a16="http://schemas.microsoft.com/office/drawing/2014/main" id="{3E67422E-DE3C-CACB-CA6F-D062894083D9}"/>
                </a:ext>
              </a:extLst>
            </p:cNvPr>
            <p:cNvSpPr/>
            <p:nvPr/>
          </p:nvSpPr>
          <p:spPr>
            <a:xfrm>
              <a:off x="6074501" y="3542005"/>
              <a:ext cx="2388" cy="955"/>
            </a:xfrm>
            <a:custGeom>
              <a:avLst/>
              <a:gdLst>
                <a:gd name="csX0" fmla="*/ 0 w 2388"/>
                <a:gd name="csY0" fmla="*/ 0 h 955"/>
                <a:gd name="csX1" fmla="*/ 956 w 2388"/>
                <a:gd name="csY1" fmla="*/ 478 h 955"/>
                <a:gd name="csX2" fmla="*/ 1911 w 2388"/>
                <a:gd name="csY2" fmla="*/ 956 h 955"/>
                <a:gd name="csX3" fmla="*/ 2389 w 2388"/>
                <a:gd name="csY3" fmla="*/ 956 h 955"/>
                <a:gd name="csX4" fmla="*/ 2389 w 2388"/>
                <a:gd name="csY4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955">
                  <a:moveTo>
                    <a:pt x="0" y="0"/>
                  </a:moveTo>
                  <a:lnTo>
                    <a:pt x="956" y="478"/>
                  </a:lnTo>
                  <a:lnTo>
                    <a:pt x="1911" y="956"/>
                  </a:lnTo>
                  <a:lnTo>
                    <a:pt x="2389" y="956"/>
                  </a:lnTo>
                  <a:lnTo>
                    <a:pt x="2389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5" name="Freeform 4074">
              <a:extLst>
                <a:ext uri="{FF2B5EF4-FFF2-40B4-BE49-F238E27FC236}">
                  <a16:creationId xmlns:a16="http://schemas.microsoft.com/office/drawing/2014/main" id="{F6226036-3CEE-8E14-F682-364457922171}"/>
                </a:ext>
              </a:extLst>
            </p:cNvPr>
            <p:cNvSpPr/>
            <p:nvPr/>
          </p:nvSpPr>
          <p:spPr>
            <a:xfrm>
              <a:off x="6059692" y="3540095"/>
              <a:ext cx="6210" cy="1910"/>
            </a:xfrm>
            <a:custGeom>
              <a:avLst/>
              <a:gdLst>
                <a:gd name="csX0" fmla="*/ 0 w 6210"/>
                <a:gd name="csY0" fmla="*/ 0 h 1910"/>
                <a:gd name="csX1" fmla="*/ 478 w 6210"/>
                <a:gd name="csY1" fmla="*/ 478 h 1910"/>
                <a:gd name="csX2" fmla="*/ 6210 w 6210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10" h="1910">
                  <a:moveTo>
                    <a:pt x="0" y="0"/>
                  </a:moveTo>
                  <a:lnTo>
                    <a:pt x="478" y="478"/>
                  </a:lnTo>
                  <a:lnTo>
                    <a:pt x="621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6" name="Freeform 4075">
              <a:extLst>
                <a:ext uri="{FF2B5EF4-FFF2-40B4-BE49-F238E27FC236}">
                  <a16:creationId xmlns:a16="http://schemas.microsoft.com/office/drawing/2014/main" id="{7099BFE6-333A-9401-2AE9-4CDD14D88D59}"/>
                </a:ext>
              </a:extLst>
            </p:cNvPr>
            <p:cNvSpPr/>
            <p:nvPr/>
          </p:nvSpPr>
          <p:spPr>
            <a:xfrm>
              <a:off x="6023384" y="3540095"/>
              <a:ext cx="54461" cy="50161"/>
            </a:xfrm>
            <a:custGeom>
              <a:avLst/>
              <a:gdLst>
                <a:gd name="csX0" fmla="*/ 2867 w 54461"/>
                <a:gd name="csY0" fmla="*/ 50162 h 50161"/>
                <a:gd name="csX1" fmla="*/ 2389 w 54461"/>
                <a:gd name="csY1" fmla="*/ 49206 h 50161"/>
                <a:gd name="csX2" fmla="*/ 0 w 54461"/>
                <a:gd name="csY2" fmla="*/ 47295 h 50161"/>
                <a:gd name="csX3" fmla="*/ 478 w 54461"/>
                <a:gd name="csY3" fmla="*/ 44429 h 50161"/>
                <a:gd name="csX4" fmla="*/ 1433 w 54461"/>
                <a:gd name="csY4" fmla="*/ 42040 h 50161"/>
                <a:gd name="csX5" fmla="*/ 3344 w 54461"/>
                <a:gd name="csY5" fmla="*/ 39174 h 50161"/>
                <a:gd name="csX6" fmla="*/ 4777 w 54461"/>
                <a:gd name="csY6" fmla="*/ 38218 h 50161"/>
                <a:gd name="csX7" fmla="*/ 11466 w 54461"/>
                <a:gd name="csY7" fmla="*/ 37741 h 50161"/>
                <a:gd name="csX8" fmla="*/ 19109 w 54461"/>
                <a:gd name="csY8" fmla="*/ 37741 h 50161"/>
                <a:gd name="csX9" fmla="*/ 22453 w 54461"/>
                <a:gd name="csY9" fmla="*/ 42518 h 50161"/>
                <a:gd name="csX10" fmla="*/ 21020 w 54461"/>
                <a:gd name="csY10" fmla="*/ 44907 h 50161"/>
                <a:gd name="csX11" fmla="*/ 22931 w 54461"/>
                <a:gd name="csY11" fmla="*/ 45862 h 50161"/>
                <a:gd name="csX12" fmla="*/ 23886 w 54461"/>
                <a:gd name="csY12" fmla="*/ 45384 h 50161"/>
                <a:gd name="csX13" fmla="*/ 24364 w 54461"/>
                <a:gd name="csY13" fmla="*/ 43473 h 50161"/>
                <a:gd name="csX14" fmla="*/ 24842 w 54461"/>
                <a:gd name="csY14" fmla="*/ 41085 h 50161"/>
                <a:gd name="csX15" fmla="*/ 25798 w 54461"/>
                <a:gd name="csY15" fmla="*/ 40607 h 50161"/>
                <a:gd name="csX16" fmla="*/ 28186 w 54461"/>
                <a:gd name="csY16" fmla="*/ 42040 h 50161"/>
                <a:gd name="csX17" fmla="*/ 28664 w 54461"/>
                <a:gd name="csY17" fmla="*/ 43473 h 50161"/>
                <a:gd name="csX18" fmla="*/ 28664 w 54461"/>
                <a:gd name="csY18" fmla="*/ 46818 h 50161"/>
                <a:gd name="csX19" fmla="*/ 29619 w 54461"/>
                <a:gd name="csY19" fmla="*/ 42040 h 50161"/>
                <a:gd name="csX20" fmla="*/ 29142 w 54461"/>
                <a:gd name="csY20" fmla="*/ 38696 h 50161"/>
                <a:gd name="csX21" fmla="*/ 29619 w 54461"/>
                <a:gd name="csY21" fmla="*/ 34874 h 50161"/>
                <a:gd name="csX22" fmla="*/ 30575 w 54461"/>
                <a:gd name="csY22" fmla="*/ 33441 h 50161"/>
                <a:gd name="csX23" fmla="*/ 31052 w 54461"/>
                <a:gd name="csY23" fmla="*/ 32008 h 50161"/>
                <a:gd name="csX24" fmla="*/ 36785 w 54461"/>
                <a:gd name="csY24" fmla="*/ 33441 h 50161"/>
                <a:gd name="csX25" fmla="*/ 42996 w 54461"/>
                <a:gd name="csY25" fmla="*/ 32963 h 50161"/>
                <a:gd name="csX26" fmla="*/ 45384 w 54461"/>
                <a:gd name="csY26" fmla="*/ 33919 h 50161"/>
                <a:gd name="csX27" fmla="*/ 50639 w 54461"/>
                <a:gd name="csY27" fmla="*/ 40607 h 50161"/>
                <a:gd name="csX28" fmla="*/ 52073 w 54461"/>
                <a:gd name="csY28" fmla="*/ 41563 h 50161"/>
                <a:gd name="csX29" fmla="*/ 54461 w 54461"/>
                <a:gd name="csY29" fmla="*/ 42040 h 50161"/>
                <a:gd name="csX30" fmla="*/ 51117 w 54461"/>
                <a:gd name="csY30" fmla="*/ 40607 h 50161"/>
                <a:gd name="csX31" fmla="*/ 44907 w 54461"/>
                <a:gd name="csY31" fmla="*/ 32963 h 50161"/>
                <a:gd name="csX32" fmla="*/ 42996 w 54461"/>
                <a:gd name="csY32" fmla="*/ 31530 h 50161"/>
                <a:gd name="csX33" fmla="*/ 40129 w 54461"/>
                <a:gd name="csY33" fmla="*/ 31530 h 50161"/>
                <a:gd name="csX34" fmla="*/ 38218 w 54461"/>
                <a:gd name="csY34" fmla="*/ 30575 h 50161"/>
                <a:gd name="csX35" fmla="*/ 37263 w 54461"/>
                <a:gd name="csY35" fmla="*/ 29619 h 50161"/>
                <a:gd name="csX36" fmla="*/ 36785 w 54461"/>
                <a:gd name="csY36" fmla="*/ 28186 h 50161"/>
                <a:gd name="csX37" fmla="*/ 36785 w 54461"/>
                <a:gd name="csY37" fmla="*/ 20542 h 50161"/>
                <a:gd name="csX38" fmla="*/ 35830 w 54461"/>
                <a:gd name="csY38" fmla="*/ 19109 h 50161"/>
                <a:gd name="csX39" fmla="*/ 34397 w 54461"/>
                <a:gd name="csY39" fmla="*/ 18631 h 50161"/>
                <a:gd name="csX40" fmla="*/ 33441 w 54461"/>
                <a:gd name="csY40" fmla="*/ 19109 h 50161"/>
                <a:gd name="csX41" fmla="*/ 32008 w 54461"/>
                <a:gd name="csY41" fmla="*/ 19109 h 50161"/>
                <a:gd name="csX42" fmla="*/ 31530 w 54461"/>
                <a:gd name="csY42" fmla="*/ 17676 h 50161"/>
                <a:gd name="csX43" fmla="*/ 32008 w 54461"/>
                <a:gd name="csY43" fmla="*/ 16243 h 50161"/>
                <a:gd name="csX44" fmla="*/ 35352 w 54461"/>
                <a:gd name="csY44" fmla="*/ 15287 h 50161"/>
                <a:gd name="csX45" fmla="*/ 37741 w 54461"/>
                <a:gd name="csY45" fmla="*/ 13854 h 50161"/>
                <a:gd name="csX46" fmla="*/ 38218 w 54461"/>
                <a:gd name="csY46" fmla="*/ 11465 h 50161"/>
                <a:gd name="csX47" fmla="*/ 36308 w 54461"/>
                <a:gd name="csY47" fmla="*/ 10032 h 50161"/>
                <a:gd name="csX48" fmla="*/ 34874 w 54461"/>
                <a:gd name="csY48" fmla="*/ 6688 h 50161"/>
                <a:gd name="csX49" fmla="*/ 32486 w 54461"/>
                <a:gd name="csY49" fmla="*/ 3822 h 50161"/>
                <a:gd name="csX50" fmla="*/ 32486 w 54461"/>
                <a:gd name="csY50" fmla="*/ 0 h 50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4461" h="50161">
                  <a:moveTo>
                    <a:pt x="2867" y="50162"/>
                  </a:moveTo>
                  <a:lnTo>
                    <a:pt x="2389" y="49206"/>
                  </a:lnTo>
                  <a:lnTo>
                    <a:pt x="0" y="47295"/>
                  </a:lnTo>
                  <a:lnTo>
                    <a:pt x="478" y="44429"/>
                  </a:lnTo>
                  <a:lnTo>
                    <a:pt x="1433" y="42040"/>
                  </a:lnTo>
                  <a:lnTo>
                    <a:pt x="3344" y="39174"/>
                  </a:lnTo>
                  <a:lnTo>
                    <a:pt x="4777" y="38218"/>
                  </a:lnTo>
                  <a:lnTo>
                    <a:pt x="11466" y="37741"/>
                  </a:lnTo>
                  <a:lnTo>
                    <a:pt x="19109" y="37741"/>
                  </a:lnTo>
                  <a:lnTo>
                    <a:pt x="22453" y="42518"/>
                  </a:lnTo>
                  <a:lnTo>
                    <a:pt x="21020" y="44907"/>
                  </a:lnTo>
                  <a:lnTo>
                    <a:pt x="22931" y="45862"/>
                  </a:lnTo>
                  <a:lnTo>
                    <a:pt x="23886" y="45384"/>
                  </a:lnTo>
                  <a:lnTo>
                    <a:pt x="24364" y="43473"/>
                  </a:lnTo>
                  <a:lnTo>
                    <a:pt x="24842" y="41085"/>
                  </a:lnTo>
                  <a:lnTo>
                    <a:pt x="25798" y="40607"/>
                  </a:lnTo>
                  <a:lnTo>
                    <a:pt x="28186" y="42040"/>
                  </a:lnTo>
                  <a:lnTo>
                    <a:pt x="28664" y="43473"/>
                  </a:lnTo>
                  <a:lnTo>
                    <a:pt x="28664" y="46818"/>
                  </a:lnTo>
                  <a:lnTo>
                    <a:pt x="29619" y="42040"/>
                  </a:lnTo>
                  <a:lnTo>
                    <a:pt x="29142" y="38696"/>
                  </a:lnTo>
                  <a:lnTo>
                    <a:pt x="29619" y="34874"/>
                  </a:lnTo>
                  <a:lnTo>
                    <a:pt x="30575" y="33441"/>
                  </a:lnTo>
                  <a:lnTo>
                    <a:pt x="31052" y="32008"/>
                  </a:lnTo>
                  <a:lnTo>
                    <a:pt x="36785" y="33441"/>
                  </a:lnTo>
                  <a:lnTo>
                    <a:pt x="42996" y="32963"/>
                  </a:lnTo>
                  <a:lnTo>
                    <a:pt x="45384" y="33919"/>
                  </a:lnTo>
                  <a:lnTo>
                    <a:pt x="50639" y="40607"/>
                  </a:lnTo>
                  <a:lnTo>
                    <a:pt x="52073" y="41563"/>
                  </a:lnTo>
                  <a:lnTo>
                    <a:pt x="54461" y="42040"/>
                  </a:lnTo>
                  <a:lnTo>
                    <a:pt x="51117" y="40607"/>
                  </a:lnTo>
                  <a:lnTo>
                    <a:pt x="44907" y="32963"/>
                  </a:lnTo>
                  <a:lnTo>
                    <a:pt x="42996" y="31530"/>
                  </a:lnTo>
                  <a:lnTo>
                    <a:pt x="40129" y="31530"/>
                  </a:lnTo>
                  <a:lnTo>
                    <a:pt x="38218" y="30575"/>
                  </a:lnTo>
                  <a:lnTo>
                    <a:pt x="37263" y="29619"/>
                  </a:lnTo>
                  <a:lnTo>
                    <a:pt x="36785" y="28186"/>
                  </a:lnTo>
                  <a:lnTo>
                    <a:pt x="36785" y="20542"/>
                  </a:lnTo>
                  <a:lnTo>
                    <a:pt x="35830" y="19109"/>
                  </a:lnTo>
                  <a:lnTo>
                    <a:pt x="34397" y="18631"/>
                  </a:lnTo>
                  <a:lnTo>
                    <a:pt x="33441" y="19109"/>
                  </a:lnTo>
                  <a:lnTo>
                    <a:pt x="32008" y="19109"/>
                  </a:lnTo>
                  <a:lnTo>
                    <a:pt x="31530" y="17676"/>
                  </a:lnTo>
                  <a:lnTo>
                    <a:pt x="32008" y="16243"/>
                  </a:lnTo>
                  <a:lnTo>
                    <a:pt x="35352" y="15287"/>
                  </a:lnTo>
                  <a:lnTo>
                    <a:pt x="37741" y="13854"/>
                  </a:lnTo>
                  <a:lnTo>
                    <a:pt x="38218" y="11465"/>
                  </a:lnTo>
                  <a:lnTo>
                    <a:pt x="36308" y="10032"/>
                  </a:lnTo>
                  <a:lnTo>
                    <a:pt x="34874" y="6688"/>
                  </a:lnTo>
                  <a:lnTo>
                    <a:pt x="32486" y="3822"/>
                  </a:lnTo>
                  <a:lnTo>
                    <a:pt x="3248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7" name="Freeform 4076">
              <a:extLst>
                <a:ext uri="{FF2B5EF4-FFF2-40B4-BE49-F238E27FC236}">
                  <a16:creationId xmlns:a16="http://schemas.microsoft.com/office/drawing/2014/main" id="{778B0D9F-9879-9E7D-0581-001176FAE435}"/>
                </a:ext>
              </a:extLst>
            </p:cNvPr>
            <p:cNvSpPr/>
            <p:nvPr/>
          </p:nvSpPr>
          <p:spPr>
            <a:xfrm>
              <a:off x="6004275" y="3652839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956 w 955"/>
                <a:gd name="csY1" fmla="*/ 0 h 477"/>
                <a:gd name="csX2" fmla="*/ 0 w 955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956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8" name="Freeform 4077">
              <a:extLst>
                <a:ext uri="{FF2B5EF4-FFF2-40B4-BE49-F238E27FC236}">
                  <a16:creationId xmlns:a16="http://schemas.microsoft.com/office/drawing/2014/main" id="{2BD9504A-0D7F-A8D6-5FCD-E4B3966FB43B}"/>
                </a:ext>
              </a:extLst>
            </p:cNvPr>
            <p:cNvSpPr/>
            <p:nvPr/>
          </p:nvSpPr>
          <p:spPr>
            <a:xfrm>
              <a:off x="6002842" y="3665260"/>
              <a:ext cx="9554" cy="29619"/>
            </a:xfrm>
            <a:custGeom>
              <a:avLst/>
              <a:gdLst>
                <a:gd name="csX0" fmla="*/ 9555 w 9554"/>
                <a:gd name="csY0" fmla="*/ 29619 h 29619"/>
                <a:gd name="csX1" fmla="*/ 9555 w 9554"/>
                <a:gd name="csY1" fmla="*/ 29619 h 29619"/>
                <a:gd name="csX2" fmla="*/ 9555 w 9554"/>
                <a:gd name="csY2" fmla="*/ 28186 h 29619"/>
                <a:gd name="csX3" fmla="*/ 9555 w 9554"/>
                <a:gd name="csY3" fmla="*/ 26753 h 29619"/>
                <a:gd name="csX4" fmla="*/ 9555 w 9554"/>
                <a:gd name="csY4" fmla="*/ 26753 h 29619"/>
                <a:gd name="csX5" fmla="*/ 8599 w 9554"/>
                <a:gd name="csY5" fmla="*/ 26753 h 29619"/>
                <a:gd name="csX6" fmla="*/ 6210 w 9554"/>
                <a:gd name="csY6" fmla="*/ 25797 h 29619"/>
                <a:gd name="csX7" fmla="*/ 5255 w 9554"/>
                <a:gd name="csY7" fmla="*/ 24842 h 29619"/>
                <a:gd name="csX8" fmla="*/ 3822 w 9554"/>
                <a:gd name="csY8" fmla="*/ 23409 h 29619"/>
                <a:gd name="csX9" fmla="*/ 2866 w 9554"/>
                <a:gd name="csY9" fmla="*/ 21976 h 29619"/>
                <a:gd name="csX10" fmla="*/ 1911 w 9554"/>
                <a:gd name="csY10" fmla="*/ 20065 h 29619"/>
                <a:gd name="csX11" fmla="*/ 1911 w 9554"/>
                <a:gd name="csY11" fmla="*/ 18631 h 29619"/>
                <a:gd name="csX12" fmla="*/ 2389 w 9554"/>
                <a:gd name="csY12" fmla="*/ 17676 h 29619"/>
                <a:gd name="csX13" fmla="*/ 2389 w 9554"/>
                <a:gd name="csY13" fmla="*/ 17198 h 29619"/>
                <a:gd name="csX14" fmla="*/ 3344 w 9554"/>
                <a:gd name="csY14" fmla="*/ 14810 h 29619"/>
                <a:gd name="csX15" fmla="*/ 7166 w 9554"/>
                <a:gd name="csY15" fmla="*/ 12421 h 29619"/>
                <a:gd name="csX16" fmla="*/ 7166 w 9554"/>
                <a:gd name="csY16" fmla="*/ 12421 h 29619"/>
                <a:gd name="csX17" fmla="*/ 6688 w 9554"/>
                <a:gd name="csY17" fmla="*/ 10032 h 29619"/>
                <a:gd name="csX18" fmla="*/ 6688 w 9554"/>
                <a:gd name="csY18" fmla="*/ 8121 h 29619"/>
                <a:gd name="csX19" fmla="*/ 5733 w 9554"/>
                <a:gd name="csY19" fmla="*/ 7166 h 29619"/>
                <a:gd name="csX20" fmla="*/ 5733 w 9554"/>
                <a:gd name="csY20" fmla="*/ 7166 h 29619"/>
                <a:gd name="csX21" fmla="*/ 3822 w 9554"/>
                <a:gd name="csY21" fmla="*/ 7166 h 29619"/>
                <a:gd name="csX22" fmla="*/ 3344 w 9554"/>
                <a:gd name="csY22" fmla="*/ 6210 h 29619"/>
                <a:gd name="csX23" fmla="*/ 3344 w 9554"/>
                <a:gd name="csY23" fmla="*/ 5733 h 29619"/>
                <a:gd name="csX24" fmla="*/ 4777 w 9554"/>
                <a:gd name="csY24" fmla="*/ 4300 h 29619"/>
                <a:gd name="csX25" fmla="*/ 4777 w 9554"/>
                <a:gd name="csY25" fmla="*/ 4300 h 29619"/>
                <a:gd name="csX26" fmla="*/ 2866 w 9554"/>
                <a:gd name="csY26" fmla="*/ 2866 h 29619"/>
                <a:gd name="csX27" fmla="*/ 2389 w 9554"/>
                <a:gd name="csY27" fmla="*/ 1911 h 29619"/>
                <a:gd name="csX28" fmla="*/ 0 w 9554"/>
                <a:gd name="csY28" fmla="*/ 478 h 29619"/>
                <a:gd name="csX29" fmla="*/ 0 w 9554"/>
                <a:gd name="csY29" fmla="*/ 0 h 29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9554" h="29619">
                  <a:moveTo>
                    <a:pt x="9555" y="29619"/>
                  </a:moveTo>
                  <a:lnTo>
                    <a:pt x="9555" y="29619"/>
                  </a:lnTo>
                  <a:lnTo>
                    <a:pt x="9555" y="28186"/>
                  </a:lnTo>
                  <a:lnTo>
                    <a:pt x="9555" y="26753"/>
                  </a:lnTo>
                  <a:lnTo>
                    <a:pt x="9555" y="26753"/>
                  </a:lnTo>
                  <a:lnTo>
                    <a:pt x="8599" y="26753"/>
                  </a:lnTo>
                  <a:lnTo>
                    <a:pt x="6210" y="25797"/>
                  </a:lnTo>
                  <a:lnTo>
                    <a:pt x="5255" y="24842"/>
                  </a:lnTo>
                  <a:lnTo>
                    <a:pt x="3822" y="23409"/>
                  </a:lnTo>
                  <a:lnTo>
                    <a:pt x="2866" y="21976"/>
                  </a:lnTo>
                  <a:lnTo>
                    <a:pt x="1911" y="20065"/>
                  </a:lnTo>
                  <a:lnTo>
                    <a:pt x="1911" y="18631"/>
                  </a:lnTo>
                  <a:lnTo>
                    <a:pt x="2389" y="17676"/>
                  </a:lnTo>
                  <a:lnTo>
                    <a:pt x="2389" y="17198"/>
                  </a:lnTo>
                  <a:lnTo>
                    <a:pt x="3344" y="14810"/>
                  </a:lnTo>
                  <a:lnTo>
                    <a:pt x="7166" y="12421"/>
                  </a:lnTo>
                  <a:lnTo>
                    <a:pt x="7166" y="12421"/>
                  </a:lnTo>
                  <a:lnTo>
                    <a:pt x="6688" y="10032"/>
                  </a:lnTo>
                  <a:lnTo>
                    <a:pt x="6688" y="8121"/>
                  </a:lnTo>
                  <a:lnTo>
                    <a:pt x="5733" y="7166"/>
                  </a:lnTo>
                  <a:lnTo>
                    <a:pt x="5733" y="7166"/>
                  </a:lnTo>
                  <a:lnTo>
                    <a:pt x="3822" y="7166"/>
                  </a:lnTo>
                  <a:lnTo>
                    <a:pt x="3344" y="6210"/>
                  </a:lnTo>
                  <a:lnTo>
                    <a:pt x="3344" y="5733"/>
                  </a:lnTo>
                  <a:lnTo>
                    <a:pt x="4777" y="4300"/>
                  </a:lnTo>
                  <a:lnTo>
                    <a:pt x="4777" y="4300"/>
                  </a:lnTo>
                  <a:lnTo>
                    <a:pt x="2866" y="2866"/>
                  </a:lnTo>
                  <a:lnTo>
                    <a:pt x="2389" y="1911"/>
                  </a:lnTo>
                  <a:lnTo>
                    <a:pt x="0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9" name="Freeform 4078">
              <a:extLst>
                <a:ext uri="{FF2B5EF4-FFF2-40B4-BE49-F238E27FC236}">
                  <a16:creationId xmlns:a16="http://schemas.microsoft.com/office/drawing/2014/main" id="{B9727AFA-C2FD-417B-C767-87F1C862475D}"/>
                </a:ext>
              </a:extLst>
            </p:cNvPr>
            <p:cNvSpPr/>
            <p:nvPr/>
          </p:nvSpPr>
          <p:spPr>
            <a:xfrm>
              <a:off x="6010963" y="3694879"/>
              <a:ext cx="1433" cy="1433"/>
            </a:xfrm>
            <a:custGeom>
              <a:avLst/>
              <a:gdLst>
                <a:gd name="csX0" fmla="*/ 0 w 1433"/>
                <a:gd name="csY0" fmla="*/ 1433 h 1433"/>
                <a:gd name="csX1" fmla="*/ 478 w 1433"/>
                <a:gd name="csY1" fmla="*/ 478 h 1433"/>
                <a:gd name="csX2" fmla="*/ 1433 w 1433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433">
                  <a:moveTo>
                    <a:pt x="0" y="1433"/>
                  </a:moveTo>
                  <a:lnTo>
                    <a:pt x="478" y="478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0" name="Freeform 4079">
              <a:extLst>
                <a:ext uri="{FF2B5EF4-FFF2-40B4-BE49-F238E27FC236}">
                  <a16:creationId xmlns:a16="http://schemas.microsoft.com/office/drawing/2014/main" id="{C1D6186E-71F6-16FD-F46A-7F51008DC2E7}"/>
                </a:ext>
              </a:extLst>
            </p:cNvPr>
            <p:cNvSpPr/>
            <p:nvPr/>
          </p:nvSpPr>
          <p:spPr>
            <a:xfrm>
              <a:off x="6009530" y="3696312"/>
              <a:ext cx="1433" cy="5255"/>
            </a:xfrm>
            <a:custGeom>
              <a:avLst/>
              <a:gdLst>
                <a:gd name="csX0" fmla="*/ 0 w 1433"/>
                <a:gd name="csY0" fmla="*/ 5255 h 5255"/>
                <a:gd name="csX1" fmla="*/ 0 w 1433"/>
                <a:gd name="csY1" fmla="*/ 3822 h 5255"/>
                <a:gd name="csX2" fmla="*/ 955 w 1433"/>
                <a:gd name="csY2" fmla="*/ 1433 h 5255"/>
                <a:gd name="csX3" fmla="*/ 1433 w 1433"/>
                <a:gd name="csY3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5255">
                  <a:moveTo>
                    <a:pt x="0" y="5255"/>
                  </a:moveTo>
                  <a:lnTo>
                    <a:pt x="0" y="3822"/>
                  </a:lnTo>
                  <a:lnTo>
                    <a:pt x="955" y="1433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1" name="Freeform 4080">
              <a:extLst>
                <a:ext uri="{FF2B5EF4-FFF2-40B4-BE49-F238E27FC236}">
                  <a16:creationId xmlns:a16="http://schemas.microsoft.com/office/drawing/2014/main" id="{1F5F9555-2B79-AAAB-5535-906DCAA34176}"/>
                </a:ext>
              </a:extLst>
            </p:cNvPr>
            <p:cNvSpPr/>
            <p:nvPr/>
          </p:nvSpPr>
          <p:spPr>
            <a:xfrm>
              <a:off x="6009530" y="3701567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955 w 2388"/>
                <a:gd name="csY1" fmla="*/ 0 h 477"/>
                <a:gd name="csX2" fmla="*/ 0 w 2388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955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2" name="Freeform 4081">
              <a:extLst>
                <a:ext uri="{FF2B5EF4-FFF2-40B4-BE49-F238E27FC236}">
                  <a16:creationId xmlns:a16="http://schemas.microsoft.com/office/drawing/2014/main" id="{1F483116-97B3-D404-0584-658CA59D8D65}"/>
                </a:ext>
              </a:extLst>
            </p:cNvPr>
            <p:cNvSpPr/>
            <p:nvPr/>
          </p:nvSpPr>
          <p:spPr>
            <a:xfrm>
              <a:off x="6013352" y="3703478"/>
              <a:ext cx="477" cy="1433"/>
            </a:xfrm>
            <a:custGeom>
              <a:avLst/>
              <a:gdLst>
                <a:gd name="csX0" fmla="*/ 478 w 477"/>
                <a:gd name="csY0" fmla="*/ 1433 h 1433"/>
                <a:gd name="csX1" fmla="*/ 0 w 477"/>
                <a:gd name="csY1" fmla="*/ 0 h 1433"/>
                <a:gd name="csX2" fmla="*/ 0 w 477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478" y="14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3" name="Freeform 4082">
              <a:extLst>
                <a:ext uri="{FF2B5EF4-FFF2-40B4-BE49-F238E27FC236}">
                  <a16:creationId xmlns:a16="http://schemas.microsoft.com/office/drawing/2014/main" id="{F9F4F0FE-64D8-FE27-B1F1-0FD342C0A910}"/>
                </a:ext>
              </a:extLst>
            </p:cNvPr>
            <p:cNvSpPr/>
            <p:nvPr/>
          </p:nvSpPr>
          <p:spPr>
            <a:xfrm>
              <a:off x="6014307" y="3705389"/>
              <a:ext cx="2866" cy="4777"/>
            </a:xfrm>
            <a:custGeom>
              <a:avLst/>
              <a:gdLst>
                <a:gd name="csX0" fmla="*/ 2866 w 2866"/>
                <a:gd name="csY0" fmla="*/ 4777 h 4777"/>
                <a:gd name="csX1" fmla="*/ 478 w 2866"/>
                <a:gd name="csY1" fmla="*/ 956 h 4777"/>
                <a:gd name="csX2" fmla="*/ 0 w 2866"/>
                <a:gd name="csY2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4777">
                  <a:moveTo>
                    <a:pt x="2866" y="4777"/>
                  </a:moveTo>
                  <a:lnTo>
                    <a:pt x="478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4" name="Freeform 4083">
              <a:extLst>
                <a:ext uri="{FF2B5EF4-FFF2-40B4-BE49-F238E27FC236}">
                  <a16:creationId xmlns:a16="http://schemas.microsoft.com/office/drawing/2014/main" id="{004F22B3-483A-E844-1D62-94133CE801CB}"/>
                </a:ext>
              </a:extLst>
            </p:cNvPr>
            <p:cNvSpPr/>
            <p:nvPr/>
          </p:nvSpPr>
          <p:spPr>
            <a:xfrm>
              <a:off x="6019562" y="3708733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956 w 2388"/>
                <a:gd name="csY1" fmla="*/ 0 h 477"/>
                <a:gd name="csX2" fmla="*/ 0 w 2388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956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5" name="Freeform 4084">
              <a:extLst>
                <a:ext uri="{FF2B5EF4-FFF2-40B4-BE49-F238E27FC236}">
                  <a16:creationId xmlns:a16="http://schemas.microsoft.com/office/drawing/2014/main" id="{50C4ABC3-3FE6-AF24-598A-F31E2FBB0DB8}"/>
                </a:ext>
              </a:extLst>
            </p:cNvPr>
            <p:cNvSpPr/>
            <p:nvPr/>
          </p:nvSpPr>
          <p:spPr>
            <a:xfrm>
              <a:off x="6022429" y="3709211"/>
              <a:ext cx="2388" cy="1911"/>
            </a:xfrm>
            <a:custGeom>
              <a:avLst/>
              <a:gdLst>
                <a:gd name="csX0" fmla="*/ 2389 w 2388"/>
                <a:gd name="csY0" fmla="*/ 1433 h 1911"/>
                <a:gd name="csX1" fmla="*/ 1433 w 2388"/>
                <a:gd name="csY1" fmla="*/ 1911 h 1911"/>
                <a:gd name="csX2" fmla="*/ 956 w 2388"/>
                <a:gd name="csY2" fmla="*/ 1911 h 1911"/>
                <a:gd name="csX3" fmla="*/ 478 w 2388"/>
                <a:gd name="csY3" fmla="*/ 1911 h 1911"/>
                <a:gd name="csX4" fmla="*/ 0 w 2388"/>
                <a:gd name="csY4" fmla="*/ 0 h 1911"/>
                <a:gd name="csX5" fmla="*/ 0 w 2388"/>
                <a:gd name="csY5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1911">
                  <a:moveTo>
                    <a:pt x="2389" y="1433"/>
                  </a:moveTo>
                  <a:lnTo>
                    <a:pt x="1433" y="1911"/>
                  </a:lnTo>
                  <a:lnTo>
                    <a:pt x="956" y="1911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6" name="Freeform 4085">
              <a:extLst>
                <a:ext uri="{FF2B5EF4-FFF2-40B4-BE49-F238E27FC236}">
                  <a16:creationId xmlns:a16="http://schemas.microsoft.com/office/drawing/2014/main" id="{23943881-FC1F-985C-3A91-60DC43BDC032}"/>
                </a:ext>
              </a:extLst>
            </p:cNvPr>
            <p:cNvSpPr/>
            <p:nvPr/>
          </p:nvSpPr>
          <p:spPr>
            <a:xfrm>
              <a:off x="6030550" y="3710166"/>
              <a:ext cx="7643" cy="2866"/>
            </a:xfrm>
            <a:custGeom>
              <a:avLst/>
              <a:gdLst>
                <a:gd name="csX0" fmla="*/ 7644 w 7643"/>
                <a:gd name="csY0" fmla="*/ 2866 h 2866"/>
                <a:gd name="csX1" fmla="*/ 4300 w 7643"/>
                <a:gd name="csY1" fmla="*/ 2389 h 2866"/>
                <a:gd name="csX2" fmla="*/ 2389 w 7643"/>
                <a:gd name="csY2" fmla="*/ 1911 h 2866"/>
                <a:gd name="csX3" fmla="*/ 956 w 7643"/>
                <a:gd name="csY3" fmla="*/ 0 h 2866"/>
                <a:gd name="csX4" fmla="*/ 956 w 7643"/>
                <a:gd name="csY4" fmla="*/ 0 h 2866"/>
                <a:gd name="csX5" fmla="*/ 0 w 7643"/>
                <a:gd name="csY5" fmla="*/ 0 h 2866"/>
                <a:gd name="csX6" fmla="*/ 0 w 7643"/>
                <a:gd name="csY6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43" h="2866">
                  <a:moveTo>
                    <a:pt x="7644" y="2866"/>
                  </a:moveTo>
                  <a:lnTo>
                    <a:pt x="4300" y="2389"/>
                  </a:lnTo>
                  <a:lnTo>
                    <a:pt x="2389" y="1911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7" name="Freeform 4086">
              <a:extLst>
                <a:ext uri="{FF2B5EF4-FFF2-40B4-BE49-F238E27FC236}">
                  <a16:creationId xmlns:a16="http://schemas.microsoft.com/office/drawing/2014/main" id="{E59F1672-8E40-12E2-B96C-C693BB932818}"/>
                </a:ext>
              </a:extLst>
            </p:cNvPr>
            <p:cNvSpPr/>
            <p:nvPr/>
          </p:nvSpPr>
          <p:spPr>
            <a:xfrm>
              <a:off x="6038671" y="3713033"/>
              <a:ext cx="5254" cy="1910"/>
            </a:xfrm>
            <a:custGeom>
              <a:avLst/>
              <a:gdLst>
                <a:gd name="csX0" fmla="*/ 5255 w 5254"/>
                <a:gd name="csY0" fmla="*/ 1911 h 1910"/>
                <a:gd name="csX1" fmla="*/ 3822 w 5254"/>
                <a:gd name="csY1" fmla="*/ 955 h 1910"/>
                <a:gd name="csX2" fmla="*/ 0 w 5254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4" h="1910">
                  <a:moveTo>
                    <a:pt x="5255" y="1911"/>
                  </a:moveTo>
                  <a:lnTo>
                    <a:pt x="3822" y="955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8" name="Freeform 4087">
              <a:extLst>
                <a:ext uri="{FF2B5EF4-FFF2-40B4-BE49-F238E27FC236}">
                  <a16:creationId xmlns:a16="http://schemas.microsoft.com/office/drawing/2014/main" id="{B401DFBA-75E5-5BD0-E614-25A5EFCDA6CF}"/>
                </a:ext>
              </a:extLst>
            </p:cNvPr>
            <p:cNvSpPr/>
            <p:nvPr/>
          </p:nvSpPr>
          <p:spPr>
            <a:xfrm>
              <a:off x="6041060" y="3717810"/>
              <a:ext cx="3821" cy="4777"/>
            </a:xfrm>
            <a:custGeom>
              <a:avLst/>
              <a:gdLst>
                <a:gd name="csX0" fmla="*/ 0 w 3821"/>
                <a:gd name="csY0" fmla="*/ 4777 h 4777"/>
                <a:gd name="csX1" fmla="*/ 3822 w 3821"/>
                <a:gd name="csY1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21" h="4777">
                  <a:moveTo>
                    <a:pt x="0" y="4777"/>
                  </a:move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9" name="Freeform 4088">
              <a:extLst>
                <a:ext uri="{FF2B5EF4-FFF2-40B4-BE49-F238E27FC236}">
                  <a16:creationId xmlns:a16="http://schemas.microsoft.com/office/drawing/2014/main" id="{0DB76841-2FB4-8A67-98C8-DB441C15BBF0}"/>
                </a:ext>
              </a:extLst>
            </p:cNvPr>
            <p:cNvSpPr/>
            <p:nvPr/>
          </p:nvSpPr>
          <p:spPr>
            <a:xfrm>
              <a:off x="6038671" y="3724498"/>
              <a:ext cx="477" cy="1910"/>
            </a:xfrm>
            <a:custGeom>
              <a:avLst/>
              <a:gdLst>
                <a:gd name="csX0" fmla="*/ 0 w 477"/>
                <a:gd name="csY0" fmla="*/ 1911 h 1910"/>
                <a:gd name="csX1" fmla="*/ 478 w 477"/>
                <a:gd name="csY1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910">
                  <a:moveTo>
                    <a:pt x="0" y="1911"/>
                  </a:move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0" name="Freeform 4089">
              <a:extLst>
                <a:ext uri="{FF2B5EF4-FFF2-40B4-BE49-F238E27FC236}">
                  <a16:creationId xmlns:a16="http://schemas.microsoft.com/office/drawing/2014/main" id="{D1FBA3A3-01F6-8BE7-866C-88BAFD956950}"/>
                </a:ext>
              </a:extLst>
            </p:cNvPr>
            <p:cNvSpPr/>
            <p:nvPr/>
          </p:nvSpPr>
          <p:spPr>
            <a:xfrm>
              <a:off x="6032939" y="3727365"/>
              <a:ext cx="5255" cy="24841"/>
            </a:xfrm>
            <a:custGeom>
              <a:avLst/>
              <a:gdLst>
                <a:gd name="csX0" fmla="*/ 956 w 5255"/>
                <a:gd name="csY0" fmla="*/ 24842 h 24841"/>
                <a:gd name="csX1" fmla="*/ 0 w 5255"/>
                <a:gd name="csY1" fmla="*/ 23409 h 24841"/>
                <a:gd name="csX2" fmla="*/ 478 w 5255"/>
                <a:gd name="csY2" fmla="*/ 20542 h 24841"/>
                <a:gd name="csX3" fmla="*/ 1433 w 5255"/>
                <a:gd name="csY3" fmla="*/ 16721 h 24841"/>
                <a:gd name="csX4" fmla="*/ 1911 w 5255"/>
                <a:gd name="csY4" fmla="*/ 14332 h 24841"/>
                <a:gd name="csX5" fmla="*/ 1433 w 5255"/>
                <a:gd name="csY5" fmla="*/ 12899 h 24841"/>
                <a:gd name="csX6" fmla="*/ 1911 w 5255"/>
                <a:gd name="csY6" fmla="*/ 10032 h 24841"/>
                <a:gd name="csX7" fmla="*/ 3822 w 5255"/>
                <a:gd name="csY7" fmla="*/ 6688 h 24841"/>
                <a:gd name="csX8" fmla="*/ 4777 w 5255"/>
                <a:gd name="csY8" fmla="*/ 3344 h 24841"/>
                <a:gd name="csX9" fmla="*/ 5255 w 5255"/>
                <a:gd name="csY9" fmla="*/ 0 h 24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255" h="24841">
                  <a:moveTo>
                    <a:pt x="956" y="24842"/>
                  </a:moveTo>
                  <a:lnTo>
                    <a:pt x="0" y="23409"/>
                  </a:lnTo>
                  <a:lnTo>
                    <a:pt x="478" y="20542"/>
                  </a:lnTo>
                  <a:lnTo>
                    <a:pt x="1433" y="16721"/>
                  </a:lnTo>
                  <a:lnTo>
                    <a:pt x="1911" y="14332"/>
                  </a:lnTo>
                  <a:lnTo>
                    <a:pt x="1433" y="12899"/>
                  </a:lnTo>
                  <a:lnTo>
                    <a:pt x="1911" y="10032"/>
                  </a:lnTo>
                  <a:lnTo>
                    <a:pt x="3822" y="6688"/>
                  </a:lnTo>
                  <a:lnTo>
                    <a:pt x="4777" y="3344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1" name="Freeform 4090">
              <a:extLst>
                <a:ext uri="{FF2B5EF4-FFF2-40B4-BE49-F238E27FC236}">
                  <a16:creationId xmlns:a16="http://schemas.microsoft.com/office/drawing/2014/main" id="{E2D601A4-85AE-96F2-5E3B-EF35BC443522}"/>
                </a:ext>
              </a:extLst>
            </p:cNvPr>
            <p:cNvSpPr/>
            <p:nvPr/>
          </p:nvSpPr>
          <p:spPr>
            <a:xfrm>
              <a:off x="6050615" y="3677681"/>
              <a:ext cx="107011" cy="83602"/>
            </a:xfrm>
            <a:custGeom>
              <a:avLst/>
              <a:gdLst>
                <a:gd name="csX0" fmla="*/ 76437 w 107011"/>
                <a:gd name="csY0" fmla="*/ 3822 h 83602"/>
                <a:gd name="csX1" fmla="*/ 76437 w 107011"/>
                <a:gd name="csY1" fmla="*/ 3822 h 83602"/>
                <a:gd name="csX2" fmla="*/ 75959 w 107011"/>
                <a:gd name="csY2" fmla="*/ 1911 h 83602"/>
                <a:gd name="csX3" fmla="*/ 74526 w 107011"/>
                <a:gd name="csY3" fmla="*/ 478 h 83602"/>
                <a:gd name="csX4" fmla="*/ 74526 w 107011"/>
                <a:gd name="csY4" fmla="*/ 478 h 83602"/>
                <a:gd name="csX5" fmla="*/ 74048 w 107011"/>
                <a:gd name="csY5" fmla="*/ 0 h 83602"/>
                <a:gd name="csX6" fmla="*/ 73093 w 107011"/>
                <a:gd name="csY6" fmla="*/ 0 h 83602"/>
                <a:gd name="csX7" fmla="*/ 73093 w 107011"/>
                <a:gd name="csY7" fmla="*/ 0 h 83602"/>
                <a:gd name="csX8" fmla="*/ 73093 w 107011"/>
                <a:gd name="csY8" fmla="*/ 955 h 83602"/>
                <a:gd name="csX9" fmla="*/ 73570 w 107011"/>
                <a:gd name="csY9" fmla="*/ 2866 h 83602"/>
                <a:gd name="csX10" fmla="*/ 74526 w 107011"/>
                <a:gd name="csY10" fmla="*/ 3822 h 83602"/>
                <a:gd name="csX11" fmla="*/ 74526 w 107011"/>
                <a:gd name="csY11" fmla="*/ 4777 h 83602"/>
                <a:gd name="csX12" fmla="*/ 75004 w 107011"/>
                <a:gd name="csY12" fmla="*/ 6210 h 83602"/>
                <a:gd name="csX13" fmla="*/ 76437 w 107011"/>
                <a:gd name="csY13" fmla="*/ 7644 h 83602"/>
                <a:gd name="csX14" fmla="*/ 78825 w 107011"/>
                <a:gd name="csY14" fmla="*/ 8599 h 83602"/>
                <a:gd name="csX15" fmla="*/ 80258 w 107011"/>
                <a:gd name="csY15" fmla="*/ 10032 h 83602"/>
                <a:gd name="csX16" fmla="*/ 81214 w 107011"/>
                <a:gd name="csY16" fmla="*/ 11465 h 83602"/>
                <a:gd name="csX17" fmla="*/ 81214 w 107011"/>
                <a:gd name="csY17" fmla="*/ 12421 h 83602"/>
                <a:gd name="csX18" fmla="*/ 81214 w 107011"/>
                <a:gd name="csY18" fmla="*/ 12899 h 83602"/>
                <a:gd name="csX19" fmla="*/ 80736 w 107011"/>
                <a:gd name="csY19" fmla="*/ 13376 h 83602"/>
                <a:gd name="csX20" fmla="*/ 80258 w 107011"/>
                <a:gd name="csY20" fmla="*/ 14332 h 83602"/>
                <a:gd name="csX21" fmla="*/ 78825 w 107011"/>
                <a:gd name="csY21" fmla="*/ 16243 h 83602"/>
                <a:gd name="csX22" fmla="*/ 79303 w 107011"/>
                <a:gd name="csY22" fmla="*/ 16721 h 83602"/>
                <a:gd name="csX23" fmla="*/ 80258 w 107011"/>
                <a:gd name="csY23" fmla="*/ 17676 h 83602"/>
                <a:gd name="csX24" fmla="*/ 80258 w 107011"/>
                <a:gd name="csY24" fmla="*/ 17676 h 83602"/>
                <a:gd name="csX25" fmla="*/ 81214 w 107011"/>
                <a:gd name="csY25" fmla="*/ 19109 h 83602"/>
                <a:gd name="csX26" fmla="*/ 82170 w 107011"/>
                <a:gd name="csY26" fmla="*/ 20542 h 83602"/>
                <a:gd name="csX27" fmla="*/ 83603 w 107011"/>
                <a:gd name="csY27" fmla="*/ 23886 h 83602"/>
                <a:gd name="csX28" fmla="*/ 84558 w 107011"/>
                <a:gd name="csY28" fmla="*/ 25320 h 83602"/>
                <a:gd name="csX29" fmla="*/ 85991 w 107011"/>
                <a:gd name="csY29" fmla="*/ 26753 h 83602"/>
                <a:gd name="csX30" fmla="*/ 87424 w 107011"/>
                <a:gd name="csY30" fmla="*/ 27708 h 83602"/>
                <a:gd name="csX31" fmla="*/ 89335 w 107011"/>
                <a:gd name="csY31" fmla="*/ 27708 h 83602"/>
                <a:gd name="csX32" fmla="*/ 91246 w 107011"/>
                <a:gd name="csY32" fmla="*/ 29619 h 83602"/>
                <a:gd name="csX33" fmla="*/ 91246 w 107011"/>
                <a:gd name="csY33" fmla="*/ 29619 h 83602"/>
                <a:gd name="csX34" fmla="*/ 93635 w 107011"/>
                <a:gd name="csY34" fmla="*/ 32486 h 83602"/>
                <a:gd name="csX35" fmla="*/ 95546 w 107011"/>
                <a:gd name="csY35" fmla="*/ 33441 h 83602"/>
                <a:gd name="csX36" fmla="*/ 96501 w 107011"/>
                <a:gd name="csY36" fmla="*/ 33919 h 83602"/>
                <a:gd name="csX37" fmla="*/ 96501 w 107011"/>
                <a:gd name="csY37" fmla="*/ 33919 h 83602"/>
                <a:gd name="csX38" fmla="*/ 97457 w 107011"/>
                <a:gd name="csY38" fmla="*/ 34874 h 83602"/>
                <a:gd name="csX39" fmla="*/ 98412 w 107011"/>
                <a:gd name="csY39" fmla="*/ 36307 h 83602"/>
                <a:gd name="csX40" fmla="*/ 98890 w 107011"/>
                <a:gd name="csY40" fmla="*/ 37263 h 83602"/>
                <a:gd name="csX41" fmla="*/ 99846 w 107011"/>
                <a:gd name="csY41" fmla="*/ 37741 h 83602"/>
                <a:gd name="csX42" fmla="*/ 101756 w 107011"/>
                <a:gd name="csY42" fmla="*/ 37741 h 83602"/>
                <a:gd name="csX43" fmla="*/ 104623 w 107011"/>
                <a:gd name="csY43" fmla="*/ 40129 h 83602"/>
                <a:gd name="csX44" fmla="*/ 106056 w 107011"/>
                <a:gd name="csY44" fmla="*/ 41562 h 83602"/>
                <a:gd name="csX45" fmla="*/ 107012 w 107011"/>
                <a:gd name="csY45" fmla="*/ 42996 h 83602"/>
                <a:gd name="csX46" fmla="*/ 107012 w 107011"/>
                <a:gd name="csY46" fmla="*/ 43473 h 83602"/>
                <a:gd name="csX47" fmla="*/ 107012 w 107011"/>
                <a:gd name="csY47" fmla="*/ 45384 h 83602"/>
                <a:gd name="csX48" fmla="*/ 107012 w 107011"/>
                <a:gd name="csY48" fmla="*/ 47295 h 83602"/>
                <a:gd name="csX49" fmla="*/ 106534 w 107011"/>
                <a:gd name="csY49" fmla="*/ 48251 h 83602"/>
                <a:gd name="csX50" fmla="*/ 105100 w 107011"/>
                <a:gd name="csY50" fmla="*/ 49206 h 83602"/>
                <a:gd name="csX51" fmla="*/ 104623 w 107011"/>
                <a:gd name="csY51" fmla="*/ 49684 h 83602"/>
                <a:gd name="csX52" fmla="*/ 104145 w 107011"/>
                <a:gd name="csY52" fmla="*/ 49684 h 83602"/>
                <a:gd name="csX53" fmla="*/ 100801 w 107011"/>
                <a:gd name="csY53" fmla="*/ 48251 h 83602"/>
                <a:gd name="csX54" fmla="*/ 100323 w 107011"/>
                <a:gd name="csY54" fmla="*/ 48728 h 83602"/>
                <a:gd name="csX55" fmla="*/ 100323 w 107011"/>
                <a:gd name="csY55" fmla="*/ 48728 h 83602"/>
                <a:gd name="csX56" fmla="*/ 98890 w 107011"/>
                <a:gd name="csY56" fmla="*/ 53506 h 83602"/>
                <a:gd name="csX57" fmla="*/ 98412 w 107011"/>
                <a:gd name="csY57" fmla="*/ 54461 h 83602"/>
                <a:gd name="csX58" fmla="*/ 98412 w 107011"/>
                <a:gd name="csY58" fmla="*/ 54461 h 83602"/>
                <a:gd name="csX59" fmla="*/ 97457 w 107011"/>
                <a:gd name="csY59" fmla="*/ 54939 h 83602"/>
                <a:gd name="csX60" fmla="*/ 95068 w 107011"/>
                <a:gd name="csY60" fmla="*/ 55894 h 83602"/>
                <a:gd name="csX61" fmla="*/ 93635 w 107011"/>
                <a:gd name="csY61" fmla="*/ 56372 h 83602"/>
                <a:gd name="csX62" fmla="*/ 92680 w 107011"/>
                <a:gd name="csY62" fmla="*/ 56850 h 83602"/>
                <a:gd name="csX63" fmla="*/ 88858 w 107011"/>
                <a:gd name="csY63" fmla="*/ 58761 h 83602"/>
                <a:gd name="csX64" fmla="*/ 87424 w 107011"/>
                <a:gd name="csY64" fmla="*/ 59716 h 83602"/>
                <a:gd name="csX65" fmla="*/ 85991 w 107011"/>
                <a:gd name="csY65" fmla="*/ 61149 h 83602"/>
                <a:gd name="csX66" fmla="*/ 85991 w 107011"/>
                <a:gd name="csY66" fmla="*/ 62105 h 83602"/>
                <a:gd name="csX67" fmla="*/ 87902 w 107011"/>
                <a:gd name="csY67" fmla="*/ 64493 h 83602"/>
                <a:gd name="csX68" fmla="*/ 89335 w 107011"/>
                <a:gd name="csY68" fmla="*/ 65927 h 83602"/>
                <a:gd name="csX69" fmla="*/ 89813 w 107011"/>
                <a:gd name="csY69" fmla="*/ 66882 h 83602"/>
                <a:gd name="csX70" fmla="*/ 90291 w 107011"/>
                <a:gd name="csY70" fmla="*/ 69271 h 83602"/>
                <a:gd name="csX71" fmla="*/ 89335 w 107011"/>
                <a:gd name="csY71" fmla="*/ 71182 h 83602"/>
                <a:gd name="csX72" fmla="*/ 88858 w 107011"/>
                <a:gd name="csY72" fmla="*/ 71659 h 83602"/>
                <a:gd name="csX73" fmla="*/ 89335 w 107011"/>
                <a:gd name="csY73" fmla="*/ 71659 h 83602"/>
                <a:gd name="csX74" fmla="*/ 90769 w 107011"/>
                <a:gd name="csY74" fmla="*/ 72137 h 83602"/>
                <a:gd name="csX75" fmla="*/ 91724 w 107011"/>
                <a:gd name="csY75" fmla="*/ 72137 h 83602"/>
                <a:gd name="csX76" fmla="*/ 91724 w 107011"/>
                <a:gd name="csY76" fmla="*/ 72137 h 83602"/>
                <a:gd name="csX77" fmla="*/ 92202 w 107011"/>
                <a:gd name="csY77" fmla="*/ 73570 h 83602"/>
                <a:gd name="csX78" fmla="*/ 92202 w 107011"/>
                <a:gd name="csY78" fmla="*/ 73570 h 83602"/>
                <a:gd name="csX79" fmla="*/ 91724 w 107011"/>
                <a:gd name="csY79" fmla="*/ 75481 h 83602"/>
                <a:gd name="csX80" fmla="*/ 91724 w 107011"/>
                <a:gd name="csY80" fmla="*/ 77392 h 83602"/>
                <a:gd name="csX81" fmla="*/ 91246 w 107011"/>
                <a:gd name="csY81" fmla="*/ 78348 h 83602"/>
                <a:gd name="csX82" fmla="*/ 91246 w 107011"/>
                <a:gd name="csY82" fmla="*/ 78348 h 83602"/>
                <a:gd name="csX83" fmla="*/ 90291 w 107011"/>
                <a:gd name="csY83" fmla="*/ 78348 h 83602"/>
                <a:gd name="csX84" fmla="*/ 88380 w 107011"/>
                <a:gd name="csY84" fmla="*/ 77392 h 83602"/>
                <a:gd name="csX85" fmla="*/ 87424 w 107011"/>
                <a:gd name="csY85" fmla="*/ 76437 h 83602"/>
                <a:gd name="csX86" fmla="*/ 86947 w 107011"/>
                <a:gd name="csY86" fmla="*/ 76437 h 83602"/>
                <a:gd name="csX87" fmla="*/ 86469 w 107011"/>
                <a:gd name="csY87" fmla="*/ 75959 h 83602"/>
                <a:gd name="csX88" fmla="*/ 86469 w 107011"/>
                <a:gd name="csY88" fmla="*/ 75003 h 83602"/>
                <a:gd name="csX89" fmla="*/ 86947 w 107011"/>
                <a:gd name="csY89" fmla="*/ 74526 h 83602"/>
                <a:gd name="csX90" fmla="*/ 86947 w 107011"/>
                <a:gd name="csY90" fmla="*/ 74526 h 83602"/>
                <a:gd name="csX91" fmla="*/ 86469 w 107011"/>
                <a:gd name="csY91" fmla="*/ 74048 h 83602"/>
                <a:gd name="csX92" fmla="*/ 86469 w 107011"/>
                <a:gd name="csY92" fmla="*/ 74048 h 83602"/>
                <a:gd name="csX93" fmla="*/ 84558 w 107011"/>
                <a:gd name="csY93" fmla="*/ 73093 h 83602"/>
                <a:gd name="csX94" fmla="*/ 83125 w 107011"/>
                <a:gd name="csY94" fmla="*/ 73570 h 83602"/>
                <a:gd name="csX95" fmla="*/ 81692 w 107011"/>
                <a:gd name="csY95" fmla="*/ 74048 h 83602"/>
                <a:gd name="csX96" fmla="*/ 80736 w 107011"/>
                <a:gd name="csY96" fmla="*/ 74048 h 83602"/>
                <a:gd name="csX97" fmla="*/ 79781 w 107011"/>
                <a:gd name="csY97" fmla="*/ 73093 h 83602"/>
                <a:gd name="csX98" fmla="*/ 78348 w 107011"/>
                <a:gd name="csY98" fmla="*/ 72615 h 83602"/>
                <a:gd name="csX99" fmla="*/ 78348 w 107011"/>
                <a:gd name="csY99" fmla="*/ 72615 h 83602"/>
                <a:gd name="csX100" fmla="*/ 76437 w 107011"/>
                <a:gd name="csY100" fmla="*/ 72137 h 83602"/>
                <a:gd name="csX101" fmla="*/ 75481 w 107011"/>
                <a:gd name="csY101" fmla="*/ 71659 h 83602"/>
                <a:gd name="csX102" fmla="*/ 75004 w 107011"/>
                <a:gd name="csY102" fmla="*/ 72137 h 83602"/>
                <a:gd name="csX103" fmla="*/ 75004 w 107011"/>
                <a:gd name="csY103" fmla="*/ 73570 h 83602"/>
                <a:gd name="csX104" fmla="*/ 75004 w 107011"/>
                <a:gd name="csY104" fmla="*/ 74526 h 83602"/>
                <a:gd name="csX105" fmla="*/ 75004 w 107011"/>
                <a:gd name="csY105" fmla="*/ 74526 h 83602"/>
                <a:gd name="csX106" fmla="*/ 65449 w 107011"/>
                <a:gd name="csY106" fmla="*/ 75481 h 83602"/>
                <a:gd name="csX107" fmla="*/ 62582 w 107011"/>
                <a:gd name="csY107" fmla="*/ 76437 h 83602"/>
                <a:gd name="csX108" fmla="*/ 60672 w 107011"/>
                <a:gd name="csY108" fmla="*/ 77392 h 83602"/>
                <a:gd name="csX109" fmla="*/ 59239 w 107011"/>
                <a:gd name="csY109" fmla="*/ 77870 h 83602"/>
                <a:gd name="csX110" fmla="*/ 58761 w 107011"/>
                <a:gd name="csY110" fmla="*/ 78825 h 83602"/>
                <a:gd name="csX111" fmla="*/ 57328 w 107011"/>
                <a:gd name="csY111" fmla="*/ 79781 h 83602"/>
                <a:gd name="csX112" fmla="*/ 55416 w 107011"/>
                <a:gd name="csY112" fmla="*/ 79781 h 83602"/>
                <a:gd name="csX113" fmla="*/ 54939 w 107011"/>
                <a:gd name="csY113" fmla="*/ 79781 h 83602"/>
                <a:gd name="csX114" fmla="*/ 53983 w 107011"/>
                <a:gd name="csY114" fmla="*/ 79781 h 83602"/>
                <a:gd name="csX115" fmla="*/ 52073 w 107011"/>
                <a:gd name="csY115" fmla="*/ 80258 h 83602"/>
                <a:gd name="csX116" fmla="*/ 51117 w 107011"/>
                <a:gd name="csY116" fmla="*/ 80258 h 83602"/>
                <a:gd name="csX117" fmla="*/ 50162 w 107011"/>
                <a:gd name="csY117" fmla="*/ 79303 h 83602"/>
                <a:gd name="csX118" fmla="*/ 49206 w 107011"/>
                <a:gd name="csY118" fmla="*/ 78348 h 83602"/>
                <a:gd name="csX119" fmla="*/ 48728 w 107011"/>
                <a:gd name="csY119" fmla="*/ 77392 h 83602"/>
                <a:gd name="csX120" fmla="*/ 48728 w 107011"/>
                <a:gd name="csY120" fmla="*/ 76914 h 83602"/>
                <a:gd name="csX121" fmla="*/ 48728 w 107011"/>
                <a:gd name="csY121" fmla="*/ 76914 h 83602"/>
                <a:gd name="csX122" fmla="*/ 46340 w 107011"/>
                <a:gd name="csY122" fmla="*/ 76914 h 83602"/>
                <a:gd name="csX123" fmla="*/ 44429 w 107011"/>
                <a:gd name="csY123" fmla="*/ 76437 h 83602"/>
                <a:gd name="csX124" fmla="*/ 44429 w 107011"/>
                <a:gd name="csY124" fmla="*/ 76437 h 83602"/>
                <a:gd name="csX125" fmla="*/ 41085 w 107011"/>
                <a:gd name="csY125" fmla="*/ 76437 h 83602"/>
                <a:gd name="csX126" fmla="*/ 40129 w 107011"/>
                <a:gd name="csY126" fmla="*/ 75959 h 83602"/>
                <a:gd name="csX127" fmla="*/ 40129 w 107011"/>
                <a:gd name="csY127" fmla="*/ 76437 h 83602"/>
                <a:gd name="csX128" fmla="*/ 39651 w 107011"/>
                <a:gd name="csY128" fmla="*/ 79781 h 83602"/>
                <a:gd name="csX129" fmla="*/ 38696 w 107011"/>
                <a:gd name="csY129" fmla="*/ 81214 h 83602"/>
                <a:gd name="csX130" fmla="*/ 37741 w 107011"/>
                <a:gd name="csY130" fmla="*/ 82647 h 83602"/>
                <a:gd name="csX131" fmla="*/ 36307 w 107011"/>
                <a:gd name="csY131" fmla="*/ 83125 h 83602"/>
                <a:gd name="csX132" fmla="*/ 35352 w 107011"/>
                <a:gd name="csY132" fmla="*/ 83603 h 83602"/>
                <a:gd name="csX133" fmla="*/ 35352 w 107011"/>
                <a:gd name="csY133" fmla="*/ 82647 h 83602"/>
                <a:gd name="csX134" fmla="*/ 35352 w 107011"/>
                <a:gd name="csY134" fmla="*/ 82647 h 83602"/>
                <a:gd name="csX135" fmla="*/ 35352 w 107011"/>
                <a:gd name="csY135" fmla="*/ 82170 h 83602"/>
                <a:gd name="csX136" fmla="*/ 35352 w 107011"/>
                <a:gd name="csY136" fmla="*/ 81214 h 83602"/>
                <a:gd name="csX137" fmla="*/ 34397 w 107011"/>
                <a:gd name="csY137" fmla="*/ 80736 h 83602"/>
                <a:gd name="csX138" fmla="*/ 33441 w 107011"/>
                <a:gd name="csY138" fmla="*/ 80736 h 83602"/>
                <a:gd name="csX139" fmla="*/ 32963 w 107011"/>
                <a:gd name="csY139" fmla="*/ 80258 h 83602"/>
                <a:gd name="csX140" fmla="*/ 32963 w 107011"/>
                <a:gd name="csY140" fmla="*/ 79303 h 83602"/>
                <a:gd name="csX141" fmla="*/ 32486 w 107011"/>
                <a:gd name="csY141" fmla="*/ 78825 h 83602"/>
                <a:gd name="csX142" fmla="*/ 32008 w 107011"/>
                <a:gd name="csY142" fmla="*/ 78348 h 83602"/>
                <a:gd name="csX143" fmla="*/ 32008 w 107011"/>
                <a:gd name="csY143" fmla="*/ 78348 h 83602"/>
                <a:gd name="csX144" fmla="*/ 31052 w 107011"/>
                <a:gd name="csY144" fmla="*/ 77392 h 83602"/>
                <a:gd name="csX145" fmla="*/ 31052 w 107011"/>
                <a:gd name="csY145" fmla="*/ 77392 h 83602"/>
                <a:gd name="csX146" fmla="*/ 28186 w 107011"/>
                <a:gd name="csY146" fmla="*/ 75959 h 83602"/>
                <a:gd name="csX147" fmla="*/ 26275 w 107011"/>
                <a:gd name="csY147" fmla="*/ 75481 h 83602"/>
                <a:gd name="csX148" fmla="*/ 25798 w 107011"/>
                <a:gd name="csY148" fmla="*/ 75959 h 83602"/>
                <a:gd name="csX149" fmla="*/ 24364 w 107011"/>
                <a:gd name="csY149" fmla="*/ 76914 h 83602"/>
                <a:gd name="csX150" fmla="*/ 22453 w 107011"/>
                <a:gd name="csY150" fmla="*/ 76437 h 83602"/>
                <a:gd name="csX151" fmla="*/ 21975 w 107011"/>
                <a:gd name="csY151" fmla="*/ 76914 h 83602"/>
                <a:gd name="csX152" fmla="*/ 18632 w 107011"/>
                <a:gd name="csY152" fmla="*/ 75003 h 83602"/>
                <a:gd name="csX153" fmla="*/ 15287 w 107011"/>
                <a:gd name="csY153" fmla="*/ 73093 h 83602"/>
                <a:gd name="csX154" fmla="*/ 14332 w 107011"/>
                <a:gd name="csY154" fmla="*/ 73093 h 83602"/>
                <a:gd name="csX155" fmla="*/ 9077 w 107011"/>
                <a:gd name="csY155" fmla="*/ 73093 h 83602"/>
                <a:gd name="csX156" fmla="*/ 9077 w 107011"/>
                <a:gd name="csY156" fmla="*/ 73093 h 83602"/>
                <a:gd name="csX157" fmla="*/ 8121 w 107011"/>
                <a:gd name="csY157" fmla="*/ 72137 h 83602"/>
                <a:gd name="csX158" fmla="*/ 8121 w 107011"/>
                <a:gd name="csY158" fmla="*/ 72137 h 83602"/>
                <a:gd name="csX159" fmla="*/ 7644 w 107011"/>
                <a:gd name="csY159" fmla="*/ 71659 h 83602"/>
                <a:gd name="csX160" fmla="*/ 7166 w 107011"/>
                <a:gd name="csY160" fmla="*/ 72137 h 83602"/>
                <a:gd name="csX161" fmla="*/ 6688 w 107011"/>
                <a:gd name="csY161" fmla="*/ 72137 h 83602"/>
                <a:gd name="csX162" fmla="*/ 6210 w 107011"/>
                <a:gd name="csY162" fmla="*/ 72137 h 83602"/>
                <a:gd name="csX163" fmla="*/ 4300 w 107011"/>
                <a:gd name="csY163" fmla="*/ 70226 h 83602"/>
                <a:gd name="csX164" fmla="*/ 3822 w 107011"/>
                <a:gd name="csY164" fmla="*/ 70226 h 83602"/>
                <a:gd name="csX165" fmla="*/ 3344 w 107011"/>
                <a:gd name="csY165" fmla="*/ 70226 h 83602"/>
                <a:gd name="csX166" fmla="*/ 1911 w 107011"/>
                <a:gd name="csY166" fmla="*/ 70226 h 83602"/>
                <a:gd name="csX167" fmla="*/ 478 w 107011"/>
                <a:gd name="csY167" fmla="*/ 71182 h 83602"/>
                <a:gd name="csX168" fmla="*/ 0 w 107011"/>
                <a:gd name="csY168" fmla="*/ 72615 h 83602"/>
                <a:gd name="csX169" fmla="*/ 0 w 107011"/>
                <a:gd name="csY169" fmla="*/ 73093 h 83602"/>
                <a:gd name="csX170" fmla="*/ 956 w 107011"/>
                <a:gd name="csY170" fmla="*/ 73570 h 83602"/>
                <a:gd name="csX171" fmla="*/ 956 w 107011"/>
                <a:gd name="csY171" fmla="*/ 73570 h 83602"/>
                <a:gd name="csX172" fmla="*/ 2866 w 107011"/>
                <a:gd name="csY172" fmla="*/ 73093 h 83602"/>
                <a:gd name="csX173" fmla="*/ 2866 w 107011"/>
                <a:gd name="csY173" fmla="*/ 73570 h 83602"/>
                <a:gd name="csX174" fmla="*/ 2866 w 107011"/>
                <a:gd name="csY174" fmla="*/ 73570 h 83602"/>
                <a:gd name="csX175" fmla="*/ 3344 w 107011"/>
                <a:gd name="csY175" fmla="*/ 74048 h 83602"/>
                <a:gd name="csX176" fmla="*/ 2866 w 107011"/>
                <a:gd name="csY176" fmla="*/ 74048 h 83602"/>
                <a:gd name="csX177" fmla="*/ 2866 w 107011"/>
                <a:gd name="csY177" fmla="*/ 74048 h 83602"/>
                <a:gd name="csX178" fmla="*/ 1433 w 107011"/>
                <a:gd name="csY178" fmla="*/ 74526 h 83602"/>
                <a:gd name="csX179" fmla="*/ 956 w 107011"/>
                <a:gd name="csY179" fmla="*/ 75003 h 83602"/>
                <a:gd name="csX180" fmla="*/ 956 w 107011"/>
                <a:gd name="csY180" fmla="*/ 75003 h 83602"/>
                <a:gd name="csX181" fmla="*/ 478 w 107011"/>
                <a:gd name="csY181" fmla="*/ 75003 h 83602"/>
                <a:gd name="csX182" fmla="*/ 0 w 107011"/>
                <a:gd name="csY182" fmla="*/ 75003 h 83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</a:cxnLst>
              <a:rect l="l" t="t" r="r" b="b"/>
              <a:pathLst>
                <a:path w="107011" h="83602">
                  <a:moveTo>
                    <a:pt x="76437" y="3822"/>
                  </a:moveTo>
                  <a:lnTo>
                    <a:pt x="76437" y="3822"/>
                  </a:lnTo>
                  <a:lnTo>
                    <a:pt x="75959" y="1911"/>
                  </a:lnTo>
                  <a:lnTo>
                    <a:pt x="74526" y="478"/>
                  </a:lnTo>
                  <a:lnTo>
                    <a:pt x="74526" y="478"/>
                  </a:lnTo>
                  <a:lnTo>
                    <a:pt x="74048" y="0"/>
                  </a:lnTo>
                  <a:lnTo>
                    <a:pt x="73093" y="0"/>
                  </a:lnTo>
                  <a:lnTo>
                    <a:pt x="73093" y="0"/>
                  </a:lnTo>
                  <a:lnTo>
                    <a:pt x="73093" y="955"/>
                  </a:lnTo>
                  <a:lnTo>
                    <a:pt x="73570" y="2866"/>
                  </a:lnTo>
                  <a:lnTo>
                    <a:pt x="74526" y="3822"/>
                  </a:lnTo>
                  <a:lnTo>
                    <a:pt x="74526" y="4777"/>
                  </a:lnTo>
                  <a:lnTo>
                    <a:pt x="75004" y="6210"/>
                  </a:lnTo>
                  <a:lnTo>
                    <a:pt x="76437" y="7644"/>
                  </a:lnTo>
                  <a:lnTo>
                    <a:pt x="78825" y="8599"/>
                  </a:lnTo>
                  <a:lnTo>
                    <a:pt x="80258" y="10032"/>
                  </a:lnTo>
                  <a:lnTo>
                    <a:pt x="81214" y="11465"/>
                  </a:lnTo>
                  <a:lnTo>
                    <a:pt x="81214" y="12421"/>
                  </a:lnTo>
                  <a:lnTo>
                    <a:pt x="81214" y="12899"/>
                  </a:lnTo>
                  <a:lnTo>
                    <a:pt x="80736" y="13376"/>
                  </a:lnTo>
                  <a:lnTo>
                    <a:pt x="80258" y="14332"/>
                  </a:lnTo>
                  <a:lnTo>
                    <a:pt x="78825" y="16243"/>
                  </a:lnTo>
                  <a:lnTo>
                    <a:pt x="79303" y="16721"/>
                  </a:lnTo>
                  <a:lnTo>
                    <a:pt x="80258" y="17676"/>
                  </a:lnTo>
                  <a:lnTo>
                    <a:pt x="80258" y="17676"/>
                  </a:lnTo>
                  <a:lnTo>
                    <a:pt x="81214" y="19109"/>
                  </a:lnTo>
                  <a:lnTo>
                    <a:pt x="82170" y="20542"/>
                  </a:lnTo>
                  <a:lnTo>
                    <a:pt x="83603" y="23886"/>
                  </a:lnTo>
                  <a:lnTo>
                    <a:pt x="84558" y="25320"/>
                  </a:lnTo>
                  <a:lnTo>
                    <a:pt x="85991" y="26753"/>
                  </a:lnTo>
                  <a:lnTo>
                    <a:pt x="87424" y="27708"/>
                  </a:lnTo>
                  <a:lnTo>
                    <a:pt x="89335" y="27708"/>
                  </a:lnTo>
                  <a:lnTo>
                    <a:pt x="91246" y="29619"/>
                  </a:lnTo>
                  <a:lnTo>
                    <a:pt x="91246" y="29619"/>
                  </a:lnTo>
                  <a:lnTo>
                    <a:pt x="93635" y="32486"/>
                  </a:lnTo>
                  <a:lnTo>
                    <a:pt x="95546" y="33441"/>
                  </a:lnTo>
                  <a:lnTo>
                    <a:pt x="96501" y="33919"/>
                  </a:lnTo>
                  <a:lnTo>
                    <a:pt x="96501" y="33919"/>
                  </a:lnTo>
                  <a:lnTo>
                    <a:pt x="97457" y="34874"/>
                  </a:lnTo>
                  <a:lnTo>
                    <a:pt x="98412" y="36307"/>
                  </a:lnTo>
                  <a:lnTo>
                    <a:pt x="98890" y="37263"/>
                  </a:lnTo>
                  <a:lnTo>
                    <a:pt x="99846" y="37741"/>
                  </a:lnTo>
                  <a:lnTo>
                    <a:pt x="101756" y="37741"/>
                  </a:lnTo>
                  <a:lnTo>
                    <a:pt x="104623" y="40129"/>
                  </a:lnTo>
                  <a:lnTo>
                    <a:pt x="106056" y="41562"/>
                  </a:lnTo>
                  <a:lnTo>
                    <a:pt x="107012" y="42996"/>
                  </a:lnTo>
                  <a:lnTo>
                    <a:pt x="107012" y="43473"/>
                  </a:lnTo>
                  <a:lnTo>
                    <a:pt x="107012" y="45384"/>
                  </a:lnTo>
                  <a:lnTo>
                    <a:pt x="107012" y="47295"/>
                  </a:lnTo>
                  <a:lnTo>
                    <a:pt x="106534" y="48251"/>
                  </a:lnTo>
                  <a:lnTo>
                    <a:pt x="105100" y="49206"/>
                  </a:lnTo>
                  <a:lnTo>
                    <a:pt x="104623" y="49684"/>
                  </a:lnTo>
                  <a:lnTo>
                    <a:pt x="104145" y="49684"/>
                  </a:lnTo>
                  <a:lnTo>
                    <a:pt x="100801" y="48251"/>
                  </a:lnTo>
                  <a:lnTo>
                    <a:pt x="100323" y="48728"/>
                  </a:lnTo>
                  <a:lnTo>
                    <a:pt x="100323" y="48728"/>
                  </a:lnTo>
                  <a:lnTo>
                    <a:pt x="98890" y="53506"/>
                  </a:lnTo>
                  <a:lnTo>
                    <a:pt x="98412" y="54461"/>
                  </a:lnTo>
                  <a:lnTo>
                    <a:pt x="98412" y="54461"/>
                  </a:lnTo>
                  <a:lnTo>
                    <a:pt x="97457" y="54939"/>
                  </a:lnTo>
                  <a:lnTo>
                    <a:pt x="95068" y="55894"/>
                  </a:lnTo>
                  <a:lnTo>
                    <a:pt x="93635" y="56372"/>
                  </a:lnTo>
                  <a:lnTo>
                    <a:pt x="92680" y="56850"/>
                  </a:lnTo>
                  <a:lnTo>
                    <a:pt x="88858" y="58761"/>
                  </a:lnTo>
                  <a:lnTo>
                    <a:pt x="87424" y="59716"/>
                  </a:lnTo>
                  <a:lnTo>
                    <a:pt x="85991" y="61149"/>
                  </a:lnTo>
                  <a:lnTo>
                    <a:pt x="85991" y="62105"/>
                  </a:lnTo>
                  <a:lnTo>
                    <a:pt x="87902" y="64493"/>
                  </a:lnTo>
                  <a:lnTo>
                    <a:pt x="89335" y="65927"/>
                  </a:lnTo>
                  <a:lnTo>
                    <a:pt x="89813" y="66882"/>
                  </a:lnTo>
                  <a:lnTo>
                    <a:pt x="90291" y="69271"/>
                  </a:lnTo>
                  <a:lnTo>
                    <a:pt x="89335" y="71182"/>
                  </a:lnTo>
                  <a:lnTo>
                    <a:pt x="88858" y="71659"/>
                  </a:lnTo>
                  <a:lnTo>
                    <a:pt x="89335" y="71659"/>
                  </a:lnTo>
                  <a:lnTo>
                    <a:pt x="90769" y="72137"/>
                  </a:lnTo>
                  <a:lnTo>
                    <a:pt x="91724" y="72137"/>
                  </a:lnTo>
                  <a:lnTo>
                    <a:pt x="91724" y="72137"/>
                  </a:lnTo>
                  <a:lnTo>
                    <a:pt x="92202" y="73570"/>
                  </a:lnTo>
                  <a:lnTo>
                    <a:pt x="92202" y="73570"/>
                  </a:lnTo>
                  <a:lnTo>
                    <a:pt x="91724" y="75481"/>
                  </a:lnTo>
                  <a:lnTo>
                    <a:pt x="91724" y="77392"/>
                  </a:lnTo>
                  <a:lnTo>
                    <a:pt x="91246" y="78348"/>
                  </a:lnTo>
                  <a:lnTo>
                    <a:pt x="91246" y="78348"/>
                  </a:lnTo>
                  <a:lnTo>
                    <a:pt x="90291" y="78348"/>
                  </a:lnTo>
                  <a:lnTo>
                    <a:pt x="88380" y="77392"/>
                  </a:lnTo>
                  <a:lnTo>
                    <a:pt x="87424" y="76437"/>
                  </a:lnTo>
                  <a:lnTo>
                    <a:pt x="86947" y="76437"/>
                  </a:lnTo>
                  <a:lnTo>
                    <a:pt x="86469" y="75959"/>
                  </a:lnTo>
                  <a:lnTo>
                    <a:pt x="86469" y="75003"/>
                  </a:lnTo>
                  <a:lnTo>
                    <a:pt x="86947" y="74526"/>
                  </a:lnTo>
                  <a:lnTo>
                    <a:pt x="86947" y="74526"/>
                  </a:lnTo>
                  <a:lnTo>
                    <a:pt x="86469" y="74048"/>
                  </a:lnTo>
                  <a:lnTo>
                    <a:pt x="86469" y="74048"/>
                  </a:lnTo>
                  <a:lnTo>
                    <a:pt x="84558" y="73093"/>
                  </a:lnTo>
                  <a:lnTo>
                    <a:pt x="83125" y="73570"/>
                  </a:lnTo>
                  <a:lnTo>
                    <a:pt x="81692" y="74048"/>
                  </a:lnTo>
                  <a:lnTo>
                    <a:pt x="80736" y="74048"/>
                  </a:lnTo>
                  <a:lnTo>
                    <a:pt x="79781" y="73093"/>
                  </a:lnTo>
                  <a:lnTo>
                    <a:pt x="78348" y="72615"/>
                  </a:lnTo>
                  <a:lnTo>
                    <a:pt x="78348" y="72615"/>
                  </a:lnTo>
                  <a:lnTo>
                    <a:pt x="76437" y="72137"/>
                  </a:lnTo>
                  <a:lnTo>
                    <a:pt x="75481" y="71659"/>
                  </a:lnTo>
                  <a:lnTo>
                    <a:pt x="75004" y="72137"/>
                  </a:lnTo>
                  <a:lnTo>
                    <a:pt x="75004" y="73570"/>
                  </a:lnTo>
                  <a:lnTo>
                    <a:pt x="75004" y="74526"/>
                  </a:lnTo>
                  <a:lnTo>
                    <a:pt x="75004" y="74526"/>
                  </a:lnTo>
                  <a:lnTo>
                    <a:pt x="65449" y="75481"/>
                  </a:lnTo>
                  <a:lnTo>
                    <a:pt x="62582" y="76437"/>
                  </a:lnTo>
                  <a:lnTo>
                    <a:pt x="60672" y="77392"/>
                  </a:lnTo>
                  <a:lnTo>
                    <a:pt x="59239" y="77870"/>
                  </a:lnTo>
                  <a:lnTo>
                    <a:pt x="58761" y="78825"/>
                  </a:lnTo>
                  <a:lnTo>
                    <a:pt x="57328" y="79781"/>
                  </a:lnTo>
                  <a:lnTo>
                    <a:pt x="55416" y="79781"/>
                  </a:lnTo>
                  <a:lnTo>
                    <a:pt x="54939" y="79781"/>
                  </a:lnTo>
                  <a:lnTo>
                    <a:pt x="53983" y="79781"/>
                  </a:lnTo>
                  <a:lnTo>
                    <a:pt x="52073" y="80258"/>
                  </a:lnTo>
                  <a:lnTo>
                    <a:pt x="51117" y="80258"/>
                  </a:lnTo>
                  <a:lnTo>
                    <a:pt x="50162" y="79303"/>
                  </a:lnTo>
                  <a:lnTo>
                    <a:pt x="49206" y="78348"/>
                  </a:lnTo>
                  <a:lnTo>
                    <a:pt x="48728" y="77392"/>
                  </a:lnTo>
                  <a:lnTo>
                    <a:pt x="48728" y="76914"/>
                  </a:lnTo>
                  <a:lnTo>
                    <a:pt x="48728" y="76914"/>
                  </a:lnTo>
                  <a:lnTo>
                    <a:pt x="46340" y="76914"/>
                  </a:lnTo>
                  <a:lnTo>
                    <a:pt x="44429" y="76437"/>
                  </a:lnTo>
                  <a:lnTo>
                    <a:pt x="44429" y="76437"/>
                  </a:lnTo>
                  <a:lnTo>
                    <a:pt x="41085" y="76437"/>
                  </a:lnTo>
                  <a:lnTo>
                    <a:pt x="40129" y="75959"/>
                  </a:lnTo>
                  <a:lnTo>
                    <a:pt x="40129" y="76437"/>
                  </a:lnTo>
                  <a:lnTo>
                    <a:pt x="39651" y="79781"/>
                  </a:lnTo>
                  <a:lnTo>
                    <a:pt x="38696" y="81214"/>
                  </a:lnTo>
                  <a:lnTo>
                    <a:pt x="37741" y="82647"/>
                  </a:lnTo>
                  <a:lnTo>
                    <a:pt x="36307" y="83125"/>
                  </a:lnTo>
                  <a:lnTo>
                    <a:pt x="35352" y="83603"/>
                  </a:lnTo>
                  <a:lnTo>
                    <a:pt x="35352" y="82647"/>
                  </a:lnTo>
                  <a:lnTo>
                    <a:pt x="35352" y="82647"/>
                  </a:lnTo>
                  <a:lnTo>
                    <a:pt x="35352" y="82170"/>
                  </a:lnTo>
                  <a:lnTo>
                    <a:pt x="35352" y="81214"/>
                  </a:lnTo>
                  <a:lnTo>
                    <a:pt x="34397" y="80736"/>
                  </a:lnTo>
                  <a:lnTo>
                    <a:pt x="33441" y="80736"/>
                  </a:lnTo>
                  <a:lnTo>
                    <a:pt x="32963" y="80258"/>
                  </a:lnTo>
                  <a:lnTo>
                    <a:pt x="32963" y="79303"/>
                  </a:lnTo>
                  <a:lnTo>
                    <a:pt x="32486" y="78825"/>
                  </a:lnTo>
                  <a:lnTo>
                    <a:pt x="32008" y="78348"/>
                  </a:lnTo>
                  <a:lnTo>
                    <a:pt x="32008" y="78348"/>
                  </a:lnTo>
                  <a:lnTo>
                    <a:pt x="31052" y="77392"/>
                  </a:lnTo>
                  <a:lnTo>
                    <a:pt x="31052" y="77392"/>
                  </a:lnTo>
                  <a:lnTo>
                    <a:pt x="28186" y="75959"/>
                  </a:lnTo>
                  <a:lnTo>
                    <a:pt x="26275" y="75481"/>
                  </a:lnTo>
                  <a:lnTo>
                    <a:pt x="25798" y="75959"/>
                  </a:lnTo>
                  <a:lnTo>
                    <a:pt x="24364" y="76914"/>
                  </a:lnTo>
                  <a:lnTo>
                    <a:pt x="22453" y="76437"/>
                  </a:lnTo>
                  <a:lnTo>
                    <a:pt x="21975" y="76914"/>
                  </a:lnTo>
                  <a:lnTo>
                    <a:pt x="18632" y="75003"/>
                  </a:lnTo>
                  <a:lnTo>
                    <a:pt x="15287" y="73093"/>
                  </a:lnTo>
                  <a:lnTo>
                    <a:pt x="14332" y="73093"/>
                  </a:lnTo>
                  <a:lnTo>
                    <a:pt x="9077" y="73093"/>
                  </a:lnTo>
                  <a:lnTo>
                    <a:pt x="9077" y="73093"/>
                  </a:lnTo>
                  <a:lnTo>
                    <a:pt x="8121" y="72137"/>
                  </a:lnTo>
                  <a:lnTo>
                    <a:pt x="8121" y="72137"/>
                  </a:lnTo>
                  <a:lnTo>
                    <a:pt x="7644" y="71659"/>
                  </a:lnTo>
                  <a:lnTo>
                    <a:pt x="7166" y="72137"/>
                  </a:lnTo>
                  <a:lnTo>
                    <a:pt x="6688" y="72137"/>
                  </a:lnTo>
                  <a:lnTo>
                    <a:pt x="6210" y="72137"/>
                  </a:lnTo>
                  <a:lnTo>
                    <a:pt x="4300" y="70226"/>
                  </a:lnTo>
                  <a:lnTo>
                    <a:pt x="3822" y="70226"/>
                  </a:lnTo>
                  <a:lnTo>
                    <a:pt x="3344" y="70226"/>
                  </a:lnTo>
                  <a:lnTo>
                    <a:pt x="1911" y="70226"/>
                  </a:lnTo>
                  <a:lnTo>
                    <a:pt x="478" y="71182"/>
                  </a:lnTo>
                  <a:lnTo>
                    <a:pt x="0" y="72615"/>
                  </a:lnTo>
                  <a:lnTo>
                    <a:pt x="0" y="73093"/>
                  </a:lnTo>
                  <a:lnTo>
                    <a:pt x="956" y="73570"/>
                  </a:lnTo>
                  <a:lnTo>
                    <a:pt x="956" y="73570"/>
                  </a:lnTo>
                  <a:lnTo>
                    <a:pt x="2866" y="73093"/>
                  </a:lnTo>
                  <a:lnTo>
                    <a:pt x="2866" y="73570"/>
                  </a:lnTo>
                  <a:lnTo>
                    <a:pt x="2866" y="73570"/>
                  </a:lnTo>
                  <a:lnTo>
                    <a:pt x="3344" y="74048"/>
                  </a:lnTo>
                  <a:lnTo>
                    <a:pt x="2866" y="74048"/>
                  </a:lnTo>
                  <a:lnTo>
                    <a:pt x="2866" y="74048"/>
                  </a:lnTo>
                  <a:lnTo>
                    <a:pt x="1433" y="74526"/>
                  </a:lnTo>
                  <a:lnTo>
                    <a:pt x="956" y="75003"/>
                  </a:lnTo>
                  <a:lnTo>
                    <a:pt x="956" y="75003"/>
                  </a:lnTo>
                  <a:lnTo>
                    <a:pt x="478" y="75003"/>
                  </a:lnTo>
                  <a:lnTo>
                    <a:pt x="0" y="7500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2" name="Freeform 4091">
              <a:extLst>
                <a:ext uri="{FF2B5EF4-FFF2-40B4-BE49-F238E27FC236}">
                  <a16:creationId xmlns:a16="http://schemas.microsoft.com/office/drawing/2014/main" id="{9B598374-CD19-045D-17DF-707017539CD3}"/>
                </a:ext>
              </a:extLst>
            </p:cNvPr>
            <p:cNvSpPr/>
            <p:nvPr/>
          </p:nvSpPr>
          <p:spPr>
            <a:xfrm>
              <a:off x="6127051" y="3656661"/>
              <a:ext cx="50639" cy="24841"/>
            </a:xfrm>
            <a:custGeom>
              <a:avLst/>
              <a:gdLst>
                <a:gd name="csX0" fmla="*/ 50639 w 50639"/>
                <a:gd name="csY0" fmla="*/ 5255 h 24841"/>
                <a:gd name="csX1" fmla="*/ 50162 w 50639"/>
                <a:gd name="csY1" fmla="*/ 5733 h 24841"/>
                <a:gd name="csX2" fmla="*/ 49684 w 50639"/>
                <a:gd name="csY2" fmla="*/ 6688 h 24841"/>
                <a:gd name="csX3" fmla="*/ 49684 w 50639"/>
                <a:gd name="csY3" fmla="*/ 6688 h 24841"/>
                <a:gd name="csX4" fmla="*/ 48728 w 50639"/>
                <a:gd name="csY4" fmla="*/ 6688 h 24841"/>
                <a:gd name="csX5" fmla="*/ 47295 w 50639"/>
                <a:gd name="csY5" fmla="*/ 6211 h 24841"/>
                <a:gd name="csX6" fmla="*/ 46340 w 50639"/>
                <a:gd name="csY6" fmla="*/ 5255 h 24841"/>
                <a:gd name="csX7" fmla="*/ 46817 w 50639"/>
                <a:gd name="csY7" fmla="*/ 3822 h 24841"/>
                <a:gd name="csX8" fmla="*/ 46340 w 50639"/>
                <a:gd name="csY8" fmla="*/ 3822 h 24841"/>
                <a:gd name="csX9" fmla="*/ 45384 w 50639"/>
                <a:gd name="csY9" fmla="*/ 2389 h 24841"/>
                <a:gd name="csX10" fmla="*/ 45384 w 50639"/>
                <a:gd name="csY10" fmla="*/ 1433 h 24841"/>
                <a:gd name="csX11" fmla="*/ 44907 w 50639"/>
                <a:gd name="csY11" fmla="*/ 1433 h 24841"/>
                <a:gd name="csX12" fmla="*/ 44429 w 50639"/>
                <a:gd name="csY12" fmla="*/ 956 h 24841"/>
                <a:gd name="csX13" fmla="*/ 41563 w 50639"/>
                <a:gd name="csY13" fmla="*/ 478 h 24841"/>
                <a:gd name="csX14" fmla="*/ 40607 w 50639"/>
                <a:gd name="csY14" fmla="*/ 0 h 24841"/>
                <a:gd name="csX15" fmla="*/ 40129 w 50639"/>
                <a:gd name="csY15" fmla="*/ 478 h 24841"/>
                <a:gd name="csX16" fmla="*/ 39174 w 50639"/>
                <a:gd name="csY16" fmla="*/ 1433 h 24841"/>
                <a:gd name="csX17" fmla="*/ 39651 w 50639"/>
                <a:gd name="csY17" fmla="*/ 1911 h 24841"/>
                <a:gd name="csX18" fmla="*/ 40129 w 50639"/>
                <a:gd name="csY18" fmla="*/ 2389 h 24841"/>
                <a:gd name="csX19" fmla="*/ 42040 w 50639"/>
                <a:gd name="csY19" fmla="*/ 3822 h 24841"/>
                <a:gd name="csX20" fmla="*/ 41563 w 50639"/>
                <a:gd name="csY20" fmla="*/ 4300 h 24841"/>
                <a:gd name="csX21" fmla="*/ 38218 w 50639"/>
                <a:gd name="csY21" fmla="*/ 5255 h 24841"/>
                <a:gd name="csX22" fmla="*/ 36307 w 50639"/>
                <a:gd name="csY22" fmla="*/ 6211 h 24841"/>
                <a:gd name="csX23" fmla="*/ 34397 w 50639"/>
                <a:gd name="csY23" fmla="*/ 7166 h 24841"/>
                <a:gd name="csX24" fmla="*/ 32486 w 50639"/>
                <a:gd name="csY24" fmla="*/ 8121 h 24841"/>
                <a:gd name="csX25" fmla="*/ 28664 w 50639"/>
                <a:gd name="csY25" fmla="*/ 9555 h 24841"/>
                <a:gd name="csX26" fmla="*/ 25798 w 50639"/>
                <a:gd name="csY26" fmla="*/ 9555 h 24841"/>
                <a:gd name="csX27" fmla="*/ 24842 w 50639"/>
                <a:gd name="csY27" fmla="*/ 10032 h 24841"/>
                <a:gd name="csX28" fmla="*/ 23886 w 50639"/>
                <a:gd name="csY28" fmla="*/ 12421 h 24841"/>
                <a:gd name="csX29" fmla="*/ 22931 w 50639"/>
                <a:gd name="csY29" fmla="*/ 12899 h 24841"/>
                <a:gd name="csX30" fmla="*/ 22453 w 50639"/>
                <a:gd name="csY30" fmla="*/ 12421 h 24841"/>
                <a:gd name="csX31" fmla="*/ 21975 w 50639"/>
                <a:gd name="csY31" fmla="*/ 11943 h 24841"/>
                <a:gd name="csX32" fmla="*/ 21498 w 50639"/>
                <a:gd name="csY32" fmla="*/ 12421 h 24841"/>
                <a:gd name="csX33" fmla="*/ 20542 w 50639"/>
                <a:gd name="csY33" fmla="*/ 12899 h 24841"/>
                <a:gd name="csX34" fmla="*/ 20065 w 50639"/>
                <a:gd name="csY34" fmla="*/ 13377 h 24841"/>
                <a:gd name="csX35" fmla="*/ 19109 w 50639"/>
                <a:gd name="csY35" fmla="*/ 13377 h 24841"/>
                <a:gd name="csX36" fmla="*/ 18154 w 50639"/>
                <a:gd name="csY36" fmla="*/ 15287 h 24841"/>
                <a:gd name="csX37" fmla="*/ 18154 w 50639"/>
                <a:gd name="csY37" fmla="*/ 15287 h 24841"/>
                <a:gd name="csX38" fmla="*/ 14809 w 50639"/>
                <a:gd name="csY38" fmla="*/ 15765 h 24841"/>
                <a:gd name="csX39" fmla="*/ 14332 w 50639"/>
                <a:gd name="csY39" fmla="*/ 16721 h 24841"/>
                <a:gd name="csX40" fmla="*/ 13854 w 50639"/>
                <a:gd name="csY40" fmla="*/ 18154 h 24841"/>
                <a:gd name="csX41" fmla="*/ 13376 w 50639"/>
                <a:gd name="csY41" fmla="*/ 18154 h 24841"/>
                <a:gd name="csX42" fmla="*/ 11943 w 50639"/>
                <a:gd name="csY42" fmla="*/ 17676 h 24841"/>
                <a:gd name="csX43" fmla="*/ 10032 w 50639"/>
                <a:gd name="csY43" fmla="*/ 17676 h 24841"/>
                <a:gd name="csX44" fmla="*/ 8599 w 50639"/>
                <a:gd name="csY44" fmla="*/ 18154 h 24841"/>
                <a:gd name="csX45" fmla="*/ 7166 w 50639"/>
                <a:gd name="csY45" fmla="*/ 18632 h 24841"/>
                <a:gd name="csX46" fmla="*/ 5733 w 50639"/>
                <a:gd name="csY46" fmla="*/ 18632 h 24841"/>
                <a:gd name="csX47" fmla="*/ 3822 w 50639"/>
                <a:gd name="csY47" fmla="*/ 20065 h 24841"/>
                <a:gd name="csX48" fmla="*/ 1911 w 50639"/>
                <a:gd name="csY48" fmla="*/ 21976 h 24841"/>
                <a:gd name="csX49" fmla="*/ 956 w 50639"/>
                <a:gd name="csY49" fmla="*/ 23886 h 24841"/>
                <a:gd name="csX50" fmla="*/ 0 w 50639"/>
                <a:gd name="csY50" fmla="*/ 24842 h 24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0639" h="24841">
                  <a:moveTo>
                    <a:pt x="50639" y="5255"/>
                  </a:moveTo>
                  <a:lnTo>
                    <a:pt x="50162" y="5733"/>
                  </a:lnTo>
                  <a:lnTo>
                    <a:pt x="49684" y="6688"/>
                  </a:lnTo>
                  <a:lnTo>
                    <a:pt x="49684" y="6688"/>
                  </a:lnTo>
                  <a:lnTo>
                    <a:pt x="48728" y="6688"/>
                  </a:lnTo>
                  <a:lnTo>
                    <a:pt x="47295" y="6211"/>
                  </a:lnTo>
                  <a:lnTo>
                    <a:pt x="46340" y="5255"/>
                  </a:lnTo>
                  <a:lnTo>
                    <a:pt x="46817" y="3822"/>
                  </a:lnTo>
                  <a:lnTo>
                    <a:pt x="46340" y="3822"/>
                  </a:lnTo>
                  <a:lnTo>
                    <a:pt x="45384" y="2389"/>
                  </a:lnTo>
                  <a:lnTo>
                    <a:pt x="45384" y="1433"/>
                  </a:lnTo>
                  <a:lnTo>
                    <a:pt x="44907" y="1433"/>
                  </a:lnTo>
                  <a:lnTo>
                    <a:pt x="44429" y="956"/>
                  </a:lnTo>
                  <a:lnTo>
                    <a:pt x="41563" y="478"/>
                  </a:lnTo>
                  <a:lnTo>
                    <a:pt x="40607" y="0"/>
                  </a:lnTo>
                  <a:lnTo>
                    <a:pt x="40129" y="478"/>
                  </a:lnTo>
                  <a:lnTo>
                    <a:pt x="39174" y="1433"/>
                  </a:lnTo>
                  <a:lnTo>
                    <a:pt x="39651" y="1911"/>
                  </a:lnTo>
                  <a:lnTo>
                    <a:pt x="40129" y="2389"/>
                  </a:lnTo>
                  <a:lnTo>
                    <a:pt x="42040" y="3822"/>
                  </a:lnTo>
                  <a:lnTo>
                    <a:pt x="41563" y="4300"/>
                  </a:lnTo>
                  <a:lnTo>
                    <a:pt x="38218" y="5255"/>
                  </a:lnTo>
                  <a:lnTo>
                    <a:pt x="36307" y="6211"/>
                  </a:lnTo>
                  <a:lnTo>
                    <a:pt x="34397" y="7166"/>
                  </a:lnTo>
                  <a:lnTo>
                    <a:pt x="32486" y="8121"/>
                  </a:lnTo>
                  <a:lnTo>
                    <a:pt x="28664" y="9555"/>
                  </a:lnTo>
                  <a:lnTo>
                    <a:pt x="25798" y="9555"/>
                  </a:lnTo>
                  <a:lnTo>
                    <a:pt x="24842" y="10032"/>
                  </a:lnTo>
                  <a:lnTo>
                    <a:pt x="23886" y="12421"/>
                  </a:lnTo>
                  <a:lnTo>
                    <a:pt x="22931" y="12899"/>
                  </a:lnTo>
                  <a:lnTo>
                    <a:pt x="22453" y="12421"/>
                  </a:lnTo>
                  <a:lnTo>
                    <a:pt x="21975" y="11943"/>
                  </a:lnTo>
                  <a:lnTo>
                    <a:pt x="21498" y="12421"/>
                  </a:lnTo>
                  <a:lnTo>
                    <a:pt x="20542" y="12899"/>
                  </a:lnTo>
                  <a:lnTo>
                    <a:pt x="20065" y="13377"/>
                  </a:lnTo>
                  <a:lnTo>
                    <a:pt x="19109" y="13377"/>
                  </a:lnTo>
                  <a:lnTo>
                    <a:pt x="18154" y="15287"/>
                  </a:lnTo>
                  <a:lnTo>
                    <a:pt x="18154" y="15287"/>
                  </a:lnTo>
                  <a:lnTo>
                    <a:pt x="14809" y="15765"/>
                  </a:lnTo>
                  <a:lnTo>
                    <a:pt x="14332" y="16721"/>
                  </a:lnTo>
                  <a:lnTo>
                    <a:pt x="13854" y="18154"/>
                  </a:lnTo>
                  <a:lnTo>
                    <a:pt x="13376" y="18154"/>
                  </a:lnTo>
                  <a:lnTo>
                    <a:pt x="11943" y="17676"/>
                  </a:lnTo>
                  <a:lnTo>
                    <a:pt x="10032" y="17676"/>
                  </a:lnTo>
                  <a:lnTo>
                    <a:pt x="8599" y="18154"/>
                  </a:lnTo>
                  <a:lnTo>
                    <a:pt x="7166" y="18632"/>
                  </a:lnTo>
                  <a:lnTo>
                    <a:pt x="5733" y="18632"/>
                  </a:lnTo>
                  <a:lnTo>
                    <a:pt x="3822" y="20065"/>
                  </a:lnTo>
                  <a:lnTo>
                    <a:pt x="1911" y="21976"/>
                  </a:lnTo>
                  <a:lnTo>
                    <a:pt x="956" y="23886"/>
                  </a:lnTo>
                  <a:lnTo>
                    <a:pt x="0" y="2484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3" name="Freeform 4092">
              <a:extLst>
                <a:ext uri="{FF2B5EF4-FFF2-40B4-BE49-F238E27FC236}">
                  <a16:creationId xmlns:a16="http://schemas.microsoft.com/office/drawing/2014/main" id="{CB6C9A7F-7FC9-0EC6-2356-6267A1CA666B}"/>
                </a:ext>
              </a:extLst>
            </p:cNvPr>
            <p:cNvSpPr/>
            <p:nvPr/>
          </p:nvSpPr>
          <p:spPr>
            <a:xfrm>
              <a:off x="6076890" y="3542961"/>
              <a:ext cx="89813" cy="33918"/>
            </a:xfrm>
            <a:custGeom>
              <a:avLst/>
              <a:gdLst>
                <a:gd name="csX0" fmla="*/ 0 w 89813"/>
                <a:gd name="csY0" fmla="*/ 0 h 33918"/>
                <a:gd name="csX1" fmla="*/ 0 w 89813"/>
                <a:gd name="csY1" fmla="*/ 478 h 33918"/>
                <a:gd name="csX2" fmla="*/ 2866 w 89813"/>
                <a:gd name="csY2" fmla="*/ 1433 h 33918"/>
                <a:gd name="csX3" fmla="*/ 4300 w 89813"/>
                <a:gd name="csY3" fmla="*/ 2389 h 33918"/>
                <a:gd name="csX4" fmla="*/ 5733 w 89813"/>
                <a:gd name="csY4" fmla="*/ 4300 h 33918"/>
                <a:gd name="csX5" fmla="*/ 5733 w 89813"/>
                <a:gd name="csY5" fmla="*/ 7644 h 33918"/>
                <a:gd name="csX6" fmla="*/ 3822 w 89813"/>
                <a:gd name="csY6" fmla="*/ 9555 h 33918"/>
                <a:gd name="csX7" fmla="*/ 2389 w 89813"/>
                <a:gd name="csY7" fmla="*/ 10988 h 33918"/>
                <a:gd name="csX8" fmla="*/ 8121 w 89813"/>
                <a:gd name="csY8" fmla="*/ 10510 h 33918"/>
                <a:gd name="csX9" fmla="*/ 8599 w 89813"/>
                <a:gd name="csY9" fmla="*/ 11465 h 33918"/>
                <a:gd name="csX10" fmla="*/ 9555 w 89813"/>
                <a:gd name="csY10" fmla="*/ 12899 h 33918"/>
                <a:gd name="csX11" fmla="*/ 12421 w 89813"/>
                <a:gd name="csY11" fmla="*/ 11943 h 33918"/>
                <a:gd name="csX12" fmla="*/ 19587 w 89813"/>
                <a:gd name="csY12" fmla="*/ 15765 h 33918"/>
                <a:gd name="csX13" fmla="*/ 23886 w 89813"/>
                <a:gd name="csY13" fmla="*/ 13854 h 33918"/>
                <a:gd name="csX14" fmla="*/ 25320 w 89813"/>
                <a:gd name="csY14" fmla="*/ 13854 h 33918"/>
                <a:gd name="csX15" fmla="*/ 26275 w 89813"/>
                <a:gd name="csY15" fmla="*/ 16721 h 33918"/>
                <a:gd name="csX16" fmla="*/ 25320 w 89813"/>
                <a:gd name="csY16" fmla="*/ 20065 h 33918"/>
                <a:gd name="csX17" fmla="*/ 21020 w 89813"/>
                <a:gd name="csY17" fmla="*/ 23409 h 33918"/>
                <a:gd name="csX18" fmla="*/ 21975 w 89813"/>
                <a:gd name="csY18" fmla="*/ 25320 h 33918"/>
                <a:gd name="csX19" fmla="*/ 23409 w 89813"/>
                <a:gd name="csY19" fmla="*/ 25797 h 33918"/>
                <a:gd name="csX20" fmla="*/ 27231 w 89813"/>
                <a:gd name="csY20" fmla="*/ 25320 h 33918"/>
                <a:gd name="csX21" fmla="*/ 32963 w 89813"/>
                <a:gd name="csY21" fmla="*/ 27231 h 33918"/>
                <a:gd name="csX22" fmla="*/ 34397 w 89813"/>
                <a:gd name="csY22" fmla="*/ 26753 h 33918"/>
                <a:gd name="csX23" fmla="*/ 38696 w 89813"/>
                <a:gd name="csY23" fmla="*/ 21976 h 33918"/>
                <a:gd name="csX24" fmla="*/ 40607 w 89813"/>
                <a:gd name="csY24" fmla="*/ 21020 h 33918"/>
                <a:gd name="csX25" fmla="*/ 46817 w 89813"/>
                <a:gd name="csY25" fmla="*/ 20542 h 33918"/>
                <a:gd name="csX26" fmla="*/ 48251 w 89813"/>
                <a:gd name="csY26" fmla="*/ 18631 h 33918"/>
                <a:gd name="csX27" fmla="*/ 50639 w 89813"/>
                <a:gd name="csY27" fmla="*/ 16721 h 33918"/>
                <a:gd name="csX28" fmla="*/ 52550 w 89813"/>
                <a:gd name="csY28" fmla="*/ 14810 h 33918"/>
                <a:gd name="csX29" fmla="*/ 56372 w 89813"/>
                <a:gd name="csY29" fmla="*/ 10988 h 33918"/>
                <a:gd name="csX30" fmla="*/ 60194 w 89813"/>
                <a:gd name="csY30" fmla="*/ 11465 h 33918"/>
                <a:gd name="csX31" fmla="*/ 62582 w 89813"/>
                <a:gd name="csY31" fmla="*/ 12421 h 33918"/>
                <a:gd name="csX32" fmla="*/ 65449 w 89813"/>
                <a:gd name="csY32" fmla="*/ 12899 h 33918"/>
                <a:gd name="csX33" fmla="*/ 67360 w 89813"/>
                <a:gd name="csY33" fmla="*/ 16721 h 33918"/>
                <a:gd name="csX34" fmla="*/ 73570 w 89813"/>
                <a:gd name="csY34" fmla="*/ 21020 h 33918"/>
                <a:gd name="csX35" fmla="*/ 78825 w 89813"/>
                <a:gd name="csY35" fmla="*/ 20542 h 33918"/>
                <a:gd name="csX36" fmla="*/ 80736 w 89813"/>
                <a:gd name="csY36" fmla="*/ 24842 h 33918"/>
                <a:gd name="csX37" fmla="*/ 81692 w 89813"/>
                <a:gd name="csY37" fmla="*/ 30097 h 33918"/>
                <a:gd name="csX38" fmla="*/ 83603 w 89813"/>
                <a:gd name="csY38" fmla="*/ 31530 h 33918"/>
                <a:gd name="csX39" fmla="*/ 85036 w 89813"/>
                <a:gd name="csY39" fmla="*/ 32486 h 33918"/>
                <a:gd name="csX40" fmla="*/ 89335 w 89813"/>
                <a:gd name="csY40" fmla="*/ 33919 h 33918"/>
                <a:gd name="csX41" fmla="*/ 89813 w 89813"/>
                <a:gd name="csY41" fmla="*/ 33919 h 3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89813" h="33918">
                  <a:moveTo>
                    <a:pt x="0" y="0"/>
                  </a:moveTo>
                  <a:lnTo>
                    <a:pt x="0" y="478"/>
                  </a:lnTo>
                  <a:lnTo>
                    <a:pt x="2866" y="1433"/>
                  </a:lnTo>
                  <a:lnTo>
                    <a:pt x="4300" y="2389"/>
                  </a:lnTo>
                  <a:lnTo>
                    <a:pt x="5733" y="4300"/>
                  </a:lnTo>
                  <a:lnTo>
                    <a:pt x="5733" y="7644"/>
                  </a:lnTo>
                  <a:lnTo>
                    <a:pt x="3822" y="9555"/>
                  </a:lnTo>
                  <a:lnTo>
                    <a:pt x="2389" y="10988"/>
                  </a:lnTo>
                  <a:lnTo>
                    <a:pt x="8121" y="10510"/>
                  </a:lnTo>
                  <a:lnTo>
                    <a:pt x="8599" y="11465"/>
                  </a:lnTo>
                  <a:lnTo>
                    <a:pt x="9555" y="12899"/>
                  </a:lnTo>
                  <a:lnTo>
                    <a:pt x="12421" y="11943"/>
                  </a:lnTo>
                  <a:lnTo>
                    <a:pt x="19587" y="15765"/>
                  </a:lnTo>
                  <a:lnTo>
                    <a:pt x="23886" y="13854"/>
                  </a:lnTo>
                  <a:lnTo>
                    <a:pt x="25320" y="13854"/>
                  </a:lnTo>
                  <a:lnTo>
                    <a:pt x="26275" y="16721"/>
                  </a:lnTo>
                  <a:lnTo>
                    <a:pt x="25320" y="20065"/>
                  </a:lnTo>
                  <a:lnTo>
                    <a:pt x="21020" y="23409"/>
                  </a:lnTo>
                  <a:lnTo>
                    <a:pt x="21975" y="25320"/>
                  </a:lnTo>
                  <a:lnTo>
                    <a:pt x="23409" y="25797"/>
                  </a:lnTo>
                  <a:lnTo>
                    <a:pt x="27231" y="25320"/>
                  </a:lnTo>
                  <a:lnTo>
                    <a:pt x="32963" y="27231"/>
                  </a:lnTo>
                  <a:lnTo>
                    <a:pt x="34397" y="26753"/>
                  </a:lnTo>
                  <a:lnTo>
                    <a:pt x="38696" y="21976"/>
                  </a:lnTo>
                  <a:lnTo>
                    <a:pt x="40607" y="21020"/>
                  </a:lnTo>
                  <a:lnTo>
                    <a:pt x="46817" y="20542"/>
                  </a:lnTo>
                  <a:lnTo>
                    <a:pt x="48251" y="18631"/>
                  </a:lnTo>
                  <a:lnTo>
                    <a:pt x="50639" y="16721"/>
                  </a:lnTo>
                  <a:lnTo>
                    <a:pt x="52550" y="14810"/>
                  </a:lnTo>
                  <a:lnTo>
                    <a:pt x="56372" y="10988"/>
                  </a:lnTo>
                  <a:lnTo>
                    <a:pt x="60194" y="11465"/>
                  </a:lnTo>
                  <a:lnTo>
                    <a:pt x="62582" y="12421"/>
                  </a:lnTo>
                  <a:lnTo>
                    <a:pt x="65449" y="12899"/>
                  </a:lnTo>
                  <a:lnTo>
                    <a:pt x="67360" y="16721"/>
                  </a:lnTo>
                  <a:lnTo>
                    <a:pt x="73570" y="21020"/>
                  </a:lnTo>
                  <a:lnTo>
                    <a:pt x="78825" y="20542"/>
                  </a:lnTo>
                  <a:lnTo>
                    <a:pt x="80736" y="24842"/>
                  </a:lnTo>
                  <a:lnTo>
                    <a:pt x="81692" y="30097"/>
                  </a:lnTo>
                  <a:lnTo>
                    <a:pt x="83603" y="31530"/>
                  </a:lnTo>
                  <a:lnTo>
                    <a:pt x="85036" y="32486"/>
                  </a:lnTo>
                  <a:lnTo>
                    <a:pt x="89335" y="33919"/>
                  </a:lnTo>
                  <a:lnTo>
                    <a:pt x="89813" y="3391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4" name="Freeform 4093">
              <a:extLst>
                <a:ext uri="{FF2B5EF4-FFF2-40B4-BE49-F238E27FC236}">
                  <a16:creationId xmlns:a16="http://schemas.microsoft.com/office/drawing/2014/main" id="{DC51F954-4290-C3C0-63E0-94BA5C6BE5AF}"/>
                </a:ext>
              </a:extLst>
            </p:cNvPr>
            <p:cNvSpPr/>
            <p:nvPr/>
          </p:nvSpPr>
          <p:spPr>
            <a:xfrm>
              <a:off x="6050137" y="3544872"/>
              <a:ext cx="3821" cy="2388"/>
            </a:xfrm>
            <a:custGeom>
              <a:avLst/>
              <a:gdLst>
                <a:gd name="csX0" fmla="*/ 3822 w 3821"/>
                <a:gd name="csY0" fmla="*/ 1433 h 2388"/>
                <a:gd name="csX1" fmla="*/ 3344 w 3821"/>
                <a:gd name="csY1" fmla="*/ 2389 h 2388"/>
                <a:gd name="csX2" fmla="*/ 1433 w 3821"/>
                <a:gd name="csY2" fmla="*/ 1911 h 2388"/>
                <a:gd name="csX3" fmla="*/ 0 w 3821"/>
                <a:gd name="csY3" fmla="*/ 1433 h 2388"/>
                <a:gd name="csX4" fmla="*/ 478 w 3821"/>
                <a:gd name="csY4" fmla="*/ 478 h 2388"/>
                <a:gd name="csX5" fmla="*/ 1433 w 3821"/>
                <a:gd name="csY5" fmla="*/ 0 h 2388"/>
                <a:gd name="csX6" fmla="*/ 2389 w 3821"/>
                <a:gd name="csY6" fmla="*/ 0 h 2388"/>
                <a:gd name="csX7" fmla="*/ 3822 w 3821"/>
                <a:gd name="csY7" fmla="*/ 478 h 2388"/>
                <a:gd name="csX8" fmla="*/ 3822 w 3821"/>
                <a:gd name="csY8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2388">
                  <a:moveTo>
                    <a:pt x="3822" y="1433"/>
                  </a:moveTo>
                  <a:lnTo>
                    <a:pt x="3344" y="2389"/>
                  </a:lnTo>
                  <a:lnTo>
                    <a:pt x="1433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3822" y="478"/>
                  </a:lnTo>
                  <a:lnTo>
                    <a:pt x="38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5" name="Freeform 4094">
              <a:extLst>
                <a:ext uri="{FF2B5EF4-FFF2-40B4-BE49-F238E27FC236}">
                  <a16:creationId xmlns:a16="http://schemas.microsoft.com/office/drawing/2014/main" id="{C3D58EF2-186E-F7C8-37B8-9AF99402BF59}"/>
                </a:ext>
              </a:extLst>
            </p:cNvPr>
            <p:cNvSpPr/>
            <p:nvPr/>
          </p:nvSpPr>
          <p:spPr>
            <a:xfrm>
              <a:off x="6144727" y="3546783"/>
              <a:ext cx="11465" cy="13854"/>
            </a:xfrm>
            <a:custGeom>
              <a:avLst/>
              <a:gdLst>
                <a:gd name="csX0" fmla="*/ 10988 w 11465"/>
                <a:gd name="csY0" fmla="*/ 10032 h 13854"/>
                <a:gd name="csX1" fmla="*/ 11465 w 11465"/>
                <a:gd name="csY1" fmla="*/ 11943 h 13854"/>
                <a:gd name="csX2" fmla="*/ 10988 w 11465"/>
                <a:gd name="csY2" fmla="*/ 12899 h 13854"/>
                <a:gd name="csX3" fmla="*/ 8599 w 11465"/>
                <a:gd name="csY3" fmla="*/ 10988 h 13854"/>
                <a:gd name="csX4" fmla="*/ 6210 w 11465"/>
                <a:gd name="csY4" fmla="*/ 10988 h 13854"/>
                <a:gd name="csX5" fmla="*/ 5255 w 11465"/>
                <a:gd name="csY5" fmla="*/ 13854 h 13854"/>
                <a:gd name="csX6" fmla="*/ 4299 w 11465"/>
                <a:gd name="csY6" fmla="*/ 13854 h 13854"/>
                <a:gd name="csX7" fmla="*/ 478 w 11465"/>
                <a:gd name="csY7" fmla="*/ 11466 h 13854"/>
                <a:gd name="csX8" fmla="*/ 0 w 11465"/>
                <a:gd name="csY8" fmla="*/ 10510 h 13854"/>
                <a:gd name="csX9" fmla="*/ 0 w 11465"/>
                <a:gd name="csY9" fmla="*/ 9555 h 13854"/>
                <a:gd name="csX10" fmla="*/ 478 w 11465"/>
                <a:gd name="csY10" fmla="*/ 5733 h 13854"/>
                <a:gd name="csX11" fmla="*/ 478 w 11465"/>
                <a:gd name="csY11" fmla="*/ 4777 h 13854"/>
                <a:gd name="csX12" fmla="*/ 1433 w 11465"/>
                <a:gd name="csY12" fmla="*/ 3344 h 13854"/>
                <a:gd name="csX13" fmla="*/ 1433 w 11465"/>
                <a:gd name="csY13" fmla="*/ 1911 h 13854"/>
                <a:gd name="csX14" fmla="*/ 3344 w 11465"/>
                <a:gd name="csY14" fmla="*/ 0 h 13854"/>
                <a:gd name="csX15" fmla="*/ 5255 w 11465"/>
                <a:gd name="csY15" fmla="*/ 0 h 13854"/>
                <a:gd name="csX16" fmla="*/ 5733 w 11465"/>
                <a:gd name="csY16" fmla="*/ 1433 h 13854"/>
                <a:gd name="csX17" fmla="*/ 6688 w 11465"/>
                <a:gd name="csY17" fmla="*/ 2389 h 13854"/>
                <a:gd name="csX18" fmla="*/ 9555 w 11465"/>
                <a:gd name="csY18" fmla="*/ 3822 h 13854"/>
                <a:gd name="csX19" fmla="*/ 10032 w 11465"/>
                <a:gd name="csY19" fmla="*/ 4300 h 13854"/>
                <a:gd name="csX20" fmla="*/ 10032 w 11465"/>
                <a:gd name="csY20" fmla="*/ 5255 h 13854"/>
                <a:gd name="csX21" fmla="*/ 8599 w 11465"/>
                <a:gd name="csY21" fmla="*/ 6688 h 13854"/>
                <a:gd name="csX22" fmla="*/ 8121 w 11465"/>
                <a:gd name="csY22" fmla="*/ 7166 h 13854"/>
                <a:gd name="csX23" fmla="*/ 8599 w 11465"/>
                <a:gd name="csY23" fmla="*/ 8599 h 13854"/>
                <a:gd name="csX24" fmla="*/ 10988 w 11465"/>
                <a:gd name="csY24" fmla="*/ 10032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1465" h="13854">
                  <a:moveTo>
                    <a:pt x="10988" y="10032"/>
                  </a:moveTo>
                  <a:lnTo>
                    <a:pt x="11465" y="11943"/>
                  </a:lnTo>
                  <a:lnTo>
                    <a:pt x="10988" y="12899"/>
                  </a:lnTo>
                  <a:lnTo>
                    <a:pt x="8599" y="10988"/>
                  </a:lnTo>
                  <a:lnTo>
                    <a:pt x="6210" y="10988"/>
                  </a:lnTo>
                  <a:lnTo>
                    <a:pt x="5255" y="13854"/>
                  </a:lnTo>
                  <a:lnTo>
                    <a:pt x="4299" y="13854"/>
                  </a:lnTo>
                  <a:lnTo>
                    <a:pt x="478" y="11466"/>
                  </a:lnTo>
                  <a:lnTo>
                    <a:pt x="0" y="10510"/>
                  </a:lnTo>
                  <a:lnTo>
                    <a:pt x="0" y="9555"/>
                  </a:lnTo>
                  <a:lnTo>
                    <a:pt x="478" y="5733"/>
                  </a:lnTo>
                  <a:lnTo>
                    <a:pt x="478" y="4777"/>
                  </a:lnTo>
                  <a:lnTo>
                    <a:pt x="1433" y="3344"/>
                  </a:lnTo>
                  <a:lnTo>
                    <a:pt x="1433" y="1911"/>
                  </a:lnTo>
                  <a:lnTo>
                    <a:pt x="3344" y="0"/>
                  </a:lnTo>
                  <a:lnTo>
                    <a:pt x="5255" y="0"/>
                  </a:lnTo>
                  <a:lnTo>
                    <a:pt x="5733" y="1433"/>
                  </a:lnTo>
                  <a:lnTo>
                    <a:pt x="6688" y="2389"/>
                  </a:lnTo>
                  <a:lnTo>
                    <a:pt x="9555" y="3822"/>
                  </a:lnTo>
                  <a:lnTo>
                    <a:pt x="10032" y="4300"/>
                  </a:lnTo>
                  <a:lnTo>
                    <a:pt x="10032" y="5255"/>
                  </a:lnTo>
                  <a:lnTo>
                    <a:pt x="8599" y="6688"/>
                  </a:lnTo>
                  <a:lnTo>
                    <a:pt x="8121" y="7166"/>
                  </a:lnTo>
                  <a:lnTo>
                    <a:pt x="8599" y="8599"/>
                  </a:lnTo>
                  <a:lnTo>
                    <a:pt x="10988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6" name="Freeform 4095">
              <a:extLst>
                <a:ext uri="{FF2B5EF4-FFF2-40B4-BE49-F238E27FC236}">
                  <a16:creationId xmlns:a16="http://schemas.microsoft.com/office/drawing/2014/main" id="{18A6DF44-5038-2AEC-967E-6BDA9508AEBD}"/>
                </a:ext>
              </a:extLst>
            </p:cNvPr>
            <p:cNvSpPr/>
            <p:nvPr/>
          </p:nvSpPr>
          <p:spPr>
            <a:xfrm>
              <a:off x="6102209" y="3552038"/>
              <a:ext cx="5255" cy="3344"/>
            </a:xfrm>
            <a:custGeom>
              <a:avLst/>
              <a:gdLst>
                <a:gd name="csX0" fmla="*/ 5255 w 5255"/>
                <a:gd name="csY0" fmla="*/ 3344 h 3344"/>
                <a:gd name="csX1" fmla="*/ 2389 w 5255"/>
                <a:gd name="csY1" fmla="*/ 3344 h 3344"/>
                <a:gd name="csX2" fmla="*/ 956 w 5255"/>
                <a:gd name="csY2" fmla="*/ 2389 h 3344"/>
                <a:gd name="csX3" fmla="*/ 0 w 5255"/>
                <a:gd name="csY3" fmla="*/ 1911 h 3344"/>
                <a:gd name="csX4" fmla="*/ 478 w 5255"/>
                <a:gd name="csY4" fmla="*/ 478 h 3344"/>
                <a:gd name="csX5" fmla="*/ 1433 w 5255"/>
                <a:gd name="csY5" fmla="*/ 0 h 3344"/>
                <a:gd name="csX6" fmla="*/ 4300 w 5255"/>
                <a:gd name="csY6" fmla="*/ 956 h 3344"/>
                <a:gd name="csX7" fmla="*/ 5255 w 5255"/>
                <a:gd name="csY7" fmla="*/ 2866 h 3344"/>
                <a:gd name="csX8" fmla="*/ 5255 w 5255"/>
                <a:gd name="csY8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5" h="3344">
                  <a:moveTo>
                    <a:pt x="5255" y="3344"/>
                  </a:moveTo>
                  <a:lnTo>
                    <a:pt x="2389" y="3344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4300" y="956"/>
                  </a:lnTo>
                  <a:lnTo>
                    <a:pt x="5255" y="2866"/>
                  </a:lnTo>
                  <a:lnTo>
                    <a:pt x="52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7" name="Freeform 4096">
              <a:extLst>
                <a:ext uri="{FF2B5EF4-FFF2-40B4-BE49-F238E27FC236}">
                  <a16:creationId xmlns:a16="http://schemas.microsoft.com/office/drawing/2014/main" id="{9CD428E6-44AB-C3AD-20C7-5487B6BAC40A}"/>
                </a:ext>
              </a:extLst>
            </p:cNvPr>
            <p:cNvSpPr/>
            <p:nvPr/>
          </p:nvSpPr>
          <p:spPr>
            <a:xfrm>
              <a:off x="6157626" y="3564459"/>
              <a:ext cx="8121" cy="8121"/>
            </a:xfrm>
            <a:custGeom>
              <a:avLst/>
              <a:gdLst>
                <a:gd name="csX0" fmla="*/ 8121 w 8121"/>
                <a:gd name="csY0" fmla="*/ 8121 h 8121"/>
                <a:gd name="csX1" fmla="*/ 7166 w 8121"/>
                <a:gd name="csY1" fmla="*/ 7644 h 8121"/>
                <a:gd name="csX2" fmla="*/ 4777 w 8121"/>
                <a:gd name="csY2" fmla="*/ 8121 h 8121"/>
                <a:gd name="csX3" fmla="*/ 2389 w 8121"/>
                <a:gd name="csY3" fmla="*/ 7644 h 8121"/>
                <a:gd name="csX4" fmla="*/ 1911 w 8121"/>
                <a:gd name="csY4" fmla="*/ 5733 h 8121"/>
                <a:gd name="csX5" fmla="*/ 2389 w 8121"/>
                <a:gd name="csY5" fmla="*/ 4300 h 8121"/>
                <a:gd name="csX6" fmla="*/ 1433 w 8121"/>
                <a:gd name="csY6" fmla="*/ 2866 h 8121"/>
                <a:gd name="csX7" fmla="*/ 478 w 8121"/>
                <a:gd name="csY7" fmla="*/ 2389 h 8121"/>
                <a:gd name="csX8" fmla="*/ 0 w 8121"/>
                <a:gd name="csY8" fmla="*/ 956 h 8121"/>
                <a:gd name="csX9" fmla="*/ 478 w 8121"/>
                <a:gd name="csY9" fmla="*/ 0 h 8121"/>
                <a:gd name="csX10" fmla="*/ 4299 w 8121"/>
                <a:gd name="csY10" fmla="*/ 2866 h 8121"/>
                <a:gd name="csX11" fmla="*/ 8121 w 8121"/>
                <a:gd name="csY11" fmla="*/ 5733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121" h="8121">
                  <a:moveTo>
                    <a:pt x="8121" y="8121"/>
                  </a:moveTo>
                  <a:lnTo>
                    <a:pt x="7166" y="7644"/>
                  </a:lnTo>
                  <a:lnTo>
                    <a:pt x="4777" y="8121"/>
                  </a:lnTo>
                  <a:lnTo>
                    <a:pt x="2389" y="7644"/>
                  </a:lnTo>
                  <a:lnTo>
                    <a:pt x="1911" y="5733"/>
                  </a:lnTo>
                  <a:lnTo>
                    <a:pt x="2389" y="4300"/>
                  </a:lnTo>
                  <a:lnTo>
                    <a:pt x="1433" y="2866"/>
                  </a:lnTo>
                  <a:lnTo>
                    <a:pt x="478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4299" y="2866"/>
                  </a:lnTo>
                  <a:lnTo>
                    <a:pt x="8121" y="57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8" name="Freeform 4097">
              <a:extLst>
                <a:ext uri="{FF2B5EF4-FFF2-40B4-BE49-F238E27FC236}">
                  <a16:creationId xmlns:a16="http://schemas.microsoft.com/office/drawing/2014/main" id="{51D1C7C4-2657-26A4-6597-BDB5E1207A73}"/>
                </a:ext>
              </a:extLst>
            </p:cNvPr>
            <p:cNvSpPr/>
            <p:nvPr/>
          </p:nvSpPr>
          <p:spPr>
            <a:xfrm>
              <a:off x="6727079" y="4503197"/>
              <a:ext cx="17676" cy="21975"/>
            </a:xfrm>
            <a:custGeom>
              <a:avLst/>
              <a:gdLst>
                <a:gd name="csX0" fmla="*/ 11943 w 17676"/>
                <a:gd name="csY0" fmla="*/ 0 h 21975"/>
                <a:gd name="csX1" fmla="*/ 11943 w 17676"/>
                <a:gd name="csY1" fmla="*/ 478 h 21975"/>
                <a:gd name="csX2" fmla="*/ 15288 w 17676"/>
                <a:gd name="csY2" fmla="*/ 4300 h 21975"/>
                <a:gd name="csX3" fmla="*/ 16243 w 17676"/>
                <a:gd name="csY3" fmla="*/ 6210 h 21975"/>
                <a:gd name="csX4" fmla="*/ 17676 w 17676"/>
                <a:gd name="csY4" fmla="*/ 9555 h 21975"/>
                <a:gd name="csX5" fmla="*/ 17198 w 17676"/>
                <a:gd name="csY5" fmla="*/ 10988 h 21975"/>
                <a:gd name="csX6" fmla="*/ 16243 w 17676"/>
                <a:gd name="csY6" fmla="*/ 12421 h 21975"/>
                <a:gd name="csX7" fmla="*/ 14809 w 17676"/>
                <a:gd name="csY7" fmla="*/ 13376 h 21975"/>
                <a:gd name="csX8" fmla="*/ 10510 w 17676"/>
                <a:gd name="csY8" fmla="*/ 16243 h 21975"/>
                <a:gd name="csX9" fmla="*/ 5255 w 17676"/>
                <a:gd name="csY9" fmla="*/ 17676 h 21975"/>
                <a:gd name="csX10" fmla="*/ 2389 w 17676"/>
                <a:gd name="csY10" fmla="*/ 21020 h 21975"/>
                <a:gd name="csX11" fmla="*/ 0 w 17676"/>
                <a:gd name="csY11" fmla="*/ 21020 h 21975"/>
                <a:gd name="csX12" fmla="*/ 478 w 17676"/>
                <a:gd name="csY12" fmla="*/ 21975 h 21975"/>
                <a:gd name="csX13" fmla="*/ 956 w 17676"/>
                <a:gd name="csY13" fmla="*/ 21975 h 21975"/>
                <a:gd name="csX14" fmla="*/ 2389 w 17676"/>
                <a:gd name="csY14" fmla="*/ 21975 h 21975"/>
                <a:gd name="csX15" fmla="*/ 5255 w 17676"/>
                <a:gd name="csY15" fmla="*/ 21020 h 21975"/>
                <a:gd name="csX16" fmla="*/ 7644 w 17676"/>
                <a:gd name="csY16" fmla="*/ 20542 h 21975"/>
                <a:gd name="csX17" fmla="*/ 10032 w 17676"/>
                <a:gd name="csY17" fmla="*/ 20542 h 21975"/>
                <a:gd name="csX18" fmla="*/ 12421 w 17676"/>
                <a:gd name="csY18" fmla="*/ 21020 h 21975"/>
                <a:gd name="csX19" fmla="*/ 14332 w 17676"/>
                <a:gd name="csY19" fmla="*/ 21975 h 21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7676" h="21975">
                  <a:moveTo>
                    <a:pt x="11943" y="0"/>
                  </a:moveTo>
                  <a:lnTo>
                    <a:pt x="11943" y="478"/>
                  </a:lnTo>
                  <a:lnTo>
                    <a:pt x="15288" y="4300"/>
                  </a:lnTo>
                  <a:lnTo>
                    <a:pt x="16243" y="6210"/>
                  </a:lnTo>
                  <a:lnTo>
                    <a:pt x="17676" y="9555"/>
                  </a:lnTo>
                  <a:lnTo>
                    <a:pt x="17198" y="10988"/>
                  </a:lnTo>
                  <a:lnTo>
                    <a:pt x="16243" y="12421"/>
                  </a:lnTo>
                  <a:lnTo>
                    <a:pt x="14809" y="13376"/>
                  </a:lnTo>
                  <a:lnTo>
                    <a:pt x="10510" y="16243"/>
                  </a:lnTo>
                  <a:lnTo>
                    <a:pt x="5255" y="17676"/>
                  </a:lnTo>
                  <a:lnTo>
                    <a:pt x="2389" y="21020"/>
                  </a:lnTo>
                  <a:lnTo>
                    <a:pt x="0" y="21020"/>
                  </a:lnTo>
                  <a:lnTo>
                    <a:pt x="478" y="21975"/>
                  </a:lnTo>
                  <a:lnTo>
                    <a:pt x="956" y="21975"/>
                  </a:lnTo>
                  <a:lnTo>
                    <a:pt x="2389" y="21975"/>
                  </a:lnTo>
                  <a:lnTo>
                    <a:pt x="5255" y="21020"/>
                  </a:lnTo>
                  <a:lnTo>
                    <a:pt x="7644" y="20542"/>
                  </a:lnTo>
                  <a:lnTo>
                    <a:pt x="10032" y="20542"/>
                  </a:lnTo>
                  <a:lnTo>
                    <a:pt x="12421" y="21020"/>
                  </a:lnTo>
                  <a:lnTo>
                    <a:pt x="14332" y="2197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" name="Freeform 4098">
              <a:extLst>
                <a:ext uri="{FF2B5EF4-FFF2-40B4-BE49-F238E27FC236}">
                  <a16:creationId xmlns:a16="http://schemas.microsoft.com/office/drawing/2014/main" id="{7C2D5ED1-1CA3-F22D-F9F7-4F0B59031563}"/>
                </a:ext>
              </a:extLst>
            </p:cNvPr>
            <p:cNvSpPr/>
            <p:nvPr/>
          </p:nvSpPr>
          <p:spPr>
            <a:xfrm>
              <a:off x="6731857" y="4505586"/>
              <a:ext cx="955" cy="2866"/>
            </a:xfrm>
            <a:custGeom>
              <a:avLst/>
              <a:gdLst>
                <a:gd name="csX0" fmla="*/ 0 w 955"/>
                <a:gd name="csY0" fmla="*/ 2866 h 2866"/>
                <a:gd name="csX1" fmla="*/ 0 w 955"/>
                <a:gd name="csY1" fmla="*/ 2866 h 2866"/>
                <a:gd name="csX2" fmla="*/ 956 w 955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2866">
                  <a:moveTo>
                    <a:pt x="0" y="2866"/>
                  </a:moveTo>
                  <a:lnTo>
                    <a:pt x="0" y="2866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0" name="Freeform 4099">
              <a:extLst>
                <a:ext uri="{FF2B5EF4-FFF2-40B4-BE49-F238E27FC236}">
                  <a16:creationId xmlns:a16="http://schemas.microsoft.com/office/drawing/2014/main" id="{E9244345-2096-974A-4073-EC9F9C383375}"/>
                </a:ext>
              </a:extLst>
            </p:cNvPr>
            <p:cNvSpPr/>
            <p:nvPr/>
          </p:nvSpPr>
          <p:spPr>
            <a:xfrm>
              <a:off x="6044882" y="3447415"/>
              <a:ext cx="55416" cy="96023"/>
            </a:xfrm>
            <a:custGeom>
              <a:avLst/>
              <a:gdLst>
                <a:gd name="csX0" fmla="*/ 32008 w 55416"/>
                <a:gd name="csY0" fmla="*/ 95068 h 96023"/>
                <a:gd name="csX1" fmla="*/ 31530 w 55416"/>
                <a:gd name="csY1" fmla="*/ 95068 h 96023"/>
                <a:gd name="csX2" fmla="*/ 30575 w 55416"/>
                <a:gd name="csY2" fmla="*/ 95068 h 96023"/>
                <a:gd name="csX3" fmla="*/ 29619 w 55416"/>
                <a:gd name="csY3" fmla="*/ 94590 h 96023"/>
                <a:gd name="csX4" fmla="*/ 27231 w 55416"/>
                <a:gd name="csY4" fmla="*/ 94590 h 96023"/>
                <a:gd name="csX5" fmla="*/ 23886 w 55416"/>
                <a:gd name="csY5" fmla="*/ 96024 h 96023"/>
                <a:gd name="csX6" fmla="*/ 22453 w 55416"/>
                <a:gd name="csY6" fmla="*/ 96024 h 96023"/>
                <a:gd name="csX7" fmla="*/ 21020 w 55416"/>
                <a:gd name="csY7" fmla="*/ 94590 h 96023"/>
                <a:gd name="csX8" fmla="*/ 15287 w 55416"/>
                <a:gd name="csY8" fmla="*/ 93157 h 96023"/>
                <a:gd name="csX9" fmla="*/ 14810 w 55416"/>
                <a:gd name="csY9" fmla="*/ 92679 h 96023"/>
                <a:gd name="csX10" fmla="*/ 14332 w 55416"/>
                <a:gd name="csY10" fmla="*/ 92679 h 96023"/>
                <a:gd name="csX11" fmla="*/ 10988 w 55416"/>
                <a:gd name="csY11" fmla="*/ 92679 h 96023"/>
                <a:gd name="csX12" fmla="*/ 10988 w 55416"/>
                <a:gd name="csY12" fmla="*/ 92679 h 96023"/>
                <a:gd name="csX13" fmla="*/ 10510 w 55416"/>
                <a:gd name="csY13" fmla="*/ 90291 h 96023"/>
                <a:gd name="csX14" fmla="*/ 10032 w 55416"/>
                <a:gd name="csY14" fmla="*/ 88380 h 96023"/>
                <a:gd name="csX15" fmla="*/ 9077 w 55416"/>
                <a:gd name="csY15" fmla="*/ 85514 h 96023"/>
                <a:gd name="csX16" fmla="*/ 10988 w 55416"/>
                <a:gd name="csY16" fmla="*/ 85036 h 96023"/>
                <a:gd name="csX17" fmla="*/ 10510 w 55416"/>
                <a:gd name="csY17" fmla="*/ 79303 h 96023"/>
                <a:gd name="csX18" fmla="*/ 9555 w 55416"/>
                <a:gd name="csY18" fmla="*/ 76437 h 96023"/>
                <a:gd name="csX19" fmla="*/ 4300 w 55416"/>
                <a:gd name="csY19" fmla="*/ 73570 h 96023"/>
                <a:gd name="csX20" fmla="*/ 0 w 55416"/>
                <a:gd name="csY20" fmla="*/ 70704 h 96023"/>
                <a:gd name="csX21" fmla="*/ 956 w 55416"/>
                <a:gd name="csY21" fmla="*/ 61149 h 96023"/>
                <a:gd name="csX22" fmla="*/ 1433 w 55416"/>
                <a:gd name="csY22" fmla="*/ 58283 h 96023"/>
                <a:gd name="csX23" fmla="*/ 0 w 55416"/>
                <a:gd name="csY23" fmla="*/ 53028 h 96023"/>
                <a:gd name="csX24" fmla="*/ 0 w 55416"/>
                <a:gd name="csY24" fmla="*/ 47295 h 96023"/>
                <a:gd name="csX25" fmla="*/ 956 w 55416"/>
                <a:gd name="csY25" fmla="*/ 37741 h 96023"/>
                <a:gd name="csX26" fmla="*/ 1911 w 55416"/>
                <a:gd name="csY26" fmla="*/ 37741 h 96023"/>
                <a:gd name="csX27" fmla="*/ 2867 w 55416"/>
                <a:gd name="csY27" fmla="*/ 37741 h 96023"/>
                <a:gd name="csX28" fmla="*/ 6688 w 55416"/>
                <a:gd name="csY28" fmla="*/ 39174 h 96023"/>
                <a:gd name="csX29" fmla="*/ 8599 w 55416"/>
                <a:gd name="csY29" fmla="*/ 39651 h 96023"/>
                <a:gd name="csX30" fmla="*/ 9555 w 55416"/>
                <a:gd name="csY30" fmla="*/ 41085 h 96023"/>
                <a:gd name="csX31" fmla="*/ 10988 w 55416"/>
                <a:gd name="csY31" fmla="*/ 41563 h 96023"/>
                <a:gd name="csX32" fmla="*/ 11943 w 55416"/>
                <a:gd name="csY32" fmla="*/ 40129 h 96023"/>
                <a:gd name="csX33" fmla="*/ 11943 w 55416"/>
                <a:gd name="csY33" fmla="*/ 37263 h 96023"/>
                <a:gd name="csX34" fmla="*/ 15287 w 55416"/>
                <a:gd name="csY34" fmla="*/ 33441 h 96023"/>
                <a:gd name="csX35" fmla="*/ 17198 w 55416"/>
                <a:gd name="csY35" fmla="*/ 32486 h 96023"/>
                <a:gd name="csX36" fmla="*/ 18632 w 55416"/>
                <a:gd name="csY36" fmla="*/ 31530 h 96023"/>
                <a:gd name="csX37" fmla="*/ 20065 w 55416"/>
                <a:gd name="csY37" fmla="*/ 32963 h 96023"/>
                <a:gd name="csX38" fmla="*/ 21020 w 55416"/>
                <a:gd name="csY38" fmla="*/ 34874 h 96023"/>
                <a:gd name="csX39" fmla="*/ 21498 w 55416"/>
                <a:gd name="csY39" fmla="*/ 31052 h 96023"/>
                <a:gd name="csX40" fmla="*/ 22453 w 55416"/>
                <a:gd name="csY40" fmla="*/ 24364 h 96023"/>
                <a:gd name="csX41" fmla="*/ 19587 w 55416"/>
                <a:gd name="csY41" fmla="*/ 23409 h 96023"/>
                <a:gd name="csX42" fmla="*/ 17198 w 55416"/>
                <a:gd name="csY42" fmla="*/ 24364 h 96023"/>
                <a:gd name="csX43" fmla="*/ 14810 w 55416"/>
                <a:gd name="csY43" fmla="*/ 28664 h 96023"/>
                <a:gd name="csX44" fmla="*/ 12899 w 55416"/>
                <a:gd name="csY44" fmla="*/ 33919 h 96023"/>
                <a:gd name="csX45" fmla="*/ 9555 w 55416"/>
                <a:gd name="csY45" fmla="*/ 34397 h 96023"/>
                <a:gd name="csX46" fmla="*/ 6688 w 55416"/>
                <a:gd name="csY46" fmla="*/ 35830 h 96023"/>
                <a:gd name="csX47" fmla="*/ 4300 w 55416"/>
                <a:gd name="csY47" fmla="*/ 34397 h 96023"/>
                <a:gd name="csX48" fmla="*/ 2867 w 55416"/>
                <a:gd name="csY48" fmla="*/ 32963 h 96023"/>
                <a:gd name="csX49" fmla="*/ 2867 w 55416"/>
                <a:gd name="csY49" fmla="*/ 31052 h 96023"/>
                <a:gd name="csX50" fmla="*/ 3344 w 55416"/>
                <a:gd name="csY50" fmla="*/ 29619 h 96023"/>
                <a:gd name="csX51" fmla="*/ 6210 w 55416"/>
                <a:gd name="csY51" fmla="*/ 25320 h 96023"/>
                <a:gd name="csX52" fmla="*/ 9555 w 55416"/>
                <a:gd name="csY52" fmla="*/ 21020 h 96023"/>
                <a:gd name="csX53" fmla="*/ 13376 w 55416"/>
                <a:gd name="csY53" fmla="*/ 21020 h 96023"/>
                <a:gd name="csX54" fmla="*/ 16243 w 55416"/>
                <a:gd name="csY54" fmla="*/ 20065 h 96023"/>
                <a:gd name="csX55" fmla="*/ 18154 w 55416"/>
                <a:gd name="csY55" fmla="*/ 19587 h 96023"/>
                <a:gd name="csX56" fmla="*/ 23409 w 55416"/>
                <a:gd name="csY56" fmla="*/ 20065 h 96023"/>
                <a:gd name="csX57" fmla="*/ 25798 w 55416"/>
                <a:gd name="csY57" fmla="*/ 19109 h 96023"/>
                <a:gd name="csX58" fmla="*/ 28186 w 55416"/>
                <a:gd name="csY58" fmla="*/ 17198 h 96023"/>
                <a:gd name="csX59" fmla="*/ 33441 w 55416"/>
                <a:gd name="csY59" fmla="*/ 8599 h 96023"/>
                <a:gd name="csX60" fmla="*/ 36308 w 55416"/>
                <a:gd name="csY60" fmla="*/ 5255 h 96023"/>
                <a:gd name="csX61" fmla="*/ 42518 w 55416"/>
                <a:gd name="csY61" fmla="*/ 4300 h 96023"/>
                <a:gd name="csX62" fmla="*/ 47773 w 55416"/>
                <a:gd name="csY62" fmla="*/ 0 h 96023"/>
                <a:gd name="csX63" fmla="*/ 49206 w 55416"/>
                <a:gd name="csY63" fmla="*/ 0 h 96023"/>
                <a:gd name="csX64" fmla="*/ 46817 w 55416"/>
                <a:gd name="csY64" fmla="*/ 2866 h 96023"/>
                <a:gd name="csX65" fmla="*/ 46340 w 55416"/>
                <a:gd name="csY65" fmla="*/ 4300 h 96023"/>
                <a:gd name="csX66" fmla="*/ 45862 w 55416"/>
                <a:gd name="csY66" fmla="*/ 5733 h 96023"/>
                <a:gd name="csX67" fmla="*/ 47773 w 55416"/>
                <a:gd name="csY67" fmla="*/ 10032 h 96023"/>
                <a:gd name="csX68" fmla="*/ 47295 w 55416"/>
                <a:gd name="csY68" fmla="*/ 11943 h 96023"/>
                <a:gd name="csX69" fmla="*/ 47773 w 55416"/>
                <a:gd name="csY69" fmla="*/ 16721 h 96023"/>
                <a:gd name="csX70" fmla="*/ 45862 w 55416"/>
                <a:gd name="csY70" fmla="*/ 19109 h 96023"/>
                <a:gd name="csX71" fmla="*/ 43951 w 55416"/>
                <a:gd name="csY71" fmla="*/ 24364 h 96023"/>
                <a:gd name="csX72" fmla="*/ 42996 w 55416"/>
                <a:gd name="csY72" fmla="*/ 24842 h 96023"/>
                <a:gd name="csX73" fmla="*/ 42996 w 55416"/>
                <a:gd name="csY73" fmla="*/ 30575 h 96023"/>
                <a:gd name="csX74" fmla="*/ 42996 w 55416"/>
                <a:gd name="csY74" fmla="*/ 32008 h 96023"/>
                <a:gd name="csX75" fmla="*/ 42996 w 55416"/>
                <a:gd name="csY75" fmla="*/ 37263 h 96023"/>
                <a:gd name="csX76" fmla="*/ 44907 w 55416"/>
                <a:gd name="csY76" fmla="*/ 39651 h 96023"/>
                <a:gd name="csX77" fmla="*/ 46817 w 55416"/>
                <a:gd name="csY77" fmla="*/ 40607 h 96023"/>
                <a:gd name="csX78" fmla="*/ 53983 w 55416"/>
                <a:gd name="csY78" fmla="*/ 40607 h 96023"/>
                <a:gd name="csX79" fmla="*/ 54939 w 55416"/>
                <a:gd name="csY79" fmla="*/ 41563 h 96023"/>
                <a:gd name="csX80" fmla="*/ 55417 w 55416"/>
                <a:gd name="csY80" fmla="*/ 43473 h 96023"/>
                <a:gd name="csX81" fmla="*/ 54939 w 55416"/>
                <a:gd name="csY81" fmla="*/ 45862 h 96023"/>
                <a:gd name="csX82" fmla="*/ 53983 w 55416"/>
                <a:gd name="csY82" fmla="*/ 48251 h 96023"/>
                <a:gd name="csX83" fmla="*/ 52073 w 55416"/>
                <a:gd name="csY83" fmla="*/ 49684 h 96023"/>
                <a:gd name="csX84" fmla="*/ 49684 w 55416"/>
                <a:gd name="csY84" fmla="*/ 51117 h 96023"/>
                <a:gd name="csX85" fmla="*/ 47773 w 55416"/>
                <a:gd name="csY85" fmla="*/ 51117 h 96023"/>
                <a:gd name="csX86" fmla="*/ 45862 w 55416"/>
                <a:gd name="csY86" fmla="*/ 48728 h 96023"/>
                <a:gd name="csX87" fmla="*/ 44429 w 55416"/>
                <a:gd name="csY87" fmla="*/ 49684 h 96023"/>
                <a:gd name="csX88" fmla="*/ 43474 w 55416"/>
                <a:gd name="csY88" fmla="*/ 50639 h 96023"/>
                <a:gd name="csX89" fmla="*/ 41563 w 55416"/>
                <a:gd name="csY89" fmla="*/ 57805 h 96023"/>
                <a:gd name="csX90" fmla="*/ 40607 w 55416"/>
                <a:gd name="csY90" fmla="*/ 62105 h 96023"/>
                <a:gd name="csX91" fmla="*/ 40129 w 55416"/>
                <a:gd name="csY91" fmla="*/ 62583 h 96023"/>
                <a:gd name="csX92" fmla="*/ 39174 w 55416"/>
                <a:gd name="csY92" fmla="*/ 61627 h 96023"/>
                <a:gd name="csX93" fmla="*/ 37741 w 55416"/>
                <a:gd name="csY93" fmla="*/ 61627 h 96023"/>
                <a:gd name="csX94" fmla="*/ 35352 w 55416"/>
                <a:gd name="csY94" fmla="*/ 63060 h 96023"/>
                <a:gd name="csX95" fmla="*/ 36308 w 55416"/>
                <a:gd name="csY95" fmla="*/ 64016 h 96023"/>
                <a:gd name="csX96" fmla="*/ 37741 w 55416"/>
                <a:gd name="csY96" fmla="*/ 65449 h 96023"/>
                <a:gd name="csX97" fmla="*/ 37263 w 55416"/>
                <a:gd name="csY97" fmla="*/ 66404 h 96023"/>
                <a:gd name="csX98" fmla="*/ 35352 w 55416"/>
                <a:gd name="csY98" fmla="*/ 67360 h 96023"/>
                <a:gd name="csX99" fmla="*/ 33441 w 55416"/>
                <a:gd name="csY99" fmla="*/ 68793 h 96023"/>
                <a:gd name="csX100" fmla="*/ 32486 w 55416"/>
                <a:gd name="csY100" fmla="*/ 70226 h 96023"/>
                <a:gd name="csX101" fmla="*/ 30575 w 55416"/>
                <a:gd name="csY101" fmla="*/ 72137 h 96023"/>
                <a:gd name="csX102" fmla="*/ 29142 w 55416"/>
                <a:gd name="csY102" fmla="*/ 74048 h 96023"/>
                <a:gd name="csX103" fmla="*/ 29619 w 55416"/>
                <a:gd name="csY103" fmla="*/ 76437 h 96023"/>
                <a:gd name="csX104" fmla="*/ 30097 w 55416"/>
                <a:gd name="csY104" fmla="*/ 78825 h 96023"/>
                <a:gd name="csX105" fmla="*/ 30575 w 55416"/>
                <a:gd name="csY105" fmla="*/ 81214 h 96023"/>
                <a:gd name="csX106" fmla="*/ 30097 w 55416"/>
                <a:gd name="csY106" fmla="*/ 83125 h 96023"/>
                <a:gd name="csX107" fmla="*/ 27231 w 55416"/>
                <a:gd name="csY107" fmla="*/ 85991 h 96023"/>
                <a:gd name="csX108" fmla="*/ 26275 w 55416"/>
                <a:gd name="csY108" fmla="*/ 88380 h 96023"/>
                <a:gd name="csX109" fmla="*/ 28664 w 55416"/>
                <a:gd name="csY109" fmla="*/ 88380 h 96023"/>
                <a:gd name="csX110" fmla="*/ 30097 w 55416"/>
                <a:gd name="csY110" fmla="*/ 88858 h 96023"/>
                <a:gd name="csX111" fmla="*/ 31052 w 55416"/>
                <a:gd name="csY111" fmla="*/ 89813 h 96023"/>
                <a:gd name="csX112" fmla="*/ 32008 w 55416"/>
                <a:gd name="csY112" fmla="*/ 90769 h 96023"/>
                <a:gd name="csX113" fmla="*/ 31530 w 55416"/>
                <a:gd name="csY113" fmla="*/ 92202 h 96023"/>
                <a:gd name="csX114" fmla="*/ 32008 w 55416"/>
                <a:gd name="csY114" fmla="*/ 95068 h 96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</a:cxnLst>
              <a:rect l="l" t="t" r="r" b="b"/>
              <a:pathLst>
                <a:path w="55416" h="96023">
                  <a:moveTo>
                    <a:pt x="32008" y="95068"/>
                  </a:moveTo>
                  <a:lnTo>
                    <a:pt x="31530" y="95068"/>
                  </a:lnTo>
                  <a:lnTo>
                    <a:pt x="30575" y="95068"/>
                  </a:lnTo>
                  <a:lnTo>
                    <a:pt x="29619" y="94590"/>
                  </a:lnTo>
                  <a:lnTo>
                    <a:pt x="27231" y="94590"/>
                  </a:lnTo>
                  <a:lnTo>
                    <a:pt x="23886" y="96024"/>
                  </a:lnTo>
                  <a:lnTo>
                    <a:pt x="22453" y="96024"/>
                  </a:lnTo>
                  <a:lnTo>
                    <a:pt x="21020" y="94590"/>
                  </a:lnTo>
                  <a:lnTo>
                    <a:pt x="15287" y="93157"/>
                  </a:lnTo>
                  <a:lnTo>
                    <a:pt x="14810" y="92679"/>
                  </a:lnTo>
                  <a:lnTo>
                    <a:pt x="14332" y="92679"/>
                  </a:lnTo>
                  <a:lnTo>
                    <a:pt x="10988" y="92679"/>
                  </a:lnTo>
                  <a:lnTo>
                    <a:pt x="10988" y="92679"/>
                  </a:lnTo>
                  <a:lnTo>
                    <a:pt x="10510" y="90291"/>
                  </a:lnTo>
                  <a:lnTo>
                    <a:pt x="10032" y="88380"/>
                  </a:lnTo>
                  <a:lnTo>
                    <a:pt x="9077" y="85514"/>
                  </a:lnTo>
                  <a:lnTo>
                    <a:pt x="10988" y="85036"/>
                  </a:lnTo>
                  <a:lnTo>
                    <a:pt x="10510" y="79303"/>
                  </a:lnTo>
                  <a:lnTo>
                    <a:pt x="9555" y="76437"/>
                  </a:lnTo>
                  <a:lnTo>
                    <a:pt x="4300" y="73570"/>
                  </a:lnTo>
                  <a:lnTo>
                    <a:pt x="0" y="70704"/>
                  </a:lnTo>
                  <a:lnTo>
                    <a:pt x="956" y="61149"/>
                  </a:lnTo>
                  <a:lnTo>
                    <a:pt x="1433" y="58283"/>
                  </a:lnTo>
                  <a:lnTo>
                    <a:pt x="0" y="53028"/>
                  </a:lnTo>
                  <a:lnTo>
                    <a:pt x="0" y="47295"/>
                  </a:lnTo>
                  <a:lnTo>
                    <a:pt x="956" y="37741"/>
                  </a:lnTo>
                  <a:lnTo>
                    <a:pt x="1911" y="37741"/>
                  </a:lnTo>
                  <a:lnTo>
                    <a:pt x="2867" y="37741"/>
                  </a:lnTo>
                  <a:lnTo>
                    <a:pt x="6688" y="39174"/>
                  </a:lnTo>
                  <a:lnTo>
                    <a:pt x="8599" y="39651"/>
                  </a:lnTo>
                  <a:lnTo>
                    <a:pt x="9555" y="41085"/>
                  </a:lnTo>
                  <a:lnTo>
                    <a:pt x="10988" y="41563"/>
                  </a:lnTo>
                  <a:lnTo>
                    <a:pt x="11943" y="40129"/>
                  </a:lnTo>
                  <a:lnTo>
                    <a:pt x="11943" y="37263"/>
                  </a:lnTo>
                  <a:lnTo>
                    <a:pt x="15287" y="33441"/>
                  </a:lnTo>
                  <a:lnTo>
                    <a:pt x="17198" y="32486"/>
                  </a:lnTo>
                  <a:lnTo>
                    <a:pt x="18632" y="31530"/>
                  </a:lnTo>
                  <a:lnTo>
                    <a:pt x="20065" y="32963"/>
                  </a:lnTo>
                  <a:lnTo>
                    <a:pt x="21020" y="34874"/>
                  </a:lnTo>
                  <a:lnTo>
                    <a:pt x="21498" y="31052"/>
                  </a:lnTo>
                  <a:lnTo>
                    <a:pt x="22453" y="24364"/>
                  </a:lnTo>
                  <a:lnTo>
                    <a:pt x="19587" y="23409"/>
                  </a:lnTo>
                  <a:lnTo>
                    <a:pt x="17198" y="24364"/>
                  </a:lnTo>
                  <a:lnTo>
                    <a:pt x="14810" y="28664"/>
                  </a:lnTo>
                  <a:lnTo>
                    <a:pt x="12899" y="33919"/>
                  </a:lnTo>
                  <a:lnTo>
                    <a:pt x="9555" y="34397"/>
                  </a:lnTo>
                  <a:lnTo>
                    <a:pt x="6688" y="35830"/>
                  </a:lnTo>
                  <a:lnTo>
                    <a:pt x="4300" y="34397"/>
                  </a:lnTo>
                  <a:lnTo>
                    <a:pt x="2867" y="32963"/>
                  </a:lnTo>
                  <a:lnTo>
                    <a:pt x="2867" y="31052"/>
                  </a:lnTo>
                  <a:lnTo>
                    <a:pt x="3344" y="29619"/>
                  </a:lnTo>
                  <a:lnTo>
                    <a:pt x="6210" y="25320"/>
                  </a:lnTo>
                  <a:lnTo>
                    <a:pt x="9555" y="21020"/>
                  </a:lnTo>
                  <a:lnTo>
                    <a:pt x="13376" y="21020"/>
                  </a:lnTo>
                  <a:lnTo>
                    <a:pt x="16243" y="20065"/>
                  </a:lnTo>
                  <a:lnTo>
                    <a:pt x="18154" y="19587"/>
                  </a:lnTo>
                  <a:lnTo>
                    <a:pt x="23409" y="20065"/>
                  </a:lnTo>
                  <a:lnTo>
                    <a:pt x="25798" y="19109"/>
                  </a:lnTo>
                  <a:lnTo>
                    <a:pt x="28186" y="17198"/>
                  </a:lnTo>
                  <a:lnTo>
                    <a:pt x="33441" y="8599"/>
                  </a:lnTo>
                  <a:lnTo>
                    <a:pt x="36308" y="5255"/>
                  </a:lnTo>
                  <a:lnTo>
                    <a:pt x="42518" y="4300"/>
                  </a:lnTo>
                  <a:lnTo>
                    <a:pt x="47773" y="0"/>
                  </a:lnTo>
                  <a:lnTo>
                    <a:pt x="49206" y="0"/>
                  </a:lnTo>
                  <a:lnTo>
                    <a:pt x="46817" y="2866"/>
                  </a:lnTo>
                  <a:lnTo>
                    <a:pt x="46340" y="4300"/>
                  </a:lnTo>
                  <a:lnTo>
                    <a:pt x="45862" y="5733"/>
                  </a:lnTo>
                  <a:lnTo>
                    <a:pt x="47773" y="10032"/>
                  </a:lnTo>
                  <a:lnTo>
                    <a:pt x="47295" y="11943"/>
                  </a:lnTo>
                  <a:lnTo>
                    <a:pt x="47773" y="16721"/>
                  </a:lnTo>
                  <a:lnTo>
                    <a:pt x="45862" y="19109"/>
                  </a:lnTo>
                  <a:lnTo>
                    <a:pt x="43951" y="24364"/>
                  </a:lnTo>
                  <a:lnTo>
                    <a:pt x="42996" y="24842"/>
                  </a:lnTo>
                  <a:lnTo>
                    <a:pt x="42996" y="30575"/>
                  </a:lnTo>
                  <a:lnTo>
                    <a:pt x="42996" y="32008"/>
                  </a:lnTo>
                  <a:lnTo>
                    <a:pt x="42996" y="37263"/>
                  </a:lnTo>
                  <a:lnTo>
                    <a:pt x="44907" y="39651"/>
                  </a:lnTo>
                  <a:lnTo>
                    <a:pt x="46817" y="40607"/>
                  </a:lnTo>
                  <a:lnTo>
                    <a:pt x="53983" y="40607"/>
                  </a:lnTo>
                  <a:lnTo>
                    <a:pt x="54939" y="41563"/>
                  </a:lnTo>
                  <a:lnTo>
                    <a:pt x="55417" y="43473"/>
                  </a:lnTo>
                  <a:lnTo>
                    <a:pt x="54939" y="45862"/>
                  </a:lnTo>
                  <a:lnTo>
                    <a:pt x="53983" y="48251"/>
                  </a:lnTo>
                  <a:lnTo>
                    <a:pt x="52073" y="49684"/>
                  </a:lnTo>
                  <a:lnTo>
                    <a:pt x="49684" y="51117"/>
                  </a:lnTo>
                  <a:lnTo>
                    <a:pt x="47773" y="51117"/>
                  </a:lnTo>
                  <a:lnTo>
                    <a:pt x="45862" y="48728"/>
                  </a:lnTo>
                  <a:lnTo>
                    <a:pt x="44429" y="49684"/>
                  </a:lnTo>
                  <a:lnTo>
                    <a:pt x="43474" y="50639"/>
                  </a:lnTo>
                  <a:lnTo>
                    <a:pt x="41563" y="57805"/>
                  </a:lnTo>
                  <a:lnTo>
                    <a:pt x="40607" y="62105"/>
                  </a:lnTo>
                  <a:lnTo>
                    <a:pt x="40129" y="62583"/>
                  </a:lnTo>
                  <a:lnTo>
                    <a:pt x="39174" y="61627"/>
                  </a:lnTo>
                  <a:lnTo>
                    <a:pt x="37741" y="61627"/>
                  </a:lnTo>
                  <a:lnTo>
                    <a:pt x="35352" y="63060"/>
                  </a:lnTo>
                  <a:lnTo>
                    <a:pt x="36308" y="64016"/>
                  </a:lnTo>
                  <a:lnTo>
                    <a:pt x="37741" y="65449"/>
                  </a:lnTo>
                  <a:lnTo>
                    <a:pt x="37263" y="66404"/>
                  </a:lnTo>
                  <a:lnTo>
                    <a:pt x="35352" y="67360"/>
                  </a:lnTo>
                  <a:lnTo>
                    <a:pt x="33441" y="68793"/>
                  </a:lnTo>
                  <a:lnTo>
                    <a:pt x="32486" y="70226"/>
                  </a:lnTo>
                  <a:lnTo>
                    <a:pt x="30575" y="72137"/>
                  </a:lnTo>
                  <a:lnTo>
                    <a:pt x="29142" y="74048"/>
                  </a:lnTo>
                  <a:lnTo>
                    <a:pt x="29619" y="76437"/>
                  </a:lnTo>
                  <a:lnTo>
                    <a:pt x="30097" y="78825"/>
                  </a:lnTo>
                  <a:lnTo>
                    <a:pt x="30575" y="81214"/>
                  </a:lnTo>
                  <a:lnTo>
                    <a:pt x="30097" y="83125"/>
                  </a:lnTo>
                  <a:lnTo>
                    <a:pt x="27231" y="85991"/>
                  </a:lnTo>
                  <a:lnTo>
                    <a:pt x="26275" y="88380"/>
                  </a:lnTo>
                  <a:lnTo>
                    <a:pt x="28664" y="88380"/>
                  </a:lnTo>
                  <a:lnTo>
                    <a:pt x="30097" y="88858"/>
                  </a:lnTo>
                  <a:lnTo>
                    <a:pt x="31052" y="89813"/>
                  </a:lnTo>
                  <a:lnTo>
                    <a:pt x="32008" y="90769"/>
                  </a:lnTo>
                  <a:lnTo>
                    <a:pt x="31530" y="92202"/>
                  </a:lnTo>
                  <a:lnTo>
                    <a:pt x="32008" y="9506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" name="Freeform 4100">
              <a:extLst>
                <a:ext uri="{FF2B5EF4-FFF2-40B4-BE49-F238E27FC236}">
                  <a16:creationId xmlns:a16="http://schemas.microsoft.com/office/drawing/2014/main" id="{CAF1292F-D185-BCF9-4A13-BF4B51A8DA02}"/>
                </a:ext>
              </a:extLst>
            </p:cNvPr>
            <p:cNvSpPr/>
            <p:nvPr/>
          </p:nvSpPr>
          <p:spPr>
            <a:xfrm>
              <a:off x="6099343" y="3461269"/>
              <a:ext cx="6210" cy="3344"/>
            </a:xfrm>
            <a:custGeom>
              <a:avLst/>
              <a:gdLst>
                <a:gd name="csX0" fmla="*/ 3344 w 6210"/>
                <a:gd name="csY0" fmla="*/ 2389 h 3344"/>
                <a:gd name="csX1" fmla="*/ 2866 w 6210"/>
                <a:gd name="csY1" fmla="*/ 3344 h 3344"/>
                <a:gd name="csX2" fmla="*/ 0 w 6210"/>
                <a:gd name="csY2" fmla="*/ 2389 h 3344"/>
                <a:gd name="csX3" fmla="*/ 1433 w 6210"/>
                <a:gd name="csY3" fmla="*/ 478 h 3344"/>
                <a:gd name="csX4" fmla="*/ 4299 w 6210"/>
                <a:gd name="csY4" fmla="*/ 0 h 3344"/>
                <a:gd name="csX5" fmla="*/ 6210 w 6210"/>
                <a:gd name="csY5" fmla="*/ 0 h 3344"/>
                <a:gd name="csX6" fmla="*/ 4299 w 6210"/>
                <a:gd name="csY6" fmla="*/ 1911 h 3344"/>
                <a:gd name="csX7" fmla="*/ 3344 w 6210"/>
                <a:gd name="csY7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3344">
                  <a:moveTo>
                    <a:pt x="3344" y="2389"/>
                  </a:moveTo>
                  <a:lnTo>
                    <a:pt x="2866" y="3344"/>
                  </a:lnTo>
                  <a:lnTo>
                    <a:pt x="0" y="2389"/>
                  </a:lnTo>
                  <a:lnTo>
                    <a:pt x="1433" y="478"/>
                  </a:lnTo>
                  <a:lnTo>
                    <a:pt x="4299" y="0"/>
                  </a:lnTo>
                  <a:lnTo>
                    <a:pt x="6210" y="0"/>
                  </a:lnTo>
                  <a:lnTo>
                    <a:pt x="4299" y="1911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" name="Freeform 4101">
              <a:extLst>
                <a:ext uri="{FF2B5EF4-FFF2-40B4-BE49-F238E27FC236}">
                  <a16:creationId xmlns:a16="http://schemas.microsoft.com/office/drawing/2014/main" id="{DD8766C6-36AE-DF51-22B6-73758B3E1885}"/>
                </a:ext>
              </a:extLst>
            </p:cNvPr>
            <p:cNvSpPr/>
            <p:nvPr/>
          </p:nvSpPr>
          <p:spPr>
            <a:xfrm>
              <a:off x="6101254" y="3501398"/>
              <a:ext cx="32485" cy="42995"/>
            </a:xfrm>
            <a:custGeom>
              <a:avLst/>
              <a:gdLst>
                <a:gd name="csX0" fmla="*/ 31530 w 32485"/>
                <a:gd name="csY0" fmla="*/ 10510 h 42995"/>
                <a:gd name="csX1" fmla="*/ 32008 w 32485"/>
                <a:gd name="csY1" fmla="*/ 13854 h 42995"/>
                <a:gd name="csX2" fmla="*/ 31530 w 32485"/>
                <a:gd name="csY2" fmla="*/ 14810 h 42995"/>
                <a:gd name="csX3" fmla="*/ 30575 w 32485"/>
                <a:gd name="csY3" fmla="*/ 15287 h 42995"/>
                <a:gd name="csX4" fmla="*/ 28664 w 32485"/>
                <a:gd name="csY4" fmla="*/ 16243 h 42995"/>
                <a:gd name="csX5" fmla="*/ 26753 w 32485"/>
                <a:gd name="csY5" fmla="*/ 17198 h 42995"/>
                <a:gd name="csX6" fmla="*/ 25320 w 32485"/>
                <a:gd name="csY6" fmla="*/ 18632 h 42995"/>
                <a:gd name="csX7" fmla="*/ 24842 w 32485"/>
                <a:gd name="csY7" fmla="*/ 21020 h 42995"/>
                <a:gd name="csX8" fmla="*/ 25798 w 32485"/>
                <a:gd name="csY8" fmla="*/ 22453 h 42995"/>
                <a:gd name="csX9" fmla="*/ 28186 w 32485"/>
                <a:gd name="csY9" fmla="*/ 23409 h 42995"/>
                <a:gd name="csX10" fmla="*/ 28664 w 32485"/>
                <a:gd name="csY10" fmla="*/ 26753 h 42995"/>
                <a:gd name="csX11" fmla="*/ 26753 w 32485"/>
                <a:gd name="csY11" fmla="*/ 28186 h 42995"/>
                <a:gd name="csX12" fmla="*/ 22453 w 32485"/>
                <a:gd name="csY12" fmla="*/ 29619 h 42995"/>
                <a:gd name="csX13" fmla="*/ 21976 w 32485"/>
                <a:gd name="csY13" fmla="*/ 33441 h 42995"/>
                <a:gd name="csX14" fmla="*/ 21976 w 32485"/>
                <a:gd name="csY14" fmla="*/ 36785 h 42995"/>
                <a:gd name="csX15" fmla="*/ 21976 w 32485"/>
                <a:gd name="csY15" fmla="*/ 38696 h 42995"/>
                <a:gd name="csX16" fmla="*/ 21498 w 32485"/>
                <a:gd name="csY16" fmla="*/ 41563 h 42995"/>
                <a:gd name="csX17" fmla="*/ 17676 w 32485"/>
                <a:gd name="csY17" fmla="*/ 42996 h 42995"/>
                <a:gd name="csX18" fmla="*/ 15287 w 32485"/>
                <a:gd name="csY18" fmla="*/ 38696 h 42995"/>
                <a:gd name="csX19" fmla="*/ 15287 w 32485"/>
                <a:gd name="csY19" fmla="*/ 36785 h 42995"/>
                <a:gd name="csX20" fmla="*/ 14810 w 32485"/>
                <a:gd name="csY20" fmla="*/ 34397 h 42995"/>
                <a:gd name="csX21" fmla="*/ 14332 w 32485"/>
                <a:gd name="csY21" fmla="*/ 32963 h 42995"/>
                <a:gd name="csX22" fmla="*/ 13377 w 32485"/>
                <a:gd name="csY22" fmla="*/ 30097 h 42995"/>
                <a:gd name="csX23" fmla="*/ 10032 w 32485"/>
                <a:gd name="csY23" fmla="*/ 29142 h 42995"/>
                <a:gd name="csX24" fmla="*/ 8599 w 32485"/>
                <a:gd name="csY24" fmla="*/ 29142 h 42995"/>
                <a:gd name="csX25" fmla="*/ 6688 w 32485"/>
                <a:gd name="csY25" fmla="*/ 29619 h 42995"/>
                <a:gd name="csX26" fmla="*/ 6211 w 32485"/>
                <a:gd name="csY26" fmla="*/ 29142 h 42995"/>
                <a:gd name="csX27" fmla="*/ 3822 w 32485"/>
                <a:gd name="csY27" fmla="*/ 25320 h 42995"/>
                <a:gd name="csX28" fmla="*/ 4300 w 32485"/>
                <a:gd name="csY28" fmla="*/ 21020 h 42995"/>
                <a:gd name="csX29" fmla="*/ 3344 w 32485"/>
                <a:gd name="csY29" fmla="*/ 18632 h 42995"/>
                <a:gd name="csX30" fmla="*/ 2867 w 32485"/>
                <a:gd name="csY30" fmla="*/ 17676 h 42995"/>
                <a:gd name="csX31" fmla="*/ 2867 w 32485"/>
                <a:gd name="csY31" fmla="*/ 16721 h 42995"/>
                <a:gd name="csX32" fmla="*/ 1911 w 32485"/>
                <a:gd name="csY32" fmla="*/ 15765 h 42995"/>
                <a:gd name="csX33" fmla="*/ 956 w 32485"/>
                <a:gd name="csY33" fmla="*/ 15287 h 42995"/>
                <a:gd name="csX34" fmla="*/ 0 w 32485"/>
                <a:gd name="csY34" fmla="*/ 12899 h 42995"/>
                <a:gd name="csX35" fmla="*/ 1433 w 32485"/>
                <a:gd name="csY35" fmla="*/ 11943 h 42995"/>
                <a:gd name="csX36" fmla="*/ 5255 w 32485"/>
                <a:gd name="csY36" fmla="*/ 12421 h 42995"/>
                <a:gd name="csX37" fmla="*/ 6211 w 32485"/>
                <a:gd name="csY37" fmla="*/ 12421 h 42995"/>
                <a:gd name="csX38" fmla="*/ 7166 w 32485"/>
                <a:gd name="csY38" fmla="*/ 11943 h 42995"/>
                <a:gd name="csX39" fmla="*/ 10032 w 32485"/>
                <a:gd name="csY39" fmla="*/ 7644 h 42995"/>
                <a:gd name="csX40" fmla="*/ 9555 w 32485"/>
                <a:gd name="csY40" fmla="*/ 6688 h 42995"/>
                <a:gd name="csX41" fmla="*/ 10032 w 32485"/>
                <a:gd name="csY41" fmla="*/ 5733 h 42995"/>
                <a:gd name="csX42" fmla="*/ 12899 w 32485"/>
                <a:gd name="csY42" fmla="*/ 5255 h 42995"/>
                <a:gd name="csX43" fmla="*/ 14332 w 32485"/>
                <a:gd name="csY43" fmla="*/ 6688 h 42995"/>
                <a:gd name="csX44" fmla="*/ 14332 w 32485"/>
                <a:gd name="csY44" fmla="*/ 9077 h 42995"/>
                <a:gd name="csX45" fmla="*/ 14332 w 32485"/>
                <a:gd name="csY45" fmla="*/ 12421 h 42995"/>
                <a:gd name="csX46" fmla="*/ 16243 w 32485"/>
                <a:gd name="csY46" fmla="*/ 13377 h 42995"/>
                <a:gd name="csX47" fmla="*/ 16721 w 32485"/>
                <a:gd name="csY47" fmla="*/ 13377 h 42995"/>
                <a:gd name="csX48" fmla="*/ 17676 w 32485"/>
                <a:gd name="csY48" fmla="*/ 10988 h 42995"/>
                <a:gd name="csX49" fmla="*/ 18154 w 32485"/>
                <a:gd name="csY49" fmla="*/ 10032 h 42995"/>
                <a:gd name="csX50" fmla="*/ 19109 w 32485"/>
                <a:gd name="csY50" fmla="*/ 9077 h 42995"/>
                <a:gd name="csX51" fmla="*/ 19109 w 32485"/>
                <a:gd name="csY51" fmla="*/ 7166 h 42995"/>
                <a:gd name="csX52" fmla="*/ 18632 w 32485"/>
                <a:gd name="csY52" fmla="*/ 5733 h 42995"/>
                <a:gd name="csX53" fmla="*/ 17676 w 32485"/>
                <a:gd name="csY53" fmla="*/ 4777 h 42995"/>
                <a:gd name="csX54" fmla="*/ 21020 w 32485"/>
                <a:gd name="csY54" fmla="*/ 1911 h 42995"/>
                <a:gd name="csX55" fmla="*/ 24842 w 32485"/>
                <a:gd name="csY55" fmla="*/ 0 h 42995"/>
                <a:gd name="csX56" fmla="*/ 26753 w 32485"/>
                <a:gd name="csY56" fmla="*/ 0 h 42995"/>
                <a:gd name="csX57" fmla="*/ 29142 w 32485"/>
                <a:gd name="csY57" fmla="*/ 478 h 42995"/>
                <a:gd name="csX58" fmla="*/ 31052 w 32485"/>
                <a:gd name="csY58" fmla="*/ 956 h 42995"/>
                <a:gd name="csX59" fmla="*/ 32008 w 32485"/>
                <a:gd name="csY59" fmla="*/ 1433 h 42995"/>
                <a:gd name="csX60" fmla="*/ 32486 w 32485"/>
                <a:gd name="csY60" fmla="*/ 2866 h 42995"/>
                <a:gd name="csX61" fmla="*/ 31052 w 32485"/>
                <a:gd name="csY61" fmla="*/ 5255 h 42995"/>
                <a:gd name="csX62" fmla="*/ 31052 w 32485"/>
                <a:gd name="csY62" fmla="*/ 6211 h 42995"/>
                <a:gd name="csX63" fmla="*/ 31530 w 32485"/>
                <a:gd name="csY63" fmla="*/ 10510 h 42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</a:cxnLst>
              <a:rect l="l" t="t" r="r" b="b"/>
              <a:pathLst>
                <a:path w="32485" h="42995">
                  <a:moveTo>
                    <a:pt x="31530" y="10510"/>
                  </a:moveTo>
                  <a:lnTo>
                    <a:pt x="32008" y="13854"/>
                  </a:lnTo>
                  <a:lnTo>
                    <a:pt x="31530" y="14810"/>
                  </a:lnTo>
                  <a:lnTo>
                    <a:pt x="30575" y="15287"/>
                  </a:lnTo>
                  <a:lnTo>
                    <a:pt x="28664" y="16243"/>
                  </a:lnTo>
                  <a:lnTo>
                    <a:pt x="26753" y="17198"/>
                  </a:lnTo>
                  <a:lnTo>
                    <a:pt x="25320" y="18632"/>
                  </a:lnTo>
                  <a:lnTo>
                    <a:pt x="24842" y="21020"/>
                  </a:lnTo>
                  <a:lnTo>
                    <a:pt x="25798" y="22453"/>
                  </a:lnTo>
                  <a:lnTo>
                    <a:pt x="28186" y="23409"/>
                  </a:lnTo>
                  <a:lnTo>
                    <a:pt x="28664" y="26753"/>
                  </a:lnTo>
                  <a:lnTo>
                    <a:pt x="26753" y="28186"/>
                  </a:lnTo>
                  <a:lnTo>
                    <a:pt x="22453" y="29619"/>
                  </a:lnTo>
                  <a:lnTo>
                    <a:pt x="21976" y="33441"/>
                  </a:lnTo>
                  <a:lnTo>
                    <a:pt x="21976" y="36785"/>
                  </a:lnTo>
                  <a:lnTo>
                    <a:pt x="21976" y="38696"/>
                  </a:lnTo>
                  <a:lnTo>
                    <a:pt x="21498" y="41563"/>
                  </a:lnTo>
                  <a:lnTo>
                    <a:pt x="17676" y="42996"/>
                  </a:lnTo>
                  <a:lnTo>
                    <a:pt x="15287" y="38696"/>
                  </a:lnTo>
                  <a:lnTo>
                    <a:pt x="15287" y="36785"/>
                  </a:lnTo>
                  <a:lnTo>
                    <a:pt x="14810" y="34397"/>
                  </a:lnTo>
                  <a:lnTo>
                    <a:pt x="14332" y="32963"/>
                  </a:lnTo>
                  <a:lnTo>
                    <a:pt x="13377" y="30097"/>
                  </a:lnTo>
                  <a:lnTo>
                    <a:pt x="10032" y="29142"/>
                  </a:lnTo>
                  <a:lnTo>
                    <a:pt x="8599" y="29142"/>
                  </a:lnTo>
                  <a:lnTo>
                    <a:pt x="6688" y="29619"/>
                  </a:lnTo>
                  <a:lnTo>
                    <a:pt x="6211" y="29142"/>
                  </a:lnTo>
                  <a:lnTo>
                    <a:pt x="3822" y="25320"/>
                  </a:lnTo>
                  <a:lnTo>
                    <a:pt x="4300" y="21020"/>
                  </a:lnTo>
                  <a:lnTo>
                    <a:pt x="3344" y="18632"/>
                  </a:lnTo>
                  <a:lnTo>
                    <a:pt x="2867" y="17676"/>
                  </a:lnTo>
                  <a:lnTo>
                    <a:pt x="2867" y="16721"/>
                  </a:lnTo>
                  <a:lnTo>
                    <a:pt x="1911" y="15765"/>
                  </a:lnTo>
                  <a:lnTo>
                    <a:pt x="956" y="15287"/>
                  </a:lnTo>
                  <a:lnTo>
                    <a:pt x="0" y="12899"/>
                  </a:lnTo>
                  <a:lnTo>
                    <a:pt x="1433" y="11943"/>
                  </a:lnTo>
                  <a:lnTo>
                    <a:pt x="5255" y="12421"/>
                  </a:lnTo>
                  <a:lnTo>
                    <a:pt x="6211" y="12421"/>
                  </a:lnTo>
                  <a:lnTo>
                    <a:pt x="7166" y="11943"/>
                  </a:lnTo>
                  <a:lnTo>
                    <a:pt x="10032" y="7644"/>
                  </a:lnTo>
                  <a:lnTo>
                    <a:pt x="9555" y="6688"/>
                  </a:lnTo>
                  <a:lnTo>
                    <a:pt x="10032" y="5733"/>
                  </a:lnTo>
                  <a:lnTo>
                    <a:pt x="12899" y="5255"/>
                  </a:lnTo>
                  <a:lnTo>
                    <a:pt x="14332" y="6688"/>
                  </a:lnTo>
                  <a:lnTo>
                    <a:pt x="14332" y="9077"/>
                  </a:lnTo>
                  <a:lnTo>
                    <a:pt x="14332" y="12421"/>
                  </a:lnTo>
                  <a:lnTo>
                    <a:pt x="16243" y="13377"/>
                  </a:lnTo>
                  <a:lnTo>
                    <a:pt x="16721" y="13377"/>
                  </a:lnTo>
                  <a:lnTo>
                    <a:pt x="17676" y="10988"/>
                  </a:lnTo>
                  <a:lnTo>
                    <a:pt x="18154" y="10032"/>
                  </a:lnTo>
                  <a:lnTo>
                    <a:pt x="19109" y="9077"/>
                  </a:lnTo>
                  <a:lnTo>
                    <a:pt x="19109" y="7166"/>
                  </a:lnTo>
                  <a:lnTo>
                    <a:pt x="18632" y="5733"/>
                  </a:lnTo>
                  <a:lnTo>
                    <a:pt x="17676" y="4777"/>
                  </a:lnTo>
                  <a:lnTo>
                    <a:pt x="21020" y="1911"/>
                  </a:lnTo>
                  <a:lnTo>
                    <a:pt x="24842" y="0"/>
                  </a:lnTo>
                  <a:lnTo>
                    <a:pt x="26753" y="0"/>
                  </a:lnTo>
                  <a:lnTo>
                    <a:pt x="29142" y="478"/>
                  </a:lnTo>
                  <a:lnTo>
                    <a:pt x="31052" y="956"/>
                  </a:lnTo>
                  <a:lnTo>
                    <a:pt x="32008" y="1433"/>
                  </a:lnTo>
                  <a:lnTo>
                    <a:pt x="32486" y="2866"/>
                  </a:lnTo>
                  <a:lnTo>
                    <a:pt x="31052" y="5255"/>
                  </a:lnTo>
                  <a:lnTo>
                    <a:pt x="31052" y="6211"/>
                  </a:lnTo>
                  <a:lnTo>
                    <a:pt x="31530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" name="Freeform 4102">
              <a:extLst>
                <a:ext uri="{FF2B5EF4-FFF2-40B4-BE49-F238E27FC236}">
                  <a16:creationId xmlns:a16="http://schemas.microsoft.com/office/drawing/2014/main" id="{4D36A33D-6556-18F7-8887-BFD4FCEF277E}"/>
                </a:ext>
              </a:extLst>
            </p:cNvPr>
            <p:cNvSpPr/>
            <p:nvPr/>
          </p:nvSpPr>
          <p:spPr>
            <a:xfrm>
              <a:off x="6092177" y="3505220"/>
              <a:ext cx="2866" cy="7643"/>
            </a:xfrm>
            <a:custGeom>
              <a:avLst/>
              <a:gdLst>
                <a:gd name="csX0" fmla="*/ 1911 w 2866"/>
                <a:gd name="csY0" fmla="*/ 7166 h 7643"/>
                <a:gd name="csX1" fmla="*/ 1433 w 2866"/>
                <a:gd name="csY1" fmla="*/ 7644 h 7643"/>
                <a:gd name="csX2" fmla="*/ 478 w 2866"/>
                <a:gd name="csY2" fmla="*/ 7166 h 7643"/>
                <a:gd name="csX3" fmla="*/ 0 w 2866"/>
                <a:gd name="csY3" fmla="*/ 4777 h 7643"/>
                <a:gd name="csX4" fmla="*/ 478 w 2866"/>
                <a:gd name="csY4" fmla="*/ 2866 h 7643"/>
                <a:gd name="csX5" fmla="*/ 0 w 2866"/>
                <a:gd name="csY5" fmla="*/ 1433 h 7643"/>
                <a:gd name="csX6" fmla="*/ 956 w 2866"/>
                <a:gd name="csY6" fmla="*/ 0 h 7643"/>
                <a:gd name="csX7" fmla="*/ 2389 w 2866"/>
                <a:gd name="csY7" fmla="*/ 2866 h 7643"/>
                <a:gd name="csX8" fmla="*/ 2866 w 2866"/>
                <a:gd name="csY8" fmla="*/ 3822 h 7643"/>
                <a:gd name="csX9" fmla="*/ 2389 w 2866"/>
                <a:gd name="csY9" fmla="*/ 5255 h 7643"/>
                <a:gd name="csX10" fmla="*/ 1911 w 2866"/>
                <a:gd name="csY10" fmla="*/ 7166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866" h="7643">
                  <a:moveTo>
                    <a:pt x="1911" y="7166"/>
                  </a:moveTo>
                  <a:lnTo>
                    <a:pt x="1433" y="7644"/>
                  </a:lnTo>
                  <a:lnTo>
                    <a:pt x="478" y="7166"/>
                  </a:lnTo>
                  <a:lnTo>
                    <a:pt x="0" y="4777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956" y="0"/>
                  </a:lnTo>
                  <a:lnTo>
                    <a:pt x="2389" y="2866"/>
                  </a:lnTo>
                  <a:lnTo>
                    <a:pt x="2866" y="3822"/>
                  </a:lnTo>
                  <a:lnTo>
                    <a:pt x="2389" y="5255"/>
                  </a:lnTo>
                  <a:lnTo>
                    <a:pt x="1911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" name="Freeform 4103">
              <a:extLst>
                <a:ext uri="{FF2B5EF4-FFF2-40B4-BE49-F238E27FC236}">
                  <a16:creationId xmlns:a16="http://schemas.microsoft.com/office/drawing/2014/main" id="{8919116F-17B7-C57B-1B5D-37F3F710F975}"/>
                </a:ext>
              </a:extLst>
            </p:cNvPr>
            <p:cNvSpPr/>
            <p:nvPr/>
          </p:nvSpPr>
          <p:spPr>
            <a:xfrm>
              <a:off x="6131829" y="3515253"/>
              <a:ext cx="2866" cy="4299"/>
            </a:xfrm>
            <a:custGeom>
              <a:avLst/>
              <a:gdLst>
                <a:gd name="csX0" fmla="*/ 2866 w 2866"/>
                <a:gd name="csY0" fmla="*/ 2866 h 4299"/>
                <a:gd name="csX1" fmla="*/ 1433 w 2866"/>
                <a:gd name="csY1" fmla="*/ 4300 h 4299"/>
                <a:gd name="csX2" fmla="*/ 956 w 2866"/>
                <a:gd name="csY2" fmla="*/ 4300 h 4299"/>
                <a:gd name="csX3" fmla="*/ 0 w 2866"/>
                <a:gd name="csY3" fmla="*/ 2389 h 4299"/>
                <a:gd name="csX4" fmla="*/ 956 w 2866"/>
                <a:gd name="csY4" fmla="*/ 1433 h 4299"/>
                <a:gd name="csX5" fmla="*/ 1911 w 2866"/>
                <a:gd name="csY5" fmla="*/ 0 h 4299"/>
                <a:gd name="csX6" fmla="*/ 2389 w 2866"/>
                <a:gd name="csY6" fmla="*/ 478 h 4299"/>
                <a:gd name="csX7" fmla="*/ 2866 w 2866"/>
                <a:gd name="csY7" fmla="*/ 1433 h 4299"/>
                <a:gd name="csX8" fmla="*/ 2866 w 2866"/>
                <a:gd name="csY8" fmla="*/ 286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4299">
                  <a:moveTo>
                    <a:pt x="2866" y="2866"/>
                  </a:moveTo>
                  <a:lnTo>
                    <a:pt x="1433" y="4300"/>
                  </a:lnTo>
                  <a:lnTo>
                    <a:pt x="956" y="4300"/>
                  </a:lnTo>
                  <a:lnTo>
                    <a:pt x="0" y="2389"/>
                  </a:lnTo>
                  <a:lnTo>
                    <a:pt x="956" y="1433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2866" y="1433"/>
                  </a:lnTo>
                  <a:lnTo>
                    <a:pt x="286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" name="Freeform 4104">
              <a:extLst>
                <a:ext uri="{FF2B5EF4-FFF2-40B4-BE49-F238E27FC236}">
                  <a16:creationId xmlns:a16="http://schemas.microsoft.com/office/drawing/2014/main" id="{18D7F6CA-9E37-19AF-3124-EE1B9872D163}"/>
                </a:ext>
              </a:extLst>
            </p:cNvPr>
            <p:cNvSpPr/>
            <p:nvPr/>
          </p:nvSpPr>
          <p:spPr>
            <a:xfrm>
              <a:off x="6079278" y="3517641"/>
              <a:ext cx="19109" cy="18153"/>
            </a:xfrm>
            <a:custGeom>
              <a:avLst/>
              <a:gdLst>
                <a:gd name="csX0" fmla="*/ 15765 w 19109"/>
                <a:gd name="csY0" fmla="*/ 0 h 18153"/>
                <a:gd name="csX1" fmla="*/ 16243 w 19109"/>
                <a:gd name="csY1" fmla="*/ 1911 h 18153"/>
                <a:gd name="csX2" fmla="*/ 17198 w 19109"/>
                <a:gd name="csY2" fmla="*/ 5255 h 18153"/>
                <a:gd name="csX3" fmla="*/ 19109 w 19109"/>
                <a:gd name="csY3" fmla="*/ 9555 h 18153"/>
                <a:gd name="csX4" fmla="*/ 18154 w 19109"/>
                <a:gd name="csY4" fmla="*/ 10988 h 18153"/>
                <a:gd name="csX5" fmla="*/ 18632 w 19109"/>
                <a:gd name="csY5" fmla="*/ 12899 h 18153"/>
                <a:gd name="csX6" fmla="*/ 18154 w 19109"/>
                <a:gd name="csY6" fmla="*/ 15287 h 18153"/>
                <a:gd name="csX7" fmla="*/ 15287 w 19109"/>
                <a:gd name="csY7" fmla="*/ 17676 h 18153"/>
                <a:gd name="csX8" fmla="*/ 11466 w 19109"/>
                <a:gd name="csY8" fmla="*/ 18154 h 18153"/>
                <a:gd name="csX9" fmla="*/ 7644 w 19109"/>
                <a:gd name="csY9" fmla="*/ 16721 h 18153"/>
                <a:gd name="csX10" fmla="*/ 2389 w 19109"/>
                <a:gd name="csY10" fmla="*/ 14332 h 18153"/>
                <a:gd name="csX11" fmla="*/ 1911 w 19109"/>
                <a:gd name="csY11" fmla="*/ 12899 h 18153"/>
                <a:gd name="csX12" fmla="*/ 1433 w 19109"/>
                <a:gd name="csY12" fmla="*/ 12421 h 18153"/>
                <a:gd name="csX13" fmla="*/ 0 w 19109"/>
                <a:gd name="csY13" fmla="*/ 8121 h 18153"/>
                <a:gd name="csX14" fmla="*/ 0 w 19109"/>
                <a:gd name="csY14" fmla="*/ 3344 h 18153"/>
                <a:gd name="csX15" fmla="*/ 2866 w 19109"/>
                <a:gd name="csY15" fmla="*/ 2389 h 18153"/>
                <a:gd name="csX16" fmla="*/ 8599 w 19109"/>
                <a:gd name="csY16" fmla="*/ 0 h 18153"/>
                <a:gd name="csX17" fmla="*/ 10032 w 19109"/>
                <a:gd name="csY17" fmla="*/ 478 h 18153"/>
                <a:gd name="csX18" fmla="*/ 10988 w 19109"/>
                <a:gd name="csY18" fmla="*/ 1911 h 18153"/>
                <a:gd name="csX19" fmla="*/ 12899 w 19109"/>
                <a:gd name="csY19" fmla="*/ 1911 h 18153"/>
                <a:gd name="csX20" fmla="*/ 15287 w 19109"/>
                <a:gd name="csY20" fmla="*/ 0 h 18153"/>
                <a:gd name="csX21" fmla="*/ 15765 w 19109"/>
                <a:gd name="csY21" fmla="*/ 0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9109" h="18153">
                  <a:moveTo>
                    <a:pt x="15765" y="0"/>
                  </a:moveTo>
                  <a:lnTo>
                    <a:pt x="16243" y="1911"/>
                  </a:lnTo>
                  <a:lnTo>
                    <a:pt x="17198" y="5255"/>
                  </a:lnTo>
                  <a:lnTo>
                    <a:pt x="19109" y="9555"/>
                  </a:lnTo>
                  <a:lnTo>
                    <a:pt x="18154" y="10988"/>
                  </a:lnTo>
                  <a:lnTo>
                    <a:pt x="18632" y="12899"/>
                  </a:lnTo>
                  <a:lnTo>
                    <a:pt x="18154" y="15287"/>
                  </a:lnTo>
                  <a:lnTo>
                    <a:pt x="15287" y="17676"/>
                  </a:lnTo>
                  <a:lnTo>
                    <a:pt x="11466" y="18154"/>
                  </a:lnTo>
                  <a:lnTo>
                    <a:pt x="7644" y="16721"/>
                  </a:lnTo>
                  <a:lnTo>
                    <a:pt x="2389" y="14332"/>
                  </a:lnTo>
                  <a:lnTo>
                    <a:pt x="1911" y="12899"/>
                  </a:lnTo>
                  <a:lnTo>
                    <a:pt x="1433" y="12421"/>
                  </a:lnTo>
                  <a:lnTo>
                    <a:pt x="0" y="8121"/>
                  </a:lnTo>
                  <a:lnTo>
                    <a:pt x="0" y="3344"/>
                  </a:lnTo>
                  <a:lnTo>
                    <a:pt x="2866" y="2389"/>
                  </a:lnTo>
                  <a:lnTo>
                    <a:pt x="8599" y="0"/>
                  </a:lnTo>
                  <a:lnTo>
                    <a:pt x="10032" y="478"/>
                  </a:lnTo>
                  <a:lnTo>
                    <a:pt x="10988" y="1911"/>
                  </a:lnTo>
                  <a:lnTo>
                    <a:pt x="12899" y="1911"/>
                  </a:lnTo>
                  <a:lnTo>
                    <a:pt x="15287" y="0"/>
                  </a:lnTo>
                  <a:lnTo>
                    <a:pt x="1576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6" name="Freeform 4105">
              <a:extLst>
                <a:ext uri="{FF2B5EF4-FFF2-40B4-BE49-F238E27FC236}">
                  <a16:creationId xmlns:a16="http://schemas.microsoft.com/office/drawing/2014/main" id="{6CB225EA-29E2-4B9A-35BC-C03A876C57D7}"/>
                </a:ext>
              </a:extLst>
            </p:cNvPr>
            <p:cNvSpPr/>
            <p:nvPr/>
          </p:nvSpPr>
          <p:spPr>
            <a:xfrm>
              <a:off x="6174824" y="3527674"/>
              <a:ext cx="9076" cy="9554"/>
            </a:xfrm>
            <a:custGeom>
              <a:avLst/>
              <a:gdLst>
                <a:gd name="csX0" fmla="*/ 8121 w 9076"/>
                <a:gd name="csY0" fmla="*/ 8599 h 9554"/>
                <a:gd name="csX1" fmla="*/ 7166 w 9076"/>
                <a:gd name="csY1" fmla="*/ 9555 h 9554"/>
                <a:gd name="csX2" fmla="*/ 4300 w 9076"/>
                <a:gd name="csY2" fmla="*/ 8599 h 9554"/>
                <a:gd name="csX3" fmla="*/ 0 w 9076"/>
                <a:gd name="csY3" fmla="*/ 6211 h 9554"/>
                <a:gd name="csX4" fmla="*/ 478 w 9076"/>
                <a:gd name="csY4" fmla="*/ 1911 h 9554"/>
                <a:gd name="csX5" fmla="*/ 1911 w 9076"/>
                <a:gd name="csY5" fmla="*/ 0 h 9554"/>
                <a:gd name="csX6" fmla="*/ 9077 w 9076"/>
                <a:gd name="csY6" fmla="*/ 4777 h 9554"/>
                <a:gd name="csX7" fmla="*/ 9077 w 9076"/>
                <a:gd name="csY7" fmla="*/ 6688 h 9554"/>
                <a:gd name="csX8" fmla="*/ 8121 w 9076"/>
                <a:gd name="csY8" fmla="*/ 8599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076" h="9554">
                  <a:moveTo>
                    <a:pt x="8121" y="8599"/>
                  </a:moveTo>
                  <a:lnTo>
                    <a:pt x="7166" y="9555"/>
                  </a:lnTo>
                  <a:lnTo>
                    <a:pt x="4300" y="8599"/>
                  </a:lnTo>
                  <a:lnTo>
                    <a:pt x="0" y="6211"/>
                  </a:lnTo>
                  <a:lnTo>
                    <a:pt x="478" y="1911"/>
                  </a:lnTo>
                  <a:lnTo>
                    <a:pt x="1911" y="0"/>
                  </a:lnTo>
                  <a:lnTo>
                    <a:pt x="9077" y="4777"/>
                  </a:lnTo>
                  <a:lnTo>
                    <a:pt x="9077" y="6688"/>
                  </a:lnTo>
                  <a:lnTo>
                    <a:pt x="8121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" name="Freeform 4106">
              <a:extLst>
                <a:ext uri="{FF2B5EF4-FFF2-40B4-BE49-F238E27FC236}">
                  <a16:creationId xmlns:a16="http://schemas.microsoft.com/office/drawing/2014/main" id="{CF32E0D5-9E79-6BD9-968D-6F63DF40F4D6}"/>
                </a:ext>
              </a:extLst>
            </p:cNvPr>
            <p:cNvSpPr/>
            <p:nvPr/>
          </p:nvSpPr>
          <p:spPr>
            <a:xfrm>
              <a:off x="6094566" y="3531973"/>
              <a:ext cx="6210" cy="13376"/>
            </a:xfrm>
            <a:custGeom>
              <a:avLst/>
              <a:gdLst>
                <a:gd name="csX0" fmla="*/ 1911 w 6210"/>
                <a:gd name="csY0" fmla="*/ 12899 h 13376"/>
                <a:gd name="csX1" fmla="*/ 956 w 6210"/>
                <a:gd name="csY1" fmla="*/ 13376 h 13376"/>
                <a:gd name="csX2" fmla="*/ 0 w 6210"/>
                <a:gd name="csY2" fmla="*/ 10510 h 13376"/>
                <a:gd name="csX3" fmla="*/ 0 w 6210"/>
                <a:gd name="csY3" fmla="*/ 10032 h 13376"/>
                <a:gd name="csX4" fmla="*/ 1433 w 6210"/>
                <a:gd name="csY4" fmla="*/ 8121 h 13376"/>
                <a:gd name="csX5" fmla="*/ 1911 w 6210"/>
                <a:gd name="csY5" fmla="*/ 6210 h 13376"/>
                <a:gd name="csX6" fmla="*/ 4299 w 6210"/>
                <a:gd name="csY6" fmla="*/ 3344 h 13376"/>
                <a:gd name="csX7" fmla="*/ 5733 w 6210"/>
                <a:gd name="csY7" fmla="*/ 0 h 13376"/>
                <a:gd name="csX8" fmla="*/ 6210 w 6210"/>
                <a:gd name="csY8" fmla="*/ 478 h 13376"/>
                <a:gd name="csX9" fmla="*/ 5733 w 6210"/>
                <a:gd name="csY9" fmla="*/ 3344 h 13376"/>
                <a:gd name="csX10" fmla="*/ 2866 w 6210"/>
                <a:gd name="csY10" fmla="*/ 11465 h 13376"/>
                <a:gd name="csX11" fmla="*/ 1911 w 6210"/>
                <a:gd name="csY11" fmla="*/ 12899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210" h="13376">
                  <a:moveTo>
                    <a:pt x="1911" y="12899"/>
                  </a:moveTo>
                  <a:lnTo>
                    <a:pt x="956" y="13376"/>
                  </a:lnTo>
                  <a:lnTo>
                    <a:pt x="0" y="10510"/>
                  </a:lnTo>
                  <a:lnTo>
                    <a:pt x="0" y="10032"/>
                  </a:lnTo>
                  <a:lnTo>
                    <a:pt x="1433" y="8121"/>
                  </a:lnTo>
                  <a:lnTo>
                    <a:pt x="1911" y="6210"/>
                  </a:lnTo>
                  <a:lnTo>
                    <a:pt x="4299" y="3344"/>
                  </a:lnTo>
                  <a:lnTo>
                    <a:pt x="5733" y="0"/>
                  </a:lnTo>
                  <a:lnTo>
                    <a:pt x="6210" y="478"/>
                  </a:lnTo>
                  <a:lnTo>
                    <a:pt x="5733" y="3344"/>
                  </a:lnTo>
                  <a:lnTo>
                    <a:pt x="2866" y="11465"/>
                  </a:lnTo>
                  <a:lnTo>
                    <a:pt x="1911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8" name="Freeform 4107">
              <a:extLst>
                <a:ext uri="{FF2B5EF4-FFF2-40B4-BE49-F238E27FC236}">
                  <a16:creationId xmlns:a16="http://schemas.microsoft.com/office/drawing/2014/main" id="{5E1931E9-1B3F-A4E1-8759-B8D42A2BF144}"/>
                </a:ext>
              </a:extLst>
            </p:cNvPr>
            <p:cNvSpPr/>
            <p:nvPr/>
          </p:nvSpPr>
          <p:spPr>
            <a:xfrm>
              <a:off x="6077367" y="3534840"/>
              <a:ext cx="5732" cy="6210"/>
            </a:xfrm>
            <a:custGeom>
              <a:avLst/>
              <a:gdLst>
                <a:gd name="csX0" fmla="*/ 5733 w 5732"/>
                <a:gd name="csY0" fmla="*/ 5733 h 6210"/>
                <a:gd name="csX1" fmla="*/ 3822 w 5732"/>
                <a:gd name="csY1" fmla="*/ 6211 h 6210"/>
                <a:gd name="csX2" fmla="*/ 2867 w 5732"/>
                <a:gd name="csY2" fmla="*/ 5733 h 6210"/>
                <a:gd name="csX3" fmla="*/ 956 w 5732"/>
                <a:gd name="csY3" fmla="*/ 5255 h 6210"/>
                <a:gd name="csX4" fmla="*/ 0 w 5732"/>
                <a:gd name="csY4" fmla="*/ 478 h 6210"/>
                <a:gd name="csX5" fmla="*/ 478 w 5732"/>
                <a:gd name="csY5" fmla="*/ 0 h 6210"/>
                <a:gd name="csX6" fmla="*/ 1433 w 5732"/>
                <a:gd name="csY6" fmla="*/ 478 h 6210"/>
                <a:gd name="csX7" fmla="*/ 4777 w 5732"/>
                <a:gd name="csY7" fmla="*/ 2866 h 6210"/>
                <a:gd name="csX8" fmla="*/ 5733 w 5732"/>
                <a:gd name="csY8" fmla="*/ 5255 h 6210"/>
                <a:gd name="csX9" fmla="*/ 5733 w 5732"/>
                <a:gd name="csY9" fmla="*/ 57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6210">
                  <a:moveTo>
                    <a:pt x="5733" y="5733"/>
                  </a:moveTo>
                  <a:lnTo>
                    <a:pt x="3822" y="6211"/>
                  </a:lnTo>
                  <a:lnTo>
                    <a:pt x="2867" y="5733"/>
                  </a:lnTo>
                  <a:lnTo>
                    <a:pt x="956" y="5255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4777" y="2866"/>
                  </a:lnTo>
                  <a:lnTo>
                    <a:pt x="5733" y="5255"/>
                  </a:lnTo>
                  <a:lnTo>
                    <a:pt x="5733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9" name="Freeform 4108">
              <a:extLst>
                <a:ext uri="{FF2B5EF4-FFF2-40B4-BE49-F238E27FC236}">
                  <a16:creationId xmlns:a16="http://schemas.microsoft.com/office/drawing/2014/main" id="{6335E2DA-D8B2-241C-3CAB-C2C6FAD37506}"/>
                </a:ext>
              </a:extLst>
            </p:cNvPr>
            <p:cNvSpPr/>
            <p:nvPr/>
          </p:nvSpPr>
          <p:spPr>
            <a:xfrm>
              <a:off x="6124185" y="3535317"/>
              <a:ext cx="8599" cy="5255"/>
            </a:xfrm>
            <a:custGeom>
              <a:avLst/>
              <a:gdLst>
                <a:gd name="csX0" fmla="*/ 8599 w 8599"/>
                <a:gd name="csY0" fmla="*/ 2866 h 5255"/>
                <a:gd name="csX1" fmla="*/ 7644 w 8599"/>
                <a:gd name="csY1" fmla="*/ 3344 h 5255"/>
                <a:gd name="csX2" fmla="*/ 4777 w 8599"/>
                <a:gd name="csY2" fmla="*/ 2866 h 5255"/>
                <a:gd name="csX3" fmla="*/ 955 w 8599"/>
                <a:gd name="csY3" fmla="*/ 5255 h 5255"/>
                <a:gd name="csX4" fmla="*/ 0 w 8599"/>
                <a:gd name="csY4" fmla="*/ 4777 h 5255"/>
                <a:gd name="csX5" fmla="*/ 478 w 8599"/>
                <a:gd name="csY5" fmla="*/ 3344 h 5255"/>
                <a:gd name="csX6" fmla="*/ 955 w 8599"/>
                <a:gd name="csY6" fmla="*/ 2866 h 5255"/>
                <a:gd name="csX7" fmla="*/ 1911 w 8599"/>
                <a:gd name="csY7" fmla="*/ 1911 h 5255"/>
                <a:gd name="csX8" fmla="*/ 2866 w 8599"/>
                <a:gd name="csY8" fmla="*/ 1433 h 5255"/>
                <a:gd name="csX9" fmla="*/ 2866 w 8599"/>
                <a:gd name="csY9" fmla="*/ 0 h 5255"/>
                <a:gd name="csX10" fmla="*/ 3822 w 8599"/>
                <a:gd name="csY10" fmla="*/ 478 h 5255"/>
                <a:gd name="csX11" fmla="*/ 5733 w 8599"/>
                <a:gd name="csY11" fmla="*/ 956 h 5255"/>
                <a:gd name="csX12" fmla="*/ 6688 w 8599"/>
                <a:gd name="csY12" fmla="*/ 1433 h 5255"/>
                <a:gd name="csX13" fmla="*/ 7644 w 8599"/>
                <a:gd name="csY13" fmla="*/ 1911 h 5255"/>
                <a:gd name="csX14" fmla="*/ 8599 w 8599"/>
                <a:gd name="csY14" fmla="*/ 2866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599" h="5255">
                  <a:moveTo>
                    <a:pt x="8599" y="2866"/>
                  </a:moveTo>
                  <a:lnTo>
                    <a:pt x="7644" y="3344"/>
                  </a:lnTo>
                  <a:lnTo>
                    <a:pt x="4777" y="2866"/>
                  </a:lnTo>
                  <a:lnTo>
                    <a:pt x="955" y="5255"/>
                  </a:lnTo>
                  <a:lnTo>
                    <a:pt x="0" y="4777"/>
                  </a:lnTo>
                  <a:lnTo>
                    <a:pt x="478" y="3344"/>
                  </a:lnTo>
                  <a:lnTo>
                    <a:pt x="955" y="2866"/>
                  </a:lnTo>
                  <a:lnTo>
                    <a:pt x="1911" y="1911"/>
                  </a:lnTo>
                  <a:lnTo>
                    <a:pt x="2866" y="1433"/>
                  </a:lnTo>
                  <a:lnTo>
                    <a:pt x="2866" y="0"/>
                  </a:lnTo>
                  <a:lnTo>
                    <a:pt x="3822" y="478"/>
                  </a:lnTo>
                  <a:lnTo>
                    <a:pt x="5733" y="956"/>
                  </a:lnTo>
                  <a:lnTo>
                    <a:pt x="6688" y="1433"/>
                  </a:lnTo>
                  <a:lnTo>
                    <a:pt x="7644" y="1911"/>
                  </a:lnTo>
                  <a:lnTo>
                    <a:pt x="8599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0" name="Freeform 4109">
              <a:extLst>
                <a:ext uri="{FF2B5EF4-FFF2-40B4-BE49-F238E27FC236}">
                  <a16:creationId xmlns:a16="http://schemas.microsoft.com/office/drawing/2014/main" id="{1C5BF457-E879-02D0-AF62-1C81B8E8A603}"/>
                </a:ext>
              </a:extLst>
            </p:cNvPr>
            <p:cNvSpPr/>
            <p:nvPr/>
          </p:nvSpPr>
          <p:spPr>
            <a:xfrm>
              <a:off x="6085967" y="3538184"/>
              <a:ext cx="6210" cy="4299"/>
            </a:xfrm>
            <a:custGeom>
              <a:avLst/>
              <a:gdLst>
                <a:gd name="csX0" fmla="*/ 5733 w 6210"/>
                <a:gd name="csY0" fmla="*/ 3822 h 4299"/>
                <a:gd name="csX1" fmla="*/ 4299 w 6210"/>
                <a:gd name="csY1" fmla="*/ 4300 h 4299"/>
                <a:gd name="csX2" fmla="*/ 2866 w 6210"/>
                <a:gd name="csY2" fmla="*/ 3344 h 4299"/>
                <a:gd name="csX3" fmla="*/ 478 w 6210"/>
                <a:gd name="csY3" fmla="*/ 956 h 4299"/>
                <a:gd name="csX4" fmla="*/ 0 w 6210"/>
                <a:gd name="csY4" fmla="*/ 0 h 4299"/>
                <a:gd name="csX5" fmla="*/ 1433 w 6210"/>
                <a:gd name="csY5" fmla="*/ 478 h 4299"/>
                <a:gd name="csX6" fmla="*/ 2866 w 6210"/>
                <a:gd name="csY6" fmla="*/ 1911 h 4299"/>
                <a:gd name="csX7" fmla="*/ 4299 w 6210"/>
                <a:gd name="csY7" fmla="*/ 2389 h 4299"/>
                <a:gd name="csX8" fmla="*/ 6210 w 6210"/>
                <a:gd name="csY8" fmla="*/ 3344 h 4299"/>
                <a:gd name="csX9" fmla="*/ 5733 w 6210"/>
                <a:gd name="csY9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210" h="4299">
                  <a:moveTo>
                    <a:pt x="5733" y="3822"/>
                  </a:moveTo>
                  <a:lnTo>
                    <a:pt x="4299" y="4300"/>
                  </a:lnTo>
                  <a:lnTo>
                    <a:pt x="2866" y="3344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866" y="1911"/>
                  </a:lnTo>
                  <a:lnTo>
                    <a:pt x="4299" y="2389"/>
                  </a:lnTo>
                  <a:lnTo>
                    <a:pt x="6210" y="3344"/>
                  </a:lnTo>
                  <a:lnTo>
                    <a:pt x="57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1" name="Freeform 4110">
              <a:extLst>
                <a:ext uri="{FF2B5EF4-FFF2-40B4-BE49-F238E27FC236}">
                  <a16:creationId xmlns:a16="http://schemas.microsoft.com/office/drawing/2014/main" id="{E05B65F0-C1BE-9A26-6F5E-F38C576EA80C}"/>
                </a:ext>
              </a:extLst>
            </p:cNvPr>
            <p:cNvSpPr/>
            <p:nvPr/>
          </p:nvSpPr>
          <p:spPr>
            <a:xfrm>
              <a:off x="6102687" y="3538661"/>
              <a:ext cx="14331" cy="10032"/>
            </a:xfrm>
            <a:custGeom>
              <a:avLst/>
              <a:gdLst>
                <a:gd name="csX0" fmla="*/ 6210 w 14331"/>
                <a:gd name="csY0" fmla="*/ 1911 h 10032"/>
                <a:gd name="csX1" fmla="*/ 10032 w 14331"/>
                <a:gd name="csY1" fmla="*/ 3822 h 10032"/>
                <a:gd name="csX2" fmla="*/ 12421 w 14331"/>
                <a:gd name="csY2" fmla="*/ 3822 h 10032"/>
                <a:gd name="csX3" fmla="*/ 13854 w 14331"/>
                <a:gd name="csY3" fmla="*/ 4777 h 10032"/>
                <a:gd name="csX4" fmla="*/ 14332 w 14331"/>
                <a:gd name="csY4" fmla="*/ 5733 h 10032"/>
                <a:gd name="csX5" fmla="*/ 14332 w 14331"/>
                <a:gd name="csY5" fmla="*/ 8599 h 10032"/>
                <a:gd name="csX6" fmla="*/ 12898 w 14331"/>
                <a:gd name="csY6" fmla="*/ 9555 h 10032"/>
                <a:gd name="csX7" fmla="*/ 10988 w 14331"/>
                <a:gd name="csY7" fmla="*/ 9077 h 10032"/>
                <a:gd name="csX8" fmla="*/ 8121 w 14331"/>
                <a:gd name="csY8" fmla="*/ 10032 h 10032"/>
                <a:gd name="csX9" fmla="*/ 0 w 14331"/>
                <a:gd name="csY9" fmla="*/ 5733 h 10032"/>
                <a:gd name="csX10" fmla="*/ 0 w 14331"/>
                <a:gd name="csY10" fmla="*/ 1911 h 10032"/>
                <a:gd name="csX11" fmla="*/ 478 w 14331"/>
                <a:gd name="csY11" fmla="*/ 478 h 10032"/>
                <a:gd name="csX12" fmla="*/ 4299 w 14331"/>
                <a:gd name="csY12" fmla="*/ 0 h 10032"/>
                <a:gd name="csX13" fmla="*/ 6210 w 14331"/>
                <a:gd name="csY13" fmla="*/ 1911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4331" h="10032">
                  <a:moveTo>
                    <a:pt x="6210" y="1911"/>
                  </a:moveTo>
                  <a:lnTo>
                    <a:pt x="10032" y="3822"/>
                  </a:lnTo>
                  <a:lnTo>
                    <a:pt x="12421" y="3822"/>
                  </a:lnTo>
                  <a:lnTo>
                    <a:pt x="13854" y="4777"/>
                  </a:lnTo>
                  <a:lnTo>
                    <a:pt x="14332" y="5733"/>
                  </a:lnTo>
                  <a:lnTo>
                    <a:pt x="14332" y="8599"/>
                  </a:lnTo>
                  <a:lnTo>
                    <a:pt x="12898" y="9555"/>
                  </a:lnTo>
                  <a:lnTo>
                    <a:pt x="10988" y="9077"/>
                  </a:lnTo>
                  <a:lnTo>
                    <a:pt x="8121" y="10032"/>
                  </a:lnTo>
                  <a:lnTo>
                    <a:pt x="0" y="5733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4299" y="0"/>
                  </a:lnTo>
                  <a:lnTo>
                    <a:pt x="621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2" name="Freeform 4111">
              <a:extLst>
                <a:ext uri="{FF2B5EF4-FFF2-40B4-BE49-F238E27FC236}">
                  <a16:creationId xmlns:a16="http://schemas.microsoft.com/office/drawing/2014/main" id="{E7906DA1-896D-7C8C-13EE-827BB6AC977B}"/>
                </a:ext>
              </a:extLst>
            </p:cNvPr>
            <p:cNvSpPr/>
            <p:nvPr/>
          </p:nvSpPr>
          <p:spPr>
            <a:xfrm>
              <a:off x="4664244" y="4448258"/>
              <a:ext cx="4777" cy="7643"/>
            </a:xfrm>
            <a:custGeom>
              <a:avLst/>
              <a:gdLst>
                <a:gd name="csX0" fmla="*/ 4300 w 4777"/>
                <a:gd name="csY0" fmla="*/ 7166 h 7643"/>
                <a:gd name="csX1" fmla="*/ 2389 w 4777"/>
                <a:gd name="csY1" fmla="*/ 7644 h 7643"/>
                <a:gd name="csX2" fmla="*/ 1433 w 4777"/>
                <a:gd name="csY2" fmla="*/ 4777 h 7643"/>
                <a:gd name="csX3" fmla="*/ 0 w 4777"/>
                <a:gd name="csY3" fmla="*/ 2389 h 7643"/>
                <a:gd name="csX4" fmla="*/ 478 w 4777"/>
                <a:gd name="csY4" fmla="*/ 956 h 7643"/>
                <a:gd name="csX5" fmla="*/ 956 w 4777"/>
                <a:gd name="csY5" fmla="*/ 0 h 7643"/>
                <a:gd name="csX6" fmla="*/ 3344 w 4777"/>
                <a:gd name="csY6" fmla="*/ 956 h 7643"/>
                <a:gd name="csX7" fmla="*/ 4300 w 4777"/>
                <a:gd name="csY7" fmla="*/ 2389 h 7643"/>
                <a:gd name="csX8" fmla="*/ 4777 w 4777"/>
                <a:gd name="csY8" fmla="*/ 5255 h 7643"/>
                <a:gd name="csX9" fmla="*/ 4300 w 4777"/>
                <a:gd name="csY9" fmla="*/ 7166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7643">
                  <a:moveTo>
                    <a:pt x="4300" y="7166"/>
                  </a:moveTo>
                  <a:lnTo>
                    <a:pt x="2389" y="7644"/>
                  </a:lnTo>
                  <a:lnTo>
                    <a:pt x="1433" y="4777"/>
                  </a:lnTo>
                  <a:lnTo>
                    <a:pt x="0" y="2389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3344" y="956"/>
                  </a:lnTo>
                  <a:lnTo>
                    <a:pt x="4300" y="2389"/>
                  </a:lnTo>
                  <a:lnTo>
                    <a:pt x="4777" y="5255"/>
                  </a:lnTo>
                  <a:lnTo>
                    <a:pt x="4300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3" name="Freeform 4112">
              <a:extLst>
                <a:ext uri="{FF2B5EF4-FFF2-40B4-BE49-F238E27FC236}">
                  <a16:creationId xmlns:a16="http://schemas.microsoft.com/office/drawing/2014/main" id="{C8243A75-1C49-2043-5A8B-C11CA8963BE3}"/>
                </a:ext>
              </a:extLst>
            </p:cNvPr>
            <p:cNvSpPr/>
            <p:nvPr/>
          </p:nvSpPr>
          <p:spPr>
            <a:xfrm>
              <a:off x="4460253" y="4367044"/>
              <a:ext cx="68315" cy="43473"/>
            </a:xfrm>
            <a:custGeom>
              <a:avLst/>
              <a:gdLst>
                <a:gd name="csX0" fmla="*/ 0 w 68315"/>
                <a:gd name="csY0" fmla="*/ 3822 h 43473"/>
                <a:gd name="csX1" fmla="*/ 956 w 68315"/>
                <a:gd name="csY1" fmla="*/ 3344 h 43473"/>
                <a:gd name="csX2" fmla="*/ 1433 w 68315"/>
                <a:gd name="csY2" fmla="*/ 2389 h 43473"/>
                <a:gd name="csX3" fmla="*/ 2389 w 68315"/>
                <a:gd name="csY3" fmla="*/ 1433 h 43473"/>
                <a:gd name="csX4" fmla="*/ 3344 w 68315"/>
                <a:gd name="csY4" fmla="*/ 956 h 43473"/>
                <a:gd name="csX5" fmla="*/ 4300 w 68315"/>
                <a:gd name="csY5" fmla="*/ 478 h 43473"/>
                <a:gd name="csX6" fmla="*/ 6688 w 68315"/>
                <a:gd name="csY6" fmla="*/ 478 h 43473"/>
                <a:gd name="csX7" fmla="*/ 10032 w 68315"/>
                <a:gd name="csY7" fmla="*/ 1433 h 43473"/>
                <a:gd name="csX8" fmla="*/ 10988 w 68315"/>
                <a:gd name="csY8" fmla="*/ 1433 h 43473"/>
                <a:gd name="csX9" fmla="*/ 13854 w 68315"/>
                <a:gd name="csY9" fmla="*/ 478 h 43473"/>
                <a:gd name="csX10" fmla="*/ 16243 w 68315"/>
                <a:gd name="csY10" fmla="*/ 0 h 43473"/>
                <a:gd name="csX11" fmla="*/ 18632 w 68315"/>
                <a:gd name="csY11" fmla="*/ 478 h 43473"/>
                <a:gd name="csX12" fmla="*/ 19587 w 68315"/>
                <a:gd name="csY12" fmla="*/ 1433 h 43473"/>
                <a:gd name="csX13" fmla="*/ 21498 w 68315"/>
                <a:gd name="csY13" fmla="*/ 2389 h 43473"/>
                <a:gd name="csX14" fmla="*/ 22453 w 68315"/>
                <a:gd name="csY14" fmla="*/ 2866 h 43473"/>
                <a:gd name="csX15" fmla="*/ 25798 w 68315"/>
                <a:gd name="csY15" fmla="*/ 2866 h 43473"/>
                <a:gd name="csX16" fmla="*/ 26753 w 68315"/>
                <a:gd name="csY16" fmla="*/ 2866 h 43473"/>
                <a:gd name="csX17" fmla="*/ 29142 w 68315"/>
                <a:gd name="csY17" fmla="*/ 4777 h 43473"/>
                <a:gd name="csX18" fmla="*/ 31530 w 68315"/>
                <a:gd name="csY18" fmla="*/ 5255 h 43473"/>
                <a:gd name="csX19" fmla="*/ 32963 w 68315"/>
                <a:gd name="csY19" fmla="*/ 5255 h 43473"/>
                <a:gd name="csX20" fmla="*/ 34874 w 68315"/>
                <a:gd name="csY20" fmla="*/ 4777 h 43473"/>
                <a:gd name="csX21" fmla="*/ 36308 w 68315"/>
                <a:gd name="csY21" fmla="*/ 4777 h 43473"/>
                <a:gd name="csX22" fmla="*/ 37263 w 68315"/>
                <a:gd name="csY22" fmla="*/ 6210 h 43473"/>
                <a:gd name="csX23" fmla="*/ 37741 w 68315"/>
                <a:gd name="csY23" fmla="*/ 8599 h 43473"/>
                <a:gd name="csX24" fmla="*/ 38696 w 68315"/>
                <a:gd name="csY24" fmla="*/ 10510 h 43473"/>
                <a:gd name="csX25" fmla="*/ 40607 w 68315"/>
                <a:gd name="csY25" fmla="*/ 11943 h 43473"/>
                <a:gd name="csX26" fmla="*/ 48728 w 68315"/>
                <a:gd name="csY26" fmla="*/ 11466 h 43473"/>
                <a:gd name="csX27" fmla="*/ 50639 w 68315"/>
                <a:gd name="csY27" fmla="*/ 12421 h 43473"/>
                <a:gd name="csX28" fmla="*/ 49684 w 68315"/>
                <a:gd name="csY28" fmla="*/ 13376 h 43473"/>
                <a:gd name="csX29" fmla="*/ 48728 w 68315"/>
                <a:gd name="csY29" fmla="*/ 13854 h 43473"/>
                <a:gd name="csX30" fmla="*/ 44907 w 68315"/>
                <a:gd name="csY30" fmla="*/ 13376 h 43473"/>
                <a:gd name="csX31" fmla="*/ 42996 w 68315"/>
                <a:gd name="csY31" fmla="*/ 13854 h 43473"/>
                <a:gd name="csX32" fmla="*/ 42996 w 68315"/>
                <a:gd name="csY32" fmla="*/ 14809 h 43473"/>
                <a:gd name="csX33" fmla="*/ 42518 w 68315"/>
                <a:gd name="csY33" fmla="*/ 15287 h 43473"/>
                <a:gd name="csX34" fmla="*/ 44907 w 68315"/>
                <a:gd name="csY34" fmla="*/ 15765 h 43473"/>
                <a:gd name="csX35" fmla="*/ 47295 w 68315"/>
                <a:gd name="csY35" fmla="*/ 15765 h 43473"/>
                <a:gd name="csX36" fmla="*/ 49684 w 68315"/>
                <a:gd name="csY36" fmla="*/ 16721 h 43473"/>
                <a:gd name="csX37" fmla="*/ 52073 w 68315"/>
                <a:gd name="csY37" fmla="*/ 17198 h 43473"/>
                <a:gd name="csX38" fmla="*/ 54461 w 68315"/>
                <a:gd name="csY38" fmla="*/ 17198 h 43473"/>
                <a:gd name="csX39" fmla="*/ 57328 w 68315"/>
                <a:gd name="csY39" fmla="*/ 17676 h 43473"/>
                <a:gd name="csX40" fmla="*/ 61150 w 68315"/>
                <a:gd name="csY40" fmla="*/ 19587 h 43473"/>
                <a:gd name="csX41" fmla="*/ 65927 w 68315"/>
                <a:gd name="csY41" fmla="*/ 22931 h 43473"/>
                <a:gd name="csX42" fmla="*/ 67360 w 68315"/>
                <a:gd name="csY42" fmla="*/ 23886 h 43473"/>
                <a:gd name="csX43" fmla="*/ 68316 w 68315"/>
                <a:gd name="csY43" fmla="*/ 24842 h 43473"/>
                <a:gd name="csX44" fmla="*/ 67838 w 68315"/>
                <a:gd name="csY44" fmla="*/ 26275 h 43473"/>
                <a:gd name="csX45" fmla="*/ 65927 w 68315"/>
                <a:gd name="csY45" fmla="*/ 28664 h 43473"/>
                <a:gd name="csX46" fmla="*/ 64971 w 68315"/>
                <a:gd name="csY46" fmla="*/ 29619 h 43473"/>
                <a:gd name="csX47" fmla="*/ 64016 w 68315"/>
                <a:gd name="csY47" fmla="*/ 30097 h 43473"/>
                <a:gd name="csX48" fmla="*/ 63060 w 68315"/>
                <a:gd name="csY48" fmla="*/ 31052 h 43473"/>
                <a:gd name="csX49" fmla="*/ 62105 w 68315"/>
                <a:gd name="csY49" fmla="*/ 32486 h 43473"/>
                <a:gd name="csX50" fmla="*/ 61150 w 68315"/>
                <a:gd name="csY50" fmla="*/ 32486 h 43473"/>
                <a:gd name="csX51" fmla="*/ 60672 w 68315"/>
                <a:gd name="csY51" fmla="*/ 32486 h 43473"/>
                <a:gd name="csX52" fmla="*/ 59716 w 68315"/>
                <a:gd name="csY52" fmla="*/ 31530 h 43473"/>
                <a:gd name="csX53" fmla="*/ 58761 w 68315"/>
                <a:gd name="csY53" fmla="*/ 30097 h 43473"/>
                <a:gd name="csX54" fmla="*/ 56372 w 68315"/>
                <a:gd name="csY54" fmla="*/ 29141 h 43473"/>
                <a:gd name="csX55" fmla="*/ 53506 w 68315"/>
                <a:gd name="csY55" fmla="*/ 29141 h 43473"/>
                <a:gd name="csX56" fmla="*/ 49684 w 68315"/>
                <a:gd name="csY56" fmla="*/ 28186 h 43473"/>
                <a:gd name="csX57" fmla="*/ 47295 w 68315"/>
                <a:gd name="csY57" fmla="*/ 28664 h 43473"/>
                <a:gd name="csX58" fmla="*/ 44907 w 68315"/>
                <a:gd name="csY58" fmla="*/ 28664 h 43473"/>
                <a:gd name="csX59" fmla="*/ 42518 w 68315"/>
                <a:gd name="csY59" fmla="*/ 28186 h 43473"/>
                <a:gd name="csX60" fmla="*/ 39652 w 68315"/>
                <a:gd name="csY60" fmla="*/ 28186 h 43473"/>
                <a:gd name="csX61" fmla="*/ 37263 w 68315"/>
                <a:gd name="csY61" fmla="*/ 28664 h 43473"/>
                <a:gd name="csX62" fmla="*/ 34874 w 68315"/>
                <a:gd name="csY62" fmla="*/ 29619 h 43473"/>
                <a:gd name="csX63" fmla="*/ 33919 w 68315"/>
                <a:gd name="csY63" fmla="*/ 30097 h 43473"/>
                <a:gd name="csX64" fmla="*/ 32486 w 68315"/>
                <a:gd name="csY64" fmla="*/ 31530 h 43473"/>
                <a:gd name="csX65" fmla="*/ 31530 w 68315"/>
                <a:gd name="csY65" fmla="*/ 32008 h 43473"/>
                <a:gd name="csX66" fmla="*/ 25798 w 68315"/>
                <a:gd name="csY66" fmla="*/ 32486 h 43473"/>
                <a:gd name="csX67" fmla="*/ 23886 w 68315"/>
                <a:gd name="csY67" fmla="*/ 31530 h 43473"/>
                <a:gd name="csX68" fmla="*/ 22453 w 68315"/>
                <a:gd name="csY68" fmla="*/ 30097 h 43473"/>
                <a:gd name="csX69" fmla="*/ 20065 w 68315"/>
                <a:gd name="csY69" fmla="*/ 30097 h 43473"/>
                <a:gd name="csX70" fmla="*/ 17198 w 68315"/>
                <a:gd name="csY70" fmla="*/ 31052 h 43473"/>
                <a:gd name="csX71" fmla="*/ 14810 w 68315"/>
                <a:gd name="csY71" fmla="*/ 31530 h 43473"/>
                <a:gd name="csX72" fmla="*/ 13854 w 68315"/>
                <a:gd name="csY72" fmla="*/ 32008 h 43473"/>
                <a:gd name="csX73" fmla="*/ 13854 w 68315"/>
                <a:gd name="csY73" fmla="*/ 32486 h 43473"/>
                <a:gd name="csX74" fmla="*/ 13854 w 68315"/>
                <a:gd name="csY74" fmla="*/ 34397 h 43473"/>
                <a:gd name="csX75" fmla="*/ 13377 w 68315"/>
                <a:gd name="csY75" fmla="*/ 35352 h 43473"/>
                <a:gd name="csX76" fmla="*/ 10032 w 68315"/>
                <a:gd name="csY76" fmla="*/ 39651 h 43473"/>
                <a:gd name="csX77" fmla="*/ 8599 w 68315"/>
                <a:gd name="csY77" fmla="*/ 42518 h 43473"/>
                <a:gd name="csX78" fmla="*/ 7644 w 68315"/>
                <a:gd name="csY78" fmla="*/ 43473 h 43473"/>
                <a:gd name="csX79" fmla="*/ 6688 w 68315"/>
                <a:gd name="csY79" fmla="*/ 43473 h 43473"/>
                <a:gd name="csX80" fmla="*/ 5255 w 68315"/>
                <a:gd name="csY80" fmla="*/ 42040 h 43473"/>
                <a:gd name="csX81" fmla="*/ 4300 w 68315"/>
                <a:gd name="csY81" fmla="*/ 41085 h 43473"/>
                <a:gd name="csX82" fmla="*/ 2867 w 68315"/>
                <a:gd name="csY82" fmla="*/ 41085 h 43473"/>
                <a:gd name="csX83" fmla="*/ 2389 w 68315"/>
                <a:gd name="csY83" fmla="*/ 40129 h 43473"/>
                <a:gd name="csX84" fmla="*/ 2389 w 68315"/>
                <a:gd name="csY84" fmla="*/ 38696 h 43473"/>
                <a:gd name="csX85" fmla="*/ 1911 w 68315"/>
                <a:gd name="csY85" fmla="*/ 37741 h 43473"/>
                <a:gd name="csX86" fmla="*/ 1433 w 68315"/>
                <a:gd name="csY86" fmla="*/ 36785 h 43473"/>
                <a:gd name="csX87" fmla="*/ 0 w 68315"/>
                <a:gd name="csY87" fmla="*/ 35830 h 43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</a:cxnLst>
              <a:rect l="l" t="t" r="r" b="b"/>
              <a:pathLst>
                <a:path w="68315" h="43473">
                  <a:moveTo>
                    <a:pt x="0" y="3822"/>
                  </a:moveTo>
                  <a:lnTo>
                    <a:pt x="956" y="3344"/>
                  </a:lnTo>
                  <a:lnTo>
                    <a:pt x="1433" y="2389"/>
                  </a:lnTo>
                  <a:lnTo>
                    <a:pt x="2389" y="1433"/>
                  </a:lnTo>
                  <a:lnTo>
                    <a:pt x="3344" y="956"/>
                  </a:lnTo>
                  <a:lnTo>
                    <a:pt x="4300" y="478"/>
                  </a:lnTo>
                  <a:lnTo>
                    <a:pt x="6688" y="478"/>
                  </a:lnTo>
                  <a:lnTo>
                    <a:pt x="10032" y="1433"/>
                  </a:lnTo>
                  <a:lnTo>
                    <a:pt x="10988" y="1433"/>
                  </a:lnTo>
                  <a:lnTo>
                    <a:pt x="13854" y="478"/>
                  </a:lnTo>
                  <a:lnTo>
                    <a:pt x="16243" y="0"/>
                  </a:lnTo>
                  <a:lnTo>
                    <a:pt x="18632" y="478"/>
                  </a:lnTo>
                  <a:lnTo>
                    <a:pt x="19587" y="1433"/>
                  </a:lnTo>
                  <a:lnTo>
                    <a:pt x="21498" y="2389"/>
                  </a:lnTo>
                  <a:lnTo>
                    <a:pt x="22453" y="2866"/>
                  </a:lnTo>
                  <a:lnTo>
                    <a:pt x="25798" y="2866"/>
                  </a:lnTo>
                  <a:lnTo>
                    <a:pt x="26753" y="2866"/>
                  </a:lnTo>
                  <a:lnTo>
                    <a:pt x="29142" y="4777"/>
                  </a:lnTo>
                  <a:lnTo>
                    <a:pt x="31530" y="5255"/>
                  </a:lnTo>
                  <a:lnTo>
                    <a:pt x="32963" y="5255"/>
                  </a:lnTo>
                  <a:lnTo>
                    <a:pt x="34874" y="4777"/>
                  </a:lnTo>
                  <a:lnTo>
                    <a:pt x="36308" y="4777"/>
                  </a:lnTo>
                  <a:lnTo>
                    <a:pt x="37263" y="6210"/>
                  </a:lnTo>
                  <a:lnTo>
                    <a:pt x="37741" y="8599"/>
                  </a:lnTo>
                  <a:lnTo>
                    <a:pt x="38696" y="10510"/>
                  </a:lnTo>
                  <a:lnTo>
                    <a:pt x="40607" y="11943"/>
                  </a:lnTo>
                  <a:lnTo>
                    <a:pt x="48728" y="11466"/>
                  </a:lnTo>
                  <a:lnTo>
                    <a:pt x="50639" y="12421"/>
                  </a:lnTo>
                  <a:lnTo>
                    <a:pt x="49684" y="13376"/>
                  </a:lnTo>
                  <a:lnTo>
                    <a:pt x="48728" y="13854"/>
                  </a:lnTo>
                  <a:lnTo>
                    <a:pt x="44907" y="13376"/>
                  </a:lnTo>
                  <a:lnTo>
                    <a:pt x="42996" y="13854"/>
                  </a:lnTo>
                  <a:lnTo>
                    <a:pt x="42996" y="14809"/>
                  </a:lnTo>
                  <a:lnTo>
                    <a:pt x="42518" y="15287"/>
                  </a:lnTo>
                  <a:lnTo>
                    <a:pt x="44907" y="15765"/>
                  </a:lnTo>
                  <a:lnTo>
                    <a:pt x="47295" y="15765"/>
                  </a:lnTo>
                  <a:lnTo>
                    <a:pt x="49684" y="16721"/>
                  </a:lnTo>
                  <a:lnTo>
                    <a:pt x="52073" y="17198"/>
                  </a:lnTo>
                  <a:lnTo>
                    <a:pt x="54461" y="17198"/>
                  </a:lnTo>
                  <a:lnTo>
                    <a:pt x="57328" y="17676"/>
                  </a:lnTo>
                  <a:lnTo>
                    <a:pt x="61150" y="19587"/>
                  </a:lnTo>
                  <a:lnTo>
                    <a:pt x="65927" y="22931"/>
                  </a:lnTo>
                  <a:lnTo>
                    <a:pt x="67360" y="23886"/>
                  </a:lnTo>
                  <a:lnTo>
                    <a:pt x="68316" y="24842"/>
                  </a:lnTo>
                  <a:lnTo>
                    <a:pt x="67838" y="26275"/>
                  </a:lnTo>
                  <a:lnTo>
                    <a:pt x="65927" y="28664"/>
                  </a:lnTo>
                  <a:lnTo>
                    <a:pt x="64971" y="29619"/>
                  </a:lnTo>
                  <a:lnTo>
                    <a:pt x="64016" y="30097"/>
                  </a:lnTo>
                  <a:lnTo>
                    <a:pt x="63060" y="31052"/>
                  </a:lnTo>
                  <a:lnTo>
                    <a:pt x="62105" y="32486"/>
                  </a:lnTo>
                  <a:lnTo>
                    <a:pt x="61150" y="32486"/>
                  </a:lnTo>
                  <a:lnTo>
                    <a:pt x="60672" y="32486"/>
                  </a:lnTo>
                  <a:lnTo>
                    <a:pt x="59716" y="31530"/>
                  </a:lnTo>
                  <a:lnTo>
                    <a:pt x="58761" y="30097"/>
                  </a:lnTo>
                  <a:lnTo>
                    <a:pt x="56372" y="29141"/>
                  </a:lnTo>
                  <a:lnTo>
                    <a:pt x="53506" y="29141"/>
                  </a:lnTo>
                  <a:lnTo>
                    <a:pt x="49684" y="28186"/>
                  </a:lnTo>
                  <a:lnTo>
                    <a:pt x="47295" y="28664"/>
                  </a:lnTo>
                  <a:lnTo>
                    <a:pt x="44907" y="28664"/>
                  </a:lnTo>
                  <a:lnTo>
                    <a:pt x="42518" y="28186"/>
                  </a:lnTo>
                  <a:lnTo>
                    <a:pt x="39652" y="28186"/>
                  </a:lnTo>
                  <a:lnTo>
                    <a:pt x="37263" y="28664"/>
                  </a:lnTo>
                  <a:lnTo>
                    <a:pt x="34874" y="29619"/>
                  </a:lnTo>
                  <a:lnTo>
                    <a:pt x="33919" y="30097"/>
                  </a:lnTo>
                  <a:lnTo>
                    <a:pt x="32486" y="31530"/>
                  </a:lnTo>
                  <a:lnTo>
                    <a:pt x="31530" y="32008"/>
                  </a:lnTo>
                  <a:lnTo>
                    <a:pt x="25798" y="32486"/>
                  </a:lnTo>
                  <a:lnTo>
                    <a:pt x="23886" y="31530"/>
                  </a:lnTo>
                  <a:lnTo>
                    <a:pt x="22453" y="30097"/>
                  </a:lnTo>
                  <a:lnTo>
                    <a:pt x="20065" y="30097"/>
                  </a:lnTo>
                  <a:lnTo>
                    <a:pt x="17198" y="31052"/>
                  </a:lnTo>
                  <a:lnTo>
                    <a:pt x="14810" y="31530"/>
                  </a:lnTo>
                  <a:lnTo>
                    <a:pt x="13854" y="32008"/>
                  </a:lnTo>
                  <a:lnTo>
                    <a:pt x="13854" y="32486"/>
                  </a:lnTo>
                  <a:lnTo>
                    <a:pt x="13854" y="34397"/>
                  </a:lnTo>
                  <a:lnTo>
                    <a:pt x="13377" y="35352"/>
                  </a:lnTo>
                  <a:lnTo>
                    <a:pt x="10032" y="39651"/>
                  </a:lnTo>
                  <a:lnTo>
                    <a:pt x="8599" y="42518"/>
                  </a:lnTo>
                  <a:lnTo>
                    <a:pt x="7644" y="43473"/>
                  </a:lnTo>
                  <a:lnTo>
                    <a:pt x="6688" y="43473"/>
                  </a:lnTo>
                  <a:lnTo>
                    <a:pt x="5255" y="42040"/>
                  </a:lnTo>
                  <a:lnTo>
                    <a:pt x="4300" y="41085"/>
                  </a:lnTo>
                  <a:lnTo>
                    <a:pt x="2867" y="41085"/>
                  </a:lnTo>
                  <a:lnTo>
                    <a:pt x="2389" y="40129"/>
                  </a:lnTo>
                  <a:lnTo>
                    <a:pt x="2389" y="38696"/>
                  </a:lnTo>
                  <a:lnTo>
                    <a:pt x="1911" y="37741"/>
                  </a:lnTo>
                  <a:lnTo>
                    <a:pt x="1433" y="36785"/>
                  </a:lnTo>
                  <a:lnTo>
                    <a:pt x="0" y="3583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" name="Freeform 4113">
              <a:extLst>
                <a:ext uri="{FF2B5EF4-FFF2-40B4-BE49-F238E27FC236}">
                  <a16:creationId xmlns:a16="http://schemas.microsoft.com/office/drawing/2014/main" id="{BB8BD9A5-D393-BA73-66CC-9E5B4979093D}"/>
                </a:ext>
              </a:extLst>
            </p:cNvPr>
            <p:cNvSpPr/>
            <p:nvPr/>
          </p:nvSpPr>
          <p:spPr>
            <a:xfrm>
              <a:off x="5839936" y="4011136"/>
              <a:ext cx="214022" cy="44906"/>
            </a:xfrm>
            <a:custGeom>
              <a:avLst/>
              <a:gdLst>
                <a:gd name="csX0" fmla="*/ 0 w 214022"/>
                <a:gd name="csY0" fmla="*/ 44907 h 44906"/>
                <a:gd name="csX1" fmla="*/ 3822 w 214022"/>
                <a:gd name="csY1" fmla="*/ 44907 h 44906"/>
                <a:gd name="csX2" fmla="*/ 5733 w 214022"/>
                <a:gd name="csY2" fmla="*/ 44907 h 44906"/>
                <a:gd name="csX3" fmla="*/ 10510 w 214022"/>
                <a:gd name="csY3" fmla="*/ 42996 h 44906"/>
                <a:gd name="csX4" fmla="*/ 14332 w 214022"/>
                <a:gd name="csY4" fmla="*/ 40129 h 44906"/>
                <a:gd name="csX5" fmla="*/ 17198 w 214022"/>
                <a:gd name="csY5" fmla="*/ 38696 h 44906"/>
                <a:gd name="csX6" fmla="*/ 20064 w 214022"/>
                <a:gd name="csY6" fmla="*/ 35830 h 44906"/>
                <a:gd name="csX7" fmla="*/ 21975 w 214022"/>
                <a:gd name="csY7" fmla="*/ 33919 h 44906"/>
                <a:gd name="csX8" fmla="*/ 25797 w 214022"/>
                <a:gd name="csY8" fmla="*/ 32008 h 44906"/>
                <a:gd name="csX9" fmla="*/ 35352 w 214022"/>
                <a:gd name="csY9" fmla="*/ 27708 h 44906"/>
                <a:gd name="csX10" fmla="*/ 36785 w 214022"/>
                <a:gd name="csY10" fmla="*/ 27708 h 44906"/>
                <a:gd name="csX11" fmla="*/ 40129 w 214022"/>
                <a:gd name="csY11" fmla="*/ 28664 h 44906"/>
                <a:gd name="csX12" fmla="*/ 42996 w 214022"/>
                <a:gd name="csY12" fmla="*/ 28664 h 44906"/>
                <a:gd name="csX13" fmla="*/ 44906 w 214022"/>
                <a:gd name="csY13" fmla="*/ 26753 h 44906"/>
                <a:gd name="csX14" fmla="*/ 46817 w 214022"/>
                <a:gd name="csY14" fmla="*/ 23409 h 44906"/>
                <a:gd name="csX15" fmla="*/ 50162 w 214022"/>
                <a:gd name="csY15" fmla="*/ 21020 h 44906"/>
                <a:gd name="csX16" fmla="*/ 53983 w 214022"/>
                <a:gd name="csY16" fmla="*/ 19109 h 44906"/>
                <a:gd name="csX17" fmla="*/ 59716 w 214022"/>
                <a:gd name="csY17" fmla="*/ 16721 h 44906"/>
                <a:gd name="csX18" fmla="*/ 63060 w 214022"/>
                <a:gd name="csY18" fmla="*/ 14809 h 44906"/>
                <a:gd name="csX19" fmla="*/ 68793 w 214022"/>
                <a:gd name="csY19" fmla="*/ 12899 h 44906"/>
                <a:gd name="csX20" fmla="*/ 83125 w 214022"/>
                <a:gd name="csY20" fmla="*/ 11943 h 44906"/>
                <a:gd name="csX21" fmla="*/ 90291 w 214022"/>
                <a:gd name="csY21" fmla="*/ 10988 h 44906"/>
                <a:gd name="csX22" fmla="*/ 95068 w 214022"/>
                <a:gd name="csY22" fmla="*/ 10988 h 44906"/>
                <a:gd name="csX23" fmla="*/ 100323 w 214022"/>
                <a:gd name="csY23" fmla="*/ 8121 h 44906"/>
                <a:gd name="csX24" fmla="*/ 102712 w 214022"/>
                <a:gd name="csY24" fmla="*/ 7166 h 44906"/>
                <a:gd name="csX25" fmla="*/ 113700 w 214022"/>
                <a:gd name="csY25" fmla="*/ 6688 h 44906"/>
                <a:gd name="csX26" fmla="*/ 118954 w 214022"/>
                <a:gd name="csY26" fmla="*/ 4300 h 44906"/>
                <a:gd name="csX27" fmla="*/ 138064 w 214022"/>
                <a:gd name="csY27" fmla="*/ 4300 h 44906"/>
                <a:gd name="csX28" fmla="*/ 140452 w 214022"/>
                <a:gd name="csY28" fmla="*/ 5255 h 44906"/>
                <a:gd name="csX29" fmla="*/ 142841 w 214022"/>
                <a:gd name="csY29" fmla="*/ 6688 h 44906"/>
                <a:gd name="csX30" fmla="*/ 146663 w 214022"/>
                <a:gd name="csY30" fmla="*/ 9555 h 44906"/>
                <a:gd name="csX31" fmla="*/ 148574 w 214022"/>
                <a:gd name="csY31" fmla="*/ 10032 h 44906"/>
                <a:gd name="csX32" fmla="*/ 151440 w 214022"/>
                <a:gd name="csY32" fmla="*/ 9555 h 44906"/>
                <a:gd name="csX33" fmla="*/ 157173 w 214022"/>
                <a:gd name="csY33" fmla="*/ 6688 h 44906"/>
                <a:gd name="csX34" fmla="*/ 163861 w 214022"/>
                <a:gd name="csY34" fmla="*/ 5255 h 44906"/>
                <a:gd name="csX35" fmla="*/ 167683 w 214022"/>
                <a:gd name="csY35" fmla="*/ 3344 h 44906"/>
                <a:gd name="csX36" fmla="*/ 169116 w 214022"/>
                <a:gd name="csY36" fmla="*/ 956 h 44906"/>
                <a:gd name="csX37" fmla="*/ 172460 w 214022"/>
                <a:gd name="csY37" fmla="*/ 478 h 44906"/>
                <a:gd name="csX38" fmla="*/ 174371 w 214022"/>
                <a:gd name="csY38" fmla="*/ 1911 h 44906"/>
                <a:gd name="csX39" fmla="*/ 181059 w 214022"/>
                <a:gd name="csY39" fmla="*/ 3822 h 44906"/>
                <a:gd name="csX40" fmla="*/ 185359 w 214022"/>
                <a:gd name="csY40" fmla="*/ 3344 h 44906"/>
                <a:gd name="csX41" fmla="*/ 187270 w 214022"/>
                <a:gd name="csY41" fmla="*/ 2866 h 44906"/>
                <a:gd name="csX42" fmla="*/ 186792 w 214022"/>
                <a:gd name="csY42" fmla="*/ 0 h 44906"/>
                <a:gd name="csX43" fmla="*/ 191092 w 214022"/>
                <a:gd name="csY43" fmla="*/ 956 h 44906"/>
                <a:gd name="csX44" fmla="*/ 194914 w 214022"/>
                <a:gd name="csY44" fmla="*/ 2389 h 44906"/>
                <a:gd name="csX45" fmla="*/ 198258 w 214022"/>
                <a:gd name="csY45" fmla="*/ 4777 h 44906"/>
                <a:gd name="csX46" fmla="*/ 200646 w 214022"/>
                <a:gd name="csY46" fmla="*/ 5255 h 44906"/>
                <a:gd name="csX47" fmla="*/ 204946 w 214022"/>
                <a:gd name="csY47" fmla="*/ 4300 h 44906"/>
                <a:gd name="csX48" fmla="*/ 214023 w 214022"/>
                <a:gd name="csY48" fmla="*/ 3822 h 449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214022" h="44906">
                  <a:moveTo>
                    <a:pt x="0" y="44907"/>
                  </a:moveTo>
                  <a:lnTo>
                    <a:pt x="3822" y="44907"/>
                  </a:lnTo>
                  <a:lnTo>
                    <a:pt x="5733" y="44907"/>
                  </a:lnTo>
                  <a:lnTo>
                    <a:pt x="10510" y="42996"/>
                  </a:lnTo>
                  <a:lnTo>
                    <a:pt x="14332" y="40129"/>
                  </a:lnTo>
                  <a:lnTo>
                    <a:pt x="17198" y="38696"/>
                  </a:lnTo>
                  <a:lnTo>
                    <a:pt x="20064" y="35830"/>
                  </a:lnTo>
                  <a:lnTo>
                    <a:pt x="21975" y="33919"/>
                  </a:lnTo>
                  <a:lnTo>
                    <a:pt x="25797" y="32008"/>
                  </a:lnTo>
                  <a:lnTo>
                    <a:pt x="35352" y="27708"/>
                  </a:lnTo>
                  <a:lnTo>
                    <a:pt x="36785" y="27708"/>
                  </a:lnTo>
                  <a:lnTo>
                    <a:pt x="40129" y="28664"/>
                  </a:lnTo>
                  <a:lnTo>
                    <a:pt x="42996" y="28664"/>
                  </a:lnTo>
                  <a:lnTo>
                    <a:pt x="44906" y="26753"/>
                  </a:lnTo>
                  <a:lnTo>
                    <a:pt x="46817" y="23409"/>
                  </a:lnTo>
                  <a:lnTo>
                    <a:pt x="50162" y="21020"/>
                  </a:lnTo>
                  <a:lnTo>
                    <a:pt x="53983" y="19109"/>
                  </a:lnTo>
                  <a:lnTo>
                    <a:pt x="59716" y="16721"/>
                  </a:lnTo>
                  <a:lnTo>
                    <a:pt x="63060" y="14809"/>
                  </a:lnTo>
                  <a:lnTo>
                    <a:pt x="68793" y="12899"/>
                  </a:lnTo>
                  <a:lnTo>
                    <a:pt x="83125" y="11943"/>
                  </a:lnTo>
                  <a:lnTo>
                    <a:pt x="90291" y="10988"/>
                  </a:lnTo>
                  <a:lnTo>
                    <a:pt x="95068" y="10988"/>
                  </a:lnTo>
                  <a:lnTo>
                    <a:pt x="100323" y="8121"/>
                  </a:lnTo>
                  <a:lnTo>
                    <a:pt x="102712" y="7166"/>
                  </a:lnTo>
                  <a:lnTo>
                    <a:pt x="113700" y="6688"/>
                  </a:lnTo>
                  <a:lnTo>
                    <a:pt x="118954" y="4300"/>
                  </a:lnTo>
                  <a:lnTo>
                    <a:pt x="138064" y="4300"/>
                  </a:lnTo>
                  <a:lnTo>
                    <a:pt x="140452" y="5255"/>
                  </a:lnTo>
                  <a:lnTo>
                    <a:pt x="142841" y="6688"/>
                  </a:lnTo>
                  <a:lnTo>
                    <a:pt x="146663" y="9555"/>
                  </a:lnTo>
                  <a:lnTo>
                    <a:pt x="148574" y="10032"/>
                  </a:lnTo>
                  <a:lnTo>
                    <a:pt x="151440" y="9555"/>
                  </a:lnTo>
                  <a:lnTo>
                    <a:pt x="157173" y="6688"/>
                  </a:lnTo>
                  <a:lnTo>
                    <a:pt x="163861" y="5255"/>
                  </a:lnTo>
                  <a:lnTo>
                    <a:pt x="167683" y="3344"/>
                  </a:lnTo>
                  <a:lnTo>
                    <a:pt x="169116" y="956"/>
                  </a:lnTo>
                  <a:lnTo>
                    <a:pt x="172460" y="478"/>
                  </a:lnTo>
                  <a:lnTo>
                    <a:pt x="174371" y="1911"/>
                  </a:lnTo>
                  <a:lnTo>
                    <a:pt x="181059" y="3822"/>
                  </a:lnTo>
                  <a:lnTo>
                    <a:pt x="185359" y="3344"/>
                  </a:lnTo>
                  <a:lnTo>
                    <a:pt x="187270" y="2866"/>
                  </a:lnTo>
                  <a:lnTo>
                    <a:pt x="186792" y="0"/>
                  </a:lnTo>
                  <a:lnTo>
                    <a:pt x="191092" y="956"/>
                  </a:lnTo>
                  <a:lnTo>
                    <a:pt x="194914" y="2389"/>
                  </a:lnTo>
                  <a:lnTo>
                    <a:pt x="198258" y="4777"/>
                  </a:lnTo>
                  <a:lnTo>
                    <a:pt x="200646" y="5255"/>
                  </a:lnTo>
                  <a:lnTo>
                    <a:pt x="204946" y="4300"/>
                  </a:lnTo>
                  <a:lnTo>
                    <a:pt x="214023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5" name="Freeform 4114">
              <a:extLst>
                <a:ext uri="{FF2B5EF4-FFF2-40B4-BE49-F238E27FC236}">
                  <a16:creationId xmlns:a16="http://schemas.microsoft.com/office/drawing/2014/main" id="{6DC84618-829A-9C1E-CDEE-4DDB350B6E28}"/>
                </a:ext>
              </a:extLst>
            </p:cNvPr>
            <p:cNvSpPr/>
            <p:nvPr/>
          </p:nvSpPr>
          <p:spPr>
            <a:xfrm>
              <a:off x="6071157" y="4246179"/>
              <a:ext cx="11465" cy="16242"/>
            </a:xfrm>
            <a:custGeom>
              <a:avLst/>
              <a:gdLst>
                <a:gd name="csX0" fmla="*/ 0 w 11465"/>
                <a:gd name="csY0" fmla="*/ 0 h 16242"/>
                <a:gd name="csX1" fmla="*/ 2389 w 11465"/>
                <a:gd name="csY1" fmla="*/ 3344 h 16242"/>
                <a:gd name="csX2" fmla="*/ 6688 w 11465"/>
                <a:gd name="csY2" fmla="*/ 9077 h 16242"/>
                <a:gd name="csX3" fmla="*/ 10988 w 11465"/>
                <a:gd name="csY3" fmla="*/ 14809 h 16242"/>
                <a:gd name="csX4" fmla="*/ 11466 w 11465"/>
                <a:gd name="csY4" fmla="*/ 16243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65" h="16242">
                  <a:moveTo>
                    <a:pt x="0" y="0"/>
                  </a:moveTo>
                  <a:lnTo>
                    <a:pt x="2389" y="3344"/>
                  </a:lnTo>
                  <a:lnTo>
                    <a:pt x="6688" y="9077"/>
                  </a:lnTo>
                  <a:lnTo>
                    <a:pt x="10988" y="14809"/>
                  </a:lnTo>
                  <a:lnTo>
                    <a:pt x="11466" y="1624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6" name="Freeform 4115">
              <a:extLst>
                <a:ext uri="{FF2B5EF4-FFF2-40B4-BE49-F238E27FC236}">
                  <a16:creationId xmlns:a16="http://schemas.microsoft.com/office/drawing/2014/main" id="{8FE89694-85FF-825D-775C-A8E371992178}"/>
                </a:ext>
              </a:extLst>
            </p:cNvPr>
            <p:cNvSpPr/>
            <p:nvPr/>
          </p:nvSpPr>
          <p:spPr>
            <a:xfrm>
              <a:off x="4278239" y="4708143"/>
              <a:ext cx="112744" cy="87902"/>
            </a:xfrm>
            <a:custGeom>
              <a:avLst/>
              <a:gdLst>
                <a:gd name="csX0" fmla="*/ 12421 w 112744"/>
                <a:gd name="csY0" fmla="*/ 87902 h 87902"/>
                <a:gd name="csX1" fmla="*/ 12899 w 112744"/>
                <a:gd name="csY1" fmla="*/ 87424 h 87902"/>
                <a:gd name="csX2" fmla="*/ 15765 w 112744"/>
                <a:gd name="csY2" fmla="*/ 86469 h 87902"/>
                <a:gd name="csX3" fmla="*/ 17198 w 112744"/>
                <a:gd name="csY3" fmla="*/ 85513 h 87902"/>
                <a:gd name="csX4" fmla="*/ 18632 w 112744"/>
                <a:gd name="csY4" fmla="*/ 84558 h 87902"/>
                <a:gd name="csX5" fmla="*/ 19587 w 112744"/>
                <a:gd name="csY5" fmla="*/ 83603 h 87902"/>
                <a:gd name="csX6" fmla="*/ 20542 w 112744"/>
                <a:gd name="csY6" fmla="*/ 82169 h 87902"/>
                <a:gd name="csX7" fmla="*/ 22453 w 112744"/>
                <a:gd name="csY7" fmla="*/ 76437 h 87902"/>
                <a:gd name="csX8" fmla="*/ 24364 w 112744"/>
                <a:gd name="csY8" fmla="*/ 73093 h 87902"/>
                <a:gd name="csX9" fmla="*/ 23886 w 112744"/>
                <a:gd name="csY9" fmla="*/ 71182 h 87902"/>
                <a:gd name="csX10" fmla="*/ 22453 w 112744"/>
                <a:gd name="csY10" fmla="*/ 68793 h 87902"/>
                <a:gd name="csX11" fmla="*/ 21975 w 112744"/>
                <a:gd name="csY11" fmla="*/ 65449 h 87902"/>
                <a:gd name="csX12" fmla="*/ 22453 w 112744"/>
                <a:gd name="csY12" fmla="*/ 64493 h 87902"/>
                <a:gd name="csX13" fmla="*/ 21975 w 112744"/>
                <a:gd name="csY13" fmla="*/ 64016 h 87902"/>
                <a:gd name="csX14" fmla="*/ 21020 w 112744"/>
                <a:gd name="csY14" fmla="*/ 64971 h 87902"/>
                <a:gd name="csX15" fmla="*/ 21498 w 112744"/>
                <a:gd name="csY15" fmla="*/ 70226 h 87902"/>
                <a:gd name="csX16" fmla="*/ 20542 w 112744"/>
                <a:gd name="csY16" fmla="*/ 72615 h 87902"/>
                <a:gd name="csX17" fmla="*/ 19109 w 112744"/>
                <a:gd name="csY17" fmla="*/ 73093 h 87902"/>
                <a:gd name="csX18" fmla="*/ 18154 w 112744"/>
                <a:gd name="csY18" fmla="*/ 72615 h 87902"/>
                <a:gd name="csX19" fmla="*/ 19109 w 112744"/>
                <a:gd name="csY19" fmla="*/ 68793 h 87902"/>
                <a:gd name="csX20" fmla="*/ 18154 w 112744"/>
                <a:gd name="csY20" fmla="*/ 69748 h 87902"/>
                <a:gd name="csX21" fmla="*/ 16243 w 112744"/>
                <a:gd name="csY21" fmla="*/ 72137 h 87902"/>
                <a:gd name="csX22" fmla="*/ 13854 w 112744"/>
                <a:gd name="csY22" fmla="*/ 74048 h 87902"/>
                <a:gd name="csX23" fmla="*/ 13854 w 112744"/>
                <a:gd name="csY23" fmla="*/ 74526 h 87902"/>
                <a:gd name="csX24" fmla="*/ 13376 w 112744"/>
                <a:gd name="csY24" fmla="*/ 75481 h 87902"/>
                <a:gd name="csX25" fmla="*/ 11466 w 112744"/>
                <a:gd name="csY25" fmla="*/ 74526 h 87902"/>
                <a:gd name="csX26" fmla="*/ 10032 w 112744"/>
                <a:gd name="csY26" fmla="*/ 74048 h 87902"/>
                <a:gd name="csX27" fmla="*/ 5255 w 112744"/>
                <a:gd name="csY27" fmla="*/ 69748 h 87902"/>
                <a:gd name="csX28" fmla="*/ 2389 w 112744"/>
                <a:gd name="csY28" fmla="*/ 68793 h 87902"/>
                <a:gd name="csX29" fmla="*/ 478 w 112744"/>
                <a:gd name="csY29" fmla="*/ 67360 h 87902"/>
                <a:gd name="csX30" fmla="*/ 0 w 112744"/>
                <a:gd name="csY30" fmla="*/ 66882 h 87902"/>
                <a:gd name="csX31" fmla="*/ 0 w 112744"/>
                <a:gd name="csY31" fmla="*/ 65927 h 87902"/>
                <a:gd name="csX32" fmla="*/ 1911 w 112744"/>
                <a:gd name="csY32" fmla="*/ 64971 h 87902"/>
                <a:gd name="csX33" fmla="*/ 3822 w 112744"/>
                <a:gd name="csY33" fmla="*/ 64016 h 87902"/>
                <a:gd name="csX34" fmla="*/ 3822 w 112744"/>
                <a:gd name="csY34" fmla="*/ 61149 h 87902"/>
                <a:gd name="csX35" fmla="*/ 3822 w 112744"/>
                <a:gd name="csY35" fmla="*/ 59238 h 87902"/>
                <a:gd name="csX36" fmla="*/ 2389 w 112744"/>
                <a:gd name="csY36" fmla="*/ 55894 h 87902"/>
                <a:gd name="csX37" fmla="*/ 2866 w 112744"/>
                <a:gd name="csY37" fmla="*/ 51595 h 87902"/>
                <a:gd name="csX38" fmla="*/ 2866 w 112744"/>
                <a:gd name="csY38" fmla="*/ 49684 h 87902"/>
                <a:gd name="csX39" fmla="*/ 956 w 112744"/>
                <a:gd name="csY39" fmla="*/ 45862 h 87902"/>
                <a:gd name="csX40" fmla="*/ 2389 w 112744"/>
                <a:gd name="csY40" fmla="*/ 43951 h 87902"/>
                <a:gd name="csX41" fmla="*/ 6688 w 112744"/>
                <a:gd name="csY41" fmla="*/ 42518 h 87902"/>
                <a:gd name="csX42" fmla="*/ 8121 w 112744"/>
                <a:gd name="csY42" fmla="*/ 41562 h 87902"/>
                <a:gd name="csX43" fmla="*/ 9077 w 112744"/>
                <a:gd name="csY43" fmla="*/ 38696 h 87902"/>
                <a:gd name="csX44" fmla="*/ 10032 w 112744"/>
                <a:gd name="csY44" fmla="*/ 36785 h 87902"/>
                <a:gd name="csX45" fmla="*/ 11943 w 112744"/>
                <a:gd name="csY45" fmla="*/ 37740 h 87902"/>
                <a:gd name="csX46" fmla="*/ 13376 w 112744"/>
                <a:gd name="csY46" fmla="*/ 37740 h 87902"/>
                <a:gd name="csX47" fmla="*/ 11466 w 112744"/>
                <a:gd name="csY47" fmla="*/ 36785 h 87902"/>
                <a:gd name="csX48" fmla="*/ 9555 w 112744"/>
                <a:gd name="csY48" fmla="*/ 34396 h 87902"/>
                <a:gd name="csX49" fmla="*/ 9555 w 112744"/>
                <a:gd name="csY49" fmla="*/ 32963 h 87902"/>
                <a:gd name="csX50" fmla="*/ 12421 w 112744"/>
                <a:gd name="csY50" fmla="*/ 29141 h 87902"/>
                <a:gd name="csX51" fmla="*/ 14332 w 112744"/>
                <a:gd name="csY51" fmla="*/ 28186 h 87902"/>
                <a:gd name="csX52" fmla="*/ 16243 w 112744"/>
                <a:gd name="csY52" fmla="*/ 26275 h 87902"/>
                <a:gd name="csX53" fmla="*/ 18154 w 112744"/>
                <a:gd name="csY53" fmla="*/ 23409 h 87902"/>
                <a:gd name="csX54" fmla="*/ 18632 w 112744"/>
                <a:gd name="csY54" fmla="*/ 19109 h 87902"/>
                <a:gd name="csX55" fmla="*/ 17676 w 112744"/>
                <a:gd name="csY55" fmla="*/ 15765 h 87902"/>
                <a:gd name="csX56" fmla="*/ 17198 w 112744"/>
                <a:gd name="csY56" fmla="*/ 12421 h 87902"/>
                <a:gd name="csX57" fmla="*/ 18154 w 112744"/>
                <a:gd name="csY57" fmla="*/ 11465 h 87902"/>
                <a:gd name="csX58" fmla="*/ 21020 w 112744"/>
                <a:gd name="csY58" fmla="*/ 10988 h 87902"/>
                <a:gd name="csX59" fmla="*/ 22931 w 112744"/>
                <a:gd name="csY59" fmla="*/ 9555 h 87902"/>
                <a:gd name="csX60" fmla="*/ 23886 w 112744"/>
                <a:gd name="csY60" fmla="*/ 8599 h 87902"/>
                <a:gd name="csX61" fmla="*/ 26753 w 112744"/>
                <a:gd name="csY61" fmla="*/ 8599 h 87902"/>
                <a:gd name="csX62" fmla="*/ 29619 w 112744"/>
                <a:gd name="csY62" fmla="*/ 7166 h 87902"/>
                <a:gd name="csX63" fmla="*/ 34397 w 112744"/>
                <a:gd name="csY63" fmla="*/ 6210 h 87902"/>
                <a:gd name="csX64" fmla="*/ 40607 w 112744"/>
                <a:gd name="csY64" fmla="*/ 4777 h 87902"/>
                <a:gd name="csX65" fmla="*/ 42040 w 112744"/>
                <a:gd name="csY65" fmla="*/ 2866 h 87902"/>
                <a:gd name="csX66" fmla="*/ 41563 w 112744"/>
                <a:gd name="csY66" fmla="*/ 0 h 87902"/>
                <a:gd name="csX67" fmla="*/ 41563 w 112744"/>
                <a:gd name="csY67" fmla="*/ 0 h 87902"/>
                <a:gd name="csX68" fmla="*/ 42040 w 112744"/>
                <a:gd name="csY68" fmla="*/ 478 h 87902"/>
                <a:gd name="csX69" fmla="*/ 43951 w 112744"/>
                <a:gd name="csY69" fmla="*/ 1911 h 87902"/>
                <a:gd name="csX70" fmla="*/ 44907 w 112744"/>
                <a:gd name="csY70" fmla="*/ 3344 h 87902"/>
                <a:gd name="csX71" fmla="*/ 46817 w 112744"/>
                <a:gd name="csY71" fmla="*/ 3822 h 87902"/>
                <a:gd name="csX72" fmla="*/ 48251 w 112744"/>
                <a:gd name="csY72" fmla="*/ 4777 h 87902"/>
                <a:gd name="csX73" fmla="*/ 52550 w 112744"/>
                <a:gd name="csY73" fmla="*/ 7644 h 87902"/>
                <a:gd name="csX74" fmla="*/ 54939 w 112744"/>
                <a:gd name="csY74" fmla="*/ 9077 h 87902"/>
                <a:gd name="csX75" fmla="*/ 57805 w 112744"/>
                <a:gd name="csY75" fmla="*/ 10032 h 87902"/>
                <a:gd name="csX76" fmla="*/ 62105 w 112744"/>
                <a:gd name="csY76" fmla="*/ 11465 h 87902"/>
                <a:gd name="csX77" fmla="*/ 64493 w 112744"/>
                <a:gd name="csY77" fmla="*/ 11465 h 87902"/>
                <a:gd name="csX78" fmla="*/ 64493 w 112744"/>
                <a:gd name="csY78" fmla="*/ 11465 h 87902"/>
                <a:gd name="csX79" fmla="*/ 64971 w 112744"/>
                <a:gd name="csY79" fmla="*/ 12421 h 87902"/>
                <a:gd name="csX80" fmla="*/ 65449 w 112744"/>
                <a:gd name="csY80" fmla="*/ 13376 h 87902"/>
                <a:gd name="csX81" fmla="*/ 66405 w 112744"/>
                <a:gd name="csY81" fmla="*/ 13854 h 87902"/>
                <a:gd name="csX82" fmla="*/ 67838 w 112744"/>
                <a:gd name="csY82" fmla="*/ 14332 h 87902"/>
                <a:gd name="csX83" fmla="*/ 68793 w 112744"/>
                <a:gd name="csY83" fmla="*/ 14809 h 87902"/>
                <a:gd name="csX84" fmla="*/ 68793 w 112744"/>
                <a:gd name="csY84" fmla="*/ 14809 h 87902"/>
                <a:gd name="csX85" fmla="*/ 69271 w 112744"/>
                <a:gd name="csY85" fmla="*/ 14809 h 87902"/>
                <a:gd name="csX86" fmla="*/ 70226 w 112744"/>
                <a:gd name="csY86" fmla="*/ 18631 h 87902"/>
                <a:gd name="csX87" fmla="*/ 70704 w 112744"/>
                <a:gd name="csY87" fmla="*/ 19109 h 87902"/>
                <a:gd name="csX88" fmla="*/ 71659 w 112744"/>
                <a:gd name="csY88" fmla="*/ 19587 h 87902"/>
                <a:gd name="csX89" fmla="*/ 72615 w 112744"/>
                <a:gd name="csY89" fmla="*/ 20064 h 87902"/>
                <a:gd name="csX90" fmla="*/ 75004 w 112744"/>
                <a:gd name="csY90" fmla="*/ 20064 h 87902"/>
                <a:gd name="csX91" fmla="*/ 75481 w 112744"/>
                <a:gd name="csY91" fmla="*/ 20064 h 87902"/>
                <a:gd name="csX92" fmla="*/ 75959 w 112744"/>
                <a:gd name="csY92" fmla="*/ 20064 h 87902"/>
                <a:gd name="csX93" fmla="*/ 76437 w 112744"/>
                <a:gd name="csY93" fmla="*/ 20064 h 87902"/>
                <a:gd name="csX94" fmla="*/ 78348 w 112744"/>
                <a:gd name="csY94" fmla="*/ 21020 h 87902"/>
                <a:gd name="csX95" fmla="*/ 79781 w 112744"/>
                <a:gd name="csY95" fmla="*/ 21498 h 87902"/>
                <a:gd name="csX96" fmla="*/ 81692 w 112744"/>
                <a:gd name="csY96" fmla="*/ 21975 h 87902"/>
                <a:gd name="csX97" fmla="*/ 83125 w 112744"/>
                <a:gd name="csY97" fmla="*/ 21975 h 87902"/>
                <a:gd name="csX98" fmla="*/ 83125 w 112744"/>
                <a:gd name="csY98" fmla="*/ 21975 h 87902"/>
                <a:gd name="csX99" fmla="*/ 83125 w 112744"/>
                <a:gd name="csY99" fmla="*/ 21975 h 87902"/>
                <a:gd name="csX100" fmla="*/ 83603 w 112744"/>
                <a:gd name="csY100" fmla="*/ 21975 h 87902"/>
                <a:gd name="csX101" fmla="*/ 83603 w 112744"/>
                <a:gd name="csY101" fmla="*/ 21498 h 87902"/>
                <a:gd name="csX102" fmla="*/ 85036 w 112744"/>
                <a:gd name="csY102" fmla="*/ 21498 h 87902"/>
                <a:gd name="csX103" fmla="*/ 85036 w 112744"/>
                <a:gd name="csY103" fmla="*/ 21498 h 87902"/>
                <a:gd name="csX104" fmla="*/ 86469 w 112744"/>
                <a:gd name="csY104" fmla="*/ 21975 h 87902"/>
                <a:gd name="csX105" fmla="*/ 88380 w 112744"/>
                <a:gd name="csY105" fmla="*/ 21975 h 87902"/>
                <a:gd name="csX106" fmla="*/ 89813 w 112744"/>
                <a:gd name="csY106" fmla="*/ 21498 h 87902"/>
                <a:gd name="csX107" fmla="*/ 89813 w 112744"/>
                <a:gd name="csY107" fmla="*/ 21020 h 87902"/>
                <a:gd name="csX108" fmla="*/ 90291 w 112744"/>
                <a:gd name="csY108" fmla="*/ 19587 h 87902"/>
                <a:gd name="csX109" fmla="*/ 90769 w 112744"/>
                <a:gd name="csY109" fmla="*/ 19109 h 87902"/>
                <a:gd name="csX110" fmla="*/ 92202 w 112744"/>
                <a:gd name="csY110" fmla="*/ 18154 h 87902"/>
                <a:gd name="csX111" fmla="*/ 92202 w 112744"/>
                <a:gd name="csY111" fmla="*/ 18154 h 87902"/>
                <a:gd name="csX112" fmla="*/ 92680 w 112744"/>
                <a:gd name="csY112" fmla="*/ 18631 h 87902"/>
                <a:gd name="csX113" fmla="*/ 96979 w 112744"/>
                <a:gd name="csY113" fmla="*/ 20064 h 87902"/>
                <a:gd name="csX114" fmla="*/ 97935 w 112744"/>
                <a:gd name="csY114" fmla="*/ 20542 h 87902"/>
                <a:gd name="csX115" fmla="*/ 98890 w 112744"/>
                <a:gd name="csY115" fmla="*/ 21975 h 87902"/>
                <a:gd name="csX116" fmla="*/ 100801 w 112744"/>
                <a:gd name="csY116" fmla="*/ 23886 h 87902"/>
                <a:gd name="csX117" fmla="*/ 102712 w 112744"/>
                <a:gd name="csY117" fmla="*/ 24842 h 87902"/>
                <a:gd name="csX118" fmla="*/ 103189 w 112744"/>
                <a:gd name="csY118" fmla="*/ 24842 h 87902"/>
                <a:gd name="csX119" fmla="*/ 106056 w 112744"/>
                <a:gd name="csY119" fmla="*/ 25320 h 87902"/>
                <a:gd name="csX120" fmla="*/ 106056 w 112744"/>
                <a:gd name="csY120" fmla="*/ 25320 h 87902"/>
                <a:gd name="csX121" fmla="*/ 108922 w 112744"/>
                <a:gd name="csY121" fmla="*/ 27230 h 87902"/>
                <a:gd name="csX122" fmla="*/ 112744 w 112744"/>
                <a:gd name="csY122" fmla="*/ 28186 h 87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</a:cxnLst>
              <a:rect l="l" t="t" r="r" b="b"/>
              <a:pathLst>
                <a:path w="112744" h="87902">
                  <a:moveTo>
                    <a:pt x="12421" y="87902"/>
                  </a:moveTo>
                  <a:lnTo>
                    <a:pt x="12899" y="87424"/>
                  </a:lnTo>
                  <a:lnTo>
                    <a:pt x="15765" y="86469"/>
                  </a:lnTo>
                  <a:lnTo>
                    <a:pt x="17198" y="85513"/>
                  </a:lnTo>
                  <a:lnTo>
                    <a:pt x="18632" y="84558"/>
                  </a:lnTo>
                  <a:lnTo>
                    <a:pt x="19587" y="83603"/>
                  </a:lnTo>
                  <a:lnTo>
                    <a:pt x="20542" y="82169"/>
                  </a:lnTo>
                  <a:lnTo>
                    <a:pt x="22453" y="76437"/>
                  </a:lnTo>
                  <a:lnTo>
                    <a:pt x="24364" y="73093"/>
                  </a:lnTo>
                  <a:lnTo>
                    <a:pt x="23886" y="71182"/>
                  </a:lnTo>
                  <a:lnTo>
                    <a:pt x="22453" y="68793"/>
                  </a:lnTo>
                  <a:lnTo>
                    <a:pt x="21975" y="65449"/>
                  </a:lnTo>
                  <a:lnTo>
                    <a:pt x="22453" y="64493"/>
                  </a:lnTo>
                  <a:lnTo>
                    <a:pt x="21975" y="64016"/>
                  </a:lnTo>
                  <a:lnTo>
                    <a:pt x="21020" y="64971"/>
                  </a:lnTo>
                  <a:lnTo>
                    <a:pt x="21498" y="70226"/>
                  </a:lnTo>
                  <a:lnTo>
                    <a:pt x="20542" y="72615"/>
                  </a:lnTo>
                  <a:lnTo>
                    <a:pt x="19109" y="73093"/>
                  </a:lnTo>
                  <a:lnTo>
                    <a:pt x="18154" y="72615"/>
                  </a:lnTo>
                  <a:lnTo>
                    <a:pt x="19109" y="68793"/>
                  </a:lnTo>
                  <a:lnTo>
                    <a:pt x="18154" y="69748"/>
                  </a:lnTo>
                  <a:lnTo>
                    <a:pt x="16243" y="72137"/>
                  </a:lnTo>
                  <a:lnTo>
                    <a:pt x="13854" y="74048"/>
                  </a:lnTo>
                  <a:lnTo>
                    <a:pt x="13854" y="74526"/>
                  </a:lnTo>
                  <a:lnTo>
                    <a:pt x="13376" y="75481"/>
                  </a:lnTo>
                  <a:lnTo>
                    <a:pt x="11466" y="74526"/>
                  </a:lnTo>
                  <a:lnTo>
                    <a:pt x="10032" y="74048"/>
                  </a:lnTo>
                  <a:lnTo>
                    <a:pt x="5255" y="69748"/>
                  </a:lnTo>
                  <a:lnTo>
                    <a:pt x="2389" y="68793"/>
                  </a:lnTo>
                  <a:lnTo>
                    <a:pt x="478" y="67360"/>
                  </a:lnTo>
                  <a:lnTo>
                    <a:pt x="0" y="66882"/>
                  </a:lnTo>
                  <a:lnTo>
                    <a:pt x="0" y="65927"/>
                  </a:lnTo>
                  <a:lnTo>
                    <a:pt x="1911" y="64971"/>
                  </a:lnTo>
                  <a:lnTo>
                    <a:pt x="3822" y="64016"/>
                  </a:lnTo>
                  <a:lnTo>
                    <a:pt x="3822" y="61149"/>
                  </a:lnTo>
                  <a:lnTo>
                    <a:pt x="3822" y="59238"/>
                  </a:lnTo>
                  <a:lnTo>
                    <a:pt x="2389" y="55894"/>
                  </a:lnTo>
                  <a:lnTo>
                    <a:pt x="2866" y="51595"/>
                  </a:lnTo>
                  <a:lnTo>
                    <a:pt x="2866" y="49684"/>
                  </a:lnTo>
                  <a:lnTo>
                    <a:pt x="956" y="45862"/>
                  </a:lnTo>
                  <a:lnTo>
                    <a:pt x="2389" y="43951"/>
                  </a:lnTo>
                  <a:lnTo>
                    <a:pt x="6688" y="42518"/>
                  </a:lnTo>
                  <a:lnTo>
                    <a:pt x="8121" y="41562"/>
                  </a:lnTo>
                  <a:lnTo>
                    <a:pt x="9077" y="38696"/>
                  </a:lnTo>
                  <a:lnTo>
                    <a:pt x="10032" y="36785"/>
                  </a:lnTo>
                  <a:lnTo>
                    <a:pt x="11943" y="37740"/>
                  </a:lnTo>
                  <a:lnTo>
                    <a:pt x="13376" y="37740"/>
                  </a:lnTo>
                  <a:lnTo>
                    <a:pt x="11466" y="36785"/>
                  </a:lnTo>
                  <a:lnTo>
                    <a:pt x="9555" y="34396"/>
                  </a:lnTo>
                  <a:lnTo>
                    <a:pt x="9555" y="32963"/>
                  </a:lnTo>
                  <a:lnTo>
                    <a:pt x="12421" y="29141"/>
                  </a:lnTo>
                  <a:lnTo>
                    <a:pt x="14332" y="28186"/>
                  </a:lnTo>
                  <a:lnTo>
                    <a:pt x="16243" y="26275"/>
                  </a:lnTo>
                  <a:lnTo>
                    <a:pt x="18154" y="23409"/>
                  </a:lnTo>
                  <a:lnTo>
                    <a:pt x="18632" y="19109"/>
                  </a:lnTo>
                  <a:lnTo>
                    <a:pt x="17676" y="15765"/>
                  </a:lnTo>
                  <a:lnTo>
                    <a:pt x="17198" y="12421"/>
                  </a:lnTo>
                  <a:lnTo>
                    <a:pt x="18154" y="11465"/>
                  </a:lnTo>
                  <a:lnTo>
                    <a:pt x="21020" y="10988"/>
                  </a:lnTo>
                  <a:lnTo>
                    <a:pt x="22931" y="9555"/>
                  </a:lnTo>
                  <a:lnTo>
                    <a:pt x="23886" y="8599"/>
                  </a:lnTo>
                  <a:lnTo>
                    <a:pt x="26753" y="8599"/>
                  </a:lnTo>
                  <a:lnTo>
                    <a:pt x="29619" y="7166"/>
                  </a:lnTo>
                  <a:lnTo>
                    <a:pt x="34397" y="6210"/>
                  </a:lnTo>
                  <a:lnTo>
                    <a:pt x="40607" y="4777"/>
                  </a:lnTo>
                  <a:lnTo>
                    <a:pt x="42040" y="2866"/>
                  </a:lnTo>
                  <a:lnTo>
                    <a:pt x="41563" y="0"/>
                  </a:lnTo>
                  <a:lnTo>
                    <a:pt x="41563" y="0"/>
                  </a:lnTo>
                  <a:lnTo>
                    <a:pt x="42040" y="478"/>
                  </a:lnTo>
                  <a:lnTo>
                    <a:pt x="43951" y="1911"/>
                  </a:lnTo>
                  <a:lnTo>
                    <a:pt x="44907" y="3344"/>
                  </a:lnTo>
                  <a:lnTo>
                    <a:pt x="46817" y="3822"/>
                  </a:lnTo>
                  <a:lnTo>
                    <a:pt x="48251" y="4777"/>
                  </a:lnTo>
                  <a:lnTo>
                    <a:pt x="52550" y="7644"/>
                  </a:lnTo>
                  <a:lnTo>
                    <a:pt x="54939" y="9077"/>
                  </a:lnTo>
                  <a:lnTo>
                    <a:pt x="57805" y="10032"/>
                  </a:lnTo>
                  <a:lnTo>
                    <a:pt x="62105" y="11465"/>
                  </a:lnTo>
                  <a:lnTo>
                    <a:pt x="64493" y="11465"/>
                  </a:lnTo>
                  <a:lnTo>
                    <a:pt x="64493" y="11465"/>
                  </a:lnTo>
                  <a:lnTo>
                    <a:pt x="64971" y="12421"/>
                  </a:lnTo>
                  <a:lnTo>
                    <a:pt x="65449" y="13376"/>
                  </a:lnTo>
                  <a:lnTo>
                    <a:pt x="66405" y="13854"/>
                  </a:lnTo>
                  <a:lnTo>
                    <a:pt x="67838" y="14332"/>
                  </a:lnTo>
                  <a:lnTo>
                    <a:pt x="68793" y="14809"/>
                  </a:lnTo>
                  <a:lnTo>
                    <a:pt x="68793" y="14809"/>
                  </a:lnTo>
                  <a:lnTo>
                    <a:pt x="69271" y="14809"/>
                  </a:lnTo>
                  <a:lnTo>
                    <a:pt x="70226" y="18631"/>
                  </a:lnTo>
                  <a:lnTo>
                    <a:pt x="70704" y="19109"/>
                  </a:lnTo>
                  <a:lnTo>
                    <a:pt x="71659" y="19587"/>
                  </a:lnTo>
                  <a:lnTo>
                    <a:pt x="72615" y="20064"/>
                  </a:lnTo>
                  <a:lnTo>
                    <a:pt x="75004" y="20064"/>
                  </a:lnTo>
                  <a:lnTo>
                    <a:pt x="75481" y="20064"/>
                  </a:lnTo>
                  <a:lnTo>
                    <a:pt x="75959" y="20064"/>
                  </a:lnTo>
                  <a:lnTo>
                    <a:pt x="76437" y="20064"/>
                  </a:lnTo>
                  <a:lnTo>
                    <a:pt x="78348" y="21020"/>
                  </a:lnTo>
                  <a:lnTo>
                    <a:pt x="79781" y="21498"/>
                  </a:lnTo>
                  <a:lnTo>
                    <a:pt x="81692" y="21975"/>
                  </a:lnTo>
                  <a:lnTo>
                    <a:pt x="83125" y="21975"/>
                  </a:lnTo>
                  <a:lnTo>
                    <a:pt x="83125" y="21975"/>
                  </a:lnTo>
                  <a:lnTo>
                    <a:pt x="83125" y="21975"/>
                  </a:lnTo>
                  <a:lnTo>
                    <a:pt x="83603" y="21975"/>
                  </a:lnTo>
                  <a:lnTo>
                    <a:pt x="83603" y="21498"/>
                  </a:lnTo>
                  <a:lnTo>
                    <a:pt x="85036" y="21498"/>
                  </a:lnTo>
                  <a:lnTo>
                    <a:pt x="85036" y="21498"/>
                  </a:lnTo>
                  <a:lnTo>
                    <a:pt x="86469" y="21975"/>
                  </a:lnTo>
                  <a:lnTo>
                    <a:pt x="88380" y="21975"/>
                  </a:lnTo>
                  <a:lnTo>
                    <a:pt x="89813" y="21498"/>
                  </a:lnTo>
                  <a:lnTo>
                    <a:pt x="89813" y="21020"/>
                  </a:lnTo>
                  <a:lnTo>
                    <a:pt x="90291" y="19587"/>
                  </a:lnTo>
                  <a:lnTo>
                    <a:pt x="90769" y="19109"/>
                  </a:lnTo>
                  <a:lnTo>
                    <a:pt x="92202" y="18154"/>
                  </a:lnTo>
                  <a:lnTo>
                    <a:pt x="92202" y="18154"/>
                  </a:lnTo>
                  <a:lnTo>
                    <a:pt x="92680" y="18631"/>
                  </a:lnTo>
                  <a:lnTo>
                    <a:pt x="96979" y="20064"/>
                  </a:lnTo>
                  <a:lnTo>
                    <a:pt x="97935" y="20542"/>
                  </a:lnTo>
                  <a:lnTo>
                    <a:pt x="98890" y="21975"/>
                  </a:lnTo>
                  <a:lnTo>
                    <a:pt x="100801" y="23886"/>
                  </a:lnTo>
                  <a:lnTo>
                    <a:pt x="102712" y="24842"/>
                  </a:lnTo>
                  <a:lnTo>
                    <a:pt x="103189" y="24842"/>
                  </a:lnTo>
                  <a:lnTo>
                    <a:pt x="106056" y="25320"/>
                  </a:lnTo>
                  <a:lnTo>
                    <a:pt x="106056" y="25320"/>
                  </a:lnTo>
                  <a:lnTo>
                    <a:pt x="108922" y="27230"/>
                  </a:lnTo>
                  <a:lnTo>
                    <a:pt x="112744" y="2818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7" name="Freeform 4116">
              <a:extLst>
                <a:ext uri="{FF2B5EF4-FFF2-40B4-BE49-F238E27FC236}">
                  <a16:creationId xmlns:a16="http://schemas.microsoft.com/office/drawing/2014/main" id="{BF326C4B-8304-D2E8-075C-830BEAFFF8DB}"/>
                </a:ext>
              </a:extLst>
            </p:cNvPr>
            <p:cNvSpPr/>
            <p:nvPr/>
          </p:nvSpPr>
          <p:spPr>
            <a:xfrm>
              <a:off x="4291615" y="4813244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956 w 955"/>
                <a:gd name="csY1" fmla="*/ 0 h 1433"/>
                <a:gd name="csX2" fmla="*/ 0 w 955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956" y="0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8" name="Freeform 4117">
              <a:extLst>
                <a:ext uri="{FF2B5EF4-FFF2-40B4-BE49-F238E27FC236}">
                  <a16:creationId xmlns:a16="http://schemas.microsoft.com/office/drawing/2014/main" id="{BCE33AE9-72C6-78EF-88EB-EF4330B1D575}"/>
                </a:ext>
              </a:extLst>
            </p:cNvPr>
            <p:cNvSpPr/>
            <p:nvPr/>
          </p:nvSpPr>
          <p:spPr>
            <a:xfrm>
              <a:off x="4294481" y="4812288"/>
              <a:ext cx="2866" cy="1433"/>
            </a:xfrm>
            <a:custGeom>
              <a:avLst/>
              <a:gdLst>
                <a:gd name="csX0" fmla="*/ 2866 w 2866"/>
                <a:gd name="csY0" fmla="*/ 1433 h 1433"/>
                <a:gd name="csX1" fmla="*/ 1433 w 2866"/>
                <a:gd name="csY1" fmla="*/ 478 h 1433"/>
                <a:gd name="csX2" fmla="*/ 0 w 2866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1433">
                  <a:moveTo>
                    <a:pt x="2866" y="1433"/>
                  </a:moveTo>
                  <a:lnTo>
                    <a:pt x="1433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" name="Freeform 4118">
              <a:extLst>
                <a:ext uri="{FF2B5EF4-FFF2-40B4-BE49-F238E27FC236}">
                  <a16:creationId xmlns:a16="http://schemas.microsoft.com/office/drawing/2014/main" id="{1783E268-CB2A-DAD7-3F15-3C69D57CC48B}"/>
                </a:ext>
              </a:extLst>
            </p:cNvPr>
            <p:cNvSpPr/>
            <p:nvPr/>
          </p:nvSpPr>
          <p:spPr>
            <a:xfrm>
              <a:off x="4300214" y="4815154"/>
              <a:ext cx="5255" cy="955"/>
            </a:xfrm>
            <a:custGeom>
              <a:avLst/>
              <a:gdLst>
                <a:gd name="csX0" fmla="*/ 5255 w 5255"/>
                <a:gd name="csY0" fmla="*/ 956 h 955"/>
                <a:gd name="csX1" fmla="*/ 4300 w 5255"/>
                <a:gd name="csY1" fmla="*/ 0 h 955"/>
                <a:gd name="csX2" fmla="*/ 2867 w 5255"/>
                <a:gd name="csY2" fmla="*/ 478 h 955"/>
                <a:gd name="csX3" fmla="*/ 956 w 5255"/>
                <a:gd name="csY3" fmla="*/ 478 h 955"/>
                <a:gd name="csX4" fmla="*/ 0 w 5255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55" h="955">
                  <a:moveTo>
                    <a:pt x="5255" y="956"/>
                  </a:moveTo>
                  <a:lnTo>
                    <a:pt x="4300" y="0"/>
                  </a:lnTo>
                  <a:lnTo>
                    <a:pt x="2867" y="478"/>
                  </a:lnTo>
                  <a:lnTo>
                    <a:pt x="956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" name="Freeform 4119">
              <a:extLst>
                <a:ext uri="{FF2B5EF4-FFF2-40B4-BE49-F238E27FC236}">
                  <a16:creationId xmlns:a16="http://schemas.microsoft.com/office/drawing/2014/main" id="{A4193282-12BD-0AE1-D28E-6E50712690C1}"/>
                </a:ext>
              </a:extLst>
            </p:cNvPr>
            <p:cNvSpPr/>
            <p:nvPr/>
          </p:nvSpPr>
          <p:spPr>
            <a:xfrm>
              <a:off x="4323145" y="4813721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478 w 955"/>
                <a:gd name="csY1" fmla="*/ 956 h 1433"/>
                <a:gd name="csX2" fmla="*/ 955 w 955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478" y="956"/>
                  </a:lnTo>
                  <a:lnTo>
                    <a:pt x="955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1" name="Freeform 4120">
              <a:extLst>
                <a:ext uri="{FF2B5EF4-FFF2-40B4-BE49-F238E27FC236}">
                  <a16:creationId xmlns:a16="http://schemas.microsoft.com/office/drawing/2014/main" id="{2C3F9F19-2A96-88DA-3DA9-0FCE012AFAA4}"/>
                </a:ext>
              </a:extLst>
            </p:cNvPr>
            <p:cNvSpPr/>
            <p:nvPr/>
          </p:nvSpPr>
          <p:spPr>
            <a:xfrm>
              <a:off x="4325534" y="4806555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478 w 477"/>
                <a:gd name="csY1" fmla="*/ 0 h 955"/>
                <a:gd name="csX2" fmla="*/ 0 w 477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478" y="0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2" name="Freeform 4121">
              <a:extLst>
                <a:ext uri="{FF2B5EF4-FFF2-40B4-BE49-F238E27FC236}">
                  <a16:creationId xmlns:a16="http://schemas.microsoft.com/office/drawing/2014/main" id="{BA92167F-83E8-A1CC-5032-79E73E607CFF}"/>
                </a:ext>
              </a:extLst>
            </p:cNvPr>
            <p:cNvSpPr/>
            <p:nvPr/>
          </p:nvSpPr>
          <p:spPr>
            <a:xfrm>
              <a:off x="4333177" y="4789835"/>
              <a:ext cx="4777" cy="5254"/>
            </a:xfrm>
            <a:custGeom>
              <a:avLst/>
              <a:gdLst>
                <a:gd name="csX0" fmla="*/ 4777 w 4777"/>
                <a:gd name="csY0" fmla="*/ 0 h 5254"/>
                <a:gd name="csX1" fmla="*/ 2389 w 4777"/>
                <a:gd name="csY1" fmla="*/ 2866 h 5254"/>
                <a:gd name="csX2" fmla="*/ 956 w 4777"/>
                <a:gd name="csY2" fmla="*/ 4300 h 5254"/>
                <a:gd name="csX3" fmla="*/ 0 w 4777"/>
                <a:gd name="csY3" fmla="*/ 52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5254">
                  <a:moveTo>
                    <a:pt x="4777" y="0"/>
                  </a:moveTo>
                  <a:lnTo>
                    <a:pt x="2389" y="2866"/>
                  </a:lnTo>
                  <a:lnTo>
                    <a:pt x="956" y="4300"/>
                  </a:lnTo>
                  <a:lnTo>
                    <a:pt x="0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3" name="Freeform 4122">
              <a:extLst>
                <a:ext uri="{FF2B5EF4-FFF2-40B4-BE49-F238E27FC236}">
                  <a16:creationId xmlns:a16="http://schemas.microsoft.com/office/drawing/2014/main" id="{CB0756E2-9498-DBA8-3DA4-5EFEC807F154}"/>
                </a:ext>
              </a:extLst>
            </p:cNvPr>
            <p:cNvSpPr/>
            <p:nvPr/>
          </p:nvSpPr>
          <p:spPr>
            <a:xfrm>
              <a:off x="4390983" y="4746362"/>
              <a:ext cx="477" cy="5254"/>
            </a:xfrm>
            <a:custGeom>
              <a:avLst/>
              <a:gdLst>
                <a:gd name="csX0" fmla="*/ 0 w 477"/>
                <a:gd name="csY0" fmla="*/ 0 h 5254"/>
                <a:gd name="csX1" fmla="*/ 0 w 477"/>
                <a:gd name="csY1" fmla="*/ 955 h 5254"/>
                <a:gd name="csX2" fmla="*/ 478 w 477"/>
                <a:gd name="csY2" fmla="*/ 52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5254">
                  <a:moveTo>
                    <a:pt x="0" y="0"/>
                  </a:moveTo>
                  <a:lnTo>
                    <a:pt x="0" y="955"/>
                  </a:lnTo>
                  <a:lnTo>
                    <a:pt x="478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4" name="Freeform 4123">
              <a:extLst>
                <a:ext uri="{FF2B5EF4-FFF2-40B4-BE49-F238E27FC236}">
                  <a16:creationId xmlns:a16="http://schemas.microsoft.com/office/drawing/2014/main" id="{B879DCE9-06A2-F704-3807-BFD9A9043C53}"/>
                </a:ext>
              </a:extLst>
            </p:cNvPr>
            <p:cNvSpPr/>
            <p:nvPr/>
          </p:nvSpPr>
          <p:spPr>
            <a:xfrm>
              <a:off x="4317412" y="4710054"/>
              <a:ext cx="1910" cy="1911"/>
            </a:xfrm>
            <a:custGeom>
              <a:avLst/>
              <a:gdLst>
                <a:gd name="csX0" fmla="*/ 1433 w 1910"/>
                <a:gd name="csY0" fmla="*/ 1911 h 1911"/>
                <a:gd name="csX1" fmla="*/ 478 w 1910"/>
                <a:gd name="csY1" fmla="*/ 1911 h 1911"/>
                <a:gd name="csX2" fmla="*/ 0 w 1910"/>
                <a:gd name="csY2" fmla="*/ 956 h 1911"/>
                <a:gd name="csX3" fmla="*/ 956 w 1910"/>
                <a:gd name="csY3" fmla="*/ 0 h 1911"/>
                <a:gd name="csX4" fmla="*/ 1911 w 1910"/>
                <a:gd name="csY4" fmla="*/ 0 h 1911"/>
                <a:gd name="csX5" fmla="*/ 1433 w 1910"/>
                <a:gd name="csY5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1911">
                  <a:moveTo>
                    <a:pt x="1433" y="1911"/>
                  </a:moveTo>
                  <a:lnTo>
                    <a:pt x="478" y="1911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5" name="Freeform 4124">
              <a:extLst>
                <a:ext uri="{FF2B5EF4-FFF2-40B4-BE49-F238E27FC236}">
                  <a16:creationId xmlns:a16="http://schemas.microsoft.com/office/drawing/2014/main" id="{0012ABA2-8ABD-AC07-8AB4-3646377ECB29}"/>
                </a:ext>
              </a:extLst>
            </p:cNvPr>
            <p:cNvSpPr/>
            <p:nvPr/>
          </p:nvSpPr>
          <p:spPr>
            <a:xfrm>
              <a:off x="4291615" y="4782669"/>
              <a:ext cx="7643" cy="6210"/>
            </a:xfrm>
            <a:custGeom>
              <a:avLst/>
              <a:gdLst>
                <a:gd name="csX0" fmla="*/ 2867 w 7643"/>
                <a:gd name="csY0" fmla="*/ 5733 h 6210"/>
                <a:gd name="csX1" fmla="*/ 2867 w 7643"/>
                <a:gd name="csY1" fmla="*/ 6210 h 6210"/>
                <a:gd name="csX2" fmla="*/ 956 w 7643"/>
                <a:gd name="csY2" fmla="*/ 6210 h 6210"/>
                <a:gd name="csX3" fmla="*/ 0 w 7643"/>
                <a:gd name="csY3" fmla="*/ 6210 h 6210"/>
                <a:gd name="csX4" fmla="*/ 0 w 7643"/>
                <a:gd name="csY4" fmla="*/ 5255 h 6210"/>
                <a:gd name="csX5" fmla="*/ 478 w 7643"/>
                <a:gd name="csY5" fmla="*/ 2866 h 6210"/>
                <a:gd name="csX6" fmla="*/ 956 w 7643"/>
                <a:gd name="csY6" fmla="*/ 1911 h 6210"/>
                <a:gd name="csX7" fmla="*/ 2867 w 7643"/>
                <a:gd name="csY7" fmla="*/ 478 h 6210"/>
                <a:gd name="csX8" fmla="*/ 3822 w 7643"/>
                <a:gd name="csY8" fmla="*/ 0 h 6210"/>
                <a:gd name="csX9" fmla="*/ 5733 w 7643"/>
                <a:gd name="csY9" fmla="*/ 0 h 6210"/>
                <a:gd name="csX10" fmla="*/ 7644 w 7643"/>
                <a:gd name="csY10" fmla="*/ 956 h 6210"/>
                <a:gd name="csX11" fmla="*/ 5255 w 7643"/>
                <a:gd name="csY11" fmla="*/ 2866 h 6210"/>
                <a:gd name="csX12" fmla="*/ 4300 w 7643"/>
                <a:gd name="csY12" fmla="*/ 2866 h 6210"/>
                <a:gd name="csX13" fmla="*/ 3822 w 7643"/>
                <a:gd name="csY13" fmla="*/ 3344 h 6210"/>
                <a:gd name="csX14" fmla="*/ 2867 w 7643"/>
                <a:gd name="csY14" fmla="*/ 57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643" h="6210">
                  <a:moveTo>
                    <a:pt x="2867" y="5733"/>
                  </a:moveTo>
                  <a:lnTo>
                    <a:pt x="2867" y="6210"/>
                  </a:lnTo>
                  <a:lnTo>
                    <a:pt x="956" y="6210"/>
                  </a:lnTo>
                  <a:lnTo>
                    <a:pt x="0" y="6210"/>
                  </a:lnTo>
                  <a:lnTo>
                    <a:pt x="0" y="5255"/>
                  </a:lnTo>
                  <a:lnTo>
                    <a:pt x="478" y="2866"/>
                  </a:lnTo>
                  <a:lnTo>
                    <a:pt x="956" y="1911"/>
                  </a:lnTo>
                  <a:lnTo>
                    <a:pt x="2867" y="478"/>
                  </a:lnTo>
                  <a:lnTo>
                    <a:pt x="3822" y="0"/>
                  </a:lnTo>
                  <a:lnTo>
                    <a:pt x="5733" y="0"/>
                  </a:lnTo>
                  <a:lnTo>
                    <a:pt x="7644" y="956"/>
                  </a:lnTo>
                  <a:lnTo>
                    <a:pt x="5255" y="2866"/>
                  </a:lnTo>
                  <a:lnTo>
                    <a:pt x="4300" y="2866"/>
                  </a:lnTo>
                  <a:lnTo>
                    <a:pt x="3822" y="3344"/>
                  </a:lnTo>
                  <a:lnTo>
                    <a:pt x="2867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6" name="Freeform 4125">
              <a:extLst>
                <a:ext uri="{FF2B5EF4-FFF2-40B4-BE49-F238E27FC236}">
                  <a16:creationId xmlns:a16="http://schemas.microsoft.com/office/drawing/2014/main" id="{6D282F48-88E6-4F94-63B9-DCD232F7DEFC}"/>
                </a:ext>
              </a:extLst>
            </p:cNvPr>
            <p:cNvSpPr/>
            <p:nvPr/>
          </p:nvSpPr>
          <p:spPr>
            <a:xfrm>
              <a:off x="6382637" y="4130568"/>
              <a:ext cx="179148" cy="17676"/>
            </a:xfrm>
            <a:custGeom>
              <a:avLst/>
              <a:gdLst>
                <a:gd name="csX0" fmla="*/ 0 w 179148"/>
                <a:gd name="csY0" fmla="*/ 0 h 17676"/>
                <a:gd name="csX1" fmla="*/ 1433 w 179148"/>
                <a:gd name="csY1" fmla="*/ 2866 h 17676"/>
                <a:gd name="csX2" fmla="*/ 4300 w 179148"/>
                <a:gd name="csY2" fmla="*/ 2866 h 17676"/>
                <a:gd name="csX3" fmla="*/ 14809 w 179148"/>
                <a:gd name="csY3" fmla="*/ 956 h 17676"/>
                <a:gd name="csX4" fmla="*/ 25798 w 179148"/>
                <a:gd name="csY4" fmla="*/ 2866 h 17676"/>
                <a:gd name="csX5" fmla="*/ 32008 w 179148"/>
                <a:gd name="csY5" fmla="*/ 3822 h 17676"/>
                <a:gd name="csX6" fmla="*/ 41562 w 179148"/>
                <a:gd name="csY6" fmla="*/ 5733 h 17676"/>
                <a:gd name="csX7" fmla="*/ 47295 w 179148"/>
                <a:gd name="csY7" fmla="*/ 9555 h 17676"/>
                <a:gd name="csX8" fmla="*/ 48728 w 179148"/>
                <a:gd name="csY8" fmla="*/ 10032 h 17676"/>
                <a:gd name="csX9" fmla="*/ 53028 w 179148"/>
                <a:gd name="csY9" fmla="*/ 9555 h 17676"/>
                <a:gd name="csX10" fmla="*/ 55894 w 179148"/>
                <a:gd name="csY10" fmla="*/ 11943 h 17676"/>
                <a:gd name="csX11" fmla="*/ 66405 w 179148"/>
                <a:gd name="csY11" fmla="*/ 12899 h 17676"/>
                <a:gd name="csX12" fmla="*/ 72615 w 179148"/>
                <a:gd name="csY12" fmla="*/ 15287 h 17676"/>
                <a:gd name="csX13" fmla="*/ 75481 w 179148"/>
                <a:gd name="csY13" fmla="*/ 16721 h 17676"/>
                <a:gd name="csX14" fmla="*/ 77392 w 179148"/>
                <a:gd name="csY14" fmla="*/ 17676 h 17676"/>
                <a:gd name="csX15" fmla="*/ 79303 w 179148"/>
                <a:gd name="csY15" fmla="*/ 17198 h 17676"/>
                <a:gd name="csX16" fmla="*/ 81692 w 179148"/>
                <a:gd name="csY16" fmla="*/ 16721 h 17676"/>
                <a:gd name="csX17" fmla="*/ 84558 w 179148"/>
                <a:gd name="csY17" fmla="*/ 15287 h 17676"/>
                <a:gd name="csX18" fmla="*/ 87902 w 179148"/>
                <a:gd name="csY18" fmla="*/ 13854 h 17676"/>
                <a:gd name="csX19" fmla="*/ 94591 w 179148"/>
                <a:gd name="csY19" fmla="*/ 9077 h 17676"/>
                <a:gd name="csX20" fmla="*/ 96979 w 179148"/>
                <a:gd name="csY20" fmla="*/ 8121 h 17676"/>
                <a:gd name="csX21" fmla="*/ 98412 w 179148"/>
                <a:gd name="csY21" fmla="*/ 8599 h 17676"/>
                <a:gd name="csX22" fmla="*/ 100323 w 179148"/>
                <a:gd name="csY22" fmla="*/ 8599 h 17676"/>
                <a:gd name="csX23" fmla="*/ 101278 w 179148"/>
                <a:gd name="csY23" fmla="*/ 7166 h 17676"/>
                <a:gd name="csX24" fmla="*/ 102234 w 179148"/>
                <a:gd name="csY24" fmla="*/ 6210 h 17676"/>
                <a:gd name="csX25" fmla="*/ 102712 w 179148"/>
                <a:gd name="csY25" fmla="*/ 5255 h 17676"/>
                <a:gd name="csX26" fmla="*/ 103667 w 179148"/>
                <a:gd name="csY26" fmla="*/ 4300 h 17676"/>
                <a:gd name="csX27" fmla="*/ 107489 w 179148"/>
                <a:gd name="csY27" fmla="*/ 3822 h 17676"/>
                <a:gd name="csX28" fmla="*/ 114177 w 179148"/>
                <a:gd name="csY28" fmla="*/ 1911 h 17676"/>
                <a:gd name="csX29" fmla="*/ 113700 w 179148"/>
                <a:gd name="csY29" fmla="*/ 2866 h 17676"/>
                <a:gd name="csX30" fmla="*/ 107012 w 179148"/>
                <a:gd name="csY30" fmla="*/ 5255 h 17676"/>
                <a:gd name="csX31" fmla="*/ 109878 w 179148"/>
                <a:gd name="csY31" fmla="*/ 5255 h 17676"/>
                <a:gd name="csX32" fmla="*/ 112744 w 179148"/>
                <a:gd name="csY32" fmla="*/ 4777 h 17676"/>
                <a:gd name="csX33" fmla="*/ 116088 w 179148"/>
                <a:gd name="csY33" fmla="*/ 4300 h 17676"/>
                <a:gd name="csX34" fmla="*/ 116566 w 179148"/>
                <a:gd name="csY34" fmla="*/ 3344 h 17676"/>
                <a:gd name="csX35" fmla="*/ 117044 w 179148"/>
                <a:gd name="csY35" fmla="*/ 1433 h 17676"/>
                <a:gd name="csX36" fmla="*/ 117521 w 179148"/>
                <a:gd name="csY36" fmla="*/ 956 h 17676"/>
                <a:gd name="csX37" fmla="*/ 119910 w 179148"/>
                <a:gd name="csY37" fmla="*/ 1433 h 17676"/>
                <a:gd name="csX38" fmla="*/ 126121 w 179148"/>
                <a:gd name="csY38" fmla="*/ 4300 h 17676"/>
                <a:gd name="csX39" fmla="*/ 128032 w 179148"/>
                <a:gd name="csY39" fmla="*/ 4300 h 17676"/>
                <a:gd name="csX40" fmla="*/ 132331 w 179148"/>
                <a:gd name="csY40" fmla="*/ 2866 h 17676"/>
                <a:gd name="csX41" fmla="*/ 133287 w 179148"/>
                <a:gd name="csY41" fmla="*/ 2389 h 17676"/>
                <a:gd name="csX42" fmla="*/ 135198 w 179148"/>
                <a:gd name="csY42" fmla="*/ 3344 h 17676"/>
                <a:gd name="csX43" fmla="*/ 138542 w 179148"/>
                <a:gd name="csY43" fmla="*/ 6688 h 17676"/>
                <a:gd name="csX44" fmla="*/ 137108 w 179148"/>
                <a:gd name="csY44" fmla="*/ 6688 h 17676"/>
                <a:gd name="csX45" fmla="*/ 133764 w 179148"/>
                <a:gd name="csY45" fmla="*/ 3822 h 17676"/>
                <a:gd name="csX46" fmla="*/ 133287 w 179148"/>
                <a:gd name="csY46" fmla="*/ 5255 h 17676"/>
                <a:gd name="csX47" fmla="*/ 131376 w 179148"/>
                <a:gd name="csY47" fmla="*/ 7644 h 17676"/>
                <a:gd name="csX48" fmla="*/ 133764 w 179148"/>
                <a:gd name="csY48" fmla="*/ 8599 h 17676"/>
                <a:gd name="csX49" fmla="*/ 135675 w 179148"/>
                <a:gd name="csY49" fmla="*/ 9077 h 17676"/>
                <a:gd name="csX50" fmla="*/ 137108 w 179148"/>
                <a:gd name="csY50" fmla="*/ 10510 h 17676"/>
                <a:gd name="csX51" fmla="*/ 137586 w 179148"/>
                <a:gd name="csY51" fmla="*/ 11943 h 17676"/>
                <a:gd name="csX52" fmla="*/ 139975 w 179148"/>
                <a:gd name="csY52" fmla="*/ 11466 h 17676"/>
                <a:gd name="csX53" fmla="*/ 141408 w 179148"/>
                <a:gd name="csY53" fmla="*/ 9555 h 17676"/>
                <a:gd name="csX54" fmla="*/ 140453 w 179148"/>
                <a:gd name="csY54" fmla="*/ 8599 h 17676"/>
                <a:gd name="csX55" fmla="*/ 139975 w 179148"/>
                <a:gd name="csY55" fmla="*/ 7644 h 17676"/>
                <a:gd name="csX56" fmla="*/ 140453 w 179148"/>
                <a:gd name="csY56" fmla="*/ 7644 h 17676"/>
                <a:gd name="csX57" fmla="*/ 142364 w 179148"/>
                <a:gd name="csY57" fmla="*/ 8599 h 17676"/>
                <a:gd name="csX58" fmla="*/ 146185 w 179148"/>
                <a:gd name="csY58" fmla="*/ 11943 h 17676"/>
                <a:gd name="csX59" fmla="*/ 147619 w 179148"/>
                <a:gd name="csY59" fmla="*/ 12421 h 17676"/>
                <a:gd name="csX60" fmla="*/ 149051 w 179148"/>
                <a:gd name="csY60" fmla="*/ 12421 h 17676"/>
                <a:gd name="csX61" fmla="*/ 152873 w 179148"/>
                <a:gd name="csY61" fmla="*/ 11466 h 17676"/>
                <a:gd name="csX62" fmla="*/ 153829 w 179148"/>
                <a:gd name="csY62" fmla="*/ 11466 h 17676"/>
                <a:gd name="csX63" fmla="*/ 158128 w 179148"/>
                <a:gd name="csY63" fmla="*/ 10510 h 17676"/>
                <a:gd name="csX64" fmla="*/ 158606 w 179148"/>
                <a:gd name="csY64" fmla="*/ 11466 h 17676"/>
                <a:gd name="csX65" fmla="*/ 159562 w 179148"/>
                <a:gd name="csY65" fmla="*/ 11943 h 17676"/>
                <a:gd name="csX66" fmla="*/ 162906 w 179148"/>
                <a:gd name="csY66" fmla="*/ 10988 h 17676"/>
                <a:gd name="csX67" fmla="*/ 168639 w 179148"/>
                <a:gd name="csY67" fmla="*/ 10988 h 17676"/>
                <a:gd name="csX68" fmla="*/ 173416 w 179148"/>
                <a:gd name="csY68" fmla="*/ 10032 h 17676"/>
                <a:gd name="csX69" fmla="*/ 178671 w 179148"/>
                <a:gd name="csY69" fmla="*/ 7644 h 17676"/>
                <a:gd name="csX70" fmla="*/ 179149 w 179148"/>
                <a:gd name="csY70" fmla="*/ 7166 h 1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179148" h="17676">
                  <a:moveTo>
                    <a:pt x="0" y="0"/>
                  </a:moveTo>
                  <a:lnTo>
                    <a:pt x="1433" y="2866"/>
                  </a:lnTo>
                  <a:lnTo>
                    <a:pt x="4300" y="2866"/>
                  </a:lnTo>
                  <a:lnTo>
                    <a:pt x="14809" y="956"/>
                  </a:lnTo>
                  <a:lnTo>
                    <a:pt x="25798" y="2866"/>
                  </a:lnTo>
                  <a:lnTo>
                    <a:pt x="32008" y="3822"/>
                  </a:lnTo>
                  <a:lnTo>
                    <a:pt x="41562" y="5733"/>
                  </a:lnTo>
                  <a:lnTo>
                    <a:pt x="47295" y="9555"/>
                  </a:lnTo>
                  <a:lnTo>
                    <a:pt x="48728" y="10032"/>
                  </a:lnTo>
                  <a:lnTo>
                    <a:pt x="53028" y="9555"/>
                  </a:lnTo>
                  <a:lnTo>
                    <a:pt x="55894" y="11943"/>
                  </a:lnTo>
                  <a:lnTo>
                    <a:pt x="66405" y="12899"/>
                  </a:lnTo>
                  <a:lnTo>
                    <a:pt x="72615" y="15287"/>
                  </a:lnTo>
                  <a:lnTo>
                    <a:pt x="75481" y="16721"/>
                  </a:lnTo>
                  <a:lnTo>
                    <a:pt x="77392" y="17676"/>
                  </a:lnTo>
                  <a:lnTo>
                    <a:pt x="79303" y="17198"/>
                  </a:lnTo>
                  <a:lnTo>
                    <a:pt x="81692" y="16721"/>
                  </a:lnTo>
                  <a:lnTo>
                    <a:pt x="84558" y="15287"/>
                  </a:lnTo>
                  <a:lnTo>
                    <a:pt x="87902" y="13854"/>
                  </a:lnTo>
                  <a:lnTo>
                    <a:pt x="94591" y="9077"/>
                  </a:lnTo>
                  <a:lnTo>
                    <a:pt x="96979" y="8121"/>
                  </a:lnTo>
                  <a:lnTo>
                    <a:pt x="98412" y="8599"/>
                  </a:lnTo>
                  <a:lnTo>
                    <a:pt x="100323" y="8599"/>
                  </a:lnTo>
                  <a:lnTo>
                    <a:pt x="101278" y="7166"/>
                  </a:lnTo>
                  <a:lnTo>
                    <a:pt x="102234" y="6210"/>
                  </a:lnTo>
                  <a:lnTo>
                    <a:pt x="102712" y="5255"/>
                  </a:lnTo>
                  <a:lnTo>
                    <a:pt x="103667" y="4300"/>
                  </a:lnTo>
                  <a:lnTo>
                    <a:pt x="107489" y="3822"/>
                  </a:lnTo>
                  <a:lnTo>
                    <a:pt x="114177" y="1911"/>
                  </a:lnTo>
                  <a:lnTo>
                    <a:pt x="113700" y="2866"/>
                  </a:lnTo>
                  <a:lnTo>
                    <a:pt x="107012" y="5255"/>
                  </a:lnTo>
                  <a:lnTo>
                    <a:pt x="109878" y="5255"/>
                  </a:lnTo>
                  <a:lnTo>
                    <a:pt x="112744" y="4777"/>
                  </a:lnTo>
                  <a:lnTo>
                    <a:pt x="116088" y="4300"/>
                  </a:lnTo>
                  <a:lnTo>
                    <a:pt x="116566" y="3344"/>
                  </a:lnTo>
                  <a:lnTo>
                    <a:pt x="117044" y="1433"/>
                  </a:lnTo>
                  <a:lnTo>
                    <a:pt x="117521" y="956"/>
                  </a:lnTo>
                  <a:lnTo>
                    <a:pt x="119910" y="1433"/>
                  </a:lnTo>
                  <a:lnTo>
                    <a:pt x="126121" y="4300"/>
                  </a:lnTo>
                  <a:lnTo>
                    <a:pt x="128032" y="4300"/>
                  </a:lnTo>
                  <a:lnTo>
                    <a:pt x="132331" y="2866"/>
                  </a:lnTo>
                  <a:lnTo>
                    <a:pt x="133287" y="2389"/>
                  </a:lnTo>
                  <a:lnTo>
                    <a:pt x="135198" y="3344"/>
                  </a:lnTo>
                  <a:lnTo>
                    <a:pt x="138542" y="6688"/>
                  </a:lnTo>
                  <a:lnTo>
                    <a:pt x="137108" y="6688"/>
                  </a:lnTo>
                  <a:lnTo>
                    <a:pt x="133764" y="3822"/>
                  </a:lnTo>
                  <a:lnTo>
                    <a:pt x="133287" y="5255"/>
                  </a:lnTo>
                  <a:lnTo>
                    <a:pt x="131376" y="7644"/>
                  </a:lnTo>
                  <a:lnTo>
                    <a:pt x="133764" y="8599"/>
                  </a:lnTo>
                  <a:lnTo>
                    <a:pt x="135675" y="9077"/>
                  </a:lnTo>
                  <a:lnTo>
                    <a:pt x="137108" y="10510"/>
                  </a:lnTo>
                  <a:lnTo>
                    <a:pt x="137586" y="11943"/>
                  </a:lnTo>
                  <a:lnTo>
                    <a:pt x="139975" y="11466"/>
                  </a:lnTo>
                  <a:lnTo>
                    <a:pt x="141408" y="9555"/>
                  </a:lnTo>
                  <a:lnTo>
                    <a:pt x="140453" y="8599"/>
                  </a:lnTo>
                  <a:lnTo>
                    <a:pt x="139975" y="7644"/>
                  </a:lnTo>
                  <a:lnTo>
                    <a:pt x="140453" y="7644"/>
                  </a:lnTo>
                  <a:lnTo>
                    <a:pt x="142364" y="8599"/>
                  </a:lnTo>
                  <a:lnTo>
                    <a:pt x="146185" y="11943"/>
                  </a:lnTo>
                  <a:lnTo>
                    <a:pt x="147619" y="12421"/>
                  </a:lnTo>
                  <a:lnTo>
                    <a:pt x="149051" y="12421"/>
                  </a:lnTo>
                  <a:lnTo>
                    <a:pt x="152873" y="11466"/>
                  </a:lnTo>
                  <a:lnTo>
                    <a:pt x="153829" y="11466"/>
                  </a:lnTo>
                  <a:lnTo>
                    <a:pt x="158128" y="10510"/>
                  </a:lnTo>
                  <a:lnTo>
                    <a:pt x="158606" y="11466"/>
                  </a:lnTo>
                  <a:lnTo>
                    <a:pt x="159562" y="11943"/>
                  </a:lnTo>
                  <a:lnTo>
                    <a:pt x="162906" y="10988"/>
                  </a:lnTo>
                  <a:lnTo>
                    <a:pt x="168639" y="10988"/>
                  </a:lnTo>
                  <a:lnTo>
                    <a:pt x="173416" y="10032"/>
                  </a:lnTo>
                  <a:lnTo>
                    <a:pt x="178671" y="7644"/>
                  </a:lnTo>
                  <a:lnTo>
                    <a:pt x="179149" y="71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7" name="Freeform 4126">
              <a:extLst>
                <a:ext uri="{FF2B5EF4-FFF2-40B4-BE49-F238E27FC236}">
                  <a16:creationId xmlns:a16="http://schemas.microsoft.com/office/drawing/2014/main" id="{A7D20446-0336-4DC4-C7E5-08E469093BD2}"/>
                </a:ext>
              </a:extLst>
            </p:cNvPr>
            <p:cNvSpPr/>
            <p:nvPr/>
          </p:nvSpPr>
          <p:spPr>
            <a:xfrm>
              <a:off x="6525478" y="4165920"/>
              <a:ext cx="89335" cy="160994"/>
            </a:xfrm>
            <a:custGeom>
              <a:avLst/>
              <a:gdLst>
                <a:gd name="csX0" fmla="*/ 50639 w 89335"/>
                <a:gd name="csY0" fmla="*/ 10510 h 160994"/>
                <a:gd name="csX1" fmla="*/ 49206 w 89335"/>
                <a:gd name="csY1" fmla="*/ 11465 h 160994"/>
                <a:gd name="csX2" fmla="*/ 47295 w 89335"/>
                <a:gd name="csY2" fmla="*/ 14809 h 160994"/>
                <a:gd name="csX3" fmla="*/ 44907 w 89335"/>
                <a:gd name="csY3" fmla="*/ 25320 h 160994"/>
                <a:gd name="csX4" fmla="*/ 41562 w 89335"/>
                <a:gd name="csY4" fmla="*/ 33441 h 160994"/>
                <a:gd name="csX5" fmla="*/ 41085 w 89335"/>
                <a:gd name="csY5" fmla="*/ 38696 h 160994"/>
                <a:gd name="csX6" fmla="*/ 40607 w 89335"/>
                <a:gd name="csY6" fmla="*/ 40607 h 160994"/>
                <a:gd name="csX7" fmla="*/ 38696 w 89335"/>
                <a:gd name="csY7" fmla="*/ 43473 h 160994"/>
                <a:gd name="csX8" fmla="*/ 36785 w 89335"/>
                <a:gd name="csY8" fmla="*/ 45862 h 160994"/>
                <a:gd name="csX9" fmla="*/ 33441 w 89335"/>
                <a:gd name="csY9" fmla="*/ 44429 h 160994"/>
                <a:gd name="csX10" fmla="*/ 27708 w 89335"/>
                <a:gd name="csY10" fmla="*/ 40129 h 160994"/>
                <a:gd name="csX11" fmla="*/ 24364 w 89335"/>
                <a:gd name="csY11" fmla="*/ 35830 h 160994"/>
                <a:gd name="csX12" fmla="*/ 21020 w 89335"/>
                <a:gd name="csY12" fmla="*/ 32963 h 160994"/>
                <a:gd name="csX13" fmla="*/ 17676 w 89335"/>
                <a:gd name="csY13" fmla="*/ 29141 h 160994"/>
                <a:gd name="csX14" fmla="*/ 16721 w 89335"/>
                <a:gd name="csY14" fmla="*/ 26753 h 160994"/>
                <a:gd name="csX15" fmla="*/ 16721 w 89335"/>
                <a:gd name="csY15" fmla="*/ 24842 h 160994"/>
                <a:gd name="csX16" fmla="*/ 15287 w 89335"/>
                <a:gd name="csY16" fmla="*/ 21020 h 160994"/>
                <a:gd name="csX17" fmla="*/ 14332 w 89335"/>
                <a:gd name="csY17" fmla="*/ 18631 h 160994"/>
                <a:gd name="csX18" fmla="*/ 10032 w 89335"/>
                <a:gd name="csY18" fmla="*/ 14332 h 160994"/>
                <a:gd name="csX19" fmla="*/ 9077 w 89335"/>
                <a:gd name="csY19" fmla="*/ 11943 h 160994"/>
                <a:gd name="csX20" fmla="*/ 8121 w 89335"/>
                <a:gd name="csY20" fmla="*/ 10988 h 160994"/>
                <a:gd name="csX21" fmla="*/ 7166 w 89335"/>
                <a:gd name="csY21" fmla="*/ 9555 h 160994"/>
                <a:gd name="csX22" fmla="*/ 5733 w 89335"/>
                <a:gd name="csY22" fmla="*/ 3822 h 160994"/>
                <a:gd name="csX23" fmla="*/ 4300 w 89335"/>
                <a:gd name="csY23" fmla="*/ 0 h 160994"/>
                <a:gd name="csX24" fmla="*/ 2389 w 89335"/>
                <a:gd name="csY24" fmla="*/ 955 h 160994"/>
                <a:gd name="csX25" fmla="*/ 2389 w 89335"/>
                <a:gd name="csY25" fmla="*/ 2866 h 160994"/>
                <a:gd name="csX26" fmla="*/ 955 w 89335"/>
                <a:gd name="csY26" fmla="*/ 4777 h 160994"/>
                <a:gd name="csX27" fmla="*/ 0 w 89335"/>
                <a:gd name="csY27" fmla="*/ 7166 h 160994"/>
                <a:gd name="csX28" fmla="*/ 955 w 89335"/>
                <a:gd name="csY28" fmla="*/ 9077 h 160994"/>
                <a:gd name="csX29" fmla="*/ 4300 w 89335"/>
                <a:gd name="csY29" fmla="*/ 12421 h 160994"/>
                <a:gd name="csX30" fmla="*/ 4777 w 89335"/>
                <a:gd name="csY30" fmla="*/ 13854 h 160994"/>
                <a:gd name="csX31" fmla="*/ 5733 w 89335"/>
                <a:gd name="csY31" fmla="*/ 16721 h 160994"/>
                <a:gd name="csX32" fmla="*/ 5255 w 89335"/>
                <a:gd name="csY32" fmla="*/ 20542 h 160994"/>
                <a:gd name="csX33" fmla="*/ 5733 w 89335"/>
                <a:gd name="csY33" fmla="*/ 21975 h 160994"/>
                <a:gd name="csX34" fmla="*/ 8599 w 89335"/>
                <a:gd name="csY34" fmla="*/ 24842 h 160994"/>
                <a:gd name="csX35" fmla="*/ 9077 w 89335"/>
                <a:gd name="csY35" fmla="*/ 26275 h 160994"/>
                <a:gd name="csX36" fmla="*/ 10032 w 89335"/>
                <a:gd name="csY36" fmla="*/ 28186 h 160994"/>
                <a:gd name="csX37" fmla="*/ 10510 w 89335"/>
                <a:gd name="csY37" fmla="*/ 29141 h 160994"/>
                <a:gd name="csX38" fmla="*/ 12898 w 89335"/>
                <a:gd name="csY38" fmla="*/ 32008 h 160994"/>
                <a:gd name="csX39" fmla="*/ 16721 w 89335"/>
                <a:gd name="csY39" fmla="*/ 36785 h 160994"/>
                <a:gd name="csX40" fmla="*/ 20064 w 89335"/>
                <a:gd name="csY40" fmla="*/ 40129 h 160994"/>
                <a:gd name="csX41" fmla="*/ 22453 w 89335"/>
                <a:gd name="csY41" fmla="*/ 41562 h 160994"/>
                <a:gd name="csX42" fmla="*/ 23409 w 89335"/>
                <a:gd name="csY42" fmla="*/ 42996 h 160994"/>
                <a:gd name="csX43" fmla="*/ 23886 w 89335"/>
                <a:gd name="csY43" fmla="*/ 47295 h 160994"/>
                <a:gd name="csX44" fmla="*/ 23409 w 89335"/>
                <a:gd name="csY44" fmla="*/ 49206 h 160994"/>
                <a:gd name="csX45" fmla="*/ 25798 w 89335"/>
                <a:gd name="csY45" fmla="*/ 52550 h 160994"/>
                <a:gd name="csX46" fmla="*/ 26275 w 89335"/>
                <a:gd name="csY46" fmla="*/ 54461 h 160994"/>
                <a:gd name="csX47" fmla="*/ 28664 w 89335"/>
                <a:gd name="csY47" fmla="*/ 55894 h 160994"/>
                <a:gd name="csX48" fmla="*/ 29619 w 89335"/>
                <a:gd name="csY48" fmla="*/ 57805 h 160994"/>
                <a:gd name="csX49" fmla="*/ 30575 w 89335"/>
                <a:gd name="csY49" fmla="*/ 60194 h 160994"/>
                <a:gd name="csX50" fmla="*/ 31530 w 89335"/>
                <a:gd name="csY50" fmla="*/ 68315 h 160994"/>
                <a:gd name="csX51" fmla="*/ 33441 w 89335"/>
                <a:gd name="csY51" fmla="*/ 70704 h 160994"/>
                <a:gd name="csX52" fmla="*/ 39174 w 89335"/>
                <a:gd name="csY52" fmla="*/ 81214 h 160994"/>
                <a:gd name="csX53" fmla="*/ 43951 w 89335"/>
                <a:gd name="csY53" fmla="*/ 87902 h 160994"/>
                <a:gd name="csX54" fmla="*/ 45862 w 89335"/>
                <a:gd name="csY54" fmla="*/ 92679 h 160994"/>
                <a:gd name="csX55" fmla="*/ 49684 w 89335"/>
                <a:gd name="csY55" fmla="*/ 98890 h 160994"/>
                <a:gd name="csX56" fmla="*/ 56372 w 89335"/>
                <a:gd name="csY56" fmla="*/ 112266 h 160994"/>
                <a:gd name="csX57" fmla="*/ 60194 w 89335"/>
                <a:gd name="csY57" fmla="*/ 116088 h 160994"/>
                <a:gd name="csX58" fmla="*/ 61627 w 89335"/>
                <a:gd name="csY58" fmla="*/ 118477 h 160994"/>
                <a:gd name="csX59" fmla="*/ 64971 w 89335"/>
                <a:gd name="csY59" fmla="*/ 120388 h 160994"/>
                <a:gd name="csX60" fmla="*/ 67837 w 89335"/>
                <a:gd name="csY60" fmla="*/ 122776 h 160994"/>
                <a:gd name="csX61" fmla="*/ 64971 w 89335"/>
                <a:gd name="csY61" fmla="*/ 122299 h 160994"/>
                <a:gd name="csX62" fmla="*/ 64016 w 89335"/>
                <a:gd name="csY62" fmla="*/ 122776 h 160994"/>
                <a:gd name="csX63" fmla="*/ 63060 w 89335"/>
                <a:gd name="csY63" fmla="*/ 123254 h 160994"/>
                <a:gd name="csX64" fmla="*/ 62582 w 89335"/>
                <a:gd name="csY64" fmla="*/ 124687 h 160994"/>
                <a:gd name="csX65" fmla="*/ 62105 w 89335"/>
                <a:gd name="csY65" fmla="*/ 126120 h 160994"/>
                <a:gd name="csX66" fmla="*/ 62582 w 89335"/>
                <a:gd name="csY66" fmla="*/ 132331 h 160994"/>
                <a:gd name="csX67" fmla="*/ 63538 w 89335"/>
                <a:gd name="csY67" fmla="*/ 135675 h 160994"/>
                <a:gd name="csX68" fmla="*/ 66405 w 89335"/>
                <a:gd name="csY68" fmla="*/ 142363 h 160994"/>
                <a:gd name="csX69" fmla="*/ 68315 w 89335"/>
                <a:gd name="csY69" fmla="*/ 144274 h 160994"/>
                <a:gd name="csX70" fmla="*/ 69271 w 89335"/>
                <a:gd name="csY70" fmla="*/ 145230 h 160994"/>
                <a:gd name="csX71" fmla="*/ 70704 w 89335"/>
                <a:gd name="csY71" fmla="*/ 146185 h 160994"/>
                <a:gd name="csX72" fmla="*/ 76914 w 89335"/>
                <a:gd name="csY72" fmla="*/ 148574 h 160994"/>
                <a:gd name="csX73" fmla="*/ 80258 w 89335"/>
                <a:gd name="csY73" fmla="*/ 152873 h 160994"/>
                <a:gd name="csX74" fmla="*/ 88858 w 89335"/>
                <a:gd name="csY74" fmla="*/ 159084 h 160994"/>
                <a:gd name="csX75" fmla="*/ 89335 w 89335"/>
                <a:gd name="csY75" fmla="*/ 160517 h 160994"/>
                <a:gd name="csX76" fmla="*/ 89335 w 89335"/>
                <a:gd name="csY76" fmla="*/ 160995 h 160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89335" h="160994">
                  <a:moveTo>
                    <a:pt x="50639" y="10510"/>
                  </a:moveTo>
                  <a:lnTo>
                    <a:pt x="49206" y="11465"/>
                  </a:lnTo>
                  <a:lnTo>
                    <a:pt x="47295" y="14809"/>
                  </a:lnTo>
                  <a:lnTo>
                    <a:pt x="44907" y="25320"/>
                  </a:lnTo>
                  <a:lnTo>
                    <a:pt x="41562" y="33441"/>
                  </a:lnTo>
                  <a:lnTo>
                    <a:pt x="41085" y="38696"/>
                  </a:lnTo>
                  <a:lnTo>
                    <a:pt x="40607" y="40607"/>
                  </a:lnTo>
                  <a:lnTo>
                    <a:pt x="38696" y="43473"/>
                  </a:lnTo>
                  <a:lnTo>
                    <a:pt x="36785" y="45862"/>
                  </a:lnTo>
                  <a:lnTo>
                    <a:pt x="33441" y="44429"/>
                  </a:lnTo>
                  <a:lnTo>
                    <a:pt x="27708" y="40129"/>
                  </a:lnTo>
                  <a:lnTo>
                    <a:pt x="24364" y="35830"/>
                  </a:lnTo>
                  <a:lnTo>
                    <a:pt x="21020" y="32963"/>
                  </a:lnTo>
                  <a:lnTo>
                    <a:pt x="17676" y="29141"/>
                  </a:lnTo>
                  <a:lnTo>
                    <a:pt x="16721" y="26753"/>
                  </a:lnTo>
                  <a:lnTo>
                    <a:pt x="16721" y="24842"/>
                  </a:lnTo>
                  <a:lnTo>
                    <a:pt x="15287" y="21020"/>
                  </a:lnTo>
                  <a:lnTo>
                    <a:pt x="14332" y="18631"/>
                  </a:lnTo>
                  <a:lnTo>
                    <a:pt x="10032" y="14332"/>
                  </a:lnTo>
                  <a:lnTo>
                    <a:pt x="9077" y="11943"/>
                  </a:lnTo>
                  <a:lnTo>
                    <a:pt x="8121" y="10988"/>
                  </a:lnTo>
                  <a:lnTo>
                    <a:pt x="7166" y="9555"/>
                  </a:lnTo>
                  <a:lnTo>
                    <a:pt x="5733" y="3822"/>
                  </a:lnTo>
                  <a:lnTo>
                    <a:pt x="4300" y="0"/>
                  </a:lnTo>
                  <a:lnTo>
                    <a:pt x="2389" y="955"/>
                  </a:lnTo>
                  <a:lnTo>
                    <a:pt x="2389" y="2866"/>
                  </a:lnTo>
                  <a:lnTo>
                    <a:pt x="955" y="4777"/>
                  </a:lnTo>
                  <a:lnTo>
                    <a:pt x="0" y="7166"/>
                  </a:lnTo>
                  <a:lnTo>
                    <a:pt x="955" y="9077"/>
                  </a:lnTo>
                  <a:lnTo>
                    <a:pt x="4300" y="12421"/>
                  </a:lnTo>
                  <a:lnTo>
                    <a:pt x="4777" y="13854"/>
                  </a:lnTo>
                  <a:lnTo>
                    <a:pt x="5733" y="16721"/>
                  </a:lnTo>
                  <a:lnTo>
                    <a:pt x="5255" y="20542"/>
                  </a:lnTo>
                  <a:lnTo>
                    <a:pt x="5733" y="21975"/>
                  </a:lnTo>
                  <a:lnTo>
                    <a:pt x="8599" y="24842"/>
                  </a:lnTo>
                  <a:lnTo>
                    <a:pt x="9077" y="26275"/>
                  </a:lnTo>
                  <a:lnTo>
                    <a:pt x="10032" y="28186"/>
                  </a:lnTo>
                  <a:lnTo>
                    <a:pt x="10510" y="29141"/>
                  </a:lnTo>
                  <a:lnTo>
                    <a:pt x="12898" y="32008"/>
                  </a:lnTo>
                  <a:lnTo>
                    <a:pt x="16721" y="36785"/>
                  </a:lnTo>
                  <a:lnTo>
                    <a:pt x="20064" y="40129"/>
                  </a:lnTo>
                  <a:lnTo>
                    <a:pt x="22453" y="41562"/>
                  </a:lnTo>
                  <a:lnTo>
                    <a:pt x="23409" y="42996"/>
                  </a:lnTo>
                  <a:lnTo>
                    <a:pt x="23886" y="47295"/>
                  </a:lnTo>
                  <a:lnTo>
                    <a:pt x="23409" y="49206"/>
                  </a:lnTo>
                  <a:lnTo>
                    <a:pt x="25798" y="52550"/>
                  </a:lnTo>
                  <a:lnTo>
                    <a:pt x="26275" y="54461"/>
                  </a:lnTo>
                  <a:lnTo>
                    <a:pt x="28664" y="55894"/>
                  </a:lnTo>
                  <a:lnTo>
                    <a:pt x="29619" y="57805"/>
                  </a:lnTo>
                  <a:lnTo>
                    <a:pt x="30575" y="60194"/>
                  </a:lnTo>
                  <a:lnTo>
                    <a:pt x="31530" y="68315"/>
                  </a:lnTo>
                  <a:lnTo>
                    <a:pt x="33441" y="70704"/>
                  </a:lnTo>
                  <a:lnTo>
                    <a:pt x="39174" y="81214"/>
                  </a:lnTo>
                  <a:lnTo>
                    <a:pt x="43951" y="87902"/>
                  </a:lnTo>
                  <a:lnTo>
                    <a:pt x="45862" y="92679"/>
                  </a:lnTo>
                  <a:lnTo>
                    <a:pt x="49684" y="98890"/>
                  </a:lnTo>
                  <a:lnTo>
                    <a:pt x="56372" y="112266"/>
                  </a:lnTo>
                  <a:lnTo>
                    <a:pt x="60194" y="116088"/>
                  </a:lnTo>
                  <a:lnTo>
                    <a:pt x="61627" y="118477"/>
                  </a:lnTo>
                  <a:lnTo>
                    <a:pt x="64971" y="120388"/>
                  </a:lnTo>
                  <a:lnTo>
                    <a:pt x="67837" y="122776"/>
                  </a:lnTo>
                  <a:lnTo>
                    <a:pt x="64971" y="122299"/>
                  </a:lnTo>
                  <a:lnTo>
                    <a:pt x="64016" y="122776"/>
                  </a:lnTo>
                  <a:lnTo>
                    <a:pt x="63060" y="123254"/>
                  </a:lnTo>
                  <a:lnTo>
                    <a:pt x="62582" y="124687"/>
                  </a:lnTo>
                  <a:lnTo>
                    <a:pt x="62105" y="126120"/>
                  </a:lnTo>
                  <a:lnTo>
                    <a:pt x="62582" y="132331"/>
                  </a:lnTo>
                  <a:lnTo>
                    <a:pt x="63538" y="135675"/>
                  </a:lnTo>
                  <a:lnTo>
                    <a:pt x="66405" y="142363"/>
                  </a:lnTo>
                  <a:lnTo>
                    <a:pt x="68315" y="144274"/>
                  </a:lnTo>
                  <a:lnTo>
                    <a:pt x="69271" y="145230"/>
                  </a:lnTo>
                  <a:lnTo>
                    <a:pt x="70704" y="146185"/>
                  </a:lnTo>
                  <a:lnTo>
                    <a:pt x="76914" y="148574"/>
                  </a:lnTo>
                  <a:lnTo>
                    <a:pt x="80258" y="152873"/>
                  </a:lnTo>
                  <a:lnTo>
                    <a:pt x="88858" y="159084"/>
                  </a:lnTo>
                  <a:lnTo>
                    <a:pt x="89335" y="160517"/>
                  </a:lnTo>
                  <a:lnTo>
                    <a:pt x="89335" y="16099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8" name="Freeform 4127">
              <a:extLst>
                <a:ext uri="{FF2B5EF4-FFF2-40B4-BE49-F238E27FC236}">
                  <a16:creationId xmlns:a16="http://schemas.microsoft.com/office/drawing/2014/main" id="{41093207-2E0A-5345-688A-F7C9F39AE285}"/>
                </a:ext>
              </a:extLst>
            </p:cNvPr>
            <p:cNvSpPr/>
            <p:nvPr/>
          </p:nvSpPr>
          <p:spPr>
            <a:xfrm>
              <a:off x="6348240" y="3381011"/>
              <a:ext cx="91246" cy="61627"/>
            </a:xfrm>
            <a:custGeom>
              <a:avLst/>
              <a:gdLst>
                <a:gd name="csX0" fmla="*/ 17676 w 91246"/>
                <a:gd name="csY0" fmla="*/ 61627 h 61627"/>
                <a:gd name="csX1" fmla="*/ 18154 w 91246"/>
                <a:gd name="csY1" fmla="*/ 60672 h 61627"/>
                <a:gd name="csX2" fmla="*/ 20542 w 91246"/>
                <a:gd name="csY2" fmla="*/ 53983 h 61627"/>
                <a:gd name="csX3" fmla="*/ 21020 w 91246"/>
                <a:gd name="csY3" fmla="*/ 48251 h 61627"/>
                <a:gd name="csX4" fmla="*/ 21976 w 91246"/>
                <a:gd name="csY4" fmla="*/ 47773 h 61627"/>
                <a:gd name="csX5" fmla="*/ 22453 w 91246"/>
                <a:gd name="csY5" fmla="*/ 46817 h 61627"/>
                <a:gd name="csX6" fmla="*/ 21976 w 91246"/>
                <a:gd name="csY6" fmla="*/ 45384 h 61627"/>
                <a:gd name="csX7" fmla="*/ 19109 w 91246"/>
                <a:gd name="csY7" fmla="*/ 43951 h 61627"/>
                <a:gd name="csX8" fmla="*/ 18154 w 91246"/>
                <a:gd name="csY8" fmla="*/ 44429 h 61627"/>
                <a:gd name="csX9" fmla="*/ 17198 w 91246"/>
                <a:gd name="csY9" fmla="*/ 46340 h 61627"/>
                <a:gd name="csX10" fmla="*/ 16243 w 91246"/>
                <a:gd name="csY10" fmla="*/ 47295 h 61627"/>
                <a:gd name="csX11" fmla="*/ 13854 w 91246"/>
                <a:gd name="csY11" fmla="*/ 48251 h 61627"/>
                <a:gd name="csX12" fmla="*/ 11466 w 91246"/>
                <a:gd name="csY12" fmla="*/ 46817 h 61627"/>
                <a:gd name="csX13" fmla="*/ 6688 w 91246"/>
                <a:gd name="csY13" fmla="*/ 44907 h 61627"/>
                <a:gd name="csX14" fmla="*/ 5733 w 91246"/>
                <a:gd name="csY14" fmla="*/ 42518 h 61627"/>
                <a:gd name="csX15" fmla="*/ 5255 w 91246"/>
                <a:gd name="csY15" fmla="*/ 40129 h 61627"/>
                <a:gd name="csX16" fmla="*/ 2867 w 91246"/>
                <a:gd name="csY16" fmla="*/ 37741 h 61627"/>
                <a:gd name="csX17" fmla="*/ 1911 w 91246"/>
                <a:gd name="csY17" fmla="*/ 34874 h 61627"/>
                <a:gd name="csX18" fmla="*/ 1911 w 91246"/>
                <a:gd name="csY18" fmla="*/ 32486 h 61627"/>
                <a:gd name="csX19" fmla="*/ 4300 w 91246"/>
                <a:gd name="csY19" fmla="*/ 31530 h 61627"/>
                <a:gd name="csX20" fmla="*/ 5255 w 91246"/>
                <a:gd name="csY20" fmla="*/ 30097 h 61627"/>
                <a:gd name="csX21" fmla="*/ 2389 w 91246"/>
                <a:gd name="csY21" fmla="*/ 30575 h 61627"/>
                <a:gd name="csX22" fmla="*/ 1433 w 91246"/>
                <a:gd name="csY22" fmla="*/ 30097 h 61627"/>
                <a:gd name="csX23" fmla="*/ 1433 w 91246"/>
                <a:gd name="csY23" fmla="*/ 29142 h 61627"/>
                <a:gd name="csX24" fmla="*/ 0 w 91246"/>
                <a:gd name="csY24" fmla="*/ 25320 h 61627"/>
                <a:gd name="csX25" fmla="*/ 1433 w 91246"/>
                <a:gd name="csY25" fmla="*/ 23886 h 61627"/>
                <a:gd name="csX26" fmla="*/ 1911 w 91246"/>
                <a:gd name="csY26" fmla="*/ 22931 h 61627"/>
                <a:gd name="csX27" fmla="*/ 956 w 91246"/>
                <a:gd name="csY27" fmla="*/ 21498 h 61627"/>
                <a:gd name="csX28" fmla="*/ 956 w 91246"/>
                <a:gd name="csY28" fmla="*/ 20065 h 61627"/>
                <a:gd name="csX29" fmla="*/ 1911 w 91246"/>
                <a:gd name="csY29" fmla="*/ 19109 h 61627"/>
                <a:gd name="csX30" fmla="*/ 1433 w 91246"/>
                <a:gd name="csY30" fmla="*/ 15765 h 61627"/>
                <a:gd name="csX31" fmla="*/ 4300 w 91246"/>
                <a:gd name="csY31" fmla="*/ 14332 h 61627"/>
                <a:gd name="csX32" fmla="*/ 7166 w 91246"/>
                <a:gd name="csY32" fmla="*/ 12899 h 61627"/>
                <a:gd name="csX33" fmla="*/ 12899 w 91246"/>
                <a:gd name="csY33" fmla="*/ 12421 h 61627"/>
                <a:gd name="csX34" fmla="*/ 12421 w 91246"/>
                <a:gd name="csY34" fmla="*/ 9555 h 61627"/>
                <a:gd name="csX35" fmla="*/ 14810 w 91246"/>
                <a:gd name="csY35" fmla="*/ 9555 h 61627"/>
                <a:gd name="csX36" fmla="*/ 19109 w 91246"/>
                <a:gd name="csY36" fmla="*/ 5733 h 61627"/>
                <a:gd name="csX37" fmla="*/ 22931 w 91246"/>
                <a:gd name="csY37" fmla="*/ 6688 h 61627"/>
                <a:gd name="csX38" fmla="*/ 28664 w 91246"/>
                <a:gd name="csY38" fmla="*/ 4300 h 61627"/>
                <a:gd name="csX39" fmla="*/ 40129 w 91246"/>
                <a:gd name="csY39" fmla="*/ 4300 h 61627"/>
                <a:gd name="csX40" fmla="*/ 41563 w 91246"/>
                <a:gd name="csY40" fmla="*/ 2866 h 61627"/>
                <a:gd name="csX41" fmla="*/ 41085 w 91246"/>
                <a:gd name="csY41" fmla="*/ 1433 h 61627"/>
                <a:gd name="csX42" fmla="*/ 41085 w 91246"/>
                <a:gd name="csY42" fmla="*/ 0 h 61627"/>
                <a:gd name="csX43" fmla="*/ 43474 w 91246"/>
                <a:gd name="csY43" fmla="*/ 478 h 61627"/>
                <a:gd name="csX44" fmla="*/ 46817 w 91246"/>
                <a:gd name="csY44" fmla="*/ 0 h 61627"/>
                <a:gd name="csX45" fmla="*/ 60194 w 91246"/>
                <a:gd name="csY45" fmla="*/ 2866 h 61627"/>
                <a:gd name="csX46" fmla="*/ 63538 w 91246"/>
                <a:gd name="csY46" fmla="*/ 2866 h 61627"/>
                <a:gd name="csX47" fmla="*/ 67838 w 91246"/>
                <a:gd name="csY47" fmla="*/ 5733 h 61627"/>
                <a:gd name="csX48" fmla="*/ 70226 w 91246"/>
                <a:gd name="csY48" fmla="*/ 6688 h 61627"/>
                <a:gd name="csX49" fmla="*/ 77392 w 91246"/>
                <a:gd name="csY49" fmla="*/ 6688 h 61627"/>
                <a:gd name="csX50" fmla="*/ 88858 w 91246"/>
                <a:gd name="csY50" fmla="*/ 8121 h 61627"/>
                <a:gd name="csX51" fmla="*/ 90769 w 91246"/>
                <a:gd name="csY51" fmla="*/ 6210 h 61627"/>
                <a:gd name="csX52" fmla="*/ 91246 w 91246"/>
                <a:gd name="csY52" fmla="*/ 5733 h 616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91246" h="61627">
                  <a:moveTo>
                    <a:pt x="17676" y="61627"/>
                  </a:moveTo>
                  <a:lnTo>
                    <a:pt x="18154" y="60672"/>
                  </a:lnTo>
                  <a:lnTo>
                    <a:pt x="20542" y="53983"/>
                  </a:lnTo>
                  <a:lnTo>
                    <a:pt x="21020" y="48251"/>
                  </a:lnTo>
                  <a:lnTo>
                    <a:pt x="21976" y="47773"/>
                  </a:lnTo>
                  <a:lnTo>
                    <a:pt x="22453" y="46817"/>
                  </a:lnTo>
                  <a:lnTo>
                    <a:pt x="21976" y="45384"/>
                  </a:lnTo>
                  <a:lnTo>
                    <a:pt x="19109" y="43951"/>
                  </a:lnTo>
                  <a:lnTo>
                    <a:pt x="18154" y="44429"/>
                  </a:lnTo>
                  <a:lnTo>
                    <a:pt x="17198" y="46340"/>
                  </a:lnTo>
                  <a:lnTo>
                    <a:pt x="16243" y="47295"/>
                  </a:lnTo>
                  <a:lnTo>
                    <a:pt x="13854" y="48251"/>
                  </a:lnTo>
                  <a:lnTo>
                    <a:pt x="11466" y="46817"/>
                  </a:lnTo>
                  <a:lnTo>
                    <a:pt x="6688" y="44907"/>
                  </a:lnTo>
                  <a:lnTo>
                    <a:pt x="5733" y="42518"/>
                  </a:lnTo>
                  <a:lnTo>
                    <a:pt x="5255" y="40129"/>
                  </a:lnTo>
                  <a:lnTo>
                    <a:pt x="2867" y="37741"/>
                  </a:lnTo>
                  <a:lnTo>
                    <a:pt x="1911" y="34874"/>
                  </a:lnTo>
                  <a:lnTo>
                    <a:pt x="1911" y="32486"/>
                  </a:lnTo>
                  <a:lnTo>
                    <a:pt x="4300" y="31530"/>
                  </a:lnTo>
                  <a:lnTo>
                    <a:pt x="5255" y="30097"/>
                  </a:lnTo>
                  <a:lnTo>
                    <a:pt x="2389" y="30575"/>
                  </a:lnTo>
                  <a:lnTo>
                    <a:pt x="1433" y="30097"/>
                  </a:lnTo>
                  <a:lnTo>
                    <a:pt x="1433" y="29142"/>
                  </a:lnTo>
                  <a:lnTo>
                    <a:pt x="0" y="25320"/>
                  </a:lnTo>
                  <a:lnTo>
                    <a:pt x="1433" y="23886"/>
                  </a:lnTo>
                  <a:lnTo>
                    <a:pt x="1911" y="22931"/>
                  </a:lnTo>
                  <a:lnTo>
                    <a:pt x="956" y="21498"/>
                  </a:lnTo>
                  <a:lnTo>
                    <a:pt x="956" y="20065"/>
                  </a:lnTo>
                  <a:lnTo>
                    <a:pt x="1911" y="19109"/>
                  </a:lnTo>
                  <a:lnTo>
                    <a:pt x="1433" y="15765"/>
                  </a:lnTo>
                  <a:lnTo>
                    <a:pt x="4300" y="14332"/>
                  </a:lnTo>
                  <a:lnTo>
                    <a:pt x="7166" y="12899"/>
                  </a:lnTo>
                  <a:lnTo>
                    <a:pt x="12899" y="12421"/>
                  </a:lnTo>
                  <a:lnTo>
                    <a:pt x="12421" y="9555"/>
                  </a:lnTo>
                  <a:lnTo>
                    <a:pt x="14810" y="9555"/>
                  </a:lnTo>
                  <a:lnTo>
                    <a:pt x="19109" y="5733"/>
                  </a:lnTo>
                  <a:lnTo>
                    <a:pt x="22931" y="6688"/>
                  </a:lnTo>
                  <a:lnTo>
                    <a:pt x="28664" y="4300"/>
                  </a:lnTo>
                  <a:lnTo>
                    <a:pt x="40129" y="4300"/>
                  </a:lnTo>
                  <a:lnTo>
                    <a:pt x="41563" y="2866"/>
                  </a:lnTo>
                  <a:lnTo>
                    <a:pt x="41085" y="1433"/>
                  </a:lnTo>
                  <a:lnTo>
                    <a:pt x="41085" y="0"/>
                  </a:lnTo>
                  <a:lnTo>
                    <a:pt x="43474" y="478"/>
                  </a:lnTo>
                  <a:lnTo>
                    <a:pt x="46817" y="0"/>
                  </a:lnTo>
                  <a:lnTo>
                    <a:pt x="60194" y="2866"/>
                  </a:lnTo>
                  <a:lnTo>
                    <a:pt x="63538" y="2866"/>
                  </a:lnTo>
                  <a:lnTo>
                    <a:pt x="67838" y="5733"/>
                  </a:lnTo>
                  <a:lnTo>
                    <a:pt x="70226" y="6688"/>
                  </a:lnTo>
                  <a:lnTo>
                    <a:pt x="77392" y="6688"/>
                  </a:lnTo>
                  <a:lnTo>
                    <a:pt x="88858" y="8121"/>
                  </a:lnTo>
                  <a:lnTo>
                    <a:pt x="90769" y="6210"/>
                  </a:lnTo>
                  <a:lnTo>
                    <a:pt x="91246" y="57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9" name="Freeform 4128">
              <a:extLst>
                <a:ext uri="{FF2B5EF4-FFF2-40B4-BE49-F238E27FC236}">
                  <a16:creationId xmlns:a16="http://schemas.microsoft.com/office/drawing/2014/main" id="{C2A7EED1-4474-7103-7DF8-DFE13B67E4F5}"/>
                </a:ext>
              </a:extLst>
            </p:cNvPr>
            <p:cNvSpPr/>
            <p:nvPr/>
          </p:nvSpPr>
          <p:spPr>
            <a:xfrm>
              <a:off x="6374993" y="3438338"/>
              <a:ext cx="2866" cy="477"/>
            </a:xfrm>
            <a:custGeom>
              <a:avLst/>
              <a:gdLst>
                <a:gd name="csX0" fmla="*/ 2866 w 2866"/>
                <a:gd name="csY0" fmla="*/ 0 h 477"/>
                <a:gd name="csX1" fmla="*/ 1433 w 2866"/>
                <a:gd name="csY1" fmla="*/ 478 h 477"/>
                <a:gd name="csX2" fmla="*/ 0 w 2866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477">
                  <a:moveTo>
                    <a:pt x="2866" y="0"/>
                  </a:moveTo>
                  <a:lnTo>
                    <a:pt x="1433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0" name="Freeform 4129">
              <a:extLst>
                <a:ext uri="{FF2B5EF4-FFF2-40B4-BE49-F238E27FC236}">
                  <a16:creationId xmlns:a16="http://schemas.microsoft.com/office/drawing/2014/main" id="{EE4DF76D-3F3F-3367-0857-EDE04BF50D0E}"/>
                </a:ext>
              </a:extLst>
            </p:cNvPr>
            <p:cNvSpPr/>
            <p:nvPr/>
          </p:nvSpPr>
          <p:spPr>
            <a:xfrm>
              <a:off x="6384548" y="3437383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956 h 1433"/>
                <a:gd name="csX2" fmla="*/ 0 w 477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956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1" name="Freeform 4130">
              <a:extLst>
                <a:ext uri="{FF2B5EF4-FFF2-40B4-BE49-F238E27FC236}">
                  <a16:creationId xmlns:a16="http://schemas.microsoft.com/office/drawing/2014/main" id="{DD953478-5986-F1E3-9988-68A2893ECDD3}"/>
                </a:ext>
              </a:extLst>
            </p:cNvPr>
            <p:cNvSpPr/>
            <p:nvPr/>
          </p:nvSpPr>
          <p:spPr>
            <a:xfrm>
              <a:off x="6385025" y="3436905"/>
              <a:ext cx="7643" cy="4299"/>
            </a:xfrm>
            <a:custGeom>
              <a:avLst/>
              <a:gdLst>
                <a:gd name="csX0" fmla="*/ 7644 w 7643"/>
                <a:gd name="csY0" fmla="*/ 4300 h 4299"/>
                <a:gd name="csX1" fmla="*/ 5733 w 7643"/>
                <a:gd name="csY1" fmla="*/ 3344 h 4299"/>
                <a:gd name="csX2" fmla="*/ 1433 w 7643"/>
                <a:gd name="csY2" fmla="*/ 0 h 4299"/>
                <a:gd name="csX3" fmla="*/ 0 w 7643"/>
                <a:gd name="csY3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643" h="4299">
                  <a:moveTo>
                    <a:pt x="7644" y="4300"/>
                  </a:moveTo>
                  <a:lnTo>
                    <a:pt x="5733" y="3344"/>
                  </a:lnTo>
                  <a:lnTo>
                    <a:pt x="1433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2" name="Freeform 4131">
              <a:extLst>
                <a:ext uri="{FF2B5EF4-FFF2-40B4-BE49-F238E27FC236}">
                  <a16:creationId xmlns:a16="http://schemas.microsoft.com/office/drawing/2014/main" id="{2D3E3D3C-C219-4740-0B99-84317F8011AA}"/>
                </a:ext>
              </a:extLst>
            </p:cNvPr>
            <p:cNvSpPr/>
            <p:nvPr/>
          </p:nvSpPr>
          <p:spPr>
            <a:xfrm>
              <a:off x="6405090" y="3452192"/>
              <a:ext cx="4777" cy="2388"/>
            </a:xfrm>
            <a:custGeom>
              <a:avLst/>
              <a:gdLst>
                <a:gd name="csX0" fmla="*/ 4777 w 4777"/>
                <a:gd name="csY0" fmla="*/ 2389 h 2388"/>
                <a:gd name="csX1" fmla="*/ 3344 w 4777"/>
                <a:gd name="csY1" fmla="*/ 1911 h 2388"/>
                <a:gd name="csX2" fmla="*/ 0 w 4777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2388">
                  <a:moveTo>
                    <a:pt x="4777" y="2389"/>
                  </a:moveTo>
                  <a:lnTo>
                    <a:pt x="3344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3" name="Freeform 4132">
              <a:extLst>
                <a:ext uri="{FF2B5EF4-FFF2-40B4-BE49-F238E27FC236}">
                  <a16:creationId xmlns:a16="http://schemas.microsoft.com/office/drawing/2014/main" id="{192A41B3-2D4E-EFCD-7674-AEE384409D0C}"/>
                </a:ext>
              </a:extLst>
            </p:cNvPr>
            <p:cNvSpPr/>
            <p:nvPr/>
          </p:nvSpPr>
          <p:spPr>
            <a:xfrm>
              <a:off x="6427066" y="3443593"/>
              <a:ext cx="7643" cy="6210"/>
            </a:xfrm>
            <a:custGeom>
              <a:avLst/>
              <a:gdLst>
                <a:gd name="csX0" fmla="*/ 7644 w 7643"/>
                <a:gd name="csY0" fmla="*/ 0 h 6210"/>
                <a:gd name="csX1" fmla="*/ 7166 w 7643"/>
                <a:gd name="csY1" fmla="*/ 478 h 6210"/>
                <a:gd name="csX2" fmla="*/ 2866 w 7643"/>
                <a:gd name="csY2" fmla="*/ 1911 h 6210"/>
                <a:gd name="csX3" fmla="*/ 2389 w 7643"/>
                <a:gd name="csY3" fmla="*/ 2866 h 6210"/>
                <a:gd name="csX4" fmla="*/ 1910 w 7643"/>
                <a:gd name="csY4" fmla="*/ 4300 h 6210"/>
                <a:gd name="csX5" fmla="*/ 0 w 7643"/>
                <a:gd name="csY5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43" h="6210">
                  <a:moveTo>
                    <a:pt x="7644" y="0"/>
                  </a:moveTo>
                  <a:lnTo>
                    <a:pt x="7166" y="478"/>
                  </a:lnTo>
                  <a:lnTo>
                    <a:pt x="2866" y="1911"/>
                  </a:lnTo>
                  <a:lnTo>
                    <a:pt x="2389" y="2866"/>
                  </a:lnTo>
                  <a:lnTo>
                    <a:pt x="1910" y="4300"/>
                  </a:lnTo>
                  <a:lnTo>
                    <a:pt x="0" y="62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4" name="Freeform 4133">
              <a:extLst>
                <a:ext uri="{FF2B5EF4-FFF2-40B4-BE49-F238E27FC236}">
                  <a16:creationId xmlns:a16="http://schemas.microsoft.com/office/drawing/2014/main" id="{063443D4-0232-13DC-6565-5616DF95D9D1}"/>
                </a:ext>
              </a:extLst>
            </p:cNvPr>
            <p:cNvSpPr/>
            <p:nvPr/>
          </p:nvSpPr>
          <p:spPr>
            <a:xfrm>
              <a:off x="6427543" y="3411108"/>
              <a:ext cx="2388" cy="14331"/>
            </a:xfrm>
            <a:custGeom>
              <a:avLst/>
              <a:gdLst>
                <a:gd name="csX0" fmla="*/ 478 w 2388"/>
                <a:gd name="csY0" fmla="*/ 0 h 14331"/>
                <a:gd name="csX1" fmla="*/ 0 w 2388"/>
                <a:gd name="csY1" fmla="*/ 1911 h 14331"/>
                <a:gd name="csX2" fmla="*/ 2389 w 2388"/>
                <a:gd name="csY2" fmla="*/ 12421 h 14331"/>
                <a:gd name="csX3" fmla="*/ 2389 w 2388"/>
                <a:gd name="csY3" fmla="*/ 14332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4331">
                  <a:moveTo>
                    <a:pt x="478" y="0"/>
                  </a:moveTo>
                  <a:lnTo>
                    <a:pt x="0" y="1911"/>
                  </a:lnTo>
                  <a:lnTo>
                    <a:pt x="2389" y="12421"/>
                  </a:lnTo>
                  <a:lnTo>
                    <a:pt x="2389" y="143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5" name="Freeform 4134">
              <a:extLst>
                <a:ext uri="{FF2B5EF4-FFF2-40B4-BE49-F238E27FC236}">
                  <a16:creationId xmlns:a16="http://schemas.microsoft.com/office/drawing/2014/main" id="{447123FF-19C4-FB8F-1099-00277E611BC7}"/>
                </a:ext>
              </a:extLst>
            </p:cNvPr>
            <p:cNvSpPr/>
            <p:nvPr/>
          </p:nvSpPr>
          <p:spPr>
            <a:xfrm>
              <a:off x="6428021" y="3402031"/>
              <a:ext cx="6210" cy="9076"/>
            </a:xfrm>
            <a:custGeom>
              <a:avLst/>
              <a:gdLst>
                <a:gd name="csX0" fmla="*/ 6211 w 6210"/>
                <a:gd name="csY0" fmla="*/ 0 h 9076"/>
                <a:gd name="csX1" fmla="*/ 3344 w 6210"/>
                <a:gd name="csY1" fmla="*/ 3822 h 9076"/>
                <a:gd name="csX2" fmla="*/ 1433 w 6210"/>
                <a:gd name="csY2" fmla="*/ 5733 h 9076"/>
                <a:gd name="csX3" fmla="*/ 1433 w 6210"/>
                <a:gd name="csY3" fmla="*/ 5733 h 9076"/>
                <a:gd name="csX4" fmla="*/ 478 w 6210"/>
                <a:gd name="csY4" fmla="*/ 7166 h 9076"/>
                <a:gd name="csX5" fmla="*/ 0 w 6210"/>
                <a:gd name="csY5" fmla="*/ 9077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10" h="9076">
                  <a:moveTo>
                    <a:pt x="6211" y="0"/>
                  </a:moveTo>
                  <a:lnTo>
                    <a:pt x="3344" y="3822"/>
                  </a:lnTo>
                  <a:lnTo>
                    <a:pt x="1433" y="5733"/>
                  </a:lnTo>
                  <a:lnTo>
                    <a:pt x="1433" y="5733"/>
                  </a:lnTo>
                  <a:lnTo>
                    <a:pt x="478" y="7166"/>
                  </a:lnTo>
                  <a:lnTo>
                    <a:pt x="0" y="90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6" name="Freeform 4135">
              <a:extLst>
                <a:ext uri="{FF2B5EF4-FFF2-40B4-BE49-F238E27FC236}">
                  <a16:creationId xmlns:a16="http://schemas.microsoft.com/office/drawing/2014/main" id="{46EC956D-6DE8-8EA6-3A5E-16E02AA01666}"/>
                </a:ext>
              </a:extLst>
            </p:cNvPr>
            <p:cNvSpPr/>
            <p:nvPr/>
          </p:nvSpPr>
          <p:spPr>
            <a:xfrm>
              <a:off x="6434232" y="3390565"/>
              <a:ext cx="7643" cy="11465"/>
            </a:xfrm>
            <a:custGeom>
              <a:avLst/>
              <a:gdLst>
                <a:gd name="csX0" fmla="*/ 7644 w 7643"/>
                <a:gd name="csY0" fmla="*/ 0 h 11465"/>
                <a:gd name="csX1" fmla="*/ 7166 w 7643"/>
                <a:gd name="csY1" fmla="*/ 478 h 11465"/>
                <a:gd name="csX2" fmla="*/ 6210 w 7643"/>
                <a:gd name="csY2" fmla="*/ 955 h 11465"/>
                <a:gd name="csX3" fmla="*/ 5733 w 7643"/>
                <a:gd name="csY3" fmla="*/ 1433 h 11465"/>
                <a:gd name="csX4" fmla="*/ 5255 w 7643"/>
                <a:gd name="csY4" fmla="*/ 2389 h 11465"/>
                <a:gd name="csX5" fmla="*/ 3344 w 7643"/>
                <a:gd name="csY5" fmla="*/ 2866 h 11465"/>
                <a:gd name="csX6" fmla="*/ 2866 w 7643"/>
                <a:gd name="csY6" fmla="*/ 3344 h 11465"/>
                <a:gd name="csX7" fmla="*/ 1910 w 7643"/>
                <a:gd name="csY7" fmla="*/ 6210 h 11465"/>
                <a:gd name="csX8" fmla="*/ 0 w 7643"/>
                <a:gd name="csY8" fmla="*/ 11465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43" h="11465">
                  <a:moveTo>
                    <a:pt x="7644" y="0"/>
                  </a:moveTo>
                  <a:lnTo>
                    <a:pt x="7166" y="478"/>
                  </a:lnTo>
                  <a:lnTo>
                    <a:pt x="6210" y="955"/>
                  </a:lnTo>
                  <a:lnTo>
                    <a:pt x="5733" y="1433"/>
                  </a:lnTo>
                  <a:lnTo>
                    <a:pt x="5255" y="2389"/>
                  </a:lnTo>
                  <a:lnTo>
                    <a:pt x="3344" y="2866"/>
                  </a:lnTo>
                  <a:lnTo>
                    <a:pt x="2866" y="3344"/>
                  </a:lnTo>
                  <a:lnTo>
                    <a:pt x="1910" y="6210"/>
                  </a:lnTo>
                  <a:lnTo>
                    <a:pt x="0" y="1146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7" name="Freeform 4136">
              <a:extLst>
                <a:ext uri="{FF2B5EF4-FFF2-40B4-BE49-F238E27FC236}">
                  <a16:creationId xmlns:a16="http://schemas.microsoft.com/office/drawing/2014/main" id="{ECF4892A-F53B-9243-5344-4F28021C571B}"/>
                </a:ext>
              </a:extLst>
            </p:cNvPr>
            <p:cNvSpPr/>
            <p:nvPr/>
          </p:nvSpPr>
          <p:spPr>
            <a:xfrm>
              <a:off x="6321009" y="3400598"/>
              <a:ext cx="19109" cy="13854"/>
            </a:xfrm>
            <a:custGeom>
              <a:avLst/>
              <a:gdLst>
                <a:gd name="csX0" fmla="*/ 17198 w 19109"/>
                <a:gd name="csY0" fmla="*/ 9077 h 13854"/>
                <a:gd name="csX1" fmla="*/ 15765 w 19109"/>
                <a:gd name="csY1" fmla="*/ 10988 h 13854"/>
                <a:gd name="csX2" fmla="*/ 14810 w 19109"/>
                <a:gd name="csY2" fmla="*/ 10032 h 13854"/>
                <a:gd name="csX3" fmla="*/ 14332 w 19109"/>
                <a:gd name="csY3" fmla="*/ 9555 h 13854"/>
                <a:gd name="csX4" fmla="*/ 11943 w 19109"/>
                <a:gd name="csY4" fmla="*/ 13376 h 13854"/>
                <a:gd name="csX5" fmla="*/ 9555 w 19109"/>
                <a:gd name="csY5" fmla="*/ 13854 h 13854"/>
                <a:gd name="csX6" fmla="*/ 8599 w 19109"/>
                <a:gd name="csY6" fmla="*/ 13376 h 13854"/>
                <a:gd name="csX7" fmla="*/ 8599 w 19109"/>
                <a:gd name="csY7" fmla="*/ 11943 h 13854"/>
                <a:gd name="csX8" fmla="*/ 7166 w 19109"/>
                <a:gd name="csY8" fmla="*/ 8121 h 13854"/>
                <a:gd name="csX9" fmla="*/ 5255 w 19109"/>
                <a:gd name="csY9" fmla="*/ 6688 h 13854"/>
                <a:gd name="csX10" fmla="*/ 2389 w 19109"/>
                <a:gd name="csY10" fmla="*/ 6688 h 13854"/>
                <a:gd name="csX11" fmla="*/ 0 w 19109"/>
                <a:gd name="csY11" fmla="*/ 5255 h 13854"/>
                <a:gd name="csX12" fmla="*/ 8121 w 19109"/>
                <a:gd name="csY12" fmla="*/ 3822 h 13854"/>
                <a:gd name="csX13" fmla="*/ 9077 w 19109"/>
                <a:gd name="csY13" fmla="*/ 2389 h 13854"/>
                <a:gd name="csX14" fmla="*/ 10510 w 19109"/>
                <a:gd name="csY14" fmla="*/ 478 h 13854"/>
                <a:gd name="csX15" fmla="*/ 11943 w 19109"/>
                <a:gd name="csY15" fmla="*/ 0 h 13854"/>
                <a:gd name="csX16" fmla="*/ 12899 w 19109"/>
                <a:gd name="csY16" fmla="*/ 478 h 13854"/>
                <a:gd name="csX17" fmla="*/ 13377 w 19109"/>
                <a:gd name="csY17" fmla="*/ 1911 h 13854"/>
                <a:gd name="csX18" fmla="*/ 13377 w 19109"/>
                <a:gd name="csY18" fmla="*/ 2389 h 13854"/>
                <a:gd name="csX19" fmla="*/ 17198 w 19109"/>
                <a:gd name="csY19" fmla="*/ 3344 h 13854"/>
                <a:gd name="csX20" fmla="*/ 18632 w 19109"/>
                <a:gd name="csY20" fmla="*/ 5733 h 13854"/>
                <a:gd name="csX21" fmla="*/ 19109 w 19109"/>
                <a:gd name="csY21" fmla="*/ 9077 h 13854"/>
                <a:gd name="csX22" fmla="*/ 17198 w 19109"/>
                <a:gd name="csY22" fmla="*/ 9077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9109" h="13854">
                  <a:moveTo>
                    <a:pt x="17198" y="9077"/>
                  </a:moveTo>
                  <a:lnTo>
                    <a:pt x="15765" y="10988"/>
                  </a:lnTo>
                  <a:lnTo>
                    <a:pt x="14810" y="10032"/>
                  </a:lnTo>
                  <a:lnTo>
                    <a:pt x="14332" y="9555"/>
                  </a:lnTo>
                  <a:lnTo>
                    <a:pt x="11943" y="13376"/>
                  </a:lnTo>
                  <a:lnTo>
                    <a:pt x="9555" y="13854"/>
                  </a:lnTo>
                  <a:lnTo>
                    <a:pt x="8599" y="13376"/>
                  </a:lnTo>
                  <a:lnTo>
                    <a:pt x="8599" y="11943"/>
                  </a:lnTo>
                  <a:lnTo>
                    <a:pt x="7166" y="8121"/>
                  </a:lnTo>
                  <a:lnTo>
                    <a:pt x="5255" y="6688"/>
                  </a:lnTo>
                  <a:lnTo>
                    <a:pt x="2389" y="6688"/>
                  </a:lnTo>
                  <a:lnTo>
                    <a:pt x="0" y="5255"/>
                  </a:lnTo>
                  <a:lnTo>
                    <a:pt x="8121" y="3822"/>
                  </a:lnTo>
                  <a:lnTo>
                    <a:pt x="9077" y="2389"/>
                  </a:lnTo>
                  <a:lnTo>
                    <a:pt x="10510" y="478"/>
                  </a:lnTo>
                  <a:lnTo>
                    <a:pt x="11943" y="0"/>
                  </a:lnTo>
                  <a:lnTo>
                    <a:pt x="12899" y="478"/>
                  </a:lnTo>
                  <a:lnTo>
                    <a:pt x="13377" y="1911"/>
                  </a:lnTo>
                  <a:lnTo>
                    <a:pt x="13377" y="2389"/>
                  </a:lnTo>
                  <a:lnTo>
                    <a:pt x="17198" y="3344"/>
                  </a:lnTo>
                  <a:lnTo>
                    <a:pt x="18632" y="5733"/>
                  </a:lnTo>
                  <a:lnTo>
                    <a:pt x="19109" y="9077"/>
                  </a:lnTo>
                  <a:lnTo>
                    <a:pt x="17198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8" name="Freeform 4137">
              <a:extLst>
                <a:ext uri="{FF2B5EF4-FFF2-40B4-BE49-F238E27FC236}">
                  <a16:creationId xmlns:a16="http://schemas.microsoft.com/office/drawing/2014/main" id="{61E25167-4034-6335-CE4D-C7398B6FCCD8}"/>
                </a:ext>
              </a:extLst>
            </p:cNvPr>
            <p:cNvSpPr/>
            <p:nvPr/>
          </p:nvSpPr>
          <p:spPr>
            <a:xfrm>
              <a:off x="6341074" y="3414930"/>
              <a:ext cx="5732" cy="4777"/>
            </a:xfrm>
            <a:custGeom>
              <a:avLst/>
              <a:gdLst>
                <a:gd name="csX0" fmla="*/ 5733 w 5732"/>
                <a:gd name="csY0" fmla="*/ 4777 h 4777"/>
                <a:gd name="csX1" fmla="*/ 3822 w 5732"/>
                <a:gd name="csY1" fmla="*/ 4777 h 4777"/>
                <a:gd name="csX2" fmla="*/ 0 w 5732"/>
                <a:gd name="csY2" fmla="*/ 2389 h 4777"/>
                <a:gd name="csX3" fmla="*/ 956 w 5732"/>
                <a:gd name="csY3" fmla="*/ 955 h 4777"/>
                <a:gd name="csX4" fmla="*/ 1911 w 5732"/>
                <a:gd name="csY4" fmla="*/ 0 h 4777"/>
                <a:gd name="csX5" fmla="*/ 5255 w 5732"/>
                <a:gd name="csY5" fmla="*/ 955 h 4777"/>
                <a:gd name="csX6" fmla="*/ 5733 w 5732"/>
                <a:gd name="csY6" fmla="*/ 3822 h 4777"/>
                <a:gd name="csX7" fmla="*/ 5733 w 5732"/>
                <a:gd name="csY7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4777">
                  <a:moveTo>
                    <a:pt x="5733" y="4777"/>
                  </a:moveTo>
                  <a:lnTo>
                    <a:pt x="3822" y="4777"/>
                  </a:lnTo>
                  <a:lnTo>
                    <a:pt x="0" y="2389"/>
                  </a:lnTo>
                  <a:lnTo>
                    <a:pt x="956" y="955"/>
                  </a:lnTo>
                  <a:lnTo>
                    <a:pt x="1911" y="0"/>
                  </a:lnTo>
                  <a:lnTo>
                    <a:pt x="5255" y="955"/>
                  </a:lnTo>
                  <a:lnTo>
                    <a:pt x="5733" y="3822"/>
                  </a:lnTo>
                  <a:lnTo>
                    <a:pt x="5733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9" name="Freeform 4138">
              <a:extLst>
                <a:ext uri="{FF2B5EF4-FFF2-40B4-BE49-F238E27FC236}">
                  <a16:creationId xmlns:a16="http://schemas.microsoft.com/office/drawing/2014/main" id="{67B14A2D-664B-08FA-64F2-CCE307E42DA5}"/>
                </a:ext>
              </a:extLst>
            </p:cNvPr>
            <p:cNvSpPr/>
            <p:nvPr/>
          </p:nvSpPr>
          <p:spPr>
            <a:xfrm>
              <a:off x="6317188" y="3416840"/>
              <a:ext cx="29141" cy="23886"/>
            </a:xfrm>
            <a:custGeom>
              <a:avLst/>
              <a:gdLst>
                <a:gd name="csX0" fmla="*/ 15287 w 29141"/>
                <a:gd name="csY0" fmla="*/ 0 h 23886"/>
                <a:gd name="csX1" fmla="*/ 16243 w 29141"/>
                <a:gd name="csY1" fmla="*/ 955 h 23886"/>
                <a:gd name="csX2" fmla="*/ 17676 w 29141"/>
                <a:gd name="csY2" fmla="*/ 955 h 23886"/>
                <a:gd name="csX3" fmla="*/ 19109 w 29141"/>
                <a:gd name="csY3" fmla="*/ 0 h 23886"/>
                <a:gd name="csX4" fmla="*/ 21976 w 29141"/>
                <a:gd name="csY4" fmla="*/ 478 h 23886"/>
                <a:gd name="csX5" fmla="*/ 28664 w 29141"/>
                <a:gd name="csY5" fmla="*/ 4777 h 23886"/>
                <a:gd name="csX6" fmla="*/ 29142 w 29141"/>
                <a:gd name="csY6" fmla="*/ 6210 h 23886"/>
                <a:gd name="csX7" fmla="*/ 25320 w 29141"/>
                <a:gd name="csY7" fmla="*/ 6688 h 23886"/>
                <a:gd name="csX8" fmla="*/ 24364 w 29141"/>
                <a:gd name="csY8" fmla="*/ 7644 h 23886"/>
                <a:gd name="csX9" fmla="*/ 23409 w 29141"/>
                <a:gd name="csY9" fmla="*/ 8599 h 23886"/>
                <a:gd name="csX10" fmla="*/ 22453 w 29141"/>
                <a:gd name="csY10" fmla="*/ 9077 h 23886"/>
                <a:gd name="csX11" fmla="*/ 20542 w 29141"/>
                <a:gd name="csY11" fmla="*/ 10988 h 23886"/>
                <a:gd name="csX12" fmla="*/ 17676 w 29141"/>
                <a:gd name="csY12" fmla="*/ 12421 h 23886"/>
                <a:gd name="csX13" fmla="*/ 17198 w 29141"/>
                <a:gd name="csY13" fmla="*/ 13854 h 23886"/>
                <a:gd name="csX14" fmla="*/ 12899 w 29141"/>
                <a:gd name="csY14" fmla="*/ 13376 h 23886"/>
                <a:gd name="csX15" fmla="*/ 10032 w 29141"/>
                <a:gd name="csY15" fmla="*/ 14332 h 23886"/>
                <a:gd name="csX16" fmla="*/ 8121 w 29141"/>
                <a:gd name="csY16" fmla="*/ 16243 h 23886"/>
                <a:gd name="csX17" fmla="*/ 7166 w 29141"/>
                <a:gd name="csY17" fmla="*/ 20065 h 23886"/>
                <a:gd name="csX18" fmla="*/ 5733 w 29141"/>
                <a:gd name="csY18" fmla="*/ 22931 h 23886"/>
                <a:gd name="csX19" fmla="*/ 4300 w 29141"/>
                <a:gd name="csY19" fmla="*/ 23886 h 23886"/>
                <a:gd name="csX20" fmla="*/ 2867 w 29141"/>
                <a:gd name="csY20" fmla="*/ 23886 h 23886"/>
                <a:gd name="csX21" fmla="*/ 2389 w 29141"/>
                <a:gd name="csY21" fmla="*/ 22931 h 23886"/>
                <a:gd name="csX22" fmla="*/ 2389 w 29141"/>
                <a:gd name="csY22" fmla="*/ 21976 h 23886"/>
                <a:gd name="csX23" fmla="*/ 5733 w 29141"/>
                <a:gd name="csY23" fmla="*/ 17676 h 23886"/>
                <a:gd name="csX24" fmla="*/ 6688 w 29141"/>
                <a:gd name="csY24" fmla="*/ 16243 h 23886"/>
                <a:gd name="csX25" fmla="*/ 4777 w 29141"/>
                <a:gd name="csY25" fmla="*/ 15765 h 23886"/>
                <a:gd name="csX26" fmla="*/ 3344 w 29141"/>
                <a:gd name="csY26" fmla="*/ 14332 h 23886"/>
                <a:gd name="csX27" fmla="*/ 478 w 29141"/>
                <a:gd name="csY27" fmla="*/ 12421 h 23886"/>
                <a:gd name="csX28" fmla="*/ 0 w 29141"/>
                <a:gd name="csY28" fmla="*/ 11465 h 23886"/>
                <a:gd name="csX29" fmla="*/ 478 w 29141"/>
                <a:gd name="csY29" fmla="*/ 10988 h 23886"/>
                <a:gd name="csX30" fmla="*/ 1433 w 29141"/>
                <a:gd name="csY30" fmla="*/ 10988 h 23886"/>
                <a:gd name="csX31" fmla="*/ 1911 w 29141"/>
                <a:gd name="csY31" fmla="*/ 9555 h 23886"/>
                <a:gd name="csX32" fmla="*/ 2389 w 29141"/>
                <a:gd name="csY32" fmla="*/ 8121 h 23886"/>
                <a:gd name="csX33" fmla="*/ 0 w 29141"/>
                <a:gd name="csY33" fmla="*/ 4300 h 23886"/>
                <a:gd name="csX34" fmla="*/ 1433 w 29141"/>
                <a:gd name="csY34" fmla="*/ 3822 h 23886"/>
                <a:gd name="csX35" fmla="*/ 2867 w 29141"/>
                <a:gd name="csY35" fmla="*/ 3822 h 23886"/>
                <a:gd name="csX36" fmla="*/ 4300 w 29141"/>
                <a:gd name="csY36" fmla="*/ 5255 h 23886"/>
                <a:gd name="csX37" fmla="*/ 6210 w 29141"/>
                <a:gd name="csY37" fmla="*/ 3822 h 23886"/>
                <a:gd name="csX38" fmla="*/ 6688 w 29141"/>
                <a:gd name="csY38" fmla="*/ 3822 h 23886"/>
                <a:gd name="csX39" fmla="*/ 8121 w 29141"/>
                <a:gd name="csY39" fmla="*/ 4300 h 23886"/>
                <a:gd name="csX40" fmla="*/ 9555 w 29141"/>
                <a:gd name="csY40" fmla="*/ 1433 h 23886"/>
                <a:gd name="csX41" fmla="*/ 12421 w 29141"/>
                <a:gd name="csY41" fmla="*/ 955 h 23886"/>
                <a:gd name="csX42" fmla="*/ 13854 w 29141"/>
                <a:gd name="csY42" fmla="*/ 0 h 23886"/>
                <a:gd name="csX43" fmla="*/ 15287 w 29141"/>
                <a:gd name="csY43" fmla="*/ 0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9141" h="23886">
                  <a:moveTo>
                    <a:pt x="15287" y="0"/>
                  </a:moveTo>
                  <a:lnTo>
                    <a:pt x="16243" y="955"/>
                  </a:lnTo>
                  <a:lnTo>
                    <a:pt x="17676" y="955"/>
                  </a:lnTo>
                  <a:lnTo>
                    <a:pt x="19109" y="0"/>
                  </a:lnTo>
                  <a:lnTo>
                    <a:pt x="21976" y="478"/>
                  </a:lnTo>
                  <a:lnTo>
                    <a:pt x="28664" y="4777"/>
                  </a:lnTo>
                  <a:lnTo>
                    <a:pt x="29142" y="6210"/>
                  </a:lnTo>
                  <a:lnTo>
                    <a:pt x="25320" y="6688"/>
                  </a:lnTo>
                  <a:lnTo>
                    <a:pt x="24364" y="7644"/>
                  </a:lnTo>
                  <a:lnTo>
                    <a:pt x="23409" y="8599"/>
                  </a:lnTo>
                  <a:lnTo>
                    <a:pt x="22453" y="9077"/>
                  </a:lnTo>
                  <a:lnTo>
                    <a:pt x="20542" y="10988"/>
                  </a:lnTo>
                  <a:lnTo>
                    <a:pt x="17676" y="12421"/>
                  </a:lnTo>
                  <a:lnTo>
                    <a:pt x="17198" y="13854"/>
                  </a:lnTo>
                  <a:lnTo>
                    <a:pt x="12899" y="13376"/>
                  </a:lnTo>
                  <a:lnTo>
                    <a:pt x="10032" y="14332"/>
                  </a:lnTo>
                  <a:lnTo>
                    <a:pt x="8121" y="16243"/>
                  </a:lnTo>
                  <a:lnTo>
                    <a:pt x="7166" y="20065"/>
                  </a:lnTo>
                  <a:lnTo>
                    <a:pt x="5733" y="22931"/>
                  </a:lnTo>
                  <a:lnTo>
                    <a:pt x="4300" y="23886"/>
                  </a:lnTo>
                  <a:lnTo>
                    <a:pt x="2867" y="23886"/>
                  </a:lnTo>
                  <a:lnTo>
                    <a:pt x="2389" y="22931"/>
                  </a:lnTo>
                  <a:lnTo>
                    <a:pt x="2389" y="21976"/>
                  </a:lnTo>
                  <a:lnTo>
                    <a:pt x="5733" y="17676"/>
                  </a:lnTo>
                  <a:lnTo>
                    <a:pt x="6688" y="16243"/>
                  </a:lnTo>
                  <a:lnTo>
                    <a:pt x="4777" y="15765"/>
                  </a:lnTo>
                  <a:lnTo>
                    <a:pt x="3344" y="14332"/>
                  </a:lnTo>
                  <a:lnTo>
                    <a:pt x="478" y="12421"/>
                  </a:lnTo>
                  <a:lnTo>
                    <a:pt x="0" y="11465"/>
                  </a:lnTo>
                  <a:lnTo>
                    <a:pt x="478" y="10988"/>
                  </a:lnTo>
                  <a:lnTo>
                    <a:pt x="1433" y="10988"/>
                  </a:lnTo>
                  <a:lnTo>
                    <a:pt x="1911" y="9555"/>
                  </a:lnTo>
                  <a:lnTo>
                    <a:pt x="2389" y="8121"/>
                  </a:lnTo>
                  <a:lnTo>
                    <a:pt x="0" y="4300"/>
                  </a:lnTo>
                  <a:lnTo>
                    <a:pt x="1433" y="3822"/>
                  </a:lnTo>
                  <a:lnTo>
                    <a:pt x="2867" y="3822"/>
                  </a:lnTo>
                  <a:lnTo>
                    <a:pt x="4300" y="5255"/>
                  </a:lnTo>
                  <a:lnTo>
                    <a:pt x="6210" y="3822"/>
                  </a:lnTo>
                  <a:lnTo>
                    <a:pt x="6688" y="3822"/>
                  </a:lnTo>
                  <a:lnTo>
                    <a:pt x="8121" y="4300"/>
                  </a:lnTo>
                  <a:lnTo>
                    <a:pt x="9555" y="1433"/>
                  </a:lnTo>
                  <a:lnTo>
                    <a:pt x="12421" y="955"/>
                  </a:lnTo>
                  <a:lnTo>
                    <a:pt x="13854" y="0"/>
                  </a:lnTo>
                  <a:lnTo>
                    <a:pt x="1528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0" name="Freeform 4139">
              <a:extLst>
                <a:ext uri="{FF2B5EF4-FFF2-40B4-BE49-F238E27FC236}">
                  <a16:creationId xmlns:a16="http://schemas.microsoft.com/office/drawing/2014/main" id="{C4475A2B-7819-CAEC-9F74-C1A03128B492}"/>
                </a:ext>
              </a:extLst>
            </p:cNvPr>
            <p:cNvSpPr/>
            <p:nvPr/>
          </p:nvSpPr>
          <p:spPr>
            <a:xfrm>
              <a:off x="5544699" y="4214171"/>
              <a:ext cx="77870" cy="135675"/>
            </a:xfrm>
            <a:custGeom>
              <a:avLst/>
              <a:gdLst>
                <a:gd name="csX0" fmla="*/ 2867 w 77870"/>
                <a:gd name="csY0" fmla="*/ 125643 h 135675"/>
                <a:gd name="csX1" fmla="*/ 2389 w 77870"/>
                <a:gd name="csY1" fmla="*/ 125643 h 135675"/>
                <a:gd name="csX2" fmla="*/ 1911 w 77870"/>
                <a:gd name="csY2" fmla="*/ 129465 h 135675"/>
                <a:gd name="csX3" fmla="*/ 956 w 77870"/>
                <a:gd name="csY3" fmla="*/ 131853 h 135675"/>
                <a:gd name="csX4" fmla="*/ 478 w 77870"/>
                <a:gd name="csY4" fmla="*/ 133764 h 135675"/>
                <a:gd name="csX5" fmla="*/ 956 w 77870"/>
                <a:gd name="csY5" fmla="*/ 135675 h 135675"/>
                <a:gd name="csX6" fmla="*/ 0 w 77870"/>
                <a:gd name="csY6" fmla="*/ 134720 h 135675"/>
                <a:gd name="csX7" fmla="*/ 1911 w 77870"/>
                <a:gd name="csY7" fmla="*/ 124687 h 135675"/>
                <a:gd name="csX8" fmla="*/ 1911 w 77870"/>
                <a:gd name="csY8" fmla="*/ 123732 h 135675"/>
                <a:gd name="csX9" fmla="*/ 3344 w 77870"/>
                <a:gd name="csY9" fmla="*/ 114655 h 135675"/>
                <a:gd name="csX10" fmla="*/ 6211 w 77870"/>
                <a:gd name="csY10" fmla="*/ 109400 h 135675"/>
                <a:gd name="csX11" fmla="*/ 8121 w 77870"/>
                <a:gd name="csY11" fmla="*/ 107012 h 135675"/>
                <a:gd name="csX12" fmla="*/ 11466 w 77870"/>
                <a:gd name="csY12" fmla="*/ 106056 h 135675"/>
                <a:gd name="csX13" fmla="*/ 14810 w 77870"/>
                <a:gd name="csY13" fmla="*/ 100801 h 135675"/>
                <a:gd name="csX14" fmla="*/ 15765 w 77870"/>
                <a:gd name="csY14" fmla="*/ 96024 h 135675"/>
                <a:gd name="csX15" fmla="*/ 17676 w 77870"/>
                <a:gd name="csY15" fmla="*/ 94113 h 135675"/>
                <a:gd name="csX16" fmla="*/ 18154 w 77870"/>
                <a:gd name="csY16" fmla="*/ 92202 h 135675"/>
                <a:gd name="csX17" fmla="*/ 17676 w 77870"/>
                <a:gd name="csY17" fmla="*/ 91246 h 135675"/>
                <a:gd name="csX18" fmla="*/ 19587 w 77870"/>
                <a:gd name="csY18" fmla="*/ 88380 h 135675"/>
                <a:gd name="csX19" fmla="*/ 21976 w 77870"/>
                <a:gd name="csY19" fmla="*/ 84558 h 135675"/>
                <a:gd name="csX20" fmla="*/ 22931 w 77870"/>
                <a:gd name="csY20" fmla="*/ 82170 h 135675"/>
                <a:gd name="csX21" fmla="*/ 25798 w 77870"/>
                <a:gd name="csY21" fmla="*/ 78348 h 135675"/>
                <a:gd name="csX22" fmla="*/ 25798 w 77870"/>
                <a:gd name="csY22" fmla="*/ 77392 h 135675"/>
                <a:gd name="csX23" fmla="*/ 25798 w 77870"/>
                <a:gd name="csY23" fmla="*/ 76437 h 135675"/>
                <a:gd name="csX24" fmla="*/ 24842 w 77870"/>
                <a:gd name="csY24" fmla="*/ 77392 h 135675"/>
                <a:gd name="csX25" fmla="*/ 23409 w 77870"/>
                <a:gd name="csY25" fmla="*/ 78825 h 135675"/>
                <a:gd name="csX26" fmla="*/ 21976 w 77870"/>
                <a:gd name="csY26" fmla="*/ 79781 h 135675"/>
                <a:gd name="csX27" fmla="*/ 22931 w 77870"/>
                <a:gd name="csY27" fmla="*/ 78348 h 135675"/>
                <a:gd name="csX28" fmla="*/ 23886 w 77870"/>
                <a:gd name="csY28" fmla="*/ 76437 h 135675"/>
                <a:gd name="csX29" fmla="*/ 26275 w 77870"/>
                <a:gd name="csY29" fmla="*/ 74048 h 135675"/>
                <a:gd name="csX30" fmla="*/ 30097 w 77870"/>
                <a:gd name="csY30" fmla="*/ 71659 h 135675"/>
                <a:gd name="csX31" fmla="*/ 37741 w 77870"/>
                <a:gd name="csY31" fmla="*/ 64016 h 135675"/>
                <a:gd name="csX32" fmla="*/ 40607 w 77870"/>
                <a:gd name="csY32" fmla="*/ 62582 h 135675"/>
                <a:gd name="csX33" fmla="*/ 43474 w 77870"/>
                <a:gd name="csY33" fmla="*/ 58761 h 135675"/>
                <a:gd name="csX34" fmla="*/ 44429 w 77870"/>
                <a:gd name="csY34" fmla="*/ 55894 h 135675"/>
                <a:gd name="csX35" fmla="*/ 44907 w 77870"/>
                <a:gd name="csY35" fmla="*/ 49206 h 135675"/>
                <a:gd name="csX36" fmla="*/ 45862 w 77870"/>
                <a:gd name="csY36" fmla="*/ 45384 h 135675"/>
                <a:gd name="csX37" fmla="*/ 47295 w 77870"/>
                <a:gd name="csY37" fmla="*/ 42518 h 135675"/>
                <a:gd name="csX38" fmla="*/ 49684 w 77870"/>
                <a:gd name="csY38" fmla="*/ 37263 h 135675"/>
                <a:gd name="csX39" fmla="*/ 51117 w 77870"/>
                <a:gd name="csY39" fmla="*/ 34874 h 135675"/>
                <a:gd name="csX40" fmla="*/ 52073 w 77870"/>
                <a:gd name="csY40" fmla="*/ 30097 h 135675"/>
                <a:gd name="csX41" fmla="*/ 53028 w 77870"/>
                <a:gd name="csY41" fmla="*/ 28186 h 135675"/>
                <a:gd name="csX42" fmla="*/ 55417 w 77870"/>
                <a:gd name="csY42" fmla="*/ 27231 h 135675"/>
                <a:gd name="csX43" fmla="*/ 58283 w 77870"/>
                <a:gd name="csY43" fmla="*/ 24842 h 135675"/>
                <a:gd name="csX44" fmla="*/ 62583 w 77870"/>
                <a:gd name="csY44" fmla="*/ 23409 h 135675"/>
                <a:gd name="csX45" fmla="*/ 67360 w 77870"/>
                <a:gd name="csY45" fmla="*/ 20542 h 135675"/>
                <a:gd name="csX46" fmla="*/ 69749 w 77870"/>
                <a:gd name="csY46" fmla="*/ 18632 h 135675"/>
                <a:gd name="csX47" fmla="*/ 71182 w 77870"/>
                <a:gd name="csY47" fmla="*/ 15765 h 135675"/>
                <a:gd name="csX48" fmla="*/ 73093 w 77870"/>
                <a:gd name="csY48" fmla="*/ 10032 h 135675"/>
                <a:gd name="csX49" fmla="*/ 75959 w 77870"/>
                <a:gd name="csY49" fmla="*/ 4300 h 135675"/>
                <a:gd name="csX50" fmla="*/ 77870 w 77870"/>
                <a:gd name="csY50" fmla="*/ 0 h 135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77870" h="135675">
                  <a:moveTo>
                    <a:pt x="2867" y="125643"/>
                  </a:moveTo>
                  <a:lnTo>
                    <a:pt x="2389" y="125643"/>
                  </a:lnTo>
                  <a:lnTo>
                    <a:pt x="1911" y="129465"/>
                  </a:lnTo>
                  <a:lnTo>
                    <a:pt x="956" y="131853"/>
                  </a:lnTo>
                  <a:lnTo>
                    <a:pt x="478" y="133764"/>
                  </a:lnTo>
                  <a:lnTo>
                    <a:pt x="956" y="135675"/>
                  </a:lnTo>
                  <a:lnTo>
                    <a:pt x="0" y="134720"/>
                  </a:lnTo>
                  <a:lnTo>
                    <a:pt x="1911" y="124687"/>
                  </a:lnTo>
                  <a:lnTo>
                    <a:pt x="1911" y="123732"/>
                  </a:lnTo>
                  <a:lnTo>
                    <a:pt x="3344" y="114655"/>
                  </a:lnTo>
                  <a:lnTo>
                    <a:pt x="6211" y="109400"/>
                  </a:lnTo>
                  <a:lnTo>
                    <a:pt x="8121" y="107012"/>
                  </a:lnTo>
                  <a:lnTo>
                    <a:pt x="11466" y="106056"/>
                  </a:lnTo>
                  <a:lnTo>
                    <a:pt x="14810" y="100801"/>
                  </a:lnTo>
                  <a:lnTo>
                    <a:pt x="15765" y="96024"/>
                  </a:lnTo>
                  <a:lnTo>
                    <a:pt x="17676" y="94113"/>
                  </a:lnTo>
                  <a:lnTo>
                    <a:pt x="18154" y="92202"/>
                  </a:lnTo>
                  <a:lnTo>
                    <a:pt x="17676" y="91246"/>
                  </a:lnTo>
                  <a:lnTo>
                    <a:pt x="19587" y="88380"/>
                  </a:lnTo>
                  <a:lnTo>
                    <a:pt x="21976" y="84558"/>
                  </a:lnTo>
                  <a:lnTo>
                    <a:pt x="22931" y="82170"/>
                  </a:lnTo>
                  <a:lnTo>
                    <a:pt x="25798" y="78348"/>
                  </a:lnTo>
                  <a:lnTo>
                    <a:pt x="25798" y="77392"/>
                  </a:lnTo>
                  <a:lnTo>
                    <a:pt x="25798" y="76437"/>
                  </a:lnTo>
                  <a:lnTo>
                    <a:pt x="24842" y="77392"/>
                  </a:lnTo>
                  <a:lnTo>
                    <a:pt x="23409" y="78825"/>
                  </a:lnTo>
                  <a:lnTo>
                    <a:pt x="21976" y="79781"/>
                  </a:lnTo>
                  <a:lnTo>
                    <a:pt x="22931" y="78348"/>
                  </a:lnTo>
                  <a:lnTo>
                    <a:pt x="23886" y="76437"/>
                  </a:lnTo>
                  <a:lnTo>
                    <a:pt x="26275" y="74048"/>
                  </a:lnTo>
                  <a:lnTo>
                    <a:pt x="30097" y="71659"/>
                  </a:lnTo>
                  <a:lnTo>
                    <a:pt x="37741" y="64016"/>
                  </a:lnTo>
                  <a:lnTo>
                    <a:pt x="40607" y="62582"/>
                  </a:lnTo>
                  <a:lnTo>
                    <a:pt x="43474" y="58761"/>
                  </a:lnTo>
                  <a:lnTo>
                    <a:pt x="44429" y="55894"/>
                  </a:lnTo>
                  <a:lnTo>
                    <a:pt x="44907" y="49206"/>
                  </a:lnTo>
                  <a:lnTo>
                    <a:pt x="45862" y="45384"/>
                  </a:lnTo>
                  <a:lnTo>
                    <a:pt x="47295" y="42518"/>
                  </a:lnTo>
                  <a:lnTo>
                    <a:pt x="49684" y="37263"/>
                  </a:lnTo>
                  <a:lnTo>
                    <a:pt x="51117" y="34874"/>
                  </a:lnTo>
                  <a:lnTo>
                    <a:pt x="52073" y="30097"/>
                  </a:lnTo>
                  <a:lnTo>
                    <a:pt x="53028" y="28186"/>
                  </a:lnTo>
                  <a:lnTo>
                    <a:pt x="55417" y="27231"/>
                  </a:lnTo>
                  <a:lnTo>
                    <a:pt x="58283" y="24842"/>
                  </a:lnTo>
                  <a:lnTo>
                    <a:pt x="62583" y="23409"/>
                  </a:lnTo>
                  <a:lnTo>
                    <a:pt x="67360" y="20542"/>
                  </a:lnTo>
                  <a:lnTo>
                    <a:pt x="69749" y="18632"/>
                  </a:lnTo>
                  <a:lnTo>
                    <a:pt x="71182" y="15765"/>
                  </a:lnTo>
                  <a:lnTo>
                    <a:pt x="73093" y="10032"/>
                  </a:lnTo>
                  <a:lnTo>
                    <a:pt x="75959" y="4300"/>
                  </a:lnTo>
                  <a:lnTo>
                    <a:pt x="7787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1" name="Freeform 4140">
              <a:extLst>
                <a:ext uri="{FF2B5EF4-FFF2-40B4-BE49-F238E27FC236}">
                  <a16:creationId xmlns:a16="http://schemas.microsoft.com/office/drawing/2014/main" id="{511C253F-CF52-758F-47FA-610CD81AA800}"/>
                </a:ext>
              </a:extLst>
            </p:cNvPr>
            <p:cNvSpPr/>
            <p:nvPr/>
          </p:nvSpPr>
          <p:spPr>
            <a:xfrm>
              <a:off x="5622569" y="4307328"/>
              <a:ext cx="2866" cy="32485"/>
            </a:xfrm>
            <a:custGeom>
              <a:avLst/>
              <a:gdLst>
                <a:gd name="csX0" fmla="*/ 2866 w 2866"/>
                <a:gd name="csY0" fmla="*/ 0 h 32485"/>
                <a:gd name="csX1" fmla="*/ 2866 w 2866"/>
                <a:gd name="csY1" fmla="*/ 0 h 32485"/>
                <a:gd name="csX2" fmla="*/ 955 w 2866"/>
                <a:gd name="csY2" fmla="*/ 1911 h 32485"/>
                <a:gd name="csX3" fmla="*/ 478 w 2866"/>
                <a:gd name="csY3" fmla="*/ 3344 h 32485"/>
                <a:gd name="csX4" fmla="*/ 0 w 2866"/>
                <a:gd name="csY4" fmla="*/ 4777 h 32485"/>
                <a:gd name="csX5" fmla="*/ 478 w 2866"/>
                <a:gd name="csY5" fmla="*/ 5733 h 32485"/>
                <a:gd name="csX6" fmla="*/ 1433 w 2866"/>
                <a:gd name="csY6" fmla="*/ 8599 h 32485"/>
                <a:gd name="csX7" fmla="*/ 1433 w 2866"/>
                <a:gd name="csY7" fmla="*/ 9555 h 32485"/>
                <a:gd name="csX8" fmla="*/ 1433 w 2866"/>
                <a:gd name="csY8" fmla="*/ 11943 h 32485"/>
                <a:gd name="csX9" fmla="*/ 1911 w 2866"/>
                <a:gd name="csY9" fmla="*/ 14332 h 32485"/>
                <a:gd name="csX10" fmla="*/ 1911 w 2866"/>
                <a:gd name="csY10" fmla="*/ 16721 h 32485"/>
                <a:gd name="csX11" fmla="*/ 2389 w 2866"/>
                <a:gd name="csY11" fmla="*/ 19587 h 32485"/>
                <a:gd name="csX12" fmla="*/ 2389 w 2866"/>
                <a:gd name="csY12" fmla="*/ 22453 h 32485"/>
                <a:gd name="csX13" fmla="*/ 2389 w 2866"/>
                <a:gd name="csY13" fmla="*/ 24842 h 32485"/>
                <a:gd name="csX14" fmla="*/ 2866 w 2866"/>
                <a:gd name="csY14" fmla="*/ 27708 h 32485"/>
                <a:gd name="csX15" fmla="*/ 2866 w 2866"/>
                <a:gd name="csY15" fmla="*/ 29619 h 32485"/>
                <a:gd name="csX16" fmla="*/ 2866 w 2866"/>
                <a:gd name="csY16" fmla="*/ 32486 h 32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866" h="32485">
                  <a:moveTo>
                    <a:pt x="2866" y="0"/>
                  </a:moveTo>
                  <a:lnTo>
                    <a:pt x="2866" y="0"/>
                  </a:lnTo>
                  <a:lnTo>
                    <a:pt x="955" y="1911"/>
                  </a:lnTo>
                  <a:lnTo>
                    <a:pt x="478" y="3344"/>
                  </a:lnTo>
                  <a:lnTo>
                    <a:pt x="0" y="4777"/>
                  </a:lnTo>
                  <a:lnTo>
                    <a:pt x="478" y="5733"/>
                  </a:lnTo>
                  <a:lnTo>
                    <a:pt x="1433" y="8599"/>
                  </a:lnTo>
                  <a:lnTo>
                    <a:pt x="1433" y="9555"/>
                  </a:lnTo>
                  <a:lnTo>
                    <a:pt x="1433" y="11943"/>
                  </a:lnTo>
                  <a:lnTo>
                    <a:pt x="1911" y="14332"/>
                  </a:lnTo>
                  <a:lnTo>
                    <a:pt x="1911" y="16721"/>
                  </a:lnTo>
                  <a:lnTo>
                    <a:pt x="2389" y="19587"/>
                  </a:lnTo>
                  <a:lnTo>
                    <a:pt x="2389" y="22453"/>
                  </a:lnTo>
                  <a:lnTo>
                    <a:pt x="2389" y="24842"/>
                  </a:lnTo>
                  <a:lnTo>
                    <a:pt x="2866" y="27708"/>
                  </a:lnTo>
                  <a:lnTo>
                    <a:pt x="2866" y="29619"/>
                  </a:lnTo>
                  <a:lnTo>
                    <a:pt x="2866" y="3248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2" name="Freeform 4141">
              <a:extLst>
                <a:ext uri="{FF2B5EF4-FFF2-40B4-BE49-F238E27FC236}">
                  <a16:creationId xmlns:a16="http://schemas.microsoft.com/office/drawing/2014/main" id="{64A4FFEC-D3BE-EF97-F27C-D437B92B690F}"/>
                </a:ext>
              </a:extLst>
            </p:cNvPr>
            <p:cNvSpPr/>
            <p:nvPr/>
          </p:nvSpPr>
          <p:spPr>
            <a:xfrm>
              <a:off x="5631168" y="4301118"/>
              <a:ext cx="7165" cy="2388"/>
            </a:xfrm>
            <a:custGeom>
              <a:avLst/>
              <a:gdLst>
                <a:gd name="csX0" fmla="*/ 7166 w 7165"/>
                <a:gd name="csY0" fmla="*/ 0 h 2388"/>
                <a:gd name="csX1" fmla="*/ 3344 w 7165"/>
                <a:gd name="csY1" fmla="*/ 478 h 2388"/>
                <a:gd name="csX2" fmla="*/ 2389 w 7165"/>
                <a:gd name="csY2" fmla="*/ 478 h 2388"/>
                <a:gd name="csX3" fmla="*/ 0 w 7165"/>
                <a:gd name="csY3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165" h="2388">
                  <a:moveTo>
                    <a:pt x="7166" y="0"/>
                  </a:moveTo>
                  <a:lnTo>
                    <a:pt x="3344" y="478"/>
                  </a:lnTo>
                  <a:lnTo>
                    <a:pt x="2389" y="478"/>
                  </a:ln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3" name="Freeform 4142">
              <a:extLst>
                <a:ext uri="{FF2B5EF4-FFF2-40B4-BE49-F238E27FC236}">
                  <a16:creationId xmlns:a16="http://schemas.microsoft.com/office/drawing/2014/main" id="{475407D6-A6D5-CF7F-B633-D8EF193F3534}"/>
                </a:ext>
              </a:extLst>
            </p:cNvPr>
            <p:cNvSpPr/>
            <p:nvPr/>
          </p:nvSpPr>
          <p:spPr>
            <a:xfrm>
              <a:off x="5644067" y="4247612"/>
              <a:ext cx="1433" cy="51117"/>
            </a:xfrm>
            <a:custGeom>
              <a:avLst/>
              <a:gdLst>
                <a:gd name="csX0" fmla="*/ 1433 w 1433"/>
                <a:gd name="csY0" fmla="*/ 0 h 51117"/>
                <a:gd name="csX1" fmla="*/ 1433 w 1433"/>
                <a:gd name="csY1" fmla="*/ 0 h 51117"/>
                <a:gd name="csX2" fmla="*/ 1433 w 1433"/>
                <a:gd name="csY2" fmla="*/ 2389 h 51117"/>
                <a:gd name="csX3" fmla="*/ 1433 w 1433"/>
                <a:gd name="csY3" fmla="*/ 5255 h 51117"/>
                <a:gd name="csX4" fmla="*/ 1433 w 1433"/>
                <a:gd name="csY4" fmla="*/ 7644 h 51117"/>
                <a:gd name="csX5" fmla="*/ 1433 w 1433"/>
                <a:gd name="csY5" fmla="*/ 10510 h 51117"/>
                <a:gd name="csX6" fmla="*/ 1433 w 1433"/>
                <a:gd name="csY6" fmla="*/ 13376 h 51117"/>
                <a:gd name="csX7" fmla="*/ 1433 w 1433"/>
                <a:gd name="csY7" fmla="*/ 16243 h 51117"/>
                <a:gd name="csX8" fmla="*/ 1433 w 1433"/>
                <a:gd name="csY8" fmla="*/ 18632 h 51117"/>
                <a:gd name="csX9" fmla="*/ 1433 w 1433"/>
                <a:gd name="csY9" fmla="*/ 21498 h 51117"/>
                <a:gd name="csX10" fmla="*/ 1433 w 1433"/>
                <a:gd name="csY10" fmla="*/ 24364 h 51117"/>
                <a:gd name="csX11" fmla="*/ 1433 w 1433"/>
                <a:gd name="csY11" fmla="*/ 26753 h 51117"/>
                <a:gd name="csX12" fmla="*/ 1433 w 1433"/>
                <a:gd name="csY12" fmla="*/ 29619 h 51117"/>
                <a:gd name="csX13" fmla="*/ 1433 w 1433"/>
                <a:gd name="csY13" fmla="*/ 32486 h 51117"/>
                <a:gd name="csX14" fmla="*/ 1433 w 1433"/>
                <a:gd name="csY14" fmla="*/ 34874 h 51117"/>
                <a:gd name="csX15" fmla="*/ 1433 w 1433"/>
                <a:gd name="csY15" fmla="*/ 37741 h 51117"/>
                <a:gd name="csX16" fmla="*/ 1433 w 1433"/>
                <a:gd name="csY16" fmla="*/ 40607 h 51117"/>
                <a:gd name="csX17" fmla="*/ 1433 w 1433"/>
                <a:gd name="csY17" fmla="*/ 42996 h 51117"/>
                <a:gd name="csX18" fmla="*/ 1433 w 1433"/>
                <a:gd name="csY18" fmla="*/ 45862 h 51117"/>
                <a:gd name="csX19" fmla="*/ 1433 w 1433"/>
                <a:gd name="csY19" fmla="*/ 48251 h 51117"/>
                <a:gd name="csX20" fmla="*/ 1433 w 1433"/>
                <a:gd name="csY20" fmla="*/ 50162 h 51117"/>
                <a:gd name="csX21" fmla="*/ 0 w 1433"/>
                <a:gd name="csY21" fmla="*/ 51117 h 51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433" h="51117">
                  <a:moveTo>
                    <a:pt x="1433" y="0"/>
                  </a:moveTo>
                  <a:lnTo>
                    <a:pt x="1433" y="0"/>
                  </a:lnTo>
                  <a:lnTo>
                    <a:pt x="1433" y="2389"/>
                  </a:lnTo>
                  <a:lnTo>
                    <a:pt x="1433" y="5255"/>
                  </a:lnTo>
                  <a:lnTo>
                    <a:pt x="1433" y="7644"/>
                  </a:lnTo>
                  <a:lnTo>
                    <a:pt x="1433" y="10510"/>
                  </a:lnTo>
                  <a:lnTo>
                    <a:pt x="1433" y="13376"/>
                  </a:lnTo>
                  <a:lnTo>
                    <a:pt x="1433" y="16243"/>
                  </a:lnTo>
                  <a:lnTo>
                    <a:pt x="1433" y="18632"/>
                  </a:lnTo>
                  <a:lnTo>
                    <a:pt x="1433" y="21498"/>
                  </a:lnTo>
                  <a:lnTo>
                    <a:pt x="1433" y="24364"/>
                  </a:lnTo>
                  <a:lnTo>
                    <a:pt x="1433" y="26753"/>
                  </a:lnTo>
                  <a:lnTo>
                    <a:pt x="1433" y="29619"/>
                  </a:lnTo>
                  <a:lnTo>
                    <a:pt x="1433" y="32486"/>
                  </a:lnTo>
                  <a:lnTo>
                    <a:pt x="1433" y="34874"/>
                  </a:lnTo>
                  <a:lnTo>
                    <a:pt x="1433" y="37741"/>
                  </a:lnTo>
                  <a:lnTo>
                    <a:pt x="1433" y="40607"/>
                  </a:lnTo>
                  <a:lnTo>
                    <a:pt x="1433" y="42996"/>
                  </a:lnTo>
                  <a:lnTo>
                    <a:pt x="1433" y="45862"/>
                  </a:lnTo>
                  <a:lnTo>
                    <a:pt x="1433" y="48251"/>
                  </a:lnTo>
                  <a:lnTo>
                    <a:pt x="1433" y="50162"/>
                  </a:lnTo>
                  <a:lnTo>
                    <a:pt x="0" y="5111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4" name="Freeform 4143">
              <a:extLst>
                <a:ext uri="{FF2B5EF4-FFF2-40B4-BE49-F238E27FC236}">
                  <a16:creationId xmlns:a16="http://schemas.microsoft.com/office/drawing/2014/main" id="{B1732352-519B-1A44-A47E-ADA0CDFBD041}"/>
                </a:ext>
              </a:extLst>
            </p:cNvPr>
            <p:cNvSpPr/>
            <p:nvPr/>
          </p:nvSpPr>
          <p:spPr>
            <a:xfrm>
              <a:off x="6649210" y="4403830"/>
              <a:ext cx="89812" cy="105100"/>
            </a:xfrm>
            <a:custGeom>
              <a:avLst/>
              <a:gdLst>
                <a:gd name="csX0" fmla="*/ 0 w 89812"/>
                <a:gd name="csY0" fmla="*/ 0 h 105100"/>
                <a:gd name="csX1" fmla="*/ 6210 w 89812"/>
                <a:gd name="csY1" fmla="*/ 10510 h 105100"/>
                <a:gd name="csX2" fmla="*/ 8599 w 89812"/>
                <a:gd name="csY2" fmla="*/ 17198 h 105100"/>
                <a:gd name="csX3" fmla="*/ 10987 w 89812"/>
                <a:gd name="csY3" fmla="*/ 23886 h 105100"/>
                <a:gd name="csX4" fmla="*/ 12421 w 89812"/>
                <a:gd name="csY4" fmla="*/ 33919 h 105100"/>
                <a:gd name="csX5" fmla="*/ 13854 w 89812"/>
                <a:gd name="csY5" fmla="*/ 39174 h 105100"/>
                <a:gd name="csX6" fmla="*/ 16242 w 89812"/>
                <a:gd name="csY6" fmla="*/ 41563 h 105100"/>
                <a:gd name="csX7" fmla="*/ 18153 w 89812"/>
                <a:gd name="csY7" fmla="*/ 46340 h 105100"/>
                <a:gd name="csX8" fmla="*/ 19587 w 89812"/>
                <a:gd name="csY8" fmla="*/ 46817 h 105100"/>
                <a:gd name="csX9" fmla="*/ 20542 w 89812"/>
                <a:gd name="csY9" fmla="*/ 47773 h 105100"/>
                <a:gd name="csX10" fmla="*/ 22453 w 89812"/>
                <a:gd name="csY10" fmla="*/ 52550 h 105100"/>
                <a:gd name="csX11" fmla="*/ 23408 w 89812"/>
                <a:gd name="csY11" fmla="*/ 53983 h 105100"/>
                <a:gd name="csX12" fmla="*/ 24364 w 89812"/>
                <a:gd name="csY12" fmla="*/ 52550 h 105100"/>
                <a:gd name="csX13" fmla="*/ 23886 w 89812"/>
                <a:gd name="csY13" fmla="*/ 52072 h 105100"/>
                <a:gd name="csX14" fmla="*/ 23408 w 89812"/>
                <a:gd name="csY14" fmla="*/ 50639 h 105100"/>
                <a:gd name="csX15" fmla="*/ 23886 w 89812"/>
                <a:gd name="csY15" fmla="*/ 48728 h 105100"/>
                <a:gd name="csX16" fmla="*/ 24842 w 89812"/>
                <a:gd name="csY16" fmla="*/ 47773 h 105100"/>
                <a:gd name="csX17" fmla="*/ 27230 w 89812"/>
                <a:gd name="csY17" fmla="*/ 49206 h 105100"/>
                <a:gd name="csX18" fmla="*/ 28664 w 89812"/>
                <a:gd name="csY18" fmla="*/ 50162 h 105100"/>
                <a:gd name="csX19" fmla="*/ 29141 w 89812"/>
                <a:gd name="csY19" fmla="*/ 52550 h 105100"/>
                <a:gd name="csX20" fmla="*/ 29619 w 89812"/>
                <a:gd name="csY20" fmla="*/ 53506 h 105100"/>
                <a:gd name="csX21" fmla="*/ 32008 w 89812"/>
                <a:gd name="csY21" fmla="*/ 56372 h 105100"/>
                <a:gd name="csX22" fmla="*/ 33919 w 89812"/>
                <a:gd name="csY22" fmla="*/ 56850 h 105100"/>
                <a:gd name="csX23" fmla="*/ 36307 w 89812"/>
                <a:gd name="csY23" fmla="*/ 57328 h 105100"/>
                <a:gd name="csX24" fmla="*/ 38696 w 89812"/>
                <a:gd name="csY24" fmla="*/ 57805 h 105100"/>
                <a:gd name="csX25" fmla="*/ 40129 w 89812"/>
                <a:gd name="csY25" fmla="*/ 58761 h 105100"/>
                <a:gd name="csX26" fmla="*/ 43473 w 89812"/>
                <a:gd name="csY26" fmla="*/ 61149 h 105100"/>
                <a:gd name="csX27" fmla="*/ 51117 w 89812"/>
                <a:gd name="csY27" fmla="*/ 63538 h 105100"/>
                <a:gd name="csX28" fmla="*/ 57328 w 89812"/>
                <a:gd name="csY28" fmla="*/ 70704 h 105100"/>
                <a:gd name="csX29" fmla="*/ 60671 w 89812"/>
                <a:gd name="csY29" fmla="*/ 75481 h 105100"/>
                <a:gd name="csX30" fmla="*/ 72137 w 89812"/>
                <a:gd name="csY30" fmla="*/ 82647 h 105100"/>
                <a:gd name="csX31" fmla="*/ 74526 w 89812"/>
                <a:gd name="csY31" fmla="*/ 86469 h 105100"/>
                <a:gd name="csX32" fmla="*/ 75481 w 89812"/>
                <a:gd name="csY32" fmla="*/ 89813 h 105100"/>
                <a:gd name="csX33" fmla="*/ 77870 w 89812"/>
                <a:gd name="csY33" fmla="*/ 89813 h 105100"/>
                <a:gd name="csX34" fmla="*/ 82169 w 89812"/>
                <a:gd name="csY34" fmla="*/ 93157 h 105100"/>
                <a:gd name="csX35" fmla="*/ 83124 w 89812"/>
                <a:gd name="csY35" fmla="*/ 96024 h 105100"/>
                <a:gd name="csX36" fmla="*/ 86469 w 89812"/>
                <a:gd name="csY36" fmla="*/ 97457 h 105100"/>
                <a:gd name="csX37" fmla="*/ 87424 w 89812"/>
                <a:gd name="csY37" fmla="*/ 95546 h 105100"/>
                <a:gd name="csX38" fmla="*/ 88858 w 89812"/>
                <a:gd name="csY38" fmla="*/ 96979 h 105100"/>
                <a:gd name="csX39" fmla="*/ 89813 w 89812"/>
                <a:gd name="csY39" fmla="*/ 99368 h 105100"/>
                <a:gd name="csX40" fmla="*/ 87424 w 89812"/>
                <a:gd name="csY40" fmla="*/ 99845 h 105100"/>
                <a:gd name="csX41" fmla="*/ 85035 w 89812"/>
                <a:gd name="csY41" fmla="*/ 100801 h 105100"/>
                <a:gd name="csX42" fmla="*/ 84558 w 89812"/>
                <a:gd name="csY42" fmla="*/ 100801 h 105100"/>
                <a:gd name="csX43" fmla="*/ 83603 w 89812"/>
                <a:gd name="csY43" fmla="*/ 101756 h 105100"/>
                <a:gd name="csX44" fmla="*/ 82647 w 89812"/>
                <a:gd name="csY44" fmla="*/ 104623 h 105100"/>
                <a:gd name="csX45" fmla="*/ 81214 w 89812"/>
                <a:gd name="csY45" fmla="*/ 105100 h 105100"/>
                <a:gd name="csX46" fmla="*/ 80736 w 89812"/>
                <a:gd name="csY46" fmla="*/ 105100 h 105100"/>
                <a:gd name="csX47" fmla="*/ 76914 w 89812"/>
                <a:gd name="csY47" fmla="*/ 102712 h 105100"/>
                <a:gd name="csX48" fmla="*/ 76437 w 89812"/>
                <a:gd name="csY48" fmla="*/ 102712 h 105100"/>
                <a:gd name="csX49" fmla="*/ 75481 w 89812"/>
                <a:gd name="csY49" fmla="*/ 103189 h 105100"/>
                <a:gd name="csX50" fmla="*/ 75003 w 89812"/>
                <a:gd name="csY50" fmla="*/ 103667 h 105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89812" h="105100">
                  <a:moveTo>
                    <a:pt x="0" y="0"/>
                  </a:moveTo>
                  <a:lnTo>
                    <a:pt x="6210" y="10510"/>
                  </a:lnTo>
                  <a:lnTo>
                    <a:pt x="8599" y="17198"/>
                  </a:lnTo>
                  <a:lnTo>
                    <a:pt x="10987" y="23886"/>
                  </a:lnTo>
                  <a:lnTo>
                    <a:pt x="12421" y="33919"/>
                  </a:lnTo>
                  <a:lnTo>
                    <a:pt x="13854" y="39174"/>
                  </a:lnTo>
                  <a:lnTo>
                    <a:pt x="16242" y="41563"/>
                  </a:lnTo>
                  <a:lnTo>
                    <a:pt x="18153" y="46340"/>
                  </a:lnTo>
                  <a:lnTo>
                    <a:pt x="19587" y="46817"/>
                  </a:lnTo>
                  <a:lnTo>
                    <a:pt x="20542" y="47773"/>
                  </a:lnTo>
                  <a:lnTo>
                    <a:pt x="22453" y="52550"/>
                  </a:lnTo>
                  <a:lnTo>
                    <a:pt x="23408" y="53983"/>
                  </a:lnTo>
                  <a:lnTo>
                    <a:pt x="24364" y="52550"/>
                  </a:lnTo>
                  <a:lnTo>
                    <a:pt x="23886" y="52072"/>
                  </a:lnTo>
                  <a:lnTo>
                    <a:pt x="23408" y="50639"/>
                  </a:lnTo>
                  <a:lnTo>
                    <a:pt x="23886" y="48728"/>
                  </a:lnTo>
                  <a:lnTo>
                    <a:pt x="24842" y="47773"/>
                  </a:lnTo>
                  <a:lnTo>
                    <a:pt x="27230" y="49206"/>
                  </a:lnTo>
                  <a:lnTo>
                    <a:pt x="28664" y="50162"/>
                  </a:lnTo>
                  <a:lnTo>
                    <a:pt x="29141" y="52550"/>
                  </a:lnTo>
                  <a:lnTo>
                    <a:pt x="29619" y="53506"/>
                  </a:lnTo>
                  <a:lnTo>
                    <a:pt x="32008" y="56372"/>
                  </a:lnTo>
                  <a:lnTo>
                    <a:pt x="33919" y="56850"/>
                  </a:lnTo>
                  <a:lnTo>
                    <a:pt x="36307" y="57328"/>
                  </a:lnTo>
                  <a:lnTo>
                    <a:pt x="38696" y="57805"/>
                  </a:lnTo>
                  <a:lnTo>
                    <a:pt x="40129" y="58761"/>
                  </a:lnTo>
                  <a:lnTo>
                    <a:pt x="43473" y="61149"/>
                  </a:lnTo>
                  <a:lnTo>
                    <a:pt x="51117" y="63538"/>
                  </a:lnTo>
                  <a:lnTo>
                    <a:pt x="57328" y="70704"/>
                  </a:lnTo>
                  <a:lnTo>
                    <a:pt x="60671" y="75481"/>
                  </a:lnTo>
                  <a:lnTo>
                    <a:pt x="72137" y="82647"/>
                  </a:lnTo>
                  <a:lnTo>
                    <a:pt x="74526" y="86469"/>
                  </a:lnTo>
                  <a:lnTo>
                    <a:pt x="75481" y="89813"/>
                  </a:lnTo>
                  <a:lnTo>
                    <a:pt x="77870" y="89813"/>
                  </a:lnTo>
                  <a:lnTo>
                    <a:pt x="82169" y="93157"/>
                  </a:lnTo>
                  <a:lnTo>
                    <a:pt x="83124" y="96024"/>
                  </a:lnTo>
                  <a:lnTo>
                    <a:pt x="86469" y="97457"/>
                  </a:lnTo>
                  <a:lnTo>
                    <a:pt x="87424" y="95546"/>
                  </a:lnTo>
                  <a:lnTo>
                    <a:pt x="88858" y="96979"/>
                  </a:lnTo>
                  <a:lnTo>
                    <a:pt x="89813" y="99368"/>
                  </a:lnTo>
                  <a:lnTo>
                    <a:pt x="87424" y="99845"/>
                  </a:lnTo>
                  <a:lnTo>
                    <a:pt x="85035" y="100801"/>
                  </a:lnTo>
                  <a:lnTo>
                    <a:pt x="84558" y="100801"/>
                  </a:lnTo>
                  <a:lnTo>
                    <a:pt x="83603" y="101756"/>
                  </a:lnTo>
                  <a:lnTo>
                    <a:pt x="82647" y="104623"/>
                  </a:lnTo>
                  <a:lnTo>
                    <a:pt x="81214" y="105100"/>
                  </a:lnTo>
                  <a:lnTo>
                    <a:pt x="80736" y="105100"/>
                  </a:lnTo>
                  <a:lnTo>
                    <a:pt x="76914" y="102712"/>
                  </a:lnTo>
                  <a:lnTo>
                    <a:pt x="76437" y="102712"/>
                  </a:lnTo>
                  <a:lnTo>
                    <a:pt x="75481" y="103189"/>
                  </a:lnTo>
                  <a:lnTo>
                    <a:pt x="75003" y="10366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5" name="Freeform 4144">
              <a:extLst>
                <a:ext uri="{FF2B5EF4-FFF2-40B4-BE49-F238E27FC236}">
                  <a16:creationId xmlns:a16="http://schemas.microsoft.com/office/drawing/2014/main" id="{5D1A54E1-81A5-BD11-30B7-4E4E61E9B043}"/>
                </a:ext>
              </a:extLst>
            </p:cNvPr>
            <p:cNvSpPr/>
            <p:nvPr/>
          </p:nvSpPr>
          <p:spPr>
            <a:xfrm>
              <a:off x="6618635" y="4470712"/>
              <a:ext cx="3821" cy="2866"/>
            </a:xfrm>
            <a:custGeom>
              <a:avLst/>
              <a:gdLst>
                <a:gd name="csX0" fmla="*/ 3821 w 3821"/>
                <a:gd name="csY0" fmla="*/ 0 h 2866"/>
                <a:gd name="csX1" fmla="*/ 2389 w 3821"/>
                <a:gd name="csY1" fmla="*/ 0 h 2866"/>
                <a:gd name="csX2" fmla="*/ 1433 w 3821"/>
                <a:gd name="csY2" fmla="*/ 956 h 2866"/>
                <a:gd name="csX3" fmla="*/ 1433 w 3821"/>
                <a:gd name="csY3" fmla="*/ 956 h 2866"/>
                <a:gd name="csX4" fmla="*/ 955 w 3821"/>
                <a:gd name="csY4" fmla="*/ 1911 h 2866"/>
                <a:gd name="csX5" fmla="*/ 0 w 3821"/>
                <a:gd name="csY5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2866">
                  <a:moveTo>
                    <a:pt x="3821" y="0"/>
                  </a:moveTo>
                  <a:lnTo>
                    <a:pt x="2389" y="0"/>
                  </a:lnTo>
                  <a:lnTo>
                    <a:pt x="1433" y="956"/>
                  </a:lnTo>
                  <a:lnTo>
                    <a:pt x="1433" y="956"/>
                  </a:lnTo>
                  <a:lnTo>
                    <a:pt x="955" y="1911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6" name="Freeform 4145">
              <a:extLst>
                <a:ext uri="{FF2B5EF4-FFF2-40B4-BE49-F238E27FC236}">
                  <a16:creationId xmlns:a16="http://schemas.microsoft.com/office/drawing/2014/main" id="{A56BB63C-0C12-EA46-5C1D-C36B1766C587}"/>
                </a:ext>
              </a:extLst>
            </p:cNvPr>
            <p:cNvSpPr/>
            <p:nvPr/>
          </p:nvSpPr>
          <p:spPr>
            <a:xfrm>
              <a:off x="6630101" y="4463068"/>
              <a:ext cx="4777" cy="10032"/>
            </a:xfrm>
            <a:custGeom>
              <a:avLst/>
              <a:gdLst>
                <a:gd name="csX0" fmla="*/ 4777 w 4777"/>
                <a:gd name="csY0" fmla="*/ 0 h 10032"/>
                <a:gd name="csX1" fmla="*/ 4777 w 4777"/>
                <a:gd name="csY1" fmla="*/ 0 h 10032"/>
                <a:gd name="csX2" fmla="*/ 3821 w 4777"/>
                <a:gd name="csY2" fmla="*/ 2867 h 10032"/>
                <a:gd name="csX3" fmla="*/ 1433 w 4777"/>
                <a:gd name="csY3" fmla="*/ 7644 h 10032"/>
                <a:gd name="csX4" fmla="*/ 0 w 4777"/>
                <a:gd name="csY4" fmla="*/ 1003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10032">
                  <a:moveTo>
                    <a:pt x="4777" y="0"/>
                  </a:moveTo>
                  <a:lnTo>
                    <a:pt x="4777" y="0"/>
                  </a:lnTo>
                  <a:lnTo>
                    <a:pt x="3821" y="2867"/>
                  </a:lnTo>
                  <a:lnTo>
                    <a:pt x="1433" y="7644"/>
                  </a:lnTo>
                  <a:lnTo>
                    <a:pt x="0" y="100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7" name="Freeform 4146">
              <a:extLst>
                <a:ext uri="{FF2B5EF4-FFF2-40B4-BE49-F238E27FC236}">
                  <a16:creationId xmlns:a16="http://schemas.microsoft.com/office/drawing/2014/main" id="{98350536-007D-E673-F06C-03FEBD405A0F}"/>
                </a:ext>
              </a:extLst>
            </p:cNvPr>
            <p:cNvSpPr/>
            <p:nvPr/>
          </p:nvSpPr>
          <p:spPr>
            <a:xfrm>
              <a:off x="6656853" y="4467367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0 w 955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8" name="Freeform 4147">
              <a:extLst>
                <a:ext uri="{FF2B5EF4-FFF2-40B4-BE49-F238E27FC236}">
                  <a16:creationId xmlns:a16="http://schemas.microsoft.com/office/drawing/2014/main" id="{6B8764A1-9828-E7DA-FE82-3BF69A2A3710}"/>
                </a:ext>
              </a:extLst>
            </p:cNvPr>
            <p:cNvSpPr/>
            <p:nvPr/>
          </p:nvSpPr>
          <p:spPr>
            <a:xfrm>
              <a:off x="6688383" y="4475011"/>
              <a:ext cx="4777" cy="1911"/>
            </a:xfrm>
            <a:custGeom>
              <a:avLst/>
              <a:gdLst>
                <a:gd name="csX0" fmla="*/ 4777 w 4777"/>
                <a:gd name="csY0" fmla="*/ 1911 h 1911"/>
                <a:gd name="csX1" fmla="*/ 3822 w 4777"/>
                <a:gd name="csY1" fmla="*/ 1433 h 1911"/>
                <a:gd name="csX2" fmla="*/ 0 w 4777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1911">
                  <a:moveTo>
                    <a:pt x="4777" y="1911"/>
                  </a:moveTo>
                  <a:lnTo>
                    <a:pt x="3822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9" name="Freeform 4148">
              <a:extLst>
                <a:ext uri="{FF2B5EF4-FFF2-40B4-BE49-F238E27FC236}">
                  <a16:creationId xmlns:a16="http://schemas.microsoft.com/office/drawing/2014/main" id="{01E26DE2-B420-24EE-1C7F-240F54AF21D6}"/>
                </a:ext>
              </a:extLst>
            </p:cNvPr>
            <p:cNvSpPr/>
            <p:nvPr/>
          </p:nvSpPr>
          <p:spPr>
            <a:xfrm>
              <a:off x="6704149" y="4488388"/>
              <a:ext cx="7643" cy="5732"/>
            </a:xfrm>
            <a:custGeom>
              <a:avLst/>
              <a:gdLst>
                <a:gd name="csX0" fmla="*/ 7644 w 7643"/>
                <a:gd name="csY0" fmla="*/ 5733 h 5732"/>
                <a:gd name="csX1" fmla="*/ 5255 w 7643"/>
                <a:gd name="csY1" fmla="*/ 3344 h 5732"/>
                <a:gd name="csX2" fmla="*/ 0 w 7643"/>
                <a:gd name="csY2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643" h="5732">
                  <a:moveTo>
                    <a:pt x="7644" y="5733"/>
                  </a:moveTo>
                  <a:lnTo>
                    <a:pt x="5255" y="3344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0" name="Freeform 4149">
              <a:extLst>
                <a:ext uri="{FF2B5EF4-FFF2-40B4-BE49-F238E27FC236}">
                  <a16:creationId xmlns:a16="http://schemas.microsoft.com/office/drawing/2014/main" id="{E5E66536-9D4D-13F5-2CAC-39E583B88F72}"/>
                </a:ext>
              </a:extLst>
            </p:cNvPr>
            <p:cNvSpPr/>
            <p:nvPr/>
          </p:nvSpPr>
          <p:spPr>
            <a:xfrm>
              <a:off x="6676918" y="4439659"/>
              <a:ext cx="2388" cy="2388"/>
            </a:xfrm>
            <a:custGeom>
              <a:avLst/>
              <a:gdLst>
                <a:gd name="csX0" fmla="*/ 1433 w 2388"/>
                <a:gd name="csY0" fmla="*/ 478 h 2388"/>
                <a:gd name="csX1" fmla="*/ 2389 w 2388"/>
                <a:gd name="csY1" fmla="*/ 2389 h 2388"/>
                <a:gd name="csX2" fmla="*/ 478 w 2388"/>
                <a:gd name="csY2" fmla="*/ 1433 h 2388"/>
                <a:gd name="csX3" fmla="*/ 0 w 2388"/>
                <a:gd name="csY3" fmla="*/ 956 h 2388"/>
                <a:gd name="csX4" fmla="*/ 956 w 2388"/>
                <a:gd name="csY4" fmla="*/ 478 h 2388"/>
                <a:gd name="csX5" fmla="*/ 956 w 2388"/>
                <a:gd name="csY5" fmla="*/ 0 h 2388"/>
                <a:gd name="csX6" fmla="*/ 1433 w 2388"/>
                <a:gd name="csY6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1433" y="478"/>
                  </a:moveTo>
                  <a:lnTo>
                    <a:pt x="2389" y="2389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6" y="478"/>
                  </a:lnTo>
                  <a:lnTo>
                    <a:pt x="956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1" name="Freeform 4150">
              <a:extLst>
                <a:ext uri="{FF2B5EF4-FFF2-40B4-BE49-F238E27FC236}">
                  <a16:creationId xmlns:a16="http://schemas.microsoft.com/office/drawing/2014/main" id="{59B11F1B-2205-CB96-CB6E-1C42E85ECD38}"/>
                </a:ext>
              </a:extLst>
            </p:cNvPr>
            <p:cNvSpPr/>
            <p:nvPr/>
          </p:nvSpPr>
          <p:spPr>
            <a:xfrm>
              <a:off x="6675963" y="4443481"/>
              <a:ext cx="9076" cy="6210"/>
            </a:xfrm>
            <a:custGeom>
              <a:avLst/>
              <a:gdLst>
                <a:gd name="csX0" fmla="*/ 3821 w 9076"/>
                <a:gd name="csY0" fmla="*/ 3822 h 6210"/>
                <a:gd name="csX1" fmla="*/ 4777 w 9076"/>
                <a:gd name="csY1" fmla="*/ 4777 h 6210"/>
                <a:gd name="csX2" fmla="*/ 5255 w 9076"/>
                <a:gd name="csY2" fmla="*/ 4777 h 6210"/>
                <a:gd name="csX3" fmla="*/ 5733 w 9076"/>
                <a:gd name="csY3" fmla="*/ 4300 h 6210"/>
                <a:gd name="csX4" fmla="*/ 6210 w 9076"/>
                <a:gd name="csY4" fmla="*/ 3822 h 6210"/>
                <a:gd name="csX5" fmla="*/ 9077 w 9076"/>
                <a:gd name="csY5" fmla="*/ 5255 h 6210"/>
                <a:gd name="csX6" fmla="*/ 9077 w 9076"/>
                <a:gd name="csY6" fmla="*/ 5733 h 6210"/>
                <a:gd name="csX7" fmla="*/ 7166 w 9076"/>
                <a:gd name="csY7" fmla="*/ 6210 h 6210"/>
                <a:gd name="csX8" fmla="*/ 4777 w 9076"/>
                <a:gd name="csY8" fmla="*/ 5733 h 6210"/>
                <a:gd name="csX9" fmla="*/ 2866 w 9076"/>
                <a:gd name="csY9" fmla="*/ 5733 h 6210"/>
                <a:gd name="csX10" fmla="*/ 478 w 9076"/>
                <a:gd name="csY10" fmla="*/ 5255 h 6210"/>
                <a:gd name="csX11" fmla="*/ 0 w 9076"/>
                <a:gd name="csY11" fmla="*/ 3822 h 6210"/>
                <a:gd name="csX12" fmla="*/ 1433 w 9076"/>
                <a:gd name="csY12" fmla="*/ 4777 h 6210"/>
                <a:gd name="csX13" fmla="*/ 2389 w 9076"/>
                <a:gd name="csY13" fmla="*/ 4300 h 6210"/>
                <a:gd name="csX14" fmla="*/ 2389 w 9076"/>
                <a:gd name="csY14" fmla="*/ 4300 h 6210"/>
                <a:gd name="csX15" fmla="*/ 1433 w 9076"/>
                <a:gd name="csY15" fmla="*/ 2866 h 6210"/>
                <a:gd name="csX16" fmla="*/ 0 w 9076"/>
                <a:gd name="csY16" fmla="*/ 2866 h 6210"/>
                <a:gd name="csX17" fmla="*/ 0 w 9076"/>
                <a:gd name="csY17" fmla="*/ 1911 h 6210"/>
                <a:gd name="csX18" fmla="*/ 478 w 9076"/>
                <a:gd name="csY18" fmla="*/ 1911 h 6210"/>
                <a:gd name="csX19" fmla="*/ 955 w 9076"/>
                <a:gd name="csY19" fmla="*/ 1433 h 6210"/>
                <a:gd name="csX20" fmla="*/ 0 w 9076"/>
                <a:gd name="csY20" fmla="*/ 0 h 6210"/>
                <a:gd name="csX21" fmla="*/ 1911 w 9076"/>
                <a:gd name="csY21" fmla="*/ 478 h 6210"/>
                <a:gd name="csX22" fmla="*/ 2866 w 9076"/>
                <a:gd name="csY22" fmla="*/ 956 h 6210"/>
                <a:gd name="csX23" fmla="*/ 3821 w 9076"/>
                <a:gd name="csY23" fmla="*/ 1911 h 6210"/>
                <a:gd name="csX24" fmla="*/ 3821 w 9076"/>
                <a:gd name="csY24" fmla="*/ 3822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9076" h="6210">
                  <a:moveTo>
                    <a:pt x="3821" y="3822"/>
                  </a:moveTo>
                  <a:lnTo>
                    <a:pt x="4777" y="4777"/>
                  </a:lnTo>
                  <a:lnTo>
                    <a:pt x="5255" y="4777"/>
                  </a:lnTo>
                  <a:lnTo>
                    <a:pt x="5733" y="4300"/>
                  </a:lnTo>
                  <a:lnTo>
                    <a:pt x="6210" y="3822"/>
                  </a:lnTo>
                  <a:lnTo>
                    <a:pt x="9077" y="5255"/>
                  </a:lnTo>
                  <a:lnTo>
                    <a:pt x="9077" y="5733"/>
                  </a:lnTo>
                  <a:lnTo>
                    <a:pt x="7166" y="6210"/>
                  </a:lnTo>
                  <a:lnTo>
                    <a:pt x="4777" y="5733"/>
                  </a:lnTo>
                  <a:lnTo>
                    <a:pt x="2866" y="5733"/>
                  </a:lnTo>
                  <a:lnTo>
                    <a:pt x="478" y="5255"/>
                  </a:lnTo>
                  <a:lnTo>
                    <a:pt x="0" y="3822"/>
                  </a:lnTo>
                  <a:lnTo>
                    <a:pt x="1433" y="4777"/>
                  </a:lnTo>
                  <a:lnTo>
                    <a:pt x="2389" y="4300"/>
                  </a:lnTo>
                  <a:lnTo>
                    <a:pt x="2389" y="4300"/>
                  </a:lnTo>
                  <a:lnTo>
                    <a:pt x="1433" y="2866"/>
                  </a:lnTo>
                  <a:lnTo>
                    <a:pt x="0" y="2866"/>
                  </a:lnTo>
                  <a:lnTo>
                    <a:pt x="0" y="1911"/>
                  </a:lnTo>
                  <a:lnTo>
                    <a:pt x="478" y="1911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2866" y="956"/>
                  </a:lnTo>
                  <a:lnTo>
                    <a:pt x="3821" y="1911"/>
                  </a:lnTo>
                  <a:lnTo>
                    <a:pt x="382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2" name="Freeform 4151">
              <a:extLst>
                <a:ext uri="{FF2B5EF4-FFF2-40B4-BE49-F238E27FC236}">
                  <a16:creationId xmlns:a16="http://schemas.microsoft.com/office/drawing/2014/main" id="{16C35888-71AB-18A8-2601-EA33D603476A}"/>
                </a:ext>
              </a:extLst>
            </p:cNvPr>
            <p:cNvSpPr/>
            <p:nvPr/>
          </p:nvSpPr>
          <p:spPr>
            <a:xfrm>
              <a:off x="5700439" y="3852052"/>
              <a:ext cx="147618" cy="45861"/>
            </a:xfrm>
            <a:custGeom>
              <a:avLst/>
              <a:gdLst>
                <a:gd name="csX0" fmla="*/ 9077 w 147618"/>
                <a:gd name="csY0" fmla="*/ 45384 h 45861"/>
                <a:gd name="csX1" fmla="*/ 7644 w 147618"/>
                <a:gd name="csY1" fmla="*/ 45862 h 45861"/>
                <a:gd name="csX2" fmla="*/ 7166 w 147618"/>
                <a:gd name="csY2" fmla="*/ 44906 h 45861"/>
                <a:gd name="csX3" fmla="*/ 7166 w 147618"/>
                <a:gd name="csY3" fmla="*/ 41085 h 45861"/>
                <a:gd name="csX4" fmla="*/ 9555 w 147618"/>
                <a:gd name="csY4" fmla="*/ 38696 h 45861"/>
                <a:gd name="csX5" fmla="*/ 10988 w 147618"/>
                <a:gd name="csY5" fmla="*/ 37263 h 45861"/>
                <a:gd name="csX6" fmla="*/ 10032 w 147618"/>
                <a:gd name="csY6" fmla="*/ 36785 h 45861"/>
                <a:gd name="csX7" fmla="*/ 8599 w 147618"/>
                <a:gd name="csY7" fmla="*/ 36785 h 45861"/>
                <a:gd name="csX8" fmla="*/ 8599 w 147618"/>
                <a:gd name="csY8" fmla="*/ 35830 h 45861"/>
                <a:gd name="csX9" fmla="*/ 9555 w 147618"/>
                <a:gd name="csY9" fmla="*/ 34874 h 45861"/>
                <a:gd name="csX10" fmla="*/ 10032 w 147618"/>
                <a:gd name="csY10" fmla="*/ 33919 h 45861"/>
                <a:gd name="csX11" fmla="*/ 9077 w 147618"/>
                <a:gd name="csY11" fmla="*/ 32963 h 45861"/>
                <a:gd name="csX12" fmla="*/ 8599 w 147618"/>
                <a:gd name="csY12" fmla="*/ 32486 h 45861"/>
                <a:gd name="csX13" fmla="*/ 8599 w 147618"/>
                <a:gd name="csY13" fmla="*/ 30097 h 45861"/>
                <a:gd name="csX14" fmla="*/ 9077 w 147618"/>
                <a:gd name="csY14" fmla="*/ 29141 h 45861"/>
                <a:gd name="csX15" fmla="*/ 8599 w 147618"/>
                <a:gd name="csY15" fmla="*/ 28186 h 45861"/>
                <a:gd name="csX16" fmla="*/ 5255 w 147618"/>
                <a:gd name="csY16" fmla="*/ 29619 h 45861"/>
                <a:gd name="csX17" fmla="*/ 4299 w 147618"/>
                <a:gd name="csY17" fmla="*/ 29141 h 45861"/>
                <a:gd name="csX18" fmla="*/ 4299 w 147618"/>
                <a:gd name="csY18" fmla="*/ 27708 h 45861"/>
                <a:gd name="csX19" fmla="*/ 6210 w 147618"/>
                <a:gd name="csY19" fmla="*/ 24842 h 45861"/>
                <a:gd name="csX20" fmla="*/ 6210 w 147618"/>
                <a:gd name="csY20" fmla="*/ 24364 h 45861"/>
                <a:gd name="csX21" fmla="*/ 3822 w 147618"/>
                <a:gd name="csY21" fmla="*/ 23886 h 45861"/>
                <a:gd name="csX22" fmla="*/ 2389 w 147618"/>
                <a:gd name="csY22" fmla="*/ 22453 h 45861"/>
                <a:gd name="csX23" fmla="*/ 1433 w 147618"/>
                <a:gd name="csY23" fmla="*/ 21498 h 45861"/>
                <a:gd name="csX24" fmla="*/ 0 w 147618"/>
                <a:gd name="csY24" fmla="*/ 20065 h 45861"/>
                <a:gd name="csX25" fmla="*/ 0 w 147618"/>
                <a:gd name="csY25" fmla="*/ 18154 h 45861"/>
                <a:gd name="csX26" fmla="*/ 1433 w 147618"/>
                <a:gd name="csY26" fmla="*/ 14809 h 45861"/>
                <a:gd name="csX27" fmla="*/ 2866 w 147618"/>
                <a:gd name="csY27" fmla="*/ 13854 h 45861"/>
                <a:gd name="csX28" fmla="*/ 4299 w 147618"/>
                <a:gd name="csY28" fmla="*/ 13376 h 45861"/>
                <a:gd name="csX29" fmla="*/ 7166 w 147618"/>
                <a:gd name="csY29" fmla="*/ 10988 h 45861"/>
                <a:gd name="csX30" fmla="*/ 11465 w 147618"/>
                <a:gd name="csY30" fmla="*/ 11465 h 45861"/>
                <a:gd name="csX31" fmla="*/ 13854 w 147618"/>
                <a:gd name="csY31" fmla="*/ 10988 h 45861"/>
                <a:gd name="csX32" fmla="*/ 16243 w 147618"/>
                <a:gd name="csY32" fmla="*/ 9555 h 45861"/>
                <a:gd name="csX33" fmla="*/ 17676 w 147618"/>
                <a:gd name="csY33" fmla="*/ 9555 h 45861"/>
                <a:gd name="csX34" fmla="*/ 19587 w 147618"/>
                <a:gd name="csY34" fmla="*/ 8121 h 45861"/>
                <a:gd name="csX35" fmla="*/ 19587 w 147618"/>
                <a:gd name="csY35" fmla="*/ 6688 h 45861"/>
                <a:gd name="csX36" fmla="*/ 19109 w 147618"/>
                <a:gd name="csY36" fmla="*/ 5733 h 45861"/>
                <a:gd name="csX37" fmla="*/ 19587 w 147618"/>
                <a:gd name="csY37" fmla="*/ 4777 h 45861"/>
                <a:gd name="csX38" fmla="*/ 21975 w 147618"/>
                <a:gd name="csY38" fmla="*/ 3344 h 45861"/>
                <a:gd name="csX39" fmla="*/ 24364 w 147618"/>
                <a:gd name="csY39" fmla="*/ 1911 h 45861"/>
                <a:gd name="csX40" fmla="*/ 27708 w 147618"/>
                <a:gd name="csY40" fmla="*/ 1433 h 45861"/>
                <a:gd name="csX41" fmla="*/ 30575 w 147618"/>
                <a:gd name="csY41" fmla="*/ 0 h 45861"/>
                <a:gd name="csX42" fmla="*/ 32963 w 147618"/>
                <a:gd name="csY42" fmla="*/ 956 h 45861"/>
                <a:gd name="csX43" fmla="*/ 34397 w 147618"/>
                <a:gd name="csY43" fmla="*/ 956 h 45861"/>
                <a:gd name="csX44" fmla="*/ 36785 w 147618"/>
                <a:gd name="csY44" fmla="*/ 1911 h 45861"/>
                <a:gd name="csX45" fmla="*/ 39174 w 147618"/>
                <a:gd name="csY45" fmla="*/ 4299 h 45861"/>
                <a:gd name="csX46" fmla="*/ 43473 w 147618"/>
                <a:gd name="csY46" fmla="*/ 5255 h 45861"/>
                <a:gd name="csX47" fmla="*/ 46340 w 147618"/>
                <a:gd name="csY47" fmla="*/ 4777 h 45861"/>
                <a:gd name="csX48" fmla="*/ 52072 w 147618"/>
                <a:gd name="csY48" fmla="*/ 4299 h 45861"/>
                <a:gd name="csX49" fmla="*/ 54939 w 147618"/>
                <a:gd name="csY49" fmla="*/ 4777 h 45861"/>
                <a:gd name="csX50" fmla="*/ 59716 w 147618"/>
                <a:gd name="csY50" fmla="*/ 4299 h 45861"/>
                <a:gd name="csX51" fmla="*/ 62582 w 147618"/>
                <a:gd name="csY51" fmla="*/ 4299 h 45861"/>
                <a:gd name="csX52" fmla="*/ 67360 w 147618"/>
                <a:gd name="csY52" fmla="*/ 3344 h 45861"/>
                <a:gd name="csX53" fmla="*/ 71182 w 147618"/>
                <a:gd name="csY53" fmla="*/ 4777 h 45861"/>
                <a:gd name="csX54" fmla="*/ 77870 w 147618"/>
                <a:gd name="csY54" fmla="*/ 5255 h 45861"/>
                <a:gd name="csX55" fmla="*/ 82170 w 147618"/>
                <a:gd name="csY55" fmla="*/ 6688 h 45861"/>
                <a:gd name="csX56" fmla="*/ 93635 w 147618"/>
                <a:gd name="csY56" fmla="*/ 9077 h 45861"/>
                <a:gd name="csX57" fmla="*/ 97935 w 147618"/>
                <a:gd name="csY57" fmla="*/ 9077 h 45861"/>
                <a:gd name="csX58" fmla="*/ 103667 w 147618"/>
                <a:gd name="csY58" fmla="*/ 7644 h 45861"/>
                <a:gd name="csX59" fmla="*/ 106056 w 147618"/>
                <a:gd name="csY59" fmla="*/ 6688 h 45861"/>
                <a:gd name="csX60" fmla="*/ 108445 w 147618"/>
                <a:gd name="csY60" fmla="*/ 7166 h 45861"/>
                <a:gd name="csX61" fmla="*/ 111789 w 147618"/>
                <a:gd name="csY61" fmla="*/ 6210 h 45861"/>
                <a:gd name="csX62" fmla="*/ 113222 w 147618"/>
                <a:gd name="csY62" fmla="*/ 6688 h 45861"/>
                <a:gd name="csX63" fmla="*/ 115611 w 147618"/>
                <a:gd name="csY63" fmla="*/ 8121 h 45861"/>
                <a:gd name="csX64" fmla="*/ 122777 w 147618"/>
                <a:gd name="csY64" fmla="*/ 10032 h 45861"/>
                <a:gd name="csX65" fmla="*/ 124687 w 147618"/>
                <a:gd name="csY65" fmla="*/ 8121 h 45861"/>
                <a:gd name="csX66" fmla="*/ 126120 w 147618"/>
                <a:gd name="csY66" fmla="*/ 8121 h 45861"/>
                <a:gd name="csX67" fmla="*/ 131853 w 147618"/>
                <a:gd name="csY67" fmla="*/ 9077 h 45861"/>
                <a:gd name="csX68" fmla="*/ 137108 w 147618"/>
                <a:gd name="csY68" fmla="*/ 10988 h 45861"/>
                <a:gd name="csX69" fmla="*/ 139975 w 147618"/>
                <a:gd name="csY69" fmla="*/ 11465 h 45861"/>
                <a:gd name="csX70" fmla="*/ 143796 w 147618"/>
                <a:gd name="csY70" fmla="*/ 10510 h 45861"/>
                <a:gd name="csX71" fmla="*/ 147141 w 147618"/>
                <a:gd name="csY71" fmla="*/ 9077 h 45861"/>
                <a:gd name="csX72" fmla="*/ 147618 w 147618"/>
                <a:gd name="csY72" fmla="*/ 9077 h 458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147618" h="45861">
                  <a:moveTo>
                    <a:pt x="9077" y="45384"/>
                  </a:moveTo>
                  <a:lnTo>
                    <a:pt x="7644" y="45862"/>
                  </a:lnTo>
                  <a:lnTo>
                    <a:pt x="7166" y="44906"/>
                  </a:lnTo>
                  <a:lnTo>
                    <a:pt x="7166" y="41085"/>
                  </a:lnTo>
                  <a:lnTo>
                    <a:pt x="9555" y="38696"/>
                  </a:lnTo>
                  <a:lnTo>
                    <a:pt x="10988" y="37263"/>
                  </a:lnTo>
                  <a:lnTo>
                    <a:pt x="10032" y="36785"/>
                  </a:lnTo>
                  <a:lnTo>
                    <a:pt x="8599" y="36785"/>
                  </a:lnTo>
                  <a:lnTo>
                    <a:pt x="8599" y="35830"/>
                  </a:lnTo>
                  <a:lnTo>
                    <a:pt x="9555" y="34874"/>
                  </a:lnTo>
                  <a:lnTo>
                    <a:pt x="10032" y="33919"/>
                  </a:lnTo>
                  <a:lnTo>
                    <a:pt x="9077" y="32963"/>
                  </a:lnTo>
                  <a:lnTo>
                    <a:pt x="8599" y="32486"/>
                  </a:lnTo>
                  <a:lnTo>
                    <a:pt x="8599" y="30097"/>
                  </a:lnTo>
                  <a:lnTo>
                    <a:pt x="9077" y="29141"/>
                  </a:lnTo>
                  <a:lnTo>
                    <a:pt x="8599" y="28186"/>
                  </a:lnTo>
                  <a:lnTo>
                    <a:pt x="5255" y="29619"/>
                  </a:lnTo>
                  <a:lnTo>
                    <a:pt x="4299" y="29141"/>
                  </a:lnTo>
                  <a:lnTo>
                    <a:pt x="4299" y="27708"/>
                  </a:lnTo>
                  <a:lnTo>
                    <a:pt x="6210" y="24842"/>
                  </a:lnTo>
                  <a:lnTo>
                    <a:pt x="6210" y="24364"/>
                  </a:lnTo>
                  <a:lnTo>
                    <a:pt x="3822" y="23886"/>
                  </a:lnTo>
                  <a:lnTo>
                    <a:pt x="2389" y="22453"/>
                  </a:lnTo>
                  <a:lnTo>
                    <a:pt x="1433" y="21498"/>
                  </a:lnTo>
                  <a:lnTo>
                    <a:pt x="0" y="20065"/>
                  </a:lnTo>
                  <a:lnTo>
                    <a:pt x="0" y="18154"/>
                  </a:lnTo>
                  <a:lnTo>
                    <a:pt x="1433" y="14809"/>
                  </a:lnTo>
                  <a:lnTo>
                    <a:pt x="2866" y="13854"/>
                  </a:lnTo>
                  <a:lnTo>
                    <a:pt x="4299" y="13376"/>
                  </a:lnTo>
                  <a:lnTo>
                    <a:pt x="7166" y="10988"/>
                  </a:lnTo>
                  <a:lnTo>
                    <a:pt x="11465" y="11465"/>
                  </a:lnTo>
                  <a:lnTo>
                    <a:pt x="13854" y="10988"/>
                  </a:lnTo>
                  <a:lnTo>
                    <a:pt x="16243" y="9555"/>
                  </a:lnTo>
                  <a:lnTo>
                    <a:pt x="17676" y="9555"/>
                  </a:lnTo>
                  <a:lnTo>
                    <a:pt x="19587" y="8121"/>
                  </a:lnTo>
                  <a:lnTo>
                    <a:pt x="19587" y="6688"/>
                  </a:lnTo>
                  <a:lnTo>
                    <a:pt x="19109" y="5733"/>
                  </a:lnTo>
                  <a:lnTo>
                    <a:pt x="19587" y="4777"/>
                  </a:lnTo>
                  <a:lnTo>
                    <a:pt x="21975" y="3344"/>
                  </a:lnTo>
                  <a:lnTo>
                    <a:pt x="24364" y="1911"/>
                  </a:lnTo>
                  <a:lnTo>
                    <a:pt x="27708" y="1433"/>
                  </a:lnTo>
                  <a:lnTo>
                    <a:pt x="30575" y="0"/>
                  </a:lnTo>
                  <a:lnTo>
                    <a:pt x="32963" y="956"/>
                  </a:lnTo>
                  <a:lnTo>
                    <a:pt x="34397" y="956"/>
                  </a:lnTo>
                  <a:lnTo>
                    <a:pt x="36785" y="1911"/>
                  </a:lnTo>
                  <a:lnTo>
                    <a:pt x="39174" y="4299"/>
                  </a:lnTo>
                  <a:lnTo>
                    <a:pt x="43473" y="5255"/>
                  </a:lnTo>
                  <a:lnTo>
                    <a:pt x="46340" y="4777"/>
                  </a:lnTo>
                  <a:lnTo>
                    <a:pt x="52072" y="4299"/>
                  </a:lnTo>
                  <a:lnTo>
                    <a:pt x="54939" y="4777"/>
                  </a:lnTo>
                  <a:lnTo>
                    <a:pt x="59716" y="4299"/>
                  </a:lnTo>
                  <a:lnTo>
                    <a:pt x="62582" y="4299"/>
                  </a:lnTo>
                  <a:lnTo>
                    <a:pt x="67360" y="3344"/>
                  </a:lnTo>
                  <a:lnTo>
                    <a:pt x="71182" y="4777"/>
                  </a:lnTo>
                  <a:lnTo>
                    <a:pt x="77870" y="5255"/>
                  </a:lnTo>
                  <a:lnTo>
                    <a:pt x="82170" y="6688"/>
                  </a:lnTo>
                  <a:lnTo>
                    <a:pt x="93635" y="9077"/>
                  </a:lnTo>
                  <a:lnTo>
                    <a:pt x="97935" y="9077"/>
                  </a:lnTo>
                  <a:lnTo>
                    <a:pt x="103667" y="7644"/>
                  </a:lnTo>
                  <a:lnTo>
                    <a:pt x="106056" y="6688"/>
                  </a:lnTo>
                  <a:lnTo>
                    <a:pt x="108445" y="7166"/>
                  </a:lnTo>
                  <a:lnTo>
                    <a:pt x="111789" y="6210"/>
                  </a:lnTo>
                  <a:lnTo>
                    <a:pt x="113222" y="6688"/>
                  </a:lnTo>
                  <a:lnTo>
                    <a:pt x="115611" y="8121"/>
                  </a:lnTo>
                  <a:lnTo>
                    <a:pt x="122777" y="10032"/>
                  </a:lnTo>
                  <a:lnTo>
                    <a:pt x="124687" y="8121"/>
                  </a:lnTo>
                  <a:lnTo>
                    <a:pt x="126120" y="8121"/>
                  </a:lnTo>
                  <a:lnTo>
                    <a:pt x="131853" y="9077"/>
                  </a:lnTo>
                  <a:lnTo>
                    <a:pt x="137108" y="10988"/>
                  </a:lnTo>
                  <a:lnTo>
                    <a:pt x="139975" y="11465"/>
                  </a:lnTo>
                  <a:lnTo>
                    <a:pt x="143796" y="10510"/>
                  </a:lnTo>
                  <a:lnTo>
                    <a:pt x="147141" y="9077"/>
                  </a:lnTo>
                  <a:lnTo>
                    <a:pt x="147618" y="90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3" name="Freeform 4152">
              <a:extLst>
                <a:ext uri="{FF2B5EF4-FFF2-40B4-BE49-F238E27FC236}">
                  <a16:creationId xmlns:a16="http://schemas.microsoft.com/office/drawing/2014/main" id="{D8491714-34F7-3660-1F21-1A1DC98F93D1}"/>
                </a:ext>
              </a:extLst>
            </p:cNvPr>
            <p:cNvSpPr/>
            <p:nvPr/>
          </p:nvSpPr>
          <p:spPr>
            <a:xfrm>
              <a:off x="5721459" y="3895525"/>
              <a:ext cx="955" cy="1433"/>
            </a:xfrm>
            <a:custGeom>
              <a:avLst/>
              <a:gdLst>
                <a:gd name="csX0" fmla="*/ 0 w 955"/>
                <a:gd name="csY0" fmla="*/ 1433 h 1433"/>
                <a:gd name="csX1" fmla="*/ 956 w 955"/>
                <a:gd name="csY1" fmla="*/ 0 h 1433"/>
                <a:gd name="csX2" fmla="*/ 956 w 955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0" y="1433"/>
                  </a:moveTo>
                  <a:lnTo>
                    <a:pt x="956" y="0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4" name="Freeform 4153">
              <a:extLst>
                <a:ext uri="{FF2B5EF4-FFF2-40B4-BE49-F238E27FC236}">
                  <a16:creationId xmlns:a16="http://schemas.microsoft.com/office/drawing/2014/main" id="{8D6DC87C-0A12-927E-C52D-E7A87279E054}"/>
                </a:ext>
              </a:extLst>
            </p:cNvPr>
            <p:cNvSpPr/>
            <p:nvPr/>
          </p:nvSpPr>
          <p:spPr>
            <a:xfrm>
              <a:off x="5741046" y="3896481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478 w 477"/>
                <a:gd name="csY1" fmla="*/ 0 h 1433"/>
                <a:gd name="csX2" fmla="*/ 0 w 477"/>
                <a:gd name="csY2" fmla="*/ 478 h 1433"/>
                <a:gd name="csX3" fmla="*/ 0 w 477"/>
                <a:gd name="csY3" fmla="*/ 956 h 1433"/>
                <a:gd name="csX4" fmla="*/ 0 w 477"/>
                <a:gd name="csY4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0" y="956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5" name="Freeform 4154">
              <a:extLst>
                <a:ext uri="{FF2B5EF4-FFF2-40B4-BE49-F238E27FC236}">
                  <a16:creationId xmlns:a16="http://schemas.microsoft.com/office/drawing/2014/main" id="{8CBA7FCD-E7FD-25D8-C20A-E47B8CF34551}"/>
                </a:ext>
              </a:extLst>
            </p:cNvPr>
            <p:cNvSpPr/>
            <p:nvPr/>
          </p:nvSpPr>
          <p:spPr>
            <a:xfrm>
              <a:off x="5760155" y="3906991"/>
              <a:ext cx="477" cy="477"/>
            </a:xfrm>
            <a:custGeom>
              <a:avLst/>
              <a:gdLst>
                <a:gd name="csX0" fmla="*/ 0 w 477"/>
                <a:gd name="csY0" fmla="*/ 478 h 477"/>
                <a:gd name="csX1" fmla="*/ 478 w 477"/>
                <a:gd name="csY1" fmla="*/ 478 h 477"/>
                <a:gd name="csX2" fmla="*/ 478 w 4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0" y="478"/>
                  </a:moveTo>
                  <a:lnTo>
                    <a:pt x="478" y="478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6" name="Freeform 4155">
              <a:extLst>
                <a:ext uri="{FF2B5EF4-FFF2-40B4-BE49-F238E27FC236}">
                  <a16:creationId xmlns:a16="http://schemas.microsoft.com/office/drawing/2014/main" id="{E2A738DF-8396-D2C9-C4B4-EABEFD2CCFE6}"/>
                </a:ext>
              </a:extLst>
            </p:cNvPr>
            <p:cNvSpPr/>
            <p:nvPr/>
          </p:nvSpPr>
          <p:spPr>
            <a:xfrm>
              <a:off x="5746779" y="3908424"/>
              <a:ext cx="12898" cy="10510"/>
            </a:xfrm>
            <a:custGeom>
              <a:avLst/>
              <a:gdLst>
                <a:gd name="csX0" fmla="*/ 0 w 12898"/>
                <a:gd name="csY0" fmla="*/ 10510 h 10510"/>
                <a:gd name="csX1" fmla="*/ 478 w 12898"/>
                <a:gd name="csY1" fmla="*/ 10032 h 10510"/>
                <a:gd name="csX2" fmla="*/ 2866 w 12898"/>
                <a:gd name="csY2" fmla="*/ 9077 h 10510"/>
                <a:gd name="csX3" fmla="*/ 4299 w 12898"/>
                <a:gd name="csY3" fmla="*/ 6688 h 10510"/>
                <a:gd name="csX4" fmla="*/ 6688 w 12898"/>
                <a:gd name="csY4" fmla="*/ 4300 h 10510"/>
                <a:gd name="csX5" fmla="*/ 10032 w 12898"/>
                <a:gd name="csY5" fmla="*/ 2866 h 10510"/>
                <a:gd name="csX6" fmla="*/ 12421 w 12898"/>
                <a:gd name="csY6" fmla="*/ 956 h 10510"/>
                <a:gd name="csX7" fmla="*/ 12898 w 12898"/>
                <a:gd name="csY7" fmla="*/ 0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2898" h="10510">
                  <a:moveTo>
                    <a:pt x="0" y="10510"/>
                  </a:moveTo>
                  <a:lnTo>
                    <a:pt x="478" y="10032"/>
                  </a:lnTo>
                  <a:lnTo>
                    <a:pt x="2866" y="9077"/>
                  </a:lnTo>
                  <a:lnTo>
                    <a:pt x="4299" y="6688"/>
                  </a:lnTo>
                  <a:lnTo>
                    <a:pt x="6688" y="4300"/>
                  </a:lnTo>
                  <a:lnTo>
                    <a:pt x="10032" y="2866"/>
                  </a:lnTo>
                  <a:lnTo>
                    <a:pt x="12421" y="956"/>
                  </a:lnTo>
                  <a:lnTo>
                    <a:pt x="1289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" name="Freeform 4156">
              <a:extLst>
                <a:ext uri="{FF2B5EF4-FFF2-40B4-BE49-F238E27FC236}">
                  <a16:creationId xmlns:a16="http://schemas.microsoft.com/office/drawing/2014/main" id="{4B0D6A91-C62C-9A52-03BA-6BBBB1C524CB}"/>
                </a:ext>
              </a:extLst>
            </p:cNvPr>
            <p:cNvSpPr/>
            <p:nvPr/>
          </p:nvSpPr>
          <p:spPr>
            <a:xfrm>
              <a:off x="5744868" y="3935655"/>
              <a:ext cx="3821" cy="2866"/>
            </a:xfrm>
            <a:custGeom>
              <a:avLst/>
              <a:gdLst>
                <a:gd name="csX0" fmla="*/ 0 w 3821"/>
                <a:gd name="csY0" fmla="*/ 2866 h 2866"/>
                <a:gd name="csX1" fmla="*/ 956 w 3821"/>
                <a:gd name="csY1" fmla="*/ 2389 h 2866"/>
                <a:gd name="csX2" fmla="*/ 2866 w 3821"/>
                <a:gd name="csY2" fmla="*/ 956 h 2866"/>
                <a:gd name="csX3" fmla="*/ 3822 w 3821"/>
                <a:gd name="csY3" fmla="*/ 0 h 2866"/>
                <a:gd name="csX4" fmla="*/ 3822 w 3821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2866">
                  <a:moveTo>
                    <a:pt x="0" y="2866"/>
                  </a:moveTo>
                  <a:lnTo>
                    <a:pt x="956" y="2389"/>
                  </a:lnTo>
                  <a:lnTo>
                    <a:pt x="2866" y="956"/>
                  </a:lnTo>
                  <a:lnTo>
                    <a:pt x="3822" y="0"/>
                  </a:ln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" name="Freeform 4157">
              <a:extLst>
                <a:ext uri="{FF2B5EF4-FFF2-40B4-BE49-F238E27FC236}">
                  <a16:creationId xmlns:a16="http://schemas.microsoft.com/office/drawing/2014/main" id="{5A47F571-8C76-AFC3-B0E4-D126E2022E1B}"/>
                </a:ext>
              </a:extLst>
            </p:cNvPr>
            <p:cNvSpPr/>
            <p:nvPr/>
          </p:nvSpPr>
          <p:spPr>
            <a:xfrm>
              <a:off x="5735313" y="3948553"/>
              <a:ext cx="10510" cy="2866"/>
            </a:xfrm>
            <a:custGeom>
              <a:avLst/>
              <a:gdLst>
                <a:gd name="csX0" fmla="*/ 0 w 10510"/>
                <a:gd name="csY0" fmla="*/ 2866 h 2866"/>
                <a:gd name="csX1" fmla="*/ 478 w 10510"/>
                <a:gd name="csY1" fmla="*/ 2866 h 2866"/>
                <a:gd name="csX2" fmla="*/ 7166 w 10510"/>
                <a:gd name="csY2" fmla="*/ 2866 h 2866"/>
                <a:gd name="csX3" fmla="*/ 8599 w 10510"/>
                <a:gd name="csY3" fmla="*/ 2389 h 2866"/>
                <a:gd name="csX4" fmla="*/ 9077 w 10510"/>
                <a:gd name="csY4" fmla="*/ 1911 h 2866"/>
                <a:gd name="csX5" fmla="*/ 9555 w 10510"/>
                <a:gd name="csY5" fmla="*/ 955 h 2866"/>
                <a:gd name="csX6" fmla="*/ 10032 w 10510"/>
                <a:gd name="csY6" fmla="*/ 0 h 2866"/>
                <a:gd name="csX7" fmla="*/ 10510 w 10510"/>
                <a:gd name="csY7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510" h="2866">
                  <a:moveTo>
                    <a:pt x="0" y="2866"/>
                  </a:moveTo>
                  <a:lnTo>
                    <a:pt x="478" y="2866"/>
                  </a:lnTo>
                  <a:lnTo>
                    <a:pt x="7166" y="2866"/>
                  </a:lnTo>
                  <a:lnTo>
                    <a:pt x="8599" y="2389"/>
                  </a:lnTo>
                  <a:lnTo>
                    <a:pt x="9077" y="1911"/>
                  </a:lnTo>
                  <a:lnTo>
                    <a:pt x="9555" y="955"/>
                  </a:lnTo>
                  <a:lnTo>
                    <a:pt x="10032" y="0"/>
                  </a:lnTo>
                  <a:lnTo>
                    <a:pt x="1051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" name="Freeform 4158">
              <a:extLst>
                <a:ext uri="{FF2B5EF4-FFF2-40B4-BE49-F238E27FC236}">
                  <a16:creationId xmlns:a16="http://schemas.microsoft.com/office/drawing/2014/main" id="{19D11597-8C00-4F8F-1270-D0D2E046FC95}"/>
                </a:ext>
              </a:extLst>
            </p:cNvPr>
            <p:cNvSpPr/>
            <p:nvPr/>
          </p:nvSpPr>
          <p:spPr>
            <a:xfrm>
              <a:off x="5740091" y="3969096"/>
              <a:ext cx="4299" cy="4299"/>
            </a:xfrm>
            <a:custGeom>
              <a:avLst/>
              <a:gdLst>
                <a:gd name="csX0" fmla="*/ 0 w 4299"/>
                <a:gd name="csY0" fmla="*/ 4299 h 4299"/>
                <a:gd name="csX1" fmla="*/ 478 w 4299"/>
                <a:gd name="csY1" fmla="*/ 3822 h 4299"/>
                <a:gd name="csX2" fmla="*/ 2389 w 4299"/>
                <a:gd name="csY2" fmla="*/ 2389 h 4299"/>
                <a:gd name="csX3" fmla="*/ 3822 w 4299"/>
                <a:gd name="csY3" fmla="*/ 478 h 4299"/>
                <a:gd name="csX4" fmla="*/ 4300 w 4299"/>
                <a:gd name="csY4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4299">
                  <a:moveTo>
                    <a:pt x="0" y="4299"/>
                  </a:moveTo>
                  <a:lnTo>
                    <a:pt x="478" y="3822"/>
                  </a:lnTo>
                  <a:lnTo>
                    <a:pt x="2389" y="2389"/>
                  </a:lnTo>
                  <a:lnTo>
                    <a:pt x="3822" y="478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" name="Freeform 4159">
              <a:extLst>
                <a:ext uri="{FF2B5EF4-FFF2-40B4-BE49-F238E27FC236}">
                  <a16:creationId xmlns:a16="http://schemas.microsoft.com/office/drawing/2014/main" id="{514408C6-4614-A96F-D047-1DE05FD60DC1}"/>
                </a:ext>
              </a:extLst>
            </p:cNvPr>
            <p:cNvSpPr/>
            <p:nvPr/>
          </p:nvSpPr>
          <p:spPr>
            <a:xfrm>
              <a:off x="5739135" y="3988683"/>
              <a:ext cx="5732" cy="3821"/>
            </a:xfrm>
            <a:custGeom>
              <a:avLst/>
              <a:gdLst>
                <a:gd name="csX0" fmla="*/ 0 w 5732"/>
                <a:gd name="csY0" fmla="*/ 3822 h 3821"/>
                <a:gd name="csX1" fmla="*/ 2389 w 5732"/>
                <a:gd name="csY1" fmla="*/ 1911 h 3821"/>
                <a:gd name="csX2" fmla="*/ 4300 w 5732"/>
                <a:gd name="csY2" fmla="*/ 956 h 3821"/>
                <a:gd name="csX3" fmla="*/ 5255 w 5732"/>
                <a:gd name="csY3" fmla="*/ 956 h 3821"/>
                <a:gd name="csX4" fmla="*/ 5733 w 5732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32" h="3821">
                  <a:moveTo>
                    <a:pt x="0" y="3822"/>
                  </a:moveTo>
                  <a:lnTo>
                    <a:pt x="2389" y="1911"/>
                  </a:lnTo>
                  <a:lnTo>
                    <a:pt x="4300" y="956"/>
                  </a:lnTo>
                  <a:lnTo>
                    <a:pt x="5255" y="956"/>
                  </a:lnTo>
                  <a:lnTo>
                    <a:pt x="57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" name="Freeform 4160">
              <a:extLst>
                <a:ext uri="{FF2B5EF4-FFF2-40B4-BE49-F238E27FC236}">
                  <a16:creationId xmlns:a16="http://schemas.microsoft.com/office/drawing/2014/main" id="{23E56EC8-F549-492D-0CA2-C21BDA6B2BED}"/>
                </a:ext>
              </a:extLst>
            </p:cNvPr>
            <p:cNvSpPr/>
            <p:nvPr/>
          </p:nvSpPr>
          <p:spPr>
            <a:xfrm>
              <a:off x="5736746" y="3994415"/>
              <a:ext cx="1433" cy="1911"/>
            </a:xfrm>
            <a:custGeom>
              <a:avLst/>
              <a:gdLst>
                <a:gd name="csX0" fmla="*/ 0 w 1433"/>
                <a:gd name="csY0" fmla="*/ 1911 h 1911"/>
                <a:gd name="csX1" fmla="*/ 956 w 1433"/>
                <a:gd name="csY1" fmla="*/ 956 h 1911"/>
                <a:gd name="csX2" fmla="*/ 1433 w 1433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911">
                  <a:moveTo>
                    <a:pt x="0" y="1911"/>
                  </a:moveTo>
                  <a:lnTo>
                    <a:pt x="956" y="956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2" name="Freeform 4161">
              <a:extLst>
                <a:ext uri="{FF2B5EF4-FFF2-40B4-BE49-F238E27FC236}">
                  <a16:creationId xmlns:a16="http://schemas.microsoft.com/office/drawing/2014/main" id="{3D32186B-AE49-E5D2-39A0-93AEB3429B77}"/>
                </a:ext>
              </a:extLst>
            </p:cNvPr>
            <p:cNvSpPr/>
            <p:nvPr/>
          </p:nvSpPr>
          <p:spPr>
            <a:xfrm>
              <a:off x="5736746" y="3885493"/>
              <a:ext cx="212589" cy="150006"/>
            </a:xfrm>
            <a:custGeom>
              <a:avLst/>
              <a:gdLst>
                <a:gd name="csX0" fmla="*/ 210679 w 212589"/>
                <a:gd name="csY0" fmla="*/ 0 h 150006"/>
                <a:gd name="csX1" fmla="*/ 211156 w 212589"/>
                <a:gd name="csY1" fmla="*/ 1433 h 150006"/>
                <a:gd name="csX2" fmla="*/ 212112 w 212589"/>
                <a:gd name="csY2" fmla="*/ 1911 h 150006"/>
                <a:gd name="csX3" fmla="*/ 212590 w 212589"/>
                <a:gd name="csY3" fmla="*/ 3344 h 150006"/>
                <a:gd name="csX4" fmla="*/ 210679 w 212589"/>
                <a:gd name="csY4" fmla="*/ 3822 h 150006"/>
                <a:gd name="csX5" fmla="*/ 209723 w 212589"/>
                <a:gd name="csY5" fmla="*/ 4299 h 150006"/>
                <a:gd name="csX6" fmla="*/ 209245 w 212589"/>
                <a:gd name="csY6" fmla="*/ 6210 h 150006"/>
                <a:gd name="csX7" fmla="*/ 210201 w 212589"/>
                <a:gd name="csY7" fmla="*/ 7166 h 150006"/>
                <a:gd name="csX8" fmla="*/ 211156 w 212589"/>
                <a:gd name="csY8" fmla="*/ 7644 h 150006"/>
                <a:gd name="csX9" fmla="*/ 211156 w 212589"/>
                <a:gd name="csY9" fmla="*/ 8121 h 150006"/>
                <a:gd name="csX10" fmla="*/ 211156 w 212589"/>
                <a:gd name="csY10" fmla="*/ 11943 h 150006"/>
                <a:gd name="csX11" fmla="*/ 209245 w 212589"/>
                <a:gd name="csY11" fmla="*/ 13854 h 150006"/>
                <a:gd name="csX12" fmla="*/ 206379 w 212589"/>
                <a:gd name="csY12" fmla="*/ 16243 h 150006"/>
                <a:gd name="csX13" fmla="*/ 193003 w 212589"/>
                <a:gd name="csY13" fmla="*/ 23409 h 150006"/>
                <a:gd name="csX14" fmla="*/ 189659 w 212589"/>
                <a:gd name="csY14" fmla="*/ 26753 h 150006"/>
                <a:gd name="csX15" fmla="*/ 188226 w 212589"/>
                <a:gd name="csY15" fmla="*/ 27708 h 150006"/>
                <a:gd name="csX16" fmla="*/ 178193 w 212589"/>
                <a:gd name="csY16" fmla="*/ 29619 h 150006"/>
                <a:gd name="csX17" fmla="*/ 171027 w 212589"/>
                <a:gd name="csY17" fmla="*/ 32008 h 150006"/>
                <a:gd name="csX18" fmla="*/ 167683 w 212589"/>
                <a:gd name="csY18" fmla="*/ 32963 h 150006"/>
                <a:gd name="csX19" fmla="*/ 163384 w 212589"/>
                <a:gd name="csY19" fmla="*/ 37263 h 150006"/>
                <a:gd name="csX20" fmla="*/ 160995 w 212589"/>
                <a:gd name="csY20" fmla="*/ 38696 h 150006"/>
                <a:gd name="csX21" fmla="*/ 162906 w 212589"/>
                <a:gd name="csY21" fmla="*/ 39174 h 150006"/>
                <a:gd name="csX22" fmla="*/ 164817 w 212589"/>
                <a:gd name="csY22" fmla="*/ 41085 h 150006"/>
                <a:gd name="csX23" fmla="*/ 163861 w 212589"/>
                <a:gd name="csY23" fmla="*/ 42040 h 150006"/>
                <a:gd name="csX24" fmla="*/ 161472 w 212589"/>
                <a:gd name="csY24" fmla="*/ 43473 h 150006"/>
                <a:gd name="csX25" fmla="*/ 160039 w 212589"/>
                <a:gd name="csY25" fmla="*/ 43951 h 150006"/>
                <a:gd name="csX26" fmla="*/ 159562 w 212589"/>
                <a:gd name="csY26" fmla="*/ 43473 h 150006"/>
                <a:gd name="csX27" fmla="*/ 158606 w 212589"/>
                <a:gd name="csY27" fmla="*/ 43951 h 150006"/>
                <a:gd name="csX28" fmla="*/ 154307 w 212589"/>
                <a:gd name="csY28" fmla="*/ 50639 h 150006"/>
                <a:gd name="csX29" fmla="*/ 150007 w 212589"/>
                <a:gd name="csY29" fmla="*/ 55894 h 150006"/>
                <a:gd name="csX30" fmla="*/ 147619 w 212589"/>
                <a:gd name="csY30" fmla="*/ 58283 h 150006"/>
                <a:gd name="csX31" fmla="*/ 145707 w 212589"/>
                <a:gd name="csY31" fmla="*/ 61149 h 150006"/>
                <a:gd name="csX32" fmla="*/ 140453 w 212589"/>
                <a:gd name="csY32" fmla="*/ 69748 h 150006"/>
                <a:gd name="csX33" fmla="*/ 140453 w 212589"/>
                <a:gd name="csY33" fmla="*/ 72137 h 150006"/>
                <a:gd name="csX34" fmla="*/ 142841 w 212589"/>
                <a:gd name="csY34" fmla="*/ 80258 h 150006"/>
                <a:gd name="csX35" fmla="*/ 144274 w 212589"/>
                <a:gd name="csY35" fmla="*/ 82647 h 150006"/>
                <a:gd name="csX36" fmla="*/ 146185 w 212589"/>
                <a:gd name="csY36" fmla="*/ 84558 h 150006"/>
                <a:gd name="csX37" fmla="*/ 150007 w 212589"/>
                <a:gd name="csY37" fmla="*/ 85991 h 150006"/>
                <a:gd name="csX38" fmla="*/ 150963 w 212589"/>
                <a:gd name="csY38" fmla="*/ 87424 h 150006"/>
                <a:gd name="csX39" fmla="*/ 149529 w 212589"/>
                <a:gd name="csY39" fmla="*/ 88858 h 150006"/>
                <a:gd name="csX40" fmla="*/ 146185 w 212589"/>
                <a:gd name="csY40" fmla="*/ 91246 h 150006"/>
                <a:gd name="csX41" fmla="*/ 139497 w 212589"/>
                <a:gd name="csY41" fmla="*/ 95068 h 150006"/>
                <a:gd name="csX42" fmla="*/ 136631 w 212589"/>
                <a:gd name="csY42" fmla="*/ 97935 h 150006"/>
                <a:gd name="csX43" fmla="*/ 136153 w 212589"/>
                <a:gd name="csY43" fmla="*/ 100323 h 150006"/>
                <a:gd name="csX44" fmla="*/ 134242 w 212589"/>
                <a:gd name="csY44" fmla="*/ 101756 h 150006"/>
                <a:gd name="csX45" fmla="*/ 133287 w 212589"/>
                <a:gd name="csY45" fmla="*/ 105100 h 150006"/>
                <a:gd name="csX46" fmla="*/ 132331 w 212589"/>
                <a:gd name="csY46" fmla="*/ 107489 h 150006"/>
                <a:gd name="csX47" fmla="*/ 132331 w 212589"/>
                <a:gd name="csY47" fmla="*/ 108445 h 150006"/>
                <a:gd name="csX48" fmla="*/ 130898 w 212589"/>
                <a:gd name="csY48" fmla="*/ 110355 h 150006"/>
                <a:gd name="csX49" fmla="*/ 130898 w 212589"/>
                <a:gd name="csY49" fmla="*/ 111789 h 150006"/>
                <a:gd name="csX50" fmla="*/ 132809 w 212589"/>
                <a:gd name="csY50" fmla="*/ 113700 h 150006"/>
                <a:gd name="csX51" fmla="*/ 131854 w 212589"/>
                <a:gd name="csY51" fmla="*/ 114177 h 150006"/>
                <a:gd name="csX52" fmla="*/ 130898 w 212589"/>
                <a:gd name="csY52" fmla="*/ 114655 h 150006"/>
                <a:gd name="csX53" fmla="*/ 128509 w 212589"/>
                <a:gd name="csY53" fmla="*/ 114655 h 150006"/>
                <a:gd name="csX54" fmla="*/ 120865 w 212589"/>
                <a:gd name="csY54" fmla="*/ 115133 h 150006"/>
                <a:gd name="csX55" fmla="*/ 114655 w 212589"/>
                <a:gd name="csY55" fmla="*/ 118954 h 150006"/>
                <a:gd name="csX56" fmla="*/ 111311 w 212589"/>
                <a:gd name="csY56" fmla="*/ 122777 h 150006"/>
                <a:gd name="csX57" fmla="*/ 108445 w 212589"/>
                <a:gd name="csY57" fmla="*/ 128987 h 150006"/>
                <a:gd name="csX58" fmla="*/ 105100 w 212589"/>
                <a:gd name="csY58" fmla="*/ 132809 h 150006"/>
                <a:gd name="csX59" fmla="*/ 103667 w 212589"/>
                <a:gd name="csY59" fmla="*/ 133764 h 150006"/>
                <a:gd name="csX60" fmla="*/ 101279 w 212589"/>
                <a:gd name="csY60" fmla="*/ 131853 h 150006"/>
                <a:gd name="csX61" fmla="*/ 98412 w 212589"/>
                <a:gd name="csY61" fmla="*/ 131853 h 150006"/>
                <a:gd name="csX62" fmla="*/ 95546 w 212589"/>
                <a:gd name="csY62" fmla="*/ 132331 h 150006"/>
                <a:gd name="csX63" fmla="*/ 94113 w 212589"/>
                <a:gd name="csY63" fmla="*/ 133764 h 150006"/>
                <a:gd name="csX64" fmla="*/ 91724 w 212589"/>
                <a:gd name="csY64" fmla="*/ 134242 h 150006"/>
                <a:gd name="csX65" fmla="*/ 89335 w 212589"/>
                <a:gd name="csY65" fmla="*/ 133764 h 150006"/>
                <a:gd name="csX66" fmla="*/ 84558 w 212589"/>
                <a:gd name="csY66" fmla="*/ 133286 h 150006"/>
                <a:gd name="csX67" fmla="*/ 82170 w 212589"/>
                <a:gd name="csY67" fmla="*/ 133286 h 150006"/>
                <a:gd name="csX68" fmla="*/ 78825 w 212589"/>
                <a:gd name="csY68" fmla="*/ 134242 h 150006"/>
                <a:gd name="csX69" fmla="*/ 75959 w 212589"/>
                <a:gd name="csY69" fmla="*/ 133764 h 150006"/>
                <a:gd name="csX70" fmla="*/ 71182 w 212589"/>
                <a:gd name="csY70" fmla="*/ 133286 h 150006"/>
                <a:gd name="csX71" fmla="*/ 60672 w 212589"/>
                <a:gd name="csY71" fmla="*/ 134242 h 150006"/>
                <a:gd name="csX72" fmla="*/ 59239 w 212589"/>
                <a:gd name="csY72" fmla="*/ 134720 h 150006"/>
                <a:gd name="csX73" fmla="*/ 57805 w 212589"/>
                <a:gd name="csY73" fmla="*/ 136153 h 150006"/>
                <a:gd name="csX74" fmla="*/ 54461 w 212589"/>
                <a:gd name="csY74" fmla="*/ 139019 h 150006"/>
                <a:gd name="csX75" fmla="*/ 49206 w 212589"/>
                <a:gd name="csY75" fmla="*/ 139019 h 150006"/>
                <a:gd name="csX76" fmla="*/ 44429 w 212589"/>
                <a:gd name="csY76" fmla="*/ 140930 h 150006"/>
                <a:gd name="csX77" fmla="*/ 43474 w 212589"/>
                <a:gd name="csY77" fmla="*/ 141886 h 150006"/>
                <a:gd name="csX78" fmla="*/ 41085 w 212589"/>
                <a:gd name="csY78" fmla="*/ 145230 h 150006"/>
                <a:gd name="csX79" fmla="*/ 41085 w 212589"/>
                <a:gd name="csY79" fmla="*/ 146663 h 150006"/>
                <a:gd name="csX80" fmla="*/ 40607 w 212589"/>
                <a:gd name="csY80" fmla="*/ 147141 h 150006"/>
                <a:gd name="csX81" fmla="*/ 40607 w 212589"/>
                <a:gd name="csY81" fmla="*/ 147618 h 150006"/>
                <a:gd name="csX82" fmla="*/ 40129 w 212589"/>
                <a:gd name="csY82" fmla="*/ 147618 h 150006"/>
                <a:gd name="csX83" fmla="*/ 39651 w 212589"/>
                <a:gd name="csY83" fmla="*/ 146663 h 150006"/>
                <a:gd name="csX84" fmla="*/ 39174 w 212589"/>
                <a:gd name="csY84" fmla="*/ 147141 h 150006"/>
                <a:gd name="csX85" fmla="*/ 38696 w 212589"/>
                <a:gd name="csY85" fmla="*/ 148574 h 150006"/>
                <a:gd name="csX86" fmla="*/ 36785 w 212589"/>
                <a:gd name="csY86" fmla="*/ 149529 h 150006"/>
                <a:gd name="csX87" fmla="*/ 35352 w 212589"/>
                <a:gd name="csY87" fmla="*/ 150007 h 150006"/>
                <a:gd name="csX88" fmla="*/ 32008 w 212589"/>
                <a:gd name="csY88" fmla="*/ 148574 h 150006"/>
                <a:gd name="csX89" fmla="*/ 28664 w 212589"/>
                <a:gd name="csY89" fmla="*/ 146185 h 150006"/>
                <a:gd name="csX90" fmla="*/ 27231 w 212589"/>
                <a:gd name="csY90" fmla="*/ 146185 h 150006"/>
                <a:gd name="csX91" fmla="*/ 24842 w 212589"/>
                <a:gd name="csY91" fmla="*/ 142841 h 150006"/>
                <a:gd name="csX92" fmla="*/ 23409 w 212589"/>
                <a:gd name="csY92" fmla="*/ 140930 h 150006"/>
                <a:gd name="csX93" fmla="*/ 22931 w 212589"/>
                <a:gd name="csY93" fmla="*/ 138542 h 150006"/>
                <a:gd name="csX94" fmla="*/ 22931 w 212589"/>
                <a:gd name="csY94" fmla="*/ 137586 h 150006"/>
                <a:gd name="csX95" fmla="*/ 22931 w 212589"/>
                <a:gd name="csY95" fmla="*/ 137108 h 150006"/>
                <a:gd name="csX96" fmla="*/ 20542 w 212589"/>
                <a:gd name="csY96" fmla="*/ 136153 h 150006"/>
                <a:gd name="csX97" fmla="*/ 20065 w 212589"/>
                <a:gd name="csY97" fmla="*/ 133764 h 150006"/>
                <a:gd name="csX98" fmla="*/ 21498 w 212589"/>
                <a:gd name="csY98" fmla="*/ 131376 h 150006"/>
                <a:gd name="csX99" fmla="*/ 22931 w 212589"/>
                <a:gd name="csY99" fmla="*/ 129942 h 150006"/>
                <a:gd name="csX100" fmla="*/ 23886 w 212589"/>
                <a:gd name="csY100" fmla="*/ 129942 h 150006"/>
                <a:gd name="csX101" fmla="*/ 21498 w 212589"/>
                <a:gd name="csY101" fmla="*/ 129942 h 150006"/>
                <a:gd name="csX102" fmla="*/ 20065 w 212589"/>
                <a:gd name="csY102" fmla="*/ 131853 h 150006"/>
                <a:gd name="csX103" fmla="*/ 18154 w 212589"/>
                <a:gd name="csY103" fmla="*/ 128987 h 150006"/>
                <a:gd name="csX104" fmla="*/ 10510 w 212589"/>
                <a:gd name="csY104" fmla="*/ 123254 h 150006"/>
                <a:gd name="csX105" fmla="*/ 10988 w 212589"/>
                <a:gd name="csY105" fmla="*/ 122299 h 150006"/>
                <a:gd name="csX106" fmla="*/ 10988 w 212589"/>
                <a:gd name="csY106" fmla="*/ 121343 h 150006"/>
                <a:gd name="csX107" fmla="*/ 9555 w 212589"/>
                <a:gd name="csY107" fmla="*/ 122777 h 150006"/>
                <a:gd name="csX108" fmla="*/ 8599 w 212589"/>
                <a:gd name="csY108" fmla="*/ 123254 h 150006"/>
                <a:gd name="csX109" fmla="*/ 4777 w 212589"/>
                <a:gd name="csY109" fmla="*/ 123254 h 150006"/>
                <a:gd name="csX110" fmla="*/ 0 w 212589"/>
                <a:gd name="csY110" fmla="*/ 123732 h 150006"/>
                <a:gd name="csX111" fmla="*/ 0 w 212589"/>
                <a:gd name="csY111" fmla="*/ 122777 h 1500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</a:cxnLst>
              <a:rect l="l" t="t" r="r" b="b"/>
              <a:pathLst>
                <a:path w="212589" h="150006">
                  <a:moveTo>
                    <a:pt x="210679" y="0"/>
                  </a:moveTo>
                  <a:lnTo>
                    <a:pt x="211156" y="1433"/>
                  </a:lnTo>
                  <a:lnTo>
                    <a:pt x="212112" y="1911"/>
                  </a:lnTo>
                  <a:lnTo>
                    <a:pt x="212590" y="3344"/>
                  </a:lnTo>
                  <a:lnTo>
                    <a:pt x="210679" y="3822"/>
                  </a:lnTo>
                  <a:lnTo>
                    <a:pt x="209723" y="4299"/>
                  </a:lnTo>
                  <a:lnTo>
                    <a:pt x="209245" y="6210"/>
                  </a:lnTo>
                  <a:lnTo>
                    <a:pt x="210201" y="7166"/>
                  </a:lnTo>
                  <a:lnTo>
                    <a:pt x="211156" y="7644"/>
                  </a:lnTo>
                  <a:lnTo>
                    <a:pt x="211156" y="8121"/>
                  </a:lnTo>
                  <a:lnTo>
                    <a:pt x="211156" y="11943"/>
                  </a:lnTo>
                  <a:lnTo>
                    <a:pt x="209245" y="13854"/>
                  </a:lnTo>
                  <a:lnTo>
                    <a:pt x="206379" y="16243"/>
                  </a:lnTo>
                  <a:lnTo>
                    <a:pt x="193003" y="23409"/>
                  </a:lnTo>
                  <a:lnTo>
                    <a:pt x="189659" y="26753"/>
                  </a:lnTo>
                  <a:lnTo>
                    <a:pt x="188226" y="27708"/>
                  </a:lnTo>
                  <a:lnTo>
                    <a:pt x="178193" y="29619"/>
                  </a:lnTo>
                  <a:lnTo>
                    <a:pt x="171027" y="32008"/>
                  </a:lnTo>
                  <a:lnTo>
                    <a:pt x="167683" y="32963"/>
                  </a:lnTo>
                  <a:lnTo>
                    <a:pt x="163384" y="37263"/>
                  </a:lnTo>
                  <a:lnTo>
                    <a:pt x="160995" y="38696"/>
                  </a:lnTo>
                  <a:lnTo>
                    <a:pt x="162906" y="39174"/>
                  </a:lnTo>
                  <a:lnTo>
                    <a:pt x="164817" y="41085"/>
                  </a:lnTo>
                  <a:lnTo>
                    <a:pt x="163861" y="42040"/>
                  </a:lnTo>
                  <a:lnTo>
                    <a:pt x="161472" y="43473"/>
                  </a:lnTo>
                  <a:lnTo>
                    <a:pt x="160039" y="43951"/>
                  </a:lnTo>
                  <a:lnTo>
                    <a:pt x="159562" y="43473"/>
                  </a:lnTo>
                  <a:lnTo>
                    <a:pt x="158606" y="43951"/>
                  </a:lnTo>
                  <a:lnTo>
                    <a:pt x="154307" y="50639"/>
                  </a:lnTo>
                  <a:lnTo>
                    <a:pt x="150007" y="55894"/>
                  </a:lnTo>
                  <a:lnTo>
                    <a:pt x="147619" y="58283"/>
                  </a:lnTo>
                  <a:lnTo>
                    <a:pt x="145707" y="61149"/>
                  </a:lnTo>
                  <a:lnTo>
                    <a:pt x="140453" y="69748"/>
                  </a:lnTo>
                  <a:lnTo>
                    <a:pt x="140453" y="72137"/>
                  </a:lnTo>
                  <a:lnTo>
                    <a:pt x="142841" y="80258"/>
                  </a:lnTo>
                  <a:lnTo>
                    <a:pt x="144274" y="82647"/>
                  </a:lnTo>
                  <a:lnTo>
                    <a:pt x="146185" y="84558"/>
                  </a:lnTo>
                  <a:lnTo>
                    <a:pt x="150007" y="85991"/>
                  </a:lnTo>
                  <a:lnTo>
                    <a:pt x="150963" y="87424"/>
                  </a:lnTo>
                  <a:lnTo>
                    <a:pt x="149529" y="88858"/>
                  </a:lnTo>
                  <a:lnTo>
                    <a:pt x="146185" y="91246"/>
                  </a:lnTo>
                  <a:lnTo>
                    <a:pt x="139497" y="95068"/>
                  </a:lnTo>
                  <a:lnTo>
                    <a:pt x="136631" y="97935"/>
                  </a:lnTo>
                  <a:lnTo>
                    <a:pt x="136153" y="100323"/>
                  </a:lnTo>
                  <a:lnTo>
                    <a:pt x="134242" y="101756"/>
                  </a:lnTo>
                  <a:lnTo>
                    <a:pt x="133287" y="105100"/>
                  </a:lnTo>
                  <a:lnTo>
                    <a:pt x="132331" y="107489"/>
                  </a:lnTo>
                  <a:lnTo>
                    <a:pt x="132331" y="108445"/>
                  </a:lnTo>
                  <a:lnTo>
                    <a:pt x="130898" y="110355"/>
                  </a:lnTo>
                  <a:lnTo>
                    <a:pt x="130898" y="111789"/>
                  </a:lnTo>
                  <a:lnTo>
                    <a:pt x="132809" y="113700"/>
                  </a:lnTo>
                  <a:lnTo>
                    <a:pt x="131854" y="114177"/>
                  </a:lnTo>
                  <a:lnTo>
                    <a:pt x="130898" y="114655"/>
                  </a:lnTo>
                  <a:lnTo>
                    <a:pt x="128509" y="114655"/>
                  </a:lnTo>
                  <a:lnTo>
                    <a:pt x="120865" y="115133"/>
                  </a:lnTo>
                  <a:lnTo>
                    <a:pt x="114655" y="118954"/>
                  </a:lnTo>
                  <a:lnTo>
                    <a:pt x="111311" y="122777"/>
                  </a:lnTo>
                  <a:lnTo>
                    <a:pt x="108445" y="128987"/>
                  </a:lnTo>
                  <a:lnTo>
                    <a:pt x="105100" y="132809"/>
                  </a:lnTo>
                  <a:lnTo>
                    <a:pt x="103667" y="133764"/>
                  </a:lnTo>
                  <a:lnTo>
                    <a:pt x="101279" y="131853"/>
                  </a:lnTo>
                  <a:lnTo>
                    <a:pt x="98412" y="131853"/>
                  </a:lnTo>
                  <a:lnTo>
                    <a:pt x="95546" y="132331"/>
                  </a:lnTo>
                  <a:lnTo>
                    <a:pt x="94113" y="133764"/>
                  </a:lnTo>
                  <a:lnTo>
                    <a:pt x="91724" y="134242"/>
                  </a:lnTo>
                  <a:lnTo>
                    <a:pt x="89335" y="133764"/>
                  </a:lnTo>
                  <a:lnTo>
                    <a:pt x="84558" y="133286"/>
                  </a:lnTo>
                  <a:lnTo>
                    <a:pt x="82170" y="133286"/>
                  </a:lnTo>
                  <a:lnTo>
                    <a:pt x="78825" y="134242"/>
                  </a:lnTo>
                  <a:lnTo>
                    <a:pt x="75959" y="133764"/>
                  </a:lnTo>
                  <a:lnTo>
                    <a:pt x="71182" y="133286"/>
                  </a:lnTo>
                  <a:lnTo>
                    <a:pt x="60672" y="134242"/>
                  </a:lnTo>
                  <a:lnTo>
                    <a:pt x="59239" y="134720"/>
                  </a:lnTo>
                  <a:lnTo>
                    <a:pt x="57805" y="136153"/>
                  </a:lnTo>
                  <a:lnTo>
                    <a:pt x="54461" y="139019"/>
                  </a:lnTo>
                  <a:lnTo>
                    <a:pt x="49206" y="139019"/>
                  </a:lnTo>
                  <a:lnTo>
                    <a:pt x="44429" y="140930"/>
                  </a:lnTo>
                  <a:lnTo>
                    <a:pt x="43474" y="141886"/>
                  </a:lnTo>
                  <a:lnTo>
                    <a:pt x="41085" y="145230"/>
                  </a:lnTo>
                  <a:lnTo>
                    <a:pt x="41085" y="146663"/>
                  </a:lnTo>
                  <a:lnTo>
                    <a:pt x="40607" y="147141"/>
                  </a:lnTo>
                  <a:lnTo>
                    <a:pt x="40607" y="147618"/>
                  </a:lnTo>
                  <a:lnTo>
                    <a:pt x="40129" y="147618"/>
                  </a:lnTo>
                  <a:lnTo>
                    <a:pt x="39651" y="146663"/>
                  </a:lnTo>
                  <a:lnTo>
                    <a:pt x="39174" y="147141"/>
                  </a:lnTo>
                  <a:lnTo>
                    <a:pt x="38696" y="148574"/>
                  </a:lnTo>
                  <a:lnTo>
                    <a:pt x="36785" y="149529"/>
                  </a:lnTo>
                  <a:lnTo>
                    <a:pt x="35352" y="150007"/>
                  </a:lnTo>
                  <a:lnTo>
                    <a:pt x="32008" y="148574"/>
                  </a:lnTo>
                  <a:lnTo>
                    <a:pt x="28664" y="146185"/>
                  </a:lnTo>
                  <a:lnTo>
                    <a:pt x="27231" y="146185"/>
                  </a:lnTo>
                  <a:lnTo>
                    <a:pt x="24842" y="142841"/>
                  </a:lnTo>
                  <a:lnTo>
                    <a:pt x="23409" y="140930"/>
                  </a:lnTo>
                  <a:lnTo>
                    <a:pt x="22931" y="138542"/>
                  </a:lnTo>
                  <a:lnTo>
                    <a:pt x="22931" y="137586"/>
                  </a:lnTo>
                  <a:lnTo>
                    <a:pt x="22931" y="137108"/>
                  </a:lnTo>
                  <a:lnTo>
                    <a:pt x="20542" y="136153"/>
                  </a:lnTo>
                  <a:lnTo>
                    <a:pt x="20065" y="133764"/>
                  </a:lnTo>
                  <a:lnTo>
                    <a:pt x="21498" y="131376"/>
                  </a:lnTo>
                  <a:lnTo>
                    <a:pt x="22931" y="129942"/>
                  </a:lnTo>
                  <a:lnTo>
                    <a:pt x="23886" y="129942"/>
                  </a:lnTo>
                  <a:lnTo>
                    <a:pt x="21498" y="129942"/>
                  </a:lnTo>
                  <a:lnTo>
                    <a:pt x="20065" y="131853"/>
                  </a:lnTo>
                  <a:lnTo>
                    <a:pt x="18154" y="128987"/>
                  </a:lnTo>
                  <a:lnTo>
                    <a:pt x="10510" y="123254"/>
                  </a:lnTo>
                  <a:lnTo>
                    <a:pt x="10988" y="122299"/>
                  </a:lnTo>
                  <a:lnTo>
                    <a:pt x="10988" y="121343"/>
                  </a:lnTo>
                  <a:lnTo>
                    <a:pt x="9555" y="122777"/>
                  </a:lnTo>
                  <a:lnTo>
                    <a:pt x="8599" y="123254"/>
                  </a:lnTo>
                  <a:lnTo>
                    <a:pt x="4777" y="123254"/>
                  </a:lnTo>
                  <a:lnTo>
                    <a:pt x="0" y="123732"/>
                  </a:lnTo>
                  <a:lnTo>
                    <a:pt x="0" y="122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" name="Freeform 4162">
              <a:extLst>
                <a:ext uri="{FF2B5EF4-FFF2-40B4-BE49-F238E27FC236}">
                  <a16:creationId xmlns:a16="http://schemas.microsoft.com/office/drawing/2014/main" id="{8F20E199-4913-ABFF-97AE-0503BF0AD35B}"/>
                </a:ext>
              </a:extLst>
            </p:cNvPr>
            <p:cNvSpPr/>
            <p:nvPr/>
          </p:nvSpPr>
          <p:spPr>
            <a:xfrm>
              <a:off x="5938348" y="3884538"/>
              <a:ext cx="2866" cy="1433"/>
            </a:xfrm>
            <a:custGeom>
              <a:avLst/>
              <a:gdLst>
                <a:gd name="csX0" fmla="*/ 0 w 2866"/>
                <a:gd name="csY0" fmla="*/ 1433 h 1433"/>
                <a:gd name="csX1" fmla="*/ 1433 w 2866"/>
                <a:gd name="csY1" fmla="*/ 956 h 1433"/>
                <a:gd name="csX2" fmla="*/ 2866 w 2866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1433">
                  <a:moveTo>
                    <a:pt x="0" y="1433"/>
                  </a:moveTo>
                  <a:lnTo>
                    <a:pt x="1433" y="956"/>
                  </a:lnTo>
                  <a:lnTo>
                    <a:pt x="28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4" name="Freeform 4163">
              <a:extLst>
                <a:ext uri="{FF2B5EF4-FFF2-40B4-BE49-F238E27FC236}">
                  <a16:creationId xmlns:a16="http://schemas.microsoft.com/office/drawing/2014/main" id="{1992B533-26E2-943F-4207-0E4D982713FC}"/>
                </a:ext>
              </a:extLst>
            </p:cNvPr>
            <p:cNvSpPr/>
            <p:nvPr/>
          </p:nvSpPr>
          <p:spPr>
            <a:xfrm>
              <a:off x="5922583" y="3885493"/>
              <a:ext cx="4777" cy="1910"/>
            </a:xfrm>
            <a:custGeom>
              <a:avLst/>
              <a:gdLst>
                <a:gd name="csX0" fmla="*/ 0 w 4777"/>
                <a:gd name="csY0" fmla="*/ 956 h 1910"/>
                <a:gd name="csX1" fmla="*/ 478 w 4777"/>
                <a:gd name="csY1" fmla="*/ 1433 h 1910"/>
                <a:gd name="csX2" fmla="*/ 1433 w 4777"/>
                <a:gd name="csY2" fmla="*/ 1911 h 1910"/>
                <a:gd name="csX3" fmla="*/ 2866 w 4777"/>
                <a:gd name="csY3" fmla="*/ 956 h 1910"/>
                <a:gd name="csX4" fmla="*/ 4777 w 4777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1910">
                  <a:moveTo>
                    <a:pt x="0" y="956"/>
                  </a:moveTo>
                  <a:lnTo>
                    <a:pt x="478" y="1433"/>
                  </a:lnTo>
                  <a:lnTo>
                    <a:pt x="1433" y="1911"/>
                  </a:lnTo>
                  <a:lnTo>
                    <a:pt x="2866" y="956"/>
                  </a:lnTo>
                  <a:lnTo>
                    <a:pt x="47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5" name="Freeform 4164">
              <a:extLst>
                <a:ext uri="{FF2B5EF4-FFF2-40B4-BE49-F238E27FC236}">
                  <a16:creationId xmlns:a16="http://schemas.microsoft.com/office/drawing/2014/main" id="{F57B1EB0-8614-F912-0393-7DFCD0A5DBAA}"/>
                </a:ext>
              </a:extLst>
            </p:cNvPr>
            <p:cNvSpPr/>
            <p:nvPr/>
          </p:nvSpPr>
          <p:spPr>
            <a:xfrm>
              <a:off x="5896308" y="3876416"/>
              <a:ext cx="477" cy="2388"/>
            </a:xfrm>
            <a:custGeom>
              <a:avLst/>
              <a:gdLst>
                <a:gd name="csX0" fmla="*/ 0 w 477"/>
                <a:gd name="csY0" fmla="*/ 2389 h 2388"/>
                <a:gd name="csX1" fmla="*/ 0 w 477"/>
                <a:gd name="csY1" fmla="*/ 2389 h 2388"/>
                <a:gd name="csX2" fmla="*/ 478 w 477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2388">
                  <a:moveTo>
                    <a:pt x="0" y="2389"/>
                  </a:moveTo>
                  <a:lnTo>
                    <a:pt x="0" y="2389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6" name="Freeform 4165">
              <a:extLst>
                <a:ext uri="{FF2B5EF4-FFF2-40B4-BE49-F238E27FC236}">
                  <a16:creationId xmlns:a16="http://schemas.microsoft.com/office/drawing/2014/main" id="{CB40C4E2-9FE4-D7B2-FFE9-1F04F4D0C572}"/>
                </a:ext>
              </a:extLst>
            </p:cNvPr>
            <p:cNvSpPr/>
            <p:nvPr/>
          </p:nvSpPr>
          <p:spPr>
            <a:xfrm>
              <a:off x="5959846" y="3942343"/>
              <a:ext cx="9554" cy="5732"/>
            </a:xfrm>
            <a:custGeom>
              <a:avLst/>
              <a:gdLst>
                <a:gd name="csX0" fmla="*/ 9077 w 9554"/>
                <a:gd name="csY0" fmla="*/ 5255 h 5732"/>
                <a:gd name="csX1" fmla="*/ 8599 w 9554"/>
                <a:gd name="csY1" fmla="*/ 5733 h 5732"/>
                <a:gd name="csX2" fmla="*/ 2389 w 9554"/>
                <a:gd name="csY2" fmla="*/ 2867 h 5732"/>
                <a:gd name="csX3" fmla="*/ 478 w 9554"/>
                <a:gd name="csY3" fmla="*/ 2389 h 5732"/>
                <a:gd name="csX4" fmla="*/ 0 w 9554"/>
                <a:gd name="csY4" fmla="*/ 1911 h 5732"/>
                <a:gd name="csX5" fmla="*/ 0 w 9554"/>
                <a:gd name="csY5" fmla="*/ 478 h 5732"/>
                <a:gd name="csX6" fmla="*/ 478 w 9554"/>
                <a:gd name="csY6" fmla="*/ 0 h 5732"/>
                <a:gd name="csX7" fmla="*/ 4300 w 9554"/>
                <a:gd name="csY7" fmla="*/ 0 h 5732"/>
                <a:gd name="csX8" fmla="*/ 7644 w 9554"/>
                <a:gd name="csY8" fmla="*/ 956 h 5732"/>
                <a:gd name="csX9" fmla="*/ 9555 w 9554"/>
                <a:gd name="csY9" fmla="*/ 3344 h 5732"/>
                <a:gd name="csX10" fmla="*/ 9555 w 9554"/>
                <a:gd name="csY10" fmla="*/ 3822 h 5732"/>
                <a:gd name="csX11" fmla="*/ 9077 w 9554"/>
                <a:gd name="csY11" fmla="*/ 5255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554" h="5732">
                  <a:moveTo>
                    <a:pt x="9077" y="5255"/>
                  </a:moveTo>
                  <a:lnTo>
                    <a:pt x="8599" y="5733"/>
                  </a:lnTo>
                  <a:lnTo>
                    <a:pt x="2389" y="2867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300" y="0"/>
                  </a:lnTo>
                  <a:lnTo>
                    <a:pt x="7644" y="956"/>
                  </a:lnTo>
                  <a:lnTo>
                    <a:pt x="9555" y="3344"/>
                  </a:lnTo>
                  <a:lnTo>
                    <a:pt x="9555" y="3822"/>
                  </a:lnTo>
                  <a:lnTo>
                    <a:pt x="9077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7" name="Freeform 4166">
              <a:extLst>
                <a:ext uri="{FF2B5EF4-FFF2-40B4-BE49-F238E27FC236}">
                  <a16:creationId xmlns:a16="http://schemas.microsoft.com/office/drawing/2014/main" id="{ABB97EB2-06C0-BAD8-BCD5-D4890AB26D65}"/>
                </a:ext>
              </a:extLst>
            </p:cNvPr>
            <p:cNvSpPr/>
            <p:nvPr/>
          </p:nvSpPr>
          <p:spPr>
            <a:xfrm>
              <a:off x="5930705" y="3944731"/>
              <a:ext cx="21497" cy="15765"/>
            </a:xfrm>
            <a:custGeom>
              <a:avLst/>
              <a:gdLst>
                <a:gd name="csX0" fmla="*/ 15287 w 21497"/>
                <a:gd name="csY0" fmla="*/ 4300 h 15765"/>
                <a:gd name="csX1" fmla="*/ 17198 w 21497"/>
                <a:gd name="csY1" fmla="*/ 4777 h 15765"/>
                <a:gd name="csX2" fmla="*/ 19109 w 21497"/>
                <a:gd name="csY2" fmla="*/ 4300 h 15765"/>
                <a:gd name="csX3" fmla="*/ 20542 w 21497"/>
                <a:gd name="csY3" fmla="*/ 4300 h 15765"/>
                <a:gd name="csX4" fmla="*/ 21498 w 21497"/>
                <a:gd name="csY4" fmla="*/ 4777 h 15765"/>
                <a:gd name="csX5" fmla="*/ 21498 w 21497"/>
                <a:gd name="csY5" fmla="*/ 6211 h 15765"/>
                <a:gd name="csX6" fmla="*/ 20542 w 21497"/>
                <a:gd name="csY6" fmla="*/ 8121 h 15765"/>
                <a:gd name="csX7" fmla="*/ 19587 w 21497"/>
                <a:gd name="csY7" fmla="*/ 9555 h 15765"/>
                <a:gd name="csX8" fmla="*/ 18154 w 21497"/>
                <a:gd name="csY8" fmla="*/ 11466 h 15765"/>
                <a:gd name="csX9" fmla="*/ 17198 w 21497"/>
                <a:gd name="csY9" fmla="*/ 13377 h 15765"/>
                <a:gd name="csX10" fmla="*/ 15765 w 21497"/>
                <a:gd name="csY10" fmla="*/ 14810 h 15765"/>
                <a:gd name="csX11" fmla="*/ 13854 w 21497"/>
                <a:gd name="csY11" fmla="*/ 15765 h 15765"/>
                <a:gd name="csX12" fmla="*/ 10510 w 21497"/>
                <a:gd name="csY12" fmla="*/ 13854 h 15765"/>
                <a:gd name="csX13" fmla="*/ 8599 w 21497"/>
                <a:gd name="csY13" fmla="*/ 13377 h 15765"/>
                <a:gd name="csX14" fmla="*/ 8121 w 21497"/>
                <a:gd name="csY14" fmla="*/ 12899 h 15765"/>
                <a:gd name="csX15" fmla="*/ 7644 w 21497"/>
                <a:gd name="csY15" fmla="*/ 10510 h 15765"/>
                <a:gd name="csX16" fmla="*/ 6688 w 21497"/>
                <a:gd name="csY16" fmla="*/ 10032 h 15765"/>
                <a:gd name="csX17" fmla="*/ 5255 w 21497"/>
                <a:gd name="csY17" fmla="*/ 9555 h 15765"/>
                <a:gd name="csX18" fmla="*/ 4299 w 21497"/>
                <a:gd name="csY18" fmla="*/ 10032 h 15765"/>
                <a:gd name="csX19" fmla="*/ 2866 w 21497"/>
                <a:gd name="csY19" fmla="*/ 11466 h 15765"/>
                <a:gd name="csX20" fmla="*/ 1911 w 21497"/>
                <a:gd name="csY20" fmla="*/ 10032 h 15765"/>
                <a:gd name="csX21" fmla="*/ 478 w 21497"/>
                <a:gd name="csY21" fmla="*/ 10032 h 15765"/>
                <a:gd name="csX22" fmla="*/ 0 w 21497"/>
                <a:gd name="csY22" fmla="*/ 9077 h 15765"/>
                <a:gd name="csX23" fmla="*/ 0 w 21497"/>
                <a:gd name="csY23" fmla="*/ 8121 h 15765"/>
                <a:gd name="csX24" fmla="*/ 8121 w 21497"/>
                <a:gd name="csY24" fmla="*/ 2389 h 15765"/>
                <a:gd name="csX25" fmla="*/ 10510 w 21497"/>
                <a:gd name="csY25" fmla="*/ 1433 h 15765"/>
                <a:gd name="csX26" fmla="*/ 15765 w 21497"/>
                <a:gd name="csY26" fmla="*/ 0 h 15765"/>
                <a:gd name="csX27" fmla="*/ 16243 w 21497"/>
                <a:gd name="csY27" fmla="*/ 0 h 15765"/>
                <a:gd name="csX28" fmla="*/ 15765 w 21497"/>
                <a:gd name="csY28" fmla="*/ 956 h 15765"/>
                <a:gd name="csX29" fmla="*/ 15765 w 21497"/>
                <a:gd name="csY29" fmla="*/ 1433 h 15765"/>
                <a:gd name="csX30" fmla="*/ 16243 w 21497"/>
                <a:gd name="csY30" fmla="*/ 1911 h 15765"/>
                <a:gd name="csX31" fmla="*/ 16243 w 21497"/>
                <a:gd name="csY31" fmla="*/ 2389 h 15765"/>
                <a:gd name="csX32" fmla="*/ 15765 w 21497"/>
                <a:gd name="csY32" fmla="*/ 2867 h 15765"/>
                <a:gd name="csX33" fmla="*/ 15287 w 21497"/>
                <a:gd name="csY33" fmla="*/ 4300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21497" h="15765">
                  <a:moveTo>
                    <a:pt x="15287" y="4300"/>
                  </a:moveTo>
                  <a:lnTo>
                    <a:pt x="17198" y="4777"/>
                  </a:lnTo>
                  <a:lnTo>
                    <a:pt x="19109" y="4300"/>
                  </a:lnTo>
                  <a:lnTo>
                    <a:pt x="20542" y="4300"/>
                  </a:lnTo>
                  <a:lnTo>
                    <a:pt x="21498" y="4777"/>
                  </a:lnTo>
                  <a:lnTo>
                    <a:pt x="21498" y="6211"/>
                  </a:lnTo>
                  <a:lnTo>
                    <a:pt x="20542" y="8121"/>
                  </a:lnTo>
                  <a:lnTo>
                    <a:pt x="19587" y="9555"/>
                  </a:lnTo>
                  <a:lnTo>
                    <a:pt x="18154" y="11466"/>
                  </a:lnTo>
                  <a:lnTo>
                    <a:pt x="17198" y="13377"/>
                  </a:lnTo>
                  <a:lnTo>
                    <a:pt x="15765" y="14810"/>
                  </a:lnTo>
                  <a:lnTo>
                    <a:pt x="13854" y="15765"/>
                  </a:lnTo>
                  <a:lnTo>
                    <a:pt x="10510" y="13854"/>
                  </a:lnTo>
                  <a:lnTo>
                    <a:pt x="8599" y="13377"/>
                  </a:lnTo>
                  <a:lnTo>
                    <a:pt x="8121" y="12899"/>
                  </a:lnTo>
                  <a:lnTo>
                    <a:pt x="7644" y="10510"/>
                  </a:lnTo>
                  <a:lnTo>
                    <a:pt x="6688" y="10032"/>
                  </a:lnTo>
                  <a:lnTo>
                    <a:pt x="5255" y="9555"/>
                  </a:lnTo>
                  <a:lnTo>
                    <a:pt x="4299" y="10032"/>
                  </a:lnTo>
                  <a:lnTo>
                    <a:pt x="2866" y="11466"/>
                  </a:lnTo>
                  <a:lnTo>
                    <a:pt x="1911" y="10032"/>
                  </a:lnTo>
                  <a:lnTo>
                    <a:pt x="478" y="10032"/>
                  </a:lnTo>
                  <a:lnTo>
                    <a:pt x="0" y="9077"/>
                  </a:lnTo>
                  <a:lnTo>
                    <a:pt x="0" y="8121"/>
                  </a:lnTo>
                  <a:lnTo>
                    <a:pt x="8121" y="2389"/>
                  </a:lnTo>
                  <a:lnTo>
                    <a:pt x="10510" y="1433"/>
                  </a:lnTo>
                  <a:lnTo>
                    <a:pt x="15765" y="0"/>
                  </a:lnTo>
                  <a:lnTo>
                    <a:pt x="16243" y="0"/>
                  </a:lnTo>
                  <a:lnTo>
                    <a:pt x="15765" y="956"/>
                  </a:lnTo>
                  <a:lnTo>
                    <a:pt x="15765" y="1433"/>
                  </a:lnTo>
                  <a:lnTo>
                    <a:pt x="16243" y="1911"/>
                  </a:lnTo>
                  <a:lnTo>
                    <a:pt x="16243" y="2389"/>
                  </a:lnTo>
                  <a:lnTo>
                    <a:pt x="15765" y="2867"/>
                  </a:lnTo>
                  <a:lnTo>
                    <a:pt x="15287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8" name="Freeform 4167">
              <a:extLst>
                <a:ext uri="{FF2B5EF4-FFF2-40B4-BE49-F238E27FC236}">
                  <a16:creationId xmlns:a16="http://schemas.microsoft.com/office/drawing/2014/main" id="{067688F1-6BA0-0DDD-5524-3B5278C6982F}"/>
                </a:ext>
              </a:extLst>
            </p:cNvPr>
            <p:cNvSpPr/>
            <p:nvPr/>
          </p:nvSpPr>
          <p:spPr>
            <a:xfrm>
              <a:off x="5907773" y="3964318"/>
              <a:ext cx="8121" cy="6210"/>
            </a:xfrm>
            <a:custGeom>
              <a:avLst/>
              <a:gdLst>
                <a:gd name="csX0" fmla="*/ 4777 w 8121"/>
                <a:gd name="csY0" fmla="*/ 4777 h 6210"/>
                <a:gd name="csX1" fmla="*/ 3822 w 8121"/>
                <a:gd name="csY1" fmla="*/ 6210 h 6210"/>
                <a:gd name="csX2" fmla="*/ 956 w 8121"/>
                <a:gd name="csY2" fmla="*/ 5733 h 6210"/>
                <a:gd name="csX3" fmla="*/ 0 w 8121"/>
                <a:gd name="csY3" fmla="*/ 5255 h 6210"/>
                <a:gd name="csX4" fmla="*/ 956 w 8121"/>
                <a:gd name="csY4" fmla="*/ 3822 h 6210"/>
                <a:gd name="csX5" fmla="*/ 1911 w 8121"/>
                <a:gd name="csY5" fmla="*/ 3344 h 6210"/>
                <a:gd name="csX6" fmla="*/ 1911 w 8121"/>
                <a:gd name="csY6" fmla="*/ 2389 h 6210"/>
                <a:gd name="csX7" fmla="*/ 2867 w 8121"/>
                <a:gd name="csY7" fmla="*/ 956 h 6210"/>
                <a:gd name="csX8" fmla="*/ 7166 w 8121"/>
                <a:gd name="csY8" fmla="*/ 0 h 6210"/>
                <a:gd name="csX9" fmla="*/ 8121 w 8121"/>
                <a:gd name="csY9" fmla="*/ 956 h 6210"/>
                <a:gd name="csX10" fmla="*/ 8121 w 8121"/>
                <a:gd name="csY10" fmla="*/ 1911 h 6210"/>
                <a:gd name="csX11" fmla="*/ 5733 w 8121"/>
                <a:gd name="csY11" fmla="*/ 4777 h 6210"/>
                <a:gd name="csX12" fmla="*/ 4777 w 8121"/>
                <a:gd name="csY12" fmla="*/ 4777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121" h="6210">
                  <a:moveTo>
                    <a:pt x="4777" y="4777"/>
                  </a:moveTo>
                  <a:lnTo>
                    <a:pt x="3822" y="6210"/>
                  </a:lnTo>
                  <a:lnTo>
                    <a:pt x="956" y="5733"/>
                  </a:lnTo>
                  <a:lnTo>
                    <a:pt x="0" y="5255"/>
                  </a:lnTo>
                  <a:lnTo>
                    <a:pt x="956" y="3822"/>
                  </a:lnTo>
                  <a:lnTo>
                    <a:pt x="1911" y="3344"/>
                  </a:lnTo>
                  <a:lnTo>
                    <a:pt x="1911" y="2389"/>
                  </a:lnTo>
                  <a:lnTo>
                    <a:pt x="2867" y="956"/>
                  </a:lnTo>
                  <a:lnTo>
                    <a:pt x="7166" y="0"/>
                  </a:lnTo>
                  <a:lnTo>
                    <a:pt x="8121" y="956"/>
                  </a:lnTo>
                  <a:lnTo>
                    <a:pt x="8121" y="1911"/>
                  </a:lnTo>
                  <a:lnTo>
                    <a:pt x="5733" y="4777"/>
                  </a:lnTo>
                  <a:lnTo>
                    <a:pt x="4777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9" name="Freeform 4168">
              <a:extLst>
                <a:ext uri="{FF2B5EF4-FFF2-40B4-BE49-F238E27FC236}">
                  <a16:creationId xmlns:a16="http://schemas.microsoft.com/office/drawing/2014/main" id="{25842662-EF23-9B02-F194-09230AB25B9D}"/>
                </a:ext>
              </a:extLst>
            </p:cNvPr>
            <p:cNvSpPr/>
            <p:nvPr/>
          </p:nvSpPr>
          <p:spPr>
            <a:xfrm>
              <a:off x="5911596" y="3972918"/>
              <a:ext cx="3821" cy="2388"/>
            </a:xfrm>
            <a:custGeom>
              <a:avLst/>
              <a:gdLst>
                <a:gd name="csX0" fmla="*/ 3822 w 3821"/>
                <a:gd name="csY0" fmla="*/ 1911 h 2388"/>
                <a:gd name="csX1" fmla="*/ 3344 w 3821"/>
                <a:gd name="csY1" fmla="*/ 2389 h 2388"/>
                <a:gd name="csX2" fmla="*/ 1911 w 3821"/>
                <a:gd name="csY2" fmla="*/ 1911 h 2388"/>
                <a:gd name="csX3" fmla="*/ 0 w 3821"/>
                <a:gd name="csY3" fmla="*/ 1911 h 2388"/>
                <a:gd name="csX4" fmla="*/ 0 w 3821"/>
                <a:gd name="csY4" fmla="*/ 956 h 2388"/>
                <a:gd name="csX5" fmla="*/ 478 w 3821"/>
                <a:gd name="csY5" fmla="*/ 478 h 2388"/>
                <a:gd name="csX6" fmla="*/ 478 w 3821"/>
                <a:gd name="csY6" fmla="*/ 0 h 2388"/>
                <a:gd name="csX7" fmla="*/ 1911 w 3821"/>
                <a:gd name="csY7" fmla="*/ 956 h 2388"/>
                <a:gd name="csX8" fmla="*/ 3822 w 3821"/>
                <a:gd name="csY8" fmla="*/ 1433 h 2388"/>
                <a:gd name="csX9" fmla="*/ 3822 w 3821"/>
                <a:gd name="csY9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2388">
                  <a:moveTo>
                    <a:pt x="3822" y="1911"/>
                  </a:moveTo>
                  <a:lnTo>
                    <a:pt x="3344" y="2389"/>
                  </a:lnTo>
                  <a:lnTo>
                    <a:pt x="1911" y="1911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911" y="956"/>
                  </a:lnTo>
                  <a:lnTo>
                    <a:pt x="3822" y="1433"/>
                  </a:lnTo>
                  <a:lnTo>
                    <a:pt x="3822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0" name="Freeform 4169">
              <a:extLst>
                <a:ext uri="{FF2B5EF4-FFF2-40B4-BE49-F238E27FC236}">
                  <a16:creationId xmlns:a16="http://schemas.microsoft.com/office/drawing/2014/main" id="{A66E4259-FCF5-49DD-70C0-AC393009FCFF}"/>
                </a:ext>
              </a:extLst>
            </p:cNvPr>
            <p:cNvSpPr/>
            <p:nvPr/>
          </p:nvSpPr>
          <p:spPr>
            <a:xfrm>
              <a:off x="5608715" y="4181207"/>
              <a:ext cx="9076" cy="8121"/>
            </a:xfrm>
            <a:custGeom>
              <a:avLst/>
              <a:gdLst>
                <a:gd name="csX0" fmla="*/ 2866 w 9076"/>
                <a:gd name="csY0" fmla="*/ 7166 h 8121"/>
                <a:gd name="csX1" fmla="*/ 1433 w 9076"/>
                <a:gd name="csY1" fmla="*/ 8121 h 8121"/>
                <a:gd name="csX2" fmla="*/ 0 w 9076"/>
                <a:gd name="csY2" fmla="*/ 7644 h 8121"/>
                <a:gd name="csX3" fmla="*/ 956 w 9076"/>
                <a:gd name="csY3" fmla="*/ 4777 h 8121"/>
                <a:gd name="csX4" fmla="*/ 1433 w 9076"/>
                <a:gd name="csY4" fmla="*/ 3822 h 8121"/>
                <a:gd name="csX5" fmla="*/ 4300 w 9076"/>
                <a:gd name="csY5" fmla="*/ 2389 h 8121"/>
                <a:gd name="csX6" fmla="*/ 6688 w 9076"/>
                <a:gd name="csY6" fmla="*/ 1911 h 8121"/>
                <a:gd name="csX7" fmla="*/ 7166 w 9076"/>
                <a:gd name="csY7" fmla="*/ 478 h 8121"/>
                <a:gd name="csX8" fmla="*/ 8121 w 9076"/>
                <a:gd name="csY8" fmla="*/ 0 h 8121"/>
                <a:gd name="csX9" fmla="*/ 9077 w 9076"/>
                <a:gd name="csY9" fmla="*/ 956 h 8121"/>
                <a:gd name="csX10" fmla="*/ 8121 w 9076"/>
                <a:gd name="csY10" fmla="*/ 1911 h 8121"/>
                <a:gd name="csX11" fmla="*/ 7644 w 9076"/>
                <a:gd name="csY11" fmla="*/ 4777 h 8121"/>
                <a:gd name="csX12" fmla="*/ 6210 w 9076"/>
                <a:gd name="csY12" fmla="*/ 5733 h 8121"/>
                <a:gd name="csX13" fmla="*/ 2866 w 9076"/>
                <a:gd name="csY13" fmla="*/ 716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076" h="8121">
                  <a:moveTo>
                    <a:pt x="2866" y="7166"/>
                  </a:moveTo>
                  <a:lnTo>
                    <a:pt x="1433" y="8121"/>
                  </a:lnTo>
                  <a:lnTo>
                    <a:pt x="0" y="7644"/>
                  </a:lnTo>
                  <a:lnTo>
                    <a:pt x="956" y="4777"/>
                  </a:lnTo>
                  <a:lnTo>
                    <a:pt x="1433" y="3822"/>
                  </a:lnTo>
                  <a:lnTo>
                    <a:pt x="4300" y="2389"/>
                  </a:lnTo>
                  <a:lnTo>
                    <a:pt x="6688" y="1911"/>
                  </a:lnTo>
                  <a:lnTo>
                    <a:pt x="7166" y="478"/>
                  </a:lnTo>
                  <a:lnTo>
                    <a:pt x="8121" y="0"/>
                  </a:lnTo>
                  <a:lnTo>
                    <a:pt x="9077" y="956"/>
                  </a:lnTo>
                  <a:lnTo>
                    <a:pt x="8121" y="1911"/>
                  </a:lnTo>
                  <a:lnTo>
                    <a:pt x="7644" y="4777"/>
                  </a:lnTo>
                  <a:lnTo>
                    <a:pt x="6210" y="5733"/>
                  </a:lnTo>
                  <a:lnTo>
                    <a:pt x="2866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1" name="Freeform 4170">
              <a:extLst>
                <a:ext uri="{FF2B5EF4-FFF2-40B4-BE49-F238E27FC236}">
                  <a16:creationId xmlns:a16="http://schemas.microsoft.com/office/drawing/2014/main" id="{46243CD4-8223-D47F-FD6D-74F545AB2E0F}"/>
                </a:ext>
              </a:extLst>
            </p:cNvPr>
            <p:cNvSpPr/>
            <p:nvPr/>
          </p:nvSpPr>
          <p:spPr>
            <a:xfrm>
              <a:off x="5527023" y="4189329"/>
              <a:ext cx="5254" cy="7643"/>
            </a:xfrm>
            <a:custGeom>
              <a:avLst/>
              <a:gdLst>
                <a:gd name="csX0" fmla="*/ 2866 w 5254"/>
                <a:gd name="csY0" fmla="*/ 7644 h 7643"/>
                <a:gd name="csX1" fmla="*/ 2389 w 5254"/>
                <a:gd name="csY1" fmla="*/ 7644 h 7643"/>
                <a:gd name="csX2" fmla="*/ 1911 w 5254"/>
                <a:gd name="csY2" fmla="*/ 5733 h 7643"/>
                <a:gd name="csX3" fmla="*/ 0 w 5254"/>
                <a:gd name="csY3" fmla="*/ 1911 h 7643"/>
                <a:gd name="csX4" fmla="*/ 955 w 5254"/>
                <a:gd name="csY4" fmla="*/ 0 h 7643"/>
                <a:gd name="csX5" fmla="*/ 3822 w 5254"/>
                <a:gd name="csY5" fmla="*/ 0 h 7643"/>
                <a:gd name="csX6" fmla="*/ 4777 w 5254"/>
                <a:gd name="csY6" fmla="*/ 1433 h 7643"/>
                <a:gd name="csX7" fmla="*/ 5255 w 5254"/>
                <a:gd name="csY7" fmla="*/ 2867 h 7643"/>
                <a:gd name="csX8" fmla="*/ 4777 w 5254"/>
                <a:gd name="csY8" fmla="*/ 3344 h 7643"/>
                <a:gd name="csX9" fmla="*/ 4777 w 5254"/>
                <a:gd name="csY9" fmla="*/ 4777 h 7643"/>
                <a:gd name="csX10" fmla="*/ 4777 w 5254"/>
                <a:gd name="csY10" fmla="*/ 5733 h 7643"/>
                <a:gd name="csX11" fmla="*/ 2866 w 5254"/>
                <a:gd name="csY11" fmla="*/ 764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4" h="7643">
                  <a:moveTo>
                    <a:pt x="2866" y="7644"/>
                  </a:moveTo>
                  <a:lnTo>
                    <a:pt x="2389" y="7644"/>
                  </a:lnTo>
                  <a:lnTo>
                    <a:pt x="1911" y="5733"/>
                  </a:lnTo>
                  <a:lnTo>
                    <a:pt x="0" y="1911"/>
                  </a:lnTo>
                  <a:lnTo>
                    <a:pt x="955" y="0"/>
                  </a:lnTo>
                  <a:lnTo>
                    <a:pt x="3822" y="0"/>
                  </a:lnTo>
                  <a:lnTo>
                    <a:pt x="4777" y="1433"/>
                  </a:lnTo>
                  <a:lnTo>
                    <a:pt x="5255" y="2867"/>
                  </a:lnTo>
                  <a:lnTo>
                    <a:pt x="4777" y="3344"/>
                  </a:lnTo>
                  <a:lnTo>
                    <a:pt x="4777" y="4777"/>
                  </a:lnTo>
                  <a:lnTo>
                    <a:pt x="4777" y="5733"/>
                  </a:lnTo>
                  <a:lnTo>
                    <a:pt x="2866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2" name="Freeform 4171">
              <a:extLst>
                <a:ext uri="{FF2B5EF4-FFF2-40B4-BE49-F238E27FC236}">
                  <a16:creationId xmlns:a16="http://schemas.microsoft.com/office/drawing/2014/main" id="{9C34AD9B-2C9F-8C02-E500-8B92C8F55B0C}"/>
                </a:ext>
              </a:extLst>
            </p:cNvPr>
            <p:cNvSpPr/>
            <p:nvPr/>
          </p:nvSpPr>
          <p:spPr>
            <a:xfrm>
              <a:off x="5596294" y="4191718"/>
              <a:ext cx="13376" cy="13854"/>
            </a:xfrm>
            <a:custGeom>
              <a:avLst/>
              <a:gdLst>
                <a:gd name="csX0" fmla="*/ 5733 w 13376"/>
                <a:gd name="csY0" fmla="*/ 11466 h 13854"/>
                <a:gd name="csX1" fmla="*/ 3344 w 13376"/>
                <a:gd name="csY1" fmla="*/ 13854 h 13854"/>
                <a:gd name="csX2" fmla="*/ 478 w 13376"/>
                <a:gd name="csY2" fmla="*/ 13376 h 13854"/>
                <a:gd name="csX3" fmla="*/ 0 w 13376"/>
                <a:gd name="csY3" fmla="*/ 12899 h 13854"/>
                <a:gd name="csX4" fmla="*/ 2866 w 13376"/>
                <a:gd name="csY4" fmla="*/ 12421 h 13854"/>
                <a:gd name="csX5" fmla="*/ 5255 w 13376"/>
                <a:gd name="csY5" fmla="*/ 10510 h 13854"/>
                <a:gd name="csX6" fmla="*/ 6688 w 13376"/>
                <a:gd name="csY6" fmla="*/ 6688 h 13854"/>
                <a:gd name="csX7" fmla="*/ 9077 w 13376"/>
                <a:gd name="csY7" fmla="*/ 2389 h 13854"/>
                <a:gd name="csX8" fmla="*/ 9555 w 13376"/>
                <a:gd name="csY8" fmla="*/ 478 h 13854"/>
                <a:gd name="csX9" fmla="*/ 10988 w 13376"/>
                <a:gd name="csY9" fmla="*/ 0 h 13854"/>
                <a:gd name="csX10" fmla="*/ 11943 w 13376"/>
                <a:gd name="csY10" fmla="*/ 0 h 13854"/>
                <a:gd name="csX11" fmla="*/ 12898 w 13376"/>
                <a:gd name="csY11" fmla="*/ 0 h 13854"/>
                <a:gd name="csX12" fmla="*/ 13376 w 13376"/>
                <a:gd name="csY12" fmla="*/ 956 h 13854"/>
                <a:gd name="csX13" fmla="*/ 13376 w 13376"/>
                <a:gd name="csY13" fmla="*/ 3344 h 13854"/>
                <a:gd name="csX14" fmla="*/ 12421 w 13376"/>
                <a:gd name="csY14" fmla="*/ 6688 h 13854"/>
                <a:gd name="csX15" fmla="*/ 11465 w 13376"/>
                <a:gd name="csY15" fmla="*/ 10032 h 13854"/>
                <a:gd name="csX16" fmla="*/ 5733 w 13376"/>
                <a:gd name="csY16" fmla="*/ 11466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3376" h="13854">
                  <a:moveTo>
                    <a:pt x="5733" y="11466"/>
                  </a:moveTo>
                  <a:lnTo>
                    <a:pt x="3344" y="13854"/>
                  </a:lnTo>
                  <a:lnTo>
                    <a:pt x="478" y="13376"/>
                  </a:lnTo>
                  <a:lnTo>
                    <a:pt x="0" y="12899"/>
                  </a:lnTo>
                  <a:lnTo>
                    <a:pt x="2866" y="12421"/>
                  </a:lnTo>
                  <a:lnTo>
                    <a:pt x="5255" y="10510"/>
                  </a:lnTo>
                  <a:lnTo>
                    <a:pt x="6688" y="6688"/>
                  </a:lnTo>
                  <a:lnTo>
                    <a:pt x="9077" y="2389"/>
                  </a:lnTo>
                  <a:lnTo>
                    <a:pt x="9555" y="478"/>
                  </a:lnTo>
                  <a:lnTo>
                    <a:pt x="10988" y="0"/>
                  </a:lnTo>
                  <a:lnTo>
                    <a:pt x="11943" y="0"/>
                  </a:lnTo>
                  <a:lnTo>
                    <a:pt x="12898" y="0"/>
                  </a:lnTo>
                  <a:lnTo>
                    <a:pt x="13376" y="956"/>
                  </a:lnTo>
                  <a:lnTo>
                    <a:pt x="13376" y="3344"/>
                  </a:lnTo>
                  <a:lnTo>
                    <a:pt x="12421" y="6688"/>
                  </a:lnTo>
                  <a:lnTo>
                    <a:pt x="11465" y="10032"/>
                  </a:lnTo>
                  <a:lnTo>
                    <a:pt x="5733" y="114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3" name="Freeform 4172">
              <a:extLst>
                <a:ext uri="{FF2B5EF4-FFF2-40B4-BE49-F238E27FC236}">
                  <a16:creationId xmlns:a16="http://schemas.microsoft.com/office/drawing/2014/main" id="{E798F95D-2123-86C8-73AB-632880142ED7}"/>
                </a:ext>
              </a:extLst>
            </p:cNvPr>
            <p:cNvSpPr/>
            <p:nvPr/>
          </p:nvSpPr>
          <p:spPr>
            <a:xfrm>
              <a:off x="5548521" y="4195062"/>
              <a:ext cx="15765" cy="11943"/>
            </a:xfrm>
            <a:custGeom>
              <a:avLst/>
              <a:gdLst>
                <a:gd name="csX0" fmla="*/ 11465 w 15765"/>
                <a:gd name="csY0" fmla="*/ 3822 h 11943"/>
                <a:gd name="csX1" fmla="*/ 9555 w 15765"/>
                <a:gd name="csY1" fmla="*/ 8599 h 11943"/>
                <a:gd name="csX2" fmla="*/ 8121 w 15765"/>
                <a:gd name="csY2" fmla="*/ 10510 h 11943"/>
                <a:gd name="csX3" fmla="*/ 7166 w 15765"/>
                <a:gd name="csY3" fmla="*/ 10988 h 11943"/>
                <a:gd name="csX4" fmla="*/ 4777 w 15765"/>
                <a:gd name="csY4" fmla="*/ 11943 h 11943"/>
                <a:gd name="csX5" fmla="*/ 2389 w 15765"/>
                <a:gd name="csY5" fmla="*/ 8599 h 11943"/>
                <a:gd name="csX6" fmla="*/ 955 w 15765"/>
                <a:gd name="csY6" fmla="*/ 5733 h 11943"/>
                <a:gd name="csX7" fmla="*/ 0 w 15765"/>
                <a:gd name="csY7" fmla="*/ 4777 h 11943"/>
                <a:gd name="csX8" fmla="*/ 1433 w 15765"/>
                <a:gd name="csY8" fmla="*/ 4300 h 11943"/>
                <a:gd name="csX9" fmla="*/ 2866 w 15765"/>
                <a:gd name="csY9" fmla="*/ 4300 h 11943"/>
                <a:gd name="csX10" fmla="*/ 6688 w 15765"/>
                <a:gd name="csY10" fmla="*/ 3822 h 11943"/>
                <a:gd name="csX11" fmla="*/ 7644 w 15765"/>
                <a:gd name="csY11" fmla="*/ 3344 h 11943"/>
                <a:gd name="csX12" fmla="*/ 11465 w 15765"/>
                <a:gd name="csY12" fmla="*/ 478 h 11943"/>
                <a:gd name="csX13" fmla="*/ 15287 w 15765"/>
                <a:gd name="csY13" fmla="*/ 0 h 11943"/>
                <a:gd name="csX14" fmla="*/ 15765 w 15765"/>
                <a:gd name="csY14" fmla="*/ 956 h 11943"/>
                <a:gd name="csX15" fmla="*/ 11465 w 15765"/>
                <a:gd name="csY15" fmla="*/ 3822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5765" h="11943">
                  <a:moveTo>
                    <a:pt x="11465" y="3822"/>
                  </a:moveTo>
                  <a:lnTo>
                    <a:pt x="9555" y="8599"/>
                  </a:lnTo>
                  <a:lnTo>
                    <a:pt x="8121" y="10510"/>
                  </a:lnTo>
                  <a:lnTo>
                    <a:pt x="7166" y="10988"/>
                  </a:lnTo>
                  <a:lnTo>
                    <a:pt x="4777" y="11943"/>
                  </a:lnTo>
                  <a:lnTo>
                    <a:pt x="2389" y="8599"/>
                  </a:lnTo>
                  <a:lnTo>
                    <a:pt x="955" y="5733"/>
                  </a:lnTo>
                  <a:lnTo>
                    <a:pt x="0" y="4777"/>
                  </a:lnTo>
                  <a:lnTo>
                    <a:pt x="1433" y="4300"/>
                  </a:lnTo>
                  <a:lnTo>
                    <a:pt x="2866" y="4300"/>
                  </a:lnTo>
                  <a:lnTo>
                    <a:pt x="6688" y="3822"/>
                  </a:lnTo>
                  <a:lnTo>
                    <a:pt x="7644" y="3344"/>
                  </a:lnTo>
                  <a:lnTo>
                    <a:pt x="11465" y="478"/>
                  </a:lnTo>
                  <a:lnTo>
                    <a:pt x="15287" y="0"/>
                  </a:lnTo>
                  <a:lnTo>
                    <a:pt x="15765" y="956"/>
                  </a:lnTo>
                  <a:lnTo>
                    <a:pt x="1146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4" name="Freeform 4173">
              <a:extLst>
                <a:ext uri="{FF2B5EF4-FFF2-40B4-BE49-F238E27FC236}">
                  <a16:creationId xmlns:a16="http://schemas.microsoft.com/office/drawing/2014/main" id="{834DD0DC-D388-5916-2828-A7EFE0F235E6}"/>
                </a:ext>
              </a:extLst>
            </p:cNvPr>
            <p:cNvSpPr/>
            <p:nvPr/>
          </p:nvSpPr>
          <p:spPr>
            <a:xfrm>
              <a:off x="5540400" y="4202705"/>
              <a:ext cx="4299" cy="3822"/>
            </a:xfrm>
            <a:custGeom>
              <a:avLst/>
              <a:gdLst>
                <a:gd name="csX0" fmla="*/ 2389 w 4299"/>
                <a:gd name="csY0" fmla="*/ 3822 h 3822"/>
                <a:gd name="csX1" fmla="*/ 1911 w 4299"/>
                <a:gd name="csY1" fmla="*/ 3822 h 3822"/>
                <a:gd name="csX2" fmla="*/ 956 w 4299"/>
                <a:gd name="csY2" fmla="*/ 3344 h 3822"/>
                <a:gd name="csX3" fmla="*/ 0 w 4299"/>
                <a:gd name="csY3" fmla="*/ 1911 h 3822"/>
                <a:gd name="csX4" fmla="*/ 478 w 4299"/>
                <a:gd name="csY4" fmla="*/ 478 h 3822"/>
                <a:gd name="csX5" fmla="*/ 956 w 4299"/>
                <a:gd name="csY5" fmla="*/ 0 h 3822"/>
                <a:gd name="csX6" fmla="*/ 1911 w 4299"/>
                <a:gd name="csY6" fmla="*/ 0 h 3822"/>
                <a:gd name="csX7" fmla="*/ 3822 w 4299"/>
                <a:gd name="csY7" fmla="*/ 956 h 3822"/>
                <a:gd name="csX8" fmla="*/ 4299 w 4299"/>
                <a:gd name="csY8" fmla="*/ 1911 h 3822"/>
                <a:gd name="csX9" fmla="*/ 4299 w 4299"/>
                <a:gd name="csY9" fmla="*/ 2389 h 3822"/>
                <a:gd name="csX10" fmla="*/ 2389 w 4299"/>
                <a:gd name="csY10" fmla="*/ 3822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3822">
                  <a:moveTo>
                    <a:pt x="2389" y="3822"/>
                  </a:moveTo>
                  <a:lnTo>
                    <a:pt x="1911" y="3822"/>
                  </a:lnTo>
                  <a:lnTo>
                    <a:pt x="956" y="3344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3822" y="956"/>
                  </a:lnTo>
                  <a:lnTo>
                    <a:pt x="4299" y="1911"/>
                  </a:lnTo>
                  <a:lnTo>
                    <a:pt x="4299" y="2389"/>
                  </a:lnTo>
                  <a:lnTo>
                    <a:pt x="2389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5" name="Freeform 4174">
              <a:extLst>
                <a:ext uri="{FF2B5EF4-FFF2-40B4-BE49-F238E27FC236}">
                  <a16:creationId xmlns:a16="http://schemas.microsoft.com/office/drawing/2014/main" id="{95880081-547B-D7C0-3A4D-A5AA2930CBFB}"/>
                </a:ext>
              </a:extLst>
            </p:cNvPr>
            <p:cNvSpPr/>
            <p:nvPr/>
          </p:nvSpPr>
          <p:spPr>
            <a:xfrm>
              <a:off x="5570019" y="4203661"/>
              <a:ext cx="8599" cy="8599"/>
            </a:xfrm>
            <a:custGeom>
              <a:avLst/>
              <a:gdLst>
                <a:gd name="csX0" fmla="*/ 8121 w 8599"/>
                <a:gd name="csY0" fmla="*/ 0 h 8599"/>
                <a:gd name="csX1" fmla="*/ 8121 w 8599"/>
                <a:gd name="csY1" fmla="*/ 1911 h 8599"/>
                <a:gd name="csX2" fmla="*/ 8599 w 8599"/>
                <a:gd name="csY2" fmla="*/ 3344 h 8599"/>
                <a:gd name="csX3" fmla="*/ 8599 w 8599"/>
                <a:gd name="csY3" fmla="*/ 5733 h 8599"/>
                <a:gd name="csX4" fmla="*/ 7644 w 8599"/>
                <a:gd name="csY4" fmla="*/ 7166 h 8599"/>
                <a:gd name="csX5" fmla="*/ 5255 w 8599"/>
                <a:gd name="csY5" fmla="*/ 8599 h 8599"/>
                <a:gd name="csX6" fmla="*/ 3344 w 8599"/>
                <a:gd name="csY6" fmla="*/ 8121 h 8599"/>
                <a:gd name="csX7" fmla="*/ 2389 w 8599"/>
                <a:gd name="csY7" fmla="*/ 7644 h 8599"/>
                <a:gd name="csX8" fmla="*/ 478 w 8599"/>
                <a:gd name="csY8" fmla="*/ 5733 h 8599"/>
                <a:gd name="csX9" fmla="*/ 0 w 8599"/>
                <a:gd name="csY9" fmla="*/ 3344 h 8599"/>
                <a:gd name="csX10" fmla="*/ 1911 w 8599"/>
                <a:gd name="csY10" fmla="*/ 1911 h 8599"/>
                <a:gd name="csX11" fmla="*/ 2866 w 8599"/>
                <a:gd name="csY11" fmla="*/ 0 h 8599"/>
                <a:gd name="csX12" fmla="*/ 7166 w 8599"/>
                <a:gd name="csY12" fmla="*/ 478 h 8599"/>
                <a:gd name="csX13" fmla="*/ 7644 w 8599"/>
                <a:gd name="csY13" fmla="*/ 0 h 8599"/>
                <a:gd name="csX14" fmla="*/ 8121 w 8599"/>
                <a:gd name="csY14" fmla="*/ 0 h 8599"/>
                <a:gd name="csX15" fmla="*/ 8121 w 8599"/>
                <a:gd name="csY15" fmla="*/ 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599" h="8599">
                  <a:moveTo>
                    <a:pt x="8121" y="0"/>
                  </a:moveTo>
                  <a:lnTo>
                    <a:pt x="8121" y="1911"/>
                  </a:lnTo>
                  <a:lnTo>
                    <a:pt x="8599" y="3344"/>
                  </a:lnTo>
                  <a:lnTo>
                    <a:pt x="8599" y="5733"/>
                  </a:lnTo>
                  <a:lnTo>
                    <a:pt x="7644" y="7166"/>
                  </a:lnTo>
                  <a:lnTo>
                    <a:pt x="5255" y="8599"/>
                  </a:lnTo>
                  <a:lnTo>
                    <a:pt x="3344" y="8121"/>
                  </a:lnTo>
                  <a:lnTo>
                    <a:pt x="2389" y="7644"/>
                  </a:lnTo>
                  <a:lnTo>
                    <a:pt x="478" y="5733"/>
                  </a:lnTo>
                  <a:lnTo>
                    <a:pt x="0" y="3344"/>
                  </a:lnTo>
                  <a:lnTo>
                    <a:pt x="1911" y="1911"/>
                  </a:lnTo>
                  <a:lnTo>
                    <a:pt x="2866" y="0"/>
                  </a:lnTo>
                  <a:lnTo>
                    <a:pt x="7166" y="478"/>
                  </a:lnTo>
                  <a:lnTo>
                    <a:pt x="7644" y="0"/>
                  </a:lnTo>
                  <a:lnTo>
                    <a:pt x="8121" y="0"/>
                  </a:lnTo>
                  <a:lnTo>
                    <a:pt x="81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6" name="Freeform 4175">
              <a:extLst>
                <a:ext uri="{FF2B5EF4-FFF2-40B4-BE49-F238E27FC236}">
                  <a16:creationId xmlns:a16="http://schemas.microsoft.com/office/drawing/2014/main" id="{6F701685-D263-8F39-C233-52648FA309D0}"/>
                </a:ext>
              </a:extLst>
            </p:cNvPr>
            <p:cNvSpPr/>
            <p:nvPr/>
          </p:nvSpPr>
          <p:spPr>
            <a:xfrm>
              <a:off x="5523679" y="4209871"/>
              <a:ext cx="5254" cy="4299"/>
            </a:xfrm>
            <a:custGeom>
              <a:avLst/>
              <a:gdLst>
                <a:gd name="csX0" fmla="*/ 5255 w 5254"/>
                <a:gd name="csY0" fmla="*/ 956 h 4299"/>
                <a:gd name="csX1" fmla="*/ 3344 w 5254"/>
                <a:gd name="csY1" fmla="*/ 4300 h 4299"/>
                <a:gd name="csX2" fmla="*/ 956 w 5254"/>
                <a:gd name="csY2" fmla="*/ 2867 h 4299"/>
                <a:gd name="csX3" fmla="*/ 478 w 5254"/>
                <a:gd name="csY3" fmla="*/ 2389 h 4299"/>
                <a:gd name="csX4" fmla="*/ 0 w 5254"/>
                <a:gd name="csY4" fmla="*/ 1911 h 4299"/>
                <a:gd name="csX5" fmla="*/ 2389 w 5254"/>
                <a:gd name="csY5" fmla="*/ 1911 h 4299"/>
                <a:gd name="csX6" fmla="*/ 4777 w 5254"/>
                <a:gd name="csY6" fmla="*/ 0 h 4299"/>
                <a:gd name="csX7" fmla="*/ 5255 w 5254"/>
                <a:gd name="csY7" fmla="*/ 95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4299">
                  <a:moveTo>
                    <a:pt x="5255" y="956"/>
                  </a:moveTo>
                  <a:lnTo>
                    <a:pt x="3344" y="4300"/>
                  </a:lnTo>
                  <a:lnTo>
                    <a:pt x="956" y="2867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2389" y="1911"/>
                  </a:lnTo>
                  <a:lnTo>
                    <a:pt x="4777" y="0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7" name="Freeform 4176">
              <a:extLst>
                <a:ext uri="{FF2B5EF4-FFF2-40B4-BE49-F238E27FC236}">
                  <a16:creationId xmlns:a16="http://schemas.microsoft.com/office/drawing/2014/main" id="{31296207-E32C-BAF0-0AA4-B2F3BF9B8B75}"/>
                </a:ext>
              </a:extLst>
            </p:cNvPr>
            <p:cNvSpPr/>
            <p:nvPr/>
          </p:nvSpPr>
          <p:spPr>
            <a:xfrm>
              <a:off x="6608125" y="4463068"/>
              <a:ext cx="126598" cy="72614"/>
            </a:xfrm>
            <a:custGeom>
              <a:avLst/>
              <a:gdLst>
                <a:gd name="csX0" fmla="*/ 0 w 126598"/>
                <a:gd name="csY0" fmla="*/ 10988 h 72614"/>
                <a:gd name="csX1" fmla="*/ 478 w 126598"/>
                <a:gd name="csY1" fmla="*/ 10988 h 72614"/>
                <a:gd name="csX2" fmla="*/ 2867 w 126598"/>
                <a:gd name="csY2" fmla="*/ 10032 h 72614"/>
                <a:gd name="csX3" fmla="*/ 5733 w 126598"/>
                <a:gd name="csY3" fmla="*/ 10032 h 72614"/>
                <a:gd name="csX4" fmla="*/ 8122 w 126598"/>
                <a:gd name="csY4" fmla="*/ 10510 h 72614"/>
                <a:gd name="csX5" fmla="*/ 10033 w 126598"/>
                <a:gd name="csY5" fmla="*/ 10988 h 72614"/>
                <a:gd name="csX6" fmla="*/ 10510 w 126598"/>
                <a:gd name="csY6" fmla="*/ 10510 h 72614"/>
                <a:gd name="csX7" fmla="*/ 11466 w 126598"/>
                <a:gd name="csY7" fmla="*/ 9555 h 72614"/>
                <a:gd name="csX8" fmla="*/ 11943 w 126598"/>
                <a:gd name="csY8" fmla="*/ 8599 h 72614"/>
                <a:gd name="csX9" fmla="*/ 12899 w 126598"/>
                <a:gd name="csY9" fmla="*/ 7644 h 72614"/>
                <a:gd name="csX10" fmla="*/ 14332 w 126598"/>
                <a:gd name="csY10" fmla="*/ 7644 h 72614"/>
                <a:gd name="csX11" fmla="*/ 14332 w 126598"/>
                <a:gd name="csY11" fmla="*/ 7644 h 72614"/>
                <a:gd name="csX12" fmla="*/ 16243 w 126598"/>
                <a:gd name="csY12" fmla="*/ 9077 h 72614"/>
                <a:gd name="csX13" fmla="*/ 16243 w 126598"/>
                <a:gd name="csY13" fmla="*/ 9077 h 72614"/>
                <a:gd name="csX14" fmla="*/ 19587 w 126598"/>
                <a:gd name="csY14" fmla="*/ 12899 h 72614"/>
                <a:gd name="csX15" fmla="*/ 19587 w 126598"/>
                <a:gd name="csY15" fmla="*/ 12899 h 72614"/>
                <a:gd name="csX16" fmla="*/ 20065 w 126598"/>
                <a:gd name="csY16" fmla="*/ 13377 h 72614"/>
                <a:gd name="csX17" fmla="*/ 20543 w 126598"/>
                <a:gd name="csY17" fmla="*/ 13377 h 72614"/>
                <a:gd name="csX18" fmla="*/ 21976 w 126598"/>
                <a:gd name="csY18" fmla="*/ 10032 h 72614"/>
                <a:gd name="csX19" fmla="*/ 23409 w 126598"/>
                <a:gd name="csY19" fmla="*/ 7644 h 72614"/>
                <a:gd name="csX20" fmla="*/ 25798 w 126598"/>
                <a:gd name="csY20" fmla="*/ 2867 h 72614"/>
                <a:gd name="csX21" fmla="*/ 26753 w 126598"/>
                <a:gd name="csY21" fmla="*/ 0 h 72614"/>
                <a:gd name="csX22" fmla="*/ 28186 w 126598"/>
                <a:gd name="csY22" fmla="*/ 956 h 72614"/>
                <a:gd name="csX23" fmla="*/ 28186 w 126598"/>
                <a:gd name="csY23" fmla="*/ 956 h 72614"/>
                <a:gd name="csX24" fmla="*/ 29142 w 126598"/>
                <a:gd name="csY24" fmla="*/ 2389 h 72614"/>
                <a:gd name="csX25" fmla="*/ 30575 w 126598"/>
                <a:gd name="csY25" fmla="*/ 2867 h 72614"/>
                <a:gd name="csX26" fmla="*/ 32008 w 126598"/>
                <a:gd name="csY26" fmla="*/ 3344 h 72614"/>
                <a:gd name="csX27" fmla="*/ 32486 w 126598"/>
                <a:gd name="csY27" fmla="*/ 3344 h 72614"/>
                <a:gd name="csX28" fmla="*/ 33441 w 126598"/>
                <a:gd name="csY28" fmla="*/ 3822 h 72614"/>
                <a:gd name="csX29" fmla="*/ 33441 w 126598"/>
                <a:gd name="csY29" fmla="*/ 3822 h 72614"/>
                <a:gd name="csX30" fmla="*/ 36786 w 126598"/>
                <a:gd name="csY30" fmla="*/ 7166 h 72614"/>
                <a:gd name="csX31" fmla="*/ 37741 w 126598"/>
                <a:gd name="csY31" fmla="*/ 8121 h 72614"/>
                <a:gd name="csX32" fmla="*/ 39174 w 126598"/>
                <a:gd name="csY32" fmla="*/ 8121 h 72614"/>
                <a:gd name="csX33" fmla="*/ 45384 w 126598"/>
                <a:gd name="csY33" fmla="*/ 6688 h 72614"/>
                <a:gd name="csX34" fmla="*/ 48729 w 126598"/>
                <a:gd name="csY34" fmla="*/ 4777 h 72614"/>
                <a:gd name="csX35" fmla="*/ 49206 w 126598"/>
                <a:gd name="csY35" fmla="*/ 4777 h 72614"/>
                <a:gd name="csX36" fmla="*/ 49684 w 126598"/>
                <a:gd name="csY36" fmla="*/ 4300 h 72614"/>
                <a:gd name="csX37" fmla="*/ 50640 w 126598"/>
                <a:gd name="csY37" fmla="*/ 4300 h 72614"/>
                <a:gd name="csX38" fmla="*/ 51595 w 126598"/>
                <a:gd name="csY38" fmla="*/ 5255 h 72614"/>
                <a:gd name="csX39" fmla="*/ 52073 w 126598"/>
                <a:gd name="csY39" fmla="*/ 5733 h 72614"/>
                <a:gd name="csX40" fmla="*/ 53028 w 126598"/>
                <a:gd name="csY40" fmla="*/ 7166 h 72614"/>
                <a:gd name="csX41" fmla="*/ 54461 w 126598"/>
                <a:gd name="csY41" fmla="*/ 7166 h 72614"/>
                <a:gd name="csX42" fmla="*/ 57806 w 126598"/>
                <a:gd name="csY42" fmla="*/ 6211 h 72614"/>
                <a:gd name="csX43" fmla="*/ 59716 w 126598"/>
                <a:gd name="csY43" fmla="*/ 5733 h 72614"/>
                <a:gd name="csX44" fmla="*/ 61150 w 126598"/>
                <a:gd name="csY44" fmla="*/ 6211 h 72614"/>
                <a:gd name="csX45" fmla="*/ 63061 w 126598"/>
                <a:gd name="csY45" fmla="*/ 6688 h 72614"/>
                <a:gd name="csX46" fmla="*/ 64016 w 126598"/>
                <a:gd name="csY46" fmla="*/ 6688 h 72614"/>
                <a:gd name="csX47" fmla="*/ 66882 w 126598"/>
                <a:gd name="csY47" fmla="*/ 7644 h 72614"/>
                <a:gd name="csX48" fmla="*/ 70227 w 126598"/>
                <a:gd name="csY48" fmla="*/ 7166 h 72614"/>
                <a:gd name="csX49" fmla="*/ 71659 w 126598"/>
                <a:gd name="csY49" fmla="*/ 7644 h 72614"/>
                <a:gd name="csX50" fmla="*/ 73093 w 126598"/>
                <a:gd name="csY50" fmla="*/ 7644 h 72614"/>
                <a:gd name="csX51" fmla="*/ 75959 w 126598"/>
                <a:gd name="csY51" fmla="*/ 9555 h 72614"/>
                <a:gd name="csX52" fmla="*/ 79304 w 126598"/>
                <a:gd name="csY52" fmla="*/ 11943 h 72614"/>
                <a:gd name="csX53" fmla="*/ 80259 w 126598"/>
                <a:gd name="csY53" fmla="*/ 11943 h 72614"/>
                <a:gd name="csX54" fmla="*/ 84081 w 126598"/>
                <a:gd name="csY54" fmla="*/ 13377 h 72614"/>
                <a:gd name="csX55" fmla="*/ 85036 w 126598"/>
                <a:gd name="csY55" fmla="*/ 13854 h 72614"/>
                <a:gd name="csX56" fmla="*/ 87425 w 126598"/>
                <a:gd name="csY56" fmla="*/ 16243 h 72614"/>
                <a:gd name="csX57" fmla="*/ 91247 w 126598"/>
                <a:gd name="csY57" fmla="*/ 21020 h 72614"/>
                <a:gd name="csX58" fmla="*/ 96024 w 126598"/>
                <a:gd name="csY58" fmla="*/ 25320 h 72614"/>
                <a:gd name="csX59" fmla="*/ 101279 w 126598"/>
                <a:gd name="csY59" fmla="*/ 28664 h 72614"/>
                <a:gd name="csX60" fmla="*/ 103668 w 126598"/>
                <a:gd name="csY60" fmla="*/ 31052 h 72614"/>
                <a:gd name="csX61" fmla="*/ 105579 w 126598"/>
                <a:gd name="csY61" fmla="*/ 33919 h 72614"/>
                <a:gd name="csX62" fmla="*/ 107489 w 126598"/>
                <a:gd name="csY62" fmla="*/ 36785 h 72614"/>
                <a:gd name="csX63" fmla="*/ 109400 w 126598"/>
                <a:gd name="csY63" fmla="*/ 37741 h 72614"/>
                <a:gd name="csX64" fmla="*/ 111311 w 126598"/>
                <a:gd name="csY64" fmla="*/ 38696 h 72614"/>
                <a:gd name="csX65" fmla="*/ 112745 w 126598"/>
                <a:gd name="csY65" fmla="*/ 40607 h 72614"/>
                <a:gd name="csX66" fmla="*/ 114177 w 126598"/>
                <a:gd name="csY66" fmla="*/ 42518 h 72614"/>
                <a:gd name="csX67" fmla="*/ 116088 w 126598"/>
                <a:gd name="csY67" fmla="*/ 44429 h 72614"/>
                <a:gd name="csX68" fmla="*/ 114177 w 126598"/>
                <a:gd name="csY68" fmla="*/ 47295 h 72614"/>
                <a:gd name="csX69" fmla="*/ 111311 w 126598"/>
                <a:gd name="csY69" fmla="*/ 50639 h 72614"/>
                <a:gd name="csX70" fmla="*/ 108445 w 126598"/>
                <a:gd name="csY70" fmla="*/ 54461 h 72614"/>
                <a:gd name="csX71" fmla="*/ 107489 w 126598"/>
                <a:gd name="csY71" fmla="*/ 55894 h 72614"/>
                <a:gd name="csX72" fmla="*/ 105100 w 126598"/>
                <a:gd name="csY72" fmla="*/ 58283 h 72614"/>
                <a:gd name="csX73" fmla="*/ 104623 w 126598"/>
                <a:gd name="csY73" fmla="*/ 58761 h 72614"/>
                <a:gd name="csX74" fmla="*/ 104145 w 126598"/>
                <a:gd name="csY74" fmla="*/ 60672 h 72614"/>
                <a:gd name="csX75" fmla="*/ 103668 w 126598"/>
                <a:gd name="csY75" fmla="*/ 64016 h 72614"/>
                <a:gd name="csX76" fmla="*/ 104145 w 126598"/>
                <a:gd name="csY76" fmla="*/ 67838 h 72614"/>
                <a:gd name="csX77" fmla="*/ 104623 w 126598"/>
                <a:gd name="csY77" fmla="*/ 71659 h 72614"/>
                <a:gd name="csX78" fmla="*/ 106056 w 126598"/>
                <a:gd name="csY78" fmla="*/ 72137 h 72614"/>
                <a:gd name="csX79" fmla="*/ 107489 w 126598"/>
                <a:gd name="csY79" fmla="*/ 72615 h 72614"/>
                <a:gd name="csX80" fmla="*/ 109400 w 126598"/>
                <a:gd name="csY80" fmla="*/ 72137 h 72614"/>
                <a:gd name="csX81" fmla="*/ 111789 w 126598"/>
                <a:gd name="csY81" fmla="*/ 71659 h 72614"/>
                <a:gd name="csX82" fmla="*/ 114655 w 126598"/>
                <a:gd name="csY82" fmla="*/ 71182 h 72614"/>
                <a:gd name="csX83" fmla="*/ 117522 w 126598"/>
                <a:gd name="csY83" fmla="*/ 70704 h 72614"/>
                <a:gd name="csX84" fmla="*/ 119432 w 126598"/>
                <a:gd name="csY84" fmla="*/ 70226 h 72614"/>
                <a:gd name="csX85" fmla="*/ 121343 w 126598"/>
                <a:gd name="csY85" fmla="*/ 70226 h 72614"/>
                <a:gd name="csX86" fmla="*/ 123254 w 126598"/>
                <a:gd name="csY86" fmla="*/ 70704 h 72614"/>
                <a:gd name="csX87" fmla="*/ 124210 w 126598"/>
                <a:gd name="csY87" fmla="*/ 71182 h 72614"/>
                <a:gd name="csX88" fmla="*/ 125165 w 126598"/>
                <a:gd name="csY88" fmla="*/ 71659 h 72614"/>
                <a:gd name="csX89" fmla="*/ 126598 w 126598"/>
                <a:gd name="csY89" fmla="*/ 71659 h 7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</a:cxnLst>
              <a:rect l="l" t="t" r="r" b="b"/>
              <a:pathLst>
                <a:path w="126598" h="72614">
                  <a:moveTo>
                    <a:pt x="0" y="10988"/>
                  </a:moveTo>
                  <a:lnTo>
                    <a:pt x="478" y="10988"/>
                  </a:lnTo>
                  <a:lnTo>
                    <a:pt x="2867" y="10032"/>
                  </a:lnTo>
                  <a:lnTo>
                    <a:pt x="5733" y="10032"/>
                  </a:lnTo>
                  <a:lnTo>
                    <a:pt x="8122" y="10510"/>
                  </a:lnTo>
                  <a:lnTo>
                    <a:pt x="10033" y="10988"/>
                  </a:lnTo>
                  <a:lnTo>
                    <a:pt x="10510" y="10510"/>
                  </a:lnTo>
                  <a:lnTo>
                    <a:pt x="11466" y="9555"/>
                  </a:lnTo>
                  <a:lnTo>
                    <a:pt x="11943" y="8599"/>
                  </a:lnTo>
                  <a:lnTo>
                    <a:pt x="12899" y="7644"/>
                  </a:lnTo>
                  <a:lnTo>
                    <a:pt x="14332" y="7644"/>
                  </a:lnTo>
                  <a:lnTo>
                    <a:pt x="14332" y="7644"/>
                  </a:lnTo>
                  <a:lnTo>
                    <a:pt x="16243" y="9077"/>
                  </a:lnTo>
                  <a:lnTo>
                    <a:pt x="16243" y="9077"/>
                  </a:lnTo>
                  <a:lnTo>
                    <a:pt x="19587" y="12899"/>
                  </a:lnTo>
                  <a:lnTo>
                    <a:pt x="19587" y="12899"/>
                  </a:lnTo>
                  <a:lnTo>
                    <a:pt x="20065" y="13377"/>
                  </a:lnTo>
                  <a:lnTo>
                    <a:pt x="20543" y="13377"/>
                  </a:lnTo>
                  <a:lnTo>
                    <a:pt x="21976" y="10032"/>
                  </a:lnTo>
                  <a:lnTo>
                    <a:pt x="23409" y="7644"/>
                  </a:lnTo>
                  <a:lnTo>
                    <a:pt x="25798" y="2867"/>
                  </a:lnTo>
                  <a:lnTo>
                    <a:pt x="26753" y="0"/>
                  </a:lnTo>
                  <a:lnTo>
                    <a:pt x="28186" y="956"/>
                  </a:lnTo>
                  <a:lnTo>
                    <a:pt x="28186" y="956"/>
                  </a:lnTo>
                  <a:lnTo>
                    <a:pt x="29142" y="2389"/>
                  </a:lnTo>
                  <a:lnTo>
                    <a:pt x="30575" y="2867"/>
                  </a:lnTo>
                  <a:lnTo>
                    <a:pt x="32008" y="3344"/>
                  </a:lnTo>
                  <a:lnTo>
                    <a:pt x="32486" y="3344"/>
                  </a:lnTo>
                  <a:lnTo>
                    <a:pt x="33441" y="3822"/>
                  </a:lnTo>
                  <a:lnTo>
                    <a:pt x="33441" y="3822"/>
                  </a:lnTo>
                  <a:lnTo>
                    <a:pt x="36786" y="7166"/>
                  </a:lnTo>
                  <a:lnTo>
                    <a:pt x="37741" y="8121"/>
                  </a:lnTo>
                  <a:lnTo>
                    <a:pt x="39174" y="8121"/>
                  </a:lnTo>
                  <a:lnTo>
                    <a:pt x="45384" y="6688"/>
                  </a:lnTo>
                  <a:lnTo>
                    <a:pt x="48729" y="4777"/>
                  </a:lnTo>
                  <a:lnTo>
                    <a:pt x="49206" y="4777"/>
                  </a:lnTo>
                  <a:lnTo>
                    <a:pt x="49684" y="4300"/>
                  </a:lnTo>
                  <a:lnTo>
                    <a:pt x="50640" y="4300"/>
                  </a:lnTo>
                  <a:lnTo>
                    <a:pt x="51595" y="5255"/>
                  </a:lnTo>
                  <a:lnTo>
                    <a:pt x="52073" y="5733"/>
                  </a:lnTo>
                  <a:lnTo>
                    <a:pt x="53028" y="7166"/>
                  </a:lnTo>
                  <a:lnTo>
                    <a:pt x="54461" y="7166"/>
                  </a:lnTo>
                  <a:lnTo>
                    <a:pt x="57806" y="6211"/>
                  </a:lnTo>
                  <a:lnTo>
                    <a:pt x="59716" y="5733"/>
                  </a:lnTo>
                  <a:lnTo>
                    <a:pt x="61150" y="6211"/>
                  </a:lnTo>
                  <a:lnTo>
                    <a:pt x="63061" y="6688"/>
                  </a:lnTo>
                  <a:lnTo>
                    <a:pt x="64016" y="6688"/>
                  </a:lnTo>
                  <a:lnTo>
                    <a:pt x="66882" y="7644"/>
                  </a:lnTo>
                  <a:lnTo>
                    <a:pt x="70227" y="7166"/>
                  </a:lnTo>
                  <a:lnTo>
                    <a:pt x="71659" y="7644"/>
                  </a:lnTo>
                  <a:lnTo>
                    <a:pt x="73093" y="7644"/>
                  </a:lnTo>
                  <a:lnTo>
                    <a:pt x="75959" y="9555"/>
                  </a:lnTo>
                  <a:lnTo>
                    <a:pt x="79304" y="11943"/>
                  </a:lnTo>
                  <a:lnTo>
                    <a:pt x="80259" y="11943"/>
                  </a:lnTo>
                  <a:lnTo>
                    <a:pt x="84081" y="13377"/>
                  </a:lnTo>
                  <a:lnTo>
                    <a:pt x="85036" y="13854"/>
                  </a:lnTo>
                  <a:lnTo>
                    <a:pt x="87425" y="16243"/>
                  </a:lnTo>
                  <a:lnTo>
                    <a:pt x="91247" y="21020"/>
                  </a:lnTo>
                  <a:lnTo>
                    <a:pt x="96024" y="25320"/>
                  </a:lnTo>
                  <a:lnTo>
                    <a:pt x="101279" y="28664"/>
                  </a:lnTo>
                  <a:lnTo>
                    <a:pt x="103668" y="31052"/>
                  </a:lnTo>
                  <a:lnTo>
                    <a:pt x="105579" y="33919"/>
                  </a:lnTo>
                  <a:lnTo>
                    <a:pt x="107489" y="36785"/>
                  </a:lnTo>
                  <a:lnTo>
                    <a:pt x="109400" y="37741"/>
                  </a:lnTo>
                  <a:lnTo>
                    <a:pt x="111311" y="38696"/>
                  </a:lnTo>
                  <a:lnTo>
                    <a:pt x="112745" y="40607"/>
                  </a:lnTo>
                  <a:lnTo>
                    <a:pt x="114177" y="42518"/>
                  </a:lnTo>
                  <a:lnTo>
                    <a:pt x="116088" y="44429"/>
                  </a:lnTo>
                  <a:lnTo>
                    <a:pt x="114177" y="47295"/>
                  </a:lnTo>
                  <a:lnTo>
                    <a:pt x="111311" y="50639"/>
                  </a:lnTo>
                  <a:lnTo>
                    <a:pt x="108445" y="54461"/>
                  </a:lnTo>
                  <a:lnTo>
                    <a:pt x="107489" y="55894"/>
                  </a:lnTo>
                  <a:lnTo>
                    <a:pt x="105100" y="58283"/>
                  </a:lnTo>
                  <a:lnTo>
                    <a:pt x="104623" y="58761"/>
                  </a:lnTo>
                  <a:lnTo>
                    <a:pt x="104145" y="60672"/>
                  </a:lnTo>
                  <a:lnTo>
                    <a:pt x="103668" y="64016"/>
                  </a:lnTo>
                  <a:lnTo>
                    <a:pt x="104145" y="67838"/>
                  </a:lnTo>
                  <a:lnTo>
                    <a:pt x="104623" y="71659"/>
                  </a:lnTo>
                  <a:lnTo>
                    <a:pt x="106056" y="72137"/>
                  </a:lnTo>
                  <a:lnTo>
                    <a:pt x="107489" y="72615"/>
                  </a:lnTo>
                  <a:lnTo>
                    <a:pt x="109400" y="72137"/>
                  </a:lnTo>
                  <a:lnTo>
                    <a:pt x="111789" y="71659"/>
                  </a:lnTo>
                  <a:lnTo>
                    <a:pt x="114655" y="71182"/>
                  </a:lnTo>
                  <a:lnTo>
                    <a:pt x="117522" y="70704"/>
                  </a:lnTo>
                  <a:lnTo>
                    <a:pt x="119432" y="70226"/>
                  </a:lnTo>
                  <a:lnTo>
                    <a:pt x="121343" y="70226"/>
                  </a:lnTo>
                  <a:lnTo>
                    <a:pt x="123254" y="70704"/>
                  </a:lnTo>
                  <a:lnTo>
                    <a:pt x="124210" y="71182"/>
                  </a:lnTo>
                  <a:lnTo>
                    <a:pt x="125165" y="71659"/>
                  </a:lnTo>
                  <a:lnTo>
                    <a:pt x="126598" y="7165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8" name="Freeform 4177">
              <a:extLst>
                <a:ext uri="{FF2B5EF4-FFF2-40B4-BE49-F238E27FC236}">
                  <a16:creationId xmlns:a16="http://schemas.microsoft.com/office/drawing/2014/main" id="{CAF0F641-B59F-CB36-4508-9EDF72582F59}"/>
                </a:ext>
              </a:extLst>
            </p:cNvPr>
            <p:cNvSpPr/>
            <p:nvPr/>
          </p:nvSpPr>
          <p:spPr>
            <a:xfrm>
              <a:off x="6549842" y="4595399"/>
              <a:ext cx="6210" cy="2866"/>
            </a:xfrm>
            <a:custGeom>
              <a:avLst/>
              <a:gdLst>
                <a:gd name="csX0" fmla="*/ 6211 w 6210"/>
                <a:gd name="csY0" fmla="*/ 2867 h 2866"/>
                <a:gd name="csX1" fmla="*/ 1433 w 6210"/>
                <a:gd name="csY1" fmla="*/ 0 h 2866"/>
                <a:gd name="csX2" fmla="*/ 0 w 6210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10" h="2866">
                  <a:moveTo>
                    <a:pt x="6211" y="2867"/>
                  </a:moveTo>
                  <a:lnTo>
                    <a:pt x="1433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9" name="Freeform 4178">
              <a:extLst>
                <a:ext uri="{FF2B5EF4-FFF2-40B4-BE49-F238E27FC236}">
                  <a16:creationId xmlns:a16="http://schemas.microsoft.com/office/drawing/2014/main" id="{3FC716EA-464C-C8A7-B21D-CA3EA00ADB64}"/>
                </a:ext>
              </a:extLst>
            </p:cNvPr>
            <p:cNvSpPr/>
            <p:nvPr/>
          </p:nvSpPr>
          <p:spPr>
            <a:xfrm>
              <a:off x="6583283" y="4635050"/>
              <a:ext cx="477" cy="1911"/>
            </a:xfrm>
            <a:custGeom>
              <a:avLst/>
              <a:gdLst>
                <a:gd name="csX0" fmla="*/ 478 w 477"/>
                <a:gd name="csY0" fmla="*/ 1911 h 1911"/>
                <a:gd name="csX1" fmla="*/ 0 w 477"/>
                <a:gd name="csY1" fmla="*/ 1433 h 1911"/>
                <a:gd name="csX2" fmla="*/ 0 w 477"/>
                <a:gd name="csY2" fmla="*/ 478 h 1911"/>
                <a:gd name="csX3" fmla="*/ 0 w 477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1">
                  <a:moveTo>
                    <a:pt x="478" y="1911"/>
                  </a:moveTo>
                  <a:lnTo>
                    <a:pt x="0" y="1433"/>
                  </a:lnTo>
                  <a:lnTo>
                    <a:pt x="0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0" name="Freeform 4179">
              <a:extLst>
                <a:ext uri="{FF2B5EF4-FFF2-40B4-BE49-F238E27FC236}">
                  <a16:creationId xmlns:a16="http://schemas.microsoft.com/office/drawing/2014/main" id="{2716B591-DAA8-59D6-E897-9516470A8778}"/>
                </a:ext>
              </a:extLst>
            </p:cNvPr>
            <p:cNvSpPr/>
            <p:nvPr/>
          </p:nvSpPr>
          <p:spPr>
            <a:xfrm>
              <a:off x="6592360" y="4637917"/>
              <a:ext cx="3821" cy="12898"/>
            </a:xfrm>
            <a:custGeom>
              <a:avLst/>
              <a:gdLst>
                <a:gd name="csX0" fmla="*/ 3821 w 3821"/>
                <a:gd name="csY0" fmla="*/ 12899 h 12898"/>
                <a:gd name="csX1" fmla="*/ 2389 w 3821"/>
                <a:gd name="csY1" fmla="*/ 11465 h 12898"/>
                <a:gd name="csX2" fmla="*/ 478 w 3821"/>
                <a:gd name="csY2" fmla="*/ 9555 h 12898"/>
                <a:gd name="csX3" fmla="*/ 478 w 3821"/>
                <a:gd name="csY3" fmla="*/ 7166 h 12898"/>
                <a:gd name="csX4" fmla="*/ 955 w 3821"/>
                <a:gd name="csY4" fmla="*/ 4299 h 12898"/>
                <a:gd name="csX5" fmla="*/ 1433 w 3821"/>
                <a:gd name="csY5" fmla="*/ 3344 h 12898"/>
                <a:gd name="csX6" fmla="*/ 955 w 3821"/>
                <a:gd name="csY6" fmla="*/ 2389 h 12898"/>
                <a:gd name="csX7" fmla="*/ 955 w 3821"/>
                <a:gd name="csY7" fmla="*/ 956 h 12898"/>
                <a:gd name="csX8" fmla="*/ 0 w 3821"/>
                <a:gd name="csY8" fmla="*/ 0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12898">
                  <a:moveTo>
                    <a:pt x="3821" y="12899"/>
                  </a:moveTo>
                  <a:lnTo>
                    <a:pt x="2389" y="11465"/>
                  </a:lnTo>
                  <a:lnTo>
                    <a:pt x="478" y="9555"/>
                  </a:lnTo>
                  <a:lnTo>
                    <a:pt x="478" y="7166"/>
                  </a:lnTo>
                  <a:lnTo>
                    <a:pt x="955" y="4299"/>
                  </a:lnTo>
                  <a:lnTo>
                    <a:pt x="1433" y="3344"/>
                  </a:lnTo>
                  <a:lnTo>
                    <a:pt x="955" y="2389"/>
                  </a:lnTo>
                  <a:lnTo>
                    <a:pt x="955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1" name="Freeform 4180">
              <a:extLst>
                <a:ext uri="{FF2B5EF4-FFF2-40B4-BE49-F238E27FC236}">
                  <a16:creationId xmlns:a16="http://schemas.microsoft.com/office/drawing/2014/main" id="{8F7348BC-E590-3513-91D4-00CC2D170A02}"/>
                </a:ext>
              </a:extLst>
            </p:cNvPr>
            <p:cNvSpPr/>
            <p:nvPr/>
          </p:nvSpPr>
          <p:spPr>
            <a:xfrm>
              <a:off x="6596182" y="4650816"/>
              <a:ext cx="955" cy="2388"/>
            </a:xfrm>
            <a:custGeom>
              <a:avLst/>
              <a:gdLst>
                <a:gd name="csX0" fmla="*/ 956 w 955"/>
                <a:gd name="csY0" fmla="*/ 2389 h 2388"/>
                <a:gd name="csX1" fmla="*/ 0 w 955"/>
                <a:gd name="csY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2388">
                  <a:moveTo>
                    <a:pt x="956" y="2389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2" name="Freeform 4181">
              <a:extLst>
                <a:ext uri="{FF2B5EF4-FFF2-40B4-BE49-F238E27FC236}">
                  <a16:creationId xmlns:a16="http://schemas.microsoft.com/office/drawing/2014/main" id="{10525BEF-DB33-E01D-9C68-FC4E9B22C24E}"/>
                </a:ext>
              </a:extLst>
            </p:cNvPr>
            <p:cNvSpPr/>
            <p:nvPr/>
          </p:nvSpPr>
          <p:spPr>
            <a:xfrm>
              <a:off x="6455251" y="2964431"/>
              <a:ext cx="8121" cy="19109"/>
            </a:xfrm>
            <a:custGeom>
              <a:avLst/>
              <a:gdLst>
                <a:gd name="csX0" fmla="*/ 8122 w 8121"/>
                <a:gd name="csY0" fmla="*/ 0 h 19109"/>
                <a:gd name="csX1" fmla="*/ 7166 w 8121"/>
                <a:gd name="csY1" fmla="*/ 956 h 19109"/>
                <a:gd name="csX2" fmla="*/ 3822 w 8121"/>
                <a:gd name="csY2" fmla="*/ 5255 h 19109"/>
                <a:gd name="csX3" fmla="*/ 478 w 8121"/>
                <a:gd name="csY3" fmla="*/ 10510 h 19109"/>
                <a:gd name="csX4" fmla="*/ 478 w 8121"/>
                <a:gd name="csY4" fmla="*/ 10988 h 19109"/>
                <a:gd name="csX5" fmla="*/ 0 w 8121"/>
                <a:gd name="csY5" fmla="*/ 13854 h 19109"/>
                <a:gd name="csX6" fmla="*/ 1433 w 8121"/>
                <a:gd name="csY6" fmla="*/ 16721 h 19109"/>
                <a:gd name="csX7" fmla="*/ 2867 w 8121"/>
                <a:gd name="csY7" fmla="*/ 18631 h 19109"/>
                <a:gd name="csX8" fmla="*/ 1433 w 8121"/>
                <a:gd name="csY8" fmla="*/ 19109 h 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21" h="19109">
                  <a:moveTo>
                    <a:pt x="8122" y="0"/>
                  </a:moveTo>
                  <a:lnTo>
                    <a:pt x="7166" y="956"/>
                  </a:lnTo>
                  <a:lnTo>
                    <a:pt x="3822" y="5255"/>
                  </a:lnTo>
                  <a:lnTo>
                    <a:pt x="478" y="10510"/>
                  </a:lnTo>
                  <a:lnTo>
                    <a:pt x="478" y="10988"/>
                  </a:lnTo>
                  <a:lnTo>
                    <a:pt x="0" y="13854"/>
                  </a:lnTo>
                  <a:lnTo>
                    <a:pt x="1433" y="16721"/>
                  </a:lnTo>
                  <a:lnTo>
                    <a:pt x="2867" y="18631"/>
                  </a:lnTo>
                  <a:lnTo>
                    <a:pt x="1433" y="1910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3" name="Freeform 4182">
              <a:extLst>
                <a:ext uri="{FF2B5EF4-FFF2-40B4-BE49-F238E27FC236}">
                  <a16:creationId xmlns:a16="http://schemas.microsoft.com/office/drawing/2014/main" id="{C31202E0-E09D-E735-1FEF-F543B2E39423}"/>
                </a:ext>
              </a:extLst>
            </p:cNvPr>
            <p:cNvSpPr/>
            <p:nvPr/>
          </p:nvSpPr>
          <p:spPr>
            <a:xfrm>
              <a:off x="6433753" y="2929079"/>
              <a:ext cx="31530" cy="31052"/>
            </a:xfrm>
            <a:custGeom>
              <a:avLst/>
              <a:gdLst>
                <a:gd name="csX0" fmla="*/ 0 w 31530"/>
                <a:gd name="csY0" fmla="*/ 0 h 31052"/>
                <a:gd name="csX1" fmla="*/ 2867 w 31530"/>
                <a:gd name="csY1" fmla="*/ 0 h 31052"/>
                <a:gd name="csX2" fmla="*/ 6211 w 31530"/>
                <a:gd name="csY2" fmla="*/ 4777 h 31052"/>
                <a:gd name="csX3" fmla="*/ 10510 w 31530"/>
                <a:gd name="csY3" fmla="*/ 10032 h 31052"/>
                <a:gd name="csX4" fmla="*/ 10510 w 31530"/>
                <a:gd name="csY4" fmla="*/ 10032 h 31052"/>
                <a:gd name="csX5" fmla="*/ 13377 w 31530"/>
                <a:gd name="csY5" fmla="*/ 12421 h 31052"/>
                <a:gd name="csX6" fmla="*/ 21020 w 31530"/>
                <a:gd name="csY6" fmla="*/ 17198 h 31052"/>
                <a:gd name="csX7" fmla="*/ 27709 w 31530"/>
                <a:gd name="csY7" fmla="*/ 20542 h 31052"/>
                <a:gd name="csX8" fmla="*/ 31531 w 31530"/>
                <a:gd name="csY8" fmla="*/ 31052 h 310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1530" h="31052">
                  <a:moveTo>
                    <a:pt x="0" y="0"/>
                  </a:moveTo>
                  <a:lnTo>
                    <a:pt x="2867" y="0"/>
                  </a:lnTo>
                  <a:lnTo>
                    <a:pt x="6211" y="4777"/>
                  </a:lnTo>
                  <a:lnTo>
                    <a:pt x="10510" y="10032"/>
                  </a:lnTo>
                  <a:lnTo>
                    <a:pt x="10510" y="10032"/>
                  </a:lnTo>
                  <a:lnTo>
                    <a:pt x="13377" y="12421"/>
                  </a:lnTo>
                  <a:lnTo>
                    <a:pt x="21020" y="17198"/>
                  </a:lnTo>
                  <a:lnTo>
                    <a:pt x="27709" y="20542"/>
                  </a:lnTo>
                  <a:lnTo>
                    <a:pt x="31531" y="3105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4" name="Freeform 4183">
              <a:extLst>
                <a:ext uri="{FF2B5EF4-FFF2-40B4-BE49-F238E27FC236}">
                  <a16:creationId xmlns:a16="http://schemas.microsoft.com/office/drawing/2014/main" id="{183D968A-0E69-503C-4DA6-64D6587D3825}"/>
                </a:ext>
              </a:extLst>
            </p:cNvPr>
            <p:cNvSpPr/>
            <p:nvPr/>
          </p:nvSpPr>
          <p:spPr>
            <a:xfrm>
              <a:off x="6409867" y="2934334"/>
              <a:ext cx="16242" cy="2866"/>
            </a:xfrm>
            <a:custGeom>
              <a:avLst/>
              <a:gdLst>
                <a:gd name="csX0" fmla="*/ 0 w 16242"/>
                <a:gd name="csY0" fmla="*/ 2389 h 2866"/>
                <a:gd name="csX1" fmla="*/ 956 w 16242"/>
                <a:gd name="csY1" fmla="*/ 1911 h 2866"/>
                <a:gd name="csX2" fmla="*/ 4300 w 16242"/>
                <a:gd name="csY2" fmla="*/ 1433 h 2866"/>
                <a:gd name="csX3" fmla="*/ 8122 w 16242"/>
                <a:gd name="csY3" fmla="*/ 1911 h 2866"/>
                <a:gd name="csX4" fmla="*/ 11466 w 16242"/>
                <a:gd name="csY4" fmla="*/ 2866 h 2866"/>
                <a:gd name="csX5" fmla="*/ 11943 w 16242"/>
                <a:gd name="csY5" fmla="*/ 2866 h 2866"/>
                <a:gd name="csX6" fmla="*/ 11943 w 16242"/>
                <a:gd name="csY6" fmla="*/ 2866 h 2866"/>
                <a:gd name="csX7" fmla="*/ 13377 w 16242"/>
                <a:gd name="csY7" fmla="*/ 2389 h 2866"/>
                <a:gd name="csX8" fmla="*/ 16243 w 16242"/>
                <a:gd name="csY8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242" h="2866">
                  <a:moveTo>
                    <a:pt x="0" y="2389"/>
                  </a:moveTo>
                  <a:lnTo>
                    <a:pt x="956" y="1911"/>
                  </a:lnTo>
                  <a:lnTo>
                    <a:pt x="4300" y="1433"/>
                  </a:lnTo>
                  <a:lnTo>
                    <a:pt x="8122" y="1911"/>
                  </a:lnTo>
                  <a:lnTo>
                    <a:pt x="11466" y="2866"/>
                  </a:lnTo>
                  <a:lnTo>
                    <a:pt x="11943" y="2866"/>
                  </a:lnTo>
                  <a:lnTo>
                    <a:pt x="11943" y="2866"/>
                  </a:lnTo>
                  <a:lnTo>
                    <a:pt x="13377" y="2389"/>
                  </a:lnTo>
                  <a:lnTo>
                    <a:pt x="1624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5" name="Freeform 4184">
              <a:extLst>
                <a:ext uri="{FF2B5EF4-FFF2-40B4-BE49-F238E27FC236}">
                  <a16:creationId xmlns:a16="http://schemas.microsoft.com/office/drawing/2014/main" id="{81B8B68D-1A06-15A2-4A85-3FBB509C718C}"/>
                </a:ext>
              </a:extLst>
            </p:cNvPr>
            <p:cNvSpPr/>
            <p:nvPr/>
          </p:nvSpPr>
          <p:spPr>
            <a:xfrm>
              <a:off x="6400790" y="2947232"/>
              <a:ext cx="1433" cy="1433"/>
            </a:xfrm>
            <a:custGeom>
              <a:avLst/>
              <a:gdLst>
                <a:gd name="csX0" fmla="*/ 0 w 1433"/>
                <a:gd name="csY0" fmla="*/ 1433 h 1433"/>
                <a:gd name="csX1" fmla="*/ 1433 w 1433"/>
                <a:gd name="csY1" fmla="*/ 0 h 1433"/>
                <a:gd name="csX2" fmla="*/ 1433 w 1433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433">
                  <a:moveTo>
                    <a:pt x="0" y="1433"/>
                  </a:moveTo>
                  <a:lnTo>
                    <a:pt x="1433" y="0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6" name="Freeform 4185">
              <a:extLst>
                <a:ext uri="{FF2B5EF4-FFF2-40B4-BE49-F238E27FC236}">
                  <a16:creationId xmlns:a16="http://schemas.microsoft.com/office/drawing/2014/main" id="{59027EE1-46AC-DDAD-6CD7-1B2151A111B2}"/>
                </a:ext>
              </a:extLst>
            </p:cNvPr>
            <p:cNvSpPr/>
            <p:nvPr/>
          </p:nvSpPr>
          <p:spPr>
            <a:xfrm>
              <a:off x="6384548" y="2989750"/>
              <a:ext cx="6210" cy="3344"/>
            </a:xfrm>
            <a:custGeom>
              <a:avLst/>
              <a:gdLst>
                <a:gd name="csX0" fmla="*/ 0 w 6210"/>
                <a:gd name="csY0" fmla="*/ 3344 h 3344"/>
                <a:gd name="csX1" fmla="*/ 1911 w 6210"/>
                <a:gd name="csY1" fmla="*/ 1433 h 3344"/>
                <a:gd name="csX2" fmla="*/ 4299 w 6210"/>
                <a:gd name="csY2" fmla="*/ 478 h 3344"/>
                <a:gd name="csX3" fmla="*/ 6210 w 6210"/>
                <a:gd name="csY3" fmla="*/ 0 h 3344"/>
                <a:gd name="csX4" fmla="*/ 6210 w 6210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3344">
                  <a:moveTo>
                    <a:pt x="0" y="3344"/>
                  </a:moveTo>
                  <a:lnTo>
                    <a:pt x="1911" y="1433"/>
                  </a:lnTo>
                  <a:lnTo>
                    <a:pt x="4299" y="478"/>
                  </a:lnTo>
                  <a:lnTo>
                    <a:pt x="6210" y="0"/>
                  </a:lnTo>
                  <a:lnTo>
                    <a:pt x="621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7" name="Freeform 4186">
              <a:extLst>
                <a:ext uri="{FF2B5EF4-FFF2-40B4-BE49-F238E27FC236}">
                  <a16:creationId xmlns:a16="http://schemas.microsoft.com/office/drawing/2014/main" id="{498B8CE4-9C5E-28C6-819A-1EBB82402E1C}"/>
                </a:ext>
              </a:extLst>
            </p:cNvPr>
            <p:cNvSpPr/>
            <p:nvPr/>
          </p:nvSpPr>
          <p:spPr>
            <a:xfrm>
              <a:off x="6356839" y="2994050"/>
              <a:ext cx="24364" cy="10509"/>
            </a:xfrm>
            <a:custGeom>
              <a:avLst/>
              <a:gdLst>
                <a:gd name="csX0" fmla="*/ 0 w 24364"/>
                <a:gd name="csY0" fmla="*/ 0 h 10509"/>
                <a:gd name="csX1" fmla="*/ 2867 w 24364"/>
                <a:gd name="csY1" fmla="*/ 478 h 10509"/>
                <a:gd name="csX2" fmla="*/ 5733 w 24364"/>
                <a:gd name="csY2" fmla="*/ 2389 h 10509"/>
                <a:gd name="csX3" fmla="*/ 9555 w 24364"/>
                <a:gd name="csY3" fmla="*/ 4777 h 10509"/>
                <a:gd name="csX4" fmla="*/ 12421 w 24364"/>
                <a:gd name="csY4" fmla="*/ 5733 h 10509"/>
                <a:gd name="csX5" fmla="*/ 16721 w 24364"/>
                <a:gd name="csY5" fmla="*/ 7644 h 10509"/>
                <a:gd name="csX6" fmla="*/ 18632 w 24364"/>
                <a:gd name="csY6" fmla="*/ 10032 h 10509"/>
                <a:gd name="csX7" fmla="*/ 21498 w 24364"/>
                <a:gd name="csY7" fmla="*/ 10510 h 10509"/>
                <a:gd name="csX8" fmla="*/ 21498 w 24364"/>
                <a:gd name="csY8" fmla="*/ 10510 h 10509"/>
                <a:gd name="csX9" fmla="*/ 24364 w 24364"/>
                <a:gd name="csY9" fmla="*/ 8121 h 10509"/>
                <a:gd name="csX10" fmla="*/ 24364 w 24364"/>
                <a:gd name="csY10" fmla="*/ 8121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4364" h="10509">
                  <a:moveTo>
                    <a:pt x="0" y="0"/>
                  </a:moveTo>
                  <a:lnTo>
                    <a:pt x="2867" y="478"/>
                  </a:lnTo>
                  <a:lnTo>
                    <a:pt x="5733" y="2389"/>
                  </a:lnTo>
                  <a:lnTo>
                    <a:pt x="9555" y="4777"/>
                  </a:lnTo>
                  <a:lnTo>
                    <a:pt x="12421" y="5733"/>
                  </a:lnTo>
                  <a:lnTo>
                    <a:pt x="16721" y="7644"/>
                  </a:lnTo>
                  <a:lnTo>
                    <a:pt x="18632" y="10032"/>
                  </a:lnTo>
                  <a:lnTo>
                    <a:pt x="21498" y="10510"/>
                  </a:lnTo>
                  <a:lnTo>
                    <a:pt x="21498" y="10510"/>
                  </a:lnTo>
                  <a:lnTo>
                    <a:pt x="24364" y="8121"/>
                  </a:lnTo>
                  <a:lnTo>
                    <a:pt x="24364" y="812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8" name="Freeform 4187">
              <a:extLst>
                <a:ext uri="{FF2B5EF4-FFF2-40B4-BE49-F238E27FC236}">
                  <a16:creationId xmlns:a16="http://schemas.microsoft.com/office/drawing/2014/main" id="{3DA5CAEE-ACA8-A879-2CA3-11512EFF53F6}"/>
                </a:ext>
              </a:extLst>
            </p:cNvPr>
            <p:cNvSpPr/>
            <p:nvPr/>
          </p:nvSpPr>
          <p:spPr>
            <a:xfrm>
              <a:off x="6325787" y="2991661"/>
              <a:ext cx="28186" cy="10509"/>
            </a:xfrm>
            <a:custGeom>
              <a:avLst/>
              <a:gdLst>
                <a:gd name="csX0" fmla="*/ 0 w 28186"/>
                <a:gd name="csY0" fmla="*/ 0 h 10509"/>
                <a:gd name="csX1" fmla="*/ 1911 w 28186"/>
                <a:gd name="csY1" fmla="*/ 3822 h 10509"/>
                <a:gd name="csX2" fmla="*/ 2389 w 28186"/>
                <a:gd name="csY2" fmla="*/ 6688 h 10509"/>
                <a:gd name="csX3" fmla="*/ 4300 w 28186"/>
                <a:gd name="csY3" fmla="*/ 6688 h 10509"/>
                <a:gd name="csX4" fmla="*/ 10510 w 28186"/>
                <a:gd name="csY4" fmla="*/ 8121 h 10509"/>
                <a:gd name="csX5" fmla="*/ 15287 w 28186"/>
                <a:gd name="csY5" fmla="*/ 9077 h 10509"/>
                <a:gd name="csX6" fmla="*/ 16721 w 28186"/>
                <a:gd name="csY6" fmla="*/ 10510 h 10509"/>
                <a:gd name="csX7" fmla="*/ 16721 w 28186"/>
                <a:gd name="csY7" fmla="*/ 10510 h 10509"/>
                <a:gd name="csX8" fmla="*/ 20543 w 28186"/>
                <a:gd name="csY8" fmla="*/ 10032 h 10509"/>
                <a:gd name="csX9" fmla="*/ 20543 w 28186"/>
                <a:gd name="csY9" fmla="*/ 10032 h 10509"/>
                <a:gd name="csX10" fmla="*/ 23409 w 28186"/>
                <a:gd name="csY10" fmla="*/ 8599 h 10509"/>
                <a:gd name="csX11" fmla="*/ 28186 w 28186"/>
                <a:gd name="csY11" fmla="*/ 7166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8186" h="10509">
                  <a:moveTo>
                    <a:pt x="0" y="0"/>
                  </a:moveTo>
                  <a:lnTo>
                    <a:pt x="1911" y="3822"/>
                  </a:lnTo>
                  <a:lnTo>
                    <a:pt x="2389" y="6688"/>
                  </a:lnTo>
                  <a:lnTo>
                    <a:pt x="4300" y="6688"/>
                  </a:lnTo>
                  <a:lnTo>
                    <a:pt x="10510" y="8121"/>
                  </a:lnTo>
                  <a:lnTo>
                    <a:pt x="15287" y="9077"/>
                  </a:lnTo>
                  <a:lnTo>
                    <a:pt x="16721" y="10510"/>
                  </a:lnTo>
                  <a:lnTo>
                    <a:pt x="16721" y="10510"/>
                  </a:lnTo>
                  <a:lnTo>
                    <a:pt x="20543" y="10032"/>
                  </a:lnTo>
                  <a:lnTo>
                    <a:pt x="20543" y="10032"/>
                  </a:lnTo>
                  <a:lnTo>
                    <a:pt x="23409" y="8599"/>
                  </a:lnTo>
                  <a:lnTo>
                    <a:pt x="28186" y="71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9" name="Freeform 4188">
              <a:extLst>
                <a:ext uri="{FF2B5EF4-FFF2-40B4-BE49-F238E27FC236}">
                  <a16:creationId xmlns:a16="http://schemas.microsoft.com/office/drawing/2014/main" id="{6BABDE06-4C74-77E7-7328-61D1A6CC1A80}"/>
                </a:ext>
              </a:extLst>
            </p:cNvPr>
            <p:cNvSpPr/>
            <p:nvPr/>
          </p:nvSpPr>
          <p:spPr>
            <a:xfrm>
              <a:off x="6302856" y="2970163"/>
              <a:ext cx="22930" cy="21497"/>
            </a:xfrm>
            <a:custGeom>
              <a:avLst/>
              <a:gdLst>
                <a:gd name="csX0" fmla="*/ 0 w 22930"/>
                <a:gd name="csY0" fmla="*/ 1433 h 21497"/>
                <a:gd name="csX1" fmla="*/ 2867 w 22930"/>
                <a:gd name="csY1" fmla="*/ 0 h 21497"/>
                <a:gd name="csX2" fmla="*/ 6688 w 22930"/>
                <a:gd name="csY2" fmla="*/ 0 h 21497"/>
                <a:gd name="csX3" fmla="*/ 9077 w 22930"/>
                <a:gd name="csY3" fmla="*/ 0 h 21497"/>
                <a:gd name="csX4" fmla="*/ 9555 w 22930"/>
                <a:gd name="csY4" fmla="*/ 0 h 21497"/>
                <a:gd name="csX5" fmla="*/ 13376 w 22930"/>
                <a:gd name="csY5" fmla="*/ 6210 h 21497"/>
                <a:gd name="csX6" fmla="*/ 16721 w 22930"/>
                <a:gd name="csY6" fmla="*/ 11943 h 21497"/>
                <a:gd name="csX7" fmla="*/ 18632 w 22930"/>
                <a:gd name="csY7" fmla="*/ 14332 h 21497"/>
                <a:gd name="csX8" fmla="*/ 22931 w 22930"/>
                <a:gd name="csY8" fmla="*/ 21498 h 21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930" h="21497">
                  <a:moveTo>
                    <a:pt x="0" y="1433"/>
                  </a:moveTo>
                  <a:lnTo>
                    <a:pt x="2867" y="0"/>
                  </a:lnTo>
                  <a:lnTo>
                    <a:pt x="6688" y="0"/>
                  </a:lnTo>
                  <a:lnTo>
                    <a:pt x="9077" y="0"/>
                  </a:lnTo>
                  <a:lnTo>
                    <a:pt x="9555" y="0"/>
                  </a:lnTo>
                  <a:lnTo>
                    <a:pt x="13376" y="6210"/>
                  </a:lnTo>
                  <a:lnTo>
                    <a:pt x="16721" y="11943"/>
                  </a:lnTo>
                  <a:lnTo>
                    <a:pt x="18632" y="14332"/>
                  </a:lnTo>
                  <a:lnTo>
                    <a:pt x="22931" y="2149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0" name="Freeform 4189">
              <a:extLst>
                <a:ext uri="{FF2B5EF4-FFF2-40B4-BE49-F238E27FC236}">
                  <a16:creationId xmlns:a16="http://schemas.microsoft.com/office/drawing/2014/main" id="{6471D730-5BC2-7F2F-FFF0-9C022C476FEF}"/>
                </a:ext>
              </a:extLst>
            </p:cNvPr>
            <p:cNvSpPr/>
            <p:nvPr/>
          </p:nvSpPr>
          <p:spPr>
            <a:xfrm>
              <a:off x="6293779" y="2980673"/>
              <a:ext cx="8599" cy="1433"/>
            </a:xfrm>
            <a:custGeom>
              <a:avLst/>
              <a:gdLst>
                <a:gd name="csX0" fmla="*/ 0 w 8599"/>
                <a:gd name="csY0" fmla="*/ 0 h 1433"/>
                <a:gd name="csX1" fmla="*/ 4299 w 8599"/>
                <a:gd name="csY1" fmla="*/ 0 h 1433"/>
                <a:gd name="csX2" fmla="*/ 7644 w 8599"/>
                <a:gd name="csY2" fmla="*/ 1433 h 1433"/>
                <a:gd name="csX3" fmla="*/ 8599 w 8599"/>
                <a:gd name="csY3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99" h="1433">
                  <a:moveTo>
                    <a:pt x="0" y="0"/>
                  </a:moveTo>
                  <a:lnTo>
                    <a:pt x="4299" y="0"/>
                  </a:lnTo>
                  <a:lnTo>
                    <a:pt x="7644" y="1433"/>
                  </a:lnTo>
                  <a:lnTo>
                    <a:pt x="8599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1" name="Freeform 4190">
              <a:extLst>
                <a:ext uri="{FF2B5EF4-FFF2-40B4-BE49-F238E27FC236}">
                  <a16:creationId xmlns:a16="http://schemas.microsoft.com/office/drawing/2014/main" id="{9245955E-91DF-133F-AF29-F438060259B2}"/>
                </a:ext>
              </a:extLst>
            </p:cNvPr>
            <p:cNvSpPr/>
            <p:nvPr/>
          </p:nvSpPr>
          <p:spPr>
            <a:xfrm>
              <a:off x="6298078" y="2985451"/>
              <a:ext cx="477" cy="3344"/>
            </a:xfrm>
            <a:custGeom>
              <a:avLst/>
              <a:gdLst>
                <a:gd name="csX0" fmla="*/ 478 w 477"/>
                <a:gd name="csY0" fmla="*/ 3344 h 3344"/>
                <a:gd name="csX1" fmla="*/ 478 w 477"/>
                <a:gd name="csY1" fmla="*/ 1911 h 3344"/>
                <a:gd name="csX2" fmla="*/ 478 w 477"/>
                <a:gd name="csY2" fmla="*/ 478 h 3344"/>
                <a:gd name="csX3" fmla="*/ 0 w 477"/>
                <a:gd name="csY3" fmla="*/ 0 h 3344"/>
                <a:gd name="csX4" fmla="*/ 0 w 477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3344">
                  <a:moveTo>
                    <a:pt x="478" y="3344"/>
                  </a:moveTo>
                  <a:lnTo>
                    <a:pt x="478" y="1911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2" name="Freeform 4191">
              <a:extLst>
                <a:ext uri="{FF2B5EF4-FFF2-40B4-BE49-F238E27FC236}">
                  <a16:creationId xmlns:a16="http://schemas.microsoft.com/office/drawing/2014/main" id="{FE9AD84F-FCB0-EB7E-D723-0D72086B209D}"/>
                </a:ext>
              </a:extLst>
            </p:cNvPr>
            <p:cNvSpPr/>
            <p:nvPr/>
          </p:nvSpPr>
          <p:spPr>
            <a:xfrm>
              <a:off x="6308589" y="2998349"/>
              <a:ext cx="5732" cy="5732"/>
            </a:xfrm>
            <a:custGeom>
              <a:avLst/>
              <a:gdLst>
                <a:gd name="csX0" fmla="*/ 5733 w 5732"/>
                <a:gd name="csY0" fmla="*/ 5733 h 5732"/>
                <a:gd name="csX1" fmla="*/ 3822 w 5732"/>
                <a:gd name="csY1" fmla="*/ 3344 h 5732"/>
                <a:gd name="csX2" fmla="*/ 956 w 5732"/>
                <a:gd name="csY2" fmla="*/ 1433 h 5732"/>
                <a:gd name="csX3" fmla="*/ 0 w 5732"/>
                <a:gd name="csY3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732" h="5732">
                  <a:moveTo>
                    <a:pt x="5733" y="5733"/>
                  </a:moveTo>
                  <a:lnTo>
                    <a:pt x="3822" y="3344"/>
                  </a:lnTo>
                  <a:lnTo>
                    <a:pt x="956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3" name="Freeform 4192">
              <a:extLst>
                <a:ext uri="{FF2B5EF4-FFF2-40B4-BE49-F238E27FC236}">
                  <a16:creationId xmlns:a16="http://schemas.microsoft.com/office/drawing/2014/main" id="{0F1853AF-386D-2064-0DBC-A363BE477F43}"/>
                </a:ext>
              </a:extLst>
            </p:cNvPr>
            <p:cNvSpPr/>
            <p:nvPr/>
          </p:nvSpPr>
          <p:spPr>
            <a:xfrm>
              <a:off x="6327220" y="3011248"/>
              <a:ext cx="4777" cy="1910"/>
            </a:xfrm>
            <a:custGeom>
              <a:avLst/>
              <a:gdLst>
                <a:gd name="csX0" fmla="*/ 4777 w 4777"/>
                <a:gd name="csY0" fmla="*/ 1911 h 1910"/>
                <a:gd name="csX1" fmla="*/ 0 w 4777"/>
                <a:gd name="csY1" fmla="*/ 0 h 1910"/>
                <a:gd name="csX2" fmla="*/ 0 w 4777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1910">
                  <a:moveTo>
                    <a:pt x="4777" y="191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4" name="Freeform 4193">
              <a:extLst>
                <a:ext uri="{FF2B5EF4-FFF2-40B4-BE49-F238E27FC236}">
                  <a16:creationId xmlns:a16="http://schemas.microsoft.com/office/drawing/2014/main" id="{BC2BFFB6-1B37-AC2E-F8E8-9A98F91E2735}"/>
                </a:ext>
              </a:extLst>
            </p:cNvPr>
            <p:cNvSpPr/>
            <p:nvPr/>
          </p:nvSpPr>
          <p:spPr>
            <a:xfrm>
              <a:off x="6336775" y="3016025"/>
              <a:ext cx="6688" cy="10987"/>
            </a:xfrm>
            <a:custGeom>
              <a:avLst/>
              <a:gdLst>
                <a:gd name="csX0" fmla="*/ 6688 w 6688"/>
                <a:gd name="csY0" fmla="*/ 10988 h 10987"/>
                <a:gd name="csX1" fmla="*/ 4777 w 6688"/>
                <a:gd name="csY1" fmla="*/ 5255 h 10987"/>
                <a:gd name="csX2" fmla="*/ 2389 w 6688"/>
                <a:gd name="csY2" fmla="*/ 2389 h 10987"/>
                <a:gd name="csX3" fmla="*/ 0 w 6688"/>
                <a:gd name="csY3" fmla="*/ 0 h 10987"/>
                <a:gd name="csX4" fmla="*/ 0 w 6688"/>
                <a:gd name="csY4" fmla="*/ 0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88" h="10987">
                  <a:moveTo>
                    <a:pt x="6688" y="10988"/>
                  </a:moveTo>
                  <a:lnTo>
                    <a:pt x="4777" y="5255"/>
                  </a:lnTo>
                  <a:lnTo>
                    <a:pt x="2389" y="238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5" name="Freeform 4194">
              <a:extLst>
                <a:ext uri="{FF2B5EF4-FFF2-40B4-BE49-F238E27FC236}">
                  <a16:creationId xmlns:a16="http://schemas.microsoft.com/office/drawing/2014/main" id="{93E180FF-5D0C-2075-4869-D8E5C56BA072}"/>
                </a:ext>
              </a:extLst>
            </p:cNvPr>
            <p:cNvSpPr/>
            <p:nvPr/>
          </p:nvSpPr>
          <p:spPr>
            <a:xfrm>
              <a:off x="6345851" y="3027491"/>
              <a:ext cx="3344" cy="5732"/>
            </a:xfrm>
            <a:custGeom>
              <a:avLst/>
              <a:gdLst>
                <a:gd name="csX0" fmla="*/ 3344 w 3344"/>
                <a:gd name="csY0" fmla="*/ 5733 h 5732"/>
                <a:gd name="csX1" fmla="*/ 956 w 3344"/>
                <a:gd name="csY1" fmla="*/ 1911 h 5732"/>
                <a:gd name="csX2" fmla="*/ 478 w 3344"/>
                <a:gd name="csY2" fmla="*/ 0 h 5732"/>
                <a:gd name="csX3" fmla="*/ 0 w 3344"/>
                <a:gd name="csY3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5732">
                  <a:moveTo>
                    <a:pt x="3344" y="5733"/>
                  </a:moveTo>
                  <a:lnTo>
                    <a:pt x="956" y="1911"/>
                  </a:lnTo>
                  <a:lnTo>
                    <a:pt x="478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6" name="Freeform 4195">
              <a:extLst>
                <a:ext uri="{FF2B5EF4-FFF2-40B4-BE49-F238E27FC236}">
                  <a16:creationId xmlns:a16="http://schemas.microsoft.com/office/drawing/2014/main" id="{954F4307-5E9C-B137-DF24-A9C04972EC4A}"/>
                </a:ext>
              </a:extLst>
            </p:cNvPr>
            <p:cNvSpPr/>
            <p:nvPr/>
          </p:nvSpPr>
          <p:spPr>
            <a:xfrm>
              <a:off x="6348718" y="3036090"/>
              <a:ext cx="3821" cy="23886"/>
            </a:xfrm>
            <a:custGeom>
              <a:avLst/>
              <a:gdLst>
                <a:gd name="csX0" fmla="*/ 478 w 3821"/>
                <a:gd name="csY0" fmla="*/ 23886 h 23886"/>
                <a:gd name="csX1" fmla="*/ 0 w 3821"/>
                <a:gd name="csY1" fmla="*/ 23409 h 23886"/>
                <a:gd name="csX2" fmla="*/ 0 w 3821"/>
                <a:gd name="csY2" fmla="*/ 22931 h 23886"/>
                <a:gd name="csX3" fmla="*/ 478 w 3821"/>
                <a:gd name="csY3" fmla="*/ 21020 h 23886"/>
                <a:gd name="csX4" fmla="*/ 955 w 3821"/>
                <a:gd name="csY4" fmla="*/ 18631 h 23886"/>
                <a:gd name="csX5" fmla="*/ 1911 w 3821"/>
                <a:gd name="csY5" fmla="*/ 17198 h 23886"/>
                <a:gd name="csX6" fmla="*/ 1911 w 3821"/>
                <a:gd name="csY6" fmla="*/ 16243 h 23886"/>
                <a:gd name="csX7" fmla="*/ 955 w 3821"/>
                <a:gd name="csY7" fmla="*/ 12421 h 23886"/>
                <a:gd name="csX8" fmla="*/ 955 w 3821"/>
                <a:gd name="csY8" fmla="*/ 7644 h 23886"/>
                <a:gd name="csX9" fmla="*/ 955 w 3821"/>
                <a:gd name="csY9" fmla="*/ 3822 h 23886"/>
                <a:gd name="csX10" fmla="*/ 3822 w 3821"/>
                <a:gd name="csY10" fmla="*/ 956 h 23886"/>
                <a:gd name="csX11" fmla="*/ 3822 w 3821"/>
                <a:gd name="csY11" fmla="*/ 0 h 23886"/>
                <a:gd name="csX12" fmla="*/ 3822 w 3821"/>
                <a:gd name="csY12" fmla="*/ 0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821" h="23886">
                  <a:moveTo>
                    <a:pt x="478" y="23886"/>
                  </a:moveTo>
                  <a:lnTo>
                    <a:pt x="0" y="23409"/>
                  </a:lnTo>
                  <a:lnTo>
                    <a:pt x="0" y="22931"/>
                  </a:lnTo>
                  <a:lnTo>
                    <a:pt x="478" y="21020"/>
                  </a:lnTo>
                  <a:lnTo>
                    <a:pt x="955" y="18631"/>
                  </a:lnTo>
                  <a:lnTo>
                    <a:pt x="1911" y="17198"/>
                  </a:lnTo>
                  <a:lnTo>
                    <a:pt x="1911" y="16243"/>
                  </a:lnTo>
                  <a:lnTo>
                    <a:pt x="955" y="12421"/>
                  </a:lnTo>
                  <a:lnTo>
                    <a:pt x="955" y="7644"/>
                  </a:lnTo>
                  <a:lnTo>
                    <a:pt x="955" y="3822"/>
                  </a:lnTo>
                  <a:lnTo>
                    <a:pt x="3822" y="956"/>
                  </a:lnTo>
                  <a:lnTo>
                    <a:pt x="3822" y="0"/>
                  </a:ln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7" name="Freeform 4196">
              <a:extLst>
                <a:ext uri="{FF2B5EF4-FFF2-40B4-BE49-F238E27FC236}">
                  <a16:creationId xmlns:a16="http://schemas.microsoft.com/office/drawing/2014/main" id="{4098FC7E-277D-F463-D80C-CFDE7C06E868}"/>
                </a:ext>
              </a:extLst>
            </p:cNvPr>
            <p:cNvSpPr/>
            <p:nvPr/>
          </p:nvSpPr>
          <p:spPr>
            <a:xfrm>
              <a:off x="6353017" y="3060454"/>
              <a:ext cx="955" cy="955"/>
            </a:xfrm>
            <a:custGeom>
              <a:avLst/>
              <a:gdLst>
                <a:gd name="csX0" fmla="*/ 956 w 955"/>
                <a:gd name="csY0" fmla="*/ 956 h 955"/>
                <a:gd name="csX1" fmla="*/ 0 w 955"/>
                <a:gd name="csY1" fmla="*/ 0 h 955"/>
                <a:gd name="csX2" fmla="*/ 0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956" y="95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8" name="Freeform 4197">
              <a:extLst>
                <a:ext uri="{FF2B5EF4-FFF2-40B4-BE49-F238E27FC236}">
                  <a16:creationId xmlns:a16="http://schemas.microsoft.com/office/drawing/2014/main" id="{77A34BCA-5160-AA63-C997-7972FBA7EA02}"/>
                </a:ext>
              </a:extLst>
            </p:cNvPr>
            <p:cNvSpPr/>
            <p:nvPr/>
          </p:nvSpPr>
          <p:spPr>
            <a:xfrm>
              <a:off x="6352062" y="3061410"/>
              <a:ext cx="7165" cy="56849"/>
            </a:xfrm>
            <a:custGeom>
              <a:avLst/>
              <a:gdLst>
                <a:gd name="csX0" fmla="*/ 2867 w 7165"/>
                <a:gd name="csY0" fmla="*/ 56850 h 56849"/>
                <a:gd name="csX1" fmla="*/ 1911 w 7165"/>
                <a:gd name="csY1" fmla="*/ 55894 h 56849"/>
                <a:gd name="csX2" fmla="*/ 1911 w 7165"/>
                <a:gd name="csY2" fmla="*/ 53983 h 56849"/>
                <a:gd name="csX3" fmla="*/ 1433 w 7165"/>
                <a:gd name="csY3" fmla="*/ 52072 h 56849"/>
                <a:gd name="csX4" fmla="*/ 956 w 7165"/>
                <a:gd name="csY4" fmla="*/ 48251 h 56849"/>
                <a:gd name="csX5" fmla="*/ 1433 w 7165"/>
                <a:gd name="csY5" fmla="*/ 45384 h 56849"/>
                <a:gd name="csX6" fmla="*/ 1911 w 7165"/>
                <a:gd name="csY6" fmla="*/ 43951 h 56849"/>
                <a:gd name="csX7" fmla="*/ 2867 w 7165"/>
                <a:gd name="csY7" fmla="*/ 42518 h 56849"/>
                <a:gd name="csX8" fmla="*/ 2867 w 7165"/>
                <a:gd name="csY8" fmla="*/ 42518 h 56849"/>
                <a:gd name="csX9" fmla="*/ 4777 w 7165"/>
                <a:gd name="csY9" fmla="*/ 39651 h 56849"/>
                <a:gd name="csX10" fmla="*/ 5255 w 7165"/>
                <a:gd name="csY10" fmla="*/ 37263 h 56849"/>
                <a:gd name="csX11" fmla="*/ 5733 w 7165"/>
                <a:gd name="csY11" fmla="*/ 33441 h 56849"/>
                <a:gd name="csX12" fmla="*/ 6211 w 7165"/>
                <a:gd name="csY12" fmla="*/ 30097 h 56849"/>
                <a:gd name="csX13" fmla="*/ 7166 w 7165"/>
                <a:gd name="csY13" fmla="*/ 28664 h 56849"/>
                <a:gd name="csX14" fmla="*/ 7166 w 7165"/>
                <a:gd name="csY14" fmla="*/ 27230 h 56849"/>
                <a:gd name="csX15" fmla="*/ 7166 w 7165"/>
                <a:gd name="csY15" fmla="*/ 27230 h 56849"/>
                <a:gd name="csX16" fmla="*/ 6688 w 7165"/>
                <a:gd name="csY16" fmla="*/ 25797 h 56849"/>
                <a:gd name="csX17" fmla="*/ 4777 w 7165"/>
                <a:gd name="csY17" fmla="*/ 22931 h 56849"/>
                <a:gd name="csX18" fmla="*/ 2867 w 7165"/>
                <a:gd name="csY18" fmla="*/ 19587 h 56849"/>
                <a:gd name="csX19" fmla="*/ 1433 w 7165"/>
                <a:gd name="csY19" fmla="*/ 16721 h 56849"/>
                <a:gd name="csX20" fmla="*/ 478 w 7165"/>
                <a:gd name="csY20" fmla="*/ 13854 h 56849"/>
                <a:gd name="csX21" fmla="*/ 0 w 7165"/>
                <a:gd name="csY21" fmla="*/ 11465 h 56849"/>
                <a:gd name="csX22" fmla="*/ 0 w 7165"/>
                <a:gd name="csY22" fmla="*/ 9077 h 56849"/>
                <a:gd name="csX23" fmla="*/ 956 w 7165"/>
                <a:gd name="csY23" fmla="*/ 7644 h 56849"/>
                <a:gd name="csX24" fmla="*/ 2867 w 7165"/>
                <a:gd name="csY24" fmla="*/ 5255 h 56849"/>
                <a:gd name="csX25" fmla="*/ 2867 w 7165"/>
                <a:gd name="csY25" fmla="*/ 5255 h 56849"/>
                <a:gd name="csX26" fmla="*/ 3344 w 7165"/>
                <a:gd name="csY26" fmla="*/ 4777 h 56849"/>
                <a:gd name="csX27" fmla="*/ 2389 w 7165"/>
                <a:gd name="csY27" fmla="*/ 0 h 56849"/>
                <a:gd name="csX28" fmla="*/ 2389 w 7165"/>
                <a:gd name="csY28" fmla="*/ 0 h 568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165" h="56849">
                  <a:moveTo>
                    <a:pt x="2867" y="56850"/>
                  </a:moveTo>
                  <a:lnTo>
                    <a:pt x="1911" y="55894"/>
                  </a:lnTo>
                  <a:lnTo>
                    <a:pt x="1911" y="53983"/>
                  </a:lnTo>
                  <a:lnTo>
                    <a:pt x="1433" y="52072"/>
                  </a:lnTo>
                  <a:lnTo>
                    <a:pt x="956" y="48251"/>
                  </a:lnTo>
                  <a:lnTo>
                    <a:pt x="1433" y="45384"/>
                  </a:lnTo>
                  <a:lnTo>
                    <a:pt x="1911" y="43951"/>
                  </a:lnTo>
                  <a:lnTo>
                    <a:pt x="2867" y="42518"/>
                  </a:lnTo>
                  <a:lnTo>
                    <a:pt x="2867" y="42518"/>
                  </a:lnTo>
                  <a:lnTo>
                    <a:pt x="4777" y="39651"/>
                  </a:lnTo>
                  <a:lnTo>
                    <a:pt x="5255" y="37263"/>
                  </a:lnTo>
                  <a:lnTo>
                    <a:pt x="5733" y="33441"/>
                  </a:lnTo>
                  <a:lnTo>
                    <a:pt x="6211" y="30097"/>
                  </a:lnTo>
                  <a:lnTo>
                    <a:pt x="7166" y="28664"/>
                  </a:lnTo>
                  <a:lnTo>
                    <a:pt x="7166" y="27230"/>
                  </a:lnTo>
                  <a:lnTo>
                    <a:pt x="7166" y="27230"/>
                  </a:lnTo>
                  <a:lnTo>
                    <a:pt x="6688" y="25797"/>
                  </a:lnTo>
                  <a:lnTo>
                    <a:pt x="4777" y="22931"/>
                  </a:lnTo>
                  <a:lnTo>
                    <a:pt x="2867" y="19587"/>
                  </a:lnTo>
                  <a:lnTo>
                    <a:pt x="1433" y="16721"/>
                  </a:lnTo>
                  <a:lnTo>
                    <a:pt x="478" y="13854"/>
                  </a:lnTo>
                  <a:lnTo>
                    <a:pt x="0" y="11465"/>
                  </a:lnTo>
                  <a:lnTo>
                    <a:pt x="0" y="9077"/>
                  </a:lnTo>
                  <a:lnTo>
                    <a:pt x="956" y="7644"/>
                  </a:lnTo>
                  <a:lnTo>
                    <a:pt x="2867" y="5255"/>
                  </a:lnTo>
                  <a:lnTo>
                    <a:pt x="2867" y="5255"/>
                  </a:lnTo>
                  <a:lnTo>
                    <a:pt x="3344" y="4777"/>
                  </a:lnTo>
                  <a:lnTo>
                    <a:pt x="2389" y="0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" name="Freeform 4198">
              <a:extLst>
                <a:ext uri="{FF2B5EF4-FFF2-40B4-BE49-F238E27FC236}">
                  <a16:creationId xmlns:a16="http://schemas.microsoft.com/office/drawing/2014/main" id="{6DAA55EB-D8F2-329B-4686-6AF736D0E447}"/>
                </a:ext>
              </a:extLst>
            </p:cNvPr>
            <p:cNvSpPr/>
            <p:nvPr/>
          </p:nvSpPr>
          <p:spPr>
            <a:xfrm>
              <a:off x="6357795" y="3120170"/>
              <a:ext cx="4777" cy="13854"/>
            </a:xfrm>
            <a:custGeom>
              <a:avLst/>
              <a:gdLst>
                <a:gd name="csX0" fmla="*/ 4777 w 4777"/>
                <a:gd name="csY0" fmla="*/ 13854 h 13854"/>
                <a:gd name="csX1" fmla="*/ 2867 w 4777"/>
                <a:gd name="csY1" fmla="*/ 7166 h 13854"/>
                <a:gd name="csX2" fmla="*/ 1911 w 4777"/>
                <a:gd name="csY2" fmla="*/ 3822 h 13854"/>
                <a:gd name="csX3" fmla="*/ 0 w 4777"/>
                <a:gd name="csY3" fmla="*/ 0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13854">
                  <a:moveTo>
                    <a:pt x="4777" y="13854"/>
                  </a:moveTo>
                  <a:lnTo>
                    <a:pt x="2867" y="7166"/>
                  </a:lnTo>
                  <a:lnTo>
                    <a:pt x="1911" y="3822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" name="Freeform 4199">
              <a:extLst>
                <a:ext uri="{FF2B5EF4-FFF2-40B4-BE49-F238E27FC236}">
                  <a16:creationId xmlns:a16="http://schemas.microsoft.com/office/drawing/2014/main" id="{381FCE32-0F14-3A68-256E-15CEE9566D0A}"/>
                </a:ext>
              </a:extLst>
            </p:cNvPr>
            <p:cNvSpPr/>
            <p:nvPr/>
          </p:nvSpPr>
          <p:spPr>
            <a:xfrm>
              <a:off x="6302378" y="3133069"/>
              <a:ext cx="168160" cy="241730"/>
            </a:xfrm>
            <a:custGeom>
              <a:avLst/>
              <a:gdLst>
                <a:gd name="csX0" fmla="*/ 168161 w 168160"/>
                <a:gd name="csY0" fmla="*/ 179149 h 241730"/>
                <a:gd name="csX1" fmla="*/ 168161 w 168160"/>
                <a:gd name="csY1" fmla="*/ 179149 h 241730"/>
                <a:gd name="csX2" fmla="*/ 166250 w 168160"/>
                <a:gd name="csY2" fmla="*/ 181059 h 241730"/>
                <a:gd name="csX3" fmla="*/ 161472 w 168160"/>
                <a:gd name="csY3" fmla="*/ 187270 h 241730"/>
                <a:gd name="csX4" fmla="*/ 156218 w 168160"/>
                <a:gd name="csY4" fmla="*/ 191569 h 241730"/>
                <a:gd name="csX5" fmla="*/ 151440 w 168160"/>
                <a:gd name="csY5" fmla="*/ 195869 h 241730"/>
                <a:gd name="csX6" fmla="*/ 151440 w 168160"/>
                <a:gd name="csY6" fmla="*/ 195869 h 241730"/>
                <a:gd name="csX7" fmla="*/ 150007 w 168160"/>
                <a:gd name="csY7" fmla="*/ 197780 h 241730"/>
                <a:gd name="csX8" fmla="*/ 148096 w 168160"/>
                <a:gd name="csY8" fmla="*/ 199691 h 241730"/>
                <a:gd name="csX9" fmla="*/ 145707 w 168160"/>
                <a:gd name="csY9" fmla="*/ 201124 h 241730"/>
                <a:gd name="csX10" fmla="*/ 144752 w 168160"/>
                <a:gd name="csY10" fmla="*/ 201602 h 241730"/>
                <a:gd name="csX11" fmla="*/ 139497 w 168160"/>
                <a:gd name="csY11" fmla="*/ 207335 h 241730"/>
                <a:gd name="csX12" fmla="*/ 132809 w 168160"/>
                <a:gd name="csY12" fmla="*/ 215456 h 241730"/>
                <a:gd name="csX13" fmla="*/ 131854 w 168160"/>
                <a:gd name="csY13" fmla="*/ 215456 h 241730"/>
                <a:gd name="csX14" fmla="*/ 129942 w 168160"/>
                <a:gd name="csY14" fmla="*/ 216411 h 241730"/>
                <a:gd name="csX15" fmla="*/ 127076 w 168160"/>
                <a:gd name="csY15" fmla="*/ 216889 h 241730"/>
                <a:gd name="csX16" fmla="*/ 126120 w 168160"/>
                <a:gd name="csY16" fmla="*/ 217845 h 241730"/>
                <a:gd name="csX17" fmla="*/ 121821 w 168160"/>
                <a:gd name="csY17" fmla="*/ 214978 h 241730"/>
                <a:gd name="csX18" fmla="*/ 120865 w 168160"/>
                <a:gd name="csY18" fmla="*/ 214978 h 241730"/>
                <a:gd name="csX19" fmla="*/ 118477 w 168160"/>
                <a:gd name="csY19" fmla="*/ 215456 h 241730"/>
                <a:gd name="csX20" fmla="*/ 115611 w 168160"/>
                <a:gd name="csY20" fmla="*/ 217845 h 241730"/>
                <a:gd name="csX21" fmla="*/ 111311 w 168160"/>
                <a:gd name="csY21" fmla="*/ 218322 h 241730"/>
                <a:gd name="csX22" fmla="*/ 108922 w 168160"/>
                <a:gd name="csY22" fmla="*/ 218800 h 241730"/>
                <a:gd name="csX23" fmla="*/ 107489 w 168160"/>
                <a:gd name="csY23" fmla="*/ 219756 h 241730"/>
                <a:gd name="csX24" fmla="*/ 107489 w 168160"/>
                <a:gd name="csY24" fmla="*/ 217845 h 241730"/>
                <a:gd name="csX25" fmla="*/ 107967 w 168160"/>
                <a:gd name="csY25" fmla="*/ 214978 h 241730"/>
                <a:gd name="csX26" fmla="*/ 108922 w 168160"/>
                <a:gd name="csY26" fmla="*/ 213067 h 241730"/>
                <a:gd name="csX27" fmla="*/ 108922 w 168160"/>
                <a:gd name="csY27" fmla="*/ 212112 h 241730"/>
                <a:gd name="csX28" fmla="*/ 108445 w 168160"/>
                <a:gd name="csY28" fmla="*/ 212112 h 241730"/>
                <a:gd name="csX29" fmla="*/ 107011 w 168160"/>
                <a:gd name="csY29" fmla="*/ 214500 h 241730"/>
                <a:gd name="csX30" fmla="*/ 106056 w 168160"/>
                <a:gd name="csY30" fmla="*/ 217845 h 241730"/>
                <a:gd name="csX31" fmla="*/ 104623 w 168160"/>
                <a:gd name="csY31" fmla="*/ 219278 h 241730"/>
                <a:gd name="csX32" fmla="*/ 100801 w 168160"/>
                <a:gd name="csY32" fmla="*/ 220233 h 241730"/>
                <a:gd name="csX33" fmla="*/ 97457 w 168160"/>
                <a:gd name="csY33" fmla="*/ 217367 h 241730"/>
                <a:gd name="csX34" fmla="*/ 96024 w 168160"/>
                <a:gd name="csY34" fmla="*/ 217367 h 241730"/>
                <a:gd name="csX35" fmla="*/ 96979 w 168160"/>
                <a:gd name="csY35" fmla="*/ 219278 h 241730"/>
                <a:gd name="csX36" fmla="*/ 97935 w 168160"/>
                <a:gd name="csY36" fmla="*/ 221189 h 241730"/>
                <a:gd name="csX37" fmla="*/ 97457 w 168160"/>
                <a:gd name="csY37" fmla="*/ 222622 h 241730"/>
                <a:gd name="csX38" fmla="*/ 96024 w 168160"/>
                <a:gd name="csY38" fmla="*/ 222144 h 241730"/>
                <a:gd name="csX39" fmla="*/ 94113 w 168160"/>
                <a:gd name="csY39" fmla="*/ 223577 h 241730"/>
                <a:gd name="csX40" fmla="*/ 92202 w 168160"/>
                <a:gd name="csY40" fmla="*/ 225010 h 241730"/>
                <a:gd name="csX41" fmla="*/ 91246 w 168160"/>
                <a:gd name="csY41" fmla="*/ 225010 h 241730"/>
                <a:gd name="csX42" fmla="*/ 90291 w 168160"/>
                <a:gd name="csY42" fmla="*/ 222622 h 241730"/>
                <a:gd name="csX43" fmla="*/ 87902 w 168160"/>
                <a:gd name="csY43" fmla="*/ 224055 h 241730"/>
                <a:gd name="csX44" fmla="*/ 85991 w 168160"/>
                <a:gd name="csY44" fmla="*/ 225488 h 241730"/>
                <a:gd name="csX45" fmla="*/ 82170 w 168160"/>
                <a:gd name="csY45" fmla="*/ 225966 h 241730"/>
                <a:gd name="csX46" fmla="*/ 80258 w 168160"/>
                <a:gd name="csY46" fmla="*/ 227877 h 241730"/>
                <a:gd name="csX47" fmla="*/ 76437 w 168160"/>
                <a:gd name="csY47" fmla="*/ 229310 h 241730"/>
                <a:gd name="csX48" fmla="*/ 74048 w 168160"/>
                <a:gd name="csY48" fmla="*/ 229310 h 241730"/>
                <a:gd name="csX49" fmla="*/ 69271 w 168160"/>
                <a:gd name="csY49" fmla="*/ 230743 h 241730"/>
                <a:gd name="csX50" fmla="*/ 67360 w 168160"/>
                <a:gd name="csY50" fmla="*/ 233132 h 241730"/>
                <a:gd name="csX51" fmla="*/ 65927 w 168160"/>
                <a:gd name="csY51" fmla="*/ 234087 h 241730"/>
                <a:gd name="csX52" fmla="*/ 64016 w 168160"/>
                <a:gd name="csY52" fmla="*/ 233132 h 241730"/>
                <a:gd name="csX53" fmla="*/ 57805 w 168160"/>
                <a:gd name="csY53" fmla="*/ 234565 h 241730"/>
                <a:gd name="csX54" fmla="*/ 51595 w 168160"/>
                <a:gd name="csY54" fmla="*/ 235998 h 241730"/>
                <a:gd name="csX55" fmla="*/ 49206 w 168160"/>
                <a:gd name="csY55" fmla="*/ 235998 h 241730"/>
                <a:gd name="csX56" fmla="*/ 46817 w 168160"/>
                <a:gd name="csY56" fmla="*/ 235521 h 241730"/>
                <a:gd name="csX57" fmla="*/ 43951 w 168160"/>
                <a:gd name="csY57" fmla="*/ 237431 h 241730"/>
                <a:gd name="csX58" fmla="*/ 41085 w 168160"/>
                <a:gd name="csY58" fmla="*/ 240298 h 241730"/>
                <a:gd name="csX59" fmla="*/ 37740 w 168160"/>
                <a:gd name="csY59" fmla="*/ 241731 h 241730"/>
                <a:gd name="csX60" fmla="*/ 36785 w 168160"/>
                <a:gd name="csY60" fmla="*/ 241253 h 241730"/>
                <a:gd name="csX61" fmla="*/ 37740 w 168160"/>
                <a:gd name="csY61" fmla="*/ 239820 h 241730"/>
                <a:gd name="csX62" fmla="*/ 39651 w 168160"/>
                <a:gd name="csY62" fmla="*/ 237909 h 241730"/>
                <a:gd name="csX63" fmla="*/ 41085 w 168160"/>
                <a:gd name="csY63" fmla="*/ 235998 h 241730"/>
                <a:gd name="csX64" fmla="*/ 41563 w 168160"/>
                <a:gd name="csY64" fmla="*/ 234087 h 241730"/>
                <a:gd name="csX65" fmla="*/ 40607 w 168160"/>
                <a:gd name="csY65" fmla="*/ 233132 h 241730"/>
                <a:gd name="csX66" fmla="*/ 39174 w 168160"/>
                <a:gd name="csY66" fmla="*/ 233132 h 241730"/>
                <a:gd name="csX67" fmla="*/ 37263 w 168160"/>
                <a:gd name="csY67" fmla="*/ 231221 h 241730"/>
                <a:gd name="csX68" fmla="*/ 35830 w 168160"/>
                <a:gd name="csY68" fmla="*/ 227399 h 241730"/>
                <a:gd name="csX69" fmla="*/ 34874 w 168160"/>
                <a:gd name="csY69" fmla="*/ 226921 h 241730"/>
                <a:gd name="csX70" fmla="*/ 34397 w 168160"/>
                <a:gd name="csY70" fmla="*/ 227877 h 241730"/>
                <a:gd name="csX71" fmla="*/ 33919 w 168160"/>
                <a:gd name="csY71" fmla="*/ 231221 h 241730"/>
                <a:gd name="csX72" fmla="*/ 33441 w 168160"/>
                <a:gd name="csY72" fmla="*/ 232176 h 241730"/>
                <a:gd name="csX73" fmla="*/ 32486 w 168160"/>
                <a:gd name="csY73" fmla="*/ 232654 h 241730"/>
                <a:gd name="csX74" fmla="*/ 31530 w 168160"/>
                <a:gd name="csY74" fmla="*/ 233610 h 241730"/>
                <a:gd name="csX75" fmla="*/ 30575 w 168160"/>
                <a:gd name="csY75" fmla="*/ 234087 h 241730"/>
                <a:gd name="csX76" fmla="*/ 26753 w 168160"/>
                <a:gd name="csY76" fmla="*/ 233610 h 241730"/>
                <a:gd name="csX77" fmla="*/ 26275 w 168160"/>
                <a:gd name="csY77" fmla="*/ 232176 h 241730"/>
                <a:gd name="csX78" fmla="*/ 26275 w 168160"/>
                <a:gd name="csY78" fmla="*/ 231699 h 241730"/>
                <a:gd name="csX79" fmla="*/ 27231 w 168160"/>
                <a:gd name="csY79" fmla="*/ 229310 h 241730"/>
                <a:gd name="csX80" fmla="*/ 26275 w 168160"/>
                <a:gd name="csY80" fmla="*/ 229310 h 241730"/>
                <a:gd name="csX81" fmla="*/ 26753 w 168160"/>
                <a:gd name="csY81" fmla="*/ 227399 h 241730"/>
                <a:gd name="csX82" fmla="*/ 27708 w 168160"/>
                <a:gd name="csY82" fmla="*/ 227399 h 241730"/>
                <a:gd name="csX83" fmla="*/ 28664 w 168160"/>
                <a:gd name="csY83" fmla="*/ 227399 h 241730"/>
                <a:gd name="csX84" fmla="*/ 29141 w 168160"/>
                <a:gd name="csY84" fmla="*/ 226444 h 241730"/>
                <a:gd name="csX85" fmla="*/ 29141 w 168160"/>
                <a:gd name="csY85" fmla="*/ 225488 h 241730"/>
                <a:gd name="csX86" fmla="*/ 27708 w 168160"/>
                <a:gd name="csY86" fmla="*/ 225488 h 241730"/>
                <a:gd name="csX87" fmla="*/ 27708 w 168160"/>
                <a:gd name="csY87" fmla="*/ 224533 h 241730"/>
                <a:gd name="csX88" fmla="*/ 29141 w 168160"/>
                <a:gd name="csY88" fmla="*/ 221666 h 241730"/>
                <a:gd name="csX89" fmla="*/ 29141 w 168160"/>
                <a:gd name="csY89" fmla="*/ 220711 h 241730"/>
                <a:gd name="csX90" fmla="*/ 28664 w 168160"/>
                <a:gd name="csY90" fmla="*/ 220711 h 241730"/>
                <a:gd name="csX91" fmla="*/ 28186 w 168160"/>
                <a:gd name="csY91" fmla="*/ 221189 h 241730"/>
                <a:gd name="csX92" fmla="*/ 22931 w 168160"/>
                <a:gd name="csY92" fmla="*/ 220233 h 241730"/>
                <a:gd name="csX93" fmla="*/ 16243 w 168160"/>
                <a:gd name="csY93" fmla="*/ 216411 h 241730"/>
                <a:gd name="csX94" fmla="*/ 14809 w 168160"/>
                <a:gd name="csY94" fmla="*/ 216411 h 241730"/>
                <a:gd name="csX95" fmla="*/ 13854 w 168160"/>
                <a:gd name="csY95" fmla="*/ 213067 h 241730"/>
                <a:gd name="csX96" fmla="*/ 12421 w 168160"/>
                <a:gd name="csY96" fmla="*/ 213545 h 241730"/>
                <a:gd name="csX97" fmla="*/ 10032 w 168160"/>
                <a:gd name="csY97" fmla="*/ 215456 h 241730"/>
                <a:gd name="csX98" fmla="*/ 8121 w 168160"/>
                <a:gd name="csY98" fmla="*/ 214023 h 241730"/>
                <a:gd name="csX99" fmla="*/ 6688 w 168160"/>
                <a:gd name="csY99" fmla="*/ 213067 h 241730"/>
                <a:gd name="csX100" fmla="*/ 6210 w 168160"/>
                <a:gd name="csY100" fmla="*/ 211634 h 241730"/>
                <a:gd name="csX101" fmla="*/ 6210 w 168160"/>
                <a:gd name="csY101" fmla="*/ 209245 h 241730"/>
                <a:gd name="csX102" fmla="*/ 5733 w 168160"/>
                <a:gd name="csY102" fmla="*/ 206857 h 241730"/>
                <a:gd name="csX103" fmla="*/ 5255 w 168160"/>
                <a:gd name="csY103" fmla="*/ 203513 h 241730"/>
                <a:gd name="csX104" fmla="*/ 4777 w 168160"/>
                <a:gd name="csY104" fmla="*/ 199213 h 241730"/>
                <a:gd name="csX105" fmla="*/ 5255 w 168160"/>
                <a:gd name="csY105" fmla="*/ 195869 h 241730"/>
                <a:gd name="csX106" fmla="*/ 6688 w 168160"/>
                <a:gd name="csY106" fmla="*/ 193003 h 241730"/>
                <a:gd name="csX107" fmla="*/ 7166 w 168160"/>
                <a:gd name="csY107" fmla="*/ 191569 h 241730"/>
                <a:gd name="csX108" fmla="*/ 8121 w 168160"/>
                <a:gd name="csY108" fmla="*/ 187270 h 241730"/>
                <a:gd name="csX109" fmla="*/ 8121 w 168160"/>
                <a:gd name="csY109" fmla="*/ 182493 h 241730"/>
                <a:gd name="csX110" fmla="*/ 7644 w 168160"/>
                <a:gd name="csY110" fmla="*/ 181059 h 241730"/>
                <a:gd name="csX111" fmla="*/ 8121 w 168160"/>
                <a:gd name="csY111" fmla="*/ 179626 h 241730"/>
                <a:gd name="csX112" fmla="*/ 9077 w 168160"/>
                <a:gd name="csY112" fmla="*/ 179626 h 241730"/>
                <a:gd name="csX113" fmla="*/ 8599 w 168160"/>
                <a:gd name="csY113" fmla="*/ 178671 h 241730"/>
                <a:gd name="csX114" fmla="*/ 8121 w 168160"/>
                <a:gd name="csY114" fmla="*/ 178193 h 241730"/>
                <a:gd name="csX115" fmla="*/ 7644 w 168160"/>
                <a:gd name="csY115" fmla="*/ 177238 h 241730"/>
                <a:gd name="csX116" fmla="*/ 8121 w 168160"/>
                <a:gd name="csY116" fmla="*/ 176760 h 241730"/>
                <a:gd name="csX117" fmla="*/ 9555 w 168160"/>
                <a:gd name="csY117" fmla="*/ 176282 h 241730"/>
                <a:gd name="csX118" fmla="*/ 9555 w 168160"/>
                <a:gd name="csY118" fmla="*/ 176282 h 241730"/>
                <a:gd name="csX119" fmla="*/ 10032 w 168160"/>
                <a:gd name="csY119" fmla="*/ 175804 h 241730"/>
                <a:gd name="csX120" fmla="*/ 8599 w 168160"/>
                <a:gd name="csY120" fmla="*/ 172938 h 241730"/>
                <a:gd name="csX121" fmla="*/ 8599 w 168160"/>
                <a:gd name="csY121" fmla="*/ 171505 h 241730"/>
                <a:gd name="csX122" fmla="*/ 7166 w 168160"/>
                <a:gd name="csY122" fmla="*/ 167205 h 241730"/>
                <a:gd name="csX123" fmla="*/ 5255 w 168160"/>
                <a:gd name="csY123" fmla="*/ 163383 h 241730"/>
                <a:gd name="csX124" fmla="*/ 2866 w 168160"/>
                <a:gd name="csY124" fmla="*/ 160517 h 241730"/>
                <a:gd name="csX125" fmla="*/ 3822 w 168160"/>
                <a:gd name="csY125" fmla="*/ 155740 h 241730"/>
                <a:gd name="csX126" fmla="*/ 4777 w 168160"/>
                <a:gd name="csY126" fmla="*/ 151440 h 241730"/>
                <a:gd name="csX127" fmla="*/ 4777 w 168160"/>
                <a:gd name="csY127" fmla="*/ 149052 h 241730"/>
                <a:gd name="csX128" fmla="*/ 4299 w 168160"/>
                <a:gd name="csY128" fmla="*/ 146663 h 241730"/>
                <a:gd name="csX129" fmla="*/ 956 w 168160"/>
                <a:gd name="csY129" fmla="*/ 143796 h 241730"/>
                <a:gd name="csX130" fmla="*/ 478 w 168160"/>
                <a:gd name="csY130" fmla="*/ 139975 h 241730"/>
                <a:gd name="csX131" fmla="*/ 0 w 168160"/>
                <a:gd name="csY131" fmla="*/ 135675 h 241730"/>
                <a:gd name="csX132" fmla="*/ 0 w 168160"/>
                <a:gd name="csY132" fmla="*/ 132809 h 241730"/>
                <a:gd name="csX133" fmla="*/ 478 w 168160"/>
                <a:gd name="csY133" fmla="*/ 130898 h 241730"/>
                <a:gd name="csX134" fmla="*/ 1911 w 168160"/>
                <a:gd name="csY134" fmla="*/ 128987 h 241730"/>
                <a:gd name="csX135" fmla="*/ 7166 w 168160"/>
                <a:gd name="csY135" fmla="*/ 122776 h 241730"/>
                <a:gd name="csX136" fmla="*/ 7166 w 168160"/>
                <a:gd name="csY136" fmla="*/ 119432 h 241730"/>
                <a:gd name="csX137" fmla="*/ 10988 w 168160"/>
                <a:gd name="csY137" fmla="*/ 118955 h 241730"/>
                <a:gd name="csX138" fmla="*/ 9077 w 168160"/>
                <a:gd name="csY138" fmla="*/ 116088 h 241730"/>
                <a:gd name="csX139" fmla="*/ 8599 w 168160"/>
                <a:gd name="csY139" fmla="*/ 114177 h 241730"/>
                <a:gd name="csX140" fmla="*/ 8599 w 168160"/>
                <a:gd name="csY140" fmla="*/ 112266 h 241730"/>
                <a:gd name="csX141" fmla="*/ 13854 w 168160"/>
                <a:gd name="csY141" fmla="*/ 110833 h 241730"/>
                <a:gd name="csX142" fmla="*/ 15765 w 168160"/>
                <a:gd name="csY142" fmla="*/ 112266 h 241730"/>
                <a:gd name="csX143" fmla="*/ 20065 w 168160"/>
                <a:gd name="csY143" fmla="*/ 110833 h 241730"/>
                <a:gd name="csX144" fmla="*/ 23886 w 168160"/>
                <a:gd name="csY144" fmla="*/ 107967 h 241730"/>
                <a:gd name="csX145" fmla="*/ 23886 w 168160"/>
                <a:gd name="csY145" fmla="*/ 106534 h 241730"/>
                <a:gd name="csX146" fmla="*/ 23409 w 168160"/>
                <a:gd name="csY146" fmla="*/ 105578 h 241730"/>
                <a:gd name="csX147" fmla="*/ 22453 w 168160"/>
                <a:gd name="csY147" fmla="*/ 102712 h 241730"/>
                <a:gd name="csX148" fmla="*/ 22931 w 168160"/>
                <a:gd name="csY148" fmla="*/ 102234 h 241730"/>
                <a:gd name="csX149" fmla="*/ 24364 w 168160"/>
                <a:gd name="csY149" fmla="*/ 102712 h 241730"/>
                <a:gd name="csX150" fmla="*/ 23886 w 168160"/>
                <a:gd name="csY150" fmla="*/ 101756 h 241730"/>
                <a:gd name="csX151" fmla="*/ 23886 w 168160"/>
                <a:gd name="csY151" fmla="*/ 100323 h 241730"/>
                <a:gd name="csX152" fmla="*/ 25320 w 168160"/>
                <a:gd name="csY152" fmla="*/ 100801 h 241730"/>
                <a:gd name="csX153" fmla="*/ 28186 w 168160"/>
                <a:gd name="csY153" fmla="*/ 96979 h 241730"/>
                <a:gd name="csX154" fmla="*/ 28186 w 168160"/>
                <a:gd name="csY154" fmla="*/ 94590 h 241730"/>
                <a:gd name="csX155" fmla="*/ 32486 w 168160"/>
                <a:gd name="csY155" fmla="*/ 93157 h 241730"/>
                <a:gd name="csX156" fmla="*/ 37740 w 168160"/>
                <a:gd name="csY156" fmla="*/ 87424 h 241730"/>
                <a:gd name="csX157" fmla="*/ 40129 w 168160"/>
                <a:gd name="csY157" fmla="*/ 85514 h 241730"/>
                <a:gd name="csX158" fmla="*/ 42518 w 168160"/>
                <a:gd name="csY158" fmla="*/ 84080 h 241730"/>
                <a:gd name="csX159" fmla="*/ 47295 w 168160"/>
                <a:gd name="csY159" fmla="*/ 78348 h 241730"/>
                <a:gd name="csX160" fmla="*/ 49206 w 168160"/>
                <a:gd name="csY160" fmla="*/ 78348 h 241730"/>
                <a:gd name="csX161" fmla="*/ 50639 w 168160"/>
                <a:gd name="csY161" fmla="*/ 74526 h 241730"/>
                <a:gd name="csX162" fmla="*/ 54461 w 168160"/>
                <a:gd name="csY162" fmla="*/ 69271 h 241730"/>
                <a:gd name="csX163" fmla="*/ 55894 w 168160"/>
                <a:gd name="csY163" fmla="*/ 68315 h 241730"/>
                <a:gd name="csX164" fmla="*/ 57805 w 168160"/>
                <a:gd name="csY164" fmla="*/ 63538 h 241730"/>
                <a:gd name="csX165" fmla="*/ 63060 w 168160"/>
                <a:gd name="csY165" fmla="*/ 58283 h 241730"/>
                <a:gd name="csX166" fmla="*/ 65927 w 168160"/>
                <a:gd name="csY166" fmla="*/ 51117 h 241730"/>
                <a:gd name="csX167" fmla="*/ 67838 w 168160"/>
                <a:gd name="csY167" fmla="*/ 48728 h 241730"/>
                <a:gd name="csX168" fmla="*/ 68315 w 168160"/>
                <a:gd name="csY168" fmla="*/ 46340 h 241730"/>
                <a:gd name="csX169" fmla="*/ 70226 w 168160"/>
                <a:gd name="csY169" fmla="*/ 45862 h 241730"/>
                <a:gd name="csX170" fmla="*/ 72137 w 168160"/>
                <a:gd name="csY170" fmla="*/ 43951 h 241730"/>
                <a:gd name="csX171" fmla="*/ 75959 w 168160"/>
                <a:gd name="csY171" fmla="*/ 42518 h 241730"/>
                <a:gd name="csX172" fmla="*/ 79781 w 168160"/>
                <a:gd name="csY172" fmla="*/ 42996 h 241730"/>
                <a:gd name="csX173" fmla="*/ 81214 w 168160"/>
                <a:gd name="csY173" fmla="*/ 43951 h 241730"/>
                <a:gd name="csX174" fmla="*/ 82647 w 168160"/>
                <a:gd name="csY174" fmla="*/ 43473 h 241730"/>
                <a:gd name="csX175" fmla="*/ 82647 w 168160"/>
                <a:gd name="csY175" fmla="*/ 41085 h 241730"/>
                <a:gd name="csX176" fmla="*/ 81692 w 168160"/>
                <a:gd name="csY176" fmla="*/ 39651 h 241730"/>
                <a:gd name="csX177" fmla="*/ 82647 w 168160"/>
                <a:gd name="csY177" fmla="*/ 38218 h 241730"/>
                <a:gd name="csX178" fmla="*/ 84558 w 168160"/>
                <a:gd name="csY178" fmla="*/ 37263 h 241730"/>
                <a:gd name="csX179" fmla="*/ 84080 w 168160"/>
                <a:gd name="csY179" fmla="*/ 34874 h 241730"/>
                <a:gd name="csX180" fmla="*/ 84080 w 168160"/>
                <a:gd name="csY180" fmla="*/ 33441 h 241730"/>
                <a:gd name="csX181" fmla="*/ 82170 w 168160"/>
                <a:gd name="csY181" fmla="*/ 31530 h 241730"/>
                <a:gd name="csX182" fmla="*/ 83125 w 168160"/>
                <a:gd name="csY182" fmla="*/ 27230 h 241730"/>
                <a:gd name="csX183" fmla="*/ 83125 w 168160"/>
                <a:gd name="csY183" fmla="*/ 22453 h 241730"/>
                <a:gd name="csX184" fmla="*/ 84080 w 168160"/>
                <a:gd name="csY184" fmla="*/ 16721 h 241730"/>
                <a:gd name="csX185" fmla="*/ 82170 w 168160"/>
                <a:gd name="csY185" fmla="*/ 13854 h 241730"/>
                <a:gd name="csX186" fmla="*/ 74048 w 168160"/>
                <a:gd name="csY186" fmla="*/ 9077 h 241730"/>
                <a:gd name="csX187" fmla="*/ 72615 w 168160"/>
                <a:gd name="csY187" fmla="*/ 9077 h 241730"/>
                <a:gd name="csX188" fmla="*/ 70704 w 168160"/>
                <a:gd name="csY188" fmla="*/ 8599 h 241730"/>
                <a:gd name="csX189" fmla="*/ 68793 w 168160"/>
                <a:gd name="csY189" fmla="*/ 4777 h 241730"/>
                <a:gd name="csX190" fmla="*/ 69748 w 168160"/>
                <a:gd name="csY190" fmla="*/ 1433 h 241730"/>
                <a:gd name="csX191" fmla="*/ 69748 w 168160"/>
                <a:gd name="csY191" fmla="*/ 0 h 241730"/>
                <a:gd name="csX192" fmla="*/ 68793 w 168160"/>
                <a:gd name="csY192" fmla="*/ 0 h 241730"/>
                <a:gd name="csX193" fmla="*/ 67838 w 168160"/>
                <a:gd name="csY193" fmla="*/ 1911 h 241730"/>
                <a:gd name="csX194" fmla="*/ 65449 w 168160"/>
                <a:gd name="csY194" fmla="*/ 3822 h 241730"/>
                <a:gd name="csX195" fmla="*/ 62105 w 168160"/>
                <a:gd name="csY195" fmla="*/ 2389 h 241730"/>
                <a:gd name="csX196" fmla="*/ 60194 w 168160"/>
                <a:gd name="csY196" fmla="*/ 2389 h 241730"/>
                <a:gd name="csX197" fmla="*/ 60194 w 168160"/>
                <a:gd name="csY197" fmla="*/ 2389 h 241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</a:cxnLst>
              <a:rect l="l" t="t" r="r" b="b"/>
              <a:pathLst>
                <a:path w="168160" h="241730">
                  <a:moveTo>
                    <a:pt x="168161" y="179149"/>
                  </a:moveTo>
                  <a:lnTo>
                    <a:pt x="168161" y="179149"/>
                  </a:lnTo>
                  <a:lnTo>
                    <a:pt x="166250" y="181059"/>
                  </a:lnTo>
                  <a:lnTo>
                    <a:pt x="161472" y="187270"/>
                  </a:lnTo>
                  <a:lnTo>
                    <a:pt x="156218" y="191569"/>
                  </a:lnTo>
                  <a:lnTo>
                    <a:pt x="151440" y="195869"/>
                  </a:lnTo>
                  <a:lnTo>
                    <a:pt x="151440" y="195869"/>
                  </a:lnTo>
                  <a:lnTo>
                    <a:pt x="150007" y="197780"/>
                  </a:lnTo>
                  <a:lnTo>
                    <a:pt x="148096" y="199691"/>
                  </a:lnTo>
                  <a:lnTo>
                    <a:pt x="145707" y="201124"/>
                  </a:lnTo>
                  <a:lnTo>
                    <a:pt x="144752" y="201602"/>
                  </a:lnTo>
                  <a:lnTo>
                    <a:pt x="139497" y="207335"/>
                  </a:lnTo>
                  <a:lnTo>
                    <a:pt x="132809" y="215456"/>
                  </a:lnTo>
                  <a:lnTo>
                    <a:pt x="131854" y="215456"/>
                  </a:lnTo>
                  <a:lnTo>
                    <a:pt x="129942" y="216411"/>
                  </a:lnTo>
                  <a:lnTo>
                    <a:pt x="127076" y="216889"/>
                  </a:lnTo>
                  <a:lnTo>
                    <a:pt x="126120" y="217845"/>
                  </a:lnTo>
                  <a:lnTo>
                    <a:pt x="121821" y="214978"/>
                  </a:lnTo>
                  <a:lnTo>
                    <a:pt x="120865" y="214978"/>
                  </a:lnTo>
                  <a:lnTo>
                    <a:pt x="118477" y="215456"/>
                  </a:lnTo>
                  <a:lnTo>
                    <a:pt x="115611" y="217845"/>
                  </a:lnTo>
                  <a:lnTo>
                    <a:pt x="111311" y="218322"/>
                  </a:lnTo>
                  <a:lnTo>
                    <a:pt x="108922" y="218800"/>
                  </a:lnTo>
                  <a:lnTo>
                    <a:pt x="107489" y="219756"/>
                  </a:lnTo>
                  <a:lnTo>
                    <a:pt x="107489" y="217845"/>
                  </a:lnTo>
                  <a:lnTo>
                    <a:pt x="107967" y="214978"/>
                  </a:lnTo>
                  <a:lnTo>
                    <a:pt x="108922" y="213067"/>
                  </a:lnTo>
                  <a:lnTo>
                    <a:pt x="108922" y="212112"/>
                  </a:lnTo>
                  <a:lnTo>
                    <a:pt x="108445" y="212112"/>
                  </a:lnTo>
                  <a:lnTo>
                    <a:pt x="107011" y="214500"/>
                  </a:lnTo>
                  <a:lnTo>
                    <a:pt x="106056" y="217845"/>
                  </a:lnTo>
                  <a:lnTo>
                    <a:pt x="104623" y="219278"/>
                  </a:lnTo>
                  <a:lnTo>
                    <a:pt x="100801" y="220233"/>
                  </a:lnTo>
                  <a:lnTo>
                    <a:pt x="97457" y="217367"/>
                  </a:lnTo>
                  <a:lnTo>
                    <a:pt x="96024" y="217367"/>
                  </a:lnTo>
                  <a:lnTo>
                    <a:pt x="96979" y="219278"/>
                  </a:lnTo>
                  <a:lnTo>
                    <a:pt x="97935" y="221189"/>
                  </a:lnTo>
                  <a:lnTo>
                    <a:pt x="97457" y="222622"/>
                  </a:lnTo>
                  <a:lnTo>
                    <a:pt x="96024" y="222144"/>
                  </a:lnTo>
                  <a:lnTo>
                    <a:pt x="94113" y="223577"/>
                  </a:lnTo>
                  <a:lnTo>
                    <a:pt x="92202" y="225010"/>
                  </a:lnTo>
                  <a:lnTo>
                    <a:pt x="91246" y="225010"/>
                  </a:lnTo>
                  <a:lnTo>
                    <a:pt x="90291" y="222622"/>
                  </a:lnTo>
                  <a:lnTo>
                    <a:pt x="87902" y="224055"/>
                  </a:lnTo>
                  <a:lnTo>
                    <a:pt x="85991" y="225488"/>
                  </a:lnTo>
                  <a:lnTo>
                    <a:pt x="82170" y="225966"/>
                  </a:lnTo>
                  <a:lnTo>
                    <a:pt x="80258" y="227877"/>
                  </a:lnTo>
                  <a:lnTo>
                    <a:pt x="76437" y="229310"/>
                  </a:lnTo>
                  <a:lnTo>
                    <a:pt x="74048" y="229310"/>
                  </a:lnTo>
                  <a:lnTo>
                    <a:pt x="69271" y="230743"/>
                  </a:lnTo>
                  <a:lnTo>
                    <a:pt x="67360" y="233132"/>
                  </a:lnTo>
                  <a:lnTo>
                    <a:pt x="65927" y="234087"/>
                  </a:lnTo>
                  <a:lnTo>
                    <a:pt x="64016" y="233132"/>
                  </a:lnTo>
                  <a:lnTo>
                    <a:pt x="57805" y="234565"/>
                  </a:lnTo>
                  <a:lnTo>
                    <a:pt x="51595" y="235998"/>
                  </a:lnTo>
                  <a:lnTo>
                    <a:pt x="49206" y="235998"/>
                  </a:lnTo>
                  <a:lnTo>
                    <a:pt x="46817" y="235521"/>
                  </a:lnTo>
                  <a:lnTo>
                    <a:pt x="43951" y="237431"/>
                  </a:lnTo>
                  <a:lnTo>
                    <a:pt x="41085" y="240298"/>
                  </a:lnTo>
                  <a:lnTo>
                    <a:pt x="37740" y="241731"/>
                  </a:lnTo>
                  <a:lnTo>
                    <a:pt x="36785" y="241253"/>
                  </a:lnTo>
                  <a:lnTo>
                    <a:pt x="37740" y="239820"/>
                  </a:lnTo>
                  <a:lnTo>
                    <a:pt x="39651" y="237909"/>
                  </a:lnTo>
                  <a:lnTo>
                    <a:pt x="41085" y="235998"/>
                  </a:lnTo>
                  <a:lnTo>
                    <a:pt x="41563" y="234087"/>
                  </a:lnTo>
                  <a:lnTo>
                    <a:pt x="40607" y="233132"/>
                  </a:lnTo>
                  <a:lnTo>
                    <a:pt x="39174" y="233132"/>
                  </a:lnTo>
                  <a:lnTo>
                    <a:pt x="37263" y="231221"/>
                  </a:lnTo>
                  <a:lnTo>
                    <a:pt x="35830" y="227399"/>
                  </a:lnTo>
                  <a:lnTo>
                    <a:pt x="34874" y="226921"/>
                  </a:lnTo>
                  <a:lnTo>
                    <a:pt x="34397" y="227877"/>
                  </a:lnTo>
                  <a:lnTo>
                    <a:pt x="33919" y="231221"/>
                  </a:lnTo>
                  <a:lnTo>
                    <a:pt x="33441" y="232176"/>
                  </a:lnTo>
                  <a:lnTo>
                    <a:pt x="32486" y="232654"/>
                  </a:lnTo>
                  <a:lnTo>
                    <a:pt x="31530" y="233610"/>
                  </a:lnTo>
                  <a:lnTo>
                    <a:pt x="30575" y="234087"/>
                  </a:lnTo>
                  <a:lnTo>
                    <a:pt x="26753" y="233610"/>
                  </a:lnTo>
                  <a:lnTo>
                    <a:pt x="26275" y="232176"/>
                  </a:lnTo>
                  <a:lnTo>
                    <a:pt x="26275" y="231699"/>
                  </a:lnTo>
                  <a:lnTo>
                    <a:pt x="27231" y="229310"/>
                  </a:lnTo>
                  <a:lnTo>
                    <a:pt x="26275" y="229310"/>
                  </a:lnTo>
                  <a:lnTo>
                    <a:pt x="26753" y="227399"/>
                  </a:lnTo>
                  <a:lnTo>
                    <a:pt x="27708" y="227399"/>
                  </a:lnTo>
                  <a:lnTo>
                    <a:pt x="28664" y="227399"/>
                  </a:lnTo>
                  <a:lnTo>
                    <a:pt x="29141" y="226444"/>
                  </a:lnTo>
                  <a:lnTo>
                    <a:pt x="29141" y="225488"/>
                  </a:lnTo>
                  <a:lnTo>
                    <a:pt x="27708" y="225488"/>
                  </a:lnTo>
                  <a:lnTo>
                    <a:pt x="27708" y="224533"/>
                  </a:lnTo>
                  <a:lnTo>
                    <a:pt x="29141" y="221666"/>
                  </a:lnTo>
                  <a:lnTo>
                    <a:pt x="29141" y="220711"/>
                  </a:lnTo>
                  <a:lnTo>
                    <a:pt x="28664" y="220711"/>
                  </a:lnTo>
                  <a:lnTo>
                    <a:pt x="28186" y="221189"/>
                  </a:lnTo>
                  <a:lnTo>
                    <a:pt x="22931" y="220233"/>
                  </a:lnTo>
                  <a:lnTo>
                    <a:pt x="16243" y="216411"/>
                  </a:lnTo>
                  <a:lnTo>
                    <a:pt x="14809" y="216411"/>
                  </a:lnTo>
                  <a:lnTo>
                    <a:pt x="13854" y="213067"/>
                  </a:lnTo>
                  <a:lnTo>
                    <a:pt x="12421" y="213545"/>
                  </a:lnTo>
                  <a:lnTo>
                    <a:pt x="10032" y="215456"/>
                  </a:lnTo>
                  <a:lnTo>
                    <a:pt x="8121" y="214023"/>
                  </a:lnTo>
                  <a:lnTo>
                    <a:pt x="6688" y="213067"/>
                  </a:lnTo>
                  <a:lnTo>
                    <a:pt x="6210" y="211634"/>
                  </a:lnTo>
                  <a:lnTo>
                    <a:pt x="6210" y="209245"/>
                  </a:lnTo>
                  <a:lnTo>
                    <a:pt x="5733" y="206857"/>
                  </a:lnTo>
                  <a:lnTo>
                    <a:pt x="5255" y="203513"/>
                  </a:lnTo>
                  <a:lnTo>
                    <a:pt x="4777" y="199213"/>
                  </a:lnTo>
                  <a:lnTo>
                    <a:pt x="5255" y="195869"/>
                  </a:lnTo>
                  <a:lnTo>
                    <a:pt x="6688" y="193003"/>
                  </a:lnTo>
                  <a:lnTo>
                    <a:pt x="7166" y="191569"/>
                  </a:lnTo>
                  <a:lnTo>
                    <a:pt x="8121" y="187270"/>
                  </a:lnTo>
                  <a:lnTo>
                    <a:pt x="8121" y="182493"/>
                  </a:lnTo>
                  <a:lnTo>
                    <a:pt x="7644" y="181059"/>
                  </a:lnTo>
                  <a:lnTo>
                    <a:pt x="8121" y="179626"/>
                  </a:lnTo>
                  <a:lnTo>
                    <a:pt x="9077" y="179626"/>
                  </a:lnTo>
                  <a:lnTo>
                    <a:pt x="8599" y="178671"/>
                  </a:lnTo>
                  <a:lnTo>
                    <a:pt x="8121" y="178193"/>
                  </a:lnTo>
                  <a:lnTo>
                    <a:pt x="7644" y="177238"/>
                  </a:lnTo>
                  <a:lnTo>
                    <a:pt x="8121" y="176760"/>
                  </a:lnTo>
                  <a:lnTo>
                    <a:pt x="9555" y="176282"/>
                  </a:lnTo>
                  <a:lnTo>
                    <a:pt x="9555" y="176282"/>
                  </a:lnTo>
                  <a:lnTo>
                    <a:pt x="10032" y="175804"/>
                  </a:lnTo>
                  <a:lnTo>
                    <a:pt x="8599" y="172938"/>
                  </a:lnTo>
                  <a:lnTo>
                    <a:pt x="8599" y="171505"/>
                  </a:lnTo>
                  <a:lnTo>
                    <a:pt x="7166" y="167205"/>
                  </a:lnTo>
                  <a:lnTo>
                    <a:pt x="5255" y="163383"/>
                  </a:lnTo>
                  <a:lnTo>
                    <a:pt x="2866" y="160517"/>
                  </a:lnTo>
                  <a:lnTo>
                    <a:pt x="3822" y="155740"/>
                  </a:lnTo>
                  <a:lnTo>
                    <a:pt x="4777" y="151440"/>
                  </a:lnTo>
                  <a:lnTo>
                    <a:pt x="4777" y="149052"/>
                  </a:lnTo>
                  <a:lnTo>
                    <a:pt x="4299" y="146663"/>
                  </a:lnTo>
                  <a:lnTo>
                    <a:pt x="956" y="143796"/>
                  </a:lnTo>
                  <a:lnTo>
                    <a:pt x="478" y="139975"/>
                  </a:lnTo>
                  <a:lnTo>
                    <a:pt x="0" y="135675"/>
                  </a:lnTo>
                  <a:lnTo>
                    <a:pt x="0" y="132809"/>
                  </a:lnTo>
                  <a:lnTo>
                    <a:pt x="478" y="130898"/>
                  </a:lnTo>
                  <a:lnTo>
                    <a:pt x="1911" y="128987"/>
                  </a:lnTo>
                  <a:lnTo>
                    <a:pt x="7166" y="122776"/>
                  </a:lnTo>
                  <a:lnTo>
                    <a:pt x="7166" y="119432"/>
                  </a:lnTo>
                  <a:lnTo>
                    <a:pt x="10988" y="118955"/>
                  </a:lnTo>
                  <a:lnTo>
                    <a:pt x="9077" y="116088"/>
                  </a:lnTo>
                  <a:lnTo>
                    <a:pt x="8599" y="114177"/>
                  </a:lnTo>
                  <a:lnTo>
                    <a:pt x="8599" y="112266"/>
                  </a:lnTo>
                  <a:lnTo>
                    <a:pt x="13854" y="110833"/>
                  </a:lnTo>
                  <a:lnTo>
                    <a:pt x="15765" y="112266"/>
                  </a:lnTo>
                  <a:lnTo>
                    <a:pt x="20065" y="110833"/>
                  </a:lnTo>
                  <a:lnTo>
                    <a:pt x="23886" y="107967"/>
                  </a:lnTo>
                  <a:lnTo>
                    <a:pt x="23886" y="106534"/>
                  </a:lnTo>
                  <a:lnTo>
                    <a:pt x="23409" y="105578"/>
                  </a:lnTo>
                  <a:lnTo>
                    <a:pt x="22453" y="102712"/>
                  </a:lnTo>
                  <a:lnTo>
                    <a:pt x="22931" y="102234"/>
                  </a:lnTo>
                  <a:lnTo>
                    <a:pt x="24364" y="102712"/>
                  </a:lnTo>
                  <a:lnTo>
                    <a:pt x="23886" y="101756"/>
                  </a:lnTo>
                  <a:lnTo>
                    <a:pt x="23886" y="100323"/>
                  </a:lnTo>
                  <a:lnTo>
                    <a:pt x="25320" y="100801"/>
                  </a:lnTo>
                  <a:lnTo>
                    <a:pt x="28186" y="96979"/>
                  </a:lnTo>
                  <a:lnTo>
                    <a:pt x="28186" y="94590"/>
                  </a:lnTo>
                  <a:lnTo>
                    <a:pt x="32486" y="93157"/>
                  </a:lnTo>
                  <a:lnTo>
                    <a:pt x="37740" y="87424"/>
                  </a:lnTo>
                  <a:lnTo>
                    <a:pt x="40129" y="85514"/>
                  </a:lnTo>
                  <a:lnTo>
                    <a:pt x="42518" y="84080"/>
                  </a:lnTo>
                  <a:lnTo>
                    <a:pt x="47295" y="78348"/>
                  </a:lnTo>
                  <a:lnTo>
                    <a:pt x="49206" y="78348"/>
                  </a:lnTo>
                  <a:lnTo>
                    <a:pt x="50639" y="74526"/>
                  </a:lnTo>
                  <a:lnTo>
                    <a:pt x="54461" y="69271"/>
                  </a:lnTo>
                  <a:lnTo>
                    <a:pt x="55894" y="68315"/>
                  </a:lnTo>
                  <a:lnTo>
                    <a:pt x="57805" y="63538"/>
                  </a:lnTo>
                  <a:lnTo>
                    <a:pt x="63060" y="58283"/>
                  </a:lnTo>
                  <a:lnTo>
                    <a:pt x="65927" y="51117"/>
                  </a:lnTo>
                  <a:lnTo>
                    <a:pt x="67838" y="48728"/>
                  </a:lnTo>
                  <a:lnTo>
                    <a:pt x="68315" y="46340"/>
                  </a:lnTo>
                  <a:lnTo>
                    <a:pt x="70226" y="45862"/>
                  </a:lnTo>
                  <a:lnTo>
                    <a:pt x="72137" y="43951"/>
                  </a:lnTo>
                  <a:lnTo>
                    <a:pt x="75959" y="42518"/>
                  </a:lnTo>
                  <a:lnTo>
                    <a:pt x="79781" y="42996"/>
                  </a:lnTo>
                  <a:lnTo>
                    <a:pt x="81214" y="43951"/>
                  </a:lnTo>
                  <a:lnTo>
                    <a:pt x="82647" y="43473"/>
                  </a:lnTo>
                  <a:lnTo>
                    <a:pt x="82647" y="41085"/>
                  </a:lnTo>
                  <a:lnTo>
                    <a:pt x="81692" y="39651"/>
                  </a:lnTo>
                  <a:lnTo>
                    <a:pt x="82647" y="38218"/>
                  </a:lnTo>
                  <a:lnTo>
                    <a:pt x="84558" y="37263"/>
                  </a:lnTo>
                  <a:lnTo>
                    <a:pt x="84080" y="34874"/>
                  </a:lnTo>
                  <a:lnTo>
                    <a:pt x="84080" y="33441"/>
                  </a:lnTo>
                  <a:lnTo>
                    <a:pt x="82170" y="31530"/>
                  </a:lnTo>
                  <a:lnTo>
                    <a:pt x="83125" y="27230"/>
                  </a:lnTo>
                  <a:lnTo>
                    <a:pt x="83125" y="22453"/>
                  </a:lnTo>
                  <a:lnTo>
                    <a:pt x="84080" y="16721"/>
                  </a:lnTo>
                  <a:lnTo>
                    <a:pt x="82170" y="13854"/>
                  </a:lnTo>
                  <a:lnTo>
                    <a:pt x="74048" y="9077"/>
                  </a:lnTo>
                  <a:lnTo>
                    <a:pt x="72615" y="9077"/>
                  </a:lnTo>
                  <a:lnTo>
                    <a:pt x="70704" y="8599"/>
                  </a:lnTo>
                  <a:lnTo>
                    <a:pt x="68793" y="4777"/>
                  </a:lnTo>
                  <a:lnTo>
                    <a:pt x="69748" y="1433"/>
                  </a:lnTo>
                  <a:lnTo>
                    <a:pt x="69748" y="0"/>
                  </a:lnTo>
                  <a:lnTo>
                    <a:pt x="68793" y="0"/>
                  </a:lnTo>
                  <a:lnTo>
                    <a:pt x="67838" y="1911"/>
                  </a:lnTo>
                  <a:lnTo>
                    <a:pt x="65449" y="3822"/>
                  </a:lnTo>
                  <a:lnTo>
                    <a:pt x="62105" y="2389"/>
                  </a:lnTo>
                  <a:lnTo>
                    <a:pt x="60194" y="2389"/>
                  </a:lnTo>
                  <a:lnTo>
                    <a:pt x="60194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" name="Freeform 4200">
              <a:extLst>
                <a:ext uri="{FF2B5EF4-FFF2-40B4-BE49-F238E27FC236}">
                  <a16:creationId xmlns:a16="http://schemas.microsoft.com/office/drawing/2014/main" id="{439B4FCA-902D-DB92-A2B6-1FDB2A5BDC2F}"/>
                </a:ext>
              </a:extLst>
            </p:cNvPr>
            <p:cNvSpPr/>
            <p:nvPr/>
          </p:nvSpPr>
          <p:spPr>
            <a:xfrm>
              <a:off x="6472450" y="3290242"/>
              <a:ext cx="15764" cy="20064"/>
            </a:xfrm>
            <a:custGeom>
              <a:avLst/>
              <a:gdLst>
                <a:gd name="csX0" fmla="*/ 15765 w 15764"/>
                <a:gd name="csY0" fmla="*/ 0 h 20064"/>
                <a:gd name="csX1" fmla="*/ 12421 w 15764"/>
                <a:gd name="csY1" fmla="*/ 4300 h 20064"/>
                <a:gd name="csX2" fmla="*/ 6210 w 15764"/>
                <a:gd name="csY2" fmla="*/ 11943 h 20064"/>
                <a:gd name="csX3" fmla="*/ 4777 w 15764"/>
                <a:gd name="csY3" fmla="*/ 13854 h 20064"/>
                <a:gd name="csX4" fmla="*/ 0 w 15764"/>
                <a:gd name="csY4" fmla="*/ 20065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764" h="20064">
                  <a:moveTo>
                    <a:pt x="15765" y="0"/>
                  </a:moveTo>
                  <a:lnTo>
                    <a:pt x="12421" y="4300"/>
                  </a:lnTo>
                  <a:lnTo>
                    <a:pt x="6210" y="11943"/>
                  </a:lnTo>
                  <a:lnTo>
                    <a:pt x="4777" y="13854"/>
                  </a:lnTo>
                  <a:lnTo>
                    <a:pt x="0" y="2006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" name="Freeform 4201">
              <a:extLst>
                <a:ext uri="{FF2B5EF4-FFF2-40B4-BE49-F238E27FC236}">
                  <a16:creationId xmlns:a16="http://schemas.microsoft.com/office/drawing/2014/main" id="{C1260996-456C-A929-8167-799CFC90FD9F}"/>
                </a:ext>
              </a:extLst>
            </p:cNvPr>
            <p:cNvSpPr/>
            <p:nvPr/>
          </p:nvSpPr>
          <p:spPr>
            <a:xfrm>
              <a:off x="6488215" y="3256801"/>
              <a:ext cx="21020" cy="33441"/>
            </a:xfrm>
            <a:custGeom>
              <a:avLst/>
              <a:gdLst>
                <a:gd name="csX0" fmla="*/ 21020 w 21020"/>
                <a:gd name="csY0" fmla="*/ 0 h 33441"/>
                <a:gd name="csX1" fmla="*/ 21020 w 21020"/>
                <a:gd name="csY1" fmla="*/ 1433 h 33441"/>
                <a:gd name="csX2" fmla="*/ 19109 w 21020"/>
                <a:gd name="csY2" fmla="*/ 5733 h 33441"/>
                <a:gd name="csX3" fmla="*/ 17676 w 21020"/>
                <a:gd name="csY3" fmla="*/ 9077 h 33441"/>
                <a:gd name="csX4" fmla="*/ 15765 w 21020"/>
                <a:gd name="csY4" fmla="*/ 13854 h 33441"/>
                <a:gd name="csX5" fmla="*/ 13854 w 21020"/>
                <a:gd name="csY5" fmla="*/ 17198 h 33441"/>
                <a:gd name="csX6" fmla="*/ 9077 w 21020"/>
                <a:gd name="csY6" fmla="*/ 23409 h 33441"/>
                <a:gd name="csX7" fmla="*/ 1911 w 21020"/>
                <a:gd name="csY7" fmla="*/ 31052 h 33441"/>
                <a:gd name="csX8" fmla="*/ 0 w 21020"/>
                <a:gd name="csY8" fmla="*/ 33441 h 33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1020" h="33441">
                  <a:moveTo>
                    <a:pt x="21020" y="0"/>
                  </a:moveTo>
                  <a:lnTo>
                    <a:pt x="21020" y="1433"/>
                  </a:lnTo>
                  <a:lnTo>
                    <a:pt x="19109" y="5733"/>
                  </a:lnTo>
                  <a:lnTo>
                    <a:pt x="17676" y="9077"/>
                  </a:lnTo>
                  <a:lnTo>
                    <a:pt x="15765" y="13854"/>
                  </a:lnTo>
                  <a:lnTo>
                    <a:pt x="13854" y="17198"/>
                  </a:lnTo>
                  <a:lnTo>
                    <a:pt x="9077" y="23409"/>
                  </a:lnTo>
                  <a:lnTo>
                    <a:pt x="1911" y="31052"/>
                  </a:lnTo>
                  <a:lnTo>
                    <a:pt x="0" y="3344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" name="Freeform 4202">
              <a:extLst>
                <a:ext uri="{FF2B5EF4-FFF2-40B4-BE49-F238E27FC236}">
                  <a16:creationId xmlns:a16="http://schemas.microsoft.com/office/drawing/2014/main" id="{0376F6C4-CBAF-9CC8-FBC2-E8A42751DC54}"/>
                </a:ext>
              </a:extLst>
            </p:cNvPr>
            <p:cNvSpPr/>
            <p:nvPr/>
          </p:nvSpPr>
          <p:spPr>
            <a:xfrm>
              <a:off x="6505413" y="3251068"/>
              <a:ext cx="3344" cy="4299"/>
            </a:xfrm>
            <a:custGeom>
              <a:avLst/>
              <a:gdLst>
                <a:gd name="csX0" fmla="*/ 0 w 3344"/>
                <a:gd name="csY0" fmla="*/ 0 h 4299"/>
                <a:gd name="csX1" fmla="*/ 1911 w 3344"/>
                <a:gd name="csY1" fmla="*/ 2389 h 4299"/>
                <a:gd name="csX2" fmla="*/ 3344 w 3344"/>
                <a:gd name="csY2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4" h="4299">
                  <a:moveTo>
                    <a:pt x="0" y="0"/>
                  </a:moveTo>
                  <a:lnTo>
                    <a:pt x="1911" y="2389"/>
                  </a:lnTo>
                  <a:lnTo>
                    <a:pt x="3344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" name="Freeform 4203">
              <a:extLst>
                <a:ext uri="{FF2B5EF4-FFF2-40B4-BE49-F238E27FC236}">
                  <a16:creationId xmlns:a16="http://schemas.microsoft.com/office/drawing/2014/main" id="{44CC518D-2A9D-27A9-A15A-540C7BAB25F8}"/>
                </a:ext>
              </a:extLst>
            </p:cNvPr>
            <p:cNvSpPr/>
            <p:nvPr/>
          </p:nvSpPr>
          <p:spPr>
            <a:xfrm>
              <a:off x="6482960" y="3203295"/>
              <a:ext cx="6210" cy="17676"/>
            </a:xfrm>
            <a:custGeom>
              <a:avLst/>
              <a:gdLst>
                <a:gd name="csX0" fmla="*/ 5255 w 6210"/>
                <a:gd name="csY0" fmla="*/ 0 h 17676"/>
                <a:gd name="csX1" fmla="*/ 5733 w 6210"/>
                <a:gd name="csY1" fmla="*/ 1433 h 17676"/>
                <a:gd name="csX2" fmla="*/ 6211 w 6210"/>
                <a:gd name="csY2" fmla="*/ 3822 h 17676"/>
                <a:gd name="csX3" fmla="*/ 6211 w 6210"/>
                <a:gd name="csY3" fmla="*/ 6211 h 17676"/>
                <a:gd name="csX4" fmla="*/ 5733 w 6210"/>
                <a:gd name="csY4" fmla="*/ 8599 h 17676"/>
                <a:gd name="csX5" fmla="*/ 3822 w 6210"/>
                <a:gd name="csY5" fmla="*/ 11943 h 17676"/>
                <a:gd name="csX6" fmla="*/ 0 w 6210"/>
                <a:gd name="csY6" fmla="*/ 17676 h 1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17676">
                  <a:moveTo>
                    <a:pt x="5255" y="0"/>
                  </a:moveTo>
                  <a:lnTo>
                    <a:pt x="5733" y="1433"/>
                  </a:lnTo>
                  <a:lnTo>
                    <a:pt x="6211" y="3822"/>
                  </a:lnTo>
                  <a:lnTo>
                    <a:pt x="6211" y="6211"/>
                  </a:lnTo>
                  <a:lnTo>
                    <a:pt x="5733" y="8599"/>
                  </a:lnTo>
                  <a:lnTo>
                    <a:pt x="3822" y="11943"/>
                  </a:lnTo>
                  <a:lnTo>
                    <a:pt x="0" y="1767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" name="Freeform 4204">
              <a:extLst>
                <a:ext uri="{FF2B5EF4-FFF2-40B4-BE49-F238E27FC236}">
                  <a16:creationId xmlns:a16="http://schemas.microsoft.com/office/drawing/2014/main" id="{CA63239A-C59A-78F8-A42A-AD10BB83C670}"/>
                </a:ext>
              </a:extLst>
            </p:cNvPr>
            <p:cNvSpPr/>
            <p:nvPr/>
          </p:nvSpPr>
          <p:spPr>
            <a:xfrm>
              <a:off x="6478660" y="3191830"/>
              <a:ext cx="2388" cy="5732"/>
            </a:xfrm>
            <a:custGeom>
              <a:avLst/>
              <a:gdLst>
                <a:gd name="csX0" fmla="*/ 0 w 2388"/>
                <a:gd name="csY0" fmla="*/ 0 h 5732"/>
                <a:gd name="csX1" fmla="*/ 956 w 2388"/>
                <a:gd name="csY1" fmla="*/ 2389 h 5732"/>
                <a:gd name="csX2" fmla="*/ 1911 w 2388"/>
                <a:gd name="csY2" fmla="*/ 5733 h 5732"/>
                <a:gd name="csX3" fmla="*/ 2389 w 2388"/>
                <a:gd name="csY3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5732">
                  <a:moveTo>
                    <a:pt x="0" y="0"/>
                  </a:moveTo>
                  <a:lnTo>
                    <a:pt x="956" y="2389"/>
                  </a:lnTo>
                  <a:lnTo>
                    <a:pt x="1911" y="5733"/>
                  </a:lnTo>
                  <a:lnTo>
                    <a:pt x="2389" y="57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" name="Freeform 4205">
              <a:extLst>
                <a:ext uri="{FF2B5EF4-FFF2-40B4-BE49-F238E27FC236}">
                  <a16:creationId xmlns:a16="http://schemas.microsoft.com/office/drawing/2014/main" id="{204BF03E-D684-8CE2-96C1-624D91384A76}"/>
                </a:ext>
              </a:extLst>
            </p:cNvPr>
            <p:cNvSpPr/>
            <p:nvPr/>
          </p:nvSpPr>
          <p:spPr>
            <a:xfrm>
              <a:off x="6478183" y="3180842"/>
              <a:ext cx="2866" cy="10032"/>
            </a:xfrm>
            <a:custGeom>
              <a:avLst/>
              <a:gdLst>
                <a:gd name="csX0" fmla="*/ 1911 w 2866"/>
                <a:gd name="csY0" fmla="*/ 0 h 10032"/>
                <a:gd name="csX1" fmla="*/ 2866 w 2866"/>
                <a:gd name="csY1" fmla="*/ 1433 h 10032"/>
                <a:gd name="csX2" fmla="*/ 2866 w 2866"/>
                <a:gd name="csY2" fmla="*/ 3344 h 10032"/>
                <a:gd name="csX3" fmla="*/ 2866 w 2866"/>
                <a:gd name="csY3" fmla="*/ 5255 h 10032"/>
                <a:gd name="csX4" fmla="*/ 0 w 2866"/>
                <a:gd name="csY4" fmla="*/ 8599 h 10032"/>
                <a:gd name="csX5" fmla="*/ 0 w 2866"/>
                <a:gd name="csY5" fmla="*/ 1003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10032">
                  <a:moveTo>
                    <a:pt x="1911" y="0"/>
                  </a:moveTo>
                  <a:lnTo>
                    <a:pt x="2866" y="1433"/>
                  </a:lnTo>
                  <a:lnTo>
                    <a:pt x="2866" y="3344"/>
                  </a:lnTo>
                  <a:lnTo>
                    <a:pt x="2866" y="5255"/>
                  </a:lnTo>
                  <a:lnTo>
                    <a:pt x="0" y="8599"/>
                  </a:lnTo>
                  <a:lnTo>
                    <a:pt x="0" y="100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" name="Freeform 4206">
              <a:extLst>
                <a:ext uri="{FF2B5EF4-FFF2-40B4-BE49-F238E27FC236}">
                  <a16:creationId xmlns:a16="http://schemas.microsoft.com/office/drawing/2014/main" id="{83BD9906-C210-5A7C-1E29-E98A20DD81C9}"/>
                </a:ext>
              </a:extLst>
            </p:cNvPr>
            <p:cNvSpPr/>
            <p:nvPr/>
          </p:nvSpPr>
          <p:spPr>
            <a:xfrm>
              <a:off x="6472928" y="3177498"/>
              <a:ext cx="1432" cy="1433"/>
            </a:xfrm>
            <a:custGeom>
              <a:avLst/>
              <a:gdLst>
                <a:gd name="csX0" fmla="*/ 0 w 1432"/>
                <a:gd name="csY0" fmla="*/ 0 h 1433"/>
                <a:gd name="csX1" fmla="*/ 1433 w 1432"/>
                <a:gd name="csY1" fmla="*/ 1433 h 1433"/>
                <a:gd name="csX2" fmla="*/ 1433 w 1432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1433">
                  <a:moveTo>
                    <a:pt x="0" y="0"/>
                  </a:moveTo>
                  <a:lnTo>
                    <a:pt x="1433" y="1433"/>
                  </a:lnTo>
                  <a:lnTo>
                    <a:pt x="1433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" name="Freeform 4207">
              <a:extLst>
                <a:ext uri="{FF2B5EF4-FFF2-40B4-BE49-F238E27FC236}">
                  <a16:creationId xmlns:a16="http://schemas.microsoft.com/office/drawing/2014/main" id="{7A0FF156-45E3-2C94-84EC-F30374849E01}"/>
                </a:ext>
              </a:extLst>
            </p:cNvPr>
            <p:cNvSpPr/>
            <p:nvPr/>
          </p:nvSpPr>
          <p:spPr>
            <a:xfrm>
              <a:off x="6470539" y="3170810"/>
              <a:ext cx="955" cy="3344"/>
            </a:xfrm>
            <a:custGeom>
              <a:avLst/>
              <a:gdLst>
                <a:gd name="csX0" fmla="*/ 0 w 955"/>
                <a:gd name="csY0" fmla="*/ 0 h 3344"/>
                <a:gd name="csX1" fmla="*/ 478 w 955"/>
                <a:gd name="csY1" fmla="*/ 1433 h 3344"/>
                <a:gd name="csX2" fmla="*/ 955 w 955"/>
                <a:gd name="csY2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3344">
                  <a:moveTo>
                    <a:pt x="0" y="0"/>
                  </a:moveTo>
                  <a:lnTo>
                    <a:pt x="478" y="1433"/>
                  </a:lnTo>
                  <a:lnTo>
                    <a:pt x="955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" name="Freeform 4208">
              <a:extLst>
                <a:ext uri="{FF2B5EF4-FFF2-40B4-BE49-F238E27FC236}">
                  <a16:creationId xmlns:a16="http://schemas.microsoft.com/office/drawing/2014/main" id="{DC6D0318-8E34-7C26-A281-60167672FDF5}"/>
                </a:ext>
              </a:extLst>
            </p:cNvPr>
            <p:cNvSpPr/>
            <p:nvPr/>
          </p:nvSpPr>
          <p:spPr>
            <a:xfrm>
              <a:off x="6470539" y="3162688"/>
              <a:ext cx="4777" cy="8121"/>
            </a:xfrm>
            <a:custGeom>
              <a:avLst/>
              <a:gdLst>
                <a:gd name="csX0" fmla="*/ 4777 w 4777"/>
                <a:gd name="csY0" fmla="*/ 0 h 8121"/>
                <a:gd name="csX1" fmla="*/ 4777 w 4777"/>
                <a:gd name="csY1" fmla="*/ 1911 h 8121"/>
                <a:gd name="csX2" fmla="*/ 4300 w 4777"/>
                <a:gd name="csY2" fmla="*/ 3344 h 8121"/>
                <a:gd name="csX3" fmla="*/ 2389 w 4777"/>
                <a:gd name="csY3" fmla="*/ 4777 h 8121"/>
                <a:gd name="csX4" fmla="*/ 478 w 4777"/>
                <a:gd name="csY4" fmla="*/ 6211 h 8121"/>
                <a:gd name="csX5" fmla="*/ 0 w 4777"/>
                <a:gd name="csY5" fmla="*/ 812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7" h="8121">
                  <a:moveTo>
                    <a:pt x="4777" y="0"/>
                  </a:moveTo>
                  <a:lnTo>
                    <a:pt x="4777" y="1911"/>
                  </a:lnTo>
                  <a:lnTo>
                    <a:pt x="4300" y="3344"/>
                  </a:lnTo>
                  <a:lnTo>
                    <a:pt x="2389" y="4777"/>
                  </a:lnTo>
                  <a:lnTo>
                    <a:pt x="478" y="6211"/>
                  </a:lnTo>
                  <a:lnTo>
                    <a:pt x="0" y="812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0" name="Freeform 4209">
              <a:extLst>
                <a:ext uri="{FF2B5EF4-FFF2-40B4-BE49-F238E27FC236}">
                  <a16:creationId xmlns:a16="http://schemas.microsoft.com/office/drawing/2014/main" id="{C1076D23-B6D2-7163-AEE6-D66D44CA1213}"/>
                </a:ext>
              </a:extLst>
            </p:cNvPr>
            <p:cNvSpPr/>
            <p:nvPr/>
          </p:nvSpPr>
          <p:spPr>
            <a:xfrm>
              <a:off x="6471017" y="3160777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478 w 4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478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1" name="Freeform 4210">
              <a:extLst>
                <a:ext uri="{FF2B5EF4-FFF2-40B4-BE49-F238E27FC236}">
                  <a16:creationId xmlns:a16="http://schemas.microsoft.com/office/drawing/2014/main" id="{8A8EABF2-D1F8-D95E-57F5-7BEC91A69EA3}"/>
                </a:ext>
              </a:extLst>
            </p:cNvPr>
            <p:cNvSpPr/>
            <p:nvPr/>
          </p:nvSpPr>
          <p:spPr>
            <a:xfrm>
              <a:off x="6471017" y="3150267"/>
              <a:ext cx="2388" cy="10032"/>
            </a:xfrm>
            <a:custGeom>
              <a:avLst/>
              <a:gdLst>
                <a:gd name="csX0" fmla="*/ 2389 w 2388"/>
                <a:gd name="csY0" fmla="*/ 0 h 10032"/>
                <a:gd name="csX1" fmla="*/ 1911 w 2388"/>
                <a:gd name="csY1" fmla="*/ 5733 h 10032"/>
                <a:gd name="csX2" fmla="*/ 0 w 2388"/>
                <a:gd name="csY2" fmla="*/ 9077 h 10032"/>
                <a:gd name="csX3" fmla="*/ 0 w 2388"/>
                <a:gd name="csY3" fmla="*/ 9555 h 10032"/>
                <a:gd name="csX4" fmla="*/ 0 w 2388"/>
                <a:gd name="csY4" fmla="*/ 1003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10032">
                  <a:moveTo>
                    <a:pt x="2389" y="0"/>
                  </a:moveTo>
                  <a:lnTo>
                    <a:pt x="1911" y="5733"/>
                  </a:lnTo>
                  <a:lnTo>
                    <a:pt x="0" y="9077"/>
                  </a:lnTo>
                  <a:lnTo>
                    <a:pt x="0" y="9555"/>
                  </a:lnTo>
                  <a:lnTo>
                    <a:pt x="0" y="100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2" name="Freeform 4211">
              <a:extLst>
                <a:ext uri="{FF2B5EF4-FFF2-40B4-BE49-F238E27FC236}">
                  <a16:creationId xmlns:a16="http://schemas.microsoft.com/office/drawing/2014/main" id="{E2628896-627B-0563-0FDA-9310CFD1C91D}"/>
                </a:ext>
              </a:extLst>
            </p:cNvPr>
            <p:cNvSpPr/>
            <p:nvPr/>
          </p:nvSpPr>
          <p:spPr>
            <a:xfrm>
              <a:off x="6473405" y="3145968"/>
              <a:ext cx="1910" cy="4299"/>
            </a:xfrm>
            <a:custGeom>
              <a:avLst/>
              <a:gdLst>
                <a:gd name="csX0" fmla="*/ 1911 w 1910"/>
                <a:gd name="csY0" fmla="*/ 0 h 4299"/>
                <a:gd name="csX1" fmla="*/ 0 w 1910"/>
                <a:gd name="csY1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4299">
                  <a:moveTo>
                    <a:pt x="1911" y="0"/>
                  </a:moveTo>
                  <a:lnTo>
                    <a:pt x="0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3" name="Freeform 4212">
              <a:extLst>
                <a:ext uri="{FF2B5EF4-FFF2-40B4-BE49-F238E27FC236}">
                  <a16:creationId xmlns:a16="http://schemas.microsoft.com/office/drawing/2014/main" id="{CD7B3073-C380-2CB8-C86E-111B9073002F}"/>
                </a:ext>
              </a:extLst>
            </p:cNvPr>
            <p:cNvSpPr/>
            <p:nvPr/>
          </p:nvSpPr>
          <p:spPr>
            <a:xfrm>
              <a:off x="6472928" y="3143101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0 h 477"/>
                <a:gd name="csX2" fmla="*/ 0 w 477"/>
                <a:gd name="csY2" fmla="*/ 478 h 477"/>
                <a:gd name="csX3" fmla="*/ 0 w 477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4" name="Freeform 4213">
              <a:extLst>
                <a:ext uri="{FF2B5EF4-FFF2-40B4-BE49-F238E27FC236}">
                  <a16:creationId xmlns:a16="http://schemas.microsoft.com/office/drawing/2014/main" id="{0D2B8B46-6A32-F073-7D5F-C0B06F819AFE}"/>
                </a:ext>
              </a:extLst>
            </p:cNvPr>
            <p:cNvSpPr/>
            <p:nvPr/>
          </p:nvSpPr>
          <p:spPr>
            <a:xfrm>
              <a:off x="6476272" y="3123037"/>
              <a:ext cx="4299" cy="18631"/>
            </a:xfrm>
            <a:custGeom>
              <a:avLst/>
              <a:gdLst>
                <a:gd name="csX0" fmla="*/ 478 w 4299"/>
                <a:gd name="csY0" fmla="*/ 0 h 18631"/>
                <a:gd name="csX1" fmla="*/ 956 w 4299"/>
                <a:gd name="csY1" fmla="*/ 2866 h 18631"/>
                <a:gd name="csX2" fmla="*/ 4300 w 4299"/>
                <a:gd name="csY2" fmla="*/ 13376 h 18631"/>
                <a:gd name="csX3" fmla="*/ 4300 w 4299"/>
                <a:gd name="csY3" fmla="*/ 16243 h 18631"/>
                <a:gd name="csX4" fmla="*/ 4300 w 4299"/>
                <a:gd name="csY4" fmla="*/ 18154 h 18631"/>
                <a:gd name="csX5" fmla="*/ 2866 w 4299"/>
                <a:gd name="csY5" fmla="*/ 18631 h 18631"/>
                <a:gd name="csX6" fmla="*/ 0 w 4299"/>
                <a:gd name="csY6" fmla="*/ 18631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18631">
                  <a:moveTo>
                    <a:pt x="478" y="0"/>
                  </a:moveTo>
                  <a:lnTo>
                    <a:pt x="956" y="2866"/>
                  </a:lnTo>
                  <a:lnTo>
                    <a:pt x="4300" y="13376"/>
                  </a:lnTo>
                  <a:lnTo>
                    <a:pt x="4300" y="16243"/>
                  </a:lnTo>
                  <a:lnTo>
                    <a:pt x="4300" y="18154"/>
                  </a:lnTo>
                  <a:lnTo>
                    <a:pt x="2866" y="18631"/>
                  </a:lnTo>
                  <a:lnTo>
                    <a:pt x="0" y="1863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5" name="Freeform 4214">
              <a:extLst>
                <a:ext uri="{FF2B5EF4-FFF2-40B4-BE49-F238E27FC236}">
                  <a16:creationId xmlns:a16="http://schemas.microsoft.com/office/drawing/2014/main" id="{BCF46D99-4F5C-8D44-03FD-1AFB5C4945AB}"/>
                </a:ext>
              </a:extLst>
            </p:cNvPr>
            <p:cNvSpPr/>
            <p:nvPr/>
          </p:nvSpPr>
          <p:spPr>
            <a:xfrm>
              <a:off x="6469583" y="3107272"/>
              <a:ext cx="955" cy="3821"/>
            </a:xfrm>
            <a:custGeom>
              <a:avLst/>
              <a:gdLst>
                <a:gd name="csX0" fmla="*/ 0 w 955"/>
                <a:gd name="csY0" fmla="*/ 0 h 3821"/>
                <a:gd name="csX1" fmla="*/ 956 w 955"/>
                <a:gd name="csY1" fmla="*/ 3344 h 3821"/>
                <a:gd name="csX2" fmla="*/ 956 w 955"/>
                <a:gd name="csY2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3821">
                  <a:moveTo>
                    <a:pt x="0" y="0"/>
                  </a:moveTo>
                  <a:lnTo>
                    <a:pt x="956" y="3344"/>
                  </a:lnTo>
                  <a:lnTo>
                    <a:pt x="956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6" name="Freeform 4215">
              <a:extLst>
                <a:ext uri="{FF2B5EF4-FFF2-40B4-BE49-F238E27FC236}">
                  <a16:creationId xmlns:a16="http://schemas.microsoft.com/office/drawing/2014/main" id="{D032BB5A-A6AA-7565-7A2F-7FB5C34F8E47}"/>
                </a:ext>
              </a:extLst>
            </p:cNvPr>
            <p:cNvSpPr/>
            <p:nvPr/>
          </p:nvSpPr>
          <p:spPr>
            <a:xfrm>
              <a:off x="6460029" y="3082908"/>
              <a:ext cx="478" cy="4777"/>
            </a:xfrm>
            <a:custGeom>
              <a:avLst/>
              <a:gdLst>
                <a:gd name="csX0" fmla="*/ 478 w 478"/>
                <a:gd name="csY0" fmla="*/ 0 h 4777"/>
                <a:gd name="csX1" fmla="*/ 0 w 478"/>
                <a:gd name="csY1" fmla="*/ 1433 h 4777"/>
                <a:gd name="csX2" fmla="*/ 0 w 478"/>
                <a:gd name="csY2" fmla="*/ 3344 h 4777"/>
                <a:gd name="csX3" fmla="*/ 478 w 478"/>
                <a:gd name="csY3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8" h="4777">
                  <a:moveTo>
                    <a:pt x="478" y="0"/>
                  </a:moveTo>
                  <a:lnTo>
                    <a:pt x="0" y="1433"/>
                  </a:lnTo>
                  <a:lnTo>
                    <a:pt x="0" y="3344"/>
                  </a:lnTo>
                  <a:lnTo>
                    <a:pt x="478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7" name="Freeform 4216">
              <a:extLst>
                <a:ext uri="{FF2B5EF4-FFF2-40B4-BE49-F238E27FC236}">
                  <a16:creationId xmlns:a16="http://schemas.microsoft.com/office/drawing/2014/main" id="{0A65DC1E-F512-5580-5959-1D3FA414541C}"/>
                </a:ext>
              </a:extLst>
            </p:cNvPr>
            <p:cNvSpPr/>
            <p:nvPr/>
          </p:nvSpPr>
          <p:spPr>
            <a:xfrm>
              <a:off x="6460507" y="3061410"/>
              <a:ext cx="13376" cy="21020"/>
            </a:xfrm>
            <a:custGeom>
              <a:avLst/>
              <a:gdLst>
                <a:gd name="csX0" fmla="*/ 13376 w 13376"/>
                <a:gd name="csY0" fmla="*/ 0 h 21020"/>
                <a:gd name="csX1" fmla="*/ 9555 w 13376"/>
                <a:gd name="csY1" fmla="*/ 4777 h 21020"/>
                <a:gd name="csX2" fmla="*/ 6210 w 13376"/>
                <a:gd name="csY2" fmla="*/ 10510 h 21020"/>
                <a:gd name="csX3" fmla="*/ 3344 w 13376"/>
                <a:gd name="csY3" fmla="*/ 15287 h 21020"/>
                <a:gd name="csX4" fmla="*/ 0 w 13376"/>
                <a:gd name="csY4" fmla="*/ 21020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376" h="21020">
                  <a:moveTo>
                    <a:pt x="13376" y="0"/>
                  </a:moveTo>
                  <a:lnTo>
                    <a:pt x="9555" y="4777"/>
                  </a:lnTo>
                  <a:lnTo>
                    <a:pt x="6210" y="10510"/>
                  </a:lnTo>
                  <a:lnTo>
                    <a:pt x="3344" y="15287"/>
                  </a:lnTo>
                  <a:lnTo>
                    <a:pt x="0" y="2102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8" name="Freeform 4217">
              <a:extLst>
                <a:ext uri="{FF2B5EF4-FFF2-40B4-BE49-F238E27FC236}">
                  <a16:creationId xmlns:a16="http://schemas.microsoft.com/office/drawing/2014/main" id="{AB8302C4-568F-4088-26FE-A1078B07CAC2}"/>
                </a:ext>
              </a:extLst>
            </p:cNvPr>
            <p:cNvSpPr/>
            <p:nvPr/>
          </p:nvSpPr>
          <p:spPr>
            <a:xfrm>
              <a:off x="6473883" y="3048989"/>
              <a:ext cx="4299" cy="12420"/>
            </a:xfrm>
            <a:custGeom>
              <a:avLst/>
              <a:gdLst>
                <a:gd name="csX0" fmla="*/ 4300 w 4299"/>
                <a:gd name="csY0" fmla="*/ 0 h 12420"/>
                <a:gd name="csX1" fmla="*/ 4300 w 4299"/>
                <a:gd name="csY1" fmla="*/ 955 h 12420"/>
                <a:gd name="csX2" fmla="*/ 3822 w 4299"/>
                <a:gd name="csY2" fmla="*/ 6688 h 12420"/>
                <a:gd name="csX3" fmla="*/ 0 w 4299"/>
                <a:gd name="csY3" fmla="*/ 12421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12420">
                  <a:moveTo>
                    <a:pt x="4300" y="0"/>
                  </a:moveTo>
                  <a:lnTo>
                    <a:pt x="4300" y="955"/>
                  </a:lnTo>
                  <a:lnTo>
                    <a:pt x="3822" y="6688"/>
                  </a:lnTo>
                  <a:lnTo>
                    <a:pt x="0" y="1242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9" name="Freeform 4218">
              <a:extLst>
                <a:ext uri="{FF2B5EF4-FFF2-40B4-BE49-F238E27FC236}">
                  <a16:creationId xmlns:a16="http://schemas.microsoft.com/office/drawing/2014/main" id="{318FBCB3-FCEE-4A6A-B4E2-CCA8E82A2054}"/>
                </a:ext>
              </a:extLst>
            </p:cNvPr>
            <p:cNvSpPr/>
            <p:nvPr/>
          </p:nvSpPr>
          <p:spPr>
            <a:xfrm>
              <a:off x="6465762" y="3030835"/>
              <a:ext cx="2388" cy="4299"/>
            </a:xfrm>
            <a:custGeom>
              <a:avLst/>
              <a:gdLst>
                <a:gd name="csX0" fmla="*/ 0 w 2388"/>
                <a:gd name="csY0" fmla="*/ 0 h 4299"/>
                <a:gd name="csX1" fmla="*/ 2389 w 2388"/>
                <a:gd name="csY1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8" h="4299">
                  <a:moveTo>
                    <a:pt x="0" y="0"/>
                  </a:moveTo>
                  <a:lnTo>
                    <a:pt x="2389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0" name="Freeform 4219">
              <a:extLst>
                <a:ext uri="{FF2B5EF4-FFF2-40B4-BE49-F238E27FC236}">
                  <a16:creationId xmlns:a16="http://schemas.microsoft.com/office/drawing/2014/main" id="{73CCF553-B727-ED0B-534A-497ACE7922A3}"/>
                </a:ext>
              </a:extLst>
            </p:cNvPr>
            <p:cNvSpPr/>
            <p:nvPr/>
          </p:nvSpPr>
          <p:spPr>
            <a:xfrm>
              <a:off x="6448564" y="2995961"/>
              <a:ext cx="5254" cy="28663"/>
            </a:xfrm>
            <a:custGeom>
              <a:avLst/>
              <a:gdLst>
                <a:gd name="csX0" fmla="*/ 5255 w 5254"/>
                <a:gd name="csY0" fmla="*/ 0 h 28663"/>
                <a:gd name="csX1" fmla="*/ 0 w 5254"/>
                <a:gd name="csY1" fmla="*/ 11465 h 28663"/>
                <a:gd name="csX2" fmla="*/ 0 w 5254"/>
                <a:gd name="csY2" fmla="*/ 13854 h 28663"/>
                <a:gd name="csX3" fmla="*/ 1433 w 5254"/>
                <a:gd name="csY3" fmla="*/ 20542 h 28663"/>
                <a:gd name="csX4" fmla="*/ 3821 w 5254"/>
                <a:gd name="csY4" fmla="*/ 28664 h 28663"/>
                <a:gd name="csX5" fmla="*/ 4299 w 5254"/>
                <a:gd name="csY5" fmla="*/ 28664 h 2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54" h="28663">
                  <a:moveTo>
                    <a:pt x="5255" y="0"/>
                  </a:moveTo>
                  <a:lnTo>
                    <a:pt x="0" y="11465"/>
                  </a:lnTo>
                  <a:lnTo>
                    <a:pt x="0" y="13854"/>
                  </a:lnTo>
                  <a:lnTo>
                    <a:pt x="1433" y="20542"/>
                  </a:lnTo>
                  <a:lnTo>
                    <a:pt x="3821" y="28664"/>
                  </a:lnTo>
                  <a:lnTo>
                    <a:pt x="4299" y="2866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1" name="Freeform 4220">
              <a:extLst>
                <a:ext uri="{FF2B5EF4-FFF2-40B4-BE49-F238E27FC236}">
                  <a16:creationId xmlns:a16="http://schemas.microsoft.com/office/drawing/2014/main" id="{EFC85025-5F9E-E6B2-ACE5-AF84D475D26F}"/>
                </a:ext>
              </a:extLst>
            </p:cNvPr>
            <p:cNvSpPr/>
            <p:nvPr/>
          </p:nvSpPr>
          <p:spPr>
            <a:xfrm>
              <a:off x="6453818" y="2992139"/>
              <a:ext cx="477" cy="3344"/>
            </a:xfrm>
            <a:custGeom>
              <a:avLst/>
              <a:gdLst>
                <a:gd name="csX0" fmla="*/ 478 w 477"/>
                <a:gd name="csY0" fmla="*/ 0 h 3344"/>
                <a:gd name="csX1" fmla="*/ 478 w 477"/>
                <a:gd name="csY1" fmla="*/ 1433 h 3344"/>
                <a:gd name="csX2" fmla="*/ 0 w 477"/>
                <a:gd name="csY2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3344">
                  <a:moveTo>
                    <a:pt x="478" y="0"/>
                  </a:moveTo>
                  <a:lnTo>
                    <a:pt x="478" y="1433"/>
                  </a:lnTo>
                  <a:lnTo>
                    <a:pt x="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2" name="Freeform 4221">
              <a:extLst>
                <a:ext uri="{FF2B5EF4-FFF2-40B4-BE49-F238E27FC236}">
                  <a16:creationId xmlns:a16="http://schemas.microsoft.com/office/drawing/2014/main" id="{9B65E166-CB14-F30D-01C0-FF1AF2767159}"/>
                </a:ext>
              </a:extLst>
            </p:cNvPr>
            <p:cNvSpPr/>
            <p:nvPr/>
          </p:nvSpPr>
          <p:spPr>
            <a:xfrm>
              <a:off x="6447130" y="2983540"/>
              <a:ext cx="9554" cy="7165"/>
            </a:xfrm>
            <a:custGeom>
              <a:avLst/>
              <a:gdLst>
                <a:gd name="csX0" fmla="*/ 9555 w 9554"/>
                <a:gd name="csY0" fmla="*/ 0 h 7165"/>
                <a:gd name="csX1" fmla="*/ 5733 w 9554"/>
                <a:gd name="csY1" fmla="*/ 2389 h 7165"/>
                <a:gd name="csX2" fmla="*/ 3344 w 9554"/>
                <a:gd name="csY2" fmla="*/ 4300 h 7165"/>
                <a:gd name="csX3" fmla="*/ 0 w 9554"/>
                <a:gd name="csY3" fmla="*/ 5733 h 7165"/>
                <a:gd name="csX4" fmla="*/ 0 w 9554"/>
                <a:gd name="csY4" fmla="*/ 5733 h 7165"/>
                <a:gd name="csX5" fmla="*/ 955 w 9554"/>
                <a:gd name="csY5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4" h="7165">
                  <a:moveTo>
                    <a:pt x="9555" y="0"/>
                  </a:moveTo>
                  <a:lnTo>
                    <a:pt x="5733" y="2389"/>
                  </a:lnTo>
                  <a:lnTo>
                    <a:pt x="3344" y="4300"/>
                  </a:lnTo>
                  <a:lnTo>
                    <a:pt x="0" y="5733"/>
                  </a:lnTo>
                  <a:lnTo>
                    <a:pt x="0" y="5733"/>
                  </a:lnTo>
                  <a:lnTo>
                    <a:pt x="955" y="71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3" name="Freeform 4222">
              <a:extLst>
                <a:ext uri="{FF2B5EF4-FFF2-40B4-BE49-F238E27FC236}">
                  <a16:creationId xmlns:a16="http://schemas.microsoft.com/office/drawing/2014/main" id="{515B7B0E-517B-8B87-D67A-CA9685F6B16D}"/>
                </a:ext>
              </a:extLst>
            </p:cNvPr>
            <p:cNvSpPr/>
            <p:nvPr/>
          </p:nvSpPr>
          <p:spPr>
            <a:xfrm>
              <a:off x="6371171" y="3166988"/>
              <a:ext cx="8121" cy="5732"/>
            </a:xfrm>
            <a:custGeom>
              <a:avLst/>
              <a:gdLst>
                <a:gd name="csX0" fmla="*/ 5255 w 8121"/>
                <a:gd name="csY0" fmla="*/ 4300 h 5732"/>
                <a:gd name="csX1" fmla="*/ 2389 w 8121"/>
                <a:gd name="csY1" fmla="*/ 5733 h 5732"/>
                <a:gd name="csX2" fmla="*/ 0 w 8121"/>
                <a:gd name="csY2" fmla="*/ 4777 h 5732"/>
                <a:gd name="csX3" fmla="*/ 0 w 8121"/>
                <a:gd name="csY3" fmla="*/ 1911 h 5732"/>
                <a:gd name="csX4" fmla="*/ 1433 w 8121"/>
                <a:gd name="csY4" fmla="*/ 478 h 5732"/>
                <a:gd name="csX5" fmla="*/ 4300 w 8121"/>
                <a:gd name="csY5" fmla="*/ 0 h 5732"/>
                <a:gd name="csX6" fmla="*/ 7644 w 8121"/>
                <a:gd name="csY6" fmla="*/ 1433 h 5732"/>
                <a:gd name="csX7" fmla="*/ 8121 w 8121"/>
                <a:gd name="csY7" fmla="*/ 1911 h 5732"/>
                <a:gd name="csX8" fmla="*/ 6211 w 8121"/>
                <a:gd name="csY8" fmla="*/ 2389 h 5732"/>
                <a:gd name="csX9" fmla="*/ 5255 w 8121"/>
                <a:gd name="csY9" fmla="*/ 430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121" h="5732">
                  <a:moveTo>
                    <a:pt x="5255" y="4300"/>
                  </a:moveTo>
                  <a:lnTo>
                    <a:pt x="2389" y="5733"/>
                  </a:lnTo>
                  <a:lnTo>
                    <a:pt x="0" y="4777"/>
                  </a:lnTo>
                  <a:lnTo>
                    <a:pt x="0" y="1911"/>
                  </a:lnTo>
                  <a:lnTo>
                    <a:pt x="1433" y="478"/>
                  </a:lnTo>
                  <a:lnTo>
                    <a:pt x="4300" y="0"/>
                  </a:lnTo>
                  <a:lnTo>
                    <a:pt x="7644" y="1433"/>
                  </a:lnTo>
                  <a:lnTo>
                    <a:pt x="8121" y="1911"/>
                  </a:lnTo>
                  <a:lnTo>
                    <a:pt x="6211" y="2389"/>
                  </a:lnTo>
                  <a:lnTo>
                    <a:pt x="5255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4" name="Freeform 4223">
              <a:extLst>
                <a:ext uri="{FF2B5EF4-FFF2-40B4-BE49-F238E27FC236}">
                  <a16:creationId xmlns:a16="http://schemas.microsoft.com/office/drawing/2014/main" id="{954915CC-5D5D-AA62-8DB9-DEA66284C3CE}"/>
                </a:ext>
              </a:extLst>
            </p:cNvPr>
            <p:cNvSpPr/>
            <p:nvPr/>
          </p:nvSpPr>
          <p:spPr>
            <a:xfrm>
              <a:off x="6301900" y="3242469"/>
              <a:ext cx="6688" cy="5255"/>
            </a:xfrm>
            <a:custGeom>
              <a:avLst/>
              <a:gdLst>
                <a:gd name="csX0" fmla="*/ 2867 w 6688"/>
                <a:gd name="csY0" fmla="*/ 1433 h 5255"/>
                <a:gd name="csX1" fmla="*/ 2867 w 6688"/>
                <a:gd name="csY1" fmla="*/ 2389 h 5255"/>
                <a:gd name="csX2" fmla="*/ 3822 w 6688"/>
                <a:gd name="csY2" fmla="*/ 1911 h 5255"/>
                <a:gd name="csX3" fmla="*/ 5733 w 6688"/>
                <a:gd name="csY3" fmla="*/ 478 h 5255"/>
                <a:gd name="csX4" fmla="*/ 6688 w 6688"/>
                <a:gd name="csY4" fmla="*/ 1433 h 5255"/>
                <a:gd name="csX5" fmla="*/ 6688 w 6688"/>
                <a:gd name="csY5" fmla="*/ 3344 h 5255"/>
                <a:gd name="csX6" fmla="*/ 5733 w 6688"/>
                <a:gd name="csY6" fmla="*/ 3344 h 5255"/>
                <a:gd name="csX7" fmla="*/ 5733 w 6688"/>
                <a:gd name="csY7" fmla="*/ 2866 h 5255"/>
                <a:gd name="csX8" fmla="*/ 4777 w 6688"/>
                <a:gd name="csY8" fmla="*/ 3822 h 5255"/>
                <a:gd name="csX9" fmla="*/ 4300 w 6688"/>
                <a:gd name="csY9" fmla="*/ 4777 h 5255"/>
                <a:gd name="csX10" fmla="*/ 3344 w 6688"/>
                <a:gd name="csY10" fmla="*/ 5255 h 5255"/>
                <a:gd name="csX11" fmla="*/ 1433 w 6688"/>
                <a:gd name="csY11" fmla="*/ 3344 h 5255"/>
                <a:gd name="csX12" fmla="*/ 0 w 6688"/>
                <a:gd name="csY12" fmla="*/ 0 h 5255"/>
                <a:gd name="csX13" fmla="*/ 2867 w 6688"/>
                <a:gd name="csY13" fmla="*/ 0 h 5255"/>
                <a:gd name="csX14" fmla="*/ 2867 w 6688"/>
                <a:gd name="csY14" fmla="*/ 955 h 5255"/>
                <a:gd name="csX15" fmla="*/ 2867 w 6688"/>
                <a:gd name="csY15" fmla="*/ 1433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688" h="5255">
                  <a:moveTo>
                    <a:pt x="2867" y="1433"/>
                  </a:moveTo>
                  <a:lnTo>
                    <a:pt x="2867" y="2389"/>
                  </a:lnTo>
                  <a:lnTo>
                    <a:pt x="3822" y="1911"/>
                  </a:lnTo>
                  <a:lnTo>
                    <a:pt x="5733" y="478"/>
                  </a:lnTo>
                  <a:lnTo>
                    <a:pt x="6688" y="1433"/>
                  </a:lnTo>
                  <a:lnTo>
                    <a:pt x="6688" y="3344"/>
                  </a:lnTo>
                  <a:lnTo>
                    <a:pt x="5733" y="3344"/>
                  </a:lnTo>
                  <a:lnTo>
                    <a:pt x="5733" y="2866"/>
                  </a:lnTo>
                  <a:lnTo>
                    <a:pt x="4777" y="3822"/>
                  </a:lnTo>
                  <a:lnTo>
                    <a:pt x="4300" y="4777"/>
                  </a:lnTo>
                  <a:lnTo>
                    <a:pt x="3344" y="5255"/>
                  </a:lnTo>
                  <a:lnTo>
                    <a:pt x="1433" y="3344"/>
                  </a:lnTo>
                  <a:lnTo>
                    <a:pt x="0" y="0"/>
                  </a:lnTo>
                  <a:lnTo>
                    <a:pt x="2867" y="0"/>
                  </a:lnTo>
                  <a:lnTo>
                    <a:pt x="2867" y="955"/>
                  </a:lnTo>
                  <a:lnTo>
                    <a:pt x="286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5" name="Freeform 4224">
              <a:extLst>
                <a:ext uri="{FF2B5EF4-FFF2-40B4-BE49-F238E27FC236}">
                  <a16:creationId xmlns:a16="http://schemas.microsoft.com/office/drawing/2014/main" id="{71E427A8-3DFF-7F8E-7564-97839C3C02A9}"/>
                </a:ext>
              </a:extLst>
            </p:cNvPr>
            <p:cNvSpPr/>
            <p:nvPr/>
          </p:nvSpPr>
          <p:spPr>
            <a:xfrm>
              <a:off x="6304289" y="3344703"/>
              <a:ext cx="4777" cy="5732"/>
            </a:xfrm>
            <a:custGeom>
              <a:avLst/>
              <a:gdLst>
                <a:gd name="csX0" fmla="*/ 4777 w 4777"/>
                <a:gd name="csY0" fmla="*/ 3822 h 5732"/>
                <a:gd name="csX1" fmla="*/ 4777 w 4777"/>
                <a:gd name="csY1" fmla="*/ 5733 h 5732"/>
                <a:gd name="csX2" fmla="*/ 3344 w 4777"/>
                <a:gd name="csY2" fmla="*/ 5255 h 5732"/>
                <a:gd name="csX3" fmla="*/ 1911 w 4777"/>
                <a:gd name="csY3" fmla="*/ 5733 h 5732"/>
                <a:gd name="csX4" fmla="*/ 956 w 4777"/>
                <a:gd name="csY4" fmla="*/ 3822 h 5732"/>
                <a:gd name="csX5" fmla="*/ 0 w 4777"/>
                <a:gd name="csY5" fmla="*/ 956 h 5732"/>
                <a:gd name="csX6" fmla="*/ 478 w 4777"/>
                <a:gd name="csY6" fmla="*/ 478 h 5732"/>
                <a:gd name="csX7" fmla="*/ 1433 w 4777"/>
                <a:gd name="csY7" fmla="*/ 0 h 5732"/>
                <a:gd name="csX8" fmla="*/ 1911 w 4777"/>
                <a:gd name="csY8" fmla="*/ 1433 h 5732"/>
                <a:gd name="csX9" fmla="*/ 4777 w 4777"/>
                <a:gd name="csY9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5732">
                  <a:moveTo>
                    <a:pt x="4777" y="3822"/>
                  </a:moveTo>
                  <a:lnTo>
                    <a:pt x="4777" y="5733"/>
                  </a:lnTo>
                  <a:lnTo>
                    <a:pt x="3344" y="5255"/>
                  </a:lnTo>
                  <a:lnTo>
                    <a:pt x="1911" y="5733"/>
                  </a:lnTo>
                  <a:lnTo>
                    <a:pt x="956" y="3822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1433"/>
                  </a:lnTo>
                  <a:lnTo>
                    <a:pt x="4777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6" name="Freeform 4225">
              <a:extLst>
                <a:ext uri="{FF2B5EF4-FFF2-40B4-BE49-F238E27FC236}">
                  <a16:creationId xmlns:a16="http://schemas.microsoft.com/office/drawing/2014/main" id="{D888D4CC-B055-5BA3-AF9A-94007D8A3BA7}"/>
                </a:ext>
              </a:extLst>
            </p:cNvPr>
            <p:cNvSpPr/>
            <p:nvPr/>
          </p:nvSpPr>
          <p:spPr>
            <a:xfrm>
              <a:off x="6316232" y="3350914"/>
              <a:ext cx="3822" cy="4777"/>
            </a:xfrm>
            <a:custGeom>
              <a:avLst/>
              <a:gdLst>
                <a:gd name="csX0" fmla="*/ 3822 w 3822"/>
                <a:gd name="csY0" fmla="*/ 4777 h 4777"/>
                <a:gd name="csX1" fmla="*/ 2389 w 3822"/>
                <a:gd name="csY1" fmla="*/ 4777 h 4777"/>
                <a:gd name="csX2" fmla="*/ 0 w 3822"/>
                <a:gd name="csY2" fmla="*/ 2866 h 4777"/>
                <a:gd name="csX3" fmla="*/ 0 w 3822"/>
                <a:gd name="csY3" fmla="*/ 2389 h 4777"/>
                <a:gd name="csX4" fmla="*/ 956 w 3822"/>
                <a:gd name="csY4" fmla="*/ 1911 h 4777"/>
                <a:gd name="csX5" fmla="*/ 0 w 3822"/>
                <a:gd name="csY5" fmla="*/ 478 h 4777"/>
                <a:gd name="csX6" fmla="*/ 478 w 3822"/>
                <a:gd name="csY6" fmla="*/ 0 h 4777"/>
                <a:gd name="csX7" fmla="*/ 1911 w 3822"/>
                <a:gd name="csY7" fmla="*/ 956 h 4777"/>
                <a:gd name="csX8" fmla="*/ 2867 w 3822"/>
                <a:gd name="csY8" fmla="*/ 2389 h 4777"/>
                <a:gd name="csX9" fmla="*/ 1911 w 3822"/>
                <a:gd name="csY9" fmla="*/ 2866 h 4777"/>
                <a:gd name="csX10" fmla="*/ 3344 w 3822"/>
                <a:gd name="csY10" fmla="*/ 3822 h 4777"/>
                <a:gd name="csX11" fmla="*/ 3822 w 3822"/>
                <a:gd name="csY11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4777">
                  <a:moveTo>
                    <a:pt x="3822" y="4777"/>
                  </a:moveTo>
                  <a:lnTo>
                    <a:pt x="2389" y="4777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956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956"/>
                  </a:lnTo>
                  <a:lnTo>
                    <a:pt x="2867" y="2389"/>
                  </a:lnTo>
                  <a:lnTo>
                    <a:pt x="1911" y="2866"/>
                  </a:lnTo>
                  <a:lnTo>
                    <a:pt x="3344" y="3822"/>
                  </a:lnTo>
                  <a:lnTo>
                    <a:pt x="3822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7" name="Freeform 4226">
              <a:extLst>
                <a:ext uri="{FF2B5EF4-FFF2-40B4-BE49-F238E27FC236}">
                  <a16:creationId xmlns:a16="http://schemas.microsoft.com/office/drawing/2014/main" id="{94AF4FDB-69C4-B071-7582-D74678B2EE69}"/>
                </a:ext>
              </a:extLst>
            </p:cNvPr>
            <p:cNvSpPr/>
            <p:nvPr/>
          </p:nvSpPr>
          <p:spPr>
            <a:xfrm>
              <a:off x="6321487" y="3354258"/>
              <a:ext cx="6688" cy="7643"/>
            </a:xfrm>
            <a:custGeom>
              <a:avLst/>
              <a:gdLst>
                <a:gd name="csX0" fmla="*/ 1911 w 6688"/>
                <a:gd name="csY0" fmla="*/ 0 h 7643"/>
                <a:gd name="csX1" fmla="*/ 4299 w 6688"/>
                <a:gd name="csY1" fmla="*/ 956 h 7643"/>
                <a:gd name="csX2" fmla="*/ 5733 w 6688"/>
                <a:gd name="csY2" fmla="*/ 478 h 7643"/>
                <a:gd name="csX3" fmla="*/ 6688 w 6688"/>
                <a:gd name="csY3" fmla="*/ 2389 h 7643"/>
                <a:gd name="csX4" fmla="*/ 4777 w 6688"/>
                <a:gd name="csY4" fmla="*/ 3822 h 7643"/>
                <a:gd name="csX5" fmla="*/ 4777 w 6688"/>
                <a:gd name="csY5" fmla="*/ 5255 h 7643"/>
                <a:gd name="csX6" fmla="*/ 5255 w 6688"/>
                <a:gd name="csY6" fmla="*/ 6210 h 7643"/>
                <a:gd name="csX7" fmla="*/ 5733 w 6688"/>
                <a:gd name="csY7" fmla="*/ 7644 h 7643"/>
                <a:gd name="csX8" fmla="*/ 3822 w 6688"/>
                <a:gd name="csY8" fmla="*/ 7644 h 7643"/>
                <a:gd name="csX9" fmla="*/ 2866 w 6688"/>
                <a:gd name="csY9" fmla="*/ 6688 h 7643"/>
                <a:gd name="csX10" fmla="*/ 2389 w 6688"/>
                <a:gd name="csY10" fmla="*/ 5255 h 7643"/>
                <a:gd name="csX11" fmla="*/ 1433 w 6688"/>
                <a:gd name="csY11" fmla="*/ 3822 h 7643"/>
                <a:gd name="csX12" fmla="*/ 0 w 6688"/>
                <a:gd name="csY12" fmla="*/ 3344 h 7643"/>
                <a:gd name="csX13" fmla="*/ 478 w 6688"/>
                <a:gd name="csY13" fmla="*/ 2389 h 7643"/>
                <a:gd name="csX14" fmla="*/ 956 w 6688"/>
                <a:gd name="csY14" fmla="*/ 478 h 7643"/>
                <a:gd name="csX15" fmla="*/ 1911 w 6688"/>
                <a:gd name="csY15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688" h="7643">
                  <a:moveTo>
                    <a:pt x="1911" y="0"/>
                  </a:moveTo>
                  <a:lnTo>
                    <a:pt x="4299" y="956"/>
                  </a:lnTo>
                  <a:lnTo>
                    <a:pt x="5733" y="478"/>
                  </a:lnTo>
                  <a:lnTo>
                    <a:pt x="6688" y="2389"/>
                  </a:lnTo>
                  <a:lnTo>
                    <a:pt x="4777" y="3822"/>
                  </a:lnTo>
                  <a:lnTo>
                    <a:pt x="4777" y="5255"/>
                  </a:lnTo>
                  <a:lnTo>
                    <a:pt x="5255" y="6210"/>
                  </a:lnTo>
                  <a:lnTo>
                    <a:pt x="5733" y="7644"/>
                  </a:lnTo>
                  <a:lnTo>
                    <a:pt x="3822" y="7644"/>
                  </a:lnTo>
                  <a:lnTo>
                    <a:pt x="2866" y="6688"/>
                  </a:lnTo>
                  <a:lnTo>
                    <a:pt x="2389" y="5255"/>
                  </a:lnTo>
                  <a:lnTo>
                    <a:pt x="1433" y="3822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956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8" name="Freeform 4227">
              <a:extLst>
                <a:ext uri="{FF2B5EF4-FFF2-40B4-BE49-F238E27FC236}">
                  <a16:creationId xmlns:a16="http://schemas.microsoft.com/office/drawing/2014/main" id="{9A6C8A0E-8522-773C-3EC5-A151298B9F29}"/>
                </a:ext>
              </a:extLst>
            </p:cNvPr>
            <p:cNvSpPr/>
            <p:nvPr/>
          </p:nvSpPr>
          <p:spPr>
            <a:xfrm>
              <a:off x="6313844" y="3360468"/>
              <a:ext cx="3344" cy="3821"/>
            </a:xfrm>
            <a:custGeom>
              <a:avLst/>
              <a:gdLst>
                <a:gd name="csX0" fmla="*/ 2867 w 3344"/>
                <a:gd name="csY0" fmla="*/ 2389 h 3821"/>
                <a:gd name="csX1" fmla="*/ 956 w 3344"/>
                <a:gd name="csY1" fmla="*/ 3822 h 3821"/>
                <a:gd name="csX2" fmla="*/ 0 w 3344"/>
                <a:gd name="csY2" fmla="*/ 3344 h 3821"/>
                <a:gd name="csX3" fmla="*/ 478 w 3344"/>
                <a:gd name="csY3" fmla="*/ 956 h 3821"/>
                <a:gd name="csX4" fmla="*/ 1433 w 3344"/>
                <a:gd name="csY4" fmla="*/ 0 h 3821"/>
                <a:gd name="csX5" fmla="*/ 3344 w 3344"/>
                <a:gd name="csY5" fmla="*/ 0 h 3821"/>
                <a:gd name="csX6" fmla="*/ 2867 w 3344"/>
                <a:gd name="csY6" fmla="*/ 2389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3821">
                  <a:moveTo>
                    <a:pt x="2867" y="2389"/>
                  </a:moveTo>
                  <a:lnTo>
                    <a:pt x="956" y="3822"/>
                  </a:lnTo>
                  <a:lnTo>
                    <a:pt x="0" y="3344"/>
                  </a:lnTo>
                  <a:lnTo>
                    <a:pt x="478" y="956"/>
                  </a:lnTo>
                  <a:lnTo>
                    <a:pt x="1433" y="0"/>
                  </a:lnTo>
                  <a:lnTo>
                    <a:pt x="3344" y="0"/>
                  </a:lnTo>
                  <a:lnTo>
                    <a:pt x="286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9" name="Freeform 4228">
              <a:extLst>
                <a:ext uri="{FF2B5EF4-FFF2-40B4-BE49-F238E27FC236}">
                  <a16:creationId xmlns:a16="http://schemas.microsoft.com/office/drawing/2014/main" id="{82386C57-588C-40B6-46F8-BD9CD4EB169A}"/>
                </a:ext>
              </a:extLst>
            </p:cNvPr>
            <p:cNvSpPr/>
            <p:nvPr/>
          </p:nvSpPr>
          <p:spPr>
            <a:xfrm>
              <a:off x="6310022" y="3361424"/>
              <a:ext cx="2866" cy="2866"/>
            </a:xfrm>
            <a:custGeom>
              <a:avLst/>
              <a:gdLst>
                <a:gd name="csX0" fmla="*/ 2389 w 2866"/>
                <a:gd name="csY0" fmla="*/ 2389 h 2866"/>
                <a:gd name="csX1" fmla="*/ 956 w 2866"/>
                <a:gd name="csY1" fmla="*/ 2866 h 2866"/>
                <a:gd name="csX2" fmla="*/ 0 w 2866"/>
                <a:gd name="csY2" fmla="*/ 1911 h 2866"/>
                <a:gd name="csX3" fmla="*/ 478 w 2866"/>
                <a:gd name="csY3" fmla="*/ 956 h 2866"/>
                <a:gd name="csX4" fmla="*/ 1433 w 2866"/>
                <a:gd name="csY4" fmla="*/ 0 h 2866"/>
                <a:gd name="csX5" fmla="*/ 2867 w 2866"/>
                <a:gd name="csY5" fmla="*/ 478 h 2866"/>
                <a:gd name="csX6" fmla="*/ 2867 w 2866"/>
                <a:gd name="csY6" fmla="*/ 1433 h 2866"/>
                <a:gd name="csX7" fmla="*/ 2389 w 2866"/>
                <a:gd name="csY7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866">
                  <a:moveTo>
                    <a:pt x="2389" y="2389"/>
                  </a:moveTo>
                  <a:lnTo>
                    <a:pt x="956" y="2866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433" y="0"/>
                  </a:lnTo>
                  <a:lnTo>
                    <a:pt x="2867" y="478"/>
                  </a:lnTo>
                  <a:lnTo>
                    <a:pt x="2867" y="1433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0" name="Freeform 4229">
              <a:extLst>
                <a:ext uri="{FF2B5EF4-FFF2-40B4-BE49-F238E27FC236}">
                  <a16:creationId xmlns:a16="http://schemas.microsoft.com/office/drawing/2014/main" id="{6B698C1F-EE34-3293-A781-658FC4109B1B}"/>
                </a:ext>
              </a:extLst>
            </p:cNvPr>
            <p:cNvSpPr/>
            <p:nvPr/>
          </p:nvSpPr>
          <p:spPr>
            <a:xfrm>
              <a:off x="9345993" y="5135711"/>
              <a:ext cx="955" cy="955"/>
            </a:xfrm>
            <a:custGeom>
              <a:avLst/>
              <a:gdLst>
                <a:gd name="csX0" fmla="*/ 955 w 955"/>
                <a:gd name="csY0" fmla="*/ 955 h 955"/>
                <a:gd name="csX1" fmla="*/ 478 w 955"/>
                <a:gd name="csY1" fmla="*/ 955 h 955"/>
                <a:gd name="csX2" fmla="*/ 0 w 955"/>
                <a:gd name="csY2" fmla="*/ 955 h 955"/>
                <a:gd name="csX3" fmla="*/ 0 w 955"/>
                <a:gd name="csY3" fmla="*/ 478 h 955"/>
                <a:gd name="csX4" fmla="*/ 478 w 955"/>
                <a:gd name="csY4" fmla="*/ 0 h 955"/>
                <a:gd name="csX5" fmla="*/ 955 w 955"/>
                <a:gd name="csY5" fmla="*/ 478 h 955"/>
                <a:gd name="csX6" fmla="*/ 955 w 955"/>
                <a:gd name="csY6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955">
                  <a:moveTo>
                    <a:pt x="955" y="955"/>
                  </a:moveTo>
                  <a:lnTo>
                    <a:pt x="478" y="955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5" y="478"/>
                  </a:lnTo>
                  <a:lnTo>
                    <a:pt x="955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1" name="Freeform 4230">
              <a:extLst>
                <a:ext uri="{FF2B5EF4-FFF2-40B4-BE49-F238E27FC236}">
                  <a16:creationId xmlns:a16="http://schemas.microsoft.com/office/drawing/2014/main" id="{DC4C3BEC-FEB6-352C-0813-B7D9396E8007}"/>
                </a:ext>
              </a:extLst>
            </p:cNvPr>
            <p:cNvSpPr/>
            <p:nvPr/>
          </p:nvSpPr>
          <p:spPr>
            <a:xfrm>
              <a:off x="4701029" y="5818864"/>
              <a:ext cx="36785" cy="30574"/>
            </a:xfrm>
            <a:custGeom>
              <a:avLst/>
              <a:gdLst>
                <a:gd name="csX0" fmla="*/ 15765 w 36785"/>
                <a:gd name="csY0" fmla="*/ 0 h 30574"/>
                <a:gd name="csX1" fmla="*/ 18632 w 36785"/>
                <a:gd name="csY1" fmla="*/ 1911 h 30574"/>
                <a:gd name="csX2" fmla="*/ 22453 w 36785"/>
                <a:gd name="csY2" fmla="*/ 1433 h 30574"/>
                <a:gd name="csX3" fmla="*/ 23886 w 36785"/>
                <a:gd name="csY3" fmla="*/ 1911 h 30574"/>
                <a:gd name="csX4" fmla="*/ 24842 w 36785"/>
                <a:gd name="csY4" fmla="*/ 3344 h 30574"/>
                <a:gd name="csX5" fmla="*/ 24364 w 36785"/>
                <a:gd name="csY5" fmla="*/ 4299 h 30574"/>
                <a:gd name="csX6" fmla="*/ 23409 w 36785"/>
                <a:gd name="csY6" fmla="*/ 4299 h 30574"/>
                <a:gd name="csX7" fmla="*/ 21975 w 36785"/>
                <a:gd name="csY7" fmla="*/ 4777 h 30574"/>
                <a:gd name="csX8" fmla="*/ 22453 w 36785"/>
                <a:gd name="csY8" fmla="*/ 6210 h 30574"/>
                <a:gd name="csX9" fmla="*/ 22931 w 36785"/>
                <a:gd name="csY9" fmla="*/ 7166 h 30574"/>
                <a:gd name="csX10" fmla="*/ 27231 w 36785"/>
                <a:gd name="csY10" fmla="*/ 9077 h 30574"/>
                <a:gd name="csX11" fmla="*/ 27708 w 36785"/>
                <a:gd name="csY11" fmla="*/ 9077 h 30574"/>
                <a:gd name="csX12" fmla="*/ 27708 w 36785"/>
                <a:gd name="csY12" fmla="*/ 8121 h 30574"/>
                <a:gd name="csX13" fmla="*/ 27231 w 36785"/>
                <a:gd name="csY13" fmla="*/ 7166 h 30574"/>
                <a:gd name="csX14" fmla="*/ 26753 w 36785"/>
                <a:gd name="csY14" fmla="*/ 5733 h 30574"/>
                <a:gd name="csX15" fmla="*/ 27231 w 36785"/>
                <a:gd name="csY15" fmla="*/ 4299 h 30574"/>
                <a:gd name="csX16" fmla="*/ 28186 w 36785"/>
                <a:gd name="csY16" fmla="*/ 4299 h 30574"/>
                <a:gd name="csX17" fmla="*/ 32963 w 36785"/>
                <a:gd name="csY17" fmla="*/ 3344 h 30574"/>
                <a:gd name="csX18" fmla="*/ 33919 w 36785"/>
                <a:gd name="csY18" fmla="*/ 3822 h 30574"/>
                <a:gd name="csX19" fmla="*/ 36307 w 36785"/>
                <a:gd name="csY19" fmla="*/ 7166 h 30574"/>
                <a:gd name="csX20" fmla="*/ 34397 w 36785"/>
                <a:gd name="csY20" fmla="*/ 7644 h 30574"/>
                <a:gd name="csX21" fmla="*/ 33441 w 36785"/>
                <a:gd name="csY21" fmla="*/ 9077 h 30574"/>
                <a:gd name="csX22" fmla="*/ 35352 w 36785"/>
                <a:gd name="csY22" fmla="*/ 10032 h 30574"/>
                <a:gd name="csX23" fmla="*/ 36785 w 36785"/>
                <a:gd name="csY23" fmla="*/ 10988 h 30574"/>
                <a:gd name="csX24" fmla="*/ 35830 w 36785"/>
                <a:gd name="csY24" fmla="*/ 12421 h 30574"/>
                <a:gd name="csX25" fmla="*/ 35830 w 36785"/>
                <a:gd name="csY25" fmla="*/ 12898 h 30574"/>
                <a:gd name="csX26" fmla="*/ 32486 w 36785"/>
                <a:gd name="csY26" fmla="*/ 13854 h 30574"/>
                <a:gd name="csX27" fmla="*/ 29619 w 36785"/>
                <a:gd name="csY27" fmla="*/ 14809 h 30574"/>
                <a:gd name="csX28" fmla="*/ 28186 w 36785"/>
                <a:gd name="csY28" fmla="*/ 16243 h 30574"/>
                <a:gd name="csX29" fmla="*/ 25798 w 36785"/>
                <a:gd name="csY29" fmla="*/ 17676 h 30574"/>
                <a:gd name="csX30" fmla="*/ 19109 w 36785"/>
                <a:gd name="csY30" fmla="*/ 19587 h 30574"/>
                <a:gd name="csX31" fmla="*/ 19587 w 36785"/>
                <a:gd name="csY31" fmla="*/ 21498 h 30574"/>
                <a:gd name="csX32" fmla="*/ 20065 w 36785"/>
                <a:gd name="csY32" fmla="*/ 21975 h 30574"/>
                <a:gd name="csX33" fmla="*/ 19587 w 36785"/>
                <a:gd name="csY33" fmla="*/ 24364 h 30574"/>
                <a:gd name="csX34" fmla="*/ 10032 w 36785"/>
                <a:gd name="csY34" fmla="*/ 21498 h 30574"/>
                <a:gd name="csX35" fmla="*/ 8599 w 36785"/>
                <a:gd name="csY35" fmla="*/ 21975 h 30574"/>
                <a:gd name="csX36" fmla="*/ 11466 w 36785"/>
                <a:gd name="csY36" fmla="*/ 26753 h 30574"/>
                <a:gd name="csX37" fmla="*/ 9555 w 36785"/>
                <a:gd name="csY37" fmla="*/ 27230 h 30574"/>
                <a:gd name="csX38" fmla="*/ 7644 w 36785"/>
                <a:gd name="csY38" fmla="*/ 26753 h 30574"/>
                <a:gd name="csX39" fmla="*/ 5733 w 36785"/>
                <a:gd name="csY39" fmla="*/ 27230 h 30574"/>
                <a:gd name="csX40" fmla="*/ 4777 w 36785"/>
                <a:gd name="csY40" fmla="*/ 30575 h 30574"/>
                <a:gd name="csX41" fmla="*/ 1911 w 36785"/>
                <a:gd name="csY41" fmla="*/ 28664 h 30574"/>
                <a:gd name="csX42" fmla="*/ 0 w 36785"/>
                <a:gd name="csY42" fmla="*/ 25320 h 30574"/>
                <a:gd name="csX43" fmla="*/ 0 w 36785"/>
                <a:gd name="csY43" fmla="*/ 23886 h 30574"/>
                <a:gd name="csX44" fmla="*/ 1911 w 36785"/>
                <a:gd name="csY44" fmla="*/ 20542 h 30574"/>
                <a:gd name="csX45" fmla="*/ 1433 w 36785"/>
                <a:gd name="csY45" fmla="*/ 19109 h 30574"/>
                <a:gd name="csX46" fmla="*/ 6688 w 36785"/>
                <a:gd name="csY46" fmla="*/ 14809 h 30574"/>
                <a:gd name="csX47" fmla="*/ 7644 w 36785"/>
                <a:gd name="csY47" fmla="*/ 13854 h 30574"/>
                <a:gd name="csX48" fmla="*/ 9077 w 36785"/>
                <a:gd name="csY48" fmla="*/ 12898 h 30574"/>
                <a:gd name="csX49" fmla="*/ 10510 w 36785"/>
                <a:gd name="csY49" fmla="*/ 12898 h 30574"/>
                <a:gd name="csX50" fmla="*/ 11466 w 36785"/>
                <a:gd name="csY50" fmla="*/ 12421 h 30574"/>
                <a:gd name="csX51" fmla="*/ 11466 w 36785"/>
                <a:gd name="csY51" fmla="*/ 11465 h 30574"/>
                <a:gd name="csX52" fmla="*/ 10510 w 36785"/>
                <a:gd name="csY52" fmla="*/ 9555 h 30574"/>
                <a:gd name="csX53" fmla="*/ 10510 w 36785"/>
                <a:gd name="csY53" fmla="*/ 6688 h 30574"/>
                <a:gd name="csX54" fmla="*/ 14809 w 36785"/>
                <a:gd name="csY54" fmla="*/ 2866 h 30574"/>
                <a:gd name="csX55" fmla="*/ 14332 w 36785"/>
                <a:gd name="csY55" fmla="*/ 478 h 30574"/>
                <a:gd name="csX56" fmla="*/ 15765 w 36785"/>
                <a:gd name="csY56" fmla="*/ 0 h 30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6785" h="30574">
                  <a:moveTo>
                    <a:pt x="15765" y="0"/>
                  </a:moveTo>
                  <a:lnTo>
                    <a:pt x="18632" y="1911"/>
                  </a:lnTo>
                  <a:lnTo>
                    <a:pt x="22453" y="1433"/>
                  </a:lnTo>
                  <a:lnTo>
                    <a:pt x="23886" y="1911"/>
                  </a:lnTo>
                  <a:lnTo>
                    <a:pt x="24842" y="3344"/>
                  </a:lnTo>
                  <a:lnTo>
                    <a:pt x="24364" y="4299"/>
                  </a:lnTo>
                  <a:lnTo>
                    <a:pt x="23409" y="4299"/>
                  </a:lnTo>
                  <a:lnTo>
                    <a:pt x="21975" y="4777"/>
                  </a:lnTo>
                  <a:lnTo>
                    <a:pt x="22453" y="6210"/>
                  </a:lnTo>
                  <a:lnTo>
                    <a:pt x="22931" y="7166"/>
                  </a:lnTo>
                  <a:lnTo>
                    <a:pt x="27231" y="9077"/>
                  </a:lnTo>
                  <a:lnTo>
                    <a:pt x="27708" y="9077"/>
                  </a:lnTo>
                  <a:lnTo>
                    <a:pt x="27708" y="8121"/>
                  </a:lnTo>
                  <a:lnTo>
                    <a:pt x="27231" y="7166"/>
                  </a:lnTo>
                  <a:lnTo>
                    <a:pt x="26753" y="5733"/>
                  </a:lnTo>
                  <a:lnTo>
                    <a:pt x="27231" y="4299"/>
                  </a:lnTo>
                  <a:lnTo>
                    <a:pt x="28186" y="4299"/>
                  </a:lnTo>
                  <a:lnTo>
                    <a:pt x="32963" y="3344"/>
                  </a:lnTo>
                  <a:lnTo>
                    <a:pt x="33919" y="3822"/>
                  </a:lnTo>
                  <a:lnTo>
                    <a:pt x="36307" y="7166"/>
                  </a:lnTo>
                  <a:lnTo>
                    <a:pt x="34397" y="7644"/>
                  </a:lnTo>
                  <a:lnTo>
                    <a:pt x="33441" y="9077"/>
                  </a:lnTo>
                  <a:lnTo>
                    <a:pt x="35352" y="10032"/>
                  </a:lnTo>
                  <a:lnTo>
                    <a:pt x="36785" y="10988"/>
                  </a:lnTo>
                  <a:lnTo>
                    <a:pt x="35830" y="12421"/>
                  </a:lnTo>
                  <a:lnTo>
                    <a:pt x="35830" y="12898"/>
                  </a:lnTo>
                  <a:lnTo>
                    <a:pt x="32486" y="13854"/>
                  </a:lnTo>
                  <a:lnTo>
                    <a:pt x="29619" y="14809"/>
                  </a:lnTo>
                  <a:lnTo>
                    <a:pt x="28186" y="16243"/>
                  </a:lnTo>
                  <a:lnTo>
                    <a:pt x="25798" y="17676"/>
                  </a:lnTo>
                  <a:lnTo>
                    <a:pt x="19109" y="19587"/>
                  </a:lnTo>
                  <a:lnTo>
                    <a:pt x="19587" y="21498"/>
                  </a:lnTo>
                  <a:lnTo>
                    <a:pt x="20065" y="21975"/>
                  </a:lnTo>
                  <a:lnTo>
                    <a:pt x="19587" y="24364"/>
                  </a:lnTo>
                  <a:lnTo>
                    <a:pt x="10032" y="21498"/>
                  </a:lnTo>
                  <a:lnTo>
                    <a:pt x="8599" y="21975"/>
                  </a:lnTo>
                  <a:lnTo>
                    <a:pt x="11466" y="26753"/>
                  </a:lnTo>
                  <a:lnTo>
                    <a:pt x="9555" y="27230"/>
                  </a:lnTo>
                  <a:lnTo>
                    <a:pt x="7644" y="26753"/>
                  </a:lnTo>
                  <a:lnTo>
                    <a:pt x="5733" y="27230"/>
                  </a:lnTo>
                  <a:lnTo>
                    <a:pt x="4777" y="30575"/>
                  </a:lnTo>
                  <a:lnTo>
                    <a:pt x="1911" y="28664"/>
                  </a:lnTo>
                  <a:lnTo>
                    <a:pt x="0" y="25320"/>
                  </a:lnTo>
                  <a:lnTo>
                    <a:pt x="0" y="23886"/>
                  </a:lnTo>
                  <a:lnTo>
                    <a:pt x="1911" y="20542"/>
                  </a:lnTo>
                  <a:lnTo>
                    <a:pt x="1433" y="19109"/>
                  </a:lnTo>
                  <a:lnTo>
                    <a:pt x="6688" y="14809"/>
                  </a:lnTo>
                  <a:lnTo>
                    <a:pt x="7644" y="13854"/>
                  </a:lnTo>
                  <a:lnTo>
                    <a:pt x="9077" y="12898"/>
                  </a:lnTo>
                  <a:lnTo>
                    <a:pt x="10510" y="12898"/>
                  </a:lnTo>
                  <a:lnTo>
                    <a:pt x="11466" y="12421"/>
                  </a:lnTo>
                  <a:lnTo>
                    <a:pt x="11466" y="11465"/>
                  </a:lnTo>
                  <a:lnTo>
                    <a:pt x="10510" y="9555"/>
                  </a:lnTo>
                  <a:lnTo>
                    <a:pt x="10510" y="6688"/>
                  </a:lnTo>
                  <a:lnTo>
                    <a:pt x="14809" y="2866"/>
                  </a:lnTo>
                  <a:lnTo>
                    <a:pt x="14332" y="478"/>
                  </a:lnTo>
                  <a:lnTo>
                    <a:pt x="1576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2" name="Freeform 4231">
              <a:extLst>
                <a:ext uri="{FF2B5EF4-FFF2-40B4-BE49-F238E27FC236}">
                  <a16:creationId xmlns:a16="http://schemas.microsoft.com/office/drawing/2014/main" id="{65012F78-5333-6CF5-C9B5-1EEE0AFEE854}"/>
                </a:ext>
              </a:extLst>
            </p:cNvPr>
            <p:cNvSpPr/>
            <p:nvPr/>
          </p:nvSpPr>
          <p:spPr>
            <a:xfrm>
              <a:off x="4688608" y="5819342"/>
              <a:ext cx="3821" cy="3344"/>
            </a:xfrm>
            <a:custGeom>
              <a:avLst/>
              <a:gdLst>
                <a:gd name="csX0" fmla="*/ 2866 w 3821"/>
                <a:gd name="csY0" fmla="*/ 3344 h 3344"/>
                <a:gd name="csX1" fmla="*/ 478 w 3821"/>
                <a:gd name="csY1" fmla="*/ 3344 h 3344"/>
                <a:gd name="csX2" fmla="*/ 0 w 3821"/>
                <a:gd name="csY2" fmla="*/ 2389 h 3344"/>
                <a:gd name="csX3" fmla="*/ 0 w 3821"/>
                <a:gd name="csY3" fmla="*/ 0 h 3344"/>
                <a:gd name="csX4" fmla="*/ 1911 w 3821"/>
                <a:gd name="csY4" fmla="*/ 0 h 3344"/>
                <a:gd name="csX5" fmla="*/ 3822 w 3821"/>
                <a:gd name="csY5" fmla="*/ 956 h 3344"/>
                <a:gd name="csX6" fmla="*/ 3822 w 3821"/>
                <a:gd name="csY6" fmla="*/ 1911 h 3344"/>
                <a:gd name="csX7" fmla="*/ 2866 w 3821"/>
                <a:gd name="csY7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3344">
                  <a:moveTo>
                    <a:pt x="2866" y="3344"/>
                  </a:moveTo>
                  <a:lnTo>
                    <a:pt x="478" y="3344"/>
                  </a:lnTo>
                  <a:lnTo>
                    <a:pt x="0" y="2389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3822" y="956"/>
                  </a:lnTo>
                  <a:lnTo>
                    <a:pt x="3822" y="1911"/>
                  </a:lnTo>
                  <a:lnTo>
                    <a:pt x="28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3" name="Freeform 4232">
              <a:extLst>
                <a:ext uri="{FF2B5EF4-FFF2-40B4-BE49-F238E27FC236}">
                  <a16:creationId xmlns:a16="http://schemas.microsoft.com/office/drawing/2014/main" id="{22622A01-6808-3EA0-AC5B-BB56CDD8DE35}"/>
                </a:ext>
              </a:extLst>
            </p:cNvPr>
            <p:cNvSpPr/>
            <p:nvPr/>
          </p:nvSpPr>
          <p:spPr>
            <a:xfrm>
              <a:off x="4674754" y="5821253"/>
              <a:ext cx="33441" cy="24841"/>
            </a:xfrm>
            <a:custGeom>
              <a:avLst/>
              <a:gdLst>
                <a:gd name="csX0" fmla="*/ 13376 w 33441"/>
                <a:gd name="csY0" fmla="*/ 3344 h 24841"/>
                <a:gd name="csX1" fmla="*/ 16243 w 33441"/>
                <a:gd name="csY1" fmla="*/ 3822 h 24841"/>
                <a:gd name="csX2" fmla="*/ 19109 w 33441"/>
                <a:gd name="csY2" fmla="*/ 1911 h 24841"/>
                <a:gd name="csX3" fmla="*/ 20542 w 33441"/>
                <a:gd name="csY3" fmla="*/ 955 h 24841"/>
                <a:gd name="csX4" fmla="*/ 22453 w 33441"/>
                <a:gd name="csY4" fmla="*/ 1433 h 24841"/>
                <a:gd name="csX5" fmla="*/ 23409 w 33441"/>
                <a:gd name="csY5" fmla="*/ 2866 h 24841"/>
                <a:gd name="csX6" fmla="*/ 24842 w 33441"/>
                <a:gd name="csY6" fmla="*/ 2866 h 24841"/>
                <a:gd name="csX7" fmla="*/ 29141 w 33441"/>
                <a:gd name="csY7" fmla="*/ 1433 h 24841"/>
                <a:gd name="csX8" fmla="*/ 29619 w 33441"/>
                <a:gd name="csY8" fmla="*/ 1911 h 24841"/>
                <a:gd name="csX9" fmla="*/ 31052 w 33441"/>
                <a:gd name="csY9" fmla="*/ 478 h 24841"/>
                <a:gd name="csX10" fmla="*/ 32486 w 33441"/>
                <a:gd name="csY10" fmla="*/ 955 h 24841"/>
                <a:gd name="csX11" fmla="*/ 33441 w 33441"/>
                <a:gd name="csY11" fmla="*/ 2389 h 24841"/>
                <a:gd name="csX12" fmla="*/ 32963 w 33441"/>
                <a:gd name="csY12" fmla="*/ 3822 h 24841"/>
                <a:gd name="csX13" fmla="*/ 32008 w 33441"/>
                <a:gd name="csY13" fmla="*/ 4777 h 24841"/>
                <a:gd name="csX14" fmla="*/ 31052 w 33441"/>
                <a:gd name="csY14" fmla="*/ 6210 h 24841"/>
                <a:gd name="csX15" fmla="*/ 30097 w 33441"/>
                <a:gd name="csY15" fmla="*/ 7166 h 24841"/>
                <a:gd name="csX16" fmla="*/ 28664 w 33441"/>
                <a:gd name="csY16" fmla="*/ 8121 h 24841"/>
                <a:gd name="csX17" fmla="*/ 27708 w 33441"/>
                <a:gd name="csY17" fmla="*/ 9555 h 24841"/>
                <a:gd name="csX18" fmla="*/ 24842 w 33441"/>
                <a:gd name="csY18" fmla="*/ 13376 h 24841"/>
                <a:gd name="csX19" fmla="*/ 20542 w 33441"/>
                <a:gd name="csY19" fmla="*/ 18154 h 24841"/>
                <a:gd name="csX20" fmla="*/ 19109 w 33441"/>
                <a:gd name="csY20" fmla="*/ 18631 h 24841"/>
                <a:gd name="csX21" fmla="*/ 16721 w 33441"/>
                <a:gd name="csY21" fmla="*/ 19109 h 24841"/>
                <a:gd name="csX22" fmla="*/ 15287 w 33441"/>
                <a:gd name="csY22" fmla="*/ 18631 h 24841"/>
                <a:gd name="csX23" fmla="*/ 14332 w 33441"/>
                <a:gd name="csY23" fmla="*/ 18631 h 24841"/>
                <a:gd name="csX24" fmla="*/ 13376 w 33441"/>
                <a:gd name="csY24" fmla="*/ 21020 h 24841"/>
                <a:gd name="csX25" fmla="*/ 11943 w 33441"/>
                <a:gd name="csY25" fmla="*/ 23409 h 24841"/>
                <a:gd name="csX26" fmla="*/ 11466 w 33441"/>
                <a:gd name="csY26" fmla="*/ 23409 h 24841"/>
                <a:gd name="csX27" fmla="*/ 10032 w 33441"/>
                <a:gd name="csY27" fmla="*/ 23886 h 24841"/>
                <a:gd name="csX28" fmla="*/ 9555 w 33441"/>
                <a:gd name="csY28" fmla="*/ 23886 h 24841"/>
                <a:gd name="csX29" fmla="*/ 9077 w 33441"/>
                <a:gd name="csY29" fmla="*/ 24842 h 24841"/>
                <a:gd name="csX30" fmla="*/ 5733 w 33441"/>
                <a:gd name="csY30" fmla="*/ 24842 h 24841"/>
                <a:gd name="csX31" fmla="*/ 2866 w 33441"/>
                <a:gd name="csY31" fmla="*/ 23409 h 24841"/>
                <a:gd name="csX32" fmla="*/ 0 w 33441"/>
                <a:gd name="csY32" fmla="*/ 20542 h 24841"/>
                <a:gd name="csX33" fmla="*/ 3822 w 33441"/>
                <a:gd name="csY33" fmla="*/ 17676 h 24841"/>
                <a:gd name="csX34" fmla="*/ 7644 w 33441"/>
                <a:gd name="csY34" fmla="*/ 17676 h 24841"/>
                <a:gd name="csX35" fmla="*/ 10032 w 33441"/>
                <a:gd name="csY35" fmla="*/ 15287 h 24841"/>
                <a:gd name="csX36" fmla="*/ 12421 w 33441"/>
                <a:gd name="csY36" fmla="*/ 14332 h 24841"/>
                <a:gd name="csX37" fmla="*/ 13376 w 33441"/>
                <a:gd name="csY37" fmla="*/ 13376 h 24841"/>
                <a:gd name="csX38" fmla="*/ 14332 w 33441"/>
                <a:gd name="csY38" fmla="*/ 12421 h 24841"/>
                <a:gd name="csX39" fmla="*/ 14332 w 33441"/>
                <a:gd name="csY39" fmla="*/ 11465 h 24841"/>
                <a:gd name="csX40" fmla="*/ 13854 w 33441"/>
                <a:gd name="csY40" fmla="*/ 10510 h 24841"/>
                <a:gd name="csX41" fmla="*/ 12421 w 33441"/>
                <a:gd name="csY41" fmla="*/ 10988 h 24841"/>
                <a:gd name="csX42" fmla="*/ 11466 w 33441"/>
                <a:gd name="csY42" fmla="*/ 11465 h 24841"/>
                <a:gd name="csX43" fmla="*/ 9077 w 33441"/>
                <a:gd name="csY43" fmla="*/ 11943 h 24841"/>
                <a:gd name="csX44" fmla="*/ 7644 w 33441"/>
                <a:gd name="csY44" fmla="*/ 10510 h 24841"/>
                <a:gd name="csX45" fmla="*/ 8599 w 33441"/>
                <a:gd name="csY45" fmla="*/ 10032 h 24841"/>
                <a:gd name="csX46" fmla="*/ 10032 w 33441"/>
                <a:gd name="csY46" fmla="*/ 10032 h 24841"/>
                <a:gd name="csX47" fmla="*/ 13376 w 33441"/>
                <a:gd name="csY47" fmla="*/ 9077 h 24841"/>
                <a:gd name="csX48" fmla="*/ 14332 w 33441"/>
                <a:gd name="csY48" fmla="*/ 8599 h 24841"/>
                <a:gd name="csX49" fmla="*/ 12899 w 33441"/>
                <a:gd name="csY49" fmla="*/ 6688 h 24841"/>
                <a:gd name="csX50" fmla="*/ 10988 w 33441"/>
                <a:gd name="csY50" fmla="*/ 5733 h 24841"/>
                <a:gd name="csX51" fmla="*/ 9077 w 33441"/>
                <a:gd name="csY51" fmla="*/ 3822 h 24841"/>
                <a:gd name="csX52" fmla="*/ 8599 w 33441"/>
                <a:gd name="csY52" fmla="*/ 3344 h 24841"/>
                <a:gd name="csX53" fmla="*/ 8599 w 33441"/>
                <a:gd name="csY53" fmla="*/ 2389 h 24841"/>
                <a:gd name="csX54" fmla="*/ 7644 w 33441"/>
                <a:gd name="csY54" fmla="*/ 478 h 24841"/>
                <a:gd name="csX55" fmla="*/ 9077 w 33441"/>
                <a:gd name="csY55" fmla="*/ 0 h 24841"/>
                <a:gd name="csX56" fmla="*/ 10510 w 33441"/>
                <a:gd name="csY56" fmla="*/ 1433 h 24841"/>
                <a:gd name="csX57" fmla="*/ 13376 w 33441"/>
                <a:gd name="csY57" fmla="*/ 3344 h 24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</a:cxnLst>
              <a:rect l="l" t="t" r="r" b="b"/>
              <a:pathLst>
                <a:path w="33441" h="24841">
                  <a:moveTo>
                    <a:pt x="13376" y="3344"/>
                  </a:moveTo>
                  <a:lnTo>
                    <a:pt x="16243" y="3822"/>
                  </a:lnTo>
                  <a:lnTo>
                    <a:pt x="19109" y="1911"/>
                  </a:lnTo>
                  <a:lnTo>
                    <a:pt x="20542" y="955"/>
                  </a:lnTo>
                  <a:lnTo>
                    <a:pt x="22453" y="1433"/>
                  </a:lnTo>
                  <a:lnTo>
                    <a:pt x="23409" y="2866"/>
                  </a:lnTo>
                  <a:lnTo>
                    <a:pt x="24842" y="2866"/>
                  </a:lnTo>
                  <a:lnTo>
                    <a:pt x="29141" y="1433"/>
                  </a:lnTo>
                  <a:lnTo>
                    <a:pt x="29619" y="1911"/>
                  </a:lnTo>
                  <a:lnTo>
                    <a:pt x="31052" y="478"/>
                  </a:lnTo>
                  <a:lnTo>
                    <a:pt x="32486" y="955"/>
                  </a:lnTo>
                  <a:lnTo>
                    <a:pt x="33441" y="2389"/>
                  </a:lnTo>
                  <a:lnTo>
                    <a:pt x="32963" y="3822"/>
                  </a:lnTo>
                  <a:lnTo>
                    <a:pt x="32008" y="4777"/>
                  </a:lnTo>
                  <a:lnTo>
                    <a:pt x="31052" y="6210"/>
                  </a:lnTo>
                  <a:lnTo>
                    <a:pt x="30097" y="7166"/>
                  </a:lnTo>
                  <a:lnTo>
                    <a:pt x="28664" y="8121"/>
                  </a:lnTo>
                  <a:lnTo>
                    <a:pt x="27708" y="9555"/>
                  </a:lnTo>
                  <a:lnTo>
                    <a:pt x="24842" y="13376"/>
                  </a:lnTo>
                  <a:lnTo>
                    <a:pt x="20542" y="18154"/>
                  </a:lnTo>
                  <a:lnTo>
                    <a:pt x="19109" y="18631"/>
                  </a:lnTo>
                  <a:lnTo>
                    <a:pt x="16721" y="19109"/>
                  </a:lnTo>
                  <a:lnTo>
                    <a:pt x="15287" y="18631"/>
                  </a:lnTo>
                  <a:lnTo>
                    <a:pt x="14332" y="18631"/>
                  </a:lnTo>
                  <a:lnTo>
                    <a:pt x="13376" y="21020"/>
                  </a:lnTo>
                  <a:lnTo>
                    <a:pt x="11943" y="23409"/>
                  </a:lnTo>
                  <a:lnTo>
                    <a:pt x="11466" y="23409"/>
                  </a:lnTo>
                  <a:lnTo>
                    <a:pt x="10032" y="23886"/>
                  </a:lnTo>
                  <a:lnTo>
                    <a:pt x="9555" y="23886"/>
                  </a:lnTo>
                  <a:lnTo>
                    <a:pt x="9077" y="24842"/>
                  </a:lnTo>
                  <a:lnTo>
                    <a:pt x="5733" y="24842"/>
                  </a:lnTo>
                  <a:lnTo>
                    <a:pt x="2866" y="23409"/>
                  </a:lnTo>
                  <a:lnTo>
                    <a:pt x="0" y="20542"/>
                  </a:lnTo>
                  <a:lnTo>
                    <a:pt x="3822" y="17676"/>
                  </a:lnTo>
                  <a:lnTo>
                    <a:pt x="7644" y="17676"/>
                  </a:lnTo>
                  <a:lnTo>
                    <a:pt x="10032" y="15287"/>
                  </a:lnTo>
                  <a:lnTo>
                    <a:pt x="12421" y="14332"/>
                  </a:lnTo>
                  <a:lnTo>
                    <a:pt x="13376" y="13376"/>
                  </a:lnTo>
                  <a:lnTo>
                    <a:pt x="14332" y="12421"/>
                  </a:lnTo>
                  <a:lnTo>
                    <a:pt x="14332" y="11465"/>
                  </a:lnTo>
                  <a:lnTo>
                    <a:pt x="13854" y="10510"/>
                  </a:lnTo>
                  <a:lnTo>
                    <a:pt x="12421" y="10988"/>
                  </a:lnTo>
                  <a:lnTo>
                    <a:pt x="11466" y="11465"/>
                  </a:lnTo>
                  <a:lnTo>
                    <a:pt x="9077" y="11943"/>
                  </a:lnTo>
                  <a:lnTo>
                    <a:pt x="7644" y="10510"/>
                  </a:lnTo>
                  <a:lnTo>
                    <a:pt x="8599" y="10032"/>
                  </a:lnTo>
                  <a:lnTo>
                    <a:pt x="10032" y="10032"/>
                  </a:lnTo>
                  <a:lnTo>
                    <a:pt x="13376" y="9077"/>
                  </a:lnTo>
                  <a:lnTo>
                    <a:pt x="14332" y="8599"/>
                  </a:lnTo>
                  <a:lnTo>
                    <a:pt x="12899" y="6688"/>
                  </a:lnTo>
                  <a:lnTo>
                    <a:pt x="10988" y="5733"/>
                  </a:lnTo>
                  <a:lnTo>
                    <a:pt x="9077" y="3822"/>
                  </a:lnTo>
                  <a:lnTo>
                    <a:pt x="8599" y="3344"/>
                  </a:lnTo>
                  <a:lnTo>
                    <a:pt x="8599" y="2389"/>
                  </a:lnTo>
                  <a:lnTo>
                    <a:pt x="7644" y="478"/>
                  </a:lnTo>
                  <a:lnTo>
                    <a:pt x="9077" y="0"/>
                  </a:lnTo>
                  <a:lnTo>
                    <a:pt x="10510" y="1433"/>
                  </a:lnTo>
                  <a:lnTo>
                    <a:pt x="1337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4" name="Freeform 4233">
              <a:extLst>
                <a:ext uri="{FF2B5EF4-FFF2-40B4-BE49-F238E27FC236}">
                  <a16:creationId xmlns:a16="http://schemas.microsoft.com/office/drawing/2014/main" id="{E4A4C7AE-A8DA-6D63-F07B-E2AA7BFCF8AD}"/>
                </a:ext>
              </a:extLst>
            </p:cNvPr>
            <p:cNvSpPr/>
            <p:nvPr/>
          </p:nvSpPr>
          <p:spPr>
            <a:xfrm>
              <a:off x="4670932" y="5834151"/>
              <a:ext cx="5732" cy="4777"/>
            </a:xfrm>
            <a:custGeom>
              <a:avLst/>
              <a:gdLst>
                <a:gd name="csX0" fmla="*/ 2866 w 5732"/>
                <a:gd name="csY0" fmla="*/ 0 h 4777"/>
                <a:gd name="csX1" fmla="*/ 4299 w 5732"/>
                <a:gd name="csY1" fmla="*/ 478 h 4777"/>
                <a:gd name="csX2" fmla="*/ 5733 w 5732"/>
                <a:gd name="csY2" fmla="*/ 0 h 4777"/>
                <a:gd name="csX3" fmla="*/ 4777 w 5732"/>
                <a:gd name="csY3" fmla="*/ 3344 h 4777"/>
                <a:gd name="csX4" fmla="*/ 4299 w 5732"/>
                <a:gd name="csY4" fmla="*/ 4777 h 4777"/>
                <a:gd name="csX5" fmla="*/ 2389 w 5732"/>
                <a:gd name="csY5" fmla="*/ 4300 h 4777"/>
                <a:gd name="csX6" fmla="*/ 956 w 5732"/>
                <a:gd name="csY6" fmla="*/ 2389 h 4777"/>
                <a:gd name="csX7" fmla="*/ 0 w 5732"/>
                <a:gd name="csY7" fmla="*/ 1433 h 4777"/>
                <a:gd name="csX8" fmla="*/ 1911 w 5732"/>
                <a:gd name="csY8" fmla="*/ 478 h 4777"/>
                <a:gd name="csX9" fmla="*/ 2866 w 5732"/>
                <a:gd name="csY9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4777">
                  <a:moveTo>
                    <a:pt x="2866" y="0"/>
                  </a:moveTo>
                  <a:lnTo>
                    <a:pt x="4299" y="478"/>
                  </a:lnTo>
                  <a:lnTo>
                    <a:pt x="5733" y="0"/>
                  </a:lnTo>
                  <a:lnTo>
                    <a:pt x="4777" y="3344"/>
                  </a:lnTo>
                  <a:lnTo>
                    <a:pt x="4299" y="4777"/>
                  </a:lnTo>
                  <a:lnTo>
                    <a:pt x="2389" y="4300"/>
                  </a:lnTo>
                  <a:lnTo>
                    <a:pt x="956" y="2389"/>
                  </a:lnTo>
                  <a:lnTo>
                    <a:pt x="0" y="1433"/>
                  </a:lnTo>
                  <a:lnTo>
                    <a:pt x="1911" y="478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5" name="Freeform 4234">
              <a:extLst>
                <a:ext uri="{FF2B5EF4-FFF2-40B4-BE49-F238E27FC236}">
                  <a16:creationId xmlns:a16="http://schemas.microsoft.com/office/drawing/2014/main" id="{771FDAF9-0066-130B-BCDF-3EAB8D860814}"/>
                </a:ext>
              </a:extLst>
            </p:cNvPr>
            <p:cNvSpPr/>
            <p:nvPr/>
          </p:nvSpPr>
          <p:spPr>
            <a:xfrm>
              <a:off x="4723005" y="5840362"/>
              <a:ext cx="1911" cy="2866"/>
            </a:xfrm>
            <a:custGeom>
              <a:avLst/>
              <a:gdLst>
                <a:gd name="csX0" fmla="*/ 1911 w 1911"/>
                <a:gd name="csY0" fmla="*/ 478 h 2866"/>
                <a:gd name="csX1" fmla="*/ 1911 w 1911"/>
                <a:gd name="csY1" fmla="*/ 2866 h 2866"/>
                <a:gd name="csX2" fmla="*/ 478 w 1911"/>
                <a:gd name="csY2" fmla="*/ 1911 h 2866"/>
                <a:gd name="csX3" fmla="*/ 0 w 1911"/>
                <a:gd name="csY3" fmla="*/ 955 h 2866"/>
                <a:gd name="csX4" fmla="*/ 478 w 1911"/>
                <a:gd name="csY4" fmla="*/ 0 h 2866"/>
                <a:gd name="csX5" fmla="*/ 1433 w 1911"/>
                <a:gd name="csY5" fmla="*/ 0 h 2866"/>
                <a:gd name="csX6" fmla="*/ 1911 w 1911"/>
                <a:gd name="csY6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2866">
                  <a:moveTo>
                    <a:pt x="1911" y="478"/>
                  </a:moveTo>
                  <a:lnTo>
                    <a:pt x="1911" y="2866"/>
                  </a:lnTo>
                  <a:lnTo>
                    <a:pt x="478" y="1911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6" name="Freeform 4235">
              <a:extLst>
                <a:ext uri="{FF2B5EF4-FFF2-40B4-BE49-F238E27FC236}">
                  <a16:creationId xmlns:a16="http://schemas.microsoft.com/office/drawing/2014/main" id="{F75FAC5D-57A1-50AB-AFD6-C08D8EFF2E85}"/>
                </a:ext>
              </a:extLst>
            </p:cNvPr>
            <p:cNvSpPr/>
            <p:nvPr/>
          </p:nvSpPr>
          <p:spPr>
            <a:xfrm>
              <a:off x="4698163" y="5844184"/>
              <a:ext cx="1910" cy="3344"/>
            </a:xfrm>
            <a:custGeom>
              <a:avLst/>
              <a:gdLst>
                <a:gd name="csX0" fmla="*/ 1911 w 1910"/>
                <a:gd name="csY0" fmla="*/ 2866 h 3344"/>
                <a:gd name="csX1" fmla="*/ 955 w 1910"/>
                <a:gd name="csY1" fmla="*/ 3344 h 3344"/>
                <a:gd name="csX2" fmla="*/ 478 w 1910"/>
                <a:gd name="csY2" fmla="*/ 3344 h 3344"/>
                <a:gd name="csX3" fmla="*/ 0 w 1910"/>
                <a:gd name="csY3" fmla="*/ 2389 h 3344"/>
                <a:gd name="csX4" fmla="*/ 0 w 1910"/>
                <a:gd name="csY4" fmla="*/ 956 h 3344"/>
                <a:gd name="csX5" fmla="*/ 0 w 1910"/>
                <a:gd name="csY5" fmla="*/ 0 h 3344"/>
                <a:gd name="csX6" fmla="*/ 478 w 1910"/>
                <a:gd name="csY6" fmla="*/ 478 h 3344"/>
                <a:gd name="csX7" fmla="*/ 1911 w 1910"/>
                <a:gd name="csY7" fmla="*/ 1433 h 3344"/>
                <a:gd name="csX8" fmla="*/ 1911 w 1910"/>
                <a:gd name="csY8" fmla="*/ 286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0" h="3344">
                  <a:moveTo>
                    <a:pt x="1911" y="2866"/>
                  </a:moveTo>
                  <a:lnTo>
                    <a:pt x="955" y="3344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1911" y="1433"/>
                  </a:lnTo>
                  <a:lnTo>
                    <a:pt x="191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" name="Freeform 4236">
              <a:extLst>
                <a:ext uri="{FF2B5EF4-FFF2-40B4-BE49-F238E27FC236}">
                  <a16:creationId xmlns:a16="http://schemas.microsoft.com/office/drawing/2014/main" id="{5A219CAC-F268-D41F-0A87-EC8A8DFF541D}"/>
                </a:ext>
              </a:extLst>
            </p:cNvPr>
            <p:cNvSpPr/>
            <p:nvPr/>
          </p:nvSpPr>
          <p:spPr>
            <a:xfrm>
              <a:off x="5753467" y="3279254"/>
              <a:ext cx="3344" cy="6688"/>
            </a:xfrm>
            <a:custGeom>
              <a:avLst/>
              <a:gdLst>
                <a:gd name="csX0" fmla="*/ 3344 w 3344"/>
                <a:gd name="csY0" fmla="*/ 3822 h 6688"/>
                <a:gd name="csX1" fmla="*/ 2389 w 3344"/>
                <a:gd name="csY1" fmla="*/ 6688 h 6688"/>
                <a:gd name="csX2" fmla="*/ 956 w 3344"/>
                <a:gd name="csY2" fmla="*/ 6211 h 6688"/>
                <a:gd name="csX3" fmla="*/ 478 w 3344"/>
                <a:gd name="csY3" fmla="*/ 5733 h 6688"/>
                <a:gd name="csX4" fmla="*/ 0 w 3344"/>
                <a:gd name="csY4" fmla="*/ 5255 h 6688"/>
                <a:gd name="csX5" fmla="*/ 478 w 3344"/>
                <a:gd name="csY5" fmla="*/ 2866 h 6688"/>
                <a:gd name="csX6" fmla="*/ 478 w 3344"/>
                <a:gd name="csY6" fmla="*/ 0 h 6688"/>
                <a:gd name="csX7" fmla="*/ 1911 w 3344"/>
                <a:gd name="csY7" fmla="*/ 2389 h 6688"/>
                <a:gd name="csX8" fmla="*/ 3344 w 3344"/>
                <a:gd name="csY8" fmla="*/ 3822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6688">
                  <a:moveTo>
                    <a:pt x="3344" y="3822"/>
                  </a:moveTo>
                  <a:lnTo>
                    <a:pt x="2389" y="6688"/>
                  </a:lnTo>
                  <a:lnTo>
                    <a:pt x="956" y="6211"/>
                  </a:lnTo>
                  <a:lnTo>
                    <a:pt x="478" y="5733"/>
                  </a:lnTo>
                  <a:lnTo>
                    <a:pt x="0" y="5255"/>
                  </a:lnTo>
                  <a:lnTo>
                    <a:pt x="478" y="2866"/>
                  </a:lnTo>
                  <a:lnTo>
                    <a:pt x="478" y="0"/>
                  </a:lnTo>
                  <a:lnTo>
                    <a:pt x="1911" y="2389"/>
                  </a:lnTo>
                  <a:lnTo>
                    <a:pt x="33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" name="Freeform 4237">
              <a:extLst>
                <a:ext uri="{FF2B5EF4-FFF2-40B4-BE49-F238E27FC236}">
                  <a16:creationId xmlns:a16="http://schemas.microsoft.com/office/drawing/2014/main" id="{30295C3B-8DE4-F304-8D9B-BC762DB3F6DC}"/>
                </a:ext>
              </a:extLst>
            </p:cNvPr>
            <p:cNvSpPr/>
            <p:nvPr/>
          </p:nvSpPr>
          <p:spPr>
            <a:xfrm>
              <a:off x="5741524" y="3280688"/>
              <a:ext cx="10510" cy="14331"/>
            </a:xfrm>
            <a:custGeom>
              <a:avLst/>
              <a:gdLst>
                <a:gd name="csX0" fmla="*/ 10510 w 10510"/>
                <a:gd name="csY0" fmla="*/ 3344 h 14331"/>
                <a:gd name="csX1" fmla="*/ 10032 w 10510"/>
                <a:gd name="csY1" fmla="*/ 8599 h 14331"/>
                <a:gd name="csX2" fmla="*/ 9555 w 10510"/>
                <a:gd name="csY2" fmla="*/ 8599 h 14331"/>
                <a:gd name="csX3" fmla="*/ 8121 w 10510"/>
                <a:gd name="csY3" fmla="*/ 7166 h 14331"/>
                <a:gd name="csX4" fmla="*/ 6688 w 10510"/>
                <a:gd name="csY4" fmla="*/ 6688 h 14331"/>
                <a:gd name="csX5" fmla="*/ 6688 w 10510"/>
                <a:gd name="csY5" fmla="*/ 7644 h 14331"/>
                <a:gd name="csX6" fmla="*/ 6688 w 10510"/>
                <a:gd name="csY6" fmla="*/ 8599 h 14331"/>
                <a:gd name="csX7" fmla="*/ 7166 w 10510"/>
                <a:gd name="csY7" fmla="*/ 9077 h 14331"/>
                <a:gd name="csX8" fmla="*/ 9077 w 10510"/>
                <a:gd name="csY8" fmla="*/ 12421 h 14331"/>
                <a:gd name="csX9" fmla="*/ 9077 w 10510"/>
                <a:gd name="csY9" fmla="*/ 13854 h 14331"/>
                <a:gd name="csX10" fmla="*/ 8599 w 10510"/>
                <a:gd name="csY10" fmla="*/ 14332 h 14331"/>
                <a:gd name="csX11" fmla="*/ 7166 w 10510"/>
                <a:gd name="csY11" fmla="*/ 13376 h 14331"/>
                <a:gd name="csX12" fmla="*/ 3344 w 10510"/>
                <a:gd name="csY12" fmla="*/ 8599 h 14331"/>
                <a:gd name="csX13" fmla="*/ 0 w 10510"/>
                <a:gd name="csY13" fmla="*/ 955 h 14331"/>
                <a:gd name="csX14" fmla="*/ 4300 w 10510"/>
                <a:gd name="csY14" fmla="*/ 0 h 14331"/>
                <a:gd name="csX15" fmla="*/ 7166 w 10510"/>
                <a:gd name="csY15" fmla="*/ 1911 h 14331"/>
                <a:gd name="csX16" fmla="*/ 10510 w 10510"/>
                <a:gd name="csY16" fmla="*/ 3344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510" h="14331">
                  <a:moveTo>
                    <a:pt x="10510" y="3344"/>
                  </a:moveTo>
                  <a:lnTo>
                    <a:pt x="10032" y="8599"/>
                  </a:lnTo>
                  <a:lnTo>
                    <a:pt x="9555" y="8599"/>
                  </a:lnTo>
                  <a:lnTo>
                    <a:pt x="8121" y="7166"/>
                  </a:lnTo>
                  <a:lnTo>
                    <a:pt x="6688" y="6688"/>
                  </a:lnTo>
                  <a:lnTo>
                    <a:pt x="6688" y="7644"/>
                  </a:lnTo>
                  <a:lnTo>
                    <a:pt x="6688" y="8599"/>
                  </a:lnTo>
                  <a:lnTo>
                    <a:pt x="7166" y="9077"/>
                  </a:lnTo>
                  <a:lnTo>
                    <a:pt x="9077" y="12421"/>
                  </a:lnTo>
                  <a:lnTo>
                    <a:pt x="9077" y="13854"/>
                  </a:lnTo>
                  <a:lnTo>
                    <a:pt x="8599" y="14332"/>
                  </a:lnTo>
                  <a:lnTo>
                    <a:pt x="7166" y="13376"/>
                  </a:lnTo>
                  <a:lnTo>
                    <a:pt x="3344" y="8599"/>
                  </a:lnTo>
                  <a:lnTo>
                    <a:pt x="0" y="955"/>
                  </a:lnTo>
                  <a:lnTo>
                    <a:pt x="4300" y="0"/>
                  </a:lnTo>
                  <a:lnTo>
                    <a:pt x="7166" y="1911"/>
                  </a:lnTo>
                  <a:lnTo>
                    <a:pt x="1051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" name="Freeform 4238">
              <a:extLst>
                <a:ext uri="{FF2B5EF4-FFF2-40B4-BE49-F238E27FC236}">
                  <a16:creationId xmlns:a16="http://schemas.microsoft.com/office/drawing/2014/main" id="{F89334B0-43C9-CBA4-A1DC-87433E0D1B02}"/>
                </a:ext>
              </a:extLst>
            </p:cNvPr>
            <p:cNvSpPr/>
            <p:nvPr/>
          </p:nvSpPr>
          <p:spPr>
            <a:xfrm>
              <a:off x="5736746" y="3286898"/>
              <a:ext cx="6688" cy="4299"/>
            </a:xfrm>
            <a:custGeom>
              <a:avLst/>
              <a:gdLst>
                <a:gd name="csX0" fmla="*/ 4300 w 6688"/>
                <a:gd name="csY0" fmla="*/ 478 h 4299"/>
                <a:gd name="csX1" fmla="*/ 6210 w 6688"/>
                <a:gd name="csY1" fmla="*/ 2389 h 4299"/>
                <a:gd name="csX2" fmla="*/ 6688 w 6688"/>
                <a:gd name="csY2" fmla="*/ 3344 h 4299"/>
                <a:gd name="csX3" fmla="*/ 5733 w 6688"/>
                <a:gd name="csY3" fmla="*/ 4300 h 4299"/>
                <a:gd name="csX4" fmla="*/ 4777 w 6688"/>
                <a:gd name="csY4" fmla="*/ 4300 h 4299"/>
                <a:gd name="csX5" fmla="*/ 3344 w 6688"/>
                <a:gd name="csY5" fmla="*/ 4300 h 4299"/>
                <a:gd name="csX6" fmla="*/ 478 w 6688"/>
                <a:gd name="csY6" fmla="*/ 3344 h 4299"/>
                <a:gd name="csX7" fmla="*/ 0 w 6688"/>
                <a:gd name="csY7" fmla="*/ 478 h 4299"/>
                <a:gd name="csX8" fmla="*/ 1433 w 6688"/>
                <a:gd name="csY8" fmla="*/ 478 h 4299"/>
                <a:gd name="csX9" fmla="*/ 3344 w 6688"/>
                <a:gd name="csY9" fmla="*/ 0 h 4299"/>
                <a:gd name="csX10" fmla="*/ 4300 w 6688"/>
                <a:gd name="csY10" fmla="*/ 478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8" h="4299">
                  <a:moveTo>
                    <a:pt x="4300" y="478"/>
                  </a:moveTo>
                  <a:lnTo>
                    <a:pt x="6210" y="2389"/>
                  </a:lnTo>
                  <a:lnTo>
                    <a:pt x="6688" y="3344"/>
                  </a:lnTo>
                  <a:lnTo>
                    <a:pt x="5733" y="4300"/>
                  </a:lnTo>
                  <a:lnTo>
                    <a:pt x="4777" y="4300"/>
                  </a:lnTo>
                  <a:lnTo>
                    <a:pt x="3344" y="4300"/>
                  </a:lnTo>
                  <a:lnTo>
                    <a:pt x="478" y="3344"/>
                  </a:lnTo>
                  <a:lnTo>
                    <a:pt x="0" y="478"/>
                  </a:lnTo>
                  <a:lnTo>
                    <a:pt x="1433" y="478"/>
                  </a:lnTo>
                  <a:lnTo>
                    <a:pt x="3344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" name="Freeform 4239">
              <a:extLst>
                <a:ext uri="{FF2B5EF4-FFF2-40B4-BE49-F238E27FC236}">
                  <a16:creationId xmlns:a16="http://schemas.microsoft.com/office/drawing/2014/main" id="{50C86D4C-04BE-F280-0585-1697B03E8B0D}"/>
                </a:ext>
              </a:extLst>
            </p:cNvPr>
            <p:cNvSpPr/>
            <p:nvPr/>
          </p:nvSpPr>
          <p:spPr>
            <a:xfrm>
              <a:off x="5747257" y="3296930"/>
              <a:ext cx="5254" cy="4777"/>
            </a:xfrm>
            <a:custGeom>
              <a:avLst/>
              <a:gdLst>
                <a:gd name="csX0" fmla="*/ 5255 w 5254"/>
                <a:gd name="csY0" fmla="*/ 3344 h 4777"/>
                <a:gd name="csX1" fmla="*/ 4777 w 5254"/>
                <a:gd name="csY1" fmla="*/ 4777 h 4777"/>
                <a:gd name="csX2" fmla="*/ 4300 w 5254"/>
                <a:gd name="csY2" fmla="*/ 4777 h 4777"/>
                <a:gd name="csX3" fmla="*/ 2389 w 5254"/>
                <a:gd name="csY3" fmla="*/ 3344 h 4777"/>
                <a:gd name="csX4" fmla="*/ 956 w 5254"/>
                <a:gd name="csY4" fmla="*/ 2389 h 4777"/>
                <a:gd name="csX5" fmla="*/ 478 w 5254"/>
                <a:gd name="csY5" fmla="*/ 1433 h 4777"/>
                <a:gd name="csX6" fmla="*/ 0 w 5254"/>
                <a:gd name="csY6" fmla="*/ 0 h 4777"/>
                <a:gd name="csX7" fmla="*/ 956 w 5254"/>
                <a:gd name="csY7" fmla="*/ 0 h 4777"/>
                <a:gd name="csX8" fmla="*/ 1911 w 5254"/>
                <a:gd name="csY8" fmla="*/ 0 h 4777"/>
                <a:gd name="csX9" fmla="*/ 4300 w 5254"/>
                <a:gd name="csY9" fmla="*/ 1433 h 4777"/>
                <a:gd name="csX10" fmla="*/ 5255 w 5254"/>
                <a:gd name="csY10" fmla="*/ 2866 h 4777"/>
                <a:gd name="csX11" fmla="*/ 5255 w 5254"/>
                <a:gd name="csY11" fmla="*/ 3344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4" h="4777">
                  <a:moveTo>
                    <a:pt x="5255" y="3344"/>
                  </a:moveTo>
                  <a:lnTo>
                    <a:pt x="4777" y="4777"/>
                  </a:lnTo>
                  <a:lnTo>
                    <a:pt x="4300" y="4777"/>
                  </a:lnTo>
                  <a:lnTo>
                    <a:pt x="2389" y="3344"/>
                  </a:lnTo>
                  <a:lnTo>
                    <a:pt x="956" y="2389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4300" y="1433"/>
                  </a:lnTo>
                  <a:lnTo>
                    <a:pt x="5255" y="2866"/>
                  </a:lnTo>
                  <a:lnTo>
                    <a:pt x="52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" name="Freeform 4240">
              <a:extLst>
                <a:ext uri="{FF2B5EF4-FFF2-40B4-BE49-F238E27FC236}">
                  <a16:creationId xmlns:a16="http://schemas.microsoft.com/office/drawing/2014/main" id="{D3CE35B3-1413-7E40-108E-95494DDCC117}"/>
                </a:ext>
              </a:extLst>
            </p:cNvPr>
            <p:cNvSpPr/>
            <p:nvPr/>
          </p:nvSpPr>
          <p:spPr>
            <a:xfrm>
              <a:off x="5746301" y="3306963"/>
              <a:ext cx="4777" cy="8599"/>
            </a:xfrm>
            <a:custGeom>
              <a:avLst/>
              <a:gdLst>
                <a:gd name="csX0" fmla="*/ 4777 w 4777"/>
                <a:gd name="csY0" fmla="*/ 7166 h 8599"/>
                <a:gd name="csX1" fmla="*/ 4777 w 4777"/>
                <a:gd name="csY1" fmla="*/ 8599 h 8599"/>
                <a:gd name="csX2" fmla="*/ 4300 w 4777"/>
                <a:gd name="csY2" fmla="*/ 8121 h 8599"/>
                <a:gd name="csX3" fmla="*/ 3344 w 4777"/>
                <a:gd name="csY3" fmla="*/ 7166 h 8599"/>
                <a:gd name="csX4" fmla="*/ 956 w 4777"/>
                <a:gd name="csY4" fmla="*/ 3822 h 8599"/>
                <a:gd name="csX5" fmla="*/ 0 w 4777"/>
                <a:gd name="csY5" fmla="*/ 1433 h 8599"/>
                <a:gd name="csX6" fmla="*/ 0 w 4777"/>
                <a:gd name="csY6" fmla="*/ 0 h 8599"/>
                <a:gd name="csX7" fmla="*/ 478 w 4777"/>
                <a:gd name="csY7" fmla="*/ 0 h 8599"/>
                <a:gd name="csX8" fmla="*/ 956 w 4777"/>
                <a:gd name="csY8" fmla="*/ 1433 h 8599"/>
                <a:gd name="csX9" fmla="*/ 3344 w 4777"/>
                <a:gd name="csY9" fmla="*/ 1911 h 8599"/>
                <a:gd name="csX10" fmla="*/ 3822 w 4777"/>
                <a:gd name="csY10" fmla="*/ 2389 h 8599"/>
                <a:gd name="csX11" fmla="*/ 3822 w 4777"/>
                <a:gd name="csY11" fmla="*/ 3822 h 8599"/>
                <a:gd name="csX12" fmla="*/ 4300 w 4777"/>
                <a:gd name="csY12" fmla="*/ 5255 h 8599"/>
                <a:gd name="csX13" fmla="*/ 4777 w 4777"/>
                <a:gd name="csY13" fmla="*/ 7166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777" h="8599">
                  <a:moveTo>
                    <a:pt x="4777" y="7166"/>
                  </a:moveTo>
                  <a:lnTo>
                    <a:pt x="4777" y="8599"/>
                  </a:lnTo>
                  <a:lnTo>
                    <a:pt x="4300" y="8121"/>
                  </a:lnTo>
                  <a:lnTo>
                    <a:pt x="3344" y="7166"/>
                  </a:lnTo>
                  <a:lnTo>
                    <a:pt x="956" y="3822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1433"/>
                  </a:lnTo>
                  <a:lnTo>
                    <a:pt x="3344" y="1911"/>
                  </a:lnTo>
                  <a:lnTo>
                    <a:pt x="3822" y="2389"/>
                  </a:lnTo>
                  <a:lnTo>
                    <a:pt x="3822" y="3822"/>
                  </a:lnTo>
                  <a:lnTo>
                    <a:pt x="4300" y="5255"/>
                  </a:lnTo>
                  <a:lnTo>
                    <a:pt x="4777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2" name="Freeform 4241">
              <a:extLst>
                <a:ext uri="{FF2B5EF4-FFF2-40B4-BE49-F238E27FC236}">
                  <a16:creationId xmlns:a16="http://schemas.microsoft.com/office/drawing/2014/main" id="{8D8AFF1B-C7BE-F7B2-5CA4-A8672E405B1B}"/>
                </a:ext>
              </a:extLst>
            </p:cNvPr>
            <p:cNvSpPr/>
            <p:nvPr/>
          </p:nvSpPr>
          <p:spPr>
            <a:xfrm>
              <a:off x="5789297" y="3655227"/>
              <a:ext cx="209245" cy="225965"/>
            </a:xfrm>
            <a:custGeom>
              <a:avLst/>
              <a:gdLst>
                <a:gd name="csX0" fmla="*/ 122777 w 209245"/>
                <a:gd name="csY0" fmla="*/ 225966 h 225965"/>
                <a:gd name="csX1" fmla="*/ 121343 w 209245"/>
                <a:gd name="csY1" fmla="*/ 223577 h 225965"/>
                <a:gd name="csX2" fmla="*/ 119910 w 209245"/>
                <a:gd name="csY2" fmla="*/ 223100 h 225965"/>
                <a:gd name="csX3" fmla="*/ 118477 w 209245"/>
                <a:gd name="csY3" fmla="*/ 223100 h 225965"/>
                <a:gd name="csX4" fmla="*/ 116566 w 209245"/>
                <a:gd name="csY4" fmla="*/ 222622 h 225965"/>
                <a:gd name="csX5" fmla="*/ 114655 w 209245"/>
                <a:gd name="csY5" fmla="*/ 221667 h 225965"/>
                <a:gd name="csX6" fmla="*/ 109400 w 209245"/>
                <a:gd name="csY6" fmla="*/ 220233 h 225965"/>
                <a:gd name="csX7" fmla="*/ 108445 w 209245"/>
                <a:gd name="csY7" fmla="*/ 219756 h 225965"/>
                <a:gd name="csX8" fmla="*/ 107489 w 209245"/>
                <a:gd name="csY8" fmla="*/ 220233 h 225965"/>
                <a:gd name="csX9" fmla="*/ 107489 w 209245"/>
                <a:gd name="csY9" fmla="*/ 221189 h 225965"/>
                <a:gd name="csX10" fmla="*/ 107012 w 209245"/>
                <a:gd name="csY10" fmla="*/ 223577 h 225965"/>
                <a:gd name="csX11" fmla="*/ 107012 w 209245"/>
                <a:gd name="csY11" fmla="*/ 223577 h 225965"/>
                <a:gd name="csX12" fmla="*/ 107012 w 209245"/>
                <a:gd name="csY12" fmla="*/ 223577 h 225965"/>
                <a:gd name="csX13" fmla="*/ 107012 w 209245"/>
                <a:gd name="csY13" fmla="*/ 223577 h 225965"/>
                <a:gd name="csX14" fmla="*/ 104623 w 209245"/>
                <a:gd name="csY14" fmla="*/ 223577 h 225965"/>
                <a:gd name="csX15" fmla="*/ 101756 w 209245"/>
                <a:gd name="csY15" fmla="*/ 223577 h 225965"/>
                <a:gd name="csX16" fmla="*/ 100801 w 209245"/>
                <a:gd name="csY16" fmla="*/ 223577 h 225965"/>
                <a:gd name="csX17" fmla="*/ 99368 w 209245"/>
                <a:gd name="csY17" fmla="*/ 223577 h 225965"/>
                <a:gd name="csX18" fmla="*/ 98412 w 209245"/>
                <a:gd name="csY18" fmla="*/ 223100 h 225965"/>
                <a:gd name="csX19" fmla="*/ 94113 w 209245"/>
                <a:gd name="csY19" fmla="*/ 223577 h 225965"/>
                <a:gd name="csX20" fmla="*/ 93635 w 209245"/>
                <a:gd name="csY20" fmla="*/ 223577 h 225965"/>
                <a:gd name="csX21" fmla="*/ 92680 w 209245"/>
                <a:gd name="csY21" fmla="*/ 223100 h 225965"/>
                <a:gd name="csX22" fmla="*/ 91724 w 209245"/>
                <a:gd name="csY22" fmla="*/ 222144 h 225965"/>
                <a:gd name="csX23" fmla="*/ 90291 w 209245"/>
                <a:gd name="csY23" fmla="*/ 221189 h 225965"/>
                <a:gd name="csX24" fmla="*/ 89335 w 209245"/>
                <a:gd name="csY24" fmla="*/ 220711 h 225965"/>
                <a:gd name="csX25" fmla="*/ 88380 w 209245"/>
                <a:gd name="csY25" fmla="*/ 220233 h 225965"/>
                <a:gd name="csX26" fmla="*/ 87902 w 209245"/>
                <a:gd name="csY26" fmla="*/ 220233 h 225965"/>
                <a:gd name="csX27" fmla="*/ 86469 w 209245"/>
                <a:gd name="csY27" fmla="*/ 220711 h 225965"/>
                <a:gd name="csX28" fmla="*/ 86469 w 209245"/>
                <a:gd name="csY28" fmla="*/ 220711 h 225965"/>
                <a:gd name="csX29" fmla="*/ 85036 w 209245"/>
                <a:gd name="csY29" fmla="*/ 221189 h 225965"/>
                <a:gd name="csX30" fmla="*/ 83603 w 209245"/>
                <a:gd name="csY30" fmla="*/ 220711 h 225965"/>
                <a:gd name="csX31" fmla="*/ 82647 w 209245"/>
                <a:gd name="csY31" fmla="*/ 221189 h 225965"/>
                <a:gd name="csX32" fmla="*/ 79781 w 209245"/>
                <a:gd name="csY32" fmla="*/ 218322 h 225965"/>
                <a:gd name="csX33" fmla="*/ 79303 w 209245"/>
                <a:gd name="csY33" fmla="*/ 217367 h 225965"/>
                <a:gd name="csX34" fmla="*/ 77870 w 209245"/>
                <a:gd name="csY34" fmla="*/ 217367 h 225965"/>
                <a:gd name="csX35" fmla="*/ 75959 w 209245"/>
                <a:gd name="csY35" fmla="*/ 217367 h 225965"/>
                <a:gd name="csX36" fmla="*/ 71182 w 209245"/>
                <a:gd name="csY36" fmla="*/ 215456 h 225965"/>
                <a:gd name="csX37" fmla="*/ 71182 w 209245"/>
                <a:gd name="csY37" fmla="*/ 215456 h 225965"/>
                <a:gd name="csX38" fmla="*/ 68793 w 209245"/>
                <a:gd name="csY38" fmla="*/ 214501 h 225965"/>
                <a:gd name="csX39" fmla="*/ 68793 w 209245"/>
                <a:gd name="csY39" fmla="*/ 214023 h 225965"/>
                <a:gd name="csX40" fmla="*/ 68793 w 209245"/>
                <a:gd name="csY40" fmla="*/ 213545 h 225965"/>
                <a:gd name="csX41" fmla="*/ 68315 w 209245"/>
                <a:gd name="csY41" fmla="*/ 213545 h 225965"/>
                <a:gd name="csX42" fmla="*/ 67838 w 209245"/>
                <a:gd name="csY42" fmla="*/ 214501 h 225965"/>
                <a:gd name="csX43" fmla="*/ 67360 w 209245"/>
                <a:gd name="csY43" fmla="*/ 214978 h 225965"/>
                <a:gd name="csX44" fmla="*/ 67360 w 209245"/>
                <a:gd name="csY44" fmla="*/ 214978 h 225965"/>
                <a:gd name="csX45" fmla="*/ 66882 w 209245"/>
                <a:gd name="csY45" fmla="*/ 215456 h 225965"/>
                <a:gd name="csX46" fmla="*/ 65927 w 209245"/>
                <a:gd name="csY46" fmla="*/ 214978 h 225965"/>
                <a:gd name="csX47" fmla="*/ 65449 w 209245"/>
                <a:gd name="csY47" fmla="*/ 214501 h 225965"/>
                <a:gd name="csX48" fmla="*/ 64971 w 209245"/>
                <a:gd name="csY48" fmla="*/ 214501 h 225965"/>
                <a:gd name="csX49" fmla="*/ 65449 w 209245"/>
                <a:gd name="csY49" fmla="*/ 213545 h 225965"/>
                <a:gd name="csX50" fmla="*/ 66405 w 209245"/>
                <a:gd name="csY50" fmla="*/ 212590 h 225965"/>
                <a:gd name="csX51" fmla="*/ 66405 w 209245"/>
                <a:gd name="csY51" fmla="*/ 211156 h 225965"/>
                <a:gd name="csX52" fmla="*/ 66405 w 209245"/>
                <a:gd name="csY52" fmla="*/ 210201 h 225965"/>
                <a:gd name="csX53" fmla="*/ 65449 w 209245"/>
                <a:gd name="csY53" fmla="*/ 209245 h 225965"/>
                <a:gd name="csX54" fmla="*/ 63538 w 209245"/>
                <a:gd name="csY54" fmla="*/ 209245 h 225965"/>
                <a:gd name="csX55" fmla="*/ 62105 w 209245"/>
                <a:gd name="csY55" fmla="*/ 209245 h 225965"/>
                <a:gd name="csX56" fmla="*/ 60672 w 209245"/>
                <a:gd name="csY56" fmla="*/ 208290 h 225965"/>
                <a:gd name="csX57" fmla="*/ 59716 w 209245"/>
                <a:gd name="csY57" fmla="*/ 207812 h 225965"/>
                <a:gd name="csX58" fmla="*/ 59716 w 209245"/>
                <a:gd name="csY58" fmla="*/ 207812 h 225965"/>
                <a:gd name="csX59" fmla="*/ 58761 w 209245"/>
                <a:gd name="csY59" fmla="*/ 206857 h 225965"/>
                <a:gd name="csX60" fmla="*/ 58761 w 209245"/>
                <a:gd name="csY60" fmla="*/ 205901 h 225965"/>
                <a:gd name="csX61" fmla="*/ 62105 w 209245"/>
                <a:gd name="csY61" fmla="*/ 204946 h 225965"/>
                <a:gd name="csX62" fmla="*/ 64971 w 209245"/>
                <a:gd name="csY62" fmla="*/ 202080 h 225965"/>
                <a:gd name="csX63" fmla="*/ 67838 w 209245"/>
                <a:gd name="csY63" fmla="*/ 190614 h 225965"/>
                <a:gd name="csX64" fmla="*/ 69749 w 209245"/>
                <a:gd name="csY64" fmla="*/ 176760 h 225965"/>
                <a:gd name="csX65" fmla="*/ 71182 w 209245"/>
                <a:gd name="csY65" fmla="*/ 174371 h 225965"/>
                <a:gd name="csX66" fmla="*/ 73093 w 209245"/>
                <a:gd name="csY66" fmla="*/ 173416 h 225965"/>
                <a:gd name="csX67" fmla="*/ 71659 w 209245"/>
                <a:gd name="csY67" fmla="*/ 171505 h 225965"/>
                <a:gd name="csX68" fmla="*/ 70704 w 209245"/>
                <a:gd name="csY68" fmla="*/ 172460 h 225965"/>
                <a:gd name="csX69" fmla="*/ 70226 w 209245"/>
                <a:gd name="csY69" fmla="*/ 173894 h 225965"/>
                <a:gd name="csX70" fmla="*/ 69749 w 209245"/>
                <a:gd name="csY70" fmla="*/ 174371 h 225965"/>
                <a:gd name="csX71" fmla="*/ 70704 w 209245"/>
                <a:gd name="csY71" fmla="*/ 161473 h 225965"/>
                <a:gd name="csX72" fmla="*/ 71659 w 209245"/>
                <a:gd name="csY72" fmla="*/ 156695 h 225965"/>
                <a:gd name="csX73" fmla="*/ 73093 w 209245"/>
                <a:gd name="csY73" fmla="*/ 151918 h 225965"/>
                <a:gd name="csX74" fmla="*/ 75959 w 209245"/>
                <a:gd name="csY74" fmla="*/ 153829 h 225965"/>
                <a:gd name="csX75" fmla="*/ 77870 w 209245"/>
                <a:gd name="csY75" fmla="*/ 155740 h 225965"/>
                <a:gd name="csX76" fmla="*/ 79303 w 209245"/>
                <a:gd name="csY76" fmla="*/ 157651 h 225965"/>
                <a:gd name="csX77" fmla="*/ 80736 w 209245"/>
                <a:gd name="csY77" fmla="*/ 163384 h 225965"/>
                <a:gd name="csX78" fmla="*/ 81692 w 209245"/>
                <a:gd name="csY78" fmla="*/ 164339 h 225965"/>
                <a:gd name="csX79" fmla="*/ 83603 w 209245"/>
                <a:gd name="csY79" fmla="*/ 165772 h 225965"/>
                <a:gd name="csX80" fmla="*/ 83125 w 209245"/>
                <a:gd name="csY80" fmla="*/ 164339 h 225965"/>
                <a:gd name="csX81" fmla="*/ 81692 w 209245"/>
                <a:gd name="csY81" fmla="*/ 163384 h 225965"/>
                <a:gd name="csX82" fmla="*/ 79781 w 209245"/>
                <a:gd name="csY82" fmla="*/ 155740 h 225965"/>
                <a:gd name="csX83" fmla="*/ 78825 w 209245"/>
                <a:gd name="csY83" fmla="*/ 153829 h 225965"/>
                <a:gd name="csX84" fmla="*/ 76915 w 209245"/>
                <a:gd name="csY84" fmla="*/ 151918 h 225965"/>
                <a:gd name="csX85" fmla="*/ 71182 w 209245"/>
                <a:gd name="csY85" fmla="*/ 148096 h 225965"/>
                <a:gd name="csX86" fmla="*/ 70704 w 209245"/>
                <a:gd name="csY86" fmla="*/ 147141 h 225965"/>
                <a:gd name="csX87" fmla="*/ 70226 w 209245"/>
                <a:gd name="csY87" fmla="*/ 145707 h 225965"/>
                <a:gd name="csX88" fmla="*/ 72137 w 209245"/>
                <a:gd name="csY88" fmla="*/ 145707 h 225965"/>
                <a:gd name="csX89" fmla="*/ 74048 w 209245"/>
                <a:gd name="csY89" fmla="*/ 146663 h 225965"/>
                <a:gd name="csX90" fmla="*/ 73570 w 209245"/>
                <a:gd name="csY90" fmla="*/ 145707 h 225965"/>
                <a:gd name="csX91" fmla="*/ 73093 w 209245"/>
                <a:gd name="csY91" fmla="*/ 144752 h 225965"/>
                <a:gd name="csX92" fmla="*/ 72615 w 209245"/>
                <a:gd name="csY92" fmla="*/ 141886 h 225965"/>
                <a:gd name="csX93" fmla="*/ 71659 w 209245"/>
                <a:gd name="csY93" fmla="*/ 134242 h 225965"/>
                <a:gd name="csX94" fmla="*/ 72137 w 209245"/>
                <a:gd name="csY94" fmla="*/ 133287 h 225965"/>
                <a:gd name="csX95" fmla="*/ 71659 w 209245"/>
                <a:gd name="csY95" fmla="*/ 131376 h 225965"/>
                <a:gd name="csX96" fmla="*/ 69749 w 209245"/>
                <a:gd name="csY96" fmla="*/ 131376 h 225965"/>
                <a:gd name="csX97" fmla="*/ 68315 w 209245"/>
                <a:gd name="csY97" fmla="*/ 131376 h 225965"/>
                <a:gd name="csX98" fmla="*/ 66882 w 209245"/>
                <a:gd name="csY98" fmla="*/ 130420 h 225965"/>
                <a:gd name="csX99" fmla="*/ 59239 w 209245"/>
                <a:gd name="csY99" fmla="*/ 126121 h 225965"/>
                <a:gd name="csX100" fmla="*/ 56372 w 209245"/>
                <a:gd name="csY100" fmla="*/ 121821 h 225965"/>
                <a:gd name="csX101" fmla="*/ 53506 w 209245"/>
                <a:gd name="csY101" fmla="*/ 118477 h 225965"/>
                <a:gd name="csX102" fmla="*/ 53028 w 209245"/>
                <a:gd name="csY102" fmla="*/ 117044 h 225965"/>
                <a:gd name="csX103" fmla="*/ 53028 w 209245"/>
                <a:gd name="csY103" fmla="*/ 115611 h 225965"/>
                <a:gd name="csX104" fmla="*/ 54461 w 209245"/>
                <a:gd name="csY104" fmla="*/ 112266 h 225965"/>
                <a:gd name="csX105" fmla="*/ 53028 w 209245"/>
                <a:gd name="csY105" fmla="*/ 110355 h 225965"/>
                <a:gd name="csX106" fmla="*/ 52073 w 209245"/>
                <a:gd name="csY106" fmla="*/ 109878 h 225965"/>
                <a:gd name="csX107" fmla="*/ 50639 w 209245"/>
                <a:gd name="csY107" fmla="*/ 108922 h 225965"/>
                <a:gd name="csX108" fmla="*/ 51595 w 209245"/>
                <a:gd name="csY108" fmla="*/ 107489 h 225965"/>
                <a:gd name="csX109" fmla="*/ 52550 w 209245"/>
                <a:gd name="csY109" fmla="*/ 106534 h 225965"/>
                <a:gd name="csX110" fmla="*/ 54461 w 209245"/>
                <a:gd name="csY110" fmla="*/ 106056 h 225965"/>
                <a:gd name="csX111" fmla="*/ 56372 w 209245"/>
                <a:gd name="csY111" fmla="*/ 106534 h 225965"/>
                <a:gd name="csX112" fmla="*/ 58283 w 209245"/>
                <a:gd name="csY112" fmla="*/ 107489 h 225965"/>
                <a:gd name="csX113" fmla="*/ 59716 w 209245"/>
                <a:gd name="csY113" fmla="*/ 107489 h 225965"/>
                <a:gd name="csX114" fmla="*/ 55417 w 209245"/>
                <a:gd name="csY114" fmla="*/ 105100 h 225965"/>
                <a:gd name="csX115" fmla="*/ 47773 w 209245"/>
                <a:gd name="csY115" fmla="*/ 106056 h 225965"/>
                <a:gd name="csX116" fmla="*/ 46340 w 209245"/>
                <a:gd name="csY116" fmla="*/ 105578 h 225965"/>
                <a:gd name="csX117" fmla="*/ 44907 w 209245"/>
                <a:gd name="csY117" fmla="*/ 105100 h 225965"/>
                <a:gd name="csX118" fmla="*/ 44429 w 209245"/>
                <a:gd name="csY118" fmla="*/ 103189 h 225965"/>
                <a:gd name="csX119" fmla="*/ 45384 w 209245"/>
                <a:gd name="csY119" fmla="*/ 102234 h 225965"/>
                <a:gd name="csX120" fmla="*/ 46340 w 209245"/>
                <a:gd name="csY120" fmla="*/ 100801 h 225965"/>
                <a:gd name="csX121" fmla="*/ 45384 w 209245"/>
                <a:gd name="csY121" fmla="*/ 99845 h 225965"/>
                <a:gd name="csX122" fmla="*/ 43951 w 209245"/>
                <a:gd name="csY122" fmla="*/ 99368 h 225965"/>
                <a:gd name="csX123" fmla="*/ 41563 w 209245"/>
                <a:gd name="csY123" fmla="*/ 99368 h 225965"/>
                <a:gd name="csX124" fmla="*/ 39651 w 209245"/>
                <a:gd name="csY124" fmla="*/ 99845 h 225965"/>
                <a:gd name="csX125" fmla="*/ 39174 w 209245"/>
                <a:gd name="csY125" fmla="*/ 98890 h 225965"/>
                <a:gd name="csX126" fmla="*/ 40129 w 209245"/>
                <a:gd name="csY126" fmla="*/ 97457 h 225965"/>
                <a:gd name="csX127" fmla="*/ 39174 w 209245"/>
                <a:gd name="csY127" fmla="*/ 96501 h 225965"/>
                <a:gd name="csX128" fmla="*/ 37741 w 209245"/>
                <a:gd name="csY128" fmla="*/ 96979 h 225965"/>
                <a:gd name="csX129" fmla="*/ 35830 w 209245"/>
                <a:gd name="csY129" fmla="*/ 97457 h 225965"/>
                <a:gd name="csX130" fmla="*/ 33441 w 209245"/>
                <a:gd name="csY130" fmla="*/ 96979 h 225965"/>
                <a:gd name="csX131" fmla="*/ 32008 w 209245"/>
                <a:gd name="csY131" fmla="*/ 94590 h 225965"/>
                <a:gd name="csX132" fmla="*/ 30575 w 209245"/>
                <a:gd name="csY132" fmla="*/ 94590 h 225965"/>
                <a:gd name="csX133" fmla="*/ 29619 w 209245"/>
                <a:gd name="csY133" fmla="*/ 95068 h 225965"/>
                <a:gd name="csX134" fmla="*/ 28186 w 209245"/>
                <a:gd name="csY134" fmla="*/ 94113 h 225965"/>
                <a:gd name="csX135" fmla="*/ 27231 w 209245"/>
                <a:gd name="csY135" fmla="*/ 94113 h 225965"/>
                <a:gd name="csX136" fmla="*/ 26275 w 209245"/>
                <a:gd name="csY136" fmla="*/ 94590 h 225965"/>
                <a:gd name="csX137" fmla="*/ 24842 w 209245"/>
                <a:gd name="csY137" fmla="*/ 93157 h 225965"/>
                <a:gd name="csX138" fmla="*/ 17198 w 209245"/>
                <a:gd name="csY138" fmla="*/ 90769 h 225965"/>
                <a:gd name="csX139" fmla="*/ 13854 w 209245"/>
                <a:gd name="csY139" fmla="*/ 90769 h 225965"/>
                <a:gd name="csX140" fmla="*/ 10510 w 209245"/>
                <a:gd name="csY140" fmla="*/ 91724 h 225965"/>
                <a:gd name="csX141" fmla="*/ 9077 w 209245"/>
                <a:gd name="csY141" fmla="*/ 91246 h 225965"/>
                <a:gd name="csX142" fmla="*/ 7644 w 209245"/>
                <a:gd name="csY142" fmla="*/ 89813 h 225965"/>
                <a:gd name="csX143" fmla="*/ 6688 w 209245"/>
                <a:gd name="csY143" fmla="*/ 87424 h 225965"/>
                <a:gd name="csX144" fmla="*/ 1433 w 209245"/>
                <a:gd name="csY144" fmla="*/ 85514 h 225965"/>
                <a:gd name="csX145" fmla="*/ 2867 w 209245"/>
                <a:gd name="csY145" fmla="*/ 84080 h 225965"/>
                <a:gd name="csX146" fmla="*/ 4777 w 209245"/>
                <a:gd name="csY146" fmla="*/ 84080 h 225965"/>
                <a:gd name="csX147" fmla="*/ 7644 w 209245"/>
                <a:gd name="csY147" fmla="*/ 83125 h 225965"/>
                <a:gd name="csX148" fmla="*/ 8599 w 209245"/>
                <a:gd name="csY148" fmla="*/ 82170 h 225965"/>
                <a:gd name="csX149" fmla="*/ 6688 w 209245"/>
                <a:gd name="csY149" fmla="*/ 80736 h 225965"/>
                <a:gd name="csX150" fmla="*/ 4777 w 209245"/>
                <a:gd name="csY150" fmla="*/ 80258 h 225965"/>
                <a:gd name="csX151" fmla="*/ 4300 w 209245"/>
                <a:gd name="csY151" fmla="*/ 79781 h 225965"/>
                <a:gd name="csX152" fmla="*/ 3822 w 209245"/>
                <a:gd name="csY152" fmla="*/ 78825 h 225965"/>
                <a:gd name="csX153" fmla="*/ 4777 w 209245"/>
                <a:gd name="csY153" fmla="*/ 78348 h 225965"/>
                <a:gd name="csX154" fmla="*/ 5255 w 209245"/>
                <a:gd name="csY154" fmla="*/ 78348 h 225965"/>
                <a:gd name="csX155" fmla="*/ 7166 w 209245"/>
                <a:gd name="csY155" fmla="*/ 78825 h 225965"/>
                <a:gd name="csX156" fmla="*/ 10510 w 209245"/>
                <a:gd name="csY156" fmla="*/ 78348 h 225965"/>
                <a:gd name="csX157" fmla="*/ 9077 w 209245"/>
                <a:gd name="csY157" fmla="*/ 77392 h 225965"/>
                <a:gd name="csX158" fmla="*/ 8121 w 209245"/>
                <a:gd name="csY158" fmla="*/ 76914 h 225965"/>
                <a:gd name="csX159" fmla="*/ 7166 w 209245"/>
                <a:gd name="csY159" fmla="*/ 76437 h 225965"/>
                <a:gd name="csX160" fmla="*/ 4777 w 209245"/>
                <a:gd name="csY160" fmla="*/ 76437 h 225965"/>
                <a:gd name="csX161" fmla="*/ 3344 w 209245"/>
                <a:gd name="csY161" fmla="*/ 76914 h 225965"/>
                <a:gd name="csX162" fmla="*/ 956 w 209245"/>
                <a:gd name="csY162" fmla="*/ 76914 h 225965"/>
                <a:gd name="csX163" fmla="*/ 478 w 209245"/>
                <a:gd name="csY163" fmla="*/ 75481 h 225965"/>
                <a:gd name="csX164" fmla="*/ 0 w 209245"/>
                <a:gd name="csY164" fmla="*/ 74526 h 225965"/>
                <a:gd name="csX165" fmla="*/ 956 w 209245"/>
                <a:gd name="csY165" fmla="*/ 71659 h 225965"/>
                <a:gd name="csX166" fmla="*/ 4777 w 209245"/>
                <a:gd name="csY166" fmla="*/ 69749 h 225965"/>
                <a:gd name="csX167" fmla="*/ 13854 w 209245"/>
                <a:gd name="csY167" fmla="*/ 67360 h 225965"/>
                <a:gd name="csX168" fmla="*/ 18154 w 209245"/>
                <a:gd name="csY168" fmla="*/ 67838 h 225965"/>
                <a:gd name="csX169" fmla="*/ 20542 w 209245"/>
                <a:gd name="csY169" fmla="*/ 67360 h 225965"/>
                <a:gd name="csX170" fmla="*/ 23886 w 209245"/>
                <a:gd name="csY170" fmla="*/ 65927 h 225965"/>
                <a:gd name="csX171" fmla="*/ 25320 w 209245"/>
                <a:gd name="csY171" fmla="*/ 64493 h 225965"/>
                <a:gd name="csX172" fmla="*/ 30097 w 209245"/>
                <a:gd name="csY172" fmla="*/ 63538 h 225965"/>
                <a:gd name="csX173" fmla="*/ 34874 w 209245"/>
                <a:gd name="csY173" fmla="*/ 64971 h 225965"/>
                <a:gd name="csX174" fmla="*/ 39174 w 209245"/>
                <a:gd name="csY174" fmla="*/ 70226 h 225965"/>
                <a:gd name="csX175" fmla="*/ 41085 w 209245"/>
                <a:gd name="csY175" fmla="*/ 72137 h 225965"/>
                <a:gd name="csX176" fmla="*/ 45862 w 209245"/>
                <a:gd name="csY176" fmla="*/ 68793 h 225965"/>
                <a:gd name="csX177" fmla="*/ 53028 w 209245"/>
                <a:gd name="csY177" fmla="*/ 68793 h 225965"/>
                <a:gd name="csX178" fmla="*/ 54461 w 209245"/>
                <a:gd name="csY178" fmla="*/ 70704 h 225965"/>
                <a:gd name="csX179" fmla="*/ 55417 w 209245"/>
                <a:gd name="csY179" fmla="*/ 69271 h 225965"/>
                <a:gd name="csX180" fmla="*/ 56372 w 209245"/>
                <a:gd name="csY180" fmla="*/ 67360 h 225965"/>
                <a:gd name="csX181" fmla="*/ 57805 w 209245"/>
                <a:gd name="csY181" fmla="*/ 68315 h 225965"/>
                <a:gd name="csX182" fmla="*/ 58283 w 209245"/>
                <a:gd name="csY182" fmla="*/ 69271 h 225965"/>
                <a:gd name="csX183" fmla="*/ 65927 w 209245"/>
                <a:gd name="csY183" fmla="*/ 69271 h 225965"/>
                <a:gd name="csX184" fmla="*/ 66882 w 209245"/>
                <a:gd name="csY184" fmla="*/ 68793 h 225965"/>
                <a:gd name="csX185" fmla="*/ 64971 w 209245"/>
                <a:gd name="csY185" fmla="*/ 67360 h 225965"/>
                <a:gd name="csX186" fmla="*/ 63538 w 209245"/>
                <a:gd name="csY186" fmla="*/ 64493 h 225965"/>
                <a:gd name="csX187" fmla="*/ 63060 w 209245"/>
                <a:gd name="csY187" fmla="*/ 53506 h 225965"/>
                <a:gd name="csX188" fmla="*/ 60672 w 209245"/>
                <a:gd name="csY188" fmla="*/ 50639 h 225965"/>
                <a:gd name="csX189" fmla="*/ 58283 w 209245"/>
                <a:gd name="csY189" fmla="*/ 45384 h 225965"/>
                <a:gd name="csX190" fmla="*/ 57328 w 209245"/>
                <a:gd name="csY190" fmla="*/ 42518 h 225965"/>
                <a:gd name="csX191" fmla="*/ 57328 w 209245"/>
                <a:gd name="csY191" fmla="*/ 41563 h 225965"/>
                <a:gd name="csX192" fmla="*/ 57805 w 209245"/>
                <a:gd name="csY192" fmla="*/ 40129 h 225965"/>
                <a:gd name="csX193" fmla="*/ 60672 w 209245"/>
                <a:gd name="csY193" fmla="*/ 40129 h 225965"/>
                <a:gd name="csX194" fmla="*/ 63060 w 209245"/>
                <a:gd name="csY194" fmla="*/ 40607 h 225965"/>
                <a:gd name="csX195" fmla="*/ 67360 w 209245"/>
                <a:gd name="csY195" fmla="*/ 39651 h 225965"/>
                <a:gd name="csX196" fmla="*/ 69271 w 209245"/>
                <a:gd name="csY196" fmla="*/ 40129 h 225965"/>
                <a:gd name="csX197" fmla="*/ 69271 w 209245"/>
                <a:gd name="csY197" fmla="*/ 42518 h 225965"/>
                <a:gd name="csX198" fmla="*/ 69749 w 209245"/>
                <a:gd name="csY198" fmla="*/ 45384 h 225965"/>
                <a:gd name="csX199" fmla="*/ 70704 w 209245"/>
                <a:gd name="csY199" fmla="*/ 46817 h 225965"/>
                <a:gd name="csX200" fmla="*/ 71659 w 209245"/>
                <a:gd name="csY200" fmla="*/ 48251 h 225965"/>
                <a:gd name="csX201" fmla="*/ 75481 w 209245"/>
                <a:gd name="csY201" fmla="*/ 48251 h 225965"/>
                <a:gd name="csX202" fmla="*/ 79303 w 209245"/>
                <a:gd name="csY202" fmla="*/ 49206 h 225965"/>
                <a:gd name="csX203" fmla="*/ 84081 w 209245"/>
                <a:gd name="csY203" fmla="*/ 49206 h 225965"/>
                <a:gd name="csX204" fmla="*/ 91246 w 209245"/>
                <a:gd name="csY204" fmla="*/ 51117 h 225965"/>
                <a:gd name="csX205" fmla="*/ 94113 w 209245"/>
                <a:gd name="csY205" fmla="*/ 50162 h 225965"/>
                <a:gd name="csX206" fmla="*/ 96979 w 209245"/>
                <a:gd name="csY206" fmla="*/ 48251 h 225965"/>
                <a:gd name="csX207" fmla="*/ 102712 w 209245"/>
                <a:gd name="csY207" fmla="*/ 46817 h 225965"/>
                <a:gd name="csX208" fmla="*/ 103190 w 209245"/>
                <a:gd name="csY208" fmla="*/ 45862 h 225965"/>
                <a:gd name="csX209" fmla="*/ 99846 w 209245"/>
                <a:gd name="csY209" fmla="*/ 46340 h 225965"/>
                <a:gd name="csX210" fmla="*/ 96979 w 209245"/>
                <a:gd name="csY210" fmla="*/ 44907 h 225965"/>
                <a:gd name="csX211" fmla="*/ 96501 w 209245"/>
                <a:gd name="csY211" fmla="*/ 43473 h 225965"/>
                <a:gd name="csX212" fmla="*/ 96979 w 209245"/>
                <a:gd name="csY212" fmla="*/ 42518 h 225965"/>
                <a:gd name="csX213" fmla="*/ 97935 w 209245"/>
                <a:gd name="csY213" fmla="*/ 39651 h 225965"/>
                <a:gd name="csX214" fmla="*/ 106534 w 209245"/>
                <a:gd name="csY214" fmla="*/ 35352 h 225965"/>
                <a:gd name="csX215" fmla="*/ 112744 w 209245"/>
                <a:gd name="csY215" fmla="*/ 33919 h 225965"/>
                <a:gd name="csX216" fmla="*/ 118955 w 209245"/>
                <a:gd name="csY216" fmla="*/ 31530 h 225965"/>
                <a:gd name="csX217" fmla="*/ 122299 w 209245"/>
                <a:gd name="csY217" fmla="*/ 28664 h 225965"/>
                <a:gd name="csX218" fmla="*/ 124210 w 209245"/>
                <a:gd name="csY218" fmla="*/ 25320 h 225965"/>
                <a:gd name="csX219" fmla="*/ 125165 w 209245"/>
                <a:gd name="csY219" fmla="*/ 24842 h 225965"/>
                <a:gd name="csX220" fmla="*/ 126121 w 209245"/>
                <a:gd name="csY220" fmla="*/ 24364 h 225965"/>
                <a:gd name="csX221" fmla="*/ 125165 w 209245"/>
                <a:gd name="csY221" fmla="*/ 22931 h 225965"/>
                <a:gd name="csX222" fmla="*/ 125643 w 209245"/>
                <a:gd name="csY222" fmla="*/ 10032 h 225965"/>
                <a:gd name="csX223" fmla="*/ 126121 w 209245"/>
                <a:gd name="csY223" fmla="*/ 8121 h 225965"/>
                <a:gd name="csX224" fmla="*/ 127554 w 209245"/>
                <a:gd name="csY224" fmla="*/ 6210 h 225965"/>
                <a:gd name="csX225" fmla="*/ 129465 w 209245"/>
                <a:gd name="csY225" fmla="*/ 4777 h 225965"/>
                <a:gd name="csX226" fmla="*/ 132331 w 209245"/>
                <a:gd name="csY226" fmla="*/ 2866 h 225965"/>
                <a:gd name="csX227" fmla="*/ 142841 w 209245"/>
                <a:gd name="csY227" fmla="*/ 956 h 225965"/>
                <a:gd name="csX228" fmla="*/ 144274 w 209245"/>
                <a:gd name="csY228" fmla="*/ 0 h 225965"/>
                <a:gd name="csX229" fmla="*/ 144752 w 209245"/>
                <a:gd name="csY229" fmla="*/ 1433 h 225965"/>
                <a:gd name="csX230" fmla="*/ 145230 w 209245"/>
                <a:gd name="csY230" fmla="*/ 2866 h 225965"/>
                <a:gd name="csX231" fmla="*/ 146185 w 209245"/>
                <a:gd name="csY231" fmla="*/ 3822 h 225965"/>
                <a:gd name="csX232" fmla="*/ 146185 w 209245"/>
                <a:gd name="csY232" fmla="*/ 3822 h 225965"/>
                <a:gd name="csX233" fmla="*/ 145707 w 209245"/>
                <a:gd name="csY233" fmla="*/ 5255 h 225965"/>
                <a:gd name="csX234" fmla="*/ 145707 w 209245"/>
                <a:gd name="csY234" fmla="*/ 6210 h 225965"/>
                <a:gd name="csX235" fmla="*/ 147141 w 209245"/>
                <a:gd name="csY235" fmla="*/ 8121 h 225965"/>
                <a:gd name="csX236" fmla="*/ 147141 w 209245"/>
                <a:gd name="csY236" fmla="*/ 8121 h 225965"/>
                <a:gd name="csX237" fmla="*/ 149052 w 209245"/>
                <a:gd name="csY237" fmla="*/ 10032 h 225965"/>
                <a:gd name="csX238" fmla="*/ 149052 w 209245"/>
                <a:gd name="csY238" fmla="*/ 10032 h 225965"/>
                <a:gd name="csX239" fmla="*/ 150963 w 209245"/>
                <a:gd name="csY239" fmla="*/ 10988 h 225965"/>
                <a:gd name="csX240" fmla="*/ 150963 w 209245"/>
                <a:gd name="csY240" fmla="*/ 10988 h 225965"/>
                <a:gd name="csX241" fmla="*/ 152396 w 209245"/>
                <a:gd name="csY241" fmla="*/ 10510 h 225965"/>
                <a:gd name="csX242" fmla="*/ 154307 w 209245"/>
                <a:gd name="csY242" fmla="*/ 9555 h 225965"/>
                <a:gd name="csX243" fmla="*/ 156218 w 209245"/>
                <a:gd name="csY243" fmla="*/ 9077 h 225965"/>
                <a:gd name="csX244" fmla="*/ 157173 w 209245"/>
                <a:gd name="csY244" fmla="*/ 10032 h 225965"/>
                <a:gd name="csX245" fmla="*/ 157651 w 209245"/>
                <a:gd name="csY245" fmla="*/ 10510 h 225965"/>
                <a:gd name="csX246" fmla="*/ 158606 w 209245"/>
                <a:gd name="csY246" fmla="*/ 12421 h 225965"/>
                <a:gd name="csX247" fmla="*/ 159084 w 209245"/>
                <a:gd name="csY247" fmla="*/ 14332 h 225965"/>
                <a:gd name="csX248" fmla="*/ 159562 w 209245"/>
                <a:gd name="csY248" fmla="*/ 16243 h 225965"/>
                <a:gd name="csX249" fmla="*/ 160039 w 209245"/>
                <a:gd name="csY249" fmla="*/ 16721 h 225965"/>
                <a:gd name="csX250" fmla="*/ 163384 w 209245"/>
                <a:gd name="csY250" fmla="*/ 17198 h 225965"/>
                <a:gd name="csX251" fmla="*/ 165772 w 209245"/>
                <a:gd name="csY251" fmla="*/ 17676 h 225965"/>
                <a:gd name="csX252" fmla="*/ 166250 w 209245"/>
                <a:gd name="csY252" fmla="*/ 18154 h 225965"/>
                <a:gd name="csX253" fmla="*/ 167205 w 209245"/>
                <a:gd name="csY253" fmla="*/ 21976 h 225965"/>
                <a:gd name="csX254" fmla="*/ 167683 w 209245"/>
                <a:gd name="csY254" fmla="*/ 22453 h 225965"/>
                <a:gd name="csX255" fmla="*/ 168161 w 209245"/>
                <a:gd name="csY255" fmla="*/ 21976 h 225965"/>
                <a:gd name="csX256" fmla="*/ 168638 w 209245"/>
                <a:gd name="csY256" fmla="*/ 21498 h 225965"/>
                <a:gd name="csX257" fmla="*/ 169594 w 209245"/>
                <a:gd name="csY257" fmla="*/ 21498 h 225965"/>
                <a:gd name="csX258" fmla="*/ 171027 w 209245"/>
                <a:gd name="csY258" fmla="*/ 21498 h 225965"/>
                <a:gd name="csX259" fmla="*/ 172938 w 209245"/>
                <a:gd name="csY259" fmla="*/ 21498 h 225965"/>
                <a:gd name="csX260" fmla="*/ 174849 w 209245"/>
                <a:gd name="csY260" fmla="*/ 21976 h 225965"/>
                <a:gd name="csX261" fmla="*/ 177238 w 209245"/>
                <a:gd name="csY261" fmla="*/ 24364 h 225965"/>
                <a:gd name="csX262" fmla="*/ 177238 w 209245"/>
                <a:gd name="csY262" fmla="*/ 24842 h 225965"/>
                <a:gd name="csX263" fmla="*/ 176760 w 209245"/>
                <a:gd name="csY263" fmla="*/ 26275 h 225965"/>
                <a:gd name="csX264" fmla="*/ 176282 w 209245"/>
                <a:gd name="csY264" fmla="*/ 27231 h 225965"/>
                <a:gd name="csX265" fmla="*/ 176760 w 209245"/>
                <a:gd name="csY265" fmla="*/ 27708 h 225965"/>
                <a:gd name="csX266" fmla="*/ 177715 w 209245"/>
                <a:gd name="csY266" fmla="*/ 28664 h 225965"/>
                <a:gd name="csX267" fmla="*/ 177238 w 209245"/>
                <a:gd name="csY267" fmla="*/ 29619 h 225965"/>
                <a:gd name="csX268" fmla="*/ 176760 w 209245"/>
                <a:gd name="csY268" fmla="*/ 30575 h 225965"/>
                <a:gd name="csX269" fmla="*/ 176282 w 209245"/>
                <a:gd name="csY269" fmla="*/ 31052 h 225965"/>
                <a:gd name="csX270" fmla="*/ 176282 w 209245"/>
                <a:gd name="csY270" fmla="*/ 31530 h 225965"/>
                <a:gd name="csX271" fmla="*/ 176760 w 209245"/>
                <a:gd name="csY271" fmla="*/ 32008 h 225965"/>
                <a:gd name="csX272" fmla="*/ 177238 w 209245"/>
                <a:gd name="csY272" fmla="*/ 32486 h 225965"/>
                <a:gd name="csX273" fmla="*/ 177238 w 209245"/>
                <a:gd name="csY273" fmla="*/ 32486 h 225965"/>
                <a:gd name="csX274" fmla="*/ 181060 w 209245"/>
                <a:gd name="csY274" fmla="*/ 32963 h 225965"/>
                <a:gd name="csX275" fmla="*/ 184404 w 209245"/>
                <a:gd name="csY275" fmla="*/ 32486 h 225965"/>
                <a:gd name="csX276" fmla="*/ 186792 w 209245"/>
                <a:gd name="csY276" fmla="*/ 31052 h 225965"/>
                <a:gd name="csX277" fmla="*/ 187270 w 209245"/>
                <a:gd name="csY277" fmla="*/ 30097 h 225965"/>
                <a:gd name="csX278" fmla="*/ 187748 w 209245"/>
                <a:gd name="csY278" fmla="*/ 29142 h 225965"/>
                <a:gd name="csX279" fmla="*/ 187748 w 209245"/>
                <a:gd name="csY279" fmla="*/ 28664 h 225965"/>
                <a:gd name="csX280" fmla="*/ 187748 w 209245"/>
                <a:gd name="csY280" fmla="*/ 28664 h 225965"/>
                <a:gd name="csX281" fmla="*/ 189181 w 209245"/>
                <a:gd name="csY281" fmla="*/ 27231 h 225965"/>
                <a:gd name="csX282" fmla="*/ 190136 w 209245"/>
                <a:gd name="csY282" fmla="*/ 26753 h 225965"/>
                <a:gd name="csX283" fmla="*/ 190614 w 209245"/>
                <a:gd name="csY283" fmla="*/ 27231 h 225965"/>
                <a:gd name="csX284" fmla="*/ 189659 w 209245"/>
                <a:gd name="csY284" fmla="*/ 32486 h 225965"/>
                <a:gd name="csX285" fmla="*/ 190614 w 209245"/>
                <a:gd name="csY285" fmla="*/ 33441 h 225965"/>
                <a:gd name="csX286" fmla="*/ 190614 w 209245"/>
                <a:gd name="csY286" fmla="*/ 35352 h 225965"/>
                <a:gd name="csX287" fmla="*/ 191092 w 209245"/>
                <a:gd name="csY287" fmla="*/ 37263 h 225965"/>
                <a:gd name="csX288" fmla="*/ 192047 w 209245"/>
                <a:gd name="csY288" fmla="*/ 37263 h 225965"/>
                <a:gd name="csX289" fmla="*/ 193958 w 209245"/>
                <a:gd name="csY289" fmla="*/ 37263 h 225965"/>
                <a:gd name="csX290" fmla="*/ 194914 w 209245"/>
                <a:gd name="csY290" fmla="*/ 38218 h 225965"/>
                <a:gd name="csX291" fmla="*/ 195869 w 209245"/>
                <a:gd name="csY291" fmla="*/ 39174 h 225965"/>
                <a:gd name="csX292" fmla="*/ 197780 w 209245"/>
                <a:gd name="csY292" fmla="*/ 40129 h 225965"/>
                <a:gd name="csX293" fmla="*/ 199213 w 209245"/>
                <a:gd name="csY293" fmla="*/ 40129 h 225965"/>
                <a:gd name="csX294" fmla="*/ 199213 w 209245"/>
                <a:gd name="csY294" fmla="*/ 40129 h 225965"/>
                <a:gd name="csX295" fmla="*/ 199691 w 209245"/>
                <a:gd name="csY295" fmla="*/ 41085 h 225965"/>
                <a:gd name="csX296" fmla="*/ 200646 w 209245"/>
                <a:gd name="csY296" fmla="*/ 42040 h 225965"/>
                <a:gd name="csX297" fmla="*/ 202079 w 209245"/>
                <a:gd name="csY297" fmla="*/ 43951 h 225965"/>
                <a:gd name="csX298" fmla="*/ 203513 w 209245"/>
                <a:gd name="csY298" fmla="*/ 44907 h 225965"/>
                <a:gd name="csX299" fmla="*/ 204468 w 209245"/>
                <a:gd name="csY299" fmla="*/ 44907 h 225965"/>
                <a:gd name="csX300" fmla="*/ 205902 w 209245"/>
                <a:gd name="csY300" fmla="*/ 44429 h 225965"/>
                <a:gd name="csX301" fmla="*/ 207812 w 209245"/>
                <a:gd name="csY301" fmla="*/ 43951 h 225965"/>
                <a:gd name="csX302" fmla="*/ 209245 w 209245"/>
                <a:gd name="csY302" fmla="*/ 44429 h 225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</a:cxnLst>
              <a:rect l="l" t="t" r="r" b="b"/>
              <a:pathLst>
                <a:path w="209245" h="225965">
                  <a:moveTo>
                    <a:pt x="122777" y="225966"/>
                  </a:moveTo>
                  <a:lnTo>
                    <a:pt x="121343" y="223577"/>
                  </a:lnTo>
                  <a:lnTo>
                    <a:pt x="119910" y="223100"/>
                  </a:lnTo>
                  <a:lnTo>
                    <a:pt x="118477" y="223100"/>
                  </a:lnTo>
                  <a:lnTo>
                    <a:pt x="116566" y="222622"/>
                  </a:lnTo>
                  <a:lnTo>
                    <a:pt x="114655" y="221667"/>
                  </a:lnTo>
                  <a:lnTo>
                    <a:pt x="109400" y="220233"/>
                  </a:lnTo>
                  <a:lnTo>
                    <a:pt x="108445" y="219756"/>
                  </a:lnTo>
                  <a:lnTo>
                    <a:pt x="107489" y="220233"/>
                  </a:lnTo>
                  <a:lnTo>
                    <a:pt x="107489" y="221189"/>
                  </a:lnTo>
                  <a:lnTo>
                    <a:pt x="107012" y="223577"/>
                  </a:lnTo>
                  <a:lnTo>
                    <a:pt x="107012" y="223577"/>
                  </a:lnTo>
                  <a:lnTo>
                    <a:pt x="107012" y="223577"/>
                  </a:lnTo>
                  <a:lnTo>
                    <a:pt x="107012" y="223577"/>
                  </a:lnTo>
                  <a:lnTo>
                    <a:pt x="104623" y="223577"/>
                  </a:lnTo>
                  <a:lnTo>
                    <a:pt x="101756" y="223577"/>
                  </a:lnTo>
                  <a:lnTo>
                    <a:pt x="100801" y="223577"/>
                  </a:lnTo>
                  <a:lnTo>
                    <a:pt x="99368" y="223577"/>
                  </a:lnTo>
                  <a:lnTo>
                    <a:pt x="98412" y="223100"/>
                  </a:lnTo>
                  <a:lnTo>
                    <a:pt x="94113" y="223577"/>
                  </a:lnTo>
                  <a:lnTo>
                    <a:pt x="93635" y="223577"/>
                  </a:lnTo>
                  <a:lnTo>
                    <a:pt x="92680" y="223100"/>
                  </a:lnTo>
                  <a:lnTo>
                    <a:pt x="91724" y="222144"/>
                  </a:lnTo>
                  <a:lnTo>
                    <a:pt x="90291" y="221189"/>
                  </a:lnTo>
                  <a:lnTo>
                    <a:pt x="89335" y="220711"/>
                  </a:lnTo>
                  <a:lnTo>
                    <a:pt x="88380" y="220233"/>
                  </a:lnTo>
                  <a:lnTo>
                    <a:pt x="87902" y="220233"/>
                  </a:lnTo>
                  <a:lnTo>
                    <a:pt x="86469" y="220711"/>
                  </a:lnTo>
                  <a:lnTo>
                    <a:pt x="86469" y="220711"/>
                  </a:lnTo>
                  <a:lnTo>
                    <a:pt x="85036" y="221189"/>
                  </a:lnTo>
                  <a:lnTo>
                    <a:pt x="83603" y="220711"/>
                  </a:lnTo>
                  <a:lnTo>
                    <a:pt x="82647" y="221189"/>
                  </a:lnTo>
                  <a:lnTo>
                    <a:pt x="79781" y="218322"/>
                  </a:lnTo>
                  <a:lnTo>
                    <a:pt x="79303" y="217367"/>
                  </a:lnTo>
                  <a:lnTo>
                    <a:pt x="77870" y="217367"/>
                  </a:lnTo>
                  <a:lnTo>
                    <a:pt x="75959" y="217367"/>
                  </a:lnTo>
                  <a:lnTo>
                    <a:pt x="71182" y="215456"/>
                  </a:lnTo>
                  <a:lnTo>
                    <a:pt x="71182" y="215456"/>
                  </a:lnTo>
                  <a:lnTo>
                    <a:pt x="68793" y="214501"/>
                  </a:lnTo>
                  <a:lnTo>
                    <a:pt x="68793" y="214023"/>
                  </a:lnTo>
                  <a:lnTo>
                    <a:pt x="68793" y="213545"/>
                  </a:lnTo>
                  <a:lnTo>
                    <a:pt x="68315" y="213545"/>
                  </a:lnTo>
                  <a:lnTo>
                    <a:pt x="67838" y="214501"/>
                  </a:lnTo>
                  <a:lnTo>
                    <a:pt x="67360" y="214978"/>
                  </a:lnTo>
                  <a:lnTo>
                    <a:pt x="67360" y="214978"/>
                  </a:lnTo>
                  <a:lnTo>
                    <a:pt x="66882" y="215456"/>
                  </a:lnTo>
                  <a:lnTo>
                    <a:pt x="65927" y="214978"/>
                  </a:lnTo>
                  <a:lnTo>
                    <a:pt x="65449" y="214501"/>
                  </a:lnTo>
                  <a:lnTo>
                    <a:pt x="64971" y="214501"/>
                  </a:lnTo>
                  <a:lnTo>
                    <a:pt x="65449" y="213545"/>
                  </a:lnTo>
                  <a:lnTo>
                    <a:pt x="66405" y="212590"/>
                  </a:lnTo>
                  <a:lnTo>
                    <a:pt x="66405" y="211156"/>
                  </a:lnTo>
                  <a:lnTo>
                    <a:pt x="66405" y="210201"/>
                  </a:lnTo>
                  <a:lnTo>
                    <a:pt x="65449" y="209245"/>
                  </a:lnTo>
                  <a:lnTo>
                    <a:pt x="63538" y="209245"/>
                  </a:lnTo>
                  <a:lnTo>
                    <a:pt x="62105" y="209245"/>
                  </a:lnTo>
                  <a:lnTo>
                    <a:pt x="60672" y="208290"/>
                  </a:lnTo>
                  <a:lnTo>
                    <a:pt x="59716" y="207812"/>
                  </a:lnTo>
                  <a:lnTo>
                    <a:pt x="59716" y="207812"/>
                  </a:lnTo>
                  <a:lnTo>
                    <a:pt x="58761" y="206857"/>
                  </a:lnTo>
                  <a:lnTo>
                    <a:pt x="58761" y="205901"/>
                  </a:lnTo>
                  <a:lnTo>
                    <a:pt x="62105" y="204946"/>
                  </a:lnTo>
                  <a:lnTo>
                    <a:pt x="64971" y="202080"/>
                  </a:lnTo>
                  <a:lnTo>
                    <a:pt x="67838" y="190614"/>
                  </a:lnTo>
                  <a:lnTo>
                    <a:pt x="69749" y="176760"/>
                  </a:lnTo>
                  <a:lnTo>
                    <a:pt x="71182" y="174371"/>
                  </a:lnTo>
                  <a:lnTo>
                    <a:pt x="73093" y="173416"/>
                  </a:lnTo>
                  <a:lnTo>
                    <a:pt x="71659" y="171505"/>
                  </a:lnTo>
                  <a:lnTo>
                    <a:pt x="70704" y="172460"/>
                  </a:lnTo>
                  <a:lnTo>
                    <a:pt x="70226" y="173894"/>
                  </a:lnTo>
                  <a:lnTo>
                    <a:pt x="69749" y="174371"/>
                  </a:lnTo>
                  <a:lnTo>
                    <a:pt x="70704" y="161473"/>
                  </a:lnTo>
                  <a:lnTo>
                    <a:pt x="71659" y="156695"/>
                  </a:lnTo>
                  <a:lnTo>
                    <a:pt x="73093" y="151918"/>
                  </a:lnTo>
                  <a:lnTo>
                    <a:pt x="75959" y="153829"/>
                  </a:lnTo>
                  <a:lnTo>
                    <a:pt x="77870" y="155740"/>
                  </a:lnTo>
                  <a:lnTo>
                    <a:pt x="79303" y="157651"/>
                  </a:lnTo>
                  <a:lnTo>
                    <a:pt x="80736" y="163384"/>
                  </a:lnTo>
                  <a:lnTo>
                    <a:pt x="81692" y="164339"/>
                  </a:lnTo>
                  <a:lnTo>
                    <a:pt x="83603" y="165772"/>
                  </a:lnTo>
                  <a:lnTo>
                    <a:pt x="83125" y="164339"/>
                  </a:lnTo>
                  <a:lnTo>
                    <a:pt x="81692" y="163384"/>
                  </a:lnTo>
                  <a:lnTo>
                    <a:pt x="79781" y="155740"/>
                  </a:lnTo>
                  <a:lnTo>
                    <a:pt x="78825" y="153829"/>
                  </a:lnTo>
                  <a:lnTo>
                    <a:pt x="76915" y="151918"/>
                  </a:lnTo>
                  <a:lnTo>
                    <a:pt x="71182" y="148096"/>
                  </a:lnTo>
                  <a:lnTo>
                    <a:pt x="70704" y="147141"/>
                  </a:lnTo>
                  <a:lnTo>
                    <a:pt x="70226" y="145707"/>
                  </a:lnTo>
                  <a:lnTo>
                    <a:pt x="72137" y="145707"/>
                  </a:lnTo>
                  <a:lnTo>
                    <a:pt x="74048" y="146663"/>
                  </a:lnTo>
                  <a:lnTo>
                    <a:pt x="73570" y="145707"/>
                  </a:lnTo>
                  <a:lnTo>
                    <a:pt x="73093" y="144752"/>
                  </a:lnTo>
                  <a:lnTo>
                    <a:pt x="72615" y="141886"/>
                  </a:lnTo>
                  <a:lnTo>
                    <a:pt x="71659" y="134242"/>
                  </a:lnTo>
                  <a:lnTo>
                    <a:pt x="72137" y="133287"/>
                  </a:lnTo>
                  <a:lnTo>
                    <a:pt x="71659" y="131376"/>
                  </a:lnTo>
                  <a:lnTo>
                    <a:pt x="69749" y="131376"/>
                  </a:lnTo>
                  <a:lnTo>
                    <a:pt x="68315" y="131376"/>
                  </a:lnTo>
                  <a:lnTo>
                    <a:pt x="66882" y="130420"/>
                  </a:lnTo>
                  <a:lnTo>
                    <a:pt x="59239" y="126121"/>
                  </a:lnTo>
                  <a:lnTo>
                    <a:pt x="56372" y="121821"/>
                  </a:lnTo>
                  <a:lnTo>
                    <a:pt x="53506" y="118477"/>
                  </a:lnTo>
                  <a:lnTo>
                    <a:pt x="53028" y="117044"/>
                  </a:lnTo>
                  <a:lnTo>
                    <a:pt x="53028" y="115611"/>
                  </a:lnTo>
                  <a:lnTo>
                    <a:pt x="54461" y="112266"/>
                  </a:lnTo>
                  <a:lnTo>
                    <a:pt x="53028" y="110355"/>
                  </a:lnTo>
                  <a:lnTo>
                    <a:pt x="52073" y="109878"/>
                  </a:lnTo>
                  <a:lnTo>
                    <a:pt x="50639" y="108922"/>
                  </a:lnTo>
                  <a:lnTo>
                    <a:pt x="51595" y="107489"/>
                  </a:lnTo>
                  <a:lnTo>
                    <a:pt x="52550" y="106534"/>
                  </a:lnTo>
                  <a:lnTo>
                    <a:pt x="54461" y="106056"/>
                  </a:lnTo>
                  <a:lnTo>
                    <a:pt x="56372" y="106534"/>
                  </a:lnTo>
                  <a:lnTo>
                    <a:pt x="58283" y="107489"/>
                  </a:lnTo>
                  <a:lnTo>
                    <a:pt x="59716" y="107489"/>
                  </a:lnTo>
                  <a:lnTo>
                    <a:pt x="55417" y="105100"/>
                  </a:lnTo>
                  <a:lnTo>
                    <a:pt x="47773" y="106056"/>
                  </a:lnTo>
                  <a:lnTo>
                    <a:pt x="46340" y="105578"/>
                  </a:lnTo>
                  <a:lnTo>
                    <a:pt x="44907" y="105100"/>
                  </a:lnTo>
                  <a:lnTo>
                    <a:pt x="44429" y="103189"/>
                  </a:lnTo>
                  <a:lnTo>
                    <a:pt x="45384" y="102234"/>
                  </a:lnTo>
                  <a:lnTo>
                    <a:pt x="46340" y="100801"/>
                  </a:lnTo>
                  <a:lnTo>
                    <a:pt x="45384" y="99845"/>
                  </a:lnTo>
                  <a:lnTo>
                    <a:pt x="43951" y="99368"/>
                  </a:lnTo>
                  <a:lnTo>
                    <a:pt x="41563" y="99368"/>
                  </a:lnTo>
                  <a:lnTo>
                    <a:pt x="39651" y="99845"/>
                  </a:lnTo>
                  <a:lnTo>
                    <a:pt x="39174" y="98890"/>
                  </a:lnTo>
                  <a:lnTo>
                    <a:pt x="40129" y="97457"/>
                  </a:lnTo>
                  <a:lnTo>
                    <a:pt x="39174" y="96501"/>
                  </a:lnTo>
                  <a:lnTo>
                    <a:pt x="37741" y="96979"/>
                  </a:lnTo>
                  <a:lnTo>
                    <a:pt x="35830" y="97457"/>
                  </a:lnTo>
                  <a:lnTo>
                    <a:pt x="33441" y="96979"/>
                  </a:lnTo>
                  <a:lnTo>
                    <a:pt x="32008" y="94590"/>
                  </a:lnTo>
                  <a:lnTo>
                    <a:pt x="30575" y="94590"/>
                  </a:lnTo>
                  <a:lnTo>
                    <a:pt x="29619" y="95068"/>
                  </a:lnTo>
                  <a:lnTo>
                    <a:pt x="28186" y="94113"/>
                  </a:lnTo>
                  <a:lnTo>
                    <a:pt x="27231" y="94113"/>
                  </a:lnTo>
                  <a:lnTo>
                    <a:pt x="26275" y="94590"/>
                  </a:lnTo>
                  <a:lnTo>
                    <a:pt x="24842" y="93157"/>
                  </a:lnTo>
                  <a:lnTo>
                    <a:pt x="17198" y="90769"/>
                  </a:lnTo>
                  <a:lnTo>
                    <a:pt x="13854" y="90769"/>
                  </a:lnTo>
                  <a:lnTo>
                    <a:pt x="10510" y="91724"/>
                  </a:lnTo>
                  <a:lnTo>
                    <a:pt x="9077" y="91246"/>
                  </a:lnTo>
                  <a:lnTo>
                    <a:pt x="7644" y="89813"/>
                  </a:lnTo>
                  <a:lnTo>
                    <a:pt x="6688" y="87424"/>
                  </a:lnTo>
                  <a:lnTo>
                    <a:pt x="1433" y="85514"/>
                  </a:lnTo>
                  <a:lnTo>
                    <a:pt x="2867" y="84080"/>
                  </a:lnTo>
                  <a:lnTo>
                    <a:pt x="4777" y="84080"/>
                  </a:lnTo>
                  <a:lnTo>
                    <a:pt x="7644" y="83125"/>
                  </a:lnTo>
                  <a:lnTo>
                    <a:pt x="8599" y="82170"/>
                  </a:lnTo>
                  <a:lnTo>
                    <a:pt x="6688" y="80736"/>
                  </a:lnTo>
                  <a:lnTo>
                    <a:pt x="4777" y="80258"/>
                  </a:lnTo>
                  <a:lnTo>
                    <a:pt x="4300" y="79781"/>
                  </a:lnTo>
                  <a:lnTo>
                    <a:pt x="3822" y="78825"/>
                  </a:lnTo>
                  <a:lnTo>
                    <a:pt x="4777" y="78348"/>
                  </a:lnTo>
                  <a:lnTo>
                    <a:pt x="5255" y="78348"/>
                  </a:lnTo>
                  <a:lnTo>
                    <a:pt x="7166" y="78825"/>
                  </a:lnTo>
                  <a:lnTo>
                    <a:pt x="10510" y="78348"/>
                  </a:lnTo>
                  <a:lnTo>
                    <a:pt x="9077" y="77392"/>
                  </a:lnTo>
                  <a:lnTo>
                    <a:pt x="8121" y="76914"/>
                  </a:lnTo>
                  <a:lnTo>
                    <a:pt x="7166" y="76437"/>
                  </a:lnTo>
                  <a:lnTo>
                    <a:pt x="4777" y="76437"/>
                  </a:lnTo>
                  <a:lnTo>
                    <a:pt x="3344" y="76914"/>
                  </a:lnTo>
                  <a:lnTo>
                    <a:pt x="956" y="76914"/>
                  </a:lnTo>
                  <a:lnTo>
                    <a:pt x="478" y="75481"/>
                  </a:lnTo>
                  <a:lnTo>
                    <a:pt x="0" y="74526"/>
                  </a:lnTo>
                  <a:lnTo>
                    <a:pt x="956" y="71659"/>
                  </a:lnTo>
                  <a:lnTo>
                    <a:pt x="4777" y="69749"/>
                  </a:lnTo>
                  <a:lnTo>
                    <a:pt x="13854" y="67360"/>
                  </a:lnTo>
                  <a:lnTo>
                    <a:pt x="18154" y="67838"/>
                  </a:lnTo>
                  <a:lnTo>
                    <a:pt x="20542" y="67360"/>
                  </a:lnTo>
                  <a:lnTo>
                    <a:pt x="23886" y="65927"/>
                  </a:lnTo>
                  <a:lnTo>
                    <a:pt x="25320" y="64493"/>
                  </a:lnTo>
                  <a:lnTo>
                    <a:pt x="30097" y="63538"/>
                  </a:lnTo>
                  <a:lnTo>
                    <a:pt x="34874" y="64971"/>
                  </a:lnTo>
                  <a:lnTo>
                    <a:pt x="39174" y="70226"/>
                  </a:lnTo>
                  <a:lnTo>
                    <a:pt x="41085" y="72137"/>
                  </a:lnTo>
                  <a:lnTo>
                    <a:pt x="45862" y="68793"/>
                  </a:lnTo>
                  <a:lnTo>
                    <a:pt x="53028" y="68793"/>
                  </a:lnTo>
                  <a:lnTo>
                    <a:pt x="54461" y="70704"/>
                  </a:lnTo>
                  <a:lnTo>
                    <a:pt x="55417" y="69271"/>
                  </a:lnTo>
                  <a:lnTo>
                    <a:pt x="56372" y="67360"/>
                  </a:lnTo>
                  <a:lnTo>
                    <a:pt x="57805" y="68315"/>
                  </a:lnTo>
                  <a:lnTo>
                    <a:pt x="58283" y="69271"/>
                  </a:lnTo>
                  <a:lnTo>
                    <a:pt x="65927" y="69271"/>
                  </a:lnTo>
                  <a:lnTo>
                    <a:pt x="66882" y="68793"/>
                  </a:lnTo>
                  <a:lnTo>
                    <a:pt x="64971" y="67360"/>
                  </a:lnTo>
                  <a:lnTo>
                    <a:pt x="63538" y="64493"/>
                  </a:lnTo>
                  <a:lnTo>
                    <a:pt x="63060" y="53506"/>
                  </a:lnTo>
                  <a:lnTo>
                    <a:pt x="60672" y="50639"/>
                  </a:lnTo>
                  <a:lnTo>
                    <a:pt x="58283" y="45384"/>
                  </a:lnTo>
                  <a:lnTo>
                    <a:pt x="57328" y="42518"/>
                  </a:lnTo>
                  <a:lnTo>
                    <a:pt x="57328" y="41563"/>
                  </a:lnTo>
                  <a:lnTo>
                    <a:pt x="57805" y="40129"/>
                  </a:lnTo>
                  <a:lnTo>
                    <a:pt x="60672" y="40129"/>
                  </a:lnTo>
                  <a:lnTo>
                    <a:pt x="63060" y="40607"/>
                  </a:lnTo>
                  <a:lnTo>
                    <a:pt x="67360" y="39651"/>
                  </a:lnTo>
                  <a:lnTo>
                    <a:pt x="69271" y="40129"/>
                  </a:lnTo>
                  <a:lnTo>
                    <a:pt x="69271" y="42518"/>
                  </a:lnTo>
                  <a:lnTo>
                    <a:pt x="69749" y="45384"/>
                  </a:lnTo>
                  <a:lnTo>
                    <a:pt x="70704" y="46817"/>
                  </a:lnTo>
                  <a:lnTo>
                    <a:pt x="71659" y="48251"/>
                  </a:lnTo>
                  <a:lnTo>
                    <a:pt x="75481" y="48251"/>
                  </a:lnTo>
                  <a:lnTo>
                    <a:pt x="79303" y="49206"/>
                  </a:lnTo>
                  <a:lnTo>
                    <a:pt x="84081" y="49206"/>
                  </a:lnTo>
                  <a:lnTo>
                    <a:pt x="91246" y="51117"/>
                  </a:lnTo>
                  <a:lnTo>
                    <a:pt x="94113" y="50162"/>
                  </a:lnTo>
                  <a:lnTo>
                    <a:pt x="96979" y="48251"/>
                  </a:lnTo>
                  <a:lnTo>
                    <a:pt x="102712" y="46817"/>
                  </a:lnTo>
                  <a:lnTo>
                    <a:pt x="103190" y="45862"/>
                  </a:lnTo>
                  <a:lnTo>
                    <a:pt x="99846" y="46340"/>
                  </a:lnTo>
                  <a:lnTo>
                    <a:pt x="96979" y="44907"/>
                  </a:lnTo>
                  <a:lnTo>
                    <a:pt x="96501" y="43473"/>
                  </a:lnTo>
                  <a:lnTo>
                    <a:pt x="96979" y="42518"/>
                  </a:lnTo>
                  <a:lnTo>
                    <a:pt x="97935" y="39651"/>
                  </a:lnTo>
                  <a:lnTo>
                    <a:pt x="106534" y="35352"/>
                  </a:lnTo>
                  <a:lnTo>
                    <a:pt x="112744" y="33919"/>
                  </a:lnTo>
                  <a:lnTo>
                    <a:pt x="118955" y="31530"/>
                  </a:lnTo>
                  <a:lnTo>
                    <a:pt x="122299" y="28664"/>
                  </a:lnTo>
                  <a:lnTo>
                    <a:pt x="124210" y="25320"/>
                  </a:lnTo>
                  <a:lnTo>
                    <a:pt x="125165" y="24842"/>
                  </a:lnTo>
                  <a:lnTo>
                    <a:pt x="126121" y="24364"/>
                  </a:lnTo>
                  <a:lnTo>
                    <a:pt x="125165" y="22931"/>
                  </a:lnTo>
                  <a:lnTo>
                    <a:pt x="125643" y="10032"/>
                  </a:lnTo>
                  <a:lnTo>
                    <a:pt x="126121" y="8121"/>
                  </a:lnTo>
                  <a:lnTo>
                    <a:pt x="127554" y="6210"/>
                  </a:lnTo>
                  <a:lnTo>
                    <a:pt x="129465" y="4777"/>
                  </a:lnTo>
                  <a:lnTo>
                    <a:pt x="132331" y="2866"/>
                  </a:lnTo>
                  <a:lnTo>
                    <a:pt x="142841" y="956"/>
                  </a:lnTo>
                  <a:lnTo>
                    <a:pt x="144274" y="0"/>
                  </a:lnTo>
                  <a:lnTo>
                    <a:pt x="144752" y="1433"/>
                  </a:lnTo>
                  <a:lnTo>
                    <a:pt x="145230" y="2866"/>
                  </a:lnTo>
                  <a:lnTo>
                    <a:pt x="146185" y="3822"/>
                  </a:lnTo>
                  <a:lnTo>
                    <a:pt x="146185" y="3822"/>
                  </a:lnTo>
                  <a:lnTo>
                    <a:pt x="145707" y="5255"/>
                  </a:lnTo>
                  <a:lnTo>
                    <a:pt x="145707" y="6210"/>
                  </a:lnTo>
                  <a:lnTo>
                    <a:pt x="147141" y="8121"/>
                  </a:lnTo>
                  <a:lnTo>
                    <a:pt x="147141" y="8121"/>
                  </a:lnTo>
                  <a:lnTo>
                    <a:pt x="149052" y="10032"/>
                  </a:lnTo>
                  <a:lnTo>
                    <a:pt x="149052" y="10032"/>
                  </a:lnTo>
                  <a:lnTo>
                    <a:pt x="150963" y="10988"/>
                  </a:lnTo>
                  <a:lnTo>
                    <a:pt x="150963" y="10988"/>
                  </a:lnTo>
                  <a:lnTo>
                    <a:pt x="152396" y="10510"/>
                  </a:lnTo>
                  <a:lnTo>
                    <a:pt x="154307" y="9555"/>
                  </a:lnTo>
                  <a:lnTo>
                    <a:pt x="156218" y="9077"/>
                  </a:lnTo>
                  <a:lnTo>
                    <a:pt x="157173" y="10032"/>
                  </a:lnTo>
                  <a:lnTo>
                    <a:pt x="157651" y="10510"/>
                  </a:lnTo>
                  <a:lnTo>
                    <a:pt x="158606" y="12421"/>
                  </a:lnTo>
                  <a:lnTo>
                    <a:pt x="159084" y="14332"/>
                  </a:lnTo>
                  <a:lnTo>
                    <a:pt x="159562" y="16243"/>
                  </a:lnTo>
                  <a:lnTo>
                    <a:pt x="160039" y="16721"/>
                  </a:lnTo>
                  <a:lnTo>
                    <a:pt x="163384" y="17198"/>
                  </a:lnTo>
                  <a:lnTo>
                    <a:pt x="165772" y="17676"/>
                  </a:lnTo>
                  <a:lnTo>
                    <a:pt x="166250" y="18154"/>
                  </a:lnTo>
                  <a:lnTo>
                    <a:pt x="167205" y="21976"/>
                  </a:lnTo>
                  <a:lnTo>
                    <a:pt x="167683" y="22453"/>
                  </a:lnTo>
                  <a:lnTo>
                    <a:pt x="168161" y="21976"/>
                  </a:lnTo>
                  <a:lnTo>
                    <a:pt x="168638" y="21498"/>
                  </a:lnTo>
                  <a:lnTo>
                    <a:pt x="169594" y="21498"/>
                  </a:lnTo>
                  <a:lnTo>
                    <a:pt x="171027" y="21498"/>
                  </a:lnTo>
                  <a:lnTo>
                    <a:pt x="172938" y="21498"/>
                  </a:lnTo>
                  <a:lnTo>
                    <a:pt x="174849" y="21976"/>
                  </a:lnTo>
                  <a:lnTo>
                    <a:pt x="177238" y="24364"/>
                  </a:lnTo>
                  <a:lnTo>
                    <a:pt x="177238" y="24842"/>
                  </a:lnTo>
                  <a:lnTo>
                    <a:pt x="176760" y="26275"/>
                  </a:lnTo>
                  <a:lnTo>
                    <a:pt x="176282" y="27231"/>
                  </a:lnTo>
                  <a:lnTo>
                    <a:pt x="176760" y="27708"/>
                  </a:lnTo>
                  <a:lnTo>
                    <a:pt x="177715" y="28664"/>
                  </a:lnTo>
                  <a:lnTo>
                    <a:pt x="177238" y="29619"/>
                  </a:lnTo>
                  <a:lnTo>
                    <a:pt x="176760" y="30575"/>
                  </a:lnTo>
                  <a:lnTo>
                    <a:pt x="176282" y="31052"/>
                  </a:lnTo>
                  <a:lnTo>
                    <a:pt x="176282" y="31530"/>
                  </a:lnTo>
                  <a:lnTo>
                    <a:pt x="176760" y="32008"/>
                  </a:lnTo>
                  <a:lnTo>
                    <a:pt x="177238" y="32486"/>
                  </a:lnTo>
                  <a:lnTo>
                    <a:pt x="177238" y="32486"/>
                  </a:lnTo>
                  <a:lnTo>
                    <a:pt x="181060" y="32963"/>
                  </a:lnTo>
                  <a:lnTo>
                    <a:pt x="184404" y="32486"/>
                  </a:lnTo>
                  <a:lnTo>
                    <a:pt x="186792" y="31052"/>
                  </a:lnTo>
                  <a:lnTo>
                    <a:pt x="187270" y="30097"/>
                  </a:lnTo>
                  <a:lnTo>
                    <a:pt x="187748" y="29142"/>
                  </a:lnTo>
                  <a:lnTo>
                    <a:pt x="187748" y="28664"/>
                  </a:lnTo>
                  <a:lnTo>
                    <a:pt x="187748" y="28664"/>
                  </a:lnTo>
                  <a:lnTo>
                    <a:pt x="189181" y="27231"/>
                  </a:lnTo>
                  <a:lnTo>
                    <a:pt x="190136" y="26753"/>
                  </a:lnTo>
                  <a:lnTo>
                    <a:pt x="190614" y="27231"/>
                  </a:lnTo>
                  <a:lnTo>
                    <a:pt x="189659" y="32486"/>
                  </a:lnTo>
                  <a:lnTo>
                    <a:pt x="190614" y="33441"/>
                  </a:lnTo>
                  <a:lnTo>
                    <a:pt x="190614" y="35352"/>
                  </a:lnTo>
                  <a:lnTo>
                    <a:pt x="191092" y="37263"/>
                  </a:lnTo>
                  <a:lnTo>
                    <a:pt x="192047" y="37263"/>
                  </a:lnTo>
                  <a:lnTo>
                    <a:pt x="193958" y="37263"/>
                  </a:lnTo>
                  <a:lnTo>
                    <a:pt x="194914" y="38218"/>
                  </a:lnTo>
                  <a:lnTo>
                    <a:pt x="195869" y="39174"/>
                  </a:lnTo>
                  <a:lnTo>
                    <a:pt x="197780" y="40129"/>
                  </a:lnTo>
                  <a:lnTo>
                    <a:pt x="199213" y="40129"/>
                  </a:lnTo>
                  <a:lnTo>
                    <a:pt x="199213" y="40129"/>
                  </a:lnTo>
                  <a:lnTo>
                    <a:pt x="199691" y="41085"/>
                  </a:lnTo>
                  <a:lnTo>
                    <a:pt x="200646" y="42040"/>
                  </a:lnTo>
                  <a:lnTo>
                    <a:pt x="202079" y="43951"/>
                  </a:lnTo>
                  <a:lnTo>
                    <a:pt x="203513" y="44907"/>
                  </a:lnTo>
                  <a:lnTo>
                    <a:pt x="204468" y="44907"/>
                  </a:lnTo>
                  <a:lnTo>
                    <a:pt x="205902" y="44429"/>
                  </a:lnTo>
                  <a:lnTo>
                    <a:pt x="207812" y="43951"/>
                  </a:lnTo>
                  <a:lnTo>
                    <a:pt x="209245" y="4442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3" name="Freeform 4242">
              <a:extLst>
                <a:ext uri="{FF2B5EF4-FFF2-40B4-BE49-F238E27FC236}">
                  <a16:creationId xmlns:a16="http://schemas.microsoft.com/office/drawing/2014/main" id="{01E80C65-B5C1-BDFB-2A7C-377E00B2E010}"/>
                </a:ext>
              </a:extLst>
            </p:cNvPr>
            <p:cNvSpPr/>
            <p:nvPr/>
          </p:nvSpPr>
          <p:spPr>
            <a:xfrm>
              <a:off x="5911596" y="3853008"/>
              <a:ext cx="118476" cy="34396"/>
            </a:xfrm>
            <a:custGeom>
              <a:avLst/>
              <a:gdLst>
                <a:gd name="csX0" fmla="*/ 118477 w 118476"/>
                <a:gd name="csY0" fmla="*/ 0 h 34396"/>
                <a:gd name="csX1" fmla="*/ 116088 w 118476"/>
                <a:gd name="csY1" fmla="*/ 955 h 34396"/>
                <a:gd name="csX2" fmla="*/ 114655 w 118476"/>
                <a:gd name="csY2" fmla="*/ 1911 h 34396"/>
                <a:gd name="csX3" fmla="*/ 108444 w 118476"/>
                <a:gd name="csY3" fmla="*/ 7166 h 34396"/>
                <a:gd name="csX4" fmla="*/ 105100 w 118476"/>
                <a:gd name="csY4" fmla="*/ 9077 h 34396"/>
                <a:gd name="csX5" fmla="*/ 104623 w 118476"/>
                <a:gd name="csY5" fmla="*/ 10032 h 34396"/>
                <a:gd name="csX6" fmla="*/ 104145 w 118476"/>
                <a:gd name="csY6" fmla="*/ 11943 h 34396"/>
                <a:gd name="csX7" fmla="*/ 102234 w 118476"/>
                <a:gd name="csY7" fmla="*/ 13376 h 34396"/>
                <a:gd name="csX8" fmla="*/ 100801 w 118476"/>
                <a:gd name="csY8" fmla="*/ 13854 h 34396"/>
                <a:gd name="csX9" fmla="*/ 96979 w 118476"/>
                <a:gd name="csY9" fmla="*/ 14809 h 34396"/>
                <a:gd name="csX10" fmla="*/ 93635 w 118476"/>
                <a:gd name="csY10" fmla="*/ 16243 h 34396"/>
                <a:gd name="csX11" fmla="*/ 91724 w 118476"/>
                <a:gd name="csY11" fmla="*/ 15765 h 34396"/>
                <a:gd name="csX12" fmla="*/ 87424 w 118476"/>
                <a:gd name="csY12" fmla="*/ 15765 h 34396"/>
                <a:gd name="csX13" fmla="*/ 84558 w 118476"/>
                <a:gd name="csY13" fmla="*/ 13854 h 34396"/>
                <a:gd name="csX14" fmla="*/ 79303 w 118476"/>
                <a:gd name="csY14" fmla="*/ 12421 h 34396"/>
                <a:gd name="csX15" fmla="*/ 77870 w 118476"/>
                <a:gd name="csY15" fmla="*/ 9555 h 34396"/>
                <a:gd name="csX16" fmla="*/ 75003 w 118476"/>
                <a:gd name="csY16" fmla="*/ 9555 h 34396"/>
                <a:gd name="csX17" fmla="*/ 73570 w 118476"/>
                <a:gd name="csY17" fmla="*/ 9555 h 34396"/>
                <a:gd name="csX18" fmla="*/ 72615 w 118476"/>
                <a:gd name="csY18" fmla="*/ 9077 h 34396"/>
                <a:gd name="csX19" fmla="*/ 72615 w 118476"/>
                <a:gd name="csY19" fmla="*/ 8121 h 34396"/>
                <a:gd name="csX20" fmla="*/ 72615 w 118476"/>
                <a:gd name="csY20" fmla="*/ 7166 h 34396"/>
                <a:gd name="csX21" fmla="*/ 70704 w 118476"/>
                <a:gd name="csY21" fmla="*/ 7644 h 34396"/>
                <a:gd name="csX22" fmla="*/ 69748 w 118476"/>
                <a:gd name="csY22" fmla="*/ 7644 h 34396"/>
                <a:gd name="csX23" fmla="*/ 68793 w 118476"/>
                <a:gd name="csY23" fmla="*/ 8121 h 34396"/>
                <a:gd name="csX24" fmla="*/ 68315 w 118476"/>
                <a:gd name="csY24" fmla="*/ 8599 h 34396"/>
                <a:gd name="csX25" fmla="*/ 67360 w 118476"/>
                <a:gd name="csY25" fmla="*/ 8121 h 34396"/>
                <a:gd name="csX26" fmla="*/ 66882 w 118476"/>
                <a:gd name="csY26" fmla="*/ 8121 h 34396"/>
                <a:gd name="csX27" fmla="*/ 67360 w 118476"/>
                <a:gd name="csY27" fmla="*/ 8599 h 34396"/>
                <a:gd name="csX28" fmla="*/ 65449 w 118476"/>
                <a:gd name="csY28" fmla="*/ 9077 h 34396"/>
                <a:gd name="csX29" fmla="*/ 64016 w 118476"/>
                <a:gd name="csY29" fmla="*/ 8599 h 34396"/>
                <a:gd name="csX30" fmla="*/ 59716 w 118476"/>
                <a:gd name="csY30" fmla="*/ 7166 h 34396"/>
                <a:gd name="csX31" fmla="*/ 58761 w 118476"/>
                <a:gd name="csY31" fmla="*/ 6688 h 34396"/>
                <a:gd name="csX32" fmla="*/ 55894 w 118476"/>
                <a:gd name="csY32" fmla="*/ 6210 h 34396"/>
                <a:gd name="csX33" fmla="*/ 54939 w 118476"/>
                <a:gd name="csY33" fmla="*/ 5733 h 34396"/>
                <a:gd name="csX34" fmla="*/ 53505 w 118476"/>
                <a:gd name="csY34" fmla="*/ 4299 h 34396"/>
                <a:gd name="csX35" fmla="*/ 53028 w 118476"/>
                <a:gd name="csY35" fmla="*/ 3822 h 34396"/>
                <a:gd name="csX36" fmla="*/ 52550 w 118476"/>
                <a:gd name="csY36" fmla="*/ 3344 h 34396"/>
                <a:gd name="csX37" fmla="*/ 49684 w 118476"/>
                <a:gd name="csY37" fmla="*/ 4299 h 34396"/>
                <a:gd name="csX38" fmla="*/ 48728 w 118476"/>
                <a:gd name="csY38" fmla="*/ 5255 h 34396"/>
                <a:gd name="csX39" fmla="*/ 47295 w 118476"/>
                <a:gd name="csY39" fmla="*/ 6688 h 34396"/>
                <a:gd name="csX40" fmla="*/ 36785 w 118476"/>
                <a:gd name="csY40" fmla="*/ 13376 h 34396"/>
                <a:gd name="csX41" fmla="*/ 34874 w 118476"/>
                <a:gd name="csY41" fmla="*/ 16243 h 34396"/>
                <a:gd name="csX42" fmla="*/ 32486 w 118476"/>
                <a:gd name="csY42" fmla="*/ 20542 h 34396"/>
                <a:gd name="csX43" fmla="*/ 32486 w 118476"/>
                <a:gd name="csY43" fmla="*/ 22453 h 34396"/>
                <a:gd name="csX44" fmla="*/ 33441 w 118476"/>
                <a:gd name="csY44" fmla="*/ 28186 h 34396"/>
                <a:gd name="csX45" fmla="*/ 35352 w 118476"/>
                <a:gd name="csY45" fmla="*/ 31530 h 34396"/>
                <a:gd name="csX46" fmla="*/ 35830 w 118476"/>
                <a:gd name="csY46" fmla="*/ 32486 h 34396"/>
                <a:gd name="csX47" fmla="*/ 34396 w 118476"/>
                <a:gd name="csY47" fmla="*/ 32486 h 34396"/>
                <a:gd name="csX48" fmla="*/ 32486 w 118476"/>
                <a:gd name="csY48" fmla="*/ 32008 h 34396"/>
                <a:gd name="csX49" fmla="*/ 31052 w 118476"/>
                <a:gd name="csY49" fmla="*/ 31530 h 34396"/>
                <a:gd name="csX50" fmla="*/ 29619 w 118476"/>
                <a:gd name="csY50" fmla="*/ 31530 h 34396"/>
                <a:gd name="csX51" fmla="*/ 28186 w 118476"/>
                <a:gd name="csY51" fmla="*/ 32486 h 34396"/>
                <a:gd name="csX52" fmla="*/ 26753 w 118476"/>
                <a:gd name="csY52" fmla="*/ 32963 h 34396"/>
                <a:gd name="csX53" fmla="*/ 25797 w 118476"/>
                <a:gd name="csY53" fmla="*/ 32963 h 34396"/>
                <a:gd name="csX54" fmla="*/ 24842 w 118476"/>
                <a:gd name="csY54" fmla="*/ 32963 h 34396"/>
                <a:gd name="csX55" fmla="*/ 24842 w 118476"/>
                <a:gd name="csY55" fmla="*/ 33919 h 34396"/>
                <a:gd name="csX56" fmla="*/ 24842 w 118476"/>
                <a:gd name="csY56" fmla="*/ 34396 h 34396"/>
                <a:gd name="csX57" fmla="*/ 22931 w 118476"/>
                <a:gd name="csY57" fmla="*/ 34396 h 34396"/>
                <a:gd name="csX58" fmla="*/ 19109 w 118476"/>
                <a:gd name="csY58" fmla="*/ 33441 h 34396"/>
                <a:gd name="csX59" fmla="*/ 15765 w 118476"/>
                <a:gd name="csY59" fmla="*/ 32486 h 34396"/>
                <a:gd name="csX60" fmla="*/ 13854 w 118476"/>
                <a:gd name="csY60" fmla="*/ 33441 h 34396"/>
                <a:gd name="csX61" fmla="*/ 12421 w 118476"/>
                <a:gd name="csY61" fmla="*/ 34396 h 34396"/>
                <a:gd name="csX62" fmla="*/ 11465 w 118476"/>
                <a:gd name="csY62" fmla="*/ 33919 h 34396"/>
                <a:gd name="csX63" fmla="*/ 10988 w 118476"/>
                <a:gd name="csY63" fmla="*/ 33441 h 34396"/>
                <a:gd name="csX64" fmla="*/ 10988 w 118476"/>
                <a:gd name="csY64" fmla="*/ 32963 h 34396"/>
                <a:gd name="csX65" fmla="*/ 10510 w 118476"/>
                <a:gd name="csY65" fmla="*/ 32486 h 34396"/>
                <a:gd name="csX66" fmla="*/ 9077 w 118476"/>
                <a:gd name="csY66" fmla="*/ 31530 h 34396"/>
                <a:gd name="csX67" fmla="*/ 6210 w 118476"/>
                <a:gd name="csY67" fmla="*/ 30575 h 34396"/>
                <a:gd name="csX68" fmla="*/ 6210 w 118476"/>
                <a:gd name="csY68" fmla="*/ 30097 h 34396"/>
                <a:gd name="csX69" fmla="*/ 6688 w 118476"/>
                <a:gd name="csY69" fmla="*/ 29141 h 34396"/>
                <a:gd name="csX70" fmla="*/ 6688 w 118476"/>
                <a:gd name="csY70" fmla="*/ 28664 h 34396"/>
                <a:gd name="csX71" fmla="*/ 6210 w 118476"/>
                <a:gd name="csY71" fmla="*/ 28186 h 34396"/>
                <a:gd name="csX72" fmla="*/ 3344 w 118476"/>
                <a:gd name="csY72" fmla="*/ 27230 h 34396"/>
                <a:gd name="csX73" fmla="*/ 1911 w 118476"/>
                <a:gd name="csY73" fmla="*/ 27230 h 34396"/>
                <a:gd name="csX74" fmla="*/ 955 w 118476"/>
                <a:gd name="csY74" fmla="*/ 27708 h 34396"/>
                <a:gd name="csX75" fmla="*/ 478 w 118476"/>
                <a:gd name="csY75" fmla="*/ 28186 h 34396"/>
                <a:gd name="csX76" fmla="*/ 478 w 118476"/>
                <a:gd name="csY76" fmla="*/ 28186 h 34396"/>
                <a:gd name="csX77" fmla="*/ 0 w 118476"/>
                <a:gd name="csY77" fmla="*/ 29141 h 34396"/>
                <a:gd name="csX78" fmla="*/ 478 w 118476"/>
                <a:gd name="csY78" fmla="*/ 29619 h 34396"/>
                <a:gd name="csX79" fmla="*/ 478 w 118476"/>
                <a:gd name="csY79" fmla="*/ 30575 h 34396"/>
                <a:gd name="csX80" fmla="*/ 478 w 118476"/>
                <a:gd name="csY80" fmla="*/ 31530 h 34396"/>
                <a:gd name="csX81" fmla="*/ 955 w 118476"/>
                <a:gd name="csY81" fmla="*/ 32008 h 34396"/>
                <a:gd name="csX82" fmla="*/ 1433 w 118476"/>
                <a:gd name="csY82" fmla="*/ 32008 h 34396"/>
                <a:gd name="csX83" fmla="*/ 2389 w 118476"/>
                <a:gd name="csY83" fmla="*/ 32008 h 34396"/>
                <a:gd name="csX84" fmla="*/ 3822 w 118476"/>
                <a:gd name="csY84" fmla="*/ 31530 h 34396"/>
                <a:gd name="csX85" fmla="*/ 5255 w 118476"/>
                <a:gd name="csY85" fmla="*/ 30575 h 34396"/>
                <a:gd name="csX86" fmla="*/ 5733 w 118476"/>
                <a:gd name="csY86" fmla="*/ 30575 h 34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118476" h="34396">
                  <a:moveTo>
                    <a:pt x="118477" y="0"/>
                  </a:moveTo>
                  <a:lnTo>
                    <a:pt x="116088" y="955"/>
                  </a:lnTo>
                  <a:lnTo>
                    <a:pt x="114655" y="1911"/>
                  </a:lnTo>
                  <a:lnTo>
                    <a:pt x="108444" y="7166"/>
                  </a:lnTo>
                  <a:lnTo>
                    <a:pt x="105100" y="9077"/>
                  </a:lnTo>
                  <a:lnTo>
                    <a:pt x="104623" y="10032"/>
                  </a:lnTo>
                  <a:lnTo>
                    <a:pt x="104145" y="11943"/>
                  </a:lnTo>
                  <a:lnTo>
                    <a:pt x="102234" y="13376"/>
                  </a:lnTo>
                  <a:lnTo>
                    <a:pt x="100801" y="13854"/>
                  </a:lnTo>
                  <a:lnTo>
                    <a:pt x="96979" y="14809"/>
                  </a:lnTo>
                  <a:lnTo>
                    <a:pt x="93635" y="16243"/>
                  </a:lnTo>
                  <a:lnTo>
                    <a:pt x="91724" y="15765"/>
                  </a:lnTo>
                  <a:lnTo>
                    <a:pt x="87424" y="15765"/>
                  </a:lnTo>
                  <a:lnTo>
                    <a:pt x="84558" y="13854"/>
                  </a:lnTo>
                  <a:lnTo>
                    <a:pt x="79303" y="12421"/>
                  </a:lnTo>
                  <a:lnTo>
                    <a:pt x="77870" y="9555"/>
                  </a:lnTo>
                  <a:lnTo>
                    <a:pt x="75003" y="9555"/>
                  </a:lnTo>
                  <a:lnTo>
                    <a:pt x="73570" y="9555"/>
                  </a:lnTo>
                  <a:lnTo>
                    <a:pt x="72615" y="9077"/>
                  </a:lnTo>
                  <a:lnTo>
                    <a:pt x="72615" y="8121"/>
                  </a:lnTo>
                  <a:lnTo>
                    <a:pt x="72615" y="7166"/>
                  </a:lnTo>
                  <a:lnTo>
                    <a:pt x="70704" y="7644"/>
                  </a:lnTo>
                  <a:lnTo>
                    <a:pt x="69748" y="7644"/>
                  </a:lnTo>
                  <a:lnTo>
                    <a:pt x="68793" y="8121"/>
                  </a:lnTo>
                  <a:lnTo>
                    <a:pt x="68315" y="8599"/>
                  </a:lnTo>
                  <a:lnTo>
                    <a:pt x="67360" y="8121"/>
                  </a:lnTo>
                  <a:lnTo>
                    <a:pt x="66882" y="8121"/>
                  </a:lnTo>
                  <a:lnTo>
                    <a:pt x="67360" y="8599"/>
                  </a:lnTo>
                  <a:lnTo>
                    <a:pt x="65449" y="9077"/>
                  </a:lnTo>
                  <a:lnTo>
                    <a:pt x="64016" y="8599"/>
                  </a:lnTo>
                  <a:lnTo>
                    <a:pt x="59716" y="7166"/>
                  </a:lnTo>
                  <a:lnTo>
                    <a:pt x="58761" y="6688"/>
                  </a:lnTo>
                  <a:lnTo>
                    <a:pt x="55894" y="6210"/>
                  </a:lnTo>
                  <a:lnTo>
                    <a:pt x="54939" y="5733"/>
                  </a:lnTo>
                  <a:lnTo>
                    <a:pt x="53505" y="4299"/>
                  </a:lnTo>
                  <a:lnTo>
                    <a:pt x="53028" y="3822"/>
                  </a:lnTo>
                  <a:lnTo>
                    <a:pt x="52550" y="3344"/>
                  </a:lnTo>
                  <a:lnTo>
                    <a:pt x="49684" y="4299"/>
                  </a:lnTo>
                  <a:lnTo>
                    <a:pt x="48728" y="5255"/>
                  </a:lnTo>
                  <a:lnTo>
                    <a:pt x="47295" y="6688"/>
                  </a:lnTo>
                  <a:lnTo>
                    <a:pt x="36785" y="13376"/>
                  </a:lnTo>
                  <a:lnTo>
                    <a:pt x="34874" y="16243"/>
                  </a:lnTo>
                  <a:lnTo>
                    <a:pt x="32486" y="20542"/>
                  </a:lnTo>
                  <a:lnTo>
                    <a:pt x="32486" y="22453"/>
                  </a:lnTo>
                  <a:lnTo>
                    <a:pt x="33441" y="28186"/>
                  </a:lnTo>
                  <a:lnTo>
                    <a:pt x="35352" y="31530"/>
                  </a:lnTo>
                  <a:lnTo>
                    <a:pt x="35830" y="32486"/>
                  </a:lnTo>
                  <a:lnTo>
                    <a:pt x="34396" y="32486"/>
                  </a:lnTo>
                  <a:lnTo>
                    <a:pt x="32486" y="32008"/>
                  </a:lnTo>
                  <a:lnTo>
                    <a:pt x="31052" y="31530"/>
                  </a:lnTo>
                  <a:lnTo>
                    <a:pt x="29619" y="31530"/>
                  </a:lnTo>
                  <a:lnTo>
                    <a:pt x="28186" y="32486"/>
                  </a:lnTo>
                  <a:lnTo>
                    <a:pt x="26753" y="32963"/>
                  </a:lnTo>
                  <a:lnTo>
                    <a:pt x="25797" y="32963"/>
                  </a:lnTo>
                  <a:lnTo>
                    <a:pt x="24842" y="32963"/>
                  </a:lnTo>
                  <a:lnTo>
                    <a:pt x="24842" y="33919"/>
                  </a:lnTo>
                  <a:lnTo>
                    <a:pt x="24842" y="34396"/>
                  </a:lnTo>
                  <a:lnTo>
                    <a:pt x="22931" y="34396"/>
                  </a:lnTo>
                  <a:lnTo>
                    <a:pt x="19109" y="33441"/>
                  </a:lnTo>
                  <a:lnTo>
                    <a:pt x="15765" y="32486"/>
                  </a:lnTo>
                  <a:lnTo>
                    <a:pt x="13854" y="33441"/>
                  </a:lnTo>
                  <a:lnTo>
                    <a:pt x="12421" y="34396"/>
                  </a:lnTo>
                  <a:lnTo>
                    <a:pt x="11465" y="33919"/>
                  </a:lnTo>
                  <a:lnTo>
                    <a:pt x="10988" y="33441"/>
                  </a:lnTo>
                  <a:lnTo>
                    <a:pt x="10988" y="32963"/>
                  </a:lnTo>
                  <a:lnTo>
                    <a:pt x="10510" y="32486"/>
                  </a:lnTo>
                  <a:lnTo>
                    <a:pt x="9077" y="31530"/>
                  </a:lnTo>
                  <a:lnTo>
                    <a:pt x="6210" y="30575"/>
                  </a:lnTo>
                  <a:lnTo>
                    <a:pt x="6210" y="30097"/>
                  </a:lnTo>
                  <a:lnTo>
                    <a:pt x="6688" y="29141"/>
                  </a:lnTo>
                  <a:lnTo>
                    <a:pt x="6688" y="28664"/>
                  </a:lnTo>
                  <a:lnTo>
                    <a:pt x="6210" y="28186"/>
                  </a:lnTo>
                  <a:lnTo>
                    <a:pt x="3344" y="27230"/>
                  </a:lnTo>
                  <a:lnTo>
                    <a:pt x="1911" y="27230"/>
                  </a:lnTo>
                  <a:lnTo>
                    <a:pt x="955" y="27708"/>
                  </a:lnTo>
                  <a:lnTo>
                    <a:pt x="478" y="28186"/>
                  </a:lnTo>
                  <a:lnTo>
                    <a:pt x="478" y="28186"/>
                  </a:lnTo>
                  <a:lnTo>
                    <a:pt x="0" y="29141"/>
                  </a:lnTo>
                  <a:lnTo>
                    <a:pt x="478" y="29619"/>
                  </a:lnTo>
                  <a:lnTo>
                    <a:pt x="478" y="30575"/>
                  </a:lnTo>
                  <a:lnTo>
                    <a:pt x="478" y="31530"/>
                  </a:lnTo>
                  <a:lnTo>
                    <a:pt x="955" y="32008"/>
                  </a:lnTo>
                  <a:lnTo>
                    <a:pt x="1433" y="32008"/>
                  </a:lnTo>
                  <a:lnTo>
                    <a:pt x="2389" y="32008"/>
                  </a:lnTo>
                  <a:lnTo>
                    <a:pt x="3822" y="31530"/>
                  </a:lnTo>
                  <a:lnTo>
                    <a:pt x="5255" y="30575"/>
                  </a:lnTo>
                  <a:lnTo>
                    <a:pt x="5733" y="3057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4" name="Freeform 4243">
              <a:extLst>
                <a:ext uri="{FF2B5EF4-FFF2-40B4-BE49-F238E27FC236}">
                  <a16:creationId xmlns:a16="http://schemas.microsoft.com/office/drawing/2014/main" id="{3E3A2BBD-271C-8598-D43D-967FCD0F7177}"/>
                </a:ext>
              </a:extLst>
            </p:cNvPr>
            <p:cNvSpPr/>
            <p:nvPr/>
          </p:nvSpPr>
          <p:spPr>
            <a:xfrm>
              <a:off x="6031028" y="3845364"/>
              <a:ext cx="4299" cy="7165"/>
            </a:xfrm>
            <a:custGeom>
              <a:avLst/>
              <a:gdLst>
                <a:gd name="csX0" fmla="*/ 4299 w 4299"/>
                <a:gd name="csY0" fmla="*/ 0 h 7165"/>
                <a:gd name="csX1" fmla="*/ 3344 w 4299"/>
                <a:gd name="csY1" fmla="*/ 1911 h 7165"/>
                <a:gd name="csX2" fmla="*/ 1911 w 4299"/>
                <a:gd name="csY2" fmla="*/ 2867 h 7165"/>
                <a:gd name="csX3" fmla="*/ 1911 w 4299"/>
                <a:gd name="csY3" fmla="*/ 3344 h 7165"/>
                <a:gd name="csX4" fmla="*/ 955 w 4299"/>
                <a:gd name="csY4" fmla="*/ 4300 h 7165"/>
                <a:gd name="csX5" fmla="*/ 1433 w 4299"/>
                <a:gd name="csY5" fmla="*/ 5255 h 7165"/>
                <a:gd name="csX6" fmla="*/ 1433 w 4299"/>
                <a:gd name="csY6" fmla="*/ 6688 h 7165"/>
                <a:gd name="csX7" fmla="*/ 0 w 4299"/>
                <a:gd name="csY7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7165">
                  <a:moveTo>
                    <a:pt x="4299" y="0"/>
                  </a:moveTo>
                  <a:lnTo>
                    <a:pt x="3344" y="1911"/>
                  </a:lnTo>
                  <a:lnTo>
                    <a:pt x="1911" y="2867"/>
                  </a:lnTo>
                  <a:lnTo>
                    <a:pt x="1911" y="3344"/>
                  </a:lnTo>
                  <a:lnTo>
                    <a:pt x="955" y="4300"/>
                  </a:lnTo>
                  <a:lnTo>
                    <a:pt x="1433" y="5255"/>
                  </a:lnTo>
                  <a:lnTo>
                    <a:pt x="1433" y="6688"/>
                  </a:lnTo>
                  <a:lnTo>
                    <a:pt x="0" y="71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5" name="Freeform 4244">
              <a:extLst>
                <a:ext uri="{FF2B5EF4-FFF2-40B4-BE49-F238E27FC236}">
                  <a16:creationId xmlns:a16="http://schemas.microsoft.com/office/drawing/2014/main" id="{2AA072BE-11C4-1BBC-79DF-E6C55ABCAB34}"/>
                </a:ext>
              </a:extLst>
            </p:cNvPr>
            <p:cNvSpPr/>
            <p:nvPr/>
          </p:nvSpPr>
          <p:spPr>
            <a:xfrm>
              <a:off x="6020040" y="3835331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6" name="Freeform 4245">
              <a:extLst>
                <a:ext uri="{FF2B5EF4-FFF2-40B4-BE49-F238E27FC236}">
                  <a16:creationId xmlns:a16="http://schemas.microsoft.com/office/drawing/2014/main" id="{954DFD38-A2F7-3EC9-A58D-6485633C321B}"/>
                </a:ext>
              </a:extLst>
            </p:cNvPr>
            <p:cNvSpPr/>
            <p:nvPr/>
          </p:nvSpPr>
          <p:spPr>
            <a:xfrm>
              <a:off x="6020040" y="3828643"/>
              <a:ext cx="2866" cy="3344"/>
            </a:xfrm>
            <a:custGeom>
              <a:avLst/>
              <a:gdLst>
                <a:gd name="csX0" fmla="*/ 2867 w 2866"/>
                <a:gd name="csY0" fmla="*/ 0 h 3344"/>
                <a:gd name="csX1" fmla="*/ 1911 w 2866"/>
                <a:gd name="csY1" fmla="*/ 478 h 3344"/>
                <a:gd name="csX2" fmla="*/ 1911 w 2866"/>
                <a:gd name="csY2" fmla="*/ 478 h 3344"/>
                <a:gd name="csX3" fmla="*/ 1433 w 2866"/>
                <a:gd name="csY3" fmla="*/ 1433 h 3344"/>
                <a:gd name="csX4" fmla="*/ 0 w 2866"/>
                <a:gd name="csY4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3344">
                  <a:moveTo>
                    <a:pt x="2867" y="0"/>
                  </a:moveTo>
                  <a:lnTo>
                    <a:pt x="1911" y="478"/>
                  </a:lnTo>
                  <a:lnTo>
                    <a:pt x="1911" y="478"/>
                  </a:lnTo>
                  <a:lnTo>
                    <a:pt x="1433" y="1433"/>
                  </a:lnTo>
                  <a:lnTo>
                    <a:pt x="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7" name="Freeform 4246">
              <a:extLst>
                <a:ext uri="{FF2B5EF4-FFF2-40B4-BE49-F238E27FC236}">
                  <a16:creationId xmlns:a16="http://schemas.microsoft.com/office/drawing/2014/main" id="{3E0E4903-6582-4E20-1151-081C3511CA99}"/>
                </a:ext>
              </a:extLst>
            </p:cNvPr>
            <p:cNvSpPr/>
            <p:nvPr/>
          </p:nvSpPr>
          <p:spPr>
            <a:xfrm>
              <a:off x="6015263" y="3814789"/>
              <a:ext cx="9076" cy="2866"/>
            </a:xfrm>
            <a:custGeom>
              <a:avLst/>
              <a:gdLst>
                <a:gd name="csX0" fmla="*/ 9077 w 9076"/>
                <a:gd name="csY0" fmla="*/ 0 h 2866"/>
                <a:gd name="csX1" fmla="*/ 8121 w 9076"/>
                <a:gd name="csY1" fmla="*/ 478 h 2866"/>
                <a:gd name="csX2" fmla="*/ 7166 w 9076"/>
                <a:gd name="csY2" fmla="*/ 478 h 2866"/>
                <a:gd name="csX3" fmla="*/ 4300 w 9076"/>
                <a:gd name="csY3" fmla="*/ 2389 h 2866"/>
                <a:gd name="csX4" fmla="*/ 2867 w 9076"/>
                <a:gd name="csY4" fmla="*/ 2389 h 2866"/>
                <a:gd name="csX5" fmla="*/ 1433 w 9076"/>
                <a:gd name="csY5" fmla="*/ 2389 h 2866"/>
                <a:gd name="csX6" fmla="*/ 0 w 9076"/>
                <a:gd name="csY6" fmla="*/ 2866 h 2866"/>
                <a:gd name="csX7" fmla="*/ 0 w 9076"/>
                <a:gd name="csY7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076" h="2866">
                  <a:moveTo>
                    <a:pt x="9077" y="0"/>
                  </a:moveTo>
                  <a:lnTo>
                    <a:pt x="8121" y="478"/>
                  </a:lnTo>
                  <a:lnTo>
                    <a:pt x="7166" y="478"/>
                  </a:lnTo>
                  <a:lnTo>
                    <a:pt x="4300" y="2389"/>
                  </a:lnTo>
                  <a:lnTo>
                    <a:pt x="2867" y="2389"/>
                  </a:lnTo>
                  <a:lnTo>
                    <a:pt x="1433" y="2389"/>
                  </a:lnTo>
                  <a:lnTo>
                    <a:pt x="0" y="2866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8" name="Freeform 4247">
              <a:extLst>
                <a:ext uri="{FF2B5EF4-FFF2-40B4-BE49-F238E27FC236}">
                  <a16:creationId xmlns:a16="http://schemas.microsoft.com/office/drawing/2014/main" id="{D17ED632-5104-0DA0-E733-B612508A7EDD}"/>
                </a:ext>
              </a:extLst>
            </p:cNvPr>
            <p:cNvSpPr/>
            <p:nvPr/>
          </p:nvSpPr>
          <p:spPr>
            <a:xfrm>
              <a:off x="6002364" y="3752206"/>
              <a:ext cx="48250" cy="47772"/>
            </a:xfrm>
            <a:custGeom>
              <a:avLst/>
              <a:gdLst>
                <a:gd name="csX0" fmla="*/ 48251 w 48250"/>
                <a:gd name="csY0" fmla="*/ 478 h 47772"/>
                <a:gd name="csX1" fmla="*/ 48251 w 48250"/>
                <a:gd name="csY1" fmla="*/ 478 h 47772"/>
                <a:gd name="csX2" fmla="*/ 46340 w 48250"/>
                <a:gd name="csY2" fmla="*/ 0 h 47772"/>
                <a:gd name="csX3" fmla="*/ 43951 w 48250"/>
                <a:gd name="csY3" fmla="*/ 0 h 47772"/>
                <a:gd name="csX4" fmla="*/ 42040 w 48250"/>
                <a:gd name="csY4" fmla="*/ 956 h 47772"/>
                <a:gd name="csX5" fmla="*/ 38696 w 48250"/>
                <a:gd name="csY5" fmla="*/ 1433 h 47772"/>
                <a:gd name="csX6" fmla="*/ 33919 w 48250"/>
                <a:gd name="csY6" fmla="*/ 956 h 47772"/>
                <a:gd name="csX7" fmla="*/ 32486 w 48250"/>
                <a:gd name="csY7" fmla="*/ 478 h 47772"/>
                <a:gd name="csX8" fmla="*/ 32486 w 48250"/>
                <a:gd name="csY8" fmla="*/ 478 h 47772"/>
                <a:gd name="csX9" fmla="*/ 30097 w 48250"/>
                <a:gd name="csY9" fmla="*/ 1911 h 47772"/>
                <a:gd name="csX10" fmla="*/ 29619 w 48250"/>
                <a:gd name="csY10" fmla="*/ 2866 h 47772"/>
                <a:gd name="csX11" fmla="*/ 28664 w 48250"/>
                <a:gd name="csY11" fmla="*/ 4300 h 47772"/>
                <a:gd name="csX12" fmla="*/ 28664 w 48250"/>
                <a:gd name="csY12" fmla="*/ 4300 h 47772"/>
                <a:gd name="csX13" fmla="*/ 27230 w 48250"/>
                <a:gd name="csY13" fmla="*/ 4777 h 47772"/>
                <a:gd name="csX14" fmla="*/ 25320 w 48250"/>
                <a:gd name="csY14" fmla="*/ 5255 h 47772"/>
                <a:gd name="csX15" fmla="*/ 24364 w 48250"/>
                <a:gd name="csY15" fmla="*/ 4777 h 47772"/>
                <a:gd name="csX16" fmla="*/ 23409 w 48250"/>
                <a:gd name="csY16" fmla="*/ 4300 h 47772"/>
                <a:gd name="csX17" fmla="*/ 23409 w 48250"/>
                <a:gd name="csY17" fmla="*/ 3822 h 47772"/>
                <a:gd name="csX18" fmla="*/ 22931 w 48250"/>
                <a:gd name="csY18" fmla="*/ 3344 h 47772"/>
                <a:gd name="csX19" fmla="*/ 21498 w 48250"/>
                <a:gd name="csY19" fmla="*/ 3344 h 47772"/>
                <a:gd name="csX20" fmla="*/ 19587 w 48250"/>
                <a:gd name="csY20" fmla="*/ 4300 h 47772"/>
                <a:gd name="csX21" fmla="*/ 18154 w 48250"/>
                <a:gd name="csY21" fmla="*/ 5733 h 47772"/>
                <a:gd name="csX22" fmla="*/ 18631 w 48250"/>
                <a:gd name="csY22" fmla="*/ 6688 h 47772"/>
                <a:gd name="csX23" fmla="*/ 20064 w 48250"/>
                <a:gd name="csY23" fmla="*/ 7166 h 47772"/>
                <a:gd name="csX24" fmla="*/ 20064 w 48250"/>
                <a:gd name="csY24" fmla="*/ 7166 h 47772"/>
                <a:gd name="csX25" fmla="*/ 20064 w 48250"/>
                <a:gd name="csY25" fmla="*/ 7644 h 47772"/>
                <a:gd name="csX26" fmla="*/ 19587 w 48250"/>
                <a:gd name="csY26" fmla="*/ 8121 h 47772"/>
                <a:gd name="csX27" fmla="*/ 19109 w 48250"/>
                <a:gd name="csY27" fmla="*/ 9077 h 47772"/>
                <a:gd name="csX28" fmla="*/ 16721 w 48250"/>
                <a:gd name="csY28" fmla="*/ 11943 h 47772"/>
                <a:gd name="csX29" fmla="*/ 13854 w 48250"/>
                <a:gd name="csY29" fmla="*/ 14810 h 47772"/>
                <a:gd name="csX30" fmla="*/ 13376 w 48250"/>
                <a:gd name="csY30" fmla="*/ 15765 h 47772"/>
                <a:gd name="csX31" fmla="*/ 12898 w 48250"/>
                <a:gd name="csY31" fmla="*/ 16243 h 47772"/>
                <a:gd name="csX32" fmla="*/ 9555 w 48250"/>
                <a:gd name="csY32" fmla="*/ 17676 h 47772"/>
                <a:gd name="csX33" fmla="*/ 9555 w 48250"/>
                <a:gd name="csY33" fmla="*/ 17676 h 47772"/>
                <a:gd name="csX34" fmla="*/ 9555 w 48250"/>
                <a:gd name="csY34" fmla="*/ 18154 h 47772"/>
                <a:gd name="csX35" fmla="*/ 9077 w 48250"/>
                <a:gd name="csY35" fmla="*/ 18154 h 47772"/>
                <a:gd name="csX36" fmla="*/ 9077 w 48250"/>
                <a:gd name="csY36" fmla="*/ 21020 h 47772"/>
                <a:gd name="csX37" fmla="*/ 8599 w 48250"/>
                <a:gd name="csY37" fmla="*/ 22931 h 47772"/>
                <a:gd name="csX38" fmla="*/ 8599 w 48250"/>
                <a:gd name="csY38" fmla="*/ 22931 h 47772"/>
                <a:gd name="csX39" fmla="*/ 7644 w 48250"/>
                <a:gd name="csY39" fmla="*/ 23886 h 47772"/>
                <a:gd name="csX40" fmla="*/ 6210 w 48250"/>
                <a:gd name="csY40" fmla="*/ 24842 h 47772"/>
                <a:gd name="csX41" fmla="*/ 4777 w 48250"/>
                <a:gd name="csY41" fmla="*/ 25798 h 47772"/>
                <a:gd name="csX42" fmla="*/ 3822 w 48250"/>
                <a:gd name="csY42" fmla="*/ 26753 h 47772"/>
                <a:gd name="csX43" fmla="*/ 2866 w 48250"/>
                <a:gd name="csY43" fmla="*/ 27708 h 47772"/>
                <a:gd name="csX44" fmla="*/ 2389 w 48250"/>
                <a:gd name="csY44" fmla="*/ 29142 h 47772"/>
                <a:gd name="csX45" fmla="*/ 1911 w 48250"/>
                <a:gd name="csY45" fmla="*/ 30575 h 47772"/>
                <a:gd name="csX46" fmla="*/ 1433 w 48250"/>
                <a:gd name="csY46" fmla="*/ 31530 h 47772"/>
                <a:gd name="csX47" fmla="*/ 2866 w 48250"/>
                <a:gd name="csY47" fmla="*/ 32963 h 47772"/>
                <a:gd name="csX48" fmla="*/ 2866 w 48250"/>
                <a:gd name="csY48" fmla="*/ 32963 h 47772"/>
                <a:gd name="csX49" fmla="*/ 2866 w 48250"/>
                <a:gd name="csY49" fmla="*/ 33919 h 47772"/>
                <a:gd name="csX50" fmla="*/ 2389 w 48250"/>
                <a:gd name="csY50" fmla="*/ 35352 h 47772"/>
                <a:gd name="csX51" fmla="*/ 1911 w 48250"/>
                <a:gd name="csY51" fmla="*/ 35830 h 47772"/>
                <a:gd name="csX52" fmla="*/ 955 w 48250"/>
                <a:gd name="csY52" fmla="*/ 36308 h 47772"/>
                <a:gd name="csX53" fmla="*/ 0 w 48250"/>
                <a:gd name="csY53" fmla="*/ 37263 h 47772"/>
                <a:gd name="csX54" fmla="*/ 0 w 48250"/>
                <a:gd name="csY54" fmla="*/ 38696 h 47772"/>
                <a:gd name="csX55" fmla="*/ 478 w 48250"/>
                <a:gd name="csY55" fmla="*/ 39174 h 47772"/>
                <a:gd name="csX56" fmla="*/ 1911 w 48250"/>
                <a:gd name="csY56" fmla="*/ 38696 h 47772"/>
                <a:gd name="csX57" fmla="*/ 4299 w 48250"/>
                <a:gd name="csY57" fmla="*/ 37741 h 47772"/>
                <a:gd name="csX58" fmla="*/ 5733 w 48250"/>
                <a:gd name="csY58" fmla="*/ 36308 h 47772"/>
                <a:gd name="csX59" fmla="*/ 4777 w 48250"/>
                <a:gd name="csY59" fmla="*/ 34874 h 47772"/>
                <a:gd name="csX60" fmla="*/ 4777 w 48250"/>
                <a:gd name="csY60" fmla="*/ 34397 h 47772"/>
                <a:gd name="csX61" fmla="*/ 5255 w 48250"/>
                <a:gd name="csY61" fmla="*/ 33919 h 47772"/>
                <a:gd name="csX62" fmla="*/ 6688 w 48250"/>
                <a:gd name="csY62" fmla="*/ 32486 h 47772"/>
                <a:gd name="csX63" fmla="*/ 9077 w 48250"/>
                <a:gd name="csY63" fmla="*/ 31530 h 47772"/>
                <a:gd name="csX64" fmla="*/ 11943 w 48250"/>
                <a:gd name="csY64" fmla="*/ 31530 h 47772"/>
                <a:gd name="csX65" fmla="*/ 15287 w 48250"/>
                <a:gd name="csY65" fmla="*/ 32008 h 47772"/>
                <a:gd name="csX66" fmla="*/ 15765 w 48250"/>
                <a:gd name="csY66" fmla="*/ 32008 h 47772"/>
                <a:gd name="csX67" fmla="*/ 15765 w 48250"/>
                <a:gd name="csY67" fmla="*/ 32008 h 47772"/>
                <a:gd name="csX68" fmla="*/ 15765 w 48250"/>
                <a:gd name="csY68" fmla="*/ 32963 h 47772"/>
                <a:gd name="csX69" fmla="*/ 15765 w 48250"/>
                <a:gd name="csY69" fmla="*/ 34397 h 47772"/>
                <a:gd name="csX70" fmla="*/ 16721 w 48250"/>
                <a:gd name="csY70" fmla="*/ 35352 h 47772"/>
                <a:gd name="csX71" fmla="*/ 15765 w 48250"/>
                <a:gd name="csY71" fmla="*/ 38218 h 47772"/>
                <a:gd name="csX72" fmla="*/ 16243 w 48250"/>
                <a:gd name="csY72" fmla="*/ 39174 h 47772"/>
                <a:gd name="csX73" fmla="*/ 17198 w 48250"/>
                <a:gd name="csY73" fmla="*/ 40607 h 47772"/>
                <a:gd name="csX74" fmla="*/ 17198 w 48250"/>
                <a:gd name="csY74" fmla="*/ 40607 h 47772"/>
                <a:gd name="csX75" fmla="*/ 18154 w 48250"/>
                <a:gd name="csY75" fmla="*/ 41563 h 47772"/>
                <a:gd name="csX76" fmla="*/ 19109 w 48250"/>
                <a:gd name="csY76" fmla="*/ 42040 h 47772"/>
                <a:gd name="csX77" fmla="*/ 20064 w 48250"/>
                <a:gd name="csY77" fmla="*/ 43951 h 47772"/>
                <a:gd name="csX78" fmla="*/ 20542 w 48250"/>
                <a:gd name="csY78" fmla="*/ 44907 h 47772"/>
                <a:gd name="csX79" fmla="*/ 19109 w 48250"/>
                <a:gd name="csY79" fmla="*/ 46340 h 47772"/>
                <a:gd name="csX80" fmla="*/ 16243 w 48250"/>
                <a:gd name="csY80" fmla="*/ 47773 h 47772"/>
                <a:gd name="csX81" fmla="*/ 16243 w 48250"/>
                <a:gd name="csY81" fmla="*/ 47773 h 47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8250" h="47772">
                  <a:moveTo>
                    <a:pt x="48251" y="478"/>
                  </a:moveTo>
                  <a:lnTo>
                    <a:pt x="48251" y="478"/>
                  </a:lnTo>
                  <a:lnTo>
                    <a:pt x="46340" y="0"/>
                  </a:lnTo>
                  <a:lnTo>
                    <a:pt x="43951" y="0"/>
                  </a:lnTo>
                  <a:lnTo>
                    <a:pt x="42040" y="956"/>
                  </a:lnTo>
                  <a:lnTo>
                    <a:pt x="38696" y="1433"/>
                  </a:lnTo>
                  <a:lnTo>
                    <a:pt x="33919" y="956"/>
                  </a:lnTo>
                  <a:lnTo>
                    <a:pt x="32486" y="478"/>
                  </a:lnTo>
                  <a:lnTo>
                    <a:pt x="32486" y="478"/>
                  </a:lnTo>
                  <a:lnTo>
                    <a:pt x="30097" y="1911"/>
                  </a:lnTo>
                  <a:lnTo>
                    <a:pt x="29619" y="2866"/>
                  </a:lnTo>
                  <a:lnTo>
                    <a:pt x="28664" y="4300"/>
                  </a:lnTo>
                  <a:lnTo>
                    <a:pt x="28664" y="4300"/>
                  </a:lnTo>
                  <a:lnTo>
                    <a:pt x="27230" y="4777"/>
                  </a:lnTo>
                  <a:lnTo>
                    <a:pt x="25320" y="5255"/>
                  </a:lnTo>
                  <a:lnTo>
                    <a:pt x="24364" y="4777"/>
                  </a:lnTo>
                  <a:lnTo>
                    <a:pt x="23409" y="4300"/>
                  </a:lnTo>
                  <a:lnTo>
                    <a:pt x="23409" y="3822"/>
                  </a:lnTo>
                  <a:lnTo>
                    <a:pt x="22931" y="3344"/>
                  </a:lnTo>
                  <a:lnTo>
                    <a:pt x="21498" y="3344"/>
                  </a:lnTo>
                  <a:lnTo>
                    <a:pt x="19587" y="4300"/>
                  </a:lnTo>
                  <a:lnTo>
                    <a:pt x="18154" y="5733"/>
                  </a:lnTo>
                  <a:lnTo>
                    <a:pt x="18631" y="6688"/>
                  </a:lnTo>
                  <a:lnTo>
                    <a:pt x="20064" y="7166"/>
                  </a:lnTo>
                  <a:lnTo>
                    <a:pt x="20064" y="7166"/>
                  </a:lnTo>
                  <a:lnTo>
                    <a:pt x="20064" y="7644"/>
                  </a:lnTo>
                  <a:lnTo>
                    <a:pt x="19587" y="8121"/>
                  </a:lnTo>
                  <a:lnTo>
                    <a:pt x="19109" y="9077"/>
                  </a:lnTo>
                  <a:lnTo>
                    <a:pt x="16721" y="11943"/>
                  </a:lnTo>
                  <a:lnTo>
                    <a:pt x="13854" y="14810"/>
                  </a:lnTo>
                  <a:lnTo>
                    <a:pt x="13376" y="15765"/>
                  </a:lnTo>
                  <a:lnTo>
                    <a:pt x="12898" y="16243"/>
                  </a:lnTo>
                  <a:lnTo>
                    <a:pt x="9555" y="17676"/>
                  </a:lnTo>
                  <a:lnTo>
                    <a:pt x="9555" y="17676"/>
                  </a:lnTo>
                  <a:lnTo>
                    <a:pt x="9555" y="18154"/>
                  </a:lnTo>
                  <a:lnTo>
                    <a:pt x="9077" y="18154"/>
                  </a:lnTo>
                  <a:lnTo>
                    <a:pt x="9077" y="21020"/>
                  </a:lnTo>
                  <a:lnTo>
                    <a:pt x="8599" y="22931"/>
                  </a:lnTo>
                  <a:lnTo>
                    <a:pt x="8599" y="22931"/>
                  </a:lnTo>
                  <a:lnTo>
                    <a:pt x="7644" y="23886"/>
                  </a:lnTo>
                  <a:lnTo>
                    <a:pt x="6210" y="24842"/>
                  </a:lnTo>
                  <a:lnTo>
                    <a:pt x="4777" y="25798"/>
                  </a:lnTo>
                  <a:lnTo>
                    <a:pt x="3822" y="26753"/>
                  </a:lnTo>
                  <a:lnTo>
                    <a:pt x="2866" y="27708"/>
                  </a:lnTo>
                  <a:lnTo>
                    <a:pt x="2389" y="29142"/>
                  </a:lnTo>
                  <a:lnTo>
                    <a:pt x="1911" y="30575"/>
                  </a:lnTo>
                  <a:lnTo>
                    <a:pt x="1433" y="31530"/>
                  </a:lnTo>
                  <a:lnTo>
                    <a:pt x="2866" y="32963"/>
                  </a:lnTo>
                  <a:lnTo>
                    <a:pt x="2866" y="32963"/>
                  </a:lnTo>
                  <a:lnTo>
                    <a:pt x="2866" y="33919"/>
                  </a:lnTo>
                  <a:lnTo>
                    <a:pt x="2389" y="35352"/>
                  </a:lnTo>
                  <a:lnTo>
                    <a:pt x="1911" y="35830"/>
                  </a:lnTo>
                  <a:lnTo>
                    <a:pt x="955" y="36308"/>
                  </a:lnTo>
                  <a:lnTo>
                    <a:pt x="0" y="37263"/>
                  </a:lnTo>
                  <a:lnTo>
                    <a:pt x="0" y="38696"/>
                  </a:lnTo>
                  <a:lnTo>
                    <a:pt x="478" y="39174"/>
                  </a:lnTo>
                  <a:lnTo>
                    <a:pt x="1911" y="38696"/>
                  </a:lnTo>
                  <a:lnTo>
                    <a:pt x="4299" y="37741"/>
                  </a:lnTo>
                  <a:lnTo>
                    <a:pt x="5733" y="36308"/>
                  </a:lnTo>
                  <a:lnTo>
                    <a:pt x="4777" y="34874"/>
                  </a:lnTo>
                  <a:lnTo>
                    <a:pt x="4777" y="34397"/>
                  </a:lnTo>
                  <a:lnTo>
                    <a:pt x="5255" y="33919"/>
                  </a:lnTo>
                  <a:lnTo>
                    <a:pt x="6688" y="32486"/>
                  </a:lnTo>
                  <a:lnTo>
                    <a:pt x="9077" y="31530"/>
                  </a:lnTo>
                  <a:lnTo>
                    <a:pt x="11943" y="31530"/>
                  </a:lnTo>
                  <a:lnTo>
                    <a:pt x="15287" y="32008"/>
                  </a:lnTo>
                  <a:lnTo>
                    <a:pt x="15765" y="32008"/>
                  </a:lnTo>
                  <a:lnTo>
                    <a:pt x="15765" y="32008"/>
                  </a:lnTo>
                  <a:lnTo>
                    <a:pt x="15765" y="32963"/>
                  </a:lnTo>
                  <a:lnTo>
                    <a:pt x="15765" y="34397"/>
                  </a:lnTo>
                  <a:lnTo>
                    <a:pt x="16721" y="35352"/>
                  </a:lnTo>
                  <a:lnTo>
                    <a:pt x="15765" y="38218"/>
                  </a:lnTo>
                  <a:lnTo>
                    <a:pt x="16243" y="39174"/>
                  </a:lnTo>
                  <a:lnTo>
                    <a:pt x="17198" y="40607"/>
                  </a:lnTo>
                  <a:lnTo>
                    <a:pt x="17198" y="40607"/>
                  </a:lnTo>
                  <a:lnTo>
                    <a:pt x="18154" y="41563"/>
                  </a:lnTo>
                  <a:lnTo>
                    <a:pt x="19109" y="42040"/>
                  </a:lnTo>
                  <a:lnTo>
                    <a:pt x="20064" y="43951"/>
                  </a:lnTo>
                  <a:lnTo>
                    <a:pt x="20542" y="44907"/>
                  </a:lnTo>
                  <a:lnTo>
                    <a:pt x="19109" y="46340"/>
                  </a:lnTo>
                  <a:lnTo>
                    <a:pt x="16243" y="47773"/>
                  </a:lnTo>
                  <a:lnTo>
                    <a:pt x="16243" y="4777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9" name="Freeform 4248">
              <a:extLst>
                <a:ext uri="{FF2B5EF4-FFF2-40B4-BE49-F238E27FC236}">
                  <a16:creationId xmlns:a16="http://schemas.microsoft.com/office/drawing/2014/main" id="{470EA9BE-55A9-9A7F-8C3B-F7AA69279C6D}"/>
                </a:ext>
              </a:extLst>
            </p:cNvPr>
            <p:cNvSpPr/>
            <p:nvPr/>
          </p:nvSpPr>
          <p:spPr>
            <a:xfrm>
              <a:off x="6009530" y="3701567"/>
              <a:ext cx="35829" cy="51116"/>
            </a:xfrm>
            <a:custGeom>
              <a:avLst/>
              <a:gdLst>
                <a:gd name="csX0" fmla="*/ 0 w 35829"/>
                <a:gd name="csY0" fmla="*/ 0 h 51116"/>
                <a:gd name="csX1" fmla="*/ 0 w 35829"/>
                <a:gd name="csY1" fmla="*/ 0 h 51116"/>
                <a:gd name="csX2" fmla="*/ 0 w 35829"/>
                <a:gd name="csY2" fmla="*/ 0 h 51116"/>
                <a:gd name="csX3" fmla="*/ 955 w 35829"/>
                <a:gd name="csY3" fmla="*/ 0 h 51116"/>
                <a:gd name="csX4" fmla="*/ 2389 w 35829"/>
                <a:gd name="csY4" fmla="*/ 478 h 51116"/>
                <a:gd name="csX5" fmla="*/ 3822 w 35829"/>
                <a:gd name="csY5" fmla="*/ 1911 h 51116"/>
                <a:gd name="csX6" fmla="*/ 4299 w 35829"/>
                <a:gd name="csY6" fmla="*/ 3344 h 51116"/>
                <a:gd name="csX7" fmla="*/ 4777 w 35829"/>
                <a:gd name="csY7" fmla="*/ 3822 h 51116"/>
                <a:gd name="csX8" fmla="*/ 5255 w 35829"/>
                <a:gd name="csY8" fmla="*/ 4777 h 51116"/>
                <a:gd name="csX9" fmla="*/ 7644 w 35829"/>
                <a:gd name="csY9" fmla="*/ 8599 h 51116"/>
                <a:gd name="csX10" fmla="*/ 7644 w 35829"/>
                <a:gd name="csY10" fmla="*/ 8599 h 51116"/>
                <a:gd name="csX11" fmla="*/ 8599 w 35829"/>
                <a:gd name="csY11" fmla="*/ 8599 h 51116"/>
                <a:gd name="csX12" fmla="*/ 9555 w 35829"/>
                <a:gd name="csY12" fmla="*/ 8121 h 51116"/>
                <a:gd name="csX13" fmla="*/ 10032 w 35829"/>
                <a:gd name="csY13" fmla="*/ 7166 h 51116"/>
                <a:gd name="csX14" fmla="*/ 10988 w 35829"/>
                <a:gd name="csY14" fmla="*/ 7166 h 51116"/>
                <a:gd name="csX15" fmla="*/ 12421 w 35829"/>
                <a:gd name="csY15" fmla="*/ 7644 h 51116"/>
                <a:gd name="csX16" fmla="*/ 12898 w 35829"/>
                <a:gd name="csY16" fmla="*/ 7644 h 51116"/>
                <a:gd name="csX17" fmla="*/ 13376 w 35829"/>
                <a:gd name="csY17" fmla="*/ 9555 h 51116"/>
                <a:gd name="csX18" fmla="*/ 13854 w 35829"/>
                <a:gd name="csY18" fmla="*/ 9555 h 51116"/>
                <a:gd name="csX19" fmla="*/ 13854 w 35829"/>
                <a:gd name="csY19" fmla="*/ 9555 h 51116"/>
                <a:gd name="csX20" fmla="*/ 14332 w 35829"/>
                <a:gd name="csY20" fmla="*/ 9555 h 51116"/>
                <a:gd name="csX21" fmla="*/ 15287 w 35829"/>
                <a:gd name="csY21" fmla="*/ 9077 h 51116"/>
                <a:gd name="csX22" fmla="*/ 15287 w 35829"/>
                <a:gd name="csY22" fmla="*/ 9077 h 51116"/>
                <a:gd name="csX23" fmla="*/ 17198 w 35829"/>
                <a:gd name="csY23" fmla="*/ 9555 h 51116"/>
                <a:gd name="csX24" fmla="*/ 19109 w 35829"/>
                <a:gd name="csY24" fmla="*/ 9077 h 51116"/>
                <a:gd name="csX25" fmla="*/ 21020 w 35829"/>
                <a:gd name="csY25" fmla="*/ 8599 h 51116"/>
                <a:gd name="csX26" fmla="*/ 21975 w 35829"/>
                <a:gd name="csY26" fmla="*/ 8599 h 51116"/>
                <a:gd name="csX27" fmla="*/ 23409 w 35829"/>
                <a:gd name="csY27" fmla="*/ 10510 h 51116"/>
                <a:gd name="csX28" fmla="*/ 25320 w 35829"/>
                <a:gd name="csY28" fmla="*/ 10988 h 51116"/>
                <a:gd name="csX29" fmla="*/ 28664 w 35829"/>
                <a:gd name="csY29" fmla="*/ 11465 h 51116"/>
                <a:gd name="csX30" fmla="*/ 29141 w 35829"/>
                <a:gd name="csY30" fmla="*/ 11465 h 51116"/>
                <a:gd name="csX31" fmla="*/ 32963 w 35829"/>
                <a:gd name="csY31" fmla="*/ 12421 h 51116"/>
                <a:gd name="csX32" fmla="*/ 34396 w 35829"/>
                <a:gd name="csY32" fmla="*/ 13376 h 51116"/>
                <a:gd name="csX33" fmla="*/ 35352 w 35829"/>
                <a:gd name="csY33" fmla="*/ 13376 h 51116"/>
                <a:gd name="csX34" fmla="*/ 35830 w 35829"/>
                <a:gd name="csY34" fmla="*/ 15765 h 51116"/>
                <a:gd name="csX35" fmla="*/ 35352 w 35829"/>
                <a:gd name="csY35" fmla="*/ 16243 h 51116"/>
                <a:gd name="csX36" fmla="*/ 35352 w 35829"/>
                <a:gd name="csY36" fmla="*/ 16243 h 51116"/>
                <a:gd name="csX37" fmla="*/ 31530 w 35829"/>
                <a:gd name="csY37" fmla="*/ 21020 h 51116"/>
                <a:gd name="csX38" fmla="*/ 31530 w 35829"/>
                <a:gd name="csY38" fmla="*/ 21020 h 51116"/>
                <a:gd name="csX39" fmla="*/ 29619 w 35829"/>
                <a:gd name="csY39" fmla="*/ 22931 h 51116"/>
                <a:gd name="csX40" fmla="*/ 29619 w 35829"/>
                <a:gd name="csY40" fmla="*/ 22931 h 51116"/>
                <a:gd name="csX41" fmla="*/ 29141 w 35829"/>
                <a:gd name="csY41" fmla="*/ 24842 h 51116"/>
                <a:gd name="csX42" fmla="*/ 28664 w 35829"/>
                <a:gd name="csY42" fmla="*/ 25320 h 51116"/>
                <a:gd name="csX43" fmla="*/ 28664 w 35829"/>
                <a:gd name="csY43" fmla="*/ 25797 h 51116"/>
                <a:gd name="csX44" fmla="*/ 28186 w 35829"/>
                <a:gd name="csY44" fmla="*/ 29141 h 51116"/>
                <a:gd name="csX45" fmla="*/ 27230 w 35829"/>
                <a:gd name="csY45" fmla="*/ 32486 h 51116"/>
                <a:gd name="csX46" fmla="*/ 25320 w 35829"/>
                <a:gd name="csY46" fmla="*/ 35830 h 51116"/>
                <a:gd name="csX47" fmla="*/ 24364 w 35829"/>
                <a:gd name="csY47" fmla="*/ 38696 h 51116"/>
                <a:gd name="csX48" fmla="*/ 25320 w 35829"/>
                <a:gd name="csY48" fmla="*/ 40129 h 51116"/>
                <a:gd name="csX49" fmla="*/ 24842 w 35829"/>
                <a:gd name="csY49" fmla="*/ 42518 h 51116"/>
                <a:gd name="csX50" fmla="*/ 23886 w 35829"/>
                <a:gd name="csY50" fmla="*/ 46340 h 51116"/>
                <a:gd name="csX51" fmla="*/ 23409 w 35829"/>
                <a:gd name="csY51" fmla="*/ 49206 h 51116"/>
                <a:gd name="csX52" fmla="*/ 24364 w 35829"/>
                <a:gd name="csY52" fmla="*/ 50639 h 51116"/>
                <a:gd name="csX53" fmla="*/ 24364 w 35829"/>
                <a:gd name="csY53" fmla="*/ 50639 h 51116"/>
                <a:gd name="csX54" fmla="*/ 25320 w 35829"/>
                <a:gd name="csY54" fmla="*/ 51117 h 5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35829" h="5111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2389" y="478"/>
                  </a:lnTo>
                  <a:lnTo>
                    <a:pt x="3822" y="1911"/>
                  </a:lnTo>
                  <a:lnTo>
                    <a:pt x="4299" y="3344"/>
                  </a:lnTo>
                  <a:lnTo>
                    <a:pt x="4777" y="3822"/>
                  </a:lnTo>
                  <a:lnTo>
                    <a:pt x="5255" y="4777"/>
                  </a:lnTo>
                  <a:lnTo>
                    <a:pt x="7644" y="8599"/>
                  </a:lnTo>
                  <a:lnTo>
                    <a:pt x="7644" y="8599"/>
                  </a:lnTo>
                  <a:lnTo>
                    <a:pt x="8599" y="8599"/>
                  </a:lnTo>
                  <a:lnTo>
                    <a:pt x="9555" y="8121"/>
                  </a:lnTo>
                  <a:lnTo>
                    <a:pt x="10032" y="7166"/>
                  </a:lnTo>
                  <a:lnTo>
                    <a:pt x="10988" y="7166"/>
                  </a:lnTo>
                  <a:lnTo>
                    <a:pt x="12421" y="7644"/>
                  </a:lnTo>
                  <a:lnTo>
                    <a:pt x="12898" y="7644"/>
                  </a:lnTo>
                  <a:lnTo>
                    <a:pt x="13376" y="9555"/>
                  </a:lnTo>
                  <a:lnTo>
                    <a:pt x="13854" y="9555"/>
                  </a:lnTo>
                  <a:lnTo>
                    <a:pt x="13854" y="9555"/>
                  </a:lnTo>
                  <a:lnTo>
                    <a:pt x="14332" y="9555"/>
                  </a:lnTo>
                  <a:lnTo>
                    <a:pt x="15287" y="9077"/>
                  </a:lnTo>
                  <a:lnTo>
                    <a:pt x="15287" y="9077"/>
                  </a:lnTo>
                  <a:lnTo>
                    <a:pt x="17198" y="9555"/>
                  </a:lnTo>
                  <a:lnTo>
                    <a:pt x="19109" y="9077"/>
                  </a:lnTo>
                  <a:lnTo>
                    <a:pt x="21020" y="8599"/>
                  </a:lnTo>
                  <a:lnTo>
                    <a:pt x="21975" y="8599"/>
                  </a:lnTo>
                  <a:lnTo>
                    <a:pt x="23409" y="10510"/>
                  </a:lnTo>
                  <a:lnTo>
                    <a:pt x="25320" y="10988"/>
                  </a:lnTo>
                  <a:lnTo>
                    <a:pt x="28664" y="11465"/>
                  </a:lnTo>
                  <a:lnTo>
                    <a:pt x="29141" y="11465"/>
                  </a:lnTo>
                  <a:lnTo>
                    <a:pt x="32963" y="12421"/>
                  </a:lnTo>
                  <a:lnTo>
                    <a:pt x="34396" y="13376"/>
                  </a:lnTo>
                  <a:lnTo>
                    <a:pt x="35352" y="13376"/>
                  </a:lnTo>
                  <a:lnTo>
                    <a:pt x="35830" y="15765"/>
                  </a:lnTo>
                  <a:lnTo>
                    <a:pt x="35352" y="16243"/>
                  </a:lnTo>
                  <a:lnTo>
                    <a:pt x="35352" y="16243"/>
                  </a:lnTo>
                  <a:lnTo>
                    <a:pt x="31530" y="21020"/>
                  </a:lnTo>
                  <a:lnTo>
                    <a:pt x="31530" y="21020"/>
                  </a:lnTo>
                  <a:lnTo>
                    <a:pt x="29619" y="22931"/>
                  </a:lnTo>
                  <a:lnTo>
                    <a:pt x="29619" y="22931"/>
                  </a:lnTo>
                  <a:lnTo>
                    <a:pt x="29141" y="24842"/>
                  </a:lnTo>
                  <a:lnTo>
                    <a:pt x="28664" y="25320"/>
                  </a:lnTo>
                  <a:lnTo>
                    <a:pt x="28664" y="25797"/>
                  </a:lnTo>
                  <a:lnTo>
                    <a:pt x="28186" y="29141"/>
                  </a:lnTo>
                  <a:lnTo>
                    <a:pt x="27230" y="32486"/>
                  </a:lnTo>
                  <a:lnTo>
                    <a:pt x="25320" y="35830"/>
                  </a:lnTo>
                  <a:lnTo>
                    <a:pt x="24364" y="38696"/>
                  </a:lnTo>
                  <a:lnTo>
                    <a:pt x="25320" y="40129"/>
                  </a:lnTo>
                  <a:lnTo>
                    <a:pt x="24842" y="42518"/>
                  </a:lnTo>
                  <a:lnTo>
                    <a:pt x="23886" y="46340"/>
                  </a:lnTo>
                  <a:lnTo>
                    <a:pt x="23409" y="49206"/>
                  </a:lnTo>
                  <a:lnTo>
                    <a:pt x="24364" y="50639"/>
                  </a:lnTo>
                  <a:lnTo>
                    <a:pt x="24364" y="50639"/>
                  </a:lnTo>
                  <a:lnTo>
                    <a:pt x="25320" y="5111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0" name="Freeform 4249">
              <a:extLst>
                <a:ext uri="{FF2B5EF4-FFF2-40B4-BE49-F238E27FC236}">
                  <a16:creationId xmlns:a16="http://schemas.microsoft.com/office/drawing/2014/main" id="{1FF6F90E-0DDA-BCBF-9942-71890DF6EE9E}"/>
                </a:ext>
              </a:extLst>
            </p:cNvPr>
            <p:cNvSpPr/>
            <p:nvPr/>
          </p:nvSpPr>
          <p:spPr>
            <a:xfrm>
              <a:off x="5856179" y="3793769"/>
              <a:ext cx="4299" cy="6210"/>
            </a:xfrm>
            <a:custGeom>
              <a:avLst/>
              <a:gdLst>
                <a:gd name="csX0" fmla="*/ 4300 w 4299"/>
                <a:gd name="csY0" fmla="*/ 3822 h 6210"/>
                <a:gd name="csX1" fmla="*/ 3344 w 4299"/>
                <a:gd name="csY1" fmla="*/ 6210 h 6210"/>
                <a:gd name="csX2" fmla="*/ 1911 w 4299"/>
                <a:gd name="csY2" fmla="*/ 3822 h 6210"/>
                <a:gd name="csX3" fmla="*/ 478 w 4299"/>
                <a:gd name="csY3" fmla="*/ 1911 h 6210"/>
                <a:gd name="csX4" fmla="*/ 0 w 4299"/>
                <a:gd name="csY4" fmla="*/ 478 h 6210"/>
                <a:gd name="csX5" fmla="*/ 0 w 4299"/>
                <a:gd name="csY5" fmla="*/ 0 h 6210"/>
                <a:gd name="csX6" fmla="*/ 1911 w 4299"/>
                <a:gd name="csY6" fmla="*/ 956 h 6210"/>
                <a:gd name="csX7" fmla="*/ 4300 w 4299"/>
                <a:gd name="csY7" fmla="*/ 3822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6210">
                  <a:moveTo>
                    <a:pt x="4300" y="3822"/>
                  </a:moveTo>
                  <a:lnTo>
                    <a:pt x="3344" y="6210"/>
                  </a:lnTo>
                  <a:lnTo>
                    <a:pt x="1911" y="3822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956"/>
                  </a:lnTo>
                  <a:lnTo>
                    <a:pt x="4300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1" name="Freeform 4250">
              <a:extLst>
                <a:ext uri="{FF2B5EF4-FFF2-40B4-BE49-F238E27FC236}">
                  <a16:creationId xmlns:a16="http://schemas.microsoft.com/office/drawing/2014/main" id="{F792C8A3-E0E8-881B-64EF-939079FFF593}"/>
                </a:ext>
              </a:extLst>
            </p:cNvPr>
            <p:cNvSpPr/>
            <p:nvPr/>
          </p:nvSpPr>
          <p:spPr>
            <a:xfrm>
              <a:off x="6053481" y="3870683"/>
              <a:ext cx="19587" cy="40129"/>
            </a:xfrm>
            <a:custGeom>
              <a:avLst/>
              <a:gdLst>
                <a:gd name="csX0" fmla="*/ 18154 w 19587"/>
                <a:gd name="csY0" fmla="*/ 5255 h 40129"/>
                <a:gd name="csX1" fmla="*/ 17676 w 19587"/>
                <a:gd name="csY1" fmla="*/ 9077 h 40129"/>
                <a:gd name="csX2" fmla="*/ 18154 w 19587"/>
                <a:gd name="csY2" fmla="*/ 10032 h 40129"/>
                <a:gd name="csX3" fmla="*/ 18632 w 19587"/>
                <a:gd name="csY3" fmla="*/ 10988 h 40129"/>
                <a:gd name="csX4" fmla="*/ 19109 w 19587"/>
                <a:gd name="csY4" fmla="*/ 11466 h 40129"/>
                <a:gd name="csX5" fmla="*/ 19587 w 19587"/>
                <a:gd name="csY5" fmla="*/ 21020 h 40129"/>
                <a:gd name="csX6" fmla="*/ 19587 w 19587"/>
                <a:gd name="csY6" fmla="*/ 21976 h 40129"/>
                <a:gd name="csX7" fmla="*/ 17198 w 19587"/>
                <a:gd name="csY7" fmla="*/ 25798 h 40129"/>
                <a:gd name="csX8" fmla="*/ 16721 w 19587"/>
                <a:gd name="csY8" fmla="*/ 26753 h 40129"/>
                <a:gd name="csX9" fmla="*/ 16721 w 19587"/>
                <a:gd name="csY9" fmla="*/ 31530 h 40129"/>
                <a:gd name="csX10" fmla="*/ 16243 w 19587"/>
                <a:gd name="csY10" fmla="*/ 32963 h 40129"/>
                <a:gd name="csX11" fmla="*/ 15287 w 19587"/>
                <a:gd name="csY11" fmla="*/ 34397 h 40129"/>
                <a:gd name="csX12" fmla="*/ 13854 w 19587"/>
                <a:gd name="csY12" fmla="*/ 38218 h 40129"/>
                <a:gd name="csX13" fmla="*/ 12421 w 19587"/>
                <a:gd name="csY13" fmla="*/ 40129 h 40129"/>
                <a:gd name="csX14" fmla="*/ 8599 w 19587"/>
                <a:gd name="csY14" fmla="*/ 37741 h 40129"/>
                <a:gd name="csX15" fmla="*/ 6688 w 19587"/>
                <a:gd name="csY15" fmla="*/ 36785 h 40129"/>
                <a:gd name="csX16" fmla="*/ 5733 w 19587"/>
                <a:gd name="csY16" fmla="*/ 35830 h 40129"/>
                <a:gd name="csX17" fmla="*/ 4777 w 19587"/>
                <a:gd name="csY17" fmla="*/ 35352 h 40129"/>
                <a:gd name="csX18" fmla="*/ 5255 w 19587"/>
                <a:gd name="csY18" fmla="*/ 34397 h 40129"/>
                <a:gd name="csX19" fmla="*/ 6211 w 19587"/>
                <a:gd name="csY19" fmla="*/ 32963 h 40129"/>
                <a:gd name="csX20" fmla="*/ 6688 w 19587"/>
                <a:gd name="csY20" fmla="*/ 32486 h 40129"/>
                <a:gd name="csX21" fmla="*/ 4300 w 19587"/>
                <a:gd name="csY21" fmla="*/ 31530 h 40129"/>
                <a:gd name="csX22" fmla="*/ 3344 w 19587"/>
                <a:gd name="csY22" fmla="*/ 31052 h 40129"/>
                <a:gd name="csX23" fmla="*/ 3344 w 19587"/>
                <a:gd name="csY23" fmla="*/ 30097 h 40129"/>
                <a:gd name="csX24" fmla="*/ 3822 w 19587"/>
                <a:gd name="csY24" fmla="*/ 28186 h 40129"/>
                <a:gd name="csX25" fmla="*/ 3822 w 19587"/>
                <a:gd name="csY25" fmla="*/ 26753 h 40129"/>
                <a:gd name="csX26" fmla="*/ 2389 w 19587"/>
                <a:gd name="csY26" fmla="*/ 27231 h 40129"/>
                <a:gd name="csX27" fmla="*/ 1433 w 19587"/>
                <a:gd name="csY27" fmla="*/ 26753 h 40129"/>
                <a:gd name="csX28" fmla="*/ 956 w 19587"/>
                <a:gd name="csY28" fmla="*/ 26275 h 40129"/>
                <a:gd name="csX29" fmla="*/ 1911 w 19587"/>
                <a:gd name="csY29" fmla="*/ 25320 h 40129"/>
                <a:gd name="csX30" fmla="*/ 2867 w 19587"/>
                <a:gd name="csY30" fmla="*/ 23886 h 40129"/>
                <a:gd name="csX31" fmla="*/ 2867 w 19587"/>
                <a:gd name="csY31" fmla="*/ 22931 h 40129"/>
                <a:gd name="csX32" fmla="*/ 1433 w 19587"/>
                <a:gd name="csY32" fmla="*/ 22453 h 40129"/>
                <a:gd name="csX33" fmla="*/ 478 w 19587"/>
                <a:gd name="csY33" fmla="*/ 21020 h 40129"/>
                <a:gd name="csX34" fmla="*/ 0 w 19587"/>
                <a:gd name="csY34" fmla="*/ 19587 h 40129"/>
                <a:gd name="csX35" fmla="*/ 956 w 19587"/>
                <a:gd name="csY35" fmla="*/ 18632 h 40129"/>
                <a:gd name="csX36" fmla="*/ 2389 w 19587"/>
                <a:gd name="csY36" fmla="*/ 18154 h 40129"/>
                <a:gd name="csX37" fmla="*/ 1433 w 19587"/>
                <a:gd name="csY37" fmla="*/ 16721 h 40129"/>
                <a:gd name="csX38" fmla="*/ 478 w 19587"/>
                <a:gd name="csY38" fmla="*/ 16721 h 40129"/>
                <a:gd name="csX39" fmla="*/ 0 w 19587"/>
                <a:gd name="csY39" fmla="*/ 16243 h 40129"/>
                <a:gd name="csX40" fmla="*/ 478 w 19587"/>
                <a:gd name="csY40" fmla="*/ 15765 h 40129"/>
                <a:gd name="csX41" fmla="*/ 1433 w 19587"/>
                <a:gd name="csY41" fmla="*/ 14810 h 40129"/>
                <a:gd name="csX42" fmla="*/ 2867 w 19587"/>
                <a:gd name="csY42" fmla="*/ 11466 h 40129"/>
                <a:gd name="csX43" fmla="*/ 5255 w 19587"/>
                <a:gd name="csY43" fmla="*/ 10032 h 40129"/>
                <a:gd name="csX44" fmla="*/ 8599 w 19587"/>
                <a:gd name="csY44" fmla="*/ 9555 h 40129"/>
                <a:gd name="csX45" fmla="*/ 9555 w 19587"/>
                <a:gd name="csY45" fmla="*/ 9077 h 40129"/>
                <a:gd name="csX46" fmla="*/ 10510 w 19587"/>
                <a:gd name="csY46" fmla="*/ 7644 h 40129"/>
                <a:gd name="csX47" fmla="*/ 11466 w 19587"/>
                <a:gd name="csY47" fmla="*/ 7166 h 40129"/>
                <a:gd name="csX48" fmla="*/ 12421 w 19587"/>
                <a:gd name="csY48" fmla="*/ 7166 h 40129"/>
                <a:gd name="csX49" fmla="*/ 13854 w 19587"/>
                <a:gd name="csY49" fmla="*/ 7644 h 40129"/>
                <a:gd name="csX50" fmla="*/ 14332 w 19587"/>
                <a:gd name="csY50" fmla="*/ 8121 h 40129"/>
                <a:gd name="csX51" fmla="*/ 14810 w 19587"/>
                <a:gd name="csY51" fmla="*/ 7644 h 40129"/>
                <a:gd name="csX52" fmla="*/ 15287 w 19587"/>
                <a:gd name="csY52" fmla="*/ 6211 h 40129"/>
                <a:gd name="csX53" fmla="*/ 15287 w 19587"/>
                <a:gd name="csY53" fmla="*/ 5255 h 40129"/>
                <a:gd name="csX54" fmla="*/ 15287 w 19587"/>
                <a:gd name="csY54" fmla="*/ 1911 h 40129"/>
                <a:gd name="csX55" fmla="*/ 15765 w 19587"/>
                <a:gd name="csY55" fmla="*/ 0 h 40129"/>
                <a:gd name="csX56" fmla="*/ 17198 w 19587"/>
                <a:gd name="csY56" fmla="*/ 0 h 40129"/>
                <a:gd name="csX57" fmla="*/ 18154 w 19587"/>
                <a:gd name="csY57" fmla="*/ 956 h 40129"/>
                <a:gd name="csX58" fmla="*/ 17676 w 19587"/>
                <a:gd name="csY58" fmla="*/ 1911 h 40129"/>
                <a:gd name="csX59" fmla="*/ 18154 w 19587"/>
                <a:gd name="csY59" fmla="*/ 3822 h 40129"/>
                <a:gd name="csX60" fmla="*/ 18154 w 19587"/>
                <a:gd name="csY60" fmla="*/ 5255 h 40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19587" h="40129">
                  <a:moveTo>
                    <a:pt x="18154" y="5255"/>
                  </a:moveTo>
                  <a:lnTo>
                    <a:pt x="17676" y="9077"/>
                  </a:lnTo>
                  <a:lnTo>
                    <a:pt x="18154" y="10032"/>
                  </a:lnTo>
                  <a:lnTo>
                    <a:pt x="18632" y="10988"/>
                  </a:lnTo>
                  <a:lnTo>
                    <a:pt x="19109" y="11466"/>
                  </a:lnTo>
                  <a:lnTo>
                    <a:pt x="19587" y="21020"/>
                  </a:lnTo>
                  <a:lnTo>
                    <a:pt x="19587" y="21976"/>
                  </a:lnTo>
                  <a:lnTo>
                    <a:pt x="17198" y="25798"/>
                  </a:lnTo>
                  <a:lnTo>
                    <a:pt x="16721" y="26753"/>
                  </a:lnTo>
                  <a:lnTo>
                    <a:pt x="16721" y="31530"/>
                  </a:lnTo>
                  <a:lnTo>
                    <a:pt x="16243" y="32963"/>
                  </a:lnTo>
                  <a:lnTo>
                    <a:pt x="15287" y="34397"/>
                  </a:lnTo>
                  <a:lnTo>
                    <a:pt x="13854" y="38218"/>
                  </a:lnTo>
                  <a:lnTo>
                    <a:pt x="12421" y="40129"/>
                  </a:lnTo>
                  <a:lnTo>
                    <a:pt x="8599" y="37741"/>
                  </a:lnTo>
                  <a:lnTo>
                    <a:pt x="6688" y="36785"/>
                  </a:lnTo>
                  <a:lnTo>
                    <a:pt x="5733" y="35830"/>
                  </a:lnTo>
                  <a:lnTo>
                    <a:pt x="4777" y="35352"/>
                  </a:lnTo>
                  <a:lnTo>
                    <a:pt x="5255" y="34397"/>
                  </a:lnTo>
                  <a:lnTo>
                    <a:pt x="6211" y="32963"/>
                  </a:lnTo>
                  <a:lnTo>
                    <a:pt x="6688" y="32486"/>
                  </a:lnTo>
                  <a:lnTo>
                    <a:pt x="4300" y="31530"/>
                  </a:lnTo>
                  <a:lnTo>
                    <a:pt x="3344" y="31052"/>
                  </a:lnTo>
                  <a:lnTo>
                    <a:pt x="3344" y="30097"/>
                  </a:lnTo>
                  <a:lnTo>
                    <a:pt x="3822" y="28186"/>
                  </a:lnTo>
                  <a:lnTo>
                    <a:pt x="3822" y="26753"/>
                  </a:lnTo>
                  <a:lnTo>
                    <a:pt x="2389" y="27231"/>
                  </a:lnTo>
                  <a:lnTo>
                    <a:pt x="1433" y="26753"/>
                  </a:lnTo>
                  <a:lnTo>
                    <a:pt x="956" y="26275"/>
                  </a:lnTo>
                  <a:lnTo>
                    <a:pt x="1911" y="25320"/>
                  </a:lnTo>
                  <a:lnTo>
                    <a:pt x="2867" y="23886"/>
                  </a:lnTo>
                  <a:lnTo>
                    <a:pt x="2867" y="22931"/>
                  </a:lnTo>
                  <a:lnTo>
                    <a:pt x="1433" y="22453"/>
                  </a:lnTo>
                  <a:lnTo>
                    <a:pt x="478" y="21020"/>
                  </a:lnTo>
                  <a:lnTo>
                    <a:pt x="0" y="19587"/>
                  </a:lnTo>
                  <a:lnTo>
                    <a:pt x="956" y="18632"/>
                  </a:lnTo>
                  <a:lnTo>
                    <a:pt x="2389" y="18154"/>
                  </a:lnTo>
                  <a:lnTo>
                    <a:pt x="1433" y="16721"/>
                  </a:lnTo>
                  <a:lnTo>
                    <a:pt x="478" y="16721"/>
                  </a:lnTo>
                  <a:lnTo>
                    <a:pt x="0" y="16243"/>
                  </a:lnTo>
                  <a:lnTo>
                    <a:pt x="478" y="15765"/>
                  </a:lnTo>
                  <a:lnTo>
                    <a:pt x="1433" y="14810"/>
                  </a:lnTo>
                  <a:lnTo>
                    <a:pt x="2867" y="11466"/>
                  </a:lnTo>
                  <a:lnTo>
                    <a:pt x="5255" y="10032"/>
                  </a:lnTo>
                  <a:lnTo>
                    <a:pt x="8599" y="9555"/>
                  </a:lnTo>
                  <a:lnTo>
                    <a:pt x="9555" y="9077"/>
                  </a:lnTo>
                  <a:lnTo>
                    <a:pt x="10510" y="7644"/>
                  </a:lnTo>
                  <a:lnTo>
                    <a:pt x="11466" y="7166"/>
                  </a:lnTo>
                  <a:lnTo>
                    <a:pt x="12421" y="7166"/>
                  </a:lnTo>
                  <a:lnTo>
                    <a:pt x="13854" y="7644"/>
                  </a:lnTo>
                  <a:lnTo>
                    <a:pt x="14332" y="8121"/>
                  </a:lnTo>
                  <a:lnTo>
                    <a:pt x="14810" y="7644"/>
                  </a:lnTo>
                  <a:lnTo>
                    <a:pt x="15287" y="6211"/>
                  </a:lnTo>
                  <a:lnTo>
                    <a:pt x="15287" y="5255"/>
                  </a:lnTo>
                  <a:lnTo>
                    <a:pt x="15287" y="1911"/>
                  </a:lnTo>
                  <a:lnTo>
                    <a:pt x="15765" y="0"/>
                  </a:lnTo>
                  <a:lnTo>
                    <a:pt x="17198" y="0"/>
                  </a:lnTo>
                  <a:lnTo>
                    <a:pt x="18154" y="956"/>
                  </a:lnTo>
                  <a:lnTo>
                    <a:pt x="17676" y="1911"/>
                  </a:lnTo>
                  <a:lnTo>
                    <a:pt x="18154" y="3822"/>
                  </a:lnTo>
                  <a:lnTo>
                    <a:pt x="18154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2" name="Freeform 4251">
              <a:extLst>
                <a:ext uri="{FF2B5EF4-FFF2-40B4-BE49-F238E27FC236}">
                  <a16:creationId xmlns:a16="http://schemas.microsoft.com/office/drawing/2014/main" id="{90ABEADA-3538-46B5-5664-2ED249586CD4}"/>
                </a:ext>
              </a:extLst>
            </p:cNvPr>
            <p:cNvSpPr/>
            <p:nvPr/>
          </p:nvSpPr>
          <p:spPr>
            <a:xfrm>
              <a:off x="6056348" y="4692856"/>
              <a:ext cx="114655" cy="112744"/>
            </a:xfrm>
            <a:custGeom>
              <a:avLst/>
              <a:gdLst>
                <a:gd name="csX0" fmla="*/ 52072 w 114655"/>
                <a:gd name="csY0" fmla="*/ 2389 h 112744"/>
                <a:gd name="csX1" fmla="*/ 52072 w 114655"/>
                <a:gd name="csY1" fmla="*/ 1433 h 112744"/>
                <a:gd name="csX2" fmla="*/ 52550 w 114655"/>
                <a:gd name="csY2" fmla="*/ 956 h 112744"/>
                <a:gd name="csX3" fmla="*/ 52550 w 114655"/>
                <a:gd name="csY3" fmla="*/ 0 h 112744"/>
                <a:gd name="csX4" fmla="*/ 56850 w 114655"/>
                <a:gd name="csY4" fmla="*/ 0 h 112744"/>
                <a:gd name="csX5" fmla="*/ 64016 w 114655"/>
                <a:gd name="csY5" fmla="*/ 478 h 112744"/>
                <a:gd name="csX6" fmla="*/ 67360 w 114655"/>
                <a:gd name="csY6" fmla="*/ 478 h 112744"/>
                <a:gd name="csX7" fmla="*/ 68315 w 114655"/>
                <a:gd name="csY7" fmla="*/ 478 h 112744"/>
                <a:gd name="csX8" fmla="*/ 72615 w 114655"/>
                <a:gd name="csY8" fmla="*/ 0 h 112744"/>
                <a:gd name="csX9" fmla="*/ 75959 w 114655"/>
                <a:gd name="csY9" fmla="*/ 478 h 112744"/>
                <a:gd name="csX10" fmla="*/ 77392 w 114655"/>
                <a:gd name="csY10" fmla="*/ 956 h 112744"/>
                <a:gd name="csX11" fmla="*/ 78347 w 114655"/>
                <a:gd name="csY11" fmla="*/ 956 h 112744"/>
                <a:gd name="csX12" fmla="*/ 82647 w 114655"/>
                <a:gd name="csY12" fmla="*/ 956 h 112744"/>
                <a:gd name="csX13" fmla="*/ 87902 w 114655"/>
                <a:gd name="csY13" fmla="*/ 956 h 112744"/>
                <a:gd name="csX14" fmla="*/ 89813 w 114655"/>
                <a:gd name="csY14" fmla="*/ 956 h 112744"/>
                <a:gd name="csX15" fmla="*/ 90769 w 114655"/>
                <a:gd name="csY15" fmla="*/ 1433 h 112744"/>
                <a:gd name="csX16" fmla="*/ 91246 w 114655"/>
                <a:gd name="csY16" fmla="*/ 2866 h 112744"/>
                <a:gd name="csX17" fmla="*/ 90769 w 114655"/>
                <a:gd name="csY17" fmla="*/ 3822 h 112744"/>
                <a:gd name="csX18" fmla="*/ 89335 w 114655"/>
                <a:gd name="csY18" fmla="*/ 7166 h 112744"/>
                <a:gd name="csX19" fmla="*/ 88858 w 114655"/>
                <a:gd name="csY19" fmla="*/ 9555 h 112744"/>
                <a:gd name="csX20" fmla="*/ 88380 w 114655"/>
                <a:gd name="csY20" fmla="*/ 11943 h 112744"/>
                <a:gd name="csX21" fmla="*/ 88858 w 114655"/>
                <a:gd name="csY21" fmla="*/ 13854 h 112744"/>
                <a:gd name="csX22" fmla="*/ 89813 w 114655"/>
                <a:gd name="csY22" fmla="*/ 15287 h 112744"/>
                <a:gd name="csX23" fmla="*/ 90291 w 114655"/>
                <a:gd name="csY23" fmla="*/ 17198 h 112744"/>
                <a:gd name="csX24" fmla="*/ 89813 w 114655"/>
                <a:gd name="csY24" fmla="*/ 18154 h 112744"/>
                <a:gd name="csX25" fmla="*/ 88858 w 114655"/>
                <a:gd name="csY25" fmla="*/ 18631 h 112744"/>
                <a:gd name="csX26" fmla="*/ 89335 w 114655"/>
                <a:gd name="csY26" fmla="*/ 19109 h 112744"/>
                <a:gd name="csX27" fmla="*/ 90769 w 114655"/>
                <a:gd name="csY27" fmla="*/ 19109 h 112744"/>
                <a:gd name="csX28" fmla="*/ 92679 w 114655"/>
                <a:gd name="csY28" fmla="*/ 18631 h 112744"/>
                <a:gd name="csX29" fmla="*/ 95546 w 114655"/>
                <a:gd name="csY29" fmla="*/ 18154 h 112744"/>
                <a:gd name="csX30" fmla="*/ 99368 w 114655"/>
                <a:gd name="csY30" fmla="*/ 16721 h 112744"/>
                <a:gd name="csX31" fmla="*/ 102234 w 114655"/>
                <a:gd name="csY31" fmla="*/ 16243 h 112744"/>
                <a:gd name="csX32" fmla="*/ 106534 w 114655"/>
                <a:gd name="csY32" fmla="*/ 16243 h 112744"/>
                <a:gd name="csX33" fmla="*/ 108445 w 114655"/>
                <a:gd name="csY33" fmla="*/ 17198 h 112744"/>
                <a:gd name="csX34" fmla="*/ 109878 w 114655"/>
                <a:gd name="csY34" fmla="*/ 17676 h 112744"/>
                <a:gd name="csX35" fmla="*/ 110833 w 114655"/>
                <a:gd name="csY35" fmla="*/ 21498 h 112744"/>
                <a:gd name="csX36" fmla="*/ 111789 w 114655"/>
                <a:gd name="csY36" fmla="*/ 21975 h 112744"/>
                <a:gd name="csX37" fmla="*/ 112744 w 114655"/>
                <a:gd name="csY37" fmla="*/ 23409 h 112744"/>
                <a:gd name="csX38" fmla="*/ 113700 w 114655"/>
                <a:gd name="csY38" fmla="*/ 25320 h 112744"/>
                <a:gd name="csX39" fmla="*/ 113700 w 114655"/>
                <a:gd name="csY39" fmla="*/ 26275 h 112744"/>
                <a:gd name="csX40" fmla="*/ 113700 w 114655"/>
                <a:gd name="csY40" fmla="*/ 27231 h 112744"/>
                <a:gd name="csX41" fmla="*/ 112744 w 114655"/>
                <a:gd name="csY41" fmla="*/ 28186 h 112744"/>
                <a:gd name="csX42" fmla="*/ 111789 w 114655"/>
                <a:gd name="csY42" fmla="*/ 29619 h 112744"/>
                <a:gd name="csX43" fmla="*/ 111311 w 114655"/>
                <a:gd name="csY43" fmla="*/ 30575 h 112744"/>
                <a:gd name="csX44" fmla="*/ 110833 w 114655"/>
                <a:gd name="csY44" fmla="*/ 31052 h 112744"/>
                <a:gd name="csX45" fmla="*/ 109400 w 114655"/>
                <a:gd name="csY45" fmla="*/ 32008 h 112744"/>
                <a:gd name="csX46" fmla="*/ 106534 w 114655"/>
                <a:gd name="csY46" fmla="*/ 32008 h 112744"/>
                <a:gd name="csX47" fmla="*/ 106534 w 114655"/>
                <a:gd name="csY47" fmla="*/ 32486 h 112744"/>
                <a:gd name="csX48" fmla="*/ 105578 w 114655"/>
                <a:gd name="csY48" fmla="*/ 33919 h 112744"/>
                <a:gd name="csX49" fmla="*/ 104145 w 114655"/>
                <a:gd name="csY49" fmla="*/ 35352 h 112744"/>
                <a:gd name="csX50" fmla="*/ 103189 w 114655"/>
                <a:gd name="csY50" fmla="*/ 36785 h 112744"/>
                <a:gd name="csX51" fmla="*/ 102712 w 114655"/>
                <a:gd name="csY51" fmla="*/ 38218 h 112744"/>
                <a:gd name="csX52" fmla="*/ 102712 w 114655"/>
                <a:gd name="csY52" fmla="*/ 40129 h 112744"/>
                <a:gd name="csX53" fmla="*/ 102712 w 114655"/>
                <a:gd name="csY53" fmla="*/ 43473 h 112744"/>
                <a:gd name="csX54" fmla="*/ 102234 w 114655"/>
                <a:gd name="csY54" fmla="*/ 45384 h 112744"/>
                <a:gd name="csX55" fmla="*/ 103189 w 114655"/>
                <a:gd name="csY55" fmla="*/ 46340 h 112744"/>
                <a:gd name="csX56" fmla="*/ 106534 w 114655"/>
                <a:gd name="csY56" fmla="*/ 46340 h 112744"/>
                <a:gd name="csX57" fmla="*/ 107011 w 114655"/>
                <a:gd name="csY57" fmla="*/ 46817 h 112744"/>
                <a:gd name="csX58" fmla="*/ 107967 w 114655"/>
                <a:gd name="csY58" fmla="*/ 48251 h 112744"/>
                <a:gd name="csX59" fmla="*/ 108922 w 114655"/>
                <a:gd name="csY59" fmla="*/ 49206 h 112744"/>
                <a:gd name="csX60" fmla="*/ 112266 w 114655"/>
                <a:gd name="csY60" fmla="*/ 50162 h 112744"/>
                <a:gd name="csX61" fmla="*/ 113222 w 114655"/>
                <a:gd name="csY61" fmla="*/ 51117 h 112744"/>
                <a:gd name="csX62" fmla="*/ 114655 w 114655"/>
                <a:gd name="csY62" fmla="*/ 52072 h 112744"/>
                <a:gd name="csX63" fmla="*/ 114655 w 114655"/>
                <a:gd name="csY63" fmla="*/ 53028 h 112744"/>
                <a:gd name="csX64" fmla="*/ 113700 w 114655"/>
                <a:gd name="csY64" fmla="*/ 55894 h 112744"/>
                <a:gd name="csX65" fmla="*/ 113222 w 114655"/>
                <a:gd name="csY65" fmla="*/ 59238 h 112744"/>
                <a:gd name="csX66" fmla="*/ 113222 w 114655"/>
                <a:gd name="csY66" fmla="*/ 61627 h 112744"/>
                <a:gd name="csX67" fmla="*/ 113700 w 114655"/>
                <a:gd name="csY67" fmla="*/ 64016 h 112744"/>
                <a:gd name="csX68" fmla="*/ 114177 w 114655"/>
                <a:gd name="csY68" fmla="*/ 67360 h 112744"/>
                <a:gd name="csX69" fmla="*/ 113700 w 114655"/>
                <a:gd name="csY69" fmla="*/ 69271 h 112744"/>
                <a:gd name="csX70" fmla="*/ 113222 w 114655"/>
                <a:gd name="csY70" fmla="*/ 70704 h 112744"/>
                <a:gd name="csX71" fmla="*/ 113222 w 114655"/>
                <a:gd name="csY71" fmla="*/ 71659 h 112744"/>
                <a:gd name="csX72" fmla="*/ 113222 w 114655"/>
                <a:gd name="csY72" fmla="*/ 72615 h 112744"/>
                <a:gd name="csX73" fmla="*/ 112744 w 114655"/>
                <a:gd name="csY73" fmla="*/ 75959 h 112744"/>
                <a:gd name="csX74" fmla="*/ 112266 w 114655"/>
                <a:gd name="csY74" fmla="*/ 76437 h 112744"/>
                <a:gd name="csX75" fmla="*/ 110833 w 114655"/>
                <a:gd name="csY75" fmla="*/ 76914 h 112744"/>
                <a:gd name="csX76" fmla="*/ 109878 w 114655"/>
                <a:gd name="csY76" fmla="*/ 77870 h 112744"/>
                <a:gd name="csX77" fmla="*/ 109878 w 114655"/>
                <a:gd name="csY77" fmla="*/ 79303 h 112744"/>
                <a:gd name="csX78" fmla="*/ 108922 w 114655"/>
                <a:gd name="csY78" fmla="*/ 81214 h 112744"/>
                <a:gd name="csX79" fmla="*/ 108445 w 114655"/>
                <a:gd name="csY79" fmla="*/ 81692 h 112744"/>
                <a:gd name="csX80" fmla="*/ 108445 w 114655"/>
                <a:gd name="csY80" fmla="*/ 82647 h 112744"/>
                <a:gd name="csX81" fmla="*/ 108922 w 114655"/>
                <a:gd name="csY81" fmla="*/ 83125 h 112744"/>
                <a:gd name="csX82" fmla="*/ 108922 w 114655"/>
                <a:gd name="csY82" fmla="*/ 84080 h 112744"/>
                <a:gd name="csX83" fmla="*/ 107489 w 114655"/>
                <a:gd name="csY83" fmla="*/ 85513 h 112744"/>
                <a:gd name="csX84" fmla="*/ 106534 w 114655"/>
                <a:gd name="csY84" fmla="*/ 86469 h 112744"/>
                <a:gd name="csX85" fmla="*/ 105100 w 114655"/>
                <a:gd name="csY85" fmla="*/ 86947 h 112744"/>
                <a:gd name="csX86" fmla="*/ 102712 w 114655"/>
                <a:gd name="csY86" fmla="*/ 86469 h 112744"/>
                <a:gd name="csX87" fmla="*/ 102234 w 114655"/>
                <a:gd name="csY87" fmla="*/ 85513 h 112744"/>
                <a:gd name="csX88" fmla="*/ 102712 w 114655"/>
                <a:gd name="csY88" fmla="*/ 84558 h 112744"/>
                <a:gd name="csX89" fmla="*/ 102712 w 114655"/>
                <a:gd name="csY89" fmla="*/ 84080 h 112744"/>
                <a:gd name="csX90" fmla="*/ 101756 w 114655"/>
                <a:gd name="csY90" fmla="*/ 83125 h 112744"/>
                <a:gd name="csX91" fmla="*/ 100801 w 114655"/>
                <a:gd name="csY91" fmla="*/ 80736 h 112744"/>
                <a:gd name="csX92" fmla="*/ 99845 w 114655"/>
                <a:gd name="csY92" fmla="*/ 80258 h 112744"/>
                <a:gd name="csX93" fmla="*/ 99368 w 114655"/>
                <a:gd name="csY93" fmla="*/ 81214 h 112744"/>
                <a:gd name="csX94" fmla="*/ 97457 w 114655"/>
                <a:gd name="csY94" fmla="*/ 83125 h 112744"/>
                <a:gd name="csX95" fmla="*/ 94590 w 114655"/>
                <a:gd name="csY95" fmla="*/ 85036 h 112744"/>
                <a:gd name="csX96" fmla="*/ 92202 w 114655"/>
                <a:gd name="csY96" fmla="*/ 85036 h 112744"/>
                <a:gd name="csX97" fmla="*/ 88380 w 114655"/>
                <a:gd name="csY97" fmla="*/ 84558 h 112744"/>
                <a:gd name="csX98" fmla="*/ 85036 w 114655"/>
                <a:gd name="csY98" fmla="*/ 83603 h 112744"/>
                <a:gd name="csX99" fmla="*/ 83603 w 114655"/>
                <a:gd name="csY99" fmla="*/ 81214 h 112744"/>
                <a:gd name="csX100" fmla="*/ 82647 w 114655"/>
                <a:gd name="csY100" fmla="*/ 78825 h 112744"/>
                <a:gd name="csX101" fmla="*/ 81214 w 114655"/>
                <a:gd name="csY101" fmla="*/ 76437 h 112744"/>
                <a:gd name="csX102" fmla="*/ 79303 w 114655"/>
                <a:gd name="csY102" fmla="*/ 75481 h 112744"/>
                <a:gd name="csX103" fmla="*/ 77870 w 114655"/>
                <a:gd name="csY103" fmla="*/ 75004 h 112744"/>
                <a:gd name="csX104" fmla="*/ 76914 w 114655"/>
                <a:gd name="csY104" fmla="*/ 74526 h 112744"/>
                <a:gd name="csX105" fmla="*/ 74526 w 114655"/>
                <a:gd name="csY105" fmla="*/ 75959 h 112744"/>
                <a:gd name="csX106" fmla="*/ 74048 w 114655"/>
                <a:gd name="csY106" fmla="*/ 76437 h 112744"/>
                <a:gd name="csX107" fmla="*/ 74048 w 114655"/>
                <a:gd name="csY107" fmla="*/ 77870 h 112744"/>
                <a:gd name="csX108" fmla="*/ 74048 w 114655"/>
                <a:gd name="csY108" fmla="*/ 78825 h 112744"/>
                <a:gd name="csX109" fmla="*/ 74526 w 114655"/>
                <a:gd name="csY109" fmla="*/ 79303 h 112744"/>
                <a:gd name="csX110" fmla="*/ 75004 w 114655"/>
                <a:gd name="csY110" fmla="*/ 79781 h 112744"/>
                <a:gd name="csX111" fmla="*/ 75004 w 114655"/>
                <a:gd name="csY111" fmla="*/ 80736 h 112744"/>
                <a:gd name="csX112" fmla="*/ 74526 w 114655"/>
                <a:gd name="csY112" fmla="*/ 82170 h 112744"/>
                <a:gd name="csX113" fmla="*/ 74048 w 114655"/>
                <a:gd name="csY113" fmla="*/ 84080 h 112744"/>
                <a:gd name="csX114" fmla="*/ 66404 w 114655"/>
                <a:gd name="csY114" fmla="*/ 85513 h 112744"/>
                <a:gd name="csX115" fmla="*/ 65449 w 114655"/>
                <a:gd name="csY115" fmla="*/ 85036 h 112744"/>
                <a:gd name="csX116" fmla="*/ 64493 w 114655"/>
                <a:gd name="csY116" fmla="*/ 84080 h 112744"/>
                <a:gd name="csX117" fmla="*/ 63060 w 114655"/>
                <a:gd name="csY117" fmla="*/ 84080 h 112744"/>
                <a:gd name="csX118" fmla="*/ 59716 w 114655"/>
                <a:gd name="csY118" fmla="*/ 85036 h 112744"/>
                <a:gd name="csX119" fmla="*/ 58761 w 114655"/>
                <a:gd name="csY119" fmla="*/ 84558 h 112744"/>
                <a:gd name="csX120" fmla="*/ 57328 w 114655"/>
                <a:gd name="csY120" fmla="*/ 84080 h 112744"/>
                <a:gd name="csX121" fmla="*/ 56850 w 114655"/>
                <a:gd name="csY121" fmla="*/ 84558 h 112744"/>
                <a:gd name="csX122" fmla="*/ 56850 w 114655"/>
                <a:gd name="csY122" fmla="*/ 85036 h 112744"/>
                <a:gd name="csX123" fmla="*/ 57328 w 114655"/>
                <a:gd name="csY123" fmla="*/ 88858 h 112744"/>
                <a:gd name="csX124" fmla="*/ 57328 w 114655"/>
                <a:gd name="csY124" fmla="*/ 89813 h 112744"/>
                <a:gd name="csX125" fmla="*/ 56372 w 114655"/>
                <a:gd name="csY125" fmla="*/ 91724 h 112744"/>
                <a:gd name="csX126" fmla="*/ 56372 w 114655"/>
                <a:gd name="csY126" fmla="*/ 93157 h 112744"/>
                <a:gd name="csX127" fmla="*/ 58283 w 114655"/>
                <a:gd name="csY127" fmla="*/ 93157 h 112744"/>
                <a:gd name="csX128" fmla="*/ 58761 w 114655"/>
                <a:gd name="csY128" fmla="*/ 94113 h 112744"/>
                <a:gd name="csX129" fmla="*/ 59716 w 114655"/>
                <a:gd name="csY129" fmla="*/ 94590 h 112744"/>
                <a:gd name="csX130" fmla="*/ 60672 w 114655"/>
                <a:gd name="csY130" fmla="*/ 95546 h 112744"/>
                <a:gd name="csX131" fmla="*/ 60672 w 114655"/>
                <a:gd name="csY131" fmla="*/ 96024 h 112744"/>
                <a:gd name="csX132" fmla="*/ 59716 w 114655"/>
                <a:gd name="csY132" fmla="*/ 96979 h 112744"/>
                <a:gd name="csX133" fmla="*/ 59238 w 114655"/>
                <a:gd name="csY133" fmla="*/ 98412 h 112744"/>
                <a:gd name="csX134" fmla="*/ 59716 w 114655"/>
                <a:gd name="csY134" fmla="*/ 99368 h 112744"/>
                <a:gd name="csX135" fmla="*/ 61149 w 114655"/>
                <a:gd name="csY135" fmla="*/ 100323 h 112744"/>
                <a:gd name="csX136" fmla="*/ 63060 w 114655"/>
                <a:gd name="csY136" fmla="*/ 101279 h 112744"/>
                <a:gd name="csX137" fmla="*/ 64016 w 114655"/>
                <a:gd name="csY137" fmla="*/ 101756 h 112744"/>
                <a:gd name="csX138" fmla="*/ 64016 w 114655"/>
                <a:gd name="csY138" fmla="*/ 102234 h 112744"/>
                <a:gd name="csX139" fmla="*/ 63060 w 114655"/>
                <a:gd name="csY139" fmla="*/ 103667 h 112744"/>
                <a:gd name="csX140" fmla="*/ 62582 w 114655"/>
                <a:gd name="csY140" fmla="*/ 104623 h 112744"/>
                <a:gd name="csX141" fmla="*/ 62105 w 114655"/>
                <a:gd name="csY141" fmla="*/ 105578 h 112744"/>
                <a:gd name="csX142" fmla="*/ 62105 w 114655"/>
                <a:gd name="csY142" fmla="*/ 106534 h 112744"/>
                <a:gd name="csX143" fmla="*/ 63060 w 114655"/>
                <a:gd name="csY143" fmla="*/ 107011 h 112744"/>
                <a:gd name="csX144" fmla="*/ 63060 w 114655"/>
                <a:gd name="csY144" fmla="*/ 107967 h 112744"/>
                <a:gd name="csX145" fmla="*/ 62582 w 114655"/>
                <a:gd name="csY145" fmla="*/ 108445 h 112744"/>
                <a:gd name="csX146" fmla="*/ 61149 w 114655"/>
                <a:gd name="csY146" fmla="*/ 108445 h 112744"/>
                <a:gd name="csX147" fmla="*/ 60194 w 114655"/>
                <a:gd name="csY147" fmla="*/ 108445 h 112744"/>
                <a:gd name="csX148" fmla="*/ 59238 w 114655"/>
                <a:gd name="csY148" fmla="*/ 108445 h 112744"/>
                <a:gd name="csX149" fmla="*/ 56372 w 114655"/>
                <a:gd name="csY149" fmla="*/ 105578 h 112744"/>
                <a:gd name="csX150" fmla="*/ 55416 w 114655"/>
                <a:gd name="csY150" fmla="*/ 105578 h 112744"/>
                <a:gd name="csX151" fmla="*/ 51117 w 114655"/>
                <a:gd name="csY151" fmla="*/ 107489 h 112744"/>
                <a:gd name="csX152" fmla="*/ 50162 w 114655"/>
                <a:gd name="csY152" fmla="*/ 108445 h 112744"/>
                <a:gd name="csX153" fmla="*/ 49206 w 114655"/>
                <a:gd name="csY153" fmla="*/ 109878 h 112744"/>
                <a:gd name="csX154" fmla="*/ 48251 w 114655"/>
                <a:gd name="csY154" fmla="*/ 112744 h 112744"/>
                <a:gd name="csX155" fmla="*/ 46340 w 114655"/>
                <a:gd name="csY155" fmla="*/ 110833 h 112744"/>
                <a:gd name="csX156" fmla="*/ 44429 w 114655"/>
                <a:gd name="csY156" fmla="*/ 107967 h 112744"/>
                <a:gd name="csX157" fmla="*/ 42518 w 114655"/>
                <a:gd name="csY157" fmla="*/ 106056 h 112744"/>
                <a:gd name="csX158" fmla="*/ 38218 w 114655"/>
                <a:gd name="csY158" fmla="*/ 103189 h 112744"/>
                <a:gd name="csX159" fmla="*/ 37263 w 114655"/>
                <a:gd name="csY159" fmla="*/ 100801 h 112744"/>
                <a:gd name="csX160" fmla="*/ 32486 w 114655"/>
                <a:gd name="csY160" fmla="*/ 96024 h 112744"/>
                <a:gd name="csX161" fmla="*/ 25797 w 114655"/>
                <a:gd name="csY161" fmla="*/ 91246 h 112744"/>
                <a:gd name="csX162" fmla="*/ 21020 w 114655"/>
                <a:gd name="csY162" fmla="*/ 87424 h 112744"/>
                <a:gd name="csX163" fmla="*/ 20065 w 114655"/>
                <a:gd name="csY163" fmla="*/ 86469 h 112744"/>
                <a:gd name="csX164" fmla="*/ 21020 w 114655"/>
                <a:gd name="csY164" fmla="*/ 86469 h 112744"/>
                <a:gd name="csX165" fmla="*/ 25797 w 114655"/>
                <a:gd name="csY165" fmla="*/ 88380 h 112744"/>
                <a:gd name="csX166" fmla="*/ 26275 w 114655"/>
                <a:gd name="csY166" fmla="*/ 88380 h 112744"/>
                <a:gd name="csX167" fmla="*/ 26753 w 114655"/>
                <a:gd name="csY167" fmla="*/ 87902 h 112744"/>
                <a:gd name="csX168" fmla="*/ 24842 w 114655"/>
                <a:gd name="csY168" fmla="*/ 86947 h 112744"/>
                <a:gd name="csX169" fmla="*/ 22931 w 114655"/>
                <a:gd name="csY169" fmla="*/ 85991 h 112744"/>
                <a:gd name="csX170" fmla="*/ 21020 w 114655"/>
                <a:gd name="csY170" fmla="*/ 85513 h 112744"/>
                <a:gd name="csX171" fmla="*/ 19109 w 114655"/>
                <a:gd name="csY171" fmla="*/ 85513 h 112744"/>
                <a:gd name="csX172" fmla="*/ 18154 w 114655"/>
                <a:gd name="csY172" fmla="*/ 84558 h 112744"/>
                <a:gd name="csX173" fmla="*/ 17676 w 114655"/>
                <a:gd name="csY173" fmla="*/ 83125 h 112744"/>
                <a:gd name="csX174" fmla="*/ 17198 w 114655"/>
                <a:gd name="csY174" fmla="*/ 82170 h 112744"/>
                <a:gd name="csX175" fmla="*/ 16243 w 114655"/>
                <a:gd name="csY175" fmla="*/ 80736 h 112744"/>
                <a:gd name="csX176" fmla="*/ 13854 w 114655"/>
                <a:gd name="csY176" fmla="*/ 78347 h 112744"/>
                <a:gd name="csX177" fmla="*/ 13376 w 114655"/>
                <a:gd name="csY177" fmla="*/ 77392 h 112744"/>
                <a:gd name="csX178" fmla="*/ 11943 w 114655"/>
                <a:gd name="csY178" fmla="*/ 75959 h 112744"/>
                <a:gd name="csX179" fmla="*/ 12421 w 114655"/>
                <a:gd name="csY179" fmla="*/ 75959 h 112744"/>
                <a:gd name="csX180" fmla="*/ 15287 w 114655"/>
                <a:gd name="csY180" fmla="*/ 77392 h 112744"/>
                <a:gd name="csX181" fmla="*/ 15765 w 114655"/>
                <a:gd name="csY181" fmla="*/ 76914 h 112744"/>
                <a:gd name="csX182" fmla="*/ 15287 w 114655"/>
                <a:gd name="csY182" fmla="*/ 75959 h 112744"/>
                <a:gd name="csX183" fmla="*/ 12421 w 114655"/>
                <a:gd name="csY183" fmla="*/ 75004 h 112744"/>
                <a:gd name="csX184" fmla="*/ 10988 w 114655"/>
                <a:gd name="csY184" fmla="*/ 74526 h 112744"/>
                <a:gd name="csX185" fmla="*/ 10988 w 114655"/>
                <a:gd name="csY185" fmla="*/ 74048 h 112744"/>
                <a:gd name="csX186" fmla="*/ 10988 w 114655"/>
                <a:gd name="csY186" fmla="*/ 73093 h 112744"/>
                <a:gd name="csX187" fmla="*/ 9077 w 114655"/>
                <a:gd name="csY187" fmla="*/ 69271 h 112744"/>
                <a:gd name="csX188" fmla="*/ 6688 w 114655"/>
                <a:gd name="csY188" fmla="*/ 66404 h 112744"/>
                <a:gd name="csX189" fmla="*/ 6688 w 114655"/>
                <a:gd name="csY189" fmla="*/ 65449 h 112744"/>
                <a:gd name="csX190" fmla="*/ 12421 w 114655"/>
                <a:gd name="csY190" fmla="*/ 71182 h 112744"/>
                <a:gd name="csX191" fmla="*/ 12899 w 114655"/>
                <a:gd name="csY191" fmla="*/ 71182 h 112744"/>
                <a:gd name="csX192" fmla="*/ 13854 w 114655"/>
                <a:gd name="csY192" fmla="*/ 71182 h 112744"/>
                <a:gd name="csX193" fmla="*/ 16243 w 114655"/>
                <a:gd name="csY193" fmla="*/ 70704 h 112744"/>
                <a:gd name="csX194" fmla="*/ 15765 w 114655"/>
                <a:gd name="csY194" fmla="*/ 69748 h 112744"/>
                <a:gd name="csX195" fmla="*/ 14809 w 114655"/>
                <a:gd name="csY195" fmla="*/ 68793 h 112744"/>
                <a:gd name="csX196" fmla="*/ 13854 w 114655"/>
                <a:gd name="csY196" fmla="*/ 69271 h 112744"/>
                <a:gd name="csX197" fmla="*/ 12421 w 114655"/>
                <a:gd name="csY197" fmla="*/ 69271 h 112744"/>
                <a:gd name="csX198" fmla="*/ 11943 w 114655"/>
                <a:gd name="csY198" fmla="*/ 69271 h 112744"/>
                <a:gd name="csX199" fmla="*/ 11465 w 114655"/>
                <a:gd name="csY199" fmla="*/ 68315 h 112744"/>
                <a:gd name="csX200" fmla="*/ 12899 w 114655"/>
                <a:gd name="csY200" fmla="*/ 65449 h 112744"/>
                <a:gd name="csX201" fmla="*/ 12421 w 114655"/>
                <a:gd name="csY201" fmla="*/ 65927 h 112744"/>
                <a:gd name="csX202" fmla="*/ 11943 w 114655"/>
                <a:gd name="csY202" fmla="*/ 66404 h 112744"/>
                <a:gd name="csX203" fmla="*/ 10988 w 114655"/>
                <a:gd name="csY203" fmla="*/ 66404 h 112744"/>
                <a:gd name="csX204" fmla="*/ 10032 w 114655"/>
                <a:gd name="csY204" fmla="*/ 66882 h 112744"/>
                <a:gd name="csX205" fmla="*/ 7166 w 114655"/>
                <a:gd name="csY205" fmla="*/ 64971 h 112744"/>
                <a:gd name="csX206" fmla="*/ 4777 w 114655"/>
                <a:gd name="csY206" fmla="*/ 61149 h 112744"/>
                <a:gd name="csX207" fmla="*/ 4299 w 114655"/>
                <a:gd name="csY207" fmla="*/ 60194 h 112744"/>
                <a:gd name="csX208" fmla="*/ 3344 w 114655"/>
                <a:gd name="csY208" fmla="*/ 58761 h 112744"/>
                <a:gd name="csX209" fmla="*/ 2866 w 114655"/>
                <a:gd name="csY209" fmla="*/ 58283 h 112744"/>
                <a:gd name="csX210" fmla="*/ 0 w 114655"/>
                <a:gd name="csY210" fmla="*/ 52550 h 112744"/>
                <a:gd name="csX211" fmla="*/ 956 w 114655"/>
                <a:gd name="csY211" fmla="*/ 53028 h 112744"/>
                <a:gd name="csX212" fmla="*/ 2389 w 114655"/>
                <a:gd name="csY212" fmla="*/ 54461 h 112744"/>
                <a:gd name="csX213" fmla="*/ 4777 w 114655"/>
                <a:gd name="csY213" fmla="*/ 53983 h 112744"/>
                <a:gd name="csX214" fmla="*/ 5733 w 114655"/>
                <a:gd name="csY214" fmla="*/ 53028 h 112744"/>
                <a:gd name="csX215" fmla="*/ 6688 w 114655"/>
                <a:gd name="csY215" fmla="*/ 53028 h 112744"/>
                <a:gd name="csX216" fmla="*/ 7644 w 114655"/>
                <a:gd name="csY216" fmla="*/ 53028 h 112744"/>
                <a:gd name="csX217" fmla="*/ 8599 w 114655"/>
                <a:gd name="csY217" fmla="*/ 52072 h 112744"/>
                <a:gd name="csX218" fmla="*/ 11943 w 114655"/>
                <a:gd name="csY218" fmla="*/ 48251 h 112744"/>
                <a:gd name="csX219" fmla="*/ 12421 w 114655"/>
                <a:gd name="csY219" fmla="*/ 42518 h 112744"/>
                <a:gd name="csX220" fmla="*/ 12421 w 114655"/>
                <a:gd name="csY220" fmla="*/ 39651 h 112744"/>
                <a:gd name="csX221" fmla="*/ 11943 w 114655"/>
                <a:gd name="csY221" fmla="*/ 36307 h 112744"/>
                <a:gd name="csX222" fmla="*/ 12899 w 114655"/>
                <a:gd name="csY222" fmla="*/ 35352 h 112744"/>
                <a:gd name="csX223" fmla="*/ 13376 w 114655"/>
                <a:gd name="csY223" fmla="*/ 36307 h 112744"/>
                <a:gd name="csX224" fmla="*/ 13376 w 114655"/>
                <a:gd name="csY224" fmla="*/ 37263 h 112744"/>
                <a:gd name="csX225" fmla="*/ 13854 w 114655"/>
                <a:gd name="csY225" fmla="*/ 38218 h 112744"/>
                <a:gd name="csX226" fmla="*/ 15287 w 114655"/>
                <a:gd name="csY226" fmla="*/ 38696 h 112744"/>
                <a:gd name="csX227" fmla="*/ 17198 w 114655"/>
                <a:gd name="csY227" fmla="*/ 39174 h 112744"/>
                <a:gd name="csX228" fmla="*/ 20542 w 114655"/>
                <a:gd name="csY228" fmla="*/ 40129 h 112744"/>
                <a:gd name="csX229" fmla="*/ 21498 w 114655"/>
                <a:gd name="csY229" fmla="*/ 41085 h 112744"/>
                <a:gd name="csX230" fmla="*/ 21975 w 114655"/>
                <a:gd name="csY230" fmla="*/ 39651 h 112744"/>
                <a:gd name="csX231" fmla="*/ 25797 w 114655"/>
                <a:gd name="csY231" fmla="*/ 38218 h 112744"/>
                <a:gd name="csX232" fmla="*/ 24364 w 114655"/>
                <a:gd name="csY232" fmla="*/ 37740 h 112744"/>
                <a:gd name="csX233" fmla="*/ 21020 w 114655"/>
                <a:gd name="csY233" fmla="*/ 38218 h 112744"/>
                <a:gd name="csX234" fmla="*/ 16721 w 114655"/>
                <a:gd name="csY234" fmla="*/ 36307 h 112744"/>
                <a:gd name="csX235" fmla="*/ 15287 w 114655"/>
                <a:gd name="csY235" fmla="*/ 35352 h 112744"/>
                <a:gd name="csX236" fmla="*/ 13854 w 114655"/>
                <a:gd name="csY236" fmla="*/ 32963 h 112744"/>
                <a:gd name="csX237" fmla="*/ 12421 w 114655"/>
                <a:gd name="csY237" fmla="*/ 31530 h 112744"/>
                <a:gd name="csX238" fmla="*/ 12421 w 114655"/>
                <a:gd name="csY238" fmla="*/ 30575 h 112744"/>
                <a:gd name="csX239" fmla="*/ 15765 w 114655"/>
                <a:gd name="csY239" fmla="*/ 29619 h 112744"/>
                <a:gd name="csX240" fmla="*/ 16721 w 114655"/>
                <a:gd name="csY240" fmla="*/ 29619 h 112744"/>
                <a:gd name="csX241" fmla="*/ 16721 w 114655"/>
                <a:gd name="csY241" fmla="*/ 31052 h 112744"/>
                <a:gd name="csX242" fmla="*/ 17676 w 114655"/>
                <a:gd name="csY242" fmla="*/ 31530 h 112744"/>
                <a:gd name="csX243" fmla="*/ 18154 w 114655"/>
                <a:gd name="csY243" fmla="*/ 31052 h 112744"/>
                <a:gd name="csX244" fmla="*/ 18154 w 114655"/>
                <a:gd name="csY244" fmla="*/ 30097 h 112744"/>
                <a:gd name="csX245" fmla="*/ 18154 w 114655"/>
                <a:gd name="csY245" fmla="*/ 27708 h 112744"/>
                <a:gd name="csX246" fmla="*/ 17198 w 114655"/>
                <a:gd name="csY246" fmla="*/ 23886 h 112744"/>
                <a:gd name="csX247" fmla="*/ 17676 w 114655"/>
                <a:gd name="csY247" fmla="*/ 22931 h 1127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</a:cxnLst>
              <a:rect l="l" t="t" r="r" b="b"/>
              <a:pathLst>
                <a:path w="114655" h="112744">
                  <a:moveTo>
                    <a:pt x="52072" y="2389"/>
                  </a:moveTo>
                  <a:lnTo>
                    <a:pt x="52072" y="1433"/>
                  </a:lnTo>
                  <a:lnTo>
                    <a:pt x="52550" y="956"/>
                  </a:lnTo>
                  <a:lnTo>
                    <a:pt x="52550" y="0"/>
                  </a:lnTo>
                  <a:lnTo>
                    <a:pt x="56850" y="0"/>
                  </a:lnTo>
                  <a:lnTo>
                    <a:pt x="64016" y="478"/>
                  </a:lnTo>
                  <a:lnTo>
                    <a:pt x="67360" y="478"/>
                  </a:lnTo>
                  <a:lnTo>
                    <a:pt x="68315" y="478"/>
                  </a:lnTo>
                  <a:lnTo>
                    <a:pt x="72615" y="0"/>
                  </a:lnTo>
                  <a:lnTo>
                    <a:pt x="75959" y="478"/>
                  </a:lnTo>
                  <a:lnTo>
                    <a:pt x="77392" y="956"/>
                  </a:lnTo>
                  <a:lnTo>
                    <a:pt x="78347" y="956"/>
                  </a:lnTo>
                  <a:lnTo>
                    <a:pt x="82647" y="956"/>
                  </a:lnTo>
                  <a:lnTo>
                    <a:pt x="87902" y="956"/>
                  </a:lnTo>
                  <a:lnTo>
                    <a:pt x="89813" y="956"/>
                  </a:lnTo>
                  <a:lnTo>
                    <a:pt x="90769" y="1433"/>
                  </a:lnTo>
                  <a:lnTo>
                    <a:pt x="91246" y="2866"/>
                  </a:lnTo>
                  <a:lnTo>
                    <a:pt x="90769" y="3822"/>
                  </a:lnTo>
                  <a:lnTo>
                    <a:pt x="89335" y="7166"/>
                  </a:lnTo>
                  <a:lnTo>
                    <a:pt x="88858" y="9555"/>
                  </a:lnTo>
                  <a:lnTo>
                    <a:pt x="88380" y="11943"/>
                  </a:lnTo>
                  <a:lnTo>
                    <a:pt x="88858" y="13854"/>
                  </a:lnTo>
                  <a:lnTo>
                    <a:pt x="89813" y="15287"/>
                  </a:lnTo>
                  <a:lnTo>
                    <a:pt x="90291" y="17198"/>
                  </a:lnTo>
                  <a:lnTo>
                    <a:pt x="89813" y="18154"/>
                  </a:lnTo>
                  <a:lnTo>
                    <a:pt x="88858" y="18631"/>
                  </a:lnTo>
                  <a:lnTo>
                    <a:pt x="89335" y="19109"/>
                  </a:lnTo>
                  <a:lnTo>
                    <a:pt x="90769" y="19109"/>
                  </a:lnTo>
                  <a:lnTo>
                    <a:pt x="92679" y="18631"/>
                  </a:lnTo>
                  <a:lnTo>
                    <a:pt x="95546" y="18154"/>
                  </a:lnTo>
                  <a:lnTo>
                    <a:pt x="99368" y="16721"/>
                  </a:lnTo>
                  <a:lnTo>
                    <a:pt x="102234" y="16243"/>
                  </a:lnTo>
                  <a:lnTo>
                    <a:pt x="106534" y="16243"/>
                  </a:lnTo>
                  <a:lnTo>
                    <a:pt x="108445" y="17198"/>
                  </a:lnTo>
                  <a:lnTo>
                    <a:pt x="109878" y="17676"/>
                  </a:lnTo>
                  <a:lnTo>
                    <a:pt x="110833" y="21498"/>
                  </a:lnTo>
                  <a:lnTo>
                    <a:pt x="111789" y="21975"/>
                  </a:lnTo>
                  <a:lnTo>
                    <a:pt x="112744" y="23409"/>
                  </a:lnTo>
                  <a:lnTo>
                    <a:pt x="113700" y="25320"/>
                  </a:lnTo>
                  <a:lnTo>
                    <a:pt x="113700" y="26275"/>
                  </a:lnTo>
                  <a:lnTo>
                    <a:pt x="113700" y="27231"/>
                  </a:lnTo>
                  <a:lnTo>
                    <a:pt x="112744" y="28186"/>
                  </a:lnTo>
                  <a:lnTo>
                    <a:pt x="111789" y="29619"/>
                  </a:lnTo>
                  <a:lnTo>
                    <a:pt x="111311" y="30575"/>
                  </a:lnTo>
                  <a:lnTo>
                    <a:pt x="110833" y="31052"/>
                  </a:lnTo>
                  <a:lnTo>
                    <a:pt x="109400" y="32008"/>
                  </a:lnTo>
                  <a:lnTo>
                    <a:pt x="106534" y="32008"/>
                  </a:lnTo>
                  <a:lnTo>
                    <a:pt x="106534" y="32486"/>
                  </a:lnTo>
                  <a:lnTo>
                    <a:pt x="105578" y="33919"/>
                  </a:lnTo>
                  <a:lnTo>
                    <a:pt x="104145" y="35352"/>
                  </a:lnTo>
                  <a:lnTo>
                    <a:pt x="103189" y="36785"/>
                  </a:lnTo>
                  <a:lnTo>
                    <a:pt x="102712" y="38218"/>
                  </a:lnTo>
                  <a:lnTo>
                    <a:pt x="102712" y="40129"/>
                  </a:lnTo>
                  <a:lnTo>
                    <a:pt x="102712" y="43473"/>
                  </a:lnTo>
                  <a:lnTo>
                    <a:pt x="102234" y="45384"/>
                  </a:lnTo>
                  <a:lnTo>
                    <a:pt x="103189" y="46340"/>
                  </a:lnTo>
                  <a:lnTo>
                    <a:pt x="106534" y="46340"/>
                  </a:lnTo>
                  <a:lnTo>
                    <a:pt x="107011" y="46817"/>
                  </a:lnTo>
                  <a:lnTo>
                    <a:pt x="107967" y="48251"/>
                  </a:lnTo>
                  <a:lnTo>
                    <a:pt x="108922" y="49206"/>
                  </a:lnTo>
                  <a:lnTo>
                    <a:pt x="112266" y="50162"/>
                  </a:lnTo>
                  <a:lnTo>
                    <a:pt x="113222" y="51117"/>
                  </a:lnTo>
                  <a:lnTo>
                    <a:pt x="114655" y="52072"/>
                  </a:lnTo>
                  <a:lnTo>
                    <a:pt x="114655" y="53028"/>
                  </a:lnTo>
                  <a:lnTo>
                    <a:pt x="113700" y="55894"/>
                  </a:lnTo>
                  <a:lnTo>
                    <a:pt x="113222" y="59238"/>
                  </a:lnTo>
                  <a:lnTo>
                    <a:pt x="113222" y="61627"/>
                  </a:lnTo>
                  <a:lnTo>
                    <a:pt x="113700" y="64016"/>
                  </a:lnTo>
                  <a:lnTo>
                    <a:pt x="114177" y="67360"/>
                  </a:lnTo>
                  <a:lnTo>
                    <a:pt x="113700" y="69271"/>
                  </a:lnTo>
                  <a:lnTo>
                    <a:pt x="113222" y="70704"/>
                  </a:lnTo>
                  <a:lnTo>
                    <a:pt x="113222" y="71659"/>
                  </a:lnTo>
                  <a:lnTo>
                    <a:pt x="113222" y="72615"/>
                  </a:lnTo>
                  <a:lnTo>
                    <a:pt x="112744" y="75959"/>
                  </a:lnTo>
                  <a:lnTo>
                    <a:pt x="112266" y="76437"/>
                  </a:lnTo>
                  <a:lnTo>
                    <a:pt x="110833" y="76914"/>
                  </a:lnTo>
                  <a:lnTo>
                    <a:pt x="109878" y="77870"/>
                  </a:lnTo>
                  <a:lnTo>
                    <a:pt x="109878" y="79303"/>
                  </a:lnTo>
                  <a:lnTo>
                    <a:pt x="108922" y="81214"/>
                  </a:lnTo>
                  <a:lnTo>
                    <a:pt x="108445" y="81692"/>
                  </a:lnTo>
                  <a:lnTo>
                    <a:pt x="108445" y="82647"/>
                  </a:lnTo>
                  <a:lnTo>
                    <a:pt x="108922" y="83125"/>
                  </a:lnTo>
                  <a:lnTo>
                    <a:pt x="108922" y="84080"/>
                  </a:lnTo>
                  <a:lnTo>
                    <a:pt x="107489" y="85513"/>
                  </a:lnTo>
                  <a:lnTo>
                    <a:pt x="106534" y="86469"/>
                  </a:lnTo>
                  <a:lnTo>
                    <a:pt x="105100" y="86947"/>
                  </a:lnTo>
                  <a:lnTo>
                    <a:pt x="102712" y="86469"/>
                  </a:lnTo>
                  <a:lnTo>
                    <a:pt x="102234" y="85513"/>
                  </a:lnTo>
                  <a:lnTo>
                    <a:pt x="102712" y="84558"/>
                  </a:lnTo>
                  <a:lnTo>
                    <a:pt x="102712" y="84080"/>
                  </a:lnTo>
                  <a:lnTo>
                    <a:pt x="101756" y="83125"/>
                  </a:lnTo>
                  <a:lnTo>
                    <a:pt x="100801" y="80736"/>
                  </a:lnTo>
                  <a:lnTo>
                    <a:pt x="99845" y="80258"/>
                  </a:lnTo>
                  <a:lnTo>
                    <a:pt x="99368" y="81214"/>
                  </a:lnTo>
                  <a:lnTo>
                    <a:pt x="97457" y="83125"/>
                  </a:lnTo>
                  <a:lnTo>
                    <a:pt x="94590" y="85036"/>
                  </a:lnTo>
                  <a:lnTo>
                    <a:pt x="92202" y="85036"/>
                  </a:lnTo>
                  <a:lnTo>
                    <a:pt x="88380" y="84558"/>
                  </a:lnTo>
                  <a:lnTo>
                    <a:pt x="85036" y="83603"/>
                  </a:lnTo>
                  <a:lnTo>
                    <a:pt x="83603" y="81214"/>
                  </a:lnTo>
                  <a:lnTo>
                    <a:pt x="82647" y="78825"/>
                  </a:lnTo>
                  <a:lnTo>
                    <a:pt x="81214" y="76437"/>
                  </a:lnTo>
                  <a:lnTo>
                    <a:pt x="79303" y="75481"/>
                  </a:lnTo>
                  <a:lnTo>
                    <a:pt x="77870" y="75004"/>
                  </a:lnTo>
                  <a:lnTo>
                    <a:pt x="76914" y="74526"/>
                  </a:lnTo>
                  <a:lnTo>
                    <a:pt x="74526" y="75959"/>
                  </a:lnTo>
                  <a:lnTo>
                    <a:pt x="74048" y="76437"/>
                  </a:lnTo>
                  <a:lnTo>
                    <a:pt x="74048" y="77870"/>
                  </a:lnTo>
                  <a:lnTo>
                    <a:pt x="74048" y="78825"/>
                  </a:lnTo>
                  <a:lnTo>
                    <a:pt x="74526" y="79303"/>
                  </a:lnTo>
                  <a:lnTo>
                    <a:pt x="75004" y="79781"/>
                  </a:lnTo>
                  <a:lnTo>
                    <a:pt x="75004" y="80736"/>
                  </a:lnTo>
                  <a:lnTo>
                    <a:pt x="74526" y="82170"/>
                  </a:lnTo>
                  <a:lnTo>
                    <a:pt x="74048" y="84080"/>
                  </a:lnTo>
                  <a:lnTo>
                    <a:pt x="66404" y="85513"/>
                  </a:lnTo>
                  <a:lnTo>
                    <a:pt x="65449" y="85036"/>
                  </a:lnTo>
                  <a:lnTo>
                    <a:pt x="64493" y="84080"/>
                  </a:lnTo>
                  <a:lnTo>
                    <a:pt x="63060" y="84080"/>
                  </a:lnTo>
                  <a:lnTo>
                    <a:pt x="59716" y="85036"/>
                  </a:lnTo>
                  <a:lnTo>
                    <a:pt x="58761" y="84558"/>
                  </a:lnTo>
                  <a:lnTo>
                    <a:pt x="57328" y="84080"/>
                  </a:lnTo>
                  <a:lnTo>
                    <a:pt x="56850" y="84558"/>
                  </a:lnTo>
                  <a:lnTo>
                    <a:pt x="56850" y="85036"/>
                  </a:lnTo>
                  <a:lnTo>
                    <a:pt x="57328" y="88858"/>
                  </a:lnTo>
                  <a:lnTo>
                    <a:pt x="57328" y="89813"/>
                  </a:lnTo>
                  <a:lnTo>
                    <a:pt x="56372" y="91724"/>
                  </a:lnTo>
                  <a:lnTo>
                    <a:pt x="56372" y="93157"/>
                  </a:lnTo>
                  <a:lnTo>
                    <a:pt x="58283" y="93157"/>
                  </a:lnTo>
                  <a:lnTo>
                    <a:pt x="58761" y="94113"/>
                  </a:lnTo>
                  <a:lnTo>
                    <a:pt x="59716" y="94590"/>
                  </a:lnTo>
                  <a:lnTo>
                    <a:pt x="60672" y="95546"/>
                  </a:lnTo>
                  <a:lnTo>
                    <a:pt x="60672" y="96024"/>
                  </a:lnTo>
                  <a:lnTo>
                    <a:pt x="59716" y="96979"/>
                  </a:lnTo>
                  <a:lnTo>
                    <a:pt x="59238" y="98412"/>
                  </a:lnTo>
                  <a:lnTo>
                    <a:pt x="59716" y="99368"/>
                  </a:lnTo>
                  <a:lnTo>
                    <a:pt x="61149" y="100323"/>
                  </a:lnTo>
                  <a:lnTo>
                    <a:pt x="63060" y="101279"/>
                  </a:lnTo>
                  <a:lnTo>
                    <a:pt x="64016" y="101756"/>
                  </a:lnTo>
                  <a:lnTo>
                    <a:pt x="64016" y="102234"/>
                  </a:lnTo>
                  <a:lnTo>
                    <a:pt x="63060" y="103667"/>
                  </a:lnTo>
                  <a:lnTo>
                    <a:pt x="62582" y="104623"/>
                  </a:lnTo>
                  <a:lnTo>
                    <a:pt x="62105" y="105578"/>
                  </a:lnTo>
                  <a:lnTo>
                    <a:pt x="62105" y="106534"/>
                  </a:lnTo>
                  <a:lnTo>
                    <a:pt x="63060" y="107011"/>
                  </a:lnTo>
                  <a:lnTo>
                    <a:pt x="63060" y="107967"/>
                  </a:lnTo>
                  <a:lnTo>
                    <a:pt x="62582" y="108445"/>
                  </a:lnTo>
                  <a:lnTo>
                    <a:pt x="61149" y="108445"/>
                  </a:lnTo>
                  <a:lnTo>
                    <a:pt x="60194" y="108445"/>
                  </a:lnTo>
                  <a:lnTo>
                    <a:pt x="59238" y="108445"/>
                  </a:lnTo>
                  <a:lnTo>
                    <a:pt x="56372" y="105578"/>
                  </a:lnTo>
                  <a:lnTo>
                    <a:pt x="55416" y="105578"/>
                  </a:lnTo>
                  <a:lnTo>
                    <a:pt x="51117" y="107489"/>
                  </a:lnTo>
                  <a:lnTo>
                    <a:pt x="50162" y="108445"/>
                  </a:lnTo>
                  <a:lnTo>
                    <a:pt x="49206" y="109878"/>
                  </a:lnTo>
                  <a:lnTo>
                    <a:pt x="48251" y="112744"/>
                  </a:lnTo>
                  <a:lnTo>
                    <a:pt x="46340" y="110833"/>
                  </a:lnTo>
                  <a:lnTo>
                    <a:pt x="44429" y="107967"/>
                  </a:lnTo>
                  <a:lnTo>
                    <a:pt x="42518" y="106056"/>
                  </a:lnTo>
                  <a:lnTo>
                    <a:pt x="38218" y="103189"/>
                  </a:lnTo>
                  <a:lnTo>
                    <a:pt x="37263" y="100801"/>
                  </a:lnTo>
                  <a:lnTo>
                    <a:pt x="32486" y="96024"/>
                  </a:lnTo>
                  <a:lnTo>
                    <a:pt x="25797" y="91246"/>
                  </a:lnTo>
                  <a:lnTo>
                    <a:pt x="21020" y="87424"/>
                  </a:lnTo>
                  <a:lnTo>
                    <a:pt x="20065" y="86469"/>
                  </a:lnTo>
                  <a:lnTo>
                    <a:pt x="21020" y="86469"/>
                  </a:lnTo>
                  <a:lnTo>
                    <a:pt x="25797" y="88380"/>
                  </a:lnTo>
                  <a:lnTo>
                    <a:pt x="26275" y="88380"/>
                  </a:lnTo>
                  <a:lnTo>
                    <a:pt x="26753" y="87902"/>
                  </a:lnTo>
                  <a:lnTo>
                    <a:pt x="24842" y="86947"/>
                  </a:lnTo>
                  <a:lnTo>
                    <a:pt x="22931" y="85991"/>
                  </a:lnTo>
                  <a:lnTo>
                    <a:pt x="21020" y="85513"/>
                  </a:lnTo>
                  <a:lnTo>
                    <a:pt x="19109" y="85513"/>
                  </a:lnTo>
                  <a:lnTo>
                    <a:pt x="18154" y="84558"/>
                  </a:lnTo>
                  <a:lnTo>
                    <a:pt x="17676" y="83125"/>
                  </a:lnTo>
                  <a:lnTo>
                    <a:pt x="17198" y="82170"/>
                  </a:lnTo>
                  <a:lnTo>
                    <a:pt x="16243" y="80736"/>
                  </a:lnTo>
                  <a:lnTo>
                    <a:pt x="13854" y="78347"/>
                  </a:lnTo>
                  <a:lnTo>
                    <a:pt x="13376" y="77392"/>
                  </a:lnTo>
                  <a:lnTo>
                    <a:pt x="11943" y="75959"/>
                  </a:lnTo>
                  <a:lnTo>
                    <a:pt x="12421" y="75959"/>
                  </a:lnTo>
                  <a:lnTo>
                    <a:pt x="15287" y="77392"/>
                  </a:lnTo>
                  <a:lnTo>
                    <a:pt x="15765" y="76914"/>
                  </a:lnTo>
                  <a:lnTo>
                    <a:pt x="15287" y="75959"/>
                  </a:lnTo>
                  <a:lnTo>
                    <a:pt x="12421" y="75004"/>
                  </a:lnTo>
                  <a:lnTo>
                    <a:pt x="10988" y="74526"/>
                  </a:lnTo>
                  <a:lnTo>
                    <a:pt x="10988" y="74048"/>
                  </a:lnTo>
                  <a:lnTo>
                    <a:pt x="10988" y="73093"/>
                  </a:lnTo>
                  <a:lnTo>
                    <a:pt x="9077" y="69271"/>
                  </a:lnTo>
                  <a:lnTo>
                    <a:pt x="6688" y="66404"/>
                  </a:lnTo>
                  <a:lnTo>
                    <a:pt x="6688" y="65449"/>
                  </a:lnTo>
                  <a:lnTo>
                    <a:pt x="12421" y="71182"/>
                  </a:lnTo>
                  <a:lnTo>
                    <a:pt x="12899" y="71182"/>
                  </a:lnTo>
                  <a:lnTo>
                    <a:pt x="13854" y="71182"/>
                  </a:lnTo>
                  <a:lnTo>
                    <a:pt x="16243" y="70704"/>
                  </a:lnTo>
                  <a:lnTo>
                    <a:pt x="15765" y="69748"/>
                  </a:lnTo>
                  <a:lnTo>
                    <a:pt x="14809" y="68793"/>
                  </a:lnTo>
                  <a:lnTo>
                    <a:pt x="13854" y="69271"/>
                  </a:lnTo>
                  <a:lnTo>
                    <a:pt x="12421" y="69271"/>
                  </a:lnTo>
                  <a:lnTo>
                    <a:pt x="11943" y="69271"/>
                  </a:lnTo>
                  <a:lnTo>
                    <a:pt x="11465" y="68315"/>
                  </a:lnTo>
                  <a:lnTo>
                    <a:pt x="12899" y="65449"/>
                  </a:lnTo>
                  <a:lnTo>
                    <a:pt x="12421" y="65927"/>
                  </a:lnTo>
                  <a:lnTo>
                    <a:pt x="11943" y="66404"/>
                  </a:lnTo>
                  <a:lnTo>
                    <a:pt x="10988" y="66404"/>
                  </a:lnTo>
                  <a:lnTo>
                    <a:pt x="10032" y="66882"/>
                  </a:lnTo>
                  <a:lnTo>
                    <a:pt x="7166" y="64971"/>
                  </a:lnTo>
                  <a:lnTo>
                    <a:pt x="4777" y="61149"/>
                  </a:lnTo>
                  <a:lnTo>
                    <a:pt x="4299" y="60194"/>
                  </a:lnTo>
                  <a:lnTo>
                    <a:pt x="3344" y="58761"/>
                  </a:lnTo>
                  <a:lnTo>
                    <a:pt x="2866" y="58283"/>
                  </a:lnTo>
                  <a:lnTo>
                    <a:pt x="0" y="52550"/>
                  </a:lnTo>
                  <a:lnTo>
                    <a:pt x="956" y="53028"/>
                  </a:lnTo>
                  <a:lnTo>
                    <a:pt x="2389" y="54461"/>
                  </a:lnTo>
                  <a:lnTo>
                    <a:pt x="4777" y="53983"/>
                  </a:lnTo>
                  <a:lnTo>
                    <a:pt x="5733" y="53028"/>
                  </a:lnTo>
                  <a:lnTo>
                    <a:pt x="6688" y="53028"/>
                  </a:lnTo>
                  <a:lnTo>
                    <a:pt x="7644" y="53028"/>
                  </a:lnTo>
                  <a:lnTo>
                    <a:pt x="8599" y="52072"/>
                  </a:lnTo>
                  <a:lnTo>
                    <a:pt x="11943" y="48251"/>
                  </a:lnTo>
                  <a:lnTo>
                    <a:pt x="12421" y="42518"/>
                  </a:lnTo>
                  <a:lnTo>
                    <a:pt x="12421" y="39651"/>
                  </a:lnTo>
                  <a:lnTo>
                    <a:pt x="11943" y="36307"/>
                  </a:lnTo>
                  <a:lnTo>
                    <a:pt x="12899" y="35352"/>
                  </a:lnTo>
                  <a:lnTo>
                    <a:pt x="13376" y="36307"/>
                  </a:lnTo>
                  <a:lnTo>
                    <a:pt x="13376" y="37263"/>
                  </a:lnTo>
                  <a:lnTo>
                    <a:pt x="13854" y="38218"/>
                  </a:lnTo>
                  <a:lnTo>
                    <a:pt x="15287" y="38696"/>
                  </a:lnTo>
                  <a:lnTo>
                    <a:pt x="17198" y="39174"/>
                  </a:lnTo>
                  <a:lnTo>
                    <a:pt x="20542" y="40129"/>
                  </a:lnTo>
                  <a:lnTo>
                    <a:pt x="21498" y="41085"/>
                  </a:lnTo>
                  <a:lnTo>
                    <a:pt x="21975" y="39651"/>
                  </a:lnTo>
                  <a:lnTo>
                    <a:pt x="25797" y="38218"/>
                  </a:lnTo>
                  <a:lnTo>
                    <a:pt x="24364" y="37740"/>
                  </a:lnTo>
                  <a:lnTo>
                    <a:pt x="21020" y="38218"/>
                  </a:lnTo>
                  <a:lnTo>
                    <a:pt x="16721" y="36307"/>
                  </a:lnTo>
                  <a:lnTo>
                    <a:pt x="15287" y="35352"/>
                  </a:lnTo>
                  <a:lnTo>
                    <a:pt x="13854" y="32963"/>
                  </a:lnTo>
                  <a:lnTo>
                    <a:pt x="12421" y="31530"/>
                  </a:lnTo>
                  <a:lnTo>
                    <a:pt x="12421" y="30575"/>
                  </a:lnTo>
                  <a:lnTo>
                    <a:pt x="15765" y="29619"/>
                  </a:lnTo>
                  <a:lnTo>
                    <a:pt x="16721" y="29619"/>
                  </a:lnTo>
                  <a:lnTo>
                    <a:pt x="16721" y="31052"/>
                  </a:lnTo>
                  <a:lnTo>
                    <a:pt x="17676" y="31530"/>
                  </a:lnTo>
                  <a:lnTo>
                    <a:pt x="18154" y="31052"/>
                  </a:lnTo>
                  <a:lnTo>
                    <a:pt x="18154" y="30097"/>
                  </a:lnTo>
                  <a:lnTo>
                    <a:pt x="18154" y="27708"/>
                  </a:lnTo>
                  <a:lnTo>
                    <a:pt x="17198" y="23886"/>
                  </a:lnTo>
                  <a:lnTo>
                    <a:pt x="17676" y="2293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3" name="Freeform 4252">
              <a:extLst>
                <a:ext uri="{FF2B5EF4-FFF2-40B4-BE49-F238E27FC236}">
                  <a16:creationId xmlns:a16="http://schemas.microsoft.com/office/drawing/2014/main" id="{93496B96-F7E8-21F0-D10E-66FCA7A3A518}"/>
                </a:ext>
              </a:extLst>
            </p:cNvPr>
            <p:cNvSpPr/>
            <p:nvPr/>
          </p:nvSpPr>
          <p:spPr>
            <a:xfrm>
              <a:off x="5852835" y="3664304"/>
              <a:ext cx="9554" cy="5255"/>
            </a:xfrm>
            <a:custGeom>
              <a:avLst/>
              <a:gdLst>
                <a:gd name="csX0" fmla="*/ 9555 w 9554"/>
                <a:gd name="csY0" fmla="*/ 2389 h 5255"/>
                <a:gd name="csX1" fmla="*/ 8121 w 9554"/>
                <a:gd name="csY1" fmla="*/ 3344 h 5255"/>
                <a:gd name="csX2" fmla="*/ 7644 w 9554"/>
                <a:gd name="csY2" fmla="*/ 4777 h 5255"/>
                <a:gd name="csX3" fmla="*/ 7166 w 9554"/>
                <a:gd name="csY3" fmla="*/ 5255 h 5255"/>
                <a:gd name="csX4" fmla="*/ 6211 w 9554"/>
                <a:gd name="csY4" fmla="*/ 5255 h 5255"/>
                <a:gd name="csX5" fmla="*/ 4777 w 9554"/>
                <a:gd name="csY5" fmla="*/ 5255 h 5255"/>
                <a:gd name="csX6" fmla="*/ 956 w 9554"/>
                <a:gd name="csY6" fmla="*/ 3344 h 5255"/>
                <a:gd name="csX7" fmla="*/ 0 w 9554"/>
                <a:gd name="csY7" fmla="*/ 3344 h 5255"/>
                <a:gd name="csX8" fmla="*/ 956 w 9554"/>
                <a:gd name="csY8" fmla="*/ 2389 h 5255"/>
                <a:gd name="csX9" fmla="*/ 3344 w 9554"/>
                <a:gd name="csY9" fmla="*/ 1433 h 5255"/>
                <a:gd name="csX10" fmla="*/ 4777 w 9554"/>
                <a:gd name="csY10" fmla="*/ 0 h 5255"/>
                <a:gd name="csX11" fmla="*/ 8121 w 9554"/>
                <a:gd name="csY11" fmla="*/ 1433 h 5255"/>
                <a:gd name="csX12" fmla="*/ 9555 w 9554"/>
                <a:gd name="csY12" fmla="*/ 2389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554" h="5255">
                  <a:moveTo>
                    <a:pt x="9555" y="2389"/>
                  </a:moveTo>
                  <a:lnTo>
                    <a:pt x="8121" y="3344"/>
                  </a:lnTo>
                  <a:lnTo>
                    <a:pt x="7644" y="4777"/>
                  </a:lnTo>
                  <a:lnTo>
                    <a:pt x="7166" y="5255"/>
                  </a:lnTo>
                  <a:lnTo>
                    <a:pt x="6211" y="5255"/>
                  </a:lnTo>
                  <a:lnTo>
                    <a:pt x="4777" y="5255"/>
                  </a:lnTo>
                  <a:lnTo>
                    <a:pt x="956" y="3344"/>
                  </a:lnTo>
                  <a:lnTo>
                    <a:pt x="0" y="3344"/>
                  </a:lnTo>
                  <a:lnTo>
                    <a:pt x="956" y="2389"/>
                  </a:lnTo>
                  <a:lnTo>
                    <a:pt x="3344" y="1433"/>
                  </a:lnTo>
                  <a:lnTo>
                    <a:pt x="4777" y="0"/>
                  </a:lnTo>
                  <a:lnTo>
                    <a:pt x="8121" y="1433"/>
                  </a:lnTo>
                  <a:lnTo>
                    <a:pt x="955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4" name="Freeform 4253">
              <a:extLst>
                <a:ext uri="{FF2B5EF4-FFF2-40B4-BE49-F238E27FC236}">
                  <a16:creationId xmlns:a16="http://schemas.microsoft.com/office/drawing/2014/main" id="{3B456719-41FE-A241-B8D2-D10EC75E9815}"/>
                </a:ext>
              </a:extLst>
            </p:cNvPr>
            <p:cNvSpPr/>
            <p:nvPr/>
          </p:nvSpPr>
          <p:spPr>
            <a:xfrm>
              <a:off x="5793118" y="3586434"/>
              <a:ext cx="10510" cy="8599"/>
            </a:xfrm>
            <a:custGeom>
              <a:avLst/>
              <a:gdLst>
                <a:gd name="csX0" fmla="*/ 7166 w 10510"/>
                <a:gd name="csY0" fmla="*/ 2866 h 8599"/>
                <a:gd name="csX1" fmla="*/ 8121 w 10510"/>
                <a:gd name="csY1" fmla="*/ 3344 h 8599"/>
                <a:gd name="csX2" fmla="*/ 10510 w 10510"/>
                <a:gd name="csY2" fmla="*/ 3344 h 8599"/>
                <a:gd name="csX3" fmla="*/ 9555 w 10510"/>
                <a:gd name="csY3" fmla="*/ 4777 h 8599"/>
                <a:gd name="csX4" fmla="*/ 7166 w 10510"/>
                <a:gd name="csY4" fmla="*/ 5733 h 8599"/>
                <a:gd name="csX5" fmla="*/ 5733 w 10510"/>
                <a:gd name="csY5" fmla="*/ 7166 h 8599"/>
                <a:gd name="csX6" fmla="*/ 3822 w 10510"/>
                <a:gd name="csY6" fmla="*/ 8599 h 8599"/>
                <a:gd name="csX7" fmla="*/ 2867 w 10510"/>
                <a:gd name="csY7" fmla="*/ 7166 h 8599"/>
                <a:gd name="csX8" fmla="*/ 1911 w 10510"/>
                <a:gd name="csY8" fmla="*/ 7166 h 8599"/>
                <a:gd name="csX9" fmla="*/ 478 w 10510"/>
                <a:gd name="csY9" fmla="*/ 4777 h 8599"/>
                <a:gd name="csX10" fmla="*/ 0 w 10510"/>
                <a:gd name="csY10" fmla="*/ 955 h 8599"/>
                <a:gd name="csX11" fmla="*/ 2389 w 10510"/>
                <a:gd name="csY11" fmla="*/ 0 h 8599"/>
                <a:gd name="csX12" fmla="*/ 5255 w 10510"/>
                <a:gd name="csY12" fmla="*/ 0 h 8599"/>
                <a:gd name="csX13" fmla="*/ 7166 w 10510"/>
                <a:gd name="csY13" fmla="*/ 2866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0510" h="8599">
                  <a:moveTo>
                    <a:pt x="7166" y="2866"/>
                  </a:moveTo>
                  <a:lnTo>
                    <a:pt x="8121" y="3344"/>
                  </a:lnTo>
                  <a:lnTo>
                    <a:pt x="10510" y="3344"/>
                  </a:lnTo>
                  <a:lnTo>
                    <a:pt x="9555" y="4777"/>
                  </a:lnTo>
                  <a:lnTo>
                    <a:pt x="7166" y="5733"/>
                  </a:lnTo>
                  <a:lnTo>
                    <a:pt x="5733" y="7166"/>
                  </a:lnTo>
                  <a:lnTo>
                    <a:pt x="3822" y="8599"/>
                  </a:lnTo>
                  <a:lnTo>
                    <a:pt x="2867" y="7166"/>
                  </a:lnTo>
                  <a:lnTo>
                    <a:pt x="1911" y="7166"/>
                  </a:lnTo>
                  <a:lnTo>
                    <a:pt x="478" y="4777"/>
                  </a:lnTo>
                  <a:lnTo>
                    <a:pt x="0" y="955"/>
                  </a:lnTo>
                  <a:lnTo>
                    <a:pt x="2389" y="0"/>
                  </a:lnTo>
                  <a:lnTo>
                    <a:pt x="5255" y="0"/>
                  </a:lnTo>
                  <a:lnTo>
                    <a:pt x="716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5" name="Freeform 4254">
              <a:extLst>
                <a:ext uri="{FF2B5EF4-FFF2-40B4-BE49-F238E27FC236}">
                  <a16:creationId xmlns:a16="http://schemas.microsoft.com/office/drawing/2014/main" id="{7810271E-CA01-5545-6590-EFE1D5A9B812}"/>
                </a:ext>
              </a:extLst>
            </p:cNvPr>
            <p:cNvSpPr/>
            <p:nvPr/>
          </p:nvSpPr>
          <p:spPr>
            <a:xfrm>
              <a:off x="5733402" y="3544394"/>
              <a:ext cx="477" cy="477"/>
            </a:xfrm>
            <a:custGeom>
              <a:avLst/>
              <a:gdLst>
                <a:gd name="csX0" fmla="*/ 0 w 477"/>
                <a:gd name="csY0" fmla="*/ 478 h 477"/>
                <a:gd name="csX1" fmla="*/ 478 w 477"/>
                <a:gd name="csY1" fmla="*/ 0 h 477"/>
                <a:gd name="csX2" fmla="*/ 478 w 4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0" y="478"/>
                  </a:moveTo>
                  <a:lnTo>
                    <a:pt x="478" y="0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6" name="Freeform 4255">
              <a:extLst>
                <a:ext uri="{FF2B5EF4-FFF2-40B4-BE49-F238E27FC236}">
                  <a16:creationId xmlns:a16="http://schemas.microsoft.com/office/drawing/2014/main" id="{173EF54C-FB9D-B6B0-D2E6-4933764F9222}"/>
                </a:ext>
              </a:extLst>
            </p:cNvPr>
            <p:cNvSpPr/>
            <p:nvPr/>
          </p:nvSpPr>
          <p:spPr>
            <a:xfrm>
              <a:off x="5726714" y="3546305"/>
              <a:ext cx="2388" cy="477"/>
            </a:xfrm>
            <a:custGeom>
              <a:avLst/>
              <a:gdLst>
                <a:gd name="csX0" fmla="*/ 0 w 2388"/>
                <a:gd name="csY0" fmla="*/ 478 h 477"/>
                <a:gd name="csX1" fmla="*/ 956 w 2388"/>
                <a:gd name="csY1" fmla="*/ 0 h 477"/>
                <a:gd name="csX2" fmla="*/ 2389 w 2388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0" y="478"/>
                  </a:moveTo>
                  <a:lnTo>
                    <a:pt x="956" y="0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7" name="Freeform 4256">
              <a:extLst>
                <a:ext uri="{FF2B5EF4-FFF2-40B4-BE49-F238E27FC236}">
                  <a16:creationId xmlns:a16="http://schemas.microsoft.com/office/drawing/2014/main" id="{2316076D-1B9B-54EF-20DF-0DD814C29FD2}"/>
                </a:ext>
              </a:extLst>
            </p:cNvPr>
            <p:cNvSpPr/>
            <p:nvPr/>
          </p:nvSpPr>
          <p:spPr>
            <a:xfrm>
              <a:off x="5741046" y="3560159"/>
              <a:ext cx="955" cy="1433"/>
            </a:xfrm>
            <a:custGeom>
              <a:avLst/>
              <a:gdLst>
                <a:gd name="csX0" fmla="*/ 478 w 955"/>
                <a:gd name="csY0" fmla="*/ 0 h 1433"/>
                <a:gd name="csX1" fmla="*/ 956 w 955"/>
                <a:gd name="csY1" fmla="*/ 955 h 1433"/>
                <a:gd name="csX2" fmla="*/ 0 w 955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478" y="0"/>
                  </a:moveTo>
                  <a:lnTo>
                    <a:pt x="956" y="955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8" name="Freeform 4257">
              <a:extLst>
                <a:ext uri="{FF2B5EF4-FFF2-40B4-BE49-F238E27FC236}">
                  <a16:creationId xmlns:a16="http://schemas.microsoft.com/office/drawing/2014/main" id="{AFBBE455-A9D8-BBF7-8FC4-2236B7887B84}"/>
                </a:ext>
              </a:extLst>
            </p:cNvPr>
            <p:cNvSpPr/>
            <p:nvPr/>
          </p:nvSpPr>
          <p:spPr>
            <a:xfrm>
              <a:off x="5741046" y="3557293"/>
              <a:ext cx="1433" cy="1910"/>
            </a:xfrm>
            <a:custGeom>
              <a:avLst/>
              <a:gdLst>
                <a:gd name="csX0" fmla="*/ 1433 w 1433"/>
                <a:gd name="csY0" fmla="*/ 0 h 1910"/>
                <a:gd name="csX1" fmla="*/ 1433 w 1433"/>
                <a:gd name="csY1" fmla="*/ 0 h 1910"/>
                <a:gd name="csX2" fmla="*/ 0 w 1433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910">
                  <a:moveTo>
                    <a:pt x="1433" y="0"/>
                  </a:moveTo>
                  <a:lnTo>
                    <a:pt x="1433" y="0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9" name="Freeform 4258">
              <a:extLst>
                <a:ext uri="{FF2B5EF4-FFF2-40B4-BE49-F238E27FC236}">
                  <a16:creationId xmlns:a16="http://schemas.microsoft.com/office/drawing/2014/main" id="{69600B84-33BC-10BA-5817-FF5ABD22B0DB}"/>
                </a:ext>
              </a:extLst>
            </p:cNvPr>
            <p:cNvSpPr/>
            <p:nvPr/>
          </p:nvSpPr>
          <p:spPr>
            <a:xfrm>
              <a:off x="5740568" y="3529585"/>
              <a:ext cx="34874" cy="37262"/>
            </a:xfrm>
            <a:custGeom>
              <a:avLst/>
              <a:gdLst>
                <a:gd name="csX0" fmla="*/ 0 w 34874"/>
                <a:gd name="csY0" fmla="*/ 4777 h 37262"/>
                <a:gd name="csX1" fmla="*/ 956 w 34874"/>
                <a:gd name="csY1" fmla="*/ 5733 h 37262"/>
                <a:gd name="csX2" fmla="*/ 2389 w 34874"/>
                <a:gd name="csY2" fmla="*/ 6210 h 37262"/>
                <a:gd name="csX3" fmla="*/ 3822 w 34874"/>
                <a:gd name="csY3" fmla="*/ 5255 h 37262"/>
                <a:gd name="csX4" fmla="*/ 5255 w 34874"/>
                <a:gd name="csY4" fmla="*/ 1911 h 37262"/>
                <a:gd name="csX5" fmla="*/ 6688 w 34874"/>
                <a:gd name="csY5" fmla="*/ 1433 h 37262"/>
                <a:gd name="csX6" fmla="*/ 7644 w 34874"/>
                <a:gd name="csY6" fmla="*/ 1911 h 37262"/>
                <a:gd name="csX7" fmla="*/ 10510 w 34874"/>
                <a:gd name="csY7" fmla="*/ 1433 h 37262"/>
                <a:gd name="csX8" fmla="*/ 14810 w 34874"/>
                <a:gd name="csY8" fmla="*/ 0 h 37262"/>
                <a:gd name="csX9" fmla="*/ 16721 w 34874"/>
                <a:gd name="csY9" fmla="*/ 0 h 37262"/>
                <a:gd name="csX10" fmla="*/ 19587 w 34874"/>
                <a:gd name="csY10" fmla="*/ 955 h 37262"/>
                <a:gd name="csX11" fmla="*/ 21498 w 34874"/>
                <a:gd name="csY11" fmla="*/ 955 h 37262"/>
                <a:gd name="csX12" fmla="*/ 23409 w 34874"/>
                <a:gd name="csY12" fmla="*/ 2866 h 37262"/>
                <a:gd name="csX13" fmla="*/ 24364 w 34874"/>
                <a:gd name="csY13" fmla="*/ 6688 h 37262"/>
                <a:gd name="csX14" fmla="*/ 26753 w 34874"/>
                <a:gd name="csY14" fmla="*/ 10510 h 37262"/>
                <a:gd name="csX15" fmla="*/ 29619 w 34874"/>
                <a:gd name="csY15" fmla="*/ 13376 h 37262"/>
                <a:gd name="csX16" fmla="*/ 30097 w 34874"/>
                <a:gd name="csY16" fmla="*/ 15287 h 37262"/>
                <a:gd name="csX17" fmla="*/ 28664 w 34874"/>
                <a:gd name="csY17" fmla="*/ 16243 h 37262"/>
                <a:gd name="csX18" fmla="*/ 26753 w 34874"/>
                <a:gd name="csY18" fmla="*/ 17676 h 37262"/>
                <a:gd name="csX19" fmla="*/ 26753 w 34874"/>
                <a:gd name="csY19" fmla="*/ 19109 h 37262"/>
                <a:gd name="csX20" fmla="*/ 28186 w 34874"/>
                <a:gd name="csY20" fmla="*/ 18154 h 37262"/>
                <a:gd name="csX21" fmla="*/ 29619 w 34874"/>
                <a:gd name="csY21" fmla="*/ 18154 h 37262"/>
                <a:gd name="csX22" fmla="*/ 32486 w 34874"/>
                <a:gd name="csY22" fmla="*/ 18154 h 37262"/>
                <a:gd name="csX23" fmla="*/ 33441 w 34874"/>
                <a:gd name="csY23" fmla="*/ 19587 h 37262"/>
                <a:gd name="csX24" fmla="*/ 34397 w 34874"/>
                <a:gd name="csY24" fmla="*/ 21498 h 37262"/>
                <a:gd name="csX25" fmla="*/ 34874 w 34874"/>
                <a:gd name="csY25" fmla="*/ 23409 h 37262"/>
                <a:gd name="csX26" fmla="*/ 34397 w 34874"/>
                <a:gd name="csY26" fmla="*/ 25320 h 37262"/>
                <a:gd name="csX27" fmla="*/ 33441 w 34874"/>
                <a:gd name="csY27" fmla="*/ 24364 h 37262"/>
                <a:gd name="csX28" fmla="*/ 32486 w 34874"/>
                <a:gd name="csY28" fmla="*/ 22931 h 37262"/>
                <a:gd name="csX29" fmla="*/ 32008 w 34874"/>
                <a:gd name="csY29" fmla="*/ 22453 h 37262"/>
                <a:gd name="csX30" fmla="*/ 30575 w 34874"/>
                <a:gd name="csY30" fmla="*/ 21975 h 37262"/>
                <a:gd name="csX31" fmla="*/ 31052 w 34874"/>
                <a:gd name="csY31" fmla="*/ 23886 h 37262"/>
                <a:gd name="csX32" fmla="*/ 31052 w 34874"/>
                <a:gd name="csY32" fmla="*/ 27230 h 37262"/>
                <a:gd name="csX33" fmla="*/ 31530 w 34874"/>
                <a:gd name="csY33" fmla="*/ 27230 h 37262"/>
                <a:gd name="csX34" fmla="*/ 32963 w 34874"/>
                <a:gd name="csY34" fmla="*/ 27230 h 37262"/>
                <a:gd name="csX35" fmla="*/ 32008 w 34874"/>
                <a:gd name="csY35" fmla="*/ 30575 h 37262"/>
                <a:gd name="csX36" fmla="*/ 30097 w 34874"/>
                <a:gd name="csY36" fmla="*/ 31052 h 37262"/>
                <a:gd name="csX37" fmla="*/ 27709 w 34874"/>
                <a:gd name="csY37" fmla="*/ 31530 h 37262"/>
                <a:gd name="csX38" fmla="*/ 27231 w 34874"/>
                <a:gd name="csY38" fmla="*/ 32486 h 37262"/>
                <a:gd name="csX39" fmla="*/ 26753 w 34874"/>
                <a:gd name="csY39" fmla="*/ 33919 h 37262"/>
                <a:gd name="csX40" fmla="*/ 25320 w 34874"/>
                <a:gd name="csY40" fmla="*/ 36307 h 37262"/>
                <a:gd name="csX41" fmla="*/ 23886 w 34874"/>
                <a:gd name="csY41" fmla="*/ 37263 h 37262"/>
                <a:gd name="csX42" fmla="*/ 21976 w 34874"/>
                <a:gd name="csY42" fmla="*/ 37263 h 37262"/>
                <a:gd name="csX43" fmla="*/ 20065 w 34874"/>
                <a:gd name="csY43" fmla="*/ 36307 h 37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4874" h="37262">
                  <a:moveTo>
                    <a:pt x="0" y="4777"/>
                  </a:moveTo>
                  <a:lnTo>
                    <a:pt x="956" y="5733"/>
                  </a:lnTo>
                  <a:lnTo>
                    <a:pt x="2389" y="6210"/>
                  </a:lnTo>
                  <a:lnTo>
                    <a:pt x="3822" y="5255"/>
                  </a:lnTo>
                  <a:lnTo>
                    <a:pt x="5255" y="1911"/>
                  </a:lnTo>
                  <a:lnTo>
                    <a:pt x="6688" y="1433"/>
                  </a:lnTo>
                  <a:lnTo>
                    <a:pt x="7644" y="1911"/>
                  </a:lnTo>
                  <a:lnTo>
                    <a:pt x="10510" y="1433"/>
                  </a:lnTo>
                  <a:lnTo>
                    <a:pt x="14810" y="0"/>
                  </a:lnTo>
                  <a:lnTo>
                    <a:pt x="16721" y="0"/>
                  </a:lnTo>
                  <a:lnTo>
                    <a:pt x="19587" y="955"/>
                  </a:lnTo>
                  <a:lnTo>
                    <a:pt x="21498" y="955"/>
                  </a:lnTo>
                  <a:lnTo>
                    <a:pt x="23409" y="2866"/>
                  </a:lnTo>
                  <a:lnTo>
                    <a:pt x="24364" y="6688"/>
                  </a:lnTo>
                  <a:lnTo>
                    <a:pt x="26753" y="10510"/>
                  </a:lnTo>
                  <a:lnTo>
                    <a:pt x="29619" y="13376"/>
                  </a:lnTo>
                  <a:lnTo>
                    <a:pt x="30097" y="15287"/>
                  </a:lnTo>
                  <a:lnTo>
                    <a:pt x="28664" y="16243"/>
                  </a:lnTo>
                  <a:lnTo>
                    <a:pt x="26753" y="17676"/>
                  </a:lnTo>
                  <a:lnTo>
                    <a:pt x="26753" y="19109"/>
                  </a:lnTo>
                  <a:lnTo>
                    <a:pt x="28186" y="18154"/>
                  </a:lnTo>
                  <a:lnTo>
                    <a:pt x="29619" y="18154"/>
                  </a:lnTo>
                  <a:lnTo>
                    <a:pt x="32486" y="18154"/>
                  </a:lnTo>
                  <a:lnTo>
                    <a:pt x="33441" y="19587"/>
                  </a:lnTo>
                  <a:lnTo>
                    <a:pt x="34397" y="21498"/>
                  </a:lnTo>
                  <a:lnTo>
                    <a:pt x="34874" y="23409"/>
                  </a:lnTo>
                  <a:lnTo>
                    <a:pt x="34397" y="25320"/>
                  </a:lnTo>
                  <a:lnTo>
                    <a:pt x="33441" y="24364"/>
                  </a:lnTo>
                  <a:lnTo>
                    <a:pt x="32486" y="22931"/>
                  </a:lnTo>
                  <a:lnTo>
                    <a:pt x="32008" y="22453"/>
                  </a:lnTo>
                  <a:lnTo>
                    <a:pt x="30575" y="21975"/>
                  </a:lnTo>
                  <a:lnTo>
                    <a:pt x="31052" y="23886"/>
                  </a:lnTo>
                  <a:lnTo>
                    <a:pt x="31052" y="27230"/>
                  </a:lnTo>
                  <a:lnTo>
                    <a:pt x="31530" y="27230"/>
                  </a:lnTo>
                  <a:lnTo>
                    <a:pt x="32963" y="27230"/>
                  </a:lnTo>
                  <a:lnTo>
                    <a:pt x="32008" y="30575"/>
                  </a:lnTo>
                  <a:lnTo>
                    <a:pt x="30097" y="31052"/>
                  </a:lnTo>
                  <a:lnTo>
                    <a:pt x="27709" y="31530"/>
                  </a:lnTo>
                  <a:lnTo>
                    <a:pt x="27231" y="32486"/>
                  </a:lnTo>
                  <a:lnTo>
                    <a:pt x="26753" y="33919"/>
                  </a:lnTo>
                  <a:lnTo>
                    <a:pt x="25320" y="36307"/>
                  </a:lnTo>
                  <a:lnTo>
                    <a:pt x="23886" y="37263"/>
                  </a:lnTo>
                  <a:lnTo>
                    <a:pt x="21976" y="37263"/>
                  </a:lnTo>
                  <a:lnTo>
                    <a:pt x="20065" y="3630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0" name="Freeform 4259">
              <a:extLst>
                <a:ext uri="{FF2B5EF4-FFF2-40B4-BE49-F238E27FC236}">
                  <a16:creationId xmlns:a16="http://schemas.microsoft.com/office/drawing/2014/main" id="{3FF6483A-A907-22C3-2229-E29F4FA1E1D0}"/>
                </a:ext>
              </a:extLst>
            </p:cNvPr>
            <p:cNvSpPr/>
            <p:nvPr/>
          </p:nvSpPr>
          <p:spPr>
            <a:xfrm>
              <a:off x="5776876" y="3514297"/>
              <a:ext cx="5732" cy="8599"/>
            </a:xfrm>
            <a:custGeom>
              <a:avLst/>
              <a:gdLst>
                <a:gd name="csX0" fmla="*/ 5733 w 5732"/>
                <a:gd name="csY0" fmla="*/ 8599 h 8599"/>
                <a:gd name="csX1" fmla="*/ 3344 w 5732"/>
                <a:gd name="csY1" fmla="*/ 8599 h 8599"/>
                <a:gd name="csX2" fmla="*/ 2389 w 5732"/>
                <a:gd name="csY2" fmla="*/ 8599 h 8599"/>
                <a:gd name="csX3" fmla="*/ 956 w 5732"/>
                <a:gd name="csY3" fmla="*/ 7644 h 8599"/>
                <a:gd name="csX4" fmla="*/ 0 w 5732"/>
                <a:gd name="csY4" fmla="*/ 3344 h 8599"/>
                <a:gd name="csX5" fmla="*/ 478 w 5732"/>
                <a:gd name="csY5" fmla="*/ 1433 h 8599"/>
                <a:gd name="csX6" fmla="*/ 956 w 5732"/>
                <a:gd name="csY6" fmla="*/ 956 h 8599"/>
                <a:gd name="csX7" fmla="*/ 1433 w 5732"/>
                <a:gd name="csY7" fmla="*/ 478 h 8599"/>
                <a:gd name="csX8" fmla="*/ 2866 w 5732"/>
                <a:gd name="csY8" fmla="*/ 0 h 8599"/>
                <a:gd name="csX9" fmla="*/ 4299 w 5732"/>
                <a:gd name="csY9" fmla="*/ 956 h 8599"/>
                <a:gd name="csX10" fmla="*/ 4299 w 5732"/>
                <a:gd name="csY10" fmla="*/ 1433 h 8599"/>
                <a:gd name="csX11" fmla="*/ 5733 w 5732"/>
                <a:gd name="csY11" fmla="*/ 4777 h 8599"/>
                <a:gd name="csX12" fmla="*/ 5733 w 5732"/>
                <a:gd name="csY12" fmla="*/ 7166 h 8599"/>
                <a:gd name="csX13" fmla="*/ 5733 w 5732"/>
                <a:gd name="csY13" fmla="*/ 8599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2" h="8599">
                  <a:moveTo>
                    <a:pt x="5733" y="8599"/>
                  </a:moveTo>
                  <a:lnTo>
                    <a:pt x="3344" y="8599"/>
                  </a:lnTo>
                  <a:lnTo>
                    <a:pt x="2389" y="8599"/>
                  </a:lnTo>
                  <a:lnTo>
                    <a:pt x="956" y="7644"/>
                  </a:lnTo>
                  <a:lnTo>
                    <a:pt x="0" y="3344"/>
                  </a:lnTo>
                  <a:lnTo>
                    <a:pt x="478" y="1433"/>
                  </a:lnTo>
                  <a:lnTo>
                    <a:pt x="956" y="956"/>
                  </a:lnTo>
                  <a:lnTo>
                    <a:pt x="1433" y="478"/>
                  </a:lnTo>
                  <a:lnTo>
                    <a:pt x="2866" y="0"/>
                  </a:lnTo>
                  <a:lnTo>
                    <a:pt x="4299" y="956"/>
                  </a:lnTo>
                  <a:lnTo>
                    <a:pt x="4299" y="1433"/>
                  </a:lnTo>
                  <a:lnTo>
                    <a:pt x="5733" y="4777"/>
                  </a:lnTo>
                  <a:lnTo>
                    <a:pt x="5733" y="7166"/>
                  </a:lnTo>
                  <a:lnTo>
                    <a:pt x="5733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1" name="Freeform 4260">
              <a:extLst>
                <a:ext uri="{FF2B5EF4-FFF2-40B4-BE49-F238E27FC236}">
                  <a16:creationId xmlns:a16="http://schemas.microsoft.com/office/drawing/2014/main" id="{224BEC09-2CC1-2D23-D43C-F649345B9A05}"/>
                </a:ext>
              </a:extLst>
            </p:cNvPr>
            <p:cNvSpPr/>
            <p:nvPr/>
          </p:nvSpPr>
          <p:spPr>
            <a:xfrm>
              <a:off x="5754900" y="3507609"/>
              <a:ext cx="8599" cy="10032"/>
            </a:xfrm>
            <a:custGeom>
              <a:avLst/>
              <a:gdLst>
                <a:gd name="csX0" fmla="*/ 7166 w 8599"/>
                <a:gd name="csY0" fmla="*/ 0 h 10032"/>
                <a:gd name="csX1" fmla="*/ 8121 w 8599"/>
                <a:gd name="csY1" fmla="*/ 3822 h 10032"/>
                <a:gd name="csX2" fmla="*/ 8599 w 8599"/>
                <a:gd name="csY2" fmla="*/ 6688 h 10032"/>
                <a:gd name="csX3" fmla="*/ 8599 w 8599"/>
                <a:gd name="csY3" fmla="*/ 7644 h 10032"/>
                <a:gd name="csX4" fmla="*/ 8121 w 8599"/>
                <a:gd name="csY4" fmla="*/ 8599 h 10032"/>
                <a:gd name="csX5" fmla="*/ 4777 w 8599"/>
                <a:gd name="csY5" fmla="*/ 10032 h 10032"/>
                <a:gd name="csX6" fmla="*/ 3822 w 8599"/>
                <a:gd name="csY6" fmla="*/ 10032 h 10032"/>
                <a:gd name="csX7" fmla="*/ 3822 w 8599"/>
                <a:gd name="csY7" fmla="*/ 10032 h 10032"/>
                <a:gd name="csX8" fmla="*/ 4300 w 8599"/>
                <a:gd name="csY8" fmla="*/ 8121 h 10032"/>
                <a:gd name="csX9" fmla="*/ 3822 w 8599"/>
                <a:gd name="csY9" fmla="*/ 6210 h 10032"/>
                <a:gd name="csX10" fmla="*/ 4300 w 8599"/>
                <a:gd name="csY10" fmla="*/ 4777 h 10032"/>
                <a:gd name="csX11" fmla="*/ 3822 w 8599"/>
                <a:gd name="csY11" fmla="*/ 4777 h 10032"/>
                <a:gd name="csX12" fmla="*/ 3344 w 8599"/>
                <a:gd name="csY12" fmla="*/ 4777 h 10032"/>
                <a:gd name="csX13" fmla="*/ 956 w 8599"/>
                <a:gd name="csY13" fmla="*/ 7166 h 10032"/>
                <a:gd name="csX14" fmla="*/ 0 w 8599"/>
                <a:gd name="csY14" fmla="*/ 7166 h 10032"/>
                <a:gd name="csX15" fmla="*/ 0 w 8599"/>
                <a:gd name="csY15" fmla="*/ 6688 h 10032"/>
                <a:gd name="csX16" fmla="*/ 478 w 8599"/>
                <a:gd name="csY16" fmla="*/ 4777 h 10032"/>
                <a:gd name="csX17" fmla="*/ 478 w 8599"/>
                <a:gd name="csY17" fmla="*/ 3822 h 10032"/>
                <a:gd name="csX18" fmla="*/ 956 w 8599"/>
                <a:gd name="csY18" fmla="*/ 2866 h 10032"/>
                <a:gd name="csX19" fmla="*/ 1433 w 8599"/>
                <a:gd name="csY19" fmla="*/ 2389 h 10032"/>
                <a:gd name="csX20" fmla="*/ 2389 w 8599"/>
                <a:gd name="csY20" fmla="*/ 1911 h 10032"/>
                <a:gd name="csX21" fmla="*/ 2867 w 8599"/>
                <a:gd name="csY21" fmla="*/ 1433 h 10032"/>
                <a:gd name="csX22" fmla="*/ 3822 w 8599"/>
                <a:gd name="csY22" fmla="*/ 2389 h 10032"/>
                <a:gd name="csX23" fmla="*/ 5733 w 8599"/>
                <a:gd name="csY23" fmla="*/ 478 h 10032"/>
                <a:gd name="csX24" fmla="*/ 7166 w 8599"/>
                <a:gd name="csY24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8599" h="10032">
                  <a:moveTo>
                    <a:pt x="7166" y="0"/>
                  </a:moveTo>
                  <a:lnTo>
                    <a:pt x="8121" y="3822"/>
                  </a:lnTo>
                  <a:lnTo>
                    <a:pt x="8599" y="6688"/>
                  </a:lnTo>
                  <a:lnTo>
                    <a:pt x="8599" y="7644"/>
                  </a:lnTo>
                  <a:lnTo>
                    <a:pt x="8121" y="8599"/>
                  </a:lnTo>
                  <a:lnTo>
                    <a:pt x="4777" y="10032"/>
                  </a:lnTo>
                  <a:lnTo>
                    <a:pt x="3822" y="10032"/>
                  </a:lnTo>
                  <a:lnTo>
                    <a:pt x="3822" y="10032"/>
                  </a:lnTo>
                  <a:lnTo>
                    <a:pt x="4300" y="8121"/>
                  </a:lnTo>
                  <a:lnTo>
                    <a:pt x="3822" y="6210"/>
                  </a:lnTo>
                  <a:lnTo>
                    <a:pt x="4300" y="4777"/>
                  </a:lnTo>
                  <a:lnTo>
                    <a:pt x="3822" y="4777"/>
                  </a:lnTo>
                  <a:lnTo>
                    <a:pt x="3344" y="4777"/>
                  </a:lnTo>
                  <a:lnTo>
                    <a:pt x="956" y="7166"/>
                  </a:lnTo>
                  <a:lnTo>
                    <a:pt x="0" y="7166"/>
                  </a:lnTo>
                  <a:lnTo>
                    <a:pt x="0" y="6688"/>
                  </a:lnTo>
                  <a:lnTo>
                    <a:pt x="478" y="4777"/>
                  </a:lnTo>
                  <a:lnTo>
                    <a:pt x="478" y="3822"/>
                  </a:lnTo>
                  <a:lnTo>
                    <a:pt x="956" y="2866"/>
                  </a:lnTo>
                  <a:lnTo>
                    <a:pt x="1433" y="2389"/>
                  </a:lnTo>
                  <a:lnTo>
                    <a:pt x="2389" y="1911"/>
                  </a:lnTo>
                  <a:lnTo>
                    <a:pt x="2867" y="1433"/>
                  </a:lnTo>
                  <a:lnTo>
                    <a:pt x="3822" y="2389"/>
                  </a:lnTo>
                  <a:lnTo>
                    <a:pt x="5733" y="478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2" name="Freeform 4261">
              <a:extLst>
                <a:ext uri="{FF2B5EF4-FFF2-40B4-BE49-F238E27FC236}">
                  <a16:creationId xmlns:a16="http://schemas.microsoft.com/office/drawing/2014/main" id="{105E3FF7-C8AE-AD88-AA07-70B3C05B8447}"/>
                </a:ext>
              </a:extLst>
            </p:cNvPr>
            <p:cNvSpPr/>
            <p:nvPr/>
          </p:nvSpPr>
          <p:spPr>
            <a:xfrm>
              <a:off x="5763499" y="3501398"/>
              <a:ext cx="6688" cy="10032"/>
            </a:xfrm>
            <a:custGeom>
              <a:avLst/>
              <a:gdLst>
                <a:gd name="csX0" fmla="*/ 1911 w 6688"/>
                <a:gd name="csY0" fmla="*/ 9555 h 10032"/>
                <a:gd name="csX1" fmla="*/ 1433 w 6688"/>
                <a:gd name="csY1" fmla="*/ 10032 h 10032"/>
                <a:gd name="csX2" fmla="*/ 478 w 6688"/>
                <a:gd name="csY2" fmla="*/ 10032 h 10032"/>
                <a:gd name="csX3" fmla="*/ 0 w 6688"/>
                <a:gd name="csY3" fmla="*/ 9555 h 10032"/>
                <a:gd name="csX4" fmla="*/ 0 w 6688"/>
                <a:gd name="csY4" fmla="*/ 8599 h 10032"/>
                <a:gd name="csX5" fmla="*/ 0 w 6688"/>
                <a:gd name="csY5" fmla="*/ 7166 h 10032"/>
                <a:gd name="csX6" fmla="*/ 478 w 6688"/>
                <a:gd name="csY6" fmla="*/ 6211 h 10032"/>
                <a:gd name="csX7" fmla="*/ 2866 w 6688"/>
                <a:gd name="csY7" fmla="*/ 4777 h 10032"/>
                <a:gd name="csX8" fmla="*/ 1911 w 6688"/>
                <a:gd name="csY8" fmla="*/ 3822 h 10032"/>
                <a:gd name="csX9" fmla="*/ 1911 w 6688"/>
                <a:gd name="csY9" fmla="*/ 3822 h 10032"/>
                <a:gd name="csX10" fmla="*/ 2389 w 6688"/>
                <a:gd name="csY10" fmla="*/ 2389 h 10032"/>
                <a:gd name="csX11" fmla="*/ 5255 w 6688"/>
                <a:gd name="csY11" fmla="*/ 0 h 10032"/>
                <a:gd name="csX12" fmla="*/ 5733 w 6688"/>
                <a:gd name="csY12" fmla="*/ 0 h 10032"/>
                <a:gd name="csX13" fmla="*/ 6688 w 6688"/>
                <a:gd name="csY13" fmla="*/ 0 h 10032"/>
                <a:gd name="csX14" fmla="*/ 5255 w 6688"/>
                <a:gd name="csY14" fmla="*/ 3344 h 10032"/>
                <a:gd name="csX15" fmla="*/ 1911 w 6688"/>
                <a:gd name="csY15" fmla="*/ 9555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688" h="10032">
                  <a:moveTo>
                    <a:pt x="1911" y="9555"/>
                  </a:moveTo>
                  <a:lnTo>
                    <a:pt x="1433" y="10032"/>
                  </a:lnTo>
                  <a:lnTo>
                    <a:pt x="478" y="10032"/>
                  </a:lnTo>
                  <a:lnTo>
                    <a:pt x="0" y="9555"/>
                  </a:lnTo>
                  <a:lnTo>
                    <a:pt x="0" y="8599"/>
                  </a:lnTo>
                  <a:lnTo>
                    <a:pt x="0" y="7166"/>
                  </a:lnTo>
                  <a:lnTo>
                    <a:pt x="478" y="6211"/>
                  </a:lnTo>
                  <a:lnTo>
                    <a:pt x="2866" y="4777"/>
                  </a:lnTo>
                  <a:lnTo>
                    <a:pt x="1911" y="3822"/>
                  </a:lnTo>
                  <a:lnTo>
                    <a:pt x="1911" y="3822"/>
                  </a:lnTo>
                  <a:lnTo>
                    <a:pt x="2389" y="2389"/>
                  </a:lnTo>
                  <a:lnTo>
                    <a:pt x="5255" y="0"/>
                  </a:lnTo>
                  <a:lnTo>
                    <a:pt x="5733" y="0"/>
                  </a:lnTo>
                  <a:lnTo>
                    <a:pt x="6688" y="0"/>
                  </a:lnTo>
                  <a:lnTo>
                    <a:pt x="5255" y="3344"/>
                  </a:lnTo>
                  <a:lnTo>
                    <a:pt x="1911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3" name="Freeform 4262">
              <a:extLst>
                <a:ext uri="{FF2B5EF4-FFF2-40B4-BE49-F238E27FC236}">
                  <a16:creationId xmlns:a16="http://schemas.microsoft.com/office/drawing/2014/main" id="{7B1FCCAF-5241-0074-EE0A-E1D6D60AA285}"/>
                </a:ext>
              </a:extLst>
            </p:cNvPr>
            <p:cNvSpPr/>
            <p:nvPr/>
          </p:nvSpPr>
          <p:spPr>
            <a:xfrm>
              <a:off x="5758244" y="3483723"/>
              <a:ext cx="11465" cy="11943"/>
            </a:xfrm>
            <a:custGeom>
              <a:avLst/>
              <a:gdLst>
                <a:gd name="csX0" fmla="*/ 10988 w 11465"/>
                <a:gd name="csY0" fmla="*/ 10032 h 11943"/>
                <a:gd name="csX1" fmla="*/ 2867 w 11465"/>
                <a:gd name="csY1" fmla="*/ 11943 h 11943"/>
                <a:gd name="csX2" fmla="*/ 478 w 11465"/>
                <a:gd name="csY2" fmla="*/ 11943 h 11943"/>
                <a:gd name="csX3" fmla="*/ 0 w 11465"/>
                <a:gd name="csY3" fmla="*/ 10988 h 11943"/>
                <a:gd name="csX4" fmla="*/ 478 w 11465"/>
                <a:gd name="csY4" fmla="*/ 10510 h 11943"/>
                <a:gd name="csX5" fmla="*/ 2867 w 11465"/>
                <a:gd name="csY5" fmla="*/ 10032 h 11943"/>
                <a:gd name="csX6" fmla="*/ 3822 w 11465"/>
                <a:gd name="csY6" fmla="*/ 5255 h 11943"/>
                <a:gd name="csX7" fmla="*/ 478 w 11465"/>
                <a:gd name="csY7" fmla="*/ 3344 h 11943"/>
                <a:gd name="csX8" fmla="*/ 0 w 11465"/>
                <a:gd name="csY8" fmla="*/ 2866 h 11943"/>
                <a:gd name="csX9" fmla="*/ 478 w 11465"/>
                <a:gd name="csY9" fmla="*/ 1911 h 11943"/>
                <a:gd name="csX10" fmla="*/ 956 w 11465"/>
                <a:gd name="csY10" fmla="*/ 1433 h 11943"/>
                <a:gd name="csX11" fmla="*/ 2867 w 11465"/>
                <a:gd name="csY11" fmla="*/ 478 h 11943"/>
                <a:gd name="csX12" fmla="*/ 3822 w 11465"/>
                <a:gd name="csY12" fmla="*/ 0 h 11943"/>
                <a:gd name="csX13" fmla="*/ 4300 w 11465"/>
                <a:gd name="csY13" fmla="*/ 478 h 11943"/>
                <a:gd name="csX14" fmla="*/ 5733 w 11465"/>
                <a:gd name="csY14" fmla="*/ 1433 h 11943"/>
                <a:gd name="csX15" fmla="*/ 7644 w 11465"/>
                <a:gd name="csY15" fmla="*/ 3822 h 11943"/>
                <a:gd name="csX16" fmla="*/ 9555 w 11465"/>
                <a:gd name="csY16" fmla="*/ 4300 h 11943"/>
                <a:gd name="csX17" fmla="*/ 11466 w 11465"/>
                <a:gd name="csY17" fmla="*/ 5255 h 11943"/>
                <a:gd name="csX18" fmla="*/ 10988 w 11465"/>
                <a:gd name="csY18" fmla="*/ 10032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1465" h="11943">
                  <a:moveTo>
                    <a:pt x="10988" y="10032"/>
                  </a:moveTo>
                  <a:lnTo>
                    <a:pt x="2867" y="11943"/>
                  </a:lnTo>
                  <a:lnTo>
                    <a:pt x="478" y="11943"/>
                  </a:lnTo>
                  <a:lnTo>
                    <a:pt x="0" y="10988"/>
                  </a:lnTo>
                  <a:lnTo>
                    <a:pt x="478" y="10510"/>
                  </a:lnTo>
                  <a:lnTo>
                    <a:pt x="2867" y="10032"/>
                  </a:lnTo>
                  <a:lnTo>
                    <a:pt x="3822" y="5255"/>
                  </a:lnTo>
                  <a:lnTo>
                    <a:pt x="478" y="3344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956" y="1433"/>
                  </a:lnTo>
                  <a:lnTo>
                    <a:pt x="2867" y="478"/>
                  </a:lnTo>
                  <a:lnTo>
                    <a:pt x="3822" y="0"/>
                  </a:lnTo>
                  <a:lnTo>
                    <a:pt x="4300" y="478"/>
                  </a:lnTo>
                  <a:lnTo>
                    <a:pt x="5733" y="1433"/>
                  </a:lnTo>
                  <a:lnTo>
                    <a:pt x="7644" y="3822"/>
                  </a:lnTo>
                  <a:lnTo>
                    <a:pt x="9555" y="4300"/>
                  </a:lnTo>
                  <a:lnTo>
                    <a:pt x="11466" y="5255"/>
                  </a:lnTo>
                  <a:lnTo>
                    <a:pt x="10988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4" name="Freeform 4263">
              <a:extLst>
                <a:ext uri="{FF2B5EF4-FFF2-40B4-BE49-F238E27FC236}">
                  <a16:creationId xmlns:a16="http://schemas.microsoft.com/office/drawing/2014/main" id="{88868D8E-F667-891B-E0D9-5D6F1E03C15B}"/>
                </a:ext>
              </a:extLst>
            </p:cNvPr>
            <p:cNvSpPr/>
            <p:nvPr/>
          </p:nvSpPr>
          <p:spPr>
            <a:xfrm>
              <a:off x="5751556" y="3483245"/>
              <a:ext cx="3821" cy="2866"/>
            </a:xfrm>
            <a:custGeom>
              <a:avLst/>
              <a:gdLst>
                <a:gd name="csX0" fmla="*/ 955 w 3821"/>
                <a:gd name="csY0" fmla="*/ 2866 h 2866"/>
                <a:gd name="csX1" fmla="*/ 0 w 3821"/>
                <a:gd name="csY1" fmla="*/ 2866 h 2866"/>
                <a:gd name="csX2" fmla="*/ 0 w 3821"/>
                <a:gd name="csY2" fmla="*/ 2389 h 2866"/>
                <a:gd name="csX3" fmla="*/ 1911 w 3821"/>
                <a:gd name="csY3" fmla="*/ 478 h 2866"/>
                <a:gd name="csX4" fmla="*/ 3344 w 3821"/>
                <a:gd name="csY4" fmla="*/ 0 h 2866"/>
                <a:gd name="csX5" fmla="*/ 3822 w 3821"/>
                <a:gd name="csY5" fmla="*/ 0 h 2866"/>
                <a:gd name="csX6" fmla="*/ 2866 w 3821"/>
                <a:gd name="csY6" fmla="*/ 1433 h 2866"/>
                <a:gd name="csX7" fmla="*/ 955 w 3821"/>
                <a:gd name="csY7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2866">
                  <a:moveTo>
                    <a:pt x="955" y="2866"/>
                  </a:moveTo>
                  <a:lnTo>
                    <a:pt x="0" y="2866"/>
                  </a:lnTo>
                  <a:lnTo>
                    <a:pt x="0" y="2389"/>
                  </a:lnTo>
                  <a:lnTo>
                    <a:pt x="1911" y="478"/>
                  </a:lnTo>
                  <a:lnTo>
                    <a:pt x="3344" y="0"/>
                  </a:lnTo>
                  <a:lnTo>
                    <a:pt x="3822" y="0"/>
                  </a:lnTo>
                  <a:lnTo>
                    <a:pt x="2866" y="1433"/>
                  </a:lnTo>
                  <a:lnTo>
                    <a:pt x="9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5" name="Freeform 4264">
              <a:extLst>
                <a:ext uri="{FF2B5EF4-FFF2-40B4-BE49-F238E27FC236}">
                  <a16:creationId xmlns:a16="http://schemas.microsoft.com/office/drawing/2014/main" id="{CA787433-4266-92EB-5BD6-12ADD0E1105A}"/>
                </a:ext>
              </a:extLst>
            </p:cNvPr>
            <p:cNvSpPr/>
            <p:nvPr/>
          </p:nvSpPr>
          <p:spPr>
            <a:xfrm>
              <a:off x="5734358" y="3471779"/>
              <a:ext cx="2866" cy="1910"/>
            </a:xfrm>
            <a:custGeom>
              <a:avLst/>
              <a:gdLst>
                <a:gd name="csX0" fmla="*/ 2389 w 2866"/>
                <a:gd name="csY0" fmla="*/ 1433 h 1910"/>
                <a:gd name="csX1" fmla="*/ 478 w 2866"/>
                <a:gd name="csY1" fmla="*/ 1911 h 1910"/>
                <a:gd name="csX2" fmla="*/ 0 w 2866"/>
                <a:gd name="csY2" fmla="*/ 1911 h 1910"/>
                <a:gd name="csX3" fmla="*/ 0 w 2866"/>
                <a:gd name="csY3" fmla="*/ 1433 h 1910"/>
                <a:gd name="csX4" fmla="*/ 0 w 2866"/>
                <a:gd name="csY4" fmla="*/ 478 h 1910"/>
                <a:gd name="csX5" fmla="*/ 1433 w 2866"/>
                <a:gd name="csY5" fmla="*/ 0 h 1910"/>
                <a:gd name="csX6" fmla="*/ 2389 w 2866"/>
                <a:gd name="csY6" fmla="*/ 478 h 1910"/>
                <a:gd name="csX7" fmla="*/ 2867 w 2866"/>
                <a:gd name="csY7" fmla="*/ 955 h 1910"/>
                <a:gd name="csX8" fmla="*/ 2389 w 2866"/>
                <a:gd name="csY8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1910">
                  <a:moveTo>
                    <a:pt x="2389" y="1433"/>
                  </a:moveTo>
                  <a:lnTo>
                    <a:pt x="478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389" y="478"/>
                  </a:lnTo>
                  <a:lnTo>
                    <a:pt x="2867" y="955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6" name="Freeform 4265">
              <a:extLst>
                <a:ext uri="{FF2B5EF4-FFF2-40B4-BE49-F238E27FC236}">
                  <a16:creationId xmlns:a16="http://schemas.microsoft.com/office/drawing/2014/main" id="{8DF3541C-B0A7-B204-388D-15EC5DBF2FC9}"/>
                </a:ext>
              </a:extLst>
            </p:cNvPr>
            <p:cNvSpPr/>
            <p:nvPr/>
          </p:nvSpPr>
          <p:spPr>
            <a:xfrm>
              <a:off x="5756333" y="3470824"/>
              <a:ext cx="3343" cy="2866"/>
            </a:xfrm>
            <a:custGeom>
              <a:avLst/>
              <a:gdLst>
                <a:gd name="csX0" fmla="*/ 2866 w 3343"/>
                <a:gd name="csY0" fmla="*/ 2866 h 2866"/>
                <a:gd name="csX1" fmla="*/ 2389 w 3343"/>
                <a:gd name="csY1" fmla="*/ 2866 h 2866"/>
                <a:gd name="csX2" fmla="*/ 1433 w 3343"/>
                <a:gd name="csY2" fmla="*/ 2866 h 2866"/>
                <a:gd name="csX3" fmla="*/ 955 w 3343"/>
                <a:gd name="csY3" fmla="*/ 2389 h 2866"/>
                <a:gd name="csX4" fmla="*/ 0 w 3343"/>
                <a:gd name="csY4" fmla="*/ 956 h 2866"/>
                <a:gd name="csX5" fmla="*/ 1911 w 3343"/>
                <a:gd name="csY5" fmla="*/ 0 h 2866"/>
                <a:gd name="csX6" fmla="*/ 2866 w 3343"/>
                <a:gd name="csY6" fmla="*/ 478 h 2866"/>
                <a:gd name="csX7" fmla="*/ 3344 w 3343"/>
                <a:gd name="csY7" fmla="*/ 956 h 2866"/>
                <a:gd name="csX8" fmla="*/ 3344 w 3343"/>
                <a:gd name="csY8" fmla="*/ 1911 h 2866"/>
                <a:gd name="csX9" fmla="*/ 2866 w 3343"/>
                <a:gd name="csY9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3" h="2866">
                  <a:moveTo>
                    <a:pt x="2866" y="2866"/>
                  </a:moveTo>
                  <a:lnTo>
                    <a:pt x="2389" y="2866"/>
                  </a:lnTo>
                  <a:lnTo>
                    <a:pt x="1433" y="2866"/>
                  </a:lnTo>
                  <a:lnTo>
                    <a:pt x="955" y="2389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2866" y="478"/>
                  </a:lnTo>
                  <a:lnTo>
                    <a:pt x="3344" y="956"/>
                  </a:lnTo>
                  <a:lnTo>
                    <a:pt x="3344" y="1911"/>
                  </a:lnTo>
                  <a:lnTo>
                    <a:pt x="286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7" name="Freeform 4266">
              <a:extLst>
                <a:ext uri="{FF2B5EF4-FFF2-40B4-BE49-F238E27FC236}">
                  <a16:creationId xmlns:a16="http://schemas.microsoft.com/office/drawing/2014/main" id="{308A53C1-F539-F8F3-07C8-BA4B21F60CA7}"/>
                </a:ext>
              </a:extLst>
            </p:cNvPr>
            <p:cNvSpPr/>
            <p:nvPr/>
          </p:nvSpPr>
          <p:spPr>
            <a:xfrm>
              <a:off x="5736746" y="3459358"/>
              <a:ext cx="3344" cy="9076"/>
            </a:xfrm>
            <a:custGeom>
              <a:avLst/>
              <a:gdLst>
                <a:gd name="csX0" fmla="*/ 3344 w 3344"/>
                <a:gd name="csY0" fmla="*/ 9077 h 9076"/>
                <a:gd name="csX1" fmla="*/ 2389 w 3344"/>
                <a:gd name="csY1" fmla="*/ 9077 h 9076"/>
                <a:gd name="csX2" fmla="*/ 1433 w 3344"/>
                <a:gd name="csY2" fmla="*/ 9077 h 9076"/>
                <a:gd name="csX3" fmla="*/ 478 w 3344"/>
                <a:gd name="csY3" fmla="*/ 8599 h 9076"/>
                <a:gd name="csX4" fmla="*/ 0 w 3344"/>
                <a:gd name="csY4" fmla="*/ 6688 h 9076"/>
                <a:gd name="csX5" fmla="*/ 0 w 3344"/>
                <a:gd name="csY5" fmla="*/ 5255 h 9076"/>
                <a:gd name="csX6" fmla="*/ 0 w 3344"/>
                <a:gd name="csY6" fmla="*/ 2866 h 9076"/>
                <a:gd name="csX7" fmla="*/ 0 w 3344"/>
                <a:gd name="csY7" fmla="*/ 0 h 9076"/>
                <a:gd name="csX8" fmla="*/ 2389 w 3344"/>
                <a:gd name="csY8" fmla="*/ 0 h 9076"/>
                <a:gd name="csX9" fmla="*/ 2867 w 3344"/>
                <a:gd name="csY9" fmla="*/ 478 h 9076"/>
                <a:gd name="csX10" fmla="*/ 3344 w 3344"/>
                <a:gd name="csY10" fmla="*/ 8599 h 9076"/>
                <a:gd name="csX11" fmla="*/ 3344 w 3344"/>
                <a:gd name="csY11" fmla="*/ 9077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4" h="9076">
                  <a:moveTo>
                    <a:pt x="3344" y="9077"/>
                  </a:moveTo>
                  <a:lnTo>
                    <a:pt x="2389" y="9077"/>
                  </a:lnTo>
                  <a:lnTo>
                    <a:pt x="1433" y="9077"/>
                  </a:lnTo>
                  <a:lnTo>
                    <a:pt x="478" y="8599"/>
                  </a:lnTo>
                  <a:lnTo>
                    <a:pt x="0" y="6688"/>
                  </a:lnTo>
                  <a:lnTo>
                    <a:pt x="0" y="5255"/>
                  </a:lnTo>
                  <a:lnTo>
                    <a:pt x="0" y="2866"/>
                  </a:lnTo>
                  <a:lnTo>
                    <a:pt x="0" y="0"/>
                  </a:lnTo>
                  <a:lnTo>
                    <a:pt x="2389" y="0"/>
                  </a:lnTo>
                  <a:lnTo>
                    <a:pt x="2867" y="478"/>
                  </a:lnTo>
                  <a:lnTo>
                    <a:pt x="3344" y="8599"/>
                  </a:lnTo>
                  <a:lnTo>
                    <a:pt x="3344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8" name="Freeform 4267">
              <a:extLst>
                <a:ext uri="{FF2B5EF4-FFF2-40B4-BE49-F238E27FC236}">
                  <a16:creationId xmlns:a16="http://schemas.microsoft.com/office/drawing/2014/main" id="{67AD28FC-7E4E-8F47-674B-33298C02080D}"/>
                </a:ext>
              </a:extLst>
            </p:cNvPr>
            <p:cNvSpPr/>
            <p:nvPr/>
          </p:nvSpPr>
          <p:spPr>
            <a:xfrm>
              <a:off x="5749645" y="3449804"/>
              <a:ext cx="21497" cy="21020"/>
            </a:xfrm>
            <a:custGeom>
              <a:avLst/>
              <a:gdLst>
                <a:gd name="csX0" fmla="*/ 12421 w 21497"/>
                <a:gd name="csY0" fmla="*/ 5255 h 21020"/>
                <a:gd name="csX1" fmla="*/ 12421 w 21497"/>
                <a:gd name="csY1" fmla="*/ 7166 h 21020"/>
                <a:gd name="csX2" fmla="*/ 11943 w 21497"/>
                <a:gd name="csY2" fmla="*/ 8599 h 21020"/>
                <a:gd name="csX3" fmla="*/ 12421 w 21497"/>
                <a:gd name="csY3" fmla="*/ 10510 h 21020"/>
                <a:gd name="csX4" fmla="*/ 12421 w 21497"/>
                <a:gd name="csY4" fmla="*/ 11943 h 21020"/>
                <a:gd name="csX5" fmla="*/ 13376 w 21497"/>
                <a:gd name="csY5" fmla="*/ 12421 h 21020"/>
                <a:gd name="csX6" fmla="*/ 13854 w 21497"/>
                <a:gd name="csY6" fmla="*/ 12899 h 21020"/>
                <a:gd name="csX7" fmla="*/ 17676 w 21497"/>
                <a:gd name="csY7" fmla="*/ 13854 h 21020"/>
                <a:gd name="csX8" fmla="*/ 21020 w 21497"/>
                <a:gd name="csY8" fmla="*/ 13376 h 21020"/>
                <a:gd name="csX9" fmla="*/ 21498 w 21497"/>
                <a:gd name="csY9" fmla="*/ 13854 h 21020"/>
                <a:gd name="csX10" fmla="*/ 21498 w 21497"/>
                <a:gd name="csY10" fmla="*/ 14810 h 21020"/>
                <a:gd name="csX11" fmla="*/ 21020 w 21497"/>
                <a:gd name="csY11" fmla="*/ 15765 h 21020"/>
                <a:gd name="csX12" fmla="*/ 19109 w 21497"/>
                <a:gd name="csY12" fmla="*/ 17676 h 21020"/>
                <a:gd name="csX13" fmla="*/ 16721 w 21497"/>
                <a:gd name="csY13" fmla="*/ 20542 h 21020"/>
                <a:gd name="csX14" fmla="*/ 16243 w 21497"/>
                <a:gd name="csY14" fmla="*/ 21020 h 21020"/>
                <a:gd name="csX15" fmla="*/ 15287 w 21497"/>
                <a:gd name="csY15" fmla="*/ 21020 h 21020"/>
                <a:gd name="csX16" fmla="*/ 14809 w 21497"/>
                <a:gd name="csY16" fmla="*/ 20542 h 21020"/>
                <a:gd name="csX17" fmla="*/ 14332 w 21497"/>
                <a:gd name="csY17" fmla="*/ 15765 h 21020"/>
                <a:gd name="csX18" fmla="*/ 11943 w 21497"/>
                <a:gd name="csY18" fmla="*/ 16243 h 21020"/>
                <a:gd name="csX19" fmla="*/ 10032 w 21497"/>
                <a:gd name="csY19" fmla="*/ 16243 h 21020"/>
                <a:gd name="csX20" fmla="*/ 8599 w 21497"/>
                <a:gd name="csY20" fmla="*/ 15765 h 21020"/>
                <a:gd name="csX21" fmla="*/ 8121 w 21497"/>
                <a:gd name="csY21" fmla="*/ 14332 h 21020"/>
                <a:gd name="csX22" fmla="*/ 6210 w 21497"/>
                <a:gd name="csY22" fmla="*/ 11465 h 21020"/>
                <a:gd name="csX23" fmla="*/ 1911 w 21497"/>
                <a:gd name="csY23" fmla="*/ 10510 h 21020"/>
                <a:gd name="csX24" fmla="*/ 478 w 21497"/>
                <a:gd name="csY24" fmla="*/ 8599 h 21020"/>
                <a:gd name="csX25" fmla="*/ 0 w 21497"/>
                <a:gd name="csY25" fmla="*/ 7644 h 21020"/>
                <a:gd name="csX26" fmla="*/ 0 w 21497"/>
                <a:gd name="csY26" fmla="*/ 7166 h 21020"/>
                <a:gd name="csX27" fmla="*/ 956 w 21497"/>
                <a:gd name="csY27" fmla="*/ 5733 h 21020"/>
                <a:gd name="csX28" fmla="*/ 2389 w 21497"/>
                <a:gd name="csY28" fmla="*/ 6210 h 21020"/>
                <a:gd name="csX29" fmla="*/ 2866 w 21497"/>
                <a:gd name="csY29" fmla="*/ 6210 h 21020"/>
                <a:gd name="csX30" fmla="*/ 3344 w 21497"/>
                <a:gd name="csY30" fmla="*/ 5255 h 21020"/>
                <a:gd name="csX31" fmla="*/ 3344 w 21497"/>
                <a:gd name="csY31" fmla="*/ 4777 h 21020"/>
                <a:gd name="csX32" fmla="*/ 2866 w 21497"/>
                <a:gd name="csY32" fmla="*/ 3822 h 21020"/>
                <a:gd name="csX33" fmla="*/ 2866 w 21497"/>
                <a:gd name="csY33" fmla="*/ 3344 h 21020"/>
                <a:gd name="csX34" fmla="*/ 7644 w 21497"/>
                <a:gd name="csY34" fmla="*/ 2389 h 21020"/>
                <a:gd name="csX35" fmla="*/ 8121 w 21497"/>
                <a:gd name="csY35" fmla="*/ 0 h 21020"/>
                <a:gd name="csX36" fmla="*/ 9077 w 21497"/>
                <a:gd name="csY36" fmla="*/ 0 h 21020"/>
                <a:gd name="csX37" fmla="*/ 10032 w 21497"/>
                <a:gd name="csY37" fmla="*/ 478 h 21020"/>
                <a:gd name="csX38" fmla="*/ 11943 w 21497"/>
                <a:gd name="csY38" fmla="*/ 2866 h 21020"/>
                <a:gd name="csX39" fmla="*/ 12421 w 21497"/>
                <a:gd name="csY39" fmla="*/ 5255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1497" h="21020">
                  <a:moveTo>
                    <a:pt x="12421" y="5255"/>
                  </a:moveTo>
                  <a:lnTo>
                    <a:pt x="12421" y="7166"/>
                  </a:lnTo>
                  <a:lnTo>
                    <a:pt x="11943" y="8599"/>
                  </a:lnTo>
                  <a:lnTo>
                    <a:pt x="12421" y="10510"/>
                  </a:lnTo>
                  <a:lnTo>
                    <a:pt x="12421" y="11943"/>
                  </a:lnTo>
                  <a:lnTo>
                    <a:pt x="13376" y="12421"/>
                  </a:lnTo>
                  <a:lnTo>
                    <a:pt x="13854" y="12899"/>
                  </a:lnTo>
                  <a:lnTo>
                    <a:pt x="17676" y="13854"/>
                  </a:lnTo>
                  <a:lnTo>
                    <a:pt x="21020" y="13376"/>
                  </a:lnTo>
                  <a:lnTo>
                    <a:pt x="21498" y="13854"/>
                  </a:lnTo>
                  <a:lnTo>
                    <a:pt x="21498" y="14810"/>
                  </a:lnTo>
                  <a:lnTo>
                    <a:pt x="21020" y="15765"/>
                  </a:lnTo>
                  <a:lnTo>
                    <a:pt x="19109" y="17676"/>
                  </a:lnTo>
                  <a:lnTo>
                    <a:pt x="16721" y="20542"/>
                  </a:lnTo>
                  <a:lnTo>
                    <a:pt x="16243" y="21020"/>
                  </a:lnTo>
                  <a:lnTo>
                    <a:pt x="15287" y="21020"/>
                  </a:lnTo>
                  <a:lnTo>
                    <a:pt x="14809" y="20542"/>
                  </a:lnTo>
                  <a:lnTo>
                    <a:pt x="14332" y="15765"/>
                  </a:lnTo>
                  <a:lnTo>
                    <a:pt x="11943" y="16243"/>
                  </a:lnTo>
                  <a:lnTo>
                    <a:pt x="10032" y="16243"/>
                  </a:lnTo>
                  <a:lnTo>
                    <a:pt x="8599" y="15765"/>
                  </a:lnTo>
                  <a:lnTo>
                    <a:pt x="8121" y="14332"/>
                  </a:lnTo>
                  <a:lnTo>
                    <a:pt x="6210" y="11465"/>
                  </a:lnTo>
                  <a:lnTo>
                    <a:pt x="1911" y="10510"/>
                  </a:lnTo>
                  <a:lnTo>
                    <a:pt x="478" y="8599"/>
                  </a:lnTo>
                  <a:lnTo>
                    <a:pt x="0" y="7644"/>
                  </a:lnTo>
                  <a:lnTo>
                    <a:pt x="0" y="7166"/>
                  </a:lnTo>
                  <a:lnTo>
                    <a:pt x="956" y="5733"/>
                  </a:lnTo>
                  <a:lnTo>
                    <a:pt x="2389" y="6210"/>
                  </a:lnTo>
                  <a:lnTo>
                    <a:pt x="2866" y="6210"/>
                  </a:lnTo>
                  <a:lnTo>
                    <a:pt x="3344" y="5255"/>
                  </a:lnTo>
                  <a:lnTo>
                    <a:pt x="3344" y="4777"/>
                  </a:lnTo>
                  <a:lnTo>
                    <a:pt x="2866" y="3822"/>
                  </a:lnTo>
                  <a:lnTo>
                    <a:pt x="2866" y="3344"/>
                  </a:lnTo>
                  <a:lnTo>
                    <a:pt x="7644" y="2389"/>
                  </a:lnTo>
                  <a:lnTo>
                    <a:pt x="8121" y="0"/>
                  </a:lnTo>
                  <a:lnTo>
                    <a:pt x="9077" y="0"/>
                  </a:lnTo>
                  <a:lnTo>
                    <a:pt x="10032" y="478"/>
                  </a:lnTo>
                  <a:lnTo>
                    <a:pt x="11943" y="2866"/>
                  </a:lnTo>
                  <a:lnTo>
                    <a:pt x="12421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9" name="Freeform 4268">
              <a:extLst>
                <a:ext uri="{FF2B5EF4-FFF2-40B4-BE49-F238E27FC236}">
                  <a16:creationId xmlns:a16="http://schemas.microsoft.com/office/drawing/2014/main" id="{03D066C8-F3D8-2CF5-0952-EB4493AA78BE}"/>
                </a:ext>
              </a:extLst>
            </p:cNvPr>
            <p:cNvSpPr/>
            <p:nvPr/>
          </p:nvSpPr>
          <p:spPr>
            <a:xfrm>
              <a:off x="5734836" y="3449326"/>
              <a:ext cx="8121" cy="4777"/>
            </a:xfrm>
            <a:custGeom>
              <a:avLst/>
              <a:gdLst>
                <a:gd name="csX0" fmla="*/ 6210 w 8121"/>
                <a:gd name="csY0" fmla="*/ 0 h 4777"/>
                <a:gd name="csX1" fmla="*/ 8121 w 8121"/>
                <a:gd name="csY1" fmla="*/ 1911 h 4777"/>
                <a:gd name="csX2" fmla="*/ 6688 w 8121"/>
                <a:gd name="csY2" fmla="*/ 4777 h 4777"/>
                <a:gd name="csX3" fmla="*/ 3822 w 8121"/>
                <a:gd name="csY3" fmla="*/ 4777 h 4777"/>
                <a:gd name="csX4" fmla="*/ 0 w 8121"/>
                <a:gd name="csY4" fmla="*/ 2866 h 4777"/>
                <a:gd name="csX5" fmla="*/ 0 w 8121"/>
                <a:gd name="csY5" fmla="*/ 2389 h 4777"/>
                <a:gd name="csX6" fmla="*/ 0 w 8121"/>
                <a:gd name="csY6" fmla="*/ 1433 h 4777"/>
                <a:gd name="csX7" fmla="*/ 955 w 8121"/>
                <a:gd name="csY7" fmla="*/ 956 h 4777"/>
                <a:gd name="csX8" fmla="*/ 1433 w 8121"/>
                <a:gd name="csY8" fmla="*/ 956 h 4777"/>
                <a:gd name="csX9" fmla="*/ 2389 w 8121"/>
                <a:gd name="csY9" fmla="*/ 1433 h 4777"/>
                <a:gd name="csX10" fmla="*/ 3822 w 8121"/>
                <a:gd name="csY10" fmla="*/ 478 h 4777"/>
                <a:gd name="csX11" fmla="*/ 4777 w 8121"/>
                <a:gd name="csY11" fmla="*/ 956 h 4777"/>
                <a:gd name="csX12" fmla="*/ 6210 w 8121"/>
                <a:gd name="csY12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121" h="4777">
                  <a:moveTo>
                    <a:pt x="6210" y="0"/>
                  </a:moveTo>
                  <a:lnTo>
                    <a:pt x="8121" y="1911"/>
                  </a:lnTo>
                  <a:lnTo>
                    <a:pt x="6688" y="4777"/>
                  </a:lnTo>
                  <a:lnTo>
                    <a:pt x="3822" y="4777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955" y="956"/>
                  </a:lnTo>
                  <a:lnTo>
                    <a:pt x="1433" y="956"/>
                  </a:lnTo>
                  <a:lnTo>
                    <a:pt x="2389" y="1433"/>
                  </a:lnTo>
                  <a:lnTo>
                    <a:pt x="3822" y="478"/>
                  </a:lnTo>
                  <a:lnTo>
                    <a:pt x="4777" y="956"/>
                  </a:lnTo>
                  <a:lnTo>
                    <a:pt x="621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0" name="Freeform 4269">
              <a:extLst>
                <a:ext uri="{FF2B5EF4-FFF2-40B4-BE49-F238E27FC236}">
                  <a16:creationId xmlns:a16="http://schemas.microsoft.com/office/drawing/2014/main" id="{F843EB87-5230-D4F3-82B2-2ADA3D30E770}"/>
                </a:ext>
              </a:extLst>
            </p:cNvPr>
            <p:cNvSpPr/>
            <p:nvPr/>
          </p:nvSpPr>
          <p:spPr>
            <a:xfrm>
              <a:off x="5742957" y="3421140"/>
              <a:ext cx="18153" cy="25797"/>
            </a:xfrm>
            <a:custGeom>
              <a:avLst/>
              <a:gdLst>
                <a:gd name="csX0" fmla="*/ 17676 w 18153"/>
                <a:gd name="csY0" fmla="*/ 4777 h 25797"/>
                <a:gd name="csX1" fmla="*/ 15287 w 18153"/>
                <a:gd name="csY1" fmla="*/ 10988 h 25797"/>
                <a:gd name="csX2" fmla="*/ 14332 w 18153"/>
                <a:gd name="csY2" fmla="*/ 10988 h 25797"/>
                <a:gd name="csX3" fmla="*/ 13377 w 18153"/>
                <a:gd name="csY3" fmla="*/ 12421 h 25797"/>
                <a:gd name="csX4" fmla="*/ 10988 w 18153"/>
                <a:gd name="csY4" fmla="*/ 14332 h 25797"/>
                <a:gd name="csX5" fmla="*/ 12899 w 18153"/>
                <a:gd name="csY5" fmla="*/ 14332 h 25797"/>
                <a:gd name="csX6" fmla="*/ 13854 w 18153"/>
                <a:gd name="csY6" fmla="*/ 14810 h 25797"/>
                <a:gd name="csX7" fmla="*/ 13854 w 18153"/>
                <a:gd name="csY7" fmla="*/ 15765 h 25797"/>
                <a:gd name="csX8" fmla="*/ 13377 w 18153"/>
                <a:gd name="csY8" fmla="*/ 16721 h 25797"/>
                <a:gd name="csX9" fmla="*/ 10510 w 18153"/>
                <a:gd name="csY9" fmla="*/ 19109 h 25797"/>
                <a:gd name="csX10" fmla="*/ 8121 w 18153"/>
                <a:gd name="csY10" fmla="*/ 20542 h 25797"/>
                <a:gd name="csX11" fmla="*/ 6211 w 18153"/>
                <a:gd name="csY11" fmla="*/ 23409 h 25797"/>
                <a:gd name="csX12" fmla="*/ 4777 w 18153"/>
                <a:gd name="csY12" fmla="*/ 23409 h 25797"/>
                <a:gd name="csX13" fmla="*/ 3822 w 18153"/>
                <a:gd name="csY13" fmla="*/ 24842 h 25797"/>
                <a:gd name="csX14" fmla="*/ 2867 w 18153"/>
                <a:gd name="csY14" fmla="*/ 25797 h 25797"/>
                <a:gd name="csX15" fmla="*/ 2389 w 18153"/>
                <a:gd name="csY15" fmla="*/ 25797 h 25797"/>
                <a:gd name="csX16" fmla="*/ 1911 w 18153"/>
                <a:gd name="csY16" fmla="*/ 25320 h 25797"/>
                <a:gd name="csX17" fmla="*/ 478 w 18153"/>
                <a:gd name="csY17" fmla="*/ 23886 h 25797"/>
                <a:gd name="csX18" fmla="*/ 2867 w 18153"/>
                <a:gd name="csY18" fmla="*/ 21976 h 25797"/>
                <a:gd name="csX19" fmla="*/ 2867 w 18153"/>
                <a:gd name="csY19" fmla="*/ 21020 h 25797"/>
                <a:gd name="csX20" fmla="*/ 4777 w 18153"/>
                <a:gd name="csY20" fmla="*/ 20065 h 25797"/>
                <a:gd name="csX21" fmla="*/ 4777 w 18153"/>
                <a:gd name="csY21" fmla="*/ 19587 h 25797"/>
                <a:gd name="csX22" fmla="*/ 1911 w 18153"/>
                <a:gd name="csY22" fmla="*/ 18154 h 25797"/>
                <a:gd name="csX23" fmla="*/ 956 w 18153"/>
                <a:gd name="csY23" fmla="*/ 17198 h 25797"/>
                <a:gd name="csX24" fmla="*/ 956 w 18153"/>
                <a:gd name="csY24" fmla="*/ 16721 h 25797"/>
                <a:gd name="csX25" fmla="*/ 2389 w 18153"/>
                <a:gd name="csY25" fmla="*/ 15765 h 25797"/>
                <a:gd name="csX26" fmla="*/ 1433 w 18153"/>
                <a:gd name="csY26" fmla="*/ 15287 h 25797"/>
                <a:gd name="csX27" fmla="*/ 1433 w 18153"/>
                <a:gd name="csY27" fmla="*/ 14810 h 25797"/>
                <a:gd name="csX28" fmla="*/ 478 w 18153"/>
                <a:gd name="csY28" fmla="*/ 14810 h 25797"/>
                <a:gd name="csX29" fmla="*/ 0 w 18153"/>
                <a:gd name="csY29" fmla="*/ 13854 h 25797"/>
                <a:gd name="csX30" fmla="*/ 0 w 18153"/>
                <a:gd name="csY30" fmla="*/ 12421 h 25797"/>
                <a:gd name="csX31" fmla="*/ 478 w 18153"/>
                <a:gd name="csY31" fmla="*/ 10988 h 25797"/>
                <a:gd name="csX32" fmla="*/ 956 w 18153"/>
                <a:gd name="csY32" fmla="*/ 10510 h 25797"/>
                <a:gd name="csX33" fmla="*/ 1433 w 18153"/>
                <a:gd name="csY33" fmla="*/ 9555 h 25797"/>
                <a:gd name="csX34" fmla="*/ 1911 w 18153"/>
                <a:gd name="csY34" fmla="*/ 9555 h 25797"/>
                <a:gd name="csX35" fmla="*/ 2867 w 18153"/>
                <a:gd name="csY35" fmla="*/ 10032 h 25797"/>
                <a:gd name="csX36" fmla="*/ 4300 w 18153"/>
                <a:gd name="csY36" fmla="*/ 10988 h 25797"/>
                <a:gd name="csX37" fmla="*/ 5733 w 18153"/>
                <a:gd name="csY37" fmla="*/ 10510 h 25797"/>
                <a:gd name="csX38" fmla="*/ 7166 w 18153"/>
                <a:gd name="csY38" fmla="*/ 10988 h 25797"/>
                <a:gd name="csX39" fmla="*/ 7644 w 18153"/>
                <a:gd name="csY39" fmla="*/ 10510 h 25797"/>
                <a:gd name="csX40" fmla="*/ 6211 w 18153"/>
                <a:gd name="csY40" fmla="*/ 7644 h 25797"/>
                <a:gd name="csX41" fmla="*/ 6211 w 18153"/>
                <a:gd name="csY41" fmla="*/ 7166 h 25797"/>
                <a:gd name="csX42" fmla="*/ 7166 w 18153"/>
                <a:gd name="csY42" fmla="*/ 6210 h 25797"/>
                <a:gd name="csX43" fmla="*/ 10988 w 18153"/>
                <a:gd name="csY43" fmla="*/ 4300 h 25797"/>
                <a:gd name="csX44" fmla="*/ 15765 w 18153"/>
                <a:gd name="csY44" fmla="*/ 478 h 25797"/>
                <a:gd name="csX45" fmla="*/ 17198 w 18153"/>
                <a:gd name="csY45" fmla="*/ 0 h 25797"/>
                <a:gd name="csX46" fmla="*/ 17676 w 18153"/>
                <a:gd name="csY46" fmla="*/ 478 h 25797"/>
                <a:gd name="csX47" fmla="*/ 18154 w 18153"/>
                <a:gd name="csY47" fmla="*/ 2389 h 25797"/>
                <a:gd name="csX48" fmla="*/ 17676 w 18153"/>
                <a:gd name="csY48" fmla="*/ 4777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18153" h="25797">
                  <a:moveTo>
                    <a:pt x="17676" y="4777"/>
                  </a:moveTo>
                  <a:lnTo>
                    <a:pt x="15287" y="10988"/>
                  </a:lnTo>
                  <a:lnTo>
                    <a:pt x="14332" y="10988"/>
                  </a:lnTo>
                  <a:lnTo>
                    <a:pt x="13377" y="12421"/>
                  </a:lnTo>
                  <a:lnTo>
                    <a:pt x="10988" y="14332"/>
                  </a:lnTo>
                  <a:lnTo>
                    <a:pt x="12899" y="14332"/>
                  </a:lnTo>
                  <a:lnTo>
                    <a:pt x="13854" y="14810"/>
                  </a:lnTo>
                  <a:lnTo>
                    <a:pt x="13854" y="15765"/>
                  </a:lnTo>
                  <a:lnTo>
                    <a:pt x="13377" y="16721"/>
                  </a:lnTo>
                  <a:lnTo>
                    <a:pt x="10510" y="19109"/>
                  </a:lnTo>
                  <a:lnTo>
                    <a:pt x="8121" y="20542"/>
                  </a:lnTo>
                  <a:lnTo>
                    <a:pt x="6211" y="23409"/>
                  </a:lnTo>
                  <a:lnTo>
                    <a:pt x="4777" y="23409"/>
                  </a:lnTo>
                  <a:lnTo>
                    <a:pt x="3822" y="24842"/>
                  </a:lnTo>
                  <a:lnTo>
                    <a:pt x="2867" y="25797"/>
                  </a:lnTo>
                  <a:lnTo>
                    <a:pt x="2389" y="25797"/>
                  </a:lnTo>
                  <a:lnTo>
                    <a:pt x="1911" y="25320"/>
                  </a:lnTo>
                  <a:lnTo>
                    <a:pt x="478" y="23886"/>
                  </a:lnTo>
                  <a:lnTo>
                    <a:pt x="2867" y="21976"/>
                  </a:lnTo>
                  <a:lnTo>
                    <a:pt x="2867" y="21020"/>
                  </a:lnTo>
                  <a:lnTo>
                    <a:pt x="4777" y="20065"/>
                  </a:lnTo>
                  <a:lnTo>
                    <a:pt x="4777" y="19587"/>
                  </a:lnTo>
                  <a:lnTo>
                    <a:pt x="1911" y="18154"/>
                  </a:lnTo>
                  <a:lnTo>
                    <a:pt x="956" y="17198"/>
                  </a:lnTo>
                  <a:lnTo>
                    <a:pt x="956" y="16721"/>
                  </a:lnTo>
                  <a:lnTo>
                    <a:pt x="2389" y="15765"/>
                  </a:lnTo>
                  <a:lnTo>
                    <a:pt x="1433" y="15287"/>
                  </a:lnTo>
                  <a:lnTo>
                    <a:pt x="1433" y="14810"/>
                  </a:lnTo>
                  <a:lnTo>
                    <a:pt x="478" y="14810"/>
                  </a:lnTo>
                  <a:lnTo>
                    <a:pt x="0" y="13854"/>
                  </a:lnTo>
                  <a:lnTo>
                    <a:pt x="0" y="12421"/>
                  </a:lnTo>
                  <a:lnTo>
                    <a:pt x="478" y="10988"/>
                  </a:lnTo>
                  <a:lnTo>
                    <a:pt x="956" y="10510"/>
                  </a:lnTo>
                  <a:lnTo>
                    <a:pt x="1433" y="9555"/>
                  </a:lnTo>
                  <a:lnTo>
                    <a:pt x="1911" y="9555"/>
                  </a:lnTo>
                  <a:lnTo>
                    <a:pt x="2867" y="10032"/>
                  </a:lnTo>
                  <a:lnTo>
                    <a:pt x="4300" y="10988"/>
                  </a:lnTo>
                  <a:lnTo>
                    <a:pt x="5733" y="10510"/>
                  </a:lnTo>
                  <a:lnTo>
                    <a:pt x="7166" y="10988"/>
                  </a:lnTo>
                  <a:lnTo>
                    <a:pt x="7644" y="10510"/>
                  </a:lnTo>
                  <a:lnTo>
                    <a:pt x="6211" y="7644"/>
                  </a:lnTo>
                  <a:lnTo>
                    <a:pt x="6211" y="7166"/>
                  </a:lnTo>
                  <a:lnTo>
                    <a:pt x="7166" y="6210"/>
                  </a:lnTo>
                  <a:lnTo>
                    <a:pt x="10988" y="4300"/>
                  </a:lnTo>
                  <a:lnTo>
                    <a:pt x="15765" y="478"/>
                  </a:lnTo>
                  <a:lnTo>
                    <a:pt x="17198" y="0"/>
                  </a:lnTo>
                  <a:lnTo>
                    <a:pt x="17676" y="478"/>
                  </a:lnTo>
                  <a:lnTo>
                    <a:pt x="18154" y="2389"/>
                  </a:lnTo>
                  <a:lnTo>
                    <a:pt x="1767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1" name="Freeform 4270">
              <a:extLst>
                <a:ext uri="{FF2B5EF4-FFF2-40B4-BE49-F238E27FC236}">
                  <a16:creationId xmlns:a16="http://schemas.microsoft.com/office/drawing/2014/main" id="{0B44EDBE-EFEB-B5B2-7E75-88089C485BA0}"/>
                </a:ext>
              </a:extLst>
            </p:cNvPr>
            <p:cNvSpPr/>
            <p:nvPr/>
          </p:nvSpPr>
          <p:spPr>
            <a:xfrm>
              <a:off x="5762066" y="3415885"/>
              <a:ext cx="156217" cy="269917"/>
            </a:xfrm>
            <a:custGeom>
              <a:avLst/>
              <a:gdLst>
                <a:gd name="csX0" fmla="*/ 60194 w 156217"/>
                <a:gd name="csY0" fmla="*/ 4777 h 269917"/>
                <a:gd name="csX1" fmla="*/ 60194 w 156217"/>
                <a:gd name="csY1" fmla="*/ 7644 h 269917"/>
                <a:gd name="csX2" fmla="*/ 59716 w 156217"/>
                <a:gd name="csY2" fmla="*/ 8599 h 269917"/>
                <a:gd name="csX3" fmla="*/ 59239 w 156217"/>
                <a:gd name="csY3" fmla="*/ 9555 h 269917"/>
                <a:gd name="csX4" fmla="*/ 57805 w 156217"/>
                <a:gd name="csY4" fmla="*/ 11465 h 269917"/>
                <a:gd name="csX5" fmla="*/ 53984 w 156217"/>
                <a:gd name="csY5" fmla="*/ 14332 h 269917"/>
                <a:gd name="csX6" fmla="*/ 46818 w 156217"/>
                <a:gd name="csY6" fmla="*/ 21020 h 269917"/>
                <a:gd name="csX7" fmla="*/ 42518 w 156217"/>
                <a:gd name="csY7" fmla="*/ 23886 h 269917"/>
                <a:gd name="csX8" fmla="*/ 42040 w 156217"/>
                <a:gd name="csY8" fmla="*/ 25320 h 269917"/>
                <a:gd name="csX9" fmla="*/ 41563 w 156217"/>
                <a:gd name="csY9" fmla="*/ 27708 h 269917"/>
                <a:gd name="csX10" fmla="*/ 43951 w 156217"/>
                <a:gd name="csY10" fmla="*/ 28186 h 269917"/>
                <a:gd name="csX11" fmla="*/ 45384 w 156217"/>
                <a:gd name="csY11" fmla="*/ 28664 h 269917"/>
                <a:gd name="csX12" fmla="*/ 44429 w 156217"/>
                <a:gd name="csY12" fmla="*/ 29619 h 269917"/>
                <a:gd name="csX13" fmla="*/ 40607 w 156217"/>
                <a:gd name="csY13" fmla="*/ 33441 h 269917"/>
                <a:gd name="csX14" fmla="*/ 39652 w 156217"/>
                <a:gd name="csY14" fmla="*/ 36785 h 269917"/>
                <a:gd name="csX15" fmla="*/ 42518 w 156217"/>
                <a:gd name="csY15" fmla="*/ 36785 h 269917"/>
                <a:gd name="csX16" fmla="*/ 44907 w 156217"/>
                <a:gd name="csY16" fmla="*/ 36307 h 269917"/>
                <a:gd name="csX17" fmla="*/ 49684 w 156217"/>
                <a:gd name="csY17" fmla="*/ 33919 h 269917"/>
                <a:gd name="csX18" fmla="*/ 53984 w 156217"/>
                <a:gd name="csY18" fmla="*/ 32486 h 269917"/>
                <a:gd name="csX19" fmla="*/ 56372 w 156217"/>
                <a:gd name="csY19" fmla="*/ 32486 h 269917"/>
                <a:gd name="csX20" fmla="*/ 60672 w 156217"/>
                <a:gd name="csY20" fmla="*/ 33919 h 269917"/>
                <a:gd name="csX21" fmla="*/ 61627 w 156217"/>
                <a:gd name="csY21" fmla="*/ 33919 h 269917"/>
                <a:gd name="csX22" fmla="*/ 63060 w 156217"/>
                <a:gd name="csY22" fmla="*/ 32963 h 269917"/>
                <a:gd name="csX23" fmla="*/ 64971 w 156217"/>
                <a:gd name="csY23" fmla="*/ 32963 h 269917"/>
                <a:gd name="csX24" fmla="*/ 77392 w 156217"/>
                <a:gd name="csY24" fmla="*/ 33441 h 269917"/>
                <a:gd name="csX25" fmla="*/ 80736 w 156217"/>
                <a:gd name="csY25" fmla="*/ 32486 h 269917"/>
                <a:gd name="csX26" fmla="*/ 82647 w 156217"/>
                <a:gd name="csY26" fmla="*/ 33441 h 269917"/>
                <a:gd name="csX27" fmla="*/ 84558 w 156217"/>
                <a:gd name="csY27" fmla="*/ 35830 h 269917"/>
                <a:gd name="csX28" fmla="*/ 86469 w 156217"/>
                <a:gd name="csY28" fmla="*/ 39652 h 269917"/>
                <a:gd name="csX29" fmla="*/ 86469 w 156217"/>
                <a:gd name="csY29" fmla="*/ 40607 h 269917"/>
                <a:gd name="csX30" fmla="*/ 85514 w 156217"/>
                <a:gd name="csY30" fmla="*/ 42518 h 269917"/>
                <a:gd name="csX31" fmla="*/ 83125 w 156217"/>
                <a:gd name="csY31" fmla="*/ 44429 h 269917"/>
                <a:gd name="csX32" fmla="*/ 81692 w 156217"/>
                <a:gd name="csY32" fmla="*/ 47773 h 269917"/>
                <a:gd name="csX33" fmla="*/ 81214 w 156217"/>
                <a:gd name="csY33" fmla="*/ 49206 h 269917"/>
                <a:gd name="csX34" fmla="*/ 80736 w 156217"/>
                <a:gd name="csY34" fmla="*/ 51117 h 269917"/>
                <a:gd name="csX35" fmla="*/ 80259 w 156217"/>
                <a:gd name="csY35" fmla="*/ 53028 h 269917"/>
                <a:gd name="csX36" fmla="*/ 76915 w 156217"/>
                <a:gd name="csY36" fmla="*/ 60672 h 269917"/>
                <a:gd name="csX37" fmla="*/ 73570 w 156217"/>
                <a:gd name="csY37" fmla="*/ 65449 h 269917"/>
                <a:gd name="csX38" fmla="*/ 72137 w 156217"/>
                <a:gd name="csY38" fmla="*/ 68315 h 269917"/>
                <a:gd name="csX39" fmla="*/ 70226 w 156217"/>
                <a:gd name="csY39" fmla="*/ 70704 h 269917"/>
                <a:gd name="csX40" fmla="*/ 68316 w 156217"/>
                <a:gd name="csY40" fmla="*/ 72615 h 269917"/>
                <a:gd name="csX41" fmla="*/ 66882 w 156217"/>
                <a:gd name="csY41" fmla="*/ 73570 h 269917"/>
                <a:gd name="csX42" fmla="*/ 61150 w 156217"/>
                <a:gd name="csY42" fmla="*/ 74526 h 269917"/>
                <a:gd name="csX43" fmla="*/ 59716 w 156217"/>
                <a:gd name="csY43" fmla="*/ 75481 h 269917"/>
                <a:gd name="csX44" fmla="*/ 57805 w 156217"/>
                <a:gd name="csY44" fmla="*/ 76914 h 269917"/>
                <a:gd name="csX45" fmla="*/ 55894 w 156217"/>
                <a:gd name="csY45" fmla="*/ 77392 h 269917"/>
                <a:gd name="csX46" fmla="*/ 58283 w 156217"/>
                <a:gd name="csY46" fmla="*/ 77392 h 269917"/>
                <a:gd name="csX47" fmla="*/ 60672 w 156217"/>
                <a:gd name="csY47" fmla="*/ 76437 h 269917"/>
                <a:gd name="csX48" fmla="*/ 64493 w 156217"/>
                <a:gd name="csY48" fmla="*/ 76437 h 269917"/>
                <a:gd name="csX49" fmla="*/ 69271 w 156217"/>
                <a:gd name="csY49" fmla="*/ 78825 h 269917"/>
                <a:gd name="csX50" fmla="*/ 68793 w 156217"/>
                <a:gd name="csY50" fmla="*/ 81214 h 269917"/>
                <a:gd name="csX51" fmla="*/ 66882 w 156217"/>
                <a:gd name="csY51" fmla="*/ 82647 h 269917"/>
                <a:gd name="csX52" fmla="*/ 62583 w 156217"/>
                <a:gd name="csY52" fmla="*/ 83125 h 269917"/>
                <a:gd name="csX53" fmla="*/ 58761 w 156217"/>
                <a:gd name="csY53" fmla="*/ 86469 h 269917"/>
                <a:gd name="csX54" fmla="*/ 56850 w 156217"/>
                <a:gd name="csY54" fmla="*/ 87902 h 269917"/>
                <a:gd name="csX55" fmla="*/ 54939 w 156217"/>
                <a:gd name="csY55" fmla="*/ 88380 h 269917"/>
                <a:gd name="csX56" fmla="*/ 52550 w 156217"/>
                <a:gd name="csY56" fmla="*/ 88380 h 269917"/>
                <a:gd name="csX57" fmla="*/ 48251 w 156217"/>
                <a:gd name="csY57" fmla="*/ 87425 h 269917"/>
                <a:gd name="csX58" fmla="*/ 46340 w 156217"/>
                <a:gd name="csY58" fmla="*/ 85991 h 269917"/>
                <a:gd name="csX59" fmla="*/ 48251 w 156217"/>
                <a:gd name="csY59" fmla="*/ 87902 h 269917"/>
                <a:gd name="csX60" fmla="*/ 50162 w 156217"/>
                <a:gd name="csY60" fmla="*/ 88858 h 269917"/>
                <a:gd name="csX61" fmla="*/ 61150 w 156217"/>
                <a:gd name="csY61" fmla="*/ 90769 h 269917"/>
                <a:gd name="csX62" fmla="*/ 62105 w 156217"/>
                <a:gd name="csY62" fmla="*/ 90769 h 269917"/>
                <a:gd name="csX63" fmla="*/ 65449 w 156217"/>
                <a:gd name="csY63" fmla="*/ 88380 h 269917"/>
                <a:gd name="csX64" fmla="*/ 70226 w 156217"/>
                <a:gd name="csY64" fmla="*/ 88380 h 269917"/>
                <a:gd name="csX65" fmla="*/ 79303 w 156217"/>
                <a:gd name="csY65" fmla="*/ 92679 h 269917"/>
                <a:gd name="csX66" fmla="*/ 81692 w 156217"/>
                <a:gd name="csY66" fmla="*/ 95546 h 269917"/>
                <a:gd name="csX67" fmla="*/ 85514 w 156217"/>
                <a:gd name="csY67" fmla="*/ 99845 h 269917"/>
                <a:gd name="csX68" fmla="*/ 87425 w 156217"/>
                <a:gd name="csY68" fmla="*/ 101756 h 269917"/>
                <a:gd name="csX69" fmla="*/ 88858 w 156217"/>
                <a:gd name="csY69" fmla="*/ 103190 h 269917"/>
                <a:gd name="csX70" fmla="*/ 89813 w 156217"/>
                <a:gd name="csY70" fmla="*/ 105578 h 269917"/>
                <a:gd name="csX71" fmla="*/ 91246 w 156217"/>
                <a:gd name="csY71" fmla="*/ 113222 h 269917"/>
                <a:gd name="csX72" fmla="*/ 93635 w 156217"/>
                <a:gd name="csY72" fmla="*/ 120388 h 269917"/>
                <a:gd name="csX73" fmla="*/ 96024 w 156217"/>
                <a:gd name="csY73" fmla="*/ 128509 h 269917"/>
                <a:gd name="csX74" fmla="*/ 97457 w 156217"/>
                <a:gd name="csY74" fmla="*/ 130898 h 269917"/>
                <a:gd name="csX75" fmla="*/ 98890 w 156217"/>
                <a:gd name="csY75" fmla="*/ 132331 h 269917"/>
                <a:gd name="csX76" fmla="*/ 106534 w 156217"/>
                <a:gd name="csY76" fmla="*/ 135675 h 269917"/>
                <a:gd name="csX77" fmla="*/ 108445 w 156217"/>
                <a:gd name="csY77" fmla="*/ 137108 h 269917"/>
                <a:gd name="csX78" fmla="*/ 111311 w 156217"/>
                <a:gd name="csY78" fmla="*/ 140452 h 269917"/>
                <a:gd name="csX79" fmla="*/ 114177 w 156217"/>
                <a:gd name="csY79" fmla="*/ 143797 h 269917"/>
                <a:gd name="csX80" fmla="*/ 117044 w 156217"/>
                <a:gd name="csY80" fmla="*/ 146663 h 269917"/>
                <a:gd name="csX81" fmla="*/ 119910 w 156217"/>
                <a:gd name="csY81" fmla="*/ 149052 h 269917"/>
                <a:gd name="csX82" fmla="*/ 118477 w 156217"/>
                <a:gd name="csY82" fmla="*/ 150007 h 269917"/>
                <a:gd name="csX83" fmla="*/ 117522 w 156217"/>
                <a:gd name="csY83" fmla="*/ 151918 h 269917"/>
                <a:gd name="csX84" fmla="*/ 118477 w 156217"/>
                <a:gd name="csY84" fmla="*/ 154307 h 269917"/>
                <a:gd name="csX85" fmla="*/ 119432 w 156217"/>
                <a:gd name="csY85" fmla="*/ 156695 h 269917"/>
                <a:gd name="csX86" fmla="*/ 121821 w 156217"/>
                <a:gd name="csY86" fmla="*/ 160517 h 269917"/>
                <a:gd name="csX87" fmla="*/ 124210 w 156217"/>
                <a:gd name="csY87" fmla="*/ 164817 h 269917"/>
                <a:gd name="csX88" fmla="*/ 123254 w 156217"/>
                <a:gd name="csY88" fmla="*/ 163861 h 269917"/>
                <a:gd name="csX89" fmla="*/ 122299 w 156217"/>
                <a:gd name="csY89" fmla="*/ 163861 h 269917"/>
                <a:gd name="csX90" fmla="*/ 121343 w 156217"/>
                <a:gd name="csY90" fmla="*/ 163861 h 269917"/>
                <a:gd name="csX91" fmla="*/ 120388 w 156217"/>
                <a:gd name="csY91" fmla="*/ 163384 h 269917"/>
                <a:gd name="csX92" fmla="*/ 118477 w 156217"/>
                <a:gd name="csY92" fmla="*/ 162428 h 269917"/>
                <a:gd name="csX93" fmla="*/ 116566 w 156217"/>
                <a:gd name="csY93" fmla="*/ 160517 h 269917"/>
                <a:gd name="csX94" fmla="*/ 112744 w 156217"/>
                <a:gd name="csY94" fmla="*/ 161473 h 269917"/>
                <a:gd name="csX95" fmla="*/ 110356 w 156217"/>
                <a:gd name="csY95" fmla="*/ 160995 h 269917"/>
                <a:gd name="csX96" fmla="*/ 108445 w 156217"/>
                <a:gd name="csY96" fmla="*/ 160995 h 269917"/>
                <a:gd name="csX97" fmla="*/ 112266 w 156217"/>
                <a:gd name="csY97" fmla="*/ 161950 h 269917"/>
                <a:gd name="csX98" fmla="*/ 116088 w 156217"/>
                <a:gd name="csY98" fmla="*/ 161950 h 269917"/>
                <a:gd name="csX99" fmla="*/ 124210 w 156217"/>
                <a:gd name="csY99" fmla="*/ 168639 h 269917"/>
                <a:gd name="csX100" fmla="*/ 127076 w 156217"/>
                <a:gd name="csY100" fmla="*/ 172938 h 269917"/>
                <a:gd name="csX101" fmla="*/ 128987 w 156217"/>
                <a:gd name="csY101" fmla="*/ 178193 h 269917"/>
                <a:gd name="csX102" fmla="*/ 127554 w 156217"/>
                <a:gd name="csY102" fmla="*/ 180582 h 269917"/>
                <a:gd name="csX103" fmla="*/ 125643 w 156217"/>
                <a:gd name="csY103" fmla="*/ 182015 h 269917"/>
                <a:gd name="csX104" fmla="*/ 124210 w 156217"/>
                <a:gd name="csY104" fmla="*/ 183926 h 269917"/>
                <a:gd name="csX105" fmla="*/ 122777 w 156217"/>
                <a:gd name="csY105" fmla="*/ 185837 h 269917"/>
                <a:gd name="csX106" fmla="*/ 127076 w 156217"/>
                <a:gd name="csY106" fmla="*/ 188703 h 269917"/>
                <a:gd name="csX107" fmla="*/ 128032 w 156217"/>
                <a:gd name="csY107" fmla="*/ 188703 h 269917"/>
                <a:gd name="csX108" fmla="*/ 129465 w 156217"/>
                <a:gd name="csY108" fmla="*/ 188225 h 269917"/>
                <a:gd name="csX109" fmla="*/ 130420 w 156217"/>
                <a:gd name="csY109" fmla="*/ 187270 h 269917"/>
                <a:gd name="csX110" fmla="*/ 131854 w 156217"/>
                <a:gd name="csY110" fmla="*/ 184881 h 269917"/>
                <a:gd name="csX111" fmla="*/ 132809 w 156217"/>
                <a:gd name="csY111" fmla="*/ 183926 h 269917"/>
                <a:gd name="csX112" fmla="*/ 135675 w 156217"/>
                <a:gd name="csY112" fmla="*/ 183926 h 269917"/>
                <a:gd name="csX113" fmla="*/ 138064 w 156217"/>
                <a:gd name="csY113" fmla="*/ 183926 h 269917"/>
                <a:gd name="csX114" fmla="*/ 140453 w 156217"/>
                <a:gd name="csY114" fmla="*/ 184404 h 269917"/>
                <a:gd name="csX115" fmla="*/ 142364 w 156217"/>
                <a:gd name="csY115" fmla="*/ 184404 h 269917"/>
                <a:gd name="csX116" fmla="*/ 146663 w 156217"/>
                <a:gd name="csY116" fmla="*/ 185359 h 269917"/>
                <a:gd name="csX117" fmla="*/ 149052 w 156217"/>
                <a:gd name="csY117" fmla="*/ 186314 h 269917"/>
                <a:gd name="csX118" fmla="*/ 154307 w 156217"/>
                <a:gd name="csY118" fmla="*/ 190614 h 269917"/>
                <a:gd name="csX119" fmla="*/ 155740 w 156217"/>
                <a:gd name="csY119" fmla="*/ 193003 h 269917"/>
                <a:gd name="csX120" fmla="*/ 156218 w 156217"/>
                <a:gd name="csY120" fmla="*/ 195869 h 269917"/>
                <a:gd name="csX121" fmla="*/ 156218 w 156217"/>
                <a:gd name="csY121" fmla="*/ 199213 h 269917"/>
                <a:gd name="csX122" fmla="*/ 155262 w 156217"/>
                <a:gd name="csY122" fmla="*/ 202080 h 269917"/>
                <a:gd name="csX123" fmla="*/ 154307 w 156217"/>
                <a:gd name="csY123" fmla="*/ 204468 h 269917"/>
                <a:gd name="csX124" fmla="*/ 153829 w 156217"/>
                <a:gd name="csY124" fmla="*/ 208290 h 269917"/>
                <a:gd name="csX125" fmla="*/ 153351 w 156217"/>
                <a:gd name="csY125" fmla="*/ 209246 h 269917"/>
                <a:gd name="csX126" fmla="*/ 152396 w 156217"/>
                <a:gd name="csY126" fmla="*/ 210201 h 269917"/>
                <a:gd name="csX127" fmla="*/ 149530 w 156217"/>
                <a:gd name="csY127" fmla="*/ 213067 h 269917"/>
                <a:gd name="csX128" fmla="*/ 147619 w 156217"/>
                <a:gd name="csY128" fmla="*/ 214023 h 269917"/>
                <a:gd name="csX129" fmla="*/ 147141 w 156217"/>
                <a:gd name="csY129" fmla="*/ 213545 h 269917"/>
                <a:gd name="csX130" fmla="*/ 146185 w 156217"/>
                <a:gd name="csY130" fmla="*/ 213545 h 269917"/>
                <a:gd name="csX131" fmla="*/ 146185 w 156217"/>
                <a:gd name="csY131" fmla="*/ 214500 h 269917"/>
                <a:gd name="csX132" fmla="*/ 147141 w 156217"/>
                <a:gd name="csY132" fmla="*/ 215934 h 269917"/>
                <a:gd name="csX133" fmla="*/ 147141 w 156217"/>
                <a:gd name="csY133" fmla="*/ 217367 h 269917"/>
                <a:gd name="csX134" fmla="*/ 145230 w 156217"/>
                <a:gd name="csY134" fmla="*/ 218800 h 269917"/>
                <a:gd name="csX135" fmla="*/ 143319 w 156217"/>
                <a:gd name="csY135" fmla="*/ 219278 h 269917"/>
                <a:gd name="csX136" fmla="*/ 140453 w 156217"/>
                <a:gd name="csY136" fmla="*/ 218800 h 269917"/>
                <a:gd name="csX137" fmla="*/ 136631 w 156217"/>
                <a:gd name="csY137" fmla="*/ 220711 h 269917"/>
                <a:gd name="csX138" fmla="*/ 139497 w 156217"/>
                <a:gd name="csY138" fmla="*/ 222144 h 269917"/>
                <a:gd name="csX139" fmla="*/ 139975 w 156217"/>
                <a:gd name="csY139" fmla="*/ 223100 h 269917"/>
                <a:gd name="csX140" fmla="*/ 139497 w 156217"/>
                <a:gd name="csY140" fmla="*/ 225488 h 269917"/>
                <a:gd name="csX141" fmla="*/ 137586 w 156217"/>
                <a:gd name="csY141" fmla="*/ 226444 h 269917"/>
                <a:gd name="csX142" fmla="*/ 135675 w 156217"/>
                <a:gd name="csY142" fmla="*/ 226921 h 269917"/>
                <a:gd name="csX143" fmla="*/ 133287 w 156217"/>
                <a:gd name="csY143" fmla="*/ 226921 h 269917"/>
                <a:gd name="csX144" fmla="*/ 131854 w 156217"/>
                <a:gd name="csY144" fmla="*/ 227399 h 269917"/>
                <a:gd name="csX145" fmla="*/ 129942 w 156217"/>
                <a:gd name="csY145" fmla="*/ 228832 h 269917"/>
                <a:gd name="csX146" fmla="*/ 132331 w 156217"/>
                <a:gd name="csY146" fmla="*/ 227877 h 269917"/>
                <a:gd name="csX147" fmla="*/ 133764 w 156217"/>
                <a:gd name="csY147" fmla="*/ 228355 h 269917"/>
                <a:gd name="csX148" fmla="*/ 134720 w 156217"/>
                <a:gd name="csY148" fmla="*/ 230266 h 269917"/>
                <a:gd name="csX149" fmla="*/ 135198 w 156217"/>
                <a:gd name="csY149" fmla="*/ 230743 h 269917"/>
                <a:gd name="csX150" fmla="*/ 139497 w 156217"/>
                <a:gd name="csY150" fmla="*/ 231699 h 269917"/>
                <a:gd name="csX151" fmla="*/ 141886 w 156217"/>
                <a:gd name="csY151" fmla="*/ 231699 h 269917"/>
                <a:gd name="csX152" fmla="*/ 146663 w 156217"/>
                <a:gd name="csY152" fmla="*/ 231221 h 269917"/>
                <a:gd name="csX153" fmla="*/ 149052 w 156217"/>
                <a:gd name="csY153" fmla="*/ 231221 h 269917"/>
                <a:gd name="csX154" fmla="*/ 149530 w 156217"/>
                <a:gd name="csY154" fmla="*/ 231699 h 269917"/>
                <a:gd name="csX155" fmla="*/ 149530 w 156217"/>
                <a:gd name="csY155" fmla="*/ 233132 h 269917"/>
                <a:gd name="csX156" fmla="*/ 149530 w 156217"/>
                <a:gd name="csY156" fmla="*/ 236954 h 269917"/>
                <a:gd name="csX157" fmla="*/ 148574 w 156217"/>
                <a:gd name="csY157" fmla="*/ 237432 h 269917"/>
                <a:gd name="csX158" fmla="*/ 142364 w 156217"/>
                <a:gd name="csY158" fmla="*/ 240776 h 269917"/>
                <a:gd name="csX159" fmla="*/ 140930 w 156217"/>
                <a:gd name="csY159" fmla="*/ 242687 h 269917"/>
                <a:gd name="csX160" fmla="*/ 140930 w 156217"/>
                <a:gd name="csY160" fmla="*/ 244120 h 269917"/>
                <a:gd name="csX161" fmla="*/ 137108 w 156217"/>
                <a:gd name="csY161" fmla="*/ 244120 h 269917"/>
                <a:gd name="csX162" fmla="*/ 135198 w 156217"/>
                <a:gd name="csY162" fmla="*/ 245553 h 269917"/>
                <a:gd name="csX163" fmla="*/ 132331 w 156217"/>
                <a:gd name="csY163" fmla="*/ 246508 h 269917"/>
                <a:gd name="csX164" fmla="*/ 129942 w 156217"/>
                <a:gd name="csY164" fmla="*/ 247464 h 269917"/>
                <a:gd name="csX165" fmla="*/ 127554 w 156217"/>
                <a:gd name="csY165" fmla="*/ 248419 h 269917"/>
                <a:gd name="csX166" fmla="*/ 125643 w 156217"/>
                <a:gd name="csY166" fmla="*/ 248897 h 269917"/>
                <a:gd name="csX167" fmla="*/ 117522 w 156217"/>
                <a:gd name="csY167" fmla="*/ 247464 h 269917"/>
                <a:gd name="csX168" fmla="*/ 112744 w 156217"/>
                <a:gd name="csY168" fmla="*/ 247464 h 269917"/>
                <a:gd name="csX169" fmla="*/ 106056 w 156217"/>
                <a:gd name="csY169" fmla="*/ 248897 h 269917"/>
                <a:gd name="csX170" fmla="*/ 104623 w 156217"/>
                <a:gd name="csY170" fmla="*/ 248419 h 269917"/>
                <a:gd name="csX171" fmla="*/ 101757 w 156217"/>
                <a:gd name="csY171" fmla="*/ 247464 h 269917"/>
                <a:gd name="csX172" fmla="*/ 99368 w 156217"/>
                <a:gd name="csY172" fmla="*/ 246508 h 269917"/>
                <a:gd name="csX173" fmla="*/ 96024 w 156217"/>
                <a:gd name="csY173" fmla="*/ 246031 h 269917"/>
                <a:gd name="csX174" fmla="*/ 93635 w 156217"/>
                <a:gd name="csY174" fmla="*/ 245075 h 269917"/>
                <a:gd name="csX175" fmla="*/ 95068 w 156217"/>
                <a:gd name="csY175" fmla="*/ 246986 h 269917"/>
                <a:gd name="csX176" fmla="*/ 91724 w 156217"/>
                <a:gd name="csY176" fmla="*/ 249375 h 269917"/>
                <a:gd name="csX177" fmla="*/ 89813 w 156217"/>
                <a:gd name="csY177" fmla="*/ 249853 h 269917"/>
                <a:gd name="csX178" fmla="*/ 88380 w 156217"/>
                <a:gd name="csY178" fmla="*/ 249853 h 269917"/>
                <a:gd name="csX179" fmla="*/ 84558 w 156217"/>
                <a:gd name="csY179" fmla="*/ 250330 h 269917"/>
                <a:gd name="csX180" fmla="*/ 81214 w 156217"/>
                <a:gd name="csY180" fmla="*/ 249853 h 269917"/>
                <a:gd name="csX181" fmla="*/ 81692 w 156217"/>
                <a:gd name="csY181" fmla="*/ 251286 h 269917"/>
                <a:gd name="csX182" fmla="*/ 82647 w 156217"/>
                <a:gd name="csY182" fmla="*/ 252719 h 269917"/>
                <a:gd name="csX183" fmla="*/ 82170 w 156217"/>
                <a:gd name="csY183" fmla="*/ 253197 h 269917"/>
                <a:gd name="csX184" fmla="*/ 81214 w 156217"/>
                <a:gd name="csY184" fmla="*/ 253674 h 269917"/>
                <a:gd name="csX185" fmla="*/ 75004 w 156217"/>
                <a:gd name="csY185" fmla="*/ 252241 h 269917"/>
                <a:gd name="csX186" fmla="*/ 74048 w 156217"/>
                <a:gd name="csY186" fmla="*/ 252719 h 269917"/>
                <a:gd name="csX187" fmla="*/ 73570 w 156217"/>
                <a:gd name="csY187" fmla="*/ 253674 h 269917"/>
                <a:gd name="csX188" fmla="*/ 71182 w 156217"/>
                <a:gd name="csY188" fmla="*/ 253197 h 269917"/>
                <a:gd name="csX189" fmla="*/ 68793 w 156217"/>
                <a:gd name="csY189" fmla="*/ 251763 h 269917"/>
                <a:gd name="csX190" fmla="*/ 66405 w 156217"/>
                <a:gd name="csY190" fmla="*/ 250330 h 269917"/>
                <a:gd name="csX191" fmla="*/ 64016 w 156217"/>
                <a:gd name="csY191" fmla="*/ 249853 h 269917"/>
                <a:gd name="csX192" fmla="*/ 62105 w 156217"/>
                <a:gd name="csY192" fmla="*/ 250330 h 269917"/>
                <a:gd name="csX193" fmla="*/ 53984 w 156217"/>
                <a:gd name="csY193" fmla="*/ 252719 h 269917"/>
                <a:gd name="csX194" fmla="*/ 52550 w 156217"/>
                <a:gd name="csY194" fmla="*/ 255108 h 269917"/>
                <a:gd name="csX195" fmla="*/ 51595 w 156217"/>
                <a:gd name="csY195" fmla="*/ 258452 h 269917"/>
                <a:gd name="csX196" fmla="*/ 50639 w 156217"/>
                <a:gd name="csY196" fmla="*/ 261318 h 269917"/>
                <a:gd name="csX197" fmla="*/ 48728 w 156217"/>
                <a:gd name="csY197" fmla="*/ 263707 h 269917"/>
                <a:gd name="csX198" fmla="*/ 46340 w 156217"/>
                <a:gd name="csY198" fmla="*/ 264184 h 269917"/>
                <a:gd name="csX199" fmla="*/ 44429 w 156217"/>
                <a:gd name="csY199" fmla="*/ 262273 h 269917"/>
                <a:gd name="csX200" fmla="*/ 40129 w 156217"/>
                <a:gd name="csY200" fmla="*/ 260840 h 269917"/>
                <a:gd name="csX201" fmla="*/ 39174 w 156217"/>
                <a:gd name="csY201" fmla="*/ 259407 h 269917"/>
                <a:gd name="csX202" fmla="*/ 38696 w 156217"/>
                <a:gd name="csY202" fmla="*/ 259407 h 269917"/>
                <a:gd name="csX203" fmla="*/ 38218 w 156217"/>
                <a:gd name="csY203" fmla="*/ 259885 h 269917"/>
                <a:gd name="csX204" fmla="*/ 36308 w 156217"/>
                <a:gd name="csY204" fmla="*/ 260363 h 269917"/>
                <a:gd name="csX205" fmla="*/ 34874 w 156217"/>
                <a:gd name="csY205" fmla="*/ 260363 h 269917"/>
                <a:gd name="csX206" fmla="*/ 32486 w 156217"/>
                <a:gd name="csY206" fmla="*/ 260840 h 269917"/>
                <a:gd name="csX207" fmla="*/ 27709 w 156217"/>
                <a:gd name="csY207" fmla="*/ 262273 h 269917"/>
                <a:gd name="csX208" fmla="*/ 26275 w 156217"/>
                <a:gd name="csY208" fmla="*/ 263229 h 269917"/>
                <a:gd name="csX209" fmla="*/ 22453 w 156217"/>
                <a:gd name="csY209" fmla="*/ 266095 h 269917"/>
                <a:gd name="csX210" fmla="*/ 21498 w 156217"/>
                <a:gd name="csY210" fmla="*/ 266573 h 269917"/>
                <a:gd name="csX211" fmla="*/ 20065 w 156217"/>
                <a:gd name="csY211" fmla="*/ 269439 h 269917"/>
                <a:gd name="csX212" fmla="*/ 18154 w 156217"/>
                <a:gd name="csY212" fmla="*/ 269917 h 269917"/>
                <a:gd name="csX213" fmla="*/ 16243 w 156217"/>
                <a:gd name="csY213" fmla="*/ 268484 h 269917"/>
                <a:gd name="csX214" fmla="*/ 13854 w 156217"/>
                <a:gd name="csY214" fmla="*/ 267529 h 269917"/>
                <a:gd name="csX215" fmla="*/ 11466 w 156217"/>
                <a:gd name="csY215" fmla="*/ 268006 h 269917"/>
                <a:gd name="csX216" fmla="*/ 10032 w 156217"/>
                <a:gd name="csY216" fmla="*/ 268962 h 269917"/>
                <a:gd name="csX217" fmla="*/ 9555 w 156217"/>
                <a:gd name="csY217" fmla="*/ 268484 h 269917"/>
                <a:gd name="csX218" fmla="*/ 9555 w 156217"/>
                <a:gd name="csY218" fmla="*/ 267051 h 269917"/>
                <a:gd name="csX219" fmla="*/ 10988 w 156217"/>
                <a:gd name="csY219" fmla="*/ 265140 h 269917"/>
                <a:gd name="csX220" fmla="*/ 15765 w 156217"/>
                <a:gd name="csY220" fmla="*/ 263707 h 269917"/>
                <a:gd name="csX221" fmla="*/ 19587 w 156217"/>
                <a:gd name="csY221" fmla="*/ 259885 h 269917"/>
                <a:gd name="csX222" fmla="*/ 21498 w 156217"/>
                <a:gd name="csY222" fmla="*/ 257974 h 269917"/>
                <a:gd name="csX223" fmla="*/ 22453 w 156217"/>
                <a:gd name="csY223" fmla="*/ 256541 h 269917"/>
                <a:gd name="csX224" fmla="*/ 23409 w 156217"/>
                <a:gd name="csY224" fmla="*/ 255585 h 269917"/>
                <a:gd name="csX225" fmla="*/ 24842 w 156217"/>
                <a:gd name="csY225" fmla="*/ 255585 h 269917"/>
                <a:gd name="csX226" fmla="*/ 25320 w 156217"/>
                <a:gd name="csY226" fmla="*/ 254152 h 269917"/>
                <a:gd name="csX227" fmla="*/ 30575 w 156217"/>
                <a:gd name="csY227" fmla="*/ 248419 h 269917"/>
                <a:gd name="csX228" fmla="*/ 31052 w 156217"/>
                <a:gd name="csY228" fmla="*/ 246986 h 269917"/>
                <a:gd name="csX229" fmla="*/ 31530 w 156217"/>
                <a:gd name="csY229" fmla="*/ 245075 h 269917"/>
                <a:gd name="csX230" fmla="*/ 32008 w 156217"/>
                <a:gd name="csY230" fmla="*/ 242687 h 269917"/>
                <a:gd name="csX231" fmla="*/ 36308 w 156217"/>
                <a:gd name="csY231" fmla="*/ 241253 h 269917"/>
                <a:gd name="csX232" fmla="*/ 38696 w 156217"/>
                <a:gd name="csY232" fmla="*/ 236476 h 269917"/>
                <a:gd name="csX233" fmla="*/ 39174 w 156217"/>
                <a:gd name="csY233" fmla="*/ 236476 h 269917"/>
                <a:gd name="csX234" fmla="*/ 45384 w 156217"/>
                <a:gd name="csY234" fmla="*/ 235521 h 269917"/>
                <a:gd name="csX235" fmla="*/ 50162 w 156217"/>
                <a:gd name="csY235" fmla="*/ 235521 h 269917"/>
                <a:gd name="csX236" fmla="*/ 54939 w 156217"/>
                <a:gd name="csY236" fmla="*/ 236476 h 269917"/>
                <a:gd name="csX237" fmla="*/ 57328 w 156217"/>
                <a:gd name="csY237" fmla="*/ 236476 h 269917"/>
                <a:gd name="csX238" fmla="*/ 59239 w 156217"/>
                <a:gd name="csY238" fmla="*/ 235998 h 269917"/>
                <a:gd name="csX239" fmla="*/ 61627 w 156217"/>
                <a:gd name="csY239" fmla="*/ 235043 h 269917"/>
                <a:gd name="csX240" fmla="*/ 64493 w 156217"/>
                <a:gd name="csY240" fmla="*/ 230266 h 269917"/>
                <a:gd name="csX241" fmla="*/ 66405 w 156217"/>
                <a:gd name="csY241" fmla="*/ 228355 h 269917"/>
                <a:gd name="csX242" fmla="*/ 68316 w 156217"/>
                <a:gd name="csY242" fmla="*/ 226444 h 269917"/>
                <a:gd name="csX243" fmla="*/ 70226 w 156217"/>
                <a:gd name="csY243" fmla="*/ 224533 h 269917"/>
                <a:gd name="csX244" fmla="*/ 73570 w 156217"/>
                <a:gd name="csY244" fmla="*/ 220711 h 269917"/>
                <a:gd name="csX245" fmla="*/ 71182 w 156217"/>
                <a:gd name="csY245" fmla="*/ 221666 h 269917"/>
                <a:gd name="csX246" fmla="*/ 68793 w 156217"/>
                <a:gd name="csY246" fmla="*/ 224055 h 269917"/>
                <a:gd name="csX247" fmla="*/ 67360 w 156217"/>
                <a:gd name="csY247" fmla="*/ 225011 h 269917"/>
                <a:gd name="csX248" fmla="*/ 62583 w 156217"/>
                <a:gd name="csY248" fmla="*/ 226444 h 269917"/>
                <a:gd name="csX249" fmla="*/ 60672 w 156217"/>
                <a:gd name="csY249" fmla="*/ 227877 h 269917"/>
                <a:gd name="csX250" fmla="*/ 56850 w 156217"/>
                <a:gd name="csY250" fmla="*/ 230743 h 269917"/>
                <a:gd name="csX251" fmla="*/ 56372 w 156217"/>
                <a:gd name="csY251" fmla="*/ 230743 h 269917"/>
                <a:gd name="csX252" fmla="*/ 51117 w 156217"/>
                <a:gd name="csY252" fmla="*/ 230266 h 269917"/>
                <a:gd name="csX253" fmla="*/ 46818 w 156217"/>
                <a:gd name="csY253" fmla="*/ 226444 h 269917"/>
                <a:gd name="csX254" fmla="*/ 44429 w 156217"/>
                <a:gd name="csY254" fmla="*/ 225011 h 269917"/>
                <a:gd name="csX255" fmla="*/ 43474 w 156217"/>
                <a:gd name="csY255" fmla="*/ 224533 h 269917"/>
                <a:gd name="csX256" fmla="*/ 42518 w 156217"/>
                <a:gd name="csY256" fmla="*/ 225011 h 269917"/>
                <a:gd name="csX257" fmla="*/ 40129 w 156217"/>
                <a:gd name="csY257" fmla="*/ 225488 h 269917"/>
                <a:gd name="csX258" fmla="*/ 37741 w 156217"/>
                <a:gd name="csY258" fmla="*/ 225488 h 269917"/>
                <a:gd name="csX259" fmla="*/ 39174 w 156217"/>
                <a:gd name="csY259" fmla="*/ 224055 h 269917"/>
                <a:gd name="csX260" fmla="*/ 40607 w 156217"/>
                <a:gd name="csY260" fmla="*/ 223100 h 269917"/>
                <a:gd name="csX261" fmla="*/ 36785 w 156217"/>
                <a:gd name="csY261" fmla="*/ 222144 h 269917"/>
                <a:gd name="csX262" fmla="*/ 35830 w 156217"/>
                <a:gd name="csY262" fmla="*/ 221666 h 269917"/>
                <a:gd name="csX263" fmla="*/ 34874 w 156217"/>
                <a:gd name="csY263" fmla="*/ 220711 h 269917"/>
                <a:gd name="csX264" fmla="*/ 32008 w 156217"/>
                <a:gd name="csY264" fmla="*/ 220233 h 269917"/>
                <a:gd name="csX265" fmla="*/ 30575 w 156217"/>
                <a:gd name="csY265" fmla="*/ 220711 h 269917"/>
                <a:gd name="csX266" fmla="*/ 28186 w 156217"/>
                <a:gd name="csY266" fmla="*/ 222144 h 269917"/>
                <a:gd name="csX267" fmla="*/ 24364 w 156217"/>
                <a:gd name="csY267" fmla="*/ 224055 h 269917"/>
                <a:gd name="csX268" fmla="*/ 20065 w 156217"/>
                <a:gd name="csY268" fmla="*/ 221666 h 269917"/>
                <a:gd name="csX269" fmla="*/ 19109 w 156217"/>
                <a:gd name="csY269" fmla="*/ 220711 h 269917"/>
                <a:gd name="csX270" fmla="*/ 19109 w 156217"/>
                <a:gd name="csY270" fmla="*/ 218800 h 269917"/>
                <a:gd name="csX271" fmla="*/ 18632 w 156217"/>
                <a:gd name="csY271" fmla="*/ 216889 h 269917"/>
                <a:gd name="csX272" fmla="*/ 17198 w 156217"/>
                <a:gd name="csY272" fmla="*/ 216412 h 269917"/>
                <a:gd name="csX273" fmla="*/ 19109 w 156217"/>
                <a:gd name="csY273" fmla="*/ 214500 h 269917"/>
                <a:gd name="csX274" fmla="*/ 21020 w 156217"/>
                <a:gd name="csY274" fmla="*/ 213067 h 269917"/>
                <a:gd name="csX275" fmla="*/ 24842 w 156217"/>
                <a:gd name="csY275" fmla="*/ 211634 h 269917"/>
                <a:gd name="csX276" fmla="*/ 31052 w 156217"/>
                <a:gd name="csY276" fmla="*/ 208290 h 269917"/>
                <a:gd name="csX277" fmla="*/ 34874 w 156217"/>
                <a:gd name="csY277" fmla="*/ 207335 h 269917"/>
                <a:gd name="csX278" fmla="*/ 38218 w 156217"/>
                <a:gd name="csY278" fmla="*/ 204468 h 269917"/>
                <a:gd name="csX279" fmla="*/ 39174 w 156217"/>
                <a:gd name="csY279" fmla="*/ 203513 h 269917"/>
                <a:gd name="csX280" fmla="*/ 40129 w 156217"/>
                <a:gd name="csY280" fmla="*/ 201124 h 269917"/>
                <a:gd name="csX281" fmla="*/ 41563 w 156217"/>
                <a:gd name="csY281" fmla="*/ 198735 h 269917"/>
                <a:gd name="csX282" fmla="*/ 42996 w 156217"/>
                <a:gd name="csY282" fmla="*/ 196825 h 269917"/>
                <a:gd name="csX283" fmla="*/ 41563 w 156217"/>
                <a:gd name="csY283" fmla="*/ 196347 h 269917"/>
                <a:gd name="csX284" fmla="*/ 40607 w 156217"/>
                <a:gd name="csY284" fmla="*/ 194914 h 269917"/>
                <a:gd name="csX285" fmla="*/ 41085 w 156217"/>
                <a:gd name="csY285" fmla="*/ 193480 h 269917"/>
                <a:gd name="csX286" fmla="*/ 41563 w 156217"/>
                <a:gd name="csY286" fmla="*/ 192047 h 269917"/>
                <a:gd name="csX287" fmla="*/ 41085 w 156217"/>
                <a:gd name="csY287" fmla="*/ 190136 h 269917"/>
                <a:gd name="csX288" fmla="*/ 40129 w 156217"/>
                <a:gd name="csY288" fmla="*/ 188703 h 269917"/>
                <a:gd name="csX289" fmla="*/ 40129 w 156217"/>
                <a:gd name="csY289" fmla="*/ 187270 h 269917"/>
                <a:gd name="csX290" fmla="*/ 40129 w 156217"/>
                <a:gd name="csY290" fmla="*/ 185837 h 269917"/>
                <a:gd name="csX291" fmla="*/ 37741 w 156217"/>
                <a:gd name="csY291" fmla="*/ 185837 h 269917"/>
                <a:gd name="csX292" fmla="*/ 35352 w 156217"/>
                <a:gd name="csY292" fmla="*/ 186314 h 269917"/>
                <a:gd name="csX293" fmla="*/ 32963 w 156217"/>
                <a:gd name="csY293" fmla="*/ 187270 h 269917"/>
                <a:gd name="csX294" fmla="*/ 30575 w 156217"/>
                <a:gd name="csY294" fmla="*/ 188703 h 269917"/>
                <a:gd name="csX295" fmla="*/ 28664 w 156217"/>
                <a:gd name="csY295" fmla="*/ 189181 h 269917"/>
                <a:gd name="csX296" fmla="*/ 28664 w 156217"/>
                <a:gd name="csY296" fmla="*/ 187748 h 269917"/>
                <a:gd name="csX297" fmla="*/ 29619 w 156217"/>
                <a:gd name="csY297" fmla="*/ 186314 h 269917"/>
                <a:gd name="csX298" fmla="*/ 32008 w 156217"/>
                <a:gd name="csY298" fmla="*/ 184404 h 269917"/>
                <a:gd name="csX299" fmla="*/ 34397 w 156217"/>
                <a:gd name="csY299" fmla="*/ 182493 h 269917"/>
                <a:gd name="csX300" fmla="*/ 35352 w 156217"/>
                <a:gd name="csY300" fmla="*/ 181537 h 269917"/>
                <a:gd name="csX301" fmla="*/ 35830 w 156217"/>
                <a:gd name="csY301" fmla="*/ 180104 h 269917"/>
                <a:gd name="csX302" fmla="*/ 37263 w 156217"/>
                <a:gd name="csY302" fmla="*/ 178671 h 269917"/>
                <a:gd name="csX303" fmla="*/ 40129 w 156217"/>
                <a:gd name="csY303" fmla="*/ 176282 h 269917"/>
                <a:gd name="csX304" fmla="*/ 46340 w 156217"/>
                <a:gd name="csY304" fmla="*/ 173893 h 269917"/>
                <a:gd name="csX305" fmla="*/ 46818 w 156217"/>
                <a:gd name="csY305" fmla="*/ 173893 h 269917"/>
                <a:gd name="csX306" fmla="*/ 49206 w 156217"/>
                <a:gd name="csY306" fmla="*/ 173893 h 269917"/>
                <a:gd name="csX307" fmla="*/ 51595 w 156217"/>
                <a:gd name="csY307" fmla="*/ 173893 h 269917"/>
                <a:gd name="csX308" fmla="*/ 53506 w 156217"/>
                <a:gd name="csY308" fmla="*/ 172938 h 269917"/>
                <a:gd name="csX309" fmla="*/ 55894 w 156217"/>
                <a:gd name="csY309" fmla="*/ 172460 h 269917"/>
                <a:gd name="csX310" fmla="*/ 60194 w 156217"/>
                <a:gd name="csY310" fmla="*/ 175327 h 269917"/>
                <a:gd name="csX311" fmla="*/ 58761 w 156217"/>
                <a:gd name="csY311" fmla="*/ 171027 h 269917"/>
                <a:gd name="csX312" fmla="*/ 60672 w 156217"/>
                <a:gd name="csY312" fmla="*/ 170072 h 269917"/>
                <a:gd name="csX313" fmla="*/ 64016 w 156217"/>
                <a:gd name="csY313" fmla="*/ 173893 h 269917"/>
                <a:gd name="csX314" fmla="*/ 64971 w 156217"/>
                <a:gd name="csY314" fmla="*/ 174371 h 269917"/>
                <a:gd name="csX315" fmla="*/ 67360 w 156217"/>
                <a:gd name="csY315" fmla="*/ 173893 h 269917"/>
                <a:gd name="csX316" fmla="*/ 66405 w 156217"/>
                <a:gd name="csY316" fmla="*/ 172938 h 269917"/>
                <a:gd name="csX317" fmla="*/ 65449 w 156217"/>
                <a:gd name="csY317" fmla="*/ 172938 h 269917"/>
                <a:gd name="csX318" fmla="*/ 64016 w 156217"/>
                <a:gd name="csY318" fmla="*/ 172460 h 269917"/>
                <a:gd name="csX319" fmla="*/ 62583 w 156217"/>
                <a:gd name="csY319" fmla="*/ 171505 h 269917"/>
                <a:gd name="csX320" fmla="*/ 60672 w 156217"/>
                <a:gd name="csY320" fmla="*/ 167683 h 269917"/>
                <a:gd name="csX321" fmla="*/ 61150 w 156217"/>
                <a:gd name="csY321" fmla="*/ 165294 h 269917"/>
                <a:gd name="csX322" fmla="*/ 62105 w 156217"/>
                <a:gd name="csY322" fmla="*/ 162906 h 269917"/>
                <a:gd name="csX323" fmla="*/ 63538 w 156217"/>
                <a:gd name="csY323" fmla="*/ 160995 h 269917"/>
                <a:gd name="csX324" fmla="*/ 62583 w 156217"/>
                <a:gd name="csY324" fmla="*/ 160517 h 269917"/>
                <a:gd name="csX325" fmla="*/ 61627 w 156217"/>
                <a:gd name="csY325" fmla="*/ 159562 h 269917"/>
                <a:gd name="csX326" fmla="*/ 61150 w 156217"/>
                <a:gd name="csY326" fmla="*/ 157173 h 269917"/>
                <a:gd name="csX327" fmla="*/ 61627 w 156217"/>
                <a:gd name="csY327" fmla="*/ 155262 h 269917"/>
                <a:gd name="csX328" fmla="*/ 64016 w 156217"/>
                <a:gd name="csY328" fmla="*/ 153829 h 269917"/>
                <a:gd name="csX329" fmla="*/ 64971 w 156217"/>
                <a:gd name="csY329" fmla="*/ 151440 h 269917"/>
                <a:gd name="csX330" fmla="*/ 65449 w 156217"/>
                <a:gd name="csY330" fmla="*/ 148574 h 269917"/>
                <a:gd name="csX331" fmla="*/ 64971 w 156217"/>
                <a:gd name="csY331" fmla="*/ 147141 h 269917"/>
                <a:gd name="csX332" fmla="*/ 62105 w 156217"/>
                <a:gd name="csY332" fmla="*/ 147141 h 269917"/>
                <a:gd name="csX333" fmla="*/ 61150 w 156217"/>
                <a:gd name="csY333" fmla="*/ 147618 h 269917"/>
                <a:gd name="csX334" fmla="*/ 60194 w 156217"/>
                <a:gd name="csY334" fmla="*/ 148574 h 269917"/>
                <a:gd name="csX335" fmla="*/ 58761 w 156217"/>
                <a:gd name="csY335" fmla="*/ 148574 h 269917"/>
                <a:gd name="csX336" fmla="*/ 55894 w 156217"/>
                <a:gd name="csY336" fmla="*/ 145707 h 269917"/>
                <a:gd name="csX337" fmla="*/ 53984 w 156217"/>
                <a:gd name="csY337" fmla="*/ 143319 h 269917"/>
                <a:gd name="csX338" fmla="*/ 50639 w 156217"/>
                <a:gd name="csY338" fmla="*/ 138064 h 269917"/>
                <a:gd name="csX339" fmla="*/ 50639 w 156217"/>
                <a:gd name="csY339" fmla="*/ 135198 h 269917"/>
                <a:gd name="csX340" fmla="*/ 53028 w 156217"/>
                <a:gd name="csY340" fmla="*/ 128509 h 269917"/>
                <a:gd name="csX341" fmla="*/ 56850 w 156217"/>
                <a:gd name="csY341" fmla="*/ 124210 h 269917"/>
                <a:gd name="csX342" fmla="*/ 61627 w 156217"/>
                <a:gd name="csY342" fmla="*/ 122777 h 269917"/>
                <a:gd name="csX343" fmla="*/ 60672 w 156217"/>
                <a:gd name="csY343" fmla="*/ 122299 h 269917"/>
                <a:gd name="csX344" fmla="*/ 53506 w 156217"/>
                <a:gd name="csY344" fmla="*/ 122299 h 269917"/>
                <a:gd name="csX345" fmla="*/ 51117 w 156217"/>
                <a:gd name="csY345" fmla="*/ 122777 h 269917"/>
                <a:gd name="csX346" fmla="*/ 49206 w 156217"/>
                <a:gd name="csY346" fmla="*/ 124687 h 269917"/>
                <a:gd name="csX347" fmla="*/ 47773 w 156217"/>
                <a:gd name="csY347" fmla="*/ 125165 h 269917"/>
                <a:gd name="csX348" fmla="*/ 46818 w 156217"/>
                <a:gd name="csY348" fmla="*/ 125643 h 269917"/>
                <a:gd name="csX349" fmla="*/ 45384 w 156217"/>
                <a:gd name="csY349" fmla="*/ 126121 h 269917"/>
                <a:gd name="csX350" fmla="*/ 44429 w 156217"/>
                <a:gd name="csY350" fmla="*/ 127554 h 269917"/>
                <a:gd name="csX351" fmla="*/ 42996 w 156217"/>
                <a:gd name="csY351" fmla="*/ 128509 h 269917"/>
                <a:gd name="csX352" fmla="*/ 40607 w 156217"/>
                <a:gd name="csY352" fmla="*/ 128032 h 269917"/>
                <a:gd name="csX353" fmla="*/ 39652 w 156217"/>
                <a:gd name="csY353" fmla="*/ 128509 h 269917"/>
                <a:gd name="csX354" fmla="*/ 38696 w 156217"/>
                <a:gd name="csY354" fmla="*/ 127554 h 269917"/>
                <a:gd name="csX355" fmla="*/ 38218 w 156217"/>
                <a:gd name="csY355" fmla="*/ 126598 h 269917"/>
                <a:gd name="csX356" fmla="*/ 37263 w 156217"/>
                <a:gd name="csY356" fmla="*/ 126121 h 269917"/>
                <a:gd name="csX357" fmla="*/ 36308 w 156217"/>
                <a:gd name="csY357" fmla="*/ 126598 h 269917"/>
                <a:gd name="csX358" fmla="*/ 34397 w 156217"/>
                <a:gd name="csY358" fmla="*/ 128032 h 269917"/>
                <a:gd name="csX359" fmla="*/ 32008 w 156217"/>
                <a:gd name="csY359" fmla="*/ 128987 h 269917"/>
                <a:gd name="csX360" fmla="*/ 29619 w 156217"/>
                <a:gd name="csY360" fmla="*/ 128032 h 269917"/>
                <a:gd name="csX361" fmla="*/ 26275 w 156217"/>
                <a:gd name="csY361" fmla="*/ 126121 h 269917"/>
                <a:gd name="csX362" fmla="*/ 25320 w 156217"/>
                <a:gd name="csY362" fmla="*/ 127076 h 269917"/>
                <a:gd name="csX363" fmla="*/ 24842 w 156217"/>
                <a:gd name="csY363" fmla="*/ 128509 h 269917"/>
                <a:gd name="csX364" fmla="*/ 24364 w 156217"/>
                <a:gd name="csY364" fmla="*/ 131376 h 269917"/>
                <a:gd name="csX365" fmla="*/ 21976 w 156217"/>
                <a:gd name="csY365" fmla="*/ 128987 h 269917"/>
                <a:gd name="csX366" fmla="*/ 20065 w 156217"/>
                <a:gd name="csY366" fmla="*/ 125643 h 269917"/>
                <a:gd name="csX367" fmla="*/ 19109 w 156217"/>
                <a:gd name="csY367" fmla="*/ 123732 h 269917"/>
                <a:gd name="csX368" fmla="*/ 19109 w 156217"/>
                <a:gd name="csY368" fmla="*/ 121821 h 269917"/>
                <a:gd name="csX369" fmla="*/ 20065 w 156217"/>
                <a:gd name="csY369" fmla="*/ 120866 h 269917"/>
                <a:gd name="csX370" fmla="*/ 21498 w 156217"/>
                <a:gd name="csY370" fmla="*/ 121821 h 269917"/>
                <a:gd name="csX371" fmla="*/ 23409 w 156217"/>
                <a:gd name="csY371" fmla="*/ 116566 h 269917"/>
                <a:gd name="csX372" fmla="*/ 26753 w 156217"/>
                <a:gd name="csY372" fmla="*/ 109878 h 269917"/>
                <a:gd name="csX373" fmla="*/ 28186 w 156217"/>
                <a:gd name="csY373" fmla="*/ 107967 h 269917"/>
                <a:gd name="csX374" fmla="*/ 28664 w 156217"/>
                <a:gd name="csY374" fmla="*/ 105578 h 269917"/>
                <a:gd name="csX375" fmla="*/ 28664 w 156217"/>
                <a:gd name="csY375" fmla="*/ 103667 h 269917"/>
                <a:gd name="csX376" fmla="*/ 28186 w 156217"/>
                <a:gd name="csY376" fmla="*/ 102234 h 269917"/>
                <a:gd name="csX377" fmla="*/ 24842 w 156217"/>
                <a:gd name="csY377" fmla="*/ 98890 h 269917"/>
                <a:gd name="csX378" fmla="*/ 24842 w 156217"/>
                <a:gd name="csY378" fmla="*/ 96501 h 269917"/>
                <a:gd name="csX379" fmla="*/ 24842 w 156217"/>
                <a:gd name="csY379" fmla="*/ 93157 h 269917"/>
                <a:gd name="csX380" fmla="*/ 25798 w 156217"/>
                <a:gd name="csY380" fmla="*/ 91724 h 269917"/>
                <a:gd name="csX381" fmla="*/ 26275 w 156217"/>
                <a:gd name="csY381" fmla="*/ 91246 h 269917"/>
                <a:gd name="csX382" fmla="*/ 30575 w 156217"/>
                <a:gd name="csY382" fmla="*/ 91246 h 269917"/>
                <a:gd name="csX383" fmla="*/ 29142 w 156217"/>
                <a:gd name="csY383" fmla="*/ 90291 h 269917"/>
                <a:gd name="csX384" fmla="*/ 25798 w 156217"/>
                <a:gd name="csY384" fmla="*/ 87425 h 269917"/>
                <a:gd name="csX385" fmla="*/ 25798 w 156217"/>
                <a:gd name="csY385" fmla="*/ 86469 h 269917"/>
                <a:gd name="csX386" fmla="*/ 26275 w 156217"/>
                <a:gd name="csY386" fmla="*/ 84080 h 269917"/>
                <a:gd name="csX387" fmla="*/ 26275 w 156217"/>
                <a:gd name="csY387" fmla="*/ 84558 h 269917"/>
                <a:gd name="csX388" fmla="*/ 25320 w 156217"/>
                <a:gd name="csY388" fmla="*/ 85514 h 269917"/>
                <a:gd name="csX389" fmla="*/ 23886 w 156217"/>
                <a:gd name="csY389" fmla="*/ 88380 h 269917"/>
                <a:gd name="csX390" fmla="*/ 22931 w 156217"/>
                <a:gd name="csY390" fmla="*/ 88858 h 269917"/>
                <a:gd name="csX391" fmla="*/ 20543 w 156217"/>
                <a:gd name="csY391" fmla="*/ 89813 h 269917"/>
                <a:gd name="csX392" fmla="*/ 20065 w 156217"/>
                <a:gd name="csY392" fmla="*/ 91246 h 269917"/>
                <a:gd name="csX393" fmla="*/ 20065 w 156217"/>
                <a:gd name="csY393" fmla="*/ 91246 h 269917"/>
                <a:gd name="csX394" fmla="*/ 18632 w 156217"/>
                <a:gd name="csY394" fmla="*/ 91724 h 269917"/>
                <a:gd name="csX395" fmla="*/ 18154 w 156217"/>
                <a:gd name="csY395" fmla="*/ 92679 h 269917"/>
                <a:gd name="csX396" fmla="*/ 18154 w 156217"/>
                <a:gd name="csY396" fmla="*/ 93157 h 269917"/>
                <a:gd name="csX397" fmla="*/ 17676 w 156217"/>
                <a:gd name="csY397" fmla="*/ 91724 h 269917"/>
                <a:gd name="csX398" fmla="*/ 17676 w 156217"/>
                <a:gd name="csY398" fmla="*/ 89335 h 269917"/>
                <a:gd name="csX399" fmla="*/ 18154 w 156217"/>
                <a:gd name="csY399" fmla="*/ 86947 h 269917"/>
                <a:gd name="csX400" fmla="*/ 19109 w 156217"/>
                <a:gd name="csY400" fmla="*/ 85514 h 269917"/>
                <a:gd name="csX401" fmla="*/ 22453 w 156217"/>
                <a:gd name="csY401" fmla="*/ 81692 h 269917"/>
                <a:gd name="csX402" fmla="*/ 21020 w 156217"/>
                <a:gd name="csY402" fmla="*/ 82647 h 269917"/>
                <a:gd name="csX403" fmla="*/ 16721 w 156217"/>
                <a:gd name="csY403" fmla="*/ 86469 h 269917"/>
                <a:gd name="csX404" fmla="*/ 14810 w 156217"/>
                <a:gd name="csY404" fmla="*/ 88858 h 269917"/>
                <a:gd name="csX405" fmla="*/ 14332 w 156217"/>
                <a:gd name="csY405" fmla="*/ 89335 h 269917"/>
                <a:gd name="csX406" fmla="*/ 14332 w 156217"/>
                <a:gd name="csY406" fmla="*/ 90291 h 269917"/>
                <a:gd name="csX407" fmla="*/ 14332 w 156217"/>
                <a:gd name="csY407" fmla="*/ 90769 h 269917"/>
                <a:gd name="csX408" fmla="*/ 15287 w 156217"/>
                <a:gd name="csY408" fmla="*/ 95068 h 269917"/>
                <a:gd name="csX409" fmla="*/ 14810 w 156217"/>
                <a:gd name="csY409" fmla="*/ 96501 h 269917"/>
                <a:gd name="csX410" fmla="*/ 11466 w 156217"/>
                <a:gd name="csY410" fmla="*/ 108922 h 269917"/>
                <a:gd name="csX411" fmla="*/ 10988 w 156217"/>
                <a:gd name="csY411" fmla="*/ 110356 h 269917"/>
                <a:gd name="csX412" fmla="*/ 10032 w 156217"/>
                <a:gd name="csY412" fmla="*/ 110833 h 269917"/>
                <a:gd name="csX413" fmla="*/ 9555 w 156217"/>
                <a:gd name="csY413" fmla="*/ 110833 h 269917"/>
                <a:gd name="csX414" fmla="*/ 8121 w 156217"/>
                <a:gd name="csY414" fmla="*/ 110833 h 269917"/>
                <a:gd name="csX415" fmla="*/ 7166 w 156217"/>
                <a:gd name="csY415" fmla="*/ 109878 h 269917"/>
                <a:gd name="csX416" fmla="*/ 7166 w 156217"/>
                <a:gd name="csY416" fmla="*/ 108922 h 269917"/>
                <a:gd name="csX417" fmla="*/ 7644 w 156217"/>
                <a:gd name="csY417" fmla="*/ 107011 h 269917"/>
                <a:gd name="csX418" fmla="*/ 9077 w 156217"/>
                <a:gd name="csY418" fmla="*/ 101279 h 269917"/>
                <a:gd name="csX419" fmla="*/ 9555 w 156217"/>
                <a:gd name="csY419" fmla="*/ 99845 h 269917"/>
                <a:gd name="csX420" fmla="*/ 10510 w 156217"/>
                <a:gd name="csY420" fmla="*/ 98412 h 269917"/>
                <a:gd name="csX421" fmla="*/ 12421 w 156217"/>
                <a:gd name="csY421" fmla="*/ 95546 h 269917"/>
                <a:gd name="csX422" fmla="*/ 12421 w 156217"/>
                <a:gd name="csY422" fmla="*/ 95546 h 269917"/>
                <a:gd name="csX423" fmla="*/ 10988 w 156217"/>
                <a:gd name="csY423" fmla="*/ 96024 h 269917"/>
                <a:gd name="csX424" fmla="*/ 10510 w 156217"/>
                <a:gd name="csY424" fmla="*/ 96024 h 269917"/>
                <a:gd name="csX425" fmla="*/ 10032 w 156217"/>
                <a:gd name="csY425" fmla="*/ 95546 h 269917"/>
                <a:gd name="csX426" fmla="*/ 10510 w 156217"/>
                <a:gd name="csY426" fmla="*/ 87425 h 269917"/>
                <a:gd name="csX427" fmla="*/ 11466 w 156217"/>
                <a:gd name="csY427" fmla="*/ 85036 h 269917"/>
                <a:gd name="csX428" fmla="*/ 11943 w 156217"/>
                <a:gd name="csY428" fmla="*/ 81214 h 269917"/>
                <a:gd name="csX429" fmla="*/ 12899 w 156217"/>
                <a:gd name="csY429" fmla="*/ 77870 h 269917"/>
                <a:gd name="csX430" fmla="*/ 13854 w 156217"/>
                <a:gd name="csY430" fmla="*/ 75481 h 269917"/>
                <a:gd name="csX431" fmla="*/ 14810 w 156217"/>
                <a:gd name="csY431" fmla="*/ 72615 h 269917"/>
                <a:gd name="csX432" fmla="*/ 15765 w 156217"/>
                <a:gd name="csY432" fmla="*/ 71182 h 269917"/>
                <a:gd name="csX433" fmla="*/ 16243 w 156217"/>
                <a:gd name="csY433" fmla="*/ 69271 h 269917"/>
                <a:gd name="csX434" fmla="*/ 17676 w 156217"/>
                <a:gd name="csY434" fmla="*/ 66882 h 269917"/>
                <a:gd name="csX435" fmla="*/ 18632 w 156217"/>
                <a:gd name="csY435" fmla="*/ 64493 h 269917"/>
                <a:gd name="csX436" fmla="*/ 18154 w 156217"/>
                <a:gd name="csY436" fmla="*/ 64493 h 269917"/>
                <a:gd name="csX437" fmla="*/ 11466 w 156217"/>
                <a:gd name="csY437" fmla="*/ 70704 h 269917"/>
                <a:gd name="csX438" fmla="*/ 9555 w 156217"/>
                <a:gd name="csY438" fmla="*/ 71659 h 269917"/>
                <a:gd name="csX439" fmla="*/ 7166 w 156217"/>
                <a:gd name="csY439" fmla="*/ 71659 h 269917"/>
                <a:gd name="csX440" fmla="*/ 5255 w 156217"/>
                <a:gd name="csY440" fmla="*/ 70704 h 269917"/>
                <a:gd name="csX441" fmla="*/ 3822 w 156217"/>
                <a:gd name="csY441" fmla="*/ 69271 h 269917"/>
                <a:gd name="csX442" fmla="*/ 3344 w 156217"/>
                <a:gd name="csY442" fmla="*/ 66882 h 269917"/>
                <a:gd name="csX443" fmla="*/ 1433 w 156217"/>
                <a:gd name="csY443" fmla="*/ 66404 h 269917"/>
                <a:gd name="csX444" fmla="*/ 0 w 156217"/>
                <a:gd name="csY444" fmla="*/ 65927 h 269917"/>
                <a:gd name="csX445" fmla="*/ 0 w 156217"/>
                <a:gd name="csY445" fmla="*/ 65927 h 269917"/>
                <a:gd name="csX446" fmla="*/ 1911 w 156217"/>
                <a:gd name="csY446" fmla="*/ 64016 h 269917"/>
                <a:gd name="csX447" fmla="*/ 5255 w 156217"/>
                <a:gd name="csY447" fmla="*/ 63538 h 269917"/>
                <a:gd name="csX448" fmla="*/ 8121 w 156217"/>
                <a:gd name="csY448" fmla="*/ 61149 h 269917"/>
                <a:gd name="csX449" fmla="*/ 5255 w 156217"/>
                <a:gd name="csY449" fmla="*/ 59716 h 269917"/>
                <a:gd name="csX450" fmla="*/ 5733 w 156217"/>
                <a:gd name="csY450" fmla="*/ 59238 h 269917"/>
                <a:gd name="csX451" fmla="*/ 7644 w 156217"/>
                <a:gd name="csY451" fmla="*/ 57805 h 269917"/>
                <a:gd name="csX452" fmla="*/ 10510 w 156217"/>
                <a:gd name="csY452" fmla="*/ 53028 h 269917"/>
                <a:gd name="csX453" fmla="*/ 11466 w 156217"/>
                <a:gd name="csY453" fmla="*/ 48728 h 269917"/>
                <a:gd name="csX454" fmla="*/ 10032 w 156217"/>
                <a:gd name="csY454" fmla="*/ 46340 h 269917"/>
                <a:gd name="csX455" fmla="*/ 9555 w 156217"/>
                <a:gd name="csY455" fmla="*/ 45384 h 269917"/>
                <a:gd name="csX456" fmla="*/ 6688 w 156217"/>
                <a:gd name="csY456" fmla="*/ 43473 h 269917"/>
                <a:gd name="csX457" fmla="*/ 6211 w 156217"/>
                <a:gd name="csY457" fmla="*/ 41563 h 269917"/>
                <a:gd name="csX458" fmla="*/ 6688 w 156217"/>
                <a:gd name="csY458" fmla="*/ 40607 h 269917"/>
                <a:gd name="csX459" fmla="*/ 7644 w 156217"/>
                <a:gd name="csY459" fmla="*/ 39652 h 269917"/>
                <a:gd name="csX460" fmla="*/ 8599 w 156217"/>
                <a:gd name="csY460" fmla="*/ 38696 h 269917"/>
                <a:gd name="csX461" fmla="*/ 10988 w 156217"/>
                <a:gd name="csY461" fmla="*/ 38218 h 269917"/>
                <a:gd name="csX462" fmla="*/ 9077 w 156217"/>
                <a:gd name="csY462" fmla="*/ 37263 h 269917"/>
                <a:gd name="csX463" fmla="*/ 8121 w 156217"/>
                <a:gd name="csY463" fmla="*/ 36307 h 269917"/>
                <a:gd name="csX464" fmla="*/ 7644 w 156217"/>
                <a:gd name="csY464" fmla="*/ 34874 h 269917"/>
                <a:gd name="csX465" fmla="*/ 7644 w 156217"/>
                <a:gd name="csY465" fmla="*/ 33919 h 269917"/>
                <a:gd name="csX466" fmla="*/ 8599 w 156217"/>
                <a:gd name="csY466" fmla="*/ 30097 h 269917"/>
                <a:gd name="csX467" fmla="*/ 9077 w 156217"/>
                <a:gd name="csY467" fmla="*/ 28664 h 269917"/>
                <a:gd name="csX468" fmla="*/ 10510 w 156217"/>
                <a:gd name="csY468" fmla="*/ 26753 h 269917"/>
                <a:gd name="csX469" fmla="*/ 15765 w 156217"/>
                <a:gd name="csY469" fmla="*/ 26753 h 269917"/>
                <a:gd name="csX470" fmla="*/ 16243 w 156217"/>
                <a:gd name="csY470" fmla="*/ 25797 h 269917"/>
                <a:gd name="csX471" fmla="*/ 16721 w 156217"/>
                <a:gd name="csY471" fmla="*/ 25797 h 269917"/>
                <a:gd name="csX472" fmla="*/ 19587 w 156217"/>
                <a:gd name="csY472" fmla="*/ 26753 h 269917"/>
                <a:gd name="csX473" fmla="*/ 19109 w 156217"/>
                <a:gd name="csY473" fmla="*/ 25797 h 269917"/>
                <a:gd name="csX474" fmla="*/ 14810 w 156217"/>
                <a:gd name="csY474" fmla="*/ 21020 h 269917"/>
                <a:gd name="csX475" fmla="*/ 14332 w 156217"/>
                <a:gd name="csY475" fmla="*/ 20065 h 269917"/>
                <a:gd name="csX476" fmla="*/ 15287 w 156217"/>
                <a:gd name="csY476" fmla="*/ 17676 h 269917"/>
                <a:gd name="csX477" fmla="*/ 15765 w 156217"/>
                <a:gd name="csY477" fmla="*/ 16721 h 269917"/>
                <a:gd name="csX478" fmla="*/ 15287 w 156217"/>
                <a:gd name="csY478" fmla="*/ 15287 h 269917"/>
                <a:gd name="csX479" fmla="*/ 15765 w 156217"/>
                <a:gd name="csY479" fmla="*/ 14332 h 269917"/>
                <a:gd name="csX480" fmla="*/ 17198 w 156217"/>
                <a:gd name="csY480" fmla="*/ 13854 h 269917"/>
                <a:gd name="csX481" fmla="*/ 21498 w 156217"/>
                <a:gd name="csY481" fmla="*/ 13854 h 269917"/>
                <a:gd name="csX482" fmla="*/ 22453 w 156217"/>
                <a:gd name="csY482" fmla="*/ 13377 h 269917"/>
                <a:gd name="csX483" fmla="*/ 21976 w 156217"/>
                <a:gd name="csY483" fmla="*/ 12421 h 269917"/>
                <a:gd name="csX484" fmla="*/ 21020 w 156217"/>
                <a:gd name="csY484" fmla="*/ 10510 h 269917"/>
                <a:gd name="csX485" fmla="*/ 20543 w 156217"/>
                <a:gd name="csY485" fmla="*/ 9555 h 269917"/>
                <a:gd name="csX486" fmla="*/ 21020 w 156217"/>
                <a:gd name="csY486" fmla="*/ 8121 h 269917"/>
                <a:gd name="csX487" fmla="*/ 21020 w 156217"/>
                <a:gd name="csY487" fmla="*/ 5733 h 269917"/>
                <a:gd name="csX488" fmla="*/ 21020 w 156217"/>
                <a:gd name="csY488" fmla="*/ 4777 h 269917"/>
                <a:gd name="csX489" fmla="*/ 21976 w 156217"/>
                <a:gd name="csY489" fmla="*/ 2866 h 269917"/>
                <a:gd name="csX490" fmla="*/ 22931 w 156217"/>
                <a:gd name="csY490" fmla="*/ 2389 h 269917"/>
                <a:gd name="csX491" fmla="*/ 23886 w 156217"/>
                <a:gd name="csY491" fmla="*/ 2389 h 269917"/>
                <a:gd name="csX492" fmla="*/ 26275 w 156217"/>
                <a:gd name="csY492" fmla="*/ 2866 h 269917"/>
                <a:gd name="csX493" fmla="*/ 27231 w 156217"/>
                <a:gd name="csY493" fmla="*/ 3344 h 269917"/>
                <a:gd name="csX494" fmla="*/ 28186 w 156217"/>
                <a:gd name="csY494" fmla="*/ 4777 h 269917"/>
                <a:gd name="csX495" fmla="*/ 28664 w 156217"/>
                <a:gd name="csY495" fmla="*/ 4777 h 269917"/>
                <a:gd name="csX496" fmla="*/ 31530 w 156217"/>
                <a:gd name="csY496" fmla="*/ 3344 h 269917"/>
                <a:gd name="csX497" fmla="*/ 32486 w 156217"/>
                <a:gd name="csY497" fmla="*/ 2866 h 269917"/>
                <a:gd name="csX498" fmla="*/ 33919 w 156217"/>
                <a:gd name="csY498" fmla="*/ 4777 h 269917"/>
                <a:gd name="csX499" fmla="*/ 38696 w 156217"/>
                <a:gd name="csY499" fmla="*/ 3344 h 269917"/>
                <a:gd name="csX500" fmla="*/ 44907 w 156217"/>
                <a:gd name="csY500" fmla="*/ 2866 h 269917"/>
                <a:gd name="csX501" fmla="*/ 49206 w 156217"/>
                <a:gd name="csY501" fmla="*/ 1911 h 269917"/>
                <a:gd name="csX502" fmla="*/ 53028 w 156217"/>
                <a:gd name="csY502" fmla="*/ 1433 h 269917"/>
                <a:gd name="csX503" fmla="*/ 56850 w 156217"/>
                <a:gd name="csY503" fmla="*/ 0 h 269917"/>
                <a:gd name="csX504" fmla="*/ 61150 w 156217"/>
                <a:gd name="csY504" fmla="*/ 478 h 269917"/>
                <a:gd name="csX505" fmla="*/ 61150 w 156217"/>
                <a:gd name="csY505" fmla="*/ 1433 h 269917"/>
                <a:gd name="csX506" fmla="*/ 61150 w 156217"/>
                <a:gd name="csY506" fmla="*/ 2389 h 269917"/>
                <a:gd name="csX507" fmla="*/ 60194 w 156217"/>
                <a:gd name="csY507" fmla="*/ 4777 h 269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</a:cxnLst>
              <a:rect l="l" t="t" r="r" b="b"/>
              <a:pathLst>
                <a:path w="156217" h="269917">
                  <a:moveTo>
                    <a:pt x="60194" y="4777"/>
                  </a:moveTo>
                  <a:lnTo>
                    <a:pt x="60194" y="7644"/>
                  </a:lnTo>
                  <a:lnTo>
                    <a:pt x="59716" y="8599"/>
                  </a:lnTo>
                  <a:lnTo>
                    <a:pt x="59239" y="9555"/>
                  </a:lnTo>
                  <a:lnTo>
                    <a:pt x="57805" y="11465"/>
                  </a:lnTo>
                  <a:lnTo>
                    <a:pt x="53984" y="14332"/>
                  </a:lnTo>
                  <a:lnTo>
                    <a:pt x="46818" y="21020"/>
                  </a:lnTo>
                  <a:lnTo>
                    <a:pt x="42518" y="23886"/>
                  </a:lnTo>
                  <a:lnTo>
                    <a:pt x="42040" y="25320"/>
                  </a:lnTo>
                  <a:lnTo>
                    <a:pt x="41563" y="27708"/>
                  </a:lnTo>
                  <a:lnTo>
                    <a:pt x="43951" y="28186"/>
                  </a:lnTo>
                  <a:lnTo>
                    <a:pt x="45384" y="28664"/>
                  </a:lnTo>
                  <a:lnTo>
                    <a:pt x="44429" y="29619"/>
                  </a:lnTo>
                  <a:lnTo>
                    <a:pt x="40607" y="33441"/>
                  </a:lnTo>
                  <a:lnTo>
                    <a:pt x="39652" y="36785"/>
                  </a:lnTo>
                  <a:lnTo>
                    <a:pt x="42518" y="36785"/>
                  </a:lnTo>
                  <a:lnTo>
                    <a:pt x="44907" y="36307"/>
                  </a:lnTo>
                  <a:lnTo>
                    <a:pt x="49684" y="33919"/>
                  </a:lnTo>
                  <a:lnTo>
                    <a:pt x="53984" y="32486"/>
                  </a:lnTo>
                  <a:lnTo>
                    <a:pt x="56372" y="32486"/>
                  </a:lnTo>
                  <a:lnTo>
                    <a:pt x="60672" y="33919"/>
                  </a:lnTo>
                  <a:lnTo>
                    <a:pt x="61627" y="33919"/>
                  </a:lnTo>
                  <a:lnTo>
                    <a:pt x="63060" y="32963"/>
                  </a:lnTo>
                  <a:lnTo>
                    <a:pt x="64971" y="32963"/>
                  </a:lnTo>
                  <a:lnTo>
                    <a:pt x="77392" y="33441"/>
                  </a:lnTo>
                  <a:lnTo>
                    <a:pt x="80736" y="32486"/>
                  </a:lnTo>
                  <a:lnTo>
                    <a:pt x="82647" y="33441"/>
                  </a:lnTo>
                  <a:lnTo>
                    <a:pt x="84558" y="35830"/>
                  </a:lnTo>
                  <a:lnTo>
                    <a:pt x="86469" y="39652"/>
                  </a:lnTo>
                  <a:lnTo>
                    <a:pt x="86469" y="40607"/>
                  </a:lnTo>
                  <a:lnTo>
                    <a:pt x="85514" y="42518"/>
                  </a:lnTo>
                  <a:lnTo>
                    <a:pt x="83125" y="44429"/>
                  </a:lnTo>
                  <a:lnTo>
                    <a:pt x="81692" y="47773"/>
                  </a:lnTo>
                  <a:lnTo>
                    <a:pt x="81214" y="49206"/>
                  </a:lnTo>
                  <a:lnTo>
                    <a:pt x="80736" y="51117"/>
                  </a:lnTo>
                  <a:lnTo>
                    <a:pt x="80259" y="53028"/>
                  </a:lnTo>
                  <a:lnTo>
                    <a:pt x="76915" y="60672"/>
                  </a:lnTo>
                  <a:lnTo>
                    <a:pt x="73570" y="65449"/>
                  </a:lnTo>
                  <a:lnTo>
                    <a:pt x="72137" y="68315"/>
                  </a:lnTo>
                  <a:lnTo>
                    <a:pt x="70226" y="70704"/>
                  </a:lnTo>
                  <a:lnTo>
                    <a:pt x="68316" y="72615"/>
                  </a:lnTo>
                  <a:lnTo>
                    <a:pt x="66882" y="73570"/>
                  </a:lnTo>
                  <a:lnTo>
                    <a:pt x="61150" y="74526"/>
                  </a:lnTo>
                  <a:lnTo>
                    <a:pt x="59716" y="75481"/>
                  </a:lnTo>
                  <a:lnTo>
                    <a:pt x="57805" y="76914"/>
                  </a:lnTo>
                  <a:lnTo>
                    <a:pt x="55894" y="77392"/>
                  </a:lnTo>
                  <a:lnTo>
                    <a:pt x="58283" y="77392"/>
                  </a:lnTo>
                  <a:lnTo>
                    <a:pt x="60672" y="76437"/>
                  </a:lnTo>
                  <a:lnTo>
                    <a:pt x="64493" y="76437"/>
                  </a:lnTo>
                  <a:lnTo>
                    <a:pt x="69271" y="78825"/>
                  </a:lnTo>
                  <a:lnTo>
                    <a:pt x="68793" y="81214"/>
                  </a:lnTo>
                  <a:lnTo>
                    <a:pt x="66882" y="82647"/>
                  </a:lnTo>
                  <a:lnTo>
                    <a:pt x="62583" y="83125"/>
                  </a:lnTo>
                  <a:lnTo>
                    <a:pt x="58761" y="86469"/>
                  </a:lnTo>
                  <a:lnTo>
                    <a:pt x="56850" y="87902"/>
                  </a:lnTo>
                  <a:lnTo>
                    <a:pt x="54939" y="88380"/>
                  </a:lnTo>
                  <a:lnTo>
                    <a:pt x="52550" y="88380"/>
                  </a:lnTo>
                  <a:lnTo>
                    <a:pt x="48251" y="87425"/>
                  </a:lnTo>
                  <a:lnTo>
                    <a:pt x="46340" y="85991"/>
                  </a:lnTo>
                  <a:lnTo>
                    <a:pt x="48251" y="87902"/>
                  </a:lnTo>
                  <a:lnTo>
                    <a:pt x="50162" y="88858"/>
                  </a:lnTo>
                  <a:lnTo>
                    <a:pt x="61150" y="90769"/>
                  </a:lnTo>
                  <a:lnTo>
                    <a:pt x="62105" y="90769"/>
                  </a:lnTo>
                  <a:lnTo>
                    <a:pt x="65449" y="88380"/>
                  </a:lnTo>
                  <a:lnTo>
                    <a:pt x="70226" y="88380"/>
                  </a:lnTo>
                  <a:lnTo>
                    <a:pt x="79303" y="92679"/>
                  </a:lnTo>
                  <a:lnTo>
                    <a:pt x="81692" y="95546"/>
                  </a:lnTo>
                  <a:lnTo>
                    <a:pt x="85514" y="99845"/>
                  </a:lnTo>
                  <a:lnTo>
                    <a:pt x="87425" y="101756"/>
                  </a:lnTo>
                  <a:lnTo>
                    <a:pt x="88858" y="103190"/>
                  </a:lnTo>
                  <a:lnTo>
                    <a:pt x="89813" y="105578"/>
                  </a:lnTo>
                  <a:lnTo>
                    <a:pt x="91246" y="113222"/>
                  </a:lnTo>
                  <a:lnTo>
                    <a:pt x="93635" y="120388"/>
                  </a:lnTo>
                  <a:lnTo>
                    <a:pt x="96024" y="128509"/>
                  </a:lnTo>
                  <a:lnTo>
                    <a:pt x="97457" y="130898"/>
                  </a:lnTo>
                  <a:lnTo>
                    <a:pt x="98890" y="132331"/>
                  </a:lnTo>
                  <a:lnTo>
                    <a:pt x="106534" y="135675"/>
                  </a:lnTo>
                  <a:lnTo>
                    <a:pt x="108445" y="137108"/>
                  </a:lnTo>
                  <a:lnTo>
                    <a:pt x="111311" y="140452"/>
                  </a:lnTo>
                  <a:lnTo>
                    <a:pt x="114177" y="143797"/>
                  </a:lnTo>
                  <a:lnTo>
                    <a:pt x="117044" y="146663"/>
                  </a:lnTo>
                  <a:lnTo>
                    <a:pt x="119910" y="149052"/>
                  </a:lnTo>
                  <a:lnTo>
                    <a:pt x="118477" y="150007"/>
                  </a:lnTo>
                  <a:lnTo>
                    <a:pt x="117522" y="151918"/>
                  </a:lnTo>
                  <a:lnTo>
                    <a:pt x="118477" y="154307"/>
                  </a:lnTo>
                  <a:lnTo>
                    <a:pt x="119432" y="156695"/>
                  </a:lnTo>
                  <a:lnTo>
                    <a:pt x="121821" y="160517"/>
                  </a:lnTo>
                  <a:lnTo>
                    <a:pt x="124210" y="164817"/>
                  </a:lnTo>
                  <a:lnTo>
                    <a:pt x="123254" y="163861"/>
                  </a:lnTo>
                  <a:lnTo>
                    <a:pt x="122299" y="163861"/>
                  </a:lnTo>
                  <a:lnTo>
                    <a:pt x="121343" y="163861"/>
                  </a:lnTo>
                  <a:lnTo>
                    <a:pt x="120388" y="163384"/>
                  </a:lnTo>
                  <a:lnTo>
                    <a:pt x="118477" y="162428"/>
                  </a:lnTo>
                  <a:lnTo>
                    <a:pt x="116566" y="160517"/>
                  </a:lnTo>
                  <a:lnTo>
                    <a:pt x="112744" y="161473"/>
                  </a:lnTo>
                  <a:lnTo>
                    <a:pt x="110356" y="160995"/>
                  </a:lnTo>
                  <a:lnTo>
                    <a:pt x="108445" y="160995"/>
                  </a:lnTo>
                  <a:lnTo>
                    <a:pt x="112266" y="161950"/>
                  </a:lnTo>
                  <a:lnTo>
                    <a:pt x="116088" y="161950"/>
                  </a:lnTo>
                  <a:lnTo>
                    <a:pt x="124210" y="168639"/>
                  </a:lnTo>
                  <a:lnTo>
                    <a:pt x="127076" y="172938"/>
                  </a:lnTo>
                  <a:lnTo>
                    <a:pt x="128987" y="178193"/>
                  </a:lnTo>
                  <a:lnTo>
                    <a:pt x="127554" y="180582"/>
                  </a:lnTo>
                  <a:lnTo>
                    <a:pt x="125643" y="182015"/>
                  </a:lnTo>
                  <a:lnTo>
                    <a:pt x="124210" y="183926"/>
                  </a:lnTo>
                  <a:lnTo>
                    <a:pt x="122777" y="185837"/>
                  </a:lnTo>
                  <a:lnTo>
                    <a:pt x="127076" y="188703"/>
                  </a:lnTo>
                  <a:lnTo>
                    <a:pt x="128032" y="188703"/>
                  </a:lnTo>
                  <a:lnTo>
                    <a:pt x="129465" y="188225"/>
                  </a:lnTo>
                  <a:lnTo>
                    <a:pt x="130420" y="187270"/>
                  </a:lnTo>
                  <a:lnTo>
                    <a:pt x="131854" y="184881"/>
                  </a:lnTo>
                  <a:lnTo>
                    <a:pt x="132809" y="183926"/>
                  </a:lnTo>
                  <a:lnTo>
                    <a:pt x="135675" y="183926"/>
                  </a:lnTo>
                  <a:lnTo>
                    <a:pt x="138064" y="183926"/>
                  </a:lnTo>
                  <a:lnTo>
                    <a:pt x="140453" y="184404"/>
                  </a:lnTo>
                  <a:lnTo>
                    <a:pt x="142364" y="184404"/>
                  </a:lnTo>
                  <a:lnTo>
                    <a:pt x="146663" y="185359"/>
                  </a:lnTo>
                  <a:lnTo>
                    <a:pt x="149052" y="186314"/>
                  </a:lnTo>
                  <a:lnTo>
                    <a:pt x="154307" y="190614"/>
                  </a:lnTo>
                  <a:lnTo>
                    <a:pt x="155740" y="193003"/>
                  </a:lnTo>
                  <a:lnTo>
                    <a:pt x="156218" y="195869"/>
                  </a:lnTo>
                  <a:lnTo>
                    <a:pt x="156218" y="199213"/>
                  </a:lnTo>
                  <a:lnTo>
                    <a:pt x="155262" y="202080"/>
                  </a:lnTo>
                  <a:lnTo>
                    <a:pt x="154307" y="204468"/>
                  </a:lnTo>
                  <a:lnTo>
                    <a:pt x="153829" y="208290"/>
                  </a:lnTo>
                  <a:lnTo>
                    <a:pt x="153351" y="209246"/>
                  </a:lnTo>
                  <a:lnTo>
                    <a:pt x="152396" y="210201"/>
                  </a:lnTo>
                  <a:lnTo>
                    <a:pt x="149530" y="213067"/>
                  </a:lnTo>
                  <a:lnTo>
                    <a:pt x="147619" y="214023"/>
                  </a:lnTo>
                  <a:lnTo>
                    <a:pt x="147141" y="213545"/>
                  </a:lnTo>
                  <a:lnTo>
                    <a:pt x="146185" y="213545"/>
                  </a:lnTo>
                  <a:lnTo>
                    <a:pt x="146185" y="214500"/>
                  </a:lnTo>
                  <a:lnTo>
                    <a:pt x="147141" y="215934"/>
                  </a:lnTo>
                  <a:lnTo>
                    <a:pt x="147141" y="217367"/>
                  </a:lnTo>
                  <a:lnTo>
                    <a:pt x="145230" y="218800"/>
                  </a:lnTo>
                  <a:lnTo>
                    <a:pt x="143319" y="219278"/>
                  </a:lnTo>
                  <a:lnTo>
                    <a:pt x="140453" y="218800"/>
                  </a:lnTo>
                  <a:lnTo>
                    <a:pt x="136631" y="220711"/>
                  </a:lnTo>
                  <a:lnTo>
                    <a:pt x="139497" y="222144"/>
                  </a:lnTo>
                  <a:lnTo>
                    <a:pt x="139975" y="223100"/>
                  </a:lnTo>
                  <a:lnTo>
                    <a:pt x="139497" y="225488"/>
                  </a:lnTo>
                  <a:lnTo>
                    <a:pt x="137586" y="226444"/>
                  </a:lnTo>
                  <a:lnTo>
                    <a:pt x="135675" y="226921"/>
                  </a:lnTo>
                  <a:lnTo>
                    <a:pt x="133287" y="226921"/>
                  </a:lnTo>
                  <a:lnTo>
                    <a:pt x="131854" y="227399"/>
                  </a:lnTo>
                  <a:lnTo>
                    <a:pt x="129942" y="228832"/>
                  </a:lnTo>
                  <a:lnTo>
                    <a:pt x="132331" y="227877"/>
                  </a:lnTo>
                  <a:lnTo>
                    <a:pt x="133764" y="228355"/>
                  </a:lnTo>
                  <a:lnTo>
                    <a:pt x="134720" y="230266"/>
                  </a:lnTo>
                  <a:lnTo>
                    <a:pt x="135198" y="230743"/>
                  </a:lnTo>
                  <a:lnTo>
                    <a:pt x="139497" y="231699"/>
                  </a:lnTo>
                  <a:lnTo>
                    <a:pt x="141886" y="231699"/>
                  </a:lnTo>
                  <a:lnTo>
                    <a:pt x="146663" y="231221"/>
                  </a:lnTo>
                  <a:lnTo>
                    <a:pt x="149052" y="231221"/>
                  </a:lnTo>
                  <a:lnTo>
                    <a:pt x="149530" y="231699"/>
                  </a:lnTo>
                  <a:lnTo>
                    <a:pt x="149530" y="233132"/>
                  </a:lnTo>
                  <a:lnTo>
                    <a:pt x="149530" y="236954"/>
                  </a:lnTo>
                  <a:lnTo>
                    <a:pt x="148574" y="237432"/>
                  </a:lnTo>
                  <a:lnTo>
                    <a:pt x="142364" y="240776"/>
                  </a:lnTo>
                  <a:lnTo>
                    <a:pt x="140930" y="242687"/>
                  </a:lnTo>
                  <a:lnTo>
                    <a:pt x="140930" y="244120"/>
                  </a:lnTo>
                  <a:lnTo>
                    <a:pt x="137108" y="244120"/>
                  </a:lnTo>
                  <a:lnTo>
                    <a:pt x="135198" y="245553"/>
                  </a:lnTo>
                  <a:lnTo>
                    <a:pt x="132331" y="246508"/>
                  </a:lnTo>
                  <a:lnTo>
                    <a:pt x="129942" y="247464"/>
                  </a:lnTo>
                  <a:lnTo>
                    <a:pt x="127554" y="248419"/>
                  </a:lnTo>
                  <a:lnTo>
                    <a:pt x="125643" y="248897"/>
                  </a:lnTo>
                  <a:lnTo>
                    <a:pt x="117522" y="247464"/>
                  </a:lnTo>
                  <a:lnTo>
                    <a:pt x="112744" y="247464"/>
                  </a:lnTo>
                  <a:lnTo>
                    <a:pt x="106056" y="248897"/>
                  </a:lnTo>
                  <a:lnTo>
                    <a:pt x="104623" y="248419"/>
                  </a:lnTo>
                  <a:lnTo>
                    <a:pt x="101757" y="247464"/>
                  </a:lnTo>
                  <a:lnTo>
                    <a:pt x="99368" y="246508"/>
                  </a:lnTo>
                  <a:lnTo>
                    <a:pt x="96024" y="246031"/>
                  </a:lnTo>
                  <a:lnTo>
                    <a:pt x="93635" y="245075"/>
                  </a:lnTo>
                  <a:lnTo>
                    <a:pt x="95068" y="246986"/>
                  </a:lnTo>
                  <a:lnTo>
                    <a:pt x="91724" y="249375"/>
                  </a:lnTo>
                  <a:lnTo>
                    <a:pt x="89813" y="249853"/>
                  </a:lnTo>
                  <a:lnTo>
                    <a:pt x="88380" y="249853"/>
                  </a:lnTo>
                  <a:lnTo>
                    <a:pt x="84558" y="250330"/>
                  </a:lnTo>
                  <a:lnTo>
                    <a:pt x="81214" y="249853"/>
                  </a:lnTo>
                  <a:lnTo>
                    <a:pt x="81692" y="251286"/>
                  </a:lnTo>
                  <a:lnTo>
                    <a:pt x="82647" y="252719"/>
                  </a:lnTo>
                  <a:lnTo>
                    <a:pt x="82170" y="253197"/>
                  </a:lnTo>
                  <a:lnTo>
                    <a:pt x="81214" y="253674"/>
                  </a:lnTo>
                  <a:lnTo>
                    <a:pt x="75004" y="252241"/>
                  </a:lnTo>
                  <a:lnTo>
                    <a:pt x="74048" y="252719"/>
                  </a:lnTo>
                  <a:lnTo>
                    <a:pt x="73570" y="253674"/>
                  </a:lnTo>
                  <a:lnTo>
                    <a:pt x="71182" y="253197"/>
                  </a:lnTo>
                  <a:lnTo>
                    <a:pt x="68793" y="251763"/>
                  </a:lnTo>
                  <a:lnTo>
                    <a:pt x="66405" y="250330"/>
                  </a:lnTo>
                  <a:lnTo>
                    <a:pt x="64016" y="249853"/>
                  </a:lnTo>
                  <a:lnTo>
                    <a:pt x="62105" y="250330"/>
                  </a:lnTo>
                  <a:lnTo>
                    <a:pt x="53984" y="252719"/>
                  </a:lnTo>
                  <a:lnTo>
                    <a:pt x="52550" y="255108"/>
                  </a:lnTo>
                  <a:lnTo>
                    <a:pt x="51595" y="258452"/>
                  </a:lnTo>
                  <a:lnTo>
                    <a:pt x="50639" y="261318"/>
                  </a:lnTo>
                  <a:lnTo>
                    <a:pt x="48728" y="263707"/>
                  </a:lnTo>
                  <a:lnTo>
                    <a:pt x="46340" y="264184"/>
                  </a:lnTo>
                  <a:lnTo>
                    <a:pt x="44429" y="262273"/>
                  </a:lnTo>
                  <a:lnTo>
                    <a:pt x="40129" y="260840"/>
                  </a:lnTo>
                  <a:lnTo>
                    <a:pt x="39174" y="259407"/>
                  </a:lnTo>
                  <a:lnTo>
                    <a:pt x="38696" y="259407"/>
                  </a:lnTo>
                  <a:lnTo>
                    <a:pt x="38218" y="259885"/>
                  </a:lnTo>
                  <a:lnTo>
                    <a:pt x="36308" y="260363"/>
                  </a:lnTo>
                  <a:lnTo>
                    <a:pt x="34874" y="260363"/>
                  </a:lnTo>
                  <a:lnTo>
                    <a:pt x="32486" y="260840"/>
                  </a:lnTo>
                  <a:lnTo>
                    <a:pt x="27709" y="262273"/>
                  </a:lnTo>
                  <a:lnTo>
                    <a:pt x="26275" y="263229"/>
                  </a:lnTo>
                  <a:lnTo>
                    <a:pt x="22453" y="266095"/>
                  </a:lnTo>
                  <a:lnTo>
                    <a:pt x="21498" y="266573"/>
                  </a:lnTo>
                  <a:lnTo>
                    <a:pt x="20065" y="269439"/>
                  </a:lnTo>
                  <a:lnTo>
                    <a:pt x="18154" y="269917"/>
                  </a:lnTo>
                  <a:lnTo>
                    <a:pt x="16243" y="268484"/>
                  </a:lnTo>
                  <a:lnTo>
                    <a:pt x="13854" y="267529"/>
                  </a:lnTo>
                  <a:lnTo>
                    <a:pt x="11466" y="268006"/>
                  </a:lnTo>
                  <a:lnTo>
                    <a:pt x="10032" y="268962"/>
                  </a:lnTo>
                  <a:lnTo>
                    <a:pt x="9555" y="268484"/>
                  </a:lnTo>
                  <a:lnTo>
                    <a:pt x="9555" y="267051"/>
                  </a:lnTo>
                  <a:lnTo>
                    <a:pt x="10988" y="265140"/>
                  </a:lnTo>
                  <a:lnTo>
                    <a:pt x="15765" y="263707"/>
                  </a:lnTo>
                  <a:lnTo>
                    <a:pt x="19587" y="259885"/>
                  </a:lnTo>
                  <a:lnTo>
                    <a:pt x="21498" y="257974"/>
                  </a:lnTo>
                  <a:lnTo>
                    <a:pt x="22453" y="256541"/>
                  </a:lnTo>
                  <a:lnTo>
                    <a:pt x="23409" y="255585"/>
                  </a:lnTo>
                  <a:lnTo>
                    <a:pt x="24842" y="255585"/>
                  </a:lnTo>
                  <a:lnTo>
                    <a:pt x="25320" y="254152"/>
                  </a:lnTo>
                  <a:lnTo>
                    <a:pt x="30575" y="248419"/>
                  </a:lnTo>
                  <a:lnTo>
                    <a:pt x="31052" y="246986"/>
                  </a:lnTo>
                  <a:lnTo>
                    <a:pt x="31530" y="245075"/>
                  </a:lnTo>
                  <a:lnTo>
                    <a:pt x="32008" y="242687"/>
                  </a:lnTo>
                  <a:lnTo>
                    <a:pt x="36308" y="241253"/>
                  </a:lnTo>
                  <a:lnTo>
                    <a:pt x="38696" y="236476"/>
                  </a:lnTo>
                  <a:lnTo>
                    <a:pt x="39174" y="236476"/>
                  </a:lnTo>
                  <a:lnTo>
                    <a:pt x="45384" y="235521"/>
                  </a:lnTo>
                  <a:lnTo>
                    <a:pt x="50162" y="235521"/>
                  </a:lnTo>
                  <a:lnTo>
                    <a:pt x="54939" y="236476"/>
                  </a:lnTo>
                  <a:lnTo>
                    <a:pt x="57328" y="236476"/>
                  </a:lnTo>
                  <a:lnTo>
                    <a:pt x="59239" y="235998"/>
                  </a:lnTo>
                  <a:lnTo>
                    <a:pt x="61627" y="235043"/>
                  </a:lnTo>
                  <a:lnTo>
                    <a:pt x="64493" y="230266"/>
                  </a:lnTo>
                  <a:lnTo>
                    <a:pt x="66405" y="228355"/>
                  </a:lnTo>
                  <a:lnTo>
                    <a:pt x="68316" y="226444"/>
                  </a:lnTo>
                  <a:lnTo>
                    <a:pt x="70226" y="224533"/>
                  </a:lnTo>
                  <a:lnTo>
                    <a:pt x="73570" y="220711"/>
                  </a:lnTo>
                  <a:lnTo>
                    <a:pt x="71182" y="221666"/>
                  </a:lnTo>
                  <a:lnTo>
                    <a:pt x="68793" y="224055"/>
                  </a:lnTo>
                  <a:lnTo>
                    <a:pt x="67360" y="225011"/>
                  </a:lnTo>
                  <a:lnTo>
                    <a:pt x="62583" y="226444"/>
                  </a:lnTo>
                  <a:lnTo>
                    <a:pt x="60672" y="227877"/>
                  </a:lnTo>
                  <a:lnTo>
                    <a:pt x="56850" y="230743"/>
                  </a:lnTo>
                  <a:lnTo>
                    <a:pt x="56372" y="230743"/>
                  </a:lnTo>
                  <a:lnTo>
                    <a:pt x="51117" y="230266"/>
                  </a:lnTo>
                  <a:lnTo>
                    <a:pt x="46818" y="226444"/>
                  </a:lnTo>
                  <a:lnTo>
                    <a:pt x="44429" y="225011"/>
                  </a:lnTo>
                  <a:lnTo>
                    <a:pt x="43474" y="224533"/>
                  </a:lnTo>
                  <a:lnTo>
                    <a:pt x="42518" y="225011"/>
                  </a:lnTo>
                  <a:lnTo>
                    <a:pt x="40129" y="225488"/>
                  </a:lnTo>
                  <a:lnTo>
                    <a:pt x="37741" y="225488"/>
                  </a:lnTo>
                  <a:lnTo>
                    <a:pt x="39174" y="224055"/>
                  </a:lnTo>
                  <a:lnTo>
                    <a:pt x="40607" y="223100"/>
                  </a:lnTo>
                  <a:lnTo>
                    <a:pt x="36785" y="222144"/>
                  </a:lnTo>
                  <a:lnTo>
                    <a:pt x="35830" y="221666"/>
                  </a:lnTo>
                  <a:lnTo>
                    <a:pt x="34874" y="220711"/>
                  </a:lnTo>
                  <a:lnTo>
                    <a:pt x="32008" y="220233"/>
                  </a:lnTo>
                  <a:lnTo>
                    <a:pt x="30575" y="220711"/>
                  </a:lnTo>
                  <a:lnTo>
                    <a:pt x="28186" y="222144"/>
                  </a:lnTo>
                  <a:lnTo>
                    <a:pt x="24364" y="224055"/>
                  </a:lnTo>
                  <a:lnTo>
                    <a:pt x="20065" y="221666"/>
                  </a:lnTo>
                  <a:lnTo>
                    <a:pt x="19109" y="220711"/>
                  </a:lnTo>
                  <a:lnTo>
                    <a:pt x="19109" y="218800"/>
                  </a:lnTo>
                  <a:lnTo>
                    <a:pt x="18632" y="216889"/>
                  </a:lnTo>
                  <a:lnTo>
                    <a:pt x="17198" y="216412"/>
                  </a:lnTo>
                  <a:lnTo>
                    <a:pt x="19109" y="214500"/>
                  </a:lnTo>
                  <a:lnTo>
                    <a:pt x="21020" y="213067"/>
                  </a:lnTo>
                  <a:lnTo>
                    <a:pt x="24842" y="211634"/>
                  </a:lnTo>
                  <a:lnTo>
                    <a:pt x="31052" y="208290"/>
                  </a:lnTo>
                  <a:lnTo>
                    <a:pt x="34874" y="207335"/>
                  </a:lnTo>
                  <a:lnTo>
                    <a:pt x="38218" y="204468"/>
                  </a:lnTo>
                  <a:lnTo>
                    <a:pt x="39174" y="203513"/>
                  </a:lnTo>
                  <a:lnTo>
                    <a:pt x="40129" y="201124"/>
                  </a:lnTo>
                  <a:lnTo>
                    <a:pt x="41563" y="198735"/>
                  </a:lnTo>
                  <a:lnTo>
                    <a:pt x="42996" y="196825"/>
                  </a:lnTo>
                  <a:lnTo>
                    <a:pt x="41563" y="196347"/>
                  </a:lnTo>
                  <a:lnTo>
                    <a:pt x="40607" y="194914"/>
                  </a:lnTo>
                  <a:lnTo>
                    <a:pt x="41085" y="193480"/>
                  </a:lnTo>
                  <a:lnTo>
                    <a:pt x="41563" y="192047"/>
                  </a:lnTo>
                  <a:lnTo>
                    <a:pt x="41085" y="190136"/>
                  </a:lnTo>
                  <a:lnTo>
                    <a:pt x="40129" y="188703"/>
                  </a:lnTo>
                  <a:lnTo>
                    <a:pt x="40129" y="187270"/>
                  </a:lnTo>
                  <a:lnTo>
                    <a:pt x="40129" y="185837"/>
                  </a:lnTo>
                  <a:lnTo>
                    <a:pt x="37741" y="185837"/>
                  </a:lnTo>
                  <a:lnTo>
                    <a:pt x="35352" y="186314"/>
                  </a:lnTo>
                  <a:lnTo>
                    <a:pt x="32963" y="187270"/>
                  </a:lnTo>
                  <a:lnTo>
                    <a:pt x="30575" y="188703"/>
                  </a:lnTo>
                  <a:lnTo>
                    <a:pt x="28664" y="189181"/>
                  </a:lnTo>
                  <a:lnTo>
                    <a:pt x="28664" y="187748"/>
                  </a:lnTo>
                  <a:lnTo>
                    <a:pt x="29619" y="186314"/>
                  </a:lnTo>
                  <a:lnTo>
                    <a:pt x="32008" y="184404"/>
                  </a:lnTo>
                  <a:lnTo>
                    <a:pt x="34397" y="182493"/>
                  </a:lnTo>
                  <a:lnTo>
                    <a:pt x="35352" y="181537"/>
                  </a:lnTo>
                  <a:lnTo>
                    <a:pt x="35830" y="180104"/>
                  </a:lnTo>
                  <a:lnTo>
                    <a:pt x="37263" y="178671"/>
                  </a:lnTo>
                  <a:lnTo>
                    <a:pt x="40129" y="176282"/>
                  </a:lnTo>
                  <a:lnTo>
                    <a:pt x="46340" y="173893"/>
                  </a:lnTo>
                  <a:lnTo>
                    <a:pt x="46818" y="173893"/>
                  </a:lnTo>
                  <a:lnTo>
                    <a:pt x="49206" y="173893"/>
                  </a:lnTo>
                  <a:lnTo>
                    <a:pt x="51595" y="173893"/>
                  </a:lnTo>
                  <a:lnTo>
                    <a:pt x="53506" y="172938"/>
                  </a:lnTo>
                  <a:lnTo>
                    <a:pt x="55894" y="172460"/>
                  </a:lnTo>
                  <a:lnTo>
                    <a:pt x="60194" y="175327"/>
                  </a:lnTo>
                  <a:lnTo>
                    <a:pt x="58761" y="171027"/>
                  </a:lnTo>
                  <a:lnTo>
                    <a:pt x="60672" y="170072"/>
                  </a:lnTo>
                  <a:lnTo>
                    <a:pt x="64016" y="173893"/>
                  </a:lnTo>
                  <a:lnTo>
                    <a:pt x="64971" y="174371"/>
                  </a:lnTo>
                  <a:lnTo>
                    <a:pt x="67360" y="173893"/>
                  </a:lnTo>
                  <a:lnTo>
                    <a:pt x="66405" y="172938"/>
                  </a:lnTo>
                  <a:lnTo>
                    <a:pt x="65449" y="172938"/>
                  </a:lnTo>
                  <a:lnTo>
                    <a:pt x="64016" y="172460"/>
                  </a:lnTo>
                  <a:lnTo>
                    <a:pt x="62583" y="171505"/>
                  </a:lnTo>
                  <a:lnTo>
                    <a:pt x="60672" y="167683"/>
                  </a:lnTo>
                  <a:lnTo>
                    <a:pt x="61150" y="165294"/>
                  </a:lnTo>
                  <a:lnTo>
                    <a:pt x="62105" y="162906"/>
                  </a:lnTo>
                  <a:lnTo>
                    <a:pt x="63538" y="160995"/>
                  </a:lnTo>
                  <a:lnTo>
                    <a:pt x="62583" y="160517"/>
                  </a:lnTo>
                  <a:lnTo>
                    <a:pt x="61627" y="159562"/>
                  </a:lnTo>
                  <a:lnTo>
                    <a:pt x="61150" y="157173"/>
                  </a:lnTo>
                  <a:lnTo>
                    <a:pt x="61627" y="155262"/>
                  </a:lnTo>
                  <a:lnTo>
                    <a:pt x="64016" y="153829"/>
                  </a:lnTo>
                  <a:lnTo>
                    <a:pt x="64971" y="151440"/>
                  </a:lnTo>
                  <a:lnTo>
                    <a:pt x="65449" y="148574"/>
                  </a:lnTo>
                  <a:lnTo>
                    <a:pt x="64971" y="147141"/>
                  </a:lnTo>
                  <a:lnTo>
                    <a:pt x="62105" y="147141"/>
                  </a:lnTo>
                  <a:lnTo>
                    <a:pt x="61150" y="147618"/>
                  </a:lnTo>
                  <a:lnTo>
                    <a:pt x="60194" y="148574"/>
                  </a:lnTo>
                  <a:lnTo>
                    <a:pt x="58761" y="148574"/>
                  </a:lnTo>
                  <a:lnTo>
                    <a:pt x="55894" y="145707"/>
                  </a:lnTo>
                  <a:lnTo>
                    <a:pt x="53984" y="143319"/>
                  </a:lnTo>
                  <a:lnTo>
                    <a:pt x="50639" y="138064"/>
                  </a:lnTo>
                  <a:lnTo>
                    <a:pt x="50639" y="135198"/>
                  </a:lnTo>
                  <a:lnTo>
                    <a:pt x="53028" y="128509"/>
                  </a:lnTo>
                  <a:lnTo>
                    <a:pt x="56850" y="124210"/>
                  </a:lnTo>
                  <a:lnTo>
                    <a:pt x="61627" y="122777"/>
                  </a:lnTo>
                  <a:lnTo>
                    <a:pt x="60672" y="122299"/>
                  </a:lnTo>
                  <a:lnTo>
                    <a:pt x="53506" y="122299"/>
                  </a:lnTo>
                  <a:lnTo>
                    <a:pt x="51117" y="122777"/>
                  </a:lnTo>
                  <a:lnTo>
                    <a:pt x="49206" y="124687"/>
                  </a:lnTo>
                  <a:lnTo>
                    <a:pt x="47773" y="125165"/>
                  </a:lnTo>
                  <a:lnTo>
                    <a:pt x="46818" y="125643"/>
                  </a:lnTo>
                  <a:lnTo>
                    <a:pt x="45384" y="126121"/>
                  </a:lnTo>
                  <a:lnTo>
                    <a:pt x="44429" y="127554"/>
                  </a:lnTo>
                  <a:lnTo>
                    <a:pt x="42996" y="128509"/>
                  </a:lnTo>
                  <a:lnTo>
                    <a:pt x="40607" y="128032"/>
                  </a:lnTo>
                  <a:lnTo>
                    <a:pt x="39652" y="128509"/>
                  </a:lnTo>
                  <a:lnTo>
                    <a:pt x="38696" y="127554"/>
                  </a:lnTo>
                  <a:lnTo>
                    <a:pt x="38218" y="126598"/>
                  </a:lnTo>
                  <a:lnTo>
                    <a:pt x="37263" y="126121"/>
                  </a:lnTo>
                  <a:lnTo>
                    <a:pt x="36308" y="126598"/>
                  </a:lnTo>
                  <a:lnTo>
                    <a:pt x="34397" y="128032"/>
                  </a:lnTo>
                  <a:lnTo>
                    <a:pt x="32008" y="128987"/>
                  </a:lnTo>
                  <a:lnTo>
                    <a:pt x="29619" y="128032"/>
                  </a:lnTo>
                  <a:lnTo>
                    <a:pt x="26275" y="126121"/>
                  </a:lnTo>
                  <a:lnTo>
                    <a:pt x="25320" y="127076"/>
                  </a:lnTo>
                  <a:lnTo>
                    <a:pt x="24842" y="128509"/>
                  </a:lnTo>
                  <a:lnTo>
                    <a:pt x="24364" y="131376"/>
                  </a:lnTo>
                  <a:lnTo>
                    <a:pt x="21976" y="128987"/>
                  </a:lnTo>
                  <a:lnTo>
                    <a:pt x="20065" y="125643"/>
                  </a:lnTo>
                  <a:lnTo>
                    <a:pt x="19109" y="123732"/>
                  </a:lnTo>
                  <a:lnTo>
                    <a:pt x="19109" y="121821"/>
                  </a:lnTo>
                  <a:lnTo>
                    <a:pt x="20065" y="120866"/>
                  </a:lnTo>
                  <a:lnTo>
                    <a:pt x="21498" y="121821"/>
                  </a:lnTo>
                  <a:lnTo>
                    <a:pt x="23409" y="116566"/>
                  </a:lnTo>
                  <a:lnTo>
                    <a:pt x="26753" y="109878"/>
                  </a:lnTo>
                  <a:lnTo>
                    <a:pt x="28186" y="107967"/>
                  </a:lnTo>
                  <a:lnTo>
                    <a:pt x="28664" y="105578"/>
                  </a:lnTo>
                  <a:lnTo>
                    <a:pt x="28664" y="103667"/>
                  </a:lnTo>
                  <a:lnTo>
                    <a:pt x="28186" y="102234"/>
                  </a:lnTo>
                  <a:lnTo>
                    <a:pt x="24842" y="98890"/>
                  </a:lnTo>
                  <a:lnTo>
                    <a:pt x="24842" y="96501"/>
                  </a:lnTo>
                  <a:lnTo>
                    <a:pt x="24842" y="93157"/>
                  </a:lnTo>
                  <a:lnTo>
                    <a:pt x="25798" y="91724"/>
                  </a:lnTo>
                  <a:lnTo>
                    <a:pt x="26275" y="91246"/>
                  </a:lnTo>
                  <a:lnTo>
                    <a:pt x="30575" y="91246"/>
                  </a:lnTo>
                  <a:lnTo>
                    <a:pt x="29142" y="90291"/>
                  </a:lnTo>
                  <a:lnTo>
                    <a:pt x="25798" y="87425"/>
                  </a:lnTo>
                  <a:lnTo>
                    <a:pt x="25798" y="86469"/>
                  </a:lnTo>
                  <a:lnTo>
                    <a:pt x="26275" y="84080"/>
                  </a:lnTo>
                  <a:lnTo>
                    <a:pt x="26275" y="84558"/>
                  </a:lnTo>
                  <a:lnTo>
                    <a:pt x="25320" y="85514"/>
                  </a:lnTo>
                  <a:lnTo>
                    <a:pt x="23886" y="88380"/>
                  </a:lnTo>
                  <a:lnTo>
                    <a:pt x="22931" y="88858"/>
                  </a:lnTo>
                  <a:lnTo>
                    <a:pt x="20543" y="89813"/>
                  </a:lnTo>
                  <a:lnTo>
                    <a:pt x="20065" y="91246"/>
                  </a:lnTo>
                  <a:lnTo>
                    <a:pt x="20065" y="91246"/>
                  </a:lnTo>
                  <a:lnTo>
                    <a:pt x="18632" y="91724"/>
                  </a:lnTo>
                  <a:lnTo>
                    <a:pt x="18154" y="92679"/>
                  </a:lnTo>
                  <a:lnTo>
                    <a:pt x="18154" y="93157"/>
                  </a:lnTo>
                  <a:lnTo>
                    <a:pt x="17676" y="91724"/>
                  </a:lnTo>
                  <a:lnTo>
                    <a:pt x="17676" y="89335"/>
                  </a:lnTo>
                  <a:lnTo>
                    <a:pt x="18154" y="86947"/>
                  </a:lnTo>
                  <a:lnTo>
                    <a:pt x="19109" y="85514"/>
                  </a:lnTo>
                  <a:lnTo>
                    <a:pt x="22453" y="81692"/>
                  </a:lnTo>
                  <a:lnTo>
                    <a:pt x="21020" y="82647"/>
                  </a:lnTo>
                  <a:lnTo>
                    <a:pt x="16721" y="86469"/>
                  </a:lnTo>
                  <a:lnTo>
                    <a:pt x="14810" y="88858"/>
                  </a:lnTo>
                  <a:lnTo>
                    <a:pt x="14332" y="89335"/>
                  </a:lnTo>
                  <a:lnTo>
                    <a:pt x="14332" y="90291"/>
                  </a:lnTo>
                  <a:lnTo>
                    <a:pt x="14332" y="90769"/>
                  </a:lnTo>
                  <a:lnTo>
                    <a:pt x="15287" y="95068"/>
                  </a:lnTo>
                  <a:lnTo>
                    <a:pt x="14810" y="96501"/>
                  </a:lnTo>
                  <a:lnTo>
                    <a:pt x="11466" y="108922"/>
                  </a:lnTo>
                  <a:lnTo>
                    <a:pt x="10988" y="110356"/>
                  </a:lnTo>
                  <a:lnTo>
                    <a:pt x="10032" y="110833"/>
                  </a:lnTo>
                  <a:lnTo>
                    <a:pt x="9555" y="110833"/>
                  </a:lnTo>
                  <a:lnTo>
                    <a:pt x="8121" y="110833"/>
                  </a:lnTo>
                  <a:lnTo>
                    <a:pt x="7166" y="109878"/>
                  </a:lnTo>
                  <a:lnTo>
                    <a:pt x="7166" y="108922"/>
                  </a:lnTo>
                  <a:lnTo>
                    <a:pt x="7644" y="107011"/>
                  </a:lnTo>
                  <a:lnTo>
                    <a:pt x="9077" y="101279"/>
                  </a:lnTo>
                  <a:lnTo>
                    <a:pt x="9555" y="99845"/>
                  </a:lnTo>
                  <a:lnTo>
                    <a:pt x="10510" y="98412"/>
                  </a:lnTo>
                  <a:lnTo>
                    <a:pt x="12421" y="95546"/>
                  </a:lnTo>
                  <a:lnTo>
                    <a:pt x="12421" y="95546"/>
                  </a:lnTo>
                  <a:lnTo>
                    <a:pt x="10988" y="96024"/>
                  </a:lnTo>
                  <a:lnTo>
                    <a:pt x="10510" y="96024"/>
                  </a:lnTo>
                  <a:lnTo>
                    <a:pt x="10032" y="95546"/>
                  </a:lnTo>
                  <a:lnTo>
                    <a:pt x="10510" y="87425"/>
                  </a:lnTo>
                  <a:lnTo>
                    <a:pt x="11466" y="85036"/>
                  </a:lnTo>
                  <a:lnTo>
                    <a:pt x="11943" y="81214"/>
                  </a:lnTo>
                  <a:lnTo>
                    <a:pt x="12899" y="77870"/>
                  </a:lnTo>
                  <a:lnTo>
                    <a:pt x="13854" y="75481"/>
                  </a:lnTo>
                  <a:lnTo>
                    <a:pt x="14810" y="72615"/>
                  </a:lnTo>
                  <a:lnTo>
                    <a:pt x="15765" y="71182"/>
                  </a:lnTo>
                  <a:lnTo>
                    <a:pt x="16243" y="69271"/>
                  </a:lnTo>
                  <a:lnTo>
                    <a:pt x="17676" y="66882"/>
                  </a:lnTo>
                  <a:lnTo>
                    <a:pt x="18632" y="64493"/>
                  </a:lnTo>
                  <a:lnTo>
                    <a:pt x="18154" y="64493"/>
                  </a:lnTo>
                  <a:lnTo>
                    <a:pt x="11466" y="70704"/>
                  </a:lnTo>
                  <a:lnTo>
                    <a:pt x="9555" y="71659"/>
                  </a:lnTo>
                  <a:lnTo>
                    <a:pt x="7166" y="71659"/>
                  </a:lnTo>
                  <a:lnTo>
                    <a:pt x="5255" y="70704"/>
                  </a:lnTo>
                  <a:lnTo>
                    <a:pt x="3822" y="69271"/>
                  </a:lnTo>
                  <a:lnTo>
                    <a:pt x="3344" y="66882"/>
                  </a:lnTo>
                  <a:lnTo>
                    <a:pt x="1433" y="66404"/>
                  </a:lnTo>
                  <a:lnTo>
                    <a:pt x="0" y="65927"/>
                  </a:lnTo>
                  <a:lnTo>
                    <a:pt x="0" y="65927"/>
                  </a:lnTo>
                  <a:lnTo>
                    <a:pt x="1911" y="64016"/>
                  </a:lnTo>
                  <a:lnTo>
                    <a:pt x="5255" y="63538"/>
                  </a:lnTo>
                  <a:lnTo>
                    <a:pt x="8121" y="61149"/>
                  </a:lnTo>
                  <a:lnTo>
                    <a:pt x="5255" y="59716"/>
                  </a:lnTo>
                  <a:lnTo>
                    <a:pt x="5733" y="59238"/>
                  </a:lnTo>
                  <a:lnTo>
                    <a:pt x="7644" y="57805"/>
                  </a:lnTo>
                  <a:lnTo>
                    <a:pt x="10510" y="53028"/>
                  </a:lnTo>
                  <a:lnTo>
                    <a:pt x="11466" y="48728"/>
                  </a:lnTo>
                  <a:lnTo>
                    <a:pt x="10032" y="46340"/>
                  </a:lnTo>
                  <a:lnTo>
                    <a:pt x="9555" y="45384"/>
                  </a:lnTo>
                  <a:lnTo>
                    <a:pt x="6688" y="43473"/>
                  </a:lnTo>
                  <a:lnTo>
                    <a:pt x="6211" y="41563"/>
                  </a:lnTo>
                  <a:lnTo>
                    <a:pt x="6688" y="40607"/>
                  </a:lnTo>
                  <a:lnTo>
                    <a:pt x="7644" y="39652"/>
                  </a:lnTo>
                  <a:lnTo>
                    <a:pt x="8599" y="38696"/>
                  </a:lnTo>
                  <a:lnTo>
                    <a:pt x="10988" y="38218"/>
                  </a:lnTo>
                  <a:lnTo>
                    <a:pt x="9077" y="37263"/>
                  </a:lnTo>
                  <a:lnTo>
                    <a:pt x="8121" y="36307"/>
                  </a:lnTo>
                  <a:lnTo>
                    <a:pt x="7644" y="34874"/>
                  </a:lnTo>
                  <a:lnTo>
                    <a:pt x="7644" y="33919"/>
                  </a:lnTo>
                  <a:lnTo>
                    <a:pt x="8599" y="30097"/>
                  </a:lnTo>
                  <a:lnTo>
                    <a:pt x="9077" y="28664"/>
                  </a:lnTo>
                  <a:lnTo>
                    <a:pt x="10510" y="26753"/>
                  </a:lnTo>
                  <a:lnTo>
                    <a:pt x="15765" y="26753"/>
                  </a:lnTo>
                  <a:lnTo>
                    <a:pt x="16243" y="25797"/>
                  </a:lnTo>
                  <a:lnTo>
                    <a:pt x="16721" y="25797"/>
                  </a:lnTo>
                  <a:lnTo>
                    <a:pt x="19587" y="26753"/>
                  </a:lnTo>
                  <a:lnTo>
                    <a:pt x="19109" y="25797"/>
                  </a:lnTo>
                  <a:lnTo>
                    <a:pt x="14810" y="21020"/>
                  </a:lnTo>
                  <a:lnTo>
                    <a:pt x="14332" y="20065"/>
                  </a:lnTo>
                  <a:lnTo>
                    <a:pt x="15287" y="17676"/>
                  </a:lnTo>
                  <a:lnTo>
                    <a:pt x="15765" y="16721"/>
                  </a:lnTo>
                  <a:lnTo>
                    <a:pt x="15287" y="15287"/>
                  </a:lnTo>
                  <a:lnTo>
                    <a:pt x="15765" y="14332"/>
                  </a:lnTo>
                  <a:lnTo>
                    <a:pt x="17198" y="13854"/>
                  </a:lnTo>
                  <a:lnTo>
                    <a:pt x="21498" y="13854"/>
                  </a:lnTo>
                  <a:lnTo>
                    <a:pt x="22453" y="13377"/>
                  </a:lnTo>
                  <a:lnTo>
                    <a:pt x="21976" y="12421"/>
                  </a:lnTo>
                  <a:lnTo>
                    <a:pt x="21020" y="10510"/>
                  </a:lnTo>
                  <a:lnTo>
                    <a:pt x="20543" y="9555"/>
                  </a:lnTo>
                  <a:lnTo>
                    <a:pt x="21020" y="8121"/>
                  </a:lnTo>
                  <a:lnTo>
                    <a:pt x="21020" y="5733"/>
                  </a:lnTo>
                  <a:lnTo>
                    <a:pt x="21020" y="4777"/>
                  </a:lnTo>
                  <a:lnTo>
                    <a:pt x="21976" y="2866"/>
                  </a:lnTo>
                  <a:lnTo>
                    <a:pt x="22931" y="2389"/>
                  </a:lnTo>
                  <a:lnTo>
                    <a:pt x="23886" y="2389"/>
                  </a:lnTo>
                  <a:lnTo>
                    <a:pt x="26275" y="2866"/>
                  </a:lnTo>
                  <a:lnTo>
                    <a:pt x="27231" y="3344"/>
                  </a:lnTo>
                  <a:lnTo>
                    <a:pt x="28186" y="4777"/>
                  </a:lnTo>
                  <a:lnTo>
                    <a:pt x="28664" y="4777"/>
                  </a:lnTo>
                  <a:lnTo>
                    <a:pt x="31530" y="3344"/>
                  </a:lnTo>
                  <a:lnTo>
                    <a:pt x="32486" y="2866"/>
                  </a:lnTo>
                  <a:lnTo>
                    <a:pt x="33919" y="4777"/>
                  </a:lnTo>
                  <a:lnTo>
                    <a:pt x="38696" y="3344"/>
                  </a:lnTo>
                  <a:lnTo>
                    <a:pt x="44907" y="2866"/>
                  </a:lnTo>
                  <a:lnTo>
                    <a:pt x="49206" y="1911"/>
                  </a:lnTo>
                  <a:lnTo>
                    <a:pt x="53028" y="1433"/>
                  </a:lnTo>
                  <a:lnTo>
                    <a:pt x="56850" y="0"/>
                  </a:lnTo>
                  <a:lnTo>
                    <a:pt x="61150" y="478"/>
                  </a:lnTo>
                  <a:lnTo>
                    <a:pt x="61150" y="1433"/>
                  </a:lnTo>
                  <a:lnTo>
                    <a:pt x="61150" y="2389"/>
                  </a:lnTo>
                  <a:lnTo>
                    <a:pt x="60194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2" name="Freeform 4271">
              <a:extLst>
                <a:ext uri="{FF2B5EF4-FFF2-40B4-BE49-F238E27FC236}">
                  <a16:creationId xmlns:a16="http://schemas.microsoft.com/office/drawing/2014/main" id="{12F506D8-49AD-2C53-CD93-1AEA91FA7BA7}"/>
                </a:ext>
              </a:extLst>
            </p:cNvPr>
            <p:cNvSpPr/>
            <p:nvPr/>
          </p:nvSpPr>
          <p:spPr>
            <a:xfrm>
              <a:off x="5823693" y="3409675"/>
              <a:ext cx="2866" cy="3344"/>
            </a:xfrm>
            <a:custGeom>
              <a:avLst/>
              <a:gdLst>
                <a:gd name="csX0" fmla="*/ 1911 w 2866"/>
                <a:gd name="csY0" fmla="*/ 2866 h 3344"/>
                <a:gd name="csX1" fmla="*/ 1911 w 2866"/>
                <a:gd name="csY1" fmla="*/ 3344 h 3344"/>
                <a:gd name="csX2" fmla="*/ 956 w 2866"/>
                <a:gd name="csY2" fmla="*/ 2389 h 3344"/>
                <a:gd name="csX3" fmla="*/ 0 w 2866"/>
                <a:gd name="csY3" fmla="*/ 478 h 3344"/>
                <a:gd name="csX4" fmla="*/ 1911 w 2866"/>
                <a:gd name="csY4" fmla="*/ 0 h 3344"/>
                <a:gd name="csX5" fmla="*/ 2866 w 2866"/>
                <a:gd name="csY5" fmla="*/ 0 h 3344"/>
                <a:gd name="csX6" fmla="*/ 2389 w 2866"/>
                <a:gd name="csY6" fmla="*/ 955 h 3344"/>
                <a:gd name="csX7" fmla="*/ 1911 w 2866"/>
                <a:gd name="csY7" fmla="*/ 286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344">
                  <a:moveTo>
                    <a:pt x="1911" y="2866"/>
                  </a:moveTo>
                  <a:lnTo>
                    <a:pt x="1911" y="3344"/>
                  </a:lnTo>
                  <a:lnTo>
                    <a:pt x="956" y="2389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2866" y="0"/>
                  </a:lnTo>
                  <a:lnTo>
                    <a:pt x="2389" y="955"/>
                  </a:lnTo>
                  <a:lnTo>
                    <a:pt x="191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3" name="Freeform 4272">
              <a:extLst>
                <a:ext uri="{FF2B5EF4-FFF2-40B4-BE49-F238E27FC236}">
                  <a16:creationId xmlns:a16="http://schemas.microsoft.com/office/drawing/2014/main" id="{FD57A95F-67C7-516C-9224-0098AF62E14A}"/>
                </a:ext>
              </a:extLst>
            </p:cNvPr>
            <p:cNvSpPr/>
            <p:nvPr/>
          </p:nvSpPr>
          <p:spPr>
            <a:xfrm>
              <a:off x="5816527" y="3406330"/>
              <a:ext cx="4777" cy="5255"/>
            </a:xfrm>
            <a:custGeom>
              <a:avLst/>
              <a:gdLst>
                <a:gd name="csX0" fmla="*/ 4300 w 4777"/>
                <a:gd name="csY0" fmla="*/ 4777 h 5255"/>
                <a:gd name="csX1" fmla="*/ 3344 w 4777"/>
                <a:gd name="csY1" fmla="*/ 5255 h 5255"/>
                <a:gd name="csX2" fmla="*/ 2389 w 4777"/>
                <a:gd name="csY2" fmla="*/ 5255 h 5255"/>
                <a:gd name="csX3" fmla="*/ 478 w 4777"/>
                <a:gd name="csY3" fmla="*/ 2866 h 5255"/>
                <a:gd name="csX4" fmla="*/ 0 w 4777"/>
                <a:gd name="csY4" fmla="*/ 1433 h 5255"/>
                <a:gd name="csX5" fmla="*/ 0 w 4777"/>
                <a:gd name="csY5" fmla="*/ 478 h 5255"/>
                <a:gd name="csX6" fmla="*/ 478 w 4777"/>
                <a:gd name="csY6" fmla="*/ 0 h 5255"/>
                <a:gd name="csX7" fmla="*/ 2389 w 4777"/>
                <a:gd name="csY7" fmla="*/ 478 h 5255"/>
                <a:gd name="csX8" fmla="*/ 3344 w 4777"/>
                <a:gd name="csY8" fmla="*/ 2389 h 5255"/>
                <a:gd name="csX9" fmla="*/ 3344 w 4777"/>
                <a:gd name="csY9" fmla="*/ 3344 h 5255"/>
                <a:gd name="csX10" fmla="*/ 3344 w 4777"/>
                <a:gd name="csY10" fmla="*/ 3822 h 5255"/>
                <a:gd name="csX11" fmla="*/ 4777 w 4777"/>
                <a:gd name="csY11" fmla="*/ 4300 h 5255"/>
                <a:gd name="csX12" fmla="*/ 4300 w 4777"/>
                <a:gd name="csY12" fmla="*/ 4777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77" h="5255">
                  <a:moveTo>
                    <a:pt x="4300" y="4777"/>
                  </a:moveTo>
                  <a:lnTo>
                    <a:pt x="3344" y="5255"/>
                  </a:lnTo>
                  <a:lnTo>
                    <a:pt x="2389" y="5255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3344" y="2389"/>
                  </a:lnTo>
                  <a:lnTo>
                    <a:pt x="3344" y="3344"/>
                  </a:lnTo>
                  <a:lnTo>
                    <a:pt x="3344" y="3822"/>
                  </a:lnTo>
                  <a:lnTo>
                    <a:pt x="4777" y="4300"/>
                  </a:lnTo>
                  <a:lnTo>
                    <a:pt x="4300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4" name="Freeform 4273">
              <a:extLst>
                <a:ext uri="{FF2B5EF4-FFF2-40B4-BE49-F238E27FC236}">
                  <a16:creationId xmlns:a16="http://schemas.microsoft.com/office/drawing/2014/main" id="{5DA3C088-4E0A-0018-8334-596EA38A404E}"/>
                </a:ext>
              </a:extLst>
            </p:cNvPr>
            <p:cNvSpPr/>
            <p:nvPr/>
          </p:nvSpPr>
          <p:spPr>
            <a:xfrm>
              <a:off x="5817005" y="3398687"/>
              <a:ext cx="11943" cy="9076"/>
            </a:xfrm>
            <a:custGeom>
              <a:avLst/>
              <a:gdLst>
                <a:gd name="csX0" fmla="*/ 6211 w 11943"/>
                <a:gd name="csY0" fmla="*/ 3822 h 9076"/>
                <a:gd name="csX1" fmla="*/ 5733 w 11943"/>
                <a:gd name="csY1" fmla="*/ 4777 h 9076"/>
                <a:gd name="csX2" fmla="*/ 7166 w 11943"/>
                <a:gd name="csY2" fmla="*/ 4777 h 9076"/>
                <a:gd name="csX3" fmla="*/ 9555 w 11943"/>
                <a:gd name="csY3" fmla="*/ 5733 h 9076"/>
                <a:gd name="csX4" fmla="*/ 10988 w 11943"/>
                <a:gd name="csY4" fmla="*/ 5733 h 9076"/>
                <a:gd name="csX5" fmla="*/ 11943 w 11943"/>
                <a:gd name="csY5" fmla="*/ 6688 h 9076"/>
                <a:gd name="csX6" fmla="*/ 11466 w 11943"/>
                <a:gd name="csY6" fmla="*/ 8121 h 9076"/>
                <a:gd name="csX7" fmla="*/ 10510 w 11943"/>
                <a:gd name="csY7" fmla="*/ 8599 h 9076"/>
                <a:gd name="csX8" fmla="*/ 10032 w 11943"/>
                <a:gd name="csY8" fmla="*/ 9077 h 9076"/>
                <a:gd name="csX9" fmla="*/ 7166 w 11943"/>
                <a:gd name="csY9" fmla="*/ 7166 h 9076"/>
                <a:gd name="csX10" fmla="*/ 3822 w 11943"/>
                <a:gd name="csY10" fmla="*/ 7644 h 9076"/>
                <a:gd name="csX11" fmla="*/ 3344 w 11943"/>
                <a:gd name="csY11" fmla="*/ 7644 h 9076"/>
                <a:gd name="csX12" fmla="*/ 2867 w 11943"/>
                <a:gd name="csY12" fmla="*/ 7166 h 9076"/>
                <a:gd name="csX13" fmla="*/ 2389 w 11943"/>
                <a:gd name="csY13" fmla="*/ 6688 h 9076"/>
                <a:gd name="csX14" fmla="*/ 2389 w 11943"/>
                <a:gd name="csY14" fmla="*/ 5255 h 9076"/>
                <a:gd name="csX15" fmla="*/ 2389 w 11943"/>
                <a:gd name="csY15" fmla="*/ 5255 h 9076"/>
                <a:gd name="csX16" fmla="*/ 1433 w 11943"/>
                <a:gd name="csY16" fmla="*/ 6211 h 9076"/>
                <a:gd name="csX17" fmla="*/ 478 w 11943"/>
                <a:gd name="csY17" fmla="*/ 6211 h 9076"/>
                <a:gd name="csX18" fmla="*/ 478 w 11943"/>
                <a:gd name="csY18" fmla="*/ 5255 h 9076"/>
                <a:gd name="csX19" fmla="*/ 0 w 11943"/>
                <a:gd name="csY19" fmla="*/ 4300 h 9076"/>
                <a:gd name="csX20" fmla="*/ 478 w 11943"/>
                <a:gd name="csY20" fmla="*/ 2866 h 9076"/>
                <a:gd name="csX21" fmla="*/ 956 w 11943"/>
                <a:gd name="csY21" fmla="*/ 478 h 9076"/>
                <a:gd name="csX22" fmla="*/ 2389 w 11943"/>
                <a:gd name="csY22" fmla="*/ 0 h 9076"/>
                <a:gd name="csX23" fmla="*/ 4300 w 11943"/>
                <a:gd name="csY23" fmla="*/ 0 h 9076"/>
                <a:gd name="csX24" fmla="*/ 6211 w 11943"/>
                <a:gd name="csY24" fmla="*/ 1433 h 9076"/>
                <a:gd name="csX25" fmla="*/ 6688 w 11943"/>
                <a:gd name="csY25" fmla="*/ 2389 h 9076"/>
                <a:gd name="csX26" fmla="*/ 6688 w 11943"/>
                <a:gd name="csY26" fmla="*/ 2866 h 9076"/>
                <a:gd name="csX27" fmla="*/ 6211 w 11943"/>
                <a:gd name="csY27" fmla="*/ 3822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1943" h="9076">
                  <a:moveTo>
                    <a:pt x="6211" y="3822"/>
                  </a:moveTo>
                  <a:lnTo>
                    <a:pt x="5733" y="4777"/>
                  </a:lnTo>
                  <a:lnTo>
                    <a:pt x="7166" y="4777"/>
                  </a:lnTo>
                  <a:lnTo>
                    <a:pt x="9555" y="5733"/>
                  </a:lnTo>
                  <a:lnTo>
                    <a:pt x="10988" y="5733"/>
                  </a:lnTo>
                  <a:lnTo>
                    <a:pt x="11943" y="6688"/>
                  </a:lnTo>
                  <a:lnTo>
                    <a:pt x="11466" y="8121"/>
                  </a:lnTo>
                  <a:lnTo>
                    <a:pt x="10510" y="8599"/>
                  </a:lnTo>
                  <a:lnTo>
                    <a:pt x="10032" y="9077"/>
                  </a:lnTo>
                  <a:lnTo>
                    <a:pt x="7166" y="7166"/>
                  </a:lnTo>
                  <a:lnTo>
                    <a:pt x="3822" y="7644"/>
                  </a:lnTo>
                  <a:lnTo>
                    <a:pt x="3344" y="7644"/>
                  </a:lnTo>
                  <a:lnTo>
                    <a:pt x="2867" y="7166"/>
                  </a:lnTo>
                  <a:lnTo>
                    <a:pt x="2389" y="6688"/>
                  </a:lnTo>
                  <a:lnTo>
                    <a:pt x="2389" y="5255"/>
                  </a:lnTo>
                  <a:lnTo>
                    <a:pt x="2389" y="5255"/>
                  </a:lnTo>
                  <a:lnTo>
                    <a:pt x="1433" y="6211"/>
                  </a:lnTo>
                  <a:lnTo>
                    <a:pt x="478" y="6211"/>
                  </a:lnTo>
                  <a:lnTo>
                    <a:pt x="478" y="5255"/>
                  </a:lnTo>
                  <a:lnTo>
                    <a:pt x="0" y="4300"/>
                  </a:lnTo>
                  <a:lnTo>
                    <a:pt x="478" y="2866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4300" y="0"/>
                  </a:lnTo>
                  <a:lnTo>
                    <a:pt x="6211" y="1433"/>
                  </a:lnTo>
                  <a:lnTo>
                    <a:pt x="6688" y="2389"/>
                  </a:lnTo>
                  <a:lnTo>
                    <a:pt x="6688" y="2866"/>
                  </a:lnTo>
                  <a:lnTo>
                    <a:pt x="62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5" name="Freeform 4274">
              <a:extLst>
                <a:ext uri="{FF2B5EF4-FFF2-40B4-BE49-F238E27FC236}">
                  <a16:creationId xmlns:a16="http://schemas.microsoft.com/office/drawing/2014/main" id="{7F30685E-77FD-C67B-B9E3-3333754348A8}"/>
                </a:ext>
              </a:extLst>
            </p:cNvPr>
            <p:cNvSpPr/>
            <p:nvPr/>
          </p:nvSpPr>
          <p:spPr>
            <a:xfrm>
              <a:off x="5830859" y="3392954"/>
              <a:ext cx="5254" cy="2388"/>
            </a:xfrm>
            <a:custGeom>
              <a:avLst/>
              <a:gdLst>
                <a:gd name="csX0" fmla="*/ 2389 w 5254"/>
                <a:gd name="csY0" fmla="*/ 2389 h 2388"/>
                <a:gd name="csX1" fmla="*/ 0 w 5254"/>
                <a:gd name="csY1" fmla="*/ 2389 h 2388"/>
                <a:gd name="csX2" fmla="*/ 1433 w 5254"/>
                <a:gd name="csY2" fmla="*/ 478 h 2388"/>
                <a:gd name="csX3" fmla="*/ 2389 w 5254"/>
                <a:gd name="csY3" fmla="*/ 0 h 2388"/>
                <a:gd name="csX4" fmla="*/ 5255 w 5254"/>
                <a:gd name="csY4" fmla="*/ 0 h 2388"/>
                <a:gd name="csX5" fmla="*/ 4777 w 5254"/>
                <a:gd name="csY5" fmla="*/ 955 h 2388"/>
                <a:gd name="csX6" fmla="*/ 2389 w 5254"/>
                <a:gd name="csY6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4" h="2388">
                  <a:moveTo>
                    <a:pt x="2389" y="2389"/>
                  </a:moveTo>
                  <a:lnTo>
                    <a:pt x="0" y="2389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5255" y="0"/>
                  </a:lnTo>
                  <a:lnTo>
                    <a:pt x="4777" y="955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6" name="Freeform 4275">
              <a:extLst>
                <a:ext uri="{FF2B5EF4-FFF2-40B4-BE49-F238E27FC236}">
                  <a16:creationId xmlns:a16="http://schemas.microsoft.com/office/drawing/2014/main" id="{0D403359-39A8-3AAE-3D26-188F4576670B}"/>
                </a:ext>
              </a:extLst>
            </p:cNvPr>
            <p:cNvSpPr/>
            <p:nvPr/>
          </p:nvSpPr>
          <p:spPr>
            <a:xfrm>
              <a:off x="5823216" y="3391521"/>
              <a:ext cx="6688" cy="6688"/>
            </a:xfrm>
            <a:custGeom>
              <a:avLst/>
              <a:gdLst>
                <a:gd name="csX0" fmla="*/ 6210 w 6688"/>
                <a:gd name="csY0" fmla="*/ 5733 h 6688"/>
                <a:gd name="csX1" fmla="*/ 4777 w 6688"/>
                <a:gd name="csY1" fmla="*/ 6688 h 6688"/>
                <a:gd name="csX2" fmla="*/ 3822 w 6688"/>
                <a:gd name="csY2" fmla="*/ 5733 h 6688"/>
                <a:gd name="csX3" fmla="*/ 3822 w 6688"/>
                <a:gd name="csY3" fmla="*/ 3344 h 6688"/>
                <a:gd name="csX4" fmla="*/ 1911 w 6688"/>
                <a:gd name="csY4" fmla="*/ 2389 h 6688"/>
                <a:gd name="csX5" fmla="*/ 955 w 6688"/>
                <a:gd name="csY5" fmla="*/ 1911 h 6688"/>
                <a:gd name="csX6" fmla="*/ 0 w 6688"/>
                <a:gd name="csY6" fmla="*/ 956 h 6688"/>
                <a:gd name="csX7" fmla="*/ 0 w 6688"/>
                <a:gd name="csY7" fmla="*/ 478 h 6688"/>
                <a:gd name="csX8" fmla="*/ 1433 w 6688"/>
                <a:gd name="csY8" fmla="*/ 0 h 6688"/>
                <a:gd name="csX9" fmla="*/ 3822 w 6688"/>
                <a:gd name="csY9" fmla="*/ 1911 h 6688"/>
                <a:gd name="csX10" fmla="*/ 4777 w 6688"/>
                <a:gd name="csY10" fmla="*/ 3822 h 6688"/>
                <a:gd name="csX11" fmla="*/ 6210 w 6688"/>
                <a:gd name="csY11" fmla="*/ 4300 h 6688"/>
                <a:gd name="csX12" fmla="*/ 6688 w 6688"/>
                <a:gd name="csY12" fmla="*/ 4300 h 6688"/>
                <a:gd name="csX13" fmla="*/ 6210 w 6688"/>
                <a:gd name="csY13" fmla="*/ 5733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688" h="6688">
                  <a:moveTo>
                    <a:pt x="6210" y="5733"/>
                  </a:moveTo>
                  <a:lnTo>
                    <a:pt x="4777" y="6688"/>
                  </a:lnTo>
                  <a:lnTo>
                    <a:pt x="3822" y="5733"/>
                  </a:lnTo>
                  <a:lnTo>
                    <a:pt x="3822" y="3344"/>
                  </a:lnTo>
                  <a:lnTo>
                    <a:pt x="1911" y="2389"/>
                  </a:lnTo>
                  <a:lnTo>
                    <a:pt x="955" y="1911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3822" y="1911"/>
                  </a:lnTo>
                  <a:lnTo>
                    <a:pt x="4777" y="3822"/>
                  </a:lnTo>
                  <a:lnTo>
                    <a:pt x="6210" y="4300"/>
                  </a:lnTo>
                  <a:lnTo>
                    <a:pt x="6688" y="4300"/>
                  </a:lnTo>
                  <a:lnTo>
                    <a:pt x="6210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7" name="Freeform 4276">
              <a:extLst>
                <a:ext uri="{FF2B5EF4-FFF2-40B4-BE49-F238E27FC236}">
                  <a16:creationId xmlns:a16="http://schemas.microsoft.com/office/drawing/2014/main" id="{12574581-4096-79D7-B1B4-E95BC277B841}"/>
                </a:ext>
              </a:extLst>
            </p:cNvPr>
            <p:cNvSpPr/>
            <p:nvPr/>
          </p:nvSpPr>
          <p:spPr>
            <a:xfrm>
              <a:off x="5850924" y="3345659"/>
              <a:ext cx="11943" cy="26752"/>
            </a:xfrm>
            <a:custGeom>
              <a:avLst/>
              <a:gdLst>
                <a:gd name="csX0" fmla="*/ 6688 w 11943"/>
                <a:gd name="csY0" fmla="*/ 2389 h 26752"/>
                <a:gd name="csX1" fmla="*/ 7166 w 11943"/>
                <a:gd name="csY1" fmla="*/ 5255 h 26752"/>
                <a:gd name="csX2" fmla="*/ 8121 w 11943"/>
                <a:gd name="csY2" fmla="*/ 4300 h 26752"/>
                <a:gd name="csX3" fmla="*/ 10032 w 11943"/>
                <a:gd name="csY3" fmla="*/ 7166 h 26752"/>
                <a:gd name="csX4" fmla="*/ 10510 w 11943"/>
                <a:gd name="csY4" fmla="*/ 7166 h 26752"/>
                <a:gd name="csX5" fmla="*/ 11943 w 11943"/>
                <a:gd name="csY5" fmla="*/ 6210 h 26752"/>
                <a:gd name="csX6" fmla="*/ 11465 w 11943"/>
                <a:gd name="csY6" fmla="*/ 8121 h 26752"/>
                <a:gd name="csX7" fmla="*/ 10510 w 11943"/>
                <a:gd name="csY7" fmla="*/ 14809 h 26752"/>
                <a:gd name="csX8" fmla="*/ 10032 w 11943"/>
                <a:gd name="csY8" fmla="*/ 15765 h 26752"/>
                <a:gd name="csX9" fmla="*/ 9555 w 11943"/>
                <a:gd name="csY9" fmla="*/ 17676 h 26752"/>
                <a:gd name="csX10" fmla="*/ 9555 w 11943"/>
                <a:gd name="csY10" fmla="*/ 18154 h 26752"/>
                <a:gd name="csX11" fmla="*/ 9077 w 11943"/>
                <a:gd name="csY11" fmla="*/ 21975 h 26752"/>
                <a:gd name="csX12" fmla="*/ 8121 w 11943"/>
                <a:gd name="csY12" fmla="*/ 23409 h 26752"/>
                <a:gd name="csX13" fmla="*/ 7166 w 11943"/>
                <a:gd name="csY13" fmla="*/ 26275 h 26752"/>
                <a:gd name="csX14" fmla="*/ 7166 w 11943"/>
                <a:gd name="csY14" fmla="*/ 26753 h 26752"/>
                <a:gd name="csX15" fmla="*/ 5733 w 11943"/>
                <a:gd name="csY15" fmla="*/ 25320 h 26752"/>
                <a:gd name="csX16" fmla="*/ 7166 w 11943"/>
                <a:gd name="csY16" fmla="*/ 21020 h 26752"/>
                <a:gd name="csX17" fmla="*/ 7644 w 11943"/>
                <a:gd name="csY17" fmla="*/ 18154 h 26752"/>
                <a:gd name="csX18" fmla="*/ 7166 w 11943"/>
                <a:gd name="csY18" fmla="*/ 16721 h 26752"/>
                <a:gd name="csX19" fmla="*/ 6688 w 11943"/>
                <a:gd name="csY19" fmla="*/ 15287 h 26752"/>
                <a:gd name="csX20" fmla="*/ 4777 w 11943"/>
                <a:gd name="csY20" fmla="*/ 15287 h 26752"/>
                <a:gd name="csX21" fmla="*/ 3344 w 11943"/>
                <a:gd name="csY21" fmla="*/ 15765 h 26752"/>
                <a:gd name="csX22" fmla="*/ 3344 w 11943"/>
                <a:gd name="csY22" fmla="*/ 15287 h 26752"/>
                <a:gd name="csX23" fmla="*/ 2866 w 11943"/>
                <a:gd name="csY23" fmla="*/ 14332 h 26752"/>
                <a:gd name="csX24" fmla="*/ 2866 w 11943"/>
                <a:gd name="csY24" fmla="*/ 13854 h 26752"/>
                <a:gd name="csX25" fmla="*/ 956 w 11943"/>
                <a:gd name="csY25" fmla="*/ 13854 h 26752"/>
                <a:gd name="csX26" fmla="*/ 478 w 11943"/>
                <a:gd name="csY26" fmla="*/ 13854 h 26752"/>
                <a:gd name="csX27" fmla="*/ 0 w 11943"/>
                <a:gd name="csY27" fmla="*/ 12899 h 26752"/>
                <a:gd name="csX28" fmla="*/ 0 w 11943"/>
                <a:gd name="csY28" fmla="*/ 11943 h 26752"/>
                <a:gd name="csX29" fmla="*/ 1433 w 11943"/>
                <a:gd name="csY29" fmla="*/ 11465 h 26752"/>
                <a:gd name="csX30" fmla="*/ 3344 w 11943"/>
                <a:gd name="csY30" fmla="*/ 11465 h 26752"/>
                <a:gd name="csX31" fmla="*/ 5733 w 11943"/>
                <a:gd name="csY31" fmla="*/ 10032 h 26752"/>
                <a:gd name="csX32" fmla="*/ 4299 w 11943"/>
                <a:gd name="csY32" fmla="*/ 5255 h 26752"/>
                <a:gd name="csX33" fmla="*/ 1911 w 11943"/>
                <a:gd name="csY33" fmla="*/ 4777 h 26752"/>
                <a:gd name="csX34" fmla="*/ 1433 w 11943"/>
                <a:gd name="csY34" fmla="*/ 4300 h 26752"/>
                <a:gd name="csX35" fmla="*/ 1911 w 11943"/>
                <a:gd name="csY35" fmla="*/ 3344 h 26752"/>
                <a:gd name="csX36" fmla="*/ 3344 w 11943"/>
                <a:gd name="csY36" fmla="*/ 2866 h 26752"/>
                <a:gd name="csX37" fmla="*/ 4777 w 11943"/>
                <a:gd name="csY37" fmla="*/ 478 h 26752"/>
                <a:gd name="csX38" fmla="*/ 5733 w 11943"/>
                <a:gd name="csY38" fmla="*/ 0 h 26752"/>
                <a:gd name="csX39" fmla="*/ 7166 w 11943"/>
                <a:gd name="csY39" fmla="*/ 0 h 26752"/>
                <a:gd name="csX40" fmla="*/ 6688 w 11943"/>
                <a:gd name="csY40" fmla="*/ 2389 h 26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11943" h="26752">
                  <a:moveTo>
                    <a:pt x="6688" y="2389"/>
                  </a:moveTo>
                  <a:lnTo>
                    <a:pt x="7166" y="5255"/>
                  </a:lnTo>
                  <a:lnTo>
                    <a:pt x="8121" y="4300"/>
                  </a:lnTo>
                  <a:lnTo>
                    <a:pt x="10032" y="7166"/>
                  </a:lnTo>
                  <a:lnTo>
                    <a:pt x="10510" y="7166"/>
                  </a:lnTo>
                  <a:lnTo>
                    <a:pt x="11943" y="6210"/>
                  </a:lnTo>
                  <a:lnTo>
                    <a:pt x="11465" y="8121"/>
                  </a:lnTo>
                  <a:lnTo>
                    <a:pt x="10510" y="14809"/>
                  </a:lnTo>
                  <a:lnTo>
                    <a:pt x="10032" y="15765"/>
                  </a:lnTo>
                  <a:lnTo>
                    <a:pt x="9555" y="17676"/>
                  </a:lnTo>
                  <a:lnTo>
                    <a:pt x="9555" y="18154"/>
                  </a:lnTo>
                  <a:lnTo>
                    <a:pt x="9077" y="21975"/>
                  </a:lnTo>
                  <a:lnTo>
                    <a:pt x="8121" y="23409"/>
                  </a:lnTo>
                  <a:lnTo>
                    <a:pt x="7166" y="26275"/>
                  </a:lnTo>
                  <a:lnTo>
                    <a:pt x="7166" y="26753"/>
                  </a:lnTo>
                  <a:lnTo>
                    <a:pt x="5733" y="25320"/>
                  </a:lnTo>
                  <a:lnTo>
                    <a:pt x="7166" y="21020"/>
                  </a:lnTo>
                  <a:lnTo>
                    <a:pt x="7644" y="18154"/>
                  </a:lnTo>
                  <a:lnTo>
                    <a:pt x="7166" y="16721"/>
                  </a:lnTo>
                  <a:lnTo>
                    <a:pt x="6688" y="15287"/>
                  </a:lnTo>
                  <a:lnTo>
                    <a:pt x="4777" y="15287"/>
                  </a:lnTo>
                  <a:lnTo>
                    <a:pt x="3344" y="15765"/>
                  </a:lnTo>
                  <a:lnTo>
                    <a:pt x="3344" y="15287"/>
                  </a:lnTo>
                  <a:lnTo>
                    <a:pt x="2866" y="14332"/>
                  </a:lnTo>
                  <a:lnTo>
                    <a:pt x="2866" y="13854"/>
                  </a:lnTo>
                  <a:lnTo>
                    <a:pt x="956" y="13854"/>
                  </a:lnTo>
                  <a:lnTo>
                    <a:pt x="478" y="13854"/>
                  </a:lnTo>
                  <a:lnTo>
                    <a:pt x="0" y="12899"/>
                  </a:lnTo>
                  <a:lnTo>
                    <a:pt x="0" y="11943"/>
                  </a:lnTo>
                  <a:lnTo>
                    <a:pt x="1433" y="11465"/>
                  </a:lnTo>
                  <a:lnTo>
                    <a:pt x="3344" y="11465"/>
                  </a:lnTo>
                  <a:lnTo>
                    <a:pt x="5733" y="10032"/>
                  </a:lnTo>
                  <a:lnTo>
                    <a:pt x="4299" y="5255"/>
                  </a:lnTo>
                  <a:lnTo>
                    <a:pt x="1911" y="4777"/>
                  </a:lnTo>
                  <a:lnTo>
                    <a:pt x="1433" y="4300"/>
                  </a:lnTo>
                  <a:lnTo>
                    <a:pt x="1911" y="3344"/>
                  </a:lnTo>
                  <a:lnTo>
                    <a:pt x="3344" y="2866"/>
                  </a:lnTo>
                  <a:lnTo>
                    <a:pt x="4777" y="478"/>
                  </a:lnTo>
                  <a:lnTo>
                    <a:pt x="5733" y="0"/>
                  </a:lnTo>
                  <a:lnTo>
                    <a:pt x="7166" y="0"/>
                  </a:lnTo>
                  <a:lnTo>
                    <a:pt x="668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8" name="Freeform 4277">
              <a:extLst>
                <a:ext uri="{FF2B5EF4-FFF2-40B4-BE49-F238E27FC236}">
                  <a16:creationId xmlns:a16="http://schemas.microsoft.com/office/drawing/2014/main" id="{A78FEB70-4C10-5D1B-9F01-13DB9CFDF2EB}"/>
                </a:ext>
              </a:extLst>
            </p:cNvPr>
            <p:cNvSpPr/>
            <p:nvPr/>
          </p:nvSpPr>
          <p:spPr>
            <a:xfrm>
              <a:off x="5860478" y="3341359"/>
              <a:ext cx="3344" cy="8121"/>
            </a:xfrm>
            <a:custGeom>
              <a:avLst/>
              <a:gdLst>
                <a:gd name="csX0" fmla="*/ 2389 w 3344"/>
                <a:gd name="csY0" fmla="*/ 7644 h 8121"/>
                <a:gd name="csX1" fmla="*/ 1911 w 3344"/>
                <a:gd name="csY1" fmla="*/ 8121 h 8121"/>
                <a:gd name="csX2" fmla="*/ 0 w 3344"/>
                <a:gd name="csY2" fmla="*/ 4300 h 8121"/>
                <a:gd name="csX3" fmla="*/ 1433 w 3344"/>
                <a:gd name="csY3" fmla="*/ 0 h 8121"/>
                <a:gd name="csX4" fmla="*/ 3344 w 3344"/>
                <a:gd name="csY4" fmla="*/ 478 h 8121"/>
                <a:gd name="csX5" fmla="*/ 3344 w 3344"/>
                <a:gd name="csY5" fmla="*/ 1433 h 8121"/>
                <a:gd name="csX6" fmla="*/ 3344 w 3344"/>
                <a:gd name="csY6" fmla="*/ 2389 h 8121"/>
                <a:gd name="csX7" fmla="*/ 2389 w 3344"/>
                <a:gd name="csY7" fmla="*/ 2389 h 8121"/>
                <a:gd name="csX8" fmla="*/ 2389 w 3344"/>
                <a:gd name="csY8" fmla="*/ 2866 h 8121"/>
                <a:gd name="csX9" fmla="*/ 2866 w 3344"/>
                <a:gd name="csY9" fmla="*/ 4777 h 8121"/>
                <a:gd name="csX10" fmla="*/ 2866 w 3344"/>
                <a:gd name="csY10" fmla="*/ 7166 h 8121"/>
                <a:gd name="csX11" fmla="*/ 2389 w 3344"/>
                <a:gd name="csY11" fmla="*/ 7644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4" h="8121">
                  <a:moveTo>
                    <a:pt x="2389" y="7644"/>
                  </a:moveTo>
                  <a:lnTo>
                    <a:pt x="1911" y="8121"/>
                  </a:lnTo>
                  <a:lnTo>
                    <a:pt x="0" y="4300"/>
                  </a:lnTo>
                  <a:lnTo>
                    <a:pt x="1433" y="0"/>
                  </a:lnTo>
                  <a:lnTo>
                    <a:pt x="3344" y="478"/>
                  </a:lnTo>
                  <a:lnTo>
                    <a:pt x="3344" y="1433"/>
                  </a:lnTo>
                  <a:lnTo>
                    <a:pt x="3344" y="2389"/>
                  </a:lnTo>
                  <a:lnTo>
                    <a:pt x="2389" y="2389"/>
                  </a:lnTo>
                  <a:lnTo>
                    <a:pt x="2389" y="2866"/>
                  </a:lnTo>
                  <a:lnTo>
                    <a:pt x="2866" y="4777"/>
                  </a:lnTo>
                  <a:lnTo>
                    <a:pt x="2866" y="7166"/>
                  </a:lnTo>
                  <a:lnTo>
                    <a:pt x="2389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9" name="Freeform 4278">
              <a:extLst>
                <a:ext uri="{FF2B5EF4-FFF2-40B4-BE49-F238E27FC236}">
                  <a16:creationId xmlns:a16="http://schemas.microsoft.com/office/drawing/2014/main" id="{6487FFF6-2CAA-9796-4D12-57FFD3FC3D28}"/>
                </a:ext>
              </a:extLst>
            </p:cNvPr>
            <p:cNvSpPr/>
            <p:nvPr/>
          </p:nvSpPr>
          <p:spPr>
            <a:xfrm>
              <a:off x="5865256" y="3337537"/>
              <a:ext cx="3344" cy="5255"/>
            </a:xfrm>
            <a:custGeom>
              <a:avLst/>
              <a:gdLst>
                <a:gd name="csX0" fmla="*/ 3344 w 3344"/>
                <a:gd name="csY0" fmla="*/ 478 h 5255"/>
                <a:gd name="csX1" fmla="*/ 3344 w 3344"/>
                <a:gd name="csY1" fmla="*/ 956 h 5255"/>
                <a:gd name="csX2" fmla="*/ 1911 w 3344"/>
                <a:gd name="csY2" fmla="*/ 4300 h 5255"/>
                <a:gd name="csX3" fmla="*/ 1911 w 3344"/>
                <a:gd name="csY3" fmla="*/ 5255 h 5255"/>
                <a:gd name="csX4" fmla="*/ 478 w 3344"/>
                <a:gd name="csY4" fmla="*/ 5255 h 5255"/>
                <a:gd name="csX5" fmla="*/ 0 w 3344"/>
                <a:gd name="csY5" fmla="*/ 4777 h 5255"/>
                <a:gd name="csX6" fmla="*/ 0 w 3344"/>
                <a:gd name="csY6" fmla="*/ 2866 h 5255"/>
                <a:gd name="csX7" fmla="*/ 0 w 3344"/>
                <a:gd name="csY7" fmla="*/ 956 h 5255"/>
                <a:gd name="csX8" fmla="*/ 478 w 3344"/>
                <a:gd name="csY8" fmla="*/ 478 h 5255"/>
                <a:gd name="csX9" fmla="*/ 956 w 3344"/>
                <a:gd name="csY9" fmla="*/ 478 h 5255"/>
                <a:gd name="csX10" fmla="*/ 1433 w 3344"/>
                <a:gd name="csY10" fmla="*/ 956 h 5255"/>
                <a:gd name="csX11" fmla="*/ 2389 w 3344"/>
                <a:gd name="csY11" fmla="*/ 0 h 5255"/>
                <a:gd name="csX12" fmla="*/ 2389 w 3344"/>
                <a:gd name="csY12" fmla="*/ 0 h 5255"/>
                <a:gd name="csX13" fmla="*/ 3344 w 3344"/>
                <a:gd name="csY13" fmla="*/ 478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344" h="5255">
                  <a:moveTo>
                    <a:pt x="3344" y="478"/>
                  </a:moveTo>
                  <a:lnTo>
                    <a:pt x="3344" y="956"/>
                  </a:lnTo>
                  <a:lnTo>
                    <a:pt x="1911" y="4300"/>
                  </a:lnTo>
                  <a:lnTo>
                    <a:pt x="1911" y="5255"/>
                  </a:lnTo>
                  <a:lnTo>
                    <a:pt x="478" y="5255"/>
                  </a:lnTo>
                  <a:lnTo>
                    <a:pt x="0" y="4777"/>
                  </a:lnTo>
                  <a:lnTo>
                    <a:pt x="0" y="286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6" y="478"/>
                  </a:lnTo>
                  <a:lnTo>
                    <a:pt x="1433" y="956"/>
                  </a:lnTo>
                  <a:lnTo>
                    <a:pt x="2389" y="0"/>
                  </a:lnTo>
                  <a:lnTo>
                    <a:pt x="2389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0" name="Freeform 4279">
              <a:extLst>
                <a:ext uri="{FF2B5EF4-FFF2-40B4-BE49-F238E27FC236}">
                  <a16:creationId xmlns:a16="http://schemas.microsoft.com/office/drawing/2014/main" id="{A830F04E-20D1-F923-D006-8FEA3F5E57D4}"/>
                </a:ext>
              </a:extLst>
            </p:cNvPr>
            <p:cNvSpPr/>
            <p:nvPr/>
          </p:nvSpPr>
          <p:spPr>
            <a:xfrm>
              <a:off x="6788707" y="3886926"/>
              <a:ext cx="955" cy="3821"/>
            </a:xfrm>
            <a:custGeom>
              <a:avLst/>
              <a:gdLst>
                <a:gd name="csX0" fmla="*/ 955 w 955"/>
                <a:gd name="csY0" fmla="*/ 0 h 3821"/>
                <a:gd name="csX1" fmla="*/ 0 w 955"/>
                <a:gd name="csY1" fmla="*/ 3344 h 3821"/>
                <a:gd name="csX2" fmla="*/ 0 w 955"/>
                <a:gd name="csY2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3821">
                  <a:moveTo>
                    <a:pt x="955" y="0"/>
                  </a:moveTo>
                  <a:lnTo>
                    <a:pt x="0" y="3344"/>
                  </a:lnTo>
                  <a:lnTo>
                    <a:pt x="0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1" name="Freeform 4280">
              <a:extLst>
                <a:ext uri="{FF2B5EF4-FFF2-40B4-BE49-F238E27FC236}">
                  <a16:creationId xmlns:a16="http://schemas.microsoft.com/office/drawing/2014/main" id="{7E599BDE-36B2-D5F7-8A7F-FC7D83EF309A}"/>
                </a:ext>
              </a:extLst>
            </p:cNvPr>
            <p:cNvSpPr/>
            <p:nvPr/>
          </p:nvSpPr>
          <p:spPr>
            <a:xfrm>
              <a:off x="6676440" y="3860651"/>
              <a:ext cx="35352" cy="46817"/>
            </a:xfrm>
            <a:custGeom>
              <a:avLst/>
              <a:gdLst>
                <a:gd name="csX0" fmla="*/ 30575 w 35352"/>
                <a:gd name="csY0" fmla="*/ 46817 h 46817"/>
                <a:gd name="csX1" fmla="*/ 34396 w 35352"/>
                <a:gd name="csY1" fmla="*/ 42518 h 46817"/>
                <a:gd name="csX2" fmla="*/ 35352 w 35352"/>
                <a:gd name="csY2" fmla="*/ 39651 h 46817"/>
                <a:gd name="csX3" fmla="*/ 35352 w 35352"/>
                <a:gd name="csY3" fmla="*/ 38218 h 46817"/>
                <a:gd name="csX4" fmla="*/ 35352 w 35352"/>
                <a:gd name="csY4" fmla="*/ 35830 h 46817"/>
                <a:gd name="csX5" fmla="*/ 33441 w 35352"/>
                <a:gd name="csY5" fmla="*/ 31530 h 46817"/>
                <a:gd name="csX6" fmla="*/ 32008 w 35352"/>
                <a:gd name="csY6" fmla="*/ 25320 h 46817"/>
                <a:gd name="csX7" fmla="*/ 30097 w 35352"/>
                <a:gd name="csY7" fmla="*/ 19109 h 46817"/>
                <a:gd name="csX8" fmla="*/ 28664 w 35352"/>
                <a:gd name="csY8" fmla="*/ 17198 h 46817"/>
                <a:gd name="csX9" fmla="*/ 22931 w 35352"/>
                <a:gd name="csY9" fmla="*/ 14809 h 46817"/>
                <a:gd name="csX10" fmla="*/ 21498 w 35352"/>
                <a:gd name="csY10" fmla="*/ 12421 h 46817"/>
                <a:gd name="csX11" fmla="*/ 17198 w 35352"/>
                <a:gd name="csY11" fmla="*/ 9077 h 46817"/>
                <a:gd name="csX12" fmla="*/ 10988 w 35352"/>
                <a:gd name="csY12" fmla="*/ 7644 h 46817"/>
                <a:gd name="csX13" fmla="*/ 9555 w 35352"/>
                <a:gd name="csY13" fmla="*/ 7166 h 46817"/>
                <a:gd name="csX14" fmla="*/ 4300 w 35352"/>
                <a:gd name="csY14" fmla="*/ 2866 h 46817"/>
                <a:gd name="csX15" fmla="*/ 0 w 35352"/>
                <a:gd name="csY15" fmla="*/ 0 h 46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5352" h="46817">
                  <a:moveTo>
                    <a:pt x="30575" y="46817"/>
                  </a:moveTo>
                  <a:lnTo>
                    <a:pt x="34396" y="42518"/>
                  </a:lnTo>
                  <a:lnTo>
                    <a:pt x="35352" y="39651"/>
                  </a:lnTo>
                  <a:lnTo>
                    <a:pt x="35352" y="38218"/>
                  </a:lnTo>
                  <a:lnTo>
                    <a:pt x="35352" y="35830"/>
                  </a:lnTo>
                  <a:lnTo>
                    <a:pt x="33441" y="31530"/>
                  </a:lnTo>
                  <a:lnTo>
                    <a:pt x="32008" y="25320"/>
                  </a:lnTo>
                  <a:lnTo>
                    <a:pt x="30097" y="19109"/>
                  </a:lnTo>
                  <a:lnTo>
                    <a:pt x="28664" y="17198"/>
                  </a:lnTo>
                  <a:lnTo>
                    <a:pt x="22931" y="14809"/>
                  </a:lnTo>
                  <a:lnTo>
                    <a:pt x="21498" y="12421"/>
                  </a:lnTo>
                  <a:lnTo>
                    <a:pt x="17198" y="9077"/>
                  </a:lnTo>
                  <a:lnTo>
                    <a:pt x="10988" y="7644"/>
                  </a:lnTo>
                  <a:lnTo>
                    <a:pt x="9555" y="7166"/>
                  </a:lnTo>
                  <a:lnTo>
                    <a:pt x="4300" y="286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2" name="Freeform 4281">
              <a:extLst>
                <a:ext uri="{FF2B5EF4-FFF2-40B4-BE49-F238E27FC236}">
                  <a16:creationId xmlns:a16="http://schemas.microsoft.com/office/drawing/2014/main" id="{608971F2-CFD0-0A22-69DA-303C3D717108}"/>
                </a:ext>
              </a:extLst>
            </p:cNvPr>
            <p:cNvSpPr/>
            <p:nvPr/>
          </p:nvSpPr>
          <p:spPr>
            <a:xfrm>
              <a:off x="6745233" y="3898392"/>
              <a:ext cx="64015" cy="20064"/>
            </a:xfrm>
            <a:custGeom>
              <a:avLst/>
              <a:gdLst>
                <a:gd name="csX0" fmla="*/ 59239 w 64015"/>
                <a:gd name="csY0" fmla="*/ 0 h 20064"/>
                <a:gd name="csX1" fmla="*/ 58760 w 64015"/>
                <a:gd name="csY1" fmla="*/ 955 h 20064"/>
                <a:gd name="csX2" fmla="*/ 57805 w 64015"/>
                <a:gd name="csY2" fmla="*/ 2389 h 20064"/>
                <a:gd name="csX3" fmla="*/ 56850 w 64015"/>
                <a:gd name="csY3" fmla="*/ 3344 h 20064"/>
                <a:gd name="csX4" fmla="*/ 55894 w 64015"/>
                <a:gd name="csY4" fmla="*/ 3344 h 20064"/>
                <a:gd name="csX5" fmla="*/ 54939 w 64015"/>
                <a:gd name="csY5" fmla="*/ 3822 h 20064"/>
                <a:gd name="csX6" fmla="*/ 54461 w 64015"/>
                <a:gd name="csY6" fmla="*/ 4777 h 20064"/>
                <a:gd name="csX7" fmla="*/ 54461 w 64015"/>
                <a:gd name="csY7" fmla="*/ 5733 h 20064"/>
                <a:gd name="csX8" fmla="*/ 54461 w 64015"/>
                <a:gd name="csY8" fmla="*/ 6688 h 20064"/>
                <a:gd name="csX9" fmla="*/ 54939 w 64015"/>
                <a:gd name="csY9" fmla="*/ 6688 h 20064"/>
                <a:gd name="csX10" fmla="*/ 54939 w 64015"/>
                <a:gd name="csY10" fmla="*/ 6688 h 20064"/>
                <a:gd name="csX11" fmla="*/ 55894 w 64015"/>
                <a:gd name="csY11" fmla="*/ 7166 h 20064"/>
                <a:gd name="csX12" fmla="*/ 56850 w 64015"/>
                <a:gd name="csY12" fmla="*/ 9555 h 20064"/>
                <a:gd name="csX13" fmla="*/ 58283 w 64015"/>
                <a:gd name="csY13" fmla="*/ 10510 h 20064"/>
                <a:gd name="csX14" fmla="*/ 60671 w 64015"/>
                <a:gd name="csY14" fmla="*/ 11943 h 20064"/>
                <a:gd name="csX15" fmla="*/ 63060 w 64015"/>
                <a:gd name="csY15" fmla="*/ 13376 h 20064"/>
                <a:gd name="csX16" fmla="*/ 64016 w 64015"/>
                <a:gd name="csY16" fmla="*/ 14809 h 20064"/>
                <a:gd name="csX17" fmla="*/ 64016 w 64015"/>
                <a:gd name="csY17" fmla="*/ 15765 h 20064"/>
                <a:gd name="csX18" fmla="*/ 63060 w 64015"/>
                <a:gd name="csY18" fmla="*/ 17676 h 20064"/>
                <a:gd name="csX19" fmla="*/ 61149 w 64015"/>
                <a:gd name="csY19" fmla="*/ 19587 h 20064"/>
                <a:gd name="csX20" fmla="*/ 59716 w 64015"/>
                <a:gd name="csY20" fmla="*/ 20064 h 20064"/>
                <a:gd name="csX21" fmla="*/ 59239 w 64015"/>
                <a:gd name="csY21" fmla="*/ 19587 h 20064"/>
                <a:gd name="csX22" fmla="*/ 58283 w 64015"/>
                <a:gd name="csY22" fmla="*/ 19109 h 20064"/>
                <a:gd name="csX23" fmla="*/ 56372 w 64015"/>
                <a:gd name="csY23" fmla="*/ 17676 h 20064"/>
                <a:gd name="csX24" fmla="*/ 53983 w 64015"/>
                <a:gd name="csY24" fmla="*/ 16721 h 20064"/>
                <a:gd name="csX25" fmla="*/ 52550 w 64015"/>
                <a:gd name="csY25" fmla="*/ 17198 h 20064"/>
                <a:gd name="csX26" fmla="*/ 51117 w 64015"/>
                <a:gd name="csY26" fmla="*/ 17676 h 20064"/>
                <a:gd name="csX27" fmla="*/ 49206 w 64015"/>
                <a:gd name="csY27" fmla="*/ 17198 h 20064"/>
                <a:gd name="csX28" fmla="*/ 46817 w 64015"/>
                <a:gd name="csY28" fmla="*/ 16243 h 20064"/>
                <a:gd name="csX29" fmla="*/ 45384 w 64015"/>
                <a:gd name="csY29" fmla="*/ 15287 h 20064"/>
                <a:gd name="csX30" fmla="*/ 44907 w 64015"/>
                <a:gd name="csY30" fmla="*/ 14809 h 20064"/>
                <a:gd name="csX31" fmla="*/ 44907 w 64015"/>
                <a:gd name="csY31" fmla="*/ 13376 h 20064"/>
                <a:gd name="csX32" fmla="*/ 39174 w 64015"/>
                <a:gd name="csY32" fmla="*/ 11465 h 20064"/>
                <a:gd name="csX33" fmla="*/ 36307 w 64015"/>
                <a:gd name="csY33" fmla="*/ 10988 h 20064"/>
                <a:gd name="csX34" fmla="*/ 35352 w 64015"/>
                <a:gd name="csY34" fmla="*/ 11465 h 20064"/>
                <a:gd name="csX35" fmla="*/ 31052 w 64015"/>
                <a:gd name="csY35" fmla="*/ 14809 h 20064"/>
                <a:gd name="csX36" fmla="*/ 30575 w 64015"/>
                <a:gd name="csY36" fmla="*/ 14809 h 20064"/>
                <a:gd name="csX37" fmla="*/ 27230 w 64015"/>
                <a:gd name="csY37" fmla="*/ 15287 h 20064"/>
                <a:gd name="csX38" fmla="*/ 27230 w 64015"/>
                <a:gd name="csY38" fmla="*/ 15765 h 20064"/>
                <a:gd name="csX39" fmla="*/ 27708 w 64015"/>
                <a:gd name="csY39" fmla="*/ 16243 h 20064"/>
                <a:gd name="csX40" fmla="*/ 27708 w 64015"/>
                <a:gd name="csY40" fmla="*/ 16721 h 20064"/>
                <a:gd name="csX41" fmla="*/ 22453 w 64015"/>
                <a:gd name="csY41" fmla="*/ 16721 h 20064"/>
                <a:gd name="csX42" fmla="*/ 20542 w 64015"/>
                <a:gd name="csY42" fmla="*/ 17198 h 20064"/>
                <a:gd name="csX43" fmla="*/ 15765 w 64015"/>
                <a:gd name="csY43" fmla="*/ 16721 h 20064"/>
                <a:gd name="csX44" fmla="*/ 13854 w 64015"/>
                <a:gd name="csY44" fmla="*/ 16721 h 20064"/>
                <a:gd name="csX45" fmla="*/ 12421 w 64015"/>
                <a:gd name="csY45" fmla="*/ 17198 h 20064"/>
                <a:gd name="csX46" fmla="*/ 9077 w 64015"/>
                <a:gd name="csY46" fmla="*/ 17676 h 20064"/>
                <a:gd name="csX47" fmla="*/ 7166 w 64015"/>
                <a:gd name="csY47" fmla="*/ 18631 h 20064"/>
                <a:gd name="csX48" fmla="*/ 3821 w 64015"/>
                <a:gd name="csY48" fmla="*/ 18631 h 20064"/>
                <a:gd name="csX49" fmla="*/ 955 w 64015"/>
                <a:gd name="csY49" fmla="*/ 18631 h 20064"/>
                <a:gd name="csX50" fmla="*/ 0 w 64015"/>
                <a:gd name="csY50" fmla="*/ 19109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64015" h="20064">
                  <a:moveTo>
                    <a:pt x="59239" y="0"/>
                  </a:moveTo>
                  <a:lnTo>
                    <a:pt x="58760" y="955"/>
                  </a:lnTo>
                  <a:lnTo>
                    <a:pt x="57805" y="2389"/>
                  </a:lnTo>
                  <a:lnTo>
                    <a:pt x="56850" y="3344"/>
                  </a:lnTo>
                  <a:lnTo>
                    <a:pt x="55894" y="3344"/>
                  </a:lnTo>
                  <a:lnTo>
                    <a:pt x="54939" y="3822"/>
                  </a:lnTo>
                  <a:lnTo>
                    <a:pt x="54461" y="4777"/>
                  </a:lnTo>
                  <a:lnTo>
                    <a:pt x="54461" y="5733"/>
                  </a:lnTo>
                  <a:lnTo>
                    <a:pt x="54461" y="6688"/>
                  </a:lnTo>
                  <a:lnTo>
                    <a:pt x="54939" y="6688"/>
                  </a:lnTo>
                  <a:lnTo>
                    <a:pt x="54939" y="6688"/>
                  </a:lnTo>
                  <a:lnTo>
                    <a:pt x="55894" y="7166"/>
                  </a:lnTo>
                  <a:lnTo>
                    <a:pt x="56850" y="9555"/>
                  </a:lnTo>
                  <a:lnTo>
                    <a:pt x="58283" y="10510"/>
                  </a:lnTo>
                  <a:lnTo>
                    <a:pt x="60671" y="11943"/>
                  </a:lnTo>
                  <a:lnTo>
                    <a:pt x="63060" y="13376"/>
                  </a:lnTo>
                  <a:lnTo>
                    <a:pt x="64016" y="14809"/>
                  </a:lnTo>
                  <a:lnTo>
                    <a:pt x="64016" y="15765"/>
                  </a:lnTo>
                  <a:lnTo>
                    <a:pt x="63060" y="17676"/>
                  </a:lnTo>
                  <a:lnTo>
                    <a:pt x="61149" y="19587"/>
                  </a:lnTo>
                  <a:lnTo>
                    <a:pt x="59716" y="20064"/>
                  </a:lnTo>
                  <a:lnTo>
                    <a:pt x="59239" y="19587"/>
                  </a:lnTo>
                  <a:lnTo>
                    <a:pt x="58283" y="19109"/>
                  </a:lnTo>
                  <a:lnTo>
                    <a:pt x="56372" y="17676"/>
                  </a:lnTo>
                  <a:lnTo>
                    <a:pt x="53983" y="16721"/>
                  </a:lnTo>
                  <a:lnTo>
                    <a:pt x="52550" y="17198"/>
                  </a:lnTo>
                  <a:lnTo>
                    <a:pt x="51117" y="17676"/>
                  </a:lnTo>
                  <a:lnTo>
                    <a:pt x="49206" y="17198"/>
                  </a:lnTo>
                  <a:lnTo>
                    <a:pt x="46817" y="16243"/>
                  </a:lnTo>
                  <a:lnTo>
                    <a:pt x="45384" y="15287"/>
                  </a:lnTo>
                  <a:lnTo>
                    <a:pt x="44907" y="14809"/>
                  </a:lnTo>
                  <a:lnTo>
                    <a:pt x="44907" y="13376"/>
                  </a:lnTo>
                  <a:lnTo>
                    <a:pt x="39174" y="11465"/>
                  </a:lnTo>
                  <a:lnTo>
                    <a:pt x="36307" y="10988"/>
                  </a:lnTo>
                  <a:lnTo>
                    <a:pt x="35352" y="11465"/>
                  </a:lnTo>
                  <a:lnTo>
                    <a:pt x="31052" y="14809"/>
                  </a:lnTo>
                  <a:lnTo>
                    <a:pt x="30575" y="14809"/>
                  </a:lnTo>
                  <a:lnTo>
                    <a:pt x="27230" y="15287"/>
                  </a:lnTo>
                  <a:lnTo>
                    <a:pt x="27230" y="15765"/>
                  </a:lnTo>
                  <a:lnTo>
                    <a:pt x="27708" y="16243"/>
                  </a:lnTo>
                  <a:lnTo>
                    <a:pt x="27708" y="16721"/>
                  </a:lnTo>
                  <a:lnTo>
                    <a:pt x="22453" y="16721"/>
                  </a:lnTo>
                  <a:lnTo>
                    <a:pt x="20542" y="17198"/>
                  </a:lnTo>
                  <a:lnTo>
                    <a:pt x="15765" y="16721"/>
                  </a:lnTo>
                  <a:lnTo>
                    <a:pt x="13854" y="16721"/>
                  </a:lnTo>
                  <a:lnTo>
                    <a:pt x="12421" y="17198"/>
                  </a:lnTo>
                  <a:lnTo>
                    <a:pt x="9077" y="17676"/>
                  </a:lnTo>
                  <a:lnTo>
                    <a:pt x="7166" y="18631"/>
                  </a:lnTo>
                  <a:lnTo>
                    <a:pt x="3821" y="18631"/>
                  </a:lnTo>
                  <a:lnTo>
                    <a:pt x="955" y="18631"/>
                  </a:lnTo>
                  <a:lnTo>
                    <a:pt x="0" y="1910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3" name="Freeform 4282">
              <a:extLst>
                <a:ext uri="{FF2B5EF4-FFF2-40B4-BE49-F238E27FC236}">
                  <a16:creationId xmlns:a16="http://schemas.microsoft.com/office/drawing/2014/main" id="{1CE9F3CF-CC2F-2CCC-82B1-58089E227A80}"/>
                </a:ext>
              </a:extLst>
            </p:cNvPr>
            <p:cNvSpPr/>
            <p:nvPr/>
          </p:nvSpPr>
          <p:spPr>
            <a:xfrm>
              <a:off x="4658511" y="4511796"/>
              <a:ext cx="3344" cy="4299"/>
            </a:xfrm>
            <a:custGeom>
              <a:avLst/>
              <a:gdLst>
                <a:gd name="csX0" fmla="*/ 1433 w 3344"/>
                <a:gd name="csY0" fmla="*/ 4300 h 4299"/>
                <a:gd name="csX1" fmla="*/ 0 w 3344"/>
                <a:gd name="csY1" fmla="*/ 4300 h 4299"/>
                <a:gd name="csX2" fmla="*/ 478 w 3344"/>
                <a:gd name="csY2" fmla="*/ 3344 h 4299"/>
                <a:gd name="csX3" fmla="*/ 478 w 3344"/>
                <a:gd name="csY3" fmla="*/ 2389 h 4299"/>
                <a:gd name="csX4" fmla="*/ 1433 w 3344"/>
                <a:gd name="csY4" fmla="*/ 956 h 4299"/>
                <a:gd name="csX5" fmla="*/ 2389 w 3344"/>
                <a:gd name="csY5" fmla="*/ 0 h 4299"/>
                <a:gd name="csX6" fmla="*/ 3344 w 3344"/>
                <a:gd name="csY6" fmla="*/ 0 h 4299"/>
                <a:gd name="csX7" fmla="*/ 2867 w 3344"/>
                <a:gd name="csY7" fmla="*/ 3344 h 4299"/>
                <a:gd name="csX8" fmla="*/ 1433 w 3344"/>
                <a:gd name="csY8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4299">
                  <a:moveTo>
                    <a:pt x="1433" y="4300"/>
                  </a:moveTo>
                  <a:lnTo>
                    <a:pt x="0" y="4300"/>
                  </a:lnTo>
                  <a:lnTo>
                    <a:pt x="478" y="3344"/>
                  </a:lnTo>
                  <a:lnTo>
                    <a:pt x="478" y="2389"/>
                  </a:lnTo>
                  <a:lnTo>
                    <a:pt x="1433" y="956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2867" y="3344"/>
                  </a:lnTo>
                  <a:lnTo>
                    <a:pt x="1433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4" name="Freeform 4283">
              <a:extLst>
                <a:ext uri="{FF2B5EF4-FFF2-40B4-BE49-F238E27FC236}">
                  <a16:creationId xmlns:a16="http://schemas.microsoft.com/office/drawing/2014/main" id="{B764D9F2-5FCE-404A-109C-C81909B9FC39}"/>
                </a:ext>
              </a:extLst>
            </p:cNvPr>
            <p:cNvSpPr/>
            <p:nvPr/>
          </p:nvSpPr>
          <p:spPr>
            <a:xfrm>
              <a:off x="4800875" y="4629795"/>
              <a:ext cx="58282" cy="66404"/>
            </a:xfrm>
            <a:custGeom>
              <a:avLst/>
              <a:gdLst>
                <a:gd name="csX0" fmla="*/ 9077 w 58282"/>
                <a:gd name="csY0" fmla="*/ 7644 h 66404"/>
                <a:gd name="csX1" fmla="*/ 10032 w 58282"/>
                <a:gd name="csY1" fmla="*/ 6688 h 66404"/>
                <a:gd name="csX2" fmla="*/ 11943 w 58282"/>
                <a:gd name="csY2" fmla="*/ 1911 h 66404"/>
                <a:gd name="csX3" fmla="*/ 13376 w 58282"/>
                <a:gd name="csY3" fmla="*/ 478 h 66404"/>
                <a:gd name="csX4" fmla="*/ 14809 w 58282"/>
                <a:gd name="csY4" fmla="*/ 0 h 66404"/>
                <a:gd name="csX5" fmla="*/ 22931 w 58282"/>
                <a:gd name="csY5" fmla="*/ 3822 h 66404"/>
                <a:gd name="csX6" fmla="*/ 26275 w 58282"/>
                <a:gd name="csY6" fmla="*/ 4300 h 66404"/>
                <a:gd name="csX7" fmla="*/ 33919 w 58282"/>
                <a:gd name="csY7" fmla="*/ 6688 h 66404"/>
                <a:gd name="csX8" fmla="*/ 36307 w 58282"/>
                <a:gd name="csY8" fmla="*/ 9555 h 66404"/>
                <a:gd name="csX9" fmla="*/ 42518 w 58282"/>
                <a:gd name="csY9" fmla="*/ 13854 h 66404"/>
                <a:gd name="csX10" fmla="*/ 45862 w 58282"/>
                <a:gd name="csY10" fmla="*/ 15287 h 66404"/>
                <a:gd name="csX11" fmla="*/ 45862 w 58282"/>
                <a:gd name="csY11" fmla="*/ 16721 h 66404"/>
                <a:gd name="csX12" fmla="*/ 45384 w 58282"/>
                <a:gd name="csY12" fmla="*/ 18632 h 66404"/>
                <a:gd name="csX13" fmla="*/ 47295 w 58282"/>
                <a:gd name="csY13" fmla="*/ 16721 h 66404"/>
                <a:gd name="csX14" fmla="*/ 50639 w 58282"/>
                <a:gd name="csY14" fmla="*/ 19587 h 66404"/>
                <a:gd name="csX15" fmla="*/ 51595 w 58282"/>
                <a:gd name="csY15" fmla="*/ 20542 h 66404"/>
                <a:gd name="csX16" fmla="*/ 52550 w 58282"/>
                <a:gd name="csY16" fmla="*/ 22931 h 66404"/>
                <a:gd name="csX17" fmla="*/ 52072 w 58282"/>
                <a:gd name="csY17" fmla="*/ 24842 h 66404"/>
                <a:gd name="csX18" fmla="*/ 51595 w 58282"/>
                <a:gd name="csY18" fmla="*/ 25320 h 66404"/>
                <a:gd name="csX19" fmla="*/ 51595 w 58282"/>
                <a:gd name="csY19" fmla="*/ 26275 h 66404"/>
                <a:gd name="csX20" fmla="*/ 52550 w 58282"/>
                <a:gd name="csY20" fmla="*/ 25320 h 66404"/>
                <a:gd name="csX21" fmla="*/ 53028 w 58282"/>
                <a:gd name="csY21" fmla="*/ 24364 h 66404"/>
                <a:gd name="csX22" fmla="*/ 53028 w 58282"/>
                <a:gd name="csY22" fmla="*/ 22931 h 66404"/>
                <a:gd name="csX23" fmla="*/ 53983 w 58282"/>
                <a:gd name="csY23" fmla="*/ 21020 h 66404"/>
                <a:gd name="csX24" fmla="*/ 54939 w 58282"/>
                <a:gd name="csY24" fmla="*/ 21020 h 66404"/>
                <a:gd name="csX25" fmla="*/ 55894 w 58282"/>
                <a:gd name="csY25" fmla="*/ 21975 h 66404"/>
                <a:gd name="csX26" fmla="*/ 57805 w 58282"/>
                <a:gd name="csY26" fmla="*/ 27231 h 66404"/>
                <a:gd name="csX27" fmla="*/ 58283 w 58282"/>
                <a:gd name="csY27" fmla="*/ 28186 h 66404"/>
                <a:gd name="csX28" fmla="*/ 58283 w 58282"/>
                <a:gd name="csY28" fmla="*/ 30097 h 66404"/>
                <a:gd name="csX29" fmla="*/ 58283 w 58282"/>
                <a:gd name="csY29" fmla="*/ 30575 h 66404"/>
                <a:gd name="csX30" fmla="*/ 58283 w 58282"/>
                <a:gd name="csY30" fmla="*/ 31052 h 66404"/>
                <a:gd name="csX31" fmla="*/ 58283 w 58282"/>
                <a:gd name="csY31" fmla="*/ 31530 h 66404"/>
                <a:gd name="csX32" fmla="*/ 57805 w 58282"/>
                <a:gd name="csY32" fmla="*/ 31530 h 66404"/>
                <a:gd name="csX33" fmla="*/ 56372 w 58282"/>
                <a:gd name="csY33" fmla="*/ 32486 h 66404"/>
                <a:gd name="csX34" fmla="*/ 55894 w 58282"/>
                <a:gd name="csY34" fmla="*/ 32963 h 66404"/>
                <a:gd name="csX35" fmla="*/ 55416 w 58282"/>
                <a:gd name="csY35" fmla="*/ 33919 h 66404"/>
                <a:gd name="csX36" fmla="*/ 54939 w 58282"/>
                <a:gd name="csY36" fmla="*/ 34874 h 66404"/>
                <a:gd name="csX37" fmla="*/ 53983 w 58282"/>
                <a:gd name="csY37" fmla="*/ 35352 h 66404"/>
                <a:gd name="csX38" fmla="*/ 53028 w 58282"/>
                <a:gd name="csY38" fmla="*/ 36307 h 66404"/>
                <a:gd name="csX39" fmla="*/ 52550 w 58282"/>
                <a:gd name="csY39" fmla="*/ 37263 h 66404"/>
                <a:gd name="csX40" fmla="*/ 52550 w 58282"/>
                <a:gd name="csY40" fmla="*/ 37263 h 66404"/>
                <a:gd name="csX41" fmla="*/ 51595 w 58282"/>
                <a:gd name="csY41" fmla="*/ 37741 h 66404"/>
                <a:gd name="csX42" fmla="*/ 51595 w 58282"/>
                <a:gd name="csY42" fmla="*/ 38696 h 66404"/>
                <a:gd name="csX43" fmla="*/ 49206 w 58282"/>
                <a:gd name="csY43" fmla="*/ 42518 h 66404"/>
                <a:gd name="csX44" fmla="*/ 48251 w 58282"/>
                <a:gd name="csY44" fmla="*/ 43951 h 66404"/>
                <a:gd name="csX45" fmla="*/ 47295 w 58282"/>
                <a:gd name="csY45" fmla="*/ 45384 h 66404"/>
                <a:gd name="csX46" fmla="*/ 46340 w 58282"/>
                <a:gd name="csY46" fmla="*/ 46340 h 66404"/>
                <a:gd name="csX47" fmla="*/ 44906 w 58282"/>
                <a:gd name="csY47" fmla="*/ 47295 h 66404"/>
                <a:gd name="csX48" fmla="*/ 44429 w 58282"/>
                <a:gd name="csY48" fmla="*/ 48251 h 66404"/>
                <a:gd name="csX49" fmla="*/ 44429 w 58282"/>
                <a:gd name="csY49" fmla="*/ 49684 h 66404"/>
                <a:gd name="csX50" fmla="*/ 43951 w 58282"/>
                <a:gd name="csY50" fmla="*/ 51117 h 66404"/>
                <a:gd name="csX51" fmla="*/ 43473 w 58282"/>
                <a:gd name="csY51" fmla="*/ 52073 h 66404"/>
                <a:gd name="csX52" fmla="*/ 42518 w 58282"/>
                <a:gd name="csY52" fmla="*/ 53028 h 66404"/>
                <a:gd name="csX53" fmla="*/ 40607 w 58282"/>
                <a:gd name="csY53" fmla="*/ 56850 h 66404"/>
                <a:gd name="csX54" fmla="*/ 40607 w 58282"/>
                <a:gd name="csY54" fmla="*/ 58283 h 66404"/>
                <a:gd name="csX55" fmla="*/ 40129 w 58282"/>
                <a:gd name="csY55" fmla="*/ 59239 h 66404"/>
                <a:gd name="csX56" fmla="*/ 38696 w 58282"/>
                <a:gd name="csY56" fmla="*/ 61149 h 66404"/>
                <a:gd name="csX57" fmla="*/ 37740 w 58282"/>
                <a:gd name="csY57" fmla="*/ 62105 h 66404"/>
                <a:gd name="csX58" fmla="*/ 36307 w 58282"/>
                <a:gd name="csY58" fmla="*/ 63060 h 66404"/>
                <a:gd name="csX59" fmla="*/ 34396 w 58282"/>
                <a:gd name="csY59" fmla="*/ 64016 h 66404"/>
                <a:gd name="csX60" fmla="*/ 33919 w 58282"/>
                <a:gd name="csY60" fmla="*/ 64971 h 66404"/>
                <a:gd name="csX61" fmla="*/ 32486 w 58282"/>
                <a:gd name="csY61" fmla="*/ 65449 h 66404"/>
                <a:gd name="csX62" fmla="*/ 31530 w 58282"/>
                <a:gd name="csY62" fmla="*/ 65449 h 66404"/>
                <a:gd name="csX63" fmla="*/ 30097 w 58282"/>
                <a:gd name="csY63" fmla="*/ 64971 h 66404"/>
                <a:gd name="csX64" fmla="*/ 28186 w 58282"/>
                <a:gd name="csY64" fmla="*/ 64971 h 66404"/>
                <a:gd name="csX65" fmla="*/ 27230 w 58282"/>
                <a:gd name="csY65" fmla="*/ 64971 h 66404"/>
                <a:gd name="csX66" fmla="*/ 26753 w 58282"/>
                <a:gd name="csY66" fmla="*/ 64493 h 66404"/>
                <a:gd name="csX67" fmla="*/ 26275 w 58282"/>
                <a:gd name="csY67" fmla="*/ 63060 h 66404"/>
                <a:gd name="csX68" fmla="*/ 25320 w 58282"/>
                <a:gd name="csY68" fmla="*/ 62582 h 66404"/>
                <a:gd name="csX69" fmla="*/ 24364 w 58282"/>
                <a:gd name="csY69" fmla="*/ 62582 h 66404"/>
                <a:gd name="csX70" fmla="*/ 23409 w 58282"/>
                <a:gd name="csY70" fmla="*/ 63538 h 66404"/>
                <a:gd name="csX71" fmla="*/ 21975 w 58282"/>
                <a:gd name="csY71" fmla="*/ 64016 h 66404"/>
                <a:gd name="csX72" fmla="*/ 20542 w 58282"/>
                <a:gd name="csY72" fmla="*/ 64016 h 66404"/>
                <a:gd name="csX73" fmla="*/ 18154 w 58282"/>
                <a:gd name="csY73" fmla="*/ 63538 h 66404"/>
                <a:gd name="csX74" fmla="*/ 17198 w 58282"/>
                <a:gd name="csY74" fmla="*/ 63060 h 66404"/>
                <a:gd name="csX75" fmla="*/ 17198 w 58282"/>
                <a:gd name="csY75" fmla="*/ 63060 h 66404"/>
                <a:gd name="csX76" fmla="*/ 16721 w 58282"/>
                <a:gd name="csY76" fmla="*/ 62582 h 66404"/>
                <a:gd name="csX77" fmla="*/ 16721 w 58282"/>
                <a:gd name="csY77" fmla="*/ 62105 h 66404"/>
                <a:gd name="csX78" fmla="*/ 16721 w 58282"/>
                <a:gd name="csY78" fmla="*/ 62105 h 66404"/>
                <a:gd name="csX79" fmla="*/ 16243 w 58282"/>
                <a:gd name="csY79" fmla="*/ 62582 h 66404"/>
                <a:gd name="csX80" fmla="*/ 15287 w 58282"/>
                <a:gd name="csY80" fmla="*/ 63060 h 66404"/>
                <a:gd name="csX81" fmla="*/ 14332 w 58282"/>
                <a:gd name="csY81" fmla="*/ 63538 h 66404"/>
                <a:gd name="csX82" fmla="*/ 12898 w 58282"/>
                <a:gd name="csY82" fmla="*/ 64493 h 66404"/>
                <a:gd name="csX83" fmla="*/ 11943 w 58282"/>
                <a:gd name="csY83" fmla="*/ 64971 h 66404"/>
                <a:gd name="csX84" fmla="*/ 10032 w 58282"/>
                <a:gd name="csY84" fmla="*/ 65927 h 66404"/>
                <a:gd name="csX85" fmla="*/ 9555 w 58282"/>
                <a:gd name="csY85" fmla="*/ 66405 h 66404"/>
                <a:gd name="csX86" fmla="*/ 8599 w 58282"/>
                <a:gd name="csY86" fmla="*/ 65927 h 66404"/>
                <a:gd name="csX87" fmla="*/ 7644 w 58282"/>
                <a:gd name="csY87" fmla="*/ 65927 h 66404"/>
                <a:gd name="csX88" fmla="*/ 6210 w 58282"/>
                <a:gd name="csY88" fmla="*/ 65927 h 66404"/>
                <a:gd name="csX89" fmla="*/ 3344 w 58282"/>
                <a:gd name="csY89" fmla="*/ 64971 h 66404"/>
                <a:gd name="csX90" fmla="*/ 1911 w 58282"/>
                <a:gd name="csY90" fmla="*/ 64016 h 66404"/>
                <a:gd name="csX91" fmla="*/ 955 w 58282"/>
                <a:gd name="csY91" fmla="*/ 63538 h 66404"/>
                <a:gd name="csX92" fmla="*/ 478 w 58282"/>
                <a:gd name="csY92" fmla="*/ 63060 h 66404"/>
                <a:gd name="csX93" fmla="*/ 0 w 58282"/>
                <a:gd name="csY93" fmla="*/ 62582 h 66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</a:cxnLst>
              <a:rect l="l" t="t" r="r" b="b"/>
              <a:pathLst>
                <a:path w="58282" h="66404">
                  <a:moveTo>
                    <a:pt x="9077" y="7644"/>
                  </a:moveTo>
                  <a:lnTo>
                    <a:pt x="10032" y="6688"/>
                  </a:lnTo>
                  <a:lnTo>
                    <a:pt x="11943" y="1911"/>
                  </a:lnTo>
                  <a:lnTo>
                    <a:pt x="13376" y="478"/>
                  </a:lnTo>
                  <a:lnTo>
                    <a:pt x="14809" y="0"/>
                  </a:lnTo>
                  <a:lnTo>
                    <a:pt x="22931" y="3822"/>
                  </a:lnTo>
                  <a:lnTo>
                    <a:pt x="26275" y="4300"/>
                  </a:lnTo>
                  <a:lnTo>
                    <a:pt x="33919" y="6688"/>
                  </a:lnTo>
                  <a:lnTo>
                    <a:pt x="36307" y="9555"/>
                  </a:lnTo>
                  <a:lnTo>
                    <a:pt x="42518" y="13854"/>
                  </a:lnTo>
                  <a:lnTo>
                    <a:pt x="45862" y="15287"/>
                  </a:lnTo>
                  <a:lnTo>
                    <a:pt x="45862" y="16721"/>
                  </a:lnTo>
                  <a:lnTo>
                    <a:pt x="45384" y="18632"/>
                  </a:lnTo>
                  <a:lnTo>
                    <a:pt x="47295" y="16721"/>
                  </a:lnTo>
                  <a:lnTo>
                    <a:pt x="50639" y="19587"/>
                  </a:lnTo>
                  <a:lnTo>
                    <a:pt x="51595" y="20542"/>
                  </a:lnTo>
                  <a:lnTo>
                    <a:pt x="52550" y="22931"/>
                  </a:lnTo>
                  <a:lnTo>
                    <a:pt x="52072" y="24842"/>
                  </a:lnTo>
                  <a:lnTo>
                    <a:pt x="51595" y="25320"/>
                  </a:lnTo>
                  <a:lnTo>
                    <a:pt x="51595" y="26275"/>
                  </a:lnTo>
                  <a:lnTo>
                    <a:pt x="52550" y="25320"/>
                  </a:lnTo>
                  <a:lnTo>
                    <a:pt x="53028" y="24364"/>
                  </a:lnTo>
                  <a:lnTo>
                    <a:pt x="53028" y="22931"/>
                  </a:lnTo>
                  <a:lnTo>
                    <a:pt x="53983" y="21020"/>
                  </a:lnTo>
                  <a:lnTo>
                    <a:pt x="54939" y="21020"/>
                  </a:lnTo>
                  <a:lnTo>
                    <a:pt x="55894" y="21975"/>
                  </a:lnTo>
                  <a:lnTo>
                    <a:pt x="57805" y="27231"/>
                  </a:lnTo>
                  <a:lnTo>
                    <a:pt x="58283" y="28186"/>
                  </a:lnTo>
                  <a:lnTo>
                    <a:pt x="58283" y="30097"/>
                  </a:lnTo>
                  <a:lnTo>
                    <a:pt x="58283" y="30575"/>
                  </a:lnTo>
                  <a:lnTo>
                    <a:pt x="58283" y="31052"/>
                  </a:lnTo>
                  <a:lnTo>
                    <a:pt x="58283" y="31530"/>
                  </a:lnTo>
                  <a:lnTo>
                    <a:pt x="57805" y="31530"/>
                  </a:lnTo>
                  <a:lnTo>
                    <a:pt x="56372" y="32486"/>
                  </a:lnTo>
                  <a:lnTo>
                    <a:pt x="55894" y="32963"/>
                  </a:lnTo>
                  <a:lnTo>
                    <a:pt x="55416" y="33919"/>
                  </a:lnTo>
                  <a:lnTo>
                    <a:pt x="54939" y="34874"/>
                  </a:lnTo>
                  <a:lnTo>
                    <a:pt x="53983" y="35352"/>
                  </a:lnTo>
                  <a:lnTo>
                    <a:pt x="53028" y="36307"/>
                  </a:lnTo>
                  <a:lnTo>
                    <a:pt x="52550" y="37263"/>
                  </a:lnTo>
                  <a:lnTo>
                    <a:pt x="52550" y="37263"/>
                  </a:lnTo>
                  <a:lnTo>
                    <a:pt x="51595" y="37741"/>
                  </a:lnTo>
                  <a:lnTo>
                    <a:pt x="51595" y="38696"/>
                  </a:lnTo>
                  <a:lnTo>
                    <a:pt x="49206" y="42518"/>
                  </a:lnTo>
                  <a:lnTo>
                    <a:pt x="48251" y="43951"/>
                  </a:lnTo>
                  <a:lnTo>
                    <a:pt x="47295" y="45384"/>
                  </a:lnTo>
                  <a:lnTo>
                    <a:pt x="46340" y="46340"/>
                  </a:lnTo>
                  <a:lnTo>
                    <a:pt x="44906" y="47295"/>
                  </a:lnTo>
                  <a:lnTo>
                    <a:pt x="44429" y="48251"/>
                  </a:lnTo>
                  <a:lnTo>
                    <a:pt x="44429" y="49684"/>
                  </a:lnTo>
                  <a:lnTo>
                    <a:pt x="43951" y="51117"/>
                  </a:lnTo>
                  <a:lnTo>
                    <a:pt x="43473" y="52073"/>
                  </a:lnTo>
                  <a:lnTo>
                    <a:pt x="42518" y="53028"/>
                  </a:lnTo>
                  <a:lnTo>
                    <a:pt x="40607" y="56850"/>
                  </a:lnTo>
                  <a:lnTo>
                    <a:pt x="40607" y="58283"/>
                  </a:lnTo>
                  <a:lnTo>
                    <a:pt x="40129" y="59239"/>
                  </a:lnTo>
                  <a:lnTo>
                    <a:pt x="38696" y="61149"/>
                  </a:lnTo>
                  <a:lnTo>
                    <a:pt x="37740" y="62105"/>
                  </a:lnTo>
                  <a:lnTo>
                    <a:pt x="36307" y="63060"/>
                  </a:lnTo>
                  <a:lnTo>
                    <a:pt x="34396" y="64016"/>
                  </a:lnTo>
                  <a:lnTo>
                    <a:pt x="33919" y="64971"/>
                  </a:lnTo>
                  <a:lnTo>
                    <a:pt x="32486" y="65449"/>
                  </a:lnTo>
                  <a:lnTo>
                    <a:pt x="31530" y="65449"/>
                  </a:lnTo>
                  <a:lnTo>
                    <a:pt x="30097" y="64971"/>
                  </a:lnTo>
                  <a:lnTo>
                    <a:pt x="28186" y="64971"/>
                  </a:lnTo>
                  <a:lnTo>
                    <a:pt x="27230" y="64971"/>
                  </a:lnTo>
                  <a:lnTo>
                    <a:pt x="26753" y="64493"/>
                  </a:lnTo>
                  <a:lnTo>
                    <a:pt x="26275" y="63060"/>
                  </a:lnTo>
                  <a:lnTo>
                    <a:pt x="25320" y="62582"/>
                  </a:lnTo>
                  <a:lnTo>
                    <a:pt x="24364" y="62582"/>
                  </a:lnTo>
                  <a:lnTo>
                    <a:pt x="23409" y="63538"/>
                  </a:lnTo>
                  <a:lnTo>
                    <a:pt x="21975" y="64016"/>
                  </a:lnTo>
                  <a:lnTo>
                    <a:pt x="20542" y="64016"/>
                  </a:lnTo>
                  <a:lnTo>
                    <a:pt x="18154" y="63538"/>
                  </a:lnTo>
                  <a:lnTo>
                    <a:pt x="17198" y="63060"/>
                  </a:lnTo>
                  <a:lnTo>
                    <a:pt x="17198" y="63060"/>
                  </a:lnTo>
                  <a:lnTo>
                    <a:pt x="16721" y="62582"/>
                  </a:lnTo>
                  <a:lnTo>
                    <a:pt x="16721" y="62105"/>
                  </a:lnTo>
                  <a:lnTo>
                    <a:pt x="16721" y="62105"/>
                  </a:lnTo>
                  <a:lnTo>
                    <a:pt x="16243" y="62582"/>
                  </a:lnTo>
                  <a:lnTo>
                    <a:pt x="15287" y="63060"/>
                  </a:lnTo>
                  <a:lnTo>
                    <a:pt x="14332" y="63538"/>
                  </a:lnTo>
                  <a:lnTo>
                    <a:pt x="12898" y="64493"/>
                  </a:lnTo>
                  <a:lnTo>
                    <a:pt x="11943" y="64971"/>
                  </a:lnTo>
                  <a:lnTo>
                    <a:pt x="10032" y="65927"/>
                  </a:lnTo>
                  <a:lnTo>
                    <a:pt x="9555" y="66405"/>
                  </a:lnTo>
                  <a:lnTo>
                    <a:pt x="8599" y="65927"/>
                  </a:lnTo>
                  <a:lnTo>
                    <a:pt x="7644" y="65927"/>
                  </a:lnTo>
                  <a:lnTo>
                    <a:pt x="6210" y="65927"/>
                  </a:lnTo>
                  <a:lnTo>
                    <a:pt x="3344" y="64971"/>
                  </a:lnTo>
                  <a:lnTo>
                    <a:pt x="1911" y="64016"/>
                  </a:lnTo>
                  <a:lnTo>
                    <a:pt x="955" y="63538"/>
                  </a:lnTo>
                  <a:lnTo>
                    <a:pt x="478" y="63060"/>
                  </a:lnTo>
                  <a:lnTo>
                    <a:pt x="0" y="6258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5" name="Freeform 4284">
              <a:extLst>
                <a:ext uri="{FF2B5EF4-FFF2-40B4-BE49-F238E27FC236}">
                  <a16:creationId xmlns:a16="http://schemas.microsoft.com/office/drawing/2014/main" id="{E01E3B74-F42C-8416-818D-C1A75D0A385B}"/>
                </a:ext>
              </a:extLst>
            </p:cNvPr>
            <p:cNvSpPr/>
            <p:nvPr/>
          </p:nvSpPr>
          <p:spPr>
            <a:xfrm>
              <a:off x="5831337" y="3700134"/>
              <a:ext cx="2388" cy="2388"/>
            </a:xfrm>
            <a:custGeom>
              <a:avLst/>
              <a:gdLst>
                <a:gd name="csX0" fmla="*/ 2389 w 2388"/>
                <a:gd name="csY0" fmla="*/ 478 h 2388"/>
                <a:gd name="csX1" fmla="*/ 1911 w 2388"/>
                <a:gd name="csY1" fmla="*/ 2389 h 2388"/>
                <a:gd name="csX2" fmla="*/ 0 w 2388"/>
                <a:gd name="csY2" fmla="*/ 1911 h 2388"/>
                <a:gd name="csX3" fmla="*/ 0 w 2388"/>
                <a:gd name="csY3" fmla="*/ 1433 h 2388"/>
                <a:gd name="csX4" fmla="*/ 1911 w 2388"/>
                <a:gd name="csY4" fmla="*/ 0 h 2388"/>
                <a:gd name="csX5" fmla="*/ 2389 w 2388"/>
                <a:gd name="csY5" fmla="*/ 0 h 2388"/>
                <a:gd name="csX6" fmla="*/ 2389 w 2388"/>
                <a:gd name="csY6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2389" y="478"/>
                  </a:moveTo>
                  <a:lnTo>
                    <a:pt x="1911" y="2389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38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6" name="Freeform 4285">
              <a:extLst>
                <a:ext uri="{FF2B5EF4-FFF2-40B4-BE49-F238E27FC236}">
                  <a16:creationId xmlns:a16="http://schemas.microsoft.com/office/drawing/2014/main" id="{96E4CAC7-4B80-3D3F-D570-62A9E2FDBCBC}"/>
                </a:ext>
              </a:extLst>
            </p:cNvPr>
            <p:cNvSpPr/>
            <p:nvPr/>
          </p:nvSpPr>
          <p:spPr>
            <a:xfrm>
              <a:off x="5819394" y="4531383"/>
              <a:ext cx="87902" cy="117043"/>
            </a:xfrm>
            <a:custGeom>
              <a:avLst/>
              <a:gdLst>
                <a:gd name="csX0" fmla="*/ 87902 w 87902"/>
                <a:gd name="csY0" fmla="*/ 92679 h 117043"/>
                <a:gd name="csX1" fmla="*/ 86469 w 87902"/>
                <a:gd name="csY1" fmla="*/ 93635 h 117043"/>
                <a:gd name="csX2" fmla="*/ 85036 w 87902"/>
                <a:gd name="csY2" fmla="*/ 94590 h 117043"/>
                <a:gd name="csX3" fmla="*/ 84081 w 87902"/>
                <a:gd name="csY3" fmla="*/ 96501 h 117043"/>
                <a:gd name="csX4" fmla="*/ 83125 w 87902"/>
                <a:gd name="csY4" fmla="*/ 97935 h 117043"/>
                <a:gd name="csX5" fmla="*/ 79303 w 87902"/>
                <a:gd name="csY5" fmla="*/ 98890 h 117043"/>
                <a:gd name="csX6" fmla="*/ 77870 w 87902"/>
                <a:gd name="csY6" fmla="*/ 98890 h 117043"/>
                <a:gd name="csX7" fmla="*/ 69271 w 87902"/>
                <a:gd name="csY7" fmla="*/ 98890 h 117043"/>
                <a:gd name="csX8" fmla="*/ 61627 w 87902"/>
                <a:gd name="csY8" fmla="*/ 102234 h 117043"/>
                <a:gd name="csX9" fmla="*/ 57328 w 87902"/>
                <a:gd name="csY9" fmla="*/ 103667 h 117043"/>
                <a:gd name="csX10" fmla="*/ 54939 w 87902"/>
                <a:gd name="csY10" fmla="*/ 105578 h 117043"/>
                <a:gd name="csX11" fmla="*/ 51117 w 87902"/>
                <a:gd name="csY11" fmla="*/ 107011 h 117043"/>
                <a:gd name="csX12" fmla="*/ 48728 w 87902"/>
                <a:gd name="csY12" fmla="*/ 108444 h 117043"/>
                <a:gd name="csX13" fmla="*/ 43474 w 87902"/>
                <a:gd name="csY13" fmla="*/ 109400 h 117043"/>
                <a:gd name="csX14" fmla="*/ 34397 w 87902"/>
                <a:gd name="csY14" fmla="*/ 112266 h 117043"/>
                <a:gd name="csX15" fmla="*/ 32008 w 87902"/>
                <a:gd name="csY15" fmla="*/ 113222 h 117043"/>
                <a:gd name="csX16" fmla="*/ 29142 w 87902"/>
                <a:gd name="csY16" fmla="*/ 115133 h 117043"/>
                <a:gd name="csX17" fmla="*/ 24842 w 87902"/>
                <a:gd name="csY17" fmla="*/ 117044 h 117043"/>
                <a:gd name="csX18" fmla="*/ 22931 w 87902"/>
                <a:gd name="csY18" fmla="*/ 117044 h 117043"/>
                <a:gd name="csX19" fmla="*/ 19587 w 87902"/>
                <a:gd name="csY19" fmla="*/ 115133 h 117043"/>
                <a:gd name="csX20" fmla="*/ 16721 w 87902"/>
                <a:gd name="csY20" fmla="*/ 114177 h 117043"/>
                <a:gd name="csX21" fmla="*/ 10510 w 87902"/>
                <a:gd name="csY21" fmla="*/ 112266 h 117043"/>
                <a:gd name="csX22" fmla="*/ 5733 w 87902"/>
                <a:gd name="csY22" fmla="*/ 111789 h 117043"/>
                <a:gd name="csX23" fmla="*/ 3344 w 87902"/>
                <a:gd name="csY23" fmla="*/ 111311 h 117043"/>
                <a:gd name="csX24" fmla="*/ 2389 w 87902"/>
                <a:gd name="csY24" fmla="*/ 111311 h 117043"/>
                <a:gd name="csX25" fmla="*/ 3344 w 87902"/>
                <a:gd name="csY25" fmla="*/ 110355 h 117043"/>
                <a:gd name="csX26" fmla="*/ 4300 w 87902"/>
                <a:gd name="csY26" fmla="*/ 110355 h 117043"/>
                <a:gd name="csX27" fmla="*/ 5733 w 87902"/>
                <a:gd name="csY27" fmla="*/ 110355 h 117043"/>
                <a:gd name="csX28" fmla="*/ 7166 w 87902"/>
                <a:gd name="csY28" fmla="*/ 109878 h 117043"/>
                <a:gd name="csX29" fmla="*/ 8599 w 87902"/>
                <a:gd name="csY29" fmla="*/ 109878 h 117043"/>
                <a:gd name="csX30" fmla="*/ 8599 w 87902"/>
                <a:gd name="csY30" fmla="*/ 109878 h 117043"/>
                <a:gd name="csX31" fmla="*/ 9077 w 87902"/>
                <a:gd name="csY31" fmla="*/ 109400 h 117043"/>
                <a:gd name="csX32" fmla="*/ 9077 w 87902"/>
                <a:gd name="csY32" fmla="*/ 109400 h 117043"/>
                <a:gd name="csX33" fmla="*/ 9077 w 87902"/>
                <a:gd name="csY33" fmla="*/ 107967 h 117043"/>
                <a:gd name="csX34" fmla="*/ 9077 w 87902"/>
                <a:gd name="csY34" fmla="*/ 106534 h 117043"/>
                <a:gd name="csX35" fmla="*/ 9555 w 87902"/>
                <a:gd name="csY35" fmla="*/ 106056 h 117043"/>
                <a:gd name="csX36" fmla="*/ 9555 w 87902"/>
                <a:gd name="csY36" fmla="*/ 106056 h 117043"/>
                <a:gd name="csX37" fmla="*/ 9555 w 87902"/>
                <a:gd name="csY37" fmla="*/ 105100 h 117043"/>
                <a:gd name="csX38" fmla="*/ 9077 w 87902"/>
                <a:gd name="csY38" fmla="*/ 102712 h 117043"/>
                <a:gd name="csX39" fmla="*/ 9077 w 87902"/>
                <a:gd name="csY39" fmla="*/ 101756 h 117043"/>
                <a:gd name="csX40" fmla="*/ 8599 w 87902"/>
                <a:gd name="csY40" fmla="*/ 101278 h 117043"/>
                <a:gd name="csX41" fmla="*/ 5733 w 87902"/>
                <a:gd name="csY41" fmla="*/ 101278 h 117043"/>
                <a:gd name="csX42" fmla="*/ 5733 w 87902"/>
                <a:gd name="csY42" fmla="*/ 100801 h 117043"/>
                <a:gd name="csX43" fmla="*/ 5255 w 87902"/>
                <a:gd name="csY43" fmla="*/ 100323 h 117043"/>
                <a:gd name="csX44" fmla="*/ 4777 w 87902"/>
                <a:gd name="csY44" fmla="*/ 99845 h 117043"/>
                <a:gd name="csX45" fmla="*/ 4300 w 87902"/>
                <a:gd name="csY45" fmla="*/ 98412 h 117043"/>
                <a:gd name="csX46" fmla="*/ 3822 w 87902"/>
                <a:gd name="csY46" fmla="*/ 96024 h 117043"/>
                <a:gd name="csX47" fmla="*/ 2867 w 87902"/>
                <a:gd name="csY47" fmla="*/ 93157 h 117043"/>
                <a:gd name="csX48" fmla="*/ 956 w 87902"/>
                <a:gd name="csY48" fmla="*/ 88380 h 117043"/>
                <a:gd name="csX49" fmla="*/ 478 w 87902"/>
                <a:gd name="csY49" fmla="*/ 86469 h 117043"/>
                <a:gd name="csX50" fmla="*/ 0 w 87902"/>
                <a:gd name="csY50" fmla="*/ 85036 h 117043"/>
                <a:gd name="csX51" fmla="*/ 0 w 87902"/>
                <a:gd name="csY51" fmla="*/ 82647 h 117043"/>
                <a:gd name="csX52" fmla="*/ 478 w 87902"/>
                <a:gd name="csY52" fmla="*/ 82169 h 117043"/>
                <a:gd name="csX53" fmla="*/ 478 w 87902"/>
                <a:gd name="csY53" fmla="*/ 80736 h 117043"/>
                <a:gd name="csX54" fmla="*/ 0 w 87902"/>
                <a:gd name="csY54" fmla="*/ 79781 h 117043"/>
                <a:gd name="csX55" fmla="*/ 1433 w 87902"/>
                <a:gd name="csY55" fmla="*/ 77392 h 117043"/>
                <a:gd name="csX56" fmla="*/ 4300 w 87902"/>
                <a:gd name="csY56" fmla="*/ 74526 h 117043"/>
                <a:gd name="csX57" fmla="*/ 4777 w 87902"/>
                <a:gd name="csY57" fmla="*/ 73570 h 117043"/>
                <a:gd name="csX58" fmla="*/ 4777 w 87902"/>
                <a:gd name="csY58" fmla="*/ 73093 h 117043"/>
                <a:gd name="csX59" fmla="*/ 5255 w 87902"/>
                <a:gd name="csY59" fmla="*/ 72615 h 117043"/>
                <a:gd name="csX60" fmla="*/ 5255 w 87902"/>
                <a:gd name="csY60" fmla="*/ 71659 h 117043"/>
                <a:gd name="csX61" fmla="*/ 5733 w 87902"/>
                <a:gd name="csY61" fmla="*/ 68315 h 117043"/>
                <a:gd name="csX62" fmla="*/ 7166 w 87902"/>
                <a:gd name="csY62" fmla="*/ 64016 h 117043"/>
                <a:gd name="csX63" fmla="*/ 7644 w 87902"/>
                <a:gd name="csY63" fmla="*/ 62105 h 117043"/>
                <a:gd name="csX64" fmla="*/ 8121 w 87902"/>
                <a:gd name="csY64" fmla="*/ 61627 h 117043"/>
                <a:gd name="csX65" fmla="*/ 9077 w 87902"/>
                <a:gd name="csY65" fmla="*/ 60194 h 117043"/>
                <a:gd name="csX66" fmla="*/ 9077 w 87902"/>
                <a:gd name="csY66" fmla="*/ 59238 h 117043"/>
                <a:gd name="csX67" fmla="*/ 11466 w 87902"/>
                <a:gd name="csY67" fmla="*/ 57805 h 117043"/>
                <a:gd name="csX68" fmla="*/ 12421 w 87902"/>
                <a:gd name="csY68" fmla="*/ 57328 h 117043"/>
                <a:gd name="csX69" fmla="*/ 12421 w 87902"/>
                <a:gd name="csY69" fmla="*/ 57328 h 117043"/>
                <a:gd name="csX70" fmla="*/ 12899 w 87902"/>
                <a:gd name="csY70" fmla="*/ 56850 h 117043"/>
                <a:gd name="csX71" fmla="*/ 12421 w 87902"/>
                <a:gd name="csY71" fmla="*/ 55894 h 117043"/>
                <a:gd name="csX72" fmla="*/ 12421 w 87902"/>
                <a:gd name="csY72" fmla="*/ 55417 h 117043"/>
                <a:gd name="csX73" fmla="*/ 12899 w 87902"/>
                <a:gd name="csY73" fmla="*/ 55417 h 117043"/>
                <a:gd name="csX74" fmla="*/ 13854 w 87902"/>
                <a:gd name="csY74" fmla="*/ 54939 h 117043"/>
                <a:gd name="csX75" fmla="*/ 14810 w 87902"/>
                <a:gd name="csY75" fmla="*/ 54461 h 117043"/>
                <a:gd name="csX76" fmla="*/ 13854 w 87902"/>
                <a:gd name="csY76" fmla="*/ 49206 h 117043"/>
                <a:gd name="csX77" fmla="*/ 12899 w 87902"/>
                <a:gd name="csY77" fmla="*/ 43951 h 117043"/>
                <a:gd name="csX78" fmla="*/ 12899 w 87902"/>
                <a:gd name="csY78" fmla="*/ 43473 h 117043"/>
                <a:gd name="csX79" fmla="*/ 12421 w 87902"/>
                <a:gd name="csY79" fmla="*/ 42996 h 117043"/>
                <a:gd name="csX80" fmla="*/ 11943 w 87902"/>
                <a:gd name="csY80" fmla="*/ 40607 h 117043"/>
                <a:gd name="csX81" fmla="*/ 10988 w 87902"/>
                <a:gd name="csY81" fmla="*/ 39651 h 117043"/>
                <a:gd name="csX82" fmla="*/ 10032 w 87902"/>
                <a:gd name="csY82" fmla="*/ 39174 h 117043"/>
                <a:gd name="csX83" fmla="*/ 10032 w 87902"/>
                <a:gd name="csY83" fmla="*/ 37740 h 117043"/>
                <a:gd name="csX84" fmla="*/ 10988 w 87902"/>
                <a:gd name="csY84" fmla="*/ 35830 h 117043"/>
                <a:gd name="csX85" fmla="*/ 11466 w 87902"/>
                <a:gd name="csY85" fmla="*/ 34874 h 117043"/>
                <a:gd name="csX86" fmla="*/ 10988 w 87902"/>
                <a:gd name="csY86" fmla="*/ 34396 h 117043"/>
                <a:gd name="csX87" fmla="*/ 10510 w 87902"/>
                <a:gd name="csY87" fmla="*/ 33441 h 117043"/>
                <a:gd name="csX88" fmla="*/ 10988 w 87902"/>
                <a:gd name="csY88" fmla="*/ 32008 h 117043"/>
                <a:gd name="csX89" fmla="*/ 10988 w 87902"/>
                <a:gd name="csY89" fmla="*/ 31052 h 117043"/>
                <a:gd name="csX90" fmla="*/ 10510 w 87902"/>
                <a:gd name="csY90" fmla="*/ 30097 h 117043"/>
                <a:gd name="csX91" fmla="*/ 9555 w 87902"/>
                <a:gd name="csY91" fmla="*/ 27708 h 117043"/>
                <a:gd name="csX92" fmla="*/ 9077 w 87902"/>
                <a:gd name="csY92" fmla="*/ 26275 h 117043"/>
                <a:gd name="csX93" fmla="*/ 10032 w 87902"/>
                <a:gd name="csY93" fmla="*/ 25320 h 117043"/>
                <a:gd name="csX94" fmla="*/ 10032 w 87902"/>
                <a:gd name="csY94" fmla="*/ 23409 h 117043"/>
                <a:gd name="csX95" fmla="*/ 9077 w 87902"/>
                <a:gd name="csY95" fmla="*/ 20064 h 117043"/>
                <a:gd name="csX96" fmla="*/ 9077 w 87902"/>
                <a:gd name="csY96" fmla="*/ 18154 h 117043"/>
                <a:gd name="csX97" fmla="*/ 9555 w 87902"/>
                <a:gd name="csY97" fmla="*/ 17198 h 117043"/>
                <a:gd name="csX98" fmla="*/ 9077 w 87902"/>
                <a:gd name="csY98" fmla="*/ 16243 h 117043"/>
                <a:gd name="csX99" fmla="*/ 8599 w 87902"/>
                <a:gd name="csY99" fmla="*/ 15765 h 117043"/>
                <a:gd name="csX100" fmla="*/ 8121 w 87902"/>
                <a:gd name="csY100" fmla="*/ 14809 h 117043"/>
                <a:gd name="csX101" fmla="*/ 9077 w 87902"/>
                <a:gd name="csY101" fmla="*/ 14332 h 117043"/>
                <a:gd name="csX102" fmla="*/ 9077 w 87902"/>
                <a:gd name="csY102" fmla="*/ 13376 h 117043"/>
                <a:gd name="csX103" fmla="*/ 8121 w 87902"/>
                <a:gd name="csY103" fmla="*/ 13376 h 117043"/>
                <a:gd name="csX104" fmla="*/ 7166 w 87902"/>
                <a:gd name="csY104" fmla="*/ 12421 h 117043"/>
                <a:gd name="csX105" fmla="*/ 6688 w 87902"/>
                <a:gd name="csY105" fmla="*/ 10510 h 117043"/>
                <a:gd name="csX106" fmla="*/ 6688 w 87902"/>
                <a:gd name="csY106" fmla="*/ 8121 h 117043"/>
                <a:gd name="csX107" fmla="*/ 8121 w 87902"/>
                <a:gd name="csY107" fmla="*/ 3822 h 117043"/>
                <a:gd name="csX108" fmla="*/ 8121 w 87902"/>
                <a:gd name="csY108" fmla="*/ 3344 h 117043"/>
                <a:gd name="csX109" fmla="*/ 10032 w 87902"/>
                <a:gd name="csY109" fmla="*/ 3344 h 117043"/>
                <a:gd name="csX110" fmla="*/ 10032 w 87902"/>
                <a:gd name="csY110" fmla="*/ 3344 h 117043"/>
                <a:gd name="csX111" fmla="*/ 14810 w 87902"/>
                <a:gd name="csY111" fmla="*/ 3344 h 117043"/>
                <a:gd name="csX112" fmla="*/ 20065 w 87902"/>
                <a:gd name="csY112" fmla="*/ 3344 h 117043"/>
                <a:gd name="csX113" fmla="*/ 26753 w 87902"/>
                <a:gd name="csY113" fmla="*/ 3344 h 117043"/>
                <a:gd name="csX114" fmla="*/ 32486 w 87902"/>
                <a:gd name="csY114" fmla="*/ 3344 h 117043"/>
                <a:gd name="csX115" fmla="*/ 32963 w 87902"/>
                <a:gd name="csY115" fmla="*/ 2866 h 117043"/>
                <a:gd name="csX116" fmla="*/ 33919 w 87902"/>
                <a:gd name="csY116" fmla="*/ 2866 h 117043"/>
                <a:gd name="csX117" fmla="*/ 39652 w 87902"/>
                <a:gd name="csY117" fmla="*/ 3344 h 117043"/>
                <a:gd name="csX118" fmla="*/ 43474 w 87902"/>
                <a:gd name="csY118" fmla="*/ 2866 h 117043"/>
                <a:gd name="csX119" fmla="*/ 45384 w 87902"/>
                <a:gd name="csY119" fmla="*/ 3344 h 117043"/>
                <a:gd name="csX120" fmla="*/ 46340 w 87902"/>
                <a:gd name="csY120" fmla="*/ 3344 h 117043"/>
                <a:gd name="csX121" fmla="*/ 49206 w 87902"/>
                <a:gd name="csY121" fmla="*/ 3344 h 117043"/>
                <a:gd name="csX122" fmla="*/ 50639 w 87902"/>
                <a:gd name="csY122" fmla="*/ 3344 h 117043"/>
                <a:gd name="csX123" fmla="*/ 51595 w 87902"/>
                <a:gd name="csY123" fmla="*/ 4299 h 117043"/>
                <a:gd name="csX124" fmla="*/ 52073 w 87902"/>
                <a:gd name="csY124" fmla="*/ 4299 h 117043"/>
                <a:gd name="csX125" fmla="*/ 52550 w 87902"/>
                <a:gd name="csY125" fmla="*/ 3822 h 117043"/>
                <a:gd name="csX126" fmla="*/ 53506 w 87902"/>
                <a:gd name="csY126" fmla="*/ 3344 h 117043"/>
                <a:gd name="csX127" fmla="*/ 54461 w 87902"/>
                <a:gd name="csY127" fmla="*/ 2866 h 117043"/>
                <a:gd name="csX128" fmla="*/ 55417 w 87902"/>
                <a:gd name="csY128" fmla="*/ 1911 h 117043"/>
                <a:gd name="csX129" fmla="*/ 55894 w 87902"/>
                <a:gd name="csY129" fmla="*/ 1433 h 117043"/>
                <a:gd name="csX130" fmla="*/ 56372 w 87902"/>
                <a:gd name="csY130" fmla="*/ 1433 h 117043"/>
                <a:gd name="csX131" fmla="*/ 57328 w 87902"/>
                <a:gd name="csY131" fmla="*/ 1433 h 117043"/>
                <a:gd name="csX132" fmla="*/ 58283 w 87902"/>
                <a:gd name="csY132" fmla="*/ 955 h 117043"/>
                <a:gd name="csX133" fmla="*/ 58283 w 87902"/>
                <a:gd name="csY133" fmla="*/ 0 h 117043"/>
                <a:gd name="csX134" fmla="*/ 63060 w 87902"/>
                <a:gd name="csY134" fmla="*/ 955 h 117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</a:cxnLst>
              <a:rect l="l" t="t" r="r" b="b"/>
              <a:pathLst>
                <a:path w="87902" h="117043">
                  <a:moveTo>
                    <a:pt x="87902" y="92679"/>
                  </a:moveTo>
                  <a:lnTo>
                    <a:pt x="86469" y="93635"/>
                  </a:lnTo>
                  <a:lnTo>
                    <a:pt x="85036" y="94590"/>
                  </a:lnTo>
                  <a:lnTo>
                    <a:pt x="84081" y="96501"/>
                  </a:lnTo>
                  <a:lnTo>
                    <a:pt x="83125" y="97935"/>
                  </a:lnTo>
                  <a:lnTo>
                    <a:pt x="79303" y="98890"/>
                  </a:lnTo>
                  <a:lnTo>
                    <a:pt x="77870" y="98890"/>
                  </a:lnTo>
                  <a:lnTo>
                    <a:pt x="69271" y="98890"/>
                  </a:lnTo>
                  <a:lnTo>
                    <a:pt x="61627" y="102234"/>
                  </a:lnTo>
                  <a:lnTo>
                    <a:pt x="57328" y="103667"/>
                  </a:lnTo>
                  <a:lnTo>
                    <a:pt x="54939" y="105578"/>
                  </a:lnTo>
                  <a:lnTo>
                    <a:pt x="51117" y="107011"/>
                  </a:lnTo>
                  <a:lnTo>
                    <a:pt x="48728" y="108444"/>
                  </a:lnTo>
                  <a:lnTo>
                    <a:pt x="43474" y="109400"/>
                  </a:lnTo>
                  <a:lnTo>
                    <a:pt x="34397" y="112266"/>
                  </a:lnTo>
                  <a:lnTo>
                    <a:pt x="32008" y="113222"/>
                  </a:lnTo>
                  <a:lnTo>
                    <a:pt x="29142" y="115133"/>
                  </a:lnTo>
                  <a:lnTo>
                    <a:pt x="24842" y="117044"/>
                  </a:lnTo>
                  <a:lnTo>
                    <a:pt x="22931" y="117044"/>
                  </a:lnTo>
                  <a:lnTo>
                    <a:pt x="19587" y="115133"/>
                  </a:lnTo>
                  <a:lnTo>
                    <a:pt x="16721" y="114177"/>
                  </a:lnTo>
                  <a:lnTo>
                    <a:pt x="10510" y="112266"/>
                  </a:lnTo>
                  <a:lnTo>
                    <a:pt x="5733" y="111789"/>
                  </a:lnTo>
                  <a:lnTo>
                    <a:pt x="3344" y="111311"/>
                  </a:lnTo>
                  <a:lnTo>
                    <a:pt x="2389" y="111311"/>
                  </a:lnTo>
                  <a:lnTo>
                    <a:pt x="3344" y="110355"/>
                  </a:lnTo>
                  <a:lnTo>
                    <a:pt x="4300" y="110355"/>
                  </a:lnTo>
                  <a:lnTo>
                    <a:pt x="5733" y="110355"/>
                  </a:lnTo>
                  <a:lnTo>
                    <a:pt x="7166" y="109878"/>
                  </a:lnTo>
                  <a:lnTo>
                    <a:pt x="8599" y="109878"/>
                  </a:lnTo>
                  <a:lnTo>
                    <a:pt x="8599" y="109878"/>
                  </a:lnTo>
                  <a:lnTo>
                    <a:pt x="9077" y="109400"/>
                  </a:lnTo>
                  <a:lnTo>
                    <a:pt x="9077" y="109400"/>
                  </a:lnTo>
                  <a:lnTo>
                    <a:pt x="9077" y="107967"/>
                  </a:lnTo>
                  <a:lnTo>
                    <a:pt x="9077" y="106534"/>
                  </a:lnTo>
                  <a:lnTo>
                    <a:pt x="9555" y="106056"/>
                  </a:lnTo>
                  <a:lnTo>
                    <a:pt x="9555" y="106056"/>
                  </a:lnTo>
                  <a:lnTo>
                    <a:pt x="9555" y="105100"/>
                  </a:lnTo>
                  <a:lnTo>
                    <a:pt x="9077" y="102712"/>
                  </a:lnTo>
                  <a:lnTo>
                    <a:pt x="9077" y="101756"/>
                  </a:lnTo>
                  <a:lnTo>
                    <a:pt x="8599" y="101278"/>
                  </a:lnTo>
                  <a:lnTo>
                    <a:pt x="5733" y="101278"/>
                  </a:lnTo>
                  <a:lnTo>
                    <a:pt x="5733" y="100801"/>
                  </a:lnTo>
                  <a:lnTo>
                    <a:pt x="5255" y="100323"/>
                  </a:lnTo>
                  <a:lnTo>
                    <a:pt x="4777" y="99845"/>
                  </a:lnTo>
                  <a:lnTo>
                    <a:pt x="4300" y="98412"/>
                  </a:lnTo>
                  <a:lnTo>
                    <a:pt x="3822" y="96024"/>
                  </a:lnTo>
                  <a:lnTo>
                    <a:pt x="2867" y="93157"/>
                  </a:lnTo>
                  <a:lnTo>
                    <a:pt x="956" y="88380"/>
                  </a:lnTo>
                  <a:lnTo>
                    <a:pt x="478" y="86469"/>
                  </a:lnTo>
                  <a:lnTo>
                    <a:pt x="0" y="85036"/>
                  </a:lnTo>
                  <a:lnTo>
                    <a:pt x="0" y="82647"/>
                  </a:lnTo>
                  <a:lnTo>
                    <a:pt x="478" y="82169"/>
                  </a:lnTo>
                  <a:lnTo>
                    <a:pt x="478" y="80736"/>
                  </a:lnTo>
                  <a:lnTo>
                    <a:pt x="0" y="79781"/>
                  </a:lnTo>
                  <a:lnTo>
                    <a:pt x="1433" y="77392"/>
                  </a:lnTo>
                  <a:lnTo>
                    <a:pt x="4300" y="74526"/>
                  </a:lnTo>
                  <a:lnTo>
                    <a:pt x="4777" y="73570"/>
                  </a:lnTo>
                  <a:lnTo>
                    <a:pt x="4777" y="73093"/>
                  </a:lnTo>
                  <a:lnTo>
                    <a:pt x="5255" y="72615"/>
                  </a:lnTo>
                  <a:lnTo>
                    <a:pt x="5255" y="71659"/>
                  </a:lnTo>
                  <a:lnTo>
                    <a:pt x="5733" y="68315"/>
                  </a:lnTo>
                  <a:lnTo>
                    <a:pt x="7166" y="64016"/>
                  </a:lnTo>
                  <a:lnTo>
                    <a:pt x="7644" y="62105"/>
                  </a:lnTo>
                  <a:lnTo>
                    <a:pt x="8121" y="61627"/>
                  </a:lnTo>
                  <a:lnTo>
                    <a:pt x="9077" y="60194"/>
                  </a:lnTo>
                  <a:lnTo>
                    <a:pt x="9077" y="59238"/>
                  </a:lnTo>
                  <a:lnTo>
                    <a:pt x="11466" y="57805"/>
                  </a:lnTo>
                  <a:lnTo>
                    <a:pt x="12421" y="57328"/>
                  </a:lnTo>
                  <a:lnTo>
                    <a:pt x="12421" y="57328"/>
                  </a:lnTo>
                  <a:lnTo>
                    <a:pt x="12899" y="56850"/>
                  </a:lnTo>
                  <a:lnTo>
                    <a:pt x="12421" y="55894"/>
                  </a:lnTo>
                  <a:lnTo>
                    <a:pt x="12421" y="55417"/>
                  </a:lnTo>
                  <a:lnTo>
                    <a:pt x="12899" y="55417"/>
                  </a:lnTo>
                  <a:lnTo>
                    <a:pt x="13854" y="54939"/>
                  </a:lnTo>
                  <a:lnTo>
                    <a:pt x="14810" y="54461"/>
                  </a:lnTo>
                  <a:lnTo>
                    <a:pt x="13854" y="49206"/>
                  </a:lnTo>
                  <a:lnTo>
                    <a:pt x="12899" y="43951"/>
                  </a:lnTo>
                  <a:lnTo>
                    <a:pt x="12899" y="43473"/>
                  </a:lnTo>
                  <a:lnTo>
                    <a:pt x="12421" y="42996"/>
                  </a:lnTo>
                  <a:lnTo>
                    <a:pt x="11943" y="40607"/>
                  </a:lnTo>
                  <a:lnTo>
                    <a:pt x="10988" y="39651"/>
                  </a:lnTo>
                  <a:lnTo>
                    <a:pt x="10032" y="39174"/>
                  </a:lnTo>
                  <a:lnTo>
                    <a:pt x="10032" y="37740"/>
                  </a:lnTo>
                  <a:lnTo>
                    <a:pt x="10988" y="35830"/>
                  </a:lnTo>
                  <a:lnTo>
                    <a:pt x="11466" y="34874"/>
                  </a:lnTo>
                  <a:lnTo>
                    <a:pt x="10988" y="34396"/>
                  </a:lnTo>
                  <a:lnTo>
                    <a:pt x="10510" y="33441"/>
                  </a:lnTo>
                  <a:lnTo>
                    <a:pt x="10988" y="32008"/>
                  </a:lnTo>
                  <a:lnTo>
                    <a:pt x="10988" y="31052"/>
                  </a:lnTo>
                  <a:lnTo>
                    <a:pt x="10510" y="30097"/>
                  </a:lnTo>
                  <a:lnTo>
                    <a:pt x="9555" y="27708"/>
                  </a:lnTo>
                  <a:lnTo>
                    <a:pt x="9077" y="26275"/>
                  </a:lnTo>
                  <a:lnTo>
                    <a:pt x="10032" y="25320"/>
                  </a:lnTo>
                  <a:lnTo>
                    <a:pt x="10032" y="23409"/>
                  </a:lnTo>
                  <a:lnTo>
                    <a:pt x="9077" y="20064"/>
                  </a:lnTo>
                  <a:lnTo>
                    <a:pt x="9077" y="18154"/>
                  </a:lnTo>
                  <a:lnTo>
                    <a:pt x="9555" y="17198"/>
                  </a:lnTo>
                  <a:lnTo>
                    <a:pt x="9077" y="16243"/>
                  </a:lnTo>
                  <a:lnTo>
                    <a:pt x="8599" y="15765"/>
                  </a:lnTo>
                  <a:lnTo>
                    <a:pt x="8121" y="14809"/>
                  </a:lnTo>
                  <a:lnTo>
                    <a:pt x="9077" y="14332"/>
                  </a:lnTo>
                  <a:lnTo>
                    <a:pt x="9077" y="13376"/>
                  </a:lnTo>
                  <a:lnTo>
                    <a:pt x="8121" y="13376"/>
                  </a:lnTo>
                  <a:lnTo>
                    <a:pt x="7166" y="12421"/>
                  </a:lnTo>
                  <a:lnTo>
                    <a:pt x="6688" y="10510"/>
                  </a:lnTo>
                  <a:lnTo>
                    <a:pt x="6688" y="8121"/>
                  </a:lnTo>
                  <a:lnTo>
                    <a:pt x="8121" y="3822"/>
                  </a:lnTo>
                  <a:lnTo>
                    <a:pt x="8121" y="3344"/>
                  </a:lnTo>
                  <a:lnTo>
                    <a:pt x="10032" y="3344"/>
                  </a:lnTo>
                  <a:lnTo>
                    <a:pt x="10032" y="3344"/>
                  </a:lnTo>
                  <a:lnTo>
                    <a:pt x="14810" y="3344"/>
                  </a:lnTo>
                  <a:lnTo>
                    <a:pt x="20065" y="3344"/>
                  </a:lnTo>
                  <a:lnTo>
                    <a:pt x="26753" y="3344"/>
                  </a:lnTo>
                  <a:lnTo>
                    <a:pt x="32486" y="3344"/>
                  </a:lnTo>
                  <a:lnTo>
                    <a:pt x="32963" y="2866"/>
                  </a:lnTo>
                  <a:lnTo>
                    <a:pt x="33919" y="2866"/>
                  </a:lnTo>
                  <a:lnTo>
                    <a:pt x="39652" y="3344"/>
                  </a:lnTo>
                  <a:lnTo>
                    <a:pt x="43474" y="2866"/>
                  </a:lnTo>
                  <a:lnTo>
                    <a:pt x="45384" y="3344"/>
                  </a:lnTo>
                  <a:lnTo>
                    <a:pt x="46340" y="3344"/>
                  </a:lnTo>
                  <a:lnTo>
                    <a:pt x="49206" y="3344"/>
                  </a:lnTo>
                  <a:lnTo>
                    <a:pt x="50639" y="3344"/>
                  </a:lnTo>
                  <a:lnTo>
                    <a:pt x="51595" y="4299"/>
                  </a:lnTo>
                  <a:lnTo>
                    <a:pt x="52073" y="4299"/>
                  </a:lnTo>
                  <a:lnTo>
                    <a:pt x="52550" y="3822"/>
                  </a:lnTo>
                  <a:lnTo>
                    <a:pt x="53506" y="3344"/>
                  </a:lnTo>
                  <a:lnTo>
                    <a:pt x="54461" y="2866"/>
                  </a:lnTo>
                  <a:lnTo>
                    <a:pt x="55417" y="1911"/>
                  </a:lnTo>
                  <a:lnTo>
                    <a:pt x="55894" y="1433"/>
                  </a:lnTo>
                  <a:lnTo>
                    <a:pt x="56372" y="1433"/>
                  </a:lnTo>
                  <a:lnTo>
                    <a:pt x="57328" y="1433"/>
                  </a:lnTo>
                  <a:lnTo>
                    <a:pt x="58283" y="955"/>
                  </a:lnTo>
                  <a:lnTo>
                    <a:pt x="58283" y="0"/>
                  </a:lnTo>
                  <a:lnTo>
                    <a:pt x="63060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7" name="Freeform 4286">
              <a:extLst>
                <a:ext uri="{FF2B5EF4-FFF2-40B4-BE49-F238E27FC236}">
                  <a16:creationId xmlns:a16="http://schemas.microsoft.com/office/drawing/2014/main" id="{F1706CDC-BBC6-D640-CF1C-B43BC1219D36}"/>
                </a:ext>
              </a:extLst>
            </p:cNvPr>
            <p:cNvSpPr/>
            <p:nvPr/>
          </p:nvSpPr>
          <p:spPr>
            <a:xfrm>
              <a:off x="5777353" y="4032156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478 w 477"/>
                <a:gd name="csY1" fmla="*/ 0 h 955"/>
                <a:gd name="csX2" fmla="*/ 478 w 477"/>
                <a:gd name="csY2" fmla="*/ 478 h 955"/>
                <a:gd name="csX3" fmla="*/ 478 w 477"/>
                <a:gd name="csY3" fmla="*/ 478 h 955"/>
                <a:gd name="csX4" fmla="*/ 478 w 477"/>
                <a:gd name="csY4" fmla="*/ 955 h 955"/>
                <a:gd name="csX5" fmla="*/ 478 w 477"/>
                <a:gd name="csY5" fmla="*/ 955 h 955"/>
                <a:gd name="csX6" fmla="*/ 0 w 477"/>
                <a:gd name="csY6" fmla="*/ 955 h 955"/>
                <a:gd name="csX7" fmla="*/ 0 w 477"/>
                <a:gd name="csY7" fmla="*/ 478 h 955"/>
                <a:gd name="csX8" fmla="*/ 478 w 477"/>
                <a:gd name="csY8" fmla="*/ 478 h 955"/>
                <a:gd name="csX9" fmla="*/ 478 w 477"/>
                <a:gd name="csY9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478" y="0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478" y="955"/>
                  </a:lnTo>
                  <a:lnTo>
                    <a:pt x="478" y="955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8" name="Freeform 4287">
              <a:extLst>
                <a:ext uri="{FF2B5EF4-FFF2-40B4-BE49-F238E27FC236}">
                  <a16:creationId xmlns:a16="http://schemas.microsoft.com/office/drawing/2014/main" id="{D64EC550-97F3-1F29-D56B-6FAC3B5897C1}"/>
                </a:ext>
              </a:extLst>
            </p:cNvPr>
            <p:cNvSpPr/>
            <p:nvPr/>
          </p:nvSpPr>
          <p:spPr>
            <a:xfrm>
              <a:off x="4439711" y="1735711"/>
              <a:ext cx="1217254" cy="1639089"/>
            </a:xfrm>
            <a:custGeom>
              <a:avLst/>
              <a:gdLst>
                <a:gd name="csX0" fmla="*/ 849881 w 1217254"/>
                <a:gd name="csY0" fmla="*/ 5255 h 1639089"/>
                <a:gd name="csX1" fmla="*/ 868990 w 1217254"/>
                <a:gd name="csY1" fmla="*/ 15287 h 1639089"/>
                <a:gd name="csX2" fmla="*/ 879022 w 1217254"/>
                <a:gd name="csY2" fmla="*/ 26275 h 1639089"/>
                <a:gd name="csX3" fmla="*/ 881411 w 1217254"/>
                <a:gd name="csY3" fmla="*/ 25797 h 1639089"/>
                <a:gd name="csX4" fmla="*/ 894787 w 1217254"/>
                <a:gd name="csY4" fmla="*/ 30097 h 1639089"/>
                <a:gd name="csX5" fmla="*/ 907686 w 1217254"/>
                <a:gd name="csY5" fmla="*/ 35352 h 1639089"/>
                <a:gd name="csX6" fmla="*/ 929662 w 1217254"/>
                <a:gd name="csY6" fmla="*/ 49206 h 1639089"/>
                <a:gd name="csX7" fmla="*/ 932528 w 1217254"/>
                <a:gd name="csY7" fmla="*/ 53506 h 1639089"/>
                <a:gd name="csX8" fmla="*/ 930139 w 1217254"/>
                <a:gd name="csY8" fmla="*/ 57328 h 1639089"/>
                <a:gd name="csX9" fmla="*/ 924884 w 1217254"/>
                <a:gd name="csY9" fmla="*/ 59716 h 1639089"/>
                <a:gd name="csX10" fmla="*/ 897176 w 1217254"/>
                <a:gd name="csY10" fmla="*/ 64016 h 1639089"/>
                <a:gd name="csX11" fmla="*/ 847492 w 1217254"/>
                <a:gd name="csY11" fmla="*/ 69749 h 1639089"/>
                <a:gd name="csX12" fmla="*/ 818828 w 1217254"/>
                <a:gd name="csY12" fmla="*/ 79781 h 1639089"/>
                <a:gd name="csX13" fmla="*/ 809751 w 1217254"/>
                <a:gd name="csY13" fmla="*/ 80259 h 1639089"/>
                <a:gd name="csX14" fmla="*/ 808796 w 1217254"/>
                <a:gd name="csY14" fmla="*/ 95546 h 1639089"/>
                <a:gd name="csX15" fmla="*/ 812618 w 1217254"/>
                <a:gd name="csY15" fmla="*/ 96501 h 1639089"/>
                <a:gd name="csX16" fmla="*/ 818828 w 1217254"/>
                <a:gd name="csY16" fmla="*/ 94590 h 1639089"/>
                <a:gd name="csX17" fmla="*/ 841282 w 1217254"/>
                <a:gd name="csY17" fmla="*/ 79303 h 1639089"/>
                <a:gd name="csX18" fmla="*/ 849881 w 1217254"/>
                <a:gd name="csY18" fmla="*/ 76914 h 1639089"/>
                <a:gd name="csX19" fmla="*/ 865646 w 1217254"/>
                <a:gd name="csY19" fmla="*/ 77870 h 1639089"/>
                <a:gd name="csX20" fmla="*/ 885711 w 1217254"/>
                <a:gd name="csY20" fmla="*/ 83603 h 1639089"/>
                <a:gd name="csX21" fmla="*/ 893832 w 1217254"/>
                <a:gd name="csY21" fmla="*/ 81692 h 1639089"/>
                <a:gd name="csX22" fmla="*/ 908641 w 1217254"/>
                <a:gd name="csY22" fmla="*/ 83125 h 1639089"/>
                <a:gd name="csX23" fmla="*/ 925840 w 1217254"/>
                <a:gd name="csY23" fmla="*/ 78825 h 1639089"/>
                <a:gd name="csX24" fmla="*/ 945904 w 1217254"/>
                <a:gd name="csY24" fmla="*/ 69271 h 1639089"/>
                <a:gd name="csX25" fmla="*/ 951159 w 1217254"/>
                <a:gd name="csY25" fmla="*/ 90769 h 1639089"/>
                <a:gd name="csX26" fmla="*/ 958803 w 1217254"/>
                <a:gd name="csY26" fmla="*/ 111311 h 1639089"/>
                <a:gd name="csX27" fmla="*/ 964536 w 1217254"/>
                <a:gd name="csY27" fmla="*/ 109400 h 1639089"/>
                <a:gd name="csX28" fmla="*/ 969791 w 1217254"/>
                <a:gd name="csY28" fmla="*/ 110356 h 1639089"/>
                <a:gd name="csX29" fmla="*/ 971224 w 1217254"/>
                <a:gd name="csY29" fmla="*/ 117044 h 1639089"/>
                <a:gd name="csX30" fmla="*/ 974090 w 1217254"/>
                <a:gd name="csY30" fmla="*/ 119910 h 1639089"/>
                <a:gd name="csX31" fmla="*/ 979823 w 1217254"/>
                <a:gd name="csY31" fmla="*/ 118477 h 1639089"/>
                <a:gd name="csX32" fmla="*/ 997499 w 1217254"/>
                <a:gd name="csY32" fmla="*/ 124210 h 1639089"/>
                <a:gd name="csX33" fmla="*/ 1009442 w 1217254"/>
                <a:gd name="csY33" fmla="*/ 134720 h 1639089"/>
                <a:gd name="csX34" fmla="*/ 1013742 w 1217254"/>
                <a:gd name="csY34" fmla="*/ 139497 h 1639089"/>
                <a:gd name="csX35" fmla="*/ 1016131 w 1217254"/>
                <a:gd name="csY35" fmla="*/ 146663 h 1639089"/>
                <a:gd name="csX36" fmla="*/ 1017086 w 1217254"/>
                <a:gd name="csY36" fmla="*/ 151918 h 1639089"/>
                <a:gd name="csX37" fmla="*/ 1015175 w 1217254"/>
                <a:gd name="csY37" fmla="*/ 158606 h 1639089"/>
                <a:gd name="csX38" fmla="*/ 1008009 w 1217254"/>
                <a:gd name="csY38" fmla="*/ 170549 h 1639089"/>
                <a:gd name="csX39" fmla="*/ 998455 w 1217254"/>
                <a:gd name="csY39" fmla="*/ 181537 h 1639089"/>
                <a:gd name="csX40" fmla="*/ 985556 w 1217254"/>
                <a:gd name="csY40" fmla="*/ 189659 h 1639089"/>
                <a:gd name="csX41" fmla="*/ 970746 w 1217254"/>
                <a:gd name="csY41" fmla="*/ 194914 h 1639089"/>
                <a:gd name="csX42" fmla="*/ 857524 w 1217254"/>
                <a:gd name="csY42" fmla="*/ 211634 h 1639089"/>
                <a:gd name="csX43" fmla="*/ 853703 w 1217254"/>
                <a:gd name="csY43" fmla="*/ 215456 h 1639089"/>
                <a:gd name="csX44" fmla="*/ 851314 w 1217254"/>
                <a:gd name="csY44" fmla="*/ 225966 h 1639089"/>
                <a:gd name="csX45" fmla="*/ 852747 w 1217254"/>
                <a:gd name="csY45" fmla="*/ 238865 h 1639089"/>
                <a:gd name="csX46" fmla="*/ 858002 w 1217254"/>
                <a:gd name="csY46" fmla="*/ 240776 h 1639089"/>
                <a:gd name="csX47" fmla="*/ 870423 w 1217254"/>
                <a:gd name="csY47" fmla="*/ 233610 h 1639089"/>
                <a:gd name="csX48" fmla="*/ 891921 w 1217254"/>
                <a:gd name="csY48" fmla="*/ 226444 h 1639089"/>
                <a:gd name="csX49" fmla="*/ 907686 w 1217254"/>
                <a:gd name="csY49" fmla="*/ 226921 h 1639089"/>
                <a:gd name="csX50" fmla="*/ 945427 w 1217254"/>
                <a:gd name="csY50" fmla="*/ 232654 h 1639089"/>
                <a:gd name="csX51" fmla="*/ 956414 w 1217254"/>
                <a:gd name="csY51" fmla="*/ 247942 h 1639089"/>
                <a:gd name="csX52" fmla="*/ 962147 w 1217254"/>
                <a:gd name="csY52" fmla="*/ 271350 h 1639089"/>
                <a:gd name="csX53" fmla="*/ 975046 w 1217254"/>
                <a:gd name="csY53" fmla="*/ 266095 h 1639089"/>
                <a:gd name="csX54" fmla="*/ 977912 w 1217254"/>
                <a:gd name="csY54" fmla="*/ 262274 h 1639089"/>
                <a:gd name="csX55" fmla="*/ 980301 w 1217254"/>
                <a:gd name="csY55" fmla="*/ 255108 h 1639089"/>
                <a:gd name="csX56" fmla="*/ 981734 w 1217254"/>
                <a:gd name="csY56" fmla="*/ 247942 h 1639089"/>
                <a:gd name="csX57" fmla="*/ 983167 w 1217254"/>
                <a:gd name="csY57" fmla="*/ 239820 h 1639089"/>
                <a:gd name="csX58" fmla="*/ 984123 w 1217254"/>
                <a:gd name="csY58" fmla="*/ 234087 h 1639089"/>
                <a:gd name="csX59" fmla="*/ 986034 w 1217254"/>
                <a:gd name="csY59" fmla="*/ 231221 h 1639089"/>
                <a:gd name="csX60" fmla="*/ 988900 w 1217254"/>
                <a:gd name="csY60" fmla="*/ 228832 h 1639089"/>
                <a:gd name="csX61" fmla="*/ 996544 w 1217254"/>
                <a:gd name="csY61" fmla="*/ 225966 h 1639089"/>
                <a:gd name="csX62" fmla="*/ 1016131 w 1217254"/>
                <a:gd name="csY62" fmla="*/ 223100 h 1639089"/>
                <a:gd name="csX63" fmla="*/ 1020908 w 1217254"/>
                <a:gd name="csY63" fmla="*/ 224055 h 1639089"/>
                <a:gd name="csX64" fmla="*/ 1024252 w 1217254"/>
                <a:gd name="csY64" fmla="*/ 235043 h 1639089"/>
                <a:gd name="csX65" fmla="*/ 1025208 w 1217254"/>
                <a:gd name="csY65" fmla="*/ 241731 h 1639089"/>
                <a:gd name="csX66" fmla="*/ 1025208 w 1217254"/>
                <a:gd name="csY66" fmla="*/ 249853 h 1639089"/>
                <a:gd name="csX67" fmla="*/ 1025208 w 1217254"/>
                <a:gd name="csY67" fmla="*/ 259885 h 1639089"/>
                <a:gd name="csX68" fmla="*/ 1024730 w 1217254"/>
                <a:gd name="csY68" fmla="*/ 271828 h 1639089"/>
                <a:gd name="csX69" fmla="*/ 1022819 w 1217254"/>
                <a:gd name="csY69" fmla="*/ 283771 h 1639089"/>
                <a:gd name="csX70" fmla="*/ 1017564 w 1217254"/>
                <a:gd name="csY70" fmla="*/ 303836 h 1639089"/>
                <a:gd name="csX71" fmla="*/ 1013264 w 1217254"/>
                <a:gd name="csY71" fmla="*/ 314824 h 1639089"/>
                <a:gd name="csX72" fmla="*/ 1008487 w 1217254"/>
                <a:gd name="csY72" fmla="*/ 322467 h 1639089"/>
                <a:gd name="csX73" fmla="*/ 999410 w 1217254"/>
                <a:gd name="csY73" fmla="*/ 340143 h 1639089"/>
                <a:gd name="csX74" fmla="*/ 996544 w 1217254"/>
                <a:gd name="csY74" fmla="*/ 344921 h 1639089"/>
                <a:gd name="csX75" fmla="*/ 986511 w 1217254"/>
                <a:gd name="csY75" fmla="*/ 364508 h 1639089"/>
                <a:gd name="csX76" fmla="*/ 984123 w 1217254"/>
                <a:gd name="csY76" fmla="*/ 373584 h 1639089"/>
                <a:gd name="csX77" fmla="*/ 983645 w 1217254"/>
                <a:gd name="csY77" fmla="*/ 380273 h 1639089"/>
                <a:gd name="csX78" fmla="*/ 985556 w 1217254"/>
                <a:gd name="csY78" fmla="*/ 381706 h 1639089"/>
                <a:gd name="csX79" fmla="*/ 988422 w 1217254"/>
                <a:gd name="csY79" fmla="*/ 375495 h 1639089"/>
                <a:gd name="csX80" fmla="*/ 989378 w 1217254"/>
                <a:gd name="csY80" fmla="*/ 370718 h 1639089"/>
                <a:gd name="csX81" fmla="*/ 991289 w 1217254"/>
                <a:gd name="csY81" fmla="*/ 366418 h 1639089"/>
                <a:gd name="csX82" fmla="*/ 1006098 w 1217254"/>
                <a:gd name="csY82" fmla="*/ 353520 h 1639089"/>
                <a:gd name="csX83" fmla="*/ 1008965 w 1217254"/>
                <a:gd name="csY83" fmla="*/ 350176 h 1639089"/>
                <a:gd name="csX84" fmla="*/ 1018519 w 1217254"/>
                <a:gd name="csY84" fmla="*/ 335366 h 1639089"/>
                <a:gd name="csX85" fmla="*/ 1024730 w 1217254"/>
                <a:gd name="csY85" fmla="*/ 329633 h 1639089"/>
                <a:gd name="csX86" fmla="*/ 1029985 w 1217254"/>
                <a:gd name="csY86" fmla="*/ 323423 h 1639089"/>
                <a:gd name="csX87" fmla="*/ 1032373 w 1217254"/>
                <a:gd name="csY87" fmla="*/ 319123 h 1639089"/>
                <a:gd name="csX88" fmla="*/ 1047183 w 1217254"/>
                <a:gd name="csY88" fmla="*/ 288549 h 1639089"/>
                <a:gd name="csX89" fmla="*/ 1054827 w 1217254"/>
                <a:gd name="csY89" fmla="*/ 278994 h 1639089"/>
                <a:gd name="csX90" fmla="*/ 1062948 w 1217254"/>
                <a:gd name="csY90" fmla="*/ 278994 h 1639089"/>
                <a:gd name="csX91" fmla="*/ 1064381 w 1217254"/>
                <a:gd name="csY91" fmla="*/ 294759 h 1639089"/>
                <a:gd name="csX92" fmla="*/ 1073936 w 1217254"/>
                <a:gd name="csY92" fmla="*/ 297148 h 1639089"/>
                <a:gd name="csX93" fmla="*/ 1078235 w 1217254"/>
                <a:gd name="csY93" fmla="*/ 296670 h 1639089"/>
                <a:gd name="csX94" fmla="*/ 1084924 w 1217254"/>
                <a:gd name="csY94" fmla="*/ 300492 h 1639089"/>
                <a:gd name="csX95" fmla="*/ 1087790 w 1217254"/>
                <a:gd name="csY95" fmla="*/ 303358 h 1639089"/>
                <a:gd name="csX96" fmla="*/ 1092567 w 1217254"/>
                <a:gd name="csY96" fmla="*/ 305269 h 1639089"/>
                <a:gd name="csX97" fmla="*/ 1097822 w 1217254"/>
                <a:gd name="csY97" fmla="*/ 308613 h 1639089"/>
                <a:gd name="csX98" fmla="*/ 1102600 w 1217254"/>
                <a:gd name="csY98" fmla="*/ 304791 h 1639089"/>
                <a:gd name="csX99" fmla="*/ 1103555 w 1217254"/>
                <a:gd name="csY99" fmla="*/ 302403 h 1639089"/>
                <a:gd name="csX100" fmla="*/ 1108332 w 1217254"/>
                <a:gd name="csY100" fmla="*/ 290937 h 1639089"/>
                <a:gd name="csX101" fmla="*/ 1114065 w 1217254"/>
                <a:gd name="csY101" fmla="*/ 280427 h 1639089"/>
                <a:gd name="csX102" fmla="*/ 1119798 w 1217254"/>
                <a:gd name="csY102" fmla="*/ 267529 h 1639089"/>
                <a:gd name="csX103" fmla="*/ 1121231 w 1217254"/>
                <a:gd name="csY103" fmla="*/ 264662 h 1639089"/>
                <a:gd name="csX104" fmla="*/ 1124097 w 1217254"/>
                <a:gd name="csY104" fmla="*/ 261796 h 1639089"/>
                <a:gd name="csX105" fmla="*/ 1127442 w 1217254"/>
                <a:gd name="csY105" fmla="*/ 260363 h 1639089"/>
                <a:gd name="csX106" fmla="*/ 1135563 w 1217254"/>
                <a:gd name="csY106" fmla="*/ 254630 h 1639089"/>
                <a:gd name="csX107" fmla="*/ 1137474 w 1217254"/>
                <a:gd name="csY107" fmla="*/ 254152 h 1639089"/>
                <a:gd name="csX108" fmla="*/ 1142251 w 1217254"/>
                <a:gd name="csY108" fmla="*/ 256063 h 1639089"/>
                <a:gd name="csX109" fmla="*/ 1161360 w 1217254"/>
                <a:gd name="csY109" fmla="*/ 257018 h 1639089"/>
                <a:gd name="csX110" fmla="*/ 1172348 w 1217254"/>
                <a:gd name="csY110" fmla="*/ 259885 h 1639089"/>
                <a:gd name="csX111" fmla="*/ 1187158 w 1217254"/>
                <a:gd name="csY111" fmla="*/ 268962 h 1639089"/>
                <a:gd name="csX112" fmla="*/ 1197190 w 1217254"/>
                <a:gd name="csY112" fmla="*/ 273739 h 1639089"/>
                <a:gd name="csX113" fmla="*/ 1202445 w 1217254"/>
                <a:gd name="csY113" fmla="*/ 278039 h 1639089"/>
                <a:gd name="csX114" fmla="*/ 1209133 w 1217254"/>
                <a:gd name="csY114" fmla="*/ 286638 h 1639089"/>
                <a:gd name="csX115" fmla="*/ 1214866 w 1217254"/>
                <a:gd name="csY115" fmla="*/ 296192 h 1639089"/>
                <a:gd name="csX116" fmla="*/ 1217255 w 1217254"/>
                <a:gd name="csY116" fmla="*/ 298581 h 1639089"/>
                <a:gd name="csX117" fmla="*/ 1217255 w 1217254"/>
                <a:gd name="csY117" fmla="*/ 301447 h 1639089"/>
                <a:gd name="csX118" fmla="*/ 1215344 w 1217254"/>
                <a:gd name="csY118" fmla="*/ 305747 h 1639089"/>
                <a:gd name="csX119" fmla="*/ 1201490 w 1217254"/>
                <a:gd name="csY119" fmla="*/ 319601 h 1639089"/>
                <a:gd name="csX120" fmla="*/ 1196712 w 1217254"/>
                <a:gd name="csY120" fmla="*/ 328678 h 1639089"/>
                <a:gd name="csX121" fmla="*/ 1183814 w 1217254"/>
                <a:gd name="csY121" fmla="*/ 345876 h 1639089"/>
                <a:gd name="csX122" fmla="*/ 1177125 w 1217254"/>
                <a:gd name="csY122" fmla="*/ 351609 h 1639089"/>
                <a:gd name="csX123" fmla="*/ 1170437 w 1217254"/>
                <a:gd name="csY123" fmla="*/ 353998 h 1639089"/>
                <a:gd name="csX124" fmla="*/ 1162316 w 1217254"/>
                <a:gd name="csY124" fmla="*/ 354475 h 1639089"/>
                <a:gd name="csX125" fmla="*/ 1157538 w 1217254"/>
                <a:gd name="csY125" fmla="*/ 356864 h 1639089"/>
                <a:gd name="csX126" fmla="*/ 1156583 w 1217254"/>
                <a:gd name="csY126" fmla="*/ 359253 h 1639089"/>
                <a:gd name="csX127" fmla="*/ 1160405 w 1217254"/>
                <a:gd name="csY127" fmla="*/ 366418 h 1639089"/>
                <a:gd name="csX128" fmla="*/ 1161838 w 1217254"/>
                <a:gd name="csY128" fmla="*/ 371196 h 1639089"/>
                <a:gd name="csX129" fmla="*/ 1161838 w 1217254"/>
                <a:gd name="csY129" fmla="*/ 375495 h 1639089"/>
                <a:gd name="csX130" fmla="*/ 1158016 w 1217254"/>
                <a:gd name="csY130" fmla="*/ 381706 h 1639089"/>
                <a:gd name="csX131" fmla="*/ 1156583 w 1217254"/>
                <a:gd name="csY131" fmla="*/ 383139 h 1639089"/>
                <a:gd name="csX132" fmla="*/ 1142729 w 1217254"/>
                <a:gd name="csY132" fmla="*/ 387916 h 1639089"/>
                <a:gd name="csX133" fmla="*/ 1135563 w 1217254"/>
                <a:gd name="csY133" fmla="*/ 396038 h 1639089"/>
                <a:gd name="csX134" fmla="*/ 1126964 w 1217254"/>
                <a:gd name="csY134" fmla="*/ 396993 h 1639089"/>
                <a:gd name="csX135" fmla="*/ 1120276 w 1217254"/>
                <a:gd name="csY135" fmla="*/ 396038 h 1639089"/>
                <a:gd name="csX136" fmla="*/ 1111676 w 1217254"/>
                <a:gd name="csY136" fmla="*/ 404637 h 1639089"/>
                <a:gd name="csX137" fmla="*/ 1115021 w 1217254"/>
                <a:gd name="csY137" fmla="*/ 411325 h 1639089"/>
                <a:gd name="csX138" fmla="*/ 1118365 w 1217254"/>
                <a:gd name="csY138" fmla="*/ 414669 h 1639089"/>
                <a:gd name="csX139" fmla="*/ 1127919 w 1217254"/>
                <a:gd name="csY139" fmla="*/ 420880 h 1639089"/>
                <a:gd name="csX140" fmla="*/ 1127919 w 1217254"/>
                <a:gd name="csY140" fmla="*/ 424224 h 1639089"/>
                <a:gd name="csX141" fmla="*/ 1123620 w 1217254"/>
                <a:gd name="csY141" fmla="*/ 431390 h 1639089"/>
                <a:gd name="csX142" fmla="*/ 1116931 w 1217254"/>
                <a:gd name="csY142" fmla="*/ 439511 h 1639089"/>
                <a:gd name="csX143" fmla="*/ 1109288 w 1217254"/>
                <a:gd name="csY143" fmla="*/ 445244 h 1639089"/>
                <a:gd name="csX144" fmla="*/ 1106422 w 1217254"/>
                <a:gd name="csY144" fmla="*/ 446199 h 1639089"/>
                <a:gd name="csX145" fmla="*/ 1103077 w 1217254"/>
                <a:gd name="csY145" fmla="*/ 444766 h 1639089"/>
                <a:gd name="csX146" fmla="*/ 1099733 w 1217254"/>
                <a:gd name="csY146" fmla="*/ 445244 h 1639089"/>
                <a:gd name="csX147" fmla="*/ 1092567 w 1217254"/>
                <a:gd name="csY147" fmla="*/ 447632 h 1639089"/>
                <a:gd name="csX148" fmla="*/ 1085879 w 1217254"/>
                <a:gd name="csY148" fmla="*/ 448110 h 1639089"/>
                <a:gd name="csX149" fmla="*/ 1073458 w 1217254"/>
                <a:gd name="csY149" fmla="*/ 444288 h 1639089"/>
                <a:gd name="csX150" fmla="*/ 1066770 w 1217254"/>
                <a:gd name="csY150" fmla="*/ 439989 h 1639089"/>
                <a:gd name="csX151" fmla="*/ 1062948 w 1217254"/>
                <a:gd name="csY151" fmla="*/ 438556 h 1639089"/>
                <a:gd name="csX152" fmla="*/ 1058649 w 1217254"/>
                <a:gd name="csY152" fmla="*/ 439033 h 1639089"/>
                <a:gd name="csX153" fmla="*/ 1057215 w 1217254"/>
                <a:gd name="csY153" fmla="*/ 440944 h 1639089"/>
                <a:gd name="csX154" fmla="*/ 1050049 w 1217254"/>
                <a:gd name="csY154" fmla="*/ 450977 h 1639089"/>
                <a:gd name="csX155" fmla="*/ 1046705 w 1217254"/>
                <a:gd name="csY155" fmla="*/ 458143 h 1639089"/>
                <a:gd name="csX156" fmla="*/ 1044317 w 1217254"/>
                <a:gd name="csY156" fmla="*/ 465309 h 1639089"/>
                <a:gd name="csX157" fmla="*/ 1043361 w 1217254"/>
                <a:gd name="csY157" fmla="*/ 472952 h 1639089"/>
                <a:gd name="csX158" fmla="*/ 1043839 w 1217254"/>
                <a:gd name="csY158" fmla="*/ 481074 h 1639089"/>
                <a:gd name="csX159" fmla="*/ 1044794 w 1217254"/>
                <a:gd name="csY159" fmla="*/ 486806 h 1639089"/>
                <a:gd name="csX160" fmla="*/ 1046227 w 1217254"/>
                <a:gd name="csY160" fmla="*/ 489673 h 1639089"/>
                <a:gd name="csX161" fmla="*/ 1047661 w 1217254"/>
                <a:gd name="csY161" fmla="*/ 491584 h 1639089"/>
                <a:gd name="csX162" fmla="*/ 1050527 w 1217254"/>
                <a:gd name="csY162" fmla="*/ 492539 h 1639089"/>
                <a:gd name="csX163" fmla="*/ 1056738 w 1217254"/>
                <a:gd name="csY163" fmla="*/ 491584 h 1639089"/>
                <a:gd name="csX164" fmla="*/ 1059604 w 1217254"/>
                <a:gd name="csY164" fmla="*/ 492061 h 1639089"/>
                <a:gd name="csX165" fmla="*/ 1060082 w 1217254"/>
                <a:gd name="csY165" fmla="*/ 493972 h 1639089"/>
                <a:gd name="csX166" fmla="*/ 1061515 w 1217254"/>
                <a:gd name="csY166" fmla="*/ 499227 h 1639089"/>
                <a:gd name="csX167" fmla="*/ 1061515 w 1217254"/>
                <a:gd name="csY167" fmla="*/ 504005 h 1639089"/>
                <a:gd name="csX168" fmla="*/ 1060082 w 1217254"/>
                <a:gd name="csY168" fmla="*/ 510693 h 1639089"/>
                <a:gd name="csX169" fmla="*/ 1059126 w 1217254"/>
                <a:gd name="csY169" fmla="*/ 518814 h 1639089"/>
                <a:gd name="csX170" fmla="*/ 1058649 w 1217254"/>
                <a:gd name="csY170" fmla="*/ 527413 h 1639089"/>
                <a:gd name="csX171" fmla="*/ 1059126 w 1217254"/>
                <a:gd name="csY171" fmla="*/ 532668 h 1639089"/>
                <a:gd name="csX172" fmla="*/ 1061515 w 1217254"/>
                <a:gd name="csY172" fmla="*/ 533624 h 1639089"/>
                <a:gd name="csX173" fmla="*/ 1062948 w 1217254"/>
                <a:gd name="csY173" fmla="*/ 533146 h 1639089"/>
                <a:gd name="csX174" fmla="*/ 1064381 w 1217254"/>
                <a:gd name="csY174" fmla="*/ 535057 h 1639089"/>
                <a:gd name="csX175" fmla="*/ 1065815 w 1217254"/>
                <a:gd name="csY175" fmla="*/ 538401 h 1639089"/>
                <a:gd name="csX176" fmla="*/ 1066770 w 1217254"/>
                <a:gd name="csY176" fmla="*/ 542223 h 1639089"/>
                <a:gd name="csX177" fmla="*/ 1067725 w 1217254"/>
                <a:gd name="csY177" fmla="*/ 546045 h 1639089"/>
                <a:gd name="csX178" fmla="*/ 1067248 w 1217254"/>
                <a:gd name="csY178" fmla="*/ 549389 h 1639089"/>
                <a:gd name="csX179" fmla="*/ 1065815 w 1217254"/>
                <a:gd name="csY179" fmla="*/ 551778 h 1639089"/>
                <a:gd name="csX180" fmla="*/ 1061993 w 1217254"/>
                <a:gd name="csY180" fmla="*/ 554644 h 1639089"/>
                <a:gd name="csX181" fmla="*/ 1052916 w 1217254"/>
                <a:gd name="csY181" fmla="*/ 559899 h 1639089"/>
                <a:gd name="csX182" fmla="*/ 1051960 w 1217254"/>
                <a:gd name="csY182" fmla="*/ 561810 h 1639089"/>
                <a:gd name="csX183" fmla="*/ 1051483 w 1217254"/>
                <a:gd name="csY183" fmla="*/ 565154 h 1639089"/>
                <a:gd name="csX184" fmla="*/ 1050527 w 1217254"/>
                <a:gd name="csY184" fmla="*/ 570409 h 1639089"/>
                <a:gd name="csX185" fmla="*/ 1049572 w 1217254"/>
                <a:gd name="csY185" fmla="*/ 574709 h 1639089"/>
                <a:gd name="csX186" fmla="*/ 1048139 w 1217254"/>
                <a:gd name="csY186" fmla="*/ 579008 h 1639089"/>
                <a:gd name="csX187" fmla="*/ 1046227 w 1217254"/>
                <a:gd name="csY187" fmla="*/ 581397 h 1639089"/>
                <a:gd name="csX188" fmla="*/ 1043361 w 1217254"/>
                <a:gd name="csY188" fmla="*/ 582352 h 1639089"/>
                <a:gd name="csX189" fmla="*/ 1039539 w 1217254"/>
                <a:gd name="csY189" fmla="*/ 582352 h 1639089"/>
                <a:gd name="csX190" fmla="*/ 1035240 w 1217254"/>
                <a:gd name="csY190" fmla="*/ 584741 h 1639089"/>
                <a:gd name="csX191" fmla="*/ 1024730 w 1217254"/>
                <a:gd name="csY191" fmla="*/ 598117 h 1639089"/>
                <a:gd name="csX192" fmla="*/ 1024730 w 1217254"/>
                <a:gd name="csY192" fmla="*/ 600028 h 1639089"/>
                <a:gd name="csX193" fmla="*/ 1028551 w 1217254"/>
                <a:gd name="csY193" fmla="*/ 604328 h 1639089"/>
                <a:gd name="csX194" fmla="*/ 1028551 w 1217254"/>
                <a:gd name="csY194" fmla="*/ 607672 h 1639089"/>
                <a:gd name="csX195" fmla="*/ 1023774 w 1217254"/>
                <a:gd name="csY195" fmla="*/ 623915 h 1639089"/>
                <a:gd name="csX196" fmla="*/ 1022341 w 1217254"/>
                <a:gd name="csY196" fmla="*/ 631558 h 1639089"/>
                <a:gd name="csX197" fmla="*/ 1021385 w 1217254"/>
                <a:gd name="csY197" fmla="*/ 642068 h 1639089"/>
                <a:gd name="csX198" fmla="*/ 1019475 w 1217254"/>
                <a:gd name="csY198" fmla="*/ 651145 h 1639089"/>
                <a:gd name="csX199" fmla="*/ 1017564 w 1217254"/>
                <a:gd name="csY199" fmla="*/ 658311 h 1639089"/>
                <a:gd name="csX200" fmla="*/ 1015175 w 1217254"/>
                <a:gd name="csY200" fmla="*/ 666433 h 1639089"/>
                <a:gd name="csX201" fmla="*/ 1012786 w 1217254"/>
                <a:gd name="csY201" fmla="*/ 675510 h 1639089"/>
                <a:gd name="csX202" fmla="*/ 1013264 w 1217254"/>
                <a:gd name="csY202" fmla="*/ 682675 h 1639089"/>
                <a:gd name="csX203" fmla="*/ 1016131 w 1217254"/>
                <a:gd name="csY203" fmla="*/ 687453 h 1639089"/>
                <a:gd name="csX204" fmla="*/ 1019952 w 1217254"/>
                <a:gd name="csY204" fmla="*/ 683631 h 1639089"/>
                <a:gd name="csX205" fmla="*/ 1024730 w 1217254"/>
                <a:gd name="csY205" fmla="*/ 670732 h 1639089"/>
                <a:gd name="csX206" fmla="*/ 1030462 w 1217254"/>
                <a:gd name="csY206" fmla="*/ 665477 h 1639089"/>
                <a:gd name="csX207" fmla="*/ 1036195 w 1217254"/>
                <a:gd name="csY207" fmla="*/ 666910 h 1639089"/>
                <a:gd name="csX208" fmla="*/ 1040973 w 1217254"/>
                <a:gd name="csY208" fmla="*/ 669777 h 1639089"/>
                <a:gd name="csX209" fmla="*/ 1047661 w 1217254"/>
                <a:gd name="csY209" fmla="*/ 674554 h 1639089"/>
                <a:gd name="csX210" fmla="*/ 1052916 w 1217254"/>
                <a:gd name="csY210" fmla="*/ 677898 h 1639089"/>
                <a:gd name="csX211" fmla="*/ 1057693 w 1217254"/>
                <a:gd name="csY211" fmla="*/ 681720 h 1639089"/>
                <a:gd name="csX212" fmla="*/ 1059604 w 1217254"/>
                <a:gd name="csY212" fmla="*/ 685542 h 1639089"/>
                <a:gd name="csX213" fmla="*/ 1061515 w 1217254"/>
                <a:gd name="csY213" fmla="*/ 690319 h 1639089"/>
                <a:gd name="csX214" fmla="*/ 1061515 w 1217254"/>
                <a:gd name="csY214" fmla="*/ 693185 h 1639089"/>
                <a:gd name="csX215" fmla="*/ 1058171 w 1217254"/>
                <a:gd name="csY215" fmla="*/ 695096 h 1639089"/>
                <a:gd name="csX216" fmla="*/ 1056738 w 1217254"/>
                <a:gd name="csY216" fmla="*/ 694141 h 1639089"/>
                <a:gd name="csX217" fmla="*/ 1048139 w 1217254"/>
                <a:gd name="csY217" fmla="*/ 686497 h 1639089"/>
                <a:gd name="csX218" fmla="*/ 1044317 w 1217254"/>
                <a:gd name="csY218" fmla="*/ 684109 h 1639089"/>
                <a:gd name="csX219" fmla="*/ 1038584 w 1217254"/>
                <a:gd name="csY219" fmla="*/ 686975 h 1639089"/>
                <a:gd name="csX220" fmla="*/ 1033807 w 1217254"/>
                <a:gd name="csY220" fmla="*/ 690319 h 1639089"/>
                <a:gd name="csX221" fmla="*/ 1038106 w 1217254"/>
                <a:gd name="csY221" fmla="*/ 704651 h 1639089"/>
                <a:gd name="csX222" fmla="*/ 1042883 w 1217254"/>
                <a:gd name="csY222" fmla="*/ 711339 h 1639089"/>
                <a:gd name="csX223" fmla="*/ 1051005 w 1217254"/>
                <a:gd name="csY223" fmla="*/ 714206 h 1639089"/>
                <a:gd name="csX224" fmla="*/ 1055782 w 1217254"/>
                <a:gd name="csY224" fmla="*/ 717550 h 1639089"/>
                <a:gd name="csX225" fmla="*/ 1058649 w 1217254"/>
                <a:gd name="csY225" fmla="*/ 721371 h 1639089"/>
                <a:gd name="csX226" fmla="*/ 1061037 w 1217254"/>
                <a:gd name="csY226" fmla="*/ 723760 h 1639089"/>
                <a:gd name="csX227" fmla="*/ 1064859 w 1217254"/>
                <a:gd name="csY227" fmla="*/ 722805 h 1639089"/>
                <a:gd name="csX228" fmla="*/ 1069158 w 1217254"/>
                <a:gd name="csY228" fmla="*/ 718983 h 1639089"/>
                <a:gd name="csX229" fmla="*/ 1075369 w 1217254"/>
                <a:gd name="csY229" fmla="*/ 718505 h 1639089"/>
                <a:gd name="csX230" fmla="*/ 1078235 w 1217254"/>
                <a:gd name="csY230" fmla="*/ 720416 h 1639089"/>
                <a:gd name="csX231" fmla="*/ 1080146 w 1217254"/>
                <a:gd name="csY231" fmla="*/ 724238 h 1639089"/>
                <a:gd name="csX232" fmla="*/ 1081102 w 1217254"/>
                <a:gd name="csY232" fmla="*/ 730926 h 1639089"/>
                <a:gd name="csX233" fmla="*/ 1081102 w 1217254"/>
                <a:gd name="csY233" fmla="*/ 740481 h 1639089"/>
                <a:gd name="csX234" fmla="*/ 1080624 w 1217254"/>
                <a:gd name="csY234" fmla="*/ 748124 h 1639089"/>
                <a:gd name="csX235" fmla="*/ 1079191 w 1217254"/>
                <a:gd name="csY235" fmla="*/ 752902 h 1639089"/>
                <a:gd name="csX236" fmla="*/ 1076802 w 1217254"/>
                <a:gd name="csY236" fmla="*/ 759590 h 1639089"/>
                <a:gd name="csX237" fmla="*/ 1074891 w 1217254"/>
                <a:gd name="csY237" fmla="*/ 760545 h 1639089"/>
                <a:gd name="csX238" fmla="*/ 1072503 w 1217254"/>
                <a:gd name="csY238" fmla="*/ 760068 h 1639089"/>
                <a:gd name="csX239" fmla="*/ 1070114 w 1217254"/>
                <a:gd name="csY239" fmla="*/ 759112 h 1639089"/>
                <a:gd name="csX240" fmla="*/ 1067725 w 1217254"/>
                <a:gd name="csY240" fmla="*/ 756724 h 1639089"/>
                <a:gd name="csX241" fmla="*/ 1063904 w 1217254"/>
                <a:gd name="csY241" fmla="*/ 754813 h 1639089"/>
                <a:gd name="csX242" fmla="*/ 1057215 w 1217254"/>
                <a:gd name="csY242" fmla="*/ 752902 h 1639089"/>
                <a:gd name="csX243" fmla="*/ 1050049 w 1217254"/>
                <a:gd name="csY243" fmla="*/ 748602 h 1639089"/>
                <a:gd name="csX244" fmla="*/ 1046227 w 1217254"/>
                <a:gd name="csY244" fmla="*/ 747647 h 1639089"/>
                <a:gd name="csX245" fmla="*/ 1037628 w 1217254"/>
                <a:gd name="csY245" fmla="*/ 748124 h 1639089"/>
                <a:gd name="csX246" fmla="*/ 1028551 w 1217254"/>
                <a:gd name="csY246" fmla="*/ 750513 h 1639089"/>
                <a:gd name="csX247" fmla="*/ 1028551 w 1217254"/>
                <a:gd name="csY247" fmla="*/ 754335 h 1639089"/>
                <a:gd name="csX248" fmla="*/ 1015175 w 1217254"/>
                <a:gd name="csY248" fmla="*/ 766756 h 1639089"/>
                <a:gd name="csX249" fmla="*/ 1012786 w 1217254"/>
                <a:gd name="csY249" fmla="*/ 766278 h 1639089"/>
                <a:gd name="csX250" fmla="*/ 1008965 w 1217254"/>
                <a:gd name="csY250" fmla="*/ 762456 h 1639089"/>
                <a:gd name="csX251" fmla="*/ 1004187 w 1217254"/>
                <a:gd name="csY251" fmla="*/ 758157 h 1639089"/>
                <a:gd name="csX252" fmla="*/ 1001321 w 1217254"/>
                <a:gd name="csY252" fmla="*/ 758157 h 1639089"/>
                <a:gd name="csX253" fmla="*/ 996544 w 1217254"/>
                <a:gd name="csY253" fmla="*/ 763412 h 1639089"/>
                <a:gd name="csX254" fmla="*/ 995588 w 1217254"/>
                <a:gd name="csY254" fmla="*/ 765323 h 1639089"/>
                <a:gd name="csX255" fmla="*/ 995588 w 1217254"/>
                <a:gd name="csY255" fmla="*/ 767234 h 1639089"/>
                <a:gd name="csX256" fmla="*/ 998932 w 1217254"/>
                <a:gd name="csY256" fmla="*/ 771533 h 1639089"/>
                <a:gd name="csX257" fmla="*/ 1000366 w 1217254"/>
                <a:gd name="csY257" fmla="*/ 772489 h 1639089"/>
                <a:gd name="csX258" fmla="*/ 1001799 w 1217254"/>
                <a:gd name="csY258" fmla="*/ 773444 h 1639089"/>
                <a:gd name="csX259" fmla="*/ 1007532 w 1217254"/>
                <a:gd name="csY259" fmla="*/ 774399 h 1639089"/>
                <a:gd name="csX260" fmla="*/ 1010398 w 1217254"/>
                <a:gd name="csY260" fmla="*/ 775355 h 1639089"/>
                <a:gd name="csX261" fmla="*/ 1012309 w 1217254"/>
                <a:gd name="csY261" fmla="*/ 789209 h 1639089"/>
                <a:gd name="csX262" fmla="*/ 1016131 w 1217254"/>
                <a:gd name="csY262" fmla="*/ 797331 h 1639089"/>
                <a:gd name="csX263" fmla="*/ 1018042 w 1217254"/>
                <a:gd name="csY263" fmla="*/ 798764 h 1639089"/>
                <a:gd name="csX264" fmla="*/ 1019475 w 1217254"/>
                <a:gd name="csY264" fmla="*/ 799719 h 1639089"/>
                <a:gd name="csX265" fmla="*/ 1023774 w 1217254"/>
                <a:gd name="csY265" fmla="*/ 799241 h 1639089"/>
                <a:gd name="csX266" fmla="*/ 1029985 w 1217254"/>
                <a:gd name="csY266" fmla="*/ 796375 h 1639089"/>
                <a:gd name="csX267" fmla="*/ 1031896 w 1217254"/>
                <a:gd name="csY267" fmla="*/ 798764 h 1639089"/>
                <a:gd name="csX268" fmla="*/ 1036195 w 1217254"/>
                <a:gd name="csY268" fmla="*/ 801152 h 1639089"/>
                <a:gd name="csX269" fmla="*/ 1038584 w 1217254"/>
                <a:gd name="csY269" fmla="*/ 802108 h 1639089"/>
                <a:gd name="csX270" fmla="*/ 1041928 w 1217254"/>
                <a:gd name="csY270" fmla="*/ 802108 h 1639089"/>
                <a:gd name="csX271" fmla="*/ 1045272 w 1217254"/>
                <a:gd name="csY271" fmla="*/ 803063 h 1639089"/>
                <a:gd name="csX272" fmla="*/ 1050049 w 1217254"/>
                <a:gd name="csY272" fmla="*/ 810707 h 1639089"/>
                <a:gd name="csX273" fmla="*/ 1048139 w 1217254"/>
                <a:gd name="csY273" fmla="*/ 819784 h 1639089"/>
                <a:gd name="csX274" fmla="*/ 1051005 w 1217254"/>
                <a:gd name="csY274" fmla="*/ 827427 h 1639089"/>
                <a:gd name="csX275" fmla="*/ 1055782 w 1217254"/>
                <a:gd name="csY275" fmla="*/ 835071 h 1639089"/>
                <a:gd name="csX276" fmla="*/ 1057215 w 1217254"/>
                <a:gd name="csY276" fmla="*/ 837460 h 1639089"/>
                <a:gd name="csX277" fmla="*/ 1057693 w 1217254"/>
                <a:gd name="csY277" fmla="*/ 842715 h 1639089"/>
                <a:gd name="csX278" fmla="*/ 1057693 w 1217254"/>
                <a:gd name="csY278" fmla="*/ 846059 h 1639089"/>
                <a:gd name="csX279" fmla="*/ 1058171 w 1217254"/>
                <a:gd name="csY279" fmla="*/ 848925 h 1639089"/>
                <a:gd name="csX280" fmla="*/ 1058649 w 1217254"/>
                <a:gd name="csY280" fmla="*/ 851792 h 1639089"/>
                <a:gd name="csX281" fmla="*/ 1059126 w 1217254"/>
                <a:gd name="csY281" fmla="*/ 857047 h 1639089"/>
                <a:gd name="csX282" fmla="*/ 1060082 w 1217254"/>
                <a:gd name="csY282" fmla="*/ 864690 h 1639089"/>
                <a:gd name="csX283" fmla="*/ 1059604 w 1217254"/>
                <a:gd name="csY283" fmla="*/ 870901 h 1639089"/>
                <a:gd name="csX284" fmla="*/ 1058649 w 1217254"/>
                <a:gd name="csY284" fmla="*/ 876156 h 1639089"/>
                <a:gd name="csX285" fmla="*/ 1056738 w 1217254"/>
                <a:gd name="csY285" fmla="*/ 879500 h 1639089"/>
                <a:gd name="csX286" fmla="*/ 1053871 w 1217254"/>
                <a:gd name="csY286" fmla="*/ 881889 h 1639089"/>
                <a:gd name="csX287" fmla="*/ 1051483 w 1217254"/>
                <a:gd name="csY287" fmla="*/ 880933 h 1639089"/>
                <a:gd name="csX288" fmla="*/ 1049572 w 1217254"/>
                <a:gd name="csY288" fmla="*/ 877589 h 1639089"/>
                <a:gd name="csX289" fmla="*/ 1046705 w 1217254"/>
                <a:gd name="csY289" fmla="*/ 874245 h 1639089"/>
                <a:gd name="csX290" fmla="*/ 1043361 w 1217254"/>
                <a:gd name="csY290" fmla="*/ 870423 h 1639089"/>
                <a:gd name="csX291" fmla="*/ 1037628 w 1217254"/>
                <a:gd name="csY291" fmla="*/ 869945 h 1639089"/>
                <a:gd name="csX292" fmla="*/ 1029507 w 1217254"/>
                <a:gd name="csY292" fmla="*/ 880933 h 1639089"/>
                <a:gd name="csX293" fmla="*/ 1025685 w 1217254"/>
                <a:gd name="csY293" fmla="*/ 881889 h 1639089"/>
                <a:gd name="csX294" fmla="*/ 1022819 w 1217254"/>
                <a:gd name="csY294" fmla="*/ 882844 h 1639089"/>
                <a:gd name="csX295" fmla="*/ 1019475 w 1217254"/>
                <a:gd name="csY295" fmla="*/ 887621 h 1639089"/>
                <a:gd name="csX296" fmla="*/ 1014697 w 1217254"/>
                <a:gd name="csY296" fmla="*/ 890488 h 1639089"/>
                <a:gd name="csX297" fmla="*/ 1010398 w 1217254"/>
                <a:gd name="csY297" fmla="*/ 889532 h 1639089"/>
                <a:gd name="csX298" fmla="*/ 1003232 w 1217254"/>
                <a:gd name="csY298" fmla="*/ 883800 h 1639089"/>
                <a:gd name="csX299" fmla="*/ 1005620 w 1217254"/>
                <a:gd name="csY299" fmla="*/ 887621 h 1639089"/>
                <a:gd name="csX300" fmla="*/ 1009442 w 1217254"/>
                <a:gd name="csY300" fmla="*/ 891921 h 1639089"/>
                <a:gd name="csX301" fmla="*/ 1011831 w 1217254"/>
                <a:gd name="csY301" fmla="*/ 894310 h 1639089"/>
                <a:gd name="csX302" fmla="*/ 1013742 w 1217254"/>
                <a:gd name="csY302" fmla="*/ 894787 h 1639089"/>
                <a:gd name="csX303" fmla="*/ 1015653 w 1217254"/>
                <a:gd name="csY303" fmla="*/ 894310 h 1639089"/>
                <a:gd name="csX304" fmla="*/ 1018519 w 1217254"/>
                <a:gd name="csY304" fmla="*/ 892399 h 1639089"/>
                <a:gd name="csX305" fmla="*/ 1024730 w 1217254"/>
                <a:gd name="csY305" fmla="*/ 887621 h 1639089"/>
                <a:gd name="csX306" fmla="*/ 1026163 w 1217254"/>
                <a:gd name="csY306" fmla="*/ 886666 h 1639089"/>
                <a:gd name="csX307" fmla="*/ 1027596 w 1217254"/>
                <a:gd name="csY307" fmla="*/ 887144 h 1639089"/>
                <a:gd name="csX308" fmla="*/ 1029029 w 1217254"/>
                <a:gd name="csY308" fmla="*/ 888577 h 1639089"/>
                <a:gd name="csX309" fmla="*/ 1030462 w 1217254"/>
                <a:gd name="csY309" fmla="*/ 892876 h 1639089"/>
                <a:gd name="csX310" fmla="*/ 1031896 w 1217254"/>
                <a:gd name="csY310" fmla="*/ 900042 h 1639089"/>
                <a:gd name="csX311" fmla="*/ 1031418 w 1217254"/>
                <a:gd name="csY311" fmla="*/ 905775 h 1639089"/>
                <a:gd name="csX312" fmla="*/ 1029507 w 1217254"/>
                <a:gd name="csY312" fmla="*/ 910552 h 1639089"/>
                <a:gd name="csX313" fmla="*/ 1028074 w 1217254"/>
                <a:gd name="csY313" fmla="*/ 913896 h 1639089"/>
                <a:gd name="csX314" fmla="*/ 1026641 w 1217254"/>
                <a:gd name="csY314" fmla="*/ 915330 h 1639089"/>
                <a:gd name="csX315" fmla="*/ 1026641 w 1217254"/>
                <a:gd name="csY315" fmla="*/ 916285 h 1639089"/>
                <a:gd name="csX316" fmla="*/ 1030462 w 1217254"/>
                <a:gd name="csY316" fmla="*/ 917718 h 1639089"/>
                <a:gd name="csX317" fmla="*/ 1035240 w 1217254"/>
                <a:gd name="csY317" fmla="*/ 911030 h 1639089"/>
                <a:gd name="csX318" fmla="*/ 1036673 w 1217254"/>
                <a:gd name="csY318" fmla="*/ 903386 h 1639089"/>
                <a:gd name="csX319" fmla="*/ 1039062 w 1217254"/>
                <a:gd name="csY319" fmla="*/ 893832 h 1639089"/>
                <a:gd name="csX320" fmla="*/ 1043361 w 1217254"/>
                <a:gd name="csY320" fmla="*/ 890966 h 1639089"/>
                <a:gd name="csX321" fmla="*/ 1047661 w 1217254"/>
                <a:gd name="csY321" fmla="*/ 893832 h 1639089"/>
                <a:gd name="csX322" fmla="*/ 1051483 w 1217254"/>
                <a:gd name="csY322" fmla="*/ 902431 h 1639089"/>
                <a:gd name="csX323" fmla="*/ 1056738 w 1217254"/>
                <a:gd name="csY323" fmla="*/ 918196 h 1639089"/>
                <a:gd name="csX324" fmla="*/ 1058649 w 1217254"/>
                <a:gd name="csY324" fmla="*/ 920107 h 1639089"/>
                <a:gd name="csX325" fmla="*/ 1061515 w 1217254"/>
                <a:gd name="csY325" fmla="*/ 923451 h 1639089"/>
                <a:gd name="csX326" fmla="*/ 1062948 w 1217254"/>
                <a:gd name="csY326" fmla="*/ 928228 h 1639089"/>
                <a:gd name="csX327" fmla="*/ 1062470 w 1217254"/>
                <a:gd name="csY327" fmla="*/ 933483 h 1639089"/>
                <a:gd name="csX328" fmla="*/ 1061993 w 1217254"/>
                <a:gd name="csY328" fmla="*/ 937305 h 1639089"/>
                <a:gd name="csX329" fmla="*/ 1061037 w 1217254"/>
                <a:gd name="csY329" fmla="*/ 939694 h 1639089"/>
                <a:gd name="csX330" fmla="*/ 1060082 w 1217254"/>
                <a:gd name="csY330" fmla="*/ 941605 h 1639089"/>
                <a:gd name="csX331" fmla="*/ 1058171 w 1217254"/>
                <a:gd name="csY331" fmla="*/ 942560 h 1639089"/>
                <a:gd name="csX332" fmla="*/ 1054349 w 1217254"/>
                <a:gd name="csY332" fmla="*/ 943038 h 1639089"/>
                <a:gd name="csX333" fmla="*/ 1046227 w 1217254"/>
                <a:gd name="csY333" fmla="*/ 941605 h 1639089"/>
                <a:gd name="csX334" fmla="*/ 1042406 w 1217254"/>
                <a:gd name="csY334" fmla="*/ 941605 h 1639089"/>
                <a:gd name="csX335" fmla="*/ 1042883 w 1217254"/>
                <a:gd name="csY335" fmla="*/ 946860 h 1639089"/>
                <a:gd name="csX336" fmla="*/ 1034284 w 1217254"/>
                <a:gd name="csY336" fmla="*/ 951159 h 1639089"/>
                <a:gd name="csX337" fmla="*/ 1025208 w 1217254"/>
                <a:gd name="csY337" fmla="*/ 953070 h 1639089"/>
                <a:gd name="csX338" fmla="*/ 1016131 w 1217254"/>
                <a:gd name="csY338" fmla="*/ 949726 h 1639089"/>
                <a:gd name="csX339" fmla="*/ 1008487 w 1217254"/>
                <a:gd name="csY339" fmla="*/ 943993 h 1639089"/>
                <a:gd name="csX340" fmla="*/ 1010876 w 1217254"/>
                <a:gd name="csY340" fmla="*/ 936350 h 1639089"/>
                <a:gd name="csX341" fmla="*/ 1012309 w 1217254"/>
                <a:gd name="csY341" fmla="*/ 928228 h 1639089"/>
                <a:gd name="csX342" fmla="*/ 1008965 w 1217254"/>
                <a:gd name="csY342" fmla="*/ 922496 h 1639089"/>
                <a:gd name="csX343" fmla="*/ 1008009 w 1217254"/>
                <a:gd name="csY343" fmla="*/ 922018 h 1639089"/>
                <a:gd name="csX344" fmla="*/ 1009442 w 1217254"/>
                <a:gd name="csY344" fmla="*/ 931095 h 1639089"/>
                <a:gd name="csX345" fmla="*/ 1008487 w 1217254"/>
                <a:gd name="csY345" fmla="*/ 934439 h 1639089"/>
                <a:gd name="csX346" fmla="*/ 1004187 w 1217254"/>
                <a:gd name="csY346" fmla="*/ 938261 h 1639089"/>
                <a:gd name="csX347" fmla="*/ 1001321 w 1217254"/>
                <a:gd name="csY347" fmla="*/ 940172 h 1639089"/>
                <a:gd name="csX348" fmla="*/ 1001321 w 1217254"/>
                <a:gd name="csY348" fmla="*/ 941127 h 1639089"/>
                <a:gd name="csX349" fmla="*/ 1002276 w 1217254"/>
                <a:gd name="csY349" fmla="*/ 942082 h 1639089"/>
                <a:gd name="csX350" fmla="*/ 1003232 w 1217254"/>
                <a:gd name="csY350" fmla="*/ 943993 h 1639089"/>
                <a:gd name="csX351" fmla="*/ 1003710 w 1217254"/>
                <a:gd name="csY351" fmla="*/ 946860 h 1639089"/>
                <a:gd name="csX352" fmla="*/ 1003232 w 1217254"/>
                <a:gd name="csY352" fmla="*/ 949248 h 1639089"/>
                <a:gd name="csX353" fmla="*/ 1001799 w 1217254"/>
                <a:gd name="csY353" fmla="*/ 952115 h 1639089"/>
                <a:gd name="csX354" fmla="*/ 1001321 w 1217254"/>
                <a:gd name="csY354" fmla="*/ 954503 h 1639089"/>
                <a:gd name="csX355" fmla="*/ 1001321 w 1217254"/>
                <a:gd name="csY355" fmla="*/ 955937 h 1639089"/>
                <a:gd name="csX356" fmla="*/ 1002276 w 1217254"/>
                <a:gd name="csY356" fmla="*/ 958325 h 1639089"/>
                <a:gd name="csX357" fmla="*/ 1005143 w 1217254"/>
                <a:gd name="csY357" fmla="*/ 961192 h 1639089"/>
                <a:gd name="csX358" fmla="*/ 1008009 w 1217254"/>
                <a:gd name="csY358" fmla="*/ 962147 h 1639089"/>
                <a:gd name="csX359" fmla="*/ 1021385 w 1217254"/>
                <a:gd name="csY359" fmla="*/ 962625 h 1639089"/>
                <a:gd name="csX360" fmla="*/ 1027118 w 1217254"/>
                <a:gd name="csY360" fmla="*/ 964058 h 1639089"/>
                <a:gd name="csX361" fmla="*/ 1040017 w 1217254"/>
                <a:gd name="csY361" fmla="*/ 970268 h 1639089"/>
                <a:gd name="csX362" fmla="*/ 1040495 w 1217254"/>
                <a:gd name="csY362" fmla="*/ 972180 h 1639089"/>
                <a:gd name="csX363" fmla="*/ 1038584 w 1217254"/>
                <a:gd name="csY363" fmla="*/ 983167 h 1639089"/>
                <a:gd name="csX364" fmla="*/ 1037151 w 1217254"/>
                <a:gd name="csY364" fmla="*/ 993200 h 1639089"/>
                <a:gd name="csX365" fmla="*/ 1034762 w 1217254"/>
                <a:gd name="csY365" fmla="*/ 995110 h 1639089"/>
                <a:gd name="csX366" fmla="*/ 1020908 w 1217254"/>
                <a:gd name="csY366" fmla="*/ 995588 h 1639089"/>
                <a:gd name="csX367" fmla="*/ 1016608 w 1217254"/>
                <a:gd name="csY367" fmla="*/ 997021 h 1639089"/>
                <a:gd name="csX368" fmla="*/ 1010398 w 1217254"/>
                <a:gd name="csY368" fmla="*/ 1001799 h 1639089"/>
                <a:gd name="csX369" fmla="*/ 1004187 w 1217254"/>
                <a:gd name="csY369" fmla="*/ 1007531 h 1639089"/>
                <a:gd name="csX370" fmla="*/ 1000843 w 1217254"/>
                <a:gd name="csY370" fmla="*/ 1007531 h 1639089"/>
                <a:gd name="csX371" fmla="*/ 987944 w 1217254"/>
                <a:gd name="csY371" fmla="*/ 1002754 h 1639089"/>
                <a:gd name="csX372" fmla="*/ 983167 w 1217254"/>
                <a:gd name="csY372" fmla="*/ 999410 h 1639089"/>
                <a:gd name="csX373" fmla="*/ 972657 w 1217254"/>
                <a:gd name="csY373" fmla="*/ 989855 h 1639089"/>
                <a:gd name="csX374" fmla="*/ 965013 w 1217254"/>
                <a:gd name="csY374" fmla="*/ 975524 h 1639089"/>
                <a:gd name="csX375" fmla="*/ 961192 w 1217254"/>
                <a:gd name="csY375" fmla="*/ 981734 h 1639089"/>
                <a:gd name="csX376" fmla="*/ 959281 w 1217254"/>
                <a:gd name="csY376" fmla="*/ 984600 h 1639089"/>
                <a:gd name="csX377" fmla="*/ 956892 w 1217254"/>
                <a:gd name="csY377" fmla="*/ 986034 h 1639089"/>
                <a:gd name="csX378" fmla="*/ 954503 w 1217254"/>
                <a:gd name="csY378" fmla="*/ 986511 h 1639089"/>
                <a:gd name="csX379" fmla="*/ 952593 w 1217254"/>
                <a:gd name="csY379" fmla="*/ 985078 h 1639089"/>
                <a:gd name="csX380" fmla="*/ 950204 w 1217254"/>
                <a:gd name="csY380" fmla="*/ 983167 h 1639089"/>
                <a:gd name="csX381" fmla="*/ 945904 w 1217254"/>
                <a:gd name="csY381" fmla="*/ 977912 h 1639089"/>
                <a:gd name="csX382" fmla="*/ 941127 w 1217254"/>
                <a:gd name="csY382" fmla="*/ 972657 h 1639089"/>
                <a:gd name="csX383" fmla="*/ 937783 w 1217254"/>
                <a:gd name="csY383" fmla="*/ 970268 h 1639089"/>
                <a:gd name="csX384" fmla="*/ 937783 w 1217254"/>
                <a:gd name="csY384" fmla="*/ 970746 h 1639089"/>
                <a:gd name="csX385" fmla="*/ 939694 w 1217254"/>
                <a:gd name="csY385" fmla="*/ 973613 h 1639089"/>
                <a:gd name="csX386" fmla="*/ 942560 w 1217254"/>
                <a:gd name="csY386" fmla="*/ 977434 h 1639089"/>
                <a:gd name="csX387" fmla="*/ 950204 w 1217254"/>
                <a:gd name="csY387" fmla="*/ 987467 h 1639089"/>
                <a:gd name="csX388" fmla="*/ 952593 w 1217254"/>
                <a:gd name="csY388" fmla="*/ 990333 h 1639089"/>
                <a:gd name="csX389" fmla="*/ 952593 w 1217254"/>
                <a:gd name="csY389" fmla="*/ 992244 h 1639089"/>
                <a:gd name="csX390" fmla="*/ 947815 w 1217254"/>
                <a:gd name="csY390" fmla="*/ 993677 h 1639089"/>
                <a:gd name="csX391" fmla="*/ 942083 w 1217254"/>
                <a:gd name="csY391" fmla="*/ 997021 h 1639089"/>
                <a:gd name="csX392" fmla="*/ 939216 w 1217254"/>
                <a:gd name="csY392" fmla="*/ 999888 h 1639089"/>
                <a:gd name="csX393" fmla="*/ 934917 w 1217254"/>
                <a:gd name="csY393" fmla="*/ 1006098 h 1639089"/>
                <a:gd name="csX394" fmla="*/ 933483 w 1217254"/>
                <a:gd name="csY394" fmla="*/ 1007054 h 1639089"/>
                <a:gd name="csX395" fmla="*/ 927273 w 1217254"/>
                <a:gd name="csY395" fmla="*/ 1008487 h 1639089"/>
                <a:gd name="csX396" fmla="*/ 924884 w 1217254"/>
                <a:gd name="csY396" fmla="*/ 1008009 h 1639089"/>
                <a:gd name="csX397" fmla="*/ 920107 w 1217254"/>
                <a:gd name="csY397" fmla="*/ 1004665 h 1639089"/>
                <a:gd name="csX398" fmla="*/ 913419 w 1217254"/>
                <a:gd name="csY398" fmla="*/ 1002276 h 1639089"/>
                <a:gd name="csX399" fmla="*/ 909119 w 1217254"/>
                <a:gd name="csY399" fmla="*/ 1000366 h 1639089"/>
                <a:gd name="csX400" fmla="*/ 903387 w 1217254"/>
                <a:gd name="csY400" fmla="*/ 997021 h 1639089"/>
                <a:gd name="csX401" fmla="*/ 905297 w 1217254"/>
                <a:gd name="csY401" fmla="*/ 1000843 h 1639089"/>
                <a:gd name="csX402" fmla="*/ 916285 w 1217254"/>
                <a:gd name="csY402" fmla="*/ 1006576 h 1639089"/>
                <a:gd name="csX403" fmla="*/ 917718 w 1217254"/>
                <a:gd name="csY403" fmla="*/ 1008487 h 1639089"/>
                <a:gd name="csX404" fmla="*/ 915330 w 1217254"/>
                <a:gd name="csY404" fmla="*/ 1012309 h 1639089"/>
                <a:gd name="csX405" fmla="*/ 913896 w 1217254"/>
                <a:gd name="csY405" fmla="*/ 1013742 h 1639089"/>
                <a:gd name="csX406" fmla="*/ 911508 w 1217254"/>
                <a:gd name="csY406" fmla="*/ 1013742 h 1639089"/>
                <a:gd name="csX407" fmla="*/ 907208 w 1217254"/>
                <a:gd name="csY407" fmla="*/ 1013264 h 1639089"/>
                <a:gd name="csX408" fmla="*/ 903387 w 1217254"/>
                <a:gd name="csY408" fmla="*/ 1013264 h 1639089"/>
                <a:gd name="csX409" fmla="*/ 899087 w 1217254"/>
                <a:gd name="csY409" fmla="*/ 1014220 h 1639089"/>
                <a:gd name="csX410" fmla="*/ 897654 w 1217254"/>
                <a:gd name="csY410" fmla="*/ 1015653 h 1639089"/>
                <a:gd name="csX411" fmla="*/ 898131 w 1217254"/>
                <a:gd name="csY411" fmla="*/ 1017086 h 1639089"/>
                <a:gd name="csX412" fmla="*/ 899087 w 1217254"/>
                <a:gd name="csY412" fmla="*/ 1018997 h 1639089"/>
                <a:gd name="csX413" fmla="*/ 900520 w 1217254"/>
                <a:gd name="csY413" fmla="*/ 1019952 h 1639089"/>
                <a:gd name="csX414" fmla="*/ 901476 w 1217254"/>
                <a:gd name="csY414" fmla="*/ 1019952 h 1639089"/>
                <a:gd name="csX415" fmla="*/ 904820 w 1217254"/>
                <a:gd name="csY415" fmla="*/ 1016131 h 1639089"/>
                <a:gd name="csX416" fmla="*/ 907208 w 1217254"/>
                <a:gd name="csY416" fmla="*/ 1015653 h 1639089"/>
                <a:gd name="csX417" fmla="*/ 913419 w 1217254"/>
                <a:gd name="csY417" fmla="*/ 1016608 h 1639089"/>
                <a:gd name="csX418" fmla="*/ 919629 w 1217254"/>
                <a:gd name="csY418" fmla="*/ 1013742 h 1639089"/>
                <a:gd name="csX419" fmla="*/ 924406 w 1217254"/>
                <a:gd name="csY419" fmla="*/ 1012309 h 1639089"/>
                <a:gd name="csX420" fmla="*/ 927751 w 1217254"/>
                <a:gd name="csY420" fmla="*/ 1011831 h 1639089"/>
                <a:gd name="csX421" fmla="*/ 940171 w 1217254"/>
                <a:gd name="csY421" fmla="*/ 1007054 h 1639089"/>
                <a:gd name="csX422" fmla="*/ 943038 w 1217254"/>
                <a:gd name="csY422" fmla="*/ 1001799 h 1639089"/>
                <a:gd name="csX423" fmla="*/ 947337 w 1217254"/>
                <a:gd name="csY423" fmla="*/ 999410 h 1639089"/>
                <a:gd name="csX424" fmla="*/ 956414 w 1217254"/>
                <a:gd name="csY424" fmla="*/ 997499 h 1639089"/>
                <a:gd name="csX425" fmla="*/ 965491 w 1217254"/>
                <a:gd name="csY425" fmla="*/ 998455 h 1639089"/>
                <a:gd name="csX426" fmla="*/ 970269 w 1217254"/>
                <a:gd name="csY426" fmla="*/ 999410 h 1639089"/>
                <a:gd name="csX427" fmla="*/ 974090 w 1217254"/>
                <a:gd name="csY427" fmla="*/ 1004665 h 1639089"/>
                <a:gd name="csX428" fmla="*/ 978868 w 1217254"/>
                <a:gd name="csY428" fmla="*/ 1008009 h 1639089"/>
                <a:gd name="csX429" fmla="*/ 983167 w 1217254"/>
                <a:gd name="csY429" fmla="*/ 1012309 h 1639089"/>
                <a:gd name="csX430" fmla="*/ 987944 w 1217254"/>
                <a:gd name="csY430" fmla="*/ 1013742 h 1639089"/>
                <a:gd name="csX431" fmla="*/ 990811 w 1217254"/>
                <a:gd name="csY431" fmla="*/ 1018997 h 1639089"/>
                <a:gd name="csX432" fmla="*/ 998932 w 1217254"/>
                <a:gd name="csY432" fmla="*/ 1025207 h 1639089"/>
                <a:gd name="csX433" fmla="*/ 1003710 w 1217254"/>
                <a:gd name="csY433" fmla="*/ 1026641 h 1639089"/>
                <a:gd name="csX434" fmla="*/ 1007054 w 1217254"/>
                <a:gd name="csY434" fmla="*/ 1029507 h 1639089"/>
                <a:gd name="csX435" fmla="*/ 1007054 w 1217254"/>
                <a:gd name="csY435" fmla="*/ 1041450 h 1639089"/>
                <a:gd name="csX436" fmla="*/ 1007532 w 1217254"/>
                <a:gd name="csY436" fmla="*/ 1046705 h 1639089"/>
                <a:gd name="csX437" fmla="*/ 1006098 w 1217254"/>
                <a:gd name="csY437" fmla="*/ 1061037 h 1639089"/>
                <a:gd name="csX438" fmla="*/ 1002276 w 1217254"/>
                <a:gd name="csY438" fmla="*/ 1064381 h 1639089"/>
                <a:gd name="csX439" fmla="*/ 1003232 w 1217254"/>
                <a:gd name="csY439" fmla="*/ 1072025 h 1639089"/>
                <a:gd name="csX440" fmla="*/ 1001799 w 1217254"/>
                <a:gd name="csY440" fmla="*/ 1077758 h 1639089"/>
                <a:gd name="csX441" fmla="*/ 997977 w 1217254"/>
                <a:gd name="csY441" fmla="*/ 1075369 h 1639089"/>
                <a:gd name="csX442" fmla="*/ 993677 w 1217254"/>
                <a:gd name="csY442" fmla="*/ 1071547 h 1639089"/>
                <a:gd name="csX443" fmla="*/ 983645 w 1217254"/>
                <a:gd name="csY443" fmla="*/ 1065337 h 1639089"/>
                <a:gd name="csX444" fmla="*/ 974568 w 1217254"/>
                <a:gd name="csY444" fmla="*/ 1061515 h 1639089"/>
                <a:gd name="csX445" fmla="*/ 970746 w 1217254"/>
                <a:gd name="csY445" fmla="*/ 1057693 h 1639089"/>
                <a:gd name="csX446" fmla="*/ 966925 w 1217254"/>
                <a:gd name="csY446" fmla="*/ 1054827 h 1639089"/>
                <a:gd name="csX447" fmla="*/ 960714 w 1217254"/>
                <a:gd name="csY447" fmla="*/ 1043839 h 1639089"/>
                <a:gd name="csX448" fmla="*/ 957370 w 1217254"/>
                <a:gd name="csY448" fmla="*/ 1029029 h 1639089"/>
                <a:gd name="csX449" fmla="*/ 955459 w 1217254"/>
                <a:gd name="csY449" fmla="*/ 1021863 h 1639089"/>
                <a:gd name="csX450" fmla="*/ 952593 w 1217254"/>
                <a:gd name="csY450" fmla="*/ 1021386 h 1639089"/>
                <a:gd name="csX451" fmla="*/ 948293 w 1217254"/>
                <a:gd name="csY451" fmla="*/ 1023296 h 1639089"/>
                <a:gd name="csX452" fmla="*/ 944949 w 1217254"/>
                <a:gd name="csY452" fmla="*/ 1025685 h 1639089"/>
                <a:gd name="csX453" fmla="*/ 943038 w 1217254"/>
                <a:gd name="csY453" fmla="*/ 1029029 h 1639089"/>
                <a:gd name="csX454" fmla="*/ 931095 w 1217254"/>
                <a:gd name="csY454" fmla="*/ 1033807 h 1639089"/>
                <a:gd name="csX455" fmla="*/ 926795 w 1217254"/>
                <a:gd name="csY455" fmla="*/ 1037151 h 1639089"/>
                <a:gd name="csX456" fmla="*/ 924406 w 1217254"/>
                <a:gd name="csY456" fmla="*/ 1037151 h 1639089"/>
                <a:gd name="csX457" fmla="*/ 915330 w 1217254"/>
                <a:gd name="csY457" fmla="*/ 1041928 h 1639089"/>
                <a:gd name="csX458" fmla="*/ 919152 w 1217254"/>
                <a:gd name="csY458" fmla="*/ 1044317 h 1639089"/>
                <a:gd name="csX459" fmla="*/ 920585 w 1217254"/>
                <a:gd name="csY459" fmla="*/ 1044317 h 1639089"/>
                <a:gd name="csX460" fmla="*/ 924406 w 1217254"/>
                <a:gd name="csY460" fmla="*/ 1043361 h 1639089"/>
                <a:gd name="csX461" fmla="*/ 926318 w 1217254"/>
                <a:gd name="csY461" fmla="*/ 1041450 h 1639089"/>
                <a:gd name="csX462" fmla="*/ 934439 w 1217254"/>
                <a:gd name="csY462" fmla="*/ 1036673 h 1639089"/>
                <a:gd name="csX463" fmla="*/ 941127 w 1217254"/>
                <a:gd name="csY463" fmla="*/ 1036195 h 1639089"/>
                <a:gd name="csX464" fmla="*/ 943516 w 1217254"/>
                <a:gd name="csY464" fmla="*/ 1034284 h 1639089"/>
                <a:gd name="csX465" fmla="*/ 948771 w 1217254"/>
                <a:gd name="csY465" fmla="*/ 1031418 h 1639089"/>
                <a:gd name="csX466" fmla="*/ 952115 w 1217254"/>
                <a:gd name="csY466" fmla="*/ 1030462 h 1639089"/>
                <a:gd name="csX467" fmla="*/ 952593 w 1217254"/>
                <a:gd name="csY467" fmla="*/ 1030940 h 1639089"/>
                <a:gd name="csX468" fmla="*/ 952593 w 1217254"/>
                <a:gd name="csY468" fmla="*/ 1032373 h 1639089"/>
                <a:gd name="csX469" fmla="*/ 954981 w 1217254"/>
                <a:gd name="csY469" fmla="*/ 1050049 h 1639089"/>
                <a:gd name="csX470" fmla="*/ 954026 w 1217254"/>
                <a:gd name="csY470" fmla="*/ 1054827 h 1639089"/>
                <a:gd name="csX471" fmla="*/ 951637 w 1217254"/>
                <a:gd name="csY471" fmla="*/ 1056738 h 1639089"/>
                <a:gd name="csX472" fmla="*/ 945904 w 1217254"/>
                <a:gd name="csY472" fmla="*/ 1059604 h 1639089"/>
                <a:gd name="csX473" fmla="*/ 943994 w 1217254"/>
                <a:gd name="csY473" fmla="*/ 1061515 h 1639089"/>
                <a:gd name="csX474" fmla="*/ 945904 w 1217254"/>
                <a:gd name="csY474" fmla="*/ 1064381 h 1639089"/>
                <a:gd name="csX475" fmla="*/ 951159 w 1217254"/>
                <a:gd name="csY475" fmla="*/ 1061515 h 1639089"/>
                <a:gd name="csX476" fmla="*/ 954981 w 1217254"/>
                <a:gd name="csY476" fmla="*/ 1058648 h 1639089"/>
                <a:gd name="csX477" fmla="*/ 956892 w 1217254"/>
                <a:gd name="csY477" fmla="*/ 1059604 h 1639089"/>
                <a:gd name="csX478" fmla="*/ 959759 w 1217254"/>
                <a:gd name="csY478" fmla="*/ 1063904 h 1639089"/>
                <a:gd name="csX479" fmla="*/ 963103 w 1217254"/>
                <a:gd name="csY479" fmla="*/ 1066292 h 1639089"/>
                <a:gd name="csX480" fmla="*/ 972179 w 1217254"/>
                <a:gd name="csY480" fmla="*/ 1072980 h 1639089"/>
                <a:gd name="csX481" fmla="*/ 976479 w 1217254"/>
                <a:gd name="csY481" fmla="*/ 1076325 h 1639089"/>
                <a:gd name="csX482" fmla="*/ 982212 w 1217254"/>
                <a:gd name="csY482" fmla="*/ 1080146 h 1639089"/>
                <a:gd name="csX483" fmla="*/ 988900 w 1217254"/>
                <a:gd name="csY483" fmla="*/ 1084924 h 1639089"/>
                <a:gd name="csX484" fmla="*/ 990333 w 1217254"/>
                <a:gd name="csY484" fmla="*/ 1086357 h 1639089"/>
                <a:gd name="csX485" fmla="*/ 996544 w 1217254"/>
                <a:gd name="csY485" fmla="*/ 1089223 h 1639089"/>
                <a:gd name="csX486" fmla="*/ 997977 w 1217254"/>
                <a:gd name="csY486" fmla="*/ 1089701 h 1639089"/>
                <a:gd name="csX487" fmla="*/ 1000366 w 1217254"/>
                <a:gd name="csY487" fmla="*/ 1098300 h 1639089"/>
                <a:gd name="csX488" fmla="*/ 1002276 w 1217254"/>
                <a:gd name="csY488" fmla="*/ 1099255 h 1639089"/>
                <a:gd name="csX489" fmla="*/ 1008487 w 1217254"/>
                <a:gd name="csY489" fmla="*/ 1099733 h 1639089"/>
                <a:gd name="csX490" fmla="*/ 1007532 w 1217254"/>
                <a:gd name="csY490" fmla="*/ 1103077 h 1639089"/>
                <a:gd name="csX491" fmla="*/ 1001799 w 1217254"/>
                <a:gd name="csY491" fmla="*/ 1110243 h 1639089"/>
                <a:gd name="csX492" fmla="*/ 998455 w 1217254"/>
                <a:gd name="csY492" fmla="*/ 1112632 h 1639089"/>
                <a:gd name="csX493" fmla="*/ 997977 w 1217254"/>
                <a:gd name="csY493" fmla="*/ 1114065 h 1639089"/>
                <a:gd name="csX494" fmla="*/ 997977 w 1217254"/>
                <a:gd name="csY494" fmla="*/ 1116454 h 1639089"/>
                <a:gd name="csX495" fmla="*/ 998455 w 1217254"/>
                <a:gd name="csY495" fmla="*/ 1120753 h 1639089"/>
                <a:gd name="csX496" fmla="*/ 999410 w 1217254"/>
                <a:gd name="csY496" fmla="*/ 1128397 h 1639089"/>
                <a:gd name="csX497" fmla="*/ 1000843 w 1217254"/>
                <a:gd name="csY497" fmla="*/ 1121231 h 1639089"/>
                <a:gd name="csX498" fmla="*/ 1001799 w 1217254"/>
                <a:gd name="csY498" fmla="*/ 1117887 h 1639089"/>
                <a:gd name="csX499" fmla="*/ 1003232 w 1217254"/>
                <a:gd name="csY499" fmla="*/ 1116932 h 1639089"/>
                <a:gd name="csX500" fmla="*/ 1004187 w 1217254"/>
                <a:gd name="csY500" fmla="*/ 1116454 h 1639089"/>
                <a:gd name="csX501" fmla="*/ 1008487 w 1217254"/>
                <a:gd name="csY501" fmla="*/ 1113587 h 1639089"/>
                <a:gd name="csX502" fmla="*/ 1012786 w 1217254"/>
                <a:gd name="csY502" fmla="*/ 1115021 h 1639089"/>
                <a:gd name="csX503" fmla="*/ 1013742 w 1217254"/>
                <a:gd name="csY503" fmla="*/ 1123142 h 1639089"/>
                <a:gd name="csX504" fmla="*/ 1014220 w 1217254"/>
                <a:gd name="csY504" fmla="*/ 1130308 h 1639089"/>
                <a:gd name="csX505" fmla="*/ 1013742 w 1217254"/>
                <a:gd name="csY505" fmla="*/ 1136996 h 1639089"/>
                <a:gd name="csX506" fmla="*/ 1014220 w 1217254"/>
                <a:gd name="csY506" fmla="*/ 1146551 h 1639089"/>
                <a:gd name="csX507" fmla="*/ 1014220 w 1217254"/>
                <a:gd name="csY507" fmla="*/ 1149895 h 1639089"/>
                <a:gd name="csX508" fmla="*/ 1015175 w 1217254"/>
                <a:gd name="csY508" fmla="*/ 1152761 h 1639089"/>
                <a:gd name="csX509" fmla="*/ 1016131 w 1217254"/>
                <a:gd name="csY509" fmla="*/ 1164704 h 1639089"/>
                <a:gd name="csX510" fmla="*/ 1017086 w 1217254"/>
                <a:gd name="csY510" fmla="*/ 1168049 h 1639089"/>
                <a:gd name="csX511" fmla="*/ 1015175 w 1217254"/>
                <a:gd name="csY511" fmla="*/ 1171393 h 1639089"/>
                <a:gd name="csX512" fmla="*/ 1008965 w 1217254"/>
                <a:gd name="csY512" fmla="*/ 1172826 h 1639089"/>
                <a:gd name="csX513" fmla="*/ 1006576 w 1217254"/>
                <a:gd name="csY513" fmla="*/ 1171393 h 1639089"/>
                <a:gd name="csX514" fmla="*/ 1000366 w 1217254"/>
                <a:gd name="csY514" fmla="*/ 1171870 h 1639089"/>
                <a:gd name="csX515" fmla="*/ 1000366 w 1217254"/>
                <a:gd name="csY515" fmla="*/ 1169004 h 1639089"/>
                <a:gd name="csX516" fmla="*/ 999888 w 1217254"/>
                <a:gd name="csY516" fmla="*/ 1165660 h 1639089"/>
                <a:gd name="csX517" fmla="*/ 999888 w 1217254"/>
                <a:gd name="csY517" fmla="*/ 1163749 h 1639089"/>
                <a:gd name="csX518" fmla="*/ 999410 w 1217254"/>
                <a:gd name="csY518" fmla="*/ 1161360 h 1639089"/>
                <a:gd name="csX519" fmla="*/ 998932 w 1217254"/>
                <a:gd name="csY519" fmla="*/ 1149895 h 1639089"/>
                <a:gd name="csX520" fmla="*/ 997499 w 1217254"/>
                <a:gd name="csY520" fmla="*/ 1152761 h 1639089"/>
                <a:gd name="csX521" fmla="*/ 997021 w 1217254"/>
                <a:gd name="csY521" fmla="*/ 1155150 h 1639089"/>
                <a:gd name="csX522" fmla="*/ 996544 w 1217254"/>
                <a:gd name="csY522" fmla="*/ 1157539 h 1639089"/>
                <a:gd name="csX523" fmla="*/ 995588 w 1217254"/>
                <a:gd name="csY523" fmla="*/ 1169960 h 1639089"/>
                <a:gd name="csX524" fmla="*/ 994155 w 1217254"/>
                <a:gd name="csY524" fmla="*/ 1173304 h 1639089"/>
                <a:gd name="csX525" fmla="*/ 988900 w 1217254"/>
                <a:gd name="csY525" fmla="*/ 1172348 h 1639089"/>
                <a:gd name="csX526" fmla="*/ 984123 w 1217254"/>
                <a:gd name="csY526" fmla="*/ 1172826 h 1639089"/>
                <a:gd name="csX527" fmla="*/ 981256 w 1217254"/>
                <a:gd name="csY527" fmla="*/ 1172348 h 1639089"/>
                <a:gd name="csX528" fmla="*/ 972179 w 1217254"/>
                <a:gd name="csY528" fmla="*/ 1166615 h 1639089"/>
                <a:gd name="csX529" fmla="*/ 968835 w 1217254"/>
                <a:gd name="csY529" fmla="*/ 1161360 h 1639089"/>
                <a:gd name="csX530" fmla="*/ 965491 w 1217254"/>
                <a:gd name="csY530" fmla="*/ 1153717 h 1639089"/>
                <a:gd name="csX531" fmla="*/ 963580 w 1217254"/>
                <a:gd name="csY531" fmla="*/ 1146551 h 1639089"/>
                <a:gd name="csX532" fmla="*/ 962625 w 1217254"/>
                <a:gd name="csY532" fmla="*/ 1139385 h 1639089"/>
                <a:gd name="csX533" fmla="*/ 960714 w 1217254"/>
                <a:gd name="csY533" fmla="*/ 1134130 h 1639089"/>
                <a:gd name="csX534" fmla="*/ 956892 w 1217254"/>
                <a:gd name="csY534" fmla="*/ 1129353 h 1639089"/>
                <a:gd name="csX535" fmla="*/ 952593 w 1217254"/>
                <a:gd name="csY535" fmla="*/ 1126008 h 1639089"/>
                <a:gd name="csX536" fmla="*/ 947815 w 1217254"/>
                <a:gd name="csY536" fmla="*/ 1123142 h 1639089"/>
                <a:gd name="csX537" fmla="*/ 943038 w 1217254"/>
                <a:gd name="csY537" fmla="*/ 1119798 h 1639089"/>
                <a:gd name="csX538" fmla="*/ 939216 w 1217254"/>
                <a:gd name="csY538" fmla="*/ 1115498 h 1639089"/>
                <a:gd name="csX539" fmla="*/ 935394 w 1217254"/>
                <a:gd name="csY539" fmla="*/ 1112154 h 1639089"/>
                <a:gd name="csX540" fmla="*/ 930617 w 1217254"/>
                <a:gd name="csY540" fmla="*/ 1109766 h 1639089"/>
                <a:gd name="csX541" fmla="*/ 924406 w 1217254"/>
                <a:gd name="csY541" fmla="*/ 1108810 h 1639089"/>
                <a:gd name="csX542" fmla="*/ 914852 w 1217254"/>
                <a:gd name="csY542" fmla="*/ 1109288 h 1639089"/>
                <a:gd name="csX543" fmla="*/ 908641 w 1217254"/>
                <a:gd name="csY543" fmla="*/ 1106421 h 1639089"/>
                <a:gd name="csX544" fmla="*/ 906730 w 1217254"/>
                <a:gd name="csY544" fmla="*/ 1106421 h 1639089"/>
                <a:gd name="csX545" fmla="*/ 905297 w 1217254"/>
                <a:gd name="csY545" fmla="*/ 1107855 h 1639089"/>
                <a:gd name="csX546" fmla="*/ 906730 w 1217254"/>
                <a:gd name="csY546" fmla="*/ 1112154 h 1639089"/>
                <a:gd name="csX547" fmla="*/ 913896 w 1217254"/>
                <a:gd name="csY547" fmla="*/ 1113587 h 1639089"/>
                <a:gd name="csX548" fmla="*/ 919629 w 1217254"/>
                <a:gd name="csY548" fmla="*/ 1114065 h 1639089"/>
                <a:gd name="csX549" fmla="*/ 926795 w 1217254"/>
                <a:gd name="csY549" fmla="*/ 1114065 h 1639089"/>
                <a:gd name="csX550" fmla="*/ 931572 w 1217254"/>
                <a:gd name="csY550" fmla="*/ 1115021 h 1639089"/>
                <a:gd name="csX551" fmla="*/ 933006 w 1217254"/>
                <a:gd name="csY551" fmla="*/ 1117409 h 1639089"/>
                <a:gd name="csX552" fmla="*/ 934439 w 1217254"/>
                <a:gd name="csY552" fmla="*/ 1121231 h 1639089"/>
                <a:gd name="csX553" fmla="*/ 934917 w 1217254"/>
                <a:gd name="csY553" fmla="*/ 1127442 h 1639089"/>
                <a:gd name="csX554" fmla="*/ 933483 w 1217254"/>
                <a:gd name="csY554" fmla="*/ 1131741 h 1639089"/>
                <a:gd name="csX555" fmla="*/ 928228 w 1217254"/>
                <a:gd name="csY555" fmla="*/ 1136996 h 1639089"/>
                <a:gd name="csX556" fmla="*/ 925362 w 1217254"/>
                <a:gd name="csY556" fmla="*/ 1139385 h 1639089"/>
                <a:gd name="csX557" fmla="*/ 917241 w 1217254"/>
                <a:gd name="csY557" fmla="*/ 1143684 h 1639089"/>
                <a:gd name="csX558" fmla="*/ 914374 w 1217254"/>
                <a:gd name="csY558" fmla="*/ 1144640 h 1639089"/>
                <a:gd name="csX559" fmla="*/ 907208 w 1217254"/>
                <a:gd name="csY559" fmla="*/ 1145118 h 1639089"/>
                <a:gd name="csX560" fmla="*/ 901953 w 1217254"/>
                <a:gd name="csY560" fmla="*/ 1144640 h 1639089"/>
                <a:gd name="csX561" fmla="*/ 894787 w 1217254"/>
                <a:gd name="csY561" fmla="*/ 1142729 h 1639089"/>
                <a:gd name="csX562" fmla="*/ 890965 w 1217254"/>
                <a:gd name="csY562" fmla="*/ 1142251 h 1639089"/>
                <a:gd name="csX563" fmla="*/ 882844 w 1217254"/>
                <a:gd name="csY563" fmla="*/ 1141774 h 1639089"/>
                <a:gd name="csX564" fmla="*/ 880933 w 1217254"/>
                <a:gd name="csY564" fmla="*/ 1142729 h 1639089"/>
                <a:gd name="csX565" fmla="*/ 882844 w 1217254"/>
                <a:gd name="csY565" fmla="*/ 1145118 h 1639089"/>
                <a:gd name="csX566" fmla="*/ 886666 w 1217254"/>
                <a:gd name="csY566" fmla="*/ 1146073 h 1639089"/>
                <a:gd name="csX567" fmla="*/ 889055 w 1217254"/>
                <a:gd name="csY567" fmla="*/ 1147984 h 1639089"/>
                <a:gd name="csX568" fmla="*/ 889055 w 1217254"/>
                <a:gd name="csY568" fmla="*/ 1150850 h 1639089"/>
                <a:gd name="csX569" fmla="*/ 888099 w 1217254"/>
                <a:gd name="csY569" fmla="*/ 1155628 h 1639089"/>
                <a:gd name="csX570" fmla="*/ 887144 w 1217254"/>
                <a:gd name="csY570" fmla="*/ 1158972 h 1639089"/>
                <a:gd name="csX571" fmla="*/ 885711 w 1217254"/>
                <a:gd name="csY571" fmla="*/ 1161360 h 1639089"/>
                <a:gd name="csX572" fmla="*/ 880455 w 1217254"/>
                <a:gd name="csY572" fmla="*/ 1165660 h 1639089"/>
                <a:gd name="csX573" fmla="*/ 878067 w 1217254"/>
                <a:gd name="csY573" fmla="*/ 1167093 h 1639089"/>
                <a:gd name="csX574" fmla="*/ 868034 w 1217254"/>
                <a:gd name="csY574" fmla="*/ 1171870 h 1639089"/>
                <a:gd name="csX575" fmla="*/ 867557 w 1217254"/>
                <a:gd name="csY575" fmla="*/ 1172826 h 1639089"/>
                <a:gd name="csX576" fmla="*/ 869945 w 1217254"/>
                <a:gd name="csY576" fmla="*/ 1172348 h 1639089"/>
                <a:gd name="csX577" fmla="*/ 876156 w 1217254"/>
                <a:gd name="csY577" fmla="*/ 1170915 h 1639089"/>
                <a:gd name="csX578" fmla="*/ 878067 w 1217254"/>
                <a:gd name="csY578" fmla="*/ 1170915 h 1639089"/>
                <a:gd name="csX579" fmla="*/ 888577 w 1217254"/>
                <a:gd name="csY579" fmla="*/ 1174737 h 1639089"/>
                <a:gd name="csX580" fmla="*/ 896698 w 1217254"/>
                <a:gd name="csY580" fmla="*/ 1174737 h 1639089"/>
                <a:gd name="csX581" fmla="*/ 913419 w 1217254"/>
                <a:gd name="csY581" fmla="*/ 1170915 h 1639089"/>
                <a:gd name="csX582" fmla="*/ 914852 w 1217254"/>
                <a:gd name="csY582" fmla="*/ 1170915 h 1639089"/>
                <a:gd name="csX583" fmla="*/ 916285 w 1217254"/>
                <a:gd name="csY583" fmla="*/ 1171870 h 1639089"/>
                <a:gd name="csX584" fmla="*/ 917241 w 1217254"/>
                <a:gd name="csY584" fmla="*/ 1172826 h 1639089"/>
                <a:gd name="csX585" fmla="*/ 918196 w 1217254"/>
                <a:gd name="csY585" fmla="*/ 1175215 h 1639089"/>
                <a:gd name="csX586" fmla="*/ 917241 w 1217254"/>
                <a:gd name="csY586" fmla="*/ 1177603 h 1639089"/>
                <a:gd name="csX587" fmla="*/ 912941 w 1217254"/>
                <a:gd name="csY587" fmla="*/ 1179514 h 1639089"/>
                <a:gd name="csX588" fmla="*/ 907208 w 1217254"/>
                <a:gd name="csY588" fmla="*/ 1181425 h 1639089"/>
                <a:gd name="csX589" fmla="*/ 904820 w 1217254"/>
                <a:gd name="csY589" fmla="*/ 1182858 h 1639089"/>
                <a:gd name="csX590" fmla="*/ 901953 w 1217254"/>
                <a:gd name="csY590" fmla="*/ 1184769 h 1639089"/>
                <a:gd name="csX591" fmla="*/ 897654 w 1217254"/>
                <a:gd name="csY591" fmla="*/ 1190024 h 1639089"/>
                <a:gd name="csX592" fmla="*/ 896221 w 1217254"/>
                <a:gd name="csY592" fmla="*/ 1194801 h 1639089"/>
                <a:gd name="csX593" fmla="*/ 900998 w 1217254"/>
                <a:gd name="csY593" fmla="*/ 1197190 h 1639089"/>
                <a:gd name="csX594" fmla="*/ 903387 w 1217254"/>
                <a:gd name="csY594" fmla="*/ 1194324 h 1639089"/>
                <a:gd name="csX595" fmla="*/ 905775 w 1217254"/>
                <a:gd name="csY595" fmla="*/ 1189069 h 1639089"/>
                <a:gd name="csX596" fmla="*/ 908164 w 1217254"/>
                <a:gd name="csY596" fmla="*/ 1185725 h 1639089"/>
                <a:gd name="csX597" fmla="*/ 913419 w 1217254"/>
                <a:gd name="csY597" fmla="*/ 1183814 h 1639089"/>
                <a:gd name="csX598" fmla="*/ 920107 w 1217254"/>
                <a:gd name="csY598" fmla="*/ 1184769 h 1639089"/>
                <a:gd name="csX599" fmla="*/ 925362 w 1217254"/>
                <a:gd name="csY599" fmla="*/ 1183336 h 1639089"/>
                <a:gd name="csX600" fmla="*/ 935872 w 1217254"/>
                <a:gd name="csY600" fmla="*/ 1178081 h 1639089"/>
                <a:gd name="csX601" fmla="*/ 937783 w 1217254"/>
                <a:gd name="csY601" fmla="*/ 1177603 h 1639089"/>
                <a:gd name="csX602" fmla="*/ 953070 w 1217254"/>
                <a:gd name="csY602" fmla="*/ 1180947 h 1639089"/>
                <a:gd name="csX603" fmla="*/ 967402 w 1217254"/>
                <a:gd name="csY603" fmla="*/ 1186680 h 1639089"/>
                <a:gd name="csX604" fmla="*/ 974568 w 1217254"/>
                <a:gd name="csY604" fmla="*/ 1189069 h 1639089"/>
                <a:gd name="csX605" fmla="*/ 984601 w 1217254"/>
                <a:gd name="csY605" fmla="*/ 1190502 h 1639089"/>
                <a:gd name="csX606" fmla="*/ 1002276 w 1217254"/>
                <a:gd name="csY606" fmla="*/ 1190024 h 1639089"/>
                <a:gd name="csX607" fmla="*/ 1003710 w 1217254"/>
                <a:gd name="csY607" fmla="*/ 1190980 h 1639089"/>
                <a:gd name="csX608" fmla="*/ 1003232 w 1217254"/>
                <a:gd name="csY608" fmla="*/ 1192890 h 1639089"/>
                <a:gd name="csX609" fmla="*/ 1002276 w 1217254"/>
                <a:gd name="csY609" fmla="*/ 1194801 h 1639089"/>
                <a:gd name="csX610" fmla="*/ 998932 w 1217254"/>
                <a:gd name="csY610" fmla="*/ 1197190 h 1639089"/>
                <a:gd name="csX611" fmla="*/ 995588 w 1217254"/>
                <a:gd name="csY611" fmla="*/ 1199101 h 1639089"/>
                <a:gd name="csX612" fmla="*/ 993200 w 1217254"/>
                <a:gd name="csY612" fmla="*/ 1199579 h 1639089"/>
                <a:gd name="csX613" fmla="*/ 991289 w 1217254"/>
                <a:gd name="csY613" fmla="*/ 1200534 h 1639089"/>
                <a:gd name="csX614" fmla="*/ 987467 w 1217254"/>
                <a:gd name="csY614" fmla="*/ 1201967 h 1639089"/>
                <a:gd name="csX615" fmla="*/ 986034 w 1217254"/>
                <a:gd name="csY615" fmla="*/ 1202923 h 1639089"/>
                <a:gd name="csX616" fmla="*/ 987467 w 1217254"/>
                <a:gd name="csY616" fmla="*/ 1206745 h 1639089"/>
                <a:gd name="csX617" fmla="*/ 986989 w 1217254"/>
                <a:gd name="csY617" fmla="*/ 1207700 h 1639089"/>
                <a:gd name="csX618" fmla="*/ 983167 w 1217254"/>
                <a:gd name="csY618" fmla="*/ 1207700 h 1639089"/>
                <a:gd name="csX619" fmla="*/ 976957 w 1217254"/>
                <a:gd name="csY619" fmla="*/ 1210089 h 1639089"/>
                <a:gd name="csX620" fmla="*/ 971702 w 1217254"/>
                <a:gd name="csY620" fmla="*/ 1210089 h 1639089"/>
                <a:gd name="csX621" fmla="*/ 970746 w 1217254"/>
                <a:gd name="csY621" fmla="*/ 1210567 h 1639089"/>
                <a:gd name="csX622" fmla="*/ 971702 w 1217254"/>
                <a:gd name="csY622" fmla="*/ 1211522 h 1639089"/>
                <a:gd name="csX623" fmla="*/ 972657 w 1217254"/>
                <a:gd name="csY623" fmla="*/ 1213433 h 1639089"/>
                <a:gd name="csX624" fmla="*/ 974090 w 1217254"/>
                <a:gd name="csY624" fmla="*/ 1216299 h 1639089"/>
                <a:gd name="csX625" fmla="*/ 973135 w 1217254"/>
                <a:gd name="csY625" fmla="*/ 1218210 h 1639089"/>
                <a:gd name="csX626" fmla="*/ 970746 w 1217254"/>
                <a:gd name="csY626" fmla="*/ 1219643 h 1639089"/>
                <a:gd name="csX627" fmla="*/ 969313 w 1217254"/>
                <a:gd name="csY627" fmla="*/ 1219643 h 1639089"/>
                <a:gd name="csX628" fmla="*/ 963103 w 1217254"/>
                <a:gd name="csY628" fmla="*/ 1218210 h 1639089"/>
                <a:gd name="csX629" fmla="*/ 962147 w 1217254"/>
                <a:gd name="csY629" fmla="*/ 1218210 h 1639089"/>
                <a:gd name="csX630" fmla="*/ 963103 w 1217254"/>
                <a:gd name="csY630" fmla="*/ 1219643 h 1639089"/>
                <a:gd name="csX631" fmla="*/ 963580 w 1217254"/>
                <a:gd name="csY631" fmla="*/ 1221554 h 1639089"/>
                <a:gd name="csX632" fmla="*/ 963580 w 1217254"/>
                <a:gd name="csY632" fmla="*/ 1223943 h 1639089"/>
                <a:gd name="csX633" fmla="*/ 962147 w 1217254"/>
                <a:gd name="csY633" fmla="*/ 1225854 h 1639089"/>
                <a:gd name="csX634" fmla="*/ 959281 w 1217254"/>
                <a:gd name="csY634" fmla="*/ 1227765 h 1639089"/>
                <a:gd name="csX635" fmla="*/ 953548 w 1217254"/>
                <a:gd name="csY635" fmla="*/ 1232064 h 1639089"/>
                <a:gd name="csX636" fmla="*/ 950682 w 1217254"/>
                <a:gd name="csY636" fmla="*/ 1233497 h 1639089"/>
                <a:gd name="csX637" fmla="*/ 945427 w 1217254"/>
                <a:gd name="csY637" fmla="*/ 1234453 h 1639089"/>
                <a:gd name="csX638" fmla="*/ 944471 w 1217254"/>
                <a:gd name="csY638" fmla="*/ 1235408 h 1639089"/>
                <a:gd name="csX639" fmla="*/ 946860 w 1217254"/>
                <a:gd name="csY639" fmla="*/ 1238753 h 1639089"/>
                <a:gd name="csX640" fmla="*/ 946382 w 1217254"/>
                <a:gd name="csY640" fmla="*/ 1240186 h 1639089"/>
                <a:gd name="csX641" fmla="*/ 943038 w 1217254"/>
                <a:gd name="csY641" fmla="*/ 1244008 h 1639089"/>
                <a:gd name="csX642" fmla="*/ 937305 w 1217254"/>
                <a:gd name="csY642" fmla="*/ 1246396 h 1639089"/>
                <a:gd name="csX643" fmla="*/ 936828 w 1217254"/>
                <a:gd name="csY643" fmla="*/ 1247352 h 1639089"/>
                <a:gd name="csX644" fmla="*/ 936350 w 1217254"/>
                <a:gd name="csY644" fmla="*/ 1250696 h 1639089"/>
                <a:gd name="csX645" fmla="*/ 935872 w 1217254"/>
                <a:gd name="csY645" fmla="*/ 1252129 h 1639089"/>
                <a:gd name="csX646" fmla="*/ 934439 w 1217254"/>
                <a:gd name="csY646" fmla="*/ 1254040 h 1639089"/>
                <a:gd name="csX647" fmla="*/ 929184 w 1217254"/>
                <a:gd name="csY647" fmla="*/ 1257862 h 1639089"/>
                <a:gd name="csX648" fmla="*/ 925840 w 1217254"/>
                <a:gd name="csY648" fmla="*/ 1259773 h 1639089"/>
                <a:gd name="csX649" fmla="*/ 923929 w 1217254"/>
                <a:gd name="csY649" fmla="*/ 1261206 h 1639089"/>
                <a:gd name="csX650" fmla="*/ 921540 w 1217254"/>
                <a:gd name="csY650" fmla="*/ 1263595 h 1639089"/>
                <a:gd name="csX651" fmla="*/ 918674 w 1217254"/>
                <a:gd name="csY651" fmla="*/ 1265028 h 1639089"/>
                <a:gd name="csX652" fmla="*/ 915330 w 1217254"/>
                <a:gd name="csY652" fmla="*/ 1265028 h 1639089"/>
                <a:gd name="csX653" fmla="*/ 912463 w 1217254"/>
                <a:gd name="csY653" fmla="*/ 1265983 h 1639089"/>
                <a:gd name="csX654" fmla="*/ 907208 w 1217254"/>
                <a:gd name="csY654" fmla="*/ 1268372 h 1639089"/>
                <a:gd name="csX655" fmla="*/ 903387 w 1217254"/>
                <a:gd name="csY655" fmla="*/ 1269327 h 1639089"/>
                <a:gd name="csX656" fmla="*/ 891921 w 1217254"/>
                <a:gd name="csY656" fmla="*/ 1274104 h 1639089"/>
                <a:gd name="csX657" fmla="*/ 886188 w 1217254"/>
                <a:gd name="csY657" fmla="*/ 1274582 h 1639089"/>
                <a:gd name="csX658" fmla="*/ 881411 w 1217254"/>
                <a:gd name="csY658" fmla="*/ 1276015 h 1639089"/>
                <a:gd name="csX659" fmla="*/ 871856 w 1217254"/>
                <a:gd name="csY659" fmla="*/ 1280315 h 1639089"/>
                <a:gd name="csX660" fmla="*/ 867079 w 1217254"/>
                <a:gd name="csY660" fmla="*/ 1281748 h 1639089"/>
                <a:gd name="csX661" fmla="*/ 864213 w 1217254"/>
                <a:gd name="csY661" fmla="*/ 1283659 h 1639089"/>
                <a:gd name="csX662" fmla="*/ 860391 w 1217254"/>
                <a:gd name="csY662" fmla="*/ 1284137 h 1639089"/>
                <a:gd name="csX663" fmla="*/ 854658 w 1217254"/>
                <a:gd name="csY663" fmla="*/ 1282704 h 1639089"/>
                <a:gd name="csX664" fmla="*/ 851792 w 1217254"/>
                <a:gd name="csY664" fmla="*/ 1282704 h 1639089"/>
                <a:gd name="csX665" fmla="*/ 849881 w 1217254"/>
                <a:gd name="csY665" fmla="*/ 1283659 h 1639089"/>
                <a:gd name="csX666" fmla="*/ 847970 w 1217254"/>
                <a:gd name="csY666" fmla="*/ 1284615 h 1639089"/>
                <a:gd name="csX667" fmla="*/ 845104 w 1217254"/>
                <a:gd name="csY667" fmla="*/ 1288436 h 1639089"/>
                <a:gd name="csX668" fmla="*/ 842715 w 1217254"/>
                <a:gd name="csY668" fmla="*/ 1288914 h 1639089"/>
                <a:gd name="csX669" fmla="*/ 834593 w 1217254"/>
                <a:gd name="csY669" fmla="*/ 1286048 h 1639089"/>
                <a:gd name="csX670" fmla="*/ 835071 w 1217254"/>
                <a:gd name="csY670" fmla="*/ 1287003 h 1639089"/>
                <a:gd name="csX671" fmla="*/ 836982 w 1217254"/>
                <a:gd name="csY671" fmla="*/ 1290347 h 1639089"/>
                <a:gd name="csX672" fmla="*/ 836982 w 1217254"/>
                <a:gd name="csY672" fmla="*/ 1292258 h 1639089"/>
                <a:gd name="csX673" fmla="*/ 832205 w 1217254"/>
                <a:gd name="csY673" fmla="*/ 1294647 h 1639089"/>
                <a:gd name="csX674" fmla="*/ 829816 w 1217254"/>
                <a:gd name="csY674" fmla="*/ 1295125 h 1639089"/>
                <a:gd name="csX675" fmla="*/ 825994 w 1217254"/>
                <a:gd name="csY675" fmla="*/ 1294169 h 1639089"/>
                <a:gd name="csX676" fmla="*/ 820739 w 1217254"/>
                <a:gd name="csY676" fmla="*/ 1291781 h 1639089"/>
                <a:gd name="csX677" fmla="*/ 814529 w 1217254"/>
                <a:gd name="csY677" fmla="*/ 1287003 h 1639089"/>
                <a:gd name="csX678" fmla="*/ 806885 w 1217254"/>
                <a:gd name="csY678" fmla="*/ 1279360 h 1639089"/>
                <a:gd name="csX679" fmla="*/ 803063 w 1217254"/>
                <a:gd name="csY679" fmla="*/ 1276493 h 1639089"/>
                <a:gd name="csX680" fmla="*/ 803063 w 1217254"/>
                <a:gd name="csY680" fmla="*/ 1278882 h 1639089"/>
                <a:gd name="csX681" fmla="*/ 804019 w 1217254"/>
                <a:gd name="csY681" fmla="*/ 1281748 h 1639089"/>
                <a:gd name="csX682" fmla="*/ 805452 w 1217254"/>
                <a:gd name="csY682" fmla="*/ 1283659 h 1639089"/>
                <a:gd name="csX683" fmla="*/ 805930 w 1217254"/>
                <a:gd name="csY683" fmla="*/ 1285570 h 1639089"/>
                <a:gd name="csX684" fmla="*/ 804974 w 1217254"/>
                <a:gd name="csY684" fmla="*/ 1286525 h 1639089"/>
                <a:gd name="csX685" fmla="*/ 804019 w 1217254"/>
                <a:gd name="csY685" fmla="*/ 1287003 h 1639089"/>
                <a:gd name="csX686" fmla="*/ 802585 w 1217254"/>
                <a:gd name="csY686" fmla="*/ 1287003 h 1639089"/>
                <a:gd name="csX687" fmla="*/ 802108 w 1217254"/>
                <a:gd name="csY687" fmla="*/ 1287959 h 1639089"/>
                <a:gd name="csX688" fmla="*/ 804497 w 1217254"/>
                <a:gd name="csY688" fmla="*/ 1291303 h 1639089"/>
                <a:gd name="csX689" fmla="*/ 806407 w 1217254"/>
                <a:gd name="csY689" fmla="*/ 1295125 h 1639089"/>
                <a:gd name="csX690" fmla="*/ 805930 w 1217254"/>
                <a:gd name="csY690" fmla="*/ 1298469 h 1639089"/>
                <a:gd name="csX691" fmla="*/ 804019 w 1217254"/>
                <a:gd name="csY691" fmla="*/ 1301813 h 1639089"/>
                <a:gd name="csX692" fmla="*/ 802108 w 1217254"/>
                <a:gd name="csY692" fmla="*/ 1303724 h 1639089"/>
                <a:gd name="csX693" fmla="*/ 800675 w 1217254"/>
                <a:gd name="csY693" fmla="*/ 1304202 h 1639089"/>
                <a:gd name="csX694" fmla="*/ 791120 w 1217254"/>
                <a:gd name="csY694" fmla="*/ 1312323 h 1639089"/>
                <a:gd name="csX695" fmla="*/ 788731 w 1217254"/>
                <a:gd name="csY695" fmla="*/ 1313756 h 1639089"/>
                <a:gd name="csX696" fmla="*/ 787298 w 1217254"/>
                <a:gd name="csY696" fmla="*/ 1314711 h 1639089"/>
                <a:gd name="csX697" fmla="*/ 786343 w 1217254"/>
                <a:gd name="csY697" fmla="*/ 1316145 h 1639089"/>
                <a:gd name="csX698" fmla="*/ 783954 w 1217254"/>
                <a:gd name="csY698" fmla="*/ 1322833 h 1639089"/>
                <a:gd name="csX699" fmla="*/ 782521 w 1217254"/>
                <a:gd name="csY699" fmla="*/ 1324744 h 1639089"/>
                <a:gd name="csX700" fmla="*/ 780610 w 1217254"/>
                <a:gd name="csY700" fmla="*/ 1327610 h 1639089"/>
                <a:gd name="csX701" fmla="*/ 779655 w 1217254"/>
                <a:gd name="csY701" fmla="*/ 1328088 h 1639089"/>
                <a:gd name="csX702" fmla="*/ 779177 w 1217254"/>
                <a:gd name="csY702" fmla="*/ 1329043 h 1639089"/>
                <a:gd name="csX703" fmla="*/ 779655 w 1217254"/>
                <a:gd name="csY703" fmla="*/ 1330477 h 1639089"/>
                <a:gd name="csX704" fmla="*/ 779177 w 1217254"/>
                <a:gd name="csY704" fmla="*/ 1333343 h 1639089"/>
                <a:gd name="csX705" fmla="*/ 777743 w 1217254"/>
                <a:gd name="csY705" fmla="*/ 1337643 h 1639089"/>
                <a:gd name="csX706" fmla="*/ 772011 w 1217254"/>
                <a:gd name="csY706" fmla="*/ 1348153 h 1639089"/>
                <a:gd name="csX707" fmla="*/ 767711 w 1217254"/>
                <a:gd name="csY707" fmla="*/ 1358185 h 1639089"/>
                <a:gd name="csX708" fmla="*/ 765800 w 1217254"/>
                <a:gd name="csY708" fmla="*/ 1361529 h 1639089"/>
                <a:gd name="csX709" fmla="*/ 764367 w 1217254"/>
                <a:gd name="csY709" fmla="*/ 1362962 h 1639089"/>
                <a:gd name="csX710" fmla="*/ 763412 w 1217254"/>
                <a:gd name="csY710" fmla="*/ 1362484 h 1639089"/>
                <a:gd name="csX711" fmla="*/ 761501 w 1217254"/>
                <a:gd name="csY711" fmla="*/ 1362484 h 1639089"/>
                <a:gd name="csX712" fmla="*/ 760545 w 1217254"/>
                <a:gd name="csY712" fmla="*/ 1364395 h 1639089"/>
                <a:gd name="csX713" fmla="*/ 759590 w 1217254"/>
                <a:gd name="csY713" fmla="*/ 1367739 h 1639089"/>
                <a:gd name="csX714" fmla="*/ 758157 w 1217254"/>
                <a:gd name="csY714" fmla="*/ 1370128 h 1639089"/>
                <a:gd name="csX715" fmla="*/ 757201 w 1217254"/>
                <a:gd name="csY715" fmla="*/ 1371561 h 1639089"/>
                <a:gd name="csX716" fmla="*/ 748602 w 1217254"/>
                <a:gd name="csY716" fmla="*/ 1378727 h 1639089"/>
                <a:gd name="csX717" fmla="*/ 746213 w 1217254"/>
                <a:gd name="csY717" fmla="*/ 1380160 h 1639089"/>
                <a:gd name="csX718" fmla="*/ 744302 w 1217254"/>
                <a:gd name="csY718" fmla="*/ 1379205 h 1639089"/>
                <a:gd name="csX719" fmla="*/ 741914 w 1217254"/>
                <a:gd name="csY719" fmla="*/ 1379683 h 1639089"/>
                <a:gd name="csX720" fmla="*/ 736659 w 1217254"/>
                <a:gd name="csY720" fmla="*/ 1375861 h 1639089"/>
                <a:gd name="csX721" fmla="*/ 735703 w 1217254"/>
                <a:gd name="csY721" fmla="*/ 1374428 h 1639089"/>
                <a:gd name="csX722" fmla="*/ 732837 w 1217254"/>
                <a:gd name="csY722" fmla="*/ 1371084 h 1639089"/>
                <a:gd name="csX723" fmla="*/ 732837 w 1217254"/>
                <a:gd name="csY723" fmla="*/ 1372995 h 1639089"/>
                <a:gd name="csX724" fmla="*/ 733315 w 1217254"/>
                <a:gd name="csY724" fmla="*/ 1373950 h 1639089"/>
                <a:gd name="csX725" fmla="*/ 733793 w 1217254"/>
                <a:gd name="csY725" fmla="*/ 1374905 h 1639089"/>
                <a:gd name="csX726" fmla="*/ 734748 w 1217254"/>
                <a:gd name="csY726" fmla="*/ 1376816 h 1639089"/>
                <a:gd name="csX727" fmla="*/ 737614 w 1217254"/>
                <a:gd name="csY727" fmla="*/ 1384938 h 1639089"/>
                <a:gd name="csX728" fmla="*/ 735703 w 1217254"/>
                <a:gd name="csY728" fmla="*/ 1386371 h 1639089"/>
                <a:gd name="csX729" fmla="*/ 733793 w 1217254"/>
                <a:gd name="csY729" fmla="*/ 1388282 h 1639089"/>
                <a:gd name="csX730" fmla="*/ 729015 w 1217254"/>
                <a:gd name="csY730" fmla="*/ 1391626 h 1639089"/>
                <a:gd name="csX731" fmla="*/ 724238 w 1217254"/>
                <a:gd name="csY731" fmla="*/ 1397359 h 1639089"/>
                <a:gd name="csX732" fmla="*/ 722805 w 1217254"/>
                <a:gd name="csY732" fmla="*/ 1398792 h 1639089"/>
                <a:gd name="csX733" fmla="*/ 722327 w 1217254"/>
                <a:gd name="csY733" fmla="*/ 1394492 h 1639089"/>
                <a:gd name="csX734" fmla="*/ 722327 w 1217254"/>
                <a:gd name="csY734" fmla="*/ 1393059 h 1639089"/>
                <a:gd name="csX735" fmla="*/ 719461 w 1217254"/>
                <a:gd name="csY735" fmla="*/ 1390670 h 1639089"/>
                <a:gd name="csX736" fmla="*/ 719938 w 1217254"/>
                <a:gd name="csY736" fmla="*/ 1392581 h 1639089"/>
                <a:gd name="csX737" fmla="*/ 719461 w 1217254"/>
                <a:gd name="csY737" fmla="*/ 1394015 h 1639089"/>
                <a:gd name="csX738" fmla="*/ 717550 w 1217254"/>
                <a:gd name="csY738" fmla="*/ 1399747 h 1639089"/>
                <a:gd name="csX739" fmla="*/ 717072 w 1217254"/>
                <a:gd name="csY739" fmla="*/ 1400703 h 1639089"/>
                <a:gd name="csX740" fmla="*/ 716117 w 1217254"/>
                <a:gd name="csY740" fmla="*/ 1400225 h 1639089"/>
                <a:gd name="csX741" fmla="*/ 713728 w 1217254"/>
                <a:gd name="csY741" fmla="*/ 1401181 h 1639089"/>
                <a:gd name="csX742" fmla="*/ 711817 w 1217254"/>
                <a:gd name="csY742" fmla="*/ 1400703 h 1639089"/>
                <a:gd name="csX743" fmla="*/ 709906 w 1217254"/>
                <a:gd name="csY743" fmla="*/ 1398314 h 1639089"/>
                <a:gd name="csX744" fmla="*/ 708951 w 1217254"/>
                <a:gd name="csY744" fmla="*/ 1396881 h 1639089"/>
                <a:gd name="csX745" fmla="*/ 705606 w 1217254"/>
                <a:gd name="csY745" fmla="*/ 1400703 h 1639089"/>
                <a:gd name="csX746" fmla="*/ 704173 w 1217254"/>
                <a:gd name="csY746" fmla="*/ 1400703 h 1639089"/>
                <a:gd name="csX747" fmla="*/ 703695 w 1217254"/>
                <a:gd name="csY747" fmla="*/ 1403569 h 1639089"/>
                <a:gd name="csX748" fmla="*/ 702262 w 1217254"/>
                <a:gd name="csY748" fmla="*/ 1406436 h 1639089"/>
                <a:gd name="csX749" fmla="*/ 699874 w 1217254"/>
                <a:gd name="csY749" fmla="*/ 1407391 h 1639089"/>
                <a:gd name="csX750" fmla="*/ 697007 w 1217254"/>
                <a:gd name="csY750" fmla="*/ 1407391 h 1639089"/>
                <a:gd name="csX751" fmla="*/ 695096 w 1217254"/>
                <a:gd name="csY751" fmla="*/ 1409302 h 1639089"/>
                <a:gd name="csX752" fmla="*/ 691275 w 1217254"/>
                <a:gd name="csY752" fmla="*/ 1407391 h 1639089"/>
                <a:gd name="csX753" fmla="*/ 690319 w 1217254"/>
                <a:gd name="csY753" fmla="*/ 1404047 h 1639089"/>
                <a:gd name="csX754" fmla="*/ 693663 w 1217254"/>
                <a:gd name="csY754" fmla="*/ 1399270 h 1639089"/>
                <a:gd name="csX755" fmla="*/ 694619 w 1217254"/>
                <a:gd name="csY755" fmla="*/ 1397359 h 1639089"/>
                <a:gd name="csX756" fmla="*/ 693663 w 1217254"/>
                <a:gd name="csY756" fmla="*/ 1394970 h 1639089"/>
                <a:gd name="csX757" fmla="*/ 694619 w 1217254"/>
                <a:gd name="csY757" fmla="*/ 1392104 h 1639089"/>
                <a:gd name="csX758" fmla="*/ 700829 w 1217254"/>
                <a:gd name="csY758" fmla="*/ 1382549 h 1639089"/>
                <a:gd name="csX759" fmla="*/ 704651 w 1217254"/>
                <a:gd name="csY759" fmla="*/ 1377294 h 1639089"/>
                <a:gd name="csX760" fmla="*/ 704651 w 1217254"/>
                <a:gd name="csY760" fmla="*/ 1376816 h 1639089"/>
                <a:gd name="csX761" fmla="*/ 698918 w 1217254"/>
                <a:gd name="csY761" fmla="*/ 1375383 h 1639089"/>
                <a:gd name="csX762" fmla="*/ 694141 w 1217254"/>
                <a:gd name="csY762" fmla="*/ 1373950 h 1639089"/>
                <a:gd name="csX763" fmla="*/ 689364 w 1217254"/>
                <a:gd name="csY763" fmla="*/ 1372995 h 1639089"/>
                <a:gd name="csX764" fmla="*/ 687453 w 1217254"/>
                <a:gd name="csY764" fmla="*/ 1373950 h 1639089"/>
                <a:gd name="csX765" fmla="*/ 690797 w 1217254"/>
                <a:gd name="csY765" fmla="*/ 1376816 h 1639089"/>
                <a:gd name="csX766" fmla="*/ 695096 w 1217254"/>
                <a:gd name="csY766" fmla="*/ 1379205 h 1639089"/>
                <a:gd name="csX767" fmla="*/ 693186 w 1217254"/>
                <a:gd name="csY767" fmla="*/ 1382071 h 1639089"/>
                <a:gd name="csX768" fmla="*/ 691275 w 1217254"/>
                <a:gd name="csY768" fmla="*/ 1384938 h 1639089"/>
                <a:gd name="csX769" fmla="*/ 688886 w 1217254"/>
                <a:gd name="csY769" fmla="*/ 1392581 h 1639089"/>
                <a:gd name="csX770" fmla="*/ 687453 w 1217254"/>
                <a:gd name="csY770" fmla="*/ 1395448 h 1639089"/>
                <a:gd name="csX771" fmla="*/ 682675 w 1217254"/>
                <a:gd name="csY771" fmla="*/ 1392104 h 1639089"/>
                <a:gd name="csX772" fmla="*/ 680287 w 1217254"/>
                <a:gd name="csY772" fmla="*/ 1390670 h 1639089"/>
                <a:gd name="csX773" fmla="*/ 681720 w 1217254"/>
                <a:gd name="csY773" fmla="*/ 1394492 h 1639089"/>
                <a:gd name="csX774" fmla="*/ 686020 w 1217254"/>
                <a:gd name="csY774" fmla="*/ 1398314 h 1639089"/>
                <a:gd name="csX775" fmla="*/ 686497 w 1217254"/>
                <a:gd name="csY775" fmla="*/ 1399747 h 1639089"/>
                <a:gd name="csX776" fmla="*/ 686497 w 1217254"/>
                <a:gd name="csY776" fmla="*/ 1404047 h 1639089"/>
                <a:gd name="csX777" fmla="*/ 677898 w 1217254"/>
                <a:gd name="csY777" fmla="*/ 1407869 h 1639089"/>
                <a:gd name="csX778" fmla="*/ 668821 w 1217254"/>
                <a:gd name="csY778" fmla="*/ 1408346 h 1639089"/>
                <a:gd name="csX779" fmla="*/ 662611 w 1217254"/>
                <a:gd name="csY779" fmla="*/ 1409302 h 1639089"/>
                <a:gd name="csX780" fmla="*/ 651623 w 1217254"/>
                <a:gd name="csY780" fmla="*/ 1410735 h 1639089"/>
                <a:gd name="csX781" fmla="*/ 647323 w 1217254"/>
                <a:gd name="csY781" fmla="*/ 1410735 h 1639089"/>
                <a:gd name="csX782" fmla="*/ 646846 w 1217254"/>
                <a:gd name="csY782" fmla="*/ 1412168 h 1639089"/>
                <a:gd name="csX783" fmla="*/ 657356 w 1217254"/>
                <a:gd name="csY783" fmla="*/ 1418857 h 1639089"/>
                <a:gd name="csX784" fmla="*/ 659267 w 1217254"/>
                <a:gd name="csY784" fmla="*/ 1420290 h 1639089"/>
                <a:gd name="csX785" fmla="*/ 657834 w 1217254"/>
                <a:gd name="csY785" fmla="*/ 1422678 h 1639089"/>
                <a:gd name="csX786" fmla="*/ 655445 w 1217254"/>
                <a:gd name="csY786" fmla="*/ 1424111 h 1639089"/>
                <a:gd name="csX787" fmla="*/ 652101 w 1217254"/>
                <a:gd name="csY787" fmla="*/ 1428889 h 1639089"/>
                <a:gd name="csX788" fmla="*/ 650190 w 1217254"/>
                <a:gd name="csY788" fmla="*/ 1430800 h 1639089"/>
                <a:gd name="csX789" fmla="*/ 645890 w 1217254"/>
                <a:gd name="csY789" fmla="*/ 1432711 h 1639089"/>
                <a:gd name="csX790" fmla="*/ 637291 w 1217254"/>
                <a:gd name="csY790" fmla="*/ 1430322 h 1639089"/>
                <a:gd name="csX791" fmla="*/ 633469 w 1217254"/>
                <a:gd name="csY791" fmla="*/ 1431277 h 1639089"/>
                <a:gd name="csX792" fmla="*/ 629170 w 1217254"/>
                <a:gd name="csY792" fmla="*/ 1430800 h 1639089"/>
                <a:gd name="csX793" fmla="*/ 629170 w 1217254"/>
                <a:gd name="csY793" fmla="*/ 1433666 h 1639089"/>
                <a:gd name="csX794" fmla="*/ 630125 w 1217254"/>
                <a:gd name="csY794" fmla="*/ 1435577 h 1639089"/>
                <a:gd name="csX795" fmla="*/ 631558 w 1217254"/>
                <a:gd name="csY795" fmla="*/ 1440354 h 1639089"/>
                <a:gd name="csX796" fmla="*/ 634425 w 1217254"/>
                <a:gd name="csY796" fmla="*/ 1440354 h 1639089"/>
                <a:gd name="csX797" fmla="*/ 637769 w 1217254"/>
                <a:gd name="csY797" fmla="*/ 1438443 h 1639089"/>
                <a:gd name="csX798" fmla="*/ 640635 w 1217254"/>
                <a:gd name="csY798" fmla="*/ 1442265 h 1639089"/>
                <a:gd name="csX799" fmla="*/ 642068 w 1217254"/>
                <a:gd name="csY799" fmla="*/ 1448953 h 1639089"/>
                <a:gd name="csX800" fmla="*/ 645413 w 1217254"/>
                <a:gd name="csY800" fmla="*/ 1452298 h 1639089"/>
                <a:gd name="csX801" fmla="*/ 646368 w 1217254"/>
                <a:gd name="csY801" fmla="*/ 1454686 h 1639089"/>
                <a:gd name="csX802" fmla="*/ 647323 w 1217254"/>
                <a:gd name="csY802" fmla="*/ 1457075 h 1639089"/>
                <a:gd name="csX803" fmla="*/ 645413 w 1217254"/>
                <a:gd name="csY803" fmla="*/ 1459464 h 1639089"/>
                <a:gd name="csX804" fmla="*/ 641113 w 1217254"/>
                <a:gd name="csY804" fmla="*/ 1462808 h 1639089"/>
                <a:gd name="csX805" fmla="*/ 636813 w 1217254"/>
                <a:gd name="csY805" fmla="*/ 1463285 h 1639089"/>
                <a:gd name="csX806" fmla="*/ 637291 w 1217254"/>
                <a:gd name="csY806" fmla="*/ 1466152 h 1639089"/>
                <a:gd name="csX807" fmla="*/ 635380 w 1217254"/>
                <a:gd name="csY807" fmla="*/ 1468063 h 1639089"/>
                <a:gd name="csX808" fmla="*/ 631081 w 1217254"/>
                <a:gd name="csY808" fmla="*/ 1467585 h 1639089"/>
                <a:gd name="csX809" fmla="*/ 629170 w 1217254"/>
                <a:gd name="csY809" fmla="*/ 1466152 h 1639089"/>
                <a:gd name="csX810" fmla="*/ 627259 w 1217254"/>
                <a:gd name="csY810" fmla="*/ 1465674 h 1639089"/>
                <a:gd name="csX811" fmla="*/ 619615 w 1217254"/>
                <a:gd name="csY811" fmla="*/ 1464718 h 1639089"/>
                <a:gd name="csX812" fmla="*/ 627259 w 1217254"/>
                <a:gd name="csY812" fmla="*/ 1469974 h 1639089"/>
                <a:gd name="csX813" fmla="*/ 630125 w 1217254"/>
                <a:gd name="csY813" fmla="*/ 1472362 h 1639089"/>
                <a:gd name="csX814" fmla="*/ 631558 w 1217254"/>
                <a:gd name="csY814" fmla="*/ 1470929 h 1639089"/>
                <a:gd name="csX815" fmla="*/ 634425 w 1217254"/>
                <a:gd name="csY815" fmla="*/ 1470451 h 1639089"/>
                <a:gd name="csX816" fmla="*/ 638724 w 1217254"/>
                <a:gd name="csY816" fmla="*/ 1471884 h 1639089"/>
                <a:gd name="csX817" fmla="*/ 637769 w 1217254"/>
                <a:gd name="csY817" fmla="*/ 1480006 h 1639089"/>
                <a:gd name="csX818" fmla="*/ 639680 w 1217254"/>
                <a:gd name="csY818" fmla="*/ 1487172 h 1639089"/>
                <a:gd name="csX819" fmla="*/ 639680 w 1217254"/>
                <a:gd name="csY819" fmla="*/ 1488605 h 1639089"/>
                <a:gd name="csX820" fmla="*/ 635380 w 1217254"/>
                <a:gd name="csY820" fmla="*/ 1492427 h 1639089"/>
                <a:gd name="csX821" fmla="*/ 635380 w 1217254"/>
                <a:gd name="csY821" fmla="*/ 1496249 h 1639089"/>
                <a:gd name="csX822" fmla="*/ 632992 w 1217254"/>
                <a:gd name="csY822" fmla="*/ 1497204 h 1639089"/>
                <a:gd name="csX823" fmla="*/ 630125 w 1217254"/>
                <a:gd name="csY823" fmla="*/ 1497204 h 1639089"/>
                <a:gd name="csX824" fmla="*/ 629647 w 1217254"/>
                <a:gd name="csY824" fmla="*/ 1501026 h 1639089"/>
                <a:gd name="csX825" fmla="*/ 627737 w 1217254"/>
                <a:gd name="csY825" fmla="*/ 1503892 h 1639089"/>
                <a:gd name="csX826" fmla="*/ 628214 w 1217254"/>
                <a:gd name="csY826" fmla="*/ 1505325 h 1639089"/>
                <a:gd name="csX827" fmla="*/ 628692 w 1217254"/>
                <a:gd name="csY827" fmla="*/ 1506759 h 1639089"/>
                <a:gd name="csX828" fmla="*/ 627259 w 1217254"/>
                <a:gd name="csY828" fmla="*/ 1509625 h 1639089"/>
                <a:gd name="csX829" fmla="*/ 625348 w 1217254"/>
                <a:gd name="csY829" fmla="*/ 1512491 h 1639089"/>
                <a:gd name="csX830" fmla="*/ 623437 w 1217254"/>
                <a:gd name="csY830" fmla="*/ 1515358 h 1639089"/>
                <a:gd name="csX831" fmla="*/ 622004 w 1217254"/>
                <a:gd name="csY831" fmla="*/ 1515358 h 1639089"/>
                <a:gd name="csX832" fmla="*/ 618660 w 1217254"/>
                <a:gd name="csY832" fmla="*/ 1515358 h 1639089"/>
                <a:gd name="csX833" fmla="*/ 614360 w 1217254"/>
                <a:gd name="csY833" fmla="*/ 1514880 h 1639089"/>
                <a:gd name="csX834" fmla="*/ 610538 w 1217254"/>
                <a:gd name="csY834" fmla="*/ 1511536 h 1639089"/>
                <a:gd name="csX835" fmla="*/ 609105 w 1217254"/>
                <a:gd name="csY835" fmla="*/ 1510103 h 1639089"/>
                <a:gd name="csX836" fmla="*/ 607672 w 1217254"/>
                <a:gd name="csY836" fmla="*/ 1509625 h 1639089"/>
                <a:gd name="csX837" fmla="*/ 608150 w 1217254"/>
                <a:gd name="csY837" fmla="*/ 1512014 h 1639089"/>
                <a:gd name="csX838" fmla="*/ 609105 w 1217254"/>
                <a:gd name="csY838" fmla="*/ 1512969 h 1639089"/>
                <a:gd name="csX839" fmla="*/ 612449 w 1217254"/>
                <a:gd name="csY839" fmla="*/ 1515836 h 1639089"/>
                <a:gd name="csX840" fmla="*/ 618182 w 1217254"/>
                <a:gd name="csY840" fmla="*/ 1519180 h 1639089"/>
                <a:gd name="csX841" fmla="*/ 618182 w 1217254"/>
                <a:gd name="csY841" fmla="*/ 1521091 h 1639089"/>
                <a:gd name="csX842" fmla="*/ 616749 w 1217254"/>
                <a:gd name="csY842" fmla="*/ 1522046 h 1639089"/>
                <a:gd name="csX843" fmla="*/ 612927 w 1217254"/>
                <a:gd name="csY843" fmla="*/ 1528257 h 1639089"/>
                <a:gd name="csX844" fmla="*/ 611494 w 1217254"/>
                <a:gd name="csY844" fmla="*/ 1528257 h 1639089"/>
                <a:gd name="csX845" fmla="*/ 610061 w 1217254"/>
                <a:gd name="csY845" fmla="*/ 1530167 h 1639089"/>
                <a:gd name="csX846" fmla="*/ 604806 w 1217254"/>
                <a:gd name="csY846" fmla="*/ 1529690 h 1639089"/>
                <a:gd name="csX847" fmla="*/ 602895 w 1217254"/>
                <a:gd name="csY847" fmla="*/ 1528734 h 1639089"/>
                <a:gd name="csX848" fmla="*/ 596206 w 1217254"/>
                <a:gd name="csY848" fmla="*/ 1529212 h 1639089"/>
                <a:gd name="csX849" fmla="*/ 594296 w 1217254"/>
                <a:gd name="csY849" fmla="*/ 1528734 h 1639089"/>
                <a:gd name="csX850" fmla="*/ 592385 w 1217254"/>
                <a:gd name="csY850" fmla="*/ 1529212 h 1639089"/>
                <a:gd name="csX851" fmla="*/ 594296 w 1217254"/>
                <a:gd name="csY851" fmla="*/ 1530645 h 1639089"/>
                <a:gd name="csX852" fmla="*/ 597640 w 1217254"/>
                <a:gd name="csY852" fmla="*/ 1532078 h 1639089"/>
                <a:gd name="csX853" fmla="*/ 601939 w 1217254"/>
                <a:gd name="csY853" fmla="*/ 1533989 h 1639089"/>
                <a:gd name="csX854" fmla="*/ 608150 w 1217254"/>
                <a:gd name="csY854" fmla="*/ 1534945 h 1639089"/>
                <a:gd name="csX855" fmla="*/ 607672 w 1217254"/>
                <a:gd name="csY855" fmla="*/ 1537333 h 1639089"/>
                <a:gd name="csX856" fmla="*/ 606239 w 1217254"/>
                <a:gd name="csY856" fmla="*/ 1539244 h 1639089"/>
                <a:gd name="csX857" fmla="*/ 607194 w 1217254"/>
                <a:gd name="csY857" fmla="*/ 1541633 h 1639089"/>
                <a:gd name="csX858" fmla="*/ 606239 w 1217254"/>
                <a:gd name="csY858" fmla="*/ 1543544 h 1639089"/>
                <a:gd name="csX859" fmla="*/ 606239 w 1217254"/>
                <a:gd name="csY859" fmla="*/ 1545933 h 1639089"/>
                <a:gd name="csX860" fmla="*/ 604806 w 1217254"/>
                <a:gd name="csY860" fmla="*/ 1551188 h 1639089"/>
                <a:gd name="csX861" fmla="*/ 606239 w 1217254"/>
                <a:gd name="csY861" fmla="*/ 1555009 h 1639089"/>
                <a:gd name="csX862" fmla="*/ 608150 w 1217254"/>
                <a:gd name="csY862" fmla="*/ 1556920 h 1639089"/>
                <a:gd name="csX863" fmla="*/ 608150 w 1217254"/>
                <a:gd name="csY863" fmla="*/ 1558831 h 1639089"/>
                <a:gd name="csX864" fmla="*/ 609105 w 1217254"/>
                <a:gd name="csY864" fmla="*/ 1562653 h 1639089"/>
                <a:gd name="csX865" fmla="*/ 606239 w 1217254"/>
                <a:gd name="csY865" fmla="*/ 1565997 h 1639089"/>
                <a:gd name="csX866" fmla="*/ 603850 w 1217254"/>
                <a:gd name="csY866" fmla="*/ 1565997 h 1639089"/>
                <a:gd name="csX867" fmla="*/ 600506 w 1217254"/>
                <a:gd name="csY867" fmla="*/ 1566475 h 1639089"/>
                <a:gd name="csX868" fmla="*/ 599550 w 1217254"/>
                <a:gd name="csY868" fmla="*/ 1567908 h 1639089"/>
                <a:gd name="csX869" fmla="*/ 604806 w 1217254"/>
                <a:gd name="csY869" fmla="*/ 1569341 h 1639089"/>
                <a:gd name="csX870" fmla="*/ 604328 w 1217254"/>
                <a:gd name="csY870" fmla="*/ 1571730 h 1639089"/>
                <a:gd name="csX871" fmla="*/ 602895 w 1217254"/>
                <a:gd name="csY871" fmla="*/ 1575074 h 1639089"/>
                <a:gd name="csX872" fmla="*/ 601461 w 1217254"/>
                <a:gd name="csY872" fmla="*/ 1581762 h 1639089"/>
                <a:gd name="csX873" fmla="*/ 598117 w 1217254"/>
                <a:gd name="csY873" fmla="*/ 1592750 h 1639089"/>
                <a:gd name="csX874" fmla="*/ 596684 w 1217254"/>
                <a:gd name="csY874" fmla="*/ 1604216 h 1639089"/>
                <a:gd name="csX875" fmla="*/ 590474 w 1217254"/>
                <a:gd name="csY875" fmla="*/ 1612815 h 1639089"/>
                <a:gd name="csX876" fmla="*/ 588085 w 1217254"/>
                <a:gd name="csY876" fmla="*/ 1613292 h 1639089"/>
                <a:gd name="csX877" fmla="*/ 587607 w 1217254"/>
                <a:gd name="csY877" fmla="*/ 1613770 h 1639089"/>
                <a:gd name="csX878" fmla="*/ 584263 w 1217254"/>
                <a:gd name="csY878" fmla="*/ 1613292 h 1639089"/>
                <a:gd name="csX879" fmla="*/ 579486 w 1217254"/>
                <a:gd name="csY879" fmla="*/ 1610904 h 1639089"/>
                <a:gd name="csX880" fmla="*/ 575664 w 1217254"/>
                <a:gd name="csY880" fmla="*/ 1610426 h 1639089"/>
                <a:gd name="csX881" fmla="*/ 572798 w 1217254"/>
                <a:gd name="csY881" fmla="*/ 1610426 h 1639089"/>
                <a:gd name="csX882" fmla="*/ 572798 w 1217254"/>
                <a:gd name="csY882" fmla="*/ 1611381 h 1639089"/>
                <a:gd name="csX883" fmla="*/ 574708 w 1217254"/>
                <a:gd name="csY883" fmla="*/ 1613292 h 1639089"/>
                <a:gd name="csX884" fmla="*/ 578053 w 1217254"/>
                <a:gd name="csY884" fmla="*/ 1613770 h 1639089"/>
                <a:gd name="csX885" fmla="*/ 580919 w 1217254"/>
                <a:gd name="csY885" fmla="*/ 1614726 h 1639089"/>
                <a:gd name="csX886" fmla="*/ 585219 w 1217254"/>
                <a:gd name="csY886" fmla="*/ 1616159 h 1639089"/>
                <a:gd name="csX887" fmla="*/ 587130 w 1217254"/>
                <a:gd name="csY887" fmla="*/ 1618070 h 1639089"/>
                <a:gd name="csX888" fmla="*/ 588085 w 1217254"/>
                <a:gd name="csY888" fmla="*/ 1619981 h 1639089"/>
                <a:gd name="csX889" fmla="*/ 588085 w 1217254"/>
                <a:gd name="csY889" fmla="*/ 1621414 h 1639089"/>
                <a:gd name="csX890" fmla="*/ 588085 w 1217254"/>
                <a:gd name="csY890" fmla="*/ 1622369 h 1639089"/>
                <a:gd name="csX891" fmla="*/ 589040 w 1217254"/>
                <a:gd name="csY891" fmla="*/ 1630013 h 1639089"/>
                <a:gd name="csX892" fmla="*/ 586652 w 1217254"/>
                <a:gd name="csY892" fmla="*/ 1632402 h 1639089"/>
                <a:gd name="csX893" fmla="*/ 584741 w 1217254"/>
                <a:gd name="csY893" fmla="*/ 1634790 h 1639089"/>
                <a:gd name="csX894" fmla="*/ 579008 w 1217254"/>
                <a:gd name="csY894" fmla="*/ 1634312 h 1639089"/>
                <a:gd name="csX895" fmla="*/ 578053 w 1217254"/>
                <a:gd name="csY895" fmla="*/ 1633835 h 1639089"/>
                <a:gd name="csX896" fmla="*/ 572320 w 1217254"/>
                <a:gd name="csY896" fmla="*/ 1631446 h 1639089"/>
                <a:gd name="csX897" fmla="*/ 572798 w 1217254"/>
                <a:gd name="csY897" fmla="*/ 1632402 h 1639089"/>
                <a:gd name="csX898" fmla="*/ 576620 w 1217254"/>
                <a:gd name="csY898" fmla="*/ 1635746 h 1639089"/>
                <a:gd name="csX899" fmla="*/ 578053 w 1217254"/>
                <a:gd name="csY899" fmla="*/ 1637179 h 1639089"/>
                <a:gd name="csX900" fmla="*/ 577097 w 1217254"/>
                <a:gd name="csY900" fmla="*/ 1637657 h 1639089"/>
                <a:gd name="csX901" fmla="*/ 575664 w 1217254"/>
                <a:gd name="csY901" fmla="*/ 1637657 h 1639089"/>
                <a:gd name="csX902" fmla="*/ 573275 w 1217254"/>
                <a:gd name="csY902" fmla="*/ 1639090 h 1639089"/>
                <a:gd name="csX903" fmla="*/ 568976 w 1217254"/>
                <a:gd name="csY903" fmla="*/ 1638134 h 1639089"/>
                <a:gd name="csX904" fmla="*/ 569454 w 1217254"/>
                <a:gd name="csY904" fmla="*/ 1636701 h 1639089"/>
                <a:gd name="csX905" fmla="*/ 570409 w 1217254"/>
                <a:gd name="csY905" fmla="*/ 1634790 h 1639089"/>
                <a:gd name="csX906" fmla="*/ 568498 w 1217254"/>
                <a:gd name="csY906" fmla="*/ 1635268 h 1639089"/>
                <a:gd name="csX907" fmla="*/ 566109 w 1217254"/>
                <a:gd name="csY907" fmla="*/ 1636223 h 1639089"/>
                <a:gd name="csX908" fmla="*/ 564676 w 1217254"/>
                <a:gd name="csY908" fmla="*/ 1635746 h 1639089"/>
                <a:gd name="csX909" fmla="*/ 563721 w 1217254"/>
                <a:gd name="csY909" fmla="*/ 1635746 h 1639089"/>
                <a:gd name="csX910" fmla="*/ 563243 w 1217254"/>
                <a:gd name="csY910" fmla="*/ 1634790 h 1639089"/>
                <a:gd name="csX911" fmla="*/ 562288 w 1217254"/>
                <a:gd name="csY911" fmla="*/ 1631446 h 1639089"/>
                <a:gd name="csX912" fmla="*/ 563243 w 1217254"/>
                <a:gd name="csY912" fmla="*/ 1630013 h 1639089"/>
                <a:gd name="csX913" fmla="*/ 567065 w 1217254"/>
                <a:gd name="csY913" fmla="*/ 1625713 h 1639089"/>
                <a:gd name="csX914" fmla="*/ 568020 w 1217254"/>
                <a:gd name="csY914" fmla="*/ 1623325 h 1639089"/>
                <a:gd name="csX915" fmla="*/ 567065 w 1217254"/>
                <a:gd name="csY915" fmla="*/ 1622369 h 1639089"/>
                <a:gd name="csX916" fmla="*/ 564676 w 1217254"/>
                <a:gd name="csY916" fmla="*/ 1624758 h 1639089"/>
                <a:gd name="csX917" fmla="*/ 561810 w 1217254"/>
                <a:gd name="csY917" fmla="*/ 1628580 h 1639089"/>
                <a:gd name="csX918" fmla="*/ 560854 w 1217254"/>
                <a:gd name="csY918" fmla="*/ 1630968 h 1639089"/>
                <a:gd name="csX919" fmla="*/ 559421 w 1217254"/>
                <a:gd name="csY919" fmla="*/ 1631446 h 1639089"/>
                <a:gd name="csX920" fmla="*/ 555122 w 1217254"/>
                <a:gd name="csY920" fmla="*/ 1630491 h 1639089"/>
                <a:gd name="csX921" fmla="*/ 544134 w 1217254"/>
                <a:gd name="csY921" fmla="*/ 1624758 h 1639089"/>
                <a:gd name="csX922" fmla="*/ 544612 w 1217254"/>
                <a:gd name="csY922" fmla="*/ 1621414 h 1639089"/>
                <a:gd name="csX923" fmla="*/ 544134 w 1217254"/>
                <a:gd name="csY923" fmla="*/ 1618547 h 1639089"/>
                <a:gd name="csX924" fmla="*/ 547478 w 1217254"/>
                <a:gd name="csY924" fmla="*/ 1618070 h 1639089"/>
                <a:gd name="csX925" fmla="*/ 549867 w 1217254"/>
                <a:gd name="csY925" fmla="*/ 1617114 h 1639089"/>
                <a:gd name="csX926" fmla="*/ 552255 w 1217254"/>
                <a:gd name="csY926" fmla="*/ 1615681 h 1639089"/>
                <a:gd name="csX927" fmla="*/ 554644 w 1217254"/>
                <a:gd name="csY927" fmla="*/ 1612815 h 1639089"/>
                <a:gd name="csX928" fmla="*/ 556555 w 1217254"/>
                <a:gd name="csY928" fmla="*/ 1608037 h 1639089"/>
                <a:gd name="csX929" fmla="*/ 556555 w 1217254"/>
                <a:gd name="csY929" fmla="*/ 1607560 h 1639089"/>
                <a:gd name="csX930" fmla="*/ 549867 w 1217254"/>
                <a:gd name="csY930" fmla="*/ 1613770 h 1639089"/>
                <a:gd name="csX931" fmla="*/ 546045 w 1217254"/>
                <a:gd name="csY931" fmla="*/ 1615681 h 1639089"/>
                <a:gd name="csX932" fmla="*/ 544134 w 1217254"/>
                <a:gd name="csY932" fmla="*/ 1616159 h 1639089"/>
                <a:gd name="csX933" fmla="*/ 543178 w 1217254"/>
                <a:gd name="csY933" fmla="*/ 1615203 h 1639089"/>
                <a:gd name="csX934" fmla="*/ 539834 w 1217254"/>
                <a:gd name="csY934" fmla="*/ 1613292 h 1639089"/>
                <a:gd name="csX935" fmla="*/ 537924 w 1217254"/>
                <a:gd name="csY935" fmla="*/ 1612337 h 1639089"/>
                <a:gd name="csX936" fmla="*/ 533146 w 1217254"/>
                <a:gd name="csY936" fmla="*/ 1610904 h 1639089"/>
                <a:gd name="csX937" fmla="*/ 532191 w 1217254"/>
                <a:gd name="csY937" fmla="*/ 1610426 h 1639089"/>
                <a:gd name="csX938" fmla="*/ 530758 w 1217254"/>
                <a:gd name="csY938" fmla="*/ 1609471 h 1639089"/>
                <a:gd name="csX939" fmla="*/ 528847 w 1217254"/>
                <a:gd name="csY939" fmla="*/ 1603738 h 1639089"/>
                <a:gd name="csX940" fmla="*/ 531235 w 1217254"/>
                <a:gd name="csY940" fmla="*/ 1596572 h 1639089"/>
                <a:gd name="csX941" fmla="*/ 533146 w 1217254"/>
                <a:gd name="csY941" fmla="*/ 1594183 h 1639089"/>
                <a:gd name="csX942" fmla="*/ 534101 w 1217254"/>
                <a:gd name="csY942" fmla="*/ 1591795 h 1639089"/>
                <a:gd name="csX943" fmla="*/ 534579 w 1217254"/>
                <a:gd name="csY943" fmla="*/ 1588451 h 1639089"/>
                <a:gd name="csX944" fmla="*/ 534579 w 1217254"/>
                <a:gd name="csY944" fmla="*/ 1587017 h 1639089"/>
                <a:gd name="csX945" fmla="*/ 532668 w 1217254"/>
                <a:gd name="csY945" fmla="*/ 1587495 h 1639089"/>
                <a:gd name="csX946" fmla="*/ 532191 w 1217254"/>
                <a:gd name="csY946" fmla="*/ 1588928 h 1639089"/>
                <a:gd name="csX947" fmla="*/ 532191 w 1217254"/>
                <a:gd name="csY947" fmla="*/ 1590361 h 1639089"/>
                <a:gd name="csX948" fmla="*/ 531713 w 1217254"/>
                <a:gd name="csY948" fmla="*/ 1591795 h 1639089"/>
                <a:gd name="csX949" fmla="*/ 525980 w 1217254"/>
                <a:gd name="csY949" fmla="*/ 1594661 h 1639089"/>
                <a:gd name="csX950" fmla="*/ 520247 w 1217254"/>
                <a:gd name="csY950" fmla="*/ 1596572 h 1639089"/>
                <a:gd name="csX951" fmla="*/ 517381 w 1217254"/>
                <a:gd name="csY951" fmla="*/ 1598960 h 1639089"/>
                <a:gd name="csX952" fmla="*/ 515948 w 1217254"/>
                <a:gd name="csY952" fmla="*/ 1600394 h 1639089"/>
                <a:gd name="csX953" fmla="*/ 514515 w 1217254"/>
                <a:gd name="csY953" fmla="*/ 1602305 h 1639089"/>
                <a:gd name="csX954" fmla="*/ 512604 w 1217254"/>
                <a:gd name="csY954" fmla="*/ 1601827 h 1639089"/>
                <a:gd name="csX955" fmla="*/ 509260 w 1217254"/>
                <a:gd name="csY955" fmla="*/ 1602305 h 1639089"/>
                <a:gd name="csX956" fmla="*/ 507349 w 1217254"/>
                <a:gd name="csY956" fmla="*/ 1603260 h 1639089"/>
                <a:gd name="csX957" fmla="*/ 504482 w 1217254"/>
                <a:gd name="csY957" fmla="*/ 1602782 h 1639089"/>
                <a:gd name="csX958" fmla="*/ 502571 w 1217254"/>
                <a:gd name="csY958" fmla="*/ 1601349 h 1639089"/>
                <a:gd name="csX959" fmla="*/ 500660 w 1217254"/>
                <a:gd name="csY959" fmla="*/ 1600871 h 1639089"/>
                <a:gd name="csX960" fmla="*/ 497794 w 1217254"/>
                <a:gd name="csY960" fmla="*/ 1601827 h 1639089"/>
                <a:gd name="csX961" fmla="*/ 496361 w 1217254"/>
                <a:gd name="csY961" fmla="*/ 1601827 h 1639089"/>
                <a:gd name="csX962" fmla="*/ 496361 w 1217254"/>
                <a:gd name="csY962" fmla="*/ 1602782 h 1639089"/>
                <a:gd name="csX963" fmla="*/ 497317 w 1217254"/>
                <a:gd name="csY963" fmla="*/ 1605649 h 1639089"/>
                <a:gd name="csX964" fmla="*/ 495405 w 1217254"/>
                <a:gd name="csY964" fmla="*/ 1605649 h 1639089"/>
                <a:gd name="csX965" fmla="*/ 492061 w 1217254"/>
                <a:gd name="csY965" fmla="*/ 1605649 h 1639089"/>
                <a:gd name="csX966" fmla="*/ 490151 w 1217254"/>
                <a:gd name="csY966" fmla="*/ 1604693 h 1639089"/>
                <a:gd name="csX967" fmla="*/ 488717 w 1217254"/>
                <a:gd name="csY967" fmla="*/ 1603738 h 1639089"/>
                <a:gd name="csX968" fmla="*/ 487284 w 1217254"/>
                <a:gd name="csY968" fmla="*/ 1602305 h 1639089"/>
                <a:gd name="csX969" fmla="*/ 488240 w 1217254"/>
                <a:gd name="csY969" fmla="*/ 1600871 h 1639089"/>
                <a:gd name="csX970" fmla="*/ 493972 w 1217254"/>
                <a:gd name="csY970" fmla="*/ 1597527 h 1639089"/>
                <a:gd name="csX971" fmla="*/ 496839 w 1217254"/>
                <a:gd name="csY971" fmla="*/ 1595616 h 1639089"/>
                <a:gd name="csX972" fmla="*/ 494928 w 1217254"/>
                <a:gd name="csY972" fmla="*/ 1594661 h 1639089"/>
                <a:gd name="csX973" fmla="*/ 489195 w 1217254"/>
                <a:gd name="csY973" fmla="*/ 1595139 h 1639089"/>
                <a:gd name="csX974" fmla="*/ 488240 w 1217254"/>
                <a:gd name="csY974" fmla="*/ 1594661 h 1639089"/>
                <a:gd name="csX975" fmla="*/ 484418 w 1217254"/>
                <a:gd name="csY975" fmla="*/ 1595139 h 1639089"/>
                <a:gd name="csX976" fmla="*/ 484418 w 1217254"/>
                <a:gd name="csY976" fmla="*/ 1590361 h 1639089"/>
                <a:gd name="csX977" fmla="*/ 483462 w 1217254"/>
                <a:gd name="csY977" fmla="*/ 1588928 h 1639089"/>
                <a:gd name="csX978" fmla="*/ 483462 w 1217254"/>
                <a:gd name="csY978" fmla="*/ 1588451 h 1639089"/>
                <a:gd name="csX979" fmla="*/ 482507 w 1217254"/>
                <a:gd name="csY979" fmla="*/ 1587017 h 1639089"/>
                <a:gd name="csX980" fmla="*/ 481074 w 1217254"/>
                <a:gd name="csY980" fmla="*/ 1586540 h 1639089"/>
                <a:gd name="csX981" fmla="*/ 480118 w 1217254"/>
                <a:gd name="csY981" fmla="*/ 1586062 h 1639089"/>
                <a:gd name="csX982" fmla="*/ 473908 w 1217254"/>
                <a:gd name="csY982" fmla="*/ 1584629 h 1639089"/>
                <a:gd name="csX983" fmla="*/ 472952 w 1217254"/>
                <a:gd name="csY983" fmla="*/ 1582240 h 1639089"/>
                <a:gd name="csX984" fmla="*/ 472475 w 1217254"/>
                <a:gd name="csY984" fmla="*/ 1579374 h 1639089"/>
                <a:gd name="csX985" fmla="*/ 471519 w 1217254"/>
                <a:gd name="csY985" fmla="*/ 1575552 h 1639089"/>
                <a:gd name="csX986" fmla="*/ 468175 w 1217254"/>
                <a:gd name="csY986" fmla="*/ 1574596 h 1639089"/>
                <a:gd name="csX987" fmla="*/ 466742 w 1217254"/>
                <a:gd name="csY987" fmla="*/ 1573163 h 1639089"/>
                <a:gd name="csX988" fmla="*/ 467697 w 1217254"/>
                <a:gd name="csY988" fmla="*/ 1571252 h 1639089"/>
                <a:gd name="csX989" fmla="*/ 468653 w 1217254"/>
                <a:gd name="csY989" fmla="*/ 1569341 h 1639089"/>
                <a:gd name="csX990" fmla="*/ 467219 w 1217254"/>
                <a:gd name="csY990" fmla="*/ 1568386 h 1639089"/>
                <a:gd name="csX991" fmla="*/ 466264 w 1217254"/>
                <a:gd name="csY991" fmla="*/ 1566953 h 1639089"/>
                <a:gd name="csX992" fmla="*/ 466264 w 1217254"/>
                <a:gd name="csY992" fmla="*/ 1565997 h 1639089"/>
                <a:gd name="csX993" fmla="*/ 465309 w 1217254"/>
                <a:gd name="csY993" fmla="*/ 1563609 h 1639089"/>
                <a:gd name="csX994" fmla="*/ 464831 w 1217254"/>
                <a:gd name="csY994" fmla="*/ 1561220 h 1639089"/>
                <a:gd name="csX995" fmla="*/ 466264 w 1217254"/>
                <a:gd name="csY995" fmla="*/ 1559787 h 1639089"/>
                <a:gd name="csX996" fmla="*/ 469608 w 1217254"/>
                <a:gd name="csY996" fmla="*/ 1557398 h 1639089"/>
                <a:gd name="csX997" fmla="*/ 471041 w 1217254"/>
                <a:gd name="csY997" fmla="*/ 1556443 h 1639089"/>
                <a:gd name="csX998" fmla="*/ 471519 w 1217254"/>
                <a:gd name="csY998" fmla="*/ 1555487 h 1639089"/>
                <a:gd name="csX999" fmla="*/ 475819 w 1217254"/>
                <a:gd name="csY999" fmla="*/ 1554054 h 1639089"/>
                <a:gd name="csX1000" fmla="*/ 471997 w 1217254"/>
                <a:gd name="csY1000" fmla="*/ 1553098 h 1639089"/>
                <a:gd name="csX1001" fmla="*/ 470086 w 1217254"/>
                <a:gd name="csY1001" fmla="*/ 1552621 h 1639089"/>
                <a:gd name="csX1002" fmla="*/ 468175 w 1217254"/>
                <a:gd name="csY1002" fmla="*/ 1553576 h 1639089"/>
                <a:gd name="csX1003" fmla="*/ 466742 w 1217254"/>
                <a:gd name="csY1003" fmla="*/ 1555487 h 1639089"/>
                <a:gd name="csX1004" fmla="*/ 465309 w 1217254"/>
                <a:gd name="csY1004" fmla="*/ 1556920 h 1639089"/>
                <a:gd name="csX1005" fmla="*/ 460053 w 1217254"/>
                <a:gd name="csY1005" fmla="*/ 1557398 h 1639089"/>
                <a:gd name="csX1006" fmla="*/ 459098 w 1217254"/>
                <a:gd name="csY1006" fmla="*/ 1556443 h 1639089"/>
                <a:gd name="csX1007" fmla="*/ 458620 w 1217254"/>
                <a:gd name="csY1007" fmla="*/ 1553576 h 1639089"/>
                <a:gd name="csX1008" fmla="*/ 459098 w 1217254"/>
                <a:gd name="csY1008" fmla="*/ 1551188 h 1639089"/>
                <a:gd name="csX1009" fmla="*/ 461487 w 1217254"/>
                <a:gd name="csY1009" fmla="*/ 1548321 h 1639089"/>
                <a:gd name="csX1010" fmla="*/ 458620 w 1217254"/>
                <a:gd name="csY1010" fmla="*/ 1546410 h 1639089"/>
                <a:gd name="csX1011" fmla="*/ 456232 w 1217254"/>
                <a:gd name="csY1011" fmla="*/ 1545933 h 1639089"/>
                <a:gd name="csX1012" fmla="*/ 453365 w 1217254"/>
                <a:gd name="csY1012" fmla="*/ 1544499 h 1639089"/>
                <a:gd name="csX1013" fmla="*/ 450977 w 1217254"/>
                <a:gd name="csY1013" fmla="*/ 1543066 h 1639089"/>
                <a:gd name="csX1014" fmla="*/ 449066 w 1217254"/>
                <a:gd name="csY1014" fmla="*/ 1541155 h 1639089"/>
                <a:gd name="csX1015" fmla="*/ 446677 w 1217254"/>
                <a:gd name="csY1015" fmla="*/ 1539244 h 1639089"/>
                <a:gd name="csX1016" fmla="*/ 446199 w 1217254"/>
                <a:gd name="csY1016" fmla="*/ 1538767 h 1639089"/>
                <a:gd name="csX1017" fmla="*/ 446677 w 1217254"/>
                <a:gd name="csY1017" fmla="*/ 1536378 h 1639089"/>
                <a:gd name="csX1018" fmla="*/ 447155 w 1217254"/>
                <a:gd name="csY1018" fmla="*/ 1534467 h 1639089"/>
                <a:gd name="csX1019" fmla="*/ 447633 w 1217254"/>
                <a:gd name="csY1019" fmla="*/ 1530645 h 1639089"/>
                <a:gd name="csX1020" fmla="*/ 446677 w 1217254"/>
                <a:gd name="csY1020" fmla="*/ 1528734 h 1639089"/>
                <a:gd name="csX1021" fmla="*/ 448588 w 1217254"/>
                <a:gd name="csY1021" fmla="*/ 1525390 h 1639089"/>
                <a:gd name="csX1022" fmla="*/ 450977 w 1217254"/>
                <a:gd name="csY1022" fmla="*/ 1521568 h 1639089"/>
                <a:gd name="csX1023" fmla="*/ 456710 w 1217254"/>
                <a:gd name="csY1023" fmla="*/ 1515836 h 1639089"/>
                <a:gd name="csX1024" fmla="*/ 450499 w 1217254"/>
                <a:gd name="csY1024" fmla="*/ 1518702 h 1639089"/>
                <a:gd name="csX1025" fmla="*/ 445722 w 1217254"/>
                <a:gd name="csY1025" fmla="*/ 1524912 h 1639089"/>
                <a:gd name="csX1026" fmla="*/ 444766 w 1217254"/>
                <a:gd name="csY1026" fmla="*/ 1524912 h 1639089"/>
                <a:gd name="csX1027" fmla="*/ 444288 w 1217254"/>
                <a:gd name="csY1027" fmla="*/ 1523957 h 1639089"/>
                <a:gd name="csX1028" fmla="*/ 442378 w 1217254"/>
                <a:gd name="csY1028" fmla="*/ 1520135 h 1639089"/>
                <a:gd name="csX1029" fmla="*/ 440944 w 1217254"/>
                <a:gd name="csY1029" fmla="*/ 1519180 h 1639089"/>
                <a:gd name="csX1030" fmla="*/ 440467 w 1217254"/>
                <a:gd name="csY1030" fmla="*/ 1517746 h 1639089"/>
                <a:gd name="csX1031" fmla="*/ 437600 w 1217254"/>
                <a:gd name="csY1031" fmla="*/ 1515836 h 1639089"/>
                <a:gd name="csX1032" fmla="*/ 436645 w 1217254"/>
                <a:gd name="csY1032" fmla="*/ 1514402 h 1639089"/>
                <a:gd name="csX1033" fmla="*/ 434734 w 1217254"/>
                <a:gd name="csY1033" fmla="*/ 1511058 h 1639089"/>
                <a:gd name="csX1034" fmla="*/ 432345 w 1217254"/>
                <a:gd name="csY1034" fmla="*/ 1507714 h 1639089"/>
                <a:gd name="csX1035" fmla="*/ 429001 w 1217254"/>
                <a:gd name="csY1035" fmla="*/ 1500071 h 1639089"/>
                <a:gd name="csX1036" fmla="*/ 423268 w 1217254"/>
                <a:gd name="csY1036" fmla="*/ 1491949 h 1639089"/>
                <a:gd name="csX1037" fmla="*/ 421835 w 1217254"/>
                <a:gd name="csY1037" fmla="*/ 1487172 h 1639089"/>
                <a:gd name="csX1038" fmla="*/ 423746 w 1217254"/>
                <a:gd name="csY1038" fmla="*/ 1480961 h 1639089"/>
                <a:gd name="csX1039" fmla="*/ 421835 w 1217254"/>
                <a:gd name="csY1039" fmla="*/ 1477139 h 1639089"/>
                <a:gd name="csX1040" fmla="*/ 427090 w 1217254"/>
                <a:gd name="csY1040" fmla="*/ 1474751 h 1639089"/>
                <a:gd name="csX1041" fmla="*/ 434734 w 1217254"/>
                <a:gd name="csY1041" fmla="*/ 1472840 h 1639089"/>
                <a:gd name="csX1042" fmla="*/ 438556 w 1217254"/>
                <a:gd name="csY1042" fmla="*/ 1470929 h 1639089"/>
                <a:gd name="csX1043" fmla="*/ 440944 w 1217254"/>
                <a:gd name="csY1043" fmla="*/ 1470451 h 1639089"/>
                <a:gd name="csX1044" fmla="*/ 445722 w 1217254"/>
                <a:gd name="csY1044" fmla="*/ 1469974 h 1639089"/>
                <a:gd name="csX1045" fmla="*/ 447155 w 1217254"/>
                <a:gd name="csY1045" fmla="*/ 1468063 h 1639089"/>
                <a:gd name="csX1046" fmla="*/ 444766 w 1217254"/>
                <a:gd name="csY1046" fmla="*/ 1468540 h 1639089"/>
                <a:gd name="csX1047" fmla="*/ 442855 w 1217254"/>
                <a:gd name="csY1047" fmla="*/ 1468540 h 1639089"/>
                <a:gd name="csX1048" fmla="*/ 442855 w 1217254"/>
                <a:gd name="csY1048" fmla="*/ 1467585 h 1639089"/>
                <a:gd name="csX1049" fmla="*/ 443333 w 1217254"/>
                <a:gd name="csY1049" fmla="*/ 1466152 h 1639089"/>
                <a:gd name="csX1050" fmla="*/ 443811 w 1217254"/>
                <a:gd name="csY1050" fmla="*/ 1464241 h 1639089"/>
                <a:gd name="csX1051" fmla="*/ 442855 w 1217254"/>
                <a:gd name="csY1051" fmla="*/ 1464718 h 1639089"/>
                <a:gd name="csX1052" fmla="*/ 438078 w 1217254"/>
                <a:gd name="csY1052" fmla="*/ 1468063 h 1639089"/>
                <a:gd name="csX1053" fmla="*/ 431390 w 1217254"/>
                <a:gd name="csY1053" fmla="*/ 1470451 h 1639089"/>
                <a:gd name="csX1054" fmla="*/ 425657 w 1217254"/>
                <a:gd name="csY1054" fmla="*/ 1471884 h 1639089"/>
                <a:gd name="csX1055" fmla="*/ 424702 w 1217254"/>
                <a:gd name="csY1055" fmla="*/ 1471884 h 1639089"/>
                <a:gd name="csX1056" fmla="*/ 422791 w 1217254"/>
                <a:gd name="csY1056" fmla="*/ 1472840 h 1639089"/>
                <a:gd name="csX1057" fmla="*/ 421835 w 1217254"/>
                <a:gd name="csY1057" fmla="*/ 1473318 h 1639089"/>
                <a:gd name="csX1058" fmla="*/ 420880 w 1217254"/>
                <a:gd name="csY1058" fmla="*/ 1472840 h 1639089"/>
                <a:gd name="csX1059" fmla="*/ 418969 w 1217254"/>
                <a:gd name="csY1059" fmla="*/ 1470451 h 1639089"/>
                <a:gd name="csX1060" fmla="*/ 418491 w 1217254"/>
                <a:gd name="csY1060" fmla="*/ 1468540 h 1639089"/>
                <a:gd name="csX1061" fmla="*/ 421835 w 1217254"/>
                <a:gd name="csY1061" fmla="*/ 1464241 h 1639089"/>
                <a:gd name="csX1062" fmla="*/ 424702 w 1217254"/>
                <a:gd name="csY1062" fmla="*/ 1457553 h 1639089"/>
                <a:gd name="csX1063" fmla="*/ 428046 w 1217254"/>
                <a:gd name="csY1063" fmla="*/ 1453731 h 1639089"/>
                <a:gd name="csX1064" fmla="*/ 430434 w 1217254"/>
                <a:gd name="csY1064" fmla="*/ 1453253 h 1639089"/>
                <a:gd name="csX1065" fmla="*/ 434734 w 1217254"/>
                <a:gd name="csY1065" fmla="*/ 1453253 h 1639089"/>
                <a:gd name="csX1066" fmla="*/ 436167 w 1217254"/>
                <a:gd name="csY1066" fmla="*/ 1453731 h 1639089"/>
                <a:gd name="csX1067" fmla="*/ 435689 w 1217254"/>
                <a:gd name="csY1067" fmla="*/ 1451342 h 1639089"/>
                <a:gd name="csX1068" fmla="*/ 435689 w 1217254"/>
                <a:gd name="csY1068" fmla="*/ 1449909 h 1639089"/>
                <a:gd name="csX1069" fmla="*/ 439033 w 1217254"/>
                <a:gd name="csY1069" fmla="*/ 1448476 h 1639089"/>
                <a:gd name="csX1070" fmla="*/ 442855 w 1217254"/>
                <a:gd name="csY1070" fmla="*/ 1447998 h 1639089"/>
                <a:gd name="csX1071" fmla="*/ 445244 w 1217254"/>
                <a:gd name="csY1071" fmla="*/ 1448476 h 1639089"/>
                <a:gd name="csX1072" fmla="*/ 447155 w 1217254"/>
                <a:gd name="csY1072" fmla="*/ 1451342 h 1639089"/>
                <a:gd name="csX1073" fmla="*/ 449544 w 1217254"/>
                <a:gd name="csY1073" fmla="*/ 1456597 h 1639089"/>
                <a:gd name="csX1074" fmla="*/ 452410 w 1217254"/>
                <a:gd name="csY1074" fmla="*/ 1458508 h 1639089"/>
                <a:gd name="csX1075" fmla="*/ 452410 w 1217254"/>
                <a:gd name="csY1075" fmla="*/ 1455642 h 1639089"/>
                <a:gd name="csX1076" fmla="*/ 450499 w 1217254"/>
                <a:gd name="csY1076" fmla="*/ 1452775 h 1639089"/>
                <a:gd name="csX1077" fmla="*/ 450021 w 1217254"/>
                <a:gd name="csY1077" fmla="*/ 1447520 h 1639089"/>
                <a:gd name="csX1078" fmla="*/ 448110 w 1217254"/>
                <a:gd name="csY1078" fmla="*/ 1445609 h 1639089"/>
                <a:gd name="csX1079" fmla="*/ 446677 w 1217254"/>
                <a:gd name="csY1079" fmla="*/ 1444176 h 1639089"/>
                <a:gd name="csX1080" fmla="*/ 442378 w 1217254"/>
                <a:gd name="csY1080" fmla="*/ 1445132 h 1639089"/>
                <a:gd name="csX1081" fmla="*/ 439511 w 1217254"/>
                <a:gd name="csY1081" fmla="*/ 1441310 h 1639089"/>
                <a:gd name="csX1082" fmla="*/ 439033 w 1217254"/>
                <a:gd name="csY1082" fmla="*/ 1439877 h 1639089"/>
                <a:gd name="csX1083" fmla="*/ 439033 w 1217254"/>
                <a:gd name="csY1083" fmla="*/ 1437966 h 1639089"/>
                <a:gd name="csX1084" fmla="*/ 436167 w 1217254"/>
                <a:gd name="csY1084" fmla="*/ 1432711 h 1639089"/>
                <a:gd name="csX1085" fmla="*/ 435689 w 1217254"/>
                <a:gd name="csY1085" fmla="*/ 1429844 h 1639089"/>
                <a:gd name="csX1086" fmla="*/ 434256 w 1217254"/>
                <a:gd name="csY1086" fmla="*/ 1426500 h 1639089"/>
                <a:gd name="csX1087" fmla="*/ 433301 w 1217254"/>
                <a:gd name="csY1087" fmla="*/ 1426023 h 1639089"/>
                <a:gd name="csX1088" fmla="*/ 434256 w 1217254"/>
                <a:gd name="csY1088" fmla="*/ 1430800 h 1639089"/>
                <a:gd name="csX1089" fmla="*/ 435689 w 1217254"/>
                <a:gd name="csY1089" fmla="*/ 1433666 h 1639089"/>
                <a:gd name="csX1090" fmla="*/ 437122 w 1217254"/>
                <a:gd name="csY1090" fmla="*/ 1440832 h 1639089"/>
                <a:gd name="csX1091" fmla="*/ 438078 w 1217254"/>
                <a:gd name="csY1091" fmla="*/ 1443698 h 1639089"/>
                <a:gd name="csX1092" fmla="*/ 437122 w 1217254"/>
                <a:gd name="csY1092" fmla="*/ 1445609 h 1639089"/>
                <a:gd name="csX1093" fmla="*/ 434734 w 1217254"/>
                <a:gd name="csY1093" fmla="*/ 1447998 h 1639089"/>
                <a:gd name="csX1094" fmla="*/ 432823 w 1217254"/>
                <a:gd name="csY1094" fmla="*/ 1449431 h 1639089"/>
                <a:gd name="csX1095" fmla="*/ 428523 w 1217254"/>
                <a:gd name="csY1095" fmla="*/ 1450864 h 1639089"/>
                <a:gd name="csX1096" fmla="*/ 429479 w 1217254"/>
                <a:gd name="csY1096" fmla="*/ 1447520 h 1639089"/>
                <a:gd name="csX1097" fmla="*/ 429957 w 1217254"/>
                <a:gd name="csY1097" fmla="*/ 1444176 h 1639089"/>
                <a:gd name="csX1098" fmla="*/ 427568 w 1217254"/>
                <a:gd name="csY1098" fmla="*/ 1445132 h 1639089"/>
                <a:gd name="csX1099" fmla="*/ 425657 w 1217254"/>
                <a:gd name="csY1099" fmla="*/ 1447520 h 1639089"/>
                <a:gd name="csX1100" fmla="*/ 424702 w 1217254"/>
                <a:gd name="csY1100" fmla="*/ 1450864 h 1639089"/>
                <a:gd name="csX1101" fmla="*/ 423268 w 1217254"/>
                <a:gd name="csY1101" fmla="*/ 1454209 h 1639089"/>
                <a:gd name="csX1102" fmla="*/ 419446 w 1217254"/>
                <a:gd name="csY1102" fmla="*/ 1461374 h 1639089"/>
                <a:gd name="csX1103" fmla="*/ 417536 w 1217254"/>
                <a:gd name="csY1103" fmla="*/ 1465674 h 1639089"/>
                <a:gd name="csX1104" fmla="*/ 416103 w 1217254"/>
                <a:gd name="csY1104" fmla="*/ 1467585 h 1639089"/>
                <a:gd name="csX1105" fmla="*/ 414191 w 1217254"/>
                <a:gd name="csY1105" fmla="*/ 1468063 h 1639089"/>
                <a:gd name="csX1106" fmla="*/ 412758 w 1217254"/>
                <a:gd name="csY1106" fmla="*/ 1466630 h 1639089"/>
                <a:gd name="csX1107" fmla="*/ 411803 w 1217254"/>
                <a:gd name="csY1107" fmla="*/ 1462808 h 1639089"/>
                <a:gd name="csX1108" fmla="*/ 410847 w 1217254"/>
                <a:gd name="csY1108" fmla="*/ 1459941 h 1639089"/>
                <a:gd name="csX1109" fmla="*/ 410847 w 1217254"/>
                <a:gd name="csY1109" fmla="*/ 1452298 h 1639089"/>
                <a:gd name="csX1110" fmla="*/ 410847 w 1217254"/>
                <a:gd name="csY1110" fmla="*/ 1448476 h 1639089"/>
                <a:gd name="csX1111" fmla="*/ 410370 w 1217254"/>
                <a:gd name="csY1111" fmla="*/ 1443698 h 1639089"/>
                <a:gd name="csX1112" fmla="*/ 407981 w 1217254"/>
                <a:gd name="csY1112" fmla="*/ 1432233 h 1639089"/>
                <a:gd name="csX1113" fmla="*/ 407503 w 1217254"/>
                <a:gd name="csY1113" fmla="*/ 1428411 h 1639089"/>
                <a:gd name="csX1114" fmla="*/ 404159 w 1217254"/>
                <a:gd name="csY1114" fmla="*/ 1426023 h 1639089"/>
                <a:gd name="csX1115" fmla="*/ 403681 w 1217254"/>
                <a:gd name="csY1115" fmla="*/ 1425545 h 1639089"/>
                <a:gd name="csX1116" fmla="*/ 402726 w 1217254"/>
                <a:gd name="csY1116" fmla="*/ 1423156 h 1639089"/>
                <a:gd name="csX1117" fmla="*/ 402248 w 1217254"/>
                <a:gd name="csY1117" fmla="*/ 1420767 h 1639089"/>
                <a:gd name="csX1118" fmla="*/ 402726 w 1217254"/>
                <a:gd name="csY1118" fmla="*/ 1419812 h 1639089"/>
                <a:gd name="csX1119" fmla="*/ 403681 w 1217254"/>
                <a:gd name="csY1119" fmla="*/ 1419334 h 1639089"/>
                <a:gd name="csX1120" fmla="*/ 409414 w 1217254"/>
                <a:gd name="csY1120" fmla="*/ 1415512 h 1639089"/>
                <a:gd name="csX1121" fmla="*/ 413236 w 1217254"/>
                <a:gd name="csY1121" fmla="*/ 1411691 h 1639089"/>
                <a:gd name="csX1122" fmla="*/ 418491 w 1217254"/>
                <a:gd name="csY1122" fmla="*/ 1405480 h 1639089"/>
                <a:gd name="csX1123" fmla="*/ 420402 w 1217254"/>
                <a:gd name="csY1123" fmla="*/ 1403569 h 1639089"/>
                <a:gd name="csX1124" fmla="*/ 427568 w 1217254"/>
                <a:gd name="csY1124" fmla="*/ 1402136 h 1639089"/>
                <a:gd name="csX1125" fmla="*/ 430912 w 1217254"/>
                <a:gd name="csY1125" fmla="*/ 1402136 h 1639089"/>
                <a:gd name="csX1126" fmla="*/ 430912 w 1217254"/>
                <a:gd name="csY1126" fmla="*/ 1401181 h 1639089"/>
                <a:gd name="csX1127" fmla="*/ 429957 w 1217254"/>
                <a:gd name="csY1127" fmla="*/ 1400703 h 1639089"/>
                <a:gd name="csX1128" fmla="*/ 424702 w 1217254"/>
                <a:gd name="csY1128" fmla="*/ 1400703 h 1639089"/>
                <a:gd name="csX1129" fmla="*/ 418491 w 1217254"/>
                <a:gd name="csY1129" fmla="*/ 1403569 h 1639089"/>
                <a:gd name="csX1130" fmla="*/ 417058 w 1217254"/>
                <a:gd name="csY1130" fmla="*/ 1404047 h 1639089"/>
                <a:gd name="csX1131" fmla="*/ 414191 w 1217254"/>
                <a:gd name="csY1131" fmla="*/ 1407869 h 1639089"/>
                <a:gd name="csX1132" fmla="*/ 412280 w 1217254"/>
                <a:gd name="csY1132" fmla="*/ 1410257 h 1639089"/>
                <a:gd name="csX1133" fmla="*/ 406070 w 1217254"/>
                <a:gd name="csY1133" fmla="*/ 1415035 h 1639089"/>
                <a:gd name="csX1134" fmla="*/ 401771 w 1217254"/>
                <a:gd name="csY1134" fmla="*/ 1415035 h 1639089"/>
                <a:gd name="csX1135" fmla="*/ 397949 w 1217254"/>
                <a:gd name="csY1135" fmla="*/ 1409302 h 1639089"/>
                <a:gd name="csX1136" fmla="*/ 393171 w 1217254"/>
                <a:gd name="csY1136" fmla="*/ 1410257 h 1639089"/>
                <a:gd name="csX1137" fmla="*/ 389827 w 1217254"/>
                <a:gd name="csY1137" fmla="*/ 1409780 h 1639089"/>
                <a:gd name="csX1138" fmla="*/ 388872 w 1217254"/>
                <a:gd name="csY1138" fmla="*/ 1409302 h 1639089"/>
                <a:gd name="csX1139" fmla="*/ 388394 w 1217254"/>
                <a:gd name="csY1139" fmla="*/ 1401181 h 1639089"/>
                <a:gd name="csX1140" fmla="*/ 390783 w 1217254"/>
                <a:gd name="csY1140" fmla="*/ 1392104 h 1639089"/>
                <a:gd name="csX1141" fmla="*/ 387916 w 1217254"/>
                <a:gd name="csY1141" fmla="*/ 1392104 h 1639089"/>
                <a:gd name="csX1142" fmla="*/ 387439 w 1217254"/>
                <a:gd name="csY1142" fmla="*/ 1391626 h 1639089"/>
                <a:gd name="csX1143" fmla="*/ 386005 w 1217254"/>
                <a:gd name="csY1143" fmla="*/ 1389715 h 1639089"/>
                <a:gd name="csX1144" fmla="*/ 385050 w 1217254"/>
                <a:gd name="csY1144" fmla="*/ 1388760 h 1639089"/>
                <a:gd name="csX1145" fmla="*/ 386005 w 1217254"/>
                <a:gd name="csY1145" fmla="*/ 1387804 h 1639089"/>
                <a:gd name="csX1146" fmla="*/ 392694 w 1217254"/>
                <a:gd name="csY1146" fmla="*/ 1383504 h 1639089"/>
                <a:gd name="csX1147" fmla="*/ 402726 w 1217254"/>
                <a:gd name="csY1147" fmla="*/ 1374905 h 1639089"/>
                <a:gd name="csX1148" fmla="*/ 407026 w 1217254"/>
                <a:gd name="csY1148" fmla="*/ 1371561 h 1639089"/>
                <a:gd name="csX1149" fmla="*/ 409892 w 1217254"/>
                <a:gd name="csY1149" fmla="*/ 1369650 h 1639089"/>
                <a:gd name="csX1150" fmla="*/ 411803 w 1217254"/>
                <a:gd name="csY1150" fmla="*/ 1368217 h 1639089"/>
                <a:gd name="csX1151" fmla="*/ 414191 w 1217254"/>
                <a:gd name="csY1151" fmla="*/ 1364395 h 1639089"/>
                <a:gd name="csX1152" fmla="*/ 415147 w 1217254"/>
                <a:gd name="csY1152" fmla="*/ 1362962 h 1639089"/>
                <a:gd name="csX1153" fmla="*/ 416580 w 1217254"/>
                <a:gd name="csY1153" fmla="*/ 1361529 h 1639089"/>
                <a:gd name="csX1154" fmla="*/ 419446 w 1217254"/>
                <a:gd name="csY1154" fmla="*/ 1360096 h 1639089"/>
                <a:gd name="csX1155" fmla="*/ 422313 w 1217254"/>
                <a:gd name="csY1155" fmla="*/ 1357707 h 1639089"/>
                <a:gd name="csX1156" fmla="*/ 427568 w 1217254"/>
                <a:gd name="csY1156" fmla="*/ 1352930 h 1639089"/>
                <a:gd name="csX1157" fmla="*/ 428046 w 1217254"/>
                <a:gd name="csY1157" fmla="*/ 1351019 h 1639089"/>
                <a:gd name="csX1158" fmla="*/ 427090 w 1217254"/>
                <a:gd name="csY1158" fmla="*/ 1350541 h 1639089"/>
                <a:gd name="csX1159" fmla="*/ 424702 w 1217254"/>
                <a:gd name="csY1159" fmla="*/ 1352452 h 1639089"/>
                <a:gd name="csX1160" fmla="*/ 419924 w 1217254"/>
                <a:gd name="csY1160" fmla="*/ 1356752 h 1639089"/>
                <a:gd name="csX1161" fmla="*/ 416103 w 1217254"/>
                <a:gd name="csY1161" fmla="*/ 1359618 h 1639089"/>
                <a:gd name="csX1162" fmla="*/ 404637 w 1217254"/>
                <a:gd name="csY1162" fmla="*/ 1371084 h 1639089"/>
                <a:gd name="csX1163" fmla="*/ 399382 w 1217254"/>
                <a:gd name="csY1163" fmla="*/ 1374905 h 1639089"/>
                <a:gd name="csX1164" fmla="*/ 396515 w 1217254"/>
                <a:gd name="csY1164" fmla="*/ 1377772 h 1639089"/>
                <a:gd name="csX1165" fmla="*/ 394605 w 1217254"/>
                <a:gd name="csY1165" fmla="*/ 1380160 h 1639089"/>
                <a:gd name="csX1166" fmla="*/ 392216 w 1217254"/>
                <a:gd name="csY1166" fmla="*/ 1382071 h 1639089"/>
                <a:gd name="csX1167" fmla="*/ 389827 w 1217254"/>
                <a:gd name="csY1167" fmla="*/ 1383027 h 1639089"/>
                <a:gd name="csX1168" fmla="*/ 385050 w 1217254"/>
                <a:gd name="csY1168" fmla="*/ 1383982 h 1639089"/>
                <a:gd name="csX1169" fmla="*/ 382184 w 1217254"/>
                <a:gd name="csY1169" fmla="*/ 1384938 h 1639089"/>
                <a:gd name="csX1170" fmla="*/ 380750 w 1217254"/>
                <a:gd name="csY1170" fmla="*/ 1383982 h 1639089"/>
                <a:gd name="csX1171" fmla="*/ 380273 w 1217254"/>
                <a:gd name="csY1171" fmla="*/ 1378727 h 1639089"/>
                <a:gd name="csX1172" fmla="*/ 380750 w 1217254"/>
                <a:gd name="csY1172" fmla="*/ 1375383 h 1639089"/>
                <a:gd name="csX1173" fmla="*/ 380273 w 1217254"/>
                <a:gd name="csY1173" fmla="*/ 1372517 h 1639089"/>
                <a:gd name="csX1174" fmla="*/ 381706 w 1217254"/>
                <a:gd name="csY1174" fmla="*/ 1367739 h 1639089"/>
                <a:gd name="csX1175" fmla="*/ 383617 w 1217254"/>
                <a:gd name="csY1175" fmla="*/ 1364873 h 1639089"/>
                <a:gd name="csX1176" fmla="*/ 384572 w 1217254"/>
                <a:gd name="csY1176" fmla="*/ 1362962 h 1639089"/>
                <a:gd name="csX1177" fmla="*/ 384572 w 1217254"/>
                <a:gd name="csY1177" fmla="*/ 1361529 h 1639089"/>
                <a:gd name="csX1178" fmla="*/ 388394 w 1217254"/>
                <a:gd name="csY1178" fmla="*/ 1358185 h 1639089"/>
                <a:gd name="csX1179" fmla="*/ 390783 w 1217254"/>
                <a:gd name="csY1179" fmla="*/ 1356752 h 1639089"/>
                <a:gd name="csX1180" fmla="*/ 392216 w 1217254"/>
                <a:gd name="csY1180" fmla="*/ 1353408 h 1639089"/>
                <a:gd name="csX1181" fmla="*/ 400815 w 1217254"/>
                <a:gd name="csY1181" fmla="*/ 1352452 h 1639089"/>
                <a:gd name="csX1182" fmla="*/ 403204 w 1217254"/>
                <a:gd name="csY1182" fmla="*/ 1352452 h 1639089"/>
                <a:gd name="csX1183" fmla="*/ 404159 w 1217254"/>
                <a:gd name="csY1183" fmla="*/ 1351974 h 1639089"/>
                <a:gd name="csX1184" fmla="*/ 405115 w 1217254"/>
                <a:gd name="csY1184" fmla="*/ 1351019 h 1639089"/>
                <a:gd name="csX1185" fmla="*/ 404159 w 1217254"/>
                <a:gd name="csY1185" fmla="*/ 1350063 h 1639089"/>
                <a:gd name="csX1186" fmla="*/ 401771 w 1217254"/>
                <a:gd name="csY1186" fmla="*/ 1349586 h 1639089"/>
                <a:gd name="csX1187" fmla="*/ 394605 w 1217254"/>
                <a:gd name="csY1187" fmla="*/ 1349586 h 1639089"/>
                <a:gd name="csX1188" fmla="*/ 388394 w 1217254"/>
                <a:gd name="csY1188" fmla="*/ 1349108 h 1639089"/>
                <a:gd name="csX1189" fmla="*/ 385528 w 1217254"/>
                <a:gd name="csY1189" fmla="*/ 1348630 h 1639089"/>
                <a:gd name="csX1190" fmla="*/ 384095 w 1217254"/>
                <a:gd name="csY1190" fmla="*/ 1349108 h 1639089"/>
                <a:gd name="csX1191" fmla="*/ 381706 w 1217254"/>
                <a:gd name="csY1191" fmla="*/ 1348153 h 1639089"/>
                <a:gd name="csX1192" fmla="*/ 379317 w 1217254"/>
                <a:gd name="csY1192" fmla="*/ 1346242 h 1639089"/>
                <a:gd name="csX1193" fmla="*/ 375496 w 1217254"/>
                <a:gd name="csY1193" fmla="*/ 1339076 h 1639089"/>
                <a:gd name="csX1194" fmla="*/ 376929 w 1217254"/>
                <a:gd name="csY1194" fmla="*/ 1329999 h 1639089"/>
                <a:gd name="csX1195" fmla="*/ 376929 w 1217254"/>
                <a:gd name="csY1195" fmla="*/ 1325699 h 1639089"/>
                <a:gd name="csX1196" fmla="*/ 382184 w 1217254"/>
                <a:gd name="csY1196" fmla="*/ 1321877 h 1639089"/>
                <a:gd name="csX1197" fmla="*/ 384572 w 1217254"/>
                <a:gd name="csY1197" fmla="*/ 1320922 h 1639089"/>
                <a:gd name="csX1198" fmla="*/ 388394 w 1217254"/>
                <a:gd name="csY1198" fmla="*/ 1318056 h 1639089"/>
                <a:gd name="csX1199" fmla="*/ 393649 w 1217254"/>
                <a:gd name="csY1199" fmla="*/ 1312801 h 1639089"/>
                <a:gd name="csX1200" fmla="*/ 399382 w 1217254"/>
                <a:gd name="csY1200" fmla="*/ 1309934 h 1639089"/>
                <a:gd name="csX1201" fmla="*/ 402726 w 1217254"/>
                <a:gd name="csY1201" fmla="*/ 1309456 h 1639089"/>
                <a:gd name="csX1202" fmla="*/ 405115 w 1217254"/>
                <a:gd name="csY1202" fmla="*/ 1309934 h 1639089"/>
                <a:gd name="csX1203" fmla="*/ 414669 w 1217254"/>
                <a:gd name="csY1203" fmla="*/ 1314234 h 1639089"/>
                <a:gd name="csX1204" fmla="*/ 419446 w 1217254"/>
                <a:gd name="csY1204" fmla="*/ 1315189 h 1639089"/>
                <a:gd name="csX1205" fmla="*/ 423746 w 1217254"/>
                <a:gd name="csY1205" fmla="*/ 1313756 h 1639089"/>
                <a:gd name="csX1206" fmla="*/ 429001 w 1217254"/>
                <a:gd name="csY1206" fmla="*/ 1315667 h 1639089"/>
                <a:gd name="csX1207" fmla="*/ 438556 w 1217254"/>
                <a:gd name="csY1207" fmla="*/ 1321400 h 1639089"/>
                <a:gd name="csX1208" fmla="*/ 440467 w 1217254"/>
                <a:gd name="csY1208" fmla="*/ 1320444 h 1639089"/>
                <a:gd name="csX1209" fmla="*/ 439989 w 1217254"/>
                <a:gd name="csY1209" fmla="*/ 1319011 h 1639089"/>
                <a:gd name="csX1210" fmla="*/ 429479 w 1217254"/>
                <a:gd name="csY1210" fmla="*/ 1312801 h 1639089"/>
                <a:gd name="csX1211" fmla="*/ 429479 w 1217254"/>
                <a:gd name="csY1211" fmla="*/ 1310890 h 1639089"/>
                <a:gd name="csX1212" fmla="*/ 431868 w 1217254"/>
                <a:gd name="csY1212" fmla="*/ 1310412 h 1639089"/>
                <a:gd name="csX1213" fmla="*/ 434734 w 1217254"/>
                <a:gd name="csY1213" fmla="*/ 1308501 h 1639089"/>
                <a:gd name="csX1214" fmla="*/ 433301 w 1217254"/>
                <a:gd name="csY1214" fmla="*/ 1307068 h 1639089"/>
                <a:gd name="csX1215" fmla="*/ 426135 w 1217254"/>
                <a:gd name="csY1215" fmla="*/ 1308501 h 1639089"/>
                <a:gd name="csX1216" fmla="*/ 424224 w 1217254"/>
                <a:gd name="csY1216" fmla="*/ 1309934 h 1639089"/>
                <a:gd name="csX1217" fmla="*/ 417536 w 1217254"/>
                <a:gd name="csY1217" fmla="*/ 1310412 h 1639089"/>
                <a:gd name="csX1218" fmla="*/ 413714 w 1217254"/>
                <a:gd name="csY1218" fmla="*/ 1309456 h 1639089"/>
                <a:gd name="csX1219" fmla="*/ 410847 w 1217254"/>
                <a:gd name="csY1219" fmla="*/ 1308501 h 1639089"/>
                <a:gd name="csX1220" fmla="*/ 406070 w 1217254"/>
                <a:gd name="csY1220" fmla="*/ 1305635 h 1639089"/>
                <a:gd name="csX1221" fmla="*/ 401771 w 1217254"/>
                <a:gd name="csY1221" fmla="*/ 1306590 h 1639089"/>
                <a:gd name="csX1222" fmla="*/ 399382 w 1217254"/>
                <a:gd name="csY1222" fmla="*/ 1308023 h 1639089"/>
                <a:gd name="csX1223" fmla="*/ 395082 w 1217254"/>
                <a:gd name="csY1223" fmla="*/ 1308979 h 1639089"/>
                <a:gd name="csX1224" fmla="*/ 393171 w 1217254"/>
                <a:gd name="csY1224" fmla="*/ 1309456 h 1639089"/>
                <a:gd name="csX1225" fmla="*/ 384572 w 1217254"/>
                <a:gd name="csY1225" fmla="*/ 1318533 h 1639089"/>
                <a:gd name="csX1226" fmla="*/ 381228 w 1217254"/>
                <a:gd name="csY1226" fmla="*/ 1320444 h 1639089"/>
                <a:gd name="csX1227" fmla="*/ 378362 w 1217254"/>
                <a:gd name="csY1227" fmla="*/ 1319489 h 1639089"/>
                <a:gd name="csX1228" fmla="*/ 380273 w 1217254"/>
                <a:gd name="csY1228" fmla="*/ 1313756 h 1639089"/>
                <a:gd name="csX1229" fmla="*/ 380750 w 1217254"/>
                <a:gd name="csY1229" fmla="*/ 1311845 h 1639089"/>
                <a:gd name="csX1230" fmla="*/ 380750 w 1217254"/>
                <a:gd name="csY1230" fmla="*/ 1309456 h 1639089"/>
                <a:gd name="csX1231" fmla="*/ 381706 w 1217254"/>
                <a:gd name="csY1231" fmla="*/ 1306112 h 1639089"/>
                <a:gd name="csX1232" fmla="*/ 386005 w 1217254"/>
                <a:gd name="csY1232" fmla="*/ 1299424 h 1639089"/>
                <a:gd name="csX1233" fmla="*/ 388872 w 1217254"/>
                <a:gd name="csY1233" fmla="*/ 1292258 h 1639089"/>
                <a:gd name="csX1234" fmla="*/ 389827 w 1217254"/>
                <a:gd name="csY1234" fmla="*/ 1287959 h 1639089"/>
                <a:gd name="csX1235" fmla="*/ 392216 w 1217254"/>
                <a:gd name="csY1235" fmla="*/ 1287481 h 1639089"/>
                <a:gd name="csX1236" fmla="*/ 395082 w 1217254"/>
                <a:gd name="csY1236" fmla="*/ 1287959 h 1639089"/>
                <a:gd name="csX1237" fmla="*/ 404159 w 1217254"/>
                <a:gd name="csY1237" fmla="*/ 1290825 h 1639089"/>
                <a:gd name="csX1238" fmla="*/ 411803 w 1217254"/>
                <a:gd name="csY1238" fmla="*/ 1294169 h 1639089"/>
                <a:gd name="csX1239" fmla="*/ 417058 w 1217254"/>
                <a:gd name="csY1239" fmla="*/ 1295125 h 1639089"/>
                <a:gd name="csX1240" fmla="*/ 420880 w 1217254"/>
                <a:gd name="csY1240" fmla="*/ 1295125 h 1639089"/>
                <a:gd name="csX1241" fmla="*/ 422313 w 1217254"/>
                <a:gd name="csY1241" fmla="*/ 1294169 h 1639089"/>
                <a:gd name="csX1242" fmla="*/ 423746 w 1217254"/>
                <a:gd name="csY1242" fmla="*/ 1292258 h 1639089"/>
                <a:gd name="csX1243" fmla="*/ 424224 w 1217254"/>
                <a:gd name="csY1243" fmla="*/ 1290825 h 1639089"/>
                <a:gd name="csX1244" fmla="*/ 424224 w 1217254"/>
                <a:gd name="csY1244" fmla="*/ 1288436 h 1639089"/>
                <a:gd name="csX1245" fmla="*/ 424702 w 1217254"/>
                <a:gd name="csY1245" fmla="*/ 1287481 h 1639089"/>
                <a:gd name="csX1246" fmla="*/ 426135 w 1217254"/>
                <a:gd name="csY1246" fmla="*/ 1286048 h 1639089"/>
                <a:gd name="csX1247" fmla="*/ 428523 w 1217254"/>
                <a:gd name="csY1247" fmla="*/ 1282226 h 1639089"/>
                <a:gd name="csX1248" fmla="*/ 429479 w 1217254"/>
                <a:gd name="csY1248" fmla="*/ 1278882 h 1639089"/>
                <a:gd name="csX1249" fmla="*/ 428523 w 1217254"/>
                <a:gd name="csY1249" fmla="*/ 1277449 h 1639089"/>
                <a:gd name="csX1250" fmla="*/ 426612 w 1217254"/>
                <a:gd name="csY1250" fmla="*/ 1277449 h 1639089"/>
                <a:gd name="csX1251" fmla="*/ 423746 w 1217254"/>
                <a:gd name="csY1251" fmla="*/ 1278882 h 1639089"/>
                <a:gd name="csX1252" fmla="*/ 423268 w 1217254"/>
                <a:gd name="csY1252" fmla="*/ 1279360 h 1639089"/>
                <a:gd name="csX1253" fmla="*/ 423268 w 1217254"/>
                <a:gd name="csY1253" fmla="*/ 1279837 h 1639089"/>
                <a:gd name="csX1254" fmla="*/ 419924 w 1217254"/>
                <a:gd name="csY1254" fmla="*/ 1284615 h 1639089"/>
                <a:gd name="csX1255" fmla="*/ 416580 w 1217254"/>
                <a:gd name="csY1255" fmla="*/ 1285570 h 1639089"/>
                <a:gd name="csX1256" fmla="*/ 408937 w 1217254"/>
                <a:gd name="csY1256" fmla="*/ 1287003 h 1639089"/>
                <a:gd name="csX1257" fmla="*/ 405115 w 1217254"/>
                <a:gd name="csY1257" fmla="*/ 1287481 h 1639089"/>
                <a:gd name="csX1258" fmla="*/ 398904 w 1217254"/>
                <a:gd name="csY1258" fmla="*/ 1285092 h 1639089"/>
                <a:gd name="csX1259" fmla="*/ 397949 w 1217254"/>
                <a:gd name="csY1259" fmla="*/ 1284137 h 1639089"/>
                <a:gd name="csX1260" fmla="*/ 397471 w 1217254"/>
                <a:gd name="csY1260" fmla="*/ 1282704 h 1639089"/>
                <a:gd name="csX1261" fmla="*/ 389349 w 1217254"/>
                <a:gd name="csY1261" fmla="*/ 1283181 h 1639089"/>
                <a:gd name="csX1262" fmla="*/ 387439 w 1217254"/>
                <a:gd name="csY1262" fmla="*/ 1283659 h 1639089"/>
                <a:gd name="csX1263" fmla="*/ 385528 w 1217254"/>
                <a:gd name="csY1263" fmla="*/ 1283659 h 1639089"/>
                <a:gd name="csX1264" fmla="*/ 386483 w 1217254"/>
                <a:gd name="csY1264" fmla="*/ 1280793 h 1639089"/>
                <a:gd name="csX1265" fmla="*/ 388872 w 1217254"/>
                <a:gd name="csY1265" fmla="*/ 1277926 h 1639089"/>
                <a:gd name="csX1266" fmla="*/ 392216 w 1217254"/>
                <a:gd name="csY1266" fmla="*/ 1267894 h 1639089"/>
                <a:gd name="csX1267" fmla="*/ 395082 w 1217254"/>
                <a:gd name="csY1267" fmla="*/ 1265505 h 1639089"/>
                <a:gd name="csX1268" fmla="*/ 400815 w 1217254"/>
                <a:gd name="csY1268" fmla="*/ 1263117 h 1639089"/>
                <a:gd name="csX1269" fmla="*/ 407026 w 1217254"/>
                <a:gd name="csY1269" fmla="*/ 1263595 h 1639089"/>
                <a:gd name="csX1270" fmla="*/ 417058 w 1217254"/>
                <a:gd name="csY1270" fmla="*/ 1271238 h 1639089"/>
                <a:gd name="csX1271" fmla="*/ 420402 w 1217254"/>
                <a:gd name="csY1271" fmla="*/ 1271716 h 1639089"/>
                <a:gd name="csX1272" fmla="*/ 423268 w 1217254"/>
                <a:gd name="csY1272" fmla="*/ 1271238 h 1639089"/>
                <a:gd name="csX1273" fmla="*/ 429957 w 1217254"/>
                <a:gd name="csY1273" fmla="*/ 1268372 h 1639089"/>
                <a:gd name="csX1274" fmla="*/ 431390 w 1217254"/>
                <a:gd name="csY1274" fmla="*/ 1267416 h 1639089"/>
                <a:gd name="csX1275" fmla="*/ 433778 w 1217254"/>
                <a:gd name="csY1275" fmla="*/ 1264550 h 1639089"/>
                <a:gd name="csX1276" fmla="*/ 436645 w 1217254"/>
                <a:gd name="csY1276" fmla="*/ 1258817 h 1639089"/>
                <a:gd name="csX1277" fmla="*/ 436645 w 1217254"/>
                <a:gd name="csY1277" fmla="*/ 1257384 h 1639089"/>
                <a:gd name="csX1278" fmla="*/ 431868 w 1217254"/>
                <a:gd name="csY1278" fmla="*/ 1260728 h 1639089"/>
                <a:gd name="csX1279" fmla="*/ 429479 w 1217254"/>
                <a:gd name="csY1279" fmla="*/ 1261683 h 1639089"/>
                <a:gd name="csX1280" fmla="*/ 427568 w 1217254"/>
                <a:gd name="csY1280" fmla="*/ 1261683 h 1639089"/>
                <a:gd name="csX1281" fmla="*/ 429479 w 1217254"/>
                <a:gd name="csY1281" fmla="*/ 1251651 h 1639089"/>
                <a:gd name="csX1282" fmla="*/ 430434 w 1217254"/>
                <a:gd name="csY1282" fmla="*/ 1243530 h 1639089"/>
                <a:gd name="csX1283" fmla="*/ 430912 w 1217254"/>
                <a:gd name="csY1283" fmla="*/ 1241619 h 1639089"/>
                <a:gd name="csX1284" fmla="*/ 436645 w 1217254"/>
                <a:gd name="csY1284" fmla="*/ 1242574 h 1639089"/>
                <a:gd name="csX1285" fmla="*/ 444766 w 1217254"/>
                <a:gd name="csY1285" fmla="*/ 1241619 h 1639089"/>
                <a:gd name="csX1286" fmla="*/ 446677 w 1217254"/>
                <a:gd name="csY1286" fmla="*/ 1239708 h 1639089"/>
                <a:gd name="csX1287" fmla="*/ 446677 w 1217254"/>
                <a:gd name="csY1287" fmla="*/ 1238753 h 1639089"/>
                <a:gd name="csX1288" fmla="*/ 443333 w 1217254"/>
                <a:gd name="csY1288" fmla="*/ 1237797 h 1639089"/>
                <a:gd name="csX1289" fmla="*/ 441900 w 1217254"/>
                <a:gd name="csY1289" fmla="*/ 1235886 h 1639089"/>
                <a:gd name="csX1290" fmla="*/ 439033 w 1217254"/>
                <a:gd name="csY1290" fmla="*/ 1236364 h 1639089"/>
                <a:gd name="csX1291" fmla="*/ 435689 w 1217254"/>
                <a:gd name="csY1291" fmla="*/ 1237797 h 1639089"/>
                <a:gd name="csX1292" fmla="*/ 430912 w 1217254"/>
                <a:gd name="csY1292" fmla="*/ 1237797 h 1639089"/>
                <a:gd name="csX1293" fmla="*/ 431390 w 1217254"/>
                <a:gd name="csY1293" fmla="*/ 1234453 h 1639089"/>
                <a:gd name="csX1294" fmla="*/ 434734 w 1217254"/>
                <a:gd name="csY1294" fmla="*/ 1227287 h 1639089"/>
                <a:gd name="csX1295" fmla="*/ 435212 w 1217254"/>
                <a:gd name="csY1295" fmla="*/ 1223943 h 1639089"/>
                <a:gd name="csX1296" fmla="*/ 436167 w 1217254"/>
                <a:gd name="csY1296" fmla="*/ 1217732 h 1639089"/>
                <a:gd name="csX1297" fmla="*/ 436645 w 1217254"/>
                <a:gd name="csY1297" fmla="*/ 1214388 h 1639089"/>
                <a:gd name="csX1298" fmla="*/ 438078 w 1217254"/>
                <a:gd name="csY1298" fmla="*/ 1211044 h 1639089"/>
                <a:gd name="csX1299" fmla="*/ 443333 w 1217254"/>
                <a:gd name="csY1299" fmla="*/ 1208656 h 1639089"/>
                <a:gd name="csX1300" fmla="*/ 445722 w 1217254"/>
                <a:gd name="csY1300" fmla="*/ 1207222 h 1639089"/>
                <a:gd name="csX1301" fmla="*/ 445722 w 1217254"/>
                <a:gd name="csY1301" fmla="*/ 1205789 h 1639089"/>
                <a:gd name="csX1302" fmla="*/ 442378 w 1217254"/>
                <a:gd name="csY1302" fmla="*/ 1200056 h 1639089"/>
                <a:gd name="csX1303" fmla="*/ 443333 w 1217254"/>
                <a:gd name="csY1303" fmla="*/ 1198146 h 1639089"/>
                <a:gd name="csX1304" fmla="*/ 445722 w 1217254"/>
                <a:gd name="csY1304" fmla="*/ 1196712 h 1639089"/>
                <a:gd name="csX1305" fmla="*/ 446677 w 1217254"/>
                <a:gd name="csY1305" fmla="*/ 1195757 h 1639089"/>
                <a:gd name="csX1306" fmla="*/ 446199 w 1217254"/>
                <a:gd name="csY1306" fmla="*/ 1194801 h 1639089"/>
                <a:gd name="csX1307" fmla="*/ 443811 w 1217254"/>
                <a:gd name="csY1307" fmla="*/ 1194324 h 1639089"/>
                <a:gd name="csX1308" fmla="*/ 440467 w 1217254"/>
                <a:gd name="csY1308" fmla="*/ 1195757 h 1639089"/>
                <a:gd name="csX1309" fmla="*/ 436645 w 1217254"/>
                <a:gd name="csY1309" fmla="*/ 1196235 h 1639089"/>
                <a:gd name="csX1310" fmla="*/ 433301 w 1217254"/>
                <a:gd name="csY1310" fmla="*/ 1194324 h 1639089"/>
                <a:gd name="csX1311" fmla="*/ 430434 w 1217254"/>
                <a:gd name="csY1311" fmla="*/ 1193368 h 1639089"/>
                <a:gd name="csX1312" fmla="*/ 429001 w 1217254"/>
                <a:gd name="csY1312" fmla="*/ 1193846 h 1639089"/>
                <a:gd name="csX1313" fmla="*/ 424224 w 1217254"/>
                <a:gd name="csY1313" fmla="*/ 1197190 h 1639089"/>
                <a:gd name="csX1314" fmla="*/ 422791 w 1217254"/>
                <a:gd name="csY1314" fmla="*/ 1197190 h 1639089"/>
                <a:gd name="csX1315" fmla="*/ 420880 w 1217254"/>
                <a:gd name="csY1315" fmla="*/ 1196235 h 1639089"/>
                <a:gd name="csX1316" fmla="*/ 407981 w 1217254"/>
                <a:gd name="csY1316" fmla="*/ 1193368 h 1639089"/>
                <a:gd name="csX1317" fmla="*/ 406070 w 1217254"/>
                <a:gd name="csY1317" fmla="*/ 1192413 h 1639089"/>
                <a:gd name="csX1318" fmla="*/ 401293 w 1217254"/>
                <a:gd name="csY1318" fmla="*/ 1187158 h 1639089"/>
                <a:gd name="csX1319" fmla="*/ 397471 w 1217254"/>
                <a:gd name="csY1319" fmla="*/ 1183814 h 1639089"/>
                <a:gd name="csX1320" fmla="*/ 392694 w 1217254"/>
                <a:gd name="csY1320" fmla="*/ 1180469 h 1639089"/>
                <a:gd name="csX1321" fmla="*/ 386005 w 1217254"/>
                <a:gd name="csY1321" fmla="*/ 1177603 h 1639089"/>
                <a:gd name="csX1322" fmla="*/ 377884 w 1217254"/>
                <a:gd name="csY1322" fmla="*/ 1175692 h 1639089"/>
                <a:gd name="csX1323" fmla="*/ 372629 w 1217254"/>
                <a:gd name="csY1323" fmla="*/ 1173781 h 1639089"/>
                <a:gd name="csX1324" fmla="*/ 370240 w 1217254"/>
                <a:gd name="csY1324" fmla="*/ 1171393 h 1639089"/>
                <a:gd name="csX1325" fmla="*/ 366419 w 1217254"/>
                <a:gd name="csY1325" fmla="*/ 1165660 h 1639089"/>
                <a:gd name="csX1326" fmla="*/ 363074 w 1217254"/>
                <a:gd name="csY1326" fmla="*/ 1160883 h 1639089"/>
                <a:gd name="csX1327" fmla="*/ 362597 w 1217254"/>
                <a:gd name="csY1327" fmla="*/ 1158494 h 1639089"/>
                <a:gd name="csX1328" fmla="*/ 364508 w 1217254"/>
                <a:gd name="csY1328" fmla="*/ 1155628 h 1639089"/>
                <a:gd name="csX1329" fmla="*/ 366419 w 1217254"/>
                <a:gd name="csY1329" fmla="*/ 1153717 h 1639089"/>
                <a:gd name="csX1330" fmla="*/ 369763 w 1217254"/>
                <a:gd name="csY1330" fmla="*/ 1151806 h 1639089"/>
                <a:gd name="csX1331" fmla="*/ 375973 w 1217254"/>
                <a:gd name="csY1331" fmla="*/ 1152283 h 1639089"/>
                <a:gd name="csX1332" fmla="*/ 379317 w 1217254"/>
                <a:gd name="csY1332" fmla="*/ 1153239 h 1639089"/>
                <a:gd name="csX1333" fmla="*/ 382661 w 1217254"/>
                <a:gd name="csY1333" fmla="*/ 1154672 h 1639089"/>
                <a:gd name="csX1334" fmla="*/ 385528 w 1217254"/>
                <a:gd name="csY1334" fmla="*/ 1155150 h 1639089"/>
                <a:gd name="csX1335" fmla="*/ 391261 w 1217254"/>
                <a:gd name="csY1335" fmla="*/ 1154672 h 1639089"/>
                <a:gd name="csX1336" fmla="*/ 396993 w 1217254"/>
                <a:gd name="csY1336" fmla="*/ 1155628 h 1639089"/>
                <a:gd name="csX1337" fmla="*/ 400337 w 1217254"/>
                <a:gd name="csY1337" fmla="*/ 1157061 h 1639089"/>
                <a:gd name="csX1338" fmla="*/ 404637 w 1217254"/>
                <a:gd name="csY1338" fmla="*/ 1159449 h 1639089"/>
                <a:gd name="csX1339" fmla="*/ 417058 w 1217254"/>
                <a:gd name="csY1339" fmla="*/ 1169482 h 1639089"/>
                <a:gd name="csX1340" fmla="*/ 422313 w 1217254"/>
                <a:gd name="csY1340" fmla="*/ 1172826 h 1639089"/>
                <a:gd name="csX1341" fmla="*/ 424702 w 1217254"/>
                <a:gd name="csY1341" fmla="*/ 1173304 h 1639089"/>
                <a:gd name="csX1342" fmla="*/ 433778 w 1217254"/>
                <a:gd name="csY1342" fmla="*/ 1177125 h 1639089"/>
                <a:gd name="csX1343" fmla="*/ 435212 w 1217254"/>
                <a:gd name="csY1343" fmla="*/ 1176648 h 1639089"/>
                <a:gd name="csX1344" fmla="*/ 439033 w 1217254"/>
                <a:gd name="csY1344" fmla="*/ 1175215 h 1639089"/>
                <a:gd name="csX1345" fmla="*/ 439511 w 1217254"/>
                <a:gd name="csY1345" fmla="*/ 1173781 h 1639089"/>
                <a:gd name="csX1346" fmla="*/ 438078 w 1217254"/>
                <a:gd name="csY1346" fmla="*/ 1172826 h 1639089"/>
                <a:gd name="csX1347" fmla="*/ 433778 w 1217254"/>
                <a:gd name="csY1347" fmla="*/ 1171870 h 1639089"/>
                <a:gd name="csX1348" fmla="*/ 429001 w 1217254"/>
                <a:gd name="csY1348" fmla="*/ 1168049 h 1639089"/>
                <a:gd name="csX1349" fmla="*/ 426135 w 1217254"/>
                <a:gd name="csY1349" fmla="*/ 1164704 h 1639089"/>
                <a:gd name="csX1350" fmla="*/ 426135 w 1217254"/>
                <a:gd name="csY1350" fmla="*/ 1159449 h 1639089"/>
                <a:gd name="csX1351" fmla="*/ 426135 w 1217254"/>
                <a:gd name="csY1351" fmla="*/ 1156105 h 1639089"/>
                <a:gd name="csX1352" fmla="*/ 427090 w 1217254"/>
                <a:gd name="csY1352" fmla="*/ 1154672 h 1639089"/>
                <a:gd name="csX1353" fmla="*/ 427568 w 1217254"/>
                <a:gd name="csY1353" fmla="*/ 1149895 h 1639089"/>
                <a:gd name="csX1354" fmla="*/ 424702 w 1217254"/>
                <a:gd name="csY1354" fmla="*/ 1147506 h 1639089"/>
                <a:gd name="csX1355" fmla="*/ 422791 w 1217254"/>
                <a:gd name="csY1355" fmla="*/ 1146551 h 1639089"/>
                <a:gd name="csX1356" fmla="*/ 417536 w 1217254"/>
                <a:gd name="csY1356" fmla="*/ 1142251 h 1639089"/>
                <a:gd name="csX1357" fmla="*/ 417058 w 1217254"/>
                <a:gd name="csY1357" fmla="*/ 1141296 h 1639089"/>
                <a:gd name="csX1358" fmla="*/ 419924 w 1217254"/>
                <a:gd name="csY1358" fmla="*/ 1140818 h 1639089"/>
                <a:gd name="csX1359" fmla="*/ 422313 w 1217254"/>
                <a:gd name="csY1359" fmla="*/ 1141296 h 1639089"/>
                <a:gd name="csX1360" fmla="*/ 427568 w 1217254"/>
                <a:gd name="csY1360" fmla="*/ 1143207 h 1639089"/>
                <a:gd name="csX1361" fmla="*/ 429957 w 1217254"/>
                <a:gd name="csY1361" fmla="*/ 1143684 h 1639089"/>
                <a:gd name="csX1362" fmla="*/ 431868 w 1217254"/>
                <a:gd name="csY1362" fmla="*/ 1142729 h 1639089"/>
                <a:gd name="csX1363" fmla="*/ 432345 w 1217254"/>
                <a:gd name="csY1363" fmla="*/ 1141774 h 1639089"/>
                <a:gd name="csX1364" fmla="*/ 429001 w 1217254"/>
                <a:gd name="csY1364" fmla="*/ 1139385 h 1639089"/>
                <a:gd name="csX1365" fmla="*/ 425179 w 1217254"/>
                <a:gd name="csY1365" fmla="*/ 1135085 h 1639089"/>
                <a:gd name="csX1366" fmla="*/ 417058 w 1217254"/>
                <a:gd name="csY1366" fmla="*/ 1134608 h 1639089"/>
                <a:gd name="csX1367" fmla="*/ 411803 w 1217254"/>
                <a:gd name="csY1367" fmla="*/ 1135085 h 1639089"/>
                <a:gd name="csX1368" fmla="*/ 407981 w 1217254"/>
                <a:gd name="csY1368" fmla="*/ 1133652 h 1639089"/>
                <a:gd name="csX1369" fmla="*/ 404637 w 1217254"/>
                <a:gd name="csY1369" fmla="*/ 1131263 h 1639089"/>
                <a:gd name="csX1370" fmla="*/ 402248 w 1217254"/>
                <a:gd name="csY1370" fmla="*/ 1130786 h 1639089"/>
                <a:gd name="csX1371" fmla="*/ 397471 w 1217254"/>
                <a:gd name="csY1371" fmla="*/ 1132219 h 1639089"/>
                <a:gd name="csX1372" fmla="*/ 395082 w 1217254"/>
                <a:gd name="csY1372" fmla="*/ 1132219 h 1639089"/>
                <a:gd name="csX1373" fmla="*/ 392694 w 1217254"/>
                <a:gd name="csY1373" fmla="*/ 1131741 h 1639089"/>
                <a:gd name="csX1374" fmla="*/ 390783 w 1217254"/>
                <a:gd name="csY1374" fmla="*/ 1124097 h 1639089"/>
                <a:gd name="csX1375" fmla="*/ 391261 w 1217254"/>
                <a:gd name="csY1375" fmla="*/ 1122187 h 1639089"/>
                <a:gd name="csX1376" fmla="*/ 392694 w 1217254"/>
                <a:gd name="csY1376" fmla="*/ 1121231 h 1639089"/>
                <a:gd name="csX1377" fmla="*/ 394127 w 1217254"/>
                <a:gd name="csY1377" fmla="*/ 1118842 h 1639089"/>
                <a:gd name="csX1378" fmla="*/ 395082 w 1217254"/>
                <a:gd name="csY1378" fmla="*/ 1115976 h 1639089"/>
                <a:gd name="csX1379" fmla="*/ 397949 w 1217254"/>
                <a:gd name="csY1379" fmla="*/ 1113587 h 1639089"/>
                <a:gd name="csX1380" fmla="*/ 413236 w 1217254"/>
                <a:gd name="csY1380" fmla="*/ 1107855 h 1639089"/>
                <a:gd name="csX1381" fmla="*/ 417536 w 1217254"/>
                <a:gd name="csY1381" fmla="*/ 1103555 h 1639089"/>
                <a:gd name="csX1382" fmla="*/ 417058 w 1217254"/>
                <a:gd name="csY1382" fmla="*/ 1103077 h 1639089"/>
                <a:gd name="csX1383" fmla="*/ 414669 w 1217254"/>
                <a:gd name="csY1383" fmla="*/ 1104033 h 1639089"/>
                <a:gd name="csX1384" fmla="*/ 411325 w 1217254"/>
                <a:gd name="csY1384" fmla="*/ 1105944 h 1639089"/>
                <a:gd name="csX1385" fmla="*/ 408937 w 1217254"/>
                <a:gd name="csY1385" fmla="*/ 1105944 h 1639089"/>
                <a:gd name="csX1386" fmla="*/ 399860 w 1217254"/>
                <a:gd name="csY1386" fmla="*/ 1103555 h 1639089"/>
                <a:gd name="csX1387" fmla="*/ 398426 w 1217254"/>
                <a:gd name="csY1387" fmla="*/ 1104033 h 1639089"/>
                <a:gd name="csX1388" fmla="*/ 394605 w 1217254"/>
                <a:gd name="csY1388" fmla="*/ 1107855 h 1639089"/>
                <a:gd name="csX1389" fmla="*/ 389827 w 1217254"/>
                <a:gd name="csY1389" fmla="*/ 1111676 h 1639089"/>
                <a:gd name="csX1390" fmla="*/ 387439 w 1217254"/>
                <a:gd name="csY1390" fmla="*/ 1111199 h 1639089"/>
                <a:gd name="csX1391" fmla="*/ 384095 w 1217254"/>
                <a:gd name="csY1391" fmla="*/ 1109288 h 1639089"/>
                <a:gd name="csX1392" fmla="*/ 383617 w 1217254"/>
                <a:gd name="csY1392" fmla="*/ 1107377 h 1639089"/>
                <a:gd name="csX1393" fmla="*/ 383617 w 1217254"/>
                <a:gd name="csY1393" fmla="*/ 1105466 h 1639089"/>
                <a:gd name="csX1394" fmla="*/ 386961 w 1217254"/>
                <a:gd name="csY1394" fmla="*/ 1103077 h 1639089"/>
                <a:gd name="csX1395" fmla="*/ 387916 w 1217254"/>
                <a:gd name="csY1395" fmla="*/ 1101644 h 1639089"/>
                <a:gd name="csX1396" fmla="*/ 390305 w 1217254"/>
                <a:gd name="csY1396" fmla="*/ 1097822 h 1639089"/>
                <a:gd name="csX1397" fmla="*/ 390305 w 1217254"/>
                <a:gd name="csY1397" fmla="*/ 1095911 h 1639089"/>
                <a:gd name="csX1398" fmla="*/ 386483 w 1217254"/>
                <a:gd name="csY1398" fmla="*/ 1096867 h 1639089"/>
                <a:gd name="csX1399" fmla="*/ 386005 w 1217254"/>
                <a:gd name="csY1399" fmla="*/ 1094956 h 1639089"/>
                <a:gd name="csX1400" fmla="*/ 386005 w 1217254"/>
                <a:gd name="csY1400" fmla="*/ 1092090 h 1639089"/>
                <a:gd name="csX1401" fmla="*/ 385528 w 1217254"/>
                <a:gd name="csY1401" fmla="*/ 1088268 h 1639089"/>
                <a:gd name="csX1402" fmla="*/ 384572 w 1217254"/>
                <a:gd name="csY1402" fmla="*/ 1084446 h 1639089"/>
                <a:gd name="csX1403" fmla="*/ 381706 w 1217254"/>
                <a:gd name="csY1403" fmla="*/ 1078713 h 1639089"/>
                <a:gd name="csX1404" fmla="*/ 380273 w 1217254"/>
                <a:gd name="csY1404" fmla="*/ 1077280 h 1639089"/>
                <a:gd name="csX1405" fmla="*/ 379317 w 1217254"/>
                <a:gd name="csY1405" fmla="*/ 1075369 h 1639089"/>
                <a:gd name="csX1406" fmla="*/ 376929 w 1217254"/>
                <a:gd name="csY1406" fmla="*/ 1067248 h 1639089"/>
                <a:gd name="csX1407" fmla="*/ 377406 w 1217254"/>
                <a:gd name="csY1407" fmla="*/ 1065337 h 1639089"/>
                <a:gd name="csX1408" fmla="*/ 379795 w 1217254"/>
                <a:gd name="csY1408" fmla="*/ 1063904 h 1639089"/>
                <a:gd name="csX1409" fmla="*/ 380273 w 1217254"/>
                <a:gd name="csY1409" fmla="*/ 1062948 h 1639089"/>
                <a:gd name="csX1410" fmla="*/ 375018 w 1217254"/>
                <a:gd name="csY1410" fmla="*/ 1064381 h 1639089"/>
                <a:gd name="csX1411" fmla="*/ 374540 w 1217254"/>
                <a:gd name="csY1411" fmla="*/ 1065814 h 1639089"/>
                <a:gd name="csX1412" fmla="*/ 375496 w 1217254"/>
                <a:gd name="csY1412" fmla="*/ 1067725 h 1639089"/>
                <a:gd name="csX1413" fmla="*/ 375973 w 1217254"/>
                <a:gd name="csY1413" fmla="*/ 1070592 h 1639089"/>
                <a:gd name="csX1414" fmla="*/ 376451 w 1217254"/>
                <a:gd name="csY1414" fmla="*/ 1073936 h 1639089"/>
                <a:gd name="csX1415" fmla="*/ 377406 w 1217254"/>
                <a:gd name="csY1415" fmla="*/ 1076802 h 1639089"/>
                <a:gd name="csX1416" fmla="*/ 378839 w 1217254"/>
                <a:gd name="csY1416" fmla="*/ 1080146 h 1639089"/>
                <a:gd name="csX1417" fmla="*/ 380273 w 1217254"/>
                <a:gd name="csY1417" fmla="*/ 1081580 h 1639089"/>
                <a:gd name="csX1418" fmla="*/ 382661 w 1217254"/>
                <a:gd name="csY1418" fmla="*/ 1085879 h 1639089"/>
                <a:gd name="csX1419" fmla="*/ 383617 w 1217254"/>
                <a:gd name="csY1419" fmla="*/ 1090656 h 1639089"/>
                <a:gd name="csX1420" fmla="*/ 383617 w 1217254"/>
                <a:gd name="csY1420" fmla="*/ 1093523 h 1639089"/>
                <a:gd name="csX1421" fmla="*/ 381706 w 1217254"/>
                <a:gd name="csY1421" fmla="*/ 1095911 h 1639089"/>
                <a:gd name="csX1422" fmla="*/ 378839 w 1217254"/>
                <a:gd name="csY1422" fmla="*/ 1098778 h 1639089"/>
                <a:gd name="csX1423" fmla="*/ 377884 w 1217254"/>
                <a:gd name="csY1423" fmla="*/ 1101167 h 1639089"/>
                <a:gd name="csX1424" fmla="*/ 377406 w 1217254"/>
                <a:gd name="csY1424" fmla="*/ 1103555 h 1639089"/>
                <a:gd name="csX1425" fmla="*/ 375018 w 1217254"/>
                <a:gd name="csY1425" fmla="*/ 1105466 h 1639089"/>
                <a:gd name="csX1426" fmla="*/ 374062 w 1217254"/>
                <a:gd name="csY1426" fmla="*/ 1104511 h 1639089"/>
                <a:gd name="csX1427" fmla="*/ 372629 w 1217254"/>
                <a:gd name="csY1427" fmla="*/ 1104511 h 1639089"/>
                <a:gd name="csX1428" fmla="*/ 374062 w 1217254"/>
                <a:gd name="csY1428" fmla="*/ 1108332 h 1639089"/>
                <a:gd name="csX1429" fmla="*/ 375018 w 1217254"/>
                <a:gd name="csY1429" fmla="*/ 1112154 h 1639089"/>
                <a:gd name="csX1430" fmla="*/ 374062 w 1217254"/>
                <a:gd name="csY1430" fmla="*/ 1115976 h 1639089"/>
                <a:gd name="csX1431" fmla="*/ 371196 w 1217254"/>
                <a:gd name="csY1431" fmla="*/ 1118365 h 1639089"/>
                <a:gd name="csX1432" fmla="*/ 369763 w 1217254"/>
                <a:gd name="csY1432" fmla="*/ 1118365 h 1639089"/>
                <a:gd name="csX1433" fmla="*/ 366896 w 1217254"/>
                <a:gd name="csY1433" fmla="*/ 1120276 h 1639089"/>
                <a:gd name="csX1434" fmla="*/ 359730 w 1217254"/>
                <a:gd name="csY1434" fmla="*/ 1121231 h 1639089"/>
                <a:gd name="csX1435" fmla="*/ 356864 w 1217254"/>
                <a:gd name="csY1435" fmla="*/ 1120753 h 1639089"/>
                <a:gd name="csX1436" fmla="*/ 352087 w 1217254"/>
                <a:gd name="csY1436" fmla="*/ 1118842 h 1639089"/>
                <a:gd name="csX1437" fmla="*/ 346832 w 1217254"/>
                <a:gd name="csY1437" fmla="*/ 1117887 h 1639089"/>
                <a:gd name="csX1438" fmla="*/ 344443 w 1217254"/>
                <a:gd name="csY1438" fmla="*/ 1115498 h 1639089"/>
                <a:gd name="csX1439" fmla="*/ 341577 w 1217254"/>
                <a:gd name="csY1439" fmla="*/ 1110721 h 1639089"/>
                <a:gd name="csX1440" fmla="*/ 340143 w 1217254"/>
                <a:gd name="csY1440" fmla="*/ 1106421 h 1639089"/>
                <a:gd name="csX1441" fmla="*/ 340143 w 1217254"/>
                <a:gd name="csY1441" fmla="*/ 1102600 h 1639089"/>
                <a:gd name="csX1442" fmla="*/ 340621 w 1217254"/>
                <a:gd name="csY1442" fmla="*/ 1099733 h 1639089"/>
                <a:gd name="csX1443" fmla="*/ 342532 w 1217254"/>
                <a:gd name="csY1443" fmla="*/ 1098300 h 1639089"/>
                <a:gd name="csX1444" fmla="*/ 344443 w 1217254"/>
                <a:gd name="csY1444" fmla="*/ 1087312 h 1639089"/>
                <a:gd name="csX1445" fmla="*/ 347309 w 1217254"/>
                <a:gd name="csY1445" fmla="*/ 1078235 h 1639089"/>
                <a:gd name="csX1446" fmla="*/ 353998 w 1217254"/>
                <a:gd name="csY1446" fmla="*/ 1068681 h 1639089"/>
                <a:gd name="csX1447" fmla="*/ 355908 w 1217254"/>
                <a:gd name="csY1447" fmla="*/ 1065337 h 1639089"/>
                <a:gd name="csX1448" fmla="*/ 356386 w 1217254"/>
                <a:gd name="csY1448" fmla="*/ 1063426 h 1639089"/>
                <a:gd name="csX1449" fmla="*/ 356386 w 1217254"/>
                <a:gd name="csY1449" fmla="*/ 1061993 h 1639089"/>
                <a:gd name="csX1450" fmla="*/ 355431 w 1217254"/>
                <a:gd name="csY1450" fmla="*/ 1061037 h 1639089"/>
                <a:gd name="csX1451" fmla="*/ 346832 w 1217254"/>
                <a:gd name="csY1451" fmla="*/ 1072980 h 1639089"/>
                <a:gd name="csX1452" fmla="*/ 341577 w 1217254"/>
                <a:gd name="csY1452" fmla="*/ 1073936 h 1639089"/>
                <a:gd name="csX1453" fmla="*/ 340143 w 1217254"/>
                <a:gd name="csY1453" fmla="*/ 1071547 h 1639089"/>
                <a:gd name="csX1454" fmla="*/ 340621 w 1217254"/>
                <a:gd name="csY1454" fmla="*/ 1066770 h 1639089"/>
                <a:gd name="csX1455" fmla="*/ 341577 w 1217254"/>
                <a:gd name="csY1455" fmla="*/ 1065814 h 1639089"/>
                <a:gd name="csX1456" fmla="*/ 345876 w 1217254"/>
                <a:gd name="csY1456" fmla="*/ 1066292 h 1639089"/>
                <a:gd name="csX1457" fmla="*/ 347309 w 1217254"/>
                <a:gd name="csY1457" fmla="*/ 1063426 h 1639089"/>
                <a:gd name="csX1458" fmla="*/ 344921 w 1217254"/>
                <a:gd name="csY1458" fmla="*/ 1059604 h 1639089"/>
                <a:gd name="csX1459" fmla="*/ 342054 w 1217254"/>
                <a:gd name="csY1459" fmla="*/ 1058648 h 1639089"/>
                <a:gd name="csX1460" fmla="*/ 341577 w 1217254"/>
                <a:gd name="csY1460" fmla="*/ 1057693 h 1639089"/>
                <a:gd name="csX1461" fmla="*/ 344443 w 1217254"/>
                <a:gd name="csY1461" fmla="*/ 1054827 h 1639089"/>
                <a:gd name="csX1462" fmla="*/ 351131 w 1217254"/>
                <a:gd name="csY1462" fmla="*/ 1054827 h 1639089"/>
                <a:gd name="csX1463" fmla="*/ 352564 w 1217254"/>
                <a:gd name="csY1463" fmla="*/ 1052916 h 1639089"/>
                <a:gd name="csX1464" fmla="*/ 354953 w 1217254"/>
                <a:gd name="csY1464" fmla="*/ 1050527 h 1639089"/>
                <a:gd name="csX1465" fmla="*/ 357342 w 1217254"/>
                <a:gd name="csY1465" fmla="*/ 1046228 h 1639089"/>
                <a:gd name="csX1466" fmla="*/ 358297 w 1217254"/>
                <a:gd name="csY1466" fmla="*/ 1042406 h 1639089"/>
                <a:gd name="csX1467" fmla="*/ 358775 w 1217254"/>
                <a:gd name="csY1467" fmla="*/ 1039539 h 1639089"/>
                <a:gd name="csX1468" fmla="*/ 358297 w 1217254"/>
                <a:gd name="csY1468" fmla="*/ 1037151 h 1639089"/>
                <a:gd name="csX1469" fmla="*/ 357819 w 1217254"/>
                <a:gd name="csY1469" fmla="*/ 1034762 h 1639089"/>
                <a:gd name="csX1470" fmla="*/ 358297 w 1217254"/>
                <a:gd name="csY1470" fmla="*/ 1031896 h 1639089"/>
                <a:gd name="csX1471" fmla="*/ 357819 w 1217254"/>
                <a:gd name="csY1471" fmla="*/ 1029507 h 1639089"/>
                <a:gd name="csX1472" fmla="*/ 355908 w 1217254"/>
                <a:gd name="csY1472" fmla="*/ 1026163 h 1639089"/>
                <a:gd name="csX1473" fmla="*/ 352087 w 1217254"/>
                <a:gd name="csY1473" fmla="*/ 1023296 h 1639089"/>
                <a:gd name="csX1474" fmla="*/ 350654 w 1217254"/>
                <a:gd name="csY1474" fmla="*/ 1026641 h 1639089"/>
                <a:gd name="csX1475" fmla="*/ 349220 w 1217254"/>
                <a:gd name="csY1475" fmla="*/ 1028074 h 1639089"/>
                <a:gd name="csX1476" fmla="*/ 347787 w 1217254"/>
                <a:gd name="csY1476" fmla="*/ 1028074 h 1639089"/>
                <a:gd name="csX1477" fmla="*/ 345876 w 1217254"/>
                <a:gd name="csY1477" fmla="*/ 1027118 h 1639089"/>
                <a:gd name="csX1478" fmla="*/ 344443 w 1217254"/>
                <a:gd name="csY1478" fmla="*/ 1026163 h 1639089"/>
                <a:gd name="csX1479" fmla="*/ 342532 w 1217254"/>
                <a:gd name="csY1479" fmla="*/ 1025207 h 1639089"/>
                <a:gd name="csX1480" fmla="*/ 340621 w 1217254"/>
                <a:gd name="csY1480" fmla="*/ 1024730 h 1639089"/>
                <a:gd name="csX1481" fmla="*/ 340143 w 1217254"/>
                <a:gd name="csY1481" fmla="*/ 1023774 h 1639089"/>
                <a:gd name="csX1482" fmla="*/ 339666 w 1217254"/>
                <a:gd name="csY1482" fmla="*/ 1020908 h 1639089"/>
                <a:gd name="csX1483" fmla="*/ 339666 w 1217254"/>
                <a:gd name="csY1483" fmla="*/ 1017086 h 1639089"/>
                <a:gd name="csX1484" fmla="*/ 341577 w 1217254"/>
                <a:gd name="csY1484" fmla="*/ 1015175 h 1639089"/>
                <a:gd name="csX1485" fmla="*/ 344443 w 1217254"/>
                <a:gd name="csY1485" fmla="*/ 1014220 h 1639089"/>
                <a:gd name="csX1486" fmla="*/ 346354 w 1217254"/>
                <a:gd name="csY1486" fmla="*/ 1011353 h 1639089"/>
                <a:gd name="csX1487" fmla="*/ 347309 w 1217254"/>
                <a:gd name="csY1487" fmla="*/ 1007531 h 1639089"/>
                <a:gd name="csX1488" fmla="*/ 347787 w 1217254"/>
                <a:gd name="csY1488" fmla="*/ 1003710 h 1639089"/>
                <a:gd name="csX1489" fmla="*/ 346832 w 1217254"/>
                <a:gd name="csY1489" fmla="*/ 998932 h 1639089"/>
                <a:gd name="csX1490" fmla="*/ 344443 w 1217254"/>
                <a:gd name="csY1490" fmla="*/ 995110 h 1639089"/>
                <a:gd name="csX1491" fmla="*/ 340143 w 1217254"/>
                <a:gd name="csY1491" fmla="*/ 998932 h 1639089"/>
                <a:gd name="csX1492" fmla="*/ 338710 w 1217254"/>
                <a:gd name="csY1492" fmla="*/ 999888 h 1639089"/>
                <a:gd name="csX1493" fmla="*/ 338232 w 1217254"/>
                <a:gd name="csY1493" fmla="*/ 997021 h 1639089"/>
                <a:gd name="csX1494" fmla="*/ 337755 w 1217254"/>
                <a:gd name="csY1494" fmla="*/ 995110 h 1639089"/>
                <a:gd name="csX1495" fmla="*/ 335844 w 1217254"/>
                <a:gd name="csY1495" fmla="*/ 992244 h 1639089"/>
                <a:gd name="csX1496" fmla="*/ 333455 w 1217254"/>
                <a:gd name="csY1496" fmla="*/ 990333 h 1639089"/>
                <a:gd name="csX1497" fmla="*/ 331544 w 1217254"/>
                <a:gd name="csY1497" fmla="*/ 988900 h 1639089"/>
                <a:gd name="csX1498" fmla="*/ 331544 w 1217254"/>
                <a:gd name="csY1498" fmla="*/ 986989 h 1639089"/>
                <a:gd name="csX1499" fmla="*/ 332022 w 1217254"/>
                <a:gd name="csY1499" fmla="*/ 984600 h 1639089"/>
                <a:gd name="csX1500" fmla="*/ 332977 w 1217254"/>
                <a:gd name="csY1500" fmla="*/ 981734 h 1639089"/>
                <a:gd name="csX1501" fmla="*/ 333933 w 1217254"/>
                <a:gd name="csY1501" fmla="*/ 976001 h 1639089"/>
                <a:gd name="csX1502" fmla="*/ 335366 w 1217254"/>
                <a:gd name="csY1502" fmla="*/ 976479 h 1639089"/>
                <a:gd name="csX1503" fmla="*/ 336799 w 1217254"/>
                <a:gd name="csY1503" fmla="*/ 976001 h 1639089"/>
                <a:gd name="csX1504" fmla="*/ 335844 w 1217254"/>
                <a:gd name="csY1504" fmla="*/ 971224 h 1639089"/>
                <a:gd name="csX1505" fmla="*/ 334889 w 1217254"/>
                <a:gd name="csY1505" fmla="*/ 966924 h 1639089"/>
                <a:gd name="csX1506" fmla="*/ 333455 w 1217254"/>
                <a:gd name="csY1506" fmla="*/ 964536 h 1639089"/>
                <a:gd name="csX1507" fmla="*/ 333455 w 1217254"/>
                <a:gd name="csY1507" fmla="*/ 963580 h 1639089"/>
                <a:gd name="csX1508" fmla="*/ 332977 w 1217254"/>
                <a:gd name="csY1508" fmla="*/ 962625 h 1639089"/>
                <a:gd name="csX1509" fmla="*/ 332022 w 1217254"/>
                <a:gd name="csY1509" fmla="*/ 959759 h 1639089"/>
                <a:gd name="csX1510" fmla="*/ 331066 w 1217254"/>
                <a:gd name="csY1510" fmla="*/ 957370 h 1639089"/>
                <a:gd name="csX1511" fmla="*/ 329156 w 1217254"/>
                <a:gd name="csY1511" fmla="*/ 951637 h 1639089"/>
                <a:gd name="csX1512" fmla="*/ 327723 w 1217254"/>
                <a:gd name="csY1512" fmla="*/ 949248 h 1639089"/>
                <a:gd name="csX1513" fmla="*/ 325812 w 1217254"/>
                <a:gd name="csY1513" fmla="*/ 948293 h 1639089"/>
                <a:gd name="csX1514" fmla="*/ 323901 w 1217254"/>
                <a:gd name="csY1514" fmla="*/ 947815 h 1639089"/>
                <a:gd name="csX1515" fmla="*/ 320557 w 1217254"/>
                <a:gd name="csY1515" fmla="*/ 949726 h 1639089"/>
                <a:gd name="csX1516" fmla="*/ 314346 w 1217254"/>
                <a:gd name="csY1516" fmla="*/ 951637 h 1639089"/>
                <a:gd name="csX1517" fmla="*/ 310047 w 1217254"/>
                <a:gd name="csY1517" fmla="*/ 952115 h 1639089"/>
                <a:gd name="csX1518" fmla="*/ 309091 w 1217254"/>
                <a:gd name="csY1518" fmla="*/ 951637 h 1639089"/>
                <a:gd name="csX1519" fmla="*/ 311480 w 1217254"/>
                <a:gd name="csY1519" fmla="*/ 949726 h 1639089"/>
                <a:gd name="csX1520" fmla="*/ 314824 w 1217254"/>
                <a:gd name="csY1520" fmla="*/ 947338 h 1639089"/>
                <a:gd name="csX1521" fmla="*/ 319601 w 1217254"/>
                <a:gd name="csY1521" fmla="*/ 945427 h 1639089"/>
                <a:gd name="csX1522" fmla="*/ 321034 w 1217254"/>
                <a:gd name="csY1522" fmla="*/ 941605 h 1639089"/>
                <a:gd name="csX1523" fmla="*/ 320079 w 1217254"/>
                <a:gd name="csY1523" fmla="*/ 938261 h 1639089"/>
                <a:gd name="csX1524" fmla="*/ 320557 w 1217254"/>
                <a:gd name="csY1524" fmla="*/ 934917 h 1639089"/>
                <a:gd name="csX1525" fmla="*/ 319123 w 1217254"/>
                <a:gd name="csY1525" fmla="*/ 931573 h 1639089"/>
                <a:gd name="csX1526" fmla="*/ 320557 w 1217254"/>
                <a:gd name="csY1526" fmla="*/ 929661 h 1639089"/>
                <a:gd name="csX1527" fmla="*/ 324856 w 1217254"/>
                <a:gd name="csY1527" fmla="*/ 927751 h 1639089"/>
                <a:gd name="csX1528" fmla="*/ 326767 w 1217254"/>
                <a:gd name="csY1528" fmla="*/ 927273 h 1639089"/>
                <a:gd name="csX1529" fmla="*/ 328200 w 1217254"/>
                <a:gd name="csY1529" fmla="*/ 924884 h 1639089"/>
                <a:gd name="csX1530" fmla="*/ 322945 w 1217254"/>
                <a:gd name="csY1530" fmla="*/ 918674 h 1639089"/>
                <a:gd name="csX1531" fmla="*/ 317690 w 1217254"/>
                <a:gd name="csY1531" fmla="*/ 914852 h 1639089"/>
                <a:gd name="csX1532" fmla="*/ 316257 w 1217254"/>
                <a:gd name="csY1532" fmla="*/ 913419 h 1639089"/>
                <a:gd name="csX1533" fmla="*/ 314824 w 1217254"/>
                <a:gd name="csY1533" fmla="*/ 910552 h 1639089"/>
                <a:gd name="csX1534" fmla="*/ 313868 w 1217254"/>
                <a:gd name="csY1534" fmla="*/ 906731 h 1639089"/>
                <a:gd name="csX1535" fmla="*/ 312435 w 1217254"/>
                <a:gd name="csY1535" fmla="*/ 903386 h 1639089"/>
                <a:gd name="csX1536" fmla="*/ 310047 w 1217254"/>
                <a:gd name="csY1536" fmla="*/ 899565 h 1639089"/>
                <a:gd name="csX1537" fmla="*/ 306225 w 1217254"/>
                <a:gd name="csY1537" fmla="*/ 895743 h 1639089"/>
                <a:gd name="csX1538" fmla="*/ 297625 w 1217254"/>
                <a:gd name="csY1538" fmla="*/ 889054 h 1639089"/>
                <a:gd name="csX1539" fmla="*/ 294282 w 1217254"/>
                <a:gd name="csY1539" fmla="*/ 884755 h 1639089"/>
                <a:gd name="csX1540" fmla="*/ 291893 w 1217254"/>
                <a:gd name="csY1540" fmla="*/ 877589 h 1639089"/>
                <a:gd name="csX1541" fmla="*/ 290459 w 1217254"/>
                <a:gd name="csY1541" fmla="*/ 874723 h 1639089"/>
                <a:gd name="csX1542" fmla="*/ 289026 w 1217254"/>
                <a:gd name="csY1542" fmla="*/ 872334 h 1639089"/>
                <a:gd name="csX1543" fmla="*/ 282816 w 1217254"/>
                <a:gd name="csY1543" fmla="*/ 867079 h 1639089"/>
                <a:gd name="csX1544" fmla="*/ 281860 w 1217254"/>
                <a:gd name="csY1544" fmla="*/ 864690 h 1639089"/>
                <a:gd name="csX1545" fmla="*/ 288071 w 1217254"/>
                <a:gd name="csY1545" fmla="*/ 858480 h 1639089"/>
                <a:gd name="csX1546" fmla="*/ 289026 w 1217254"/>
                <a:gd name="csY1546" fmla="*/ 856091 h 1639089"/>
                <a:gd name="csX1547" fmla="*/ 286160 w 1217254"/>
                <a:gd name="csY1547" fmla="*/ 847970 h 1639089"/>
                <a:gd name="csX1548" fmla="*/ 283771 w 1217254"/>
                <a:gd name="csY1548" fmla="*/ 842715 h 1639089"/>
                <a:gd name="csX1549" fmla="*/ 280905 w 1217254"/>
                <a:gd name="csY1549" fmla="*/ 840326 h 1639089"/>
                <a:gd name="csX1550" fmla="*/ 276605 w 1217254"/>
                <a:gd name="csY1550" fmla="*/ 839371 h 1639089"/>
                <a:gd name="csX1551" fmla="*/ 272306 w 1217254"/>
                <a:gd name="csY1551" fmla="*/ 836982 h 1639089"/>
                <a:gd name="csX1552" fmla="*/ 268962 w 1217254"/>
                <a:gd name="csY1552" fmla="*/ 832682 h 1639089"/>
                <a:gd name="csX1553" fmla="*/ 265140 w 1217254"/>
                <a:gd name="csY1553" fmla="*/ 829816 h 1639089"/>
                <a:gd name="csX1554" fmla="*/ 259885 w 1217254"/>
                <a:gd name="csY1554" fmla="*/ 826950 h 1639089"/>
                <a:gd name="csX1555" fmla="*/ 250808 w 1217254"/>
                <a:gd name="csY1555" fmla="*/ 819784 h 1639089"/>
                <a:gd name="csX1556" fmla="*/ 236954 w 1217254"/>
                <a:gd name="csY1556" fmla="*/ 812140 h 1639089"/>
                <a:gd name="csX1557" fmla="*/ 230743 w 1217254"/>
                <a:gd name="csY1557" fmla="*/ 807363 h 1639089"/>
                <a:gd name="csX1558" fmla="*/ 226921 w 1217254"/>
                <a:gd name="csY1558" fmla="*/ 805930 h 1639089"/>
                <a:gd name="csX1559" fmla="*/ 222144 w 1217254"/>
                <a:gd name="csY1559" fmla="*/ 805452 h 1639089"/>
                <a:gd name="csX1560" fmla="*/ 212590 w 1217254"/>
                <a:gd name="csY1560" fmla="*/ 801152 h 1639089"/>
                <a:gd name="csX1561" fmla="*/ 204468 w 1217254"/>
                <a:gd name="csY1561" fmla="*/ 799719 h 1639089"/>
                <a:gd name="csX1562" fmla="*/ 199691 w 1217254"/>
                <a:gd name="csY1562" fmla="*/ 800197 h 1639089"/>
                <a:gd name="csX1563" fmla="*/ 198258 w 1217254"/>
                <a:gd name="csY1563" fmla="*/ 799719 h 1639089"/>
                <a:gd name="csX1564" fmla="*/ 194436 w 1217254"/>
                <a:gd name="csY1564" fmla="*/ 794942 h 1639089"/>
                <a:gd name="csX1565" fmla="*/ 188703 w 1217254"/>
                <a:gd name="csY1565" fmla="*/ 792553 h 1639089"/>
                <a:gd name="csX1566" fmla="*/ 185837 w 1217254"/>
                <a:gd name="csY1566" fmla="*/ 793509 h 1639089"/>
                <a:gd name="csX1567" fmla="*/ 182493 w 1217254"/>
                <a:gd name="csY1567" fmla="*/ 798286 h 1639089"/>
                <a:gd name="csX1568" fmla="*/ 178193 w 1217254"/>
                <a:gd name="csY1568" fmla="*/ 803063 h 1639089"/>
                <a:gd name="csX1569" fmla="*/ 175804 w 1217254"/>
                <a:gd name="csY1569" fmla="*/ 803541 h 1639089"/>
                <a:gd name="csX1570" fmla="*/ 171983 w 1217254"/>
                <a:gd name="csY1570" fmla="*/ 799241 h 1639089"/>
                <a:gd name="csX1571" fmla="*/ 170549 w 1217254"/>
                <a:gd name="csY1571" fmla="*/ 796375 h 1639089"/>
                <a:gd name="csX1572" fmla="*/ 168638 w 1217254"/>
                <a:gd name="csY1572" fmla="*/ 795420 h 1639089"/>
                <a:gd name="csX1573" fmla="*/ 167205 w 1217254"/>
                <a:gd name="csY1573" fmla="*/ 796375 h 1639089"/>
                <a:gd name="csX1574" fmla="*/ 163861 w 1217254"/>
                <a:gd name="csY1574" fmla="*/ 800197 h 1639089"/>
                <a:gd name="csX1575" fmla="*/ 160995 w 1217254"/>
                <a:gd name="csY1575" fmla="*/ 803063 h 1639089"/>
                <a:gd name="csX1576" fmla="*/ 156695 w 1217254"/>
                <a:gd name="csY1576" fmla="*/ 806407 h 1639089"/>
                <a:gd name="csX1577" fmla="*/ 153351 w 1217254"/>
                <a:gd name="csY1577" fmla="*/ 807840 h 1639089"/>
                <a:gd name="csX1578" fmla="*/ 149052 w 1217254"/>
                <a:gd name="csY1578" fmla="*/ 808318 h 1639089"/>
                <a:gd name="csX1579" fmla="*/ 147619 w 1217254"/>
                <a:gd name="csY1579" fmla="*/ 809752 h 1639089"/>
                <a:gd name="csX1580" fmla="*/ 146185 w 1217254"/>
                <a:gd name="csY1580" fmla="*/ 809752 h 1639089"/>
                <a:gd name="csX1581" fmla="*/ 143797 w 1217254"/>
                <a:gd name="csY1581" fmla="*/ 808318 h 1639089"/>
                <a:gd name="csX1582" fmla="*/ 141408 w 1217254"/>
                <a:gd name="csY1582" fmla="*/ 806407 h 1639089"/>
                <a:gd name="csX1583" fmla="*/ 139497 w 1217254"/>
                <a:gd name="csY1583" fmla="*/ 803063 h 1639089"/>
                <a:gd name="csX1584" fmla="*/ 137586 w 1217254"/>
                <a:gd name="csY1584" fmla="*/ 801152 h 1639089"/>
                <a:gd name="csX1585" fmla="*/ 136153 w 1217254"/>
                <a:gd name="csY1585" fmla="*/ 801152 h 1639089"/>
                <a:gd name="csX1586" fmla="*/ 132331 w 1217254"/>
                <a:gd name="csY1586" fmla="*/ 802586 h 1639089"/>
                <a:gd name="csX1587" fmla="*/ 128031 w 1217254"/>
                <a:gd name="csY1587" fmla="*/ 807840 h 1639089"/>
                <a:gd name="csX1588" fmla="*/ 126121 w 1217254"/>
                <a:gd name="csY1588" fmla="*/ 808796 h 1639089"/>
                <a:gd name="csX1589" fmla="*/ 124210 w 1217254"/>
                <a:gd name="csY1589" fmla="*/ 808318 h 1639089"/>
                <a:gd name="csX1590" fmla="*/ 122299 w 1217254"/>
                <a:gd name="csY1590" fmla="*/ 806885 h 1639089"/>
                <a:gd name="csX1591" fmla="*/ 117999 w 1217254"/>
                <a:gd name="csY1591" fmla="*/ 803063 h 1639089"/>
                <a:gd name="csX1592" fmla="*/ 115611 w 1217254"/>
                <a:gd name="csY1592" fmla="*/ 803063 h 1639089"/>
                <a:gd name="csX1593" fmla="*/ 113700 w 1217254"/>
                <a:gd name="csY1593" fmla="*/ 804496 h 1639089"/>
                <a:gd name="csX1594" fmla="*/ 114177 w 1217254"/>
                <a:gd name="csY1594" fmla="*/ 807840 h 1639089"/>
                <a:gd name="csX1595" fmla="*/ 118477 w 1217254"/>
                <a:gd name="csY1595" fmla="*/ 815484 h 1639089"/>
                <a:gd name="csX1596" fmla="*/ 121821 w 1217254"/>
                <a:gd name="csY1596" fmla="*/ 821217 h 1639089"/>
                <a:gd name="csX1597" fmla="*/ 118955 w 1217254"/>
                <a:gd name="csY1597" fmla="*/ 821695 h 1639089"/>
                <a:gd name="csX1598" fmla="*/ 92680 w 1217254"/>
                <a:gd name="csY1598" fmla="*/ 814529 h 1639089"/>
                <a:gd name="csX1599" fmla="*/ 89335 w 1217254"/>
                <a:gd name="csY1599" fmla="*/ 812618 h 1639089"/>
                <a:gd name="csX1600" fmla="*/ 84558 w 1217254"/>
                <a:gd name="csY1600" fmla="*/ 807840 h 1639089"/>
                <a:gd name="csX1601" fmla="*/ 80258 w 1217254"/>
                <a:gd name="csY1601" fmla="*/ 805452 h 1639089"/>
                <a:gd name="csX1602" fmla="*/ 73570 w 1217254"/>
                <a:gd name="csY1602" fmla="*/ 798286 h 1639089"/>
                <a:gd name="csX1603" fmla="*/ 68315 w 1217254"/>
                <a:gd name="csY1603" fmla="*/ 793986 h 1639089"/>
                <a:gd name="csX1604" fmla="*/ 66405 w 1217254"/>
                <a:gd name="csY1604" fmla="*/ 791120 h 1639089"/>
                <a:gd name="csX1605" fmla="*/ 65927 w 1217254"/>
                <a:gd name="csY1605" fmla="*/ 789209 h 1639089"/>
                <a:gd name="csX1606" fmla="*/ 67838 w 1217254"/>
                <a:gd name="csY1606" fmla="*/ 786343 h 1639089"/>
                <a:gd name="csX1607" fmla="*/ 78348 w 1217254"/>
                <a:gd name="csY1607" fmla="*/ 776310 h 1639089"/>
                <a:gd name="csX1608" fmla="*/ 82647 w 1217254"/>
                <a:gd name="csY1608" fmla="*/ 774399 h 1639089"/>
                <a:gd name="csX1609" fmla="*/ 90769 w 1217254"/>
                <a:gd name="csY1609" fmla="*/ 772011 h 1639089"/>
                <a:gd name="csX1610" fmla="*/ 92680 w 1217254"/>
                <a:gd name="csY1610" fmla="*/ 770578 h 1639089"/>
                <a:gd name="csX1611" fmla="*/ 93157 w 1217254"/>
                <a:gd name="csY1611" fmla="*/ 769144 h 1639089"/>
                <a:gd name="csX1612" fmla="*/ 91246 w 1217254"/>
                <a:gd name="csY1612" fmla="*/ 767234 h 1639089"/>
                <a:gd name="csX1613" fmla="*/ 80258 w 1217254"/>
                <a:gd name="csY1613" fmla="*/ 768189 h 1639089"/>
                <a:gd name="csX1614" fmla="*/ 70704 w 1217254"/>
                <a:gd name="csY1614" fmla="*/ 766756 h 1639089"/>
                <a:gd name="csX1615" fmla="*/ 62105 w 1217254"/>
                <a:gd name="csY1615" fmla="*/ 762456 h 1639089"/>
                <a:gd name="csX1616" fmla="*/ 60672 w 1217254"/>
                <a:gd name="csY1616" fmla="*/ 761501 h 1639089"/>
                <a:gd name="csX1617" fmla="*/ 59239 w 1217254"/>
                <a:gd name="csY1617" fmla="*/ 759112 h 1639089"/>
                <a:gd name="csX1618" fmla="*/ 58283 w 1217254"/>
                <a:gd name="csY1618" fmla="*/ 755290 h 1639089"/>
                <a:gd name="csX1619" fmla="*/ 58283 w 1217254"/>
                <a:gd name="csY1619" fmla="*/ 751468 h 1639089"/>
                <a:gd name="csX1620" fmla="*/ 60194 w 1217254"/>
                <a:gd name="csY1620" fmla="*/ 747169 h 1639089"/>
                <a:gd name="csX1621" fmla="*/ 61627 w 1217254"/>
                <a:gd name="csY1621" fmla="*/ 743825 h 1639089"/>
                <a:gd name="csX1622" fmla="*/ 62105 w 1217254"/>
                <a:gd name="csY1622" fmla="*/ 742392 h 1639089"/>
                <a:gd name="csX1623" fmla="*/ 51595 w 1217254"/>
                <a:gd name="csY1623" fmla="*/ 753379 h 1639089"/>
                <a:gd name="csX1624" fmla="*/ 47295 w 1217254"/>
                <a:gd name="csY1624" fmla="*/ 756724 h 1639089"/>
                <a:gd name="csX1625" fmla="*/ 43474 w 1217254"/>
                <a:gd name="csY1625" fmla="*/ 755768 h 1639089"/>
                <a:gd name="csX1626" fmla="*/ 41085 w 1217254"/>
                <a:gd name="csY1626" fmla="*/ 753857 h 1639089"/>
                <a:gd name="csX1627" fmla="*/ 40129 w 1217254"/>
                <a:gd name="csY1627" fmla="*/ 751946 h 1639089"/>
                <a:gd name="csX1628" fmla="*/ 40129 w 1217254"/>
                <a:gd name="csY1628" fmla="*/ 749558 h 1639089"/>
                <a:gd name="csX1629" fmla="*/ 40607 w 1217254"/>
                <a:gd name="csY1629" fmla="*/ 748124 h 1639089"/>
                <a:gd name="csX1630" fmla="*/ 41085 w 1217254"/>
                <a:gd name="csY1630" fmla="*/ 747169 h 1639089"/>
                <a:gd name="csX1631" fmla="*/ 35830 w 1217254"/>
                <a:gd name="csY1631" fmla="*/ 742869 h 1639089"/>
                <a:gd name="csX1632" fmla="*/ 33441 w 1217254"/>
                <a:gd name="csY1632" fmla="*/ 739047 h 1639089"/>
                <a:gd name="csX1633" fmla="*/ 32963 w 1217254"/>
                <a:gd name="csY1633" fmla="*/ 735703 h 1639089"/>
                <a:gd name="csX1634" fmla="*/ 34874 w 1217254"/>
                <a:gd name="csY1634" fmla="*/ 731882 h 1639089"/>
                <a:gd name="csX1635" fmla="*/ 36785 w 1217254"/>
                <a:gd name="csY1635" fmla="*/ 729015 h 1639089"/>
                <a:gd name="csX1636" fmla="*/ 38696 w 1217254"/>
                <a:gd name="csY1636" fmla="*/ 727104 h 1639089"/>
                <a:gd name="csX1637" fmla="*/ 43951 w 1217254"/>
                <a:gd name="csY1637" fmla="*/ 725671 h 1639089"/>
                <a:gd name="csX1638" fmla="*/ 62583 w 1217254"/>
                <a:gd name="csY1638" fmla="*/ 722805 h 1639089"/>
                <a:gd name="csX1639" fmla="*/ 75959 w 1217254"/>
                <a:gd name="csY1639" fmla="*/ 725671 h 1639089"/>
                <a:gd name="csX1640" fmla="*/ 80736 w 1217254"/>
                <a:gd name="csY1640" fmla="*/ 716594 h 1639089"/>
                <a:gd name="csX1641" fmla="*/ 83603 w 1217254"/>
                <a:gd name="csY1641" fmla="*/ 713250 h 1639089"/>
                <a:gd name="csX1642" fmla="*/ 92680 w 1217254"/>
                <a:gd name="csY1642" fmla="*/ 710384 h 1639089"/>
                <a:gd name="csX1643" fmla="*/ 106534 w 1217254"/>
                <a:gd name="csY1643" fmla="*/ 709906 h 1639089"/>
                <a:gd name="csX1644" fmla="*/ 116566 w 1217254"/>
                <a:gd name="csY1644" fmla="*/ 711817 h 1639089"/>
                <a:gd name="csX1645" fmla="*/ 121343 w 1217254"/>
                <a:gd name="csY1645" fmla="*/ 713728 h 1639089"/>
                <a:gd name="csX1646" fmla="*/ 127554 w 1217254"/>
                <a:gd name="csY1646" fmla="*/ 718505 h 1639089"/>
                <a:gd name="csX1647" fmla="*/ 128031 w 1217254"/>
                <a:gd name="csY1647" fmla="*/ 717072 h 1639089"/>
                <a:gd name="csX1648" fmla="*/ 126121 w 1217254"/>
                <a:gd name="csY1648" fmla="*/ 712772 h 1639089"/>
                <a:gd name="csX1649" fmla="*/ 126121 w 1217254"/>
                <a:gd name="csY1649" fmla="*/ 709428 h 1639089"/>
                <a:gd name="csX1650" fmla="*/ 128987 w 1217254"/>
                <a:gd name="csY1650" fmla="*/ 702740 h 1639089"/>
                <a:gd name="csX1651" fmla="*/ 129942 w 1217254"/>
                <a:gd name="csY1651" fmla="*/ 698918 h 1639089"/>
                <a:gd name="csX1652" fmla="*/ 128987 w 1217254"/>
                <a:gd name="csY1652" fmla="*/ 694619 h 1639089"/>
                <a:gd name="csX1653" fmla="*/ 126121 w 1217254"/>
                <a:gd name="csY1653" fmla="*/ 690319 h 1639089"/>
                <a:gd name="csX1654" fmla="*/ 121343 w 1217254"/>
                <a:gd name="csY1654" fmla="*/ 685064 h 1639089"/>
                <a:gd name="csX1655" fmla="*/ 118955 w 1217254"/>
                <a:gd name="csY1655" fmla="*/ 684586 h 1639089"/>
                <a:gd name="csX1656" fmla="*/ 116088 w 1217254"/>
                <a:gd name="csY1656" fmla="*/ 686020 h 1639089"/>
                <a:gd name="csX1657" fmla="*/ 112266 w 1217254"/>
                <a:gd name="csY1657" fmla="*/ 688886 h 1639089"/>
                <a:gd name="csX1658" fmla="*/ 105100 w 1217254"/>
                <a:gd name="csY1658" fmla="*/ 696530 h 1639089"/>
                <a:gd name="csX1659" fmla="*/ 101756 w 1217254"/>
                <a:gd name="csY1659" fmla="*/ 698440 h 1639089"/>
                <a:gd name="csX1660" fmla="*/ 96024 w 1217254"/>
                <a:gd name="csY1660" fmla="*/ 698440 h 1639089"/>
                <a:gd name="csX1661" fmla="*/ 92680 w 1217254"/>
                <a:gd name="csY1661" fmla="*/ 697485 h 1639089"/>
                <a:gd name="csX1662" fmla="*/ 89813 w 1217254"/>
                <a:gd name="csY1662" fmla="*/ 696530 h 1639089"/>
                <a:gd name="csX1663" fmla="*/ 85036 w 1217254"/>
                <a:gd name="csY1663" fmla="*/ 692708 h 1639089"/>
                <a:gd name="csX1664" fmla="*/ 83125 w 1217254"/>
                <a:gd name="csY1664" fmla="*/ 691752 h 1639089"/>
                <a:gd name="csX1665" fmla="*/ 81214 w 1217254"/>
                <a:gd name="csY1665" fmla="*/ 693663 h 1639089"/>
                <a:gd name="csX1666" fmla="*/ 78825 w 1217254"/>
                <a:gd name="csY1666" fmla="*/ 697963 h 1639089"/>
                <a:gd name="csX1667" fmla="*/ 75959 w 1217254"/>
                <a:gd name="csY1667" fmla="*/ 700829 h 1639089"/>
                <a:gd name="csX1668" fmla="*/ 74048 w 1217254"/>
                <a:gd name="csY1668" fmla="*/ 702740 h 1639089"/>
                <a:gd name="csX1669" fmla="*/ 71659 w 1217254"/>
                <a:gd name="csY1669" fmla="*/ 703218 h 1639089"/>
                <a:gd name="csX1670" fmla="*/ 68793 w 1217254"/>
                <a:gd name="csY1670" fmla="*/ 703218 h 1639089"/>
                <a:gd name="csX1671" fmla="*/ 56372 w 1217254"/>
                <a:gd name="csY1671" fmla="*/ 696052 h 1639089"/>
                <a:gd name="csX1672" fmla="*/ 53506 w 1217254"/>
                <a:gd name="csY1672" fmla="*/ 693185 h 1639089"/>
                <a:gd name="csX1673" fmla="*/ 53506 w 1217254"/>
                <a:gd name="csY1673" fmla="*/ 688886 h 1639089"/>
                <a:gd name="csX1674" fmla="*/ 49684 w 1217254"/>
                <a:gd name="csY1674" fmla="*/ 684109 h 1639089"/>
                <a:gd name="csX1675" fmla="*/ 45384 w 1217254"/>
                <a:gd name="csY1675" fmla="*/ 683153 h 1639089"/>
                <a:gd name="csX1676" fmla="*/ 44907 w 1217254"/>
                <a:gd name="csY1676" fmla="*/ 681720 h 1639089"/>
                <a:gd name="csX1677" fmla="*/ 50162 w 1217254"/>
                <a:gd name="csY1677" fmla="*/ 675032 h 1639089"/>
                <a:gd name="csX1678" fmla="*/ 54461 w 1217254"/>
                <a:gd name="csY1678" fmla="*/ 672165 h 1639089"/>
                <a:gd name="csX1679" fmla="*/ 53506 w 1217254"/>
                <a:gd name="csY1679" fmla="*/ 671210 h 1639089"/>
                <a:gd name="csX1680" fmla="*/ 47773 w 1217254"/>
                <a:gd name="csY1680" fmla="*/ 671210 h 1639089"/>
                <a:gd name="csX1681" fmla="*/ 43951 w 1217254"/>
                <a:gd name="csY1681" fmla="*/ 674554 h 1639089"/>
                <a:gd name="csX1682" fmla="*/ 41563 w 1217254"/>
                <a:gd name="csY1682" fmla="*/ 675510 h 1639089"/>
                <a:gd name="csX1683" fmla="*/ 36308 w 1217254"/>
                <a:gd name="csY1683" fmla="*/ 675510 h 1639089"/>
                <a:gd name="csX1684" fmla="*/ 30575 w 1217254"/>
                <a:gd name="csY1684" fmla="*/ 673599 h 1639089"/>
                <a:gd name="csX1685" fmla="*/ 28186 w 1217254"/>
                <a:gd name="csY1685" fmla="*/ 672165 h 1639089"/>
                <a:gd name="csX1686" fmla="*/ 25798 w 1217254"/>
                <a:gd name="csY1686" fmla="*/ 668344 h 1639089"/>
                <a:gd name="csX1687" fmla="*/ 22931 w 1217254"/>
                <a:gd name="csY1687" fmla="*/ 665955 h 1639089"/>
                <a:gd name="csX1688" fmla="*/ 14810 w 1217254"/>
                <a:gd name="csY1688" fmla="*/ 663089 h 1639089"/>
                <a:gd name="csX1689" fmla="*/ 12899 w 1217254"/>
                <a:gd name="csY1689" fmla="*/ 661178 h 1639089"/>
                <a:gd name="csX1690" fmla="*/ 11466 w 1217254"/>
                <a:gd name="csY1690" fmla="*/ 658311 h 1639089"/>
                <a:gd name="csX1691" fmla="*/ 4777 w 1217254"/>
                <a:gd name="csY1691" fmla="*/ 649712 h 1639089"/>
                <a:gd name="csX1692" fmla="*/ 478 w 1217254"/>
                <a:gd name="csY1692" fmla="*/ 643979 h 1639089"/>
                <a:gd name="csX1693" fmla="*/ 0 w 1217254"/>
                <a:gd name="csY1693" fmla="*/ 640157 h 1639089"/>
                <a:gd name="csX1694" fmla="*/ 4777 w 1217254"/>
                <a:gd name="csY1694" fmla="*/ 632514 h 1639089"/>
                <a:gd name="csX1695" fmla="*/ 4777 w 1217254"/>
                <a:gd name="csY1695" fmla="*/ 631081 h 1639089"/>
                <a:gd name="csX1696" fmla="*/ 2867 w 1217254"/>
                <a:gd name="csY1696" fmla="*/ 627737 h 1639089"/>
                <a:gd name="csX1697" fmla="*/ 1911 w 1217254"/>
                <a:gd name="csY1697" fmla="*/ 625348 h 1639089"/>
                <a:gd name="csX1698" fmla="*/ 2867 w 1217254"/>
                <a:gd name="csY1698" fmla="*/ 622004 h 1639089"/>
                <a:gd name="csX1699" fmla="*/ 6688 w 1217254"/>
                <a:gd name="csY1699" fmla="*/ 614360 h 1639089"/>
                <a:gd name="csX1700" fmla="*/ 8121 w 1217254"/>
                <a:gd name="csY1700" fmla="*/ 612449 h 1639089"/>
                <a:gd name="csX1701" fmla="*/ 15765 w 1217254"/>
                <a:gd name="csY1701" fmla="*/ 607672 h 1639089"/>
                <a:gd name="csX1702" fmla="*/ 22931 w 1217254"/>
                <a:gd name="csY1702" fmla="*/ 601461 h 1639089"/>
                <a:gd name="csX1703" fmla="*/ 25798 w 1217254"/>
                <a:gd name="csY1703" fmla="*/ 600028 h 1639089"/>
                <a:gd name="csX1704" fmla="*/ 28186 w 1217254"/>
                <a:gd name="csY1704" fmla="*/ 599550 h 1639089"/>
                <a:gd name="csX1705" fmla="*/ 37741 w 1217254"/>
                <a:gd name="csY1705" fmla="*/ 600028 h 1639089"/>
                <a:gd name="csX1706" fmla="*/ 41085 w 1217254"/>
                <a:gd name="csY1706" fmla="*/ 598595 h 1639089"/>
                <a:gd name="csX1707" fmla="*/ 43474 w 1217254"/>
                <a:gd name="csY1707" fmla="*/ 595251 h 1639089"/>
                <a:gd name="csX1708" fmla="*/ 47773 w 1217254"/>
                <a:gd name="csY1708" fmla="*/ 591907 h 1639089"/>
                <a:gd name="csX1709" fmla="*/ 56372 w 1217254"/>
                <a:gd name="csY1709" fmla="*/ 587130 h 1639089"/>
                <a:gd name="csX1710" fmla="*/ 75959 w 1217254"/>
                <a:gd name="csY1710" fmla="*/ 579486 h 1639089"/>
                <a:gd name="csX1711" fmla="*/ 76915 w 1217254"/>
                <a:gd name="csY1711" fmla="*/ 578530 h 1639089"/>
                <a:gd name="csX1712" fmla="*/ 77392 w 1217254"/>
                <a:gd name="csY1712" fmla="*/ 577097 h 1639089"/>
                <a:gd name="csX1713" fmla="*/ 75481 w 1217254"/>
                <a:gd name="csY1713" fmla="*/ 573275 h 1639089"/>
                <a:gd name="csX1714" fmla="*/ 75004 w 1217254"/>
                <a:gd name="csY1714" fmla="*/ 571364 h 1639089"/>
                <a:gd name="csX1715" fmla="*/ 78825 w 1217254"/>
                <a:gd name="csY1715" fmla="*/ 568020 h 1639089"/>
                <a:gd name="csX1716" fmla="*/ 87902 w 1217254"/>
                <a:gd name="csY1716" fmla="*/ 562288 h 1639089"/>
                <a:gd name="csX1717" fmla="*/ 94113 w 1217254"/>
                <a:gd name="csY1717" fmla="*/ 559899 h 1639089"/>
                <a:gd name="csX1718" fmla="*/ 97935 w 1217254"/>
                <a:gd name="csY1718" fmla="*/ 559421 h 1639089"/>
                <a:gd name="csX1719" fmla="*/ 101279 w 1217254"/>
                <a:gd name="csY1719" fmla="*/ 558466 h 1639089"/>
                <a:gd name="csX1720" fmla="*/ 105578 w 1217254"/>
                <a:gd name="csY1720" fmla="*/ 555122 h 1639089"/>
                <a:gd name="csX1721" fmla="*/ 108445 w 1217254"/>
                <a:gd name="csY1721" fmla="*/ 554166 h 1639089"/>
                <a:gd name="csX1722" fmla="*/ 123732 w 1217254"/>
                <a:gd name="csY1722" fmla="*/ 552733 h 1639089"/>
                <a:gd name="csX1723" fmla="*/ 130420 w 1217254"/>
                <a:gd name="csY1723" fmla="*/ 554644 h 1639089"/>
                <a:gd name="csX1724" fmla="*/ 133764 w 1217254"/>
                <a:gd name="csY1724" fmla="*/ 554644 h 1639089"/>
                <a:gd name="csX1725" fmla="*/ 135675 w 1217254"/>
                <a:gd name="csY1725" fmla="*/ 553689 h 1639089"/>
                <a:gd name="csX1726" fmla="*/ 138542 w 1217254"/>
                <a:gd name="csY1726" fmla="*/ 549389 h 1639089"/>
                <a:gd name="csX1727" fmla="*/ 143797 w 1217254"/>
                <a:gd name="csY1727" fmla="*/ 539357 h 1639089"/>
                <a:gd name="csX1728" fmla="*/ 146663 w 1217254"/>
                <a:gd name="csY1728" fmla="*/ 533146 h 1639089"/>
                <a:gd name="csX1729" fmla="*/ 149052 w 1217254"/>
                <a:gd name="csY1729" fmla="*/ 523592 h 1639089"/>
                <a:gd name="csX1730" fmla="*/ 152873 w 1217254"/>
                <a:gd name="csY1730" fmla="*/ 508304 h 1639089"/>
                <a:gd name="csX1731" fmla="*/ 155262 w 1217254"/>
                <a:gd name="csY1731" fmla="*/ 493495 h 1639089"/>
                <a:gd name="csX1732" fmla="*/ 156695 w 1217254"/>
                <a:gd name="csY1732" fmla="*/ 478685 h 1639089"/>
                <a:gd name="csX1733" fmla="*/ 158129 w 1217254"/>
                <a:gd name="csY1733" fmla="*/ 469608 h 1639089"/>
                <a:gd name="csX1734" fmla="*/ 159084 w 1217254"/>
                <a:gd name="csY1734" fmla="*/ 466264 h 1639089"/>
                <a:gd name="csX1735" fmla="*/ 162428 w 1217254"/>
                <a:gd name="csY1735" fmla="*/ 461964 h 1639089"/>
                <a:gd name="csX1736" fmla="*/ 165772 w 1217254"/>
                <a:gd name="csY1736" fmla="*/ 458620 h 1639089"/>
                <a:gd name="csX1737" fmla="*/ 171505 w 1217254"/>
                <a:gd name="csY1737" fmla="*/ 455754 h 1639089"/>
                <a:gd name="csX1738" fmla="*/ 170549 w 1217254"/>
                <a:gd name="csY1738" fmla="*/ 454321 h 1639089"/>
                <a:gd name="csX1739" fmla="*/ 168161 w 1217254"/>
                <a:gd name="csY1739" fmla="*/ 451932 h 1639089"/>
                <a:gd name="csX1740" fmla="*/ 166250 w 1217254"/>
                <a:gd name="csY1740" fmla="*/ 451454 h 1639089"/>
                <a:gd name="csX1741" fmla="*/ 163861 w 1217254"/>
                <a:gd name="csY1741" fmla="*/ 451932 h 1639089"/>
                <a:gd name="csX1742" fmla="*/ 160039 w 1217254"/>
                <a:gd name="csY1742" fmla="*/ 455276 h 1639089"/>
                <a:gd name="csX1743" fmla="*/ 155262 w 1217254"/>
                <a:gd name="csY1743" fmla="*/ 457665 h 1639089"/>
                <a:gd name="csX1744" fmla="*/ 150485 w 1217254"/>
                <a:gd name="csY1744" fmla="*/ 457187 h 1639089"/>
                <a:gd name="csX1745" fmla="*/ 147141 w 1217254"/>
                <a:gd name="csY1745" fmla="*/ 458143 h 1639089"/>
                <a:gd name="csX1746" fmla="*/ 144274 w 1217254"/>
                <a:gd name="csY1746" fmla="*/ 461009 h 1639089"/>
                <a:gd name="csX1747" fmla="*/ 139019 w 1217254"/>
                <a:gd name="csY1747" fmla="*/ 463875 h 1639089"/>
                <a:gd name="csX1748" fmla="*/ 135675 w 1217254"/>
                <a:gd name="csY1748" fmla="*/ 463398 h 1639089"/>
                <a:gd name="csX1749" fmla="*/ 129465 w 1217254"/>
                <a:gd name="csY1749" fmla="*/ 458620 h 1639089"/>
                <a:gd name="csX1750" fmla="*/ 126121 w 1217254"/>
                <a:gd name="csY1750" fmla="*/ 457665 h 1639089"/>
                <a:gd name="csX1751" fmla="*/ 118477 w 1217254"/>
                <a:gd name="csY1751" fmla="*/ 458143 h 1639089"/>
                <a:gd name="csX1752" fmla="*/ 116088 w 1217254"/>
                <a:gd name="csY1752" fmla="*/ 456709 h 1639089"/>
                <a:gd name="csX1753" fmla="*/ 114177 w 1217254"/>
                <a:gd name="csY1753" fmla="*/ 453365 h 1639089"/>
                <a:gd name="csX1754" fmla="*/ 112744 w 1217254"/>
                <a:gd name="csY1754" fmla="*/ 448588 h 1639089"/>
                <a:gd name="csX1755" fmla="*/ 111311 w 1217254"/>
                <a:gd name="csY1755" fmla="*/ 442855 h 1639089"/>
                <a:gd name="csX1756" fmla="*/ 111311 w 1217254"/>
                <a:gd name="csY1756" fmla="*/ 436645 h 1639089"/>
                <a:gd name="csX1757" fmla="*/ 114177 w 1217254"/>
                <a:gd name="csY1757" fmla="*/ 425179 h 1639089"/>
                <a:gd name="csX1758" fmla="*/ 115611 w 1217254"/>
                <a:gd name="csY1758" fmla="*/ 422313 h 1639089"/>
                <a:gd name="csX1759" fmla="*/ 123254 w 1217254"/>
                <a:gd name="csY1759" fmla="*/ 409414 h 1639089"/>
                <a:gd name="csX1760" fmla="*/ 128031 w 1217254"/>
                <a:gd name="csY1760" fmla="*/ 403204 h 1639089"/>
                <a:gd name="csX1761" fmla="*/ 132331 w 1217254"/>
                <a:gd name="csY1761" fmla="*/ 398904 h 1639089"/>
                <a:gd name="csX1762" fmla="*/ 135675 w 1217254"/>
                <a:gd name="csY1762" fmla="*/ 396038 h 1639089"/>
                <a:gd name="csX1763" fmla="*/ 139019 w 1217254"/>
                <a:gd name="csY1763" fmla="*/ 394605 h 1639089"/>
                <a:gd name="csX1764" fmla="*/ 142363 w 1217254"/>
                <a:gd name="csY1764" fmla="*/ 391738 h 1639089"/>
                <a:gd name="csX1765" fmla="*/ 148096 w 1217254"/>
                <a:gd name="csY1765" fmla="*/ 382661 h 1639089"/>
                <a:gd name="csX1766" fmla="*/ 153829 w 1217254"/>
                <a:gd name="csY1766" fmla="*/ 375018 h 1639089"/>
                <a:gd name="csX1767" fmla="*/ 160995 w 1217254"/>
                <a:gd name="csY1767" fmla="*/ 359730 h 1639089"/>
                <a:gd name="csX1768" fmla="*/ 164817 w 1217254"/>
                <a:gd name="csY1768" fmla="*/ 355908 h 1639089"/>
                <a:gd name="csX1769" fmla="*/ 177238 w 1217254"/>
                <a:gd name="csY1769" fmla="*/ 349220 h 1639089"/>
                <a:gd name="csX1770" fmla="*/ 180582 w 1217254"/>
                <a:gd name="csY1770" fmla="*/ 349220 h 1639089"/>
                <a:gd name="csX1771" fmla="*/ 182970 w 1217254"/>
                <a:gd name="csY1771" fmla="*/ 351131 h 1639089"/>
                <a:gd name="csX1772" fmla="*/ 185837 w 1217254"/>
                <a:gd name="csY1772" fmla="*/ 354475 h 1639089"/>
                <a:gd name="csX1773" fmla="*/ 193480 w 1217254"/>
                <a:gd name="csY1773" fmla="*/ 369285 h 1639089"/>
                <a:gd name="csX1774" fmla="*/ 193958 w 1217254"/>
                <a:gd name="csY1774" fmla="*/ 368807 h 1639089"/>
                <a:gd name="csX1775" fmla="*/ 193003 w 1217254"/>
                <a:gd name="csY1775" fmla="*/ 363074 h 1639089"/>
                <a:gd name="csX1776" fmla="*/ 190136 w 1217254"/>
                <a:gd name="csY1776" fmla="*/ 346354 h 1639089"/>
                <a:gd name="csX1777" fmla="*/ 190614 w 1217254"/>
                <a:gd name="csY1777" fmla="*/ 339188 h 1639089"/>
                <a:gd name="csX1778" fmla="*/ 194914 w 1217254"/>
                <a:gd name="csY1778" fmla="*/ 331544 h 1639089"/>
                <a:gd name="csX1779" fmla="*/ 196347 w 1217254"/>
                <a:gd name="csY1779" fmla="*/ 330111 h 1639089"/>
                <a:gd name="csX1780" fmla="*/ 201124 w 1217254"/>
                <a:gd name="csY1780" fmla="*/ 330589 h 1639089"/>
                <a:gd name="csX1781" fmla="*/ 208768 w 1217254"/>
                <a:gd name="csY1781" fmla="*/ 332977 h 1639089"/>
                <a:gd name="csX1782" fmla="*/ 213545 w 1217254"/>
                <a:gd name="csY1782" fmla="*/ 335844 h 1639089"/>
                <a:gd name="csX1783" fmla="*/ 217367 w 1217254"/>
                <a:gd name="csY1783" fmla="*/ 339666 h 1639089"/>
                <a:gd name="csX1784" fmla="*/ 221667 w 1217254"/>
                <a:gd name="csY1784" fmla="*/ 342532 h 1639089"/>
                <a:gd name="csX1785" fmla="*/ 224055 w 1217254"/>
                <a:gd name="csY1785" fmla="*/ 342054 h 1639089"/>
                <a:gd name="csX1786" fmla="*/ 225488 w 1217254"/>
                <a:gd name="csY1786" fmla="*/ 340143 h 1639089"/>
                <a:gd name="csX1787" fmla="*/ 227877 w 1217254"/>
                <a:gd name="csY1787" fmla="*/ 333933 h 1639089"/>
                <a:gd name="csX1788" fmla="*/ 231221 w 1217254"/>
                <a:gd name="csY1788" fmla="*/ 322945 h 1639089"/>
                <a:gd name="csX1789" fmla="*/ 232177 w 1217254"/>
                <a:gd name="csY1789" fmla="*/ 309091 h 1639089"/>
                <a:gd name="csX1790" fmla="*/ 231699 w 1217254"/>
                <a:gd name="csY1790" fmla="*/ 292370 h 1639089"/>
                <a:gd name="csX1791" fmla="*/ 230743 w 1217254"/>
                <a:gd name="csY1791" fmla="*/ 279949 h 1639089"/>
                <a:gd name="csX1792" fmla="*/ 229788 w 1217254"/>
                <a:gd name="csY1792" fmla="*/ 271828 h 1639089"/>
                <a:gd name="csX1793" fmla="*/ 230266 w 1217254"/>
                <a:gd name="csY1793" fmla="*/ 265140 h 1639089"/>
                <a:gd name="csX1794" fmla="*/ 234087 w 1217254"/>
                <a:gd name="csY1794" fmla="*/ 257496 h 1639089"/>
                <a:gd name="csX1795" fmla="*/ 237432 w 1217254"/>
                <a:gd name="csY1795" fmla="*/ 251286 h 1639089"/>
                <a:gd name="csX1796" fmla="*/ 245553 w 1217254"/>
                <a:gd name="csY1796" fmla="*/ 243164 h 1639089"/>
                <a:gd name="csX1797" fmla="*/ 252241 w 1217254"/>
                <a:gd name="csY1797" fmla="*/ 240776 h 1639089"/>
                <a:gd name="csX1798" fmla="*/ 256063 w 1217254"/>
                <a:gd name="csY1798" fmla="*/ 241253 h 1639089"/>
                <a:gd name="csX1799" fmla="*/ 261318 w 1217254"/>
                <a:gd name="csY1799" fmla="*/ 245553 h 1639089"/>
                <a:gd name="csX1800" fmla="*/ 268484 w 1217254"/>
                <a:gd name="csY1800" fmla="*/ 247942 h 1639089"/>
                <a:gd name="csX1801" fmla="*/ 274694 w 1217254"/>
                <a:gd name="csY1801" fmla="*/ 255108 h 1639089"/>
                <a:gd name="csX1802" fmla="*/ 285205 w 1217254"/>
                <a:gd name="csY1802" fmla="*/ 272306 h 1639089"/>
                <a:gd name="csX1803" fmla="*/ 292370 w 1217254"/>
                <a:gd name="csY1803" fmla="*/ 280905 h 1639089"/>
                <a:gd name="csX1804" fmla="*/ 298103 w 1217254"/>
                <a:gd name="csY1804" fmla="*/ 284727 h 1639089"/>
                <a:gd name="csX1805" fmla="*/ 303836 w 1217254"/>
                <a:gd name="csY1805" fmla="*/ 291415 h 1639089"/>
                <a:gd name="csX1806" fmla="*/ 311957 w 1217254"/>
                <a:gd name="csY1806" fmla="*/ 304791 h 1639089"/>
                <a:gd name="csX1807" fmla="*/ 316257 w 1217254"/>
                <a:gd name="csY1807" fmla="*/ 310524 h 1639089"/>
                <a:gd name="csX1808" fmla="*/ 319123 w 1217254"/>
                <a:gd name="csY1808" fmla="*/ 312435 h 1639089"/>
                <a:gd name="csX1809" fmla="*/ 321034 w 1217254"/>
                <a:gd name="csY1809" fmla="*/ 312913 h 1639089"/>
                <a:gd name="csX1810" fmla="*/ 320557 w 1217254"/>
                <a:gd name="csY1810" fmla="*/ 309091 h 1639089"/>
                <a:gd name="csX1811" fmla="*/ 316257 w 1217254"/>
                <a:gd name="csY1811" fmla="*/ 300970 h 1639089"/>
                <a:gd name="csX1812" fmla="*/ 310524 w 1217254"/>
                <a:gd name="csY1812" fmla="*/ 292370 h 1639089"/>
                <a:gd name="csX1813" fmla="*/ 296670 w 1217254"/>
                <a:gd name="csY1813" fmla="*/ 276128 h 1639089"/>
                <a:gd name="csX1814" fmla="*/ 289026 w 1217254"/>
                <a:gd name="csY1814" fmla="*/ 264662 h 1639089"/>
                <a:gd name="csX1815" fmla="*/ 282338 w 1217254"/>
                <a:gd name="csY1815" fmla="*/ 251286 h 1639089"/>
                <a:gd name="csX1816" fmla="*/ 277561 w 1217254"/>
                <a:gd name="csY1816" fmla="*/ 243164 h 1639089"/>
                <a:gd name="csX1817" fmla="*/ 268484 w 1217254"/>
                <a:gd name="csY1817" fmla="*/ 235043 h 1639089"/>
                <a:gd name="csX1818" fmla="*/ 268962 w 1217254"/>
                <a:gd name="csY1818" fmla="*/ 231699 h 1639089"/>
                <a:gd name="csX1819" fmla="*/ 279472 w 1217254"/>
                <a:gd name="csY1819" fmla="*/ 220711 h 1639089"/>
                <a:gd name="csX1820" fmla="*/ 299536 w 1217254"/>
                <a:gd name="csY1820" fmla="*/ 210679 h 1639089"/>
                <a:gd name="csX1821" fmla="*/ 321990 w 1217254"/>
                <a:gd name="csY1821" fmla="*/ 202557 h 1639089"/>
                <a:gd name="csX1822" fmla="*/ 329156 w 1217254"/>
                <a:gd name="csY1822" fmla="*/ 203513 h 1639089"/>
                <a:gd name="csX1823" fmla="*/ 342532 w 1217254"/>
                <a:gd name="csY1823" fmla="*/ 200169 h 1639089"/>
                <a:gd name="csX1824" fmla="*/ 343488 w 1217254"/>
                <a:gd name="csY1824" fmla="*/ 194914 h 1639089"/>
                <a:gd name="csX1825" fmla="*/ 346354 w 1217254"/>
                <a:gd name="csY1825" fmla="*/ 193003 h 1639089"/>
                <a:gd name="csX1826" fmla="*/ 358775 w 1217254"/>
                <a:gd name="csY1826" fmla="*/ 185837 h 1639089"/>
                <a:gd name="csX1827" fmla="*/ 362119 w 1217254"/>
                <a:gd name="csY1827" fmla="*/ 185837 h 1639089"/>
                <a:gd name="csX1828" fmla="*/ 367852 w 1217254"/>
                <a:gd name="csY1828" fmla="*/ 189181 h 1639089"/>
                <a:gd name="csX1829" fmla="*/ 373584 w 1217254"/>
                <a:gd name="csY1829" fmla="*/ 195391 h 1639089"/>
                <a:gd name="csX1830" fmla="*/ 375973 w 1217254"/>
                <a:gd name="csY1830" fmla="*/ 201124 h 1639089"/>
                <a:gd name="csX1831" fmla="*/ 379795 w 1217254"/>
                <a:gd name="csY1831" fmla="*/ 211156 h 1639089"/>
                <a:gd name="csX1832" fmla="*/ 381228 w 1217254"/>
                <a:gd name="csY1832" fmla="*/ 224533 h 1639089"/>
                <a:gd name="csX1833" fmla="*/ 381228 w 1217254"/>
                <a:gd name="csY1833" fmla="*/ 266573 h 1639089"/>
                <a:gd name="csX1834" fmla="*/ 381228 w 1217254"/>
                <a:gd name="csY1834" fmla="*/ 274217 h 1639089"/>
                <a:gd name="csX1835" fmla="*/ 382184 w 1217254"/>
                <a:gd name="csY1835" fmla="*/ 277083 h 1639089"/>
                <a:gd name="csX1836" fmla="*/ 384572 w 1217254"/>
                <a:gd name="csY1836" fmla="*/ 272784 h 1639089"/>
                <a:gd name="csX1837" fmla="*/ 387439 w 1217254"/>
                <a:gd name="csY1837" fmla="*/ 264662 h 1639089"/>
                <a:gd name="csX1838" fmla="*/ 390305 w 1217254"/>
                <a:gd name="csY1838" fmla="*/ 258452 h 1639089"/>
                <a:gd name="csX1839" fmla="*/ 392216 w 1217254"/>
                <a:gd name="csY1839" fmla="*/ 249375 h 1639089"/>
                <a:gd name="csX1840" fmla="*/ 393649 w 1217254"/>
                <a:gd name="csY1840" fmla="*/ 236954 h 1639089"/>
                <a:gd name="csX1841" fmla="*/ 394605 w 1217254"/>
                <a:gd name="csY1841" fmla="*/ 227877 h 1639089"/>
                <a:gd name="csX1842" fmla="*/ 390783 w 1217254"/>
                <a:gd name="csY1842" fmla="*/ 216889 h 1639089"/>
                <a:gd name="csX1843" fmla="*/ 390783 w 1217254"/>
                <a:gd name="csY1843" fmla="*/ 199213 h 1639089"/>
                <a:gd name="csX1844" fmla="*/ 392694 w 1217254"/>
                <a:gd name="csY1844" fmla="*/ 189659 h 1639089"/>
                <a:gd name="csX1845" fmla="*/ 397471 w 1217254"/>
                <a:gd name="csY1845" fmla="*/ 189659 h 1639089"/>
                <a:gd name="csX1846" fmla="*/ 417536 w 1217254"/>
                <a:gd name="csY1846" fmla="*/ 222622 h 1639089"/>
                <a:gd name="csX1847" fmla="*/ 425657 w 1217254"/>
                <a:gd name="csY1847" fmla="*/ 229310 h 1639089"/>
                <a:gd name="csX1848" fmla="*/ 434734 w 1217254"/>
                <a:gd name="csY1848" fmla="*/ 246508 h 1639089"/>
                <a:gd name="csX1849" fmla="*/ 445244 w 1217254"/>
                <a:gd name="csY1849" fmla="*/ 244597 h 1639089"/>
                <a:gd name="csX1850" fmla="*/ 455276 w 1217254"/>
                <a:gd name="csY1850" fmla="*/ 246508 h 1639089"/>
                <a:gd name="csX1851" fmla="*/ 459576 w 1217254"/>
                <a:gd name="csY1851" fmla="*/ 246031 h 1639089"/>
                <a:gd name="csX1852" fmla="*/ 461487 w 1217254"/>
                <a:gd name="csY1852" fmla="*/ 243164 h 1639089"/>
                <a:gd name="csX1853" fmla="*/ 458620 w 1217254"/>
                <a:gd name="csY1853" fmla="*/ 236476 h 1639089"/>
                <a:gd name="csX1854" fmla="*/ 444766 w 1217254"/>
                <a:gd name="csY1854" fmla="*/ 216889 h 1639089"/>
                <a:gd name="csX1855" fmla="*/ 438556 w 1217254"/>
                <a:gd name="csY1855" fmla="*/ 201124 h 1639089"/>
                <a:gd name="csX1856" fmla="*/ 433778 w 1217254"/>
                <a:gd name="csY1856" fmla="*/ 181537 h 1639089"/>
                <a:gd name="csX1857" fmla="*/ 432823 w 1217254"/>
                <a:gd name="csY1857" fmla="*/ 171027 h 1639089"/>
                <a:gd name="csX1858" fmla="*/ 436167 w 1217254"/>
                <a:gd name="csY1858" fmla="*/ 168639 h 1639089"/>
                <a:gd name="csX1859" fmla="*/ 451932 w 1217254"/>
                <a:gd name="csY1859" fmla="*/ 169116 h 1639089"/>
                <a:gd name="csX1860" fmla="*/ 474863 w 1217254"/>
                <a:gd name="csY1860" fmla="*/ 178193 h 1639089"/>
                <a:gd name="csX1861" fmla="*/ 504960 w 1217254"/>
                <a:gd name="csY1861" fmla="*/ 209723 h 1639089"/>
                <a:gd name="csX1862" fmla="*/ 519770 w 1217254"/>
                <a:gd name="csY1862" fmla="*/ 219756 h 1639089"/>
                <a:gd name="csX1863" fmla="*/ 546045 w 1217254"/>
                <a:gd name="csY1863" fmla="*/ 255108 h 1639089"/>
                <a:gd name="csX1864" fmla="*/ 553689 w 1217254"/>
                <a:gd name="csY1864" fmla="*/ 259885 h 1639089"/>
                <a:gd name="csX1865" fmla="*/ 557033 w 1217254"/>
                <a:gd name="csY1865" fmla="*/ 261318 h 1639089"/>
                <a:gd name="csX1866" fmla="*/ 559421 w 1217254"/>
                <a:gd name="csY1866" fmla="*/ 257018 h 1639089"/>
                <a:gd name="csX1867" fmla="*/ 560854 w 1217254"/>
                <a:gd name="csY1867" fmla="*/ 252241 h 1639089"/>
                <a:gd name="csX1868" fmla="*/ 560854 w 1217254"/>
                <a:gd name="csY1868" fmla="*/ 246031 h 1639089"/>
                <a:gd name="csX1869" fmla="*/ 559899 w 1217254"/>
                <a:gd name="csY1869" fmla="*/ 238387 h 1639089"/>
                <a:gd name="csX1870" fmla="*/ 558943 w 1217254"/>
                <a:gd name="csY1870" fmla="*/ 229310 h 1639089"/>
                <a:gd name="csX1871" fmla="*/ 558943 w 1217254"/>
                <a:gd name="csY1871" fmla="*/ 218800 h 1639089"/>
                <a:gd name="csX1872" fmla="*/ 560854 w 1217254"/>
                <a:gd name="csY1872" fmla="*/ 198258 h 1639089"/>
                <a:gd name="csX1873" fmla="*/ 564676 w 1217254"/>
                <a:gd name="csY1873" fmla="*/ 191092 h 1639089"/>
                <a:gd name="csX1874" fmla="*/ 566587 w 1217254"/>
                <a:gd name="csY1874" fmla="*/ 183448 h 1639089"/>
                <a:gd name="csX1875" fmla="*/ 565154 w 1217254"/>
                <a:gd name="csY1875" fmla="*/ 169116 h 1639089"/>
                <a:gd name="csX1876" fmla="*/ 559899 w 1217254"/>
                <a:gd name="csY1876" fmla="*/ 159084 h 1639089"/>
                <a:gd name="csX1877" fmla="*/ 540790 w 1217254"/>
                <a:gd name="csY1877" fmla="*/ 133287 h 1639089"/>
                <a:gd name="csX1878" fmla="*/ 540790 w 1217254"/>
                <a:gd name="csY1878" fmla="*/ 130420 h 1639089"/>
                <a:gd name="csX1879" fmla="*/ 544612 w 1217254"/>
                <a:gd name="csY1879" fmla="*/ 126598 h 1639089"/>
                <a:gd name="csX1880" fmla="*/ 550344 w 1217254"/>
                <a:gd name="csY1880" fmla="*/ 124687 h 1639089"/>
                <a:gd name="csX1881" fmla="*/ 598117 w 1217254"/>
                <a:gd name="csY1881" fmla="*/ 130898 h 1639089"/>
                <a:gd name="csX1882" fmla="*/ 606716 w 1217254"/>
                <a:gd name="csY1882" fmla="*/ 133287 h 1639089"/>
                <a:gd name="csX1883" fmla="*/ 610061 w 1217254"/>
                <a:gd name="csY1883" fmla="*/ 135675 h 1639089"/>
                <a:gd name="csX1884" fmla="*/ 611494 w 1217254"/>
                <a:gd name="csY1884" fmla="*/ 138542 h 1639089"/>
                <a:gd name="csX1885" fmla="*/ 613405 w 1217254"/>
                <a:gd name="csY1885" fmla="*/ 139975 h 1639089"/>
                <a:gd name="csX1886" fmla="*/ 623915 w 1217254"/>
                <a:gd name="csY1886" fmla="*/ 136153 h 1639089"/>
                <a:gd name="csX1887" fmla="*/ 623437 w 1217254"/>
                <a:gd name="csY1887" fmla="*/ 129942 h 1639089"/>
                <a:gd name="csX1888" fmla="*/ 622481 w 1217254"/>
                <a:gd name="csY1888" fmla="*/ 125643 h 1639089"/>
                <a:gd name="csX1889" fmla="*/ 566587 w 1217254"/>
                <a:gd name="csY1889" fmla="*/ 114177 h 1639089"/>
                <a:gd name="csX1890" fmla="*/ 556555 w 1217254"/>
                <a:gd name="csY1890" fmla="*/ 110356 h 1639089"/>
                <a:gd name="csX1891" fmla="*/ 550822 w 1217254"/>
                <a:gd name="csY1891" fmla="*/ 110356 h 1639089"/>
                <a:gd name="csX1892" fmla="*/ 545567 w 1217254"/>
                <a:gd name="csY1892" fmla="*/ 113222 h 1639089"/>
                <a:gd name="csX1893" fmla="*/ 534101 w 1217254"/>
                <a:gd name="csY1893" fmla="*/ 114655 h 1639089"/>
                <a:gd name="csX1894" fmla="*/ 528847 w 1217254"/>
                <a:gd name="csY1894" fmla="*/ 114177 h 1639089"/>
                <a:gd name="csX1895" fmla="*/ 522158 w 1217254"/>
                <a:gd name="csY1895" fmla="*/ 100323 h 1639089"/>
                <a:gd name="csX1896" fmla="*/ 528369 w 1217254"/>
                <a:gd name="csY1896" fmla="*/ 83603 h 1639089"/>
                <a:gd name="csX1897" fmla="*/ 533624 w 1217254"/>
                <a:gd name="csY1897" fmla="*/ 84080 h 1639089"/>
                <a:gd name="csX1898" fmla="*/ 543178 w 1217254"/>
                <a:gd name="csY1898" fmla="*/ 90291 h 1639089"/>
                <a:gd name="csX1899" fmla="*/ 549389 w 1217254"/>
                <a:gd name="csY1899" fmla="*/ 81214 h 1639089"/>
                <a:gd name="csX1900" fmla="*/ 558466 w 1217254"/>
                <a:gd name="csY1900" fmla="*/ 73570 h 1639089"/>
                <a:gd name="csX1901" fmla="*/ 567543 w 1217254"/>
                <a:gd name="csY1901" fmla="*/ 71182 h 1639089"/>
                <a:gd name="csX1902" fmla="*/ 587607 w 1217254"/>
                <a:gd name="csY1902" fmla="*/ 54461 h 1639089"/>
                <a:gd name="csX1903" fmla="*/ 590951 w 1217254"/>
                <a:gd name="csY1903" fmla="*/ 53028 h 1639089"/>
                <a:gd name="csX1904" fmla="*/ 595729 w 1217254"/>
                <a:gd name="csY1904" fmla="*/ 53983 h 1639089"/>
                <a:gd name="csX1905" fmla="*/ 606239 w 1217254"/>
                <a:gd name="csY1905" fmla="*/ 58283 h 1639089"/>
                <a:gd name="csX1906" fmla="*/ 610061 w 1217254"/>
                <a:gd name="csY1906" fmla="*/ 62105 h 1639089"/>
                <a:gd name="csX1907" fmla="*/ 614838 w 1217254"/>
                <a:gd name="csY1907" fmla="*/ 71182 h 1639089"/>
                <a:gd name="csX1908" fmla="*/ 617227 w 1217254"/>
                <a:gd name="csY1908" fmla="*/ 73570 h 1639089"/>
                <a:gd name="csX1909" fmla="*/ 620571 w 1217254"/>
                <a:gd name="csY1909" fmla="*/ 74048 h 1639089"/>
                <a:gd name="csX1910" fmla="*/ 624870 w 1217254"/>
                <a:gd name="csY1910" fmla="*/ 78348 h 1639089"/>
                <a:gd name="csX1911" fmla="*/ 631558 w 1217254"/>
                <a:gd name="csY1911" fmla="*/ 65449 h 1639089"/>
                <a:gd name="csX1912" fmla="*/ 637291 w 1217254"/>
                <a:gd name="csY1912" fmla="*/ 51595 h 1639089"/>
                <a:gd name="csX1913" fmla="*/ 643502 w 1217254"/>
                <a:gd name="csY1913" fmla="*/ 42518 h 1639089"/>
                <a:gd name="csX1914" fmla="*/ 653056 w 1217254"/>
                <a:gd name="csY1914" fmla="*/ 47773 h 1639089"/>
                <a:gd name="csX1915" fmla="*/ 658789 w 1217254"/>
                <a:gd name="csY1915" fmla="*/ 54461 h 1639089"/>
                <a:gd name="csX1916" fmla="*/ 664522 w 1217254"/>
                <a:gd name="csY1916" fmla="*/ 62583 h 1639089"/>
                <a:gd name="csX1917" fmla="*/ 672165 w 1217254"/>
                <a:gd name="csY1917" fmla="*/ 66882 h 1639089"/>
                <a:gd name="csX1918" fmla="*/ 685064 w 1217254"/>
                <a:gd name="csY1918" fmla="*/ 93635 h 1639089"/>
                <a:gd name="csX1919" fmla="*/ 687453 w 1217254"/>
                <a:gd name="csY1919" fmla="*/ 93635 h 1639089"/>
                <a:gd name="csX1920" fmla="*/ 688408 w 1217254"/>
                <a:gd name="csY1920" fmla="*/ 91246 h 1639089"/>
                <a:gd name="csX1921" fmla="*/ 689841 w 1217254"/>
                <a:gd name="csY1921" fmla="*/ 86469 h 1639089"/>
                <a:gd name="csX1922" fmla="*/ 690319 w 1217254"/>
                <a:gd name="csY1922" fmla="*/ 79303 h 1639089"/>
                <a:gd name="csX1923" fmla="*/ 691752 w 1217254"/>
                <a:gd name="csY1923" fmla="*/ 69271 h 1639089"/>
                <a:gd name="csX1924" fmla="*/ 690797 w 1217254"/>
                <a:gd name="csY1924" fmla="*/ 65449 h 1639089"/>
                <a:gd name="csX1925" fmla="*/ 679809 w 1217254"/>
                <a:gd name="csY1925" fmla="*/ 53983 h 1639089"/>
                <a:gd name="csX1926" fmla="*/ 677898 w 1217254"/>
                <a:gd name="csY1926" fmla="*/ 49684 h 1639089"/>
                <a:gd name="csX1927" fmla="*/ 675510 w 1217254"/>
                <a:gd name="csY1927" fmla="*/ 42518 h 1639089"/>
                <a:gd name="csX1928" fmla="*/ 675510 w 1217254"/>
                <a:gd name="csY1928" fmla="*/ 36307 h 1639089"/>
                <a:gd name="csX1929" fmla="*/ 677420 w 1217254"/>
                <a:gd name="csY1929" fmla="*/ 31530 h 1639089"/>
                <a:gd name="csX1930" fmla="*/ 679809 w 1217254"/>
                <a:gd name="csY1930" fmla="*/ 29619 h 1639089"/>
                <a:gd name="csX1931" fmla="*/ 686497 w 1217254"/>
                <a:gd name="csY1931" fmla="*/ 31530 h 1639089"/>
                <a:gd name="csX1932" fmla="*/ 688886 w 1217254"/>
                <a:gd name="csY1932" fmla="*/ 30097 h 1639089"/>
                <a:gd name="csX1933" fmla="*/ 691275 w 1217254"/>
                <a:gd name="csY1933" fmla="*/ 25797 h 1639089"/>
                <a:gd name="csX1934" fmla="*/ 693663 w 1217254"/>
                <a:gd name="csY1934" fmla="*/ 18154 h 1639089"/>
                <a:gd name="csX1935" fmla="*/ 696052 w 1217254"/>
                <a:gd name="csY1935" fmla="*/ 16243 h 1639089"/>
                <a:gd name="csX1936" fmla="*/ 700829 w 1217254"/>
                <a:gd name="csY1936" fmla="*/ 16243 h 1639089"/>
                <a:gd name="csX1937" fmla="*/ 707995 w 1217254"/>
                <a:gd name="csY1937" fmla="*/ 21020 h 1639089"/>
                <a:gd name="csX1938" fmla="*/ 714206 w 1217254"/>
                <a:gd name="csY1938" fmla="*/ 21498 h 1639089"/>
                <a:gd name="csX1939" fmla="*/ 716594 w 1217254"/>
                <a:gd name="csY1939" fmla="*/ 19109 h 1639089"/>
                <a:gd name="csX1940" fmla="*/ 716594 w 1217254"/>
                <a:gd name="csY1940" fmla="*/ 14332 h 1639089"/>
                <a:gd name="csX1941" fmla="*/ 717550 w 1217254"/>
                <a:gd name="csY1941" fmla="*/ 11466 h 1639089"/>
                <a:gd name="csX1942" fmla="*/ 718027 w 1217254"/>
                <a:gd name="csY1942" fmla="*/ 10032 h 1639089"/>
                <a:gd name="csX1943" fmla="*/ 740959 w 1217254"/>
                <a:gd name="csY1943" fmla="*/ 9555 h 1639089"/>
                <a:gd name="csX1944" fmla="*/ 746691 w 1217254"/>
                <a:gd name="csY1944" fmla="*/ 8599 h 1639089"/>
                <a:gd name="csX1945" fmla="*/ 750991 w 1217254"/>
                <a:gd name="csY1945" fmla="*/ 4777 h 1639089"/>
                <a:gd name="csX1946" fmla="*/ 756724 w 1217254"/>
                <a:gd name="csY1946" fmla="*/ 4300 h 1639089"/>
                <a:gd name="csX1947" fmla="*/ 761501 w 1217254"/>
                <a:gd name="csY1947" fmla="*/ 6688 h 1639089"/>
                <a:gd name="csX1948" fmla="*/ 767234 w 1217254"/>
                <a:gd name="csY1948" fmla="*/ 11466 h 1639089"/>
                <a:gd name="csX1949" fmla="*/ 772966 w 1217254"/>
                <a:gd name="csY1949" fmla="*/ 10988 h 1639089"/>
                <a:gd name="csX1950" fmla="*/ 781566 w 1217254"/>
                <a:gd name="csY1950" fmla="*/ 3344 h 1639089"/>
                <a:gd name="csX1951" fmla="*/ 789687 w 1217254"/>
                <a:gd name="csY1951" fmla="*/ 0 h 1639089"/>
                <a:gd name="csX1952" fmla="*/ 835071 w 1217254"/>
                <a:gd name="csY1952" fmla="*/ 955 h 1639089"/>
                <a:gd name="csX1953" fmla="*/ 849881 w 1217254"/>
                <a:gd name="csY1953" fmla="*/ 5255 h 1639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</a:cxnLst>
              <a:rect l="l" t="t" r="r" b="b"/>
              <a:pathLst>
                <a:path w="1217254" h="1639089">
                  <a:moveTo>
                    <a:pt x="849881" y="5255"/>
                  </a:moveTo>
                  <a:lnTo>
                    <a:pt x="868990" y="15287"/>
                  </a:lnTo>
                  <a:lnTo>
                    <a:pt x="879022" y="26275"/>
                  </a:lnTo>
                  <a:lnTo>
                    <a:pt x="881411" y="25797"/>
                  </a:lnTo>
                  <a:lnTo>
                    <a:pt x="894787" y="30097"/>
                  </a:lnTo>
                  <a:lnTo>
                    <a:pt x="907686" y="35352"/>
                  </a:lnTo>
                  <a:lnTo>
                    <a:pt x="929662" y="49206"/>
                  </a:lnTo>
                  <a:lnTo>
                    <a:pt x="932528" y="53506"/>
                  </a:lnTo>
                  <a:lnTo>
                    <a:pt x="930139" y="57328"/>
                  </a:lnTo>
                  <a:lnTo>
                    <a:pt x="924884" y="59716"/>
                  </a:lnTo>
                  <a:lnTo>
                    <a:pt x="897176" y="64016"/>
                  </a:lnTo>
                  <a:lnTo>
                    <a:pt x="847492" y="69749"/>
                  </a:lnTo>
                  <a:lnTo>
                    <a:pt x="818828" y="79781"/>
                  </a:lnTo>
                  <a:lnTo>
                    <a:pt x="809751" y="80259"/>
                  </a:lnTo>
                  <a:lnTo>
                    <a:pt x="808796" y="95546"/>
                  </a:lnTo>
                  <a:lnTo>
                    <a:pt x="812618" y="96501"/>
                  </a:lnTo>
                  <a:lnTo>
                    <a:pt x="818828" y="94590"/>
                  </a:lnTo>
                  <a:lnTo>
                    <a:pt x="841282" y="79303"/>
                  </a:lnTo>
                  <a:lnTo>
                    <a:pt x="849881" y="76914"/>
                  </a:lnTo>
                  <a:lnTo>
                    <a:pt x="865646" y="77870"/>
                  </a:lnTo>
                  <a:lnTo>
                    <a:pt x="885711" y="83603"/>
                  </a:lnTo>
                  <a:lnTo>
                    <a:pt x="893832" y="81692"/>
                  </a:lnTo>
                  <a:lnTo>
                    <a:pt x="908641" y="83125"/>
                  </a:lnTo>
                  <a:lnTo>
                    <a:pt x="925840" y="78825"/>
                  </a:lnTo>
                  <a:lnTo>
                    <a:pt x="945904" y="69271"/>
                  </a:lnTo>
                  <a:lnTo>
                    <a:pt x="951159" y="90769"/>
                  </a:lnTo>
                  <a:lnTo>
                    <a:pt x="958803" y="111311"/>
                  </a:lnTo>
                  <a:lnTo>
                    <a:pt x="964536" y="109400"/>
                  </a:lnTo>
                  <a:lnTo>
                    <a:pt x="969791" y="110356"/>
                  </a:lnTo>
                  <a:lnTo>
                    <a:pt x="971224" y="117044"/>
                  </a:lnTo>
                  <a:lnTo>
                    <a:pt x="974090" y="119910"/>
                  </a:lnTo>
                  <a:lnTo>
                    <a:pt x="979823" y="118477"/>
                  </a:lnTo>
                  <a:lnTo>
                    <a:pt x="997499" y="124210"/>
                  </a:lnTo>
                  <a:lnTo>
                    <a:pt x="1009442" y="134720"/>
                  </a:lnTo>
                  <a:lnTo>
                    <a:pt x="1013742" y="139497"/>
                  </a:lnTo>
                  <a:lnTo>
                    <a:pt x="1016131" y="146663"/>
                  </a:lnTo>
                  <a:lnTo>
                    <a:pt x="1017086" y="151918"/>
                  </a:lnTo>
                  <a:lnTo>
                    <a:pt x="1015175" y="158606"/>
                  </a:lnTo>
                  <a:lnTo>
                    <a:pt x="1008009" y="170549"/>
                  </a:lnTo>
                  <a:lnTo>
                    <a:pt x="998455" y="181537"/>
                  </a:lnTo>
                  <a:lnTo>
                    <a:pt x="985556" y="189659"/>
                  </a:lnTo>
                  <a:lnTo>
                    <a:pt x="970746" y="194914"/>
                  </a:lnTo>
                  <a:lnTo>
                    <a:pt x="857524" y="211634"/>
                  </a:lnTo>
                  <a:lnTo>
                    <a:pt x="853703" y="215456"/>
                  </a:lnTo>
                  <a:lnTo>
                    <a:pt x="851314" y="225966"/>
                  </a:lnTo>
                  <a:lnTo>
                    <a:pt x="852747" y="238865"/>
                  </a:lnTo>
                  <a:lnTo>
                    <a:pt x="858002" y="240776"/>
                  </a:lnTo>
                  <a:lnTo>
                    <a:pt x="870423" y="233610"/>
                  </a:lnTo>
                  <a:lnTo>
                    <a:pt x="891921" y="226444"/>
                  </a:lnTo>
                  <a:lnTo>
                    <a:pt x="907686" y="226921"/>
                  </a:lnTo>
                  <a:lnTo>
                    <a:pt x="945427" y="232654"/>
                  </a:lnTo>
                  <a:lnTo>
                    <a:pt x="956414" y="247942"/>
                  </a:lnTo>
                  <a:lnTo>
                    <a:pt x="962147" y="271350"/>
                  </a:lnTo>
                  <a:lnTo>
                    <a:pt x="975046" y="266095"/>
                  </a:lnTo>
                  <a:lnTo>
                    <a:pt x="977912" y="262274"/>
                  </a:lnTo>
                  <a:lnTo>
                    <a:pt x="980301" y="255108"/>
                  </a:lnTo>
                  <a:lnTo>
                    <a:pt x="981734" y="247942"/>
                  </a:lnTo>
                  <a:lnTo>
                    <a:pt x="983167" y="239820"/>
                  </a:lnTo>
                  <a:lnTo>
                    <a:pt x="984123" y="234087"/>
                  </a:lnTo>
                  <a:lnTo>
                    <a:pt x="986034" y="231221"/>
                  </a:lnTo>
                  <a:lnTo>
                    <a:pt x="988900" y="228832"/>
                  </a:lnTo>
                  <a:lnTo>
                    <a:pt x="996544" y="225966"/>
                  </a:lnTo>
                  <a:lnTo>
                    <a:pt x="1016131" y="223100"/>
                  </a:lnTo>
                  <a:lnTo>
                    <a:pt x="1020908" y="224055"/>
                  </a:lnTo>
                  <a:lnTo>
                    <a:pt x="1024252" y="235043"/>
                  </a:lnTo>
                  <a:lnTo>
                    <a:pt x="1025208" y="241731"/>
                  </a:lnTo>
                  <a:lnTo>
                    <a:pt x="1025208" y="249853"/>
                  </a:lnTo>
                  <a:lnTo>
                    <a:pt x="1025208" y="259885"/>
                  </a:lnTo>
                  <a:lnTo>
                    <a:pt x="1024730" y="271828"/>
                  </a:lnTo>
                  <a:lnTo>
                    <a:pt x="1022819" y="283771"/>
                  </a:lnTo>
                  <a:lnTo>
                    <a:pt x="1017564" y="303836"/>
                  </a:lnTo>
                  <a:lnTo>
                    <a:pt x="1013264" y="314824"/>
                  </a:lnTo>
                  <a:lnTo>
                    <a:pt x="1008487" y="322467"/>
                  </a:lnTo>
                  <a:lnTo>
                    <a:pt x="999410" y="340143"/>
                  </a:lnTo>
                  <a:lnTo>
                    <a:pt x="996544" y="344921"/>
                  </a:lnTo>
                  <a:lnTo>
                    <a:pt x="986511" y="364508"/>
                  </a:lnTo>
                  <a:lnTo>
                    <a:pt x="984123" y="373584"/>
                  </a:lnTo>
                  <a:lnTo>
                    <a:pt x="983645" y="380273"/>
                  </a:lnTo>
                  <a:lnTo>
                    <a:pt x="985556" y="381706"/>
                  </a:lnTo>
                  <a:lnTo>
                    <a:pt x="988422" y="375495"/>
                  </a:lnTo>
                  <a:lnTo>
                    <a:pt x="989378" y="370718"/>
                  </a:lnTo>
                  <a:lnTo>
                    <a:pt x="991289" y="366418"/>
                  </a:lnTo>
                  <a:lnTo>
                    <a:pt x="1006098" y="353520"/>
                  </a:lnTo>
                  <a:lnTo>
                    <a:pt x="1008965" y="350176"/>
                  </a:lnTo>
                  <a:lnTo>
                    <a:pt x="1018519" y="335366"/>
                  </a:lnTo>
                  <a:lnTo>
                    <a:pt x="1024730" y="329633"/>
                  </a:lnTo>
                  <a:lnTo>
                    <a:pt x="1029985" y="323423"/>
                  </a:lnTo>
                  <a:lnTo>
                    <a:pt x="1032373" y="319123"/>
                  </a:lnTo>
                  <a:lnTo>
                    <a:pt x="1047183" y="288549"/>
                  </a:lnTo>
                  <a:lnTo>
                    <a:pt x="1054827" y="278994"/>
                  </a:lnTo>
                  <a:lnTo>
                    <a:pt x="1062948" y="278994"/>
                  </a:lnTo>
                  <a:lnTo>
                    <a:pt x="1064381" y="294759"/>
                  </a:lnTo>
                  <a:lnTo>
                    <a:pt x="1073936" y="297148"/>
                  </a:lnTo>
                  <a:lnTo>
                    <a:pt x="1078235" y="296670"/>
                  </a:lnTo>
                  <a:lnTo>
                    <a:pt x="1084924" y="300492"/>
                  </a:lnTo>
                  <a:lnTo>
                    <a:pt x="1087790" y="303358"/>
                  </a:lnTo>
                  <a:lnTo>
                    <a:pt x="1092567" y="305269"/>
                  </a:lnTo>
                  <a:lnTo>
                    <a:pt x="1097822" y="308613"/>
                  </a:lnTo>
                  <a:lnTo>
                    <a:pt x="1102600" y="304791"/>
                  </a:lnTo>
                  <a:lnTo>
                    <a:pt x="1103555" y="302403"/>
                  </a:lnTo>
                  <a:lnTo>
                    <a:pt x="1108332" y="290937"/>
                  </a:lnTo>
                  <a:lnTo>
                    <a:pt x="1114065" y="280427"/>
                  </a:lnTo>
                  <a:lnTo>
                    <a:pt x="1119798" y="267529"/>
                  </a:lnTo>
                  <a:lnTo>
                    <a:pt x="1121231" y="264662"/>
                  </a:lnTo>
                  <a:lnTo>
                    <a:pt x="1124097" y="261796"/>
                  </a:lnTo>
                  <a:lnTo>
                    <a:pt x="1127442" y="260363"/>
                  </a:lnTo>
                  <a:lnTo>
                    <a:pt x="1135563" y="254630"/>
                  </a:lnTo>
                  <a:lnTo>
                    <a:pt x="1137474" y="254152"/>
                  </a:lnTo>
                  <a:lnTo>
                    <a:pt x="1142251" y="256063"/>
                  </a:lnTo>
                  <a:lnTo>
                    <a:pt x="1161360" y="257018"/>
                  </a:lnTo>
                  <a:lnTo>
                    <a:pt x="1172348" y="259885"/>
                  </a:lnTo>
                  <a:lnTo>
                    <a:pt x="1187158" y="268962"/>
                  </a:lnTo>
                  <a:lnTo>
                    <a:pt x="1197190" y="273739"/>
                  </a:lnTo>
                  <a:lnTo>
                    <a:pt x="1202445" y="278039"/>
                  </a:lnTo>
                  <a:lnTo>
                    <a:pt x="1209133" y="286638"/>
                  </a:lnTo>
                  <a:lnTo>
                    <a:pt x="1214866" y="296192"/>
                  </a:lnTo>
                  <a:lnTo>
                    <a:pt x="1217255" y="298581"/>
                  </a:lnTo>
                  <a:lnTo>
                    <a:pt x="1217255" y="301447"/>
                  </a:lnTo>
                  <a:lnTo>
                    <a:pt x="1215344" y="305747"/>
                  </a:lnTo>
                  <a:lnTo>
                    <a:pt x="1201490" y="319601"/>
                  </a:lnTo>
                  <a:lnTo>
                    <a:pt x="1196712" y="328678"/>
                  </a:lnTo>
                  <a:lnTo>
                    <a:pt x="1183814" y="345876"/>
                  </a:lnTo>
                  <a:lnTo>
                    <a:pt x="1177125" y="351609"/>
                  </a:lnTo>
                  <a:lnTo>
                    <a:pt x="1170437" y="353998"/>
                  </a:lnTo>
                  <a:lnTo>
                    <a:pt x="1162316" y="354475"/>
                  </a:lnTo>
                  <a:lnTo>
                    <a:pt x="1157538" y="356864"/>
                  </a:lnTo>
                  <a:lnTo>
                    <a:pt x="1156583" y="359253"/>
                  </a:lnTo>
                  <a:lnTo>
                    <a:pt x="1160405" y="366418"/>
                  </a:lnTo>
                  <a:lnTo>
                    <a:pt x="1161838" y="371196"/>
                  </a:lnTo>
                  <a:lnTo>
                    <a:pt x="1161838" y="375495"/>
                  </a:lnTo>
                  <a:lnTo>
                    <a:pt x="1158016" y="381706"/>
                  </a:lnTo>
                  <a:lnTo>
                    <a:pt x="1156583" y="383139"/>
                  </a:lnTo>
                  <a:lnTo>
                    <a:pt x="1142729" y="387916"/>
                  </a:lnTo>
                  <a:lnTo>
                    <a:pt x="1135563" y="396038"/>
                  </a:lnTo>
                  <a:lnTo>
                    <a:pt x="1126964" y="396993"/>
                  </a:lnTo>
                  <a:lnTo>
                    <a:pt x="1120276" y="396038"/>
                  </a:lnTo>
                  <a:lnTo>
                    <a:pt x="1111676" y="404637"/>
                  </a:lnTo>
                  <a:lnTo>
                    <a:pt x="1115021" y="411325"/>
                  </a:lnTo>
                  <a:lnTo>
                    <a:pt x="1118365" y="414669"/>
                  </a:lnTo>
                  <a:lnTo>
                    <a:pt x="1127919" y="420880"/>
                  </a:lnTo>
                  <a:lnTo>
                    <a:pt x="1127919" y="424224"/>
                  </a:lnTo>
                  <a:lnTo>
                    <a:pt x="1123620" y="431390"/>
                  </a:lnTo>
                  <a:lnTo>
                    <a:pt x="1116931" y="439511"/>
                  </a:lnTo>
                  <a:lnTo>
                    <a:pt x="1109288" y="445244"/>
                  </a:lnTo>
                  <a:lnTo>
                    <a:pt x="1106422" y="446199"/>
                  </a:lnTo>
                  <a:lnTo>
                    <a:pt x="1103077" y="444766"/>
                  </a:lnTo>
                  <a:lnTo>
                    <a:pt x="1099733" y="445244"/>
                  </a:lnTo>
                  <a:lnTo>
                    <a:pt x="1092567" y="447632"/>
                  </a:lnTo>
                  <a:lnTo>
                    <a:pt x="1085879" y="448110"/>
                  </a:lnTo>
                  <a:lnTo>
                    <a:pt x="1073458" y="444288"/>
                  </a:lnTo>
                  <a:lnTo>
                    <a:pt x="1066770" y="439989"/>
                  </a:lnTo>
                  <a:lnTo>
                    <a:pt x="1062948" y="438556"/>
                  </a:lnTo>
                  <a:lnTo>
                    <a:pt x="1058649" y="439033"/>
                  </a:lnTo>
                  <a:lnTo>
                    <a:pt x="1057215" y="440944"/>
                  </a:lnTo>
                  <a:lnTo>
                    <a:pt x="1050049" y="450977"/>
                  </a:lnTo>
                  <a:lnTo>
                    <a:pt x="1046705" y="458143"/>
                  </a:lnTo>
                  <a:lnTo>
                    <a:pt x="1044317" y="465309"/>
                  </a:lnTo>
                  <a:lnTo>
                    <a:pt x="1043361" y="472952"/>
                  </a:lnTo>
                  <a:lnTo>
                    <a:pt x="1043839" y="481074"/>
                  </a:lnTo>
                  <a:lnTo>
                    <a:pt x="1044794" y="486806"/>
                  </a:lnTo>
                  <a:lnTo>
                    <a:pt x="1046227" y="489673"/>
                  </a:lnTo>
                  <a:lnTo>
                    <a:pt x="1047661" y="491584"/>
                  </a:lnTo>
                  <a:lnTo>
                    <a:pt x="1050527" y="492539"/>
                  </a:lnTo>
                  <a:lnTo>
                    <a:pt x="1056738" y="491584"/>
                  </a:lnTo>
                  <a:lnTo>
                    <a:pt x="1059604" y="492061"/>
                  </a:lnTo>
                  <a:lnTo>
                    <a:pt x="1060082" y="493972"/>
                  </a:lnTo>
                  <a:lnTo>
                    <a:pt x="1061515" y="499227"/>
                  </a:lnTo>
                  <a:lnTo>
                    <a:pt x="1061515" y="504005"/>
                  </a:lnTo>
                  <a:lnTo>
                    <a:pt x="1060082" y="510693"/>
                  </a:lnTo>
                  <a:lnTo>
                    <a:pt x="1059126" y="518814"/>
                  </a:lnTo>
                  <a:lnTo>
                    <a:pt x="1058649" y="527413"/>
                  </a:lnTo>
                  <a:lnTo>
                    <a:pt x="1059126" y="532668"/>
                  </a:lnTo>
                  <a:lnTo>
                    <a:pt x="1061515" y="533624"/>
                  </a:lnTo>
                  <a:lnTo>
                    <a:pt x="1062948" y="533146"/>
                  </a:lnTo>
                  <a:lnTo>
                    <a:pt x="1064381" y="535057"/>
                  </a:lnTo>
                  <a:lnTo>
                    <a:pt x="1065815" y="538401"/>
                  </a:lnTo>
                  <a:lnTo>
                    <a:pt x="1066770" y="542223"/>
                  </a:lnTo>
                  <a:lnTo>
                    <a:pt x="1067725" y="546045"/>
                  </a:lnTo>
                  <a:lnTo>
                    <a:pt x="1067248" y="549389"/>
                  </a:lnTo>
                  <a:lnTo>
                    <a:pt x="1065815" y="551778"/>
                  </a:lnTo>
                  <a:lnTo>
                    <a:pt x="1061993" y="554644"/>
                  </a:lnTo>
                  <a:lnTo>
                    <a:pt x="1052916" y="559899"/>
                  </a:lnTo>
                  <a:lnTo>
                    <a:pt x="1051960" y="561810"/>
                  </a:lnTo>
                  <a:lnTo>
                    <a:pt x="1051483" y="565154"/>
                  </a:lnTo>
                  <a:lnTo>
                    <a:pt x="1050527" y="570409"/>
                  </a:lnTo>
                  <a:lnTo>
                    <a:pt x="1049572" y="574709"/>
                  </a:lnTo>
                  <a:lnTo>
                    <a:pt x="1048139" y="579008"/>
                  </a:lnTo>
                  <a:lnTo>
                    <a:pt x="1046227" y="581397"/>
                  </a:lnTo>
                  <a:lnTo>
                    <a:pt x="1043361" y="582352"/>
                  </a:lnTo>
                  <a:lnTo>
                    <a:pt x="1039539" y="582352"/>
                  </a:lnTo>
                  <a:lnTo>
                    <a:pt x="1035240" y="584741"/>
                  </a:lnTo>
                  <a:lnTo>
                    <a:pt x="1024730" y="598117"/>
                  </a:lnTo>
                  <a:lnTo>
                    <a:pt x="1024730" y="600028"/>
                  </a:lnTo>
                  <a:lnTo>
                    <a:pt x="1028551" y="604328"/>
                  </a:lnTo>
                  <a:lnTo>
                    <a:pt x="1028551" y="607672"/>
                  </a:lnTo>
                  <a:lnTo>
                    <a:pt x="1023774" y="623915"/>
                  </a:lnTo>
                  <a:lnTo>
                    <a:pt x="1022341" y="631558"/>
                  </a:lnTo>
                  <a:lnTo>
                    <a:pt x="1021385" y="642068"/>
                  </a:lnTo>
                  <a:lnTo>
                    <a:pt x="1019475" y="651145"/>
                  </a:lnTo>
                  <a:lnTo>
                    <a:pt x="1017564" y="658311"/>
                  </a:lnTo>
                  <a:lnTo>
                    <a:pt x="1015175" y="666433"/>
                  </a:lnTo>
                  <a:lnTo>
                    <a:pt x="1012786" y="675510"/>
                  </a:lnTo>
                  <a:lnTo>
                    <a:pt x="1013264" y="682675"/>
                  </a:lnTo>
                  <a:lnTo>
                    <a:pt x="1016131" y="687453"/>
                  </a:lnTo>
                  <a:lnTo>
                    <a:pt x="1019952" y="683631"/>
                  </a:lnTo>
                  <a:lnTo>
                    <a:pt x="1024730" y="670732"/>
                  </a:lnTo>
                  <a:lnTo>
                    <a:pt x="1030462" y="665477"/>
                  </a:lnTo>
                  <a:lnTo>
                    <a:pt x="1036195" y="666910"/>
                  </a:lnTo>
                  <a:lnTo>
                    <a:pt x="1040973" y="669777"/>
                  </a:lnTo>
                  <a:lnTo>
                    <a:pt x="1047661" y="674554"/>
                  </a:lnTo>
                  <a:lnTo>
                    <a:pt x="1052916" y="677898"/>
                  </a:lnTo>
                  <a:lnTo>
                    <a:pt x="1057693" y="681720"/>
                  </a:lnTo>
                  <a:lnTo>
                    <a:pt x="1059604" y="685542"/>
                  </a:lnTo>
                  <a:lnTo>
                    <a:pt x="1061515" y="690319"/>
                  </a:lnTo>
                  <a:lnTo>
                    <a:pt x="1061515" y="693185"/>
                  </a:lnTo>
                  <a:lnTo>
                    <a:pt x="1058171" y="695096"/>
                  </a:lnTo>
                  <a:lnTo>
                    <a:pt x="1056738" y="694141"/>
                  </a:lnTo>
                  <a:lnTo>
                    <a:pt x="1048139" y="686497"/>
                  </a:lnTo>
                  <a:lnTo>
                    <a:pt x="1044317" y="684109"/>
                  </a:lnTo>
                  <a:lnTo>
                    <a:pt x="1038584" y="686975"/>
                  </a:lnTo>
                  <a:lnTo>
                    <a:pt x="1033807" y="690319"/>
                  </a:lnTo>
                  <a:lnTo>
                    <a:pt x="1038106" y="704651"/>
                  </a:lnTo>
                  <a:lnTo>
                    <a:pt x="1042883" y="711339"/>
                  </a:lnTo>
                  <a:lnTo>
                    <a:pt x="1051005" y="714206"/>
                  </a:lnTo>
                  <a:lnTo>
                    <a:pt x="1055782" y="717550"/>
                  </a:lnTo>
                  <a:lnTo>
                    <a:pt x="1058649" y="721371"/>
                  </a:lnTo>
                  <a:lnTo>
                    <a:pt x="1061037" y="723760"/>
                  </a:lnTo>
                  <a:lnTo>
                    <a:pt x="1064859" y="722805"/>
                  </a:lnTo>
                  <a:lnTo>
                    <a:pt x="1069158" y="718983"/>
                  </a:lnTo>
                  <a:lnTo>
                    <a:pt x="1075369" y="718505"/>
                  </a:lnTo>
                  <a:lnTo>
                    <a:pt x="1078235" y="720416"/>
                  </a:lnTo>
                  <a:lnTo>
                    <a:pt x="1080146" y="724238"/>
                  </a:lnTo>
                  <a:lnTo>
                    <a:pt x="1081102" y="730926"/>
                  </a:lnTo>
                  <a:lnTo>
                    <a:pt x="1081102" y="740481"/>
                  </a:lnTo>
                  <a:lnTo>
                    <a:pt x="1080624" y="748124"/>
                  </a:lnTo>
                  <a:lnTo>
                    <a:pt x="1079191" y="752902"/>
                  </a:lnTo>
                  <a:lnTo>
                    <a:pt x="1076802" y="759590"/>
                  </a:lnTo>
                  <a:lnTo>
                    <a:pt x="1074891" y="760545"/>
                  </a:lnTo>
                  <a:lnTo>
                    <a:pt x="1072503" y="760068"/>
                  </a:lnTo>
                  <a:lnTo>
                    <a:pt x="1070114" y="759112"/>
                  </a:lnTo>
                  <a:lnTo>
                    <a:pt x="1067725" y="756724"/>
                  </a:lnTo>
                  <a:lnTo>
                    <a:pt x="1063904" y="754813"/>
                  </a:lnTo>
                  <a:lnTo>
                    <a:pt x="1057215" y="752902"/>
                  </a:lnTo>
                  <a:lnTo>
                    <a:pt x="1050049" y="748602"/>
                  </a:lnTo>
                  <a:lnTo>
                    <a:pt x="1046227" y="747647"/>
                  </a:lnTo>
                  <a:lnTo>
                    <a:pt x="1037628" y="748124"/>
                  </a:lnTo>
                  <a:lnTo>
                    <a:pt x="1028551" y="750513"/>
                  </a:lnTo>
                  <a:lnTo>
                    <a:pt x="1028551" y="754335"/>
                  </a:lnTo>
                  <a:lnTo>
                    <a:pt x="1015175" y="766756"/>
                  </a:lnTo>
                  <a:lnTo>
                    <a:pt x="1012786" y="766278"/>
                  </a:lnTo>
                  <a:lnTo>
                    <a:pt x="1008965" y="762456"/>
                  </a:lnTo>
                  <a:lnTo>
                    <a:pt x="1004187" y="758157"/>
                  </a:lnTo>
                  <a:lnTo>
                    <a:pt x="1001321" y="758157"/>
                  </a:lnTo>
                  <a:lnTo>
                    <a:pt x="996544" y="763412"/>
                  </a:lnTo>
                  <a:lnTo>
                    <a:pt x="995588" y="765323"/>
                  </a:lnTo>
                  <a:lnTo>
                    <a:pt x="995588" y="767234"/>
                  </a:lnTo>
                  <a:lnTo>
                    <a:pt x="998932" y="771533"/>
                  </a:lnTo>
                  <a:lnTo>
                    <a:pt x="1000366" y="772489"/>
                  </a:lnTo>
                  <a:lnTo>
                    <a:pt x="1001799" y="773444"/>
                  </a:lnTo>
                  <a:lnTo>
                    <a:pt x="1007532" y="774399"/>
                  </a:lnTo>
                  <a:lnTo>
                    <a:pt x="1010398" y="775355"/>
                  </a:lnTo>
                  <a:lnTo>
                    <a:pt x="1012309" y="789209"/>
                  </a:lnTo>
                  <a:lnTo>
                    <a:pt x="1016131" y="797331"/>
                  </a:lnTo>
                  <a:lnTo>
                    <a:pt x="1018042" y="798764"/>
                  </a:lnTo>
                  <a:lnTo>
                    <a:pt x="1019475" y="799719"/>
                  </a:lnTo>
                  <a:lnTo>
                    <a:pt x="1023774" y="799241"/>
                  </a:lnTo>
                  <a:lnTo>
                    <a:pt x="1029985" y="796375"/>
                  </a:lnTo>
                  <a:lnTo>
                    <a:pt x="1031896" y="798764"/>
                  </a:lnTo>
                  <a:lnTo>
                    <a:pt x="1036195" y="801152"/>
                  </a:lnTo>
                  <a:lnTo>
                    <a:pt x="1038584" y="802108"/>
                  </a:lnTo>
                  <a:lnTo>
                    <a:pt x="1041928" y="802108"/>
                  </a:lnTo>
                  <a:lnTo>
                    <a:pt x="1045272" y="803063"/>
                  </a:lnTo>
                  <a:lnTo>
                    <a:pt x="1050049" y="810707"/>
                  </a:lnTo>
                  <a:lnTo>
                    <a:pt x="1048139" y="819784"/>
                  </a:lnTo>
                  <a:lnTo>
                    <a:pt x="1051005" y="827427"/>
                  </a:lnTo>
                  <a:lnTo>
                    <a:pt x="1055782" y="835071"/>
                  </a:lnTo>
                  <a:lnTo>
                    <a:pt x="1057215" y="837460"/>
                  </a:lnTo>
                  <a:lnTo>
                    <a:pt x="1057693" y="842715"/>
                  </a:lnTo>
                  <a:lnTo>
                    <a:pt x="1057693" y="846059"/>
                  </a:lnTo>
                  <a:lnTo>
                    <a:pt x="1058171" y="848925"/>
                  </a:lnTo>
                  <a:lnTo>
                    <a:pt x="1058649" y="851792"/>
                  </a:lnTo>
                  <a:lnTo>
                    <a:pt x="1059126" y="857047"/>
                  </a:lnTo>
                  <a:lnTo>
                    <a:pt x="1060082" y="864690"/>
                  </a:lnTo>
                  <a:lnTo>
                    <a:pt x="1059604" y="870901"/>
                  </a:lnTo>
                  <a:lnTo>
                    <a:pt x="1058649" y="876156"/>
                  </a:lnTo>
                  <a:lnTo>
                    <a:pt x="1056738" y="879500"/>
                  </a:lnTo>
                  <a:lnTo>
                    <a:pt x="1053871" y="881889"/>
                  </a:lnTo>
                  <a:lnTo>
                    <a:pt x="1051483" y="880933"/>
                  </a:lnTo>
                  <a:lnTo>
                    <a:pt x="1049572" y="877589"/>
                  </a:lnTo>
                  <a:lnTo>
                    <a:pt x="1046705" y="874245"/>
                  </a:lnTo>
                  <a:lnTo>
                    <a:pt x="1043361" y="870423"/>
                  </a:lnTo>
                  <a:lnTo>
                    <a:pt x="1037628" y="869945"/>
                  </a:lnTo>
                  <a:lnTo>
                    <a:pt x="1029507" y="880933"/>
                  </a:lnTo>
                  <a:lnTo>
                    <a:pt x="1025685" y="881889"/>
                  </a:lnTo>
                  <a:lnTo>
                    <a:pt x="1022819" y="882844"/>
                  </a:lnTo>
                  <a:lnTo>
                    <a:pt x="1019475" y="887621"/>
                  </a:lnTo>
                  <a:lnTo>
                    <a:pt x="1014697" y="890488"/>
                  </a:lnTo>
                  <a:lnTo>
                    <a:pt x="1010398" y="889532"/>
                  </a:lnTo>
                  <a:lnTo>
                    <a:pt x="1003232" y="883800"/>
                  </a:lnTo>
                  <a:lnTo>
                    <a:pt x="1005620" y="887621"/>
                  </a:lnTo>
                  <a:lnTo>
                    <a:pt x="1009442" y="891921"/>
                  </a:lnTo>
                  <a:lnTo>
                    <a:pt x="1011831" y="894310"/>
                  </a:lnTo>
                  <a:lnTo>
                    <a:pt x="1013742" y="894787"/>
                  </a:lnTo>
                  <a:lnTo>
                    <a:pt x="1015653" y="894310"/>
                  </a:lnTo>
                  <a:lnTo>
                    <a:pt x="1018519" y="892399"/>
                  </a:lnTo>
                  <a:lnTo>
                    <a:pt x="1024730" y="887621"/>
                  </a:lnTo>
                  <a:lnTo>
                    <a:pt x="1026163" y="886666"/>
                  </a:lnTo>
                  <a:lnTo>
                    <a:pt x="1027596" y="887144"/>
                  </a:lnTo>
                  <a:lnTo>
                    <a:pt x="1029029" y="888577"/>
                  </a:lnTo>
                  <a:lnTo>
                    <a:pt x="1030462" y="892876"/>
                  </a:lnTo>
                  <a:lnTo>
                    <a:pt x="1031896" y="900042"/>
                  </a:lnTo>
                  <a:lnTo>
                    <a:pt x="1031418" y="905775"/>
                  </a:lnTo>
                  <a:lnTo>
                    <a:pt x="1029507" y="910552"/>
                  </a:lnTo>
                  <a:lnTo>
                    <a:pt x="1028074" y="913896"/>
                  </a:lnTo>
                  <a:lnTo>
                    <a:pt x="1026641" y="915330"/>
                  </a:lnTo>
                  <a:lnTo>
                    <a:pt x="1026641" y="916285"/>
                  </a:lnTo>
                  <a:lnTo>
                    <a:pt x="1030462" y="917718"/>
                  </a:lnTo>
                  <a:lnTo>
                    <a:pt x="1035240" y="911030"/>
                  </a:lnTo>
                  <a:lnTo>
                    <a:pt x="1036673" y="903386"/>
                  </a:lnTo>
                  <a:lnTo>
                    <a:pt x="1039062" y="893832"/>
                  </a:lnTo>
                  <a:lnTo>
                    <a:pt x="1043361" y="890966"/>
                  </a:lnTo>
                  <a:lnTo>
                    <a:pt x="1047661" y="893832"/>
                  </a:lnTo>
                  <a:lnTo>
                    <a:pt x="1051483" y="902431"/>
                  </a:lnTo>
                  <a:lnTo>
                    <a:pt x="1056738" y="918196"/>
                  </a:lnTo>
                  <a:lnTo>
                    <a:pt x="1058649" y="920107"/>
                  </a:lnTo>
                  <a:lnTo>
                    <a:pt x="1061515" y="923451"/>
                  </a:lnTo>
                  <a:lnTo>
                    <a:pt x="1062948" y="928228"/>
                  </a:lnTo>
                  <a:lnTo>
                    <a:pt x="1062470" y="933483"/>
                  </a:lnTo>
                  <a:lnTo>
                    <a:pt x="1061993" y="937305"/>
                  </a:lnTo>
                  <a:lnTo>
                    <a:pt x="1061037" y="939694"/>
                  </a:lnTo>
                  <a:lnTo>
                    <a:pt x="1060082" y="941605"/>
                  </a:lnTo>
                  <a:lnTo>
                    <a:pt x="1058171" y="942560"/>
                  </a:lnTo>
                  <a:lnTo>
                    <a:pt x="1054349" y="943038"/>
                  </a:lnTo>
                  <a:lnTo>
                    <a:pt x="1046227" y="941605"/>
                  </a:lnTo>
                  <a:lnTo>
                    <a:pt x="1042406" y="941605"/>
                  </a:lnTo>
                  <a:lnTo>
                    <a:pt x="1042883" y="946860"/>
                  </a:lnTo>
                  <a:lnTo>
                    <a:pt x="1034284" y="951159"/>
                  </a:lnTo>
                  <a:lnTo>
                    <a:pt x="1025208" y="953070"/>
                  </a:lnTo>
                  <a:lnTo>
                    <a:pt x="1016131" y="949726"/>
                  </a:lnTo>
                  <a:lnTo>
                    <a:pt x="1008487" y="943993"/>
                  </a:lnTo>
                  <a:lnTo>
                    <a:pt x="1010876" y="936350"/>
                  </a:lnTo>
                  <a:lnTo>
                    <a:pt x="1012309" y="928228"/>
                  </a:lnTo>
                  <a:lnTo>
                    <a:pt x="1008965" y="922496"/>
                  </a:lnTo>
                  <a:lnTo>
                    <a:pt x="1008009" y="922018"/>
                  </a:lnTo>
                  <a:lnTo>
                    <a:pt x="1009442" y="931095"/>
                  </a:lnTo>
                  <a:lnTo>
                    <a:pt x="1008487" y="934439"/>
                  </a:lnTo>
                  <a:lnTo>
                    <a:pt x="1004187" y="938261"/>
                  </a:lnTo>
                  <a:lnTo>
                    <a:pt x="1001321" y="940172"/>
                  </a:lnTo>
                  <a:lnTo>
                    <a:pt x="1001321" y="941127"/>
                  </a:lnTo>
                  <a:lnTo>
                    <a:pt x="1002276" y="942082"/>
                  </a:lnTo>
                  <a:lnTo>
                    <a:pt x="1003232" y="943993"/>
                  </a:lnTo>
                  <a:lnTo>
                    <a:pt x="1003710" y="946860"/>
                  </a:lnTo>
                  <a:lnTo>
                    <a:pt x="1003232" y="949248"/>
                  </a:lnTo>
                  <a:lnTo>
                    <a:pt x="1001799" y="952115"/>
                  </a:lnTo>
                  <a:lnTo>
                    <a:pt x="1001321" y="954503"/>
                  </a:lnTo>
                  <a:lnTo>
                    <a:pt x="1001321" y="955937"/>
                  </a:lnTo>
                  <a:lnTo>
                    <a:pt x="1002276" y="958325"/>
                  </a:lnTo>
                  <a:lnTo>
                    <a:pt x="1005143" y="961192"/>
                  </a:lnTo>
                  <a:lnTo>
                    <a:pt x="1008009" y="962147"/>
                  </a:lnTo>
                  <a:lnTo>
                    <a:pt x="1021385" y="962625"/>
                  </a:lnTo>
                  <a:lnTo>
                    <a:pt x="1027118" y="964058"/>
                  </a:lnTo>
                  <a:lnTo>
                    <a:pt x="1040017" y="970268"/>
                  </a:lnTo>
                  <a:lnTo>
                    <a:pt x="1040495" y="972180"/>
                  </a:lnTo>
                  <a:lnTo>
                    <a:pt x="1038584" y="983167"/>
                  </a:lnTo>
                  <a:lnTo>
                    <a:pt x="1037151" y="993200"/>
                  </a:lnTo>
                  <a:lnTo>
                    <a:pt x="1034762" y="995110"/>
                  </a:lnTo>
                  <a:lnTo>
                    <a:pt x="1020908" y="995588"/>
                  </a:lnTo>
                  <a:lnTo>
                    <a:pt x="1016608" y="997021"/>
                  </a:lnTo>
                  <a:lnTo>
                    <a:pt x="1010398" y="1001799"/>
                  </a:lnTo>
                  <a:lnTo>
                    <a:pt x="1004187" y="1007531"/>
                  </a:lnTo>
                  <a:lnTo>
                    <a:pt x="1000843" y="1007531"/>
                  </a:lnTo>
                  <a:lnTo>
                    <a:pt x="987944" y="1002754"/>
                  </a:lnTo>
                  <a:lnTo>
                    <a:pt x="983167" y="999410"/>
                  </a:lnTo>
                  <a:lnTo>
                    <a:pt x="972657" y="989855"/>
                  </a:lnTo>
                  <a:lnTo>
                    <a:pt x="965013" y="975524"/>
                  </a:lnTo>
                  <a:lnTo>
                    <a:pt x="961192" y="981734"/>
                  </a:lnTo>
                  <a:lnTo>
                    <a:pt x="959281" y="984600"/>
                  </a:lnTo>
                  <a:lnTo>
                    <a:pt x="956892" y="986034"/>
                  </a:lnTo>
                  <a:lnTo>
                    <a:pt x="954503" y="986511"/>
                  </a:lnTo>
                  <a:lnTo>
                    <a:pt x="952593" y="985078"/>
                  </a:lnTo>
                  <a:lnTo>
                    <a:pt x="950204" y="983167"/>
                  </a:lnTo>
                  <a:lnTo>
                    <a:pt x="945904" y="977912"/>
                  </a:lnTo>
                  <a:lnTo>
                    <a:pt x="941127" y="972657"/>
                  </a:lnTo>
                  <a:lnTo>
                    <a:pt x="937783" y="970268"/>
                  </a:lnTo>
                  <a:lnTo>
                    <a:pt x="937783" y="970746"/>
                  </a:lnTo>
                  <a:lnTo>
                    <a:pt x="939694" y="973613"/>
                  </a:lnTo>
                  <a:lnTo>
                    <a:pt x="942560" y="977434"/>
                  </a:lnTo>
                  <a:lnTo>
                    <a:pt x="950204" y="987467"/>
                  </a:lnTo>
                  <a:lnTo>
                    <a:pt x="952593" y="990333"/>
                  </a:lnTo>
                  <a:lnTo>
                    <a:pt x="952593" y="992244"/>
                  </a:lnTo>
                  <a:lnTo>
                    <a:pt x="947815" y="993677"/>
                  </a:lnTo>
                  <a:lnTo>
                    <a:pt x="942083" y="997021"/>
                  </a:lnTo>
                  <a:lnTo>
                    <a:pt x="939216" y="999888"/>
                  </a:lnTo>
                  <a:lnTo>
                    <a:pt x="934917" y="1006098"/>
                  </a:lnTo>
                  <a:lnTo>
                    <a:pt x="933483" y="1007054"/>
                  </a:lnTo>
                  <a:lnTo>
                    <a:pt x="927273" y="1008487"/>
                  </a:lnTo>
                  <a:lnTo>
                    <a:pt x="924884" y="1008009"/>
                  </a:lnTo>
                  <a:lnTo>
                    <a:pt x="920107" y="1004665"/>
                  </a:lnTo>
                  <a:lnTo>
                    <a:pt x="913419" y="1002276"/>
                  </a:lnTo>
                  <a:lnTo>
                    <a:pt x="909119" y="1000366"/>
                  </a:lnTo>
                  <a:lnTo>
                    <a:pt x="903387" y="997021"/>
                  </a:lnTo>
                  <a:lnTo>
                    <a:pt x="905297" y="1000843"/>
                  </a:lnTo>
                  <a:lnTo>
                    <a:pt x="916285" y="1006576"/>
                  </a:lnTo>
                  <a:lnTo>
                    <a:pt x="917718" y="1008487"/>
                  </a:lnTo>
                  <a:lnTo>
                    <a:pt x="915330" y="1012309"/>
                  </a:lnTo>
                  <a:lnTo>
                    <a:pt x="913896" y="1013742"/>
                  </a:lnTo>
                  <a:lnTo>
                    <a:pt x="911508" y="1013742"/>
                  </a:lnTo>
                  <a:lnTo>
                    <a:pt x="907208" y="1013264"/>
                  </a:lnTo>
                  <a:lnTo>
                    <a:pt x="903387" y="1013264"/>
                  </a:lnTo>
                  <a:lnTo>
                    <a:pt x="899087" y="1014220"/>
                  </a:lnTo>
                  <a:lnTo>
                    <a:pt x="897654" y="1015653"/>
                  </a:lnTo>
                  <a:lnTo>
                    <a:pt x="898131" y="1017086"/>
                  </a:lnTo>
                  <a:lnTo>
                    <a:pt x="899087" y="1018997"/>
                  </a:lnTo>
                  <a:lnTo>
                    <a:pt x="900520" y="1019952"/>
                  </a:lnTo>
                  <a:lnTo>
                    <a:pt x="901476" y="1019952"/>
                  </a:lnTo>
                  <a:lnTo>
                    <a:pt x="904820" y="1016131"/>
                  </a:lnTo>
                  <a:lnTo>
                    <a:pt x="907208" y="1015653"/>
                  </a:lnTo>
                  <a:lnTo>
                    <a:pt x="913419" y="1016608"/>
                  </a:lnTo>
                  <a:lnTo>
                    <a:pt x="919629" y="1013742"/>
                  </a:lnTo>
                  <a:lnTo>
                    <a:pt x="924406" y="1012309"/>
                  </a:lnTo>
                  <a:lnTo>
                    <a:pt x="927751" y="1011831"/>
                  </a:lnTo>
                  <a:lnTo>
                    <a:pt x="940171" y="1007054"/>
                  </a:lnTo>
                  <a:lnTo>
                    <a:pt x="943038" y="1001799"/>
                  </a:lnTo>
                  <a:lnTo>
                    <a:pt x="947337" y="999410"/>
                  </a:lnTo>
                  <a:lnTo>
                    <a:pt x="956414" y="997499"/>
                  </a:lnTo>
                  <a:lnTo>
                    <a:pt x="965491" y="998455"/>
                  </a:lnTo>
                  <a:lnTo>
                    <a:pt x="970269" y="999410"/>
                  </a:lnTo>
                  <a:lnTo>
                    <a:pt x="974090" y="1004665"/>
                  </a:lnTo>
                  <a:lnTo>
                    <a:pt x="978868" y="1008009"/>
                  </a:lnTo>
                  <a:lnTo>
                    <a:pt x="983167" y="1012309"/>
                  </a:lnTo>
                  <a:lnTo>
                    <a:pt x="987944" y="1013742"/>
                  </a:lnTo>
                  <a:lnTo>
                    <a:pt x="990811" y="1018997"/>
                  </a:lnTo>
                  <a:lnTo>
                    <a:pt x="998932" y="1025207"/>
                  </a:lnTo>
                  <a:lnTo>
                    <a:pt x="1003710" y="1026641"/>
                  </a:lnTo>
                  <a:lnTo>
                    <a:pt x="1007054" y="1029507"/>
                  </a:lnTo>
                  <a:lnTo>
                    <a:pt x="1007054" y="1041450"/>
                  </a:lnTo>
                  <a:lnTo>
                    <a:pt x="1007532" y="1046705"/>
                  </a:lnTo>
                  <a:lnTo>
                    <a:pt x="1006098" y="1061037"/>
                  </a:lnTo>
                  <a:lnTo>
                    <a:pt x="1002276" y="1064381"/>
                  </a:lnTo>
                  <a:lnTo>
                    <a:pt x="1003232" y="1072025"/>
                  </a:lnTo>
                  <a:lnTo>
                    <a:pt x="1001799" y="1077758"/>
                  </a:lnTo>
                  <a:lnTo>
                    <a:pt x="997977" y="1075369"/>
                  </a:lnTo>
                  <a:lnTo>
                    <a:pt x="993677" y="1071547"/>
                  </a:lnTo>
                  <a:lnTo>
                    <a:pt x="983645" y="1065337"/>
                  </a:lnTo>
                  <a:lnTo>
                    <a:pt x="974568" y="1061515"/>
                  </a:lnTo>
                  <a:lnTo>
                    <a:pt x="970746" y="1057693"/>
                  </a:lnTo>
                  <a:lnTo>
                    <a:pt x="966925" y="1054827"/>
                  </a:lnTo>
                  <a:lnTo>
                    <a:pt x="960714" y="1043839"/>
                  </a:lnTo>
                  <a:lnTo>
                    <a:pt x="957370" y="1029029"/>
                  </a:lnTo>
                  <a:lnTo>
                    <a:pt x="955459" y="1021863"/>
                  </a:lnTo>
                  <a:lnTo>
                    <a:pt x="952593" y="1021386"/>
                  </a:lnTo>
                  <a:lnTo>
                    <a:pt x="948293" y="1023296"/>
                  </a:lnTo>
                  <a:lnTo>
                    <a:pt x="944949" y="1025685"/>
                  </a:lnTo>
                  <a:lnTo>
                    <a:pt x="943038" y="1029029"/>
                  </a:lnTo>
                  <a:lnTo>
                    <a:pt x="931095" y="1033807"/>
                  </a:lnTo>
                  <a:lnTo>
                    <a:pt x="926795" y="1037151"/>
                  </a:lnTo>
                  <a:lnTo>
                    <a:pt x="924406" y="1037151"/>
                  </a:lnTo>
                  <a:lnTo>
                    <a:pt x="915330" y="1041928"/>
                  </a:lnTo>
                  <a:lnTo>
                    <a:pt x="919152" y="1044317"/>
                  </a:lnTo>
                  <a:lnTo>
                    <a:pt x="920585" y="1044317"/>
                  </a:lnTo>
                  <a:lnTo>
                    <a:pt x="924406" y="1043361"/>
                  </a:lnTo>
                  <a:lnTo>
                    <a:pt x="926318" y="1041450"/>
                  </a:lnTo>
                  <a:lnTo>
                    <a:pt x="934439" y="1036673"/>
                  </a:lnTo>
                  <a:lnTo>
                    <a:pt x="941127" y="1036195"/>
                  </a:lnTo>
                  <a:lnTo>
                    <a:pt x="943516" y="1034284"/>
                  </a:lnTo>
                  <a:lnTo>
                    <a:pt x="948771" y="1031418"/>
                  </a:lnTo>
                  <a:lnTo>
                    <a:pt x="952115" y="1030462"/>
                  </a:lnTo>
                  <a:lnTo>
                    <a:pt x="952593" y="1030940"/>
                  </a:lnTo>
                  <a:lnTo>
                    <a:pt x="952593" y="1032373"/>
                  </a:lnTo>
                  <a:lnTo>
                    <a:pt x="954981" y="1050049"/>
                  </a:lnTo>
                  <a:lnTo>
                    <a:pt x="954026" y="1054827"/>
                  </a:lnTo>
                  <a:lnTo>
                    <a:pt x="951637" y="1056738"/>
                  </a:lnTo>
                  <a:lnTo>
                    <a:pt x="945904" y="1059604"/>
                  </a:lnTo>
                  <a:lnTo>
                    <a:pt x="943994" y="1061515"/>
                  </a:lnTo>
                  <a:lnTo>
                    <a:pt x="945904" y="1064381"/>
                  </a:lnTo>
                  <a:lnTo>
                    <a:pt x="951159" y="1061515"/>
                  </a:lnTo>
                  <a:lnTo>
                    <a:pt x="954981" y="1058648"/>
                  </a:lnTo>
                  <a:lnTo>
                    <a:pt x="956892" y="1059604"/>
                  </a:lnTo>
                  <a:lnTo>
                    <a:pt x="959759" y="1063904"/>
                  </a:lnTo>
                  <a:lnTo>
                    <a:pt x="963103" y="1066292"/>
                  </a:lnTo>
                  <a:lnTo>
                    <a:pt x="972179" y="1072980"/>
                  </a:lnTo>
                  <a:lnTo>
                    <a:pt x="976479" y="1076325"/>
                  </a:lnTo>
                  <a:lnTo>
                    <a:pt x="982212" y="1080146"/>
                  </a:lnTo>
                  <a:lnTo>
                    <a:pt x="988900" y="1084924"/>
                  </a:lnTo>
                  <a:lnTo>
                    <a:pt x="990333" y="1086357"/>
                  </a:lnTo>
                  <a:lnTo>
                    <a:pt x="996544" y="1089223"/>
                  </a:lnTo>
                  <a:lnTo>
                    <a:pt x="997977" y="1089701"/>
                  </a:lnTo>
                  <a:lnTo>
                    <a:pt x="1000366" y="1098300"/>
                  </a:lnTo>
                  <a:lnTo>
                    <a:pt x="1002276" y="1099255"/>
                  </a:lnTo>
                  <a:lnTo>
                    <a:pt x="1008487" y="1099733"/>
                  </a:lnTo>
                  <a:lnTo>
                    <a:pt x="1007532" y="1103077"/>
                  </a:lnTo>
                  <a:lnTo>
                    <a:pt x="1001799" y="1110243"/>
                  </a:lnTo>
                  <a:lnTo>
                    <a:pt x="998455" y="1112632"/>
                  </a:lnTo>
                  <a:lnTo>
                    <a:pt x="997977" y="1114065"/>
                  </a:lnTo>
                  <a:lnTo>
                    <a:pt x="997977" y="1116454"/>
                  </a:lnTo>
                  <a:lnTo>
                    <a:pt x="998455" y="1120753"/>
                  </a:lnTo>
                  <a:lnTo>
                    <a:pt x="999410" y="1128397"/>
                  </a:lnTo>
                  <a:lnTo>
                    <a:pt x="1000843" y="1121231"/>
                  </a:lnTo>
                  <a:lnTo>
                    <a:pt x="1001799" y="1117887"/>
                  </a:lnTo>
                  <a:lnTo>
                    <a:pt x="1003232" y="1116932"/>
                  </a:lnTo>
                  <a:lnTo>
                    <a:pt x="1004187" y="1116454"/>
                  </a:lnTo>
                  <a:lnTo>
                    <a:pt x="1008487" y="1113587"/>
                  </a:lnTo>
                  <a:lnTo>
                    <a:pt x="1012786" y="1115021"/>
                  </a:lnTo>
                  <a:lnTo>
                    <a:pt x="1013742" y="1123142"/>
                  </a:lnTo>
                  <a:lnTo>
                    <a:pt x="1014220" y="1130308"/>
                  </a:lnTo>
                  <a:lnTo>
                    <a:pt x="1013742" y="1136996"/>
                  </a:lnTo>
                  <a:lnTo>
                    <a:pt x="1014220" y="1146551"/>
                  </a:lnTo>
                  <a:lnTo>
                    <a:pt x="1014220" y="1149895"/>
                  </a:lnTo>
                  <a:lnTo>
                    <a:pt x="1015175" y="1152761"/>
                  </a:lnTo>
                  <a:lnTo>
                    <a:pt x="1016131" y="1164704"/>
                  </a:lnTo>
                  <a:lnTo>
                    <a:pt x="1017086" y="1168049"/>
                  </a:lnTo>
                  <a:lnTo>
                    <a:pt x="1015175" y="1171393"/>
                  </a:lnTo>
                  <a:lnTo>
                    <a:pt x="1008965" y="1172826"/>
                  </a:lnTo>
                  <a:lnTo>
                    <a:pt x="1006576" y="1171393"/>
                  </a:lnTo>
                  <a:lnTo>
                    <a:pt x="1000366" y="1171870"/>
                  </a:lnTo>
                  <a:lnTo>
                    <a:pt x="1000366" y="1169004"/>
                  </a:lnTo>
                  <a:lnTo>
                    <a:pt x="999888" y="1165660"/>
                  </a:lnTo>
                  <a:lnTo>
                    <a:pt x="999888" y="1163749"/>
                  </a:lnTo>
                  <a:lnTo>
                    <a:pt x="999410" y="1161360"/>
                  </a:lnTo>
                  <a:lnTo>
                    <a:pt x="998932" y="1149895"/>
                  </a:lnTo>
                  <a:lnTo>
                    <a:pt x="997499" y="1152761"/>
                  </a:lnTo>
                  <a:lnTo>
                    <a:pt x="997021" y="1155150"/>
                  </a:lnTo>
                  <a:lnTo>
                    <a:pt x="996544" y="1157539"/>
                  </a:lnTo>
                  <a:lnTo>
                    <a:pt x="995588" y="1169960"/>
                  </a:lnTo>
                  <a:lnTo>
                    <a:pt x="994155" y="1173304"/>
                  </a:lnTo>
                  <a:lnTo>
                    <a:pt x="988900" y="1172348"/>
                  </a:lnTo>
                  <a:lnTo>
                    <a:pt x="984123" y="1172826"/>
                  </a:lnTo>
                  <a:lnTo>
                    <a:pt x="981256" y="1172348"/>
                  </a:lnTo>
                  <a:lnTo>
                    <a:pt x="972179" y="1166615"/>
                  </a:lnTo>
                  <a:lnTo>
                    <a:pt x="968835" y="1161360"/>
                  </a:lnTo>
                  <a:lnTo>
                    <a:pt x="965491" y="1153717"/>
                  </a:lnTo>
                  <a:lnTo>
                    <a:pt x="963580" y="1146551"/>
                  </a:lnTo>
                  <a:lnTo>
                    <a:pt x="962625" y="1139385"/>
                  </a:lnTo>
                  <a:lnTo>
                    <a:pt x="960714" y="1134130"/>
                  </a:lnTo>
                  <a:lnTo>
                    <a:pt x="956892" y="1129353"/>
                  </a:lnTo>
                  <a:lnTo>
                    <a:pt x="952593" y="1126008"/>
                  </a:lnTo>
                  <a:lnTo>
                    <a:pt x="947815" y="1123142"/>
                  </a:lnTo>
                  <a:lnTo>
                    <a:pt x="943038" y="1119798"/>
                  </a:lnTo>
                  <a:lnTo>
                    <a:pt x="939216" y="1115498"/>
                  </a:lnTo>
                  <a:lnTo>
                    <a:pt x="935394" y="1112154"/>
                  </a:lnTo>
                  <a:lnTo>
                    <a:pt x="930617" y="1109766"/>
                  </a:lnTo>
                  <a:lnTo>
                    <a:pt x="924406" y="1108810"/>
                  </a:lnTo>
                  <a:lnTo>
                    <a:pt x="914852" y="1109288"/>
                  </a:lnTo>
                  <a:lnTo>
                    <a:pt x="908641" y="1106421"/>
                  </a:lnTo>
                  <a:lnTo>
                    <a:pt x="906730" y="1106421"/>
                  </a:lnTo>
                  <a:lnTo>
                    <a:pt x="905297" y="1107855"/>
                  </a:lnTo>
                  <a:lnTo>
                    <a:pt x="906730" y="1112154"/>
                  </a:lnTo>
                  <a:lnTo>
                    <a:pt x="913896" y="1113587"/>
                  </a:lnTo>
                  <a:lnTo>
                    <a:pt x="919629" y="1114065"/>
                  </a:lnTo>
                  <a:lnTo>
                    <a:pt x="926795" y="1114065"/>
                  </a:lnTo>
                  <a:lnTo>
                    <a:pt x="931572" y="1115021"/>
                  </a:lnTo>
                  <a:lnTo>
                    <a:pt x="933006" y="1117409"/>
                  </a:lnTo>
                  <a:lnTo>
                    <a:pt x="934439" y="1121231"/>
                  </a:lnTo>
                  <a:lnTo>
                    <a:pt x="934917" y="1127442"/>
                  </a:lnTo>
                  <a:lnTo>
                    <a:pt x="933483" y="1131741"/>
                  </a:lnTo>
                  <a:lnTo>
                    <a:pt x="928228" y="1136996"/>
                  </a:lnTo>
                  <a:lnTo>
                    <a:pt x="925362" y="1139385"/>
                  </a:lnTo>
                  <a:lnTo>
                    <a:pt x="917241" y="1143684"/>
                  </a:lnTo>
                  <a:lnTo>
                    <a:pt x="914374" y="1144640"/>
                  </a:lnTo>
                  <a:lnTo>
                    <a:pt x="907208" y="1145118"/>
                  </a:lnTo>
                  <a:lnTo>
                    <a:pt x="901953" y="1144640"/>
                  </a:lnTo>
                  <a:lnTo>
                    <a:pt x="894787" y="1142729"/>
                  </a:lnTo>
                  <a:lnTo>
                    <a:pt x="890965" y="1142251"/>
                  </a:lnTo>
                  <a:lnTo>
                    <a:pt x="882844" y="1141774"/>
                  </a:lnTo>
                  <a:lnTo>
                    <a:pt x="880933" y="1142729"/>
                  </a:lnTo>
                  <a:lnTo>
                    <a:pt x="882844" y="1145118"/>
                  </a:lnTo>
                  <a:lnTo>
                    <a:pt x="886666" y="1146073"/>
                  </a:lnTo>
                  <a:lnTo>
                    <a:pt x="889055" y="1147984"/>
                  </a:lnTo>
                  <a:lnTo>
                    <a:pt x="889055" y="1150850"/>
                  </a:lnTo>
                  <a:lnTo>
                    <a:pt x="888099" y="1155628"/>
                  </a:lnTo>
                  <a:lnTo>
                    <a:pt x="887144" y="1158972"/>
                  </a:lnTo>
                  <a:lnTo>
                    <a:pt x="885711" y="1161360"/>
                  </a:lnTo>
                  <a:lnTo>
                    <a:pt x="880455" y="1165660"/>
                  </a:lnTo>
                  <a:lnTo>
                    <a:pt x="878067" y="1167093"/>
                  </a:lnTo>
                  <a:lnTo>
                    <a:pt x="868034" y="1171870"/>
                  </a:lnTo>
                  <a:lnTo>
                    <a:pt x="867557" y="1172826"/>
                  </a:lnTo>
                  <a:lnTo>
                    <a:pt x="869945" y="1172348"/>
                  </a:lnTo>
                  <a:lnTo>
                    <a:pt x="876156" y="1170915"/>
                  </a:lnTo>
                  <a:lnTo>
                    <a:pt x="878067" y="1170915"/>
                  </a:lnTo>
                  <a:lnTo>
                    <a:pt x="888577" y="1174737"/>
                  </a:lnTo>
                  <a:lnTo>
                    <a:pt x="896698" y="1174737"/>
                  </a:lnTo>
                  <a:lnTo>
                    <a:pt x="913419" y="1170915"/>
                  </a:lnTo>
                  <a:lnTo>
                    <a:pt x="914852" y="1170915"/>
                  </a:lnTo>
                  <a:lnTo>
                    <a:pt x="916285" y="1171870"/>
                  </a:lnTo>
                  <a:lnTo>
                    <a:pt x="917241" y="1172826"/>
                  </a:lnTo>
                  <a:lnTo>
                    <a:pt x="918196" y="1175215"/>
                  </a:lnTo>
                  <a:lnTo>
                    <a:pt x="917241" y="1177603"/>
                  </a:lnTo>
                  <a:lnTo>
                    <a:pt x="912941" y="1179514"/>
                  </a:lnTo>
                  <a:lnTo>
                    <a:pt x="907208" y="1181425"/>
                  </a:lnTo>
                  <a:lnTo>
                    <a:pt x="904820" y="1182858"/>
                  </a:lnTo>
                  <a:lnTo>
                    <a:pt x="901953" y="1184769"/>
                  </a:lnTo>
                  <a:lnTo>
                    <a:pt x="897654" y="1190024"/>
                  </a:lnTo>
                  <a:lnTo>
                    <a:pt x="896221" y="1194801"/>
                  </a:lnTo>
                  <a:lnTo>
                    <a:pt x="900998" y="1197190"/>
                  </a:lnTo>
                  <a:lnTo>
                    <a:pt x="903387" y="1194324"/>
                  </a:lnTo>
                  <a:lnTo>
                    <a:pt x="905775" y="1189069"/>
                  </a:lnTo>
                  <a:lnTo>
                    <a:pt x="908164" y="1185725"/>
                  </a:lnTo>
                  <a:lnTo>
                    <a:pt x="913419" y="1183814"/>
                  </a:lnTo>
                  <a:lnTo>
                    <a:pt x="920107" y="1184769"/>
                  </a:lnTo>
                  <a:lnTo>
                    <a:pt x="925362" y="1183336"/>
                  </a:lnTo>
                  <a:lnTo>
                    <a:pt x="935872" y="1178081"/>
                  </a:lnTo>
                  <a:lnTo>
                    <a:pt x="937783" y="1177603"/>
                  </a:lnTo>
                  <a:lnTo>
                    <a:pt x="953070" y="1180947"/>
                  </a:lnTo>
                  <a:lnTo>
                    <a:pt x="967402" y="1186680"/>
                  </a:lnTo>
                  <a:lnTo>
                    <a:pt x="974568" y="1189069"/>
                  </a:lnTo>
                  <a:lnTo>
                    <a:pt x="984601" y="1190502"/>
                  </a:lnTo>
                  <a:lnTo>
                    <a:pt x="1002276" y="1190024"/>
                  </a:lnTo>
                  <a:lnTo>
                    <a:pt x="1003710" y="1190980"/>
                  </a:lnTo>
                  <a:lnTo>
                    <a:pt x="1003232" y="1192890"/>
                  </a:lnTo>
                  <a:lnTo>
                    <a:pt x="1002276" y="1194801"/>
                  </a:lnTo>
                  <a:lnTo>
                    <a:pt x="998932" y="1197190"/>
                  </a:lnTo>
                  <a:lnTo>
                    <a:pt x="995588" y="1199101"/>
                  </a:lnTo>
                  <a:lnTo>
                    <a:pt x="993200" y="1199579"/>
                  </a:lnTo>
                  <a:lnTo>
                    <a:pt x="991289" y="1200534"/>
                  </a:lnTo>
                  <a:lnTo>
                    <a:pt x="987467" y="1201967"/>
                  </a:lnTo>
                  <a:lnTo>
                    <a:pt x="986034" y="1202923"/>
                  </a:lnTo>
                  <a:lnTo>
                    <a:pt x="987467" y="1206745"/>
                  </a:lnTo>
                  <a:lnTo>
                    <a:pt x="986989" y="1207700"/>
                  </a:lnTo>
                  <a:lnTo>
                    <a:pt x="983167" y="1207700"/>
                  </a:lnTo>
                  <a:lnTo>
                    <a:pt x="976957" y="1210089"/>
                  </a:lnTo>
                  <a:lnTo>
                    <a:pt x="971702" y="1210089"/>
                  </a:lnTo>
                  <a:lnTo>
                    <a:pt x="970746" y="1210567"/>
                  </a:lnTo>
                  <a:lnTo>
                    <a:pt x="971702" y="1211522"/>
                  </a:lnTo>
                  <a:lnTo>
                    <a:pt x="972657" y="1213433"/>
                  </a:lnTo>
                  <a:lnTo>
                    <a:pt x="974090" y="1216299"/>
                  </a:lnTo>
                  <a:lnTo>
                    <a:pt x="973135" y="1218210"/>
                  </a:lnTo>
                  <a:lnTo>
                    <a:pt x="970746" y="1219643"/>
                  </a:lnTo>
                  <a:lnTo>
                    <a:pt x="969313" y="1219643"/>
                  </a:lnTo>
                  <a:lnTo>
                    <a:pt x="963103" y="1218210"/>
                  </a:lnTo>
                  <a:lnTo>
                    <a:pt x="962147" y="1218210"/>
                  </a:lnTo>
                  <a:lnTo>
                    <a:pt x="963103" y="1219643"/>
                  </a:lnTo>
                  <a:lnTo>
                    <a:pt x="963580" y="1221554"/>
                  </a:lnTo>
                  <a:lnTo>
                    <a:pt x="963580" y="1223943"/>
                  </a:lnTo>
                  <a:lnTo>
                    <a:pt x="962147" y="1225854"/>
                  </a:lnTo>
                  <a:lnTo>
                    <a:pt x="959281" y="1227765"/>
                  </a:lnTo>
                  <a:lnTo>
                    <a:pt x="953548" y="1232064"/>
                  </a:lnTo>
                  <a:lnTo>
                    <a:pt x="950682" y="1233497"/>
                  </a:lnTo>
                  <a:lnTo>
                    <a:pt x="945427" y="1234453"/>
                  </a:lnTo>
                  <a:lnTo>
                    <a:pt x="944471" y="1235408"/>
                  </a:lnTo>
                  <a:lnTo>
                    <a:pt x="946860" y="1238753"/>
                  </a:lnTo>
                  <a:lnTo>
                    <a:pt x="946382" y="1240186"/>
                  </a:lnTo>
                  <a:lnTo>
                    <a:pt x="943038" y="1244008"/>
                  </a:lnTo>
                  <a:lnTo>
                    <a:pt x="937305" y="1246396"/>
                  </a:lnTo>
                  <a:lnTo>
                    <a:pt x="936828" y="1247352"/>
                  </a:lnTo>
                  <a:lnTo>
                    <a:pt x="936350" y="1250696"/>
                  </a:lnTo>
                  <a:lnTo>
                    <a:pt x="935872" y="1252129"/>
                  </a:lnTo>
                  <a:lnTo>
                    <a:pt x="934439" y="1254040"/>
                  </a:lnTo>
                  <a:lnTo>
                    <a:pt x="929184" y="1257862"/>
                  </a:lnTo>
                  <a:lnTo>
                    <a:pt x="925840" y="1259773"/>
                  </a:lnTo>
                  <a:lnTo>
                    <a:pt x="923929" y="1261206"/>
                  </a:lnTo>
                  <a:lnTo>
                    <a:pt x="921540" y="1263595"/>
                  </a:lnTo>
                  <a:lnTo>
                    <a:pt x="918674" y="1265028"/>
                  </a:lnTo>
                  <a:lnTo>
                    <a:pt x="915330" y="1265028"/>
                  </a:lnTo>
                  <a:lnTo>
                    <a:pt x="912463" y="1265983"/>
                  </a:lnTo>
                  <a:lnTo>
                    <a:pt x="907208" y="1268372"/>
                  </a:lnTo>
                  <a:lnTo>
                    <a:pt x="903387" y="1269327"/>
                  </a:lnTo>
                  <a:lnTo>
                    <a:pt x="891921" y="1274104"/>
                  </a:lnTo>
                  <a:lnTo>
                    <a:pt x="886188" y="1274582"/>
                  </a:lnTo>
                  <a:lnTo>
                    <a:pt x="881411" y="1276015"/>
                  </a:lnTo>
                  <a:lnTo>
                    <a:pt x="871856" y="1280315"/>
                  </a:lnTo>
                  <a:lnTo>
                    <a:pt x="867079" y="1281748"/>
                  </a:lnTo>
                  <a:lnTo>
                    <a:pt x="864213" y="1283659"/>
                  </a:lnTo>
                  <a:lnTo>
                    <a:pt x="860391" y="1284137"/>
                  </a:lnTo>
                  <a:lnTo>
                    <a:pt x="854658" y="1282704"/>
                  </a:lnTo>
                  <a:lnTo>
                    <a:pt x="851792" y="1282704"/>
                  </a:lnTo>
                  <a:lnTo>
                    <a:pt x="849881" y="1283659"/>
                  </a:lnTo>
                  <a:lnTo>
                    <a:pt x="847970" y="1284615"/>
                  </a:lnTo>
                  <a:lnTo>
                    <a:pt x="845104" y="1288436"/>
                  </a:lnTo>
                  <a:lnTo>
                    <a:pt x="842715" y="1288914"/>
                  </a:lnTo>
                  <a:lnTo>
                    <a:pt x="834593" y="1286048"/>
                  </a:lnTo>
                  <a:lnTo>
                    <a:pt x="835071" y="1287003"/>
                  </a:lnTo>
                  <a:lnTo>
                    <a:pt x="836982" y="1290347"/>
                  </a:lnTo>
                  <a:lnTo>
                    <a:pt x="836982" y="1292258"/>
                  </a:lnTo>
                  <a:lnTo>
                    <a:pt x="832205" y="1294647"/>
                  </a:lnTo>
                  <a:lnTo>
                    <a:pt x="829816" y="1295125"/>
                  </a:lnTo>
                  <a:lnTo>
                    <a:pt x="825994" y="1294169"/>
                  </a:lnTo>
                  <a:lnTo>
                    <a:pt x="820739" y="1291781"/>
                  </a:lnTo>
                  <a:lnTo>
                    <a:pt x="814529" y="1287003"/>
                  </a:lnTo>
                  <a:lnTo>
                    <a:pt x="806885" y="1279360"/>
                  </a:lnTo>
                  <a:lnTo>
                    <a:pt x="803063" y="1276493"/>
                  </a:lnTo>
                  <a:lnTo>
                    <a:pt x="803063" y="1278882"/>
                  </a:lnTo>
                  <a:lnTo>
                    <a:pt x="804019" y="1281748"/>
                  </a:lnTo>
                  <a:lnTo>
                    <a:pt x="805452" y="1283659"/>
                  </a:lnTo>
                  <a:lnTo>
                    <a:pt x="805930" y="1285570"/>
                  </a:lnTo>
                  <a:lnTo>
                    <a:pt x="804974" y="1286525"/>
                  </a:lnTo>
                  <a:lnTo>
                    <a:pt x="804019" y="1287003"/>
                  </a:lnTo>
                  <a:lnTo>
                    <a:pt x="802585" y="1287003"/>
                  </a:lnTo>
                  <a:lnTo>
                    <a:pt x="802108" y="1287959"/>
                  </a:lnTo>
                  <a:lnTo>
                    <a:pt x="804497" y="1291303"/>
                  </a:lnTo>
                  <a:lnTo>
                    <a:pt x="806407" y="1295125"/>
                  </a:lnTo>
                  <a:lnTo>
                    <a:pt x="805930" y="1298469"/>
                  </a:lnTo>
                  <a:lnTo>
                    <a:pt x="804019" y="1301813"/>
                  </a:lnTo>
                  <a:lnTo>
                    <a:pt x="802108" y="1303724"/>
                  </a:lnTo>
                  <a:lnTo>
                    <a:pt x="800675" y="1304202"/>
                  </a:lnTo>
                  <a:lnTo>
                    <a:pt x="791120" y="1312323"/>
                  </a:lnTo>
                  <a:lnTo>
                    <a:pt x="788731" y="1313756"/>
                  </a:lnTo>
                  <a:lnTo>
                    <a:pt x="787298" y="1314711"/>
                  </a:lnTo>
                  <a:lnTo>
                    <a:pt x="786343" y="1316145"/>
                  </a:lnTo>
                  <a:lnTo>
                    <a:pt x="783954" y="1322833"/>
                  </a:lnTo>
                  <a:lnTo>
                    <a:pt x="782521" y="1324744"/>
                  </a:lnTo>
                  <a:lnTo>
                    <a:pt x="780610" y="1327610"/>
                  </a:lnTo>
                  <a:lnTo>
                    <a:pt x="779655" y="1328088"/>
                  </a:lnTo>
                  <a:lnTo>
                    <a:pt x="779177" y="1329043"/>
                  </a:lnTo>
                  <a:lnTo>
                    <a:pt x="779655" y="1330477"/>
                  </a:lnTo>
                  <a:lnTo>
                    <a:pt x="779177" y="1333343"/>
                  </a:lnTo>
                  <a:lnTo>
                    <a:pt x="777743" y="1337643"/>
                  </a:lnTo>
                  <a:lnTo>
                    <a:pt x="772011" y="1348153"/>
                  </a:lnTo>
                  <a:lnTo>
                    <a:pt x="767711" y="1358185"/>
                  </a:lnTo>
                  <a:lnTo>
                    <a:pt x="765800" y="1361529"/>
                  </a:lnTo>
                  <a:lnTo>
                    <a:pt x="764367" y="1362962"/>
                  </a:lnTo>
                  <a:lnTo>
                    <a:pt x="763412" y="1362484"/>
                  </a:lnTo>
                  <a:lnTo>
                    <a:pt x="761501" y="1362484"/>
                  </a:lnTo>
                  <a:lnTo>
                    <a:pt x="760545" y="1364395"/>
                  </a:lnTo>
                  <a:lnTo>
                    <a:pt x="759590" y="1367739"/>
                  </a:lnTo>
                  <a:lnTo>
                    <a:pt x="758157" y="1370128"/>
                  </a:lnTo>
                  <a:lnTo>
                    <a:pt x="757201" y="1371561"/>
                  </a:lnTo>
                  <a:lnTo>
                    <a:pt x="748602" y="1378727"/>
                  </a:lnTo>
                  <a:lnTo>
                    <a:pt x="746213" y="1380160"/>
                  </a:lnTo>
                  <a:lnTo>
                    <a:pt x="744302" y="1379205"/>
                  </a:lnTo>
                  <a:lnTo>
                    <a:pt x="741914" y="1379683"/>
                  </a:lnTo>
                  <a:lnTo>
                    <a:pt x="736659" y="1375861"/>
                  </a:lnTo>
                  <a:lnTo>
                    <a:pt x="735703" y="1374428"/>
                  </a:lnTo>
                  <a:lnTo>
                    <a:pt x="732837" y="1371084"/>
                  </a:lnTo>
                  <a:lnTo>
                    <a:pt x="732837" y="1372995"/>
                  </a:lnTo>
                  <a:lnTo>
                    <a:pt x="733315" y="1373950"/>
                  </a:lnTo>
                  <a:lnTo>
                    <a:pt x="733793" y="1374905"/>
                  </a:lnTo>
                  <a:lnTo>
                    <a:pt x="734748" y="1376816"/>
                  </a:lnTo>
                  <a:lnTo>
                    <a:pt x="737614" y="1384938"/>
                  </a:lnTo>
                  <a:lnTo>
                    <a:pt x="735703" y="1386371"/>
                  </a:lnTo>
                  <a:lnTo>
                    <a:pt x="733793" y="1388282"/>
                  </a:lnTo>
                  <a:lnTo>
                    <a:pt x="729015" y="1391626"/>
                  </a:lnTo>
                  <a:lnTo>
                    <a:pt x="724238" y="1397359"/>
                  </a:lnTo>
                  <a:lnTo>
                    <a:pt x="722805" y="1398792"/>
                  </a:lnTo>
                  <a:lnTo>
                    <a:pt x="722327" y="1394492"/>
                  </a:lnTo>
                  <a:lnTo>
                    <a:pt x="722327" y="1393059"/>
                  </a:lnTo>
                  <a:lnTo>
                    <a:pt x="719461" y="1390670"/>
                  </a:lnTo>
                  <a:lnTo>
                    <a:pt x="719938" y="1392581"/>
                  </a:lnTo>
                  <a:lnTo>
                    <a:pt x="719461" y="1394015"/>
                  </a:lnTo>
                  <a:lnTo>
                    <a:pt x="717550" y="1399747"/>
                  </a:lnTo>
                  <a:lnTo>
                    <a:pt x="717072" y="1400703"/>
                  </a:lnTo>
                  <a:lnTo>
                    <a:pt x="716117" y="1400225"/>
                  </a:lnTo>
                  <a:lnTo>
                    <a:pt x="713728" y="1401181"/>
                  </a:lnTo>
                  <a:lnTo>
                    <a:pt x="711817" y="1400703"/>
                  </a:lnTo>
                  <a:lnTo>
                    <a:pt x="709906" y="1398314"/>
                  </a:lnTo>
                  <a:lnTo>
                    <a:pt x="708951" y="1396881"/>
                  </a:lnTo>
                  <a:lnTo>
                    <a:pt x="705606" y="1400703"/>
                  </a:lnTo>
                  <a:lnTo>
                    <a:pt x="704173" y="1400703"/>
                  </a:lnTo>
                  <a:lnTo>
                    <a:pt x="703695" y="1403569"/>
                  </a:lnTo>
                  <a:lnTo>
                    <a:pt x="702262" y="1406436"/>
                  </a:lnTo>
                  <a:lnTo>
                    <a:pt x="699874" y="1407391"/>
                  </a:lnTo>
                  <a:lnTo>
                    <a:pt x="697007" y="1407391"/>
                  </a:lnTo>
                  <a:lnTo>
                    <a:pt x="695096" y="1409302"/>
                  </a:lnTo>
                  <a:lnTo>
                    <a:pt x="691275" y="1407391"/>
                  </a:lnTo>
                  <a:lnTo>
                    <a:pt x="690319" y="1404047"/>
                  </a:lnTo>
                  <a:lnTo>
                    <a:pt x="693663" y="1399270"/>
                  </a:lnTo>
                  <a:lnTo>
                    <a:pt x="694619" y="1397359"/>
                  </a:lnTo>
                  <a:lnTo>
                    <a:pt x="693663" y="1394970"/>
                  </a:lnTo>
                  <a:lnTo>
                    <a:pt x="694619" y="1392104"/>
                  </a:lnTo>
                  <a:lnTo>
                    <a:pt x="700829" y="1382549"/>
                  </a:lnTo>
                  <a:lnTo>
                    <a:pt x="704651" y="1377294"/>
                  </a:lnTo>
                  <a:lnTo>
                    <a:pt x="704651" y="1376816"/>
                  </a:lnTo>
                  <a:lnTo>
                    <a:pt x="698918" y="1375383"/>
                  </a:lnTo>
                  <a:lnTo>
                    <a:pt x="694141" y="1373950"/>
                  </a:lnTo>
                  <a:lnTo>
                    <a:pt x="689364" y="1372995"/>
                  </a:lnTo>
                  <a:lnTo>
                    <a:pt x="687453" y="1373950"/>
                  </a:lnTo>
                  <a:lnTo>
                    <a:pt x="690797" y="1376816"/>
                  </a:lnTo>
                  <a:lnTo>
                    <a:pt x="695096" y="1379205"/>
                  </a:lnTo>
                  <a:lnTo>
                    <a:pt x="693186" y="1382071"/>
                  </a:lnTo>
                  <a:lnTo>
                    <a:pt x="691275" y="1384938"/>
                  </a:lnTo>
                  <a:lnTo>
                    <a:pt x="688886" y="1392581"/>
                  </a:lnTo>
                  <a:lnTo>
                    <a:pt x="687453" y="1395448"/>
                  </a:lnTo>
                  <a:lnTo>
                    <a:pt x="682675" y="1392104"/>
                  </a:lnTo>
                  <a:lnTo>
                    <a:pt x="680287" y="1390670"/>
                  </a:lnTo>
                  <a:lnTo>
                    <a:pt x="681720" y="1394492"/>
                  </a:lnTo>
                  <a:lnTo>
                    <a:pt x="686020" y="1398314"/>
                  </a:lnTo>
                  <a:lnTo>
                    <a:pt x="686497" y="1399747"/>
                  </a:lnTo>
                  <a:lnTo>
                    <a:pt x="686497" y="1404047"/>
                  </a:lnTo>
                  <a:lnTo>
                    <a:pt x="677898" y="1407869"/>
                  </a:lnTo>
                  <a:lnTo>
                    <a:pt x="668821" y="1408346"/>
                  </a:lnTo>
                  <a:lnTo>
                    <a:pt x="662611" y="1409302"/>
                  </a:lnTo>
                  <a:lnTo>
                    <a:pt x="651623" y="1410735"/>
                  </a:lnTo>
                  <a:lnTo>
                    <a:pt x="647323" y="1410735"/>
                  </a:lnTo>
                  <a:lnTo>
                    <a:pt x="646846" y="1412168"/>
                  </a:lnTo>
                  <a:lnTo>
                    <a:pt x="657356" y="1418857"/>
                  </a:lnTo>
                  <a:lnTo>
                    <a:pt x="659267" y="1420290"/>
                  </a:lnTo>
                  <a:lnTo>
                    <a:pt x="657834" y="1422678"/>
                  </a:lnTo>
                  <a:lnTo>
                    <a:pt x="655445" y="1424111"/>
                  </a:lnTo>
                  <a:lnTo>
                    <a:pt x="652101" y="1428889"/>
                  </a:lnTo>
                  <a:lnTo>
                    <a:pt x="650190" y="1430800"/>
                  </a:lnTo>
                  <a:lnTo>
                    <a:pt x="645890" y="1432711"/>
                  </a:lnTo>
                  <a:lnTo>
                    <a:pt x="637291" y="1430322"/>
                  </a:lnTo>
                  <a:lnTo>
                    <a:pt x="633469" y="1431277"/>
                  </a:lnTo>
                  <a:lnTo>
                    <a:pt x="629170" y="1430800"/>
                  </a:lnTo>
                  <a:lnTo>
                    <a:pt x="629170" y="1433666"/>
                  </a:lnTo>
                  <a:lnTo>
                    <a:pt x="630125" y="1435577"/>
                  </a:lnTo>
                  <a:lnTo>
                    <a:pt x="631558" y="1440354"/>
                  </a:lnTo>
                  <a:lnTo>
                    <a:pt x="634425" y="1440354"/>
                  </a:lnTo>
                  <a:lnTo>
                    <a:pt x="637769" y="1438443"/>
                  </a:lnTo>
                  <a:lnTo>
                    <a:pt x="640635" y="1442265"/>
                  </a:lnTo>
                  <a:lnTo>
                    <a:pt x="642068" y="1448953"/>
                  </a:lnTo>
                  <a:lnTo>
                    <a:pt x="645413" y="1452298"/>
                  </a:lnTo>
                  <a:lnTo>
                    <a:pt x="646368" y="1454686"/>
                  </a:lnTo>
                  <a:lnTo>
                    <a:pt x="647323" y="1457075"/>
                  </a:lnTo>
                  <a:lnTo>
                    <a:pt x="645413" y="1459464"/>
                  </a:lnTo>
                  <a:lnTo>
                    <a:pt x="641113" y="1462808"/>
                  </a:lnTo>
                  <a:lnTo>
                    <a:pt x="636813" y="1463285"/>
                  </a:lnTo>
                  <a:lnTo>
                    <a:pt x="637291" y="1466152"/>
                  </a:lnTo>
                  <a:lnTo>
                    <a:pt x="635380" y="1468063"/>
                  </a:lnTo>
                  <a:lnTo>
                    <a:pt x="631081" y="1467585"/>
                  </a:lnTo>
                  <a:lnTo>
                    <a:pt x="629170" y="1466152"/>
                  </a:lnTo>
                  <a:lnTo>
                    <a:pt x="627259" y="1465674"/>
                  </a:lnTo>
                  <a:lnTo>
                    <a:pt x="619615" y="1464718"/>
                  </a:lnTo>
                  <a:lnTo>
                    <a:pt x="627259" y="1469974"/>
                  </a:lnTo>
                  <a:lnTo>
                    <a:pt x="630125" y="1472362"/>
                  </a:lnTo>
                  <a:lnTo>
                    <a:pt x="631558" y="1470929"/>
                  </a:lnTo>
                  <a:lnTo>
                    <a:pt x="634425" y="1470451"/>
                  </a:lnTo>
                  <a:lnTo>
                    <a:pt x="638724" y="1471884"/>
                  </a:lnTo>
                  <a:lnTo>
                    <a:pt x="637769" y="1480006"/>
                  </a:lnTo>
                  <a:lnTo>
                    <a:pt x="639680" y="1487172"/>
                  </a:lnTo>
                  <a:lnTo>
                    <a:pt x="639680" y="1488605"/>
                  </a:lnTo>
                  <a:lnTo>
                    <a:pt x="635380" y="1492427"/>
                  </a:lnTo>
                  <a:lnTo>
                    <a:pt x="635380" y="1496249"/>
                  </a:lnTo>
                  <a:lnTo>
                    <a:pt x="632992" y="1497204"/>
                  </a:lnTo>
                  <a:lnTo>
                    <a:pt x="630125" y="1497204"/>
                  </a:lnTo>
                  <a:lnTo>
                    <a:pt x="629647" y="1501026"/>
                  </a:lnTo>
                  <a:lnTo>
                    <a:pt x="627737" y="1503892"/>
                  </a:lnTo>
                  <a:lnTo>
                    <a:pt x="628214" y="1505325"/>
                  </a:lnTo>
                  <a:lnTo>
                    <a:pt x="628692" y="1506759"/>
                  </a:lnTo>
                  <a:lnTo>
                    <a:pt x="627259" y="1509625"/>
                  </a:lnTo>
                  <a:lnTo>
                    <a:pt x="625348" y="1512491"/>
                  </a:lnTo>
                  <a:lnTo>
                    <a:pt x="623437" y="1515358"/>
                  </a:lnTo>
                  <a:lnTo>
                    <a:pt x="622004" y="1515358"/>
                  </a:lnTo>
                  <a:lnTo>
                    <a:pt x="618660" y="1515358"/>
                  </a:lnTo>
                  <a:lnTo>
                    <a:pt x="614360" y="1514880"/>
                  </a:lnTo>
                  <a:lnTo>
                    <a:pt x="610538" y="1511536"/>
                  </a:lnTo>
                  <a:lnTo>
                    <a:pt x="609105" y="1510103"/>
                  </a:lnTo>
                  <a:lnTo>
                    <a:pt x="607672" y="1509625"/>
                  </a:lnTo>
                  <a:lnTo>
                    <a:pt x="608150" y="1512014"/>
                  </a:lnTo>
                  <a:lnTo>
                    <a:pt x="609105" y="1512969"/>
                  </a:lnTo>
                  <a:lnTo>
                    <a:pt x="612449" y="1515836"/>
                  </a:lnTo>
                  <a:lnTo>
                    <a:pt x="618182" y="1519180"/>
                  </a:lnTo>
                  <a:lnTo>
                    <a:pt x="618182" y="1521091"/>
                  </a:lnTo>
                  <a:lnTo>
                    <a:pt x="616749" y="1522046"/>
                  </a:lnTo>
                  <a:lnTo>
                    <a:pt x="612927" y="1528257"/>
                  </a:lnTo>
                  <a:lnTo>
                    <a:pt x="611494" y="1528257"/>
                  </a:lnTo>
                  <a:lnTo>
                    <a:pt x="610061" y="1530167"/>
                  </a:lnTo>
                  <a:lnTo>
                    <a:pt x="604806" y="1529690"/>
                  </a:lnTo>
                  <a:lnTo>
                    <a:pt x="602895" y="1528734"/>
                  </a:lnTo>
                  <a:lnTo>
                    <a:pt x="596206" y="1529212"/>
                  </a:lnTo>
                  <a:lnTo>
                    <a:pt x="594296" y="1528734"/>
                  </a:lnTo>
                  <a:lnTo>
                    <a:pt x="592385" y="1529212"/>
                  </a:lnTo>
                  <a:lnTo>
                    <a:pt x="594296" y="1530645"/>
                  </a:lnTo>
                  <a:lnTo>
                    <a:pt x="597640" y="1532078"/>
                  </a:lnTo>
                  <a:lnTo>
                    <a:pt x="601939" y="1533989"/>
                  </a:lnTo>
                  <a:lnTo>
                    <a:pt x="608150" y="1534945"/>
                  </a:lnTo>
                  <a:lnTo>
                    <a:pt x="607672" y="1537333"/>
                  </a:lnTo>
                  <a:lnTo>
                    <a:pt x="606239" y="1539244"/>
                  </a:lnTo>
                  <a:lnTo>
                    <a:pt x="607194" y="1541633"/>
                  </a:lnTo>
                  <a:lnTo>
                    <a:pt x="606239" y="1543544"/>
                  </a:lnTo>
                  <a:lnTo>
                    <a:pt x="606239" y="1545933"/>
                  </a:lnTo>
                  <a:lnTo>
                    <a:pt x="604806" y="1551188"/>
                  </a:lnTo>
                  <a:lnTo>
                    <a:pt x="606239" y="1555009"/>
                  </a:lnTo>
                  <a:lnTo>
                    <a:pt x="608150" y="1556920"/>
                  </a:lnTo>
                  <a:lnTo>
                    <a:pt x="608150" y="1558831"/>
                  </a:lnTo>
                  <a:lnTo>
                    <a:pt x="609105" y="1562653"/>
                  </a:lnTo>
                  <a:lnTo>
                    <a:pt x="606239" y="1565997"/>
                  </a:lnTo>
                  <a:lnTo>
                    <a:pt x="603850" y="1565997"/>
                  </a:lnTo>
                  <a:lnTo>
                    <a:pt x="600506" y="1566475"/>
                  </a:lnTo>
                  <a:lnTo>
                    <a:pt x="599550" y="1567908"/>
                  </a:lnTo>
                  <a:lnTo>
                    <a:pt x="604806" y="1569341"/>
                  </a:lnTo>
                  <a:lnTo>
                    <a:pt x="604328" y="1571730"/>
                  </a:lnTo>
                  <a:lnTo>
                    <a:pt x="602895" y="1575074"/>
                  </a:lnTo>
                  <a:lnTo>
                    <a:pt x="601461" y="1581762"/>
                  </a:lnTo>
                  <a:lnTo>
                    <a:pt x="598117" y="1592750"/>
                  </a:lnTo>
                  <a:lnTo>
                    <a:pt x="596684" y="1604216"/>
                  </a:lnTo>
                  <a:lnTo>
                    <a:pt x="590474" y="1612815"/>
                  </a:lnTo>
                  <a:lnTo>
                    <a:pt x="588085" y="1613292"/>
                  </a:lnTo>
                  <a:lnTo>
                    <a:pt x="587607" y="1613770"/>
                  </a:lnTo>
                  <a:lnTo>
                    <a:pt x="584263" y="1613292"/>
                  </a:lnTo>
                  <a:lnTo>
                    <a:pt x="579486" y="1610904"/>
                  </a:lnTo>
                  <a:lnTo>
                    <a:pt x="575664" y="1610426"/>
                  </a:lnTo>
                  <a:lnTo>
                    <a:pt x="572798" y="1610426"/>
                  </a:lnTo>
                  <a:lnTo>
                    <a:pt x="572798" y="1611381"/>
                  </a:lnTo>
                  <a:lnTo>
                    <a:pt x="574708" y="1613292"/>
                  </a:lnTo>
                  <a:lnTo>
                    <a:pt x="578053" y="1613770"/>
                  </a:lnTo>
                  <a:lnTo>
                    <a:pt x="580919" y="1614726"/>
                  </a:lnTo>
                  <a:lnTo>
                    <a:pt x="585219" y="1616159"/>
                  </a:lnTo>
                  <a:lnTo>
                    <a:pt x="587130" y="1618070"/>
                  </a:lnTo>
                  <a:lnTo>
                    <a:pt x="588085" y="1619981"/>
                  </a:lnTo>
                  <a:lnTo>
                    <a:pt x="588085" y="1621414"/>
                  </a:lnTo>
                  <a:lnTo>
                    <a:pt x="588085" y="1622369"/>
                  </a:lnTo>
                  <a:lnTo>
                    <a:pt x="589040" y="1630013"/>
                  </a:lnTo>
                  <a:lnTo>
                    <a:pt x="586652" y="1632402"/>
                  </a:lnTo>
                  <a:lnTo>
                    <a:pt x="584741" y="1634790"/>
                  </a:lnTo>
                  <a:lnTo>
                    <a:pt x="579008" y="1634312"/>
                  </a:lnTo>
                  <a:lnTo>
                    <a:pt x="578053" y="1633835"/>
                  </a:lnTo>
                  <a:lnTo>
                    <a:pt x="572320" y="1631446"/>
                  </a:lnTo>
                  <a:lnTo>
                    <a:pt x="572798" y="1632402"/>
                  </a:lnTo>
                  <a:lnTo>
                    <a:pt x="576620" y="1635746"/>
                  </a:lnTo>
                  <a:lnTo>
                    <a:pt x="578053" y="1637179"/>
                  </a:lnTo>
                  <a:lnTo>
                    <a:pt x="577097" y="1637657"/>
                  </a:lnTo>
                  <a:lnTo>
                    <a:pt x="575664" y="1637657"/>
                  </a:lnTo>
                  <a:lnTo>
                    <a:pt x="573275" y="1639090"/>
                  </a:lnTo>
                  <a:lnTo>
                    <a:pt x="568976" y="1638134"/>
                  </a:lnTo>
                  <a:lnTo>
                    <a:pt x="569454" y="1636701"/>
                  </a:lnTo>
                  <a:lnTo>
                    <a:pt x="570409" y="1634790"/>
                  </a:lnTo>
                  <a:lnTo>
                    <a:pt x="568498" y="1635268"/>
                  </a:lnTo>
                  <a:lnTo>
                    <a:pt x="566109" y="1636223"/>
                  </a:lnTo>
                  <a:lnTo>
                    <a:pt x="564676" y="1635746"/>
                  </a:lnTo>
                  <a:lnTo>
                    <a:pt x="563721" y="1635746"/>
                  </a:lnTo>
                  <a:lnTo>
                    <a:pt x="563243" y="1634790"/>
                  </a:lnTo>
                  <a:lnTo>
                    <a:pt x="562288" y="1631446"/>
                  </a:lnTo>
                  <a:lnTo>
                    <a:pt x="563243" y="1630013"/>
                  </a:lnTo>
                  <a:lnTo>
                    <a:pt x="567065" y="1625713"/>
                  </a:lnTo>
                  <a:lnTo>
                    <a:pt x="568020" y="1623325"/>
                  </a:lnTo>
                  <a:lnTo>
                    <a:pt x="567065" y="1622369"/>
                  </a:lnTo>
                  <a:lnTo>
                    <a:pt x="564676" y="1624758"/>
                  </a:lnTo>
                  <a:lnTo>
                    <a:pt x="561810" y="1628580"/>
                  </a:lnTo>
                  <a:lnTo>
                    <a:pt x="560854" y="1630968"/>
                  </a:lnTo>
                  <a:lnTo>
                    <a:pt x="559421" y="1631446"/>
                  </a:lnTo>
                  <a:lnTo>
                    <a:pt x="555122" y="1630491"/>
                  </a:lnTo>
                  <a:lnTo>
                    <a:pt x="544134" y="1624758"/>
                  </a:lnTo>
                  <a:lnTo>
                    <a:pt x="544612" y="1621414"/>
                  </a:lnTo>
                  <a:lnTo>
                    <a:pt x="544134" y="1618547"/>
                  </a:lnTo>
                  <a:lnTo>
                    <a:pt x="547478" y="1618070"/>
                  </a:lnTo>
                  <a:lnTo>
                    <a:pt x="549867" y="1617114"/>
                  </a:lnTo>
                  <a:lnTo>
                    <a:pt x="552255" y="1615681"/>
                  </a:lnTo>
                  <a:lnTo>
                    <a:pt x="554644" y="1612815"/>
                  </a:lnTo>
                  <a:lnTo>
                    <a:pt x="556555" y="1608037"/>
                  </a:lnTo>
                  <a:lnTo>
                    <a:pt x="556555" y="1607560"/>
                  </a:lnTo>
                  <a:lnTo>
                    <a:pt x="549867" y="1613770"/>
                  </a:lnTo>
                  <a:lnTo>
                    <a:pt x="546045" y="1615681"/>
                  </a:lnTo>
                  <a:lnTo>
                    <a:pt x="544134" y="1616159"/>
                  </a:lnTo>
                  <a:lnTo>
                    <a:pt x="543178" y="1615203"/>
                  </a:lnTo>
                  <a:lnTo>
                    <a:pt x="539834" y="1613292"/>
                  </a:lnTo>
                  <a:lnTo>
                    <a:pt x="537924" y="1612337"/>
                  </a:lnTo>
                  <a:lnTo>
                    <a:pt x="533146" y="1610904"/>
                  </a:lnTo>
                  <a:lnTo>
                    <a:pt x="532191" y="1610426"/>
                  </a:lnTo>
                  <a:lnTo>
                    <a:pt x="530758" y="1609471"/>
                  </a:lnTo>
                  <a:lnTo>
                    <a:pt x="528847" y="1603738"/>
                  </a:lnTo>
                  <a:lnTo>
                    <a:pt x="531235" y="1596572"/>
                  </a:lnTo>
                  <a:lnTo>
                    <a:pt x="533146" y="1594183"/>
                  </a:lnTo>
                  <a:lnTo>
                    <a:pt x="534101" y="1591795"/>
                  </a:lnTo>
                  <a:lnTo>
                    <a:pt x="534579" y="1588451"/>
                  </a:lnTo>
                  <a:lnTo>
                    <a:pt x="534579" y="1587017"/>
                  </a:lnTo>
                  <a:lnTo>
                    <a:pt x="532668" y="1587495"/>
                  </a:lnTo>
                  <a:lnTo>
                    <a:pt x="532191" y="1588928"/>
                  </a:lnTo>
                  <a:lnTo>
                    <a:pt x="532191" y="1590361"/>
                  </a:lnTo>
                  <a:lnTo>
                    <a:pt x="531713" y="1591795"/>
                  </a:lnTo>
                  <a:lnTo>
                    <a:pt x="525980" y="1594661"/>
                  </a:lnTo>
                  <a:lnTo>
                    <a:pt x="520247" y="1596572"/>
                  </a:lnTo>
                  <a:lnTo>
                    <a:pt x="517381" y="1598960"/>
                  </a:lnTo>
                  <a:lnTo>
                    <a:pt x="515948" y="1600394"/>
                  </a:lnTo>
                  <a:lnTo>
                    <a:pt x="514515" y="1602305"/>
                  </a:lnTo>
                  <a:lnTo>
                    <a:pt x="512604" y="1601827"/>
                  </a:lnTo>
                  <a:lnTo>
                    <a:pt x="509260" y="1602305"/>
                  </a:lnTo>
                  <a:lnTo>
                    <a:pt x="507349" y="1603260"/>
                  </a:lnTo>
                  <a:lnTo>
                    <a:pt x="504482" y="1602782"/>
                  </a:lnTo>
                  <a:lnTo>
                    <a:pt x="502571" y="1601349"/>
                  </a:lnTo>
                  <a:lnTo>
                    <a:pt x="500660" y="1600871"/>
                  </a:lnTo>
                  <a:lnTo>
                    <a:pt x="497794" y="1601827"/>
                  </a:lnTo>
                  <a:lnTo>
                    <a:pt x="496361" y="1601827"/>
                  </a:lnTo>
                  <a:lnTo>
                    <a:pt x="496361" y="1602782"/>
                  </a:lnTo>
                  <a:lnTo>
                    <a:pt x="497317" y="1605649"/>
                  </a:lnTo>
                  <a:lnTo>
                    <a:pt x="495405" y="1605649"/>
                  </a:lnTo>
                  <a:lnTo>
                    <a:pt x="492061" y="1605649"/>
                  </a:lnTo>
                  <a:lnTo>
                    <a:pt x="490151" y="1604693"/>
                  </a:lnTo>
                  <a:lnTo>
                    <a:pt x="488717" y="1603738"/>
                  </a:lnTo>
                  <a:lnTo>
                    <a:pt x="487284" y="1602305"/>
                  </a:lnTo>
                  <a:lnTo>
                    <a:pt x="488240" y="1600871"/>
                  </a:lnTo>
                  <a:lnTo>
                    <a:pt x="493972" y="1597527"/>
                  </a:lnTo>
                  <a:lnTo>
                    <a:pt x="496839" y="1595616"/>
                  </a:lnTo>
                  <a:lnTo>
                    <a:pt x="494928" y="1594661"/>
                  </a:lnTo>
                  <a:lnTo>
                    <a:pt x="489195" y="1595139"/>
                  </a:lnTo>
                  <a:lnTo>
                    <a:pt x="488240" y="1594661"/>
                  </a:lnTo>
                  <a:lnTo>
                    <a:pt x="484418" y="1595139"/>
                  </a:lnTo>
                  <a:lnTo>
                    <a:pt x="484418" y="1590361"/>
                  </a:lnTo>
                  <a:lnTo>
                    <a:pt x="483462" y="1588928"/>
                  </a:lnTo>
                  <a:lnTo>
                    <a:pt x="483462" y="1588451"/>
                  </a:lnTo>
                  <a:lnTo>
                    <a:pt x="482507" y="1587017"/>
                  </a:lnTo>
                  <a:lnTo>
                    <a:pt x="481074" y="1586540"/>
                  </a:lnTo>
                  <a:lnTo>
                    <a:pt x="480118" y="1586062"/>
                  </a:lnTo>
                  <a:lnTo>
                    <a:pt x="473908" y="1584629"/>
                  </a:lnTo>
                  <a:lnTo>
                    <a:pt x="472952" y="1582240"/>
                  </a:lnTo>
                  <a:lnTo>
                    <a:pt x="472475" y="1579374"/>
                  </a:lnTo>
                  <a:lnTo>
                    <a:pt x="471519" y="1575552"/>
                  </a:lnTo>
                  <a:lnTo>
                    <a:pt x="468175" y="1574596"/>
                  </a:lnTo>
                  <a:lnTo>
                    <a:pt x="466742" y="1573163"/>
                  </a:lnTo>
                  <a:lnTo>
                    <a:pt x="467697" y="1571252"/>
                  </a:lnTo>
                  <a:lnTo>
                    <a:pt x="468653" y="1569341"/>
                  </a:lnTo>
                  <a:lnTo>
                    <a:pt x="467219" y="1568386"/>
                  </a:lnTo>
                  <a:lnTo>
                    <a:pt x="466264" y="1566953"/>
                  </a:lnTo>
                  <a:lnTo>
                    <a:pt x="466264" y="1565997"/>
                  </a:lnTo>
                  <a:lnTo>
                    <a:pt x="465309" y="1563609"/>
                  </a:lnTo>
                  <a:lnTo>
                    <a:pt x="464831" y="1561220"/>
                  </a:lnTo>
                  <a:lnTo>
                    <a:pt x="466264" y="1559787"/>
                  </a:lnTo>
                  <a:lnTo>
                    <a:pt x="469608" y="1557398"/>
                  </a:lnTo>
                  <a:lnTo>
                    <a:pt x="471041" y="1556443"/>
                  </a:lnTo>
                  <a:lnTo>
                    <a:pt x="471519" y="1555487"/>
                  </a:lnTo>
                  <a:lnTo>
                    <a:pt x="475819" y="1554054"/>
                  </a:lnTo>
                  <a:lnTo>
                    <a:pt x="471997" y="1553098"/>
                  </a:lnTo>
                  <a:lnTo>
                    <a:pt x="470086" y="1552621"/>
                  </a:lnTo>
                  <a:lnTo>
                    <a:pt x="468175" y="1553576"/>
                  </a:lnTo>
                  <a:lnTo>
                    <a:pt x="466742" y="1555487"/>
                  </a:lnTo>
                  <a:lnTo>
                    <a:pt x="465309" y="1556920"/>
                  </a:lnTo>
                  <a:lnTo>
                    <a:pt x="460053" y="1557398"/>
                  </a:lnTo>
                  <a:lnTo>
                    <a:pt x="459098" y="1556443"/>
                  </a:lnTo>
                  <a:lnTo>
                    <a:pt x="458620" y="1553576"/>
                  </a:lnTo>
                  <a:lnTo>
                    <a:pt x="459098" y="1551188"/>
                  </a:lnTo>
                  <a:lnTo>
                    <a:pt x="461487" y="1548321"/>
                  </a:lnTo>
                  <a:lnTo>
                    <a:pt x="458620" y="1546410"/>
                  </a:lnTo>
                  <a:lnTo>
                    <a:pt x="456232" y="1545933"/>
                  </a:lnTo>
                  <a:lnTo>
                    <a:pt x="453365" y="1544499"/>
                  </a:lnTo>
                  <a:lnTo>
                    <a:pt x="450977" y="1543066"/>
                  </a:lnTo>
                  <a:lnTo>
                    <a:pt x="449066" y="1541155"/>
                  </a:lnTo>
                  <a:lnTo>
                    <a:pt x="446677" y="1539244"/>
                  </a:lnTo>
                  <a:lnTo>
                    <a:pt x="446199" y="1538767"/>
                  </a:lnTo>
                  <a:lnTo>
                    <a:pt x="446677" y="1536378"/>
                  </a:lnTo>
                  <a:lnTo>
                    <a:pt x="447155" y="1534467"/>
                  </a:lnTo>
                  <a:lnTo>
                    <a:pt x="447633" y="1530645"/>
                  </a:lnTo>
                  <a:lnTo>
                    <a:pt x="446677" y="1528734"/>
                  </a:lnTo>
                  <a:lnTo>
                    <a:pt x="448588" y="1525390"/>
                  </a:lnTo>
                  <a:lnTo>
                    <a:pt x="450977" y="1521568"/>
                  </a:lnTo>
                  <a:lnTo>
                    <a:pt x="456710" y="1515836"/>
                  </a:lnTo>
                  <a:lnTo>
                    <a:pt x="450499" y="1518702"/>
                  </a:lnTo>
                  <a:lnTo>
                    <a:pt x="445722" y="1524912"/>
                  </a:lnTo>
                  <a:lnTo>
                    <a:pt x="444766" y="1524912"/>
                  </a:lnTo>
                  <a:lnTo>
                    <a:pt x="444288" y="1523957"/>
                  </a:lnTo>
                  <a:lnTo>
                    <a:pt x="442378" y="1520135"/>
                  </a:lnTo>
                  <a:lnTo>
                    <a:pt x="440944" y="1519180"/>
                  </a:lnTo>
                  <a:lnTo>
                    <a:pt x="440467" y="1517746"/>
                  </a:lnTo>
                  <a:lnTo>
                    <a:pt x="437600" y="1515836"/>
                  </a:lnTo>
                  <a:lnTo>
                    <a:pt x="436645" y="1514402"/>
                  </a:lnTo>
                  <a:lnTo>
                    <a:pt x="434734" y="1511058"/>
                  </a:lnTo>
                  <a:lnTo>
                    <a:pt x="432345" y="1507714"/>
                  </a:lnTo>
                  <a:lnTo>
                    <a:pt x="429001" y="1500071"/>
                  </a:lnTo>
                  <a:lnTo>
                    <a:pt x="423268" y="1491949"/>
                  </a:lnTo>
                  <a:lnTo>
                    <a:pt x="421835" y="1487172"/>
                  </a:lnTo>
                  <a:lnTo>
                    <a:pt x="423746" y="1480961"/>
                  </a:lnTo>
                  <a:lnTo>
                    <a:pt x="421835" y="1477139"/>
                  </a:lnTo>
                  <a:lnTo>
                    <a:pt x="427090" y="1474751"/>
                  </a:lnTo>
                  <a:lnTo>
                    <a:pt x="434734" y="1472840"/>
                  </a:lnTo>
                  <a:lnTo>
                    <a:pt x="438556" y="1470929"/>
                  </a:lnTo>
                  <a:lnTo>
                    <a:pt x="440944" y="1470451"/>
                  </a:lnTo>
                  <a:lnTo>
                    <a:pt x="445722" y="1469974"/>
                  </a:lnTo>
                  <a:lnTo>
                    <a:pt x="447155" y="1468063"/>
                  </a:lnTo>
                  <a:lnTo>
                    <a:pt x="444766" y="1468540"/>
                  </a:lnTo>
                  <a:lnTo>
                    <a:pt x="442855" y="1468540"/>
                  </a:lnTo>
                  <a:lnTo>
                    <a:pt x="442855" y="1467585"/>
                  </a:lnTo>
                  <a:lnTo>
                    <a:pt x="443333" y="1466152"/>
                  </a:lnTo>
                  <a:lnTo>
                    <a:pt x="443811" y="1464241"/>
                  </a:lnTo>
                  <a:lnTo>
                    <a:pt x="442855" y="1464718"/>
                  </a:lnTo>
                  <a:lnTo>
                    <a:pt x="438078" y="1468063"/>
                  </a:lnTo>
                  <a:lnTo>
                    <a:pt x="431390" y="1470451"/>
                  </a:lnTo>
                  <a:lnTo>
                    <a:pt x="425657" y="1471884"/>
                  </a:lnTo>
                  <a:lnTo>
                    <a:pt x="424702" y="1471884"/>
                  </a:lnTo>
                  <a:lnTo>
                    <a:pt x="422791" y="1472840"/>
                  </a:lnTo>
                  <a:lnTo>
                    <a:pt x="421835" y="1473318"/>
                  </a:lnTo>
                  <a:lnTo>
                    <a:pt x="420880" y="1472840"/>
                  </a:lnTo>
                  <a:lnTo>
                    <a:pt x="418969" y="1470451"/>
                  </a:lnTo>
                  <a:lnTo>
                    <a:pt x="418491" y="1468540"/>
                  </a:lnTo>
                  <a:lnTo>
                    <a:pt x="421835" y="1464241"/>
                  </a:lnTo>
                  <a:lnTo>
                    <a:pt x="424702" y="1457553"/>
                  </a:lnTo>
                  <a:lnTo>
                    <a:pt x="428046" y="1453731"/>
                  </a:lnTo>
                  <a:lnTo>
                    <a:pt x="430434" y="1453253"/>
                  </a:lnTo>
                  <a:lnTo>
                    <a:pt x="434734" y="1453253"/>
                  </a:lnTo>
                  <a:lnTo>
                    <a:pt x="436167" y="1453731"/>
                  </a:lnTo>
                  <a:lnTo>
                    <a:pt x="435689" y="1451342"/>
                  </a:lnTo>
                  <a:lnTo>
                    <a:pt x="435689" y="1449909"/>
                  </a:lnTo>
                  <a:lnTo>
                    <a:pt x="439033" y="1448476"/>
                  </a:lnTo>
                  <a:lnTo>
                    <a:pt x="442855" y="1447998"/>
                  </a:lnTo>
                  <a:lnTo>
                    <a:pt x="445244" y="1448476"/>
                  </a:lnTo>
                  <a:lnTo>
                    <a:pt x="447155" y="1451342"/>
                  </a:lnTo>
                  <a:lnTo>
                    <a:pt x="449544" y="1456597"/>
                  </a:lnTo>
                  <a:lnTo>
                    <a:pt x="452410" y="1458508"/>
                  </a:lnTo>
                  <a:lnTo>
                    <a:pt x="452410" y="1455642"/>
                  </a:lnTo>
                  <a:lnTo>
                    <a:pt x="450499" y="1452775"/>
                  </a:lnTo>
                  <a:lnTo>
                    <a:pt x="450021" y="1447520"/>
                  </a:lnTo>
                  <a:lnTo>
                    <a:pt x="448110" y="1445609"/>
                  </a:lnTo>
                  <a:lnTo>
                    <a:pt x="446677" y="1444176"/>
                  </a:lnTo>
                  <a:lnTo>
                    <a:pt x="442378" y="1445132"/>
                  </a:lnTo>
                  <a:lnTo>
                    <a:pt x="439511" y="1441310"/>
                  </a:lnTo>
                  <a:lnTo>
                    <a:pt x="439033" y="1439877"/>
                  </a:lnTo>
                  <a:lnTo>
                    <a:pt x="439033" y="1437966"/>
                  </a:lnTo>
                  <a:lnTo>
                    <a:pt x="436167" y="1432711"/>
                  </a:lnTo>
                  <a:lnTo>
                    <a:pt x="435689" y="1429844"/>
                  </a:lnTo>
                  <a:lnTo>
                    <a:pt x="434256" y="1426500"/>
                  </a:lnTo>
                  <a:lnTo>
                    <a:pt x="433301" y="1426023"/>
                  </a:lnTo>
                  <a:lnTo>
                    <a:pt x="434256" y="1430800"/>
                  </a:lnTo>
                  <a:lnTo>
                    <a:pt x="435689" y="1433666"/>
                  </a:lnTo>
                  <a:lnTo>
                    <a:pt x="437122" y="1440832"/>
                  </a:lnTo>
                  <a:lnTo>
                    <a:pt x="438078" y="1443698"/>
                  </a:lnTo>
                  <a:lnTo>
                    <a:pt x="437122" y="1445609"/>
                  </a:lnTo>
                  <a:lnTo>
                    <a:pt x="434734" y="1447998"/>
                  </a:lnTo>
                  <a:lnTo>
                    <a:pt x="432823" y="1449431"/>
                  </a:lnTo>
                  <a:lnTo>
                    <a:pt x="428523" y="1450864"/>
                  </a:lnTo>
                  <a:lnTo>
                    <a:pt x="429479" y="1447520"/>
                  </a:lnTo>
                  <a:lnTo>
                    <a:pt x="429957" y="1444176"/>
                  </a:lnTo>
                  <a:lnTo>
                    <a:pt x="427568" y="1445132"/>
                  </a:lnTo>
                  <a:lnTo>
                    <a:pt x="425657" y="1447520"/>
                  </a:lnTo>
                  <a:lnTo>
                    <a:pt x="424702" y="1450864"/>
                  </a:lnTo>
                  <a:lnTo>
                    <a:pt x="423268" y="1454209"/>
                  </a:lnTo>
                  <a:lnTo>
                    <a:pt x="419446" y="1461374"/>
                  </a:lnTo>
                  <a:lnTo>
                    <a:pt x="417536" y="1465674"/>
                  </a:lnTo>
                  <a:lnTo>
                    <a:pt x="416103" y="1467585"/>
                  </a:lnTo>
                  <a:lnTo>
                    <a:pt x="414191" y="1468063"/>
                  </a:lnTo>
                  <a:lnTo>
                    <a:pt x="412758" y="1466630"/>
                  </a:lnTo>
                  <a:lnTo>
                    <a:pt x="411803" y="1462808"/>
                  </a:lnTo>
                  <a:lnTo>
                    <a:pt x="410847" y="1459941"/>
                  </a:lnTo>
                  <a:lnTo>
                    <a:pt x="410847" y="1452298"/>
                  </a:lnTo>
                  <a:lnTo>
                    <a:pt x="410847" y="1448476"/>
                  </a:lnTo>
                  <a:lnTo>
                    <a:pt x="410370" y="1443698"/>
                  </a:lnTo>
                  <a:lnTo>
                    <a:pt x="407981" y="1432233"/>
                  </a:lnTo>
                  <a:lnTo>
                    <a:pt x="407503" y="1428411"/>
                  </a:lnTo>
                  <a:lnTo>
                    <a:pt x="404159" y="1426023"/>
                  </a:lnTo>
                  <a:lnTo>
                    <a:pt x="403681" y="1425545"/>
                  </a:lnTo>
                  <a:lnTo>
                    <a:pt x="402726" y="1423156"/>
                  </a:lnTo>
                  <a:lnTo>
                    <a:pt x="402248" y="1420767"/>
                  </a:lnTo>
                  <a:lnTo>
                    <a:pt x="402726" y="1419812"/>
                  </a:lnTo>
                  <a:lnTo>
                    <a:pt x="403681" y="1419334"/>
                  </a:lnTo>
                  <a:lnTo>
                    <a:pt x="409414" y="1415512"/>
                  </a:lnTo>
                  <a:lnTo>
                    <a:pt x="413236" y="1411691"/>
                  </a:lnTo>
                  <a:lnTo>
                    <a:pt x="418491" y="1405480"/>
                  </a:lnTo>
                  <a:lnTo>
                    <a:pt x="420402" y="1403569"/>
                  </a:lnTo>
                  <a:lnTo>
                    <a:pt x="427568" y="1402136"/>
                  </a:lnTo>
                  <a:lnTo>
                    <a:pt x="430912" y="1402136"/>
                  </a:lnTo>
                  <a:lnTo>
                    <a:pt x="430912" y="1401181"/>
                  </a:lnTo>
                  <a:lnTo>
                    <a:pt x="429957" y="1400703"/>
                  </a:lnTo>
                  <a:lnTo>
                    <a:pt x="424702" y="1400703"/>
                  </a:lnTo>
                  <a:lnTo>
                    <a:pt x="418491" y="1403569"/>
                  </a:lnTo>
                  <a:lnTo>
                    <a:pt x="417058" y="1404047"/>
                  </a:lnTo>
                  <a:lnTo>
                    <a:pt x="414191" y="1407869"/>
                  </a:lnTo>
                  <a:lnTo>
                    <a:pt x="412280" y="1410257"/>
                  </a:lnTo>
                  <a:lnTo>
                    <a:pt x="406070" y="1415035"/>
                  </a:lnTo>
                  <a:lnTo>
                    <a:pt x="401771" y="1415035"/>
                  </a:lnTo>
                  <a:lnTo>
                    <a:pt x="397949" y="1409302"/>
                  </a:lnTo>
                  <a:lnTo>
                    <a:pt x="393171" y="1410257"/>
                  </a:lnTo>
                  <a:lnTo>
                    <a:pt x="389827" y="1409780"/>
                  </a:lnTo>
                  <a:lnTo>
                    <a:pt x="388872" y="1409302"/>
                  </a:lnTo>
                  <a:lnTo>
                    <a:pt x="388394" y="1401181"/>
                  </a:lnTo>
                  <a:lnTo>
                    <a:pt x="390783" y="1392104"/>
                  </a:lnTo>
                  <a:lnTo>
                    <a:pt x="387916" y="1392104"/>
                  </a:lnTo>
                  <a:lnTo>
                    <a:pt x="387439" y="1391626"/>
                  </a:lnTo>
                  <a:lnTo>
                    <a:pt x="386005" y="1389715"/>
                  </a:lnTo>
                  <a:lnTo>
                    <a:pt x="385050" y="1388760"/>
                  </a:lnTo>
                  <a:lnTo>
                    <a:pt x="386005" y="1387804"/>
                  </a:lnTo>
                  <a:lnTo>
                    <a:pt x="392694" y="1383504"/>
                  </a:lnTo>
                  <a:lnTo>
                    <a:pt x="402726" y="1374905"/>
                  </a:lnTo>
                  <a:lnTo>
                    <a:pt x="407026" y="1371561"/>
                  </a:lnTo>
                  <a:lnTo>
                    <a:pt x="409892" y="1369650"/>
                  </a:lnTo>
                  <a:lnTo>
                    <a:pt x="411803" y="1368217"/>
                  </a:lnTo>
                  <a:lnTo>
                    <a:pt x="414191" y="1364395"/>
                  </a:lnTo>
                  <a:lnTo>
                    <a:pt x="415147" y="1362962"/>
                  </a:lnTo>
                  <a:lnTo>
                    <a:pt x="416580" y="1361529"/>
                  </a:lnTo>
                  <a:lnTo>
                    <a:pt x="419446" y="1360096"/>
                  </a:lnTo>
                  <a:lnTo>
                    <a:pt x="422313" y="1357707"/>
                  </a:lnTo>
                  <a:lnTo>
                    <a:pt x="427568" y="1352930"/>
                  </a:lnTo>
                  <a:lnTo>
                    <a:pt x="428046" y="1351019"/>
                  </a:lnTo>
                  <a:lnTo>
                    <a:pt x="427090" y="1350541"/>
                  </a:lnTo>
                  <a:lnTo>
                    <a:pt x="424702" y="1352452"/>
                  </a:lnTo>
                  <a:lnTo>
                    <a:pt x="419924" y="1356752"/>
                  </a:lnTo>
                  <a:lnTo>
                    <a:pt x="416103" y="1359618"/>
                  </a:lnTo>
                  <a:lnTo>
                    <a:pt x="404637" y="1371084"/>
                  </a:lnTo>
                  <a:lnTo>
                    <a:pt x="399382" y="1374905"/>
                  </a:lnTo>
                  <a:lnTo>
                    <a:pt x="396515" y="1377772"/>
                  </a:lnTo>
                  <a:lnTo>
                    <a:pt x="394605" y="1380160"/>
                  </a:lnTo>
                  <a:lnTo>
                    <a:pt x="392216" y="1382071"/>
                  </a:lnTo>
                  <a:lnTo>
                    <a:pt x="389827" y="1383027"/>
                  </a:lnTo>
                  <a:lnTo>
                    <a:pt x="385050" y="1383982"/>
                  </a:lnTo>
                  <a:lnTo>
                    <a:pt x="382184" y="1384938"/>
                  </a:lnTo>
                  <a:lnTo>
                    <a:pt x="380750" y="1383982"/>
                  </a:lnTo>
                  <a:lnTo>
                    <a:pt x="380273" y="1378727"/>
                  </a:lnTo>
                  <a:lnTo>
                    <a:pt x="380750" y="1375383"/>
                  </a:lnTo>
                  <a:lnTo>
                    <a:pt x="380273" y="1372517"/>
                  </a:lnTo>
                  <a:lnTo>
                    <a:pt x="381706" y="1367739"/>
                  </a:lnTo>
                  <a:lnTo>
                    <a:pt x="383617" y="1364873"/>
                  </a:lnTo>
                  <a:lnTo>
                    <a:pt x="384572" y="1362962"/>
                  </a:lnTo>
                  <a:lnTo>
                    <a:pt x="384572" y="1361529"/>
                  </a:lnTo>
                  <a:lnTo>
                    <a:pt x="388394" y="1358185"/>
                  </a:lnTo>
                  <a:lnTo>
                    <a:pt x="390783" y="1356752"/>
                  </a:lnTo>
                  <a:lnTo>
                    <a:pt x="392216" y="1353408"/>
                  </a:lnTo>
                  <a:lnTo>
                    <a:pt x="400815" y="1352452"/>
                  </a:lnTo>
                  <a:lnTo>
                    <a:pt x="403204" y="1352452"/>
                  </a:lnTo>
                  <a:lnTo>
                    <a:pt x="404159" y="1351974"/>
                  </a:lnTo>
                  <a:lnTo>
                    <a:pt x="405115" y="1351019"/>
                  </a:lnTo>
                  <a:lnTo>
                    <a:pt x="404159" y="1350063"/>
                  </a:lnTo>
                  <a:lnTo>
                    <a:pt x="401771" y="1349586"/>
                  </a:lnTo>
                  <a:lnTo>
                    <a:pt x="394605" y="1349586"/>
                  </a:lnTo>
                  <a:lnTo>
                    <a:pt x="388394" y="1349108"/>
                  </a:lnTo>
                  <a:lnTo>
                    <a:pt x="385528" y="1348630"/>
                  </a:lnTo>
                  <a:lnTo>
                    <a:pt x="384095" y="1349108"/>
                  </a:lnTo>
                  <a:lnTo>
                    <a:pt x="381706" y="1348153"/>
                  </a:lnTo>
                  <a:lnTo>
                    <a:pt x="379317" y="1346242"/>
                  </a:lnTo>
                  <a:lnTo>
                    <a:pt x="375496" y="1339076"/>
                  </a:lnTo>
                  <a:lnTo>
                    <a:pt x="376929" y="1329999"/>
                  </a:lnTo>
                  <a:lnTo>
                    <a:pt x="376929" y="1325699"/>
                  </a:lnTo>
                  <a:lnTo>
                    <a:pt x="382184" y="1321877"/>
                  </a:lnTo>
                  <a:lnTo>
                    <a:pt x="384572" y="1320922"/>
                  </a:lnTo>
                  <a:lnTo>
                    <a:pt x="388394" y="1318056"/>
                  </a:lnTo>
                  <a:lnTo>
                    <a:pt x="393649" y="1312801"/>
                  </a:lnTo>
                  <a:lnTo>
                    <a:pt x="399382" y="1309934"/>
                  </a:lnTo>
                  <a:lnTo>
                    <a:pt x="402726" y="1309456"/>
                  </a:lnTo>
                  <a:lnTo>
                    <a:pt x="405115" y="1309934"/>
                  </a:lnTo>
                  <a:lnTo>
                    <a:pt x="414669" y="1314234"/>
                  </a:lnTo>
                  <a:lnTo>
                    <a:pt x="419446" y="1315189"/>
                  </a:lnTo>
                  <a:lnTo>
                    <a:pt x="423746" y="1313756"/>
                  </a:lnTo>
                  <a:lnTo>
                    <a:pt x="429001" y="1315667"/>
                  </a:lnTo>
                  <a:lnTo>
                    <a:pt x="438556" y="1321400"/>
                  </a:lnTo>
                  <a:lnTo>
                    <a:pt x="440467" y="1320444"/>
                  </a:lnTo>
                  <a:lnTo>
                    <a:pt x="439989" y="1319011"/>
                  </a:lnTo>
                  <a:lnTo>
                    <a:pt x="429479" y="1312801"/>
                  </a:lnTo>
                  <a:lnTo>
                    <a:pt x="429479" y="1310890"/>
                  </a:lnTo>
                  <a:lnTo>
                    <a:pt x="431868" y="1310412"/>
                  </a:lnTo>
                  <a:lnTo>
                    <a:pt x="434734" y="1308501"/>
                  </a:lnTo>
                  <a:lnTo>
                    <a:pt x="433301" y="1307068"/>
                  </a:lnTo>
                  <a:lnTo>
                    <a:pt x="426135" y="1308501"/>
                  </a:lnTo>
                  <a:lnTo>
                    <a:pt x="424224" y="1309934"/>
                  </a:lnTo>
                  <a:lnTo>
                    <a:pt x="417536" y="1310412"/>
                  </a:lnTo>
                  <a:lnTo>
                    <a:pt x="413714" y="1309456"/>
                  </a:lnTo>
                  <a:lnTo>
                    <a:pt x="410847" y="1308501"/>
                  </a:lnTo>
                  <a:lnTo>
                    <a:pt x="406070" y="1305635"/>
                  </a:lnTo>
                  <a:lnTo>
                    <a:pt x="401771" y="1306590"/>
                  </a:lnTo>
                  <a:lnTo>
                    <a:pt x="399382" y="1308023"/>
                  </a:lnTo>
                  <a:lnTo>
                    <a:pt x="395082" y="1308979"/>
                  </a:lnTo>
                  <a:lnTo>
                    <a:pt x="393171" y="1309456"/>
                  </a:lnTo>
                  <a:lnTo>
                    <a:pt x="384572" y="1318533"/>
                  </a:lnTo>
                  <a:lnTo>
                    <a:pt x="381228" y="1320444"/>
                  </a:lnTo>
                  <a:lnTo>
                    <a:pt x="378362" y="1319489"/>
                  </a:lnTo>
                  <a:lnTo>
                    <a:pt x="380273" y="1313756"/>
                  </a:lnTo>
                  <a:lnTo>
                    <a:pt x="380750" y="1311845"/>
                  </a:lnTo>
                  <a:lnTo>
                    <a:pt x="380750" y="1309456"/>
                  </a:lnTo>
                  <a:lnTo>
                    <a:pt x="381706" y="1306112"/>
                  </a:lnTo>
                  <a:lnTo>
                    <a:pt x="386005" y="1299424"/>
                  </a:lnTo>
                  <a:lnTo>
                    <a:pt x="388872" y="1292258"/>
                  </a:lnTo>
                  <a:lnTo>
                    <a:pt x="389827" y="1287959"/>
                  </a:lnTo>
                  <a:lnTo>
                    <a:pt x="392216" y="1287481"/>
                  </a:lnTo>
                  <a:lnTo>
                    <a:pt x="395082" y="1287959"/>
                  </a:lnTo>
                  <a:lnTo>
                    <a:pt x="404159" y="1290825"/>
                  </a:lnTo>
                  <a:lnTo>
                    <a:pt x="411803" y="1294169"/>
                  </a:lnTo>
                  <a:lnTo>
                    <a:pt x="417058" y="1295125"/>
                  </a:lnTo>
                  <a:lnTo>
                    <a:pt x="420880" y="1295125"/>
                  </a:lnTo>
                  <a:lnTo>
                    <a:pt x="422313" y="1294169"/>
                  </a:lnTo>
                  <a:lnTo>
                    <a:pt x="423746" y="1292258"/>
                  </a:lnTo>
                  <a:lnTo>
                    <a:pt x="424224" y="1290825"/>
                  </a:lnTo>
                  <a:lnTo>
                    <a:pt x="424224" y="1288436"/>
                  </a:lnTo>
                  <a:lnTo>
                    <a:pt x="424702" y="1287481"/>
                  </a:lnTo>
                  <a:lnTo>
                    <a:pt x="426135" y="1286048"/>
                  </a:lnTo>
                  <a:lnTo>
                    <a:pt x="428523" y="1282226"/>
                  </a:lnTo>
                  <a:lnTo>
                    <a:pt x="429479" y="1278882"/>
                  </a:lnTo>
                  <a:lnTo>
                    <a:pt x="428523" y="1277449"/>
                  </a:lnTo>
                  <a:lnTo>
                    <a:pt x="426612" y="1277449"/>
                  </a:lnTo>
                  <a:lnTo>
                    <a:pt x="423746" y="1278882"/>
                  </a:lnTo>
                  <a:lnTo>
                    <a:pt x="423268" y="1279360"/>
                  </a:lnTo>
                  <a:lnTo>
                    <a:pt x="423268" y="1279837"/>
                  </a:lnTo>
                  <a:lnTo>
                    <a:pt x="419924" y="1284615"/>
                  </a:lnTo>
                  <a:lnTo>
                    <a:pt x="416580" y="1285570"/>
                  </a:lnTo>
                  <a:lnTo>
                    <a:pt x="408937" y="1287003"/>
                  </a:lnTo>
                  <a:lnTo>
                    <a:pt x="405115" y="1287481"/>
                  </a:lnTo>
                  <a:lnTo>
                    <a:pt x="398904" y="1285092"/>
                  </a:lnTo>
                  <a:lnTo>
                    <a:pt x="397949" y="1284137"/>
                  </a:lnTo>
                  <a:lnTo>
                    <a:pt x="397471" y="1282704"/>
                  </a:lnTo>
                  <a:lnTo>
                    <a:pt x="389349" y="1283181"/>
                  </a:lnTo>
                  <a:lnTo>
                    <a:pt x="387439" y="1283659"/>
                  </a:lnTo>
                  <a:lnTo>
                    <a:pt x="385528" y="1283659"/>
                  </a:lnTo>
                  <a:lnTo>
                    <a:pt x="386483" y="1280793"/>
                  </a:lnTo>
                  <a:lnTo>
                    <a:pt x="388872" y="1277926"/>
                  </a:lnTo>
                  <a:lnTo>
                    <a:pt x="392216" y="1267894"/>
                  </a:lnTo>
                  <a:lnTo>
                    <a:pt x="395082" y="1265505"/>
                  </a:lnTo>
                  <a:lnTo>
                    <a:pt x="400815" y="1263117"/>
                  </a:lnTo>
                  <a:lnTo>
                    <a:pt x="407026" y="1263595"/>
                  </a:lnTo>
                  <a:lnTo>
                    <a:pt x="417058" y="1271238"/>
                  </a:lnTo>
                  <a:lnTo>
                    <a:pt x="420402" y="1271716"/>
                  </a:lnTo>
                  <a:lnTo>
                    <a:pt x="423268" y="1271238"/>
                  </a:lnTo>
                  <a:lnTo>
                    <a:pt x="429957" y="1268372"/>
                  </a:lnTo>
                  <a:lnTo>
                    <a:pt x="431390" y="1267416"/>
                  </a:lnTo>
                  <a:lnTo>
                    <a:pt x="433778" y="1264550"/>
                  </a:lnTo>
                  <a:lnTo>
                    <a:pt x="436645" y="1258817"/>
                  </a:lnTo>
                  <a:lnTo>
                    <a:pt x="436645" y="1257384"/>
                  </a:lnTo>
                  <a:lnTo>
                    <a:pt x="431868" y="1260728"/>
                  </a:lnTo>
                  <a:lnTo>
                    <a:pt x="429479" y="1261683"/>
                  </a:lnTo>
                  <a:lnTo>
                    <a:pt x="427568" y="1261683"/>
                  </a:lnTo>
                  <a:lnTo>
                    <a:pt x="429479" y="1251651"/>
                  </a:lnTo>
                  <a:lnTo>
                    <a:pt x="430434" y="1243530"/>
                  </a:lnTo>
                  <a:lnTo>
                    <a:pt x="430912" y="1241619"/>
                  </a:lnTo>
                  <a:lnTo>
                    <a:pt x="436645" y="1242574"/>
                  </a:lnTo>
                  <a:lnTo>
                    <a:pt x="444766" y="1241619"/>
                  </a:lnTo>
                  <a:lnTo>
                    <a:pt x="446677" y="1239708"/>
                  </a:lnTo>
                  <a:lnTo>
                    <a:pt x="446677" y="1238753"/>
                  </a:lnTo>
                  <a:lnTo>
                    <a:pt x="443333" y="1237797"/>
                  </a:lnTo>
                  <a:lnTo>
                    <a:pt x="441900" y="1235886"/>
                  </a:lnTo>
                  <a:lnTo>
                    <a:pt x="439033" y="1236364"/>
                  </a:lnTo>
                  <a:lnTo>
                    <a:pt x="435689" y="1237797"/>
                  </a:lnTo>
                  <a:lnTo>
                    <a:pt x="430912" y="1237797"/>
                  </a:lnTo>
                  <a:lnTo>
                    <a:pt x="431390" y="1234453"/>
                  </a:lnTo>
                  <a:lnTo>
                    <a:pt x="434734" y="1227287"/>
                  </a:lnTo>
                  <a:lnTo>
                    <a:pt x="435212" y="1223943"/>
                  </a:lnTo>
                  <a:lnTo>
                    <a:pt x="436167" y="1217732"/>
                  </a:lnTo>
                  <a:lnTo>
                    <a:pt x="436645" y="1214388"/>
                  </a:lnTo>
                  <a:lnTo>
                    <a:pt x="438078" y="1211044"/>
                  </a:lnTo>
                  <a:lnTo>
                    <a:pt x="443333" y="1208656"/>
                  </a:lnTo>
                  <a:lnTo>
                    <a:pt x="445722" y="1207222"/>
                  </a:lnTo>
                  <a:lnTo>
                    <a:pt x="445722" y="1205789"/>
                  </a:lnTo>
                  <a:lnTo>
                    <a:pt x="442378" y="1200056"/>
                  </a:lnTo>
                  <a:lnTo>
                    <a:pt x="443333" y="1198146"/>
                  </a:lnTo>
                  <a:lnTo>
                    <a:pt x="445722" y="1196712"/>
                  </a:lnTo>
                  <a:lnTo>
                    <a:pt x="446677" y="1195757"/>
                  </a:lnTo>
                  <a:lnTo>
                    <a:pt x="446199" y="1194801"/>
                  </a:lnTo>
                  <a:lnTo>
                    <a:pt x="443811" y="1194324"/>
                  </a:lnTo>
                  <a:lnTo>
                    <a:pt x="440467" y="1195757"/>
                  </a:lnTo>
                  <a:lnTo>
                    <a:pt x="436645" y="1196235"/>
                  </a:lnTo>
                  <a:lnTo>
                    <a:pt x="433301" y="1194324"/>
                  </a:lnTo>
                  <a:lnTo>
                    <a:pt x="430434" y="1193368"/>
                  </a:lnTo>
                  <a:lnTo>
                    <a:pt x="429001" y="1193846"/>
                  </a:lnTo>
                  <a:lnTo>
                    <a:pt x="424224" y="1197190"/>
                  </a:lnTo>
                  <a:lnTo>
                    <a:pt x="422791" y="1197190"/>
                  </a:lnTo>
                  <a:lnTo>
                    <a:pt x="420880" y="1196235"/>
                  </a:lnTo>
                  <a:lnTo>
                    <a:pt x="407981" y="1193368"/>
                  </a:lnTo>
                  <a:lnTo>
                    <a:pt x="406070" y="1192413"/>
                  </a:lnTo>
                  <a:lnTo>
                    <a:pt x="401293" y="1187158"/>
                  </a:lnTo>
                  <a:lnTo>
                    <a:pt x="397471" y="1183814"/>
                  </a:lnTo>
                  <a:lnTo>
                    <a:pt x="392694" y="1180469"/>
                  </a:lnTo>
                  <a:lnTo>
                    <a:pt x="386005" y="1177603"/>
                  </a:lnTo>
                  <a:lnTo>
                    <a:pt x="377884" y="1175692"/>
                  </a:lnTo>
                  <a:lnTo>
                    <a:pt x="372629" y="1173781"/>
                  </a:lnTo>
                  <a:lnTo>
                    <a:pt x="370240" y="1171393"/>
                  </a:lnTo>
                  <a:lnTo>
                    <a:pt x="366419" y="1165660"/>
                  </a:lnTo>
                  <a:lnTo>
                    <a:pt x="363074" y="1160883"/>
                  </a:lnTo>
                  <a:lnTo>
                    <a:pt x="362597" y="1158494"/>
                  </a:lnTo>
                  <a:lnTo>
                    <a:pt x="364508" y="1155628"/>
                  </a:lnTo>
                  <a:lnTo>
                    <a:pt x="366419" y="1153717"/>
                  </a:lnTo>
                  <a:lnTo>
                    <a:pt x="369763" y="1151806"/>
                  </a:lnTo>
                  <a:lnTo>
                    <a:pt x="375973" y="1152283"/>
                  </a:lnTo>
                  <a:lnTo>
                    <a:pt x="379317" y="1153239"/>
                  </a:lnTo>
                  <a:lnTo>
                    <a:pt x="382661" y="1154672"/>
                  </a:lnTo>
                  <a:lnTo>
                    <a:pt x="385528" y="1155150"/>
                  </a:lnTo>
                  <a:lnTo>
                    <a:pt x="391261" y="1154672"/>
                  </a:lnTo>
                  <a:lnTo>
                    <a:pt x="396993" y="1155628"/>
                  </a:lnTo>
                  <a:lnTo>
                    <a:pt x="400337" y="1157061"/>
                  </a:lnTo>
                  <a:lnTo>
                    <a:pt x="404637" y="1159449"/>
                  </a:lnTo>
                  <a:lnTo>
                    <a:pt x="417058" y="1169482"/>
                  </a:lnTo>
                  <a:lnTo>
                    <a:pt x="422313" y="1172826"/>
                  </a:lnTo>
                  <a:lnTo>
                    <a:pt x="424702" y="1173304"/>
                  </a:lnTo>
                  <a:lnTo>
                    <a:pt x="433778" y="1177125"/>
                  </a:lnTo>
                  <a:lnTo>
                    <a:pt x="435212" y="1176648"/>
                  </a:lnTo>
                  <a:lnTo>
                    <a:pt x="439033" y="1175215"/>
                  </a:lnTo>
                  <a:lnTo>
                    <a:pt x="439511" y="1173781"/>
                  </a:lnTo>
                  <a:lnTo>
                    <a:pt x="438078" y="1172826"/>
                  </a:lnTo>
                  <a:lnTo>
                    <a:pt x="433778" y="1171870"/>
                  </a:lnTo>
                  <a:lnTo>
                    <a:pt x="429001" y="1168049"/>
                  </a:lnTo>
                  <a:lnTo>
                    <a:pt x="426135" y="1164704"/>
                  </a:lnTo>
                  <a:lnTo>
                    <a:pt x="426135" y="1159449"/>
                  </a:lnTo>
                  <a:lnTo>
                    <a:pt x="426135" y="1156105"/>
                  </a:lnTo>
                  <a:lnTo>
                    <a:pt x="427090" y="1154672"/>
                  </a:lnTo>
                  <a:lnTo>
                    <a:pt x="427568" y="1149895"/>
                  </a:lnTo>
                  <a:lnTo>
                    <a:pt x="424702" y="1147506"/>
                  </a:lnTo>
                  <a:lnTo>
                    <a:pt x="422791" y="1146551"/>
                  </a:lnTo>
                  <a:lnTo>
                    <a:pt x="417536" y="1142251"/>
                  </a:lnTo>
                  <a:lnTo>
                    <a:pt x="417058" y="1141296"/>
                  </a:lnTo>
                  <a:lnTo>
                    <a:pt x="419924" y="1140818"/>
                  </a:lnTo>
                  <a:lnTo>
                    <a:pt x="422313" y="1141296"/>
                  </a:lnTo>
                  <a:lnTo>
                    <a:pt x="427568" y="1143207"/>
                  </a:lnTo>
                  <a:lnTo>
                    <a:pt x="429957" y="1143684"/>
                  </a:lnTo>
                  <a:lnTo>
                    <a:pt x="431868" y="1142729"/>
                  </a:lnTo>
                  <a:lnTo>
                    <a:pt x="432345" y="1141774"/>
                  </a:lnTo>
                  <a:lnTo>
                    <a:pt x="429001" y="1139385"/>
                  </a:lnTo>
                  <a:lnTo>
                    <a:pt x="425179" y="1135085"/>
                  </a:lnTo>
                  <a:lnTo>
                    <a:pt x="417058" y="1134608"/>
                  </a:lnTo>
                  <a:lnTo>
                    <a:pt x="411803" y="1135085"/>
                  </a:lnTo>
                  <a:lnTo>
                    <a:pt x="407981" y="1133652"/>
                  </a:lnTo>
                  <a:lnTo>
                    <a:pt x="404637" y="1131263"/>
                  </a:lnTo>
                  <a:lnTo>
                    <a:pt x="402248" y="1130786"/>
                  </a:lnTo>
                  <a:lnTo>
                    <a:pt x="397471" y="1132219"/>
                  </a:lnTo>
                  <a:lnTo>
                    <a:pt x="395082" y="1132219"/>
                  </a:lnTo>
                  <a:lnTo>
                    <a:pt x="392694" y="1131741"/>
                  </a:lnTo>
                  <a:lnTo>
                    <a:pt x="390783" y="1124097"/>
                  </a:lnTo>
                  <a:lnTo>
                    <a:pt x="391261" y="1122187"/>
                  </a:lnTo>
                  <a:lnTo>
                    <a:pt x="392694" y="1121231"/>
                  </a:lnTo>
                  <a:lnTo>
                    <a:pt x="394127" y="1118842"/>
                  </a:lnTo>
                  <a:lnTo>
                    <a:pt x="395082" y="1115976"/>
                  </a:lnTo>
                  <a:lnTo>
                    <a:pt x="397949" y="1113587"/>
                  </a:lnTo>
                  <a:lnTo>
                    <a:pt x="413236" y="1107855"/>
                  </a:lnTo>
                  <a:lnTo>
                    <a:pt x="417536" y="1103555"/>
                  </a:lnTo>
                  <a:lnTo>
                    <a:pt x="417058" y="1103077"/>
                  </a:lnTo>
                  <a:lnTo>
                    <a:pt x="414669" y="1104033"/>
                  </a:lnTo>
                  <a:lnTo>
                    <a:pt x="411325" y="1105944"/>
                  </a:lnTo>
                  <a:lnTo>
                    <a:pt x="408937" y="1105944"/>
                  </a:lnTo>
                  <a:lnTo>
                    <a:pt x="399860" y="1103555"/>
                  </a:lnTo>
                  <a:lnTo>
                    <a:pt x="398426" y="1104033"/>
                  </a:lnTo>
                  <a:lnTo>
                    <a:pt x="394605" y="1107855"/>
                  </a:lnTo>
                  <a:lnTo>
                    <a:pt x="389827" y="1111676"/>
                  </a:lnTo>
                  <a:lnTo>
                    <a:pt x="387439" y="1111199"/>
                  </a:lnTo>
                  <a:lnTo>
                    <a:pt x="384095" y="1109288"/>
                  </a:lnTo>
                  <a:lnTo>
                    <a:pt x="383617" y="1107377"/>
                  </a:lnTo>
                  <a:lnTo>
                    <a:pt x="383617" y="1105466"/>
                  </a:lnTo>
                  <a:lnTo>
                    <a:pt x="386961" y="1103077"/>
                  </a:lnTo>
                  <a:lnTo>
                    <a:pt x="387916" y="1101644"/>
                  </a:lnTo>
                  <a:lnTo>
                    <a:pt x="390305" y="1097822"/>
                  </a:lnTo>
                  <a:lnTo>
                    <a:pt x="390305" y="1095911"/>
                  </a:lnTo>
                  <a:lnTo>
                    <a:pt x="386483" y="1096867"/>
                  </a:lnTo>
                  <a:lnTo>
                    <a:pt x="386005" y="1094956"/>
                  </a:lnTo>
                  <a:lnTo>
                    <a:pt x="386005" y="1092090"/>
                  </a:lnTo>
                  <a:lnTo>
                    <a:pt x="385528" y="1088268"/>
                  </a:lnTo>
                  <a:lnTo>
                    <a:pt x="384572" y="1084446"/>
                  </a:lnTo>
                  <a:lnTo>
                    <a:pt x="381706" y="1078713"/>
                  </a:lnTo>
                  <a:lnTo>
                    <a:pt x="380273" y="1077280"/>
                  </a:lnTo>
                  <a:lnTo>
                    <a:pt x="379317" y="1075369"/>
                  </a:lnTo>
                  <a:lnTo>
                    <a:pt x="376929" y="1067248"/>
                  </a:lnTo>
                  <a:lnTo>
                    <a:pt x="377406" y="1065337"/>
                  </a:lnTo>
                  <a:lnTo>
                    <a:pt x="379795" y="1063904"/>
                  </a:lnTo>
                  <a:lnTo>
                    <a:pt x="380273" y="1062948"/>
                  </a:lnTo>
                  <a:lnTo>
                    <a:pt x="375018" y="1064381"/>
                  </a:lnTo>
                  <a:lnTo>
                    <a:pt x="374540" y="1065814"/>
                  </a:lnTo>
                  <a:lnTo>
                    <a:pt x="375496" y="1067725"/>
                  </a:lnTo>
                  <a:lnTo>
                    <a:pt x="375973" y="1070592"/>
                  </a:lnTo>
                  <a:lnTo>
                    <a:pt x="376451" y="1073936"/>
                  </a:lnTo>
                  <a:lnTo>
                    <a:pt x="377406" y="1076802"/>
                  </a:lnTo>
                  <a:lnTo>
                    <a:pt x="378839" y="1080146"/>
                  </a:lnTo>
                  <a:lnTo>
                    <a:pt x="380273" y="1081580"/>
                  </a:lnTo>
                  <a:lnTo>
                    <a:pt x="382661" y="1085879"/>
                  </a:lnTo>
                  <a:lnTo>
                    <a:pt x="383617" y="1090656"/>
                  </a:lnTo>
                  <a:lnTo>
                    <a:pt x="383617" y="1093523"/>
                  </a:lnTo>
                  <a:lnTo>
                    <a:pt x="381706" y="1095911"/>
                  </a:lnTo>
                  <a:lnTo>
                    <a:pt x="378839" y="1098778"/>
                  </a:lnTo>
                  <a:lnTo>
                    <a:pt x="377884" y="1101167"/>
                  </a:lnTo>
                  <a:lnTo>
                    <a:pt x="377406" y="1103555"/>
                  </a:lnTo>
                  <a:lnTo>
                    <a:pt x="375018" y="1105466"/>
                  </a:lnTo>
                  <a:lnTo>
                    <a:pt x="374062" y="1104511"/>
                  </a:lnTo>
                  <a:lnTo>
                    <a:pt x="372629" y="1104511"/>
                  </a:lnTo>
                  <a:lnTo>
                    <a:pt x="374062" y="1108332"/>
                  </a:lnTo>
                  <a:lnTo>
                    <a:pt x="375018" y="1112154"/>
                  </a:lnTo>
                  <a:lnTo>
                    <a:pt x="374062" y="1115976"/>
                  </a:lnTo>
                  <a:lnTo>
                    <a:pt x="371196" y="1118365"/>
                  </a:lnTo>
                  <a:lnTo>
                    <a:pt x="369763" y="1118365"/>
                  </a:lnTo>
                  <a:lnTo>
                    <a:pt x="366896" y="1120276"/>
                  </a:lnTo>
                  <a:lnTo>
                    <a:pt x="359730" y="1121231"/>
                  </a:lnTo>
                  <a:lnTo>
                    <a:pt x="356864" y="1120753"/>
                  </a:lnTo>
                  <a:lnTo>
                    <a:pt x="352087" y="1118842"/>
                  </a:lnTo>
                  <a:lnTo>
                    <a:pt x="346832" y="1117887"/>
                  </a:lnTo>
                  <a:lnTo>
                    <a:pt x="344443" y="1115498"/>
                  </a:lnTo>
                  <a:lnTo>
                    <a:pt x="341577" y="1110721"/>
                  </a:lnTo>
                  <a:lnTo>
                    <a:pt x="340143" y="1106421"/>
                  </a:lnTo>
                  <a:lnTo>
                    <a:pt x="340143" y="1102600"/>
                  </a:lnTo>
                  <a:lnTo>
                    <a:pt x="340621" y="1099733"/>
                  </a:lnTo>
                  <a:lnTo>
                    <a:pt x="342532" y="1098300"/>
                  </a:lnTo>
                  <a:lnTo>
                    <a:pt x="344443" y="1087312"/>
                  </a:lnTo>
                  <a:lnTo>
                    <a:pt x="347309" y="1078235"/>
                  </a:lnTo>
                  <a:lnTo>
                    <a:pt x="353998" y="1068681"/>
                  </a:lnTo>
                  <a:lnTo>
                    <a:pt x="355908" y="1065337"/>
                  </a:lnTo>
                  <a:lnTo>
                    <a:pt x="356386" y="1063426"/>
                  </a:lnTo>
                  <a:lnTo>
                    <a:pt x="356386" y="1061993"/>
                  </a:lnTo>
                  <a:lnTo>
                    <a:pt x="355431" y="1061037"/>
                  </a:lnTo>
                  <a:lnTo>
                    <a:pt x="346832" y="1072980"/>
                  </a:lnTo>
                  <a:lnTo>
                    <a:pt x="341577" y="1073936"/>
                  </a:lnTo>
                  <a:lnTo>
                    <a:pt x="340143" y="1071547"/>
                  </a:lnTo>
                  <a:lnTo>
                    <a:pt x="340621" y="1066770"/>
                  </a:lnTo>
                  <a:lnTo>
                    <a:pt x="341577" y="1065814"/>
                  </a:lnTo>
                  <a:lnTo>
                    <a:pt x="345876" y="1066292"/>
                  </a:lnTo>
                  <a:lnTo>
                    <a:pt x="347309" y="1063426"/>
                  </a:lnTo>
                  <a:lnTo>
                    <a:pt x="344921" y="1059604"/>
                  </a:lnTo>
                  <a:lnTo>
                    <a:pt x="342054" y="1058648"/>
                  </a:lnTo>
                  <a:lnTo>
                    <a:pt x="341577" y="1057693"/>
                  </a:lnTo>
                  <a:lnTo>
                    <a:pt x="344443" y="1054827"/>
                  </a:lnTo>
                  <a:lnTo>
                    <a:pt x="351131" y="1054827"/>
                  </a:lnTo>
                  <a:lnTo>
                    <a:pt x="352564" y="1052916"/>
                  </a:lnTo>
                  <a:lnTo>
                    <a:pt x="354953" y="1050527"/>
                  </a:lnTo>
                  <a:lnTo>
                    <a:pt x="357342" y="1046228"/>
                  </a:lnTo>
                  <a:lnTo>
                    <a:pt x="358297" y="1042406"/>
                  </a:lnTo>
                  <a:lnTo>
                    <a:pt x="358775" y="1039539"/>
                  </a:lnTo>
                  <a:lnTo>
                    <a:pt x="358297" y="1037151"/>
                  </a:lnTo>
                  <a:lnTo>
                    <a:pt x="357819" y="1034762"/>
                  </a:lnTo>
                  <a:lnTo>
                    <a:pt x="358297" y="1031896"/>
                  </a:lnTo>
                  <a:lnTo>
                    <a:pt x="357819" y="1029507"/>
                  </a:lnTo>
                  <a:lnTo>
                    <a:pt x="355908" y="1026163"/>
                  </a:lnTo>
                  <a:lnTo>
                    <a:pt x="352087" y="1023296"/>
                  </a:lnTo>
                  <a:lnTo>
                    <a:pt x="350654" y="1026641"/>
                  </a:lnTo>
                  <a:lnTo>
                    <a:pt x="349220" y="1028074"/>
                  </a:lnTo>
                  <a:lnTo>
                    <a:pt x="347787" y="1028074"/>
                  </a:lnTo>
                  <a:lnTo>
                    <a:pt x="345876" y="1027118"/>
                  </a:lnTo>
                  <a:lnTo>
                    <a:pt x="344443" y="1026163"/>
                  </a:lnTo>
                  <a:lnTo>
                    <a:pt x="342532" y="1025207"/>
                  </a:lnTo>
                  <a:lnTo>
                    <a:pt x="340621" y="1024730"/>
                  </a:lnTo>
                  <a:lnTo>
                    <a:pt x="340143" y="1023774"/>
                  </a:lnTo>
                  <a:lnTo>
                    <a:pt x="339666" y="1020908"/>
                  </a:lnTo>
                  <a:lnTo>
                    <a:pt x="339666" y="1017086"/>
                  </a:lnTo>
                  <a:lnTo>
                    <a:pt x="341577" y="1015175"/>
                  </a:lnTo>
                  <a:lnTo>
                    <a:pt x="344443" y="1014220"/>
                  </a:lnTo>
                  <a:lnTo>
                    <a:pt x="346354" y="1011353"/>
                  </a:lnTo>
                  <a:lnTo>
                    <a:pt x="347309" y="1007531"/>
                  </a:lnTo>
                  <a:lnTo>
                    <a:pt x="347787" y="1003710"/>
                  </a:lnTo>
                  <a:lnTo>
                    <a:pt x="346832" y="998932"/>
                  </a:lnTo>
                  <a:lnTo>
                    <a:pt x="344443" y="995110"/>
                  </a:lnTo>
                  <a:lnTo>
                    <a:pt x="340143" y="998932"/>
                  </a:lnTo>
                  <a:lnTo>
                    <a:pt x="338710" y="999888"/>
                  </a:lnTo>
                  <a:lnTo>
                    <a:pt x="338232" y="997021"/>
                  </a:lnTo>
                  <a:lnTo>
                    <a:pt x="337755" y="995110"/>
                  </a:lnTo>
                  <a:lnTo>
                    <a:pt x="335844" y="992244"/>
                  </a:lnTo>
                  <a:lnTo>
                    <a:pt x="333455" y="990333"/>
                  </a:lnTo>
                  <a:lnTo>
                    <a:pt x="331544" y="988900"/>
                  </a:lnTo>
                  <a:lnTo>
                    <a:pt x="331544" y="986989"/>
                  </a:lnTo>
                  <a:lnTo>
                    <a:pt x="332022" y="984600"/>
                  </a:lnTo>
                  <a:lnTo>
                    <a:pt x="332977" y="981734"/>
                  </a:lnTo>
                  <a:lnTo>
                    <a:pt x="333933" y="976001"/>
                  </a:lnTo>
                  <a:lnTo>
                    <a:pt x="335366" y="976479"/>
                  </a:lnTo>
                  <a:lnTo>
                    <a:pt x="336799" y="976001"/>
                  </a:lnTo>
                  <a:lnTo>
                    <a:pt x="335844" y="971224"/>
                  </a:lnTo>
                  <a:lnTo>
                    <a:pt x="334889" y="966924"/>
                  </a:lnTo>
                  <a:lnTo>
                    <a:pt x="333455" y="964536"/>
                  </a:lnTo>
                  <a:lnTo>
                    <a:pt x="333455" y="963580"/>
                  </a:lnTo>
                  <a:lnTo>
                    <a:pt x="332977" y="962625"/>
                  </a:lnTo>
                  <a:lnTo>
                    <a:pt x="332022" y="959759"/>
                  </a:lnTo>
                  <a:lnTo>
                    <a:pt x="331066" y="957370"/>
                  </a:lnTo>
                  <a:lnTo>
                    <a:pt x="329156" y="951637"/>
                  </a:lnTo>
                  <a:lnTo>
                    <a:pt x="327723" y="949248"/>
                  </a:lnTo>
                  <a:lnTo>
                    <a:pt x="325812" y="948293"/>
                  </a:lnTo>
                  <a:lnTo>
                    <a:pt x="323901" y="947815"/>
                  </a:lnTo>
                  <a:lnTo>
                    <a:pt x="320557" y="949726"/>
                  </a:lnTo>
                  <a:lnTo>
                    <a:pt x="314346" y="951637"/>
                  </a:lnTo>
                  <a:lnTo>
                    <a:pt x="310047" y="952115"/>
                  </a:lnTo>
                  <a:lnTo>
                    <a:pt x="309091" y="951637"/>
                  </a:lnTo>
                  <a:lnTo>
                    <a:pt x="311480" y="949726"/>
                  </a:lnTo>
                  <a:lnTo>
                    <a:pt x="314824" y="947338"/>
                  </a:lnTo>
                  <a:lnTo>
                    <a:pt x="319601" y="945427"/>
                  </a:lnTo>
                  <a:lnTo>
                    <a:pt x="321034" y="941605"/>
                  </a:lnTo>
                  <a:lnTo>
                    <a:pt x="320079" y="938261"/>
                  </a:lnTo>
                  <a:lnTo>
                    <a:pt x="320557" y="934917"/>
                  </a:lnTo>
                  <a:lnTo>
                    <a:pt x="319123" y="931573"/>
                  </a:lnTo>
                  <a:lnTo>
                    <a:pt x="320557" y="929661"/>
                  </a:lnTo>
                  <a:lnTo>
                    <a:pt x="324856" y="927751"/>
                  </a:lnTo>
                  <a:lnTo>
                    <a:pt x="326767" y="927273"/>
                  </a:lnTo>
                  <a:lnTo>
                    <a:pt x="328200" y="924884"/>
                  </a:lnTo>
                  <a:lnTo>
                    <a:pt x="322945" y="918674"/>
                  </a:lnTo>
                  <a:lnTo>
                    <a:pt x="317690" y="914852"/>
                  </a:lnTo>
                  <a:lnTo>
                    <a:pt x="316257" y="913419"/>
                  </a:lnTo>
                  <a:lnTo>
                    <a:pt x="314824" y="910552"/>
                  </a:lnTo>
                  <a:lnTo>
                    <a:pt x="313868" y="906731"/>
                  </a:lnTo>
                  <a:lnTo>
                    <a:pt x="312435" y="903386"/>
                  </a:lnTo>
                  <a:lnTo>
                    <a:pt x="310047" y="899565"/>
                  </a:lnTo>
                  <a:lnTo>
                    <a:pt x="306225" y="895743"/>
                  </a:lnTo>
                  <a:lnTo>
                    <a:pt x="297625" y="889054"/>
                  </a:lnTo>
                  <a:lnTo>
                    <a:pt x="294282" y="884755"/>
                  </a:lnTo>
                  <a:lnTo>
                    <a:pt x="291893" y="877589"/>
                  </a:lnTo>
                  <a:lnTo>
                    <a:pt x="290459" y="874723"/>
                  </a:lnTo>
                  <a:lnTo>
                    <a:pt x="289026" y="872334"/>
                  </a:lnTo>
                  <a:lnTo>
                    <a:pt x="282816" y="867079"/>
                  </a:lnTo>
                  <a:lnTo>
                    <a:pt x="281860" y="864690"/>
                  </a:lnTo>
                  <a:lnTo>
                    <a:pt x="288071" y="858480"/>
                  </a:lnTo>
                  <a:lnTo>
                    <a:pt x="289026" y="856091"/>
                  </a:lnTo>
                  <a:lnTo>
                    <a:pt x="286160" y="847970"/>
                  </a:lnTo>
                  <a:lnTo>
                    <a:pt x="283771" y="842715"/>
                  </a:lnTo>
                  <a:lnTo>
                    <a:pt x="280905" y="840326"/>
                  </a:lnTo>
                  <a:lnTo>
                    <a:pt x="276605" y="839371"/>
                  </a:lnTo>
                  <a:lnTo>
                    <a:pt x="272306" y="836982"/>
                  </a:lnTo>
                  <a:lnTo>
                    <a:pt x="268962" y="832682"/>
                  </a:lnTo>
                  <a:lnTo>
                    <a:pt x="265140" y="829816"/>
                  </a:lnTo>
                  <a:lnTo>
                    <a:pt x="259885" y="826950"/>
                  </a:lnTo>
                  <a:lnTo>
                    <a:pt x="250808" y="819784"/>
                  </a:lnTo>
                  <a:lnTo>
                    <a:pt x="236954" y="812140"/>
                  </a:lnTo>
                  <a:lnTo>
                    <a:pt x="230743" y="807363"/>
                  </a:lnTo>
                  <a:lnTo>
                    <a:pt x="226921" y="805930"/>
                  </a:lnTo>
                  <a:lnTo>
                    <a:pt x="222144" y="805452"/>
                  </a:lnTo>
                  <a:lnTo>
                    <a:pt x="212590" y="801152"/>
                  </a:lnTo>
                  <a:lnTo>
                    <a:pt x="204468" y="799719"/>
                  </a:lnTo>
                  <a:lnTo>
                    <a:pt x="199691" y="800197"/>
                  </a:lnTo>
                  <a:lnTo>
                    <a:pt x="198258" y="799719"/>
                  </a:lnTo>
                  <a:lnTo>
                    <a:pt x="194436" y="794942"/>
                  </a:lnTo>
                  <a:lnTo>
                    <a:pt x="188703" y="792553"/>
                  </a:lnTo>
                  <a:lnTo>
                    <a:pt x="185837" y="793509"/>
                  </a:lnTo>
                  <a:lnTo>
                    <a:pt x="182493" y="798286"/>
                  </a:lnTo>
                  <a:lnTo>
                    <a:pt x="178193" y="803063"/>
                  </a:lnTo>
                  <a:lnTo>
                    <a:pt x="175804" y="803541"/>
                  </a:lnTo>
                  <a:lnTo>
                    <a:pt x="171983" y="799241"/>
                  </a:lnTo>
                  <a:lnTo>
                    <a:pt x="170549" y="796375"/>
                  </a:lnTo>
                  <a:lnTo>
                    <a:pt x="168638" y="795420"/>
                  </a:lnTo>
                  <a:lnTo>
                    <a:pt x="167205" y="796375"/>
                  </a:lnTo>
                  <a:lnTo>
                    <a:pt x="163861" y="800197"/>
                  </a:lnTo>
                  <a:lnTo>
                    <a:pt x="160995" y="803063"/>
                  </a:lnTo>
                  <a:lnTo>
                    <a:pt x="156695" y="806407"/>
                  </a:lnTo>
                  <a:lnTo>
                    <a:pt x="153351" y="807840"/>
                  </a:lnTo>
                  <a:lnTo>
                    <a:pt x="149052" y="808318"/>
                  </a:lnTo>
                  <a:lnTo>
                    <a:pt x="147619" y="809752"/>
                  </a:lnTo>
                  <a:lnTo>
                    <a:pt x="146185" y="809752"/>
                  </a:lnTo>
                  <a:lnTo>
                    <a:pt x="143797" y="808318"/>
                  </a:lnTo>
                  <a:lnTo>
                    <a:pt x="141408" y="806407"/>
                  </a:lnTo>
                  <a:lnTo>
                    <a:pt x="139497" y="803063"/>
                  </a:lnTo>
                  <a:lnTo>
                    <a:pt x="137586" y="801152"/>
                  </a:lnTo>
                  <a:lnTo>
                    <a:pt x="136153" y="801152"/>
                  </a:lnTo>
                  <a:lnTo>
                    <a:pt x="132331" y="802586"/>
                  </a:lnTo>
                  <a:lnTo>
                    <a:pt x="128031" y="807840"/>
                  </a:lnTo>
                  <a:lnTo>
                    <a:pt x="126121" y="808796"/>
                  </a:lnTo>
                  <a:lnTo>
                    <a:pt x="124210" y="808318"/>
                  </a:lnTo>
                  <a:lnTo>
                    <a:pt x="122299" y="806885"/>
                  </a:lnTo>
                  <a:lnTo>
                    <a:pt x="117999" y="803063"/>
                  </a:lnTo>
                  <a:lnTo>
                    <a:pt x="115611" y="803063"/>
                  </a:lnTo>
                  <a:lnTo>
                    <a:pt x="113700" y="804496"/>
                  </a:lnTo>
                  <a:lnTo>
                    <a:pt x="114177" y="807840"/>
                  </a:lnTo>
                  <a:lnTo>
                    <a:pt x="118477" y="815484"/>
                  </a:lnTo>
                  <a:lnTo>
                    <a:pt x="121821" y="821217"/>
                  </a:lnTo>
                  <a:lnTo>
                    <a:pt x="118955" y="821695"/>
                  </a:lnTo>
                  <a:lnTo>
                    <a:pt x="92680" y="814529"/>
                  </a:lnTo>
                  <a:lnTo>
                    <a:pt x="89335" y="812618"/>
                  </a:lnTo>
                  <a:lnTo>
                    <a:pt x="84558" y="807840"/>
                  </a:lnTo>
                  <a:lnTo>
                    <a:pt x="80258" y="805452"/>
                  </a:lnTo>
                  <a:lnTo>
                    <a:pt x="73570" y="798286"/>
                  </a:lnTo>
                  <a:lnTo>
                    <a:pt x="68315" y="793986"/>
                  </a:lnTo>
                  <a:lnTo>
                    <a:pt x="66405" y="791120"/>
                  </a:lnTo>
                  <a:lnTo>
                    <a:pt x="65927" y="789209"/>
                  </a:lnTo>
                  <a:lnTo>
                    <a:pt x="67838" y="786343"/>
                  </a:lnTo>
                  <a:lnTo>
                    <a:pt x="78348" y="776310"/>
                  </a:lnTo>
                  <a:lnTo>
                    <a:pt x="82647" y="774399"/>
                  </a:lnTo>
                  <a:lnTo>
                    <a:pt x="90769" y="772011"/>
                  </a:lnTo>
                  <a:lnTo>
                    <a:pt x="92680" y="770578"/>
                  </a:lnTo>
                  <a:lnTo>
                    <a:pt x="93157" y="769144"/>
                  </a:lnTo>
                  <a:lnTo>
                    <a:pt x="91246" y="767234"/>
                  </a:lnTo>
                  <a:lnTo>
                    <a:pt x="80258" y="768189"/>
                  </a:lnTo>
                  <a:lnTo>
                    <a:pt x="70704" y="766756"/>
                  </a:lnTo>
                  <a:lnTo>
                    <a:pt x="62105" y="762456"/>
                  </a:lnTo>
                  <a:lnTo>
                    <a:pt x="60672" y="761501"/>
                  </a:lnTo>
                  <a:lnTo>
                    <a:pt x="59239" y="759112"/>
                  </a:lnTo>
                  <a:lnTo>
                    <a:pt x="58283" y="755290"/>
                  </a:lnTo>
                  <a:lnTo>
                    <a:pt x="58283" y="751468"/>
                  </a:lnTo>
                  <a:lnTo>
                    <a:pt x="60194" y="747169"/>
                  </a:lnTo>
                  <a:lnTo>
                    <a:pt x="61627" y="743825"/>
                  </a:lnTo>
                  <a:lnTo>
                    <a:pt x="62105" y="742392"/>
                  </a:lnTo>
                  <a:lnTo>
                    <a:pt x="51595" y="753379"/>
                  </a:lnTo>
                  <a:lnTo>
                    <a:pt x="47295" y="756724"/>
                  </a:lnTo>
                  <a:lnTo>
                    <a:pt x="43474" y="755768"/>
                  </a:lnTo>
                  <a:lnTo>
                    <a:pt x="41085" y="753857"/>
                  </a:lnTo>
                  <a:lnTo>
                    <a:pt x="40129" y="751946"/>
                  </a:lnTo>
                  <a:lnTo>
                    <a:pt x="40129" y="749558"/>
                  </a:lnTo>
                  <a:lnTo>
                    <a:pt x="40607" y="748124"/>
                  </a:lnTo>
                  <a:lnTo>
                    <a:pt x="41085" y="747169"/>
                  </a:lnTo>
                  <a:lnTo>
                    <a:pt x="35830" y="742869"/>
                  </a:lnTo>
                  <a:lnTo>
                    <a:pt x="33441" y="739047"/>
                  </a:lnTo>
                  <a:lnTo>
                    <a:pt x="32963" y="735703"/>
                  </a:lnTo>
                  <a:lnTo>
                    <a:pt x="34874" y="731882"/>
                  </a:lnTo>
                  <a:lnTo>
                    <a:pt x="36785" y="729015"/>
                  </a:lnTo>
                  <a:lnTo>
                    <a:pt x="38696" y="727104"/>
                  </a:lnTo>
                  <a:lnTo>
                    <a:pt x="43951" y="725671"/>
                  </a:lnTo>
                  <a:lnTo>
                    <a:pt x="62583" y="722805"/>
                  </a:lnTo>
                  <a:lnTo>
                    <a:pt x="75959" y="725671"/>
                  </a:lnTo>
                  <a:lnTo>
                    <a:pt x="80736" y="716594"/>
                  </a:lnTo>
                  <a:lnTo>
                    <a:pt x="83603" y="713250"/>
                  </a:lnTo>
                  <a:lnTo>
                    <a:pt x="92680" y="710384"/>
                  </a:lnTo>
                  <a:lnTo>
                    <a:pt x="106534" y="709906"/>
                  </a:lnTo>
                  <a:lnTo>
                    <a:pt x="116566" y="711817"/>
                  </a:lnTo>
                  <a:lnTo>
                    <a:pt x="121343" y="713728"/>
                  </a:lnTo>
                  <a:lnTo>
                    <a:pt x="127554" y="718505"/>
                  </a:lnTo>
                  <a:lnTo>
                    <a:pt x="128031" y="717072"/>
                  </a:lnTo>
                  <a:lnTo>
                    <a:pt x="126121" y="712772"/>
                  </a:lnTo>
                  <a:lnTo>
                    <a:pt x="126121" y="709428"/>
                  </a:lnTo>
                  <a:lnTo>
                    <a:pt x="128987" y="702740"/>
                  </a:lnTo>
                  <a:lnTo>
                    <a:pt x="129942" y="698918"/>
                  </a:lnTo>
                  <a:lnTo>
                    <a:pt x="128987" y="694619"/>
                  </a:lnTo>
                  <a:lnTo>
                    <a:pt x="126121" y="690319"/>
                  </a:lnTo>
                  <a:lnTo>
                    <a:pt x="121343" y="685064"/>
                  </a:lnTo>
                  <a:lnTo>
                    <a:pt x="118955" y="684586"/>
                  </a:lnTo>
                  <a:lnTo>
                    <a:pt x="116088" y="686020"/>
                  </a:lnTo>
                  <a:lnTo>
                    <a:pt x="112266" y="688886"/>
                  </a:lnTo>
                  <a:lnTo>
                    <a:pt x="105100" y="696530"/>
                  </a:lnTo>
                  <a:lnTo>
                    <a:pt x="101756" y="698440"/>
                  </a:lnTo>
                  <a:lnTo>
                    <a:pt x="96024" y="698440"/>
                  </a:lnTo>
                  <a:lnTo>
                    <a:pt x="92680" y="697485"/>
                  </a:lnTo>
                  <a:lnTo>
                    <a:pt x="89813" y="696530"/>
                  </a:lnTo>
                  <a:lnTo>
                    <a:pt x="85036" y="692708"/>
                  </a:lnTo>
                  <a:lnTo>
                    <a:pt x="83125" y="691752"/>
                  </a:lnTo>
                  <a:lnTo>
                    <a:pt x="81214" y="693663"/>
                  </a:lnTo>
                  <a:lnTo>
                    <a:pt x="78825" y="697963"/>
                  </a:lnTo>
                  <a:lnTo>
                    <a:pt x="75959" y="700829"/>
                  </a:lnTo>
                  <a:lnTo>
                    <a:pt x="74048" y="702740"/>
                  </a:lnTo>
                  <a:lnTo>
                    <a:pt x="71659" y="703218"/>
                  </a:lnTo>
                  <a:lnTo>
                    <a:pt x="68793" y="703218"/>
                  </a:lnTo>
                  <a:lnTo>
                    <a:pt x="56372" y="696052"/>
                  </a:lnTo>
                  <a:lnTo>
                    <a:pt x="53506" y="693185"/>
                  </a:lnTo>
                  <a:lnTo>
                    <a:pt x="53506" y="688886"/>
                  </a:lnTo>
                  <a:lnTo>
                    <a:pt x="49684" y="684109"/>
                  </a:lnTo>
                  <a:lnTo>
                    <a:pt x="45384" y="683153"/>
                  </a:lnTo>
                  <a:lnTo>
                    <a:pt x="44907" y="681720"/>
                  </a:lnTo>
                  <a:lnTo>
                    <a:pt x="50162" y="675032"/>
                  </a:lnTo>
                  <a:lnTo>
                    <a:pt x="54461" y="672165"/>
                  </a:lnTo>
                  <a:lnTo>
                    <a:pt x="53506" y="671210"/>
                  </a:lnTo>
                  <a:lnTo>
                    <a:pt x="47773" y="671210"/>
                  </a:lnTo>
                  <a:lnTo>
                    <a:pt x="43951" y="674554"/>
                  </a:lnTo>
                  <a:lnTo>
                    <a:pt x="41563" y="675510"/>
                  </a:lnTo>
                  <a:lnTo>
                    <a:pt x="36308" y="675510"/>
                  </a:lnTo>
                  <a:lnTo>
                    <a:pt x="30575" y="673599"/>
                  </a:lnTo>
                  <a:lnTo>
                    <a:pt x="28186" y="672165"/>
                  </a:lnTo>
                  <a:lnTo>
                    <a:pt x="25798" y="668344"/>
                  </a:lnTo>
                  <a:lnTo>
                    <a:pt x="22931" y="665955"/>
                  </a:lnTo>
                  <a:lnTo>
                    <a:pt x="14810" y="663089"/>
                  </a:lnTo>
                  <a:lnTo>
                    <a:pt x="12899" y="661178"/>
                  </a:lnTo>
                  <a:lnTo>
                    <a:pt x="11466" y="658311"/>
                  </a:lnTo>
                  <a:lnTo>
                    <a:pt x="4777" y="649712"/>
                  </a:lnTo>
                  <a:lnTo>
                    <a:pt x="478" y="643979"/>
                  </a:lnTo>
                  <a:lnTo>
                    <a:pt x="0" y="640157"/>
                  </a:lnTo>
                  <a:lnTo>
                    <a:pt x="4777" y="632514"/>
                  </a:lnTo>
                  <a:lnTo>
                    <a:pt x="4777" y="631081"/>
                  </a:lnTo>
                  <a:lnTo>
                    <a:pt x="2867" y="627737"/>
                  </a:lnTo>
                  <a:lnTo>
                    <a:pt x="1911" y="625348"/>
                  </a:lnTo>
                  <a:lnTo>
                    <a:pt x="2867" y="622004"/>
                  </a:lnTo>
                  <a:lnTo>
                    <a:pt x="6688" y="614360"/>
                  </a:lnTo>
                  <a:lnTo>
                    <a:pt x="8121" y="612449"/>
                  </a:lnTo>
                  <a:lnTo>
                    <a:pt x="15765" y="607672"/>
                  </a:lnTo>
                  <a:lnTo>
                    <a:pt x="22931" y="601461"/>
                  </a:lnTo>
                  <a:lnTo>
                    <a:pt x="25798" y="600028"/>
                  </a:lnTo>
                  <a:lnTo>
                    <a:pt x="28186" y="599550"/>
                  </a:lnTo>
                  <a:lnTo>
                    <a:pt x="37741" y="600028"/>
                  </a:lnTo>
                  <a:lnTo>
                    <a:pt x="41085" y="598595"/>
                  </a:lnTo>
                  <a:lnTo>
                    <a:pt x="43474" y="595251"/>
                  </a:lnTo>
                  <a:lnTo>
                    <a:pt x="47773" y="591907"/>
                  </a:lnTo>
                  <a:lnTo>
                    <a:pt x="56372" y="587130"/>
                  </a:lnTo>
                  <a:lnTo>
                    <a:pt x="75959" y="579486"/>
                  </a:lnTo>
                  <a:lnTo>
                    <a:pt x="76915" y="578530"/>
                  </a:lnTo>
                  <a:lnTo>
                    <a:pt x="77392" y="577097"/>
                  </a:lnTo>
                  <a:lnTo>
                    <a:pt x="75481" y="573275"/>
                  </a:lnTo>
                  <a:lnTo>
                    <a:pt x="75004" y="571364"/>
                  </a:lnTo>
                  <a:lnTo>
                    <a:pt x="78825" y="568020"/>
                  </a:lnTo>
                  <a:lnTo>
                    <a:pt x="87902" y="562288"/>
                  </a:lnTo>
                  <a:lnTo>
                    <a:pt x="94113" y="559899"/>
                  </a:lnTo>
                  <a:lnTo>
                    <a:pt x="97935" y="559421"/>
                  </a:lnTo>
                  <a:lnTo>
                    <a:pt x="101279" y="558466"/>
                  </a:lnTo>
                  <a:lnTo>
                    <a:pt x="105578" y="555122"/>
                  </a:lnTo>
                  <a:lnTo>
                    <a:pt x="108445" y="554166"/>
                  </a:lnTo>
                  <a:lnTo>
                    <a:pt x="123732" y="552733"/>
                  </a:lnTo>
                  <a:lnTo>
                    <a:pt x="130420" y="554644"/>
                  </a:lnTo>
                  <a:lnTo>
                    <a:pt x="133764" y="554644"/>
                  </a:lnTo>
                  <a:lnTo>
                    <a:pt x="135675" y="553689"/>
                  </a:lnTo>
                  <a:lnTo>
                    <a:pt x="138542" y="549389"/>
                  </a:lnTo>
                  <a:lnTo>
                    <a:pt x="143797" y="539357"/>
                  </a:lnTo>
                  <a:lnTo>
                    <a:pt x="146663" y="533146"/>
                  </a:lnTo>
                  <a:lnTo>
                    <a:pt x="149052" y="523592"/>
                  </a:lnTo>
                  <a:lnTo>
                    <a:pt x="152873" y="508304"/>
                  </a:lnTo>
                  <a:lnTo>
                    <a:pt x="155262" y="493495"/>
                  </a:lnTo>
                  <a:lnTo>
                    <a:pt x="156695" y="478685"/>
                  </a:lnTo>
                  <a:lnTo>
                    <a:pt x="158129" y="469608"/>
                  </a:lnTo>
                  <a:lnTo>
                    <a:pt x="159084" y="466264"/>
                  </a:lnTo>
                  <a:lnTo>
                    <a:pt x="162428" y="461964"/>
                  </a:lnTo>
                  <a:lnTo>
                    <a:pt x="165772" y="458620"/>
                  </a:lnTo>
                  <a:lnTo>
                    <a:pt x="171505" y="455754"/>
                  </a:lnTo>
                  <a:lnTo>
                    <a:pt x="170549" y="454321"/>
                  </a:lnTo>
                  <a:lnTo>
                    <a:pt x="168161" y="451932"/>
                  </a:lnTo>
                  <a:lnTo>
                    <a:pt x="166250" y="451454"/>
                  </a:lnTo>
                  <a:lnTo>
                    <a:pt x="163861" y="451932"/>
                  </a:lnTo>
                  <a:lnTo>
                    <a:pt x="160039" y="455276"/>
                  </a:lnTo>
                  <a:lnTo>
                    <a:pt x="155262" y="457665"/>
                  </a:lnTo>
                  <a:lnTo>
                    <a:pt x="150485" y="457187"/>
                  </a:lnTo>
                  <a:lnTo>
                    <a:pt x="147141" y="458143"/>
                  </a:lnTo>
                  <a:lnTo>
                    <a:pt x="144274" y="461009"/>
                  </a:lnTo>
                  <a:lnTo>
                    <a:pt x="139019" y="463875"/>
                  </a:lnTo>
                  <a:lnTo>
                    <a:pt x="135675" y="463398"/>
                  </a:lnTo>
                  <a:lnTo>
                    <a:pt x="129465" y="458620"/>
                  </a:lnTo>
                  <a:lnTo>
                    <a:pt x="126121" y="457665"/>
                  </a:lnTo>
                  <a:lnTo>
                    <a:pt x="118477" y="458143"/>
                  </a:lnTo>
                  <a:lnTo>
                    <a:pt x="116088" y="456709"/>
                  </a:lnTo>
                  <a:lnTo>
                    <a:pt x="114177" y="453365"/>
                  </a:lnTo>
                  <a:lnTo>
                    <a:pt x="112744" y="448588"/>
                  </a:lnTo>
                  <a:lnTo>
                    <a:pt x="111311" y="442855"/>
                  </a:lnTo>
                  <a:lnTo>
                    <a:pt x="111311" y="436645"/>
                  </a:lnTo>
                  <a:lnTo>
                    <a:pt x="114177" y="425179"/>
                  </a:lnTo>
                  <a:lnTo>
                    <a:pt x="115611" y="422313"/>
                  </a:lnTo>
                  <a:lnTo>
                    <a:pt x="123254" y="409414"/>
                  </a:lnTo>
                  <a:lnTo>
                    <a:pt x="128031" y="403204"/>
                  </a:lnTo>
                  <a:lnTo>
                    <a:pt x="132331" y="398904"/>
                  </a:lnTo>
                  <a:lnTo>
                    <a:pt x="135675" y="396038"/>
                  </a:lnTo>
                  <a:lnTo>
                    <a:pt x="139019" y="394605"/>
                  </a:lnTo>
                  <a:lnTo>
                    <a:pt x="142363" y="391738"/>
                  </a:lnTo>
                  <a:lnTo>
                    <a:pt x="148096" y="382661"/>
                  </a:lnTo>
                  <a:lnTo>
                    <a:pt x="153829" y="375018"/>
                  </a:lnTo>
                  <a:lnTo>
                    <a:pt x="160995" y="359730"/>
                  </a:lnTo>
                  <a:lnTo>
                    <a:pt x="164817" y="355908"/>
                  </a:lnTo>
                  <a:lnTo>
                    <a:pt x="177238" y="349220"/>
                  </a:lnTo>
                  <a:lnTo>
                    <a:pt x="180582" y="349220"/>
                  </a:lnTo>
                  <a:lnTo>
                    <a:pt x="182970" y="351131"/>
                  </a:lnTo>
                  <a:lnTo>
                    <a:pt x="185837" y="354475"/>
                  </a:lnTo>
                  <a:lnTo>
                    <a:pt x="193480" y="369285"/>
                  </a:lnTo>
                  <a:lnTo>
                    <a:pt x="193958" y="368807"/>
                  </a:lnTo>
                  <a:lnTo>
                    <a:pt x="193003" y="363074"/>
                  </a:lnTo>
                  <a:lnTo>
                    <a:pt x="190136" y="346354"/>
                  </a:lnTo>
                  <a:lnTo>
                    <a:pt x="190614" y="339188"/>
                  </a:lnTo>
                  <a:lnTo>
                    <a:pt x="194914" y="331544"/>
                  </a:lnTo>
                  <a:lnTo>
                    <a:pt x="196347" y="330111"/>
                  </a:lnTo>
                  <a:lnTo>
                    <a:pt x="201124" y="330589"/>
                  </a:lnTo>
                  <a:lnTo>
                    <a:pt x="208768" y="332977"/>
                  </a:lnTo>
                  <a:lnTo>
                    <a:pt x="213545" y="335844"/>
                  </a:lnTo>
                  <a:lnTo>
                    <a:pt x="217367" y="339666"/>
                  </a:lnTo>
                  <a:lnTo>
                    <a:pt x="221667" y="342532"/>
                  </a:lnTo>
                  <a:lnTo>
                    <a:pt x="224055" y="342054"/>
                  </a:lnTo>
                  <a:lnTo>
                    <a:pt x="225488" y="340143"/>
                  </a:lnTo>
                  <a:lnTo>
                    <a:pt x="227877" y="333933"/>
                  </a:lnTo>
                  <a:lnTo>
                    <a:pt x="231221" y="322945"/>
                  </a:lnTo>
                  <a:lnTo>
                    <a:pt x="232177" y="309091"/>
                  </a:lnTo>
                  <a:lnTo>
                    <a:pt x="231699" y="292370"/>
                  </a:lnTo>
                  <a:lnTo>
                    <a:pt x="230743" y="279949"/>
                  </a:lnTo>
                  <a:lnTo>
                    <a:pt x="229788" y="271828"/>
                  </a:lnTo>
                  <a:lnTo>
                    <a:pt x="230266" y="265140"/>
                  </a:lnTo>
                  <a:lnTo>
                    <a:pt x="234087" y="257496"/>
                  </a:lnTo>
                  <a:lnTo>
                    <a:pt x="237432" y="251286"/>
                  </a:lnTo>
                  <a:lnTo>
                    <a:pt x="245553" y="243164"/>
                  </a:lnTo>
                  <a:lnTo>
                    <a:pt x="252241" y="240776"/>
                  </a:lnTo>
                  <a:lnTo>
                    <a:pt x="256063" y="241253"/>
                  </a:lnTo>
                  <a:lnTo>
                    <a:pt x="261318" y="245553"/>
                  </a:lnTo>
                  <a:lnTo>
                    <a:pt x="268484" y="247942"/>
                  </a:lnTo>
                  <a:lnTo>
                    <a:pt x="274694" y="255108"/>
                  </a:lnTo>
                  <a:lnTo>
                    <a:pt x="285205" y="272306"/>
                  </a:lnTo>
                  <a:lnTo>
                    <a:pt x="292370" y="280905"/>
                  </a:lnTo>
                  <a:lnTo>
                    <a:pt x="298103" y="284727"/>
                  </a:lnTo>
                  <a:lnTo>
                    <a:pt x="303836" y="291415"/>
                  </a:lnTo>
                  <a:lnTo>
                    <a:pt x="311957" y="304791"/>
                  </a:lnTo>
                  <a:lnTo>
                    <a:pt x="316257" y="310524"/>
                  </a:lnTo>
                  <a:lnTo>
                    <a:pt x="319123" y="312435"/>
                  </a:lnTo>
                  <a:lnTo>
                    <a:pt x="321034" y="312913"/>
                  </a:lnTo>
                  <a:lnTo>
                    <a:pt x="320557" y="309091"/>
                  </a:lnTo>
                  <a:lnTo>
                    <a:pt x="316257" y="300970"/>
                  </a:lnTo>
                  <a:lnTo>
                    <a:pt x="310524" y="292370"/>
                  </a:lnTo>
                  <a:lnTo>
                    <a:pt x="296670" y="276128"/>
                  </a:lnTo>
                  <a:lnTo>
                    <a:pt x="289026" y="264662"/>
                  </a:lnTo>
                  <a:lnTo>
                    <a:pt x="282338" y="251286"/>
                  </a:lnTo>
                  <a:lnTo>
                    <a:pt x="277561" y="243164"/>
                  </a:lnTo>
                  <a:lnTo>
                    <a:pt x="268484" y="235043"/>
                  </a:lnTo>
                  <a:lnTo>
                    <a:pt x="268962" y="231699"/>
                  </a:lnTo>
                  <a:lnTo>
                    <a:pt x="279472" y="220711"/>
                  </a:lnTo>
                  <a:lnTo>
                    <a:pt x="299536" y="210679"/>
                  </a:lnTo>
                  <a:lnTo>
                    <a:pt x="321990" y="202557"/>
                  </a:lnTo>
                  <a:lnTo>
                    <a:pt x="329156" y="203513"/>
                  </a:lnTo>
                  <a:lnTo>
                    <a:pt x="342532" y="200169"/>
                  </a:lnTo>
                  <a:lnTo>
                    <a:pt x="343488" y="194914"/>
                  </a:lnTo>
                  <a:lnTo>
                    <a:pt x="346354" y="193003"/>
                  </a:lnTo>
                  <a:lnTo>
                    <a:pt x="358775" y="185837"/>
                  </a:lnTo>
                  <a:lnTo>
                    <a:pt x="362119" y="185837"/>
                  </a:lnTo>
                  <a:lnTo>
                    <a:pt x="367852" y="189181"/>
                  </a:lnTo>
                  <a:lnTo>
                    <a:pt x="373584" y="195391"/>
                  </a:lnTo>
                  <a:lnTo>
                    <a:pt x="375973" y="201124"/>
                  </a:lnTo>
                  <a:lnTo>
                    <a:pt x="379795" y="211156"/>
                  </a:lnTo>
                  <a:lnTo>
                    <a:pt x="381228" y="224533"/>
                  </a:lnTo>
                  <a:lnTo>
                    <a:pt x="381228" y="266573"/>
                  </a:lnTo>
                  <a:lnTo>
                    <a:pt x="381228" y="274217"/>
                  </a:lnTo>
                  <a:lnTo>
                    <a:pt x="382184" y="277083"/>
                  </a:lnTo>
                  <a:lnTo>
                    <a:pt x="384572" y="272784"/>
                  </a:lnTo>
                  <a:lnTo>
                    <a:pt x="387439" y="264662"/>
                  </a:lnTo>
                  <a:lnTo>
                    <a:pt x="390305" y="258452"/>
                  </a:lnTo>
                  <a:lnTo>
                    <a:pt x="392216" y="249375"/>
                  </a:lnTo>
                  <a:lnTo>
                    <a:pt x="393649" y="236954"/>
                  </a:lnTo>
                  <a:lnTo>
                    <a:pt x="394605" y="227877"/>
                  </a:lnTo>
                  <a:lnTo>
                    <a:pt x="390783" y="216889"/>
                  </a:lnTo>
                  <a:lnTo>
                    <a:pt x="390783" y="199213"/>
                  </a:lnTo>
                  <a:lnTo>
                    <a:pt x="392694" y="189659"/>
                  </a:lnTo>
                  <a:lnTo>
                    <a:pt x="397471" y="189659"/>
                  </a:lnTo>
                  <a:lnTo>
                    <a:pt x="417536" y="222622"/>
                  </a:lnTo>
                  <a:lnTo>
                    <a:pt x="425657" y="229310"/>
                  </a:lnTo>
                  <a:lnTo>
                    <a:pt x="434734" y="246508"/>
                  </a:lnTo>
                  <a:lnTo>
                    <a:pt x="445244" y="244597"/>
                  </a:lnTo>
                  <a:lnTo>
                    <a:pt x="455276" y="246508"/>
                  </a:lnTo>
                  <a:lnTo>
                    <a:pt x="459576" y="246031"/>
                  </a:lnTo>
                  <a:lnTo>
                    <a:pt x="461487" y="243164"/>
                  </a:lnTo>
                  <a:lnTo>
                    <a:pt x="458620" y="236476"/>
                  </a:lnTo>
                  <a:lnTo>
                    <a:pt x="444766" y="216889"/>
                  </a:lnTo>
                  <a:lnTo>
                    <a:pt x="438556" y="201124"/>
                  </a:lnTo>
                  <a:lnTo>
                    <a:pt x="433778" y="181537"/>
                  </a:lnTo>
                  <a:lnTo>
                    <a:pt x="432823" y="171027"/>
                  </a:lnTo>
                  <a:lnTo>
                    <a:pt x="436167" y="168639"/>
                  </a:lnTo>
                  <a:lnTo>
                    <a:pt x="451932" y="169116"/>
                  </a:lnTo>
                  <a:lnTo>
                    <a:pt x="474863" y="178193"/>
                  </a:lnTo>
                  <a:lnTo>
                    <a:pt x="504960" y="209723"/>
                  </a:lnTo>
                  <a:lnTo>
                    <a:pt x="519770" y="219756"/>
                  </a:lnTo>
                  <a:lnTo>
                    <a:pt x="546045" y="255108"/>
                  </a:lnTo>
                  <a:lnTo>
                    <a:pt x="553689" y="259885"/>
                  </a:lnTo>
                  <a:lnTo>
                    <a:pt x="557033" y="261318"/>
                  </a:lnTo>
                  <a:lnTo>
                    <a:pt x="559421" y="257018"/>
                  </a:lnTo>
                  <a:lnTo>
                    <a:pt x="560854" y="252241"/>
                  </a:lnTo>
                  <a:lnTo>
                    <a:pt x="560854" y="246031"/>
                  </a:lnTo>
                  <a:lnTo>
                    <a:pt x="559899" y="238387"/>
                  </a:lnTo>
                  <a:lnTo>
                    <a:pt x="558943" y="229310"/>
                  </a:lnTo>
                  <a:lnTo>
                    <a:pt x="558943" y="218800"/>
                  </a:lnTo>
                  <a:lnTo>
                    <a:pt x="560854" y="198258"/>
                  </a:lnTo>
                  <a:lnTo>
                    <a:pt x="564676" y="191092"/>
                  </a:lnTo>
                  <a:lnTo>
                    <a:pt x="566587" y="183448"/>
                  </a:lnTo>
                  <a:lnTo>
                    <a:pt x="565154" y="169116"/>
                  </a:lnTo>
                  <a:lnTo>
                    <a:pt x="559899" y="159084"/>
                  </a:lnTo>
                  <a:lnTo>
                    <a:pt x="540790" y="133287"/>
                  </a:lnTo>
                  <a:lnTo>
                    <a:pt x="540790" y="130420"/>
                  </a:lnTo>
                  <a:lnTo>
                    <a:pt x="544612" y="126598"/>
                  </a:lnTo>
                  <a:lnTo>
                    <a:pt x="550344" y="124687"/>
                  </a:lnTo>
                  <a:lnTo>
                    <a:pt x="598117" y="130898"/>
                  </a:lnTo>
                  <a:lnTo>
                    <a:pt x="606716" y="133287"/>
                  </a:lnTo>
                  <a:lnTo>
                    <a:pt x="610061" y="135675"/>
                  </a:lnTo>
                  <a:lnTo>
                    <a:pt x="611494" y="138542"/>
                  </a:lnTo>
                  <a:lnTo>
                    <a:pt x="613405" y="139975"/>
                  </a:lnTo>
                  <a:lnTo>
                    <a:pt x="623915" y="136153"/>
                  </a:lnTo>
                  <a:lnTo>
                    <a:pt x="623437" y="129942"/>
                  </a:lnTo>
                  <a:lnTo>
                    <a:pt x="622481" y="125643"/>
                  </a:lnTo>
                  <a:lnTo>
                    <a:pt x="566587" y="114177"/>
                  </a:lnTo>
                  <a:lnTo>
                    <a:pt x="556555" y="110356"/>
                  </a:lnTo>
                  <a:lnTo>
                    <a:pt x="550822" y="110356"/>
                  </a:lnTo>
                  <a:lnTo>
                    <a:pt x="545567" y="113222"/>
                  </a:lnTo>
                  <a:lnTo>
                    <a:pt x="534101" y="114655"/>
                  </a:lnTo>
                  <a:lnTo>
                    <a:pt x="528847" y="114177"/>
                  </a:lnTo>
                  <a:lnTo>
                    <a:pt x="522158" y="100323"/>
                  </a:lnTo>
                  <a:lnTo>
                    <a:pt x="528369" y="83603"/>
                  </a:lnTo>
                  <a:lnTo>
                    <a:pt x="533624" y="84080"/>
                  </a:lnTo>
                  <a:lnTo>
                    <a:pt x="543178" y="90291"/>
                  </a:lnTo>
                  <a:lnTo>
                    <a:pt x="549389" y="81214"/>
                  </a:lnTo>
                  <a:lnTo>
                    <a:pt x="558466" y="73570"/>
                  </a:lnTo>
                  <a:lnTo>
                    <a:pt x="567543" y="71182"/>
                  </a:lnTo>
                  <a:lnTo>
                    <a:pt x="587607" y="54461"/>
                  </a:lnTo>
                  <a:lnTo>
                    <a:pt x="590951" y="53028"/>
                  </a:lnTo>
                  <a:lnTo>
                    <a:pt x="595729" y="53983"/>
                  </a:lnTo>
                  <a:lnTo>
                    <a:pt x="606239" y="58283"/>
                  </a:lnTo>
                  <a:lnTo>
                    <a:pt x="610061" y="62105"/>
                  </a:lnTo>
                  <a:lnTo>
                    <a:pt x="614838" y="71182"/>
                  </a:lnTo>
                  <a:lnTo>
                    <a:pt x="617227" y="73570"/>
                  </a:lnTo>
                  <a:lnTo>
                    <a:pt x="620571" y="74048"/>
                  </a:lnTo>
                  <a:lnTo>
                    <a:pt x="624870" y="78348"/>
                  </a:lnTo>
                  <a:lnTo>
                    <a:pt x="631558" y="65449"/>
                  </a:lnTo>
                  <a:lnTo>
                    <a:pt x="637291" y="51595"/>
                  </a:lnTo>
                  <a:lnTo>
                    <a:pt x="643502" y="42518"/>
                  </a:lnTo>
                  <a:lnTo>
                    <a:pt x="653056" y="47773"/>
                  </a:lnTo>
                  <a:lnTo>
                    <a:pt x="658789" y="54461"/>
                  </a:lnTo>
                  <a:lnTo>
                    <a:pt x="664522" y="62583"/>
                  </a:lnTo>
                  <a:lnTo>
                    <a:pt x="672165" y="66882"/>
                  </a:lnTo>
                  <a:lnTo>
                    <a:pt x="685064" y="93635"/>
                  </a:lnTo>
                  <a:lnTo>
                    <a:pt x="687453" y="93635"/>
                  </a:lnTo>
                  <a:lnTo>
                    <a:pt x="688408" y="91246"/>
                  </a:lnTo>
                  <a:lnTo>
                    <a:pt x="689841" y="86469"/>
                  </a:lnTo>
                  <a:lnTo>
                    <a:pt x="690319" y="79303"/>
                  </a:lnTo>
                  <a:lnTo>
                    <a:pt x="691752" y="69271"/>
                  </a:lnTo>
                  <a:lnTo>
                    <a:pt x="690797" y="65449"/>
                  </a:lnTo>
                  <a:lnTo>
                    <a:pt x="679809" y="53983"/>
                  </a:lnTo>
                  <a:lnTo>
                    <a:pt x="677898" y="49684"/>
                  </a:lnTo>
                  <a:lnTo>
                    <a:pt x="675510" y="42518"/>
                  </a:lnTo>
                  <a:lnTo>
                    <a:pt x="675510" y="36307"/>
                  </a:lnTo>
                  <a:lnTo>
                    <a:pt x="677420" y="31530"/>
                  </a:lnTo>
                  <a:lnTo>
                    <a:pt x="679809" y="29619"/>
                  </a:lnTo>
                  <a:lnTo>
                    <a:pt x="686497" y="31530"/>
                  </a:lnTo>
                  <a:lnTo>
                    <a:pt x="688886" y="30097"/>
                  </a:lnTo>
                  <a:lnTo>
                    <a:pt x="691275" y="25797"/>
                  </a:lnTo>
                  <a:lnTo>
                    <a:pt x="693663" y="18154"/>
                  </a:lnTo>
                  <a:lnTo>
                    <a:pt x="696052" y="16243"/>
                  </a:lnTo>
                  <a:lnTo>
                    <a:pt x="700829" y="16243"/>
                  </a:lnTo>
                  <a:lnTo>
                    <a:pt x="707995" y="21020"/>
                  </a:lnTo>
                  <a:lnTo>
                    <a:pt x="714206" y="21498"/>
                  </a:lnTo>
                  <a:lnTo>
                    <a:pt x="716594" y="19109"/>
                  </a:lnTo>
                  <a:lnTo>
                    <a:pt x="716594" y="14332"/>
                  </a:lnTo>
                  <a:lnTo>
                    <a:pt x="717550" y="11466"/>
                  </a:lnTo>
                  <a:lnTo>
                    <a:pt x="718027" y="10032"/>
                  </a:lnTo>
                  <a:lnTo>
                    <a:pt x="740959" y="9555"/>
                  </a:lnTo>
                  <a:lnTo>
                    <a:pt x="746691" y="8599"/>
                  </a:lnTo>
                  <a:lnTo>
                    <a:pt x="750991" y="4777"/>
                  </a:lnTo>
                  <a:lnTo>
                    <a:pt x="756724" y="4300"/>
                  </a:lnTo>
                  <a:lnTo>
                    <a:pt x="761501" y="6688"/>
                  </a:lnTo>
                  <a:lnTo>
                    <a:pt x="767234" y="11466"/>
                  </a:lnTo>
                  <a:lnTo>
                    <a:pt x="772966" y="10988"/>
                  </a:lnTo>
                  <a:lnTo>
                    <a:pt x="781566" y="3344"/>
                  </a:lnTo>
                  <a:lnTo>
                    <a:pt x="789687" y="0"/>
                  </a:lnTo>
                  <a:lnTo>
                    <a:pt x="835071" y="955"/>
                  </a:lnTo>
                  <a:lnTo>
                    <a:pt x="849881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9" name="Freeform 4288">
              <a:extLst>
                <a:ext uri="{FF2B5EF4-FFF2-40B4-BE49-F238E27FC236}">
                  <a16:creationId xmlns:a16="http://schemas.microsoft.com/office/drawing/2014/main" id="{1CD7D5F4-B6EE-2DF4-F4A0-03ACBAD05C04}"/>
                </a:ext>
              </a:extLst>
            </p:cNvPr>
            <p:cNvSpPr/>
            <p:nvPr/>
          </p:nvSpPr>
          <p:spPr>
            <a:xfrm>
              <a:off x="4944671" y="1873774"/>
              <a:ext cx="51594" cy="85991"/>
            </a:xfrm>
            <a:custGeom>
              <a:avLst/>
              <a:gdLst>
                <a:gd name="csX0" fmla="*/ 49206 w 51594"/>
                <a:gd name="csY0" fmla="*/ 84080 h 85991"/>
                <a:gd name="csX1" fmla="*/ 45384 w 51594"/>
                <a:gd name="csY1" fmla="*/ 85991 h 85991"/>
                <a:gd name="csX2" fmla="*/ 36785 w 51594"/>
                <a:gd name="csY2" fmla="*/ 72137 h 85991"/>
                <a:gd name="csX3" fmla="*/ 23886 w 51594"/>
                <a:gd name="csY3" fmla="*/ 57805 h 85991"/>
                <a:gd name="csX4" fmla="*/ 11943 w 51594"/>
                <a:gd name="csY4" fmla="*/ 48251 h 85991"/>
                <a:gd name="csX5" fmla="*/ 956 w 51594"/>
                <a:gd name="csY5" fmla="*/ 22453 h 85991"/>
                <a:gd name="csX6" fmla="*/ 0 w 51594"/>
                <a:gd name="csY6" fmla="*/ 13376 h 85991"/>
                <a:gd name="csX7" fmla="*/ 1433 w 51594"/>
                <a:gd name="csY7" fmla="*/ 5255 h 85991"/>
                <a:gd name="csX8" fmla="*/ 11466 w 51594"/>
                <a:gd name="csY8" fmla="*/ 3822 h 85991"/>
                <a:gd name="csX9" fmla="*/ 19109 w 51594"/>
                <a:gd name="csY9" fmla="*/ 0 h 85991"/>
                <a:gd name="csX10" fmla="*/ 38696 w 51594"/>
                <a:gd name="csY10" fmla="*/ 16721 h 85991"/>
                <a:gd name="csX11" fmla="*/ 48251 w 51594"/>
                <a:gd name="csY11" fmla="*/ 30097 h 85991"/>
                <a:gd name="csX12" fmla="*/ 51595 w 51594"/>
                <a:gd name="csY12" fmla="*/ 41085 h 85991"/>
                <a:gd name="csX13" fmla="*/ 51117 w 51594"/>
                <a:gd name="csY13" fmla="*/ 62583 h 85991"/>
                <a:gd name="csX14" fmla="*/ 49206 w 51594"/>
                <a:gd name="csY14" fmla="*/ 84080 h 859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1594" h="85991">
                  <a:moveTo>
                    <a:pt x="49206" y="84080"/>
                  </a:moveTo>
                  <a:lnTo>
                    <a:pt x="45384" y="85991"/>
                  </a:lnTo>
                  <a:lnTo>
                    <a:pt x="36785" y="72137"/>
                  </a:lnTo>
                  <a:lnTo>
                    <a:pt x="23886" y="57805"/>
                  </a:lnTo>
                  <a:lnTo>
                    <a:pt x="11943" y="48251"/>
                  </a:lnTo>
                  <a:lnTo>
                    <a:pt x="956" y="22453"/>
                  </a:lnTo>
                  <a:lnTo>
                    <a:pt x="0" y="13376"/>
                  </a:lnTo>
                  <a:lnTo>
                    <a:pt x="1433" y="5255"/>
                  </a:lnTo>
                  <a:lnTo>
                    <a:pt x="11466" y="3822"/>
                  </a:lnTo>
                  <a:lnTo>
                    <a:pt x="19109" y="0"/>
                  </a:lnTo>
                  <a:lnTo>
                    <a:pt x="38696" y="16721"/>
                  </a:lnTo>
                  <a:lnTo>
                    <a:pt x="48251" y="30097"/>
                  </a:lnTo>
                  <a:lnTo>
                    <a:pt x="51595" y="41085"/>
                  </a:lnTo>
                  <a:lnTo>
                    <a:pt x="51117" y="62583"/>
                  </a:lnTo>
                  <a:lnTo>
                    <a:pt x="49206" y="8408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0" name="Freeform 4289">
              <a:extLst>
                <a:ext uri="{FF2B5EF4-FFF2-40B4-BE49-F238E27FC236}">
                  <a16:creationId xmlns:a16="http://schemas.microsoft.com/office/drawing/2014/main" id="{9EF89C0A-E0ED-AD82-9F6C-EE44375267AF}"/>
                </a:ext>
              </a:extLst>
            </p:cNvPr>
            <p:cNvSpPr/>
            <p:nvPr/>
          </p:nvSpPr>
          <p:spPr>
            <a:xfrm>
              <a:off x="5495015" y="1952122"/>
              <a:ext cx="18631" cy="40607"/>
            </a:xfrm>
            <a:custGeom>
              <a:avLst/>
              <a:gdLst>
                <a:gd name="csX0" fmla="*/ 18631 w 18631"/>
                <a:gd name="csY0" fmla="*/ 36307 h 40607"/>
                <a:gd name="csX1" fmla="*/ 16721 w 18631"/>
                <a:gd name="csY1" fmla="*/ 40607 h 40607"/>
                <a:gd name="csX2" fmla="*/ 11465 w 18631"/>
                <a:gd name="csY2" fmla="*/ 38696 h 40607"/>
                <a:gd name="csX3" fmla="*/ 4777 w 18631"/>
                <a:gd name="csY3" fmla="*/ 27231 h 40607"/>
                <a:gd name="csX4" fmla="*/ 0 w 18631"/>
                <a:gd name="csY4" fmla="*/ 17676 h 40607"/>
                <a:gd name="csX5" fmla="*/ 0 w 18631"/>
                <a:gd name="csY5" fmla="*/ 6210 h 40607"/>
                <a:gd name="csX6" fmla="*/ 1911 w 18631"/>
                <a:gd name="csY6" fmla="*/ 955 h 40607"/>
                <a:gd name="csX7" fmla="*/ 5733 w 18631"/>
                <a:gd name="csY7" fmla="*/ 0 h 40607"/>
                <a:gd name="csX8" fmla="*/ 10510 w 18631"/>
                <a:gd name="csY8" fmla="*/ 10032 h 40607"/>
                <a:gd name="csX9" fmla="*/ 15765 w 18631"/>
                <a:gd name="csY9" fmla="*/ 22931 h 40607"/>
                <a:gd name="csX10" fmla="*/ 18631 w 18631"/>
                <a:gd name="csY10" fmla="*/ 36307 h 40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631" h="40607">
                  <a:moveTo>
                    <a:pt x="18631" y="36307"/>
                  </a:moveTo>
                  <a:lnTo>
                    <a:pt x="16721" y="40607"/>
                  </a:lnTo>
                  <a:lnTo>
                    <a:pt x="11465" y="38696"/>
                  </a:lnTo>
                  <a:lnTo>
                    <a:pt x="4777" y="27231"/>
                  </a:lnTo>
                  <a:lnTo>
                    <a:pt x="0" y="17676"/>
                  </a:lnTo>
                  <a:lnTo>
                    <a:pt x="0" y="6210"/>
                  </a:lnTo>
                  <a:lnTo>
                    <a:pt x="1911" y="955"/>
                  </a:lnTo>
                  <a:lnTo>
                    <a:pt x="5733" y="0"/>
                  </a:lnTo>
                  <a:lnTo>
                    <a:pt x="10510" y="10032"/>
                  </a:lnTo>
                  <a:lnTo>
                    <a:pt x="15765" y="22931"/>
                  </a:lnTo>
                  <a:lnTo>
                    <a:pt x="18631" y="3630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1" name="Freeform 4290">
              <a:extLst>
                <a:ext uri="{FF2B5EF4-FFF2-40B4-BE49-F238E27FC236}">
                  <a16:creationId xmlns:a16="http://schemas.microsoft.com/office/drawing/2014/main" id="{C25222A2-B5C1-DC08-4785-A6E3ACE78C23}"/>
                </a:ext>
              </a:extLst>
            </p:cNvPr>
            <p:cNvSpPr/>
            <p:nvPr/>
          </p:nvSpPr>
          <p:spPr>
            <a:xfrm>
              <a:off x="5504092" y="2196242"/>
              <a:ext cx="34396" cy="35829"/>
            </a:xfrm>
            <a:custGeom>
              <a:avLst/>
              <a:gdLst>
                <a:gd name="csX0" fmla="*/ 30575 w 34396"/>
                <a:gd name="csY0" fmla="*/ 23886 h 35829"/>
                <a:gd name="csX1" fmla="*/ 21976 w 34396"/>
                <a:gd name="csY1" fmla="*/ 35830 h 35829"/>
                <a:gd name="csX2" fmla="*/ 9555 w 34396"/>
                <a:gd name="csY2" fmla="*/ 34874 h 35829"/>
                <a:gd name="csX3" fmla="*/ 2389 w 34396"/>
                <a:gd name="csY3" fmla="*/ 29141 h 35829"/>
                <a:gd name="csX4" fmla="*/ 0 w 34396"/>
                <a:gd name="csY4" fmla="*/ 21020 h 35829"/>
                <a:gd name="csX5" fmla="*/ 2867 w 34396"/>
                <a:gd name="csY5" fmla="*/ 11943 h 35829"/>
                <a:gd name="csX6" fmla="*/ 11943 w 34396"/>
                <a:gd name="csY6" fmla="*/ 4777 h 35829"/>
                <a:gd name="csX7" fmla="*/ 22931 w 34396"/>
                <a:gd name="csY7" fmla="*/ 0 h 35829"/>
                <a:gd name="csX8" fmla="*/ 32963 w 34396"/>
                <a:gd name="csY8" fmla="*/ 2866 h 35829"/>
                <a:gd name="csX9" fmla="*/ 34397 w 34396"/>
                <a:gd name="csY9" fmla="*/ 11943 h 35829"/>
                <a:gd name="csX10" fmla="*/ 30575 w 34396"/>
                <a:gd name="csY10" fmla="*/ 23886 h 3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4396" h="35829">
                  <a:moveTo>
                    <a:pt x="30575" y="23886"/>
                  </a:moveTo>
                  <a:lnTo>
                    <a:pt x="21976" y="35830"/>
                  </a:lnTo>
                  <a:lnTo>
                    <a:pt x="9555" y="34874"/>
                  </a:lnTo>
                  <a:lnTo>
                    <a:pt x="2389" y="29141"/>
                  </a:lnTo>
                  <a:lnTo>
                    <a:pt x="0" y="21020"/>
                  </a:lnTo>
                  <a:lnTo>
                    <a:pt x="2867" y="11943"/>
                  </a:lnTo>
                  <a:lnTo>
                    <a:pt x="11943" y="4777"/>
                  </a:lnTo>
                  <a:lnTo>
                    <a:pt x="22931" y="0"/>
                  </a:lnTo>
                  <a:lnTo>
                    <a:pt x="32963" y="2866"/>
                  </a:lnTo>
                  <a:lnTo>
                    <a:pt x="34397" y="11943"/>
                  </a:lnTo>
                  <a:lnTo>
                    <a:pt x="30575" y="2388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2" name="Freeform 4291">
              <a:extLst>
                <a:ext uri="{FF2B5EF4-FFF2-40B4-BE49-F238E27FC236}">
                  <a16:creationId xmlns:a16="http://schemas.microsoft.com/office/drawing/2014/main" id="{8ECB6D9A-54CE-64C6-8CDA-71D789263334}"/>
                </a:ext>
              </a:extLst>
            </p:cNvPr>
            <p:cNvSpPr/>
            <p:nvPr/>
          </p:nvSpPr>
          <p:spPr>
            <a:xfrm>
              <a:off x="5500748" y="2353892"/>
              <a:ext cx="8599" cy="44906"/>
            </a:xfrm>
            <a:custGeom>
              <a:avLst/>
              <a:gdLst>
                <a:gd name="csX0" fmla="*/ 6210 w 8599"/>
                <a:gd name="csY0" fmla="*/ 41562 h 44906"/>
                <a:gd name="csX1" fmla="*/ 3822 w 8599"/>
                <a:gd name="csY1" fmla="*/ 44907 h 44906"/>
                <a:gd name="csX2" fmla="*/ 1911 w 8599"/>
                <a:gd name="csY2" fmla="*/ 35352 h 44906"/>
                <a:gd name="csX3" fmla="*/ 478 w 8599"/>
                <a:gd name="csY3" fmla="*/ 22931 h 44906"/>
                <a:gd name="csX4" fmla="*/ 0 w 8599"/>
                <a:gd name="csY4" fmla="*/ 8599 h 44906"/>
                <a:gd name="csX5" fmla="*/ 3822 w 8599"/>
                <a:gd name="csY5" fmla="*/ 1433 h 44906"/>
                <a:gd name="csX6" fmla="*/ 6210 w 8599"/>
                <a:gd name="csY6" fmla="*/ 0 h 44906"/>
                <a:gd name="csX7" fmla="*/ 7644 w 8599"/>
                <a:gd name="csY7" fmla="*/ 1433 h 44906"/>
                <a:gd name="csX8" fmla="*/ 7166 w 8599"/>
                <a:gd name="csY8" fmla="*/ 8121 h 44906"/>
                <a:gd name="csX9" fmla="*/ 7166 w 8599"/>
                <a:gd name="csY9" fmla="*/ 20542 h 44906"/>
                <a:gd name="csX10" fmla="*/ 8599 w 8599"/>
                <a:gd name="csY10" fmla="*/ 29141 h 44906"/>
                <a:gd name="csX11" fmla="*/ 6210 w 8599"/>
                <a:gd name="csY11" fmla="*/ 41562 h 449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599" h="44906">
                  <a:moveTo>
                    <a:pt x="6210" y="41562"/>
                  </a:moveTo>
                  <a:lnTo>
                    <a:pt x="3822" y="44907"/>
                  </a:lnTo>
                  <a:lnTo>
                    <a:pt x="1911" y="35352"/>
                  </a:lnTo>
                  <a:lnTo>
                    <a:pt x="478" y="22931"/>
                  </a:lnTo>
                  <a:lnTo>
                    <a:pt x="0" y="8599"/>
                  </a:lnTo>
                  <a:lnTo>
                    <a:pt x="3822" y="1433"/>
                  </a:lnTo>
                  <a:lnTo>
                    <a:pt x="6210" y="0"/>
                  </a:lnTo>
                  <a:lnTo>
                    <a:pt x="7644" y="1433"/>
                  </a:lnTo>
                  <a:lnTo>
                    <a:pt x="7166" y="8121"/>
                  </a:lnTo>
                  <a:lnTo>
                    <a:pt x="7166" y="20542"/>
                  </a:lnTo>
                  <a:lnTo>
                    <a:pt x="8599" y="29141"/>
                  </a:lnTo>
                  <a:lnTo>
                    <a:pt x="6210" y="4156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3" name="Freeform 4292">
              <a:extLst>
                <a:ext uri="{FF2B5EF4-FFF2-40B4-BE49-F238E27FC236}">
                  <a16:creationId xmlns:a16="http://schemas.microsoft.com/office/drawing/2014/main" id="{B90D310A-A132-3993-0B03-DF634DC9D273}"/>
                </a:ext>
              </a:extLst>
            </p:cNvPr>
            <p:cNvSpPr/>
            <p:nvPr/>
          </p:nvSpPr>
          <p:spPr>
            <a:xfrm>
              <a:off x="5522246" y="2404054"/>
              <a:ext cx="11465" cy="20064"/>
            </a:xfrm>
            <a:custGeom>
              <a:avLst/>
              <a:gdLst>
                <a:gd name="csX0" fmla="*/ 5255 w 11465"/>
                <a:gd name="csY0" fmla="*/ 20065 h 20064"/>
                <a:gd name="csX1" fmla="*/ 1433 w 11465"/>
                <a:gd name="csY1" fmla="*/ 20065 h 20064"/>
                <a:gd name="csX2" fmla="*/ 0 w 11465"/>
                <a:gd name="csY2" fmla="*/ 17676 h 20064"/>
                <a:gd name="csX3" fmla="*/ 955 w 11465"/>
                <a:gd name="csY3" fmla="*/ 13854 h 20064"/>
                <a:gd name="csX4" fmla="*/ 6688 w 11465"/>
                <a:gd name="csY4" fmla="*/ 955 h 20064"/>
                <a:gd name="csX5" fmla="*/ 8121 w 11465"/>
                <a:gd name="csY5" fmla="*/ 0 h 20064"/>
                <a:gd name="csX6" fmla="*/ 10988 w 11465"/>
                <a:gd name="csY6" fmla="*/ 1433 h 20064"/>
                <a:gd name="csX7" fmla="*/ 11465 w 11465"/>
                <a:gd name="csY7" fmla="*/ 8121 h 20064"/>
                <a:gd name="csX8" fmla="*/ 10032 w 11465"/>
                <a:gd name="csY8" fmla="*/ 14810 h 20064"/>
                <a:gd name="csX9" fmla="*/ 5255 w 11465"/>
                <a:gd name="csY9" fmla="*/ 20065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465" h="20064">
                  <a:moveTo>
                    <a:pt x="5255" y="20065"/>
                  </a:moveTo>
                  <a:lnTo>
                    <a:pt x="1433" y="20065"/>
                  </a:lnTo>
                  <a:lnTo>
                    <a:pt x="0" y="17676"/>
                  </a:lnTo>
                  <a:lnTo>
                    <a:pt x="955" y="13854"/>
                  </a:lnTo>
                  <a:lnTo>
                    <a:pt x="6688" y="955"/>
                  </a:lnTo>
                  <a:lnTo>
                    <a:pt x="8121" y="0"/>
                  </a:lnTo>
                  <a:lnTo>
                    <a:pt x="10988" y="1433"/>
                  </a:lnTo>
                  <a:lnTo>
                    <a:pt x="11465" y="8121"/>
                  </a:lnTo>
                  <a:lnTo>
                    <a:pt x="10032" y="14810"/>
                  </a:lnTo>
                  <a:lnTo>
                    <a:pt x="5255" y="200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4" name="Freeform 4293">
              <a:extLst>
                <a:ext uri="{FF2B5EF4-FFF2-40B4-BE49-F238E27FC236}">
                  <a16:creationId xmlns:a16="http://schemas.microsoft.com/office/drawing/2014/main" id="{C48FB002-778D-281A-5032-D828C8858544}"/>
                </a:ext>
              </a:extLst>
            </p:cNvPr>
            <p:cNvSpPr/>
            <p:nvPr/>
          </p:nvSpPr>
          <p:spPr>
            <a:xfrm>
              <a:off x="4445921" y="2438928"/>
              <a:ext cx="21020" cy="12420"/>
            </a:xfrm>
            <a:custGeom>
              <a:avLst/>
              <a:gdLst>
                <a:gd name="csX0" fmla="*/ 16721 w 21020"/>
                <a:gd name="csY0" fmla="*/ 11943 h 12420"/>
                <a:gd name="csX1" fmla="*/ 9555 w 21020"/>
                <a:gd name="csY1" fmla="*/ 12421 h 12420"/>
                <a:gd name="csX2" fmla="*/ 2389 w 21020"/>
                <a:gd name="csY2" fmla="*/ 9077 h 12420"/>
                <a:gd name="csX3" fmla="*/ 0 w 21020"/>
                <a:gd name="csY3" fmla="*/ 6688 h 12420"/>
                <a:gd name="csX4" fmla="*/ 478 w 21020"/>
                <a:gd name="csY4" fmla="*/ 2866 h 12420"/>
                <a:gd name="csX5" fmla="*/ 1433 w 21020"/>
                <a:gd name="csY5" fmla="*/ 1433 h 12420"/>
                <a:gd name="csX6" fmla="*/ 5255 w 21020"/>
                <a:gd name="csY6" fmla="*/ 0 h 12420"/>
                <a:gd name="csX7" fmla="*/ 8121 w 21020"/>
                <a:gd name="csY7" fmla="*/ 0 h 12420"/>
                <a:gd name="csX8" fmla="*/ 10510 w 21020"/>
                <a:gd name="csY8" fmla="*/ 478 h 12420"/>
                <a:gd name="csX9" fmla="*/ 15287 w 21020"/>
                <a:gd name="csY9" fmla="*/ 2866 h 12420"/>
                <a:gd name="csX10" fmla="*/ 18632 w 21020"/>
                <a:gd name="csY10" fmla="*/ 5255 h 12420"/>
                <a:gd name="csX11" fmla="*/ 21020 w 21020"/>
                <a:gd name="csY11" fmla="*/ 6210 h 12420"/>
                <a:gd name="csX12" fmla="*/ 20543 w 21020"/>
                <a:gd name="csY12" fmla="*/ 9555 h 12420"/>
                <a:gd name="csX13" fmla="*/ 16721 w 21020"/>
                <a:gd name="csY13" fmla="*/ 11943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1020" h="12420">
                  <a:moveTo>
                    <a:pt x="16721" y="11943"/>
                  </a:moveTo>
                  <a:lnTo>
                    <a:pt x="9555" y="12421"/>
                  </a:lnTo>
                  <a:lnTo>
                    <a:pt x="2389" y="9077"/>
                  </a:lnTo>
                  <a:lnTo>
                    <a:pt x="0" y="6688"/>
                  </a:lnTo>
                  <a:lnTo>
                    <a:pt x="478" y="2866"/>
                  </a:lnTo>
                  <a:lnTo>
                    <a:pt x="1433" y="1433"/>
                  </a:lnTo>
                  <a:lnTo>
                    <a:pt x="5255" y="0"/>
                  </a:lnTo>
                  <a:lnTo>
                    <a:pt x="8121" y="0"/>
                  </a:lnTo>
                  <a:lnTo>
                    <a:pt x="10510" y="478"/>
                  </a:lnTo>
                  <a:lnTo>
                    <a:pt x="15287" y="2866"/>
                  </a:lnTo>
                  <a:lnTo>
                    <a:pt x="18632" y="5255"/>
                  </a:lnTo>
                  <a:lnTo>
                    <a:pt x="21020" y="6210"/>
                  </a:lnTo>
                  <a:lnTo>
                    <a:pt x="20543" y="9555"/>
                  </a:lnTo>
                  <a:lnTo>
                    <a:pt x="16721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5" name="Freeform 4294">
              <a:extLst>
                <a:ext uri="{FF2B5EF4-FFF2-40B4-BE49-F238E27FC236}">
                  <a16:creationId xmlns:a16="http://schemas.microsoft.com/office/drawing/2014/main" id="{2B900C0C-4450-79C2-88CC-CAF59C8B2C5F}"/>
                </a:ext>
              </a:extLst>
            </p:cNvPr>
            <p:cNvSpPr/>
            <p:nvPr/>
          </p:nvSpPr>
          <p:spPr>
            <a:xfrm>
              <a:off x="5505048" y="2501033"/>
              <a:ext cx="10032" cy="53027"/>
            </a:xfrm>
            <a:custGeom>
              <a:avLst/>
              <a:gdLst>
                <a:gd name="csX0" fmla="*/ 10032 w 10032"/>
                <a:gd name="csY0" fmla="*/ 51117 h 53027"/>
                <a:gd name="csX1" fmla="*/ 8121 w 10032"/>
                <a:gd name="csY1" fmla="*/ 53028 h 53027"/>
                <a:gd name="csX2" fmla="*/ 0 w 10032"/>
                <a:gd name="csY2" fmla="*/ 21498 h 53027"/>
                <a:gd name="csX3" fmla="*/ 0 w 10032"/>
                <a:gd name="csY3" fmla="*/ 9555 h 53027"/>
                <a:gd name="csX4" fmla="*/ 478 w 10032"/>
                <a:gd name="csY4" fmla="*/ 478 h 53027"/>
                <a:gd name="csX5" fmla="*/ 4300 w 10032"/>
                <a:gd name="csY5" fmla="*/ 0 h 53027"/>
                <a:gd name="csX6" fmla="*/ 7166 w 10032"/>
                <a:gd name="csY6" fmla="*/ 4777 h 53027"/>
                <a:gd name="csX7" fmla="*/ 8599 w 10032"/>
                <a:gd name="csY7" fmla="*/ 23409 h 53027"/>
                <a:gd name="csX8" fmla="*/ 10032 w 10032"/>
                <a:gd name="csY8" fmla="*/ 51117 h 53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0032" h="53027">
                  <a:moveTo>
                    <a:pt x="10032" y="51117"/>
                  </a:moveTo>
                  <a:lnTo>
                    <a:pt x="8121" y="53028"/>
                  </a:lnTo>
                  <a:lnTo>
                    <a:pt x="0" y="21498"/>
                  </a:lnTo>
                  <a:lnTo>
                    <a:pt x="0" y="9555"/>
                  </a:lnTo>
                  <a:lnTo>
                    <a:pt x="478" y="478"/>
                  </a:lnTo>
                  <a:lnTo>
                    <a:pt x="4300" y="0"/>
                  </a:lnTo>
                  <a:lnTo>
                    <a:pt x="7166" y="4777"/>
                  </a:lnTo>
                  <a:lnTo>
                    <a:pt x="8599" y="23409"/>
                  </a:lnTo>
                  <a:lnTo>
                    <a:pt x="10032" y="5111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6" name="Freeform 4295">
              <a:extLst>
                <a:ext uri="{FF2B5EF4-FFF2-40B4-BE49-F238E27FC236}">
                  <a16:creationId xmlns:a16="http://schemas.microsoft.com/office/drawing/2014/main" id="{6E803FA1-A510-2F17-F8DB-51652EB878C7}"/>
                </a:ext>
              </a:extLst>
            </p:cNvPr>
            <p:cNvSpPr/>
            <p:nvPr/>
          </p:nvSpPr>
          <p:spPr>
            <a:xfrm>
              <a:off x="5509347" y="2598968"/>
              <a:ext cx="29619" cy="29619"/>
            </a:xfrm>
            <a:custGeom>
              <a:avLst/>
              <a:gdLst>
                <a:gd name="csX0" fmla="*/ 17676 w 29619"/>
                <a:gd name="csY0" fmla="*/ 0 h 29619"/>
                <a:gd name="csX1" fmla="*/ 19109 w 29619"/>
                <a:gd name="csY1" fmla="*/ 7644 h 29619"/>
                <a:gd name="csX2" fmla="*/ 19587 w 29619"/>
                <a:gd name="csY2" fmla="*/ 14332 h 29619"/>
                <a:gd name="csX3" fmla="*/ 21975 w 29619"/>
                <a:gd name="csY3" fmla="*/ 18631 h 29619"/>
                <a:gd name="csX4" fmla="*/ 27231 w 29619"/>
                <a:gd name="csY4" fmla="*/ 18154 h 29619"/>
                <a:gd name="csX5" fmla="*/ 29619 w 29619"/>
                <a:gd name="csY5" fmla="*/ 26275 h 29619"/>
                <a:gd name="csX6" fmla="*/ 25797 w 29619"/>
                <a:gd name="csY6" fmla="*/ 29619 h 29619"/>
                <a:gd name="csX7" fmla="*/ 10510 w 29619"/>
                <a:gd name="csY7" fmla="*/ 28186 h 29619"/>
                <a:gd name="csX8" fmla="*/ 4299 w 29619"/>
                <a:gd name="csY8" fmla="*/ 28664 h 29619"/>
                <a:gd name="csX9" fmla="*/ 0 w 29619"/>
                <a:gd name="csY9" fmla="*/ 23886 h 29619"/>
                <a:gd name="csX10" fmla="*/ 0 w 29619"/>
                <a:gd name="csY10" fmla="*/ 15287 h 29619"/>
                <a:gd name="csX11" fmla="*/ 478 w 29619"/>
                <a:gd name="csY11" fmla="*/ 6211 h 29619"/>
                <a:gd name="csX12" fmla="*/ 4777 w 29619"/>
                <a:gd name="csY12" fmla="*/ 1433 h 29619"/>
                <a:gd name="csX13" fmla="*/ 8599 w 29619"/>
                <a:gd name="csY13" fmla="*/ 5733 h 29619"/>
                <a:gd name="csX14" fmla="*/ 12899 w 29619"/>
                <a:gd name="csY14" fmla="*/ 2389 h 29619"/>
                <a:gd name="csX15" fmla="*/ 17676 w 29619"/>
                <a:gd name="csY15" fmla="*/ 0 h 29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9619" h="29619">
                  <a:moveTo>
                    <a:pt x="17676" y="0"/>
                  </a:moveTo>
                  <a:lnTo>
                    <a:pt x="19109" y="7644"/>
                  </a:lnTo>
                  <a:lnTo>
                    <a:pt x="19587" y="14332"/>
                  </a:lnTo>
                  <a:lnTo>
                    <a:pt x="21975" y="18631"/>
                  </a:lnTo>
                  <a:lnTo>
                    <a:pt x="27231" y="18154"/>
                  </a:lnTo>
                  <a:lnTo>
                    <a:pt x="29619" y="26275"/>
                  </a:lnTo>
                  <a:lnTo>
                    <a:pt x="25797" y="29619"/>
                  </a:lnTo>
                  <a:lnTo>
                    <a:pt x="10510" y="28186"/>
                  </a:lnTo>
                  <a:lnTo>
                    <a:pt x="4299" y="28664"/>
                  </a:lnTo>
                  <a:lnTo>
                    <a:pt x="0" y="23886"/>
                  </a:lnTo>
                  <a:lnTo>
                    <a:pt x="0" y="15287"/>
                  </a:lnTo>
                  <a:lnTo>
                    <a:pt x="478" y="6211"/>
                  </a:lnTo>
                  <a:lnTo>
                    <a:pt x="4777" y="1433"/>
                  </a:lnTo>
                  <a:lnTo>
                    <a:pt x="8599" y="5733"/>
                  </a:lnTo>
                  <a:lnTo>
                    <a:pt x="12899" y="2389"/>
                  </a:lnTo>
                  <a:lnTo>
                    <a:pt x="1767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7" name="Freeform 4296">
              <a:extLst>
                <a:ext uri="{FF2B5EF4-FFF2-40B4-BE49-F238E27FC236}">
                  <a16:creationId xmlns:a16="http://schemas.microsoft.com/office/drawing/2014/main" id="{F9C3A768-7B09-41F9-A211-030929E1E90E}"/>
                </a:ext>
              </a:extLst>
            </p:cNvPr>
            <p:cNvSpPr/>
            <p:nvPr/>
          </p:nvSpPr>
          <p:spPr>
            <a:xfrm>
              <a:off x="4768867" y="2769995"/>
              <a:ext cx="23886" cy="16720"/>
            </a:xfrm>
            <a:custGeom>
              <a:avLst/>
              <a:gdLst>
                <a:gd name="csX0" fmla="*/ 23886 w 23886"/>
                <a:gd name="csY0" fmla="*/ 2866 h 16720"/>
                <a:gd name="csX1" fmla="*/ 21020 w 23886"/>
                <a:gd name="csY1" fmla="*/ 7166 h 16720"/>
                <a:gd name="csX2" fmla="*/ 18631 w 23886"/>
                <a:gd name="csY2" fmla="*/ 9555 h 16720"/>
                <a:gd name="csX3" fmla="*/ 13854 w 23886"/>
                <a:gd name="csY3" fmla="*/ 16721 h 16720"/>
                <a:gd name="csX4" fmla="*/ 12899 w 23886"/>
                <a:gd name="csY4" fmla="*/ 16721 h 16720"/>
                <a:gd name="csX5" fmla="*/ 11465 w 23886"/>
                <a:gd name="csY5" fmla="*/ 15765 h 16720"/>
                <a:gd name="csX6" fmla="*/ 10510 w 23886"/>
                <a:gd name="csY6" fmla="*/ 13854 h 16720"/>
                <a:gd name="csX7" fmla="*/ 8599 w 23886"/>
                <a:gd name="csY7" fmla="*/ 13376 h 16720"/>
                <a:gd name="csX8" fmla="*/ 8121 w 23886"/>
                <a:gd name="csY8" fmla="*/ 12421 h 16720"/>
                <a:gd name="csX9" fmla="*/ 7644 w 23886"/>
                <a:gd name="csY9" fmla="*/ 11465 h 16720"/>
                <a:gd name="csX10" fmla="*/ 7166 w 23886"/>
                <a:gd name="csY10" fmla="*/ 10988 h 16720"/>
                <a:gd name="csX11" fmla="*/ 5733 w 23886"/>
                <a:gd name="csY11" fmla="*/ 10510 h 16720"/>
                <a:gd name="csX12" fmla="*/ 3344 w 23886"/>
                <a:gd name="csY12" fmla="*/ 10988 h 16720"/>
                <a:gd name="csX13" fmla="*/ 1433 w 23886"/>
                <a:gd name="csY13" fmla="*/ 10510 h 16720"/>
                <a:gd name="csX14" fmla="*/ 0 w 23886"/>
                <a:gd name="csY14" fmla="*/ 7166 h 16720"/>
                <a:gd name="csX15" fmla="*/ 2866 w 23886"/>
                <a:gd name="csY15" fmla="*/ 5255 h 16720"/>
                <a:gd name="csX16" fmla="*/ 4299 w 23886"/>
                <a:gd name="csY16" fmla="*/ 3344 h 16720"/>
                <a:gd name="csX17" fmla="*/ 10988 w 23886"/>
                <a:gd name="csY17" fmla="*/ 2866 h 16720"/>
                <a:gd name="csX18" fmla="*/ 12899 w 23886"/>
                <a:gd name="csY18" fmla="*/ 3822 h 16720"/>
                <a:gd name="csX19" fmla="*/ 13854 w 23886"/>
                <a:gd name="csY19" fmla="*/ 3344 h 16720"/>
                <a:gd name="csX20" fmla="*/ 15765 w 23886"/>
                <a:gd name="csY20" fmla="*/ 3344 h 16720"/>
                <a:gd name="csX21" fmla="*/ 19587 w 23886"/>
                <a:gd name="csY21" fmla="*/ 955 h 16720"/>
                <a:gd name="csX22" fmla="*/ 20065 w 23886"/>
                <a:gd name="csY22" fmla="*/ 0 h 16720"/>
                <a:gd name="csX23" fmla="*/ 23409 w 23886"/>
                <a:gd name="csY23" fmla="*/ 955 h 16720"/>
                <a:gd name="csX24" fmla="*/ 23886 w 23886"/>
                <a:gd name="csY24" fmla="*/ 2866 h 16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23886" h="16720">
                  <a:moveTo>
                    <a:pt x="23886" y="2866"/>
                  </a:moveTo>
                  <a:lnTo>
                    <a:pt x="21020" y="7166"/>
                  </a:lnTo>
                  <a:lnTo>
                    <a:pt x="18631" y="9555"/>
                  </a:lnTo>
                  <a:lnTo>
                    <a:pt x="13854" y="16721"/>
                  </a:lnTo>
                  <a:lnTo>
                    <a:pt x="12899" y="16721"/>
                  </a:lnTo>
                  <a:lnTo>
                    <a:pt x="11465" y="15765"/>
                  </a:lnTo>
                  <a:lnTo>
                    <a:pt x="10510" y="13854"/>
                  </a:lnTo>
                  <a:lnTo>
                    <a:pt x="8599" y="13376"/>
                  </a:lnTo>
                  <a:lnTo>
                    <a:pt x="8121" y="12421"/>
                  </a:lnTo>
                  <a:lnTo>
                    <a:pt x="7644" y="11465"/>
                  </a:lnTo>
                  <a:lnTo>
                    <a:pt x="7166" y="10988"/>
                  </a:lnTo>
                  <a:lnTo>
                    <a:pt x="5733" y="10510"/>
                  </a:lnTo>
                  <a:lnTo>
                    <a:pt x="3344" y="10988"/>
                  </a:lnTo>
                  <a:lnTo>
                    <a:pt x="1433" y="10510"/>
                  </a:lnTo>
                  <a:lnTo>
                    <a:pt x="0" y="7166"/>
                  </a:lnTo>
                  <a:lnTo>
                    <a:pt x="2866" y="5255"/>
                  </a:lnTo>
                  <a:lnTo>
                    <a:pt x="4299" y="3344"/>
                  </a:lnTo>
                  <a:lnTo>
                    <a:pt x="10988" y="2866"/>
                  </a:lnTo>
                  <a:lnTo>
                    <a:pt x="12899" y="3822"/>
                  </a:lnTo>
                  <a:lnTo>
                    <a:pt x="13854" y="3344"/>
                  </a:lnTo>
                  <a:lnTo>
                    <a:pt x="15765" y="3344"/>
                  </a:lnTo>
                  <a:lnTo>
                    <a:pt x="19587" y="955"/>
                  </a:lnTo>
                  <a:lnTo>
                    <a:pt x="20065" y="0"/>
                  </a:lnTo>
                  <a:lnTo>
                    <a:pt x="23409" y="955"/>
                  </a:lnTo>
                  <a:lnTo>
                    <a:pt x="2388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8" name="Freeform 4297">
              <a:extLst>
                <a:ext uri="{FF2B5EF4-FFF2-40B4-BE49-F238E27FC236}">
                  <a16:creationId xmlns:a16="http://schemas.microsoft.com/office/drawing/2014/main" id="{746FF43A-2802-4EF0-940E-574C757A8CFF}"/>
                </a:ext>
              </a:extLst>
            </p:cNvPr>
            <p:cNvSpPr/>
            <p:nvPr/>
          </p:nvSpPr>
          <p:spPr>
            <a:xfrm>
              <a:off x="4813773" y="2861241"/>
              <a:ext cx="10510" cy="14809"/>
            </a:xfrm>
            <a:custGeom>
              <a:avLst/>
              <a:gdLst>
                <a:gd name="csX0" fmla="*/ 8121 w 10510"/>
                <a:gd name="csY0" fmla="*/ 14332 h 14809"/>
                <a:gd name="csX1" fmla="*/ 6211 w 10510"/>
                <a:gd name="csY1" fmla="*/ 14810 h 14809"/>
                <a:gd name="csX2" fmla="*/ 956 w 10510"/>
                <a:gd name="csY2" fmla="*/ 11943 h 14809"/>
                <a:gd name="csX3" fmla="*/ 0 w 10510"/>
                <a:gd name="csY3" fmla="*/ 10510 h 14809"/>
                <a:gd name="csX4" fmla="*/ 0 w 10510"/>
                <a:gd name="csY4" fmla="*/ 9555 h 14809"/>
                <a:gd name="csX5" fmla="*/ 0 w 10510"/>
                <a:gd name="csY5" fmla="*/ 7644 h 14809"/>
                <a:gd name="csX6" fmla="*/ 1911 w 10510"/>
                <a:gd name="csY6" fmla="*/ 4777 h 14809"/>
                <a:gd name="csX7" fmla="*/ 5255 w 10510"/>
                <a:gd name="csY7" fmla="*/ 478 h 14809"/>
                <a:gd name="csX8" fmla="*/ 7166 w 10510"/>
                <a:gd name="csY8" fmla="*/ 0 h 14809"/>
                <a:gd name="csX9" fmla="*/ 8599 w 10510"/>
                <a:gd name="csY9" fmla="*/ 2389 h 14809"/>
                <a:gd name="csX10" fmla="*/ 10032 w 10510"/>
                <a:gd name="csY10" fmla="*/ 6211 h 14809"/>
                <a:gd name="csX11" fmla="*/ 10510 w 10510"/>
                <a:gd name="csY11" fmla="*/ 8121 h 14809"/>
                <a:gd name="csX12" fmla="*/ 10032 w 10510"/>
                <a:gd name="csY12" fmla="*/ 10032 h 14809"/>
                <a:gd name="csX13" fmla="*/ 10032 w 10510"/>
                <a:gd name="csY13" fmla="*/ 11943 h 14809"/>
                <a:gd name="csX14" fmla="*/ 9077 w 10510"/>
                <a:gd name="csY14" fmla="*/ 13377 h 14809"/>
                <a:gd name="csX15" fmla="*/ 8121 w 10510"/>
                <a:gd name="csY15" fmla="*/ 14332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0510" h="14809">
                  <a:moveTo>
                    <a:pt x="8121" y="14332"/>
                  </a:moveTo>
                  <a:lnTo>
                    <a:pt x="6211" y="14810"/>
                  </a:lnTo>
                  <a:lnTo>
                    <a:pt x="956" y="11943"/>
                  </a:lnTo>
                  <a:lnTo>
                    <a:pt x="0" y="10510"/>
                  </a:lnTo>
                  <a:lnTo>
                    <a:pt x="0" y="9555"/>
                  </a:lnTo>
                  <a:lnTo>
                    <a:pt x="0" y="7644"/>
                  </a:lnTo>
                  <a:lnTo>
                    <a:pt x="1911" y="4777"/>
                  </a:lnTo>
                  <a:lnTo>
                    <a:pt x="5255" y="478"/>
                  </a:lnTo>
                  <a:lnTo>
                    <a:pt x="7166" y="0"/>
                  </a:lnTo>
                  <a:lnTo>
                    <a:pt x="8599" y="2389"/>
                  </a:lnTo>
                  <a:lnTo>
                    <a:pt x="10032" y="6211"/>
                  </a:lnTo>
                  <a:lnTo>
                    <a:pt x="10510" y="8121"/>
                  </a:lnTo>
                  <a:lnTo>
                    <a:pt x="10032" y="10032"/>
                  </a:lnTo>
                  <a:lnTo>
                    <a:pt x="10032" y="11943"/>
                  </a:lnTo>
                  <a:lnTo>
                    <a:pt x="9077" y="13377"/>
                  </a:lnTo>
                  <a:lnTo>
                    <a:pt x="8121" y="143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9" name="Freeform 4298">
              <a:extLst>
                <a:ext uri="{FF2B5EF4-FFF2-40B4-BE49-F238E27FC236}">
                  <a16:creationId xmlns:a16="http://schemas.microsoft.com/office/drawing/2014/main" id="{B011889B-616F-DE44-A3F7-6B510329CE86}"/>
                </a:ext>
              </a:extLst>
            </p:cNvPr>
            <p:cNvSpPr/>
            <p:nvPr/>
          </p:nvSpPr>
          <p:spPr>
            <a:xfrm>
              <a:off x="5327810" y="2875573"/>
              <a:ext cx="53027" cy="32485"/>
            </a:xfrm>
            <a:custGeom>
              <a:avLst/>
              <a:gdLst>
                <a:gd name="csX0" fmla="*/ 51595 w 53027"/>
                <a:gd name="csY0" fmla="*/ 6688 h 32485"/>
                <a:gd name="csX1" fmla="*/ 52072 w 53027"/>
                <a:gd name="csY1" fmla="*/ 10032 h 32485"/>
                <a:gd name="csX2" fmla="*/ 52550 w 53027"/>
                <a:gd name="csY2" fmla="*/ 11466 h 32485"/>
                <a:gd name="csX3" fmla="*/ 52072 w 53027"/>
                <a:gd name="csY3" fmla="*/ 12899 h 32485"/>
                <a:gd name="csX4" fmla="*/ 51595 w 53027"/>
                <a:gd name="csY4" fmla="*/ 13854 h 32485"/>
                <a:gd name="csX5" fmla="*/ 51117 w 53027"/>
                <a:gd name="csY5" fmla="*/ 14332 h 32485"/>
                <a:gd name="csX6" fmla="*/ 52550 w 53027"/>
                <a:gd name="csY6" fmla="*/ 16721 h 32485"/>
                <a:gd name="csX7" fmla="*/ 53028 w 53027"/>
                <a:gd name="csY7" fmla="*/ 18154 h 32485"/>
                <a:gd name="csX8" fmla="*/ 53028 w 53027"/>
                <a:gd name="csY8" fmla="*/ 19109 h 32485"/>
                <a:gd name="csX9" fmla="*/ 52072 w 53027"/>
                <a:gd name="csY9" fmla="*/ 21498 h 32485"/>
                <a:gd name="csX10" fmla="*/ 44429 w 53027"/>
                <a:gd name="csY10" fmla="*/ 24364 h 32485"/>
                <a:gd name="csX11" fmla="*/ 42040 w 53027"/>
                <a:gd name="csY11" fmla="*/ 25798 h 32485"/>
                <a:gd name="csX12" fmla="*/ 39174 w 53027"/>
                <a:gd name="csY12" fmla="*/ 29142 h 32485"/>
                <a:gd name="csX13" fmla="*/ 35830 w 53027"/>
                <a:gd name="csY13" fmla="*/ 32486 h 32485"/>
                <a:gd name="csX14" fmla="*/ 34874 w 53027"/>
                <a:gd name="csY14" fmla="*/ 32486 h 32485"/>
                <a:gd name="csX15" fmla="*/ 33441 w 53027"/>
                <a:gd name="csY15" fmla="*/ 29142 h 32485"/>
                <a:gd name="csX16" fmla="*/ 28186 w 53027"/>
                <a:gd name="csY16" fmla="*/ 26753 h 32485"/>
                <a:gd name="csX17" fmla="*/ 18631 w 53027"/>
                <a:gd name="csY17" fmla="*/ 28186 h 32485"/>
                <a:gd name="csX18" fmla="*/ 6688 w 53027"/>
                <a:gd name="csY18" fmla="*/ 31052 h 32485"/>
                <a:gd name="csX19" fmla="*/ 2866 w 53027"/>
                <a:gd name="csY19" fmla="*/ 32486 h 32485"/>
                <a:gd name="csX20" fmla="*/ 478 w 53027"/>
                <a:gd name="csY20" fmla="*/ 31530 h 32485"/>
                <a:gd name="csX21" fmla="*/ 0 w 53027"/>
                <a:gd name="csY21" fmla="*/ 30575 h 32485"/>
                <a:gd name="csX22" fmla="*/ 0 w 53027"/>
                <a:gd name="csY22" fmla="*/ 29142 h 32485"/>
                <a:gd name="csX23" fmla="*/ 1433 w 53027"/>
                <a:gd name="csY23" fmla="*/ 24842 h 32485"/>
                <a:gd name="csX24" fmla="*/ 1911 w 53027"/>
                <a:gd name="csY24" fmla="*/ 23409 h 32485"/>
                <a:gd name="csX25" fmla="*/ 4777 w 53027"/>
                <a:gd name="csY25" fmla="*/ 21976 h 32485"/>
                <a:gd name="csX26" fmla="*/ 6210 w 53027"/>
                <a:gd name="csY26" fmla="*/ 18154 h 32485"/>
                <a:gd name="csX27" fmla="*/ 5733 w 53027"/>
                <a:gd name="csY27" fmla="*/ 13854 h 32485"/>
                <a:gd name="csX28" fmla="*/ 6210 w 53027"/>
                <a:gd name="csY28" fmla="*/ 8121 h 32485"/>
                <a:gd name="csX29" fmla="*/ 8121 w 53027"/>
                <a:gd name="csY29" fmla="*/ 7166 h 32485"/>
                <a:gd name="csX30" fmla="*/ 12899 w 53027"/>
                <a:gd name="csY30" fmla="*/ 9077 h 32485"/>
                <a:gd name="csX31" fmla="*/ 15765 w 53027"/>
                <a:gd name="csY31" fmla="*/ 9555 h 32485"/>
                <a:gd name="csX32" fmla="*/ 21020 w 53027"/>
                <a:gd name="csY32" fmla="*/ 10032 h 32485"/>
                <a:gd name="csX33" fmla="*/ 28186 w 53027"/>
                <a:gd name="csY33" fmla="*/ 9077 h 32485"/>
                <a:gd name="csX34" fmla="*/ 33441 w 53027"/>
                <a:gd name="csY34" fmla="*/ 6688 h 32485"/>
                <a:gd name="csX35" fmla="*/ 43951 w 53027"/>
                <a:gd name="csY35" fmla="*/ 0 h 32485"/>
                <a:gd name="csX36" fmla="*/ 45862 w 53027"/>
                <a:gd name="csY36" fmla="*/ 0 h 32485"/>
                <a:gd name="csX37" fmla="*/ 47295 w 53027"/>
                <a:gd name="csY37" fmla="*/ 2389 h 32485"/>
                <a:gd name="csX38" fmla="*/ 48251 w 53027"/>
                <a:gd name="csY38" fmla="*/ 3344 h 32485"/>
                <a:gd name="csX39" fmla="*/ 51117 w 53027"/>
                <a:gd name="csY39" fmla="*/ 5255 h 32485"/>
                <a:gd name="csX40" fmla="*/ 51595 w 53027"/>
                <a:gd name="csY40" fmla="*/ 6688 h 32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53027" h="32485">
                  <a:moveTo>
                    <a:pt x="51595" y="6688"/>
                  </a:moveTo>
                  <a:lnTo>
                    <a:pt x="52072" y="10032"/>
                  </a:lnTo>
                  <a:lnTo>
                    <a:pt x="52550" y="11466"/>
                  </a:lnTo>
                  <a:lnTo>
                    <a:pt x="52072" y="12899"/>
                  </a:lnTo>
                  <a:lnTo>
                    <a:pt x="51595" y="13854"/>
                  </a:lnTo>
                  <a:lnTo>
                    <a:pt x="51117" y="14332"/>
                  </a:lnTo>
                  <a:lnTo>
                    <a:pt x="52550" y="16721"/>
                  </a:lnTo>
                  <a:lnTo>
                    <a:pt x="53028" y="18154"/>
                  </a:lnTo>
                  <a:lnTo>
                    <a:pt x="53028" y="19109"/>
                  </a:lnTo>
                  <a:lnTo>
                    <a:pt x="52072" y="21498"/>
                  </a:lnTo>
                  <a:lnTo>
                    <a:pt x="44429" y="24364"/>
                  </a:lnTo>
                  <a:lnTo>
                    <a:pt x="42040" y="25798"/>
                  </a:lnTo>
                  <a:lnTo>
                    <a:pt x="39174" y="29142"/>
                  </a:lnTo>
                  <a:lnTo>
                    <a:pt x="35830" y="32486"/>
                  </a:lnTo>
                  <a:lnTo>
                    <a:pt x="34874" y="32486"/>
                  </a:lnTo>
                  <a:lnTo>
                    <a:pt x="33441" y="29142"/>
                  </a:lnTo>
                  <a:lnTo>
                    <a:pt x="28186" y="26753"/>
                  </a:lnTo>
                  <a:lnTo>
                    <a:pt x="18631" y="28186"/>
                  </a:lnTo>
                  <a:lnTo>
                    <a:pt x="6688" y="31052"/>
                  </a:lnTo>
                  <a:lnTo>
                    <a:pt x="2866" y="32486"/>
                  </a:lnTo>
                  <a:lnTo>
                    <a:pt x="478" y="31530"/>
                  </a:lnTo>
                  <a:lnTo>
                    <a:pt x="0" y="30575"/>
                  </a:lnTo>
                  <a:lnTo>
                    <a:pt x="0" y="29142"/>
                  </a:lnTo>
                  <a:lnTo>
                    <a:pt x="1433" y="24842"/>
                  </a:lnTo>
                  <a:lnTo>
                    <a:pt x="1911" y="23409"/>
                  </a:lnTo>
                  <a:lnTo>
                    <a:pt x="4777" y="21976"/>
                  </a:lnTo>
                  <a:lnTo>
                    <a:pt x="6210" y="18154"/>
                  </a:lnTo>
                  <a:lnTo>
                    <a:pt x="5733" y="13854"/>
                  </a:lnTo>
                  <a:lnTo>
                    <a:pt x="6210" y="8121"/>
                  </a:lnTo>
                  <a:lnTo>
                    <a:pt x="8121" y="7166"/>
                  </a:lnTo>
                  <a:lnTo>
                    <a:pt x="12899" y="9077"/>
                  </a:lnTo>
                  <a:lnTo>
                    <a:pt x="15765" y="9555"/>
                  </a:lnTo>
                  <a:lnTo>
                    <a:pt x="21020" y="10032"/>
                  </a:lnTo>
                  <a:lnTo>
                    <a:pt x="28186" y="9077"/>
                  </a:lnTo>
                  <a:lnTo>
                    <a:pt x="33441" y="6688"/>
                  </a:lnTo>
                  <a:lnTo>
                    <a:pt x="43951" y="0"/>
                  </a:lnTo>
                  <a:lnTo>
                    <a:pt x="45862" y="0"/>
                  </a:lnTo>
                  <a:lnTo>
                    <a:pt x="47295" y="2389"/>
                  </a:lnTo>
                  <a:lnTo>
                    <a:pt x="48251" y="3344"/>
                  </a:lnTo>
                  <a:lnTo>
                    <a:pt x="51117" y="5255"/>
                  </a:lnTo>
                  <a:lnTo>
                    <a:pt x="51595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0" name="Freeform 4299">
              <a:extLst>
                <a:ext uri="{FF2B5EF4-FFF2-40B4-BE49-F238E27FC236}">
                  <a16:creationId xmlns:a16="http://schemas.microsoft.com/office/drawing/2014/main" id="{E58852E8-E70A-99BB-BFD3-4A826FE76AE8}"/>
                </a:ext>
              </a:extLst>
            </p:cNvPr>
            <p:cNvSpPr/>
            <p:nvPr/>
          </p:nvSpPr>
          <p:spPr>
            <a:xfrm>
              <a:off x="4849603" y="2878917"/>
              <a:ext cx="10510" cy="7165"/>
            </a:xfrm>
            <a:custGeom>
              <a:avLst/>
              <a:gdLst>
                <a:gd name="csX0" fmla="*/ 9555 w 10510"/>
                <a:gd name="csY0" fmla="*/ 7166 h 7165"/>
                <a:gd name="csX1" fmla="*/ 6688 w 10510"/>
                <a:gd name="csY1" fmla="*/ 7166 h 7165"/>
                <a:gd name="csX2" fmla="*/ 478 w 10510"/>
                <a:gd name="csY2" fmla="*/ 6210 h 7165"/>
                <a:gd name="csX3" fmla="*/ 0 w 10510"/>
                <a:gd name="csY3" fmla="*/ 5255 h 7165"/>
                <a:gd name="csX4" fmla="*/ 0 w 10510"/>
                <a:gd name="csY4" fmla="*/ 4300 h 7165"/>
                <a:gd name="csX5" fmla="*/ 956 w 10510"/>
                <a:gd name="csY5" fmla="*/ 478 h 7165"/>
                <a:gd name="csX6" fmla="*/ 3344 w 10510"/>
                <a:gd name="csY6" fmla="*/ 0 h 7165"/>
                <a:gd name="csX7" fmla="*/ 6688 w 10510"/>
                <a:gd name="csY7" fmla="*/ 1911 h 7165"/>
                <a:gd name="csX8" fmla="*/ 10032 w 10510"/>
                <a:gd name="csY8" fmla="*/ 4777 h 7165"/>
                <a:gd name="csX9" fmla="*/ 10510 w 10510"/>
                <a:gd name="csY9" fmla="*/ 6210 h 7165"/>
                <a:gd name="csX10" fmla="*/ 9555 w 10510"/>
                <a:gd name="csY10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0510" h="7165">
                  <a:moveTo>
                    <a:pt x="9555" y="7166"/>
                  </a:moveTo>
                  <a:lnTo>
                    <a:pt x="6688" y="7166"/>
                  </a:lnTo>
                  <a:lnTo>
                    <a:pt x="478" y="6210"/>
                  </a:lnTo>
                  <a:lnTo>
                    <a:pt x="0" y="5255"/>
                  </a:lnTo>
                  <a:lnTo>
                    <a:pt x="0" y="4300"/>
                  </a:lnTo>
                  <a:lnTo>
                    <a:pt x="956" y="478"/>
                  </a:lnTo>
                  <a:lnTo>
                    <a:pt x="3344" y="0"/>
                  </a:lnTo>
                  <a:lnTo>
                    <a:pt x="6688" y="1911"/>
                  </a:lnTo>
                  <a:lnTo>
                    <a:pt x="10032" y="4777"/>
                  </a:lnTo>
                  <a:lnTo>
                    <a:pt x="10510" y="6210"/>
                  </a:lnTo>
                  <a:lnTo>
                    <a:pt x="9555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1" name="Freeform 4300">
              <a:extLst>
                <a:ext uri="{FF2B5EF4-FFF2-40B4-BE49-F238E27FC236}">
                  <a16:creationId xmlns:a16="http://schemas.microsoft.com/office/drawing/2014/main" id="{492A21EB-6E89-A1B4-E545-19C45598AABC}"/>
                </a:ext>
              </a:extLst>
            </p:cNvPr>
            <p:cNvSpPr/>
            <p:nvPr/>
          </p:nvSpPr>
          <p:spPr>
            <a:xfrm>
              <a:off x="4794664" y="2915225"/>
              <a:ext cx="59716" cy="55894"/>
            </a:xfrm>
            <a:custGeom>
              <a:avLst/>
              <a:gdLst>
                <a:gd name="csX0" fmla="*/ 43474 w 59716"/>
                <a:gd name="csY0" fmla="*/ 20065 h 55894"/>
                <a:gd name="csX1" fmla="*/ 50162 w 59716"/>
                <a:gd name="csY1" fmla="*/ 24364 h 55894"/>
                <a:gd name="csX2" fmla="*/ 56850 w 59716"/>
                <a:gd name="csY2" fmla="*/ 27230 h 55894"/>
                <a:gd name="csX3" fmla="*/ 57805 w 59716"/>
                <a:gd name="csY3" fmla="*/ 28664 h 55894"/>
                <a:gd name="csX4" fmla="*/ 58283 w 59716"/>
                <a:gd name="csY4" fmla="*/ 30575 h 55894"/>
                <a:gd name="csX5" fmla="*/ 58283 w 59716"/>
                <a:gd name="csY5" fmla="*/ 31530 h 55894"/>
                <a:gd name="csX6" fmla="*/ 58283 w 59716"/>
                <a:gd name="csY6" fmla="*/ 32486 h 55894"/>
                <a:gd name="csX7" fmla="*/ 57805 w 59716"/>
                <a:gd name="csY7" fmla="*/ 33441 h 55894"/>
                <a:gd name="csX8" fmla="*/ 58283 w 59716"/>
                <a:gd name="csY8" fmla="*/ 34874 h 55894"/>
                <a:gd name="csX9" fmla="*/ 59716 w 59716"/>
                <a:gd name="csY9" fmla="*/ 36307 h 55894"/>
                <a:gd name="csX10" fmla="*/ 59716 w 59716"/>
                <a:gd name="csY10" fmla="*/ 37741 h 55894"/>
                <a:gd name="csX11" fmla="*/ 58283 w 59716"/>
                <a:gd name="csY11" fmla="*/ 40607 h 55894"/>
                <a:gd name="csX12" fmla="*/ 55417 w 59716"/>
                <a:gd name="csY12" fmla="*/ 43951 h 55894"/>
                <a:gd name="csX13" fmla="*/ 42518 w 59716"/>
                <a:gd name="csY13" fmla="*/ 50162 h 55894"/>
                <a:gd name="csX14" fmla="*/ 37741 w 59716"/>
                <a:gd name="csY14" fmla="*/ 51595 h 55894"/>
                <a:gd name="csX15" fmla="*/ 26753 w 59716"/>
                <a:gd name="csY15" fmla="*/ 55894 h 55894"/>
                <a:gd name="csX16" fmla="*/ 22931 w 59716"/>
                <a:gd name="csY16" fmla="*/ 55894 h 55894"/>
                <a:gd name="csX17" fmla="*/ 22453 w 59716"/>
                <a:gd name="csY17" fmla="*/ 55417 h 55894"/>
                <a:gd name="csX18" fmla="*/ 20065 w 59716"/>
                <a:gd name="csY18" fmla="*/ 53506 h 55894"/>
                <a:gd name="csX19" fmla="*/ 17198 w 59716"/>
                <a:gd name="csY19" fmla="*/ 51595 h 55894"/>
                <a:gd name="csX20" fmla="*/ 15765 w 59716"/>
                <a:gd name="csY20" fmla="*/ 50162 h 55894"/>
                <a:gd name="csX21" fmla="*/ 14332 w 59716"/>
                <a:gd name="csY21" fmla="*/ 48251 h 55894"/>
                <a:gd name="csX22" fmla="*/ 15287 w 59716"/>
                <a:gd name="csY22" fmla="*/ 46817 h 55894"/>
                <a:gd name="csX23" fmla="*/ 17198 w 59716"/>
                <a:gd name="csY23" fmla="*/ 46340 h 55894"/>
                <a:gd name="csX24" fmla="*/ 20543 w 59716"/>
                <a:gd name="csY24" fmla="*/ 46340 h 55894"/>
                <a:gd name="csX25" fmla="*/ 24842 w 59716"/>
                <a:gd name="csY25" fmla="*/ 44907 h 55894"/>
                <a:gd name="csX26" fmla="*/ 23886 w 59716"/>
                <a:gd name="csY26" fmla="*/ 43951 h 55894"/>
                <a:gd name="csX27" fmla="*/ 22453 w 59716"/>
                <a:gd name="csY27" fmla="*/ 42996 h 55894"/>
                <a:gd name="csX28" fmla="*/ 21498 w 59716"/>
                <a:gd name="csY28" fmla="*/ 41085 h 55894"/>
                <a:gd name="csX29" fmla="*/ 19587 w 59716"/>
                <a:gd name="csY29" fmla="*/ 41562 h 55894"/>
                <a:gd name="csX30" fmla="*/ 18154 w 59716"/>
                <a:gd name="csY30" fmla="*/ 40607 h 55894"/>
                <a:gd name="csX31" fmla="*/ 15765 w 59716"/>
                <a:gd name="csY31" fmla="*/ 39651 h 55894"/>
                <a:gd name="csX32" fmla="*/ 8121 w 59716"/>
                <a:gd name="csY32" fmla="*/ 39174 h 55894"/>
                <a:gd name="csX33" fmla="*/ 3822 w 59716"/>
                <a:gd name="csY33" fmla="*/ 37741 h 55894"/>
                <a:gd name="csX34" fmla="*/ 2389 w 59716"/>
                <a:gd name="csY34" fmla="*/ 36307 h 55894"/>
                <a:gd name="csX35" fmla="*/ 956 w 59716"/>
                <a:gd name="csY35" fmla="*/ 34874 h 55894"/>
                <a:gd name="csX36" fmla="*/ 0 w 59716"/>
                <a:gd name="csY36" fmla="*/ 32008 h 55894"/>
                <a:gd name="csX37" fmla="*/ 1433 w 59716"/>
                <a:gd name="csY37" fmla="*/ 22453 h 55894"/>
                <a:gd name="csX38" fmla="*/ 2389 w 59716"/>
                <a:gd name="csY38" fmla="*/ 19587 h 55894"/>
                <a:gd name="csX39" fmla="*/ 4777 w 59716"/>
                <a:gd name="csY39" fmla="*/ 18631 h 55894"/>
                <a:gd name="csX40" fmla="*/ 10988 w 59716"/>
                <a:gd name="csY40" fmla="*/ 21020 h 55894"/>
                <a:gd name="csX41" fmla="*/ 11943 w 59716"/>
                <a:gd name="csY41" fmla="*/ 20065 h 55894"/>
                <a:gd name="csX42" fmla="*/ 5255 w 59716"/>
                <a:gd name="csY42" fmla="*/ 16243 h 55894"/>
                <a:gd name="csX43" fmla="*/ 2867 w 59716"/>
                <a:gd name="csY43" fmla="*/ 14332 h 55894"/>
                <a:gd name="csX44" fmla="*/ 1911 w 59716"/>
                <a:gd name="csY44" fmla="*/ 12421 h 55894"/>
                <a:gd name="csX45" fmla="*/ 1911 w 59716"/>
                <a:gd name="csY45" fmla="*/ 10032 h 55894"/>
                <a:gd name="csX46" fmla="*/ 1911 w 59716"/>
                <a:gd name="csY46" fmla="*/ 8599 h 55894"/>
                <a:gd name="csX47" fmla="*/ 1911 w 59716"/>
                <a:gd name="csY47" fmla="*/ 6688 h 55894"/>
                <a:gd name="csX48" fmla="*/ 2389 w 59716"/>
                <a:gd name="csY48" fmla="*/ 5255 h 55894"/>
                <a:gd name="csX49" fmla="*/ 4300 w 59716"/>
                <a:gd name="csY49" fmla="*/ 3344 h 55894"/>
                <a:gd name="csX50" fmla="*/ 10988 w 59716"/>
                <a:gd name="csY50" fmla="*/ 0 h 55894"/>
                <a:gd name="csX51" fmla="*/ 18154 w 59716"/>
                <a:gd name="csY51" fmla="*/ 955 h 55894"/>
                <a:gd name="csX52" fmla="*/ 30575 w 59716"/>
                <a:gd name="csY52" fmla="*/ 5255 h 55894"/>
                <a:gd name="csX53" fmla="*/ 32008 w 59716"/>
                <a:gd name="csY53" fmla="*/ 6210 h 55894"/>
                <a:gd name="csX54" fmla="*/ 35830 w 59716"/>
                <a:gd name="csY54" fmla="*/ 9555 h 55894"/>
                <a:gd name="csX55" fmla="*/ 43474 w 59716"/>
                <a:gd name="csY55" fmla="*/ 20065 h 5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</a:cxnLst>
              <a:rect l="l" t="t" r="r" b="b"/>
              <a:pathLst>
                <a:path w="59716" h="55894">
                  <a:moveTo>
                    <a:pt x="43474" y="20065"/>
                  </a:moveTo>
                  <a:lnTo>
                    <a:pt x="50162" y="24364"/>
                  </a:lnTo>
                  <a:lnTo>
                    <a:pt x="56850" y="27230"/>
                  </a:lnTo>
                  <a:lnTo>
                    <a:pt x="57805" y="28664"/>
                  </a:lnTo>
                  <a:lnTo>
                    <a:pt x="58283" y="30575"/>
                  </a:lnTo>
                  <a:lnTo>
                    <a:pt x="58283" y="31530"/>
                  </a:lnTo>
                  <a:lnTo>
                    <a:pt x="58283" y="32486"/>
                  </a:lnTo>
                  <a:lnTo>
                    <a:pt x="57805" y="33441"/>
                  </a:lnTo>
                  <a:lnTo>
                    <a:pt x="58283" y="34874"/>
                  </a:lnTo>
                  <a:lnTo>
                    <a:pt x="59716" y="36307"/>
                  </a:lnTo>
                  <a:lnTo>
                    <a:pt x="59716" y="37741"/>
                  </a:lnTo>
                  <a:lnTo>
                    <a:pt x="58283" y="40607"/>
                  </a:lnTo>
                  <a:lnTo>
                    <a:pt x="55417" y="43951"/>
                  </a:lnTo>
                  <a:lnTo>
                    <a:pt x="42518" y="50162"/>
                  </a:lnTo>
                  <a:lnTo>
                    <a:pt x="37741" y="51595"/>
                  </a:lnTo>
                  <a:lnTo>
                    <a:pt x="26753" y="55894"/>
                  </a:lnTo>
                  <a:lnTo>
                    <a:pt x="22931" y="55894"/>
                  </a:lnTo>
                  <a:lnTo>
                    <a:pt x="22453" y="55417"/>
                  </a:lnTo>
                  <a:lnTo>
                    <a:pt x="20065" y="53506"/>
                  </a:lnTo>
                  <a:lnTo>
                    <a:pt x="17198" y="51595"/>
                  </a:lnTo>
                  <a:lnTo>
                    <a:pt x="15765" y="50162"/>
                  </a:lnTo>
                  <a:lnTo>
                    <a:pt x="14332" y="48251"/>
                  </a:lnTo>
                  <a:lnTo>
                    <a:pt x="15287" y="46817"/>
                  </a:lnTo>
                  <a:lnTo>
                    <a:pt x="17198" y="46340"/>
                  </a:lnTo>
                  <a:lnTo>
                    <a:pt x="20543" y="46340"/>
                  </a:lnTo>
                  <a:lnTo>
                    <a:pt x="24842" y="44907"/>
                  </a:lnTo>
                  <a:lnTo>
                    <a:pt x="23886" y="43951"/>
                  </a:lnTo>
                  <a:lnTo>
                    <a:pt x="22453" y="42996"/>
                  </a:lnTo>
                  <a:lnTo>
                    <a:pt x="21498" y="41085"/>
                  </a:lnTo>
                  <a:lnTo>
                    <a:pt x="19587" y="41562"/>
                  </a:lnTo>
                  <a:lnTo>
                    <a:pt x="18154" y="40607"/>
                  </a:lnTo>
                  <a:lnTo>
                    <a:pt x="15765" y="39651"/>
                  </a:lnTo>
                  <a:lnTo>
                    <a:pt x="8121" y="39174"/>
                  </a:lnTo>
                  <a:lnTo>
                    <a:pt x="3822" y="37741"/>
                  </a:lnTo>
                  <a:lnTo>
                    <a:pt x="2389" y="36307"/>
                  </a:lnTo>
                  <a:lnTo>
                    <a:pt x="956" y="34874"/>
                  </a:lnTo>
                  <a:lnTo>
                    <a:pt x="0" y="32008"/>
                  </a:lnTo>
                  <a:lnTo>
                    <a:pt x="1433" y="22453"/>
                  </a:lnTo>
                  <a:lnTo>
                    <a:pt x="2389" y="19587"/>
                  </a:lnTo>
                  <a:lnTo>
                    <a:pt x="4777" y="18631"/>
                  </a:lnTo>
                  <a:lnTo>
                    <a:pt x="10988" y="21020"/>
                  </a:lnTo>
                  <a:lnTo>
                    <a:pt x="11943" y="20065"/>
                  </a:lnTo>
                  <a:lnTo>
                    <a:pt x="5255" y="16243"/>
                  </a:lnTo>
                  <a:lnTo>
                    <a:pt x="2867" y="14332"/>
                  </a:lnTo>
                  <a:lnTo>
                    <a:pt x="1911" y="12421"/>
                  </a:lnTo>
                  <a:lnTo>
                    <a:pt x="1911" y="10032"/>
                  </a:lnTo>
                  <a:lnTo>
                    <a:pt x="1911" y="8599"/>
                  </a:lnTo>
                  <a:lnTo>
                    <a:pt x="1911" y="6688"/>
                  </a:lnTo>
                  <a:lnTo>
                    <a:pt x="2389" y="5255"/>
                  </a:lnTo>
                  <a:lnTo>
                    <a:pt x="4300" y="3344"/>
                  </a:lnTo>
                  <a:lnTo>
                    <a:pt x="10988" y="0"/>
                  </a:lnTo>
                  <a:lnTo>
                    <a:pt x="18154" y="955"/>
                  </a:lnTo>
                  <a:lnTo>
                    <a:pt x="30575" y="5255"/>
                  </a:lnTo>
                  <a:lnTo>
                    <a:pt x="32008" y="6210"/>
                  </a:lnTo>
                  <a:lnTo>
                    <a:pt x="35830" y="9555"/>
                  </a:lnTo>
                  <a:lnTo>
                    <a:pt x="43474" y="200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" name="Freeform 4301">
              <a:extLst>
                <a:ext uri="{FF2B5EF4-FFF2-40B4-BE49-F238E27FC236}">
                  <a16:creationId xmlns:a16="http://schemas.microsoft.com/office/drawing/2014/main" id="{92D388C5-5EE6-488D-3F75-8ADE131128E0}"/>
                </a:ext>
              </a:extLst>
            </p:cNvPr>
            <p:cNvSpPr/>
            <p:nvPr/>
          </p:nvSpPr>
          <p:spPr>
            <a:xfrm>
              <a:off x="4865368" y="2936245"/>
              <a:ext cx="13376" cy="21497"/>
            </a:xfrm>
            <a:custGeom>
              <a:avLst/>
              <a:gdLst>
                <a:gd name="csX0" fmla="*/ 6688 w 13376"/>
                <a:gd name="csY0" fmla="*/ 19587 h 21497"/>
                <a:gd name="csX1" fmla="*/ 3822 w 13376"/>
                <a:gd name="csY1" fmla="*/ 21498 h 21497"/>
                <a:gd name="csX2" fmla="*/ 2866 w 13376"/>
                <a:gd name="csY2" fmla="*/ 21020 h 21497"/>
                <a:gd name="csX3" fmla="*/ 2389 w 13376"/>
                <a:gd name="csY3" fmla="*/ 19587 h 21497"/>
                <a:gd name="csX4" fmla="*/ 955 w 13376"/>
                <a:gd name="csY4" fmla="*/ 13376 h 21497"/>
                <a:gd name="csX5" fmla="*/ 478 w 13376"/>
                <a:gd name="csY5" fmla="*/ 10032 h 21497"/>
                <a:gd name="csX6" fmla="*/ 478 w 13376"/>
                <a:gd name="csY6" fmla="*/ 6210 h 21497"/>
                <a:gd name="csX7" fmla="*/ 0 w 13376"/>
                <a:gd name="csY7" fmla="*/ 3822 h 21497"/>
                <a:gd name="csX8" fmla="*/ 2866 w 13376"/>
                <a:gd name="csY8" fmla="*/ 478 h 21497"/>
                <a:gd name="csX9" fmla="*/ 5255 w 13376"/>
                <a:gd name="csY9" fmla="*/ 0 h 21497"/>
                <a:gd name="csX10" fmla="*/ 8121 w 13376"/>
                <a:gd name="csY10" fmla="*/ 956 h 21497"/>
                <a:gd name="csX11" fmla="*/ 13376 w 13376"/>
                <a:gd name="csY11" fmla="*/ 4300 h 21497"/>
                <a:gd name="csX12" fmla="*/ 12898 w 13376"/>
                <a:gd name="csY12" fmla="*/ 5255 h 21497"/>
                <a:gd name="csX13" fmla="*/ 11943 w 13376"/>
                <a:gd name="csY13" fmla="*/ 6688 h 21497"/>
                <a:gd name="csX14" fmla="*/ 8599 w 13376"/>
                <a:gd name="csY14" fmla="*/ 9077 h 21497"/>
                <a:gd name="csX15" fmla="*/ 7644 w 13376"/>
                <a:gd name="csY15" fmla="*/ 13854 h 21497"/>
                <a:gd name="csX16" fmla="*/ 7644 w 13376"/>
                <a:gd name="csY16" fmla="*/ 16243 h 21497"/>
                <a:gd name="csX17" fmla="*/ 7644 w 13376"/>
                <a:gd name="csY17" fmla="*/ 18154 h 21497"/>
                <a:gd name="csX18" fmla="*/ 6688 w 13376"/>
                <a:gd name="csY18" fmla="*/ 19587 h 21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3376" h="21497">
                  <a:moveTo>
                    <a:pt x="6688" y="19587"/>
                  </a:moveTo>
                  <a:lnTo>
                    <a:pt x="3822" y="21498"/>
                  </a:lnTo>
                  <a:lnTo>
                    <a:pt x="2866" y="21020"/>
                  </a:lnTo>
                  <a:lnTo>
                    <a:pt x="2389" y="19587"/>
                  </a:lnTo>
                  <a:lnTo>
                    <a:pt x="955" y="13376"/>
                  </a:lnTo>
                  <a:lnTo>
                    <a:pt x="478" y="10032"/>
                  </a:lnTo>
                  <a:lnTo>
                    <a:pt x="478" y="6210"/>
                  </a:lnTo>
                  <a:lnTo>
                    <a:pt x="0" y="3822"/>
                  </a:lnTo>
                  <a:lnTo>
                    <a:pt x="2866" y="478"/>
                  </a:lnTo>
                  <a:lnTo>
                    <a:pt x="5255" y="0"/>
                  </a:lnTo>
                  <a:lnTo>
                    <a:pt x="8121" y="956"/>
                  </a:lnTo>
                  <a:lnTo>
                    <a:pt x="13376" y="4300"/>
                  </a:lnTo>
                  <a:lnTo>
                    <a:pt x="12898" y="5255"/>
                  </a:lnTo>
                  <a:lnTo>
                    <a:pt x="11943" y="6688"/>
                  </a:lnTo>
                  <a:lnTo>
                    <a:pt x="8599" y="9077"/>
                  </a:lnTo>
                  <a:lnTo>
                    <a:pt x="7644" y="13854"/>
                  </a:lnTo>
                  <a:lnTo>
                    <a:pt x="7644" y="16243"/>
                  </a:lnTo>
                  <a:lnTo>
                    <a:pt x="7644" y="18154"/>
                  </a:lnTo>
                  <a:lnTo>
                    <a:pt x="6688" y="195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3" name="Freeform 4302">
              <a:extLst>
                <a:ext uri="{FF2B5EF4-FFF2-40B4-BE49-F238E27FC236}">
                  <a16:creationId xmlns:a16="http://schemas.microsoft.com/office/drawing/2014/main" id="{641FEFC4-D41E-8112-DAE5-21FF82A26330}"/>
                </a:ext>
              </a:extLst>
            </p:cNvPr>
            <p:cNvSpPr/>
            <p:nvPr/>
          </p:nvSpPr>
          <p:spPr>
            <a:xfrm>
              <a:off x="5145317" y="3139280"/>
              <a:ext cx="5732" cy="8121"/>
            </a:xfrm>
            <a:custGeom>
              <a:avLst/>
              <a:gdLst>
                <a:gd name="csX0" fmla="*/ 3822 w 5732"/>
                <a:gd name="csY0" fmla="*/ 8121 h 8121"/>
                <a:gd name="csX1" fmla="*/ 956 w 5732"/>
                <a:gd name="csY1" fmla="*/ 8121 h 8121"/>
                <a:gd name="csX2" fmla="*/ 0 w 5732"/>
                <a:gd name="csY2" fmla="*/ 4777 h 8121"/>
                <a:gd name="csX3" fmla="*/ 0 w 5732"/>
                <a:gd name="csY3" fmla="*/ 956 h 8121"/>
                <a:gd name="csX4" fmla="*/ 3822 w 5732"/>
                <a:gd name="csY4" fmla="*/ 0 h 8121"/>
                <a:gd name="csX5" fmla="*/ 5733 w 5732"/>
                <a:gd name="csY5" fmla="*/ 2389 h 8121"/>
                <a:gd name="csX6" fmla="*/ 4777 w 5732"/>
                <a:gd name="csY6" fmla="*/ 6210 h 8121"/>
                <a:gd name="csX7" fmla="*/ 3822 w 5732"/>
                <a:gd name="csY7" fmla="*/ 812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8121">
                  <a:moveTo>
                    <a:pt x="3822" y="8121"/>
                  </a:moveTo>
                  <a:lnTo>
                    <a:pt x="956" y="8121"/>
                  </a:lnTo>
                  <a:lnTo>
                    <a:pt x="0" y="4777"/>
                  </a:lnTo>
                  <a:lnTo>
                    <a:pt x="0" y="956"/>
                  </a:lnTo>
                  <a:lnTo>
                    <a:pt x="3822" y="0"/>
                  </a:lnTo>
                  <a:lnTo>
                    <a:pt x="5733" y="2389"/>
                  </a:lnTo>
                  <a:lnTo>
                    <a:pt x="4777" y="6210"/>
                  </a:lnTo>
                  <a:lnTo>
                    <a:pt x="3822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4" name="Freeform 4303">
              <a:extLst>
                <a:ext uri="{FF2B5EF4-FFF2-40B4-BE49-F238E27FC236}">
                  <a16:creationId xmlns:a16="http://schemas.microsoft.com/office/drawing/2014/main" id="{86B2B627-2CDD-311D-5A15-541E8BC38FDD}"/>
                </a:ext>
              </a:extLst>
            </p:cNvPr>
            <p:cNvSpPr/>
            <p:nvPr/>
          </p:nvSpPr>
          <p:spPr>
            <a:xfrm>
              <a:off x="4955659" y="3333238"/>
              <a:ext cx="11943" cy="10509"/>
            </a:xfrm>
            <a:custGeom>
              <a:avLst/>
              <a:gdLst>
                <a:gd name="csX0" fmla="*/ 10510 w 11943"/>
                <a:gd name="csY0" fmla="*/ 6210 h 10509"/>
                <a:gd name="csX1" fmla="*/ 8121 w 11943"/>
                <a:gd name="csY1" fmla="*/ 10510 h 10509"/>
                <a:gd name="csX2" fmla="*/ 6210 w 11943"/>
                <a:gd name="csY2" fmla="*/ 9555 h 10509"/>
                <a:gd name="csX3" fmla="*/ 4777 w 11943"/>
                <a:gd name="csY3" fmla="*/ 7644 h 10509"/>
                <a:gd name="csX4" fmla="*/ 2867 w 11943"/>
                <a:gd name="csY4" fmla="*/ 6688 h 10509"/>
                <a:gd name="csX5" fmla="*/ 478 w 11943"/>
                <a:gd name="csY5" fmla="*/ 6688 h 10509"/>
                <a:gd name="csX6" fmla="*/ 0 w 11943"/>
                <a:gd name="csY6" fmla="*/ 6210 h 10509"/>
                <a:gd name="csX7" fmla="*/ 8121 w 11943"/>
                <a:gd name="csY7" fmla="*/ 1433 h 10509"/>
                <a:gd name="csX8" fmla="*/ 11943 w 11943"/>
                <a:gd name="csY8" fmla="*/ 0 h 10509"/>
                <a:gd name="csX9" fmla="*/ 11466 w 11943"/>
                <a:gd name="csY9" fmla="*/ 1911 h 10509"/>
                <a:gd name="csX10" fmla="*/ 10988 w 11943"/>
                <a:gd name="csY10" fmla="*/ 3822 h 10509"/>
                <a:gd name="csX11" fmla="*/ 10510 w 11943"/>
                <a:gd name="csY11" fmla="*/ 6210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1943" h="10509">
                  <a:moveTo>
                    <a:pt x="10510" y="6210"/>
                  </a:moveTo>
                  <a:lnTo>
                    <a:pt x="8121" y="10510"/>
                  </a:lnTo>
                  <a:lnTo>
                    <a:pt x="6210" y="9555"/>
                  </a:lnTo>
                  <a:lnTo>
                    <a:pt x="4777" y="7644"/>
                  </a:lnTo>
                  <a:lnTo>
                    <a:pt x="2867" y="6688"/>
                  </a:lnTo>
                  <a:lnTo>
                    <a:pt x="478" y="6688"/>
                  </a:lnTo>
                  <a:lnTo>
                    <a:pt x="0" y="6210"/>
                  </a:lnTo>
                  <a:lnTo>
                    <a:pt x="8121" y="1433"/>
                  </a:lnTo>
                  <a:lnTo>
                    <a:pt x="11943" y="0"/>
                  </a:lnTo>
                  <a:lnTo>
                    <a:pt x="11466" y="1911"/>
                  </a:lnTo>
                  <a:lnTo>
                    <a:pt x="10988" y="3822"/>
                  </a:lnTo>
                  <a:lnTo>
                    <a:pt x="10510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5" name="Freeform 4304">
              <a:extLst>
                <a:ext uri="{FF2B5EF4-FFF2-40B4-BE49-F238E27FC236}">
                  <a16:creationId xmlns:a16="http://schemas.microsoft.com/office/drawing/2014/main" id="{3E1931F3-6B61-C19B-8D76-3B5F0678ECB4}"/>
                </a:ext>
              </a:extLst>
            </p:cNvPr>
            <p:cNvSpPr/>
            <p:nvPr/>
          </p:nvSpPr>
          <p:spPr>
            <a:xfrm>
              <a:off x="5549954" y="4486477"/>
              <a:ext cx="27708" cy="10032"/>
            </a:xfrm>
            <a:custGeom>
              <a:avLst/>
              <a:gdLst>
                <a:gd name="csX0" fmla="*/ 1433 w 27708"/>
                <a:gd name="csY0" fmla="*/ 10032 h 10032"/>
                <a:gd name="csX1" fmla="*/ 1433 w 27708"/>
                <a:gd name="csY1" fmla="*/ 8121 h 10032"/>
                <a:gd name="csX2" fmla="*/ 0 w 27708"/>
                <a:gd name="csY2" fmla="*/ 4777 h 10032"/>
                <a:gd name="csX3" fmla="*/ 1433 w 27708"/>
                <a:gd name="csY3" fmla="*/ 3344 h 10032"/>
                <a:gd name="csX4" fmla="*/ 3344 w 27708"/>
                <a:gd name="csY4" fmla="*/ 2389 h 10032"/>
                <a:gd name="csX5" fmla="*/ 4299 w 27708"/>
                <a:gd name="csY5" fmla="*/ 2866 h 10032"/>
                <a:gd name="csX6" fmla="*/ 4777 w 27708"/>
                <a:gd name="csY6" fmla="*/ 4300 h 10032"/>
                <a:gd name="csX7" fmla="*/ 5255 w 27708"/>
                <a:gd name="csY7" fmla="*/ 5255 h 10032"/>
                <a:gd name="csX8" fmla="*/ 8121 w 27708"/>
                <a:gd name="csY8" fmla="*/ 6210 h 10032"/>
                <a:gd name="csX9" fmla="*/ 10988 w 27708"/>
                <a:gd name="csY9" fmla="*/ 5733 h 10032"/>
                <a:gd name="csX10" fmla="*/ 12899 w 27708"/>
                <a:gd name="csY10" fmla="*/ 5733 h 10032"/>
                <a:gd name="csX11" fmla="*/ 12899 w 27708"/>
                <a:gd name="csY11" fmla="*/ 5255 h 10032"/>
                <a:gd name="csX12" fmla="*/ 13376 w 27708"/>
                <a:gd name="csY12" fmla="*/ 3822 h 10032"/>
                <a:gd name="csX13" fmla="*/ 16721 w 27708"/>
                <a:gd name="csY13" fmla="*/ 3344 h 10032"/>
                <a:gd name="csX14" fmla="*/ 20542 w 27708"/>
                <a:gd name="csY14" fmla="*/ 3344 h 10032"/>
                <a:gd name="csX15" fmla="*/ 23886 w 27708"/>
                <a:gd name="csY15" fmla="*/ 2389 h 10032"/>
                <a:gd name="csX16" fmla="*/ 27231 w 27708"/>
                <a:gd name="csY16" fmla="*/ 2389 h 10032"/>
                <a:gd name="csX17" fmla="*/ 27708 w 27708"/>
                <a:gd name="csY17" fmla="*/ 2389 h 10032"/>
                <a:gd name="csX18" fmla="*/ 27708 w 27708"/>
                <a:gd name="csY18" fmla="*/ 1911 h 10032"/>
                <a:gd name="csX19" fmla="*/ 24842 w 27708"/>
                <a:gd name="csY19" fmla="*/ 1911 h 10032"/>
                <a:gd name="csX20" fmla="*/ 19587 w 27708"/>
                <a:gd name="csY20" fmla="*/ 2389 h 10032"/>
                <a:gd name="csX21" fmla="*/ 13854 w 27708"/>
                <a:gd name="csY21" fmla="*/ 2866 h 10032"/>
                <a:gd name="csX22" fmla="*/ 9555 w 27708"/>
                <a:gd name="csY22" fmla="*/ 4777 h 10032"/>
                <a:gd name="csX23" fmla="*/ 7644 w 27708"/>
                <a:gd name="csY23" fmla="*/ 4300 h 10032"/>
                <a:gd name="csX24" fmla="*/ 5733 w 27708"/>
                <a:gd name="csY24" fmla="*/ 2389 h 10032"/>
                <a:gd name="csX25" fmla="*/ 5255 w 27708"/>
                <a:gd name="csY25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7708" h="10032">
                  <a:moveTo>
                    <a:pt x="1433" y="10032"/>
                  </a:moveTo>
                  <a:lnTo>
                    <a:pt x="1433" y="8121"/>
                  </a:lnTo>
                  <a:lnTo>
                    <a:pt x="0" y="4777"/>
                  </a:lnTo>
                  <a:lnTo>
                    <a:pt x="1433" y="3344"/>
                  </a:lnTo>
                  <a:lnTo>
                    <a:pt x="3344" y="2389"/>
                  </a:lnTo>
                  <a:lnTo>
                    <a:pt x="4299" y="2866"/>
                  </a:lnTo>
                  <a:lnTo>
                    <a:pt x="4777" y="4300"/>
                  </a:lnTo>
                  <a:lnTo>
                    <a:pt x="5255" y="5255"/>
                  </a:lnTo>
                  <a:lnTo>
                    <a:pt x="8121" y="6210"/>
                  </a:lnTo>
                  <a:lnTo>
                    <a:pt x="10988" y="5733"/>
                  </a:lnTo>
                  <a:lnTo>
                    <a:pt x="12899" y="5733"/>
                  </a:lnTo>
                  <a:lnTo>
                    <a:pt x="12899" y="5255"/>
                  </a:lnTo>
                  <a:lnTo>
                    <a:pt x="13376" y="3822"/>
                  </a:lnTo>
                  <a:lnTo>
                    <a:pt x="16721" y="3344"/>
                  </a:lnTo>
                  <a:lnTo>
                    <a:pt x="20542" y="3344"/>
                  </a:lnTo>
                  <a:lnTo>
                    <a:pt x="23886" y="2389"/>
                  </a:lnTo>
                  <a:lnTo>
                    <a:pt x="27231" y="2389"/>
                  </a:lnTo>
                  <a:lnTo>
                    <a:pt x="27708" y="2389"/>
                  </a:lnTo>
                  <a:lnTo>
                    <a:pt x="27708" y="1911"/>
                  </a:lnTo>
                  <a:lnTo>
                    <a:pt x="24842" y="1911"/>
                  </a:lnTo>
                  <a:lnTo>
                    <a:pt x="19587" y="2389"/>
                  </a:lnTo>
                  <a:lnTo>
                    <a:pt x="13854" y="2866"/>
                  </a:lnTo>
                  <a:lnTo>
                    <a:pt x="9555" y="4777"/>
                  </a:lnTo>
                  <a:lnTo>
                    <a:pt x="7644" y="4300"/>
                  </a:lnTo>
                  <a:lnTo>
                    <a:pt x="5733" y="2389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6" name="Freeform 4305">
              <a:extLst>
                <a:ext uri="{FF2B5EF4-FFF2-40B4-BE49-F238E27FC236}">
                  <a16:creationId xmlns:a16="http://schemas.microsoft.com/office/drawing/2014/main" id="{836D3722-120B-2B28-B14F-1AB11203E0DB}"/>
                </a:ext>
              </a:extLst>
            </p:cNvPr>
            <p:cNvSpPr/>
            <p:nvPr/>
          </p:nvSpPr>
          <p:spPr>
            <a:xfrm>
              <a:off x="5585306" y="4535205"/>
              <a:ext cx="35352" cy="34874"/>
            </a:xfrm>
            <a:custGeom>
              <a:avLst/>
              <a:gdLst>
                <a:gd name="csX0" fmla="*/ 34874 w 35352"/>
                <a:gd name="csY0" fmla="*/ 34874 h 34874"/>
                <a:gd name="csX1" fmla="*/ 34397 w 35352"/>
                <a:gd name="csY1" fmla="*/ 34397 h 34874"/>
                <a:gd name="csX2" fmla="*/ 35352 w 35352"/>
                <a:gd name="csY2" fmla="*/ 32963 h 34874"/>
                <a:gd name="csX3" fmla="*/ 34874 w 35352"/>
                <a:gd name="csY3" fmla="*/ 32008 h 34874"/>
                <a:gd name="csX4" fmla="*/ 32963 w 35352"/>
                <a:gd name="csY4" fmla="*/ 30097 h 34874"/>
                <a:gd name="csX5" fmla="*/ 32486 w 35352"/>
                <a:gd name="csY5" fmla="*/ 29619 h 34874"/>
                <a:gd name="csX6" fmla="*/ 32008 w 35352"/>
                <a:gd name="csY6" fmla="*/ 28186 h 34874"/>
                <a:gd name="csX7" fmla="*/ 29142 w 35352"/>
                <a:gd name="csY7" fmla="*/ 26275 h 34874"/>
                <a:gd name="csX8" fmla="*/ 26753 w 35352"/>
                <a:gd name="csY8" fmla="*/ 26275 h 34874"/>
                <a:gd name="csX9" fmla="*/ 27709 w 35352"/>
                <a:gd name="csY9" fmla="*/ 24364 h 34874"/>
                <a:gd name="csX10" fmla="*/ 27709 w 35352"/>
                <a:gd name="csY10" fmla="*/ 21975 h 34874"/>
                <a:gd name="csX11" fmla="*/ 26753 w 35352"/>
                <a:gd name="csY11" fmla="*/ 20542 h 34874"/>
                <a:gd name="csX12" fmla="*/ 26753 w 35352"/>
                <a:gd name="csY12" fmla="*/ 19109 h 34874"/>
                <a:gd name="csX13" fmla="*/ 26753 w 35352"/>
                <a:gd name="csY13" fmla="*/ 19109 h 34874"/>
                <a:gd name="csX14" fmla="*/ 25798 w 35352"/>
                <a:gd name="csY14" fmla="*/ 20065 h 34874"/>
                <a:gd name="csX15" fmla="*/ 24364 w 35352"/>
                <a:gd name="csY15" fmla="*/ 19587 h 34874"/>
                <a:gd name="csX16" fmla="*/ 21498 w 35352"/>
                <a:gd name="csY16" fmla="*/ 18154 h 34874"/>
                <a:gd name="csX17" fmla="*/ 20543 w 35352"/>
                <a:gd name="csY17" fmla="*/ 16721 h 34874"/>
                <a:gd name="csX18" fmla="*/ 20065 w 35352"/>
                <a:gd name="csY18" fmla="*/ 15765 h 34874"/>
                <a:gd name="csX19" fmla="*/ 20065 w 35352"/>
                <a:gd name="csY19" fmla="*/ 15287 h 34874"/>
                <a:gd name="csX20" fmla="*/ 19109 w 35352"/>
                <a:gd name="csY20" fmla="*/ 15287 h 34874"/>
                <a:gd name="csX21" fmla="*/ 17198 w 35352"/>
                <a:gd name="csY21" fmla="*/ 15287 h 34874"/>
                <a:gd name="csX22" fmla="*/ 12421 w 35352"/>
                <a:gd name="csY22" fmla="*/ 13376 h 34874"/>
                <a:gd name="csX23" fmla="*/ 8599 w 35352"/>
                <a:gd name="csY23" fmla="*/ 7644 h 34874"/>
                <a:gd name="csX24" fmla="*/ 8599 w 35352"/>
                <a:gd name="csY24" fmla="*/ 6210 h 34874"/>
                <a:gd name="csX25" fmla="*/ 9077 w 35352"/>
                <a:gd name="csY25" fmla="*/ 4299 h 34874"/>
                <a:gd name="csX26" fmla="*/ 9077 w 35352"/>
                <a:gd name="csY26" fmla="*/ 3822 h 34874"/>
                <a:gd name="csX27" fmla="*/ 7166 w 35352"/>
                <a:gd name="csY27" fmla="*/ 5255 h 34874"/>
                <a:gd name="csX28" fmla="*/ 7166 w 35352"/>
                <a:gd name="csY28" fmla="*/ 4299 h 34874"/>
                <a:gd name="csX29" fmla="*/ 5733 w 35352"/>
                <a:gd name="csY29" fmla="*/ 1911 h 34874"/>
                <a:gd name="csX30" fmla="*/ 5255 w 35352"/>
                <a:gd name="csY30" fmla="*/ 478 h 34874"/>
                <a:gd name="csX31" fmla="*/ 4300 w 35352"/>
                <a:gd name="csY31" fmla="*/ 0 h 34874"/>
                <a:gd name="csX32" fmla="*/ 3344 w 35352"/>
                <a:gd name="csY32" fmla="*/ 0 h 34874"/>
                <a:gd name="csX33" fmla="*/ 2389 w 35352"/>
                <a:gd name="csY33" fmla="*/ 478 h 34874"/>
                <a:gd name="csX34" fmla="*/ 1433 w 35352"/>
                <a:gd name="csY34" fmla="*/ 2866 h 34874"/>
                <a:gd name="csX35" fmla="*/ 478 w 35352"/>
                <a:gd name="csY35" fmla="*/ 2866 h 34874"/>
                <a:gd name="csX36" fmla="*/ 0 w 35352"/>
                <a:gd name="csY36" fmla="*/ 2389 h 34874"/>
                <a:gd name="csX37" fmla="*/ 0 w 35352"/>
                <a:gd name="csY37" fmla="*/ 478 h 34874"/>
                <a:gd name="csX38" fmla="*/ 0 w 35352"/>
                <a:gd name="csY38" fmla="*/ 478 h 34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35352" h="34874">
                  <a:moveTo>
                    <a:pt x="34874" y="34874"/>
                  </a:moveTo>
                  <a:lnTo>
                    <a:pt x="34397" y="34397"/>
                  </a:lnTo>
                  <a:lnTo>
                    <a:pt x="35352" y="32963"/>
                  </a:lnTo>
                  <a:lnTo>
                    <a:pt x="34874" y="32008"/>
                  </a:lnTo>
                  <a:lnTo>
                    <a:pt x="32963" y="30097"/>
                  </a:lnTo>
                  <a:lnTo>
                    <a:pt x="32486" y="29619"/>
                  </a:lnTo>
                  <a:lnTo>
                    <a:pt x="32008" y="28186"/>
                  </a:lnTo>
                  <a:lnTo>
                    <a:pt x="29142" y="26275"/>
                  </a:lnTo>
                  <a:lnTo>
                    <a:pt x="26753" y="26275"/>
                  </a:lnTo>
                  <a:lnTo>
                    <a:pt x="27709" y="24364"/>
                  </a:lnTo>
                  <a:lnTo>
                    <a:pt x="27709" y="21975"/>
                  </a:lnTo>
                  <a:lnTo>
                    <a:pt x="26753" y="20542"/>
                  </a:lnTo>
                  <a:lnTo>
                    <a:pt x="26753" y="19109"/>
                  </a:lnTo>
                  <a:lnTo>
                    <a:pt x="26753" y="19109"/>
                  </a:lnTo>
                  <a:lnTo>
                    <a:pt x="25798" y="20065"/>
                  </a:lnTo>
                  <a:lnTo>
                    <a:pt x="24364" y="19587"/>
                  </a:lnTo>
                  <a:lnTo>
                    <a:pt x="21498" y="18154"/>
                  </a:lnTo>
                  <a:lnTo>
                    <a:pt x="20543" y="16721"/>
                  </a:lnTo>
                  <a:lnTo>
                    <a:pt x="20065" y="15765"/>
                  </a:lnTo>
                  <a:lnTo>
                    <a:pt x="20065" y="15287"/>
                  </a:lnTo>
                  <a:lnTo>
                    <a:pt x="19109" y="15287"/>
                  </a:lnTo>
                  <a:lnTo>
                    <a:pt x="17198" y="15287"/>
                  </a:lnTo>
                  <a:lnTo>
                    <a:pt x="12421" y="13376"/>
                  </a:lnTo>
                  <a:lnTo>
                    <a:pt x="8599" y="7644"/>
                  </a:lnTo>
                  <a:lnTo>
                    <a:pt x="8599" y="6210"/>
                  </a:lnTo>
                  <a:lnTo>
                    <a:pt x="9077" y="4299"/>
                  </a:lnTo>
                  <a:lnTo>
                    <a:pt x="9077" y="3822"/>
                  </a:lnTo>
                  <a:lnTo>
                    <a:pt x="7166" y="5255"/>
                  </a:lnTo>
                  <a:lnTo>
                    <a:pt x="7166" y="4299"/>
                  </a:lnTo>
                  <a:lnTo>
                    <a:pt x="5733" y="1911"/>
                  </a:lnTo>
                  <a:lnTo>
                    <a:pt x="5255" y="478"/>
                  </a:lnTo>
                  <a:lnTo>
                    <a:pt x="4300" y="0"/>
                  </a:lnTo>
                  <a:lnTo>
                    <a:pt x="3344" y="0"/>
                  </a:lnTo>
                  <a:lnTo>
                    <a:pt x="2389" y="478"/>
                  </a:lnTo>
                  <a:lnTo>
                    <a:pt x="1433" y="2866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7" name="Freeform 4306">
              <a:extLst>
                <a:ext uri="{FF2B5EF4-FFF2-40B4-BE49-F238E27FC236}">
                  <a16:creationId xmlns:a16="http://schemas.microsoft.com/office/drawing/2014/main" id="{369FB00E-EC3A-A2F9-5D5D-32C68C78605F}"/>
                </a:ext>
              </a:extLst>
            </p:cNvPr>
            <p:cNvSpPr/>
            <p:nvPr/>
          </p:nvSpPr>
          <p:spPr>
            <a:xfrm>
              <a:off x="5672731" y="4577245"/>
              <a:ext cx="2866" cy="2388"/>
            </a:xfrm>
            <a:custGeom>
              <a:avLst/>
              <a:gdLst>
                <a:gd name="csX0" fmla="*/ 0 w 2866"/>
                <a:gd name="csY0" fmla="*/ 2389 h 2388"/>
                <a:gd name="csX1" fmla="*/ 2866 w 2866"/>
                <a:gd name="csY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66" h="2388">
                  <a:moveTo>
                    <a:pt x="0" y="2389"/>
                  </a:moveTo>
                  <a:lnTo>
                    <a:pt x="28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8" name="Freeform 4307">
              <a:extLst>
                <a:ext uri="{FF2B5EF4-FFF2-40B4-BE49-F238E27FC236}">
                  <a16:creationId xmlns:a16="http://schemas.microsoft.com/office/drawing/2014/main" id="{33C9D3FA-FC93-121D-D6A1-EB1141B8819B}"/>
                </a:ext>
              </a:extLst>
            </p:cNvPr>
            <p:cNvSpPr/>
            <p:nvPr/>
          </p:nvSpPr>
          <p:spPr>
            <a:xfrm>
              <a:off x="5715249" y="4550015"/>
              <a:ext cx="16242" cy="47772"/>
            </a:xfrm>
            <a:custGeom>
              <a:avLst/>
              <a:gdLst>
                <a:gd name="csX0" fmla="*/ 10032 w 16242"/>
                <a:gd name="csY0" fmla="*/ 0 h 47772"/>
                <a:gd name="csX1" fmla="*/ 9555 w 16242"/>
                <a:gd name="csY1" fmla="*/ 478 h 47772"/>
                <a:gd name="csX2" fmla="*/ 8121 w 16242"/>
                <a:gd name="csY2" fmla="*/ 1911 h 47772"/>
                <a:gd name="csX3" fmla="*/ 8121 w 16242"/>
                <a:gd name="csY3" fmla="*/ 1911 h 47772"/>
                <a:gd name="csX4" fmla="*/ 7166 w 16242"/>
                <a:gd name="csY4" fmla="*/ 2389 h 47772"/>
                <a:gd name="csX5" fmla="*/ 6688 w 16242"/>
                <a:gd name="csY5" fmla="*/ 3344 h 47772"/>
                <a:gd name="csX6" fmla="*/ 6688 w 16242"/>
                <a:gd name="csY6" fmla="*/ 3822 h 47772"/>
                <a:gd name="csX7" fmla="*/ 7166 w 16242"/>
                <a:gd name="csY7" fmla="*/ 5255 h 47772"/>
                <a:gd name="csX8" fmla="*/ 7166 w 16242"/>
                <a:gd name="csY8" fmla="*/ 9077 h 47772"/>
                <a:gd name="csX9" fmla="*/ 7166 w 16242"/>
                <a:gd name="csY9" fmla="*/ 11943 h 47772"/>
                <a:gd name="csX10" fmla="*/ 7644 w 16242"/>
                <a:gd name="csY10" fmla="*/ 12899 h 47772"/>
                <a:gd name="csX11" fmla="*/ 8121 w 16242"/>
                <a:gd name="csY11" fmla="*/ 13376 h 47772"/>
                <a:gd name="csX12" fmla="*/ 8121 w 16242"/>
                <a:gd name="csY12" fmla="*/ 13376 h 47772"/>
                <a:gd name="csX13" fmla="*/ 9077 w 16242"/>
                <a:gd name="csY13" fmla="*/ 13854 h 47772"/>
                <a:gd name="csX14" fmla="*/ 10510 w 16242"/>
                <a:gd name="csY14" fmla="*/ 13854 h 47772"/>
                <a:gd name="csX15" fmla="*/ 11943 w 16242"/>
                <a:gd name="csY15" fmla="*/ 13376 h 47772"/>
                <a:gd name="csX16" fmla="*/ 11943 w 16242"/>
                <a:gd name="csY16" fmla="*/ 13376 h 47772"/>
                <a:gd name="csX17" fmla="*/ 11943 w 16242"/>
                <a:gd name="csY17" fmla="*/ 15765 h 47772"/>
                <a:gd name="csX18" fmla="*/ 11466 w 16242"/>
                <a:gd name="csY18" fmla="*/ 17676 h 47772"/>
                <a:gd name="csX19" fmla="*/ 12899 w 16242"/>
                <a:gd name="csY19" fmla="*/ 18632 h 47772"/>
                <a:gd name="csX20" fmla="*/ 13854 w 16242"/>
                <a:gd name="csY20" fmla="*/ 19109 h 47772"/>
                <a:gd name="csX21" fmla="*/ 13854 w 16242"/>
                <a:gd name="csY21" fmla="*/ 19109 h 47772"/>
                <a:gd name="csX22" fmla="*/ 13854 w 16242"/>
                <a:gd name="csY22" fmla="*/ 19587 h 47772"/>
                <a:gd name="csX23" fmla="*/ 14332 w 16242"/>
                <a:gd name="csY23" fmla="*/ 19587 h 47772"/>
                <a:gd name="csX24" fmla="*/ 14332 w 16242"/>
                <a:gd name="csY24" fmla="*/ 19587 h 47772"/>
                <a:gd name="csX25" fmla="*/ 11943 w 16242"/>
                <a:gd name="csY25" fmla="*/ 21020 h 47772"/>
                <a:gd name="csX26" fmla="*/ 10988 w 16242"/>
                <a:gd name="csY26" fmla="*/ 21498 h 47772"/>
                <a:gd name="csX27" fmla="*/ 10510 w 16242"/>
                <a:gd name="csY27" fmla="*/ 23409 h 47772"/>
                <a:gd name="csX28" fmla="*/ 10988 w 16242"/>
                <a:gd name="csY28" fmla="*/ 24842 h 47772"/>
                <a:gd name="csX29" fmla="*/ 10988 w 16242"/>
                <a:gd name="csY29" fmla="*/ 25320 h 47772"/>
                <a:gd name="csX30" fmla="*/ 14332 w 16242"/>
                <a:gd name="csY30" fmla="*/ 26275 h 47772"/>
                <a:gd name="csX31" fmla="*/ 15287 w 16242"/>
                <a:gd name="csY31" fmla="*/ 27708 h 47772"/>
                <a:gd name="csX32" fmla="*/ 15765 w 16242"/>
                <a:gd name="csY32" fmla="*/ 29142 h 47772"/>
                <a:gd name="csX33" fmla="*/ 15765 w 16242"/>
                <a:gd name="csY33" fmla="*/ 29619 h 47772"/>
                <a:gd name="csX34" fmla="*/ 16243 w 16242"/>
                <a:gd name="csY34" fmla="*/ 32008 h 47772"/>
                <a:gd name="csX35" fmla="*/ 15765 w 16242"/>
                <a:gd name="csY35" fmla="*/ 32486 h 47772"/>
                <a:gd name="csX36" fmla="*/ 15765 w 16242"/>
                <a:gd name="csY36" fmla="*/ 32486 h 47772"/>
                <a:gd name="csX37" fmla="*/ 14810 w 16242"/>
                <a:gd name="csY37" fmla="*/ 32486 h 47772"/>
                <a:gd name="csX38" fmla="*/ 13854 w 16242"/>
                <a:gd name="csY38" fmla="*/ 32008 h 47772"/>
                <a:gd name="csX39" fmla="*/ 13854 w 16242"/>
                <a:gd name="csY39" fmla="*/ 31530 h 47772"/>
                <a:gd name="csX40" fmla="*/ 13376 w 16242"/>
                <a:gd name="csY40" fmla="*/ 31052 h 47772"/>
                <a:gd name="csX41" fmla="*/ 12421 w 16242"/>
                <a:gd name="csY41" fmla="*/ 31052 h 47772"/>
                <a:gd name="csX42" fmla="*/ 10988 w 16242"/>
                <a:gd name="csY42" fmla="*/ 30575 h 47772"/>
                <a:gd name="csX43" fmla="*/ 9077 w 16242"/>
                <a:gd name="csY43" fmla="*/ 30575 h 47772"/>
                <a:gd name="csX44" fmla="*/ 6688 w 16242"/>
                <a:gd name="csY44" fmla="*/ 30575 h 47772"/>
                <a:gd name="csX45" fmla="*/ 5733 w 16242"/>
                <a:gd name="csY45" fmla="*/ 30575 h 47772"/>
                <a:gd name="csX46" fmla="*/ 5255 w 16242"/>
                <a:gd name="csY46" fmla="*/ 31052 h 47772"/>
                <a:gd name="csX47" fmla="*/ 4777 w 16242"/>
                <a:gd name="csY47" fmla="*/ 32008 h 47772"/>
                <a:gd name="csX48" fmla="*/ 4777 w 16242"/>
                <a:gd name="csY48" fmla="*/ 34874 h 47772"/>
                <a:gd name="csX49" fmla="*/ 5733 w 16242"/>
                <a:gd name="csY49" fmla="*/ 35352 h 47772"/>
                <a:gd name="csX50" fmla="*/ 7166 w 16242"/>
                <a:gd name="csY50" fmla="*/ 36308 h 47772"/>
                <a:gd name="csX51" fmla="*/ 8121 w 16242"/>
                <a:gd name="csY51" fmla="*/ 36308 h 47772"/>
                <a:gd name="csX52" fmla="*/ 9077 w 16242"/>
                <a:gd name="csY52" fmla="*/ 36308 h 47772"/>
                <a:gd name="csX53" fmla="*/ 9555 w 16242"/>
                <a:gd name="csY53" fmla="*/ 36785 h 47772"/>
                <a:gd name="csX54" fmla="*/ 9555 w 16242"/>
                <a:gd name="csY54" fmla="*/ 36785 h 47772"/>
                <a:gd name="csX55" fmla="*/ 9555 w 16242"/>
                <a:gd name="csY55" fmla="*/ 38218 h 47772"/>
                <a:gd name="csX56" fmla="*/ 9077 w 16242"/>
                <a:gd name="csY56" fmla="*/ 38696 h 47772"/>
                <a:gd name="csX57" fmla="*/ 9077 w 16242"/>
                <a:gd name="csY57" fmla="*/ 39174 h 47772"/>
                <a:gd name="csX58" fmla="*/ 8599 w 16242"/>
                <a:gd name="csY58" fmla="*/ 39651 h 47772"/>
                <a:gd name="csX59" fmla="*/ 7166 w 16242"/>
                <a:gd name="csY59" fmla="*/ 42040 h 47772"/>
                <a:gd name="csX60" fmla="*/ 7644 w 16242"/>
                <a:gd name="csY60" fmla="*/ 42518 h 47772"/>
                <a:gd name="csX61" fmla="*/ 7644 w 16242"/>
                <a:gd name="csY61" fmla="*/ 43951 h 47772"/>
                <a:gd name="csX62" fmla="*/ 5733 w 16242"/>
                <a:gd name="csY62" fmla="*/ 46817 h 47772"/>
                <a:gd name="csX63" fmla="*/ 5255 w 16242"/>
                <a:gd name="csY63" fmla="*/ 47773 h 47772"/>
                <a:gd name="csX64" fmla="*/ 2867 w 16242"/>
                <a:gd name="csY64" fmla="*/ 46817 h 47772"/>
                <a:gd name="csX65" fmla="*/ 1433 w 16242"/>
                <a:gd name="csY65" fmla="*/ 46817 h 47772"/>
                <a:gd name="csX66" fmla="*/ 0 w 16242"/>
                <a:gd name="csY66" fmla="*/ 47295 h 47772"/>
                <a:gd name="csX67" fmla="*/ 0 w 16242"/>
                <a:gd name="csY67" fmla="*/ 47773 h 47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</a:cxnLst>
              <a:rect l="l" t="t" r="r" b="b"/>
              <a:pathLst>
                <a:path w="16242" h="47772">
                  <a:moveTo>
                    <a:pt x="10032" y="0"/>
                  </a:moveTo>
                  <a:lnTo>
                    <a:pt x="9555" y="478"/>
                  </a:lnTo>
                  <a:lnTo>
                    <a:pt x="8121" y="1911"/>
                  </a:lnTo>
                  <a:lnTo>
                    <a:pt x="8121" y="1911"/>
                  </a:lnTo>
                  <a:lnTo>
                    <a:pt x="7166" y="2389"/>
                  </a:lnTo>
                  <a:lnTo>
                    <a:pt x="6688" y="3344"/>
                  </a:lnTo>
                  <a:lnTo>
                    <a:pt x="6688" y="3822"/>
                  </a:lnTo>
                  <a:lnTo>
                    <a:pt x="7166" y="5255"/>
                  </a:lnTo>
                  <a:lnTo>
                    <a:pt x="7166" y="9077"/>
                  </a:lnTo>
                  <a:lnTo>
                    <a:pt x="7166" y="11943"/>
                  </a:lnTo>
                  <a:lnTo>
                    <a:pt x="7644" y="12899"/>
                  </a:lnTo>
                  <a:lnTo>
                    <a:pt x="8121" y="13376"/>
                  </a:lnTo>
                  <a:lnTo>
                    <a:pt x="8121" y="13376"/>
                  </a:lnTo>
                  <a:lnTo>
                    <a:pt x="9077" y="13854"/>
                  </a:lnTo>
                  <a:lnTo>
                    <a:pt x="10510" y="13854"/>
                  </a:lnTo>
                  <a:lnTo>
                    <a:pt x="11943" y="13376"/>
                  </a:lnTo>
                  <a:lnTo>
                    <a:pt x="11943" y="13376"/>
                  </a:lnTo>
                  <a:lnTo>
                    <a:pt x="11943" y="15765"/>
                  </a:lnTo>
                  <a:lnTo>
                    <a:pt x="11466" y="17676"/>
                  </a:lnTo>
                  <a:lnTo>
                    <a:pt x="12899" y="18632"/>
                  </a:lnTo>
                  <a:lnTo>
                    <a:pt x="13854" y="19109"/>
                  </a:lnTo>
                  <a:lnTo>
                    <a:pt x="13854" y="19109"/>
                  </a:lnTo>
                  <a:lnTo>
                    <a:pt x="13854" y="19587"/>
                  </a:lnTo>
                  <a:lnTo>
                    <a:pt x="14332" y="19587"/>
                  </a:lnTo>
                  <a:lnTo>
                    <a:pt x="14332" y="19587"/>
                  </a:lnTo>
                  <a:lnTo>
                    <a:pt x="11943" y="21020"/>
                  </a:lnTo>
                  <a:lnTo>
                    <a:pt x="10988" y="21498"/>
                  </a:lnTo>
                  <a:lnTo>
                    <a:pt x="10510" y="23409"/>
                  </a:lnTo>
                  <a:lnTo>
                    <a:pt x="10988" y="24842"/>
                  </a:lnTo>
                  <a:lnTo>
                    <a:pt x="10988" y="25320"/>
                  </a:lnTo>
                  <a:lnTo>
                    <a:pt x="14332" y="26275"/>
                  </a:lnTo>
                  <a:lnTo>
                    <a:pt x="15287" y="27708"/>
                  </a:lnTo>
                  <a:lnTo>
                    <a:pt x="15765" y="29142"/>
                  </a:lnTo>
                  <a:lnTo>
                    <a:pt x="15765" y="29619"/>
                  </a:lnTo>
                  <a:lnTo>
                    <a:pt x="16243" y="32008"/>
                  </a:lnTo>
                  <a:lnTo>
                    <a:pt x="15765" y="32486"/>
                  </a:lnTo>
                  <a:lnTo>
                    <a:pt x="15765" y="32486"/>
                  </a:lnTo>
                  <a:lnTo>
                    <a:pt x="14810" y="32486"/>
                  </a:lnTo>
                  <a:lnTo>
                    <a:pt x="13854" y="32008"/>
                  </a:lnTo>
                  <a:lnTo>
                    <a:pt x="13854" y="31530"/>
                  </a:lnTo>
                  <a:lnTo>
                    <a:pt x="13376" y="31052"/>
                  </a:lnTo>
                  <a:lnTo>
                    <a:pt x="12421" y="31052"/>
                  </a:lnTo>
                  <a:lnTo>
                    <a:pt x="10988" y="30575"/>
                  </a:lnTo>
                  <a:lnTo>
                    <a:pt x="9077" y="30575"/>
                  </a:lnTo>
                  <a:lnTo>
                    <a:pt x="6688" y="30575"/>
                  </a:lnTo>
                  <a:lnTo>
                    <a:pt x="5733" y="30575"/>
                  </a:lnTo>
                  <a:lnTo>
                    <a:pt x="5255" y="31052"/>
                  </a:lnTo>
                  <a:lnTo>
                    <a:pt x="4777" y="32008"/>
                  </a:lnTo>
                  <a:lnTo>
                    <a:pt x="4777" y="34874"/>
                  </a:lnTo>
                  <a:lnTo>
                    <a:pt x="5733" y="35352"/>
                  </a:lnTo>
                  <a:lnTo>
                    <a:pt x="7166" y="36308"/>
                  </a:lnTo>
                  <a:lnTo>
                    <a:pt x="8121" y="36308"/>
                  </a:lnTo>
                  <a:lnTo>
                    <a:pt x="9077" y="36308"/>
                  </a:lnTo>
                  <a:lnTo>
                    <a:pt x="9555" y="36785"/>
                  </a:lnTo>
                  <a:lnTo>
                    <a:pt x="9555" y="36785"/>
                  </a:lnTo>
                  <a:lnTo>
                    <a:pt x="9555" y="38218"/>
                  </a:lnTo>
                  <a:lnTo>
                    <a:pt x="9077" y="38696"/>
                  </a:lnTo>
                  <a:lnTo>
                    <a:pt x="9077" y="39174"/>
                  </a:lnTo>
                  <a:lnTo>
                    <a:pt x="8599" y="39651"/>
                  </a:lnTo>
                  <a:lnTo>
                    <a:pt x="7166" y="42040"/>
                  </a:lnTo>
                  <a:lnTo>
                    <a:pt x="7644" y="42518"/>
                  </a:lnTo>
                  <a:lnTo>
                    <a:pt x="7644" y="43951"/>
                  </a:lnTo>
                  <a:lnTo>
                    <a:pt x="5733" y="46817"/>
                  </a:lnTo>
                  <a:lnTo>
                    <a:pt x="5255" y="47773"/>
                  </a:lnTo>
                  <a:lnTo>
                    <a:pt x="2867" y="46817"/>
                  </a:lnTo>
                  <a:lnTo>
                    <a:pt x="1433" y="46817"/>
                  </a:lnTo>
                  <a:lnTo>
                    <a:pt x="0" y="47295"/>
                  </a:lnTo>
                  <a:lnTo>
                    <a:pt x="0" y="4777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9" name="Freeform 4308">
              <a:extLst>
                <a:ext uri="{FF2B5EF4-FFF2-40B4-BE49-F238E27FC236}">
                  <a16:creationId xmlns:a16="http://schemas.microsoft.com/office/drawing/2014/main" id="{25B7B06B-30F3-93F5-4B1C-41DAB453B7AD}"/>
                </a:ext>
              </a:extLst>
            </p:cNvPr>
            <p:cNvSpPr/>
            <p:nvPr/>
          </p:nvSpPr>
          <p:spPr>
            <a:xfrm>
              <a:off x="6821193" y="4944619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478 h 477"/>
                <a:gd name="csX3" fmla="*/ 0 w 477"/>
                <a:gd name="csY3" fmla="*/ 478 h 477"/>
                <a:gd name="csX4" fmla="*/ 478 w 477"/>
                <a:gd name="csY4" fmla="*/ 0 h 477"/>
                <a:gd name="csX5" fmla="*/ 478 w 477"/>
                <a:gd name="csY5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0" name="Freeform 4309">
              <a:extLst>
                <a:ext uri="{FF2B5EF4-FFF2-40B4-BE49-F238E27FC236}">
                  <a16:creationId xmlns:a16="http://schemas.microsoft.com/office/drawing/2014/main" id="{F41BDA2E-7DA5-5218-FBFF-E0CBA1B0A9CA}"/>
                </a:ext>
              </a:extLst>
            </p:cNvPr>
            <p:cNvSpPr/>
            <p:nvPr/>
          </p:nvSpPr>
          <p:spPr>
            <a:xfrm>
              <a:off x="4663288" y="4432015"/>
              <a:ext cx="7165" cy="5255"/>
            </a:xfrm>
            <a:custGeom>
              <a:avLst/>
              <a:gdLst>
                <a:gd name="csX0" fmla="*/ 4300 w 7165"/>
                <a:gd name="csY0" fmla="*/ 5255 h 5255"/>
                <a:gd name="csX1" fmla="*/ 1911 w 7165"/>
                <a:gd name="csY1" fmla="*/ 5255 h 5255"/>
                <a:gd name="csX2" fmla="*/ 478 w 7165"/>
                <a:gd name="csY2" fmla="*/ 5255 h 5255"/>
                <a:gd name="csX3" fmla="*/ 0 w 7165"/>
                <a:gd name="csY3" fmla="*/ 3822 h 5255"/>
                <a:gd name="csX4" fmla="*/ 956 w 7165"/>
                <a:gd name="csY4" fmla="*/ 2867 h 5255"/>
                <a:gd name="csX5" fmla="*/ 478 w 7165"/>
                <a:gd name="csY5" fmla="*/ 1433 h 5255"/>
                <a:gd name="csX6" fmla="*/ 478 w 7165"/>
                <a:gd name="csY6" fmla="*/ 478 h 5255"/>
                <a:gd name="csX7" fmla="*/ 1433 w 7165"/>
                <a:gd name="csY7" fmla="*/ 0 h 5255"/>
                <a:gd name="csX8" fmla="*/ 2867 w 7165"/>
                <a:gd name="csY8" fmla="*/ 956 h 5255"/>
                <a:gd name="csX9" fmla="*/ 2867 w 7165"/>
                <a:gd name="csY9" fmla="*/ 1911 h 5255"/>
                <a:gd name="csX10" fmla="*/ 3822 w 7165"/>
                <a:gd name="csY10" fmla="*/ 2867 h 5255"/>
                <a:gd name="csX11" fmla="*/ 7166 w 7165"/>
                <a:gd name="csY11" fmla="*/ 4777 h 5255"/>
                <a:gd name="csX12" fmla="*/ 4300 w 7165"/>
                <a:gd name="csY12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165" h="5255">
                  <a:moveTo>
                    <a:pt x="4300" y="5255"/>
                  </a:moveTo>
                  <a:lnTo>
                    <a:pt x="1911" y="5255"/>
                  </a:lnTo>
                  <a:lnTo>
                    <a:pt x="478" y="5255"/>
                  </a:lnTo>
                  <a:lnTo>
                    <a:pt x="0" y="3822"/>
                  </a:lnTo>
                  <a:lnTo>
                    <a:pt x="956" y="2867"/>
                  </a:lnTo>
                  <a:lnTo>
                    <a:pt x="478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867" y="956"/>
                  </a:lnTo>
                  <a:lnTo>
                    <a:pt x="2867" y="1911"/>
                  </a:lnTo>
                  <a:lnTo>
                    <a:pt x="3822" y="2867"/>
                  </a:lnTo>
                  <a:lnTo>
                    <a:pt x="7166" y="4777"/>
                  </a:lnTo>
                  <a:lnTo>
                    <a:pt x="4300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1" name="Freeform 4310">
              <a:extLst>
                <a:ext uri="{FF2B5EF4-FFF2-40B4-BE49-F238E27FC236}">
                  <a16:creationId xmlns:a16="http://schemas.microsoft.com/office/drawing/2014/main" id="{89FEDC1E-776A-A50D-D66B-73B1359EEBC9}"/>
                </a:ext>
              </a:extLst>
            </p:cNvPr>
            <p:cNvSpPr/>
            <p:nvPr/>
          </p:nvSpPr>
          <p:spPr>
            <a:xfrm>
              <a:off x="4658511" y="4434882"/>
              <a:ext cx="4777" cy="7165"/>
            </a:xfrm>
            <a:custGeom>
              <a:avLst/>
              <a:gdLst>
                <a:gd name="csX0" fmla="*/ 3822 w 4777"/>
                <a:gd name="csY0" fmla="*/ 6688 h 7165"/>
                <a:gd name="csX1" fmla="*/ 2389 w 4777"/>
                <a:gd name="csY1" fmla="*/ 7166 h 7165"/>
                <a:gd name="csX2" fmla="*/ 1433 w 4777"/>
                <a:gd name="csY2" fmla="*/ 7166 h 7165"/>
                <a:gd name="csX3" fmla="*/ 478 w 4777"/>
                <a:gd name="csY3" fmla="*/ 5733 h 7165"/>
                <a:gd name="csX4" fmla="*/ 0 w 4777"/>
                <a:gd name="csY4" fmla="*/ 956 h 7165"/>
                <a:gd name="csX5" fmla="*/ 478 w 4777"/>
                <a:gd name="csY5" fmla="*/ 478 h 7165"/>
                <a:gd name="csX6" fmla="*/ 956 w 4777"/>
                <a:gd name="csY6" fmla="*/ 0 h 7165"/>
                <a:gd name="csX7" fmla="*/ 2867 w 4777"/>
                <a:gd name="csY7" fmla="*/ 478 h 7165"/>
                <a:gd name="csX8" fmla="*/ 3822 w 4777"/>
                <a:gd name="csY8" fmla="*/ 956 h 7165"/>
                <a:gd name="csX9" fmla="*/ 4777 w 4777"/>
                <a:gd name="csY9" fmla="*/ 1433 h 7165"/>
                <a:gd name="csX10" fmla="*/ 4300 w 4777"/>
                <a:gd name="csY10" fmla="*/ 2389 h 7165"/>
                <a:gd name="csX11" fmla="*/ 4300 w 4777"/>
                <a:gd name="csY11" fmla="*/ 5733 h 7165"/>
                <a:gd name="csX12" fmla="*/ 3822 w 4777"/>
                <a:gd name="csY12" fmla="*/ 668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77" h="7165">
                  <a:moveTo>
                    <a:pt x="3822" y="6688"/>
                  </a:moveTo>
                  <a:lnTo>
                    <a:pt x="2389" y="7166"/>
                  </a:lnTo>
                  <a:lnTo>
                    <a:pt x="1433" y="7166"/>
                  </a:lnTo>
                  <a:lnTo>
                    <a:pt x="478" y="57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2867" y="478"/>
                  </a:lnTo>
                  <a:lnTo>
                    <a:pt x="3822" y="956"/>
                  </a:lnTo>
                  <a:lnTo>
                    <a:pt x="4777" y="1433"/>
                  </a:lnTo>
                  <a:lnTo>
                    <a:pt x="4300" y="2389"/>
                  </a:lnTo>
                  <a:lnTo>
                    <a:pt x="4300" y="5733"/>
                  </a:lnTo>
                  <a:lnTo>
                    <a:pt x="3822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" name="Freeform 4311">
              <a:extLst>
                <a:ext uri="{FF2B5EF4-FFF2-40B4-BE49-F238E27FC236}">
                  <a16:creationId xmlns:a16="http://schemas.microsoft.com/office/drawing/2014/main" id="{93DCE7A7-51D7-A39D-162F-A1785A54B99C}"/>
                </a:ext>
              </a:extLst>
            </p:cNvPr>
            <p:cNvSpPr/>
            <p:nvPr/>
          </p:nvSpPr>
          <p:spPr>
            <a:xfrm>
              <a:off x="4667588" y="4441570"/>
              <a:ext cx="2388" cy="1911"/>
            </a:xfrm>
            <a:custGeom>
              <a:avLst/>
              <a:gdLst>
                <a:gd name="csX0" fmla="*/ 1911 w 2388"/>
                <a:gd name="csY0" fmla="*/ 1911 h 1911"/>
                <a:gd name="csX1" fmla="*/ 956 w 2388"/>
                <a:gd name="csY1" fmla="*/ 1911 h 1911"/>
                <a:gd name="csX2" fmla="*/ 478 w 2388"/>
                <a:gd name="csY2" fmla="*/ 1911 h 1911"/>
                <a:gd name="csX3" fmla="*/ 0 w 2388"/>
                <a:gd name="csY3" fmla="*/ 956 h 1911"/>
                <a:gd name="csX4" fmla="*/ 956 w 2388"/>
                <a:gd name="csY4" fmla="*/ 0 h 1911"/>
                <a:gd name="csX5" fmla="*/ 1433 w 2388"/>
                <a:gd name="csY5" fmla="*/ 0 h 1911"/>
                <a:gd name="csX6" fmla="*/ 2389 w 2388"/>
                <a:gd name="csY6" fmla="*/ 956 h 1911"/>
                <a:gd name="csX7" fmla="*/ 2389 w 2388"/>
                <a:gd name="csY7" fmla="*/ 1433 h 1911"/>
                <a:gd name="csX8" fmla="*/ 1911 w 2388"/>
                <a:gd name="csY8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1911">
                  <a:moveTo>
                    <a:pt x="1911" y="1911"/>
                  </a:moveTo>
                  <a:lnTo>
                    <a:pt x="956" y="1911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2389" y="956"/>
                  </a:lnTo>
                  <a:lnTo>
                    <a:pt x="2389" y="1433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" name="Freeform 4312">
              <a:extLst>
                <a:ext uri="{FF2B5EF4-FFF2-40B4-BE49-F238E27FC236}">
                  <a16:creationId xmlns:a16="http://schemas.microsoft.com/office/drawing/2014/main" id="{149CD19E-3348-C39A-448D-369F187CBDF9}"/>
                </a:ext>
              </a:extLst>
            </p:cNvPr>
            <p:cNvSpPr/>
            <p:nvPr/>
          </p:nvSpPr>
          <p:spPr>
            <a:xfrm>
              <a:off x="6051092" y="4666581"/>
              <a:ext cx="10032" cy="9554"/>
            </a:xfrm>
            <a:custGeom>
              <a:avLst/>
              <a:gdLst>
                <a:gd name="csX0" fmla="*/ 5733 w 10032"/>
                <a:gd name="csY0" fmla="*/ 0 h 9554"/>
                <a:gd name="csX1" fmla="*/ 6211 w 10032"/>
                <a:gd name="csY1" fmla="*/ 0 h 9554"/>
                <a:gd name="csX2" fmla="*/ 9555 w 10032"/>
                <a:gd name="csY2" fmla="*/ 0 h 9554"/>
                <a:gd name="csX3" fmla="*/ 10032 w 10032"/>
                <a:gd name="csY3" fmla="*/ 956 h 9554"/>
                <a:gd name="csX4" fmla="*/ 10032 w 10032"/>
                <a:gd name="csY4" fmla="*/ 2389 h 9554"/>
                <a:gd name="csX5" fmla="*/ 7166 w 10032"/>
                <a:gd name="csY5" fmla="*/ 6688 h 9554"/>
                <a:gd name="csX6" fmla="*/ 6211 w 10032"/>
                <a:gd name="csY6" fmla="*/ 8121 h 9554"/>
                <a:gd name="csX7" fmla="*/ 5255 w 10032"/>
                <a:gd name="csY7" fmla="*/ 9555 h 9554"/>
                <a:gd name="csX8" fmla="*/ 4300 w 10032"/>
                <a:gd name="csY8" fmla="*/ 9555 h 9554"/>
                <a:gd name="csX9" fmla="*/ 478 w 10032"/>
                <a:gd name="csY9" fmla="*/ 9077 h 9554"/>
                <a:gd name="csX10" fmla="*/ 0 w 10032"/>
                <a:gd name="csY10" fmla="*/ 8599 h 9554"/>
                <a:gd name="csX11" fmla="*/ 0 w 10032"/>
                <a:gd name="csY11" fmla="*/ 7644 h 9554"/>
                <a:gd name="csX12" fmla="*/ 478 w 10032"/>
                <a:gd name="csY12" fmla="*/ 6210 h 9554"/>
                <a:gd name="csX13" fmla="*/ 478 w 10032"/>
                <a:gd name="csY13" fmla="*/ 5733 h 9554"/>
                <a:gd name="csX14" fmla="*/ 2389 w 10032"/>
                <a:gd name="csY14" fmla="*/ 5255 h 9554"/>
                <a:gd name="csX15" fmla="*/ 2867 w 10032"/>
                <a:gd name="csY15" fmla="*/ 4777 h 9554"/>
                <a:gd name="csX16" fmla="*/ 3822 w 10032"/>
                <a:gd name="csY16" fmla="*/ 3344 h 9554"/>
                <a:gd name="csX17" fmla="*/ 3822 w 10032"/>
                <a:gd name="csY17" fmla="*/ 1433 h 9554"/>
                <a:gd name="csX18" fmla="*/ 4777 w 10032"/>
                <a:gd name="csY18" fmla="*/ 478 h 9554"/>
                <a:gd name="csX19" fmla="*/ 5733 w 10032"/>
                <a:gd name="csY19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0032" h="9554">
                  <a:moveTo>
                    <a:pt x="5733" y="0"/>
                  </a:moveTo>
                  <a:lnTo>
                    <a:pt x="6211" y="0"/>
                  </a:lnTo>
                  <a:lnTo>
                    <a:pt x="9555" y="0"/>
                  </a:lnTo>
                  <a:lnTo>
                    <a:pt x="10032" y="956"/>
                  </a:lnTo>
                  <a:lnTo>
                    <a:pt x="10032" y="2389"/>
                  </a:lnTo>
                  <a:lnTo>
                    <a:pt x="7166" y="6688"/>
                  </a:lnTo>
                  <a:lnTo>
                    <a:pt x="6211" y="8121"/>
                  </a:lnTo>
                  <a:lnTo>
                    <a:pt x="5255" y="9555"/>
                  </a:lnTo>
                  <a:lnTo>
                    <a:pt x="4300" y="9555"/>
                  </a:lnTo>
                  <a:lnTo>
                    <a:pt x="478" y="9077"/>
                  </a:lnTo>
                  <a:lnTo>
                    <a:pt x="0" y="8599"/>
                  </a:lnTo>
                  <a:lnTo>
                    <a:pt x="0" y="7644"/>
                  </a:lnTo>
                  <a:lnTo>
                    <a:pt x="478" y="6210"/>
                  </a:lnTo>
                  <a:lnTo>
                    <a:pt x="478" y="5733"/>
                  </a:lnTo>
                  <a:lnTo>
                    <a:pt x="2389" y="5255"/>
                  </a:lnTo>
                  <a:lnTo>
                    <a:pt x="2867" y="4777"/>
                  </a:lnTo>
                  <a:lnTo>
                    <a:pt x="3822" y="3344"/>
                  </a:lnTo>
                  <a:lnTo>
                    <a:pt x="3822" y="1433"/>
                  </a:lnTo>
                  <a:lnTo>
                    <a:pt x="4777" y="478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" name="Freeform 4313">
              <a:extLst>
                <a:ext uri="{FF2B5EF4-FFF2-40B4-BE49-F238E27FC236}">
                  <a16:creationId xmlns:a16="http://schemas.microsoft.com/office/drawing/2014/main" id="{F3DCE2FC-AB51-A578-7ABA-81471B94BEDC}"/>
                </a:ext>
              </a:extLst>
            </p:cNvPr>
            <p:cNvSpPr/>
            <p:nvPr/>
          </p:nvSpPr>
          <p:spPr>
            <a:xfrm>
              <a:off x="6069724" y="4692856"/>
              <a:ext cx="38695" cy="24364"/>
            </a:xfrm>
            <a:custGeom>
              <a:avLst/>
              <a:gdLst>
                <a:gd name="csX0" fmla="*/ 38696 w 38695"/>
                <a:gd name="csY0" fmla="*/ 2389 h 24364"/>
                <a:gd name="csX1" fmla="*/ 38696 w 38695"/>
                <a:gd name="csY1" fmla="*/ 6688 h 24364"/>
                <a:gd name="csX2" fmla="*/ 38696 w 38695"/>
                <a:gd name="csY2" fmla="*/ 10510 h 24364"/>
                <a:gd name="csX3" fmla="*/ 38696 w 38695"/>
                <a:gd name="csY3" fmla="*/ 14332 h 24364"/>
                <a:gd name="csX4" fmla="*/ 38696 w 38695"/>
                <a:gd name="csY4" fmla="*/ 18154 h 24364"/>
                <a:gd name="csX5" fmla="*/ 38696 w 38695"/>
                <a:gd name="csY5" fmla="*/ 21498 h 24364"/>
                <a:gd name="csX6" fmla="*/ 38696 w 38695"/>
                <a:gd name="csY6" fmla="*/ 23409 h 24364"/>
                <a:gd name="csX7" fmla="*/ 38696 w 38695"/>
                <a:gd name="csY7" fmla="*/ 23886 h 24364"/>
                <a:gd name="csX8" fmla="*/ 34874 w 38695"/>
                <a:gd name="csY8" fmla="*/ 23409 h 24364"/>
                <a:gd name="csX9" fmla="*/ 29141 w 38695"/>
                <a:gd name="csY9" fmla="*/ 23409 h 24364"/>
                <a:gd name="csX10" fmla="*/ 23886 w 38695"/>
                <a:gd name="csY10" fmla="*/ 23409 h 24364"/>
                <a:gd name="csX11" fmla="*/ 18632 w 38695"/>
                <a:gd name="csY11" fmla="*/ 23409 h 24364"/>
                <a:gd name="csX12" fmla="*/ 15765 w 38695"/>
                <a:gd name="csY12" fmla="*/ 23409 h 24364"/>
                <a:gd name="csX13" fmla="*/ 12899 w 38695"/>
                <a:gd name="csY13" fmla="*/ 23409 h 24364"/>
                <a:gd name="csX14" fmla="*/ 11943 w 38695"/>
                <a:gd name="csY14" fmla="*/ 23886 h 24364"/>
                <a:gd name="csX15" fmla="*/ 11466 w 38695"/>
                <a:gd name="csY15" fmla="*/ 24364 h 24364"/>
                <a:gd name="csX16" fmla="*/ 10510 w 38695"/>
                <a:gd name="csY16" fmla="*/ 24364 h 24364"/>
                <a:gd name="csX17" fmla="*/ 9555 w 38695"/>
                <a:gd name="csY17" fmla="*/ 23886 h 24364"/>
                <a:gd name="csX18" fmla="*/ 8599 w 38695"/>
                <a:gd name="csY18" fmla="*/ 23886 h 24364"/>
                <a:gd name="csX19" fmla="*/ 8121 w 38695"/>
                <a:gd name="csY19" fmla="*/ 23409 h 24364"/>
                <a:gd name="csX20" fmla="*/ 7644 w 38695"/>
                <a:gd name="csY20" fmla="*/ 22453 h 24364"/>
                <a:gd name="csX21" fmla="*/ 6688 w 38695"/>
                <a:gd name="csY21" fmla="*/ 21975 h 24364"/>
                <a:gd name="csX22" fmla="*/ 5733 w 38695"/>
                <a:gd name="csY22" fmla="*/ 22453 h 24364"/>
                <a:gd name="csX23" fmla="*/ 5255 w 38695"/>
                <a:gd name="csY23" fmla="*/ 22931 h 24364"/>
                <a:gd name="csX24" fmla="*/ 4300 w 38695"/>
                <a:gd name="csY24" fmla="*/ 22931 h 24364"/>
                <a:gd name="csX25" fmla="*/ 4300 w 38695"/>
                <a:gd name="csY25" fmla="*/ 22453 h 24364"/>
                <a:gd name="csX26" fmla="*/ 2389 w 38695"/>
                <a:gd name="csY26" fmla="*/ 21498 h 24364"/>
                <a:gd name="csX27" fmla="*/ 1433 w 38695"/>
                <a:gd name="csY27" fmla="*/ 21498 h 24364"/>
                <a:gd name="csX28" fmla="*/ 0 w 38695"/>
                <a:gd name="csY28" fmla="*/ 21020 h 24364"/>
                <a:gd name="csX29" fmla="*/ 956 w 38695"/>
                <a:gd name="csY29" fmla="*/ 18154 h 24364"/>
                <a:gd name="csX30" fmla="*/ 2389 w 38695"/>
                <a:gd name="csY30" fmla="*/ 15765 h 24364"/>
                <a:gd name="csX31" fmla="*/ 3822 w 38695"/>
                <a:gd name="csY31" fmla="*/ 13854 h 24364"/>
                <a:gd name="csX32" fmla="*/ 4777 w 38695"/>
                <a:gd name="csY32" fmla="*/ 13376 h 24364"/>
                <a:gd name="csX33" fmla="*/ 5255 w 38695"/>
                <a:gd name="csY33" fmla="*/ 12421 h 24364"/>
                <a:gd name="csX34" fmla="*/ 6688 w 38695"/>
                <a:gd name="csY34" fmla="*/ 9555 h 24364"/>
                <a:gd name="csX35" fmla="*/ 8599 w 38695"/>
                <a:gd name="csY35" fmla="*/ 6688 h 24364"/>
                <a:gd name="csX36" fmla="*/ 8121 w 38695"/>
                <a:gd name="csY36" fmla="*/ 4299 h 24364"/>
                <a:gd name="csX37" fmla="*/ 8599 w 38695"/>
                <a:gd name="csY37" fmla="*/ 0 h 24364"/>
                <a:gd name="csX38" fmla="*/ 9077 w 38695"/>
                <a:gd name="csY38" fmla="*/ 0 h 24364"/>
                <a:gd name="csX39" fmla="*/ 9077 w 38695"/>
                <a:gd name="csY39" fmla="*/ 478 h 24364"/>
                <a:gd name="csX40" fmla="*/ 9077 w 38695"/>
                <a:gd name="csY40" fmla="*/ 956 h 24364"/>
                <a:gd name="csX41" fmla="*/ 9077 w 38695"/>
                <a:gd name="csY41" fmla="*/ 956 h 24364"/>
                <a:gd name="csX42" fmla="*/ 9555 w 38695"/>
                <a:gd name="csY42" fmla="*/ 1911 h 24364"/>
                <a:gd name="csX43" fmla="*/ 11943 w 38695"/>
                <a:gd name="csY43" fmla="*/ 2389 h 24364"/>
                <a:gd name="csX44" fmla="*/ 18632 w 38695"/>
                <a:gd name="csY44" fmla="*/ 2389 h 24364"/>
                <a:gd name="csX45" fmla="*/ 22453 w 38695"/>
                <a:gd name="csY45" fmla="*/ 2389 h 24364"/>
                <a:gd name="csX46" fmla="*/ 28186 w 38695"/>
                <a:gd name="csY46" fmla="*/ 2389 h 24364"/>
                <a:gd name="csX47" fmla="*/ 33919 w 38695"/>
                <a:gd name="csY47" fmla="*/ 2389 h 24364"/>
                <a:gd name="csX48" fmla="*/ 38696 w 38695"/>
                <a:gd name="csY48" fmla="*/ 2389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38695" h="24364">
                  <a:moveTo>
                    <a:pt x="38696" y="2389"/>
                  </a:moveTo>
                  <a:lnTo>
                    <a:pt x="38696" y="6688"/>
                  </a:lnTo>
                  <a:lnTo>
                    <a:pt x="38696" y="10510"/>
                  </a:lnTo>
                  <a:lnTo>
                    <a:pt x="38696" y="14332"/>
                  </a:lnTo>
                  <a:lnTo>
                    <a:pt x="38696" y="18154"/>
                  </a:lnTo>
                  <a:lnTo>
                    <a:pt x="38696" y="21498"/>
                  </a:lnTo>
                  <a:lnTo>
                    <a:pt x="38696" y="23409"/>
                  </a:lnTo>
                  <a:lnTo>
                    <a:pt x="38696" y="23886"/>
                  </a:lnTo>
                  <a:lnTo>
                    <a:pt x="34874" y="23409"/>
                  </a:lnTo>
                  <a:lnTo>
                    <a:pt x="29141" y="23409"/>
                  </a:lnTo>
                  <a:lnTo>
                    <a:pt x="23886" y="23409"/>
                  </a:lnTo>
                  <a:lnTo>
                    <a:pt x="18632" y="23409"/>
                  </a:lnTo>
                  <a:lnTo>
                    <a:pt x="15765" y="23409"/>
                  </a:lnTo>
                  <a:lnTo>
                    <a:pt x="12899" y="23409"/>
                  </a:lnTo>
                  <a:lnTo>
                    <a:pt x="11943" y="23886"/>
                  </a:lnTo>
                  <a:lnTo>
                    <a:pt x="11466" y="24364"/>
                  </a:lnTo>
                  <a:lnTo>
                    <a:pt x="10510" y="24364"/>
                  </a:lnTo>
                  <a:lnTo>
                    <a:pt x="9555" y="23886"/>
                  </a:lnTo>
                  <a:lnTo>
                    <a:pt x="8599" y="23886"/>
                  </a:lnTo>
                  <a:lnTo>
                    <a:pt x="8121" y="23409"/>
                  </a:lnTo>
                  <a:lnTo>
                    <a:pt x="7644" y="22453"/>
                  </a:lnTo>
                  <a:lnTo>
                    <a:pt x="6688" y="21975"/>
                  </a:lnTo>
                  <a:lnTo>
                    <a:pt x="5733" y="22453"/>
                  </a:lnTo>
                  <a:lnTo>
                    <a:pt x="5255" y="22931"/>
                  </a:lnTo>
                  <a:lnTo>
                    <a:pt x="4300" y="22931"/>
                  </a:lnTo>
                  <a:lnTo>
                    <a:pt x="4300" y="22453"/>
                  </a:lnTo>
                  <a:lnTo>
                    <a:pt x="2389" y="21498"/>
                  </a:lnTo>
                  <a:lnTo>
                    <a:pt x="1433" y="21498"/>
                  </a:lnTo>
                  <a:lnTo>
                    <a:pt x="0" y="21020"/>
                  </a:lnTo>
                  <a:lnTo>
                    <a:pt x="956" y="18154"/>
                  </a:lnTo>
                  <a:lnTo>
                    <a:pt x="2389" y="15765"/>
                  </a:lnTo>
                  <a:lnTo>
                    <a:pt x="3822" y="13854"/>
                  </a:lnTo>
                  <a:lnTo>
                    <a:pt x="4777" y="13376"/>
                  </a:lnTo>
                  <a:lnTo>
                    <a:pt x="5255" y="12421"/>
                  </a:lnTo>
                  <a:lnTo>
                    <a:pt x="6688" y="9555"/>
                  </a:lnTo>
                  <a:lnTo>
                    <a:pt x="8599" y="6688"/>
                  </a:lnTo>
                  <a:lnTo>
                    <a:pt x="8121" y="4299"/>
                  </a:lnTo>
                  <a:lnTo>
                    <a:pt x="8599" y="0"/>
                  </a:lnTo>
                  <a:lnTo>
                    <a:pt x="9077" y="0"/>
                  </a:lnTo>
                  <a:lnTo>
                    <a:pt x="9077" y="478"/>
                  </a:lnTo>
                  <a:lnTo>
                    <a:pt x="9077" y="956"/>
                  </a:lnTo>
                  <a:lnTo>
                    <a:pt x="9077" y="956"/>
                  </a:lnTo>
                  <a:lnTo>
                    <a:pt x="9555" y="1911"/>
                  </a:lnTo>
                  <a:lnTo>
                    <a:pt x="11943" y="2389"/>
                  </a:lnTo>
                  <a:lnTo>
                    <a:pt x="18632" y="2389"/>
                  </a:lnTo>
                  <a:lnTo>
                    <a:pt x="22453" y="2389"/>
                  </a:lnTo>
                  <a:lnTo>
                    <a:pt x="28186" y="2389"/>
                  </a:lnTo>
                  <a:lnTo>
                    <a:pt x="33919" y="2389"/>
                  </a:lnTo>
                  <a:lnTo>
                    <a:pt x="3869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" name="Freeform 4314">
              <a:extLst>
                <a:ext uri="{FF2B5EF4-FFF2-40B4-BE49-F238E27FC236}">
                  <a16:creationId xmlns:a16="http://schemas.microsoft.com/office/drawing/2014/main" id="{B26DADD2-C7E8-E2E9-3F8C-211FFEE63592}"/>
                </a:ext>
              </a:extLst>
            </p:cNvPr>
            <p:cNvSpPr/>
            <p:nvPr/>
          </p:nvSpPr>
          <p:spPr>
            <a:xfrm>
              <a:off x="6338208" y="3902214"/>
              <a:ext cx="70226" cy="11943"/>
            </a:xfrm>
            <a:custGeom>
              <a:avLst/>
              <a:gdLst>
                <a:gd name="csX0" fmla="*/ 0 w 70226"/>
                <a:gd name="csY0" fmla="*/ 9555 h 11943"/>
                <a:gd name="csX1" fmla="*/ 2389 w 70226"/>
                <a:gd name="csY1" fmla="*/ 10032 h 11943"/>
                <a:gd name="csX2" fmla="*/ 4777 w 70226"/>
                <a:gd name="csY2" fmla="*/ 10032 h 11943"/>
                <a:gd name="csX3" fmla="*/ 4777 w 70226"/>
                <a:gd name="csY3" fmla="*/ 10032 h 11943"/>
                <a:gd name="csX4" fmla="*/ 6210 w 70226"/>
                <a:gd name="csY4" fmla="*/ 8599 h 11943"/>
                <a:gd name="csX5" fmla="*/ 6688 w 70226"/>
                <a:gd name="csY5" fmla="*/ 8599 h 11943"/>
                <a:gd name="csX6" fmla="*/ 9077 w 70226"/>
                <a:gd name="csY6" fmla="*/ 8599 h 11943"/>
                <a:gd name="csX7" fmla="*/ 9555 w 70226"/>
                <a:gd name="csY7" fmla="*/ 8121 h 11943"/>
                <a:gd name="csX8" fmla="*/ 10510 w 70226"/>
                <a:gd name="csY8" fmla="*/ 8121 h 11943"/>
                <a:gd name="csX9" fmla="*/ 12421 w 70226"/>
                <a:gd name="csY9" fmla="*/ 8599 h 11943"/>
                <a:gd name="csX10" fmla="*/ 14332 w 70226"/>
                <a:gd name="csY10" fmla="*/ 8599 h 11943"/>
                <a:gd name="csX11" fmla="*/ 16243 w 70226"/>
                <a:gd name="csY11" fmla="*/ 8121 h 11943"/>
                <a:gd name="csX12" fmla="*/ 16721 w 70226"/>
                <a:gd name="csY12" fmla="*/ 7644 h 11943"/>
                <a:gd name="csX13" fmla="*/ 19109 w 70226"/>
                <a:gd name="csY13" fmla="*/ 6688 h 11943"/>
                <a:gd name="csX14" fmla="*/ 19109 w 70226"/>
                <a:gd name="csY14" fmla="*/ 6688 h 11943"/>
                <a:gd name="csX15" fmla="*/ 21020 w 70226"/>
                <a:gd name="csY15" fmla="*/ 6688 h 11943"/>
                <a:gd name="csX16" fmla="*/ 21975 w 70226"/>
                <a:gd name="csY16" fmla="*/ 6688 h 11943"/>
                <a:gd name="csX17" fmla="*/ 21975 w 70226"/>
                <a:gd name="csY17" fmla="*/ 6688 h 11943"/>
                <a:gd name="csX18" fmla="*/ 22453 w 70226"/>
                <a:gd name="csY18" fmla="*/ 6210 h 11943"/>
                <a:gd name="csX19" fmla="*/ 22453 w 70226"/>
                <a:gd name="csY19" fmla="*/ 5255 h 11943"/>
                <a:gd name="csX20" fmla="*/ 22453 w 70226"/>
                <a:gd name="csY20" fmla="*/ 5255 h 11943"/>
                <a:gd name="csX21" fmla="*/ 26275 w 70226"/>
                <a:gd name="csY21" fmla="*/ 4777 h 11943"/>
                <a:gd name="csX22" fmla="*/ 27231 w 70226"/>
                <a:gd name="csY22" fmla="*/ 5255 h 11943"/>
                <a:gd name="csX23" fmla="*/ 29141 w 70226"/>
                <a:gd name="csY23" fmla="*/ 5255 h 11943"/>
                <a:gd name="csX24" fmla="*/ 31052 w 70226"/>
                <a:gd name="csY24" fmla="*/ 4299 h 11943"/>
                <a:gd name="csX25" fmla="*/ 31052 w 70226"/>
                <a:gd name="csY25" fmla="*/ 4299 h 11943"/>
                <a:gd name="csX26" fmla="*/ 32008 w 70226"/>
                <a:gd name="csY26" fmla="*/ 4299 h 11943"/>
                <a:gd name="csX27" fmla="*/ 32963 w 70226"/>
                <a:gd name="csY27" fmla="*/ 6688 h 11943"/>
                <a:gd name="csX28" fmla="*/ 33441 w 70226"/>
                <a:gd name="csY28" fmla="*/ 7166 h 11943"/>
                <a:gd name="csX29" fmla="*/ 34397 w 70226"/>
                <a:gd name="csY29" fmla="*/ 7644 h 11943"/>
                <a:gd name="csX30" fmla="*/ 36785 w 70226"/>
                <a:gd name="csY30" fmla="*/ 9077 h 11943"/>
                <a:gd name="csX31" fmla="*/ 37263 w 70226"/>
                <a:gd name="csY31" fmla="*/ 9077 h 11943"/>
                <a:gd name="csX32" fmla="*/ 37263 w 70226"/>
                <a:gd name="csY32" fmla="*/ 8599 h 11943"/>
                <a:gd name="csX33" fmla="*/ 38218 w 70226"/>
                <a:gd name="csY33" fmla="*/ 8121 h 11943"/>
                <a:gd name="csX34" fmla="*/ 41085 w 70226"/>
                <a:gd name="csY34" fmla="*/ 9077 h 11943"/>
                <a:gd name="csX35" fmla="*/ 43951 w 70226"/>
                <a:gd name="csY35" fmla="*/ 10032 h 11943"/>
                <a:gd name="csX36" fmla="*/ 46340 w 70226"/>
                <a:gd name="csY36" fmla="*/ 11943 h 11943"/>
                <a:gd name="csX37" fmla="*/ 48728 w 70226"/>
                <a:gd name="csY37" fmla="*/ 11465 h 11943"/>
                <a:gd name="csX38" fmla="*/ 51595 w 70226"/>
                <a:gd name="csY38" fmla="*/ 10510 h 11943"/>
                <a:gd name="csX39" fmla="*/ 53506 w 70226"/>
                <a:gd name="csY39" fmla="*/ 10032 h 11943"/>
                <a:gd name="csX40" fmla="*/ 55894 w 70226"/>
                <a:gd name="csY40" fmla="*/ 10032 h 11943"/>
                <a:gd name="csX41" fmla="*/ 56850 w 70226"/>
                <a:gd name="csY41" fmla="*/ 10032 h 11943"/>
                <a:gd name="csX42" fmla="*/ 59716 w 70226"/>
                <a:gd name="csY42" fmla="*/ 10032 h 11943"/>
                <a:gd name="csX43" fmla="*/ 62582 w 70226"/>
                <a:gd name="csY43" fmla="*/ 9077 h 11943"/>
                <a:gd name="csX44" fmla="*/ 64016 w 70226"/>
                <a:gd name="csY44" fmla="*/ 8599 h 11943"/>
                <a:gd name="csX45" fmla="*/ 64493 w 70226"/>
                <a:gd name="csY45" fmla="*/ 7166 h 11943"/>
                <a:gd name="csX46" fmla="*/ 64016 w 70226"/>
                <a:gd name="csY46" fmla="*/ 5255 h 11943"/>
                <a:gd name="csX47" fmla="*/ 63538 w 70226"/>
                <a:gd name="csY47" fmla="*/ 2866 h 11943"/>
                <a:gd name="csX48" fmla="*/ 62582 w 70226"/>
                <a:gd name="csY48" fmla="*/ 2389 h 11943"/>
                <a:gd name="csX49" fmla="*/ 62582 w 70226"/>
                <a:gd name="csY49" fmla="*/ 1433 h 11943"/>
                <a:gd name="csX50" fmla="*/ 63060 w 70226"/>
                <a:gd name="csY50" fmla="*/ 956 h 11943"/>
                <a:gd name="csX51" fmla="*/ 63060 w 70226"/>
                <a:gd name="csY51" fmla="*/ 956 h 11943"/>
                <a:gd name="csX52" fmla="*/ 63060 w 70226"/>
                <a:gd name="csY52" fmla="*/ 478 h 11943"/>
                <a:gd name="csX53" fmla="*/ 63538 w 70226"/>
                <a:gd name="csY53" fmla="*/ 0 h 11943"/>
                <a:gd name="csX54" fmla="*/ 64971 w 70226"/>
                <a:gd name="csY54" fmla="*/ 0 h 11943"/>
                <a:gd name="csX55" fmla="*/ 67360 w 70226"/>
                <a:gd name="csY55" fmla="*/ 478 h 11943"/>
                <a:gd name="csX56" fmla="*/ 67360 w 70226"/>
                <a:gd name="csY56" fmla="*/ 478 h 11943"/>
                <a:gd name="csX57" fmla="*/ 69270 w 70226"/>
                <a:gd name="csY57" fmla="*/ 956 h 11943"/>
                <a:gd name="csX58" fmla="*/ 70226 w 70226"/>
                <a:gd name="csY58" fmla="*/ 1911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70226" h="11943">
                  <a:moveTo>
                    <a:pt x="0" y="9555"/>
                  </a:moveTo>
                  <a:lnTo>
                    <a:pt x="2389" y="10032"/>
                  </a:lnTo>
                  <a:lnTo>
                    <a:pt x="4777" y="10032"/>
                  </a:lnTo>
                  <a:lnTo>
                    <a:pt x="4777" y="10032"/>
                  </a:lnTo>
                  <a:lnTo>
                    <a:pt x="6210" y="8599"/>
                  </a:lnTo>
                  <a:lnTo>
                    <a:pt x="6688" y="8599"/>
                  </a:lnTo>
                  <a:lnTo>
                    <a:pt x="9077" y="8599"/>
                  </a:lnTo>
                  <a:lnTo>
                    <a:pt x="9555" y="8121"/>
                  </a:lnTo>
                  <a:lnTo>
                    <a:pt x="10510" y="8121"/>
                  </a:lnTo>
                  <a:lnTo>
                    <a:pt x="12421" y="8599"/>
                  </a:lnTo>
                  <a:lnTo>
                    <a:pt x="14332" y="8599"/>
                  </a:lnTo>
                  <a:lnTo>
                    <a:pt x="16243" y="8121"/>
                  </a:lnTo>
                  <a:lnTo>
                    <a:pt x="16721" y="7644"/>
                  </a:lnTo>
                  <a:lnTo>
                    <a:pt x="19109" y="6688"/>
                  </a:lnTo>
                  <a:lnTo>
                    <a:pt x="19109" y="6688"/>
                  </a:lnTo>
                  <a:lnTo>
                    <a:pt x="21020" y="6688"/>
                  </a:lnTo>
                  <a:lnTo>
                    <a:pt x="21975" y="6688"/>
                  </a:lnTo>
                  <a:lnTo>
                    <a:pt x="21975" y="6688"/>
                  </a:lnTo>
                  <a:lnTo>
                    <a:pt x="22453" y="6210"/>
                  </a:lnTo>
                  <a:lnTo>
                    <a:pt x="22453" y="5255"/>
                  </a:lnTo>
                  <a:lnTo>
                    <a:pt x="22453" y="5255"/>
                  </a:lnTo>
                  <a:lnTo>
                    <a:pt x="26275" y="4777"/>
                  </a:lnTo>
                  <a:lnTo>
                    <a:pt x="27231" y="5255"/>
                  </a:lnTo>
                  <a:lnTo>
                    <a:pt x="29141" y="5255"/>
                  </a:lnTo>
                  <a:lnTo>
                    <a:pt x="31052" y="4299"/>
                  </a:lnTo>
                  <a:lnTo>
                    <a:pt x="31052" y="4299"/>
                  </a:lnTo>
                  <a:lnTo>
                    <a:pt x="32008" y="4299"/>
                  </a:lnTo>
                  <a:lnTo>
                    <a:pt x="32963" y="6688"/>
                  </a:lnTo>
                  <a:lnTo>
                    <a:pt x="33441" y="7166"/>
                  </a:lnTo>
                  <a:lnTo>
                    <a:pt x="34397" y="7644"/>
                  </a:lnTo>
                  <a:lnTo>
                    <a:pt x="36785" y="9077"/>
                  </a:lnTo>
                  <a:lnTo>
                    <a:pt x="37263" y="9077"/>
                  </a:lnTo>
                  <a:lnTo>
                    <a:pt x="37263" y="8599"/>
                  </a:lnTo>
                  <a:lnTo>
                    <a:pt x="38218" y="8121"/>
                  </a:lnTo>
                  <a:lnTo>
                    <a:pt x="41085" y="9077"/>
                  </a:lnTo>
                  <a:lnTo>
                    <a:pt x="43951" y="10032"/>
                  </a:lnTo>
                  <a:lnTo>
                    <a:pt x="46340" y="11943"/>
                  </a:lnTo>
                  <a:lnTo>
                    <a:pt x="48728" y="11465"/>
                  </a:lnTo>
                  <a:lnTo>
                    <a:pt x="51595" y="10510"/>
                  </a:lnTo>
                  <a:lnTo>
                    <a:pt x="53506" y="10032"/>
                  </a:lnTo>
                  <a:lnTo>
                    <a:pt x="55894" y="10032"/>
                  </a:lnTo>
                  <a:lnTo>
                    <a:pt x="56850" y="10032"/>
                  </a:lnTo>
                  <a:lnTo>
                    <a:pt x="59716" y="10032"/>
                  </a:lnTo>
                  <a:lnTo>
                    <a:pt x="62582" y="9077"/>
                  </a:lnTo>
                  <a:lnTo>
                    <a:pt x="64016" y="8599"/>
                  </a:lnTo>
                  <a:lnTo>
                    <a:pt x="64493" y="7166"/>
                  </a:lnTo>
                  <a:lnTo>
                    <a:pt x="64016" y="5255"/>
                  </a:lnTo>
                  <a:lnTo>
                    <a:pt x="63538" y="2866"/>
                  </a:lnTo>
                  <a:lnTo>
                    <a:pt x="62582" y="2389"/>
                  </a:lnTo>
                  <a:lnTo>
                    <a:pt x="62582" y="1433"/>
                  </a:lnTo>
                  <a:lnTo>
                    <a:pt x="63060" y="956"/>
                  </a:lnTo>
                  <a:lnTo>
                    <a:pt x="63060" y="956"/>
                  </a:lnTo>
                  <a:lnTo>
                    <a:pt x="63060" y="478"/>
                  </a:lnTo>
                  <a:lnTo>
                    <a:pt x="63538" y="0"/>
                  </a:lnTo>
                  <a:lnTo>
                    <a:pt x="64971" y="0"/>
                  </a:lnTo>
                  <a:lnTo>
                    <a:pt x="67360" y="478"/>
                  </a:lnTo>
                  <a:lnTo>
                    <a:pt x="67360" y="478"/>
                  </a:lnTo>
                  <a:lnTo>
                    <a:pt x="69270" y="956"/>
                  </a:lnTo>
                  <a:lnTo>
                    <a:pt x="70226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" name="Freeform 4315">
              <a:extLst>
                <a:ext uri="{FF2B5EF4-FFF2-40B4-BE49-F238E27FC236}">
                  <a16:creationId xmlns:a16="http://schemas.microsoft.com/office/drawing/2014/main" id="{7844DBC4-607E-DDD9-1F09-5E7E79458014}"/>
                </a:ext>
              </a:extLst>
            </p:cNvPr>
            <p:cNvSpPr/>
            <p:nvPr/>
          </p:nvSpPr>
          <p:spPr>
            <a:xfrm>
              <a:off x="6334386" y="3912246"/>
              <a:ext cx="477" cy="3344"/>
            </a:xfrm>
            <a:custGeom>
              <a:avLst/>
              <a:gdLst>
                <a:gd name="csX0" fmla="*/ 0 w 477"/>
                <a:gd name="csY0" fmla="*/ 3344 h 3344"/>
                <a:gd name="csX1" fmla="*/ 0 w 477"/>
                <a:gd name="csY1" fmla="*/ 3344 h 3344"/>
                <a:gd name="csX2" fmla="*/ 478 w 477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3344">
                  <a:moveTo>
                    <a:pt x="0" y="3344"/>
                  </a:moveTo>
                  <a:lnTo>
                    <a:pt x="0" y="3344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" name="Freeform 4316">
              <a:extLst>
                <a:ext uri="{FF2B5EF4-FFF2-40B4-BE49-F238E27FC236}">
                  <a16:creationId xmlns:a16="http://schemas.microsoft.com/office/drawing/2014/main" id="{B2FF10DE-FBC5-BF3E-4A71-FC1FC0964FE3}"/>
                </a:ext>
              </a:extLst>
            </p:cNvPr>
            <p:cNvSpPr/>
            <p:nvPr/>
          </p:nvSpPr>
          <p:spPr>
            <a:xfrm>
              <a:off x="6315755" y="3917501"/>
              <a:ext cx="2866" cy="3821"/>
            </a:xfrm>
            <a:custGeom>
              <a:avLst/>
              <a:gdLst>
                <a:gd name="csX0" fmla="*/ 0 w 2866"/>
                <a:gd name="csY0" fmla="*/ 3822 h 3821"/>
                <a:gd name="csX1" fmla="*/ 0 w 2866"/>
                <a:gd name="csY1" fmla="*/ 3822 h 3821"/>
                <a:gd name="csX2" fmla="*/ 2866 w 2866"/>
                <a:gd name="csY2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3821">
                  <a:moveTo>
                    <a:pt x="0" y="3822"/>
                  </a:moveTo>
                  <a:lnTo>
                    <a:pt x="0" y="3822"/>
                  </a:lnTo>
                  <a:lnTo>
                    <a:pt x="28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" name="Freeform 4317">
              <a:extLst>
                <a:ext uri="{FF2B5EF4-FFF2-40B4-BE49-F238E27FC236}">
                  <a16:creationId xmlns:a16="http://schemas.microsoft.com/office/drawing/2014/main" id="{79A80381-6A7F-5658-37A2-33516EEEB497}"/>
                </a:ext>
              </a:extLst>
            </p:cNvPr>
            <p:cNvSpPr/>
            <p:nvPr/>
          </p:nvSpPr>
          <p:spPr>
            <a:xfrm>
              <a:off x="6280402" y="3920367"/>
              <a:ext cx="119910" cy="105578"/>
            </a:xfrm>
            <a:custGeom>
              <a:avLst/>
              <a:gdLst>
                <a:gd name="csX0" fmla="*/ 119910 w 119910"/>
                <a:gd name="csY0" fmla="*/ 6210 h 105578"/>
                <a:gd name="csX1" fmla="*/ 118955 w 119910"/>
                <a:gd name="csY1" fmla="*/ 5255 h 105578"/>
                <a:gd name="csX2" fmla="*/ 116088 w 119910"/>
                <a:gd name="csY2" fmla="*/ 3344 h 105578"/>
                <a:gd name="csX3" fmla="*/ 108923 w 119910"/>
                <a:gd name="csY3" fmla="*/ 2389 h 105578"/>
                <a:gd name="csX4" fmla="*/ 105578 w 119910"/>
                <a:gd name="csY4" fmla="*/ 956 h 105578"/>
                <a:gd name="csX5" fmla="*/ 104145 w 119910"/>
                <a:gd name="csY5" fmla="*/ 1433 h 105578"/>
                <a:gd name="csX6" fmla="*/ 101279 w 119910"/>
                <a:gd name="csY6" fmla="*/ 0 h 105578"/>
                <a:gd name="csX7" fmla="*/ 99368 w 119910"/>
                <a:gd name="csY7" fmla="*/ 478 h 105578"/>
                <a:gd name="csX8" fmla="*/ 95068 w 119910"/>
                <a:gd name="csY8" fmla="*/ 2866 h 105578"/>
                <a:gd name="csX9" fmla="*/ 92680 w 119910"/>
                <a:gd name="csY9" fmla="*/ 2866 h 105578"/>
                <a:gd name="csX10" fmla="*/ 90291 w 119910"/>
                <a:gd name="csY10" fmla="*/ 1433 h 105578"/>
                <a:gd name="csX11" fmla="*/ 88858 w 119910"/>
                <a:gd name="csY11" fmla="*/ 956 h 105578"/>
                <a:gd name="csX12" fmla="*/ 86947 w 119910"/>
                <a:gd name="csY12" fmla="*/ 1911 h 105578"/>
                <a:gd name="csX13" fmla="*/ 84081 w 119910"/>
                <a:gd name="csY13" fmla="*/ 4777 h 105578"/>
                <a:gd name="csX14" fmla="*/ 80736 w 119910"/>
                <a:gd name="csY14" fmla="*/ 6210 h 105578"/>
                <a:gd name="csX15" fmla="*/ 78348 w 119910"/>
                <a:gd name="csY15" fmla="*/ 5733 h 105578"/>
                <a:gd name="csX16" fmla="*/ 74526 w 119910"/>
                <a:gd name="csY16" fmla="*/ 5733 h 105578"/>
                <a:gd name="csX17" fmla="*/ 74048 w 119910"/>
                <a:gd name="csY17" fmla="*/ 7166 h 105578"/>
                <a:gd name="csX18" fmla="*/ 75004 w 119910"/>
                <a:gd name="csY18" fmla="*/ 8599 h 105578"/>
                <a:gd name="csX19" fmla="*/ 76915 w 119910"/>
                <a:gd name="csY19" fmla="*/ 10510 h 105578"/>
                <a:gd name="csX20" fmla="*/ 75959 w 119910"/>
                <a:gd name="csY20" fmla="*/ 11943 h 105578"/>
                <a:gd name="csX21" fmla="*/ 76437 w 119910"/>
                <a:gd name="csY21" fmla="*/ 13376 h 105578"/>
                <a:gd name="csX22" fmla="*/ 77870 w 119910"/>
                <a:gd name="csY22" fmla="*/ 13854 h 105578"/>
                <a:gd name="csX23" fmla="*/ 79781 w 119910"/>
                <a:gd name="csY23" fmla="*/ 13854 h 105578"/>
                <a:gd name="csX24" fmla="*/ 83603 w 119910"/>
                <a:gd name="csY24" fmla="*/ 15765 h 105578"/>
                <a:gd name="csX25" fmla="*/ 85036 w 119910"/>
                <a:gd name="csY25" fmla="*/ 17676 h 105578"/>
                <a:gd name="csX26" fmla="*/ 85991 w 119910"/>
                <a:gd name="csY26" fmla="*/ 20065 h 105578"/>
                <a:gd name="csX27" fmla="*/ 84081 w 119910"/>
                <a:gd name="csY27" fmla="*/ 18154 h 105578"/>
                <a:gd name="csX28" fmla="*/ 82647 w 119910"/>
                <a:gd name="csY28" fmla="*/ 16721 h 105578"/>
                <a:gd name="csX29" fmla="*/ 80259 w 119910"/>
                <a:gd name="csY29" fmla="*/ 16243 h 105578"/>
                <a:gd name="csX30" fmla="*/ 77392 w 119910"/>
                <a:gd name="csY30" fmla="*/ 14809 h 105578"/>
                <a:gd name="csX31" fmla="*/ 75959 w 119910"/>
                <a:gd name="csY31" fmla="*/ 14809 h 105578"/>
                <a:gd name="csX32" fmla="*/ 74048 w 119910"/>
                <a:gd name="csY32" fmla="*/ 15765 h 105578"/>
                <a:gd name="csX33" fmla="*/ 73570 w 119910"/>
                <a:gd name="csY33" fmla="*/ 16721 h 105578"/>
                <a:gd name="csX34" fmla="*/ 75959 w 119910"/>
                <a:gd name="csY34" fmla="*/ 18632 h 105578"/>
                <a:gd name="csX35" fmla="*/ 77870 w 119910"/>
                <a:gd name="csY35" fmla="*/ 20065 h 105578"/>
                <a:gd name="csX36" fmla="*/ 78825 w 119910"/>
                <a:gd name="csY36" fmla="*/ 21020 h 105578"/>
                <a:gd name="csX37" fmla="*/ 79303 w 119910"/>
                <a:gd name="csY37" fmla="*/ 22931 h 105578"/>
                <a:gd name="csX38" fmla="*/ 78825 w 119910"/>
                <a:gd name="csY38" fmla="*/ 23409 h 105578"/>
                <a:gd name="csX39" fmla="*/ 78348 w 119910"/>
                <a:gd name="csY39" fmla="*/ 24364 h 105578"/>
                <a:gd name="csX40" fmla="*/ 75959 w 119910"/>
                <a:gd name="csY40" fmla="*/ 22931 h 105578"/>
                <a:gd name="csX41" fmla="*/ 72615 w 119910"/>
                <a:gd name="csY41" fmla="*/ 18154 h 105578"/>
                <a:gd name="csX42" fmla="*/ 67838 w 119910"/>
                <a:gd name="csY42" fmla="*/ 17198 h 105578"/>
                <a:gd name="csX43" fmla="*/ 67360 w 119910"/>
                <a:gd name="csY43" fmla="*/ 18154 h 105578"/>
                <a:gd name="csX44" fmla="*/ 67838 w 119910"/>
                <a:gd name="csY44" fmla="*/ 20542 h 105578"/>
                <a:gd name="csX45" fmla="*/ 68793 w 119910"/>
                <a:gd name="csY45" fmla="*/ 21975 h 105578"/>
                <a:gd name="csX46" fmla="*/ 72615 w 119910"/>
                <a:gd name="csY46" fmla="*/ 24364 h 105578"/>
                <a:gd name="csX47" fmla="*/ 72615 w 119910"/>
                <a:gd name="csY47" fmla="*/ 24842 h 105578"/>
                <a:gd name="csX48" fmla="*/ 72137 w 119910"/>
                <a:gd name="csY48" fmla="*/ 25320 h 105578"/>
                <a:gd name="csX49" fmla="*/ 67360 w 119910"/>
                <a:gd name="csY49" fmla="*/ 23886 h 105578"/>
                <a:gd name="csX50" fmla="*/ 65927 w 119910"/>
                <a:gd name="csY50" fmla="*/ 21498 h 105578"/>
                <a:gd name="csX51" fmla="*/ 65449 w 119910"/>
                <a:gd name="csY51" fmla="*/ 18154 h 105578"/>
                <a:gd name="csX52" fmla="*/ 61627 w 119910"/>
                <a:gd name="csY52" fmla="*/ 16243 h 105578"/>
                <a:gd name="csX53" fmla="*/ 57328 w 119910"/>
                <a:gd name="csY53" fmla="*/ 13854 h 105578"/>
                <a:gd name="csX54" fmla="*/ 56372 w 119910"/>
                <a:gd name="csY54" fmla="*/ 11943 h 105578"/>
                <a:gd name="csX55" fmla="*/ 57328 w 119910"/>
                <a:gd name="csY55" fmla="*/ 10988 h 105578"/>
                <a:gd name="csX56" fmla="*/ 57805 w 119910"/>
                <a:gd name="csY56" fmla="*/ 9555 h 105578"/>
                <a:gd name="csX57" fmla="*/ 55894 w 119910"/>
                <a:gd name="csY57" fmla="*/ 9555 h 105578"/>
                <a:gd name="csX58" fmla="*/ 54461 w 119910"/>
                <a:gd name="csY58" fmla="*/ 10510 h 105578"/>
                <a:gd name="csX59" fmla="*/ 52073 w 119910"/>
                <a:gd name="csY59" fmla="*/ 11943 h 105578"/>
                <a:gd name="csX60" fmla="*/ 52073 w 119910"/>
                <a:gd name="csY60" fmla="*/ 13376 h 105578"/>
                <a:gd name="csX61" fmla="*/ 52550 w 119910"/>
                <a:gd name="csY61" fmla="*/ 14809 h 105578"/>
                <a:gd name="csX62" fmla="*/ 51595 w 119910"/>
                <a:gd name="csY62" fmla="*/ 16721 h 105578"/>
                <a:gd name="csX63" fmla="*/ 51117 w 119910"/>
                <a:gd name="csY63" fmla="*/ 20542 h 105578"/>
                <a:gd name="csX64" fmla="*/ 51595 w 119910"/>
                <a:gd name="csY64" fmla="*/ 22453 h 105578"/>
                <a:gd name="csX65" fmla="*/ 56372 w 119910"/>
                <a:gd name="csY65" fmla="*/ 28186 h 105578"/>
                <a:gd name="csX66" fmla="*/ 57805 w 119910"/>
                <a:gd name="csY66" fmla="*/ 32008 h 105578"/>
                <a:gd name="csX67" fmla="*/ 59239 w 119910"/>
                <a:gd name="csY67" fmla="*/ 33919 h 105578"/>
                <a:gd name="csX68" fmla="*/ 61627 w 119910"/>
                <a:gd name="csY68" fmla="*/ 35352 h 105578"/>
                <a:gd name="csX69" fmla="*/ 64016 w 119910"/>
                <a:gd name="csY69" fmla="*/ 38696 h 105578"/>
                <a:gd name="csX70" fmla="*/ 64971 w 119910"/>
                <a:gd name="csY70" fmla="*/ 40129 h 105578"/>
                <a:gd name="csX71" fmla="*/ 65927 w 119910"/>
                <a:gd name="csY71" fmla="*/ 42996 h 105578"/>
                <a:gd name="csX72" fmla="*/ 64016 w 119910"/>
                <a:gd name="csY72" fmla="*/ 44429 h 105578"/>
                <a:gd name="csX73" fmla="*/ 62583 w 119910"/>
                <a:gd name="csY73" fmla="*/ 44429 h 105578"/>
                <a:gd name="csX74" fmla="*/ 61627 w 119910"/>
                <a:gd name="csY74" fmla="*/ 43951 h 105578"/>
                <a:gd name="csX75" fmla="*/ 62583 w 119910"/>
                <a:gd name="csY75" fmla="*/ 42040 h 105578"/>
                <a:gd name="csX76" fmla="*/ 62583 w 119910"/>
                <a:gd name="csY76" fmla="*/ 41085 h 105578"/>
                <a:gd name="csX77" fmla="*/ 59239 w 119910"/>
                <a:gd name="csY77" fmla="*/ 39174 h 105578"/>
                <a:gd name="csX78" fmla="*/ 57805 w 119910"/>
                <a:gd name="csY78" fmla="*/ 39651 h 105578"/>
                <a:gd name="csX79" fmla="*/ 56372 w 119910"/>
                <a:gd name="csY79" fmla="*/ 41085 h 105578"/>
                <a:gd name="csX80" fmla="*/ 57328 w 119910"/>
                <a:gd name="csY80" fmla="*/ 42996 h 105578"/>
                <a:gd name="csX81" fmla="*/ 58283 w 119910"/>
                <a:gd name="csY81" fmla="*/ 44429 h 105578"/>
                <a:gd name="csX82" fmla="*/ 58761 w 119910"/>
                <a:gd name="csY82" fmla="*/ 46340 h 105578"/>
                <a:gd name="csX83" fmla="*/ 60672 w 119910"/>
                <a:gd name="csY83" fmla="*/ 45862 h 105578"/>
                <a:gd name="csX84" fmla="*/ 58283 w 119910"/>
                <a:gd name="csY84" fmla="*/ 48251 h 105578"/>
                <a:gd name="csX85" fmla="*/ 55417 w 119910"/>
                <a:gd name="csY85" fmla="*/ 49206 h 105578"/>
                <a:gd name="csX86" fmla="*/ 53028 w 119910"/>
                <a:gd name="csY86" fmla="*/ 49206 h 105578"/>
                <a:gd name="csX87" fmla="*/ 51595 w 119910"/>
                <a:gd name="csY87" fmla="*/ 49684 h 105578"/>
                <a:gd name="csX88" fmla="*/ 51117 w 119910"/>
                <a:gd name="csY88" fmla="*/ 50162 h 105578"/>
                <a:gd name="csX89" fmla="*/ 52073 w 119910"/>
                <a:gd name="csY89" fmla="*/ 50639 h 105578"/>
                <a:gd name="csX90" fmla="*/ 53506 w 119910"/>
                <a:gd name="csY90" fmla="*/ 50639 h 105578"/>
                <a:gd name="csX91" fmla="*/ 54939 w 119910"/>
                <a:gd name="csY91" fmla="*/ 51595 h 105578"/>
                <a:gd name="csX92" fmla="*/ 59716 w 119910"/>
                <a:gd name="csY92" fmla="*/ 53028 h 105578"/>
                <a:gd name="csX93" fmla="*/ 62105 w 119910"/>
                <a:gd name="csY93" fmla="*/ 54461 h 105578"/>
                <a:gd name="csX94" fmla="*/ 64493 w 119910"/>
                <a:gd name="csY94" fmla="*/ 54939 h 105578"/>
                <a:gd name="csX95" fmla="*/ 66882 w 119910"/>
                <a:gd name="csY95" fmla="*/ 57805 h 105578"/>
                <a:gd name="csX96" fmla="*/ 70704 w 119910"/>
                <a:gd name="csY96" fmla="*/ 58761 h 105578"/>
                <a:gd name="csX97" fmla="*/ 73093 w 119910"/>
                <a:gd name="csY97" fmla="*/ 62105 h 105578"/>
                <a:gd name="csX98" fmla="*/ 75959 w 119910"/>
                <a:gd name="csY98" fmla="*/ 62582 h 105578"/>
                <a:gd name="csX99" fmla="*/ 78825 w 119910"/>
                <a:gd name="csY99" fmla="*/ 63538 h 105578"/>
                <a:gd name="csX100" fmla="*/ 79303 w 119910"/>
                <a:gd name="csY100" fmla="*/ 64971 h 105578"/>
                <a:gd name="csX101" fmla="*/ 79781 w 119910"/>
                <a:gd name="csY101" fmla="*/ 66882 h 105578"/>
                <a:gd name="csX102" fmla="*/ 79781 w 119910"/>
                <a:gd name="csY102" fmla="*/ 71182 h 105578"/>
                <a:gd name="csX103" fmla="*/ 80736 w 119910"/>
                <a:gd name="csY103" fmla="*/ 74048 h 105578"/>
                <a:gd name="csX104" fmla="*/ 80736 w 119910"/>
                <a:gd name="csY104" fmla="*/ 75481 h 105578"/>
                <a:gd name="csX105" fmla="*/ 80259 w 119910"/>
                <a:gd name="csY105" fmla="*/ 76914 h 105578"/>
                <a:gd name="csX106" fmla="*/ 79781 w 119910"/>
                <a:gd name="csY106" fmla="*/ 77392 h 105578"/>
                <a:gd name="csX107" fmla="*/ 78825 w 119910"/>
                <a:gd name="csY107" fmla="*/ 77392 h 105578"/>
                <a:gd name="csX108" fmla="*/ 76915 w 119910"/>
                <a:gd name="csY108" fmla="*/ 75004 h 105578"/>
                <a:gd name="csX109" fmla="*/ 74048 w 119910"/>
                <a:gd name="csY109" fmla="*/ 72615 h 105578"/>
                <a:gd name="csX110" fmla="*/ 71182 w 119910"/>
                <a:gd name="csY110" fmla="*/ 69748 h 105578"/>
                <a:gd name="csX111" fmla="*/ 70226 w 119910"/>
                <a:gd name="csY111" fmla="*/ 69271 h 105578"/>
                <a:gd name="csX112" fmla="*/ 69271 w 119910"/>
                <a:gd name="csY112" fmla="*/ 69271 h 105578"/>
                <a:gd name="csX113" fmla="*/ 67838 w 119910"/>
                <a:gd name="csY113" fmla="*/ 70226 h 105578"/>
                <a:gd name="csX114" fmla="*/ 63538 w 119910"/>
                <a:gd name="csY114" fmla="*/ 71182 h 105578"/>
                <a:gd name="csX115" fmla="*/ 61150 w 119910"/>
                <a:gd name="csY115" fmla="*/ 72137 h 105578"/>
                <a:gd name="csX116" fmla="*/ 60194 w 119910"/>
                <a:gd name="csY116" fmla="*/ 72137 h 105578"/>
                <a:gd name="csX117" fmla="*/ 60194 w 119910"/>
                <a:gd name="csY117" fmla="*/ 73093 h 105578"/>
                <a:gd name="csX118" fmla="*/ 61150 w 119910"/>
                <a:gd name="csY118" fmla="*/ 73570 h 105578"/>
                <a:gd name="csX119" fmla="*/ 62583 w 119910"/>
                <a:gd name="csY119" fmla="*/ 75004 h 105578"/>
                <a:gd name="csX120" fmla="*/ 62583 w 119910"/>
                <a:gd name="csY120" fmla="*/ 76437 h 105578"/>
                <a:gd name="csX121" fmla="*/ 63538 w 119910"/>
                <a:gd name="csY121" fmla="*/ 78825 h 105578"/>
                <a:gd name="csX122" fmla="*/ 64493 w 119910"/>
                <a:gd name="csY122" fmla="*/ 79303 h 105578"/>
                <a:gd name="csX123" fmla="*/ 66405 w 119910"/>
                <a:gd name="csY123" fmla="*/ 79303 h 105578"/>
                <a:gd name="csX124" fmla="*/ 67360 w 119910"/>
                <a:gd name="csY124" fmla="*/ 79781 h 105578"/>
                <a:gd name="csX125" fmla="*/ 67838 w 119910"/>
                <a:gd name="csY125" fmla="*/ 80736 h 105578"/>
                <a:gd name="csX126" fmla="*/ 68793 w 119910"/>
                <a:gd name="csY126" fmla="*/ 81692 h 105578"/>
                <a:gd name="csX127" fmla="*/ 69271 w 119910"/>
                <a:gd name="csY127" fmla="*/ 82170 h 105578"/>
                <a:gd name="csX128" fmla="*/ 69271 w 119910"/>
                <a:gd name="csY128" fmla="*/ 83125 h 105578"/>
                <a:gd name="csX129" fmla="*/ 64493 w 119910"/>
                <a:gd name="csY129" fmla="*/ 84558 h 105578"/>
                <a:gd name="csX130" fmla="*/ 63538 w 119910"/>
                <a:gd name="csY130" fmla="*/ 85036 h 105578"/>
                <a:gd name="csX131" fmla="*/ 62583 w 119910"/>
                <a:gd name="csY131" fmla="*/ 85514 h 105578"/>
                <a:gd name="csX132" fmla="*/ 61627 w 119910"/>
                <a:gd name="csY132" fmla="*/ 84558 h 105578"/>
                <a:gd name="csX133" fmla="*/ 61627 w 119910"/>
                <a:gd name="csY133" fmla="*/ 83125 h 105578"/>
                <a:gd name="csX134" fmla="*/ 59716 w 119910"/>
                <a:gd name="csY134" fmla="*/ 82170 h 105578"/>
                <a:gd name="csX135" fmla="*/ 58283 w 119910"/>
                <a:gd name="csY135" fmla="*/ 81214 h 105578"/>
                <a:gd name="csX136" fmla="*/ 56372 w 119910"/>
                <a:gd name="csY136" fmla="*/ 80736 h 105578"/>
                <a:gd name="csX137" fmla="*/ 54939 w 119910"/>
                <a:gd name="csY137" fmla="*/ 79781 h 105578"/>
                <a:gd name="csX138" fmla="*/ 53984 w 119910"/>
                <a:gd name="csY138" fmla="*/ 80736 h 105578"/>
                <a:gd name="csX139" fmla="*/ 54939 w 119910"/>
                <a:gd name="csY139" fmla="*/ 84080 h 105578"/>
                <a:gd name="csX140" fmla="*/ 56372 w 119910"/>
                <a:gd name="csY140" fmla="*/ 86469 h 105578"/>
                <a:gd name="csX141" fmla="*/ 59239 w 119910"/>
                <a:gd name="csY141" fmla="*/ 92680 h 105578"/>
                <a:gd name="csX142" fmla="*/ 60672 w 119910"/>
                <a:gd name="csY142" fmla="*/ 96024 h 105578"/>
                <a:gd name="csX143" fmla="*/ 61150 w 119910"/>
                <a:gd name="csY143" fmla="*/ 97935 h 105578"/>
                <a:gd name="csX144" fmla="*/ 60194 w 119910"/>
                <a:gd name="csY144" fmla="*/ 100801 h 105578"/>
                <a:gd name="csX145" fmla="*/ 61627 w 119910"/>
                <a:gd name="csY145" fmla="*/ 103189 h 105578"/>
                <a:gd name="csX146" fmla="*/ 62583 w 119910"/>
                <a:gd name="csY146" fmla="*/ 105578 h 105578"/>
                <a:gd name="csX147" fmla="*/ 61627 w 119910"/>
                <a:gd name="csY147" fmla="*/ 105100 h 105578"/>
                <a:gd name="csX148" fmla="*/ 60672 w 119910"/>
                <a:gd name="csY148" fmla="*/ 104623 h 105578"/>
                <a:gd name="csX149" fmla="*/ 59239 w 119910"/>
                <a:gd name="csY149" fmla="*/ 103667 h 105578"/>
                <a:gd name="csX150" fmla="*/ 56372 w 119910"/>
                <a:gd name="csY150" fmla="*/ 99846 h 105578"/>
                <a:gd name="csX151" fmla="*/ 54939 w 119910"/>
                <a:gd name="csY151" fmla="*/ 97935 h 105578"/>
                <a:gd name="csX152" fmla="*/ 53984 w 119910"/>
                <a:gd name="csY152" fmla="*/ 97457 h 105578"/>
                <a:gd name="csX153" fmla="*/ 51595 w 119910"/>
                <a:gd name="csY153" fmla="*/ 97935 h 105578"/>
                <a:gd name="csX154" fmla="*/ 49206 w 119910"/>
                <a:gd name="csY154" fmla="*/ 102712 h 105578"/>
                <a:gd name="csX155" fmla="*/ 49206 w 119910"/>
                <a:gd name="csY155" fmla="*/ 105578 h 105578"/>
                <a:gd name="csX156" fmla="*/ 48251 w 119910"/>
                <a:gd name="csY156" fmla="*/ 104623 h 105578"/>
                <a:gd name="csX157" fmla="*/ 47295 w 119910"/>
                <a:gd name="csY157" fmla="*/ 103667 h 105578"/>
                <a:gd name="csX158" fmla="*/ 47295 w 119910"/>
                <a:gd name="csY158" fmla="*/ 100801 h 105578"/>
                <a:gd name="csX159" fmla="*/ 47295 w 119910"/>
                <a:gd name="csY159" fmla="*/ 99846 h 105578"/>
                <a:gd name="csX160" fmla="*/ 44429 w 119910"/>
                <a:gd name="csY160" fmla="*/ 95546 h 105578"/>
                <a:gd name="csX161" fmla="*/ 42996 w 119910"/>
                <a:gd name="csY161" fmla="*/ 95068 h 105578"/>
                <a:gd name="csX162" fmla="*/ 42518 w 119910"/>
                <a:gd name="csY162" fmla="*/ 93635 h 105578"/>
                <a:gd name="csX163" fmla="*/ 41085 w 119910"/>
                <a:gd name="csY163" fmla="*/ 92202 h 105578"/>
                <a:gd name="csX164" fmla="*/ 40129 w 119910"/>
                <a:gd name="csY164" fmla="*/ 92680 h 105578"/>
                <a:gd name="csX165" fmla="*/ 38696 w 119910"/>
                <a:gd name="csY165" fmla="*/ 93157 h 105578"/>
                <a:gd name="csX166" fmla="*/ 38696 w 119910"/>
                <a:gd name="csY166" fmla="*/ 95546 h 105578"/>
                <a:gd name="csX167" fmla="*/ 38218 w 119910"/>
                <a:gd name="csY167" fmla="*/ 97457 h 105578"/>
                <a:gd name="csX168" fmla="*/ 37741 w 119910"/>
                <a:gd name="csY168" fmla="*/ 98890 h 105578"/>
                <a:gd name="csX169" fmla="*/ 34397 w 119910"/>
                <a:gd name="csY169" fmla="*/ 96024 h 105578"/>
                <a:gd name="csX170" fmla="*/ 31530 w 119910"/>
                <a:gd name="csY170" fmla="*/ 91246 h 105578"/>
                <a:gd name="csX171" fmla="*/ 31530 w 119910"/>
                <a:gd name="csY171" fmla="*/ 88380 h 105578"/>
                <a:gd name="csX172" fmla="*/ 33441 w 119910"/>
                <a:gd name="csY172" fmla="*/ 85991 h 105578"/>
                <a:gd name="csX173" fmla="*/ 33441 w 119910"/>
                <a:gd name="csY173" fmla="*/ 84080 h 105578"/>
                <a:gd name="csX174" fmla="*/ 31052 w 119910"/>
                <a:gd name="csY174" fmla="*/ 80736 h 105578"/>
                <a:gd name="csX175" fmla="*/ 28186 w 119910"/>
                <a:gd name="csY175" fmla="*/ 78348 h 105578"/>
                <a:gd name="csX176" fmla="*/ 26275 w 119910"/>
                <a:gd name="csY176" fmla="*/ 77870 h 105578"/>
                <a:gd name="csX177" fmla="*/ 25320 w 119910"/>
                <a:gd name="csY177" fmla="*/ 75481 h 105578"/>
                <a:gd name="csX178" fmla="*/ 23886 w 119910"/>
                <a:gd name="csY178" fmla="*/ 74048 h 105578"/>
                <a:gd name="csX179" fmla="*/ 22453 w 119910"/>
                <a:gd name="csY179" fmla="*/ 73570 h 105578"/>
                <a:gd name="csX180" fmla="*/ 22453 w 119910"/>
                <a:gd name="csY180" fmla="*/ 72615 h 105578"/>
                <a:gd name="csX181" fmla="*/ 22931 w 119910"/>
                <a:gd name="csY181" fmla="*/ 72137 h 105578"/>
                <a:gd name="csX182" fmla="*/ 25798 w 119910"/>
                <a:gd name="csY182" fmla="*/ 69271 h 105578"/>
                <a:gd name="csX183" fmla="*/ 27709 w 119910"/>
                <a:gd name="csY183" fmla="*/ 65449 h 105578"/>
                <a:gd name="csX184" fmla="*/ 28664 w 119910"/>
                <a:gd name="csY184" fmla="*/ 65449 h 105578"/>
                <a:gd name="csX185" fmla="*/ 30575 w 119910"/>
                <a:gd name="csY185" fmla="*/ 66405 h 105578"/>
                <a:gd name="csX186" fmla="*/ 32963 w 119910"/>
                <a:gd name="csY186" fmla="*/ 65927 h 105578"/>
                <a:gd name="csX187" fmla="*/ 34874 w 119910"/>
                <a:gd name="csY187" fmla="*/ 63538 h 105578"/>
                <a:gd name="csX188" fmla="*/ 36308 w 119910"/>
                <a:gd name="csY188" fmla="*/ 62582 h 105578"/>
                <a:gd name="csX189" fmla="*/ 38696 w 119910"/>
                <a:gd name="csY189" fmla="*/ 62582 h 105578"/>
                <a:gd name="csX190" fmla="*/ 44429 w 119910"/>
                <a:gd name="csY190" fmla="*/ 65927 h 105578"/>
                <a:gd name="csX191" fmla="*/ 50639 w 119910"/>
                <a:gd name="csY191" fmla="*/ 67360 h 105578"/>
                <a:gd name="csX192" fmla="*/ 53984 w 119910"/>
                <a:gd name="csY192" fmla="*/ 68793 h 105578"/>
                <a:gd name="csX193" fmla="*/ 55417 w 119910"/>
                <a:gd name="csY193" fmla="*/ 70704 h 105578"/>
                <a:gd name="csX194" fmla="*/ 56372 w 119910"/>
                <a:gd name="csY194" fmla="*/ 70704 h 105578"/>
                <a:gd name="csX195" fmla="*/ 57805 w 119910"/>
                <a:gd name="csY195" fmla="*/ 71182 h 105578"/>
                <a:gd name="csX196" fmla="*/ 57805 w 119910"/>
                <a:gd name="csY196" fmla="*/ 69748 h 105578"/>
                <a:gd name="csX197" fmla="*/ 57328 w 119910"/>
                <a:gd name="csY197" fmla="*/ 68793 h 105578"/>
                <a:gd name="csX198" fmla="*/ 58761 w 119910"/>
                <a:gd name="csY198" fmla="*/ 68315 h 105578"/>
                <a:gd name="csX199" fmla="*/ 62105 w 119910"/>
                <a:gd name="csY199" fmla="*/ 68315 h 105578"/>
                <a:gd name="csX200" fmla="*/ 62583 w 119910"/>
                <a:gd name="csY200" fmla="*/ 67838 h 105578"/>
                <a:gd name="csX201" fmla="*/ 63060 w 119910"/>
                <a:gd name="csY201" fmla="*/ 66882 h 105578"/>
                <a:gd name="csX202" fmla="*/ 62583 w 119910"/>
                <a:gd name="csY202" fmla="*/ 65927 h 105578"/>
                <a:gd name="csX203" fmla="*/ 61150 w 119910"/>
                <a:gd name="csY203" fmla="*/ 65449 h 105578"/>
                <a:gd name="csX204" fmla="*/ 60194 w 119910"/>
                <a:gd name="csY204" fmla="*/ 65449 h 105578"/>
                <a:gd name="csX205" fmla="*/ 59239 w 119910"/>
                <a:gd name="csY205" fmla="*/ 64971 h 105578"/>
                <a:gd name="csX206" fmla="*/ 58283 w 119910"/>
                <a:gd name="csY206" fmla="*/ 65449 h 105578"/>
                <a:gd name="csX207" fmla="*/ 56372 w 119910"/>
                <a:gd name="csY207" fmla="*/ 64493 h 105578"/>
                <a:gd name="csX208" fmla="*/ 55417 w 119910"/>
                <a:gd name="csY208" fmla="*/ 64016 h 105578"/>
                <a:gd name="csX209" fmla="*/ 54461 w 119910"/>
                <a:gd name="csY209" fmla="*/ 63538 h 105578"/>
                <a:gd name="csX210" fmla="*/ 51117 w 119910"/>
                <a:gd name="csY210" fmla="*/ 62105 h 105578"/>
                <a:gd name="csX211" fmla="*/ 48251 w 119910"/>
                <a:gd name="csY211" fmla="*/ 60194 h 105578"/>
                <a:gd name="csX212" fmla="*/ 47295 w 119910"/>
                <a:gd name="csY212" fmla="*/ 61149 h 105578"/>
                <a:gd name="csX213" fmla="*/ 45862 w 119910"/>
                <a:gd name="csY213" fmla="*/ 61627 h 105578"/>
                <a:gd name="csX214" fmla="*/ 43951 w 119910"/>
                <a:gd name="csY214" fmla="*/ 62105 h 105578"/>
                <a:gd name="csX215" fmla="*/ 39174 w 119910"/>
                <a:gd name="csY215" fmla="*/ 60672 h 105578"/>
                <a:gd name="csX216" fmla="*/ 35830 w 119910"/>
                <a:gd name="csY216" fmla="*/ 61627 h 105578"/>
                <a:gd name="csX217" fmla="*/ 33919 w 119910"/>
                <a:gd name="csY217" fmla="*/ 62105 h 105578"/>
                <a:gd name="csX218" fmla="*/ 32963 w 119910"/>
                <a:gd name="csY218" fmla="*/ 62105 h 105578"/>
                <a:gd name="csX219" fmla="*/ 31052 w 119910"/>
                <a:gd name="csY219" fmla="*/ 62582 h 105578"/>
                <a:gd name="csX220" fmla="*/ 29142 w 119910"/>
                <a:gd name="csY220" fmla="*/ 62582 h 105578"/>
                <a:gd name="csX221" fmla="*/ 27709 w 119910"/>
                <a:gd name="csY221" fmla="*/ 60672 h 105578"/>
                <a:gd name="csX222" fmla="*/ 26753 w 119910"/>
                <a:gd name="csY222" fmla="*/ 59239 h 105578"/>
                <a:gd name="csX223" fmla="*/ 26275 w 119910"/>
                <a:gd name="csY223" fmla="*/ 58761 h 105578"/>
                <a:gd name="csX224" fmla="*/ 26275 w 119910"/>
                <a:gd name="csY224" fmla="*/ 60194 h 105578"/>
                <a:gd name="csX225" fmla="*/ 25798 w 119910"/>
                <a:gd name="csY225" fmla="*/ 61627 h 105578"/>
                <a:gd name="csX226" fmla="*/ 23409 w 119910"/>
                <a:gd name="csY226" fmla="*/ 62105 h 105578"/>
                <a:gd name="csX227" fmla="*/ 21976 w 119910"/>
                <a:gd name="csY227" fmla="*/ 61149 h 105578"/>
                <a:gd name="csX228" fmla="*/ 21020 w 119910"/>
                <a:gd name="csY228" fmla="*/ 58283 h 105578"/>
                <a:gd name="csX229" fmla="*/ 19587 w 119910"/>
                <a:gd name="csY229" fmla="*/ 54939 h 105578"/>
                <a:gd name="csX230" fmla="*/ 17198 w 119910"/>
                <a:gd name="csY230" fmla="*/ 52073 h 105578"/>
                <a:gd name="csX231" fmla="*/ 15287 w 119910"/>
                <a:gd name="csY231" fmla="*/ 51595 h 105578"/>
                <a:gd name="csX232" fmla="*/ 15287 w 119910"/>
                <a:gd name="csY232" fmla="*/ 49684 h 105578"/>
                <a:gd name="csX233" fmla="*/ 15287 w 119910"/>
                <a:gd name="csY233" fmla="*/ 48728 h 105578"/>
                <a:gd name="csX234" fmla="*/ 17676 w 119910"/>
                <a:gd name="csY234" fmla="*/ 48251 h 105578"/>
                <a:gd name="csX235" fmla="*/ 21498 w 119910"/>
                <a:gd name="csY235" fmla="*/ 49684 h 105578"/>
                <a:gd name="csX236" fmla="*/ 21976 w 119910"/>
                <a:gd name="csY236" fmla="*/ 49206 h 105578"/>
                <a:gd name="csX237" fmla="*/ 22931 w 119910"/>
                <a:gd name="csY237" fmla="*/ 48728 h 105578"/>
                <a:gd name="csX238" fmla="*/ 22931 w 119910"/>
                <a:gd name="csY238" fmla="*/ 47295 h 105578"/>
                <a:gd name="csX239" fmla="*/ 21976 w 119910"/>
                <a:gd name="csY239" fmla="*/ 46340 h 105578"/>
                <a:gd name="csX240" fmla="*/ 21020 w 119910"/>
                <a:gd name="csY240" fmla="*/ 46340 h 105578"/>
                <a:gd name="csX241" fmla="*/ 20543 w 119910"/>
                <a:gd name="csY241" fmla="*/ 46340 h 105578"/>
                <a:gd name="csX242" fmla="*/ 18154 w 119910"/>
                <a:gd name="csY242" fmla="*/ 45862 h 105578"/>
                <a:gd name="csX243" fmla="*/ 15287 w 119910"/>
                <a:gd name="csY243" fmla="*/ 46817 h 105578"/>
                <a:gd name="csX244" fmla="*/ 14332 w 119910"/>
                <a:gd name="csY244" fmla="*/ 45862 h 105578"/>
                <a:gd name="csX245" fmla="*/ 13854 w 119910"/>
                <a:gd name="csY245" fmla="*/ 45384 h 105578"/>
                <a:gd name="csX246" fmla="*/ 11466 w 119910"/>
                <a:gd name="csY246" fmla="*/ 43473 h 105578"/>
                <a:gd name="csX247" fmla="*/ 9077 w 119910"/>
                <a:gd name="csY247" fmla="*/ 41085 h 105578"/>
                <a:gd name="csX248" fmla="*/ 5733 w 119910"/>
                <a:gd name="csY248" fmla="*/ 39174 h 105578"/>
                <a:gd name="csX249" fmla="*/ 3822 w 119910"/>
                <a:gd name="csY249" fmla="*/ 33919 h 105578"/>
                <a:gd name="csX250" fmla="*/ 1911 w 119910"/>
                <a:gd name="csY250" fmla="*/ 32008 h 105578"/>
                <a:gd name="csX251" fmla="*/ 0 w 119910"/>
                <a:gd name="csY251" fmla="*/ 30575 h 105578"/>
                <a:gd name="csX252" fmla="*/ 0 w 119910"/>
                <a:gd name="csY252" fmla="*/ 30097 h 105578"/>
                <a:gd name="csX253" fmla="*/ 478 w 119910"/>
                <a:gd name="csY253" fmla="*/ 30097 h 105578"/>
                <a:gd name="csX254" fmla="*/ 956 w 119910"/>
                <a:gd name="csY254" fmla="*/ 30575 h 105578"/>
                <a:gd name="csX255" fmla="*/ 2389 w 119910"/>
                <a:gd name="csY255" fmla="*/ 31530 h 105578"/>
                <a:gd name="csX256" fmla="*/ 4300 w 119910"/>
                <a:gd name="csY256" fmla="*/ 31530 h 105578"/>
                <a:gd name="csX257" fmla="*/ 4777 w 119910"/>
                <a:gd name="csY257" fmla="*/ 31052 h 105578"/>
                <a:gd name="csX258" fmla="*/ 5255 w 119910"/>
                <a:gd name="csY258" fmla="*/ 30575 h 105578"/>
                <a:gd name="csX259" fmla="*/ 5733 w 119910"/>
                <a:gd name="csY259" fmla="*/ 29619 h 105578"/>
                <a:gd name="csX260" fmla="*/ 5733 w 119910"/>
                <a:gd name="csY260" fmla="*/ 29619 h 105578"/>
                <a:gd name="csX261" fmla="*/ 5733 w 119910"/>
                <a:gd name="csY261" fmla="*/ 28664 h 105578"/>
                <a:gd name="csX262" fmla="*/ 6211 w 119910"/>
                <a:gd name="csY262" fmla="*/ 28186 h 105578"/>
                <a:gd name="csX263" fmla="*/ 6211 w 119910"/>
                <a:gd name="csY263" fmla="*/ 28186 h 105578"/>
                <a:gd name="csX264" fmla="*/ 7166 w 119910"/>
                <a:gd name="csY264" fmla="*/ 28186 h 105578"/>
                <a:gd name="csX265" fmla="*/ 7644 w 119910"/>
                <a:gd name="csY265" fmla="*/ 28186 h 105578"/>
                <a:gd name="csX266" fmla="*/ 7644 w 119910"/>
                <a:gd name="csY266" fmla="*/ 28186 h 105578"/>
                <a:gd name="csX267" fmla="*/ 7644 w 119910"/>
                <a:gd name="csY267" fmla="*/ 27231 h 105578"/>
                <a:gd name="csX268" fmla="*/ 6688 w 119910"/>
                <a:gd name="csY268" fmla="*/ 25798 h 105578"/>
                <a:gd name="csX269" fmla="*/ 6211 w 119910"/>
                <a:gd name="csY269" fmla="*/ 24842 h 105578"/>
                <a:gd name="csX270" fmla="*/ 6211 w 119910"/>
                <a:gd name="csY270" fmla="*/ 23886 h 105578"/>
                <a:gd name="csX271" fmla="*/ 6211 w 119910"/>
                <a:gd name="csY271" fmla="*/ 23886 h 105578"/>
                <a:gd name="csX272" fmla="*/ 6688 w 119910"/>
                <a:gd name="csY272" fmla="*/ 23886 h 105578"/>
                <a:gd name="csX273" fmla="*/ 7644 w 119910"/>
                <a:gd name="csY273" fmla="*/ 22931 h 105578"/>
                <a:gd name="csX274" fmla="*/ 8121 w 119910"/>
                <a:gd name="csY274" fmla="*/ 22453 h 105578"/>
                <a:gd name="csX275" fmla="*/ 9077 w 119910"/>
                <a:gd name="csY275" fmla="*/ 21975 h 105578"/>
                <a:gd name="csX276" fmla="*/ 9077 w 119910"/>
                <a:gd name="csY276" fmla="*/ 21975 h 105578"/>
                <a:gd name="csX277" fmla="*/ 10510 w 119910"/>
                <a:gd name="csY277" fmla="*/ 21975 h 105578"/>
                <a:gd name="csX278" fmla="*/ 11943 w 119910"/>
                <a:gd name="csY278" fmla="*/ 21498 h 105578"/>
                <a:gd name="csX279" fmla="*/ 12899 w 119910"/>
                <a:gd name="csY279" fmla="*/ 20542 h 105578"/>
                <a:gd name="csX280" fmla="*/ 12899 w 119910"/>
                <a:gd name="csY280" fmla="*/ 20542 h 105578"/>
                <a:gd name="csX281" fmla="*/ 13377 w 119910"/>
                <a:gd name="csY281" fmla="*/ 20065 h 105578"/>
                <a:gd name="csX282" fmla="*/ 13854 w 119910"/>
                <a:gd name="csY282" fmla="*/ 17676 h 105578"/>
                <a:gd name="csX283" fmla="*/ 14332 w 119910"/>
                <a:gd name="csY283" fmla="*/ 16721 h 105578"/>
                <a:gd name="csX284" fmla="*/ 14810 w 119910"/>
                <a:gd name="csY284" fmla="*/ 15287 h 105578"/>
                <a:gd name="csX285" fmla="*/ 15287 w 119910"/>
                <a:gd name="csY285" fmla="*/ 14332 h 105578"/>
                <a:gd name="csX286" fmla="*/ 16243 w 119910"/>
                <a:gd name="csY286" fmla="*/ 12899 h 105578"/>
                <a:gd name="csX287" fmla="*/ 17676 w 119910"/>
                <a:gd name="csY287" fmla="*/ 12421 h 105578"/>
                <a:gd name="csX288" fmla="*/ 18632 w 119910"/>
                <a:gd name="csY288" fmla="*/ 11943 h 105578"/>
                <a:gd name="csX289" fmla="*/ 19109 w 119910"/>
                <a:gd name="csY289" fmla="*/ 11466 h 105578"/>
                <a:gd name="csX290" fmla="*/ 20065 w 119910"/>
                <a:gd name="csY290" fmla="*/ 10032 h 105578"/>
                <a:gd name="csX291" fmla="*/ 20065 w 119910"/>
                <a:gd name="csY291" fmla="*/ 10032 h 105578"/>
                <a:gd name="csX292" fmla="*/ 20543 w 119910"/>
                <a:gd name="csY292" fmla="*/ 8599 h 105578"/>
                <a:gd name="csX293" fmla="*/ 20543 w 119910"/>
                <a:gd name="csY293" fmla="*/ 8599 h 105578"/>
                <a:gd name="csX294" fmla="*/ 20543 w 119910"/>
                <a:gd name="csY294" fmla="*/ 7644 h 105578"/>
                <a:gd name="csX295" fmla="*/ 19587 w 119910"/>
                <a:gd name="csY295" fmla="*/ 6210 h 105578"/>
                <a:gd name="csX296" fmla="*/ 19109 w 119910"/>
                <a:gd name="csY296" fmla="*/ 4777 h 105578"/>
                <a:gd name="csX297" fmla="*/ 19109 w 119910"/>
                <a:gd name="csY297" fmla="*/ 3344 h 1055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</a:cxnLst>
              <a:rect l="l" t="t" r="r" b="b"/>
              <a:pathLst>
                <a:path w="119910" h="105578">
                  <a:moveTo>
                    <a:pt x="119910" y="6210"/>
                  </a:moveTo>
                  <a:lnTo>
                    <a:pt x="118955" y="5255"/>
                  </a:lnTo>
                  <a:lnTo>
                    <a:pt x="116088" y="3344"/>
                  </a:lnTo>
                  <a:lnTo>
                    <a:pt x="108923" y="2389"/>
                  </a:lnTo>
                  <a:lnTo>
                    <a:pt x="105578" y="956"/>
                  </a:lnTo>
                  <a:lnTo>
                    <a:pt x="104145" y="1433"/>
                  </a:lnTo>
                  <a:lnTo>
                    <a:pt x="101279" y="0"/>
                  </a:lnTo>
                  <a:lnTo>
                    <a:pt x="99368" y="478"/>
                  </a:lnTo>
                  <a:lnTo>
                    <a:pt x="95068" y="2866"/>
                  </a:lnTo>
                  <a:lnTo>
                    <a:pt x="92680" y="2866"/>
                  </a:lnTo>
                  <a:lnTo>
                    <a:pt x="90291" y="1433"/>
                  </a:lnTo>
                  <a:lnTo>
                    <a:pt x="88858" y="956"/>
                  </a:lnTo>
                  <a:lnTo>
                    <a:pt x="86947" y="1911"/>
                  </a:lnTo>
                  <a:lnTo>
                    <a:pt x="84081" y="4777"/>
                  </a:lnTo>
                  <a:lnTo>
                    <a:pt x="80736" y="6210"/>
                  </a:lnTo>
                  <a:lnTo>
                    <a:pt x="78348" y="5733"/>
                  </a:lnTo>
                  <a:lnTo>
                    <a:pt x="74526" y="5733"/>
                  </a:lnTo>
                  <a:lnTo>
                    <a:pt x="74048" y="7166"/>
                  </a:lnTo>
                  <a:lnTo>
                    <a:pt x="75004" y="8599"/>
                  </a:lnTo>
                  <a:lnTo>
                    <a:pt x="76915" y="10510"/>
                  </a:lnTo>
                  <a:lnTo>
                    <a:pt x="75959" y="11943"/>
                  </a:lnTo>
                  <a:lnTo>
                    <a:pt x="76437" y="13376"/>
                  </a:lnTo>
                  <a:lnTo>
                    <a:pt x="77870" y="13854"/>
                  </a:lnTo>
                  <a:lnTo>
                    <a:pt x="79781" y="13854"/>
                  </a:lnTo>
                  <a:lnTo>
                    <a:pt x="83603" y="15765"/>
                  </a:lnTo>
                  <a:lnTo>
                    <a:pt x="85036" y="17676"/>
                  </a:lnTo>
                  <a:lnTo>
                    <a:pt x="85991" y="20065"/>
                  </a:lnTo>
                  <a:lnTo>
                    <a:pt x="84081" y="18154"/>
                  </a:lnTo>
                  <a:lnTo>
                    <a:pt x="82647" y="16721"/>
                  </a:lnTo>
                  <a:lnTo>
                    <a:pt x="80259" y="16243"/>
                  </a:lnTo>
                  <a:lnTo>
                    <a:pt x="77392" y="14809"/>
                  </a:lnTo>
                  <a:lnTo>
                    <a:pt x="75959" y="14809"/>
                  </a:lnTo>
                  <a:lnTo>
                    <a:pt x="74048" y="15765"/>
                  </a:lnTo>
                  <a:lnTo>
                    <a:pt x="73570" y="16721"/>
                  </a:lnTo>
                  <a:lnTo>
                    <a:pt x="75959" y="18632"/>
                  </a:lnTo>
                  <a:lnTo>
                    <a:pt x="77870" y="20065"/>
                  </a:lnTo>
                  <a:lnTo>
                    <a:pt x="78825" y="21020"/>
                  </a:lnTo>
                  <a:lnTo>
                    <a:pt x="79303" y="22931"/>
                  </a:lnTo>
                  <a:lnTo>
                    <a:pt x="78825" y="23409"/>
                  </a:lnTo>
                  <a:lnTo>
                    <a:pt x="78348" y="24364"/>
                  </a:lnTo>
                  <a:lnTo>
                    <a:pt x="75959" y="22931"/>
                  </a:lnTo>
                  <a:lnTo>
                    <a:pt x="72615" y="18154"/>
                  </a:lnTo>
                  <a:lnTo>
                    <a:pt x="67838" y="17198"/>
                  </a:lnTo>
                  <a:lnTo>
                    <a:pt x="67360" y="18154"/>
                  </a:lnTo>
                  <a:lnTo>
                    <a:pt x="67838" y="20542"/>
                  </a:lnTo>
                  <a:lnTo>
                    <a:pt x="68793" y="21975"/>
                  </a:lnTo>
                  <a:lnTo>
                    <a:pt x="72615" y="24364"/>
                  </a:lnTo>
                  <a:lnTo>
                    <a:pt x="72615" y="24842"/>
                  </a:lnTo>
                  <a:lnTo>
                    <a:pt x="72137" y="25320"/>
                  </a:lnTo>
                  <a:lnTo>
                    <a:pt x="67360" y="23886"/>
                  </a:lnTo>
                  <a:lnTo>
                    <a:pt x="65927" y="21498"/>
                  </a:lnTo>
                  <a:lnTo>
                    <a:pt x="65449" y="18154"/>
                  </a:lnTo>
                  <a:lnTo>
                    <a:pt x="61627" y="16243"/>
                  </a:lnTo>
                  <a:lnTo>
                    <a:pt x="57328" y="13854"/>
                  </a:lnTo>
                  <a:lnTo>
                    <a:pt x="56372" y="11943"/>
                  </a:lnTo>
                  <a:lnTo>
                    <a:pt x="57328" y="10988"/>
                  </a:lnTo>
                  <a:lnTo>
                    <a:pt x="57805" y="9555"/>
                  </a:lnTo>
                  <a:lnTo>
                    <a:pt x="55894" y="9555"/>
                  </a:lnTo>
                  <a:lnTo>
                    <a:pt x="54461" y="10510"/>
                  </a:lnTo>
                  <a:lnTo>
                    <a:pt x="52073" y="11943"/>
                  </a:lnTo>
                  <a:lnTo>
                    <a:pt x="52073" y="13376"/>
                  </a:lnTo>
                  <a:lnTo>
                    <a:pt x="52550" y="14809"/>
                  </a:lnTo>
                  <a:lnTo>
                    <a:pt x="51595" y="16721"/>
                  </a:lnTo>
                  <a:lnTo>
                    <a:pt x="51117" y="20542"/>
                  </a:lnTo>
                  <a:lnTo>
                    <a:pt x="51595" y="22453"/>
                  </a:lnTo>
                  <a:lnTo>
                    <a:pt x="56372" y="28186"/>
                  </a:lnTo>
                  <a:lnTo>
                    <a:pt x="57805" y="32008"/>
                  </a:lnTo>
                  <a:lnTo>
                    <a:pt x="59239" y="33919"/>
                  </a:lnTo>
                  <a:lnTo>
                    <a:pt x="61627" y="35352"/>
                  </a:lnTo>
                  <a:lnTo>
                    <a:pt x="64016" y="38696"/>
                  </a:lnTo>
                  <a:lnTo>
                    <a:pt x="64971" y="40129"/>
                  </a:lnTo>
                  <a:lnTo>
                    <a:pt x="65927" y="42996"/>
                  </a:lnTo>
                  <a:lnTo>
                    <a:pt x="64016" y="44429"/>
                  </a:lnTo>
                  <a:lnTo>
                    <a:pt x="62583" y="44429"/>
                  </a:lnTo>
                  <a:lnTo>
                    <a:pt x="61627" y="43951"/>
                  </a:lnTo>
                  <a:lnTo>
                    <a:pt x="62583" y="42040"/>
                  </a:lnTo>
                  <a:lnTo>
                    <a:pt x="62583" y="41085"/>
                  </a:lnTo>
                  <a:lnTo>
                    <a:pt x="59239" y="39174"/>
                  </a:lnTo>
                  <a:lnTo>
                    <a:pt x="57805" y="39651"/>
                  </a:lnTo>
                  <a:lnTo>
                    <a:pt x="56372" y="41085"/>
                  </a:lnTo>
                  <a:lnTo>
                    <a:pt x="57328" y="42996"/>
                  </a:lnTo>
                  <a:lnTo>
                    <a:pt x="58283" y="44429"/>
                  </a:lnTo>
                  <a:lnTo>
                    <a:pt x="58761" y="46340"/>
                  </a:lnTo>
                  <a:lnTo>
                    <a:pt x="60672" y="45862"/>
                  </a:lnTo>
                  <a:lnTo>
                    <a:pt x="58283" y="48251"/>
                  </a:lnTo>
                  <a:lnTo>
                    <a:pt x="55417" y="49206"/>
                  </a:lnTo>
                  <a:lnTo>
                    <a:pt x="53028" y="49206"/>
                  </a:lnTo>
                  <a:lnTo>
                    <a:pt x="51595" y="49684"/>
                  </a:lnTo>
                  <a:lnTo>
                    <a:pt x="51117" y="50162"/>
                  </a:lnTo>
                  <a:lnTo>
                    <a:pt x="52073" y="50639"/>
                  </a:lnTo>
                  <a:lnTo>
                    <a:pt x="53506" y="50639"/>
                  </a:lnTo>
                  <a:lnTo>
                    <a:pt x="54939" y="51595"/>
                  </a:lnTo>
                  <a:lnTo>
                    <a:pt x="59716" y="53028"/>
                  </a:lnTo>
                  <a:lnTo>
                    <a:pt x="62105" y="54461"/>
                  </a:lnTo>
                  <a:lnTo>
                    <a:pt x="64493" y="54939"/>
                  </a:lnTo>
                  <a:lnTo>
                    <a:pt x="66882" y="57805"/>
                  </a:lnTo>
                  <a:lnTo>
                    <a:pt x="70704" y="58761"/>
                  </a:lnTo>
                  <a:lnTo>
                    <a:pt x="73093" y="62105"/>
                  </a:lnTo>
                  <a:lnTo>
                    <a:pt x="75959" y="62582"/>
                  </a:lnTo>
                  <a:lnTo>
                    <a:pt x="78825" y="63538"/>
                  </a:lnTo>
                  <a:lnTo>
                    <a:pt x="79303" y="64971"/>
                  </a:lnTo>
                  <a:lnTo>
                    <a:pt x="79781" y="66882"/>
                  </a:lnTo>
                  <a:lnTo>
                    <a:pt x="79781" y="71182"/>
                  </a:lnTo>
                  <a:lnTo>
                    <a:pt x="80736" y="74048"/>
                  </a:lnTo>
                  <a:lnTo>
                    <a:pt x="80736" y="75481"/>
                  </a:lnTo>
                  <a:lnTo>
                    <a:pt x="80259" y="76914"/>
                  </a:lnTo>
                  <a:lnTo>
                    <a:pt x="79781" y="77392"/>
                  </a:lnTo>
                  <a:lnTo>
                    <a:pt x="78825" y="77392"/>
                  </a:lnTo>
                  <a:lnTo>
                    <a:pt x="76915" y="75004"/>
                  </a:lnTo>
                  <a:lnTo>
                    <a:pt x="74048" y="72615"/>
                  </a:lnTo>
                  <a:lnTo>
                    <a:pt x="71182" y="69748"/>
                  </a:lnTo>
                  <a:lnTo>
                    <a:pt x="70226" y="69271"/>
                  </a:lnTo>
                  <a:lnTo>
                    <a:pt x="69271" y="69271"/>
                  </a:lnTo>
                  <a:lnTo>
                    <a:pt x="67838" y="70226"/>
                  </a:lnTo>
                  <a:lnTo>
                    <a:pt x="63538" y="71182"/>
                  </a:lnTo>
                  <a:lnTo>
                    <a:pt x="61150" y="72137"/>
                  </a:lnTo>
                  <a:lnTo>
                    <a:pt x="60194" y="72137"/>
                  </a:lnTo>
                  <a:lnTo>
                    <a:pt x="60194" y="73093"/>
                  </a:lnTo>
                  <a:lnTo>
                    <a:pt x="61150" y="73570"/>
                  </a:lnTo>
                  <a:lnTo>
                    <a:pt x="62583" y="75004"/>
                  </a:lnTo>
                  <a:lnTo>
                    <a:pt x="62583" y="76437"/>
                  </a:lnTo>
                  <a:lnTo>
                    <a:pt x="63538" y="78825"/>
                  </a:lnTo>
                  <a:lnTo>
                    <a:pt x="64493" y="79303"/>
                  </a:lnTo>
                  <a:lnTo>
                    <a:pt x="66405" y="79303"/>
                  </a:lnTo>
                  <a:lnTo>
                    <a:pt x="67360" y="79781"/>
                  </a:lnTo>
                  <a:lnTo>
                    <a:pt x="67838" y="80736"/>
                  </a:lnTo>
                  <a:lnTo>
                    <a:pt x="68793" y="81692"/>
                  </a:lnTo>
                  <a:lnTo>
                    <a:pt x="69271" y="82170"/>
                  </a:lnTo>
                  <a:lnTo>
                    <a:pt x="69271" y="83125"/>
                  </a:lnTo>
                  <a:lnTo>
                    <a:pt x="64493" y="84558"/>
                  </a:lnTo>
                  <a:lnTo>
                    <a:pt x="63538" y="85036"/>
                  </a:lnTo>
                  <a:lnTo>
                    <a:pt x="62583" y="85514"/>
                  </a:lnTo>
                  <a:lnTo>
                    <a:pt x="61627" y="84558"/>
                  </a:lnTo>
                  <a:lnTo>
                    <a:pt x="61627" y="83125"/>
                  </a:lnTo>
                  <a:lnTo>
                    <a:pt x="59716" y="82170"/>
                  </a:lnTo>
                  <a:lnTo>
                    <a:pt x="58283" y="81214"/>
                  </a:lnTo>
                  <a:lnTo>
                    <a:pt x="56372" y="80736"/>
                  </a:lnTo>
                  <a:lnTo>
                    <a:pt x="54939" y="79781"/>
                  </a:lnTo>
                  <a:lnTo>
                    <a:pt x="53984" y="80736"/>
                  </a:lnTo>
                  <a:lnTo>
                    <a:pt x="54939" y="84080"/>
                  </a:lnTo>
                  <a:lnTo>
                    <a:pt x="56372" y="86469"/>
                  </a:lnTo>
                  <a:lnTo>
                    <a:pt x="59239" y="92680"/>
                  </a:lnTo>
                  <a:lnTo>
                    <a:pt x="60672" y="96024"/>
                  </a:lnTo>
                  <a:lnTo>
                    <a:pt x="61150" y="97935"/>
                  </a:lnTo>
                  <a:lnTo>
                    <a:pt x="60194" y="100801"/>
                  </a:lnTo>
                  <a:lnTo>
                    <a:pt x="61627" y="103189"/>
                  </a:lnTo>
                  <a:lnTo>
                    <a:pt x="62583" y="105578"/>
                  </a:lnTo>
                  <a:lnTo>
                    <a:pt x="61627" y="105100"/>
                  </a:lnTo>
                  <a:lnTo>
                    <a:pt x="60672" y="104623"/>
                  </a:lnTo>
                  <a:lnTo>
                    <a:pt x="59239" y="103667"/>
                  </a:lnTo>
                  <a:lnTo>
                    <a:pt x="56372" y="99846"/>
                  </a:lnTo>
                  <a:lnTo>
                    <a:pt x="54939" y="97935"/>
                  </a:lnTo>
                  <a:lnTo>
                    <a:pt x="53984" y="97457"/>
                  </a:lnTo>
                  <a:lnTo>
                    <a:pt x="51595" y="97935"/>
                  </a:lnTo>
                  <a:lnTo>
                    <a:pt x="49206" y="102712"/>
                  </a:lnTo>
                  <a:lnTo>
                    <a:pt x="49206" y="105578"/>
                  </a:lnTo>
                  <a:lnTo>
                    <a:pt x="48251" y="104623"/>
                  </a:lnTo>
                  <a:lnTo>
                    <a:pt x="47295" y="103667"/>
                  </a:lnTo>
                  <a:lnTo>
                    <a:pt x="47295" y="100801"/>
                  </a:lnTo>
                  <a:lnTo>
                    <a:pt x="47295" y="99846"/>
                  </a:lnTo>
                  <a:lnTo>
                    <a:pt x="44429" y="95546"/>
                  </a:lnTo>
                  <a:lnTo>
                    <a:pt x="42996" y="95068"/>
                  </a:lnTo>
                  <a:lnTo>
                    <a:pt x="42518" y="93635"/>
                  </a:lnTo>
                  <a:lnTo>
                    <a:pt x="41085" y="92202"/>
                  </a:lnTo>
                  <a:lnTo>
                    <a:pt x="40129" y="92680"/>
                  </a:lnTo>
                  <a:lnTo>
                    <a:pt x="38696" y="93157"/>
                  </a:lnTo>
                  <a:lnTo>
                    <a:pt x="38696" y="95546"/>
                  </a:lnTo>
                  <a:lnTo>
                    <a:pt x="38218" y="97457"/>
                  </a:lnTo>
                  <a:lnTo>
                    <a:pt x="37741" y="98890"/>
                  </a:lnTo>
                  <a:lnTo>
                    <a:pt x="34397" y="96024"/>
                  </a:lnTo>
                  <a:lnTo>
                    <a:pt x="31530" y="91246"/>
                  </a:lnTo>
                  <a:lnTo>
                    <a:pt x="31530" y="88380"/>
                  </a:lnTo>
                  <a:lnTo>
                    <a:pt x="33441" y="85991"/>
                  </a:lnTo>
                  <a:lnTo>
                    <a:pt x="33441" y="84080"/>
                  </a:lnTo>
                  <a:lnTo>
                    <a:pt x="31052" y="80736"/>
                  </a:lnTo>
                  <a:lnTo>
                    <a:pt x="28186" y="78348"/>
                  </a:lnTo>
                  <a:lnTo>
                    <a:pt x="26275" y="77870"/>
                  </a:lnTo>
                  <a:lnTo>
                    <a:pt x="25320" y="75481"/>
                  </a:lnTo>
                  <a:lnTo>
                    <a:pt x="23886" y="74048"/>
                  </a:lnTo>
                  <a:lnTo>
                    <a:pt x="22453" y="73570"/>
                  </a:lnTo>
                  <a:lnTo>
                    <a:pt x="22453" y="72615"/>
                  </a:lnTo>
                  <a:lnTo>
                    <a:pt x="22931" y="72137"/>
                  </a:lnTo>
                  <a:lnTo>
                    <a:pt x="25798" y="69271"/>
                  </a:lnTo>
                  <a:lnTo>
                    <a:pt x="27709" y="65449"/>
                  </a:lnTo>
                  <a:lnTo>
                    <a:pt x="28664" y="65449"/>
                  </a:lnTo>
                  <a:lnTo>
                    <a:pt x="30575" y="66405"/>
                  </a:lnTo>
                  <a:lnTo>
                    <a:pt x="32963" y="65927"/>
                  </a:lnTo>
                  <a:lnTo>
                    <a:pt x="34874" y="63538"/>
                  </a:lnTo>
                  <a:lnTo>
                    <a:pt x="36308" y="62582"/>
                  </a:lnTo>
                  <a:lnTo>
                    <a:pt x="38696" y="62582"/>
                  </a:lnTo>
                  <a:lnTo>
                    <a:pt x="44429" y="65927"/>
                  </a:lnTo>
                  <a:lnTo>
                    <a:pt x="50639" y="67360"/>
                  </a:lnTo>
                  <a:lnTo>
                    <a:pt x="53984" y="68793"/>
                  </a:lnTo>
                  <a:lnTo>
                    <a:pt x="55417" y="70704"/>
                  </a:lnTo>
                  <a:lnTo>
                    <a:pt x="56372" y="70704"/>
                  </a:lnTo>
                  <a:lnTo>
                    <a:pt x="57805" y="71182"/>
                  </a:lnTo>
                  <a:lnTo>
                    <a:pt x="57805" y="69748"/>
                  </a:lnTo>
                  <a:lnTo>
                    <a:pt x="57328" y="68793"/>
                  </a:lnTo>
                  <a:lnTo>
                    <a:pt x="58761" y="68315"/>
                  </a:lnTo>
                  <a:lnTo>
                    <a:pt x="62105" y="68315"/>
                  </a:lnTo>
                  <a:lnTo>
                    <a:pt x="62583" y="67838"/>
                  </a:lnTo>
                  <a:lnTo>
                    <a:pt x="63060" y="66882"/>
                  </a:lnTo>
                  <a:lnTo>
                    <a:pt x="62583" y="65927"/>
                  </a:lnTo>
                  <a:lnTo>
                    <a:pt x="61150" y="65449"/>
                  </a:lnTo>
                  <a:lnTo>
                    <a:pt x="60194" y="65449"/>
                  </a:lnTo>
                  <a:lnTo>
                    <a:pt x="59239" y="64971"/>
                  </a:lnTo>
                  <a:lnTo>
                    <a:pt x="58283" y="65449"/>
                  </a:lnTo>
                  <a:lnTo>
                    <a:pt x="56372" y="64493"/>
                  </a:lnTo>
                  <a:lnTo>
                    <a:pt x="55417" y="64016"/>
                  </a:lnTo>
                  <a:lnTo>
                    <a:pt x="54461" y="63538"/>
                  </a:lnTo>
                  <a:lnTo>
                    <a:pt x="51117" y="62105"/>
                  </a:lnTo>
                  <a:lnTo>
                    <a:pt x="48251" y="60194"/>
                  </a:lnTo>
                  <a:lnTo>
                    <a:pt x="47295" y="61149"/>
                  </a:lnTo>
                  <a:lnTo>
                    <a:pt x="45862" y="61627"/>
                  </a:lnTo>
                  <a:lnTo>
                    <a:pt x="43951" y="62105"/>
                  </a:lnTo>
                  <a:lnTo>
                    <a:pt x="39174" y="60672"/>
                  </a:lnTo>
                  <a:lnTo>
                    <a:pt x="35830" y="61627"/>
                  </a:lnTo>
                  <a:lnTo>
                    <a:pt x="33919" y="62105"/>
                  </a:lnTo>
                  <a:lnTo>
                    <a:pt x="32963" y="62105"/>
                  </a:lnTo>
                  <a:lnTo>
                    <a:pt x="31052" y="62582"/>
                  </a:lnTo>
                  <a:lnTo>
                    <a:pt x="29142" y="62582"/>
                  </a:lnTo>
                  <a:lnTo>
                    <a:pt x="27709" y="60672"/>
                  </a:lnTo>
                  <a:lnTo>
                    <a:pt x="26753" y="59239"/>
                  </a:lnTo>
                  <a:lnTo>
                    <a:pt x="26275" y="58761"/>
                  </a:lnTo>
                  <a:lnTo>
                    <a:pt x="26275" y="60194"/>
                  </a:lnTo>
                  <a:lnTo>
                    <a:pt x="25798" y="61627"/>
                  </a:lnTo>
                  <a:lnTo>
                    <a:pt x="23409" y="62105"/>
                  </a:lnTo>
                  <a:lnTo>
                    <a:pt x="21976" y="61149"/>
                  </a:lnTo>
                  <a:lnTo>
                    <a:pt x="21020" y="58283"/>
                  </a:lnTo>
                  <a:lnTo>
                    <a:pt x="19587" y="54939"/>
                  </a:lnTo>
                  <a:lnTo>
                    <a:pt x="17198" y="52073"/>
                  </a:lnTo>
                  <a:lnTo>
                    <a:pt x="15287" y="51595"/>
                  </a:lnTo>
                  <a:lnTo>
                    <a:pt x="15287" y="49684"/>
                  </a:lnTo>
                  <a:lnTo>
                    <a:pt x="15287" y="48728"/>
                  </a:lnTo>
                  <a:lnTo>
                    <a:pt x="17676" y="48251"/>
                  </a:lnTo>
                  <a:lnTo>
                    <a:pt x="21498" y="49684"/>
                  </a:lnTo>
                  <a:lnTo>
                    <a:pt x="21976" y="49206"/>
                  </a:lnTo>
                  <a:lnTo>
                    <a:pt x="22931" y="48728"/>
                  </a:lnTo>
                  <a:lnTo>
                    <a:pt x="22931" y="47295"/>
                  </a:lnTo>
                  <a:lnTo>
                    <a:pt x="21976" y="46340"/>
                  </a:lnTo>
                  <a:lnTo>
                    <a:pt x="21020" y="46340"/>
                  </a:lnTo>
                  <a:lnTo>
                    <a:pt x="20543" y="46340"/>
                  </a:lnTo>
                  <a:lnTo>
                    <a:pt x="18154" y="45862"/>
                  </a:lnTo>
                  <a:lnTo>
                    <a:pt x="15287" y="46817"/>
                  </a:lnTo>
                  <a:lnTo>
                    <a:pt x="14332" y="45862"/>
                  </a:lnTo>
                  <a:lnTo>
                    <a:pt x="13854" y="45384"/>
                  </a:lnTo>
                  <a:lnTo>
                    <a:pt x="11466" y="43473"/>
                  </a:lnTo>
                  <a:lnTo>
                    <a:pt x="9077" y="41085"/>
                  </a:lnTo>
                  <a:lnTo>
                    <a:pt x="5733" y="39174"/>
                  </a:lnTo>
                  <a:lnTo>
                    <a:pt x="3822" y="33919"/>
                  </a:lnTo>
                  <a:lnTo>
                    <a:pt x="1911" y="32008"/>
                  </a:lnTo>
                  <a:lnTo>
                    <a:pt x="0" y="30575"/>
                  </a:lnTo>
                  <a:lnTo>
                    <a:pt x="0" y="30097"/>
                  </a:lnTo>
                  <a:lnTo>
                    <a:pt x="478" y="30097"/>
                  </a:lnTo>
                  <a:lnTo>
                    <a:pt x="956" y="30575"/>
                  </a:lnTo>
                  <a:lnTo>
                    <a:pt x="2389" y="31530"/>
                  </a:lnTo>
                  <a:lnTo>
                    <a:pt x="4300" y="31530"/>
                  </a:lnTo>
                  <a:lnTo>
                    <a:pt x="4777" y="31052"/>
                  </a:lnTo>
                  <a:lnTo>
                    <a:pt x="5255" y="30575"/>
                  </a:lnTo>
                  <a:lnTo>
                    <a:pt x="5733" y="29619"/>
                  </a:lnTo>
                  <a:lnTo>
                    <a:pt x="5733" y="29619"/>
                  </a:lnTo>
                  <a:lnTo>
                    <a:pt x="5733" y="28664"/>
                  </a:lnTo>
                  <a:lnTo>
                    <a:pt x="6211" y="28186"/>
                  </a:lnTo>
                  <a:lnTo>
                    <a:pt x="6211" y="28186"/>
                  </a:lnTo>
                  <a:lnTo>
                    <a:pt x="7166" y="28186"/>
                  </a:lnTo>
                  <a:lnTo>
                    <a:pt x="7644" y="28186"/>
                  </a:lnTo>
                  <a:lnTo>
                    <a:pt x="7644" y="28186"/>
                  </a:lnTo>
                  <a:lnTo>
                    <a:pt x="7644" y="27231"/>
                  </a:lnTo>
                  <a:lnTo>
                    <a:pt x="6688" y="25798"/>
                  </a:lnTo>
                  <a:lnTo>
                    <a:pt x="6211" y="24842"/>
                  </a:lnTo>
                  <a:lnTo>
                    <a:pt x="6211" y="23886"/>
                  </a:lnTo>
                  <a:lnTo>
                    <a:pt x="6211" y="23886"/>
                  </a:lnTo>
                  <a:lnTo>
                    <a:pt x="6688" y="23886"/>
                  </a:lnTo>
                  <a:lnTo>
                    <a:pt x="7644" y="22931"/>
                  </a:lnTo>
                  <a:lnTo>
                    <a:pt x="8121" y="22453"/>
                  </a:lnTo>
                  <a:lnTo>
                    <a:pt x="9077" y="21975"/>
                  </a:lnTo>
                  <a:lnTo>
                    <a:pt x="9077" y="21975"/>
                  </a:lnTo>
                  <a:lnTo>
                    <a:pt x="10510" y="21975"/>
                  </a:lnTo>
                  <a:lnTo>
                    <a:pt x="11943" y="21498"/>
                  </a:lnTo>
                  <a:lnTo>
                    <a:pt x="12899" y="20542"/>
                  </a:lnTo>
                  <a:lnTo>
                    <a:pt x="12899" y="20542"/>
                  </a:lnTo>
                  <a:lnTo>
                    <a:pt x="13377" y="20065"/>
                  </a:lnTo>
                  <a:lnTo>
                    <a:pt x="13854" y="17676"/>
                  </a:lnTo>
                  <a:lnTo>
                    <a:pt x="14332" y="16721"/>
                  </a:lnTo>
                  <a:lnTo>
                    <a:pt x="14810" y="15287"/>
                  </a:lnTo>
                  <a:lnTo>
                    <a:pt x="15287" y="14332"/>
                  </a:lnTo>
                  <a:lnTo>
                    <a:pt x="16243" y="12899"/>
                  </a:lnTo>
                  <a:lnTo>
                    <a:pt x="17676" y="12421"/>
                  </a:lnTo>
                  <a:lnTo>
                    <a:pt x="18632" y="11943"/>
                  </a:lnTo>
                  <a:lnTo>
                    <a:pt x="19109" y="11466"/>
                  </a:lnTo>
                  <a:lnTo>
                    <a:pt x="20065" y="10032"/>
                  </a:lnTo>
                  <a:lnTo>
                    <a:pt x="20065" y="10032"/>
                  </a:lnTo>
                  <a:lnTo>
                    <a:pt x="20543" y="8599"/>
                  </a:lnTo>
                  <a:lnTo>
                    <a:pt x="20543" y="8599"/>
                  </a:lnTo>
                  <a:lnTo>
                    <a:pt x="20543" y="7644"/>
                  </a:lnTo>
                  <a:lnTo>
                    <a:pt x="19587" y="6210"/>
                  </a:lnTo>
                  <a:lnTo>
                    <a:pt x="19109" y="4777"/>
                  </a:lnTo>
                  <a:lnTo>
                    <a:pt x="19109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" name="Freeform 4318">
              <a:extLst>
                <a:ext uri="{FF2B5EF4-FFF2-40B4-BE49-F238E27FC236}">
                  <a16:creationId xmlns:a16="http://schemas.microsoft.com/office/drawing/2014/main" id="{F79E0661-DB74-874B-51A7-A706EA1EADC1}"/>
                </a:ext>
              </a:extLst>
            </p:cNvPr>
            <p:cNvSpPr/>
            <p:nvPr/>
          </p:nvSpPr>
          <p:spPr>
            <a:xfrm>
              <a:off x="6409389" y="3904602"/>
              <a:ext cx="1433" cy="955"/>
            </a:xfrm>
            <a:custGeom>
              <a:avLst/>
              <a:gdLst>
                <a:gd name="csX0" fmla="*/ 0 w 1433"/>
                <a:gd name="csY0" fmla="*/ 0 h 955"/>
                <a:gd name="csX1" fmla="*/ 0 w 1433"/>
                <a:gd name="csY1" fmla="*/ 0 h 955"/>
                <a:gd name="csX2" fmla="*/ 956 w 1433"/>
                <a:gd name="csY2" fmla="*/ 956 h 955"/>
                <a:gd name="csX3" fmla="*/ 1433 w 1433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955">
                  <a:moveTo>
                    <a:pt x="0" y="0"/>
                  </a:moveTo>
                  <a:lnTo>
                    <a:pt x="0" y="0"/>
                  </a:lnTo>
                  <a:lnTo>
                    <a:pt x="956" y="956"/>
                  </a:lnTo>
                  <a:lnTo>
                    <a:pt x="1433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" name="Freeform 4319">
              <a:extLst>
                <a:ext uri="{FF2B5EF4-FFF2-40B4-BE49-F238E27FC236}">
                  <a16:creationId xmlns:a16="http://schemas.microsoft.com/office/drawing/2014/main" id="{8F92F69F-7187-7B90-A40C-5C8A85501F0E}"/>
                </a:ext>
              </a:extLst>
            </p:cNvPr>
            <p:cNvSpPr/>
            <p:nvPr/>
          </p:nvSpPr>
          <p:spPr>
            <a:xfrm>
              <a:off x="6369738" y="3925145"/>
              <a:ext cx="5732" cy="4777"/>
            </a:xfrm>
            <a:custGeom>
              <a:avLst/>
              <a:gdLst>
                <a:gd name="csX0" fmla="*/ 5255 w 5732"/>
                <a:gd name="csY0" fmla="*/ 4300 h 4777"/>
                <a:gd name="csX1" fmla="*/ 2867 w 5732"/>
                <a:gd name="csY1" fmla="*/ 4777 h 4777"/>
                <a:gd name="csX2" fmla="*/ 0 w 5732"/>
                <a:gd name="csY2" fmla="*/ 3344 h 4777"/>
                <a:gd name="csX3" fmla="*/ 0 w 5732"/>
                <a:gd name="csY3" fmla="*/ 2389 h 4777"/>
                <a:gd name="csX4" fmla="*/ 1433 w 5732"/>
                <a:gd name="csY4" fmla="*/ 478 h 4777"/>
                <a:gd name="csX5" fmla="*/ 2389 w 5732"/>
                <a:gd name="csY5" fmla="*/ 0 h 4777"/>
                <a:gd name="csX6" fmla="*/ 4300 w 5732"/>
                <a:gd name="csY6" fmla="*/ 0 h 4777"/>
                <a:gd name="csX7" fmla="*/ 5255 w 5732"/>
                <a:gd name="csY7" fmla="*/ 1433 h 4777"/>
                <a:gd name="csX8" fmla="*/ 5733 w 5732"/>
                <a:gd name="csY8" fmla="*/ 1911 h 4777"/>
                <a:gd name="csX9" fmla="*/ 5255 w 5732"/>
                <a:gd name="csY9" fmla="*/ 2866 h 4777"/>
                <a:gd name="csX10" fmla="*/ 5255 w 5732"/>
                <a:gd name="csY10" fmla="*/ 430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732" h="4777">
                  <a:moveTo>
                    <a:pt x="5255" y="4300"/>
                  </a:moveTo>
                  <a:lnTo>
                    <a:pt x="2867" y="4777"/>
                  </a:lnTo>
                  <a:lnTo>
                    <a:pt x="0" y="3344"/>
                  </a:lnTo>
                  <a:lnTo>
                    <a:pt x="0" y="2389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4300" y="0"/>
                  </a:lnTo>
                  <a:lnTo>
                    <a:pt x="5255" y="1433"/>
                  </a:lnTo>
                  <a:lnTo>
                    <a:pt x="5733" y="1911"/>
                  </a:lnTo>
                  <a:lnTo>
                    <a:pt x="5255" y="2866"/>
                  </a:lnTo>
                  <a:lnTo>
                    <a:pt x="5255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" name="Freeform 4320">
              <a:extLst>
                <a:ext uri="{FF2B5EF4-FFF2-40B4-BE49-F238E27FC236}">
                  <a16:creationId xmlns:a16="http://schemas.microsoft.com/office/drawing/2014/main" id="{3035E12D-0632-3A34-03C4-849E74662BAB}"/>
                </a:ext>
              </a:extLst>
            </p:cNvPr>
            <p:cNvSpPr/>
            <p:nvPr/>
          </p:nvSpPr>
          <p:spPr>
            <a:xfrm>
              <a:off x="6388369" y="3931355"/>
              <a:ext cx="4777" cy="2866"/>
            </a:xfrm>
            <a:custGeom>
              <a:avLst/>
              <a:gdLst>
                <a:gd name="csX0" fmla="*/ 4777 w 4777"/>
                <a:gd name="csY0" fmla="*/ 2389 h 2866"/>
                <a:gd name="csX1" fmla="*/ 2389 w 4777"/>
                <a:gd name="csY1" fmla="*/ 2867 h 2866"/>
                <a:gd name="csX2" fmla="*/ 0 w 4777"/>
                <a:gd name="csY2" fmla="*/ 956 h 2866"/>
                <a:gd name="csX3" fmla="*/ 2389 w 4777"/>
                <a:gd name="csY3" fmla="*/ 0 h 2866"/>
                <a:gd name="csX4" fmla="*/ 3344 w 4777"/>
                <a:gd name="csY4" fmla="*/ 956 h 2866"/>
                <a:gd name="csX5" fmla="*/ 4299 w 4777"/>
                <a:gd name="csY5" fmla="*/ 1433 h 2866"/>
                <a:gd name="csX6" fmla="*/ 4777 w 4777"/>
                <a:gd name="csY6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7" h="2866">
                  <a:moveTo>
                    <a:pt x="4777" y="2389"/>
                  </a:moveTo>
                  <a:lnTo>
                    <a:pt x="2389" y="2867"/>
                  </a:lnTo>
                  <a:lnTo>
                    <a:pt x="0" y="956"/>
                  </a:lnTo>
                  <a:lnTo>
                    <a:pt x="2389" y="0"/>
                  </a:lnTo>
                  <a:lnTo>
                    <a:pt x="3344" y="956"/>
                  </a:lnTo>
                  <a:lnTo>
                    <a:pt x="4299" y="1433"/>
                  </a:lnTo>
                  <a:lnTo>
                    <a:pt x="477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2" name="Freeform 4321">
              <a:extLst>
                <a:ext uri="{FF2B5EF4-FFF2-40B4-BE49-F238E27FC236}">
                  <a16:creationId xmlns:a16="http://schemas.microsoft.com/office/drawing/2014/main" id="{6D0AA196-D6AD-C7F5-A2E1-8C9FAE63011E}"/>
                </a:ext>
              </a:extLst>
            </p:cNvPr>
            <p:cNvSpPr/>
            <p:nvPr/>
          </p:nvSpPr>
          <p:spPr>
            <a:xfrm>
              <a:off x="6380726" y="3942821"/>
              <a:ext cx="7643" cy="5732"/>
            </a:xfrm>
            <a:custGeom>
              <a:avLst/>
              <a:gdLst>
                <a:gd name="csX0" fmla="*/ 7644 w 7643"/>
                <a:gd name="csY0" fmla="*/ 1433 h 5732"/>
                <a:gd name="csX1" fmla="*/ 6688 w 7643"/>
                <a:gd name="csY1" fmla="*/ 2389 h 5732"/>
                <a:gd name="csX2" fmla="*/ 6211 w 7643"/>
                <a:gd name="csY2" fmla="*/ 3822 h 5732"/>
                <a:gd name="csX3" fmla="*/ 5733 w 7643"/>
                <a:gd name="csY3" fmla="*/ 5733 h 5732"/>
                <a:gd name="csX4" fmla="*/ 4777 w 7643"/>
                <a:gd name="csY4" fmla="*/ 5733 h 5732"/>
                <a:gd name="csX5" fmla="*/ 3822 w 7643"/>
                <a:gd name="csY5" fmla="*/ 5255 h 5732"/>
                <a:gd name="csX6" fmla="*/ 3822 w 7643"/>
                <a:gd name="csY6" fmla="*/ 4299 h 5732"/>
                <a:gd name="csX7" fmla="*/ 3822 w 7643"/>
                <a:gd name="csY7" fmla="*/ 3344 h 5732"/>
                <a:gd name="csX8" fmla="*/ 3344 w 7643"/>
                <a:gd name="csY8" fmla="*/ 3344 h 5732"/>
                <a:gd name="csX9" fmla="*/ 2867 w 7643"/>
                <a:gd name="csY9" fmla="*/ 4777 h 5732"/>
                <a:gd name="csX10" fmla="*/ 2389 w 7643"/>
                <a:gd name="csY10" fmla="*/ 5255 h 5732"/>
                <a:gd name="csX11" fmla="*/ 1433 w 7643"/>
                <a:gd name="csY11" fmla="*/ 5255 h 5732"/>
                <a:gd name="csX12" fmla="*/ 0 w 7643"/>
                <a:gd name="csY12" fmla="*/ 4299 h 5732"/>
                <a:gd name="csX13" fmla="*/ 0 w 7643"/>
                <a:gd name="csY13" fmla="*/ 3344 h 5732"/>
                <a:gd name="csX14" fmla="*/ 0 w 7643"/>
                <a:gd name="csY14" fmla="*/ 1433 h 5732"/>
                <a:gd name="csX15" fmla="*/ 0 w 7643"/>
                <a:gd name="csY15" fmla="*/ 956 h 5732"/>
                <a:gd name="csX16" fmla="*/ 3344 w 7643"/>
                <a:gd name="csY16" fmla="*/ 956 h 5732"/>
                <a:gd name="csX17" fmla="*/ 4300 w 7643"/>
                <a:gd name="csY17" fmla="*/ 1911 h 5732"/>
                <a:gd name="csX18" fmla="*/ 5733 w 7643"/>
                <a:gd name="csY18" fmla="*/ 1433 h 5732"/>
                <a:gd name="csX19" fmla="*/ 6211 w 7643"/>
                <a:gd name="csY19" fmla="*/ 478 h 5732"/>
                <a:gd name="csX20" fmla="*/ 7644 w 7643"/>
                <a:gd name="csY20" fmla="*/ 0 h 5732"/>
                <a:gd name="csX21" fmla="*/ 7644 w 7643"/>
                <a:gd name="csY21" fmla="*/ 14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7643" h="5732">
                  <a:moveTo>
                    <a:pt x="7644" y="1433"/>
                  </a:moveTo>
                  <a:lnTo>
                    <a:pt x="6688" y="2389"/>
                  </a:lnTo>
                  <a:lnTo>
                    <a:pt x="6211" y="3822"/>
                  </a:lnTo>
                  <a:lnTo>
                    <a:pt x="5733" y="5733"/>
                  </a:lnTo>
                  <a:lnTo>
                    <a:pt x="4777" y="5733"/>
                  </a:lnTo>
                  <a:lnTo>
                    <a:pt x="3822" y="5255"/>
                  </a:lnTo>
                  <a:lnTo>
                    <a:pt x="3822" y="4299"/>
                  </a:lnTo>
                  <a:lnTo>
                    <a:pt x="3822" y="3344"/>
                  </a:lnTo>
                  <a:lnTo>
                    <a:pt x="3344" y="3344"/>
                  </a:lnTo>
                  <a:lnTo>
                    <a:pt x="2867" y="4777"/>
                  </a:lnTo>
                  <a:lnTo>
                    <a:pt x="2389" y="5255"/>
                  </a:lnTo>
                  <a:lnTo>
                    <a:pt x="1433" y="5255"/>
                  </a:lnTo>
                  <a:lnTo>
                    <a:pt x="0" y="4299"/>
                  </a:lnTo>
                  <a:lnTo>
                    <a:pt x="0" y="3344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3344" y="956"/>
                  </a:lnTo>
                  <a:lnTo>
                    <a:pt x="4300" y="1911"/>
                  </a:lnTo>
                  <a:lnTo>
                    <a:pt x="5733" y="1433"/>
                  </a:lnTo>
                  <a:lnTo>
                    <a:pt x="6211" y="478"/>
                  </a:lnTo>
                  <a:lnTo>
                    <a:pt x="7644" y="0"/>
                  </a:lnTo>
                  <a:lnTo>
                    <a:pt x="764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3" name="Freeform 4322">
              <a:extLst>
                <a:ext uri="{FF2B5EF4-FFF2-40B4-BE49-F238E27FC236}">
                  <a16:creationId xmlns:a16="http://schemas.microsoft.com/office/drawing/2014/main" id="{8FC0F726-15F7-3667-6278-51744E1099C5}"/>
                </a:ext>
              </a:extLst>
            </p:cNvPr>
            <p:cNvSpPr/>
            <p:nvPr/>
          </p:nvSpPr>
          <p:spPr>
            <a:xfrm>
              <a:off x="6273237" y="3948076"/>
              <a:ext cx="9076" cy="10510"/>
            </a:xfrm>
            <a:custGeom>
              <a:avLst/>
              <a:gdLst>
                <a:gd name="csX0" fmla="*/ 8599 w 9076"/>
                <a:gd name="csY0" fmla="*/ 9077 h 10510"/>
                <a:gd name="csX1" fmla="*/ 9077 w 9076"/>
                <a:gd name="csY1" fmla="*/ 10510 h 10510"/>
                <a:gd name="csX2" fmla="*/ 6688 w 9076"/>
                <a:gd name="csY2" fmla="*/ 9555 h 10510"/>
                <a:gd name="csX3" fmla="*/ 4777 w 9076"/>
                <a:gd name="csY3" fmla="*/ 8599 h 10510"/>
                <a:gd name="csX4" fmla="*/ 3344 w 9076"/>
                <a:gd name="csY4" fmla="*/ 5733 h 10510"/>
                <a:gd name="csX5" fmla="*/ 0 w 9076"/>
                <a:gd name="csY5" fmla="*/ 2389 h 10510"/>
                <a:gd name="csX6" fmla="*/ 0 w 9076"/>
                <a:gd name="csY6" fmla="*/ 1433 h 10510"/>
                <a:gd name="csX7" fmla="*/ 1433 w 9076"/>
                <a:gd name="csY7" fmla="*/ 478 h 10510"/>
                <a:gd name="csX8" fmla="*/ 3822 w 9076"/>
                <a:gd name="csY8" fmla="*/ 0 h 10510"/>
                <a:gd name="csX9" fmla="*/ 4777 w 9076"/>
                <a:gd name="csY9" fmla="*/ 478 h 10510"/>
                <a:gd name="csX10" fmla="*/ 5733 w 9076"/>
                <a:gd name="csY10" fmla="*/ 956 h 10510"/>
                <a:gd name="csX11" fmla="*/ 5733 w 9076"/>
                <a:gd name="csY11" fmla="*/ 1911 h 10510"/>
                <a:gd name="csX12" fmla="*/ 4300 w 9076"/>
                <a:gd name="csY12" fmla="*/ 2867 h 10510"/>
                <a:gd name="csX13" fmla="*/ 4300 w 9076"/>
                <a:gd name="csY13" fmla="*/ 3822 h 10510"/>
                <a:gd name="csX14" fmla="*/ 5255 w 9076"/>
                <a:gd name="csY14" fmla="*/ 4777 h 10510"/>
                <a:gd name="csX15" fmla="*/ 5255 w 9076"/>
                <a:gd name="csY15" fmla="*/ 5255 h 10510"/>
                <a:gd name="csX16" fmla="*/ 5733 w 9076"/>
                <a:gd name="csY16" fmla="*/ 7644 h 10510"/>
                <a:gd name="csX17" fmla="*/ 6211 w 9076"/>
                <a:gd name="csY17" fmla="*/ 8121 h 10510"/>
                <a:gd name="csX18" fmla="*/ 7644 w 9076"/>
                <a:gd name="csY18" fmla="*/ 9077 h 10510"/>
                <a:gd name="csX19" fmla="*/ 8599 w 9076"/>
                <a:gd name="csY19" fmla="*/ 9077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9076" h="10510">
                  <a:moveTo>
                    <a:pt x="8599" y="9077"/>
                  </a:moveTo>
                  <a:lnTo>
                    <a:pt x="9077" y="10510"/>
                  </a:lnTo>
                  <a:lnTo>
                    <a:pt x="6688" y="9555"/>
                  </a:lnTo>
                  <a:lnTo>
                    <a:pt x="4777" y="8599"/>
                  </a:lnTo>
                  <a:lnTo>
                    <a:pt x="3344" y="5733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3822" y="0"/>
                  </a:lnTo>
                  <a:lnTo>
                    <a:pt x="4777" y="478"/>
                  </a:lnTo>
                  <a:lnTo>
                    <a:pt x="5733" y="956"/>
                  </a:lnTo>
                  <a:lnTo>
                    <a:pt x="5733" y="1911"/>
                  </a:lnTo>
                  <a:lnTo>
                    <a:pt x="4300" y="2867"/>
                  </a:lnTo>
                  <a:lnTo>
                    <a:pt x="4300" y="3822"/>
                  </a:lnTo>
                  <a:lnTo>
                    <a:pt x="5255" y="4777"/>
                  </a:lnTo>
                  <a:lnTo>
                    <a:pt x="5255" y="5255"/>
                  </a:lnTo>
                  <a:lnTo>
                    <a:pt x="5733" y="7644"/>
                  </a:lnTo>
                  <a:lnTo>
                    <a:pt x="6211" y="8121"/>
                  </a:lnTo>
                  <a:lnTo>
                    <a:pt x="7644" y="9077"/>
                  </a:lnTo>
                  <a:lnTo>
                    <a:pt x="8599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4" name="Freeform 4323">
              <a:extLst>
                <a:ext uri="{FF2B5EF4-FFF2-40B4-BE49-F238E27FC236}">
                  <a16:creationId xmlns:a16="http://schemas.microsoft.com/office/drawing/2014/main" id="{B49319CA-07FE-918C-CC2C-CAE1B0D590FA}"/>
                </a:ext>
              </a:extLst>
            </p:cNvPr>
            <p:cNvSpPr/>
            <p:nvPr/>
          </p:nvSpPr>
          <p:spPr>
            <a:xfrm>
              <a:off x="6396491" y="3958586"/>
              <a:ext cx="14809" cy="9554"/>
            </a:xfrm>
            <a:custGeom>
              <a:avLst/>
              <a:gdLst>
                <a:gd name="csX0" fmla="*/ 10987 w 14809"/>
                <a:gd name="csY0" fmla="*/ 956 h 9554"/>
                <a:gd name="csX1" fmla="*/ 10510 w 14809"/>
                <a:gd name="csY1" fmla="*/ 2389 h 9554"/>
                <a:gd name="csX2" fmla="*/ 13376 w 14809"/>
                <a:gd name="csY2" fmla="*/ 4777 h 9554"/>
                <a:gd name="csX3" fmla="*/ 14332 w 14809"/>
                <a:gd name="csY3" fmla="*/ 6210 h 9554"/>
                <a:gd name="csX4" fmla="*/ 14809 w 14809"/>
                <a:gd name="csY4" fmla="*/ 7644 h 9554"/>
                <a:gd name="csX5" fmla="*/ 14332 w 14809"/>
                <a:gd name="csY5" fmla="*/ 8121 h 9554"/>
                <a:gd name="csX6" fmla="*/ 13376 w 14809"/>
                <a:gd name="csY6" fmla="*/ 7166 h 9554"/>
                <a:gd name="csX7" fmla="*/ 12421 w 14809"/>
                <a:gd name="csY7" fmla="*/ 7166 h 9554"/>
                <a:gd name="csX8" fmla="*/ 12898 w 14809"/>
                <a:gd name="csY8" fmla="*/ 8121 h 9554"/>
                <a:gd name="csX9" fmla="*/ 13854 w 14809"/>
                <a:gd name="csY9" fmla="*/ 9077 h 9554"/>
                <a:gd name="csX10" fmla="*/ 11943 w 14809"/>
                <a:gd name="csY10" fmla="*/ 9555 h 9554"/>
                <a:gd name="csX11" fmla="*/ 10510 w 14809"/>
                <a:gd name="csY11" fmla="*/ 9555 h 9554"/>
                <a:gd name="csX12" fmla="*/ 6210 w 14809"/>
                <a:gd name="csY12" fmla="*/ 8121 h 9554"/>
                <a:gd name="csX13" fmla="*/ 4777 w 14809"/>
                <a:gd name="csY13" fmla="*/ 6688 h 9554"/>
                <a:gd name="csX14" fmla="*/ 7644 w 14809"/>
                <a:gd name="csY14" fmla="*/ 4777 h 9554"/>
                <a:gd name="csX15" fmla="*/ 8121 w 14809"/>
                <a:gd name="csY15" fmla="*/ 4300 h 9554"/>
                <a:gd name="csX16" fmla="*/ 6210 w 14809"/>
                <a:gd name="csY16" fmla="*/ 4300 h 9554"/>
                <a:gd name="csX17" fmla="*/ 4299 w 14809"/>
                <a:gd name="csY17" fmla="*/ 6688 h 9554"/>
                <a:gd name="csX18" fmla="*/ 955 w 14809"/>
                <a:gd name="csY18" fmla="*/ 5733 h 9554"/>
                <a:gd name="csX19" fmla="*/ 0 w 14809"/>
                <a:gd name="csY19" fmla="*/ 4777 h 9554"/>
                <a:gd name="csX20" fmla="*/ 0 w 14809"/>
                <a:gd name="csY20" fmla="*/ 4300 h 9554"/>
                <a:gd name="csX21" fmla="*/ 955 w 14809"/>
                <a:gd name="csY21" fmla="*/ 1911 h 9554"/>
                <a:gd name="csX22" fmla="*/ 3344 w 14809"/>
                <a:gd name="csY22" fmla="*/ 1911 h 9554"/>
                <a:gd name="csX23" fmla="*/ 4777 w 14809"/>
                <a:gd name="csY23" fmla="*/ 1433 h 9554"/>
                <a:gd name="csX24" fmla="*/ 6210 w 14809"/>
                <a:gd name="csY24" fmla="*/ 956 h 9554"/>
                <a:gd name="csX25" fmla="*/ 6210 w 14809"/>
                <a:gd name="csY25" fmla="*/ 0 h 9554"/>
                <a:gd name="csX26" fmla="*/ 9555 w 14809"/>
                <a:gd name="csY26" fmla="*/ 0 h 9554"/>
                <a:gd name="csX27" fmla="*/ 10987 w 14809"/>
                <a:gd name="csY27" fmla="*/ 956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4809" h="9554">
                  <a:moveTo>
                    <a:pt x="10987" y="956"/>
                  </a:moveTo>
                  <a:lnTo>
                    <a:pt x="10510" y="2389"/>
                  </a:lnTo>
                  <a:lnTo>
                    <a:pt x="13376" y="4777"/>
                  </a:lnTo>
                  <a:lnTo>
                    <a:pt x="14332" y="6210"/>
                  </a:lnTo>
                  <a:lnTo>
                    <a:pt x="14809" y="7644"/>
                  </a:lnTo>
                  <a:lnTo>
                    <a:pt x="14332" y="8121"/>
                  </a:lnTo>
                  <a:lnTo>
                    <a:pt x="13376" y="7166"/>
                  </a:lnTo>
                  <a:lnTo>
                    <a:pt x="12421" y="7166"/>
                  </a:lnTo>
                  <a:lnTo>
                    <a:pt x="12898" y="8121"/>
                  </a:lnTo>
                  <a:lnTo>
                    <a:pt x="13854" y="9077"/>
                  </a:lnTo>
                  <a:lnTo>
                    <a:pt x="11943" y="9555"/>
                  </a:lnTo>
                  <a:lnTo>
                    <a:pt x="10510" y="9555"/>
                  </a:lnTo>
                  <a:lnTo>
                    <a:pt x="6210" y="8121"/>
                  </a:lnTo>
                  <a:lnTo>
                    <a:pt x="4777" y="6688"/>
                  </a:lnTo>
                  <a:lnTo>
                    <a:pt x="7644" y="4777"/>
                  </a:lnTo>
                  <a:lnTo>
                    <a:pt x="8121" y="4300"/>
                  </a:lnTo>
                  <a:lnTo>
                    <a:pt x="6210" y="4300"/>
                  </a:lnTo>
                  <a:lnTo>
                    <a:pt x="4299" y="6688"/>
                  </a:lnTo>
                  <a:lnTo>
                    <a:pt x="955" y="5733"/>
                  </a:lnTo>
                  <a:lnTo>
                    <a:pt x="0" y="4777"/>
                  </a:lnTo>
                  <a:lnTo>
                    <a:pt x="0" y="4300"/>
                  </a:lnTo>
                  <a:lnTo>
                    <a:pt x="955" y="1911"/>
                  </a:lnTo>
                  <a:lnTo>
                    <a:pt x="3344" y="1911"/>
                  </a:lnTo>
                  <a:lnTo>
                    <a:pt x="4777" y="1433"/>
                  </a:lnTo>
                  <a:lnTo>
                    <a:pt x="6210" y="956"/>
                  </a:lnTo>
                  <a:lnTo>
                    <a:pt x="6210" y="0"/>
                  </a:lnTo>
                  <a:lnTo>
                    <a:pt x="9555" y="0"/>
                  </a:lnTo>
                  <a:lnTo>
                    <a:pt x="1098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5" name="Freeform 4324">
              <a:extLst>
                <a:ext uri="{FF2B5EF4-FFF2-40B4-BE49-F238E27FC236}">
                  <a16:creationId xmlns:a16="http://schemas.microsoft.com/office/drawing/2014/main" id="{13440342-CBFF-8C44-6835-E240FE4BC37F}"/>
                </a:ext>
              </a:extLst>
            </p:cNvPr>
            <p:cNvSpPr/>
            <p:nvPr/>
          </p:nvSpPr>
          <p:spPr>
            <a:xfrm>
              <a:off x="6356362" y="3960974"/>
              <a:ext cx="2866" cy="2866"/>
            </a:xfrm>
            <a:custGeom>
              <a:avLst/>
              <a:gdLst>
                <a:gd name="csX0" fmla="*/ 956 w 2866"/>
                <a:gd name="csY0" fmla="*/ 2866 h 2866"/>
                <a:gd name="csX1" fmla="*/ 0 w 2866"/>
                <a:gd name="csY1" fmla="*/ 2866 h 2866"/>
                <a:gd name="csX2" fmla="*/ 956 w 2866"/>
                <a:gd name="csY2" fmla="*/ 956 h 2866"/>
                <a:gd name="csX3" fmla="*/ 2866 w 2866"/>
                <a:gd name="csY3" fmla="*/ 0 h 2866"/>
                <a:gd name="csX4" fmla="*/ 2389 w 2866"/>
                <a:gd name="csY4" fmla="*/ 1433 h 2866"/>
                <a:gd name="csX5" fmla="*/ 956 w 2866"/>
                <a:gd name="csY5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866">
                  <a:moveTo>
                    <a:pt x="956" y="2866"/>
                  </a:moveTo>
                  <a:lnTo>
                    <a:pt x="0" y="2866"/>
                  </a:lnTo>
                  <a:lnTo>
                    <a:pt x="956" y="956"/>
                  </a:lnTo>
                  <a:lnTo>
                    <a:pt x="2866" y="0"/>
                  </a:lnTo>
                  <a:lnTo>
                    <a:pt x="2389" y="1433"/>
                  </a:lnTo>
                  <a:lnTo>
                    <a:pt x="95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6" name="Freeform 4325">
              <a:extLst>
                <a:ext uri="{FF2B5EF4-FFF2-40B4-BE49-F238E27FC236}">
                  <a16:creationId xmlns:a16="http://schemas.microsoft.com/office/drawing/2014/main" id="{A468CC4E-4998-9AA3-ADB4-B15D524D404E}"/>
                </a:ext>
              </a:extLst>
            </p:cNvPr>
            <p:cNvSpPr/>
            <p:nvPr/>
          </p:nvSpPr>
          <p:spPr>
            <a:xfrm>
              <a:off x="6351584" y="3962407"/>
              <a:ext cx="3821" cy="2866"/>
            </a:xfrm>
            <a:custGeom>
              <a:avLst/>
              <a:gdLst>
                <a:gd name="csX0" fmla="*/ 3822 w 3821"/>
                <a:gd name="csY0" fmla="*/ 2389 h 2866"/>
                <a:gd name="csX1" fmla="*/ 2866 w 3821"/>
                <a:gd name="csY1" fmla="*/ 2867 h 2866"/>
                <a:gd name="csX2" fmla="*/ 1433 w 3821"/>
                <a:gd name="csY2" fmla="*/ 2867 h 2866"/>
                <a:gd name="csX3" fmla="*/ 0 w 3821"/>
                <a:gd name="csY3" fmla="*/ 0 h 2866"/>
                <a:gd name="csX4" fmla="*/ 3822 w 3821"/>
                <a:gd name="csY4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2866">
                  <a:moveTo>
                    <a:pt x="3822" y="2389"/>
                  </a:moveTo>
                  <a:lnTo>
                    <a:pt x="2866" y="2867"/>
                  </a:lnTo>
                  <a:lnTo>
                    <a:pt x="1433" y="2867"/>
                  </a:lnTo>
                  <a:lnTo>
                    <a:pt x="0" y="0"/>
                  </a:lnTo>
                  <a:lnTo>
                    <a:pt x="3822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7" name="Freeform 4326">
              <a:extLst>
                <a:ext uri="{FF2B5EF4-FFF2-40B4-BE49-F238E27FC236}">
                  <a16:creationId xmlns:a16="http://schemas.microsoft.com/office/drawing/2014/main" id="{811001E9-2DEE-8D23-7A67-7A4C1FD1DA6A}"/>
                </a:ext>
              </a:extLst>
            </p:cNvPr>
            <p:cNvSpPr/>
            <p:nvPr/>
          </p:nvSpPr>
          <p:spPr>
            <a:xfrm>
              <a:off x="6337252" y="3966707"/>
              <a:ext cx="33918" cy="24364"/>
            </a:xfrm>
            <a:custGeom>
              <a:avLst/>
              <a:gdLst>
                <a:gd name="csX0" fmla="*/ 10988 w 33918"/>
                <a:gd name="csY0" fmla="*/ 1433 h 24364"/>
                <a:gd name="csX1" fmla="*/ 11943 w 33918"/>
                <a:gd name="csY1" fmla="*/ 4299 h 24364"/>
                <a:gd name="csX2" fmla="*/ 12899 w 33918"/>
                <a:gd name="csY2" fmla="*/ 4777 h 24364"/>
                <a:gd name="csX3" fmla="*/ 15287 w 33918"/>
                <a:gd name="csY3" fmla="*/ 6210 h 24364"/>
                <a:gd name="csX4" fmla="*/ 16243 w 33918"/>
                <a:gd name="csY4" fmla="*/ 6210 h 24364"/>
                <a:gd name="csX5" fmla="*/ 20065 w 33918"/>
                <a:gd name="csY5" fmla="*/ 8121 h 24364"/>
                <a:gd name="csX6" fmla="*/ 24364 w 33918"/>
                <a:gd name="csY6" fmla="*/ 8121 h 24364"/>
                <a:gd name="csX7" fmla="*/ 24842 w 33918"/>
                <a:gd name="csY7" fmla="*/ 8599 h 24364"/>
                <a:gd name="csX8" fmla="*/ 25320 w 33918"/>
                <a:gd name="csY8" fmla="*/ 10032 h 24364"/>
                <a:gd name="csX9" fmla="*/ 26275 w 33918"/>
                <a:gd name="csY9" fmla="*/ 11465 h 24364"/>
                <a:gd name="csX10" fmla="*/ 26753 w 33918"/>
                <a:gd name="csY10" fmla="*/ 11943 h 24364"/>
                <a:gd name="csX11" fmla="*/ 26275 w 33918"/>
                <a:gd name="csY11" fmla="*/ 12899 h 24364"/>
                <a:gd name="csX12" fmla="*/ 26753 w 33918"/>
                <a:gd name="csY12" fmla="*/ 16243 h 24364"/>
                <a:gd name="csX13" fmla="*/ 27708 w 33918"/>
                <a:gd name="csY13" fmla="*/ 18631 h 24364"/>
                <a:gd name="csX14" fmla="*/ 29619 w 33918"/>
                <a:gd name="csY14" fmla="*/ 20065 h 24364"/>
                <a:gd name="csX15" fmla="*/ 31530 w 33918"/>
                <a:gd name="csY15" fmla="*/ 20542 h 24364"/>
                <a:gd name="csX16" fmla="*/ 33441 w 33918"/>
                <a:gd name="csY16" fmla="*/ 20542 h 24364"/>
                <a:gd name="csX17" fmla="*/ 33919 w 33918"/>
                <a:gd name="csY17" fmla="*/ 21020 h 24364"/>
                <a:gd name="csX18" fmla="*/ 33919 w 33918"/>
                <a:gd name="csY18" fmla="*/ 23409 h 24364"/>
                <a:gd name="csX19" fmla="*/ 32963 w 33918"/>
                <a:gd name="csY19" fmla="*/ 24364 h 24364"/>
                <a:gd name="csX20" fmla="*/ 32486 w 33918"/>
                <a:gd name="csY20" fmla="*/ 24364 h 24364"/>
                <a:gd name="csX21" fmla="*/ 32008 w 33918"/>
                <a:gd name="csY21" fmla="*/ 24364 h 24364"/>
                <a:gd name="csX22" fmla="*/ 31052 w 33918"/>
                <a:gd name="csY22" fmla="*/ 23886 h 24364"/>
                <a:gd name="csX23" fmla="*/ 30575 w 33918"/>
                <a:gd name="csY23" fmla="*/ 23409 h 24364"/>
                <a:gd name="csX24" fmla="*/ 29619 w 33918"/>
                <a:gd name="csY24" fmla="*/ 23409 h 24364"/>
                <a:gd name="csX25" fmla="*/ 28664 w 33918"/>
                <a:gd name="csY25" fmla="*/ 22453 h 24364"/>
                <a:gd name="csX26" fmla="*/ 26753 w 33918"/>
                <a:gd name="csY26" fmla="*/ 21020 h 24364"/>
                <a:gd name="csX27" fmla="*/ 26275 w 33918"/>
                <a:gd name="csY27" fmla="*/ 20065 h 24364"/>
                <a:gd name="csX28" fmla="*/ 26275 w 33918"/>
                <a:gd name="csY28" fmla="*/ 19109 h 24364"/>
                <a:gd name="csX29" fmla="*/ 25320 w 33918"/>
                <a:gd name="csY29" fmla="*/ 18154 h 24364"/>
                <a:gd name="csX30" fmla="*/ 24364 w 33918"/>
                <a:gd name="csY30" fmla="*/ 16721 h 24364"/>
                <a:gd name="csX31" fmla="*/ 23886 w 33918"/>
                <a:gd name="csY31" fmla="*/ 16243 h 24364"/>
                <a:gd name="csX32" fmla="*/ 23409 w 33918"/>
                <a:gd name="csY32" fmla="*/ 15287 h 24364"/>
                <a:gd name="csX33" fmla="*/ 23409 w 33918"/>
                <a:gd name="csY33" fmla="*/ 14809 h 24364"/>
                <a:gd name="csX34" fmla="*/ 20065 w 33918"/>
                <a:gd name="csY34" fmla="*/ 14332 h 24364"/>
                <a:gd name="csX35" fmla="*/ 17676 w 33918"/>
                <a:gd name="csY35" fmla="*/ 14332 h 24364"/>
                <a:gd name="csX36" fmla="*/ 15765 w 33918"/>
                <a:gd name="csY36" fmla="*/ 13376 h 24364"/>
                <a:gd name="csX37" fmla="*/ 14809 w 33918"/>
                <a:gd name="csY37" fmla="*/ 10988 h 24364"/>
                <a:gd name="csX38" fmla="*/ 13376 w 33918"/>
                <a:gd name="csY38" fmla="*/ 10510 h 24364"/>
                <a:gd name="csX39" fmla="*/ 12421 w 33918"/>
                <a:gd name="csY39" fmla="*/ 9555 h 24364"/>
                <a:gd name="csX40" fmla="*/ 11943 w 33918"/>
                <a:gd name="csY40" fmla="*/ 8599 h 24364"/>
                <a:gd name="csX41" fmla="*/ 9555 w 33918"/>
                <a:gd name="csY41" fmla="*/ 6688 h 24364"/>
                <a:gd name="csX42" fmla="*/ 7644 w 33918"/>
                <a:gd name="csY42" fmla="*/ 5255 h 24364"/>
                <a:gd name="csX43" fmla="*/ 5255 w 33918"/>
                <a:gd name="csY43" fmla="*/ 4299 h 24364"/>
                <a:gd name="csX44" fmla="*/ 3344 w 33918"/>
                <a:gd name="csY44" fmla="*/ 3344 h 24364"/>
                <a:gd name="csX45" fmla="*/ 1433 w 33918"/>
                <a:gd name="csY45" fmla="*/ 4299 h 24364"/>
                <a:gd name="csX46" fmla="*/ 0 w 33918"/>
                <a:gd name="csY46" fmla="*/ 4299 h 24364"/>
                <a:gd name="csX47" fmla="*/ 0 w 33918"/>
                <a:gd name="csY47" fmla="*/ 3822 h 24364"/>
                <a:gd name="csX48" fmla="*/ 2389 w 33918"/>
                <a:gd name="csY48" fmla="*/ 2389 h 24364"/>
                <a:gd name="csX49" fmla="*/ 5255 w 33918"/>
                <a:gd name="csY49" fmla="*/ 478 h 24364"/>
                <a:gd name="csX50" fmla="*/ 7644 w 33918"/>
                <a:gd name="csY50" fmla="*/ 0 h 24364"/>
                <a:gd name="csX51" fmla="*/ 8599 w 33918"/>
                <a:gd name="csY51" fmla="*/ 0 h 24364"/>
                <a:gd name="csX52" fmla="*/ 10988 w 33918"/>
                <a:gd name="csY52" fmla="*/ 1433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33918" h="24364">
                  <a:moveTo>
                    <a:pt x="10988" y="1433"/>
                  </a:moveTo>
                  <a:lnTo>
                    <a:pt x="11943" y="4299"/>
                  </a:lnTo>
                  <a:lnTo>
                    <a:pt x="12899" y="4777"/>
                  </a:lnTo>
                  <a:lnTo>
                    <a:pt x="15287" y="6210"/>
                  </a:lnTo>
                  <a:lnTo>
                    <a:pt x="16243" y="6210"/>
                  </a:lnTo>
                  <a:lnTo>
                    <a:pt x="20065" y="8121"/>
                  </a:lnTo>
                  <a:lnTo>
                    <a:pt x="24364" y="8121"/>
                  </a:lnTo>
                  <a:lnTo>
                    <a:pt x="24842" y="8599"/>
                  </a:lnTo>
                  <a:lnTo>
                    <a:pt x="25320" y="10032"/>
                  </a:lnTo>
                  <a:lnTo>
                    <a:pt x="26275" y="11465"/>
                  </a:lnTo>
                  <a:lnTo>
                    <a:pt x="26753" y="11943"/>
                  </a:lnTo>
                  <a:lnTo>
                    <a:pt x="26275" y="12899"/>
                  </a:lnTo>
                  <a:lnTo>
                    <a:pt x="26753" y="16243"/>
                  </a:lnTo>
                  <a:lnTo>
                    <a:pt x="27708" y="18631"/>
                  </a:lnTo>
                  <a:lnTo>
                    <a:pt x="29619" y="20065"/>
                  </a:lnTo>
                  <a:lnTo>
                    <a:pt x="31530" y="20542"/>
                  </a:lnTo>
                  <a:lnTo>
                    <a:pt x="33441" y="20542"/>
                  </a:lnTo>
                  <a:lnTo>
                    <a:pt x="33919" y="21020"/>
                  </a:lnTo>
                  <a:lnTo>
                    <a:pt x="33919" y="23409"/>
                  </a:lnTo>
                  <a:lnTo>
                    <a:pt x="32963" y="24364"/>
                  </a:lnTo>
                  <a:lnTo>
                    <a:pt x="32486" y="24364"/>
                  </a:lnTo>
                  <a:lnTo>
                    <a:pt x="32008" y="24364"/>
                  </a:lnTo>
                  <a:lnTo>
                    <a:pt x="31052" y="23886"/>
                  </a:lnTo>
                  <a:lnTo>
                    <a:pt x="30575" y="23409"/>
                  </a:lnTo>
                  <a:lnTo>
                    <a:pt x="29619" y="23409"/>
                  </a:lnTo>
                  <a:lnTo>
                    <a:pt x="28664" y="22453"/>
                  </a:lnTo>
                  <a:lnTo>
                    <a:pt x="26753" y="21020"/>
                  </a:lnTo>
                  <a:lnTo>
                    <a:pt x="26275" y="20065"/>
                  </a:lnTo>
                  <a:lnTo>
                    <a:pt x="26275" y="19109"/>
                  </a:lnTo>
                  <a:lnTo>
                    <a:pt x="25320" y="18154"/>
                  </a:lnTo>
                  <a:lnTo>
                    <a:pt x="24364" y="16721"/>
                  </a:lnTo>
                  <a:lnTo>
                    <a:pt x="23886" y="16243"/>
                  </a:lnTo>
                  <a:lnTo>
                    <a:pt x="23409" y="15287"/>
                  </a:lnTo>
                  <a:lnTo>
                    <a:pt x="23409" y="14809"/>
                  </a:lnTo>
                  <a:lnTo>
                    <a:pt x="20065" y="14332"/>
                  </a:lnTo>
                  <a:lnTo>
                    <a:pt x="17676" y="14332"/>
                  </a:lnTo>
                  <a:lnTo>
                    <a:pt x="15765" y="13376"/>
                  </a:lnTo>
                  <a:lnTo>
                    <a:pt x="14809" y="10988"/>
                  </a:lnTo>
                  <a:lnTo>
                    <a:pt x="13376" y="10510"/>
                  </a:lnTo>
                  <a:lnTo>
                    <a:pt x="12421" y="9555"/>
                  </a:lnTo>
                  <a:lnTo>
                    <a:pt x="11943" y="8599"/>
                  </a:lnTo>
                  <a:lnTo>
                    <a:pt x="9555" y="6688"/>
                  </a:lnTo>
                  <a:lnTo>
                    <a:pt x="7644" y="5255"/>
                  </a:lnTo>
                  <a:lnTo>
                    <a:pt x="5255" y="4299"/>
                  </a:lnTo>
                  <a:lnTo>
                    <a:pt x="3344" y="3344"/>
                  </a:lnTo>
                  <a:lnTo>
                    <a:pt x="1433" y="4299"/>
                  </a:lnTo>
                  <a:lnTo>
                    <a:pt x="0" y="4299"/>
                  </a:lnTo>
                  <a:lnTo>
                    <a:pt x="0" y="3822"/>
                  </a:lnTo>
                  <a:lnTo>
                    <a:pt x="2389" y="2389"/>
                  </a:lnTo>
                  <a:lnTo>
                    <a:pt x="5255" y="478"/>
                  </a:lnTo>
                  <a:lnTo>
                    <a:pt x="7644" y="0"/>
                  </a:lnTo>
                  <a:lnTo>
                    <a:pt x="8599" y="0"/>
                  </a:lnTo>
                  <a:lnTo>
                    <a:pt x="10988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8" name="Freeform 4327">
              <a:extLst>
                <a:ext uri="{FF2B5EF4-FFF2-40B4-BE49-F238E27FC236}">
                  <a16:creationId xmlns:a16="http://schemas.microsoft.com/office/drawing/2014/main" id="{3D24DED5-4D0C-A4B0-CA46-9BC7943A80AE}"/>
                </a:ext>
              </a:extLst>
            </p:cNvPr>
            <p:cNvSpPr/>
            <p:nvPr/>
          </p:nvSpPr>
          <p:spPr>
            <a:xfrm>
              <a:off x="6368782" y="3967663"/>
              <a:ext cx="4299" cy="4777"/>
            </a:xfrm>
            <a:custGeom>
              <a:avLst/>
              <a:gdLst>
                <a:gd name="csX0" fmla="*/ 4300 w 4299"/>
                <a:gd name="csY0" fmla="*/ 4299 h 4777"/>
                <a:gd name="csX1" fmla="*/ 2389 w 4299"/>
                <a:gd name="csY1" fmla="*/ 4777 h 4777"/>
                <a:gd name="csX2" fmla="*/ 1433 w 4299"/>
                <a:gd name="csY2" fmla="*/ 4777 h 4777"/>
                <a:gd name="csX3" fmla="*/ 1911 w 4299"/>
                <a:gd name="csY3" fmla="*/ 3822 h 4777"/>
                <a:gd name="csX4" fmla="*/ 2389 w 4299"/>
                <a:gd name="csY4" fmla="*/ 3344 h 4777"/>
                <a:gd name="csX5" fmla="*/ 0 w 4299"/>
                <a:gd name="csY5" fmla="*/ 2389 h 4777"/>
                <a:gd name="csX6" fmla="*/ 478 w 4299"/>
                <a:gd name="csY6" fmla="*/ 478 h 4777"/>
                <a:gd name="csX7" fmla="*/ 478 w 4299"/>
                <a:gd name="csY7" fmla="*/ 0 h 4777"/>
                <a:gd name="csX8" fmla="*/ 1911 w 4299"/>
                <a:gd name="csY8" fmla="*/ 955 h 4777"/>
                <a:gd name="csX9" fmla="*/ 2389 w 4299"/>
                <a:gd name="csY9" fmla="*/ 2389 h 4777"/>
                <a:gd name="csX10" fmla="*/ 4300 w 4299"/>
                <a:gd name="csY10" fmla="*/ 429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4777">
                  <a:moveTo>
                    <a:pt x="4300" y="4299"/>
                  </a:moveTo>
                  <a:lnTo>
                    <a:pt x="2389" y="4777"/>
                  </a:lnTo>
                  <a:lnTo>
                    <a:pt x="1433" y="4777"/>
                  </a:lnTo>
                  <a:lnTo>
                    <a:pt x="1911" y="3822"/>
                  </a:lnTo>
                  <a:lnTo>
                    <a:pt x="2389" y="3344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911" y="955"/>
                  </a:lnTo>
                  <a:lnTo>
                    <a:pt x="2389" y="2389"/>
                  </a:lnTo>
                  <a:lnTo>
                    <a:pt x="4300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9" name="Freeform 4328">
              <a:extLst>
                <a:ext uri="{FF2B5EF4-FFF2-40B4-BE49-F238E27FC236}">
                  <a16:creationId xmlns:a16="http://schemas.microsoft.com/office/drawing/2014/main" id="{B839D24D-AA29-F9FB-C71A-6FDFD3470D59}"/>
                </a:ext>
              </a:extLst>
            </p:cNvPr>
            <p:cNvSpPr/>
            <p:nvPr/>
          </p:nvSpPr>
          <p:spPr>
            <a:xfrm>
              <a:off x="6291390" y="3971006"/>
              <a:ext cx="3343" cy="6210"/>
            </a:xfrm>
            <a:custGeom>
              <a:avLst/>
              <a:gdLst>
                <a:gd name="csX0" fmla="*/ 2389 w 3343"/>
                <a:gd name="csY0" fmla="*/ 5255 h 6210"/>
                <a:gd name="csX1" fmla="*/ 1911 w 3343"/>
                <a:gd name="csY1" fmla="*/ 5733 h 6210"/>
                <a:gd name="csX2" fmla="*/ 955 w 3343"/>
                <a:gd name="csY2" fmla="*/ 5255 h 6210"/>
                <a:gd name="csX3" fmla="*/ 478 w 3343"/>
                <a:gd name="csY3" fmla="*/ 5733 h 6210"/>
                <a:gd name="csX4" fmla="*/ 0 w 3343"/>
                <a:gd name="csY4" fmla="*/ 6211 h 6210"/>
                <a:gd name="csX5" fmla="*/ 0 w 3343"/>
                <a:gd name="csY5" fmla="*/ 4300 h 6210"/>
                <a:gd name="csX6" fmla="*/ 478 w 3343"/>
                <a:gd name="csY6" fmla="*/ 1911 h 6210"/>
                <a:gd name="csX7" fmla="*/ 1433 w 3343"/>
                <a:gd name="csY7" fmla="*/ 478 h 6210"/>
                <a:gd name="csX8" fmla="*/ 2866 w 3343"/>
                <a:gd name="csY8" fmla="*/ 0 h 6210"/>
                <a:gd name="csX9" fmla="*/ 3344 w 3343"/>
                <a:gd name="csY9" fmla="*/ 956 h 6210"/>
                <a:gd name="csX10" fmla="*/ 3344 w 3343"/>
                <a:gd name="csY10" fmla="*/ 4777 h 6210"/>
                <a:gd name="csX11" fmla="*/ 2389 w 3343"/>
                <a:gd name="csY11" fmla="*/ 5255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3" h="6210">
                  <a:moveTo>
                    <a:pt x="2389" y="5255"/>
                  </a:moveTo>
                  <a:lnTo>
                    <a:pt x="1911" y="5733"/>
                  </a:lnTo>
                  <a:lnTo>
                    <a:pt x="955" y="5255"/>
                  </a:lnTo>
                  <a:lnTo>
                    <a:pt x="478" y="5733"/>
                  </a:lnTo>
                  <a:lnTo>
                    <a:pt x="0" y="6211"/>
                  </a:lnTo>
                  <a:lnTo>
                    <a:pt x="0" y="4300"/>
                  </a:lnTo>
                  <a:lnTo>
                    <a:pt x="478" y="1911"/>
                  </a:lnTo>
                  <a:lnTo>
                    <a:pt x="1433" y="478"/>
                  </a:lnTo>
                  <a:lnTo>
                    <a:pt x="2866" y="0"/>
                  </a:lnTo>
                  <a:lnTo>
                    <a:pt x="3344" y="956"/>
                  </a:lnTo>
                  <a:lnTo>
                    <a:pt x="3344" y="4777"/>
                  </a:lnTo>
                  <a:lnTo>
                    <a:pt x="2389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0" name="Freeform 4329">
              <a:extLst>
                <a:ext uri="{FF2B5EF4-FFF2-40B4-BE49-F238E27FC236}">
                  <a16:creationId xmlns:a16="http://schemas.microsoft.com/office/drawing/2014/main" id="{8E6CE12E-17A7-39EA-7C35-BA3597F110EF}"/>
                </a:ext>
              </a:extLst>
            </p:cNvPr>
            <p:cNvSpPr/>
            <p:nvPr/>
          </p:nvSpPr>
          <p:spPr>
            <a:xfrm>
              <a:off x="6396491" y="3976739"/>
              <a:ext cx="6210" cy="10032"/>
            </a:xfrm>
            <a:custGeom>
              <a:avLst/>
              <a:gdLst>
                <a:gd name="csX0" fmla="*/ 4777 w 6210"/>
                <a:gd name="csY0" fmla="*/ 8599 h 10032"/>
                <a:gd name="csX1" fmla="*/ 2866 w 6210"/>
                <a:gd name="csY1" fmla="*/ 10032 h 10032"/>
                <a:gd name="csX2" fmla="*/ 955 w 6210"/>
                <a:gd name="csY2" fmla="*/ 8121 h 10032"/>
                <a:gd name="csX3" fmla="*/ 478 w 6210"/>
                <a:gd name="csY3" fmla="*/ 7644 h 10032"/>
                <a:gd name="csX4" fmla="*/ 1911 w 6210"/>
                <a:gd name="csY4" fmla="*/ 6688 h 10032"/>
                <a:gd name="csX5" fmla="*/ 2866 w 6210"/>
                <a:gd name="csY5" fmla="*/ 5733 h 10032"/>
                <a:gd name="csX6" fmla="*/ 1911 w 6210"/>
                <a:gd name="csY6" fmla="*/ 4300 h 10032"/>
                <a:gd name="csX7" fmla="*/ 0 w 6210"/>
                <a:gd name="csY7" fmla="*/ 1911 h 10032"/>
                <a:gd name="csX8" fmla="*/ 0 w 6210"/>
                <a:gd name="csY8" fmla="*/ 478 h 10032"/>
                <a:gd name="csX9" fmla="*/ 3344 w 6210"/>
                <a:gd name="csY9" fmla="*/ 0 h 10032"/>
                <a:gd name="csX10" fmla="*/ 5255 w 6210"/>
                <a:gd name="csY10" fmla="*/ 956 h 10032"/>
                <a:gd name="csX11" fmla="*/ 6210 w 6210"/>
                <a:gd name="csY11" fmla="*/ 1433 h 10032"/>
                <a:gd name="csX12" fmla="*/ 5733 w 6210"/>
                <a:gd name="csY12" fmla="*/ 2389 h 10032"/>
                <a:gd name="csX13" fmla="*/ 5733 w 6210"/>
                <a:gd name="csY13" fmla="*/ 2867 h 10032"/>
                <a:gd name="csX14" fmla="*/ 6210 w 6210"/>
                <a:gd name="csY14" fmla="*/ 6688 h 10032"/>
                <a:gd name="csX15" fmla="*/ 5255 w 6210"/>
                <a:gd name="csY15" fmla="*/ 7166 h 10032"/>
                <a:gd name="csX16" fmla="*/ 4777 w 6210"/>
                <a:gd name="csY16" fmla="*/ 8121 h 10032"/>
                <a:gd name="csX17" fmla="*/ 4777 w 6210"/>
                <a:gd name="csY17" fmla="*/ 8599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10" h="10032">
                  <a:moveTo>
                    <a:pt x="4777" y="8599"/>
                  </a:moveTo>
                  <a:lnTo>
                    <a:pt x="2866" y="10032"/>
                  </a:lnTo>
                  <a:lnTo>
                    <a:pt x="955" y="8121"/>
                  </a:lnTo>
                  <a:lnTo>
                    <a:pt x="478" y="7644"/>
                  </a:lnTo>
                  <a:lnTo>
                    <a:pt x="1911" y="6688"/>
                  </a:lnTo>
                  <a:lnTo>
                    <a:pt x="2866" y="5733"/>
                  </a:lnTo>
                  <a:lnTo>
                    <a:pt x="1911" y="4300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3344" y="0"/>
                  </a:lnTo>
                  <a:lnTo>
                    <a:pt x="5255" y="956"/>
                  </a:lnTo>
                  <a:lnTo>
                    <a:pt x="6210" y="1433"/>
                  </a:lnTo>
                  <a:lnTo>
                    <a:pt x="5733" y="2389"/>
                  </a:lnTo>
                  <a:lnTo>
                    <a:pt x="5733" y="2867"/>
                  </a:lnTo>
                  <a:lnTo>
                    <a:pt x="6210" y="6688"/>
                  </a:lnTo>
                  <a:lnTo>
                    <a:pt x="5255" y="7166"/>
                  </a:lnTo>
                  <a:lnTo>
                    <a:pt x="4777" y="8121"/>
                  </a:lnTo>
                  <a:lnTo>
                    <a:pt x="4777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1" name="Freeform 4330">
              <a:extLst>
                <a:ext uri="{FF2B5EF4-FFF2-40B4-BE49-F238E27FC236}">
                  <a16:creationId xmlns:a16="http://schemas.microsoft.com/office/drawing/2014/main" id="{C90AE433-7C20-37B5-0331-8F4D5AD38C72}"/>
                </a:ext>
              </a:extLst>
            </p:cNvPr>
            <p:cNvSpPr/>
            <p:nvPr/>
          </p:nvSpPr>
          <p:spPr>
            <a:xfrm>
              <a:off x="6292824" y="3979128"/>
              <a:ext cx="2388" cy="3821"/>
            </a:xfrm>
            <a:custGeom>
              <a:avLst/>
              <a:gdLst>
                <a:gd name="csX0" fmla="*/ 2389 w 2388"/>
                <a:gd name="csY0" fmla="*/ 3822 h 3821"/>
                <a:gd name="csX1" fmla="*/ 1433 w 2388"/>
                <a:gd name="csY1" fmla="*/ 3822 h 3821"/>
                <a:gd name="csX2" fmla="*/ 478 w 2388"/>
                <a:gd name="csY2" fmla="*/ 1911 h 3821"/>
                <a:gd name="csX3" fmla="*/ 0 w 2388"/>
                <a:gd name="csY3" fmla="*/ 478 h 3821"/>
                <a:gd name="csX4" fmla="*/ 478 w 2388"/>
                <a:gd name="csY4" fmla="*/ 0 h 3821"/>
                <a:gd name="csX5" fmla="*/ 956 w 2388"/>
                <a:gd name="csY5" fmla="*/ 478 h 3821"/>
                <a:gd name="csX6" fmla="*/ 1433 w 2388"/>
                <a:gd name="csY6" fmla="*/ 956 h 3821"/>
                <a:gd name="csX7" fmla="*/ 1433 w 2388"/>
                <a:gd name="csY7" fmla="*/ 1433 h 3821"/>
                <a:gd name="csX8" fmla="*/ 1433 w 2388"/>
                <a:gd name="csY8" fmla="*/ 2389 h 3821"/>
                <a:gd name="csX9" fmla="*/ 2389 w 2388"/>
                <a:gd name="csY9" fmla="*/ 2867 h 3821"/>
                <a:gd name="csX10" fmla="*/ 2389 w 2388"/>
                <a:gd name="csY10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3821">
                  <a:moveTo>
                    <a:pt x="2389" y="3822"/>
                  </a:moveTo>
                  <a:lnTo>
                    <a:pt x="1433" y="3822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478"/>
                  </a:lnTo>
                  <a:lnTo>
                    <a:pt x="1433" y="956"/>
                  </a:lnTo>
                  <a:lnTo>
                    <a:pt x="1433" y="1433"/>
                  </a:lnTo>
                  <a:lnTo>
                    <a:pt x="1433" y="2389"/>
                  </a:lnTo>
                  <a:lnTo>
                    <a:pt x="2389" y="2867"/>
                  </a:lnTo>
                  <a:lnTo>
                    <a:pt x="2389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2" name="Freeform 4331">
              <a:extLst>
                <a:ext uri="{FF2B5EF4-FFF2-40B4-BE49-F238E27FC236}">
                  <a16:creationId xmlns:a16="http://schemas.microsoft.com/office/drawing/2014/main" id="{5961634F-C267-14CF-35AF-92E5CF7C30F2}"/>
                </a:ext>
              </a:extLst>
            </p:cNvPr>
            <p:cNvSpPr/>
            <p:nvPr/>
          </p:nvSpPr>
          <p:spPr>
            <a:xfrm>
              <a:off x="6287568" y="3979606"/>
              <a:ext cx="8599" cy="9076"/>
            </a:xfrm>
            <a:custGeom>
              <a:avLst/>
              <a:gdLst>
                <a:gd name="csX0" fmla="*/ 4777 w 8599"/>
                <a:gd name="csY0" fmla="*/ 1911 h 9076"/>
                <a:gd name="csX1" fmla="*/ 5255 w 8599"/>
                <a:gd name="csY1" fmla="*/ 4777 h 9076"/>
                <a:gd name="csX2" fmla="*/ 6688 w 8599"/>
                <a:gd name="csY2" fmla="*/ 5255 h 9076"/>
                <a:gd name="csX3" fmla="*/ 8599 w 8599"/>
                <a:gd name="csY3" fmla="*/ 7644 h 9076"/>
                <a:gd name="csX4" fmla="*/ 8121 w 8599"/>
                <a:gd name="csY4" fmla="*/ 9077 h 9076"/>
                <a:gd name="csX5" fmla="*/ 8121 w 8599"/>
                <a:gd name="csY5" fmla="*/ 9077 h 9076"/>
                <a:gd name="csX6" fmla="*/ 4777 w 8599"/>
                <a:gd name="csY6" fmla="*/ 8121 h 9076"/>
                <a:gd name="csX7" fmla="*/ 4300 w 8599"/>
                <a:gd name="csY7" fmla="*/ 8599 h 9076"/>
                <a:gd name="csX8" fmla="*/ 3344 w 8599"/>
                <a:gd name="csY8" fmla="*/ 8599 h 9076"/>
                <a:gd name="csX9" fmla="*/ 2389 w 8599"/>
                <a:gd name="csY9" fmla="*/ 7166 h 9076"/>
                <a:gd name="csX10" fmla="*/ 2867 w 8599"/>
                <a:gd name="csY10" fmla="*/ 6688 h 9076"/>
                <a:gd name="csX11" fmla="*/ 2389 w 8599"/>
                <a:gd name="csY11" fmla="*/ 5733 h 9076"/>
                <a:gd name="csX12" fmla="*/ 1911 w 8599"/>
                <a:gd name="csY12" fmla="*/ 5255 h 9076"/>
                <a:gd name="csX13" fmla="*/ 478 w 8599"/>
                <a:gd name="csY13" fmla="*/ 6688 h 9076"/>
                <a:gd name="csX14" fmla="*/ 0 w 8599"/>
                <a:gd name="csY14" fmla="*/ 6688 h 9076"/>
                <a:gd name="csX15" fmla="*/ 0 w 8599"/>
                <a:gd name="csY15" fmla="*/ 5733 h 9076"/>
                <a:gd name="csX16" fmla="*/ 956 w 8599"/>
                <a:gd name="csY16" fmla="*/ 3344 h 9076"/>
                <a:gd name="csX17" fmla="*/ 1433 w 8599"/>
                <a:gd name="csY17" fmla="*/ 2866 h 9076"/>
                <a:gd name="csX18" fmla="*/ 2389 w 8599"/>
                <a:gd name="csY18" fmla="*/ 3344 h 9076"/>
                <a:gd name="csX19" fmla="*/ 3344 w 8599"/>
                <a:gd name="csY19" fmla="*/ 3344 h 9076"/>
                <a:gd name="csX20" fmla="*/ 3822 w 8599"/>
                <a:gd name="csY20" fmla="*/ 1911 h 9076"/>
                <a:gd name="csX21" fmla="*/ 3822 w 8599"/>
                <a:gd name="csY21" fmla="*/ 478 h 9076"/>
                <a:gd name="csX22" fmla="*/ 3822 w 8599"/>
                <a:gd name="csY22" fmla="*/ 0 h 9076"/>
                <a:gd name="csX23" fmla="*/ 4777 w 8599"/>
                <a:gd name="csY23" fmla="*/ 1911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8599" h="9076">
                  <a:moveTo>
                    <a:pt x="4777" y="1911"/>
                  </a:moveTo>
                  <a:lnTo>
                    <a:pt x="5255" y="4777"/>
                  </a:lnTo>
                  <a:lnTo>
                    <a:pt x="6688" y="5255"/>
                  </a:lnTo>
                  <a:lnTo>
                    <a:pt x="8599" y="7644"/>
                  </a:lnTo>
                  <a:lnTo>
                    <a:pt x="8121" y="9077"/>
                  </a:lnTo>
                  <a:lnTo>
                    <a:pt x="8121" y="9077"/>
                  </a:lnTo>
                  <a:lnTo>
                    <a:pt x="4777" y="8121"/>
                  </a:lnTo>
                  <a:lnTo>
                    <a:pt x="4300" y="8599"/>
                  </a:lnTo>
                  <a:lnTo>
                    <a:pt x="3344" y="8599"/>
                  </a:lnTo>
                  <a:lnTo>
                    <a:pt x="2389" y="7166"/>
                  </a:lnTo>
                  <a:lnTo>
                    <a:pt x="2867" y="6688"/>
                  </a:lnTo>
                  <a:lnTo>
                    <a:pt x="2389" y="5733"/>
                  </a:lnTo>
                  <a:lnTo>
                    <a:pt x="1911" y="5255"/>
                  </a:lnTo>
                  <a:lnTo>
                    <a:pt x="478" y="6688"/>
                  </a:lnTo>
                  <a:lnTo>
                    <a:pt x="0" y="6688"/>
                  </a:lnTo>
                  <a:lnTo>
                    <a:pt x="0" y="5733"/>
                  </a:lnTo>
                  <a:lnTo>
                    <a:pt x="956" y="3344"/>
                  </a:lnTo>
                  <a:lnTo>
                    <a:pt x="1433" y="2866"/>
                  </a:lnTo>
                  <a:lnTo>
                    <a:pt x="2389" y="3344"/>
                  </a:lnTo>
                  <a:lnTo>
                    <a:pt x="3344" y="3344"/>
                  </a:lnTo>
                  <a:lnTo>
                    <a:pt x="3822" y="1911"/>
                  </a:lnTo>
                  <a:lnTo>
                    <a:pt x="3822" y="478"/>
                  </a:lnTo>
                  <a:lnTo>
                    <a:pt x="3822" y="0"/>
                  </a:lnTo>
                  <a:lnTo>
                    <a:pt x="477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3" name="Freeform 4332">
              <a:extLst>
                <a:ext uri="{FF2B5EF4-FFF2-40B4-BE49-F238E27FC236}">
                  <a16:creationId xmlns:a16="http://schemas.microsoft.com/office/drawing/2014/main" id="{4CCCCFBD-2315-6D5A-A6E5-B1E38F1501E9}"/>
                </a:ext>
              </a:extLst>
            </p:cNvPr>
            <p:cNvSpPr/>
            <p:nvPr/>
          </p:nvSpPr>
          <p:spPr>
            <a:xfrm>
              <a:off x="6348240" y="3990594"/>
              <a:ext cx="2388" cy="2388"/>
            </a:xfrm>
            <a:custGeom>
              <a:avLst/>
              <a:gdLst>
                <a:gd name="csX0" fmla="*/ 2389 w 2388"/>
                <a:gd name="csY0" fmla="*/ 1433 h 2388"/>
                <a:gd name="csX1" fmla="*/ 1911 w 2388"/>
                <a:gd name="csY1" fmla="*/ 2389 h 2388"/>
                <a:gd name="csX2" fmla="*/ 956 w 2388"/>
                <a:gd name="csY2" fmla="*/ 1911 h 2388"/>
                <a:gd name="csX3" fmla="*/ 478 w 2388"/>
                <a:gd name="csY3" fmla="*/ 1911 h 2388"/>
                <a:gd name="csX4" fmla="*/ 0 w 2388"/>
                <a:gd name="csY4" fmla="*/ 1433 h 2388"/>
                <a:gd name="csX5" fmla="*/ 478 w 2388"/>
                <a:gd name="csY5" fmla="*/ 1433 h 2388"/>
                <a:gd name="csX6" fmla="*/ 956 w 2388"/>
                <a:gd name="csY6" fmla="*/ 478 h 2388"/>
                <a:gd name="csX7" fmla="*/ 1433 w 2388"/>
                <a:gd name="csY7" fmla="*/ 0 h 2388"/>
                <a:gd name="csX8" fmla="*/ 1911 w 2388"/>
                <a:gd name="csY8" fmla="*/ 0 h 2388"/>
                <a:gd name="csX9" fmla="*/ 2389 w 2388"/>
                <a:gd name="csY9" fmla="*/ 478 h 2388"/>
                <a:gd name="csX10" fmla="*/ 2389 w 2388"/>
                <a:gd name="csY10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2388">
                  <a:moveTo>
                    <a:pt x="2389" y="1433"/>
                  </a:moveTo>
                  <a:lnTo>
                    <a:pt x="1911" y="2389"/>
                  </a:lnTo>
                  <a:lnTo>
                    <a:pt x="956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1433"/>
                  </a:lnTo>
                  <a:lnTo>
                    <a:pt x="956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4" name="Freeform 4333">
              <a:extLst>
                <a:ext uri="{FF2B5EF4-FFF2-40B4-BE49-F238E27FC236}">
                  <a16:creationId xmlns:a16="http://schemas.microsoft.com/office/drawing/2014/main" id="{B1370A8A-9C01-E394-16C4-D8872F34CDB3}"/>
                </a:ext>
              </a:extLst>
            </p:cNvPr>
            <p:cNvSpPr/>
            <p:nvPr/>
          </p:nvSpPr>
          <p:spPr>
            <a:xfrm>
              <a:off x="6373560" y="3990594"/>
              <a:ext cx="5732" cy="7165"/>
            </a:xfrm>
            <a:custGeom>
              <a:avLst/>
              <a:gdLst>
                <a:gd name="csX0" fmla="*/ 5733 w 5732"/>
                <a:gd name="csY0" fmla="*/ 5255 h 7165"/>
                <a:gd name="csX1" fmla="*/ 5255 w 5732"/>
                <a:gd name="csY1" fmla="*/ 7166 h 7165"/>
                <a:gd name="csX2" fmla="*/ 3822 w 5732"/>
                <a:gd name="csY2" fmla="*/ 5255 h 7165"/>
                <a:gd name="csX3" fmla="*/ 1911 w 5732"/>
                <a:gd name="csY3" fmla="*/ 3822 h 7165"/>
                <a:gd name="csX4" fmla="*/ 1433 w 5732"/>
                <a:gd name="csY4" fmla="*/ 2866 h 7165"/>
                <a:gd name="csX5" fmla="*/ 478 w 5732"/>
                <a:gd name="csY5" fmla="*/ 2389 h 7165"/>
                <a:gd name="csX6" fmla="*/ 0 w 5732"/>
                <a:gd name="csY6" fmla="*/ 956 h 7165"/>
                <a:gd name="csX7" fmla="*/ 1433 w 5732"/>
                <a:gd name="csY7" fmla="*/ 0 h 7165"/>
                <a:gd name="csX8" fmla="*/ 1911 w 5732"/>
                <a:gd name="csY8" fmla="*/ 0 h 7165"/>
                <a:gd name="csX9" fmla="*/ 2867 w 5732"/>
                <a:gd name="csY9" fmla="*/ 1911 h 7165"/>
                <a:gd name="csX10" fmla="*/ 5255 w 5732"/>
                <a:gd name="csY10" fmla="*/ 1911 h 7165"/>
                <a:gd name="csX11" fmla="*/ 4777 w 5732"/>
                <a:gd name="csY11" fmla="*/ 3344 h 7165"/>
                <a:gd name="csX12" fmla="*/ 5733 w 5732"/>
                <a:gd name="csY12" fmla="*/ 4777 h 7165"/>
                <a:gd name="csX13" fmla="*/ 5733 w 5732"/>
                <a:gd name="csY13" fmla="*/ 5255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2" h="7165">
                  <a:moveTo>
                    <a:pt x="5733" y="5255"/>
                  </a:moveTo>
                  <a:lnTo>
                    <a:pt x="5255" y="7166"/>
                  </a:lnTo>
                  <a:lnTo>
                    <a:pt x="3822" y="5255"/>
                  </a:lnTo>
                  <a:lnTo>
                    <a:pt x="1911" y="3822"/>
                  </a:lnTo>
                  <a:lnTo>
                    <a:pt x="1433" y="2866"/>
                  </a:lnTo>
                  <a:lnTo>
                    <a:pt x="478" y="2389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867" y="1911"/>
                  </a:lnTo>
                  <a:lnTo>
                    <a:pt x="5255" y="1911"/>
                  </a:lnTo>
                  <a:lnTo>
                    <a:pt x="4777" y="3344"/>
                  </a:lnTo>
                  <a:lnTo>
                    <a:pt x="5733" y="4777"/>
                  </a:lnTo>
                  <a:lnTo>
                    <a:pt x="5733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" name="Freeform 4334">
              <a:extLst>
                <a:ext uri="{FF2B5EF4-FFF2-40B4-BE49-F238E27FC236}">
                  <a16:creationId xmlns:a16="http://schemas.microsoft.com/office/drawing/2014/main" id="{D2EB6F77-321C-6812-1E2F-81562E674CB3}"/>
                </a:ext>
              </a:extLst>
            </p:cNvPr>
            <p:cNvSpPr/>
            <p:nvPr/>
          </p:nvSpPr>
          <p:spPr>
            <a:xfrm>
              <a:off x="6292824" y="3992027"/>
              <a:ext cx="7165" cy="6210"/>
            </a:xfrm>
            <a:custGeom>
              <a:avLst/>
              <a:gdLst>
                <a:gd name="csX0" fmla="*/ 5255 w 7165"/>
                <a:gd name="csY0" fmla="*/ 2866 h 6210"/>
                <a:gd name="csX1" fmla="*/ 7166 w 7165"/>
                <a:gd name="csY1" fmla="*/ 5255 h 6210"/>
                <a:gd name="csX2" fmla="*/ 5733 w 7165"/>
                <a:gd name="csY2" fmla="*/ 4777 h 6210"/>
                <a:gd name="csX3" fmla="*/ 3822 w 7165"/>
                <a:gd name="csY3" fmla="*/ 6210 h 6210"/>
                <a:gd name="csX4" fmla="*/ 1433 w 7165"/>
                <a:gd name="csY4" fmla="*/ 4300 h 6210"/>
                <a:gd name="csX5" fmla="*/ 0 w 7165"/>
                <a:gd name="csY5" fmla="*/ 2389 h 6210"/>
                <a:gd name="csX6" fmla="*/ 0 w 7165"/>
                <a:gd name="csY6" fmla="*/ 1911 h 6210"/>
                <a:gd name="csX7" fmla="*/ 1433 w 7165"/>
                <a:gd name="csY7" fmla="*/ 0 h 6210"/>
                <a:gd name="csX8" fmla="*/ 2389 w 7165"/>
                <a:gd name="csY8" fmla="*/ 1911 h 6210"/>
                <a:gd name="csX9" fmla="*/ 4299 w 7165"/>
                <a:gd name="csY9" fmla="*/ 1911 h 6210"/>
                <a:gd name="csX10" fmla="*/ 5255 w 7165"/>
                <a:gd name="csY10" fmla="*/ 2866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165" h="6210">
                  <a:moveTo>
                    <a:pt x="5255" y="2866"/>
                  </a:moveTo>
                  <a:lnTo>
                    <a:pt x="7166" y="5255"/>
                  </a:lnTo>
                  <a:lnTo>
                    <a:pt x="5733" y="4777"/>
                  </a:lnTo>
                  <a:lnTo>
                    <a:pt x="3822" y="6210"/>
                  </a:lnTo>
                  <a:lnTo>
                    <a:pt x="1433" y="4300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1433" y="0"/>
                  </a:lnTo>
                  <a:lnTo>
                    <a:pt x="2389" y="1911"/>
                  </a:lnTo>
                  <a:lnTo>
                    <a:pt x="4299" y="1911"/>
                  </a:lnTo>
                  <a:lnTo>
                    <a:pt x="52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6" name="Freeform 4335">
              <a:extLst>
                <a:ext uri="{FF2B5EF4-FFF2-40B4-BE49-F238E27FC236}">
                  <a16:creationId xmlns:a16="http://schemas.microsoft.com/office/drawing/2014/main" id="{1539DDA4-98BD-921A-3881-094219AF1118}"/>
                </a:ext>
              </a:extLst>
            </p:cNvPr>
            <p:cNvSpPr/>
            <p:nvPr/>
          </p:nvSpPr>
          <p:spPr>
            <a:xfrm>
              <a:off x="6410823" y="3994893"/>
              <a:ext cx="9554" cy="3822"/>
            </a:xfrm>
            <a:custGeom>
              <a:avLst/>
              <a:gdLst>
                <a:gd name="csX0" fmla="*/ 4777 w 9554"/>
                <a:gd name="csY0" fmla="*/ 0 h 3822"/>
                <a:gd name="csX1" fmla="*/ 7166 w 9554"/>
                <a:gd name="csY1" fmla="*/ 478 h 3822"/>
                <a:gd name="csX2" fmla="*/ 8121 w 9554"/>
                <a:gd name="csY2" fmla="*/ 478 h 3822"/>
                <a:gd name="csX3" fmla="*/ 9077 w 9554"/>
                <a:gd name="csY3" fmla="*/ 956 h 3822"/>
                <a:gd name="csX4" fmla="*/ 9555 w 9554"/>
                <a:gd name="csY4" fmla="*/ 2389 h 3822"/>
                <a:gd name="csX5" fmla="*/ 8121 w 9554"/>
                <a:gd name="csY5" fmla="*/ 2389 h 3822"/>
                <a:gd name="csX6" fmla="*/ 5255 w 9554"/>
                <a:gd name="csY6" fmla="*/ 3822 h 3822"/>
                <a:gd name="csX7" fmla="*/ 4300 w 9554"/>
                <a:gd name="csY7" fmla="*/ 3344 h 3822"/>
                <a:gd name="csX8" fmla="*/ 2866 w 9554"/>
                <a:gd name="csY8" fmla="*/ 2389 h 3822"/>
                <a:gd name="csX9" fmla="*/ 478 w 9554"/>
                <a:gd name="csY9" fmla="*/ 2389 h 3822"/>
                <a:gd name="csX10" fmla="*/ 0 w 9554"/>
                <a:gd name="csY10" fmla="*/ 1911 h 3822"/>
                <a:gd name="csX11" fmla="*/ 955 w 9554"/>
                <a:gd name="csY11" fmla="*/ 478 h 3822"/>
                <a:gd name="csX12" fmla="*/ 3344 w 9554"/>
                <a:gd name="csY12" fmla="*/ 0 h 3822"/>
                <a:gd name="csX13" fmla="*/ 4777 w 9554"/>
                <a:gd name="csY13" fmla="*/ 0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554" h="3822">
                  <a:moveTo>
                    <a:pt x="4777" y="0"/>
                  </a:moveTo>
                  <a:lnTo>
                    <a:pt x="7166" y="478"/>
                  </a:lnTo>
                  <a:lnTo>
                    <a:pt x="8121" y="478"/>
                  </a:lnTo>
                  <a:lnTo>
                    <a:pt x="9077" y="956"/>
                  </a:lnTo>
                  <a:lnTo>
                    <a:pt x="9555" y="2389"/>
                  </a:lnTo>
                  <a:lnTo>
                    <a:pt x="8121" y="2389"/>
                  </a:lnTo>
                  <a:lnTo>
                    <a:pt x="5255" y="3822"/>
                  </a:lnTo>
                  <a:lnTo>
                    <a:pt x="4300" y="3344"/>
                  </a:lnTo>
                  <a:lnTo>
                    <a:pt x="2866" y="2389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955" y="478"/>
                  </a:lnTo>
                  <a:lnTo>
                    <a:pt x="3344" y="0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7" name="Freeform 4336">
              <a:extLst>
                <a:ext uri="{FF2B5EF4-FFF2-40B4-BE49-F238E27FC236}">
                  <a16:creationId xmlns:a16="http://schemas.microsoft.com/office/drawing/2014/main" id="{54DD01B8-6837-4A10-00FF-0FFC841686B7}"/>
                </a:ext>
              </a:extLst>
            </p:cNvPr>
            <p:cNvSpPr/>
            <p:nvPr/>
          </p:nvSpPr>
          <p:spPr>
            <a:xfrm>
              <a:off x="6365439" y="3997759"/>
              <a:ext cx="2388" cy="3344"/>
            </a:xfrm>
            <a:custGeom>
              <a:avLst/>
              <a:gdLst>
                <a:gd name="csX0" fmla="*/ 1433 w 2388"/>
                <a:gd name="csY0" fmla="*/ 2389 h 3344"/>
                <a:gd name="csX1" fmla="*/ 0 w 2388"/>
                <a:gd name="csY1" fmla="*/ 3344 h 3344"/>
                <a:gd name="csX2" fmla="*/ 0 w 2388"/>
                <a:gd name="csY2" fmla="*/ 1911 h 3344"/>
                <a:gd name="csX3" fmla="*/ 478 w 2388"/>
                <a:gd name="csY3" fmla="*/ 0 h 3344"/>
                <a:gd name="csX4" fmla="*/ 1911 w 2388"/>
                <a:gd name="csY4" fmla="*/ 0 h 3344"/>
                <a:gd name="csX5" fmla="*/ 2389 w 2388"/>
                <a:gd name="csY5" fmla="*/ 956 h 3344"/>
                <a:gd name="csX6" fmla="*/ 1433 w 2388"/>
                <a:gd name="csY6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3344">
                  <a:moveTo>
                    <a:pt x="1433" y="2389"/>
                  </a:moveTo>
                  <a:lnTo>
                    <a:pt x="0" y="3344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2389" y="956"/>
                  </a:lnTo>
                  <a:lnTo>
                    <a:pt x="14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8" name="Freeform 4337">
              <a:extLst>
                <a:ext uri="{FF2B5EF4-FFF2-40B4-BE49-F238E27FC236}">
                  <a16:creationId xmlns:a16="http://schemas.microsoft.com/office/drawing/2014/main" id="{0CE5D163-8ED7-4739-084E-AE8BF77945B7}"/>
                </a:ext>
              </a:extLst>
            </p:cNvPr>
            <p:cNvSpPr/>
            <p:nvPr/>
          </p:nvSpPr>
          <p:spPr>
            <a:xfrm>
              <a:off x="6379292" y="3997759"/>
              <a:ext cx="5255" cy="3344"/>
            </a:xfrm>
            <a:custGeom>
              <a:avLst/>
              <a:gdLst>
                <a:gd name="csX0" fmla="*/ 5255 w 5255"/>
                <a:gd name="csY0" fmla="*/ 1911 h 3344"/>
                <a:gd name="csX1" fmla="*/ 4777 w 5255"/>
                <a:gd name="csY1" fmla="*/ 3344 h 3344"/>
                <a:gd name="csX2" fmla="*/ 3344 w 5255"/>
                <a:gd name="csY2" fmla="*/ 3344 h 3344"/>
                <a:gd name="csX3" fmla="*/ 1433 w 5255"/>
                <a:gd name="csY3" fmla="*/ 1433 h 3344"/>
                <a:gd name="csX4" fmla="*/ 478 w 5255"/>
                <a:gd name="csY4" fmla="*/ 956 h 3344"/>
                <a:gd name="csX5" fmla="*/ 0 w 5255"/>
                <a:gd name="csY5" fmla="*/ 0 h 3344"/>
                <a:gd name="csX6" fmla="*/ 956 w 5255"/>
                <a:gd name="csY6" fmla="*/ 0 h 3344"/>
                <a:gd name="csX7" fmla="*/ 1911 w 5255"/>
                <a:gd name="csY7" fmla="*/ 956 h 3344"/>
                <a:gd name="csX8" fmla="*/ 4777 w 5255"/>
                <a:gd name="csY8" fmla="*/ 1433 h 3344"/>
                <a:gd name="csX9" fmla="*/ 5255 w 5255"/>
                <a:gd name="csY9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255" h="3344">
                  <a:moveTo>
                    <a:pt x="5255" y="1911"/>
                  </a:moveTo>
                  <a:lnTo>
                    <a:pt x="4777" y="3344"/>
                  </a:lnTo>
                  <a:lnTo>
                    <a:pt x="3344" y="3344"/>
                  </a:lnTo>
                  <a:lnTo>
                    <a:pt x="1433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956"/>
                  </a:lnTo>
                  <a:lnTo>
                    <a:pt x="4777" y="1433"/>
                  </a:lnTo>
                  <a:lnTo>
                    <a:pt x="52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9" name="Freeform 4338">
              <a:extLst>
                <a:ext uri="{FF2B5EF4-FFF2-40B4-BE49-F238E27FC236}">
                  <a16:creationId xmlns:a16="http://schemas.microsoft.com/office/drawing/2014/main" id="{E1271AA1-A31C-A638-9D53-BBEAE4BA1D45}"/>
                </a:ext>
              </a:extLst>
            </p:cNvPr>
            <p:cNvSpPr/>
            <p:nvPr/>
          </p:nvSpPr>
          <p:spPr>
            <a:xfrm>
              <a:off x="6398880" y="3997759"/>
              <a:ext cx="7643" cy="3821"/>
            </a:xfrm>
            <a:custGeom>
              <a:avLst/>
              <a:gdLst>
                <a:gd name="csX0" fmla="*/ 955 w 7643"/>
                <a:gd name="csY0" fmla="*/ 3344 h 3821"/>
                <a:gd name="csX1" fmla="*/ 0 w 7643"/>
                <a:gd name="csY1" fmla="*/ 3822 h 3821"/>
                <a:gd name="csX2" fmla="*/ 478 w 7643"/>
                <a:gd name="csY2" fmla="*/ 2866 h 3821"/>
                <a:gd name="csX3" fmla="*/ 2389 w 7643"/>
                <a:gd name="csY3" fmla="*/ 956 h 3821"/>
                <a:gd name="csX4" fmla="*/ 4777 w 7643"/>
                <a:gd name="csY4" fmla="*/ 956 h 3821"/>
                <a:gd name="csX5" fmla="*/ 7166 w 7643"/>
                <a:gd name="csY5" fmla="*/ 478 h 3821"/>
                <a:gd name="csX6" fmla="*/ 7644 w 7643"/>
                <a:gd name="csY6" fmla="*/ 0 h 3821"/>
                <a:gd name="csX7" fmla="*/ 6210 w 7643"/>
                <a:gd name="csY7" fmla="*/ 1433 h 3821"/>
                <a:gd name="csX8" fmla="*/ 4300 w 7643"/>
                <a:gd name="csY8" fmla="*/ 2389 h 3821"/>
                <a:gd name="csX9" fmla="*/ 955 w 7643"/>
                <a:gd name="csY9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643" h="3821">
                  <a:moveTo>
                    <a:pt x="955" y="3344"/>
                  </a:moveTo>
                  <a:lnTo>
                    <a:pt x="0" y="3822"/>
                  </a:lnTo>
                  <a:lnTo>
                    <a:pt x="478" y="2866"/>
                  </a:lnTo>
                  <a:lnTo>
                    <a:pt x="2389" y="956"/>
                  </a:lnTo>
                  <a:lnTo>
                    <a:pt x="4777" y="956"/>
                  </a:lnTo>
                  <a:lnTo>
                    <a:pt x="7166" y="478"/>
                  </a:lnTo>
                  <a:lnTo>
                    <a:pt x="7644" y="0"/>
                  </a:lnTo>
                  <a:lnTo>
                    <a:pt x="6210" y="1433"/>
                  </a:lnTo>
                  <a:lnTo>
                    <a:pt x="4300" y="2389"/>
                  </a:lnTo>
                  <a:lnTo>
                    <a:pt x="9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0" name="Freeform 4339">
              <a:extLst>
                <a:ext uri="{FF2B5EF4-FFF2-40B4-BE49-F238E27FC236}">
                  <a16:creationId xmlns:a16="http://schemas.microsoft.com/office/drawing/2014/main" id="{21AA713E-4FF0-DFE4-3233-CD58ABAB0837}"/>
                </a:ext>
              </a:extLst>
            </p:cNvPr>
            <p:cNvSpPr/>
            <p:nvPr/>
          </p:nvSpPr>
          <p:spPr>
            <a:xfrm>
              <a:off x="6385503" y="4001581"/>
              <a:ext cx="3344" cy="2388"/>
            </a:xfrm>
            <a:custGeom>
              <a:avLst/>
              <a:gdLst>
                <a:gd name="csX0" fmla="*/ 1911 w 3344"/>
                <a:gd name="csY0" fmla="*/ 2389 h 2388"/>
                <a:gd name="csX1" fmla="*/ 0 w 3344"/>
                <a:gd name="csY1" fmla="*/ 2389 h 2388"/>
                <a:gd name="csX2" fmla="*/ 0 w 3344"/>
                <a:gd name="csY2" fmla="*/ 478 h 2388"/>
                <a:gd name="csX3" fmla="*/ 956 w 3344"/>
                <a:gd name="csY3" fmla="*/ 0 h 2388"/>
                <a:gd name="csX4" fmla="*/ 3344 w 3344"/>
                <a:gd name="csY4" fmla="*/ 956 h 2388"/>
                <a:gd name="csX5" fmla="*/ 2867 w 3344"/>
                <a:gd name="csY5" fmla="*/ 1433 h 2388"/>
                <a:gd name="csX6" fmla="*/ 1911 w 3344"/>
                <a:gd name="csY6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2388">
                  <a:moveTo>
                    <a:pt x="1911" y="2389"/>
                  </a:moveTo>
                  <a:lnTo>
                    <a:pt x="0" y="2389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3344" y="956"/>
                  </a:lnTo>
                  <a:lnTo>
                    <a:pt x="2867" y="1433"/>
                  </a:lnTo>
                  <a:lnTo>
                    <a:pt x="191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1" name="Freeform 4340">
              <a:extLst>
                <a:ext uri="{FF2B5EF4-FFF2-40B4-BE49-F238E27FC236}">
                  <a16:creationId xmlns:a16="http://schemas.microsoft.com/office/drawing/2014/main" id="{0FFF6165-5B49-05B8-2C38-7DF1EEE5DC10}"/>
                </a:ext>
              </a:extLst>
            </p:cNvPr>
            <p:cNvSpPr/>
            <p:nvPr/>
          </p:nvSpPr>
          <p:spPr>
            <a:xfrm>
              <a:off x="6377382" y="4001581"/>
              <a:ext cx="955" cy="2866"/>
            </a:xfrm>
            <a:custGeom>
              <a:avLst/>
              <a:gdLst>
                <a:gd name="csX0" fmla="*/ 955 w 955"/>
                <a:gd name="csY0" fmla="*/ 478 h 2866"/>
                <a:gd name="csX1" fmla="*/ 955 w 955"/>
                <a:gd name="csY1" fmla="*/ 2866 h 2866"/>
                <a:gd name="csX2" fmla="*/ 478 w 955"/>
                <a:gd name="csY2" fmla="*/ 2866 h 2866"/>
                <a:gd name="csX3" fmla="*/ 0 w 955"/>
                <a:gd name="csY3" fmla="*/ 2389 h 2866"/>
                <a:gd name="csX4" fmla="*/ 0 w 955"/>
                <a:gd name="csY4" fmla="*/ 1433 h 2866"/>
                <a:gd name="csX5" fmla="*/ 478 w 955"/>
                <a:gd name="csY5" fmla="*/ 0 h 2866"/>
                <a:gd name="csX6" fmla="*/ 955 w 955"/>
                <a:gd name="csY6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2866">
                  <a:moveTo>
                    <a:pt x="955" y="478"/>
                  </a:moveTo>
                  <a:lnTo>
                    <a:pt x="955" y="2866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2" name="Freeform 4341">
              <a:extLst>
                <a:ext uri="{FF2B5EF4-FFF2-40B4-BE49-F238E27FC236}">
                  <a16:creationId xmlns:a16="http://schemas.microsoft.com/office/drawing/2014/main" id="{3FC61CBB-5D92-9C3B-38C8-F2AB913D2CE4}"/>
                </a:ext>
              </a:extLst>
            </p:cNvPr>
            <p:cNvSpPr/>
            <p:nvPr/>
          </p:nvSpPr>
          <p:spPr>
            <a:xfrm>
              <a:off x="6366872" y="4002537"/>
              <a:ext cx="2388" cy="3821"/>
            </a:xfrm>
            <a:custGeom>
              <a:avLst/>
              <a:gdLst>
                <a:gd name="csX0" fmla="*/ 1433 w 2388"/>
                <a:gd name="csY0" fmla="*/ 2866 h 3821"/>
                <a:gd name="csX1" fmla="*/ 478 w 2388"/>
                <a:gd name="csY1" fmla="*/ 3822 h 3821"/>
                <a:gd name="csX2" fmla="*/ 478 w 2388"/>
                <a:gd name="csY2" fmla="*/ 1911 h 3821"/>
                <a:gd name="csX3" fmla="*/ 0 w 2388"/>
                <a:gd name="csY3" fmla="*/ 1433 h 3821"/>
                <a:gd name="csX4" fmla="*/ 478 w 2388"/>
                <a:gd name="csY4" fmla="*/ 478 h 3821"/>
                <a:gd name="csX5" fmla="*/ 1433 w 2388"/>
                <a:gd name="csY5" fmla="*/ 0 h 3821"/>
                <a:gd name="csX6" fmla="*/ 1911 w 2388"/>
                <a:gd name="csY6" fmla="*/ 478 h 3821"/>
                <a:gd name="csX7" fmla="*/ 2389 w 2388"/>
                <a:gd name="csY7" fmla="*/ 1433 h 3821"/>
                <a:gd name="csX8" fmla="*/ 1433 w 2388"/>
                <a:gd name="csY8" fmla="*/ 286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3821">
                  <a:moveTo>
                    <a:pt x="1433" y="2866"/>
                  </a:moveTo>
                  <a:lnTo>
                    <a:pt x="478" y="3822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389" y="1433"/>
                  </a:lnTo>
                  <a:lnTo>
                    <a:pt x="14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3" name="Freeform 4342">
              <a:extLst>
                <a:ext uri="{FF2B5EF4-FFF2-40B4-BE49-F238E27FC236}">
                  <a16:creationId xmlns:a16="http://schemas.microsoft.com/office/drawing/2014/main" id="{4F575419-A07C-BE46-3CDD-9B346F878AE4}"/>
                </a:ext>
              </a:extLst>
            </p:cNvPr>
            <p:cNvSpPr/>
            <p:nvPr/>
          </p:nvSpPr>
          <p:spPr>
            <a:xfrm>
              <a:off x="6368305" y="4008747"/>
              <a:ext cx="1911" cy="1911"/>
            </a:xfrm>
            <a:custGeom>
              <a:avLst/>
              <a:gdLst>
                <a:gd name="csX0" fmla="*/ 1911 w 1911"/>
                <a:gd name="csY0" fmla="*/ 1911 h 1911"/>
                <a:gd name="csX1" fmla="*/ 956 w 1911"/>
                <a:gd name="csY1" fmla="*/ 1911 h 1911"/>
                <a:gd name="csX2" fmla="*/ 0 w 1911"/>
                <a:gd name="csY2" fmla="*/ 1433 h 1911"/>
                <a:gd name="csX3" fmla="*/ 0 w 1911"/>
                <a:gd name="csY3" fmla="*/ 478 h 1911"/>
                <a:gd name="csX4" fmla="*/ 956 w 1911"/>
                <a:gd name="csY4" fmla="*/ 0 h 1911"/>
                <a:gd name="csX5" fmla="*/ 1911 w 1911"/>
                <a:gd name="csY5" fmla="*/ 0 h 1911"/>
                <a:gd name="csX6" fmla="*/ 1911 w 1911"/>
                <a:gd name="csY6" fmla="*/ 956 h 1911"/>
                <a:gd name="csX7" fmla="*/ 1911 w 1911"/>
                <a:gd name="csY7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1">
                  <a:moveTo>
                    <a:pt x="1911" y="1911"/>
                  </a:moveTo>
                  <a:lnTo>
                    <a:pt x="956" y="1911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1911" y="956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4" name="Freeform 4343">
              <a:extLst>
                <a:ext uri="{FF2B5EF4-FFF2-40B4-BE49-F238E27FC236}">
                  <a16:creationId xmlns:a16="http://schemas.microsoft.com/office/drawing/2014/main" id="{01572140-F399-0846-5C22-95D7FD376915}"/>
                </a:ext>
              </a:extLst>
            </p:cNvPr>
            <p:cNvSpPr/>
            <p:nvPr/>
          </p:nvSpPr>
          <p:spPr>
            <a:xfrm>
              <a:off x="6386458" y="4008747"/>
              <a:ext cx="4777" cy="6210"/>
            </a:xfrm>
            <a:custGeom>
              <a:avLst/>
              <a:gdLst>
                <a:gd name="csX0" fmla="*/ 3822 w 4777"/>
                <a:gd name="csY0" fmla="*/ 5255 h 6210"/>
                <a:gd name="csX1" fmla="*/ 1911 w 4777"/>
                <a:gd name="csY1" fmla="*/ 6210 h 6210"/>
                <a:gd name="csX2" fmla="*/ 956 w 4777"/>
                <a:gd name="csY2" fmla="*/ 4777 h 6210"/>
                <a:gd name="csX3" fmla="*/ 0 w 4777"/>
                <a:gd name="csY3" fmla="*/ 2866 h 6210"/>
                <a:gd name="csX4" fmla="*/ 3344 w 4777"/>
                <a:gd name="csY4" fmla="*/ 0 h 6210"/>
                <a:gd name="csX5" fmla="*/ 4300 w 4777"/>
                <a:gd name="csY5" fmla="*/ 478 h 6210"/>
                <a:gd name="csX6" fmla="*/ 4777 w 4777"/>
                <a:gd name="csY6" fmla="*/ 956 h 6210"/>
                <a:gd name="csX7" fmla="*/ 4777 w 4777"/>
                <a:gd name="csY7" fmla="*/ 3822 h 6210"/>
                <a:gd name="csX8" fmla="*/ 3822 w 4777"/>
                <a:gd name="csY8" fmla="*/ 5255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6210">
                  <a:moveTo>
                    <a:pt x="3822" y="5255"/>
                  </a:moveTo>
                  <a:lnTo>
                    <a:pt x="1911" y="6210"/>
                  </a:lnTo>
                  <a:lnTo>
                    <a:pt x="956" y="4777"/>
                  </a:lnTo>
                  <a:lnTo>
                    <a:pt x="0" y="2866"/>
                  </a:lnTo>
                  <a:lnTo>
                    <a:pt x="3344" y="0"/>
                  </a:lnTo>
                  <a:lnTo>
                    <a:pt x="4300" y="478"/>
                  </a:lnTo>
                  <a:lnTo>
                    <a:pt x="4777" y="956"/>
                  </a:lnTo>
                  <a:lnTo>
                    <a:pt x="4777" y="3822"/>
                  </a:lnTo>
                  <a:lnTo>
                    <a:pt x="3822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5" name="Freeform 4344">
              <a:extLst>
                <a:ext uri="{FF2B5EF4-FFF2-40B4-BE49-F238E27FC236}">
                  <a16:creationId xmlns:a16="http://schemas.microsoft.com/office/drawing/2014/main" id="{E04D7A14-DBEB-F071-3535-DACD7388D85B}"/>
                </a:ext>
              </a:extLst>
            </p:cNvPr>
            <p:cNvSpPr/>
            <p:nvPr/>
          </p:nvSpPr>
          <p:spPr>
            <a:xfrm>
              <a:off x="6381681" y="4009703"/>
              <a:ext cx="3344" cy="3821"/>
            </a:xfrm>
            <a:custGeom>
              <a:avLst/>
              <a:gdLst>
                <a:gd name="csX0" fmla="*/ 3344 w 3344"/>
                <a:gd name="csY0" fmla="*/ 1911 h 3821"/>
                <a:gd name="csX1" fmla="*/ 1911 w 3344"/>
                <a:gd name="csY1" fmla="*/ 3822 h 3821"/>
                <a:gd name="csX2" fmla="*/ 478 w 3344"/>
                <a:gd name="csY2" fmla="*/ 3822 h 3821"/>
                <a:gd name="csX3" fmla="*/ 0 w 3344"/>
                <a:gd name="csY3" fmla="*/ 2866 h 3821"/>
                <a:gd name="csX4" fmla="*/ 956 w 3344"/>
                <a:gd name="csY4" fmla="*/ 956 h 3821"/>
                <a:gd name="csX5" fmla="*/ 2389 w 3344"/>
                <a:gd name="csY5" fmla="*/ 0 h 3821"/>
                <a:gd name="csX6" fmla="*/ 3344 w 3344"/>
                <a:gd name="csY6" fmla="*/ 478 h 3821"/>
                <a:gd name="csX7" fmla="*/ 3344 w 3344"/>
                <a:gd name="csY7" fmla="*/ 1911 h 3821"/>
                <a:gd name="csX8" fmla="*/ 3344 w 3344"/>
                <a:gd name="csY8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3821">
                  <a:moveTo>
                    <a:pt x="3344" y="1911"/>
                  </a:moveTo>
                  <a:lnTo>
                    <a:pt x="1911" y="3822"/>
                  </a:lnTo>
                  <a:lnTo>
                    <a:pt x="478" y="3822"/>
                  </a:lnTo>
                  <a:lnTo>
                    <a:pt x="0" y="2866"/>
                  </a:lnTo>
                  <a:lnTo>
                    <a:pt x="956" y="956"/>
                  </a:lnTo>
                  <a:lnTo>
                    <a:pt x="2389" y="0"/>
                  </a:lnTo>
                  <a:lnTo>
                    <a:pt x="3344" y="478"/>
                  </a:lnTo>
                  <a:lnTo>
                    <a:pt x="3344" y="1911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6" name="Freeform 4345">
              <a:extLst>
                <a:ext uri="{FF2B5EF4-FFF2-40B4-BE49-F238E27FC236}">
                  <a16:creationId xmlns:a16="http://schemas.microsoft.com/office/drawing/2014/main" id="{A0FBBC8F-38D1-C2E8-085F-3147E875705B}"/>
                </a:ext>
              </a:extLst>
            </p:cNvPr>
            <p:cNvSpPr/>
            <p:nvPr/>
          </p:nvSpPr>
          <p:spPr>
            <a:xfrm>
              <a:off x="6417033" y="4011136"/>
              <a:ext cx="2866" cy="3344"/>
            </a:xfrm>
            <a:custGeom>
              <a:avLst/>
              <a:gdLst>
                <a:gd name="csX0" fmla="*/ 2389 w 2866"/>
                <a:gd name="csY0" fmla="*/ 3344 h 3344"/>
                <a:gd name="csX1" fmla="*/ 478 w 2866"/>
                <a:gd name="csY1" fmla="*/ 3344 h 3344"/>
                <a:gd name="csX2" fmla="*/ 956 w 2866"/>
                <a:gd name="csY2" fmla="*/ 1433 h 3344"/>
                <a:gd name="csX3" fmla="*/ 0 w 2866"/>
                <a:gd name="csY3" fmla="*/ 0 h 3344"/>
                <a:gd name="csX4" fmla="*/ 1433 w 2866"/>
                <a:gd name="csY4" fmla="*/ 956 h 3344"/>
                <a:gd name="csX5" fmla="*/ 2389 w 2866"/>
                <a:gd name="csY5" fmla="*/ 1911 h 3344"/>
                <a:gd name="csX6" fmla="*/ 2867 w 2866"/>
                <a:gd name="csY6" fmla="*/ 2389 h 3344"/>
                <a:gd name="csX7" fmla="*/ 2867 w 2866"/>
                <a:gd name="csY7" fmla="*/ 2866 h 3344"/>
                <a:gd name="csX8" fmla="*/ 2389 w 2866"/>
                <a:gd name="csY8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3344">
                  <a:moveTo>
                    <a:pt x="2389" y="3344"/>
                  </a:moveTo>
                  <a:lnTo>
                    <a:pt x="478" y="3344"/>
                  </a:lnTo>
                  <a:lnTo>
                    <a:pt x="956" y="1433"/>
                  </a:lnTo>
                  <a:lnTo>
                    <a:pt x="0" y="0"/>
                  </a:lnTo>
                  <a:lnTo>
                    <a:pt x="1433" y="956"/>
                  </a:lnTo>
                  <a:lnTo>
                    <a:pt x="2389" y="1911"/>
                  </a:lnTo>
                  <a:lnTo>
                    <a:pt x="2867" y="2389"/>
                  </a:lnTo>
                  <a:lnTo>
                    <a:pt x="2867" y="2866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7" name="Freeform 4346">
              <a:extLst>
                <a:ext uri="{FF2B5EF4-FFF2-40B4-BE49-F238E27FC236}">
                  <a16:creationId xmlns:a16="http://schemas.microsoft.com/office/drawing/2014/main" id="{1880C0C0-84C7-8423-8DF3-335536BEDDA9}"/>
                </a:ext>
              </a:extLst>
            </p:cNvPr>
            <p:cNvSpPr/>
            <p:nvPr/>
          </p:nvSpPr>
          <p:spPr>
            <a:xfrm>
              <a:off x="6373082" y="4012569"/>
              <a:ext cx="1911" cy="2866"/>
            </a:xfrm>
            <a:custGeom>
              <a:avLst/>
              <a:gdLst>
                <a:gd name="csX0" fmla="*/ 956 w 1911"/>
                <a:gd name="csY0" fmla="*/ 2389 h 2866"/>
                <a:gd name="csX1" fmla="*/ 478 w 1911"/>
                <a:gd name="csY1" fmla="*/ 2867 h 2866"/>
                <a:gd name="csX2" fmla="*/ 0 w 1911"/>
                <a:gd name="csY2" fmla="*/ 1911 h 2866"/>
                <a:gd name="csX3" fmla="*/ 0 w 1911"/>
                <a:gd name="csY3" fmla="*/ 956 h 2866"/>
                <a:gd name="csX4" fmla="*/ 0 w 1911"/>
                <a:gd name="csY4" fmla="*/ 478 h 2866"/>
                <a:gd name="csX5" fmla="*/ 956 w 1911"/>
                <a:gd name="csY5" fmla="*/ 0 h 2866"/>
                <a:gd name="csX6" fmla="*/ 1911 w 1911"/>
                <a:gd name="csY6" fmla="*/ 1911 h 2866"/>
                <a:gd name="csX7" fmla="*/ 956 w 1911"/>
                <a:gd name="csY7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2866">
                  <a:moveTo>
                    <a:pt x="956" y="2389"/>
                  </a:moveTo>
                  <a:lnTo>
                    <a:pt x="478" y="2867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1911" y="1911"/>
                  </a:lnTo>
                  <a:lnTo>
                    <a:pt x="95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8" name="Freeform 4347">
              <a:extLst>
                <a:ext uri="{FF2B5EF4-FFF2-40B4-BE49-F238E27FC236}">
                  <a16:creationId xmlns:a16="http://schemas.microsoft.com/office/drawing/2014/main" id="{14351BBD-98F0-F0FE-91DF-84FF44A24DFF}"/>
                </a:ext>
              </a:extLst>
            </p:cNvPr>
            <p:cNvSpPr/>
            <p:nvPr/>
          </p:nvSpPr>
          <p:spPr>
            <a:xfrm>
              <a:off x="6394102" y="4014958"/>
              <a:ext cx="6688" cy="3344"/>
            </a:xfrm>
            <a:custGeom>
              <a:avLst/>
              <a:gdLst>
                <a:gd name="csX0" fmla="*/ 2389 w 6688"/>
                <a:gd name="csY0" fmla="*/ 3344 h 3344"/>
                <a:gd name="csX1" fmla="*/ 478 w 6688"/>
                <a:gd name="csY1" fmla="*/ 3344 h 3344"/>
                <a:gd name="csX2" fmla="*/ 0 w 6688"/>
                <a:gd name="csY2" fmla="*/ 3344 h 3344"/>
                <a:gd name="csX3" fmla="*/ 1433 w 6688"/>
                <a:gd name="csY3" fmla="*/ 2867 h 3344"/>
                <a:gd name="csX4" fmla="*/ 1911 w 6688"/>
                <a:gd name="csY4" fmla="*/ 2389 h 3344"/>
                <a:gd name="csX5" fmla="*/ 2389 w 6688"/>
                <a:gd name="csY5" fmla="*/ 1911 h 3344"/>
                <a:gd name="csX6" fmla="*/ 4299 w 6688"/>
                <a:gd name="csY6" fmla="*/ 956 h 3344"/>
                <a:gd name="csX7" fmla="*/ 5255 w 6688"/>
                <a:gd name="csY7" fmla="*/ 0 h 3344"/>
                <a:gd name="csX8" fmla="*/ 6688 w 6688"/>
                <a:gd name="csY8" fmla="*/ 478 h 3344"/>
                <a:gd name="csX9" fmla="*/ 4777 w 6688"/>
                <a:gd name="csY9" fmla="*/ 956 h 3344"/>
                <a:gd name="csX10" fmla="*/ 2389 w 6688"/>
                <a:gd name="csY10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8" h="3344">
                  <a:moveTo>
                    <a:pt x="2389" y="3344"/>
                  </a:moveTo>
                  <a:lnTo>
                    <a:pt x="478" y="3344"/>
                  </a:lnTo>
                  <a:lnTo>
                    <a:pt x="0" y="3344"/>
                  </a:lnTo>
                  <a:lnTo>
                    <a:pt x="1433" y="2867"/>
                  </a:lnTo>
                  <a:lnTo>
                    <a:pt x="1911" y="2389"/>
                  </a:lnTo>
                  <a:lnTo>
                    <a:pt x="2389" y="1911"/>
                  </a:lnTo>
                  <a:lnTo>
                    <a:pt x="4299" y="956"/>
                  </a:lnTo>
                  <a:lnTo>
                    <a:pt x="5255" y="0"/>
                  </a:lnTo>
                  <a:lnTo>
                    <a:pt x="6688" y="478"/>
                  </a:lnTo>
                  <a:lnTo>
                    <a:pt x="4777" y="956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9" name="Freeform 4348">
              <a:extLst>
                <a:ext uri="{FF2B5EF4-FFF2-40B4-BE49-F238E27FC236}">
                  <a16:creationId xmlns:a16="http://schemas.microsoft.com/office/drawing/2014/main" id="{E100C3FD-FB0A-00C2-EE71-7D47E6164B35}"/>
                </a:ext>
              </a:extLst>
            </p:cNvPr>
            <p:cNvSpPr/>
            <p:nvPr/>
          </p:nvSpPr>
          <p:spPr>
            <a:xfrm>
              <a:off x="6417511" y="4015436"/>
              <a:ext cx="8598" cy="4299"/>
            </a:xfrm>
            <a:custGeom>
              <a:avLst/>
              <a:gdLst>
                <a:gd name="csX0" fmla="*/ 478 w 8598"/>
                <a:gd name="csY0" fmla="*/ 3822 h 4299"/>
                <a:gd name="csX1" fmla="*/ 0 w 8598"/>
                <a:gd name="csY1" fmla="*/ 4299 h 4299"/>
                <a:gd name="csX2" fmla="*/ 955 w 8598"/>
                <a:gd name="csY2" fmla="*/ 2866 h 4299"/>
                <a:gd name="csX3" fmla="*/ 2866 w 8598"/>
                <a:gd name="csY3" fmla="*/ 1433 h 4299"/>
                <a:gd name="csX4" fmla="*/ 5733 w 8598"/>
                <a:gd name="csY4" fmla="*/ 0 h 4299"/>
                <a:gd name="csX5" fmla="*/ 6688 w 8598"/>
                <a:gd name="csY5" fmla="*/ 0 h 4299"/>
                <a:gd name="csX6" fmla="*/ 8599 w 8598"/>
                <a:gd name="csY6" fmla="*/ 955 h 4299"/>
                <a:gd name="csX7" fmla="*/ 5733 w 8598"/>
                <a:gd name="csY7" fmla="*/ 2389 h 4299"/>
                <a:gd name="csX8" fmla="*/ 4777 w 8598"/>
                <a:gd name="csY8" fmla="*/ 2866 h 4299"/>
                <a:gd name="csX9" fmla="*/ 2389 w 8598"/>
                <a:gd name="csY9" fmla="*/ 2866 h 4299"/>
                <a:gd name="csX10" fmla="*/ 478 w 8598"/>
                <a:gd name="csY10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8598" h="4299">
                  <a:moveTo>
                    <a:pt x="478" y="3822"/>
                  </a:moveTo>
                  <a:lnTo>
                    <a:pt x="0" y="4299"/>
                  </a:lnTo>
                  <a:lnTo>
                    <a:pt x="955" y="2866"/>
                  </a:lnTo>
                  <a:lnTo>
                    <a:pt x="2866" y="1433"/>
                  </a:lnTo>
                  <a:lnTo>
                    <a:pt x="5733" y="0"/>
                  </a:lnTo>
                  <a:lnTo>
                    <a:pt x="6688" y="0"/>
                  </a:lnTo>
                  <a:lnTo>
                    <a:pt x="8599" y="955"/>
                  </a:lnTo>
                  <a:lnTo>
                    <a:pt x="5733" y="2389"/>
                  </a:lnTo>
                  <a:lnTo>
                    <a:pt x="4777" y="2866"/>
                  </a:lnTo>
                  <a:lnTo>
                    <a:pt x="2389" y="2866"/>
                  </a:lnTo>
                  <a:lnTo>
                    <a:pt x="478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0" name="Freeform 4349">
              <a:extLst>
                <a:ext uri="{FF2B5EF4-FFF2-40B4-BE49-F238E27FC236}">
                  <a16:creationId xmlns:a16="http://schemas.microsoft.com/office/drawing/2014/main" id="{0E2EE510-BC44-9BD5-68F6-A5FFE1B39D3A}"/>
                </a:ext>
              </a:extLst>
            </p:cNvPr>
            <p:cNvSpPr/>
            <p:nvPr/>
          </p:nvSpPr>
          <p:spPr>
            <a:xfrm>
              <a:off x="6384548" y="4018302"/>
              <a:ext cx="2866" cy="2866"/>
            </a:xfrm>
            <a:custGeom>
              <a:avLst/>
              <a:gdLst>
                <a:gd name="csX0" fmla="*/ 2389 w 2866"/>
                <a:gd name="csY0" fmla="*/ 2389 h 2866"/>
                <a:gd name="csX1" fmla="*/ 2389 w 2866"/>
                <a:gd name="csY1" fmla="*/ 2866 h 2866"/>
                <a:gd name="csX2" fmla="*/ 478 w 2866"/>
                <a:gd name="csY2" fmla="*/ 1433 h 2866"/>
                <a:gd name="csX3" fmla="*/ 0 w 2866"/>
                <a:gd name="csY3" fmla="*/ 478 h 2866"/>
                <a:gd name="csX4" fmla="*/ 955 w 2866"/>
                <a:gd name="csY4" fmla="*/ 0 h 2866"/>
                <a:gd name="csX5" fmla="*/ 2866 w 2866"/>
                <a:gd name="csY5" fmla="*/ 1433 h 2866"/>
                <a:gd name="csX6" fmla="*/ 2389 w 2866"/>
                <a:gd name="csY6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2866">
                  <a:moveTo>
                    <a:pt x="2389" y="2389"/>
                  </a:moveTo>
                  <a:lnTo>
                    <a:pt x="2389" y="2866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2866" y="1433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1" name="Freeform 4350">
              <a:extLst>
                <a:ext uri="{FF2B5EF4-FFF2-40B4-BE49-F238E27FC236}">
                  <a16:creationId xmlns:a16="http://schemas.microsoft.com/office/drawing/2014/main" id="{BAD5BDDC-5A82-72D2-8F42-A1FFB98AC30D}"/>
                </a:ext>
              </a:extLst>
            </p:cNvPr>
            <p:cNvSpPr/>
            <p:nvPr/>
          </p:nvSpPr>
          <p:spPr>
            <a:xfrm>
              <a:off x="6366394" y="4018779"/>
              <a:ext cx="3822" cy="2388"/>
            </a:xfrm>
            <a:custGeom>
              <a:avLst/>
              <a:gdLst>
                <a:gd name="csX0" fmla="*/ 3822 w 3822"/>
                <a:gd name="csY0" fmla="*/ 0 h 2388"/>
                <a:gd name="csX1" fmla="*/ 3822 w 3822"/>
                <a:gd name="csY1" fmla="*/ 1433 h 2388"/>
                <a:gd name="csX2" fmla="*/ 3822 w 3822"/>
                <a:gd name="csY2" fmla="*/ 1433 h 2388"/>
                <a:gd name="csX3" fmla="*/ 0 w 3822"/>
                <a:gd name="csY3" fmla="*/ 2389 h 2388"/>
                <a:gd name="csX4" fmla="*/ 0 w 3822"/>
                <a:gd name="csY4" fmla="*/ 956 h 2388"/>
                <a:gd name="csX5" fmla="*/ 478 w 3822"/>
                <a:gd name="csY5" fmla="*/ 478 h 2388"/>
                <a:gd name="csX6" fmla="*/ 1911 w 3822"/>
                <a:gd name="csY6" fmla="*/ 956 h 2388"/>
                <a:gd name="csX7" fmla="*/ 2389 w 3822"/>
                <a:gd name="csY7" fmla="*/ 478 h 2388"/>
                <a:gd name="csX8" fmla="*/ 2389 w 3822"/>
                <a:gd name="csY8" fmla="*/ 478 h 2388"/>
                <a:gd name="csX9" fmla="*/ 3822 w 3822"/>
                <a:gd name="csY9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2388">
                  <a:moveTo>
                    <a:pt x="3822" y="0"/>
                  </a:moveTo>
                  <a:lnTo>
                    <a:pt x="3822" y="1433"/>
                  </a:lnTo>
                  <a:lnTo>
                    <a:pt x="3822" y="1433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911" y="956"/>
                  </a:lnTo>
                  <a:lnTo>
                    <a:pt x="2389" y="478"/>
                  </a:lnTo>
                  <a:lnTo>
                    <a:pt x="2389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2" name="Freeform 4351">
              <a:extLst>
                <a:ext uri="{FF2B5EF4-FFF2-40B4-BE49-F238E27FC236}">
                  <a16:creationId xmlns:a16="http://schemas.microsoft.com/office/drawing/2014/main" id="{378D09EB-3239-5D30-558C-973539BEAEA6}"/>
                </a:ext>
              </a:extLst>
            </p:cNvPr>
            <p:cNvSpPr/>
            <p:nvPr/>
          </p:nvSpPr>
          <p:spPr>
            <a:xfrm>
              <a:off x="6434709" y="4021646"/>
              <a:ext cx="1911" cy="1910"/>
            </a:xfrm>
            <a:custGeom>
              <a:avLst/>
              <a:gdLst>
                <a:gd name="csX0" fmla="*/ 1433 w 1911"/>
                <a:gd name="csY0" fmla="*/ 1911 h 1910"/>
                <a:gd name="csX1" fmla="*/ 955 w 1911"/>
                <a:gd name="csY1" fmla="*/ 1911 h 1910"/>
                <a:gd name="csX2" fmla="*/ 0 w 1911"/>
                <a:gd name="csY2" fmla="*/ 956 h 1910"/>
                <a:gd name="csX3" fmla="*/ 0 w 1911"/>
                <a:gd name="csY3" fmla="*/ 478 h 1910"/>
                <a:gd name="csX4" fmla="*/ 955 w 1911"/>
                <a:gd name="csY4" fmla="*/ 0 h 1910"/>
                <a:gd name="csX5" fmla="*/ 1433 w 1911"/>
                <a:gd name="csY5" fmla="*/ 0 h 1910"/>
                <a:gd name="csX6" fmla="*/ 1911 w 1911"/>
                <a:gd name="csY6" fmla="*/ 0 h 1910"/>
                <a:gd name="csX7" fmla="*/ 1911 w 1911"/>
                <a:gd name="csY7" fmla="*/ 956 h 1910"/>
                <a:gd name="csX8" fmla="*/ 1433 w 1911"/>
                <a:gd name="csY8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1910">
                  <a:moveTo>
                    <a:pt x="1433" y="1911"/>
                  </a:moveTo>
                  <a:lnTo>
                    <a:pt x="955" y="1911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1911" y="956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3" name="Freeform 4352">
              <a:extLst>
                <a:ext uri="{FF2B5EF4-FFF2-40B4-BE49-F238E27FC236}">
                  <a16:creationId xmlns:a16="http://schemas.microsoft.com/office/drawing/2014/main" id="{18AE8581-50FC-5AB8-02B4-01099E0B73EA}"/>
                </a:ext>
              </a:extLst>
            </p:cNvPr>
            <p:cNvSpPr/>
            <p:nvPr/>
          </p:nvSpPr>
          <p:spPr>
            <a:xfrm>
              <a:off x="6404612" y="4021646"/>
              <a:ext cx="3822" cy="2866"/>
            </a:xfrm>
            <a:custGeom>
              <a:avLst/>
              <a:gdLst>
                <a:gd name="csX0" fmla="*/ 3822 w 3822"/>
                <a:gd name="csY0" fmla="*/ 956 h 2866"/>
                <a:gd name="csX1" fmla="*/ 2389 w 3822"/>
                <a:gd name="csY1" fmla="*/ 1433 h 2866"/>
                <a:gd name="csX2" fmla="*/ 1433 w 3822"/>
                <a:gd name="csY2" fmla="*/ 2866 h 2866"/>
                <a:gd name="csX3" fmla="*/ 0 w 3822"/>
                <a:gd name="csY3" fmla="*/ 1911 h 2866"/>
                <a:gd name="csX4" fmla="*/ 0 w 3822"/>
                <a:gd name="csY4" fmla="*/ 956 h 2866"/>
                <a:gd name="csX5" fmla="*/ 1433 w 3822"/>
                <a:gd name="csY5" fmla="*/ 956 h 2866"/>
                <a:gd name="csX6" fmla="*/ 2389 w 3822"/>
                <a:gd name="csY6" fmla="*/ 478 h 2866"/>
                <a:gd name="csX7" fmla="*/ 1911 w 3822"/>
                <a:gd name="csY7" fmla="*/ 0 h 2866"/>
                <a:gd name="csX8" fmla="*/ 3344 w 3822"/>
                <a:gd name="csY8" fmla="*/ 0 h 2866"/>
                <a:gd name="csX9" fmla="*/ 3822 w 3822"/>
                <a:gd name="csY9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2866">
                  <a:moveTo>
                    <a:pt x="3822" y="956"/>
                  </a:moveTo>
                  <a:lnTo>
                    <a:pt x="2389" y="1433"/>
                  </a:lnTo>
                  <a:lnTo>
                    <a:pt x="1433" y="2866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1433" y="956"/>
                  </a:lnTo>
                  <a:lnTo>
                    <a:pt x="2389" y="478"/>
                  </a:lnTo>
                  <a:lnTo>
                    <a:pt x="1911" y="0"/>
                  </a:lnTo>
                  <a:lnTo>
                    <a:pt x="3344" y="0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4" name="Freeform 4353">
              <a:extLst>
                <a:ext uri="{FF2B5EF4-FFF2-40B4-BE49-F238E27FC236}">
                  <a16:creationId xmlns:a16="http://schemas.microsoft.com/office/drawing/2014/main" id="{CCEB4D0C-C7FD-AAD7-6641-91DD9464AFD6}"/>
                </a:ext>
              </a:extLst>
            </p:cNvPr>
            <p:cNvSpPr/>
            <p:nvPr/>
          </p:nvSpPr>
          <p:spPr>
            <a:xfrm>
              <a:off x="6386936" y="4025468"/>
              <a:ext cx="2388" cy="2866"/>
            </a:xfrm>
            <a:custGeom>
              <a:avLst/>
              <a:gdLst>
                <a:gd name="csX0" fmla="*/ 2389 w 2388"/>
                <a:gd name="csY0" fmla="*/ 1433 h 2866"/>
                <a:gd name="csX1" fmla="*/ 1433 w 2388"/>
                <a:gd name="csY1" fmla="*/ 2866 h 2866"/>
                <a:gd name="csX2" fmla="*/ 0 w 2388"/>
                <a:gd name="csY2" fmla="*/ 2389 h 2866"/>
                <a:gd name="csX3" fmla="*/ 478 w 2388"/>
                <a:gd name="csY3" fmla="*/ 1911 h 2866"/>
                <a:gd name="csX4" fmla="*/ 955 w 2388"/>
                <a:gd name="csY4" fmla="*/ 1433 h 2866"/>
                <a:gd name="csX5" fmla="*/ 955 w 2388"/>
                <a:gd name="csY5" fmla="*/ 478 h 2866"/>
                <a:gd name="csX6" fmla="*/ 478 w 2388"/>
                <a:gd name="csY6" fmla="*/ 0 h 2866"/>
                <a:gd name="csX7" fmla="*/ 478 w 2388"/>
                <a:gd name="csY7" fmla="*/ 0 h 2866"/>
                <a:gd name="csX8" fmla="*/ 1911 w 2388"/>
                <a:gd name="csY8" fmla="*/ 478 h 2866"/>
                <a:gd name="csX9" fmla="*/ 2389 w 2388"/>
                <a:gd name="csY9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2866">
                  <a:moveTo>
                    <a:pt x="2389" y="1433"/>
                  </a:moveTo>
                  <a:lnTo>
                    <a:pt x="1433" y="2866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955" y="1433"/>
                  </a:lnTo>
                  <a:lnTo>
                    <a:pt x="955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5" name="Freeform 4354">
              <a:extLst>
                <a:ext uri="{FF2B5EF4-FFF2-40B4-BE49-F238E27FC236}">
                  <a16:creationId xmlns:a16="http://schemas.microsoft.com/office/drawing/2014/main" id="{1C8AEFE9-B81C-7C2F-32D7-1FE7A52B2577}"/>
                </a:ext>
              </a:extLst>
            </p:cNvPr>
            <p:cNvSpPr/>
            <p:nvPr/>
          </p:nvSpPr>
          <p:spPr>
            <a:xfrm>
              <a:off x="6433276" y="4025945"/>
              <a:ext cx="10510" cy="11943"/>
            </a:xfrm>
            <a:custGeom>
              <a:avLst/>
              <a:gdLst>
                <a:gd name="csX0" fmla="*/ 2866 w 10510"/>
                <a:gd name="csY0" fmla="*/ 11466 h 11943"/>
                <a:gd name="csX1" fmla="*/ 956 w 10510"/>
                <a:gd name="csY1" fmla="*/ 11943 h 11943"/>
                <a:gd name="csX2" fmla="*/ 478 w 10510"/>
                <a:gd name="csY2" fmla="*/ 11943 h 11943"/>
                <a:gd name="csX3" fmla="*/ 0 w 10510"/>
                <a:gd name="csY3" fmla="*/ 10988 h 11943"/>
                <a:gd name="csX4" fmla="*/ 956 w 10510"/>
                <a:gd name="csY4" fmla="*/ 8599 h 11943"/>
                <a:gd name="csX5" fmla="*/ 0 w 10510"/>
                <a:gd name="csY5" fmla="*/ 6688 h 11943"/>
                <a:gd name="csX6" fmla="*/ 0 w 10510"/>
                <a:gd name="csY6" fmla="*/ 6211 h 11943"/>
                <a:gd name="csX7" fmla="*/ 1433 w 10510"/>
                <a:gd name="csY7" fmla="*/ 5255 h 11943"/>
                <a:gd name="csX8" fmla="*/ 1911 w 10510"/>
                <a:gd name="csY8" fmla="*/ 3822 h 11943"/>
                <a:gd name="csX9" fmla="*/ 3822 w 10510"/>
                <a:gd name="csY9" fmla="*/ 2389 h 11943"/>
                <a:gd name="csX10" fmla="*/ 9077 w 10510"/>
                <a:gd name="csY10" fmla="*/ 478 h 11943"/>
                <a:gd name="csX11" fmla="*/ 10510 w 10510"/>
                <a:gd name="csY11" fmla="*/ 0 h 11943"/>
                <a:gd name="csX12" fmla="*/ 10510 w 10510"/>
                <a:gd name="csY12" fmla="*/ 1433 h 11943"/>
                <a:gd name="csX13" fmla="*/ 8599 w 10510"/>
                <a:gd name="csY13" fmla="*/ 5255 h 11943"/>
                <a:gd name="csX14" fmla="*/ 7166 w 10510"/>
                <a:gd name="csY14" fmla="*/ 7166 h 11943"/>
                <a:gd name="csX15" fmla="*/ 7644 w 10510"/>
                <a:gd name="csY15" fmla="*/ 8599 h 11943"/>
                <a:gd name="csX16" fmla="*/ 5255 w 10510"/>
                <a:gd name="csY16" fmla="*/ 9077 h 11943"/>
                <a:gd name="csX17" fmla="*/ 2866 w 10510"/>
                <a:gd name="csY17" fmla="*/ 11466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510" h="11943">
                  <a:moveTo>
                    <a:pt x="2866" y="11466"/>
                  </a:moveTo>
                  <a:lnTo>
                    <a:pt x="956" y="11943"/>
                  </a:lnTo>
                  <a:lnTo>
                    <a:pt x="478" y="11943"/>
                  </a:lnTo>
                  <a:lnTo>
                    <a:pt x="0" y="10988"/>
                  </a:lnTo>
                  <a:lnTo>
                    <a:pt x="956" y="8599"/>
                  </a:lnTo>
                  <a:lnTo>
                    <a:pt x="0" y="6688"/>
                  </a:lnTo>
                  <a:lnTo>
                    <a:pt x="0" y="6211"/>
                  </a:lnTo>
                  <a:lnTo>
                    <a:pt x="1433" y="5255"/>
                  </a:lnTo>
                  <a:lnTo>
                    <a:pt x="1911" y="3822"/>
                  </a:lnTo>
                  <a:lnTo>
                    <a:pt x="3822" y="2389"/>
                  </a:lnTo>
                  <a:lnTo>
                    <a:pt x="9077" y="478"/>
                  </a:lnTo>
                  <a:lnTo>
                    <a:pt x="10510" y="0"/>
                  </a:lnTo>
                  <a:lnTo>
                    <a:pt x="10510" y="1433"/>
                  </a:lnTo>
                  <a:lnTo>
                    <a:pt x="8599" y="5255"/>
                  </a:lnTo>
                  <a:lnTo>
                    <a:pt x="7166" y="7166"/>
                  </a:lnTo>
                  <a:lnTo>
                    <a:pt x="7644" y="8599"/>
                  </a:lnTo>
                  <a:lnTo>
                    <a:pt x="5255" y="9077"/>
                  </a:lnTo>
                  <a:lnTo>
                    <a:pt x="2866" y="114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6" name="Freeform 4355">
              <a:extLst>
                <a:ext uri="{FF2B5EF4-FFF2-40B4-BE49-F238E27FC236}">
                  <a16:creationId xmlns:a16="http://schemas.microsoft.com/office/drawing/2014/main" id="{7A7515E4-3BCF-58E7-C04C-EF6A3B52E67C}"/>
                </a:ext>
              </a:extLst>
            </p:cNvPr>
            <p:cNvSpPr/>
            <p:nvPr/>
          </p:nvSpPr>
          <p:spPr>
            <a:xfrm>
              <a:off x="6338208" y="4027379"/>
              <a:ext cx="3344" cy="5254"/>
            </a:xfrm>
            <a:custGeom>
              <a:avLst/>
              <a:gdLst>
                <a:gd name="csX0" fmla="*/ 2866 w 3344"/>
                <a:gd name="csY0" fmla="*/ 4299 h 5254"/>
                <a:gd name="csX1" fmla="*/ 2389 w 3344"/>
                <a:gd name="csY1" fmla="*/ 5255 h 5254"/>
                <a:gd name="csX2" fmla="*/ 478 w 3344"/>
                <a:gd name="csY2" fmla="*/ 4777 h 5254"/>
                <a:gd name="csX3" fmla="*/ 0 w 3344"/>
                <a:gd name="csY3" fmla="*/ 3344 h 5254"/>
                <a:gd name="csX4" fmla="*/ 0 w 3344"/>
                <a:gd name="csY4" fmla="*/ 1433 h 5254"/>
                <a:gd name="csX5" fmla="*/ 478 w 3344"/>
                <a:gd name="csY5" fmla="*/ 0 h 5254"/>
                <a:gd name="csX6" fmla="*/ 478 w 3344"/>
                <a:gd name="csY6" fmla="*/ 0 h 5254"/>
                <a:gd name="csX7" fmla="*/ 1433 w 3344"/>
                <a:gd name="csY7" fmla="*/ 955 h 5254"/>
                <a:gd name="csX8" fmla="*/ 3344 w 3344"/>
                <a:gd name="csY8" fmla="*/ 2866 h 5254"/>
                <a:gd name="csX9" fmla="*/ 2866 w 3344"/>
                <a:gd name="csY9" fmla="*/ 4299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5254">
                  <a:moveTo>
                    <a:pt x="2866" y="4299"/>
                  </a:moveTo>
                  <a:lnTo>
                    <a:pt x="2389" y="5255"/>
                  </a:lnTo>
                  <a:lnTo>
                    <a:pt x="478" y="4777"/>
                  </a:lnTo>
                  <a:lnTo>
                    <a:pt x="0" y="3344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1433" y="955"/>
                  </a:lnTo>
                  <a:lnTo>
                    <a:pt x="3344" y="2866"/>
                  </a:lnTo>
                  <a:lnTo>
                    <a:pt x="2866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7" name="Freeform 4356">
              <a:extLst>
                <a:ext uri="{FF2B5EF4-FFF2-40B4-BE49-F238E27FC236}">
                  <a16:creationId xmlns:a16="http://schemas.microsoft.com/office/drawing/2014/main" id="{F0F24A49-875E-1EDA-A14F-D93DFF42B536}"/>
                </a:ext>
              </a:extLst>
            </p:cNvPr>
            <p:cNvSpPr/>
            <p:nvPr/>
          </p:nvSpPr>
          <p:spPr>
            <a:xfrm>
              <a:off x="6420377" y="4039800"/>
              <a:ext cx="3343" cy="9076"/>
            </a:xfrm>
            <a:custGeom>
              <a:avLst/>
              <a:gdLst>
                <a:gd name="csX0" fmla="*/ 2389 w 3343"/>
                <a:gd name="csY0" fmla="*/ 8121 h 9076"/>
                <a:gd name="csX1" fmla="*/ 1433 w 3343"/>
                <a:gd name="csY1" fmla="*/ 9077 h 9076"/>
                <a:gd name="csX2" fmla="*/ 955 w 3343"/>
                <a:gd name="csY2" fmla="*/ 8121 h 9076"/>
                <a:gd name="csX3" fmla="*/ 955 w 3343"/>
                <a:gd name="csY3" fmla="*/ 7166 h 9076"/>
                <a:gd name="csX4" fmla="*/ 0 w 3343"/>
                <a:gd name="csY4" fmla="*/ 5255 h 9076"/>
                <a:gd name="csX5" fmla="*/ 1911 w 3343"/>
                <a:gd name="csY5" fmla="*/ 2389 h 9076"/>
                <a:gd name="csX6" fmla="*/ 1911 w 3343"/>
                <a:gd name="csY6" fmla="*/ 956 h 9076"/>
                <a:gd name="csX7" fmla="*/ 3344 w 3343"/>
                <a:gd name="csY7" fmla="*/ 0 h 9076"/>
                <a:gd name="csX8" fmla="*/ 2866 w 3343"/>
                <a:gd name="csY8" fmla="*/ 2389 h 9076"/>
                <a:gd name="csX9" fmla="*/ 1911 w 3343"/>
                <a:gd name="csY9" fmla="*/ 4300 h 9076"/>
                <a:gd name="csX10" fmla="*/ 2866 w 3343"/>
                <a:gd name="csY10" fmla="*/ 5733 h 9076"/>
                <a:gd name="csX11" fmla="*/ 3344 w 3343"/>
                <a:gd name="csY11" fmla="*/ 7644 h 9076"/>
                <a:gd name="csX12" fmla="*/ 2389 w 3343"/>
                <a:gd name="csY12" fmla="*/ 8121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343" h="9076">
                  <a:moveTo>
                    <a:pt x="2389" y="8121"/>
                  </a:moveTo>
                  <a:lnTo>
                    <a:pt x="1433" y="9077"/>
                  </a:lnTo>
                  <a:lnTo>
                    <a:pt x="955" y="8121"/>
                  </a:lnTo>
                  <a:lnTo>
                    <a:pt x="955" y="7166"/>
                  </a:lnTo>
                  <a:lnTo>
                    <a:pt x="0" y="5255"/>
                  </a:lnTo>
                  <a:lnTo>
                    <a:pt x="1911" y="2389"/>
                  </a:lnTo>
                  <a:lnTo>
                    <a:pt x="1911" y="956"/>
                  </a:lnTo>
                  <a:lnTo>
                    <a:pt x="3344" y="0"/>
                  </a:lnTo>
                  <a:lnTo>
                    <a:pt x="2866" y="2389"/>
                  </a:lnTo>
                  <a:lnTo>
                    <a:pt x="1911" y="4300"/>
                  </a:lnTo>
                  <a:lnTo>
                    <a:pt x="2866" y="5733"/>
                  </a:lnTo>
                  <a:lnTo>
                    <a:pt x="3344" y="7644"/>
                  </a:lnTo>
                  <a:lnTo>
                    <a:pt x="2389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8" name="Freeform 4357">
              <a:extLst>
                <a:ext uri="{FF2B5EF4-FFF2-40B4-BE49-F238E27FC236}">
                  <a16:creationId xmlns:a16="http://schemas.microsoft.com/office/drawing/2014/main" id="{4CBB829F-6A60-D5D5-7E12-766BC5278E53}"/>
                </a:ext>
              </a:extLst>
            </p:cNvPr>
            <p:cNvSpPr/>
            <p:nvPr/>
          </p:nvSpPr>
          <p:spPr>
            <a:xfrm>
              <a:off x="6350629" y="4043621"/>
              <a:ext cx="54939" cy="15765"/>
            </a:xfrm>
            <a:custGeom>
              <a:avLst/>
              <a:gdLst>
                <a:gd name="csX0" fmla="*/ 6210 w 54939"/>
                <a:gd name="csY0" fmla="*/ 2389 h 15765"/>
                <a:gd name="csX1" fmla="*/ 7644 w 54939"/>
                <a:gd name="csY1" fmla="*/ 2867 h 15765"/>
                <a:gd name="csX2" fmla="*/ 9555 w 54939"/>
                <a:gd name="csY2" fmla="*/ 2867 h 15765"/>
                <a:gd name="csX3" fmla="*/ 9555 w 54939"/>
                <a:gd name="csY3" fmla="*/ 2389 h 15765"/>
                <a:gd name="csX4" fmla="*/ 10988 w 54939"/>
                <a:gd name="csY4" fmla="*/ 1433 h 15765"/>
                <a:gd name="csX5" fmla="*/ 12421 w 54939"/>
                <a:gd name="csY5" fmla="*/ 1433 h 15765"/>
                <a:gd name="csX6" fmla="*/ 12899 w 54939"/>
                <a:gd name="csY6" fmla="*/ 2389 h 15765"/>
                <a:gd name="csX7" fmla="*/ 11466 w 54939"/>
                <a:gd name="csY7" fmla="*/ 3344 h 15765"/>
                <a:gd name="csX8" fmla="*/ 10988 w 54939"/>
                <a:gd name="csY8" fmla="*/ 3344 h 15765"/>
                <a:gd name="csX9" fmla="*/ 11466 w 54939"/>
                <a:gd name="csY9" fmla="*/ 3822 h 15765"/>
                <a:gd name="csX10" fmla="*/ 12421 w 54939"/>
                <a:gd name="csY10" fmla="*/ 4300 h 15765"/>
                <a:gd name="csX11" fmla="*/ 14332 w 54939"/>
                <a:gd name="csY11" fmla="*/ 4300 h 15765"/>
                <a:gd name="csX12" fmla="*/ 14332 w 54939"/>
                <a:gd name="csY12" fmla="*/ 5255 h 15765"/>
                <a:gd name="csX13" fmla="*/ 14332 w 54939"/>
                <a:gd name="csY13" fmla="*/ 5733 h 15765"/>
                <a:gd name="csX14" fmla="*/ 15287 w 54939"/>
                <a:gd name="csY14" fmla="*/ 6210 h 15765"/>
                <a:gd name="csX15" fmla="*/ 16243 w 54939"/>
                <a:gd name="csY15" fmla="*/ 6688 h 15765"/>
                <a:gd name="csX16" fmla="*/ 17676 w 54939"/>
                <a:gd name="csY16" fmla="*/ 6210 h 15765"/>
                <a:gd name="csX17" fmla="*/ 19587 w 54939"/>
                <a:gd name="csY17" fmla="*/ 6210 h 15765"/>
                <a:gd name="csX18" fmla="*/ 21498 w 54939"/>
                <a:gd name="csY18" fmla="*/ 5255 h 15765"/>
                <a:gd name="csX19" fmla="*/ 23409 w 54939"/>
                <a:gd name="csY19" fmla="*/ 5255 h 15765"/>
                <a:gd name="csX20" fmla="*/ 29142 w 54939"/>
                <a:gd name="csY20" fmla="*/ 5255 h 15765"/>
                <a:gd name="csX21" fmla="*/ 31052 w 54939"/>
                <a:gd name="csY21" fmla="*/ 6688 h 15765"/>
                <a:gd name="csX22" fmla="*/ 34874 w 54939"/>
                <a:gd name="csY22" fmla="*/ 7166 h 15765"/>
                <a:gd name="csX23" fmla="*/ 38218 w 54939"/>
                <a:gd name="csY23" fmla="*/ 7644 h 15765"/>
                <a:gd name="csX24" fmla="*/ 40129 w 54939"/>
                <a:gd name="csY24" fmla="*/ 7166 h 15765"/>
                <a:gd name="csX25" fmla="*/ 43474 w 54939"/>
                <a:gd name="csY25" fmla="*/ 6688 h 15765"/>
                <a:gd name="csX26" fmla="*/ 43951 w 54939"/>
                <a:gd name="csY26" fmla="*/ 7166 h 15765"/>
                <a:gd name="csX27" fmla="*/ 43474 w 54939"/>
                <a:gd name="csY27" fmla="*/ 10510 h 15765"/>
                <a:gd name="csX28" fmla="*/ 43474 w 54939"/>
                <a:gd name="csY28" fmla="*/ 11466 h 15765"/>
                <a:gd name="csX29" fmla="*/ 44429 w 54939"/>
                <a:gd name="csY29" fmla="*/ 11943 h 15765"/>
                <a:gd name="csX30" fmla="*/ 45384 w 54939"/>
                <a:gd name="csY30" fmla="*/ 11466 h 15765"/>
                <a:gd name="csX31" fmla="*/ 46817 w 54939"/>
                <a:gd name="csY31" fmla="*/ 10510 h 15765"/>
                <a:gd name="csX32" fmla="*/ 49206 w 54939"/>
                <a:gd name="csY32" fmla="*/ 9555 h 15765"/>
                <a:gd name="csX33" fmla="*/ 52072 w 54939"/>
                <a:gd name="csY33" fmla="*/ 9555 h 15765"/>
                <a:gd name="csX34" fmla="*/ 54461 w 54939"/>
                <a:gd name="csY34" fmla="*/ 7644 h 15765"/>
                <a:gd name="csX35" fmla="*/ 54939 w 54939"/>
                <a:gd name="csY35" fmla="*/ 7644 h 15765"/>
                <a:gd name="csX36" fmla="*/ 54461 w 54939"/>
                <a:gd name="csY36" fmla="*/ 8599 h 15765"/>
                <a:gd name="csX37" fmla="*/ 54461 w 54939"/>
                <a:gd name="csY37" fmla="*/ 10988 h 15765"/>
                <a:gd name="csX38" fmla="*/ 53983 w 54939"/>
                <a:gd name="csY38" fmla="*/ 12421 h 15765"/>
                <a:gd name="csX39" fmla="*/ 53506 w 54939"/>
                <a:gd name="csY39" fmla="*/ 13376 h 15765"/>
                <a:gd name="csX40" fmla="*/ 52072 w 54939"/>
                <a:gd name="csY40" fmla="*/ 13854 h 15765"/>
                <a:gd name="csX41" fmla="*/ 49684 w 54939"/>
                <a:gd name="csY41" fmla="*/ 14332 h 15765"/>
                <a:gd name="csX42" fmla="*/ 45384 w 54939"/>
                <a:gd name="csY42" fmla="*/ 13854 h 15765"/>
                <a:gd name="csX43" fmla="*/ 41085 w 54939"/>
                <a:gd name="csY43" fmla="*/ 14332 h 15765"/>
                <a:gd name="csX44" fmla="*/ 32963 w 54939"/>
                <a:gd name="csY44" fmla="*/ 15287 h 15765"/>
                <a:gd name="csX45" fmla="*/ 24842 w 54939"/>
                <a:gd name="csY45" fmla="*/ 15765 h 15765"/>
                <a:gd name="csX46" fmla="*/ 23886 w 54939"/>
                <a:gd name="csY46" fmla="*/ 15765 h 15765"/>
                <a:gd name="csX47" fmla="*/ 23886 w 54939"/>
                <a:gd name="csY47" fmla="*/ 14332 h 15765"/>
                <a:gd name="csX48" fmla="*/ 23886 w 54939"/>
                <a:gd name="csY48" fmla="*/ 13376 h 15765"/>
                <a:gd name="csX49" fmla="*/ 22931 w 54939"/>
                <a:gd name="csY49" fmla="*/ 12421 h 15765"/>
                <a:gd name="csX50" fmla="*/ 20542 w 54939"/>
                <a:gd name="csY50" fmla="*/ 11943 h 15765"/>
                <a:gd name="csX51" fmla="*/ 18154 w 54939"/>
                <a:gd name="csY51" fmla="*/ 10988 h 15765"/>
                <a:gd name="csX52" fmla="*/ 9077 w 54939"/>
                <a:gd name="csY52" fmla="*/ 9555 h 15765"/>
                <a:gd name="csX53" fmla="*/ 6688 w 54939"/>
                <a:gd name="csY53" fmla="*/ 9077 h 15765"/>
                <a:gd name="csX54" fmla="*/ 3344 w 54939"/>
                <a:gd name="csY54" fmla="*/ 9555 h 15765"/>
                <a:gd name="csX55" fmla="*/ 1911 w 54939"/>
                <a:gd name="csY55" fmla="*/ 9077 h 15765"/>
                <a:gd name="csX56" fmla="*/ 956 w 54939"/>
                <a:gd name="csY56" fmla="*/ 8599 h 15765"/>
                <a:gd name="csX57" fmla="*/ 478 w 54939"/>
                <a:gd name="csY57" fmla="*/ 8121 h 15765"/>
                <a:gd name="csX58" fmla="*/ 0 w 54939"/>
                <a:gd name="csY58" fmla="*/ 5255 h 15765"/>
                <a:gd name="csX59" fmla="*/ 478 w 54939"/>
                <a:gd name="csY59" fmla="*/ 2867 h 15765"/>
                <a:gd name="csX60" fmla="*/ 1433 w 54939"/>
                <a:gd name="csY60" fmla="*/ 1911 h 15765"/>
                <a:gd name="csX61" fmla="*/ 1911 w 54939"/>
                <a:gd name="csY61" fmla="*/ 2867 h 15765"/>
                <a:gd name="csX62" fmla="*/ 2389 w 54939"/>
                <a:gd name="csY62" fmla="*/ 2867 h 15765"/>
                <a:gd name="csX63" fmla="*/ 3344 w 54939"/>
                <a:gd name="csY63" fmla="*/ 2389 h 15765"/>
                <a:gd name="csX64" fmla="*/ 3344 w 54939"/>
                <a:gd name="csY64" fmla="*/ 956 h 15765"/>
                <a:gd name="csX65" fmla="*/ 3822 w 54939"/>
                <a:gd name="csY65" fmla="*/ 0 h 15765"/>
                <a:gd name="csX66" fmla="*/ 4300 w 54939"/>
                <a:gd name="csY66" fmla="*/ 478 h 15765"/>
                <a:gd name="csX67" fmla="*/ 4777 w 54939"/>
                <a:gd name="csY67" fmla="*/ 1911 h 15765"/>
                <a:gd name="csX68" fmla="*/ 6210 w 54939"/>
                <a:gd name="csY68" fmla="*/ 2389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54939" h="15765">
                  <a:moveTo>
                    <a:pt x="6210" y="2389"/>
                  </a:moveTo>
                  <a:lnTo>
                    <a:pt x="7644" y="2867"/>
                  </a:lnTo>
                  <a:lnTo>
                    <a:pt x="9555" y="2867"/>
                  </a:lnTo>
                  <a:lnTo>
                    <a:pt x="9555" y="2389"/>
                  </a:lnTo>
                  <a:lnTo>
                    <a:pt x="10988" y="1433"/>
                  </a:lnTo>
                  <a:lnTo>
                    <a:pt x="12421" y="1433"/>
                  </a:lnTo>
                  <a:lnTo>
                    <a:pt x="12899" y="2389"/>
                  </a:lnTo>
                  <a:lnTo>
                    <a:pt x="11466" y="3344"/>
                  </a:lnTo>
                  <a:lnTo>
                    <a:pt x="10988" y="3344"/>
                  </a:lnTo>
                  <a:lnTo>
                    <a:pt x="11466" y="3822"/>
                  </a:lnTo>
                  <a:lnTo>
                    <a:pt x="12421" y="4300"/>
                  </a:lnTo>
                  <a:lnTo>
                    <a:pt x="14332" y="4300"/>
                  </a:lnTo>
                  <a:lnTo>
                    <a:pt x="14332" y="5255"/>
                  </a:lnTo>
                  <a:lnTo>
                    <a:pt x="14332" y="5733"/>
                  </a:lnTo>
                  <a:lnTo>
                    <a:pt x="15287" y="6210"/>
                  </a:lnTo>
                  <a:lnTo>
                    <a:pt x="16243" y="6688"/>
                  </a:lnTo>
                  <a:lnTo>
                    <a:pt x="17676" y="6210"/>
                  </a:lnTo>
                  <a:lnTo>
                    <a:pt x="19587" y="6210"/>
                  </a:lnTo>
                  <a:lnTo>
                    <a:pt x="21498" y="5255"/>
                  </a:lnTo>
                  <a:lnTo>
                    <a:pt x="23409" y="5255"/>
                  </a:lnTo>
                  <a:lnTo>
                    <a:pt x="29142" y="5255"/>
                  </a:lnTo>
                  <a:lnTo>
                    <a:pt x="31052" y="6688"/>
                  </a:lnTo>
                  <a:lnTo>
                    <a:pt x="34874" y="7166"/>
                  </a:lnTo>
                  <a:lnTo>
                    <a:pt x="38218" y="7644"/>
                  </a:lnTo>
                  <a:lnTo>
                    <a:pt x="40129" y="7166"/>
                  </a:lnTo>
                  <a:lnTo>
                    <a:pt x="43474" y="6688"/>
                  </a:lnTo>
                  <a:lnTo>
                    <a:pt x="43951" y="7166"/>
                  </a:lnTo>
                  <a:lnTo>
                    <a:pt x="43474" y="10510"/>
                  </a:lnTo>
                  <a:lnTo>
                    <a:pt x="43474" y="11466"/>
                  </a:lnTo>
                  <a:lnTo>
                    <a:pt x="44429" y="11943"/>
                  </a:lnTo>
                  <a:lnTo>
                    <a:pt x="45384" y="11466"/>
                  </a:lnTo>
                  <a:lnTo>
                    <a:pt x="46817" y="10510"/>
                  </a:lnTo>
                  <a:lnTo>
                    <a:pt x="49206" y="9555"/>
                  </a:lnTo>
                  <a:lnTo>
                    <a:pt x="52072" y="9555"/>
                  </a:lnTo>
                  <a:lnTo>
                    <a:pt x="54461" y="7644"/>
                  </a:lnTo>
                  <a:lnTo>
                    <a:pt x="54939" y="7644"/>
                  </a:lnTo>
                  <a:lnTo>
                    <a:pt x="54461" y="8599"/>
                  </a:lnTo>
                  <a:lnTo>
                    <a:pt x="54461" y="10988"/>
                  </a:lnTo>
                  <a:lnTo>
                    <a:pt x="53983" y="12421"/>
                  </a:lnTo>
                  <a:lnTo>
                    <a:pt x="53506" y="13376"/>
                  </a:lnTo>
                  <a:lnTo>
                    <a:pt x="52072" y="13854"/>
                  </a:lnTo>
                  <a:lnTo>
                    <a:pt x="49684" y="14332"/>
                  </a:lnTo>
                  <a:lnTo>
                    <a:pt x="45384" y="13854"/>
                  </a:lnTo>
                  <a:lnTo>
                    <a:pt x="41085" y="14332"/>
                  </a:lnTo>
                  <a:lnTo>
                    <a:pt x="32963" y="15287"/>
                  </a:lnTo>
                  <a:lnTo>
                    <a:pt x="24842" y="15765"/>
                  </a:lnTo>
                  <a:lnTo>
                    <a:pt x="23886" y="15765"/>
                  </a:lnTo>
                  <a:lnTo>
                    <a:pt x="23886" y="14332"/>
                  </a:lnTo>
                  <a:lnTo>
                    <a:pt x="23886" y="13376"/>
                  </a:lnTo>
                  <a:lnTo>
                    <a:pt x="22931" y="12421"/>
                  </a:lnTo>
                  <a:lnTo>
                    <a:pt x="20542" y="11943"/>
                  </a:lnTo>
                  <a:lnTo>
                    <a:pt x="18154" y="10988"/>
                  </a:lnTo>
                  <a:lnTo>
                    <a:pt x="9077" y="9555"/>
                  </a:lnTo>
                  <a:lnTo>
                    <a:pt x="6688" y="9077"/>
                  </a:lnTo>
                  <a:lnTo>
                    <a:pt x="3344" y="9555"/>
                  </a:lnTo>
                  <a:lnTo>
                    <a:pt x="1911" y="9077"/>
                  </a:lnTo>
                  <a:lnTo>
                    <a:pt x="956" y="8599"/>
                  </a:lnTo>
                  <a:lnTo>
                    <a:pt x="478" y="8121"/>
                  </a:lnTo>
                  <a:lnTo>
                    <a:pt x="0" y="5255"/>
                  </a:lnTo>
                  <a:lnTo>
                    <a:pt x="478" y="2867"/>
                  </a:lnTo>
                  <a:lnTo>
                    <a:pt x="1433" y="1911"/>
                  </a:lnTo>
                  <a:lnTo>
                    <a:pt x="1911" y="2867"/>
                  </a:lnTo>
                  <a:lnTo>
                    <a:pt x="2389" y="2867"/>
                  </a:lnTo>
                  <a:lnTo>
                    <a:pt x="3344" y="2389"/>
                  </a:lnTo>
                  <a:lnTo>
                    <a:pt x="3344" y="956"/>
                  </a:lnTo>
                  <a:lnTo>
                    <a:pt x="3822" y="0"/>
                  </a:lnTo>
                  <a:lnTo>
                    <a:pt x="4300" y="478"/>
                  </a:lnTo>
                  <a:lnTo>
                    <a:pt x="4777" y="1911"/>
                  </a:lnTo>
                  <a:lnTo>
                    <a:pt x="621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9" name="Freeform 4358">
              <a:extLst>
                <a:ext uri="{FF2B5EF4-FFF2-40B4-BE49-F238E27FC236}">
                  <a16:creationId xmlns:a16="http://schemas.microsoft.com/office/drawing/2014/main" id="{7CA97839-17ED-58C5-64C9-C3E03F6DEFED}"/>
                </a:ext>
              </a:extLst>
            </p:cNvPr>
            <p:cNvSpPr/>
            <p:nvPr/>
          </p:nvSpPr>
          <p:spPr>
            <a:xfrm>
              <a:off x="4113899" y="4407174"/>
              <a:ext cx="20064" cy="39651"/>
            </a:xfrm>
            <a:custGeom>
              <a:avLst/>
              <a:gdLst>
                <a:gd name="csX0" fmla="*/ 1433 w 20064"/>
                <a:gd name="csY0" fmla="*/ 0 h 39651"/>
                <a:gd name="csX1" fmla="*/ 1433 w 20064"/>
                <a:gd name="csY1" fmla="*/ 0 h 39651"/>
                <a:gd name="csX2" fmla="*/ 1433 w 20064"/>
                <a:gd name="csY2" fmla="*/ 4777 h 39651"/>
                <a:gd name="csX3" fmla="*/ 1433 w 20064"/>
                <a:gd name="csY3" fmla="*/ 10032 h 39651"/>
                <a:gd name="csX4" fmla="*/ 956 w 20064"/>
                <a:gd name="csY4" fmla="*/ 13854 h 39651"/>
                <a:gd name="csX5" fmla="*/ 956 w 20064"/>
                <a:gd name="csY5" fmla="*/ 19109 h 39651"/>
                <a:gd name="csX6" fmla="*/ 478 w 20064"/>
                <a:gd name="csY6" fmla="*/ 24364 h 39651"/>
                <a:gd name="csX7" fmla="*/ 478 w 20064"/>
                <a:gd name="csY7" fmla="*/ 31530 h 39651"/>
                <a:gd name="csX8" fmla="*/ 0 w 20064"/>
                <a:gd name="csY8" fmla="*/ 36307 h 39651"/>
                <a:gd name="csX9" fmla="*/ 478 w 20064"/>
                <a:gd name="csY9" fmla="*/ 36307 h 39651"/>
                <a:gd name="csX10" fmla="*/ 2389 w 20064"/>
                <a:gd name="csY10" fmla="*/ 36307 h 39651"/>
                <a:gd name="csX11" fmla="*/ 6211 w 20064"/>
                <a:gd name="csY11" fmla="*/ 36307 h 39651"/>
                <a:gd name="csX12" fmla="*/ 7166 w 20064"/>
                <a:gd name="csY12" fmla="*/ 36307 h 39651"/>
                <a:gd name="csX13" fmla="*/ 8121 w 20064"/>
                <a:gd name="csY13" fmla="*/ 36785 h 39651"/>
                <a:gd name="csX14" fmla="*/ 9077 w 20064"/>
                <a:gd name="csY14" fmla="*/ 36785 h 39651"/>
                <a:gd name="csX15" fmla="*/ 10510 w 20064"/>
                <a:gd name="csY15" fmla="*/ 38218 h 39651"/>
                <a:gd name="csX16" fmla="*/ 12899 w 20064"/>
                <a:gd name="csY16" fmla="*/ 38696 h 39651"/>
                <a:gd name="csX17" fmla="*/ 13854 w 20064"/>
                <a:gd name="csY17" fmla="*/ 37263 h 39651"/>
                <a:gd name="csX18" fmla="*/ 13377 w 20064"/>
                <a:gd name="csY18" fmla="*/ 36307 h 39651"/>
                <a:gd name="csX19" fmla="*/ 12899 w 20064"/>
                <a:gd name="csY19" fmla="*/ 35830 h 39651"/>
                <a:gd name="csX20" fmla="*/ 12899 w 20064"/>
                <a:gd name="csY20" fmla="*/ 35352 h 39651"/>
                <a:gd name="csX21" fmla="*/ 20065 w 20064"/>
                <a:gd name="csY21" fmla="*/ 39651 h 396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0064" h="39651">
                  <a:moveTo>
                    <a:pt x="1433" y="0"/>
                  </a:moveTo>
                  <a:lnTo>
                    <a:pt x="1433" y="0"/>
                  </a:lnTo>
                  <a:lnTo>
                    <a:pt x="1433" y="4777"/>
                  </a:lnTo>
                  <a:lnTo>
                    <a:pt x="1433" y="10032"/>
                  </a:lnTo>
                  <a:lnTo>
                    <a:pt x="956" y="13854"/>
                  </a:lnTo>
                  <a:lnTo>
                    <a:pt x="956" y="19109"/>
                  </a:lnTo>
                  <a:lnTo>
                    <a:pt x="478" y="24364"/>
                  </a:lnTo>
                  <a:lnTo>
                    <a:pt x="478" y="31530"/>
                  </a:lnTo>
                  <a:lnTo>
                    <a:pt x="0" y="36307"/>
                  </a:lnTo>
                  <a:lnTo>
                    <a:pt x="478" y="36307"/>
                  </a:lnTo>
                  <a:lnTo>
                    <a:pt x="2389" y="36307"/>
                  </a:lnTo>
                  <a:lnTo>
                    <a:pt x="6211" y="36307"/>
                  </a:lnTo>
                  <a:lnTo>
                    <a:pt x="7166" y="36307"/>
                  </a:lnTo>
                  <a:lnTo>
                    <a:pt x="8121" y="36785"/>
                  </a:lnTo>
                  <a:lnTo>
                    <a:pt x="9077" y="36785"/>
                  </a:lnTo>
                  <a:lnTo>
                    <a:pt x="10510" y="38218"/>
                  </a:lnTo>
                  <a:lnTo>
                    <a:pt x="12899" y="38696"/>
                  </a:lnTo>
                  <a:lnTo>
                    <a:pt x="13854" y="37263"/>
                  </a:lnTo>
                  <a:lnTo>
                    <a:pt x="13377" y="36307"/>
                  </a:lnTo>
                  <a:lnTo>
                    <a:pt x="12899" y="35830"/>
                  </a:lnTo>
                  <a:lnTo>
                    <a:pt x="12899" y="35352"/>
                  </a:lnTo>
                  <a:lnTo>
                    <a:pt x="20065" y="3965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0" name="Freeform 4359">
              <a:extLst>
                <a:ext uri="{FF2B5EF4-FFF2-40B4-BE49-F238E27FC236}">
                  <a16:creationId xmlns:a16="http://schemas.microsoft.com/office/drawing/2014/main" id="{BD5C54AA-AB04-7CCF-F3D7-050C0134018E}"/>
                </a:ext>
              </a:extLst>
            </p:cNvPr>
            <p:cNvSpPr/>
            <p:nvPr/>
          </p:nvSpPr>
          <p:spPr>
            <a:xfrm>
              <a:off x="4079025" y="4407174"/>
              <a:ext cx="477" cy="10987"/>
            </a:xfrm>
            <a:custGeom>
              <a:avLst/>
              <a:gdLst>
                <a:gd name="csX0" fmla="*/ 0 w 477"/>
                <a:gd name="csY0" fmla="*/ 10988 h 10987"/>
                <a:gd name="csX1" fmla="*/ 478 w 477"/>
                <a:gd name="csY1" fmla="*/ 7166 h 10987"/>
                <a:gd name="csX2" fmla="*/ 478 w 477"/>
                <a:gd name="csY2" fmla="*/ 3822 h 10987"/>
                <a:gd name="csX3" fmla="*/ 478 w 477"/>
                <a:gd name="csY3" fmla="*/ 0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0987">
                  <a:moveTo>
                    <a:pt x="0" y="10988"/>
                  </a:moveTo>
                  <a:lnTo>
                    <a:pt x="478" y="7166"/>
                  </a:lnTo>
                  <a:lnTo>
                    <a:pt x="478" y="3822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1" name="Freeform 4360">
              <a:extLst>
                <a:ext uri="{FF2B5EF4-FFF2-40B4-BE49-F238E27FC236}">
                  <a16:creationId xmlns:a16="http://schemas.microsoft.com/office/drawing/2014/main" id="{F1377C8D-01DE-351F-296F-FAFBC71B5AAD}"/>
                </a:ext>
              </a:extLst>
            </p:cNvPr>
            <p:cNvSpPr/>
            <p:nvPr/>
          </p:nvSpPr>
          <p:spPr>
            <a:xfrm>
              <a:off x="4071382" y="4418161"/>
              <a:ext cx="8121" cy="7165"/>
            </a:xfrm>
            <a:custGeom>
              <a:avLst/>
              <a:gdLst>
                <a:gd name="csX0" fmla="*/ 8121 w 8121"/>
                <a:gd name="csY0" fmla="*/ 7166 h 7165"/>
                <a:gd name="csX1" fmla="*/ 5733 w 8121"/>
                <a:gd name="csY1" fmla="*/ 4777 h 7165"/>
                <a:gd name="csX2" fmla="*/ 3344 w 8121"/>
                <a:gd name="csY2" fmla="*/ 2389 h 7165"/>
                <a:gd name="csX3" fmla="*/ 3344 w 8121"/>
                <a:gd name="csY3" fmla="*/ 2389 h 7165"/>
                <a:gd name="csX4" fmla="*/ 1433 w 8121"/>
                <a:gd name="csY4" fmla="*/ 956 h 7165"/>
                <a:gd name="csX5" fmla="*/ 0 w 8121"/>
                <a:gd name="csY5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21" h="7165">
                  <a:moveTo>
                    <a:pt x="8121" y="7166"/>
                  </a:moveTo>
                  <a:lnTo>
                    <a:pt x="5733" y="4777"/>
                  </a:lnTo>
                  <a:lnTo>
                    <a:pt x="3344" y="2389"/>
                  </a:lnTo>
                  <a:lnTo>
                    <a:pt x="3344" y="2389"/>
                  </a:lnTo>
                  <a:lnTo>
                    <a:pt x="1433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2" name="Freeform 4361">
              <a:extLst>
                <a:ext uri="{FF2B5EF4-FFF2-40B4-BE49-F238E27FC236}">
                  <a16:creationId xmlns:a16="http://schemas.microsoft.com/office/drawing/2014/main" id="{17B2BBB6-29F1-8522-9740-4880B6E7FE6E}"/>
                </a:ext>
              </a:extLst>
            </p:cNvPr>
            <p:cNvSpPr/>
            <p:nvPr/>
          </p:nvSpPr>
          <p:spPr>
            <a:xfrm>
              <a:off x="4084758" y="4428194"/>
              <a:ext cx="1433" cy="3821"/>
            </a:xfrm>
            <a:custGeom>
              <a:avLst/>
              <a:gdLst>
                <a:gd name="csX0" fmla="*/ 1433 w 1433"/>
                <a:gd name="csY0" fmla="*/ 3822 h 3821"/>
                <a:gd name="csX1" fmla="*/ 1433 w 1433"/>
                <a:gd name="csY1" fmla="*/ 2867 h 3821"/>
                <a:gd name="csX2" fmla="*/ 956 w 1433"/>
                <a:gd name="csY2" fmla="*/ 1433 h 3821"/>
                <a:gd name="csX3" fmla="*/ 0 w 1433"/>
                <a:gd name="csY3" fmla="*/ 0 h 3821"/>
                <a:gd name="csX4" fmla="*/ 0 w 1433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3821">
                  <a:moveTo>
                    <a:pt x="1433" y="3822"/>
                  </a:moveTo>
                  <a:lnTo>
                    <a:pt x="1433" y="2867"/>
                  </a:lnTo>
                  <a:lnTo>
                    <a:pt x="956" y="143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3" name="Freeform 4362">
              <a:extLst>
                <a:ext uri="{FF2B5EF4-FFF2-40B4-BE49-F238E27FC236}">
                  <a16:creationId xmlns:a16="http://schemas.microsoft.com/office/drawing/2014/main" id="{42C37F4F-46B0-E8CE-0E96-32DCA55E0AEA}"/>
                </a:ext>
              </a:extLst>
            </p:cNvPr>
            <p:cNvSpPr/>
            <p:nvPr/>
          </p:nvSpPr>
          <p:spPr>
            <a:xfrm>
              <a:off x="4055139" y="4455902"/>
              <a:ext cx="2866" cy="3822"/>
            </a:xfrm>
            <a:custGeom>
              <a:avLst/>
              <a:gdLst>
                <a:gd name="csX0" fmla="*/ 2389 w 2866"/>
                <a:gd name="csY0" fmla="*/ 3822 h 3822"/>
                <a:gd name="csX1" fmla="*/ 2867 w 2866"/>
                <a:gd name="csY1" fmla="*/ 2867 h 3822"/>
                <a:gd name="csX2" fmla="*/ 0 w 2866"/>
                <a:gd name="csY2" fmla="*/ 0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3822">
                  <a:moveTo>
                    <a:pt x="2389" y="3822"/>
                  </a:moveTo>
                  <a:lnTo>
                    <a:pt x="2867" y="2867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4" name="Freeform 4363">
              <a:extLst>
                <a:ext uri="{FF2B5EF4-FFF2-40B4-BE49-F238E27FC236}">
                  <a16:creationId xmlns:a16="http://schemas.microsoft.com/office/drawing/2014/main" id="{B4E58E15-F3BA-8B58-1696-A02698126440}"/>
                </a:ext>
              </a:extLst>
            </p:cNvPr>
            <p:cNvSpPr/>
            <p:nvPr/>
          </p:nvSpPr>
          <p:spPr>
            <a:xfrm>
              <a:off x="4055617" y="4464979"/>
              <a:ext cx="477" cy="1911"/>
            </a:xfrm>
            <a:custGeom>
              <a:avLst/>
              <a:gdLst>
                <a:gd name="csX0" fmla="*/ 0 w 477"/>
                <a:gd name="csY0" fmla="*/ 1911 h 1911"/>
                <a:gd name="csX1" fmla="*/ 478 w 477"/>
                <a:gd name="csY1" fmla="*/ 956 h 1911"/>
                <a:gd name="csX2" fmla="*/ 0 w 477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911">
                  <a:moveTo>
                    <a:pt x="0" y="1911"/>
                  </a:moveTo>
                  <a:lnTo>
                    <a:pt x="478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5" name="Freeform 4364">
              <a:extLst>
                <a:ext uri="{FF2B5EF4-FFF2-40B4-BE49-F238E27FC236}">
                  <a16:creationId xmlns:a16="http://schemas.microsoft.com/office/drawing/2014/main" id="{A5371E0F-A73A-F490-DB9D-69378411CFF3}"/>
                </a:ext>
              </a:extLst>
            </p:cNvPr>
            <p:cNvSpPr/>
            <p:nvPr/>
          </p:nvSpPr>
          <p:spPr>
            <a:xfrm>
              <a:off x="4054661" y="4468801"/>
              <a:ext cx="42517" cy="15287"/>
            </a:xfrm>
            <a:custGeom>
              <a:avLst/>
              <a:gdLst>
                <a:gd name="csX0" fmla="*/ 42518 w 42517"/>
                <a:gd name="csY0" fmla="*/ 15287 h 15287"/>
                <a:gd name="csX1" fmla="*/ 34874 w 42517"/>
                <a:gd name="csY1" fmla="*/ 11943 h 15287"/>
                <a:gd name="csX2" fmla="*/ 32008 w 42517"/>
                <a:gd name="csY2" fmla="*/ 11466 h 15287"/>
                <a:gd name="csX3" fmla="*/ 21498 w 42517"/>
                <a:gd name="csY3" fmla="*/ 11466 h 15287"/>
                <a:gd name="csX4" fmla="*/ 17198 w 42517"/>
                <a:gd name="csY4" fmla="*/ 10510 h 15287"/>
                <a:gd name="csX5" fmla="*/ 11943 w 42517"/>
                <a:gd name="csY5" fmla="*/ 8121 h 15287"/>
                <a:gd name="csX6" fmla="*/ 8121 w 42517"/>
                <a:gd name="csY6" fmla="*/ 5733 h 15287"/>
                <a:gd name="csX7" fmla="*/ 0 w 42517"/>
                <a:gd name="csY7" fmla="*/ 0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517" h="15287">
                  <a:moveTo>
                    <a:pt x="42518" y="15287"/>
                  </a:moveTo>
                  <a:lnTo>
                    <a:pt x="34874" y="11943"/>
                  </a:lnTo>
                  <a:lnTo>
                    <a:pt x="32008" y="11466"/>
                  </a:lnTo>
                  <a:lnTo>
                    <a:pt x="21498" y="11466"/>
                  </a:lnTo>
                  <a:lnTo>
                    <a:pt x="17198" y="10510"/>
                  </a:lnTo>
                  <a:lnTo>
                    <a:pt x="11943" y="8121"/>
                  </a:lnTo>
                  <a:lnTo>
                    <a:pt x="8121" y="57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6" name="Freeform 4365">
              <a:extLst>
                <a:ext uri="{FF2B5EF4-FFF2-40B4-BE49-F238E27FC236}">
                  <a16:creationId xmlns:a16="http://schemas.microsoft.com/office/drawing/2014/main" id="{19D7D0D5-CACC-13EC-2B95-4ED6BE580F4A}"/>
                </a:ext>
              </a:extLst>
            </p:cNvPr>
            <p:cNvSpPr/>
            <p:nvPr/>
          </p:nvSpPr>
          <p:spPr>
            <a:xfrm>
              <a:off x="4114377" y="4459724"/>
              <a:ext cx="955" cy="8121"/>
            </a:xfrm>
            <a:custGeom>
              <a:avLst/>
              <a:gdLst>
                <a:gd name="csX0" fmla="*/ 956 w 955"/>
                <a:gd name="csY0" fmla="*/ 0 h 8121"/>
                <a:gd name="csX1" fmla="*/ 478 w 955"/>
                <a:gd name="csY1" fmla="*/ 2389 h 8121"/>
                <a:gd name="csX2" fmla="*/ 0 w 955"/>
                <a:gd name="csY2" fmla="*/ 3344 h 8121"/>
                <a:gd name="csX3" fmla="*/ 478 w 955"/>
                <a:gd name="csY3" fmla="*/ 4777 h 8121"/>
                <a:gd name="csX4" fmla="*/ 956 w 955"/>
                <a:gd name="csY4" fmla="*/ 6688 h 8121"/>
                <a:gd name="csX5" fmla="*/ 956 w 955"/>
                <a:gd name="csY5" fmla="*/ 812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8121">
                  <a:moveTo>
                    <a:pt x="956" y="0"/>
                  </a:moveTo>
                  <a:lnTo>
                    <a:pt x="478" y="2389"/>
                  </a:lnTo>
                  <a:lnTo>
                    <a:pt x="0" y="3344"/>
                  </a:lnTo>
                  <a:lnTo>
                    <a:pt x="478" y="4777"/>
                  </a:lnTo>
                  <a:lnTo>
                    <a:pt x="956" y="6688"/>
                  </a:lnTo>
                  <a:lnTo>
                    <a:pt x="956" y="812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7" name="Freeform 4366">
              <a:extLst>
                <a:ext uri="{FF2B5EF4-FFF2-40B4-BE49-F238E27FC236}">
                  <a16:creationId xmlns:a16="http://schemas.microsoft.com/office/drawing/2014/main" id="{1102DA98-8D46-35D4-7D7A-4C399F89D0A1}"/>
                </a:ext>
              </a:extLst>
            </p:cNvPr>
            <p:cNvSpPr/>
            <p:nvPr/>
          </p:nvSpPr>
          <p:spPr>
            <a:xfrm>
              <a:off x="5552343" y="4509408"/>
              <a:ext cx="32963" cy="26275"/>
            </a:xfrm>
            <a:custGeom>
              <a:avLst/>
              <a:gdLst>
                <a:gd name="csX0" fmla="*/ 32963 w 32963"/>
                <a:gd name="csY0" fmla="*/ 26275 h 26275"/>
                <a:gd name="csX1" fmla="*/ 32963 w 32963"/>
                <a:gd name="csY1" fmla="*/ 26275 h 26275"/>
                <a:gd name="csX2" fmla="*/ 32008 w 32963"/>
                <a:gd name="csY2" fmla="*/ 24842 h 26275"/>
                <a:gd name="csX3" fmla="*/ 32963 w 32963"/>
                <a:gd name="csY3" fmla="*/ 22453 h 26275"/>
                <a:gd name="csX4" fmla="*/ 32008 w 32963"/>
                <a:gd name="csY4" fmla="*/ 22453 h 26275"/>
                <a:gd name="csX5" fmla="*/ 30575 w 32963"/>
                <a:gd name="csY5" fmla="*/ 24364 h 26275"/>
                <a:gd name="csX6" fmla="*/ 29619 w 32963"/>
                <a:gd name="csY6" fmla="*/ 24364 h 26275"/>
                <a:gd name="csX7" fmla="*/ 29619 w 32963"/>
                <a:gd name="csY7" fmla="*/ 22453 h 26275"/>
                <a:gd name="csX8" fmla="*/ 28664 w 32963"/>
                <a:gd name="csY8" fmla="*/ 21976 h 26275"/>
                <a:gd name="csX9" fmla="*/ 27708 w 32963"/>
                <a:gd name="csY9" fmla="*/ 22453 h 26275"/>
                <a:gd name="csX10" fmla="*/ 26275 w 32963"/>
                <a:gd name="csY10" fmla="*/ 21020 h 26275"/>
                <a:gd name="csX11" fmla="*/ 25797 w 32963"/>
                <a:gd name="csY11" fmla="*/ 20065 h 26275"/>
                <a:gd name="csX12" fmla="*/ 26275 w 32963"/>
                <a:gd name="csY12" fmla="*/ 19109 h 26275"/>
                <a:gd name="csX13" fmla="*/ 27231 w 32963"/>
                <a:gd name="csY13" fmla="*/ 18154 h 26275"/>
                <a:gd name="csX14" fmla="*/ 26753 w 32963"/>
                <a:gd name="csY14" fmla="*/ 17676 h 26275"/>
                <a:gd name="csX15" fmla="*/ 25797 w 32963"/>
                <a:gd name="csY15" fmla="*/ 17676 h 26275"/>
                <a:gd name="csX16" fmla="*/ 24842 w 32963"/>
                <a:gd name="csY16" fmla="*/ 18154 h 26275"/>
                <a:gd name="csX17" fmla="*/ 24364 w 32963"/>
                <a:gd name="csY17" fmla="*/ 17676 h 26275"/>
                <a:gd name="csX18" fmla="*/ 25320 w 32963"/>
                <a:gd name="csY18" fmla="*/ 15765 h 26275"/>
                <a:gd name="csX19" fmla="*/ 29141 w 32963"/>
                <a:gd name="csY19" fmla="*/ 14332 h 26275"/>
                <a:gd name="csX20" fmla="*/ 30575 w 32963"/>
                <a:gd name="csY20" fmla="*/ 14332 h 26275"/>
                <a:gd name="csX21" fmla="*/ 32486 w 32963"/>
                <a:gd name="csY21" fmla="*/ 14332 h 26275"/>
                <a:gd name="csX22" fmla="*/ 31530 w 32963"/>
                <a:gd name="csY22" fmla="*/ 12899 h 26275"/>
                <a:gd name="csX23" fmla="*/ 29141 w 32963"/>
                <a:gd name="csY23" fmla="*/ 12421 h 26275"/>
                <a:gd name="csX24" fmla="*/ 27708 w 32963"/>
                <a:gd name="csY24" fmla="*/ 12899 h 26275"/>
                <a:gd name="csX25" fmla="*/ 26753 w 32963"/>
                <a:gd name="csY25" fmla="*/ 13854 h 26275"/>
                <a:gd name="csX26" fmla="*/ 25797 w 32963"/>
                <a:gd name="csY26" fmla="*/ 13854 h 26275"/>
                <a:gd name="csX27" fmla="*/ 23886 w 32963"/>
                <a:gd name="csY27" fmla="*/ 11943 h 26275"/>
                <a:gd name="csX28" fmla="*/ 23886 w 32963"/>
                <a:gd name="csY28" fmla="*/ 10988 h 26275"/>
                <a:gd name="csX29" fmla="*/ 24842 w 32963"/>
                <a:gd name="csY29" fmla="*/ 9555 h 26275"/>
                <a:gd name="csX30" fmla="*/ 25797 w 32963"/>
                <a:gd name="csY30" fmla="*/ 9077 h 26275"/>
                <a:gd name="csX31" fmla="*/ 29619 w 32963"/>
                <a:gd name="csY31" fmla="*/ 9077 h 26275"/>
                <a:gd name="csX32" fmla="*/ 31530 w 32963"/>
                <a:gd name="csY32" fmla="*/ 8599 h 26275"/>
                <a:gd name="csX33" fmla="*/ 32008 w 32963"/>
                <a:gd name="csY33" fmla="*/ 8121 h 26275"/>
                <a:gd name="csX34" fmla="*/ 32486 w 32963"/>
                <a:gd name="csY34" fmla="*/ 7644 h 26275"/>
                <a:gd name="csX35" fmla="*/ 32486 w 32963"/>
                <a:gd name="csY35" fmla="*/ 7166 h 26275"/>
                <a:gd name="csX36" fmla="*/ 31530 w 32963"/>
                <a:gd name="csY36" fmla="*/ 7166 h 26275"/>
                <a:gd name="csX37" fmla="*/ 30097 w 32963"/>
                <a:gd name="csY37" fmla="*/ 8121 h 26275"/>
                <a:gd name="csX38" fmla="*/ 25320 w 32963"/>
                <a:gd name="csY38" fmla="*/ 7644 h 26275"/>
                <a:gd name="csX39" fmla="*/ 23886 w 32963"/>
                <a:gd name="csY39" fmla="*/ 8121 h 26275"/>
                <a:gd name="csX40" fmla="*/ 21020 w 32963"/>
                <a:gd name="csY40" fmla="*/ 10032 h 26275"/>
                <a:gd name="csX41" fmla="*/ 17676 w 32963"/>
                <a:gd name="csY41" fmla="*/ 10988 h 26275"/>
                <a:gd name="csX42" fmla="*/ 15287 w 32963"/>
                <a:gd name="csY42" fmla="*/ 10510 h 26275"/>
                <a:gd name="csX43" fmla="*/ 16243 w 32963"/>
                <a:gd name="csY43" fmla="*/ 8121 h 26275"/>
                <a:gd name="csX44" fmla="*/ 15765 w 32963"/>
                <a:gd name="csY44" fmla="*/ 7644 h 26275"/>
                <a:gd name="csX45" fmla="*/ 14809 w 32963"/>
                <a:gd name="csY45" fmla="*/ 7644 h 26275"/>
                <a:gd name="csX46" fmla="*/ 11465 w 32963"/>
                <a:gd name="csY46" fmla="*/ 8121 h 26275"/>
                <a:gd name="csX47" fmla="*/ 8599 w 32963"/>
                <a:gd name="csY47" fmla="*/ 7166 h 26275"/>
                <a:gd name="csX48" fmla="*/ 7644 w 32963"/>
                <a:gd name="csY48" fmla="*/ 5733 h 26275"/>
                <a:gd name="csX49" fmla="*/ 7644 w 32963"/>
                <a:gd name="csY49" fmla="*/ 3822 h 26275"/>
                <a:gd name="csX50" fmla="*/ 9077 w 32963"/>
                <a:gd name="csY50" fmla="*/ 2867 h 26275"/>
                <a:gd name="csX51" fmla="*/ 9077 w 32963"/>
                <a:gd name="csY51" fmla="*/ 2389 h 26275"/>
                <a:gd name="csX52" fmla="*/ 8121 w 32963"/>
                <a:gd name="csY52" fmla="*/ 2389 h 26275"/>
                <a:gd name="csX53" fmla="*/ 5255 w 32963"/>
                <a:gd name="csY53" fmla="*/ 2867 h 26275"/>
                <a:gd name="csX54" fmla="*/ 0 w 32963"/>
                <a:gd name="csY54" fmla="*/ 0 h 26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32963" h="26275">
                  <a:moveTo>
                    <a:pt x="32963" y="26275"/>
                  </a:moveTo>
                  <a:lnTo>
                    <a:pt x="32963" y="26275"/>
                  </a:lnTo>
                  <a:lnTo>
                    <a:pt x="32008" y="24842"/>
                  </a:lnTo>
                  <a:lnTo>
                    <a:pt x="32963" y="22453"/>
                  </a:lnTo>
                  <a:lnTo>
                    <a:pt x="32008" y="22453"/>
                  </a:lnTo>
                  <a:lnTo>
                    <a:pt x="30575" y="24364"/>
                  </a:lnTo>
                  <a:lnTo>
                    <a:pt x="29619" y="24364"/>
                  </a:lnTo>
                  <a:lnTo>
                    <a:pt x="29619" y="22453"/>
                  </a:lnTo>
                  <a:lnTo>
                    <a:pt x="28664" y="21976"/>
                  </a:lnTo>
                  <a:lnTo>
                    <a:pt x="27708" y="22453"/>
                  </a:lnTo>
                  <a:lnTo>
                    <a:pt x="26275" y="21020"/>
                  </a:lnTo>
                  <a:lnTo>
                    <a:pt x="25797" y="20065"/>
                  </a:lnTo>
                  <a:lnTo>
                    <a:pt x="26275" y="19109"/>
                  </a:lnTo>
                  <a:lnTo>
                    <a:pt x="27231" y="18154"/>
                  </a:lnTo>
                  <a:lnTo>
                    <a:pt x="26753" y="17676"/>
                  </a:lnTo>
                  <a:lnTo>
                    <a:pt x="25797" y="17676"/>
                  </a:lnTo>
                  <a:lnTo>
                    <a:pt x="24842" y="18154"/>
                  </a:lnTo>
                  <a:lnTo>
                    <a:pt x="24364" y="17676"/>
                  </a:lnTo>
                  <a:lnTo>
                    <a:pt x="25320" y="15765"/>
                  </a:lnTo>
                  <a:lnTo>
                    <a:pt x="29141" y="14332"/>
                  </a:lnTo>
                  <a:lnTo>
                    <a:pt x="30575" y="14332"/>
                  </a:lnTo>
                  <a:lnTo>
                    <a:pt x="32486" y="14332"/>
                  </a:lnTo>
                  <a:lnTo>
                    <a:pt x="31530" y="12899"/>
                  </a:lnTo>
                  <a:lnTo>
                    <a:pt x="29141" y="12421"/>
                  </a:lnTo>
                  <a:lnTo>
                    <a:pt x="27708" y="12899"/>
                  </a:lnTo>
                  <a:lnTo>
                    <a:pt x="26753" y="13854"/>
                  </a:lnTo>
                  <a:lnTo>
                    <a:pt x="25797" y="13854"/>
                  </a:lnTo>
                  <a:lnTo>
                    <a:pt x="23886" y="11943"/>
                  </a:lnTo>
                  <a:lnTo>
                    <a:pt x="23886" y="10988"/>
                  </a:lnTo>
                  <a:lnTo>
                    <a:pt x="24842" y="9555"/>
                  </a:lnTo>
                  <a:lnTo>
                    <a:pt x="25797" y="9077"/>
                  </a:lnTo>
                  <a:lnTo>
                    <a:pt x="29619" y="9077"/>
                  </a:lnTo>
                  <a:lnTo>
                    <a:pt x="31530" y="8599"/>
                  </a:lnTo>
                  <a:lnTo>
                    <a:pt x="32008" y="8121"/>
                  </a:lnTo>
                  <a:lnTo>
                    <a:pt x="32486" y="7644"/>
                  </a:lnTo>
                  <a:lnTo>
                    <a:pt x="32486" y="7166"/>
                  </a:lnTo>
                  <a:lnTo>
                    <a:pt x="31530" y="7166"/>
                  </a:lnTo>
                  <a:lnTo>
                    <a:pt x="30097" y="8121"/>
                  </a:lnTo>
                  <a:lnTo>
                    <a:pt x="25320" y="7644"/>
                  </a:lnTo>
                  <a:lnTo>
                    <a:pt x="23886" y="8121"/>
                  </a:lnTo>
                  <a:lnTo>
                    <a:pt x="21020" y="10032"/>
                  </a:lnTo>
                  <a:lnTo>
                    <a:pt x="17676" y="10988"/>
                  </a:lnTo>
                  <a:lnTo>
                    <a:pt x="15287" y="10510"/>
                  </a:lnTo>
                  <a:lnTo>
                    <a:pt x="16243" y="8121"/>
                  </a:lnTo>
                  <a:lnTo>
                    <a:pt x="15765" y="7644"/>
                  </a:lnTo>
                  <a:lnTo>
                    <a:pt x="14809" y="7644"/>
                  </a:lnTo>
                  <a:lnTo>
                    <a:pt x="11465" y="8121"/>
                  </a:lnTo>
                  <a:lnTo>
                    <a:pt x="8599" y="7166"/>
                  </a:lnTo>
                  <a:lnTo>
                    <a:pt x="7644" y="5733"/>
                  </a:lnTo>
                  <a:lnTo>
                    <a:pt x="7644" y="3822"/>
                  </a:lnTo>
                  <a:lnTo>
                    <a:pt x="9077" y="2867"/>
                  </a:lnTo>
                  <a:lnTo>
                    <a:pt x="9077" y="2389"/>
                  </a:lnTo>
                  <a:lnTo>
                    <a:pt x="8121" y="2389"/>
                  </a:lnTo>
                  <a:lnTo>
                    <a:pt x="5255" y="2867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8" name="Freeform 4367">
              <a:extLst>
                <a:ext uri="{FF2B5EF4-FFF2-40B4-BE49-F238E27FC236}">
                  <a16:creationId xmlns:a16="http://schemas.microsoft.com/office/drawing/2014/main" id="{9C9A63D9-4A82-B1CC-0631-45DB52B42F67}"/>
                </a:ext>
              </a:extLst>
            </p:cNvPr>
            <p:cNvSpPr/>
            <p:nvPr/>
          </p:nvSpPr>
          <p:spPr>
            <a:xfrm>
              <a:off x="5585306" y="4503675"/>
              <a:ext cx="27230" cy="32007"/>
            </a:xfrm>
            <a:custGeom>
              <a:avLst/>
              <a:gdLst>
                <a:gd name="csX0" fmla="*/ 26275 w 27230"/>
                <a:gd name="csY0" fmla="*/ 0 h 32007"/>
                <a:gd name="csX1" fmla="*/ 26275 w 27230"/>
                <a:gd name="csY1" fmla="*/ 1433 h 32007"/>
                <a:gd name="csX2" fmla="*/ 27231 w 27230"/>
                <a:gd name="csY2" fmla="*/ 3822 h 32007"/>
                <a:gd name="csX3" fmla="*/ 27231 w 27230"/>
                <a:gd name="csY3" fmla="*/ 5255 h 32007"/>
                <a:gd name="csX4" fmla="*/ 26753 w 27230"/>
                <a:gd name="csY4" fmla="*/ 6688 h 32007"/>
                <a:gd name="csX5" fmla="*/ 26275 w 27230"/>
                <a:gd name="csY5" fmla="*/ 7166 h 32007"/>
                <a:gd name="csX6" fmla="*/ 25798 w 27230"/>
                <a:gd name="csY6" fmla="*/ 7644 h 32007"/>
                <a:gd name="csX7" fmla="*/ 23886 w 27230"/>
                <a:gd name="csY7" fmla="*/ 7644 h 32007"/>
                <a:gd name="csX8" fmla="*/ 22931 w 27230"/>
                <a:gd name="csY8" fmla="*/ 7644 h 32007"/>
                <a:gd name="csX9" fmla="*/ 21976 w 27230"/>
                <a:gd name="csY9" fmla="*/ 8599 h 32007"/>
                <a:gd name="csX10" fmla="*/ 21976 w 27230"/>
                <a:gd name="csY10" fmla="*/ 9077 h 32007"/>
                <a:gd name="csX11" fmla="*/ 22931 w 27230"/>
                <a:gd name="csY11" fmla="*/ 9555 h 32007"/>
                <a:gd name="csX12" fmla="*/ 23409 w 27230"/>
                <a:gd name="csY12" fmla="*/ 10510 h 32007"/>
                <a:gd name="csX13" fmla="*/ 24364 w 27230"/>
                <a:gd name="csY13" fmla="*/ 11466 h 32007"/>
                <a:gd name="csX14" fmla="*/ 25798 w 27230"/>
                <a:gd name="csY14" fmla="*/ 12421 h 32007"/>
                <a:gd name="csX15" fmla="*/ 26275 w 27230"/>
                <a:gd name="csY15" fmla="*/ 13377 h 32007"/>
                <a:gd name="csX16" fmla="*/ 26275 w 27230"/>
                <a:gd name="csY16" fmla="*/ 15287 h 32007"/>
                <a:gd name="csX17" fmla="*/ 26275 w 27230"/>
                <a:gd name="csY17" fmla="*/ 17198 h 32007"/>
                <a:gd name="csX18" fmla="*/ 21976 w 27230"/>
                <a:gd name="csY18" fmla="*/ 18632 h 32007"/>
                <a:gd name="csX19" fmla="*/ 18154 w 27230"/>
                <a:gd name="csY19" fmla="*/ 18632 h 32007"/>
                <a:gd name="csX20" fmla="*/ 15765 w 27230"/>
                <a:gd name="csY20" fmla="*/ 18632 h 32007"/>
                <a:gd name="csX21" fmla="*/ 14332 w 27230"/>
                <a:gd name="csY21" fmla="*/ 19109 h 32007"/>
                <a:gd name="csX22" fmla="*/ 11943 w 27230"/>
                <a:gd name="csY22" fmla="*/ 20543 h 32007"/>
                <a:gd name="csX23" fmla="*/ 8599 w 27230"/>
                <a:gd name="csY23" fmla="*/ 21498 h 32007"/>
                <a:gd name="csX24" fmla="*/ 7166 w 27230"/>
                <a:gd name="csY24" fmla="*/ 21498 h 32007"/>
                <a:gd name="csX25" fmla="*/ 6688 w 27230"/>
                <a:gd name="csY25" fmla="*/ 21976 h 32007"/>
                <a:gd name="csX26" fmla="*/ 5255 w 27230"/>
                <a:gd name="csY26" fmla="*/ 23409 h 32007"/>
                <a:gd name="csX27" fmla="*/ 1911 w 27230"/>
                <a:gd name="csY27" fmla="*/ 29619 h 32007"/>
                <a:gd name="csX28" fmla="*/ 956 w 27230"/>
                <a:gd name="csY28" fmla="*/ 31052 h 32007"/>
                <a:gd name="csX29" fmla="*/ 0 w 27230"/>
                <a:gd name="csY29" fmla="*/ 32008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7230" h="32007">
                  <a:moveTo>
                    <a:pt x="26275" y="0"/>
                  </a:moveTo>
                  <a:lnTo>
                    <a:pt x="26275" y="1433"/>
                  </a:lnTo>
                  <a:lnTo>
                    <a:pt x="27231" y="3822"/>
                  </a:lnTo>
                  <a:lnTo>
                    <a:pt x="27231" y="5255"/>
                  </a:lnTo>
                  <a:lnTo>
                    <a:pt x="26753" y="6688"/>
                  </a:lnTo>
                  <a:lnTo>
                    <a:pt x="26275" y="7166"/>
                  </a:lnTo>
                  <a:lnTo>
                    <a:pt x="25798" y="7644"/>
                  </a:lnTo>
                  <a:lnTo>
                    <a:pt x="23886" y="7644"/>
                  </a:lnTo>
                  <a:lnTo>
                    <a:pt x="22931" y="7644"/>
                  </a:lnTo>
                  <a:lnTo>
                    <a:pt x="21976" y="8599"/>
                  </a:lnTo>
                  <a:lnTo>
                    <a:pt x="21976" y="9077"/>
                  </a:lnTo>
                  <a:lnTo>
                    <a:pt x="22931" y="9555"/>
                  </a:lnTo>
                  <a:lnTo>
                    <a:pt x="23409" y="10510"/>
                  </a:lnTo>
                  <a:lnTo>
                    <a:pt x="24364" y="11466"/>
                  </a:lnTo>
                  <a:lnTo>
                    <a:pt x="25798" y="12421"/>
                  </a:lnTo>
                  <a:lnTo>
                    <a:pt x="26275" y="13377"/>
                  </a:lnTo>
                  <a:lnTo>
                    <a:pt x="26275" y="15287"/>
                  </a:lnTo>
                  <a:lnTo>
                    <a:pt x="26275" y="17198"/>
                  </a:lnTo>
                  <a:lnTo>
                    <a:pt x="21976" y="18632"/>
                  </a:lnTo>
                  <a:lnTo>
                    <a:pt x="18154" y="18632"/>
                  </a:lnTo>
                  <a:lnTo>
                    <a:pt x="15765" y="18632"/>
                  </a:lnTo>
                  <a:lnTo>
                    <a:pt x="14332" y="19109"/>
                  </a:lnTo>
                  <a:lnTo>
                    <a:pt x="11943" y="20543"/>
                  </a:lnTo>
                  <a:lnTo>
                    <a:pt x="8599" y="21498"/>
                  </a:lnTo>
                  <a:lnTo>
                    <a:pt x="7166" y="21498"/>
                  </a:lnTo>
                  <a:lnTo>
                    <a:pt x="6688" y="21976"/>
                  </a:lnTo>
                  <a:lnTo>
                    <a:pt x="5255" y="23409"/>
                  </a:lnTo>
                  <a:lnTo>
                    <a:pt x="1911" y="29619"/>
                  </a:lnTo>
                  <a:lnTo>
                    <a:pt x="956" y="31052"/>
                  </a:lnTo>
                  <a:lnTo>
                    <a:pt x="0" y="3200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9" name="Freeform 4368">
              <a:extLst>
                <a:ext uri="{FF2B5EF4-FFF2-40B4-BE49-F238E27FC236}">
                  <a16:creationId xmlns:a16="http://schemas.microsoft.com/office/drawing/2014/main" id="{16E013A6-6E2D-7197-B459-20401F5DC86C}"/>
                </a:ext>
              </a:extLst>
            </p:cNvPr>
            <p:cNvSpPr/>
            <p:nvPr/>
          </p:nvSpPr>
          <p:spPr>
            <a:xfrm>
              <a:off x="5563331" y="4518007"/>
              <a:ext cx="3344" cy="2388"/>
            </a:xfrm>
            <a:custGeom>
              <a:avLst/>
              <a:gdLst>
                <a:gd name="csX0" fmla="*/ 3344 w 3344"/>
                <a:gd name="csY0" fmla="*/ 478 h 2388"/>
                <a:gd name="csX1" fmla="*/ 2389 w 3344"/>
                <a:gd name="csY1" fmla="*/ 2389 h 2388"/>
                <a:gd name="csX2" fmla="*/ 956 w 3344"/>
                <a:gd name="csY2" fmla="*/ 2389 h 2388"/>
                <a:gd name="csX3" fmla="*/ 0 w 3344"/>
                <a:gd name="csY3" fmla="*/ 956 h 2388"/>
                <a:gd name="csX4" fmla="*/ 0 w 3344"/>
                <a:gd name="csY4" fmla="*/ 478 h 2388"/>
                <a:gd name="csX5" fmla="*/ 2866 w 3344"/>
                <a:gd name="csY5" fmla="*/ 0 h 2388"/>
                <a:gd name="csX6" fmla="*/ 3344 w 3344"/>
                <a:gd name="csY6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2388">
                  <a:moveTo>
                    <a:pt x="3344" y="478"/>
                  </a:moveTo>
                  <a:lnTo>
                    <a:pt x="2389" y="2389"/>
                  </a:lnTo>
                  <a:lnTo>
                    <a:pt x="956" y="2389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2866" y="0"/>
                  </a:lnTo>
                  <a:lnTo>
                    <a:pt x="33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0" name="Freeform 4369">
              <a:extLst>
                <a:ext uri="{FF2B5EF4-FFF2-40B4-BE49-F238E27FC236}">
                  <a16:creationId xmlns:a16="http://schemas.microsoft.com/office/drawing/2014/main" id="{803A3FA6-63DF-3983-7D36-6E321F466208}"/>
                </a:ext>
              </a:extLst>
            </p:cNvPr>
            <p:cNvSpPr/>
            <p:nvPr/>
          </p:nvSpPr>
          <p:spPr>
            <a:xfrm>
              <a:off x="5573841" y="4522784"/>
              <a:ext cx="2866" cy="2388"/>
            </a:xfrm>
            <a:custGeom>
              <a:avLst/>
              <a:gdLst>
                <a:gd name="csX0" fmla="*/ 1433 w 2866"/>
                <a:gd name="csY0" fmla="*/ 1911 h 2388"/>
                <a:gd name="csX1" fmla="*/ 1433 w 2866"/>
                <a:gd name="csY1" fmla="*/ 2389 h 2388"/>
                <a:gd name="csX2" fmla="*/ 0 w 2866"/>
                <a:gd name="csY2" fmla="*/ 1911 h 2388"/>
                <a:gd name="csX3" fmla="*/ 1911 w 2866"/>
                <a:gd name="csY3" fmla="*/ 478 h 2388"/>
                <a:gd name="csX4" fmla="*/ 2866 w 2866"/>
                <a:gd name="csY4" fmla="*/ 0 h 2388"/>
                <a:gd name="csX5" fmla="*/ 2866 w 2866"/>
                <a:gd name="csY5" fmla="*/ 1433 h 2388"/>
                <a:gd name="csX6" fmla="*/ 1911 w 2866"/>
                <a:gd name="csY6" fmla="*/ 1433 h 2388"/>
                <a:gd name="csX7" fmla="*/ 1433 w 2866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388">
                  <a:moveTo>
                    <a:pt x="1433" y="1911"/>
                  </a:moveTo>
                  <a:lnTo>
                    <a:pt x="1433" y="2389"/>
                  </a:lnTo>
                  <a:lnTo>
                    <a:pt x="0" y="1911"/>
                  </a:lnTo>
                  <a:lnTo>
                    <a:pt x="1911" y="478"/>
                  </a:lnTo>
                  <a:lnTo>
                    <a:pt x="2866" y="0"/>
                  </a:lnTo>
                  <a:lnTo>
                    <a:pt x="2866" y="1433"/>
                  </a:lnTo>
                  <a:lnTo>
                    <a:pt x="1911" y="1433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1" name="Freeform 4370">
              <a:extLst>
                <a:ext uri="{FF2B5EF4-FFF2-40B4-BE49-F238E27FC236}">
                  <a16:creationId xmlns:a16="http://schemas.microsoft.com/office/drawing/2014/main" id="{1DADF2BD-9522-5F1F-4D43-2AD54BA7FB10}"/>
                </a:ext>
              </a:extLst>
            </p:cNvPr>
            <p:cNvSpPr/>
            <p:nvPr/>
          </p:nvSpPr>
          <p:spPr>
            <a:xfrm>
              <a:off x="5566197" y="4523739"/>
              <a:ext cx="2388" cy="2866"/>
            </a:xfrm>
            <a:custGeom>
              <a:avLst/>
              <a:gdLst>
                <a:gd name="csX0" fmla="*/ 2389 w 2388"/>
                <a:gd name="csY0" fmla="*/ 2389 h 2866"/>
                <a:gd name="csX1" fmla="*/ 1433 w 2388"/>
                <a:gd name="csY1" fmla="*/ 2867 h 2866"/>
                <a:gd name="csX2" fmla="*/ 478 w 2388"/>
                <a:gd name="csY2" fmla="*/ 2389 h 2866"/>
                <a:gd name="csX3" fmla="*/ 0 w 2388"/>
                <a:gd name="csY3" fmla="*/ 1911 h 2866"/>
                <a:gd name="csX4" fmla="*/ 0 w 2388"/>
                <a:gd name="csY4" fmla="*/ 956 h 2866"/>
                <a:gd name="csX5" fmla="*/ 956 w 2388"/>
                <a:gd name="csY5" fmla="*/ 0 h 2866"/>
                <a:gd name="csX6" fmla="*/ 1911 w 2388"/>
                <a:gd name="csY6" fmla="*/ 0 h 2866"/>
                <a:gd name="csX7" fmla="*/ 2389 w 2388"/>
                <a:gd name="csY7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866">
                  <a:moveTo>
                    <a:pt x="2389" y="2389"/>
                  </a:moveTo>
                  <a:lnTo>
                    <a:pt x="1433" y="2867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2" name="Freeform 4371">
              <a:extLst>
                <a:ext uri="{FF2B5EF4-FFF2-40B4-BE49-F238E27FC236}">
                  <a16:creationId xmlns:a16="http://schemas.microsoft.com/office/drawing/2014/main" id="{E385DB49-D066-F933-9E2F-0D188E40E47E}"/>
                </a:ext>
              </a:extLst>
            </p:cNvPr>
            <p:cNvSpPr/>
            <p:nvPr/>
          </p:nvSpPr>
          <p:spPr>
            <a:xfrm>
              <a:off x="5570974" y="4528995"/>
              <a:ext cx="2388" cy="2388"/>
            </a:xfrm>
            <a:custGeom>
              <a:avLst/>
              <a:gdLst>
                <a:gd name="csX0" fmla="*/ 956 w 2388"/>
                <a:gd name="csY0" fmla="*/ 1433 h 2388"/>
                <a:gd name="csX1" fmla="*/ 956 w 2388"/>
                <a:gd name="csY1" fmla="*/ 2389 h 2388"/>
                <a:gd name="csX2" fmla="*/ 0 w 2388"/>
                <a:gd name="csY2" fmla="*/ 2389 h 2388"/>
                <a:gd name="csX3" fmla="*/ 0 w 2388"/>
                <a:gd name="csY3" fmla="*/ 1911 h 2388"/>
                <a:gd name="csX4" fmla="*/ 478 w 2388"/>
                <a:gd name="csY4" fmla="*/ 478 h 2388"/>
                <a:gd name="csX5" fmla="*/ 956 w 2388"/>
                <a:gd name="csY5" fmla="*/ 0 h 2388"/>
                <a:gd name="csX6" fmla="*/ 1911 w 2388"/>
                <a:gd name="csY6" fmla="*/ 0 h 2388"/>
                <a:gd name="csX7" fmla="*/ 2389 w 2388"/>
                <a:gd name="csY7" fmla="*/ 478 h 2388"/>
                <a:gd name="csX8" fmla="*/ 1911 w 2388"/>
                <a:gd name="csY8" fmla="*/ 955 h 2388"/>
                <a:gd name="csX9" fmla="*/ 1433 w 2388"/>
                <a:gd name="csY9" fmla="*/ 1433 h 2388"/>
                <a:gd name="csX10" fmla="*/ 956 w 2388"/>
                <a:gd name="csY10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2388">
                  <a:moveTo>
                    <a:pt x="956" y="1433"/>
                  </a:moveTo>
                  <a:lnTo>
                    <a:pt x="956" y="2389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1911" y="955"/>
                  </a:lnTo>
                  <a:lnTo>
                    <a:pt x="1433" y="1433"/>
                  </a:lnTo>
                  <a:lnTo>
                    <a:pt x="95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3" name="Freeform 4372">
              <a:extLst>
                <a:ext uri="{FF2B5EF4-FFF2-40B4-BE49-F238E27FC236}">
                  <a16:creationId xmlns:a16="http://schemas.microsoft.com/office/drawing/2014/main" id="{4103A8AB-BD1A-618D-8CE2-7886D07BF8E9}"/>
                </a:ext>
              </a:extLst>
            </p:cNvPr>
            <p:cNvSpPr/>
            <p:nvPr/>
          </p:nvSpPr>
          <p:spPr>
            <a:xfrm>
              <a:off x="5561898" y="4530905"/>
              <a:ext cx="3344" cy="2866"/>
            </a:xfrm>
            <a:custGeom>
              <a:avLst/>
              <a:gdLst>
                <a:gd name="csX0" fmla="*/ 2389 w 3344"/>
                <a:gd name="csY0" fmla="*/ 2389 h 2866"/>
                <a:gd name="csX1" fmla="*/ 478 w 3344"/>
                <a:gd name="csY1" fmla="*/ 2867 h 2866"/>
                <a:gd name="csX2" fmla="*/ 0 w 3344"/>
                <a:gd name="csY2" fmla="*/ 1911 h 2866"/>
                <a:gd name="csX3" fmla="*/ 0 w 3344"/>
                <a:gd name="csY3" fmla="*/ 1433 h 2866"/>
                <a:gd name="csX4" fmla="*/ 478 w 3344"/>
                <a:gd name="csY4" fmla="*/ 1433 h 2866"/>
                <a:gd name="csX5" fmla="*/ 956 w 3344"/>
                <a:gd name="csY5" fmla="*/ 1433 h 2866"/>
                <a:gd name="csX6" fmla="*/ 1911 w 3344"/>
                <a:gd name="csY6" fmla="*/ 478 h 2866"/>
                <a:gd name="csX7" fmla="*/ 2389 w 3344"/>
                <a:gd name="csY7" fmla="*/ 0 h 2866"/>
                <a:gd name="csX8" fmla="*/ 2866 w 3344"/>
                <a:gd name="csY8" fmla="*/ 0 h 2866"/>
                <a:gd name="csX9" fmla="*/ 3344 w 3344"/>
                <a:gd name="csY9" fmla="*/ 0 h 2866"/>
                <a:gd name="csX10" fmla="*/ 3344 w 3344"/>
                <a:gd name="csY10" fmla="*/ 1433 h 2866"/>
                <a:gd name="csX11" fmla="*/ 3344 w 3344"/>
                <a:gd name="csY11" fmla="*/ 1911 h 2866"/>
                <a:gd name="csX12" fmla="*/ 2389 w 3344"/>
                <a:gd name="csY12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344" h="2866">
                  <a:moveTo>
                    <a:pt x="2389" y="2389"/>
                  </a:moveTo>
                  <a:lnTo>
                    <a:pt x="478" y="2867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1433"/>
                  </a:lnTo>
                  <a:lnTo>
                    <a:pt x="956" y="1433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344" y="0"/>
                  </a:lnTo>
                  <a:lnTo>
                    <a:pt x="3344" y="1433"/>
                  </a:lnTo>
                  <a:lnTo>
                    <a:pt x="3344" y="1911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4" name="Freeform 4373">
              <a:extLst>
                <a:ext uri="{FF2B5EF4-FFF2-40B4-BE49-F238E27FC236}">
                  <a16:creationId xmlns:a16="http://schemas.microsoft.com/office/drawing/2014/main" id="{DE5351A4-5994-B073-2FAB-8F7336E80549}"/>
                </a:ext>
              </a:extLst>
            </p:cNvPr>
            <p:cNvSpPr/>
            <p:nvPr/>
          </p:nvSpPr>
          <p:spPr>
            <a:xfrm>
              <a:off x="5567152" y="4530905"/>
              <a:ext cx="1433" cy="2388"/>
            </a:xfrm>
            <a:custGeom>
              <a:avLst/>
              <a:gdLst>
                <a:gd name="csX0" fmla="*/ 1433 w 1433"/>
                <a:gd name="csY0" fmla="*/ 1911 h 2388"/>
                <a:gd name="csX1" fmla="*/ 1433 w 1433"/>
                <a:gd name="csY1" fmla="*/ 2389 h 2388"/>
                <a:gd name="csX2" fmla="*/ 0 w 1433"/>
                <a:gd name="csY2" fmla="*/ 2389 h 2388"/>
                <a:gd name="csX3" fmla="*/ 478 w 1433"/>
                <a:gd name="csY3" fmla="*/ 1911 h 2388"/>
                <a:gd name="csX4" fmla="*/ 0 w 1433"/>
                <a:gd name="csY4" fmla="*/ 1911 h 2388"/>
                <a:gd name="csX5" fmla="*/ 478 w 1433"/>
                <a:gd name="csY5" fmla="*/ 478 h 2388"/>
                <a:gd name="csX6" fmla="*/ 478 w 1433"/>
                <a:gd name="csY6" fmla="*/ 0 h 2388"/>
                <a:gd name="csX7" fmla="*/ 956 w 1433"/>
                <a:gd name="csY7" fmla="*/ 478 h 2388"/>
                <a:gd name="csX8" fmla="*/ 956 w 1433"/>
                <a:gd name="csY8" fmla="*/ 956 h 2388"/>
                <a:gd name="csX9" fmla="*/ 1433 w 1433"/>
                <a:gd name="csY9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33" h="2388">
                  <a:moveTo>
                    <a:pt x="1433" y="1911"/>
                  </a:moveTo>
                  <a:lnTo>
                    <a:pt x="1433" y="2389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956" y="478"/>
                  </a:lnTo>
                  <a:lnTo>
                    <a:pt x="956" y="956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5" name="Freeform 4374">
              <a:extLst>
                <a:ext uri="{FF2B5EF4-FFF2-40B4-BE49-F238E27FC236}">
                  <a16:creationId xmlns:a16="http://schemas.microsoft.com/office/drawing/2014/main" id="{3B3C5BEB-FB5A-A2EF-11AD-57136CE25BC7}"/>
                </a:ext>
              </a:extLst>
            </p:cNvPr>
            <p:cNvSpPr/>
            <p:nvPr/>
          </p:nvSpPr>
          <p:spPr>
            <a:xfrm>
              <a:off x="4693386" y="4579634"/>
              <a:ext cx="56849" cy="54461"/>
            </a:xfrm>
            <a:custGeom>
              <a:avLst/>
              <a:gdLst>
                <a:gd name="csX0" fmla="*/ 0 w 56849"/>
                <a:gd name="csY0" fmla="*/ 0 h 54461"/>
                <a:gd name="csX1" fmla="*/ 955 w 56849"/>
                <a:gd name="csY1" fmla="*/ 0 h 54461"/>
                <a:gd name="csX2" fmla="*/ 3822 w 56849"/>
                <a:gd name="csY2" fmla="*/ 2866 h 54461"/>
                <a:gd name="csX3" fmla="*/ 5255 w 56849"/>
                <a:gd name="csY3" fmla="*/ 3822 h 54461"/>
                <a:gd name="csX4" fmla="*/ 5733 w 56849"/>
                <a:gd name="csY4" fmla="*/ 3822 h 54461"/>
                <a:gd name="csX5" fmla="*/ 5733 w 56849"/>
                <a:gd name="csY5" fmla="*/ 2866 h 54461"/>
                <a:gd name="csX6" fmla="*/ 7166 w 56849"/>
                <a:gd name="csY6" fmla="*/ 3344 h 54461"/>
                <a:gd name="csX7" fmla="*/ 10988 w 56849"/>
                <a:gd name="csY7" fmla="*/ 5255 h 54461"/>
                <a:gd name="csX8" fmla="*/ 16243 w 56849"/>
                <a:gd name="csY8" fmla="*/ 8599 h 54461"/>
                <a:gd name="csX9" fmla="*/ 23886 w 56849"/>
                <a:gd name="csY9" fmla="*/ 14809 h 54461"/>
                <a:gd name="csX10" fmla="*/ 26275 w 56849"/>
                <a:gd name="csY10" fmla="*/ 17198 h 54461"/>
                <a:gd name="csX11" fmla="*/ 27708 w 56849"/>
                <a:gd name="csY11" fmla="*/ 18154 h 54461"/>
                <a:gd name="csX12" fmla="*/ 30097 w 56849"/>
                <a:gd name="csY12" fmla="*/ 21020 h 54461"/>
                <a:gd name="csX13" fmla="*/ 30575 w 56849"/>
                <a:gd name="csY13" fmla="*/ 21975 h 54461"/>
                <a:gd name="csX14" fmla="*/ 30575 w 56849"/>
                <a:gd name="csY14" fmla="*/ 27231 h 54461"/>
                <a:gd name="csX15" fmla="*/ 28664 w 56849"/>
                <a:gd name="csY15" fmla="*/ 31052 h 54461"/>
                <a:gd name="csX16" fmla="*/ 28186 w 56849"/>
                <a:gd name="csY16" fmla="*/ 33441 h 54461"/>
                <a:gd name="csX17" fmla="*/ 28186 w 56849"/>
                <a:gd name="csY17" fmla="*/ 37263 h 54461"/>
                <a:gd name="csX18" fmla="*/ 26753 w 56849"/>
                <a:gd name="csY18" fmla="*/ 39174 h 54461"/>
                <a:gd name="csX19" fmla="*/ 28186 w 56849"/>
                <a:gd name="csY19" fmla="*/ 38218 h 54461"/>
                <a:gd name="csX20" fmla="*/ 28664 w 56849"/>
                <a:gd name="csY20" fmla="*/ 34874 h 54461"/>
                <a:gd name="csX21" fmla="*/ 30097 w 56849"/>
                <a:gd name="csY21" fmla="*/ 32963 h 54461"/>
                <a:gd name="csX22" fmla="*/ 32008 w 56849"/>
                <a:gd name="csY22" fmla="*/ 31052 h 54461"/>
                <a:gd name="csX23" fmla="*/ 34396 w 56849"/>
                <a:gd name="csY23" fmla="*/ 30097 h 54461"/>
                <a:gd name="csX24" fmla="*/ 36785 w 56849"/>
                <a:gd name="csY24" fmla="*/ 31052 h 54461"/>
                <a:gd name="csX25" fmla="*/ 38696 w 56849"/>
                <a:gd name="csY25" fmla="*/ 31530 h 54461"/>
                <a:gd name="csX26" fmla="*/ 40607 w 56849"/>
                <a:gd name="csY26" fmla="*/ 32008 h 54461"/>
                <a:gd name="csX27" fmla="*/ 44429 w 56849"/>
                <a:gd name="csY27" fmla="*/ 35352 h 54461"/>
                <a:gd name="csX28" fmla="*/ 47773 w 56849"/>
                <a:gd name="csY28" fmla="*/ 38218 h 54461"/>
                <a:gd name="csX29" fmla="*/ 49206 w 56849"/>
                <a:gd name="csY29" fmla="*/ 40129 h 54461"/>
                <a:gd name="csX30" fmla="*/ 53028 w 56849"/>
                <a:gd name="csY30" fmla="*/ 41563 h 54461"/>
                <a:gd name="csX31" fmla="*/ 55416 w 56849"/>
                <a:gd name="csY31" fmla="*/ 42996 h 54461"/>
                <a:gd name="csX32" fmla="*/ 56372 w 56849"/>
                <a:gd name="csY32" fmla="*/ 44429 h 54461"/>
                <a:gd name="csX33" fmla="*/ 56850 w 56849"/>
                <a:gd name="csY33" fmla="*/ 48251 h 54461"/>
                <a:gd name="csX34" fmla="*/ 55894 w 56849"/>
                <a:gd name="csY34" fmla="*/ 53983 h 54461"/>
                <a:gd name="csX35" fmla="*/ 55894 w 56849"/>
                <a:gd name="csY35" fmla="*/ 54461 h 544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56849" h="54461">
                  <a:moveTo>
                    <a:pt x="0" y="0"/>
                  </a:moveTo>
                  <a:lnTo>
                    <a:pt x="955" y="0"/>
                  </a:lnTo>
                  <a:lnTo>
                    <a:pt x="3822" y="2866"/>
                  </a:lnTo>
                  <a:lnTo>
                    <a:pt x="5255" y="3822"/>
                  </a:lnTo>
                  <a:lnTo>
                    <a:pt x="5733" y="3822"/>
                  </a:lnTo>
                  <a:lnTo>
                    <a:pt x="5733" y="2866"/>
                  </a:lnTo>
                  <a:lnTo>
                    <a:pt x="7166" y="3344"/>
                  </a:lnTo>
                  <a:lnTo>
                    <a:pt x="10988" y="5255"/>
                  </a:lnTo>
                  <a:lnTo>
                    <a:pt x="16243" y="8599"/>
                  </a:lnTo>
                  <a:lnTo>
                    <a:pt x="23886" y="14809"/>
                  </a:lnTo>
                  <a:lnTo>
                    <a:pt x="26275" y="17198"/>
                  </a:lnTo>
                  <a:lnTo>
                    <a:pt x="27708" y="18154"/>
                  </a:lnTo>
                  <a:lnTo>
                    <a:pt x="30097" y="21020"/>
                  </a:lnTo>
                  <a:lnTo>
                    <a:pt x="30575" y="21975"/>
                  </a:lnTo>
                  <a:lnTo>
                    <a:pt x="30575" y="27231"/>
                  </a:lnTo>
                  <a:lnTo>
                    <a:pt x="28664" y="31052"/>
                  </a:lnTo>
                  <a:lnTo>
                    <a:pt x="28186" y="33441"/>
                  </a:lnTo>
                  <a:lnTo>
                    <a:pt x="28186" y="37263"/>
                  </a:lnTo>
                  <a:lnTo>
                    <a:pt x="26753" y="39174"/>
                  </a:lnTo>
                  <a:lnTo>
                    <a:pt x="28186" y="38218"/>
                  </a:lnTo>
                  <a:lnTo>
                    <a:pt x="28664" y="34874"/>
                  </a:lnTo>
                  <a:lnTo>
                    <a:pt x="30097" y="32963"/>
                  </a:lnTo>
                  <a:lnTo>
                    <a:pt x="32008" y="31052"/>
                  </a:lnTo>
                  <a:lnTo>
                    <a:pt x="34396" y="30097"/>
                  </a:lnTo>
                  <a:lnTo>
                    <a:pt x="36785" y="31052"/>
                  </a:lnTo>
                  <a:lnTo>
                    <a:pt x="38696" y="31530"/>
                  </a:lnTo>
                  <a:lnTo>
                    <a:pt x="40607" y="32008"/>
                  </a:lnTo>
                  <a:lnTo>
                    <a:pt x="44429" y="35352"/>
                  </a:lnTo>
                  <a:lnTo>
                    <a:pt x="47773" y="38218"/>
                  </a:lnTo>
                  <a:lnTo>
                    <a:pt x="49206" y="40129"/>
                  </a:lnTo>
                  <a:lnTo>
                    <a:pt x="53028" y="41563"/>
                  </a:lnTo>
                  <a:lnTo>
                    <a:pt x="55416" y="42996"/>
                  </a:lnTo>
                  <a:lnTo>
                    <a:pt x="56372" y="44429"/>
                  </a:lnTo>
                  <a:lnTo>
                    <a:pt x="56850" y="48251"/>
                  </a:lnTo>
                  <a:lnTo>
                    <a:pt x="55894" y="53983"/>
                  </a:lnTo>
                  <a:lnTo>
                    <a:pt x="55894" y="5446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6" name="Freeform 4375">
              <a:extLst>
                <a:ext uri="{FF2B5EF4-FFF2-40B4-BE49-F238E27FC236}">
                  <a16:creationId xmlns:a16="http://schemas.microsoft.com/office/drawing/2014/main" id="{974DDF3B-E0EB-C9C8-B1DB-8CF24AD99C31}"/>
                </a:ext>
              </a:extLst>
            </p:cNvPr>
            <p:cNvSpPr/>
            <p:nvPr/>
          </p:nvSpPr>
          <p:spPr>
            <a:xfrm>
              <a:off x="4680964" y="4593488"/>
              <a:ext cx="1911" cy="3343"/>
            </a:xfrm>
            <a:custGeom>
              <a:avLst/>
              <a:gdLst>
                <a:gd name="csX0" fmla="*/ 0 w 1911"/>
                <a:gd name="csY0" fmla="*/ 3344 h 3343"/>
                <a:gd name="csX1" fmla="*/ 956 w 1911"/>
                <a:gd name="csY1" fmla="*/ 2389 h 3343"/>
                <a:gd name="csX2" fmla="*/ 1911 w 1911"/>
                <a:gd name="csY2" fmla="*/ 0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3343">
                  <a:moveTo>
                    <a:pt x="0" y="3344"/>
                  </a:moveTo>
                  <a:lnTo>
                    <a:pt x="956" y="2389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7" name="Freeform 4376">
              <a:extLst>
                <a:ext uri="{FF2B5EF4-FFF2-40B4-BE49-F238E27FC236}">
                  <a16:creationId xmlns:a16="http://schemas.microsoft.com/office/drawing/2014/main" id="{AB2E9CC0-93CE-9E78-76D6-8ABA4D98D42D}"/>
                </a:ext>
              </a:extLst>
            </p:cNvPr>
            <p:cNvSpPr/>
            <p:nvPr/>
          </p:nvSpPr>
          <p:spPr>
            <a:xfrm>
              <a:off x="4681442" y="4602087"/>
              <a:ext cx="477" cy="1910"/>
            </a:xfrm>
            <a:custGeom>
              <a:avLst/>
              <a:gdLst>
                <a:gd name="csX0" fmla="*/ 0 w 477"/>
                <a:gd name="csY0" fmla="*/ 1911 h 1910"/>
                <a:gd name="csX1" fmla="*/ 0 w 477"/>
                <a:gd name="csY1" fmla="*/ 956 h 1910"/>
                <a:gd name="csX2" fmla="*/ 478 w 477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910">
                  <a:moveTo>
                    <a:pt x="0" y="1911"/>
                  </a:moveTo>
                  <a:lnTo>
                    <a:pt x="0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8" name="Freeform 4377">
              <a:extLst>
                <a:ext uri="{FF2B5EF4-FFF2-40B4-BE49-F238E27FC236}">
                  <a16:creationId xmlns:a16="http://schemas.microsoft.com/office/drawing/2014/main" id="{A30EEF09-5EE0-DD99-4280-573BC0E4BDC8}"/>
                </a:ext>
              </a:extLst>
            </p:cNvPr>
            <p:cNvSpPr/>
            <p:nvPr/>
          </p:nvSpPr>
          <p:spPr>
            <a:xfrm>
              <a:off x="4687175" y="4604954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9" name="Freeform 4378">
              <a:extLst>
                <a:ext uri="{FF2B5EF4-FFF2-40B4-BE49-F238E27FC236}">
                  <a16:creationId xmlns:a16="http://schemas.microsoft.com/office/drawing/2014/main" id="{397D3979-8098-FC16-678E-0563958A83AC}"/>
                </a:ext>
              </a:extLst>
            </p:cNvPr>
            <p:cNvSpPr/>
            <p:nvPr/>
          </p:nvSpPr>
          <p:spPr>
            <a:xfrm>
              <a:off x="4686220" y="4607820"/>
              <a:ext cx="477" cy="955"/>
            </a:xfrm>
            <a:custGeom>
              <a:avLst/>
              <a:gdLst>
                <a:gd name="csX0" fmla="*/ 0 w 477"/>
                <a:gd name="csY0" fmla="*/ 955 h 955"/>
                <a:gd name="csX1" fmla="*/ 0 w 477"/>
                <a:gd name="csY1" fmla="*/ 955 h 955"/>
                <a:gd name="csX2" fmla="*/ 478 w 4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0" y="955"/>
                  </a:moveTo>
                  <a:lnTo>
                    <a:pt x="0" y="955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0" name="Freeform 4379">
              <a:extLst>
                <a:ext uri="{FF2B5EF4-FFF2-40B4-BE49-F238E27FC236}">
                  <a16:creationId xmlns:a16="http://schemas.microsoft.com/office/drawing/2014/main" id="{749F985B-C28E-932E-F0F5-684409F4AE93}"/>
                </a:ext>
              </a:extLst>
            </p:cNvPr>
            <p:cNvSpPr/>
            <p:nvPr/>
          </p:nvSpPr>
          <p:spPr>
            <a:xfrm>
              <a:off x="4669977" y="4614030"/>
              <a:ext cx="477" cy="2388"/>
            </a:xfrm>
            <a:custGeom>
              <a:avLst/>
              <a:gdLst>
                <a:gd name="csX0" fmla="*/ 478 w 477"/>
                <a:gd name="csY0" fmla="*/ 2389 h 2388"/>
                <a:gd name="csX1" fmla="*/ 0 w 477"/>
                <a:gd name="csY1" fmla="*/ 1433 h 2388"/>
                <a:gd name="csX2" fmla="*/ 478 w 477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2388">
                  <a:moveTo>
                    <a:pt x="478" y="2389"/>
                  </a:moveTo>
                  <a:lnTo>
                    <a:pt x="0" y="1433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1" name="Freeform 4380">
              <a:extLst>
                <a:ext uri="{FF2B5EF4-FFF2-40B4-BE49-F238E27FC236}">
                  <a16:creationId xmlns:a16="http://schemas.microsoft.com/office/drawing/2014/main" id="{AF45E418-ACD6-320F-7EF4-9275D03E59CC}"/>
                </a:ext>
              </a:extLst>
            </p:cNvPr>
            <p:cNvSpPr/>
            <p:nvPr/>
          </p:nvSpPr>
          <p:spPr>
            <a:xfrm>
              <a:off x="4679054" y="4639350"/>
              <a:ext cx="84557" cy="73570"/>
            </a:xfrm>
            <a:custGeom>
              <a:avLst/>
              <a:gdLst>
                <a:gd name="csX0" fmla="*/ 84558 w 84557"/>
                <a:gd name="csY0" fmla="*/ 60194 h 73570"/>
                <a:gd name="csX1" fmla="*/ 83603 w 84557"/>
                <a:gd name="csY1" fmla="*/ 60194 h 73570"/>
                <a:gd name="csX2" fmla="*/ 83125 w 84557"/>
                <a:gd name="csY2" fmla="*/ 60672 h 73570"/>
                <a:gd name="csX3" fmla="*/ 83125 w 84557"/>
                <a:gd name="csY3" fmla="*/ 60672 h 73570"/>
                <a:gd name="csX4" fmla="*/ 83125 w 84557"/>
                <a:gd name="csY4" fmla="*/ 60672 h 73570"/>
                <a:gd name="csX5" fmla="*/ 81692 w 84557"/>
                <a:gd name="csY5" fmla="*/ 60672 h 73570"/>
                <a:gd name="csX6" fmla="*/ 80258 w 84557"/>
                <a:gd name="csY6" fmla="*/ 60672 h 73570"/>
                <a:gd name="csX7" fmla="*/ 78825 w 84557"/>
                <a:gd name="csY7" fmla="*/ 61149 h 73570"/>
                <a:gd name="csX8" fmla="*/ 77870 w 84557"/>
                <a:gd name="csY8" fmla="*/ 61149 h 73570"/>
                <a:gd name="csX9" fmla="*/ 77392 w 84557"/>
                <a:gd name="csY9" fmla="*/ 61149 h 73570"/>
                <a:gd name="csX10" fmla="*/ 75003 w 84557"/>
                <a:gd name="csY10" fmla="*/ 60672 h 73570"/>
                <a:gd name="csX11" fmla="*/ 74048 w 84557"/>
                <a:gd name="csY11" fmla="*/ 60672 h 73570"/>
                <a:gd name="csX12" fmla="*/ 74048 w 84557"/>
                <a:gd name="csY12" fmla="*/ 60672 h 73570"/>
                <a:gd name="csX13" fmla="*/ 73570 w 84557"/>
                <a:gd name="csY13" fmla="*/ 60194 h 73570"/>
                <a:gd name="csX14" fmla="*/ 72615 w 84557"/>
                <a:gd name="csY14" fmla="*/ 58761 h 73570"/>
                <a:gd name="csX15" fmla="*/ 72137 w 84557"/>
                <a:gd name="csY15" fmla="*/ 58761 h 73570"/>
                <a:gd name="csX16" fmla="*/ 70704 w 84557"/>
                <a:gd name="csY16" fmla="*/ 59239 h 73570"/>
                <a:gd name="csX17" fmla="*/ 68793 w 84557"/>
                <a:gd name="csY17" fmla="*/ 59716 h 73570"/>
                <a:gd name="csX18" fmla="*/ 68793 w 84557"/>
                <a:gd name="csY18" fmla="*/ 59716 h 73570"/>
                <a:gd name="csX19" fmla="*/ 68315 w 84557"/>
                <a:gd name="csY19" fmla="*/ 59716 h 73570"/>
                <a:gd name="csX20" fmla="*/ 67837 w 84557"/>
                <a:gd name="csY20" fmla="*/ 59716 h 73570"/>
                <a:gd name="csX21" fmla="*/ 66882 w 84557"/>
                <a:gd name="csY21" fmla="*/ 60194 h 73570"/>
                <a:gd name="csX22" fmla="*/ 65927 w 84557"/>
                <a:gd name="csY22" fmla="*/ 60672 h 73570"/>
                <a:gd name="csX23" fmla="*/ 64493 w 84557"/>
                <a:gd name="csY23" fmla="*/ 63060 h 73570"/>
                <a:gd name="csX24" fmla="*/ 63538 w 84557"/>
                <a:gd name="csY24" fmla="*/ 64016 h 73570"/>
                <a:gd name="csX25" fmla="*/ 62582 w 84557"/>
                <a:gd name="csY25" fmla="*/ 64493 h 73570"/>
                <a:gd name="csX26" fmla="*/ 60671 w 84557"/>
                <a:gd name="csY26" fmla="*/ 64493 h 73570"/>
                <a:gd name="csX27" fmla="*/ 58761 w 84557"/>
                <a:gd name="csY27" fmla="*/ 64493 h 73570"/>
                <a:gd name="csX28" fmla="*/ 58761 w 84557"/>
                <a:gd name="csY28" fmla="*/ 64493 h 73570"/>
                <a:gd name="csX29" fmla="*/ 56850 w 84557"/>
                <a:gd name="csY29" fmla="*/ 64971 h 73570"/>
                <a:gd name="csX30" fmla="*/ 55416 w 84557"/>
                <a:gd name="csY30" fmla="*/ 65449 h 73570"/>
                <a:gd name="csX31" fmla="*/ 54939 w 84557"/>
                <a:gd name="csY31" fmla="*/ 65449 h 73570"/>
                <a:gd name="csX32" fmla="*/ 54939 w 84557"/>
                <a:gd name="csY32" fmla="*/ 65449 h 73570"/>
                <a:gd name="csX33" fmla="*/ 54461 w 84557"/>
                <a:gd name="csY33" fmla="*/ 66882 h 73570"/>
                <a:gd name="csX34" fmla="*/ 54461 w 84557"/>
                <a:gd name="csY34" fmla="*/ 67360 h 73570"/>
                <a:gd name="csX35" fmla="*/ 53983 w 84557"/>
                <a:gd name="csY35" fmla="*/ 67838 h 73570"/>
                <a:gd name="csX36" fmla="*/ 52550 w 84557"/>
                <a:gd name="csY36" fmla="*/ 67838 h 73570"/>
                <a:gd name="csX37" fmla="*/ 52072 w 84557"/>
                <a:gd name="csY37" fmla="*/ 67838 h 73570"/>
                <a:gd name="csX38" fmla="*/ 51595 w 84557"/>
                <a:gd name="csY38" fmla="*/ 67838 h 73570"/>
                <a:gd name="csX39" fmla="*/ 51117 w 84557"/>
                <a:gd name="csY39" fmla="*/ 67360 h 73570"/>
                <a:gd name="csX40" fmla="*/ 49684 w 84557"/>
                <a:gd name="csY40" fmla="*/ 66882 h 73570"/>
                <a:gd name="csX41" fmla="*/ 48728 w 84557"/>
                <a:gd name="csY41" fmla="*/ 66882 h 73570"/>
                <a:gd name="csX42" fmla="*/ 48251 w 84557"/>
                <a:gd name="csY42" fmla="*/ 66405 h 73570"/>
                <a:gd name="csX43" fmla="*/ 48251 w 84557"/>
                <a:gd name="csY43" fmla="*/ 66405 h 73570"/>
                <a:gd name="csX44" fmla="*/ 47773 w 84557"/>
                <a:gd name="csY44" fmla="*/ 66405 h 73570"/>
                <a:gd name="csX45" fmla="*/ 47773 w 84557"/>
                <a:gd name="csY45" fmla="*/ 66405 h 73570"/>
                <a:gd name="csX46" fmla="*/ 47295 w 84557"/>
                <a:gd name="csY46" fmla="*/ 66882 h 73570"/>
                <a:gd name="csX47" fmla="*/ 46817 w 84557"/>
                <a:gd name="csY47" fmla="*/ 67360 h 73570"/>
                <a:gd name="csX48" fmla="*/ 46817 w 84557"/>
                <a:gd name="csY48" fmla="*/ 68315 h 73570"/>
                <a:gd name="csX49" fmla="*/ 45384 w 84557"/>
                <a:gd name="csY49" fmla="*/ 68793 h 73570"/>
                <a:gd name="csX50" fmla="*/ 44906 w 84557"/>
                <a:gd name="csY50" fmla="*/ 68793 h 73570"/>
                <a:gd name="csX51" fmla="*/ 44429 w 84557"/>
                <a:gd name="csY51" fmla="*/ 69271 h 73570"/>
                <a:gd name="csX52" fmla="*/ 44906 w 84557"/>
                <a:gd name="csY52" fmla="*/ 70704 h 73570"/>
                <a:gd name="csX53" fmla="*/ 44429 w 84557"/>
                <a:gd name="csY53" fmla="*/ 71659 h 73570"/>
                <a:gd name="csX54" fmla="*/ 44429 w 84557"/>
                <a:gd name="csY54" fmla="*/ 72137 h 73570"/>
                <a:gd name="csX55" fmla="*/ 44429 w 84557"/>
                <a:gd name="csY55" fmla="*/ 72137 h 73570"/>
                <a:gd name="csX56" fmla="*/ 42518 w 84557"/>
                <a:gd name="csY56" fmla="*/ 72137 h 73570"/>
                <a:gd name="csX57" fmla="*/ 41085 w 84557"/>
                <a:gd name="csY57" fmla="*/ 72137 h 73570"/>
                <a:gd name="csX58" fmla="*/ 41085 w 84557"/>
                <a:gd name="csY58" fmla="*/ 72137 h 73570"/>
                <a:gd name="csX59" fmla="*/ 40129 w 84557"/>
                <a:gd name="csY59" fmla="*/ 72615 h 73570"/>
                <a:gd name="csX60" fmla="*/ 38696 w 84557"/>
                <a:gd name="csY60" fmla="*/ 73570 h 73570"/>
                <a:gd name="csX61" fmla="*/ 38696 w 84557"/>
                <a:gd name="csY61" fmla="*/ 73570 h 73570"/>
                <a:gd name="csX62" fmla="*/ 38218 w 84557"/>
                <a:gd name="csY62" fmla="*/ 73570 h 73570"/>
                <a:gd name="csX63" fmla="*/ 38218 w 84557"/>
                <a:gd name="csY63" fmla="*/ 73570 h 73570"/>
                <a:gd name="csX64" fmla="*/ 37740 w 84557"/>
                <a:gd name="csY64" fmla="*/ 73570 h 73570"/>
                <a:gd name="csX65" fmla="*/ 37263 w 84557"/>
                <a:gd name="csY65" fmla="*/ 73570 h 73570"/>
                <a:gd name="csX66" fmla="*/ 36307 w 84557"/>
                <a:gd name="csY66" fmla="*/ 72615 h 73570"/>
                <a:gd name="csX67" fmla="*/ 35352 w 84557"/>
                <a:gd name="csY67" fmla="*/ 71659 h 73570"/>
                <a:gd name="csX68" fmla="*/ 32486 w 84557"/>
                <a:gd name="csY68" fmla="*/ 70704 h 73570"/>
                <a:gd name="csX69" fmla="*/ 30097 w 84557"/>
                <a:gd name="csY69" fmla="*/ 70226 h 73570"/>
                <a:gd name="csX70" fmla="*/ 28186 w 84557"/>
                <a:gd name="csY70" fmla="*/ 68793 h 73570"/>
                <a:gd name="csX71" fmla="*/ 28186 w 84557"/>
                <a:gd name="csY71" fmla="*/ 67838 h 73570"/>
                <a:gd name="csX72" fmla="*/ 27230 w 84557"/>
                <a:gd name="csY72" fmla="*/ 67838 h 73570"/>
                <a:gd name="csX73" fmla="*/ 25320 w 84557"/>
                <a:gd name="csY73" fmla="*/ 65927 h 73570"/>
                <a:gd name="csX74" fmla="*/ 23886 w 84557"/>
                <a:gd name="csY74" fmla="*/ 64493 h 73570"/>
                <a:gd name="csX75" fmla="*/ 22931 w 84557"/>
                <a:gd name="csY75" fmla="*/ 64016 h 73570"/>
                <a:gd name="csX76" fmla="*/ 21498 w 84557"/>
                <a:gd name="csY76" fmla="*/ 63538 h 73570"/>
                <a:gd name="csX77" fmla="*/ 21498 w 84557"/>
                <a:gd name="csY77" fmla="*/ 62582 h 73570"/>
                <a:gd name="csX78" fmla="*/ 21498 w 84557"/>
                <a:gd name="csY78" fmla="*/ 62105 h 73570"/>
                <a:gd name="csX79" fmla="*/ 21020 w 84557"/>
                <a:gd name="csY79" fmla="*/ 61627 h 73570"/>
                <a:gd name="csX80" fmla="*/ 20064 w 84557"/>
                <a:gd name="csY80" fmla="*/ 61149 h 73570"/>
                <a:gd name="csX81" fmla="*/ 19587 w 84557"/>
                <a:gd name="csY81" fmla="*/ 60672 h 73570"/>
                <a:gd name="csX82" fmla="*/ 19587 w 84557"/>
                <a:gd name="csY82" fmla="*/ 59716 h 73570"/>
                <a:gd name="csX83" fmla="*/ 20064 w 84557"/>
                <a:gd name="csY83" fmla="*/ 56850 h 73570"/>
                <a:gd name="csX84" fmla="*/ 19587 w 84557"/>
                <a:gd name="csY84" fmla="*/ 53983 h 73570"/>
                <a:gd name="csX85" fmla="*/ 17676 w 84557"/>
                <a:gd name="csY85" fmla="*/ 53028 h 73570"/>
                <a:gd name="csX86" fmla="*/ 17198 w 84557"/>
                <a:gd name="csY86" fmla="*/ 52550 h 73570"/>
                <a:gd name="csX87" fmla="*/ 15765 w 84557"/>
                <a:gd name="csY87" fmla="*/ 48251 h 73570"/>
                <a:gd name="csX88" fmla="*/ 14809 w 84557"/>
                <a:gd name="csY88" fmla="*/ 46817 h 73570"/>
                <a:gd name="csX89" fmla="*/ 14809 w 84557"/>
                <a:gd name="csY89" fmla="*/ 45384 h 73570"/>
                <a:gd name="csX90" fmla="*/ 15287 w 84557"/>
                <a:gd name="csY90" fmla="*/ 41085 h 73570"/>
                <a:gd name="csX91" fmla="*/ 15765 w 84557"/>
                <a:gd name="csY91" fmla="*/ 39174 h 73570"/>
                <a:gd name="csX92" fmla="*/ 17198 w 84557"/>
                <a:gd name="csY92" fmla="*/ 35830 h 73570"/>
                <a:gd name="csX93" fmla="*/ 18154 w 84557"/>
                <a:gd name="csY93" fmla="*/ 34874 h 73570"/>
                <a:gd name="csX94" fmla="*/ 18154 w 84557"/>
                <a:gd name="csY94" fmla="*/ 33919 h 73570"/>
                <a:gd name="csX95" fmla="*/ 18154 w 84557"/>
                <a:gd name="csY95" fmla="*/ 32486 h 73570"/>
                <a:gd name="csX96" fmla="*/ 17676 w 84557"/>
                <a:gd name="csY96" fmla="*/ 30097 h 73570"/>
                <a:gd name="csX97" fmla="*/ 20064 w 84557"/>
                <a:gd name="csY97" fmla="*/ 29141 h 73570"/>
                <a:gd name="csX98" fmla="*/ 21020 w 84557"/>
                <a:gd name="csY98" fmla="*/ 28186 h 73570"/>
                <a:gd name="csX99" fmla="*/ 21498 w 84557"/>
                <a:gd name="csY99" fmla="*/ 27231 h 73570"/>
                <a:gd name="csX100" fmla="*/ 22453 w 84557"/>
                <a:gd name="csY100" fmla="*/ 26275 h 73570"/>
                <a:gd name="csX101" fmla="*/ 23409 w 84557"/>
                <a:gd name="csY101" fmla="*/ 24842 h 73570"/>
                <a:gd name="csX102" fmla="*/ 23886 w 84557"/>
                <a:gd name="csY102" fmla="*/ 23886 h 73570"/>
                <a:gd name="csX103" fmla="*/ 23409 w 84557"/>
                <a:gd name="csY103" fmla="*/ 23409 h 73570"/>
                <a:gd name="csX104" fmla="*/ 22931 w 84557"/>
                <a:gd name="csY104" fmla="*/ 23409 h 73570"/>
                <a:gd name="csX105" fmla="*/ 22453 w 84557"/>
                <a:gd name="csY105" fmla="*/ 22453 h 73570"/>
                <a:gd name="csX106" fmla="*/ 21020 w 84557"/>
                <a:gd name="csY106" fmla="*/ 20065 h 73570"/>
                <a:gd name="csX107" fmla="*/ 20542 w 84557"/>
                <a:gd name="csY107" fmla="*/ 19587 h 73570"/>
                <a:gd name="csX108" fmla="*/ 20064 w 84557"/>
                <a:gd name="csY108" fmla="*/ 18632 h 73570"/>
                <a:gd name="csX109" fmla="*/ 20064 w 84557"/>
                <a:gd name="csY109" fmla="*/ 17676 h 73570"/>
                <a:gd name="csX110" fmla="*/ 21020 w 84557"/>
                <a:gd name="csY110" fmla="*/ 16721 h 73570"/>
                <a:gd name="csX111" fmla="*/ 20542 w 84557"/>
                <a:gd name="csY111" fmla="*/ 15765 h 73570"/>
                <a:gd name="csX112" fmla="*/ 20064 w 84557"/>
                <a:gd name="csY112" fmla="*/ 15287 h 73570"/>
                <a:gd name="csX113" fmla="*/ 18154 w 84557"/>
                <a:gd name="csY113" fmla="*/ 14332 h 73570"/>
                <a:gd name="csX114" fmla="*/ 16721 w 84557"/>
                <a:gd name="csY114" fmla="*/ 14332 h 73570"/>
                <a:gd name="csX115" fmla="*/ 15765 w 84557"/>
                <a:gd name="csY115" fmla="*/ 13854 h 73570"/>
                <a:gd name="csX116" fmla="*/ 13854 w 84557"/>
                <a:gd name="csY116" fmla="*/ 13854 h 73570"/>
                <a:gd name="csX117" fmla="*/ 12898 w 84557"/>
                <a:gd name="csY117" fmla="*/ 13854 h 73570"/>
                <a:gd name="csX118" fmla="*/ 12421 w 84557"/>
                <a:gd name="csY118" fmla="*/ 13854 h 73570"/>
                <a:gd name="csX119" fmla="*/ 11943 w 84557"/>
                <a:gd name="csY119" fmla="*/ 13376 h 73570"/>
                <a:gd name="csX120" fmla="*/ 11943 w 84557"/>
                <a:gd name="csY120" fmla="*/ 12421 h 73570"/>
                <a:gd name="csX121" fmla="*/ 12421 w 84557"/>
                <a:gd name="csY121" fmla="*/ 11943 h 73570"/>
                <a:gd name="csX122" fmla="*/ 13376 w 84557"/>
                <a:gd name="csY122" fmla="*/ 10988 h 73570"/>
                <a:gd name="csX123" fmla="*/ 14332 w 84557"/>
                <a:gd name="csY123" fmla="*/ 9555 h 73570"/>
                <a:gd name="csX124" fmla="*/ 14332 w 84557"/>
                <a:gd name="csY124" fmla="*/ 8121 h 73570"/>
                <a:gd name="csX125" fmla="*/ 14332 w 84557"/>
                <a:gd name="csY125" fmla="*/ 6210 h 73570"/>
                <a:gd name="csX126" fmla="*/ 14809 w 84557"/>
                <a:gd name="csY126" fmla="*/ 4777 h 73570"/>
                <a:gd name="csX127" fmla="*/ 14809 w 84557"/>
                <a:gd name="csY127" fmla="*/ 3344 h 73570"/>
                <a:gd name="csX128" fmla="*/ 13376 w 84557"/>
                <a:gd name="csY128" fmla="*/ 2389 h 73570"/>
                <a:gd name="csX129" fmla="*/ 12898 w 84557"/>
                <a:gd name="csY129" fmla="*/ 1433 h 73570"/>
                <a:gd name="csX130" fmla="*/ 11943 w 84557"/>
                <a:gd name="csY130" fmla="*/ 478 h 73570"/>
                <a:gd name="csX131" fmla="*/ 11465 w 84557"/>
                <a:gd name="csY131" fmla="*/ 478 h 73570"/>
                <a:gd name="csX132" fmla="*/ 11465 w 84557"/>
                <a:gd name="csY132" fmla="*/ 478 h 73570"/>
                <a:gd name="csX133" fmla="*/ 10032 w 84557"/>
                <a:gd name="csY133" fmla="*/ 0 h 73570"/>
                <a:gd name="csX134" fmla="*/ 10032 w 84557"/>
                <a:gd name="csY134" fmla="*/ 0 h 73570"/>
                <a:gd name="csX135" fmla="*/ 8121 w 84557"/>
                <a:gd name="csY135" fmla="*/ 956 h 73570"/>
                <a:gd name="csX136" fmla="*/ 8121 w 84557"/>
                <a:gd name="csY136" fmla="*/ 956 h 73570"/>
                <a:gd name="csX137" fmla="*/ 6688 w 84557"/>
                <a:gd name="csY137" fmla="*/ 956 h 73570"/>
                <a:gd name="csX138" fmla="*/ 6688 w 84557"/>
                <a:gd name="csY138" fmla="*/ 956 h 73570"/>
                <a:gd name="csX139" fmla="*/ 5733 w 84557"/>
                <a:gd name="csY139" fmla="*/ 1433 h 73570"/>
                <a:gd name="csX140" fmla="*/ 5733 w 84557"/>
                <a:gd name="csY140" fmla="*/ 1433 h 73570"/>
                <a:gd name="csX141" fmla="*/ 5733 w 84557"/>
                <a:gd name="csY141" fmla="*/ 1433 h 73570"/>
                <a:gd name="csX142" fmla="*/ 3344 w 84557"/>
                <a:gd name="csY142" fmla="*/ 1433 h 73570"/>
                <a:gd name="csX143" fmla="*/ 3344 w 84557"/>
                <a:gd name="csY143" fmla="*/ 1433 h 73570"/>
                <a:gd name="csX144" fmla="*/ 1911 w 84557"/>
                <a:gd name="csY144" fmla="*/ 956 h 73570"/>
                <a:gd name="csX145" fmla="*/ 1911 w 84557"/>
                <a:gd name="csY145" fmla="*/ 956 h 73570"/>
                <a:gd name="csX146" fmla="*/ 478 w 84557"/>
                <a:gd name="csY146" fmla="*/ 956 h 73570"/>
                <a:gd name="csX147" fmla="*/ 0 w 84557"/>
                <a:gd name="csY147" fmla="*/ 956 h 73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</a:cxnLst>
              <a:rect l="l" t="t" r="r" b="b"/>
              <a:pathLst>
                <a:path w="84557" h="73570">
                  <a:moveTo>
                    <a:pt x="84558" y="60194"/>
                  </a:moveTo>
                  <a:lnTo>
                    <a:pt x="83603" y="60194"/>
                  </a:lnTo>
                  <a:lnTo>
                    <a:pt x="83125" y="60672"/>
                  </a:lnTo>
                  <a:lnTo>
                    <a:pt x="83125" y="60672"/>
                  </a:lnTo>
                  <a:lnTo>
                    <a:pt x="83125" y="60672"/>
                  </a:lnTo>
                  <a:lnTo>
                    <a:pt x="81692" y="60672"/>
                  </a:lnTo>
                  <a:lnTo>
                    <a:pt x="80258" y="60672"/>
                  </a:lnTo>
                  <a:lnTo>
                    <a:pt x="78825" y="61149"/>
                  </a:lnTo>
                  <a:lnTo>
                    <a:pt x="77870" y="61149"/>
                  </a:lnTo>
                  <a:lnTo>
                    <a:pt x="77392" y="61149"/>
                  </a:lnTo>
                  <a:lnTo>
                    <a:pt x="75003" y="60672"/>
                  </a:lnTo>
                  <a:lnTo>
                    <a:pt x="74048" y="60672"/>
                  </a:lnTo>
                  <a:lnTo>
                    <a:pt x="74048" y="60672"/>
                  </a:lnTo>
                  <a:lnTo>
                    <a:pt x="73570" y="60194"/>
                  </a:lnTo>
                  <a:lnTo>
                    <a:pt x="72615" y="58761"/>
                  </a:lnTo>
                  <a:lnTo>
                    <a:pt x="72137" y="58761"/>
                  </a:lnTo>
                  <a:lnTo>
                    <a:pt x="70704" y="59239"/>
                  </a:lnTo>
                  <a:lnTo>
                    <a:pt x="68793" y="59716"/>
                  </a:lnTo>
                  <a:lnTo>
                    <a:pt x="68793" y="59716"/>
                  </a:lnTo>
                  <a:lnTo>
                    <a:pt x="68315" y="59716"/>
                  </a:lnTo>
                  <a:lnTo>
                    <a:pt x="67837" y="59716"/>
                  </a:lnTo>
                  <a:lnTo>
                    <a:pt x="66882" y="60194"/>
                  </a:lnTo>
                  <a:lnTo>
                    <a:pt x="65927" y="60672"/>
                  </a:lnTo>
                  <a:lnTo>
                    <a:pt x="64493" y="63060"/>
                  </a:lnTo>
                  <a:lnTo>
                    <a:pt x="63538" y="64016"/>
                  </a:lnTo>
                  <a:lnTo>
                    <a:pt x="62582" y="64493"/>
                  </a:lnTo>
                  <a:lnTo>
                    <a:pt x="60671" y="64493"/>
                  </a:lnTo>
                  <a:lnTo>
                    <a:pt x="58761" y="64493"/>
                  </a:lnTo>
                  <a:lnTo>
                    <a:pt x="58761" y="64493"/>
                  </a:lnTo>
                  <a:lnTo>
                    <a:pt x="56850" y="64971"/>
                  </a:lnTo>
                  <a:lnTo>
                    <a:pt x="55416" y="65449"/>
                  </a:lnTo>
                  <a:lnTo>
                    <a:pt x="54939" y="65449"/>
                  </a:lnTo>
                  <a:lnTo>
                    <a:pt x="54939" y="65449"/>
                  </a:lnTo>
                  <a:lnTo>
                    <a:pt x="54461" y="66882"/>
                  </a:lnTo>
                  <a:lnTo>
                    <a:pt x="54461" y="67360"/>
                  </a:lnTo>
                  <a:lnTo>
                    <a:pt x="53983" y="67838"/>
                  </a:lnTo>
                  <a:lnTo>
                    <a:pt x="52550" y="67838"/>
                  </a:lnTo>
                  <a:lnTo>
                    <a:pt x="52072" y="67838"/>
                  </a:lnTo>
                  <a:lnTo>
                    <a:pt x="51595" y="67838"/>
                  </a:lnTo>
                  <a:lnTo>
                    <a:pt x="51117" y="67360"/>
                  </a:lnTo>
                  <a:lnTo>
                    <a:pt x="49684" y="66882"/>
                  </a:lnTo>
                  <a:lnTo>
                    <a:pt x="48728" y="66882"/>
                  </a:lnTo>
                  <a:lnTo>
                    <a:pt x="48251" y="66405"/>
                  </a:lnTo>
                  <a:lnTo>
                    <a:pt x="48251" y="66405"/>
                  </a:lnTo>
                  <a:lnTo>
                    <a:pt x="47773" y="66405"/>
                  </a:lnTo>
                  <a:lnTo>
                    <a:pt x="47773" y="66405"/>
                  </a:lnTo>
                  <a:lnTo>
                    <a:pt x="47295" y="66882"/>
                  </a:lnTo>
                  <a:lnTo>
                    <a:pt x="46817" y="67360"/>
                  </a:lnTo>
                  <a:lnTo>
                    <a:pt x="46817" y="68315"/>
                  </a:lnTo>
                  <a:lnTo>
                    <a:pt x="45384" y="68793"/>
                  </a:lnTo>
                  <a:lnTo>
                    <a:pt x="44906" y="68793"/>
                  </a:lnTo>
                  <a:lnTo>
                    <a:pt x="44429" y="69271"/>
                  </a:lnTo>
                  <a:lnTo>
                    <a:pt x="44906" y="70704"/>
                  </a:lnTo>
                  <a:lnTo>
                    <a:pt x="44429" y="71659"/>
                  </a:lnTo>
                  <a:lnTo>
                    <a:pt x="44429" y="72137"/>
                  </a:lnTo>
                  <a:lnTo>
                    <a:pt x="44429" y="72137"/>
                  </a:lnTo>
                  <a:lnTo>
                    <a:pt x="42518" y="72137"/>
                  </a:lnTo>
                  <a:lnTo>
                    <a:pt x="41085" y="72137"/>
                  </a:lnTo>
                  <a:lnTo>
                    <a:pt x="41085" y="72137"/>
                  </a:lnTo>
                  <a:lnTo>
                    <a:pt x="40129" y="72615"/>
                  </a:lnTo>
                  <a:lnTo>
                    <a:pt x="38696" y="73570"/>
                  </a:lnTo>
                  <a:lnTo>
                    <a:pt x="38696" y="73570"/>
                  </a:lnTo>
                  <a:lnTo>
                    <a:pt x="38218" y="73570"/>
                  </a:lnTo>
                  <a:lnTo>
                    <a:pt x="38218" y="73570"/>
                  </a:lnTo>
                  <a:lnTo>
                    <a:pt x="37740" y="73570"/>
                  </a:lnTo>
                  <a:lnTo>
                    <a:pt x="37263" y="73570"/>
                  </a:lnTo>
                  <a:lnTo>
                    <a:pt x="36307" y="72615"/>
                  </a:lnTo>
                  <a:lnTo>
                    <a:pt x="35352" y="71659"/>
                  </a:lnTo>
                  <a:lnTo>
                    <a:pt x="32486" y="70704"/>
                  </a:lnTo>
                  <a:lnTo>
                    <a:pt x="30097" y="70226"/>
                  </a:lnTo>
                  <a:lnTo>
                    <a:pt x="28186" y="68793"/>
                  </a:lnTo>
                  <a:lnTo>
                    <a:pt x="28186" y="67838"/>
                  </a:lnTo>
                  <a:lnTo>
                    <a:pt x="27230" y="67838"/>
                  </a:lnTo>
                  <a:lnTo>
                    <a:pt x="25320" y="65927"/>
                  </a:lnTo>
                  <a:lnTo>
                    <a:pt x="23886" y="64493"/>
                  </a:lnTo>
                  <a:lnTo>
                    <a:pt x="22931" y="64016"/>
                  </a:lnTo>
                  <a:lnTo>
                    <a:pt x="21498" y="63538"/>
                  </a:lnTo>
                  <a:lnTo>
                    <a:pt x="21498" y="62582"/>
                  </a:lnTo>
                  <a:lnTo>
                    <a:pt x="21498" y="62105"/>
                  </a:lnTo>
                  <a:lnTo>
                    <a:pt x="21020" y="61627"/>
                  </a:lnTo>
                  <a:lnTo>
                    <a:pt x="20064" y="61149"/>
                  </a:lnTo>
                  <a:lnTo>
                    <a:pt x="19587" y="60672"/>
                  </a:lnTo>
                  <a:lnTo>
                    <a:pt x="19587" y="59716"/>
                  </a:lnTo>
                  <a:lnTo>
                    <a:pt x="20064" y="56850"/>
                  </a:lnTo>
                  <a:lnTo>
                    <a:pt x="19587" y="53983"/>
                  </a:lnTo>
                  <a:lnTo>
                    <a:pt x="17676" y="53028"/>
                  </a:lnTo>
                  <a:lnTo>
                    <a:pt x="17198" y="52550"/>
                  </a:lnTo>
                  <a:lnTo>
                    <a:pt x="15765" y="48251"/>
                  </a:lnTo>
                  <a:lnTo>
                    <a:pt x="14809" y="46817"/>
                  </a:lnTo>
                  <a:lnTo>
                    <a:pt x="14809" y="45384"/>
                  </a:lnTo>
                  <a:lnTo>
                    <a:pt x="15287" y="41085"/>
                  </a:lnTo>
                  <a:lnTo>
                    <a:pt x="15765" y="39174"/>
                  </a:lnTo>
                  <a:lnTo>
                    <a:pt x="17198" y="35830"/>
                  </a:lnTo>
                  <a:lnTo>
                    <a:pt x="18154" y="34874"/>
                  </a:lnTo>
                  <a:lnTo>
                    <a:pt x="18154" y="33919"/>
                  </a:lnTo>
                  <a:lnTo>
                    <a:pt x="18154" y="32486"/>
                  </a:lnTo>
                  <a:lnTo>
                    <a:pt x="17676" y="30097"/>
                  </a:lnTo>
                  <a:lnTo>
                    <a:pt x="20064" y="29141"/>
                  </a:lnTo>
                  <a:lnTo>
                    <a:pt x="21020" y="28186"/>
                  </a:lnTo>
                  <a:lnTo>
                    <a:pt x="21498" y="27231"/>
                  </a:lnTo>
                  <a:lnTo>
                    <a:pt x="22453" y="26275"/>
                  </a:lnTo>
                  <a:lnTo>
                    <a:pt x="23409" y="24842"/>
                  </a:lnTo>
                  <a:lnTo>
                    <a:pt x="23886" y="23886"/>
                  </a:lnTo>
                  <a:lnTo>
                    <a:pt x="23409" y="23409"/>
                  </a:lnTo>
                  <a:lnTo>
                    <a:pt x="22931" y="23409"/>
                  </a:lnTo>
                  <a:lnTo>
                    <a:pt x="22453" y="22453"/>
                  </a:lnTo>
                  <a:lnTo>
                    <a:pt x="21020" y="20065"/>
                  </a:lnTo>
                  <a:lnTo>
                    <a:pt x="20542" y="19587"/>
                  </a:lnTo>
                  <a:lnTo>
                    <a:pt x="20064" y="18632"/>
                  </a:lnTo>
                  <a:lnTo>
                    <a:pt x="20064" y="17676"/>
                  </a:lnTo>
                  <a:lnTo>
                    <a:pt x="21020" y="16721"/>
                  </a:lnTo>
                  <a:lnTo>
                    <a:pt x="20542" y="15765"/>
                  </a:lnTo>
                  <a:lnTo>
                    <a:pt x="20064" y="15287"/>
                  </a:lnTo>
                  <a:lnTo>
                    <a:pt x="18154" y="14332"/>
                  </a:lnTo>
                  <a:lnTo>
                    <a:pt x="16721" y="14332"/>
                  </a:lnTo>
                  <a:lnTo>
                    <a:pt x="15765" y="13854"/>
                  </a:lnTo>
                  <a:lnTo>
                    <a:pt x="13854" y="13854"/>
                  </a:lnTo>
                  <a:lnTo>
                    <a:pt x="12898" y="13854"/>
                  </a:lnTo>
                  <a:lnTo>
                    <a:pt x="12421" y="13854"/>
                  </a:lnTo>
                  <a:lnTo>
                    <a:pt x="11943" y="13376"/>
                  </a:lnTo>
                  <a:lnTo>
                    <a:pt x="11943" y="12421"/>
                  </a:lnTo>
                  <a:lnTo>
                    <a:pt x="12421" y="11943"/>
                  </a:lnTo>
                  <a:lnTo>
                    <a:pt x="13376" y="10988"/>
                  </a:lnTo>
                  <a:lnTo>
                    <a:pt x="14332" y="9555"/>
                  </a:lnTo>
                  <a:lnTo>
                    <a:pt x="14332" y="8121"/>
                  </a:lnTo>
                  <a:lnTo>
                    <a:pt x="14332" y="6210"/>
                  </a:lnTo>
                  <a:lnTo>
                    <a:pt x="14809" y="4777"/>
                  </a:lnTo>
                  <a:lnTo>
                    <a:pt x="14809" y="3344"/>
                  </a:lnTo>
                  <a:lnTo>
                    <a:pt x="13376" y="2389"/>
                  </a:lnTo>
                  <a:lnTo>
                    <a:pt x="12898" y="1433"/>
                  </a:lnTo>
                  <a:lnTo>
                    <a:pt x="11943" y="478"/>
                  </a:lnTo>
                  <a:lnTo>
                    <a:pt x="11465" y="478"/>
                  </a:lnTo>
                  <a:lnTo>
                    <a:pt x="11465" y="478"/>
                  </a:lnTo>
                  <a:lnTo>
                    <a:pt x="10032" y="0"/>
                  </a:lnTo>
                  <a:lnTo>
                    <a:pt x="10032" y="0"/>
                  </a:lnTo>
                  <a:lnTo>
                    <a:pt x="8121" y="956"/>
                  </a:lnTo>
                  <a:lnTo>
                    <a:pt x="8121" y="956"/>
                  </a:lnTo>
                  <a:lnTo>
                    <a:pt x="6688" y="956"/>
                  </a:lnTo>
                  <a:lnTo>
                    <a:pt x="6688" y="956"/>
                  </a:lnTo>
                  <a:lnTo>
                    <a:pt x="5733" y="1433"/>
                  </a:lnTo>
                  <a:lnTo>
                    <a:pt x="5733" y="1433"/>
                  </a:lnTo>
                  <a:lnTo>
                    <a:pt x="5733" y="1433"/>
                  </a:lnTo>
                  <a:lnTo>
                    <a:pt x="3344" y="1433"/>
                  </a:lnTo>
                  <a:lnTo>
                    <a:pt x="3344" y="1433"/>
                  </a:lnTo>
                  <a:lnTo>
                    <a:pt x="1911" y="956"/>
                  </a:lnTo>
                  <a:lnTo>
                    <a:pt x="1911" y="956"/>
                  </a:lnTo>
                  <a:lnTo>
                    <a:pt x="478" y="956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2" name="Freeform 4381">
              <a:extLst>
                <a:ext uri="{FF2B5EF4-FFF2-40B4-BE49-F238E27FC236}">
                  <a16:creationId xmlns:a16="http://schemas.microsoft.com/office/drawing/2014/main" id="{F4C14FB5-AC35-6332-FBAA-5B9F7368C9C0}"/>
                </a:ext>
              </a:extLst>
            </p:cNvPr>
            <p:cNvSpPr/>
            <p:nvPr/>
          </p:nvSpPr>
          <p:spPr>
            <a:xfrm>
              <a:off x="8142592" y="4315927"/>
              <a:ext cx="8598" cy="5255"/>
            </a:xfrm>
            <a:custGeom>
              <a:avLst/>
              <a:gdLst>
                <a:gd name="csX0" fmla="*/ 7166 w 8598"/>
                <a:gd name="csY0" fmla="*/ 0 h 5255"/>
                <a:gd name="csX1" fmla="*/ 7166 w 8598"/>
                <a:gd name="csY1" fmla="*/ 478 h 5255"/>
                <a:gd name="csX2" fmla="*/ 7644 w 8598"/>
                <a:gd name="csY2" fmla="*/ 956 h 5255"/>
                <a:gd name="csX3" fmla="*/ 7644 w 8598"/>
                <a:gd name="csY3" fmla="*/ 1911 h 5255"/>
                <a:gd name="csX4" fmla="*/ 8121 w 8598"/>
                <a:gd name="csY4" fmla="*/ 2389 h 5255"/>
                <a:gd name="csX5" fmla="*/ 8599 w 8598"/>
                <a:gd name="csY5" fmla="*/ 2867 h 5255"/>
                <a:gd name="csX6" fmla="*/ 7644 w 8598"/>
                <a:gd name="csY6" fmla="*/ 3344 h 5255"/>
                <a:gd name="csX7" fmla="*/ 7644 w 8598"/>
                <a:gd name="csY7" fmla="*/ 4300 h 5255"/>
                <a:gd name="csX8" fmla="*/ 7166 w 8598"/>
                <a:gd name="csY8" fmla="*/ 5255 h 5255"/>
                <a:gd name="csX9" fmla="*/ 4777 w 8598"/>
                <a:gd name="csY9" fmla="*/ 3822 h 5255"/>
                <a:gd name="csX10" fmla="*/ 2389 w 8598"/>
                <a:gd name="csY10" fmla="*/ 3344 h 5255"/>
                <a:gd name="csX11" fmla="*/ 478 w 8598"/>
                <a:gd name="csY11" fmla="*/ 3822 h 5255"/>
                <a:gd name="csX12" fmla="*/ 0 w 8598"/>
                <a:gd name="csY12" fmla="*/ 2867 h 5255"/>
                <a:gd name="csX13" fmla="*/ 0 w 8598"/>
                <a:gd name="csY13" fmla="*/ 2389 h 5255"/>
                <a:gd name="csX14" fmla="*/ 1911 w 8598"/>
                <a:gd name="csY14" fmla="*/ 1433 h 5255"/>
                <a:gd name="csX15" fmla="*/ 2389 w 8598"/>
                <a:gd name="csY15" fmla="*/ 956 h 5255"/>
                <a:gd name="csX16" fmla="*/ 2389 w 8598"/>
                <a:gd name="csY16" fmla="*/ 956 h 5255"/>
                <a:gd name="csX17" fmla="*/ 2389 w 8598"/>
                <a:gd name="csY17" fmla="*/ 478 h 5255"/>
                <a:gd name="csX18" fmla="*/ 2866 w 8598"/>
                <a:gd name="csY18" fmla="*/ 0 h 5255"/>
                <a:gd name="csX19" fmla="*/ 3821 w 8598"/>
                <a:gd name="csY19" fmla="*/ 0 h 5255"/>
                <a:gd name="csX20" fmla="*/ 4300 w 8598"/>
                <a:gd name="csY20" fmla="*/ 0 h 5255"/>
                <a:gd name="csX21" fmla="*/ 5733 w 8598"/>
                <a:gd name="csY21" fmla="*/ 0 h 5255"/>
                <a:gd name="csX22" fmla="*/ 6210 w 8598"/>
                <a:gd name="csY22" fmla="*/ 0 h 5255"/>
                <a:gd name="csX23" fmla="*/ 7166 w 8598"/>
                <a:gd name="csY23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8598" h="5255">
                  <a:moveTo>
                    <a:pt x="7166" y="0"/>
                  </a:moveTo>
                  <a:lnTo>
                    <a:pt x="7166" y="478"/>
                  </a:lnTo>
                  <a:lnTo>
                    <a:pt x="7644" y="956"/>
                  </a:lnTo>
                  <a:lnTo>
                    <a:pt x="7644" y="1911"/>
                  </a:lnTo>
                  <a:lnTo>
                    <a:pt x="8121" y="2389"/>
                  </a:lnTo>
                  <a:lnTo>
                    <a:pt x="8599" y="2867"/>
                  </a:lnTo>
                  <a:lnTo>
                    <a:pt x="7644" y="3344"/>
                  </a:lnTo>
                  <a:lnTo>
                    <a:pt x="7644" y="4300"/>
                  </a:lnTo>
                  <a:lnTo>
                    <a:pt x="7166" y="5255"/>
                  </a:lnTo>
                  <a:lnTo>
                    <a:pt x="4777" y="3822"/>
                  </a:lnTo>
                  <a:lnTo>
                    <a:pt x="2389" y="3344"/>
                  </a:lnTo>
                  <a:lnTo>
                    <a:pt x="478" y="3822"/>
                  </a:lnTo>
                  <a:lnTo>
                    <a:pt x="0" y="2867"/>
                  </a:lnTo>
                  <a:lnTo>
                    <a:pt x="0" y="2389"/>
                  </a:lnTo>
                  <a:lnTo>
                    <a:pt x="1911" y="1433"/>
                  </a:lnTo>
                  <a:lnTo>
                    <a:pt x="2389" y="956"/>
                  </a:lnTo>
                  <a:lnTo>
                    <a:pt x="2389" y="956"/>
                  </a:lnTo>
                  <a:lnTo>
                    <a:pt x="2389" y="478"/>
                  </a:lnTo>
                  <a:lnTo>
                    <a:pt x="2866" y="0"/>
                  </a:lnTo>
                  <a:lnTo>
                    <a:pt x="3821" y="0"/>
                  </a:lnTo>
                  <a:lnTo>
                    <a:pt x="4300" y="0"/>
                  </a:lnTo>
                  <a:lnTo>
                    <a:pt x="5733" y="0"/>
                  </a:lnTo>
                  <a:lnTo>
                    <a:pt x="6210" y="0"/>
                  </a:lnTo>
                  <a:lnTo>
                    <a:pt x="71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3" name="Freeform 4382">
              <a:extLst>
                <a:ext uri="{FF2B5EF4-FFF2-40B4-BE49-F238E27FC236}">
                  <a16:creationId xmlns:a16="http://schemas.microsoft.com/office/drawing/2014/main" id="{4EB28E6F-69C8-AC70-B85D-70335FAE22DC}"/>
                </a:ext>
              </a:extLst>
            </p:cNvPr>
            <p:cNvSpPr/>
            <p:nvPr/>
          </p:nvSpPr>
          <p:spPr>
            <a:xfrm>
              <a:off x="8141159" y="4320227"/>
              <a:ext cx="4299" cy="2388"/>
            </a:xfrm>
            <a:custGeom>
              <a:avLst/>
              <a:gdLst>
                <a:gd name="csX0" fmla="*/ 3344 w 4299"/>
                <a:gd name="csY0" fmla="*/ 2389 h 2388"/>
                <a:gd name="csX1" fmla="*/ 956 w 4299"/>
                <a:gd name="csY1" fmla="*/ 2389 h 2388"/>
                <a:gd name="csX2" fmla="*/ 478 w 4299"/>
                <a:gd name="csY2" fmla="*/ 2389 h 2388"/>
                <a:gd name="csX3" fmla="*/ 0 w 4299"/>
                <a:gd name="csY3" fmla="*/ 1911 h 2388"/>
                <a:gd name="csX4" fmla="*/ 956 w 4299"/>
                <a:gd name="csY4" fmla="*/ 956 h 2388"/>
                <a:gd name="csX5" fmla="*/ 4300 w 4299"/>
                <a:gd name="csY5" fmla="*/ 0 h 2388"/>
                <a:gd name="csX6" fmla="*/ 3344 w 4299"/>
                <a:gd name="csY6" fmla="*/ 956 h 2388"/>
                <a:gd name="csX7" fmla="*/ 3344 w 4299"/>
                <a:gd name="csY7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2388">
                  <a:moveTo>
                    <a:pt x="3344" y="2389"/>
                  </a:moveTo>
                  <a:lnTo>
                    <a:pt x="956" y="2389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956" y="956"/>
                  </a:lnTo>
                  <a:lnTo>
                    <a:pt x="4300" y="0"/>
                  </a:lnTo>
                  <a:lnTo>
                    <a:pt x="3344" y="956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4" name="Freeform 4383">
              <a:extLst>
                <a:ext uri="{FF2B5EF4-FFF2-40B4-BE49-F238E27FC236}">
                  <a16:creationId xmlns:a16="http://schemas.microsoft.com/office/drawing/2014/main" id="{0D5B7DD7-DD46-1849-8E32-01ABE34F3B6B}"/>
                </a:ext>
              </a:extLst>
            </p:cNvPr>
            <p:cNvSpPr/>
            <p:nvPr/>
          </p:nvSpPr>
          <p:spPr>
            <a:xfrm>
              <a:off x="8147369" y="4320704"/>
              <a:ext cx="1911" cy="2388"/>
            </a:xfrm>
            <a:custGeom>
              <a:avLst/>
              <a:gdLst>
                <a:gd name="csX0" fmla="*/ 1911 w 1911"/>
                <a:gd name="csY0" fmla="*/ 1911 h 2388"/>
                <a:gd name="csX1" fmla="*/ 1433 w 1911"/>
                <a:gd name="csY1" fmla="*/ 2389 h 2388"/>
                <a:gd name="csX2" fmla="*/ 0 w 1911"/>
                <a:gd name="csY2" fmla="*/ 956 h 2388"/>
                <a:gd name="csX3" fmla="*/ 0 w 1911"/>
                <a:gd name="csY3" fmla="*/ 478 h 2388"/>
                <a:gd name="csX4" fmla="*/ 955 w 1911"/>
                <a:gd name="csY4" fmla="*/ 0 h 2388"/>
                <a:gd name="csX5" fmla="*/ 1911 w 1911"/>
                <a:gd name="csY5" fmla="*/ 956 h 2388"/>
                <a:gd name="csX6" fmla="*/ 1911 w 1911"/>
                <a:gd name="csY6" fmla="*/ 1433 h 2388"/>
                <a:gd name="csX7" fmla="*/ 1911 w 1911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2388">
                  <a:moveTo>
                    <a:pt x="1911" y="1911"/>
                  </a:moveTo>
                  <a:lnTo>
                    <a:pt x="1433" y="2389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911" y="956"/>
                  </a:lnTo>
                  <a:lnTo>
                    <a:pt x="1911" y="1433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5" name="Freeform 4384">
              <a:extLst>
                <a:ext uri="{FF2B5EF4-FFF2-40B4-BE49-F238E27FC236}">
                  <a16:creationId xmlns:a16="http://schemas.microsoft.com/office/drawing/2014/main" id="{7E5C33F9-F53D-4D54-0444-B86F5B9792E6}"/>
                </a:ext>
              </a:extLst>
            </p:cNvPr>
            <p:cNvSpPr/>
            <p:nvPr/>
          </p:nvSpPr>
          <p:spPr>
            <a:xfrm>
              <a:off x="4178871" y="4432015"/>
              <a:ext cx="2866" cy="1911"/>
            </a:xfrm>
            <a:custGeom>
              <a:avLst/>
              <a:gdLst>
                <a:gd name="csX0" fmla="*/ 1911 w 2866"/>
                <a:gd name="csY0" fmla="*/ 956 h 1911"/>
                <a:gd name="csX1" fmla="*/ 478 w 2866"/>
                <a:gd name="csY1" fmla="*/ 1911 h 1911"/>
                <a:gd name="csX2" fmla="*/ 0 w 2866"/>
                <a:gd name="csY2" fmla="*/ 1433 h 1911"/>
                <a:gd name="csX3" fmla="*/ 956 w 2866"/>
                <a:gd name="csY3" fmla="*/ 478 h 1911"/>
                <a:gd name="csX4" fmla="*/ 1911 w 2866"/>
                <a:gd name="csY4" fmla="*/ 0 h 1911"/>
                <a:gd name="csX5" fmla="*/ 2866 w 2866"/>
                <a:gd name="csY5" fmla="*/ 0 h 1911"/>
                <a:gd name="csX6" fmla="*/ 2389 w 2866"/>
                <a:gd name="csY6" fmla="*/ 478 h 1911"/>
                <a:gd name="csX7" fmla="*/ 1911 w 2866"/>
                <a:gd name="csY7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1911">
                  <a:moveTo>
                    <a:pt x="1911" y="956"/>
                  </a:moveTo>
                  <a:lnTo>
                    <a:pt x="478" y="1911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866" y="0"/>
                  </a:lnTo>
                  <a:lnTo>
                    <a:pt x="2389" y="478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6" name="Freeform 4385">
              <a:extLst>
                <a:ext uri="{FF2B5EF4-FFF2-40B4-BE49-F238E27FC236}">
                  <a16:creationId xmlns:a16="http://schemas.microsoft.com/office/drawing/2014/main" id="{1BDC8CB3-1A0F-6E24-4C44-CDEBA91CE2C4}"/>
                </a:ext>
              </a:extLst>
            </p:cNvPr>
            <p:cNvSpPr/>
            <p:nvPr/>
          </p:nvSpPr>
          <p:spPr>
            <a:xfrm>
              <a:off x="4165972" y="4433449"/>
              <a:ext cx="7165" cy="2388"/>
            </a:xfrm>
            <a:custGeom>
              <a:avLst/>
              <a:gdLst>
                <a:gd name="csX0" fmla="*/ 3822 w 7165"/>
                <a:gd name="csY0" fmla="*/ 955 h 2388"/>
                <a:gd name="csX1" fmla="*/ 956 w 7165"/>
                <a:gd name="csY1" fmla="*/ 2389 h 2388"/>
                <a:gd name="csX2" fmla="*/ 0 w 7165"/>
                <a:gd name="csY2" fmla="*/ 2389 h 2388"/>
                <a:gd name="csX3" fmla="*/ 1433 w 7165"/>
                <a:gd name="csY3" fmla="*/ 1433 h 2388"/>
                <a:gd name="csX4" fmla="*/ 3822 w 7165"/>
                <a:gd name="csY4" fmla="*/ 478 h 2388"/>
                <a:gd name="csX5" fmla="*/ 5733 w 7165"/>
                <a:gd name="csY5" fmla="*/ 0 h 2388"/>
                <a:gd name="csX6" fmla="*/ 7166 w 7165"/>
                <a:gd name="csY6" fmla="*/ 0 h 2388"/>
                <a:gd name="csX7" fmla="*/ 3822 w 7165"/>
                <a:gd name="csY7" fmla="*/ 955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165" h="2388">
                  <a:moveTo>
                    <a:pt x="3822" y="955"/>
                  </a:moveTo>
                  <a:lnTo>
                    <a:pt x="956" y="2389"/>
                  </a:lnTo>
                  <a:lnTo>
                    <a:pt x="0" y="2389"/>
                  </a:lnTo>
                  <a:lnTo>
                    <a:pt x="1433" y="1433"/>
                  </a:lnTo>
                  <a:lnTo>
                    <a:pt x="3822" y="478"/>
                  </a:lnTo>
                  <a:lnTo>
                    <a:pt x="5733" y="0"/>
                  </a:lnTo>
                  <a:lnTo>
                    <a:pt x="7166" y="0"/>
                  </a:lnTo>
                  <a:lnTo>
                    <a:pt x="3822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7" name="Freeform 4386">
              <a:extLst>
                <a:ext uri="{FF2B5EF4-FFF2-40B4-BE49-F238E27FC236}">
                  <a16:creationId xmlns:a16="http://schemas.microsoft.com/office/drawing/2014/main" id="{32DA1F9B-B4D7-ED85-F569-42A000F00E01}"/>
                </a:ext>
              </a:extLst>
            </p:cNvPr>
            <p:cNvSpPr/>
            <p:nvPr/>
          </p:nvSpPr>
          <p:spPr>
            <a:xfrm>
              <a:off x="4111511" y="4441092"/>
              <a:ext cx="123254" cy="30096"/>
            </a:xfrm>
            <a:custGeom>
              <a:avLst/>
              <a:gdLst>
                <a:gd name="csX0" fmla="*/ 0 w 123254"/>
                <a:gd name="csY0" fmla="*/ 30097 h 30096"/>
                <a:gd name="csX1" fmla="*/ 478 w 123254"/>
                <a:gd name="csY1" fmla="*/ 29141 h 30096"/>
                <a:gd name="csX2" fmla="*/ 1433 w 123254"/>
                <a:gd name="csY2" fmla="*/ 28186 h 30096"/>
                <a:gd name="csX3" fmla="*/ 1433 w 123254"/>
                <a:gd name="csY3" fmla="*/ 28186 h 30096"/>
                <a:gd name="csX4" fmla="*/ 2867 w 123254"/>
                <a:gd name="csY4" fmla="*/ 27231 h 30096"/>
                <a:gd name="csX5" fmla="*/ 3822 w 123254"/>
                <a:gd name="csY5" fmla="*/ 26753 h 30096"/>
                <a:gd name="csX6" fmla="*/ 3822 w 123254"/>
                <a:gd name="csY6" fmla="*/ 26753 h 30096"/>
                <a:gd name="csX7" fmla="*/ 3822 w 123254"/>
                <a:gd name="csY7" fmla="*/ 25320 h 30096"/>
                <a:gd name="csX8" fmla="*/ 3344 w 123254"/>
                <a:gd name="csY8" fmla="*/ 22931 h 30096"/>
                <a:gd name="csX9" fmla="*/ 2867 w 123254"/>
                <a:gd name="csY9" fmla="*/ 21975 h 30096"/>
                <a:gd name="csX10" fmla="*/ 3344 w 123254"/>
                <a:gd name="csY10" fmla="*/ 21020 h 30096"/>
                <a:gd name="csX11" fmla="*/ 3822 w 123254"/>
                <a:gd name="csY11" fmla="*/ 18632 h 30096"/>
                <a:gd name="csX12" fmla="*/ 4300 w 123254"/>
                <a:gd name="csY12" fmla="*/ 17676 h 30096"/>
                <a:gd name="csX13" fmla="*/ 7644 w 123254"/>
                <a:gd name="csY13" fmla="*/ 16721 h 30096"/>
                <a:gd name="csX14" fmla="*/ 8121 w 123254"/>
                <a:gd name="csY14" fmla="*/ 16721 h 30096"/>
                <a:gd name="csX15" fmla="*/ 8121 w 123254"/>
                <a:gd name="csY15" fmla="*/ 16243 h 30096"/>
                <a:gd name="csX16" fmla="*/ 10510 w 123254"/>
                <a:gd name="csY16" fmla="*/ 14332 h 30096"/>
                <a:gd name="csX17" fmla="*/ 13377 w 123254"/>
                <a:gd name="csY17" fmla="*/ 12421 h 30096"/>
                <a:gd name="csX18" fmla="*/ 16721 w 123254"/>
                <a:gd name="csY18" fmla="*/ 10032 h 30096"/>
                <a:gd name="csX19" fmla="*/ 20065 w 123254"/>
                <a:gd name="csY19" fmla="*/ 7644 h 30096"/>
                <a:gd name="csX20" fmla="*/ 21498 w 123254"/>
                <a:gd name="csY20" fmla="*/ 6210 h 30096"/>
                <a:gd name="csX21" fmla="*/ 22453 w 123254"/>
                <a:gd name="csY21" fmla="*/ 5733 h 30096"/>
                <a:gd name="csX22" fmla="*/ 24364 w 123254"/>
                <a:gd name="csY22" fmla="*/ 6210 h 30096"/>
                <a:gd name="csX23" fmla="*/ 26275 w 123254"/>
                <a:gd name="csY23" fmla="*/ 4777 h 30096"/>
                <a:gd name="csX24" fmla="*/ 26753 w 123254"/>
                <a:gd name="csY24" fmla="*/ 4300 h 30096"/>
                <a:gd name="csX25" fmla="*/ 29142 w 123254"/>
                <a:gd name="csY25" fmla="*/ 2866 h 30096"/>
                <a:gd name="csX26" fmla="*/ 29619 w 123254"/>
                <a:gd name="csY26" fmla="*/ 2866 h 30096"/>
                <a:gd name="csX27" fmla="*/ 32963 w 123254"/>
                <a:gd name="csY27" fmla="*/ 1911 h 30096"/>
                <a:gd name="csX28" fmla="*/ 34874 w 123254"/>
                <a:gd name="csY28" fmla="*/ 2389 h 30096"/>
                <a:gd name="csX29" fmla="*/ 36308 w 123254"/>
                <a:gd name="csY29" fmla="*/ 3822 h 30096"/>
                <a:gd name="csX30" fmla="*/ 37263 w 123254"/>
                <a:gd name="csY30" fmla="*/ 4300 h 30096"/>
                <a:gd name="csX31" fmla="*/ 39652 w 123254"/>
                <a:gd name="csY31" fmla="*/ 3822 h 30096"/>
                <a:gd name="csX32" fmla="*/ 41085 w 123254"/>
                <a:gd name="csY32" fmla="*/ 3344 h 30096"/>
                <a:gd name="csX33" fmla="*/ 48728 w 123254"/>
                <a:gd name="csY33" fmla="*/ 4777 h 30096"/>
                <a:gd name="csX34" fmla="*/ 51595 w 123254"/>
                <a:gd name="csY34" fmla="*/ 4300 h 30096"/>
                <a:gd name="csX35" fmla="*/ 57328 w 123254"/>
                <a:gd name="csY35" fmla="*/ 4300 h 30096"/>
                <a:gd name="csX36" fmla="*/ 59716 w 123254"/>
                <a:gd name="csY36" fmla="*/ 4300 h 30096"/>
                <a:gd name="csX37" fmla="*/ 63060 w 123254"/>
                <a:gd name="csY37" fmla="*/ 2389 h 30096"/>
                <a:gd name="csX38" fmla="*/ 65449 w 123254"/>
                <a:gd name="csY38" fmla="*/ 2389 h 30096"/>
                <a:gd name="csX39" fmla="*/ 67838 w 123254"/>
                <a:gd name="csY39" fmla="*/ 1433 h 30096"/>
                <a:gd name="csX40" fmla="*/ 67838 w 123254"/>
                <a:gd name="csY40" fmla="*/ 478 h 30096"/>
                <a:gd name="csX41" fmla="*/ 66882 w 123254"/>
                <a:gd name="csY41" fmla="*/ 0 h 30096"/>
                <a:gd name="csX42" fmla="*/ 71182 w 123254"/>
                <a:gd name="csY42" fmla="*/ 478 h 30096"/>
                <a:gd name="csX43" fmla="*/ 76915 w 123254"/>
                <a:gd name="csY43" fmla="*/ 2389 h 30096"/>
                <a:gd name="csX44" fmla="*/ 83125 w 123254"/>
                <a:gd name="csY44" fmla="*/ 1911 h 30096"/>
                <a:gd name="csX45" fmla="*/ 85514 w 123254"/>
                <a:gd name="csY45" fmla="*/ 956 h 30096"/>
                <a:gd name="csX46" fmla="*/ 86947 w 123254"/>
                <a:gd name="csY46" fmla="*/ 478 h 30096"/>
                <a:gd name="csX47" fmla="*/ 93635 w 123254"/>
                <a:gd name="csY47" fmla="*/ 2866 h 30096"/>
                <a:gd name="csX48" fmla="*/ 95546 w 123254"/>
                <a:gd name="csY48" fmla="*/ 4300 h 30096"/>
                <a:gd name="csX49" fmla="*/ 96501 w 123254"/>
                <a:gd name="csY49" fmla="*/ 4300 h 30096"/>
                <a:gd name="csX50" fmla="*/ 97935 w 123254"/>
                <a:gd name="csY50" fmla="*/ 3822 h 30096"/>
                <a:gd name="csX51" fmla="*/ 97935 w 123254"/>
                <a:gd name="csY51" fmla="*/ 3822 h 30096"/>
                <a:gd name="csX52" fmla="*/ 96979 w 123254"/>
                <a:gd name="csY52" fmla="*/ 3344 h 30096"/>
                <a:gd name="csX53" fmla="*/ 96024 w 123254"/>
                <a:gd name="csY53" fmla="*/ 2866 h 30096"/>
                <a:gd name="csX54" fmla="*/ 101279 w 123254"/>
                <a:gd name="csY54" fmla="*/ 3822 h 30096"/>
                <a:gd name="csX55" fmla="*/ 110833 w 123254"/>
                <a:gd name="csY55" fmla="*/ 10988 h 30096"/>
                <a:gd name="csX56" fmla="*/ 111311 w 123254"/>
                <a:gd name="csY56" fmla="*/ 11466 h 30096"/>
                <a:gd name="csX57" fmla="*/ 107012 w 123254"/>
                <a:gd name="csY57" fmla="*/ 9555 h 30096"/>
                <a:gd name="csX58" fmla="*/ 104623 w 123254"/>
                <a:gd name="csY58" fmla="*/ 9555 h 30096"/>
                <a:gd name="csX59" fmla="*/ 104145 w 123254"/>
                <a:gd name="csY59" fmla="*/ 10032 h 30096"/>
                <a:gd name="csX60" fmla="*/ 104623 w 123254"/>
                <a:gd name="csY60" fmla="*/ 10988 h 30096"/>
                <a:gd name="csX61" fmla="*/ 104623 w 123254"/>
                <a:gd name="csY61" fmla="*/ 11943 h 30096"/>
                <a:gd name="csX62" fmla="*/ 105578 w 123254"/>
                <a:gd name="csY62" fmla="*/ 11943 h 30096"/>
                <a:gd name="csX63" fmla="*/ 106056 w 123254"/>
                <a:gd name="csY63" fmla="*/ 11466 h 30096"/>
                <a:gd name="csX64" fmla="*/ 107967 w 123254"/>
                <a:gd name="csY64" fmla="*/ 11943 h 30096"/>
                <a:gd name="csX65" fmla="*/ 108923 w 123254"/>
                <a:gd name="csY65" fmla="*/ 12421 h 30096"/>
                <a:gd name="csX66" fmla="*/ 110356 w 123254"/>
                <a:gd name="csY66" fmla="*/ 13854 h 30096"/>
                <a:gd name="csX67" fmla="*/ 111311 w 123254"/>
                <a:gd name="csY67" fmla="*/ 15287 h 30096"/>
                <a:gd name="csX68" fmla="*/ 112266 w 123254"/>
                <a:gd name="csY68" fmla="*/ 15287 h 30096"/>
                <a:gd name="csX69" fmla="*/ 112744 w 123254"/>
                <a:gd name="csY69" fmla="*/ 14332 h 30096"/>
                <a:gd name="csX70" fmla="*/ 114655 w 123254"/>
                <a:gd name="csY70" fmla="*/ 14332 h 30096"/>
                <a:gd name="csX71" fmla="*/ 115611 w 123254"/>
                <a:gd name="csY71" fmla="*/ 15287 h 30096"/>
                <a:gd name="csX72" fmla="*/ 116566 w 123254"/>
                <a:gd name="csY72" fmla="*/ 14809 h 30096"/>
                <a:gd name="csX73" fmla="*/ 115133 w 123254"/>
                <a:gd name="csY73" fmla="*/ 13854 h 30096"/>
                <a:gd name="csX74" fmla="*/ 112744 w 123254"/>
                <a:gd name="csY74" fmla="*/ 12421 h 30096"/>
                <a:gd name="csX75" fmla="*/ 113222 w 123254"/>
                <a:gd name="csY75" fmla="*/ 12421 h 30096"/>
                <a:gd name="csX76" fmla="*/ 118955 w 123254"/>
                <a:gd name="csY76" fmla="*/ 14809 h 30096"/>
                <a:gd name="csX77" fmla="*/ 120388 w 123254"/>
                <a:gd name="csY77" fmla="*/ 17676 h 30096"/>
                <a:gd name="csX78" fmla="*/ 121821 w 123254"/>
                <a:gd name="csY78" fmla="*/ 18632 h 30096"/>
                <a:gd name="csX79" fmla="*/ 123254 w 123254"/>
                <a:gd name="csY79" fmla="*/ 19587 h 300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123254" h="30096">
                  <a:moveTo>
                    <a:pt x="0" y="30097"/>
                  </a:moveTo>
                  <a:lnTo>
                    <a:pt x="478" y="29141"/>
                  </a:lnTo>
                  <a:lnTo>
                    <a:pt x="1433" y="28186"/>
                  </a:lnTo>
                  <a:lnTo>
                    <a:pt x="1433" y="28186"/>
                  </a:lnTo>
                  <a:lnTo>
                    <a:pt x="2867" y="27231"/>
                  </a:lnTo>
                  <a:lnTo>
                    <a:pt x="3822" y="26753"/>
                  </a:lnTo>
                  <a:lnTo>
                    <a:pt x="3822" y="26753"/>
                  </a:lnTo>
                  <a:lnTo>
                    <a:pt x="3822" y="25320"/>
                  </a:lnTo>
                  <a:lnTo>
                    <a:pt x="3344" y="22931"/>
                  </a:lnTo>
                  <a:lnTo>
                    <a:pt x="2867" y="21975"/>
                  </a:lnTo>
                  <a:lnTo>
                    <a:pt x="3344" y="21020"/>
                  </a:lnTo>
                  <a:lnTo>
                    <a:pt x="3822" y="18632"/>
                  </a:lnTo>
                  <a:lnTo>
                    <a:pt x="4300" y="17676"/>
                  </a:lnTo>
                  <a:lnTo>
                    <a:pt x="7644" y="16721"/>
                  </a:lnTo>
                  <a:lnTo>
                    <a:pt x="8121" y="16721"/>
                  </a:lnTo>
                  <a:lnTo>
                    <a:pt x="8121" y="16243"/>
                  </a:lnTo>
                  <a:lnTo>
                    <a:pt x="10510" y="14332"/>
                  </a:lnTo>
                  <a:lnTo>
                    <a:pt x="13377" y="12421"/>
                  </a:lnTo>
                  <a:lnTo>
                    <a:pt x="16721" y="10032"/>
                  </a:lnTo>
                  <a:lnTo>
                    <a:pt x="20065" y="7644"/>
                  </a:lnTo>
                  <a:lnTo>
                    <a:pt x="21498" y="6210"/>
                  </a:lnTo>
                  <a:lnTo>
                    <a:pt x="22453" y="5733"/>
                  </a:lnTo>
                  <a:lnTo>
                    <a:pt x="24364" y="6210"/>
                  </a:lnTo>
                  <a:lnTo>
                    <a:pt x="26275" y="4777"/>
                  </a:lnTo>
                  <a:lnTo>
                    <a:pt x="26753" y="4300"/>
                  </a:lnTo>
                  <a:lnTo>
                    <a:pt x="29142" y="2866"/>
                  </a:lnTo>
                  <a:lnTo>
                    <a:pt x="29619" y="2866"/>
                  </a:lnTo>
                  <a:lnTo>
                    <a:pt x="32963" y="1911"/>
                  </a:lnTo>
                  <a:lnTo>
                    <a:pt x="34874" y="2389"/>
                  </a:lnTo>
                  <a:lnTo>
                    <a:pt x="36308" y="3822"/>
                  </a:lnTo>
                  <a:lnTo>
                    <a:pt x="37263" y="4300"/>
                  </a:lnTo>
                  <a:lnTo>
                    <a:pt x="39652" y="3822"/>
                  </a:lnTo>
                  <a:lnTo>
                    <a:pt x="41085" y="3344"/>
                  </a:lnTo>
                  <a:lnTo>
                    <a:pt x="48728" y="4777"/>
                  </a:lnTo>
                  <a:lnTo>
                    <a:pt x="51595" y="4300"/>
                  </a:lnTo>
                  <a:lnTo>
                    <a:pt x="57328" y="4300"/>
                  </a:lnTo>
                  <a:lnTo>
                    <a:pt x="59716" y="4300"/>
                  </a:lnTo>
                  <a:lnTo>
                    <a:pt x="63060" y="2389"/>
                  </a:lnTo>
                  <a:lnTo>
                    <a:pt x="65449" y="2389"/>
                  </a:lnTo>
                  <a:lnTo>
                    <a:pt x="67838" y="1433"/>
                  </a:lnTo>
                  <a:lnTo>
                    <a:pt x="67838" y="478"/>
                  </a:lnTo>
                  <a:lnTo>
                    <a:pt x="66882" y="0"/>
                  </a:lnTo>
                  <a:lnTo>
                    <a:pt x="71182" y="478"/>
                  </a:lnTo>
                  <a:lnTo>
                    <a:pt x="76915" y="2389"/>
                  </a:lnTo>
                  <a:lnTo>
                    <a:pt x="83125" y="1911"/>
                  </a:lnTo>
                  <a:lnTo>
                    <a:pt x="85514" y="956"/>
                  </a:lnTo>
                  <a:lnTo>
                    <a:pt x="86947" y="478"/>
                  </a:lnTo>
                  <a:lnTo>
                    <a:pt x="93635" y="2866"/>
                  </a:lnTo>
                  <a:lnTo>
                    <a:pt x="95546" y="4300"/>
                  </a:lnTo>
                  <a:lnTo>
                    <a:pt x="96501" y="4300"/>
                  </a:lnTo>
                  <a:lnTo>
                    <a:pt x="97935" y="3822"/>
                  </a:lnTo>
                  <a:lnTo>
                    <a:pt x="97935" y="3822"/>
                  </a:lnTo>
                  <a:lnTo>
                    <a:pt x="96979" y="3344"/>
                  </a:lnTo>
                  <a:lnTo>
                    <a:pt x="96024" y="2866"/>
                  </a:lnTo>
                  <a:lnTo>
                    <a:pt x="101279" y="3822"/>
                  </a:lnTo>
                  <a:lnTo>
                    <a:pt x="110833" y="10988"/>
                  </a:lnTo>
                  <a:lnTo>
                    <a:pt x="111311" y="11466"/>
                  </a:lnTo>
                  <a:lnTo>
                    <a:pt x="107012" y="9555"/>
                  </a:lnTo>
                  <a:lnTo>
                    <a:pt x="104623" y="9555"/>
                  </a:lnTo>
                  <a:lnTo>
                    <a:pt x="104145" y="10032"/>
                  </a:lnTo>
                  <a:lnTo>
                    <a:pt x="104623" y="10988"/>
                  </a:lnTo>
                  <a:lnTo>
                    <a:pt x="104623" y="11943"/>
                  </a:lnTo>
                  <a:lnTo>
                    <a:pt x="105578" y="11943"/>
                  </a:lnTo>
                  <a:lnTo>
                    <a:pt x="106056" y="11466"/>
                  </a:lnTo>
                  <a:lnTo>
                    <a:pt x="107967" y="11943"/>
                  </a:lnTo>
                  <a:lnTo>
                    <a:pt x="108923" y="12421"/>
                  </a:lnTo>
                  <a:lnTo>
                    <a:pt x="110356" y="13854"/>
                  </a:lnTo>
                  <a:lnTo>
                    <a:pt x="111311" y="15287"/>
                  </a:lnTo>
                  <a:lnTo>
                    <a:pt x="112266" y="15287"/>
                  </a:lnTo>
                  <a:lnTo>
                    <a:pt x="112744" y="14332"/>
                  </a:lnTo>
                  <a:lnTo>
                    <a:pt x="114655" y="14332"/>
                  </a:lnTo>
                  <a:lnTo>
                    <a:pt x="115611" y="15287"/>
                  </a:lnTo>
                  <a:lnTo>
                    <a:pt x="116566" y="14809"/>
                  </a:lnTo>
                  <a:lnTo>
                    <a:pt x="115133" y="13854"/>
                  </a:lnTo>
                  <a:lnTo>
                    <a:pt x="112744" y="12421"/>
                  </a:lnTo>
                  <a:lnTo>
                    <a:pt x="113222" y="12421"/>
                  </a:lnTo>
                  <a:lnTo>
                    <a:pt x="118955" y="14809"/>
                  </a:lnTo>
                  <a:lnTo>
                    <a:pt x="120388" y="17676"/>
                  </a:lnTo>
                  <a:lnTo>
                    <a:pt x="121821" y="18632"/>
                  </a:lnTo>
                  <a:lnTo>
                    <a:pt x="123254" y="1958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8" name="Freeform 4387">
              <a:extLst>
                <a:ext uri="{FF2B5EF4-FFF2-40B4-BE49-F238E27FC236}">
                  <a16:creationId xmlns:a16="http://schemas.microsoft.com/office/drawing/2014/main" id="{C6A0E81D-CE11-FE15-3EF8-D7E61B1C5B4B}"/>
                </a:ext>
              </a:extLst>
            </p:cNvPr>
            <p:cNvSpPr/>
            <p:nvPr/>
          </p:nvSpPr>
          <p:spPr>
            <a:xfrm>
              <a:off x="4115333" y="4472145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955 w 2388"/>
                <a:gd name="csY1" fmla="*/ 0 h 477"/>
                <a:gd name="csX2" fmla="*/ 0 w 2388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955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9" name="Freeform 4388">
              <a:extLst>
                <a:ext uri="{FF2B5EF4-FFF2-40B4-BE49-F238E27FC236}">
                  <a16:creationId xmlns:a16="http://schemas.microsoft.com/office/drawing/2014/main" id="{18E8FCB3-B1BB-F043-0AAE-83178A081A69}"/>
                </a:ext>
              </a:extLst>
            </p:cNvPr>
            <p:cNvSpPr/>
            <p:nvPr/>
          </p:nvSpPr>
          <p:spPr>
            <a:xfrm>
              <a:off x="4118199" y="4473578"/>
              <a:ext cx="3821" cy="2866"/>
            </a:xfrm>
            <a:custGeom>
              <a:avLst/>
              <a:gdLst>
                <a:gd name="csX0" fmla="*/ 3822 w 3821"/>
                <a:gd name="csY0" fmla="*/ 2867 h 2866"/>
                <a:gd name="csX1" fmla="*/ 3344 w 3821"/>
                <a:gd name="csY1" fmla="*/ 2389 h 2866"/>
                <a:gd name="csX2" fmla="*/ 3344 w 3821"/>
                <a:gd name="csY2" fmla="*/ 2389 h 2866"/>
                <a:gd name="csX3" fmla="*/ 478 w 3821"/>
                <a:gd name="csY3" fmla="*/ 478 h 2866"/>
                <a:gd name="csX4" fmla="*/ 0 w 3821"/>
                <a:gd name="csY4" fmla="*/ 0 h 2866"/>
                <a:gd name="csX5" fmla="*/ 0 w 3821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2866">
                  <a:moveTo>
                    <a:pt x="3822" y="2867"/>
                  </a:moveTo>
                  <a:lnTo>
                    <a:pt x="3344" y="2389"/>
                  </a:lnTo>
                  <a:lnTo>
                    <a:pt x="3344" y="2389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0" name="Freeform 4389">
              <a:extLst>
                <a:ext uri="{FF2B5EF4-FFF2-40B4-BE49-F238E27FC236}">
                  <a16:creationId xmlns:a16="http://schemas.microsoft.com/office/drawing/2014/main" id="{24F9A41D-1FDA-12F9-39F1-85E9FAF224C3}"/>
                </a:ext>
              </a:extLst>
            </p:cNvPr>
            <p:cNvSpPr/>
            <p:nvPr/>
          </p:nvSpPr>
          <p:spPr>
            <a:xfrm>
              <a:off x="4128709" y="4480744"/>
              <a:ext cx="1910" cy="955"/>
            </a:xfrm>
            <a:custGeom>
              <a:avLst/>
              <a:gdLst>
                <a:gd name="csX0" fmla="*/ 1911 w 1910"/>
                <a:gd name="csY0" fmla="*/ 478 h 955"/>
                <a:gd name="csX1" fmla="*/ 956 w 1910"/>
                <a:gd name="csY1" fmla="*/ 956 h 955"/>
                <a:gd name="csX2" fmla="*/ 478 w 1910"/>
                <a:gd name="csY2" fmla="*/ 956 h 955"/>
                <a:gd name="csX3" fmla="*/ 0 w 1910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955">
                  <a:moveTo>
                    <a:pt x="1911" y="478"/>
                  </a:moveTo>
                  <a:lnTo>
                    <a:pt x="956" y="956"/>
                  </a:lnTo>
                  <a:lnTo>
                    <a:pt x="478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1" name="Freeform 4390">
              <a:extLst>
                <a:ext uri="{FF2B5EF4-FFF2-40B4-BE49-F238E27FC236}">
                  <a16:creationId xmlns:a16="http://schemas.microsoft.com/office/drawing/2014/main" id="{48DCB3D5-7043-4D7C-1C78-4449D99ACB3C}"/>
                </a:ext>
              </a:extLst>
            </p:cNvPr>
            <p:cNvSpPr/>
            <p:nvPr/>
          </p:nvSpPr>
          <p:spPr>
            <a:xfrm>
              <a:off x="4135397" y="4479311"/>
              <a:ext cx="2388" cy="1433"/>
            </a:xfrm>
            <a:custGeom>
              <a:avLst/>
              <a:gdLst>
                <a:gd name="csX0" fmla="*/ 2389 w 2388"/>
                <a:gd name="csY0" fmla="*/ 1433 h 1433"/>
                <a:gd name="csX1" fmla="*/ 1433 w 2388"/>
                <a:gd name="csY1" fmla="*/ 478 h 1433"/>
                <a:gd name="csX2" fmla="*/ 1433 w 2388"/>
                <a:gd name="csY2" fmla="*/ 478 h 1433"/>
                <a:gd name="csX3" fmla="*/ 478 w 2388"/>
                <a:gd name="csY3" fmla="*/ 0 h 1433"/>
                <a:gd name="csX4" fmla="*/ 0 w 2388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1433">
                  <a:moveTo>
                    <a:pt x="2389" y="1433"/>
                  </a:moveTo>
                  <a:lnTo>
                    <a:pt x="1433" y="478"/>
                  </a:lnTo>
                  <a:lnTo>
                    <a:pt x="1433" y="478"/>
                  </a:lnTo>
                  <a:lnTo>
                    <a:pt x="478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2" name="Freeform 4391">
              <a:extLst>
                <a:ext uri="{FF2B5EF4-FFF2-40B4-BE49-F238E27FC236}">
                  <a16:creationId xmlns:a16="http://schemas.microsoft.com/office/drawing/2014/main" id="{C2CAA73B-D408-6A11-210D-D283152C56C1}"/>
                </a:ext>
              </a:extLst>
            </p:cNvPr>
            <p:cNvSpPr/>
            <p:nvPr/>
          </p:nvSpPr>
          <p:spPr>
            <a:xfrm>
              <a:off x="4143997" y="4482177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  <a:gd name="csX2" fmla="*/ 0 w 4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3" name="Freeform 4392">
              <a:extLst>
                <a:ext uri="{FF2B5EF4-FFF2-40B4-BE49-F238E27FC236}">
                  <a16:creationId xmlns:a16="http://schemas.microsoft.com/office/drawing/2014/main" id="{4D854B7E-543E-B116-5766-6D35C817D256}"/>
                </a:ext>
              </a:extLst>
            </p:cNvPr>
            <p:cNvSpPr/>
            <p:nvPr/>
          </p:nvSpPr>
          <p:spPr>
            <a:xfrm>
              <a:off x="4142086" y="4490298"/>
              <a:ext cx="9554" cy="7643"/>
            </a:xfrm>
            <a:custGeom>
              <a:avLst/>
              <a:gdLst>
                <a:gd name="csX0" fmla="*/ 9555 w 9554"/>
                <a:gd name="csY0" fmla="*/ 7644 h 7643"/>
                <a:gd name="csX1" fmla="*/ 9555 w 9554"/>
                <a:gd name="csY1" fmla="*/ 5733 h 7643"/>
                <a:gd name="csX2" fmla="*/ 8121 w 9554"/>
                <a:gd name="csY2" fmla="*/ 4777 h 7643"/>
                <a:gd name="csX3" fmla="*/ 7166 w 9554"/>
                <a:gd name="csY3" fmla="*/ 3344 h 7643"/>
                <a:gd name="csX4" fmla="*/ 6688 w 9554"/>
                <a:gd name="csY4" fmla="*/ 2389 h 7643"/>
                <a:gd name="csX5" fmla="*/ 6688 w 9554"/>
                <a:gd name="csY5" fmla="*/ 1433 h 7643"/>
                <a:gd name="csX6" fmla="*/ 6688 w 9554"/>
                <a:gd name="csY6" fmla="*/ 478 h 7643"/>
                <a:gd name="csX7" fmla="*/ 4300 w 9554"/>
                <a:gd name="csY7" fmla="*/ 0 h 7643"/>
                <a:gd name="csX8" fmla="*/ 2389 w 9554"/>
                <a:gd name="csY8" fmla="*/ 478 h 7643"/>
                <a:gd name="csX9" fmla="*/ 956 w 9554"/>
                <a:gd name="csY9" fmla="*/ 478 h 7643"/>
                <a:gd name="csX10" fmla="*/ 0 w 9554"/>
                <a:gd name="csY10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554" h="7643">
                  <a:moveTo>
                    <a:pt x="9555" y="7644"/>
                  </a:moveTo>
                  <a:lnTo>
                    <a:pt x="9555" y="5733"/>
                  </a:lnTo>
                  <a:lnTo>
                    <a:pt x="8121" y="4777"/>
                  </a:lnTo>
                  <a:lnTo>
                    <a:pt x="7166" y="3344"/>
                  </a:lnTo>
                  <a:lnTo>
                    <a:pt x="6688" y="2389"/>
                  </a:lnTo>
                  <a:lnTo>
                    <a:pt x="6688" y="1433"/>
                  </a:lnTo>
                  <a:lnTo>
                    <a:pt x="6688" y="478"/>
                  </a:lnTo>
                  <a:lnTo>
                    <a:pt x="4300" y="0"/>
                  </a:lnTo>
                  <a:lnTo>
                    <a:pt x="2389" y="478"/>
                  </a:lnTo>
                  <a:lnTo>
                    <a:pt x="956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4" name="Freeform 4393">
              <a:extLst>
                <a:ext uri="{FF2B5EF4-FFF2-40B4-BE49-F238E27FC236}">
                  <a16:creationId xmlns:a16="http://schemas.microsoft.com/office/drawing/2014/main" id="{BA2F0A5D-E751-BD44-DE20-6D804B6A1256}"/>
                </a:ext>
              </a:extLst>
            </p:cNvPr>
            <p:cNvSpPr/>
            <p:nvPr/>
          </p:nvSpPr>
          <p:spPr>
            <a:xfrm>
              <a:off x="4160717" y="4492209"/>
              <a:ext cx="3343" cy="477"/>
            </a:xfrm>
            <a:custGeom>
              <a:avLst/>
              <a:gdLst>
                <a:gd name="csX0" fmla="*/ 3344 w 3343"/>
                <a:gd name="csY0" fmla="*/ 0 h 477"/>
                <a:gd name="csX1" fmla="*/ 1911 w 3343"/>
                <a:gd name="csY1" fmla="*/ 0 h 477"/>
                <a:gd name="csX2" fmla="*/ 0 w 3343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3" h="477">
                  <a:moveTo>
                    <a:pt x="3344" y="0"/>
                  </a:moveTo>
                  <a:lnTo>
                    <a:pt x="1911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5" name="Freeform 4394">
              <a:extLst>
                <a:ext uri="{FF2B5EF4-FFF2-40B4-BE49-F238E27FC236}">
                  <a16:creationId xmlns:a16="http://schemas.microsoft.com/office/drawing/2014/main" id="{F5214A2E-CB16-2D44-D351-48CD78DB1833}"/>
                </a:ext>
              </a:extLst>
            </p:cNvPr>
            <p:cNvSpPr/>
            <p:nvPr/>
          </p:nvSpPr>
          <p:spPr>
            <a:xfrm>
              <a:off x="4170749" y="4483133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6" name="Freeform 4395">
              <a:extLst>
                <a:ext uri="{FF2B5EF4-FFF2-40B4-BE49-F238E27FC236}">
                  <a16:creationId xmlns:a16="http://schemas.microsoft.com/office/drawing/2014/main" id="{6200AF5D-06F8-EEA4-D437-405D27D582BF}"/>
                </a:ext>
              </a:extLst>
            </p:cNvPr>
            <p:cNvSpPr/>
            <p:nvPr/>
          </p:nvSpPr>
          <p:spPr>
            <a:xfrm>
              <a:off x="4177438" y="4477878"/>
              <a:ext cx="955" cy="1910"/>
            </a:xfrm>
            <a:custGeom>
              <a:avLst/>
              <a:gdLst>
                <a:gd name="csX0" fmla="*/ 955 w 955"/>
                <a:gd name="csY0" fmla="*/ 1911 h 1910"/>
                <a:gd name="csX1" fmla="*/ 0 w 955"/>
                <a:gd name="csY1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1910">
                  <a:moveTo>
                    <a:pt x="955" y="1911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7" name="Freeform 4396">
              <a:extLst>
                <a:ext uri="{FF2B5EF4-FFF2-40B4-BE49-F238E27FC236}">
                  <a16:creationId xmlns:a16="http://schemas.microsoft.com/office/drawing/2014/main" id="{30403F77-2BC8-DD28-4278-C5469A589A66}"/>
                </a:ext>
              </a:extLst>
            </p:cNvPr>
            <p:cNvSpPr/>
            <p:nvPr/>
          </p:nvSpPr>
          <p:spPr>
            <a:xfrm>
              <a:off x="4190814" y="4473100"/>
              <a:ext cx="3344" cy="1910"/>
            </a:xfrm>
            <a:custGeom>
              <a:avLst/>
              <a:gdLst>
                <a:gd name="csX0" fmla="*/ 3344 w 3344"/>
                <a:gd name="csY0" fmla="*/ 0 h 1910"/>
                <a:gd name="csX1" fmla="*/ 1433 w 3344"/>
                <a:gd name="csY1" fmla="*/ 478 h 1910"/>
                <a:gd name="csX2" fmla="*/ 0 w 3344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4" h="1910">
                  <a:moveTo>
                    <a:pt x="3344" y="0"/>
                  </a:moveTo>
                  <a:lnTo>
                    <a:pt x="1433" y="478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8" name="Freeform 4397">
              <a:extLst>
                <a:ext uri="{FF2B5EF4-FFF2-40B4-BE49-F238E27FC236}">
                  <a16:creationId xmlns:a16="http://schemas.microsoft.com/office/drawing/2014/main" id="{0D867AA5-9060-30FF-23BD-F6D9D3D2F435}"/>
                </a:ext>
              </a:extLst>
            </p:cNvPr>
            <p:cNvSpPr/>
            <p:nvPr/>
          </p:nvSpPr>
          <p:spPr>
            <a:xfrm>
              <a:off x="4198458" y="4464023"/>
              <a:ext cx="3821" cy="955"/>
            </a:xfrm>
            <a:custGeom>
              <a:avLst/>
              <a:gdLst>
                <a:gd name="csX0" fmla="*/ 3822 w 3821"/>
                <a:gd name="csY0" fmla="*/ 0 h 955"/>
                <a:gd name="csX1" fmla="*/ 2389 w 3821"/>
                <a:gd name="csY1" fmla="*/ 0 h 955"/>
                <a:gd name="csX2" fmla="*/ 0 w 3821"/>
                <a:gd name="csY2" fmla="*/ 956 h 955"/>
                <a:gd name="csX3" fmla="*/ 0 w 3821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1" h="955">
                  <a:moveTo>
                    <a:pt x="3822" y="0"/>
                  </a:moveTo>
                  <a:lnTo>
                    <a:pt x="2389" y="0"/>
                  </a:lnTo>
                  <a:lnTo>
                    <a:pt x="0" y="956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9" name="Freeform 4398">
              <a:extLst>
                <a:ext uri="{FF2B5EF4-FFF2-40B4-BE49-F238E27FC236}">
                  <a16:creationId xmlns:a16="http://schemas.microsoft.com/office/drawing/2014/main" id="{674B92C3-5014-AEC2-E5F2-8BA375B9EECC}"/>
                </a:ext>
              </a:extLst>
            </p:cNvPr>
            <p:cNvSpPr/>
            <p:nvPr/>
          </p:nvSpPr>
          <p:spPr>
            <a:xfrm>
              <a:off x="4203235" y="4465457"/>
              <a:ext cx="1910" cy="1433"/>
            </a:xfrm>
            <a:custGeom>
              <a:avLst/>
              <a:gdLst>
                <a:gd name="csX0" fmla="*/ 1911 w 1910"/>
                <a:gd name="csY0" fmla="*/ 1433 h 1433"/>
                <a:gd name="csX1" fmla="*/ 0 w 1910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1433">
                  <a:moveTo>
                    <a:pt x="1911" y="1433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0" name="Freeform 4399">
              <a:extLst>
                <a:ext uri="{FF2B5EF4-FFF2-40B4-BE49-F238E27FC236}">
                  <a16:creationId xmlns:a16="http://schemas.microsoft.com/office/drawing/2014/main" id="{BED5AF38-773E-E257-7D84-AA96AB8477BB}"/>
                </a:ext>
              </a:extLst>
            </p:cNvPr>
            <p:cNvSpPr/>
            <p:nvPr/>
          </p:nvSpPr>
          <p:spPr>
            <a:xfrm>
              <a:off x="6207310" y="3780870"/>
              <a:ext cx="2388" cy="477"/>
            </a:xfrm>
            <a:custGeom>
              <a:avLst/>
              <a:gdLst>
                <a:gd name="csX0" fmla="*/ 0 w 2388"/>
                <a:gd name="csY0" fmla="*/ 0 h 477"/>
                <a:gd name="csX1" fmla="*/ 2389 w 2388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8" h="477">
                  <a:moveTo>
                    <a:pt x="0" y="0"/>
                  </a:moveTo>
                  <a:lnTo>
                    <a:pt x="2389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1" name="Freeform 4400">
              <a:extLst>
                <a:ext uri="{FF2B5EF4-FFF2-40B4-BE49-F238E27FC236}">
                  <a16:creationId xmlns:a16="http://schemas.microsoft.com/office/drawing/2014/main" id="{BCBAFE8B-2B5B-35CE-91A3-330C479CD06A}"/>
                </a:ext>
              </a:extLst>
            </p:cNvPr>
            <p:cNvSpPr/>
            <p:nvPr/>
          </p:nvSpPr>
          <p:spPr>
            <a:xfrm>
              <a:off x="6190112" y="3799502"/>
              <a:ext cx="3344" cy="955"/>
            </a:xfrm>
            <a:custGeom>
              <a:avLst/>
              <a:gdLst>
                <a:gd name="csX0" fmla="*/ 0 w 3344"/>
                <a:gd name="csY0" fmla="*/ 956 h 955"/>
                <a:gd name="csX1" fmla="*/ 3344 w 3344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344" h="955">
                  <a:moveTo>
                    <a:pt x="0" y="956"/>
                  </a:move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2" name="Freeform 4401">
              <a:extLst>
                <a:ext uri="{FF2B5EF4-FFF2-40B4-BE49-F238E27FC236}">
                  <a16:creationId xmlns:a16="http://schemas.microsoft.com/office/drawing/2014/main" id="{18DC18BE-010B-64BB-43C2-06E2AD135A9D}"/>
                </a:ext>
              </a:extLst>
            </p:cNvPr>
            <p:cNvSpPr/>
            <p:nvPr/>
          </p:nvSpPr>
          <p:spPr>
            <a:xfrm>
              <a:off x="6180079" y="3808101"/>
              <a:ext cx="5732" cy="1433"/>
            </a:xfrm>
            <a:custGeom>
              <a:avLst/>
              <a:gdLst>
                <a:gd name="csX0" fmla="*/ 0 w 5732"/>
                <a:gd name="csY0" fmla="*/ 0 h 1433"/>
                <a:gd name="csX1" fmla="*/ 3344 w 5732"/>
                <a:gd name="csY1" fmla="*/ 956 h 1433"/>
                <a:gd name="csX2" fmla="*/ 5733 w 5732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32" h="1433">
                  <a:moveTo>
                    <a:pt x="0" y="0"/>
                  </a:moveTo>
                  <a:lnTo>
                    <a:pt x="3344" y="956"/>
                  </a:lnTo>
                  <a:lnTo>
                    <a:pt x="5733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3" name="Freeform 4402">
              <a:extLst>
                <a:ext uri="{FF2B5EF4-FFF2-40B4-BE49-F238E27FC236}">
                  <a16:creationId xmlns:a16="http://schemas.microsoft.com/office/drawing/2014/main" id="{53FFE487-C184-D8EB-E09E-CF2C1BB0B2EA}"/>
                </a:ext>
              </a:extLst>
            </p:cNvPr>
            <p:cNvSpPr/>
            <p:nvPr/>
          </p:nvSpPr>
          <p:spPr>
            <a:xfrm>
              <a:off x="6172436" y="3803801"/>
              <a:ext cx="3344" cy="3822"/>
            </a:xfrm>
            <a:custGeom>
              <a:avLst/>
              <a:gdLst>
                <a:gd name="csX0" fmla="*/ 0 w 3344"/>
                <a:gd name="csY0" fmla="*/ 0 h 3822"/>
                <a:gd name="csX1" fmla="*/ 478 w 3344"/>
                <a:gd name="csY1" fmla="*/ 478 h 3822"/>
                <a:gd name="csX2" fmla="*/ 956 w 3344"/>
                <a:gd name="csY2" fmla="*/ 1433 h 3822"/>
                <a:gd name="csX3" fmla="*/ 1911 w 3344"/>
                <a:gd name="csY3" fmla="*/ 2389 h 3822"/>
                <a:gd name="csX4" fmla="*/ 3344 w 3344"/>
                <a:gd name="csY4" fmla="*/ 3822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4" h="3822">
                  <a:moveTo>
                    <a:pt x="0" y="0"/>
                  </a:moveTo>
                  <a:lnTo>
                    <a:pt x="478" y="478"/>
                  </a:lnTo>
                  <a:lnTo>
                    <a:pt x="956" y="1433"/>
                  </a:lnTo>
                  <a:lnTo>
                    <a:pt x="1911" y="2389"/>
                  </a:lnTo>
                  <a:lnTo>
                    <a:pt x="3344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4" name="Freeform 4403">
              <a:extLst>
                <a:ext uri="{FF2B5EF4-FFF2-40B4-BE49-F238E27FC236}">
                  <a16:creationId xmlns:a16="http://schemas.microsoft.com/office/drawing/2014/main" id="{E8906F41-CB33-2289-5863-5F9294EFF90A}"/>
                </a:ext>
              </a:extLst>
            </p:cNvPr>
            <p:cNvSpPr/>
            <p:nvPr/>
          </p:nvSpPr>
          <p:spPr>
            <a:xfrm>
              <a:off x="6167181" y="3808101"/>
              <a:ext cx="1433" cy="477"/>
            </a:xfrm>
            <a:custGeom>
              <a:avLst/>
              <a:gdLst>
                <a:gd name="csX0" fmla="*/ 0 w 1433"/>
                <a:gd name="csY0" fmla="*/ 0 h 477"/>
                <a:gd name="csX1" fmla="*/ 1433 w 1433"/>
                <a:gd name="csY1" fmla="*/ 478 h 477"/>
                <a:gd name="csX2" fmla="*/ 1433 w 1433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477">
                  <a:moveTo>
                    <a:pt x="0" y="0"/>
                  </a:moveTo>
                  <a:lnTo>
                    <a:pt x="1433" y="478"/>
                  </a:lnTo>
                  <a:lnTo>
                    <a:pt x="1433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5" name="Freeform 4404">
              <a:extLst>
                <a:ext uri="{FF2B5EF4-FFF2-40B4-BE49-F238E27FC236}">
                  <a16:creationId xmlns:a16="http://schemas.microsoft.com/office/drawing/2014/main" id="{24DFED2D-7E9F-0A77-207B-73861647DDF6}"/>
                </a:ext>
              </a:extLst>
            </p:cNvPr>
            <p:cNvSpPr/>
            <p:nvPr/>
          </p:nvSpPr>
          <p:spPr>
            <a:xfrm>
              <a:off x="6163359" y="3808101"/>
              <a:ext cx="3344" cy="477"/>
            </a:xfrm>
            <a:custGeom>
              <a:avLst/>
              <a:gdLst>
                <a:gd name="csX0" fmla="*/ 0 w 3344"/>
                <a:gd name="csY0" fmla="*/ 478 h 477"/>
                <a:gd name="csX1" fmla="*/ 956 w 3344"/>
                <a:gd name="csY1" fmla="*/ 478 h 477"/>
                <a:gd name="csX2" fmla="*/ 3344 w 3344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4" h="477">
                  <a:moveTo>
                    <a:pt x="0" y="478"/>
                  </a:moveTo>
                  <a:lnTo>
                    <a:pt x="956" y="478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" name="Freeform 4405">
              <a:extLst>
                <a:ext uri="{FF2B5EF4-FFF2-40B4-BE49-F238E27FC236}">
                  <a16:creationId xmlns:a16="http://schemas.microsoft.com/office/drawing/2014/main" id="{841D7E46-3121-89A7-7489-7847B3931EAF}"/>
                </a:ext>
              </a:extLst>
            </p:cNvPr>
            <p:cNvSpPr/>
            <p:nvPr/>
          </p:nvSpPr>
          <p:spPr>
            <a:xfrm>
              <a:off x="6160970" y="3807623"/>
              <a:ext cx="1910" cy="955"/>
            </a:xfrm>
            <a:custGeom>
              <a:avLst/>
              <a:gdLst>
                <a:gd name="csX0" fmla="*/ 0 w 1910"/>
                <a:gd name="csY0" fmla="*/ 0 h 955"/>
                <a:gd name="csX1" fmla="*/ 1911 w 1910"/>
                <a:gd name="csY1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955">
                  <a:moveTo>
                    <a:pt x="0" y="0"/>
                  </a:moveTo>
                  <a:lnTo>
                    <a:pt x="1911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" name="Freeform 4406">
              <a:extLst>
                <a:ext uri="{FF2B5EF4-FFF2-40B4-BE49-F238E27FC236}">
                  <a16:creationId xmlns:a16="http://schemas.microsoft.com/office/drawing/2014/main" id="{70E17D51-C106-ACC4-357D-C60FCD4501D0}"/>
                </a:ext>
              </a:extLst>
            </p:cNvPr>
            <p:cNvSpPr/>
            <p:nvPr/>
          </p:nvSpPr>
          <p:spPr>
            <a:xfrm>
              <a:off x="6151893" y="3807623"/>
              <a:ext cx="108922" cy="64971"/>
            </a:xfrm>
            <a:custGeom>
              <a:avLst/>
              <a:gdLst>
                <a:gd name="csX0" fmla="*/ 108922 w 108922"/>
                <a:gd name="csY0" fmla="*/ 16721 h 64971"/>
                <a:gd name="csX1" fmla="*/ 107489 w 108922"/>
                <a:gd name="csY1" fmla="*/ 16721 h 64971"/>
                <a:gd name="csX2" fmla="*/ 105578 w 108922"/>
                <a:gd name="csY2" fmla="*/ 16243 h 64971"/>
                <a:gd name="csX3" fmla="*/ 104623 w 108922"/>
                <a:gd name="csY3" fmla="*/ 15287 h 64971"/>
                <a:gd name="csX4" fmla="*/ 104623 w 108922"/>
                <a:gd name="csY4" fmla="*/ 15287 h 64971"/>
                <a:gd name="csX5" fmla="*/ 104145 w 108922"/>
                <a:gd name="csY5" fmla="*/ 14809 h 64971"/>
                <a:gd name="csX6" fmla="*/ 104145 w 108922"/>
                <a:gd name="csY6" fmla="*/ 13854 h 64971"/>
                <a:gd name="csX7" fmla="*/ 103667 w 108922"/>
                <a:gd name="csY7" fmla="*/ 12421 h 64971"/>
                <a:gd name="csX8" fmla="*/ 101756 w 108922"/>
                <a:gd name="csY8" fmla="*/ 11465 h 64971"/>
                <a:gd name="csX9" fmla="*/ 98412 w 108922"/>
                <a:gd name="csY9" fmla="*/ 10988 h 64971"/>
                <a:gd name="csX10" fmla="*/ 97457 w 108922"/>
                <a:gd name="csY10" fmla="*/ 10510 h 64971"/>
                <a:gd name="csX11" fmla="*/ 96979 w 108922"/>
                <a:gd name="csY11" fmla="*/ 10510 h 64971"/>
                <a:gd name="csX12" fmla="*/ 96024 w 108922"/>
                <a:gd name="csY12" fmla="*/ 10032 h 64971"/>
                <a:gd name="csX13" fmla="*/ 94590 w 108922"/>
                <a:gd name="csY13" fmla="*/ 10032 h 64971"/>
                <a:gd name="csX14" fmla="*/ 93157 w 108922"/>
                <a:gd name="csY14" fmla="*/ 10032 h 64971"/>
                <a:gd name="csX15" fmla="*/ 91724 w 108922"/>
                <a:gd name="csY15" fmla="*/ 10032 h 64971"/>
                <a:gd name="csX16" fmla="*/ 88858 w 108922"/>
                <a:gd name="csY16" fmla="*/ 9555 h 64971"/>
                <a:gd name="csX17" fmla="*/ 87902 w 108922"/>
                <a:gd name="csY17" fmla="*/ 10510 h 64971"/>
                <a:gd name="csX18" fmla="*/ 86469 w 108922"/>
                <a:gd name="csY18" fmla="*/ 10988 h 64971"/>
                <a:gd name="csX19" fmla="*/ 86469 w 108922"/>
                <a:gd name="csY19" fmla="*/ 11465 h 64971"/>
                <a:gd name="csX20" fmla="*/ 85036 w 108922"/>
                <a:gd name="csY20" fmla="*/ 10988 h 64971"/>
                <a:gd name="csX21" fmla="*/ 82647 w 108922"/>
                <a:gd name="csY21" fmla="*/ 9077 h 64971"/>
                <a:gd name="csX22" fmla="*/ 82170 w 108922"/>
                <a:gd name="csY22" fmla="*/ 9077 h 64971"/>
                <a:gd name="csX23" fmla="*/ 81692 w 108922"/>
                <a:gd name="csY23" fmla="*/ 9077 h 64971"/>
                <a:gd name="csX24" fmla="*/ 79781 w 108922"/>
                <a:gd name="csY24" fmla="*/ 10032 h 64971"/>
                <a:gd name="csX25" fmla="*/ 78825 w 108922"/>
                <a:gd name="csY25" fmla="*/ 10032 h 64971"/>
                <a:gd name="csX26" fmla="*/ 78347 w 108922"/>
                <a:gd name="csY26" fmla="*/ 10032 h 64971"/>
                <a:gd name="csX27" fmla="*/ 75481 w 108922"/>
                <a:gd name="csY27" fmla="*/ 9077 h 64971"/>
                <a:gd name="csX28" fmla="*/ 74048 w 108922"/>
                <a:gd name="csY28" fmla="*/ 9077 h 64971"/>
                <a:gd name="csX29" fmla="*/ 73093 w 108922"/>
                <a:gd name="csY29" fmla="*/ 9077 h 64971"/>
                <a:gd name="csX30" fmla="*/ 73093 w 108922"/>
                <a:gd name="csY30" fmla="*/ 9077 h 64971"/>
                <a:gd name="csX31" fmla="*/ 71659 w 108922"/>
                <a:gd name="csY31" fmla="*/ 9077 h 64971"/>
                <a:gd name="csX32" fmla="*/ 67360 w 108922"/>
                <a:gd name="csY32" fmla="*/ 6210 h 64971"/>
                <a:gd name="csX33" fmla="*/ 64971 w 108922"/>
                <a:gd name="csY33" fmla="*/ 8121 h 64971"/>
                <a:gd name="csX34" fmla="*/ 59716 w 108922"/>
                <a:gd name="csY34" fmla="*/ 7644 h 64971"/>
                <a:gd name="csX35" fmla="*/ 58283 w 108922"/>
                <a:gd name="csY35" fmla="*/ 9077 h 64971"/>
                <a:gd name="csX36" fmla="*/ 58283 w 108922"/>
                <a:gd name="csY36" fmla="*/ 9077 h 64971"/>
                <a:gd name="csX37" fmla="*/ 56372 w 108922"/>
                <a:gd name="csY37" fmla="*/ 11943 h 64971"/>
                <a:gd name="csX38" fmla="*/ 54939 w 108922"/>
                <a:gd name="csY38" fmla="*/ 12898 h 64971"/>
                <a:gd name="csX39" fmla="*/ 53506 w 108922"/>
                <a:gd name="csY39" fmla="*/ 12421 h 64971"/>
                <a:gd name="csX40" fmla="*/ 52072 w 108922"/>
                <a:gd name="csY40" fmla="*/ 11465 h 64971"/>
                <a:gd name="csX41" fmla="*/ 49684 w 108922"/>
                <a:gd name="csY41" fmla="*/ 8599 h 64971"/>
                <a:gd name="csX42" fmla="*/ 48251 w 108922"/>
                <a:gd name="csY42" fmla="*/ 7644 h 64971"/>
                <a:gd name="csX43" fmla="*/ 46817 w 108922"/>
                <a:gd name="csY43" fmla="*/ 7644 h 64971"/>
                <a:gd name="csX44" fmla="*/ 45384 w 108922"/>
                <a:gd name="csY44" fmla="*/ 8121 h 64971"/>
                <a:gd name="csX45" fmla="*/ 44906 w 108922"/>
                <a:gd name="csY45" fmla="*/ 8599 h 64971"/>
                <a:gd name="csX46" fmla="*/ 44429 w 108922"/>
                <a:gd name="csY46" fmla="*/ 12898 h 64971"/>
                <a:gd name="csX47" fmla="*/ 43951 w 108922"/>
                <a:gd name="csY47" fmla="*/ 16721 h 64971"/>
                <a:gd name="csX48" fmla="*/ 43951 w 108922"/>
                <a:gd name="csY48" fmla="*/ 19109 h 64971"/>
                <a:gd name="csX49" fmla="*/ 46817 w 108922"/>
                <a:gd name="csY49" fmla="*/ 21498 h 64971"/>
                <a:gd name="csX50" fmla="*/ 50162 w 108922"/>
                <a:gd name="csY50" fmla="*/ 24842 h 64971"/>
                <a:gd name="csX51" fmla="*/ 50162 w 108922"/>
                <a:gd name="csY51" fmla="*/ 24842 h 64971"/>
                <a:gd name="csX52" fmla="*/ 51117 w 108922"/>
                <a:gd name="csY52" fmla="*/ 25320 h 64971"/>
                <a:gd name="csX53" fmla="*/ 51595 w 108922"/>
                <a:gd name="csY53" fmla="*/ 26753 h 64971"/>
                <a:gd name="csX54" fmla="*/ 52550 w 108922"/>
                <a:gd name="csY54" fmla="*/ 29619 h 64971"/>
                <a:gd name="csX55" fmla="*/ 53506 w 108922"/>
                <a:gd name="csY55" fmla="*/ 32963 h 64971"/>
                <a:gd name="csX56" fmla="*/ 54939 w 108922"/>
                <a:gd name="csY56" fmla="*/ 35352 h 64971"/>
                <a:gd name="csX57" fmla="*/ 56372 w 108922"/>
                <a:gd name="csY57" fmla="*/ 37263 h 64971"/>
                <a:gd name="csX58" fmla="*/ 56850 w 108922"/>
                <a:gd name="csY58" fmla="*/ 37263 h 64971"/>
                <a:gd name="csX59" fmla="*/ 58283 w 108922"/>
                <a:gd name="csY59" fmla="*/ 38696 h 64971"/>
                <a:gd name="csX60" fmla="*/ 60672 w 108922"/>
                <a:gd name="csY60" fmla="*/ 40607 h 64971"/>
                <a:gd name="csX61" fmla="*/ 62582 w 108922"/>
                <a:gd name="csY61" fmla="*/ 43473 h 64971"/>
                <a:gd name="csX62" fmla="*/ 63060 w 108922"/>
                <a:gd name="csY62" fmla="*/ 43951 h 64971"/>
                <a:gd name="csX63" fmla="*/ 63060 w 108922"/>
                <a:gd name="csY63" fmla="*/ 44429 h 64971"/>
                <a:gd name="csX64" fmla="*/ 66882 w 108922"/>
                <a:gd name="csY64" fmla="*/ 47295 h 64971"/>
                <a:gd name="csX65" fmla="*/ 70704 w 108922"/>
                <a:gd name="csY65" fmla="*/ 50639 h 64971"/>
                <a:gd name="csX66" fmla="*/ 74048 w 108922"/>
                <a:gd name="csY66" fmla="*/ 52072 h 64971"/>
                <a:gd name="csX67" fmla="*/ 74526 w 108922"/>
                <a:gd name="csY67" fmla="*/ 52550 h 64971"/>
                <a:gd name="csX68" fmla="*/ 74526 w 108922"/>
                <a:gd name="csY68" fmla="*/ 54939 h 64971"/>
                <a:gd name="csX69" fmla="*/ 74526 w 108922"/>
                <a:gd name="csY69" fmla="*/ 55894 h 64971"/>
                <a:gd name="csX70" fmla="*/ 76914 w 108922"/>
                <a:gd name="csY70" fmla="*/ 58761 h 64971"/>
                <a:gd name="csX71" fmla="*/ 81214 w 108922"/>
                <a:gd name="csY71" fmla="*/ 62582 h 64971"/>
                <a:gd name="csX72" fmla="*/ 81692 w 108922"/>
                <a:gd name="csY72" fmla="*/ 63538 h 64971"/>
                <a:gd name="csX73" fmla="*/ 82170 w 108922"/>
                <a:gd name="csY73" fmla="*/ 64016 h 64971"/>
                <a:gd name="csX74" fmla="*/ 81692 w 108922"/>
                <a:gd name="csY74" fmla="*/ 64493 h 64971"/>
                <a:gd name="csX75" fmla="*/ 80736 w 108922"/>
                <a:gd name="csY75" fmla="*/ 64971 h 64971"/>
                <a:gd name="csX76" fmla="*/ 80736 w 108922"/>
                <a:gd name="csY76" fmla="*/ 64971 h 64971"/>
                <a:gd name="csX77" fmla="*/ 79781 w 108922"/>
                <a:gd name="csY77" fmla="*/ 64493 h 64971"/>
                <a:gd name="csX78" fmla="*/ 75481 w 108922"/>
                <a:gd name="csY78" fmla="*/ 60671 h 64971"/>
                <a:gd name="csX79" fmla="*/ 71659 w 108922"/>
                <a:gd name="csY79" fmla="*/ 58283 h 64971"/>
                <a:gd name="csX80" fmla="*/ 66882 w 108922"/>
                <a:gd name="csY80" fmla="*/ 53983 h 64971"/>
                <a:gd name="csX81" fmla="*/ 61149 w 108922"/>
                <a:gd name="csY81" fmla="*/ 52072 h 64971"/>
                <a:gd name="csX82" fmla="*/ 56850 w 108922"/>
                <a:gd name="csY82" fmla="*/ 50162 h 64971"/>
                <a:gd name="csX83" fmla="*/ 54461 w 108922"/>
                <a:gd name="csY83" fmla="*/ 50639 h 64971"/>
                <a:gd name="csX84" fmla="*/ 51595 w 108922"/>
                <a:gd name="csY84" fmla="*/ 51117 h 64971"/>
                <a:gd name="csX85" fmla="*/ 50162 w 108922"/>
                <a:gd name="csY85" fmla="*/ 51117 h 64971"/>
                <a:gd name="csX86" fmla="*/ 48728 w 108922"/>
                <a:gd name="csY86" fmla="*/ 50639 h 64971"/>
                <a:gd name="csX87" fmla="*/ 47773 w 108922"/>
                <a:gd name="csY87" fmla="*/ 49684 h 64971"/>
                <a:gd name="csX88" fmla="*/ 48251 w 108922"/>
                <a:gd name="csY88" fmla="*/ 48728 h 64971"/>
                <a:gd name="csX89" fmla="*/ 47773 w 108922"/>
                <a:gd name="csY89" fmla="*/ 47295 h 64971"/>
                <a:gd name="csX90" fmla="*/ 45384 w 108922"/>
                <a:gd name="csY90" fmla="*/ 45384 h 64971"/>
                <a:gd name="csX91" fmla="*/ 42518 w 108922"/>
                <a:gd name="csY91" fmla="*/ 43473 h 64971"/>
                <a:gd name="csX92" fmla="*/ 39174 w 108922"/>
                <a:gd name="csY92" fmla="*/ 41085 h 64971"/>
                <a:gd name="csX93" fmla="*/ 32963 w 108922"/>
                <a:gd name="csY93" fmla="*/ 34396 h 64971"/>
                <a:gd name="csX94" fmla="*/ 31530 w 108922"/>
                <a:gd name="csY94" fmla="*/ 32008 h 64971"/>
                <a:gd name="csX95" fmla="*/ 32963 w 108922"/>
                <a:gd name="csY95" fmla="*/ 31530 h 64971"/>
                <a:gd name="csX96" fmla="*/ 33919 w 108922"/>
                <a:gd name="csY96" fmla="*/ 32008 h 64971"/>
                <a:gd name="csX97" fmla="*/ 34874 w 108922"/>
                <a:gd name="csY97" fmla="*/ 31530 h 64971"/>
                <a:gd name="csX98" fmla="*/ 36785 w 108922"/>
                <a:gd name="csY98" fmla="*/ 31530 h 64971"/>
                <a:gd name="csX99" fmla="*/ 38696 w 108922"/>
                <a:gd name="csY99" fmla="*/ 32008 h 64971"/>
                <a:gd name="csX100" fmla="*/ 36785 w 108922"/>
                <a:gd name="csY100" fmla="*/ 30575 h 64971"/>
                <a:gd name="csX101" fmla="*/ 34874 w 108922"/>
                <a:gd name="csY101" fmla="*/ 29141 h 64971"/>
                <a:gd name="csX102" fmla="*/ 29141 w 108922"/>
                <a:gd name="csY102" fmla="*/ 23409 h 64971"/>
                <a:gd name="csX103" fmla="*/ 27231 w 108922"/>
                <a:gd name="csY103" fmla="*/ 20542 h 64971"/>
                <a:gd name="csX104" fmla="*/ 27231 w 108922"/>
                <a:gd name="csY104" fmla="*/ 17676 h 64971"/>
                <a:gd name="csX105" fmla="*/ 27231 w 108922"/>
                <a:gd name="csY105" fmla="*/ 13854 h 64971"/>
                <a:gd name="csX106" fmla="*/ 26275 w 108922"/>
                <a:gd name="csY106" fmla="*/ 10988 h 64971"/>
                <a:gd name="csX107" fmla="*/ 21975 w 108922"/>
                <a:gd name="csY107" fmla="*/ 7644 h 64971"/>
                <a:gd name="csX108" fmla="*/ 20542 w 108922"/>
                <a:gd name="csY108" fmla="*/ 5733 h 64971"/>
                <a:gd name="csX109" fmla="*/ 17198 w 108922"/>
                <a:gd name="csY109" fmla="*/ 4299 h 64971"/>
                <a:gd name="csX110" fmla="*/ 15765 w 108922"/>
                <a:gd name="csY110" fmla="*/ 4777 h 64971"/>
                <a:gd name="csX111" fmla="*/ 14809 w 108922"/>
                <a:gd name="csY111" fmla="*/ 6210 h 64971"/>
                <a:gd name="csX112" fmla="*/ 14332 w 108922"/>
                <a:gd name="csY112" fmla="*/ 9077 h 64971"/>
                <a:gd name="csX113" fmla="*/ 11465 w 108922"/>
                <a:gd name="csY113" fmla="*/ 13376 h 64971"/>
                <a:gd name="csX114" fmla="*/ 10510 w 108922"/>
                <a:gd name="csY114" fmla="*/ 15287 h 64971"/>
                <a:gd name="csX115" fmla="*/ 8599 w 108922"/>
                <a:gd name="csY115" fmla="*/ 17676 h 64971"/>
                <a:gd name="csX116" fmla="*/ 7644 w 108922"/>
                <a:gd name="csY116" fmla="*/ 17676 h 64971"/>
                <a:gd name="csX117" fmla="*/ 6688 w 108922"/>
                <a:gd name="csY117" fmla="*/ 17198 h 64971"/>
                <a:gd name="csX118" fmla="*/ 4299 w 108922"/>
                <a:gd name="csY118" fmla="*/ 13376 h 64971"/>
                <a:gd name="csX119" fmla="*/ 1911 w 108922"/>
                <a:gd name="csY119" fmla="*/ 10510 h 64971"/>
                <a:gd name="csX120" fmla="*/ 1911 w 108922"/>
                <a:gd name="csY120" fmla="*/ 9077 h 64971"/>
                <a:gd name="csX121" fmla="*/ 1433 w 108922"/>
                <a:gd name="csY121" fmla="*/ 7166 h 64971"/>
                <a:gd name="csX122" fmla="*/ 0 w 108922"/>
                <a:gd name="csY122" fmla="*/ 955 h 64971"/>
                <a:gd name="csX123" fmla="*/ 956 w 108922"/>
                <a:gd name="csY123" fmla="*/ 0 h 64971"/>
                <a:gd name="csX124" fmla="*/ 1911 w 108922"/>
                <a:gd name="csY124" fmla="*/ 955 h 64971"/>
                <a:gd name="csX125" fmla="*/ 7166 w 108922"/>
                <a:gd name="csY125" fmla="*/ 2389 h 64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</a:cxnLst>
              <a:rect l="l" t="t" r="r" b="b"/>
              <a:pathLst>
                <a:path w="108922" h="64971">
                  <a:moveTo>
                    <a:pt x="108922" y="16721"/>
                  </a:moveTo>
                  <a:lnTo>
                    <a:pt x="107489" y="16721"/>
                  </a:lnTo>
                  <a:lnTo>
                    <a:pt x="105578" y="16243"/>
                  </a:lnTo>
                  <a:lnTo>
                    <a:pt x="104623" y="15287"/>
                  </a:lnTo>
                  <a:lnTo>
                    <a:pt x="104623" y="15287"/>
                  </a:lnTo>
                  <a:lnTo>
                    <a:pt x="104145" y="14809"/>
                  </a:lnTo>
                  <a:lnTo>
                    <a:pt x="104145" y="13854"/>
                  </a:lnTo>
                  <a:lnTo>
                    <a:pt x="103667" y="12421"/>
                  </a:lnTo>
                  <a:lnTo>
                    <a:pt x="101756" y="11465"/>
                  </a:lnTo>
                  <a:lnTo>
                    <a:pt x="98412" y="10988"/>
                  </a:lnTo>
                  <a:lnTo>
                    <a:pt x="97457" y="10510"/>
                  </a:lnTo>
                  <a:lnTo>
                    <a:pt x="96979" y="10510"/>
                  </a:lnTo>
                  <a:lnTo>
                    <a:pt x="96024" y="10032"/>
                  </a:lnTo>
                  <a:lnTo>
                    <a:pt x="94590" y="10032"/>
                  </a:lnTo>
                  <a:lnTo>
                    <a:pt x="93157" y="10032"/>
                  </a:lnTo>
                  <a:lnTo>
                    <a:pt x="91724" y="10032"/>
                  </a:lnTo>
                  <a:lnTo>
                    <a:pt x="88858" y="9555"/>
                  </a:lnTo>
                  <a:lnTo>
                    <a:pt x="87902" y="10510"/>
                  </a:lnTo>
                  <a:lnTo>
                    <a:pt x="86469" y="10988"/>
                  </a:lnTo>
                  <a:lnTo>
                    <a:pt x="86469" y="11465"/>
                  </a:lnTo>
                  <a:lnTo>
                    <a:pt x="85036" y="10988"/>
                  </a:lnTo>
                  <a:lnTo>
                    <a:pt x="82647" y="9077"/>
                  </a:lnTo>
                  <a:lnTo>
                    <a:pt x="82170" y="9077"/>
                  </a:lnTo>
                  <a:lnTo>
                    <a:pt x="81692" y="9077"/>
                  </a:lnTo>
                  <a:lnTo>
                    <a:pt x="79781" y="10032"/>
                  </a:lnTo>
                  <a:lnTo>
                    <a:pt x="78825" y="10032"/>
                  </a:lnTo>
                  <a:lnTo>
                    <a:pt x="78347" y="10032"/>
                  </a:lnTo>
                  <a:lnTo>
                    <a:pt x="75481" y="9077"/>
                  </a:lnTo>
                  <a:lnTo>
                    <a:pt x="74048" y="9077"/>
                  </a:lnTo>
                  <a:lnTo>
                    <a:pt x="73093" y="9077"/>
                  </a:lnTo>
                  <a:lnTo>
                    <a:pt x="73093" y="9077"/>
                  </a:lnTo>
                  <a:lnTo>
                    <a:pt x="71659" y="9077"/>
                  </a:lnTo>
                  <a:lnTo>
                    <a:pt x="67360" y="6210"/>
                  </a:lnTo>
                  <a:lnTo>
                    <a:pt x="64971" y="8121"/>
                  </a:lnTo>
                  <a:lnTo>
                    <a:pt x="59716" y="7644"/>
                  </a:lnTo>
                  <a:lnTo>
                    <a:pt x="58283" y="9077"/>
                  </a:lnTo>
                  <a:lnTo>
                    <a:pt x="58283" y="9077"/>
                  </a:lnTo>
                  <a:lnTo>
                    <a:pt x="56372" y="11943"/>
                  </a:lnTo>
                  <a:lnTo>
                    <a:pt x="54939" y="12898"/>
                  </a:lnTo>
                  <a:lnTo>
                    <a:pt x="53506" y="12421"/>
                  </a:lnTo>
                  <a:lnTo>
                    <a:pt x="52072" y="11465"/>
                  </a:lnTo>
                  <a:lnTo>
                    <a:pt x="49684" y="8599"/>
                  </a:lnTo>
                  <a:lnTo>
                    <a:pt x="48251" y="7644"/>
                  </a:lnTo>
                  <a:lnTo>
                    <a:pt x="46817" y="7644"/>
                  </a:lnTo>
                  <a:lnTo>
                    <a:pt x="45384" y="8121"/>
                  </a:lnTo>
                  <a:lnTo>
                    <a:pt x="44906" y="8599"/>
                  </a:lnTo>
                  <a:lnTo>
                    <a:pt x="44429" y="12898"/>
                  </a:lnTo>
                  <a:lnTo>
                    <a:pt x="43951" y="16721"/>
                  </a:lnTo>
                  <a:lnTo>
                    <a:pt x="43951" y="19109"/>
                  </a:lnTo>
                  <a:lnTo>
                    <a:pt x="46817" y="21498"/>
                  </a:lnTo>
                  <a:lnTo>
                    <a:pt x="50162" y="24842"/>
                  </a:lnTo>
                  <a:lnTo>
                    <a:pt x="50162" y="24842"/>
                  </a:lnTo>
                  <a:lnTo>
                    <a:pt x="51117" y="25320"/>
                  </a:lnTo>
                  <a:lnTo>
                    <a:pt x="51595" y="26753"/>
                  </a:lnTo>
                  <a:lnTo>
                    <a:pt x="52550" y="29619"/>
                  </a:lnTo>
                  <a:lnTo>
                    <a:pt x="53506" y="32963"/>
                  </a:lnTo>
                  <a:lnTo>
                    <a:pt x="54939" y="35352"/>
                  </a:lnTo>
                  <a:lnTo>
                    <a:pt x="56372" y="37263"/>
                  </a:lnTo>
                  <a:lnTo>
                    <a:pt x="56850" y="37263"/>
                  </a:lnTo>
                  <a:lnTo>
                    <a:pt x="58283" y="38696"/>
                  </a:lnTo>
                  <a:lnTo>
                    <a:pt x="60672" y="40607"/>
                  </a:lnTo>
                  <a:lnTo>
                    <a:pt x="62582" y="43473"/>
                  </a:lnTo>
                  <a:lnTo>
                    <a:pt x="63060" y="43951"/>
                  </a:lnTo>
                  <a:lnTo>
                    <a:pt x="63060" y="44429"/>
                  </a:lnTo>
                  <a:lnTo>
                    <a:pt x="66882" y="47295"/>
                  </a:lnTo>
                  <a:lnTo>
                    <a:pt x="70704" y="50639"/>
                  </a:lnTo>
                  <a:lnTo>
                    <a:pt x="74048" y="52072"/>
                  </a:lnTo>
                  <a:lnTo>
                    <a:pt x="74526" y="52550"/>
                  </a:lnTo>
                  <a:lnTo>
                    <a:pt x="74526" y="54939"/>
                  </a:lnTo>
                  <a:lnTo>
                    <a:pt x="74526" y="55894"/>
                  </a:lnTo>
                  <a:lnTo>
                    <a:pt x="76914" y="58761"/>
                  </a:lnTo>
                  <a:lnTo>
                    <a:pt x="81214" y="62582"/>
                  </a:lnTo>
                  <a:lnTo>
                    <a:pt x="81692" y="63538"/>
                  </a:lnTo>
                  <a:lnTo>
                    <a:pt x="82170" y="64016"/>
                  </a:lnTo>
                  <a:lnTo>
                    <a:pt x="81692" y="64493"/>
                  </a:lnTo>
                  <a:lnTo>
                    <a:pt x="80736" y="64971"/>
                  </a:lnTo>
                  <a:lnTo>
                    <a:pt x="80736" y="64971"/>
                  </a:lnTo>
                  <a:lnTo>
                    <a:pt x="79781" y="64493"/>
                  </a:lnTo>
                  <a:lnTo>
                    <a:pt x="75481" y="60671"/>
                  </a:lnTo>
                  <a:lnTo>
                    <a:pt x="71659" y="58283"/>
                  </a:lnTo>
                  <a:lnTo>
                    <a:pt x="66882" y="53983"/>
                  </a:lnTo>
                  <a:lnTo>
                    <a:pt x="61149" y="52072"/>
                  </a:lnTo>
                  <a:lnTo>
                    <a:pt x="56850" y="50162"/>
                  </a:lnTo>
                  <a:lnTo>
                    <a:pt x="54461" y="50639"/>
                  </a:lnTo>
                  <a:lnTo>
                    <a:pt x="51595" y="51117"/>
                  </a:lnTo>
                  <a:lnTo>
                    <a:pt x="50162" y="51117"/>
                  </a:lnTo>
                  <a:lnTo>
                    <a:pt x="48728" y="50639"/>
                  </a:lnTo>
                  <a:lnTo>
                    <a:pt x="47773" y="49684"/>
                  </a:lnTo>
                  <a:lnTo>
                    <a:pt x="48251" y="48728"/>
                  </a:lnTo>
                  <a:lnTo>
                    <a:pt x="47773" y="47295"/>
                  </a:lnTo>
                  <a:lnTo>
                    <a:pt x="45384" y="45384"/>
                  </a:lnTo>
                  <a:lnTo>
                    <a:pt x="42518" y="43473"/>
                  </a:lnTo>
                  <a:lnTo>
                    <a:pt x="39174" y="41085"/>
                  </a:lnTo>
                  <a:lnTo>
                    <a:pt x="32963" y="34396"/>
                  </a:lnTo>
                  <a:lnTo>
                    <a:pt x="31530" y="32008"/>
                  </a:lnTo>
                  <a:lnTo>
                    <a:pt x="32963" y="31530"/>
                  </a:lnTo>
                  <a:lnTo>
                    <a:pt x="33919" y="32008"/>
                  </a:lnTo>
                  <a:lnTo>
                    <a:pt x="34874" y="31530"/>
                  </a:lnTo>
                  <a:lnTo>
                    <a:pt x="36785" y="31530"/>
                  </a:lnTo>
                  <a:lnTo>
                    <a:pt x="38696" y="32008"/>
                  </a:lnTo>
                  <a:lnTo>
                    <a:pt x="36785" y="30575"/>
                  </a:lnTo>
                  <a:lnTo>
                    <a:pt x="34874" y="29141"/>
                  </a:lnTo>
                  <a:lnTo>
                    <a:pt x="29141" y="23409"/>
                  </a:lnTo>
                  <a:lnTo>
                    <a:pt x="27231" y="20542"/>
                  </a:lnTo>
                  <a:lnTo>
                    <a:pt x="27231" y="17676"/>
                  </a:lnTo>
                  <a:lnTo>
                    <a:pt x="27231" y="13854"/>
                  </a:lnTo>
                  <a:lnTo>
                    <a:pt x="26275" y="10988"/>
                  </a:lnTo>
                  <a:lnTo>
                    <a:pt x="21975" y="7644"/>
                  </a:lnTo>
                  <a:lnTo>
                    <a:pt x="20542" y="5733"/>
                  </a:lnTo>
                  <a:lnTo>
                    <a:pt x="17198" y="4299"/>
                  </a:lnTo>
                  <a:lnTo>
                    <a:pt x="15765" y="4777"/>
                  </a:lnTo>
                  <a:lnTo>
                    <a:pt x="14809" y="6210"/>
                  </a:lnTo>
                  <a:lnTo>
                    <a:pt x="14332" y="9077"/>
                  </a:lnTo>
                  <a:lnTo>
                    <a:pt x="11465" y="13376"/>
                  </a:lnTo>
                  <a:lnTo>
                    <a:pt x="10510" y="15287"/>
                  </a:lnTo>
                  <a:lnTo>
                    <a:pt x="8599" y="17676"/>
                  </a:lnTo>
                  <a:lnTo>
                    <a:pt x="7644" y="17676"/>
                  </a:lnTo>
                  <a:lnTo>
                    <a:pt x="6688" y="17198"/>
                  </a:lnTo>
                  <a:lnTo>
                    <a:pt x="4299" y="13376"/>
                  </a:lnTo>
                  <a:lnTo>
                    <a:pt x="1911" y="10510"/>
                  </a:lnTo>
                  <a:lnTo>
                    <a:pt x="1911" y="9077"/>
                  </a:lnTo>
                  <a:lnTo>
                    <a:pt x="1433" y="7166"/>
                  </a:lnTo>
                  <a:lnTo>
                    <a:pt x="0" y="955"/>
                  </a:lnTo>
                  <a:lnTo>
                    <a:pt x="956" y="0"/>
                  </a:lnTo>
                  <a:lnTo>
                    <a:pt x="1911" y="955"/>
                  </a:lnTo>
                  <a:lnTo>
                    <a:pt x="7166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" name="Freeform 4407">
              <a:extLst>
                <a:ext uri="{FF2B5EF4-FFF2-40B4-BE49-F238E27FC236}">
                  <a16:creationId xmlns:a16="http://schemas.microsoft.com/office/drawing/2014/main" id="{B45B0A24-C44E-064F-C61D-DFD321AA9D71}"/>
                </a:ext>
              </a:extLst>
            </p:cNvPr>
            <p:cNvSpPr/>
            <p:nvPr/>
          </p:nvSpPr>
          <p:spPr>
            <a:xfrm>
              <a:off x="6262249" y="3821477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0 w 477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" name="Freeform 4408">
              <a:extLst>
                <a:ext uri="{FF2B5EF4-FFF2-40B4-BE49-F238E27FC236}">
                  <a16:creationId xmlns:a16="http://schemas.microsoft.com/office/drawing/2014/main" id="{252AD3E1-F9FC-D634-C9A6-0E059E26B4E7}"/>
                </a:ext>
              </a:extLst>
            </p:cNvPr>
            <p:cNvSpPr/>
            <p:nvPr/>
          </p:nvSpPr>
          <p:spPr>
            <a:xfrm>
              <a:off x="6267982" y="3815745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" name="Freeform 4409">
              <a:extLst>
                <a:ext uri="{FF2B5EF4-FFF2-40B4-BE49-F238E27FC236}">
                  <a16:creationId xmlns:a16="http://schemas.microsoft.com/office/drawing/2014/main" id="{3914C8E2-8D3F-15CF-FA2E-C0E346C0C6A9}"/>
                </a:ext>
              </a:extLst>
            </p:cNvPr>
            <p:cNvSpPr/>
            <p:nvPr/>
          </p:nvSpPr>
          <p:spPr>
            <a:xfrm>
              <a:off x="6267504" y="3814311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0 w 955"/>
                <a:gd name="csY1" fmla="*/ 478 h 955"/>
                <a:gd name="csX2" fmla="*/ 478 w 955"/>
                <a:gd name="csY2" fmla="*/ 478 h 955"/>
                <a:gd name="csX3" fmla="*/ 955 w 955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0" y="478"/>
                  </a:lnTo>
                  <a:lnTo>
                    <a:pt x="478" y="478"/>
                  </a:lnTo>
                  <a:lnTo>
                    <a:pt x="955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" name="Freeform 4410">
              <a:extLst>
                <a:ext uri="{FF2B5EF4-FFF2-40B4-BE49-F238E27FC236}">
                  <a16:creationId xmlns:a16="http://schemas.microsoft.com/office/drawing/2014/main" id="{2A6B262A-2F17-0236-BDBC-521EC5354F15}"/>
                </a:ext>
              </a:extLst>
            </p:cNvPr>
            <p:cNvSpPr/>
            <p:nvPr/>
          </p:nvSpPr>
          <p:spPr>
            <a:xfrm>
              <a:off x="6262249" y="3812401"/>
              <a:ext cx="4777" cy="1433"/>
            </a:xfrm>
            <a:custGeom>
              <a:avLst/>
              <a:gdLst>
                <a:gd name="csX0" fmla="*/ 0 w 4777"/>
                <a:gd name="csY0" fmla="*/ 0 h 1433"/>
                <a:gd name="csX1" fmla="*/ 3822 w 4777"/>
                <a:gd name="csY1" fmla="*/ 1433 h 1433"/>
                <a:gd name="csX2" fmla="*/ 4777 w 4777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1433">
                  <a:moveTo>
                    <a:pt x="0" y="0"/>
                  </a:moveTo>
                  <a:lnTo>
                    <a:pt x="3822" y="1433"/>
                  </a:lnTo>
                  <a:lnTo>
                    <a:pt x="4777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" name="Freeform 4411">
              <a:extLst>
                <a:ext uri="{FF2B5EF4-FFF2-40B4-BE49-F238E27FC236}">
                  <a16:creationId xmlns:a16="http://schemas.microsoft.com/office/drawing/2014/main" id="{1E011E54-C378-7BFD-5773-399BB8093F3E}"/>
                </a:ext>
              </a:extLst>
            </p:cNvPr>
            <p:cNvSpPr/>
            <p:nvPr/>
          </p:nvSpPr>
          <p:spPr>
            <a:xfrm>
              <a:off x="6254127" y="3796635"/>
              <a:ext cx="4299" cy="955"/>
            </a:xfrm>
            <a:custGeom>
              <a:avLst/>
              <a:gdLst>
                <a:gd name="csX0" fmla="*/ 0 w 4299"/>
                <a:gd name="csY0" fmla="*/ 956 h 955"/>
                <a:gd name="csX1" fmla="*/ 956 w 4299"/>
                <a:gd name="csY1" fmla="*/ 956 h 955"/>
                <a:gd name="csX2" fmla="*/ 2867 w 4299"/>
                <a:gd name="csY2" fmla="*/ 478 h 955"/>
                <a:gd name="csX3" fmla="*/ 4300 w 4299"/>
                <a:gd name="csY3" fmla="*/ 0 h 955"/>
                <a:gd name="csX4" fmla="*/ 4300 w 4299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955">
                  <a:moveTo>
                    <a:pt x="0" y="956"/>
                  </a:moveTo>
                  <a:lnTo>
                    <a:pt x="956" y="956"/>
                  </a:lnTo>
                  <a:lnTo>
                    <a:pt x="2867" y="478"/>
                  </a:lnTo>
                  <a:lnTo>
                    <a:pt x="4300" y="0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3" name="Freeform 4412">
              <a:extLst>
                <a:ext uri="{FF2B5EF4-FFF2-40B4-BE49-F238E27FC236}">
                  <a16:creationId xmlns:a16="http://schemas.microsoft.com/office/drawing/2014/main" id="{0C9CC68F-FFC5-3B89-9339-19257F3047EF}"/>
                </a:ext>
              </a:extLst>
            </p:cNvPr>
            <p:cNvSpPr/>
            <p:nvPr/>
          </p:nvSpPr>
          <p:spPr>
            <a:xfrm>
              <a:off x="6231196" y="3796635"/>
              <a:ext cx="1910" cy="477"/>
            </a:xfrm>
            <a:custGeom>
              <a:avLst/>
              <a:gdLst>
                <a:gd name="csX0" fmla="*/ 0 w 1910"/>
                <a:gd name="csY0" fmla="*/ 0 h 477"/>
                <a:gd name="csX1" fmla="*/ 1911 w 1910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477">
                  <a:moveTo>
                    <a:pt x="0" y="0"/>
                  </a:moveTo>
                  <a:lnTo>
                    <a:pt x="1911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4" name="Freeform 4413">
              <a:extLst>
                <a:ext uri="{FF2B5EF4-FFF2-40B4-BE49-F238E27FC236}">
                  <a16:creationId xmlns:a16="http://schemas.microsoft.com/office/drawing/2014/main" id="{782CF26F-58A8-9F30-4209-7F6FC77178E2}"/>
                </a:ext>
              </a:extLst>
            </p:cNvPr>
            <p:cNvSpPr/>
            <p:nvPr/>
          </p:nvSpPr>
          <p:spPr>
            <a:xfrm>
              <a:off x="6170047" y="3815267"/>
              <a:ext cx="7165" cy="6688"/>
            </a:xfrm>
            <a:custGeom>
              <a:avLst/>
              <a:gdLst>
                <a:gd name="csX0" fmla="*/ 7166 w 7165"/>
                <a:gd name="csY0" fmla="*/ 6210 h 6688"/>
                <a:gd name="csX1" fmla="*/ 4777 w 7165"/>
                <a:gd name="csY1" fmla="*/ 6688 h 6688"/>
                <a:gd name="csX2" fmla="*/ 3822 w 7165"/>
                <a:gd name="csY2" fmla="*/ 5733 h 6688"/>
                <a:gd name="csX3" fmla="*/ 3344 w 7165"/>
                <a:gd name="csY3" fmla="*/ 4777 h 6688"/>
                <a:gd name="csX4" fmla="*/ 1433 w 7165"/>
                <a:gd name="csY4" fmla="*/ 4777 h 6688"/>
                <a:gd name="csX5" fmla="*/ 0 w 7165"/>
                <a:gd name="csY5" fmla="*/ 3344 h 6688"/>
                <a:gd name="csX6" fmla="*/ 0 w 7165"/>
                <a:gd name="csY6" fmla="*/ 2866 h 6688"/>
                <a:gd name="csX7" fmla="*/ 1911 w 7165"/>
                <a:gd name="csY7" fmla="*/ 1911 h 6688"/>
                <a:gd name="csX8" fmla="*/ 2866 w 7165"/>
                <a:gd name="csY8" fmla="*/ 0 h 6688"/>
                <a:gd name="csX9" fmla="*/ 3822 w 7165"/>
                <a:gd name="csY9" fmla="*/ 956 h 6688"/>
                <a:gd name="csX10" fmla="*/ 5255 w 7165"/>
                <a:gd name="csY10" fmla="*/ 3344 h 6688"/>
                <a:gd name="csX11" fmla="*/ 6210 w 7165"/>
                <a:gd name="csY11" fmla="*/ 3822 h 6688"/>
                <a:gd name="csX12" fmla="*/ 7166 w 7165"/>
                <a:gd name="csY12" fmla="*/ 621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165" h="6688">
                  <a:moveTo>
                    <a:pt x="7166" y="6210"/>
                  </a:moveTo>
                  <a:lnTo>
                    <a:pt x="4777" y="6688"/>
                  </a:lnTo>
                  <a:lnTo>
                    <a:pt x="3822" y="5733"/>
                  </a:lnTo>
                  <a:lnTo>
                    <a:pt x="3344" y="4777"/>
                  </a:lnTo>
                  <a:lnTo>
                    <a:pt x="1433" y="4777"/>
                  </a:lnTo>
                  <a:lnTo>
                    <a:pt x="0" y="3344"/>
                  </a:lnTo>
                  <a:lnTo>
                    <a:pt x="0" y="2866"/>
                  </a:lnTo>
                  <a:lnTo>
                    <a:pt x="1911" y="1911"/>
                  </a:lnTo>
                  <a:lnTo>
                    <a:pt x="2866" y="0"/>
                  </a:lnTo>
                  <a:lnTo>
                    <a:pt x="3822" y="956"/>
                  </a:lnTo>
                  <a:lnTo>
                    <a:pt x="5255" y="3344"/>
                  </a:lnTo>
                  <a:lnTo>
                    <a:pt x="6210" y="3822"/>
                  </a:lnTo>
                  <a:lnTo>
                    <a:pt x="7166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5" name="Freeform 4414">
              <a:extLst>
                <a:ext uri="{FF2B5EF4-FFF2-40B4-BE49-F238E27FC236}">
                  <a16:creationId xmlns:a16="http://schemas.microsoft.com/office/drawing/2014/main" id="{9C1B7C61-AEDA-18BC-F450-BB326FC5A26B}"/>
                </a:ext>
              </a:extLst>
            </p:cNvPr>
            <p:cNvSpPr/>
            <p:nvPr/>
          </p:nvSpPr>
          <p:spPr>
            <a:xfrm>
              <a:off x="6167181" y="3816700"/>
              <a:ext cx="3821" cy="13854"/>
            </a:xfrm>
            <a:custGeom>
              <a:avLst/>
              <a:gdLst>
                <a:gd name="csX0" fmla="*/ 3822 w 3821"/>
                <a:gd name="csY0" fmla="*/ 12899 h 13854"/>
                <a:gd name="csX1" fmla="*/ 3822 w 3821"/>
                <a:gd name="csY1" fmla="*/ 13854 h 13854"/>
                <a:gd name="csX2" fmla="*/ 2389 w 3821"/>
                <a:gd name="csY2" fmla="*/ 12421 h 13854"/>
                <a:gd name="csX3" fmla="*/ 1911 w 3821"/>
                <a:gd name="csY3" fmla="*/ 10510 h 13854"/>
                <a:gd name="csX4" fmla="*/ 478 w 3821"/>
                <a:gd name="csY4" fmla="*/ 6688 h 13854"/>
                <a:gd name="csX5" fmla="*/ 0 w 3821"/>
                <a:gd name="csY5" fmla="*/ 5733 h 13854"/>
                <a:gd name="csX6" fmla="*/ 955 w 3821"/>
                <a:gd name="csY6" fmla="*/ 4777 h 13854"/>
                <a:gd name="csX7" fmla="*/ 955 w 3821"/>
                <a:gd name="csY7" fmla="*/ 3822 h 13854"/>
                <a:gd name="csX8" fmla="*/ 0 w 3821"/>
                <a:gd name="csY8" fmla="*/ 478 h 13854"/>
                <a:gd name="csX9" fmla="*/ 955 w 3821"/>
                <a:gd name="csY9" fmla="*/ 0 h 13854"/>
                <a:gd name="csX10" fmla="*/ 1433 w 3821"/>
                <a:gd name="csY10" fmla="*/ 0 h 13854"/>
                <a:gd name="csX11" fmla="*/ 1433 w 3821"/>
                <a:gd name="csY11" fmla="*/ 1911 h 13854"/>
                <a:gd name="csX12" fmla="*/ 1911 w 3821"/>
                <a:gd name="csY12" fmla="*/ 3344 h 13854"/>
                <a:gd name="csX13" fmla="*/ 3344 w 3821"/>
                <a:gd name="csY13" fmla="*/ 4777 h 13854"/>
                <a:gd name="csX14" fmla="*/ 3344 w 3821"/>
                <a:gd name="csY14" fmla="*/ 7644 h 13854"/>
                <a:gd name="csX15" fmla="*/ 3344 w 3821"/>
                <a:gd name="csY15" fmla="*/ 10988 h 13854"/>
                <a:gd name="csX16" fmla="*/ 3822 w 3821"/>
                <a:gd name="csY16" fmla="*/ 11943 h 13854"/>
                <a:gd name="csX17" fmla="*/ 3822 w 3821"/>
                <a:gd name="csY17" fmla="*/ 12899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821" h="13854">
                  <a:moveTo>
                    <a:pt x="3822" y="12899"/>
                  </a:moveTo>
                  <a:lnTo>
                    <a:pt x="3822" y="13854"/>
                  </a:lnTo>
                  <a:lnTo>
                    <a:pt x="2389" y="12421"/>
                  </a:lnTo>
                  <a:lnTo>
                    <a:pt x="1911" y="10510"/>
                  </a:lnTo>
                  <a:lnTo>
                    <a:pt x="478" y="6688"/>
                  </a:lnTo>
                  <a:lnTo>
                    <a:pt x="0" y="5733"/>
                  </a:lnTo>
                  <a:lnTo>
                    <a:pt x="955" y="4777"/>
                  </a:lnTo>
                  <a:lnTo>
                    <a:pt x="955" y="3822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433" y="1911"/>
                  </a:lnTo>
                  <a:lnTo>
                    <a:pt x="1911" y="3344"/>
                  </a:lnTo>
                  <a:lnTo>
                    <a:pt x="3344" y="4777"/>
                  </a:lnTo>
                  <a:lnTo>
                    <a:pt x="3344" y="7644"/>
                  </a:lnTo>
                  <a:lnTo>
                    <a:pt x="3344" y="10988"/>
                  </a:lnTo>
                  <a:lnTo>
                    <a:pt x="3822" y="11943"/>
                  </a:lnTo>
                  <a:lnTo>
                    <a:pt x="3822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6" name="Freeform 4415">
              <a:extLst>
                <a:ext uri="{FF2B5EF4-FFF2-40B4-BE49-F238E27FC236}">
                  <a16:creationId xmlns:a16="http://schemas.microsoft.com/office/drawing/2014/main" id="{01A0901F-DE61-623F-D9A0-0AED7834BBA1}"/>
                </a:ext>
              </a:extLst>
            </p:cNvPr>
            <p:cNvSpPr/>
            <p:nvPr/>
          </p:nvSpPr>
          <p:spPr>
            <a:xfrm>
              <a:off x="6174347" y="3824821"/>
              <a:ext cx="3821" cy="3344"/>
            </a:xfrm>
            <a:custGeom>
              <a:avLst/>
              <a:gdLst>
                <a:gd name="csX0" fmla="*/ 3344 w 3821"/>
                <a:gd name="csY0" fmla="*/ 2389 h 3344"/>
                <a:gd name="csX1" fmla="*/ 3822 w 3821"/>
                <a:gd name="csY1" fmla="*/ 3344 h 3344"/>
                <a:gd name="csX2" fmla="*/ 2389 w 3821"/>
                <a:gd name="csY2" fmla="*/ 2389 h 3344"/>
                <a:gd name="csX3" fmla="*/ 478 w 3821"/>
                <a:gd name="csY3" fmla="*/ 1911 h 3344"/>
                <a:gd name="csX4" fmla="*/ 0 w 3821"/>
                <a:gd name="csY4" fmla="*/ 956 h 3344"/>
                <a:gd name="csX5" fmla="*/ 478 w 3821"/>
                <a:gd name="csY5" fmla="*/ 478 h 3344"/>
                <a:gd name="csX6" fmla="*/ 955 w 3821"/>
                <a:gd name="csY6" fmla="*/ 0 h 3344"/>
                <a:gd name="csX7" fmla="*/ 1911 w 3821"/>
                <a:gd name="csY7" fmla="*/ 0 h 3344"/>
                <a:gd name="csX8" fmla="*/ 2389 w 3821"/>
                <a:gd name="csY8" fmla="*/ 478 h 3344"/>
                <a:gd name="csX9" fmla="*/ 3344 w 3821"/>
                <a:gd name="csY9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3344">
                  <a:moveTo>
                    <a:pt x="3344" y="2389"/>
                  </a:moveTo>
                  <a:lnTo>
                    <a:pt x="3822" y="3344"/>
                  </a:lnTo>
                  <a:lnTo>
                    <a:pt x="2389" y="2389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7" name="Freeform 4416">
              <a:extLst>
                <a:ext uri="{FF2B5EF4-FFF2-40B4-BE49-F238E27FC236}">
                  <a16:creationId xmlns:a16="http://schemas.microsoft.com/office/drawing/2014/main" id="{EEA3D413-5DE0-FA15-3EE8-63E80A42FE31}"/>
                </a:ext>
              </a:extLst>
            </p:cNvPr>
            <p:cNvSpPr/>
            <p:nvPr/>
          </p:nvSpPr>
          <p:spPr>
            <a:xfrm>
              <a:off x="6176257" y="3828643"/>
              <a:ext cx="9554" cy="10032"/>
            </a:xfrm>
            <a:custGeom>
              <a:avLst/>
              <a:gdLst>
                <a:gd name="csX0" fmla="*/ 8599 w 9554"/>
                <a:gd name="csY0" fmla="*/ 9077 h 10032"/>
                <a:gd name="csX1" fmla="*/ 8121 w 9554"/>
                <a:gd name="csY1" fmla="*/ 10032 h 10032"/>
                <a:gd name="csX2" fmla="*/ 6688 w 9554"/>
                <a:gd name="csY2" fmla="*/ 8599 h 10032"/>
                <a:gd name="csX3" fmla="*/ 5733 w 9554"/>
                <a:gd name="csY3" fmla="*/ 7644 h 10032"/>
                <a:gd name="csX4" fmla="*/ 4777 w 9554"/>
                <a:gd name="csY4" fmla="*/ 6688 h 10032"/>
                <a:gd name="csX5" fmla="*/ 3344 w 9554"/>
                <a:gd name="csY5" fmla="*/ 5255 h 10032"/>
                <a:gd name="csX6" fmla="*/ 2867 w 9554"/>
                <a:gd name="csY6" fmla="*/ 3822 h 10032"/>
                <a:gd name="csX7" fmla="*/ 0 w 9554"/>
                <a:gd name="csY7" fmla="*/ 956 h 10032"/>
                <a:gd name="csX8" fmla="*/ 0 w 9554"/>
                <a:gd name="csY8" fmla="*/ 0 h 10032"/>
                <a:gd name="csX9" fmla="*/ 956 w 9554"/>
                <a:gd name="csY9" fmla="*/ 956 h 10032"/>
                <a:gd name="csX10" fmla="*/ 1911 w 9554"/>
                <a:gd name="csY10" fmla="*/ 1911 h 10032"/>
                <a:gd name="csX11" fmla="*/ 2867 w 9554"/>
                <a:gd name="csY11" fmla="*/ 1911 h 10032"/>
                <a:gd name="csX12" fmla="*/ 5255 w 9554"/>
                <a:gd name="csY12" fmla="*/ 4300 h 10032"/>
                <a:gd name="csX13" fmla="*/ 7166 w 9554"/>
                <a:gd name="csY13" fmla="*/ 6688 h 10032"/>
                <a:gd name="csX14" fmla="*/ 9555 w 9554"/>
                <a:gd name="csY14" fmla="*/ 8599 h 10032"/>
                <a:gd name="csX15" fmla="*/ 9077 w 9554"/>
                <a:gd name="csY15" fmla="*/ 8599 h 10032"/>
                <a:gd name="csX16" fmla="*/ 8599 w 9554"/>
                <a:gd name="csY16" fmla="*/ 9077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9554" h="10032">
                  <a:moveTo>
                    <a:pt x="8599" y="9077"/>
                  </a:moveTo>
                  <a:lnTo>
                    <a:pt x="8121" y="10032"/>
                  </a:lnTo>
                  <a:lnTo>
                    <a:pt x="6688" y="8599"/>
                  </a:lnTo>
                  <a:lnTo>
                    <a:pt x="5733" y="7644"/>
                  </a:lnTo>
                  <a:lnTo>
                    <a:pt x="4777" y="6688"/>
                  </a:lnTo>
                  <a:lnTo>
                    <a:pt x="3344" y="5255"/>
                  </a:lnTo>
                  <a:lnTo>
                    <a:pt x="2867" y="3822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956" y="956"/>
                  </a:lnTo>
                  <a:lnTo>
                    <a:pt x="1911" y="1911"/>
                  </a:lnTo>
                  <a:lnTo>
                    <a:pt x="2867" y="1911"/>
                  </a:lnTo>
                  <a:lnTo>
                    <a:pt x="5255" y="4300"/>
                  </a:lnTo>
                  <a:lnTo>
                    <a:pt x="7166" y="6688"/>
                  </a:lnTo>
                  <a:lnTo>
                    <a:pt x="9555" y="8599"/>
                  </a:lnTo>
                  <a:lnTo>
                    <a:pt x="9077" y="8599"/>
                  </a:lnTo>
                  <a:lnTo>
                    <a:pt x="8599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8" name="Freeform 4417">
              <a:extLst>
                <a:ext uri="{FF2B5EF4-FFF2-40B4-BE49-F238E27FC236}">
                  <a16:creationId xmlns:a16="http://schemas.microsoft.com/office/drawing/2014/main" id="{9637FF1F-1EAA-4BD4-72F7-4066A419EB2F}"/>
                </a:ext>
              </a:extLst>
            </p:cNvPr>
            <p:cNvSpPr/>
            <p:nvPr/>
          </p:nvSpPr>
          <p:spPr>
            <a:xfrm>
              <a:off x="6178646" y="3842020"/>
              <a:ext cx="6688" cy="6688"/>
            </a:xfrm>
            <a:custGeom>
              <a:avLst/>
              <a:gdLst>
                <a:gd name="csX0" fmla="*/ 6210 w 6688"/>
                <a:gd name="csY0" fmla="*/ 6211 h 6688"/>
                <a:gd name="csX1" fmla="*/ 6688 w 6688"/>
                <a:gd name="csY1" fmla="*/ 6688 h 6688"/>
                <a:gd name="csX2" fmla="*/ 6688 w 6688"/>
                <a:gd name="csY2" fmla="*/ 6688 h 6688"/>
                <a:gd name="csX3" fmla="*/ 5733 w 6688"/>
                <a:gd name="csY3" fmla="*/ 6211 h 6688"/>
                <a:gd name="csX4" fmla="*/ 5255 w 6688"/>
                <a:gd name="csY4" fmla="*/ 6688 h 6688"/>
                <a:gd name="csX5" fmla="*/ 478 w 6688"/>
                <a:gd name="csY5" fmla="*/ 956 h 6688"/>
                <a:gd name="csX6" fmla="*/ 0 w 6688"/>
                <a:gd name="csY6" fmla="*/ 0 h 6688"/>
                <a:gd name="csX7" fmla="*/ 1433 w 6688"/>
                <a:gd name="csY7" fmla="*/ 1433 h 6688"/>
                <a:gd name="csX8" fmla="*/ 6210 w 6688"/>
                <a:gd name="csY8" fmla="*/ 6211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688" h="6688">
                  <a:moveTo>
                    <a:pt x="6210" y="6211"/>
                  </a:moveTo>
                  <a:lnTo>
                    <a:pt x="6688" y="6688"/>
                  </a:lnTo>
                  <a:lnTo>
                    <a:pt x="6688" y="6688"/>
                  </a:lnTo>
                  <a:lnTo>
                    <a:pt x="5733" y="6211"/>
                  </a:lnTo>
                  <a:lnTo>
                    <a:pt x="5255" y="6688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6210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9" name="Freeform 4418">
              <a:extLst>
                <a:ext uri="{FF2B5EF4-FFF2-40B4-BE49-F238E27FC236}">
                  <a16:creationId xmlns:a16="http://schemas.microsoft.com/office/drawing/2014/main" id="{545E043B-3C49-C556-3F70-E5F508DAADD7}"/>
                </a:ext>
              </a:extLst>
            </p:cNvPr>
            <p:cNvSpPr/>
            <p:nvPr/>
          </p:nvSpPr>
          <p:spPr>
            <a:xfrm>
              <a:off x="6182468" y="3842497"/>
              <a:ext cx="3822" cy="2866"/>
            </a:xfrm>
            <a:custGeom>
              <a:avLst/>
              <a:gdLst>
                <a:gd name="csX0" fmla="*/ 3344 w 3822"/>
                <a:gd name="csY0" fmla="*/ 2389 h 2866"/>
                <a:gd name="csX1" fmla="*/ 3822 w 3822"/>
                <a:gd name="csY1" fmla="*/ 2866 h 2866"/>
                <a:gd name="csX2" fmla="*/ 956 w 3822"/>
                <a:gd name="csY2" fmla="*/ 1433 h 2866"/>
                <a:gd name="csX3" fmla="*/ 478 w 3822"/>
                <a:gd name="csY3" fmla="*/ 478 h 2866"/>
                <a:gd name="csX4" fmla="*/ 0 w 3822"/>
                <a:gd name="csY4" fmla="*/ 0 h 2866"/>
                <a:gd name="csX5" fmla="*/ 3344 w 3822"/>
                <a:gd name="csY5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2866">
                  <a:moveTo>
                    <a:pt x="3344" y="2389"/>
                  </a:moveTo>
                  <a:lnTo>
                    <a:pt x="3822" y="2866"/>
                  </a:lnTo>
                  <a:lnTo>
                    <a:pt x="956" y="1433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0" name="Freeform 4419">
              <a:extLst>
                <a:ext uri="{FF2B5EF4-FFF2-40B4-BE49-F238E27FC236}">
                  <a16:creationId xmlns:a16="http://schemas.microsoft.com/office/drawing/2014/main" id="{82582C42-24A1-4528-CF83-1472065231E5}"/>
                </a:ext>
              </a:extLst>
            </p:cNvPr>
            <p:cNvSpPr/>
            <p:nvPr/>
          </p:nvSpPr>
          <p:spPr>
            <a:xfrm>
              <a:off x="6186768" y="3845842"/>
              <a:ext cx="2866" cy="2866"/>
            </a:xfrm>
            <a:custGeom>
              <a:avLst/>
              <a:gdLst>
                <a:gd name="csX0" fmla="*/ 1911 w 2866"/>
                <a:gd name="csY0" fmla="*/ 955 h 2866"/>
                <a:gd name="csX1" fmla="*/ 2866 w 2866"/>
                <a:gd name="csY1" fmla="*/ 2866 h 2866"/>
                <a:gd name="csX2" fmla="*/ 1911 w 2866"/>
                <a:gd name="csY2" fmla="*/ 2389 h 2866"/>
                <a:gd name="csX3" fmla="*/ 478 w 2866"/>
                <a:gd name="csY3" fmla="*/ 1433 h 2866"/>
                <a:gd name="csX4" fmla="*/ 0 w 2866"/>
                <a:gd name="csY4" fmla="*/ 0 h 2866"/>
                <a:gd name="csX5" fmla="*/ 1911 w 2866"/>
                <a:gd name="csY5" fmla="*/ 955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866">
                  <a:moveTo>
                    <a:pt x="1911" y="955"/>
                  </a:moveTo>
                  <a:lnTo>
                    <a:pt x="2866" y="2866"/>
                  </a:lnTo>
                  <a:lnTo>
                    <a:pt x="1911" y="2389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1" name="Freeform 4420">
              <a:extLst>
                <a:ext uri="{FF2B5EF4-FFF2-40B4-BE49-F238E27FC236}">
                  <a16:creationId xmlns:a16="http://schemas.microsoft.com/office/drawing/2014/main" id="{6F313EC3-E22F-373F-F93C-67B395899785}"/>
                </a:ext>
              </a:extLst>
            </p:cNvPr>
            <p:cNvSpPr/>
            <p:nvPr/>
          </p:nvSpPr>
          <p:spPr>
            <a:xfrm>
              <a:off x="6209221" y="3861607"/>
              <a:ext cx="9554" cy="2866"/>
            </a:xfrm>
            <a:custGeom>
              <a:avLst/>
              <a:gdLst>
                <a:gd name="csX0" fmla="*/ 7166 w 9554"/>
                <a:gd name="csY0" fmla="*/ 2866 h 2866"/>
                <a:gd name="csX1" fmla="*/ 4299 w 9554"/>
                <a:gd name="csY1" fmla="*/ 2866 h 2866"/>
                <a:gd name="csX2" fmla="*/ 1433 w 9554"/>
                <a:gd name="csY2" fmla="*/ 2389 h 2866"/>
                <a:gd name="csX3" fmla="*/ 0 w 9554"/>
                <a:gd name="csY3" fmla="*/ 1911 h 2866"/>
                <a:gd name="csX4" fmla="*/ 478 w 9554"/>
                <a:gd name="csY4" fmla="*/ 956 h 2866"/>
                <a:gd name="csX5" fmla="*/ 478 w 9554"/>
                <a:gd name="csY5" fmla="*/ 0 h 2866"/>
                <a:gd name="csX6" fmla="*/ 3822 w 9554"/>
                <a:gd name="csY6" fmla="*/ 0 h 2866"/>
                <a:gd name="csX7" fmla="*/ 8599 w 9554"/>
                <a:gd name="csY7" fmla="*/ 956 h 2866"/>
                <a:gd name="csX8" fmla="*/ 9555 w 9554"/>
                <a:gd name="csY8" fmla="*/ 1911 h 2866"/>
                <a:gd name="csX9" fmla="*/ 9077 w 9554"/>
                <a:gd name="csY9" fmla="*/ 2389 h 2866"/>
                <a:gd name="csX10" fmla="*/ 7166 w 9554"/>
                <a:gd name="csY10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554" h="2866">
                  <a:moveTo>
                    <a:pt x="7166" y="2866"/>
                  </a:moveTo>
                  <a:lnTo>
                    <a:pt x="4299" y="2866"/>
                  </a:lnTo>
                  <a:lnTo>
                    <a:pt x="1433" y="2389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478" y="0"/>
                  </a:lnTo>
                  <a:lnTo>
                    <a:pt x="3822" y="0"/>
                  </a:lnTo>
                  <a:lnTo>
                    <a:pt x="8599" y="956"/>
                  </a:lnTo>
                  <a:lnTo>
                    <a:pt x="9555" y="1911"/>
                  </a:lnTo>
                  <a:lnTo>
                    <a:pt x="9077" y="2389"/>
                  </a:lnTo>
                  <a:lnTo>
                    <a:pt x="716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2" name="Freeform 4421">
              <a:extLst>
                <a:ext uri="{FF2B5EF4-FFF2-40B4-BE49-F238E27FC236}">
                  <a16:creationId xmlns:a16="http://schemas.microsoft.com/office/drawing/2014/main" id="{9AEB5A12-F17A-2CD1-8650-12030A48C3AC}"/>
                </a:ext>
              </a:extLst>
            </p:cNvPr>
            <p:cNvSpPr/>
            <p:nvPr/>
          </p:nvSpPr>
          <p:spPr>
            <a:xfrm>
              <a:off x="6208743" y="3865428"/>
              <a:ext cx="15765" cy="2866"/>
            </a:xfrm>
            <a:custGeom>
              <a:avLst/>
              <a:gdLst>
                <a:gd name="csX0" fmla="*/ 15765 w 15765"/>
                <a:gd name="csY0" fmla="*/ 2866 h 2866"/>
                <a:gd name="csX1" fmla="*/ 14810 w 15765"/>
                <a:gd name="csY1" fmla="*/ 2866 h 2866"/>
                <a:gd name="csX2" fmla="*/ 5733 w 15765"/>
                <a:gd name="csY2" fmla="*/ 2866 h 2866"/>
                <a:gd name="csX3" fmla="*/ 3344 w 15765"/>
                <a:gd name="csY3" fmla="*/ 2389 h 2866"/>
                <a:gd name="csX4" fmla="*/ 478 w 15765"/>
                <a:gd name="csY4" fmla="*/ 956 h 2866"/>
                <a:gd name="csX5" fmla="*/ 0 w 15765"/>
                <a:gd name="csY5" fmla="*/ 478 h 2866"/>
                <a:gd name="csX6" fmla="*/ 2867 w 15765"/>
                <a:gd name="csY6" fmla="*/ 0 h 2866"/>
                <a:gd name="csX7" fmla="*/ 5255 w 15765"/>
                <a:gd name="csY7" fmla="*/ 478 h 2866"/>
                <a:gd name="csX8" fmla="*/ 6211 w 15765"/>
                <a:gd name="csY8" fmla="*/ 1433 h 2866"/>
                <a:gd name="csX9" fmla="*/ 13377 w 15765"/>
                <a:gd name="csY9" fmla="*/ 2389 h 2866"/>
                <a:gd name="csX10" fmla="*/ 15765 w 15765"/>
                <a:gd name="csY10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5765" h="2866">
                  <a:moveTo>
                    <a:pt x="15765" y="2866"/>
                  </a:moveTo>
                  <a:lnTo>
                    <a:pt x="14810" y="2866"/>
                  </a:lnTo>
                  <a:lnTo>
                    <a:pt x="5733" y="2866"/>
                  </a:lnTo>
                  <a:lnTo>
                    <a:pt x="3344" y="2389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2867" y="0"/>
                  </a:lnTo>
                  <a:lnTo>
                    <a:pt x="5255" y="478"/>
                  </a:lnTo>
                  <a:lnTo>
                    <a:pt x="6211" y="1433"/>
                  </a:lnTo>
                  <a:lnTo>
                    <a:pt x="13377" y="2389"/>
                  </a:lnTo>
                  <a:lnTo>
                    <a:pt x="1576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3" name="Freeform 4422">
              <a:extLst>
                <a:ext uri="{FF2B5EF4-FFF2-40B4-BE49-F238E27FC236}">
                  <a16:creationId xmlns:a16="http://schemas.microsoft.com/office/drawing/2014/main" id="{24FFBFDB-004F-1976-4D5D-EC22A007A957}"/>
                </a:ext>
              </a:extLst>
            </p:cNvPr>
            <p:cNvSpPr/>
            <p:nvPr/>
          </p:nvSpPr>
          <p:spPr>
            <a:xfrm>
              <a:off x="6221642" y="3870683"/>
              <a:ext cx="29141" cy="14331"/>
            </a:xfrm>
            <a:custGeom>
              <a:avLst/>
              <a:gdLst>
                <a:gd name="csX0" fmla="*/ 12421 w 29141"/>
                <a:gd name="csY0" fmla="*/ 2867 h 14331"/>
                <a:gd name="csX1" fmla="*/ 13854 w 29141"/>
                <a:gd name="csY1" fmla="*/ 2867 h 14331"/>
                <a:gd name="csX2" fmla="*/ 15287 w 29141"/>
                <a:gd name="csY2" fmla="*/ 2867 h 14331"/>
                <a:gd name="csX3" fmla="*/ 15765 w 29141"/>
                <a:gd name="csY3" fmla="*/ 4300 h 14331"/>
                <a:gd name="csX4" fmla="*/ 17198 w 29141"/>
                <a:gd name="csY4" fmla="*/ 5255 h 14331"/>
                <a:gd name="csX5" fmla="*/ 20065 w 29141"/>
                <a:gd name="csY5" fmla="*/ 7166 h 14331"/>
                <a:gd name="csX6" fmla="*/ 21498 w 29141"/>
                <a:gd name="csY6" fmla="*/ 8121 h 14331"/>
                <a:gd name="csX7" fmla="*/ 24842 w 29141"/>
                <a:gd name="csY7" fmla="*/ 10510 h 14331"/>
                <a:gd name="csX8" fmla="*/ 25798 w 29141"/>
                <a:gd name="csY8" fmla="*/ 10988 h 14331"/>
                <a:gd name="csX9" fmla="*/ 27708 w 29141"/>
                <a:gd name="csY9" fmla="*/ 11466 h 14331"/>
                <a:gd name="csX10" fmla="*/ 27708 w 29141"/>
                <a:gd name="csY10" fmla="*/ 12421 h 14331"/>
                <a:gd name="csX11" fmla="*/ 28664 w 29141"/>
                <a:gd name="csY11" fmla="*/ 13377 h 14331"/>
                <a:gd name="csX12" fmla="*/ 29142 w 29141"/>
                <a:gd name="csY12" fmla="*/ 14332 h 14331"/>
                <a:gd name="csX13" fmla="*/ 25798 w 29141"/>
                <a:gd name="csY13" fmla="*/ 12421 h 14331"/>
                <a:gd name="csX14" fmla="*/ 22453 w 29141"/>
                <a:gd name="csY14" fmla="*/ 9555 h 14331"/>
                <a:gd name="csX15" fmla="*/ 15765 w 29141"/>
                <a:gd name="csY15" fmla="*/ 5733 h 14331"/>
                <a:gd name="csX16" fmla="*/ 10988 w 29141"/>
                <a:gd name="csY16" fmla="*/ 4777 h 14331"/>
                <a:gd name="csX17" fmla="*/ 4300 w 29141"/>
                <a:gd name="csY17" fmla="*/ 1433 h 14331"/>
                <a:gd name="csX18" fmla="*/ 0 w 29141"/>
                <a:gd name="csY18" fmla="*/ 0 h 14331"/>
                <a:gd name="csX19" fmla="*/ 1911 w 29141"/>
                <a:gd name="csY19" fmla="*/ 0 h 14331"/>
                <a:gd name="csX20" fmla="*/ 3822 w 29141"/>
                <a:gd name="csY20" fmla="*/ 0 h 14331"/>
                <a:gd name="csX21" fmla="*/ 13376 w 29141"/>
                <a:gd name="csY21" fmla="*/ 4300 h 14331"/>
                <a:gd name="csX22" fmla="*/ 12421 w 29141"/>
                <a:gd name="csY22" fmla="*/ 2867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9141" h="14331">
                  <a:moveTo>
                    <a:pt x="12421" y="2867"/>
                  </a:moveTo>
                  <a:lnTo>
                    <a:pt x="13854" y="2867"/>
                  </a:lnTo>
                  <a:lnTo>
                    <a:pt x="15287" y="2867"/>
                  </a:lnTo>
                  <a:lnTo>
                    <a:pt x="15765" y="4300"/>
                  </a:lnTo>
                  <a:lnTo>
                    <a:pt x="17198" y="5255"/>
                  </a:lnTo>
                  <a:lnTo>
                    <a:pt x="20065" y="7166"/>
                  </a:lnTo>
                  <a:lnTo>
                    <a:pt x="21498" y="8121"/>
                  </a:lnTo>
                  <a:lnTo>
                    <a:pt x="24842" y="10510"/>
                  </a:lnTo>
                  <a:lnTo>
                    <a:pt x="25798" y="10988"/>
                  </a:lnTo>
                  <a:lnTo>
                    <a:pt x="27708" y="11466"/>
                  </a:lnTo>
                  <a:lnTo>
                    <a:pt x="27708" y="12421"/>
                  </a:lnTo>
                  <a:lnTo>
                    <a:pt x="28664" y="13377"/>
                  </a:lnTo>
                  <a:lnTo>
                    <a:pt x="29142" y="14332"/>
                  </a:lnTo>
                  <a:lnTo>
                    <a:pt x="25798" y="12421"/>
                  </a:lnTo>
                  <a:lnTo>
                    <a:pt x="22453" y="9555"/>
                  </a:lnTo>
                  <a:lnTo>
                    <a:pt x="15765" y="5733"/>
                  </a:lnTo>
                  <a:lnTo>
                    <a:pt x="10988" y="4777"/>
                  </a:lnTo>
                  <a:lnTo>
                    <a:pt x="4300" y="1433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3822" y="0"/>
                  </a:lnTo>
                  <a:lnTo>
                    <a:pt x="13376" y="4300"/>
                  </a:lnTo>
                  <a:lnTo>
                    <a:pt x="12421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4" name="Freeform 4423">
              <a:extLst>
                <a:ext uri="{FF2B5EF4-FFF2-40B4-BE49-F238E27FC236}">
                  <a16:creationId xmlns:a16="http://schemas.microsoft.com/office/drawing/2014/main" id="{01A24EC3-AEE7-D9C7-412C-548E60E7C632}"/>
                </a:ext>
              </a:extLst>
            </p:cNvPr>
            <p:cNvSpPr/>
            <p:nvPr/>
          </p:nvSpPr>
          <p:spPr>
            <a:xfrm>
              <a:off x="6213998" y="3871161"/>
              <a:ext cx="10510" cy="2866"/>
            </a:xfrm>
            <a:custGeom>
              <a:avLst/>
              <a:gdLst>
                <a:gd name="csX0" fmla="*/ 0 w 10510"/>
                <a:gd name="csY0" fmla="*/ 0 h 2866"/>
                <a:gd name="csX1" fmla="*/ 3822 w 10510"/>
                <a:gd name="csY1" fmla="*/ 956 h 2866"/>
                <a:gd name="csX2" fmla="*/ 6210 w 10510"/>
                <a:gd name="csY2" fmla="*/ 478 h 2866"/>
                <a:gd name="csX3" fmla="*/ 8599 w 10510"/>
                <a:gd name="csY3" fmla="*/ 956 h 2866"/>
                <a:gd name="csX4" fmla="*/ 10032 w 10510"/>
                <a:gd name="csY4" fmla="*/ 1911 h 2866"/>
                <a:gd name="csX5" fmla="*/ 10510 w 10510"/>
                <a:gd name="csY5" fmla="*/ 2389 h 2866"/>
                <a:gd name="csX6" fmla="*/ 8599 w 10510"/>
                <a:gd name="csY6" fmla="*/ 2389 h 2866"/>
                <a:gd name="csX7" fmla="*/ 6688 w 10510"/>
                <a:gd name="csY7" fmla="*/ 1911 h 2866"/>
                <a:gd name="csX8" fmla="*/ 3822 w 10510"/>
                <a:gd name="csY8" fmla="*/ 2866 h 2866"/>
                <a:gd name="csX9" fmla="*/ 1433 w 10510"/>
                <a:gd name="csY9" fmla="*/ 2389 h 2866"/>
                <a:gd name="csX10" fmla="*/ 956 w 10510"/>
                <a:gd name="csY10" fmla="*/ 1911 h 2866"/>
                <a:gd name="csX11" fmla="*/ 478 w 10510"/>
                <a:gd name="csY11" fmla="*/ 956 h 2866"/>
                <a:gd name="csX12" fmla="*/ 0 w 10510"/>
                <a:gd name="csY1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0510" h="2866">
                  <a:moveTo>
                    <a:pt x="0" y="0"/>
                  </a:moveTo>
                  <a:lnTo>
                    <a:pt x="3822" y="956"/>
                  </a:lnTo>
                  <a:lnTo>
                    <a:pt x="6210" y="478"/>
                  </a:lnTo>
                  <a:lnTo>
                    <a:pt x="8599" y="956"/>
                  </a:lnTo>
                  <a:lnTo>
                    <a:pt x="10032" y="1911"/>
                  </a:lnTo>
                  <a:lnTo>
                    <a:pt x="10510" y="2389"/>
                  </a:lnTo>
                  <a:lnTo>
                    <a:pt x="8599" y="2389"/>
                  </a:lnTo>
                  <a:lnTo>
                    <a:pt x="6688" y="1911"/>
                  </a:lnTo>
                  <a:lnTo>
                    <a:pt x="3822" y="2866"/>
                  </a:lnTo>
                  <a:lnTo>
                    <a:pt x="1433" y="2389"/>
                  </a:lnTo>
                  <a:lnTo>
                    <a:pt x="956" y="1911"/>
                  </a:lnTo>
                  <a:lnTo>
                    <a:pt x="478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5" name="Freeform 4424">
              <a:extLst>
                <a:ext uri="{FF2B5EF4-FFF2-40B4-BE49-F238E27FC236}">
                  <a16:creationId xmlns:a16="http://schemas.microsoft.com/office/drawing/2014/main" id="{7509480C-53E4-4CD2-5B86-A4506D1B3553}"/>
                </a:ext>
              </a:extLst>
            </p:cNvPr>
            <p:cNvSpPr/>
            <p:nvPr/>
          </p:nvSpPr>
          <p:spPr>
            <a:xfrm>
              <a:off x="6227852" y="3876416"/>
              <a:ext cx="7643" cy="2388"/>
            </a:xfrm>
            <a:custGeom>
              <a:avLst/>
              <a:gdLst>
                <a:gd name="csX0" fmla="*/ 5255 w 7643"/>
                <a:gd name="csY0" fmla="*/ 478 h 2388"/>
                <a:gd name="csX1" fmla="*/ 7644 w 7643"/>
                <a:gd name="csY1" fmla="*/ 2389 h 2388"/>
                <a:gd name="csX2" fmla="*/ 0 w 7643"/>
                <a:gd name="csY2" fmla="*/ 0 h 2388"/>
                <a:gd name="csX3" fmla="*/ 956 w 7643"/>
                <a:gd name="csY3" fmla="*/ 0 h 2388"/>
                <a:gd name="csX4" fmla="*/ 1433 w 7643"/>
                <a:gd name="csY4" fmla="*/ 0 h 2388"/>
                <a:gd name="csX5" fmla="*/ 5255 w 7643"/>
                <a:gd name="csY5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43" h="2388">
                  <a:moveTo>
                    <a:pt x="5255" y="478"/>
                  </a:moveTo>
                  <a:lnTo>
                    <a:pt x="7644" y="2389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6" name="Freeform 4425">
              <a:extLst>
                <a:ext uri="{FF2B5EF4-FFF2-40B4-BE49-F238E27FC236}">
                  <a16:creationId xmlns:a16="http://schemas.microsoft.com/office/drawing/2014/main" id="{0360E7ED-76CF-8A7D-9422-BFEEC431CE8C}"/>
                </a:ext>
              </a:extLst>
            </p:cNvPr>
            <p:cNvSpPr/>
            <p:nvPr/>
          </p:nvSpPr>
          <p:spPr>
            <a:xfrm>
              <a:off x="4436845" y="4363700"/>
              <a:ext cx="6688" cy="1911"/>
            </a:xfrm>
            <a:custGeom>
              <a:avLst/>
              <a:gdLst>
                <a:gd name="csX0" fmla="*/ 5733 w 6688"/>
                <a:gd name="csY0" fmla="*/ 956 h 1911"/>
                <a:gd name="csX1" fmla="*/ 6688 w 6688"/>
                <a:gd name="csY1" fmla="*/ 1433 h 1911"/>
                <a:gd name="csX2" fmla="*/ 6210 w 6688"/>
                <a:gd name="csY2" fmla="*/ 1911 h 1911"/>
                <a:gd name="csX3" fmla="*/ 4299 w 6688"/>
                <a:gd name="csY3" fmla="*/ 1911 h 1911"/>
                <a:gd name="csX4" fmla="*/ 2389 w 6688"/>
                <a:gd name="csY4" fmla="*/ 956 h 1911"/>
                <a:gd name="csX5" fmla="*/ 1433 w 6688"/>
                <a:gd name="csY5" fmla="*/ 1433 h 1911"/>
                <a:gd name="csX6" fmla="*/ 1433 w 6688"/>
                <a:gd name="csY6" fmla="*/ 956 h 1911"/>
                <a:gd name="csX7" fmla="*/ 0 w 6688"/>
                <a:gd name="csY7" fmla="*/ 478 h 1911"/>
                <a:gd name="csX8" fmla="*/ 956 w 6688"/>
                <a:gd name="csY8" fmla="*/ 0 h 1911"/>
                <a:gd name="csX9" fmla="*/ 2389 w 6688"/>
                <a:gd name="csY9" fmla="*/ 0 h 1911"/>
                <a:gd name="csX10" fmla="*/ 3344 w 6688"/>
                <a:gd name="csY10" fmla="*/ 0 h 1911"/>
                <a:gd name="csX11" fmla="*/ 5733 w 6688"/>
                <a:gd name="csY11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8" h="1911">
                  <a:moveTo>
                    <a:pt x="5733" y="956"/>
                  </a:moveTo>
                  <a:lnTo>
                    <a:pt x="6688" y="1433"/>
                  </a:lnTo>
                  <a:lnTo>
                    <a:pt x="6210" y="1911"/>
                  </a:lnTo>
                  <a:lnTo>
                    <a:pt x="4299" y="1911"/>
                  </a:lnTo>
                  <a:lnTo>
                    <a:pt x="2389" y="956"/>
                  </a:lnTo>
                  <a:lnTo>
                    <a:pt x="1433" y="1433"/>
                  </a:lnTo>
                  <a:lnTo>
                    <a:pt x="1433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57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7" name="Freeform 4426">
              <a:extLst>
                <a:ext uri="{FF2B5EF4-FFF2-40B4-BE49-F238E27FC236}">
                  <a16:creationId xmlns:a16="http://schemas.microsoft.com/office/drawing/2014/main" id="{90908285-6A84-09E2-A27A-CB5763EBF25D}"/>
                </a:ext>
              </a:extLst>
            </p:cNvPr>
            <p:cNvSpPr/>
            <p:nvPr/>
          </p:nvSpPr>
          <p:spPr>
            <a:xfrm>
              <a:off x="4406748" y="4367044"/>
              <a:ext cx="56372" cy="35829"/>
            </a:xfrm>
            <a:custGeom>
              <a:avLst/>
              <a:gdLst>
                <a:gd name="csX0" fmla="*/ 53505 w 56372"/>
                <a:gd name="csY0" fmla="*/ 3822 h 35829"/>
                <a:gd name="csX1" fmla="*/ 53983 w 56372"/>
                <a:gd name="csY1" fmla="*/ 4300 h 35829"/>
                <a:gd name="csX2" fmla="*/ 54939 w 56372"/>
                <a:gd name="csY2" fmla="*/ 8121 h 35829"/>
                <a:gd name="csX3" fmla="*/ 54939 w 56372"/>
                <a:gd name="csY3" fmla="*/ 9555 h 35829"/>
                <a:gd name="csX4" fmla="*/ 53983 w 56372"/>
                <a:gd name="csY4" fmla="*/ 11466 h 35829"/>
                <a:gd name="csX5" fmla="*/ 53983 w 56372"/>
                <a:gd name="csY5" fmla="*/ 11943 h 35829"/>
                <a:gd name="csX6" fmla="*/ 56372 w 56372"/>
                <a:gd name="csY6" fmla="*/ 13854 h 35829"/>
                <a:gd name="csX7" fmla="*/ 56372 w 56372"/>
                <a:gd name="csY7" fmla="*/ 14332 h 35829"/>
                <a:gd name="csX8" fmla="*/ 55894 w 56372"/>
                <a:gd name="csY8" fmla="*/ 15287 h 35829"/>
                <a:gd name="csX9" fmla="*/ 54461 w 56372"/>
                <a:gd name="csY9" fmla="*/ 16721 h 35829"/>
                <a:gd name="csX10" fmla="*/ 53028 w 56372"/>
                <a:gd name="csY10" fmla="*/ 17676 h 35829"/>
                <a:gd name="csX11" fmla="*/ 53505 w 56372"/>
                <a:gd name="csY11" fmla="*/ 19109 h 35829"/>
                <a:gd name="csX12" fmla="*/ 54461 w 56372"/>
                <a:gd name="csY12" fmla="*/ 20542 h 35829"/>
                <a:gd name="csX13" fmla="*/ 54461 w 56372"/>
                <a:gd name="csY13" fmla="*/ 21498 h 35829"/>
                <a:gd name="csX14" fmla="*/ 54461 w 56372"/>
                <a:gd name="csY14" fmla="*/ 22931 h 35829"/>
                <a:gd name="csX15" fmla="*/ 52550 w 56372"/>
                <a:gd name="csY15" fmla="*/ 24364 h 35829"/>
                <a:gd name="csX16" fmla="*/ 52550 w 56372"/>
                <a:gd name="csY16" fmla="*/ 24364 h 35829"/>
                <a:gd name="csX17" fmla="*/ 51595 w 56372"/>
                <a:gd name="csY17" fmla="*/ 24842 h 35829"/>
                <a:gd name="csX18" fmla="*/ 49206 w 56372"/>
                <a:gd name="csY18" fmla="*/ 25320 h 35829"/>
                <a:gd name="csX19" fmla="*/ 49206 w 56372"/>
                <a:gd name="csY19" fmla="*/ 25320 h 35829"/>
                <a:gd name="csX20" fmla="*/ 50162 w 56372"/>
                <a:gd name="csY20" fmla="*/ 26753 h 35829"/>
                <a:gd name="csX21" fmla="*/ 51595 w 56372"/>
                <a:gd name="csY21" fmla="*/ 28664 h 35829"/>
                <a:gd name="csX22" fmla="*/ 53983 w 56372"/>
                <a:gd name="csY22" fmla="*/ 30097 h 35829"/>
                <a:gd name="csX23" fmla="*/ 53983 w 56372"/>
                <a:gd name="csY23" fmla="*/ 30097 h 35829"/>
                <a:gd name="csX24" fmla="*/ 54461 w 56372"/>
                <a:gd name="csY24" fmla="*/ 31530 h 35829"/>
                <a:gd name="csX25" fmla="*/ 53983 w 56372"/>
                <a:gd name="csY25" fmla="*/ 32963 h 35829"/>
                <a:gd name="csX26" fmla="*/ 53505 w 56372"/>
                <a:gd name="csY26" fmla="*/ 35830 h 35829"/>
                <a:gd name="csX27" fmla="*/ 52072 w 56372"/>
                <a:gd name="csY27" fmla="*/ 34397 h 35829"/>
                <a:gd name="csX28" fmla="*/ 50162 w 56372"/>
                <a:gd name="csY28" fmla="*/ 32963 h 35829"/>
                <a:gd name="csX29" fmla="*/ 49206 w 56372"/>
                <a:gd name="csY29" fmla="*/ 32486 h 35829"/>
                <a:gd name="csX30" fmla="*/ 47773 w 56372"/>
                <a:gd name="csY30" fmla="*/ 32486 h 35829"/>
                <a:gd name="csX31" fmla="*/ 39174 w 56372"/>
                <a:gd name="csY31" fmla="*/ 32486 h 35829"/>
                <a:gd name="csX32" fmla="*/ 38218 w 56372"/>
                <a:gd name="csY32" fmla="*/ 32963 h 35829"/>
                <a:gd name="csX33" fmla="*/ 37263 w 56372"/>
                <a:gd name="csY33" fmla="*/ 32963 h 35829"/>
                <a:gd name="csX34" fmla="*/ 36785 w 56372"/>
                <a:gd name="csY34" fmla="*/ 33441 h 35829"/>
                <a:gd name="csX35" fmla="*/ 34396 w 56372"/>
                <a:gd name="csY35" fmla="*/ 33919 h 35829"/>
                <a:gd name="csX36" fmla="*/ 31530 w 56372"/>
                <a:gd name="csY36" fmla="*/ 33919 h 35829"/>
                <a:gd name="csX37" fmla="*/ 26275 w 56372"/>
                <a:gd name="csY37" fmla="*/ 32963 h 35829"/>
                <a:gd name="csX38" fmla="*/ 23886 w 56372"/>
                <a:gd name="csY38" fmla="*/ 32008 h 35829"/>
                <a:gd name="csX39" fmla="*/ 21498 w 56372"/>
                <a:gd name="csY39" fmla="*/ 32008 h 35829"/>
                <a:gd name="csX40" fmla="*/ 19109 w 56372"/>
                <a:gd name="csY40" fmla="*/ 32008 h 35829"/>
                <a:gd name="csX41" fmla="*/ 16721 w 56372"/>
                <a:gd name="csY41" fmla="*/ 32486 h 35829"/>
                <a:gd name="csX42" fmla="*/ 14332 w 56372"/>
                <a:gd name="csY42" fmla="*/ 32963 h 35829"/>
                <a:gd name="csX43" fmla="*/ 12898 w 56372"/>
                <a:gd name="csY43" fmla="*/ 34397 h 35829"/>
                <a:gd name="csX44" fmla="*/ 12898 w 56372"/>
                <a:gd name="csY44" fmla="*/ 35830 h 35829"/>
                <a:gd name="csX45" fmla="*/ 11943 w 56372"/>
                <a:gd name="csY45" fmla="*/ 35830 h 35829"/>
                <a:gd name="csX46" fmla="*/ 9555 w 56372"/>
                <a:gd name="csY46" fmla="*/ 33919 h 35829"/>
                <a:gd name="csX47" fmla="*/ 7644 w 56372"/>
                <a:gd name="csY47" fmla="*/ 32486 h 35829"/>
                <a:gd name="csX48" fmla="*/ 5733 w 56372"/>
                <a:gd name="csY48" fmla="*/ 31530 h 35829"/>
                <a:gd name="csX49" fmla="*/ 1433 w 56372"/>
                <a:gd name="csY49" fmla="*/ 30097 h 35829"/>
                <a:gd name="csX50" fmla="*/ 478 w 56372"/>
                <a:gd name="csY50" fmla="*/ 29141 h 35829"/>
                <a:gd name="csX51" fmla="*/ 0 w 56372"/>
                <a:gd name="csY51" fmla="*/ 28186 h 35829"/>
                <a:gd name="csX52" fmla="*/ 1911 w 56372"/>
                <a:gd name="csY52" fmla="*/ 24842 h 35829"/>
                <a:gd name="csX53" fmla="*/ 3822 w 56372"/>
                <a:gd name="csY53" fmla="*/ 24364 h 35829"/>
                <a:gd name="csX54" fmla="*/ 4777 w 56372"/>
                <a:gd name="csY54" fmla="*/ 23886 h 35829"/>
                <a:gd name="csX55" fmla="*/ 7644 w 56372"/>
                <a:gd name="csY55" fmla="*/ 24364 h 35829"/>
                <a:gd name="csX56" fmla="*/ 10032 w 56372"/>
                <a:gd name="csY56" fmla="*/ 25320 h 35829"/>
                <a:gd name="csX57" fmla="*/ 12421 w 56372"/>
                <a:gd name="csY57" fmla="*/ 25798 h 35829"/>
                <a:gd name="csX58" fmla="*/ 15765 w 56372"/>
                <a:gd name="csY58" fmla="*/ 25798 h 35829"/>
                <a:gd name="csX59" fmla="*/ 17676 w 56372"/>
                <a:gd name="csY59" fmla="*/ 26753 h 35829"/>
                <a:gd name="csX60" fmla="*/ 31052 w 56372"/>
                <a:gd name="csY60" fmla="*/ 28186 h 35829"/>
                <a:gd name="csX61" fmla="*/ 33441 w 56372"/>
                <a:gd name="csY61" fmla="*/ 28186 h 35829"/>
                <a:gd name="csX62" fmla="*/ 34396 w 56372"/>
                <a:gd name="csY62" fmla="*/ 28186 h 35829"/>
                <a:gd name="csX63" fmla="*/ 35352 w 56372"/>
                <a:gd name="csY63" fmla="*/ 27708 h 35829"/>
                <a:gd name="csX64" fmla="*/ 36307 w 56372"/>
                <a:gd name="csY64" fmla="*/ 26753 h 35829"/>
                <a:gd name="csX65" fmla="*/ 36785 w 56372"/>
                <a:gd name="csY65" fmla="*/ 26275 h 35829"/>
                <a:gd name="csX66" fmla="*/ 41085 w 56372"/>
                <a:gd name="csY66" fmla="*/ 26275 h 35829"/>
                <a:gd name="csX67" fmla="*/ 41562 w 56372"/>
                <a:gd name="csY67" fmla="*/ 25798 h 35829"/>
                <a:gd name="csX68" fmla="*/ 42040 w 56372"/>
                <a:gd name="csY68" fmla="*/ 24842 h 35829"/>
                <a:gd name="csX69" fmla="*/ 42040 w 56372"/>
                <a:gd name="csY69" fmla="*/ 23886 h 35829"/>
                <a:gd name="csX70" fmla="*/ 40129 w 56372"/>
                <a:gd name="csY70" fmla="*/ 22453 h 35829"/>
                <a:gd name="csX71" fmla="*/ 36307 w 56372"/>
                <a:gd name="csY71" fmla="*/ 19587 h 35829"/>
                <a:gd name="csX72" fmla="*/ 32963 w 56372"/>
                <a:gd name="csY72" fmla="*/ 16243 h 35829"/>
                <a:gd name="csX73" fmla="*/ 34396 w 56372"/>
                <a:gd name="csY73" fmla="*/ 15287 h 35829"/>
                <a:gd name="csX74" fmla="*/ 33919 w 56372"/>
                <a:gd name="csY74" fmla="*/ 12899 h 35829"/>
                <a:gd name="csX75" fmla="*/ 34396 w 56372"/>
                <a:gd name="csY75" fmla="*/ 10988 h 35829"/>
                <a:gd name="csX76" fmla="*/ 35352 w 56372"/>
                <a:gd name="csY76" fmla="*/ 9077 h 35829"/>
                <a:gd name="csX77" fmla="*/ 32008 w 56372"/>
                <a:gd name="csY77" fmla="*/ 7644 h 35829"/>
                <a:gd name="csX78" fmla="*/ 28186 w 56372"/>
                <a:gd name="csY78" fmla="*/ 5733 h 35829"/>
                <a:gd name="csX79" fmla="*/ 22931 w 56372"/>
                <a:gd name="csY79" fmla="*/ 5255 h 35829"/>
                <a:gd name="csX80" fmla="*/ 21498 w 56372"/>
                <a:gd name="csY80" fmla="*/ 4777 h 35829"/>
                <a:gd name="csX81" fmla="*/ 20542 w 56372"/>
                <a:gd name="csY81" fmla="*/ 3822 h 35829"/>
                <a:gd name="csX82" fmla="*/ 21498 w 56372"/>
                <a:gd name="csY82" fmla="*/ 1911 h 35829"/>
                <a:gd name="csX83" fmla="*/ 22931 w 56372"/>
                <a:gd name="csY83" fmla="*/ 1433 h 35829"/>
                <a:gd name="csX84" fmla="*/ 24842 w 56372"/>
                <a:gd name="csY84" fmla="*/ 478 h 35829"/>
                <a:gd name="csX85" fmla="*/ 26753 w 56372"/>
                <a:gd name="csY85" fmla="*/ 478 h 35829"/>
                <a:gd name="csX86" fmla="*/ 32008 w 56372"/>
                <a:gd name="csY86" fmla="*/ 0 h 35829"/>
                <a:gd name="csX87" fmla="*/ 36307 w 56372"/>
                <a:gd name="csY87" fmla="*/ 478 h 35829"/>
                <a:gd name="csX88" fmla="*/ 40607 w 56372"/>
                <a:gd name="csY88" fmla="*/ 1911 h 35829"/>
                <a:gd name="csX89" fmla="*/ 44906 w 56372"/>
                <a:gd name="csY89" fmla="*/ 3344 h 35829"/>
                <a:gd name="csX90" fmla="*/ 50162 w 56372"/>
                <a:gd name="csY90" fmla="*/ 3822 h 35829"/>
                <a:gd name="csX91" fmla="*/ 52550 w 56372"/>
                <a:gd name="csY91" fmla="*/ 4300 h 35829"/>
                <a:gd name="csX92" fmla="*/ 53505 w 56372"/>
                <a:gd name="csY92" fmla="*/ 3822 h 3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</a:cxnLst>
              <a:rect l="l" t="t" r="r" b="b"/>
              <a:pathLst>
                <a:path w="56372" h="35829">
                  <a:moveTo>
                    <a:pt x="53505" y="3822"/>
                  </a:moveTo>
                  <a:lnTo>
                    <a:pt x="53983" y="4300"/>
                  </a:lnTo>
                  <a:lnTo>
                    <a:pt x="54939" y="8121"/>
                  </a:lnTo>
                  <a:lnTo>
                    <a:pt x="54939" y="9555"/>
                  </a:lnTo>
                  <a:lnTo>
                    <a:pt x="53983" y="11466"/>
                  </a:lnTo>
                  <a:lnTo>
                    <a:pt x="53983" y="11943"/>
                  </a:lnTo>
                  <a:lnTo>
                    <a:pt x="56372" y="13854"/>
                  </a:lnTo>
                  <a:lnTo>
                    <a:pt x="56372" y="14332"/>
                  </a:lnTo>
                  <a:lnTo>
                    <a:pt x="55894" y="15287"/>
                  </a:lnTo>
                  <a:lnTo>
                    <a:pt x="54461" y="16721"/>
                  </a:lnTo>
                  <a:lnTo>
                    <a:pt x="53028" y="17676"/>
                  </a:lnTo>
                  <a:lnTo>
                    <a:pt x="53505" y="19109"/>
                  </a:lnTo>
                  <a:lnTo>
                    <a:pt x="54461" y="20542"/>
                  </a:lnTo>
                  <a:lnTo>
                    <a:pt x="54461" y="21498"/>
                  </a:lnTo>
                  <a:lnTo>
                    <a:pt x="54461" y="22931"/>
                  </a:lnTo>
                  <a:lnTo>
                    <a:pt x="52550" y="24364"/>
                  </a:lnTo>
                  <a:lnTo>
                    <a:pt x="52550" y="24364"/>
                  </a:lnTo>
                  <a:lnTo>
                    <a:pt x="51595" y="24842"/>
                  </a:lnTo>
                  <a:lnTo>
                    <a:pt x="49206" y="25320"/>
                  </a:lnTo>
                  <a:lnTo>
                    <a:pt x="49206" y="25320"/>
                  </a:lnTo>
                  <a:lnTo>
                    <a:pt x="50162" y="26753"/>
                  </a:lnTo>
                  <a:lnTo>
                    <a:pt x="51595" y="28664"/>
                  </a:lnTo>
                  <a:lnTo>
                    <a:pt x="53983" y="30097"/>
                  </a:lnTo>
                  <a:lnTo>
                    <a:pt x="53983" y="30097"/>
                  </a:lnTo>
                  <a:lnTo>
                    <a:pt x="54461" y="31530"/>
                  </a:lnTo>
                  <a:lnTo>
                    <a:pt x="53983" y="32963"/>
                  </a:lnTo>
                  <a:lnTo>
                    <a:pt x="53505" y="35830"/>
                  </a:lnTo>
                  <a:lnTo>
                    <a:pt x="52072" y="34397"/>
                  </a:lnTo>
                  <a:lnTo>
                    <a:pt x="50162" y="32963"/>
                  </a:lnTo>
                  <a:lnTo>
                    <a:pt x="49206" y="32486"/>
                  </a:lnTo>
                  <a:lnTo>
                    <a:pt x="47773" y="32486"/>
                  </a:lnTo>
                  <a:lnTo>
                    <a:pt x="39174" y="32486"/>
                  </a:lnTo>
                  <a:lnTo>
                    <a:pt x="38218" y="32963"/>
                  </a:lnTo>
                  <a:lnTo>
                    <a:pt x="37263" y="32963"/>
                  </a:lnTo>
                  <a:lnTo>
                    <a:pt x="36785" y="33441"/>
                  </a:lnTo>
                  <a:lnTo>
                    <a:pt x="34396" y="33919"/>
                  </a:lnTo>
                  <a:lnTo>
                    <a:pt x="31530" y="33919"/>
                  </a:lnTo>
                  <a:lnTo>
                    <a:pt x="26275" y="32963"/>
                  </a:lnTo>
                  <a:lnTo>
                    <a:pt x="23886" y="32008"/>
                  </a:lnTo>
                  <a:lnTo>
                    <a:pt x="21498" y="32008"/>
                  </a:lnTo>
                  <a:lnTo>
                    <a:pt x="19109" y="32008"/>
                  </a:lnTo>
                  <a:lnTo>
                    <a:pt x="16721" y="32486"/>
                  </a:lnTo>
                  <a:lnTo>
                    <a:pt x="14332" y="32963"/>
                  </a:lnTo>
                  <a:lnTo>
                    <a:pt x="12898" y="34397"/>
                  </a:lnTo>
                  <a:lnTo>
                    <a:pt x="12898" y="35830"/>
                  </a:lnTo>
                  <a:lnTo>
                    <a:pt x="11943" y="35830"/>
                  </a:lnTo>
                  <a:lnTo>
                    <a:pt x="9555" y="33919"/>
                  </a:lnTo>
                  <a:lnTo>
                    <a:pt x="7644" y="32486"/>
                  </a:lnTo>
                  <a:lnTo>
                    <a:pt x="5733" y="31530"/>
                  </a:lnTo>
                  <a:lnTo>
                    <a:pt x="1433" y="30097"/>
                  </a:lnTo>
                  <a:lnTo>
                    <a:pt x="478" y="29141"/>
                  </a:lnTo>
                  <a:lnTo>
                    <a:pt x="0" y="28186"/>
                  </a:lnTo>
                  <a:lnTo>
                    <a:pt x="1911" y="24842"/>
                  </a:lnTo>
                  <a:lnTo>
                    <a:pt x="3822" y="24364"/>
                  </a:lnTo>
                  <a:lnTo>
                    <a:pt x="4777" y="23886"/>
                  </a:lnTo>
                  <a:lnTo>
                    <a:pt x="7644" y="24364"/>
                  </a:lnTo>
                  <a:lnTo>
                    <a:pt x="10032" y="25320"/>
                  </a:lnTo>
                  <a:lnTo>
                    <a:pt x="12421" y="25798"/>
                  </a:lnTo>
                  <a:lnTo>
                    <a:pt x="15765" y="25798"/>
                  </a:lnTo>
                  <a:lnTo>
                    <a:pt x="17676" y="26753"/>
                  </a:lnTo>
                  <a:lnTo>
                    <a:pt x="31052" y="28186"/>
                  </a:lnTo>
                  <a:lnTo>
                    <a:pt x="33441" y="28186"/>
                  </a:lnTo>
                  <a:lnTo>
                    <a:pt x="34396" y="28186"/>
                  </a:lnTo>
                  <a:lnTo>
                    <a:pt x="35352" y="27708"/>
                  </a:lnTo>
                  <a:lnTo>
                    <a:pt x="36307" y="26753"/>
                  </a:lnTo>
                  <a:lnTo>
                    <a:pt x="36785" y="26275"/>
                  </a:lnTo>
                  <a:lnTo>
                    <a:pt x="41085" y="26275"/>
                  </a:lnTo>
                  <a:lnTo>
                    <a:pt x="41562" y="25798"/>
                  </a:lnTo>
                  <a:lnTo>
                    <a:pt x="42040" y="24842"/>
                  </a:lnTo>
                  <a:lnTo>
                    <a:pt x="42040" y="23886"/>
                  </a:lnTo>
                  <a:lnTo>
                    <a:pt x="40129" y="22453"/>
                  </a:lnTo>
                  <a:lnTo>
                    <a:pt x="36307" y="19587"/>
                  </a:lnTo>
                  <a:lnTo>
                    <a:pt x="32963" y="16243"/>
                  </a:lnTo>
                  <a:lnTo>
                    <a:pt x="34396" y="15287"/>
                  </a:lnTo>
                  <a:lnTo>
                    <a:pt x="33919" y="12899"/>
                  </a:lnTo>
                  <a:lnTo>
                    <a:pt x="34396" y="10988"/>
                  </a:lnTo>
                  <a:lnTo>
                    <a:pt x="35352" y="9077"/>
                  </a:lnTo>
                  <a:lnTo>
                    <a:pt x="32008" y="7644"/>
                  </a:lnTo>
                  <a:lnTo>
                    <a:pt x="28186" y="5733"/>
                  </a:lnTo>
                  <a:lnTo>
                    <a:pt x="22931" y="5255"/>
                  </a:lnTo>
                  <a:lnTo>
                    <a:pt x="21498" y="4777"/>
                  </a:lnTo>
                  <a:lnTo>
                    <a:pt x="20542" y="3822"/>
                  </a:lnTo>
                  <a:lnTo>
                    <a:pt x="21498" y="1911"/>
                  </a:lnTo>
                  <a:lnTo>
                    <a:pt x="22931" y="1433"/>
                  </a:lnTo>
                  <a:lnTo>
                    <a:pt x="24842" y="478"/>
                  </a:lnTo>
                  <a:lnTo>
                    <a:pt x="26753" y="478"/>
                  </a:lnTo>
                  <a:lnTo>
                    <a:pt x="32008" y="0"/>
                  </a:lnTo>
                  <a:lnTo>
                    <a:pt x="36307" y="478"/>
                  </a:lnTo>
                  <a:lnTo>
                    <a:pt x="40607" y="1911"/>
                  </a:lnTo>
                  <a:lnTo>
                    <a:pt x="44906" y="3344"/>
                  </a:lnTo>
                  <a:lnTo>
                    <a:pt x="50162" y="3822"/>
                  </a:lnTo>
                  <a:lnTo>
                    <a:pt x="52550" y="4300"/>
                  </a:lnTo>
                  <a:lnTo>
                    <a:pt x="5350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8" name="Freeform 4427">
              <a:extLst>
                <a:ext uri="{FF2B5EF4-FFF2-40B4-BE49-F238E27FC236}">
                  <a16:creationId xmlns:a16="http://schemas.microsoft.com/office/drawing/2014/main" id="{5EF868F1-A482-5285-8A15-A399FC72D031}"/>
                </a:ext>
              </a:extLst>
            </p:cNvPr>
            <p:cNvSpPr/>
            <p:nvPr/>
          </p:nvSpPr>
          <p:spPr>
            <a:xfrm>
              <a:off x="4430634" y="4385198"/>
              <a:ext cx="9554" cy="5255"/>
            </a:xfrm>
            <a:custGeom>
              <a:avLst/>
              <a:gdLst>
                <a:gd name="csX0" fmla="*/ 9555 w 9554"/>
                <a:gd name="csY0" fmla="*/ 3822 h 5255"/>
                <a:gd name="csX1" fmla="*/ 9077 w 9554"/>
                <a:gd name="csY1" fmla="*/ 5255 h 5255"/>
                <a:gd name="csX2" fmla="*/ 3822 w 9554"/>
                <a:gd name="csY2" fmla="*/ 3344 h 5255"/>
                <a:gd name="csX3" fmla="*/ 0 w 9554"/>
                <a:gd name="csY3" fmla="*/ 1433 h 5255"/>
                <a:gd name="csX4" fmla="*/ 0 w 9554"/>
                <a:gd name="csY4" fmla="*/ 478 h 5255"/>
                <a:gd name="csX5" fmla="*/ 1911 w 9554"/>
                <a:gd name="csY5" fmla="*/ 0 h 5255"/>
                <a:gd name="csX6" fmla="*/ 4299 w 9554"/>
                <a:gd name="csY6" fmla="*/ 956 h 5255"/>
                <a:gd name="csX7" fmla="*/ 7166 w 9554"/>
                <a:gd name="csY7" fmla="*/ 1911 h 5255"/>
                <a:gd name="csX8" fmla="*/ 9555 w 9554"/>
                <a:gd name="csY8" fmla="*/ 3822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4" h="5255">
                  <a:moveTo>
                    <a:pt x="9555" y="3822"/>
                  </a:moveTo>
                  <a:lnTo>
                    <a:pt x="9077" y="5255"/>
                  </a:lnTo>
                  <a:lnTo>
                    <a:pt x="3822" y="3344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4299" y="956"/>
                  </a:lnTo>
                  <a:lnTo>
                    <a:pt x="7166" y="1911"/>
                  </a:lnTo>
                  <a:lnTo>
                    <a:pt x="955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9" name="Freeform 4428">
              <a:extLst>
                <a:ext uri="{FF2B5EF4-FFF2-40B4-BE49-F238E27FC236}">
                  <a16:creationId xmlns:a16="http://schemas.microsoft.com/office/drawing/2014/main" id="{BB596C31-F8F8-1D4B-AF87-14F362894950}"/>
                </a:ext>
              </a:extLst>
            </p:cNvPr>
            <p:cNvSpPr/>
            <p:nvPr/>
          </p:nvSpPr>
          <p:spPr>
            <a:xfrm>
              <a:off x="6255083" y="3746952"/>
              <a:ext cx="477" cy="477"/>
            </a:xfrm>
            <a:custGeom>
              <a:avLst/>
              <a:gdLst>
                <a:gd name="csX0" fmla="*/ 0 w 477"/>
                <a:gd name="csY0" fmla="*/ 478 h 477"/>
                <a:gd name="csX1" fmla="*/ 0 w 477"/>
                <a:gd name="csY1" fmla="*/ 478 h 477"/>
                <a:gd name="csX2" fmla="*/ 478 w 4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0" y="478"/>
                  </a:moveTo>
                  <a:lnTo>
                    <a:pt x="0" y="478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0" name="Freeform 4429">
              <a:extLst>
                <a:ext uri="{FF2B5EF4-FFF2-40B4-BE49-F238E27FC236}">
                  <a16:creationId xmlns:a16="http://schemas.microsoft.com/office/drawing/2014/main" id="{ED26ACAB-2F31-2C36-BC45-7D1E223C6517}"/>
                </a:ext>
              </a:extLst>
            </p:cNvPr>
            <p:cNvSpPr/>
            <p:nvPr/>
          </p:nvSpPr>
          <p:spPr>
            <a:xfrm>
              <a:off x="6203011" y="3741696"/>
              <a:ext cx="20542" cy="30574"/>
            </a:xfrm>
            <a:custGeom>
              <a:avLst/>
              <a:gdLst>
                <a:gd name="csX0" fmla="*/ 0 w 20542"/>
                <a:gd name="csY0" fmla="*/ 30575 h 30574"/>
                <a:gd name="csX1" fmla="*/ 2866 w 20542"/>
                <a:gd name="csY1" fmla="*/ 27708 h 30574"/>
                <a:gd name="csX2" fmla="*/ 4777 w 20542"/>
                <a:gd name="csY2" fmla="*/ 26753 h 30574"/>
                <a:gd name="csX3" fmla="*/ 6210 w 20542"/>
                <a:gd name="csY3" fmla="*/ 27230 h 30574"/>
                <a:gd name="csX4" fmla="*/ 7166 w 20542"/>
                <a:gd name="csY4" fmla="*/ 26753 h 30574"/>
                <a:gd name="csX5" fmla="*/ 7166 w 20542"/>
                <a:gd name="csY5" fmla="*/ 26275 h 30574"/>
                <a:gd name="csX6" fmla="*/ 7644 w 20542"/>
                <a:gd name="csY6" fmla="*/ 25320 h 30574"/>
                <a:gd name="csX7" fmla="*/ 7644 w 20542"/>
                <a:gd name="csY7" fmla="*/ 24364 h 30574"/>
                <a:gd name="csX8" fmla="*/ 7644 w 20542"/>
                <a:gd name="csY8" fmla="*/ 23886 h 30574"/>
                <a:gd name="csX9" fmla="*/ 7644 w 20542"/>
                <a:gd name="csY9" fmla="*/ 23409 h 30574"/>
                <a:gd name="csX10" fmla="*/ 6688 w 20542"/>
                <a:gd name="csY10" fmla="*/ 22931 h 30574"/>
                <a:gd name="csX11" fmla="*/ 6210 w 20542"/>
                <a:gd name="csY11" fmla="*/ 21020 h 30574"/>
                <a:gd name="csX12" fmla="*/ 6688 w 20542"/>
                <a:gd name="csY12" fmla="*/ 20065 h 30574"/>
                <a:gd name="csX13" fmla="*/ 7166 w 20542"/>
                <a:gd name="csY13" fmla="*/ 19587 h 30574"/>
                <a:gd name="csX14" fmla="*/ 6688 w 20542"/>
                <a:gd name="csY14" fmla="*/ 17198 h 30574"/>
                <a:gd name="csX15" fmla="*/ 6688 w 20542"/>
                <a:gd name="csY15" fmla="*/ 16243 h 30574"/>
                <a:gd name="csX16" fmla="*/ 8121 w 20542"/>
                <a:gd name="csY16" fmla="*/ 16243 h 30574"/>
                <a:gd name="csX17" fmla="*/ 9555 w 20542"/>
                <a:gd name="csY17" fmla="*/ 15765 h 30574"/>
                <a:gd name="csX18" fmla="*/ 10510 w 20542"/>
                <a:gd name="csY18" fmla="*/ 14810 h 30574"/>
                <a:gd name="csX19" fmla="*/ 10510 w 20542"/>
                <a:gd name="csY19" fmla="*/ 14332 h 30574"/>
                <a:gd name="csX20" fmla="*/ 11465 w 20542"/>
                <a:gd name="csY20" fmla="*/ 12421 h 30574"/>
                <a:gd name="csX21" fmla="*/ 10510 w 20542"/>
                <a:gd name="csY21" fmla="*/ 10510 h 30574"/>
                <a:gd name="csX22" fmla="*/ 6688 w 20542"/>
                <a:gd name="csY22" fmla="*/ 9555 h 30574"/>
                <a:gd name="csX23" fmla="*/ 6210 w 20542"/>
                <a:gd name="csY23" fmla="*/ 9077 h 30574"/>
                <a:gd name="csX24" fmla="*/ 7166 w 20542"/>
                <a:gd name="csY24" fmla="*/ 8121 h 30574"/>
                <a:gd name="csX25" fmla="*/ 8599 w 20542"/>
                <a:gd name="csY25" fmla="*/ 7644 h 30574"/>
                <a:gd name="csX26" fmla="*/ 9077 w 20542"/>
                <a:gd name="csY26" fmla="*/ 6688 h 30574"/>
                <a:gd name="csX27" fmla="*/ 9555 w 20542"/>
                <a:gd name="csY27" fmla="*/ 6688 h 30574"/>
                <a:gd name="csX28" fmla="*/ 10988 w 20542"/>
                <a:gd name="csY28" fmla="*/ 7166 h 30574"/>
                <a:gd name="csX29" fmla="*/ 12898 w 20542"/>
                <a:gd name="csY29" fmla="*/ 8599 h 30574"/>
                <a:gd name="csX30" fmla="*/ 13376 w 20542"/>
                <a:gd name="csY30" fmla="*/ 8599 h 30574"/>
                <a:gd name="csX31" fmla="*/ 14332 w 20542"/>
                <a:gd name="csY31" fmla="*/ 8121 h 30574"/>
                <a:gd name="csX32" fmla="*/ 15287 w 20542"/>
                <a:gd name="csY32" fmla="*/ 8121 h 30574"/>
                <a:gd name="csX33" fmla="*/ 17198 w 20542"/>
                <a:gd name="csY33" fmla="*/ 8121 h 30574"/>
                <a:gd name="csX34" fmla="*/ 19109 w 20542"/>
                <a:gd name="csY34" fmla="*/ 8121 h 30574"/>
                <a:gd name="csX35" fmla="*/ 18631 w 20542"/>
                <a:gd name="csY35" fmla="*/ 6210 h 30574"/>
                <a:gd name="csX36" fmla="*/ 18631 w 20542"/>
                <a:gd name="csY36" fmla="*/ 5255 h 30574"/>
                <a:gd name="csX37" fmla="*/ 18631 w 20542"/>
                <a:gd name="csY37" fmla="*/ 4300 h 30574"/>
                <a:gd name="csX38" fmla="*/ 18631 w 20542"/>
                <a:gd name="csY38" fmla="*/ 3344 h 30574"/>
                <a:gd name="csX39" fmla="*/ 19587 w 20542"/>
                <a:gd name="csY39" fmla="*/ 2866 h 30574"/>
                <a:gd name="csX40" fmla="*/ 19587 w 20542"/>
                <a:gd name="csY40" fmla="*/ 955 h 30574"/>
                <a:gd name="csX41" fmla="*/ 20542 w 20542"/>
                <a:gd name="csY41" fmla="*/ 0 h 30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20542" h="30574">
                  <a:moveTo>
                    <a:pt x="0" y="30575"/>
                  </a:moveTo>
                  <a:lnTo>
                    <a:pt x="2866" y="27708"/>
                  </a:lnTo>
                  <a:lnTo>
                    <a:pt x="4777" y="26753"/>
                  </a:lnTo>
                  <a:lnTo>
                    <a:pt x="6210" y="27230"/>
                  </a:lnTo>
                  <a:lnTo>
                    <a:pt x="7166" y="26753"/>
                  </a:lnTo>
                  <a:lnTo>
                    <a:pt x="7166" y="26275"/>
                  </a:lnTo>
                  <a:lnTo>
                    <a:pt x="7644" y="25320"/>
                  </a:lnTo>
                  <a:lnTo>
                    <a:pt x="7644" y="24364"/>
                  </a:lnTo>
                  <a:lnTo>
                    <a:pt x="7644" y="23886"/>
                  </a:lnTo>
                  <a:lnTo>
                    <a:pt x="7644" y="23409"/>
                  </a:lnTo>
                  <a:lnTo>
                    <a:pt x="6688" y="22931"/>
                  </a:lnTo>
                  <a:lnTo>
                    <a:pt x="6210" y="21020"/>
                  </a:lnTo>
                  <a:lnTo>
                    <a:pt x="6688" y="20065"/>
                  </a:lnTo>
                  <a:lnTo>
                    <a:pt x="7166" y="19587"/>
                  </a:lnTo>
                  <a:lnTo>
                    <a:pt x="6688" y="17198"/>
                  </a:lnTo>
                  <a:lnTo>
                    <a:pt x="6688" y="16243"/>
                  </a:lnTo>
                  <a:lnTo>
                    <a:pt x="8121" y="16243"/>
                  </a:lnTo>
                  <a:lnTo>
                    <a:pt x="9555" y="15765"/>
                  </a:lnTo>
                  <a:lnTo>
                    <a:pt x="10510" y="14810"/>
                  </a:lnTo>
                  <a:lnTo>
                    <a:pt x="10510" y="14332"/>
                  </a:lnTo>
                  <a:lnTo>
                    <a:pt x="11465" y="12421"/>
                  </a:lnTo>
                  <a:lnTo>
                    <a:pt x="10510" y="10510"/>
                  </a:lnTo>
                  <a:lnTo>
                    <a:pt x="6688" y="9555"/>
                  </a:lnTo>
                  <a:lnTo>
                    <a:pt x="6210" y="9077"/>
                  </a:lnTo>
                  <a:lnTo>
                    <a:pt x="7166" y="8121"/>
                  </a:lnTo>
                  <a:lnTo>
                    <a:pt x="8599" y="7644"/>
                  </a:lnTo>
                  <a:lnTo>
                    <a:pt x="9077" y="6688"/>
                  </a:lnTo>
                  <a:lnTo>
                    <a:pt x="9555" y="6688"/>
                  </a:lnTo>
                  <a:lnTo>
                    <a:pt x="10988" y="7166"/>
                  </a:lnTo>
                  <a:lnTo>
                    <a:pt x="12898" y="8599"/>
                  </a:lnTo>
                  <a:lnTo>
                    <a:pt x="13376" y="8599"/>
                  </a:lnTo>
                  <a:lnTo>
                    <a:pt x="14332" y="8121"/>
                  </a:lnTo>
                  <a:lnTo>
                    <a:pt x="15287" y="8121"/>
                  </a:lnTo>
                  <a:lnTo>
                    <a:pt x="17198" y="8121"/>
                  </a:lnTo>
                  <a:lnTo>
                    <a:pt x="19109" y="8121"/>
                  </a:lnTo>
                  <a:lnTo>
                    <a:pt x="18631" y="6210"/>
                  </a:lnTo>
                  <a:lnTo>
                    <a:pt x="18631" y="5255"/>
                  </a:lnTo>
                  <a:lnTo>
                    <a:pt x="18631" y="4300"/>
                  </a:lnTo>
                  <a:lnTo>
                    <a:pt x="18631" y="3344"/>
                  </a:lnTo>
                  <a:lnTo>
                    <a:pt x="19587" y="2866"/>
                  </a:lnTo>
                  <a:lnTo>
                    <a:pt x="19587" y="955"/>
                  </a:lnTo>
                  <a:lnTo>
                    <a:pt x="2054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1" name="Freeform 4430">
              <a:extLst>
                <a:ext uri="{FF2B5EF4-FFF2-40B4-BE49-F238E27FC236}">
                  <a16:creationId xmlns:a16="http://schemas.microsoft.com/office/drawing/2014/main" id="{4700F50A-9A47-A294-3278-5CF7DDD1BB8E}"/>
                </a:ext>
              </a:extLst>
            </p:cNvPr>
            <p:cNvSpPr/>
            <p:nvPr/>
          </p:nvSpPr>
          <p:spPr>
            <a:xfrm>
              <a:off x="6211132" y="3781826"/>
              <a:ext cx="47295" cy="19586"/>
            </a:xfrm>
            <a:custGeom>
              <a:avLst/>
              <a:gdLst>
                <a:gd name="csX0" fmla="*/ 47295 w 47295"/>
                <a:gd name="csY0" fmla="*/ 14809 h 19586"/>
                <a:gd name="csX1" fmla="*/ 47295 w 47295"/>
                <a:gd name="csY1" fmla="*/ 14809 h 19586"/>
                <a:gd name="csX2" fmla="*/ 45862 w 47295"/>
                <a:gd name="csY2" fmla="*/ 15287 h 19586"/>
                <a:gd name="csX3" fmla="*/ 43951 w 47295"/>
                <a:gd name="csY3" fmla="*/ 15765 h 19586"/>
                <a:gd name="csX4" fmla="*/ 42996 w 47295"/>
                <a:gd name="csY4" fmla="*/ 15287 h 19586"/>
                <a:gd name="csX5" fmla="*/ 42996 w 47295"/>
                <a:gd name="csY5" fmla="*/ 15765 h 19586"/>
                <a:gd name="csX6" fmla="*/ 40607 w 47295"/>
                <a:gd name="csY6" fmla="*/ 18154 h 19586"/>
                <a:gd name="csX7" fmla="*/ 40129 w 47295"/>
                <a:gd name="csY7" fmla="*/ 18632 h 19586"/>
                <a:gd name="csX8" fmla="*/ 38218 w 47295"/>
                <a:gd name="csY8" fmla="*/ 19109 h 19586"/>
                <a:gd name="csX9" fmla="*/ 36785 w 47295"/>
                <a:gd name="csY9" fmla="*/ 19587 h 19586"/>
                <a:gd name="csX10" fmla="*/ 35352 w 47295"/>
                <a:gd name="csY10" fmla="*/ 19109 h 19586"/>
                <a:gd name="csX11" fmla="*/ 34874 w 47295"/>
                <a:gd name="csY11" fmla="*/ 19109 h 19586"/>
                <a:gd name="csX12" fmla="*/ 28664 w 47295"/>
                <a:gd name="csY12" fmla="*/ 19109 h 19586"/>
                <a:gd name="csX13" fmla="*/ 25798 w 47295"/>
                <a:gd name="csY13" fmla="*/ 18632 h 19586"/>
                <a:gd name="csX14" fmla="*/ 23886 w 47295"/>
                <a:gd name="csY14" fmla="*/ 17676 h 19586"/>
                <a:gd name="csX15" fmla="*/ 22453 w 47295"/>
                <a:gd name="csY15" fmla="*/ 16721 h 19586"/>
                <a:gd name="csX16" fmla="*/ 21976 w 47295"/>
                <a:gd name="csY16" fmla="*/ 15287 h 19586"/>
                <a:gd name="csX17" fmla="*/ 21976 w 47295"/>
                <a:gd name="csY17" fmla="*/ 15287 h 19586"/>
                <a:gd name="csX18" fmla="*/ 20065 w 47295"/>
                <a:gd name="csY18" fmla="*/ 14809 h 19586"/>
                <a:gd name="csX19" fmla="*/ 17676 w 47295"/>
                <a:gd name="csY19" fmla="*/ 14332 h 19586"/>
                <a:gd name="csX20" fmla="*/ 15765 w 47295"/>
                <a:gd name="csY20" fmla="*/ 13376 h 19586"/>
                <a:gd name="csX21" fmla="*/ 14332 w 47295"/>
                <a:gd name="csY21" fmla="*/ 10988 h 19586"/>
                <a:gd name="csX22" fmla="*/ 12899 w 47295"/>
                <a:gd name="csY22" fmla="*/ 9555 h 19586"/>
                <a:gd name="csX23" fmla="*/ 10510 w 47295"/>
                <a:gd name="csY23" fmla="*/ 8121 h 19586"/>
                <a:gd name="csX24" fmla="*/ 8599 w 47295"/>
                <a:gd name="csY24" fmla="*/ 6688 h 19586"/>
                <a:gd name="csX25" fmla="*/ 7166 w 47295"/>
                <a:gd name="csY25" fmla="*/ 4300 h 19586"/>
                <a:gd name="csX26" fmla="*/ 4777 w 47295"/>
                <a:gd name="csY26" fmla="*/ 2389 h 19586"/>
                <a:gd name="csX27" fmla="*/ 1433 w 47295"/>
                <a:gd name="csY27" fmla="*/ 478 h 19586"/>
                <a:gd name="csX28" fmla="*/ 0 w 47295"/>
                <a:gd name="csY28" fmla="*/ 0 h 19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7295" h="19586">
                  <a:moveTo>
                    <a:pt x="47295" y="14809"/>
                  </a:moveTo>
                  <a:lnTo>
                    <a:pt x="47295" y="14809"/>
                  </a:lnTo>
                  <a:lnTo>
                    <a:pt x="45862" y="15287"/>
                  </a:lnTo>
                  <a:lnTo>
                    <a:pt x="43951" y="15765"/>
                  </a:lnTo>
                  <a:lnTo>
                    <a:pt x="42996" y="15287"/>
                  </a:lnTo>
                  <a:lnTo>
                    <a:pt x="42996" y="15765"/>
                  </a:lnTo>
                  <a:lnTo>
                    <a:pt x="40607" y="18154"/>
                  </a:lnTo>
                  <a:lnTo>
                    <a:pt x="40129" y="18632"/>
                  </a:lnTo>
                  <a:lnTo>
                    <a:pt x="38218" y="19109"/>
                  </a:lnTo>
                  <a:lnTo>
                    <a:pt x="36785" y="19587"/>
                  </a:lnTo>
                  <a:lnTo>
                    <a:pt x="35352" y="19109"/>
                  </a:lnTo>
                  <a:lnTo>
                    <a:pt x="34874" y="19109"/>
                  </a:lnTo>
                  <a:lnTo>
                    <a:pt x="28664" y="19109"/>
                  </a:lnTo>
                  <a:lnTo>
                    <a:pt x="25798" y="18632"/>
                  </a:lnTo>
                  <a:lnTo>
                    <a:pt x="23886" y="17676"/>
                  </a:lnTo>
                  <a:lnTo>
                    <a:pt x="22453" y="16721"/>
                  </a:lnTo>
                  <a:lnTo>
                    <a:pt x="21976" y="15287"/>
                  </a:lnTo>
                  <a:lnTo>
                    <a:pt x="21976" y="15287"/>
                  </a:lnTo>
                  <a:lnTo>
                    <a:pt x="20065" y="14809"/>
                  </a:lnTo>
                  <a:lnTo>
                    <a:pt x="17676" y="14332"/>
                  </a:lnTo>
                  <a:lnTo>
                    <a:pt x="15765" y="13376"/>
                  </a:lnTo>
                  <a:lnTo>
                    <a:pt x="14332" y="10988"/>
                  </a:lnTo>
                  <a:lnTo>
                    <a:pt x="12899" y="9555"/>
                  </a:lnTo>
                  <a:lnTo>
                    <a:pt x="10510" y="8121"/>
                  </a:lnTo>
                  <a:lnTo>
                    <a:pt x="8599" y="6688"/>
                  </a:lnTo>
                  <a:lnTo>
                    <a:pt x="7166" y="4300"/>
                  </a:lnTo>
                  <a:lnTo>
                    <a:pt x="4777" y="2389"/>
                  </a:lnTo>
                  <a:lnTo>
                    <a:pt x="1433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2" name="Freeform 4431">
              <a:extLst>
                <a:ext uri="{FF2B5EF4-FFF2-40B4-BE49-F238E27FC236}">
                  <a16:creationId xmlns:a16="http://schemas.microsoft.com/office/drawing/2014/main" id="{2D990BC0-D731-A51D-27D8-A67AE383942E}"/>
                </a:ext>
              </a:extLst>
            </p:cNvPr>
            <p:cNvSpPr/>
            <p:nvPr/>
          </p:nvSpPr>
          <p:spPr>
            <a:xfrm>
              <a:off x="8319352" y="4925032"/>
              <a:ext cx="11943" cy="8121"/>
            </a:xfrm>
            <a:custGeom>
              <a:avLst/>
              <a:gdLst>
                <a:gd name="csX0" fmla="*/ 2389 w 11943"/>
                <a:gd name="csY0" fmla="*/ 8121 h 8121"/>
                <a:gd name="csX1" fmla="*/ 955 w 11943"/>
                <a:gd name="csY1" fmla="*/ 8121 h 8121"/>
                <a:gd name="csX2" fmla="*/ 0 w 11943"/>
                <a:gd name="csY2" fmla="*/ 7644 h 8121"/>
                <a:gd name="csX3" fmla="*/ 0 w 11943"/>
                <a:gd name="csY3" fmla="*/ 6210 h 8121"/>
                <a:gd name="csX4" fmla="*/ 478 w 11943"/>
                <a:gd name="csY4" fmla="*/ 5255 h 8121"/>
                <a:gd name="csX5" fmla="*/ 4777 w 11943"/>
                <a:gd name="csY5" fmla="*/ 3822 h 8121"/>
                <a:gd name="csX6" fmla="*/ 6688 w 11943"/>
                <a:gd name="csY6" fmla="*/ 2867 h 8121"/>
                <a:gd name="csX7" fmla="*/ 9077 w 11943"/>
                <a:gd name="csY7" fmla="*/ 478 h 8121"/>
                <a:gd name="csX8" fmla="*/ 10510 w 11943"/>
                <a:gd name="csY8" fmla="*/ 0 h 8121"/>
                <a:gd name="csX9" fmla="*/ 10510 w 11943"/>
                <a:gd name="csY9" fmla="*/ 0 h 8121"/>
                <a:gd name="csX10" fmla="*/ 10987 w 11943"/>
                <a:gd name="csY10" fmla="*/ 0 h 8121"/>
                <a:gd name="csX11" fmla="*/ 10987 w 11943"/>
                <a:gd name="csY11" fmla="*/ 1433 h 8121"/>
                <a:gd name="csX12" fmla="*/ 11943 w 11943"/>
                <a:gd name="csY12" fmla="*/ 2389 h 8121"/>
                <a:gd name="csX13" fmla="*/ 11943 w 11943"/>
                <a:gd name="csY13" fmla="*/ 3344 h 8121"/>
                <a:gd name="csX14" fmla="*/ 10032 w 11943"/>
                <a:gd name="csY14" fmla="*/ 3822 h 8121"/>
                <a:gd name="csX15" fmla="*/ 8121 w 11943"/>
                <a:gd name="csY15" fmla="*/ 6210 h 8121"/>
                <a:gd name="csX16" fmla="*/ 3821 w 11943"/>
                <a:gd name="csY16" fmla="*/ 7166 h 8121"/>
                <a:gd name="csX17" fmla="*/ 2389 w 11943"/>
                <a:gd name="csY17" fmla="*/ 812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1943" h="8121">
                  <a:moveTo>
                    <a:pt x="2389" y="8121"/>
                  </a:moveTo>
                  <a:lnTo>
                    <a:pt x="955" y="8121"/>
                  </a:lnTo>
                  <a:lnTo>
                    <a:pt x="0" y="7644"/>
                  </a:lnTo>
                  <a:lnTo>
                    <a:pt x="0" y="6210"/>
                  </a:lnTo>
                  <a:lnTo>
                    <a:pt x="478" y="5255"/>
                  </a:lnTo>
                  <a:lnTo>
                    <a:pt x="4777" y="3822"/>
                  </a:lnTo>
                  <a:lnTo>
                    <a:pt x="6688" y="2867"/>
                  </a:lnTo>
                  <a:lnTo>
                    <a:pt x="9077" y="478"/>
                  </a:lnTo>
                  <a:lnTo>
                    <a:pt x="10510" y="0"/>
                  </a:lnTo>
                  <a:lnTo>
                    <a:pt x="10510" y="0"/>
                  </a:lnTo>
                  <a:lnTo>
                    <a:pt x="10987" y="0"/>
                  </a:lnTo>
                  <a:lnTo>
                    <a:pt x="10987" y="1433"/>
                  </a:lnTo>
                  <a:lnTo>
                    <a:pt x="11943" y="2389"/>
                  </a:lnTo>
                  <a:lnTo>
                    <a:pt x="11943" y="3344"/>
                  </a:lnTo>
                  <a:lnTo>
                    <a:pt x="10032" y="3822"/>
                  </a:lnTo>
                  <a:lnTo>
                    <a:pt x="8121" y="6210"/>
                  </a:lnTo>
                  <a:lnTo>
                    <a:pt x="3821" y="7166"/>
                  </a:lnTo>
                  <a:lnTo>
                    <a:pt x="2389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3" name="Freeform 4432">
              <a:extLst>
                <a:ext uri="{FF2B5EF4-FFF2-40B4-BE49-F238E27FC236}">
                  <a16:creationId xmlns:a16="http://schemas.microsoft.com/office/drawing/2014/main" id="{4C1A02F6-8F35-75A5-3825-F329248A45B7}"/>
                </a:ext>
              </a:extLst>
            </p:cNvPr>
            <p:cNvSpPr/>
            <p:nvPr/>
          </p:nvSpPr>
          <p:spPr>
            <a:xfrm>
              <a:off x="8297376" y="4924077"/>
              <a:ext cx="5732" cy="3344"/>
            </a:xfrm>
            <a:custGeom>
              <a:avLst/>
              <a:gdLst>
                <a:gd name="csX0" fmla="*/ 3344 w 5732"/>
                <a:gd name="csY0" fmla="*/ 2867 h 3344"/>
                <a:gd name="csX1" fmla="*/ 2389 w 5732"/>
                <a:gd name="csY1" fmla="*/ 3344 h 3344"/>
                <a:gd name="csX2" fmla="*/ 478 w 5732"/>
                <a:gd name="csY2" fmla="*/ 2867 h 3344"/>
                <a:gd name="csX3" fmla="*/ 0 w 5732"/>
                <a:gd name="csY3" fmla="*/ 2389 h 3344"/>
                <a:gd name="csX4" fmla="*/ 1910 w 5732"/>
                <a:gd name="csY4" fmla="*/ 1433 h 3344"/>
                <a:gd name="csX5" fmla="*/ 2866 w 5732"/>
                <a:gd name="csY5" fmla="*/ 0 h 3344"/>
                <a:gd name="csX6" fmla="*/ 4777 w 5732"/>
                <a:gd name="csY6" fmla="*/ 0 h 3344"/>
                <a:gd name="csX7" fmla="*/ 5733 w 5732"/>
                <a:gd name="csY7" fmla="*/ 478 h 3344"/>
                <a:gd name="csX8" fmla="*/ 5255 w 5732"/>
                <a:gd name="csY8" fmla="*/ 1911 h 3344"/>
                <a:gd name="csX9" fmla="*/ 3344 w 5732"/>
                <a:gd name="csY9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3344">
                  <a:moveTo>
                    <a:pt x="3344" y="2867"/>
                  </a:moveTo>
                  <a:lnTo>
                    <a:pt x="2389" y="3344"/>
                  </a:lnTo>
                  <a:lnTo>
                    <a:pt x="478" y="2867"/>
                  </a:lnTo>
                  <a:lnTo>
                    <a:pt x="0" y="2389"/>
                  </a:lnTo>
                  <a:lnTo>
                    <a:pt x="1910" y="1433"/>
                  </a:lnTo>
                  <a:lnTo>
                    <a:pt x="2866" y="0"/>
                  </a:lnTo>
                  <a:lnTo>
                    <a:pt x="4777" y="0"/>
                  </a:lnTo>
                  <a:lnTo>
                    <a:pt x="5733" y="478"/>
                  </a:lnTo>
                  <a:lnTo>
                    <a:pt x="5255" y="1911"/>
                  </a:lnTo>
                  <a:lnTo>
                    <a:pt x="3344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4" name="Freeform 4433">
              <a:extLst>
                <a:ext uri="{FF2B5EF4-FFF2-40B4-BE49-F238E27FC236}">
                  <a16:creationId xmlns:a16="http://schemas.microsoft.com/office/drawing/2014/main" id="{1B4752AA-29C2-9FDD-A8A7-6C40D007B446}"/>
                </a:ext>
              </a:extLst>
            </p:cNvPr>
            <p:cNvSpPr/>
            <p:nvPr/>
          </p:nvSpPr>
          <p:spPr>
            <a:xfrm>
              <a:off x="8329384" y="4918822"/>
              <a:ext cx="3343" cy="3821"/>
            </a:xfrm>
            <a:custGeom>
              <a:avLst/>
              <a:gdLst>
                <a:gd name="csX0" fmla="*/ 1911 w 3343"/>
                <a:gd name="csY0" fmla="*/ 2866 h 3821"/>
                <a:gd name="csX1" fmla="*/ 0 w 3343"/>
                <a:gd name="csY1" fmla="*/ 3822 h 3821"/>
                <a:gd name="csX2" fmla="*/ 0 w 3343"/>
                <a:gd name="csY2" fmla="*/ 2389 h 3821"/>
                <a:gd name="csX3" fmla="*/ 1433 w 3343"/>
                <a:gd name="csY3" fmla="*/ 478 h 3821"/>
                <a:gd name="csX4" fmla="*/ 2866 w 3343"/>
                <a:gd name="csY4" fmla="*/ 0 h 3821"/>
                <a:gd name="csX5" fmla="*/ 3344 w 3343"/>
                <a:gd name="csY5" fmla="*/ 478 h 3821"/>
                <a:gd name="csX6" fmla="*/ 3344 w 3343"/>
                <a:gd name="csY6" fmla="*/ 956 h 3821"/>
                <a:gd name="csX7" fmla="*/ 1433 w 3343"/>
                <a:gd name="csY7" fmla="*/ 1433 h 3821"/>
                <a:gd name="csX8" fmla="*/ 1911 w 3343"/>
                <a:gd name="csY8" fmla="*/ 286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3821">
                  <a:moveTo>
                    <a:pt x="1911" y="2866"/>
                  </a:moveTo>
                  <a:lnTo>
                    <a:pt x="0" y="3822"/>
                  </a:lnTo>
                  <a:lnTo>
                    <a:pt x="0" y="2389"/>
                  </a:lnTo>
                  <a:lnTo>
                    <a:pt x="1433" y="478"/>
                  </a:lnTo>
                  <a:lnTo>
                    <a:pt x="2866" y="0"/>
                  </a:lnTo>
                  <a:lnTo>
                    <a:pt x="3344" y="478"/>
                  </a:lnTo>
                  <a:lnTo>
                    <a:pt x="3344" y="956"/>
                  </a:lnTo>
                  <a:lnTo>
                    <a:pt x="1433" y="1433"/>
                  </a:lnTo>
                  <a:lnTo>
                    <a:pt x="191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5" name="Freeform 4434">
              <a:extLst>
                <a:ext uri="{FF2B5EF4-FFF2-40B4-BE49-F238E27FC236}">
                  <a16:creationId xmlns:a16="http://schemas.microsoft.com/office/drawing/2014/main" id="{C91E4D7B-80BF-930A-6117-9CDF4F15E371}"/>
                </a:ext>
              </a:extLst>
            </p:cNvPr>
            <p:cNvSpPr/>
            <p:nvPr/>
          </p:nvSpPr>
          <p:spPr>
            <a:xfrm>
              <a:off x="8242915" y="4903534"/>
              <a:ext cx="37262" cy="18153"/>
            </a:xfrm>
            <a:custGeom>
              <a:avLst/>
              <a:gdLst>
                <a:gd name="csX0" fmla="*/ 21020 w 37262"/>
                <a:gd name="csY0" fmla="*/ 1433 h 18153"/>
                <a:gd name="csX1" fmla="*/ 21498 w 37262"/>
                <a:gd name="csY1" fmla="*/ 1911 h 18153"/>
                <a:gd name="csX2" fmla="*/ 24842 w 37262"/>
                <a:gd name="csY2" fmla="*/ 3822 h 18153"/>
                <a:gd name="csX3" fmla="*/ 25319 w 37262"/>
                <a:gd name="csY3" fmla="*/ 4300 h 18153"/>
                <a:gd name="csX4" fmla="*/ 25798 w 37262"/>
                <a:gd name="csY4" fmla="*/ 5255 h 18153"/>
                <a:gd name="csX5" fmla="*/ 26275 w 37262"/>
                <a:gd name="csY5" fmla="*/ 6210 h 18153"/>
                <a:gd name="csX6" fmla="*/ 27708 w 37262"/>
                <a:gd name="csY6" fmla="*/ 6210 h 18153"/>
                <a:gd name="csX7" fmla="*/ 29619 w 37262"/>
                <a:gd name="csY7" fmla="*/ 6210 h 18153"/>
                <a:gd name="csX8" fmla="*/ 30575 w 37262"/>
                <a:gd name="csY8" fmla="*/ 6688 h 18153"/>
                <a:gd name="csX9" fmla="*/ 31530 w 37262"/>
                <a:gd name="csY9" fmla="*/ 7644 h 18153"/>
                <a:gd name="csX10" fmla="*/ 32963 w 37262"/>
                <a:gd name="csY10" fmla="*/ 9077 h 18153"/>
                <a:gd name="csX11" fmla="*/ 34396 w 37262"/>
                <a:gd name="csY11" fmla="*/ 10988 h 18153"/>
                <a:gd name="csX12" fmla="*/ 36307 w 37262"/>
                <a:gd name="csY12" fmla="*/ 11943 h 18153"/>
                <a:gd name="csX13" fmla="*/ 37263 w 37262"/>
                <a:gd name="csY13" fmla="*/ 13376 h 18153"/>
                <a:gd name="csX14" fmla="*/ 36307 w 37262"/>
                <a:gd name="csY14" fmla="*/ 14810 h 18153"/>
                <a:gd name="csX15" fmla="*/ 34396 w 37262"/>
                <a:gd name="csY15" fmla="*/ 16243 h 18153"/>
                <a:gd name="csX16" fmla="*/ 33441 w 37262"/>
                <a:gd name="csY16" fmla="*/ 16721 h 18153"/>
                <a:gd name="csX17" fmla="*/ 31530 w 37262"/>
                <a:gd name="csY17" fmla="*/ 17198 h 18153"/>
                <a:gd name="csX18" fmla="*/ 29141 w 37262"/>
                <a:gd name="csY18" fmla="*/ 18154 h 18153"/>
                <a:gd name="csX19" fmla="*/ 28186 w 37262"/>
                <a:gd name="csY19" fmla="*/ 17676 h 18153"/>
                <a:gd name="csX20" fmla="*/ 25798 w 37262"/>
                <a:gd name="csY20" fmla="*/ 17198 h 18153"/>
                <a:gd name="csX21" fmla="*/ 23409 w 37262"/>
                <a:gd name="csY21" fmla="*/ 16243 h 18153"/>
                <a:gd name="csX22" fmla="*/ 21498 w 37262"/>
                <a:gd name="csY22" fmla="*/ 14810 h 18153"/>
                <a:gd name="csX23" fmla="*/ 20542 w 37262"/>
                <a:gd name="csY23" fmla="*/ 13376 h 18153"/>
                <a:gd name="csX24" fmla="*/ 19109 w 37262"/>
                <a:gd name="csY24" fmla="*/ 11943 h 18153"/>
                <a:gd name="csX25" fmla="*/ 16721 w 37262"/>
                <a:gd name="csY25" fmla="*/ 10988 h 18153"/>
                <a:gd name="csX26" fmla="*/ 12898 w 37262"/>
                <a:gd name="csY26" fmla="*/ 8599 h 18153"/>
                <a:gd name="csX27" fmla="*/ 10032 w 37262"/>
                <a:gd name="csY27" fmla="*/ 8121 h 18153"/>
                <a:gd name="csX28" fmla="*/ 9077 w 37262"/>
                <a:gd name="csY28" fmla="*/ 8599 h 18153"/>
                <a:gd name="csX29" fmla="*/ 8121 w 37262"/>
                <a:gd name="csY29" fmla="*/ 8599 h 18153"/>
                <a:gd name="csX30" fmla="*/ 2389 w 37262"/>
                <a:gd name="csY30" fmla="*/ 7166 h 18153"/>
                <a:gd name="csX31" fmla="*/ 1433 w 37262"/>
                <a:gd name="csY31" fmla="*/ 6688 h 18153"/>
                <a:gd name="csX32" fmla="*/ 955 w 37262"/>
                <a:gd name="csY32" fmla="*/ 5733 h 18153"/>
                <a:gd name="csX33" fmla="*/ 478 w 37262"/>
                <a:gd name="csY33" fmla="*/ 4777 h 18153"/>
                <a:gd name="csX34" fmla="*/ 0 w 37262"/>
                <a:gd name="csY34" fmla="*/ 3822 h 18153"/>
                <a:gd name="csX35" fmla="*/ 478 w 37262"/>
                <a:gd name="csY35" fmla="*/ 2867 h 18153"/>
                <a:gd name="csX36" fmla="*/ 1433 w 37262"/>
                <a:gd name="csY36" fmla="*/ 2389 h 18153"/>
                <a:gd name="csX37" fmla="*/ 4300 w 37262"/>
                <a:gd name="csY37" fmla="*/ 1433 h 18153"/>
                <a:gd name="csX38" fmla="*/ 6688 w 37262"/>
                <a:gd name="csY38" fmla="*/ 956 h 18153"/>
                <a:gd name="csX39" fmla="*/ 9077 w 37262"/>
                <a:gd name="csY39" fmla="*/ 956 h 18153"/>
                <a:gd name="csX40" fmla="*/ 12898 w 37262"/>
                <a:gd name="csY40" fmla="*/ 956 h 18153"/>
                <a:gd name="csX41" fmla="*/ 16721 w 37262"/>
                <a:gd name="csY41" fmla="*/ 1433 h 18153"/>
                <a:gd name="csX42" fmla="*/ 17676 w 37262"/>
                <a:gd name="csY42" fmla="*/ 956 h 18153"/>
                <a:gd name="csX43" fmla="*/ 19587 w 37262"/>
                <a:gd name="csY43" fmla="*/ 0 h 18153"/>
                <a:gd name="csX44" fmla="*/ 20064 w 37262"/>
                <a:gd name="csY44" fmla="*/ 0 h 18153"/>
                <a:gd name="csX45" fmla="*/ 21020 w 37262"/>
                <a:gd name="csY45" fmla="*/ 1433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</a:cxnLst>
              <a:rect l="l" t="t" r="r" b="b"/>
              <a:pathLst>
                <a:path w="37262" h="18153">
                  <a:moveTo>
                    <a:pt x="21020" y="1433"/>
                  </a:moveTo>
                  <a:lnTo>
                    <a:pt x="21498" y="1911"/>
                  </a:lnTo>
                  <a:lnTo>
                    <a:pt x="24842" y="3822"/>
                  </a:lnTo>
                  <a:lnTo>
                    <a:pt x="25319" y="4300"/>
                  </a:lnTo>
                  <a:lnTo>
                    <a:pt x="25798" y="5255"/>
                  </a:lnTo>
                  <a:lnTo>
                    <a:pt x="26275" y="6210"/>
                  </a:lnTo>
                  <a:lnTo>
                    <a:pt x="27708" y="6210"/>
                  </a:lnTo>
                  <a:lnTo>
                    <a:pt x="29619" y="6210"/>
                  </a:lnTo>
                  <a:lnTo>
                    <a:pt x="30575" y="6688"/>
                  </a:lnTo>
                  <a:lnTo>
                    <a:pt x="31530" y="7644"/>
                  </a:lnTo>
                  <a:lnTo>
                    <a:pt x="32963" y="9077"/>
                  </a:lnTo>
                  <a:lnTo>
                    <a:pt x="34396" y="10988"/>
                  </a:lnTo>
                  <a:lnTo>
                    <a:pt x="36307" y="11943"/>
                  </a:lnTo>
                  <a:lnTo>
                    <a:pt x="37263" y="13376"/>
                  </a:lnTo>
                  <a:lnTo>
                    <a:pt x="36307" y="14810"/>
                  </a:lnTo>
                  <a:lnTo>
                    <a:pt x="34396" y="16243"/>
                  </a:lnTo>
                  <a:lnTo>
                    <a:pt x="33441" y="16721"/>
                  </a:lnTo>
                  <a:lnTo>
                    <a:pt x="31530" y="17198"/>
                  </a:lnTo>
                  <a:lnTo>
                    <a:pt x="29141" y="18154"/>
                  </a:lnTo>
                  <a:lnTo>
                    <a:pt x="28186" y="17676"/>
                  </a:lnTo>
                  <a:lnTo>
                    <a:pt x="25798" y="17198"/>
                  </a:lnTo>
                  <a:lnTo>
                    <a:pt x="23409" y="16243"/>
                  </a:lnTo>
                  <a:lnTo>
                    <a:pt x="21498" y="14810"/>
                  </a:lnTo>
                  <a:lnTo>
                    <a:pt x="20542" y="13376"/>
                  </a:lnTo>
                  <a:lnTo>
                    <a:pt x="19109" y="11943"/>
                  </a:lnTo>
                  <a:lnTo>
                    <a:pt x="16721" y="10988"/>
                  </a:lnTo>
                  <a:lnTo>
                    <a:pt x="12898" y="8599"/>
                  </a:lnTo>
                  <a:lnTo>
                    <a:pt x="10032" y="8121"/>
                  </a:lnTo>
                  <a:lnTo>
                    <a:pt x="9077" y="8599"/>
                  </a:lnTo>
                  <a:lnTo>
                    <a:pt x="8121" y="8599"/>
                  </a:lnTo>
                  <a:lnTo>
                    <a:pt x="2389" y="7166"/>
                  </a:lnTo>
                  <a:lnTo>
                    <a:pt x="1433" y="6688"/>
                  </a:lnTo>
                  <a:lnTo>
                    <a:pt x="955" y="5733"/>
                  </a:lnTo>
                  <a:lnTo>
                    <a:pt x="478" y="4777"/>
                  </a:lnTo>
                  <a:lnTo>
                    <a:pt x="0" y="3822"/>
                  </a:lnTo>
                  <a:lnTo>
                    <a:pt x="478" y="2867"/>
                  </a:lnTo>
                  <a:lnTo>
                    <a:pt x="1433" y="2389"/>
                  </a:lnTo>
                  <a:lnTo>
                    <a:pt x="4300" y="1433"/>
                  </a:lnTo>
                  <a:lnTo>
                    <a:pt x="6688" y="956"/>
                  </a:lnTo>
                  <a:lnTo>
                    <a:pt x="9077" y="956"/>
                  </a:lnTo>
                  <a:lnTo>
                    <a:pt x="12898" y="956"/>
                  </a:lnTo>
                  <a:lnTo>
                    <a:pt x="16721" y="1433"/>
                  </a:lnTo>
                  <a:lnTo>
                    <a:pt x="17676" y="956"/>
                  </a:lnTo>
                  <a:lnTo>
                    <a:pt x="19587" y="0"/>
                  </a:lnTo>
                  <a:lnTo>
                    <a:pt x="20064" y="0"/>
                  </a:lnTo>
                  <a:lnTo>
                    <a:pt x="2102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6" name="Freeform 4435">
              <a:extLst>
                <a:ext uri="{FF2B5EF4-FFF2-40B4-BE49-F238E27FC236}">
                  <a16:creationId xmlns:a16="http://schemas.microsoft.com/office/drawing/2014/main" id="{EF21DDA8-FAEC-14A1-F1AB-D6661AB79F4E}"/>
                </a:ext>
              </a:extLst>
            </p:cNvPr>
            <p:cNvSpPr/>
            <p:nvPr/>
          </p:nvSpPr>
          <p:spPr>
            <a:xfrm>
              <a:off x="8351360" y="4896846"/>
              <a:ext cx="9554" cy="4777"/>
            </a:xfrm>
            <a:custGeom>
              <a:avLst/>
              <a:gdLst>
                <a:gd name="csX0" fmla="*/ 0 w 9554"/>
                <a:gd name="csY0" fmla="*/ 4777 h 4777"/>
                <a:gd name="csX1" fmla="*/ 2866 w 9554"/>
                <a:gd name="csY1" fmla="*/ 3822 h 4777"/>
                <a:gd name="csX2" fmla="*/ 4300 w 9554"/>
                <a:gd name="csY2" fmla="*/ 3344 h 4777"/>
                <a:gd name="csX3" fmla="*/ 5255 w 9554"/>
                <a:gd name="csY3" fmla="*/ 2389 h 4777"/>
                <a:gd name="csX4" fmla="*/ 9077 w 9554"/>
                <a:gd name="csY4" fmla="*/ 478 h 4777"/>
                <a:gd name="csX5" fmla="*/ 9555 w 9554"/>
                <a:gd name="csY5" fmla="*/ 0 h 4777"/>
                <a:gd name="csX6" fmla="*/ 9555 w 9554"/>
                <a:gd name="csY6" fmla="*/ 1433 h 4777"/>
                <a:gd name="csX7" fmla="*/ 9555 w 9554"/>
                <a:gd name="csY7" fmla="*/ 1433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4" h="4777">
                  <a:moveTo>
                    <a:pt x="0" y="4777"/>
                  </a:moveTo>
                  <a:lnTo>
                    <a:pt x="2866" y="3822"/>
                  </a:lnTo>
                  <a:lnTo>
                    <a:pt x="4300" y="3344"/>
                  </a:lnTo>
                  <a:lnTo>
                    <a:pt x="5255" y="2389"/>
                  </a:lnTo>
                  <a:lnTo>
                    <a:pt x="9077" y="478"/>
                  </a:lnTo>
                  <a:lnTo>
                    <a:pt x="9555" y="0"/>
                  </a:lnTo>
                  <a:lnTo>
                    <a:pt x="9555" y="1433"/>
                  </a:lnTo>
                  <a:lnTo>
                    <a:pt x="9555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7" name="Freeform 4436">
              <a:extLst>
                <a:ext uri="{FF2B5EF4-FFF2-40B4-BE49-F238E27FC236}">
                  <a16:creationId xmlns:a16="http://schemas.microsoft.com/office/drawing/2014/main" id="{7CF5B462-A482-7A1A-CAD9-173B89FEA7A4}"/>
                </a:ext>
              </a:extLst>
            </p:cNvPr>
            <p:cNvSpPr/>
            <p:nvPr/>
          </p:nvSpPr>
          <p:spPr>
            <a:xfrm>
              <a:off x="8334639" y="4904012"/>
              <a:ext cx="29141" cy="18631"/>
            </a:xfrm>
            <a:custGeom>
              <a:avLst/>
              <a:gdLst>
                <a:gd name="csX0" fmla="*/ 29141 w 29141"/>
                <a:gd name="csY0" fmla="*/ 3344 h 18631"/>
                <a:gd name="csX1" fmla="*/ 29141 w 29141"/>
                <a:gd name="csY1" fmla="*/ 3344 h 18631"/>
                <a:gd name="csX2" fmla="*/ 28186 w 29141"/>
                <a:gd name="csY2" fmla="*/ 4299 h 18631"/>
                <a:gd name="csX3" fmla="*/ 27231 w 29141"/>
                <a:gd name="csY3" fmla="*/ 6210 h 18631"/>
                <a:gd name="csX4" fmla="*/ 24842 w 29141"/>
                <a:gd name="csY4" fmla="*/ 7644 h 18631"/>
                <a:gd name="csX5" fmla="*/ 21975 w 29141"/>
                <a:gd name="csY5" fmla="*/ 10510 h 18631"/>
                <a:gd name="csX6" fmla="*/ 20065 w 29141"/>
                <a:gd name="csY6" fmla="*/ 11943 h 18631"/>
                <a:gd name="csX7" fmla="*/ 18154 w 29141"/>
                <a:gd name="csY7" fmla="*/ 13854 h 18631"/>
                <a:gd name="csX8" fmla="*/ 16721 w 29141"/>
                <a:gd name="csY8" fmla="*/ 14809 h 18631"/>
                <a:gd name="csX9" fmla="*/ 14809 w 29141"/>
                <a:gd name="csY9" fmla="*/ 15287 h 18631"/>
                <a:gd name="csX10" fmla="*/ 11466 w 29141"/>
                <a:gd name="csY10" fmla="*/ 15765 h 18631"/>
                <a:gd name="csX11" fmla="*/ 7644 w 29141"/>
                <a:gd name="csY11" fmla="*/ 17676 h 18631"/>
                <a:gd name="csX12" fmla="*/ 5255 w 29141"/>
                <a:gd name="csY12" fmla="*/ 18631 h 18631"/>
                <a:gd name="csX13" fmla="*/ 3344 w 29141"/>
                <a:gd name="csY13" fmla="*/ 18631 h 18631"/>
                <a:gd name="csX14" fmla="*/ 956 w 29141"/>
                <a:gd name="csY14" fmla="*/ 17676 h 18631"/>
                <a:gd name="csX15" fmla="*/ 478 w 29141"/>
                <a:gd name="csY15" fmla="*/ 17198 h 18631"/>
                <a:gd name="csX16" fmla="*/ 478 w 29141"/>
                <a:gd name="csY16" fmla="*/ 16243 h 18631"/>
                <a:gd name="csX17" fmla="*/ 956 w 29141"/>
                <a:gd name="csY17" fmla="*/ 15287 h 18631"/>
                <a:gd name="csX18" fmla="*/ 1911 w 29141"/>
                <a:gd name="csY18" fmla="*/ 14809 h 18631"/>
                <a:gd name="csX19" fmla="*/ 2389 w 29141"/>
                <a:gd name="csY19" fmla="*/ 13854 h 18631"/>
                <a:gd name="csX20" fmla="*/ 0 w 29141"/>
                <a:gd name="csY20" fmla="*/ 12421 h 18631"/>
                <a:gd name="csX21" fmla="*/ 0 w 29141"/>
                <a:gd name="csY21" fmla="*/ 11465 h 18631"/>
                <a:gd name="csX22" fmla="*/ 956 w 29141"/>
                <a:gd name="csY22" fmla="*/ 9077 h 18631"/>
                <a:gd name="csX23" fmla="*/ 1433 w 29141"/>
                <a:gd name="csY23" fmla="*/ 6688 h 18631"/>
                <a:gd name="csX24" fmla="*/ 2389 w 29141"/>
                <a:gd name="csY24" fmla="*/ 5255 h 18631"/>
                <a:gd name="csX25" fmla="*/ 5733 w 29141"/>
                <a:gd name="csY25" fmla="*/ 2389 h 18631"/>
                <a:gd name="csX26" fmla="*/ 7644 w 29141"/>
                <a:gd name="csY26" fmla="*/ 478 h 18631"/>
                <a:gd name="csX27" fmla="*/ 9077 w 29141"/>
                <a:gd name="csY27" fmla="*/ 0 h 18631"/>
                <a:gd name="csX28" fmla="*/ 9077 w 29141"/>
                <a:gd name="csY28" fmla="*/ 955 h 18631"/>
                <a:gd name="csX29" fmla="*/ 10032 w 29141"/>
                <a:gd name="csY29" fmla="*/ 1433 h 18631"/>
                <a:gd name="csX30" fmla="*/ 10510 w 29141"/>
                <a:gd name="csY30" fmla="*/ 1433 h 18631"/>
                <a:gd name="csX31" fmla="*/ 10510 w 29141"/>
                <a:gd name="csY31" fmla="*/ 1433 h 18631"/>
                <a:gd name="csX32" fmla="*/ 10988 w 29141"/>
                <a:gd name="csY32" fmla="*/ 1433 h 18631"/>
                <a:gd name="csX33" fmla="*/ 13854 w 29141"/>
                <a:gd name="csY33" fmla="*/ 1911 h 18631"/>
                <a:gd name="csX34" fmla="*/ 14332 w 29141"/>
                <a:gd name="csY34" fmla="*/ 1433 h 18631"/>
                <a:gd name="csX35" fmla="*/ 14332 w 29141"/>
                <a:gd name="csY35" fmla="*/ 1433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29141" h="18631">
                  <a:moveTo>
                    <a:pt x="29141" y="3344"/>
                  </a:moveTo>
                  <a:lnTo>
                    <a:pt x="29141" y="3344"/>
                  </a:lnTo>
                  <a:lnTo>
                    <a:pt x="28186" y="4299"/>
                  </a:lnTo>
                  <a:lnTo>
                    <a:pt x="27231" y="6210"/>
                  </a:lnTo>
                  <a:lnTo>
                    <a:pt x="24842" y="7644"/>
                  </a:lnTo>
                  <a:lnTo>
                    <a:pt x="21975" y="10510"/>
                  </a:lnTo>
                  <a:lnTo>
                    <a:pt x="20065" y="11943"/>
                  </a:lnTo>
                  <a:lnTo>
                    <a:pt x="18154" y="13854"/>
                  </a:lnTo>
                  <a:lnTo>
                    <a:pt x="16721" y="14809"/>
                  </a:lnTo>
                  <a:lnTo>
                    <a:pt x="14809" y="15287"/>
                  </a:lnTo>
                  <a:lnTo>
                    <a:pt x="11466" y="15765"/>
                  </a:lnTo>
                  <a:lnTo>
                    <a:pt x="7644" y="17676"/>
                  </a:lnTo>
                  <a:lnTo>
                    <a:pt x="5255" y="18631"/>
                  </a:lnTo>
                  <a:lnTo>
                    <a:pt x="3344" y="18631"/>
                  </a:lnTo>
                  <a:lnTo>
                    <a:pt x="956" y="17676"/>
                  </a:lnTo>
                  <a:lnTo>
                    <a:pt x="478" y="17198"/>
                  </a:lnTo>
                  <a:lnTo>
                    <a:pt x="478" y="16243"/>
                  </a:lnTo>
                  <a:lnTo>
                    <a:pt x="956" y="15287"/>
                  </a:lnTo>
                  <a:lnTo>
                    <a:pt x="1911" y="14809"/>
                  </a:lnTo>
                  <a:lnTo>
                    <a:pt x="2389" y="13854"/>
                  </a:lnTo>
                  <a:lnTo>
                    <a:pt x="0" y="12421"/>
                  </a:lnTo>
                  <a:lnTo>
                    <a:pt x="0" y="11465"/>
                  </a:lnTo>
                  <a:lnTo>
                    <a:pt x="956" y="9077"/>
                  </a:lnTo>
                  <a:lnTo>
                    <a:pt x="1433" y="6688"/>
                  </a:lnTo>
                  <a:lnTo>
                    <a:pt x="2389" y="5255"/>
                  </a:lnTo>
                  <a:lnTo>
                    <a:pt x="5733" y="2389"/>
                  </a:lnTo>
                  <a:lnTo>
                    <a:pt x="7644" y="478"/>
                  </a:lnTo>
                  <a:lnTo>
                    <a:pt x="9077" y="0"/>
                  </a:lnTo>
                  <a:lnTo>
                    <a:pt x="9077" y="955"/>
                  </a:lnTo>
                  <a:lnTo>
                    <a:pt x="10032" y="1433"/>
                  </a:lnTo>
                  <a:lnTo>
                    <a:pt x="10510" y="1433"/>
                  </a:lnTo>
                  <a:lnTo>
                    <a:pt x="10510" y="1433"/>
                  </a:lnTo>
                  <a:lnTo>
                    <a:pt x="10988" y="1433"/>
                  </a:lnTo>
                  <a:lnTo>
                    <a:pt x="13854" y="1911"/>
                  </a:lnTo>
                  <a:lnTo>
                    <a:pt x="14332" y="1433"/>
                  </a:lnTo>
                  <a:lnTo>
                    <a:pt x="14332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8" name="Freeform 4437">
              <a:extLst>
                <a:ext uri="{FF2B5EF4-FFF2-40B4-BE49-F238E27FC236}">
                  <a16:creationId xmlns:a16="http://schemas.microsoft.com/office/drawing/2014/main" id="{02F58205-C55C-5CB6-DE01-B5D104530130}"/>
                </a:ext>
              </a:extLst>
            </p:cNvPr>
            <p:cNvSpPr/>
            <p:nvPr/>
          </p:nvSpPr>
          <p:spPr>
            <a:xfrm>
              <a:off x="8361392" y="4897802"/>
              <a:ext cx="4299" cy="1433"/>
            </a:xfrm>
            <a:custGeom>
              <a:avLst/>
              <a:gdLst>
                <a:gd name="csX0" fmla="*/ 0 w 4299"/>
                <a:gd name="csY0" fmla="*/ 956 h 1433"/>
                <a:gd name="csX1" fmla="*/ 956 w 4299"/>
                <a:gd name="csY1" fmla="*/ 1433 h 1433"/>
                <a:gd name="csX2" fmla="*/ 3344 w 4299"/>
                <a:gd name="csY2" fmla="*/ 0 h 1433"/>
                <a:gd name="csX3" fmla="*/ 3822 w 4299"/>
                <a:gd name="csY3" fmla="*/ 478 h 1433"/>
                <a:gd name="csX4" fmla="*/ 4300 w 4299"/>
                <a:gd name="csY4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433">
                  <a:moveTo>
                    <a:pt x="0" y="956"/>
                  </a:moveTo>
                  <a:lnTo>
                    <a:pt x="956" y="1433"/>
                  </a:lnTo>
                  <a:lnTo>
                    <a:pt x="3344" y="0"/>
                  </a:lnTo>
                  <a:lnTo>
                    <a:pt x="3822" y="478"/>
                  </a:lnTo>
                  <a:lnTo>
                    <a:pt x="430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9" name="Freeform 4438">
              <a:extLst>
                <a:ext uri="{FF2B5EF4-FFF2-40B4-BE49-F238E27FC236}">
                  <a16:creationId xmlns:a16="http://schemas.microsoft.com/office/drawing/2014/main" id="{6D1AD672-3CF3-BB3E-938E-F5ABB2B82D3B}"/>
                </a:ext>
              </a:extLst>
            </p:cNvPr>
            <p:cNvSpPr/>
            <p:nvPr/>
          </p:nvSpPr>
          <p:spPr>
            <a:xfrm>
              <a:off x="8173644" y="4891591"/>
              <a:ext cx="2866" cy="2866"/>
            </a:xfrm>
            <a:custGeom>
              <a:avLst/>
              <a:gdLst>
                <a:gd name="csX0" fmla="*/ 2866 w 2866"/>
                <a:gd name="csY0" fmla="*/ 1911 h 2866"/>
                <a:gd name="csX1" fmla="*/ 2389 w 2866"/>
                <a:gd name="csY1" fmla="*/ 2867 h 2866"/>
                <a:gd name="csX2" fmla="*/ 478 w 2866"/>
                <a:gd name="csY2" fmla="*/ 1433 h 2866"/>
                <a:gd name="csX3" fmla="*/ 0 w 2866"/>
                <a:gd name="csY3" fmla="*/ 956 h 2866"/>
                <a:gd name="csX4" fmla="*/ 1433 w 2866"/>
                <a:gd name="csY4" fmla="*/ 478 h 2866"/>
                <a:gd name="csX5" fmla="*/ 1911 w 2866"/>
                <a:gd name="csY5" fmla="*/ 0 h 2866"/>
                <a:gd name="csX6" fmla="*/ 2866 w 2866"/>
                <a:gd name="csY6" fmla="*/ 956 h 2866"/>
                <a:gd name="csX7" fmla="*/ 2866 w 2866"/>
                <a:gd name="csY7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866">
                  <a:moveTo>
                    <a:pt x="2866" y="1911"/>
                  </a:moveTo>
                  <a:lnTo>
                    <a:pt x="2389" y="2867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866" y="956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0" name="Freeform 4439">
              <a:extLst>
                <a:ext uri="{FF2B5EF4-FFF2-40B4-BE49-F238E27FC236}">
                  <a16:creationId xmlns:a16="http://schemas.microsoft.com/office/drawing/2014/main" id="{6D30A529-6215-83DB-2934-6EBDE717A273}"/>
                </a:ext>
              </a:extLst>
            </p:cNvPr>
            <p:cNvSpPr/>
            <p:nvPr/>
          </p:nvSpPr>
          <p:spPr>
            <a:xfrm>
              <a:off x="8320785" y="4887769"/>
              <a:ext cx="5255" cy="2866"/>
            </a:xfrm>
            <a:custGeom>
              <a:avLst/>
              <a:gdLst>
                <a:gd name="csX0" fmla="*/ 1911 w 5255"/>
                <a:gd name="csY0" fmla="*/ 1911 h 2866"/>
                <a:gd name="csX1" fmla="*/ 956 w 5255"/>
                <a:gd name="csY1" fmla="*/ 2866 h 2866"/>
                <a:gd name="csX2" fmla="*/ 0 w 5255"/>
                <a:gd name="csY2" fmla="*/ 2389 h 2866"/>
                <a:gd name="csX3" fmla="*/ 478 w 5255"/>
                <a:gd name="csY3" fmla="*/ 1433 h 2866"/>
                <a:gd name="csX4" fmla="*/ 956 w 5255"/>
                <a:gd name="csY4" fmla="*/ 956 h 2866"/>
                <a:gd name="csX5" fmla="*/ 2389 w 5255"/>
                <a:gd name="csY5" fmla="*/ 0 h 2866"/>
                <a:gd name="csX6" fmla="*/ 3822 w 5255"/>
                <a:gd name="csY6" fmla="*/ 0 h 2866"/>
                <a:gd name="csX7" fmla="*/ 4777 w 5255"/>
                <a:gd name="csY7" fmla="*/ 0 h 2866"/>
                <a:gd name="csX8" fmla="*/ 5255 w 5255"/>
                <a:gd name="csY8" fmla="*/ 478 h 2866"/>
                <a:gd name="csX9" fmla="*/ 2867 w 5255"/>
                <a:gd name="csY9" fmla="*/ 956 h 2866"/>
                <a:gd name="csX10" fmla="*/ 1911 w 5255"/>
                <a:gd name="csY10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5" h="2866">
                  <a:moveTo>
                    <a:pt x="1911" y="1911"/>
                  </a:moveTo>
                  <a:lnTo>
                    <a:pt x="956" y="2866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956" y="956"/>
                  </a:lnTo>
                  <a:lnTo>
                    <a:pt x="2389" y="0"/>
                  </a:lnTo>
                  <a:lnTo>
                    <a:pt x="3822" y="0"/>
                  </a:lnTo>
                  <a:lnTo>
                    <a:pt x="4777" y="0"/>
                  </a:lnTo>
                  <a:lnTo>
                    <a:pt x="5255" y="478"/>
                  </a:lnTo>
                  <a:lnTo>
                    <a:pt x="2867" y="956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1" name="Freeform 4440">
              <a:extLst>
                <a:ext uri="{FF2B5EF4-FFF2-40B4-BE49-F238E27FC236}">
                  <a16:creationId xmlns:a16="http://schemas.microsoft.com/office/drawing/2014/main" id="{E8244330-6D73-A858-AF1D-DEE614C0FC76}"/>
                </a:ext>
              </a:extLst>
            </p:cNvPr>
            <p:cNvSpPr/>
            <p:nvPr/>
          </p:nvSpPr>
          <p:spPr>
            <a:xfrm>
              <a:off x="8251036" y="4887292"/>
              <a:ext cx="3822" cy="6210"/>
            </a:xfrm>
            <a:custGeom>
              <a:avLst/>
              <a:gdLst>
                <a:gd name="csX0" fmla="*/ 1911 w 3822"/>
                <a:gd name="csY0" fmla="*/ 5733 h 6210"/>
                <a:gd name="csX1" fmla="*/ 956 w 3822"/>
                <a:gd name="csY1" fmla="*/ 6210 h 6210"/>
                <a:gd name="csX2" fmla="*/ 478 w 3822"/>
                <a:gd name="csY2" fmla="*/ 5733 h 6210"/>
                <a:gd name="csX3" fmla="*/ 478 w 3822"/>
                <a:gd name="csY3" fmla="*/ 4299 h 6210"/>
                <a:gd name="csX4" fmla="*/ 0 w 3822"/>
                <a:gd name="csY4" fmla="*/ 2866 h 6210"/>
                <a:gd name="csX5" fmla="*/ 956 w 3822"/>
                <a:gd name="csY5" fmla="*/ 2389 h 6210"/>
                <a:gd name="csX6" fmla="*/ 956 w 3822"/>
                <a:gd name="csY6" fmla="*/ 478 h 6210"/>
                <a:gd name="csX7" fmla="*/ 1433 w 3822"/>
                <a:gd name="csY7" fmla="*/ 0 h 6210"/>
                <a:gd name="csX8" fmla="*/ 1911 w 3822"/>
                <a:gd name="csY8" fmla="*/ 478 h 6210"/>
                <a:gd name="csX9" fmla="*/ 2389 w 3822"/>
                <a:gd name="csY9" fmla="*/ 955 h 6210"/>
                <a:gd name="csX10" fmla="*/ 2389 w 3822"/>
                <a:gd name="csY10" fmla="*/ 955 h 6210"/>
                <a:gd name="csX11" fmla="*/ 3344 w 3822"/>
                <a:gd name="csY11" fmla="*/ 955 h 6210"/>
                <a:gd name="csX12" fmla="*/ 3822 w 3822"/>
                <a:gd name="csY12" fmla="*/ 1911 h 6210"/>
                <a:gd name="csX13" fmla="*/ 3822 w 3822"/>
                <a:gd name="csY13" fmla="*/ 2389 h 6210"/>
                <a:gd name="csX14" fmla="*/ 3344 w 3822"/>
                <a:gd name="csY14" fmla="*/ 2866 h 6210"/>
                <a:gd name="csX15" fmla="*/ 2389 w 3822"/>
                <a:gd name="csY15" fmla="*/ 3822 h 6210"/>
                <a:gd name="csX16" fmla="*/ 1433 w 3822"/>
                <a:gd name="csY16" fmla="*/ 4777 h 6210"/>
                <a:gd name="csX17" fmla="*/ 1911 w 3822"/>
                <a:gd name="csY17" fmla="*/ 57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822" h="6210">
                  <a:moveTo>
                    <a:pt x="1911" y="5733"/>
                  </a:moveTo>
                  <a:lnTo>
                    <a:pt x="956" y="6210"/>
                  </a:lnTo>
                  <a:lnTo>
                    <a:pt x="478" y="5733"/>
                  </a:lnTo>
                  <a:lnTo>
                    <a:pt x="478" y="4299"/>
                  </a:lnTo>
                  <a:lnTo>
                    <a:pt x="0" y="2866"/>
                  </a:lnTo>
                  <a:lnTo>
                    <a:pt x="956" y="2389"/>
                  </a:lnTo>
                  <a:lnTo>
                    <a:pt x="956" y="478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389" y="955"/>
                  </a:lnTo>
                  <a:lnTo>
                    <a:pt x="2389" y="955"/>
                  </a:lnTo>
                  <a:lnTo>
                    <a:pt x="3344" y="955"/>
                  </a:lnTo>
                  <a:lnTo>
                    <a:pt x="3822" y="1911"/>
                  </a:lnTo>
                  <a:lnTo>
                    <a:pt x="3822" y="2389"/>
                  </a:lnTo>
                  <a:lnTo>
                    <a:pt x="3344" y="2866"/>
                  </a:lnTo>
                  <a:lnTo>
                    <a:pt x="2389" y="3822"/>
                  </a:lnTo>
                  <a:lnTo>
                    <a:pt x="1433" y="4777"/>
                  </a:lnTo>
                  <a:lnTo>
                    <a:pt x="1911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2" name="Freeform 4441">
              <a:extLst>
                <a:ext uri="{FF2B5EF4-FFF2-40B4-BE49-F238E27FC236}">
                  <a16:creationId xmlns:a16="http://schemas.microsoft.com/office/drawing/2014/main" id="{53341624-E3FD-2E20-07C3-ABC1DEE66FE5}"/>
                </a:ext>
              </a:extLst>
            </p:cNvPr>
            <p:cNvSpPr/>
            <p:nvPr/>
          </p:nvSpPr>
          <p:spPr>
            <a:xfrm>
              <a:off x="8323652" y="4883948"/>
              <a:ext cx="5732" cy="2866"/>
            </a:xfrm>
            <a:custGeom>
              <a:avLst/>
              <a:gdLst>
                <a:gd name="csX0" fmla="*/ 5733 w 5732"/>
                <a:gd name="csY0" fmla="*/ 1911 h 2866"/>
                <a:gd name="csX1" fmla="*/ 5255 w 5732"/>
                <a:gd name="csY1" fmla="*/ 2866 h 2866"/>
                <a:gd name="csX2" fmla="*/ 0 w 5732"/>
                <a:gd name="csY2" fmla="*/ 2866 h 2866"/>
                <a:gd name="csX3" fmla="*/ 0 w 5732"/>
                <a:gd name="csY3" fmla="*/ 1911 h 2866"/>
                <a:gd name="csX4" fmla="*/ 1433 w 5732"/>
                <a:gd name="csY4" fmla="*/ 478 h 2866"/>
                <a:gd name="csX5" fmla="*/ 1910 w 5732"/>
                <a:gd name="csY5" fmla="*/ 478 h 2866"/>
                <a:gd name="csX6" fmla="*/ 3821 w 5732"/>
                <a:gd name="csY6" fmla="*/ 0 h 2866"/>
                <a:gd name="csX7" fmla="*/ 5733 w 5732"/>
                <a:gd name="csY7" fmla="*/ 478 h 2866"/>
                <a:gd name="csX8" fmla="*/ 5733 w 5732"/>
                <a:gd name="csY8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2" h="2866">
                  <a:moveTo>
                    <a:pt x="5733" y="1911"/>
                  </a:moveTo>
                  <a:lnTo>
                    <a:pt x="5255" y="2866"/>
                  </a:lnTo>
                  <a:lnTo>
                    <a:pt x="0" y="2866"/>
                  </a:lnTo>
                  <a:lnTo>
                    <a:pt x="0" y="1911"/>
                  </a:lnTo>
                  <a:lnTo>
                    <a:pt x="1433" y="478"/>
                  </a:lnTo>
                  <a:lnTo>
                    <a:pt x="1910" y="478"/>
                  </a:lnTo>
                  <a:lnTo>
                    <a:pt x="3821" y="0"/>
                  </a:lnTo>
                  <a:lnTo>
                    <a:pt x="5733" y="478"/>
                  </a:lnTo>
                  <a:lnTo>
                    <a:pt x="57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3" name="Freeform 4442">
              <a:extLst>
                <a:ext uri="{FF2B5EF4-FFF2-40B4-BE49-F238E27FC236}">
                  <a16:creationId xmlns:a16="http://schemas.microsoft.com/office/drawing/2014/main" id="{DB477DDE-63DF-9510-2628-CC935594C7BD}"/>
                </a:ext>
              </a:extLst>
            </p:cNvPr>
            <p:cNvSpPr/>
            <p:nvPr/>
          </p:nvSpPr>
          <p:spPr>
            <a:xfrm>
              <a:off x="8181288" y="4883470"/>
              <a:ext cx="17198" cy="12898"/>
            </a:xfrm>
            <a:custGeom>
              <a:avLst/>
              <a:gdLst>
                <a:gd name="csX0" fmla="*/ 15765 w 17198"/>
                <a:gd name="csY0" fmla="*/ 7166 h 12898"/>
                <a:gd name="csX1" fmla="*/ 12898 w 17198"/>
                <a:gd name="csY1" fmla="*/ 10988 h 12898"/>
                <a:gd name="csX2" fmla="*/ 13854 w 17198"/>
                <a:gd name="csY2" fmla="*/ 11943 h 12898"/>
                <a:gd name="csX3" fmla="*/ 14332 w 17198"/>
                <a:gd name="csY3" fmla="*/ 12421 h 12898"/>
                <a:gd name="csX4" fmla="*/ 10510 w 17198"/>
                <a:gd name="csY4" fmla="*/ 12899 h 12898"/>
                <a:gd name="csX5" fmla="*/ 8599 w 17198"/>
                <a:gd name="csY5" fmla="*/ 12899 h 12898"/>
                <a:gd name="csX6" fmla="*/ 7644 w 17198"/>
                <a:gd name="csY6" fmla="*/ 12899 h 12898"/>
                <a:gd name="csX7" fmla="*/ 3344 w 17198"/>
                <a:gd name="csY7" fmla="*/ 11943 h 12898"/>
                <a:gd name="csX8" fmla="*/ 478 w 17198"/>
                <a:gd name="csY8" fmla="*/ 10988 h 12898"/>
                <a:gd name="csX9" fmla="*/ 0 w 17198"/>
                <a:gd name="csY9" fmla="*/ 10510 h 12898"/>
                <a:gd name="csX10" fmla="*/ 478 w 17198"/>
                <a:gd name="csY10" fmla="*/ 9555 h 12898"/>
                <a:gd name="csX11" fmla="*/ 955 w 17198"/>
                <a:gd name="csY11" fmla="*/ 10032 h 12898"/>
                <a:gd name="csX12" fmla="*/ 3344 w 17198"/>
                <a:gd name="csY12" fmla="*/ 10032 h 12898"/>
                <a:gd name="csX13" fmla="*/ 4300 w 17198"/>
                <a:gd name="csY13" fmla="*/ 9555 h 12898"/>
                <a:gd name="csX14" fmla="*/ 4300 w 17198"/>
                <a:gd name="csY14" fmla="*/ 7166 h 12898"/>
                <a:gd name="csX15" fmla="*/ 4300 w 17198"/>
                <a:gd name="csY15" fmla="*/ 4300 h 12898"/>
                <a:gd name="csX16" fmla="*/ 7166 w 17198"/>
                <a:gd name="csY16" fmla="*/ 1433 h 12898"/>
                <a:gd name="csX17" fmla="*/ 9077 w 17198"/>
                <a:gd name="csY17" fmla="*/ 478 h 12898"/>
                <a:gd name="csX18" fmla="*/ 10988 w 17198"/>
                <a:gd name="csY18" fmla="*/ 0 h 12898"/>
                <a:gd name="csX19" fmla="*/ 15765 w 17198"/>
                <a:gd name="csY19" fmla="*/ 1433 h 12898"/>
                <a:gd name="csX20" fmla="*/ 16721 w 17198"/>
                <a:gd name="csY20" fmla="*/ 1433 h 12898"/>
                <a:gd name="csX21" fmla="*/ 17198 w 17198"/>
                <a:gd name="csY21" fmla="*/ 2389 h 12898"/>
                <a:gd name="csX22" fmla="*/ 17198 w 17198"/>
                <a:gd name="csY22" fmla="*/ 3344 h 12898"/>
                <a:gd name="csX23" fmla="*/ 15765 w 17198"/>
                <a:gd name="csY23" fmla="*/ 7166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7198" h="12898">
                  <a:moveTo>
                    <a:pt x="15765" y="7166"/>
                  </a:moveTo>
                  <a:lnTo>
                    <a:pt x="12898" y="10988"/>
                  </a:lnTo>
                  <a:lnTo>
                    <a:pt x="13854" y="11943"/>
                  </a:lnTo>
                  <a:lnTo>
                    <a:pt x="14332" y="12421"/>
                  </a:lnTo>
                  <a:lnTo>
                    <a:pt x="10510" y="12899"/>
                  </a:lnTo>
                  <a:lnTo>
                    <a:pt x="8599" y="12899"/>
                  </a:lnTo>
                  <a:lnTo>
                    <a:pt x="7644" y="12899"/>
                  </a:lnTo>
                  <a:lnTo>
                    <a:pt x="3344" y="11943"/>
                  </a:lnTo>
                  <a:lnTo>
                    <a:pt x="478" y="10988"/>
                  </a:lnTo>
                  <a:lnTo>
                    <a:pt x="0" y="10510"/>
                  </a:lnTo>
                  <a:lnTo>
                    <a:pt x="478" y="9555"/>
                  </a:lnTo>
                  <a:lnTo>
                    <a:pt x="955" y="10032"/>
                  </a:lnTo>
                  <a:lnTo>
                    <a:pt x="3344" y="10032"/>
                  </a:lnTo>
                  <a:lnTo>
                    <a:pt x="4300" y="9555"/>
                  </a:lnTo>
                  <a:lnTo>
                    <a:pt x="4300" y="7166"/>
                  </a:lnTo>
                  <a:lnTo>
                    <a:pt x="4300" y="4300"/>
                  </a:lnTo>
                  <a:lnTo>
                    <a:pt x="7166" y="1433"/>
                  </a:lnTo>
                  <a:lnTo>
                    <a:pt x="9077" y="478"/>
                  </a:lnTo>
                  <a:lnTo>
                    <a:pt x="10988" y="0"/>
                  </a:lnTo>
                  <a:lnTo>
                    <a:pt x="15765" y="1433"/>
                  </a:lnTo>
                  <a:lnTo>
                    <a:pt x="16721" y="1433"/>
                  </a:lnTo>
                  <a:lnTo>
                    <a:pt x="17198" y="2389"/>
                  </a:lnTo>
                  <a:lnTo>
                    <a:pt x="17198" y="3344"/>
                  </a:lnTo>
                  <a:lnTo>
                    <a:pt x="15765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4" name="Freeform 4443">
              <a:extLst>
                <a:ext uri="{FF2B5EF4-FFF2-40B4-BE49-F238E27FC236}">
                  <a16:creationId xmlns:a16="http://schemas.microsoft.com/office/drawing/2014/main" id="{B56F77BE-6BBD-D153-7116-148E03718C7D}"/>
                </a:ext>
              </a:extLst>
            </p:cNvPr>
            <p:cNvSpPr/>
            <p:nvPr/>
          </p:nvSpPr>
          <p:spPr>
            <a:xfrm>
              <a:off x="8341327" y="4883470"/>
              <a:ext cx="7643" cy="6210"/>
            </a:xfrm>
            <a:custGeom>
              <a:avLst/>
              <a:gdLst>
                <a:gd name="csX0" fmla="*/ 7166 w 7643"/>
                <a:gd name="csY0" fmla="*/ 2389 h 6210"/>
                <a:gd name="csX1" fmla="*/ 5733 w 7643"/>
                <a:gd name="csY1" fmla="*/ 3344 h 6210"/>
                <a:gd name="csX2" fmla="*/ 5255 w 7643"/>
                <a:gd name="csY2" fmla="*/ 5255 h 6210"/>
                <a:gd name="csX3" fmla="*/ 4300 w 7643"/>
                <a:gd name="csY3" fmla="*/ 5733 h 6210"/>
                <a:gd name="csX4" fmla="*/ 2866 w 7643"/>
                <a:gd name="csY4" fmla="*/ 6211 h 6210"/>
                <a:gd name="csX5" fmla="*/ 1911 w 7643"/>
                <a:gd name="csY5" fmla="*/ 4300 h 6210"/>
                <a:gd name="csX6" fmla="*/ 0 w 7643"/>
                <a:gd name="csY6" fmla="*/ 4300 h 6210"/>
                <a:gd name="csX7" fmla="*/ 955 w 7643"/>
                <a:gd name="csY7" fmla="*/ 2389 h 6210"/>
                <a:gd name="csX8" fmla="*/ 1911 w 7643"/>
                <a:gd name="csY8" fmla="*/ 1911 h 6210"/>
                <a:gd name="csX9" fmla="*/ 2866 w 7643"/>
                <a:gd name="csY9" fmla="*/ 1911 h 6210"/>
                <a:gd name="csX10" fmla="*/ 3344 w 7643"/>
                <a:gd name="csY10" fmla="*/ 2389 h 6210"/>
                <a:gd name="csX11" fmla="*/ 3822 w 7643"/>
                <a:gd name="csY11" fmla="*/ 2867 h 6210"/>
                <a:gd name="csX12" fmla="*/ 6211 w 7643"/>
                <a:gd name="csY12" fmla="*/ 0 h 6210"/>
                <a:gd name="csX13" fmla="*/ 6688 w 7643"/>
                <a:gd name="csY13" fmla="*/ 0 h 6210"/>
                <a:gd name="csX14" fmla="*/ 7166 w 7643"/>
                <a:gd name="csY14" fmla="*/ 0 h 6210"/>
                <a:gd name="csX15" fmla="*/ 7644 w 7643"/>
                <a:gd name="csY15" fmla="*/ 478 h 6210"/>
                <a:gd name="csX16" fmla="*/ 7166 w 7643"/>
                <a:gd name="csY16" fmla="*/ 238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643" h="6210">
                  <a:moveTo>
                    <a:pt x="7166" y="2389"/>
                  </a:moveTo>
                  <a:lnTo>
                    <a:pt x="5733" y="3344"/>
                  </a:lnTo>
                  <a:lnTo>
                    <a:pt x="5255" y="5255"/>
                  </a:lnTo>
                  <a:lnTo>
                    <a:pt x="4300" y="5733"/>
                  </a:lnTo>
                  <a:lnTo>
                    <a:pt x="2866" y="6211"/>
                  </a:lnTo>
                  <a:lnTo>
                    <a:pt x="1911" y="4300"/>
                  </a:lnTo>
                  <a:lnTo>
                    <a:pt x="0" y="4300"/>
                  </a:lnTo>
                  <a:lnTo>
                    <a:pt x="955" y="2389"/>
                  </a:lnTo>
                  <a:lnTo>
                    <a:pt x="1911" y="1911"/>
                  </a:lnTo>
                  <a:lnTo>
                    <a:pt x="2866" y="1911"/>
                  </a:lnTo>
                  <a:lnTo>
                    <a:pt x="3344" y="2389"/>
                  </a:lnTo>
                  <a:lnTo>
                    <a:pt x="3822" y="2867"/>
                  </a:lnTo>
                  <a:lnTo>
                    <a:pt x="6211" y="0"/>
                  </a:lnTo>
                  <a:lnTo>
                    <a:pt x="6688" y="0"/>
                  </a:lnTo>
                  <a:lnTo>
                    <a:pt x="7166" y="0"/>
                  </a:lnTo>
                  <a:lnTo>
                    <a:pt x="7644" y="478"/>
                  </a:lnTo>
                  <a:lnTo>
                    <a:pt x="71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5" name="Freeform 4444">
              <a:extLst>
                <a:ext uri="{FF2B5EF4-FFF2-40B4-BE49-F238E27FC236}">
                  <a16:creationId xmlns:a16="http://schemas.microsoft.com/office/drawing/2014/main" id="{2F1A9904-EF93-DF9B-CABB-35E6E5E01227}"/>
                </a:ext>
              </a:extLst>
            </p:cNvPr>
            <p:cNvSpPr/>
            <p:nvPr/>
          </p:nvSpPr>
          <p:spPr>
            <a:xfrm>
              <a:off x="8327473" y="4882992"/>
              <a:ext cx="13854" cy="7165"/>
            </a:xfrm>
            <a:custGeom>
              <a:avLst/>
              <a:gdLst>
                <a:gd name="csX0" fmla="*/ 13854 w 13854"/>
                <a:gd name="csY0" fmla="*/ 1433 h 7165"/>
                <a:gd name="csX1" fmla="*/ 10988 w 13854"/>
                <a:gd name="csY1" fmla="*/ 1911 h 7165"/>
                <a:gd name="csX2" fmla="*/ 9555 w 13854"/>
                <a:gd name="csY2" fmla="*/ 4300 h 7165"/>
                <a:gd name="csX3" fmla="*/ 8122 w 13854"/>
                <a:gd name="csY3" fmla="*/ 4300 h 7165"/>
                <a:gd name="csX4" fmla="*/ 7166 w 13854"/>
                <a:gd name="csY4" fmla="*/ 5255 h 7165"/>
                <a:gd name="csX5" fmla="*/ 7166 w 13854"/>
                <a:gd name="csY5" fmla="*/ 5733 h 7165"/>
                <a:gd name="csX6" fmla="*/ 7166 w 13854"/>
                <a:gd name="csY6" fmla="*/ 6210 h 7165"/>
                <a:gd name="csX7" fmla="*/ 7166 w 13854"/>
                <a:gd name="csY7" fmla="*/ 6688 h 7165"/>
                <a:gd name="csX8" fmla="*/ 6688 w 13854"/>
                <a:gd name="csY8" fmla="*/ 7166 h 7165"/>
                <a:gd name="csX9" fmla="*/ 5255 w 13854"/>
                <a:gd name="csY9" fmla="*/ 6210 h 7165"/>
                <a:gd name="csX10" fmla="*/ 4300 w 13854"/>
                <a:gd name="csY10" fmla="*/ 7166 h 7165"/>
                <a:gd name="csX11" fmla="*/ 3822 w 13854"/>
                <a:gd name="csY11" fmla="*/ 7166 h 7165"/>
                <a:gd name="csX12" fmla="*/ 1911 w 13854"/>
                <a:gd name="csY12" fmla="*/ 6210 h 7165"/>
                <a:gd name="csX13" fmla="*/ 478 w 13854"/>
                <a:gd name="csY13" fmla="*/ 6688 h 7165"/>
                <a:gd name="csX14" fmla="*/ 0 w 13854"/>
                <a:gd name="csY14" fmla="*/ 6210 h 7165"/>
                <a:gd name="csX15" fmla="*/ 1911 w 13854"/>
                <a:gd name="csY15" fmla="*/ 4777 h 7165"/>
                <a:gd name="csX16" fmla="*/ 4777 w 13854"/>
                <a:gd name="csY16" fmla="*/ 2866 h 7165"/>
                <a:gd name="csX17" fmla="*/ 4777 w 13854"/>
                <a:gd name="csY17" fmla="*/ 2389 h 7165"/>
                <a:gd name="csX18" fmla="*/ 3822 w 13854"/>
                <a:gd name="csY18" fmla="*/ 2389 h 7165"/>
                <a:gd name="csX19" fmla="*/ 3344 w 13854"/>
                <a:gd name="csY19" fmla="*/ 1911 h 7165"/>
                <a:gd name="csX20" fmla="*/ 3344 w 13854"/>
                <a:gd name="csY20" fmla="*/ 1911 h 7165"/>
                <a:gd name="csX21" fmla="*/ 4777 w 13854"/>
                <a:gd name="csY21" fmla="*/ 1433 h 7165"/>
                <a:gd name="csX22" fmla="*/ 6211 w 13854"/>
                <a:gd name="csY22" fmla="*/ 1433 h 7165"/>
                <a:gd name="csX23" fmla="*/ 6688 w 13854"/>
                <a:gd name="csY23" fmla="*/ 1911 h 7165"/>
                <a:gd name="csX24" fmla="*/ 7644 w 13854"/>
                <a:gd name="csY24" fmla="*/ 1911 h 7165"/>
                <a:gd name="csX25" fmla="*/ 10988 w 13854"/>
                <a:gd name="csY25" fmla="*/ 0 h 7165"/>
                <a:gd name="csX26" fmla="*/ 12421 w 13854"/>
                <a:gd name="csY26" fmla="*/ 478 h 7165"/>
                <a:gd name="csX27" fmla="*/ 13377 w 13854"/>
                <a:gd name="csY27" fmla="*/ 956 h 7165"/>
                <a:gd name="csX28" fmla="*/ 13854 w 13854"/>
                <a:gd name="csY28" fmla="*/ 1433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3854" h="7165">
                  <a:moveTo>
                    <a:pt x="13854" y="1433"/>
                  </a:moveTo>
                  <a:lnTo>
                    <a:pt x="10988" y="1911"/>
                  </a:lnTo>
                  <a:lnTo>
                    <a:pt x="9555" y="4300"/>
                  </a:lnTo>
                  <a:lnTo>
                    <a:pt x="8122" y="4300"/>
                  </a:lnTo>
                  <a:lnTo>
                    <a:pt x="7166" y="5255"/>
                  </a:lnTo>
                  <a:lnTo>
                    <a:pt x="7166" y="5733"/>
                  </a:lnTo>
                  <a:lnTo>
                    <a:pt x="7166" y="6210"/>
                  </a:lnTo>
                  <a:lnTo>
                    <a:pt x="7166" y="6688"/>
                  </a:lnTo>
                  <a:lnTo>
                    <a:pt x="6688" y="7166"/>
                  </a:lnTo>
                  <a:lnTo>
                    <a:pt x="5255" y="6210"/>
                  </a:lnTo>
                  <a:lnTo>
                    <a:pt x="4300" y="7166"/>
                  </a:lnTo>
                  <a:lnTo>
                    <a:pt x="3822" y="7166"/>
                  </a:lnTo>
                  <a:lnTo>
                    <a:pt x="1911" y="6210"/>
                  </a:lnTo>
                  <a:lnTo>
                    <a:pt x="478" y="6688"/>
                  </a:lnTo>
                  <a:lnTo>
                    <a:pt x="0" y="6210"/>
                  </a:lnTo>
                  <a:lnTo>
                    <a:pt x="1911" y="4777"/>
                  </a:lnTo>
                  <a:lnTo>
                    <a:pt x="4777" y="2866"/>
                  </a:lnTo>
                  <a:lnTo>
                    <a:pt x="4777" y="2389"/>
                  </a:lnTo>
                  <a:lnTo>
                    <a:pt x="3822" y="2389"/>
                  </a:lnTo>
                  <a:lnTo>
                    <a:pt x="3344" y="1911"/>
                  </a:lnTo>
                  <a:lnTo>
                    <a:pt x="3344" y="1911"/>
                  </a:lnTo>
                  <a:lnTo>
                    <a:pt x="4777" y="1433"/>
                  </a:lnTo>
                  <a:lnTo>
                    <a:pt x="6211" y="1433"/>
                  </a:lnTo>
                  <a:lnTo>
                    <a:pt x="6688" y="1911"/>
                  </a:lnTo>
                  <a:lnTo>
                    <a:pt x="7644" y="1911"/>
                  </a:lnTo>
                  <a:lnTo>
                    <a:pt x="10988" y="0"/>
                  </a:lnTo>
                  <a:lnTo>
                    <a:pt x="12421" y="478"/>
                  </a:lnTo>
                  <a:lnTo>
                    <a:pt x="13377" y="956"/>
                  </a:lnTo>
                  <a:lnTo>
                    <a:pt x="1385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6" name="Freeform 4445">
              <a:extLst>
                <a:ext uri="{FF2B5EF4-FFF2-40B4-BE49-F238E27FC236}">
                  <a16:creationId xmlns:a16="http://schemas.microsoft.com/office/drawing/2014/main" id="{00C2DF4F-382B-1FBB-10F3-F3B74D9C5DF9}"/>
                </a:ext>
              </a:extLst>
            </p:cNvPr>
            <p:cNvSpPr/>
            <p:nvPr/>
          </p:nvSpPr>
          <p:spPr>
            <a:xfrm>
              <a:off x="8631787" y="4882992"/>
              <a:ext cx="6687" cy="3821"/>
            </a:xfrm>
            <a:custGeom>
              <a:avLst/>
              <a:gdLst>
                <a:gd name="csX0" fmla="*/ 6210 w 6687"/>
                <a:gd name="csY0" fmla="*/ 3822 h 3821"/>
                <a:gd name="csX1" fmla="*/ 5255 w 6687"/>
                <a:gd name="csY1" fmla="*/ 3822 h 3821"/>
                <a:gd name="csX2" fmla="*/ 478 w 6687"/>
                <a:gd name="csY2" fmla="*/ 3344 h 3821"/>
                <a:gd name="csX3" fmla="*/ 0 w 6687"/>
                <a:gd name="csY3" fmla="*/ 2866 h 3821"/>
                <a:gd name="csX4" fmla="*/ 0 w 6687"/>
                <a:gd name="csY4" fmla="*/ 2389 h 3821"/>
                <a:gd name="csX5" fmla="*/ 955 w 6687"/>
                <a:gd name="csY5" fmla="*/ 1433 h 3821"/>
                <a:gd name="csX6" fmla="*/ 1910 w 6687"/>
                <a:gd name="csY6" fmla="*/ 0 h 3821"/>
                <a:gd name="csX7" fmla="*/ 3821 w 6687"/>
                <a:gd name="csY7" fmla="*/ 0 h 3821"/>
                <a:gd name="csX8" fmla="*/ 4299 w 6687"/>
                <a:gd name="csY8" fmla="*/ 0 h 3821"/>
                <a:gd name="csX9" fmla="*/ 6688 w 6687"/>
                <a:gd name="csY9" fmla="*/ 2866 h 3821"/>
                <a:gd name="csX10" fmla="*/ 6210 w 6687"/>
                <a:gd name="csY10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7" h="3821">
                  <a:moveTo>
                    <a:pt x="6210" y="3822"/>
                  </a:moveTo>
                  <a:lnTo>
                    <a:pt x="5255" y="3822"/>
                  </a:lnTo>
                  <a:lnTo>
                    <a:pt x="478" y="3344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955" y="1433"/>
                  </a:lnTo>
                  <a:lnTo>
                    <a:pt x="1910" y="0"/>
                  </a:lnTo>
                  <a:lnTo>
                    <a:pt x="3821" y="0"/>
                  </a:lnTo>
                  <a:lnTo>
                    <a:pt x="4299" y="0"/>
                  </a:lnTo>
                  <a:lnTo>
                    <a:pt x="6688" y="2866"/>
                  </a:lnTo>
                  <a:lnTo>
                    <a:pt x="6210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7" name="Freeform 4446">
              <a:extLst>
                <a:ext uri="{FF2B5EF4-FFF2-40B4-BE49-F238E27FC236}">
                  <a16:creationId xmlns:a16="http://schemas.microsoft.com/office/drawing/2014/main" id="{EDA9CE2E-5409-69A4-7DE4-31A4EB1579DD}"/>
                </a:ext>
              </a:extLst>
            </p:cNvPr>
            <p:cNvSpPr/>
            <p:nvPr/>
          </p:nvSpPr>
          <p:spPr>
            <a:xfrm>
              <a:off x="8213774" y="4882514"/>
              <a:ext cx="3343" cy="3821"/>
            </a:xfrm>
            <a:custGeom>
              <a:avLst/>
              <a:gdLst>
                <a:gd name="csX0" fmla="*/ 1433 w 3343"/>
                <a:gd name="csY0" fmla="*/ 3822 h 3821"/>
                <a:gd name="csX1" fmla="*/ 955 w 3343"/>
                <a:gd name="csY1" fmla="*/ 3822 h 3821"/>
                <a:gd name="csX2" fmla="*/ 0 w 3343"/>
                <a:gd name="csY2" fmla="*/ 3344 h 3821"/>
                <a:gd name="csX3" fmla="*/ 478 w 3343"/>
                <a:gd name="csY3" fmla="*/ 2866 h 3821"/>
                <a:gd name="csX4" fmla="*/ 0 w 3343"/>
                <a:gd name="csY4" fmla="*/ 1433 h 3821"/>
                <a:gd name="csX5" fmla="*/ 0 w 3343"/>
                <a:gd name="csY5" fmla="*/ 478 h 3821"/>
                <a:gd name="csX6" fmla="*/ 955 w 3343"/>
                <a:gd name="csY6" fmla="*/ 0 h 3821"/>
                <a:gd name="csX7" fmla="*/ 3344 w 3343"/>
                <a:gd name="csY7" fmla="*/ 0 h 3821"/>
                <a:gd name="csX8" fmla="*/ 3344 w 3343"/>
                <a:gd name="csY8" fmla="*/ 478 h 3821"/>
                <a:gd name="csX9" fmla="*/ 1433 w 3343"/>
                <a:gd name="csY9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3" h="3821">
                  <a:moveTo>
                    <a:pt x="1433" y="3822"/>
                  </a:moveTo>
                  <a:lnTo>
                    <a:pt x="955" y="3822"/>
                  </a:lnTo>
                  <a:lnTo>
                    <a:pt x="0" y="3344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3344" y="0"/>
                  </a:lnTo>
                  <a:lnTo>
                    <a:pt x="3344" y="478"/>
                  </a:lnTo>
                  <a:lnTo>
                    <a:pt x="14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" name="Freeform 4447">
              <a:extLst>
                <a:ext uri="{FF2B5EF4-FFF2-40B4-BE49-F238E27FC236}">
                  <a16:creationId xmlns:a16="http://schemas.microsoft.com/office/drawing/2014/main" id="{381A312C-30A5-0752-6C32-B5580D66EAC2}"/>
                </a:ext>
              </a:extLst>
            </p:cNvPr>
            <p:cNvSpPr/>
            <p:nvPr/>
          </p:nvSpPr>
          <p:spPr>
            <a:xfrm>
              <a:off x="8243870" y="4882037"/>
              <a:ext cx="2388" cy="1911"/>
            </a:xfrm>
            <a:custGeom>
              <a:avLst/>
              <a:gdLst>
                <a:gd name="csX0" fmla="*/ 1433 w 2388"/>
                <a:gd name="csY0" fmla="*/ 1911 h 1911"/>
                <a:gd name="csX1" fmla="*/ 478 w 2388"/>
                <a:gd name="csY1" fmla="*/ 1911 h 1911"/>
                <a:gd name="csX2" fmla="*/ 0 w 2388"/>
                <a:gd name="csY2" fmla="*/ 956 h 1911"/>
                <a:gd name="csX3" fmla="*/ 478 w 2388"/>
                <a:gd name="csY3" fmla="*/ 478 h 1911"/>
                <a:gd name="csX4" fmla="*/ 1433 w 2388"/>
                <a:gd name="csY4" fmla="*/ 0 h 1911"/>
                <a:gd name="csX5" fmla="*/ 1911 w 2388"/>
                <a:gd name="csY5" fmla="*/ 0 h 1911"/>
                <a:gd name="csX6" fmla="*/ 2389 w 2388"/>
                <a:gd name="csY6" fmla="*/ 956 h 1911"/>
                <a:gd name="csX7" fmla="*/ 2389 w 2388"/>
                <a:gd name="csY7" fmla="*/ 956 h 1911"/>
                <a:gd name="csX8" fmla="*/ 1911 w 2388"/>
                <a:gd name="csY8" fmla="*/ 1433 h 1911"/>
                <a:gd name="csX9" fmla="*/ 1433 w 2388"/>
                <a:gd name="csY9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1911">
                  <a:moveTo>
                    <a:pt x="1433" y="1911"/>
                  </a:moveTo>
                  <a:lnTo>
                    <a:pt x="478" y="1911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389" y="956"/>
                  </a:lnTo>
                  <a:lnTo>
                    <a:pt x="2389" y="956"/>
                  </a:lnTo>
                  <a:lnTo>
                    <a:pt x="1911" y="1433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9" name="Freeform 4448">
              <a:extLst>
                <a:ext uri="{FF2B5EF4-FFF2-40B4-BE49-F238E27FC236}">
                  <a16:creationId xmlns:a16="http://schemas.microsoft.com/office/drawing/2014/main" id="{EC344258-6ECD-517D-924A-CA5ABD6398DF}"/>
                </a:ext>
              </a:extLst>
            </p:cNvPr>
            <p:cNvSpPr/>
            <p:nvPr/>
          </p:nvSpPr>
          <p:spPr>
            <a:xfrm>
              <a:off x="8349927" y="4882037"/>
              <a:ext cx="15287" cy="5732"/>
            </a:xfrm>
            <a:custGeom>
              <a:avLst/>
              <a:gdLst>
                <a:gd name="csX0" fmla="*/ 4299 w 15287"/>
                <a:gd name="csY0" fmla="*/ 0 h 5732"/>
                <a:gd name="csX1" fmla="*/ 4777 w 15287"/>
                <a:gd name="csY1" fmla="*/ 1433 h 5732"/>
                <a:gd name="csX2" fmla="*/ 6210 w 15287"/>
                <a:gd name="csY2" fmla="*/ 478 h 5732"/>
                <a:gd name="csX3" fmla="*/ 7644 w 15287"/>
                <a:gd name="csY3" fmla="*/ 478 h 5732"/>
                <a:gd name="csX4" fmla="*/ 10987 w 15287"/>
                <a:gd name="csY4" fmla="*/ 478 h 5732"/>
                <a:gd name="csX5" fmla="*/ 13854 w 15287"/>
                <a:gd name="csY5" fmla="*/ 956 h 5732"/>
                <a:gd name="csX6" fmla="*/ 15287 w 15287"/>
                <a:gd name="csY6" fmla="*/ 1433 h 5732"/>
                <a:gd name="csX7" fmla="*/ 15287 w 15287"/>
                <a:gd name="csY7" fmla="*/ 3344 h 5732"/>
                <a:gd name="csX8" fmla="*/ 14809 w 15287"/>
                <a:gd name="csY8" fmla="*/ 3822 h 5732"/>
                <a:gd name="csX9" fmla="*/ 1433 w 15287"/>
                <a:gd name="csY9" fmla="*/ 5733 h 5732"/>
                <a:gd name="csX10" fmla="*/ 478 w 15287"/>
                <a:gd name="csY10" fmla="*/ 5255 h 5732"/>
                <a:gd name="csX11" fmla="*/ 0 w 15287"/>
                <a:gd name="csY11" fmla="*/ 4777 h 5732"/>
                <a:gd name="csX12" fmla="*/ 1433 w 15287"/>
                <a:gd name="csY12" fmla="*/ 2867 h 5732"/>
                <a:gd name="csX13" fmla="*/ 478 w 15287"/>
                <a:gd name="csY13" fmla="*/ 2389 h 5732"/>
                <a:gd name="csX14" fmla="*/ 1433 w 15287"/>
                <a:gd name="csY14" fmla="*/ 956 h 5732"/>
                <a:gd name="csX15" fmla="*/ 2866 w 15287"/>
                <a:gd name="csY15" fmla="*/ 0 h 5732"/>
                <a:gd name="csX16" fmla="*/ 4299 w 15287"/>
                <a:gd name="csY16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5287" h="5732">
                  <a:moveTo>
                    <a:pt x="4299" y="0"/>
                  </a:moveTo>
                  <a:lnTo>
                    <a:pt x="4777" y="1433"/>
                  </a:lnTo>
                  <a:lnTo>
                    <a:pt x="6210" y="478"/>
                  </a:lnTo>
                  <a:lnTo>
                    <a:pt x="7644" y="478"/>
                  </a:lnTo>
                  <a:lnTo>
                    <a:pt x="10987" y="478"/>
                  </a:lnTo>
                  <a:lnTo>
                    <a:pt x="13854" y="956"/>
                  </a:lnTo>
                  <a:lnTo>
                    <a:pt x="15287" y="1433"/>
                  </a:lnTo>
                  <a:lnTo>
                    <a:pt x="15287" y="3344"/>
                  </a:lnTo>
                  <a:lnTo>
                    <a:pt x="14809" y="3822"/>
                  </a:lnTo>
                  <a:lnTo>
                    <a:pt x="1433" y="5733"/>
                  </a:lnTo>
                  <a:lnTo>
                    <a:pt x="478" y="5255"/>
                  </a:lnTo>
                  <a:lnTo>
                    <a:pt x="0" y="4777"/>
                  </a:lnTo>
                  <a:lnTo>
                    <a:pt x="1433" y="2867"/>
                  </a:lnTo>
                  <a:lnTo>
                    <a:pt x="478" y="2389"/>
                  </a:lnTo>
                  <a:lnTo>
                    <a:pt x="1433" y="956"/>
                  </a:lnTo>
                  <a:lnTo>
                    <a:pt x="2866" y="0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0" name="Freeform 4449">
              <a:extLst>
                <a:ext uri="{FF2B5EF4-FFF2-40B4-BE49-F238E27FC236}">
                  <a16:creationId xmlns:a16="http://schemas.microsoft.com/office/drawing/2014/main" id="{CA862740-B15C-F391-4EE8-999208EBADFC}"/>
                </a:ext>
              </a:extLst>
            </p:cNvPr>
            <p:cNvSpPr/>
            <p:nvPr/>
          </p:nvSpPr>
          <p:spPr>
            <a:xfrm>
              <a:off x="8417764" y="4881559"/>
              <a:ext cx="6688" cy="2866"/>
            </a:xfrm>
            <a:custGeom>
              <a:avLst/>
              <a:gdLst>
                <a:gd name="csX0" fmla="*/ 955 w 6688"/>
                <a:gd name="csY0" fmla="*/ 0 h 2866"/>
                <a:gd name="csX1" fmla="*/ 4300 w 6688"/>
                <a:gd name="csY1" fmla="*/ 478 h 2866"/>
                <a:gd name="csX2" fmla="*/ 6211 w 6688"/>
                <a:gd name="csY2" fmla="*/ 478 h 2866"/>
                <a:gd name="csX3" fmla="*/ 6688 w 6688"/>
                <a:gd name="csY3" fmla="*/ 956 h 2866"/>
                <a:gd name="csX4" fmla="*/ 4777 w 6688"/>
                <a:gd name="csY4" fmla="*/ 2866 h 2866"/>
                <a:gd name="csX5" fmla="*/ 955 w 6688"/>
                <a:gd name="csY5" fmla="*/ 1433 h 2866"/>
                <a:gd name="csX6" fmla="*/ 0 w 6688"/>
                <a:gd name="csY6" fmla="*/ 478 h 2866"/>
                <a:gd name="csX7" fmla="*/ 955 w 6688"/>
                <a:gd name="csY7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688" h="2866">
                  <a:moveTo>
                    <a:pt x="955" y="0"/>
                  </a:moveTo>
                  <a:lnTo>
                    <a:pt x="4300" y="478"/>
                  </a:lnTo>
                  <a:lnTo>
                    <a:pt x="6211" y="478"/>
                  </a:lnTo>
                  <a:lnTo>
                    <a:pt x="6688" y="956"/>
                  </a:lnTo>
                  <a:lnTo>
                    <a:pt x="4777" y="2866"/>
                  </a:lnTo>
                  <a:lnTo>
                    <a:pt x="955" y="1433"/>
                  </a:lnTo>
                  <a:lnTo>
                    <a:pt x="0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1" name="Freeform 4450">
              <a:extLst>
                <a:ext uri="{FF2B5EF4-FFF2-40B4-BE49-F238E27FC236}">
                  <a16:creationId xmlns:a16="http://schemas.microsoft.com/office/drawing/2014/main" id="{71234E8C-A2F5-FAB1-69C8-F4DBCD3F3E5A}"/>
                </a:ext>
              </a:extLst>
            </p:cNvPr>
            <p:cNvSpPr/>
            <p:nvPr/>
          </p:nvSpPr>
          <p:spPr>
            <a:xfrm>
              <a:off x="8259636" y="4881081"/>
              <a:ext cx="63537" cy="15765"/>
            </a:xfrm>
            <a:custGeom>
              <a:avLst/>
              <a:gdLst>
                <a:gd name="csX0" fmla="*/ 59239 w 63537"/>
                <a:gd name="csY0" fmla="*/ 9555 h 15765"/>
                <a:gd name="csX1" fmla="*/ 59716 w 63537"/>
                <a:gd name="csY1" fmla="*/ 9555 h 15765"/>
                <a:gd name="csX2" fmla="*/ 60194 w 63537"/>
                <a:gd name="csY2" fmla="*/ 8599 h 15765"/>
                <a:gd name="csX3" fmla="*/ 59716 w 63537"/>
                <a:gd name="csY3" fmla="*/ 7166 h 15765"/>
                <a:gd name="csX4" fmla="*/ 61627 w 63537"/>
                <a:gd name="csY4" fmla="*/ 6211 h 15765"/>
                <a:gd name="csX5" fmla="*/ 61627 w 63537"/>
                <a:gd name="csY5" fmla="*/ 5255 h 15765"/>
                <a:gd name="csX6" fmla="*/ 62582 w 63537"/>
                <a:gd name="csY6" fmla="*/ 4777 h 15765"/>
                <a:gd name="csX7" fmla="*/ 63538 w 63537"/>
                <a:gd name="csY7" fmla="*/ 4777 h 15765"/>
                <a:gd name="csX8" fmla="*/ 63060 w 63537"/>
                <a:gd name="csY8" fmla="*/ 1433 h 15765"/>
                <a:gd name="csX9" fmla="*/ 61627 w 63537"/>
                <a:gd name="csY9" fmla="*/ 478 h 15765"/>
                <a:gd name="csX10" fmla="*/ 60194 w 63537"/>
                <a:gd name="csY10" fmla="*/ 0 h 15765"/>
                <a:gd name="csX11" fmla="*/ 59239 w 63537"/>
                <a:gd name="csY11" fmla="*/ 956 h 15765"/>
                <a:gd name="csX12" fmla="*/ 58760 w 63537"/>
                <a:gd name="csY12" fmla="*/ 1911 h 15765"/>
                <a:gd name="csX13" fmla="*/ 61627 w 63537"/>
                <a:gd name="csY13" fmla="*/ 2389 h 15765"/>
                <a:gd name="csX14" fmla="*/ 60194 w 63537"/>
                <a:gd name="csY14" fmla="*/ 4300 h 15765"/>
                <a:gd name="csX15" fmla="*/ 58283 w 63537"/>
                <a:gd name="csY15" fmla="*/ 4777 h 15765"/>
                <a:gd name="csX16" fmla="*/ 55416 w 63537"/>
                <a:gd name="csY16" fmla="*/ 5733 h 15765"/>
                <a:gd name="csX17" fmla="*/ 54461 w 63537"/>
                <a:gd name="csY17" fmla="*/ 6211 h 15765"/>
                <a:gd name="csX18" fmla="*/ 53505 w 63537"/>
                <a:gd name="csY18" fmla="*/ 7166 h 15765"/>
                <a:gd name="csX19" fmla="*/ 53028 w 63537"/>
                <a:gd name="csY19" fmla="*/ 8121 h 15765"/>
                <a:gd name="csX20" fmla="*/ 52550 w 63537"/>
                <a:gd name="csY20" fmla="*/ 9077 h 15765"/>
                <a:gd name="csX21" fmla="*/ 52073 w 63537"/>
                <a:gd name="csY21" fmla="*/ 9555 h 15765"/>
                <a:gd name="csX22" fmla="*/ 50162 w 63537"/>
                <a:gd name="csY22" fmla="*/ 10032 h 15765"/>
                <a:gd name="csX23" fmla="*/ 48728 w 63537"/>
                <a:gd name="csY23" fmla="*/ 10032 h 15765"/>
                <a:gd name="csX24" fmla="*/ 44907 w 63537"/>
                <a:gd name="csY24" fmla="*/ 7644 h 15765"/>
                <a:gd name="csX25" fmla="*/ 43951 w 63537"/>
                <a:gd name="csY25" fmla="*/ 7166 h 15765"/>
                <a:gd name="csX26" fmla="*/ 42996 w 63537"/>
                <a:gd name="csY26" fmla="*/ 6688 h 15765"/>
                <a:gd name="csX27" fmla="*/ 41562 w 63537"/>
                <a:gd name="csY27" fmla="*/ 7166 h 15765"/>
                <a:gd name="csX28" fmla="*/ 40607 w 63537"/>
                <a:gd name="csY28" fmla="*/ 7644 h 15765"/>
                <a:gd name="csX29" fmla="*/ 38696 w 63537"/>
                <a:gd name="csY29" fmla="*/ 7644 h 15765"/>
                <a:gd name="csX30" fmla="*/ 37263 w 63537"/>
                <a:gd name="csY30" fmla="*/ 7644 h 15765"/>
                <a:gd name="csX31" fmla="*/ 35830 w 63537"/>
                <a:gd name="csY31" fmla="*/ 8121 h 15765"/>
                <a:gd name="csX32" fmla="*/ 34396 w 63537"/>
                <a:gd name="csY32" fmla="*/ 9077 h 15765"/>
                <a:gd name="csX33" fmla="*/ 33441 w 63537"/>
                <a:gd name="csY33" fmla="*/ 9077 h 15765"/>
                <a:gd name="csX34" fmla="*/ 32485 w 63537"/>
                <a:gd name="csY34" fmla="*/ 9077 h 15765"/>
                <a:gd name="csX35" fmla="*/ 31052 w 63537"/>
                <a:gd name="csY35" fmla="*/ 8599 h 15765"/>
                <a:gd name="csX36" fmla="*/ 29141 w 63537"/>
                <a:gd name="csY36" fmla="*/ 7166 h 15765"/>
                <a:gd name="csX37" fmla="*/ 26275 w 63537"/>
                <a:gd name="csY37" fmla="*/ 6211 h 15765"/>
                <a:gd name="csX38" fmla="*/ 23886 w 63537"/>
                <a:gd name="csY38" fmla="*/ 5255 h 15765"/>
                <a:gd name="csX39" fmla="*/ 21498 w 63537"/>
                <a:gd name="csY39" fmla="*/ 4300 h 15765"/>
                <a:gd name="csX40" fmla="*/ 18632 w 63537"/>
                <a:gd name="csY40" fmla="*/ 4300 h 15765"/>
                <a:gd name="csX41" fmla="*/ 18153 w 63537"/>
                <a:gd name="csY41" fmla="*/ 4300 h 15765"/>
                <a:gd name="csX42" fmla="*/ 15765 w 63537"/>
                <a:gd name="csY42" fmla="*/ 2867 h 15765"/>
                <a:gd name="csX43" fmla="*/ 14809 w 63537"/>
                <a:gd name="csY43" fmla="*/ 3344 h 15765"/>
                <a:gd name="csX44" fmla="*/ 13376 w 63537"/>
                <a:gd name="csY44" fmla="*/ 3344 h 15765"/>
                <a:gd name="csX45" fmla="*/ 12421 w 63537"/>
                <a:gd name="csY45" fmla="*/ 2867 h 15765"/>
                <a:gd name="csX46" fmla="*/ 10987 w 63537"/>
                <a:gd name="csY46" fmla="*/ 3344 h 15765"/>
                <a:gd name="csX47" fmla="*/ 8599 w 63537"/>
                <a:gd name="csY47" fmla="*/ 3822 h 15765"/>
                <a:gd name="csX48" fmla="*/ 5733 w 63537"/>
                <a:gd name="csY48" fmla="*/ 5255 h 15765"/>
                <a:gd name="csX49" fmla="*/ 3344 w 63537"/>
                <a:gd name="csY49" fmla="*/ 6688 h 15765"/>
                <a:gd name="csX50" fmla="*/ 2389 w 63537"/>
                <a:gd name="csY50" fmla="*/ 6688 h 15765"/>
                <a:gd name="csX51" fmla="*/ 1433 w 63537"/>
                <a:gd name="csY51" fmla="*/ 6211 h 15765"/>
                <a:gd name="csX52" fmla="*/ 955 w 63537"/>
                <a:gd name="csY52" fmla="*/ 7166 h 15765"/>
                <a:gd name="csX53" fmla="*/ 955 w 63537"/>
                <a:gd name="csY53" fmla="*/ 8121 h 15765"/>
                <a:gd name="csX54" fmla="*/ 0 w 63537"/>
                <a:gd name="csY54" fmla="*/ 9077 h 15765"/>
                <a:gd name="csX55" fmla="*/ 0 w 63537"/>
                <a:gd name="csY55" fmla="*/ 10032 h 15765"/>
                <a:gd name="csX56" fmla="*/ 0 w 63537"/>
                <a:gd name="csY56" fmla="*/ 11466 h 15765"/>
                <a:gd name="csX57" fmla="*/ 955 w 63537"/>
                <a:gd name="csY57" fmla="*/ 12421 h 15765"/>
                <a:gd name="csX58" fmla="*/ 1433 w 63537"/>
                <a:gd name="csY58" fmla="*/ 13377 h 15765"/>
                <a:gd name="csX59" fmla="*/ 1911 w 63537"/>
                <a:gd name="csY59" fmla="*/ 14332 h 15765"/>
                <a:gd name="csX60" fmla="*/ 4300 w 63537"/>
                <a:gd name="csY60" fmla="*/ 13377 h 15765"/>
                <a:gd name="csX61" fmla="*/ 6210 w 63537"/>
                <a:gd name="csY61" fmla="*/ 12899 h 15765"/>
                <a:gd name="csX62" fmla="*/ 10032 w 63537"/>
                <a:gd name="csY62" fmla="*/ 13377 h 15765"/>
                <a:gd name="csX63" fmla="*/ 14809 w 63537"/>
                <a:gd name="csY63" fmla="*/ 13377 h 15765"/>
                <a:gd name="csX64" fmla="*/ 19587 w 63537"/>
                <a:gd name="csY64" fmla="*/ 13854 h 15765"/>
                <a:gd name="csX65" fmla="*/ 23409 w 63537"/>
                <a:gd name="csY65" fmla="*/ 15287 h 15765"/>
                <a:gd name="csX66" fmla="*/ 24364 w 63537"/>
                <a:gd name="csY66" fmla="*/ 15765 h 15765"/>
                <a:gd name="csX67" fmla="*/ 25319 w 63537"/>
                <a:gd name="csY67" fmla="*/ 15287 h 15765"/>
                <a:gd name="csX68" fmla="*/ 26275 w 63537"/>
                <a:gd name="csY68" fmla="*/ 14810 h 15765"/>
                <a:gd name="csX69" fmla="*/ 27230 w 63537"/>
                <a:gd name="csY69" fmla="*/ 14810 h 15765"/>
                <a:gd name="csX70" fmla="*/ 30097 w 63537"/>
                <a:gd name="csY70" fmla="*/ 15287 h 15765"/>
                <a:gd name="csX71" fmla="*/ 32008 w 63537"/>
                <a:gd name="csY71" fmla="*/ 13377 h 15765"/>
                <a:gd name="csX72" fmla="*/ 33441 w 63537"/>
                <a:gd name="csY72" fmla="*/ 13377 h 15765"/>
                <a:gd name="csX73" fmla="*/ 35352 w 63537"/>
                <a:gd name="csY73" fmla="*/ 13377 h 15765"/>
                <a:gd name="csX74" fmla="*/ 35830 w 63537"/>
                <a:gd name="csY74" fmla="*/ 14332 h 15765"/>
                <a:gd name="csX75" fmla="*/ 36785 w 63537"/>
                <a:gd name="csY75" fmla="*/ 14810 h 15765"/>
                <a:gd name="csX76" fmla="*/ 38218 w 63537"/>
                <a:gd name="csY76" fmla="*/ 14332 h 15765"/>
                <a:gd name="csX77" fmla="*/ 40129 w 63537"/>
                <a:gd name="csY77" fmla="*/ 14332 h 15765"/>
                <a:gd name="csX78" fmla="*/ 45384 w 63537"/>
                <a:gd name="csY78" fmla="*/ 11943 h 15765"/>
                <a:gd name="csX79" fmla="*/ 47295 w 63537"/>
                <a:gd name="csY79" fmla="*/ 11943 h 15765"/>
                <a:gd name="csX80" fmla="*/ 49684 w 63537"/>
                <a:gd name="csY80" fmla="*/ 11943 h 15765"/>
                <a:gd name="csX81" fmla="*/ 51594 w 63537"/>
                <a:gd name="csY81" fmla="*/ 11943 h 15765"/>
                <a:gd name="csX82" fmla="*/ 53028 w 63537"/>
                <a:gd name="csY82" fmla="*/ 11943 h 15765"/>
                <a:gd name="csX83" fmla="*/ 54461 w 63537"/>
                <a:gd name="csY83" fmla="*/ 10988 h 15765"/>
                <a:gd name="csX84" fmla="*/ 56372 w 63537"/>
                <a:gd name="csY84" fmla="*/ 10510 h 15765"/>
                <a:gd name="csX85" fmla="*/ 59239 w 63537"/>
                <a:gd name="csY85" fmla="*/ 9555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</a:cxnLst>
              <a:rect l="l" t="t" r="r" b="b"/>
              <a:pathLst>
                <a:path w="63537" h="15765">
                  <a:moveTo>
                    <a:pt x="59239" y="9555"/>
                  </a:moveTo>
                  <a:lnTo>
                    <a:pt x="59716" y="9555"/>
                  </a:lnTo>
                  <a:lnTo>
                    <a:pt x="60194" y="8599"/>
                  </a:lnTo>
                  <a:lnTo>
                    <a:pt x="59716" y="7166"/>
                  </a:lnTo>
                  <a:lnTo>
                    <a:pt x="61627" y="6211"/>
                  </a:lnTo>
                  <a:lnTo>
                    <a:pt x="61627" y="5255"/>
                  </a:lnTo>
                  <a:lnTo>
                    <a:pt x="62582" y="4777"/>
                  </a:lnTo>
                  <a:lnTo>
                    <a:pt x="63538" y="4777"/>
                  </a:lnTo>
                  <a:lnTo>
                    <a:pt x="63060" y="1433"/>
                  </a:lnTo>
                  <a:lnTo>
                    <a:pt x="61627" y="478"/>
                  </a:lnTo>
                  <a:lnTo>
                    <a:pt x="60194" y="0"/>
                  </a:lnTo>
                  <a:lnTo>
                    <a:pt x="59239" y="956"/>
                  </a:lnTo>
                  <a:lnTo>
                    <a:pt x="58760" y="1911"/>
                  </a:lnTo>
                  <a:lnTo>
                    <a:pt x="61627" y="2389"/>
                  </a:lnTo>
                  <a:lnTo>
                    <a:pt x="60194" y="4300"/>
                  </a:lnTo>
                  <a:lnTo>
                    <a:pt x="58283" y="4777"/>
                  </a:lnTo>
                  <a:lnTo>
                    <a:pt x="55416" y="5733"/>
                  </a:lnTo>
                  <a:lnTo>
                    <a:pt x="54461" y="6211"/>
                  </a:lnTo>
                  <a:lnTo>
                    <a:pt x="53505" y="7166"/>
                  </a:lnTo>
                  <a:lnTo>
                    <a:pt x="53028" y="8121"/>
                  </a:lnTo>
                  <a:lnTo>
                    <a:pt x="52550" y="9077"/>
                  </a:lnTo>
                  <a:lnTo>
                    <a:pt x="52073" y="9555"/>
                  </a:lnTo>
                  <a:lnTo>
                    <a:pt x="50162" y="10032"/>
                  </a:lnTo>
                  <a:lnTo>
                    <a:pt x="48728" y="10032"/>
                  </a:lnTo>
                  <a:lnTo>
                    <a:pt x="44907" y="7644"/>
                  </a:lnTo>
                  <a:lnTo>
                    <a:pt x="43951" y="7166"/>
                  </a:lnTo>
                  <a:lnTo>
                    <a:pt x="42996" y="6688"/>
                  </a:lnTo>
                  <a:lnTo>
                    <a:pt x="41562" y="7166"/>
                  </a:lnTo>
                  <a:lnTo>
                    <a:pt x="40607" y="7644"/>
                  </a:lnTo>
                  <a:lnTo>
                    <a:pt x="38696" y="7644"/>
                  </a:lnTo>
                  <a:lnTo>
                    <a:pt x="37263" y="7644"/>
                  </a:lnTo>
                  <a:lnTo>
                    <a:pt x="35830" y="8121"/>
                  </a:lnTo>
                  <a:lnTo>
                    <a:pt x="34396" y="9077"/>
                  </a:lnTo>
                  <a:lnTo>
                    <a:pt x="33441" y="9077"/>
                  </a:lnTo>
                  <a:lnTo>
                    <a:pt x="32485" y="9077"/>
                  </a:lnTo>
                  <a:lnTo>
                    <a:pt x="31052" y="8599"/>
                  </a:lnTo>
                  <a:lnTo>
                    <a:pt x="29141" y="7166"/>
                  </a:lnTo>
                  <a:lnTo>
                    <a:pt x="26275" y="6211"/>
                  </a:lnTo>
                  <a:lnTo>
                    <a:pt x="23886" y="5255"/>
                  </a:lnTo>
                  <a:lnTo>
                    <a:pt x="21498" y="4300"/>
                  </a:lnTo>
                  <a:lnTo>
                    <a:pt x="18632" y="4300"/>
                  </a:lnTo>
                  <a:lnTo>
                    <a:pt x="18153" y="4300"/>
                  </a:lnTo>
                  <a:lnTo>
                    <a:pt x="15765" y="2867"/>
                  </a:lnTo>
                  <a:lnTo>
                    <a:pt x="14809" y="3344"/>
                  </a:lnTo>
                  <a:lnTo>
                    <a:pt x="13376" y="3344"/>
                  </a:lnTo>
                  <a:lnTo>
                    <a:pt x="12421" y="2867"/>
                  </a:lnTo>
                  <a:lnTo>
                    <a:pt x="10987" y="3344"/>
                  </a:lnTo>
                  <a:lnTo>
                    <a:pt x="8599" y="3822"/>
                  </a:lnTo>
                  <a:lnTo>
                    <a:pt x="5733" y="5255"/>
                  </a:lnTo>
                  <a:lnTo>
                    <a:pt x="3344" y="6688"/>
                  </a:lnTo>
                  <a:lnTo>
                    <a:pt x="2389" y="6688"/>
                  </a:lnTo>
                  <a:lnTo>
                    <a:pt x="1433" y="6211"/>
                  </a:lnTo>
                  <a:lnTo>
                    <a:pt x="955" y="7166"/>
                  </a:lnTo>
                  <a:lnTo>
                    <a:pt x="955" y="8121"/>
                  </a:lnTo>
                  <a:lnTo>
                    <a:pt x="0" y="9077"/>
                  </a:lnTo>
                  <a:lnTo>
                    <a:pt x="0" y="10032"/>
                  </a:lnTo>
                  <a:lnTo>
                    <a:pt x="0" y="11466"/>
                  </a:lnTo>
                  <a:lnTo>
                    <a:pt x="955" y="12421"/>
                  </a:lnTo>
                  <a:lnTo>
                    <a:pt x="1433" y="13377"/>
                  </a:lnTo>
                  <a:lnTo>
                    <a:pt x="1911" y="14332"/>
                  </a:lnTo>
                  <a:lnTo>
                    <a:pt x="4300" y="13377"/>
                  </a:lnTo>
                  <a:lnTo>
                    <a:pt x="6210" y="12899"/>
                  </a:lnTo>
                  <a:lnTo>
                    <a:pt x="10032" y="13377"/>
                  </a:lnTo>
                  <a:lnTo>
                    <a:pt x="14809" y="13377"/>
                  </a:lnTo>
                  <a:lnTo>
                    <a:pt x="19587" y="13854"/>
                  </a:lnTo>
                  <a:lnTo>
                    <a:pt x="23409" y="15287"/>
                  </a:lnTo>
                  <a:lnTo>
                    <a:pt x="24364" y="15765"/>
                  </a:lnTo>
                  <a:lnTo>
                    <a:pt x="25319" y="15287"/>
                  </a:lnTo>
                  <a:lnTo>
                    <a:pt x="26275" y="14810"/>
                  </a:lnTo>
                  <a:lnTo>
                    <a:pt x="27230" y="14810"/>
                  </a:lnTo>
                  <a:lnTo>
                    <a:pt x="30097" y="15287"/>
                  </a:lnTo>
                  <a:lnTo>
                    <a:pt x="32008" y="13377"/>
                  </a:lnTo>
                  <a:lnTo>
                    <a:pt x="33441" y="13377"/>
                  </a:lnTo>
                  <a:lnTo>
                    <a:pt x="35352" y="13377"/>
                  </a:lnTo>
                  <a:lnTo>
                    <a:pt x="35830" y="14332"/>
                  </a:lnTo>
                  <a:lnTo>
                    <a:pt x="36785" y="14810"/>
                  </a:lnTo>
                  <a:lnTo>
                    <a:pt x="38218" y="14332"/>
                  </a:lnTo>
                  <a:lnTo>
                    <a:pt x="40129" y="14332"/>
                  </a:lnTo>
                  <a:lnTo>
                    <a:pt x="45384" y="11943"/>
                  </a:lnTo>
                  <a:lnTo>
                    <a:pt x="47295" y="11943"/>
                  </a:lnTo>
                  <a:lnTo>
                    <a:pt x="49684" y="11943"/>
                  </a:lnTo>
                  <a:lnTo>
                    <a:pt x="51594" y="11943"/>
                  </a:lnTo>
                  <a:lnTo>
                    <a:pt x="53028" y="11943"/>
                  </a:lnTo>
                  <a:lnTo>
                    <a:pt x="54461" y="10988"/>
                  </a:lnTo>
                  <a:lnTo>
                    <a:pt x="56372" y="10510"/>
                  </a:lnTo>
                  <a:lnTo>
                    <a:pt x="59239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2" name="Freeform 4451">
              <a:extLst>
                <a:ext uri="{FF2B5EF4-FFF2-40B4-BE49-F238E27FC236}">
                  <a16:creationId xmlns:a16="http://schemas.microsoft.com/office/drawing/2014/main" id="{1E6CEC85-52BD-61CE-9CDF-50AD575C98EF}"/>
                </a:ext>
              </a:extLst>
            </p:cNvPr>
            <p:cNvSpPr/>
            <p:nvPr/>
          </p:nvSpPr>
          <p:spPr>
            <a:xfrm>
              <a:off x="8477003" y="4881081"/>
              <a:ext cx="8121" cy="4777"/>
            </a:xfrm>
            <a:custGeom>
              <a:avLst/>
              <a:gdLst>
                <a:gd name="csX0" fmla="*/ 1911 w 8121"/>
                <a:gd name="csY0" fmla="*/ 4300 h 4777"/>
                <a:gd name="csX1" fmla="*/ 0 w 8121"/>
                <a:gd name="csY1" fmla="*/ 4777 h 4777"/>
                <a:gd name="csX2" fmla="*/ 1433 w 8121"/>
                <a:gd name="csY2" fmla="*/ 3344 h 4777"/>
                <a:gd name="csX3" fmla="*/ 4777 w 8121"/>
                <a:gd name="csY3" fmla="*/ 0 h 4777"/>
                <a:gd name="csX4" fmla="*/ 6210 w 8121"/>
                <a:gd name="csY4" fmla="*/ 956 h 4777"/>
                <a:gd name="csX5" fmla="*/ 8121 w 8121"/>
                <a:gd name="csY5" fmla="*/ 956 h 4777"/>
                <a:gd name="csX6" fmla="*/ 5255 w 8121"/>
                <a:gd name="csY6" fmla="*/ 2389 h 4777"/>
                <a:gd name="csX7" fmla="*/ 2866 w 8121"/>
                <a:gd name="csY7" fmla="*/ 2867 h 4777"/>
                <a:gd name="csX8" fmla="*/ 1911 w 8121"/>
                <a:gd name="csY8" fmla="*/ 430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21" h="4777">
                  <a:moveTo>
                    <a:pt x="1911" y="4300"/>
                  </a:moveTo>
                  <a:lnTo>
                    <a:pt x="0" y="4777"/>
                  </a:lnTo>
                  <a:lnTo>
                    <a:pt x="1433" y="3344"/>
                  </a:lnTo>
                  <a:lnTo>
                    <a:pt x="4777" y="0"/>
                  </a:lnTo>
                  <a:lnTo>
                    <a:pt x="6210" y="956"/>
                  </a:lnTo>
                  <a:lnTo>
                    <a:pt x="8121" y="956"/>
                  </a:lnTo>
                  <a:lnTo>
                    <a:pt x="5255" y="2389"/>
                  </a:lnTo>
                  <a:lnTo>
                    <a:pt x="2866" y="2867"/>
                  </a:lnTo>
                  <a:lnTo>
                    <a:pt x="1911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3" name="Freeform 4452">
              <a:extLst>
                <a:ext uri="{FF2B5EF4-FFF2-40B4-BE49-F238E27FC236}">
                  <a16:creationId xmlns:a16="http://schemas.microsoft.com/office/drawing/2014/main" id="{90BFFB91-FDFB-95AE-5710-1E9A26EDF365}"/>
                </a:ext>
              </a:extLst>
            </p:cNvPr>
            <p:cNvSpPr/>
            <p:nvPr/>
          </p:nvSpPr>
          <p:spPr>
            <a:xfrm>
              <a:off x="8199442" y="4881081"/>
              <a:ext cx="46817" cy="18631"/>
            </a:xfrm>
            <a:custGeom>
              <a:avLst/>
              <a:gdLst>
                <a:gd name="csX0" fmla="*/ 29141 w 46817"/>
                <a:gd name="csY0" fmla="*/ 4300 h 18631"/>
                <a:gd name="csX1" fmla="*/ 30097 w 46817"/>
                <a:gd name="csY1" fmla="*/ 5255 h 18631"/>
                <a:gd name="csX2" fmla="*/ 31052 w 46817"/>
                <a:gd name="csY2" fmla="*/ 4777 h 18631"/>
                <a:gd name="csX3" fmla="*/ 32963 w 46817"/>
                <a:gd name="csY3" fmla="*/ 3822 h 18631"/>
                <a:gd name="csX4" fmla="*/ 33919 w 46817"/>
                <a:gd name="csY4" fmla="*/ 3344 h 18631"/>
                <a:gd name="csX5" fmla="*/ 35352 w 46817"/>
                <a:gd name="csY5" fmla="*/ 3344 h 18631"/>
                <a:gd name="csX6" fmla="*/ 36307 w 46817"/>
                <a:gd name="csY6" fmla="*/ 3822 h 18631"/>
                <a:gd name="csX7" fmla="*/ 37740 w 46817"/>
                <a:gd name="csY7" fmla="*/ 4300 h 18631"/>
                <a:gd name="csX8" fmla="*/ 38218 w 46817"/>
                <a:gd name="csY8" fmla="*/ 5733 h 18631"/>
                <a:gd name="csX9" fmla="*/ 38696 w 46817"/>
                <a:gd name="csY9" fmla="*/ 6211 h 18631"/>
                <a:gd name="csX10" fmla="*/ 39174 w 46817"/>
                <a:gd name="csY10" fmla="*/ 4777 h 18631"/>
                <a:gd name="csX11" fmla="*/ 40129 w 46817"/>
                <a:gd name="csY11" fmla="*/ 4300 h 18631"/>
                <a:gd name="csX12" fmla="*/ 41085 w 46817"/>
                <a:gd name="csY12" fmla="*/ 3822 h 18631"/>
                <a:gd name="csX13" fmla="*/ 42996 w 46817"/>
                <a:gd name="csY13" fmla="*/ 3822 h 18631"/>
                <a:gd name="csX14" fmla="*/ 43951 w 46817"/>
                <a:gd name="csY14" fmla="*/ 4777 h 18631"/>
                <a:gd name="csX15" fmla="*/ 44906 w 46817"/>
                <a:gd name="csY15" fmla="*/ 6688 h 18631"/>
                <a:gd name="csX16" fmla="*/ 44906 w 46817"/>
                <a:gd name="csY16" fmla="*/ 8599 h 18631"/>
                <a:gd name="csX17" fmla="*/ 45384 w 46817"/>
                <a:gd name="csY17" fmla="*/ 9555 h 18631"/>
                <a:gd name="csX18" fmla="*/ 46340 w 46817"/>
                <a:gd name="csY18" fmla="*/ 10032 h 18631"/>
                <a:gd name="csX19" fmla="*/ 46817 w 46817"/>
                <a:gd name="csY19" fmla="*/ 10510 h 18631"/>
                <a:gd name="csX20" fmla="*/ 46340 w 46817"/>
                <a:gd name="csY20" fmla="*/ 11466 h 18631"/>
                <a:gd name="csX21" fmla="*/ 45862 w 46817"/>
                <a:gd name="csY21" fmla="*/ 11943 h 18631"/>
                <a:gd name="csX22" fmla="*/ 44428 w 46817"/>
                <a:gd name="csY22" fmla="*/ 12421 h 18631"/>
                <a:gd name="csX23" fmla="*/ 43473 w 46817"/>
                <a:gd name="csY23" fmla="*/ 11943 h 18631"/>
                <a:gd name="csX24" fmla="*/ 42996 w 46817"/>
                <a:gd name="csY24" fmla="*/ 11466 h 18631"/>
                <a:gd name="csX25" fmla="*/ 42517 w 46817"/>
                <a:gd name="csY25" fmla="*/ 11466 h 18631"/>
                <a:gd name="csX26" fmla="*/ 40607 w 46817"/>
                <a:gd name="csY26" fmla="*/ 11466 h 18631"/>
                <a:gd name="csX27" fmla="*/ 39174 w 46817"/>
                <a:gd name="csY27" fmla="*/ 11943 h 18631"/>
                <a:gd name="csX28" fmla="*/ 39174 w 46817"/>
                <a:gd name="csY28" fmla="*/ 12421 h 18631"/>
                <a:gd name="csX29" fmla="*/ 40607 w 46817"/>
                <a:gd name="csY29" fmla="*/ 12899 h 18631"/>
                <a:gd name="csX30" fmla="*/ 41085 w 46817"/>
                <a:gd name="csY30" fmla="*/ 13377 h 18631"/>
                <a:gd name="csX31" fmla="*/ 41085 w 46817"/>
                <a:gd name="csY31" fmla="*/ 13854 h 18631"/>
                <a:gd name="csX32" fmla="*/ 40607 w 46817"/>
                <a:gd name="csY32" fmla="*/ 13854 h 18631"/>
                <a:gd name="csX33" fmla="*/ 38696 w 46817"/>
                <a:gd name="csY33" fmla="*/ 13377 h 18631"/>
                <a:gd name="csX34" fmla="*/ 37740 w 46817"/>
                <a:gd name="csY34" fmla="*/ 13377 h 18631"/>
                <a:gd name="csX35" fmla="*/ 33919 w 46817"/>
                <a:gd name="csY35" fmla="*/ 14332 h 18631"/>
                <a:gd name="csX36" fmla="*/ 32963 w 46817"/>
                <a:gd name="csY36" fmla="*/ 14332 h 18631"/>
                <a:gd name="csX37" fmla="*/ 32485 w 46817"/>
                <a:gd name="csY37" fmla="*/ 13377 h 18631"/>
                <a:gd name="csX38" fmla="*/ 32485 w 46817"/>
                <a:gd name="csY38" fmla="*/ 11466 h 18631"/>
                <a:gd name="csX39" fmla="*/ 32008 w 46817"/>
                <a:gd name="csY39" fmla="*/ 10988 h 18631"/>
                <a:gd name="csX40" fmla="*/ 29141 w 46817"/>
                <a:gd name="csY40" fmla="*/ 13377 h 18631"/>
                <a:gd name="csX41" fmla="*/ 28186 w 46817"/>
                <a:gd name="csY41" fmla="*/ 13854 h 18631"/>
                <a:gd name="csX42" fmla="*/ 27230 w 46817"/>
                <a:gd name="csY42" fmla="*/ 14332 h 18631"/>
                <a:gd name="csX43" fmla="*/ 25797 w 46817"/>
                <a:gd name="csY43" fmla="*/ 13854 h 18631"/>
                <a:gd name="csX44" fmla="*/ 21498 w 46817"/>
                <a:gd name="csY44" fmla="*/ 15287 h 18631"/>
                <a:gd name="csX45" fmla="*/ 20542 w 46817"/>
                <a:gd name="csY45" fmla="*/ 15287 h 18631"/>
                <a:gd name="csX46" fmla="*/ 19109 w 46817"/>
                <a:gd name="csY46" fmla="*/ 15287 h 18631"/>
                <a:gd name="csX47" fmla="*/ 14809 w 46817"/>
                <a:gd name="csY47" fmla="*/ 16721 h 18631"/>
                <a:gd name="csX48" fmla="*/ 12421 w 46817"/>
                <a:gd name="csY48" fmla="*/ 17198 h 18631"/>
                <a:gd name="csX49" fmla="*/ 10987 w 46817"/>
                <a:gd name="csY49" fmla="*/ 17198 h 18631"/>
                <a:gd name="csX50" fmla="*/ 10032 w 46817"/>
                <a:gd name="csY50" fmla="*/ 17198 h 18631"/>
                <a:gd name="csX51" fmla="*/ 8599 w 46817"/>
                <a:gd name="csY51" fmla="*/ 17198 h 18631"/>
                <a:gd name="csX52" fmla="*/ 7644 w 46817"/>
                <a:gd name="csY52" fmla="*/ 18154 h 18631"/>
                <a:gd name="csX53" fmla="*/ 5733 w 46817"/>
                <a:gd name="csY53" fmla="*/ 18632 h 18631"/>
                <a:gd name="csX54" fmla="*/ 3821 w 46817"/>
                <a:gd name="csY54" fmla="*/ 18154 h 18631"/>
                <a:gd name="csX55" fmla="*/ 1910 w 46817"/>
                <a:gd name="csY55" fmla="*/ 17676 h 18631"/>
                <a:gd name="csX56" fmla="*/ 478 w 46817"/>
                <a:gd name="csY56" fmla="*/ 16721 h 18631"/>
                <a:gd name="csX57" fmla="*/ 0 w 46817"/>
                <a:gd name="csY57" fmla="*/ 15765 h 18631"/>
                <a:gd name="csX58" fmla="*/ 0 w 46817"/>
                <a:gd name="csY58" fmla="*/ 14810 h 18631"/>
                <a:gd name="csX59" fmla="*/ 955 w 46817"/>
                <a:gd name="csY59" fmla="*/ 13377 h 18631"/>
                <a:gd name="csX60" fmla="*/ 478 w 46817"/>
                <a:gd name="csY60" fmla="*/ 10510 h 18631"/>
                <a:gd name="csX61" fmla="*/ 478 w 46817"/>
                <a:gd name="csY61" fmla="*/ 9555 h 18631"/>
                <a:gd name="csX62" fmla="*/ 1433 w 46817"/>
                <a:gd name="csY62" fmla="*/ 8121 h 18631"/>
                <a:gd name="csX63" fmla="*/ 2389 w 46817"/>
                <a:gd name="csY63" fmla="*/ 7644 h 18631"/>
                <a:gd name="csX64" fmla="*/ 3821 w 46817"/>
                <a:gd name="csY64" fmla="*/ 7644 h 18631"/>
                <a:gd name="csX65" fmla="*/ 5733 w 46817"/>
                <a:gd name="csY65" fmla="*/ 6688 h 18631"/>
                <a:gd name="csX66" fmla="*/ 7644 w 46817"/>
                <a:gd name="csY66" fmla="*/ 5255 h 18631"/>
                <a:gd name="csX67" fmla="*/ 9076 w 46817"/>
                <a:gd name="csY67" fmla="*/ 5255 h 18631"/>
                <a:gd name="csX68" fmla="*/ 11465 w 46817"/>
                <a:gd name="csY68" fmla="*/ 6211 h 18631"/>
                <a:gd name="csX69" fmla="*/ 13376 w 46817"/>
                <a:gd name="csY69" fmla="*/ 6688 h 18631"/>
                <a:gd name="csX70" fmla="*/ 15765 w 46817"/>
                <a:gd name="csY70" fmla="*/ 6211 h 18631"/>
                <a:gd name="csX71" fmla="*/ 16721 w 46817"/>
                <a:gd name="csY71" fmla="*/ 6688 h 18631"/>
                <a:gd name="csX72" fmla="*/ 17198 w 46817"/>
                <a:gd name="csY72" fmla="*/ 8121 h 18631"/>
                <a:gd name="csX73" fmla="*/ 17676 w 46817"/>
                <a:gd name="csY73" fmla="*/ 8599 h 18631"/>
                <a:gd name="csX74" fmla="*/ 18631 w 46817"/>
                <a:gd name="csY74" fmla="*/ 9077 h 18631"/>
                <a:gd name="csX75" fmla="*/ 20542 w 46817"/>
                <a:gd name="csY75" fmla="*/ 11466 h 18631"/>
                <a:gd name="csX76" fmla="*/ 22453 w 46817"/>
                <a:gd name="csY76" fmla="*/ 11466 h 18631"/>
                <a:gd name="csX77" fmla="*/ 23886 w 46817"/>
                <a:gd name="csY77" fmla="*/ 11943 h 18631"/>
                <a:gd name="csX78" fmla="*/ 26275 w 46817"/>
                <a:gd name="csY78" fmla="*/ 10510 h 18631"/>
                <a:gd name="csX79" fmla="*/ 28664 w 46817"/>
                <a:gd name="csY79" fmla="*/ 10510 h 18631"/>
                <a:gd name="csX80" fmla="*/ 29141 w 46817"/>
                <a:gd name="csY80" fmla="*/ 9555 h 18631"/>
                <a:gd name="csX81" fmla="*/ 27708 w 46817"/>
                <a:gd name="csY81" fmla="*/ 8121 h 18631"/>
                <a:gd name="csX82" fmla="*/ 26275 w 46817"/>
                <a:gd name="csY82" fmla="*/ 7166 h 18631"/>
                <a:gd name="csX83" fmla="*/ 25797 w 46817"/>
                <a:gd name="csY83" fmla="*/ 7166 h 18631"/>
                <a:gd name="csX84" fmla="*/ 24842 w 46817"/>
                <a:gd name="csY84" fmla="*/ 7166 h 18631"/>
                <a:gd name="csX85" fmla="*/ 23886 w 46817"/>
                <a:gd name="csY85" fmla="*/ 6688 h 18631"/>
                <a:gd name="csX86" fmla="*/ 20542 w 46817"/>
                <a:gd name="csY86" fmla="*/ 4777 h 18631"/>
                <a:gd name="csX87" fmla="*/ 19587 w 46817"/>
                <a:gd name="csY87" fmla="*/ 3822 h 18631"/>
                <a:gd name="csX88" fmla="*/ 19109 w 46817"/>
                <a:gd name="csY88" fmla="*/ 2389 h 18631"/>
                <a:gd name="csX89" fmla="*/ 19587 w 46817"/>
                <a:gd name="csY89" fmla="*/ 1433 h 18631"/>
                <a:gd name="csX90" fmla="*/ 21975 w 46817"/>
                <a:gd name="csY90" fmla="*/ 478 h 18631"/>
                <a:gd name="csX91" fmla="*/ 22931 w 46817"/>
                <a:gd name="csY91" fmla="*/ 0 h 18631"/>
                <a:gd name="csX92" fmla="*/ 26753 w 46817"/>
                <a:gd name="csY92" fmla="*/ 956 h 18631"/>
                <a:gd name="csX93" fmla="*/ 27230 w 46817"/>
                <a:gd name="csY93" fmla="*/ 1433 h 18631"/>
                <a:gd name="csX94" fmla="*/ 28186 w 46817"/>
                <a:gd name="csY94" fmla="*/ 3344 h 18631"/>
                <a:gd name="csX95" fmla="*/ 29141 w 46817"/>
                <a:gd name="csY95" fmla="*/ 4300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</a:cxnLst>
              <a:rect l="l" t="t" r="r" b="b"/>
              <a:pathLst>
                <a:path w="46817" h="18631">
                  <a:moveTo>
                    <a:pt x="29141" y="4300"/>
                  </a:moveTo>
                  <a:lnTo>
                    <a:pt x="30097" y="5255"/>
                  </a:lnTo>
                  <a:lnTo>
                    <a:pt x="31052" y="4777"/>
                  </a:lnTo>
                  <a:lnTo>
                    <a:pt x="32963" y="3822"/>
                  </a:lnTo>
                  <a:lnTo>
                    <a:pt x="33919" y="3344"/>
                  </a:lnTo>
                  <a:lnTo>
                    <a:pt x="35352" y="3344"/>
                  </a:lnTo>
                  <a:lnTo>
                    <a:pt x="36307" y="3822"/>
                  </a:lnTo>
                  <a:lnTo>
                    <a:pt x="37740" y="4300"/>
                  </a:lnTo>
                  <a:lnTo>
                    <a:pt x="38218" y="5733"/>
                  </a:lnTo>
                  <a:lnTo>
                    <a:pt x="38696" y="6211"/>
                  </a:lnTo>
                  <a:lnTo>
                    <a:pt x="39174" y="4777"/>
                  </a:lnTo>
                  <a:lnTo>
                    <a:pt x="40129" y="4300"/>
                  </a:lnTo>
                  <a:lnTo>
                    <a:pt x="41085" y="3822"/>
                  </a:lnTo>
                  <a:lnTo>
                    <a:pt x="42996" y="3822"/>
                  </a:lnTo>
                  <a:lnTo>
                    <a:pt x="43951" y="4777"/>
                  </a:lnTo>
                  <a:lnTo>
                    <a:pt x="44906" y="6688"/>
                  </a:lnTo>
                  <a:lnTo>
                    <a:pt x="44906" y="8599"/>
                  </a:lnTo>
                  <a:lnTo>
                    <a:pt x="45384" y="9555"/>
                  </a:lnTo>
                  <a:lnTo>
                    <a:pt x="46340" y="10032"/>
                  </a:lnTo>
                  <a:lnTo>
                    <a:pt x="46817" y="10510"/>
                  </a:lnTo>
                  <a:lnTo>
                    <a:pt x="46340" y="11466"/>
                  </a:lnTo>
                  <a:lnTo>
                    <a:pt x="45862" y="11943"/>
                  </a:lnTo>
                  <a:lnTo>
                    <a:pt x="44428" y="12421"/>
                  </a:lnTo>
                  <a:lnTo>
                    <a:pt x="43473" y="11943"/>
                  </a:lnTo>
                  <a:lnTo>
                    <a:pt x="42996" y="11466"/>
                  </a:lnTo>
                  <a:lnTo>
                    <a:pt x="42517" y="11466"/>
                  </a:lnTo>
                  <a:lnTo>
                    <a:pt x="40607" y="11466"/>
                  </a:lnTo>
                  <a:lnTo>
                    <a:pt x="39174" y="11943"/>
                  </a:lnTo>
                  <a:lnTo>
                    <a:pt x="39174" y="12421"/>
                  </a:lnTo>
                  <a:lnTo>
                    <a:pt x="40607" y="12899"/>
                  </a:lnTo>
                  <a:lnTo>
                    <a:pt x="41085" y="13377"/>
                  </a:lnTo>
                  <a:lnTo>
                    <a:pt x="41085" y="13854"/>
                  </a:lnTo>
                  <a:lnTo>
                    <a:pt x="40607" y="13854"/>
                  </a:lnTo>
                  <a:lnTo>
                    <a:pt x="38696" y="13377"/>
                  </a:lnTo>
                  <a:lnTo>
                    <a:pt x="37740" y="13377"/>
                  </a:lnTo>
                  <a:lnTo>
                    <a:pt x="33919" y="14332"/>
                  </a:lnTo>
                  <a:lnTo>
                    <a:pt x="32963" y="14332"/>
                  </a:lnTo>
                  <a:lnTo>
                    <a:pt x="32485" y="13377"/>
                  </a:lnTo>
                  <a:lnTo>
                    <a:pt x="32485" y="11466"/>
                  </a:lnTo>
                  <a:lnTo>
                    <a:pt x="32008" y="10988"/>
                  </a:lnTo>
                  <a:lnTo>
                    <a:pt x="29141" y="13377"/>
                  </a:lnTo>
                  <a:lnTo>
                    <a:pt x="28186" y="13854"/>
                  </a:lnTo>
                  <a:lnTo>
                    <a:pt x="27230" y="14332"/>
                  </a:lnTo>
                  <a:lnTo>
                    <a:pt x="25797" y="13854"/>
                  </a:lnTo>
                  <a:lnTo>
                    <a:pt x="21498" y="15287"/>
                  </a:lnTo>
                  <a:lnTo>
                    <a:pt x="20542" y="15287"/>
                  </a:lnTo>
                  <a:lnTo>
                    <a:pt x="19109" y="15287"/>
                  </a:lnTo>
                  <a:lnTo>
                    <a:pt x="14809" y="16721"/>
                  </a:lnTo>
                  <a:lnTo>
                    <a:pt x="12421" y="17198"/>
                  </a:lnTo>
                  <a:lnTo>
                    <a:pt x="10987" y="17198"/>
                  </a:lnTo>
                  <a:lnTo>
                    <a:pt x="10032" y="17198"/>
                  </a:lnTo>
                  <a:lnTo>
                    <a:pt x="8599" y="17198"/>
                  </a:lnTo>
                  <a:lnTo>
                    <a:pt x="7644" y="18154"/>
                  </a:lnTo>
                  <a:lnTo>
                    <a:pt x="5733" y="18632"/>
                  </a:lnTo>
                  <a:lnTo>
                    <a:pt x="3821" y="18154"/>
                  </a:lnTo>
                  <a:lnTo>
                    <a:pt x="1910" y="17676"/>
                  </a:lnTo>
                  <a:lnTo>
                    <a:pt x="478" y="16721"/>
                  </a:lnTo>
                  <a:lnTo>
                    <a:pt x="0" y="15765"/>
                  </a:lnTo>
                  <a:lnTo>
                    <a:pt x="0" y="14810"/>
                  </a:lnTo>
                  <a:lnTo>
                    <a:pt x="955" y="13377"/>
                  </a:lnTo>
                  <a:lnTo>
                    <a:pt x="478" y="10510"/>
                  </a:lnTo>
                  <a:lnTo>
                    <a:pt x="478" y="9555"/>
                  </a:lnTo>
                  <a:lnTo>
                    <a:pt x="1433" y="8121"/>
                  </a:lnTo>
                  <a:lnTo>
                    <a:pt x="2389" y="7644"/>
                  </a:lnTo>
                  <a:lnTo>
                    <a:pt x="3821" y="7644"/>
                  </a:lnTo>
                  <a:lnTo>
                    <a:pt x="5733" y="6688"/>
                  </a:lnTo>
                  <a:lnTo>
                    <a:pt x="7644" y="5255"/>
                  </a:lnTo>
                  <a:lnTo>
                    <a:pt x="9076" y="5255"/>
                  </a:lnTo>
                  <a:lnTo>
                    <a:pt x="11465" y="6211"/>
                  </a:lnTo>
                  <a:lnTo>
                    <a:pt x="13376" y="6688"/>
                  </a:lnTo>
                  <a:lnTo>
                    <a:pt x="15765" y="6211"/>
                  </a:lnTo>
                  <a:lnTo>
                    <a:pt x="16721" y="6688"/>
                  </a:lnTo>
                  <a:lnTo>
                    <a:pt x="17198" y="8121"/>
                  </a:lnTo>
                  <a:lnTo>
                    <a:pt x="17676" y="8599"/>
                  </a:lnTo>
                  <a:lnTo>
                    <a:pt x="18631" y="9077"/>
                  </a:lnTo>
                  <a:lnTo>
                    <a:pt x="20542" y="11466"/>
                  </a:lnTo>
                  <a:lnTo>
                    <a:pt x="22453" y="11466"/>
                  </a:lnTo>
                  <a:lnTo>
                    <a:pt x="23886" y="11943"/>
                  </a:lnTo>
                  <a:lnTo>
                    <a:pt x="26275" y="10510"/>
                  </a:lnTo>
                  <a:lnTo>
                    <a:pt x="28664" y="10510"/>
                  </a:lnTo>
                  <a:lnTo>
                    <a:pt x="29141" y="9555"/>
                  </a:lnTo>
                  <a:lnTo>
                    <a:pt x="27708" y="8121"/>
                  </a:lnTo>
                  <a:lnTo>
                    <a:pt x="26275" y="7166"/>
                  </a:lnTo>
                  <a:lnTo>
                    <a:pt x="25797" y="7166"/>
                  </a:lnTo>
                  <a:lnTo>
                    <a:pt x="24842" y="7166"/>
                  </a:lnTo>
                  <a:lnTo>
                    <a:pt x="23886" y="6688"/>
                  </a:lnTo>
                  <a:lnTo>
                    <a:pt x="20542" y="4777"/>
                  </a:lnTo>
                  <a:lnTo>
                    <a:pt x="19587" y="3822"/>
                  </a:lnTo>
                  <a:lnTo>
                    <a:pt x="19109" y="2389"/>
                  </a:lnTo>
                  <a:lnTo>
                    <a:pt x="19587" y="1433"/>
                  </a:lnTo>
                  <a:lnTo>
                    <a:pt x="21975" y="478"/>
                  </a:lnTo>
                  <a:lnTo>
                    <a:pt x="22931" y="0"/>
                  </a:lnTo>
                  <a:lnTo>
                    <a:pt x="26753" y="956"/>
                  </a:lnTo>
                  <a:lnTo>
                    <a:pt x="27230" y="1433"/>
                  </a:lnTo>
                  <a:lnTo>
                    <a:pt x="28186" y="3344"/>
                  </a:lnTo>
                  <a:lnTo>
                    <a:pt x="29141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4" name="Freeform 4453">
              <a:extLst>
                <a:ext uri="{FF2B5EF4-FFF2-40B4-BE49-F238E27FC236}">
                  <a16:creationId xmlns:a16="http://schemas.microsoft.com/office/drawing/2014/main" id="{B86CCBE6-1616-8E30-959F-18AEF4E6B5CA}"/>
                </a:ext>
              </a:extLst>
            </p:cNvPr>
            <p:cNvSpPr/>
            <p:nvPr/>
          </p:nvSpPr>
          <p:spPr>
            <a:xfrm>
              <a:off x="8153579" y="4880603"/>
              <a:ext cx="24842" cy="14331"/>
            </a:xfrm>
            <a:custGeom>
              <a:avLst/>
              <a:gdLst>
                <a:gd name="csX0" fmla="*/ 19587 w 24842"/>
                <a:gd name="csY0" fmla="*/ 1911 h 14331"/>
                <a:gd name="csX1" fmla="*/ 21498 w 24842"/>
                <a:gd name="csY1" fmla="*/ 2866 h 14331"/>
                <a:gd name="csX2" fmla="*/ 24365 w 24842"/>
                <a:gd name="csY2" fmla="*/ 5733 h 14331"/>
                <a:gd name="csX3" fmla="*/ 24842 w 24842"/>
                <a:gd name="csY3" fmla="*/ 6210 h 14331"/>
                <a:gd name="csX4" fmla="*/ 23886 w 24842"/>
                <a:gd name="csY4" fmla="*/ 7166 h 14331"/>
                <a:gd name="csX5" fmla="*/ 21976 w 24842"/>
                <a:gd name="csY5" fmla="*/ 8599 h 14331"/>
                <a:gd name="csX6" fmla="*/ 17199 w 24842"/>
                <a:gd name="csY6" fmla="*/ 10032 h 14331"/>
                <a:gd name="csX7" fmla="*/ 16721 w 24842"/>
                <a:gd name="csY7" fmla="*/ 10988 h 14331"/>
                <a:gd name="csX8" fmla="*/ 15765 w 24842"/>
                <a:gd name="csY8" fmla="*/ 12899 h 14331"/>
                <a:gd name="csX9" fmla="*/ 15288 w 24842"/>
                <a:gd name="csY9" fmla="*/ 13376 h 14331"/>
                <a:gd name="csX10" fmla="*/ 15288 w 24842"/>
                <a:gd name="csY10" fmla="*/ 13854 h 14331"/>
                <a:gd name="csX11" fmla="*/ 14810 w 24842"/>
                <a:gd name="csY11" fmla="*/ 14332 h 14331"/>
                <a:gd name="csX12" fmla="*/ 13377 w 24842"/>
                <a:gd name="csY12" fmla="*/ 14332 h 14331"/>
                <a:gd name="csX13" fmla="*/ 12421 w 24842"/>
                <a:gd name="csY13" fmla="*/ 14332 h 14331"/>
                <a:gd name="csX14" fmla="*/ 13377 w 24842"/>
                <a:gd name="csY14" fmla="*/ 12899 h 14331"/>
                <a:gd name="csX15" fmla="*/ 13377 w 24842"/>
                <a:gd name="csY15" fmla="*/ 11943 h 14331"/>
                <a:gd name="csX16" fmla="*/ 12899 w 24842"/>
                <a:gd name="csY16" fmla="*/ 10510 h 14331"/>
                <a:gd name="csX17" fmla="*/ 11943 w 24842"/>
                <a:gd name="csY17" fmla="*/ 9555 h 14331"/>
                <a:gd name="csX18" fmla="*/ 9555 w 24842"/>
                <a:gd name="csY18" fmla="*/ 8121 h 14331"/>
                <a:gd name="csX19" fmla="*/ 7644 w 24842"/>
                <a:gd name="csY19" fmla="*/ 6688 h 14331"/>
                <a:gd name="csX20" fmla="*/ 5255 w 24842"/>
                <a:gd name="csY20" fmla="*/ 6210 h 14331"/>
                <a:gd name="csX21" fmla="*/ 2867 w 24842"/>
                <a:gd name="csY21" fmla="*/ 5733 h 14331"/>
                <a:gd name="csX22" fmla="*/ 2389 w 24842"/>
                <a:gd name="csY22" fmla="*/ 5255 h 14331"/>
                <a:gd name="csX23" fmla="*/ 956 w 24842"/>
                <a:gd name="csY23" fmla="*/ 3822 h 14331"/>
                <a:gd name="csX24" fmla="*/ 478 w 24842"/>
                <a:gd name="csY24" fmla="*/ 2866 h 14331"/>
                <a:gd name="csX25" fmla="*/ 0 w 24842"/>
                <a:gd name="csY25" fmla="*/ 1911 h 14331"/>
                <a:gd name="csX26" fmla="*/ 478 w 24842"/>
                <a:gd name="csY26" fmla="*/ 1433 h 14331"/>
                <a:gd name="csX27" fmla="*/ 956 w 24842"/>
                <a:gd name="csY27" fmla="*/ 956 h 14331"/>
                <a:gd name="csX28" fmla="*/ 3344 w 24842"/>
                <a:gd name="csY28" fmla="*/ 1433 h 14331"/>
                <a:gd name="csX29" fmla="*/ 7644 w 24842"/>
                <a:gd name="csY29" fmla="*/ 2389 h 14331"/>
                <a:gd name="csX30" fmla="*/ 9555 w 24842"/>
                <a:gd name="csY30" fmla="*/ 2389 h 14331"/>
                <a:gd name="csX31" fmla="*/ 10510 w 24842"/>
                <a:gd name="csY31" fmla="*/ 2389 h 14331"/>
                <a:gd name="csX32" fmla="*/ 13854 w 24842"/>
                <a:gd name="csY32" fmla="*/ 0 h 14331"/>
                <a:gd name="csX33" fmla="*/ 14332 w 24842"/>
                <a:gd name="csY33" fmla="*/ 478 h 14331"/>
                <a:gd name="csX34" fmla="*/ 17676 w 24842"/>
                <a:gd name="csY34" fmla="*/ 956 h 14331"/>
                <a:gd name="csX35" fmla="*/ 19587 w 24842"/>
                <a:gd name="csY35" fmla="*/ 1911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24842" h="14331">
                  <a:moveTo>
                    <a:pt x="19587" y="1911"/>
                  </a:moveTo>
                  <a:lnTo>
                    <a:pt x="21498" y="2866"/>
                  </a:lnTo>
                  <a:lnTo>
                    <a:pt x="24365" y="5733"/>
                  </a:lnTo>
                  <a:lnTo>
                    <a:pt x="24842" y="6210"/>
                  </a:lnTo>
                  <a:lnTo>
                    <a:pt x="23886" y="7166"/>
                  </a:lnTo>
                  <a:lnTo>
                    <a:pt x="21976" y="8599"/>
                  </a:lnTo>
                  <a:lnTo>
                    <a:pt x="17199" y="10032"/>
                  </a:lnTo>
                  <a:lnTo>
                    <a:pt x="16721" y="10988"/>
                  </a:lnTo>
                  <a:lnTo>
                    <a:pt x="15765" y="12899"/>
                  </a:lnTo>
                  <a:lnTo>
                    <a:pt x="15288" y="13376"/>
                  </a:lnTo>
                  <a:lnTo>
                    <a:pt x="15288" y="13854"/>
                  </a:lnTo>
                  <a:lnTo>
                    <a:pt x="14810" y="14332"/>
                  </a:lnTo>
                  <a:lnTo>
                    <a:pt x="13377" y="14332"/>
                  </a:lnTo>
                  <a:lnTo>
                    <a:pt x="12421" y="14332"/>
                  </a:lnTo>
                  <a:lnTo>
                    <a:pt x="13377" y="12899"/>
                  </a:lnTo>
                  <a:lnTo>
                    <a:pt x="13377" y="11943"/>
                  </a:lnTo>
                  <a:lnTo>
                    <a:pt x="12899" y="10510"/>
                  </a:lnTo>
                  <a:lnTo>
                    <a:pt x="11943" y="9555"/>
                  </a:lnTo>
                  <a:lnTo>
                    <a:pt x="9555" y="8121"/>
                  </a:lnTo>
                  <a:lnTo>
                    <a:pt x="7644" y="6688"/>
                  </a:lnTo>
                  <a:lnTo>
                    <a:pt x="5255" y="6210"/>
                  </a:lnTo>
                  <a:lnTo>
                    <a:pt x="2867" y="5733"/>
                  </a:lnTo>
                  <a:lnTo>
                    <a:pt x="2389" y="5255"/>
                  </a:lnTo>
                  <a:lnTo>
                    <a:pt x="956" y="3822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956" y="956"/>
                  </a:lnTo>
                  <a:lnTo>
                    <a:pt x="3344" y="1433"/>
                  </a:lnTo>
                  <a:lnTo>
                    <a:pt x="7644" y="2389"/>
                  </a:lnTo>
                  <a:lnTo>
                    <a:pt x="9555" y="2389"/>
                  </a:lnTo>
                  <a:lnTo>
                    <a:pt x="10510" y="2389"/>
                  </a:lnTo>
                  <a:lnTo>
                    <a:pt x="13854" y="0"/>
                  </a:lnTo>
                  <a:lnTo>
                    <a:pt x="14332" y="478"/>
                  </a:lnTo>
                  <a:lnTo>
                    <a:pt x="17676" y="956"/>
                  </a:lnTo>
                  <a:lnTo>
                    <a:pt x="1958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5" name="Freeform 4454">
              <a:extLst>
                <a:ext uri="{FF2B5EF4-FFF2-40B4-BE49-F238E27FC236}">
                  <a16:creationId xmlns:a16="http://schemas.microsoft.com/office/drawing/2014/main" id="{5DA20BDC-44BE-FE19-ADFA-C13E4577938B}"/>
                </a:ext>
              </a:extLst>
            </p:cNvPr>
            <p:cNvSpPr/>
            <p:nvPr/>
          </p:nvSpPr>
          <p:spPr>
            <a:xfrm>
              <a:off x="8453594" y="4875826"/>
              <a:ext cx="5254" cy="4777"/>
            </a:xfrm>
            <a:custGeom>
              <a:avLst/>
              <a:gdLst>
                <a:gd name="csX0" fmla="*/ 5255 w 5254"/>
                <a:gd name="csY0" fmla="*/ 2866 h 4777"/>
                <a:gd name="csX1" fmla="*/ 3822 w 5254"/>
                <a:gd name="csY1" fmla="*/ 4777 h 4777"/>
                <a:gd name="csX2" fmla="*/ 2389 w 5254"/>
                <a:gd name="csY2" fmla="*/ 4300 h 4777"/>
                <a:gd name="csX3" fmla="*/ 0 w 5254"/>
                <a:gd name="csY3" fmla="*/ 2389 h 4777"/>
                <a:gd name="csX4" fmla="*/ 478 w 5254"/>
                <a:gd name="csY4" fmla="*/ 478 h 4777"/>
                <a:gd name="csX5" fmla="*/ 478 w 5254"/>
                <a:gd name="csY5" fmla="*/ 0 h 4777"/>
                <a:gd name="csX6" fmla="*/ 1433 w 5254"/>
                <a:gd name="csY6" fmla="*/ 0 h 4777"/>
                <a:gd name="csX7" fmla="*/ 4300 w 5254"/>
                <a:gd name="csY7" fmla="*/ 478 h 4777"/>
                <a:gd name="csX8" fmla="*/ 5255 w 5254"/>
                <a:gd name="csY8" fmla="*/ 1911 h 4777"/>
                <a:gd name="csX9" fmla="*/ 5255 w 5254"/>
                <a:gd name="csY9" fmla="*/ 286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254" h="4777">
                  <a:moveTo>
                    <a:pt x="5255" y="2866"/>
                  </a:moveTo>
                  <a:lnTo>
                    <a:pt x="3822" y="4777"/>
                  </a:lnTo>
                  <a:lnTo>
                    <a:pt x="2389" y="4300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4300" y="478"/>
                  </a:lnTo>
                  <a:lnTo>
                    <a:pt x="5255" y="1911"/>
                  </a:lnTo>
                  <a:lnTo>
                    <a:pt x="52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6" name="Freeform 4455">
              <a:extLst>
                <a:ext uri="{FF2B5EF4-FFF2-40B4-BE49-F238E27FC236}">
                  <a16:creationId xmlns:a16="http://schemas.microsoft.com/office/drawing/2014/main" id="{E12D6532-A044-611C-450C-2C674946F7EB}"/>
                </a:ext>
              </a:extLst>
            </p:cNvPr>
            <p:cNvSpPr/>
            <p:nvPr/>
          </p:nvSpPr>
          <p:spPr>
            <a:xfrm>
              <a:off x="8378590" y="4872004"/>
              <a:ext cx="20064" cy="7165"/>
            </a:xfrm>
            <a:custGeom>
              <a:avLst/>
              <a:gdLst>
                <a:gd name="csX0" fmla="*/ 19587 w 20064"/>
                <a:gd name="csY0" fmla="*/ 1433 h 7165"/>
                <a:gd name="csX1" fmla="*/ 20064 w 20064"/>
                <a:gd name="csY1" fmla="*/ 2389 h 7165"/>
                <a:gd name="csX2" fmla="*/ 20064 w 20064"/>
                <a:gd name="csY2" fmla="*/ 2866 h 7165"/>
                <a:gd name="csX3" fmla="*/ 17676 w 20064"/>
                <a:gd name="csY3" fmla="*/ 3344 h 7165"/>
                <a:gd name="csX4" fmla="*/ 15287 w 20064"/>
                <a:gd name="csY4" fmla="*/ 4299 h 7165"/>
                <a:gd name="csX5" fmla="*/ 14332 w 20064"/>
                <a:gd name="csY5" fmla="*/ 5255 h 7165"/>
                <a:gd name="csX6" fmla="*/ 13376 w 20064"/>
                <a:gd name="csY6" fmla="*/ 6688 h 7165"/>
                <a:gd name="csX7" fmla="*/ 10032 w 20064"/>
                <a:gd name="csY7" fmla="*/ 6210 h 7165"/>
                <a:gd name="csX8" fmla="*/ 7166 w 20064"/>
                <a:gd name="csY8" fmla="*/ 6210 h 7165"/>
                <a:gd name="csX9" fmla="*/ 6210 w 20064"/>
                <a:gd name="csY9" fmla="*/ 5255 h 7165"/>
                <a:gd name="csX10" fmla="*/ 4777 w 20064"/>
                <a:gd name="csY10" fmla="*/ 5733 h 7165"/>
                <a:gd name="csX11" fmla="*/ 2866 w 20064"/>
                <a:gd name="csY11" fmla="*/ 6210 h 7165"/>
                <a:gd name="csX12" fmla="*/ 478 w 20064"/>
                <a:gd name="csY12" fmla="*/ 7166 h 7165"/>
                <a:gd name="csX13" fmla="*/ 0 w 20064"/>
                <a:gd name="csY13" fmla="*/ 7166 h 7165"/>
                <a:gd name="csX14" fmla="*/ 0 w 20064"/>
                <a:gd name="csY14" fmla="*/ 5255 h 7165"/>
                <a:gd name="csX15" fmla="*/ 955 w 20064"/>
                <a:gd name="csY15" fmla="*/ 4299 h 7165"/>
                <a:gd name="csX16" fmla="*/ 3344 w 20064"/>
                <a:gd name="csY16" fmla="*/ 1433 h 7165"/>
                <a:gd name="csX17" fmla="*/ 5733 w 20064"/>
                <a:gd name="csY17" fmla="*/ 1911 h 7165"/>
                <a:gd name="csX18" fmla="*/ 8121 w 20064"/>
                <a:gd name="csY18" fmla="*/ 2389 h 7165"/>
                <a:gd name="csX19" fmla="*/ 10987 w 20064"/>
                <a:gd name="csY19" fmla="*/ 1911 h 7165"/>
                <a:gd name="csX20" fmla="*/ 12898 w 20064"/>
                <a:gd name="csY20" fmla="*/ 478 h 7165"/>
                <a:gd name="csX21" fmla="*/ 15765 w 20064"/>
                <a:gd name="csY21" fmla="*/ 0 h 7165"/>
                <a:gd name="csX22" fmla="*/ 18153 w 20064"/>
                <a:gd name="csY22" fmla="*/ 1433 h 7165"/>
                <a:gd name="csX23" fmla="*/ 19587 w 20064"/>
                <a:gd name="csY23" fmla="*/ 1433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0064" h="7165">
                  <a:moveTo>
                    <a:pt x="19587" y="1433"/>
                  </a:moveTo>
                  <a:lnTo>
                    <a:pt x="20064" y="2389"/>
                  </a:lnTo>
                  <a:lnTo>
                    <a:pt x="20064" y="2866"/>
                  </a:lnTo>
                  <a:lnTo>
                    <a:pt x="17676" y="3344"/>
                  </a:lnTo>
                  <a:lnTo>
                    <a:pt x="15287" y="4299"/>
                  </a:lnTo>
                  <a:lnTo>
                    <a:pt x="14332" y="5255"/>
                  </a:lnTo>
                  <a:lnTo>
                    <a:pt x="13376" y="6688"/>
                  </a:lnTo>
                  <a:lnTo>
                    <a:pt x="10032" y="6210"/>
                  </a:lnTo>
                  <a:lnTo>
                    <a:pt x="7166" y="6210"/>
                  </a:lnTo>
                  <a:lnTo>
                    <a:pt x="6210" y="5255"/>
                  </a:lnTo>
                  <a:lnTo>
                    <a:pt x="4777" y="5733"/>
                  </a:lnTo>
                  <a:lnTo>
                    <a:pt x="2866" y="6210"/>
                  </a:lnTo>
                  <a:lnTo>
                    <a:pt x="478" y="7166"/>
                  </a:lnTo>
                  <a:lnTo>
                    <a:pt x="0" y="7166"/>
                  </a:lnTo>
                  <a:lnTo>
                    <a:pt x="0" y="5255"/>
                  </a:lnTo>
                  <a:lnTo>
                    <a:pt x="955" y="4299"/>
                  </a:lnTo>
                  <a:lnTo>
                    <a:pt x="3344" y="1433"/>
                  </a:lnTo>
                  <a:lnTo>
                    <a:pt x="5733" y="1911"/>
                  </a:lnTo>
                  <a:lnTo>
                    <a:pt x="8121" y="2389"/>
                  </a:lnTo>
                  <a:lnTo>
                    <a:pt x="10987" y="1911"/>
                  </a:lnTo>
                  <a:lnTo>
                    <a:pt x="12898" y="478"/>
                  </a:lnTo>
                  <a:lnTo>
                    <a:pt x="15765" y="0"/>
                  </a:lnTo>
                  <a:lnTo>
                    <a:pt x="18153" y="1433"/>
                  </a:lnTo>
                  <a:lnTo>
                    <a:pt x="1958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7" name="Freeform 4456">
              <a:extLst>
                <a:ext uri="{FF2B5EF4-FFF2-40B4-BE49-F238E27FC236}">
                  <a16:creationId xmlns:a16="http://schemas.microsoft.com/office/drawing/2014/main" id="{E9686A95-DE62-8E6E-22D4-21465BEDC836}"/>
                </a:ext>
              </a:extLst>
            </p:cNvPr>
            <p:cNvSpPr/>
            <p:nvPr/>
          </p:nvSpPr>
          <p:spPr>
            <a:xfrm>
              <a:off x="8409165" y="4870571"/>
              <a:ext cx="2388" cy="2388"/>
            </a:xfrm>
            <a:custGeom>
              <a:avLst/>
              <a:gdLst>
                <a:gd name="csX0" fmla="*/ 1433 w 2388"/>
                <a:gd name="csY0" fmla="*/ 1911 h 2388"/>
                <a:gd name="csX1" fmla="*/ 0 w 2388"/>
                <a:gd name="csY1" fmla="*/ 2389 h 2388"/>
                <a:gd name="csX2" fmla="*/ 478 w 2388"/>
                <a:gd name="csY2" fmla="*/ 1433 h 2388"/>
                <a:gd name="csX3" fmla="*/ 478 w 2388"/>
                <a:gd name="csY3" fmla="*/ 0 h 2388"/>
                <a:gd name="csX4" fmla="*/ 2389 w 2388"/>
                <a:gd name="csY4" fmla="*/ 478 h 2388"/>
                <a:gd name="csX5" fmla="*/ 2389 w 2388"/>
                <a:gd name="csY5" fmla="*/ 1433 h 2388"/>
                <a:gd name="csX6" fmla="*/ 2389 w 2388"/>
                <a:gd name="csY6" fmla="*/ 1911 h 2388"/>
                <a:gd name="csX7" fmla="*/ 1433 w 2388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1433" y="1911"/>
                  </a:moveTo>
                  <a:lnTo>
                    <a:pt x="0" y="2389"/>
                  </a:lnTo>
                  <a:lnTo>
                    <a:pt x="478" y="1433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2389" y="1433"/>
                  </a:lnTo>
                  <a:lnTo>
                    <a:pt x="2389" y="1911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8" name="Freeform 4457">
              <a:extLst>
                <a:ext uri="{FF2B5EF4-FFF2-40B4-BE49-F238E27FC236}">
                  <a16:creationId xmlns:a16="http://schemas.microsoft.com/office/drawing/2014/main" id="{E0604595-58FC-DC4D-51EA-6F89DBD90467}"/>
                </a:ext>
              </a:extLst>
            </p:cNvPr>
            <p:cNvSpPr/>
            <p:nvPr/>
          </p:nvSpPr>
          <p:spPr>
            <a:xfrm>
              <a:off x="8613633" y="4868183"/>
              <a:ext cx="26275" cy="19109"/>
            </a:xfrm>
            <a:custGeom>
              <a:avLst/>
              <a:gdLst>
                <a:gd name="csX0" fmla="*/ 17198 w 26275"/>
                <a:gd name="csY0" fmla="*/ 16243 h 19109"/>
                <a:gd name="csX1" fmla="*/ 12898 w 26275"/>
                <a:gd name="csY1" fmla="*/ 18631 h 19109"/>
                <a:gd name="csX2" fmla="*/ 6211 w 26275"/>
                <a:gd name="csY2" fmla="*/ 18631 h 19109"/>
                <a:gd name="csX3" fmla="*/ 4300 w 26275"/>
                <a:gd name="csY3" fmla="*/ 18154 h 19109"/>
                <a:gd name="csX4" fmla="*/ 478 w 26275"/>
                <a:gd name="csY4" fmla="*/ 19109 h 19109"/>
                <a:gd name="csX5" fmla="*/ 0 w 26275"/>
                <a:gd name="csY5" fmla="*/ 18631 h 19109"/>
                <a:gd name="csX6" fmla="*/ 478 w 26275"/>
                <a:gd name="csY6" fmla="*/ 16243 h 19109"/>
                <a:gd name="csX7" fmla="*/ 3344 w 26275"/>
                <a:gd name="csY7" fmla="*/ 10032 h 19109"/>
                <a:gd name="csX8" fmla="*/ 7166 w 26275"/>
                <a:gd name="csY8" fmla="*/ 4777 h 19109"/>
                <a:gd name="csX9" fmla="*/ 8599 w 26275"/>
                <a:gd name="csY9" fmla="*/ 3344 h 19109"/>
                <a:gd name="csX10" fmla="*/ 10510 w 26275"/>
                <a:gd name="csY10" fmla="*/ 2389 h 19109"/>
                <a:gd name="csX11" fmla="*/ 12898 w 26275"/>
                <a:gd name="csY11" fmla="*/ 1433 h 19109"/>
                <a:gd name="csX12" fmla="*/ 17676 w 26275"/>
                <a:gd name="csY12" fmla="*/ 0 h 19109"/>
                <a:gd name="csX13" fmla="*/ 21975 w 26275"/>
                <a:gd name="csY13" fmla="*/ 478 h 19109"/>
                <a:gd name="csX14" fmla="*/ 22931 w 26275"/>
                <a:gd name="csY14" fmla="*/ 955 h 19109"/>
                <a:gd name="csX15" fmla="*/ 24842 w 26275"/>
                <a:gd name="csY15" fmla="*/ 2389 h 19109"/>
                <a:gd name="csX16" fmla="*/ 25798 w 26275"/>
                <a:gd name="csY16" fmla="*/ 3822 h 19109"/>
                <a:gd name="csX17" fmla="*/ 26275 w 26275"/>
                <a:gd name="csY17" fmla="*/ 5733 h 19109"/>
                <a:gd name="csX18" fmla="*/ 24364 w 26275"/>
                <a:gd name="csY18" fmla="*/ 9077 h 19109"/>
                <a:gd name="csX19" fmla="*/ 22453 w 26275"/>
                <a:gd name="csY19" fmla="*/ 12421 h 19109"/>
                <a:gd name="csX20" fmla="*/ 19109 w 26275"/>
                <a:gd name="csY20" fmla="*/ 14809 h 19109"/>
                <a:gd name="csX21" fmla="*/ 17198 w 26275"/>
                <a:gd name="csY21" fmla="*/ 16243 h 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6275" h="19109">
                  <a:moveTo>
                    <a:pt x="17198" y="16243"/>
                  </a:moveTo>
                  <a:lnTo>
                    <a:pt x="12898" y="18631"/>
                  </a:lnTo>
                  <a:lnTo>
                    <a:pt x="6211" y="18631"/>
                  </a:lnTo>
                  <a:lnTo>
                    <a:pt x="4300" y="18154"/>
                  </a:lnTo>
                  <a:lnTo>
                    <a:pt x="478" y="19109"/>
                  </a:lnTo>
                  <a:lnTo>
                    <a:pt x="0" y="18631"/>
                  </a:lnTo>
                  <a:lnTo>
                    <a:pt x="478" y="16243"/>
                  </a:lnTo>
                  <a:lnTo>
                    <a:pt x="3344" y="10032"/>
                  </a:lnTo>
                  <a:lnTo>
                    <a:pt x="7166" y="4777"/>
                  </a:lnTo>
                  <a:lnTo>
                    <a:pt x="8599" y="3344"/>
                  </a:lnTo>
                  <a:lnTo>
                    <a:pt x="10510" y="2389"/>
                  </a:lnTo>
                  <a:lnTo>
                    <a:pt x="12898" y="1433"/>
                  </a:lnTo>
                  <a:lnTo>
                    <a:pt x="17676" y="0"/>
                  </a:lnTo>
                  <a:lnTo>
                    <a:pt x="21975" y="478"/>
                  </a:lnTo>
                  <a:lnTo>
                    <a:pt x="22931" y="955"/>
                  </a:lnTo>
                  <a:lnTo>
                    <a:pt x="24842" y="2389"/>
                  </a:lnTo>
                  <a:lnTo>
                    <a:pt x="25798" y="3822"/>
                  </a:lnTo>
                  <a:lnTo>
                    <a:pt x="26275" y="5733"/>
                  </a:lnTo>
                  <a:lnTo>
                    <a:pt x="24364" y="9077"/>
                  </a:lnTo>
                  <a:lnTo>
                    <a:pt x="22453" y="12421"/>
                  </a:lnTo>
                  <a:lnTo>
                    <a:pt x="19109" y="14809"/>
                  </a:lnTo>
                  <a:lnTo>
                    <a:pt x="17198" y="162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9" name="Freeform 4458">
              <a:extLst>
                <a:ext uri="{FF2B5EF4-FFF2-40B4-BE49-F238E27FC236}">
                  <a16:creationId xmlns:a16="http://schemas.microsoft.com/office/drawing/2014/main" id="{5BEC8A3C-B8EB-ACA0-0352-860418B3D045}"/>
                </a:ext>
              </a:extLst>
            </p:cNvPr>
            <p:cNvSpPr/>
            <p:nvPr/>
          </p:nvSpPr>
          <p:spPr>
            <a:xfrm>
              <a:off x="8483213" y="4863405"/>
              <a:ext cx="12899" cy="16242"/>
            </a:xfrm>
            <a:custGeom>
              <a:avLst/>
              <a:gdLst>
                <a:gd name="csX0" fmla="*/ 4777 w 12899"/>
                <a:gd name="csY0" fmla="*/ 16243 h 16242"/>
                <a:gd name="csX1" fmla="*/ 4300 w 12899"/>
                <a:gd name="csY1" fmla="*/ 16243 h 16242"/>
                <a:gd name="csX2" fmla="*/ 1911 w 12899"/>
                <a:gd name="csY2" fmla="*/ 16243 h 16242"/>
                <a:gd name="csX3" fmla="*/ 478 w 12899"/>
                <a:gd name="csY3" fmla="*/ 16243 h 16242"/>
                <a:gd name="csX4" fmla="*/ 956 w 12899"/>
                <a:gd name="csY4" fmla="*/ 14809 h 16242"/>
                <a:gd name="csX5" fmla="*/ 0 w 12899"/>
                <a:gd name="csY5" fmla="*/ 13854 h 16242"/>
                <a:gd name="csX6" fmla="*/ 956 w 12899"/>
                <a:gd name="csY6" fmla="*/ 12421 h 16242"/>
                <a:gd name="csX7" fmla="*/ 956 w 12899"/>
                <a:gd name="csY7" fmla="*/ 10510 h 16242"/>
                <a:gd name="csX8" fmla="*/ 2389 w 12899"/>
                <a:gd name="csY8" fmla="*/ 10032 h 16242"/>
                <a:gd name="csX9" fmla="*/ 2389 w 12899"/>
                <a:gd name="csY9" fmla="*/ 9077 h 16242"/>
                <a:gd name="csX10" fmla="*/ 3344 w 12899"/>
                <a:gd name="csY10" fmla="*/ 6688 h 16242"/>
                <a:gd name="csX11" fmla="*/ 4300 w 12899"/>
                <a:gd name="csY11" fmla="*/ 5733 h 16242"/>
                <a:gd name="csX12" fmla="*/ 5255 w 12899"/>
                <a:gd name="csY12" fmla="*/ 5733 h 16242"/>
                <a:gd name="csX13" fmla="*/ 6688 w 12899"/>
                <a:gd name="csY13" fmla="*/ 4299 h 16242"/>
                <a:gd name="csX14" fmla="*/ 7166 w 12899"/>
                <a:gd name="csY14" fmla="*/ 3822 h 16242"/>
                <a:gd name="csX15" fmla="*/ 8122 w 12899"/>
                <a:gd name="csY15" fmla="*/ 2389 h 16242"/>
                <a:gd name="csX16" fmla="*/ 9077 w 12899"/>
                <a:gd name="csY16" fmla="*/ 1911 h 16242"/>
                <a:gd name="csX17" fmla="*/ 9077 w 12899"/>
                <a:gd name="csY17" fmla="*/ 955 h 16242"/>
                <a:gd name="csX18" fmla="*/ 9555 w 12899"/>
                <a:gd name="csY18" fmla="*/ 478 h 16242"/>
                <a:gd name="csX19" fmla="*/ 10988 w 12899"/>
                <a:gd name="csY19" fmla="*/ 0 h 16242"/>
                <a:gd name="csX20" fmla="*/ 12421 w 12899"/>
                <a:gd name="csY20" fmla="*/ 478 h 16242"/>
                <a:gd name="csX21" fmla="*/ 12899 w 12899"/>
                <a:gd name="csY21" fmla="*/ 1433 h 16242"/>
                <a:gd name="csX22" fmla="*/ 10988 w 12899"/>
                <a:gd name="csY22" fmla="*/ 2866 h 16242"/>
                <a:gd name="csX23" fmla="*/ 11943 w 12899"/>
                <a:gd name="csY23" fmla="*/ 6210 h 16242"/>
                <a:gd name="csX24" fmla="*/ 10988 w 12899"/>
                <a:gd name="csY24" fmla="*/ 9555 h 16242"/>
                <a:gd name="csX25" fmla="*/ 10033 w 12899"/>
                <a:gd name="csY25" fmla="*/ 10510 h 16242"/>
                <a:gd name="csX26" fmla="*/ 8122 w 12899"/>
                <a:gd name="csY26" fmla="*/ 11465 h 16242"/>
                <a:gd name="csX27" fmla="*/ 7644 w 12899"/>
                <a:gd name="csY27" fmla="*/ 11943 h 16242"/>
                <a:gd name="csX28" fmla="*/ 5733 w 12899"/>
                <a:gd name="csY28" fmla="*/ 13854 h 16242"/>
                <a:gd name="csX29" fmla="*/ 5255 w 12899"/>
                <a:gd name="csY29" fmla="*/ 15287 h 16242"/>
                <a:gd name="csX30" fmla="*/ 5255 w 12899"/>
                <a:gd name="csY30" fmla="*/ 15765 h 16242"/>
                <a:gd name="csX31" fmla="*/ 4777 w 12899"/>
                <a:gd name="csY31" fmla="*/ 16243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2899" h="16242">
                  <a:moveTo>
                    <a:pt x="4777" y="16243"/>
                  </a:moveTo>
                  <a:lnTo>
                    <a:pt x="4300" y="16243"/>
                  </a:lnTo>
                  <a:lnTo>
                    <a:pt x="1911" y="16243"/>
                  </a:lnTo>
                  <a:lnTo>
                    <a:pt x="478" y="16243"/>
                  </a:lnTo>
                  <a:lnTo>
                    <a:pt x="956" y="14809"/>
                  </a:lnTo>
                  <a:lnTo>
                    <a:pt x="0" y="13854"/>
                  </a:lnTo>
                  <a:lnTo>
                    <a:pt x="956" y="12421"/>
                  </a:lnTo>
                  <a:lnTo>
                    <a:pt x="956" y="10510"/>
                  </a:lnTo>
                  <a:lnTo>
                    <a:pt x="2389" y="10032"/>
                  </a:lnTo>
                  <a:lnTo>
                    <a:pt x="2389" y="9077"/>
                  </a:lnTo>
                  <a:lnTo>
                    <a:pt x="3344" y="6688"/>
                  </a:lnTo>
                  <a:lnTo>
                    <a:pt x="4300" y="5733"/>
                  </a:lnTo>
                  <a:lnTo>
                    <a:pt x="5255" y="5733"/>
                  </a:lnTo>
                  <a:lnTo>
                    <a:pt x="6688" y="4299"/>
                  </a:lnTo>
                  <a:lnTo>
                    <a:pt x="7166" y="3822"/>
                  </a:lnTo>
                  <a:lnTo>
                    <a:pt x="8122" y="2389"/>
                  </a:lnTo>
                  <a:lnTo>
                    <a:pt x="9077" y="1911"/>
                  </a:lnTo>
                  <a:lnTo>
                    <a:pt x="9077" y="955"/>
                  </a:lnTo>
                  <a:lnTo>
                    <a:pt x="9555" y="478"/>
                  </a:lnTo>
                  <a:lnTo>
                    <a:pt x="10988" y="0"/>
                  </a:lnTo>
                  <a:lnTo>
                    <a:pt x="12421" y="478"/>
                  </a:lnTo>
                  <a:lnTo>
                    <a:pt x="12899" y="1433"/>
                  </a:lnTo>
                  <a:lnTo>
                    <a:pt x="10988" y="2866"/>
                  </a:lnTo>
                  <a:lnTo>
                    <a:pt x="11943" y="6210"/>
                  </a:lnTo>
                  <a:lnTo>
                    <a:pt x="10988" y="9555"/>
                  </a:lnTo>
                  <a:lnTo>
                    <a:pt x="10033" y="10510"/>
                  </a:lnTo>
                  <a:lnTo>
                    <a:pt x="8122" y="11465"/>
                  </a:lnTo>
                  <a:lnTo>
                    <a:pt x="7644" y="11943"/>
                  </a:lnTo>
                  <a:lnTo>
                    <a:pt x="5733" y="13854"/>
                  </a:lnTo>
                  <a:lnTo>
                    <a:pt x="5255" y="15287"/>
                  </a:lnTo>
                  <a:lnTo>
                    <a:pt x="5255" y="15765"/>
                  </a:lnTo>
                  <a:lnTo>
                    <a:pt x="4777" y="162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0" name="Freeform 4459">
              <a:extLst>
                <a:ext uri="{FF2B5EF4-FFF2-40B4-BE49-F238E27FC236}">
                  <a16:creationId xmlns:a16="http://schemas.microsoft.com/office/drawing/2014/main" id="{D947F942-46DA-AA2C-81E3-5B04A4269C3C}"/>
                </a:ext>
              </a:extLst>
            </p:cNvPr>
            <p:cNvSpPr/>
            <p:nvPr/>
          </p:nvSpPr>
          <p:spPr>
            <a:xfrm>
              <a:off x="8496589" y="4863405"/>
              <a:ext cx="4299" cy="2388"/>
            </a:xfrm>
            <a:custGeom>
              <a:avLst/>
              <a:gdLst>
                <a:gd name="csX0" fmla="*/ 4300 w 4299"/>
                <a:gd name="csY0" fmla="*/ 1433 h 2388"/>
                <a:gd name="csX1" fmla="*/ 4300 w 4299"/>
                <a:gd name="csY1" fmla="*/ 2389 h 2388"/>
                <a:gd name="csX2" fmla="*/ 3344 w 4299"/>
                <a:gd name="csY2" fmla="*/ 1911 h 2388"/>
                <a:gd name="csX3" fmla="*/ 2389 w 4299"/>
                <a:gd name="csY3" fmla="*/ 955 h 2388"/>
                <a:gd name="csX4" fmla="*/ 1433 w 4299"/>
                <a:gd name="csY4" fmla="*/ 955 h 2388"/>
                <a:gd name="csX5" fmla="*/ 478 w 4299"/>
                <a:gd name="csY5" fmla="*/ 478 h 2388"/>
                <a:gd name="csX6" fmla="*/ 0 w 4299"/>
                <a:gd name="csY6" fmla="*/ 0 h 2388"/>
                <a:gd name="csX7" fmla="*/ 3344 w 4299"/>
                <a:gd name="csY7" fmla="*/ 0 h 2388"/>
                <a:gd name="csX8" fmla="*/ 4300 w 4299"/>
                <a:gd name="csY8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2388">
                  <a:moveTo>
                    <a:pt x="4300" y="1433"/>
                  </a:moveTo>
                  <a:lnTo>
                    <a:pt x="4300" y="2389"/>
                  </a:lnTo>
                  <a:lnTo>
                    <a:pt x="3344" y="1911"/>
                  </a:lnTo>
                  <a:lnTo>
                    <a:pt x="2389" y="955"/>
                  </a:lnTo>
                  <a:lnTo>
                    <a:pt x="1433" y="955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3344" y="0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1" name="Freeform 4460">
              <a:extLst>
                <a:ext uri="{FF2B5EF4-FFF2-40B4-BE49-F238E27FC236}">
                  <a16:creationId xmlns:a16="http://schemas.microsoft.com/office/drawing/2014/main" id="{2D5A5049-1ECC-700F-1EF1-F183D11A37EA}"/>
                </a:ext>
              </a:extLst>
            </p:cNvPr>
            <p:cNvSpPr/>
            <p:nvPr/>
          </p:nvSpPr>
          <p:spPr>
            <a:xfrm>
              <a:off x="8150236" y="4862927"/>
              <a:ext cx="2388" cy="1433"/>
            </a:xfrm>
            <a:custGeom>
              <a:avLst/>
              <a:gdLst>
                <a:gd name="csX0" fmla="*/ 2389 w 2388"/>
                <a:gd name="csY0" fmla="*/ 956 h 1433"/>
                <a:gd name="csX1" fmla="*/ 2389 w 2388"/>
                <a:gd name="csY1" fmla="*/ 1433 h 1433"/>
                <a:gd name="csX2" fmla="*/ 955 w 2388"/>
                <a:gd name="csY2" fmla="*/ 1433 h 1433"/>
                <a:gd name="csX3" fmla="*/ 0 w 2388"/>
                <a:gd name="csY3" fmla="*/ 0 h 1433"/>
                <a:gd name="csX4" fmla="*/ 478 w 2388"/>
                <a:gd name="csY4" fmla="*/ 0 h 1433"/>
                <a:gd name="csX5" fmla="*/ 955 w 2388"/>
                <a:gd name="csY5" fmla="*/ 0 h 1433"/>
                <a:gd name="csX6" fmla="*/ 1911 w 2388"/>
                <a:gd name="csY6" fmla="*/ 0 h 1433"/>
                <a:gd name="csX7" fmla="*/ 2389 w 2388"/>
                <a:gd name="csY7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1433">
                  <a:moveTo>
                    <a:pt x="2389" y="956"/>
                  </a:moveTo>
                  <a:lnTo>
                    <a:pt x="2389" y="1433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2" name="Freeform 4461">
              <a:extLst>
                <a:ext uri="{FF2B5EF4-FFF2-40B4-BE49-F238E27FC236}">
                  <a16:creationId xmlns:a16="http://schemas.microsoft.com/office/drawing/2014/main" id="{AF59DB6A-1220-139D-17F3-AD61D1E82876}"/>
                </a:ext>
              </a:extLst>
            </p:cNvPr>
            <p:cNvSpPr/>
            <p:nvPr/>
          </p:nvSpPr>
          <p:spPr>
            <a:xfrm>
              <a:off x="8432574" y="4862450"/>
              <a:ext cx="2866" cy="2866"/>
            </a:xfrm>
            <a:custGeom>
              <a:avLst/>
              <a:gdLst>
                <a:gd name="csX0" fmla="*/ 2866 w 2866"/>
                <a:gd name="csY0" fmla="*/ 2389 h 2866"/>
                <a:gd name="csX1" fmla="*/ 1911 w 2866"/>
                <a:gd name="csY1" fmla="*/ 2866 h 2866"/>
                <a:gd name="csX2" fmla="*/ 478 w 2866"/>
                <a:gd name="csY2" fmla="*/ 1911 h 2866"/>
                <a:gd name="csX3" fmla="*/ 0 w 2866"/>
                <a:gd name="csY3" fmla="*/ 1433 h 2866"/>
                <a:gd name="csX4" fmla="*/ 956 w 2866"/>
                <a:gd name="csY4" fmla="*/ 478 h 2866"/>
                <a:gd name="csX5" fmla="*/ 1911 w 2866"/>
                <a:gd name="csY5" fmla="*/ 0 h 2866"/>
                <a:gd name="csX6" fmla="*/ 2389 w 2866"/>
                <a:gd name="csY6" fmla="*/ 478 h 2866"/>
                <a:gd name="csX7" fmla="*/ 2866 w 2866"/>
                <a:gd name="csY7" fmla="*/ 956 h 2866"/>
                <a:gd name="csX8" fmla="*/ 2866 w 2866"/>
                <a:gd name="csY8" fmla="*/ 1433 h 2866"/>
                <a:gd name="csX9" fmla="*/ 2866 w 2866"/>
                <a:gd name="csY9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2866">
                  <a:moveTo>
                    <a:pt x="2866" y="2389"/>
                  </a:moveTo>
                  <a:lnTo>
                    <a:pt x="1911" y="2866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2866" y="956"/>
                  </a:lnTo>
                  <a:lnTo>
                    <a:pt x="2866" y="1433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3" name="Freeform 4462">
              <a:extLst>
                <a:ext uri="{FF2B5EF4-FFF2-40B4-BE49-F238E27FC236}">
                  <a16:creationId xmlns:a16="http://schemas.microsoft.com/office/drawing/2014/main" id="{52DE8586-8A0D-7584-567B-1B6648C388A6}"/>
                </a:ext>
              </a:extLst>
            </p:cNvPr>
            <p:cNvSpPr/>
            <p:nvPr/>
          </p:nvSpPr>
          <p:spPr>
            <a:xfrm>
              <a:off x="8275879" y="4861494"/>
              <a:ext cx="3343" cy="2388"/>
            </a:xfrm>
            <a:custGeom>
              <a:avLst/>
              <a:gdLst>
                <a:gd name="csX0" fmla="*/ 2866 w 3343"/>
                <a:gd name="csY0" fmla="*/ 1911 h 2388"/>
                <a:gd name="csX1" fmla="*/ 955 w 3343"/>
                <a:gd name="csY1" fmla="*/ 2389 h 2388"/>
                <a:gd name="csX2" fmla="*/ 478 w 3343"/>
                <a:gd name="csY2" fmla="*/ 1911 h 2388"/>
                <a:gd name="csX3" fmla="*/ 0 w 3343"/>
                <a:gd name="csY3" fmla="*/ 0 h 2388"/>
                <a:gd name="csX4" fmla="*/ 2389 w 3343"/>
                <a:gd name="csY4" fmla="*/ 956 h 2388"/>
                <a:gd name="csX5" fmla="*/ 3344 w 3343"/>
                <a:gd name="csY5" fmla="*/ 956 h 2388"/>
                <a:gd name="csX6" fmla="*/ 2866 w 3343"/>
                <a:gd name="csY6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2388">
                  <a:moveTo>
                    <a:pt x="2866" y="1911"/>
                  </a:moveTo>
                  <a:lnTo>
                    <a:pt x="955" y="2389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3344" y="956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4" name="Freeform 4463">
              <a:extLst>
                <a:ext uri="{FF2B5EF4-FFF2-40B4-BE49-F238E27FC236}">
                  <a16:creationId xmlns:a16="http://schemas.microsoft.com/office/drawing/2014/main" id="{F8DFF81A-CD15-2D2F-6264-4D1978271123}"/>
                </a:ext>
              </a:extLst>
            </p:cNvPr>
            <p:cNvSpPr/>
            <p:nvPr/>
          </p:nvSpPr>
          <p:spPr>
            <a:xfrm>
              <a:off x="8119183" y="4859106"/>
              <a:ext cx="26752" cy="6210"/>
            </a:xfrm>
            <a:custGeom>
              <a:avLst/>
              <a:gdLst>
                <a:gd name="csX0" fmla="*/ 22453 w 26752"/>
                <a:gd name="csY0" fmla="*/ 4300 h 6210"/>
                <a:gd name="csX1" fmla="*/ 21975 w 26752"/>
                <a:gd name="csY1" fmla="*/ 4300 h 6210"/>
                <a:gd name="csX2" fmla="*/ 18632 w 26752"/>
                <a:gd name="csY2" fmla="*/ 4300 h 6210"/>
                <a:gd name="csX3" fmla="*/ 16243 w 26752"/>
                <a:gd name="csY3" fmla="*/ 5733 h 6210"/>
                <a:gd name="csX4" fmla="*/ 14809 w 26752"/>
                <a:gd name="csY4" fmla="*/ 6210 h 6210"/>
                <a:gd name="csX5" fmla="*/ 9555 w 26752"/>
                <a:gd name="csY5" fmla="*/ 6210 h 6210"/>
                <a:gd name="csX6" fmla="*/ 8599 w 26752"/>
                <a:gd name="csY6" fmla="*/ 6210 h 6210"/>
                <a:gd name="csX7" fmla="*/ 8121 w 26752"/>
                <a:gd name="csY7" fmla="*/ 6210 h 6210"/>
                <a:gd name="csX8" fmla="*/ 8121 w 26752"/>
                <a:gd name="csY8" fmla="*/ 6210 h 6210"/>
                <a:gd name="csX9" fmla="*/ 6211 w 26752"/>
                <a:gd name="csY9" fmla="*/ 6210 h 6210"/>
                <a:gd name="csX10" fmla="*/ 955 w 26752"/>
                <a:gd name="csY10" fmla="*/ 4777 h 6210"/>
                <a:gd name="csX11" fmla="*/ 0 w 26752"/>
                <a:gd name="csY11" fmla="*/ 3822 h 6210"/>
                <a:gd name="csX12" fmla="*/ 955 w 26752"/>
                <a:gd name="csY12" fmla="*/ 2389 h 6210"/>
                <a:gd name="csX13" fmla="*/ 2866 w 26752"/>
                <a:gd name="csY13" fmla="*/ 478 h 6210"/>
                <a:gd name="csX14" fmla="*/ 6688 w 26752"/>
                <a:gd name="csY14" fmla="*/ 0 h 6210"/>
                <a:gd name="csX15" fmla="*/ 24842 w 26752"/>
                <a:gd name="csY15" fmla="*/ 0 h 6210"/>
                <a:gd name="csX16" fmla="*/ 26753 w 26752"/>
                <a:gd name="csY16" fmla="*/ 1433 h 6210"/>
                <a:gd name="csX17" fmla="*/ 26753 w 26752"/>
                <a:gd name="csY17" fmla="*/ 1911 h 6210"/>
                <a:gd name="csX18" fmla="*/ 22931 w 26752"/>
                <a:gd name="csY18" fmla="*/ 3344 h 6210"/>
                <a:gd name="csX19" fmla="*/ 22453 w 26752"/>
                <a:gd name="csY19" fmla="*/ 430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6752" h="6210">
                  <a:moveTo>
                    <a:pt x="22453" y="4300"/>
                  </a:moveTo>
                  <a:lnTo>
                    <a:pt x="21975" y="4300"/>
                  </a:lnTo>
                  <a:lnTo>
                    <a:pt x="18632" y="4300"/>
                  </a:lnTo>
                  <a:lnTo>
                    <a:pt x="16243" y="5733"/>
                  </a:lnTo>
                  <a:lnTo>
                    <a:pt x="14809" y="6210"/>
                  </a:lnTo>
                  <a:lnTo>
                    <a:pt x="9555" y="6210"/>
                  </a:lnTo>
                  <a:lnTo>
                    <a:pt x="8599" y="6210"/>
                  </a:lnTo>
                  <a:lnTo>
                    <a:pt x="8121" y="6210"/>
                  </a:lnTo>
                  <a:lnTo>
                    <a:pt x="8121" y="6210"/>
                  </a:lnTo>
                  <a:lnTo>
                    <a:pt x="6211" y="6210"/>
                  </a:lnTo>
                  <a:lnTo>
                    <a:pt x="955" y="4777"/>
                  </a:lnTo>
                  <a:lnTo>
                    <a:pt x="0" y="3822"/>
                  </a:lnTo>
                  <a:lnTo>
                    <a:pt x="955" y="2389"/>
                  </a:lnTo>
                  <a:lnTo>
                    <a:pt x="2866" y="478"/>
                  </a:lnTo>
                  <a:lnTo>
                    <a:pt x="6688" y="0"/>
                  </a:lnTo>
                  <a:lnTo>
                    <a:pt x="24842" y="0"/>
                  </a:lnTo>
                  <a:lnTo>
                    <a:pt x="26753" y="1433"/>
                  </a:lnTo>
                  <a:lnTo>
                    <a:pt x="26753" y="1911"/>
                  </a:lnTo>
                  <a:lnTo>
                    <a:pt x="22931" y="3344"/>
                  </a:lnTo>
                  <a:lnTo>
                    <a:pt x="22453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5" name="Freeform 4464">
              <a:extLst>
                <a:ext uri="{FF2B5EF4-FFF2-40B4-BE49-F238E27FC236}">
                  <a16:creationId xmlns:a16="http://schemas.microsoft.com/office/drawing/2014/main" id="{29ADB5DE-CC98-86CA-4A54-D40181A17324}"/>
                </a:ext>
              </a:extLst>
            </p:cNvPr>
            <p:cNvSpPr/>
            <p:nvPr/>
          </p:nvSpPr>
          <p:spPr>
            <a:xfrm>
              <a:off x="8168867" y="4858628"/>
              <a:ext cx="6210" cy="2388"/>
            </a:xfrm>
            <a:custGeom>
              <a:avLst/>
              <a:gdLst>
                <a:gd name="csX0" fmla="*/ 2866 w 6210"/>
                <a:gd name="csY0" fmla="*/ 2389 h 2388"/>
                <a:gd name="csX1" fmla="*/ 1433 w 6210"/>
                <a:gd name="csY1" fmla="*/ 2389 h 2388"/>
                <a:gd name="csX2" fmla="*/ 0 w 6210"/>
                <a:gd name="csY2" fmla="*/ 1911 h 2388"/>
                <a:gd name="csX3" fmla="*/ 0 w 6210"/>
                <a:gd name="csY3" fmla="*/ 955 h 2388"/>
                <a:gd name="csX4" fmla="*/ 0 w 6210"/>
                <a:gd name="csY4" fmla="*/ 478 h 2388"/>
                <a:gd name="csX5" fmla="*/ 2389 w 6210"/>
                <a:gd name="csY5" fmla="*/ 0 h 2388"/>
                <a:gd name="csX6" fmla="*/ 3821 w 6210"/>
                <a:gd name="csY6" fmla="*/ 0 h 2388"/>
                <a:gd name="csX7" fmla="*/ 4777 w 6210"/>
                <a:gd name="csY7" fmla="*/ 478 h 2388"/>
                <a:gd name="csX8" fmla="*/ 5733 w 6210"/>
                <a:gd name="csY8" fmla="*/ 955 h 2388"/>
                <a:gd name="csX9" fmla="*/ 6210 w 6210"/>
                <a:gd name="csY9" fmla="*/ 1433 h 2388"/>
                <a:gd name="csX10" fmla="*/ 3821 w 6210"/>
                <a:gd name="csY10" fmla="*/ 1433 h 2388"/>
                <a:gd name="csX11" fmla="*/ 2866 w 6210"/>
                <a:gd name="csY11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210" h="2388">
                  <a:moveTo>
                    <a:pt x="2866" y="2389"/>
                  </a:moveTo>
                  <a:lnTo>
                    <a:pt x="1433" y="2389"/>
                  </a:lnTo>
                  <a:lnTo>
                    <a:pt x="0" y="1911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2389" y="0"/>
                  </a:lnTo>
                  <a:lnTo>
                    <a:pt x="3821" y="0"/>
                  </a:lnTo>
                  <a:lnTo>
                    <a:pt x="4777" y="478"/>
                  </a:lnTo>
                  <a:lnTo>
                    <a:pt x="5733" y="955"/>
                  </a:lnTo>
                  <a:lnTo>
                    <a:pt x="6210" y="1433"/>
                  </a:lnTo>
                  <a:lnTo>
                    <a:pt x="3821" y="1433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6" name="Freeform 4465">
              <a:extLst>
                <a:ext uri="{FF2B5EF4-FFF2-40B4-BE49-F238E27FC236}">
                  <a16:creationId xmlns:a16="http://schemas.microsoft.com/office/drawing/2014/main" id="{DFFD9D6F-4341-2C4B-955E-B7556FA4DF4B}"/>
                </a:ext>
              </a:extLst>
            </p:cNvPr>
            <p:cNvSpPr/>
            <p:nvPr/>
          </p:nvSpPr>
          <p:spPr>
            <a:xfrm>
              <a:off x="8553439" y="4854328"/>
              <a:ext cx="2388" cy="2866"/>
            </a:xfrm>
            <a:custGeom>
              <a:avLst/>
              <a:gdLst>
                <a:gd name="csX0" fmla="*/ 955 w 2388"/>
                <a:gd name="csY0" fmla="*/ 2389 h 2866"/>
                <a:gd name="csX1" fmla="*/ 955 w 2388"/>
                <a:gd name="csY1" fmla="*/ 2866 h 2866"/>
                <a:gd name="csX2" fmla="*/ 0 w 2388"/>
                <a:gd name="csY2" fmla="*/ 2389 h 2866"/>
                <a:gd name="csX3" fmla="*/ 0 w 2388"/>
                <a:gd name="csY3" fmla="*/ 1911 h 2866"/>
                <a:gd name="csX4" fmla="*/ 955 w 2388"/>
                <a:gd name="csY4" fmla="*/ 956 h 2866"/>
                <a:gd name="csX5" fmla="*/ 1433 w 2388"/>
                <a:gd name="csY5" fmla="*/ 0 h 2866"/>
                <a:gd name="csX6" fmla="*/ 2389 w 2388"/>
                <a:gd name="csY6" fmla="*/ 0 h 2866"/>
                <a:gd name="csX7" fmla="*/ 1911 w 2388"/>
                <a:gd name="csY7" fmla="*/ 956 h 2866"/>
                <a:gd name="csX8" fmla="*/ 955 w 2388"/>
                <a:gd name="csY8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866">
                  <a:moveTo>
                    <a:pt x="955" y="2389"/>
                  </a:moveTo>
                  <a:lnTo>
                    <a:pt x="955" y="2866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955" y="956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1911" y="956"/>
                  </a:lnTo>
                  <a:lnTo>
                    <a:pt x="95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7" name="Freeform 4466">
              <a:extLst>
                <a:ext uri="{FF2B5EF4-FFF2-40B4-BE49-F238E27FC236}">
                  <a16:creationId xmlns:a16="http://schemas.microsoft.com/office/drawing/2014/main" id="{4A923CBE-C80B-5925-4464-2460A34A69ED}"/>
                </a:ext>
              </a:extLst>
            </p:cNvPr>
            <p:cNvSpPr/>
            <p:nvPr/>
          </p:nvSpPr>
          <p:spPr>
            <a:xfrm>
              <a:off x="7968221" y="4852895"/>
              <a:ext cx="3343" cy="2388"/>
            </a:xfrm>
            <a:custGeom>
              <a:avLst/>
              <a:gdLst>
                <a:gd name="csX0" fmla="*/ 2866 w 3343"/>
                <a:gd name="csY0" fmla="*/ 1911 h 2388"/>
                <a:gd name="csX1" fmla="*/ 1433 w 3343"/>
                <a:gd name="csY1" fmla="*/ 2389 h 2388"/>
                <a:gd name="csX2" fmla="*/ 478 w 3343"/>
                <a:gd name="csY2" fmla="*/ 1911 h 2388"/>
                <a:gd name="csX3" fmla="*/ 0 w 3343"/>
                <a:gd name="csY3" fmla="*/ 1433 h 2388"/>
                <a:gd name="csX4" fmla="*/ 1433 w 3343"/>
                <a:gd name="csY4" fmla="*/ 0 h 2388"/>
                <a:gd name="csX5" fmla="*/ 2389 w 3343"/>
                <a:gd name="csY5" fmla="*/ 0 h 2388"/>
                <a:gd name="csX6" fmla="*/ 2866 w 3343"/>
                <a:gd name="csY6" fmla="*/ 0 h 2388"/>
                <a:gd name="csX7" fmla="*/ 3344 w 3343"/>
                <a:gd name="csY7" fmla="*/ 478 h 2388"/>
                <a:gd name="csX8" fmla="*/ 2866 w 3343"/>
                <a:gd name="csY8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2388">
                  <a:moveTo>
                    <a:pt x="2866" y="1911"/>
                  </a:moveTo>
                  <a:lnTo>
                    <a:pt x="1433" y="2389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344" y="478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8" name="Freeform 4467">
              <a:extLst>
                <a:ext uri="{FF2B5EF4-FFF2-40B4-BE49-F238E27FC236}">
                  <a16:creationId xmlns:a16="http://schemas.microsoft.com/office/drawing/2014/main" id="{4921DFE1-9653-AE65-C020-9140EE5D79F8}"/>
                </a:ext>
              </a:extLst>
            </p:cNvPr>
            <p:cNvSpPr/>
            <p:nvPr/>
          </p:nvSpPr>
          <p:spPr>
            <a:xfrm>
              <a:off x="8553439" y="4851462"/>
              <a:ext cx="1911" cy="1910"/>
            </a:xfrm>
            <a:custGeom>
              <a:avLst/>
              <a:gdLst>
                <a:gd name="csX0" fmla="*/ 1911 w 1911"/>
                <a:gd name="csY0" fmla="*/ 1911 h 1910"/>
                <a:gd name="csX1" fmla="*/ 955 w 1911"/>
                <a:gd name="csY1" fmla="*/ 1911 h 1910"/>
                <a:gd name="csX2" fmla="*/ 0 w 1911"/>
                <a:gd name="csY2" fmla="*/ 478 h 1910"/>
                <a:gd name="csX3" fmla="*/ 955 w 1911"/>
                <a:gd name="csY3" fmla="*/ 0 h 1910"/>
                <a:gd name="csX4" fmla="*/ 1911 w 1911"/>
                <a:gd name="csY4" fmla="*/ 955 h 1910"/>
                <a:gd name="csX5" fmla="*/ 1911 w 1911"/>
                <a:gd name="csY5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1910">
                  <a:moveTo>
                    <a:pt x="1911" y="1911"/>
                  </a:moveTo>
                  <a:lnTo>
                    <a:pt x="955" y="1911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911" y="955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9" name="Freeform 4468">
              <a:extLst>
                <a:ext uri="{FF2B5EF4-FFF2-40B4-BE49-F238E27FC236}">
                  <a16:creationId xmlns:a16="http://schemas.microsoft.com/office/drawing/2014/main" id="{00DC330A-48D9-F884-2447-C922C486D0D3}"/>
                </a:ext>
              </a:extLst>
            </p:cNvPr>
            <p:cNvSpPr/>
            <p:nvPr/>
          </p:nvSpPr>
          <p:spPr>
            <a:xfrm>
              <a:off x="8556783" y="4849073"/>
              <a:ext cx="1911" cy="1910"/>
            </a:xfrm>
            <a:custGeom>
              <a:avLst/>
              <a:gdLst>
                <a:gd name="csX0" fmla="*/ 478 w 1911"/>
                <a:gd name="csY0" fmla="*/ 1911 h 1910"/>
                <a:gd name="csX1" fmla="*/ 0 w 1911"/>
                <a:gd name="csY1" fmla="*/ 1911 h 1910"/>
                <a:gd name="csX2" fmla="*/ 0 w 1911"/>
                <a:gd name="csY2" fmla="*/ 1433 h 1910"/>
                <a:gd name="csX3" fmla="*/ 478 w 1911"/>
                <a:gd name="csY3" fmla="*/ 478 h 1910"/>
                <a:gd name="csX4" fmla="*/ 1433 w 1911"/>
                <a:gd name="csY4" fmla="*/ 0 h 1910"/>
                <a:gd name="csX5" fmla="*/ 1911 w 1911"/>
                <a:gd name="csY5" fmla="*/ 0 h 1910"/>
                <a:gd name="csX6" fmla="*/ 478 w 1911"/>
                <a:gd name="csY6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0">
                  <a:moveTo>
                    <a:pt x="478" y="1911"/>
                  </a:moveTo>
                  <a:lnTo>
                    <a:pt x="0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47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0" name="Freeform 4469">
              <a:extLst>
                <a:ext uri="{FF2B5EF4-FFF2-40B4-BE49-F238E27FC236}">
                  <a16:creationId xmlns:a16="http://schemas.microsoft.com/office/drawing/2014/main" id="{130C7B68-9BD1-F5CA-D865-EE79D30B6E91}"/>
                </a:ext>
              </a:extLst>
            </p:cNvPr>
            <p:cNvSpPr/>
            <p:nvPr/>
          </p:nvSpPr>
          <p:spPr>
            <a:xfrm>
              <a:off x="8542451" y="4846207"/>
              <a:ext cx="9076" cy="13376"/>
            </a:xfrm>
            <a:custGeom>
              <a:avLst/>
              <a:gdLst>
                <a:gd name="csX0" fmla="*/ 9077 w 9076"/>
                <a:gd name="csY0" fmla="*/ 4777 h 13376"/>
                <a:gd name="csX1" fmla="*/ 9077 w 9076"/>
                <a:gd name="csY1" fmla="*/ 6210 h 13376"/>
                <a:gd name="csX2" fmla="*/ 8599 w 9076"/>
                <a:gd name="csY2" fmla="*/ 7644 h 13376"/>
                <a:gd name="csX3" fmla="*/ 6688 w 9076"/>
                <a:gd name="csY3" fmla="*/ 9555 h 13376"/>
                <a:gd name="csX4" fmla="*/ 5733 w 9076"/>
                <a:gd name="csY4" fmla="*/ 11943 h 13376"/>
                <a:gd name="csX5" fmla="*/ 5255 w 9076"/>
                <a:gd name="csY5" fmla="*/ 12421 h 13376"/>
                <a:gd name="csX6" fmla="*/ 2389 w 9076"/>
                <a:gd name="csY6" fmla="*/ 13376 h 13376"/>
                <a:gd name="csX7" fmla="*/ 478 w 9076"/>
                <a:gd name="csY7" fmla="*/ 11943 h 13376"/>
                <a:gd name="csX8" fmla="*/ 0 w 9076"/>
                <a:gd name="csY8" fmla="*/ 10988 h 13376"/>
                <a:gd name="csX9" fmla="*/ 956 w 9076"/>
                <a:gd name="csY9" fmla="*/ 5733 h 13376"/>
                <a:gd name="csX10" fmla="*/ 1911 w 9076"/>
                <a:gd name="csY10" fmla="*/ 5733 h 13376"/>
                <a:gd name="csX11" fmla="*/ 2389 w 9076"/>
                <a:gd name="csY11" fmla="*/ 5733 h 13376"/>
                <a:gd name="csX12" fmla="*/ 2389 w 9076"/>
                <a:gd name="csY12" fmla="*/ 5255 h 13376"/>
                <a:gd name="csX13" fmla="*/ 956 w 9076"/>
                <a:gd name="csY13" fmla="*/ 4777 h 13376"/>
                <a:gd name="csX14" fmla="*/ 956 w 9076"/>
                <a:gd name="csY14" fmla="*/ 1433 h 13376"/>
                <a:gd name="csX15" fmla="*/ 956 w 9076"/>
                <a:gd name="csY15" fmla="*/ 478 h 13376"/>
                <a:gd name="csX16" fmla="*/ 1911 w 9076"/>
                <a:gd name="csY16" fmla="*/ 0 h 13376"/>
                <a:gd name="csX17" fmla="*/ 3344 w 9076"/>
                <a:gd name="csY17" fmla="*/ 956 h 13376"/>
                <a:gd name="csX18" fmla="*/ 4777 w 9076"/>
                <a:gd name="csY18" fmla="*/ 2867 h 13376"/>
                <a:gd name="csX19" fmla="*/ 6688 w 9076"/>
                <a:gd name="csY19" fmla="*/ 3822 h 13376"/>
                <a:gd name="csX20" fmla="*/ 9077 w 9076"/>
                <a:gd name="csY20" fmla="*/ 4777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9076" h="13376">
                  <a:moveTo>
                    <a:pt x="9077" y="4777"/>
                  </a:moveTo>
                  <a:lnTo>
                    <a:pt x="9077" y="6210"/>
                  </a:lnTo>
                  <a:lnTo>
                    <a:pt x="8599" y="7644"/>
                  </a:lnTo>
                  <a:lnTo>
                    <a:pt x="6688" y="9555"/>
                  </a:lnTo>
                  <a:lnTo>
                    <a:pt x="5733" y="11943"/>
                  </a:lnTo>
                  <a:lnTo>
                    <a:pt x="5255" y="12421"/>
                  </a:lnTo>
                  <a:lnTo>
                    <a:pt x="2389" y="13376"/>
                  </a:lnTo>
                  <a:lnTo>
                    <a:pt x="478" y="11943"/>
                  </a:lnTo>
                  <a:lnTo>
                    <a:pt x="0" y="10988"/>
                  </a:lnTo>
                  <a:lnTo>
                    <a:pt x="956" y="5733"/>
                  </a:lnTo>
                  <a:lnTo>
                    <a:pt x="1911" y="5733"/>
                  </a:lnTo>
                  <a:lnTo>
                    <a:pt x="2389" y="5733"/>
                  </a:lnTo>
                  <a:lnTo>
                    <a:pt x="2389" y="5255"/>
                  </a:lnTo>
                  <a:lnTo>
                    <a:pt x="956" y="4777"/>
                  </a:lnTo>
                  <a:lnTo>
                    <a:pt x="956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344" y="956"/>
                  </a:lnTo>
                  <a:lnTo>
                    <a:pt x="4777" y="2867"/>
                  </a:lnTo>
                  <a:lnTo>
                    <a:pt x="6688" y="3822"/>
                  </a:lnTo>
                  <a:lnTo>
                    <a:pt x="9077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1" name="Freeform 4470">
              <a:extLst>
                <a:ext uri="{FF2B5EF4-FFF2-40B4-BE49-F238E27FC236}">
                  <a16:creationId xmlns:a16="http://schemas.microsoft.com/office/drawing/2014/main" id="{5983D55B-E87D-244C-640B-9755549AC7DB}"/>
                </a:ext>
              </a:extLst>
            </p:cNvPr>
            <p:cNvSpPr/>
            <p:nvPr/>
          </p:nvSpPr>
          <p:spPr>
            <a:xfrm>
              <a:off x="7971087" y="4841430"/>
              <a:ext cx="185359" cy="52072"/>
            </a:xfrm>
            <a:custGeom>
              <a:avLst/>
              <a:gdLst>
                <a:gd name="csX0" fmla="*/ 42040 w 185359"/>
                <a:gd name="csY0" fmla="*/ 1911 h 52072"/>
                <a:gd name="csX1" fmla="*/ 43951 w 185359"/>
                <a:gd name="csY1" fmla="*/ 3822 h 52072"/>
                <a:gd name="csX2" fmla="*/ 45862 w 185359"/>
                <a:gd name="csY2" fmla="*/ 5255 h 52072"/>
                <a:gd name="csX3" fmla="*/ 47773 w 185359"/>
                <a:gd name="csY3" fmla="*/ 5733 h 52072"/>
                <a:gd name="csX4" fmla="*/ 50162 w 185359"/>
                <a:gd name="csY4" fmla="*/ 5733 h 52072"/>
                <a:gd name="csX5" fmla="*/ 52073 w 185359"/>
                <a:gd name="csY5" fmla="*/ 6210 h 52072"/>
                <a:gd name="csX6" fmla="*/ 54461 w 185359"/>
                <a:gd name="csY6" fmla="*/ 6688 h 52072"/>
                <a:gd name="csX7" fmla="*/ 57328 w 185359"/>
                <a:gd name="csY7" fmla="*/ 7166 h 52072"/>
                <a:gd name="csX8" fmla="*/ 58283 w 185359"/>
                <a:gd name="csY8" fmla="*/ 7166 h 52072"/>
                <a:gd name="csX9" fmla="*/ 59716 w 185359"/>
                <a:gd name="csY9" fmla="*/ 6688 h 52072"/>
                <a:gd name="csX10" fmla="*/ 60194 w 185359"/>
                <a:gd name="csY10" fmla="*/ 6688 h 52072"/>
                <a:gd name="csX11" fmla="*/ 61150 w 185359"/>
                <a:gd name="csY11" fmla="*/ 7166 h 52072"/>
                <a:gd name="csX12" fmla="*/ 62582 w 185359"/>
                <a:gd name="csY12" fmla="*/ 8599 h 52072"/>
                <a:gd name="csX13" fmla="*/ 64493 w 185359"/>
                <a:gd name="csY13" fmla="*/ 10510 h 52072"/>
                <a:gd name="csX14" fmla="*/ 64971 w 185359"/>
                <a:gd name="csY14" fmla="*/ 10988 h 52072"/>
                <a:gd name="csX15" fmla="*/ 66405 w 185359"/>
                <a:gd name="csY15" fmla="*/ 14810 h 52072"/>
                <a:gd name="csX16" fmla="*/ 67837 w 185359"/>
                <a:gd name="csY16" fmla="*/ 16243 h 52072"/>
                <a:gd name="csX17" fmla="*/ 69748 w 185359"/>
                <a:gd name="csY17" fmla="*/ 16721 h 52072"/>
                <a:gd name="csX18" fmla="*/ 72137 w 185359"/>
                <a:gd name="csY18" fmla="*/ 16721 h 52072"/>
                <a:gd name="csX19" fmla="*/ 74526 w 185359"/>
                <a:gd name="csY19" fmla="*/ 16721 h 52072"/>
                <a:gd name="csX20" fmla="*/ 80259 w 185359"/>
                <a:gd name="csY20" fmla="*/ 17676 h 52072"/>
                <a:gd name="csX21" fmla="*/ 82169 w 185359"/>
                <a:gd name="csY21" fmla="*/ 17198 h 52072"/>
                <a:gd name="csX22" fmla="*/ 84080 w 185359"/>
                <a:gd name="csY22" fmla="*/ 16721 h 52072"/>
                <a:gd name="csX23" fmla="*/ 85991 w 185359"/>
                <a:gd name="csY23" fmla="*/ 17198 h 52072"/>
                <a:gd name="csX24" fmla="*/ 90769 w 185359"/>
                <a:gd name="csY24" fmla="*/ 18154 h 52072"/>
                <a:gd name="csX25" fmla="*/ 92680 w 185359"/>
                <a:gd name="csY25" fmla="*/ 18632 h 52072"/>
                <a:gd name="csX26" fmla="*/ 95546 w 185359"/>
                <a:gd name="csY26" fmla="*/ 18154 h 52072"/>
                <a:gd name="csX27" fmla="*/ 97935 w 185359"/>
                <a:gd name="csY27" fmla="*/ 18154 h 52072"/>
                <a:gd name="csX28" fmla="*/ 99368 w 185359"/>
                <a:gd name="csY28" fmla="*/ 18154 h 52072"/>
                <a:gd name="csX29" fmla="*/ 100323 w 185359"/>
                <a:gd name="csY29" fmla="*/ 18632 h 52072"/>
                <a:gd name="csX30" fmla="*/ 101278 w 185359"/>
                <a:gd name="csY30" fmla="*/ 19109 h 52072"/>
                <a:gd name="csX31" fmla="*/ 102712 w 185359"/>
                <a:gd name="csY31" fmla="*/ 19109 h 52072"/>
                <a:gd name="csX32" fmla="*/ 104623 w 185359"/>
                <a:gd name="csY32" fmla="*/ 18154 h 52072"/>
                <a:gd name="csX33" fmla="*/ 105578 w 185359"/>
                <a:gd name="csY33" fmla="*/ 16243 h 52072"/>
                <a:gd name="csX34" fmla="*/ 106534 w 185359"/>
                <a:gd name="csY34" fmla="*/ 14332 h 52072"/>
                <a:gd name="csX35" fmla="*/ 107489 w 185359"/>
                <a:gd name="csY35" fmla="*/ 11943 h 52072"/>
                <a:gd name="csX36" fmla="*/ 107967 w 185359"/>
                <a:gd name="csY36" fmla="*/ 10988 h 52072"/>
                <a:gd name="csX37" fmla="*/ 108923 w 185359"/>
                <a:gd name="csY37" fmla="*/ 10510 h 52072"/>
                <a:gd name="csX38" fmla="*/ 109878 w 185359"/>
                <a:gd name="csY38" fmla="*/ 10032 h 52072"/>
                <a:gd name="csX39" fmla="*/ 110833 w 185359"/>
                <a:gd name="csY39" fmla="*/ 9555 h 52072"/>
                <a:gd name="csX40" fmla="*/ 113222 w 185359"/>
                <a:gd name="csY40" fmla="*/ 9555 h 52072"/>
                <a:gd name="csX41" fmla="*/ 113700 w 185359"/>
                <a:gd name="csY41" fmla="*/ 10032 h 52072"/>
                <a:gd name="csX42" fmla="*/ 117044 w 185359"/>
                <a:gd name="csY42" fmla="*/ 13854 h 52072"/>
                <a:gd name="csX43" fmla="*/ 117521 w 185359"/>
                <a:gd name="csY43" fmla="*/ 14332 h 52072"/>
                <a:gd name="csX44" fmla="*/ 120866 w 185359"/>
                <a:gd name="csY44" fmla="*/ 14332 h 52072"/>
                <a:gd name="csX45" fmla="*/ 121343 w 185359"/>
                <a:gd name="csY45" fmla="*/ 14332 h 52072"/>
                <a:gd name="csX46" fmla="*/ 123732 w 185359"/>
                <a:gd name="csY46" fmla="*/ 13376 h 52072"/>
                <a:gd name="csX47" fmla="*/ 124687 w 185359"/>
                <a:gd name="csY47" fmla="*/ 13376 h 52072"/>
                <a:gd name="csX48" fmla="*/ 126598 w 185359"/>
                <a:gd name="csY48" fmla="*/ 14332 h 52072"/>
                <a:gd name="csX49" fmla="*/ 127554 w 185359"/>
                <a:gd name="csY49" fmla="*/ 15287 h 52072"/>
                <a:gd name="csX50" fmla="*/ 128509 w 185359"/>
                <a:gd name="csY50" fmla="*/ 15765 h 52072"/>
                <a:gd name="csX51" fmla="*/ 133764 w 185359"/>
                <a:gd name="csY51" fmla="*/ 16243 h 52072"/>
                <a:gd name="csX52" fmla="*/ 135675 w 185359"/>
                <a:gd name="csY52" fmla="*/ 18154 h 52072"/>
                <a:gd name="csX53" fmla="*/ 136631 w 185359"/>
                <a:gd name="csY53" fmla="*/ 18154 h 52072"/>
                <a:gd name="csX54" fmla="*/ 139975 w 185359"/>
                <a:gd name="csY54" fmla="*/ 18154 h 52072"/>
                <a:gd name="csX55" fmla="*/ 142364 w 185359"/>
                <a:gd name="csY55" fmla="*/ 18154 h 52072"/>
                <a:gd name="csX56" fmla="*/ 144274 w 185359"/>
                <a:gd name="csY56" fmla="*/ 18632 h 52072"/>
                <a:gd name="csX57" fmla="*/ 145230 w 185359"/>
                <a:gd name="csY57" fmla="*/ 21020 h 52072"/>
                <a:gd name="csX58" fmla="*/ 146185 w 185359"/>
                <a:gd name="csY58" fmla="*/ 23409 h 52072"/>
                <a:gd name="csX59" fmla="*/ 146663 w 185359"/>
                <a:gd name="csY59" fmla="*/ 23886 h 52072"/>
                <a:gd name="csX60" fmla="*/ 148574 w 185359"/>
                <a:gd name="csY60" fmla="*/ 24842 h 52072"/>
                <a:gd name="csX61" fmla="*/ 149530 w 185359"/>
                <a:gd name="csY61" fmla="*/ 25320 h 52072"/>
                <a:gd name="csX62" fmla="*/ 149051 w 185359"/>
                <a:gd name="csY62" fmla="*/ 27708 h 52072"/>
                <a:gd name="csX63" fmla="*/ 149530 w 185359"/>
                <a:gd name="csY63" fmla="*/ 30097 h 52072"/>
                <a:gd name="csX64" fmla="*/ 153829 w 185359"/>
                <a:gd name="csY64" fmla="*/ 32008 h 52072"/>
                <a:gd name="csX65" fmla="*/ 158606 w 185359"/>
                <a:gd name="csY65" fmla="*/ 32963 h 52072"/>
                <a:gd name="csX66" fmla="*/ 163383 w 185359"/>
                <a:gd name="csY66" fmla="*/ 32963 h 52072"/>
                <a:gd name="csX67" fmla="*/ 168161 w 185359"/>
                <a:gd name="csY67" fmla="*/ 32963 h 52072"/>
                <a:gd name="csX68" fmla="*/ 171027 w 185359"/>
                <a:gd name="csY68" fmla="*/ 32486 h 52072"/>
                <a:gd name="csX69" fmla="*/ 174371 w 185359"/>
                <a:gd name="csY69" fmla="*/ 31530 h 52072"/>
                <a:gd name="csX70" fmla="*/ 174849 w 185359"/>
                <a:gd name="csY70" fmla="*/ 31530 h 52072"/>
                <a:gd name="csX71" fmla="*/ 181060 w 185359"/>
                <a:gd name="csY71" fmla="*/ 33919 h 52072"/>
                <a:gd name="csX72" fmla="*/ 181537 w 185359"/>
                <a:gd name="csY72" fmla="*/ 34397 h 52072"/>
                <a:gd name="csX73" fmla="*/ 182015 w 185359"/>
                <a:gd name="csY73" fmla="*/ 36308 h 52072"/>
                <a:gd name="csX74" fmla="*/ 182015 w 185359"/>
                <a:gd name="csY74" fmla="*/ 38218 h 52072"/>
                <a:gd name="csX75" fmla="*/ 181060 w 185359"/>
                <a:gd name="csY75" fmla="*/ 42996 h 52072"/>
                <a:gd name="csX76" fmla="*/ 181060 w 185359"/>
                <a:gd name="csY76" fmla="*/ 44429 h 52072"/>
                <a:gd name="csX77" fmla="*/ 181060 w 185359"/>
                <a:gd name="csY77" fmla="*/ 45384 h 52072"/>
                <a:gd name="csX78" fmla="*/ 182492 w 185359"/>
                <a:gd name="csY78" fmla="*/ 48251 h 52072"/>
                <a:gd name="csX79" fmla="*/ 182971 w 185359"/>
                <a:gd name="csY79" fmla="*/ 49206 h 52072"/>
                <a:gd name="csX80" fmla="*/ 185359 w 185359"/>
                <a:gd name="csY80" fmla="*/ 50639 h 52072"/>
                <a:gd name="csX81" fmla="*/ 185359 w 185359"/>
                <a:gd name="csY81" fmla="*/ 51595 h 52072"/>
                <a:gd name="csX82" fmla="*/ 184881 w 185359"/>
                <a:gd name="csY82" fmla="*/ 52073 h 52072"/>
                <a:gd name="csX83" fmla="*/ 182492 w 185359"/>
                <a:gd name="csY83" fmla="*/ 51595 h 52072"/>
                <a:gd name="csX84" fmla="*/ 181060 w 185359"/>
                <a:gd name="csY84" fmla="*/ 51117 h 52072"/>
                <a:gd name="csX85" fmla="*/ 180104 w 185359"/>
                <a:gd name="csY85" fmla="*/ 50162 h 52072"/>
                <a:gd name="csX86" fmla="*/ 178671 w 185359"/>
                <a:gd name="csY86" fmla="*/ 49206 h 52072"/>
                <a:gd name="csX87" fmla="*/ 176760 w 185359"/>
                <a:gd name="csY87" fmla="*/ 49684 h 52072"/>
                <a:gd name="csX88" fmla="*/ 171983 w 185359"/>
                <a:gd name="csY88" fmla="*/ 48728 h 52072"/>
                <a:gd name="csX89" fmla="*/ 167205 w 185359"/>
                <a:gd name="csY89" fmla="*/ 46817 h 52072"/>
                <a:gd name="csX90" fmla="*/ 158606 w 185359"/>
                <a:gd name="csY90" fmla="*/ 43474 h 52072"/>
                <a:gd name="csX91" fmla="*/ 156217 w 185359"/>
                <a:gd name="csY91" fmla="*/ 43474 h 52072"/>
                <a:gd name="csX92" fmla="*/ 153829 w 185359"/>
                <a:gd name="csY92" fmla="*/ 43951 h 52072"/>
                <a:gd name="csX93" fmla="*/ 151440 w 185359"/>
                <a:gd name="csY93" fmla="*/ 44907 h 52072"/>
                <a:gd name="csX94" fmla="*/ 149051 w 185359"/>
                <a:gd name="csY94" fmla="*/ 45384 h 52072"/>
                <a:gd name="csX95" fmla="*/ 147141 w 185359"/>
                <a:gd name="csY95" fmla="*/ 45862 h 52072"/>
                <a:gd name="csX96" fmla="*/ 145230 w 185359"/>
                <a:gd name="csY96" fmla="*/ 45384 h 52072"/>
                <a:gd name="csX97" fmla="*/ 140930 w 185359"/>
                <a:gd name="csY97" fmla="*/ 44907 h 52072"/>
                <a:gd name="csX98" fmla="*/ 136153 w 185359"/>
                <a:gd name="csY98" fmla="*/ 43951 h 52072"/>
                <a:gd name="csX99" fmla="*/ 124210 w 185359"/>
                <a:gd name="csY99" fmla="*/ 43951 h 52072"/>
                <a:gd name="csX100" fmla="*/ 120388 w 185359"/>
                <a:gd name="csY100" fmla="*/ 42996 h 52072"/>
                <a:gd name="csX101" fmla="*/ 115133 w 185359"/>
                <a:gd name="csY101" fmla="*/ 42518 h 52072"/>
                <a:gd name="csX102" fmla="*/ 110355 w 185359"/>
                <a:gd name="csY102" fmla="*/ 42040 h 52072"/>
                <a:gd name="csX103" fmla="*/ 106056 w 185359"/>
                <a:gd name="csY103" fmla="*/ 41085 h 52072"/>
                <a:gd name="csX104" fmla="*/ 95068 w 185359"/>
                <a:gd name="csY104" fmla="*/ 36308 h 52072"/>
                <a:gd name="csX105" fmla="*/ 91246 w 185359"/>
                <a:gd name="csY105" fmla="*/ 34874 h 52072"/>
                <a:gd name="csX106" fmla="*/ 79781 w 185359"/>
                <a:gd name="csY106" fmla="*/ 32963 h 52072"/>
                <a:gd name="csX107" fmla="*/ 77870 w 185359"/>
                <a:gd name="csY107" fmla="*/ 32486 h 52072"/>
                <a:gd name="csX108" fmla="*/ 74048 w 185359"/>
                <a:gd name="csY108" fmla="*/ 32963 h 52072"/>
                <a:gd name="csX109" fmla="*/ 71182 w 185359"/>
                <a:gd name="csY109" fmla="*/ 32008 h 52072"/>
                <a:gd name="csX110" fmla="*/ 69271 w 185359"/>
                <a:gd name="csY110" fmla="*/ 32008 h 52072"/>
                <a:gd name="csX111" fmla="*/ 65927 w 185359"/>
                <a:gd name="csY111" fmla="*/ 32963 h 52072"/>
                <a:gd name="csX112" fmla="*/ 64493 w 185359"/>
                <a:gd name="csY112" fmla="*/ 33441 h 52072"/>
                <a:gd name="csX113" fmla="*/ 63538 w 185359"/>
                <a:gd name="csY113" fmla="*/ 34397 h 52072"/>
                <a:gd name="csX114" fmla="*/ 61150 w 185359"/>
                <a:gd name="csY114" fmla="*/ 34397 h 52072"/>
                <a:gd name="csX115" fmla="*/ 58761 w 185359"/>
                <a:gd name="csY115" fmla="*/ 34397 h 52072"/>
                <a:gd name="csX116" fmla="*/ 53028 w 185359"/>
                <a:gd name="csY116" fmla="*/ 32963 h 52072"/>
                <a:gd name="csX117" fmla="*/ 50639 w 185359"/>
                <a:gd name="csY117" fmla="*/ 32486 h 52072"/>
                <a:gd name="csX118" fmla="*/ 48251 w 185359"/>
                <a:gd name="csY118" fmla="*/ 31530 h 52072"/>
                <a:gd name="csX119" fmla="*/ 46340 w 185359"/>
                <a:gd name="csY119" fmla="*/ 30097 h 52072"/>
                <a:gd name="csX120" fmla="*/ 45384 w 185359"/>
                <a:gd name="csY120" fmla="*/ 29619 h 52072"/>
                <a:gd name="csX121" fmla="*/ 40129 w 185359"/>
                <a:gd name="csY121" fmla="*/ 28664 h 52072"/>
                <a:gd name="csX122" fmla="*/ 35830 w 185359"/>
                <a:gd name="csY122" fmla="*/ 28186 h 52072"/>
                <a:gd name="csX123" fmla="*/ 27230 w 185359"/>
                <a:gd name="csY123" fmla="*/ 27708 h 52072"/>
                <a:gd name="csX124" fmla="*/ 25320 w 185359"/>
                <a:gd name="csY124" fmla="*/ 27231 h 52072"/>
                <a:gd name="csX125" fmla="*/ 23886 w 185359"/>
                <a:gd name="csY125" fmla="*/ 26753 h 52072"/>
                <a:gd name="csX126" fmla="*/ 22931 w 185359"/>
                <a:gd name="csY126" fmla="*/ 25798 h 52072"/>
                <a:gd name="csX127" fmla="*/ 22931 w 185359"/>
                <a:gd name="csY127" fmla="*/ 24364 h 52072"/>
                <a:gd name="csX128" fmla="*/ 23886 w 185359"/>
                <a:gd name="csY128" fmla="*/ 23409 h 52072"/>
                <a:gd name="csX129" fmla="*/ 24364 w 185359"/>
                <a:gd name="csY129" fmla="*/ 21976 h 52072"/>
                <a:gd name="csX130" fmla="*/ 24842 w 185359"/>
                <a:gd name="csY130" fmla="*/ 21020 h 52072"/>
                <a:gd name="csX131" fmla="*/ 18632 w 185359"/>
                <a:gd name="csY131" fmla="*/ 18632 h 52072"/>
                <a:gd name="csX132" fmla="*/ 13854 w 185359"/>
                <a:gd name="csY132" fmla="*/ 17198 h 52072"/>
                <a:gd name="csX133" fmla="*/ 11466 w 185359"/>
                <a:gd name="csY133" fmla="*/ 17198 h 52072"/>
                <a:gd name="csX134" fmla="*/ 9555 w 185359"/>
                <a:gd name="csY134" fmla="*/ 17198 h 52072"/>
                <a:gd name="csX135" fmla="*/ 6688 w 185359"/>
                <a:gd name="csY135" fmla="*/ 17198 h 52072"/>
                <a:gd name="csX136" fmla="*/ 4300 w 185359"/>
                <a:gd name="csY136" fmla="*/ 17198 h 52072"/>
                <a:gd name="csX137" fmla="*/ 3344 w 185359"/>
                <a:gd name="csY137" fmla="*/ 16721 h 52072"/>
                <a:gd name="csX138" fmla="*/ 1911 w 185359"/>
                <a:gd name="csY138" fmla="*/ 16721 h 52072"/>
                <a:gd name="csX139" fmla="*/ 955 w 185359"/>
                <a:gd name="csY139" fmla="*/ 17198 h 52072"/>
                <a:gd name="csX140" fmla="*/ 0 w 185359"/>
                <a:gd name="csY140" fmla="*/ 16721 h 52072"/>
                <a:gd name="csX141" fmla="*/ 0 w 185359"/>
                <a:gd name="csY141" fmla="*/ 15765 h 52072"/>
                <a:gd name="csX142" fmla="*/ 478 w 185359"/>
                <a:gd name="csY142" fmla="*/ 14810 h 52072"/>
                <a:gd name="csX143" fmla="*/ 1433 w 185359"/>
                <a:gd name="csY143" fmla="*/ 13854 h 52072"/>
                <a:gd name="csX144" fmla="*/ 2389 w 185359"/>
                <a:gd name="csY144" fmla="*/ 13854 h 52072"/>
                <a:gd name="csX145" fmla="*/ 2389 w 185359"/>
                <a:gd name="csY145" fmla="*/ 15287 h 52072"/>
                <a:gd name="csX146" fmla="*/ 2866 w 185359"/>
                <a:gd name="csY146" fmla="*/ 15765 h 52072"/>
                <a:gd name="csX147" fmla="*/ 3822 w 185359"/>
                <a:gd name="csY147" fmla="*/ 16243 h 52072"/>
                <a:gd name="csX148" fmla="*/ 4300 w 185359"/>
                <a:gd name="csY148" fmla="*/ 15765 h 52072"/>
                <a:gd name="csX149" fmla="*/ 6688 w 185359"/>
                <a:gd name="csY149" fmla="*/ 13854 h 52072"/>
                <a:gd name="csX150" fmla="*/ 7166 w 185359"/>
                <a:gd name="csY150" fmla="*/ 12899 h 52072"/>
                <a:gd name="csX151" fmla="*/ 8121 w 185359"/>
                <a:gd name="csY151" fmla="*/ 10032 h 52072"/>
                <a:gd name="csX152" fmla="*/ 9077 w 185359"/>
                <a:gd name="csY152" fmla="*/ 10988 h 52072"/>
                <a:gd name="csX153" fmla="*/ 10032 w 185359"/>
                <a:gd name="csY153" fmla="*/ 10510 h 52072"/>
                <a:gd name="csX154" fmla="*/ 10510 w 185359"/>
                <a:gd name="csY154" fmla="*/ 10032 h 52072"/>
                <a:gd name="csX155" fmla="*/ 11943 w 185359"/>
                <a:gd name="csY155" fmla="*/ 3822 h 52072"/>
                <a:gd name="csX156" fmla="*/ 13377 w 185359"/>
                <a:gd name="csY156" fmla="*/ 1911 h 52072"/>
                <a:gd name="csX157" fmla="*/ 15287 w 185359"/>
                <a:gd name="csY157" fmla="*/ 478 h 52072"/>
                <a:gd name="csX158" fmla="*/ 16243 w 185359"/>
                <a:gd name="csY158" fmla="*/ 0 h 52072"/>
                <a:gd name="csX159" fmla="*/ 18154 w 185359"/>
                <a:gd name="csY159" fmla="*/ 956 h 52072"/>
                <a:gd name="csX160" fmla="*/ 21498 w 185359"/>
                <a:gd name="csY160" fmla="*/ 1433 h 52072"/>
                <a:gd name="csX161" fmla="*/ 23886 w 185359"/>
                <a:gd name="csY161" fmla="*/ 1911 h 52072"/>
                <a:gd name="csX162" fmla="*/ 25798 w 185359"/>
                <a:gd name="csY162" fmla="*/ 1911 h 52072"/>
                <a:gd name="csX163" fmla="*/ 28186 w 185359"/>
                <a:gd name="csY163" fmla="*/ 2389 h 52072"/>
                <a:gd name="csX164" fmla="*/ 31052 w 185359"/>
                <a:gd name="csY164" fmla="*/ 3344 h 52072"/>
                <a:gd name="csX165" fmla="*/ 32008 w 185359"/>
                <a:gd name="csY165" fmla="*/ 3344 h 52072"/>
                <a:gd name="csX166" fmla="*/ 33441 w 185359"/>
                <a:gd name="csY166" fmla="*/ 2867 h 52072"/>
                <a:gd name="csX167" fmla="*/ 34874 w 185359"/>
                <a:gd name="csY167" fmla="*/ 1911 h 52072"/>
                <a:gd name="csX168" fmla="*/ 35352 w 185359"/>
                <a:gd name="csY168" fmla="*/ 0 h 52072"/>
                <a:gd name="csX169" fmla="*/ 37741 w 185359"/>
                <a:gd name="csY169" fmla="*/ 956 h 52072"/>
                <a:gd name="csX170" fmla="*/ 41085 w 185359"/>
                <a:gd name="csY170" fmla="*/ 1433 h 52072"/>
                <a:gd name="csX171" fmla="*/ 42040 w 185359"/>
                <a:gd name="csY171" fmla="*/ 1911 h 52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</a:cxnLst>
              <a:rect l="l" t="t" r="r" b="b"/>
              <a:pathLst>
                <a:path w="185359" h="52072">
                  <a:moveTo>
                    <a:pt x="42040" y="1911"/>
                  </a:moveTo>
                  <a:lnTo>
                    <a:pt x="43951" y="3822"/>
                  </a:lnTo>
                  <a:lnTo>
                    <a:pt x="45862" y="5255"/>
                  </a:lnTo>
                  <a:lnTo>
                    <a:pt x="47773" y="5733"/>
                  </a:lnTo>
                  <a:lnTo>
                    <a:pt x="50162" y="5733"/>
                  </a:lnTo>
                  <a:lnTo>
                    <a:pt x="52073" y="6210"/>
                  </a:lnTo>
                  <a:lnTo>
                    <a:pt x="54461" y="6688"/>
                  </a:lnTo>
                  <a:lnTo>
                    <a:pt x="57328" y="7166"/>
                  </a:lnTo>
                  <a:lnTo>
                    <a:pt x="58283" y="7166"/>
                  </a:lnTo>
                  <a:lnTo>
                    <a:pt x="59716" y="6688"/>
                  </a:lnTo>
                  <a:lnTo>
                    <a:pt x="60194" y="6688"/>
                  </a:lnTo>
                  <a:lnTo>
                    <a:pt x="61150" y="7166"/>
                  </a:lnTo>
                  <a:lnTo>
                    <a:pt x="62582" y="8599"/>
                  </a:lnTo>
                  <a:lnTo>
                    <a:pt x="64493" y="10510"/>
                  </a:lnTo>
                  <a:lnTo>
                    <a:pt x="64971" y="10988"/>
                  </a:lnTo>
                  <a:lnTo>
                    <a:pt x="66405" y="14810"/>
                  </a:lnTo>
                  <a:lnTo>
                    <a:pt x="67837" y="16243"/>
                  </a:lnTo>
                  <a:lnTo>
                    <a:pt x="69748" y="16721"/>
                  </a:lnTo>
                  <a:lnTo>
                    <a:pt x="72137" y="16721"/>
                  </a:lnTo>
                  <a:lnTo>
                    <a:pt x="74526" y="16721"/>
                  </a:lnTo>
                  <a:lnTo>
                    <a:pt x="80259" y="17676"/>
                  </a:lnTo>
                  <a:lnTo>
                    <a:pt x="82169" y="17198"/>
                  </a:lnTo>
                  <a:lnTo>
                    <a:pt x="84080" y="16721"/>
                  </a:lnTo>
                  <a:lnTo>
                    <a:pt x="85991" y="17198"/>
                  </a:lnTo>
                  <a:lnTo>
                    <a:pt x="90769" y="18154"/>
                  </a:lnTo>
                  <a:lnTo>
                    <a:pt x="92680" y="18632"/>
                  </a:lnTo>
                  <a:lnTo>
                    <a:pt x="95546" y="18154"/>
                  </a:lnTo>
                  <a:lnTo>
                    <a:pt x="97935" y="18154"/>
                  </a:lnTo>
                  <a:lnTo>
                    <a:pt x="99368" y="18154"/>
                  </a:lnTo>
                  <a:lnTo>
                    <a:pt x="100323" y="18632"/>
                  </a:lnTo>
                  <a:lnTo>
                    <a:pt x="101278" y="19109"/>
                  </a:lnTo>
                  <a:lnTo>
                    <a:pt x="102712" y="19109"/>
                  </a:lnTo>
                  <a:lnTo>
                    <a:pt x="104623" y="18154"/>
                  </a:lnTo>
                  <a:lnTo>
                    <a:pt x="105578" y="16243"/>
                  </a:lnTo>
                  <a:lnTo>
                    <a:pt x="106534" y="14332"/>
                  </a:lnTo>
                  <a:lnTo>
                    <a:pt x="107489" y="11943"/>
                  </a:lnTo>
                  <a:lnTo>
                    <a:pt x="107967" y="10988"/>
                  </a:lnTo>
                  <a:lnTo>
                    <a:pt x="108923" y="10510"/>
                  </a:lnTo>
                  <a:lnTo>
                    <a:pt x="109878" y="10032"/>
                  </a:lnTo>
                  <a:lnTo>
                    <a:pt x="110833" y="9555"/>
                  </a:lnTo>
                  <a:lnTo>
                    <a:pt x="113222" y="9555"/>
                  </a:lnTo>
                  <a:lnTo>
                    <a:pt x="113700" y="10032"/>
                  </a:lnTo>
                  <a:lnTo>
                    <a:pt x="117044" y="13854"/>
                  </a:lnTo>
                  <a:lnTo>
                    <a:pt x="117521" y="14332"/>
                  </a:lnTo>
                  <a:lnTo>
                    <a:pt x="120866" y="14332"/>
                  </a:lnTo>
                  <a:lnTo>
                    <a:pt x="121343" y="14332"/>
                  </a:lnTo>
                  <a:lnTo>
                    <a:pt x="123732" y="13376"/>
                  </a:lnTo>
                  <a:lnTo>
                    <a:pt x="124687" y="13376"/>
                  </a:lnTo>
                  <a:lnTo>
                    <a:pt x="126598" y="14332"/>
                  </a:lnTo>
                  <a:lnTo>
                    <a:pt x="127554" y="15287"/>
                  </a:lnTo>
                  <a:lnTo>
                    <a:pt x="128509" y="15765"/>
                  </a:lnTo>
                  <a:lnTo>
                    <a:pt x="133764" y="16243"/>
                  </a:lnTo>
                  <a:lnTo>
                    <a:pt x="135675" y="18154"/>
                  </a:lnTo>
                  <a:lnTo>
                    <a:pt x="136631" y="18154"/>
                  </a:lnTo>
                  <a:lnTo>
                    <a:pt x="139975" y="18154"/>
                  </a:lnTo>
                  <a:lnTo>
                    <a:pt x="142364" y="18154"/>
                  </a:lnTo>
                  <a:lnTo>
                    <a:pt x="144274" y="18632"/>
                  </a:lnTo>
                  <a:lnTo>
                    <a:pt x="145230" y="21020"/>
                  </a:lnTo>
                  <a:lnTo>
                    <a:pt x="146185" y="23409"/>
                  </a:lnTo>
                  <a:lnTo>
                    <a:pt x="146663" y="23886"/>
                  </a:lnTo>
                  <a:lnTo>
                    <a:pt x="148574" y="24842"/>
                  </a:lnTo>
                  <a:lnTo>
                    <a:pt x="149530" y="25320"/>
                  </a:lnTo>
                  <a:lnTo>
                    <a:pt x="149051" y="27708"/>
                  </a:lnTo>
                  <a:lnTo>
                    <a:pt x="149530" y="30097"/>
                  </a:lnTo>
                  <a:lnTo>
                    <a:pt x="153829" y="32008"/>
                  </a:lnTo>
                  <a:lnTo>
                    <a:pt x="158606" y="32963"/>
                  </a:lnTo>
                  <a:lnTo>
                    <a:pt x="163383" y="32963"/>
                  </a:lnTo>
                  <a:lnTo>
                    <a:pt x="168161" y="32963"/>
                  </a:lnTo>
                  <a:lnTo>
                    <a:pt x="171027" y="32486"/>
                  </a:lnTo>
                  <a:lnTo>
                    <a:pt x="174371" y="31530"/>
                  </a:lnTo>
                  <a:lnTo>
                    <a:pt x="174849" y="31530"/>
                  </a:lnTo>
                  <a:lnTo>
                    <a:pt x="181060" y="33919"/>
                  </a:lnTo>
                  <a:lnTo>
                    <a:pt x="181537" y="34397"/>
                  </a:lnTo>
                  <a:lnTo>
                    <a:pt x="182015" y="36308"/>
                  </a:lnTo>
                  <a:lnTo>
                    <a:pt x="182015" y="38218"/>
                  </a:lnTo>
                  <a:lnTo>
                    <a:pt x="181060" y="42996"/>
                  </a:lnTo>
                  <a:lnTo>
                    <a:pt x="181060" y="44429"/>
                  </a:lnTo>
                  <a:lnTo>
                    <a:pt x="181060" y="45384"/>
                  </a:lnTo>
                  <a:lnTo>
                    <a:pt x="182492" y="48251"/>
                  </a:lnTo>
                  <a:lnTo>
                    <a:pt x="182971" y="49206"/>
                  </a:lnTo>
                  <a:lnTo>
                    <a:pt x="185359" y="50639"/>
                  </a:lnTo>
                  <a:lnTo>
                    <a:pt x="185359" y="51595"/>
                  </a:lnTo>
                  <a:lnTo>
                    <a:pt x="184881" y="52073"/>
                  </a:lnTo>
                  <a:lnTo>
                    <a:pt x="182492" y="51595"/>
                  </a:lnTo>
                  <a:lnTo>
                    <a:pt x="181060" y="51117"/>
                  </a:lnTo>
                  <a:lnTo>
                    <a:pt x="180104" y="50162"/>
                  </a:lnTo>
                  <a:lnTo>
                    <a:pt x="178671" y="49206"/>
                  </a:lnTo>
                  <a:lnTo>
                    <a:pt x="176760" y="49684"/>
                  </a:lnTo>
                  <a:lnTo>
                    <a:pt x="171983" y="48728"/>
                  </a:lnTo>
                  <a:lnTo>
                    <a:pt x="167205" y="46817"/>
                  </a:lnTo>
                  <a:lnTo>
                    <a:pt x="158606" y="43474"/>
                  </a:lnTo>
                  <a:lnTo>
                    <a:pt x="156217" y="43474"/>
                  </a:lnTo>
                  <a:lnTo>
                    <a:pt x="153829" y="43951"/>
                  </a:lnTo>
                  <a:lnTo>
                    <a:pt x="151440" y="44907"/>
                  </a:lnTo>
                  <a:lnTo>
                    <a:pt x="149051" y="45384"/>
                  </a:lnTo>
                  <a:lnTo>
                    <a:pt x="147141" y="45862"/>
                  </a:lnTo>
                  <a:lnTo>
                    <a:pt x="145230" y="45384"/>
                  </a:lnTo>
                  <a:lnTo>
                    <a:pt x="140930" y="44907"/>
                  </a:lnTo>
                  <a:lnTo>
                    <a:pt x="136153" y="43951"/>
                  </a:lnTo>
                  <a:lnTo>
                    <a:pt x="124210" y="43951"/>
                  </a:lnTo>
                  <a:lnTo>
                    <a:pt x="120388" y="42996"/>
                  </a:lnTo>
                  <a:lnTo>
                    <a:pt x="115133" y="42518"/>
                  </a:lnTo>
                  <a:lnTo>
                    <a:pt x="110355" y="42040"/>
                  </a:lnTo>
                  <a:lnTo>
                    <a:pt x="106056" y="41085"/>
                  </a:lnTo>
                  <a:lnTo>
                    <a:pt x="95068" y="36308"/>
                  </a:lnTo>
                  <a:lnTo>
                    <a:pt x="91246" y="34874"/>
                  </a:lnTo>
                  <a:lnTo>
                    <a:pt x="79781" y="32963"/>
                  </a:lnTo>
                  <a:lnTo>
                    <a:pt x="77870" y="32486"/>
                  </a:lnTo>
                  <a:lnTo>
                    <a:pt x="74048" y="32963"/>
                  </a:lnTo>
                  <a:lnTo>
                    <a:pt x="71182" y="32008"/>
                  </a:lnTo>
                  <a:lnTo>
                    <a:pt x="69271" y="32008"/>
                  </a:lnTo>
                  <a:lnTo>
                    <a:pt x="65927" y="32963"/>
                  </a:lnTo>
                  <a:lnTo>
                    <a:pt x="64493" y="33441"/>
                  </a:lnTo>
                  <a:lnTo>
                    <a:pt x="63538" y="34397"/>
                  </a:lnTo>
                  <a:lnTo>
                    <a:pt x="61150" y="34397"/>
                  </a:lnTo>
                  <a:lnTo>
                    <a:pt x="58761" y="34397"/>
                  </a:lnTo>
                  <a:lnTo>
                    <a:pt x="53028" y="32963"/>
                  </a:lnTo>
                  <a:lnTo>
                    <a:pt x="50639" y="32486"/>
                  </a:lnTo>
                  <a:lnTo>
                    <a:pt x="48251" y="31530"/>
                  </a:lnTo>
                  <a:lnTo>
                    <a:pt x="46340" y="30097"/>
                  </a:lnTo>
                  <a:lnTo>
                    <a:pt x="45384" y="29619"/>
                  </a:lnTo>
                  <a:lnTo>
                    <a:pt x="40129" y="28664"/>
                  </a:lnTo>
                  <a:lnTo>
                    <a:pt x="35830" y="28186"/>
                  </a:lnTo>
                  <a:lnTo>
                    <a:pt x="27230" y="27708"/>
                  </a:lnTo>
                  <a:lnTo>
                    <a:pt x="25320" y="27231"/>
                  </a:lnTo>
                  <a:lnTo>
                    <a:pt x="23886" y="26753"/>
                  </a:lnTo>
                  <a:lnTo>
                    <a:pt x="22931" y="25798"/>
                  </a:lnTo>
                  <a:lnTo>
                    <a:pt x="22931" y="24364"/>
                  </a:lnTo>
                  <a:lnTo>
                    <a:pt x="23886" y="23409"/>
                  </a:lnTo>
                  <a:lnTo>
                    <a:pt x="24364" y="21976"/>
                  </a:lnTo>
                  <a:lnTo>
                    <a:pt x="24842" y="21020"/>
                  </a:lnTo>
                  <a:lnTo>
                    <a:pt x="18632" y="18632"/>
                  </a:lnTo>
                  <a:lnTo>
                    <a:pt x="13854" y="17198"/>
                  </a:lnTo>
                  <a:lnTo>
                    <a:pt x="11466" y="17198"/>
                  </a:lnTo>
                  <a:lnTo>
                    <a:pt x="9555" y="17198"/>
                  </a:lnTo>
                  <a:lnTo>
                    <a:pt x="6688" y="17198"/>
                  </a:lnTo>
                  <a:lnTo>
                    <a:pt x="4300" y="17198"/>
                  </a:lnTo>
                  <a:lnTo>
                    <a:pt x="3344" y="16721"/>
                  </a:lnTo>
                  <a:lnTo>
                    <a:pt x="1911" y="16721"/>
                  </a:lnTo>
                  <a:lnTo>
                    <a:pt x="955" y="17198"/>
                  </a:lnTo>
                  <a:lnTo>
                    <a:pt x="0" y="16721"/>
                  </a:lnTo>
                  <a:lnTo>
                    <a:pt x="0" y="15765"/>
                  </a:lnTo>
                  <a:lnTo>
                    <a:pt x="478" y="14810"/>
                  </a:lnTo>
                  <a:lnTo>
                    <a:pt x="1433" y="13854"/>
                  </a:lnTo>
                  <a:lnTo>
                    <a:pt x="2389" y="13854"/>
                  </a:lnTo>
                  <a:lnTo>
                    <a:pt x="2389" y="15287"/>
                  </a:lnTo>
                  <a:lnTo>
                    <a:pt x="2866" y="15765"/>
                  </a:lnTo>
                  <a:lnTo>
                    <a:pt x="3822" y="16243"/>
                  </a:lnTo>
                  <a:lnTo>
                    <a:pt x="4300" y="15765"/>
                  </a:lnTo>
                  <a:lnTo>
                    <a:pt x="6688" y="13854"/>
                  </a:lnTo>
                  <a:lnTo>
                    <a:pt x="7166" y="12899"/>
                  </a:lnTo>
                  <a:lnTo>
                    <a:pt x="8121" y="10032"/>
                  </a:lnTo>
                  <a:lnTo>
                    <a:pt x="9077" y="10988"/>
                  </a:lnTo>
                  <a:lnTo>
                    <a:pt x="10032" y="10510"/>
                  </a:lnTo>
                  <a:lnTo>
                    <a:pt x="10510" y="10032"/>
                  </a:lnTo>
                  <a:lnTo>
                    <a:pt x="11943" y="3822"/>
                  </a:lnTo>
                  <a:lnTo>
                    <a:pt x="13377" y="1911"/>
                  </a:lnTo>
                  <a:lnTo>
                    <a:pt x="15287" y="478"/>
                  </a:lnTo>
                  <a:lnTo>
                    <a:pt x="16243" y="0"/>
                  </a:lnTo>
                  <a:lnTo>
                    <a:pt x="18154" y="956"/>
                  </a:lnTo>
                  <a:lnTo>
                    <a:pt x="21498" y="1433"/>
                  </a:lnTo>
                  <a:lnTo>
                    <a:pt x="23886" y="1911"/>
                  </a:lnTo>
                  <a:lnTo>
                    <a:pt x="25798" y="1911"/>
                  </a:lnTo>
                  <a:lnTo>
                    <a:pt x="28186" y="2389"/>
                  </a:lnTo>
                  <a:lnTo>
                    <a:pt x="31052" y="3344"/>
                  </a:lnTo>
                  <a:lnTo>
                    <a:pt x="32008" y="3344"/>
                  </a:lnTo>
                  <a:lnTo>
                    <a:pt x="33441" y="2867"/>
                  </a:lnTo>
                  <a:lnTo>
                    <a:pt x="34874" y="1911"/>
                  </a:lnTo>
                  <a:lnTo>
                    <a:pt x="35352" y="0"/>
                  </a:lnTo>
                  <a:lnTo>
                    <a:pt x="37741" y="956"/>
                  </a:lnTo>
                  <a:lnTo>
                    <a:pt x="41085" y="1433"/>
                  </a:lnTo>
                  <a:lnTo>
                    <a:pt x="4204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2" name="Freeform 4471">
              <a:extLst>
                <a:ext uri="{FF2B5EF4-FFF2-40B4-BE49-F238E27FC236}">
                  <a16:creationId xmlns:a16="http://schemas.microsoft.com/office/drawing/2014/main" id="{77BBCDD2-F90A-CCF0-9ECB-94996E6BF9B3}"/>
                </a:ext>
              </a:extLst>
            </p:cNvPr>
            <p:cNvSpPr/>
            <p:nvPr/>
          </p:nvSpPr>
          <p:spPr>
            <a:xfrm>
              <a:off x="8342283" y="4840952"/>
              <a:ext cx="1433" cy="2388"/>
            </a:xfrm>
            <a:custGeom>
              <a:avLst/>
              <a:gdLst>
                <a:gd name="csX0" fmla="*/ 1433 w 1433"/>
                <a:gd name="csY0" fmla="*/ 1911 h 2388"/>
                <a:gd name="csX1" fmla="*/ 1433 w 1433"/>
                <a:gd name="csY1" fmla="*/ 2389 h 2388"/>
                <a:gd name="csX2" fmla="*/ 478 w 1433"/>
                <a:gd name="csY2" fmla="*/ 1433 h 2388"/>
                <a:gd name="csX3" fmla="*/ 0 w 1433"/>
                <a:gd name="csY3" fmla="*/ 956 h 2388"/>
                <a:gd name="csX4" fmla="*/ 0 w 1433"/>
                <a:gd name="csY4" fmla="*/ 0 h 2388"/>
                <a:gd name="csX5" fmla="*/ 956 w 1433"/>
                <a:gd name="csY5" fmla="*/ 478 h 2388"/>
                <a:gd name="csX6" fmla="*/ 1433 w 1433"/>
                <a:gd name="csY6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2388">
                  <a:moveTo>
                    <a:pt x="1433" y="1911"/>
                  </a:moveTo>
                  <a:lnTo>
                    <a:pt x="1433" y="2389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3" name="Freeform 4472">
              <a:extLst>
                <a:ext uri="{FF2B5EF4-FFF2-40B4-BE49-F238E27FC236}">
                  <a16:creationId xmlns:a16="http://schemas.microsoft.com/office/drawing/2014/main" id="{37815FC4-2723-65F0-A123-ECDC55CD1A93}"/>
                </a:ext>
              </a:extLst>
            </p:cNvPr>
            <p:cNvSpPr/>
            <p:nvPr/>
          </p:nvSpPr>
          <p:spPr>
            <a:xfrm>
              <a:off x="8272057" y="4839041"/>
              <a:ext cx="2388" cy="12421"/>
            </a:xfrm>
            <a:custGeom>
              <a:avLst/>
              <a:gdLst>
                <a:gd name="csX0" fmla="*/ 1911 w 2388"/>
                <a:gd name="csY0" fmla="*/ 9555 h 12421"/>
                <a:gd name="csX1" fmla="*/ 955 w 2388"/>
                <a:gd name="csY1" fmla="*/ 12421 h 12421"/>
                <a:gd name="csX2" fmla="*/ 478 w 2388"/>
                <a:gd name="csY2" fmla="*/ 11466 h 12421"/>
                <a:gd name="csX3" fmla="*/ 478 w 2388"/>
                <a:gd name="csY3" fmla="*/ 8599 h 12421"/>
                <a:gd name="csX4" fmla="*/ 0 w 2388"/>
                <a:gd name="csY4" fmla="*/ 7166 h 12421"/>
                <a:gd name="csX5" fmla="*/ 478 w 2388"/>
                <a:gd name="csY5" fmla="*/ 5733 h 12421"/>
                <a:gd name="csX6" fmla="*/ 478 w 2388"/>
                <a:gd name="csY6" fmla="*/ 1911 h 12421"/>
                <a:gd name="csX7" fmla="*/ 955 w 2388"/>
                <a:gd name="csY7" fmla="*/ 0 h 12421"/>
                <a:gd name="csX8" fmla="*/ 1911 w 2388"/>
                <a:gd name="csY8" fmla="*/ 2389 h 12421"/>
                <a:gd name="csX9" fmla="*/ 2389 w 2388"/>
                <a:gd name="csY9" fmla="*/ 3344 h 12421"/>
                <a:gd name="csX10" fmla="*/ 1911 w 2388"/>
                <a:gd name="csY10" fmla="*/ 9555 h 12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12421">
                  <a:moveTo>
                    <a:pt x="1911" y="9555"/>
                  </a:moveTo>
                  <a:lnTo>
                    <a:pt x="955" y="12421"/>
                  </a:lnTo>
                  <a:lnTo>
                    <a:pt x="478" y="11466"/>
                  </a:lnTo>
                  <a:lnTo>
                    <a:pt x="478" y="8599"/>
                  </a:lnTo>
                  <a:lnTo>
                    <a:pt x="0" y="7166"/>
                  </a:lnTo>
                  <a:lnTo>
                    <a:pt x="478" y="5733"/>
                  </a:lnTo>
                  <a:lnTo>
                    <a:pt x="478" y="1911"/>
                  </a:lnTo>
                  <a:lnTo>
                    <a:pt x="955" y="0"/>
                  </a:lnTo>
                  <a:lnTo>
                    <a:pt x="1911" y="2389"/>
                  </a:lnTo>
                  <a:lnTo>
                    <a:pt x="2389" y="3344"/>
                  </a:lnTo>
                  <a:lnTo>
                    <a:pt x="1911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4" name="Freeform 4473">
              <a:extLst>
                <a:ext uri="{FF2B5EF4-FFF2-40B4-BE49-F238E27FC236}">
                  <a16:creationId xmlns:a16="http://schemas.microsoft.com/office/drawing/2014/main" id="{8D38E1E9-BEF9-83F4-95B6-774FD04634CA}"/>
                </a:ext>
              </a:extLst>
            </p:cNvPr>
            <p:cNvSpPr/>
            <p:nvPr/>
          </p:nvSpPr>
          <p:spPr>
            <a:xfrm>
              <a:off x="8116317" y="4838085"/>
              <a:ext cx="2866" cy="2388"/>
            </a:xfrm>
            <a:custGeom>
              <a:avLst/>
              <a:gdLst>
                <a:gd name="csX0" fmla="*/ 2866 w 2866"/>
                <a:gd name="csY0" fmla="*/ 1433 h 2388"/>
                <a:gd name="csX1" fmla="*/ 2389 w 2866"/>
                <a:gd name="csY1" fmla="*/ 2389 h 2388"/>
                <a:gd name="csX2" fmla="*/ 478 w 2866"/>
                <a:gd name="csY2" fmla="*/ 2389 h 2388"/>
                <a:gd name="csX3" fmla="*/ 0 w 2866"/>
                <a:gd name="csY3" fmla="*/ 1433 h 2388"/>
                <a:gd name="csX4" fmla="*/ 1433 w 2866"/>
                <a:gd name="csY4" fmla="*/ 0 h 2388"/>
                <a:gd name="csX5" fmla="*/ 2389 w 2866"/>
                <a:gd name="csY5" fmla="*/ 0 h 2388"/>
                <a:gd name="csX6" fmla="*/ 2866 w 2866"/>
                <a:gd name="csY6" fmla="*/ 478 h 2388"/>
                <a:gd name="csX7" fmla="*/ 2866 w 2866"/>
                <a:gd name="csY7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388">
                  <a:moveTo>
                    <a:pt x="2866" y="1433"/>
                  </a:moveTo>
                  <a:lnTo>
                    <a:pt x="2389" y="2389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866" y="478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5" name="Freeform 4474">
              <a:extLst>
                <a:ext uri="{FF2B5EF4-FFF2-40B4-BE49-F238E27FC236}">
                  <a16:creationId xmlns:a16="http://schemas.microsoft.com/office/drawing/2014/main" id="{91F0BCC7-7F91-E046-C899-4765B7FC3597}"/>
                </a:ext>
              </a:extLst>
            </p:cNvPr>
            <p:cNvSpPr/>
            <p:nvPr/>
          </p:nvSpPr>
          <p:spPr>
            <a:xfrm>
              <a:off x="8513788" y="4836175"/>
              <a:ext cx="3822" cy="6210"/>
            </a:xfrm>
            <a:custGeom>
              <a:avLst/>
              <a:gdLst>
                <a:gd name="csX0" fmla="*/ 3822 w 3822"/>
                <a:gd name="csY0" fmla="*/ 4299 h 6210"/>
                <a:gd name="csX1" fmla="*/ 2389 w 3822"/>
                <a:gd name="csY1" fmla="*/ 6210 h 6210"/>
                <a:gd name="csX2" fmla="*/ 1433 w 3822"/>
                <a:gd name="csY2" fmla="*/ 5255 h 6210"/>
                <a:gd name="csX3" fmla="*/ 956 w 3822"/>
                <a:gd name="csY3" fmla="*/ 5255 h 6210"/>
                <a:gd name="csX4" fmla="*/ 956 w 3822"/>
                <a:gd name="csY4" fmla="*/ 4299 h 6210"/>
                <a:gd name="csX5" fmla="*/ 956 w 3822"/>
                <a:gd name="csY5" fmla="*/ 2389 h 6210"/>
                <a:gd name="csX6" fmla="*/ 0 w 3822"/>
                <a:gd name="csY6" fmla="*/ 0 h 6210"/>
                <a:gd name="csX7" fmla="*/ 1433 w 3822"/>
                <a:gd name="csY7" fmla="*/ 0 h 6210"/>
                <a:gd name="csX8" fmla="*/ 1911 w 3822"/>
                <a:gd name="csY8" fmla="*/ 478 h 6210"/>
                <a:gd name="csX9" fmla="*/ 2389 w 3822"/>
                <a:gd name="csY9" fmla="*/ 956 h 6210"/>
                <a:gd name="csX10" fmla="*/ 3822 w 3822"/>
                <a:gd name="csY10" fmla="*/ 3344 h 6210"/>
                <a:gd name="csX11" fmla="*/ 3822 w 3822"/>
                <a:gd name="csY11" fmla="*/ 4299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6210">
                  <a:moveTo>
                    <a:pt x="3822" y="4299"/>
                  </a:moveTo>
                  <a:lnTo>
                    <a:pt x="2389" y="6210"/>
                  </a:lnTo>
                  <a:lnTo>
                    <a:pt x="1433" y="5255"/>
                  </a:lnTo>
                  <a:lnTo>
                    <a:pt x="956" y="5255"/>
                  </a:lnTo>
                  <a:lnTo>
                    <a:pt x="956" y="4299"/>
                  </a:lnTo>
                  <a:lnTo>
                    <a:pt x="956" y="2389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389" y="956"/>
                  </a:lnTo>
                  <a:lnTo>
                    <a:pt x="3822" y="3344"/>
                  </a:lnTo>
                  <a:lnTo>
                    <a:pt x="3822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6" name="Freeform 4475">
              <a:extLst>
                <a:ext uri="{FF2B5EF4-FFF2-40B4-BE49-F238E27FC236}">
                  <a16:creationId xmlns:a16="http://schemas.microsoft.com/office/drawing/2014/main" id="{569C12DE-A1B8-0ED9-930A-38F221B8FB78}"/>
                </a:ext>
              </a:extLst>
            </p:cNvPr>
            <p:cNvSpPr/>
            <p:nvPr/>
          </p:nvSpPr>
          <p:spPr>
            <a:xfrm>
              <a:off x="8544362" y="4832831"/>
              <a:ext cx="11943" cy="17198"/>
            </a:xfrm>
            <a:custGeom>
              <a:avLst/>
              <a:gdLst>
                <a:gd name="csX0" fmla="*/ 11466 w 11943"/>
                <a:gd name="csY0" fmla="*/ 4777 h 17198"/>
                <a:gd name="csX1" fmla="*/ 11466 w 11943"/>
                <a:gd name="csY1" fmla="*/ 5733 h 17198"/>
                <a:gd name="csX2" fmla="*/ 11466 w 11943"/>
                <a:gd name="csY2" fmla="*/ 7166 h 17198"/>
                <a:gd name="csX3" fmla="*/ 11943 w 11943"/>
                <a:gd name="csY3" fmla="*/ 8121 h 17198"/>
                <a:gd name="csX4" fmla="*/ 10988 w 11943"/>
                <a:gd name="csY4" fmla="*/ 9555 h 17198"/>
                <a:gd name="csX5" fmla="*/ 11466 w 11943"/>
                <a:gd name="csY5" fmla="*/ 11466 h 17198"/>
                <a:gd name="csX6" fmla="*/ 11943 w 11943"/>
                <a:gd name="csY6" fmla="*/ 11943 h 17198"/>
                <a:gd name="csX7" fmla="*/ 11943 w 11943"/>
                <a:gd name="csY7" fmla="*/ 13376 h 17198"/>
                <a:gd name="csX8" fmla="*/ 11466 w 11943"/>
                <a:gd name="csY8" fmla="*/ 13854 h 17198"/>
                <a:gd name="csX9" fmla="*/ 10988 w 11943"/>
                <a:gd name="csY9" fmla="*/ 15765 h 17198"/>
                <a:gd name="csX10" fmla="*/ 10510 w 11943"/>
                <a:gd name="csY10" fmla="*/ 16243 h 17198"/>
                <a:gd name="csX11" fmla="*/ 10032 w 11943"/>
                <a:gd name="csY11" fmla="*/ 16243 h 17198"/>
                <a:gd name="csX12" fmla="*/ 9555 w 11943"/>
                <a:gd name="csY12" fmla="*/ 17198 h 17198"/>
                <a:gd name="csX13" fmla="*/ 5733 w 11943"/>
                <a:gd name="csY13" fmla="*/ 16243 h 17198"/>
                <a:gd name="csX14" fmla="*/ 3822 w 11943"/>
                <a:gd name="csY14" fmla="*/ 15287 h 17198"/>
                <a:gd name="csX15" fmla="*/ 2389 w 11943"/>
                <a:gd name="csY15" fmla="*/ 13854 h 17198"/>
                <a:gd name="csX16" fmla="*/ 1911 w 11943"/>
                <a:gd name="csY16" fmla="*/ 13376 h 17198"/>
                <a:gd name="csX17" fmla="*/ 478 w 11943"/>
                <a:gd name="csY17" fmla="*/ 11943 h 17198"/>
                <a:gd name="csX18" fmla="*/ 0 w 11943"/>
                <a:gd name="csY18" fmla="*/ 11466 h 17198"/>
                <a:gd name="csX19" fmla="*/ 0 w 11943"/>
                <a:gd name="csY19" fmla="*/ 10510 h 17198"/>
                <a:gd name="csX20" fmla="*/ 1433 w 11943"/>
                <a:gd name="csY20" fmla="*/ 10510 h 17198"/>
                <a:gd name="csX21" fmla="*/ 2866 w 11943"/>
                <a:gd name="csY21" fmla="*/ 10510 h 17198"/>
                <a:gd name="csX22" fmla="*/ 2866 w 11943"/>
                <a:gd name="csY22" fmla="*/ 10032 h 17198"/>
                <a:gd name="csX23" fmla="*/ 3344 w 11943"/>
                <a:gd name="csY23" fmla="*/ 7166 h 17198"/>
                <a:gd name="csX24" fmla="*/ 1433 w 11943"/>
                <a:gd name="csY24" fmla="*/ 5733 h 17198"/>
                <a:gd name="csX25" fmla="*/ 955 w 11943"/>
                <a:gd name="csY25" fmla="*/ 5255 h 17198"/>
                <a:gd name="csX26" fmla="*/ 1433 w 11943"/>
                <a:gd name="csY26" fmla="*/ 4777 h 17198"/>
                <a:gd name="csX27" fmla="*/ 3344 w 11943"/>
                <a:gd name="csY27" fmla="*/ 5255 h 17198"/>
                <a:gd name="csX28" fmla="*/ 5733 w 11943"/>
                <a:gd name="csY28" fmla="*/ 2389 h 17198"/>
                <a:gd name="csX29" fmla="*/ 6688 w 11943"/>
                <a:gd name="csY29" fmla="*/ 1911 h 17198"/>
                <a:gd name="csX30" fmla="*/ 6688 w 11943"/>
                <a:gd name="csY30" fmla="*/ 0 h 17198"/>
                <a:gd name="csX31" fmla="*/ 8121 w 11943"/>
                <a:gd name="csY31" fmla="*/ 0 h 17198"/>
                <a:gd name="csX32" fmla="*/ 9077 w 11943"/>
                <a:gd name="csY32" fmla="*/ 0 h 17198"/>
                <a:gd name="csX33" fmla="*/ 9555 w 11943"/>
                <a:gd name="csY33" fmla="*/ 956 h 17198"/>
                <a:gd name="csX34" fmla="*/ 10032 w 11943"/>
                <a:gd name="csY34" fmla="*/ 1911 h 17198"/>
                <a:gd name="csX35" fmla="*/ 9555 w 11943"/>
                <a:gd name="csY35" fmla="*/ 2866 h 17198"/>
                <a:gd name="csX36" fmla="*/ 10510 w 11943"/>
                <a:gd name="csY36" fmla="*/ 3344 h 17198"/>
                <a:gd name="csX37" fmla="*/ 11466 w 11943"/>
                <a:gd name="csY37" fmla="*/ 4777 h 17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11943" h="17198">
                  <a:moveTo>
                    <a:pt x="11466" y="4777"/>
                  </a:moveTo>
                  <a:lnTo>
                    <a:pt x="11466" y="5733"/>
                  </a:lnTo>
                  <a:lnTo>
                    <a:pt x="11466" y="7166"/>
                  </a:lnTo>
                  <a:lnTo>
                    <a:pt x="11943" y="8121"/>
                  </a:lnTo>
                  <a:lnTo>
                    <a:pt x="10988" y="9555"/>
                  </a:lnTo>
                  <a:lnTo>
                    <a:pt x="11466" y="11466"/>
                  </a:lnTo>
                  <a:lnTo>
                    <a:pt x="11943" y="11943"/>
                  </a:lnTo>
                  <a:lnTo>
                    <a:pt x="11943" y="13376"/>
                  </a:lnTo>
                  <a:lnTo>
                    <a:pt x="11466" y="13854"/>
                  </a:lnTo>
                  <a:lnTo>
                    <a:pt x="10988" y="15765"/>
                  </a:lnTo>
                  <a:lnTo>
                    <a:pt x="10510" y="16243"/>
                  </a:lnTo>
                  <a:lnTo>
                    <a:pt x="10032" y="16243"/>
                  </a:lnTo>
                  <a:lnTo>
                    <a:pt x="9555" y="17198"/>
                  </a:lnTo>
                  <a:lnTo>
                    <a:pt x="5733" y="16243"/>
                  </a:lnTo>
                  <a:lnTo>
                    <a:pt x="3822" y="15287"/>
                  </a:lnTo>
                  <a:lnTo>
                    <a:pt x="2389" y="13854"/>
                  </a:lnTo>
                  <a:lnTo>
                    <a:pt x="1911" y="13376"/>
                  </a:lnTo>
                  <a:lnTo>
                    <a:pt x="478" y="11943"/>
                  </a:lnTo>
                  <a:lnTo>
                    <a:pt x="0" y="11466"/>
                  </a:lnTo>
                  <a:lnTo>
                    <a:pt x="0" y="10510"/>
                  </a:lnTo>
                  <a:lnTo>
                    <a:pt x="1433" y="10510"/>
                  </a:lnTo>
                  <a:lnTo>
                    <a:pt x="2866" y="10510"/>
                  </a:lnTo>
                  <a:lnTo>
                    <a:pt x="2866" y="10032"/>
                  </a:lnTo>
                  <a:lnTo>
                    <a:pt x="3344" y="7166"/>
                  </a:lnTo>
                  <a:lnTo>
                    <a:pt x="1433" y="5733"/>
                  </a:lnTo>
                  <a:lnTo>
                    <a:pt x="955" y="5255"/>
                  </a:lnTo>
                  <a:lnTo>
                    <a:pt x="1433" y="4777"/>
                  </a:lnTo>
                  <a:lnTo>
                    <a:pt x="3344" y="5255"/>
                  </a:lnTo>
                  <a:lnTo>
                    <a:pt x="5733" y="2389"/>
                  </a:lnTo>
                  <a:lnTo>
                    <a:pt x="6688" y="1911"/>
                  </a:lnTo>
                  <a:lnTo>
                    <a:pt x="6688" y="0"/>
                  </a:lnTo>
                  <a:lnTo>
                    <a:pt x="8121" y="0"/>
                  </a:lnTo>
                  <a:lnTo>
                    <a:pt x="9077" y="0"/>
                  </a:lnTo>
                  <a:lnTo>
                    <a:pt x="9555" y="956"/>
                  </a:lnTo>
                  <a:lnTo>
                    <a:pt x="10032" y="1911"/>
                  </a:lnTo>
                  <a:lnTo>
                    <a:pt x="9555" y="2866"/>
                  </a:lnTo>
                  <a:lnTo>
                    <a:pt x="10510" y="3344"/>
                  </a:lnTo>
                  <a:lnTo>
                    <a:pt x="1146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7" name="Freeform 4476">
              <a:extLst>
                <a:ext uri="{FF2B5EF4-FFF2-40B4-BE49-F238E27FC236}">
                  <a16:creationId xmlns:a16="http://schemas.microsoft.com/office/drawing/2014/main" id="{39B6DF80-2027-5367-363B-13C20B05D5B6}"/>
                </a:ext>
              </a:extLst>
            </p:cNvPr>
            <p:cNvSpPr/>
            <p:nvPr/>
          </p:nvSpPr>
          <p:spPr>
            <a:xfrm>
              <a:off x="8518087" y="4830919"/>
              <a:ext cx="6688" cy="11943"/>
            </a:xfrm>
            <a:custGeom>
              <a:avLst/>
              <a:gdLst>
                <a:gd name="csX0" fmla="*/ 1911 w 6688"/>
                <a:gd name="csY0" fmla="*/ 10510 h 11943"/>
                <a:gd name="csX1" fmla="*/ 0 w 6688"/>
                <a:gd name="csY1" fmla="*/ 11943 h 11943"/>
                <a:gd name="csX2" fmla="*/ 1433 w 6688"/>
                <a:gd name="csY2" fmla="*/ 8599 h 11943"/>
                <a:gd name="csX3" fmla="*/ 1911 w 6688"/>
                <a:gd name="csY3" fmla="*/ 6688 h 11943"/>
                <a:gd name="csX4" fmla="*/ 3344 w 6688"/>
                <a:gd name="csY4" fmla="*/ 5255 h 11943"/>
                <a:gd name="csX5" fmla="*/ 5255 w 6688"/>
                <a:gd name="csY5" fmla="*/ 0 h 11943"/>
                <a:gd name="csX6" fmla="*/ 5733 w 6688"/>
                <a:gd name="csY6" fmla="*/ 0 h 11943"/>
                <a:gd name="csX7" fmla="*/ 6688 w 6688"/>
                <a:gd name="csY7" fmla="*/ 478 h 11943"/>
                <a:gd name="csX8" fmla="*/ 5733 w 6688"/>
                <a:gd name="csY8" fmla="*/ 4777 h 11943"/>
                <a:gd name="csX9" fmla="*/ 2389 w 6688"/>
                <a:gd name="csY9" fmla="*/ 7644 h 11943"/>
                <a:gd name="csX10" fmla="*/ 1911 w 6688"/>
                <a:gd name="csY10" fmla="*/ 10510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8" h="11943">
                  <a:moveTo>
                    <a:pt x="1911" y="10510"/>
                  </a:moveTo>
                  <a:lnTo>
                    <a:pt x="0" y="11943"/>
                  </a:lnTo>
                  <a:lnTo>
                    <a:pt x="1433" y="8599"/>
                  </a:lnTo>
                  <a:lnTo>
                    <a:pt x="1911" y="6688"/>
                  </a:lnTo>
                  <a:lnTo>
                    <a:pt x="3344" y="5255"/>
                  </a:lnTo>
                  <a:lnTo>
                    <a:pt x="5255" y="0"/>
                  </a:lnTo>
                  <a:lnTo>
                    <a:pt x="5733" y="0"/>
                  </a:lnTo>
                  <a:lnTo>
                    <a:pt x="6688" y="478"/>
                  </a:lnTo>
                  <a:lnTo>
                    <a:pt x="5733" y="4777"/>
                  </a:lnTo>
                  <a:lnTo>
                    <a:pt x="2389" y="7644"/>
                  </a:lnTo>
                  <a:lnTo>
                    <a:pt x="1911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8" name="Freeform 4477">
              <a:extLst>
                <a:ext uri="{FF2B5EF4-FFF2-40B4-BE49-F238E27FC236}">
                  <a16:creationId xmlns:a16="http://schemas.microsoft.com/office/drawing/2014/main" id="{F474E9C2-6BDF-C74A-35AF-6225F6EF45A7}"/>
                </a:ext>
              </a:extLst>
            </p:cNvPr>
            <p:cNvSpPr/>
            <p:nvPr/>
          </p:nvSpPr>
          <p:spPr>
            <a:xfrm>
              <a:off x="7908505" y="4830442"/>
              <a:ext cx="6210" cy="3344"/>
            </a:xfrm>
            <a:custGeom>
              <a:avLst/>
              <a:gdLst>
                <a:gd name="csX0" fmla="*/ 5255 w 6210"/>
                <a:gd name="csY0" fmla="*/ 3344 h 3344"/>
                <a:gd name="csX1" fmla="*/ 3821 w 6210"/>
                <a:gd name="csY1" fmla="*/ 3344 h 3344"/>
                <a:gd name="csX2" fmla="*/ 478 w 6210"/>
                <a:gd name="csY2" fmla="*/ 956 h 3344"/>
                <a:gd name="csX3" fmla="*/ 0 w 6210"/>
                <a:gd name="csY3" fmla="*/ 478 h 3344"/>
                <a:gd name="csX4" fmla="*/ 955 w 6210"/>
                <a:gd name="csY4" fmla="*/ 0 h 3344"/>
                <a:gd name="csX5" fmla="*/ 1911 w 6210"/>
                <a:gd name="csY5" fmla="*/ 0 h 3344"/>
                <a:gd name="csX6" fmla="*/ 5255 w 6210"/>
                <a:gd name="csY6" fmla="*/ 1433 h 3344"/>
                <a:gd name="csX7" fmla="*/ 6210 w 6210"/>
                <a:gd name="csY7" fmla="*/ 1911 h 3344"/>
                <a:gd name="csX8" fmla="*/ 5255 w 6210"/>
                <a:gd name="csY8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210" h="3344">
                  <a:moveTo>
                    <a:pt x="5255" y="3344"/>
                  </a:moveTo>
                  <a:lnTo>
                    <a:pt x="3821" y="3344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5255" y="1433"/>
                  </a:lnTo>
                  <a:lnTo>
                    <a:pt x="6210" y="1911"/>
                  </a:lnTo>
                  <a:lnTo>
                    <a:pt x="52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9" name="Freeform 4478">
              <a:extLst>
                <a:ext uri="{FF2B5EF4-FFF2-40B4-BE49-F238E27FC236}">
                  <a16:creationId xmlns:a16="http://schemas.microsoft.com/office/drawing/2014/main" id="{000ADD07-D589-C5C5-7628-E850465D8144}"/>
                </a:ext>
              </a:extLst>
            </p:cNvPr>
            <p:cNvSpPr/>
            <p:nvPr/>
          </p:nvSpPr>
          <p:spPr>
            <a:xfrm>
              <a:off x="8333684" y="4829486"/>
              <a:ext cx="1911" cy="2388"/>
            </a:xfrm>
            <a:custGeom>
              <a:avLst/>
              <a:gdLst>
                <a:gd name="csX0" fmla="*/ 1911 w 1911"/>
                <a:gd name="csY0" fmla="*/ 478 h 2388"/>
                <a:gd name="csX1" fmla="*/ 1433 w 1911"/>
                <a:gd name="csY1" fmla="*/ 2389 h 2388"/>
                <a:gd name="csX2" fmla="*/ 955 w 1911"/>
                <a:gd name="csY2" fmla="*/ 2389 h 2388"/>
                <a:gd name="csX3" fmla="*/ 0 w 1911"/>
                <a:gd name="csY3" fmla="*/ 1433 h 2388"/>
                <a:gd name="csX4" fmla="*/ 0 w 1911"/>
                <a:gd name="csY4" fmla="*/ 956 h 2388"/>
                <a:gd name="csX5" fmla="*/ 0 w 1911"/>
                <a:gd name="csY5" fmla="*/ 478 h 2388"/>
                <a:gd name="csX6" fmla="*/ 478 w 1911"/>
                <a:gd name="csY6" fmla="*/ 0 h 2388"/>
                <a:gd name="csX7" fmla="*/ 1911 w 1911"/>
                <a:gd name="csY7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2388">
                  <a:moveTo>
                    <a:pt x="1911" y="478"/>
                  </a:moveTo>
                  <a:lnTo>
                    <a:pt x="1433" y="2389"/>
                  </a:lnTo>
                  <a:lnTo>
                    <a:pt x="955" y="2389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0" name="Freeform 4479">
              <a:extLst>
                <a:ext uri="{FF2B5EF4-FFF2-40B4-BE49-F238E27FC236}">
                  <a16:creationId xmlns:a16="http://schemas.microsoft.com/office/drawing/2014/main" id="{9ECE1844-D66C-8E0E-85D7-5966E30FED65}"/>
                </a:ext>
              </a:extLst>
            </p:cNvPr>
            <p:cNvSpPr/>
            <p:nvPr/>
          </p:nvSpPr>
          <p:spPr>
            <a:xfrm>
              <a:off x="8299287" y="4826142"/>
              <a:ext cx="5255" cy="7165"/>
            </a:xfrm>
            <a:custGeom>
              <a:avLst/>
              <a:gdLst>
                <a:gd name="csX0" fmla="*/ 4777 w 5255"/>
                <a:gd name="csY0" fmla="*/ 6688 h 7165"/>
                <a:gd name="csX1" fmla="*/ 3344 w 5255"/>
                <a:gd name="csY1" fmla="*/ 7166 h 7165"/>
                <a:gd name="csX2" fmla="*/ 956 w 5255"/>
                <a:gd name="csY2" fmla="*/ 5255 h 7165"/>
                <a:gd name="csX3" fmla="*/ 0 w 5255"/>
                <a:gd name="csY3" fmla="*/ 3344 h 7165"/>
                <a:gd name="csX4" fmla="*/ 478 w 5255"/>
                <a:gd name="csY4" fmla="*/ 2389 h 7165"/>
                <a:gd name="csX5" fmla="*/ 956 w 5255"/>
                <a:gd name="csY5" fmla="*/ 1911 h 7165"/>
                <a:gd name="csX6" fmla="*/ 1433 w 5255"/>
                <a:gd name="csY6" fmla="*/ 1433 h 7165"/>
                <a:gd name="csX7" fmla="*/ 956 w 5255"/>
                <a:gd name="csY7" fmla="*/ 478 h 7165"/>
                <a:gd name="csX8" fmla="*/ 1911 w 5255"/>
                <a:gd name="csY8" fmla="*/ 0 h 7165"/>
                <a:gd name="csX9" fmla="*/ 3344 w 5255"/>
                <a:gd name="csY9" fmla="*/ 478 h 7165"/>
                <a:gd name="csX10" fmla="*/ 3822 w 5255"/>
                <a:gd name="csY10" fmla="*/ 1433 h 7165"/>
                <a:gd name="csX11" fmla="*/ 4777 w 5255"/>
                <a:gd name="csY11" fmla="*/ 1911 h 7165"/>
                <a:gd name="csX12" fmla="*/ 5255 w 5255"/>
                <a:gd name="csY12" fmla="*/ 2867 h 7165"/>
                <a:gd name="csX13" fmla="*/ 4777 w 5255"/>
                <a:gd name="csY13" fmla="*/ 668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255" h="7165">
                  <a:moveTo>
                    <a:pt x="4777" y="6688"/>
                  </a:moveTo>
                  <a:lnTo>
                    <a:pt x="3344" y="7166"/>
                  </a:lnTo>
                  <a:lnTo>
                    <a:pt x="956" y="5255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956" y="1911"/>
                  </a:lnTo>
                  <a:lnTo>
                    <a:pt x="1433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3822" y="1433"/>
                  </a:lnTo>
                  <a:lnTo>
                    <a:pt x="4777" y="1911"/>
                  </a:lnTo>
                  <a:lnTo>
                    <a:pt x="5255" y="2867"/>
                  </a:lnTo>
                  <a:lnTo>
                    <a:pt x="4777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1" name="Freeform 4480">
              <a:extLst>
                <a:ext uri="{FF2B5EF4-FFF2-40B4-BE49-F238E27FC236}">
                  <a16:creationId xmlns:a16="http://schemas.microsoft.com/office/drawing/2014/main" id="{CB85A868-DC18-45FD-CE1F-EF656C9091BB}"/>
                </a:ext>
              </a:extLst>
            </p:cNvPr>
            <p:cNvSpPr/>
            <p:nvPr/>
          </p:nvSpPr>
          <p:spPr>
            <a:xfrm>
              <a:off x="8308841" y="4818021"/>
              <a:ext cx="9554" cy="14331"/>
            </a:xfrm>
            <a:custGeom>
              <a:avLst/>
              <a:gdLst>
                <a:gd name="csX0" fmla="*/ 7166 w 9554"/>
                <a:gd name="csY0" fmla="*/ 11943 h 14331"/>
                <a:gd name="csX1" fmla="*/ 6688 w 9554"/>
                <a:gd name="csY1" fmla="*/ 12898 h 14331"/>
                <a:gd name="csX2" fmla="*/ 5255 w 9554"/>
                <a:gd name="csY2" fmla="*/ 13854 h 14331"/>
                <a:gd name="csX3" fmla="*/ 4777 w 9554"/>
                <a:gd name="csY3" fmla="*/ 14332 h 14331"/>
                <a:gd name="csX4" fmla="*/ 3822 w 9554"/>
                <a:gd name="csY4" fmla="*/ 13854 h 14331"/>
                <a:gd name="csX5" fmla="*/ 1911 w 9554"/>
                <a:gd name="csY5" fmla="*/ 12898 h 14331"/>
                <a:gd name="csX6" fmla="*/ 1433 w 9554"/>
                <a:gd name="csY6" fmla="*/ 13854 h 14331"/>
                <a:gd name="csX7" fmla="*/ 478 w 9554"/>
                <a:gd name="csY7" fmla="*/ 13854 h 14331"/>
                <a:gd name="csX8" fmla="*/ 0 w 9554"/>
                <a:gd name="csY8" fmla="*/ 12898 h 14331"/>
                <a:gd name="csX9" fmla="*/ 956 w 9554"/>
                <a:gd name="csY9" fmla="*/ 9555 h 14331"/>
                <a:gd name="csX10" fmla="*/ 1911 w 9554"/>
                <a:gd name="csY10" fmla="*/ 8121 h 14331"/>
                <a:gd name="csX11" fmla="*/ 1911 w 9554"/>
                <a:gd name="csY11" fmla="*/ 7166 h 14331"/>
                <a:gd name="csX12" fmla="*/ 956 w 9554"/>
                <a:gd name="csY12" fmla="*/ 4299 h 14331"/>
                <a:gd name="csX13" fmla="*/ 1433 w 9554"/>
                <a:gd name="csY13" fmla="*/ 2866 h 14331"/>
                <a:gd name="csX14" fmla="*/ 4777 w 9554"/>
                <a:gd name="csY14" fmla="*/ 1911 h 14331"/>
                <a:gd name="csX15" fmla="*/ 7166 w 9554"/>
                <a:gd name="csY15" fmla="*/ 478 h 14331"/>
                <a:gd name="csX16" fmla="*/ 8122 w 9554"/>
                <a:gd name="csY16" fmla="*/ 0 h 14331"/>
                <a:gd name="csX17" fmla="*/ 9077 w 9554"/>
                <a:gd name="csY17" fmla="*/ 955 h 14331"/>
                <a:gd name="csX18" fmla="*/ 9555 w 9554"/>
                <a:gd name="csY18" fmla="*/ 5733 h 14331"/>
                <a:gd name="csX19" fmla="*/ 6688 w 9554"/>
                <a:gd name="csY19" fmla="*/ 9555 h 14331"/>
                <a:gd name="csX20" fmla="*/ 7166 w 9554"/>
                <a:gd name="csY20" fmla="*/ 11943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9554" h="14331">
                  <a:moveTo>
                    <a:pt x="7166" y="11943"/>
                  </a:moveTo>
                  <a:lnTo>
                    <a:pt x="6688" y="12898"/>
                  </a:lnTo>
                  <a:lnTo>
                    <a:pt x="5255" y="13854"/>
                  </a:lnTo>
                  <a:lnTo>
                    <a:pt x="4777" y="14332"/>
                  </a:lnTo>
                  <a:lnTo>
                    <a:pt x="3822" y="13854"/>
                  </a:lnTo>
                  <a:lnTo>
                    <a:pt x="1911" y="12898"/>
                  </a:lnTo>
                  <a:lnTo>
                    <a:pt x="1433" y="13854"/>
                  </a:lnTo>
                  <a:lnTo>
                    <a:pt x="478" y="13854"/>
                  </a:lnTo>
                  <a:lnTo>
                    <a:pt x="0" y="12898"/>
                  </a:lnTo>
                  <a:lnTo>
                    <a:pt x="956" y="9555"/>
                  </a:lnTo>
                  <a:lnTo>
                    <a:pt x="1911" y="8121"/>
                  </a:lnTo>
                  <a:lnTo>
                    <a:pt x="1911" y="7166"/>
                  </a:lnTo>
                  <a:lnTo>
                    <a:pt x="956" y="4299"/>
                  </a:lnTo>
                  <a:lnTo>
                    <a:pt x="1433" y="2866"/>
                  </a:lnTo>
                  <a:lnTo>
                    <a:pt x="4777" y="1911"/>
                  </a:lnTo>
                  <a:lnTo>
                    <a:pt x="7166" y="478"/>
                  </a:lnTo>
                  <a:lnTo>
                    <a:pt x="8122" y="0"/>
                  </a:lnTo>
                  <a:lnTo>
                    <a:pt x="9077" y="955"/>
                  </a:lnTo>
                  <a:lnTo>
                    <a:pt x="9555" y="5733"/>
                  </a:lnTo>
                  <a:lnTo>
                    <a:pt x="6688" y="9555"/>
                  </a:lnTo>
                  <a:lnTo>
                    <a:pt x="7166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2" name="Freeform 4481">
              <a:extLst>
                <a:ext uri="{FF2B5EF4-FFF2-40B4-BE49-F238E27FC236}">
                  <a16:creationId xmlns:a16="http://schemas.microsoft.com/office/drawing/2014/main" id="{A72EC4CD-8CAA-99CA-2C6E-5FD19123FF4E}"/>
                </a:ext>
              </a:extLst>
            </p:cNvPr>
            <p:cNvSpPr/>
            <p:nvPr/>
          </p:nvSpPr>
          <p:spPr>
            <a:xfrm>
              <a:off x="8314575" y="4813721"/>
              <a:ext cx="12420" cy="23408"/>
            </a:xfrm>
            <a:custGeom>
              <a:avLst/>
              <a:gdLst>
                <a:gd name="csX0" fmla="*/ 11943 w 12420"/>
                <a:gd name="csY0" fmla="*/ 3344 h 23408"/>
                <a:gd name="csX1" fmla="*/ 12421 w 12420"/>
                <a:gd name="csY1" fmla="*/ 7166 h 23408"/>
                <a:gd name="csX2" fmla="*/ 12421 w 12420"/>
                <a:gd name="csY2" fmla="*/ 8121 h 23408"/>
                <a:gd name="csX3" fmla="*/ 10987 w 12420"/>
                <a:gd name="csY3" fmla="*/ 6688 h 23408"/>
                <a:gd name="csX4" fmla="*/ 10987 w 12420"/>
                <a:gd name="csY4" fmla="*/ 6210 h 23408"/>
                <a:gd name="csX5" fmla="*/ 10510 w 12420"/>
                <a:gd name="csY5" fmla="*/ 6688 h 23408"/>
                <a:gd name="csX6" fmla="*/ 10032 w 12420"/>
                <a:gd name="csY6" fmla="*/ 6688 h 23408"/>
                <a:gd name="csX7" fmla="*/ 9555 w 12420"/>
                <a:gd name="csY7" fmla="*/ 6688 h 23408"/>
                <a:gd name="csX8" fmla="*/ 8599 w 12420"/>
                <a:gd name="csY8" fmla="*/ 8121 h 23408"/>
                <a:gd name="csX9" fmla="*/ 8599 w 12420"/>
                <a:gd name="csY9" fmla="*/ 9555 h 23408"/>
                <a:gd name="csX10" fmla="*/ 8121 w 12420"/>
                <a:gd name="csY10" fmla="*/ 10510 h 23408"/>
                <a:gd name="csX11" fmla="*/ 7644 w 12420"/>
                <a:gd name="csY11" fmla="*/ 13854 h 23408"/>
                <a:gd name="csX12" fmla="*/ 8121 w 12420"/>
                <a:gd name="csY12" fmla="*/ 14809 h 23408"/>
                <a:gd name="csX13" fmla="*/ 9077 w 12420"/>
                <a:gd name="csY13" fmla="*/ 14332 h 23408"/>
                <a:gd name="csX14" fmla="*/ 9555 w 12420"/>
                <a:gd name="csY14" fmla="*/ 14332 h 23408"/>
                <a:gd name="csX15" fmla="*/ 11466 w 12420"/>
                <a:gd name="csY15" fmla="*/ 15287 h 23408"/>
                <a:gd name="csX16" fmla="*/ 12421 w 12420"/>
                <a:gd name="csY16" fmla="*/ 16243 h 23408"/>
                <a:gd name="csX17" fmla="*/ 11943 w 12420"/>
                <a:gd name="csY17" fmla="*/ 17198 h 23408"/>
                <a:gd name="csX18" fmla="*/ 10987 w 12420"/>
                <a:gd name="csY18" fmla="*/ 18632 h 23408"/>
                <a:gd name="csX19" fmla="*/ 9077 w 12420"/>
                <a:gd name="csY19" fmla="*/ 19109 h 23408"/>
                <a:gd name="csX20" fmla="*/ 8121 w 12420"/>
                <a:gd name="csY20" fmla="*/ 18632 h 23408"/>
                <a:gd name="csX21" fmla="*/ 7644 w 12420"/>
                <a:gd name="csY21" fmla="*/ 18632 h 23408"/>
                <a:gd name="csX22" fmla="*/ 7166 w 12420"/>
                <a:gd name="csY22" fmla="*/ 19109 h 23408"/>
                <a:gd name="csX23" fmla="*/ 6688 w 12420"/>
                <a:gd name="csY23" fmla="*/ 20065 h 23408"/>
                <a:gd name="csX24" fmla="*/ 6688 w 12420"/>
                <a:gd name="csY24" fmla="*/ 20542 h 23408"/>
                <a:gd name="csX25" fmla="*/ 5255 w 12420"/>
                <a:gd name="csY25" fmla="*/ 22931 h 23408"/>
                <a:gd name="csX26" fmla="*/ 4777 w 12420"/>
                <a:gd name="csY26" fmla="*/ 23409 h 23408"/>
                <a:gd name="csX27" fmla="*/ 3344 w 12420"/>
                <a:gd name="csY27" fmla="*/ 22931 h 23408"/>
                <a:gd name="csX28" fmla="*/ 1911 w 12420"/>
                <a:gd name="csY28" fmla="*/ 23409 h 23408"/>
                <a:gd name="csX29" fmla="*/ 1433 w 12420"/>
                <a:gd name="csY29" fmla="*/ 23409 h 23408"/>
                <a:gd name="csX30" fmla="*/ 0 w 12420"/>
                <a:gd name="csY30" fmla="*/ 21020 h 23408"/>
                <a:gd name="csX31" fmla="*/ 0 w 12420"/>
                <a:gd name="csY31" fmla="*/ 20065 h 23408"/>
                <a:gd name="csX32" fmla="*/ 1433 w 12420"/>
                <a:gd name="csY32" fmla="*/ 19109 h 23408"/>
                <a:gd name="csX33" fmla="*/ 1433 w 12420"/>
                <a:gd name="csY33" fmla="*/ 18154 h 23408"/>
                <a:gd name="csX34" fmla="*/ 1911 w 12420"/>
                <a:gd name="csY34" fmla="*/ 17198 h 23408"/>
                <a:gd name="csX35" fmla="*/ 2866 w 12420"/>
                <a:gd name="csY35" fmla="*/ 16243 h 23408"/>
                <a:gd name="csX36" fmla="*/ 3821 w 12420"/>
                <a:gd name="csY36" fmla="*/ 15287 h 23408"/>
                <a:gd name="csX37" fmla="*/ 3821 w 12420"/>
                <a:gd name="csY37" fmla="*/ 14332 h 23408"/>
                <a:gd name="csX38" fmla="*/ 4300 w 12420"/>
                <a:gd name="csY38" fmla="*/ 12421 h 23408"/>
                <a:gd name="csX39" fmla="*/ 4300 w 12420"/>
                <a:gd name="csY39" fmla="*/ 11466 h 23408"/>
                <a:gd name="csX40" fmla="*/ 4777 w 12420"/>
                <a:gd name="csY40" fmla="*/ 10510 h 23408"/>
                <a:gd name="csX41" fmla="*/ 5255 w 12420"/>
                <a:gd name="csY41" fmla="*/ 8121 h 23408"/>
                <a:gd name="csX42" fmla="*/ 5255 w 12420"/>
                <a:gd name="csY42" fmla="*/ 4300 h 23408"/>
                <a:gd name="csX43" fmla="*/ 7166 w 12420"/>
                <a:gd name="csY43" fmla="*/ 956 h 23408"/>
                <a:gd name="csX44" fmla="*/ 9077 w 12420"/>
                <a:gd name="csY44" fmla="*/ 478 h 23408"/>
                <a:gd name="csX45" fmla="*/ 10032 w 12420"/>
                <a:gd name="csY45" fmla="*/ 0 h 23408"/>
                <a:gd name="csX46" fmla="*/ 9555 w 12420"/>
                <a:gd name="csY46" fmla="*/ 956 h 23408"/>
                <a:gd name="csX47" fmla="*/ 11943 w 12420"/>
                <a:gd name="csY47" fmla="*/ 3344 h 23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12420" h="23408">
                  <a:moveTo>
                    <a:pt x="11943" y="3344"/>
                  </a:moveTo>
                  <a:lnTo>
                    <a:pt x="12421" y="7166"/>
                  </a:lnTo>
                  <a:lnTo>
                    <a:pt x="12421" y="8121"/>
                  </a:lnTo>
                  <a:lnTo>
                    <a:pt x="10987" y="6688"/>
                  </a:lnTo>
                  <a:lnTo>
                    <a:pt x="10987" y="6210"/>
                  </a:lnTo>
                  <a:lnTo>
                    <a:pt x="10510" y="6688"/>
                  </a:lnTo>
                  <a:lnTo>
                    <a:pt x="10032" y="6688"/>
                  </a:lnTo>
                  <a:lnTo>
                    <a:pt x="9555" y="6688"/>
                  </a:lnTo>
                  <a:lnTo>
                    <a:pt x="8599" y="8121"/>
                  </a:lnTo>
                  <a:lnTo>
                    <a:pt x="8599" y="9555"/>
                  </a:lnTo>
                  <a:lnTo>
                    <a:pt x="8121" y="10510"/>
                  </a:lnTo>
                  <a:lnTo>
                    <a:pt x="7644" y="13854"/>
                  </a:lnTo>
                  <a:lnTo>
                    <a:pt x="8121" y="14809"/>
                  </a:lnTo>
                  <a:lnTo>
                    <a:pt x="9077" y="14332"/>
                  </a:lnTo>
                  <a:lnTo>
                    <a:pt x="9555" y="14332"/>
                  </a:lnTo>
                  <a:lnTo>
                    <a:pt x="11466" y="15287"/>
                  </a:lnTo>
                  <a:lnTo>
                    <a:pt x="12421" y="16243"/>
                  </a:lnTo>
                  <a:lnTo>
                    <a:pt x="11943" y="17198"/>
                  </a:lnTo>
                  <a:lnTo>
                    <a:pt x="10987" y="18632"/>
                  </a:lnTo>
                  <a:lnTo>
                    <a:pt x="9077" y="19109"/>
                  </a:lnTo>
                  <a:lnTo>
                    <a:pt x="8121" y="18632"/>
                  </a:lnTo>
                  <a:lnTo>
                    <a:pt x="7644" y="18632"/>
                  </a:lnTo>
                  <a:lnTo>
                    <a:pt x="7166" y="19109"/>
                  </a:lnTo>
                  <a:lnTo>
                    <a:pt x="6688" y="20065"/>
                  </a:lnTo>
                  <a:lnTo>
                    <a:pt x="6688" y="20542"/>
                  </a:lnTo>
                  <a:lnTo>
                    <a:pt x="5255" y="22931"/>
                  </a:lnTo>
                  <a:lnTo>
                    <a:pt x="4777" y="23409"/>
                  </a:lnTo>
                  <a:lnTo>
                    <a:pt x="3344" y="22931"/>
                  </a:lnTo>
                  <a:lnTo>
                    <a:pt x="1911" y="23409"/>
                  </a:lnTo>
                  <a:lnTo>
                    <a:pt x="1433" y="23409"/>
                  </a:lnTo>
                  <a:lnTo>
                    <a:pt x="0" y="21020"/>
                  </a:lnTo>
                  <a:lnTo>
                    <a:pt x="0" y="20065"/>
                  </a:lnTo>
                  <a:lnTo>
                    <a:pt x="1433" y="19109"/>
                  </a:lnTo>
                  <a:lnTo>
                    <a:pt x="1433" y="18154"/>
                  </a:lnTo>
                  <a:lnTo>
                    <a:pt x="1911" y="17198"/>
                  </a:lnTo>
                  <a:lnTo>
                    <a:pt x="2866" y="16243"/>
                  </a:lnTo>
                  <a:lnTo>
                    <a:pt x="3821" y="15287"/>
                  </a:lnTo>
                  <a:lnTo>
                    <a:pt x="3821" y="14332"/>
                  </a:lnTo>
                  <a:lnTo>
                    <a:pt x="4300" y="12421"/>
                  </a:lnTo>
                  <a:lnTo>
                    <a:pt x="4300" y="11466"/>
                  </a:lnTo>
                  <a:lnTo>
                    <a:pt x="4777" y="10510"/>
                  </a:lnTo>
                  <a:lnTo>
                    <a:pt x="5255" y="8121"/>
                  </a:lnTo>
                  <a:lnTo>
                    <a:pt x="5255" y="4300"/>
                  </a:lnTo>
                  <a:lnTo>
                    <a:pt x="7166" y="956"/>
                  </a:lnTo>
                  <a:lnTo>
                    <a:pt x="9077" y="478"/>
                  </a:lnTo>
                  <a:lnTo>
                    <a:pt x="10032" y="0"/>
                  </a:lnTo>
                  <a:lnTo>
                    <a:pt x="9555" y="956"/>
                  </a:lnTo>
                  <a:lnTo>
                    <a:pt x="1194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3" name="Freeform 4482">
              <a:extLst>
                <a:ext uri="{FF2B5EF4-FFF2-40B4-BE49-F238E27FC236}">
                  <a16:creationId xmlns:a16="http://schemas.microsoft.com/office/drawing/2014/main" id="{9A430AB5-1EF7-A7A6-E808-573900422DFD}"/>
                </a:ext>
              </a:extLst>
            </p:cNvPr>
            <p:cNvSpPr/>
            <p:nvPr/>
          </p:nvSpPr>
          <p:spPr>
            <a:xfrm>
              <a:off x="8527642" y="4808944"/>
              <a:ext cx="6210" cy="3344"/>
            </a:xfrm>
            <a:custGeom>
              <a:avLst/>
              <a:gdLst>
                <a:gd name="csX0" fmla="*/ 4777 w 6210"/>
                <a:gd name="csY0" fmla="*/ 2389 h 3344"/>
                <a:gd name="csX1" fmla="*/ 6211 w 6210"/>
                <a:gd name="csY1" fmla="*/ 3344 h 3344"/>
                <a:gd name="csX2" fmla="*/ 3822 w 6210"/>
                <a:gd name="csY2" fmla="*/ 2389 h 3344"/>
                <a:gd name="csX3" fmla="*/ 478 w 6210"/>
                <a:gd name="csY3" fmla="*/ 956 h 3344"/>
                <a:gd name="csX4" fmla="*/ 0 w 6210"/>
                <a:gd name="csY4" fmla="*/ 0 h 3344"/>
                <a:gd name="csX5" fmla="*/ 2866 w 6210"/>
                <a:gd name="csY5" fmla="*/ 1433 h 3344"/>
                <a:gd name="csX6" fmla="*/ 4777 w 6210"/>
                <a:gd name="csY6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3344">
                  <a:moveTo>
                    <a:pt x="4777" y="2389"/>
                  </a:moveTo>
                  <a:lnTo>
                    <a:pt x="6211" y="3344"/>
                  </a:lnTo>
                  <a:lnTo>
                    <a:pt x="3822" y="2389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2866" y="1433"/>
                  </a:lnTo>
                  <a:lnTo>
                    <a:pt x="477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4" name="Freeform 4483">
              <a:extLst>
                <a:ext uri="{FF2B5EF4-FFF2-40B4-BE49-F238E27FC236}">
                  <a16:creationId xmlns:a16="http://schemas.microsoft.com/office/drawing/2014/main" id="{E66B05C5-B27E-1962-C59D-178598D70BA8}"/>
                </a:ext>
              </a:extLst>
            </p:cNvPr>
            <p:cNvSpPr/>
            <p:nvPr/>
          </p:nvSpPr>
          <p:spPr>
            <a:xfrm>
              <a:off x="8322218" y="4806555"/>
              <a:ext cx="5732" cy="4777"/>
            </a:xfrm>
            <a:custGeom>
              <a:avLst/>
              <a:gdLst>
                <a:gd name="csX0" fmla="*/ 5733 w 5732"/>
                <a:gd name="csY0" fmla="*/ 2389 h 4777"/>
                <a:gd name="csX1" fmla="*/ 3822 w 5732"/>
                <a:gd name="csY1" fmla="*/ 4777 h 4777"/>
                <a:gd name="csX2" fmla="*/ 2389 w 5732"/>
                <a:gd name="csY2" fmla="*/ 4300 h 4777"/>
                <a:gd name="csX3" fmla="*/ 478 w 5732"/>
                <a:gd name="csY3" fmla="*/ 2866 h 4777"/>
                <a:gd name="csX4" fmla="*/ 0 w 5732"/>
                <a:gd name="csY4" fmla="*/ 1433 h 4777"/>
                <a:gd name="csX5" fmla="*/ 0 w 5732"/>
                <a:gd name="csY5" fmla="*/ 956 h 4777"/>
                <a:gd name="csX6" fmla="*/ 1433 w 5732"/>
                <a:gd name="csY6" fmla="*/ 0 h 4777"/>
                <a:gd name="csX7" fmla="*/ 4777 w 5732"/>
                <a:gd name="csY7" fmla="*/ 478 h 4777"/>
                <a:gd name="csX8" fmla="*/ 5733 w 5732"/>
                <a:gd name="csY8" fmla="*/ 956 h 4777"/>
                <a:gd name="csX9" fmla="*/ 5733 w 5732"/>
                <a:gd name="csY9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4777">
                  <a:moveTo>
                    <a:pt x="5733" y="2389"/>
                  </a:moveTo>
                  <a:lnTo>
                    <a:pt x="3822" y="4777"/>
                  </a:lnTo>
                  <a:lnTo>
                    <a:pt x="2389" y="4300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4777" y="478"/>
                  </a:lnTo>
                  <a:lnTo>
                    <a:pt x="5733" y="956"/>
                  </a:lnTo>
                  <a:lnTo>
                    <a:pt x="57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" name="Freeform 4484">
              <a:extLst>
                <a:ext uri="{FF2B5EF4-FFF2-40B4-BE49-F238E27FC236}">
                  <a16:creationId xmlns:a16="http://schemas.microsoft.com/office/drawing/2014/main" id="{B9F7C894-C3C0-198A-B587-60C13767B644}"/>
                </a:ext>
              </a:extLst>
            </p:cNvPr>
            <p:cNvSpPr/>
            <p:nvPr/>
          </p:nvSpPr>
          <p:spPr>
            <a:xfrm>
              <a:off x="8429707" y="4797956"/>
              <a:ext cx="3822" cy="2388"/>
            </a:xfrm>
            <a:custGeom>
              <a:avLst/>
              <a:gdLst>
                <a:gd name="csX0" fmla="*/ 3822 w 3822"/>
                <a:gd name="csY0" fmla="*/ 1433 h 2388"/>
                <a:gd name="csX1" fmla="*/ 0 w 3822"/>
                <a:gd name="csY1" fmla="*/ 2389 h 2388"/>
                <a:gd name="csX2" fmla="*/ 955 w 3822"/>
                <a:gd name="csY2" fmla="*/ 478 h 2388"/>
                <a:gd name="csX3" fmla="*/ 1433 w 3822"/>
                <a:gd name="csY3" fmla="*/ 0 h 2388"/>
                <a:gd name="csX4" fmla="*/ 2866 w 3822"/>
                <a:gd name="csY4" fmla="*/ 478 h 2388"/>
                <a:gd name="csX5" fmla="*/ 3822 w 3822"/>
                <a:gd name="csY5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2388">
                  <a:moveTo>
                    <a:pt x="3822" y="1433"/>
                  </a:moveTo>
                  <a:lnTo>
                    <a:pt x="0" y="2389"/>
                  </a:lnTo>
                  <a:lnTo>
                    <a:pt x="955" y="478"/>
                  </a:lnTo>
                  <a:lnTo>
                    <a:pt x="1433" y="0"/>
                  </a:lnTo>
                  <a:lnTo>
                    <a:pt x="2866" y="478"/>
                  </a:lnTo>
                  <a:lnTo>
                    <a:pt x="38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6" name="Freeform 4485">
              <a:extLst>
                <a:ext uri="{FF2B5EF4-FFF2-40B4-BE49-F238E27FC236}">
                  <a16:creationId xmlns:a16="http://schemas.microsoft.com/office/drawing/2014/main" id="{086D3703-7D27-F3F9-B187-B804D0043BD3}"/>
                </a:ext>
              </a:extLst>
            </p:cNvPr>
            <p:cNvSpPr/>
            <p:nvPr/>
          </p:nvSpPr>
          <p:spPr>
            <a:xfrm>
              <a:off x="8420630" y="4797956"/>
              <a:ext cx="8121" cy="4777"/>
            </a:xfrm>
            <a:custGeom>
              <a:avLst/>
              <a:gdLst>
                <a:gd name="csX0" fmla="*/ 7166 w 8121"/>
                <a:gd name="csY0" fmla="*/ 2866 h 4777"/>
                <a:gd name="csX1" fmla="*/ 6211 w 8121"/>
                <a:gd name="csY1" fmla="*/ 3822 h 4777"/>
                <a:gd name="csX2" fmla="*/ 5255 w 8121"/>
                <a:gd name="csY2" fmla="*/ 4299 h 4777"/>
                <a:gd name="csX3" fmla="*/ 4300 w 8121"/>
                <a:gd name="csY3" fmla="*/ 4299 h 4777"/>
                <a:gd name="csX4" fmla="*/ 4777 w 8121"/>
                <a:gd name="csY4" fmla="*/ 3344 h 4777"/>
                <a:gd name="csX5" fmla="*/ 4300 w 8121"/>
                <a:gd name="csY5" fmla="*/ 2866 h 4777"/>
                <a:gd name="csX6" fmla="*/ 3822 w 8121"/>
                <a:gd name="csY6" fmla="*/ 3344 h 4777"/>
                <a:gd name="csX7" fmla="*/ 2389 w 8121"/>
                <a:gd name="csY7" fmla="*/ 3822 h 4777"/>
                <a:gd name="csX8" fmla="*/ 956 w 8121"/>
                <a:gd name="csY8" fmla="*/ 4777 h 4777"/>
                <a:gd name="csX9" fmla="*/ 0 w 8121"/>
                <a:gd name="csY9" fmla="*/ 4299 h 4777"/>
                <a:gd name="csX10" fmla="*/ 0 w 8121"/>
                <a:gd name="csY10" fmla="*/ 3344 h 4777"/>
                <a:gd name="csX11" fmla="*/ 0 w 8121"/>
                <a:gd name="csY11" fmla="*/ 3344 h 4777"/>
                <a:gd name="csX12" fmla="*/ 1911 w 8121"/>
                <a:gd name="csY12" fmla="*/ 1911 h 4777"/>
                <a:gd name="csX13" fmla="*/ 3822 w 8121"/>
                <a:gd name="csY13" fmla="*/ 1433 h 4777"/>
                <a:gd name="csX14" fmla="*/ 6688 w 8121"/>
                <a:gd name="csY14" fmla="*/ 0 h 4777"/>
                <a:gd name="csX15" fmla="*/ 8122 w 8121"/>
                <a:gd name="csY15" fmla="*/ 0 h 4777"/>
                <a:gd name="csX16" fmla="*/ 7644 w 8121"/>
                <a:gd name="csY16" fmla="*/ 956 h 4777"/>
                <a:gd name="csX17" fmla="*/ 7166 w 8121"/>
                <a:gd name="csY17" fmla="*/ 1433 h 4777"/>
                <a:gd name="csX18" fmla="*/ 7166 w 8121"/>
                <a:gd name="csY18" fmla="*/ 2389 h 4777"/>
                <a:gd name="csX19" fmla="*/ 7166 w 8121"/>
                <a:gd name="csY19" fmla="*/ 286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8121" h="4777">
                  <a:moveTo>
                    <a:pt x="7166" y="2866"/>
                  </a:moveTo>
                  <a:lnTo>
                    <a:pt x="6211" y="3822"/>
                  </a:lnTo>
                  <a:lnTo>
                    <a:pt x="5255" y="4299"/>
                  </a:lnTo>
                  <a:lnTo>
                    <a:pt x="4300" y="4299"/>
                  </a:lnTo>
                  <a:lnTo>
                    <a:pt x="4777" y="3344"/>
                  </a:lnTo>
                  <a:lnTo>
                    <a:pt x="4300" y="2866"/>
                  </a:lnTo>
                  <a:lnTo>
                    <a:pt x="3822" y="3344"/>
                  </a:lnTo>
                  <a:lnTo>
                    <a:pt x="2389" y="3822"/>
                  </a:lnTo>
                  <a:lnTo>
                    <a:pt x="956" y="4777"/>
                  </a:lnTo>
                  <a:lnTo>
                    <a:pt x="0" y="4299"/>
                  </a:lnTo>
                  <a:lnTo>
                    <a:pt x="0" y="3344"/>
                  </a:lnTo>
                  <a:lnTo>
                    <a:pt x="0" y="3344"/>
                  </a:lnTo>
                  <a:lnTo>
                    <a:pt x="1911" y="1911"/>
                  </a:lnTo>
                  <a:lnTo>
                    <a:pt x="3822" y="1433"/>
                  </a:lnTo>
                  <a:lnTo>
                    <a:pt x="6688" y="0"/>
                  </a:lnTo>
                  <a:lnTo>
                    <a:pt x="8122" y="0"/>
                  </a:lnTo>
                  <a:lnTo>
                    <a:pt x="7644" y="956"/>
                  </a:lnTo>
                  <a:lnTo>
                    <a:pt x="7166" y="1433"/>
                  </a:lnTo>
                  <a:lnTo>
                    <a:pt x="7166" y="2389"/>
                  </a:lnTo>
                  <a:lnTo>
                    <a:pt x="716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" name="Freeform 4486">
              <a:extLst>
                <a:ext uri="{FF2B5EF4-FFF2-40B4-BE49-F238E27FC236}">
                  <a16:creationId xmlns:a16="http://schemas.microsoft.com/office/drawing/2014/main" id="{4D374B5E-27EE-10CC-7234-AC4EA7ECE311}"/>
                </a:ext>
              </a:extLst>
            </p:cNvPr>
            <p:cNvSpPr/>
            <p:nvPr/>
          </p:nvSpPr>
          <p:spPr>
            <a:xfrm>
              <a:off x="8433529" y="4797956"/>
              <a:ext cx="2866" cy="1910"/>
            </a:xfrm>
            <a:custGeom>
              <a:avLst/>
              <a:gdLst>
                <a:gd name="csX0" fmla="*/ 2866 w 2866"/>
                <a:gd name="csY0" fmla="*/ 956 h 1910"/>
                <a:gd name="csX1" fmla="*/ 2866 w 2866"/>
                <a:gd name="csY1" fmla="*/ 1433 h 1910"/>
                <a:gd name="csX2" fmla="*/ 2866 w 2866"/>
                <a:gd name="csY2" fmla="*/ 1911 h 1910"/>
                <a:gd name="csX3" fmla="*/ 1433 w 2866"/>
                <a:gd name="csY3" fmla="*/ 1433 h 1910"/>
                <a:gd name="csX4" fmla="*/ 955 w 2866"/>
                <a:gd name="csY4" fmla="*/ 1433 h 1910"/>
                <a:gd name="csX5" fmla="*/ 0 w 2866"/>
                <a:gd name="csY5" fmla="*/ 0 h 1910"/>
                <a:gd name="csX6" fmla="*/ 478 w 2866"/>
                <a:gd name="csY6" fmla="*/ 0 h 1910"/>
                <a:gd name="csX7" fmla="*/ 1910 w 2866"/>
                <a:gd name="csY7" fmla="*/ 0 h 1910"/>
                <a:gd name="csX8" fmla="*/ 2389 w 2866"/>
                <a:gd name="csY8" fmla="*/ 478 h 1910"/>
                <a:gd name="csX9" fmla="*/ 2866 w 2866"/>
                <a:gd name="csY9" fmla="*/ 956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1910">
                  <a:moveTo>
                    <a:pt x="2866" y="956"/>
                  </a:moveTo>
                  <a:lnTo>
                    <a:pt x="2866" y="1433"/>
                  </a:lnTo>
                  <a:lnTo>
                    <a:pt x="2866" y="1911"/>
                  </a:lnTo>
                  <a:lnTo>
                    <a:pt x="1433" y="1433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910" y="0"/>
                  </a:lnTo>
                  <a:lnTo>
                    <a:pt x="2389" y="478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8" name="Freeform 4487">
              <a:extLst>
                <a:ext uri="{FF2B5EF4-FFF2-40B4-BE49-F238E27FC236}">
                  <a16:creationId xmlns:a16="http://schemas.microsoft.com/office/drawing/2014/main" id="{CCCD64A6-1A62-FEDF-4573-AF8760F681CB}"/>
                </a:ext>
              </a:extLst>
            </p:cNvPr>
            <p:cNvSpPr/>
            <p:nvPr/>
          </p:nvSpPr>
          <p:spPr>
            <a:xfrm>
              <a:off x="8190843" y="4796045"/>
              <a:ext cx="1911" cy="4299"/>
            </a:xfrm>
            <a:custGeom>
              <a:avLst/>
              <a:gdLst>
                <a:gd name="csX0" fmla="*/ 1911 w 1911"/>
                <a:gd name="csY0" fmla="*/ 956 h 4299"/>
                <a:gd name="csX1" fmla="*/ 955 w 1911"/>
                <a:gd name="csY1" fmla="*/ 4300 h 4299"/>
                <a:gd name="csX2" fmla="*/ 0 w 1911"/>
                <a:gd name="csY2" fmla="*/ 2389 h 4299"/>
                <a:gd name="csX3" fmla="*/ 955 w 1911"/>
                <a:gd name="csY3" fmla="*/ 478 h 4299"/>
                <a:gd name="csX4" fmla="*/ 1911 w 1911"/>
                <a:gd name="csY4" fmla="*/ 0 h 4299"/>
                <a:gd name="csX5" fmla="*/ 1911 w 1911"/>
                <a:gd name="csY5" fmla="*/ 95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4299">
                  <a:moveTo>
                    <a:pt x="1911" y="956"/>
                  </a:moveTo>
                  <a:lnTo>
                    <a:pt x="955" y="4300"/>
                  </a:lnTo>
                  <a:lnTo>
                    <a:pt x="0" y="2389"/>
                  </a:lnTo>
                  <a:lnTo>
                    <a:pt x="955" y="478"/>
                  </a:lnTo>
                  <a:lnTo>
                    <a:pt x="1911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9" name="Freeform 4488">
              <a:extLst>
                <a:ext uri="{FF2B5EF4-FFF2-40B4-BE49-F238E27FC236}">
                  <a16:creationId xmlns:a16="http://schemas.microsoft.com/office/drawing/2014/main" id="{532D0C1C-7AFE-1E90-2D09-B01E0AEC038C}"/>
                </a:ext>
              </a:extLst>
            </p:cNvPr>
            <p:cNvSpPr/>
            <p:nvPr/>
          </p:nvSpPr>
          <p:spPr>
            <a:xfrm>
              <a:off x="8412031" y="4793179"/>
              <a:ext cx="2866" cy="1910"/>
            </a:xfrm>
            <a:custGeom>
              <a:avLst/>
              <a:gdLst>
                <a:gd name="csX0" fmla="*/ 2389 w 2866"/>
                <a:gd name="csY0" fmla="*/ 1433 h 1910"/>
                <a:gd name="csX1" fmla="*/ 2866 w 2866"/>
                <a:gd name="csY1" fmla="*/ 1911 h 1910"/>
                <a:gd name="csX2" fmla="*/ 955 w 2866"/>
                <a:gd name="csY2" fmla="*/ 1433 h 1910"/>
                <a:gd name="csX3" fmla="*/ 0 w 2866"/>
                <a:gd name="csY3" fmla="*/ 956 h 1910"/>
                <a:gd name="csX4" fmla="*/ 955 w 2866"/>
                <a:gd name="csY4" fmla="*/ 478 h 1910"/>
                <a:gd name="csX5" fmla="*/ 1433 w 2866"/>
                <a:gd name="csY5" fmla="*/ 0 h 1910"/>
                <a:gd name="csX6" fmla="*/ 2389 w 2866"/>
                <a:gd name="csY6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1910">
                  <a:moveTo>
                    <a:pt x="2389" y="1433"/>
                  </a:moveTo>
                  <a:lnTo>
                    <a:pt x="2866" y="1911"/>
                  </a:lnTo>
                  <a:lnTo>
                    <a:pt x="955" y="1433"/>
                  </a:lnTo>
                  <a:lnTo>
                    <a:pt x="0" y="956"/>
                  </a:lnTo>
                  <a:lnTo>
                    <a:pt x="955" y="478"/>
                  </a:lnTo>
                  <a:lnTo>
                    <a:pt x="1433" y="0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0" name="Freeform 4489">
              <a:extLst>
                <a:ext uri="{FF2B5EF4-FFF2-40B4-BE49-F238E27FC236}">
                  <a16:creationId xmlns:a16="http://schemas.microsoft.com/office/drawing/2014/main" id="{52814445-0480-315C-2E8C-5BAE2898AA5C}"/>
                </a:ext>
              </a:extLst>
            </p:cNvPr>
            <p:cNvSpPr/>
            <p:nvPr/>
          </p:nvSpPr>
          <p:spPr>
            <a:xfrm>
              <a:off x="8184632" y="4793179"/>
              <a:ext cx="5733" cy="14809"/>
            </a:xfrm>
            <a:custGeom>
              <a:avLst/>
              <a:gdLst>
                <a:gd name="csX0" fmla="*/ 5733 w 5733"/>
                <a:gd name="csY0" fmla="*/ 11465 h 14809"/>
                <a:gd name="csX1" fmla="*/ 1433 w 5733"/>
                <a:gd name="csY1" fmla="*/ 14809 h 14809"/>
                <a:gd name="csX2" fmla="*/ 478 w 5733"/>
                <a:gd name="csY2" fmla="*/ 13854 h 14809"/>
                <a:gd name="csX3" fmla="*/ 956 w 5733"/>
                <a:gd name="csY3" fmla="*/ 10510 h 14809"/>
                <a:gd name="csX4" fmla="*/ 0 w 5733"/>
                <a:gd name="csY4" fmla="*/ 8121 h 14809"/>
                <a:gd name="csX5" fmla="*/ 0 w 5733"/>
                <a:gd name="csY5" fmla="*/ 6688 h 14809"/>
                <a:gd name="csX6" fmla="*/ 956 w 5733"/>
                <a:gd name="csY6" fmla="*/ 3822 h 14809"/>
                <a:gd name="csX7" fmla="*/ 1911 w 5733"/>
                <a:gd name="csY7" fmla="*/ 1911 h 14809"/>
                <a:gd name="csX8" fmla="*/ 4300 w 5733"/>
                <a:gd name="csY8" fmla="*/ 478 h 14809"/>
                <a:gd name="csX9" fmla="*/ 4777 w 5733"/>
                <a:gd name="csY9" fmla="*/ 0 h 14809"/>
                <a:gd name="csX10" fmla="*/ 4777 w 5733"/>
                <a:gd name="csY10" fmla="*/ 2866 h 14809"/>
                <a:gd name="csX11" fmla="*/ 5255 w 5733"/>
                <a:gd name="csY11" fmla="*/ 3822 h 14809"/>
                <a:gd name="csX12" fmla="*/ 5255 w 5733"/>
                <a:gd name="csY12" fmla="*/ 4777 h 14809"/>
                <a:gd name="csX13" fmla="*/ 5255 w 5733"/>
                <a:gd name="csY13" fmla="*/ 5255 h 14809"/>
                <a:gd name="csX14" fmla="*/ 5733 w 5733"/>
                <a:gd name="csY14" fmla="*/ 8599 h 14809"/>
                <a:gd name="csX15" fmla="*/ 5733 w 5733"/>
                <a:gd name="csY15" fmla="*/ 9555 h 14809"/>
                <a:gd name="csX16" fmla="*/ 5255 w 5733"/>
                <a:gd name="csY16" fmla="*/ 10510 h 14809"/>
                <a:gd name="csX17" fmla="*/ 5733 w 5733"/>
                <a:gd name="csY17" fmla="*/ 11465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33" h="14809">
                  <a:moveTo>
                    <a:pt x="5733" y="11465"/>
                  </a:moveTo>
                  <a:lnTo>
                    <a:pt x="1433" y="14809"/>
                  </a:lnTo>
                  <a:lnTo>
                    <a:pt x="478" y="13854"/>
                  </a:lnTo>
                  <a:lnTo>
                    <a:pt x="956" y="10510"/>
                  </a:lnTo>
                  <a:lnTo>
                    <a:pt x="0" y="8121"/>
                  </a:lnTo>
                  <a:lnTo>
                    <a:pt x="0" y="6688"/>
                  </a:lnTo>
                  <a:lnTo>
                    <a:pt x="956" y="3822"/>
                  </a:lnTo>
                  <a:lnTo>
                    <a:pt x="1911" y="1911"/>
                  </a:lnTo>
                  <a:lnTo>
                    <a:pt x="4300" y="478"/>
                  </a:lnTo>
                  <a:lnTo>
                    <a:pt x="4777" y="0"/>
                  </a:lnTo>
                  <a:lnTo>
                    <a:pt x="4777" y="2866"/>
                  </a:lnTo>
                  <a:lnTo>
                    <a:pt x="5255" y="3822"/>
                  </a:lnTo>
                  <a:lnTo>
                    <a:pt x="5255" y="4777"/>
                  </a:lnTo>
                  <a:lnTo>
                    <a:pt x="5255" y="5255"/>
                  </a:lnTo>
                  <a:lnTo>
                    <a:pt x="5733" y="8599"/>
                  </a:lnTo>
                  <a:lnTo>
                    <a:pt x="5733" y="9555"/>
                  </a:lnTo>
                  <a:lnTo>
                    <a:pt x="5255" y="10510"/>
                  </a:lnTo>
                  <a:lnTo>
                    <a:pt x="5733" y="114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1" name="Freeform 4490">
              <a:extLst>
                <a:ext uri="{FF2B5EF4-FFF2-40B4-BE49-F238E27FC236}">
                  <a16:creationId xmlns:a16="http://schemas.microsoft.com/office/drawing/2014/main" id="{523E5B55-7B4E-72F4-3A17-3DCB43DE3A31}"/>
                </a:ext>
              </a:extLst>
            </p:cNvPr>
            <p:cNvSpPr/>
            <p:nvPr/>
          </p:nvSpPr>
          <p:spPr>
            <a:xfrm>
              <a:off x="8382890" y="4789835"/>
              <a:ext cx="24364" cy="13854"/>
            </a:xfrm>
            <a:custGeom>
              <a:avLst/>
              <a:gdLst>
                <a:gd name="csX0" fmla="*/ 16721 w 24364"/>
                <a:gd name="csY0" fmla="*/ 478 h 13854"/>
                <a:gd name="csX1" fmla="*/ 20065 w 24364"/>
                <a:gd name="csY1" fmla="*/ 1911 h 13854"/>
                <a:gd name="csX2" fmla="*/ 20543 w 24364"/>
                <a:gd name="csY2" fmla="*/ 2866 h 13854"/>
                <a:gd name="csX3" fmla="*/ 21020 w 24364"/>
                <a:gd name="csY3" fmla="*/ 3822 h 13854"/>
                <a:gd name="csX4" fmla="*/ 21976 w 24364"/>
                <a:gd name="csY4" fmla="*/ 4777 h 13854"/>
                <a:gd name="csX5" fmla="*/ 22454 w 24364"/>
                <a:gd name="csY5" fmla="*/ 5255 h 13854"/>
                <a:gd name="csX6" fmla="*/ 23886 w 24364"/>
                <a:gd name="csY6" fmla="*/ 6210 h 13854"/>
                <a:gd name="csX7" fmla="*/ 24365 w 24364"/>
                <a:gd name="csY7" fmla="*/ 7644 h 13854"/>
                <a:gd name="csX8" fmla="*/ 23886 w 24364"/>
                <a:gd name="csY8" fmla="*/ 10510 h 13854"/>
                <a:gd name="csX9" fmla="*/ 22454 w 24364"/>
                <a:gd name="csY9" fmla="*/ 10510 h 13854"/>
                <a:gd name="csX10" fmla="*/ 21020 w 24364"/>
                <a:gd name="csY10" fmla="*/ 10988 h 13854"/>
                <a:gd name="csX11" fmla="*/ 18154 w 24364"/>
                <a:gd name="csY11" fmla="*/ 12899 h 13854"/>
                <a:gd name="csX12" fmla="*/ 16721 w 24364"/>
                <a:gd name="csY12" fmla="*/ 12899 h 13854"/>
                <a:gd name="csX13" fmla="*/ 15288 w 24364"/>
                <a:gd name="csY13" fmla="*/ 13376 h 13854"/>
                <a:gd name="csX14" fmla="*/ 14332 w 24364"/>
                <a:gd name="csY14" fmla="*/ 13854 h 13854"/>
                <a:gd name="csX15" fmla="*/ 13377 w 24364"/>
                <a:gd name="csY15" fmla="*/ 13854 h 13854"/>
                <a:gd name="csX16" fmla="*/ 10510 w 24364"/>
                <a:gd name="csY16" fmla="*/ 12899 h 13854"/>
                <a:gd name="csX17" fmla="*/ 7644 w 24364"/>
                <a:gd name="csY17" fmla="*/ 11943 h 13854"/>
                <a:gd name="csX18" fmla="*/ 3822 w 24364"/>
                <a:gd name="csY18" fmla="*/ 10032 h 13854"/>
                <a:gd name="csX19" fmla="*/ 3344 w 24364"/>
                <a:gd name="csY19" fmla="*/ 9555 h 13854"/>
                <a:gd name="csX20" fmla="*/ 2389 w 24364"/>
                <a:gd name="csY20" fmla="*/ 8599 h 13854"/>
                <a:gd name="csX21" fmla="*/ 478 w 24364"/>
                <a:gd name="csY21" fmla="*/ 6688 h 13854"/>
                <a:gd name="csX22" fmla="*/ 478 w 24364"/>
                <a:gd name="csY22" fmla="*/ 5255 h 13854"/>
                <a:gd name="csX23" fmla="*/ 0 w 24364"/>
                <a:gd name="csY23" fmla="*/ 1911 h 13854"/>
                <a:gd name="csX24" fmla="*/ 478 w 24364"/>
                <a:gd name="csY24" fmla="*/ 1433 h 13854"/>
                <a:gd name="csX25" fmla="*/ 1433 w 24364"/>
                <a:gd name="csY25" fmla="*/ 956 h 13854"/>
                <a:gd name="csX26" fmla="*/ 3822 w 24364"/>
                <a:gd name="csY26" fmla="*/ 1433 h 13854"/>
                <a:gd name="csX27" fmla="*/ 5733 w 24364"/>
                <a:gd name="csY27" fmla="*/ 956 h 13854"/>
                <a:gd name="csX28" fmla="*/ 10510 w 24364"/>
                <a:gd name="csY28" fmla="*/ 0 h 13854"/>
                <a:gd name="csX29" fmla="*/ 15765 w 24364"/>
                <a:gd name="csY29" fmla="*/ 0 h 13854"/>
                <a:gd name="csX30" fmla="*/ 16721 w 24364"/>
                <a:gd name="csY30" fmla="*/ 478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24364" h="13854">
                  <a:moveTo>
                    <a:pt x="16721" y="478"/>
                  </a:moveTo>
                  <a:lnTo>
                    <a:pt x="20065" y="1911"/>
                  </a:lnTo>
                  <a:lnTo>
                    <a:pt x="20543" y="2866"/>
                  </a:lnTo>
                  <a:lnTo>
                    <a:pt x="21020" y="3822"/>
                  </a:lnTo>
                  <a:lnTo>
                    <a:pt x="21976" y="4777"/>
                  </a:lnTo>
                  <a:lnTo>
                    <a:pt x="22454" y="5255"/>
                  </a:lnTo>
                  <a:lnTo>
                    <a:pt x="23886" y="6210"/>
                  </a:lnTo>
                  <a:lnTo>
                    <a:pt x="24365" y="7644"/>
                  </a:lnTo>
                  <a:lnTo>
                    <a:pt x="23886" y="10510"/>
                  </a:lnTo>
                  <a:lnTo>
                    <a:pt x="22454" y="10510"/>
                  </a:lnTo>
                  <a:lnTo>
                    <a:pt x="21020" y="10988"/>
                  </a:lnTo>
                  <a:lnTo>
                    <a:pt x="18154" y="12899"/>
                  </a:lnTo>
                  <a:lnTo>
                    <a:pt x="16721" y="12899"/>
                  </a:lnTo>
                  <a:lnTo>
                    <a:pt x="15288" y="13376"/>
                  </a:lnTo>
                  <a:lnTo>
                    <a:pt x="14332" y="13854"/>
                  </a:lnTo>
                  <a:lnTo>
                    <a:pt x="13377" y="13854"/>
                  </a:lnTo>
                  <a:lnTo>
                    <a:pt x="10510" y="12899"/>
                  </a:lnTo>
                  <a:lnTo>
                    <a:pt x="7644" y="11943"/>
                  </a:lnTo>
                  <a:lnTo>
                    <a:pt x="3822" y="10032"/>
                  </a:lnTo>
                  <a:lnTo>
                    <a:pt x="3344" y="9555"/>
                  </a:lnTo>
                  <a:lnTo>
                    <a:pt x="2389" y="8599"/>
                  </a:lnTo>
                  <a:lnTo>
                    <a:pt x="478" y="6688"/>
                  </a:lnTo>
                  <a:lnTo>
                    <a:pt x="478" y="5255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1433" y="956"/>
                  </a:lnTo>
                  <a:lnTo>
                    <a:pt x="3822" y="1433"/>
                  </a:lnTo>
                  <a:lnTo>
                    <a:pt x="5733" y="956"/>
                  </a:lnTo>
                  <a:lnTo>
                    <a:pt x="10510" y="0"/>
                  </a:lnTo>
                  <a:lnTo>
                    <a:pt x="15765" y="0"/>
                  </a:lnTo>
                  <a:lnTo>
                    <a:pt x="1672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2" name="Freeform 4491">
              <a:extLst>
                <a:ext uri="{FF2B5EF4-FFF2-40B4-BE49-F238E27FC236}">
                  <a16:creationId xmlns:a16="http://schemas.microsoft.com/office/drawing/2014/main" id="{C3DB1B5A-BC35-E8B0-CD1A-55E018024248}"/>
                </a:ext>
              </a:extLst>
            </p:cNvPr>
            <p:cNvSpPr/>
            <p:nvPr/>
          </p:nvSpPr>
          <p:spPr>
            <a:xfrm>
              <a:off x="8418719" y="4787446"/>
              <a:ext cx="3344" cy="1911"/>
            </a:xfrm>
            <a:custGeom>
              <a:avLst/>
              <a:gdLst>
                <a:gd name="csX0" fmla="*/ 3344 w 3344"/>
                <a:gd name="csY0" fmla="*/ 0 h 1911"/>
                <a:gd name="csX1" fmla="*/ 2389 w 3344"/>
                <a:gd name="csY1" fmla="*/ 1911 h 1911"/>
                <a:gd name="csX2" fmla="*/ 478 w 3344"/>
                <a:gd name="csY2" fmla="*/ 1433 h 1911"/>
                <a:gd name="csX3" fmla="*/ 0 w 3344"/>
                <a:gd name="csY3" fmla="*/ 1433 h 1911"/>
                <a:gd name="csX4" fmla="*/ 2389 w 3344"/>
                <a:gd name="csY4" fmla="*/ 478 h 1911"/>
                <a:gd name="csX5" fmla="*/ 3344 w 3344"/>
                <a:gd name="csY5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1911">
                  <a:moveTo>
                    <a:pt x="3344" y="0"/>
                  </a:moveTo>
                  <a:lnTo>
                    <a:pt x="2389" y="1911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2389" y="478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3" name="Freeform 4492">
              <a:extLst>
                <a:ext uri="{FF2B5EF4-FFF2-40B4-BE49-F238E27FC236}">
                  <a16:creationId xmlns:a16="http://schemas.microsoft.com/office/drawing/2014/main" id="{122EF782-B38A-6582-8B04-67C941008B93}"/>
                </a:ext>
              </a:extLst>
            </p:cNvPr>
            <p:cNvSpPr/>
            <p:nvPr/>
          </p:nvSpPr>
          <p:spPr>
            <a:xfrm>
              <a:off x="8000706" y="4786969"/>
              <a:ext cx="3344" cy="2388"/>
            </a:xfrm>
            <a:custGeom>
              <a:avLst/>
              <a:gdLst>
                <a:gd name="csX0" fmla="*/ 2867 w 3344"/>
                <a:gd name="csY0" fmla="*/ 1911 h 2388"/>
                <a:gd name="csX1" fmla="*/ 2389 w 3344"/>
                <a:gd name="csY1" fmla="*/ 2389 h 2388"/>
                <a:gd name="csX2" fmla="*/ 1433 w 3344"/>
                <a:gd name="csY2" fmla="*/ 1911 h 2388"/>
                <a:gd name="csX3" fmla="*/ 478 w 3344"/>
                <a:gd name="csY3" fmla="*/ 1433 h 2388"/>
                <a:gd name="csX4" fmla="*/ 0 w 3344"/>
                <a:gd name="csY4" fmla="*/ 955 h 2388"/>
                <a:gd name="csX5" fmla="*/ 0 w 3344"/>
                <a:gd name="csY5" fmla="*/ 478 h 2388"/>
                <a:gd name="csX6" fmla="*/ 956 w 3344"/>
                <a:gd name="csY6" fmla="*/ 0 h 2388"/>
                <a:gd name="csX7" fmla="*/ 3344 w 3344"/>
                <a:gd name="csY7" fmla="*/ 478 h 2388"/>
                <a:gd name="csX8" fmla="*/ 2867 w 3344"/>
                <a:gd name="csY8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2388">
                  <a:moveTo>
                    <a:pt x="2867" y="1911"/>
                  </a:moveTo>
                  <a:lnTo>
                    <a:pt x="2389" y="2389"/>
                  </a:lnTo>
                  <a:lnTo>
                    <a:pt x="1433" y="1911"/>
                  </a:lnTo>
                  <a:lnTo>
                    <a:pt x="478" y="1433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3344" y="478"/>
                  </a:lnTo>
                  <a:lnTo>
                    <a:pt x="286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4" name="Freeform 4493">
              <a:extLst>
                <a:ext uri="{FF2B5EF4-FFF2-40B4-BE49-F238E27FC236}">
                  <a16:creationId xmlns:a16="http://schemas.microsoft.com/office/drawing/2014/main" id="{BF45C461-109B-6490-07C9-17866A2AAC38}"/>
                </a:ext>
              </a:extLst>
            </p:cNvPr>
            <p:cNvSpPr/>
            <p:nvPr/>
          </p:nvSpPr>
          <p:spPr>
            <a:xfrm>
              <a:off x="8013605" y="4786013"/>
              <a:ext cx="1911" cy="1433"/>
            </a:xfrm>
            <a:custGeom>
              <a:avLst/>
              <a:gdLst>
                <a:gd name="csX0" fmla="*/ 1433 w 1911"/>
                <a:gd name="csY0" fmla="*/ 956 h 1433"/>
                <a:gd name="csX1" fmla="*/ 478 w 1911"/>
                <a:gd name="csY1" fmla="*/ 1433 h 1433"/>
                <a:gd name="csX2" fmla="*/ 0 w 1911"/>
                <a:gd name="csY2" fmla="*/ 956 h 1433"/>
                <a:gd name="csX3" fmla="*/ 0 w 1911"/>
                <a:gd name="csY3" fmla="*/ 478 h 1433"/>
                <a:gd name="csX4" fmla="*/ 478 w 1911"/>
                <a:gd name="csY4" fmla="*/ 0 h 1433"/>
                <a:gd name="csX5" fmla="*/ 1433 w 1911"/>
                <a:gd name="csY5" fmla="*/ 0 h 1433"/>
                <a:gd name="csX6" fmla="*/ 1911 w 1911"/>
                <a:gd name="csY6" fmla="*/ 0 h 1433"/>
                <a:gd name="csX7" fmla="*/ 1433 w 1911"/>
                <a:gd name="csY7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433">
                  <a:moveTo>
                    <a:pt x="1433" y="956"/>
                  </a:moveTo>
                  <a:lnTo>
                    <a:pt x="478" y="1433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" name="Freeform 4494">
              <a:extLst>
                <a:ext uri="{FF2B5EF4-FFF2-40B4-BE49-F238E27FC236}">
                  <a16:creationId xmlns:a16="http://schemas.microsoft.com/office/drawing/2014/main" id="{10C8D2EA-764B-7997-BF46-AEDBF92E7346}"/>
                </a:ext>
              </a:extLst>
            </p:cNvPr>
            <p:cNvSpPr/>
            <p:nvPr/>
          </p:nvSpPr>
          <p:spPr>
            <a:xfrm>
              <a:off x="8419675" y="4785058"/>
              <a:ext cx="59238" cy="19109"/>
            </a:xfrm>
            <a:custGeom>
              <a:avLst/>
              <a:gdLst>
                <a:gd name="csX0" fmla="*/ 37263 w 59238"/>
                <a:gd name="csY0" fmla="*/ 1433 h 19109"/>
                <a:gd name="csX1" fmla="*/ 42040 w 59238"/>
                <a:gd name="csY1" fmla="*/ 3344 h 19109"/>
                <a:gd name="csX2" fmla="*/ 43951 w 59238"/>
                <a:gd name="csY2" fmla="*/ 3822 h 19109"/>
                <a:gd name="csX3" fmla="*/ 48251 w 59238"/>
                <a:gd name="csY3" fmla="*/ 3344 h 19109"/>
                <a:gd name="csX4" fmla="*/ 49684 w 59238"/>
                <a:gd name="csY4" fmla="*/ 3344 h 19109"/>
                <a:gd name="csX5" fmla="*/ 53505 w 59238"/>
                <a:gd name="csY5" fmla="*/ 6210 h 19109"/>
                <a:gd name="csX6" fmla="*/ 54461 w 59238"/>
                <a:gd name="csY6" fmla="*/ 7644 h 19109"/>
                <a:gd name="csX7" fmla="*/ 54939 w 59238"/>
                <a:gd name="csY7" fmla="*/ 9555 h 19109"/>
                <a:gd name="csX8" fmla="*/ 55416 w 59238"/>
                <a:gd name="csY8" fmla="*/ 10988 h 19109"/>
                <a:gd name="csX9" fmla="*/ 56372 w 59238"/>
                <a:gd name="csY9" fmla="*/ 10988 h 19109"/>
                <a:gd name="csX10" fmla="*/ 57328 w 59238"/>
                <a:gd name="csY10" fmla="*/ 11466 h 19109"/>
                <a:gd name="csX11" fmla="*/ 58760 w 59238"/>
                <a:gd name="csY11" fmla="*/ 13376 h 19109"/>
                <a:gd name="csX12" fmla="*/ 59239 w 59238"/>
                <a:gd name="csY12" fmla="*/ 13854 h 19109"/>
                <a:gd name="csX13" fmla="*/ 58283 w 59238"/>
                <a:gd name="csY13" fmla="*/ 19109 h 19109"/>
                <a:gd name="csX14" fmla="*/ 53505 w 59238"/>
                <a:gd name="csY14" fmla="*/ 17198 h 19109"/>
                <a:gd name="csX15" fmla="*/ 49206 w 59238"/>
                <a:gd name="csY15" fmla="*/ 14809 h 19109"/>
                <a:gd name="csX16" fmla="*/ 47295 w 59238"/>
                <a:gd name="csY16" fmla="*/ 14332 h 19109"/>
                <a:gd name="csX17" fmla="*/ 42518 w 59238"/>
                <a:gd name="csY17" fmla="*/ 12421 h 19109"/>
                <a:gd name="csX18" fmla="*/ 41562 w 59238"/>
                <a:gd name="csY18" fmla="*/ 11466 h 19109"/>
                <a:gd name="csX19" fmla="*/ 41085 w 59238"/>
                <a:gd name="csY19" fmla="*/ 10988 h 19109"/>
                <a:gd name="csX20" fmla="*/ 39174 w 59238"/>
                <a:gd name="csY20" fmla="*/ 9555 h 19109"/>
                <a:gd name="csX21" fmla="*/ 34874 w 59238"/>
                <a:gd name="csY21" fmla="*/ 9555 h 19109"/>
                <a:gd name="csX22" fmla="*/ 32963 w 59238"/>
                <a:gd name="csY22" fmla="*/ 9555 h 19109"/>
                <a:gd name="csX23" fmla="*/ 32485 w 59238"/>
                <a:gd name="csY23" fmla="*/ 9555 h 19109"/>
                <a:gd name="csX24" fmla="*/ 32485 w 59238"/>
                <a:gd name="csY24" fmla="*/ 10510 h 19109"/>
                <a:gd name="csX25" fmla="*/ 32485 w 59238"/>
                <a:gd name="csY25" fmla="*/ 11466 h 19109"/>
                <a:gd name="csX26" fmla="*/ 31530 w 59238"/>
                <a:gd name="csY26" fmla="*/ 11943 h 19109"/>
                <a:gd name="csX27" fmla="*/ 28664 w 59238"/>
                <a:gd name="csY27" fmla="*/ 10988 h 19109"/>
                <a:gd name="csX28" fmla="*/ 26275 w 59238"/>
                <a:gd name="csY28" fmla="*/ 10988 h 19109"/>
                <a:gd name="csX29" fmla="*/ 24364 w 59238"/>
                <a:gd name="csY29" fmla="*/ 10032 h 19109"/>
                <a:gd name="csX30" fmla="*/ 21498 w 59238"/>
                <a:gd name="csY30" fmla="*/ 9555 h 19109"/>
                <a:gd name="csX31" fmla="*/ 21498 w 59238"/>
                <a:gd name="csY31" fmla="*/ 9077 h 19109"/>
                <a:gd name="csX32" fmla="*/ 21498 w 59238"/>
                <a:gd name="csY32" fmla="*/ 8599 h 19109"/>
                <a:gd name="csX33" fmla="*/ 21498 w 59238"/>
                <a:gd name="csY33" fmla="*/ 8121 h 19109"/>
                <a:gd name="csX34" fmla="*/ 20542 w 59238"/>
                <a:gd name="csY34" fmla="*/ 8121 h 19109"/>
                <a:gd name="csX35" fmla="*/ 19587 w 59238"/>
                <a:gd name="csY35" fmla="*/ 8121 h 19109"/>
                <a:gd name="csX36" fmla="*/ 18153 w 59238"/>
                <a:gd name="csY36" fmla="*/ 8599 h 19109"/>
                <a:gd name="csX37" fmla="*/ 17198 w 59238"/>
                <a:gd name="csY37" fmla="*/ 9077 h 19109"/>
                <a:gd name="csX38" fmla="*/ 15765 w 59238"/>
                <a:gd name="csY38" fmla="*/ 10988 h 19109"/>
                <a:gd name="csX39" fmla="*/ 15287 w 59238"/>
                <a:gd name="csY39" fmla="*/ 11466 h 19109"/>
                <a:gd name="csX40" fmla="*/ 12898 w 59238"/>
                <a:gd name="csY40" fmla="*/ 11943 h 19109"/>
                <a:gd name="csX41" fmla="*/ 11466 w 59238"/>
                <a:gd name="csY41" fmla="*/ 11943 h 19109"/>
                <a:gd name="csX42" fmla="*/ 10987 w 59238"/>
                <a:gd name="csY42" fmla="*/ 11466 h 19109"/>
                <a:gd name="csX43" fmla="*/ 8121 w 59238"/>
                <a:gd name="csY43" fmla="*/ 8121 h 19109"/>
                <a:gd name="csX44" fmla="*/ 7166 w 59238"/>
                <a:gd name="csY44" fmla="*/ 7644 h 19109"/>
                <a:gd name="csX45" fmla="*/ 6210 w 59238"/>
                <a:gd name="csY45" fmla="*/ 6688 h 19109"/>
                <a:gd name="csX46" fmla="*/ 5255 w 59238"/>
                <a:gd name="csY46" fmla="*/ 6688 h 19109"/>
                <a:gd name="csX47" fmla="*/ 4300 w 59238"/>
                <a:gd name="csY47" fmla="*/ 7166 h 19109"/>
                <a:gd name="csX48" fmla="*/ 3344 w 59238"/>
                <a:gd name="csY48" fmla="*/ 8121 h 19109"/>
                <a:gd name="csX49" fmla="*/ 3344 w 59238"/>
                <a:gd name="csY49" fmla="*/ 9077 h 19109"/>
                <a:gd name="csX50" fmla="*/ 2866 w 59238"/>
                <a:gd name="csY50" fmla="*/ 10032 h 19109"/>
                <a:gd name="csX51" fmla="*/ 1911 w 59238"/>
                <a:gd name="csY51" fmla="*/ 11943 h 19109"/>
                <a:gd name="csX52" fmla="*/ 955 w 59238"/>
                <a:gd name="csY52" fmla="*/ 12899 h 19109"/>
                <a:gd name="csX53" fmla="*/ 478 w 59238"/>
                <a:gd name="csY53" fmla="*/ 12899 h 19109"/>
                <a:gd name="csX54" fmla="*/ 955 w 59238"/>
                <a:gd name="csY54" fmla="*/ 10988 h 19109"/>
                <a:gd name="csX55" fmla="*/ 955 w 59238"/>
                <a:gd name="csY55" fmla="*/ 10032 h 19109"/>
                <a:gd name="csX56" fmla="*/ 478 w 59238"/>
                <a:gd name="csY56" fmla="*/ 9077 h 19109"/>
                <a:gd name="csX57" fmla="*/ 0 w 59238"/>
                <a:gd name="csY57" fmla="*/ 7644 h 19109"/>
                <a:gd name="csX58" fmla="*/ 4777 w 59238"/>
                <a:gd name="csY58" fmla="*/ 2389 h 19109"/>
                <a:gd name="csX59" fmla="*/ 6210 w 59238"/>
                <a:gd name="csY59" fmla="*/ 1433 h 19109"/>
                <a:gd name="csX60" fmla="*/ 13854 w 59238"/>
                <a:gd name="csY60" fmla="*/ 956 h 19109"/>
                <a:gd name="csX61" fmla="*/ 18153 w 59238"/>
                <a:gd name="csY61" fmla="*/ 1433 h 19109"/>
                <a:gd name="csX62" fmla="*/ 20542 w 59238"/>
                <a:gd name="csY62" fmla="*/ 956 h 19109"/>
                <a:gd name="csX63" fmla="*/ 21975 w 59238"/>
                <a:gd name="csY63" fmla="*/ 478 h 19109"/>
                <a:gd name="csX64" fmla="*/ 23409 w 59238"/>
                <a:gd name="csY64" fmla="*/ 956 h 19109"/>
                <a:gd name="csX65" fmla="*/ 23886 w 59238"/>
                <a:gd name="csY65" fmla="*/ 1911 h 19109"/>
                <a:gd name="csX66" fmla="*/ 24364 w 59238"/>
                <a:gd name="csY66" fmla="*/ 2389 h 19109"/>
                <a:gd name="csX67" fmla="*/ 25798 w 59238"/>
                <a:gd name="csY67" fmla="*/ 2389 h 19109"/>
                <a:gd name="csX68" fmla="*/ 27708 w 59238"/>
                <a:gd name="csY68" fmla="*/ 1911 h 19109"/>
                <a:gd name="csX69" fmla="*/ 29619 w 59238"/>
                <a:gd name="csY69" fmla="*/ 478 h 19109"/>
                <a:gd name="csX70" fmla="*/ 30575 w 59238"/>
                <a:gd name="csY70" fmla="*/ 0 h 19109"/>
                <a:gd name="csX71" fmla="*/ 32008 w 59238"/>
                <a:gd name="csY71" fmla="*/ 0 h 19109"/>
                <a:gd name="csX72" fmla="*/ 32963 w 59238"/>
                <a:gd name="csY72" fmla="*/ 0 h 19109"/>
                <a:gd name="csX73" fmla="*/ 34396 w 59238"/>
                <a:gd name="csY73" fmla="*/ 478 h 19109"/>
                <a:gd name="csX74" fmla="*/ 37263 w 59238"/>
                <a:gd name="csY74" fmla="*/ 1433 h 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</a:cxnLst>
              <a:rect l="l" t="t" r="r" b="b"/>
              <a:pathLst>
                <a:path w="59238" h="19109">
                  <a:moveTo>
                    <a:pt x="37263" y="1433"/>
                  </a:moveTo>
                  <a:lnTo>
                    <a:pt x="42040" y="3344"/>
                  </a:lnTo>
                  <a:lnTo>
                    <a:pt x="43951" y="3822"/>
                  </a:lnTo>
                  <a:lnTo>
                    <a:pt x="48251" y="3344"/>
                  </a:lnTo>
                  <a:lnTo>
                    <a:pt x="49684" y="3344"/>
                  </a:lnTo>
                  <a:lnTo>
                    <a:pt x="53505" y="6210"/>
                  </a:lnTo>
                  <a:lnTo>
                    <a:pt x="54461" y="7644"/>
                  </a:lnTo>
                  <a:lnTo>
                    <a:pt x="54939" y="9555"/>
                  </a:lnTo>
                  <a:lnTo>
                    <a:pt x="55416" y="10988"/>
                  </a:lnTo>
                  <a:lnTo>
                    <a:pt x="56372" y="10988"/>
                  </a:lnTo>
                  <a:lnTo>
                    <a:pt x="57328" y="11466"/>
                  </a:lnTo>
                  <a:lnTo>
                    <a:pt x="58760" y="13376"/>
                  </a:lnTo>
                  <a:lnTo>
                    <a:pt x="59239" y="13854"/>
                  </a:lnTo>
                  <a:lnTo>
                    <a:pt x="58283" y="19109"/>
                  </a:lnTo>
                  <a:lnTo>
                    <a:pt x="53505" y="17198"/>
                  </a:lnTo>
                  <a:lnTo>
                    <a:pt x="49206" y="14809"/>
                  </a:lnTo>
                  <a:lnTo>
                    <a:pt x="47295" y="14332"/>
                  </a:lnTo>
                  <a:lnTo>
                    <a:pt x="42518" y="12421"/>
                  </a:lnTo>
                  <a:lnTo>
                    <a:pt x="41562" y="11466"/>
                  </a:lnTo>
                  <a:lnTo>
                    <a:pt x="41085" y="10988"/>
                  </a:lnTo>
                  <a:lnTo>
                    <a:pt x="39174" y="9555"/>
                  </a:lnTo>
                  <a:lnTo>
                    <a:pt x="34874" y="9555"/>
                  </a:lnTo>
                  <a:lnTo>
                    <a:pt x="32963" y="9555"/>
                  </a:lnTo>
                  <a:lnTo>
                    <a:pt x="32485" y="9555"/>
                  </a:lnTo>
                  <a:lnTo>
                    <a:pt x="32485" y="10510"/>
                  </a:lnTo>
                  <a:lnTo>
                    <a:pt x="32485" y="11466"/>
                  </a:lnTo>
                  <a:lnTo>
                    <a:pt x="31530" y="11943"/>
                  </a:lnTo>
                  <a:lnTo>
                    <a:pt x="28664" y="10988"/>
                  </a:lnTo>
                  <a:lnTo>
                    <a:pt x="26275" y="10988"/>
                  </a:lnTo>
                  <a:lnTo>
                    <a:pt x="24364" y="10032"/>
                  </a:lnTo>
                  <a:lnTo>
                    <a:pt x="21498" y="9555"/>
                  </a:lnTo>
                  <a:lnTo>
                    <a:pt x="21498" y="9077"/>
                  </a:lnTo>
                  <a:lnTo>
                    <a:pt x="21498" y="8599"/>
                  </a:lnTo>
                  <a:lnTo>
                    <a:pt x="21498" y="8121"/>
                  </a:lnTo>
                  <a:lnTo>
                    <a:pt x="20542" y="8121"/>
                  </a:lnTo>
                  <a:lnTo>
                    <a:pt x="19587" y="8121"/>
                  </a:lnTo>
                  <a:lnTo>
                    <a:pt x="18153" y="8599"/>
                  </a:lnTo>
                  <a:lnTo>
                    <a:pt x="17198" y="9077"/>
                  </a:lnTo>
                  <a:lnTo>
                    <a:pt x="15765" y="10988"/>
                  </a:lnTo>
                  <a:lnTo>
                    <a:pt x="15287" y="11466"/>
                  </a:lnTo>
                  <a:lnTo>
                    <a:pt x="12898" y="11943"/>
                  </a:lnTo>
                  <a:lnTo>
                    <a:pt x="11466" y="11943"/>
                  </a:lnTo>
                  <a:lnTo>
                    <a:pt x="10987" y="11466"/>
                  </a:lnTo>
                  <a:lnTo>
                    <a:pt x="8121" y="8121"/>
                  </a:lnTo>
                  <a:lnTo>
                    <a:pt x="7166" y="7644"/>
                  </a:lnTo>
                  <a:lnTo>
                    <a:pt x="6210" y="6688"/>
                  </a:lnTo>
                  <a:lnTo>
                    <a:pt x="5255" y="6688"/>
                  </a:lnTo>
                  <a:lnTo>
                    <a:pt x="4300" y="7166"/>
                  </a:lnTo>
                  <a:lnTo>
                    <a:pt x="3344" y="8121"/>
                  </a:lnTo>
                  <a:lnTo>
                    <a:pt x="3344" y="9077"/>
                  </a:lnTo>
                  <a:lnTo>
                    <a:pt x="2866" y="10032"/>
                  </a:lnTo>
                  <a:lnTo>
                    <a:pt x="1911" y="11943"/>
                  </a:lnTo>
                  <a:lnTo>
                    <a:pt x="955" y="12899"/>
                  </a:lnTo>
                  <a:lnTo>
                    <a:pt x="478" y="12899"/>
                  </a:lnTo>
                  <a:lnTo>
                    <a:pt x="955" y="10988"/>
                  </a:lnTo>
                  <a:lnTo>
                    <a:pt x="955" y="10032"/>
                  </a:lnTo>
                  <a:lnTo>
                    <a:pt x="478" y="9077"/>
                  </a:lnTo>
                  <a:lnTo>
                    <a:pt x="0" y="7644"/>
                  </a:lnTo>
                  <a:lnTo>
                    <a:pt x="4777" y="2389"/>
                  </a:lnTo>
                  <a:lnTo>
                    <a:pt x="6210" y="1433"/>
                  </a:lnTo>
                  <a:lnTo>
                    <a:pt x="13854" y="956"/>
                  </a:lnTo>
                  <a:lnTo>
                    <a:pt x="18153" y="1433"/>
                  </a:lnTo>
                  <a:lnTo>
                    <a:pt x="20542" y="956"/>
                  </a:lnTo>
                  <a:lnTo>
                    <a:pt x="21975" y="478"/>
                  </a:lnTo>
                  <a:lnTo>
                    <a:pt x="23409" y="956"/>
                  </a:lnTo>
                  <a:lnTo>
                    <a:pt x="23886" y="1911"/>
                  </a:lnTo>
                  <a:lnTo>
                    <a:pt x="24364" y="2389"/>
                  </a:lnTo>
                  <a:lnTo>
                    <a:pt x="25798" y="2389"/>
                  </a:lnTo>
                  <a:lnTo>
                    <a:pt x="27708" y="1911"/>
                  </a:lnTo>
                  <a:lnTo>
                    <a:pt x="29619" y="478"/>
                  </a:lnTo>
                  <a:lnTo>
                    <a:pt x="30575" y="0"/>
                  </a:lnTo>
                  <a:lnTo>
                    <a:pt x="32008" y="0"/>
                  </a:lnTo>
                  <a:lnTo>
                    <a:pt x="32963" y="0"/>
                  </a:lnTo>
                  <a:lnTo>
                    <a:pt x="34396" y="478"/>
                  </a:lnTo>
                  <a:lnTo>
                    <a:pt x="3726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" name="Freeform 4495">
              <a:extLst>
                <a:ext uri="{FF2B5EF4-FFF2-40B4-BE49-F238E27FC236}">
                  <a16:creationId xmlns:a16="http://schemas.microsoft.com/office/drawing/2014/main" id="{5641CB68-6A05-21D4-40CD-78DCECB044BC}"/>
                </a:ext>
              </a:extLst>
            </p:cNvPr>
            <p:cNvSpPr/>
            <p:nvPr/>
          </p:nvSpPr>
          <p:spPr>
            <a:xfrm>
              <a:off x="7870286" y="4785058"/>
              <a:ext cx="5732" cy="9554"/>
            </a:xfrm>
            <a:custGeom>
              <a:avLst/>
              <a:gdLst>
                <a:gd name="csX0" fmla="*/ 4777 w 5732"/>
                <a:gd name="csY0" fmla="*/ 7166 h 9554"/>
                <a:gd name="csX1" fmla="*/ 5733 w 5732"/>
                <a:gd name="csY1" fmla="*/ 9555 h 9554"/>
                <a:gd name="csX2" fmla="*/ 3344 w 5732"/>
                <a:gd name="csY2" fmla="*/ 8121 h 9554"/>
                <a:gd name="csX3" fmla="*/ 3344 w 5732"/>
                <a:gd name="csY3" fmla="*/ 6688 h 9554"/>
                <a:gd name="csX4" fmla="*/ 3344 w 5732"/>
                <a:gd name="csY4" fmla="*/ 5733 h 9554"/>
                <a:gd name="csX5" fmla="*/ 1911 w 5732"/>
                <a:gd name="csY5" fmla="*/ 4777 h 9554"/>
                <a:gd name="csX6" fmla="*/ 478 w 5732"/>
                <a:gd name="csY6" fmla="*/ 3344 h 9554"/>
                <a:gd name="csX7" fmla="*/ 0 w 5732"/>
                <a:gd name="csY7" fmla="*/ 478 h 9554"/>
                <a:gd name="csX8" fmla="*/ 478 w 5732"/>
                <a:gd name="csY8" fmla="*/ 0 h 9554"/>
                <a:gd name="csX9" fmla="*/ 1433 w 5732"/>
                <a:gd name="csY9" fmla="*/ 0 h 9554"/>
                <a:gd name="csX10" fmla="*/ 5733 w 5732"/>
                <a:gd name="csY10" fmla="*/ 3822 h 9554"/>
                <a:gd name="csX11" fmla="*/ 5733 w 5732"/>
                <a:gd name="csY11" fmla="*/ 4300 h 9554"/>
                <a:gd name="csX12" fmla="*/ 5733 w 5732"/>
                <a:gd name="csY12" fmla="*/ 5733 h 9554"/>
                <a:gd name="csX13" fmla="*/ 5255 w 5732"/>
                <a:gd name="csY13" fmla="*/ 6210 h 9554"/>
                <a:gd name="csX14" fmla="*/ 4777 w 5732"/>
                <a:gd name="csY14" fmla="*/ 7166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732" h="9554">
                  <a:moveTo>
                    <a:pt x="4777" y="7166"/>
                  </a:moveTo>
                  <a:lnTo>
                    <a:pt x="5733" y="9555"/>
                  </a:lnTo>
                  <a:lnTo>
                    <a:pt x="3344" y="8121"/>
                  </a:lnTo>
                  <a:lnTo>
                    <a:pt x="3344" y="6688"/>
                  </a:lnTo>
                  <a:lnTo>
                    <a:pt x="3344" y="5733"/>
                  </a:lnTo>
                  <a:lnTo>
                    <a:pt x="1911" y="4777"/>
                  </a:lnTo>
                  <a:lnTo>
                    <a:pt x="478" y="3344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5733" y="3822"/>
                  </a:lnTo>
                  <a:lnTo>
                    <a:pt x="5733" y="4300"/>
                  </a:lnTo>
                  <a:lnTo>
                    <a:pt x="5733" y="5733"/>
                  </a:lnTo>
                  <a:lnTo>
                    <a:pt x="5255" y="6210"/>
                  </a:lnTo>
                  <a:lnTo>
                    <a:pt x="4777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7" name="Freeform 4496">
              <a:extLst>
                <a:ext uri="{FF2B5EF4-FFF2-40B4-BE49-F238E27FC236}">
                  <a16:creationId xmlns:a16="http://schemas.microsoft.com/office/drawing/2014/main" id="{F112C108-354D-0B1F-C2DE-1C5773080162}"/>
                </a:ext>
              </a:extLst>
            </p:cNvPr>
            <p:cNvSpPr/>
            <p:nvPr/>
          </p:nvSpPr>
          <p:spPr>
            <a:xfrm>
              <a:off x="8016949" y="4780280"/>
              <a:ext cx="14331" cy="12420"/>
            </a:xfrm>
            <a:custGeom>
              <a:avLst/>
              <a:gdLst>
                <a:gd name="csX0" fmla="*/ 12899 w 14331"/>
                <a:gd name="csY0" fmla="*/ 8599 h 12420"/>
                <a:gd name="csX1" fmla="*/ 12421 w 14331"/>
                <a:gd name="csY1" fmla="*/ 10510 h 12420"/>
                <a:gd name="csX2" fmla="*/ 11943 w 14331"/>
                <a:gd name="csY2" fmla="*/ 10988 h 12420"/>
                <a:gd name="csX3" fmla="*/ 10032 w 14331"/>
                <a:gd name="csY3" fmla="*/ 11943 h 12420"/>
                <a:gd name="csX4" fmla="*/ 9555 w 14331"/>
                <a:gd name="csY4" fmla="*/ 12421 h 12420"/>
                <a:gd name="csX5" fmla="*/ 8122 w 14331"/>
                <a:gd name="csY5" fmla="*/ 12421 h 12420"/>
                <a:gd name="csX6" fmla="*/ 8122 w 14331"/>
                <a:gd name="csY6" fmla="*/ 11466 h 12420"/>
                <a:gd name="csX7" fmla="*/ 7166 w 14331"/>
                <a:gd name="csY7" fmla="*/ 10988 h 12420"/>
                <a:gd name="csX8" fmla="*/ 5733 w 14331"/>
                <a:gd name="csY8" fmla="*/ 10032 h 12420"/>
                <a:gd name="csX9" fmla="*/ 5255 w 14331"/>
                <a:gd name="csY9" fmla="*/ 10032 h 12420"/>
                <a:gd name="csX10" fmla="*/ 5255 w 14331"/>
                <a:gd name="csY10" fmla="*/ 11466 h 12420"/>
                <a:gd name="csX11" fmla="*/ 1911 w 14331"/>
                <a:gd name="csY11" fmla="*/ 12421 h 12420"/>
                <a:gd name="csX12" fmla="*/ 956 w 14331"/>
                <a:gd name="csY12" fmla="*/ 12421 h 12420"/>
                <a:gd name="csX13" fmla="*/ 1433 w 14331"/>
                <a:gd name="csY13" fmla="*/ 10988 h 12420"/>
                <a:gd name="csX14" fmla="*/ 478 w 14331"/>
                <a:gd name="csY14" fmla="*/ 9555 h 12420"/>
                <a:gd name="csX15" fmla="*/ 478 w 14331"/>
                <a:gd name="csY15" fmla="*/ 8121 h 12420"/>
                <a:gd name="csX16" fmla="*/ 478 w 14331"/>
                <a:gd name="csY16" fmla="*/ 7644 h 12420"/>
                <a:gd name="csX17" fmla="*/ 0 w 14331"/>
                <a:gd name="csY17" fmla="*/ 7166 h 12420"/>
                <a:gd name="csX18" fmla="*/ 956 w 14331"/>
                <a:gd name="csY18" fmla="*/ 6210 h 12420"/>
                <a:gd name="csX19" fmla="*/ 478 w 14331"/>
                <a:gd name="csY19" fmla="*/ 4777 h 12420"/>
                <a:gd name="csX20" fmla="*/ 1433 w 14331"/>
                <a:gd name="csY20" fmla="*/ 3822 h 12420"/>
                <a:gd name="csX21" fmla="*/ 1911 w 14331"/>
                <a:gd name="csY21" fmla="*/ 478 h 12420"/>
                <a:gd name="csX22" fmla="*/ 5255 w 14331"/>
                <a:gd name="csY22" fmla="*/ 0 h 12420"/>
                <a:gd name="csX23" fmla="*/ 6211 w 14331"/>
                <a:gd name="csY23" fmla="*/ 478 h 12420"/>
                <a:gd name="csX24" fmla="*/ 10032 w 14331"/>
                <a:gd name="csY24" fmla="*/ 1433 h 12420"/>
                <a:gd name="csX25" fmla="*/ 12899 w 14331"/>
                <a:gd name="csY25" fmla="*/ 2866 h 12420"/>
                <a:gd name="csX26" fmla="*/ 14332 w 14331"/>
                <a:gd name="csY26" fmla="*/ 5255 h 12420"/>
                <a:gd name="csX27" fmla="*/ 12899 w 14331"/>
                <a:gd name="csY27" fmla="*/ 8599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4331" h="12420">
                  <a:moveTo>
                    <a:pt x="12899" y="8599"/>
                  </a:moveTo>
                  <a:lnTo>
                    <a:pt x="12421" y="10510"/>
                  </a:lnTo>
                  <a:lnTo>
                    <a:pt x="11943" y="10988"/>
                  </a:lnTo>
                  <a:lnTo>
                    <a:pt x="10032" y="11943"/>
                  </a:lnTo>
                  <a:lnTo>
                    <a:pt x="9555" y="12421"/>
                  </a:lnTo>
                  <a:lnTo>
                    <a:pt x="8122" y="12421"/>
                  </a:lnTo>
                  <a:lnTo>
                    <a:pt x="8122" y="11466"/>
                  </a:lnTo>
                  <a:lnTo>
                    <a:pt x="7166" y="10988"/>
                  </a:lnTo>
                  <a:lnTo>
                    <a:pt x="5733" y="10032"/>
                  </a:lnTo>
                  <a:lnTo>
                    <a:pt x="5255" y="10032"/>
                  </a:lnTo>
                  <a:lnTo>
                    <a:pt x="5255" y="11466"/>
                  </a:lnTo>
                  <a:lnTo>
                    <a:pt x="1911" y="12421"/>
                  </a:lnTo>
                  <a:lnTo>
                    <a:pt x="956" y="12421"/>
                  </a:lnTo>
                  <a:lnTo>
                    <a:pt x="1433" y="10988"/>
                  </a:lnTo>
                  <a:lnTo>
                    <a:pt x="478" y="9555"/>
                  </a:lnTo>
                  <a:lnTo>
                    <a:pt x="478" y="8121"/>
                  </a:lnTo>
                  <a:lnTo>
                    <a:pt x="478" y="7644"/>
                  </a:lnTo>
                  <a:lnTo>
                    <a:pt x="0" y="7166"/>
                  </a:lnTo>
                  <a:lnTo>
                    <a:pt x="956" y="6210"/>
                  </a:lnTo>
                  <a:lnTo>
                    <a:pt x="478" y="4777"/>
                  </a:lnTo>
                  <a:lnTo>
                    <a:pt x="1433" y="3822"/>
                  </a:lnTo>
                  <a:lnTo>
                    <a:pt x="1911" y="478"/>
                  </a:lnTo>
                  <a:lnTo>
                    <a:pt x="5255" y="0"/>
                  </a:lnTo>
                  <a:lnTo>
                    <a:pt x="6211" y="478"/>
                  </a:lnTo>
                  <a:lnTo>
                    <a:pt x="10032" y="1433"/>
                  </a:lnTo>
                  <a:lnTo>
                    <a:pt x="12899" y="2866"/>
                  </a:lnTo>
                  <a:lnTo>
                    <a:pt x="14332" y="5255"/>
                  </a:lnTo>
                  <a:lnTo>
                    <a:pt x="12899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8" name="Freeform 4497">
              <a:extLst>
                <a:ext uri="{FF2B5EF4-FFF2-40B4-BE49-F238E27FC236}">
                  <a16:creationId xmlns:a16="http://schemas.microsoft.com/office/drawing/2014/main" id="{6E6B1A82-15DE-00D7-D4AE-B6D7986850C6}"/>
                </a:ext>
              </a:extLst>
            </p:cNvPr>
            <p:cNvSpPr/>
            <p:nvPr/>
          </p:nvSpPr>
          <p:spPr>
            <a:xfrm>
              <a:off x="7866464" y="4779803"/>
              <a:ext cx="4299" cy="5732"/>
            </a:xfrm>
            <a:custGeom>
              <a:avLst/>
              <a:gdLst>
                <a:gd name="csX0" fmla="*/ 4300 w 4299"/>
                <a:gd name="csY0" fmla="*/ 4299 h 5732"/>
                <a:gd name="csX1" fmla="*/ 2866 w 4299"/>
                <a:gd name="csY1" fmla="*/ 5733 h 5732"/>
                <a:gd name="csX2" fmla="*/ 478 w 4299"/>
                <a:gd name="csY2" fmla="*/ 5733 h 5732"/>
                <a:gd name="csX3" fmla="*/ 0 w 4299"/>
                <a:gd name="csY3" fmla="*/ 4777 h 5732"/>
                <a:gd name="csX4" fmla="*/ 478 w 4299"/>
                <a:gd name="csY4" fmla="*/ 2866 h 5732"/>
                <a:gd name="csX5" fmla="*/ 0 w 4299"/>
                <a:gd name="csY5" fmla="*/ 1911 h 5732"/>
                <a:gd name="csX6" fmla="*/ 0 w 4299"/>
                <a:gd name="csY6" fmla="*/ 1911 h 5732"/>
                <a:gd name="csX7" fmla="*/ 0 w 4299"/>
                <a:gd name="csY7" fmla="*/ 478 h 5732"/>
                <a:gd name="csX8" fmla="*/ 478 w 4299"/>
                <a:gd name="csY8" fmla="*/ 0 h 5732"/>
                <a:gd name="csX9" fmla="*/ 4300 w 4299"/>
                <a:gd name="csY9" fmla="*/ 3344 h 5732"/>
                <a:gd name="csX10" fmla="*/ 4300 w 4299"/>
                <a:gd name="csY10" fmla="*/ 4299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5732">
                  <a:moveTo>
                    <a:pt x="4300" y="4299"/>
                  </a:moveTo>
                  <a:lnTo>
                    <a:pt x="2866" y="5733"/>
                  </a:lnTo>
                  <a:lnTo>
                    <a:pt x="478" y="5733"/>
                  </a:lnTo>
                  <a:lnTo>
                    <a:pt x="0" y="4777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300" y="3344"/>
                  </a:lnTo>
                  <a:lnTo>
                    <a:pt x="4300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9" name="Freeform 4498">
              <a:extLst>
                <a:ext uri="{FF2B5EF4-FFF2-40B4-BE49-F238E27FC236}">
                  <a16:creationId xmlns:a16="http://schemas.microsoft.com/office/drawing/2014/main" id="{602B8871-4C07-3740-BE75-9DA359EEED7F}"/>
                </a:ext>
              </a:extLst>
            </p:cNvPr>
            <p:cNvSpPr/>
            <p:nvPr/>
          </p:nvSpPr>
          <p:spPr>
            <a:xfrm>
              <a:off x="8547706" y="4771203"/>
              <a:ext cx="1911" cy="1911"/>
            </a:xfrm>
            <a:custGeom>
              <a:avLst/>
              <a:gdLst>
                <a:gd name="csX0" fmla="*/ 956 w 1911"/>
                <a:gd name="csY0" fmla="*/ 1911 h 1911"/>
                <a:gd name="csX1" fmla="*/ 478 w 1911"/>
                <a:gd name="csY1" fmla="*/ 1911 h 1911"/>
                <a:gd name="csX2" fmla="*/ 0 w 1911"/>
                <a:gd name="csY2" fmla="*/ 1433 h 1911"/>
                <a:gd name="csX3" fmla="*/ 478 w 1911"/>
                <a:gd name="csY3" fmla="*/ 0 h 1911"/>
                <a:gd name="csX4" fmla="*/ 956 w 1911"/>
                <a:gd name="csY4" fmla="*/ 0 h 1911"/>
                <a:gd name="csX5" fmla="*/ 956 w 1911"/>
                <a:gd name="csY5" fmla="*/ 0 h 1911"/>
                <a:gd name="csX6" fmla="*/ 1911 w 1911"/>
                <a:gd name="csY6" fmla="*/ 478 h 1911"/>
                <a:gd name="csX7" fmla="*/ 956 w 1911"/>
                <a:gd name="csY7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1">
                  <a:moveTo>
                    <a:pt x="956" y="1911"/>
                  </a:moveTo>
                  <a:lnTo>
                    <a:pt x="478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1911" y="478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0" name="Freeform 4499">
              <a:extLst>
                <a:ext uri="{FF2B5EF4-FFF2-40B4-BE49-F238E27FC236}">
                  <a16:creationId xmlns:a16="http://schemas.microsoft.com/office/drawing/2014/main" id="{2D31FE6D-16ED-7C56-45C4-DD913A82E3FF}"/>
                </a:ext>
              </a:extLst>
            </p:cNvPr>
            <p:cNvSpPr/>
            <p:nvPr/>
          </p:nvSpPr>
          <p:spPr>
            <a:xfrm>
              <a:off x="7857865" y="4771203"/>
              <a:ext cx="5732" cy="6210"/>
            </a:xfrm>
            <a:custGeom>
              <a:avLst/>
              <a:gdLst>
                <a:gd name="csX0" fmla="*/ 5733 w 5732"/>
                <a:gd name="csY0" fmla="*/ 5733 h 6210"/>
                <a:gd name="csX1" fmla="*/ 5733 w 5732"/>
                <a:gd name="csY1" fmla="*/ 6211 h 6210"/>
                <a:gd name="csX2" fmla="*/ 2866 w 5732"/>
                <a:gd name="csY2" fmla="*/ 4777 h 6210"/>
                <a:gd name="csX3" fmla="*/ 955 w 5732"/>
                <a:gd name="csY3" fmla="*/ 4300 h 6210"/>
                <a:gd name="csX4" fmla="*/ 0 w 5732"/>
                <a:gd name="csY4" fmla="*/ 2389 h 6210"/>
                <a:gd name="csX5" fmla="*/ 0 w 5732"/>
                <a:gd name="csY5" fmla="*/ 1433 h 6210"/>
                <a:gd name="csX6" fmla="*/ 478 w 5732"/>
                <a:gd name="csY6" fmla="*/ 478 h 6210"/>
                <a:gd name="csX7" fmla="*/ 478 w 5732"/>
                <a:gd name="csY7" fmla="*/ 0 h 6210"/>
                <a:gd name="csX8" fmla="*/ 1433 w 5732"/>
                <a:gd name="csY8" fmla="*/ 0 h 6210"/>
                <a:gd name="csX9" fmla="*/ 2866 w 5732"/>
                <a:gd name="csY9" fmla="*/ 478 h 6210"/>
                <a:gd name="csX10" fmla="*/ 3821 w 5732"/>
                <a:gd name="csY10" fmla="*/ 2867 h 6210"/>
                <a:gd name="csX11" fmla="*/ 5255 w 5732"/>
                <a:gd name="csY11" fmla="*/ 4777 h 6210"/>
                <a:gd name="csX12" fmla="*/ 5733 w 5732"/>
                <a:gd name="csY12" fmla="*/ 57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732" h="6210">
                  <a:moveTo>
                    <a:pt x="5733" y="5733"/>
                  </a:moveTo>
                  <a:lnTo>
                    <a:pt x="5733" y="6211"/>
                  </a:lnTo>
                  <a:lnTo>
                    <a:pt x="2866" y="4777"/>
                  </a:lnTo>
                  <a:lnTo>
                    <a:pt x="955" y="4300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866" y="478"/>
                  </a:lnTo>
                  <a:lnTo>
                    <a:pt x="3821" y="2867"/>
                  </a:lnTo>
                  <a:lnTo>
                    <a:pt x="5255" y="4777"/>
                  </a:lnTo>
                  <a:lnTo>
                    <a:pt x="5733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1" name="Freeform 4500">
              <a:extLst>
                <a:ext uri="{FF2B5EF4-FFF2-40B4-BE49-F238E27FC236}">
                  <a16:creationId xmlns:a16="http://schemas.microsoft.com/office/drawing/2014/main" id="{CCE35B20-CDC7-DDFA-B068-2B138976C134}"/>
                </a:ext>
              </a:extLst>
            </p:cNvPr>
            <p:cNvSpPr/>
            <p:nvPr/>
          </p:nvSpPr>
          <p:spPr>
            <a:xfrm>
              <a:off x="8379546" y="4770248"/>
              <a:ext cx="4299" cy="9076"/>
            </a:xfrm>
            <a:custGeom>
              <a:avLst/>
              <a:gdLst>
                <a:gd name="csX0" fmla="*/ 3822 w 4299"/>
                <a:gd name="csY0" fmla="*/ 8599 h 9076"/>
                <a:gd name="csX1" fmla="*/ 3822 w 4299"/>
                <a:gd name="csY1" fmla="*/ 9077 h 9076"/>
                <a:gd name="csX2" fmla="*/ 2389 w 4299"/>
                <a:gd name="csY2" fmla="*/ 8121 h 9076"/>
                <a:gd name="csX3" fmla="*/ 1911 w 4299"/>
                <a:gd name="csY3" fmla="*/ 5255 h 9076"/>
                <a:gd name="csX4" fmla="*/ 955 w 4299"/>
                <a:gd name="csY4" fmla="*/ 4299 h 9076"/>
                <a:gd name="csX5" fmla="*/ 0 w 4299"/>
                <a:gd name="csY5" fmla="*/ 1911 h 9076"/>
                <a:gd name="csX6" fmla="*/ 478 w 4299"/>
                <a:gd name="csY6" fmla="*/ 955 h 9076"/>
                <a:gd name="csX7" fmla="*/ 1433 w 4299"/>
                <a:gd name="csY7" fmla="*/ 0 h 9076"/>
                <a:gd name="csX8" fmla="*/ 2389 w 4299"/>
                <a:gd name="csY8" fmla="*/ 0 h 9076"/>
                <a:gd name="csX9" fmla="*/ 2866 w 4299"/>
                <a:gd name="csY9" fmla="*/ 478 h 9076"/>
                <a:gd name="csX10" fmla="*/ 2389 w 4299"/>
                <a:gd name="csY10" fmla="*/ 3344 h 9076"/>
                <a:gd name="csX11" fmla="*/ 4300 w 4299"/>
                <a:gd name="csY11" fmla="*/ 7166 h 9076"/>
                <a:gd name="csX12" fmla="*/ 3822 w 4299"/>
                <a:gd name="csY12" fmla="*/ 8599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9076">
                  <a:moveTo>
                    <a:pt x="3822" y="8599"/>
                  </a:moveTo>
                  <a:lnTo>
                    <a:pt x="3822" y="9077"/>
                  </a:lnTo>
                  <a:lnTo>
                    <a:pt x="2389" y="8121"/>
                  </a:lnTo>
                  <a:lnTo>
                    <a:pt x="1911" y="5255"/>
                  </a:lnTo>
                  <a:lnTo>
                    <a:pt x="955" y="4299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866" y="478"/>
                  </a:lnTo>
                  <a:lnTo>
                    <a:pt x="2389" y="3344"/>
                  </a:lnTo>
                  <a:lnTo>
                    <a:pt x="4300" y="7166"/>
                  </a:lnTo>
                  <a:lnTo>
                    <a:pt x="3822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2" name="Freeform 4501">
              <a:extLst>
                <a:ext uri="{FF2B5EF4-FFF2-40B4-BE49-F238E27FC236}">
                  <a16:creationId xmlns:a16="http://schemas.microsoft.com/office/drawing/2014/main" id="{A46FF678-BC25-E165-34FB-0C9F494FA3DB}"/>
                </a:ext>
              </a:extLst>
            </p:cNvPr>
            <p:cNvSpPr/>
            <p:nvPr/>
          </p:nvSpPr>
          <p:spPr>
            <a:xfrm>
              <a:off x="8338461" y="4768337"/>
              <a:ext cx="1432" cy="2388"/>
            </a:xfrm>
            <a:custGeom>
              <a:avLst/>
              <a:gdLst>
                <a:gd name="csX0" fmla="*/ 1433 w 1432"/>
                <a:gd name="csY0" fmla="*/ 1433 h 2388"/>
                <a:gd name="csX1" fmla="*/ 1433 w 1432"/>
                <a:gd name="csY1" fmla="*/ 2389 h 2388"/>
                <a:gd name="csX2" fmla="*/ 478 w 1432"/>
                <a:gd name="csY2" fmla="*/ 2389 h 2388"/>
                <a:gd name="csX3" fmla="*/ 0 w 1432"/>
                <a:gd name="csY3" fmla="*/ 956 h 2388"/>
                <a:gd name="csX4" fmla="*/ 0 w 1432"/>
                <a:gd name="csY4" fmla="*/ 0 h 2388"/>
                <a:gd name="csX5" fmla="*/ 1433 w 1432"/>
                <a:gd name="csY5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2" h="2388">
                  <a:moveTo>
                    <a:pt x="1433" y="1433"/>
                  </a:moveTo>
                  <a:lnTo>
                    <a:pt x="1433" y="2389"/>
                  </a:lnTo>
                  <a:lnTo>
                    <a:pt x="478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3" name="Freeform 4502">
              <a:extLst>
                <a:ext uri="{FF2B5EF4-FFF2-40B4-BE49-F238E27FC236}">
                  <a16:creationId xmlns:a16="http://schemas.microsoft.com/office/drawing/2014/main" id="{82D847B6-C7C7-0945-FEE6-BC06C8A75492}"/>
                </a:ext>
              </a:extLst>
            </p:cNvPr>
            <p:cNvSpPr/>
            <p:nvPr/>
          </p:nvSpPr>
          <p:spPr>
            <a:xfrm>
              <a:off x="8370469" y="4766904"/>
              <a:ext cx="18631" cy="2866"/>
            </a:xfrm>
            <a:custGeom>
              <a:avLst/>
              <a:gdLst>
                <a:gd name="csX0" fmla="*/ 12421 w 18631"/>
                <a:gd name="csY0" fmla="*/ 0 h 2866"/>
                <a:gd name="csX1" fmla="*/ 18632 w 18631"/>
                <a:gd name="csY1" fmla="*/ 478 h 2866"/>
                <a:gd name="csX2" fmla="*/ 17676 w 18631"/>
                <a:gd name="csY2" fmla="*/ 1433 h 2866"/>
                <a:gd name="csX3" fmla="*/ 10988 w 18631"/>
                <a:gd name="csY3" fmla="*/ 2389 h 2866"/>
                <a:gd name="csX4" fmla="*/ 8599 w 18631"/>
                <a:gd name="csY4" fmla="*/ 1911 h 2866"/>
                <a:gd name="csX5" fmla="*/ 1433 w 18631"/>
                <a:gd name="csY5" fmla="*/ 2866 h 2866"/>
                <a:gd name="csX6" fmla="*/ 956 w 18631"/>
                <a:gd name="csY6" fmla="*/ 2866 h 2866"/>
                <a:gd name="csX7" fmla="*/ 478 w 18631"/>
                <a:gd name="csY7" fmla="*/ 1911 h 2866"/>
                <a:gd name="csX8" fmla="*/ 0 w 18631"/>
                <a:gd name="csY8" fmla="*/ 956 h 2866"/>
                <a:gd name="csX9" fmla="*/ 956 w 18631"/>
                <a:gd name="csY9" fmla="*/ 478 h 2866"/>
                <a:gd name="csX10" fmla="*/ 2389 w 18631"/>
                <a:gd name="csY10" fmla="*/ 0 h 2866"/>
                <a:gd name="csX11" fmla="*/ 6211 w 18631"/>
                <a:gd name="csY11" fmla="*/ 478 h 2866"/>
                <a:gd name="csX12" fmla="*/ 12421 w 18631"/>
                <a:gd name="csY1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8631" h="2866">
                  <a:moveTo>
                    <a:pt x="12421" y="0"/>
                  </a:moveTo>
                  <a:lnTo>
                    <a:pt x="18632" y="478"/>
                  </a:lnTo>
                  <a:lnTo>
                    <a:pt x="17676" y="1433"/>
                  </a:lnTo>
                  <a:lnTo>
                    <a:pt x="10988" y="2389"/>
                  </a:lnTo>
                  <a:lnTo>
                    <a:pt x="8599" y="1911"/>
                  </a:lnTo>
                  <a:lnTo>
                    <a:pt x="1433" y="2866"/>
                  </a:lnTo>
                  <a:lnTo>
                    <a:pt x="956" y="2866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6211" y="478"/>
                  </a:lnTo>
                  <a:lnTo>
                    <a:pt x="124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4" name="Freeform 4503">
              <a:extLst>
                <a:ext uri="{FF2B5EF4-FFF2-40B4-BE49-F238E27FC236}">
                  <a16:creationId xmlns:a16="http://schemas.microsoft.com/office/drawing/2014/main" id="{ADAB3C1B-53D9-A1B9-A72B-A9A088C5F09E}"/>
                </a:ext>
              </a:extLst>
            </p:cNvPr>
            <p:cNvSpPr/>
            <p:nvPr/>
          </p:nvSpPr>
          <p:spPr>
            <a:xfrm>
              <a:off x="8324607" y="4766426"/>
              <a:ext cx="1433" cy="2388"/>
            </a:xfrm>
            <a:custGeom>
              <a:avLst/>
              <a:gdLst>
                <a:gd name="csX0" fmla="*/ 1433 w 1433"/>
                <a:gd name="csY0" fmla="*/ 956 h 2388"/>
                <a:gd name="csX1" fmla="*/ 0 w 1433"/>
                <a:gd name="csY1" fmla="*/ 2389 h 2388"/>
                <a:gd name="csX2" fmla="*/ 0 w 1433"/>
                <a:gd name="csY2" fmla="*/ 1433 h 2388"/>
                <a:gd name="csX3" fmla="*/ 0 w 1433"/>
                <a:gd name="csY3" fmla="*/ 956 h 2388"/>
                <a:gd name="csX4" fmla="*/ 478 w 1433"/>
                <a:gd name="csY4" fmla="*/ 478 h 2388"/>
                <a:gd name="csX5" fmla="*/ 955 w 1433"/>
                <a:gd name="csY5" fmla="*/ 0 h 2388"/>
                <a:gd name="csX6" fmla="*/ 1433 w 1433"/>
                <a:gd name="csY6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2388">
                  <a:moveTo>
                    <a:pt x="1433" y="956"/>
                  </a:moveTo>
                  <a:lnTo>
                    <a:pt x="0" y="2389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5" name="Freeform 4504">
              <a:extLst>
                <a:ext uri="{FF2B5EF4-FFF2-40B4-BE49-F238E27FC236}">
                  <a16:creationId xmlns:a16="http://schemas.microsoft.com/office/drawing/2014/main" id="{B224389E-2935-6D55-D0EC-74FE33C046A4}"/>
                </a:ext>
              </a:extLst>
            </p:cNvPr>
            <p:cNvSpPr/>
            <p:nvPr/>
          </p:nvSpPr>
          <p:spPr>
            <a:xfrm>
              <a:off x="8456460" y="4764993"/>
              <a:ext cx="13854" cy="6688"/>
            </a:xfrm>
            <a:custGeom>
              <a:avLst/>
              <a:gdLst>
                <a:gd name="csX0" fmla="*/ 12421 w 13854"/>
                <a:gd name="csY0" fmla="*/ 0 h 6688"/>
                <a:gd name="csX1" fmla="*/ 12421 w 13854"/>
                <a:gd name="csY1" fmla="*/ 956 h 6688"/>
                <a:gd name="csX2" fmla="*/ 13854 w 13854"/>
                <a:gd name="csY2" fmla="*/ 2389 h 6688"/>
                <a:gd name="csX3" fmla="*/ 13377 w 13854"/>
                <a:gd name="csY3" fmla="*/ 3822 h 6688"/>
                <a:gd name="csX4" fmla="*/ 12899 w 13854"/>
                <a:gd name="csY4" fmla="*/ 3822 h 6688"/>
                <a:gd name="csX5" fmla="*/ 12899 w 13854"/>
                <a:gd name="csY5" fmla="*/ 4777 h 6688"/>
                <a:gd name="csX6" fmla="*/ 13854 w 13854"/>
                <a:gd name="csY6" fmla="*/ 5255 h 6688"/>
                <a:gd name="csX7" fmla="*/ 12899 w 13854"/>
                <a:gd name="csY7" fmla="*/ 5733 h 6688"/>
                <a:gd name="csX8" fmla="*/ 11943 w 13854"/>
                <a:gd name="csY8" fmla="*/ 5255 h 6688"/>
                <a:gd name="csX9" fmla="*/ 10988 w 13854"/>
                <a:gd name="csY9" fmla="*/ 5733 h 6688"/>
                <a:gd name="csX10" fmla="*/ 10032 w 13854"/>
                <a:gd name="csY10" fmla="*/ 6688 h 6688"/>
                <a:gd name="csX11" fmla="*/ 8122 w 13854"/>
                <a:gd name="csY11" fmla="*/ 6688 h 6688"/>
                <a:gd name="csX12" fmla="*/ 7166 w 13854"/>
                <a:gd name="csY12" fmla="*/ 6210 h 6688"/>
                <a:gd name="csX13" fmla="*/ 2866 w 13854"/>
                <a:gd name="csY13" fmla="*/ 5255 h 6688"/>
                <a:gd name="csX14" fmla="*/ 478 w 13854"/>
                <a:gd name="csY14" fmla="*/ 3822 h 6688"/>
                <a:gd name="csX15" fmla="*/ 0 w 13854"/>
                <a:gd name="csY15" fmla="*/ 3344 h 6688"/>
                <a:gd name="csX16" fmla="*/ 5255 w 13854"/>
                <a:gd name="csY16" fmla="*/ 1433 h 6688"/>
                <a:gd name="csX17" fmla="*/ 7644 w 13854"/>
                <a:gd name="csY17" fmla="*/ 956 h 6688"/>
                <a:gd name="csX18" fmla="*/ 9077 w 13854"/>
                <a:gd name="csY18" fmla="*/ 956 h 6688"/>
                <a:gd name="csX19" fmla="*/ 11466 w 13854"/>
                <a:gd name="csY19" fmla="*/ 0 h 6688"/>
                <a:gd name="csX20" fmla="*/ 12421 w 13854"/>
                <a:gd name="csY20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3854" h="6688">
                  <a:moveTo>
                    <a:pt x="12421" y="0"/>
                  </a:moveTo>
                  <a:lnTo>
                    <a:pt x="12421" y="956"/>
                  </a:lnTo>
                  <a:lnTo>
                    <a:pt x="13854" y="2389"/>
                  </a:lnTo>
                  <a:lnTo>
                    <a:pt x="13377" y="3822"/>
                  </a:lnTo>
                  <a:lnTo>
                    <a:pt x="12899" y="3822"/>
                  </a:lnTo>
                  <a:lnTo>
                    <a:pt x="12899" y="4777"/>
                  </a:lnTo>
                  <a:lnTo>
                    <a:pt x="13854" y="5255"/>
                  </a:lnTo>
                  <a:lnTo>
                    <a:pt x="12899" y="5733"/>
                  </a:lnTo>
                  <a:lnTo>
                    <a:pt x="11943" y="5255"/>
                  </a:lnTo>
                  <a:lnTo>
                    <a:pt x="10988" y="5733"/>
                  </a:lnTo>
                  <a:lnTo>
                    <a:pt x="10032" y="6688"/>
                  </a:lnTo>
                  <a:lnTo>
                    <a:pt x="8122" y="6688"/>
                  </a:lnTo>
                  <a:lnTo>
                    <a:pt x="7166" y="6210"/>
                  </a:lnTo>
                  <a:lnTo>
                    <a:pt x="2866" y="5255"/>
                  </a:lnTo>
                  <a:lnTo>
                    <a:pt x="478" y="3822"/>
                  </a:lnTo>
                  <a:lnTo>
                    <a:pt x="0" y="3344"/>
                  </a:lnTo>
                  <a:lnTo>
                    <a:pt x="5255" y="1433"/>
                  </a:lnTo>
                  <a:lnTo>
                    <a:pt x="7644" y="956"/>
                  </a:lnTo>
                  <a:lnTo>
                    <a:pt x="9077" y="956"/>
                  </a:lnTo>
                  <a:lnTo>
                    <a:pt x="11466" y="0"/>
                  </a:lnTo>
                  <a:lnTo>
                    <a:pt x="1242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6" name="Freeform 4505">
              <a:extLst>
                <a:ext uri="{FF2B5EF4-FFF2-40B4-BE49-F238E27FC236}">
                  <a16:creationId xmlns:a16="http://schemas.microsoft.com/office/drawing/2014/main" id="{206DA5E2-CA5E-3B5B-433A-0C738B7C8153}"/>
                </a:ext>
              </a:extLst>
            </p:cNvPr>
            <p:cNvSpPr/>
            <p:nvPr/>
          </p:nvSpPr>
          <p:spPr>
            <a:xfrm>
              <a:off x="8349448" y="4764037"/>
              <a:ext cx="19587" cy="6688"/>
            </a:xfrm>
            <a:custGeom>
              <a:avLst/>
              <a:gdLst>
                <a:gd name="csX0" fmla="*/ 12421 w 19587"/>
                <a:gd name="csY0" fmla="*/ 1433 h 6688"/>
                <a:gd name="csX1" fmla="*/ 14332 w 19587"/>
                <a:gd name="csY1" fmla="*/ 1911 h 6688"/>
                <a:gd name="csX2" fmla="*/ 15288 w 19587"/>
                <a:gd name="csY2" fmla="*/ 1911 h 6688"/>
                <a:gd name="csX3" fmla="*/ 15765 w 19587"/>
                <a:gd name="csY3" fmla="*/ 1433 h 6688"/>
                <a:gd name="csX4" fmla="*/ 16243 w 19587"/>
                <a:gd name="csY4" fmla="*/ 956 h 6688"/>
                <a:gd name="csX5" fmla="*/ 16721 w 19587"/>
                <a:gd name="csY5" fmla="*/ 1433 h 6688"/>
                <a:gd name="csX6" fmla="*/ 17199 w 19587"/>
                <a:gd name="csY6" fmla="*/ 2867 h 6688"/>
                <a:gd name="csX7" fmla="*/ 18154 w 19587"/>
                <a:gd name="csY7" fmla="*/ 2389 h 6688"/>
                <a:gd name="csX8" fmla="*/ 19109 w 19587"/>
                <a:gd name="csY8" fmla="*/ 2867 h 6688"/>
                <a:gd name="csX9" fmla="*/ 19587 w 19587"/>
                <a:gd name="csY9" fmla="*/ 3344 h 6688"/>
                <a:gd name="csX10" fmla="*/ 19587 w 19587"/>
                <a:gd name="csY10" fmla="*/ 4300 h 6688"/>
                <a:gd name="csX11" fmla="*/ 15765 w 19587"/>
                <a:gd name="csY11" fmla="*/ 4777 h 6688"/>
                <a:gd name="csX12" fmla="*/ 13377 w 19587"/>
                <a:gd name="csY12" fmla="*/ 5733 h 6688"/>
                <a:gd name="csX13" fmla="*/ 10033 w 19587"/>
                <a:gd name="csY13" fmla="*/ 4777 h 6688"/>
                <a:gd name="csX14" fmla="*/ 6211 w 19587"/>
                <a:gd name="csY14" fmla="*/ 6211 h 6688"/>
                <a:gd name="csX15" fmla="*/ 3822 w 19587"/>
                <a:gd name="csY15" fmla="*/ 6688 h 6688"/>
                <a:gd name="csX16" fmla="*/ 1433 w 19587"/>
                <a:gd name="csY16" fmla="*/ 6688 h 6688"/>
                <a:gd name="csX17" fmla="*/ 0 w 19587"/>
                <a:gd name="csY17" fmla="*/ 4300 h 6688"/>
                <a:gd name="csX18" fmla="*/ 956 w 19587"/>
                <a:gd name="csY18" fmla="*/ 956 h 6688"/>
                <a:gd name="csX19" fmla="*/ 1433 w 19587"/>
                <a:gd name="csY19" fmla="*/ 478 h 6688"/>
                <a:gd name="csX20" fmla="*/ 2867 w 19587"/>
                <a:gd name="csY20" fmla="*/ 0 h 6688"/>
                <a:gd name="csX21" fmla="*/ 6688 w 19587"/>
                <a:gd name="csY21" fmla="*/ 0 h 6688"/>
                <a:gd name="csX22" fmla="*/ 12421 w 19587"/>
                <a:gd name="csY22" fmla="*/ 1433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9587" h="6688">
                  <a:moveTo>
                    <a:pt x="12421" y="1433"/>
                  </a:moveTo>
                  <a:lnTo>
                    <a:pt x="14332" y="1911"/>
                  </a:lnTo>
                  <a:lnTo>
                    <a:pt x="15288" y="1911"/>
                  </a:lnTo>
                  <a:lnTo>
                    <a:pt x="15765" y="1433"/>
                  </a:lnTo>
                  <a:lnTo>
                    <a:pt x="16243" y="956"/>
                  </a:lnTo>
                  <a:lnTo>
                    <a:pt x="16721" y="1433"/>
                  </a:lnTo>
                  <a:lnTo>
                    <a:pt x="17199" y="2867"/>
                  </a:lnTo>
                  <a:lnTo>
                    <a:pt x="18154" y="2389"/>
                  </a:lnTo>
                  <a:lnTo>
                    <a:pt x="19109" y="2867"/>
                  </a:lnTo>
                  <a:lnTo>
                    <a:pt x="19587" y="3344"/>
                  </a:lnTo>
                  <a:lnTo>
                    <a:pt x="19587" y="4300"/>
                  </a:lnTo>
                  <a:lnTo>
                    <a:pt x="15765" y="4777"/>
                  </a:lnTo>
                  <a:lnTo>
                    <a:pt x="13377" y="5733"/>
                  </a:lnTo>
                  <a:lnTo>
                    <a:pt x="10033" y="4777"/>
                  </a:lnTo>
                  <a:lnTo>
                    <a:pt x="6211" y="6211"/>
                  </a:lnTo>
                  <a:lnTo>
                    <a:pt x="3822" y="6688"/>
                  </a:lnTo>
                  <a:lnTo>
                    <a:pt x="1433" y="6688"/>
                  </a:lnTo>
                  <a:lnTo>
                    <a:pt x="0" y="4300"/>
                  </a:lnTo>
                  <a:lnTo>
                    <a:pt x="956" y="956"/>
                  </a:lnTo>
                  <a:lnTo>
                    <a:pt x="1433" y="478"/>
                  </a:lnTo>
                  <a:lnTo>
                    <a:pt x="2867" y="0"/>
                  </a:lnTo>
                  <a:lnTo>
                    <a:pt x="6688" y="0"/>
                  </a:lnTo>
                  <a:lnTo>
                    <a:pt x="1242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7" name="Freeform 4506">
              <a:extLst>
                <a:ext uri="{FF2B5EF4-FFF2-40B4-BE49-F238E27FC236}">
                  <a16:creationId xmlns:a16="http://schemas.microsoft.com/office/drawing/2014/main" id="{88E33E26-D1FC-C64D-B6A9-A70F36F1A088}"/>
                </a:ext>
              </a:extLst>
            </p:cNvPr>
            <p:cNvSpPr/>
            <p:nvPr/>
          </p:nvSpPr>
          <p:spPr>
            <a:xfrm>
              <a:off x="8570160" y="4763082"/>
              <a:ext cx="28186" cy="5732"/>
            </a:xfrm>
            <a:custGeom>
              <a:avLst/>
              <a:gdLst>
                <a:gd name="csX0" fmla="*/ 0 w 28186"/>
                <a:gd name="csY0" fmla="*/ 0 h 5732"/>
                <a:gd name="csX1" fmla="*/ 8121 w 28186"/>
                <a:gd name="csY1" fmla="*/ 955 h 5732"/>
                <a:gd name="csX2" fmla="*/ 10032 w 28186"/>
                <a:gd name="csY2" fmla="*/ 955 h 5732"/>
                <a:gd name="csX3" fmla="*/ 14809 w 28186"/>
                <a:gd name="csY3" fmla="*/ 1433 h 5732"/>
                <a:gd name="csX4" fmla="*/ 18153 w 28186"/>
                <a:gd name="csY4" fmla="*/ 2389 h 5732"/>
                <a:gd name="csX5" fmla="*/ 24842 w 28186"/>
                <a:gd name="csY5" fmla="*/ 2866 h 5732"/>
                <a:gd name="csX6" fmla="*/ 26753 w 28186"/>
                <a:gd name="csY6" fmla="*/ 3344 h 5732"/>
                <a:gd name="csX7" fmla="*/ 28186 w 28186"/>
                <a:gd name="csY7" fmla="*/ 3822 h 5732"/>
                <a:gd name="csX8" fmla="*/ 24842 w 28186"/>
                <a:gd name="csY8" fmla="*/ 4777 h 5732"/>
                <a:gd name="csX9" fmla="*/ 22931 w 28186"/>
                <a:gd name="csY9" fmla="*/ 5255 h 5732"/>
                <a:gd name="csX10" fmla="*/ 19587 w 28186"/>
                <a:gd name="csY10" fmla="*/ 5733 h 5732"/>
                <a:gd name="csX11" fmla="*/ 17198 w 28186"/>
                <a:gd name="csY11" fmla="*/ 5255 h 5732"/>
                <a:gd name="csX12" fmla="*/ 15287 w 28186"/>
                <a:gd name="csY12" fmla="*/ 5733 h 5732"/>
                <a:gd name="csX13" fmla="*/ 14332 w 28186"/>
                <a:gd name="csY13" fmla="*/ 5255 h 5732"/>
                <a:gd name="csX14" fmla="*/ 11466 w 28186"/>
                <a:gd name="csY14" fmla="*/ 4299 h 5732"/>
                <a:gd name="csX15" fmla="*/ 8121 w 28186"/>
                <a:gd name="csY15" fmla="*/ 3344 h 5732"/>
                <a:gd name="csX16" fmla="*/ 478 w 28186"/>
                <a:gd name="csY16" fmla="*/ 1433 h 5732"/>
                <a:gd name="csX17" fmla="*/ 0 w 28186"/>
                <a:gd name="csY17" fmla="*/ 478 h 5732"/>
                <a:gd name="csX18" fmla="*/ 0 w 28186"/>
                <a:gd name="csY18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8186" h="5732">
                  <a:moveTo>
                    <a:pt x="0" y="0"/>
                  </a:moveTo>
                  <a:lnTo>
                    <a:pt x="8121" y="955"/>
                  </a:lnTo>
                  <a:lnTo>
                    <a:pt x="10032" y="955"/>
                  </a:lnTo>
                  <a:lnTo>
                    <a:pt x="14809" y="1433"/>
                  </a:lnTo>
                  <a:lnTo>
                    <a:pt x="18153" y="2389"/>
                  </a:lnTo>
                  <a:lnTo>
                    <a:pt x="24842" y="2866"/>
                  </a:lnTo>
                  <a:lnTo>
                    <a:pt x="26753" y="3344"/>
                  </a:lnTo>
                  <a:lnTo>
                    <a:pt x="28186" y="3822"/>
                  </a:lnTo>
                  <a:lnTo>
                    <a:pt x="24842" y="4777"/>
                  </a:lnTo>
                  <a:lnTo>
                    <a:pt x="22931" y="5255"/>
                  </a:lnTo>
                  <a:lnTo>
                    <a:pt x="19587" y="5733"/>
                  </a:lnTo>
                  <a:lnTo>
                    <a:pt x="17198" y="5255"/>
                  </a:lnTo>
                  <a:lnTo>
                    <a:pt x="15287" y="5733"/>
                  </a:lnTo>
                  <a:lnTo>
                    <a:pt x="14332" y="5255"/>
                  </a:lnTo>
                  <a:lnTo>
                    <a:pt x="11466" y="4299"/>
                  </a:lnTo>
                  <a:lnTo>
                    <a:pt x="8121" y="3344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8" name="Freeform 4507">
              <a:extLst>
                <a:ext uri="{FF2B5EF4-FFF2-40B4-BE49-F238E27FC236}">
                  <a16:creationId xmlns:a16="http://schemas.microsoft.com/office/drawing/2014/main" id="{A16CE115-BCDD-CB79-8953-4C9A143171C4}"/>
                </a:ext>
              </a:extLst>
            </p:cNvPr>
            <p:cNvSpPr/>
            <p:nvPr/>
          </p:nvSpPr>
          <p:spPr>
            <a:xfrm>
              <a:off x="8041313" y="4762127"/>
              <a:ext cx="3344" cy="2388"/>
            </a:xfrm>
            <a:custGeom>
              <a:avLst/>
              <a:gdLst>
                <a:gd name="csX0" fmla="*/ 2867 w 3344"/>
                <a:gd name="csY0" fmla="*/ 1911 h 2388"/>
                <a:gd name="csX1" fmla="*/ 956 w 3344"/>
                <a:gd name="csY1" fmla="*/ 2389 h 2388"/>
                <a:gd name="csX2" fmla="*/ 0 w 3344"/>
                <a:gd name="csY2" fmla="*/ 956 h 2388"/>
                <a:gd name="csX3" fmla="*/ 1433 w 3344"/>
                <a:gd name="csY3" fmla="*/ 0 h 2388"/>
                <a:gd name="csX4" fmla="*/ 3344 w 3344"/>
                <a:gd name="csY4" fmla="*/ 478 h 2388"/>
                <a:gd name="csX5" fmla="*/ 2867 w 3344"/>
                <a:gd name="csY5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2388">
                  <a:moveTo>
                    <a:pt x="2867" y="1911"/>
                  </a:moveTo>
                  <a:lnTo>
                    <a:pt x="956" y="2389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3344" y="478"/>
                  </a:lnTo>
                  <a:lnTo>
                    <a:pt x="286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9" name="Freeform 4508">
              <a:extLst>
                <a:ext uri="{FF2B5EF4-FFF2-40B4-BE49-F238E27FC236}">
                  <a16:creationId xmlns:a16="http://schemas.microsoft.com/office/drawing/2014/main" id="{917C6369-3506-E169-3486-713D1C320C74}"/>
                </a:ext>
              </a:extLst>
            </p:cNvPr>
            <p:cNvSpPr/>
            <p:nvPr/>
          </p:nvSpPr>
          <p:spPr>
            <a:xfrm>
              <a:off x="7968698" y="4761649"/>
              <a:ext cx="33441" cy="28663"/>
            </a:xfrm>
            <a:custGeom>
              <a:avLst/>
              <a:gdLst>
                <a:gd name="csX0" fmla="*/ 18154 w 33441"/>
                <a:gd name="csY0" fmla="*/ 2867 h 28663"/>
                <a:gd name="csX1" fmla="*/ 18632 w 33441"/>
                <a:gd name="csY1" fmla="*/ 4300 h 28663"/>
                <a:gd name="csX2" fmla="*/ 19587 w 33441"/>
                <a:gd name="csY2" fmla="*/ 5255 h 28663"/>
                <a:gd name="csX3" fmla="*/ 20543 w 33441"/>
                <a:gd name="csY3" fmla="*/ 6688 h 28663"/>
                <a:gd name="csX4" fmla="*/ 21498 w 33441"/>
                <a:gd name="csY4" fmla="*/ 12421 h 28663"/>
                <a:gd name="csX5" fmla="*/ 24364 w 33441"/>
                <a:gd name="csY5" fmla="*/ 17676 h 28663"/>
                <a:gd name="csX6" fmla="*/ 33441 w 33441"/>
                <a:gd name="csY6" fmla="*/ 19587 h 28663"/>
                <a:gd name="csX7" fmla="*/ 32008 w 33441"/>
                <a:gd name="csY7" fmla="*/ 20065 h 28663"/>
                <a:gd name="csX8" fmla="*/ 31052 w 33441"/>
                <a:gd name="csY8" fmla="*/ 21020 h 28663"/>
                <a:gd name="csX9" fmla="*/ 30575 w 33441"/>
                <a:gd name="csY9" fmla="*/ 21976 h 28663"/>
                <a:gd name="csX10" fmla="*/ 29141 w 33441"/>
                <a:gd name="csY10" fmla="*/ 25320 h 28663"/>
                <a:gd name="csX11" fmla="*/ 29619 w 33441"/>
                <a:gd name="csY11" fmla="*/ 25798 h 28663"/>
                <a:gd name="csX12" fmla="*/ 30097 w 33441"/>
                <a:gd name="csY12" fmla="*/ 27231 h 28663"/>
                <a:gd name="csX13" fmla="*/ 30575 w 33441"/>
                <a:gd name="csY13" fmla="*/ 28664 h 28663"/>
                <a:gd name="csX14" fmla="*/ 29141 w 33441"/>
                <a:gd name="csY14" fmla="*/ 28664 h 28663"/>
                <a:gd name="csX15" fmla="*/ 28186 w 33441"/>
                <a:gd name="csY15" fmla="*/ 28186 h 28663"/>
                <a:gd name="csX16" fmla="*/ 26753 w 33441"/>
                <a:gd name="csY16" fmla="*/ 27709 h 28663"/>
                <a:gd name="csX17" fmla="*/ 26275 w 33441"/>
                <a:gd name="csY17" fmla="*/ 27231 h 28663"/>
                <a:gd name="csX18" fmla="*/ 24842 w 33441"/>
                <a:gd name="csY18" fmla="*/ 26753 h 28663"/>
                <a:gd name="csX19" fmla="*/ 23886 w 33441"/>
                <a:gd name="csY19" fmla="*/ 26275 h 28663"/>
                <a:gd name="csX20" fmla="*/ 21975 w 33441"/>
                <a:gd name="csY20" fmla="*/ 25320 h 28663"/>
                <a:gd name="csX21" fmla="*/ 19587 w 33441"/>
                <a:gd name="csY21" fmla="*/ 24364 h 28663"/>
                <a:gd name="csX22" fmla="*/ 17198 w 33441"/>
                <a:gd name="csY22" fmla="*/ 23886 h 28663"/>
                <a:gd name="csX23" fmla="*/ 15765 w 33441"/>
                <a:gd name="csY23" fmla="*/ 22453 h 28663"/>
                <a:gd name="csX24" fmla="*/ 15287 w 33441"/>
                <a:gd name="csY24" fmla="*/ 20543 h 28663"/>
                <a:gd name="csX25" fmla="*/ 15765 w 33441"/>
                <a:gd name="csY25" fmla="*/ 18154 h 28663"/>
                <a:gd name="csX26" fmla="*/ 15287 w 33441"/>
                <a:gd name="csY26" fmla="*/ 17198 h 28663"/>
                <a:gd name="csX27" fmla="*/ 14332 w 33441"/>
                <a:gd name="csY27" fmla="*/ 16721 h 28663"/>
                <a:gd name="csX28" fmla="*/ 13377 w 33441"/>
                <a:gd name="csY28" fmla="*/ 14810 h 28663"/>
                <a:gd name="csX29" fmla="*/ 12898 w 33441"/>
                <a:gd name="csY29" fmla="*/ 12421 h 28663"/>
                <a:gd name="csX30" fmla="*/ 11466 w 33441"/>
                <a:gd name="csY30" fmla="*/ 11466 h 28663"/>
                <a:gd name="csX31" fmla="*/ 9077 w 33441"/>
                <a:gd name="csY31" fmla="*/ 10988 h 28663"/>
                <a:gd name="csX32" fmla="*/ 8121 w 33441"/>
                <a:gd name="csY32" fmla="*/ 10510 h 28663"/>
                <a:gd name="csX33" fmla="*/ 4300 w 33441"/>
                <a:gd name="csY33" fmla="*/ 11466 h 28663"/>
                <a:gd name="csX34" fmla="*/ 3344 w 33441"/>
                <a:gd name="csY34" fmla="*/ 10988 h 28663"/>
                <a:gd name="csX35" fmla="*/ 2389 w 33441"/>
                <a:gd name="csY35" fmla="*/ 10510 h 28663"/>
                <a:gd name="csX36" fmla="*/ 0 w 33441"/>
                <a:gd name="csY36" fmla="*/ 10032 h 28663"/>
                <a:gd name="csX37" fmla="*/ 0 w 33441"/>
                <a:gd name="csY37" fmla="*/ 8599 h 28663"/>
                <a:gd name="csX38" fmla="*/ 955 w 33441"/>
                <a:gd name="csY38" fmla="*/ 7644 h 28663"/>
                <a:gd name="csX39" fmla="*/ 3344 w 33441"/>
                <a:gd name="csY39" fmla="*/ 6688 h 28663"/>
                <a:gd name="csX40" fmla="*/ 4777 w 33441"/>
                <a:gd name="csY40" fmla="*/ 5733 h 28663"/>
                <a:gd name="csX41" fmla="*/ 4777 w 33441"/>
                <a:gd name="csY41" fmla="*/ 4777 h 28663"/>
                <a:gd name="csX42" fmla="*/ 4300 w 33441"/>
                <a:gd name="csY42" fmla="*/ 3822 h 28663"/>
                <a:gd name="csX43" fmla="*/ 4777 w 33441"/>
                <a:gd name="csY43" fmla="*/ 2867 h 28663"/>
                <a:gd name="csX44" fmla="*/ 5255 w 33441"/>
                <a:gd name="csY44" fmla="*/ 1911 h 28663"/>
                <a:gd name="csX45" fmla="*/ 6211 w 33441"/>
                <a:gd name="csY45" fmla="*/ 1433 h 28663"/>
                <a:gd name="csX46" fmla="*/ 9077 w 33441"/>
                <a:gd name="csY46" fmla="*/ 478 h 28663"/>
                <a:gd name="csX47" fmla="*/ 10032 w 33441"/>
                <a:gd name="csY47" fmla="*/ 1911 h 28663"/>
                <a:gd name="csX48" fmla="*/ 10510 w 33441"/>
                <a:gd name="csY48" fmla="*/ 3344 h 28663"/>
                <a:gd name="csX49" fmla="*/ 10988 w 33441"/>
                <a:gd name="csY49" fmla="*/ 4300 h 28663"/>
                <a:gd name="csX50" fmla="*/ 12421 w 33441"/>
                <a:gd name="csY50" fmla="*/ 2867 h 28663"/>
                <a:gd name="csX51" fmla="*/ 11466 w 33441"/>
                <a:gd name="csY51" fmla="*/ 478 h 28663"/>
                <a:gd name="csX52" fmla="*/ 13377 w 33441"/>
                <a:gd name="csY52" fmla="*/ 0 h 28663"/>
                <a:gd name="csX53" fmla="*/ 15287 w 33441"/>
                <a:gd name="csY53" fmla="*/ 0 h 28663"/>
                <a:gd name="csX54" fmla="*/ 16721 w 33441"/>
                <a:gd name="csY54" fmla="*/ 956 h 28663"/>
                <a:gd name="csX55" fmla="*/ 17676 w 33441"/>
                <a:gd name="csY55" fmla="*/ 1911 h 28663"/>
                <a:gd name="csX56" fmla="*/ 18154 w 33441"/>
                <a:gd name="csY56" fmla="*/ 2867 h 2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3441" h="28663">
                  <a:moveTo>
                    <a:pt x="18154" y="2867"/>
                  </a:moveTo>
                  <a:lnTo>
                    <a:pt x="18632" y="4300"/>
                  </a:lnTo>
                  <a:lnTo>
                    <a:pt x="19587" y="5255"/>
                  </a:lnTo>
                  <a:lnTo>
                    <a:pt x="20543" y="6688"/>
                  </a:lnTo>
                  <a:lnTo>
                    <a:pt x="21498" y="12421"/>
                  </a:lnTo>
                  <a:lnTo>
                    <a:pt x="24364" y="17676"/>
                  </a:lnTo>
                  <a:lnTo>
                    <a:pt x="33441" y="19587"/>
                  </a:lnTo>
                  <a:lnTo>
                    <a:pt x="32008" y="20065"/>
                  </a:lnTo>
                  <a:lnTo>
                    <a:pt x="31052" y="21020"/>
                  </a:lnTo>
                  <a:lnTo>
                    <a:pt x="30575" y="21976"/>
                  </a:lnTo>
                  <a:lnTo>
                    <a:pt x="29141" y="25320"/>
                  </a:lnTo>
                  <a:lnTo>
                    <a:pt x="29619" y="25798"/>
                  </a:lnTo>
                  <a:lnTo>
                    <a:pt x="30097" y="27231"/>
                  </a:lnTo>
                  <a:lnTo>
                    <a:pt x="30575" y="28664"/>
                  </a:lnTo>
                  <a:lnTo>
                    <a:pt x="29141" y="28664"/>
                  </a:lnTo>
                  <a:lnTo>
                    <a:pt x="28186" y="28186"/>
                  </a:lnTo>
                  <a:lnTo>
                    <a:pt x="26753" y="27709"/>
                  </a:lnTo>
                  <a:lnTo>
                    <a:pt x="26275" y="27231"/>
                  </a:lnTo>
                  <a:lnTo>
                    <a:pt x="24842" y="26753"/>
                  </a:lnTo>
                  <a:lnTo>
                    <a:pt x="23886" y="26275"/>
                  </a:lnTo>
                  <a:lnTo>
                    <a:pt x="21975" y="25320"/>
                  </a:lnTo>
                  <a:lnTo>
                    <a:pt x="19587" y="24364"/>
                  </a:lnTo>
                  <a:lnTo>
                    <a:pt x="17198" y="23886"/>
                  </a:lnTo>
                  <a:lnTo>
                    <a:pt x="15765" y="22453"/>
                  </a:lnTo>
                  <a:lnTo>
                    <a:pt x="15287" y="20543"/>
                  </a:lnTo>
                  <a:lnTo>
                    <a:pt x="15765" y="18154"/>
                  </a:lnTo>
                  <a:lnTo>
                    <a:pt x="15287" y="17198"/>
                  </a:lnTo>
                  <a:lnTo>
                    <a:pt x="14332" y="16721"/>
                  </a:lnTo>
                  <a:lnTo>
                    <a:pt x="13377" y="14810"/>
                  </a:lnTo>
                  <a:lnTo>
                    <a:pt x="12898" y="12421"/>
                  </a:lnTo>
                  <a:lnTo>
                    <a:pt x="11466" y="11466"/>
                  </a:lnTo>
                  <a:lnTo>
                    <a:pt x="9077" y="10988"/>
                  </a:lnTo>
                  <a:lnTo>
                    <a:pt x="8121" y="10510"/>
                  </a:lnTo>
                  <a:lnTo>
                    <a:pt x="4300" y="11466"/>
                  </a:lnTo>
                  <a:lnTo>
                    <a:pt x="3344" y="10988"/>
                  </a:lnTo>
                  <a:lnTo>
                    <a:pt x="2389" y="10510"/>
                  </a:lnTo>
                  <a:lnTo>
                    <a:pt x="0" y="10032"/>
                  </a:lnTo>
                  <a:lnTo>
                    <a:pt x="0" y="8599"/>
                  </a:lnTo>
                  <a:lnTo>
                    <a:pt x="955" y="7644"/>
                  </a:lnTo>
                  <a:lnTo>
                    <a:pt x="3344" y="6688"/>
                  </a:lnTo>
                  <a:lnTo>
                    <a:pt x="4777" y="5733"/>
                  </a:lnTo>
                  <a:lnTo>
                    <a:pt x="4777" y="4777"/>
                  </a:lnTo>
                  <a:lnTo>
                    <a:pt x="4300" y="3822"/>
                  </a:lnTo>
                  <a:lnTo>
                    <a:pt x="4777" y="2867"/>
                  </a:lnTo>
                  <a:lnTo>
                    <a:pt x="5255" y="1911"/>
                  </a:lnTo>
                  <a:lnTo>
                    <a:pt x="6211" y="1433"/>
                  </a:lnTo>
                  <a:lnTo>
                    <a:pt x="9077" y="478"/>
                  </a:lnTo>
                  <a:lnTo>
                    <a:pt x="10032" y="1911"/>
                  </a:lnTo>
                  <a:lnTo>
                    <a:pt x="10510" y="3344"/>
                  </a:lnTo>
                  <a:lnTo>
                    <a:pt x="10988" y="4300"/>
                  </a:lnTo>
                  <a:lnTo>
                    <a:pt x="12421" y="2867"/>
                  </a:lnTo>
                  <a:lnTo>
                    <a:pt x="11466" y="478"/>
                  </a:lnTo>
                  <a:lnTo>
                    <a:pt x="13377" y="0"/>
                  </a:lnTo>
                  <a:lnTo>
                    <a:pt x="15287" y="0"/>
                  </a:lnTo>
                  <a:lnTo>
                    <a:pt x="16721" y="956"/>
                  </a:lnTo>
                  <a:lnTo>
                    <a:pt x="17676" y="1911"/>
                  </a:lnTo>
                  <a:lnTo>
                    <a:pt x="18154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0" name="Freeform 4509">
              <a:extLst>
                <a:ext uri="{FF2B5EF4-FFF2-40B4-BE49-F238E27FC236}">
                  <a16:creationId xmlns:a16="http://schemas.microsoft.com/office/drawing/2014/main" id="{1B5967B9-63EF-1476-D8FC-DC44A63A20F6}"/>
                </a:ext>
              </a:extLst>
            </p:cNvPr>
            <p:cNvSpPr/>
            <p:nvPr/>
          </p:nvSpPr>
          <p:spPr>
            <a:xfrm>
              <a:off x="8332728" y="4761649"/>
              <a:ext cx="2388" cy="3822"/>
            </a:xfrm>
            <a:custGeom>
              <a:avLst/>
              <a:gdLst>
                <a:gd name="csX0" fmla="*/ 1911 w 2388"/>
                <a:gd name="csY0" fmla="*/ 3822 h 3822"/>
                <a:gd name="csX1" fmla="*/ 478 w 2388"/>
                <a:gd name="csY1" fmla="*/ 3822 h 3822"/>
                <a:gd name="csX2" fmla="*/ 0 w 2388"/>
                <a:gd name="csY2" fmla="*/ 3344 h 3822"/>
                <a:gd name="csX3" fmla="*/ 0 w 2388"/>
                <a:gd name="csY3" fmla="*/ 478 h 3822"/>
                <a:gd name="csX4" fmla="*/ 478 w 2388"/>
                <a:gd name="csY4" fmla="*/ 0 h 3822"/>
                <a:gd name="csX5" fmla="*/ 956 w 2388"/>
                <a:gd name="csY5" fmla="*/ 0 h 3822"/>
                <a:gd name="csX6" fmla="*/ 1433 w 2388"/>
                <a:gd name="csY6" fmla="*/ 956 h 3822"/>
                <a:gd name="csX7" fmla="*/ 1911 w 2388"/>
                <a:gd name="csY7" fmla="*/ 1433 h 3822"/>
                <a:gd name="csX8" fmla="*/ 2389 w 2388"/>
                <a:gd name="csY8" fmla="*/ 2389 h 3822"/>
                <a:gd name="csX9" fmla="*/ 1911 w 2388"/>
                <a:gd name="csY9" fmla="*/ 3822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3822">
                  <a:moveTo>
                    <a:pt x="1911" y="3822"/>
                  </a:moveTo>
                  <a:lnTo>
                    <a:pt x="478" y="3822"/>
                  </a:lnTo>
                  <a:lnTo>
                    <a:pt x="0" y="3344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956"/>
                  </a:lnTo>
                  <a:lnTo>
                    <a:pt x="1911" y="1433"/>
                  </a:lnTo>
                  <a:lnTo>
                    <a:pt x="2389" y="2389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" name="Freeform 4510">
              <a:extLst>
                <a:ext uri="{FF2B5EF4-FFF2-40B4-BE49-F238E27FC236}">
                  <a16:creationId xmlns:a16="http://schemas.microsoft.com/office/drawing/2014/main" id="{2732BCD8-3D0B-4945-7511-AD637F2F8733}"/>
                </a:ext>
              </a:extLst>
            </p:cNvPr>
            <p:cNvSpPr/>
            <p:nvPr/>
          </p:nvSpPr>
          <p:spPr>
            <a:xfrm>
              <a:off x="8410120" y="4758782"/>
              <a:ext cx="14809" cy="7165"/>
            </a:xfrm>
            <a:custGeom>
              <a:avLst/>
              <a:gdLst>
                <a:gd name="csX0" fmla="*/ 14809 w 14809"/>
                <a:gd name="csY0" fmla="*/ 5733 h 7165"/>
                <a:gd name="csX1" fmla="*/ 13854 w 14809"/>
                <a:gd name="csY1" fmla="*/ 6688 h 7165"/>
                <a:gd name="csX2" fmla="*/ 13376 w 14809"/>
                <a:gd name="csY2" fmla="*/ 6688 h 7165"/>
                <a:gd name="csX3" fmla="*/ 10510 w 14809"/>
                <a:gd name="csY3" fmla="*/ 6210 h 7165"/>
                <a:gd name="csX4" fmla="*/ 6688 w 14809"/>
                <a:gd name="csY4" fmla="*/ 6210 h 7165"/>
                <a:gd name="csX5" fmla="*/ 3344 w 14809"/>
                <a:gd name="csY5" fmla="*/ 7166 h 7165"/>
                <a:gd name="csX6" fmla="*/ 1433 w 14809"/>
                <a:gd name="csY6" fmla="*/ 6210 h 7165"/>
                <a:gd name="csX7" fmla="*/ 0 w 14809"/>
                <a:gd name="csY7" fmla="*/ 5255 h 7165"/>
                <a:gd name="csX8" fmla="*/ 0 w 14809"/>
                <a:gd name="csY8" fmla="*/ 4300 h 7165"/>
                <a:gd name="csX9" fmla="*/ 1433 w 14809"/>
                <a:gd name="csY9" fmla="*/ 1911 h 7165"/>
                <a:gd name="csX10" fmla="*/ 3821 w 14809"/>
                <a:gd name="csY10" fmla="*/ 0 h 7165"/>
                <a:gd name="csX11" fmla="*/ 5255 w 14809"/>
                <a:gd name="csY11" fmla="*/ 0 h 7165"/>
                <a:gd name="csX12" fmla="*/ 7166 w 14809"/>
                <a:gd name="csY12" fmla="*/ 478 h 7165"/>
                <a:gd name="csX13" fmla="*/ 10032 w 14809"/>
                <a:gd name="csY13" fmla="*/ 1911 h 7165"/>
                <a:gd name="csX14" fmla="*/ 12898 w 14809"/>
                <a:gd name="csY14" fmla="*/ 3344 h 7165"/>
                <a:gd name="csX15" fmla="*/ 14809 w 14809"/>
                <a:gd name="csY15" fmla="*/ 4777 h 7165"/>
                <a:gd name="csX16" fmla="*/ 14809 w 14809"/>
                <a:gd name="csY16" fmla="*/ 5733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4809" h="7165">
                  <a:moveTo>
                    <a:pt x="14809" y="5733"/>
                  </a:moveTo>
                  <a:lnTo>
                    <a:pt x="13854" y="6688"/>
                  </a:lnTo>
                  <a:lnTo>
                    <a:pt x="13376" y="6688"/>
                  </a:lnTo>
                  <a:lnTo>
                    <a:pt x="10510" y="6210"/>
                  </a:lnTo>
                  <a:lnTo>
                    <a:pt x="6688" y="6210"/>
                  </a:lnTo>
                  <a:lnTo>
                    <a:pt x="3344" y="7166"/>
                  </a:lnTo>
                  <a:lnTo>
                    <a:pt x="1433" y="6210"/>
                  </a:lnTo>
                  <a:lnTo>
                    <a:pt x="0" y="5255"/>
                  </a:lnTo>
                  <a:lnTo>
                    <a:pt x="0" y="4300"/>
                  </a:lnTo>
                  <a:lnTo>
                    <a:pt x="1433" y="1911"/>
                  </a:lnTo>
                  <a:lnTo>
                    <a:pt x="3821" y="0"/>
                  </a:lnTo>
                  <a:lnTo>
                    <a:pt x="5255" y="0"/>
                  </a:lnTo>
                  <a:lnTo>
                    <a:pt x="7166" y="478"/>
                  </a:lnTo>
                  <a:lnTo>
                    <a:pt x="10032" y="1911"/>
                  </a:lnTo>
                  <a:lnTo>
                    <a:pt x="12898" y="3344"/>
                  </a:lnTo>
                  <a:lnTo>
                    <a:pt x="14809" y="4777"/>
                  </a:lnTo>
                  <a:lnTo>
                    <a:pt x="14809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2" name="Freeform 4511">
              <a:extLst>
                <a:ext uri="{FF2B5EF4-FFF2-40B4-BE49-F238E27FC236}">
                  <a16:creationId xmlns:a16="http://schemas.microsoft.com/office/drawing/2014/main" id="{29EDB6B2-9E11-27D2-E769-906E7B57FEF1}"/>
                </a:ext>
              </a:extLst>
            </p:cNvPr>
            <p:cNvSpPr/>
            <p:nvPr/>
          </p:nvSpPr>
          <p:spPr>
            <a:xfrm>
              <a:off x="8319352" y="4755438"/>
              <a:ext cx="14331" cy="8121"/>
            </a:xfrm>
            <a:custGeom>
              <a:avLst/>
              <a:gdLst>
                <a:gd name="csX0" fmla="*/ 7644 w 14331"/>
                <a:gd name="csY0" fmla="*/ 478 h 8121"/>
                <a:gd name="csX1" fmla="*/ 8121 w 14331"/>
                <a:gd name="csY1" fmla="*/ 1433 h 8121"/>
                <a:gd name="csX2" fmla="*/ 7644 w 14331"/>
                <a:gd name="csY2" fmla="*/ 2389 h 8121"/>
                <a:gd name="csX3" fmla="*/ 8121 w 14331"/>
                <a:gd name="csY3" fmla="*/ 4300 h 8121"/>
                <a:gd name="csX4" fmla="*/ 10510 w 14331"/>
                <a:gd name="csY4" fmla="*/ 1911 h 8121"/>
                <a:gd name="csX5" fmla="*/ 12421 w 14331"/>
                <a:gd name="csY5" fmla="*/ 1433 h 8121"/>
                <a:gd name="csX6" fmla="*/ 13376 w 14331"/>
                <a:gd name="csY6" fmla="*/ 1911 h 8121"/>
                <a:gd name="csX7" fmla="*/ 13854 w 14331"/>
                <a:gd name="csY7" fmla="*/ 2389 h 8121"/>
                <a:gd name="csX8" fmla="*/ 14332 w 14331"/>
                <a:gd name="csY8" fmla="*/ 3344 h 8121"/>
                <a:gd name="csX9" fmla="*/ 13854 w 14331"/>
                <a:gd name="csY9" fmla="*/ 5255 h 8121"/>
                <a:gd name="csX10" fmla="*/ 12421 w 14331"/>
                <a:gd name="csY10" fmla="*/ 6210 h 8121"/>
                <a:gd name="csX11" fmla="*/ 10987 w 14331"/>
                <a:gd name="csY11" fmla="*/ 6210 h 8121"/>
                <a:gd name="csX12" fmla="*/ 10032 w 14331"/>
                <a:gd name="csY12" fmla="*/ 5255 h 8121"/>
                <a:gd name="csX13" fmla="*/ 9077 w 14331"/>
                <a:gd name="csY13" fmla="*/ 5255 h 8121"/>
                <a:gd name="csX14" fmla="*/ 8121 w 14331"/>
                <a:gd name="csY14" fmla="*/ 7644 h 8121"/>
                <a:gd name="csX15" fmla="*/ 8121 w 14331"/>
                <a:gd name="csY15" fmla="*/ 8121 h 8121"/>
                <a:gd name="csX16" fmla="*/ 7166 w 14331"/>
                <a:gd name="csY16" fmla="*/ 8121 h 8121"/>
                <a:gd name="csX17" fmla="*/ 6210 w 14331"/>
                <a:gd name="csY17" fmla="*/ 7644 h 8121"/>
                <a:gd name="csX18" fmla="*/ 6210 w 14331"/>
                <a:gd name="csY18" fmla="*/ 7166 h 8121"/>
                <a:gd name="csX19" fmla="*/ 7166 w 14331"/>
                <a:gd name="csY19" fmla="*/ 6210 h 8121"/>
                <a:gd name="csX20" fmla="*/ 6688 w 14331"/>
                <a:gd name="csY20" fmla="*/ 2867 h 8121"/>
                <a:gd name="csX21" fmla="*/ 5733 w 14331"/>
                <a:gd name="csY21" fmla="*/ 3344 h 8121"/>
                <a:gd name="csX22" fmla="*/ 3344 w 14331"/>
                <a:gd name="csY22" fmla="*/ 6210 h 8121"/>
                <a:gd name="csX23" fmla="*/ 1433 w 14331"/>
                <a:gd name="csY23" fmla="*/ 7644 h 8121"/>
                <a:gd name="csX24" fmla="*/ 955 w 14331"/>
                <a:gd name="csY24" fmla="*/ 7166 h 8121"/>
                <a:gd name="csX25" fmla="*/ 0 w 14331"/>
                <a:gd name="csY25" fmla="*/ 4777 h 8121"/>
                <a:gd name="csX26" fmla="*/ 478 w 14331"/>
                <a:gd name="csY26" fmla="*/ 2389 h 8121"/>
                <a:gd name="csX27" fmla="*/ 1911 w 14331"/>
                <a:gd name="csY27" fmla="*/ 478 h 8121"/>
                <a:gd name="csX28" fmla="*/ 2866 w 14331"/>
                <a:gd name="csY28" fmla="*/ 478 h 8121"/>
                <a:gd name="csX29" fmla="*/ 6688 w 14331"/>
                <a:gd name="csY29" fmla="*/ 0 h 8121"/>
                <a:gd name="csX30" fmla="*/ 7644 w 14331"/>
                <a:gd name="csY30" fmla="*/ 478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14331" h="8121">
                  <a:moveTo>
                    <a:pt x="7644" y="478"/>
                  </a:moveTo>
                  <a:lnTo>
                    <a:pt x="8121" y="1433"/>
                  </a:lnTo>
                  <a:lnTo>
                    <a:pt x="7644" y="2389"/>
                  </a:lnTo>
                  <a:lnTo>
                    <a:pt x="8121" y="4300"/>
                  </a:lnTo>
                  <a:lnTo>
                    <a:pt x="10510" y="1911"/>
                  </a:lnTo>
                  <a:lnTo>
                    <a:pt x="12421" y="1433"/>
                  </a:lnTo>
                  <a:lnTo>
                    <a:pt x="13376" y="1911"/>
                  </a:lnTo>
                  <a:lnTo>
                    <a:pt x="13854" y="2389"/>
                  </a:lnTo>
                  <a:lnTo>
                    <a:pt x="14332" y="3344"/>
                  </a:lnTo>
                  <a:lnTo>
                    <a:pt x="13854" y="5255"/>
                  </a:lnTo>
                  <a:lnTo>
                    <a:pt x="12421" y="6210"/>
                  </a:lnTo>
                  <a:lnTo>
                    <a:pt x="10987" y="6210"/>
                  </a:lnTo>
                  <a:lnTo>
                    <a:pt x="10032" y="5255"/>
                  </a:lnTo>
                  <a:lnTo>
                    <a:pt x="9077" y="5255"/>
                  </a:lnTo>
                  <a:lnTo>
                    <a:pt x="8121" y="7644"/>
                  </a:lnTo>
                  <a:lnTo>
                    <a:pt x="8121" y="8121"/>
                  </a:lnTo>
                  <a:lnTo>
                    <a:pt x="7166" y="8121"/>
                  </a:lnTo>
                  <a:lnTo>
                    <a:pt x="6210" y="7644"/>
                  </a:lnTo>
                  <a:lnTo>
                    <a:pt x="6210" y="7166"/>
                  </a:lnTo>
                  <a:lnTo>
                    <a:pt x="7166" y="6210"/>
                  </a:lnTo>
                  <a:lnTo>
                    <a:pt x="6688" y="2867"/>
                  </a:lnTo>
                  <a:lnTo>
                    <a:pt x="5733" y="3344"/>
                  </a:lnTo>
                  <a:lnTo>
                    <a:pt x="3344" y="6210"/>
                  </a:lnTo>
                  <a:lnTo>
                    <a:pt x="1433" y="7644"/>
                  </a:lnTo>
                  <a:lnTo>
                    <a:pt x="955" y="7166"/>
                  </a:lnTo>
                  <a:lnTo>
                    <a:pt x="0" y="4777"/>
                  </a:lnTo>
                  <a:lnTo>
                    <a:pt x="478" y="2389"/>
                  </a:lnTo>
                  <a:lnTo>
                    <a:pt x="1911" y="478"/>
                  </a:lnTo>
                  <a:lnTo>
                    <a:pt x="2866" y="478"/>
                  </a:lnTo>
                  <a:lnTo>
                    <a:pt x="6688" y="0"/>
                  </a:lnTo>
                  <a:lnTo>
                    <a:pt x="7644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3" name="Freeform 4512">
              <a:extLst>
                <a:ext uri="{FF2B5EF4-FFF2-40B4-BE49-F238E27FC236}">
                  <a16:creationId xmlns:a16="http://schemas.microsoft.com/office/drawing/2014/main" id="{7A59F361-E891-DEED-D78D-0AC686B8091E}"/>
                </a:ext>
              </a:extLst>
            </p:cNvPr>
            <p:cNvSpPr/>
            <p:nvPr/>
          </p:nvSpPr>
          <p:spPr>
            <a:xfrm>
              <a:off x="8053734" y="4752094"/>
              <a:ext cx="6687" cy="5732"/>
            </a:xfrm>
            <a:custGeom>
              <a:avLst/>
              <a:gdLst>
                <a:gd name="csX0" fmla="*/ 5733 w 6687"/>
                <a:gd name="csY0" fmla="*/ 3822 h 5732"/>
                <a:gd name="csX1" fmla="*/ 1910 w 6687"/>
                <a:gd name="csY1" fmla="*/ 5733 h 5732"/>
                <a:gd name="csX2" fmla="*/ 955 w 6687"/>
                <a:gd name="csY2" fmla="*/ 5733 h 5732"/>
                <a:gd name="csX3" fmla="*/ 0 w 6687"/>
                <a:gd name="csY3" fmla="*/ 4777 h 5732"/>
                <a:gd name="csX4" fmla="*/ 478 w 6687"/>
                <a:gd name="csY4" fmla="*/ 1433 h 5732"/>
                <a:gd name="csX5" fmla="*/ 955 w 6687"/>
                <a:gd name="csY5" fmla="*/ 478 h 5732"/>
                <a:gd name="csX6" fmla="*/ 3821 w 6687"/>
                <a:gd name="csY6" fmla="*/ 0 h 5732"/>
                <a:gd name="csX7" fmla="*/ 5255 w 6687"/>
                <a:gd name="csY7" fmla="*/ 478 h 5732"/>
                <a:gd name="csX8" fmla="*/ 6210 w 6687"/>
                <a:gd name="csY8" fmla="*/ 1433 h 5732"/>
                <a:gd name="csX9" fmla="*/ 6688 w 6687"/>
                <a:gd name="csY9" fmla="*/ 2389 h 5732"/>
                <a:gd name="csX10" fmla="*/ 6688 w 6687"/>
                <a:gd name="csY10" fmla="*/ 3344 h 5732"/>
                <a:gd name="csX11" fmla="*/ 5733 w 6687"/>
                <a:gd name="csY11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7" h="5732">
                  <a:moveTo>
                    <a:pt x="5733" y="3822"/>
                  </a:moveTo>
                  <a:lnTo>
                    <a:pt x="1910" y="5733"/>
                  </a:lnTo>
                  <a:lnTo>
                    <a:pt x="955" y="5733"/>
                  </a:lnTo>
                  <a:lnTo>
                    <a:pt x="0" y="4777"/>
                  </a:lnTo>
                  <a:lnTo>
                    <a:pt x="478" y="1433"/>
                  </a:lnTo>
                  <a:lnTo>
                    <a:pt x="955" y="478"/>
                  </a:lnTo>
                  <a:lnTo>
                    <a:pt x="3821" y="0"/>
                  </a:lnTo>
                  <a:lnTo>
                    <a:pt x="5255" y="478"/>
                  </a:lnTo>
                  <a:lnTo>
                    <a:pt x="6210" y="1433"/>
                  </a:lnTo>
                  <a:lnTo>
                    <a:pt x="6688" y="2389"/>
                  </a:lnTo>
                  <a:lnTo>
                    <a:pt x="6688" y="3344"/>
                  </a:lnTo>
                  <a:lnTo>
                    <a:pt x="57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4" name="Freeform 4513">
              <a:extLst>
                <a:ext uri="{FF2B5EF4-FFF2-40B4-BE49-F238E27FC236}">
                  <a16:creationId xmlns:a16="http://schemas.microsoft.com/office/drawing/2014/main" id="{3F97471F-A383-427F-7254-2B23B97622A2}"/>
                </a:ext>
              </a:extLst>
            </p:cNvPr>
            <p:cNvSpPr/>
            <p:nvPr/>
          </p:nvSpPr>
          <p:spPr>
            <a:xfrm>
              <a:off x="8557261" y="4751617"/>
              <a:ext cx="3822" cy="3344"/>
            </a:xfrm>
            <a:custGeom>
              <a:avLst/>
              <a:gdLst>
                <a:gd name="csX0" fmla="*/ 2867 w 3822"/>
                <a:gd name="csY0" fmla="*/ 2866 h 3344"/>
                <a:gd name="csX1" fmla="*/ 1911 w 3822"/>
                <a:gd name="csY1" fmla="*/ 3344 h 3344"/>
                <a:gd name="csX2" fmla="*/ 956 w 3822"/>
                <a:gd name="csY2" fmla="*/ 2866 h 3344"/>
                <a:gd name="csX3" fmla="*/ 0 w 3822"/>
                <a:gd name="csY3" fmla="*/ 1911 h 3344"/>
                <a:gd name="csX4" fmla="*/ 478 w 3822"/>
                <a:gd name="csY4" fmla="*/ 478 h 3344"/>
                <a:gd name="csX5" fmla="*/ 1433 w 3822"/>
                <a:gd name="csY5" fmla="*/ 0 h 3344"/>
                <a:gd name="csX6" fmla="*/ 2389 w 3822"/>
                <a:gd name="csY6" fmla="*/ 478 h 3344"/>
                <a:gd name="csX7" fmla="*/ 2867 w 3822"/>
                <a:gd name="csY7" fmla="*/ 1433 h 3344"/>
                <a:gd name="csX8" fmla="*/ 3822 w 3822"/>
                <a:gd name="csY8" fmla="*/ 1433 h 3344"/>
                <a:gd name="csX9" fmla="*/ 2867 w 3822"/>
                <a:gd name="csY9" fmla="*/ 286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3344">
                  <a:moveTo>
                    <a:pt x="2867" y="2866"/>
                  </a:moveTo>
                  <a:lnTo>
                    <a:pt x="1911" y="3344"/>
                  </a:lnTo>
                  <a:lnTo>
                    <a:pt x="956" y="2866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389" y="478"/>
                  </a:lnTo>
                  <a:lnTo>
                    <a:pt x="2867" y="1433"/>
                  </a:lnTo>
                  <a:lnTo>
                    <a:pt x="3822" y="1433"/>
                  </a:lnTo>
                  <a:lnTo>
                    <a:pt x="2867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5" name="Freeform 4514">
              <a:extLst>
                <a:ext uri="{FF2B5EF4-FFF2-40B4-BE49-F238E27FC236}">
                  <a16:creationId xmlns:a16="http://schemas.microsoft.com/office/drawing/2014/main" id="{0C255871-73BB-4B6C-276D-DDC75E36BAE4}"/>
                </a:ext>
              </a:extLst>
            </p:cNvPr>
            <p:cNvSpPr/>
            <p:nvPr/>
          </p:nvSpPr>
          <p:spPr>
            <a:xfrm>
              <a:off x="7839234" y="4751139"/>
              <a:ext cx="13376" cy="15765"/>
            </a:xfrm>
            <a:custGeom>
              <a:avLst/>
              <a:gdLst>
                <a:gd name="csX0" fmla="*/ 10987 w 13376"/>
                <a:gd name="csY0" fmla="*/ 15765 h 15765"/>
                <a:gd name="csX1" fmla="*/ 9077 w 13376"/>
                <a:gd name="csY1" fmla="*/ 15765 h 15765"/>
                <a:gd name="csX2" fmla="*/ 5255 w 13376"/>
                <a:gd name="csY2" fmla="*/ 13376 h 15765"/>
                <a:gd name="csX3" fmla="*/ 4300 w 13376"/>
                <a:gd name="csY3" fmla="*/ 12421 h 15765"/>
                <a:gd name="csX4" fmla="*/ 4300 w 13376"/>
                <a:gd name="csY4" fmla="*/ 10988 h 15765"/>
                <a:gd name="csX5" fmla="*/ 478 w 13376"/>
                <a:gd name="csY5" fmla="*/ 6210 h 15765"/>
                <a:gd name="csX6" fmla="*/ 0 w 13376"/>
                <a:gd name="csY6" fmla="*/ 5255 h 15765"/>
                <a:gd name="csX7" fmla="*/ 1433 w 13376"/>
                <a:gd name="csY7" fmla="*/ 955 h 15765"/>
                <a:gd name="csX8" fmla="*/ 5255 w 13376"/>
                <a:gd name="csY8" fmla="*/ 0 h 15765"/>
                <a:gd name="csX9" fmla="*/ 6210 w 13376"/>
                <a:gd name="csY9" fmla="*/ 478 h 15765"/>
                <a:gd name="csX10" fmla="*/ 6688 w 13376"/>
                <a:gd name="csY10" fmla="*/ 2389 h 15765"/>
                <a:gd name="csX11" fmla="*/ 9077 w 13376"/>
                <a:gd name="csY11" fmla="*/ 5733 h 15765"/>
                <a:gd name="csX12" fmla="*/ 10032 w 13376"/>
                <a:gd name="csY12" fmla="*/ 7644 h 15765"/>
                <a:gd name="csX13" fmla="*/ 10510 w 13376"/>
                <a:gd name="csY13" fmla="*/ 8599 h 15765"/>
                <a:gd name="csX14" fmla="*/ 10510 w 13376"/>
                <a:gd name="csY14" fmla="*/ 9077 h 15765"/>
                <a:gd name="csX15" fmla="*/ 10510 w 13376"/>
                <a:gd name="csY15" fmla="*/ 9555 h 15765"/>
                <a:gd name="csX16" fmla="*/ 11943 w 13376"/>
                <a:gd name="csY16" fmla="*/ 11465 h 15765"/>
                <a:gd name="csX17" fmla="*/ 12898 w 13376"/>
                <a:gd name="csY17" fmla="*/ 12898 h 15765"/>
                <a:gd name="csX18" fmla="*/ 13376 w 13376"/>
                <a:gd name="csY18" fmla="*/ 14809 h 15765"/>
                <a:gd name="csX19" fmla="*/ 10987 w 13376"/>
                <a:gd name="csY19" fmla="*/ 15765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3376" h="15765">
                  <a:moveTo>
                    <a:pt x="10987" y="15765"/>
                  </a:moveTo>
                  <a:lnTo>
                    <a:pt x="9077" y="15765"/>
                  </a:lnTo>
                  <a:lnTo>
                    <a:pt x="5255" y="13376"/>
                  </a:lnTo>
                  <a:lnTo>
                    <a:pt x="4300" y="12421"/>
                  </a:lnTo>
                  <a:lnTo>
                    <a:pt x="4300" y="10988"/>
                  </a:lnTo>
                  <a:lnTo>
                    <a:pt x="478" y="6210"/>
                  </a:lnTo>
                  <a:lnTo>
                    <a:pt x="0" y="5255"/>
                  </a:lnTo>
                  <a:lnTo>
                    <a:pt x="1433" y="955"/>
                  </a:lnTo>
                  <a:lnTo>
                    <a:pt x="5255" y="0"/>
                  </a:lnTo>
                  <a:lnTo>
                    <a:pt x="6210" y="478"/>
                  </a:lnTo>
                  <a:lnTo>
                    <a:pt x="6688" y="2389"/>
                  </a:lnTo>
                  <a:lnTo>
                    <a:pt x="9077" y="5733"/>
                  </a:lnTo>
                  <a:lnTo>
                    <a:pt x="10032" y="7644"/>
                  </a:lnTo>
                  <a:lnTo>
                    <a:pt x="10510" y="8599"/>
                  </a:lnTo>
                  <a:lnTo>
                    <a:pt x="10510" y="9077"/>
                  </a:lnTo>
                  <a:lnTo>
                    <a:pt x="10510" y="9555"/>
                  </a:lnTo>
                  <a:lnTo>
                    <a:pt x="11943" y="11465"/>
                  </a:lnTo>
                  <a:lnTo>
                    <a:pt x="12898" y="12898"/>
                  </a:lnTo>
                  <a:lnTo>
                    <a:pt x="13376" y="14809"/>
                  </a:lnTo>
                  <a:lnTo>
                    <a:pt x="10987" y="157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6" name="Freeform 4515">
              <a:extLst>
                <a:ext uri="{FF2B5EF4-FFF2-40B4-BE49-F238E27FC236}">
                  <a16:creationId xmlns:a16="http://schemas.microsoft.com/office/drawing/2014/main" id="{81A07DC4-85EE-7E8D-A7E4-65E0D297B1E0}"/>
                </a:ext>
              </a:extLst>
            </p:cNvPr>
            <p:cNvSpPr/>
            <p:nvPr/>
          </p:nvSpPr>
          <p:spPr>
            <a:xfrm>
              <a:off x="8475092" y="4750661"/>
              <a:ext cx="8121" cy="8121"/>
            </a:xfrm>
            <a:custGeom>
              <a:avLst/>
              <a:gdLst>
                <a:gd name="csX0" fmla="*/ 6688 w 8121"/>
                <a:gd name="csY0" fmla="*/ 7644 h 8121"/>
                <a:gd name="csX1" fmla="*/ 5733 w 8121"/>
                <a:gd name="csY1" fmla="*/ 8121 h 8121"/>
                <a:gd name="csX2" fmla="*/ 3344 w 8121"/>
                <a:gd name="csY2" fmla="*/ 7644 h 8121"/>
                <a:gd name="csX3" fmla="*/ 2389 w 8121"/>
                <a:gd name="csY3" fmla="*/ 6688 h 8121"/>
                <a:gd name="csX4" fmla="*/ 1433 w 8121"/>
                <a:gd name="csY4" fmla="*/ 5255 h 8121"/>
                <a:gd name="csX5" fmla="*/ 955 w 8121"/>
                <a:gd name="csY5" fmla="*/ 3822 h 8121"/>
                <a:gd name="csX6" fmla="*/ 478 w 8121"/>
                <a:gd name="csY6" fmla="*/ 2867 h 8121"/>
                <a:gd name="csX7" fmla="*/ 0 w 8121"/>
                <a:gd name="csY7" fmla="*/ 1911 h 8121"/>
                <a:gd name="csX8" fmla="*/ 0 w 8121"/>
                <a:gd name="csY8" fmla="*/ 1433 h 8121"/>
                <a:gd name="csX9" fmla="*/ 4300 w 8121"/>
                <a:gd name="csY9" fmla="*/ 0 h 8121"/>
                <a:gd name="csX10" fmla="*/ 5255 w 8121"/>
                <a:gd name="csY10" fmla="*/ 478 h 8121"/>
                <a:gd name="csX11" fmla="*/ 7166 w 8121"/>
                <a:gd name="csY11" fmla="*/ 478 h 8121"/>
                <a:gd name="csX12" fmla="*/ 8121 w 8121"/>
                <a:gd name="csY12" fmla="*/ 1433 h 8121"/>
                <a:gd name="csX13" fmla="*/ 7644 w 8121"/>
                <a:gd name="csY13" fmla="*/ 5255 h 8121"/>
                <a:gd name="csX14" fmla="*/ 6688 w 8121"/>
                <a:gd name="csY14" fmla="*/ 7644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121" h="8121">
                  <a:moveTo>
                    <a:pt x="6688" y="7644"/>
                  </a:moveTo>
                  <a:lnTo>
                    <a:pt x="5733" y="8121"/>
                  </a:lnTo>
                  <a:lnTo>
                    <a:pt x="3344" y="7644"/>
                  </a:lnTo>
                  <a:lnTo>
                    <a:pt x="2389" y="6688"/>
                  </a:lnTo>
                  <a:lnTo>
                    <a:pt x="1433" y="5255"/>
                  </a:lnTo>
                  <a:lnTo>
                    <a:pt x="955" y="3822"/>
                  </a:lnTo>
                  <a:lnTo>
                    <a:pt x="478" y="2867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300" y="0"/>
                  </a:lnTo>
                  <a:lnTo>
                    <a:pt x="5255" y="478"/>
                  </a:lnTo>
                  <a:lnTo>
                    <a:pt x="7166" y="478"/>
                  </a:lnTo>
                  <a:lnTo>
                    <a:pt x="8121" y="1433"/>
                  </a:lnTo>
                  <a:lnTo>
                    <a:pt x="7644" y="5255"/>
                  </a:lnTo>
                  <a:lnTo>
                    <a:pt x="6688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7" name="Freeform 4516">
              <a:extLst>
                <a:ext uri="{FF2B5EF4-FFF2-40B4-BE49-F238E27FC236}">
                  <a16:creationId xmlns:a16="http://schemas.microsoft.com/office/drawing/2014/main" id="{DB1AD8A6-D080-6E90-029A-EAD5C32EA177}"/>
                </a:ext>
              </a:extLst>
            </p:cNvPr>
            <p:cNvSpPr/>
            <p:nvPr/>
          </p:nvSpPr>
          <p:spPr>
            <a:xfrm>
              <a:off x="8469837" y="4748272"/>
              <a:ext cx="10032" cy="2866"/>
            </a:xfrm>
            <a:custGeom>
              <a:avLst/>
              <a:gdLst>
                <a:gd name="csX0" fmla="*/ 10032 w 10032"/>
                <a:gd name="csY0" fmla="*/ 478 h 2866"/>
                <a:gd name="csX1" fmla="*/ 9555 w 10032"/>
                <a:gd name="csY1" fmla="*/ 1433 h 2866"/>
                <a:gd name="csX2" fmla="*/ 8599 w 10032"/>
                <a:gd name="csY2" fmla="*/ 1911 h 2866"/>
                <a:gd name="csX3" fmla="*/ 0 w 10032"/>
                <a:gd name="csY3" fmla="*/ 2867 h 2866"/>
                <a:gd name="csX4" fmla="*/ 478 w 10032"/>
                <a:gd name="csY4" fmla="*/ 2389 h 2866"/>
                <a:gd name="csX5" fmla="*/ 955 w 10032"/>
                <a:gd name="csY5" fmla="*/ 1433 h 2866"/>
                <a:gd name="csX6" fmla="*/ 1433 w 10032"/>
                <a:gd name="csY6" fmla="*/ 1433 h 2866"/>
                <a:gd name="csX7" fmla="*/ 2389 w 10032"/>
                <a:gd name="csY7" fmla="*/ 1433 h 2866"/>
                <a:gd name="csX8" fmla="*/ 2866 w 10032"/>
                <a:gd name="csY8" fmla="*/ 1433 h 2866"/>
                <a:gd name="csX9" fmla="*/ 3344 w 10032"/>
                <a:gd name="csY9" fmla="*/ 956 h 2866"/>
                <a:gd name="csX10" fmla="*/ 3821 w 10032"/>
                <a:gd name="csY10" fmla="*/ 1433 h 2866"/>
                <a:gd name="csX11" fmla="*/ 4777 w 10032"/>
                <a:gd name="csY11" fmla="*/ 956 h 2866"/>
                <a:gd name="csX12" fmla="*/ 6210 w 10032"/>
                <a:gd name="csY12" fmla="*/ 956 h 2866"/>
                <a:gd name="csX13" fmla="*/ 8121 w 10032"/>
                <a:gd name="csY13" fmla="*/ 956 h 2866"/>
                <a:gd name="csX14" fmla="*/ 8121 w 10032"/>
                <a:gd name="csY14" fmla="*/ 0 h 2866"/>
                <a:gd name="csX15" fmla="*/ 10032 w 10032"/>
                <a:gd name="csY15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0032" h="2866">
                  <a:moveTo>
                    <a:pt x="10032" y="478"/>
                  </a:moveTo>
                  <a:lnTo>
                    <a:pt x="9555" y="1433"/>
                  </a:lnTo>
                  <a:lnTo>
                    <a:pt x="8599" y="1911"/>
                  </a:lnTo>
                  <a:lnTo>
                    <a:pt x="0" y="2867"/>
                  </a:lnTo>
                  <a:lnTo>
                    <a:pt x="478" y="2389"/>
                  </a:lnTo>
                  <a:lnTo>
                    <a:pt x="955" y="1433"/>
                  </a:lnTo>
                  <a:lnTo>
                    <a:pt x="1433" y="1433"/>
                  </a:lnTo>
                  <a:lnTo>
                    <a:pt x="2389" y="1433"/>
                  </a:lnTo>
                  <a:lnTo>
                    <a:pt x="2866" y="1433"/>
                  </a:lnTo>
                  <a:lnTo>
                    <a:pt x="3344" y="956"/>
                  </a:lnTo>
                  <a:lnTo>
                    <a:pt x="3821" y="1433"/>
                  </a:lnTo>
                  <a:lnTo>
                    <a:pt x="4777" y="956"/>
                  </a:lnTo>
                  <a:lnTo>
                    <a:pt x="6210" y="956"/>
                  </a:lnTo>
                  <a:lnTo>
                    <a:pt x="8121" y="956"/>
                  </a:lnTo>
                  <a:lnTo>
                    <a:pt x="8121" y="0"/>
                  </a:lnTo>
                  <a:lnTo>
                    <a:pt x="1003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8" name="Freeform 4517">
              <a:extLst>
                <a:ext uri="{FF2B5EF4-FFF2-40B4-BE49-F238E27FC236}">
                  <a16:creationId xmlns:a16="http://schemas.microsoft.com/office/drawing/2014/main" id="{0502F12B-238A-4AAE-0C9C-F161AABD7454}"/>
                </a:ext>
              </a:extLst>
            </p:cNvPr>
            <p:cNvSpPr/>
            <p:nvPr/>
          </p:nvSpPr>
          <p:spPr>
            <a:xfrm>
              <a:off x="8568726" y="4746362"/>
              <a:ext cx="19586" cy="10032"/>
            </a:xfrm>
            <a:custGeom>
              <a:avLst/>
              <a:gdLst>
                <a:gd name="csX0" fmla="*/ 0 w 19586"/>
                <a:gd name="csY0" fmla="*/ 0 h 10032"/>
                <a:gd name="csX1" fmla="*/ 3822 w 19586"/>
                <a:gd name="csY1" fmla="*/ 478 h 10032"/>
                <a:gd name="csX2" fmla="*/ 5733 w 19586"/>
                <a:gd name="csY2" fmla="*/ 478 h 10032"/>
                <a:gd name="csX3" fmla="*/ 7166 w 19586"/>
                <a:gd name="csY3" fmla="*/ 1433 h 10032"/>
                <a:gd name="csX4" fmla="*/ 9077 w 19586"/>
                <a:gd name="csY4" fmla="*/ 955 h 10032"/>
                <a:gd name="csX5" fmla="*/ 10032 w 19586"/>
                <a:gd name="csY5" fmla="*/ 1433 h 10032"/>
                <a:gd name="csX6" fmla="*/ 13377 w 19586"/>
                <a:gd name="csY6" fmla="*/ 4299 h 10032"/>
                <a:gd name="csX7" fmla="*/ 15288 w 19586"/>
                <a:gd name="csY7" fmla="*/ 5733 h 10032"/>
                <a:gd name="csX8" fmla="*/ 17676 w 19586"/>
                <a:gd name="csY8" fmla="*/ 7644 h 10032"/>
                <a:gd name="csX9" fmla="*/ 19587 w 19586"/>
                <a:gd name="csY9" fmla="*/ 8121 h 10032"/>
                <a:gd name="csX10" fmla="*/ 18154 w 19586"/>
                <a:gd name="csY10" fmla="*/ 9555 h 10032"/>
                <a:gd name="csX11" fmla="*/ 15288 w 19586"/>
                <a:gd name="csY11" fmla="*/ 10032 h 10032"/>
                <a:gd name="csX12" fmla="*/ 14332 w 19586"/>
                <a:gd name="csY12" fmla="*/ 10032 h 10032"/>
                <a:gd name="csX13" fmla="*/ 11943 w 19586"/>
                <a:gd name="csY13" fmla="*/ 9555 h 10032"/>
                <a:gd name="csX14" fmla="*/ 10510 w 19586"/>
                <a:gd name="csY14" fmla="*/ 9555 h 10032"/>
                <a:gd name="csX15" fmla="*/ 8599 w 19586"/>
                <a:gd name="csY15" fmla="*/ 8599 h 10032"/>
                <a:gd name="csX16" fmla="*/ 8599 w 19586"/>
                <a:gd name="csY16" fmla="*/ 6688 h 10032"/>
                <a:gd name="csX17" fmla="*/ 7166 w 19586"/>
                <a:gd name="csY17" fmla="*/ 2866 h 10032"/>
                <a:gd name="csX18" fmla="*/ 4777 w 19586"/>
                <a:gd name="csY18" fmla="*/ 4299 h 10032"/>
                <a:gd name="csX19" fmla="*/ 2389 w 19586"/>
                <a:gd name="csY19" fmla="*/ 2389 h 10032"/>
                <a:gd name="csX20" fmla="*/ 1911 w 19586"/>
                <a:gd name="csY20" fmla="*/ 2389 h 10032"/>
                <a:gd name="csX21" fmla="*/ 1911 w 19586"/>
                <a:gd name="csY21" fmla="*/ 2866 h 10032"/>
                <a:gd name="csX22" fmla="*/ 956 w 19586"/>
                <a:gd name="csY22" fmla="*/ 1911 h 10032"/>
                <a:gd name="csX23" fmla="*/ 0 w 19586"/>
                <a:gd name="csY23" fmla="*/ 955 h 10032"/>
                <a:gd name="csX24" fmla="*/ 0 w 19586"/>
                <a:gd name="csY24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9586" h="10032">
                  <a:moveTo>
                    <a:pt x="0" y="0"/>
                  </a:moveTo>
                  <a:lnTo>
                    <a:pt x="3822" y="478"/>
                  </a:lnTo>
                  <a:lnTo>
                    <a:pt x="5733" y="478"/>
                  </a:lnTo>
                  <a:lnTo>
                    <a:pt x="7166" y="1433"/>
                  </a:lnTo>
                  <a:lnTo>
                    <a:pt x="9077" y="955"/>
                  </a:lnTo>
                  <a:lnTo>
                    <a:pt x="10032" y="1433"/>
                  </a:lnTo>
                  <a:lnTo>
                    <a:pt x="13377" y="4299"/>
                  </a:lnTo>
                  <a:lnTo>
                    <a:pt x="15288" y="5733"/>
                  </a:lnTo>
                  <a:lnTo>
                    <a:pt x="17676" y="7644"/>
                  </a:lnTo>
                  <a:lnTo>
                    <a:pt x="19587" y="8121"/>
                  </a:lnTo>
                  <a:lnTo>
                    <a:pt x="18154" y="9555"/>
                  </a:lnTo>
                  <a:lnTo>
                    <a:pt x="15288" y="10032"/>
                  </a:lnTo>
                  <a:lnTo>
                    <a:pt x="14332" y="10032"/>
                  </a:lnTo>
                  <a:lnTo>
                    <a:pt x="11943" y="9555"/>
                  </a:lnTo>
                  <a:lnTo>
                    <a:pt x="10510" y="9555"/>
                  </a:lnTo>
                  <a:lnTo>
                    <a:pt x="8599" y="8599"/>
                  </a:lnTo>
                  <a:lnTo>
                    <a:pt x="8599" y="6688"/>
                  </a:lnTo>
                  <a:lnTo>
                    <a:pt x="7166" y="2866"/>
                  </a:lnTo>
                  <a:lnTo>
                    <a:pt x="4777" y="4299"/>
                  </a:lnTo>
                  <a:lnTo>
                    <a:pt x="2389" y="2389"/>
                  </a:lnTo>
                  <a:lnTo>
                    <a:pt x="1911" y="2389"/>
                  </a:lnTo>
                  <a:lnTo>
                    <a:pt x="1911" y="2866"/>
                  </a:lnTo>
                  <a:lnTo>
                    <a:pt x="956" y="1911"/>
                  </a:lnTo>
                  <a:lnTo>
                    <a:pt x="0" y="95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9" name="Freeform 4518">
              <a:extLst>
                <a:ext uri="{FF2B5EF4-FFF2-40B4-BE49-F238E27FC236}">
                  <a16:creationId xmlns:a16="http://schemas.microsoft.com/office/drawing/2014/main" id="{62EE3E26-24D0-A933-44D9-60E61D319E84}"/>
                </a:ext>
              </a:extLst>
            </p:cNvPr>
            <p:cNvSpPr/>
            <p:nvPr/>
          </p:nvSpPr>
          <p:spPr>
            <a:xfrm>
              <a:off x="8405343" y="4745884"/>
              <a:ext cx="2866" cy="3344"/>
            </a:xfrm>
            <a:custGeom>
              <a:avLst/>
              <a:gdLst>
                <a:gd name="csX0" fmla="*/ 2866 w 2866"/>
                <a:gd name="csY0" fmla="*/ 2867 h 3344"/>
                <a:gd name="csX1" fmla="*/ 2866 w 2866"/>
                <a:gd name="csY1" fmla="*/ 3344 h 3344"/>
                <a:gd name="csX2" fmla="*/ 478 w 2866"/>
                <a:gd name="csY2" fmla="*/ 2867 h 3344"/>
                <a:gd name="csX3" fmla="*/ 0 w 2866"/>
                <a:gd name="csY3" fmla="*/ 2389 h 3344"/>
                <a:gd name="csX4" fmla="*/ 955 w 2866"/>
                <a:gd name="csY4" fmla="*/ 0 h 3344"/>
                <a:gd name="csX5" fmla="*/ 1911 w 2866"/>
                <a:gd name="csY5" fmla="*/ 0 h 3344"/>
                <a:gd name="csX6" fmla="*/ 2866 w 2866"/>
                <a:gd name="csY6" fmla="*/ 2389 h 3344"/>
                <a:gd name="csX7" fmla="*/ 2866 w 2866"/>
                <a:gd name="csY7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344">
                  <a:moveTo>
                    <a:pt x="2866" y="2867"/>
                  </a:moveTo>
                  <a:lnTo>
                    <a:pt x="2866" y="3344"/>
                  </a:lnTo>
                  <a:lnTo>
                    <a:pt x="478" y="2867"/>
                  </a:lnTo>
                  <a:lnTo>
                    <a:pt x="0" y="2389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2866" y="2389"/>
                  </a:lnTo>
                  <a:lnTo>
                    <a:pt x="2866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0" name="Freeform 4519">
              <a:extLst>
                <a:ext uri="{FF2B5EF4-FFF2-40B4-BE49-F238E27FC236}">
                  <a16:creationId xmlns:a16="http://schemas.microsoft.com/office/drawing/2014/main" id="{77B60528-C34A-CB2E-5451-3C742AE92858}"/>
                </a:ext>
              </a:extLst>
            </p:cNvPr>
            <p:cNvSpPr/>
            <p:nvPr/>
          </p:nvSpPr>
          <p:spPr>
            <a:xfrm>
              <a:off x="8471269" y="4742062"/>
              <a:ext cx="4299" cy="1911"/>
            </a:xfrm>
            <a:custGeom>
              <a:avLst/>
              <a:gdLst>
                <a:gd name="csX0" fmla="*/ 2867 w 4299"/>
                <a:gd name="csY0" fmla="*/ 1911 h 1911"/>
                <a:gd name="csX1" fmla="*/ 1911 w 4299"/>
                <a:gd name="csY1" fmla="*/ 1911 h 1911"/>
                <a:gd name="csX2" fmla="*/ 0 w 4299"/>
                <a:gd name="csY2" fmla="*/ 1433 h 1911"/>
                <a:gd name="csX3" fmla="*/ 956 w 4299"/>
                <a:gd name="csY3" fmla="*/ 478 h 1911"/>
                <a:gd name="csX4" fmla="*/ 1911 w 4299"/>
                <a:gd name="csY4" fmla="*/ 478 h 1911"/>
                <a:gd name="csX5" fmla="*/ 2389 w 4299"/>
                <a:gd name="csY5" fmla="*/ 0 h 1911"/>
                <a:gd name="csX6" fmla="*/ 2867 w 4299"/>
                <a:gd name="csY6" fmla="*/ 0 h 1911"/>
                <a:gd name="csX7" fmla="*/ 3344 w 4299"/>
                <a:gd name="csY7" fmla="*/ 478 h 1911"/>
                <a:gd name="csX8" fmla="*/ 4300 w 4299"/>
                <a:gd name="csY8" fmla="*/ 956 h 1911"/>
                <a:gd name="csX9" fmla="*/ 2867 w 4299"/>
                <a:gd name="csY9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1911">
                  <a:moveTo>
                    <a:pt x="2867" y="1911"/>
                  </a:moveTo>
                  <a:lnTo>
                    <a:pt x="1911" y="1911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2867" y="0"/>
                  </a:lnTo>
                  <a:lnTo>
                    <a:pt x="3344" y="478"/>
                  </a:lnTo>
                  <a:lnTo>
                    <a:pt x="4300" y="956"/>
                  </a:lnTo>
                  <a:lnTo>
                    <a:pt x="286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1" name="Freeform 4520">
              <a:extLst>
                <a:ext uri="{FF2B5EF4-FFF2-40B4-BE49-F238E27FC236}">
                  <a16:creationId xmlns:a16="http://schemas.microsoft.com/office/drawing/2014/main" id="{8F51D35A-CAFD-9ACD-2F89-AD64C0BE8ECF}"/>
                </a:ext>
              </a:extLst>
            </p:cNvPr>
            <p:cNvSpPr/>
            <p:nvPr/>
          </p:nvSpPr>
          <p:spPr>
            <a:xfrm>
              <a:off x="8296421" y="4742062"/>
              <a:ext cx="4777" cy="1911"/>
            </a:xfrm>
            <a:custGeom>
              <a:avLst/>
              <a:gdLst>
                <a:gd name="csX0" fmla="*/ 3822 w 4777"/>
                <a:gd name="csY0" fmla="*/ 0 h 1911"/>
                <a:gd name="csX1" fmla="*/ 4777 w 4777"/>
                <a:gd name="csY1" fmla="*/ 478 h 1911"/>
                <a:gd name="csX2" fmla="*/ 4300 w 4777"/>
                <a:gd name="csY2" fmla="*/ 1433 h 1911"/>
                <a:gd name="csX3" fmla="*/ 3822 w 4777"/>
                <a:gd name="csY3" fmla="*/ 1433 h 1911"/>
                <a:gd name="csX4" fmla="*/ 1911 w 4777"/>
                <a:gd name="csY4" fmla="*/ 1433 h 1911"/>
                <a:gd name="csX5" fmla="*/ 956 w 4777"/>
                <a:gd name="csY5" fmla="*/ 1433 h 1911"/>
                <a:gd name="csX6" fmla="*/ 478 w 4777"/>
                <a:gd name="csY6" fmla="*/ 1911 h 1911"/>
                <a:gd name="csX7" fmla="*/ 0 w 4777"/>
                <a:gd name="csY7" fmla="*/ 1911 h 1911"/>
                <a:gd name="csX8" fmla="*/ 0 w 4777"/>
                <a:gd name="csY8" fmla="*/ 956 h 1911"/>
                <a:gd name="csX9" fmla="*/ 1911 w 4777"/>
                <a:gd name="csY9" fmla="*/ 0 h 1911"/>
                <a:gd name="csX10" fmla="*/ 2866 w 4777"/>
                <a:gd name="csY10" fmla="*/ 0 h 1911"/>
                <a:gd name="csX11" fmla="*/ 3822 w 4777"/>
                <a:gd name="csY11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77" h="1911">
                  <a:moveTo>
                    <a:pt x="3822" y="0"/>
                  </a:moveTo>
                  <a:lnTo>
                    <a:pt x="4777" y="478"/>
                  </a:lnTo>
                  <a:lnTo>
                    <a:pt x="4300" y="1433"/>
                  </a:lnTo>
                  <a:lnTo>
                    <a:pt x="3822" y="1433"/>
                  </a:lnTo>
                  <a:lnTo>
                    <a:pt x="1911" y="1433"/>
                  </a:lnTo>
                  <a:lnTo>
                    <a:pt x="956" y="1433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2866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2" name="Freeform 4521">
              <a:extLst>
                <a:ext uri="{FF2B5EF4-FFF2-40B4-BE49-F238E27FC236}">
                  <a16:creationId xmlns:a16="http://schemas.microsoft.com/office/drawing/2014/main" id="{C2743FBC-C2D2-9B15-EEAC-53A983D6D3E8}"/>
                </a:ext>
              </a:extLst>
            </p:cNvPr>
            <p:cNvSpPr/>
            <p:nvPr/>
          </p:nvSpPr>
          <p:spPr>
            <a:xfrm>
              <a:off x="8481302" y="4741106"/>
              <a:ext cx="198257" cy="159083"/>
            </a:xfrm>
            <a:custGeom>
              <a:avLst/>
              <a:gdLst>
                <a:gd name="csX0" fmla="*/ 198258 w 198257"/>
                <a:gd name="csY0" fmla="*/ 159084 h 159083"/>
                <a:gd name="csX1" fmla="*/ 197302 w 198257"/>
                <a:gd name="csY1" fmla="*/ 158129 h 159083"/>
                <a:gd name="csX2" fmla="*/ 194436 w 198257"/>
                <a:gd name="csY2" fmla="*/ 156218 h 159083"/>
                <a:gd name="csX3" fmla="*/ 192047 w 198257"/>
                <a:gd name="csY3" fmla="*/ 153829 h 159083"/>
                <a:gd name="csX4" fmla="*/ 190136 w 198257"/>
                <a:gd name="csY4" fmla="*/ 151918 h 159083"/>
                <a:gd name="csX5" fmla="*/ 188703 w 198257"/>
                <a:gd name="csY5" fmla="*/ 150007 h 159083"/>
                <a:gd name="csX6" fmla="*/ 180581 w 198257"/>
                <a:gd name="csY6" fmla="*/ 143797 h 159083"/>
                <a:gd name="csX7" fmla="*/ 178670 w 198257"/>
                <a:gd name="csY7" fmla="*/ 141886 h 159083"/>
                <a:gd name="csX8" fmla="*/ 178193 w 198257"/>
                <a:gd name="csY8" fmla="*/ 141408 h 159083"/>
                <a:gd name="csX9" fmla="*/ 178670 w 198257"/>
                <a:gd name="csY9" fmla="*/ 140930 h 159083"/>
                <a:gd name="csX10" fmla="*/ 179626 w 198257"/>
                <a:gd name="csY10" fmla="*/ 139975 h 159083"/>
                <a:gd name="csX11" fmla="*/ 181059 w 198257"/>
                <a:gd name="csY11" fmla="*/ 137108 h 159083"/>
                <a:gd name="csX12" fmla="*/ 179626 w 198257"/>
                <a:gd name="csY12" fmla="*/ 139019 h 159083"/>
                <a:gd name="csX13" fmla="*/ 177238 w 198257"/>
                <a:gd name="csY13" fmla="*/ 140453 h 159083"/>
                <a:gd name="csX14" fmla="*/ 174849 w 198257"/>
                <a:gd name="csY14" fmla="*/ 140453 h 159083"/>
                <a:gd name="csX15" fmla="*/ 171983 w 198257"/>
                <a:gd name="csY15" fmla="*/ 140930 h 159083"/>
                <a:gd name="csX16" fmla="*/ 169116 w 198257"/>
                <a:gd name="csY16" fmla="*/ 141886 h 159083"/>
                <a:gd name="csX17" fmla="*/ 166727 w 198257"/>
                <a:gd name="csY17" fmla="*/ 141886 h 159083"/>
                <a:gd name="csX18" fmla="*/ 165294 w 198257"/>
                <a:gd name="csY18" fmla="*/ 141408 h 159083"/>
                <a:gd name="csX19" fmla="*/ 164338 w 198257"/>
                <a:gd name="csY19" fmla="*/ 140453 h 159083"/>
                <a:gd name="csX20" fmla="*/ 163861 w 198257"/>
                <a:gd name="csY20" fmla="*/ 139497 h 159083"/>
                <a:gd name="csX21" fmla="*/ 163861 w 198257"/>
                <a:gd name="csY21" fmla="*/ 138064 h 159083"/>
                <a:gd name="csX22" fmla="*/ 162906 w 198257"/>
                <a:gd name="csY22" fmla="*/ 139975 h 159083"/>
                <a:gd name="csX23" fmla="*/ 160517 w 198257"/>
                <a:gd name="csY23" fmla="*/ 140930 h 159083"/>
                <a:gd name="csX24" fmla="*/ 157651 w 198257"/>
                <a:gd name="csY24" fmla="*/ 143319 h 159083"/>
                <a:gd name="csX25" fmla="*/ 156695 w 198257"/>
                <a:gd name="csY25" fmla="*/ 142841 h 159083"/>
                <a:gd name="csX26" fmla="*/ 156217 w 198257"/>
                <a:gd name="csY26" fmla="*/ 141886 h 159083"/>
                <a:gd name="csX27" fmla="*/ 156217 w 198257"/>
                <a:gd name="csY27" fmla="*/ 140930 h 159083"/>
                <a:gd name="csX28" fmla="*/ 156695 w 198257"/>
                <a:gd name="csY28" fmla="*/ 140453 h 159083"/>
                <a:gd name="csX29" fmla="*/ 157173 w 198257"/>
                <a:gd name="csY29" fmla="*/ 139019 h 159083"/>
                <a:gd name="csX30" fmla="*/ 157651 w 198257"/>
                <a:gd name="csY30" fmla="*/ 137108 h 159083"/>
                <a:gd name="csX31" fmla="*/ 159084 w 198257"/>
                <a:gd name="csY31" fmla="*/ 135675 h 159083"/>
                <a:gd name="csX32" fmla="*/ 160039 w 198257"/>
                <a:gd name="csY32" fmla="*/ 132809 h 159083"/>
                <a:gd name="csX33" fmla="*/ 160517 w 198257"/>
                <a:gd name="csY33" fmla="*/ 131854 h 159083"/>
                <a:gd name="csX34" fmla="*/ 160517 w 198257"/>
                <a:gd name="csY34" fmla="*/ 130898 h 159083"/>
                <a:gd name="csX35" fmla="*/ 160039 w 198257"/>
                <a:gd name="csY35" fmla="*/ 129942 h 159083"/>
                <a:gd name="csX36" fmla="*/ 158606 w 198257"/>
                <a:gd name="csY36" fmla="*/ 129465 h 159083"/>
                <a:gd name="csX37" fmla="*/ 157651 w 198257"/>
                <a:gd name="csY37" fmla="*/ 128987 h 159083"/>
                <a:gd name="csX38" fmla="*/ 156695 w 198257"/>
                <a:gd name="csY38" fmla="*/ 127076 h 159083"/>
                <a:gd name="csX39" fmla="*/ 156217 w 198257"/>
                <a:gd name="csY39" fmla="*/ 126598 h 159083"/>
                <a:gd name="csX40" fmla="*/ 154784 w 198257"/>
                <a:gd name="csY40" fmla="*/ 125643 h 159083"/>
                <a:gd name="csX41" fmla="*/ 153829 w 198257"/>
                <a:gd name="csY41" fmla="*/ 124688 h 159083"/>
                <a:gd name="csX42" fmla="*/ 154784 w 198257"/>
                <a:gd name="csY42" fmla="*/ 124210 h 159083"/>
                <a:gd name="csX43" fmla="*/ 156217 w 198257"/>
                <a:gd name="csY43" fmla="*/ 123732 h 159083"/>
                <a:gd name="csX44" fmla="*/ 157173 w 198257"/>
                <a:gd name="csY44" fmla="*/ 124210 h 159083"/>
                <a:gd name="csX45" fmla="*/ 159084 w 198257"/>
                <a:gd name="csY45" fmla="*/ 124210 h 159083"/>
                <a:gd name="csX46" fmla="*/ 160039 w 198257"/>
                <a:gd name="csY46" fmla="*/ 124210 h 159083"/>
                <a:gd name="csX47" fmla="*/ 162428 w 198257"/>
                <a:gd name="csY47" fmla="*/ 123732 h 159083"/>
                <a:gd name="csX48" fmla="*/ 160995 w 198257"/>
                <a:gd name="csY48" fmla="*/ 123732 h 159083"/>
                <a:gd name="csX49" fmla="*/ 160039 w 198257"/>
                <a:gd name="csY49" fmla="*/ 123732 h 159083"/>
                <a:gd name="csX50" fmla="*/ 155740 w 198257"/>
                <a:gd name="csY50" fmla="*/ 122777 h 159083"/>
                <a:gd name="csX51" fmla="*/ 153351 w 198257"/>
                <a:gd name="csY51" fmla="*/ 121343 h 159083"/>
                <a:gd name="csX52" fmla="*/ 150962 w 198257"/>
                <a:gd name="csY52" fmla="*/ 118955 h 159083"/>
                <a:gd name="csX53" fmla="*/ 150962 w 198257"/>
                <a:gd name="csY53" fmla="*/ 118477 h 159083"/>
                <a:gd name="csX54" fmla="*/ 152873 w 198257"/>
                <a:gd name="csY54" fmla="*/ 117999 h 159083"/>
                <a:gd name="csX55" fmla="*/ 156217 w 198257"/>
                <a:gd name="csY55" fmla="*/ 117522 h 159083"/>
                <a:gd name="csX56" fmla="*/ 155262 w 198257"/>
                <a:gd name="csY56" fmla="*/ 116566 h 159083"/>
                <a:gd name="csX57" fmla="*/ 153351 w 198257"/>
                <a:gd name="csY57" fmla="*/ 115611 h 159083"/>
                <a:gd name="csX58" fmla="*/ 152873 w 198257"/>
                <a:gd name="csY58" fmla="*/ 113222 h 159083"/>
                <a:gd name="csX59" fmla="*/ 151918 w 198257"/>
                <a:gd name="csY59" fmla="*/ 112266 h 159083"/>
                <a:gd name="csX60" fmla="*/ 149529 w 198257"/>
                <a:gd name="csY60" fmla="*/ 110356 h 159083"/>
                <a:gd name="csX61" fmla="*/ 147618 w 198257"/>
                <a:gd name="csY61" fmla="*/ 108445 h 159083"/>
                <a:gd name="csX62" fmla="*/ 146663 w 198257"/>
                <a:gd name="csY62" fmla="*/ 104145 h 159083"/>
                <a:gd name="csX63" fmla="*/ 145229 w 198257"/>
                <a:gd name="csY63" fmla="*/ 101279 h 159083"/>
                <a:gd name="csX64" fmla="*/ 145229 w 198257"/>
                <a:gd name="csY64" fmla="*/ 99846 h 159083"/>
                <a:gd name="csX65" fmla="*/ 146663 w 198257"/>
                <a:gd name="csY65" fmla="*/ 99368 h 159083"/>
                <a:gd name="csX66" fmla="*/ 144752 w 198257"/>
                <a:gd name="csY66" fmla="*/ 99368 h 159083"/>
                <a:gd name="csX67" fmla="*/ 143319 w 198257"/>
                <a:gd name="csY67" fmla="*/ 98412 h 159083"/>
                <a:gd name="csX68" fmla="*/ 143796 w 198257"/>
                <a:gd name="csY68" fmla="*/ 96979 h 159083"/>
                <a:gd name="csX69" fmla="*/ 145707 w 198257"/>
                <a:gd name="csY69" fmla="*/ 96024 h 159083"/>
                <a:gd name="csX70" fmla="*/ 144274 w 198257"/>
                <a:gd name="csY70" fmla="*/ 96501 h 159083"/>
                <a:gd name="csX71" fmla="*/ 142363 w 198257"/>
                <a:gd name="csY71" fmla="*/ 96979 h 159083"/>
                <a:gd name="csX72" fmla="*/ 141885 w 198257"/>
                <a:gd name="csY72" fmla="*/ 96979 h 159083"/>
                <a:gd name="csX73" fmla="*/ 140930 w 198257"/>
                <a:gd name="csY73" fmla="*/ 96979 h 159083"/>
                <a:gd name="csX74" fmla="*/ 140452 w 198257"/>
                <a:gd name="csY74" fmla="*/ 96024 h 159083"/>
                <a:gd name="csX75" fmla="*/ 140452 w 198257"/>
                <a:gd name="csY75" fmla="*/ 95546 h 159083"/>
                <a:gd name="csX76" fmla="*/ 140452 w 198257"/>
                <a:gd name="csY76" fmla="*/ 93635 h 159083"/>
                <a:gd name="csX77" fmla="*/ 140452 w 198257"/>
                <a:gd name="csY77" fmla="*/ 92202 h 159083"/>
                <a:gd name="csX78" fmla="*/ 139019 w 198257"/>
                <a:gd name="csY78" fmla="*/ 91724 h 159083"/>
                <a:gd name="csX79" fmla="*/ 137586 w 198257"/>
                <a:gd name="csY79" fmla="*/ 90769 h 159083"/>
                <a:gd name="csX80" fmla="*/ 137108 w 198257"/>
                <a:gd name="csY80" fmla="*/ 90291 h 159083"/>
                <a:gd name="csX81" fmla="*/ 136153 w 198257"/>
                <a:gd name="csY81" fmla="*/ 90291 h 159083"/>
                <a:gd name="csX82" fmla="*/ 135197 w 198257"/>
                <a:gd name="csY82" fmla="*/ 89813 h 159083"/>
                <a:gd name="csX83" fmla="*/ 134242 w 198257"/>
                <a:gd name="csY83" fmla="*/ 88380 h 159083"/>
                <a:gd name="csX84" fmla="*/ 125165 w 198257"/>
                <a:gd name="csY84" fmla="*/ 84081 h 159083"/>
                <a:gd name="csX85" fmla="*/ 124687 w 198257"/>
                <a:gd name="csY85" fmla="*/ 83125 h 159083"/>
                <a:gd name="csX86" fmla="*/ 124210 w 198257"/>
                <a:gd name="csY86" fmla="*/ 83603 h 159083"/>
                <a:gd name="csX87" fmla="*/ 123254 w 198257"/>
                <a:gd name="csY87" fmla="*/ 83603 h 159083"/>
                <a:gd name="csX88" fmla="*/ 122299 w 198257"/>
                <a:gd name="csY88" fmla="*/ 83125 h 159083"/>
                <a:gd name="csX89" fmla="*/ 120865 w 198257"/>
                <a:gd name="csY89" fmla="*/ 82647 h 159083"/>
                <a:gd name="csX90" fmla="*/ 119910 w 198257"/>
                <a:gd name="csY90" fmla="*/ 82647 h 159083"/>
                <a:gd name="csX91" fmla="*/ 118954 w 198257"/>
                <a:gd name="csY91" fmla="*/ 82170 h 159083"/>
                <a:gd name="csX92" fmla="*/ 117521 w 198257"/>
                <a:gd name="csY92" fmla="*/ 82170 h 159083"/>
                <a:gd name="csX93" fmla="*/ 116566 w 198257"/>
                <a:gd name="csY93" fmla="*/ 82170 h 159083"/>
                <a:gd name="csX94" fmla="*/ 111788 w 198257"/>
                <a:gd name="csY94" fmla="*/ 80736 h 159083"/>
                <a:gd name="csX95" fmla="*/ 107489 w 198257"/>
                <a:gd name="csY95" fmla="*/ 78348 h 159083"/>
                <a:gd name="csX96" fmla="*/ 103667 w 198257"/>
                <a:gd name="csY96" fmla="*/ 77392 h 159083"/>
                <a:gd name="csX97" fmla="*/ 101278 w 198257"/>
                <a:gd name="csY97" fmla="*/ 76437 h 159083"/>
                <a:gd name="csX98" fmla="*/ 98890 w 198257"/>
                <a:gd name="csY98" fmla="*/ 75481 h 159083"/>
                <a:gd name="csX99" fmla="*/ 93635 w 198257"/>
                <a:gd name="csY99" fmla="*/ 74526 h 159083"/>
                <a:gd name="csX100" fmla="*/ 88380 w 198257"/>
                <a:gd name="csY100" fmla="*/ 74048 h 159083"/>
                <a:gd name="csX101" fmla="*/ 86469 w 198257"/>
                <a:gd name="csY101" fmla="*/ 73570 h 159083"/>
                <a:gd name="csX102" fmla="*/ 85035 w 198257"/>
                <a:gd name="csY102" fmla="*/ 74048 h 159083"/>
                <a:gd name="csX103" fmla="*/ 83603 w 198257"/>
                <a:gd name="csY103" fmla="*/ 74048 h 159083"/>
                <a:gd name="csX104" fmla="*/ 75003 w 198257"/>
                <a:gd name="csY104" fmla="*/ 69271 h 159083"/>
                <a:gd name="csX105" fmla="*/ 73092 w 198257"/>
                <a:gd name="csY105" fmla="*/ 67360 h 159083"/>
                <a:gd name="csX106" fmla="*/ 73570 w 198257"/>
                <a:gd name="csY106" fmla="*/ 65927 h 159083"/>
                <a:gd name="csX107" fmla="*/ 74048 w 198257"/>
                <a:gd name="csY107" fmla="*/ 64971 h 159083"/>
                <a:gd name="csX108" fmla="*/ 77392 w 198257"/>
                <a:gd name="csY108" fmla="*/ 64493 h 159083"/>
                <a:gd name="csX109" fmla="*/ 75003 w 198257"/>
                <a:gd name="csY109" fmla="*/ 64493 h 159083"/>
                <a:gd name="csX110" fmla="*/ 74048 w 198257"/>
                <a:gd name="csY110" fmla="*/ 64493 h 159083"/>
                <a:gd name="csX111" fmla="*/ 71659 w 198257"/>
                <a:gd name="csY111" fmla="*/ 65449 h 159083"/>
                <a:gd name="csX112" fmla="*/ 70704 w 198257"/>
                <a:gd name="csY112" fmla="*/ 65449 h 159083"/>
                <a:gd name="csX113" fmla="*/ 69271 w 198257"/>
                <a:gd name="csY113" fmla="*/ 64971 h 159083"/>
                <a:gd name="csX114" fmla="*/ 67360 w 198257"/>
                <a:gd name="csY114" fmla="*/ 64016 h 159083"/>
                <a:gd name="csX115" fmla="*/ 64971 w 198257"/>
                <a:gd name="csY115" fmla="*/ 64971 h 159083"/>
                <a:gd name="csX116" fmla="*/ 64015 w 198257"/>
                <a:gd name="csY116" fmla="*/ 63538 h 159083"/>
                <a:gd name="csX117" fmla="*/ 63538 w 198257"/>
                <a:gd name="csY117" fmla="*/ 62583 h 159083"/>
                <a:gd name="csX118" fmla="*/ 62582 w 198257"/>
                <a:gd name="csY118" fmla="*/ 62105 h 159083"/>
                <a:gd name="csX119" fmla="*/ 61627 w 198257"/>
                <a:gd name="csY119" fmla="*/ 62105 h 159083"/>
                <a:gd name="csX120" fmla="*/ 60671 w 198257"/>
                <a:gd name="csY120" fmla="*/ 62583 h 159083"/>
                <a:gd name="csX121" fmla="*/ 59238 w 198257"/>
                <a:gd name="csY121" fmla="*/ 62583 h 159083"/>
                <a:gd name="csX122" fmla="*/ 58283 w 198257"/>
                <a:gd name="csY122" fmla="*/ 61627 h 159083"/>
                <a:gd name="csX123" fmla="*/ 57805 w 198257"/>
                <a:gd name="csY123" fmla="*/ 60672 h 159083"/>
                <a:gd name="csX124" fmla="*/ 56849 w 198257"/>
                <a:gd name="csY124" fmla="*/ 60194 h 159083"/>
                <a:gd name="csX125" fmla="*/ 55894 w 198257"/>
                <a:gd name="csY125" fmla="*/ 59239 h 159083"/>
                <a:gd name="csX126" fmla="*/ 54461 w 198257"/>
                <a:gd name="csY126" fmla="*/ 58283 h 159083"/>
                <a:gd name="csX127" fmla="*/ 53505 w 198257"/>
                <a:gd name="csY127" fmla="*/ 56372 h 159083"/>
                <a:gd name="csX128" fmla="*/ 53505 w 198257"/>
                <a:gd name="csY128" fmla="*/ 53506 h 159083"/>
                <a:gd name="csX129" fmla="*/ 53983 w 198257"/>
                <a:gd name="csY129" fmla="*/ 52073 h 159083"/>
                <a:gd name="csX130" fmla="*/ 55416 w 198257"/>
                <a:gd name="csY130" fmla="*/ 50162 h 159083"/>
                <a:gd name="csX131" fmla="*/ 56849 w 198257"/>
                <a:gd name="csY131" fmla="*/ 48728 h 159083"/>
                <a:gd name="csX132" fmla="*/ 55416 w 198257"/>
                <a:gd name="csY132" fmla="*/ 48728 h 159083"/>
                <a:gd name="csX133" fmla="*/ 53983 w 198257"/>
                <a:gd name="csY133" fmla="*/ 49206 h 159083"/>
                <a:gd name="csX134" fmla="*/ 53505 w 198257"/>
                <a:gd name="csY134" fmla="*/ 50162 h 159083"/>
                <a:gd name="csX135" fmla="*/ 53028 w 198257"/>
                <a:gd name="csY135" fmla="*/ 51117 h 159083"/>
                <a:gd name="csX136" fmla="*/ 53028 w 198257"/>
                <a:gd name="csY136" fmla="*/ 54461 h 159083"/>
                <a:gd name="csX137" fmla="*/ 52072 w 198257"/>
                <a:gd name="csY137" fmla="*/ 55417 h 159083"/>
                <a:gd name="csX138" fmla="*/ 50162 w 198257"/>
                <a:gd name="csY138" fmla="*/ 54939 h 159083"/>
                <a:gd name="csX139" fmla="*/ 50639 w 198257"/>
                <a:gd name="csY139" fmla="*/ 56850 h 159083"/>
                <a:gd name="csX140" fmla="*/ 50162 w 198257"/>
                <a:gd name="csY140" fmla="*/ 58761 h 159083"/>
                <a:gd name="csX141" fmla="*/ 48251 w 198257"/>
                <a:gd name="csY141" fmla="*/ 61149 h 159083"/>
                <a:gd name="csX142" fmla="*/ 48251 w 198257"/>
                <a:gd name="csY142" fmla="*/ 62105 h 159083"/>
                <a:gd name="csX143" fmla="*/ 48251 w 198257"/>
                <a:gd name="csY143" fmla="*/ 63060 h 159083"/>
                <a:gd name="csX144" fmla="*/ 47773 w 198257"/>
                <a:gd name="csY144" fmla="*/ 64016 h 159083"/>
                <a:gd name="csX145" fmla="*/ 44906 w 198257"/>
                <a:gd name="csY145" fmla="*/ 66882 h 159083"/>
                <a:gd name="csX146" fmla="*/ 43951 w 198257"/>
                <a:gd name="csY146" fmla="*/ 66882 h 159083"/>
                <a:gd name="csX147" fmla="*/ 41562 w 198257"/>
                <a:gd name="csY147" fmla="*/ 66882 h 159083"/>
                <a:gd name="csX148" fmla="*/ 39174 w 198257"/>
                <a:gd name="csY148" fmla="*/ 67360 h 159083"/>
                <a:gd name="csX149" fmla="*/ 38218 w 198257"/>
                <a:gd name="csY149" fmla="*/ 66882 h 159083"/>
                <a:gd name="csX150" fmla="*/ 37263 w 198257"/>
                <a:gd name="csY150" fmla="*/ 65927 h 159083"/>
                <a:gd name="csX151" fmla="*/ 36785 w 198257"/>
                <a:gd name="csY151" fmla="*/ 64971 h 159083"/>
                <a:gd name="csX152" fmla="*/ 35830 w 198257"/>
                <a:gd name="csY152" fmla="*/ 62583 h 159083"/>
                <a:gd name="csX153" fmla="*/ 35352 w 198257"/>
                <a:gd name="csY153" fmla="*/ 60672 h 159083"/>
                <a:gd name="csX154" fmla="*/ 37263 w 198257"/>
                <a:gd name="csY154" fmla="*/ 57805 h 159083"/>
                <a:gd name="csX155" fmla="*/ 36785 w 198257"/>
                <a:gd name="csY155" fmla="*/ 55417 h 159083"/>
                <a:gd name="csX156" fmla="*/ 34874 w 198257"/>
                <a:gd name="csY156" fmla="*/ 53028 h 159083"/>
                <a:gd name="csX157" fmla="*/ 31052 w 198257"/>
                <a:gd name="csY157" fmla="*/ 50162 h 159083"/>
                <a:gd name="csX158" fmla="*/ 27230 w 198257"/>
                <a:gd name="csY158" fmla="*/ 47295 h 159083"/>
                <a:gd name="csX159" fmla="*/ 25319 w 198257"/>
                <a:gd name="csY159" fmla="*/ 46817 h 159083"/>
                <a:gd name="csX160" fmla="*/ 21975 w 198257"/>
                <a:gd name="csY160" fmla="*/ 46340 h 159083"/>
                <a:gd name="csX161" fmla="*/ 21020 w 198257"/>
                <a:gd name="csY161" fmla="*/ 46340 h 159083"/>
                <a:gd name="csX162" fmla="*/ 20064 w 198257"/>
                <a:gd name="csY162" fmla="*/ 44907 h 159083"/>
                <a:gd name="csX163" fmla="*/ 19587 w 198257"/>
                <a:gd name="csY163" fmla="*/ 43951 h 159083"/>
                <a:gd name="csX164" fmla="*/ 21498 w 198257"/>
                <a:gd name="csY164" fmla="*/ 43474 h 159083"/>
                <a:gd name="csX165" fmla="*/ 24842 w 198257"/>
                <a:gd name="csY165" fmla="*/ 42040 h 159083"/>
                <a:gd name="csX166" fmla="*/ 26753 w 198257"/>
                <a:gd name="csY166" fmla="*/ 42040 h 159083"/>
                <a:gd name="csX167" fmla="*/ 31530 w 198257"/>
                <a:gd name="csY167" fmla="*/ 42996 h 159083"/>
                <a:gd name="csX168" fmla="*/ 32963 w 198257"/>
                <a:gd name="csY168" fmla="*/ 43474 h 159083"/>
                <a:gd name="csX169" fmla="*/ 34396 w 198257"/>
                <a:gd name="csY169" fmla="*/ 43951 h 159083"/>
                <a:gd name="csX170" fmla="*/ 37740 w 198257"/>
                <a:gd name="csY170" fmla="*/ 41563 h 159083"/>
                <a:gd name="csX171" fmla="*/ 40607 w 198257"/>
                <a:gd name="csY171" fmla="*/ 38696 h 159083"/>
                <a:gd name="csX172" fmla="*/ 42517 w 198257"/>
                <a:gd name="csY172" fmla="*/ 37741 h 159083"/>
                <a:gd name="csX173" fmla="*/ 43951 w 198257"/>
                <a:gd name="csY173" fmla="*/ 37741 h 159083"/>
                <a:gd name="csX174" fmla="*/ 45384 w 198257"/>
                <a:gd name="csY174" fmla="*/ 37741 h 159083"/>
                <a:gd name="csX175" fmla="*/ 48251 w 198257"/>
                <a:gd name="csY175" fmla="*/ 38696 h 159083"/>
                <a:gd name="csX176" fmla="*/ 50639 w 198257"/>
                <a:gd name="csY176" fmla="*/ 39651 h 159083"/>
                <a:gd name="csX177" fmla="*/ 52072 w 198257"/>
                <a:gd name="csY177" fmla="*/ 39651 h 159083"/>
                <a:gd name="csX178" fmla="*/ 53028 w 198257"/>
                <a:gd name="csY178" fmla="*/ 40607 h 159083"/>
                <a:gd name="csX179" fmla="*/ 53983 w 198257"/>
                <a:gd name="csY179" fmla="*/ 41085 h 159083"/>
                <a:gd name="csX180" fmla="*/ 53983 w 198257"/>
                <a:gd name="csY180" fmla="*/ 39651 h 159083"/>
                <a:gd name="csX181" fmla="*/ 54939 w 198257"/>
                <a:gd name="csY181" fmla="*/ 37741 h 159083"/>
                <a:gd name="csX182" fmla="*/ 56372 w 198257"/>
                <a:gd name="csY182" fmla="*/ 37263 h 159083"/>
                <a:gd name="csX183" fmla="*/ 57328 w 198257"/>
                <a:gd name="csY183" fmla="*/ 37263 h 159083"/>
                <a:gd name="csX184" fmla="*/ 57805 w 198257"/>
                <a:gd name="csY184" fmla="*/ 36785 h 159083"/>
                <a:gd name="csX185" fmla="*/ 57805 w 198257"/>
                <a:gd name="csY185" fmla="*/ 35352 h 159083"/>
                <a:gd name="csX186" fmla="*/ 55894 w 198257"/>
                <a:gd name="csY186" fmla="*/ 34874 h 159083"/>
                <a:gd name="csX187" fmla="*/ 56849 w 198257"/>
                <a:gd name="csY187" fmla="*/ 33441 h 159083"/>
                <a:gd name="csX188" fmla="*/ 57805 w 198257"/>
                <a:gd name="csY188" fmla="*/ 32963 h 159083"/>
                <a:gd name="csX189" fmla="*/ 58283 w 198257"/>
                <a:gd name="csY189" fmla="*/ 32486 h 159083"/>
                <a:gd name="csX190" fmla="*/ 58283 w 198257"/>
                <a:gd name="csY190" fmla="*/ 31530 h 159083"/>
                <a:gd name="csX191" fmla="*/ 53983 w 198257"/>
                <a:gd name="csY191" fmla="*/ 32963 h 159083"/>
                <a:gd name="csX192" fmla="*/ 49683 w 198257"/>
                <a:gd name="csY192" fmla="*/ 33919 h 159083"/>
                <a:gd name="csX193" fmla="*/ 46817 w 198257"/>
                <a:gd name="csY193" fmla="*/ 33441 h 159083"/>
                <a:gd name="csX194" fmla="*/ 44428 w 198257"/>
                <a:gd name="csY194" fmla="*/ 33441 h 159083"/>
                <a:gd name="csX195" fmla="*/ 39174 w 198257"/>
                <a:gd name="csY195" fmla="*/ 34397 h 159083"/>
                <a:gd name="csX196" fmla="*/ 37263 w 198257"/>
                <a:gd name="csY196" fmla="*/ 34397 h 159083"/>
                <a:gd name="csX197" fmla="*/ 32485 w 198257"/>
                <a:gd name="csY197" fmla="*/ 33919 h 159083"/>
                <a:gd name="csX198" fmla="*/ 30097 w 198257"/>
                <a:gd name="csY198" fmla="*/ 33441 h 159083"/>
                <a:gd name="csX199" fmla="*/ 28186 w 198257"/>
                <a:gd name="csY199" fmla="*/ 33919 h 159083"/>
                <a:gd name="csX200" fmla="*/ 26275 w 198257"/>
                <a:gd name="csY200" fmla="*/ 33919 h 159083"/>
                <a:gd name="csX201" fmla="*/ 24364 w 198257"/>
                <a:gd name="csY201" fmla="*/ 32963 h 159083"/>
                <a:gd name="csX202" fmla="*/ 22453 w 198257"/>
                <a:gd name="csY202" fmla="*/ 31530 h 159083"/>
                <a:gd name="csX203" fmla="*/ 21975 w 198257"/>
                <a:gd name="csY203" fmla="*/ 30097 h 159083"/>
                <a:gd name="csX204" fmla="*/ 20542 w 198257"/>
                <a:gd name="csY204" fmla="*/ 29619 h 159083"/>
                <a:gd name="csX205" fmla="*/ 20064 w 198257"/>
                <a:gd name="csY205" fmla="*/ 28186 h 159083"/>
                <a:gd name="csX206" fmla="*/ 19109 w 198257"/>
                <a:gd name="csY206" fmla="*/ 24364 h 159083"/>
                <a:gd name="csX207" fmla="*/ 18631 w 198257"/>
                <a:gd name="csY207" fmla="*/ 21498 h 159083"/>
                <a:gd name="csX208" fmla="*/ 16721 w 198257"/>
                <a:gd name="csY208" fmla="*/ 21498 h 159083"/>
                <a:gd name="csX209" fmla="*/ 14809 w 198257"/>
                <a:gd name="csY209" fmla="*/ 21498 h 159083"/>
                <a:gd name="csX210" fmla="*/ 6210 w 198257"/>
                <a:gd name="csY210" fmla="*/ 18632 h 159083"/>
                <a:gd name="csX211" fmla="*/ 5255 w 198257"/>
                <a:gd name="csY211" fmla="*/ 19109 h 159083"/>
                <a:gd name="csX212" fmla="*/ 3821 w 198257"/>
                <a:gd name="csY212" fmla="*/ 19587 h 159083"/>
                <a:gd name="csX213" fmla="*/ 2389 w 198257"/>
                <a:gd name="csY213" fmla="*/ 19587 h 159083"/>
                <a:gd name="csX214" fmla="*/ 1433 w 198257"/>
                <a:gd name="csY214" fmla="*/ 19587 h 159083"/>
                <a:gd name="csX215" fmla="*/ 0 w 198257"/>
                <a:gd name="csY215" fmla="*/ 19109 h 159083"/>
                <a:gd name="csX216" fmla="*/ 478 w 198257"/>
                <a:gd name="csY216" fmla="*/ 18632 h 159083"/>
                <a:gd name="csX217" fmla="*/ 1433 w 198257"/>
                <a:gd name="csY217" fmla="*/ 16721 h 159083"/>
                <a:gd name="csX218" fmla="*/ 1910 w 198257"/>
                <a:gd name="csY218" fmla="*/ 16243 h 159083"/>
                <a:gd name="csX219" fmla="*/ 3344 w 198257"/>
                <a:gd name="csY219" fmla="*/ 15287 h 159083"/>
                <a:gd name="csX220" fmla="*/ 4299 w 198257"/>
                <a:gd name="csY220" fmla="*/ 14332 h 159083"/>
                <a:gd name="csX221" fmla="*/ 5255 w 198257"/>
                <a:gd name="csY221" fmla="*/ 11466 h 159083"/>
                <a:gd name="csX222" fmla="*/ 5255 w 198257"/>
                <a:gd name="csY222" fmla="*/ 10510 h 159083"/>
                <a:gd name="csX223" fmla="*/ 5255 w 198257"/>
                <a:gd name="csY223" fmla="*/ 9555 h 159083"/>
                <a:gd name="csX224" fmla="*/ 5255 w 198257"/>
                <a:gd name="csY224" fmla="*/ 9077 h 159083"/>
                <a:gd name="csX225" fmla="*/ 6210 w 198257"/>
                <a:gd name="csY225" fmla="*/ 8599 h 159083"/>
                <a:gd name="csX226" fmla="*/ 9555 w 198257"/>
                <a:gd name="csY226" fmla="*/ 7644 h 159083"/>
                <a:gd name="csX227" fmla="*/ 16242 w 198257"/>
                <a:gd name="csY227" fmla="*/ 6210 h 159083"/>
                <a:gd name="csX228" fmla="*/ 18153 w 198257"/>
                <a:gd name="csY228" fmla="*/ 5255 h 159083"/>
                <a:gd name="csX229" fmla="*/ 19587 w 198257"/>
                <a:gd name="csY229" fmla="*/ 3822 h 159083"/>
                <a:gd name="csX230" fmla="*/ 21020 w 198257"/>
                <a:gd name="csY230" fmla="*/ 3344 h 159083"/>
                <a:gd name="csX231" fmla="*/ 21975 w 198257"/>
                <a:gd name="csY231" fmla="*/ 2389 h 159083"/>
                <a:gd name="csX232" fmla="*/ 22931 w 198257"/>
                <a:gd name="csY232" fmla="*/ 1911 h 159083"/>
                <a:gd name="csX233" fmla="*/ 27708 w 198257"/>
                <a:gd name="csY233" fmla="*/ 0 h 159083"/>
                <a:gd name="csX234" fmla="*/ 30097 w 198257"/>
                <a:gd name="csY234" fmla="*/ 0 h 159083"/>
                <a:gd name="csX235" fmla="*/ 32485 w 198257"/>
                <a:gd name="csY235" fmla="*/ 0 h 159083"/>
                <a:gd name="csX236" fmla="*/ 37263 w 198257"/>
                <a:gd name="csY236" fmla="*/ 956 h 159083"/>
                <a:gd name="csX237" fmla="*/ 41562 w 198257"/>
                <a:gd name="csY237" fmla="*/ 2867 h 159083"/>
                <a:gd name="csX238" fmla="*/ 45384 w 198257"/>
                <a:gd name="csY238" fmla="*/ 4777 h 159083"/>
                <a:gd name="csX239" fmla="*/ 49206 w 198257"/>
                <a:gd name="csY239" fmla="*/ 6688 h 159083"/>
                <a:gd name="csX240" fmla="*/ 54461 w 198257"/>
                <a:gd name="csY240" fmla="*/ 6688 h 159083"/>
                <a:gd name="csX241" fmla="*/ 56849 w 198257"/>
                <a:gd name="csY241" fmla="*/ 6688 h 159083"/>
                <a:gd name="csX242" fmla="*/ 59238 w 198257"/>
                <a:gd name="csY242" fmla="*/ 6688 h 159083"/>
                <a:gd name="csX243" fmla="*/ 60194 w 198257"/>
                <a:gd name="csY243" fmla="*/ 7166 h 159083"/>
                <a:gd name="csX244" fmla="*/ 62105 w 198257"/>
                <a:gd name="csY244" fmla="*/ 8599 h 159083"/>
                <a:gd name="csX245" fmla="*/ 61627 w 198257"/>
                <a:gd name="csY245" fmla="*/ 9555 h 159083"/>
                <a:gd name="csX246" fmla="*/ 61149 w 198257"/>
                <a:gd name="csY246" fmla="*/ 11466 h 159083"/>
                <a:gd name="csX247" fmla="*/ 62105 w 198257"/>
                <a:gd name="csY247" fmla="*/ 13376 h 159083"/>
                <a:gd name="csX248" fmla="*/ 63538 w 198257"/>
                <a:gd name="csY248" fmla="*/ 15287 h 159083"/>
                <a:gd name="csX249" fmla="*/ 64493 w 198257"/>
                <a:gd name="csY249" fmla="*/ 17198 h 159083"/>
                <a:gd name="csX250" fmla="*/ 64971 w 198257"/>
                <a:gd name="csY250" fmla="*/ 18154 h 159083"/>
                <a:gd name="csX251" fmla="*/ 64493 w 198257"/>
                <a:gd name="csY251" fmla="*/ 20065 h 159083"/>
                <a:gd name="csX252" fmla="*/ 64015 w 198257"/>
                <a:gd name="csY252" fmla="*/ 21020 h 159083"/>
                <a:gd name="csX253" fmla="*/ 62582 w 198257"/>
                <a:gd name="csY253" fmla="*/ 22931 h 159083"/>
                <a:gd name="csX254" fmla="*/ 62105 w 198257"/>
                <a:gd name="csY254" fmla="*/ 24364 h 159083"/>
                <a:gd name="csX255" fmla="*/ 62582 w 198257"/>
                <a:gd name="csY255" fmla="*/ 26753 h 159083"/>
                <a:gd name="csX256" fmla="*/ 62582 w 198257"/>
                <a:gd name="csY256" fmla="*/ 29142 h 159083"/>
                <a:gd name="csX257" fmla="*/ 62582 w 198257"/>
                <a:gd name="csY257" fmla="*/ 31052 h 159083"/>
                <a:gd name="csX258" fmla="*/ 63060 w 198257"/>
                <a:gd name="csY258" fmla="*/ 32963 h 159083"/>
                <a:gd name="csX259" fmla="*/ 63538 w 198257"/>
                <a:gd name="csY259" fmla="*/ 35352 h 159083"/>
                <a:gd name="csX260" fmla="*/ 66882 w 198257"/>
                <a:gd name="csY260" fmla="*/ 40607 h 159083"/>
                <a:gd name="csX261" fmla="*/ 68793 w 198257"/>
                <a:gd name="csY261" fmla="*/ 44429 h 159083"/>
                <a:gd name="csX262" fmla="*/ 69748 w 198257"/>
                <a:gd name="csY262" fmla="*/ 42518 h 159083"/>
                <a:gd name="csX263" fmla="*/ 69271 w 198257"/>
                <a:gd name="csY263" fmla="*/ 40129 h 159083"/>
                <a:gd name="csX264" fmla="*/ 70226 w 198257"/>
                <a:gd name="csY264" fmla="*/ 39174 h 159083"/>
                <a:gd name="csX265" fmla="*/ 71181 w 198257"/>
                <a:gd name="csY265" fmla="*/ 38696 h 159083"/>
                <a:gd name="csX266" fmla="*/ 72137 w 198257"/>
                <a:gd name="csY266" fmla="*/ 39174 h 159083"/>
                <a:gd name="csX267" fmla="*/ 72615 w 198257"/>
                <a:gd name="csY267" fmla="*/ 40129 h 159083"/>
                <a:gd name="csX268" fmla="*/ 72615 w 198257"/>
                <a:gd name="csY268" fmla="*/ 42518 h 159083"/>
                <a:gd name="csX269" fmla="*/ 73570 w 198257"/>
                <a:gd name="csY269" fmla="*/ 46340 h 159083"/>
                <a:gd name="csX270" fmla="*/ 75003 w 198257"/>
                <a:gd name="csY270" fmla="*/ 46817 h 159083"/>
                <a:gd name="csX271" fmla="*/ 76437 w 198257"/>
                <a:gd name="csY271" fmla="*/ 45862 h 159083"/>
                <a:gd name="csX272" fmla="*/ 76914 w 198257"/>
                <a:gd name="csY272" fmla="*/ 47295 h 159083"/>
                <a:gd name="csX273" fmla="*/ 76914 w 198257"/>
                <a:gd name="csY273" fmla="*/ 49684 h 159083"/>
                <a:gd name="csX274" fmla="*/ 77392 w 198257"/>
                <a:gd name="csY274" fmla="*/ 51595 h 159083"/>
                <a:gd name="csX275" fmla="*/ 77870 w 198257"/>
                <a:gd name="csY275" fmla="*/ 52073 h 159083"/>
                <a:gd name="csX276" fmla="*/ 80258 w 198257"/>
                <a:gd name="csY276" fmla="*/ 53506 h 159083"/>
                <a:gd name="csX277" fmla="*/ 81692 w 198257"/>
                <a:gd name="csY277" fmla="*/ 53983 h 159083"/>
                <a:gd name="csX278" fmla="*/ 84558 w 198257"/>
                <a:gd name="csY278" fmla="*/ 54461 h 159083"/>
                <a:gd name="csX279" fmla="*/ 86947 w 198257"/>
                <a:gd name="csY279" fmla="*/ 54461 h 159083"/>
                <a:gd name="csX280" fmla="*/ 89335 w 198257"/>
                <a:gd name="csY280" fmla="*/ 53983 h 159083"/>
                <a:gd name="csX281" fmla="*/ 90769 w 198257"/>
                <a:gd name="csY281" fmla="*/ 52550 h 159083"/>
                <a:gd name="csX282" fmla="*/ 92201 w 198257"/>
                <a:gd name="csY282" fmla="*/ 51117 h 159083"/>
                <a:gd name="csX283" fmla="*/ 96501 w 198257"/>
                <a:gd name="csY283" fmla="*/ 47773 h 159083"/>
                <a:gd name="csX284" fmla="*/ 97935 w 198257"/>
                <a:gd name="csY284" fmla="*/ 45862 h 159083"/>
                <a:gd name="csX285" fmla="*/ 99367 w 198257"/>
                <a:gd name="csY285" fmla="*/ 43474 h 159083"/>
                <a:gd name="csX286" fmla="*/ 99845 w 198257"/>
                <a:gd name="csY286" fmla="*/ 42996 h 159083"/>
                <a:gd name="csX287" fmla="*/ 104145 w 198257"/>
                <a:gd name="csY287" fmla="*/ 40129 h 159083"/>
                <a:gd name="csX288" fmla="*/ 104622 w 198257"/>
                <a:gd name="csY288" fmla="*/ 39174 h 159083"/>
                <a:gd name="csX289" fmla="*/ 105578 w 198257"/>
                <a:gd name="csY289" fmla="*/ 37263 h 159083"/>
                <a:gd name="csX290" fmla="*/ 106533 w 198257"/>
                <a:gd name="csY290" fmla="*/ 35352 h 159083"/>
                <a:gd name="csX291" fmla="*/ 107011 w 198257"/>
                <a:gd name="csY291" fmla="*/ 34397 h 159083"/>
                <a:gd name="csX292" fmla="*/ 111788 w 198257"/>
                <a:gd name="csY292" fmla="*/ 33919 h 159083"/>
                <a:gd name="csX293" fmla="*/ 116088 w 198257"/>
                <a:gd name="csY293" fmla="*/ 32963 h 159083"/>
                <a:gd name="csX294" fmla="*/ 120865 w 198257"/>
                <a:gd name="csY294" fmla="*/ 31530 h 159083"/>
                <a:gd name="csX295" fmla="*/ 122776 w 198257"/>
                <a:gd name="csY295" fmla="*/ 30097 h 159083"/>
                <a:gd name="csX296" fmla="*/ 122776 w 198257"/>
                <a:gd name="csY296" fmla="*/ 29142 h 159083"/>
                <a:gd name="csX297" fmla="*/ 121821 w 198257"/>
                <a:gd name="csY297" fmla="*/ 27708 h 159083"/>
                <a:gd name="csX298" fmla="*/ 121821 w 198257"/>
                <a:gd name="csY298" fmla="*/ 26753 h 159083"/>
                <a:gd name="csX299" fmla="*/ 122776 w 198257"/>
                <a:gd name="csY299" fmla="*/ 25798 h 159083"/>
                <a:gd name="csX300" fmla="*/ 127076 w 198257"/>
                <a:gd name="csY300" fmla="*/ 23886 h 159083"/>
                <a:gd name="csX301" fmla="*/ 131376 w 198257"/>
                <a:gd name="csY301" fmla="*/ 21976 h 159083"/>
                <a:gd name="csX302" fmla="*/ 135197 w 198257"/>
                <a:gd name="csY302" fmla="*/ 20065 h 159083"/>
                <a:gd name="csX303" fmla="*/ 137586 w 198257"/>
                <a:gd name="csY303" fmla="*/ 20065 h 159083"/>
                <a:gd name="csX304" fmla="*/ 139497 w 198257"/>
                <a:gd name="csY304" fmla="*/ 21498 h 159083"/>
                <a:gd name="csX305" fmla="*/ 141408 w 198257"/>
                <a:gd name="csY305" fmla="*/ 22453 h 159083"/>
                <a:gd name="csX306" fmla="*/ 151918 w 198257"/>
                <a:gd name="csY306" fmla="*/ 25798 h 159083"/>
                <a:gd name="csX307" fmla="*/ 153829 w 198257"/>
                <a:gd name="csY307" fmla="*/ 26753 h 159083"/>
                <a:gd name="csX308" fmla="*/ 155262 w 198257"/>
                <a:gd name="csY308" fmla="*/ 28186 h 159083"/>
                <a:gd name="csX309" fmla="*/ 157173 w 198257"/>
                <a:gd name="csY309" fmla="*/ 29142 h 159083"/>
                <a:gd name="csX310" fmla="*/ 159561 w 198257"/>
                <a:gd name="csY310" fmla="*/ 29619 h 159083"/>
                <a:gd name="csX311" fmla="*/ 161950 w 198257"/>
                <a:gd name="csY311" fmla="*/ 30097 h 159083"/>
                <a:gd name="csX312" fmla="*/ 163861 w 198257"/>
                <a:gd name="csY312" fmla="*/ 31530 h 159083"/>
                <a:gd name="csX313" fmla="*/ 168638 w 198257"/>
                <a:gd name="csY313" fmla="*/ 33441 h 159083"/>
                <a:gd name="csX314" fmla="*/ 174371 w 198257"/>
                <a:gd name="csY314" fmla="*/ 35830 h 159083"/>
                <a:gd name="csX315" fmla="*/ 176282 w 198257"/>
                <a:gd name="csY315" fmla="*/ 35830 h 159083"/>
                <a:gd name="csX316" fmla="*/ 182015 w 198257"/>
                <a:gd name="csY316" fmla="*/ 35830 h 159083"/>
                <a:gd name="csX317" fmla="*/ 182970 w 198257"/>
                <a:gd name="csY317" fmla="*/ 36308 h 159083"/>
                <a:gd name="csX318" fmla="*/ 183926 w 198257"/>
                <a:gd name="csY318" fmla="*/ 37263 h 159083"/>
                <a:gd name="csX319" fmla="*/ 184403 w 198257"/>
                <a:gd name="csY319" fmla="*/ 37263 h 159083"/>
                <a:gd name="csX320" fmla="*/ 191092 w 198257"/>
                <a:gd name="csY320" fmla="*/ 37741 h 159083"/>
                <a:gd name="csX321" fmla="*/ 192047 w 198257"/>
                <a:gd name="csY321" fmla="*/ 38218 h 159083"/>
                <a:gd name="csX322" fmla="*/ 193002 w 198257"/>
                <a:gd name="csY322" fmla="*/ 38696 h 159083"/>
                <a:gd name="csX323" fmla="*/ 193480 w 198257"/>
                <a:gd name="csY323" fmla="*/ 40607 h 159083"/>
                <a:gd name="csX324" fmla="*/ 198258 w 198257"/>
                <a:gd name="csY324" fmla="*/ 40607 h 159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</a:cxnLst>
              <a:rect l="l" t="t" r="r" b="b"/>
              <a:pathLst>
                <a:path w="198257" h="159083">
                  <a:moveTo>
                    <a:pt x="198258" y="159084"/>
                  </a:moveTo>
                  <a:lnTo>
                    <a:pt x="197302" y="158129"/>
                  </a:lnTo>
                  <a:lnTo>
                    <a:pt x="194436" y="156218"/>
                  </a:lnTo>
                  <a:lnTo>
                    <a:pt x="192047" y="153829"/>
                  </a:lnTo>
                  <a:lnTo>
                    <a:pt x="190136" y="151918"/>
                  </a:lnTo>
                  <a:lnTo>
                    <a:pt x="188703" y="150007"/>
                  </a:lnTo>
                  <a:lnTo>
                    <a:pt x="180581" y="143797"/>
                  </a:lnTo>
                  <a:lnTo>
                    <a:pt x="178670" y="141886"/>
                  </a:lnTo>
                  <a:lnTo>
                    <a:pt x="178193" y="141408"/>
                  </a:lnTo>
                  <a:lnTo>
                    <a:pt x="178670" y="140930"/>
                  </a:lnTo>
                  <a:lnTo>
                    <a:pt x="179626" y="139975"/>
                  </a:lnTo>
                  <a:lnTo>
                    <a:pt x="181059" y="137108"/>
                  </a:lnTo>
                  <a:lnTo>
                    <a:pt x="179626" y="139019"/>
                  </a:lnTo>
                  <a:lnTo>
                    <a:pt x="177238" y="140453"/>
                  </a:lnTo>
                  <a:lnTo>
                    <a:pt x="174849" y="140453"/>
                  </a:lnTo>
                  <a:lnTo>
                    <a:pt x="171983" y="140930"/>
                  </a:lnTo>
                  <a:lnTo>
                    <a:pt x="169116" y="141886"/>
                  </a:lnTo>
                  <a:lnTo>
                    <a:pt x="166727" y="141886"/>
                  </a:lnTo>
                  <a:lnTo>
                    <a:pt x="165294" y="141408"/>
                  </a:lnTo>
                  <a:lnTo>
                    <a:pt x="164338" y="140453"/>
                  </a:lnTo>
                  <a:lnTo>
                    <a:pt x="163861" y="139497"/>
                  </a:lnTo>
                  <a:lnTo>
                    <a:pt x="163861" y="138064"/>
                  </a:lnTo>
                  <a:lnTo>
                    <a:pt x="162906" y="139975"/>
                  </a:lnTo>
                  <a:lnTo>
                    <a:pt x="160517" y="140930"/>
                  </a:lnTo>
                  <a:lnTo>
                    <a:pt x="157651" y="143319"/>
                  </a:lnTo>
                  <a:lnTo>
                    <a:pt x="156695" y="142841"/>
                  </a:lnTo>
                  <a:lnTo>
                    <a:pt x="156217" y="141886"/>
                  </a:lnTo>
                  <a:lnTo>
                    <a:pt x="156217" y="140930"/>
                  </a:lnTo>
                  <a:lnTo>
                    <a:pt x="156695" y="140453"/>
                  </a:lnTo>
                  <a:lnTo>
                    <a:pt x="157173" y="139019"/>
                  </a:lnTo>
                  <a:lnTo>
                    <a:pt x="157651" y="137108"/>
                  </a:lnTo>
                  <a:lnTo>
                    <a:pt x="159084" y="135675"/>
                  </a:lnTo>
                  <a:lnTo>
                    <a:pt x="160039" y="132809"/>
                  </a:lnTo>
                  <a:lnTo>
                    <a:pt x="160517" y="131854"/>
                  </a:lnTo>
                  <a:lnTo>
                    <a:pt x="160517" y="130898"/>
                  </a:lnTo>
                  <a:lnTo>
                    <a:pt x="160039" y="129942"/>
                  </a:lnTo>
                  <a:lnTo>
                    <a:pt x="158606" y="129465"/>
                  </a:lnTo>
                  <a:lnTo>
                    <a:pt x="157651" y="128987"/>
                  </a:lnTo>
                  <a:lnTo>
                    <a:pt x="156695" y="127076"/>
                  </a:lnTo>
                  <a:lnTo>
                    <a:pt x="156217" y="126598"/>
                  </a:lnTo>
                  <a:lnTo>
                    <a:pt x="154784" y="125643"/>
                  </a:lnTo>
                  <a:lnTo>
                    <a:pt x="153829" y="124688"/>
                  </a:lnTo>
                  <a:lnTo>
                    <a:pt x="154784" y="124210"/>
                  </a:lnTo>
                  <a:lnTo>
                    <a:pt x="156217" y="123732"/>
                  </a:lnTo>
                  <a:lnTo>
                    <a:pt x="157173" y="124210"/>
                  </a:lnTo>
                  <a:lnTo>
                    <a:pt x="159084" y="124210"/>
                  </a:lnTo>
                  <a:lnTo>
                    <a:pt x="160039" y="124210"/>
                  </a:lnTo>
                  <a:lnTo>
                    <a:pt x="162428" y="123732"/>
                  </a:lnTo>
                  <a:lnTo>
                    <a:pt x="160995" y="123732"/>
                  </a:lnTo>
                  <a:lnTo>
                    <a:pt x="160039" y="123732"/>
                  </a:lnTo>
                  <a:lnTo>
                    <a:pt x="155740" y="122777"/>
                  </a:lnTo>
                  <a:lnTo>
                    <a:pt x="153351" y="121343"/>
                  </a:lnTo>
                  <a:lnTo>
                    <a:pt x="150962" y="118955"/>
                  </a:lnTo>
                  <a:lnTo>
                    <a:pt x="150962" y="118477"/>
                  </a:lnTo>
                  <a:lnTo>
                    <a:pt x="152873" y="117999"/>
                  </a:lnTo>
                  <a:lnTo>
                    <a:pt x="156217" y="117522"/>
                  </a:lnTo>
                  <a:lnTo>
                    <a:pt x="155262" y="116566"/>
                  </a:lnTo>
                  <a:lnTo>
                    <a:pt x="153351" y="115611"/>
                  </a:lnTo>
                  <a:lnTo>
                    <a:pt x="152873" y="113222"/>
                  </a:lnTo>
                  <a:lnTo>
                    <a:pt x="151918" y="112266"/>
                  </a:lnTo>
                  <a:lnTo>
                    <a:pt x="149529" y="110356"/>
                  </a:lnTo>
                  <a:lnTo>
                    <a:pt x="147618" y="108445"/>
                  </a:lnTo>
                  <a:lnTo>
                    <a:pt x="146663" y="104145"/>
                  </a:lnTo>
                  <a:lnTo>
                    <a:pt x="145229" y="101279"/>
                  </a:lnTo>
                  <a:lnTo>
                    <a:pt x="145229" y="99846"/>
                  </a:lnTo>
                  <a:lnTo>
                    <a:pt x="146663" y="99368"/>
                  </a:lnTo>
                  <a:lnTo>
                    <a:pt x="144752" y="99368"/>
                  </a:lnTo>
                  <a:lnTo>
                    <a:pt x="143319" y="98412"/>
                  </a:lnTo>
                  <a:lnTo>
                    <a:pt x="143796" y="96979"/>
                  </a:lnTo>
                  <a:lnTo>
                    <a:pt x="145707" y="96024"/>
                  </a:lnTo>
                  <a:lnTo>
                    <a:pt x="144274" y="96501"/>
                  </a:lnTo>
                  <a:lnTo>
                    <a:pt x="142363" y="96979"/>
                  </a:lnTo>
                  <a:lnTo>
                    <a:pt x="141885" y="96979"/>
                  </a:lnTo>
                  <a:lnTo>
                    <a:pt x="140930" y="96979"/>
                  </a:lnTo>
                  <a:lnTo>
                    <a:pt x="140452" y="96024"/>
                  </a:lnTo>
                  <a:lnTo>
                    <a:pt x="140452" y="95546"/>
                  </a:lnTo>
                  <a:lnTo>
                    <a:pt x="140452" y="93635"/>
                  </a:lnTo>
                  <a:lnTo>
                    <a:pt x="140452" y="92202"/>
                  </a:lnTo>
                  <a:lnTo>
                    <a:pt x="139019" y="91724"/>
                  </a:lnTo>
                  <a:lnTo>
                    <a:pt x="137586" y="90769"/>
                  </a:lnTo>
                  <a:lnTo>
                    <a:pt x="137108" y="90291"/>
                  </a:lnTo>
                  <a:lnTo>
                    <a:pt x="136153" y="90291"/>
                  </a:lnTo>
                  <a:lnTo>
                    <a:pt x="135197" y="89813"/>
                  </a:lnTo>
                  <a:lnTo>
                    <a:pt x="134242" y="88380"/>
                  </a:lnTo>
                  <a:lnTo>
                    <a:pt x="125165" y="84081"/>
                  </a:lnTo>
                  <a:lnTo>
                    <a:pt x="124687" y="83125"/>
                  </a:lnTo>
                  <a:lnTo>
                    <a:pt x="124210" y="83603"/>
                  </a:lnTo>
                  <a:lnTo>
                    <a:pt x="123254" y="83603"/>
                  </a:lnTo>
                  <a:lnTo>
                    <a:pt x="122299" y="83125"/>
                  </a:lnTo>
                  <a:lnTo>
                    <a:pt x="120865" y="82647"/>
                  </a:lnTo>
                  <a:lnTo>
                    <a:pt x="119910" y="82647"/>
                  </a:lnTo>
                  <a:lnTo>
                    <a:pt x="118954" y="82170"/>
                  </a:lnTo>
                  <a:lnTo>
                    <a:pt x="117521" y="82170"/>
                  </a:lnTo>
                  <a:lnTo>
                    <a:pt x="116566" y="82170"/>
                  </a:lnTo>
                  <a:lnTo>
                    <a:pt x="111788" y="80736"/>
                  </a:lnTo>
                  <a:lnTo>
                    <a:pt x="107489" y="78348"/>
                  </a:lnTo>
                  <a:lnTo>
                    <a:pt x="103667" y="77392"/>
                  </a:lnTo>
                  <a:lnTo>
                    <a:pt x="101278" y="76437"/>
                  </a:lnTo>
                  <a:lnTo>
                    <a:pt x="98890" y="75481"/>
                  </a:lnTo>
                  <a:lnTo>
                    <a:pt x="93635" y="74526"/>
                  </a:lnTo>
                  <a:lnTo>
                    <a:pt x="88380" y="74048"/>
                  </a:lnTo>
                  <a:lnTo>
                    <a:pt x="86469" y="73570"/>
                  </a:lnTo>
                  <a:lnTo>
                    <a:pt x="85035" y="74048"/>
                  </a:lnTo>
                  <a:lnTo>
                    <a:pt x="83603" y="74048"/>
                  </a:lnTo>
                  <a:lnTo>
                    <a:pt x="75003" y="69271"/>
                  </a:lnTo>
                  <a:lnTo>
                    <a:pt x="73092" y="67360"/>
                  </a:lnTo>
                  <a:lnTo>
                    <a:pt x="73570" y="65927"/>
                  </a:lnTo>
                  <a:lnTo>
                    <a:pt x="74048" y="64971"/>
                  </a:lnTo>
                  <a:lnTo>
                    <a:pt x="77392" y="64493"/>
                  </a:lnTo>
                  <a:lnTo>
                    <a:pt x="75003" y="64493"/>
                  </a:lnTo>
                  <a:lnTo>
                    <a:pt x="74048" y="64493"/>
                  </a:lnTo>
                  <a:lnTo>
                    <a:pt x="71659" y="65449"/>
                  </a:lnTo>
                  <a:lnTo>
                    <a:pt x="70704" y="65449"/>
                  </a:lnTo>
                  <a:lnTo>
                    <a:pt x="69271" y="64971"/>
                  </a:lnTo>
                  <a:lnTo>
                    <a:pt x="67360" y="64016"/>
                  </a:lnTo>
                  <a:lnTo>
                    <a:pt x="64971" y="64971"/>
                  </a:lnTo>
                  <a:lnTo>
                    <a:pt x="64015" y="63538"/>
                  </a:lnTo>
                  <a:lnTo>
                    <a:pt x="63538" y="62583"/>
                  </a:lnTo>
                  <a:lnTo>
                    <a:pt x="62582" y="62105"/>
                  </a:lnTo>
                  <a:lnTo>
                    <a:pt x="61627" y="62105"/>
                  </a:lnTo>
                  <a:lnTo>
                    <a:pt x="60671" y="62583"/>
                  </a:lnTo>
                  <a:lnTo>
                    <a:pt x="59238" y="62583"/>
                  </a:lnTo>
                  <a:lnTo>
                    <a:pt x="58283" y="61627"/>
                  </a:lnTo>
                  <a:lnTo>
                    <a:pt x="57805" y="60672"/>
                  </a:lnTo>
                  <a:lnTo>
                    <a:pt x="56849" y="60194"/>
                  </a:lnTo>
                  <a:lnTo>
                    <a:pt x="55894" y="59239"/>
                  </a:lnTo>
                  <a:lnTo>
                    <a:pt x="54461" y="58283"/>
                  </a:lnTo>
                  <a:lnTo>
                    <a:pt x="53505" y="56372"/>
                  </a:lnTo>
                  <a:lnTo>
                    <a:pt x="53505" y="53506"/>
                  </a:lnTo>
                  <a:lnTo>
                    <a:pt x="53983" y="52073"/>
                  </a:lnTo>
                  <a:lnTo>
                    <a:pt x="55416" y="50162"/>
                  </a:lnTo>
                  <a:lnTo>
                    <a:pt x="56849" y="48728"/>
                  </a:lnTo>
                  <a:lnTo>
                    <a:pt x="55416" y="48728"/>
                  </a:lnTo>
                  <a:lnTo>
                    <a:pt x="53983" y="49206"/>
                  </a:lnTo>
                  <a:lnTo>
                    <a:pt x="53505" y="50162"/>
                  </a:lnTo>
                  <a:lnTo>
                    <a:pt x="53028" y="51117"/>
                  </a:lnTo>
                  <a:lnTo>
                    <a:pt x="53028" y="54461"/>
                  </a:lnTo>
                  <a:lnTo>
                    <a:pt x="52072" y="55417"/>
                  </a:lnTo>
                  <a:lnTo>
                    <a:pt x="50162" y="54939"/>
                  </a:lnTo>
                  <a:lnTo>
                    <a:pt x="50639" y="56850"/>
                  </a:lnTo>
                  <a:lnTo>
                    <a:pt x="50162" y="58761"/>
                  </a:lnTo>
                  <a:lnTo>
                    <a:pt x="48251" y="61149"/>
                  </a:lnTo>
                  <a:lnTo>
                    <a:pt x="48251" y="62105"/>
                  </a:lnTo>
                  <a:lnTo>
                    <a:pt x="48251" y="63060"/>
                  </a:lnTo>
                  <a:lnTo>
                    <a:pt x="47773" y="64016"/>
                  </a:lnTo>
                  <a:lnTo>
                    <a:pt x="44906" y="66882"/>
                  </a:lnTo>
                  <a:lnTo>
                    <a:pt x="43951" y="66882"/>
                  </a:lnTo>
                  <a:lnTo>
                    <a:pt x="41562" y="66882"/>
                  </a:lnTo>
                  <a:lnTo>
                    <a:pt x="39174" y="67360"/>
                  </a:lnTo>
                  <a:lnTo>
                    <a:pt x="38218" y="66882"/>
                  </a:lnTo>
                  <a:lnTo>
                    <a:pt x="37263" y="65927"/>
                  </a:lnTo>
                  <a:lnTo>
                    <a:pt x="36785" y="64971"/>
                  </a:lnTo>
                  <a:lnTo>
                    <a:pt x="35830" y="62583"/>
                  </a:lnTo>
                  <a:lnTo>
                    <a:pt x="35352" y="60672"/>
                  </a:lnTo>
                  <a:lnTo>
                    <a:pt x="37263" y="57805"/>
                  </a:lnTo>
                  <a:lnTo>
                    <a:pt x="36785" y="55417"/>
                  </a:lnTo>
                  <a:lnTo>
                    <a:pt x="34874" y="53028"/>
                  </a:lnTo>
                  <a:lnTo>
                    <a:pt x="31052" y="50162"/>
                  </a:lnTo>
                  <a:lnTo>
                    <a:pt x="27230" y="47295"/>
                  </a:lnTo>
                  <a:lnTo>
                    <a:pt x="25319" y="46817"/>
                  </a:lnTo>
                  <a:lnTo>
                    <a:pt x="21975" y="46340"/>
                  </a:lnTo>
                  <a:lnTo>
                    <a:pt x="21020" y="46340"/>
                  </a:lnTo>
                  <a:lnTo>
                    <a:pt x="20064" y="44907"/>
                  </a:lnTo>
                  <a:lnTo>
                    <a:pt x="19587" y="43951"/>
                  </a:lnTo>
                  <a:lnTo>
                    <a:pt x="21498" y="43474"/>
                  </a:lnTo>
                  <a:lnTo>
                    <a:pt x="24842" y="42040"/>
                  </a:lnTo>
                  <a:lnTo>
                    <a:pt x="26753" y="42040"/>
                  </a:lnTo>
                  <a:lnTo>
                    <a:pt x="31530" y="42996"/>
                  </a:lnTo>
                  <a:lnTo>
                    <a:pt x="32963" y="43474"/>
                  </a:lnTo>
                  <a:lnTo>
                    <a:pt x="34396" y="43951"/>
                  </a:lnTo>
                  <a:lnTo>
                    <a:pt x="37740" y="41563"/>
                  </a:lnTo>
                  <a:lnTo>
                    <a:pt x="40607" y="38696"/>
                  </a:lnTo>
                  <a:lnTo>
                    <a:pt x="42517" y="37741"/>
                  </a:lnTo>
                  <a:lnTo>
                    <a:pt x="43951" y="37741"/>
                  </a:lnTo>
                  <a:lnTo>
                    <a:pt x="45384" y="37741"/>
                  </a:lnTo>
                  <a:lnTo>
                    <a:pt x="48251" y="38696"/>
                  </a:lnTo>
                  <a:lnTo>
                    <a:pt x="50639" y="39651"/>
                  </a:lnTo>
                  <a:lnTo>
                    <a:pt x="52072" y="39651"/>
                  </a:lnTo>
                  <a:lnTo>
                    <a:pt x="53028" y="40607"/>
                  </a:lnTo>
                  <a:lnTo>
                    <a:pt x="53983" y="41085"/>
                  </a:lnTo>
                  <a:lnTo>
                    <a:pt x="53983" y="39651"/>
                  </a:lnTo>
                  <a:lnTo>
                    <a:pt x="54939" y="37741"/>
                  </a:lnTo>
                  <a:lnTo>
                    <a:pt x="56372" y="37263"/>
                  </a:lnTo>
                  <a:lnTo>
                    <a:pt x="57328" y="37263"/>
                  </a:lnTo>
                  <a:lnTo>
                    <a:pt x="57805" y="36785"/>
                  </a:lnTo>
                  <a:lnTo>
                    <a:pt x="57805" y="35352"/>
                  </a:lnTo>
                  <a:lnTo>
                    <a:pt x="55894" y="34874"/>
                  </a:lnTo>
                  <a:lnTo>
                    <a:pt x="56849" y="33441"/>
                  </a:lnTo>
                  <a:lnTo>
                    <a:pt x="57805" y="32963"/>
                  </a:lnTo>
                  <a:lnTo>
                    <a:pt x="58283" y="32486"/>
                  </a:lnTo>
                  <a:lnTo>
                    <a:pt x="58283" y="31530"/>
                  </a:lnTo>
                  <a:lnTo>
                    <a:pt x="53983" y="32963"/>
                  </a:lnTo>
                  <a:lnTo>
                    <a:pt x="49683" y="33919"/>
                  </a:lnTo>
                  <a:lnTo>
                    <a:pt x="46817" y="33441"/>
                  </a:lnTo>
                  <a:lnTo>
                    <a:pt x="44428" y="33441"/>
                  </a:lnTo>
                  <a:lnTo>
                    <a:pt x="39174" y="34397"/>
                  </a:lnTo>
                  <a:lnTo>
                    <a:pt x="37263" y="34397"/>
                  </a:lnTo>
                  <a:lnTo>
                    <a:pt x="32485" y="33919"/>
                  </a:lnTo>
                  <a:lnTo>
                    <a:pt x="30097" y="33441"/>
                  </a:lnTo>
                  <a:lnTo>
                    <a:pt x="28186" y="33919"/>
                  </a:lnTo>
                  <a:lnTo>
                    <a:pt x="26275" y="33919"/>
                  </a:lnTo>
                  <a:lnTo>
                    <a:pt x="24364" y="32963"/>
                  </a:lnTo>
                  <a:lnTo>
                    <a:pt x="22453" y="31530"/>
                  </a:lnTo>
                  <a:lnTo>
                    <a:pt x="21975" y="30097"/>
                  </a:lnTo>
                  <a:lnTo>
                    <a:pt x="20542" y="29619"/>
                  </a:lnTo>
                  <a:lnTo>
                    <a:pt x="20064" y="28186"/>
                  </a:lnTo>
                  <a:lnTo>
                    <a:pt x="19109" y="24364"/>
                  </a:lnTo>
                  <a:lnTo>
                    <a:pt x="18631" y="21498"/>
                  </a:lnTo>
                  <a:lnTo>
                    <a:pt x="16721" y="21498"/>
                  </a:lnTo>
                  <a:lnTo>
                    <a:pt x="14809" y="21498"/>
                  </a:lnTo>
                  <a:lnTo>
                    <a:pt x="6210" y="18632"/>
                  </a:lnTo>
                  <a:lnTo>
                    <a:pt x="5255" y="19109"/>
                  </a:lnTo>
                  <a:lnTo>
                    <a:pt x="3821" y="19587"/>
                  </a:lnTo>
                  <a:lnTo>
                    <a:pt x="2389" y="19587"/>
                  </a:lnTo>
                  <a:lnTo>
                    <a:pt x="1433" y="19587"/>
                  </a:lnTo>
                  <a:lnTo>
                    <a:pt x="0" y="19109"/>
                  </a:lnTo>
                  <a:lnTo>
                    <a:pt x="478" y="18632"/>
                  </a:lnTo>
                  <a:lnTo>
                    <a:pt x="1433" y="16721"/>
                  </a:lnTo>
                  <a:lnTo>
                    <a:pt x="1910" y="16243"/>
                  </a:lnTo>
                  <a:lnTo>
                    <a:pt x="3344" y="15287"/>
                  </a:lnTo>
                  <a:lnTo>
                    <a:pt x="4299" y="14332"/>
                  </a:lnTo>
                  <a:lnTo>
                    <a:pt x="5255" y="11466"/>
                  </a:lnTo>
                  <a:lnTo>
                    <a:pt x="5255" y="10510"/>
                  </a:lnTo>
                  <a:lnTo>
                    <a:pt x="5255" y="9555"/>
                  </a:lnTo>
                  <a:lnTo>
                    <a:pt x="5255" y="9077"/>
                  </a:lnTo>
                  <a:lnTo>
                    <a:pt x="6210" y="8599"/>
                  </a:lnTo>
                  <a:lnTo>
                    <a:pt x="9555" y="7644"/>
                  </a:lnTo>
                  <a:lnTo>
                    <a:pt x="16242" y="6210"/>
                  </a:lnTo>
                  <a:lnTo>
                    <a:pt x="18153" y="5255"/>
                  </a:lnTo>
                  <a:lnTo>
                    <a:pt x="19587" y="3822"/>
                  </a:lnTo>
                  <a:lnTo>
                    <a:pt x="21020" y="3344"/>
                  </a:lnTo>
                  <a:lnTo>
                    <a:pt x="21975" y="2389"/>
                  </a:lnTo>
                  <a:lnTo>
                    <a:pt x="22931" y="1911"/>
                  </a:lnTo>
                  <a:lnTo>
                    <a:pt x="27708" y="0"/>
                  </a:lnTo>
                  <a:lnTo>
                    <a:pt x="30097" y="0"/>
                  </a:lnTo>
                  <a:lnTo>
                    <a:pt x="32485" y="0"/>
                  </a:lnTo>
                  <a:lnTo>
                    <a:pt x="37263" y="956"/>
                  </a:lnTo>
                  <a:lnTo>
                    <a:pt x="41562" y="2867"/>
                  </a:lnTo>
                  <a:lnTo>
                    <a:pt x="45384" y="4777"/>
                  </a:lnTo>
                  <a:lnTo>
                    <a:pt x="49206" y="6688"/>
                  </a:lnTo>
                  <a:lnTo>
                    <a:pt x="54461" y="6688"/>
                  </a:lnTo>
                  <a:lnTo>
                    <a:pt x="56849" y="6688"/>
                  </a:lnTo>
                  <a:lnTo>
                    <a:pt x="59238" y="6688"/>
                  </a:lnTo>
                  <a:lnTo>
                    <a:pt x="60194" y="7166"/>
                  </a:lnTo>
                  <a:lnTo>
                    <a:pt x="62105" y="8599"/>
                  </a:lnTo>
                  <a:lnTo>
                    <a:pt x="61627" y="9555"/>
                  </a:lnTo>
                  <a:lnTo>
                    <a:pt x="61149" y="11466"/>
                  </a:lnTo>
                  <a:lnTo>
                    <a:pt x="62105" y="13376"/>
                  </a:lnTo>
                  <a:lnTo>
                    <a:pt x="63538" y="15287"/>
                  </a:lnTo>
                  <a:lnTo>
                    <a:pt x="64493" y="17198"/>
                  </a:lnTo>
                  <a:lnTo>
                    <a:pt x="64971" y="18154"/>
                  </a:lnTo>
                  <a:lnTo>
                    <a:pt x="64493" y="20065"/>
                  </a:lnTo>
                  <a:lnTo>
                    <a:pt x="64015" y="21020"/>
                  </a:lnTo>
                  <a:lnTo>
                    <a:pt x="62582" y="22931"/>
                  </a:lnTo>
                  <a:lnTo>
                    <a:pt x="62105" y="24364"/>
                  </a:lnTo>
                  <a:lnTo>
                    <a:pt x="62582" y="26753"/>
                  </a:lnTo>
                  <a:lnTo>
                    <a:pt x="62582" y="29142"/>
                  </a:lnTo>
                  <a:lnTo>
                    <a:pt x="62582" y="31052"/>
                  </a:lnTo>
                  <a:lnTo>
                    <a:pt x="63060" y="32963"/>
                  </a:lnTo>
                  <a:lnTo>
                    <a:pt x="63538" y="35352"/>
                  </a:lnTo>
                  <a:lnTo>
                    <a:pt x="66882" y="40607"/>
                  </a:lnTo>
                  <a:lnTo>
                    <a:pt x="68793" y="44429"/>
                  </a:lnTo>
                  <a:lnTo>
                    <a:pt x="69748" y="42518"/>
                  </a:lnTo>
                  <a:lnTo>
                    <a:pt x="69271" y="40129"/>
                  </a:lnTo>
                  <a:lnTo>
                    <a:pt x="70226" y="39174"/>
                  </a:lnTo>
                  <a:lnTo>
                    <a:pt x="71181" y="38696"/>
                  </a:lnTo>
                  <a:lnTo>
                    <a:pt x="72137" y="39174"/>
                  </a:lnTo>
                  <a:lnTo>
                    <a:pt x="72615" y="40129"/>
                  </a:lnTo>
                  <a:lnTo>
                    <a:pt x="72615" y="42518"/>
                  </a:lnTo>
                  <a:lnTo>
                    <a:pt x="73570" y="46340"/>
                  </a:lnTo>
                  <a:lnTo>
                    <a:pt x="75003" y="46817"/>
                  </a:lnTo>
                  <a:lnTo>
                    <a:pt x="76437" y="45862"/>
                  </a:lnTo>
                  <a:lnTo>
                    <a:pt x="76914" y="47295"/>
                  </a:lnTo>
                  <a:lnTo>
                    <a:pt x="76914" y="49684"/>
                  </a:lnTo>
                  <a:lnTo>
                    <a:pt x="77392" y="51595"/>
                  </a:lnTo>
                  <a:lnTo>
                    <a:pt x="77870" y="52073"/>
                  </a:lnTo>
                  <a:lnTo>
                    <a:pt x="80258" y="53506"/>
                  </a:lnTo>
                  <a:lnTo>
                    <a:pt x="81692" y="53983"/>
                  </a:lnTo>
                  <a:lnTo>
                    <a:pt x="84558" y="54461"/>
                  </a:lnTo>
                  <a:lnTo>
                    <a:pt x="86947" y="54461"/>
                  </a:lnTo>
                  <a:lnTo>
                    <a:pt x="89335" y="53983"/>
                  </a:lnTo>
                  <a:lnTo>
                    <a:pt x="90769" y="52550"/>
                  </a:lnTo>
                  <a:lnTo>
                    <a:pt x="92201" y="51117"/>
                  </a:lnTo>
                  <a:lnTo>
                    <a:pt x="96501" y="47773"/>
                  </a:lnTo>
                  <a:lnTo>
                    <a:pt x="97935" y="45862"/>
                  </a:lnTo>
                  <a:lnTo>
                    <a:pt x="99367" y="43474"/>
                  </a:lnTo>
                  <a:lnTo>
                    <a:pt x="99845" y="42996"/>
                  </a:lnTo>
                  <a:lnTo>
                    <a:pt x="104145" y="40129"/>
                  </a:lnTo>
                  <a:lnTo>
                    <a:pt x="104622" y="39174"/>
                  </a:lnTo>
                  <a:lnTo>
                    <a:pt x="105578" y="37263"/>
                  </a:lnTo>
                  <a:lnTo>
                    <a:pt x="106533" y="35352"/>
                  </a:lnTo>
                  <a:lnTo>
                    <a:pt x="107011" y="34397"/>
                  </a:lnTo>
                  <a:lnTo>
                    <a:pt x="111788" y="33919"/>
                  </a:lnTo>
                  <a:lnTo>
                    <a:pt x="116088" y="32963"/>
                  </a:lnTo>
                  <a:lnTo>
                    <a:pt x="120865" y="31530"/>
                  </a:lnTo>
                  <a:lnTo>
                    <a:pt x="122776" y="30097"/>
                  </a:lnTo>
                  <a:lnTo>
                    <a:pt x="122776" y="29142"/>
                  </a:lnTo>
                  <a:lnTo>
                    <a:pt x="121821" y="27708"/>
                  </a:lnTo>
                  <a:lnTo>
                    <a:pt x="121821" y="26753"/>
                  </a:lnTo>
                  <a:lnTo>
                    <a:pt x="122776" y="25798"/>
                  </a:lnTo>
                  <a:lnTo>
                    <a:pt x="127076" y="23886"/>
                  </a:lnTo>
                  <a:lnTo>
                    <a:pt x="131376" y="21976"/>
                  </a:lnTo>
                  <a:lnTo>
                    <a:pt x="135197" y="20065"/>
                  </a:lnTo>
                  <a:lnTo>
                    <a:pt x="137586" y="20065"/>
                  </a:lnTo>
                  <a:lnTo>
                    <a:pt x="139497" y="21498"/>
                  </a:lnTo>
                  <a:lnTo>
                    <a:pt x="141408" y="22453"/>
                  </a:lnTo>
                  <a:lnTo>
                    <a:pt x="151918" y="25798"/>
                  </a:lnTo>
                  <a:lnTo>
                    <a:pt x="153829" y="26753"/>
                  </a:lnTo>
                  <a:lnTo>
                    <a:pt x="155262" y="28186"/>
                  </a:lnTo>
                  <a:lnTo>
                    <a:pt x="157173" y="29142"/>
                  </a:lnTo>
                  <a:lnTo>
                    <a:pt x="159561" y="29619"/>
                  </a:lnTo>
                  <a:lnTo>
                    <a:pt x="161950" y="30097"/>
                  </a:lnTo>
                  <a:lnTo>
                    <a:pt x="163861" y="31530"/>
                  </a:lnTo>
                  <a:lnTo>
                    <a:pt x="168638" y="33441"/>
                  </a:lnTo>
                  <a:lnTo>
                    <a:pt x="174371" y="35830"/>
                  </a:lnTo>
                  <a:lnTo>
                    <a:pt x="176282" y="35830"/>
                  </a:lnTo>
                  <a:lnTo>
                    <a:pt x="182015" y="35830"/>
                  </a:lnTo>
                  <a:lnTo>
                    <a:pt x="182970" y="36308"/>
                  </a:lnTo>
                  <a:lnTo>
                    <a:pt x="183926" y="37263"/>
                  </a:lnTo>
                  <a:lnTo>
                    <a:pt x="184403" y="37263"/>
                  </a:lnTo>
                  <a:lnTo>
                    <a:pt x="191092" y="37741"/>
                  </a:lnTo>
                  <a:lnTo>
                    <a:pt x="192047" y="38218"/>
                  </a:lnTo>
                  <a:lnTo>
                    <a:pt x="193002" y="38696"/>
                  </a:lnTo>
                  <a:lnTo>
                    <a:pt x="193480" y="40607"/>
                  </a:lnTo>
                  <a:lnTo>
                    <a:pt x="198258" y="4060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3" name="Freeform 4522">
              <a:extLst>
                <a:ext uri="{FF2B5EF4-FFF2-40B4-BE49-F238E27FC236}">
                  <a16:creationId xmlns:a16="http://schemas.microsoft.com/office/drawing/2014/main" id="{C3B764FE-F40D-8C0A-6835-87E459C3771B}"/>
                </a:ext>
              </a:extLst>
            </p:cNvPr>
            <p:cNvSpPr/>
            <p:nvPr/>
          </p:nvSpPr>
          <p:spPr>
            <a:xfrm>
              <a:off x="7951500" y="4740629"/>
              <a:ext cx="6210" cy="5732"/>
            </a:xfrm>
            <a:custGeom>
              <a:avLst/>
              <a:gdLst>
                <a:gd name="csX0" fmla="*/ 4300 w 6210"/>
                <a:gd name="csY0" fmla="*/ 0 h 5732"/>
                <a:gd name="csX1" fmla="*/ 5733 w 6210"/>
                <a:gd name="csY1" fmla="*/ 1911 h 5732"/>
                <a:gd name="csX2" fmla="*/ 6210 w 6210"/>
                <a:gd name="csY2" fmla="*/ 2389 h 5732"/>
                <a:gd name="csX3" fmla="*/ 5255 w 6210"/>
                <a:gd name="csY3" fmla="*/ 3344 h 5732"/>
                <a:gd name="csX4" fmla="*/ 4777 w 6210"/>
                <a:gd name="csY4" fmla="*/ 4777 h 5732"/>
                <a:gd name="csX5" fmla="*/ 4300 w 6210"/>
                <a:gd name="csY5" fmla="*/ 5255 h 5732"/>
                <a:gd name="csX6" fmla="*/ 2866 w 6210"/>
                <a:gd name="csY6" fmla="*/ 4299 h 5732"/>
                <a:gd name="csX7" fmla="*/ 1911 w 6210"/>
                <a:gd name="csY7" fmla="*/ 5733 h 5732"/>
                <a:gd name="csX8" fmla="*/ 1433 w 6210"/>
                <a:gd name="csY8" fmla="*/ 3822 h 5732"/>
                <a:gd name="csX9" fmla="*/ 0 w 6210"/>
                <a:gd name="csY9" fmla="*/ 2389 h 5732"/>
                <a:gd name="csX10" fmla="*/ 478 w 6210"/>
                <a:gd name="csY10" fmla="*/ 956 h 5732"/>
                <a:gd name="csX11" fmla="*/ 955 w 6210"/>
                <a:gd name="csY11" fmla="*/ 956 h 5732"/>
                <a:gd name="csX12" fmla="*/ 1433 w 6210"/>
                <a:gd name="csY12" fmla="*/ 956 h 5732"/>
                <a:gd name="csX13" fmla="*/ 1911 w 6210"/>
                <a:gd name="csY13" fmla="*/ 1433 h 5732"/>
                <a:gd name="csX14" fmla="*/ 4300 w 6210"/>
                <a:gd name="csY14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210" h="5732">
                  <a:moveTo>
                    <a:pt x="4300" y="0"/>
                  </a:moveTo>
                  <a:lnTo>
                    <a:pt x="5733" y="1911"/>
                  </a:lnTo>
                  <a:lnTo>
                    <a:pt x="6210" y="2389"/>
                  </a:lnTo>
                  <a:lnTo>
                    <a:pt x="5255" y="3344"/>
                  </a:lnTo>
                  <a:lnTo>
                    <a:pt x="4777" y="4777"/>
                  </a:lnTo>
                  <a:lnTo>
                    <a:pt x="4300" y="5255"/>
                  </a:lnTo>
                  <a:lnTo>
                    <a:pt x="2866" y="4299"/>
                  </a:lnTo>
                  <a:lnTo>
                    <a:pt x="1911" y="5733"/>
                  </a:lnTo>
                  <a:lnTo>
                    <a:pt x="1433" y="3822"/>
                  </a:lnTo>
                  <a:lnTo>
                    <a:pt x="0" y="2389"/>
                  </a:lnTo>
                  <a:lnTo>
                    <a:pt x="478" y="956"/>
                  </a:lnTo>
                  <a:lnTo>
                    <a:pt x="955" y="956"/>
                  </a:lnTo>
                  <a:lnTo>
                    <a:pt x="1433" y="956"/>
                  </a:lnTo>
                  <a:lnTo>
                    <a:pt x="1911" y="1433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4" name="Freeform 4523">
              <a:extLst>
                <a:ext uri="{FF2B5EF4-FFF2-40B4-BE49-F238E27FC236}">
                  <a16:creationId xmlns:a16="http://schemas.microsoft.com/office/drawing/2014/main" id="{1998A6FD-AFFC-B1D9-E535-3B7E47708A74}"/>
                </a:ext>
              </a:extLst>
            </p:cNvPr>
            <p:cNvSpPr/>
            <p:nvPr/>
          </p:nvSpPr>
          <p:spPr>
            <a:xfrm>
              <a:off x="8408209" y="4740151"/>
              <a:ext cx="11465" cy="10510"/>
            </a:xfrm>
            <a:custGeom>
              <a:avLst/>
              <a:gdLst>
                <a:gd name="csX0" fmla="*/ 5255 w 11465"/>
                <a:gd name="csY0" fmla="*/ 0 h 10510"/>
                <a:gd name="csX1" fmla="*/ 7644 w 11465"/>
                <a:gd name="csY1" fmla="*/ 2867 h 10510"/>
                <a:gd name="csX2" fmla="*/ 6211 w 11465"/>
                <a:gd name="csY2" fmla="*/ 5255 h 10510"/>
                <a:gd name="csX3" fmla="*/ 7166 w 11465"/>
                <a:gd name="csY3" fmla="*/ 6688 h 10510"/>
                <a:gd name="csX4" fmla="*/ 10032 w 11465"/>
                <a:gd name="csY4" fmla="*/ 7166 h 10510"/>
                <a:gd name="csX5" fmla="*/ 10510 w 11465"/>
                <a:gd name="csY5" fmla="*/ 7644 h 10510"/>
                <a:gd name="csX6" fmla="*/ 10988 w 11465"/>
                <a:gd name="csY6" fmla="*/ 8121 h 10510"/>
                <a:gd name="csX7" fmla="*/ 11466 w 11465"/>
                <a:gd name="csY7" fmla="*/ 9077 h 10510"/>
                <a:gd name="csX8" fmla="*/ 10988 w 11465"/>
                <a:gd name="csY8" fmla="*/ 9555 h 10510"/>
                <a:gd name="csX9" fmla="*/ 9077 w 11465"/>
                <a:gd name="csY9" fmla="*/ 10510 h 10510"/>
                <a:gd name="csX10" fmla="*/ 7166 w 11465"/>
                <a:gd name="csY10" fmla="*/ 9555 h 10510"/>
                <a:gd name="csX11" fmla="*/ 6688 w 11465"/>
                <a:gd name="csY11" fmla="*/ 8599 h 10510"/>
                <a:gd name="csX12" fmla="*/ 6211 w 11465"/>
                <a:gd name="csY12" fmla="*/ 8121 h 10510"/>
                <a:gd name="csX13" fmla="*/ 3822 w 11465"/>
                <a:gd name="csY13" fmla="*/ 9077 h 10510"/>
                <a:gd name="csX14" fmla="*/ 3344 w 11465"/>
                <a:gd name="csY14" fmla="*/ 9077 h 10510"/>
                <a:gd name="csX15" fmla="*/ 2866 w 11465"/>
                <a:gd name="csY15" fmla="*/ 7644 h 10510"/>
                <a:gd name="csX16" fmla="*/ 3344 w 11465"/>
                <a:gd name="csY16" fmla="*/ 6211 h 10510"/>
                <a:gd name="csX17" fmla="*/ 1433 w 11465"/>
                <a:gd name="csY17" fmla="*/ 5255 h 10510"/>
                <a:gd name="csX18" fmla="*/ 0 w 11465"/>
                <a:gd name="csY18" fmla="*/ 3344 h 10510"/>
                <a:gd name="csX19" fmla="*/ 0 w 11465"/>
                <a:gd name="csY19" fmla="*/ 2867 h 10510"/>
                <a:gd name="csX20" fmla="*/ 478 w 11465"/>
                <a:gd name="csY20" fmla="*/ 1433 h 10510"/>
                <a:gd name="csX21" fmla="*/ 478 w 11465"/>
                <a:gd name="csY21" fmla="*/ 478 h 10510"/>
                <a:gd name="csX22" fmla="*/ 1433 w 11465"/>
                <a:gd name="csY22" fmla="*/ 478 h 10510"/>
                <a:gd name="csX23" fmla="*/ 3344 w 11465"/>
                <a:gd name="csY23" fmla="*/ 1911 h 10510"/>
                <a:gd name="csX24" fmla="*/ 3822 w 11465"/>
                <a:gd name="csY24" fmla="*/ 478 h 10510"/>
                <a:gd name="csX25" fmla="*/ 4300 w 11465"/>
                <a:gd name="csY25" fmla="*/ 0 h 10510"/>
                <a:gd name="csX26" fmla="*/ 5255 w 11465"/>
                <a:gd name="csY26" fmla="*/ 0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1465" h="10510">
                  <a:moveTo>
                    <a:pt x="5255" y="0"/>
                  </a:moveTo>
                  <a:lnTo>
                    <a:pt x="7644" y="2867"/>
                  </a:lnTo>
                  <a:lnTo>
                    <a:pt x="6211" y="5255"/>
                  </a:lnTo>
                  <a:lnTo>
                    <a:pt x="7166" y="6688"/>
                  </a:lnTo>
                  <a:lnTo>
                    <a:pt x="10032" y="7166"/>
                  </a:lnTo>
                  <a:lnTo>
                    <a:pt x="10510" y="7644"/>
                  </a:lnTo>
                  <a:lnTo>
                    <a:pt x="10988" y="8121"/>
                  </a:lnTo>
                  <a:lnTo>
                    <a:pt x="11466" y="9077"/>
                  </a:lnTo>
                  <a:lnTo>
                    <a:pt x="10988" y="9555"/>
                  </a:lnTo>
                  <a:lnTo>
                    <a:pt x="9077" y="10510"/>
                  </a:lnTo>
                  <a:lnTo>
                    <a:pt x="7166" y="9555"/>
                  </a:lnTo>
                  <a:lnTo>
                    <a:pt x="6688" y="8599"/>
                  </a:lnTo>
                  <a:lnTo>
                    <a:pt x="6211" y="8121"/>
                  </a:lnTo>
                  <a:lnTo>
                    <a:pt x="3822" y="9077"/>
                  </a:lnTo>
                  <a:lnTo>
                    <a:pt x="3344" y="9077"/>
                  </a:lnTo>
                  <a:lnTo>
                    <a:pt x="2866" y="7644"/>
                  </a:lnTo>
                  <a:lnTo>
                    <a:pt x="3344" y="6211"/>
                  </a:lnTo>
                  <a:lnTo>
                    <a:pt x="1433" y="5255"/>
                  </a:lnTo>
                  <a:lnTo>
                    <a:pt x="0" y="3344"/>
                  </a:lnTo>
                  <a:lnTo>
                    <a:pt x="0" y="2867"/>
                  </a:lnTo>
                  <a:lnTo>
                    <a:pt x="478" y="1433"/>
                  </a:lnTo>
                  <a:lnTo>
                    <a:pt x="478" y="478"/>
                  </a:lnTo>
                  <a:lnTo>
                    <a:pt x="1433" y="478"/>
                  </a:lnTo>
                  <a:lnTo>
                    <a:pt x="3344" y="1911"/>
                  </a:lnTo>
                  <a:lnTo>
                    <a:pt x="3822" y="478"/>
                  </a:lnTo>
                  <a:lnTo>
                    <a:pt x="4300" y="0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5" name="Freeform 4524">
              <a:extLst>
                <a:ext uri="{FF2B5EF4-FFF2-40B4-BE49-F238E27FC236}">
                  <a16:creationId xmlns:a16="http://schemas.microsoft.com/office/drawing/2014/main" id="{A98D42F8-9E66-1638-2C8E-A733CEA6698F}"/>
                </a:ext>
              </a:extLst>
            </p:cNvPr>
            <p:cNvSpPr/>
            <p:nvPr/>
          </p:nvSpPr>
          <p:spPr>
            <a:xfrm>
              <a:off x="8404387" y="4739196"/>
              <a:ext cx="3822" cy="4777"/>
            </a:xfrm>
            <a:custGeom>
              <a:avLst/>
              <a:gdLst>
                <a:gd name="csX0" fmla="*/ 2867 w 3822"/>
                <a:gd name="csY0" fmla="*/ 4299 h 4777"/>
                <a:gd name="csX1" fmla="*/ 1433 w 3822"/>
                <a:gd name="csY1" fmla="*/ 4777 h 4777"/>
                <a:gd name="csX2" fmla="*/ 478 w 3822"/>
                <a:gd name="csY2" fmla="*/ 4777 h 4777"/>
                <a:gd name="csX3" fmla="*/ 0 w 3822"/>
                <a:gd name="csY3" fmla="*/ 2866 h 4777"/>
                <a:gd name="csX4" fmla="*/ 478 w 3822"/>
                <a:gd name="csY4" fmla="*/ 478 h 4777"/>
                <a:gd name="csX5" fmla="*/ 1911 w 3822"/>
                <a:gd name="csY5" fmla="*/ 0 h 4777"/>
                <a:gd name="csX6" fmla="*/ 3822 w 3822"/>
                <a:gd name="csY6" fmla="*/ 478 h 4777"/>
                <a:gd name="csX7" fmla="*/ 2867 w 3822"/>
                <a:gd name="csY7" fmla="*/ 955 h 4777"/>
                <a:gd name="csX8" fmla="*/ 3344 w 3822"/>
                <a:gd name="csY8" fmla="*/ 2389 h 4777"/>
                <a:gd name="csX9" fmla="*/ 2867 w 3822"/>
                <a:gd name="csY9" fmla="*/ 429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4777">
                  <a:moveTo>
                    <a:pt x="2867" y="4299"/>
                  </a:moveTo>
                  <a:lnTo>
                    <a:pt x="1433" y="4777"/>
                  </a:lnTo>
                  <a:lnTo>
                    <a:pt x="478" y="4777"/>
                  </a:lnTo>
                  <a:lnTo>
                    <a:pt x="0" y="2866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3822" y="478"/>
                  </a:lnTo>
                  <a:lnTo>
                    <a:pt x="2867" y="955"/>
                  </a:lnTo>
                  <a:lnTo>
                    <a:pt x="3344" y="2389"/>
                  </a:lnTo>
                  <a:lnTo>
                    <a:pt x="2867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" name="Freeform 4525">
              <a:extLst>
                <a:ext uri="{FF2B5EF4-FFF2-40B4-BE49-F238E27FC236}">
                  <a16:creationId xmlns:a16="http://schemas.microsoft.com/office/drawing/2014/main" id="{3D584DCC-BD88-24E1-7C80-36D2D35E8BCB}"/>
                </a:ext>
              </a:extLst>
            </p:cNvPr>
            <p:cNvSpPr/>
            <p:nvPr/>
          </p:nvSpPr>
          <p:spPr>
            <a:xfrm>
              <a:off x="7935257" y="4738718"/>
              <a:ext cx="6210" cy="2866"/>
            </a:xfrm>
            <a:custGeom>
              <a:avLst/>
              <a:gdLst>
                <a:gd name="csX0" fmla="*/ 5733 w 6210"/>
                <a:gd name="csY0" fmla="*/ 2389 h 2866"/>
                <a:gd name="csX1" fmla="*/ 3344 w 6210"/>
                <a:gd name="csY1" fmla="*/ 2867 h 2866"/>
                <a:gd name="csX2" fmla="*/ 0 w 6210"/>
                <a:gd name="csY2" fmla="*/ 2389 h 2866"/>
                <a:gd name="csX3" fmla="*/ 478 w 6210"/>
                <a:gd name="csY3" fmla="*/ 1433 h 2866"/>
                <a:gd name="csX4" fmla="*/ 1911 w 6210"/>
                <a:gd name="csY4" fmla="*/ 0 h 2866"/>
                <a:gd name="csX5" fmla="*/ 3344 w 6210"/>
                <a:gd name="csY5" fmla="*/ 0 h 2866"/>
                <a:gd name="csX6" fmla="*/ 5255 w 6210"/>
                <a:gd name="csY6" fmla="*/ 956 h 2866"/>
                <a:gd name="csX7" fmla="*/ 6211 w 6210"/>
                <a:gd name="csY7" fmla="*/ 1433 h 2866"/>
                <a:gd name="csX8" fmla="*/ 5733 w 6210"/>
                <a:gd name="csY8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210" h="2866">
                  <a:moveTo>
                    <a:pt x="5733" y="2389"/>
                  </a:moveTo>
                  <a:lnTo>
                    <a:pt x="3344" y="2867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1911" y="0"/>
                  </a:lnTo>
                  <a:lnTo>
                    <a:pt x="3344" y="0"/>
                  </a:lnTo>
                  <a:lnTo>
                    <a:pt x="5255" y="956"/>
                  </a:lnTo>
                  <a:lnTo>
                    <a:pt x="6211" y="1433"/>
                  </a:lnTo>
                  <a:lnTo>
                    <a:pt x="57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7" name="Freeform 4526">
              <a:extLst>
                <a:ext uri="{FF2B5EF4-FFF2-40B4-BE49-F238E27FC236}">
                  <a16:creationId xmlns:a16="http://schemas.microsoft.com/office/drawing/2014/main" id="{D9668478-651A-A6C3-6F07-5B21BC764513}"/>
                </a:ext>
              </a:extLst>
            </p:cNvPr>
            <p:cNvSpPr/>
            <p:nvPr/>
          </p:nvSpPr>
          <p:spPr>
            <a:xfrm>
              <a:off x="8466492" y="4734418"/>
              <a:ext cx="21976" cy="8121"/>
            </a:xfrm>
            <a:custGeom>
              <a:avLst/>
              <a:gdLst>
                <a:gd name="csX0" fmla="*/ 11466 w 21976"/>
                <a:gd name="csY0" fmla="*/ 0 h 8121"/>
                <a:gd name="csX1" fmla="*/ 14810 w 21976"/>
                <a:gd name="csY1" fmla="*/ 955 h 8121"/>
                <a:gd name="csX2" fmla="*/ 15765 w 21976"/>
                <a:gd name="csY2" fmla="*/ 955 h 8121"/>
                <a:gd name="csX3" fmla="*/ 20543 w 21976"/>
                <a:gd name="csY3" fmla="*/ 2866 h 8121"/>
                <a:gd name="csX4" fmla="*/ 21498 w 21976"/>
                <a:gd name="csY4" fmla="*/ 3822 h 8121"/>
                <a:gd name="csX5" fmla="*/ 21020 w 21976"/>
                <a:gd name="csY5" fmla="*/ 4299 h 8121"/>
                <a:gd name="csX6" fmla="*/ 21976 w 21976"/>
                <a:gd name="csY6" fmla="*/ 5255 h 8121"/>
                <a:gd name="csX7" fmla="*/ 20065 w 21976"/>
                <a:gd name="csY7" fmla="*/ 6688 h 8121"/>
                <a:gd name="csX8" fmla="*/ 19587 w 21976"/>
                <a:gd name="csY8" fmla="*/ 6688 h 8121"/>
                <a:gd name="csX9" fmla="*/ 18632 w 21976"/>
                <a:gd name="csY9" fmla="*/ 6210 h 8121"/>
                <a:gd name="csX10" fmla="*/ 17199 w 21976"/>
                <a:gd name="csY10" fmla="*/ 6210 h 8121"/>
                <a:gd name="csX11" fmla="*/ 15288 w 21976"/>
                <a:gd name="csY11" fmla="*/ 6688 h 8121"/>
                <a:gd name="csX12" fmla="*/ 13854 w 21976"/>
                <a:gd name="csY12" fmla="*/ 6210 h 8121"/>
                <a:gd name="csX13" fmla="*/ 12899 w 21976"/>
                <a:gd name="csY13" fmla="*/ 4777 h 8121"/>
                <a:gd name="csX14" fmla="*/ 11466 w 21976"/>
                <a:gd name="csY14" fmla="*/ 4299 h 8121"/>
                <a:gd name="csX15" fmla="*/ 8599 w 21976"/>
                <a:gd name="csY15" fmla="*/ 1433 h 8121"/>
                <a:gd name="csX16" fmla="*/ 7644 w 21976"/>
                <a:gd name="csY16" fmla="*/ 1911 h 8121"/>
                <a:gd name="csX17" fmla="*/ 8122 w 21976"/>
                <a:gd name="csY17" fmla="*/ 2866 h 8121"/>
                <a:gd name="csX18" fmla="*/ 9077 w 21976"/>
                <a:gd name="csY18" fmla="*/ 3344 h 8121"/>
                <a:gd name="csX19" fmla="*/ 10510 w 21976"/>
                <a:gd name="csY19" fmla="*/ 5255 h 8121"/>
                <a:gd name="csX20" fmla="*/ 10988 w 21976"/>
                <a:gd name="csY20" fmla="*/ 5733 h 8121"/>
                <a:gd name="csX21" fmla="*/ 11943 w 21976"/>
                <a:gd name="csY21" fmla="*/ 5733 h 8121"/>
                <a:gd name="csX22" fmla="*/ 12899 w 21976"/>
                <a:gd name="csY22" fmla="*/ 6210 h 8121"/>
                <a:gd name="csX23" fmla="*/ 12899 w 21976"/>
                <a:gd name="csY23" fmla="*/ 7644 h 8121"/>
                <a:gd name="csX24" fmla="*/ 10033 w 21976"/>
                <a:gd name="csY24" fmla="*/ 8121 h 8121"/>
                <a:gd name="csX25" fmla="*/ 9077 w 21976"/>
                <a:gd name="csY25" fmla="*/ 7166 h 8121"/>
                <a:gd name="csX26" fmla="*/ 9077 w 21976"/>
                <a:gd name="csY26" fmla="*/ 5733 h 8121"/>
                <a:gd name="csX27" fmla="*/ 7166 w 21976"/>
                <a:gd name="csY27" fmla="*/ 6210 h 8121"/>
                <a:gd name="csX28" fmla="*/ 6688 w 21976"/>
                <a:gd name="csY28" fmla="*/ 6688 h 8121"/>
                <a:gd name="csX29" fmla="*/ 6211 w 21976"/>
                <a:gd name="csY29" fmla="*/ 6688 h 8121"/>
                <a:gd name="csX30" fmla="*/ 5255 w 21976"/>
                <a:gd name="csY30" fmla="*/ 4777 h 8121"/>
                <a:gd name="csX31" fmla="*/ 1911 w 21976"/>
                <a:gd name="csY31" fmla="*/ 4777 h 8121"/>
                <a:gd name="csX32" fmla="*/ 0 w 21976"/>
                <a:gd name="csY32" fmla="*/ 3822 h 8121"/>
                <a:gd name="csX33" fmla="*/ 956 w 21976"/>
                <a:gd name="csY33" fmla="*/ 2866 h 8121"/>
                <a:gd name="csX34" fmla="*/ 956 w 21976"/>
                <a:gd name="csY34" fmla="*/ 1911 h 8121"/>
                <a:gd name="csX35" fmla="*/ 2389 w 21976"/>
                <a:gd name="csY35" fmla="*/ 1433 h 8121"/>
                <a:gd name="csX36" fmla="*/ 3822 w 21976"/>
                <a:gd name="csY36" fmla="*/ 1911 h 8121"/>
                <a:gd name="csX37" fmla="*/ 5255 w 21976"/>
                <a:gd name="csY37" fmla="*/ 1433 h 8121"/>
                <a:gd name="csX38" fmla="*/ 6211 w 21976"/>
                <a:gd name="csY38" fmla="*/ 1433 h 8121"/>
                <a:gd name="csX39" fmla="*/ 6688 w 21976"/>
                <a:gd name="csY39" fmla="*/ 955 h 8121"/>
                <a:gd name="csX40" fmla="*/ 9555 w 21976"/>
                <a:gd name="csY40" fmla="*/ 478 h 8121"/>
                <a:gd name="csX41" fmla="*/ 11466 w 21976"/>
                <a:gd name="csY41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21976" h="8121">
                  <a:moveTo>
                    <a:pt x="11466" y="0"/>
                  </a:moveTo>
                  <a:lnTo>
                    <a:pt x="14810" y="955"/>
                  </a:lnTo>
                  <a:lnTo>
                    <a:pt x="15765" y="955"/>
                  </a:lnTo>
                  <a:lnTo>
                    <a:pt x="20543" y="2866"/>
                  </a:lnTo>
                  <a:lnTo>
                    <a:pt x="21498" y="3822"/>
                  </a:lnTo>
                  <a:lnTo>
                    <a:pt x="21020" y="4299"/>
                  </a:lnTo>
                  <a:lnTo>
                    <a:pt x="21976" y="5255"/>
                  </a:lnTo>
                  <a:lnTo>
                    <a:pt x="20065" y="6688"/>
                  </a:lnTo>
                  <a:lnTo>
                    <a:pt x="19587" y="6688"/>
                  </a:lnTo>
                  <a:lnTo>
                    <a:pt x="18632" y="6210"/>
                  </a:lnTo>
                  <a:lnTo>
                    <a:pt x="17199" y="6210"/>
                  </a:lnTo>
                  <a:lnTo>
                    <a:pt x="15288" y="6688"/>
                  </a:lnTo>
                  <a:lnTo>
                    <a:pt x="13854" y="6210"/>
                  </a:lnTo>
                  <a:lnTo>
                    <a:pt x="12899" y="4777"/>
                  </a:lnTo>
                  <a:lnTo>
                    <a:pt x="11466" y="4299"/>
                  </a:lnTo>
                  <a:lnTo>
                    <a:pt x="8599" y="1433"/>
                  </a:lnTo>
                  <a:lnTo>
                    <a:pt x="7644" y="1911"/>
                  </a:lnTo>
                  <a:lnTo>
                    <a:pt x="8122" y="2866"/>
                  </a:lnTo>
                  <a:lnTo>
                    <a:pt x="9077" y="3344"/>
                  </a:lnTo>
                  <a:lnTo>
                    <a:pt x="10510" y="5255"/>
                  </a:lnTo>
                  <a:lnTo>
                    <a:pt x="10988" y="5733"/>
                  </a:lnTo>
                  <a:lnTo>
                    <a:pt x="11943" y="5733"/>
                  </a:lnTo>
                  <a:lnTo>
                    <a:pt x="12899" y="6210"/>
                  </a:lnTo>
                  <a:lnTo>
                    <a:pt x="12899" y="7644"/>
                  </a:lnTo>
                  <a:lnTo>
                    <a:pt x="10033" y="8121"/>
                  </a:lnTo>
                  <a:lnTo>
                    <a:pt x="9077" y="7166"/>
                  </a:lnTo>
                  <a:lnTo>
                    <a:pt x="9077" y="5733"/>
                  </a:lnTo>
                  <a:lnTo>
                    <a:pt x="7166" y="6210"/>
                  </a:lnTo>
                  <a:lnTo>
                    <a:pt x="6688" y="6688"/>
                  </a:lnTo>
                  <a:lnTo>
                    <a:pt x="6211" y="6688"/>
                  </a:lnTo>
                  <a:lnTo>
                    <a:pt x="5255" y="4777"/>
                  </a:lnTo>
                  <a:lnTo>
                    <a:pt x="1911" y="4777"/>
                  </a:lnTo>
                  <a:lnTo>
                    <a:pt x="0" y="3822"/>
                  </a:lnTo>
                  <a:lnTo>
                    <a:pt x="956" y="2866"/>
                  </a:lnTo>
                  <a:lnTo>
                    <a:pt x="956" y="1911"/>
                  </a:lnTo>
                  <a:lnTo>
                    <a:pt x="2389" y="1433"/>
                  </a:lnTo>
                  <a:lnTo>
                    <a:pt x="3822" y="1911"/>
                  </a:lnTo>
                  <a:lnTo>
                    <a:pt x="5255" y="1433"/>
                  </a:lnTo>
                  <a:lnTo>
                    <a:pt x="6211" y="1433"/>
                  </a:lnTo>
                  <a:lnTo>
                    <a:pt x="6688" y="955"/>
                  </a:lnTo>
                  <a:lnTo>
                    <a:pt x="9555" y="478"/>
                  </a:lnTo>
                  <a:lnTo>
                    <a:pt x="114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8" name="Freeform 4527">
              <a:extLst>
                <a:ext uri="{FF2B5EF4-FFF2-40B4-BE49-F238E27FC236}">
                  <a16:creationId xmlns:a16="http://schemas.microsoft.com/office/drawing/2014/main" id="{E68FA4A5-A521-8CB3-D4C5-BE1D4CBB8D00}"/>
                </a:ext>
              </a:extLst>
            </p:cNvPr>
            <p:cNvSpPr/>
            <p:nvPr/>
          </p:nvSpPr>
          <p:spPr>
            <a:xfrm>
              <a:off x="7833501" y="4734418"/>
              <a:ext cx="4299" cy="10509"/>
            </a:xfrm>
            <a:custGeom>
              <a:avLst/>
              <a:gdLst>
                <a:gd name="csX0" fmla="*/ 2867 w 4299"/>
                <a:gd name="csY0" fmla="*/ 9555 h 10509"/>
                <a:gd name="csX1" fmla="*/ 1433 w 4299"/>
                <a:gd name="csY1" fmla="*/ 10510 h 10509"/>
                <a:gd name="csX2" fmla="*/ 0 w 4299"/>
                <a:gd name="csY2" fmla="*/ 9555 h 10509"/>
                <a:gd name="csX3" fmla="*/ 478 w 4299"/>
                <a:gd name="csY3" fmla="*/ 8599 h 10509"/>
                <a:gd name="csX4" fmla="*/ 956 w 4299"/>
                <a:gd name="csY4" fmla="*/ 7166 h 10509"/>
                <a:gd name="csX5" fmla="*/ 1911 w 4299"/>
                <a:gd name="csY5" fmla="*/ 5733 h 10509"/>
                <a:gd name="csX6" fmla="*/ 2389 w 4299"/>
                <a:gd name="csY6" fmla="*/ 4299 h 10509"/>
                <a:gd name="csX7" fmla="*/ 0 w 4299"/>
                <a:gd name="csY7" fmla="*/ 0 h 10509"/>
                <a:gd name="csX8" fmla="*/ 956 w 4299"/>
                <a:gd name="csY8" fmla="*/ 0 h 10509"/>
                <a:gd name="csX9" fmla="*/ 1911 w 4299"/>
                <a:gd name="csY9" fmla="*/ 478 h 10509"/>
                <a:gd name="csX10" fmla="*/ 3344 w 4299"/>
                <a:gd name="csY10" fmla="*/ 3344 h 10509"/>
                <a:gd name="csX11" fmla="*/ 4300 w 4299"/>
                <a:gd name="csY11" fmla="*/ 4777 h 10509"/>
                <a:gd name="csX12" fmla="*/ 3822 w 4299"/>
                <a:gd name="csY12" fmla="*/ 7166 h 10509"/>
                <a:gd name="csX13" fmla="*/ 2867 w 4299"/>
                <a:gd name="csY13" fmla="*/ 9555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10509">
                  <a:moveTo>
                    <a:pt x="2867" y="9555"/>
                  </a:moveTo>
                  <a:lnTo>
                    <a:pt x="1433" y="10510"/>
                  </a:lnTo>
                  <a:lnTo>
                    <a:pt x="0" y="9555"/>
                  </a:lnTo>
                  <a:lnTo>
                    <a:pt x="478" y="8599"/>
                  </a:lnTo>
                  <a:lnTo>
                    <a:pt x="956" y="7166"/>
                  </a:lnTo>
                  <a:lnTo>
                    <a:pt x="1911" y="5733"/>
                  </a:lnTo>
                  <a:lnTo>
                    <a:pt x="2389" y="4299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478"/>
                  </a:lnTo>
                  <a:lnTo>
                    <a:pt x="3344" y="3344"/>
                  </a:lnTo>
                  <a:lnTo>
                    <a:pt x="4300" y="4777"/>
                  </a:lnTo>
                  <a:lnTo>
                    <a:pt x="3822" y="7166"/>
                  </a:lnTo>
                  <a:lnTo>
                    <a:pt x="2867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9" name="Freeform 4528">
              <a:extLst>
                <a:ext uri="{FF2B5EF4-FFF2-40B4-BE49-F238E27FC236}">
                  <a16:creationId xmlns:a16="http://schemas.microsoft.com/office/drawing/2014/main" id="{249616E4-09F2-3F17-2E89-53BDA9E98D64}"/>
                </a:ext>
              </a:extLst>
            </p:cNvPr>
            <p:cNvSpPr/>
            <p:nvPr/>
          </p:nvSpPr>
          <p:spPr>
            <a:xfrm>
              <a:off x="7954844" y="4734418"/>
              <a:ext cx="11465" cy="6210"/>
            </a:xfrm>
            <a:custGeom>
              <a:avLst/>
              <a:gdLst>
                <a:gd name="csX0" fmla="*/ 6688 w 11465"/>
                <a:gd name="csY0" fmla="*/ 3344 h 6210"/>
                <a:gd name="csX1" fmla="*/ 7166 w 11465"/>
                <a:gd name="csY1" fmla="*/ 3822 h 6210"/>
                <a:gd name="csX2" fmla="*/ 8122 w 11465"/>
                <a:gd name="csY2" fmla="*/ 2866 h 6210"/>
                <a:gd name="csX3" fmla="*/ 9555 w 11465"/>
                <a:gd name="csY3" fmla="*/ 3822 h 6210"/>
                <a:gd name="csX4" fmla="*/ 10032 w 11465"/>
                <a:gd name="csY4" fmla="*/ 4777 h 6210"/>
                <a:gd name="csX5" fmla="*/ 11466 w 11465"/>
                <a:gd name="csY5" fmla="*/ 5255 h 6210"/>
                <a:gd name="csX6" fmla="*/ 10032 w 11465"/>
                <a:gd name="csY6" fmla="*/ 5255 h 6210"/>
                <a:gd name="csX7" fmla="*/ 9555 w 11465"/>
                <a:gd name="csY7" fmla="*/ 5733 h 6210"/>
                <a:gd name="csX8" fmla="*/ 9555 w 11465"/>
                <a:gd name="csY8" fmla="*/ 6210 h 6210"/>
                <a:gd name="csX9" fmla="*/ 5255 w 11465"/>
                <a:gd name="csY9" fmla="*/ 3822 h 6210"/>
                <a:gd name="csX10" fmla="*/ 2389 w 11465"/>
                <a:gd name="csY10" fmla="*/ 4777 h 6210"/>
                <a:gd name="csX11" fmla="*/ 478 w 11465"/>
                <a:gd name="csY11" fmla="*/ 3822 h 6210"/>
                <a:gd name="csX12" fmla="*/ 0 w 11465"/>
                <a:gd name="csY12" fmla="*/ 3822 h 6210"/>
                <a:gd name="csX13" fmla="*/ 1433 w 11465"/>
                <a:gd name="csY13" fmla="*/ 2389 h 6210"/>
                <a:gd name="csX14" fmla="*/ 1911 w 11465"/>
                <a:gd name="csY14" fmla="*/ 0 h 6210"/>
                <a:gd name="csX15" fmla="*/ 3822 w 11465"/>
                <a:gd name="csY15" fmla="*/ 478 h 6210"/>
                <a:gd name="csX16" fmla="*/ 4300 w 11465"/>
                <a:gd name="csY16" fmla="*/ 1433 h 6210"/>
                <a:gd name="csX17" fmla="*/ 4300 w 11465"/>
                <a:gd name="csY17" fmla="*/ 1433 h 6210"/>
                <a:gd name="csX18" fmla="*/ 5255 w 11465"/>
                <a:gd name="csY18" fmla="*/ 1911 h 6210"/>
                <a:gd name="csX19" fmla="*/ 6688 w 11465"/>
                <a:gd name="csY19" fmla="*/ 3344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465" h="6210">
                  <a:moveTo>
                    <a:pt x="6688" y="3344"/>
                  </a:moveTo>
                  <a:lnTo>
                    <a:pt x="7166" y="3822"/>
                  </a:lnTo>
                  <a:lnTo>
                    <a:pt x="8122" y="2866"/>
                  </a:lnTo>
                  <a:lnTo>
                    <a:pt x="9555" y="3822"/>
                  </a:lnTo>
                  <a:lnTo>
                    <a:pt x="10032" y="4777"/>
                  </a:lnTo>
                  <a:lnTo>
                    <a:pt x="11466" y="5255"/>
                  </a:lnTo>
                  <a:lnTo>
                    <a:pt x="10032" y="5255"/>
                  </a:lnTo>
                  <a:lnTo>
                    <a:pt x="9555" y="5733"/>
                  </a:lnTo>
                  <a:lnTo>
                    <a:pt x="9555" y="6210"/>
                  </a:lnTo>
                  <a:lnTo>
                    <a:pt x="5255" y="3822"/>
                  </a:lnTo>
                  <a:lnTo>
                    <a:pt x="2389" y="4777"/>
                  </a:lnTo>
                  <a:lnTo>
                    <a:pt x="478" y="3822"/>
                  </a:lnTo>
                  <a:lnTo>
                    <a:pt x="0" y="3822"/>
                  </a:lnTo>
                  <a:lnTo>
                    <a:pt x="1433" y="2389"/>
                  </a:lnTo>
                  <a:lnTo>
                    <a:pt x="1911" y="0"/>
                  </a:lnTo>
                  <a:lnTo>
                    <a:pt x="3822" y="478"/>
                  </a:lnTo>
                  <a:lnTo>
                    <a:pt x="4300" y="1433"/>
                  </a:lnTo>
                  <a:lnTo>
                    <a:pt x="4300" y="1433"/>
                  </a:lnTo>
                  <a:lnTo>
                    <a:pt x="5255" y="1911"/>
                  </a:lnTo>
                  <a:lnTo>
                    <a:pt x="6688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0" name="Freeform 4529">
              <a:extLst>
                <a:ext uri="{FF2B5EF4-FFF2-40B4-BE49-F238E27FC236}">
                  <a16:creationId xmlns:a16="http://schemas.microsoft.com/office/drawing/2014/main" id="{738F4B89-BE46-BCED-54B6-7473514A8FAF}"/>
                </a:ext>
              </a:extLst>
            </p:cNvPr>
            <p:cNvSpPr/>
            <p:nvPr/>
          </p:nvSpPr>
          <p:spPr>
            <a:xfrm>
              <a:off x="8448339" y="4733940"/>
              <a:ext cx="4299" cy="4299"/>
            </a:xfrm>
            <a:custGeom>
              <a:avLst/>
              <a:gdLst>
                <a:gd name="csX0" fmla="*/ 4300 w 4299"/>
                <a:gd name="csY0" fmla="*/ 3822 h 4299"/>
                <a:gd name="csX1" fmla="*/ 3821 w 4299"/>
                <a:gd name="csY1" fmla="*/ 4300 h 4299"/>
                <a:gd name="csX2" fmla="*/ 2866 w 4299"/>
                <a:gd name="csY2" fmla="*/ 2867 h 4299"/>
                <a:gd name="csX3" fmla="*/ 955 w 4299"/>
                <a:gd name="csY3" fmla="*/ 1911 h 4299"/>
                <a:gd name="csX4" fmla="*/ 0 w 4299"/>
                <a:gd name="csY4" fmla="*/ 0 h 4299"/>
                <a:gd name="csX5" fmla="*/ 4300 w 4299"/>
                <a:gd name="csY5" fmla="*/ 3344 h 4299"/>
                <a:gd name="csX6" fmla="*/ 4300 w 4299"/>
                <a:gd name="csY6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4299">
                  <a:moveTo>
                    <a:pt x="4300" y="3822"/>
                  </a:moveTo>
                  <a:lnTo>
                    <a:pt x="3821" y="4300"/>
                  </a:lnTo>
                  <a:lnTo>
                    <a:pt x="2866" y="2867"/>
                  </a:lnTo>
                  <a:lnTo>
                    <a:pt x="955" y="1911"/>
                  </a:lnTo>
                  <a:lnTo>
                    <a:pt x="0" y="0"/>
                  </a:lnTo>
                  <a:lnTo>
                    <a:pt x="4300" y="3344"/>
                  </a:lnTo>
                  <a:lnTo>
                    <a:pt x="4300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1" name="Freeform 4530">
              <a:extLst>
                <a:ext uri="{FF2B5EF4-FFF2-40B4-BE49-F238E27FC236}">
                  <a16:creationId xmlns:a16="http://schemas.microsoft.com/office/drawing/2014/main" id="{6EDA365C-E6C6-6A20-37FD-89D3048384A8}"/>
                </a:ext>
              </a:extLst>
            </p:cNvPr>
            <p:cNvSpPr/>
            <p:nvPr/>
          </p:nvSpPr>
          <p:spPr>
            <a:xfrm>
              <a:off x="8410120" y="4732030"/>
              <a:ext cx="955" cy="3343"/>
            </a:xfrm>
            <a:custGeom>
              <a:avLst/>
              <a:gdLst>
                <a:gd name="csX0" fmla="*/ 955 w 955"/>
                <a:gd name="csY0" fmla="*/ 2866 h 3343"/>
                <a:gd name="csX1" fmla="*/ 955 w 955"/>
                <a:gd name="csY1" fmla="*/ 3344 h 3343"/>
                <a:gd name="csX2" fmla="*/ 478 w 955"/>
                <a:gd name="csY2" fmla="*/ 2389 h 3343"/>
                <a:gd name="csX3" fmla="*/ 0 w 955"/>
                <a:gd name="csY3" fmla="*/ 2389 h 3343"/>
                <a:gd name="csX4" fmla="*/ 478 w 955"/>
                <a:gd name="csY4" fmla="*/ 478 h 3343"/>
                <a:gd name="csX5" fmla="*/ 478 w 955"/>
                <a:gd name="csY5" fmla="*/ 0 h 3343"/>
                <a:gd name="csX6" fmla="*/ 955 w 955"/>
                <a:gd name="csY6" fmla="*/ 1433 h 3343"/>
                <a:gd name="csX7" fmla="*/ 955 w 955"/>
                <a:gd name="csY7" fmla="*/ 2866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3343">
                  <a:moveTo>
                    <a:pt x="955" y="2866"/>
                  </a:moveTo>
                  <a:lnTo>
                    <a:pt x="955" y="3344"/>
                  </a:lnTo>
                  <a:lnTo>
                    <a:pt x="478" y="2389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955" y="1433"/>
                  </a:lnTo>
                  <a:lnTo>
                    <a:pt x="9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2" name="Freeform 4531">
              <a:extLst>
                <a:ext uri="{FF2B5EF4-FFF2-40B4-BE49-F238E27FC236}">
                  <a16:creationId xmlns:a16="http://schemas.microsoft.com/office/drawing/2014/main" id="{B5BF3B22-0039-E3F4-52BA-86D6835FEE5C}"/>
                </a:ext>
              </a:extLst>
            </p:cNvPr>
            <p:cNvSpPr/>
            <p:nvPr/>
          </p:nvSpPr>
          <p:spPr>
            <a:xfrm>
              <a:off x="7956278" y="4730596"/>
              <a:ext cx="3821" cy="3344"/>
            </a:xfrm>
            <a:custGeom>
              <a:avLst/>
              <a:gdLst>
                <a:gd name="csX0" fmla="*/ 3344 w 3821"/>
                <a:gd name="csY0" fmla="*/ 2867 h 3344"/>
                <a:gd name="csX1" fmla="*/ 3821 w 3821"/>
                <a:gd name="csY1" fmla="*/ 3344 h 3344"/>
                <a:gd name="csX2" fmla="*/ 2866 w 3821"/>
                <a:gd name="csY2" fmla="*/ 2867 h 3344"/>
                <a:gd name="csX3" fmla="*/ 2389 w 3821"/>
                <a:gd name="csY3" fmla="*/ 2389 h 3344"/>
                <a:gd name="csX4" fmla="*/ 1911 w 3821"/>
                <a:gd name="csY4" fmla="*/ 2389 h 3344"/>
                <a:gd name="csX5" fmla="*/ 0 w 3821"/>
                <a:gd name="csY5" fmla="*/ 0 h 3344"/>
                <a:gd name="csX6" fmla="*/ 478 w 3821"/>
                <a:gd name="csY6" fmla="*/ 0 h 3344"/>
                <a:gd name="csX7" fmla="*/ 2866 w 3821"/>
                <a:gd name="csY7" fmla="*/ 1911 h 3344"/>
                <a:gd name="csX8" fmla="*/ 3344 w 3821"/>
                <a:gd name="csY8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3344">
                  <a:moveTo>
                    <a:pt x="3344" y="2867"/>
                  </a:moveTo>
                  <a:lnTo>
                    <a:pt x="3821" y="3344"/>
                  </a:lnTo>
                  <a:lnTo>
                    <a:pt x="2866" y="2867"/>
                  </a:lnTo>
                  <a:lnTo>
                    <a:pt x="2389" y="2389"/>
                  </a:lnTo>
                  <a:lnTo>
                    <a:pt x="1911" y="2389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2866" y="1911"/>
                  </a:lnTo>
                  <a:lnTo>
                    <a:pt x="3344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3" name="Freeform 4532">
              <a:extLst>
                <a:ext uri="{FF2B5EF4-FFF2-40B4-BE49-F238E27FC236}">
                  <a16:creationId xmlns:a16="http://schemas.microsoft.com/office/drawing/2014/main" id="{A6CDC016-D46B-B2DA-77DD-6D859766D76D}"/>
                </a:ext>
              </a:extLst>
            </p:cNvPr>
            <p:cNvSpPr/>
            <p:nvPr/>
          </p:nvSpPr>
          <p:spPr>
            <a:xfrm>
              <a:off x="7929047" y="4721997"/>
              <a:ext cx="3344" cy="2866"/>
            </a:xfrm>
            <a:custGeom>
              <a:avLst/>
              <a:gdLst>
                <a:gd name="csX0" fmla="*/ 2867 w 3344"/>
                <a:gd name="csY0" fmla="*/ 2867 h 2866"/>
                <a:gd name="csX1" fmla="*/ 478 w 3344"/>
                <a:gd name="csY1" fmla="*/ 2867 h 2866"/>
                <a:gd name="csX2" fmla="*/ 0 w 3344"/>
                <a:gd name="csY2" fmla="*/ 2867 h 2866"/>
                <a:gd name="csX3" fmla="*/ 478 w 3344"/>
                <a:gd name="csY3" fmla="*/ 956 h 2866"/>
                <a:gd name="csX4" fmla="*/ 956 w 3344"/>
                <a:gd name="csY4" fmla="*/ 0 h 2866"/>
                <a:gd name="csX5" fmla="*/ 1911 w 3344"/>
                <a:gd name="csY5" fmla="*/ 0 h 2866"/>
                <a:gd name="csX6" fmla="*/ 3344 w 3344"/>
                <a:gd name="csY6" fmla="*/ 1433 h 2866"/>
                <a:gd name="csX7" fmla="*/ 2867 w 3344"/>
                <a:gd name="csY7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2866">
                  <a:moveTo>
                    <a:pt x="2867" y="2867"/>
                  </a:moveTo>
                  <a:lnTo>
                    <a:pt x="478" y="2867"/>
                  </a:lnTo>
                  <a:lnTo>
                    <a:pt x="0" y="2867"/>
                  </a:lnTo>
                  <a:lnTo>
                    <a:pt x="478" y="956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3344" y="1433"/>
                  </a:lnTo>
                  <a:lnTo>
                    <a:pt x="2867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4" name="Freeform 4533">
              <a:extLst>
                <a:ext uri="{FF2B5EF4-FFF2-40B4-BE49-F238E27FC236}">
                  <a16:creationId xmlns:a16="http://schemas.microsoft.com/office/drawing/2014/main" id="{EB1E39AA-1326-E13A-1E0C-50CFB04D8C3F}"/>
                </a:ext>
              </a:extLst>
            </p:cNvPr>
            <p:cNvSpPr/>
            <p:nvPr/>
          </p:nvSpPr>
          <p:spPr>
            <a:xfrm>
              <a:off x="8409643" y="4721042"/>
              <a:ext cx="1432" cy="1911"/>
            </a:xfrm>
            <a:custGeom>
              <a:avLst/>
              <a:gdLst>
                <a:gd name="csX0" fmla="*/ 955 w 1432"/>
                <a:gd name="csY0" fmla="*/ 1911 h 1911"/>
                <a:gd name="csX1" fmla="*/ 478 w 1432"/>
                <a:gd name="csY1" fmla="*/ 1911 h 1911"/>
                <a:gd name="csX2" fmla="*/ 0 w 1432"/>
                <a:gd name="csY2" fmla="*/ 1911 h 1911"/>
                <a:gd name="csX3" fmla="*/ 0 w 1432"/>
                <a:gd name="csY3" fmla="*/ 1433 h 1911"/>
                <a:gd name="csX4" fmla="*/ 478 w 1432"/>
                <a:gd name="csY4" fmla="*/ 0 h 1911"/>
                <a:gd name="csX5" fmla="*/ 955 w 1432"/>
                <a:gd name="csY5" fmla="*/ 0 h 1911"/>
                <a:gd name="csX6" fmla="*/ 1433 w 1432"/>
                <a:gd name="csY6" fmla="*/ 478 h 1911"/>
                <a:gd name="csX7" fmla="*/ 1433 w 1432"/>
                <a:gd name="csY7" fmla="*/ 956 h 1911"/>
                <a:gd name="csX8" fmla="*/ 955 w 1432"/>
                <a:gd name="csY8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2" h="1911">
                  <a:moveTo>
                    <a:pt x="955" y="1911"/>
                  </a:moveTo>
                  <a:lnTo>
                    <a:pt x="478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478"/>
                  </a:lnTo>
                  <a:lnTo>
                    <a:pt x="1433" y="956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5" name="Freeform 4534">
              <a:extLst>
                <a:ext uri="{FF2B5EF4-FFF2-40B4-BE49-F238E27FC236}">
                  <a16:creationId xmlns:a16="http://schemas.microsoft.com/office/drawing/2014/main" id="{DF3ACC43-9113-3E04-DA2D-63F5BBC34E93}"/>
                </a:ext>
              </a:extLst>
            </p:cNvPr>
            <p:cNvSpPr/>
            <p:nvPr/>
          </p:nvSpPr>
          <p:spPr>
            <a:xfrm>
              <a:off x="8407732" y="4719131"/>
              <a:ext cx="1911" cy="1910"/>
            </a:xfrm>
            <a:custGeom>
              <a:avLst/>
              <a:gdLst>
                <a:gd name="csX0" fmla="*/ 1911 w 1911"/>
                <a:gd name="csY0" fmla="*/ 956 h 1910"/>
                <a:gd name="csX1" fmla="*/ 1433 w 1911"/>
                <a:gd name="csY1" fmla="*/ 1911 h 1910"/>
                <a:gd name="csX2" fmla="*/ 478 w 1911"/>
                <a:gd name="csY2" fmla="*/ 1433 h 1910"/>
                <a:gd name="csX3" fmla="*/ 0 w 1911"/>
                <a:gd name="csY3" fmla="*/ 956 h 1910"/>
                <a:gd name="csX4" fmla="*/ 478 w 1911"/>
                <a:gd name="csY4" fmla="*/ 0 h 1910"/>
                <a:gd name="csX5" fmla="*/ 955 w 1911"/>
                <a:gd name="csY5" fmla="*/ 0 h 1910"/>
                <a:gd name="csX6" fmla="*/ 1433 w 1911"/>
                <a:gd name="csY6" fmla="*/ 0 h 1910"/>
                <a:gd name="csX7" fmla="*/ 1911 w 1911"/>
                <a:gd name="csY7" fmla="*/ 956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0">
                  <a:moveTo>
                    <a:pt x="1911" y="956"/>
                  </a:moveTo>
                  <a:lnTo>
                    <a:pt x="1433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6" name="Freeform 4535">
              <a:extLst>
                <a:ext uri="{FF2B5EF4-FFF2-40B4-BE49-F238E27FC236}">
                  <a16:creationId xmlns:a16="http://schemas.microsoft.com/office/drawing/2014/main" id="{F105AD33-0A60-91B4-295E-345B0FF28B52}"/>
                </a:ext>
              </a:extLst>
            </p:cNvPr>
            <p:cNvSpPr/>
            <p:nvPr/>
          </p:nvSpPr>
          <p:spPr>
            <a:xfrm>
              <a:off x="7933346" y="4718653"/>
              <a:ext cx="2866" cy="4299"/>
            </a:xfrm>
            <a:custGeom>
              <a:avLst/>
              <a:gdLst>
                <a:gd name="csX0" fmla="*/ 1911 w 2866"/>
                <a:gd name="csY0" fmla="*/ 3822 h 4299"/>
                <a:gd name="csX1" fmla="*/ 1433 w 2866"/>
                <a:gd name="csY1" fmla="*/ 4300 h 4299"/>
                <a:gd name="csX2" fmla="*/ 0 w 2866"/>
                <a:gd name="csY2" fmla="*/ 1911 h 4299"/>
                <a:gd name="csX3" fmla="*/ 478 w 2866"/>
                <a:gd name="csY3" fmla="*/ 478 h 4299"/>
                <a:gd name="csX4" fmla="*/ 478 w 2866"/>
                <a:gd name="csY4" fmla="*/ 0 h 4299"/>
                <a:gd name="csX5" fmla="*/ 1433 w 2866"/>
                <a:gd name="csY5" fmla="*/ 956 h 4299"/>
                <a:gd name="csX6" fmla="*/ 2389 w 2866"/>
                <a:gd name="csY6" fmla="*/ 1911 h 4299"/>
                <a:gd name="csX7" fmla="*/ 2866 w 2866"/>
                <a:gd name="csY7" fmla="*/ 2867 h 4299"/>
                <a:gd name="csX8" fmla="*/ 1911 w 2866"/>
                <a:gd name="csY8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4299">
                  <a:moveTo>
                    <a:pt x="1911" y="3822"/>
                  </a:moveTo>
                  <a:lnTo>
                    <a:pt x="1433" y="4300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956"/>
                  </a:lnTo>
                  <a:lnTo>
                    <a:pt x="2389" y="1911"/>
                  </a:lnTo>
                  <a:lnTo>
                    <a:pt x="2866" y="2867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7" name="Freeform 4536">
              <a:extLst>
                <a:ext uri="{FF2B5EF4-FFF2-40B4-BE49-F238E27FC236}">
                  <a16:creationId xmlns:a16="http://schemas.microsoft.com/office/drawing/2014/main" id="{B89CFAD4-9FB3-CC10-5BE5-C5D4051AA19F}"/>
                </a:ext>
              </a:extLst>
            </p:cNvPr>
            <p:cNvSpPr/>
            <p:nvPr/>
          </p:nvSpPr>
          <p:spPr>
            <a:xfrm>
              <a:off x="7940990" y="4718653"/>
              <a:ext cx="1911" cy="1911"/>
            </a:xfrm>
            <a:custGeom>
              <a:avLst/>
              <a:gdLst>
                <a:gd name="csX0" fmla="*/ 1911 w 1911"/>
                <a:gd name="csY0" fmla="*/ 1433 h 1911"/>
                <a:gd name="csX1" fmla="*/ 1911 w 1911"/>
                <a:gd name="csY1" fmla="*/ 1911 h 1911"/>
                <a:gd name="csX2" fmla="*/ 0 w 1911"/>
                <a:gd name="csY2" fmla="*/ 956 h 1911"/>
                <a:gd name="csX3" fmla="*/ 0 w 1911"/>
                <a:gd name="csY3" fmla="*/ 0 h 1911"/>
                <a:gd name="csX4" fmla="*/ 478 w 1911"/>
                <a:gd name="csY4" fmla="*/ 0 h 1911"/>
                <a:gd name="csX5" fmla="*/ 1433 w 1911"/>
                <a:gd name="csY5" fmla="*/ 478 h 1911"/>
                <a:gd name="csX6" fmla="*/ 1911 w 1911"/>
                <a:gd name="csY6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1">
                  <a:moveTo>
                    <a:pt x="1911" y="1433"/>
                  </a:moveTo>
                  <a:lnTo>
                    <a:pt x="1911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" name="Freeform 4537">
              <a:extLst>
                <a:ext uri="{FF2B5EF4-FFF2-40B4-BE49-F238E27FC236}">
                  <a16:creationId xmlns:a16="http://schemas.microsoft.com/office/drawing/2014/main" id="{FA0DF6B2-5CCF-24BD-A188-D2DED67FB02B}"/>
                </a:ext>
              </a:extLst>
            </p:cNvPr>
            <p:cNvSpPr/>
            <p:nvPr/>
          </p:nvSpPr>
          <p:spPr>
            <a:xfrm>
              <a:off x="7948156" y="4717698"/>
              <a:ext cx="2866" cy="2388"/>
            </a:xfrm>
            <a:custGeom>
              <a:avLst/>
              <a:gdLst>
                <a:gd name="csX0" fmla="*/ 2867 w 2866"/>
                <a:gd name="csY0" fmla="*/ 1911 h 2388"/>
                <a:gd name="csX1" fmla="*/ 1433 w 2866"/>
                <a:gd name="csY1" fmla="*/ 2389 h 2388"/>
                <a:gd name="csX2" fmla="*/ 0 w 2866"/>
                <a:gd name="csY2" fmla="*/ 478 h 2388"/>
                <a:gd name="csX3" fmla="*/ 0 w 2866"/>
                <a:gd name="csY3" fmla="*/ 478 h 2388"/>
                <a:gd name="csX4" fmla="*/ 0 w 2866"/>
                <a:gd name="csY4" fmla="*/ 0 h 2388"/>
                <a:gd name="csX5" fmla="*/ 478 w 2866"/>
                <a:gd name="csY5" fmla="*/ 0 h 2388"/>
                <a:gd name="csX6" fmla="*/ 1433 w 2866"/>
                <a:gd name="csY6" fmla="*/ 478 h 2388"/>
                <a:gd name="csX7" fmla="*/ 2389 w 2866"/>
                <a:gd name="csY7" fmla="*/ 955 h 2388"/>
                <a:gd name="csX8" fmla="*/ 2867 w 2866"/>
                <a:gd name="csY8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388">
                  <a:moveTo>
                    <a:pt x="2867" y="1911"/>
                  </a:moveTo>
                  <a:lnTo>
                    <a:pt x="1433" y="2389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2389" y="955"/>
                  </a:lnTo>
                  <a:lnTo>
                    <a:pt x="286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9" name="Freeform 4538">
              <a:extLst>
                <a:ext uri="{FF2B5EF4-FFF2-40B4-BE49-F238E27FC236}">
                  <a16:creationId xmlns:a16="http://schemas.microsoft.com/office/drawing/2014/main" id="{A35D8636-FE5D-6137-2D3C-0DE593754AB4}"/>
                </a:ext>
              </a:extLst>
            </p:cNvPr>
            <p:cNvSpPr/>
            <p:nvPr/>
          </p:nvSpPr>
          <p:spPr>
            <a:xfrm>
              <a:off x="7915671" y="4714354"/>
              <a:ext cx="10987" cy="7165"/>
            </a:xfrm>
            <a:custGeom>
              <a:avLst/>
              <a:gdLst>
                <a:gd name="csX0" fmla="*/ 10987 w 10987"/>
                <a:gd name="csY0" fmla="*/ 6688 h 7165"/>
                <a:gd name="csX1" fmla="*/ 10987 w 10987"/>
                <a:gd name="csY1" fmla="*/ 7166 h 7165"/>
                <a:gd name="csX2" fmla="*/ 10032 w 10987"/>
                <a:gd name="csY2" fmla="*/ 6688 h 7165"/>
                <a:gd name="csX3" fmla="*/ 6210 w 10987"/>
                <a:gd name="csY3" fmla="*/ 6210 h 7165"/>
                <a:gd name="csX4" fmla="*/ 4777 w 10987"/>
                <a:gd name="csY4" fmla="*/ 6210 h 7165"/>
                <a:gd name="csX5" fmla="*/ 1433 w 10987"/>
                <a:gd name="csY5" fmla="*/ 5255 h 7165"/>
                <a:gd name="csX6" fmla="*/ 478 w 10987"/>
                <a:gd name="csY6" fmla="*/ 4777 h 7165"/>
                <a:gd name="csX7" fmla="*/ 0 w 10987"/>
                <a:gd name="csY7" fmla="*/ 4299 h 7165"/>
                <a:gd name="csX8" fmla="*/ 0 w 10987"/>
                <a:gd name="csY8" fmla="*/ 2866 h 7165"/>
                <a:gd name="csX9" fmla="*/ 478 w 10987"/>
                <a:gd name="csY9" fmla="*/ 2389 h 7165"/>
                <a:gd name="csX10" fmla="*/ 955 w 10987"/>
                <a:gd name="csY10" fmla="*/ 478 h 7165"/>
                <a:gd name="csX11" fmla="*/ 1911 w 10987"/>
                <a:gd name="csY11" fmla="*/ 0 h 7165"/>
                <a:gd name="csX12" fmla="*/ 3344 w 10987"/>
                <a:gd name="csY12" fmla="*/ 956 h 7165"/>
                <a:gd name="csX13" fmla="*/ 5255 w 10987"/>
                <a:gd name="csY13" fmla="*/ 2389 h 7165"/>
                <a:gd name="csX14" fmla="*/ 6210 w 10987"/>
                <a:gd name="csY14" fmla="*/ 2866 h 7165"/>
                <a:gd name="csX15" fmla="*/ 9555 w 10987"/>
                <a:gd name="csY15" fmla="*/ 4299 h 7165"/>
                <a:gd name="csX16" fmla="*/ 10510 w 10987"/>
                <a:gd name="csY16" fmla="*/ 4777 h 7165"/>
                <a:gd name="csX17" fmla="*/ 10987 w 10987"/>
                <a:gd name="csY17" fmla="*/ 668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987" h="7165">
                  <a:moveTo>
                    <a:pt x="10987" y="6688"/>
                  </a:moveTo>
                  <a:lnTo>
                    <a:pt x="10987" y="7166"/>
                  </a:lnTo>
                  <a:lnTo>
                    <a:pt x="10032" y="6688"/>
                  </a:lnTo>
                  <a:lnTo>
                    <a:pt x="6210" y="6210"/>
                  </a:lnTo>
                  <a:lnTo>
                    <a:pt x="4777" y="6210"/>
                  </a:lnTo>
                  <a:lnTo>
                    <a:pt x="1433" y="5255"/>
                  </a:lnTo>
                  <a:lnTo>
                    <a:pt x="478" y="4777"/>
                  </a:lnTo>
                  <a:lnTo>
                    <a:pt x="0" y="4299"/>
                  </a:lnTo>
                  <a:lnTo>
                    <a:pt x="0" y="2866"/>
                  </a:lnTo>
                  <a:lnTo>
                    <a:pt x="478" y="2389"/>
                  </a:lnTo>
                  <a:lnTo>
                    <a:pt x="955" y="478"/>
                  </a:lnTo>
                  <a:lnTo>
                    <a:pt x="1911" y="0"/>
                  </a:lnTo>
                  <a:lnTo>
                    <a:pt x="3344" y="956"/>
                  </a:lnTo>
                  <a:lnTo>
                    <a:pt x="5255" y="2389"/>
                  </a:lnTo>
                  <a:lnTo>
                    <a:pt x="6210" y="2866"/>
                  </a:lnTo>
                  <a:lnTo>
                    <a:pt x="9555" y="4299"/>
                  </a:lnTo>
                  <a:lnTo>
                    <a:pt x="10510" y="4777"/>
                  </a:lnTo>
                  <a:lnTo>
                    <a:pt x="10987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0" name="Freeform 4539">
              <a:extLst>
                <a:ext uri="{FF2B5EF4-FFF2-40B4-BE49-F238E27FC236}">
                  <a16:creationId xmlns:a16="http://schemas.microsoft.com/office/drawing/2014/main" id="{E481239A-34D9-F651-FB78-2AA655982CB7}"/>
                </a:ext>
              </a:extLst>
            </p:cNvPr>
            <p:cNvSpPr/>
            <p:nvPr/>
          </p:nvSpPr>
          <p:spPr>
            <a:xfrm>
              <a:off x="7932391" y="4713876"/>
              <a:ext cx="2388" cy="2866"/>
            </a:xfrm>
            <a:custGeom>
              <a:avLst/>
              <a:gdLst>
                <a:gd name="csX0" fmla="*/ 2389 w 2388"/>
                <a:gd name="csY0" fmla="*/ 1911 h 2866"/>
                <a:gd name="csX1" fmla="*/ 2389 w 2388"/>
                <a:gd name="csY1" fmla="*/ 2867 h 2866"/>
                <a:gd name="csX2" fmla="*/ 955 w 2388"/>
                <a:gd name="csY2" fmla="*/ 2389 h 2866"/>
                <a:gd name="csX3" fmla="*/ 0 w 2388"/>
                <a:gd name="csY3" fmla="*/ 1433 h 2866"/>
                <a:gd name="csX4" fmla="*/ 955 w 2388"/>
                <a:gd name="csY4" fmla="*/ 478 h 2866"/>
                <a:gd name="csX5" fmla="*/ 1433 w 2388"/>
                <a:gd name="csY5" fmla="*/ 0 h 2866"/>
                <a:gd name="csX6" fmla="*/ 1911 w 2388"/>
                <a:gd name="csY6" fmla="*/ 1433 h 2866"/>
                <a:gd name="csX7" fmla="*/ 2389 w 2388"/>
                <a:gd name="csY7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866">
                  <a:moveTo>
                    <a:pt x="2389" y="1911"/>
                  </a:moveTo>
                  <a:lnTo>
                    <a:pt x="2389" y="2867"/>
                  </a:lnTo>
                  <a:lnTo>
                    <a:pt x="955" y="2389"/>
                  </a:lnTo>
                  <a:lnTo>
                    <a:pt x="0" y="1433"/>
                  </a:lnTo>
                  <a:lnTo>
                    <a:pt x="955" y="478"/>
                  </a:lnTo>
                  <a:lnTo>
                    <a:pt x="1433" y="0"/>
                  </a:lnTo>
                  <a:lnTo>
                    <a:pt x="1911" y="1433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1" name="Freeform 4540">
              <a:extLst>
                <a:ext uri="{FF2B5EF4-FFF2-40B4-BE49-F238E27FC236}">
                  <a16:creationId xmlns:a16="http://schemas.microsoft.com/office/drawing/2014/main" id="{2E7A3FCD-20D2-57C2-DE9C-39B53B088EB5}"/>
                </a:ext>
              </a:extLst>
            </p:cNvPr>
            <p:cNvSpPr/>
            <p:nvPr/>
          </p:nvSpPr>
          <p:spPr>
            <a:xfrm>
              <a:off x="7920448" y="4713398"/>
              <a:ext cx="9076" cy="5732"/>
            </a:xfrm>
            <a:custGeom>
              <a:avLst/>
              <a:gdLst>
                <a:gd name="csX0" fmla="*/ 9077 w 9076"/>
                <a:gd name="csY0" fmla="*/ 5255 h 5732"/>
                <a:gd name="csX1" fmla="*/ 8599 w 9076"/>
                <a:gd name="csY1" fmla="*/ 5733 h 5732"/>
                <a:gd name="csX2" fmla="*/ 7644 w 9076"/>
                <a:gd name="csY2" fmla="*/ 5733 h 5732"/>
                <a:gd name="csX3" fmla="*/ 6688 w 9076"/>
                <a:gd name="csY3" fmla="*/ 5255 h 5732"/>
                <a:gd name="csX4" fmla="*/ 5255 w 9076"/>
                <a:gd name="csY4" fmla="*/ 4300 h 5732"/>
                <a:gd name="csX5" fmla="*/ 3821 w 9076"/>
                <a:gd name="csY5" fmla="*/ 3344 h 5732"/>
                <a:gd name="csX6" fmla="*/ 1911 w 9076"/>
                <a:gd name="csY6" fmla="*/ 2389 h 5732"/>
                <a:gd name="csX7" fmla="*/ 478 w 9076"/>
                <a:gd name="csY7" fmla="*/ 2389 h 5732"/>
                <a:gd name="csX8" fmla="*/ 0 w 9076"/>
                <a:gd name="csY8" fmla="*/ 1911 h 5732"/>
                <a:gd name="csX9" fmla="*/ 478 w 9076"/>
                <a:gd name="csY9" fmla="*/ 0 h 5732"/>
                <a:gd name="csX10" fmla="*/ 1911 w 9076"/>
                <a:gd name="csY10" fmla="*/ 0 h 5732"/>
                <a:gd name="csX11" fmla="*/ 5733 w 9076"/>
                <a:gd name="csY11" fmla="*/ 1911 h 5732"/>
                <a:gd name="csX12" fmla="*/ 7166 w 9076"/>
                <a:gd name="csY12" fmla="*/ 2866 h 5732"/>
                <a:gd name="csX13" fmla="*/ 9077 w 9076"/>
                <a:gd name="csY13" fmla="*/ 5255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076" h="5732">
                  <a:moveTo>
                    <a:pt x="9077" y="5255"/>
                  </a:moveTo>
                  <a:lnTo>
                    <a:pt x="8599" y="5733"/>
                  </a:lnTo>
                  <a:lnTo>
                    <a:pt x="7644" y="5733"/>
                  </a:lnTo>
                  <a:lnTo>
                    <a:pt x="6688" y="5255"/>
                  </a:lnTo>
                  <a:lnTo>
                    <a:pt x="5255" y="4300"/>
                  </a:lnTo>
                  <a:lnTo>
                    <a:pt x="3821" y="3344"/>
                  </a:lnTo>
                  <a:lnTo>
                    <a:pt x="1911" y="2389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5733" y="1911"/>
                  </a:lnTo>
                  <a:lnTo>
                    <a:pt x="7166" y="2866"/>
                  </a:lnTo>
                  <a:lnTo>
                    <a:pt x="9077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2" name="Freeform 4541">
              <a:extLst>
                <a:ext uri="{FF2B5EF4-FFF2-40B4-BE49-F238E27FC236}">
                  <a16:creationId xmlns:a16="http://schemas.microsoft.com/office/drawing/2014/main" id="{C2EC65CC-8838-5248-34B1-BF47D974BF7F}"/>
                </a:ext>
              </a:extLst>
            </p:cNvPr>
            <p:cNvSpPr/>
            <p:nvPr/>
          </p:nvSpPr>
          <p:spPr>
            <a:xfrm>
              <a:off x="7944812" y="4713398"/>
              <a:ext cx="4299" cy="3344"/>
            </a:xfrm>
            <a:custGeom>
              <a:avLst/>
              <a:gdLst>
                <a:gd name="csX0" fmla="*/ 1911 w 4299"/>
                <a:gd name="csY0" fmla="*/ 0 h 3344"/>
                <a:gd name="csX1" fmla="*/ 2866 w 4299"/>
                <a:gd name="csY1" fmla="*/ 478 h 3344"/>
                <a:gd name="csX2" fmla="*/ 4300 w 4299"/>
                <a:gd name="csY2" fmla="*/ 0 h 3344"/>
                <a:gd name="csX3" fmla="*/ 4300 w 4299"/>
                <a:gd name="csY3" fmla="*/ 956 h 3344"/>
                <a:gd name="csX4" fmla="*/ 3822 w 4299"/>
                <a:gd name="csY4" fmla="*/ 1433 h 3344"/>
                <a:gd name="csX5" fmla="*/ 2866 w 4299"/>
                <a:gd name="csY5" fmla="*/ 3344 h 3344"/>
                <a:gd name="csX6" fmla="*/ 478 w 4299"/>
                <a:gd name="csY6" fmla="*/ 2866 h 3344"/>
                <a:gd name="csX7" fmla="*/ 0 w 4299"/>
                <a:gd name="csY7" fmla="*/ 2389 h 3344"/>
                <a:gd name="csX8" fmla="*/ 0 w 4299"/>
                <a:gd name="csY8" fmla="*/ 1911 h 3344"/>
                <a:gd name="csX9" fmla="*/ 478 w 4299"/>
                <a:gd name="csY9" fmla="*/ 1433 h 3344"/>
                <a:gd name="csX10" fmla="*/ 478 w 4299"/>
                <a:gd name="csY10" fmla="*/ 478 h 3344"/>
                <a:gd name="csX11" fmla="*/ 1433 w 4299"/>
                <a:gd name="csY11" fmla="*/ 478 h 3344"/>
                <a:gd name="csX12" fmla="*/ 1911 w 4299"/>
                <a:gd name="csY1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3344">
                  <a:moveTo>
                    <a:pt x="1911" y="0"/>
                  </a:moveTo>
                  <a:lnTo>
                    <a:pt x="2866" y="478"/>
                  </a:lnTo>
                  <a:lnTo>
                    <a:pt x="4300" y="0"/>
                  </a:lnTo>
                  <a:lnTo>
                    <a:pt x="4300" y="956"/>
                  </a:lnTo>
                  <a:lnTo>
                    <a:pt x="3822" y="1433"/>
                  </a:lnTo>
                  <a:lnTo>
                    <a:pt x="2866" y="3344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478" y="478"/>
                  </a:lnTo>
                  <a:lnTo>
                    <a:pt x="1433" y="478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3" name="Freeform 4542">
              <a:extLst>
                <a:ext uri="{FF2B5EF4-FFF2-40B4-BE49-F238E27FC236}">
                  <a16:creationId xmlns:a16="http://schemas.microsoft.com/office/drawing/2014/main" id="{29644DF4-5AE0-9A71-54F2-1D67CA0B33C6}"/>
                </a:ext>
              </a:extLst>
            </p:cNvPr>
            <p:cNvSpPr/>
            <p:nvPr/>
          </p:nvSpPr>
          <p:spPr>
            <a:xfrm>
              <a:off x="7951023" y="4712443"/>
              <a:ext cx="8121" cy="7165"/>
            </a:xfrm>
            <a:custGeom>
              <a:avLst/>
              <a:gdLst>
                <a:gd name="csX0" fmla="*/ 6688 w 8121"/>
                <a:gd name="csY0" fmla="*/ 0 h 7165"/>
                <a:gd name="csX1" fmla="*/ 6688 w 8121"/>
                <a:gd name="csY1" fmla="*/ 1433 h 7165"/>
                <a:gd name="csX2" fmla="*/ 8121 w 8121"/>
                <a:gd name="csY2" fmla="*/ 2389 h 7165"/>
                <a:gd name="csX3" fmla="*/ 8121 w 8121"/>
                <a:gd name="csY3" fmla="*/ 3344 h 7165"/>
                <a:gd name="csX4" fmla="*/ 8121 w 8121"/>
                <a:gd name="csY4" fmla="*/ 4777 h 7165"/>
                <a:gd name="csX5" fmla="*/ 7166 w 8121"/>
                <a:gd name="csY5" fmla="*/ 6688 h 7165"/>
                <a:gd name="csX6" fmla="*/ 6688 w 8121"/>
                <a:gd name="csY6" fmla="*/ 7166 h 7165"/>
                <a:gd name="csX7" fmla="*/ 5255 w 8121"/>
                <a:gd name="csY7" fmla="*/ 6688 h 7165"/>
                <a:gd name="csX8" fmla="*/ 4777 w 8121"/>
                <a:gd name="csY8" fmla="*/ 6210 h 7165"/>
                <a:gd name="csX9" fmla="*/ 4299 w 8121"/>
                <a:gd name="csY9" fmla="*/ 5733 h 7165"/>
                <a:gd name="csX10" fmla="*/ 4777 w 8121"/>
                <a:gd name="csY10" fmla="*/ 5255 h 7165"/>
                <a:gd name="csX11" fmla="*/ 3821 w 8121"/>
                <a:gd name="csY11" fmla="*/ 4777 h 7165"/>
                <a:gd name="csX12" fmla="*/ 4299 w 8121"/>
                <a:gd name="csY12" fmla="*/ 4300 h 7165"/>
                <a:gd name="csX13" fmla="*/ 3821 w 8121"/>
                <a:gd name="csY13" fmla="*/ 3344 h 7165"/>
                <a:gd name="csX14" fmla="*/ 955 w 8121"/>
                <a:gd name="csY14" fmla="*/ 3822 h 7165"/>
                <a:gd name="csX15" fmla="*/ 0 w 8121"/>
                <a:gd name="csY15" fmla="*/ 3822 h 7165"/>
                <a:gd name="csX16" fmla="*/ 0 w 8121"/>
                <a:gd name="csY16" fmla="*/ 2867 h 7165"/>
                <a:gd name="csX17" fmla="*/ 0 w 8121"/>
                <a:gd name="csY17" fmla="*/ 2389 h 7165"/>
                <a:gd name="csX18" fmla="*/ 2389 w 8121"/>
                <a:gd name="csY18" fmla="*/ 956 h 7165"/>
                <a:gd name="csX19" fmla="*/ 3821 w 8121"/>
                <a:gd name="csY19" fmla="*/ 478 h 7165"/>
                <a:gd name="csX20" fmla="*/ 5255 w 8121"/>
                <a:gd name="csY20" fmla="*/ 956 h 7165"/>
                <a:gd name="csX21" fmla="*/ 6688 w 8121"/>
                <a:gd name="csY21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121" h="7165">
                  <a:moveTo>
                    <a:pt x="6688" y="0"/>
                  </a:moveTo>
                  <a:lnTo>
                    <a:pt x="6688" y="1433"/>
                  </a:lnTo>
                  <a:lnTo>
                    <a:pt x="8121" y="2389"/>
                  </a:lnTo>
                  <a:lnTo>
                    <a:pt x="8121" y="3344"/>
                  </a:lnTo>
                  <a:lnTo>
                    <a:pt x="8121" y="4777"/>
                  </a:lnTo>
                  <a:lnTo>
                    <a:pt x="7166" y="6688"/>
                  </a:lnTo>
                  <a:lnTo>
                    <a:pt x="6688" y="7166"/>
                  </a:lnTo>
                  <a:lnTo>
                    <a:pt x="5255" y="6688"/>
                  </a:lnTo>
                  <a:lnTo>
                    <a:pt x="4777" y="6210"/>
                  </a:lnTo>
                  <a:lnTo>
                    <a:pt x="4299" y="5733"/>
                  </a:lnTo>
                  <a:lnTo>
                    <a:pt x="4777" y="5255"/>
                  </a:lnTo>
                  <a:lnTo>
                    <a:pt x="3821" y="4777"/>
                  </a:lnTo>
                  <a:lnTo>
                    <a:pt x="4299" y="4300"/>
                  </a:lnTo>
                  <a:lnTo>
                    <a:pt x="3821" y="3344"/>
                  </a:lnTo>
                  <a:lnTo>
                    <a:pt x="955" y="3822"/>
                  </a:lnTo>
                  <a:lnTo>
                    <a:pt x="0" y="3822"/>
                  </a:lnTo>
                  <a:lnTo>
                    <a:pt x="0" y="2867"/>
                  </a:lnTo>
                  <a:lnTo>
                    <a:pt x="0" y="2389"/>
                  </a:lnTo>
                  <a:lnTo>
                    <a:pt x="2389" y="956"/>
                  </a:lnTo>
                  <a:lnTo>
                    <a:pt x="3821" y="478"/>
                  </a:lnTo>
                  <a:lnTo>
                    <a:pt x="5255" y="956"/>
                  </a:lnTo>
                  <a:lnTo>
                    <a:pt x="668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4" name="Freeform 4543">
              <a:extLst>
                <a:ext uri="{FF2B5EF4-FFF2-40B4-BE49-F238E27FC236}">
                  <a16:creationId xmlns:a16="http://schemas.microsoft.com/office/drawing/2014/main" id="{B2BC670D-FD5D-CFD2-72B2-92B7EF4BB67F}"/>
                </a:ext>
              </a:extLst>
            </p:cNvPr>
            <p:cNvSpPr/>
            <p:nvPr/>
          </p:nvSpPr>
          <p:spPr>
            <a:xfrm>
              <a:off x="7910893" y="4709098"/>
              <a:ext cx="4299" cy="8121"/>
            </a:xfrm>
            <a:custGeom>
              <a:avLst/>
              <a:gdLst>
                <a:gd name="csX0" fmla="*/ 4300 w 4299"/>
                <a:gd name="csY0" fmla="*/ 7644 h 8121"/>
                <a:gd name="csX1" fmla="*/ 3344 w 4299"/>
                <a:gd name="csY1" fmla="*/ 8121 h 8121"/>
                <a:gd name="csX2" fmla="*/ 1911 w 4299"/>
                <a:gd name="csY2" fmla="*/ 7166 h 8121"/>
                <a:gd name="csX3" fmla="*/ 955 w 4299"/>
                <a:gd name="csY3" fmla="*/ 6211 h 8121"/>
                <a:gd name="csX4" fmla="*/ 478 w 4299"/>
                <a:gd name="csY4" fmla="*/ 4777 h 8121"/>
                <a:gd name="csX5" fmla="*/ 478 w 4299"/>
                <a:gd name="csY5" fmla="*/ 2867 h 8121"/>
                <a:gd name="csX6" fmla="*/ 0 w 4299"/>
                <a:gd name="csY6" fmla="*/ 956 h 8121"/>
                <a:gd name="csX7" fmla="*/ 478 w 4299"/>
                <a:gd name="csY7" fmla="*/ 0 h 8121"/>
                <a:gd name="csX8" fmla="*/ 955 w 4299"/>
                <a:gd name="csY8" fmla="*/ 0 h 8121"/>
                <a:gd name="csX9" fmla="*/ 2866 w 4299"/>
                <a:gd name="csY9" fmla="*/ 956 h 8121"/>
                <a:gd name="csX10" fmla="*/ 3821 w 4299"/>
                <a:gd name="csY10" fmla="*/ 2867 h 8121"/>
                <a:gd name="csX11" fmla="*/ 4300 w 4299"/>
                <a:gd name="csY11" fmla="*/ 3344 h 8121"/>
                <a:gd name="csX12" fmla="*/ 4300 w 4299"/>
                <a:gd name="csY12" fmla="*/ 4777 h 8121"/>
                <a:gd name="csX13" fmla="*/ 4300 w 4299"/>
                <a:gd name="csY13" fmla="*/ 6211 h 8121"/>
                <a:gd name="csX14" fmla="*/ 4300 w 4299"/>
                <a:gd name="csY14" fmla="*/ 7644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299" h="8121">
                  <a:moveTo>
                    <a:pt x="4300" y="7644"/>
                  </a:moveTo>
                  <a:lnTo>
                    <a:pt x="3344" y="8121"/>
                  </a:lnTo>
                  <a:lnTo>
                    <a:pt x="1911" y="7166"/>
                  </a:lnTo>
                  <a:lnTo>
                    <a:pt x="955" y="6211"/>
                  </a:lnTo>
                  <a:lnTo>
                    <a:pt x="478" y="4777"/>
                  </a:lnTo>
                  <a:lnTo>
                    <a:pt x="478" y="2867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2866" y="956"/>
                  </a:lnTo>
                  <a:lnTo>
                    <a:pt x="3821" y="2867"/>
                  </a:lnTo>
                  <a:lnTo>
                    <a:pt x="4300" y="3344"/>
                  </a:lnTo>
                  <a:lnTo>
                    <a:pt x="4300" y="4777"/>
                  </a:lnTo>
                  <a:lnTo>
                    <a:pt x="4300" y="6211"/>
                  </a:lnTo>
                  <a:lnTo>
                    <a:pt x="4300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5" name="Freeform 4544">
              <a:extLst>
                <a:ext uri="{FF2B5EF4-FFF2-40B4-BE49-F238E27FC236}">
                  <a16:creationId xmlns:a16="http://schemas.microsoft.com/office/drawing/2014/main" id="{9BD49796-DDBE-DD5F-6E6F-1A1436E078B8}"/>
                </a:ext>
              </a:extLst>
            </p:cNvPr>
            <p:cNvSpPr/>
            <p:nvPr/>
          </p:nvSpPr>
          <p:spPr>
            <a:xfrm>
              <a:off x="7809137" y="4706710"/>
              <a:ext cx="16720" cy="17676"/>
            </a:xfrm>
            <a:custGeom>
              <a:avLst/>
              <a:gdLst>
                <a:gd name="csX0" fmla="*/ 7644 w 16720"/>
                <a:gd name="csY0" fmla="*/ 1433 h 17676"/>
                <a:gd name="csX1" fmla="*/ 11943 w 16720"/>
                <a:gd name="csY1" fmla="*/ 6211 h 17676"/>
                <a:gd name="csX2" fmla="*/ 13854 w 16720"/>
                <a:gd name="csY2" fmla="*/ 7166 h 17676"/>
                <a:gd name="csX3" fmla="*/ 16243 w 16720"/>
                <a:gd name="csY3" fmla="*/ 9555 h 17676"/>
                <a:gd name="csX4" fmla="*/ 16721 w 16720"/>
                <a:gd name="csY4" fmla="*/ 10032 h 17676"/>
                <a:gd name="csX5" fmla="*/ 16243 w 16720"/>
                <a:gd name="csY5" fmla="*/ 11943 h 17676"/>
                <a:gd name="csX6" fmla="*/ 15765 w 16720"/>
                <a:gd name="csY6" fmla="*/ 16721 h 17676"/>
                <a:gd name="csX7" fmla="*/ 14332 w 16720"/>
                <a:gd name="csY7" fmla="*/ 17676 h 17676"/>
                <a:gd name="csX8" fmla="*/ 11943 w 16720"/>
                <a:gd name="csY8" fmla="*/ 17198 h 17676"/>
                <a:gd name="csX9" fmla="*/ 11943 w 16720"/>
                <a:gd name="csY9" fmla="*/ 16243 h 17676"/>
                <a:gd name="csX10" fmla="*/ 10032 w 16720"/>
                <a:gd name="csY10" fmla="*/ 12899 h 17676"/>
                <a:gd name="csX11" fmla="*/ 7166 w 16720"/>
                <a:gd name="csY11" fmla="*/ 10988 h 17676"/>
                <a:gd name="csX12" fmla="*/ 6211 w 16720"/>
                <a:gd name="csY12" fmla="*/ 10510 h 17676"/>
                <a:gd name="csX13" fmla="*/ 5733 w 16720"/>
                <a:gd name="csY13" fmla="*/ 8599 h 17676"/>
                <a:gd name="csX14" fmla="*/ 4300 w 16720"/>
                <a:gd name="csY14" fmla="*/ 6211 h 17676"/>
                <a:gd name="csX15" fmla="*/ 0 w 16720"/>
                <a:gd name="csY15" fmla="*/ 1911 h 17676"/>
                <a:gd name="csX16" fmla="*/ 2866 w 16720"/>
                <a:gd name="csY16" fmla="*/ 1911 h 17676"/>
                <a:gd name="csX17" fmla="*/ 4777 w 16720"/>
                <a:gd name="csY17" fmla="*/ 956 h 17676"/>
                <a:gd name="csX18" fmla="*/ 5255 w 16720"/>
                <a:gd name="csY18" fmla="*/ 478 h 17676"/>
                <a:gd name="csX19" fmla="*/ 5255 w 16720"/>
                <a:gd name="csY19" fmla="*/ 0 h 17676"/>
                <a:gd name="csX20" fmla="*/ 7644 w 16720"/>
                <a:gd name="csY20" fmla="*/ 1433 h 1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6720" h="17676">
                  <a:moveTo>
                    <a:pt x="7644" y="1433"/>
                  </a:moveTo>
                  <a:lnTo>
                    <a:pt x="11943" y="6211"/>
                  </a:lnTo>
                  <a:lnTo>
                    <a:pt x="13854" y="7166"/>
                  </a:lnTo>
                  <a:lnTo>
                    <a:pt x="16243" y="9555"/>
                  </a:lnTo>
                  <a:lnTo>
                    <a:pt x="16721" y="10032"/>
                  </a:lnTo>
                  <a:lnTo>
                    <a:pt x="16243" y="11943"/>
                  </a:lnTo>
                  <a:lnTo>
                    <a:pt x="15765" y="16721"/>
                  </a:lnTo>
                  <a:lnTo>
                    <a:pt x="14332" y="17676"/>
                  </a:lnTo>
                  <a:lnTo>
                    <a:pt x="11943" y="17198"/>
                  </a:lnTo>
                  <a:lnTo>
                    <a:pt x="11943" y="16243"/>
                  </a:lnTo>
                  <a:lnTo>
                    <a:pt x="10032" y="12899"/>
                  </a:lnTo>
                  <a:lnTo>
                    <a:pt x="7166" y="10988"/>
                  </a:lnTo>
                  <a:lnTo>
                    <a:pt x="6211" y="10510"/>
                  </a:lnTo>
                  <a:lnTo>
                    <a:pt x="5733" y="8599"/>
                  </a:lnTo>
                  <a:lnTo>
                    <a:pt x="4300" y="6211"/>
                  </a:lnTo>
                  <a:lnTo>
                    <a:pt x="0" y="1911"/>
                  </a:lnTo>
                  <a:lnTo>
                    <a:pt x="2866" y="1911"/>
                  </a:lnTo>
                  <a:lnTo>
                    <a:pt x="4777" y="956"/>
                  </a:lnTo>
                  <a:lnTo>
                    <a:pt x="5255" y="478"/>
                  </a:lnTo>
                  <a:lnTo>
                    <a:pt x="5255" y="0"/>
                  </a:lnTo>
                  <a:lnTo>
                    <a:pt x="764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6" name="Freeform 4545">
              <a:extLst>
                <a:ext uri="{FF2B5EF4-FFF2-40B4-BE49-F238E27FC236}">
                  <a16:creationId xmlns:a16="http://schemas.microsoft.com/office/drawing/2014/main" id="{9308EF37-04AC-D1BF-4CB9-8BF16AF37DC9}"/>
                </a:ext>
              </a:extLst>
            </p:cNvPr>
            <p:cNvSpPr/>
            <p:nvPr/>
          </p:nvSpPr>
          <p:spPr>
            <a:xfrm>
              <a:off x="7907071" y="4705277"/>
              <a:ext cx="9554" cy="5255"/>
            </a:xfrm>
            <a:custGeom>
              <a:avLst/>
              <a:gdLst>
                <a:gd name="csX0" fmla="*/ 9077 w 9554"/>
                <a:gd name="csY0" fmla="*/ 2867 h 5255"/>
                <a:gd name="csX1" fmla="*/ 9555 w 9554"/>
                <a:gd name="csY1" fmla="*/ 5255 h 5255"/>
                <a:gd name="csX2" fmla="*/ 7644 w 9554"/>
                <a:gd name="csY2" fmla="*/ 4777 h 5255"/>
                <a:gd name="csX3" fmla="*/ 6688 w 9554"/>
                <a:gd name="csY3" fmla="*/ 3822 h 5255"/>
                <a:gd name="csX4" fmla="*/ 4777 w 9554"/>
                <a:gd name="csY4" fmla="*/ 2867 h 5255"/>
                <a:gd name="csX5" fmla="*/ 2866 w 9554"/>
                <a:gd name="csY5" fmla="*/ 2867 h 5255"/>
                <a:gd name="csX6" fmla="*/ 956 w 9554"/>
                <a:gd name="csY6" fmla="*/ 2389 h 5255"/>
                <a:gd name="csX7" fmla="*/ 0 w 9554"/>
                <a:gd name="csY7" fmla="*/ 956 h 5255"/>
                <a:gd name="csX8" fmla="*/ 0 w 9554"/>
                <a:gd name="csY8" fmla="*/ 478 h 5255"/>
                <a:gd name="csX9" fmla="*/ 0 w 9554"/>
                <a:gd name="csY9" fmla="*/ 0 h 5255"/>
                <a:gd name="csX10" fmla="*/ 478 w 9554"/>
                <a:gd name="csY10" fmla="*/ 0 h 5255"/>
                <a:gd name="csX11" fmla="*/ 8599 w 9554"/>
                <a:gd name="csY11" fmla="*/ 1911 h 5255"/>
                <a:gd name="csX12" fmla="*/ 9077 w 9554"/>
                <a:gd name="csY12" fmla="*/ 2867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554" h="5255">
                  <a:moveTo>
                    <a:pt x="9077" y="2867"/>
                  </a:moveTo>
                  <a:lnTo>
                    <a:pt x="9555" y="5255"/>
                  </a:lnTo>
                  <a:lnTo>
                    <a:pt x="7644" y="4777"/>
                  </a:lnTo>
                  <a:lnTo>
                    <a:pt x="6688" y="3822"/>
                  </a:lnTo>
                  <a:lnTo>
                    <a:pt x="4777" y="2867"/>
                  </a:lnTo>
                  <a:lnTo>
                    <a:pt x="2866" y="2867"/>
                  </a:lnTo>
                  <a:lnTo>
                    <a:pt x="956" y="2389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8599" y="1911"/>
                  </a:lnTo>
                  <a:lnTo>
                    <a:pt x="9077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7" name="Freeform 4546">
              <a:extLst>
                <a:ext uri="{FF2B5EF4-FFF2-40B4-BE49-F238E27FC236}">
                  <a16:creationId xmlns:a16="http://schemas.microsoft.com/office/drawing/2014/main" id="{56705A77-2CDA-A05E-03F5-DDDBC3751EC0}"/>
                </a:ext>
              </a:extLst>
            </p:cNvPr>
            <p:cNvSpPr/>
            <p:nvPr/>
          </p:nvSpPr>
          <p:spPr>
            <a:xfrm>
              <a:off x="8239571" y="4703844"/>
              <a:ext cx="127554" cy="133764"/>
            </a:xfrm>
            <a:custGeom>
              <a:avLst/>
              <a:gdLst>
                <a:gd name="csX0" fmla="*/ 120866 w 127554"/>
                <a:gd name="csY0" fmla="*/ 12899 h 133764"/>
                <a:gd name="csX1" fmla="*/ 117044 w 127554"/>
                <a:gd name="csY1" fmla="*/ 15765 h 133764"/>
                <a:gd name="csX2" fmla="*/ 116088 w 127554"/>
                <a:gd name="csY2" fmla="*/ 17198 h 133764"/>
                <a:gd name="csX3" fmla="*/ 114655 w 127554"/>
                <a:gd name="csY3" fmla="*/ 18632 h 133764"/>
                <a:gd name="csX4" fmla="*/ 113222 w 127554"/>
                <a:gd name="csY4" fmla="*/ 20542 h 133764"/>
                <a:gd name="csX5" fmla="*/ 111789 w 127554"/>
                <a:gd name="csY5" fmla="*/ 21975 h 133764"/>
                <a:gd name="csX6" fmla="*/ 110834 w 127554"/>
                <a:gd name="csY6" fmla="*/ 22931 h 133764"/>
                <a:gd name="csX7" fmla="*/ 108923 w 127554"/>
                <a:gd name="csY7" fmla="*/ 23409 h 133764"/>
                <a:gd name="csX8" fmla="*/ 107489 w 127554"/>
                <a:gd name="csY8" fmla="*/ 23886 h 133764"/>
                <a:gd name="csX9" fmla="*/ 105100 w 127554"/>
                <a:gd name="csY9" fmla="*/ 23886 h 133764"/>
                <a:gd name="csX10" fmla="*/ 98413 w 127554"/>
                <a:gd name="csY10" fmla="*/ 25320 h 133764"/>
                <a:gd name="csX11" fmla="*/ 96024 w 127554"/>
                <a:gd name="csY11" fmla="*/ 25320 h 133764"/>
                <a:gd name="csX12" fmla="*/ 93635 w 127554"/>
                <a:gd name="csY12" fmla="*/ 25320 h 133764"/>
                <a:gd name="csX13" fmla="*/ 89813 w 127554"/>
                <a:gd name="csY13" fmla="*/ 24842 h 133764"/>
                <a:gd name="csX14" fmla="*/ 88858 w 127554"/>
                <a:gd name="csY14" fmla="*/ 24842 h 133764"/>
                <a:gd name="csX15" fmla="*/ 86947 w 127554"/>
                <a:gd name="csY15" fmla="*/ 23409 h 133764"/>
                <a:gd name="csX16" fmla="*/ 85036 w 127554"/>
                <a:gd name="csY16" fmla="*/ 21975 h 133764"/>
                <a:gd name="csX17" fmla="*/ 83125 w 127554"/>
                <a:gd name="csY17" fmla="*/ 21975 h 133764"/>
                <a:gd name="csX18" fmla="*/ 81692 w 127554"/>
                <a:gd name="csY18" fmla="*/ 21975 h 133764"/>
                <a:gd name="csX19" fmla="*/ 69271 w 127554"/>
                <a:gd name="csY19" fmla="*/ 21975 h 133764"/>
                <a:gd name="csX20" fmla="*/ 64972 w 127554"/>
                <a:gd name="csY20" fmla="*/ 22453 h 133764"/>
                <a:gd name="csX21" fmla="*/ 60672 w 127554"/>
                <a:gd name="csY21" fmla="*/ 22931 h 133764"/>
                <a:gd name="csX22" fmla="*/ 58283 w 127554"/>
                <a:gd name="csY22" fmla="*/ 22453 h 133764"/>
                <a:gd name="csX23" fmla="*/ 55895 w 127554"/>
                <a:gd name="csY23" fmla="*/ 21975 h 133764"/>
                <a:gd name="csX24" fmla="*/ 53984 w 127554"/>
                <a:gd name="csY24" fmla="*/ 21498 h 133764"/>
                <a:gd name="csX25" fmla="*/ 52073 w 127554"/>
                <a:gd name="csY25" fmla="*/ 21975 h 133764"/>
                <a:gd name="csX26" fmla="*/ 43951 w 127554"/>
                <a:gd name="csY26" fmla="*/ 22931 h 133764"/>
                <a:gd name="csX27" fmla="*/ 42040 w 127554"/>
                <a:gd name="csY27" fmla="*/ 22453 h 133764"/>
                <a:gd name="csX28" fmla="*/ 37741 w 127554"/>
                <a:gd name="csY28" fmla="*/ 21498 h 133764"/>
                <a:gd name="csX29" fmla="*/ 35352 w 127554"/>
                <a:gd name="csY29" fmla="*/ 21020 h 133764"/>
                <a:gd name="csX30" fmla="*/ 32963 w 127554"/>
                <a:gd name="csY30" fmla="*/ 21498 h 133764"/>
                <a:gd name="csX31" fmla="*/ 30575 w 127554"/>
                <a:gd name="csY31" fmla="*/ 22453 h 133764"/>
                <a:gd name="csX32" fmla="*/ 30097 w 127554"/>
                <a:gd name="csY32" fmla="*/ 23409 h 133764"/>
                <a:gd name="csX33" fmla="*/ 27709 w 127554"/>
                <a:gd name="csY33" fmla="*/ 25798 h 133764"/>
                <a:gd name="csX34" fmla="*/ 26275 w 127554"/>
                <a:gd name="csY34" fmla="*/ 27708 h 133764"/>
                <a:gd name="csX35" fmla="*/ 25320 w 127554"/>
                <a:gd name="csY35" fmla="*/ 30097 h 133764"/>
                <a:gd name="csX36" fmla="*/ 24842 w 127554"/>
                <a:gd name="csY36" fmla="*/ 32486 h 133764"/>
                <a:gd name="csX37" fmla="*/ 24365 w 127554"/>
                <a:gd name="csY37" fmla="*/ 34397 h 133764"/>
                <a:gd name="csX38" fmla="*/ 24365 w 127554"/>
                <a:gd name="csY38" fmla="*/ 36307 h 133764"/>
                <a:gd name="csX39" fmla="*/ 24365 w 127554"/>
                <a:gd name="csY39" fmla="*/ 38696 h 133764"/>
                <a:gd name="csX40" fmla="*/ 25320 w 127554"/>
                <a:gd name="csY40" fmla="*/ 40607 h 133764"/>
                <a:gd name="csX41" fmla="*/ 25798 w 127554"/>
                <a:gd name="csY41" fmla="*/ 42518 h 133764"/>
                <a:gd name="csX42" fmla="*/ 28664 w 127554"/>
                <a:gd name="csY42" fmla="*/ 46340 h 133764"/>
                <a:gd name="csX43" fmla="*/ 29142 w 127554"/>
                <a:gd name="csY43" fmla="*/ 46817 h 133764"/>
                <a:gd name="csX44" fmla="*/ 32486 w 127554"/>
                <a:gd name="csY44" fmla="*/ 48251 h 133764"/>
                <a:gd name="csX45" fmla="*/ 34397 w 127554"/>
                <a:gd name="csY45" fmla="*/ 49684 h 133764"/>
                <a:gd name="csX46" fmla="*/ 35830 w 127554"/>
                <a:gd name="csY46" fmla="*/ 53506 h 133764"/>
                <a:gd name="csX47" fmla="*/ 37263 w 127554"/>
                <a:gd name="csY47" fmla="*/ 55417 h 133764"/>
                <a:gd name="csX48" fmla="*/ 38218 w 127554"/>
                <a:gd name="csY48" fmla="*/ 55417 h 133764"/>
                <a:gd name="csX49" fmla="*/ 39652 w 127554"/>
                <a:gd name="csY49" fmla="*/ 55417 h 133764"/>
                <a:gd name="csX50" fmla="*/ 42040 w 127554"/>
                <a:gd name="csY50" fmla="*/ 55417 h 133764"/>
                <a:gd name="csX51" fmla="*/ 44429 w 127554"/>
                <a:gd name="csY51" fmla="*/ 56372 h 133764"/>
                <a:gd name="csX52" fmla="*/ 46818 w 127554"/>
                <a:gd name="csY52" fmla="*/ 54939 h 133764"/>
                <a:gd name="csX53" fmla="*/ 47773 w 127554"/>
                <a:gd name="csY53" fmla="*/ 52550 h 133764"/>
                <a:gd name="csX54" fmla="*/ 49206 w 127554"/>
                <a:gd name="csY54" fmla="*/ 51117 h 133764"/>
                <a:gd name="csX55" fmla="*/ 52073 w 127554"/>
                <a:gd name="csY55" fmla="*/ 47773 h 133764"/>
                <a:gd name="csX56" fmla="*/ 53984 w 127554"/>
                <a:gd name="csY56" fmla="*/ 46340 h 133764"/>
                <a:gd name="csX57" fmla="*/ 54939 w 127554"/>
                <a:gd name="csY57" fmla="*/ 45862 h 133764"/>
                <a:gd name="csX58" fmla="*/ 56372 w 127554"/>
                <a:gd name="csY58" fmla="*/ 45862 h 133764"/>
                <a:gd name="csX59" fmla="*/ 57328 w 127554"/>
                <a:gd name="csY59" fmla="*/ 46817 h 133764"/>
                <a:gd name="csX60" fmla="*/ 58283 w 127554"/>
                <a:gd name="csY60" fmla="*/ 47295 h 133764"/>
                <a:gd name="csX61" fmla="*/ 60672 w 127554"/>
                <a:gd name="csY61" fmla="*/ 47773 h 133764"/>
                <a:gd name="csX62" fmla="*/ 63061 w 127554"/>
                <a:gd name="csY62" fmla="*/ 47773 h 133764"/>
                <a:gd name="csX63" fmla="*/ 65449 w 127554"/>
                <a:gd name="csY63" fmla="*/ 46340 h 133764"/>
                <a:gd name="csX64" fmla="*/ 66405 w 127554"/>
                <a:gd name="csY64" fmla="*/ 45862 h 133764"/>
                <a:gd name="csX65" fmla="*/ 66882 w 127554"/>
                <a:gd name="csY65" fmla="*/ 44907 h 133764"/>
                <a:gd name="csX66" fmla="*/ 69271 w 127554"/>
                <a:gd name="csY66" fmla="*/ 44429 h 133764"/>
                <a:gd name="csX67" fmla="*/ 74048 w 127554"/>
                <a:gd name="csY67" fmla="*/ 44429 h 133764"/>
                <a:gd name="csX68" fmla="*/ 76437 w 127554"/>
                <a:gd name="csY68" fmla="*/ 44429 h 133764"/>
                <a:gd name="csX69" fmla="*/ 81214 w 127554"/>
                <a:gd name="csY69" fmla="*/ 44429 h 133764"/>
                <a:gd name="csX70" fmla="*/ 81214 w 127554"/>
                <a:gd name="csY70" fmla="*/ 43951 h 133764"/>
                <a:gd name="csX71" fmla="*/ 80259 w 127554"/>
                <a:gd name="csY71" fmla="*/ 42996 h 133764"/>
                <a:gd name="csX72" fmla="*/ 80259 w 127554"/>
                <a:gd name="csY72" fmla="*/ 42518 h 133764"/>
                <a:gd name="csX73" fmla="*/ 80736 w 127554"/>
                <a:gd name="csY73" fmla="*/ 42040 h 133764"/>
                <a:gd name="csX74" fmla="*/ 84081 w 127554"/>
                <a:gd name="csY74" fmla="*/ 41563 h 133764"/>
                <a:gd name="csX75" fmla="*/ 86947 w 127554"/>
                <a:gd name="csY75" fmla="*/ 41085 h 133764"/>
                <a:gd name="csX76" fmla="*/ 88858 w 127554"/>
                <a:gd name="csY76" fmla="*/ 41563 h 133764"/>
                <a:gd name="csX77" fmla="*/ 90769 w 127554"/>
                <a:gd name="csY77" fmla="*/ 42518 h 133764"/>
                <a:gd name="csX78" fmla="*/ 91724 w 127554"/>
                <a:gd name="csY78" fmla="*/ 43473 h 133764"/>
                <a:gd name="csX79" fmla="*/ 92202 w 127554"/>
                <a:gd name="csY79" fmla="*/ 44907 h 133764"/>
                <a:gd name="csX80" fmla="*/ 91247 w 127554"/>
                <a:gd name="csY80" fmla="*/ 48251 h 133764"/>
                <a:gd name="csX81" fmla="*/ 90769 w 127554"/>
                <a:gd name="csY81" fmla="*/ 48728 h 133764"/>
                <a:gd name="csX82" fmla="*/ 89336 w 127554"/>
                <a:gd name="csY82" fmla="*/ 49206 h 133764"/>
                <a:gd name="csX83" fmla="*/ 87902 w 127554"/>
                <a:gd name="csY83" fmla="*/ 48728 h 133764"/>
                <a:gd name="csX84" fmla="*/ 86469 w 127554"/>
                <a:gd name="csY84" fmla="*/ 47295 h 133764"/>
                <a:gd name="csX85" fmla="*/ 84558 w 127554"/>
                <a:gd name="csY85" fmla="*/ 46340 h 133764"/>
                <a:gd name="csX86" fmla="*/ 81692 w 127554"/>
                <a:gd name="csY86" fmla="*/ 46817 h 133764"/>
                <a:gd name="csX87" fmla="*/ 80259 w 127554"/>
                <a:gd name="csY87" fmla="*/ 47295 h 133764"/>
                <a:gd name="csX88" fmla="*/ 79781 w 127554"/>
                <a:gd name="csY88" fmla="*/ 48251 h 133764"/>
                <a:gd name="csX89" fmla="*/ 77870 w 127554"/>
                <a:gd name="csY89" fmla="*/ 49684 h 133764"/>
                <a:gd name="csX90" fmla="*/ 76437 w 127554"/>
                <a:gd name="csY90" fmla="*/ 52073 h 133764"/>
                <a:gd name="csX91" fmla="*/ 73570 w 127554"/>
                <a:gd name="csY91" fmla="*/ 54939 h 133764"/>
                <a:gd name="csX92" fmla="*/ 70227 w 127554"/>
                <a:gd name="csY92" fmla="*/ 57805 h 133764"/>
                <a:gd name="csX93" fmla="*/ 68316 w 127554"/>
                <a:gd name="csY93" fmla="*/ 58761 h 133764"/>
                <a:gd name="csX94" fmla="*/ 66882 w 127554"/>
                <a:gd name="csY94" fmla="*/ 59239 h 133764"/>
                <a:gd name="csX95" fmla="*/ 60672 w 127554"/>
                <a:gd name="csY95" fmla="*/ 61149 h 133764"/>
                <a:gd name="csX96" fmla="*/ 59239 w 127554"/>
                <a:gd name="csY96" fmla="*/ 62582 h 133764"/>
                <a:gd name="csX97" fmla="*/ 57806 w 127554"/>
                <a:gd name="csY97" fmla="*/ 64493 h 133764"/>
                <a:gd name="csX98" fmla="*/ 56850 w 127554"/>
                <a:gd name="csY98" fmla="*/ 64971 h 133764"/>
                <a:gd name="csX99" fmla="*/ 54939 w 127554"/>
                <a:gd name="csY99" fmla="*/ 64971 h 133764"/>
                <a:gd name="csX100" fmla="*/ 53984 w 127554"/>
                <a:gd name="csY100" fmla="*/ 64971 h 133764"/>
                <a:gd name="csX101" fmla="*/ 51595 w 127554"/>
                <a:gd name="csY101" fmla="*/ 64016 h 133764"/>
                <a:gd name="csX102" fmla="*/ 50640 w 127554"/>
                <a:gd name="csY102" fmla="*/ 64493 h 133764"/>
                <a:gd name="csX103" fmla="*/ 50640 w 127554"/>
                <a:gd name="csY103" fmla="*/ 65927 h 133764"/>
                <a:gd name="csX104" fmla="*/ 52073 w 127554"/>
                <a:gd name="csY104" fmla="*/ 66405 h 133764"/>
                <a:gd name="csX105" fmla="*/ 53506 w 127554"/>
                <a:gd name="csY105" fmla="*/ 67838 h 133764"/>
                <a:gd name="csX106" fmla="*/ 54939 w 127554"/>
                <a:gd name="csY106" fmla="*/ 69748 h 133764"/>
                <a:gd name="csX107" fmla="*/ 55895 w 127554"/>
                <a:gd name="csY107" fmla="*/ 70226 h 133764"/>
                <a:gd name="csX108" fmla="*/ 58283 w 127554"/>
                <a:gd name="csY108" fmla="*/ 70704 h 133764"/>
                <a:gd name="csX109" fmla="*/ 59239 w 127554"/>
                <a:gd name="csY109" fmla="*/ 71182 h 133764"/>
                <a:gd name="csX110" fmla="*/ 60672 w 127554"/>
                <a:gd name="csY110" fmla="*/ 73093 h 133764"/>
                <a:gd name="csX111" fmla="*/ 63061 w 127554"/>
                <a:gd name="csY111" fmla="*/ 76437 h 133764"/>
                <a:gd name="csX112" fmla="*/ 64016 w 127554"/>
                <a:gd name="csY112" fmla="*/ 78825 h 133764"/>
                <a:gd name="csX113" fmla="*/ 65449 w 127554"/>
                <a:gd name="csY113" fmla="*/ 80258 h 133764"/>
                <a:gd name="csX114" fmla="*/ 69271 w 127554"/>
                <a:gd name="csY114" fmla="*/ 83125 h 133764"/>
                <a:gd name="csX115" fmla="*/ 69749 w 127554"/>
                <a:gd name="csY115" fmla="*/ 84080 h 133764"/>
                <a:gd name="csX116" fmla="*/ 69271 w 127554"/>
                <a:gd name="csY116" fmla="*/ 85036 h 133764"/>
                <a:gd name="csX117" fmla="*/ 69749 w 127554"/>
                <a:gd name="csY117" fmla="*/ 85991 h 133764"/>
                <a:gd name="csX118" fmla="*/ 71182 w 127554"/>
                <a:gd name="csY118" fmla="*/ 87424 h 133764"/>
                <a:gd name="csX119" fmla="*/ 71659 w 127554"/>
                <a:gd name="csY119" fmla="*/ 88380 h 133764"/>
                <a:gd name="csX120" fmla="*/ 69749 w 127554"/>
                <a:gd name="csY120" fmla="*/ 89813 h 133764"/>
                <a:gd name="csX121" fmla="*/ 69749 w 127554"/>
                <a:gd name="csY121" fmla="*/ 91724 h 133764"/>
                <a:gd name="csX122" fmla="*/ 68793 w 127554"/>
                <a:gd name="csY122" fmla="*/ 94590 h 133764"/>
                <a:gd name="csX123" fmla="*/ 68793 w 127554"/>
                <a:gd name="csY123" fmla="*/ 95546 h 133764"/>
                <a:gd name="csX124" fmla="*/ 68793 w 127554"/>
                <a:gd name="csY124" fmla="*/ 96024 h 133764"/>
                <a:gd name="csX125" fmla="*/ 69271 w 127554"/>
                <a:gd name="csY125" fmla="*/ 96979 h 133764"/>
                <a:gd name="csX126" fmla="*/ 70227 w 127554"/>
                <a:gd name="csY126" fmla="*/ 97457 h 133764"/>
                <a:gd name="csX127" fmla="*/ 71182 w 127554"/>
                <a:gd name="csY127" fmla="*/ 97935 h 133764"/>
                <a:gd name="csX128" fmla="*/ 72138 w 127554"/>
                <a:gd name="csY128" fmla="*/ 98412 h 133764"/>
                <a:gd name="csX129" fmla="*/ 74048 w 127554"/>
                <a:gd name="csY129" fmla="*/ 100323 h 133764"/>
                <a:gd name="csX130" fmla="*/ 75004 w 127554"/>
                <a:gd name="csY130" fmla="*/ 100801 h 133764"/>
                <a:gd name="csX131" fmla="*/ 75481 w 127554"/>
                <a:gd name="csY131" fmla="*/ 101756 h 133764"/>
                <a:gd name="csX132" fmla="*/ 75481 w 127554"/>
                <a:gd name="csY132" fmla="*/ 102712 h 133764"/>
                <a:gd name="csX133" fmla="*/ 76437 w 127554"/>
                <a:gd name="csY133" fmla="*/ 103189 h 133764"/>
                <a:gd name="csX134" fmla="*/ 77393 w 127554"/>
                <a:gd name="csY134" fmla="*/ 104623 h 133764"/>
                <a:gd name="csX135" fmla="*/ 78348 w 127554"/>
                <a:gd name="csY135" fmla="*/ 104623 h 133764"/>
                <a:gd name="csX136" fmla="*/ 79304 w 127554"/>
                <a:gd name="csY136" fmla="*/ 104623 h 133764"/>
                <a:gd name="csX137" fmla="*/ 79304 w 127554"/>
                <a:gd name="csY137" fmla="*/ 104145 h 133764"/>
                <a:gd name="csX138" fmla="*/ 80259 w 127554"/>
                <a:gd name="csY138" fmla="*/ 104145 h 133764"/>
                <a:gd name="csX139" fmla="*/ 81214 w 127554"/>
                <a:gd name="csY139" fmla="*/ 105100 h 133764"/>
                <a:gd name="csX140" fmla="*/ 81214 w 127554"/>
                <a:gd name="csY140" fmla="*/ 106056 h 133764"/>
                <a:gd name="csX141" fmla="*/ 81214 w 127554"/>
                <a:gd name="csY141" fmla="*/ 107012 h 133764"/>
                <a:gd name="csX142" fmla="*/ 81214 w 127554"/>
                <a:gd name="csY142" fmla="*/ 109400 h 133764"/>
                <a:gd name="csX143" fmla="*/ 80736 w 127554"/>
                <a:gd name="csY143" fmla="*/ 110355 h 133764"/>
                <a:gd name="csX144" fmla="*/ 79781 w 127554"/>
                <a:gd name="csY144" fmla="*/ 109878 h 133764"/>
                <a:gd name="csX145" fmla="*/ 77870 w 127554"/>
                <a:gd name="csY145" fmla="*/ 109400 h 133764"/>
                <a:gd name="csX146" fmla="*/ 77870 w 127554"/>
                <a:gd name="csY146" fmla="*/ 109878 h 133764"/>
                <a:gd name="csX147" fmla="*/ 77870 w 127554"/>
                <a:gd name="csY147" fmla="*/ 110355 h 133764"/>
                <a:gd name="csX148" fmla="*/ 76915 w 127554"/>
                <a:gd name="csY148" fmla="*/ 110833 h 133764"/>
                <a:gd name="csX149" fmla="*/ 75959 w 127554"/>
                <a:gd name="csY149" fmla="*/ 110833 h 133764"/>
                <a:gd name="csX150" fmla="*/ 73093 w 127554"/>
                <a:gd name="csY150" fmla="*/ 110833 h 133764"/>
                <a:gd name="csX151" fmla="*/ 67838 w 127554"/>
                <a:gd name="csY151" fmla="*/ 111789 h 133764"/>
                <a:gd name="csX152" fmla="*/ 65927 w 127554"/>
                <a:gd name="csY152" fmla="*/ 112744 h 133764"/>
                <a:gd name="csX153" fmla="*/ 64493 w 127554"/>
                <a:gd name="csY153" fmla="*/ 114177 h 133764"/>
                <a:gd name="csX154" fmla="*/ 64493 w 127554"/>
                <a:gd name="csY154" fmla="*/ 115133 h 133764"/>
                <a:gd name="csX155" fmla="*/ 64972 w 127554"/>
                <a:gd name="csY155" fmla="*/ 117521 h 133764"/>
                <a:gd name="csX156" fmla="*/ 64493 w 127554"/>
                <a:gd name="csY156" fmla="*/ 117999 h 133764"/>
                <a:gd name="csX157" fmla="*/ 62105 w 127554"/>
                <a:gd name="csY157" fmla="*/ 118477 h 133764"/>
                <a:gd name="csX158" fmla="*/ 58761 w 127554"/>
                <a:gd name="csY158" fmla="*/ 117999 h 133764"/>
                <a:gd name="csX159" fmla="*/ 56372 w 127554"/>
                <a:gd name="csY159" fmla="*/ 117044 h 133764"/>
                <a:gd name="csX160" fmla="*/ 55417 w 127554"/>
                <a:gd name="csY160" fmla="*/ 116566 h 133764"/>
                <a:gd name="csX161" fmla="*/ 53984 w 127554"/>
                <a:gd name="csY161" fmla="*/ 115611 h 133764"/>
                <a:gd name="csX162" fmla="*/ 53506 w 127554"/>
                <a:gd name="csY162" fmla="*/ 113700 h 133764"/>
                <a:gd name="csX163" fmla="*/ 54461 w 127554"/>
                <a:gd name="csY163" fmla="*/ 107967 h 133764"/>
                <a:gd name="csX164" fmla="*/ 54939 w 127554"/>
                <a:gd name="csY164" fmla="*/ 107489 h 133764"/>
                <a:gd name="csX165" fmla="*/ 55417 w 127554"/>
                <a:gd name="csY165" fmla="*/ 107012 h 133764"/>
                <a:gd name="csX166" fmla="*/ 55895 w 127554"/>
                <a:gd name="csY166" fmla="*/ 106056 h 133764"/>
                <a:gd name="csX167" fmla="*/ 55895 w 127554"/>
                <a:gd name="csY167" fmla="*/ 104623 h 133764"/>
                <a:gd name="csX168" fmla="*/ 54461 w 127554"/>
                <a:gd name="csY168" fmla="*/ 103189 h 133764"/>
                <a:gd name="csX169" fmla="*/ 52073 w 127554"/>
                <a:gd name="csY169" fmla="*/ 102712 h 133764"/>
                <a:gd name="csX170" fmla="*/ 50162 w 127554"/>
                <a:gd name="csY170" fmla="*/ 101756 h 133764"/>
                <a:gd name="csX171" fmla="*/ 42040 w 127554"/>
                <a:gd name="csY171" fmla="*/ 95068 h 133764"/>
                <a:gd name="csX172" fmla="*/ 41563 w 127554"/>
                <a:gd name="csY172" fmla="*/ 94113 h 133764"/>
                <a:gd name="csX173" fmla="*/ 41563 w 127554"/>
                <a:gd name="csY173" fmla="*/ 93157 h 133764"/>
                <a:gd name="csX174" fmla="*/ 42040 w 127554"/>
                <a:gd name="csY174" fmla="*/ 92202 h 133764"/>
                <a:gd name="csX175" fmla="*/ 44429 w 127554"/>
                <a:gd name="csY175" fmla="*/ 88858 h 133764"/>
                <a:gd name="csX176" fmla="*/ 44907 w 127554"/>
                <a:gd name="csY176" fmla="*/ 87902 h 133764"/>
                <a:gd name="csX177" fmla="*/ 45384 w 127554"/>
                <a:gd name="csY177" fmla="*/ 85036 h 133764"/>
                <a:gd name="csX178" fmla="*/ 44907 w 127554"/>
                <a:gd name="csY178" fmla="*/ 82647 h 133764"/>
                <a:gd name="csX179" fmla="*/ 44907 w 127554"/>
                <a:gd name="csY179" fmla="*/ 80258 h 133764"/>
                <a:gd name="csX180" fmla="*/ 43474 w 127554"/>
                <a:gd name="csY180" fmla="*/ 78825 h 133764"/>
                <a:gd name="csX181" fmla="*/ 41563 w 127554"/>
                <a:gd name="csY181" fmla="*/ 78348 h 133764"/>
                <a:gd name="csX182" fmla="*/ 39174 w 127554"/>
                <a:gd name="csY182" fmla="*/ 78348 h 133764"/>
                <a:gd name="csX183" fmla="*/ 36786 w 127554"/>
                <a:gd name="csY183" fmla="*/ 78825 h 133764"/>
                <a:gd name="csX184" fmla="*/ 34874 w 127554"/>
                <a:gd name="csY184" fmla="*/ 80258 h 133764"/>
                <a:gd name="csX185" fmla="*/ 30575 w 127554"/>
                <a:gd name="csY185" fmla="*/ 82647 h 133764"/>
                <a:gd name="csX186" fmla="*/ 29142 w 127554"/>
                <a:gd name="csY186" fmla="*/ 84080 h 133764"/>
                <a:gd name="csX187" fmla="*/ 29142 w 127554"/>
                <a:gd name="csY187" fmla="*/ 85991 h 133764"/>
                <a:gd name="csX188" fmla="*/ 30097 w 127554"/>
                <a:gd name="csY188" fmla="*/ 87902 h 133764"/>
                <a:gd name="csX189" fmla="*/ 31052 w 127554"/>
                <a:gd name="csY189" fmla="*/ 89335 h 133764"/>
                <a:gd name="csX190" fmla="*/ 31531 w 127554"/>
                <a:gd name="csY190" fmla="*/ 91246 h 133764"/>
                <a:gd name="csX191" fmla="*/ 32486 w 127554"/>
                <a:gd name="csY191" fmla="*/ 97935 h 133764"/>
                <a:gd name="csX192" fmla="*/ 32486 w 127554"/>
                <a:gd name="csY192" fmla="*/ 98412 h 133764"/>
                <a:gd name="csX193" fmla="*/ 31531 w 127554"/>
                <a:gd name="csY193" fmla="*/ 100323 h 133764"/>
                <a:gd name="csX194" fmla="*/ 31052 w 127554"/>
                <a:gd name="csY194" fmla="*/ 104623 h 133764"/>
                <a:gd name="csX195" fmla="*/ 31531 w 127554"/>
                <a:gd name="csY195" fmla="*/ 110355 h 133764"/>
                <a:gd name="csX196" fmla="*/ 32486 w 127554"/>
                <a:gd name="csY196" fmla="*/ 114177 h 133764"/>
                <a:gd name="csX197" fmla="*/ 32008 w 127554"/>
                <a:gd name="csY197" fmla="*/ 116088 h 133764"/>
                <a:gd name="csX198" fmla="*/ 30097 w 127554"/>
                <a:gd name="csY198" fmla="*/ 120388 h 133764"/>
                <a:gd name="csX199" fmla="*/ 29620 w 127554"/>
                <a:gd name="csY199" fmla="*/ 122777 h 133764"/>
                <a:gd name="csX200" fmla="*/ 29620 w 127554"/>
                <a:gd name="csY200" fmla="*/ 123732 h 133764"/>
                <a:gd name="csX201" fmla="*/ 31531 w 127554"/>
                <a:gd name="csY201" fmla="*/ 128031 h 133764"/>
                <a:gd name="csX202" fmla="*/ 32008 w 127554"/>
                <a:gd name="csY202" fmla="*/ 129942 h 133764"/>
                <a:gd name="csX203" fmla="*/ 32486 w 127554"/>
                <a:gd name="csY203" fmla="*/ 131853 h 133764"/>
                <a:gd name="csX204" fmla="*/ 30097 w 127554"/>
                <a:gd name="csY204" fmla="*/ 130898 h 133764"/>
                <a:gd name="csX205" fmla="*/ 29142 w 127554"/>
                <a:gd name="csY205" fmla="*/ 130898 h 133764"/>
                <a:gd name="csX206" fmla="*/ 27709 w 127554"/>
                <a:gd name="csY206" fmla="*/ 131376 h 133764"/>
                <a:gd name="csX207" fmla="*/ 25320 w 127554"/>
                <a:gd name="csY207" fmla="*/ 131376 h 133764"/>
                <a:gd name="csX208" fmla="*/ 22931 w 127554"/>
                <a:gd name="csY208" fmla="*/ 131853 h 133764"/>
                <a:gd name="csX209" fmla="*/ 21976 w 127554"/>
                <a:gd name="csY209" fmla="*/ 131853 h 133764"/>
                <a:gd name="csX210" fmla="*/ 20543 w 127554"/>
                <a:gd name="csY210" fmla="*/ 133287 h 133764"/>
                <a:gd name="csX211" fmla="*/ 19109 w 127554"/>
                <a:gd name="csY211" fmla="*/ 133764 h 133764"/>
                <a:gd name="csX212" fmla="*/ 18154 w 127554"/>
                <a:gd name="csY212" fmla="*/ 133764 h 133764"/>
                <a:gd name="csX213" fmla="*/ 15288 w 127554"/>
                <a:gd name="csY213" fmla="*/ 132331 h 133764"/>
                <a:gd name="csX214" fmla="*/ 13377 w 127554"/>
                <a:gd name="csY214" fmla="*/ 130420 h 133764"/>
                <a:gd name="csX215" fmla="*/ 11466 w 127554"/>
                <a:gd name="csY215" fmla="*/ 128987 h 133764"/>
                <a:gd name="csX216" fmla="*/ 11466 w 127554"/>
                <a:gd name="csY216" fmla="*/ 127076 h 133764"/>
                <a:gd name="csX217" fmla="*/ 11943 w 127554"/>
                <a:gd name="csY217" fmla="*/ 124687 h 133764"/>
                <a:gd name="csX218" fmla="*/ 12899 w 127554"/>
                <a:gd name="csY218" fmla="*/ 122777 h 133764"/>
                <a:gd name="csX219" fmla="*/ 14332 w 127554"/>
                <a:gd name="csY219" fmla="*/ 118955 h 133764"/>
                <a:gd name="csX220" fmla="*/ 14332 w 127554"/>
                <a:gd name="csY220" fmla="*/ 116566 h 133764"/>
                <a:gd name="csX221" fmla="*/ 14810 w 127554"/>
                <a:gd name="csY221" fmla="*/ 114655 h 133764"/>
                <a:gd name="csX222" fmla="*/ 15765 w 127554"/>
                <a:gd name="csY222" fmla="*/ 112744 h 133764"/>
                <a:gd name="csX223" fmla="*/ 16243 w 127554"/>
                <a:gd name="csY223" fmla="*/ 110833 h 133764"/>
                <a:gd name="csX224" fmla="*/ 16243 w 127554"/>
                <a:gd name="csY224" fmla="*/ 103667 h 133764"/>
                <a:gd name="csX225" fmla="*/ 16243 w 127554"/>
                <a:gd name="csY225" fmla="*/ 103189 h 133764"/>
                <a:gd name="csX226" fmla="*/ 13854 w 127554"/>
                <a:gd name="csY226" fmla="*/ 98890 h 133764"/>
                <a:gd name="csX227" fmla="*/ 13377 w 127554"/>
                <a:gd name="csY227" fmla="*/ 97935 h 133764"/>
                <a:gd name="csX228" fmla="*/ 13377 w 127554"/>
                <a:gd name="csY228" fmla="*/ 96979 h 133764"/>
                <a:gd name="csX229" fmla="*/ 13854 w 127554"/>
                <a:gd name="csY229" fmla="*/ 96024 h 133764"/>
                <a:gd name="csX230" fmla="*/ 13854 w 127554"/>
                <a:gd name="csY230" fmla="*/ 95068 h 133764"/>
                <a:gd name="csX231" fmla="*/ 13377 w 127554"/>
                <a:gd name="csY231" fmla="*/ 94113 h 133764"/>
                <a:gd name="csX232" fmla="*/ 12421 w 127554"/>
                <a:gd name="csY232" fmla="*/ 93635 h 133764"/>
                <a:gd name="csX233" fmla="*/ 11466 w 127554"/>
                <a:gd name="csY233" fmla="*/ 93157 h 133764"/>
                <a:gd name="csX234" fmla="*/ 9077 w 127554"/>
                <a:gd name="csY234" fmla="*/ 93635 h 133764"/>
                <a:gd name="csX235" fmla="*/ 3822 w 127554"/>
                <a:gd name="csY235" fmla="*/ 94590 h 133764"/>
                <a:gd name="csX236" fmla="*/ 2389 w 127554"/>
                <a:gd name="csY236" fmla="*/ 93635 h 133764"/>
                <a:gd name="csX237" fmla="*/ 1433 w 127554"/>
                <a:gd name="csY237" fmla="*/ 92202 h 133764"/>
                <a:gd name="csX238" fmla="*/ 956 w 127554"/>
                <a:gd name="csY238" fmla="*/ 89813 h 133764"/>
                <a:gd name="csX239" fmla="*/ 478 w 127554"/>
                <a:gd name="csY239" fmla="*/ 87902 h 133764"/>
                <a:gd name="csX240" fmla="*/ 478 w 127554"/>
                <a:gd name="csY240" fmla="*/ 85514 h 133764"/>
                <a:gd name="csX241" fmla="*/ 1433 w 127554"/>
                <a:gd name="csY241" fmla="*/ 83603 h 133764"/>
                <a:gd name="csX242" fmla="*/ 956 w 127554"/>
                <a:gd name="csY242" fmla="*/ 82170 h 133764"/>
                <a:gd name="csX243" fmla="*/ 0 w 127554"/>
                <a:gd name="csY243" fmla="*/ 80736 h 133764"/>
                <a:gd name="csX244" fmla="*/ 0 w 127554"/>
                <a:gd name="csY244" fmla="*/ 79781 h 133764"/>
                <a:gd name="csX245" fmla="*/ 478 w 127554"/>
                <a:gd name="csY245" fmla="*/ 79303 h 133764"/>
                <a:gd name="csX246" fmla="*/ 956 w 127554"/>
                <a:gd name="csY246" fmla="*/ 78825 h 133764"/>
                <a:gd name="csX247" fmla="*/ 2389 w 127554"/>
                <a:gd name="csY247" fmla="*/ 78348 h 133764"/>
                <a:gd name="csX248" fmla="*/ 3344 w 127554"/>
                <a:gd name="csY248" fmla="*/ 77870 h 133764"/>
                <a:gd name="csX249" fmla="*/ 5733 w 127554"/>
                <a:gd name="csY249" fmla="*/ 75481 h 133764"/>
                <a:gd name="csX250" fmla="*/ 6688 w 127554"/>
                <a:gd name="csY250" fmla="*/ 73570 h 133764"/>
                <a:gd name="csX251" fmla="*/ 6688 w 127554"/>
                <a:gd name="csY251" fmla="*/ 71659 h 133764"/>
                <a:gd name="csX252" fmla="*/ 7644 w 127554"/>
                <a:gd name="csY252" fmla="*/ 69271 h 133764"/>
                <a:gd name="csX253" fmla="*/ 9077 w 127554"/>
                <a:gd name="csY253" fmla="*/ 67360 h 133764"/>
                <a:gd name="csX254" fmla="*/ 10510 w 127554"/>
                <a:gd name="csY254" fmla="*/ 65449 h 133764"/>
                <a:gd name="csX255" fmla="*/ 10988 w 127554"/>
                <a:gd name="csY255" fmla="*/ 63538 h 133764"/>
                <a:gd name="csX256" fmla="*/ 10033 w 127554"/>
                <a:gd name="csY256" fmla="*/ 60672 h 133764"/>
                <a:gd name="csX257" fmla="*/ 10510 w 127554"/>
                <a:gd name="csY257" fmla="*/ 59239 h 133764"/>
                <a:gd name="csX258" fmla="*/ 10510 w 127554"/>
                <a:gd name="csY258" fmla="*/ 57805 h 133764"/>
                <a:gd name="csX259" fmla="*/ 10033 w 127554"/>
                <a:gd name="csY259" fmla="*/ 56372 h 133764"/>
                <a:gd name="csX260" fmla="*/ 11466 w 127554"/>
                <a:gd name="csY260" fmla="*/ 53028 h 133764"/>
                <a:gd name="csX261" fmla="*/ 14332 w 127554"/>
                <a:gd name="csY261" fmla="*/ 46817 h 133764"/>
                <a:gd name="csX262" fmla="*/ 17199 w 127554"/>
                <a:gd name="csY262" fmla="*/ 43951 h 133764"/>
                <a:gd name="csX263" fmla="*/ 18154 w 127554"/>
                <a:gd name="csY263" fmla="*/ 42996 h 133764"/>
                <a:gd name="csX264" fmla="*/ 19587 w 127554"/>
                <a:gd name="csY264" fmla="*/ 44429 h 133764"/>
                <a:gd name="csX265" fmla="*/ 21020 w 127554"/>
                <a:gd name="csY265" fmla="*/ 46340 h 133764"/>
                <a:gd name="csX266" fmla="*/ 21020 w 127554"/>
                <a:gd name="csY266" fmla="*/ 44429 h 133764"/>
                <a:gd name="csX267" fmla="*/ 20543 w 127554"/>
                <a:gd name="csY267" fmla="*/ 42996 h 133764"/>
                <a:gd name="csX268" fmla="*/ 19587 w 127554"/>
                <a:gd name="csY268" fmla="*/ 39651 h 133764"/>
                <a:gd name="csX269" fmla="*/ 18154 w 127554"/>
                <a:gd name="csY269" fmla="*/ 32486 h 133764"/>
                <a:gd name="csX270" fmla="*/ 18632 w 127554"/>
                <a:gd name="csY270" fmla="*/ 31530 h 133764"/>
                <a:gd name="csX271" fmla="*/ 19587 w 127554"/>
                <a:gd name="csY271" fmla="*/ 31530 h 133764"/>
                <a:gd name="csX272" fmla="*/ 20543 w 127554"/>
                <a:gd name="csY272" fmla="*/ 31052 h 133764"/>
                <a:gd name="csX273" fmla="*/ 21020 w 127554"/>
                <a:gd name="csY273" fmla="*/ 30097 h 133764"/>
                <a:gd name="csX274" fmla="*/ 20065 w 127554"/>
                <a:gd name="csY274" fmla="*/ 27231 h 133764"/>
                <a:gd name="csX275" fmla="*/ 20065 w 127554"/>
                <a:gd name="csY275" fmla="*/ 26275 h 133764"/>
                <a:gd name="csX276" fmla="*/ 21976 w 127554"/>
                <a:gd name="csY276" fmla="*/ 22931 h 133764"/>
                <a:gd name="csX277" fmla="*/ 23886 w 127554"/>
                <a:gd name="csY277" fmla="*/ 21498 h 133764"/>
                <a:gd name="csX278" fmla="*/ 24842 w 127554"/>
                <a:gd name="csY278" fmla="*/ 20542 h 133764"/>
                <a:gd name="csX279" fmla="*/ 24842 w 127554"/>
                <a:gd name="csY279" fmla="*/ 18154 h 133764"/>
                <a:gd name="csX280" fmla="*/ 25798 w 127554"/>
                <a:gd name="csY280" fmla="*/ 17198 h 133764"/>
                <a:gd name="csX281" fmla="*/ 26753 w 127554"/>
                <a:gd name="csY281" fmla="*/ 16721 h 133764"/>
                <a:gd name="csX282" fmla="*/ 28664 w 127554"/>
                <a:gd name="csY282" fmla="*/ 15287 h 133764"/>
                <a:gd name="csX283" fmla="*/ 29142 w 127554"/>
                <a:gd name="csY283" fmla="*/ 13376 h 133764"/>
                <a:gd name="csX284" fmla="*/ 29620 w 127554"/>
                <a:gd name="csY284" fmla="*/ 12899 h 133764"/>
                <a:gd name="csX285" fmla="*/ 30097 w 127554"/>
                <a:gd name="csY285" fmla="*/ 12899 h 133764"/>
                <a:gd name="csX286" fmla="*/ 31052 w 127554"/>
                <a:gd name="csY286" fmla="*/ 14809 h 133764"/>
                <a:gd name="csX287" fmla="*/ 32008 w 127554"/>
                <a:gd name="csY287" fmla="*/ 15287 h 133764"/>
                <a:gd name="csX288" fmla="*/ 33919 w 127554"/>
                <a:gd name="csY288" fmla="*/ 15765 h 133764"/>
                <a:gd name="csX289" fmla="*/ 35830 w 127554"/>
                <a:gd name="csY289" fmla="*/ 15287 h 133764"/>
                <a:gd name="csX290" fmla="*/ 36308 w 127554"/>
                <a:gd name="csY290" fmla="*/ 14332 h 133764"/>
                <a:gd name="csX291" fmla="*/ 36786 w 127554"/>
                <a:gd name="csY291" fmla="*/ 13854 h 133764"/>
                <a:gd name="csX292" fmla="*/ 38218 w 127554"/>
                <a:gd name="csY292" fmla="*/ 12899 h 133764"/>
                <a:gd name="csX293" fmla="*/ 38697 w 127554"/>
                <a:gd name="csY293" fmla="*/ 11943 h 133764"/>
                <a:gd name="csX294" fmla="*/ 39652 w 127554"/>
                <a:gd name="csY294" fmla="*/ 10032 h 133764"/>
                <a:gd name="csX295" fmla="*/ 41085 w 127554"/>
                <a:gd name="csY295" fmla="*/ 8121 h 133764"/>
                <a:gd name="csX296" fmla="*/ 42040 w 127554"/>
                <a:gd name="csY296" fmla="*/ 7644 h 133764"/>
                <a:gd name="csX297" fmla="*/ 42996 w 127554"/>
                <a:gd name="csY297" fmla="*/ 7166 h 133764"/>
                <a:gd name="csX298" fmla="*/ 44429 w 127554"/>
                <a:gd name="csY298" fmla="*/ 6688 h 133764"/>
                <a:gd name="csX299" fmla="*/ 45384 w 127554"/>
                <a:gd name="csY299" fmla="*/ 6688 h 133764"/>
                <a:gd name="csX300" fmla="*/ 47773 w 127554"/>
                <a:gd name="csY300" fmla="*/ 8121 h 133764"/>
                <a:gd name="csX301" fmla="*/ 49206 w 127554"/>
                <a:gd name="csY301" fmla="*/ 8121 h 133764"/>
                <a:gd name="csX302" fmla="*/ 50640 w 127554"/>
                <a:gd name="csY302" fmla="*/ 8121 h 133764"/>
                <a:gd name="csX303" fmla="*/ 51595 w 127554"/>
                <a:gd name="csY303" fmla="*/ 8121 h 133764"/>
                <a:gd name="csX304" fmla="*/ 52550 w 127554"/>
                <a:gd name="csY304" fmla="*/ 8599 h 133764"/>
                <a:gd name="csX305" fmla="*/ 53028 w 127554"/>
                <a:gd name="csY305" fmla="*/ 10032 h 133764"/>
                <a:gd name="csX306" fmla="*/ 53984 w 127554"/>
                <a:gd name="csY306" fmla="*/ 10988 h 133764"/>
                <a:gd name="csX307" fmla="*/ 54461 w 127554"/>
                <a:gd name="csY307" fmla="*/ 10988 h 133764"/>
                <a:gd name="csX308" fmla="*/ 55417 w 127554"/>
                <a:gd name="csY308" fmla="*/ 11466 h 133764"/>
                <a:gd name="csX309" fmla="*/ 60672 w 127554"/>
                <a:gd name="csY309" fmla="*/ 10988 h 133764"/>
                <a:gd name="csX310" fmla="*/ 65449 w 127554"/>
                <a:gd name="csY310" fmla="*/ 11943 h 133764"/>
                <a:gd name="csX311" fmla="*/ 72138 w 127554"/>
                <a:gd name="csY311" fmla="*/ 12421 h 133764"/>
                <a:gd name="csX312" fmla="*/ 74526 w 127554"/>
                <a:gd name="csY312" fmla="*/ 12899 h 133764"/>
                <a:gd name="csX313" fmla="*/ 76437 w 127554"/>
                <a:gd name="csY313" fmla="*/ 13854 h 133764"/>
                <a:gd name="csX314" fmla="*/ 79304 w 127554"/>
                <a:gd name="csY314" fmla="*/ 15287 h 133764"/>
                <a:gd name="csX315" fmla="*/ 80259 w 127554"/>
                <a:gd name="csY315" fmla="*/ 15287 h 133764"/>
                <a:gd name="csX316" fmla="*/ 81214 w 127554"/>
                <a:gd name="csY316" fmla="*/ 15287 h 133764"/>
                <a:gd name="csX317" fmla="*/ 82647 w 127554"/>
                <a:gd name="csY317" fmla="*/ 13854 h 133764"/>
                <a:gd name="csX318" fmla="*/ 83603 w 127554"/>
                <a:gd name="csY318" fmla="*/ 13854 h 133764"/>
                <a:gd name="csX319" fmla="*/ 84558 w 127554"/>
                <a:gd name="csY319" fmla="*/ 13854 h 133764"/>
                <a:gd name="csX320" fmla="*/ 88858 w 127554"/>
                <a:gd name="csY320" fmla="*/ 13854 h 133764"/>
                <a:gd name="csX321" fmla="*/ 100323 w 127554"/>
                <a:gd name="csY321" fmla="*/ 15765 h 133764"/>
                <a:gd name="csX322" fmla="*/ 101757 w 127554"/>
                <a:gd name="csY322" fmla="*/ 15287 h 133764"/>
                <a:gd name="csX323" fmla="*/ 108445 w 127554"/>
                <a:gd name="csY323" fmla="*/ 12421 h 133764"/>
                <a:gd name="csX324" fmla="*/ 111311 w 127554"/>
                <a:gd name="csY324" fmla="*/ 9077 h 133764"/>
                <a:gd name="csX325" fmla="*/ 113700 w 127554"/>
                <a:gd name="csY325" fmla="*/ 8599 h 133764"/>
                <a:gd name="csX326" fmla="*/ 114655 w 127554"/>
                <a:gd name="csY326" fmla="*/ 7166 h 133764"/>
                <a:gd name="csX327" fmla="*/ 115133 w 127554"/>
                <a:gd name="csY327" fmla="*/ 5733 h 133764"/>
                <a:gd name="csX328" fmla="*/ 116088 w 127554"/>
                <a:gd name="csY328" fmla="*/ 5255 h 133764"/>
                <a:gd name="csX329" fmla="*/ 118000 w 127554"/>
                <a:gd name="csY329" fmla="*/ 4777 h 133764"/>
                <a:gd name="csX330" fmla="*/ 118955 w 127554"/>
                <a:gd name="csY330" fmla="*/ 4300 h 133764"/>
                <a:gd name="csX331" fmla="*/ 120388 w 127554"/>
                <a:gd name="csY331" fmla="*/ 2389 h 133764"/>
                <a:gd name="csX332" fmla="*/ 121821 w 127554"/>
                <a:gd name="csY332" fmla="*/ 478 h 133764"/>
                <a:gd name="csX333" fmla="*/ 122777 w 127554"/>
                <a:gd name="csY333" fmla="*/ 0 h 133764"/>
                <a:gd name="csX334" fmla="*/ 125165 w 127554"/>
                <a:gd name="csY334" fmla="*/ 478 h 133764"/>
                <a:gd name="csX335" fmla="*/ 126121 w 127554"/>
                <a:gd name="csY335" fmla="*/ 956 h 133764"/>
                <a:gd name="csX336" fmla="*/ 127554 w 127554"/>
                <a:gd name="csY336" fmla="*/ 3344 h 133764"/>
                <a:gd name="csX337" fmla="*/ 127554 w 127554"/>
                <a:gd name="csY337" fmla="*/ 3822 h 133764"/>
                <a:gd name="csX338" fmla="*/ 125643 w 127554"/>
                <a:gd name="csY338" fmla="*/ 5255 h 133764"/>
                <a:gd name="csX339" fmla="*/ 125165 w 127554"/>
                <a:gd name="csY339" fmla="*/ 5733 h 133764"/>
                <a:gd name="csX340" fmla="*/ 123732 w 127554"/>
                <a:gd name="csY340" fmla="*/ 9555 h 133764"/>
                <a:gd name="csX341" fmla="*/ 122299 w 127554"/>
                <a:gd name="csY341" fmla="*/ 10988 h 133764"/>
                <a:gd name="csX342" fmla="*/ 120866 w 127554"/>
                <a:gd name="csY342" fmla="*/ 12899 h 13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</a:cxnLst>
              <a:rect l="l" t="t" r="r" b="b"/>
              <a:pathLst>
                <a:path w="127554" h="133764">
                  <a:moveTo>
                    <a:pt x="120866" y="12899"/>
                  </a:moveTo>
                  <a:lnTo>
                    <a:pt x="117044" y="15765"/>
                  </a:lnTo>
                  <a:lnTo>
                    <a:pt x="116088" y="17198"/>
                  </a:lnTo>
                  <a:lnTo>
                    <a:pt x="114655" y="18632"/>
                  </a:lnTo>
                  <a:lnTo>
                    <a:pt x="113222" y="20542"/>
                  </a:lnTo>
                  <a:lnTo>
                    <a:pt x="111789" y="21975"/>
                  </a:lnTo>
                  <a:lnTo>
                    <a:pt x="110834" y="22931"/>
                  </a:lnTo>
                  <a:lnTo>
                    <a:pt x="108923" y="23409"/>
                  </a:lnTo>
                  <a:lnTo>
                    <a:pt x="107489" y="23886"/>
                  </a:lnTo>
                  <a:lnTo>
                    <a:pt x="105100" y="23886"/>
                  </a:lnTo>
                  <a:lnTo>
                    <a:pt x="98413" y="25320"/>
                  </a:lnTo>
                  <a:lnTo>
                    <a:pt x="96024" y="25320"/>
                  </a:lnTo>
                  <a:lnTo>
                    <a:pt x="93635" y="25320"/>
                  </a:lnTo>
                  <a:lnTo>
                    <a:pt x="89813" y="24842"/>
                  </a:lnTo>
                  <a:lnTo>
                    <a:pt x="88858" y="24842"/>
                  </a:lnTo>
                  <a:lnTo>
                    <a:pt x="86947" y="23409"/>
                  </a:lnTo>
                  <a:lnTo>
                    <a:pt x="85036" y="21975"/>
                  </a:lnTo>
                  <a:lnTo>
                    <a:pt x="83125" y="21975"/>
                  </a:lnTo>
                  <a:lnTo>
                    <a:pt x="81692" y="21975"/>
                  </a:lnTo>
                  <a:lnTo>
                    <a:pt x="69271" y="21975"/>
                  </a:lnTo>
                  <a:lnTo>
                    <a:pt x="64972" y="22453"/>
                  </a:lnTo>
                  <a:lnTo>
                    <a:pt x="60672" y="22931"/>
                  </a:lnTo>
                  <a:lnTo>
                    <a:pt x="58283" y="22453"/>
                  </a:lnTo>
                  <a:lnTo>
                    <a:pt x="55895" y="21975"/>
                  </a:lnTo>
                  <a:lnTo>
                    <a:pt x="53984" y="21498"/>
                  </a:lnTo>
                  <a:lnTo>
                    <a:pt x="52073" y="21975"/>
                  </a:lnTo>
                  <a:lnTo>
                    <a:pt x="43951" y="22931"/>
                  </a:lnTo>
                  <a:lnTo>
                    <a:pt x="42040" y="22453"/>
                  </a:lnTo>
                  <a:lnTo>
                    <a:pt x="37741" y="21498"/>
                  </a:lnTo>
                  <a:lnTo>
                    <a:pt x="35352" y="21020"/>
                  </a:lnTo>
                  <a:lnTo>
                    <a:pt x="32963" y="21498"/>
                  </a:lnTo>
                  <a:lnTo>
                    <a:pt x="30575" y="22453"/>
                  </a:lnTo>
                  <a:lnTo>
                    <a:pt x="30097" y="23409"/>
                  </a:lnTo>
                  <a:lnTo>
                    <a:pt x="27709" y="25798"/>
                  </a:lnTo>
                  <a:lnTo>
                    <a:pt x="26275" y="27708"/>
                  </a:lnTo>
                  <a:lnTo>
                    <a:pt x="25320" y="30097"/>
                  </a:lnTo>
                  <a:lnTo>
                    <a:pt x="24842" y="32486"/>
                  </a:lnTo>
                  <a:lnTo>
                    <a:pt x="24365" y="34397"/>
                  </a:lnTo>
                  <a:lnTo>
                    <a:pt x="24365" y="36307"/>
                  </a:lnTo>
                  <a:lnTo>
                    <a:pt x="24365" y="38696"/>
                  </a:lnTo>
                  <a:lnTo>
                    <a:pt x="25320" y="40607"/>
                  </a:lnTo>
                  <a:lnTo>
                    <a:pt x="25798" y="42518"/>
                  </a:lnTo>
                  <a:lnTo>
                    <a:pt x="28664" y="46340"/>
                  </a:lnTo>
                  <a:lnTo>
                    <a:pt x="29142" y="46817"/>
                  </a:lnTo>
                  <a:lnTo>
                    <a:pt x="32486" y="48251"/>
                  </a:lnTo>
                  <a:lnTo>
                    <a:pt x="34397" y="49684"/>
                  </a:lnTo>
                  <a:lnTo>
                    <a:pt x="35830" y="53506"/>
                  </a:lnTo>
                  <a:lnTo>
                    <a:pt x="37263" y="55417"/>
                  </a:lnTo>
                  <a:lnTo>
                    <a:pt x="38218" y="55417"/>
                  </a:lnTo>
                  <a:lnTo>
                    <a:pt x="39652" y="55417"/>
                  </a:lnTo>
                  <a:lnTo>
                    <a:pt x="42040" y="55417"/>
                  </a:lnTo>
                  <a:lnTo>
                    <a:pt x="44429" y="56372"/>
                  </a:lnTo>
                  <a:lnTo>
                    <a:pt x="46818" y="54939"/>
                  </a:lnTo>
                  <a:lnTo>
                    <a:pt x="47773" y="52550"/>
                  </a:lnTo>
                  <a:lnTo>
                    <a:pt x="49206" y="51117"/>
                  </a:lnTo>
                  <a:lnTo>
                    <a:pt x="52073" y="47773"/>
                  </a:lnTo>
                  <a:lnTo>
                    <a:pt x="53984" y="46340"/>
                  </a:lnTo>
                  <a:lnTo>
                    <a:pt x="54939" y="45862"/>
                  </a:lnTo>
                  <a:lnTo>
                    <a:pt x="56372" y="45862"/>
                  </a:lnTo>
                  <a:lnTo>
                    <a:pt x="57328" y="46817"/>
                  </a:lnTo>
                  <a:lnTo>
                    <a:pt x="58283" y="47295"/>
                  </a:lnTo>
                  <a:lnTo>
                    <a:pt x="60672" y="47773"/>
                  </a:lnTo>
                  <a:lnTo>
                    <a:pt x="63061" y="47773"/>
                  </a:lnTo>
                  <a:lnTo>
                    <a:pt x="65449" y="46340"/>
                  </a:lnTo>
                  <a:lnTo>
                    <a:pt x="66405" y="45862"/>
                  </a:lnTo>
                  <a:lnTo>
                    <a:pt x="66882" y="44907"/>
                  </a:lnTo>
                  <a:lnTo>
                    <a:pt x="69271" y="44429"/>
                  </a:lnTo>
                  <a:lnTo>
                    <a:pt x="74048" y="44429"/>
                  </a:lnTo>
                  <a:lnTo>
                    <a:pt x="76437" y="44429"/>
                  </a:lnTo>
                  <a:lnTo>
                    <a:pt x="81214" y="44429"/>
                  </a:lnTo>
                  <a:lnTo>
                    <a:pt x="81214" y="43951"/>
                  </a:lnTo>
                  <a:lnTo>
                    <a:pt x="80259" y="42996"/>
                  </a:lnTo>
                  <a:lnTo>
                    <a:pt x="80259" y="42518"/>
                  </a:lnTo>
                  <a:lnTo>
                    <a:pt x="80736" y="42040"/>
                  </a:lnTo>
                  <a:lnTo>
                    <a:pt x="84081" y="41563"/>
                  </a:lnTo>
                  <a:lnTo>
                    <a:pt x="86947" y="41085"/>
                  </a:lnTo>
                  <a:lnTo>
                    <a:pt x="88858" y="41563"/>
                  </a:lnTo>
                  <a:lnTo>
                    <a:pt x="90769" y="42518"/>
                  </a:lnTo>
                  <a:lnTo>
                    <a:pt x="91724" y="43473"/>
                  </a:lnTo>
                  <a:lnTo>
                    <a:pt x="92202" y="44907"/>
                  </a:lnTo>
                  <a:lnTo>
                    <a:pt x="91247" y="48251"/>
                  </a:lnTo>
                  <a:lnTo>
                    <a:pt x="90769" y="48728"/>
                  </a:lnTo>
                  <a:lnTo>
                    <a:pt x="89336" y="49206"/>
                  </a:lnTo>
                  <a:lnTo>
                    <a:pt x="87902" y="48728"/>
                  </a:lnTo>
                  <a:lnTo>
                    <a:pt x="86469" y="47295"/>
                  </a:lnTo>
                  <a:lnTo>
                    <a:pt x="84558" y="46340"/>
                  </a:lnTo>
                  <a:lnTo>
                    <a:pt x="81692" y="46817"/>
                  </a:lnTo>
                  <a:lnTo>
                    <a:pt x="80259" y="47295"/>
                  </a:lnTo>
                  <a:lnTo>
                    <a:pt x="79781" y="48251"/>
                  </a:lnTo>
                  <a:lnTo>
                    <a:pt x="77870" y="49684"/>
                  </a:lnTo>
                  <a:lnTo>
                    <a:pt x="76437" y="52073"/>
                  </a:lnTo>
                  <a:lnTo>
                    <a:pt x="73570" y="54939"/>
                  </a:lnTo>
                  <a:lnTo>
                    <a:pt x="70227" y="57805"/>
                  </a:lnTo>
                  <a:lnTo>
                    <a:pt x="68316" y="58761"/>
                  </a:lnTo>
                  <a:lnTo>
                    <a:pt x="66882" y="59239"/>
                  </a:lnTo>
                  <a:lnTo>
                    <a:pt x="60672" y="61149"/>
                  </a:lnTo>
                  <a:lnTo>
                    <a:pt x="59239" y="62582"/>
                  </a:lnTo>
                  <a:lnTo>
                    <a:pt x="57806" y="64493"/>
                  </a:lnTo>
                  <a:lnTo>
                    <a:pt x="56850" y="64971"/>
                  </a:lnTo>
                  <a:lnTo>
                    <a:pt x="54939" y="64971"/>
                  </a:lnTo>
                  <a:lnTo>
                    <a:pt x="53984" y="64971"/>
                  </a:lnTo>
                  <a:lnTo>
                    <a:pt x="51595" y="64016"/>
                  </a:lnTo>
                  <a:lnTo>
                    <a:pt x="50640" y="64493"/>
                  </a:lnTo>
                  <a:lnTo>
                    <a:pt x="50640" y="65927"/>
                  </a:lnTo>
                  <a:lnTo>
                    <a:pt x="52073" y="66405"/>
                  </a:lnTo>
                  <a:lnTo>
                    <a:pt x="53506" y="67838"/>
                  </a:lnTo>
                  <a:lnTo>
                    <a:pt x="54939" y="69748"/>
                  </a:lnTo>
                  <a:lnTo>
                    <a:pt x="55895" y="70226"/>
                  </a:lnTo>
                  <a:lnTo>
                    <a:pt x="58283" y="70704"/>
                  </a:lnTo>
                  <a:lnTo>
                    <a:pt x="59239" y="71182"/>
                  </a:lnTo>
                  <a:lnTo>
                    <a:pt x="60672" y="73093"/>
                  </a:lnTo>
                  <a:lnTo>
                    <a:pt x="63061" y="76437"/>
                  </a:lnTo>
                  <a:lnTo>
                    <a:pt x="64016" y="78825"/>
                  </a:lnTo>
                  <a:lnTo>
                    <a:pt x="65449" y="80258"/>
                  </a:lnTo>
                  <a:lnTo>
                    <a:pt x="69271" y="83125"/>
                  </a:lnTo>
                  <a:lnTo>
                    <a:pt x="69749" y="84080"/>
                  </a:lnTo>
                  <a:lnTo>
                    <a:pt x="69271" y="85036"/>
                  </a:lnTo>
                  <a:lnTo>
                    <a:pt x="69749" y="85991"/>
                  </a:lnTo>
                  <a:lnTo>
                    <a:pt x="71182" y="87424"/>
                  </a:lnTo>
                  <a:lnTo>
                    <a:pt x="71659" y="88380"/>
                  </a:lnTo>
                  <a:lnTo>
                    <a:pt x="69749" y="89813"/>
                  </a:lnTo>
                  <a:lnTo>
                    <a:pt x="69749" y="91724"/>
                  </a:lnTo>
                  <a:lnTo>
                    <a:pt x="68793" y="94590"/>
                  </a:lnTo>
                  <a:lnTo>
                    <a:pt x="68793" y="95546"/>
                  </a:lnTo>
                  <a:lnTo>
                    <a:pt x="68793" y="96024"/>
                  </a:lnTo>
                  <a:lnTo>
                    <a:pt x="69271" y="96979"/>
                  </a:lnTo>
                  <a:lnTo>
                    <a:pt x="70227" y="97457"/>
                  </a:lnTo>
                  <a:lnTo>
                    <a:pt x="71182" y="97935"/>
                  </a:lnTo>
                  <a:lnTo>
                    <a:pt x="72138" y="98412"/>
                  </a:lnTo>
                  <a:lnTo>
                    <a:pt x="74048" y="100323"/>
                  </a:lnTo>
                  <a:lnTo>
                    <a:pt x="75004" y="100801"/>
                  </a:lnTo>
                  <a:lnTo>
                    <a:pt x="75481" y="101756"/>
                  </a:lnTo>
                  <a:lnTo>
                    <a:pt x="75481" y="102712"/>
                  </a:lnTo>
                  <a:lnTo>
                    <a:pt x="76437" y="103189"/>
                  </a:lnTo>
                  <a:lnTo>
                    <a:pt x="77393" y="104623"/>
                  </a:lnTo>
                  <a:lnTo>
                    <a:pt x="78348" y="104623"/>
                  </a:lnTo>
                  <a:lnTo>
                    <a:pt x="79304" y="104623"/>
                  </a:lnTo>
                  <a:lnTo>
                    <a:pt x="79304" y="104145"/>
                  </a:lnTo>
                  <a:lnTo>
                    <a:pt x="80259" y="104145"/>
                  </a:lnTo>
                  <a:lnTo>
                    <a:pt x="81214" y="105100"/>
                  </a:lnTo>
                  <a:lnTo>
                    <a:pt x="81214" y="106056"/>
                  </a:lnTo>
                  <a:lnTo>
                    <a:pt x="81214" y="107012"/>
                  </a:lnTo>
                  <a:lnTo>
                    <a:pt x="81214" y="109400"/>
                  </a:lnTo>
                  <a:lnTo>
                    <a:pt x="80736" y="110355"/>
                  </a:lnTo>
                  <a:lnTo>
                    <a:pt x="79781" y="109878"/>
                  </a:lnTo>
                  <a:lnTo>
                    <a:pt x="77870" y="109400"/>
                  </a:lnTo>
                  <a:lnTo>
                    <a:pt x="77870" y="109878"/>
                  </a:lnTo>
                  <a:lnTo>
                    <a:pt x="77870" y="110355"/>
                  </a:lnTo>
                  <a:lnTo>
                    <a:pt x="76915" y="110833"/>
                  </a:lnTo>
                  <a:lnTo>
                    <a:pt x="75959" y="110833"/>
                  </a:lnTo>
                  <a:lnTo>
                    <a:pt x="73093" y="110833"/>
                  </a:lnTo>
                  <a:lnTo>
                    <a:pt x="67838" y="111789"/>
                  </a:lnTo>
                  <a:lnTo>
                    <a:pt x="65927" y="112744"/>
                  </a:lnTo>
                  <a:lnTo>
                    <a:pt x="64493" y="114177"/>
                  </a:lnTo>
                  <a:lnTo>
                    <a:pt x="64493" y="115133"/>
                  </a:lnTo>
                  <a:lnTo>
                    <a:pt x="64972" y="117521"/>
                  </a:lnTo>
                  <a:lnTo>
                    <a:pt x="64493" y="117999"/>
                  </a:lnTo>
                  <a:lnTo>
                    <a:pt x="62105" y="118477"/>
                  </a:lnTo>
                  <a:lnTo>
                    <a:pt x="58761" y="117999"/>
                  </a:lnTo>
                  <a:lnTo>
                    <a:pt x="56372" y="117044"/>
                  </a:lnTo>
                  <a:lnTo>
                    <a:pt x="55417" y="116566"/>
                  </a:lnTo>
                  <a:lnTo>
                    <a:pt x="53984" y="115611"/>
                  </a:lnTo>
                  <a:lnTo>
                    <a:pt x="53506" y="113700"/>
                  </a:lnTo>
                  <a:lnTo>
                    <a:pt x="54461" y="107967"/>
                  </a:lnTo>
                  <a:lnTo>
                    <a:pt x="54939" y="107489"/>
                  </a:lnTo>
                  <a:lnTo>
                    <a:pt x="55417" y="107012"/>
                  </a:lnTo>
                  <a:lnTo>
                    <a:pt x="55895" y="106056"/>
                  </a:lnTo>
                  <a:lnTo>
                    <a:pt x="55895" y="104623"/>
                  </a:lnTo>
                  <a:lnTo>
                    <a:pt x="54461" y="103189"/>
                  </a:lnTo>
                  <a:lnTo>
                    <a:pt x="52073" y="102712"/>
                  </a:lnTo>
                  <a:lnTo>
                    <a:pt x="50162" y="101756"/>
                  </a:lnTo>
                  <a:lnTo>
                    <a:pt x="42040" y="95068"/>
                  </a:lnTo>
                  <a:lnTo>
                    <a:pt x="41563" y="94113"/>
                  </a:lnTo>
                  <a:lnTo>
                    <a:pt x="41563" y="93157"/>
                  </a:lnTo>
                  <a:lnTo>
                    <a:pt x="42040" y="92202"/>
                  </a:lnTo>
                  <a:lnTo>
                    <a:pt x="44429" y="88858"/>
                  </a:lnTo>
                  <a:lnTo>
                    <a:pt x="44907" y="87902"/>
                  </a:lnTo>
                  <a:lnTo>
                    <a:pt x="45384" y="85036"/>
                  </a:lnTo>
                  <a:lnTo>
                    <a:pt x="44907" y="82647"/>
                  </a:lnTo>
                  <a:lnTo>
                    <a:pt x="44907" y="80258"/>
                  </a:lnTo>
                  <a:lnTo>
                    <a:pt x="43474" y="78825"/>
                  </a:lnTo>
                  <a:lnTo>
                    <a:pt x="41563" y="78348"/>
                  </a:lnTo>
                  <a:lnTo>
                    <a:pt x="39174" y="78348"/>
                  </a:lnTo>
                  <a:lnTo>
                    <a:pt x="36786" y="78825"/>
                  </a:lnTo>
                  <a:lnTo>
                    <a:pt x="34874" y="80258"/>
                  </a:lnTo>
                  <a:lnTo>
                    <a:pt x="30575" y="82647"/>
                  </a:lnTo>
                  <a:lnTo>
                    <a:pt x="29142" y="84080"/>
                  </a:lnTo>
                  <a:lnTo>
                    <a:pt x="29142" y="85991"/>
                  </a:lnTo>
                  <a:lnTo>
                    <a:pt x="30097" y="87902"/>
                  </a:lnTo>
                  <a:lnTo>
                    <a:pt x="31052" y="89335"/>
                  </a:lnTo>
                  <a:lnTo>
                    <a:pt x="31531" y="91246"/>
                  </a:lnTo>
                  <a:lnTo>
                    <a:pt x="32486" y="97935"/>
                  </a:lnTo>
                  <a:lnTo>
                    <a:pt x="32486" y="98412"/>
                  </a:lnTo>
                  <a:lnTo>
                    <a:pt x="31531" y="100323"/>
                  </a:lnTo>
                  <a:lnTo>
                    <a:pt x="31052" y="104623"/>
                  </a:lnTo>
                  <a:lnTo>
                    <a:pt x="31531" y="110355"/>
                  </a:lnTo>
                  <a:lnTo>
                    <a:pt x="32486" y="114177"/>
                  </a:lnTo>
                  <a:lnTo>
                    <a:pt x="32008" y="116088"/>
                  </a:lnTo>
                  <a:lnTo>
                    <a:pt x="30097" y="120388"/>
                  </a:lnTo>
                  <a:lnTo>
                    <a:pt x="29620" y="122777"/>
                  </a:lnTo>
                  <a:lnTo>
                    <a:pt x="29620" y="123732"/>
                  </a:lnTo>
                  <a:lnTo>
                    <a:pt x="31531" y="128031"/>
                  </a:lnTo>
                  <a:lnTo>
                    <a:pt x="32008" y="129942"/>
                  </a:lnTo>
                  <a:lnTo>
                    <a:pt x="32486" y="131853"/>
                  </a:lnTo>
                  <a:lnTo>
                    <a:pt x="30097" y="130898"/>
                  </a:lnTo>
                  <a:lnTo>
                    <a:pt x="29142" y="130898"/>
                  </a:lnTo>
                  <a:lnTo>
                    <a:pt x="27709" y="131376"/>
                  </a:lnTo>
                  <a:lnTo>
                    <a:pt x="25320" y="131376"/>
                  </a:lnTo>
                  <a:lnTo>
                    <a:pt x="22931" y="131853"/>
                  </a:lnTo>
                  <a:lnTo>
                    <a:pt x="21976" y="131853"/>
                  </a:lnTo>
                  <a:lnTo>
                    <a:pt x="20543" y="133287"/>
                  </a:lnTo>
                  <a:lnTo>
                    <a:pt x="19109" y="133764"/>
                  </a:lnTo>
                  <a:lnTo>
                    <a:pt x="18154" y="133764"/>
                  </a:lnTo>
                  <a:lnTo>
                    <a:pt x="15288" y="132331"/>
                  </a:lnTo>
                  <a:lnTo>
                    <a:pt x="13377" y="130420"/>
                  </a:lnTo>
                  <a:lnTo>
                    <a:pt x="11466" y="128987"/>
                  </a:lnTo>
                  <a:lnTo>
                    <a:pt x="11466" y="127076"/>
                  </a:lnTo>
                  <a:lnTo>
                    <a:pt x="11943" y="124687"/>
                  </a:lnTo>
                  <a:lnTo>
                    <a:pt x="12899" y="122777"/>
                  </a:lnTo>
                  <a:lnTo>
                    <a:pt x="14332" y="118955"/>
                  </a:lnTo>
                  <a:lnTo>
                    <a:pt x="14332" y="116566"/>
                  </a:lnTo>
                  <a:lnTo>
                    <a:pt x="14810" y="114655"/>
                  </a:lnTo>
                  <a:lnTo>
                    <a:pt x="15765" y="112744"/>
                  </a:lnTo>
                  <a:lnTo>
                    <a:pt x="16243" y="110833"/>
                  </a:lnTo>
                  <a:lnTo>
                    <a:pt x="16243" y="103667"/>
                  </a:lnTo>
                  <a:lnTo>
                    <a:pt x="16243" y="103189"/>
                  </a:lnTo>
                  <a:lnTo>
                    <a:pt x="13854" y="98890"/>
                  </a:lnTo>
                  <a:lnTo>
                    <a:pt x="13377" y="97935"/>
                  </a:lnTo>
                  <a:lnTo>
                    <a:pt x="13377" y="96979"/>
                  </a:lnTo>
                  <a:lnTo>
                    <a:pt x="13854" y="96024"/>
                  </a:lnTo>
                  <a:lnTo>
                    <a:pt x="13854" y="95068"/>
                  </a:lnTo>
                  <a:lnTo>
                    <a:pt x="13377" y="94113"/>
                  </a:lnTo>
                  <a:lnTo>
                    <a:pt x="12421" y="93635"/>
                  </a:lnTo>
                  <a:lnTo>
                    <a:pt x="11466" y="93157"/>
                  </a:lnTo>
                  <a:lnTo>
                    <a:pt x="9077" y="93635"/>
                  </a:lnTo>
                  <a:lnTo>
                    <a:pt x="3822" y="94590"/>
                  </a:lnTo>
                  <a:lnTo>
                    <a:pt x="2389" y="93635"/>
                  </a:lnTo>
                  <a:lnTo>
                    <a:pt x="1433" y="92202"/>
                  </a:lnTo>
                  <a:lnTo>
                    <a:pt x="956" y="89813"/>
                  </a:lnTo>
                  <a:lnTo>
                    <a:pt x="478" y="87902"/>
                  </a:lnTo>
                  <a:lnTo>
                    <a:pt x="478" y="85514"/>
                  </a:lnTo>
                  <a:lnTo>
                    <a:pt x="1433" y="83603"/>
                  </a:lnTo>
                  <a:lnTo>
                    <a:pt x="956" y="82170"/>
                  </a:lnTo>
                  <a:lnTo>
                    <a:pt x="0" y="80736"/>
                  </a:lnTo>
                  <a:lnTo>
                    <a:pt x="0" y="79781"/>
                  </a:lnTo>
                  <a:lnTo>
                    <a:pt x="478" y="79303"/>
                  </a:lnTo>
                  <a:lnTo>
                    <a:pt x="956" y="78825"/>
                  </a:lnTo>
                  <a:lnTo>
                    <a:pt x="2389" y="78348"/>
                  </a:lnTo>
                  <a:lnTo>
                    <a:pt x="3344" y="77870"/>
                  </a:lnTo>
                  <a:lnTo>
                    <a:pt x="5733" y="75481"/>
                  </a:lnTo>
                  <a:lnTo>
                    <a:pt x="6688" y="73570"/>
                  </a:lnTo>
                  <a:lnTo>
                    <a:pt x="6688" y="71659"/>
                  </a:lnTo>
                  <a:lnTo>
                    <a:pt x="7644" y="69271"/>
                  </a:lnTo>
                  <a:lnTo>
                    <a:pt x="9077" y="67360"/>
                  </a:lnTo>
                  <a:lnTo>
                    <a:pt x="10510" y="65449"/>
                  </a:lnTo>
                  <a:lnTo>
                    <a:pt x="10988" y="63538"/>
                  </a:lnTo>
                  <a:lnTo>
                    <a:pt x="10033" y="60672"/>
                  </a:lnTo>
                  <a:lnTo>
                    <a:pt x="10510" y="59239"/>
                  </a:lnTo>
                  <a:lnTo>
                    <a:pt x="10510" y="57805"/>
                  </a:lnTo>
                  <a:lnTo>
                    <a:pt x="10033" y="56372"/>
                  </a:lnTo>
                  <a:lnTo>
                    <a:pt x="11466" y="53028"/>
                  </a:lnTo>
                  <a:lnTo>
                    <a:pt x="14332" y="46817"/>
                  </a:lnTo>
                  <a:lnTo>
                    <a:pt x="17199" y="43951"/>
                  </a:lnTo>
                  <a:lnTo>
                    <a:pt x="18154" y="42996"/>
                  </a:lnTo>
                  <a:lnTo>
                    <a:pt x="19587" y="44429"/>
                  </a:lnTo>
                  <a:lnTo>
                    <a:pt x="21020" y="46340"/>
                  </a:lnTo>
                  <a:lnTo>
                    <a:pt x="21020" y="44429"/>
                  </a:lnTo>
                  <a:lnTo>
                    <a:pt x="20543" y="42996"/>
                  </a:lnTo>
                  <a:lnTo>
                    <a:pt x="19587" y="39651"/>
                  </a:lnTo>
                  <a:lnTo>
                    <a:pt x="18154" y="32486"/>
                  </a:lnTo>
                  <a:lnTo>
                    <a:pt x="18632" y="31530"/>
                  </a:lnTo>
                  <a:lnTo>
                    <a:pt x="19587" y="31530"/>
                  </a:lnTo>
                  <a:lnTo>
                    <a:pt x="20543" y="31052"/>
                  </a:lnTo>
                  <a:lnTo>
                    <a:pt x="21020" y="30097"/>
                  </a:lnTo>
                  <a:lnTo>
                    <a:pt x="20065" y="27231"/>
                  </a:lnTo>
                  <a:lnTo>
                    <a:pt x="20065" y="26275"/>
                  </a:lnTo>
                  <a:lnTo>
                    <a:pt x="21976" y="22931"/>
                  </a:lnTo>
                  <a:lnTo>
                    <a:pt x="23886" y="21498"/>
                  </a:lnTo>
                  <a:lnTo>
                    <a:pt x="24842" y="20542"/>
                  </a:lnTo>
                  <a:lnTo>
                    <a:pt x="24842" y="18154"/>
                  </a:lnTo>
                  <a:lnTo>
                    <a:pt x="25798" y="17198"/>
                  </a:lnTo>
                  <a:lnTo>
                    <a:pt x="26753" y="16721"/>
                  </a:lnTo>
                  <a:lnTo>
                    <a:pt x="28664" y="15287"/>
                  </a:lnTo>
                  <a:lnTo>
                    <a:pt x="29142" y="13376"/>
                  </a:lnTo>
                  <a:lnTo>
                    <a:pt x="29620" y="12899"/>
                  </a:lnTo>
                  <a:lnTo>
                    <a:pt x="30097" y="12899"/>
                  </a:lnTo>
                  <a:lnTo>
                    <a:pt x="31052" y="14809"/>
                  </a:lnTo>
                  <a:lnTo>
                    <a:pt x="32008" y="15287"/>
                  </a:lnTo>
                  <a:lnTo>
                    <a:pt x="33919" y="15765"/>
                  </a:lnTo>
                  <a:lnTo>
                    <a:pt x="35830" y="15287"/>
                  </a:lnTo>
                  <a:lnTo>
                    <a:pt x="36308" y="14332"/>
                  </a:lnTo>
                  <a:lnTo>
                    <a:pt x="36786" y="13854"/>
                  </a:lnTo>
                  <a:lnTo>
                    <a:pt x="38218" y="12899"/>
                  </a:lnTo>
                  <a:lnTo>
                    <a:pt x="38697" y="11943"/>
                  </a:lnTo>
                  <a:lnTo>
                    <a:pt x="39652" y="10032"/>
                  </a:lnTo>
                  <a:lnTo>
                    <a:pt x="41085" y="8121"/>
                  </a:lnTo>
                  <a:lnTo>
                    <a:pt x="42040" y="7644"/>
                  </a:lnTo>
                  <a:lnTo>
                    <a:pt x="42996" y="7166"/>
                  </a:lnTo>
                  <a:lnTo>
                    <a:pt x="44429" y="6688"/>
                  </a:lnTo>
                  <a:lnTo>
                    <a:pt x="45384" y="6688"/>
                  </a:lnTo>
                  <a:lnTo>
                    <a:pt x="47773" y="8121"/>
                  </a:lnTo>
                  <a:lnTo>
                    <a:pt x="49206" y="8121"/>
                  </a:lnTo>
                  <a:lnTo>
                    <a:pt x="50640" y="8121"/>
                  </a:lnTo>
                  <a:lnTo>
                    <a:pt x="51595" y="8121"/>
                  </a:lnTo>
                  <a:lnTo>
                    <a:pt x="52550" y="8599"/>
                  </a:lnTo>
                  <a:lnTo>
                    <a:pt x="53028" y="10032"/>
                  </a:lnTo>
                  <a:lnTo>
                    <a:pt x="53984" y="10988"/>
                  </a:lnTo>
                  <a:lnTo>
                    <a:pt x="54461" y="10988"/>
                  </a:lnTo>
                  <a:lnTo>
                    <a:pt x="55417" y="11466"/>
                  </a:lnTo>
                  <a:lnTo>
                    <a:pt x="60672" y="10988"/>
                  </a:lnTo>
                  <a:lnTo>
                    <a:pt x="65449" y="11943"/>
                  </a:lnTo>
                  <a:lnTo>
                    <a:pt x="72138" y="12421"/>
                  </a:lnTo>
                  <a:lnTo>
                    <a:pt x="74526" y="12899"/>
                  </a:lnTo>
                  <a:lnTo>
                    <a:pt x="76437" y="13854"/>
                  </a:lnTo>
                  <a:lnTo>
                    <a:pt x="79304" y="15287"/>
                  </a:lnTo>
                  <a:lnTo>
                    <a:pt x="80259" y="15287"/>
                  </a:lnTo>
                  <a:lnTo>
                    <a:pt x="81214" y="15287"/>
                  </a:lnTo>
                  <a:lnTo>
                    <a:pt x="82647" y="13854"/>
                  </a:lnTo>
                  <a:lnTo>
                    <a:pt x="83603" y="13854"/>
                  </a:lnTo>
                  <a:lnTo>
                    <a:pt x="84558" y="13854"/>
                  </a:lnTo>
                  <a:lnTo>
                    <a:pt x="88858" y="13854"/>
                  </a:lnTo>
                  <a:lnTo>
                    <a:pt x="100323" y="15765"/>
                  </a:lnTo>
                  <a:lnTo>
                    <a:pt x="101757" y="15287"/>
                  </a:lnTo>
                  <a:lnTo>
                    <a:pt x="108445" y="12421"/>
                  </a:lnTo>
                  <a:lnTo>
                    <a:pt x="111311" y="9077"/>
                  </a:lnTo>
                  <a:lnTo>
                    <a:pt x="113700" y="8599"/>
                  </a:lnTo>
                  <a:lnTo>
                    <a:pt x="114655" y="7166"/>
                  </a:lnTo>
                  <a:lnTo>
                    <a:pt x="115133" y="5733"/>
                  </a:lnTo>
                  <a:lnTo>
                    <a:pt x="116088" y="5255"/>
                  </a:lnTo>
                  <a:lnTo>
                    <a:pt x="118000" y="4777"/>
                  </a:lnTo>
                  <a:lnTo>
                    <a:pt x="118955" y="4300"/>
                  </a:lnTo>
                  <a:lnTo>
                    <a:pt x="120388" y="2389"/>
                  </a:lnTo>
                  <a:lnTo>
                    <a:pt x="121821" y="478"/>
                  </a:lnTo>
                  <a:lnTo>
                    <a:pt x="122777" y="0"/>
                  </a:lnTo>
                  <a:lnTo>
                    <a:pt x="125165" y="478"/>
                  </a:lnTo>
                  <a:lnTo>
                    <a:pt x="126121" y="956"/>
                  </a:lnTo>
                  <a:lnTo>
                    <a:pt x="127554" y="3344"/>
                  </a:lnTo>
                  <a:lnTo>
                    <a:pt x="127554" y="3822"/>
                  </a:lnTo>
                  <a:lnTo>
                    <a:pt x="125643" y="5255"/>
                  </a:lnTo>
                  <a:lnTo>
                    <a:pt x="125165" y="5733"/>
                  </a:lnTo>
                  <a:lnTo>
                    <a:pt x="123732" y="9555"/>
                  </a:lnTo>
                  <a:lnTo>
                    <a:pt x="122299" y="10988"/>
                  </a:lnTo>
                  <a:lnTo>
                    <a:pt x="120866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8" name="Freeform 4547">
              <a:extLst>
                <a:ext uri="{FF2B5EF4-FFF2-40B4-BE49-F238E27FC236}">
                  <a16:creationId xmlns:a16="http://schemas.microsoft.com/office/drawing/2014/main" id="{B27C3056-9F6E-8E4F-0EB1-A2DD5D5A6578}"/>
                </a:ext>
              </a:extLst>
            </p:cNvPr>
            <p:cNvSpPr/>
            <p:nvPr/>
          </p:nvSpPr>
          <p:spPr>
            <a:xfrm>
              <a:off x="7894650" y="4696200"/>
              <a:ext cx="7165" cy="7165"/>
            </a:xfrm>
            <a:custGeom>
              <a:avLst/>
              <a:gdLst>
                <a:gd name="csX0" fmla="*/ 6211 w 7165"/>
                <a:gd name="csY0" fmla="*/ 955 h 7165"/>
                <a:gd name="csX1" fmla="*/ 7166 w 7165"/>
                <a:gd name="csY1" fmla="*/ 2389 h 7165"/>
                <a:gd name="csX2" fmla="*/ 7166 w 7165"/>
                <a:gd name="csY2" fmla="*/ 3344 h 7165"/>
                <a:gd name="csX3" fmla="*/ 6688 w 7165"/>
                <a:gd name="csY3" fmla="*/ 4299 h 7165"/>
                <a:gd name="csX4" fmla="*/ 6211 w 7165"/>
                <a:gd name="csY4" fmla="*/ 6210 h 7165"/>
                <a:gd name="csX5" fmla="*/ 3822 w 7165"/>
                <a:gd name="csY5" fmla="*/ 7166 h 7165"/>
                <a:gd name="csX6" fmla="*/ 1911 w 7165"/>
                <a:gd name="csY6" fmla="*/ 7166 h 7165"/>
                <a:gd name="csX7" fmla="*/ 1433 w 7165"/>
                <a:gd name="csY7" fmla="*/ 6688 h 7165"/>
                <a:gd name="csX8" fmla="*/ 0 w 7165"/>
                <a:gd name="csY8" fmla="*/ 3822 h 7165"/>
                <a:gd name="csX9" fmla="*/ 0 w 7165"/>
                <a:gd name="csY9" fmla="*/ 1911 h 7165"/>
                <a:gd name="csX10" fmla="*/ 955 w 7165"/>
                <a:gd name="csY10" fmla="*/ 955 h 7165"/>
                <a:gd name="csX11" fmla="*/ 2866 w 7165"/>
                <a:gd name="csY11" fmla="*/ 955 h 7165"/>
                <a:gd name="csX12" fmla="*/ 4777 w 7165"/>
                <a:gd name="csY12" fmla="*/ 0 h 7165"/>
                <a:gd name="csX13" fmla="*/ 6211 w 7165"/>
                <a:gd name="csY13" fmla="*/ 955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165" h="7165">
                  <a:moveTo>
                    <a:pt x="6211" y="955"/>
                  </a:moveTo>
                  <a:lnTo>
                    <a:pt x="7166" y="2389"/>
                  </a:lnTo>
                  <a:lnTo>
                    <a:pt x="7166" y="3344"/>
                  </a:lnTo>
                  <a:lnTo>
                    <a:pt x="6688" y="4299"/>
                  </a:lnTo>
                  <a:lnTo>
                    <a:pt x="6211" y="6210"/>
                  </a:lnTo>
                  <a:lnTo>
                    <a:pt x="3822" y="7166"/>
                  </a:lnTo>
                  <a:lnTo>
                    <a:pt x="1911" y="7166"/>
                  </a:lnTo>
                  <a:lnTo>
                    <a:pt x="1433" y="6688"/>
                  </a:lnTo>
                  <a:lnTo>
                    <a:pt x="0" y="3822"/>
                  </a:lnTo>
                  <a:lnTo>
                    <a:pt x="0" y="1911"/>
                  </a:lnTo>
                  <a:lnTo>
                    <a:pt x="955" y="955"/>
                  </a:lnTo>
                  <a:lnTo>
                    <a:pt x="2866" y="955"/>
                  </a:lnTo>
                  <a:lnTo>
                    <a:pt x="4777" y="0"/>
                  </a:lnTo>
                  <a:lnTo>
                    <a:pt x="62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9" name="Freeform 4548">
              <a:extLst>
                <a:ext uri="{FF2B5EF4-FFF2-40B4-BE49-F238E27FC236}">
                  <a16:creationId xmlns:a16="http://schemas.microsoft.com/office/drawing/2014/main" id="{702816E7-D74F-DEAA-D1B2-62949050E74E}"/>
                </a:ext>
              </a:extLst>
            </p:cNvPr>
            <p:cNvSpPr/>
            <p:nvPr/>
          </p:nvSpPr>
          <p:spPr>
            <a:xfrm>
              <a:off x="8410598" y="4694767"/>
              <a:ext cx="29141" cy="55894"/>
            </a:xfrm>
            <a:custGeom>
              <a:avLst/>
              <a:gdLst>
                <a:gd name="csX0" fmla="*/ 6211 w 29141"/>
                <a:gd name="csY0" fmla="*/ 24364 h 55894"/>
                <a:gd name="csX1" fmla="*/ 7644 w 29141"/>
                <a:gd name="csY1" fmla="*/ 24842 h 55894"/>
                <a:gd name="csX2" fmla="*/ 9077 w 29141"/>
                <a:gd name="csY2" fmla="*/ 24842 h 55894"/>
                <a:gd name="csX3" fmla="*/ 10032 w 29141"/>
                <a:gd name="csY3" fmla="*/ 23886 h 55894"/>
                <a:gd name="csX4" fmla="*/ 10032 w 29141"/>
                <a:gd name="csY4" fmla="*/ 22931 h 55894"/>
                <a:gd name="csX5" fmla="*/ 10988 w 29141"/>
                <a:gd name="csY5" fmla="*/ 21020 h 55894"/>
                <a:gd name="csX6" fmla="*/ 12421 w 29141"/>
                <a:gd name="csY6" fmla="*/ 19587 h 55894"/>
                <a:gd name="csX7" fmla="*/ 13854 w 29141"/>
                <a:gd name="csY7" fmla="*/ 19587 h 55894"/>
                <a:gd name="csX8" fmla="*/ 14809 w 29141"/>
                <a:gd name="csY8" fmla="*/ 19109 h 55894"/>
                <a:gd name="csX9" fmla="*/ 14332 w 29141"/>
                <a:gd name="csY9" fmla="*/ 17198 h 55894"/>
                <a:gd name="csX10" fmla="*/ 14809 w 29141"/>
                <a:gd name="csY10" fmla="*/ 16243 h 55894"/>
                <a:gd name="csX11" fmla="*/ 15765 w 29141"/>
                <a:gd name="csY11" fmla="*/ 14332 h 55894"/>
                <a:gd name="csX12" fmla="*/ 20064 w 29141"/>
                <a:gd name="csY12" fmla="*/ 12421 h 55894"/>
                <a:gd name="csX13" fmla="*/ 21975 w 29141"/>
                <a:gd name="csY13" fmla="*/ 11466 h 55894"/>
                <a:gd name="csX14" fmla="*/ 25320 w 29141"/>
                <a:gd name="csY14" fmla="*/ 11466 h 55894"/>
                <a:gd name="csX15" fmla="*/ 25320 w 29141"/>
                <a:gd name="csY15" fmla="*/ 12421 h 55894"/>
                <a:gd name="csX16" fmla="*/ 25320 w 29141"/>
                <a:gd name="csY16" fmla="*/ 13377 h 55894"/>
                <a:gd name="csX17" fmla="*/ 25798 w 29141"/>
                <a:gd name="csY17" fmla="*/ 15287 h 55894"/>
                <a:gd name="csX18" fmla="*/ 25320 w 29141"/>
                <a:gd name="csY18" fmla="*/ 19587 h 55894"/>
                <a:gd name="csX19" fmla="*/ 24842 w 29141"/>
                <a:gd name="csY19" fmla="*/ 20543 h 55894"/>
                <a:gd name="csX20" fmla="*/ 21498 w 29141"/>
                <a:gd name="csY20" fmla="*/ 21976 h 55894"/>
                <a:gd name="csX21" fmla="*/ 18154 w 29141"/>
                <a:gd name="csY21" fmla="*/ 23409 h 55894"/>
                <a:gd name="csX22" fmla="*/ 17198 w 29141"/>
                <a:gd name="csY22" fmla="*/ 23886 h 55894"/>
                <a:gd name="csX23" fmla="*/ 16721 w 29141"/>
                <a:gd name="csY23" fmla="*/ 25320 h 55894"/>
                <a:gd name="csX24" fmla="*/ 16721 w 29141"/>
                <a:gd name="csY24" fmla="*/ 26753 h 55894"/>
                <a:gd name="csX25" fmla="*/ 19587 w 29141"/>
                <a:gd name="csY25" fmla="*/ 28186 h 55894"/>
                <a:gd name="csX26" fmla="*/ 23886 w 29141"/>
                <a:gd name="csY26" fmla="*/ 30097 h 55894"/>
                <a:gd name="csX27" fmla="*/ 24364 w 29141"/>
                <a:gd name="csY27" fmla="*/ 30575 h 55894"/>
                <a:gd name="csX28" fmla="*/ 24842 w 29141"/>
                <a:gd name="csY28" fmla="*/ 32008 h 55894"/>
                <a:gd name="csX29" fmla="*/ 25320 w 29141"/>
                <a:gd name="csY29" fmla="*/ 33441 h 55894"/>
                <a:gd name="csX30" fmla="*/ 26275 w 29141"/>
                <a:gd name="csY30" fmla="*/ 33919 h 55894"/>
                <a:gd name="csX31" fmla="*/ 27709 w 29141"/>
                <a:gd name="csY31" fmla="*/ 34397 h 55894"/>
                <a:gd name="csX32" fmla="*/ 28664 w 29141"/>
                <a:gd name="csY32" fmla="*/ 34874 h 55894"/>
                <a:gd name="csX33" fmla="*/ 29141 w 29141"/>
                <a:gd name="csY33" fmla="*/ 35830 h 55894"/>
                <a:gd name="csX34" fmla="*/ 22453 w 29141"/>
                <a:gd name="csY34" fmla="*/ 33919 h 55894"/>
                <a:gd name="csX35" fmla="*/ 20543 w 29141"/>
                <a:gd name="csY35" fmla="*/ 32963 h 55894"/>
                <a:gd name="csX36" fmla="*/ 18154 w 29141"/>
                <a:gd name="csY36" fmla="*/ 32486 h 55894"/>
                <a:gd name="csX37" fmla="*/ 15765 w 29141"/>
                <a:gd name="csY37" fmla="*/ 32486 h 55894"/>
                <a:gd name="csX38" fmla="*/ 13854 w 29141"/>
                <a:gd name="csY38" fmla="*/ 31530 h 55894"/>
                <a:gd name="csX39" fmla="*/ 10988 w 29141"/>
                <a:gd name="csY39" fmla="*/ 31052 h 55894"/>
                <a:gd name="csX40" fmla="*/ 10032 w 29141"/>
                <a:gd name="csY40" fmla="*/ 32008 h 55894"/>
                <a:gd name="csX41" fmla="*/ 9555 w 29141"/>
                <a:gd name="csY41" fmla="*/ 32963 h 55894"/>
                <a:gd name="csX42" fmla="*/ 9555 w 29141"/>
                <a:gd name="csY42" fmla="*/ 34397 h 55894"/>
                <a:gd name="csX43" fmla="*/ 10032 w 29141"/>
                <a:gd name="csY43" fmla="*/ 36308 h 55894"/>
                <a:gd name="csX44" fmla="*/ 9555 w 29141"/>
                <a:gd name="csY44" fmla="*/ 37263 h 55894"/>
                <a:gd name="csX45" fmla="*/ 9555 w 29141"/>
                <a:gd name="csY45" fmla="*/ 38696 h 55894"/>
                <a:gd name="csX46" fmla="*/ 10988 w 29141"/>
                <a:gd name="csY46" fmla="*/ 44429 h 55894"/>
                <a:gd name="csX47" fmla="*/ 13377 w 29141"/>
                <a:gd name="csY47" fmla="*/ 48728 h 55894"/>
                <a:gd name="csX48" fmla="*/ 16721 w 29141"/>
                <a:gd name="csY48" fmla="*/ 53028 h 55894"/>
                <a:gd name="csX49" fmla="*/ 18154 w 29141"/>
                <a:gd name="csY49" fmla="*/ 54461 h 55894"/>
                <a:gd name="csX50" fmla="*/ 20064 w 29141"/>
                <a:gd name="csY50" fmla="*/ 55894 h 55894"/>
                <a:gd name="csX51" fmla="*/ 17198 w 29141"/>
                <a:gd name="csY51" fmla="*/ 55417 h 55894"/>
                <a:gd name="csX52" fmla="*/ 16243 w 29141"/>
                <a:gd name="csY52" fmla="*/ 53984 h 55894"/>
                <a:gd name="csX53" fmla="*/ 12421 w 29141"/>
                <a:gd name="csY53" fmla="*/ 52550 h 55894"/>
                <a:gd name="csX54" fmla="*/ 11943 w 29141"/>
                <a:gd name="csY54" fmla="*/ 51595 h 55894"/>
                <a:gd name="csX55" fmla="*/ 9555 w 29141"/>
                <a:gd name="csY55" fmla="*/ 47295 h 55894"/>
                <a:gd name="csX56" fmla="*/ 8599 w 29141"/>
                <a:gd name="csY56" fmla="*/ 46818 h 55894"/>
                <a:gd name="csX57" fmla="*/ 6211 w 29141"/>
                <a:gd name="csY57" fmla="*/ 45384 h 55894"/>
                <a:gd name="csX58" fmla="*/ 5255 w 29141"/>
                <a:gd name="csY58" fmla="*/ 44429 h 55894"/>
                <a:gd name="csX59" fmla="*/ 5255 w 29141"/>
                <a:gd name="csY59" fmla="*/ 42518 h 55894"/>
                <a:gd name="csX60" fmla="*/ 5255 w 29141"/>
                <a:gd name="csY60" fmla="*/ 41085 h 55894"/>
                <a:gd name="csX61" fmla="*/ 5255 w 29141"/>
                <a:gd name="csY61" fmla="*/ 39174 h 55894"/>
                <a:gd name="csX62" fmla="*/ 5255 w 29141"/>
                <a:gd name="csY62" fmla="*/ 37263 h 55894"/>
                <a:gd name="csX63" fmla="*/ 5733 w 29141"/>
                <a:gd name="csY63" fmla="*/ 34397 h 55894"/>
                <a:gd name="csX64" fmla="*/ 4777 w 29141"/>
                <a:gd name="csY64" fmla="*/ 33919 h 55894"/>
                <a:gd name="csX65" fmla="*/ 3822 w 29141"/>
                <a:gd name="csY65" fmla="*/ 32963 h 55894"/>
                <a:gd name="csX66" fmla="*/ 2866 w 29141"/>
                <a:gd name="csY66" fmla="*/ 31052 h 55894"/>
                <a:gd name="csX67" fmla="*/ 2389 w 29141"/>
                <a:gd name="csY67" fmla="*/ 28664 h 55894"/>
                <a:gd name="csX68" fmla="*/ 2389 w 29141"/>
                <a:gd name="csY68" fmla="*/ 27709 h 55894"/>
                <a:gd name="csX69" fmla="*/ 2866 w 29141"/>
                <a:gd name="csY69" fmla="*/ 26275 h 55894"/>
                <a:gd name="csX70" fmla="*/ 3822 w 29141"/>
                <a:gd name="csY70" fmla="*/ 25320 h 55894"/>
                <a:gd name="csX71" fmla="*/ 3822 w 29141"/>
                <a:gd name="csY71" fmla="*/ 24364 h 55894"/>
                <a:gd name="csX72" fmla="*/ 1911 w 29141"/>
                <a:gd name="csY72" fmla="*/ 22931 h 55894"/>
                <a:gd name="csX73" fmla="*/ 0 w 29141"/>
                <a:gd name="csY73" fmla="*/ 19109 h 55894"/>
                <a:gd name="csX74" fmla="*/ 0 w 29141"/>
                <a:gd name="csY74" fmla="*/ 17198 h 55894"/>
                <a:gd name="csX75" fmla="*/ 2389 w 29141"/>
                <a:gd name="csY75" fmla="*/ 13377 h 55894"/>
                <a:gd name="csX76" fmla="*/ 2389 w 29141"/>
                <a:gd name="csY76" fmla="*/ 11466 h 55894"/>
                <a:gd name="csX77" fmla="*/ 2866 w 29141"/>
                <a:gd name="csY77" fmla="*/ 10510 h 55894"/>
                <a:gd name="csX78" fmla="*/ 2866 w 29141"/>
                <a:gd name="csY78" fmla="*/ 9077 h 55894"/>
                <a:gd name="csX79" fmla="*/ 4300 w 29141"/>
                <a:gd name="csY79" fmla="*/ 6688 h 55894"/>
                <a:gd name="csX80" fmla="*/ 6211 w 29141"/>
                <a:gd name="csY80" fmla="*/ 4300 h 55894"/>
                <a:gd name="csX81" fmla="*/ 9555 w 29141"/>
                <a:gd name="csY81" fmla="*/ 956 h 55894"/>
                <a:gd name="csX82" fmla="*/ 10988 w 29141"/>
                <a:gd name="csY82" fmla="*/ 478 h 55894"/>
                <a:gd name="csX83" fmla="*/ 12421 w 29141"/>
                <a:gd name="csY83" fmla="*/ 0 h 55894"/>
                <a:gd name="csX84" fmla="*/ 12421 w 29141"/>
                <a:gd name="csY84" fmla="*/ 956 h 55894"/>
                <a:gd name="csX85" fmla="*/ 11943 w 29141"/>
                <a:gd name="csY85" fmla="*/ 1433 h 55894"/>
                <a:gd name="csX86" fmla="*/ 9555 w 29141"/>
                <a:gd name="csY86" fmla="*/ 4777 h 55894"/>
                <a:gd name="csX87" fmla="*/ 9555 w 29141"/>
                <a:gd name="csY87" fmla="*/ 5255 h 55894"/>
                <a:gd name="csX88" fmla="*/ 9077 w 29141"/>
                <a:gd name="csY88" fmla="*/ 6688 h 55894"/>
                <a:gd name="csX89" fmla="*/ 10510 w 29141"/>
                <a:gd name="csY89" fmla="*/ 7644 h 55894"/>
                <a:gd name="csX90" fmla="*/ 11943 w 29141"/>
                <a:gd name="csY90" fmla="*/ 9077 h 55894"/>
                <a:gd name="csX91" fmla="*/ 11943 w 29141"/>
                <a:gd name="csY91" fmla="*/ 10988 h 55894"/>
                <a:gd name="csX92" fmla="*/ 11943 w 29141"/>
                <a:gd name="csY92" fmla="*/ 13377 h 55894"/>
                <a:gd name="csX93" fmla="*/ 11943 w 29141"/>
                <a:gd name="csY93" fmla="*/ 15765 h 55894"/>
                <a:gd name="csX94" fmla="*/ 11466 w 29141"/>
                <a:gd name="csY94" fmla="*/ 16721 h 55894"/>
                <a:gd name="csX95" fmla="*/ 9077 w 29141"/>
                <a:gd name="csY95" fmla="*/ 18632 h 55894"/>
                <a:gd name="csX96" fmla="*/ 4777 w 29141"/>
                <a:gd name="csY96" fmla="*/ 21498 h 55894"/>
                <a:gd name="csX97" fmla="*/ 4300 w 29141"/>
                <a:gd name="csY97" fmla="*/ 21976 h 55894"/>
                <a:gd name="csX98" fmla="*/ 4300 w 29141"/>
                <a:gd name="csY98" fmla="*/ 22931 h 55894"/>
                <a:gd name="csX99" fmla="*/ 5255 w 29141"/>
                <a:gd name="csY99" fmla="*/ 23886 h 55894"/>
                <a:gd name="csX100" fmla="*/ 6211 w 29141"/>
                <a:gd name="csY100" fmla="*/ 24364 h 5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29141" h="55894">
                  <a:moveTo>
                    <a:pt x="6211" y="24364"/>
                  </a:moveTo>
                  <a:lnTo>
                    <a:pt x="7644" y="24842"/>
                  </a:lnTo>
                  <a:lnTo>
                    <a:pt x="9077" y="24842"/>
                  </a:lnTo>
                  <a:lnTo>
                    <a:pt x="10032" y="23886"/>
                  </a:lnTo>
                  <a:lnTo>
                    <a:pt x="10032" y="22931"/>
                  </a:lnTo>
                  <a:lnTo>
                    <a:pt x="10988" y="21020"/>
                  </a:lnTo>
                  <a:lnTo>
                    <a:pt x="12421" y="19587"/>
                  </a:lnTo>
                  <a:lnTo>
                    <a:pt x="13854" y="19587"/>
                  </a:lnTo>
                  <a:lnTo>
                    <a:pt x="14809" y="19109"/>
                  </a:lnTo>
                  <a:lnTo>
                    <a:pt x="14332" y="17198"/>
                  </a:lnTo>
                  <a:lnTo>
                    <a:pt x="14809" y="16243"/>
                  </a:lnTo>
                  <a:lnTo>
                    <a:pt x="15765" y="14332"/>
                  </a:lnTo>
                  <a:lnTo>
                    <a:pt x="20064" y="12421"/>
                  </a:lnTo>
                  <a:lnTo>
                    <a:pt x="21975" y="11466"/>
                  </a:lnTo>
                  <a:lnTo>
                    <a:pt x="25320" y="11466"/>
                  </a:lnTo>
                  <a:lnTo>
                    <a:pt x="25320" y="12421"/>
                  </a:lnTo>
                  <a:lnTo>
                    <a:pt x="25320" y="13377"/>
                  </a:lnTo>
                  <a:lnTo>
                    <a:pt x="25798" y="15287"/>
                  </a:lnTo>
                  <a:lnTo>
                    <a:pt x="25320" y="19587"/>
                  </a:lnTo>
                  <a:lnTo>
                    <a:pt x="24842" y="20543"/>
                  </a:lnTo>
                  <a:lnTo>
                    <a:pt x="21498" y="21976"/>
                  </a:lnTo>
                  <a:lnTo>
                    <a:pt x="18154" y="23409"/>
                  </a:lnTo>
                  <a:lnTo>
                    <a:pt x="17198" y="23886"/>
                  </a:lnTo>
                  <a:lnTo>
                    <a:pt x="16721" y="25320"/>
                  </a:lnTo>
                  <a:lnTo>
                    <a:pt x="16721" y="26753"/>
                  </a:lnTo>
                  <a:lnTo>
                    <a:pt x="19587" y="28186"/>
                  </a:lnTo>
                  <a:lnTo>
                    <a:pt x="23886" y="30097"/>
                  </a:lnTo>
                  <a:lnTo>
                    <a:pt x="24364" y="30575"/>
                  </a:lnTo>
                  <a:lnTo>
                    <a:pt x="24842" y="32008"/>
                  </a:lnTo>
                  <a:lnTo>
                    <a:pt x="25320" y="33441"/>
                  </a:lnTo>
                  <a:lnTo>
                    <a:pt x="26275" y="33919"/>
                  </a:lnTo>
                  <a:lnTo>
                    <a:pt x="27709" y="34397"/>
                  </a:lnTo>
                  <a:lnTo>
                    <a:pt x="28664" y="34874"/>
                  </a:lnTo>
                  <a:lnTo>
                    <a:pt x="29141" y="35830"/>
                  </a:lnTo>
                  <a:lnTo>
                    <a:pt x="22453" y="33919"/>
                  </a:lnTo>
                  <a:lnTo>
                    <a:pt x="20543" y="32963"/>
                  </a:lnTo>
                  <a:lnTo>
                    <a:pt x="18154" y="32486"/>
                  </a:lnTo>
                  <a:lnTo>
                    <a:pt x="15765" y="32486"/>
                  </a:lnTo>
                  <a:lnTo>
                    <a:pt x="13854" y="31530"/>
                  </a:lnTo>
                  <a:lnTo>
                    <a:pt x="10988" y="31052"/>
                  </a:lnTo>
                  <a:lnTo>
                    <a:pt x="10032" y="32008"/>
                  </a:lnTo>
                  <a:lnTo>
                    <a:pt x="9555" y="32963"/>
                  </a:lnTo>
                  <a:lnTo>
                    <a:pt x="9555" y="34397"/>
                  </a:lnTo>
                  <a:lnTo>
                    <a:pt x="10032" y="36308"/>
                  </a:lnTo>
                  <a:lnTo>
                    <a:pt x="9555" y="37263"/>
                  </a:lnTo>
                  <a:lnTo>
                    <a:pt x="9555" y="38696"/>
                  </a:lnTo>
                  <a:lnTo>
                    <a:pt x="10988" y="44429"/>
                  </a:lnTo>
                  <a:lnTo>
                    <a:pt x="13377" y="48728"/>
                  </a:lnTo>
                  <a:lnTo>
                    <a:pt x="16721" y="53028"/>
                  </a:lnTo>
                  <a:lnTo>
                    <a:pt x="18154" y="54461"/>
                  </a:lnTo>
                  <a:lnTo>
                    <a:pt x="20064" y="55894"/>
                  </a:lnTo>
                  <a:lnTo>
                    <a:pt x="17198" y="55417"/>
                  </a:lnTo>
                  <a:lnTo>
                    <a:pt x="16243" y="53984"/>
                  </a:lnTo>
                  <a:lnTo>
                    <a:pt x="12421" y="52550"/>
                  </a:lnTo>
                  <a:lnTo>
                    <a:pt x="11943" y="51595"/>
                  </a:lnTo>
                  <a:lnTo>
                    <a:pt x="9555" y="47295"/>
                  </a:lnTo>
                  <a:lnTo>
                    <a:pt x="8599" y="46818"/>
                  </a:lnTo>
                  <a:lnTo>
                    <a:pt x="6211" y="45384"/>
                  </a:lnTo>
                  <a:lnTo>
                    <a:pt x="5255" y="44429"/>
                  </a:lnTo>
                  <a:lnTo>
                    <a:pt x="5255" y="42518"/>
                  </a:lnTo>
                  <a:lnTo>
                    <a:pt x="5255" y="41085"/>
                  </a:lnTo>
                  <a:lnTo>
                    <a:pt x="5255" y="39174"/>
                  </a:lnTo>
                  <a:lnTo>
                    <a:pt x="5255" y="37263"/>
                  </a:lnTo>
                  <a:lnTo>
                    <a:pt x="5733" y="34397"/>
                  </a:lnTo>
                  <a:lnTo>
                    <a:pt x="4777" y="33919"/>
                  </a:lnTo>
                  <a:lnTo>
                    <a:pt x="3822" y="32963"/>
                  </a:lnTo>
                  <a:lnTo>
                    <a:pt x="2866" y="31052"/>
                  </a:lnTo>
                  <a:lnTo>
                    <a:pt x="2389" y="28664"/>
                  </a:lnTo>
                  <a:lnTo>
                    <a:pt x="2389" y="27709"/>
                  </a:lnTo>
                  <a:lnTo>
                    <a:pt x="2866" y="26275"/>
                  </a:lnTo>
                  <a:lnTo>
                    <a:pt x="3822" y="25320"/>
                  </a:lnTo>
                  <a:lnTo>
                    <a:pt x="3822" y="24364"/>
                  </a:lnTo>
                  <a:lnTo>
                    <a:pt x="1911" y="22931"/>
                  </a:lnTo>
                  <a:lnTo>
                    <a:pt x="0" y="19109"/>
                  </a:lnTo>
                  <a:lnTo>
                    <a:pt x="0" y="17198"/>
                  </a:lnTo>
                  <a:lnTo>
                    <a:pt x="2389" y="13377"/>
                  </a:lnTo>
                  <a:lnTo>
                    <a:pt x="2389" y="11466"/>
                  </a:lnTo>
                  <a:lnTo>
                    <a:pt x="2866" y="10510"/>
                  </a:lnTo>
                  <a:lnTo>
                    <a:pt x="2866" y="9077"/>
                  </a:lnTo>
                  <a:lnTo>
                    <a:pt x="4300" y="6688"/>
                  </a:lnTo>
                  <a:lnTo>
                    <a:pt x="6211" y="4300"/>
                  </a:lnTo>
                  <a:lnTo>
                    <a:pt x="9555" y="956"/>
                  </a:lnTo>
                  <a:lnTo>
                    <a:pt x="10988" y="478"/>
                  </a:lnTo>
                  <a:lnTo>
                    <a:pt x="12421" y="0"/>
                  </a:lnTo>
                  <a:lnTo>
                    <a:pt x="12421" y="956"/>
                  </a:lnTo>
                  <a:lnTo>
                    <a:pt x="11943" y="1433"/>
                  </a:lnTo>
                  <a:lnTo>
                    <a:pt x="9555" y="4777"/>
                  </a:lnTo>
                  <a:lnTo>
                    <a:pt x="9555" y="5255"/>
                  </a:lnTo>
                  <a:lnTo>
                    <a:pt x="9077" y="6688"/>
                  </a:lnTo>
                  <a:lnTo>
                    <a:pt x="10510" y="7644"/>
                  </a:lnTo>
                  <a:lnTo>
                    <a:pt x="11943" y="9077"/>
                  </a:lnTo>
                  <a:lnTo>
                    <a:pt x="11943" y="10988"/>
                  </a:lnTo>
                  <a:lnTo>
                    <a:pt x="11943" y="13377"/>
                  </a:lnTo>
                  <a:lnTo>
                    <a:pt x="11943" y="15765"/>
                  </a:lnTo>
                  <a:lnTo>
                    <a:pt x="11466" y="16721"/>
                  </a:lnTo>
                  <a:lnTo>
                    <a:pt x="9077" y="18632"/>
                  </a:lnTo>
                  <a:lnTo>
                    <a:pt x="4777" y="21498"/>
                  </a:lnTo>
                  <a:lnTo>
                    <a:pt x="4300" y="21976"/>
                  </a:lnTo>
                  <a:lnTo>
                    <a:pt x="4300" y="22931"/>
                  </a:lnTo>
                  <a:lnTo>
                    <a:pt x="5255" y="23886"/>
                  </a:lnTo>
                  <a:lnTo>
                    <a:pt x="6211" y="2436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" name="Freeform 4549">
              <a:extLst>
                <a:ext uri="{FF2B5EF4-FFF2-40B4-BE49-F238E27FC236}">
                  <a16:creationId xmlns:a16="http://schemas.microsoft.com/office/drawing/2014/main" id="{BD6371D8-3B44-21F1-EAD4-06D49A80B9DD}"/>
                </a:ext>
              </a:extLst>
            </p:cNvPr>
            <p:cNvSpPr/>
            <p:nvPr/>
          </p:nvSpPr>
          <p:spPr>
            <a:xfrm>
              <a:off x="7809614" y="4694289"/>
              <a:ext cx="4299" cy="3344"/>
            </a:xfrm>
            <a:custGeom>
              <a:avLst/>
              <a:gdLst>
                <a:gd name="csX0" fmla="*/ 4300 w 4299"/>
                <a:gd name="csY0" fmla="*/ 2866 h 3344"/>
                <a:gd name="csX1" fmla="*/ 4300 w 4299"/>
                <a:gd name="csY1" fmla="*/ 3344 h 3344"/>
                <a:gd name="csX2" fmla="*/ 2389 w 4299"/>
                <a:gd name="csY2" fmla="*/ 1433 h 3344"/>
                <a:gd name="csX3" fmla="*/ 0 w 4299"/>
                <a:gd name="csY3" fmla="*/ 0 h 3344"/>
                <a:gd name="csX4" fmla="*/ 956 w 4299"/>
                <a:gd name="csY4" fmla="*/ 0 h 3344"/>
                <a:gd name="csX5" fmla="*/ 2867 w 4299"/>
                <a:gd name="csY5" fmla="*/ 478 h 3344"/>
                <a:gd name="csX6" fmla="*/ 3344 w 4299"/>
                <a:gd name="csY6" fmla="*/ 478 h 3344"/>
                <a:gd name="csX7" fmla="*/ 4300 w 4299"/>
                <a:gd name="csY7" fmla="*/ 1433 h 3344"/>
                <a:gd name="csX8" fmla="*/ 4300 w 4299"/>
                <a:gd name="csY8" fmla="*/ 286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3344">
                  <a:moveTo>
                    <a:pt x="4300" y="2866"/>
                  </a:moveTo>
                  <a:lnTo>
                    <a:pt x="4300" y="3344"/>
                  </a:lnTo>
                  <a:lnTo>
                    <a:pt x="2389" y="1433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2867" y="478"/>
                  </a:lnTo>
                  <a:lnTo>
                    <a:pt x="3344" y="478"/>
                  </a:lnTo>
                  <a:lnTo>
                    <a:pt x="4300" y="1433"/>
                  </a:lnTo>
                  <a:lnTo>
                    <a:pt x="4300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1" name="Freeform 4550">
              <a:extLst>
                <a:ext uri="{FF2B5EF4-FFF2-40B4-BE49-F238E27FC236}">
                  <a16:creationId xmlns:a16="http://schemas.microsoft.com/office/drawing/2014/main" id="{494FD85F-CE8D-3987-B3FE-26D3C52F2677}"/>
                </a:ext>
              </a:extLst>
            </p:cNvPr>
            <p:cNvSpPr/>
            <p:nvPr/>
          </p:nvSpPr>
          <p:spPr>
            <a:xfrm>
              <a:off x="8426363" y="4687601"/>
              <a:ext cx="9554" cy="10032"/>
            </a:xfrm>
            <a:custGeom>
              <a:avLst/>
              <a:gdLst>
                <a:gd name="csX0" fmla="*/ 4777 w 9554"/>
                <a:gd name="csY0" fmla="*/ 10032 h 10032"/>
                <a:gd name="csX1" fmla="*/ 1433 w 9554"/>
                <a:gd name="csY1" fmla="*/ 10032 h 10032"/>
                <a:gd name="csX2" fmla="*/ 955 w 9554"/>
                <a:gd name="csY2" fmla="*/ 9555 h 10032"/>
                <a:gd name="csX3" fmla="*/ 0 w 9554"/>
                <a:gd name="csY3" fmla="*/ 5255 h 10032"/>
                <a:gd name="csX4" fmla="*/ 2389 w 9554"/>
                <a:gd name="csY4" fmla="*/ 2389 h 10032"/>
                <a:gd name="csX5" fmla="*/ 5255 w 9554"/>
                <a:gd name="csY5" fmla="*/ 478 h 10032"/>
                <a:gd name="csX6" fmla="*/ 7166 w 9554"/>
                <a:gd name="csY6" fmla="*/ 0 h 10032"/>
                <a:gd name="csX7" fmla="*/ 7644 w 9554"/>
                <a:gd name="csY7" fmla="*/ 0 h 10032"/>
                <a:gd name="csX8" fmla="*/ 9555 w 9554"/>
                <a:gd name="csY8" fmla="*/ 2389 h 10032"/>
                <a:gd name="csX9" fmla="*/ 8121 w 9554"/>
                <a:gd name="csY9" fmla="*/ 6688 h 10032"/>
                <a:gd name="csX10" fmla="*/ 6688 w 9554"/>
                <a:gd name="csY10" fmla="*/ 9077 h 10032"/>
                <a:gd name="csX11" fmla="*/ 4777 w 9554"/>
                <a:gd name="csY11" fmla="*/ 1003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554" h="10032">
                  <a:moveTo>
                    <a:pt x="4777" y="10032"/>
                  </a:moveTo>
                  <a:lnTo>
                    <a:pt x="1433" y="10032"/>
                  </a:lnTo>
                  <a:lnTo>
                    <a:pt x="955" y="9555"/>
                  </a:lnTo>
                  <a:lnTo>
                    <a:pt x="0" y="5255"/>
                  </a:lnTo>
                  <a:lnTo>
                    <a:pt x="2389" y="2389"/>
                  </a:lnTo>
                  <a:lnTo>
                    <a:pt x="5255" y="478"/>
                  </a:lnTo>
                  <a:lnTo>
                    <a:pt x="7166" y="0"/>
                  </a:lnTo>
                  <a:lnTo>
                    <a:pt x="7644" y="0"/>
                  </a:lnTo>
                  <a:lnTo>
                    <a:pt x="9555" y="2389"/>
                  </a:lnTo>
                  <a:lnTo>
                    <a:pt x="8121" y="6688"/>
                  </a:lnTo>
                  <a:lnTo>
                    <a:pt x="6688" y="9077"/>
                  </a:lnTo>
                  <a:lnTo>
                    <a:pt x="4777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2" name="Freeform 4551">
              <a:extLst>
                <a:ext uri="{FF2B5EF4-FFF2-40B4-BE49-F238E27FC236}">
                  <a16:creationId xmlns:a16="http://schemas.microsoft.com/office/drawing/2014/main" id="{2AFD0B2F-9875-3109-448A-9ADA4B9C2BBA}"/>
                </a:ext>
              </a:extLst>
            </p:cNvPr>
            <p:cNvSpPr/>
            <p:nvPr/>
          </p:nvSpPr>
          <p:spPr>
            <a:xfrm>
              <a:off x="8369991" y="4683779"/>
              <a:ext cx="1433" cy="3344"/>
            </a:xfrm>
            <a:custGeom>
              <a:avLst/>
              <a:gdLst>
                <a:gd name="csX0" fmla="*/ 955 w 1433"/>
                <a:gd name="csY0" fmla="*/ 2867 h 3344"/>
                <a:gd name="csX1" fmla="*/ 478 w 1433"/>
                <a:gd name="csY1" fmla="*/ 3344 h 3344"/>
                <a:gd name="csX2" fmla="*/ 0 w 1433"/>
                <a:gd name="csY2" fmla="*/ 956 h 3344"/>
                <a:gd name="csX3" fmla="*/ 478 w 1433"/>
                <a:gd name="csY3" fmla="*/ 0 h 3344"/>
                <a:gd name="csX4" fmla="*/ 1433 w 1433"/>
                <a:gd name="csY4" fmla="*/ 478 h 3344"/>
                <a:gd name="csX5" fmla="*/ 1433 w 1433"/>
                <a:gd name="csY5" fmla="*/ 956 h 3344"/>
                <a:gd name="csX6" fmla="*/ 478 w 1433"/>
                <a:gd name="csY6" fmla="*/ 1911 h 3344"/>
                <a:gd name="csX7" fmla="*/ 955 w 1433"/>
                <a:gd name="csY7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3344">
                  <a:moveTo>
                    <a:pt x="955" y="2867"/>
                  </a:moveTo>
                  <a:lnTo>
                    <a:pt x="478" y="3344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1433" y="956"/>
                  </a:lnTo>
                  <a:lnTo>
                    <a:pt x="478" y="1911"/>
                  </a:lnTo>
                  <a:lnTo>
                    <a:pt x="955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3" name="Freeform 4552">
              <a:extLst>
                <a:ext uri="{FF2B5EF4-FFF2-40B4-BE49-F238E27FC236}">
                  <a16:creationId xmlns:a16="http://schemas.microsoft.com/office/drawing/2014/main" id="{818EB2A7-CB16-E30E-8962-F308DBB7F4CC}"/>
                </a:ext>
              </a:extLst>
            </p:cNvPr>
            <p:cNvSpPr/>
            <p:nvPr/>
          </p:nvSpPr>
          <p:spPr>
            <a:xfrm>
              <a:off x="7781906" y="4681868"/>
              <a:ext cx="14809" cy="10032"/>
            </a:xfrm>
            <a:custGeom>
              <a:avLst/>
              <a:gdLst>
                <a:gd name="csX0" fmla="*/ 14809 w 14809"/>
                <a:gd name="csY0" fmla="*/ 10032 h 10032"/>
                <a:gd name="csX1" fmla="*/ 13376 w 14809"/>
                <a:gd name="csY1" fmla="*/ 10032 h 10032"/>
                <a:gd name="csX2" fmla="*/ 12421 w 14809"/>
                <a:gd name="csY2" fmla="*/ 10032 h 10032"/>
                <a:gd name="csX3" fmla="*/ 11466 w 14809"/>
                <a:gd name="csY3" fmla="*/ 8599 h 10032"/>
                <a:gd name="csX4" fmla="*/ 6210 w 14809"/>
                <a:gd name="csY4" fmla="*/ 5733 h 10032"/>
                <a:gd name="csX5" fmla="*/ 4300 w 14809"/>
                <a:gd name="csY5" fmla="*/ 5733 h 10032"/>
                <a:gd name="csX6" fmla="*/ 3344 w 14809"/>
                <a:gd name="csY6" fmla="*/ 4777 h 10032"/>
                <a:gd name="csX7" fmla="*/ 1911 w 14809"/>
                <a:gd name="csY7" fmla="*/ 4777 h 10032"/>
                <a:gd name="csX8" fmla="*/ 478 w 14809"/>
                <a:gd name="csY8" fmla="*/ 2866 h 10032"/>
                <a:gd name="csX9" fmla="*/ 0 w 14809"/>
                <a:gd name="csY9" fmla="*/ 1433 h 10032"/>
                <a:gd name="csX10" fmla="*/ 955 w 14809"/>
                <a:gd name="csY10" fmla="*/ 955 h 10032"/>
                <a:gd name="csX11" fmla="*/ 1911 w 14809"/>
                <a:gd name="csY11" fmla="*/ 0 h 10032"/>
                <a:gd name="csX12" fmla="*/ 3344 w 14809"/>
                <a:gd name="csY12" fmla="*/ 478 h 10032"/>
                <a:gd name="csX13" fmla="*/ 5733 w 14809"/>
                <a:gd name="csY13" fmla="*/ 2389 h 10032"/>
                <a:gd name="csX14" fmla="*/ 7644 w 14809"/>
                <a:gd name="csY14" fmla="*/ 3344 h 10032"/>
                <a:gd name="csX15" fmla="*/ 8121 w 14809"/>
                <a:gd name="csY15" fmla="*/ 3344 h 10032"/>
                <a:gd name="csX16" fmla="*/ 9077 w 14809"/>
                <a:gd name="csY16" fmla="*/ 4777 h 10032"/>
                <a:gd name="csX17" fmla="*/ 13854 w 14809"/>
                <a:gd name="csY17" fmla="*/ 7166 h 10032"/>
                <a:gd name="csX18" fmla="*/ 14332 w 14809"/>
                <a:gd name="csY18" fmla="*/ 8121 h 10032"/>
                <a:gd name="csX19" fmla="*/ 14809 w 14809"/>
                <a:gd name="csY19" fmla="*/ 9077 h 10032"/>
                <a:gd name="csX20" fmla="*/ 14809 w 14809"/>
                <a:gd name="csY20" fmla="*/ 1003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4809" h="10032">
                  <a:moveTo>
                    <a:pt x="14809" y="10032"/>
                  </a:moveTo>
                  <a:lnTo>
                    <a:pt x="13376" y="10032"/>
                  </a:lnTo>
                  <a:lnTo>
                    <a:pt x="12421" y="10032"/>
                  </a:lnTo>
                  <a:lnTo>
                    <a:pt x="11466" y="8599"/>
                  </a:lnTo>
                  <a:lnTo>
                    <a:pt x="6210" y="5733"/>
                  </a:lnTo>
                  <a:lnTo>
                    <a:pt x="4300" y="5733"/>
                  </a:lnTo>
                  <a:lnTo>
                    <a:pt x="3344" y="4777"/>
                  </a:lnTo>
                  <a:lnTo>
                    <a:pt x="1911" y="4777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955" y="955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5733" y="2389"/>
                  </a:lnTo>
                  <a:lnTo>
                    <a:pt x="7644" y="3344"/>
                  </a:lnTo>
                  <a:lnTo>
                    <a:pt x="8121" y="3344"/>
                  </a:lnTo>
                  <a:lnTo>
                    <a:pt x="9077" y="4777"/>
                  </a:lnTo>
                  <a:lnTo>
                    <a:pt x="13854" y="7166"/>
                  </a:lnTo>
                  <a:lnTo>
                    <a:pt x="14332" y="8121"/>
                  </a:lnTo>
                  <a:lnTo>
                    <a:pt x="14809" y="9077"/>
                  </a:lnTo>
                  <a:lnTo>
                    <a:pt x="14809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4" name="Freeform 4553">
              <a:extLst>
                <a:ext uri="{FF2B5EF4-FFF2-40B4-BE49-F238E27FC236}">
                  <a16:creationId xmlns:a16="http://schemas.microsoft.com/office/drawing/2014/main" id="{BECB6304-0995-90BB-A4C7-F6266CA417AE}"/>
                </a:ext>
              </a:extLst>
            </p:cNvPr>
            <p:cNvSpPr/>
            <p:nvPr/>
          </p:nvSpPr>
          <p:spPr>
            <a:xfrm>
              <a:off x="8041313" y="4680435"/>
              <a:ext cx="1911" cy="2388"/>
            </a:xfrm>
            <a:custGeom>
              <a:avLst/>
              <a:gdLst>
                <a:gd name="csX0" fmla="*/ 1911 w 1911"/>
                <a:gd name="csY0" fmla="*/ 1433 h 2388"/>
                <a:gd name="csX1" fmla="*/ 956 w 1911"/>
                <a:gd name="csY1" fmla="*/ 2389 h 2388"/>
                <a:gd name="csX2" fmla="*/ 0 w 1911"/>
                <a:gd name="csY2" fmla="*/ 1911 h 2388"/>
                <a:gd name="csX3" fmla="*/ 1433 w 1911"/>
                <a:gd name="csY3" fmla="*/ 0 h 2388"/>
                <a:gd name="csX4" fmla="*/ 1911 w 1911"/>
                <a:gd name="csY4" fmla="*/ 0 h 2388"/>
                <a:gd name="csX5" fmla="*/ 1911 w 1911"/>
                <a:gd name="csY5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2388">
                  <a:moveTo>
                    <a:pt x="1911" y="1433"/>
                  </a:moveTo>
                  <a:lnTo>
                    <a:pt x="956" y="2389"/>
                  </a:lnTo>
                  <a:lnTo>
                    <a:pt x="0" y="1911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5" name="Freeform 4554">
              <a:extLst>
                <a:ext uri="{FF2B5EF4-FFF2-40B4-BE49-F238E27FC236}">
                  <a16:creationId xmlns:a16="http://schemas.microsoft.com/office/drawing/2014/main" id="{C7458FB0-04D8-92CA-9287-B3FDD44E1082}"/>
                </a:ext>
              </a:extLst>
            </p:cNvPr>
            <p:cNvSpPr/>
            <p:nvPr/>
          </p:nvSpPr>
          <p:spPr>
            <a:xfrm>
              <a:off x="7979686" y="4679002"/>
              <a:ext cx="2866" cy="3821"/>
            </a:xfrm>
            <a:custGeom>
              <a:avLst/>
              <a:gdLst>
                <a:gd name="csX0" fmla="*/ 1433 w 2866"/>
                <a:gd name="csY0" fmla="*/ 3822 h 3821"/>
                <a:gd name="csX1" fmla="*/ 478 w 2866"/>
                <a:gd name="csY1" fmla="*/ 3822 h 3821"/>
                <a:gd name="csX2" fmla="*/ 478 w 2866"/>
                <a:gd name="csY2" fmla="*/ 3344 h 3821"/>
                <a:gd name="csX3" fmla="*/ 478 w 2866"/>
                <a:gd name="csY3" fmla="*/ 2389 h 3821"/>
                <a:gd name="csX4" fmla="*/ 478 w 2866"/>
                <a:gd name="csY4" fmla="*/ 1911 h 3821"/>
                <a:gd name="csX5" fmla="*/ 0 w 2866"/>
                <a:gd name="csY5" fmla="*/ 956 h 3821"/>
                <a:gd name="csX6" fmla="*/ 0 w 2866"/>
                <a:gd name="csY6" fmla="*/ 0 h 3821"/>
                <a:gd name="csX7" fmla="*/ 955 w 2866"/>
                <a:gd name="csY7" fmla="*/ 478 h 3821"/>
                <a:gd name="csX8" fmla="*/ 1433 w 2866"/>
                <a:gd name="csY8" fmla="*/ 956 h 3821"/>
                <a:gd name="csX9" fmla="*/ 1910 w 2866"/>
                <a:gd name="csY9" fmla="*/ 1433 h 3821"/>
                <a:gd name="csX10" fmla="*/ 2866 w 2866"/>
                <a:gd name="csY10" fmla="*/ 1433 h 3821"/>
                <a:gd name="csX11" fmla="*/ 2866 w 2866"/>
                <a:gd name="csY11" fmla="*/ 1911 h 3821"/>
                <a:gd name="csX12" fmla="*/ 2389 w 2866"/>
                <a:gd name="csY12" fmla="*/ 2867 h 3821"/>
                <a:gd name="csX13" fmla="*/ 1433 w 2866"/>
                <a:gd name="csY13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866" h="3821">
                  <a:moveTo>
                    <a:pt x="1433" y="3822"/>
                  </a:moveTo>
                  <a:lnTo>
                    <a:pt x="478" y="3822"/>
                  </a:lnTo>
                  <a:lnTo>
                    <a:pt x="478" y="3344"/>
                  </a:lnTo>
                  <a:lnTo>
                    <a:pt x="478" y="2389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955" y="478"/>
                  </a:lnTo>
                  <a:lnTo>
                    <a:pt x="1433" y="956"/>
                  </a:lnTo>
                  <a:lnTo>
                    <a:pt x="1910" y="1433"/>
                  </a:lnTo>
                  <a:lnTo>
                    <a:pt x="2866" y="1433"/>
                  </a:lnTo>
                  <a:lnTo>
                    <a:pt x="2866" y="1911"/>
                  </a:lnTo>
                  <a:lnTo>
                    <a:pt x="2389" y="2867"/>
                  </a:lnTo>
                  <a:lnTo>
                    <a:pt x="14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6" name="Freeform 4555">
              <a:extLst>
                <a:ext uri="{FF2B5EF4-FFF2-40B4-BE49-F238E27FC236}">
                  <a16:creationId xmlns:a16="http://schemas.microsoft.com/office/drawing/2014/main" id="{9A11C0C0-B6BF-32E5-67A4-D85F947E1D09}"/>
                </a:ext>
              </a:extLst>
            </p:cNvPr>
            <p:cNvSpPr/>
            <p:nvPr/>
          </p:nvSpPr>
          <p:spPr>
            <a:xfrm>
              <a:off x="7989719" y="4676135"/>
              <a:ext cx="1911" cy="2388"/>
            </a:xfrm>
            <a:custGeom>
              <a:avLst/>
              <a:gdLst>
                <a:gd name="csX0" fmla="*/ 1911 w 1911"/>
                <a:gd name="csY0" fmla="*/ 1433 h 2388"/>
                <a:gd name="csX1" fmla="*/ 1911 w 1911"/>
                <a:gd name="csY1" fmla="*/ 2389 h 2388"/>
                <a:gd name="csX2" fmla="*/ 478 w 1911"/>
                <a:gd name="csY2" fmla="*/ 1911 h 2388"/>
                <a:gd name="csX3" fmla="*/ 0 w 1911"/>
                <a:gd name="csY3" fmla="*/ 478 h 2388"/>
                <a:gd name="csX4" fmla="*/ 478 w 1911"/>
                <a:gd name="csY4" fmla="*/ 0 h 2388"/>
                <a:gd name="csX5" fmla="*/ 1433 w 1911"/>
                <a:gd name="csY5" fmla="*/ 478 h 2388"/>
                <a:gd name="csX6" fmla="*/ 1911 w 1911"/>
                <a:gd name="csY6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2388">
                  <a:moveTo>
                    <a:pt x="1911" y="1433"/>
                  </a:moveTo>
                  <a:lnTo>
                    <a:pt x="1911" y="2389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7" name="Freeform 4556">
              <a:extLst>
                <a:ext uri="{FF2B5EF4-FFF2-40B4-BE49-F238E27FC236}">
                  <a16:creationId xmlns:a16="http://schemas.microsoft.com/office/drawing/2014/main" id="{5EC6D940-56AD-A886-14C1-ED52CDD38FB9}"/>
                </a:ext>
              </a:extLst>
            </p:cNvPr>
            <p:cNvSpPr/>
            <p:nvPr/>
          </p:nvSpPr>
          <p:spPr>
            <a:xfrm>
              <a:off x="8214729" y="4672314"/>
              <a:ext cx="2866" cy="3343"/>
            </a:xfrm>
            <a:custGeom>
              <a:avLst/>
              <a:gdLst>
                <a:gd name="csX0" fmla="*/ 2389 w 2866"/>
                <a:gd name="csY0" fmla="*/ 2866 h 3343"/>
                <a:gd name="csX1" fmla="*/ 1911 w 2866"/>
                <a:gd name="csY1" fmla="*/ 3344 h 3343"/>
                <a:gd name="csX2" fmla="*/ 478 w 2866"/>
                <a:gd name="csY2" fmla="*/ 1911 h 3343"/>
                <a:gd name="csX3" fmla="*/ 0 w 2866"/>
                <a:gd name="csY3" fmla="*/ 955 h 3343"/>
                <a:gd name="csX4" fmla="*/ 0 w 2866"/>
                <a:gd name="csY4" fmla="*/ 0 h 3343"/>
                <a:gd name="csX5" fmla="*/ 1911 w 2866"/>
                <a:gd name="csY5" fmla="*/ 0 h 3343"/>
                <a:gd name="csX6" fmla="*/ 2866 w 2866"/>
                <a:gd name="csY6" fmla="*/ 478 h 3343"/>
                <a:gd name="csX7" fmla="*/ 2389 w 2866"/>
                <a:gd name="csY7" fmla="*/ 2866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343">
                  <a:moveTo>
                    <a:pt x="2389" y="2866"/>
                  </a:moveTo>
                  <a:lnTo>
                    <a:pt x="1911" y="3344"/>
                  </a:lnTo>
                  <a:lnTo>
                    <a:pt x="478" y="1911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2866" y="478"/>
                  </a:lnTo>
                  <a:lnTo>
                    <a:pt x="2389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8" name="Freeform 4557">
              <a:extLst>
                <a:ext uri="{FF2B5EF4-FFF2-40B4-BE49-F238E27FC236}">
                  <a16:creationId xmlns:a16="http://schemas.microsoft.com/office/drawing/2014/main" id="{A104B236-74A8-0213-3474-15114B8D1C64}"/>
                </a:ext>
              </a:extLst>
            </p:cNvPr>
            <p:cNvSpPr/>
            <p:nvPr/>
          </p:nvSpPr>
          <p:spPr>
            <a:xfrm>
              <a:off x="8371902" y="4667058"/>
              <a:ext cx="3821" cy="5732"/>
            </a:xfrm>
            <a:custGeom>
              <a:avLst/>
              <a:gdLst>
                <a:gd name="csX0" fmla="*/ 3821 w 3821"/>
                <a:gd name="csY0" fmla="*/ 5255 h 5732"/>
                <a:gd name="csX1" fmla="*/ 3344 w 3821"/>
                <a:gd name="csY1" fmla="*/ 5733 h 5732"/>
                <a:gd name="csX2" fmla="*/ 955 w 3821"/>
                <a:gd name="csY2" fmla="*/ 4777 h 5732"/>
                <a:gd name="csX3" fmla="*/ 955 w 3821"/>
                <a:gd name="csY3" fmla="*/ 3344 h 5732"/>
                <a:gd name="csX4" fmla="*/ 478 w 3821"/>
                <a:gd name="csY4" fmla="*/ 2389 h 5732"/>
                <a:gd name="csX5" fmla="*/ 0 w 3821"/>
                <a:gd name="csY5" fmla="*/ 1911 h 5732"/>
                <a:gd name="csX6" fmla="*/ 0 w 3821"/>
                <a:gd name="csY6" fmla="*/ 956 h 5732"/>
                <a:gd name="csX7" fmla="*/ 0 w 3821"/>
                <a:gd name="csY7" fmla="*/ 0 h 5732"/>
                <a:gd name="csX8" fmla="*/ 1433 w 3821"/>
                <a:gd name="csY8" fmla="*/ 956 h 5732"/>
                <a:gd name="csX9" fmla="*/ 2389 w 3821"/>
                <a:gd name="csY9" fmla="*/ 2867 h 5732"/>
                <a:gd name="csX10" fmla="*/ 3344 w 3821"/>
                <a:gd name="csY10" fmla="*/ 4777 h 5732"/>
                <a:gd name="csX11" fmla="*/ 3821 w 3821"/>
                <a:gd name="csY11" fmla="*/ 5255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1" h="5732">
                  <a:moveTo>
                    <a:pt x="3821" y="5255"/>
                  </a:moveTo>
                  <a:lnTo>
                    <a:pt x="3344" y="5733"/>
                  </a:lnTo>
                  <a:lnTo>
                    <a:pt x="955" y="4777"/>
                  </a:lnTo>
                  <a:lnTo>
                    <a:pt x="955" y="3344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433" y="956"/>
                  </a:lnTo>
                  <a:lnTo>
                    <a:pt x="2389" y="2867"/>
                  </a:lnTo>
                  <a:lnTo>
                    <a:pt x="3344" y="4777"/>
                  </a:lnTo>
                  <a:lnTo>
                    <a:pt x="3821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9" name="Freeform 4558">
              <a:extLst>
                <a:ext uri="{FF2B5EF4-FFF2-40B4-BE49-F238E27FC236}">
                  <a16:creationId xmlns:a16="http://schemas.microsoft.com/office/drawing/2014/main" id="{F9FA2FE6-68A6-AA95-E968-621A71ECD16A}"/>
                </a:ext>
              </a:extLst>
            </p:cNvPr>
            <p:cNvSpPr/>
            <p:nvPr/>
          </p:nvSpPr>
          <p:spPr>
            <a:xfrm>
              <a:off x="8397700" y="4664670"/>
              <a:ext cx="1910" cy="1911"/>
            </a:xfrm>
            <a:custGeom>
              <a:avLst/>
              <a:gdLst>
                <a:gd name="csX0" fmla="*/ 1433 w 1910"/>
                <a:gd name="csY0" fmla="*/ 1911 h 1911"/>
                <a:gd name="csX1" fmla="*/ 1433 w 1910"/>
                <a:gd name="csY1" fmla="*/ 1911 h 1911"/>
                <a:gd name="csX2" fmla="*/ 478 w 1910"/>
                <a:gd name="csY2" fmla="*/ 1433 h 1911"/>
                <a:gd name="csX3" fmla="*/ 0 w 1910"/>
                <a:gd name="csY3" fmla="*/ 956 h 1911"/>
                <a:gd name="csX4" fmla="*/ 0 w 1910"/>
                <a:gd name="csY4" fmla="*/ 478 h 1911"/>
                <a:gd name="csX5" fmla="*/ 478 w 1910"/>
                <a:gd name="csY5" fmla="*/ 0 h 1911"/>
                <a:gd name="csX6" fmla="*/ 1910 w 1910"/>
                <a:gd name="csY6" fmla="*/ 956 h 1911"/>
                <a:gd name="csX7" fmla="*/ 1910 w 1910"/>
                <a:gd name="csY7" fmla="*/ 1433 h 1911"/>
                <a:gd name="csX8" fmla="*/ 1433 w 1910"/>
                <a:gd name="csY8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0" h="1911">
                  <a:moveTo>
                    <a:pt x="1433" y="1911"/>
                  </a:moveTo>
                  <a:lnTo>
                    <a:pt x="1433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0" y="956"/>
                  </a:lnTo>
                  <a:lnTo>
                    <a:pt x="1910" y="1433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0" name="Freeform 4559">
              <a:extLst>
                <a:ext uri="{FF2B5EF4-FFF2-40B4-BE49-F238E27FC236}">
                  <a16:creationId xmlns:a16="http://schemas.microsoft.com/office/drawing/2014/main" id="{93E87E1F-040B-5406-A37A-63B03BD1794D}"/>
                </a:ext>
              </a:extLst>
            </p:cNvPr>
            <p:cNvSpPr/>
            <p:nvPr/>
          </p:nvSpPr>
          <p:spPr>
            <a:xfrm>
              <a:off x="8395311" y="4661326"/>
              <a:ext cx="1910" cy="3822"/>
            </a:xfrm>
            <a:custGeom>
              <a:avLst/>
              <a:gdLst>
                <a:gd name="csX0" fmla="*/ 1433 w 1910"/>
                <a:gd name="csY0" fmla="*/ 3344 h 3822"/>
                <a:gd name="csX1" fmla="*/ 1433 w 1910"/>
                <a:gd name="csY1" fmla="*/ 3822 h 3822"/>
                <a:gd name="csX2" fmla="*/ 478 w 1910"/>
                <a:gd name="csY2" fmla="*/ 2389 h 3822"/>
                <a:gd name="csX3" fmla="*/ 0 w 1910"/>
                <a:gd name="csY3" fmla="*/ 0 h 3822"/>
                <a:gd name="csX4" fmla="*/ 955 w 1910"/>
                <a:gd name="csY4" fmla="*/ 956 h 3822"/>
                <a:gd name="csX5" fmla="*/ 1910 w 1910"/>
                <a:gd name="csY5" fmla="*/ 2389 h 3822"/>
                <a:gd name="csX6" fmla="*/ 1433 w 1910"/>
                <a:gd name="csY6" fmla="*/ 3344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3822">
                  <a:moveTo>
                    <a:pt x="1433" y="3344"/>
                  </a:moveTo>
                  <a:lnTo>
                    <a:pt x="1433" y="3822"/>
                  </a:lnTo>
                  <a:lnTo>
                    <a:pt x="478" y="2389"/>
                  </a:lnTo>
                  <a:lnTo>
                    <a:pt x="0" y="0"/>
                  </a:lnTo>
                  <a:lnTo>
                    <a:pt x="955" y="956"/>
                  </a:lnTo>
                  <a:lnTo>
                    <a:pt x="1910" y="2389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1" name="Freeform 4560">
              <a:extLst>
                <a:ext uri="{FF2B5EF4-FFF2-40B4-BE49-F238E27FC236}">
                  <a16:creationId xmlns:a16="http://schemas.microsoft.com/office/drawing/2014/main" id="{FE4A10E5-797F-ED16-C55B-4ADEE0BB7765}"/>
                </a:ext>
              </a:extLst>
            </p:cNvPr>
            <p:cNvSpPr/>
            <p:nvPr/>
          </p:nvSpPr>
          <p:spPr>
            <a:xfrm>
              <a:off x="8216162" y="4658937"/>
              <a:ext cx="6210" cy="3344"/>
            </a:xfrm>
            <a:custGeom>
              <a:avLst/>
              <a:gdLst>
                <a:gd name="csX0" fmla="*/ 5255 w 6210"/>
                <a:gd name="csY0" fmla="*/ 0 h 3344"/>
                <a:gd name="csX1" fmla="*/ 6210 w 6210"/>
                <a:gd name="csY1" fmla="*/ 1433 h 3344"/>
                <a:gd name="csX2" fmla="*/ 6210 w 6210"/>
                <a:gd name="csY2" fmla="*/ 2389 h 3344"/>
                <a:gd name="csX3" fmla="*/ 2389 w 6210"/>
                <a:gd name="csY3" fmla="*/ 3344 h 3344"/>
                <a:gd name="csX4" fmla="*/ 0 w 6210"/>
                <a:gd name="csY4" fmla="*/ 956 h 3344"/>
                <a:gd name="csX5" fmla="*/ 478 w 6210"/>
                <a:gd name="csY5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10" h="3344">
                  <a:moveTo>
                    <a:pt x="5255" y="0"/>
                  </a:moveTo>
                  <a:lnTo>
                    <a:pt x="6210" y="1433"/>
                  </a:lnTo>
                  <a:lnTo>
                    <a:pt x="6210" y="2389"/>
                  </a:lnTo>
                  <a:lnTo>
                    <a:pt x="2389" y="3344"/>
                  </a:lnTo>
                  <a:lnTo>
                    <a:pt x="0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2" name="Freeform 4561">
              <a:extLst>
                <a:ext uri="{FF2B5EF4-FFF2-40B4-BE49-F238E27FC236}">
                  <a16:creationId xmlns:a16="http://schemas.microsoft.com/office/drawing/2014/main" id="{DBB9EFA7-C123-A722-9C25-5E5E092F9866}"/>
                </a:ext>
              </a:extLst>
            </p:cNvPr>
            <p:cNvSpPr/>
            <p:nvPr/>
          </p:nvSpPr>
          <p:spPr>
            <a:xfrm>
              <a:off x="8025548" y="4658459"/>
              <a:ext cx="8121" cy="10032"/>
            </a:xfrm>
            <a:custGeom>
              <a:avLst/>
              <a:gdLst>
                <a:gd name="csX0" fmla="*/ 6210 w 8121"/>
                <a:gd name="csY0" fmla="*/ 9555 h 10032"/>
                <a:gd name="csX1" fmla="*/ 3344 w 8121"/>
                <a:gd name="csY1" fmla="*/ 10032 h 10032"/>
                <a:gd name="csX2" fmla="*/ 1911 w 8121"/>
                <a:gd name="csY2" fmla="*/ 9077 h 10032"/>
                <a:gd name="csX3" fmla="*/ 3821 w 8121"/>
                <a:gd name="csY3" fmla="*/ 8121 h 10032"/>
                <a:gd name="csX4" fmla="*/ 4300 w 8121"/>
                <a:gd name="csY4" fmla="*/ 8121 h 10032"/>
                <a:gd name="csX5" fmla="*/ 4777 w 8121"/>
                <a:gd name="csY5" fmla="*/ 7644 h 10032"/>
                <a:gd name="csX6" fmla="*/ 4777 w 8121"/>
                <a:gd name="csY6" fmla="*/ 7166 h 10032"/>
                <a:gd name="csX7" fmla="*/ 1911 w 8121"/>
                <a:gd name="csY7" fmla="*/ 6210 h 10032"/>
                <a:gd name="csX8" fmla="*/ 955 w 8121"/>
                <a:gd name="csY8" fmla="*/ 5733 h 10032"/>
                <a:gd name="csX9" fmla="*/ 0 w 8121"/>
                <a:gd name="csY9" fmla="*/ 4300 h 10032"/>
                <a:gd name="csX10" fmla="*/ 0 w 8121"/>
                <a:gd name="csY10" fmla="*/ 2866 h 10032"/>
                <a:gd name="csX11" fmla="*/ 3821 w 8121"/>
                <a:gd name="csY11" fmla="*/ 0 h 10032"/>
                <a:gd name="csX12" fmla="*/ 4777 w 8121"/>
                <a:gd name="csY12" fmla="*/ 0 h 10032"/>
                <a:gd name="csX13" fmla="*/ 5255 w 8121"/>
                <a:gd name="csY13" fmla="*/ 956 h 10032"/>
                <a:gd name="csX14" fmla="*/ 7644 w 8121"/>
                <a:gd name="csY14" fmla="*/ 3822 h 10032"/>
                <a:gd name="csX15" fmla="*/ 8121 w 8121"/>
                <a:gd name="csY15" fmla="*/ 6210 h 10032"/>
                <a:gd name="csX16" fmla="*/ 7644 w 8121"/>
                <a:gd name="csY16" fmla="*/ 6688 h 10032"/>
                <a:gd name="csX17" fmla="*/ 6210 w 8121"/>
                <a:gd name="csY17" fmla="*/ 9555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8121" h="10032">
                  <a:moveTo>
                    <a:pt x="6210" y="9555"/>
                  </a:moveTo>
                  <a:lnTo>
                    <a:pt x="3344" y="10032"/>
                  </a:lnTo>
                  <a:lnTo>
                    <a:pt x="1911" y="9077"/>
                  </a:lnTo>
                  <a:lnTo>
                    <a:pt x="3821" y="8121"/>
                  </a:lnTo>
                  <a:lnTo>
                    <a:pt x="4300" y="8121"/>
                  </a:lnTo>
                  <a:lnTo>
                    <a:pt x="4777" y="7644"/>
                  </a:lnTo>
                  <a:lnTo>
                    <a:pt x="4777" y="7166"/>
                  </a:lnTo>
                  <a:lnTo>
                    <a:pt x="1911" y="6210"/>
                  </a:lnTo>
                  <a:lnTo>
                    <a:pt x="955" y="5733"/>
                  </a:lnTo>
                  <a:lnTo>
                    <a:pt x="0" y="4300"/>
                  </a:lnTo>
                  <a:lnTo>
                    <a:pt x="0" y="2866"/>
                  </a:lnTo>
                  <a:lnTo>
                    <a:pt x="3821" y="0"/>
                  </a:lnTo>
                  <a:lnTo>
                    <a:pt x="4777" y="0"/>
                  </a:lnTo>
                  <a:lnTo>
                    <a:pt x="5255" y="956"/>
                  </a:lnTo>
                  <a:lnTo>
                    <a:pt x="7644" y="3822"/>
                  </a:lnTo>
                  <a:lnTo>
                    <a:pt x="8121" y="6210"/>
                  </a:lnTo>
                  <a:lnTo>
                    <a:pt x="7644" y="6688"/>
                  </a:lnTo>
                  <a:lnTo>
                    <a:pt x="6210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3" name="Freeform 4562">
              <a:extLst>
                <a:ext uri="{FF2B5EF4-FFF2-40B4-BE49-F238E27FC236}">
                  <a16:creationId xmlns:a16="http://schemas.microsoft.com/office/drawing/2014/main" id="{F6454A93-4D54-5AD3-21EE-FC2B433531E5}"/>
                </a:ext>
              </a:extLst>
            </p:cNvPr>
            <p:cNvSpPr/>
            <p:nvPr/>
          </p:nvSpPr>
          <p:spPr>
            <a:xfrm>
              <a:off x="8175077" y="4668969"/>
              <a:ext cx="478" cy="3344"/>
            </a:xfrm>
            <a:custGeom>
              <a:avLst/>
              <a:gdLst>
                <a:gd name="csX0" fmla="*/ 478 w 478"/>
                <a:gd name="csY0" fmla="*/ 3344 h 3344"/>
                <a:gd name="csX1" fmla="*/ 478 w 478"/>
                <a:gd name="csY1" fmla="*/ 2389 h 3344"/>
                <a:gd name="csX2" fmla="*/ 0 w 478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3344">
                  <a:moveTo>
                    <a:pt x="478" y="3344"/>
                  </a:moveTo>
                  <a:lnTo>
                    <a:pt x="478" y="2389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4" name="Freeform 4563">
              <a:extLst>
                <a:ext uri="{FF2B5EF4-FFF2-40B4-BE49-F238E27FC236}">
                  <a16:creationId xmlns:a16="http://schemas.microsoft.com/office/drawing/2014/main" id="{D9F39334-5E91-2F48-7FAB-67E2E9A6C426}"/>
                </a:ext>
              </a:extLst>
            </p:cNvPr>
            <p:cNvSpPr/>
            <p:nvPr/>
          </p:nvSpPr>
          <p:spPr>
            <a:xfrm>
              <a:off x="8174122" y="4674224"/>
              <a:ext cx="477" cy="1910"/>
            </a:xfrm>
            <a:custGeom>
              <a:avLst/>
              <a:gdLst>
                <a:gd name="csX0" fmla="*/ 0 w 477"/>
                <a:gd name="csY0" fmla="*/ 1911 h 1910"/>
                <a:gd name="csX1" fmla="*/ 478 w 477"/>
                <a:gd name="csY1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910">
                  <a:moveTo>
                    <a:pt x="0" y="1911"/>
                  </a:move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5" name="Freeform 4564">
              <a:extLst>
                <a:ext uri="{FF2B5EF4-FFF2-40B4-BE49-F238E27FC236}">
                  <a16:creationId xmlns:a16="http://schemas.microsoft.com/office/drawing/2014/main" id="{3D793D5F-C09C-2D53-26C6-E96A48D57630}"/>
                </a:ext>
              </a:extLst>
            </p:cNvPr>
            <p:cNvSpPr/>
            <p:nvPr/>
          </p:nvSpPr>
          <p:spPr>
            <a:xfrm>
              <a:off x="8166001" y="4685212"/>
              <a:ext cx="1910" cy="3822"/>
            </a:xfrm>
            <a:custGeom>
              <a:avLst/>
              <a:gdLst>
                <a:gd name="csX0" fmla="*/ 1910 w 1910"/>
                <a:gd name="csY0" fmla="*/ 3822 h 3822"/>
                <a:gd name="csX1" fmla="*/ 1910 w 1910"/>
                <a:gd name="csY1" fmla="*/ 3822 h 3822"/>
                <a:gd name="csX2" fmla="*/ 1910 w 1910"/>
                <a:gd name="csY2" fmla="*/ 2867 h 3822"/>
                <a:gd name="csX3" fmla="*/ 1910 w 1910"/>
                <a:gd name="csY3" fmla="*/ 2867 h 3822"/>
                <a:gd name="csX4" fmla="*/ 955 w 1910"/>
                <a:gd name="csY4" fmla="*/ 1911 h 3822"/>
                <a:gd name="csX5" fmla="*/ 0 w 1910"/>
                <a:gd name="csY5" fmla="*/ 1911 h 3822"/>
                <a:gd name="csX6" fmla="*/ 0 w 1910"/>
                <a:gd name="csY6" fmla="*/ 956 h 3822"/>
                <a:gd name="csX7" fmla="*/ 0 w 1910"/>
                <a:gd name="csY7" fmla="*/ 0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3822">
                  <a:moveTo>
                    <a:pt x="1910" y="3822"/>
                  </a:moveTo>
                  <a:lnTo>
                    <a:pt x="1910" y="3822"/>
                  </a:lnTo>
                  <a:lnTo>
                    <a:pt x="1910" y="2867"/>
                  </a:lnTo>
                  <a:lnTo>
                    <a:pt x="1910" y="2867"/>
                  </a:lnTo>
                  <a:lnTo>
                    <a:pt x="955" y="1911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6" name="Freeform 4565">
              <a:extLst>
                <a:ext uri="{FF2B5EF4-FFF2-40B4-BE49-F238E27FC236}">
                  <a16:creationId xmlns:a16="http://schemas.microsoft.com/office/drawing/2014/main" id="{86CD2D55-B4FD-BE65-4BFC-56A0CFD53FB6}"/>
                </a:ext>
              </a:extLst>
            </p:cNvPr>
            <p:cNvSpPr/>
            <p:nvPr/>
          </p:nvSpPr>
          <p:spPr>
            <a:xfrm>
              <a:off x="8160745" y="4698111"/>
              <a:ext cx="478" cy="477"/>
            </a:xfrm>
            <a:custGeom>
              <a:avLst/>
              <a:gdLst>
                <a:gd name="csX0" fmla="*/ 0 w 478"/>
                <a:gd name="csY0" fmla="*/ 478 h 477"/>
                <a:gd name="csX1" fmla="*/ 478 w 478"/>
                <a:gd name="csY1" fmla="*/ 478 h 477"/>
                <a:gd name="csX2" fmla="*/ 0 w 478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477">
                  <a:moveTo>
                    <a:pt x="0" y="478"/>
                  </a:move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7" name="Freeform 4566">
              <a:extLst>
                <a:ext uri="{FF2B5EF4-FFF2-40B4-BE49-F238E27FC236}">
                  <a16:creationId xmlns:a16="http://schemas.microsoft.com/office/drawing/2014/main" id="{2C1841E7-D016-FD03-63DF-19242C1D2D12}"/>
                </a:ext>
              </a:extLst>
            </p:cNvPr>
            <p:cNvSpPr/>
            <p:nvPr/>
          </p:nvSpPr>
          <p:spPr>
            <a:xfrm>
              <a:off x="8043224" y="4658937"/>
              <a:ext cx="200168" cy="150962"/>
            </a:xfrm>
            <a:custGeom>
              <a:avLst/>
              <a:gdLst>
                <a:gd name="csX0" fmla="*/ 171983 w 200168"/>
                <a:gd name="csY0" fmla="*/ 0 h 150962"/>
                <a:gd name="csX1" fmla="*/ 171983 w 200168"/>
                <a:gd name="csY1" fmla="*/ 478 h 150962"/>
                <a:gd name="csX2" fmla="*/ 170550 w 200168"/>
                <a:gd name="csY2" fmla="*/ 956 h 150962"/>
                <a:gd name="csX3" fmla="*/ 170072 w 200168"/>
                <a:gd name="csY3" fmla="*/ 1911 h 150962"/>
                <a:gd name="csX4" fmla="*/ 171983 w 200168"/>
                <a:gd name="csY4" fmla="*/ 3344 h 150962"/>
                <a:gd name="csX5" fmla="*/ 171983 w 200168"/>
                <a:gd name="csY5" fmla="*/ 4777 h 150962"/>
                <a:gd name="csX6" fmla="*/ 173416 w 200168"/>
                <a:gd name="csY6" fmla="*/ 5733 h 150962"/>
                <a:gd name="csX7" fmla="*/ 175327 w 200168"/>
                <a:gd name="csY7" fmla="*/ 7166 h 150962"/>
                <a:gd name="csX8" fmla="*/ 175327 w 200168"/>
                <a:gd name="csY8" fmla="*/ 7644 h 150962"/>
                <a:gd name="csX9" fmla="*/ 175805 w 200168"/>
                <a:gd name="csY9" fmla="*/ 8121 h 150962"/>
                <a:gd name="csX10" fmla="*/ 176282 w 200168"/>
                <a:gd name="csY10" fmla="*/ 9077 h 150962"/>
                <a:gd name="csX11" fmla="*/ 174849 w 200168"/>
                <a:gd name="csY11" fmla="*/ 9555 h 150962"/>
                <a:gd name="csX12" fmla="*/ 173416 w 200168"/>
                <a:gd name="csY12" fmla="*/ 10032 h 150962"/>
                <a:gd name="csX13" fmla="*/ 171983 w 200168"/>
                <a:gd name="csY13" fmla="*/ 9077 h 150962"/>
                <a:gd name="csX14" fmla="*/ 171027 w 200168"/>
                <a:gd name="csY14" fmla="*/ 8121 h 150962"/>
                <a:gd name="csX15" fmla="*/ 170550 w 200168"/>
                <a:gd name="csY15" fmla="*/ 9555 h 150962"/>
                <a:gd name="csX16" fmla="*/ 169594 w 200168"/>
                <a:gd name="csY16" fmla="*/ 10032 h 150962"/>
                <a:gd name="csX17" fmla="*/ 166250 w 200168"/>
                <a:gd name="csY17" fmla="*/ 10032 h 150962"/>
                <a:gd name="csX18" fmla="*/ 164339 w 200168"/>
                <a:gd name="csY18" fmla="*/ 10032 h 150962"/>
                <a:gd name="csX19" fmla="*/ 161950 w 200168"/>
                <a:gd name="csY19" fmla="*/ 10032 h 150962"/>
                <a:gd name="csX20" fmla="*/ 162906 w 200168"/>
                <a:gd name="csY20" fmla="*/ 10510 h 150962"/>
                <a:gd name="csX21" fmla="*/ 163861 w 200168"/>
                <a:gd name="csY21" fmla="*/ 10510 h 150962"/>
                <a:gd name="csX22" fmla="*/ 167683 w 200168"/>
                <a:gd name="csY22" fmla="*/ 13854 h 150962"/>
                <a:gd name="csX23" fmla="*/ 168161 w 200168"/>
                <a:gd name="csY23" fmla="*/ 14810 h 150962"/>
                <a:gd name="csX24" fmla="*/ 167205 w 200168"/>
                <a:gd name="csY24" fmla="*/ 17198 h 150962"/>
                <a:gd name="csX25" fmla="*/ 167683 w 200168"/>
                <a:gd name="csY25" fmla="*/ 17676 h 150962"/>
                <a:gd name="csX26" fmla="*/ 169116 w 200168"/>
                <a:gd name="csY26" fmla="*/ 18154 h 150962"/>
                <a:gd name="csX27" fmla="*/ 171027 w 200168"/>
                <a:gd name="csY27" fmla="*/ 19587 h 150962"/>
                <a:gd name="csX28" fmla="*/ 171983 w 200168"/>
                <a:gd name="csY28" fmla="*/ 19587 h 150962"/>
                <a:gd name="csX29" fmla="*/ 172938 w 200168"/>
                <a:gd name="csY29" fmla="*/ 20065 h 150962"/>
                <a:gd name="csX30" fmla="*/ 172938 w 200168"/>
                <a:gd name="csY30" fmla="*/ 21498 h 150962"/>
                <a:gd name="csX31" fmla="*/ 173416 w 200168"/>
                <a:gd name="csY31" fmla="*/ 22453 h 150962"/>
                <a:gd name="csX32" fmla="*/ 171983 w 200168"/>
                <a:gd name="csY32" fmla="*/ 22453 h 150962"/>
                <a:gd name="csX33" fmla="*/ 173416 w 200168"/>
                <a:gd name="csY33" fmla="*/ 22931 h 150962"/>
                <a:gd name="csX34" fmla="*/ 174371 w 200168"/>
                <a:gd name="csY34" fmla="*/ 23409 h 150962"/>
                <a:gd name="csX35" fmla="*/ 173894 w 200168"/>
                <a:gd name="csY35" fmla="*/ 23886 h 150962"/>
                <a:gd name="csX36" fmla="*/ 173416 w 200168"/>
                <a:gd name="csY36" fmla="*/ 24364 h 150962"/>
                <a:gd name="csX37" fmla="*/ 173894 w 200168"/>
                <a:gd name="csY37" fmla="*/ 24842 h 150962"/>
                <a:gd name="csX38" fmla="*/ 175805 w 200168"/>
                <a:gd name="csY38" fmla="*/ 25320 h 150962"/>
                <a:gd name="csX39" fmla="*/ 176282 w 200168"/>
                <a:gd name="csY39" fmla="*/ 25798 h 150962"/>
                <a:gd name="csX40" fmla="*/ 176760 w 200168"/>
                <a:gd name="csY40" fmla="*/ 27231 h 150962"/>
                <a:gd name="csX41" fmla="*/ 178193 w 200168"/>
                <a:gd name="csY41" fmla="*/ 29619 h 150962"/>
                <a:gd name="csX42" fmla="*/ 181060 w 200168"/>
                <a:gd name="csY42" fmla="*/ 32486 h 150962"/>
                <a:gd name="csX43" fmla="*/ 182015 w 200168"/>
                <a:gd name="csY43" fmla="*/ 33919 h 150962"/>
                <a:gd name="csX44" fmla="*/ 182015 w 200168"/>
                <a:gd name="csY44" fmla="*/ 34874 h 150962"/>
                <a:gd name="csX45" fmla="*/ 181537 w 200168"/>
                <a:gd name="csY45" fmla="*/ 35830 h 150962"/>
                <a:gd name="csX46" fmla="*/ 179626 w 200168"/>
                <a:gd name="csY46" fmla="*/ 36785 h 150962"/>
                <a:gd name="csX47" fmla="*/ 178193 w 200168"/>
                <a:gd name="csY47" fmla="*/ 37741 h 150962"/>
                <a:gd name="csX48" fmla="*/ 178193 w 200168"/>
                <a:gd name="csY48" fmla="*/ 38218 h 150962"/>
                <a:gd name="csX49" fmla="*/ 176282 w 200168"/>
                <a:gd name="csY49" fmla="*/ 39174 h 150962"/>
                <a:gd name="csX50" fmla="*/ 177238 w 200168"/>
                <a:gd name="csY50" fmla="*/ 39652 h 150962"/>
                <a:gd name="csX51" fmla="*/ 177716 w 200168"/>
                <a:gd name="csY51" fmla="*/ 40129 h 150962"/>
                <a:gd name="csX52" fmla="*/ 179149 w 200168"/>
                <a:gd name="csY52" fmla="*/ 42040 h 150962"/>
                <a:gd name="csX53" fmla="*/ 182015 w 200168"/>
                <a:gd name="csY53" fmla="*/ 44907 h 150962"/>
                <a:gd name="csX54" fmla="*/ 183926 w 200168"/>
                <a:gd name="csY54" fmla="*/ 45862 h 150962"/>
                <a:gd name="csX55" fmla="*/ 190137 w 200168"/>
                <a:gd name="csY55" fmla="*/ 50162 h 150962"/>
                <a:gd name="csX56" fmla="*/ 193480 w 200168"/>
                <a:gd name="csY56" fmla="*/ 51595 h 150962"/>
                <a:gd name="csX57" fmla="*/ 197302 w 200168"/>
                <a:gd name="csY57" fmla="*/ 55894 h 150962"/>
                <a:gd name="csX58" fmla="*/ 199691 w 200168"/>
                <a:gd name="csY58" fmla="*/ 56850 h 150962"/>
                <a:gd name="csX59" fmla="*/ 200169 w 200168"/>
                <a:gd name="csY59" fmla="*/ 57805 h 150962"/>
                <a:gd name="csX60" fmla="*/ 198258 w 200168"/>
                <a:gd name="csY60" fmla="*/ 59716 h 150962"/>
                <a:gd name="csX61" fmla="*/ 195869 w 200168"/>
                <a:gd name="csY61" fmla="*/ 60672 h 150962"/>
                <a:gd name="csX62" fmla="*/ 191092 w 200168"/>
                <a:gd name="csY62" fmla="*/ 60672 h 150962"/>
                <a:gd name="csX63" fmla="*/ 186792 w 200168"/>
                <a:gd name="csY63" fmla="*/ 60194 h 150962"/>
                <a:gd name="csX64" fmla="*/ 184403 w 200168"/>
                <a:gd name="csY64" fmla="*/ 59716 h 150962"/>
                <a:gd name="csX65" fmla="*/ 182493 w 200168"/>
                <a:gd name="csY65" fmla="*/ 58761 h 150962"/>
                <a:gd name="csX66" fmla="*/ 181060 w 200168"/>
                <a:gd name="csY66" fmla="*/ 56850 h 150962"/>
                <a:gd name="csX67" fmla="*/ 178671 w 200168"/>
                <a:gd name="csY67" fmla="*/ 55894 h 150962"/>
                <a:gd name="csX68" fmla="*/ 179626 w 200168"/>
                <a:gd name="csY68" fmla="*/ 56850 h 150962"/>
                <a:gd name="csX69" fmla="*/ 180104 w 200168"/>
                <a:gd name="csY69" fmla="*/ 58283 h 150962"/>
                <a:gd name="csX70" fmla="*/ 180104 w 200168"/>
                <a:gd name="csY70" fmla="*/ 59716 h 150962"/>
                <a:gd name="csX71" fmla="*/ 179149 w 200168"/>
                <a:gd name="csY71" fmla="*/ 60672 h 150962"/>
                <a:gd name="csX72" fmla="*/ 177716 w 200168"/>
                <a:gd name="csY72" fmla="*/ 61150 h 150962"/>
                <a:gd name="csX73" fmla="*/ 176282 w 200168"/>
                <a:gd name="csY73" fmla="*/ 62105 h 150962"/>
                <a:gd name="csX74" fmla="*/ 175805 w 200168"/>
                <a:gd name="csY74" fmla="*/ 62583 h 150962"/>
                <a:gd name="csX75" fmla="*/ 171983 w 200168"/>
                <a:gd name="csY75" fmla="*/ 69271 h 150962"/>
                <a:gd name="csX76" fmla="*/ 171027 w 200168"/>
                <a:gd name="csY76" fmla="*/ 71182 h 150962"/>
                <a:gd name="csX77" fmla="*/ 170072 w 200168"/>
                <a:gd name="csY77" fmla="*/ 79303 h 150962"/>
                <a:gd name="csX78" fmla="*/ 170072 w 200168"/>
                <a:gd name="csY78" fmla="*/ 81692 h 150962"/>
                <a:gd name="csX79" fmla="*/ 171505 w 200168"/>
                <a:gd name="csY79" fmla="*/ 85514 h 150962"/>
                <a:gd name="csX80" fmla="*/ 171983 w 200168"/>
                <a:gd name="csY80" fmla="*/ 87902 h 150962"/>
                <a:gd name="csX81" fmla="*/ 171983 w 200168"/>
                <a:gd name="csY81" fmla="*/ 88858 h 150962"/>
                <a:gd name="csX82" fmla="*/ 171983 w 200168"/>
                <a:gd name="csY82" fmla="*/ 89335 h 150962"/>
                <a:gd name="csX83" fmla="*/ 171027 w 200168"/>
                <a:gd name="csY83" fmla="*/ 89813 h 150962"/>
                <a:gd name="csX84" fmla="*/ 167683 w 200168"/>
                <a:gd name="csY84" fmla="*/ 91247 h 150962"/>
                <a:gd name="csX85" fmla="*/ 165772 w 200168"/>
                <a:gd name="csY85" fmla="*/ 92202 h 150962"/>
                <a:gd name="csX86" fmla="*/ 163861 w 200168"/>
                <a:gd name="csY86" fmla="*/ 93635 h 150962"/>
                <a:gd name="csX87" fmla="*/ 162428 w 200168"/>
                <a:gd name="csY87" fmla="*/ 95546 h 150962"/>
                <a:gd name="csX88" fmla="*/ 160995 w 200168"/>
                <a:gd name="csY88" fmla="*/ 96979 h 150962"/>
                <a:gd name="csX89" fmla="*/ 159084 w 200168"/>
                <a:gd name="csY89" fmla="*/ 97935 h 150962"/>
                <a:gd name="csX90" fmla="*/ 157651 w 200168"/>
                <a:gd name="csY90" fmla="*/ 97457 h 150962"/>
                <a:gd name="csX91" fmla="*/ 156695 w 200168"/>
                <a:gd name="csY91" fmla="*/ 96979 h 150962"/>
                <a:gd name="csX92" fmla="*/ 156218 w 200168"/>
                <a:gd name="csY92" fmla="*/ 95546 h 150962"/>
                <a:gd name="csX93" fmla="*/ 155740 w 200168"/>
                <a:gd name="csY93" fmla="*/ 94591 h 150962"/>
                <a:gd name="csX94" fmla="*/ 155262 w 200168"/>
                <a:gd name="csY94" fmla="*/ 95546 h 150962"/>
                <a:gd name="csX95" fmla="*/ 155262 w 200168"/>
                <a:gd name="csY95" fmla="*/ 96501 h 150962"/>
                <a:gd name="csX96" fmla="*/ 156218 w 200168"/>
                <a:gd name="csY96" fmla="*/ 97457 h 150962"/>
                <a:gd name="csX97" fmla="*/ 156218 w 200168"/>
                <a:gd name="csY97" fmla="*/ 98412 h 150962"/>
                <a:gd name="csX98" fmla="*/ 155740 w 200168"/>
                <a:gd name="csY98" fmla="*/ 99368 h 150962"/>
                <a:gd name="csX99" fmla="*/ 155262 w 200168"/>
                <a:gd name="csY99" fmla="*/ 100323 h 150962"/>
                <a:gd name="csX100" fmla="*/ 152873 w 200168"/>
                <a:gd name="csY100" fmla="*/ 101279 h 150962"/>
                <a:gd name="csX101" fmla="*/ 151918 w 200168"/>
                <a:gd name="csY101" fmla="*/ 102234 h 150962"/>
                <a:gd name="csX102" fmla="*/ 151918 w 200168"/>
                <a:gd name="csY102" fmla="*/ 103667 h 150962"/>
                <a:gd name="csX103" fmla="*/ 150962 w 200168"/>
                <a:gd name="csY103" fmla="*/ 104623 h 150962"/>
                <a:gd name="csX104" fmla="*/ 150485 w 200168"/>
                <a:gd name="csY104" fmla="*/ 105100 h 150962"/>
                <a:gd name="csX105" fmla="*/ 147619 w 200168"/>
                <a:gd name="csY105" fmla="*/ 106534 h 150962"/>
                <a:gd name="csX106" fmla="*/ 146663 w 200168"/>
                <a:gd name="csY106" fmla="*/ 107012 h 150962"/>
                <a:gd name="csX107" fmla="*/ 146185 w 200168"/>
                <a:gd name="csY107" fmla="*/ 107967 h 150962"/>
                <a:gd name="csX108" fmla="*/ 148096 w 200168"/>
                <a:gd name="csY108" fmla="*/ 107967 h 150962"/>
                <a:gd name="csX109" fmla="*/ 149530 w 200168"/>
                <a:gd name="csY109" fmla="*/ 107967 h 150962"/>
                <a:gd name="csX110" fmla="*/ 149530 w 200168"/>
                <a:gd name="csY110" fmla="*/ 109400 h 150962"/>
                <a:gd name="csX111" fmla="*/ 150007 w 200168"/>
                <a:gd name="csY111" fmla="*/ 110356 h 150962"/>
                <a:gd name="csX112" fmla="*/ 149530 w 200168"/>
                <a:gd name="csY112" fmla="*/ 112744 h 150962"/>
                <a:gd name="csX113" fmla="*/ 147141 w 200168"/>
                <a:gd name="csY113" fmla="*/ 114177 h 150962"/>
                <a:gd name="csX114" fmla="*/ 148096 w 200168"/>
                <a:gd name="csY114" fmla="*/ 114655 h 150962"/>
                <a:gd name="csX115" fmla="*/ 149052 w 200168"/>
                <a:gd name="csY115" fmla="*/ 115133 h 150962"/>
                <a:gd name="csX116" fmla="*/ 151441 w 200168"/>
                <a:gd name="csY116" fmla="*/ 115611 h 150962"/>
                <a:gd name="csX117" fmla="*/ 151918 w 200168"/>
                <a:gd name="csY117" fmla="*/ 117044 h 150962"/>
                <a:gd name="csX118" fmla="*/ 151918 w 200168"/>
                <a:gd name="csY118" fmla="*/ 119432 h 150962"/>
                <a:gd name="csX119" fmla="*/ 151441 w 200168"/>
                <a:gd name="csY119" fmla="*/ 120866 h 150962"/>
                <a:gd name="csX120" fmla="*/ 150007 w 200168"/>
                <a:gd name="csY120" fmla="*/ 121343 h 150962"/>
                <a:gd name="csX121" fmla="*/ 149052 w 200168"/>
                <a:gd name="csY121" fmla="*/ 121343 h 150962"/>
                <a:gd name="csX122" fmla="*/ 148096 w 200168"/>
                <a:gd name="csY122" fmla="*/ 121343 h 150962"/>
                <a:gd name="csX123" fmla="*/ 147141 w 200168"/>
                <a:gd name="csY123" fmla="*/ 121821 h 150962"/>
                <a:gd name="csX124" fmla="*/ 147141 w 200168"/>
                <a:gd name="csY124" fmla="*/ 122777 h 150962"/>
                <a:gd name="csX125" fmla="*/ 148574 w 200168"/>
                <a:gd name="csY125" fmla="*/ 122299 h 150962"/>
                <a:gd name="csX126" fmla="*/ 148096 w 200168"/>
                <a:gd name="csY126" fmla="*/ 124688 h 150962"/>
                <a:gd name="csX127" fmla="*/ 148096 w 200168"/>
                <a:gd name="csY127" fmla="*/ 126598 h 150962"/>
                <a:gd name="csX128" fmla="*/ 147619 w 200168"/>
                <a:gd name="csY128" fmla="*/ 128032 h 150962"/>
                <a:gd name="csX129" fmla="*/ 146663 w 200168"/>
                <a:gd name="csY129" fmla="*/ 128987 h 150962"/>
                <a:gd name="csX130" fmla="*/ 145230 w 200168"/>
                <a:gd name="csY130" fmla="*/ 129465 h 150962"/>
                <a:gd name="csX131" fmla="*/ 144275 w 200168"/>
                <a:gd name="csY131" fmla="*/ 128509 h 150962"/>
                <a:gd name="csX132" fmla="*/ 143796 w 200168"/>
                <a:gd name="csY132" fmla="*/ 129465 h 150962"/>
                <a:gd name="csX133" fmla="*/ 144275 w 200168"/>
                <a:gd name="csY133" fmla="*/ 130420 h 150962"/>
                <a:gd name="csX134" fmla="*/ 146185 w 200168"/>
                <a:gd name="csY134" fmla="*/ 132331 h 150962"/>
                <a:gd name="csX135" fmla="*/ 145230 w 200168"/>
                <a:gd name="csY135" fmla="*/ 132331 h 150962"/>
                <a:gd name="csX136" fmla="*/ 144275 w 200168"/>
                <a:gd name="csY136" fmla="*/ 133287 h 150962"/>
                <a:gd name="csX137" fmla="*/ 143796 w 200168"/>
                <a:gd name="csY137" fmla="*/ 134242 h 150962"/>
                <a:gd name="csX138" fmla="*/ 141886 w 200168"/>
                <a:gd name="csY138" fmla="*/ 136153 h 150962"/>
                <a:gd name="csX139" fmla="*/ 141408 w 200168"/>
                <a:gd name="csY139" fmla="*/ 137586 h 150962"/>
                <a:gd name="csX140" fmla="*/ 140930 w 200168"/>
                <a:gd name="csY140" fmla="*/ 139497 h 150962"/>
                <a:gd name="csX141" fmla="*/ 139975 w 200168"/>
                <a:gd name="csY141" fmla="*/ 140453 h 150962"/>
                <a:gd name="csX142" fmla="*/ 126121 w 200168"/>
                <a:gd name="csY142" fmla="*/ 146185 h 150962"/>
                <a:gd name="csX143" fmla="*/ 115133 w 200168"/>
                <a:gd name="csY143" fmla="*/ 150963 h 150962"/>
                <a:gd name="csX144" fmla="*/ 114177 w 200168"/>
                <a:gd name="csY144" fmla="*/ 150485 h 150962"/>
                <a:gd name="csX145" fmla="*/ 113700 w 200168"/>
                <a:gd name="csY145" fmla="*/ 150007 h 150962"/>
                <a:gd name="csX146" fmla="*/ 113222 w 200168"/>
                <a:gd name="csY146" fmla="*/ 142364 h 150962"/>
                <a:gd name="csX147" fmla="*/ 111789 w 200168"/>
                <a:gd name="csY147" fmla="*/ 139019 h 150962"/>
                <a:gd name="csX148" fmla="*/ 111789 w 200168"/>
                <a:gd name="csY148" fmla="*/ 136631 h 150962"/>
                <a:gd name="csX149" fmla="*/ 110355 w 200168"/>
                <a:gd name="csY149" fmla="*/ 138542 h 150962"/>
                <a:gd name="csX150" fmla="*/ 109400 w 200168"/>
                <a:gd name="csY150" fmla="*/ 138542 h 150962"/>
                <a:gd name="csX151" fmla="*/ 107967 w 200168"/>
                <a:gd name="csY151" fmla="*/ 138064 h 150962"/>
                <a:gd name="csX152" fmla="*/ 107489 w 200168"/>
                <a:gd name="csY152" fmla="*/ 137108 h 150962"/>
                <a:gd name="csX153" fmla="*/ 107489 w 200168"/>
                <a:gd name="csY153" fmla="*/ 136631 h 150962"/>
                <a:gd name="csX154" fmla="*/ 107967 w 200168"/>
                <a:gd name="csY154" fmla="*/ 134242 h 150962"/>
                <a:gd name="csX155" fmla="*/ 107012 w 200168"/>
                <a:gd name="csY155" fmla="*/ 135198 h 150962"/>
                <a:gd name="csX156" fmla="*/ 106056 w 200168"/>
                <a:gd name="csY156" fmla="*/ 136153 h 150962"/>
                <a:gd name="csX157" fmla="*/ 104623 w 200168"/>
                <a:gd name="csY157" fmla="*/ 136153 h 150962"/>
                <a:gd name="csX158" fmla="*/ 103668 w 200168"/>
                <a:gd name="csY158" fmla="*/ 135675 h 150962"/>
                <a:gd name="csX159" fmla="*/ 103668 w 200168"/>
                <a:gd name="csY159" fmla="*/ 135198 h 150962"/>
                <a:gd name="csX160" fmla="*/ 102712 w 200168"/>
                <a:gd name="csY160" fmla="*/ 134720 h 150962"/>
                <a:gd name="csX161" fmla="*/ 100323 w 200168"/>
                <a:gd name="csY161" fmla="*/ 137108 h 150962"/>
                <a:gd name="csX162" fmla="*/ 96979 w 200168"/>
                <a:gd name="csY162" fmla="*/ 138064 h 150962"/>
                <a:gd name="csX163" fmla="*/ 95546 w 200168"/>
                <a:gd name="csY163" fmla="*/ 138064 h 150962"/>
                <a:gd name="csX164" fmla="*/ 94113 w 200168"/>
                <a:gd name="csY164" fmla="*/ 137586 h 150962"/>
                <a:gd name="csX165" fmla="*/ 94113 w 200168"/>
                <a:gd name="csY165" fmla="*/ 135675 h 150962"/>
                <a:gd name="csX166" fmla="*/ 94113 w 200168"/>
                <a:gd name="csY166" fmla="*/ 134242 h 150962"/>
                <a:gd name="csX167" fmla="*/ 93635 w 200168"/>
                <a:gd name="csY167" fmla="*/ 133287 h 150962"/>
                <a:gd name="csX168" fmla="*/ 92680 w 200168"/>
                <a:gd name="csY168" fmla="*/ 133287 h 150962"/>
                <a:gd name="csX169" fmla="*/ 91724 w 200168"/>
                <a:gd name="csY169" fmla="*/ 133287 h 150962"/>
                <a:gd name="csX170" fmla="*/ 89336 w 200168"/>
                <a:gd name="csY170" fmla="*/ 133764 h 150962"/>
                <a:gd name="csX171" fmla="*/ 88858 w 200168"/>
                <a:gd name="csY171" fmla="*/ 133764 h 150962"/>
                <a:gd name="csX172" fmla="*/ 88380 w 200168"/>
                <a:gd name="csY172" fmla="*/ 134242 h 150962"/>
                <a:gd name="csX173" fmla="*/ 82170 w 200168"/>
                <a:gd name="csY173" fmla="*/ 128509 h 150962"/>
                <a:gd name="csX174" fmla="*/ 80736 w 200168"/>
                <a:gd name="csY174" fmla="*/ 133287 h 150962"/>
                <a:gd name="csX175" fmla="*/ 76437 w 200168"/>
                <a:gd name="csY175" fmla="*/ 135675 h 150962"/>
                <a:gd name="csX176" fmla="*/ 73570 w 200168"/>
                <a:gd name="csY176" fmla="*/ 137108 h 150962"/>
                <a:gd name="csX177" fmla="*/ 70227 w 200168"/>
                <a:gd name="csY177" fmla="*/ 136631 h 150962"/>
                <a:gd name="csX178" fmla="*/ 67360 w 200168"/>
                <a:gd name="csY178" fmla="*/ 135675 h 150962"/>
                <a:gd name="csX179" fmla="*/ 64016 w 200168"/>
                <a:gd name="csY179" fmla="*/ 136631 h 150962"/>
                <a:gd name="csX180" fmla="*/ 60672 w 200168"/>
                <a:gd name="csY180" fmla="*/ 139497 h 150962"/>
                <a:gd name="csX181" fmla="*/ 59716 w 200168"/>
                <a:gd name="csY181" fmla="*/ 139975 h 150962"/>
                <a:gd name="csX182" fmla="*/ 58761 w 200168"/>
                <a:gd name="csY182" fmla="*/ 139975 h 150962"/>
                <a:gd name="csX183" fmla="*/ 58283 w 200168"/>
                <a:gd name="csY183" fmla="*/ 139497 h 150962"/>
                <a:gd name="csX184" fmla="*/ 58283 w 200168"/>
                <a:gd name="csY184" fmla="*/ 137586 h 150962"/>
                <a:gd name="csX185" fmla="*/ 58283 w 200168"/>
                <a:gd name="csY185" fmla="*/ 135198 h 150962"/>
                <a:gd name="csX186" fmla="*/ 58283 w 200168"/>
                <a:gd name="csY186" fmla="*/ 130898 h 150962"/>
                <a:gd name="csX187" fmla="*/ 57805 w 200168"/>
                <a:gd name="csY187" fmla="*/ 129942 h 150962"/>
                <a:gd name="csX188" fmla="*/ 56850 w 200168"/>
                <a:gd name="csY188" fmla="*/ 128509 h 150962"/>
                <a:gd name="csX189" fmla="*/ 55416 w 200168"/>
                <a:gd name="csY189" fmla="*/ 128032 h 150962"/>
                <a:gd name="csX190" fmla="*/ 54939 w 200168"/>
                <a:gd name="csY190" fmla="*/ 128509 h 150962"/>
                <a:gd name="csX191" fmla="*/ 53984 w 200168"/>
                <a:gd name="csY191" fmla="*/ 129465 h 150962"/>
                <a:gd name="csX192" fmla="*/ 51595 w 200168"/>
                <a:gd name="csY192" fmla="*/ 129465 h 150962"/>
                <a:gd name="csX193" fmla="*/ 49206 w 200168"/>
                <a:gd name="csY193" fmla="*/ 128509 h 150962"/>
                <a:gd name="csX194" fmla="*/ 46818 w 200168"/>
                <a:gd name="csY194" fmla="*/ 128987 h 150962"/>
                <a:gd name="csX195" fmla="*/ 42518 w 200168"/>
                <a:gd name="csY195" fmla="*/ 130898 h 150962"/>
                <a:gd name="csX196" fmla="*/ 40607 w 200168"/>
                <a:gd name="csY196" fmla="*/ 130898 h 150962"/>
                <a:gd name="csX197" fmla="*/ 39174 w 200168"/>
                <a:gd name="csY197" fmla="*/ 130898 h 150962"/>
                <a:gd name="csX198" fmla="*/ 38218 w 200168"/>
                <a:gd name="csY198" fmla="*/ 129942 h 150962"/>
                <a:gd name="csX199" fmla="*/ 38696 w 200168"/>
                <a:gd name="csY199" fmla="*/ 128987 h 150962"/>
                <a:gd name="csX200" fmla="*/ 39652 w 200168"/>
                <a:gd name="csY200" fmla="*/ 128032 h 150962"/>
                <a:gd name="csX201" fmla="*/ 38218 w 200168"/>
                <a:gd name="csY201" fmla="*/ 128509 h 150962"/>
                <a:gd name="csX202" fmla="*/ 36307 w 200168"/>
                <a:gd name="csY202" fmla="*/ 129465 h 150962"/>
                <a:gd name="csX203" fmla="*/ 35830 w 200168"/>
                <a:gd name="csY203" fmla="*/ 130420 h 150962"/>
                <a:gd name="csX204" fmla="*/ 35352 w 200168"/>
                <a:gd name="csY204" fmla="*/ 129942 h 150962"/>
                <a:gd name="csX205" fmla="*/ 33441 w 200168"/>
                <a:gd name="csY205" fmla="*/ 128032 h 150962"/>
                <a:gd name="csX206" fmla="*/ 29620 w 200168"/>
                <a:gd name="csY206" fmla="*/ 128509 h 150962"/>
                <a:gd name="csX207" fmla="*/ 29141 w 200168"/>
                <a:gd name="csY207" fmla="*/ 128987 h 150962"/>
                <a:gd name="csX208" fmla="*/ 28186 w 200168"/>
                <a:gd name="csY208" fmla="*/ 129465 h 150962"/>
                <a:gd name="csX209" fmla="*/ 27231 w 200168"/>
                <a:gd name="csY209" fmla="*/ 128987 h 150962"/>
                <a:gd name="csX210" fmla="*/ 26753 w 200168"/>
                <a:gd name="csY210" fmla="*/ 128509 h 150962"/>
                <a:gd name="csX211" fmla="*/ 26275 w 200168"/>
                <a:gd name="csY211" fmla="*/ 124210 h 150962"/>
                <a:gd name="csX212" fmla="*/ 24364 w 200168"/>
                <a:gd name="csY212" fmla="*/ 116088 h 150962"/>
                <a:gd name="csX213" fmla="*/ 23886 w 200168"/>
                <a:gd name="csY213" fmla="*/ 111789 h 150962"/>
                <a:gd name="csX214" fmla="*/ 23409 w 200168"/>
                <a:gd name="csY214" fmla="*/ 110833 h 150962"/>
                <a:gd name="csX215" fmla="*/ 21020 w 200168"/>
                <a:gd name="csY215" fmla="*/ 109400 h 150962"/>
                <a:gd name="csX216" fmla="*/ 21020 w 200168"/>
                <a:gd name="csY216" fmla="*/ 107012 h 150962"/>
                <a:gd name="csX217" fmla="*/ 22454 w 200168"/>
                <a:gd name="csY217" fmla="*/ 105100 h 150962"/>
                <a:gd name="csX218" fmla="*/ 22454 w 200168"/>
                <a:gd name="csY218" fmla="*/ 103190 h 150962"/>
                <a:gd name="csX219" fmla="*/ 22454 w 200168"/>
                <a:gd name="csY219" fmla="*/ 100801 h 150962"/>
                <a:gd name="csX220" fmla="*/ 21498 w 200168"/>
                <a:gd name="csY220" fmla="*/ 98412 h 150962"/>
                <a:gd name="csX221" fmla="*/ 20543 w 200168"/>
                <a:gd name="csY221" fmla="*/ 96979 h 150962"/>
                <a:gd name="csX222" fmla="*/ 19587 w 200168"/>
                <a:gd name="csY222" fmla="*/ 95546 h 150962"/>
                <a:gd name="csX223" fmla="*/ 17676 w 200168"/>
                <a:gd name="csY223" fmla="*/ 93635 h 150962"/>
                <a:gd name="csX224" fmla="*/ 15765 w 200168"/>
                <a:gd name="csY224" fmla="*/ 92680 h 150962"/>
                <a:gd name="csX225" fmla="*/ 10988 w 200168"/>
                <a:gd name="csY225" fmla="*/ 91247 h 150962"/>
                <a:gd name="csX226" fmla="*/ 8599 w 200168"/>
                <a:gd name="csY226" fmla="*/ 91247 h 150962"/>
                <a:gd name="csX227" fmla="*/ 7644 w 200168"/>
                <a:gd name="csY227" fmla="*/ 90769 h 150962"/>
                <a:gd name="csX228" fmla="*/ 7166 w 200168"/>
                <a:gd name="csY228" fmla="*/ 90291 h 150962"/>
                <a:gd name="csX229" fmla="*/ 7644 w 200168"/>
                <a:gd name="csY229" fmla="*/ 88858 h 150962"/>
                <a:gd name="csX230" fmla="*/ 8122 w 200168"/>
                <a:gd name="csY230" fmla="*/ 87902 h 150962"/>
                <a:gd name="csX231" fmla="*/ 9555 w 200168"/>
                <a:gd name="csY231" fmla="*/ 87425 h 150962"/>
                <a:gd name="csX232" fmla="*/ 9555 w 200168"/>
                <a:gd name="csY232" fmla="*/ 86947 h 150962"/>
                <a:gd name="csX233" fmla="*/ 7166 w 200168"/>
                <a:gd name="csY233" fmla="*/ 85991 h 150962"/>
                <a:gd name="csX234" fmla="*/ 5255 w 200168"/>
                <a:gd name="csY234" fmla="*/ 84558 h 150962"/>
                <a:gd name="csX235" fmla="*/ 4777 w 200168"/>
                <a:gd name="csY235" fmla="*/ 83603 h 150962"/>
                <a:gd name="csX236" fmla="*/ 4300 w 200168"/>
                <a:gd name="csY236" fmla="*/ 82647 h 150962"/>
                <a:gd name="csX237" fmla="*/ 4300 w 200168"/>
                <a:gd name="csY237" fmla="*/ 80259 h 150962"/>
                <a:gd name="csX238" fmla="*/ 5255 w 200168"/>
                <a:gd name="csY238" fmla="*/ 78825 h 150962"/>
                <a:gd name="csX239" fmla="*/ 5255 w 200168"/>
                <a:gd name="csY239" fmla="*/ 78348 h 150962"/>
                <a:gd name="csX240" fmla="*/ 5733 w 200168"/>
                <a:gd name="csY240" fmla="*/ 75959 h 150962"/>
                <a:gd name="csX241" fmla="*/ 7166 w 200168"/>
                <a:gd name="csY241" fmla="*/ 75004 h 150962"/>
                <a:gd name="csX242" fmla="*/ 7166 w 200168"/>
                <a:gd name="csY242" fmla="*/ 74526 h 150962"/>
                <a:gd name="csX243" fmla="*/ 6688 w 200168"/>
                <a:gd name="csY243" fmla="*/ 74048 h 150962"/>
                <a:gd name="csX244" fmla="*/ 5733 w 200168"/>
                <a:gd name="csY244" fmla="*/ 73570 h 150962"/>
                <a:gd name="csX245" fmla="*/ 5255 w 200168"/>
                <a:gd name="csY245" fmla="*/ 72615 h 150962"/>
                <a:gd name="csX246" fmla="*/ 3822 w 200168"/>
                <a:gd name="csY246" fmla="*/ 71182 h 150962"/>
                <a:gd name="csX247" fmla="*/ 956 w 200168"/>
                <a:gd name="csY247" fmla="*/ 69271 h 150962"/>
                <a:gd name="csX248" fmla="*/ 478 w 200168"/>
                <a:gd name="csY248" fmla="*/ 65927 h 150962"/>
                <a:gd name="csX249" fmla="*/ 0 w 200168"/>
                <a:gd name="csY249" fmla="*/ 61150 h 150962"/>
                <a:gd name="csX250" fmla="*/ 478 w 200168"/>
                <a:gd name="csY250" fmla="*/ 59239 h 150962"/>
                <a:gd name="csX251" fmla="*/ 1433 w 200168"/>
                <a:gd name="csY251" fmla="*/ 54939 h 150962"/>
                <a:gd name="csX252" fmla="*/ 2866 w 200168"/>
                <a:gd name="csY252" fmla="*/ 53984 h 150962"/>
                <a:gd name="csX253" fmla="*/ 3822 w 200168"/>
                <a:gd name="csY253" fmla="*/ 53506 h 150962"/>
                <a:gd name="csX254" fmla="*/ 4777 w 200168"/>
                <a:gd name="csY254" fmla="*/ 53028 h 150962"/>
                <a:gd name="csX255" fmla="*/ 3822 w 200168"/>
                <a:gd name="csY255" fmla="*/ 53028 h 150962"/>
                <a:gd name="csX256" fmla="*/ 3344 w 200168"/>
                <a:gd name="csY256" fmla="*/ 53028 h 150962"/>
                <a:gd name="csX257" fmla="*/ 2389 w 200168"/>
                <a:gd name="csY257" fmla="*/ 53028 h 150962"/>
                <a:gd name="csX258" fmla="*/ 3344 w 200168"/>
                <a:gd name="csY258" fmla="*/ 49684 h 150962"/>
                <a:gd name="csX259" fmla="*/ 3822 w 200168"/>
                <a:gd name="csY259" fmla="*/ 48728 h 150962"/>
                <a:gd name="csX260" fmla="*/ 5255 w 200168"/>
                <a:gd name="csY260" fmla="*/ 46340 h 150962"/>
                <a:gd name="csX261" fmla="*/ 7644 w 200168"/>
                <a:gd name="csY261" fmla="*/ 44907 h 150962"/>
                <a:gd name="csX262" fmla="*/ 8599 w 200168"/>
                <a:gd name="csY262" fmla="*/ 42518 h 150962"/>
                <a:gd name="csX263" fmla="*/ 9555 w 200168"/>
                <a:gd name="csY263" fmla="*/ 40607 h 150962"/>
                <a:gd name="csX264" fmla="*/ 14809 w 200168"/>
                <a:gd name="csY264" fmla="*/ 38696 h 150962"/>
                <a:gd name="csX265" fmla="*/ 14809 w 200168"/>
                <a:gd name="csY265" fmla="*/ 39174 h 150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</a:cxnLst>
              <a:rect l="l" t="t" r="r" b="b"/>
              <a:pathLst>
                <a:path w="200168" h="150962">
                  <a:moveTo>
                    <a:pt x="171983" y="0"/>
                  </a:moveTo>
                  <a:lnTo>
                    <a:pt x="171983" y="478"/>
                  </a:lnTo>
                  <a:lnTo>
                    <a:pt x="170550" y="956"/>
                  </a:lnTo>
                  <a:lnTo>
                    <a:pt x="170072" y="1911"/>
                  </a:lnTo>
                  <a:lnTo>
                    <a:pt x="171983" y="3344"/>
                  </a:lnTo>
                  <a:lnTo>
                    <a:pt x="171983" y="4777"/>
                  </a:lnTo>
                  <a:lnTo>
                    <a:pt x="173416" y="5733"/>
                  </a:lnTo>
                  <a:lnTo>
                    <a:pt x="175327" y="7166"/>
                  </a:lnTo>
                  <a:lnTo>
                    <a:pt x="175327" y="7644"/>
                  </a:lnTo>
                  <a:lnTo>
                    <a:pt x="175805" y="8121"/>
                  </a:lnTo>
                  <a:lnTo>
                    <a:pt x="176282" y="9077"/>
                  </a:lnTo>
                  <a:lnTo>
                    <a:pt x="174849" y="9555"/>
                  </a:lnTo>
                  <a:lnTo>
                    <a:pt x="173416" y="10032"/>
                  </a:lnTo>
                  <a:lnTo>
                    <a:pt x="171983" y="9077"/>
                  </a:lnTo>
                  <a:lnTo>
                    <a:pt x="171027" y="8121"/>
                  </a:lnTo>
                  <a:lnTo>
                    <a:pt x="170550" y="9555"/>
                  </a:lnTo>
                  <a:lnTo>
                    <a:pt x="169594" y="10032"/>
                  </a:lnTo>
                  <a:lnTo>
                    <a:pt x="166250" y="10032"/>
                  </a:lnTo>
                  <a:lnTo>
                    <a:pt x="164339" y="10032"/>
                  </a:lnTo>
                  <a:lnTo>
                    <a:pt x="161950" y="10032"/>
                  </a:lnTo>
                  <a:lnTo>
                    <a:pt x="162906" y="10510"/>
                  </a:lnTo>
                  <a:lnTo>
                    <a:pt x="163861" y="10510"/>
                  </a:lnTo>
                  <a:lnTo>
                    <a:pt x="167683" y="13854"/>
                  </a:lnTo>
                  <a:lnTo>
                    <a:pt x="168161" y="14810"/>
                  </a:lnTo>
                  <a:lnTo>
                    <a:pt x="167205" y="17198"/>
                  </a:lnTo>
                  <a:lnTo>
                    <a:pt x="167683" y="17676"/>
                  </a:lnTo>
                  <a:lnTo>
                    <a:pt x="169116" y="18154"/>
                  </a:lnTo>
                  <a:lnTo>
                    <a:pt x="171027" y="19587"/>
                  </a:lnTo>
                  <a:lnTo>
                    <a:pt x="171983" y="19587"/>
                  </a:lnTo>
                  <a:lnTo>
                    <a:pt x="172938" y="20065"/>
                  </a:lnTo>
                  <a:lnTo>
                    <a:pt x="172938" y="21498"/>
                  </a:lnTo>
                  <a:lnTo>
                    <a:pt x="173416" y="22453"/>
                  </a:lnTo>
                  <a:lnTo>
                    <a:pt x="171983" y="22453"/>
                  </a:lnTo>
                  <a:lnTo>
                    <a:pt x="173416" y="22931"/>
                  </a:lnTo>
                  <a:lnTo>
                    <a:pt x="174371" y="23409"/>
                  </a:lnTo>
                  <a:lnTo>
                    <a:pt x="173894" y="23886"/>
                  </a:lnTo>
                  <a:lnTo>
                    <a:pt x="173416" y="24364"/>
                  </a:lnTo>
                  <a:lnTo>
                    <a:pt x="173894" y="24842"/>
                  </a:lnTo>
                  <a:lnTo>
                    <a:pt x="175805" y="25320"/>
                  </a:lnTo>
                  <a:lnTo>
                    <a:pt x="176282" y="25798"/>
                  </a:lnTo>
                  <a:lnTo>
                    <a:pt x="176760" y="27231"/>
                  </a:lnTo>
                  <a:lnTo>
                    <a:pt x="178193" y="29619"/>
                  </a:lnTo>
                  <a:lnTo>
                    <a:pt x="181060" y="32486"/>
                  </a:lnTo>
                  <a:lnTo>
                    <a:pt x="182015" y="33919"/>
                  </a:lnTo>
                  <a:lnTo>
                    <a:pt x="182015" y="34874"/>
                  </a:lnTo>
                  <a:lnTo>
                    <a:pt x="181537" y="35830"/>
                  </a:lnTo>
                  <a:lnTo>
                    <a:pt x="179626" y="36785"/>
                  </a:lnTo>
                  <a:lnTo>
                    <a:pt x="178193" y="37741"/>
                  </a:lnTo>
                  <a:lnTo>
                    <a:pt x="178193" y="38218"/>
                  </a:lnTo>
                  <a:lnTo>
                    <a:pt x="176282" y="39174"/>
                  </a:lnTo>
                  <a:lnTo>
                    <a:pt x="177238" y="39652"/>
                  </a:lnTo>
                  <a:lnTo>
                    <a:pt x="177716" y="40129"/>
                  </a:lnTo>
                  <a:lnTo>
                    <a:pt x="179149" y="42040"/>
                  </a:lnTo>
                  <a:lnTo>
                    <a:pt x="182015" y="44907"/>
                  </a:lnTo>
                  <a:lnTo>
                    <a:pt x="183926" y="45862"/>
                  </a:lnTo>
                  <a:lnTo>
                    <a:pt x="190137" y="50162"/>
                  </a:lnTo>
                  <a:lnTo>
                    <a:pt x="193480" y="51595"/>
                  </a:lnTo>
                  <a:lnTo>
                    <a:pt x="197302" y="55894"/>
                  </a:lnTo>
                  <a:lnTo>
                    <a:pt x="199691" y="56850"/>
                  </a:lnTo>
                  <a:lnTo>
                    <a:pt x="200169" y="57805"/>
                  </a:lnTo>
                  <a:lnTo>
                    <a:pt x="198258" y="59716"/>
                  </a:lnTo>
                  <a:lnTo>
                    <a:pt x="195869" y="60672"/>
                  </a:lnTo>
                  <a:lnTo>
                    <a:pt x="191092" y="60672"/>
                  </a:lnTo>
                  <a:lnTo>
                    <a:pt x="186792" y="60194"/>
                  </a:lnTo>
                  <a:lnTo>
                    <a:pt x="184403" y="59716"/>
                  </a:lnTo>
                  <a:lnTo>
                    <a:pt x="182493" y="58761"/>
                  </a:lnTo>
                  <a:lnTo>
                    <a:pt x="181060" y="56850"/>
                  </a:lnTo>
                  <a:lnTo>
                    <a:pt x="178671" y="55894"/>
                  </a:lnTo>
                  <a:lnTo>
                    <a:pt x="179626" y="56850"/>
                  </a:lnTo>
                  <a:lnTo>
                    <a:pt x="180104" y="58283"/>
                  </a:lnTo>
                  <a:lnTo>
                    <a:pt x="180104" y="59716"/>
                  </a:lnTo>
                  <a:lnTo>
                    <a:pt x="179149" y="60672"/>
                  </a:lnTo>
                  <a:lnTo>
                    <a:pt x="177716" y="61150"/>
                  </a:lnTo>
                  <a:lnTo>
                    <a:pt x="176282" y="62105"/>
                  </a:lnTo>
                  <a:lnTo>
                    <a:pt x="175805" y="62583"/>
                  </a:lnTo>
                  <a:lnTo>
                    <a:pt x="171983" y="69271"/>
                  </a:lnTo>
                  <a:lnTo>
                    <a:pt x="171027" y="71182"/>
                  </a:lnTo>
                  <a:lnTo>
                    <a:pt x="170072" y="79303"/>
                  </a:lnTo>
                  <a:lnTo>
                    <a:pt x="170072" y="81692"/>
                  </a:lnTo>
                  <a:lnTo>
                    <a:pt x="171505" y="85514"/>
                  </a:lnTo>
                  <a:lnTo>
                    <a:pt x="171983" y="87902"/>
                  </a:lnTo>
                  <a:lnTo>
                    <a:pt x="171983" y="88858"/>
                  </a:lnTo>
                  <a:lnTo>
                    <a:pt x="171983" y="89335"/>
                  </a:lnTo>
                  <a:lnTo>
                    <a:pt x="171027" y="89813"/>
                  </a:lnTo>
                  <a:lnTo>
                    <a:pt x="167683" y="91247"/>
                  </a:lnTo>
                  <a:lnTo>
                    <a:pt x="165772" y="92202"/>
                  </a:lnTo>
                  <a:lnTo>
                    <a:pt x="163861" y="93635"/>
                  </a:lnTo>
                  <a:lnTo>
                    <a:pt x="162428" y="95546"/>
                  </a:lnTo>
                  <a:lnTo>
                    <a:pt x="160995" y="96979"/>
                  </a:lnTo>
                  <a:lnTo>
                    <a:pt x="159084" y="97935"/>
                  </a:lnTo>
                  <a:lnTo>
                    <a:pt x="157651" y="97457"/>
                  </a:lnTo>
                  <a:lnTo>
                    <a:pt x="156695" y="96979"/>
                  </a:lnTo>
                  <a:lnTo>
                    <a:pt x="156218" y="95546"/>
                  </a:lnTo>
                  <a:lnTo>
                    <a:pt x="155740" y="94591"/>
                  </a:lnTo>
                  <a:lnTo>
                    <a:pt x="155262" y="95546"/>
                  </a:lnTo>
                  <a:lnTo>
                    <a:pt x="155262" y="96501"/>
                  </a:lnTo>
                  <a:lnTo>
                    <a:pt x="156218" y="97457"/>
                  </a:lnTo>
                  <a:lnTo>
                    <a:pt x="156218" y="98412"/>
                  </a:lnTo>
                  <a:lnTo>
                    <a:pt x="155740" y="99368"/>
                  </a:lnTo>
                  <a:lnTo>
                    <a:pt x="155262" y="100323"/>
                  </a:lnTo>
                  <a:lnTo>
                    <a:pt x="152873" y="101279"/>
                  </a:lnTo>
                  <a:lnTo>
                    <a:pt x="151918" y="102234"/>
                  </a:lnTo>
                  <a:lnTo>
                    <a:pt x="151918" y="103667"/>
                  </a:lnTo>
                  <a:lnTo>
                    <a:pt x="150962" y="104623"/>
                  </a:lnTo>
                  <a:lnTo>
                    <a:pt x="150485" y="105100"/>
                  </a:lnTo>
                  <a:lnTo>
                    <a:pt x="147619" y="106534"/>
                  </a:lnTo>
                  <a:lnTo>
                    <a:pt x="146663" y="107012"/>
                  </a:lnTo>
                  <a:lnTo>
                    <a:pt x="146185" y="107967"/>
                  </a:lnTo>
                  <a:lnTo>
                    <a:pt x="148096" y="107967"/>
                  </a:lnTo>
                  <a:lnTo>
                    <a:pt x="149530" y="107967"/>
                  </a:lnTo>
                  <a:lnTo>
                    <a:pt x="149530" y="109400"/>
                  </a:lnTo>
                  <a:lnTo>
                    <a:pt x="150007" y="110356"/>
                  </a:lnTo>
                  <a:lnTo>
                    <a:pt x="149530" y="112744"/>
                  </a:lnTo>
                  <a:lnTo>
                    <a:pt x="147141" y="114177"/>
                  </a:lnTo>
                  <a:lnTo>
                    <a:pt x="148096" y="114655"/>
                  </a:lnTo>
                  <a:lnTo>
                    <a:pt x="149052" y="115133"/>
                  </a:lnTo>
                  <a:lnTo>
                    <a:pt x="151441" y="115611"/>
                  </a:lnTo>
                  <a:lnTo>
                    <a:pt x="151918" y="117044"/>
                  </a:lnTo>
                  <a:lnTo>
                    <a:pt x="151918" y="119432"/>
                  </a:lnTo>
                  <a:lnTo>
                    <a:pt x="151441" y="120866"/>
                  </a:lnTo>
                  <a:lnTo>
                    <a:pt x="150007" y="121343"/>
                  </a:lnTo>
                  <a:lnTo>
                    <a:pt x="149052" y="121343"/>
                  </a:lnTo>
                  <a:lnTo>
                    <a:pt x="148096" y="121343"/>
                  </a:lnTo>
                  <a:lnTo>
                    <a:pt x="147141" y="121821"/>
                  </a:lnTo>
                  <a:lnTo>
                    <a:pt x="147141" y="122777"/>
                  </a:lnTo>
                  <a:lnTo>
                    <a:pt x="148574" y="122299"/>
                  </a:lnTo>
                  <a:lnTo>
                    <a:pt x="148096" y="124688"/>
                  </a:lnTo>
                  <a:lnTo>
                    <a:pt x="148096" y="126598"/>
                  </a:lnTo>
                  <a:lnTo>
                    <a:pt x="147619" y="128032"/>
                  </a:lnTo>
                  <a:lnTo>
                    <a:pt x="146663" y="128987"/>
                  </a:lnTo>
                  <a:lnTo>
                    <a:pt x="145230" y="129465"/>
                  </a:lnTo>
                  <a:lnTo>
                    <a:pt x="144275" y="128509"/>
                  </a:lnTo>
                  <a:lnTo>
                    <a:pt x="143796" y="129465"/>
                  </a:lnTo>
                  <a:lnTo>
                    <a:pt x="144275" y="130420"/>
                  </a:lnTo>
                  <a:lnTo>
                    <a:pt x="146185" y="132331"/>
                  </a:lnTo>
                  <a:lnTo>
                    <a:pt x="145230" y="132331"/>
                  </a:lnTo>
                  <a:lnTo>
                    <a:pt x="144275" y="133287"/>
                  </a:lnTo>
                  <a:lnTo>
                    <a:pt x="143796" y="134242"/>
                  </a:lnTo>
                  <a:lnTo>
                    <a:pt x="141886" y="136153"/>
                  </a:lnTo>
                  <a:lnTo>
                    <a:pt x="141408" y="137586"/>
                  </a:lnTo>
                  <a:lnTo>
                    <a:pt x="140930" y="139497"/>
                  </a:lnTo>
                  <a:lnTo>
                    <a:pt x="139975" y="140453"/>
                  </a:lnTo>
                  <a:lnTo>
                    <a:pt x="126121" y="146185"/>
                  </a:lnTo>
                  <a:lnTo>
                    <a:pt x="115133" y="150963"/>
                  </a:lnTo>
                  <a:lnTo>
                    <a:pt x="114177" y="150485"/>
                  </a:lnTo>
                  <a:lnTo>
                    <a:pt x="113700" y="150007"/>
                  </a:lnTo>
                  <a:lnTo>
                    <a:pt x="113222" y="142364"/>
                  </a:lnTo>
                  <a:lnTo>
                    <a:pt x="111789" y="139019"/>
                  </a:lnTo>
                  <a:lnTo>
                    <a:pt x="111789" y="136631"/>
                  </a:lnTo>
                  <a:lnTo>
                    <a:pt x="110355" y="138542"/>
                  </a:lnTo>
                  <a:lnTo>
                    <a:pt x="109400" y="138542"/>
                  </a:lnTo>
                  <a:lnTo>
                    <a:pt x="107967" y="138064"/>
                  </a:lnTo>
                  <a:lnTo>
                    <a:pt x="107489" y="137108"/>
                  </a:lnTo>
                  <a:lnTo>
                    <a:pt x="107489" y="136631"/>
                  </a:lnTo>
                  <a:lnTo>
                    <a:pt x="107967" y="134242"/>
                  </a:lnTo>
                  <a:lnTo>
                    <a:pt x="107012" y="135198"/>
                  </a:lnTo>
                  <a:lnTo>
                    <a:pt x="106056" y="136153"/>
                  </a:lnTo>
                  <a:lnTo>
                    <a:pt x="104623" y="136153"/>
                  </a:lnTo>
                  <a:lnTo>
                    <a:pt x="103668" y="135675"/>
                  </a:lnTo>
                  <a:lnTo>
                    <a:pt x="103668" y="135198"/>
                  </a:lnTo>
                  <a:lnTo>
                    <a:pt x="102712" y="134720"/>
                  </a:lnTo>
                  <a:lnTo>
                    <a:pt x="100323" y="137108"/>
                  </a:lnTo>
                  <a:lnTo>
                    <a:pt x="96979" y="138064"/>
                  </a:lnTo>
                  <a:lnTo>
                    <a:pt x="95546" y="138064"/>
                  </a:lnTo>
                  <a:lnTo>
                    <a:pt x="94113" y="137586"/>
                  </a:lnTo>
                  <a:lnTo>
                    <a:pt x="94113" y="135675"/>
                  </a:lnTo>
                  <a:lnTo>
                    <a:pt x="94113" y="134242"/>
                  </a:lnTo>
                  <a:lnTo>
                    <a:pt x="93635" y="133287"/>
                  </a:lnTo>
                  <a:lnTo>
                    <a:pt x="92680" y="133287"/>
                  </a:lnTo>
                  <a:lnTo>
                    <a:pt x="91724" y="133287"/>
                  </a:lnTo>
                  <a:lnTo>
                    <a:pt x="89336" y="133764"/>
                  </a:lnTo>
                  <a:lnTo>
                    <a:pt x="88858" y="133764"/>
                  </a:lnTo>
                  <a:lnTo>
                    <a:pt x="88380" y="134242"/>
                  </a:lnTo>
                  <a:lnTo>
                    <a:pt x="82170" y="128509"/>
                  </a:lnTo>
                  <a:lnTo>
                    <a:pt x="80736" y="133287"/>
                  </a:lnTo>
                  <a:lnTo>
                    <a:pt x="76437" y="135675"/>
                  </a:lnTo>
                  <a:lnTo>
                    <a:pt x="73570" y="137108"/>
                  </a:lnTo>
                  <a:lnTo>
                    <a:pt x="70227" y="136631"/>
                  </a:lnTo>
                  <a:lnTo>
                    <a:pt x="67360" y="135675"/>
                  </a:lnTo>
                  <a:lnTo>
                    <a:pt x="64016" y="136631"/>
                  </a:lnTo>
                  <a:lnTo>
                    <a:pt x="60672" y="139497"/>
                  </a:lnTo>
                  <a:lnTo>
                    <a:pt x="59716" y="139975"/>
                  </a:lnTo>
                  <a:lnTo>
                    <a:pt x="58761" y="139975"/>
                  </a:lnTo>
                  <a:lnTo>
                    <a:pt x="58283" y="139497"/>
                  </a:lnTo>
                  <a:lnTo>
                    <a:pt x="58283" y="137586"/>
                  </a:lnTo>
                  <a:lnTo>
                    <a:pt x="58283" y="135198"/>
                  </a:lnTo>
                  <a:lnTo>
                    <a:pt x="58283" y="130898"/>
                  </a:lnTo>
                  <a:lnTo>
                    <a:pt x="57805" y="129942"/>
                  </a:lnTo>
                  <a:lnTo>
                    <a:pt x="56850" y="128509"/>
                  </a:lnTo>
                  <a:lnTo>
                    <a:pt x="55416" y="128032"/>
                  </a:lnTo>
                  <a:lnTo>
                    <a:pt x="54939" y="128509"/>
                  </a:lnTo>
                  <a:lnTo>
                    <a:pt x="53984" y="129465"/>
                  </a:lnTo>
                  <a:lnTo>
                    <a:pt x="51595" y="129465"/>
                  </a:lnTo>
                  <a:lnTo>
                    <a:pt x="49206" y="128509"/>
                  </a:lnTo>
                  <a:lnTo>
                    <a:pt x="46818" y="128987"/>
                  </a:lnTo>
                  <a:lnTo>
                    <a:pt x="42518" y="130898"/>
                  </a:lnTo>
                  <a:lnTo>
                    <a:pt x="40607" y="130898"/>
                  </a:lnTo>
                  <a:lnTo>
                    <a:pt x="39174" y="130898"/>
                  </a:lnTo>
                  <a:lnTo>
                    <a:pt x="38218" y="129942"/>
                  </a:lnTo>
                  <a:lnTo>
                    <a:pt x="38696" y="128987"/>
                  </a:lnTo>
                  <a:lnTo>
                    <a:pt x="39652" y="128032"/>
                  </a:lnTo>
                  <a:lnTo>
                    <a:pt x="38218" y="128509"/>
                  </a:lnTo>
                  <a:lnTo>
                    <a:pt x="36307" y="129465"/>
                  </a:lnTo>
                  <a:lnTo>
                    <a:pt x="35830" y="130420"/>
                  </a:lnTo>
                  <a:lnTo>
                    <a:pt x="35352" y="129942"/>
                  </a:lnTo>
                  <a:lnTo>
                    <a:pt x="33441" y="128032"/>
                  </a:lnTo>
                  <a:lnTo>
                    <a:pt x="29620" y="128509"/>
                  </a:lnTo>
                  <a:lnTo>
                    <a:pt x="29141" y="128987"/>
                  </a:lnTo>
                  <a:lnTo>
                    <a:pt x="28186" y="129465"/>
                  </a:lnTo>
                  <a:lnTo>
                    <a:pt x="27231" y="128987"/>
                  </a:lnTo>
                  <a:lnTo>
                    <a:pt x="26753" y="128509"/>
                  </a:lnTo>
                  <a:lnTo>
                    <a:pt x="26275" y="124210"/>
                  </a:lnTo>
                  <a:lnTo>
                    <a:pt x="24364" y="116088"/>
                  </a:lnTo>
                  <a:lnTo>
                    <a:pt x="23886" y="111789"/>
                  </a:lnTo>
                  <a:lnTo>
                    <a:pt x="23409" y="110833"/>
                  </a:lnTo>
                  <a:lnTo>
                    <a:pt x="21020" y="109400"/>
                  </a:lnTo>
                  <a:lnTo>
                    <a:pt x="21020" y="107012"/>
                  </a:lnTo>
                  <a:lnTo>
                    <a:pt x="22454" y="105100"/>
                  </a:lnTo>
                  <a:lnTo>
                    <a:pt x="22454" y="103190"/>
                  </a:lnTo>
                  <a:lnTo>
                    <a:pt x="22454" y="100801"/>
                  </a:lnTo>
                  <a:lnTo>
                    <a:pt x="21498" y="98412"/>
                  </a:lnTo>
                  <a:lnTo>
                    <a:pt x="20543" y="96979"/>
                  </a:lnTo>
                  <a:lnTo>
                    <a:pt x="19587" y="95546"/>
                  </a:lnTo>
                  <a:lnTo>
                    <a:pt x="17676" y="93635"/>
                  </a:lnTo>
                  <a:lnTo>
                    <a:pt x="15765" y="92680"/>
                  </a:lnTo>
                  <a:lnTo>
                    <a:pt x="10988" y="91247"/>
                  </a:lnTo>
                  <a:lnTo>
                    <a:pt x="8599" y="91247"/>
                  </a:lnTo>
                  <a:lnTo>
                    <a:pt x="7644" y="90769"/>
                  </a:lnTo>
                  <a:lnTo>
                    <a:pt x="7166" y="90291"/>
                  </a:lnTo>
                  <a:lnTo>
                    <a:pt x="7644" y="88858"/>
                  </a:lnTo>
                  <a:lnTo>
                    <a:pt x="8122" y="87902"/>
                  </a:lnTo>
                  <a:lnTo>
                    <a:pt x="9555" y="87425"/>
                  </a:lnTo>
                  <a:lnTo>
                    <a:pt x="9555" y="86947"/>
                  </a:lnTo>
                  <a:lnTo>
                    <a:pt x="7166" y="85991"/>
                  </a:lnTo>
                  <a:lnTo>
                    <a:pt x="5255" y="84558"/>
                  </a:lnTo>
                  <a:lnTo>
                    <a:pt x="4777" y="83603"/>
                  </a:lnTo>
                  <a:lnTo>
                    <a:pt x="4300" y="82647"/>
                  </a:lnTo>
                  <a:lnTo>
                    <a:pt x="4300" y="80259"/>
                  </a:lnTo>
                  <a:lnTo>
                    <a:pt x="5255" y="78825"/>
                  </a:lnTo>
                  <a:lnTo>
                    <a:pt x="5255" y="78348"/>
                  </a:lnTo>
                  <a:lnTo>
                    <a:pt x="5733" y="75959"/>
                  </a:lnTo>
                  <a:lnTo>
                    <a:pt x="7166" y="75004"/>
                  </a:lnTo>
                  <a:lnTo>
                    <a:pt x="7166" y="74526"/>
                  </a:lnTo>
                  <a:lnTo>
                    <a:pt x="6688" y="74048"/>
                  </a:lnTo>
                  <a:lnTo>
                    <a:pt x="5733" y="73570"/>
                  </a:lnTo>
                  <a:lnTo>
                    <a:pt x="5255" y="72615"/>
                  </a:lnTo>
                  <a:lnTo>
                    <a:pt x="3822" y="71182"/>
                  </a:lnTo>
                  <a:lnTo>
                    <a:pt x="956" y="69271"/>
                  </a:lnTo>
                  <a:lnTo>
                    <a:pt x="478" y="65927"/>
                  </a:lnTo>
                  <a:lnTo>
                    <a:pt x="0" y="61150"/>
                  </a:lnTo>
                  <a:lnTo>
                    <a:pt x="478" y="59239"/>
                  </a:lnTo>
                  <a:lnTo>
                    <a:pt x="1433" y="54939"/>
                  </a:lnTo>
                  <a:lnTo>
                    <a:pt x="2866" y="53984"/>
                  </a:lnTo>
                  <a:lnTo>
                    <a:pt x="3822" y="53506"/>
                  </a:lnTo>
                  <a:lnTo>
                    <a:pt x="4777" y="53028"/>
                  </a:lnTo>
                  <a:lnTo>
                    <a:pt x="3822" y="53028"/>
                  </a:lnTo>
                  <a:lnTo>
                    <a:pt x="3344" y="53028"/>
                  </a:lnTo>
                  <a:lnTo>
                    <a:pt x="2389" y="53028"/>
                  </a:lnTo>
                  <a:lnTo>
                    <a:pt x="3344" y="49684"/>
                  </a:lnTo>
                  <a:lnTo>
                    <a:pt x="3822" y="48728"/>
                  </a:lnTo>
                  <a:lnTo>
                    <a:pt x="5255" y="46340"/>
                  </a:lnTo>
                  <a:lnTo>
                    <a:pt x="7644" y="44907"/>
                  </a:lnTo>
                  <a:lnTo>
                    <a:pt x="8599" y="42518"/>
                  </a:lnTo>
                  <a:lnTo>
                    <a:pt x="9555" y="40607"/>
                  </a:lnTo>
                  <a:lnTo>
                    <a:pt x="14809" y="38696"/>
                  </a:lnTo>
                  <a:lnTo>
                    <a:pt x="14809" y="3917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8" name="Freeform 4567">
              <a:extLst>
                <a:ext uri="{FF2B5EF4-FFF2-40B4-BE49-F238E27FC236}">
                  <a16:creationId xmlns:a16="http://schemas.microsoft.com/office/drawing/2014/main" id="{C15517D6-7822-DEC9-9456-8B05B744CA95}"/>
                </a:ext>
              </a:extLst>
            </p:cNvPr>
            <p:cNvSpPr/>
            <p:nvPr/>
          </p:nvSpPr>
          <p:spPr>
            <a:xfrm>
              <a:off x="8396266" y="4652249"/>
              <a:ext cx="4299" cy="9554"/>
            </a:xfrm>
            <a:custGeom>
              <a:avLst/>
              <a:gdLst>
                <a:gd name="csX0" fmla="*/ 2389 w 4299"/>
                <a:gd name="csY0" fmla="*/ 9555 h 9554"/>
                <a:gd name="csX1" fmla="*/ 1433 w 4299"/>
                <a:gd name="csY1" fmla="*/ 9555 h 9554"/>
                <a:gd name="csX2" fmla="*/ 478 w 4299"/>
                <a:gd name="csY2" fmla="*/ 9555 h 9554"/>
                <a:gd name="csX3" fmla="*/ 0 w 4299"/>
                <a:gd name="csY3" fmla="*/ 8599 h 9554"/>
                <a:gd name="csX4" fmla="*/ 1433 w 4299"/>
                <a:gd name="csY4" fmla="*/ 7166 h 9554"/>
                <a:gd name="csX5" fmla="*/ 2389 w 4299"/>
                <a:gd name="csY5" fmla="*/ 5255 h 9554"/>
                <a:gd name="csX6" fmla="*/ 1433 w 4299"/>
                <a:gd name="csY6" fmla="*/ 4777 h 9554"/>
                <a:gd name="csX7" fmla="*/ 478 w 4299"/>
                <a:gd name="csY7" fmla="*/ 3822 h 9554"/>
                <a:gd name="csX8" fmla="*/ 478 w 4299"/>
                <a:gd name="csY8" fmla="*/ 2389 h 9554"/>
                <a:gd name="csX9" fmla="*/ 1433 w 4299"/>
                <a:gd name="csY9" fmla="*/ 0 h 9554"/>
                <a:gd name="csX10" fmla="*/ 2389 w 4299"/>
                <a:gd name="csY10" fmla="*/ 0 h 9554"/>
                <a:gd name="csX11" fmla="*/ 3344 w 4299"/>
                <a:gd name="csY11" fmla="*/ 1433 h 9554"/>
                <a:gd name="csX12" fmla="*/ 3822 w 4299"/>
                <a:gd name="csY12" fmla="*/ 3344 h 9554"/>
                <a:gd name="csX13" fmla="*/ 4300 w 4299"/>
                <a:gd name="csY13" fmla="*/ 4777 h 9554"/>
                <a:gd name="csX14" fmla="*/ 2866 w 4299"/>
                <a:gd name="csY14" fmla="*/ 6688 h 9554"/>
                <a:gd name="csX15" fmla="*/ 2389 w 4299"/>
                <a:gd name="csY15" fmla="*/ 95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299" h="9554">
                  <a:moveTo>
                    <a:pt x="2389" y="9555"/>
                  </a:moveTo>
                  <a:lnTo>
                    <a:pt x="1433" y="9555"/>
                  </a:lnTo>
                  <a:lnTo>
                    <a:pt x="478" y="9555"/>
                  </a:lnTo>
                  <a:lnTo>
                    <a:pt x="0" y="8599"/>
                  </a:lnTo>
                  <a:lnTo>
                    <a:pt x="1433" y="7166"/>
                  </a:lnTo>
                  <a:lnTo>
                    <a:pt x="2389" y="5255"/>
                  </a:lnTo>
                  <a:lnTo>
                    <a:pt x="1433" y="4777"/>
                  </a:lnTo>
                  <a:lnTo>
                    <a:pt x="478" y="3822"/>
                  </a:lnTo>
                  <a:lnTo>
                    <a:pt x="478" y="2389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3344" y="1433"/>
                  </a:lnTo>
                  <a:lnTo>
                    <a:pt x="3822" y="3344"/>
                  </a:lnTo>
                  <a:lnTo>
                    <a:pt x="4300" y="4777"/>
                  </a:lnTo>
                  <a:lnTo>
                    <a:pt x="2866" y="6688"/>
                  </a:lnTo>
                  <a:lnTo>
                    <a:pt x="2389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9" name="Freeform 4568">
              <a:extLst>
                <a:ext uri="{FF2B5EF4-FFF2-40B4-BE49-F238E27FC236}">
                  <a16:creationId xmlns:a16="http://schemas.microsoft.com/office/drawing/2014/main" id="{62F5150F-21B6-0772-224C-E509FF4CE0E8}"/>
                </a:ext>
              </a:extLst>
            </p:cNvPr>
            <p:cNvSpPr/>
            <p:nvPr/>
          </p:nvSpPr>
          <p:spPr>
            <a:xfrm>
              <a:off x="7771874" y="4632662"/>
              <a:ext cx="214978" cy="208767"/>
            </a:xfrm>
            <a:custGeom>
              <a:avLst/>
              <a:gdLst>
                <a:gd name="csX0" fmla="*/ 25319 w 214978"/>
                <a:gd name="csY0" fmla="*/ 7166 h 208767"/>
                <a:gd name="csX1" fmla="*/ 27708 w 214978"/>
                <a:gd name="csY1" fmla="*/ 7644 h 208767"/>
                <a:gd name="csX2" fmla="*/ 32485 w 214978"/>
                <a:gd name="csY2" fmla="*/ 6688 h 208767"/>
                <a:gd name="csX3" fmla="*/ 34874 w 214978"/>
                <a:gd name="csY3" fmla="*/ 6688 h 208767"/>
                <a:gd name="csX4" fmla="*/ 37263 w 214978"/>
                <a:gd name="csY4" fmla="*/ 7166 h 208767"/>
                <a:gd name="csX5" fmla="*/ 39174 w 214978"/>
                <a:gd name="csY5" fmla="*/ 7644 h 208767"/>
                <a:gd name="csX6" fmla="*/ 44428 w 214978"/>
                <a:gd name="csY6" fmla="*/ 7166 h 208767"/>
                <a:gd name="csX7" fmla="*/ 45384 w 214978"/>
                <a:gd name="csY7" fmla="*/ 7166 h 208767"/>
                <a:gd name="csX8" fmla="*/ 46340 w 214978"/>
                <a:gd name="csY8" fmla="*/ 7644 h 208767"/>
                <a:gd name="csX9" fmla="*/ 47295 w 214978"/>
                <a:gd name="csY9" fmla="*/ 8121 h 208767"/>
                <a:gd name="csX10" fmla="*/ 49683 w 214978"/>
                <a:gd name="csY10" fmla="*/ 10510 h 208767"/>
                <a:gd name="csX11" fmla="*/ 53505 w 214978"/>
                <a:gd name="csY11" fmla="*/ 13854 h 208767"/>
                <a:gd name="csX12" fmla="*/ 54461 w 214978"/>
                <a:gd name="csY12" fmla="*/ 15287 h 208767"/>
                <a:gd name="csX13" fmla="*/ 55416 w 214978"/>
                <a:gd name="csY13" fmla="*/ 17676 h 208767"/>
                <a:gd name="csX14" fmla="*/ 55894 w 214978"/>
                <a:gd name="csY14" fmla="*/ 18154 h 208767"/>
                <a:gd name="csX15" fmla="*/ 60194 w 214978"/>
                <a:gd name="csY15" fmla="*/ 21976 h 208767"/>
                <a:gd name="csX16" fmla="*/ 60671 w 214978"/>
                <a:gd name="csY16" fmla="*/ 23886 h 208767"/>
                <a:gd name="csX17" fmla="*/ 60194 w 214978"/>
                <a:gd name="csY17" fmla="*/ 26275 h 208767"/>
                <a:gd name="csX18" fmla="*/ 61627 w 214978"/>
                <a:gd name="csY18" fmla="*/ 27709 h 208767"/>
                <a:gd name="csX19" fmla="*/ 65926 w 214978"/>
                <a:gd name="csY19" fmla="*/ 29619 h 208767"/>
                <a:gd name="csX20" fmla="*/ 68315 w 214978"/>
                <a:gd name="csY20" fmla="*/ 31052 h 208767"/>
                <a:gd name="csX21" fmla="*/ 68793 w 214978"/>
                <a:gd name="csY21" fmla="*/ 31530 h 208767"/>
                <a:gd name="csX22" fmla="*/ 69271 w 214978"/>
                <a:gd name="csY22" fmla="*/ 32486 h 208767"/>
                <a:gd name="csX23" fmla="*/ 70704 w 214978"/>
                <a:gd name="csY23" fmla="*/ 33919 h 208767"/>
                <a:gd name="csX24" fmla="*/ 72615 w 214978"/>
                <a:gd name="csY24" fmla="*/ 34874 h 208767"/>
                <a:gd name="csX25" fmla="*/ 78347 w 214978"/>
                <a:gd name="csY25" fmla="*/ 37263 h 208767"/>
                <a:gd name="csX26" fmla="*/ 85513 w 214978"/>
                <a:gd name="csY26" fmla="*/ 42040 h 208767"/>
                <a:gd name="csX27" fmla="*/ 89813 w 214978"/>
                <a:gd name="csY27" fmla="*/ 44429 h 208767"/>
                <a:gd name="csX28" fmla="*/ 93157 w 214978"/>
                <a:gd name="csY28" fmla="*/ 47773 h 208767"/>
                <a:gd name="csX29" fmla="*/ 94590 w 214978"/>
                <a:gd name="csY29" fmla="*/ 49684 h 208767"/>
                <a:gd name="csX30" fmla="*/ 95546 w 214978"/>
                <a:gd name="csY30" fmla="*/ 51595 h 208767"/>
                <a:gd name="csX31" fmla="*/ 97456 w 214978"/>
                <a:gd name="csY31" fmla="*/ 53984 h 208767"/>
                <a:gd name="csX32" fmla="*/ 101278 w 214978"/>
                <a:gd name="csY32" fmla="*/ 57328 h 208767"/>
                <a:gd name="csX33" fmla="*/ 101756 w 214978"/>
                <a:gd name="csY33" fmla="*/ 58283 h 208767"/>
                <a:gd name="csX34" fmla="*/ 103189 w 214978"/>
                <a:gd name="csY34" fmla="*/ 59716 h 208767"/>
                <a:gd name="csX35" fmla="*/ 104145 w 214978"/>
                <a:gd name="csY35" fmla="*/ 61150 h 208767"/>
                <a:gd name="csX36" fmla="*/ 105578 w 214978"/>
                <a:gd name="csY36" fmla="*/ 62105 h 208767"/>
                <a:gd name="csX37" fmla="*/ 107011 w 214978"/>
                <a:gd name="csY37" fmla="*/ 63060 h 208767"/>
                <a:gd name="csX38" fmla="*/ 108444 w 214978"/>
                <a:gd name="csY38" fmla="*/ 63538 h 208767"/>
                <a:gd name="csX39" fmla="*/ 111311 w 214978"/>
                <a:gd name="csY39" fmla="*/ 65927 h 208767"/>
                <a:gd name="csX40" fmla="*/ 112744 w 214978"/>
                <a:gd name="csY40" fmla="*/ 66882 h 208767"/>
                <a:gd name="csX41" fmla="*/ 112266 w 214978"/>
                <a:gd name="csY41" fmla="*/ 64971 h 208767"/>
                <a:gd name="csX42" fmla="*/ 111311 w 214978"/>
                <a:gd name="csY42" fmla="*/ 63060 h 208767"/>
                <a:gd name="csX43" fmla="*/ 111311 w 214978"/>
                <a:gd name="csY43" fmla="*/ 62105 h 208767"/>
                <a:gd name="csX44" fmla="*/ 111311 w 214978"/>
                <a:gd name="csY44" fmla="*/ 61150 h 208767"/>
                <a:gd name="csX45" fmla="*/ 112266 w 214978"/>
                <a:gd name="csY45" fmla="*/ 60672 h 208767"/>
                <a:gd name="csX46" fmla="*/ 113699 w 214978"/>
                <a:gd name="csY46" fmla="*/ 60194 h 208767"/>
                <a:gd name="csX47" fmla="*/ 115610 w 214978"/>
                <a:gd name="csY47" fmla="*/ 61150 h 208767"/>
                <a:gd name="csX48" fmla="*/ 119432 w 214978"/>
                <a:gd name="csY48" fmla="*/ 64016 h 208767"/>
                <a:gd name="csX49" fmla="*/ 120865 w 214978"/>
                <a:gd name="csY49" fmla="*/ 65449 h 208767"/>
                <a:gd name="csX50" fmla="*/ 121821 w 214978"/>
                <a:gd name="csY50" fmla="*/ 67838 h 208767"/>
                <a:gd name="csX51" fmla="*/ 122776 w 214978"/>
                <a:gd name="csY51" fmla="*/ 70226 h 208767"/>
                <a:gd name="csX52" fmla="*/ 124210 w 214978"/>
                <a:gd name="csY52" fmla="*/ 71182 h 208767"/>
                <a:gd name="csX53" fmla="*/ 126120 w 214978"/>
                <a:gd name="csY53" fmla="*/ 71659 h 208767"/>
                <a:gd name="csX54" fmla="*/ 128509 w 214978"/>
                <a:gd name="csY54" fmla="*/ 71659 h 208767"/>
                <a:gd name="csX55" fmla="*/ 130420 w 214978"/>
                <a:gd name="csY55" fmla="*/ 72615 h 208767"/>
                <a:gd name="csX56" fmla="*/ 135197 w 214978"/>
                <a:gd name="csY56" fmla="*/ 75959 h 208767"/>
                <a:gd name="csX57" fmla="*/ 136631 w 214978"/>
                <a:gd name="csY57" fmla="*/ 77392 h 208767"/>
                <a:gd name="csX58" fmla="*/ 137586 w 214978"/>
                <a:gd name="csY58" fmla="*/ 79303 h 208767"/>
                <a:gd name="csX59" fmla="*/ 138542 w 214978"/>
                <a:gd name="csY59" fmla="*/ 81214 h 208767"/>
                <a:gd name="csX60" fmla="*/ 139019 w 214978"/>
                <a:gd name="csY60" fmla="*/ 83603 h 208767"/>
                <a:gd name="csX61" fmla="*/ 139497 w 214978"/>
                <a:gd name="csY61" fmla="*/ 84081 h 208767"/>
                <a:gd name="csX62" fmla="*/ 142363 w 214978"/>
                <a:gd name="csY62" fmla="*/ 86469 h 208767"/>
                <a:gd name="csX63" fmla="*/ 143796 w 214978"/>
                <a:gd name="csY63" fmla="*/ 87902 h 208767"/>
                <a:gd name="csX64" fmla="*/ 145707 w 214978"/>
                <a:gd name="csY64" fmla="*/ 88380 h 208767"/>
                <a:gd name="csX65" fmla="*/ 151440 w 214978"/>
                <a:gd name="csY65" fmla="*/ 88858 h 208767"/>
                <a:gd name="csX66" fmla="*/ 153351 w 214978"/>
                <a:gd name="csY66" fmla="*/ 89813 h 208767"/>
                <a:gd name="csX67" fmla="*/ 155262 w 214978"/>
                <a:gd name="csY67" fmla="*/ 91247 h 208767"/>
                <a:gd name="csX68" fmla="*/ 155740 w 214978"/>
                <a:gd name="csY68" fmla="*/ 93157 h 208767"/>
                <a:gd name="csX69" fmla="*/ 154784 w 214978"/>
                <a:gd name="csY69" fmla="*/ 94591 h 208767"/>
                <a:gd name="csX70" fmla="*/ 150485 w 214978"/>
                <a:gd name="csY70" fmla="*/ 96501 h 208767"/>
                <a:gd name="csX71" fmla="*/ 145707 w 214978"/>
                <a:gd name="csY71" fmla="*/ 97935 h 208767"/>
                <a:gd name="csX72" fmla="*/ 150007 w 214978"/>
                <a:gd name="csY72" fmla="*/ 97457 h 208767"/>
                <a:gd name="csX73" fmla="*/ 152395 w 214978"/>
                <a:gd name="csY73" fmla="*/ 96979 h 208767"/>
                <a:gd name="csX74" fmla="*/ 154784 w 214978"/>
                <a:gd name="csY74" fmla="*/ 96024 h 208767"/>
                <a:gd name="csX75" fmla="*/ 156695 w 214978"/>
                <a:gd name="csY75" fmla="*/ 94591 h 208767"/>
                <a:gd name="csX76" fmla="*/ 160039 w 214978"/>
                <a:gd name="csY76" fmla="*/ 93157 h 208767"/>
                <a:gd name="csX77" fmla="*/ 161472 w 214978"/>
                <a:gd name="csY77" fmla="*/ 92680 h 208767"/>
                <a:gd name="csX78" fmla="*/ 162428 w 214978"/>
                <a:gd name="csY78" fmla="*/ 92680 h 208767"/>
                <a:gd name="csX79" fmla="*/ 163861 w 214978"/>
                <a:gd name="csY79" fmla="*/ 93157 h 208767"/>
                <a:gd name="csX80" fmla="*/ 165772 w 214978"/>
                <a:gd name="csY80" fmla="*/ 95068 h 208767"/>
                <a:gd name="csX81" fmla="*/ 167683 w 214978"/>
                <a:gd name="csY81" fmla="*/ 96501 h 208767"/>
                <a:gd name="csX82" fmla="*/ 169116 w 214978"/>
                <a:gd name="csY82" fmla="*/ 98890 h 208767"/>
                <a:gd name="csX83" fmla="*/ 170072 w 214978"/>
                <a:gd name="csY83" fmla="*/ 101279 h 208767"/>
                <a:gd name="csX84" fmla="*/ 168638 w 214978"/>
                <a:gd name="csY84" fmla="*/ 102234 h 208767"/>
                <a:gd name="csX85" fmla="*/ 166249 w 214978"/>
                <a:gd name="csY85" fmla="*/ 103190 h 208767"/>
                <a:gd name="csX86" fmla="*/ 162906 w 214978"/>
                <a:gd name="csY86" fmla="*/ 105578 h 208767"/>
                <a:gd name="csX87" fmla="*/ 162428 w 214978"/>
                <a:gd name="csY87" fmla="*/ 106056 h 208767"/>
                <a:gd name="csX88" fmla="*/ 163383 w 214978"/>
                <a:gd name="csY88" fmla="*/ 107012 h 208767"/>
                <a:gd name="csX89" fmla="*/ 162428 w 214978"/>
                <a:gd name="csY89" fmla="*/ 108445 h 208767"/>
                <a:gd name="csX90" fmla="*/ 164338 w 214978"/>
                <a:gd name="csY90" fmla="*/ 109400 h 208767"/>
                <a:gd name="csX91" fmla="*/ 164817 w 214978"/>
                <a:gd name="csY91" fmla="*/ 110356 h 208767"/>
                <a:gd name="csX92" fmla="*/ 162906 w 214978"/>
                <a:gd name="csY92" fmla="*/ 111311 h 208767"/>
                <a:gd name="csX93" fmla="*/ 163383 w 214978"/>
                <a:gd name="csY93" fmla="*/ 112266 h 208767"/>
                <a:gd name="csX94" fmla="*/ 165294 w 214978"/>
                <a:gd name="csY94" fmla="*/ 115611 h 208767"/>
                <a:gd name="csX95" fmla="*/ 165772 w 214978"/>
                <a:gd name="csY95" fmla="*/ 116088 h 208767"/>
                <a:gd name="csX96" fmla="*/ 168638 w 214978"/>
                <a:gd name="csY96" fmla="*/ 117999 h 208767"/>
                <a:gd name="csX97" fmla="*/ 172938 w 214978"/>
                <a:gd name="csY97" fmla="*/ 119432 h 208767"/>
                <a:gd name="csX98" fmla="*/ 175326 w 214978"/>
                <a:gd name="csY98" fmla="*/ 120388 h 208767"/>
                <a:gd name="csX99" fmla="*/ 178193 w 214978"/>
                <a:gd name="csY99" fmla="*/ 120866 h 208767"/>
                <a:gd name="csX100" fmla="*/ 179626 w 214978"/>
                <a:gd name="csY100" fmla="*/ 120866 h 208767"/>
                <a:gd name="csX101" fmla="*/ 181537 w 214978"/>
                <a:gd name="csY101" fmla="*/ 120866 h 208767"/>
                <a:gd name="csX102" fmla="*/ 182015 w 214978"/>
                <a:gd name="csY102" fmla="*/ 121343 h 208767"/>
                <a:gd name="csX103" fmla="*/ 182970 w 214978"/>
                <a:gd name="csY103" fmla="*/ 124688 h 208767"/>
                <a:gd name="csX104" fmla="*/ 182970 w 214978"/>
                <a:gd name="csY104" fmla="*/ 126598 h 208767"/>
                <a:gd name="csX105" fmla="*/ 183926 w 214978"/>
                <a:gd name="csY105" fmla="*/ 130898 h 208767"/>
                <a:gd name="csX106" fmla="*/ 184403 w 214978"/>
                <a:gd name="csY106" fmla="*/ 132809 h 208767"/>
                <a:gd name="csX107" fmla="*/ 184403 w 214978"/>
                <a:gd name="csY107" fmla="*/ 134720 h 208767"/>
                <a:gd name="csX108" fmla="*/ 185359 w 214978"/>
                <a:gd name="csY108" fmla="*/ 136631 h 208767"/>
                <a:gd name="csX109" fmla="*/ 187747 w 214978"/>
                <a:gd name="csY109" fmla="*/ 137586 h 208767"/>
                <a:gd name="csX110" fmla="*/ 190136 w 214978"/>
                <a:gd name="csY110" fmla="*/ 139019 h 208767"/>
                <a:gd name="csX111" fmla="*/ 191092 w 214978"/>
                <a:gd name="csY111" fmla="*/ 139497 h 208767"/>
                <a:gd name="csX112" fmla="*/ 191092 w 214978"/>
                <a:gd name="csY112" fmla="*/ 141408 h 208767"/>
                <a:gd name="csX113" fmla="*/ 190614 w 214978"/>
                <a:gd name="csY113" fmla="*/ 142364 h 208767"/>
                <a:gd name="csX114" fmla="*/ 190136 w 214978"/>
                <a:gd name="csY114" fmla="*/ 143319 h 208767"/>
                <a:gd name="csX115" fmla="*/ 187747 w 214978"/>
                <a:gd name="csY115" fmla="*/ 145230 h 208767"/>
                <a:gd name="csX116" fmla="*/ 187270 w 214978"/>
                <a:gd name="csY116" fmla="*/ 145707 h 208767"/>
                <a:gd name="csX117" fmla="*/ 186792 w 214978"/>
                <a:gd name="csY117" fmla="*/ 148096 h 208767"/>
                <a:gd name="csX118" fmla="*/ 187270 w 214978"/>
                <a:gd name="csY118" fmla="*/ 149052 h 208767"/>
                <a:gd name="csX119" fmla="*/ 188225 w 214978"/>
                <a:gd name="csY119" fmla="*/ 149052 h 208767"/>
                <a:gd name="csX120" fmla="*/ 188703 w 214978"/>
                <a:gd name="csY120" fmla="*/ 148574 h 208767"/>
                <a:gd name="csX121" fmla="*/ 191569 w 214978"/>
                <a:gd name="csY121" fmla="*/ 145707 h 208767"/>
                <a:gd name="csX122" fmla="*/ 192525 w 214978"/>
                <a:gd name="csY122" fmla="*/ 145230 h 208767"/>
                <a:gd name="csX123" fmla="*/ 193480 w 214978"/>
                <a:gd name="csY123" fmla="*/ 144752 h 208767"/>
                <a:gd name="csX124" fmla="*/ 194436 w 214978"/>
                <a:gd name="csY124" fmla="*/ 144274 h 208767"/>
                <a:gd name="csX125" fmla="*/ 199691 w 214978"/>
                <a:gd name="csY125" fmla="*/ 144274 h 208767"/>
                <a:gd name="csX126" fmla="*/ 202079 w 214978"/>
                <a:gd name="csY126" fmla="*/ 144752 h 208767"/>
                <a:gd name="csX127" fmla="*/ 203990 w 214978"/>
                <a:gd name="csY127" fmla="*/ 145707 h 208767"/>
                <a:gd name="csX128" fmla="*/ 205901 w 214978"/>
                <a:gd name="csY128" fmla="*/ 147141 h 208767"/>
                <a:gd name="csX129" fmla="*/ 212111 w 214978"/>
                <a:gd name="csY129" fmla="*/ 154307 h 208767"/>
                <a:gd name="csX130" fmla="*/ 214978 w 214978"/>
                <a:gd name="csY130" fmla="*/ 158129 h 208767"/>
                <a:gd name="csX131" fmla="*/ 214978 w 214978"/>
                <a:gd name="csY131" fmla="*/ 159084 h 208767"/>
                <a:gd name="csX132" fmla="*/ 214978 w 214978"/>
                <a:gd name="csY132" fmla="*/ 160039 h 208767"/>
                <a:gd name="csX133" fmla="*/ 214500 w 214978"/>
                <a:gd name="csY133" fmla="*/ 160995 h 208767"/>
                <a:gd name="csX134" fmla="*/ 212111 w 214978"/>
                <a:gd name="csY134" fmla="*/ 163384 h 208767"/>
                <a:gd name="csX135" fmla="*/ 211634 w 214978"/>
                <a:gd name="csY135" fmla="*/ 164339 h 208767"/>
                <a:gd name="csX136" fmla="*/ 210679 w 214978"/>
                <a:gd name="csY136" fmla="*/ 167205 h 208767"/>
                <a:gd name="csX137" fmla="*/ 211156 w 214978"/>
                <a:gd name="csY137" fmla="*/ 169116 h 208767"/>
                <a:gd name="csX138" fmla="*/ 212111 w 214978"/>
                <a:gd name="csY138" fmla="*/ 170072 h 208767"/>
                <a:gd name="csX139" fmla="*/ 212590 w 214978"/>
                <a:gd name="csY139" fmla="*/ 171027 h 208767"/>
                <a:gd name="csX140" fmla="*/ 212590 w 214978"/>
                <a:gd name="csY140" fmla="*/ 171983 h 208767"/>
                <a:gd name="csX141" fmla="*/ 210679 w 214978"/>
                <a:gd name="csY141" fmla="*/ 176282 h 208767"/>
                <a:gd name="csX142" fmla="*/ 210679 w 214978"/>
                <a:gd name="csY142" fmla="*/ 177238 h 208767"/>
                <a:gd name="csX143" fmla="*/ 211634 w 214978"/>
                <a:gd name="csY143" fmla="*/ 184404 h 208767"/>
                <a:gd name="csX144" fmla="*/ 211634 w 214978"/>
                <a:gd name="csY144" fmla="*/ 186314 h 208767"/>
                <a:gd name="csX145" fmla="*/ 211634 w 214978"/>
                <a:gd name="csY145" fmla="*/ 188703 h 208767"/>
                <a:gd name="csX146" fmla="*/ 211634 w 214978"/>
                <a:gd name="csY146" fmla="*/ 192525 h 208767"/>
                <a:gd name="csX147" fmla="*/ 210201 w 214978"/>
                <a:gd name="csY147" fmla="*/ 204468 h 208767"/>
                <a:gd name="csX148" fmla="*/ 210201 w 214978"/>
                <a:gd name="csY148" fmla="*/ 205424 h 208767"/>
                <a:gd name="csX149" fmla="*/ 208768 w 214978"/>
                <a:gd name="csY149" fmla="*/ 207335 h 208767"/>
                <a:gd name="csX150" fmla="*/ 207812 w 214978"/>
                <a:gd name="csY150" fmla="*/ 207335 h 208767"/>
                <a:gd name="csX151" fmla="*/ 206379 w 214978"/>
                <a:gd name="csY151" fmla="*/ 206857 h 208767"/>
                <a:gd name="csX152" fmla="*/ 205424 w 214978"/>
                <a:gd name="csY152" fmla="*/ 206379 h 208767"/>
                <a:gd name="csX153" fmla="*/ 204945 w 214978"/>
                <a:gd name="csY153" fmla="*/ 205424 h 208767"/>
                <a:gd name="csX154" fmla="*/ 204468 w 214978"/>
                <a:gd name="csY154" fmla="*/ 204468 h 208767"/>
                <a:gd name="csX155" fmla="*/ 201124 w 214978"/>
                <a:gd name="csY155" fmla="*/ 202557 h 208767"/>
                <a:gd name="csX156" fmla="*/ 200168 w 214978"/>
                <a:gd name="csY156" fmla="*/ 202557 h 208767"/>
                <a:gd name="csX157" fmla="*/ 196824 w 214978"/>
                <a:gd name="csY157" fmla="*/ 205424 h 208767"/>
                <a:gd name="csX158" fmla="*/ 195869 w 214978"/>
                <a:gd name="csY158" fmla="*/ 205902 h 208767"/>
                <a:gd name="csX159" fmla="*/ 194436 w 214978"/>
                <a:gd name="csY159" fmla="*/ 205424 h 208767"/>
                <a:gd name="csX160" fmla="*/ 193002 w 214978"/>
                <a:gd name="csY160" fmla="*/ 204946 h 208767"/>
                <a:gd name="csX161" fmla="*/ 186792 w 214978"/>
                <a:gd name="csY161" fmla="*/ 201602 h 208767"/>
                <a:gd name="csX162" fmla="*/ 186792 w 214978"/>
                <a:gd name="csY162" fmla="*/ 202557 h 208767"/>
                <a:gd name="csX163" fmla="*/ 186314 w 214978"/>
                <a:gd name="csY163" fmla="*/ 203991 h 208767"/>
                <a:gd name="csX164" fmla="*/ 187747 w 214978"/>
                <a:gd name="csY164" fmla="*/ 207335 h 208767"/>
                <a:gd name="csX165" fmla="*/ 187747 w 214978"/>
                <a:gd name="csY165" fmla="*/ 208768 h 208767"/>
                <a:gd name="csX166" fmla="*/ 186792 w 214978"/>
                <a:gd name="csY166" fmla="*/ 208768 h 208767"/>
                <a:gd name="csX167" fmla="*/ 186314 w 214978"/>
                <a:gd name="csY167" fmla="*/ 208768 h 208767"/>
                <a:gd name="csX168" fmla="*/ 183926 w 214978"/>
                <a:gd name="csY168" fmla="*/ 206857 h 208767"/>
                <a:gd name="csX169" fmla="*/ 181537 w 214978"/>
                <a:gd name="csY169" fmla="*/ 204946 h 208767"/>
                <a:gd name="csX170" fmla="*/ 179149 w 214978"/>
                <a:gd name="csY170" fmla="*/ 202080 h 208767"/>
                <a:gd name="csX171" fmla="*/ 177238 w 214978"/>
                <a:gd name="csY171" fmla="*/ 200646 h 208767"/>
                <a:gd name="csX172" fmla="*/ 175804 w 214978"/>
                <a:gd name="csY172" fmla="*/ 199213 h 208767"/>
                <a:gd name="csX173" fmla="*/ 171027 w 214978"/>
                <a:gd name="csY173" fmla="*/ 193958 h 208767"/>
                <a:gd name="csX174" fmla="*/ 169594 w 214978"/>
                <a:gd name="csY174" fmla="*/ 193003 h 208767"/>
                <a:gd name="csX175" fmla="*/ 162428 w 214978"/>
                <a:gd name="csY175" fmla="*/ 189181 h 208767"/>
                <a:gd name="csX176" fmla="*/ 160995 w 214978"/>
                <a:gd name="csY176" fmla="*/ 188226 h 208767"/>
                <a:gd name="csX177" fmla="*/ 159084 w 214978"/>
                <a:gd name="csY177" fmla="*/ 186314 h 208767"/>
                <a:gd name="csX178" fmla="*/ 157173 w 214978"/>
                <a:gd name="csY178" fmla="*/ 184881 h 208767"/>
                <a:gd name="csX179" fmla="*/ 152873 w 214978"/>
                <a:gd name="csY179" fmla="*/ 182971 h 208767"/>
                <a:gd name="csX180" fmla="*/ 145229 w 214978"/>
                <a:gd name="csY180" fmla="*/ 176760 h 208767"/>
                <a:gd name="csX181" fmla="*/ 141885 w 214978"/>
                <a:gd name="csY181" fmla="*/ 173894 h 208767"/>
                <a:gd name="csX182" fmla="*/ 138542 w 214978"/>
                <a:gd name="csY182" fmla="*/ 168161 h 208767"/>
                <a:gd name="csX183" fmla="*/ 137108 w 214978"/>
                <a:gd name="csY183" fmla="*/ 167205 h 208767"/>
                <a:gd name="csX184" fmla="*/ 130897 w 214978"/>
                <a:gd name="csY184" fmla="*/ 162906 h 208767"/>
                <a:gd name="csX185" fmla="*/ 127554 w 214978"/>
                <a:gd name="csY185" fmla="*/ 160517 h 208767"/>
                <a:gd name="csX186" fmla="*/ 126120 w 214978"/>
                <a:gd name="csY186" fmla="*/ 159084 h 208767"/>
                <a:gd name="csX187" fmla="*/ 123254 w 214978"/>
                <a:gd name="csY187" fmla="*/ 154307 h 208767"/>
                <a:gd name="csX188" fmla="*/ 122299 w 214978"/>
                <a:gd name="csY188" fmla="*/ 152873 h 208767"/>
                <a:gd name="csX189" fmla="*/ 120865 w 214978"/>
                <a:gd name="csY189" fmla="*/ 151440 h 208767"/>
                <a:gd name="csX190" fmla="*/ 118954 w 214978"/>
                <a:gd name="csY190" fmla="*/ 150007 h 208767"/>
                <a:gd name="csX191" fmla="*/ 117044 w 214978"/>
                <a:gd name="csY191" fmla="*/ 148574 h 208767"/>
                <a:gd name="csX192" fmla="*/ 113699 w 214978"/>
                <a:gd name="csY192" fmla="*/ 144274 h 208767"/>
                <a:gd name="csX193" fmla="*/ 112744 w 214978"/>
                <a:gd name="csY193" fmla="*/ 142364 h 208767"/>
                <a:gd name="csX194" fmla="*/ 111788 w 214978"/>
                <a:gd name="csY194" fmla="*/ 140453 h 208767"/>
                <a:gd name="csX195" fmla="*/ 111788 w 214978"/>
                <a:gd name="csY195" fmla="*/ 136631 h 208767"/>
                <a:gd name="csX196" fmla="*/ 104622 w 214978"/>
                <a:gd name="csY196" fmla="*/ 125165 h 208767"/>
                <a:gd name="csX197" fmla="*/ 102712 w 214978"/>
                <a:gd name="csY197" fmla="*/ 121821 h 208767"/>
                <a:gd name="csX198" fmla="*/ 101278 w 214978"/>
                <a:gd name="csY198" fmla="*/ 117044 h 208767"/>
                <a:gd name="csX199" fmla="*/ 100801 w 214978"/>
                <a:gd name="csY199" fmla="*/ 116088 h 208767"/>
                <a:gd name="csX200" fmla="*/ 96501 w 214978"/>
                <a:gd name="csY200" fmla="*/ 111789 h 208767"/>
                <a:gd name="csX201" fmla="*/ 95546 w 214978"/>
                <a:gd name="csY201" fmla="*/ 110356 h 208767"/>
                <a:gd name="csX202" fmla="*/ 93635 w 214978"/>
                <a:gd name="csY202" fmla="*/ 108923 h 208767"/>
                <a:gd name="csX203" fmla="*/ 92201 w 214978"/>
                <a:gd name="csY203" fmla="*/ 107489 h 208767"/>
                <a:gd name="csX204" fmla="*/ 89335 w 214978"/>
                <a:gd name="csY204" fmla="*/ 102712 h 208767"/>
                <a:gd name="csX205" fmla="*/ 88380 w 214978"/>
                <a:gd name="csY205" fmla="*/ 101279 h 208767"/>
                <a:gd name="csX206" fmla="*/ 86947 w 214978"/>
                <a:gd name="csY206" fmla="*/ 99846 h 208767"/>
                <a:gd name="csX207" fmla="*/ 81692 w 214978"/>
                <a:gd name="csY207" fmla="*/ 97935 h 208767"/>
                <a:gd name="csX208" fmla="*/ 79781 w 214978"/>
                <a:gd name="csY208" fmla="*/ 96979 h 208767"/>
                <a:gd name="csX209" fmla="*/ 78347 w 214978"/>
                <a:gd name="csY209" fmla="*/ 95546 h 208767"/>
                <a:gd name="csX210" fmla="*/ 77392 w 214978"/>
                <a:gd name="csY210" fmla="*/ 93635 h 208767"/>
                <a:gd name="csX211" fmla="*/ 76437 w 214978"/>
                <a:gd name="csY211" fmla="*/ 89335 h 208767"/>
                <a:gd name="csX212" fmla="*/ 74048 w 214978"/>
                <a:gd name="csY212" fmla="*/ 83125 h 208767"/>
                <a:gd name="csX213" fmla="*/ 71181 w 214978"/>
                <a:gd name="csY213" fmla="*/ 75004 h 208767"/>
                <a:gd name="csX214" fmla="*/ 69271 w 214978"/>
                <a:gd name="csY214" fmla="*/ 71182 h 208767"/>
                <a:gd name="csX215" fmla="*/ 67360 w 214978"/>
                <a:gd name="csY215" fmla="*/ 68316 h 208767"/>
                <a:gd name="csX216" fmla="*/ 66404 w 214978"/>
                <a:gd name="csY216" fmla="*/ 67360 h 208767"/>
                <a:gd name="csX217" fmla="*/ 56849 w 214978"/>
                <a:gd name="csY217" fmla="*/ 62105 h 208767"/>
                <a:gd name="csX218" fmla="*/ 55416 w 214978"/>
                <a:gd name="csY218" fmla="*/ 61627 h 208767"/>
                <a:gd name="csX219" fmla="*/ 53505 w 214978"/>
                <a:gd name="csY219" fmla="*/ 61150 h 208767"/>
                <a:gd name="csX220" fmla="*/ 51117 w 214978"/>
                <a:gd name="csY220" fmla="*/ 60672 h 208767"/>
                <a:gd name="csX221" fmla="*/ 49206 w 214978"/>
                <a:gd name="csY221" fmla="*/ 59239 h 208767"/>
                <a:gd name="csX222" fmla="*/ 48728 w 214978"/>
                <a:gd name="csY222" fmla="*/ 56850 h 208767"/>
                <a:gd name="csX223" fmla="*/ 48251 w 214978"/>
                <a:gd name="csY223" fmla="*/ 53506 h 208767"/>
                <a:gd name="csX224" fmla="*/ 47773 w 214978"/>
                <a:gd name="csY224" fmla="*/ 51595 h 208767"/>
                <a:gd name="csX225" fmla="*/ 47295 w 214978"/>
                <a:gd name="csY225" fmla="*/ 50639 h 208767"/>
                <a:gd name="csX226" fmla="*/ 43473 w 214978"/>
                <a:gd name="csY226" fmla="*/ 48251 h 208767"/>
                <a:gd name="csX227" fmla="*/ 41562 w 214978"/>
                <a:gd name="csY227" fmla="*/ 46340 h 208767"/>
                <a:gd name="csX228" fmla="*/ 40607 w 214978"/>
                <a:gd name="csY228" fmla="*/ 44429 h 208767"/>
                <a:gd name="csX229" fmla="*/ 39174 w 214978"/>
                <a:gd name="csY229" fmla="*/ 42518 h 208767"/>
                <a:gd name="csX230" fmla="*/ 34874 w 214978"/>
                <a:gd name="csY230" fmla="*/ 37263 h 208767"/>
                <a:gd name="csX231" fmla="*/ 33441 w 214978"/>
                <a:gd name="csY231" fmla="*/ 35830 h 208767"/>
                <a:gd name="csX232" fmla="*/ 31530 w 214978"/>
                <a:gd name="csY232" fmla="*/ 34874 h 208767"/>
                <a:gd name="csX233" fmla="*/ 26275 w 214978"/>
                <a:gd name="csY233" fmla="*/ 33919 h 208767"/>
                <a:gd name="csX234" fmla="*/ 24364 w 214978"/>
                <a:gd name="csY234" fmla="*/ 32963 h 208767"/>
                <a:gd name="csX235" fmla="*/ 21975 w 214978"/>
                <a:gd name="csY235" fmla="*/ 29619 h 208767"/>
                <a:gd name="csX236" fmla="*/ 20064 w 214978"/>
                <a:gd name="csY236" fmla="*/ 28186 h 208767"/>
                <a:gd name="csX237" fmla="*/ 15287 w 214978"/>
                <a:gd name="csY237" fmla="*/ 24842 h 208767"/>
                <a:gd name="csX238" fmla="*/ 7166 w 214978"/>
                <a:gd name="csY238" fmla="*/ 17676 h 208767"/>
                <a:gd name="csX239" fmla="*/ 5733 w 214978"/>
                <a:gd name="csY239" fmla="*/ 15765 h 208767"/>
                <a:gd name="csX240" fmla="*/ 4299 w 214978"/>
                <a:gd name="csY240" fmla="*/ 13854 h 208767"/>
                <a:gd name="csX241" fmla="*/ 3344 w 214978"/>
                <a:gd name="csY241" fmla="*/ 11943 h 208767"/>
                <a:gd name="csX242" fmla="*/ 0 w 214978"/>
                <a:gd name="csY242" fmla="*/ 6211 h 208767"/>
                <a:gd name="csX243" fmla="*/ 0 w 214978"/>
                <a:gd name="csY243" fmla="*/ 5255 h 208767"/>
                <a:gd name="csX244" fmla="*/ 955 w 214978"/>
                <a:gd name="csY244" fmla="*/ 3822 h 208767"/>
                <a:gd name="csX245" fmla="*/ 478 w 214978"/>
                <a:gd name="csY245" fmla="*/ 2867 h 208767"/>
                <a:gd name="csX246" fmla="*/ 478 w 214978"/>
                <a:gd name="csY246" fmla="*/ 1911 h 208767"/>
                <a:gd name="csX247" fmla="*/ 478 w 214978"/>
                <a:gd name="csY247" fmla="*/ 956 h 208767"/>
                <a:gd name="csX248" fmla="*/ 1433 w 214978"/>
                <a:gd name="csY248" fmla="*/ 478 h 208767"/>
                <a:gd name="csX249" fmla="*/ 3821 w 214978"/>
                <a:gd name="csY249" fmla="*/ 0 h 208767"/>
                <a:gd name="csX250" fmla="*/ 6210 w 214978"/>
                <a:gd name="csY250" fmla="*/ 0 h 208767"/>
                <a:gd name="csX251" fmla="*/ 8121 w 214978"/>
                <a:gd name="csY251" fmla="*/ 478 h 208767"/>
                <a:gd name="csX252" fmla="*/ 10510 w 214978"/>
                <a:gd name="csY252" fmla="*/ 956 h 208767"/>
                <a:gd name="csX253" fmla="*/ 12421 w 214978"/>
                <a:gd name="csY253" fmla="*/ 1911 h 208767"/>
                <a:gd name="csX254" fmla="*/ 16242 w 214978"/>
                <a:gd name="csY254" fmla="*/ 5255 h 208767"/>
                <a:gd name="csX255" fmla="*/ 18153 w 214978"/>
                <a:gd name="csY255" fmla="*/ 6211 h 208767"/>
                <a:gd name="csX256" fmla="*/ 20542 w 214978"/>
                <a:gd name="csY256" fmla="*/ 6688 h 208767"/>
                <a:gd name="csX257" fmla="*/ 25319 w 214978"/>
                <a:gd name="csY257" fmla="*/ 7166 h 208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</a:cxnLst>
              <a:rect l="l" t="t" r="r" b="b"/>
              <a:pathLst>
                <a:path w="214978" h="208767">
                  <a:moveTo>
                    <a:pt x="25319" y="7166"/>
                  </a:moveTo>
                  <a:lnTo>
                    <a:pt x="27708" y="7644"/>
                  </a:lnTo>
                  <a:lnTo>
                    <a:pt x="32485" y="6688"/>
                  </a:lnTo>
                  <a:lnTo>
                    <a:pt x="34874" y="6688"/>
                  </a:lnTo>
                  <a:lnTo>
                    <a:pt x="37263" y="7166"/>
                  </a:lnTo>
                  <a:lnTo>
                    <a:pt x="39174" y="7644"/>
                  </a:lnTo>
                  <a:lnTo>
                    <a:pt x="44428" y="7166"/>
                  </a:lnTo>
                  <a:lnTo>
                    <a:pt x="45384" y="7166"/>
                  </a:lnTo>
                  <a:lnTo>
                    <a:pt x="46340" y="7644"/>
                  </a:lnTo>
                  <a:lnTo>
                    <a:pt x="47295" y="8121"/>
                  </a:lnTo>
                  <a:lnTo>
                    <a:pt x="49683" y="10510"/>
                  </a:lnTo>
                  <a:lnTo>
                    <a:pt x="53505" y="13854"/>
                  </a:lnTo>
                  <a:lnTo>
                    <a:pt x="54461" y="15287"/>
                  </a:lnTo>
                  <a:lnTo>
                    <a:pt x="55416" y="17676"/>
                  </a:lnTo>
                  <a:lnTo>
                    <a:pt x="55894" y="18154"/>
                  </a:lnTo>
                  <a:lnTo>
                    <a:pt x="60194" y="21976"/>
                  </a:lnTo>
                  <a:lnTo>
                    <a:pt x="60671" y="23886"/>
                  </a:lnTo>
                  <a:lnTo>
                    <a:pt x="60194" y="26275"/>
                  </a:lnTo>
                  <a:lnTo>
                    <a:pt x="61627" y="27709"/>
                  </a:lnTo>
                  <a:lnTo>
                    <a:pt x="65926" y="29619"/>
                  </a:lnTo>
                  <a:lnTo>
                    <a:pt x="68315" y="31052"/>
                  </a:lnTo>
                  <a:lnTo>
                    <a:pt x="68793" y="31530"/>
                  </a:lnTo>
                  <a:lnTo>
                    <a:pt x="69271" y="32486"/>
                  </a:lnTo>
                  <a:lnTo>
                    <a:pt x="70704" y="33919"/>
                  </a:lnTo>
                  <a:lnTo>
                    <a:pt x="72615" y="34874"/>
                  </a:lnTo>
                  <a:lnTo>
                    <a:pt x="78347" y="37263"/>
                  </a:lnTo>
                  <a:lnTo>
                    <a:pt x="85513" y="42040"/>
                  </a:lnTo>
                  <a:lnTo>
                    <a:pt x="89813" y="44429"/>
                  </a:lnTo>
                  <a:lnTo>
                    <a:pt x="93157" y="47773"/>
                  </a:lnTo>
                  <a:lnTo>
                    <a:pt x="94590" y="49684"/>
                  </a:lnTo>
                  <a:lnTo>
                    <a:pt x="95546" y="51595"/>
                  </a:lnTo>
                  <a:lnTo>
                    <a:pt x="97456" y="53984"/>
                  </a:lnTo>
                  <a:lnTo>
                    <a:pt x="101278" y="57328"/>
                  </a:lnTo>
                  <a:lnTo>
                    <a:pt x="101756" y="58283"/>
                  </a:lnTo>
                  <a:lnTo>
                    <a:pt x="103189" y="59716"/>
                  </a:lnTo>
                  <a:lnTo>
                    <a:pt x="104145" y="61150"/>
                  </a:lnTo>
                  <a:lnTo>
                    <a:pt x="105578" y="62105"/>
                  </a:lnTo>
                  <a:lnTo>
                    <a:pt x="107011" y="63060"/>
                  </a:lnTo>
                  <a:lnTo>
                    <a:pt x="108444" y="63538"/>
                  </a:lnTo>
                  <a:lnTo>
                    <a:pt x="111311" y="65927"/>
                  </a:lnTo>
                  <a:lnTo>
                    <a:pt x="112744" y="66882"/>
                  </a:lnTo>
                  <a:lnTo>
                    <a:pt x="112266" y="64971"/>
                  </a:lnTo>
                  <a:lnTo>
                    <a:pt x="111311" y="63060"/>
                  </a:lnTo>
                  <a:lnTo>
                    <a:pt x="111311" y="62105"/>
                  </a:lnTo>
                  <a:lnTo>
                    <a:pt x="111311" y="61150"/>
                  </a:lnTo>
                  <a:lnTo>
                    <a:pt x="112266" y="60672"/>
                  </a:lnTo>
                  <a:lnTo>
                    <a:pt x="113699" y="60194"/>
                  </a:lnTo>
                  <a:lnTo>
                    <a:pt x="115610" y="61150"/>
                  </a:lnTo>
                  <a:lnTo>
                    <a:pt x="119432" y="64016"/>
                  </a:lnTo>
                  <a:lnTo>
                    <a:pt x="120865" y="65449"/>
                  </a:lnTo>
                  <a:lnTo>
                    <a:pt x="121821" y="67838"/>
                  </a:lnTo>
                  <a:lnTo>
                    <a:pt x="122776" y="70226"/>
                  </a:lnTo>
                  <a:lnTo>
                    <a:pt x="124210" y="71182"/>
                  </a:lnTo>
                  <a:lnTo>
                    <a:pt x="126120" y="71659"/>
                  </a:lnTo>
                  <a:lnTo>
                    <a:pt x="128509" y="71659"/>
                  </a:lnTo>
                  <a:lnTo>
                    <a:pt x="130420" y="72615"/>
                  </a:lnTo>
                  <a:lnTo>
                    <a:pt x="135197" y="75959"/>
                  </a:lnTo>
                  <a:lnTo>
                    <a:pt x="136631" y="77392"/>
                  </a:lnTo>
                  <a:lnTo>
                    <a:pt x="137586" y="79303"/>
                  </a:lnTo>
                  <a:lnTo>
                    <a:pt x="138542" y="81214"/>
                  </a:lnTo>
                  <a:lnTo>
                    <a:pt x="139019" y="83603"/>
                  </a:lnTo>
                  <a:lnTo>
                    <a:pt x="139497" y="84081"/>
                  </a:lnTo>
                  <a:lnTo>
                    <a:pt x="142363" y="86469"/>
                  </a:lnTo>
                  <a:lnTo>
                    <a:pt x="143796" y="87902"/>
                  </a:lnTo>
                  <a:lnTo>
                    <a:pt x="145707" y="88380"/>
                  </a:lnTo>
                  <a:lnTo>
                    <a:pt x="151440" y="88858"/>
                  </a:lnTo>
                  <a:lnTo>
                    <a:pt x="153351" y="89813"/>
                  </a:lnTo>
                  <a:lnTo>
                    <a:pt x="155262" y="91247"/>
                  </a:lnTo>
                  <a:lnTo>
                    <a:pt x="155740" y="93157"/>
                  </a:lnTo>
                  <a:lnTo>
                    <a:pt x="154784" y="94591"/>
                  </a:lnTo>
                  <a:lnTo>
                    <a:pt x="150485" y="96501"/>
                  </a:lnTo>
                  <a:lnTo>
                    <a:pt x="145707" y="97935"/>
                  </a:lnTo>
                  <a:lnTo>
                    <a:pt x="150007" y="97457"/>
                  </a:lnTo>
                  <a:lnTo>
                    <a:pt x="152395" y="96979"/>
                  </a:lnTo>
                  <a:lnTo>
                    <a:pt x="154784" y="96024"/>
                  </a:lnTo>
                  <a:lnTo>
                    <a:pt x="156695" y="94591"/>
                  </a:lnTo>
                  <a:lnTo>
                    <a:pt x="160039" y="93157"/>
                  </a:lnTo>
                  <a:lnTo>
                    <a:pt x="161472" y="92680"/>
                  </a:lnTo>
                  <a:lnTo>
                    <a:pt x="162428" y="92680"/>
                  </a:lnTo>
                  <a:lnTo>
                    <a:pt x="163861" y="93157"/>
                  </a:lnTo>
                  <a:lnTo>
                    <a:pt x="165772" y="95068"/>
                  </a:lnTo>
                  <a:lnTo>
                    <a:pt x="167683" y="96501"/>
                  </a:lnTo>
                  <a:lnTo>
                    <a:pt x="169116" y="98890"/>
                  </a:lnTo>
                  <a:lnTo>
                    <a:pt x="170072" y="101279"/>
                  </a:lnTo>
                  <a:lnTo>
                    <a:pt x="168638" y="102234"/>
                  </a:lnTo>
                  <a:lnTo>
                    <a:pt x="166249" y="103190"/>
                  </a:lnTo>
                  <a:lnTo>
                    <a:pt x="162906" y="105578"/>
                  </a:lnTo>
                  <a:lnTo>
                    <a:pt x="162428" y="106056"/>
                  </a:lnTo>
                  <a:lnTo>
                    <a:pt x="163383" y="107012"/>
                  </a:lnTo>
                  <a:lnTo>
                    <a:pt x="162428" y="108445"/>
                  </a:lnTo>
                  <a:lnTo>
                    <a:pt x="164338" y="109400"/>
                  </a:lnTo>
                  <a:lnTo>
                    <a:pt x="164817" y="110356"/>
                  </a:lnTo>
                  <a:lnTo>
                    <a:pt x="162906" y="111311"/>
                  </a:lnTo>
                  <a:lnTo>
                    <a:pt x="163383" y="112266"/>
                  </a:lnTo>
                  <a:lnTo>
                    <a:pt x="165294" y="115611"/>
                  </a:lnTo>
                  <a:lnTo>
                    <a:pt x="165772" y="116088"/>
                  </a:lnTo>
                  <a:lnTo>
                    <a:pt x="168638" y="117999"/>
                  </a:lnTo>
                  <a:lnTo>
                    <a:pt x="172938" y="119432"/>
                  </a:lnTo>
                  <a:lnTo>
                    <a:pt x="175326" y="120388"/>
                  </a:lnTo>
                  <a:lnTo>
                    <a:pt x="178193" y="120866"/>
                  </a:lnTo>
                  <a:lnTo>
                    <a:pt x="179626" y="120866"/>
                  </a:lnTo>
                  <a:lnTo>
                    <a:pt x="181537" y="120866"/>
                  </a:lnTo>
                  <a:lnTo>
                    <a:pt x="182015" y="121343"/>
                  </a:lnTo>
                  <a:lnTo>
                    <a:pt x="182970" y="124688"/>
                  </a:lnTo>
                  <a:lnTo>
                    <a:pt x="182970" y="126598"/>
                  </a:lnTo>
                  <a:lnTo>
                    <a:pt x="183926" y="130898"/>
                  </a:lnTo>
                  <a:lnTo>
                    <a:pt x="184403" y="132809"/>
                  </a:lnTo>
                  <a:lnTo>
                    <a:pt x="184403" y="134720"/>
                  </a:lnTo>
                  <a:lnTo>
                    <a:pt x="185359" y="136631"/>
                  </a:lnTo>
                  <a:lnTo>
                    <a:pt x="187747" y="137586"/>
                  </a:lnTo>
                  <a:lnTo>
                    <a:pt x="190136" y="139019"/>
                  </a:lnTo>
                  <a:lnTo>
                    <a:pt x="191092" y="139497"/>
                  </a:lnTo>
                  <a:lnTo>
                    <a:pt x="191092" y="141408"/>
                  </a:lnTo>
                  <a:lnTo>
                    <a:pt x="190614" y="142364"/>
                  </a:lnTo>
                  <a:lnTo>
                    <a:pt x="190136" y="143319"/>
                  </a:lnTo>
                  <a:lnTo>
                    <a:pt x="187747" y="145230"/>
                  </a:lnTo>
                  <a:lnTo>
                    <a:pt x="187270" y="145707"/>
                  </a:lnTo>
                  <a:lnTo>
                    <a:pt x="186792" y="148096"/>
                  </a:lnTo>
                  <a:lnTo>
                    <a:pt x="187270" y="149052"/>
                  </a:lnTo>
                  <a:lnTo>
                    <a:pt x="188225" y="149052"/>
                  </a:lnTo>
                  <a:lnTo>
                    <a:pt x="188703" y="148574"/>
                  </a:lnTo>
                  <a:lnTo>
                    <a:pt x="191569" y="145707"/>
                  </a:lnTo>
                  <a:lnTo>
                    <a:pt x="192525" y="145230"/>
                  </a:lnTo>
                  <a:lnTo>
                    <a:pt x="193480" y="144752"/>
                  </a:lnTo>
                  <a:lnTo>
                    <a:pt x="194436" y="144274"/>
                  </a:lnTo>
                  <a:lnTo>
                    <a:pt x="199691" y="144274"/>
                  </a:lnTo>
                  <a:lnTo>
                    <a:pt x="202079" y="144752"/>
                  </a:lnTo>
                  <a:lnTo>
                    <a:pt x="203990" y="145707"/>
                  </a:lnTo>
                  <a:lnTo>
                    <a:pt x="205901" y="147141"/>
                  </a:lnTo>
                  <a:lnTo>
                    <a:pt x="212111" y="154307"/>
                  </a:lnTo>
                  <a:lnTo>
                    <a:pt x="214978" y="158129"/>
                  </a:lnTo>
                  <a:lnTo>
                    <a:pt x="214978" y="159084"/>
                  </a:lnTo>
                  <a:lnTo>
                    <a:pt x="214978" y="160039"/>
                  </a:lnTo>
                  <a:lnTo>
                    <a:pt x="214500" y="160995"/>
                  </a:lnTo>
                  <a:lnTo>
                    <a:pt x="212111" y="163384"/>
                  </a:lnTo>
                  <a:lnTo>
                    <a:pt x="211634" y="164339"/>
                  </a:lnTo>
                  <a:lnTo>
                    <a:pt x="210679" y="167205"/>
                  </a:lnTo>
                  <a:lnTo>
                    <a:pt x="211156" y="169116"/>
                  </a:lnTo>
                  <a:lnTo>
                    <a:pt x="212111" y="170072"/>
                  </a:lnTo>
                  <a:lnTo>
                    <a:pt x="212590" y="171027"/>
                  </a:lnTo>
                  <a:lnTo>
                    <a:pt x="212590" y="171983"/>
                  </a:lnTo>
                  <a:lnTo>
                    <a:pt x="210679" y="176282"/>
                  </a:lnTo>
                  <a:lnTo>
                    <a:pt x="210679" y="177238"/>
                  </a:lnTo>
                  <a:lnTo>
                    <a:pt x="211634" y="184404"/>
                  </a:lnTo>
                  <a:lnTo>
                    <a:pt x="211634" y="186314"/>
                  </a:lnTo>
                  <a:lnTo>
                    <a:pt x="211634" y="188703"/>
                  </a:lnTo>
                  <a:lnTo>
                    <a:pt x="211634" y="192525"/>
                  </a:lnTo>
                  <a:lnTo>
                    <a:pt x="210201" y="204468"/>
                  </a:lnTo>
                  <a:lnTo>
                    <a:pt x="210201" y="205424"/>
                  </a:lnTo>
                  <a:lnTo>
                    <a:pt x="208768" y="207335"/>
                  </a:lnTo>
                  <a:lnTo>
                    <a:pt x="207812" y="207335"/>
                  </a:lnTo>
                  <a:lnTo>
                    <a:pt x="206379" y="206857"/>
                  </a:lnTo>
                  <a:lnTo>
                    <a:pt x="205424" y="206379"/>
                  </a:lnTo>
                  <a:lnTo>
                    <a:pt x="204945" y="205424"/>
                  </a:lnTo>
                  <a:lnTo>
                    <a:pt x="204468" y="204468"/>
                  </a:lnTo>
                  <a:lnTo>
                    <a:pt x="201124" y="202557"/>
                  </a:lnTo>
                  <a:lnTo>
                    <a:pt x="200168" y="202557"/>
                  </a:lnTo>
                  <a:lnTo>
                    <a:pt x="196824" y="205424"/>
                  </a:lnTo>
                  <a:lnTo>
                    <a:pt x="195869" y="205902"/>
                  </a:lnTo>
                  <a:lnTo>
                    <a:pt x="194436" y="205424"/>
                  </a:lnTo>
                  <a:lnTo>
                    <a:pt x="193002" y="204946"/>
                  </a:lnTo>
                  <a:lnTo>
                    <a:pt x="186792" y="201602"/>
                  </a:lnTo>
                  <a:lnTo>
                    <a:pt x="186792" y="202557"/>
                  </a:lnTo>
                  <a:lnTo>
                    <a:pt x="186314" y="203991"/>
                  </a:lnTo>
                  <a:lnTo>
                    <a:pt x="187747" y="207335"/>
                  </a:lnTo>
                  <a:lnTo>
                    <a:pt x="187747" y="208768"/>
                  </a:lnTo>
                  <a:lnTo>
                    <a:pt x="186792" y="208768"/>
                  </a:lnTo>
                  <a:lnTo>
                    <a:pt x="186314" y="208768"/>
                  </a:lnTo>
                  <a:lnTo>
                    <a:pt x="183926" y="206857"/>
                  </a:lnTo>
                  <a:lnTo>
                    <a:pt x="181537" y="204946"/>
                  </a:lnTo>
                  <a:lnTo>
                    <a:pt x="179149" y="202080"/>
                  </a:lnTo>
                  <a:lnTo>
                    <a:pt x="177238" y="200646"/>
                  </a:lnTo>
                  <a:lnTo>
                    <a:pt x="175804" y="199213"/>
                  </a:lnTo>
                  <a:lnTo>
                    <a:pt x="171027" y="193958"/>
                  </a:lnTo>
                  <a:lnTo>
                    <a:pt x="169594" y="193003"/>
                  </a:lnTo>
                  <a:lnTo>
                    <a:pt x="162428" y="189181"/>
                  </a:lnTo>
                  <a:lnTo>
                    <a:pt x="160995" y="188226"/>
                  </a:lnTo>
                  <a:lnTo>
                    <a:pt x="159084" y="186314"/>
                  </a:lnTo>
                  <a:lnTo>
                    <a:pt x="157173" y="184881"/>
                  </a:lnTo>
                  <a:lnTo>
                    <a:pt x="152873" y="182971"/>
                  </a:lnTo>
                  <a:lnTo>
                    <a:pt x="145229" y="176760"/>
                  </a:lnTo>
                  <a:lnTo>
                    <a:pt x="141885" y="173894"/>
                  </a:lnTo>
                  <a:lnTo>
                    <a:pt x="138542" y="168161"/>
                  </a:lnTo>
                  <a:lnTo>
                    <a:pt x="137108" y="167205"/>
                  </a:lnTo>
                  <a:lnTo>
                    <a:pt x="130897" y="162906"/>
                  </a:lnTo>
                  <a:lnTo>
                    <a:pt x="127554" y="160517"/>
                  </a:lnTo>
                  <a:lnTo>
                    <a:pt x="126120" y="159084"/>
                  </a:lnTo>
                  <a:lnTo>
                    <a:pt x="123254" y="154307"/>
                  </a:lnTo>
                  <a:lnTo>
                    <a:pt x="122299" y="152873"/>
                  </a:lnTo>
                  <a:lnTo>
                    <a:pt x="120865" y="151440"/>
                  </a:lnTo>
                  <a:lnTo>
                    <a:pt x="118954" y="150007"/>
                  </a:lnTo>
                  <a:lnTo>
                    <a:pt x="117044" y="148574"/>
                  </a:lnTo>
                  <a:lnTo>
                    <a:pt x="113699" y="144274"/>
                  </a:lnTo>
                  <a:lnTo>
                    <a:pt x="112744" y="142364"/>
                  </a:lnTo>
                  <a:lnTo>
                    <a:pt x="111788" y="140453"/>
                  </a:lnTo>
                  <a:lnTo>
                    <a:pt x="111788" y="136631"/>
                  </a:lnTo>
                  <a:lnTo>
                    <a:pt x="104622" y="125165"/>
                  </a:lnTo>
                  <a:lnTo>
                    <a:pt x="102712" y="121821"/>
                  </a:lnTo>
                  <a:lnTo>
                    <a:pt x="101278" y="117044"/>
                  </a:lnTo>
                  <a:lnTo>
                    <a:pt x="100801" y="116088"/>
                  </a:lnTo>
                  <a:lnTo>
                    <a:pt x="96501" y="111789"/>
                  </a:lnTo>
                  <a:lnTo>
                    <a:pt x="95546" y="110356"/>
                  </a:lnTo>
                  <a:lnTo>
                    <a:pt x="93635" y="108923"/>
                  </a:lnTo>
                  <a:lnTo>
                    <a:pt x="92201" y="107489"/>
                  </a:lnTo>
                  <a:lnTo>
                    <a:pt x="89335" y="102712"/>
                  </a:lnTo>
                  <a:lnTo>
                    <a:pt x="88380" y="101279"/>
                  </a:lnTo>
                  <a:lnTo>
                    <a:pt x="86947" y="99846"/>
                  </a:lnTo>
                  <a:lnTo>
                    <a:pt x="81692" y="97935"/>
                  </a:lnTo>
                  <a:lnTo>
                    <a:pt x="79781" y="96979"/>
                  </a:lnTo>
                  <a:lnTo>
                    <a:pt x="78347" y="95546"/>
                  </a:lnTo>
                  <a:lnTo>
                    <a:pt x="77392" y="93635"/>
                  </a:lnTo>
                  <a:lnTo>
                    <a:pt x="76437" y="89335"/>
                  </a:lnTo>
                  <a:lnTo>
                    <a:pt x="74048" y="83125"/>
                  </a:lnTo>
                  <a:lnTo>
                    <a:pt x="71181" y="75004"/>
                  </a:lnTo>
                  <a:lnTo>
                    <a:pt x="69271" y="71182"/>
                  </a:lnTo>
                  <a:lnTo>
                    <a:pt x="67360" y="68316"/>
                  </a:lnTo>
                  <a:lnTo>
                    <a:pt x="66404" y="67360"/>
                  </a:lnTo>
                  <a:lnTo>
                    <a:pt x="56849" y="62105"/>
                  </a:lnTo>
                  <a:lnTo>
                    <a:pt x="55416" y="61627"/>
                  </a:lnTo>
                  <a:lnTo>
                    <a:pt x="53505" y="61150"/>
                  </a:lnTo>
                  <a:lnTo>
                    <a:pt x="51117" y="60672"/>
                  </a:lnTo>
                  <a:lnTo>
                    <a:pt x="49206" y="59239"/>
                  </a:lnTo>
                  <a:lnTo>
                    <a:pt x="48728" y="56850"/>
                  </a:lnTo>
                  <a:lnTo>
                    <a:pt x="48251" y="53506"/>
                  </a:lnTo>
                  <a:lnTo>
                    <a:pt x="47773" y="51595"/>
                  </a:lnTo>
                  <a:lnTo>
                    <a:pt x="47295" y="50639"/>
                  </a:lnTo>
                  <a:lnTo>
                    <a:pt x="43473" y="48251"/>
                  </a:lnTo>
                  <a:lnTo>
                    <a:pt x="41562" y="46340"/>
                  </a:lnTo>
                  <a:lnTo>
                    <a:pt x="40607" y="44429"/>
                  </a:lnTo>
                  <a:lnTo>
                    <a:pt x="39174" y="42518"/>
                  </a:lnTo>
                  <a:lnTo>
                    <a:pt x="34874" y="37263"/>
                  </a:lnTo>
                  <a:lnTo>
                    <a:pt x="33441" y="35830"/>
                  </a:lnTo>
                  <a:lnTo>
                    <a:pt x="31530" y="34874"/>
                  </a:lnTo>
                  <a:lnTo>
                    <a:pt x="26275" y="33919"/>
                  </a:lnTo>
                  <a:lnTo>
                    <a:pt x="24364" y="32963"/>
                  </a:lnTo>
                  <a:lnTo>
                    <a:pt x="21975" y="29619"/>
                  </a:lnTo>
                  <a:lnTo>
                    <a:pt x="20064" y="28186"/>
                  </a:lnTo>
                  <a:lnTo>
                    <a:pt x="15287" y="24842"/>
                  </a:lnTo>
                  <a:lnTo>
                    <a:pt x="7166" y="17676"/>
                  </a:lnTo>
                  <a:lnTo>
                    <a:pt x="5733" y="15765"/>
                  </a:lnTo>
                  <a:lnTo>
                    <a:pt x="4299" y="13854"/>
                  </a:lnTo>
                  <a:lnTo>
                    <a:pt x="3344" y="11943"/>
                  </a:lnTo>
                  <a:lnTo>
                    <a:pt x="0" y="6211"/>
                  </a:lnTo>
                  <a:lnTo>
                    <a:pt x="0" y="5255"/>
                  </a:lnTo>
                  <a:lnTo>
                    <a:pt x="955" y="3822"/>
                  </a:lnTo>
                  <a:lnTo>
                    <a:pt x="478" y="2867"/>
                  </a:lnTo>
                  <a:lnTo>
                    <a:pt x="478" y="1911"/>
                  </a:lnTo>
                  <a:lnTo>
                    <a:pt x="478" y="956"/>
                  </a:lnTo>
                  <a:lnTo>
                    <a:pt x="1433" y="478"/>
                  </a:lnTo>
                  <a:lnTo>
                    <a:pt x="3821" y="0"/>
                  </a:lnTo>
                  <a:lnTo>
                    <a:pt x="6210" y="0"/>
                  </a:lnTo>
                  <a:lnTo>
                    <a:pt x="8121" y="478"/>
                  </a:lnTo>
                  <a:lnTo>
                    <a:pt x="10510" y="956"/>
                  </a:lnTo>
                  <a:lnTo>
                    <a:pt x="12421" y="1911"/>
                  </a:lnTo>
                  <a:lnTo>
                    <a:pt x="16242" y="5255"/>
                  </a:lnTo>
                  <a:lnTo>
                    <a:pt x="18153" y="6211"/>
                  </a:lnTo>
                  <a:lnTo>
                    <a:pt x="20542" y="6688"/>
                  </a:lnTo>
                  <a:lnTo>
                    <a:pt x="25319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0" name="Freeform 4569">
              <a:extLst>
                <a:ext uri="{FF2B5EF4-FFF2-40B4-BE49-F238E27FC236}">
                  <a16:creationId xmlns:a16="http://schemas.microsoft.com/office/drawing/2014/main" id="{C74C9546-8F5B-569F-6C50-B046D67C3FBC}"/>
                </a:ext>
              </a:extLst>
            </p:cNvPr>
            <p:cNvSpPr/>
            <p:nvPr/>
          </p:nvSpPr>
          <p:spPr>
            <a:xfrm>
              <a:off x="7771874" y="4627407"/>
              <a:ext cx="2866" cy="2388"/>
            </a:xfrm>
            <a:custGeom>
              <a:avLst/>
              <a:gdLst>
                <a:gd name="csX0" fmla="*/ 2866 w 2866"/>
                <a:gd name="csY0" fmla="*/ 1911 h 2388"/>
                <a:gd name="csX1" fmla="*/ 2389 w 2866"/>
                <a:gd name="csY1" fmla="*/ 2389 h 2388"/>
                <a:gd name="csX2" fmla="*/ 1433 w 2866"/>
                <a:gd name="csY2" fmla="*/ 2389 h 2388"/>
                <a:gd name="csX3" fmla="*/ 0 w 2866"/>
                <a:gd name="csY3" fmla="*/ 478 h 2388"/>
                <a:gd name="csX4" fmla="*/ 478 w 2866"/>
                <a:gd name="csY4" fmla="*/ 0 h 2388"/>
                <a:gd name="csX5" fmla="*/ 1433 w 2866"/>
                <a:gd name="csY5" fmla="*/ 478 h 2388"/>
                <a:gd name="csX6" fmla="*/ 2866 w 2866"/>
                <a:gd name="csY6" fmla="*/ 956 h 2388"/>
                <a:gd name="csX7" fmla="*/ 2866 w 2866"/>
                <a:gd name="csY7" fmla="*/ 1433 h 2388"/>
                <a:gd name="csX8" fmla="*/ 2866 w 2866"/>
                <a:gd name="csY8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388">
                  <a:moveTo>
                    <a:pt x="2866" y="1911"/>
                  </a:moveTo>
                  <a:lnTo>
                    <a:pt x="2389" y="2389"/>
                  </a:lnTo>
                  <a:lnTo>
                    <a:pt x="1433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2866" y="956"/>
                  </a:lnTo>
                  <a:lnTo>
                    <a:pt x="2866" y="1433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1" name="Freeform 4570">
              <a:extLst>
                <a:ext uri="{FF2B5EF4-FFF2-40B4-BE49-F238E27FC236}">
                  <a16:creationId xmlns:a16="http://schemas.microsoft.com/office/drawing/2014/main" id="{5235CBA9-A4A5-1850-6C3E-7DAC69D9EF29}"/>
                </a:ext>
              </a:extLst>
            </p:cNvPr>
            <p:cNvSpPr/>
            <p:nvPr/>
          </p:nvSpPr>
          <p:spPr>
            <a:xfrm>
              <a:off x="5677508" y="3525763"/>
              <a:ext cx="86946" cy="118476"/>
            </a:xfrm>
            <a:custGeom>
              <a:avLst/>
              <a:gdLst>
                <a:gd name="csX0" fmla="*/ 63060 w 86946"/>
                <a:gd name="csY0" fmla="*/ 8599 h 118476"/>
                <a:gd name="csX1" fmla="*/ 60194 w 86946"/>
                <a:gd name="csY1" fmla="*/ 10510 h 118476"/>
                <a:gd name="csX2" fmla="*/ 59238 w 86946"/>
                <a:gd name="csY2" fmla="*/ 11465 h 118476"/>
                <a:gd name="csX3" fmla="*/ 58761 w 86946"/>
                <a:gd name="csY3" fmla="*/ 14332 h 118476"/>
                <a:gd name="csX4" fmla="*/ 58283 w 86946"/>
                <a:gd name="csY4" fmla="*/ 15287 h 118476"/>
                <a:gd name="csX5" fmla="*/ 57328 w 86946"/>
                <a:gd name="csY5" fmla="*/ 16721 h 118476"/>
                <a:gd name="csX6" fmla="*/ 56372 w 86946"/>
                <a:gd name="csY6" fmla="*/ 18631 h 118476"/>
                <a:gd name="csX7" fmla="*/ 55894 w 86946"/>
                <a:gd name="csY7" fmla="*/ 19109 h 118476"/>
                <a:gd name="csX8" fmla="*/ 55416 w 86946"/>
                <a:gd name="csY8" fmla="*/ 19587 h 118476"/>
                <a:gd name="csX9" fmla="*/ 53505 w 86946"/>
                <a:gd name="csY9" fmla="*/ 20065 h 118476"/>
                <a:gd name="csX10" fmla="*/ 53028 w 86946"/>
                <a:gd name="csY10" fmla="*/ 20542 h 118476"/>
                <a:gd name="csX11" fmla="*/ 51595 w 86946"/>
                <a:gd name="csY11" fmla="*/ 20542 h 118476"/>
                <a:gd name="csX12" fmla="*/ 51595 w 86946"/>
                <a:gd name="csY12" fmla="*/ 20542 h 118476"/>
                <a:gd name="csX13" fmla="*/ 50162 w 86946"/>
                <a:gd name="csY13" fmla="*/ 20542 h 118476"/>
                <a:gd name="csX14" fmla="*/ 49206 w 86946"/>
                <a:gd name="csY14" fmla="*/ 21020 h 118476"/>
                <a:gd name="csX15" fmla="*/ 49206 w 86946"/>
                <a:gd name="csY15" fmla="*/ 21498 h 118476"/>
                <a:gd name="csX16" fmla="*/ 49684 w 86946"/>
                <a:gd name="csY16" fmla="*/ 21976 h 118476"/>
                <a:gd name="csX17" fmla="*/ 51117 w 86946"/>
                <a:gd name="csY17" fmla="*/ 22931 h 118476"/>
                <a:gd name="csX18" fmla="*/ 51117 w 86946"/>
                <a:gd name="csY18" fmla="*/ 22931 h 118476"/>
                <a:gd name="csX19" fmla="*/ 52550 w 86946"/>
                <a:gd name="csY19" fmla="*/ 23409 h 118476"/>
                <a:gd name="csX20" fmla="*/ 52550 w 86946"/>
                <a:gd name="csY20" fmla="*/ 24364 h 118476"/>
                <a:gd name="csX21" fmla="*/ 52550 w 86946"/>
                <a:gd name="csY21" fmla="*/ 24364 h 118476"/>
                <a:gd name="csX22" fmla="*/ 51595 w 86946"/>
                <a:gd name="csY22" fmla="*/ 24842 h 118476"/>
                <a:gd name="csX23" fmla="*/ 46817 w 86946"/>
                <a:gd name="csY23" fmla="*/ 26753 h 118476"/>
                <a:gd name="csX24" fmla="*/ 45384 w 86946"/>
                <a:gd name="csY24" fmla="*/ 27708 h 118476"/>
                <a:gd name="csX25" fmla="*/ 44906 w 86946"/>
                <a:gd name="csY25" fmla="*/ 28664 h 118476"/>
                <a:gd name="csX26" fmla="*/ 45384 w 86946"/>
                <a:gd name="csY26" fmla="*/ 29619 h 118476"/>
                <a:gd name="csX27" fmla="*/ 49206 w 86946"/>
                <a:gd name="csY27" fmla="*/ 33441 h 118476"/>
                <a:gd name="csX28" fmla="*/ 49206 w 86946"/>
                <a:gd name="csY28" fmla="*/ 33441 h 118476"/>
                <a:gd name="csX29" fmla="*/ 49684 w 86946"/>
                <a:gd name="csY29" fmla="*/ 33919 h 118476"/>
                <a:gd name="csX30" fmla="*/ 49684 w 86946"/>
                <a:gd name="csY30" fmla="*/ 33919 h 118476"/>
                <a:gd name="csX31" fmla="*/ 50639 w 86946"/>
                <a:gd name="csY31" fmla="*/ 35830 h 118476"/>
                <a:gd name="csX32" fmla="*/ 53983 w 86946"/>
                <a:gd name="csY32" fmla="*/ 36785 h 118476"/>
                <a:gd name="csX33" fmla="*/ 55416 w 86946"/>
                <a:gd name="csY33" fmla="*/ 38218 h 118476"/>
                <a:gd name="csX34" fmla="*/ 56850 w 86946"/>
                <a:gd name="csY34" fmla="*/ 38696 h 118476"/>
                <a:gd name="csX35" fmla="*/ 59238 w 86946"/>
                <a:gd name="csY35" fmla="*/ 38696 h 118476"/>
                <a:gd name="csX36" fmla="*/ 60194 w 86946"/>
                <a:gd name="csY36" fmla="*/ 39174 h 118476"/>
                <a:gd name="csX37" fmla="*/ 61149 w 86946"/>
                <a:gd name="csY37" fmla="*/ 38696 h 118476"/>
                <a:gd name="csX38" fmla="*/ 61149 w 86946"/>
                <a:gd name="csY38" fmla="*/ 37741 h 118476"/>
                <a:gd name="csX39" fmla="*/ 63538 w 86946"/>
                <a:gd name="csY39" fmla="*/ 35830 h 118476"/>
                <a:gd name="csX40" fmla="*/ 63538 w 86946"/>
                <a:gd name="csY40" fmla="*/ 35830 h 118476"/>
                <a:gd name="csX41" fmla="*/ 64493 w 86946"/>
                <a:gd name="csY41" fmla="*/ 35352 h 118476"/>
                <a:gd name="csX42" fmla="*/ 64016 w 86946"/>
                <a:gd name="csY42" fmla="*/ 34397 h 118476"/>
                <a:gd name="csX43" fmla="*/ 63538 w 86946"/>
                <a:gd name="csY43" fmla="*/ 33441 h 118476"/>
                <a:gd name="csX44" fmla="*/ 64971 w 86946"/>
                <a:gd name="csY44" fmla="*/ 31530 h 118476"/>
                <a:gd name="csX45" fmla="*/ 66404 w 86946"/>
                <a:gd name="csY45" fmla="*/ 30097 h 118476"/>
                <a:gd name="csX46" fmla="*/ 67360 w 86946"/>
                <a:gd name="csY46" fmla="*/ 30097 h 118476"/>
                <a:gd name="csX47" fmla="*/ 68793 w 86946"/>
                <a:gd name="csY47" fmla="*/ 31052 h 118476"/>
                <a:gd name="csX48" fmla="*/ 69748 w 86946"/>
                <a:gd name="csY48" fmla="*/ 32486 h 118476"/>
                <a:gd name="csX49" fmla="*/ 70226 w 86946"/>
                <a:gd name="csY49" fmla="*/ 33441 h 118476"/>
                <a:gd name="csX50" fmla="*/ 70226 w 86946"/>
                <a:gd name="csY50" fmla="*/ 34397 h 118476"/>
                <a:gd name="csX51" fmla="*/ 71182 w 86946"/>
                <a:gd name="csY51" fmla="*/ 35830 h 118476"/>
                <a:gd name="csX52" fmla="*/ 72137 w 86946"/>
                <a:gd name="csY52" fmla="*/ 36785 h 118476"/>
                <a:gd name="csX53" fmla="*/ 74048 w 86946"/>
                <a:gd name="csY53" fmla="*/ 36785 h 118476"/>
                <a:gd name="csX54" fmla="*/ 74526 w 86946"/>
                <a:gd name="csY54" fmla="*/ 37741 h 118476"/>
                <a:gd name="csX55" fmla="*/ 74048 w 86946"/>
                <a:gd name="csY55" fmla="*/ 40129 h 118476"/>
                <a:gd name="csX56" fmla="*/ 74526 w 86946"/>
                <a:gd name="csY56" fmla="*/ 41085 h 118476"/>
                <a:gd name="csX57" fmla="*/ 76437 w 86946"/>
                <a:gd name="csY57" fmla="*/ 41085 h 118476"/>
                <a:gd name="csX58" fmla="*/ 78347 w 86946"/>
                <a:gd name="csY58" fmla="*/ 40607 h 118476"/>
                <a:gd name="csX59" fmla="*/ 79303 w 86946"/>
                <a:gd name="csY59" fmla="*/ 40607 h 118476"/>
                <a:gd name="csX60" fmla="*/ 80258 w 86946"/>
                <a:gd name="csY60" fmla="*/ 40129 h 118476"/>
                <a:gd name="csX61" fmla="*/ 81214 w 86946"/>
                <a:gd name="csY61" fmla="*/ 39652 h 118476"/>
                <a:gd name="csX62" fmla="*/ 83125 w 86946"/>
                <a:gd name="csY62" fmla="*/ 40129 h 118476"/>
                <a:gd name="csX63" fmla="*/ 83125 w 86946"/>
                <a:gd name="csY63" fmla="*/ 40129 h 118476"/>
                <a:gd name="csX64" fmla="*/ 83603 w 86946"/>
                <a:gd name="csY64" fmla="*/ 41085 h 118476"/>
                <a:gd name="csX65" fmla="*/ 84080 w 86946"/>
                <a:gd name="csY65" fmla="*/ 42040 h 118476"/>
                <a:gd name="csX66" fmla="*/ 82647 w 86946"/>
                <a:gd name="csY66" fmla="*/ 42518 h 118476"/>
                <a:gd name="csX67" fmla="*/ 81214 w 86946"/>
                <a:gd name="csY67" fmla="*/ 42518 h 118476"/>
                <a:gd name="csX68" fmla="*/ 80258 w 86946"/>
                <a:gd name="csY68" fmla="*/ 42996 h 118476"/>
                <a:gd name="csX69" fmla="*/ 80258 w 86946"/>
                <a:gd name="csY69" fmla="*/ 44429 h 118476"/>
                <a:gd name="csX70" fmla="*/ 80736 w 86946"/>
                <a:gd name="csY70" fmla="*/ 46340 h 118476"/>
                <a:gd name="csX71" fmla="*/ 81692 w 86946"/>
                <a:gd name="csY71" fmla="*/ 47773 h 118476"/>
                <a:gd name="csX72" fmla="*/ 82647 w 86946"/>
                <a:gd name="csY72" fmla="*/ 50639 h 118476"/>
                <a:gd name="csX73" fmla="*/ 83603 w 86946"/>
                <a:gd name="csY73" fmla="*/ 53506 h 118476"/>
                <a:gd name="csX74" fmla="*/ 84558 w 86946"/>
                <a:gd name="csY74" fmla="*/ 55894 h 118476"/>
                <a:gd name="csX75" fmla="*/ 84558 w 86946"/>
                <a:gd name="csY75" fmla="*/ 58283 h 118476"/>
                <a:gd name="csX76" fmla="*/ 84558 w 86946"/>
                <a:gd name="csY76" fmla="*/ 59238 h 118476"/>
                <a:gd name="csX77" fmla="*/ 84558 w 86946"/>
                <a:gd name="csY77" fmla="*/ 61149 h 118476"/>
                <a:gd name="csX78" fmla="*/ 84080 w 86946"/>
                <a:gd name="csY78" fmla="*/ 62105 h 118476"/>
                <a:gd name="csX79" fmla="*/ 84558 w 86946"/>
                <a:gd name="csY79" fmla="*/ 64016 h 118476"/>
                <a:gd name="csX80" fmla="*/ 85991 w 86946"/>
                <a:gd name="csY80" fmla="*/ 68315 h 118476"/>
                <a:gd name="csX81" fmla="*/ 86469 w 86946"/>
                <a:gd name="csY81" fmla="*/ 70704 h 118476"/>
                <a:gd name="csX82" fmla="*/ 86947 w 86946"/>
                <a:gd name="csY82" fmla="*/ 75481 h 118476"/>
                <a:gd name="csX83" fmla="*/ 85991 w 86946"/>
                <a:gd name="csY83" fmla="*/ 77392 h 118476"/>
                <a:gd name="csX84" fmla="*/ 84558 w 86946"/>
                <a:gd name="csY84" fmla="*/ 78825 h 118476"/>
                <a:gd name="csX85" fmla="*/ 84080 w 86946"/>
                <a:gd name="csY85" fmla="*/ 81214 h 118476"/>
                <a:gd name="csX86" fmla="*/ 83125 w 86946"/>
                <a:gd name="csY86" fmla="*/ 83125 h 118476"/>
                <a:gd name="csX87" fmla="*/ 83125 w 86946"/>
                <a:gd name="csY87" fmla="*/ 86947 h 118476"/>
                <a:gd name="csX88" fmla="*/ 80258 w 86946"/>
                <a:gd name="csY88" fmla="*/ 91246 h 118476"/>
                <a:gd name="csX89" fmla="*/ 79303 w 86946"/>
                <a:gd name="csY89" fmla="*/ 92202 h 118476"/>
                <a:gd name="csX90" fmla="*/ 77870 w 86946"/>
                <a:gd name="csY90" fmla="*/ 92679 h 118476"/>
                <a:gd name="csX91" fmla="*/ 80736 w 86946"/>
                <a:gd name="csY91" fmla="*/ 95546 h 118476"/>
                <a:gd name="csX92" fmla="*/ 78347 w 86946"/>
                <a:gd name="csY92" fmla="*/ 96979 h 118476"/>
                <a:gd name="csX93" fmla="*/ 75959 w 86946"/>
                <a:gd name="csY93" fmla="*/ 97457 h 118476"/>
                <a:gd name="csX94" fmla="*/ 73570 w 86946"/>
                <a:gd name="csY94" fmla="*/ 96501 h 118476"/>
                <a:gd name="csX95" fmla="*/ 71659 w 86946"/>
                <a:gd name="csY95" fmla="*/ 96979 h 118476"/>
                <a:gd name="csX96" fmla="*/ 70226 w 86946"/>
                <a:gd name="csY96" fmla="*/ 97935 h 118476"/>
                <a:gd name="csX97" fmla="*/ 69748 w 86946"/>
                <a:gd name="csY97" fmla="*/ 98412 h 118476"/>
                <a:gd name="csX98" fmla="*/ 69271 w 86946"/>
                <a:gd name="csY98" fmla="*/ 97935 h 118476"/>
                <a:gd name="csX99" fmla="*/ 68315 w 86946"/>
                <a:gd name="csY99" fmla="*/ 95546 h 118476"/>
                <a:gd name="csX100" fmla="*/ 67360 w 86946"/>
                <a:gd name="csY100" fmla="*/ 97935 h 118476"/>
                <a:gd name="csX101" fmla="*/ 65927 w 86946"/>
                <a:gd name="csY101" fmla="*/ 98890 h 118476"/>
                <a:gd name="csX102" fmla="*/ 63060 w 86946"/>
                <a:gd name="csY102" fmla="*/ 98890 h 118476"/>
                <a:gd name="csX103" fmla="*/ 58761 w 86946"/>
                <a:gd name="csY103" fmla="*/ 99368 h 118476"/>
                <a:gd name="csX104" fmla="*/ 56850 w 86946"/>
                <a:gd name="csY104" fmla="*/ 100323 h 118476"/>
                <a:gd name="csX105" fmla="*/ 56372 w 86946"/>
                <a:gd name="csY105" fmla="*/ 101279 h 118476"/>
                <a:gd name="csX106" fmla="*/ 55894 w 86946"/>
                <a:gd name="csY106" fmla="*/ 102234 h 118476"/>
                <a:gd name="csX107" fmla="*/ 54939 w 86946"/>
                <a:gd name="csY107" fmla="*/ 103190 h 118476"/>
                <a:gd name="csX108" fmla="*/ 54461 w 86946"/>
                <a:gd name="csY108" fmla="*/ 103667 h 118476"/>
                <a:gd name="csX109" fmla="*/ 50639 w 86946"/>
                <a:gd name="csY109" fmla="*/ 104623 h 118476"/>
                <a:gd name="csX110" fmla="*/ 50162 w 86946"/>
                <a:gd name="csY110" fmla="*/ 105100 h 118476"/>
                <a:gd name="csX111" fmla="*/ 48728 w 86946"/>
                <a:gd name="csY111" fmla="*/ 107011 h 118476"/>
                <a:gd name="csX112" fmla="*/ 46340 w 86946"/>
                <a:gd name="csY112" fmla="*/ 107967 h 118476"/>
                <a:gd name="csX113" fmla="*/ 44906 w 86946"/>
                <a:gd name="csY113" fmla="*/ 108445 h 118476"/>
                <a:gd name="csX114" fmla="*/ 42996 w 86946"/>
                <a:gd name="csY114" fmla="*/ 107489 h 118476"/>
                <a:gd name="csX115" fmla="*/ 42518 w 86946"/>
                <a:gd name="csY115" fmla="*/ 106534 h 118476"/>
                <a:gd name="csX116" fmla="*/ 42040 w 86946"/>
                <a:gd name="csY116" fmla="*/ 106056 h 118476"/>
                <a:gd name="csX117" fmla="*/ 39651 w 86946"/>
                <a:gd name="csY117" fmla="*/ 106534 h 118476"/>
                <a:gd name="csX118" fmla="*/ 40129 w 86946"/>
                <a:gd name="csY118" fmla="*/ 106534 h 118476"/>
                <a:gd name="csX119" fmla="*/ 40607 w 86946"/>
                <a:gd name="csY119" fmla="*/ 107489 h 118476"/>
                <a:gd name="csX120" fmla="*/ 41085 w 86946"/>
                <a:gd name="csY120" fmla="*/ 108922 h 118476"/>
                <a:gd name="csX121" fmla="*/ 40607 w 86946"/>
                <a:gd name="csY121" fmla="*/ 110833 h 118476"/>
                <a:gd name="csX122" fmla="*/ 39651 w 86946"/>
                <a:gd name="csY122" fmla="*/ 111311 h 118476"/>
                <a:gd name="csX123" fmla="*/ 38218 w 86946"/>
                <a:gd name="csY123" fmla="*/ 111789 h 118476"/>
                <a:gd name="csX124" fmla="*/ 35830 w 86946"/>
                <a:gd name="csY124" fmla="*/ 113222 h 118476"/>
                <a:gd name="csX125" fmla="*/ 32963 w 86946"/>
                <a:gd name="csY125" fmla="*/ 113700 h 118476"/>
                <a:gd name="csX126" fmla="*/ 31530 w 86946"/>
                <a:gd name="csY126" fmla="*/ 115133 h 118476"/>
                <a:gd name="csX127" fmla="*/ 21975 w 86946"/>
                <a:gd name="csY127" fmla="*/ 117999 h 118476"/>
                <a:gd name="csX128" fmla="*/ 21498 w 86946"/>
                <a:gd name="csY128" fmla="*/ 117999 h 118476"/>
                <a:gd name="csX129" fmla="*/ 20064 w 86946"/>
                <a:gd name="csY129" fmla="*/ 117044 h 118476"/>
                <a:gd name="csX130" fmla="*/ 18631 w 86946"/>
                <a:gd name="csY130" fmla="*/ 117044 h 118476"/>
                <a:gd name="csX131" fmla="*/ 17198 w 86946"/>
                <a:gd name="csY131" fmla="*/ 117044 h 118476"/>
                <a:gd name="csX132" fmla="*/ 13376 w 86946"/>
                <a:gd name="csY132" fmla="*/ 118477 h 118476"/>
                <a:gd name="csX133" fmla="*/ 10988 w 86946"/>
                <a:gd name="csY133" fmla="*/ 117999 h 118476"/>
                <a:gd name="csX134" fmla="*/ 13854 w 86946"/>
                <a:gd name="csY134" fmla="*/ 114655 h 118476"/>
                <a:gd name="csX135" fmla="*/ 17198 w 86946"/>
                <a:gd name="csY135" fmla="*/ 112744 h 118476"/>
                <a:gd name="csX136" fmla="*/ 17198 w 86946"/>
                <a:gd name="csY136" fmla="*/ 112266 h 118476"/>
                <a:gd name="csX137" fmla="*/ 16243 w 86946"/>
                <a:gd name="csY137" fmla="*/ 112266 h 118476"/>
                <a:gd name="csX138" fmla="*/ 10032 w 86946"/>
                <a:gd name="csY138" fmla="*/ 113222 h 118476"/>
                <a:gd name="csX139" fmla="*/ 7644 w 86946"/>
                <a:gd name="csY139" fmla="*/ 114655 h 118476"/>
                <a:gd name="csX140" fmla="*/ 5733 w 86946"/>
                <a:gd name="csY140" fmla="*/ 114655 h 118476"/>
                <a:gd name="csX141" fmla="*/ 6688 w 86946"/>
                <a:gd name="csY141" fmla="*/ 113222 h 118476"/>
                <a:gd name="csX142" fmla="*/ 9555 w 86946"/>
                <a:gd name="csY142" fmla="*/ 110833 h 118476"/>
                <a:gd name="csX143" fmla="*/ 10988 w 86946"/>
                <a:gd name="csY143" fmla="*/ 109878 h 118476"/>
                <a:gd name="csX144" fmla="*/ 11943 w 86946"/>
                <a:gd name="csY144" fmla="*/ 109400 h 118476"/>
                <a:gd name="csX145" fmla="*/ 12898 w 86946"/>
                <a:gd name="csY145" fmla="*/ 108445 h 118476"/>
                <a:gd name="csX146" fmla="*/ 15765 w 86946"/>
                <a:gd name="csY146" fmla="*/ 106534 h 118476"/>
                <a:gd name="csX147" fmla="*/ 6210 w 86946"/>
                <a:gd name="csY147" fmla="*/ 109878 h 118476"/>
                <a:gd name="csX148" fmla="*/ 3822 w 86946"/>
                <a:gd name="csY148" fmla="*/ 109400 h 118476"/>
                <a:gd name="csX149" fmla="*/ 3344 w 86946"/>
                <a:gd name="csY149" fmla="*/ 108445 h 118476"/>
                <a:gd name="csX150" fmla="*/ 955 w 86946"/>
                <a:gd name="csY150" fmla="*/ 108922 h 118476"/>
                <a:gd name="csX151" fmla="*/ 478 w 86946"/>
                <a:gd name="csY151" fmla="*/ 107011 h 118476"/>
                <a:gd name="csX152" fmla="*/ 3344 w 86946"/>
                <a:gd name="csY152" fmla="*/ 103667 h 118476"/>
                <a:gd name="csX153" fmla="*/ 5255 w 86946"/>
                <a:gd name="csY153" fmla="*/ 102234 h 118476"/>
                <a:gd name="csX154" fmla="*/ 7166 w 86946"/>
                <a:gd name="csY154" fmla="*/ 101756 h 118476"/>
                <a:gd name="csX155" fmla="*/ 9077 w 86946"/>
                <a:gd name="csY155" fmla="*/ 100801 h 118476"/>
                <a:gd name="csX156" fmla="*/ 9555 w 86946"/>
                <a:gd name="csY156" fmla="*/ 99368 h 118476"/>
                <a:gd name="csX157" fmla="*/ 8599 w 86946"/>
                <a:gd name="csY157" fmla="*/ 98890 h 118476"/>
                <a:gd name="csX158" fmla="*/ 2866 w 86946"/>
                <a:gd name="csY158" fmla="*/ 99368 h 118476"/>
                <a:gd name="csX159" fmla="*/ 0 w 86946"/>
                <a:gd name="csY159" fmla="*/ 98890 h 118476"/>
                <a:gd name="csX160" fmla="*/ 478 w 86946"/>
                <a:gd name="csY160" fmla="*/ 97935 h 118476"/>
                <a:gd name="csX161" fmla="*/ 955 w 86946"/>
                <a:gd name="csY161" fmla="*/ 96979 h 118476"/>
                <a:gd name="csX162" fmla="*/ 3822 w 86946"/>
                <a:gd name="csY162" fmla="*/ 95068 h 118476"/>
                <a:gd name="csX163" fmla="*/ 5255 w 86946"/>
                <a:gd name="csY163" fmla="*/ 94591 h 118476"/>
                <a:gd name="csX164" fmla="*/ 6688 w 86946"/>
                <a:gd name="csY164" fmla="*/ 95068 h 118476"/>
                <a:gd name="csX165" fmla="*/ 8121 w 86946"/>
                <a:gd name="csY165" fmla="*/ 95546 h 118476"/>
                <a:gd name="csX166" fmla="*/ 9077 w 86946"/>
                <a:gd name="csY166" fmla="*/ 96024 h 118476"/>
                <a:gd name="csX167" fmla="*/ 12421 w 86946"/>
                <a:gd name="csY167" fmla="*/ 95546 h 118476"/>
                <a:gd name="csX168" fmla="*/ 10988 w 86946"/>
                <a:gd name="csY168" fmla="*/ 94591 h 118476"/>
                <a:gd name="csX169" fmla="*/ 10988 w 86946"/>
                <a:gd name="csY169" fmla="*/ 91724 h 118476"/>
                <a:gd name="csX170" fmla="*/ 9555 w 86946"/>
                <a:gd name="csY170" fmla="*/ 91246 h 118476"/>
                <a:gd name="csX171" fmla="*/ 10988 w 86946"/>
                <a:gd name="csY171" fmla="*/ 89813 h 118476"/>
                <a:gd name="csX172" fmla="*/ 12421 w 86946"/>
                <a:gd name="csY172" fmla="*/ 89335 h 118476"/>
                <a:gd name="csX173" fmla="*/ 15287 w 86946"/>
                <a:gd name="csY173" fmla="*/ 86947 h 118476"/>
                <a:gd name="csX174" fmla="*/ 16243 w 86946"/>
                <a:gd name="csY174" fmla="*/ 86469 h 118476"/>
                <a:gd name="csX175" fmla="*/ 21020 w 86946"/>
                <a:gd name="csY175" fmla="*/ 85991 h 118476"/>
                <a:gd name="csX176" fmla="*/ 26753 w 86946"/>
                <a:gd name="csY176" fmla="*/ 84558 h 118476"/>
                <a:gd name="csX177" fmla="*/ 32008 w 86946"/>
                <a:gd name="csY177" fmla="*/ 82647 h 118476"/>
                <a:gd name="csX178" fmla="*/ 29141 w 86946"/>
                <a:gd name="csY178" fmla="*/ 81692 h 118476"/>
                <a:gd name="csX179" fmla="*/ 28186 w 86946"/>
                <a:gd name="csY179" fmla="*/ 80736 h 118476"/>
                <a:gd name="csX180" fmla="*/ 25797 w 86946"/>
                <a:gd name="csY180" fmla="*/ 83125 h 118476"/>
                <a:gd name="csX181" fmla="*/ 24364 w 86946"/>
                <a:gd name="csY181" fmla="*/ 84080 h 118476"/>
                <a:gd name="csX182" fmla="*/ 20064 w 86946"/>
                <a:gd name="csY182" fmla="*/ 84558 h 118476"/>
                <a:gd name="csX183" fmla="*/ 18631 w 86946"/>
                <a:gd name="csY183" fmla="*/ 84558 h 118476"/>
                <a:gd name="csX184" fmla="*/ 16721 w 86946"/>
                <a:gd name="csY184" fmla="*/ 83603 h 118476"/>
                <a:gd name="csX185" fmla="*/ 16243 w 86946"/>
                <a:gd name="csY185" fmla="*/ 84080 h 118476"/>
                <a:gd name="csX186" fmla="*/ 15287 w 86946"/>
                <a:gd name="csY186" fmla="*/ 84558 h 118476"/>
                <a:gd name="csX187" fmla="*/ 12421 w 86946"/>
                <a:gd name="csY187" fmla="*/ 85991 h 118476"/>
                <a:gd name="csX188" fmla="*/ 9555 w 86946"/>
                <a:gd name="csY188" fmla="*/ 85991 h 118476"/>
                <a:gd name="csX189" fmla="*/ 12898 w 86946"/>
                <a:gd name="csY189" fmla="*/ 83603 h 118476"/>
                <a:gd name="csX190" fmla="*/ 17676 w 86946"/>
                <a:gd name="csY190" fmla="*/ 79781 h 118476"/>
                <a:gd name="csX191" fmla="*/ 18631 w 86946"/>
                <a:gd name="csY191" fmla="*/ 78348 h 118476"/>
                <a:gd name="csX192" fmla="*/ 20064 w 86946"/>
                <a:gd name="csY192" fmla="*/ 76437 h 118476"/>
                <a:gd name="csX193" fmla="*/ 19587 w 86946"/>
                <a:gd name="csY193" fmla="*/ 75481 h 118476"/>
                <a:gd name="csX194" fmla="*/ 18631 w 86946"/>
                <a:gd name="csY194" fmla="*/ 75004 h 118476"/>
                <a:gd name="csX195" fmla="*/ 21975 w 86946"/>
                <a:gd name="csY195" fmla="*/ 70226 h 118476"/>
                <a:gd name="csX196" fmla="*/ 22931 w 86946"/>
                <a:gd name="csY196" fmla="*/ 69271 h 118476"/>
                <a:gd name="csX197" fmla="*/ 24842 w 86946"/>
                <a:gd name="csY197" fmla="*/ 69271 h 118476"/>
                <a:gd name="csX198" fmla="*/ 26753 w 86946"/>
                <a:gd name="csY198" fmla="*/ 68793 h 118476"/>
                <a:gd name="csX199" fmla="*/ 27230 w 86946"/>
                <a:gd name="csY199" fmla="*/ 68793 h 118476"/>
                <a:gd name="csX200" fmla="*/ 27708 w 86946"/>
                <a:gd name="csY200" fmla="*/ 68315 h 118476"/>
                <a:gd name="csX201" fmla="*/ 29141 w 86946"/>
                <a:gd name="csY201" fmla="*/ 66882 h 118476"/>
                <a:gd name="csX202" fmla="*/ 27230 w 86946"/>
                <a:gd name="csY202" fmla="*/ 65927 h 118476"/>
                <a:gd name="csX203" fmla="*/ 24842 w 86946"/>
                <a:gd name="csY203" fmla="*/ 65449 h 118476"/>
                <a:gd name="csX204" fmla="*/ 18631 w 86946"/>
                <a:gd name="csY204" fmla="*/ 65927 h 118476"/>
                <a:gd name="csX205" fmla="*/ 17676 w 86946"/>
                <a:gd name="csY205" fmla="*/ 65927 h 118476"/>
                <a:gd name="csX206" fmla="*/ 16721 w 86946"/>
                <a:gd name="csY206" fmla="*/ 65449 h 118476"/>
                <a:gd name="csX207" fmla="*/ 16243 w 86946"/>
                <a:gd name="csY207" fmla="*/ 64971 h 118476"/>
                <a:gd name="csX208" fmla="*/ 15765 w 86946"/>
                <a:gd name="csY208" fmla="*/ 63538 h 118476"/>
                <a:gd name="csX209" fmla="*/ 15287 w 86946"/>
                <a:gd name="csY209" fmla="*/ 63060 h 118476"/>
                <a:gd name="csX210" fmla="*/ 13854 w 86946"/>
                <a:gd name="csY210" fmla="*/ 63060 h 118476"/>
                <a:gd name="csX211" fmla="*/ 12421 w 86946"/>
                <a:gd name="csY211" fmla="*/ 63538 h 118476"/>
                <a:gd name="csX212" fmla="*/ 11465 w 86946"/>
                <a:gd name="csY212" fmla="*/ 63538 h 118476"/>
                <a:gd name="csX213" fmla="*/ 10510 w 86946"/>
                <a:gd name="csY213" fmla="*/ 63060 h 118476"/>
                <a:gd name="csX214" fmla="*/ 11943 w 86946"/>
                <a:gd name="csY214" fmla="*/ 61149 h 118476"/>
                <a:gd name="csX215" fmla="*/ 10032 w 86946"/>
                <a:gd name="csY215" fmla="*/ 60672 h 118476"/>
                <a:gd name="csX216" fmla="*/ 7644 w 86946"/>
                <a:gd name="csY216" fmla="*/ 61149 h 118476"/>
                <a:gd name="csX217" fmla="*/ 6210 w 86946"/>
                <a:gd name="csY217" fmla="*/ 60672 h 118476"/>
                <a:gd name="csX218" fmla="*/ 6210 w 86946"/>
                <a:gd name="csY218" fmla="*/ 59716 h 118476"/>
                <a:gd name="csX219" fmla="*/ 6688 w 86946"/>
                <a:gd name="csY219" fmla="*/ 58761 h 118476"/>
                <a:gd name="csX220" fmla="*/ 5733 w 86946"/>
                <a:gd name="csY220" fmla="*/ 57805 h 118476"/>
                <a:gd name="csX221" fmla="*/ 5733 w 86946"/>
                <a:gd name="csY221" fmla="*/ 56372 h 118476"/>
                <a:gd name="csX222" fmla="*/ 6688 w 86946"/>
                <a:gd name="csY222" fmla="*/ 55894 h 118476"/>
                <a:gd name="csX223" fmla="*/ 8121 w 86946"/>
                <a:gd name="csY223" fmla="*/ 56372 h 118476"/>
                <a:gd name="csX224" fmla="*/ 10510 w 86946"/>
                <a:gd name="csY224" fmla="*/ 55417 h 118476"/>
                <a:gd name="csX225" fmla="*/ 13376 w 86946"/>
                <a:gd name="csY225" fmla="*/ 54939 h 118476"/>
                <a:gd name="csX226" fmla="*/ 10988 w 86946"/>
                <a:gd name="csY226" fmla="*/ 53984 h 118476"/>
                <a:gd name="csX227" fmla="*/ 9555 w 86946"/>
                <a:gd name="csY227" fmla="*/ 53028 h 118476"/>
                <a:gd name="csX228" fmla="*/ 9555 w 86946"/>
                <a:gd name="csY228" fmla="*/ 52072 h 118476"/>
                <a:gd name="csX229" fmla="*/ 10032 w 86946"/>
                <a:gd name="csY229" fmla="*/ 51117 h 118476"/>
                <a:gd name="csX230" fmla="*/ 12898 w 86946"/>
                <a:gd name="csY230" fmla="*/ 49206 h 118476"/>
                <a:gd name="csX231" fmla="*/ 16243 w 86946"/>
                <a:gd name="csY231" fmla="*/ 48728 h 118476"/>
                <a:gd name="csX232" fmla="*/ 16243 w 86946"/>
                <a:gd name="csY232" fmla="*/ 47773 h 118476"/>
                <a:gd name="csX233" fmla="*/ 16243 w 86946"/>
                <a:gd name="csY233" fmla="*/ 46340 h 118476"/>
                <a:gd name="csX234" fmla="*/ 12898 w 86946"/>
                <a:gd name="csY234" fmla="*/ 45862 h 118476"/>
                <a:gd name="csX235" fmla="*/ 9555 w 86946"/>
                <a:gd name="csY235" fmla="*/ 46818 h 118476"/>
                <a:gd name="csX236" fmla="*/ 10032 w 86946"/>
                <a:gd name="csY236" fmla="*/ 44429 h 118476"/>
                <a:gd name="csX237" fmla="*/ 10988 w 86946"/>
                <a:gd name="csY237" fmla="*/ 42518 h 118476"/>
                <a:gd name="csX238" fmla="*/ 10988 w 86946"/>
                <a:gd name="csY238" fmla="*/ 41085 h 118476"/>
                <a:gd name="csX239" fmla="*/ 10988 w 86946"/>
                <a:gd name="csY239" fmla="*/ 39652 h 118476"/>
                <a:gd name="csX240" fmla="*/ 9077 w 86946"/>
                <a:gd name="csY240" fmla="*/ 40607 h 118476"/>
                <a:gd name="csX241" fmla="*/ 9077 w 86946"/>
                <a:gd name="csY241" fmla="*/ 38218 h 118476"/>
                <a:gd name="csX242" fmla="*/ 8599 w 86946"/>
                <a:gd name="csY242" fmla="*/ 36785 h 118476"/>
                <a:gd name="csX243" fmla="*/ 6210 w 86946"/>
                <a:gd name="csY243" fmla="*/ 37741 h 118476"/>
                <a:gd name="csX244" fmla="*/ 6210 w 86946"/>
                <a:gd name="csY244" fmla="*/ 35830 h 118476"/>
                <a:gd name="csX245" fmla="*/ 6688 w 86946"/>
                <a:gd name="csY245" fmla="*/ 34874 h 118476"/>
                <a:gd name="csX246" fmla="*/ 8121 w 86946"/>
                <a:gd name="csY246" fmla="*/ 33919 h 118476"/>
                <a:gd name="csX247" fmla="*/ 9077 w 86946"/>
                <a:gd name="csY247" fmla="*/ 34397 h 118476"/>
                <a:gd name="csX248" fmla="*/ 11465 w 86946"/>
                <a:gd name="csY248" fmla="*/ 34397 h 118476"/>
                <a:gd name="csX249" fmla="*/ 13376 w 86946"/>
                <a:gd name="csY249" fmla="*/ 33441 h 118476"/>
                <a:gd name="csX250" fmla="*/ 16721 w 86946"/>
                <a:gd name="csY250" fmla="*/ 32963 h 118476"/>
                <a:gd name="csX251" fmla="*/ 21498 w 86946"/>
                <a:gd name="csY251" fmla="*/ 33441 h 118476"/>
                <a:gd name="csX252" fmla="*/ 24842 w 86946"/>
                <a:gd name="csY252" fmla="*/ 36307 h 118476"/>
                <a:gd name="csX253" fmla="*/ 25797 w 86946"/>
                <a:gd name="csY253" fmla="*/ 35830 h 118476"/>
                <a:gd name="csX254" fmla="*/ 27230 w 86946"/>
                <a:gd name="csY254" fmla="*/ 33919 h 118476"/>
                <a:gd name="csX255" fmla="*/ 27708 w 86946"/>
                <a:gd name="csY255" fmla="*/ 33919 h 118476"/>
                <a:gd name="csX256" fmla="*/ 32963 w 86946"/>
                <a:gd name="csY256" fmla="*/ 34397 h 118476"/>
                <a:gd name="csX257" fmla="*/ 35830 w 86946"/>
                <a:gd name="csY257" fmla="*/ 35352 h 118476"/>
                <a:gd name="csX258" fmla="*/ 36785 w 86946"/>
                <a:gd name="csY258" fmla="*/ 35352 h 118476"/>
                <a:gd name="csX259" fmla="*/ 36307 w 86946"/>
                <a:gd name="csY259" fmla="*/ 33441 h 118476"/>
                <a:gd name="csX260" fmla="*/ 35352 w 86946"/>
                <a:gd name="csY260" fmla="*/ 32008 h 118476"/>
                <a:gd name="csX261" fmla="*/ 36785 w 86946"/>
                <a:gd name="csY261" fmla="*/ 30097 h 118476"/>
                <a:gd name="csX262" fmla="*/ 38218 w 86946"/>
                <a:gd name="csY262" fmla="*/ 29142 h 118476"/>
                <a:gd name="csX263" fmla="*/ 39174 w 86946"/>
                <a:gd name="csY263" fmla="*/ 28186 h 118476"/>
                <a:gd name="csX264" fmla="*/ 42040 w 86946"/>
                <a:gd name="csY264" fmla="*/ 27708 h 118476"/>
                <a:gd name="csX265" fmla="*/ 42996 w 86946"/>
                <a:gd name="csY265" fmla="*/ 26753 h 118476"/>
                <a:gd name="csX266" fmla="*/ 43951 w 86946"/>
                <a:gd name="csY266" fmla="*/ 24842 h 118476"/>
                <a:gd name="csX267" fmla="*/ 44906 w 86946"/>
                <a:gd name="csY267" fmla="*/ 22931 h 118476"/>
                <a:gd name="csX268" fmla="*/ 38696 w 86946"/>
                <a:gd name="csY268" fmla="*/ 23886 h 118476"/>
                <a:gd name="csX269" fmla="*/ 32486 w 86946"/>
                <a:gd name="csY269" fmla="*/ 21498 h 118476"/>
                <a:gd name="csX270" fmla="*/ 33441 w 86946"/>
                <a:gd name="csY270" fmla="*/ 20065 h 118476"/>
                <a:gd name="csX271" fmla="*/ 34874 w 86946"/>
                <a:gd name="csY271" fmla="*/ 19109 h 118476"/>
                <a:gd name="csX272" fmla="*/ 36785 w 86946"/>
                <a:gd name="csY272" fmla="*/ 18154 h 118476"/>
                <a:gd name="csX273" fmla="*/ 37263 w 86946"/>
                <a:gd name="csY273" fmla="*/ 17198 h 118476"/>
                <a:gd name="csX274" fmla="*/ 38218 w 86946"/>
                <a:gd name="csY274" fmla="*/ 16721 h 118476"/>
                <a:gd name="csX275" fmla="*/ 40129 w 86946"/>
                <a:gd name="csY275" fmla="*/ 14810 h 118476"/>
                <a:gd name="csX276" fmla="*/ 39651 w 86946"/>
                <a:gd name="csY276" fmla="*/ 12421 h 118476"/>
                <a:gd name="csX277" fmla="*/ 39651 w 86946"/>
                <a:gd name="csY277" fmla="*/ 10988 h 118476"/>
                <a:gd name="csX278" fmla="*/ 41085 w 86946"/>
                <a:gd name="csY278" fmla="*/ 9555 h 118476"/>
                <a:gd name="csX279" fmla="*/ 41562 w 86946"/>
                <a:gd name="csY279" fmla="*/ 8121 h 118476"/>
                <a:gd name="csX280" fmla="*/ 42040 w 86946"/>
                <a:gd name="csY280" fmla="*/ 6688 h 118476"/>
                <a:gd name="csX281" fmla="*/ 44906 w 86946"/>
                <a:gd name="csY281" fmla="*/ 6211 h 118476"/>
                <a:gd name="csX282" fmla="*/ 47295 w 86946"/>
                <a:gd name="csY282" fmla="*/ 5255 h 118476"/>
                <a:gd name="csX283" fmla="*/ 48251 w 86946"/>
                <a:gd name="csY283" fmla="*/ 5255 h 118476"/>
                <a:gd name="csX284" fmla="*/ 51595 w 86946"/>
                <a:gd name="csY284" fmla="*/ 5255 h 118476"/>
                <a:gd name="csX285" fmla="*/ 52550 w 86946"/>
                <a:gd name="csY285" fmla="*/ 5733 h 118476"/>
                <a:gd name="csX286" fmla="*/ 52072 w 86946"/>
                <a:gd name="csY286" fmla="*/ 3344 h 118476"/>
                <a:gd name="csX287" fmla="*/ 53983 w 86946"/>
                <a:gd name="csY287" fmla="*/ 3344 h 118476"/>
                <a:gd name="csX288" fmla="*/ 54939 w 86946"/>
                <a:gd name="csY288" fmla="*/ 3822 h 118476"/>
                <a:gd name="csX289" fmla="*/ 55416 w 86946"/>
                <a:gd name="csY289" fmla="*/ 5255 h 118476"/>
                <a:gd name="csX290" fmla="*/ 55894 w 86946"/>
                <a:gd name="csY290" fmla="*/ 6211 h 118476"/>
                <a:gd name="csX291" fmla="*/ 56372 w 86946"/>
                <a:gd name="csY291" fmla="*/ 7644 h 118476"/>
                <a:gd name="csX292" fmla="*/ 55894 w 86946"/>
                <a:gd name="csY292" fmla="*/ 8599 h 118476"/>
                <a:gd name="csX293" fmla="*/ 54939 w 86946"/>
                <a:gd name="csY293" fmla="*/ 9555 h 118476"/>
                <a:gd name="csX294" fmla="*/ 55894 w 86946"/>
                <a:gd name="csY294" fmla="*/ 10510 h 118476"/>
                <a:gd name="csX295" fmla="*/ 54461 w 86946"/>
                <a:gd name="csY295" fmla="*/ 12421 h 118476"/>
                <a:gd name="csX296" fmla="*/ 55894 w 86946"/>
                <a:gd name="csY296" fmla="*/ 11465 h 118476"/>
                <a:gd name="csX297" fmla="*/ 57805 w 86946"/>
                <a:gd name="csY297" fmla="*/ 10032 h 118476"/>
                <a:gd name="csX298" fmla="*/ 57805 w 86946"/>
                <a:gd name="csY298" fmla="*/ 8599 h 118476"/>
                <a:gd name="csX299" fmla="*/ 57328 w 86946"/>
                <a:gd name="csY299" fmla="*/ 6688 h 118476"/>
                <a:gd name="csX300" fmla="*/ 56850 w 86946"/>
                <a:gd name="csY300" fmla="*/ 5255 h 118476"/>
                <a:gd name="csX301" fmla="*/ 57328 w 86946"/>
                <a:gd name="csY301" fmla="*/ 3344 h 118476"/>
                <a:gd name="csX302" fmla="*/ 58283 w 86946"/>
                <a:gd name="csY302" fmla="*/ 2389 h 118476"/>
                <a:gd name="csX303" fmla="*/ 61627 w 86946"/>
                <a:gd name="csY303" fmla="*/ 1911 h 118476"/>
                <a:gd name="csX304" fmla="*/ 60194 w 86946"/>
                <a:gd name="csY304" fmla="*/ 0 h 118476"/>
                <a:gd name="csX305" fmla="*/ 61149 w 86946"/>
                <a:gd name="csY305" fmla="*/ 0 h 118476"/>
                <a:gd name="csX306" fmla="*/ 62582 w 86946"/>
                <a:gd name="csY306" fmla="*/ 0 h 118476"/>
                <a:gd name="csX307" fmla="*/ 64493 w 86946"/>
                <a:gd name="csY307" fmla="*/ 1911 h 118476"/>
                <a:gd name="csX308" fmla="*/ 66404 w 86946"/>
                <a:gd name="csY308" fmla="*/ 2866 h 118476"/>
                <a:gd name="csX309" fmla="*/ 68315 w 86946"/>
                <a:gd name="csY309" fmla="*/ 3822 h 118476"/>
                <a:gd name="csX310" fmla="*/ 66404 w 86946"/>
                <a:gd name="csY310" fmla="*/ 5733 h 118476"/>
                <a:gd name="csX311" fmla="*/ 64016 w 86946"/>
                <a:gd name="csY311" fmla="*/ 7166 h 118476"/>
                <a:gd name="csX312" fmla="*/ 63060 w 86946"/>
                <a:gd name="csY312" fmla="*/ 8599 h 1184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</a:cxnLst>
              <a:rect l="l" t="t" r="r" b="b"/>
              <a:pathLst>
                <a:path w="86946" h="118476">
                  <a:moveTo>
                    <a:pt x="63060" y="8599"/>
                  </a:moveTo>
                  <a:lnTo>
                    <a:pt x="60194" y="10510"/>
                  </a:lnTo>
                  <a:lnTo>
                    <a:pt x="59238" y="11465"/>
                  </a:lnTo>
                  <a:lnTo>
                    <a:pt x="58761" y="14332"/>
                  </a:lnTo>
                  <a:lnTo>
                    <a:pt x="58283" y="15287"/>
                  </a:lnTo>
                  <a:lnTo>
                    <a:pt x="57328" y="16721"/>
                  </a:lnTo>
                  <a:lnTo>
                    <a:pt x="56372" y="18631"/>
                  </a:lnTo>
                  <a:lnTo>
                    <a:pt x="55894" y="19109"/>
                  </a:lnTo>
                  <a:lnTo>
                    <a:pt x="55416" y="19587"/>
                  </a:lnTo>
                  <a:lnTo>
                    <a:pt x="53505" y="20065"/>
                  </a:lnTo>
                  <a:lnTo>
                    <a:pt x="53028" y="20542"/>
                  </a:lnTo>
                  <a:lnTo>
                    <a:pt x="51595" y="20542"/>
                  </a:lnTo>
                  <a:lnTo>
                    <a:pt x="51595" y="20542"/>
                  </a:lnTo>
                  <a:lnTo>
                    <a:pt x="50162" y="20542"/>
                  </a:lnTo>
                  <a:lnTo>
                    <a:pt x="49206" y="21020"/>
                  </a:lnTo>
                  <a:lnTo>
                    <a:pt x="49206" y="21498"/>
                  </a:lnTo>
                  <a:lnTo>
                    <a:pt x="49684" y="21976"/>
                  </a:lnTo>
                  <a:lnTo>
                    <a:pt x="51117" y="22931"/>
                  </a:lnTo>
                  <a:lnTo>
                    <a:pt x="51117" y="22931"/>
                  </a:lnTo>
                  <a:lnTo>
                    <a:pt x="52550" y="23409"/>
                  </a:lnTo>
                  <a:lnTo>
                    <a:pt x="52550" y="24364"/>
                  </a:lnTo>
                  <a:lnTo>
                    <a:pt x="52550" y="24364"/>
                  </a:lnTo>
                  <a:lnTo>
                    <a:pt x="51595" y="24842"/>
                  </a:lnTo>
                  <a:lnTo>
                    <a:pt x="46817" y="26753"/>
                  </a:lnTo>
                  <a:lnTo>
                    <a:pt x="45384" y="27708"/>
                  </a:lnTo>
                  <a:lnTo>
                    <a:pt x="44906" y="28664"/>
                  </a:lnTo>
                  <a:lnTo>
                    <a:pt x="45384" y="29619"/>
                  </a:lnTo>
                  <a:lnTo>
                    <a:pt x="49206" y="33441"/>
                  </a:lnTo>
                  <a:lnTo>
                    <a:pt x="49206" y="33441"/>
                  </a:lnTo>
                  <a:lnTo>
                    <a:pt x="49684" y="33919"/>
                  </a:lnTo>
                  <a:lnTo>
                    <a:pt x="49684" y="33919"/>
                  </a:lnTo>
                  <a:lnTo>
                    <a:pt x="50639" y="35830"/>
                  </a:lnTo>
                  <a:lnTo>
                    <a:pt x="53983" y="36785"/>
                  </a:lnTo>
                  <a:lnTo>
                    <a:pt x="55416" y="38218"/>
                  </a:lnTo>
                  <a:lnTo>
                    <a:pt x="56850" y="38696"/>
                  </a:lnTo>
                  <a:lnTo>
                    <a:pt x="59238" y="38696"/>
                  </a:lnTo>
                  <a:lnTo>
                    <a:pt x="60194" y="39174"/>
                  </a:lnTo>
                  <a:lnTo>
                    <a:pt x="61149" y="38696"/>
                  </a:lnTo>
                  <a:lnTo>
                    <a:pt x="61149" y="37741"/>
                  </a:lnTo>
                  <a:lnTo>
                    <a:pt x="63538" y="35830"/>
                  </a:lnTo>
                  <a:lnTo>
                    <a:pt x="63538" y="35830"/>
                  </a:lnTo>
                  <a:lnTo>
                    <a:pt x="64493" y="35352"/>
                  </a:lnTo>
                  <a:lnTo>
                    <a:pt x="64016" y="34397"/>
                  </a:lnTo>
                  <a:lnTo>
                    <a:pt x="63538" y="33441"/>
                  </a:lnTo>
                  <a:lnTo>
                    <a:pt x="64971" y="31530"/>
                  </a:lnTo>
                  <a:lnTo>
                    <a:pt x="66404" y="30097"/>
                  </a:lnTo>
                  <a:lnTo>
                    <a:pt x="67360" y="30097"/>
                  </a:lnTo>
                  <a:lnTo>
                    <a:pt x="68793" y="31052"/>
                  </a:lnTo>
                  <a:lnTo>
                    <a:pt x="69748" y="32486"/>
                  </a:lnTo>
                  <a:lnTo>
                    <a:pt x="70226" y="33441"/>
                  </a:lnTo>
                  <a:lnTo>
                    <a:pt x="70226" y="34397"/>
                  </a:lnTo>
                  <a:lnTo>
                    <a:pt x="71182" y="35830"/>
                  </a:lnTo>
                  <a:lnTo>
                    <a:pt x="72137" y="36785"/>
                  </a:lnTo>
                  <a:lnTo>
                    <a:pt x="74048" y="36785"/>
                  </a:lnTo>
                  <a:lnTo>
                    <a:pt x="74526" y="37741"/>
                  </a:lnTo>
                  <a:lnTo>
                    <a:pt x="74048" y="40129"/>
                  </a:lnTo>
                  <a:lnTo>
                    <a:pt x="74526" y="41085"/>
                  </a:lnTo>
                  <a:lnTo>
                    <a:pt x="76437" y="41085"/>
                  </a:lnTo>
                  <a:lnTo>
                    <a:pt x="78347" y="40607"/>
                  </a:lnTo>
                  <a:lnTo>
                    <a:pt x="79303" y="40607"/>
                  </a:lnTo>
                  <a:lnTo>
                    <a:pt x="80258" y="40129"/>
                  </a:lnTo>
                  <a:lnTo>
                    <a:pt x="81214" y="39652"/>
                  </a:lnTo>
                  <a:lnTo>
                    <a:pt x="83125" y="40129"/>
                  </a:lnTo>
                  <a:lnTo>
                    <a:pt x="83125" y="40129"/>
                  </a:lnTo>
                  <a:lnTo>
                    <a:pt x="83603" y="41085"/>
                  </a:lnTo>
                  <a:lnTo>
                    <a:pt x="84080" y="42040"/>
                  </a:lnTo>
                  <a:lnTo>
                    <a:pt x="82647" y="42518"/>
                  </a:lnTo>
                  <a:lnTo>
                    <a:pt x="81214" y="42518"/>
                  </a:lnTo>
                  <a:lnTo>
                    <a:pt x="80258" y="42996"/>
                  </a:lnTo>
                  <a:lnTo>
                    <a:pt x="80258" y="44429"/>
                  </a:lnTo>
                  <a:lnTo>
                    <a:pt x="80736" y="46340"/>
                  </a:lnTo>
                  <a:lnTo>
                    <a:pt x="81692" y="47773"/>
                  </a:lnTo>
                  <a:lnTo>
                    <a:pt x="82647" y="50639"/>
                  </a:lnTo>
                  <a:lnTo>
                    <a:pt x="83603" y="53506"/>
                  </a:lnTo>
                  <a:lnTo>
                    <a:pt x="84558" y="55894"/>
                  </a:lnTo>
                  <a:lnTo>
                    <a:pt x="84558" y="58283"/>
                  </a:lnTo>
                  <a:lnTo>
                    <a:pt x="84558" y="59238"/>
                  </a:lnTo>
                  <a:lnTo>
                    <a:pt x="84558" y="61149"/>
                  </a:lnTo>
                  <a:lnTo>
                    <a:pt x="84080" y="62105"/>
                  </a:lnTo>
                  <a:lnTo>
                    <a:pt x="84558" y="64016"/>
                  </a:lnTo>
                  <a:lnTo>
                    <a:pt x="85991" y="68315"/>
                  </a:lnTo>
                  <a:lnTo>
                    <a:pt x="86469" y="70704"/>
                  </a:lnTo>
                  <a:lnTo>
                    <a:pt x="86947" y="75481"/>
                  </a:lnTo>
                  <a:lnTo>
                    <a:pt x="85991" y="77392"/>
                  </a:lnTo>
                  <a:lnTo>
                    <a:pt x="84558" y="78825"/>
                  </a:lnTo>
                  <a:lnTo>
                    <a:pt x="84080" y="81214"/>
                  </a:lnTo>
                  <a:lnTo>
                    <a:pt x="83125" y="83125"/>
                  </a:lnTo>
                  <a:lnTo>
                    <a:pt x="83125" y="86947"/>
                  </a:lnTo>
                  <a:lnTo>
                    <a:pt x="80258" y="91246"/>
                  </a:lnTo>
                  <a:lnTo>
                    <a:pt x="79303" y="92202"/>
                  </a:lnTo>
                  <a:lnTo>
                    <a:pt x="77870" y="92679"/>
                  </a:lnTo>
                  <a:lnTo>
                    <a:pt x="80736" y="95546"/>
                  </a:lnTo>
                  <a:lnTo>
                    <a:pt x="78347" y="96979"/>
                  </a:lnTo>
                  <a:lnTo>
                    <a:pt x="75959" y="97457"/>
                  </a:lnTo>
                  <a:lnTo>
                    <a:pt x="73570" y="96501"/>
                  </a:lnTo>
                  <a:lnTo>
                    <a:pt x="71659" y="96979"/>
                  </a:lnTo>
                  <a:lnTo>
                    <a:pt x="70226" y="97935"/>
                  </a:lnTo>
                  <a:lnTo>
                    <a:pt x="69748" y="98412"/>
                  </a:lnTo>
                  <a:lnTo>
                    <a:pt x="69271" y="97935"/>
                  </a:lnTo>
                  <a:lnTo>
                    <a:pt x="68315" y="95546"/>
                  </a:lnTo>
                  <a:lnTo>
                    <a:pt x="67360" y="97935"/>
                  </a:lnTo>
                  <a:lnTo>
                    <a:pt x="65927" y="98890"/>
                  </a:lnTo>
                  <a:lnTo>
                    <a:pt x="63060" y="98890"/>
                  </a:lnTo>
                  <a:lnTo>
                    <a:pt x="58761" y="99368"/>
                  </a:lnTo>
                  <a:lnTo>
                    <a:pt x="56850" y="100323"/>
                  </a:lnTo>
                  <a:lnTo>
                    <a:pt x="56372" y="101279"/>
                  </a:lnTo>
                  <a:lnTo>
                    <a:pt x="55894" y="102234"/>
                  </a:lnTo>
                  <a:lnTo>
                    <a:pt x="54939" y="103190"/>
                  </a:lnTo>
                  <a:lnTo>
                    <a:pt x="54461" y="103667"/>
                  </a:lnTo>
                  <a:lnTo>
                    <a:pt x="50639" y="104623"/>
                  </a:lnTo>
                  <a:lnTo>
                    <a:pt x="50162" y="105100"/>
                  </a:lnTo>
                  <a:lnTo>
                    <a:pt x="48728" y="107011"/>
                  </a:lnTo>
                  <a:lnTo>
                    <a:pt x="46340" y="107967"/>
                  </a:lnTo>
                  <a:lnTo>
                    <a:pt x="44906" y="108445"/>
                  </a:lnTo>
                  <a:lnTo>
                    <a:pt x="42996" y="107489"/>
                  </a:lnTo>
                  <a:lnTo>
                    <a:pt x="42518" y="106534"/>
                  </a:lnTo>
                  <a:lnTo>
                    <a:pt x="42040" y="106056"/>
                  </a:lnTo>
                  <a:lnTo>
                    <a:pt x="39651" y="106534"/>
                  </a:lnTo>
                  <a:lnTo>
                    <a:pt x="40129" y="106534"/>
                  </a:lnTo>
                  <a:lnTo>
                    <a:pt x="40607" y="107489"/>
                  </a:lnTo>
                  <a:lnTo>
                    <a:pt x="41085" y="108922"/>
                  </a:lnTo>
                  <a:lnTo>
                    <a:pt x="40607" y="110833"/>
                  </a:lnTo>
                  <a:lnTo>
                    <a:pt x="39651" y="111311"/>
                  </a:lnTo>
                  <a:lnTo>
                    <a:pt x="38218" y="111789"/>
                  </a:lnTo>
                  <a:lnTo>
                    <a:pt x="35830" y="113222"/>
                  </a:lnTo>
                  <a:lnTo>
                    <a:pt x="32963" y="113700"/>
                  </a:lnTo>
                  <a:lnTo>
                    <a:pt x="31530" y="115133"/>
                  </a:lnTo>
                  <a:lnTo>
                    <a:pt x="21975" y="117999"/>
                  </a:lnTo>
                  <a:lnTo>
                    <a:pt x="21498" y="117999"/>
                  </a:lnTo>
                  <a:lnTo>
                    <a:pt x="20064" y="117044"/>
                  </a:lnTo>
                  <a:lnTo>
                    <a:pt x="18631" y="117044"/>
                  </a:lnTo>
                  <a:lnTo>
                    <a:pt x="17198" y="117044"/>
                  </a:lnTo>
                  <a:lnTo>
                    <a:pt x="13376" y="118477"/>
                  </a:lnTo>
                  <a:lnTo>
                    <a:pt x="10988" y="117999"/>
                  </a:lnTo>
                  <a:lnTo>
                    <a:pt x="13854" y="114655"/>
                  </a:lnTo>
                  <a:lnTo>
                    <a:pt x="17198" y="112744"/>
                  </a:lnTo>
                  <a:lnTo>
                    <a:pt x="17198" y="112266"/>
                  </a:lnTo>
                  <a:lnTo>
                    <a:pt x="16243" y="112266"/>
                  </a:lnTo>
                  <a:lnTo>
                    <a:pt x="10032" y="113222"/>
                  </a:lnTo>
                  <a:lnTo>
                    <a:pt x="7644" y="114655"/>
                  </a:lnTo>
                  <a:lnTo>
                    <a:pt x="5733" y="114655"/>
                  </a:lnTo>
                  <a:lnTo>
                    <a:pt x="6688" y="113222"/>
                  </a:lnTo>
                  <a:lnTo>
                    <a:pt x="9555" y="110833"/>
                  </a:lnTo>
                  <a:lnTo>
                    <a:pt x="10988" y="109878"/>
                  </a:lnTo>
                  <a:lnTo>
                    <a:pt x="11943" y="109400"/>
                  </a:lnTo>
                  <a:lnTo>
                    <a:pt x="12898" y="108445"/>
                  </a:lnTo>
                  <a:lnTo>
                    <a:pt x="15765" y="106534"/>
                  </a:lnTo>
                  <a:lnTo>
                    <a:pt x="6210" y="109878"/>
                  </a:lnTo>
                  <a:lnTo>
                    <a:pt x="3822" y="109400"/>
                  </a:lnTo>
                  <a:lnTo>
                    <a:pt x="3344" y="108445"/>
                  </a:lnTo>
                  <a:lnTo>
                    <a:pt x="955" y="108922"/>
                  </a:lnTo>
                  <a:lnTo>
                    <a:pt x="478" y="107011"/>
                  </a:lnTo>
                  <a:lnTo>
                    <a:pt x="3344" y="103667"/>
                  </a:lnTo>
                  <a:lnTo>
                    <a:pt x="5255" y="102234"/>
                  </a:lnTo>
                  <a:lnTo>
                    <a:pt x="7166" y="101756"/>
                  </a:lnTo>
                  <a:lnTo>
                    <a:pt x="9077" y="100801"/>
                  </a:lnTo>
                  <a:lnTo>
                    <a:pt x="9555" y="99368"/>
                  </a:lnTo>
                  <a:lnTo>
                    <a:pt x="8599" y="98890"/>
                  </a:lnTo>
                  <a:lnTo>
                    <a:pt x="2866" y="99368"/>
                  </a:lnTo>
                  <a:lnTo>
                    <a:pt x="0" y="98890"/>
                  </a:lnTo>
                  <a:lnTo>
                    <a:pt x="478" y="97935"/>
                  </a:lnTo>
                  <a:lnTo>
                    <a:pt x="955" y="96979"/>
                  </a:lnTo>
                  <a:lnTo>
                    <a:pt x="3822" y="95068"/>
                  </a:lnTo>
                  <a:lnTo>
                    <a:pt x="5255" y="94591"/>
                  </a:lnTo>
                  <a:lnTo>
                    <a:pt x="6688" y="95068"/>
                  </a:lnTo>
                  <a:lnTo>
                    <a:pt x="8121" y="95546"/>
                  </a:lnTo>
                  <a:lnTo>
                    <a:pt x="9077" y="96024"/>
                  </a:lnTo>
                  <a:lnTo>
                    <a:pt x="12421" y="95546"/>
                  </a:lnTo>
                  <a:lnTo>
                    <a:pt x="10988" y="94591"/>
                  </a:lnTo>
                  <a:lnTo>
                    <a:pt x="10988" y="91724"/>
                  </a:lnTo>
                  <a:lnTo>
                    <a:pt x="9555" y="91246"/>
                  </a:lnTo>
                  <a:lnTo>
                    <a:pt x="10988" y="89813"/>
                  </a:lnTo>
                  <a:lnTo>
                    <a:pt x="12421" y="89335"/>
                  </a:lnTo>
                  <a:lnTo>
                    <a:pt x="15287" y="86947"/>
                  </a:lnTo>
                  <a:lnTo>
                    <a:pt x="16243" y="86469"/>
                  </a:lnTo>
                  <a:lnTo>
                    <a:pt x="21020" y="85991"/>
                  </a:lnTo>
                  <a:lnTo>
                    <a:pt x="26753" y="84558"/>
                  </a:lnTo>
                  <a:lnTo>
                    <a:pt x="32008" y="82647"/>
                  </a:lnTo>
                  <a:lnTo>
                    <a:pt x="29141" y="81692"/>
                  </a:lnTo>
                  <a:lnTo>
                    <a:pt x="28186" y="80736"/>
                  </a:lnTo>
                  <a:lnTo>
                    <a:pt x="25797" y="83125"/>
                  </a:lnTo>
                  <a:lnTo>
                    <a:pt x="24364" y="84080"/>
                  </a:lnTo>
                  <a:lnTo>
                    <a:pt x="20064" y="84558"/>
                  </a:lnTo>
                  <a:lnTo>
                    <a:pt x="18631" y="84558"/>
                  </a:lnTo>
                  <a:lnTo>
                    <a:pt x="16721" y="83603"/>
                  </a:lnTo>
                  <a:lnTo>
                    <a:pt x="16243" y="84080"/>
                  </a:lnTo>
                  <a:lnTo>
                    <a:pt x="15287" y="84558"/>
                  </a:lnTo>
                  <a:lnTo>
                    <a:pt x="12421" y="85991"/>
                  </a:lnTo>
                  <a:lnTo>
                    <a:pt x="9555" y="85991"/>
                  </a:lnTo>
                  <a:lnTo>
                    <a:pt x="12898" y="83603"/>
                  </a:lnTo>
                  <a:lnTo>
                    <a:pt x="17676" y="79781"/>
                  </a:lnTo>
                  <a:lnTo>
                    <a:pt x="18631" y="78348"/>
                  </a:lnTo>
                  <a:lnTo>
                    <a:pt x="20064" y="76437"/>
                  </a:lnTo>
                  <a:lnTo>
                    <a:pt x="19587" y="75481"/>
                  </a:lnTo>
                  <a:lnTo>
                    <a:pt x="18631" y="75004"/>
                  </a:lnTo>
                  <a:lnTo>
                    <a:pt x="21975" y="70226"/>
                  </a:lnTo>
                  <a:lnTo>
                    <a:pt x="22931" y="69271"/>
                  </a:lnTo>
                  <a:lnTo>
                    <a:pt x="24842" y="69271"/>
                  </a:lnTo>
                  <a:lnTo>
                    <a:pt x="26753" y="68793"/>
                  </a:lnTo>
                  <a:lnTo>
                    <a:pt x="27230" y="68793"/>
                  </a:lnTo>
                  <a:lnTo>
                    <a:pt x="27708" y="68315"/>
                  </a:lnTo>
                  <a:lnTo>
                    <a:pt x="29141" y="66882"/>
                  </a:lnTo>
                  <a:lnTo>
                    <a:pt x="27230" y="65927"/>
                  </a:lnTo>
                  <a:lnTo>
                    <a:pt x="24842" y="65449"/>
                  </a:lnTo>
                  <a:lnTo>
                    <a:pt x="18631" y="65927"/>
                  </a:lnTo>
                  <a:lnTo>
                    <a:pt x="17676" y="65927"/>
                  </a:lnTo>
                  <a:lnTo>
                    <a:pt x="16721" y="65449"/>
                  </a:lnTo>
                  <a:lnTo>
                    <a:pt x="16243" y="64971"/>
                  </a:lnTo>
                  <a:lnTo>
                    <a:pt x="15765" y="63538"/>
                  </a:lnTo>
                  <a:lnTo>
                    <a:pt x="15287" y="63060"/>
                  </a:lnTo>
                  <a:lnTo>
                    <a:pt x="13854" y="63060"/>
                  </a:lnTo>
                  <a:lnTo>
                    <a:pt x="12421" y="63538"/>
                  </a:lnTo>
                  <a:lnTo>
                    <a:pt x="11465" y="63538"/>
                  </a:lnTo>
                  <a:lnTo>
                    <a:pt x="10510" y="63060"/>
                  </a:lnTo>
                  <a:lnTo>
                    <a:pt x="11943" y="61149"/>
                  </a:lnTo>
                  <a:lnTo>
                    <a:pt x="10032" y="60672"/>
                  </a:lnTo>
                  <a:lnTo>
                    <a:pt x="7644" y="61149"/>
                  </a:lnTo>
                  <a:lnTo>
                    <a:pt x="6210" y="60672"/>
                  </a:lnTo>
                  <a:lnTo>
                    <a:pt x="6210" y="59716"/>
                  </a:lnTo>
                  <a:lnTo>
                    <a:pt x="6688" y="58761"/>
                  </a:lnTo>
                  <a:lnTo>
                    <a:pt x="5733" y="57805"/>
                  </a:lnTo>
                  <a:lnTo>
                    <a:pt x="5733" y="56372"/>
                  </a:lnTo>
                  <a:lnTo>
                    <a:pt x="6688" y="55894"/>
                  </a:lnTo>
                  <a:lnTo>
                    <a:pt x="8121" y="56372"/>
                  </a:lnTo>
                  <a:lnTo>
                    <a:pt x="10510" y="55417"/>
                  </a:lnTo>
                  <a:lnTo>
                    <a:pt x="13376" y="54939"/>
                  </a:lnTo>
                  <a:lnTo>
                    <a:pt x="10988" y="53984"/>
                  </a:lnTo>
                  <a:lnTo>
                    <a:pt x="9555" y="53028"/>
                  </a:lnTo>
                  <a:lnTo>
                    <a:pt x="9555" y="52072"/>
                  </a:lnTo>
                  <a:lnTo>
                    <a:pt x="10032" y="51117"/>
                  </a:lnTo>
                  <a:lnTo>
                    <a:pt x="12898" y="49206"/>
                  </a:lnTo>
                  <a:lnTo>
                    <a:pt x="16243" y="48728"/>
                  </a:lnTo>
                  <a:lnTo>
                    <a:pt x="16243" y="47773"/>
                  </a:lnTo>
                  <a:lnTo>
                    <a:pt x="16243" y="46340"/>
                  </a:lnTo>
                  <a:lnTo>
                    <a:pt x="12898" y="45862"/>
                  </a:lnTo>
                  <a:lnTo>
                    <a:pt x="9555" y="46818"/>
                  </a:lnTo>
                  <a:lnTo>
                    <a:pt x="10032" y="44429"/>
                  </a:lnTo>
                  <a:lnTo>
                    <a:pt x="10988" y="42518"/>
                  </a:lnTo>
                  <a:lnTo>
                    <a:pt x="10988" y="41085"/>
                  </a:lnTo>
                  <a:lnTo>
                    <a:pt x="10988" y="39652"/>
                  </a:lnTo>
                  <a:lnTo>
                    <a:pt x="9077" y="40607"/>
                  </a:lnTo>
                  <a:lnTo>
                    <a:pt x="9077" y="38218"/>
                  </a:lnTo>
                  <a:lnTo>
                    <a:pt x="8599" y="36785"/>
                  </a:lnTo>
                  <a:lnTo>
                    <a:pt x="6210" y="37741"/>
                  </a:lnTo>
                  <a:lnTo>
                    <a:pt x="6210" y="35830"/>
                  </a:lnTo>
                  <a:lnTo>
                    <a:pt x="6688" y="34874"/>
                  </a:lnTo>
                  <a:lnTo>
                    <a:pt x="8121" y="33919"/>
                  </a:lnTo>
                  <a:lnTo>
                    <a:pt x="9077" y="34397"/>
                  </a:lnTo>
                  <a:lnTo>
                    <a:pt x="11465" y="34397"/>
                  </a:lnTo>
                  <a:lnTo>
                    <a:pt x="13376" y="33441"/>
                  </a:lnTo>
                  <a:lnTo>
                    <a:pt x="16721" y="32963"/>
                  </a:lnTo>
                  <a:lnTo>
                    <a:pt x="21498" y="33441"/>
                  </a:lnTo>
                  <a:lnTo>
                    <a:pt x="24842" y="36307"/>
                  </a:lnTo>
                  <a:lnTo>
                    <a:pt x="25797" y="35830"/>
                  </a:lnTo>
                  <a:lnTo>
                    <a:pt x="27230" y="33919"/>
                  </a:lnTo>
                  <a:lnTo>
                    <a:pt x="27708" y="33919"/>
                  </a:lnTo>
                  <a:lnTo>
                    <a:pt x="32963" y="34397"/>
                  </a:lnTo>
                  <a:lnTo>
                    <a:pt x="35830" y="35352"/>
                  </a:lnTo>
                  <a:lnTo>
                    <a:pt x="36785" y="35352"/>
                  </a:lnTo>
                  <a:lnTo>
                    <a:pt x="36307" y="33441"/>
                  </a:lnTo>
                  <a:lnTo>
                    <a:pt x="35352" y="32008"/>
                  </a:lnTo>
                  <a:lnTo>
                    <a:pt x="36785" y="30097"/>
                  </a:lnTo>
                  <a:lnTo>
                    <a:pt x="38218" y="29142"/>
                  </a:lnTo>
                  <a:lnTo>
                    <a:pt x="39174" y="28186"/>
                  </a:lnTo>
                  <a:lnTo>
                    <a:pt x="42040" y="27708"/>
                  </a:lnTo>
                  <a:lnTo>
                    <a:pt x="42996" y="26753"/>
                  </a:lnTo>
                  <a:lnTo>
                    <a:pt x="43951" y="24842"/>
                  </a:lnTo>
                  <a:lnTo>
                    <a:pt x="44906" y="22931"/>
                  </a:lnTo>
                  <a:lnTo>
                    <a:pt x="38696" y="23886"/>
                  </a:lnTo>
                  <a:lnTo>
                    <a:pt x="32486" y="21498"/>
                  </a:lnTo>
                  <a:lnTo>
                    <a:pt x="33441" y="20065"/>
                  </a:lnTo>
                  <a:lnTo>
                    <a:pt x="34874" y="19109"/>
                  </a:lnTo>
                  <a:lnTo>
                    <a:pt x="36785" y="18154"/>
                  </a:lnTo>
                  <a:lnTo>
                    <a:pt x="37263" y="17198"/>
                  </a:lnTo>
                  <a:lnTo>
                    <a:pt x="38218" y="16721"/>
                  </a:lnTo>
                  <a:lnTo>
                    <a:pt x="40129" y="14810"/>
                  </a:lnTo>
                  <a:lnTo>
                    <a:pt x="39651" y="12421"/>
                  </a:lnTo>
                  <a:lnTo>
                    <a:pt x="39651" y="10988"/>
                  </a:lnTo>
                  <a:lnTo>
                    <a:pt x="41085" y="9555"/>
                  </a:lnTo>
                  <a:lnTo>
                    <a:pt x="41562" y="8121"/>
                  </a:lnTo>
                  <a:lnTo>
                    <a:pt x="42040" y="6688"/>
                  </a:lnTo>
                  <a:lnTo>
                    <a:pt x="44906" y="6211"/>
                  </a:lnTo>
                  <a:lnTo>
                    <a:pt x="47295" y="5255"/>
                  </a:lnTo>
                  <a:lnTo>
                    <a:pt x="48251" y="5255"/>
                  </a:lnTo>
                  <a:lnTo>
                    <a:pt x="51595" y="5255"/>
                  </a:lnTo>
                  <a:lnTo>
                    <a:pt x="52550" y="5733"/>
                  </a:lnTo>
                  <a:lnTo>
                    <a:pt x="52072" y="3344"/>
                  </a:lnTo>
                  <a:lnTo>
                    <a:pt x="53983" y="3344"/>
                  </a:lnTo>
                  <a:lnTo>
                    <a:pt x="54939" y="3822"/>
                  </a:lnTo>
                  <a:lnTo>
                    <a:pt x="55416" y="5255"/>
                  </a:lnTo>
                  <a:lnTo>
                    <a:pt x="55894" y="6211"/>
                  </a:lnTo>
                  <a:lnTo>
                    <a:pt x="56372" y="7644"/>
                  </a:lnTo>
                  <a:lnTo>
                    <a:pt x="55894" y="8599"/>
                  </a:lnTo>
                  <a:lnTo>
                    <a:pt x="54939" y="9555"/>
                  </a:lnTo>
                  <a:lnTo>
                    <a:pt x="55894" y="10510"/>
                  </a:lnTo>
                  <a:lnTo>
                    <a:pt x="54461" y="12421"/>
                  </a:lnTo>
                  <a:lnTo>
                    <a:pt x="55894" y="11465"/>
                  </a:lnTo>
                  <a:lnTo>
                    <a:pt x="57805" y="10032"/>
                  </a:lnTo>
                  <a:lnTo>
                    <a:pt x="57805" y="8599"/>
                  </a:lnTo>
                  <a:lnTo>
                    <a:pt x="57328" y="6688"/>
                  </a:lnTo>
                  <a:lnTo>
                    <a:pt x="56850" y="5255"/>
                  </a:lnTo>
                  <a:lnTo>
                    <a:pt x="57328" y="3344"/>
                  </a:lnTo>
                  <a:lnTo>
                    <a:pt x="58283" y="2389"/>
                  </a:lnTo>
                  <a:lnTo>
                    <a:pt x="61627" y="1911"/>
                  </a:lnTo>
                  <a:lnTo>
                    <a:pt x="60194" y="0"/>
                  </a:lnTo>
                  <a:lnTo>
                    <a:pt x="61149" y="0"/>
                  </a:lnTo>
                  <a:lnTo>
                    <a:pt x="62582" y="0"/>
                  </a:lnTo>
                  <a:lnTo>
                    <a:pt x="64493" y="1911"/>
                  </a:lnTo>
                  <a:lnTo>
                    <a:pt x="66404" y="2866"/>
                  </a:lnTo>
                  <a:lnTo>
                    <a:pt x="68315" y="3822"/>
                  </a:lnTo>
                  <a:lnTo>
                    <a:pt x="66404" y="5733"/>
                  </a:lnTo>
                  <a:lnTo>
                    <a:pt x="64016" y="7166"/>
                  </a:lnTo>
                  <a:lnTo>
                    <a:pt x="63060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2" name="Freeform 4571">
              <a:extLst>
                <a:ext uri="{FF2B5EF4-FFF2-40B4-BE49-F238E27FC236}">
                  <a16:creationId xmlns:a16="http://schemas.microsoft.com/office/drawing/2014/main" id="{BB747555-2D50-3AE1-16D3-3C66F99CB8E4}"/>
                </a:ext>
              </a:extLst>
            </p:cNvPr>
            <p:cNvSpPr/>
            <p:nvPr/>
          </p:nvSpPr>
          <p:spPr>
            <a:xfrm>
              <a:off x="5680374" y="3567803"/>
              <a:ext cx="6210" cy="4299"/>
            </a:xfrm>
            <a:custGeom>
              <a:avLst/>
              <a:gdLst>
                <a:gd name="csX0" fmla="*/ 6210 w 6210"/>
                <a:gd name="csY0" fmla="*/ 3344 h 4299"/>
                <a:gd name="csX1" fmla="*/ 6210 w 6210"/>
                <a:gd name="csY1" fmla="*/ 4300 h 4299"/>
                <a:gd name="csX2" fmla="*/ 4300 w 6210"/>
                <a:gd name="csY2" fmla="*/ 3344 h 4299"/>
                <a:gd name="csX3" fmla="*/ 3822 w 6210"/>
                <a:gd name="csY3" fmla="*/ 1911 h 4299"/>
                <a:gd name="csX4" fmla="*/ 0 w 6210"/>
                <a:gd name="csY4" fmla="*/ 1433 h 4299"/>
                <a:gd name="csX5" fmla="*/ 1433 w 6210"/>
                <a:gd name="csY5" fmla="*/ 0 h 4299"/>
                <a:gd name="csX6" fmla="*/ 2389 w 6210"/>
                <a:gd name="csY6" fmla="*/ 478 h 4299"/>
                <a:gd name="csX7" fmla="*/ 5255 w 6210"/>
                <a:gd name="csY7" fmla="*/ 478 h 4299"/>
                <a:gd name="csX8" fmla="*/ 5733 w 6210"/>
                <a:gd name="csY8" fmla="*/ 955 h 4299"/>
                <a:gd name="csX9" fmla="*/ 6210 w 6210"/>
                <a:gd name="csY9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210" h="4299">
                  <a:moveTo>
                    <a:pt x="6210" y="3344"/>
                  </a:moveTo>
                  <a:lnTo>
                    <a:pt x="6210" y="4300"/>
                  </a:lnTo>
                  <a:lnTo>
                    <a:pt x="4300" y="3344"/>
                  </a:lnTo>
                  <a:lnTo>
                    <a:pt x="3822" y="1911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2389" y="478"/>
                  </a:lnTo>
                  <a:lnTo>
                    <a:pt x="5255" y="478"/>
                  </a:lnTo>
                  <a:lnTo>
                    <a:pt x="5733" y="955"/>
                  </a:lnTo>
                  <a:lnTo>
                    <a:pt x="621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3" name="Freeform 4572">
              <a:extLst>
                <a:ext uri="{FF2B5EF4-FFF2-40B4-BE49-F238E27FC236}">
                  <a16:creationId xmlns:a16="http://schemas.microsoft.com/office/drawing/2014/main" id="{495C8B17-2722-7093-65B2-7EB362A68703}"/>
                </a:ext>
              </a:extLst>
            </p:cNvPr>
            <p:cNvSpPr/>
            <p:nvPr/>
          </p:nvSpPr>
          <p:spPr>
            <a:xfrm>
              <a:off x="6567518" y="4099993"/>
              <a:ext cx="12421" cy="32007"/>
            </a:xfrm>
            <a:custGeom>
              <a:avLst/>
              <a:gdLst>
                <a:gd name="csX0" fmla="*/ 0 w 12421"/>
                <a:gd name="csY0" fmla="*/ 32008 h 32007"/>
                <a:gd name="csX1" fmla="*/ 0 w 12421"/>
                <a:gd name="csY1" fmla="*/ 32008 h 32007"/>
                <a:gd name="csX2" fmla="*/ 3822 w 12421"/>
                <a:gd name="csY2" fmla="*/ 25320 h 32007"/>
                <a:gd name="csX3" fmla="*/ 6211 w 12421"/>
                <a:gd name="csY3" fmla="*/ 19109 h 32007"/>
                <a:gd name="csX4" fmla="*/ 8599 w 12421"/>
                <a:gd name="csY4" fmla="*/ 10032 h 32007"/>
                <a:gd name="csX5" fmla="*/ 10510 w 12421"/>
                <a:gd name="csY5" fmla="*/ 5733 h 32007"/>
                <a:gd name="csX6" fmla="*/ 11943 w 12421"/>
                <a:gd name="csY6" fmla="*/ 2389 h 32007"/>
                <a:gd name="csX7" fmla="*/ 12421 w 12421"/>
                <a:gd name="csY7" fmla="*/ 0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2421" h="32007">
                  <a:moveTo>
                    <a:pt x="0" y="32008"/>
                  </a:moveTo>
                  <a:lnTo>
                    <a:pt x="0" y="32008"/>
                  </a:lnTo>
                  <a:lnTo>
                    <a:pt x="3822" y="25320"/>
                  </a:lnTo>
                  <a:lnTo>
                    <a:pt x="6211" y="19109"/>
                  </a:lnTo>
                  <a:lnTo>
                    <a:pt x="8599" y="10032"/>
                  </a:lnTo>
                  <a:lnTo>
                    <a:pt x="10510" y="5733"/>
                  </a:lnTo>
                  <a:lnTo>
                    <a:pt x="11943" y="2389"/>
                  </a:lnTo>
                  <a:lnTo>
                    <a:pt x="1242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4" name="Freeform 4573">
              <a:extLst>
                <a:ext uri="{FF2B5EF4-FFF2-40B4-BE49-F238E27FC236}">
                  <a16:creationId xmlns:a16="http://schemas.microsoft.com/office/drawing/2014/main" id="{78A90452-AE6B-D18D-EBC8-598ECA389EB2}"/>
                </a:ext>
              </a:extLst>
            </p:cNvPr>
            <p:cNvSpPr/>
            <p:nvPr/>
          </p:nvSpPr>
          <p:spPr>
            <a:xfrm>
              <a:off x="6562740" y="4140123"/>
              <a:ext cx="14331" cy="36307"/>
            </a:xfrm>
            <a:custGeom>
              <a:avLst/>
              <a:gdLst>
                <a:gd name="csX0" fmla="*/ 14332 w 14331"/>
                <a:gd name="csY0" fmla="*/ 34874 h 36307"/>
                <a:gd name="csX1" fmla="*/ 13377 w 14331"/>
                <a:gd name="csY1" fmla="*/ 36307 h 36307"/>
                <a:gd name="csX2" fmla="*/ 12421 w 14331"/>
                <a:gd name="csY2" fmla="*/ 34397 h 36307"/>
                <a:gd name="csX3" fmla="*/ 10988 w 14331"/>
                <a:gd name="csY3" fmla="*/ 29141 h 36307"/>
                <a:gd name="csX4" fmla="*/ 10033 w 14331"/>
                <a:gd name="csY4" fmla="*/ 25798 h 36307"/>
                <a:gd name="csX5" fmla="*/ 8122 w 14331"/>
                <a:gd name="csY5" fmla="*/ 21498 h 36307"/>
                <a:gd name="csX6" fmla="*/ 5733 w 14331"/>
                <a:gd name="csY6" fmla="*/ 16243 h 36307"/>
                <a:gd name="csX7" fmla="*/ 5733 w 14331"/>
                <a:gd name="csY7" fmla="*/ 14809 h 36307"/>
                <a:gd name="csX8" fmla="*/ 4777 w 14331"/>
                <a:gd name="csY8" fmla="*/ 12899 h 36307"/>
                <a:gd name="csX9" fmla="*/ 3344 w 14331"/>
                <a:gd name="csY9" fmla="*/ 8121 h 36307"/>
                <a:gd name="csX10" fmla="*/ 1911 w 14331"/>
                <a:gd name="csY10" fmla="*/ 4300 h 36307"/>
                <a:gd name="csX11" fmla="*/ 0 w 14331"/>
                <a:gd name="csY11" fmla="*/ 0 h 363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4331" h="36307">
                  <a:moveTo>
                    <a:pt x="14332" y="34874"/>
                  </a:moveTo>
                  <a:lnTo>
                    <a:pt x="13377" y="36307"/>
                  </a:lnTo>
                  <a:lnTo>
                    <a:pt x="12421" y="34397"/>
                  </a:lnTo>
                  <a:lnTo>
                    <a:pt x="10988" y="29141"/>
                  </a:lnTo>
                  <a:lnTo>
                    <a:pt x="10033" y="25798"/>
                  </a:lnTo>
                  <a:lnTo>
                    <a:pt x="8122" y="21498"/>
                  </a:lnTo>
                  <a:lnTo>
                    <a:pt x="5733" y="16243"/>
                  </a:lnTo>
                  <a:lnTo>
                    <a:pt x="5733" y="14809"/>
                  </a:lnTo>
                  <a:lnTo>
                    <a:pt x="4777" y="12899"/>
                  </a:lnTo>
                  <a:lnTo>
                    <a:pt x="3344" y="8121"/>
                  </a:lnTo>
                  <a:lnTo>
                    <a:pt x="1911" y="430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5" name="Freeform 4574">
              <a:extLst>
                <a:ext uri="{FF2B5EF4-FFF2-40B4-BE49-F238E27FC236}">
                  <a16:creationId xmlns:a16="http://schemas.microsoft.com/office/drawing/2014/main" id="{07FB3F58-C593-D94F-406E-96561A2E32D1}"/>
                </a:ext>
              </a:extLst>
            </p:cNvPr>
            <p:cNvSpPr/>
            <p:nvPr/>
          </p:nvSpPr>
          <p:spPr>
            <a:xfrm>
              <a:off x="6585194" y="4112415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478 w 477"/>
                <a:gd name="csY1" fmla="*/ 478 h 477"/>
                <a:gd name="csX2" fmla="*/ 0 w 4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6" name="Freeform 4575">
              <a:extLst>
                <a:ext uri="{FF2B5EF4-FFF2-40B4-BE49-F238E27FC236}">
                  <a16:creationId xmlns:a16="http://schemas.microsoft.com/office/drawing/2014/main" id="{190736F0-1CD0-8A87-3AAD-4E7677D33F06}"/>
                </a:ext>
              </a:extLst>
            </p:cNvPr>
            <p:cNvSpPr/>
            <p:nvPr/>
          </p:nvSpPr>
          <p:spPr>
            <a:xfrm>
              <a:off x="6585672" y="4113848"/>
              <a:ext cx="2866" cy="955"/>
            </a:xfrm>
            <a:custGeom>
              <a:avLst/>
              <a:gdLst>
                <a:gd name="csX0" fmla="*/ 2866 w 2866"/>
                <a:gd name="csY0" fmla="*/ 956 h 955"/>
                <a:gd name="csX1" fmla="*/ 1911 w 2866"/>
                <a:gd name="csY1" fmla="*/ 956 h 955"/>
                <a:gd name="csX2" fmla="*/ 0 w 2866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955">
                  <a:moveTo>
                    <a:pt x="2866" y="956"/>
                  </a:moveTo>
                  <a:lnTo>
                    <a:pt x="1911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7" name="Freeform 4576">
              <a:extLst>
                <a:ext uri="{FF2B5EF4-FFF2-40B4-BE49-F238E27FC236}">
                  <a16:creationId xmlns:a16="http://schemas.microsoft.com/office/drawing/2014/main" id="{DCF4F7F1-37E1-5E2C-97EC-1A1AF8C47F36}"/>
                </a:ext>
              </a:extLst>
            </p:cNvPr>
            <p:cNvSpPr/>
            <p:nvPr/>
          </p:nvSpPr>
          <p:spPr>
            <a:xfrm>
              <a:off x="5788819" y="3555860"/>
              <a:ext cx="9076" cy="10987"/>
            </a:xfrm>
            <a:custGeom>
              <a:avLst/>
              <a:gdLst>
                <a:gd name="csX0" fmla="*/ 7644 w 9076"/>
                <a:gd name="csY0" fmla="*/ 6688 h 10987"/>
                <a:gd name="csX1" fmla="*/ 3344 w 9076"/>
                <a:gd name="csY1" fmla="*/ 10988 h 10987"/>
                <a:gd name="csX2" fmla="*/ 1911 w 9076"/>
                <a:gd name="csY2" fmla="*/ 10032 h 10987"/>
                <a:gd name="csX3" fmla="*/ 478 w 9076"/>
                <a:gd name="csY3" fmla="*/ 10510 h 10987"/>
                <a:gd name="csX4" fmla="*/ 0 w 9076"/>
                <a:gd name="csY4" fmla="*/ 10510 h 10987"/>
                <a:gd name="csX5" fmla="*/ 956 w 9076"/>
                <a:gd name="csY5" fmla="*/ 9077 h 10987"/>
                <a:gd name="csX6" fmla="*/ 1911 w 9076"/>
                <a:gd name="csY6" fmla="*/ 5733 h 10987"/>
                <a:gd name="csX7" fmla="*/ 3344 w 9076"/>
                <a:gd name="csY7" fmla="*/ 4300 h 10987"/>
                <a:gd name="csX8" fmla="*/ 5733 w 9076"/>
                <a:gd name="csY8" fmla="*/ 955 h 10987"/>
                <a:gd name="csX9" fmla="*/ 7166 w 9076"/>
                <a:gd name="csY9" fmla="*/ 0 h 10987"/>
                <a:gd name="csX10" fmla="*/ 7644 w 9076"/>
                <a:gd name="csY10" fmla="*/ 0 h 10987"/>
                <a:gd name="csX11" fmla="*/ 8121 w 9076"/>
                <a:gd name="csY11" fmla="*/ 478 h 10987"/>
                <a:gd name="csX12" fmla="*/ 9077 w 9076"/>
                <a:gd name="csY12" fmla="*/ 4300 h 10987"/>
                <a:gd name="csX13" fmla="*/ 7644 w 9076"/>
                <a:gd name="csY13" fmla="*/ 5733 h 10987"/>
                <a:gd name="csX14" fmla="*/ 7644 w 9076"/>
                <a:gd name="csY14" fmla="*/ 6688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076" h="10987">
                  <a:moveTo>
                    <a:pt x="7644" y="6688"/>
                  </a:moveTo>
                  <a:lnTo>
                    <a:pt x="3344" y="10988"/>
                  </a:lnTo>
                  <a:lnTo>
                    <a:pt x="1911" y="10032"/>
                  </a:lnTo>
                  <a:lnTo>
                    <a:pt x="478" y="10510"/>
                  </a:lnTo>
                  <a:lnTo>
                    <a:pt x="0" y="10510"/>
                  </a:lnTo>
                  <a:lnTo>
                    <a:pt x="956" y="9077"/>
                  </a:lnTo>
                  <a:lnTo>
                    <a:pt x="1911" y="5733"/>
                  </a:lnTo>
                  <a:lnTo>
                    <a:pt x="3344" y="4300"/>
                  </a:lnTo>
                  <a:lnTo>
                    <a:pt x="5733" y="955"/>
                  </a:lnTo>
                  <a:lnTo>
                    <a:pt x="7166" y="0"/>
                  </a:lnTo>
                  <a:lnTo>
                    <a:pt x="7644" y="0"/>
                  </a:lnTo>
                  <a:lnTo>
                    <a:pt x="8121" y="478"/>
                  </a:lnTo>
                  <a:lnTo>
                    <a:pt x="9077" y="4300"/>
                  </a:lnTo>
                  <a:lnTo>
                    <a:pt x="7644" y="5733"/>
                  </a:lnTo>
                  <a:lnTo>
                    <a:pt x="7644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8" name="Freeform 4577">
              <a:extLst>
                <a:ext uri="{FF2B5EF4-FFF2-40B4-BE49-F238E27FC236}">
                  <a16:creationId xmlns:a16="http://schemas.microsoft.com/office/drawing/2014/main" id="{B83CDC16-11DF-AD6C-11D1-48488E780D89}"/>
                </a:ext>
              </a:extLst>
            </p:cNvPr>
            <p:cNvSpPr/>
            <p:nvPr/>
          </p:nvSpPr>
          <p:spPr>
            <a:xfrm>
              <a:off x="7740822" y="4603520"/>
              <a:ext cx="5732" cy="8599"/>
            </a:xfrm>
            <a:custGeom>
              <a:avLst/>
              <a:gdLst>
                <a:gd name="csX0" fmla="*/ 4777 w 5732"/>
                <a:gd name="csY0" fmla="*/ 7166 h 8599"/>
                <a:gd name="csX1" fmla="*/ 3821 w 5732"/>
                <a:gd name="csY1" fmla="*/ 8599 h 8599"/>
                <a:gd name="csX2" fmla="*/ 1433 w 5732"/>
                <a:gd name="csY2" fmla="*/ 4300 h 8599"/>
                <a:gd name="csX3" fmla="*/ 0 w 5732"/>
                <a:gd name="csY3" fmla="*/ 3822 h 8599"/>
                <a:gd name="csX4" fmla="*/ 0 w 5732"/>
                <a:gd name="csY4" fmla="*/ 1911 h 8599"/>
                <a:gd name="csX5" fmla="*/ 955 w 5732"/>
                <a:gd name="csY5" fmla="*/ 956 h 8599"/>
                <a:gd name="csX6" fmla="*/ 3344 w 5732"/>
                <a:gd name="csY6" fmla="*/ 0 h 8599"/>
                <a:gd name="csX7" fmla="*/ 4299 w 5732"/>
                <a:gd name="csY7" fmla="*/ 478 h 8599"/>
                <a:gd name="csX8" fmla="*/ 5733 w 5732"/>
                <a:gd name="csY8" fmla="*/ 4777 h 8599"/>
                <a:gd name="csX9" fmla="*/ 4777 w 5732"/>
                <a:gd name="csY9" fmla="*/ 7166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8599">
                  <a:moveTo>
                    <a:pt x="4777" y="7166"/>
                  </a:moveTo>
                  <a:lnTo>
                    <a:pt x="3821" y="8599"/>
                  </a:lnTo>
                  <a:lnTo>
                    <a:pt x="1433" y="4300"/>
                  </a:lnTo>
                  <a:lnTo>
                    <a:pt x="0" y="3822"/>
                  </a:lnTo>
                  <a:lnTo>
                    <a:pt x="0" y="1911"/>
                  </a:lnTo>
                  <a:lnTo>
                    <a:pt x="955" y="956"/>
                  </a:lnTo>
                  <a:lnTo>
                    <a:pt x="3344" y="0"/>
                  </a:lnTo>
                  <a:lnTo>
                    <a:pt x="4299" y="478"/>
                  </a:lnTo>
                  <a:lnTo>
                    <a:pt x="5733" y="4777"/>
                  </a:lnTo>
                  <a:lnTo>
                    <a:pt x="4777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9" name="Freeform 4578">
              <a:extLst>
                <a:ext uri="{FF2B5EF4-FFF2-40B4-BE49-F238E27FC236}">
                  <a16:creationId xmlns:a16="http://schemas.microsoft.com/office/drawing/2014/main" id="{B3F16A0E-3EDA-B782-F83D-0DE09DF5C667}"/>
                </a:ext>
              </a:extLst>
            </p:cNvPr>
            <p:cNvSpPr/>
            <p:nvPr/>
          </p:nvSpPr>
          <p:spPr>
            <a:xfrm>
              <a:off x="7739866" y="4600176"/>
              <a:ext cx="2866" cy="2866"/>
            </a:xfrm>
            <a:custGeom>
              <a:avLst/>
              <a:gdLst>
                <a:gd name="csX0" fmla="*/ 2866 w 2866"/>
                <a:gd name="csY0" fmla="*/ 956 h 2866"/>
                <a:gd name="csX1" fmla="*/ 956 w 2866"/>
                <a:gd name="csY1" fmla="*/ 2867 h 2866"/>
                <a:gd name="csX2" fmla="*/ 0 w 2866"/>
                <a:gd name="csY2" fmla="*/ 1911 h 2866"/>
                <a:gd name="csX3" fmla="*/ 478 w 2866"/>
                <a:gd name="csY3" fmla="*/ 956 h 2866"/>
                <a:gd name="csX4" fmla="*/ 956 w 2866"/>
                <a:gd name="csY4" fmla="*/ 478 h 2866"/>
                <a:gd name="csX5" fmla="*/ 1911 w 2866"/>
                <a:gd name="csY5" fmla="*/ 0 h 2866"/>
                <a:gd name="csX6" fmla="*/ 2866 w 2866"/>
                <a:gd name="csY6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2866">
                  <a:moveTo>
                    <a:pt x="2866" y="956"/>
                  </a:moveTo>
                  <a:lnTo>
                    <a:pt x="956" y="2867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0" name="Freeform 4579">
              <a:extLst>
                <a:ext uri="{FF2B5EF4-FFF2-40B4-BE49-F238E27FC236}">
                  <a16:creationId xmlns:a16="http://schemas.microsoft.com/office/drawing/2014/main" id="{72042096-2463-1D64-DF58-8729518D7FD2}"/>
                </a:ext>
              </a:extLst>
            </p:cNvPr>
            <p:cNvSpPr/>
            <p:nvPr/>
          </p:nvSpPr>
          <p:spPr>
            <a:xfrm>
              <a:off x="7734133" y="4589188"/>
              <a:ext cx="2866" cy="2388"/>
            </a:xfrm>
            <a:custGeom>
              <a:avLst/>
              <a:gdLst>
                <a:gd name="csX0" fmla="*/ 2866 w 2866"/>
                <a:gd name="csY0" fmla="*/ 2389 h 2388"/>
                <a:gd name="csX1" fmla="*/ 955 w 2866"/>
                <a:gd name="csY1" fmla="*/ 2389 h 2388"/>
                <a:gd name="csX2" fmla="*/ 478 w 2866"/>
                <a:gd name="csY2" fmla="*/ 1911 h 2388"/>
                <a:gd name="csX3" fmla="*/ 0 w 2866"/>
                <a:gd name="csY3" fmla="*/ 956 h 2388"/>
                <a:gd name="csX4" fmla="*/ 478 w 2866"/>
                <a:gd name="csY4" fmla="*/ 0 h 2388"/>
                <a:gd name="csX5" fmla="*/ 1433 w 2866"/>
                <a:gd name="csY5" fmla="*/ 0 h 2388"/>
                <a:gd name="csX6" fmla="*/ 2389 w 2866"/>
                <a:gd name="csY6" fmla="*/ 1433 h 2388"/>
                <a:gd name="csX7" fmla="*/ 2866 w 2866"/>
                <a:gd name="csY7" fmla="*/ 2389 h 2388"/>
                <a:gd name="csX8" fmla="*/ 2866 w 2866"/>
                <a:gd name="csY8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388">
                  <a:moveTo>
                    <a:pt x="2866" y="2389"/>
                  </a:moveTo>
                  <a:lnTo>
                    <a:pt x="955" y="2389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389" y="1433"/>
                  </a:lnTo>
                  <a:lnTo>
                    <a:pt x="2866" y="2389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1" name="Freeform 4580">
              <a:extLst>
                <a:ext uri="{FF2B5EF4-FFF2-40B4-BE49-F238E27FC236}">
                  <a16:creationId xmlns:a16="http://schemas.microsoft.com/office/drawing/2014/main" id="{2AB8A375-2687-010E-1BF3-8AE0615359D9}"/>
                </a:ext>
              </a:extLst>
            </p:cNvPr>
            <p:cNvSpPr/>
            <p:nvPr/>
          </p:nvSpPr>
          <p:spPr>
            <a:xfrm>
              <a:off x="7737000" y="4585367"/>
              <a:ext cx="1911" cy="3821"/>
            </a:xfrm>
            <a:custGeom>
              <a:avLst/>
              <a:gdLst>
                <a:gd name="csX0" fmla="*/ 1911 w 1911"/>
                <a:gd name="csY0" fmla="*/ 2866 h 3821"/>
                <a:gd name="csX1" fmla="*/ 955 w 1911"/>
                <a:gd name="csY1" fmla="*/ 3822 h 3821"/>
                <a:gd name="csX2" fmla="*/ 478 w 1911"/>
                <a:gd name="csY2" fmla="*/ 3822 h 3821"/>
                <a:gd name="csX3" fmla="*/ 478 w 1911"/>
                <a:gd name="csY3" fmla="*/ 3344 h 3821"/>
                <a:gd name="csX4" fmla="*/ 478 w 1911"/>
                <a:gd name="csY4" fmla="*/ 2866 h 3821"/>
                <a:gd name="csX5" fmla="*/ 0 w 1911"/>
                <a:gd name="csY5" fmla="*/ 2389 h 3821"/>
                <a:gd name="csX6" fmla="*/ 0 w 1911"/>
                <a:gd name="csY6" fmla="*/ 956 h 3821"/>
                <a:gd name="csX7" fmla="*/ 955 w 1911"/>
                <a:gd name="csY7" fmla="*/ 0 h 3821"/>
                <a:gd name="csX8" fmla="*/ 1433 w 1911"/>
                <a:gd name="csY8" fmla="*/ 0 h 3821"/>
                <a:gd name="csX9" fmla="*/ 955 w 1911"/>
                <a:gd name="csY9" fmla="*/ 1433 h 3821"/>
                <a:gd name="csX10" fmla="*/ 1911 w 1911"/>
                <a:gd name="csY10" fmla="*/ 286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911" h="3821">
                  <a:moveTo>
                    <a:pt x="1911" y="2866"/>
                  </a:moveTo>
                  <a:lnTo>
                    <a:pt x="955" y="3822"/>
                  </a:lnTo>
                  <a:lnTo>
                    <a:pt x="478" y="3822"/>
                  </a:lnTo>
                  <a:lnTo>
                    <a:pt x="478" y="3344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955" y="1433"/>
                  </a:lnTo>
                  <a:lnTo>
                    <a:pt x="191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2" name="Freeform 4581">
              <a:extLst>
                <a:ext uri="{FF2B5EF4-FFF2-40B4-BE49-F238E27FC236}">
                  <a16:creationId xmlns:a16="http://schemas.microsoft.com/office/drawing/2014/main" id="{6308096F-6F9C-0B70-45BB-CB7FE6509372}"/>
                </a:ext>
              </a:extLst>
            </p:cNvPr>
            <p:cNvSpPr/>
            <p:nvPr/>
          </p:nvSpPr>
          <p:spPr>
            <a:xfrm>
              <a:off x="7729356" y="4582978"/>
              <a:ext cx="1911" cy="2866"/>
            </a:xfrm>
            <a:custGeom>
              <a:avLst/>
              <a:gdLst>
                <a:gd name="csX0" fmla="*/ 1433 w 1911"/>
                <a:gd name="csY0" fmla="*/ 1911 h 2866"/>
                <a:gd name="csX1" fmla="*/ 1911 w 1911"/>
                <a:gd name="csY1" fmla="*/ 2866 h 2866"/>
                <a:gd name="csX2" fmla="*/ 955 w 1911"/>
                <a:gd name="csY2" fmla="*/ 2389 h 2866"/>
                <a:gd name="csX3" fmla="*/ 0 w 1911"/>
                <a:gd name="csY3" fmla="*/ 1433 h 2866"/>
                <a:gd name="csX4" fmla="*/ 0 w 1911"/>
                <a:gd name="csY4" fmla="*/ 478 h 2866"/>
                <a:gd name="csX5" fmla="*/ 478 w 1911"/>
                <a:gd name="csY5" fmla="*/ 0 h 2866"/>
                <a:gd name="csX6" fmla="*/ 1433 w 1911"/>
                <a:gd name="csY6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2866">
                  <a:moveTo>
                    <a:pt x="1433" y="1911"/>
                  </a:moveTo>
                  <a:lnTo>
                    <a:pt x="1911" y="2866"/>
                  </a:lnTo>
                  <a:lnTo>
                    <a:pt x="955" y="2389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3" name="Freeform 4582">
              <a:extLst>
                <a:ext uri="{FF2B5EF4-FFF2-40B4-BE49-F238E27FC236}">
                  <a16:creationId xmlns:a16="http://schemas.microsoft.com/office/drawing/2014/main" id="{EFA17141-FBEE-0032-98A1-96ED6D42C0EA}"/>
                </a:ext>
              </a:extLst>
            </p:cNvPr>
            <p:cNvSpPr/>
            <p:nvPr/>
          </p:nvSpPr>
          <p:spPr>
            <a:xfrm>
              <a:off x="7722190" y="4566735"/>
              <a:ext cx="1911" cy="1911"/>
            </a:xfrm>
            <a:custGeom>
              <a:avLst/>
              <a:gdLst>
                <a:gd name="csX0" fmla="*/ 1433 w 1911"/>
                <a:gd name="csY0" fmla="*/ 1911 h 1911"/>
                <a:gd name="csX1" fmla="*/ 955 w 1911"/>
                <a:gd name="csY1" fmla="*/ 1911 h 1911"/>
                <a:gd name="csX2" fmla="*/ 478 w 1911"/>
                <a:gd name="csY2" fmla="*/ 1433 h 1911"/>
                <a:gd name="csX3" fmla="*/ 0 w 1911"/>
                <a:gd name="csY3" fmla="*/ 956 h 1911"/>
                <a:gd name="csX4" fmla="*/ 478 w 1911"/>
                <a:gd name="csY4" fmla="*/ 478 h 1911"/>
                <a:gd name="csX5" fmla="*/ 955 w 1911"/>
                <a:gd name="csY5" fmla="*/ 0 h 1911"/>
                <a:gd name="csX6" fmla="*/ 1433 w 1911"/>
                <a:gd name="csY6" fmla="*/ 0 h 1911"/>
                <a:gd name="csX7" fmla="*/ 1911 w 1911"/>
                <a:gd name="csY7" fmla="*/ 1433 h 1911"/>
                <a:gd name="csX8" fmla="*/ 1433 w 1911"/>
                <a:gd name="csY8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1911">
                  <a:moveTo>
                    <a:pt x="1433" y="1911"/>
                  </a:moveTo>
                  <a:lnTo>
                    <a:pt x="955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911" y="1433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4" name="Freeform 4583">
              <a:extLst>
                <a:ext uri="{FF2B5EF4-FFF2-40B4-BE49-F238E27FC236}">
                  <a16:creationId xmlns:a16="http://schemas.microsoft.com/office/drawing/2014/main" id="{8AD50189-446F-6B29-5D06-23A59645E87E}"/>
                </a:ext>
              </a:extLst>
            </p:cNvPr>
            <p:cNvSpPr/>
            <p:nvPr/>
          </p:nvSpPr>
          <p:spPr>
            <a:xfrm>
              <a:off x="7715024" y="4536638"/>
              <a:ext cx="4777" cy="6688"/>
            </a:xfrm>
            <a:custGeom>
              <a:avLst/>
              <a:gdLst>
                <a:gd name="csX0" fmla="*/ 3344 w 4777"/>
                <a:gd name="csY0" fmla="*/ 6210 h 6688"/>
                <a:gd name="csX1" fmla="*/ 2389 w 4777"/>
                <a:gd name="csY1" fmla="*/ 6688 h 6688"/>
                <a:gd name="csX2" fmla="*/ 478 w 4777"/>
                <a:gd name="csY2" fmla="*/ 6210 h 6688"/>
                <a:gd name="csX3" fmla="*/ 478 w 4777"/>
                <a:gd name="csY3" fmla="*/ 4300 h 6688"/>
                <a:gd name="csX4" fmla="*/ 0 w 4777"/>
                <a:gd name="csY4" fmla="*/ 2389 h 6688"/>
                <a:gd name="csX5" fmla="*/ 478 w 4777"/>
                <a:gd name="csY5" fmla="*/ 1911 h 6688"/>
                <a:gd name="csX6" fmla="*/ 1911 w 4777"/>
                <a:gd name="csY6" fmla="*/ 478 h 6688"/>
                <a:gd name="csX7" fmla="*/ 3344 w 4777"/>
                <a:gd name="csY7" fmla="*/ 0 h 6688"/>
                <a:gd name="csX8" fmla="*/ 4300 w 4777"/>
                <a:gd name="csY8" fmla="*/ 1433 h 6688"/>
                <a:gd name="csX9" fmla="*/ 4777 w 4777"/>
                <a:gd name="csY9" fmla="*/ 3344 h 6688"/>
                <a:gd name="csX10" fmla="*/ 3344 w 4777"/>
                <a:gd name="csY10" fmla="*/ 621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6688">
                  <a:moveTo>
                    <a:pt x="3344" y="6210"/>
                  </a:moveTo>
                  <a:lnTo>
                    <a:pt x="2389" y="6688"/>
                  </a:lnTo>
                  <a:lnTo>
                    <a:pt x="478" y="6210"/>
                  </a:lnTo>
                  <a:lnTo>
                    <a:pt x="478" y="4300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1911" y="478"/>
                  </a:lnTo>
                  <a:lnTo>
                    <a:pt x="3344" y="0"/>
                  </a:lnTo>
                  <a:lnTo>
                    <a:pt x="4300" y="1433"/>
                  </a:lnTo>
                  <a:lnTo>
                    <a:pt x="4777" y="3344"/>
                  </a:lnTo>
                  <a:lnTo>
                    <a:pt x="3344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5" name="Freeform 4584">
              <a:extLst>
                <a:ext uri="{FF2B5EF4-FFF2-40B4-BE49-F238E27FC236}">
                  <a16:creationId xmlns:a16="http://schemas.microsoft.com/office/drawing/2014/main" id="{A8574BB8-C568-90BC-5EBE-59215FCEEBF6}"/>
                </a:ext>
              </a:extLst>
            </p:cNvPr>
            <p:cNvSpPr/>
            <p:nvPr/>
          </p:nvSpPr>
          <p:spPr>
            <a:xfrm>
              <a:off x="7719801" y="4525173"/>
              <a:ext cx="1911" cy="2866"/>
            </a:xfrm>
            <a:custGeom>
              <a:avLst/>
              <a:gdLst>
                <a:gd name="csX0" fmla="*/ 1911 w 1911"/>
                <a:gd name="csY0" fmla="*/ 2389 h 2866"/>
                <a:gd name="csX1" fmla="*/ 955 w 1911"/>
                <a:gd name="csY1" fmla="*/ 2867 h 2866"/>
                <a:gd name="csX2" fmla="*/ 0 w 1911"/>
                <a:gd name="csY2" fmla="*/ 2389 h 2866"/>
                <a:gd name="csX3" fmla="*/ 955 w 1911"/>
                <a:gd name="csY3" fmla="*/ 1433 h 2866"/>
                <a:gd name="csX4" fmla="*/ 955 w 1911"/>
                <a:gd name="csY4" fmla="*/ 0 h 2866"/>
                <a:gd name="csX5" fmla="*/ 1911 w 1911"/>
                <a:gd name="csY5" fmla="*/ 956 h 2866"/>
                <a:gd name="csX6" fmla="*/ 1911 w 1911"/>
                <a:gd name="csY6" fmla="*/ 1911 h 2866"/>
                <a:gd name="csX7" fmla="*/ 1911 w 1911"/>
                <a:gd name="csY7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2866">
                  <a:moveTo>
                    <a:pt x="1911" y="2389"/>
                  </a:moveTo>
                  <a:lnTo>
                    <a:pt x="955" y="2867"/>
                  </a:lnTo>
                  <a:lnTo>
                    <a:pt x="0" y="2389"/>
                  </a:lnTo>
                  <a:lnTo>
                    <a:pt x="955" y="1433"/>
                  </a:lnTo>
                  <a:lnTo>
                    <a:pt x="955" y="0"/>
                  </a:lnTo>
                  <a:lnTo>
                    <a:pt x="1911" y="956"/>
                  </a:lnTo>
                  <a:lnTo>
                    <a:pt x="1911" y="1911"/>
                  </a:lnTo>
                  <a:lnTo>
                    <a:pt x="191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6" name="Freeform 4585">
              <a:extLst>
                <a:ext uri="{FF2B5EF4-FFF2-40B4-BE49-F238E27FC236}">
                  <a16:creationId xmlns:a16="http://schemas.microsoft.com/office/drawing/2014/main" id="{A4F2D046-C438-4630-3CAE-8FA189FCB282}"/>
                </a:ext>
              </a:extLst>
            </p:cNvPr>
            <p:cNvSpPr/>
            <p:nvPr/>
          </p:nvSpPr>
          <p:spPr>
            <a:xfrm>
              <a:off x="7726967" y="4515618"/>
              <a:ext cx="2388" cy="2388"/>
            </a:xfrm>
            <a:custGeom>
              <a:avLst/>
              <a:gdLst>
                <a:gd name="csX0" fmla="*/ 1433 w 2388"/>
                <a:gd name="csY0" fmla="*/ 0 h 2388"/>
                <a:gd name="csX1" fmla="*/ 2389 w 2388"/>
                <a:gd name="csY1" fmla="*/ 2389 h 2388"/>
                <a:gd name="csX2" fmla="*/ 478 w 2388"/>
                <a:gd name="csY2" fmla="*/ 1433 h 2388"/>
                <a:gd name="csX3" fmla="*/ 0 w 2388"/>
                <a:gd name="csY3" fmla="*/ 478 h 2388"/>
                <a:gd name="csX4" fmla="*/ 955 w 2388"/>
                <a:gd name="csY4" fmla="*/ 0 h 2388"/>
                <a:gd name="csX5" fmla="*/ 1433 w 2388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2388">
                  <a:moveTo>
                    <a:pt x="1433" y="0"/>
                  </a:moveTo>
                  <a:lnTo>
                    <a:pt x="2389" y="2389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7" name="Freeform 4586">
              <a:extLst>
                <a:ext uri="{FF2B5EF4-FFF2-40B4-BE49-F238E27FC236}">
                  <a16:creationId xmlns:a16="http://schemas.microsoft.com/office/drawing/2014/main" id="{40C8ADDE-704A-9706-C3E2-AC6E44095E4C}"/>
                </a:ext>
              </a:extLst>
            </p:cNvPr>
            <p:cNvSpPr/>
            <p:nvPr/>
          </p:nvSpPr>
          <p:spPr>
            <a:xfrm>
              <a:off x="7721712" y="4498420"/>
              <a:ext cx="955" cy="2866"/>
            </a:xfrm>
            <a:custGeom>
              <a:avLst/>
              <a:gdLst>
                <a:gd name="csX0" fmla="*/ 955 w 955"/>
                <a:gd name="csY0" fmla="*/ 1911 h 2866"/>
                <a:gd name="csX1" fmla="*/ 0 w 955"/>
                <a:gd name="csY1" fmla="*/ 2866 h 2866"/>
                <a:gd name="csX2" fmla="*/ 0 w 955"/>
                <a:gd name="csY2" fmla="*/ 478 h 2866"/>
                <a:gd name="csX3" fmla="*/ 478 w 955"/>
                <a:gd name="csY3" fmla="*/ 0 h 2866"/>
                <a:gd name="csX4" fmla="*/ 478 w 955"/>
                <a:gd name="csY4" fmla="*/ 0 h 2866"/>
                <a:gd name="csX5" fmla="*/ 955 w 955"/>
                <a:gd name="csY5" fmla="*/ 0 h 2866"/>
                <a:gd name="csX6" fmla="*/ 955 w 955"/>
                <a:gd name="csY6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2866">
                  <a:moveTo>
                    <a:pt x="955" y="1911"/>
                  </a:moveTo>
                  <a:lnTo>
                    <a:pt x="0" y="286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8" name="Freeform 4587">
              <a:extLst>
                <a:ext uri="{FF2B5EF4-FFF2-40B4-BE49-F238E27FC236}">
                  <a16:creationId xmlns:a16="http://schemas.microsoft.com/office/drawing/2014/main" id="{E6069457-7382-F663-61B9-B4DF8A50D29D}"/>
                </a:ext>
              </a:extLst>
            </p:cNvPr>
            <p:cNvSpPr/>
            <p:nvPr/>
          </p:nvSpPr>
          <p:spPr>
            <a:xfrm>
              <a:off x="7718846" y="4487432"/>
              <a:ext cx="10510" cy="37740"/>
            </a:xfrm>
            <a:custGeom>
              <a:avLst/>
              <a:gdLst>
                <a:gd name="csX0" fmla="*/ 3822 w 10510"/>
                <a:gd name="csY0" fmla="*/ 37263 h 37740"/>
                <a:gd name="csX1" fmla="*/ 3344 w 10510"/>
                <a:gd name="csY1" fmla="*/ 37740 h 37740"/>
                <a:gd name="csX2" fmla="*/ 2867 w 10510"/>
                <a:gd name="csY2" fmla="*/ 37263 h 37740"/>
                <a:gd name="csX3" fmla="*/ 956 w 10510"/>
                <a:gd name="csY3" fmla="*/ 33919 h 37740"/>
                <a:gd name="csX4" fmla="*/ 478 w 10510"/>
                <a:gd name="csY4" fmla="*/ 31530 h 37740"/>
                <a:gd name="csX5" fmla="*/ 0 w 10510"/>
                <a:gd name="csY5" fmla="*/ 31052 h 37740"/>
                <a:gd name="csX6" fmla="*/ 478 w 10510"/>
                <a:gd name="csY6" fmla="*/ 30097 h 37740"/>
                <a:gd name="csX7" fmla="*/ 1433 w 10510"/>
                <a:gd name="csY7" fmla="*/ 29619 h 37740"/>
                <a:gd name="csX8" fmla="*/ 1911 w 10510"/>
                <a:gd name="csY8" fmla="*/ 28664 h 37740"/>
                <a:gd name="csX9" fmla="*/ 1911 w 10510"/>
                <a:gd name="csY9" fmla="*/ 26753 h 37740"/>
                <a:gd name="csX10" fmla="*/ 2867 w 10510"/>
                <a:gd name="csY10" fmla="*/ 25320 h 37740"/>
                <a:gd name="csX11" fmla="*/ 3344 w 10510"/>
                <a:gd name="csY11" fmla="*/ 24842 h 37740"/>
                <a:gd name="csX12" fmla="*/ 4777 w 10510"/>
                <a:gd name="csY12" fmla="*/ 24842 h 37740"/>
                <a:gd name="csX13" fmla="*/ 4777 w 10510"/>
                <a:gd name="csY13" fmla="*/ 24364 h 37740"/>
                <a:gd name="csX14" fmla="*/ 4777 w 10510"/>
                <a:gd name="csY14" fmla="*/ 22931 h 37740"/>
                <a:gd name="csX15" fmla="*/ 3822 w 10510"/>
                <a:gd name="csY15" fmla="*/ 22453 h 37740"/>
                <a:gd name="csX16" fmla="*/ 3822 w 10510"/>
                <a:gd name="csY16" fmla="*/ 21975 h 37740"/>
                <a:gd name="csX17" fmla="*/ 3822 w 10510"/>
                <a:gd name="csY17" fmla="*/ 18631 h 37740"/>
                <a:gd name="csX18" fmla="*/ 3822 w 10510"/>
                <a:gd name="csY18" fmla="*/ 17198 h 37740"/>
                <a:gd name="csX19" fmla="*/ 4300 w 10510"/>
                <a:gd name="csY19" fmla="*/ 16243 h 37740"/>
                <a:gd name="csX20" fmla="*/ 3822 w 10510"/>
                <a:gd name="csY20" fmla="*/ 14332 h 37740"/>
                <a:gd name="csX21" fmla="*/ 4300 w 10510"/>
                <a:gd name="csY21" fmla="*/ 13376 h 37740"/>
                <a:gd name="csX22" fmla="*/ 5255 w 10510"/>
                <a:gd name="csY22" fmla="*/ 12421 h 37740"/>
                <a:gd name="csX23" fmla="*/ 5733 w 10510"/>
                <a:gd name="csY23" fmla="*/ 10032 h 37740"/>
                <a:gd name="csX24" fmla="*/ 5255 w 10510"/>
                <a:gd name="csY24" fmla="*/ 9555 h 37740"/>
                <a:gd name="csX25" fmla="*/ 6211 w 10510"/>
                <a:gd name="csY25" fmla="*/ 5733 h 37740"/>
                <a:gd name="csX26" fmla="*/ 6211 w 10510"/>
                <a:gd name="csY26" fmla="*/ 3344 h 37740"/>
                <a:gd name="csX27" fmla="*/ 7644 w 10510"/>
                <a:gd name="csY27" fmla="*/ 956 h 37740"/>
                <a:gd name="csX28" fmla="*/ 9555 w 10510"/>
                <a:gd name="csY28" fmla="*/ 0 h 37740"/>
                <a:gd name="csX29" fmla="*/ 10510 w 10510"/>
                <a:gd name="csY29" fmla="*/ 0 h 37740"/>
                <a:gd name="csX30" fmla="*/ 10510 w 10510"/>
                <a:gd name="csY30" fmla="*/ 1911 h 37740"/>
                <a:gd name="csX31" fmla="*/ 10510 w 10510"/>
                <a:gd name="csY31" fmla="*/ 2866 h 37740"/>
                <a:gd name="csX32" fmla="*/ 9555 w 10510"/>
                <a:gd name="csY32" fmla="*/ 3822 h 37740"/>
                <a:gd name="csX33" fmla="*/ 10510 w 10510"/>
                <a:gd name="csY33" fmla="*/ 5255 h 37740"/>
                <a:gd name="csX34" fmla="*/ 10510 w 10510"/>
                <a:gd name="csY34" fmla="*/ 6210 h 37740"/>
                <a:gd name="csX35" fmla="*/ 10033 w 10510"/>
                <a:gd name="csY35" fmla="*/ 7166 h 37740"/>
                <a:gd name="csX36" fmla="*/ 9077 w 10510"/>
                <a:gd name="csY36" fmla="*/ 8599 h 37740"/>
                <a:gd name="csX37" fmla="*/ 8122 w 10510"/>
                <a:gd name="csY37" fmla="*/ 9077 h 37740"/>
                <a:gd name="csX38" fmla="*/ 7644 w 10510"/>
                <a:gd name="csY38" fmla="*/ 10510 h 37740"/>
                <a:gd name="csX39" fmla="*/ 6688 w 10510"/>
                <a:gd name="csY39" fmla="*/ 10988 h 37740"/>
                <a:gd name="csX40" fmla="*/ 8599 w 10510"/>
                <a:gd name="csY40" fmla="*/ 12899 h 37740"/>
                <a:gd name="csX41" fmla="*/ 9077 w 10510"/>
                <a:gd name="csY41" fmla="*/ 18631 h 37740"/>
                <a:gd name="csX42" fmla="*/ 7644 w 10510"/>
                <a:gd name="csY42" fmla="*/ 20065 h 37740"/>
                <a:gd name="csX43" fmla="*/ 6688 w 10510"/>
                <a:gd name="csY43" fmla="*/ 20542 h 37740"/>
                <a:gd name="csX44" fmla="*/ 6688 w 10510"/>
                <a:gd name="csY44" fmla="*/ 24364 h 37740"/>
                <a:gd name="csX45" fmla="*/ 6688 w 10510"/>
                <a:gd name="csY45" fmla="*/ 25320 h 37740"/>
                <a:gd name="csX46" fmla="*/ 5255 w 10510"/>
                <a:gd name="csY46" fmla="*/ 27231 h 37740"/>
                <a:gd name="csX47" fmla="*/ 4777 w 10510"/>
                <a:gd name="csY47" fmla="*/ 28186 h 37740"/>
                <a:gd name="csX48" fmla="*/ 4300 w 10510"/>
                <a:gd name="csY48" fmla="*/ 28664 h 37740"/>
                <a:gd name="csX49" fmla="*/ 4300 w 10510"/>
                <a:gd name="csY49" fmla="*/ 29619 h 37740"/>
                <a:gd name="csX50" fmla="*/ 5255 w 10510"/>
                <a:gd name="csY50" fmla="*/ 30097 h 37740"/>
                <a:gd name="csX51" fmla="*/ 5255 w 10510"/>
                <a:gd name="csY51" fmla="*/ 31052 h 37740"/>
                <a:gd name="csX52" fmla="*/ 4777 w 10510"/>
                <a:gd name="csY52" fmla="*/ 32963 h 37740"/>
                <a:gd name="csX53" fmla="*/ 4777 w 10510"/>
                <a:gd name="csY53" fmla="*/ 35352 h 37740"/>
                <a:gd name="csX54" fmla="*/ 3822 w 10510"/>
                <a:gd name="csY54" fmla="*/ 37263 h 37740"/>
                <a:gd name="csX55" fmla="*/ 3822 w 10510"/>
                <a:gd name="csY55" fmla="*/ 37263 h 37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</a:cxnLst>
              <a:rect l="l" t="t" r="r" b="b"/>
              <a:pathLst>
                <a:path w="10510" h="37740">
                  <a:moveTo>
                    <a:pt x="3822" y="37263"/>
                  </a:moveTo>
                  <a:lnTo>
                    <a:pt x="3344" y="37740"/>
                  </a:lnTo>
                  <a:lnTo>
                    <a:pt x="2867" y="37263"/>
                  </a:lnTo>
                  <a:lnTo>
                    <a:pt x="956" y="33919"/>
                  </a:lnTo>
                  <a:lnTo>
                    <a:pt x="478" y="31530"/>
                  </a:lnTo>
                  <a:lnTo>
                    <a:pt x="0" y="31052"/>
                  </a:lnTo>
                  <a:lnTo>
                    <a:pt x="478" y="30097"/>
                  </a:lnTo>
                  <a:lnTo>
                    <a:pt x="1433" y="29619"/>
                  </a:lnTo>
                  <a:lnTo>
                    <a:pt x="1911" y="28664"/>
                  </a:lnTo>
                  <a:lnTo>
                    <a:pt x="1911" y="26753"/>
                  </a:lnTo>
                  <a:lnTo>
                    <a:pt x="2867" y="25320"/>
                  </a:lnTo>
                  <a:lnTo>
                    <a:pt x="3344" y="24842"/>
                  </a:lnTo>
                  <a:lnTo>
                    <a:pt x="4777" y="24842"/>
                  </a:lnTo>
                  <a:lnTo>
                    <a:pt x="4777" y="24364"/>
                  </a:lnTo>
                  <a:lnTo>
                    <a:pt x="4777" y="22931"/>
                  </a:lnTo>
                  <a:lnTo>
                    <a:pt x="3822" y="22453"/>
                  </a:lnTo>
                  <a:lnTo>
                    <a:pt x="3822" y="21975"/>
                  </a:lnTo>
                  <a:lnTo>
                    <a:pt x="3822" y="18631"/>
                  </a:lnTo>
                  <a:lnTo>
                    <a:pt x="3822" y="17198"/>
                  </a:lnTo>
                  <a:lnTo>
                    <a:pt x="4300" y="16243"/>
                  </a:lnTo>
                  <a:lnTo>
                    <a:pt x="3822" y="14332"/>
                  </a:lnTo>
                  <a:lnTo>
                    <a:pt x="4300" y="13376"/>
                  </a:lnTo>
                  <a:lnTo>
                    <a:pt x="5255" y="12421"/>
                  </a:lnTo>
                  <a:lnTo>
                    <a:pt x="5733" y="10032"/>
                  </a:lnTo>
                  <a:lnTo>
                    <a:pt x="5255" y="9555"/>
                  </a:lnTo>
                  <a:lnTo>
                    <a:pt x="6211" y="5733"/>
                  </a:lnTo>
                  <a:lnTo>
                    <a:pt x="6211" y="3344"/>
                  </a:lnTo>
                  <a:lnTo>
                    <a:pt x="7644" y="956"/>
                  </a:lnTo>
                  <a:lnTo>
                    <a:pt x="9555" y="0"/>
                  </a:lnTo>
                  <a:lnTo>
                    <a:pt x="10510" y="0"/>
                  </a:lnTo>
                  <a:lnTo>
                    <a:pt x="10510" y="1911"/>
                  </a:lnTo>
                  <a:lnTo>
                    <a:pt x="10510" y="2866"/>
                  </a:lnTo>
                  <a:lnTo>
                    <a:pt x="9555" y="3822"/>
                  </a:lnTo>
                  <a:lnTo>
                    <a:pt x="10510" y="5255"/>
                  </a:lnTo>
                  <a:lnTo>
                    <a:pt x="10510" y="6210"/>
                  </a:lnTo>
                  <a:lnTo>
                    <a:pt x="10033" y="7166"/>
                  </a:lnTo>
                  <a:lnTo>
                    <a:pt x="9077" y="8599"/>
                  </a:lnTo>
                  <a:lnTo>
                    <a:pt x="8122" y="9077"/>
                  </a:lnTo>
                  <a:lnTo>
                    <a:pt x="7644" y="10510"/>
                  </a:lnTo>
                  <a:lnTo>
                    <a:pt x="6688" y="10988"/>
                  </a:lnTo>
                  <a:lnTo>
                    <a:pt x="8599" y="12899"/>
                  </a:lnTo>
                  <a:lnTo>
                    <a:pt x="9077" y="18631"/>
                  </a:lnTo>
                  <a:lnTo>
                    <a:pt x="7644" y="20065"/>
                  </a:lnTo>
                  <a:lnTo>
                    <a:pt x="6688" y="20542"/>
                  </a:lnTo>
                  <a:lnTo>
                    <a:pt x="6688" y="24364"/>
                  </a:lnTo>
                  <a:lnTo>
                    <a:pt x="6688" y="25320"/>
                  </a:lnTo>
                  <a:lnTo>
                    <a:pt x="5255" y="27231"/>
                  </a:lnTo>
                  <a:lnTo>
                    <a:pt x="4777" y="28186"/>
                  </a:lnTo>
                  <a:lnTo>
                    <a:pt x="4300" y="28664"/>
                  </a:lnTo>
                  <a:lnTo>
                    <a:pt x="4300" y="29619"/>
                  </a:lnTo>
                  <a:lnTo>
                    <a:pt x="5255" y="30097"/>
                  </a:lnTo>
                  <a:lnTo>
                    <a:pt x="5255" y="31052"/>
                  </a:lnTo>
                  <a:lnTo>
                    <a:pt x="4777" y="32963"/>
                  </a:lnTo>
                  <a:lnTo>
                    <a:pt x="4777" y="35352"/>
                  </a:lnTo>
                  <a:lnTo>
                    <a:pt x="3822" y="37263"/>
                  </a:lnTo>
                  <a:lnTo>
                    <a:pt x="3822" y="3726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9" name="Freeform 4588">
              <a:extLst>
                <a:ext uri="{FF2B5EF4-FFF2-40B4-BE49-F238E27FC236}">
                  <a16:creationId xmlns:a16="http://schemas.microsoft.com/office/drawing/2014/main" id="{3BB39ED8-2A2C-68EA-4E41-AC9CFEF1C9AB}"/>
                </a:ext>
              </a:extLst>
            </p:cNvPr>
            <p:cNvSpPr/>
            <p:nvPr/>
          </p:nvSpPr>
          <p:spPr>
            <a:xfrm>
              <a:off x="7426475" y="4046966"/>
              <a:ext cx="28663" cy="78825"/>
            </a:xfrm>
            <a:custGeom>
              <a:avLst/>
              <a:gdLst>
                <a:gd name="csX0" fmla="*/ 0 w 28663"/>
                <a:gd name="csY0" fmla="*/ 0 h 78825"/>
                <a:gd name="csX1" fmla="*/ 478 w 28663"/>
                <a:gd name="csY1" fmla="*/ 478 h 78825"/>
                <a:gd name="csX2" fmla="*/ 955 w 28663"/>
                <a:gd name="csY2" fmla="*/ 956 h 78825"/>
                <a:gd name="csX3" fmla="*/ 1911 w 28663"/>
                <a:gd name="csY3" fmla="*/ 956 h 78825"/>
                <a:gd name="csX4" fmla="*/ 2866 w 28663"/>
                <a:gd name="csY4" fmla="*/ 478 h 78825"/>
                <a:gd name="csX5" fmla="*/ 4300 w 28663"/>
                <a:gd name="csY5" fmla="*/ 478 h 78825"/>
                <a:gd name="csX6" fmla="*/ 4777 w 28663"/>
                <a:gd name="csY6" fmla="*/ 478 h 78825"/>
                <a:gd name="csX7" fmla="*/ 5255 w 28663"/>
                <a:gd name="csY7" fmla="*/ 956 h 78825"/>
                <a:gd name="csX8" fmla="*/ 4300 w 28663"/>
                <a:gd name="csY8" fmla="*/ 4300 h 78825"/>
                <a:gd name="csX9" fmla="*/ 4300 w 28663"/>
                <a:gd name="csY9" fmla="*/ 5733 h 78825"/>
                <a:gd name="csX10" fmla="*/ 5733 w 28663"/>
                <a:gd name="csY10" fmla="*/ 8121 h 78825"/>
                <a:gd name="csX11" fmla="*/ 7166 w 28663"/>
                <a:gd name="csY11" fmla="*/ 12421 h 78825"/>
                <a:gd name="csX12" fmla="*/ 8599 w 28663"/>
                <a:gd name="csY12" fmla="*/ 16243 h 78825"/>
                <a:gd name="csX13" fmla="*/ 9555 w 28663"/>
                <a:gd name="csY13" fmla="*/ 18632 h 78825"/>
                <a:gd name="csX14" fmla="*/ 10510 w 28663"/>
                <a:gd name="csY14" fmla="*/ 19587 h 78825"/>
                <a:gd name="csX15" fmla="*/ 14332 w 28663"/>
                <a:gd name="csY15" fmla="*/ 21020 h 78825"/>
                <a:gd name="csX16" fmla="*/ 17676 w 28663"/>
                <a:gd name="csY16" fmla="*/ 21498 h 78825"/>
                <a:gd name="csX17" fmla="*/ 19109 w 28663"/>
                <a:gd name="csY17" fmla="*/ 23409 h 78825"/>
                <a:gd name="csX18" fmla="*/ 19109 w 28663"/>
                <a:gd name="csY18" fmla="*/ 23409 h 78825"/>
                <a:gd name="csX19" fmla="*/ 21498 w 28663"/>
                <a:gd name="csY19" fmla="*/ 24364 h 78825"/>
                <a:gd name="csX20" fmla="*/ 22453 w 28663"/>
                <a:gd name="csY20" fmla="*/ 25320 h 78825"/>
                <a:gd name="csX21" fmla="*/ 22931 w 28663"/>
                <a:gd name="csY21" fmla="*/ 25320 h 78825"/>
                <a:gd name="csX22" fmla="*/ 23409 w 28663"/>
                <a:gd name="csY22" fmla="*/ 26275 h 78825"/>
                <a:gd name="csX23" fmla="*/ 23409 w 28663"/>
                <a:gd name="csY23" fmla="*/ 27708 h 78825"/>
                <a:gd name="csX24" fmla="*/ 23409 w 28663"/>
                <a:gd name="csY24" fmla="*/ 28186 h 78825"/>
                <a:gd name="csX25" fmla="*/ 23409 w 28663"/>
                <a:gd name="csY25" fmla="*/ 28186 h 78825"/>
                <a:gd name="csX26" fmla="*/ 22931 w 28663"/>
                <a:gd name="csY26" fmla="*/ 28664 h 78825"/>
                <a:gd name="csX27" fmla="*/ 22453 w 28663"/>
                <a:gd name="csY27" fmla="*/ 29141 h 78825"/>
                <a:gd name="csX28" fmla="*/ 22453 w 28663"/>
                <a:gd name="csY28" fmla="*/ 29141 h 78825"/>
                <a:gd name="csX29" fmla="*/ 19109 w 28663"/>
                <a:gd name="csY29" fmla="*/ 31052 h 78825"/>
                <a:gd name="csX30" fmla="*/ 18632 w 28663"/>
                <a:gd name="csY30" fmla="*/ 32008 h 78825"/>
                <a:gd name="csX31" fmla="*/ 18632 w 28663"/>
                <a:gd name="csY31" fmla="*/ 32963 h 78825"/>
                <a:gd name="csX32" fmla="*/ 19109 w 28663"/>
                <a:gd name="csY32" fmla="*/ 35352 h 78825"/>
                <a:gd name="csX33" fmla="*/ 19587 w 28663"/>
                <a:gd name="csY33" fmla="*/ 37263 h 78825"/>
                <a:gd name="csX34" fmla="*/ 20064 w 28663"/>
                <a:gd name="csY34" fmla="*/ 40607 h 78825"/>
                <a:gd name="csX35" fmla="*/ 20064 w 28663"/>
                <a:gd name="csY35" fmla="*/ 43951 h 78825"/>
                <a:gd name="csX36" fmla="*/ 21498 w 28663"/>
                <a:gd name="csY36" fmla="*/ 45384 h 78825"/>
                <a:gd name="csX37" fmla="*/ 22453 w 28663"/>
                <a:gd name="csY37" fmla="*/ 46340 h 78825"/>
                <a:gd name="csX38" fmla="*/ 22931 w 28663"/>
                <a:gd name="csY38" fmla="*/ 47295 h 78825"/>
                <a:gd name="csX39" fmla="*/ 24364 w 28663"/>
                <a:gd name="csY39" fmla="*/ 48728 h 78825"/>
                <a:gd name="csX40" fmla="*/ 25320 w 28663"/>
                <a:gd name="csY40" fmla="*/ 49206 h 78825"/>
                <a:gd name="csX41" fmla="*/ 26275 w 28663"/>
                <a:gd name="csY41" fmla="*/ 49684 h 78825"/>
                <a:gd name="csX42" fmla="*/ 26275 w 28663"/>
                <a:gd name="csY42" fmla="*/ 49684 h 78825"/>
                <a:gd name="csX43" fmla="*/ 26753 w 28663"/>
                <a:gd name="csY43" fmla="*/ 51117 h 78825"/>
                <a:gd name="csX44" fmla="*/ 26275 w 28663"/>
                <a:gd name="csY44" fmla="*/ 52550 h 78825"/>
                <a:gd name="csX45" fmla="*/ 25798 w 28663"/>
                <a:gd name="csY45" fmla="*/ 53506 h 78825"/>
                <a:gd name="csX46" fmla="*/ 26275 w 28663"/>
                <a:gd name="csY46" fmla="*/ 54461 h 78825"/>
                <a:gd name="csX47" fmla="*/ 26753 w 28663"/>
                <a:gd name="csY47" fmla="*/ 54939 h 78825"/>
                <a:gd name="csX48" fmla="*/ 26753 w 28663"/>
                <a:gd name="csY48" fmla="*/ 54939 h 78825"/>
                <a:gd name="csX49" fmla="*/ 28186 w 28663"/>
                <a:gd name="csY49" fmla="*/ 55894 h 78825"/>
                <a:gd name="csX50" fmla="*/ 28186 w 28663"/>
                <a:gd name="csY50" fmla="*/ 57805 h 78825"/>
                <a:gd name="csX51" fmla="*/ 28186 w 28663"/>
                <a:gd name="csY51" fmla="*/ 58761 h 78825"/>
                <a:gd name="csX52" fmla="*/ 28186 w 28663"/>
                <a:gd name="csY52" fmla="*/ 58761 h 78825"/>
                <a:gd name="csX53" fmla="*/ 28664 w 28663"/>
                <a:gd name="csY53" fmla="*/ 60194 h 78825"/>
                <a:gd name="csX54" fmla="*/ 28664 w 28663"/>
                <a:gd name="csY54" fmla="*/ 61149 h 78825"/>
                <a:gd name="csX55" fmla="*/ 28186 w 28663"/>
                <a:gd name="csY55" fmla="*/ 64016 h 78825"/>
                <a:gd name="csX56" fmla="*/ 28186 w 28663"/>
                <a:gd name="csY56" fmla="*/ 64016 h 78825"/>
                <a:gd name="csX57" fmla="*/ 28186 w 28663"/>
                <a:gd name="csY57" fmla="*/ 65449 h 78825"/>
                <a:gd name="csX58" fmla="*/ 27230 w 28663"/>
                <a:gd name="csY58" fmla="*/ 65449 h 78825"/>
                <a:gd name="csX59" fmla="*/ 26753 w 28663"/>
                <a:gd name="csY59" fmla="*/ 65927 h 78825"/>
                <a:gd name="csX60" fmla="*/ 25320 w 28663"/>
                <a:gd name="csY60" fmla="*/ 67838 h 78825"/>
                <a:gd name="csX61" fmla="*/ 23886 w 28663"/>
                <a:gd name="csY61" fmla="*/ 68315 h 78825"/>
                <a:gd name="csX62" fmla="*/ 22453 w 28663"/>
                <a:gd name="csY62" fmla="*/ 68793 h 78825"/>
                <a:gd name="csX63" fmla="*/ 21020 w 28663"/>
                <a:gd name="csY63" fmla="*/ 67360 h 78825"/>
                <a:gd name="csX64" fmla="*/ 19587 w 28663"/>
                <a:gd name="csY64" fmla="*/ 66405 h 78825"/>
                <a:gd name="csX65" fmla="*/ 19109 w 28663"/>
                <a:gd name="csY65" fmla="*/ 65449 h 78825"/>
                <a:gd name="csX66" fmla="*/ 18632 w 28663"/>
                <a:gd name="csY66" fmla="*/ 64493 h 78825"/>
                <a:gd name="csX67" fmla="*/ 18154 w 28663"/>
                <a:gd name="csY67" fmla="*/ 63538 h 78825"/>
                <a:gd name="csX68" fmla="*/ 18154 w 28663"/>
                <a:gd name="csY68" fmla="*/ 63538 h 78825"/>
                <a:gd name="csX69" fmla="*/ 16721 w 28663"/>
                <a:gd name="csY69" fmla="*/ 64016 h 78825"/>
                <a:gd name="csX70" fmla="*/ 14809 w 28663"/>
                <a:gd name="csY70" fmla="*/ 64016 h 78825"/>
                <a:gd name="csX71" fmla="*/ 12421 w 28663"/>
                <a:gd name="csY71" fmla="*/ 64493 h 78825"/>
                <a:gd name="csX72" fmla="*/ 12421 w 28663"/>
                <a:gd name="csY72" fmla="*/ 64493 h 78825"/>
                <a:gd name="csX73" fmla="*/ 11943 w 28663"/>
                <a:gd name="csY73" fmla="*/ 64493 h 78825"/>
                <a:gd name="csX74" fmla="*/ 11943 w 28663"/>
                <a:gd name="csY74" fmla="*/ 64493 h 78825"/>
                <a:gd name="csX75" fmla="*/ 11943 w 28663"/>
                <a:gd name="csY75" fmla="*/ 64971 h 78825"/>
                <a:gd name="csX76" fmla="*/ 12421 w 28663"/>
                <a:gd name="csY76" fmla="*/ 66405 h 78825"/>
                <a:gd name="csX77" fmla="*/ 12421 w 28663"/>
                <a:gd name="csY77" fmla="*/ 66405 h 78825"/>
                <a:gd name="csX78" fmla="*/ 12898 w 28663"/>
                <a:gd name="csY78" fmla="*/ 67838 h 78825"/>
                <a:gd name="csX79" fmla="*/ 13377 w 28663"/>
                <a:gd name="csY79" fmla="*/ 69748 h 78825"/>
                <a:gd name="csX80" fmla="*/ 13854 w 28663"/>
                <a:gd name="csY80" fmla="*/ 71182 h 78825"/>
                <a:gd name="csX81" fmla="*/ 13854 w 28663"/>
                <a:gd name="csY81" fmla="*/ 71659 h 78825"/>
                <a:gd name="csX82" fmla="*/ 17676 w 28663"/>
                <a:gd name="csY82" fmla="*/ 75959 h 78825"/>
                <a:gd name="csX83" fmla="*/ 18632 w 28663"/>
                <a:gd name="csY83" fmla="*/ 76437 h 78825"/>
                <a:gd name="csX84" fmla="*/ 18632 w 28663"/>
                <a:gd name="csY84" fmla="*/ 76437 h 78825"/>
                <a:gd name="csX85" fmla="*/ 18632 w 28663"/>
                <a:gd name="csY85" fmla="*/ 77392 h 78825"/>
                <a:gd name="csX86" fmla="*/ 18154 w 28663"/>
                <a:gd name="csY86" fmla="*/ 78825 h 78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28663" h="78825">
                  <a:moveTo>
                    <a:pt x="0" y="0"/>
                  </a:moveTo>
                  <a:lnTo>
                    <a:pt x="478" y="478"/>
                  </a:lnTo>
                  <a:lnTo>
                    <a:pt x="955" y="956"/>
                  </a:lnTo>
                  <a:lnTo>
                    <a:pt x="1911" y="956"/>
                  </a:lnTo>
                  <a:lnTo>
                    <a:pt x="2866" y="478"/>
                  </a:lnTo>
                  <a:lnTo>
                    <a:pt x="4300" y="478"/>
                  </a:lnTo>
                  <a:lnTo>
                    <a:pt x="4777" y="478"/>
                  </a:lnTo>
                  <a:lnTo>
                    <a:pt x="5255" y="956"/>
                  </a:lnTo>
                  <a:lnTo>
                    <a:pt x="4300" y="4300"/>
                  </a:lnTo>
                  <a:lnTo>
                    <a:pt x="4300" y="5733"/>
                  </a:lnTo>
                  <a:lnTo>
                    <a:pt x="5733" y="8121"/>
                  </a:lnTo>
                  <a:lnTo>
                    <a:pt x="7166" y="12421"/>
                  </a:lnTo>
                  <a:lnTo>
                    <a:pt x="8599" y="16243"/>
                  </a:lnTo>
                  <a:lnTo>
                    <a:pt x="9555" y="18632"/>
                  </a:lnTo>
                  <a:lnTo>
                    <a:pt x="10510" y="19587"/>
                  </a:lnTo>
                  <a:lnTo>
                    <a:pt x="14332" y="21020"/>
                  </a:lnTo>
                  <a:lnTo>
                    <a:pt x="17676" y="21498"/>
                  </a:lnTo>
                  <a:lnTo>
                    <a:pt x="19109" y="23409"/>
                  </a:lnTo>
                  <a:lnTo>
                    <a:pt x="19109" y="23409"/>
                  </a:lnTo>
                  <a:lnTo>
                    <a:pt x="21498" y="24364"/>
                  </a:lnTo>
                  <a:lnTo>
                    <a:pt x="22453" y="25320"/>
                  </a:lnTo>
                  <a:lnTo>
                    <a:pt x="22931" y="25320"/>
                  </a:lnTo>
                  <a:lnTo>
                    <a:pt x="23409" y="26275"/>
                  </a:lnTo>
                  <a:lnTo>
                    <a:pt x="23409" y="27708"/>
                  </a:lnTo>
                  <a:lnTo>
                    <a:pt x="23409" y="28186"/>
                  </a:lnTo>
                  <a:lnTo>
                    <a:pt x="23409" y="28186"/>
                  </a:lnTo>
                  <a:lnTo>
                    <a:pt x="22931" y="28664"/>
                  </a:lnTo>
                  <a:lnTo>
                    <a:pt x="22453" y="29141"/>
                  </a:lnTo>
                  <a:lnTo>
                    <a:pt x="22453" y="29141"/>
                  </a:lnTo>
                  <a:lnTo>
                    <a:pt x="19109" y="31052"/>
                  </a:lnTo>
                  <a:lnTo>
                    <a:pt x="18632" y="32008"/>
                  </a:lnTo>
                  <a:lnTo>
                    <a:pt x="18632" y="32963"/>
                  </a:lnTo>
                  <a:lnTo>
                    <a:pt x="19109" y="35352"/>
                  </a:lnTo>
                  <a:lnTo>
                    <a:pt x="19587" y="37263"/>
                  </a:lnTo>
                  <a:lnTo>
                    <a:pt x="20064" y="40607"/>
                  </a:lnTo>
                  <a:lnTo>
                    <a:pt x="20064" y="43951"/>
                  </a:lnTo>
                  <a:lnTo>
                    <a:pt x="21498" y="45384"/>
                  </a:lnTo>
                  <a:lnTo>
                    <a:pt x="22453" y="46340"/>
                  </a:lnTo>
                  <a:lnTo>
                    <a:pt x="22931" y="47295"/>
                  </a:lnTo>
                  <a:lnTo>
                    <a:pt x="24364" y="48728"/>
                  </a:lnTo>
                  <a:lnTo>
                    <a:pt x="25320" y="49206"/>
                  </a:lnTo>
                  <a:lnTo>
                    <a:pt x="26275" y="49684"/>
                  </a:lnTo>
                  <a:lnTo>
                    <a:pt x="26275" y="49684"/>
                  </a:lnTo>
                  <a:lnTo>
                    <a:pt x="26753" y="51117"/>
                  </a:lnTo>
                  <a:lnTo>
                    <a:pt x="26275" y="52550"/>
                  </a:lnTo>
                  <a:lnTo>
                    <a:pt x="25798" y="53506"/>
                  </a:lnTo>
                  <a:lnTo>
                    <a:pt x="26275" y="54461"/>
                  </a:lnTo>
                  <a:lnTo>
                    <a:pt x="26753" y="54939"/>
                  </a:lnTo>
                  <a:lnTo>
                    <a:pt x="26753" y="54939"/>
                  </a:lnTo>
                  <a:lnTo>
                    <a:pt x="28186" y="55894"/>
                  </a:lnTo>
                  <a:lnTo>
                    <a:pt x="28186" y="57805"/>
                  </a:lnTo>
                  <a:lnTo>
                    <a:pt x="28186" y="58761"/>
                  </a:lnTo>
                  <a:lnTo>
                    <a:pt x="28186" y="58761"/>
                  </a:lnTo>
                  <a:lnTo>
                    <a:pt x="28664" y="60194"/>
                  </a:lnTo>
                  <a:lnTo>
                    <a:pt x="28664" y="61149"/>
                  </a:lnTo>
                  <a:lnTo>
                    <a:pt x="28186" y="64016"/>
                  </a:lnTo>
                  <a:lnTo>
                    <a:pt x="28186" y="64016"/>
                  </a:lnTo>
                  <a:lnTo>
                    <a:pt x="28186" y="65449"/>
                  </a:lnTo>
                  <a:lnTo>
                    <a:pt x="27230" y="65449"/>
                  </a:lnTo>
                  <a:lnTo>
                    <a:pt x="26753" y="65927"/>
                  </a:lnTo>
                  <a:lnTo>
                    <a:pt x="25320" y="67838"/>
                  </a:lnTo>
                  <a:lnTo>
                    <a:pt x="23886" y="68315"/>
                  </a:lnTo>
                  <a:lnTo>
                    <a:pt x="22453" y="68793"/>
                  </a:lnTo>
                  <a:lnTo>
                    <a:pt x="21020" y="67360"/>
                  </a:lnTo>
                  <a:lnTo>
                    <a:pt x="19587" y="66405"/>
                  </a:lnTo>
                  <a:lnTo>
                    <a:pt x="19109" y="65449"/>
                  </a:lnTo>
                  <a:lnTo>
                    <a:pt x="18632" y="64493"/>
                  </a:lnTo>
                  <a:lnTo>
                    <a:pt x="18154" y="63538"/>
                  </a:lnTo>
                  <a:lnTo>
                    <a:pt x="18154" y="63538"/>
                  </a:lnTo>
                  <a:lnTo>
                    <a:pt x="16721" y="64016"/>
                  </a:lnTo>
                  <a:lnTo>
                    <a:pt x="14809" y="64016"/>
                  </a:lnTo>
                  <a:lnTo>
                    <a:pt x="12421" y="64493"/>
                  </a:lnTo>
                  <a:lnTo>
                    <a:pt x="12421" y="64493"/>
                  </a:lnTo>
                  <a:lnTo>
                    <a:pt x="11943" y="64493"/>
                  </a:lnTo>
                  <a:lnTo>
                    <a:pt x="11943" y="64493"/>
                  </a:lnTo>
                  <a:lnTo>
                    <a:pt x="11943" y="64971"/>
                  </a:lnTo>
                  <a:lnTo>
                    <a:pt x="12421" y="66405"/>
                  </a:lnTo>
                  <a:lnTo>
                    <a:pt x="12421" y="66405"/>
                  </a:lnTo>
                  <a:lnTo>
                    <a:pt x="12898" y="67838"/>
                  </a:lnTo>
                  <a:lnTo>
                    <a:pt x="13377" y="69748"/>
                  </a:lnTo>
                  <a:lnTo>
                    <a:pt x="13854" y="71182"/>
                  </a:lnTo>
                  <a:lnTo>
                    <a:pt x="13854" y="71659"/>
                  </a:lnTo>
                  <a:lnTo>
                    <a:pt x="17676" y="75959"/>
                  </a:lnTo>
                  <a:lnTo>
                    <a:pt x="18632" y="76437"/>
                  </a:lnTo>
                  <a:lnTo>
                    <a:pt x="18632" y="76437"/>
                  </a:lnTo>
                  <a:lnTo>
                    <a:pt x="18632" y="77392"/>
                  </a:lnTo>
                  <a:lnTo>
                    <a:pt x="18154" y="7882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0" name="Freeform 4589">
              <a:extLst>
                <a:ext uri="{FF2B5EF4-FFF2-40B4-BE49-F238E27FC236}">
                  <a16:creationId xmlns:a16="http://schemas.microsoft.com/office/drawing/2014/main" id="{D19D7DF6-E5D5-C580-396F-AC7B6492F1A3}"/>
                </a:ext>
              </a:extLst>
            </p:cNvPr>
            <p:cNvSpPr/>
            <p:nvPr/>
          </p:nvSpPr>
          <p:spPr>
            <a:xfrm>
              <a:off x="7410710" y="4055565"/>
              <a:ext cx="955" cy="2388"/>
            </a:xfrm>
            <a:custGeom>
              <a:avLst/>
              <a:gdLst>
                <a:gd name="csX0" fmla="*/ 0 w 955"/>
                <a:gd name="csY0" fmla="*/ 2389 h 2388"/>
                <a:gd name="csX1" fmla="*/ 478 w 955"/>
                <a:gd name="csY1" fmla="*/ 956 h 2388"/>
                <a:gd name="csX2" fmla="*/ 956 w 955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2388">
                  <a:moveTo>
                    <a:pt x="0" y="2389"/>
                  </a:moveTo>
                  <a:lnTo>
                    <a:pt x="478" y="956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1" name="Freeform 4590">
              <a:extLst>
                <a:ext uri="{FF2B5EF4-FFF2-40B4-BE49-F238E27FC236}">
                  <a16:creationId xmlns:a16="http://schemas.microsoft.com/office/drawing/2014/main" id="{FA3202CB-594F-1E5B-C93F-A43DEECE75D2}"/>
                </a:ext>
              </a:extLst>
            </p:cNvPr>
            <p:cNvSpPr/>
            <p:nvPr/>
          </p:nvSpPr>
          <p:spPr>
            <a:xfrm>
              <a:off x="7404978" y="4060820"/>
              <a:ext cx="955" cy="1910"/>
            </a:xfrm>
            <a:custGeom>
              <a:avLst/>
              <a:gdLst>
                <a:gd name="csX0" fmla="*/ 0 w 955"/>
                <a:gd name="csY0" fmla="*/ 1911 h 1910"/>
                <a:gd name="csX1" fmla="*/ 955 w 955"/>
                <a:gd name="csY1" fmla="*/ 478 h 1910"/>
                <a:gd name="csX2" fmla="*/ 955 w 955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0">
                  <a:moveTo>
                    <a:pt x="0" y="1911"/>
                  </a:moveTo>
                  <a:lnTo>
                    <a:pt x="955" y="478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2" name="Freeform 4591">
              <a:extLst>
                <a:ext uri="{FF2B5EF4-FFF2-40B4-BE49-F238E27FC236}">
                  <a16:creationId xmlns:a16="http://schemas.microsoft.com/office/drawing/2014/main" id="{DEE96C29-A470-7A59-EFDF-1C484B84BF51}"/>
                </a:ext>
              </a:extLst>
            </p:cNvPr>
            <p:cNvSpPr/>
            <p:nvPr/>
          </p:nvSpPr>
          <p:spPr>
            <a:xfrm>
              <a:off x="7347172" y="4070852"/>
              <a:ext cx="3821" cy="6688"/>
            </a:xfrm>
            <a:custGeom>
              <a:avLst/>
              <a:gdLst>
                <a:gd name="csX0" fmla="*/ 2389 w 3821"/>
                <a:gd name="csY0" fmla="*/ 6688 h 6688"/>
                <a:gd name="csX1" fmla="*/ 2866 w 3821"/>
                <a:gd name="csY1" fmla="*/ 6210 h 6688"/>
                <a:gd name="csX2" fmla="*/ 3821 w 3821"/>
                <a:gd name="csY2" fmla="*/ 5255 h 6688"/>
                <a:gd name="csX3" fmla="*/ 3344 w 3821"/>
                <a:gd name="csY3" fmla="*/ 3822 h 6688"/>
                <a:gd name="csX4" fmla="*/ 2389 w 3821"/>
                <a:gd name="csY4" fmla="*/ 2866 h 6688"/>
                <a:gd name="csX5" fmla="*/ 2389 w 3821"/>
                <a:gd name="csY5" fmla="*/ 2866 h 6688"/>
                <a:gd name="csX6" fmla="*/ 478 w 3821"/>
                <a:gd name="csY6" fmla="*/ 1911 h 6688"/>
                <a:gd name="csX7" fmla="*/ 0 w 3821"/>
                <a:gd name="csY7" fmla="*/ 956 h 6688"/>
                <a:gd name="csX8" fmla="*/ 478 w 3821"/>
                <a:gd name="csY8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6688">
                  <a:moveTo>
                    <a:pt x="2389" y="6688"/>
                  </a:moveTo>
                  <a:lnTo>
                    <a:pt x="2866" y="6210"/>
                  </a:lnTo>
                  <a:lnTo>
                    <a:pt x="3821" y="5255"/>
                  </a:lnTo>
                  <a:lnTo>
                    <a:pt x="3344" y="3822"/>
                  </a:lnTo>
                  <a:lnTo>
                    <a:pt x="2389" y="2866"/>
                  </a:lnTo>
                  <a:lnTo>
                    <a:pt x="2389" y="2866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3" name="Freeform 4592">
              <a:extLst>
                <a:ext uri="{FF2B5EF4-FFF2-40B4-BE49-F238E27FC236}">
                  <a16:creationId xmlns:a16="http://schemas.microsoft.com/office/drawing/2014/main" id="{CF6A405D-DB5F-F415-4A9D-3D7DB6128BCF}"/>
                </a:ext>
              </a:extLst>
            </p:cNvPr>
            <p:cNvSpPr/>
            <p:nvPr/>
          </p:nvSpPr>
          <p:spPr>
            <a:xfrm>
              <a:off x="7349561" y="4078496"/>
              <a:ext cx="477" cy="955"/>
            </a:xfrm>
            <a:custGeom>
              <a:avLst/>
              <a:gdLst>
                <a:gd name="csX0" fmla="*/ 478 w 477"/>
                <a:gd name="csY0" fmla="*/ 956 h 955"/>
                <a:gd name="csX1" fmla="*/ 0 w 477"/>
                <a:gd name="csY1" fmla="*/ 478 h 955"/>
                <a:gd name="csX2" fmla="*/ 0 w 4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478" y="956"/>
                  </a:moveTo>
                  <a:lnTo>
                    <a:pt x="0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4" name="Freeform 4593">
              <a:extLst>
                <a:ext uri="{FF2B5EF4-FFF2-40B4-BE49-F238E27FC236}">
                  <a16:creationId xmlns:a16="http://schemas.microsoft.com/office/drawing/2014/main" id="{7F0F059F-78A0-906C-E08C-56316D089693}"/>
                </a:ext>
              </a:extLst>
            </p:cNvPr>
            <p:cNvSpPr/>
            <p:nvPr/>
          </p:nvSpPr>
          <p:spPr>
            <a:xfrm>
              <a:off x="7350516" y="4079451"/>
              <a:ext cx="4777" cy="477"/>
            </a:xfrm>
            <a:custGeom>
              <a:avLst/>
              <a:gdLst>
                <a:gd name="csX0" fmla="*/ 4777 w 4777"/>
                <a:gd name="csY0" fmla="*/ 478 h 477"/>
                <a:gd name="csX1" fmla="*/ 2866 w 4777"/>
                <a:gd name="csY1" fmla="*/ 478 h 477"/>
                <a:gd name="csX2" fmla="*/ 0 w 4777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477">
                  <a:moveTo>
                    <a:pt x="4777" y="478"/>
                  </a:moveTo>
                  <a:lnTo>
                    <a:pt x="2866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5" name="Freeform 4594">
              <a:extLst>
                <a:ext uri="{FF2B5EF4-FFF2-40B4-BE49-F238E27FC236}">
                  <a16:creationId xmlns:a16="http://schemas.microsoft.com/office/drawing/2014/main" id="{5C6261FB-C5B5-85AC-2647-535CEA8FA563}"/>
                </a:ext>
              </a:extLst>
            </p:cNvPr>
            <p:cNvSpPr/>
            <p:nvPr/>
          </p:nvSpPr>
          <p:spPr>
            <a:xfrm>
              <a:off x="7355771" y="4080407"/>
              <a:ext cx="478" cy="1911"/>
            </a:xfrm>
            <a:custGeom>
              <a:avLst/>
              <a:gdLst>
                <a:gd name="csX0" fmla="*/ 0 w 478"/>
                <a:gd name="csY0" fmla="*/ 1911 h 1911"/>
                <a:gd name="csX1" fmla="*/ 478 w 478"/>
                <a:gd name="csY1" fmla="*/ 956 h 1911"/>
                <a:gd name="csX2" fmla="*/ 478 w 478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1911">
                  <a:moveTo>
                    <a:pt x="0" y="1911"/>
                  </a:moveTo>
                  <a:lnTo>
                    <a:pt x="478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6" name="Freeform 4595">
              <a:extLst>
                <a:ext uri="{FF2B5EF4-FFF2-40B4-BE49-F238E27FC236}">
                  <a16:creationId xmlns:a16="http://schemas.microsoft.com/office/drawing/2014/main" id="{AE3486CB-55CA-0261-CDBD-82772E20ED50}"/>
                </a:ext>
              </a:extLst>
            </p:cNvPr>
            <p:cNvSpPr/>
            <p:nvPr/>
          </p:nvSpPr>
          <p:spPr>
            <a:xfrm>
              <a:off x="7350994" y="4084706"/>
              <a:ext cx="3344" cy="8599"/>
            </a:xfrm>
            <a:custGeom>
              <a:avLst/>
              <a:gdLst>
                <a:gd name="csX0" fmla="*/ 2389 w 3344"/>
                <a:gd name="csY0" fmla="*/ 8599 h 8599"/>
                <a:gd name="csX1" fmla="*/ 2867 w 3344"/>
                <a:gd name="csY1" fmla="*/ 8599 h 8599"/>
                <a:gd name="csX2" fmla="*/ 3344 w 3344"/>
                <a:gd name="csY2" fmla="*/ 7166 h 8599"/>
                <a:gd name="csX3" fmla="*/ 3344 w 3344"/>
                <a:gd name="csY3" fmla="*/ 6210 h 8599"/>
                <a:gd name="csX4" fmla="*/ 2867 w 3344"/>
                <a:gd name="csY4" fmla="*/ 5255 h 8599"/>
                <a:gd name="csX5" fmla="*/ 2867 w 3344"/>
                <a:gd name="csY5" fmla="*/ 5255 h 8599"/>
                <a:gd name="csX6" fmla="*/ 1433 w 3344"/>
                <a:gd name="csY6" fmla="*/ 4299 h 8599"/>
                <a:gd name="csX7" fmla="*/ 478 w 3344"/>
                <a:gd name="csY7" fmla="*/ 3344 h 8599"/>
                <a:gd name="csX8" fmla="*/ 0 w 3344"/>
                <a:gd name="csY8" fmla="*/ 2389 h 8599"/>
                <a:gd name="csX9" fmla="*/ 0 w 3344"/>
                <a:gd name="csY9" fmla="*/ 1433 h 8599"/>
                <a:gd name="csX10" fmla="*/ 478 w 3344"/>
                <a:gd name="csY10" fmla="*/ 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8599">
                  <a:moveTo>
                    <a:pt x="2389" y="8599"/>
                  </a:moveTo>
                  <a:lnTo>
                    <a:pt x="2867" y="8599"/>
                  </a:lnTo>
                  <a:lnTo>
                    <a:pt x="3344" y="7166"/>
                  </a:lnTo>
                  <a:lnTo>
                    <a:pt x="3344" y="6210"/>
                  </a:lnTo>
                  <a:lnTo>
                    <a:pt x="2867" y="5255"/>
                  </a:lnTo>
                  <a:lnTo>
                    <a:pt x="2867" y="5255"/>
                  </a:lnTo>
                  <a:lnTo>
                    <a:pt x="1433" y="4299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7" name="Freeform 4596">
              <a:extLst>
                <a:ext uri="{FF2B5EF4-FFF2-40B4-BE49-F238E27FC236}">
                  <a16:creationId xmlns:a16="http://schemas.microsoft.com/office/drawing/2014/main" id="{703B9D70-0C0B-0F18-DB9F-CE5D04BE8EBC}"/>
                </a:ext>
              </a:extLst>
            </p:cNvPr>
            <p:cNvSpPr/>
            <p:nvPr/>
          </p:nvSpPr>
          <p:spPr>
            <a:xfrm>
              <a:off x="7350994" y="4095694"/>
              <a:ext cx="1433" cy="2866"/>
            </a:xfrm>
            <a:custGeom>
              <a:avLst/>
              <a:gdLst>
                <a:gd name="csX0" fmla="*/ 1433 w 1433"/>
                <a:gd name="csY0" fmla="*/ 2866 h 2866"/>
                <a:gd name="csX1" fmla="*/ 478 w 1433"/>
                <a:gd name="csY1" fmla="*/ 1911 h 2866"/>
                <a:gd name="csX2" fmla="*/ 0 w 1433"/>
                <a:gd name="csY2" fmla="*/ 1433 h 2866"/>
                <a:gd name="csX3" fmla="*/ 0 w 1433"/>
                <a:gd name="csY3" fmla="*/ 956 h 2866"/>
                <a:gd name="csX4" fmla="*/ 956 w 1433"/>
                <a:gd name="csY4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2866">
                  <a:moveTo>
                    <a:pt x="1433" y="2866"/>
                  </a:moveTo>
                  <a:lnTo>
                    <a:pt x="478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8" name="Freeform 4597">
              <a:extLst>
                <a:ext uri="{FF2B5EF4-FFF2-40B4-BE49-F238E27FC236}">
                  <a16:creationId xmlns:a16="http://schemas.microsoft.com/office/drawing/2014/main" id="{BFF9F71B-850D-CA55-CBF2-6AB7A3C63E51}"/>
                </a:ext>
              </a:extLst>
            </p:cNvPr>
            <p:cNvSpPr/>
            <p:nvPr/>
          </p:nvSpPr>
          <p:spPr>
            <a:xfrm>
              <a:off x="7353861" y="4099993"/>
              <a:ext cx="2866" cy="1433"/>
            </a:xfrm>
            <a:custGeom>
              <a:avLst/>
              <a:gdLst>
                <a:gd name="csX0" fmla="*/ 2866 w 2866"/>
                <a:gd name="csY0" fmla="*/ 1433 h 1433"/>
                <a:gd name="csX1" fmla="*/ 1910 w 2866"/>
                <a:gd name="csY1" fmla="*/ 1433 h 1433"/>
                <a:gd name="csX2" fmla="*/ 0 w 2866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1433">
                  <a:moveTo>
                    <a:pt x="2866" y="1433"/>
                  </a:moveTo>
                  <a:lnTo>
                    <a:pt x="1910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9" name="Freeform 4598">
              <a:extLst>
                <a:ext uri="{FF2B5EF4-FFF2-40B4-BE49-F238E27FC236}">
                  <a16:creationId xmlns:a16="http://schemas.microsoft.com/office/drawing/2014/main" id="{9AC523B2-436F-F500-AB10-FEC84E21F8AD}"/>
                </a:ext>
              </a:extLst>
            </p:cNvPr>
            <p:cNvSpPr/>
            <p:nvPr/>
          </p:nvSpPr>
          <p:spPr>
            <a:xfrm>
              <a:off x="7356727" y="4101427"/>
              <a:ext cx="4299" cy="5254"/>
            </a:xfrm>
            <a:custGeom>
              <a:avLst/>
              <a:gdLst>
                <a:gd name="csX0" fmla="*/ 4300 w 4299"/>
                <a:gd name="csY0" fmla="*/ 5255 h 5254"/>
                <a:gd name="csX1" fmla="*/ 1433 w 4299"/>
                <a:gd name="csY1" fmla="*/ 5255 h 5254"/>
                <a:gd name="csX2" fmla="*/ 478 w 4299"/>
                <a:gd name="csY2" fmla="*/ 4299 h 5254"/>
                <a:gd name="csX3" fmla="*/ 955 w 4299"/>
                <a:gd name="csY3" fmla="*/ 3344 h 5254"/>
                <a:gd name="csX4" fmla="*/ 955 w 4299"/>
                <a:gd name="csY4" fmla="*/ 3344 h 5254"/>
                <a:gd name="csX5" fmla="*/ 955 w 4299"/>
                <a:gd name="csY5" fmla="*/ 1911 h 5254"/>
                <a:gd name="csX6" fmla="*/ 478 w 4299"/>
                <a:gd name="csY6" fmla="*/ 478 h 5254"/>
                <a:gd name="csX7" fmla="*/ 0 w 4299"/>
                <a:gd name="csY7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5254">
                  <a:moveTo>
                    <a:pt x="4300" y="5255"/>
                  </a:moveTo>
                  <a:lnTo>
                    <a:pt x="1433" y="5255"/>
                  </a:lnTo>
                  <a:lnTo>
                    <a:pt x="478" y="4299"/>
                  </a:lnTo>
                  <a:lnTo>
                    <a:pt x="955" y="3344"/>
                  </a:lnTo>
                  <a:lnTo>
                    <a:pt x="955" y="3344"/>
                  </a:lnTo>
                  <a:lnTo>
                    <a:pt x="955" y="1911"/>
                  </a:ln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0" name="Freeform 4599">
              <a:extLst>
                <a:ext uri="{FF2B5EF4-FFF2-40B4-BE49-F238E27FC236}">
                  <a16:creationId xmlns:a16="http://schemas.microsoft.com/office/drawing/2014/main" id="{87D9645E-36C0-8B2B-A08B-B1FFD9821EFD}"/>
                </a:ext>
              </a:extLst>
            </p:cNvPr>
            <p:cNvSpPr/>
            <p:nvPr/>
          </p:nvSpPr>
          <p:spPr>
            <a:xfrm>
              <a:off x="7361027" y="4106682"/>
              <a:ext cx="1910" cy="477"/>
            </a:xfrm>
            <a:custGeom>
              <a:avLst/>
              <a:gdLst>
                <a:gd name="csX0" fmla="*/ 1911 w 1910"/>
                <a:gd name="csY0" fmla="*/ 478 h 477"/>
                <a:gd name="csX1" fmla="*/ 0 w 1910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477">
                  <a:moveTo>
                    <a:pt x="1911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1" name="Freeform 4600">
              <a:extLst>
                <a:ext uri="{FF2B5EF4-FFF2-40B4-BE49-F238E27FC236}">
                  <a16:creationId xmlns:a16="http://schemas.microsoft.com/office/drawing/2014/main" id="{CADB0DDD-59AA-A143-A92C-97118BF74A36}"/>
                </a:ext>
              </a:extLst>
            </p:cNvPr>
            <p:cNvSpPr/>
            <p:nvPr/>
          </p:nvSpPr>
          <p:spPr>
            <a:xfrm>
              <a:off x="7363893" y="4107159"/>
              <a:ext cx="955" cy="5732"/>
            </a:xfrm>
            <a:custGeom>
              <a:avLst/>
              <a:gdLst>
                <a:gd name="csX0" fmla="*/ 955 w 955"/>
                <a:gd name="csY0" fmla="*/ 5733 h 5732"/>
                <a:gd name="csX1" fmla="*/ 478 w 955"/>
                <a:gd name="csY1" fmla="*/ 4777 h 5732"/>
                <a:gd name="csX2" fmla="*/ 0 w 955"/>
                <a:gd name="csY2" fmla="*/ 2867 h 5732"/>
                <a:gd name="csX3" fmla="*/ 478 w 955"/>
                <a:gd name="csY3" fmla="*/ 0 h 5732"/>
                <a:gd name="csX4" fmla="*/ 478 w 955"/>
                <a:gd name="csY4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5732">
                  <a:moveTo>
                    <a:pt x="955" y="5733"/>
                  </a:moveTo>
                  <a:lnTo>
                    <a:pt x="478" y="4777"/>
                  </a:lnTo>
                  <a:lnTo>
                    <a:pt x="0" y="2867"/>
                  </a:lnTo>
                  <a:lnTo>
                    <a:pt x="478" y="0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2" name="Freeform 4601">
              <a:extLst>
                <a:ext uri="{FF2B5EF4-FFF2-40B4-BE49-F238E27FC236}">
                  <a16:creationId xmlns:a16="http://schemas.microsoft.com/office/drawing/2014/main" id="{E51ADE38-3BF2-C40B-5162-DF99D7544463}"/>
                </a:ext>
              </a:extLst>
            </p:cNvPr>
            <p:cNvSpPr/>
            <p:nvPr/>
          </p:nvSpPr>
          <p:spPr>
            <a:xfrm>
              <a:off x="7364848" y="4112892"/>
              <a:ext cx="5733" cy="477"/>
            </a:xfrm>
            <a:custGeom>
              <a:avLst/>
              <a:gdLst>
                <a:gd name="csX0" fmla="*/ 5733 w 5733"/>
                <a:gd name="csY0" fmla="*/ 478 h 477"/>
                <a:gd name="csX1" fmla="*/ 1911 w 5733"/>
                <a:gd name="csY1" fmla="*/ 478 h 477"/>
                <a:gd name="csX2" fmla="*/ 0 w 5733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33" h="477">
                  <a:moveTo>
                    <a:pt x="5733" y="478"/>
                  </a:moveTo>
                  <a:lnTo>
                    <a:pt x="1911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3" name="Freeform 4602">
              <a:extLst>
                <a:ext uri="{FF2B5EF4-FFF2-40B4-BE49-F238E27FC236}">
                  <a16:creationId xmlns:a16="http://schemas.microsoft.com/office/drawing/2014/main" id="{BCA6F7D4-EC0B-EC86-3316-D88F5A7736BD}"/>
                </a:ext>
              </a:extLst>
            </p:cNvPr>
            <p:cNvSpPr/>
            <p:nvPr/>
          </p:nvSpPr>
          <p:spPr>
            <a:xfrm>
              <a:off x="7372970" y="4114325"/>
              <a:ext cx="4777" cy="5732"/>
            </a:xfrm>
            <a:custGeom>
              <a:avLst/>
              <a:gdLst>
                <a:gd name="csX0" fmla="*/ 3344 w 4777"/>
                <a:gd name="csY0" fmla="*/ 5733 h 5732"/>
                <a:gd name="csX1" fmla="*/ 4777 w 4777"/>
                <a:gd name="csY1" fmla="*/ 4300 h 5732"/>
                <a:gd name="csX2" fmla="*/ 4777 w 4777"/>
                <a:gd name="csY2" fmla="*/ 2867 h 5732"/>
                <a:gd name="csX3" fmla="*/ 4299 w 4777"/>
                <a:gd name="csY3" fmla="*/ 1911 h 5732"/>
                <a:gd name="csX4" fmla="*/ 2866 w 4777"/>
                <a:gd name="csY4" fmla="*/ 956 h 5732"/>
                <a:gd name="csX5" fmla="*/ 0 w 4777"/>
                <a:gd name="csY5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7" h="5732">
                  <a:moveTo>
                    <a:pt x="3344" y="5733"/>
                  </a:moveTo>
                  <a:lnTo>
                    <a:pt x="4777" y="4300"/>
                  </a:lnTo>
                  <a:lnTo>
                    <a:pt x="4777" y="2867"/>
                  </a:lnTo>
                  <a:lnTo>
                    <a:pt x="4299" y="1911"/>
                  </a:lnTo>
                  <a:lnTo>
                    <a:pt x="2866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4" name="Freeform 4603">
              <a:extLst>
                <a:ext uri="{FF2B5EF4-FFF2-40B4-BE49-F238E27FC236}">
                  <a16:creationId xmlns:a16="http://schemas.microsoft.com/office/drawing/2014/main" id="{6D5BD4B3-1D3D-1926-7B4D-380B39A586FE}"/>
                </a:ext>
              </a:extLst>
            </p:cNvPr>
            <p:cNvSpPr/>
            <p:nvPr/>
          </p:nvSpPr>
          <p:spPr>
            <a:xfrm>
              <a:off x="7364371" y="4122447"/>
              <a:ext cx="5732" cy="2866"/>
            </a:xfrm>
            <a:custGeom>
              <a:avLst/>
              <a:gdLst>
                <a:gd name="csX0" fmla="*/ 0 w 5732"/>
                <a:gd name="csY0" fmla="*/ 2867 h 2866"/>
                <a:gd name="csX1" fmla="*/ 1433 w 5732"/>
                <a:gd name="csY1" fmla="*/ 1911 h 2866"/>
                <a:gd name="csX2" fmla="*/ 5733 w 5732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32" h="2866">
                  <a:moveTo>
                    <a:pt x="0" y="2867"/>
                  </a:moveTo>
                  <a:lnTo>
                    <a:pt x="1433" y="1911"/>
                  </a:lnTo>
                  <a:lnTo>
                    <a:pt x="57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5" name="Freeform 4604">
              <a:extLst>
                <a:ext uri="{FF2B5EF4-FFF2-40B4-BE49-F238E27FC236}">
                  <a16:creationId xmlns:a16="http://schemas.microsoft.com/office/drawing/2014/main" id="{EA90C7F3-3152-C9E9-0BED-8A28DEBB6F29}"/>
                </a:ext>
              </a:extLst>
            </p:cNvPr>
            <p:cNvSpPr/>
            <p:nvPr/>
          </p:nvSpPr>
          <p:spPr>
            <a:xfrm>
              <a:off x="7361504" y="4128180"/>
              <a:ext cx="2388" cy="15765"/>
            </a:xfrm>
            <a:custGeom>
              <a:avLst/>
              <a:gdLst>
                <a:gd name="csX0" fmla="*/ 2389 w 2388"/>
                <a:gd name="csY0" fmla="*/ 15765 h 15765"/>
                <a:gd name="csX1" fmla="*/ 2389 w 2388"/>
                <a:gd name="csY1" fmla="*/ 15765 h 15765"/>
                <a:gd name="csX2" fmla="*/ 2389 w 2388"/>
                <a:gd name="csY2" fmla="*/ 14809 h 15765"/>
                <a:gd name="csX3" fmla="*/ 1911 w 2388"/>
                <a:gd name="csY3" fmla="*/ 13854 h 15765"/>
                <a:gd name="csX4" fmla="*/ 1911 w 2388"/>
                <a:gd name="csY4" fmla="*/ 13854 h 15765"/>
                <a:gd name="csX5" fmla="*/ 478 w 2388"/>
                <a:gd name="csY5" fmla="*/ 13376 h 15765"/>
                <a:gd name="csX6" fmla="*/ 0 w 2388"/>
                <a:gd name="csY6" fmla="*/ 12421 h 15765"/>
                <a:gd name="csX7" fmla="*/ 478 w 2388"/>
                <a:gd name="csY7" fmla="*/ 10988 h 15765"/>
                <a:gd name="csX8" fmla="*/ 1433 w 2388"/>
                <a:gd name="csY8" fmla="*/ 6210 h 15765"/>
                <a:gd name="csX9" fmla="*/ 1433 w 2388"/>
                <a:gd name="csY9" fmla="*/ 5255 h 15765"/>
                <a:gd name="csX10" fmla="*/ 0 w 2388"/>
                <a:gd name="csY10" fmla="*/ 956 h 15765"/>
                <a:gd name="csX11" fmla="*/ 0 w 2388"/>
                <a:gd name="csY11" fmla="*/ 0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88" h="15765">
                  <a:moveTo>
                    <a:pt x="2389" y="15765"/>
                  </a:moveTo>
                  <a:lnTo>
                    <a:pt x="2389" y="15765"/>
                  </a:lnTo>
                  <a:lnTo>
                    <a:pt x="2389" y="14809"/>
                  </a:lnTo>
                  <a:lnTo>
                    <a:pt x="1911" y="13854"/>
                  </a:lnTo>
                  <a:lnTo>
                    <a:pt x="1911" y="13854"/>
                  </a:lnTo>
                  <a:lnTo>
                    <a:pt x="478" y="13376"/>
                  </a:lnTo>
                  <a:lnTo>
                    <a:pt x="0" y="12421"/>
                  </a:lnTo>
                  <a:lnTo>
                    <a:pt x="478" y="10988"/>
                  </a:lnTo>
                  <a:lnTo>
                    <a:pt x="1433" y="6210"/>
                  </a:lnTo>
                  <a:lnTo>
                    <a:pt x="1433" y="5255"/>
                  </a:lnTo>
                  <a:lnTo>
                    <a:pt x="0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6" name="Freeform 4605">
              <a:extLst>
                <a:ext uri="{FF2B5EF4-FFF2-40B4-BE49-F238E27FC236}">
                  <a16:creationId xmlns:a16="http://schemas.microsoft.com/office/drawing/2014/main" id="{A133160C-AF2D-50FF-2368-2EAEA6BA4BB0}"/>
                </a:ext>
              </a:extLst>
            </p:cNvPr>
            <p:cNvSpPr/>
            <p:nvPr/>
          </p:nvSpPr>
          <p:spPr>
            <a:xfrm>
              <a:off x="7351472" y="4146811"/>
              <a:ext cx="6687" cy="7643"/>
            </a:xfrm>
            <a:custGeom>
              <a:avLst/>
              <a:gdLst>
                <a:gd name="csX0" fmla="*/ 0 w 6687"/>
                <a:gd name="csY0" fmla="*/ 7644 h 7643"/>
                <a:gd name="csX1" fmla="*/ 4299 w 6687"/>
                <a:gd name="csY1" fmla="*/ 2389 h 7643"/>
                <a:gd name="csX2" fmla="*/ 6688 w 6687"/>
                <a:gd name="csY2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87" h="7643">
                  <a:moveTo>
                    <a:pt x="0" y="7644"/>
                  </a:moveTo>
                  <a:lnTo>
                    <a:pt x="4299" y="2389"/>
                  </a:lnTo>
                  <a:lnTo>
                    <a:pt x="668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7" name="Freeform 4606">
              <a:extLst>
                <a:ext uri="{FF2B5EF4-FFF2-40B4-BE49-F238E27FC236}">
                  <a16:creationId xmlns:a16="http://schemas.microsoft.com/office/drawing/2014/main" id="{C525AB16-D1C6-6B3D-68BC-0EA7C3AD88AA}"/>
                </a:ext>
              </a:extLst>
            </p:cNvPr>
            <p:cNvSpPr/>
            <p:nvPr/>
          </p:nvSpPr>
          <p:spPr>
            <a:xfrm>
              <a:off x="7349084" y="4156366"/>
              <a:ext cx="955" cy="4299"/>
            </a:xfrm>
            <a:custGeom>
              <a:avLst/>
              <a:gdLst>
                <a:gd name="csX0" fmla="*/ 955 w 955"/>
                <a:gd name="csY0" fmla="*/ 4299 h 4299"/>
                <a:gd name="csX1" fmla="*/ 955 w 955"/>
                <a:gd name="csY1" fmla="*/ 4299 h 4299"/>
                <a:gd name="csX2" fmla="*/ 478 w 955"/>
                <a:gd name="csY2" fmla="*/ 3344 h 4299"/>
                <a:gd name="csX3" fmla="*/ 0 w 955"/>
                <a:gd name="csY3" fmla="*/ 1911 h 4299"/>
                <a:gd name="csX4" fmla="*/ 0 w 955"/>
                <a:gd name="csY4" fmla="*/ 955 h 4299"/>
                <a:gd name="csX5" fmla="*/ 0 w 955"/>
                <a:gd name="csY5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4299">
                  <a:moveTo>
                    <a:pt x="955" y="4299"/>
                  </a:moveTo>
                  <a:lnTo>
                    <a:pt x="955" y="4299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0" y="955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8" name="Freeform 4607">
              <a:extLst>
                <a:ext uri="{FF2B5EF4-FFF2-40B4-BE49-F238E27FC236}">
                  <a16:creationId xmlns:a16="http://schemas.microsoft.com/office/drawing/2014/main" id="{13916B1B-BF65-023E-1A73-782865169BE6}"/>
                </a:ext>
              </a:extLst>
            </p:cNvPr>
            <p:cNvSpPr/>
            <p:nvPr/>
          </p:nvSpPr>
          <p:spPr>
            <a:xfrm>
              <a:off x="7336662" y="4166876"/>
              <a:ext cx="2388" cy="6688"/>
            </a:xfrm>
            <a:custGeom>
              <a:avLst/>
              <a:gdLst>
                <a:gd name="csX0" fmla="*/ 0 w 2388"/>
                <a:gd name="csY0" fmla="*/ 6688 h 6688"/>
                <a:gd name="csX1" fmla="*/ 956 w 2388"/>
                <a:gd name="csY1" fmla="*/ 3344 h 6688"/>
                <a:gd name="csX2" fmla="*/ 2389 w 2388"/>
                <a:gd name="csY2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6688">
                  <a:moveTo>
                    <a:pt x="0" y="6688"/>
                  </a:moveTo>
                  <a:lnTo>
                    <a:pt x="956" y="3344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9" name="Freeform 4608">
              <a:extLst>
                <a:ext uri="{FF2B5EF4-FFF2-40B4-BE49-F238E27FC236}">
                  <a16:creationId xmlns:a16="http://schemas.microsoft.com/office/drawing/2014/main" id="{803F8D87-8801-8FD4-5818-FF9AA43425E8}"/>
                </a:ext>
              </a:extLst>
            </p:cNvPr>
            <p:cNvSpPr/>
            <p:nvPr/>
          </p:nvSpPr>
          <p:spPr>
            <a:xfrm>
              <a:off x="7329496" y="4178819"/>
              <a:ext cx="4299" cy="6688"/>
            </a:xfrm>
            <a:custGeom>
              <a:avLst/>
              <a:gdLst>
                <a:gd name="csX0" fmla="*/ 0 w 4299"/>
                <a:gd name="csY0" fmla="*/ 6688 h 6688"/>
                <a:gd name="csX1" fmla="*/ 0 w 4299"/>
                <a:gd name="csY1" fmla="*/ 6688 h 6688"/>
                <a:gd name="csX2" fmla="*/ 956 w 4299"/>
                <a:gd name="csY2" fmla="*/ 5733 h 6688"/>
                <a:gd name="csX3" fmla="*/ 4300 w 4299"/>
                <a:gd name="csY3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6688">
                  <a:moveTo>
                    <a:pt x="0" y="6688"/>
                  </a:moveTo>
                  <a:lnTo>
                    <a:pt x="0" y="6688"/>
                  </a:lnTo>
                  <a:lnTo>
                    <a:pt x="956" y="5733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" name="Freeform 4609">
              <a:extLst>
                <a:ext uri="{FF2B5EF4-FFF2-40B4-BE49-F238E27FC236}">
                  <a16:creationId xmlns:a16="http://schemas.microsoft.com/office/drawing/2014/main" id="{AB39B46B-5036-7406-938F-7076DE14FDAC}"/>
                </a:ext>
              </a:extLst>
            </p:cNvPr>
            <p:cNvSpPr/>
            <p:nvPr/>
          </p:nvSpPr>
          <p:spPr>
            <a:xfrm>
              <a:off x="7314209" y="4191240"/>
              <a:ext cx="4299" cy="8599"/>
            </a:xfrm>
            <a:custGeom>
              <a:avLst/>
              <a:gdLst>
                <a:gd name="csX0" fmla="*/ 0 w 4299"/>
                <a:gd name="csY0" fmla="*/ 8599 h 8599"/>
                <a:gd name="csX1" fmla="*/ 955 w 4299"/>
                <a:gd name="csY1" fmla="*/ 7166 h 8599"/>
                <a:gd name="csX2" fmla="*/ 1911 w 4299"/>
                <a:gd name="csY2" fmla="*/ 3822 h 8599"/>
                <a:gd name="csX3" fmla="*/ 3344 w 4299"/>
                <a:gd name="csY3" fmla="*/ 1433 h 8599"/>
                <a:gd name="csX4" fmla="*/ 4300 w 4299"/>
                <a:gd name="csY4" fmla="*/ 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8599">
                  <a:moveTo>
                    <a:pt x="0" y="8599"/>
                  </a:moveTo>
                  <a:lnTo>
                    <a:pt x="955" y="7166"/>
                  </a:lnTo>
                  <a:lnTo>
                    <a:pt x="1911" y="3822"/>
                  </a:lnTo>
                  <a:lnTo>
                    <a:pt x="3344" y="1433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1" name="Freeform 4610">
              <a:extLst>
                <a:ext uri="{FF2B5EF4-FFF2-40B4-BE49-F238E27FC236}">
                  <a16:creationId xmlns:a16="http://schemas.microsoft.com/office/drawing/2014/main" id="{8DA3FC93-EE2A-E2CC-B93C-9B7D815C37E6}"/>
                </a:ext>
              </a:extLst>
            </p:cNvPr>
            <p:cNvSpPr/>
            <p:nvPr/>
          </p:nvSpPr>
          <p:spPr>
            <a:xfrm>
              <a:off x="7308954" y="4206049"/>
              <a:ext cx="477" cy="1433"/>
            </a:xfrm>
            <a:custGeom>
              <a:avLst/>
              <a:gdLst>
                <a:gd name="csX0" fmla="*/ 0 w 477"/>
                <a:gd name="csY0" fmla="*/ 1433 h 1433"/>
                <a:gd name="csX1" fmla="*/ 0 w 477"/>
                <a:gd name="csY1" fmla="*/ 1433 h 1433"/>
                <a:gd name="csX2" fmla="*/ 478 w 477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0" y="1433"/>
                  </a:moveTo>
                  <a:lnTo>
                    <a:pt x="0" y="1433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" name="Freeform 4611">
              <a:extLst>
                <a:ext uri="{FF2B5EF4-FFF2-40B4-BE49-F238E27FC236}">
                  <a16:creationId xmlns:a16="http://schemas.microsoft.com/office/drawing/2014/main" id="{06BF4483-EA28-A0FC-3867-44E08EDC1963}"/>
                </a:ext>
              </a:extLst>
            </p:cNvPr>
            <p:cNvSpPr/>
            <p:nvPr/>
          </p:nvSpPr>
          <p:spPr>
            <a:xfrm>
              <a:off x="7273124" y="4209871"/>
              <a:ext cx="1910" cy="3344"/>
            </a:xfrm>
            <a:custGeom>
              <a:avLst/>
              <a:gdLst>
                <a:gd name="csX0" fmla="*/ 0 w 1910"/>
                <a:gd name="csY0" fmla="*/ 3344 h 3344"/>
                <a:gd name="csX1" fmla="*/ 1911 w 1910"/>
                <a:gd name="csY1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3344">
                  <a:moveTo>
                    <a:pt x="0" y="3344"/>
                  </a:move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3" name="Freeform 4612">
              <a:extLst>
                <a:ext uri="{FF2B5EF4-FFF2-40B4-BE49-F238E27FC236}">
                  <a16:creationId xmlns:a16="http://schemas.microsoft.com/office/drawing/2014/main" id="{0733E9EA-0377-54AA-66A2-17B5BD7CDE8B}"/>
                </a:ext>
              </a:extLst>
            </p:cNvPr>
            <p:cNvSpPr/>
            <p:nvPr/>
          </p:nvSpPr>
          <p:spPr>
            <a:xfrm>
              <a:off x="7263570" y="4222770"/>
              <a:ext cx="955" cy="955"/>
            </a:xfrm>
            <a:custGeom>
              <a:avLst/>
              <a:gdLst>
                <a:gd name="csX0" fmla="*/ 0 w 955"/>
                <a:gd name="csY0" fmla="*/ 955 h 955"/>
                <a:gd name="csX1" fmla="*/ 955 w 955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955">
                  <a:moveTo>
                    <a:pt x="0" y="955"/>
                  </a:move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4" name="Freeform 4613">
              <a:extLst>
                <a:ext uri="{FF2B5EF4-FFF2-40B4-BE49-F238E27FC236}">
                  <a16:creationId xmlns:a16="http://schemas.microsoft.com/office/drawing/2014/main" id="{A9A772D7-852F-5951-083D-D94757A75975}"/>
                </a:ext>
              </a:extLst>
            </p:cNvPr>
            <p:cNvSpPr/>
            <p:nvPr/>
          </p:nvSpPr>
          <p:spPr>
            <a:xfrm>
              <a:off x="7261659" y="4224681"/>
              <a:ext cx="2388" cy="8599"/>
            </a:xfrm>
            <a:custGeom>
              <a:avLst/>
              <a:gdLst>
                <a:gd name="csX0" fmla="*/ 2389 w 2388"/>
                <a:gd name="csY0" fmla="*/ 8599 h 8599"/>
                <a:gd name="csX1" fmla="*/ 478 w 2388"/>
                <a:gd name="csY1" fmla="*/ 7644 h 8599"/>
                <a:gd name="csX2" fmla="*/ 0 w 2388"/>
                <a:gd name="csY2" fmla="*/ 7166 h 8599"/>
                <a:gd name="csX3" fmla="*/ 0 w 2388"/>
                <a:gd name="csY3" fmla="*/ 6688 h 8599"/>
                <a:gd name="csX4" fmla="*/ 478 w 2388"/>
                <a:gd name="csY4" fmla="*/ 3344 h 8599"/>
                <a:gd name="csX5" fmla="*/ 955 w 2388"/>
                <a:gd name="csY5" fmla="*/ 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8599">
                  <a:moveTo>
                    <a:pt x="2389" y="8599"/>
                  </a:moveTo>
                  <a:lnTo>
                    <a:pt x="478" y="7644"/>
                  </a:lnTo>
                  <a:lnTo>
                    <a:pt x="0" y="7166"/>
                  </a:lnTo>
                  <a:lnTo>
                    <a:pt x="0" y="6688"/>
                  </a:lnTo>
                  <a:lnTo>
                    <a:pt x="478" y="3344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5" name="Freeform 4614">
              <a:extLst>
                <a:ext uri="{FF2B5EF4-FFF2-40B4-BE49-F238E27FC236}">
                  <a16:creationId xmlns:a16="http://schemas.microsoft.com/office/drawing/2014/main" id="{E68BCA56-8CD1-B328-A225-FE7B495BAF52}"/>
                </a:ext>
              </a:extLst>
            </p:cNvPr>
            <p:cNvSpPr/>
            <p:nvPr/>
          </p:nvSpPr>
          <p:spPr>
            <a:xfrm>
              <a:off x="7270258" y="4235669"/>
              <a:ext cx="4777" cy="13854"/>
            </a:xfrm>
            <a:custGeom>
              <a:avLst/>
              <a:gdLst>
                <a:gd name="csX0" fmla="*/ 3821 w 4777"/>
                <a:gd name="csY0" fmla="*/ 13854 h 13854"/>
                <a:gd name="csX1" fmla="*/ 3344 w 4777"/>
                <a:gd name="csY1" fmla="*/ 11943 h 13854"/>
                <a:gd name="csX2" fmla="*/ 3344 w 4777"/>
                <a:gd name="csY2" fmla="*/ 10510 h 13854"/>
                <a:gd name="csX3" fmla="*/ 4299 w 4777"/>
                <a:gd name="csY3" fmla="*/ 7644 h 13854"/>
                <a:gd name="csX4" fmla="*/ 4777 w 4777"/>
                <a:gd name="csY4" fmla="*/ 4777 h 13854"/>
                <a:gd name="csX5" fmla="*/ 4777 w 4777"/>
                <a:gd name="csY5" fmla="*/ 2389 h 13854"/>
                <a:gd name="csX6" fmla="*/ 4777 w 4777"/>
                <a:gd name="csY6" fmla="*/ 1433 h 13854"/>
                <a:gd name="csX7" fmla="*/ 3821 w 4777"/>
                <a:gd name="csY7" fmla="*/ 956 h 13854"/>
                <a:gd name="csX8" fmla="*/ 3821 w 4777"/>
                <a:gd name="csY8" fmla="*/ 956 h 13854"/>
                <a:gd name="csX9" fmla="*/ 2866 w 4777"/>
                <a:gd name="csY9" fmla="*/ 0 h 13854"/>
                <a:gd name="csX10" fmla="*/ 0 w 4777"/>
                <a:gd name="csY10" fmla="*/ 0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13854">
                  <a:moveTo>
                    <a:pt x="3821" y="13854"/>
                  </a:moveTo>
                  <a:lnTo>
                    <a:pt x="3344" y="11943"/>
                  </a:lnTo>
                  <a:lnTo>
                    <a:pt x="3344" y="10510"/>
                  </a:lnTo>
                  <a:lnTo>
                    <a:pt x="4299" y="7644"/>
                  </a:lnTo>
                  <a:lnTo>
                    <a:pt x="4777" y="4777"/>
                  </a:lnTo>
                  <a:lnTo>
                    <a:pt x="4777" y="2389"/>
                  </a:lnTo>
                  <a:lnTo>
                    <a:pt x="4777" y="1433"/>
                  </a:lnTo>
                  <a:lnTo>
                    <a:pt x="3821" y="956"/>
                  </a:lnTo>
                  <a:lnTo>
                    <a:pt x="3821" y="956"/>
                  </a:lnTo>
                  <a:lnTo>
                    <a:pt x="2866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6" name="Freeform 4615">
              <a:extLst>
                <a:ext uri="{FF2B5EF4-FFF2-40B4-BE49-F238E27FC236}">
                  <a16:creationId xmlns:a16="http://schemas.microsoft.com/office/drawing/2014/main" id="{E14ED565-E4E5-4A21-6418-67C8F7A77E3E}"/>
                </a:ext>
              </a:extLst>
            </p:cNvPr>
            <p:cNvSpPr/>
            <p:nvPr/>
          </p:nvSpPr>
          <p:spPr>
            <a:xfrm>
              <a:off x="7277424" y="4253345"/>
              <a:ext cx="3343" cy="477"/>
            </a:xfrm>
            <a:custGeom>
              <a:avLst/>
              <a:gdLst>
                <a:gd name="csX0" fmla="*/ 3344 w 3343"/>
                <a:gd name="csY0" fmla="*/ 478 h 477"/>
                <a:gd name="csX1" fmla="*/ 955 w 3343"/>
                <a:gd name="csY1" fmla="*/ 478 h 477"/>
                <a:gd name="csX2" fmla="*/ 0 w 3343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3" h="477">
                  <a:moveTo>
                    <a:pt x="3344" y="478"/>
                  </a:moveTo>
                  <a:lnTo>
                    <a:pt x="955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7" name="Freeform 4616">
              <a:extLst>
                <a:ext uri="{FF2B5EF4-FFF2-40B4-BE49-F238E27FC236}">
                  <a16:creationId xmlns:a16="http://schemas.microsoft.com/office/drawing/2014/main" id="{6049BD45-5D35-6932-D9C7-C5EE7FE5770B}"/>
                </a:ext>
              </a:extLst>
            </p:cNvPr>
            <p:cNvSpPr/>
            <p:nvPr/>
          </p:nvSpPr>
          <p:spPr>
            <a:xfrm>
              <a:off x="7283157" y="4253345"/>
              <a:ext cx="9554" cy="20542"/>
            </a:xfrm>
            <a:custGeom>
              <a:avLst/>
              <a:gdLst>
                <a:gd name="csX0" fmla="*/ 9555 w 9554"/>
                <a:gd name="csY0" fmla="*/ 20542 h 20542"/>
                <a:gd name="csX1" fmla="*/ 9555 w 9554"/>
                <a:gd name="csY1" fmla="*/ 20542 h 20542"/>
                <a:gd name="csX2" fmla="*/ 9077 w 9554"/>
                <a:gd name="csY2" fmla="*/ 19109 h 20542"/>
                <a:gd name="csX3" fmla="*/ 7644 w 9554"/>
                <a:gd name="csY3" fmla="*/ 16243 h 20542"/>
                <a:gd name="csX4" fmla="*/ 6211 w 9554"/>
                <a:gd name="csY4" fmla="*/ 12899 h 20542"/>
                <a:gd name="csX5" fmla="*/ 4777 w 9554"/>
                <a:gd name="csY5" fmla="*/ 10032 h 20542"/>
                <a:gd name="csX6" fmla="*/ 2866 w 9554"/>
                <a:gd name="csY6" fmla="*/ 7644 h 20542"/>
                <a:gd name="csX7" fmla="*/ 1911 w 9554"/>
                <a:gd name="csY7" fmla="*/ 5733 h 20542"/>
                <a:gd name="csX8" fmla="*/ 1911 w 9554"/>
                <a:gd name="csY8" fmla="*/ 1911 h 20542"/>
                <a:gd name="csX9" fmla="*/ 1911 w 9554"/>
                <a:gd name="csY9" fmla="*/ 956 h 20542"/>
                <a:gd name="csX10" fmla="*/ 1433 w 9554"/>
                <a:gd name="csY10" fmla="*/ 956 h 20542"/>
                <a:gd name="csX11" fmla="*/ 955 w 9554"/>
                <a:gd name="csY11" fmla="*/ 478 h 20542"/>
                <a:gd name="csX12" fmla="*/ 0 w 9554"/>
                <a:gd name="csY12" fmla="*/ 0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554" h="20542">
                  <a:moveTo>
                    <a:pt x="9555" y="20542"/>
                  </a:moveTo>
                  <a:lnTo>
                    <a:pt x="9555" y="20542"/>
                  </a:lnTo>
                  <a:lnTo>
                    <a:pt x="9077" y="19109"/>
                  </a:lnTo>
                  <a:lnTo>
                    <a:pt x="7644" y="16243"/>
                  </a:lnTo>
                  <a:lnTo>
                    <a:pt x="6211" y="12899"/>
                  </a:lnTo>
                  <a:lnTo>
                    <a:pt x="4777" y="10032"/>
                  </a:lnTo>
                  <a:lnTo>
                    <a:pt x="2866" y="7644"/>
                  </a:lnTo>
                  <a:lnTo>
                    <a:pt x="1911" y="5733"/>
                  </a:lnTo>
                  <a:lnTo>
                    <a:pt x="1911" y="1911"/>
                  </a:lnTo>
                  <a:lnTo>
                    <a:pt x="1911" y="956"/>
                  </a:lnTo>
                  <a:lnTo>
                    <a:pt x="1433" y="956"/>
                  </a:lnTo>
                  <a:lnTo>
                    <a:pt x="955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8" name="Freeform 4617">
              <a:extLst>
                <a:ext uri="{FF2B5EF4-FFF2-40B4-BE49-F238E27FC236}">
                  <a16:creationId xmlns:a16="http://schemas.microsoft.com/office/drawing/2014/main" id="{C2B48BF2-CAB3-FAD8-D0D2-C68987CFA1EB}"/>
                </a:ext>
              </a:extLst>
            </p:cNvPr>
            <p:cNvSpPr/>
            <p:nvPr/>
          </p:nvSpPr>
          <p:spPr>
            <a:xfrm>
              <a:off x="7291278" y="4275320"/>
              <a:ext cx="1433" cy="4299"/>
            </a:xfrm>
            <a:custGeom>
              <a:avLst/>
              <a:gdLst>
                <a:gd name="csX0" fmla="*/ 1433 w 1433"/>
                <a:gd name="csY0" fmla="*/ 4300 h 4299"/>
                <a:gd name="csX1" fmla="*/ 1433 w 1433"/>
                <a:gd name="csY1" fmla="*/ 4300 h 4299"/>
                <a:gd name="csX2" fmla="*/ 1433 w 1433"/>
                <a:gd name="csY2" fmla="*/ 3344 h 4299"/>
                <a:gd name="csX3" fmla="*/ 478 w 1433"/>
                <a:gd name="csY3" fmla="*/ 3344 h 4299"/>
                <a:gd name="csX4" fmla="*/ 0 w 1433"/>
                <a:gd name="csY4" fmla="*/ 2389 h 4299"/>
                <a:gd name="csX5" fmla="*/ 0 w 1433"/>
                <a:gd name="csY5" fmla="*/ 1911 h 4299"/>
                <a:gd name="csX6" fmla="*/ 0 w 1433"/>
                <a:gd name="csY6" fmla="*/ 956 h 4299"/>
                <a:gd name="csX7" fmla="*/ 0 w 1433"/>
                <a:gd name="csY7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4299">
                  <a:moveTo>
                    <a:pt x="1433" y="4300"/>
                  </a:moveTo>
                  <a:lnTo>
                    <a:pt x="1433" y="4300"/>
                  </a:lnTo>
                  <a:lnTo>
                    <a:pt x="1433" y="3344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9" name="Freeform 4618">
              <a:extLst>
                <a:ext uri="{FF2B5EF4-FFF2-40B4-BE49-F238E27FC236}">
                  <a16:creationId xmlns:a16="http://schemas.microsoft.com/office/drawing/2014/main" id="{84BA684A-377E-1087-5A68-6CDF89970C71}"/>
                </a:ext>
              </a:extLst>
            </p:cNvPr>
            <p:cNvSpPr/>
            <p:nvPr/>
          </p:nvSpPr>
          <p:spPr>
            <a:xfrm>
              <a:off x="7273124" y="4281531"/>
              <a:ext cx="955" cy="955"/>
            </a:xfrm>
            <a:custGeom>
              <a:avLst/>
              <a:gdLst>
                <a:gd name="csX0" fmla="*/ 0 w 955"/>
                <a:gd name="csY0" fmla="*/ 955 h 955"/>
                <a:gd name="csX1" fmla="*/ 955 w 955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955">
                  <a:moveTo>
                    <a:pt x="0" y="955"/>
                  </a:move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0" name="Freeform 4619">
              <a:extLst>
                <a:ext uri="{FF2B5EF4-FFF2-40B4-BE49-F238E27FC236}">
                  <a16:creationId xmlns:a16="http://schemas.microsoft.com/office/drawing/2014/main" id="{BBD257F2-2D45-6461-EE0E-0F3015400AB6}"/>
                </a:ext>
              </a:extLst>
            </p:cNvPr>
            <p:cNvSpPr/>
            <p:nvPr/>
          </p:nvSpPr>
          <p:spPr>
            <a:xfrm>
              <a:off x="7246372" y="4281531"/>
              <a:ext cx="477" cy="6688"/>
            </a:xfrm>
            <a:custGeom>
              <a:avLst/>
              <a:gdLst>
                <a:gd name="csX0" fmla="*/ 0 w 477"/>
                <a:gd name="csY0" fmla="*/ 6688 h 6688"/>
                <a:gd name="csX1" fmla="*/ 478 w 477"/>
                <a:gd name="csY1" fmla="*/ 6688 h 6688"/>
                <a:gd name="csX2" fmla="*/ 478 w 477"/>
                <a:gd name="csY2" fmla="*/ 478 h 6688"/>
                <a:gd name="csX3" fmla="*/ 478 w 477"/>
                <a:gd name="csY3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6688">
                  <a:moveTo>
                    <a:pt x="0" y="6688"/>
                  </a:moveTo>
                  <a:lnTo>
                    <a:pt x="478" y="6688"/>
                  </a:lnTo>
                  <a:lnTo>
                    <a:pt x="478" y="478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1" name="Freeform 4620">
              <a:extLst>
                <a:ext uri="{FF2B5EF4-FFF2-40B4-BE49-F238E27FC236}">
                  <a16:creationId xmlns:a16="http://schemas.microsoft.com/office/drawing/2014/main" id="{A2539890-BB4E-8881-3C1E-6FBD8D34E528}"/>
                </a:ext>
              </a:extLst>
            </p:cNvPr>
            <p:cNvSpPr/>
            <p:nvPr/>
          </p:nvSpPr>
          <p:spPr>
            <a:xfrm>
              <a:off x="7235384" y="4236146"/>
              <a:ext cx="484417" cy="352086"/>
            </a:xfrm>
            <a:custGeom>
              <a:avLst/>
              <a:gdLst>
                <a:gd name="csX0" fmla="*/ 484418 w 484417"/>
                <a:gd name="csY0" fmla="*/ 91247 h 352086"/>
                <a:gd name="csX1" fmla="*/ 483940 w 484417"/>
                <a:gd name="csY1" fmla="*/ 89813 h 352086"/>
                <a:gd name="csX2" fmla="*/ 483462 w 484417"/>
                <a:gd name="csY2" fmla="*/ 82647 h 352086"/>
                <a:gd name="csX3" fmla="*/ 482984 w 484417"/>
                <a:gd name="csY3" fmla="*/ 80259 h 352086"/>
                <a:gd name="csX4" fmla="*/ 482507 w 484417"/>
                <a:gd name="csY4" fmla="*/ 77392 h 352086"/>
                <a:gd name="csX5" fmla="*/ 482029 w 484417"/>
                <a:gd name="csY5" fmla="*/ 76437 h 352086"/>
                <a:gd name="csX6" fmla="*/ 481552 w 484417"/>
                <a:gd name="csY6" fmla="*/ 74526 h 352086"/>
                <a:gd name="csX7" fmla="*/ 480596 w 484417"/>
                <a:gd name="csY7" fmla="*/ 73093 h 352086"/>
                <a:gd name="csX8" fmla="*/ 480118 w 484417"/>
                <a:gd name="csY8" fmla="*/ 72615 h 352086"/>
                <a:gd name="csX9" fmla="*/ 479640 w 484417"/>
                <a:gd name="csY9" fmla="*/ 69749 h 352086"/>
                <a:gd name="csX10" fmla="*/ 479640 w 484417"/>
                <a:gd name="csY10" fmla="*/ 66405 h 352086"/>
                <a:gd name="csX11" fmla="*/ 479640 w 484417"/>
                <a:gd name="csY11" fmla="*/ 64493 h 352086"/>
                <a:gd name="csX12" fmla="*/ 478685 w 484417"/>
                <a:gd name="csY12" fmla="*/ 61627 h 352086"/>
                <a:gd name="csX13" fmla="*/ 478685 w 484417"/>
                <a:gd name="csY13" fmla="*/ 61150 h 352086"/>
                <a:gd name="csX14" fmla="*/ 477729 w 484417"/>
                <a:gd name="csY14" fmla="*/ 57805 h 352086"/>
                <a:gd name="csX15" fmla="*/ 476774 w 484417"/>
                <a:gd name="csY15" fmla="*/ 57805 h 352086"/>
                <a:gd name="csX16" fmla="*/ 475818 w 484417"/>
                <a:gd name="csY16" fmla="*/ 56850 h 352086"/>
                <a:gd name="csX17" fmla="*/ 475341 w 484417"/>
                <a:gd name="csY17" fmla="*/ 56850 h 352086"/>
                <a:gd name="csX18" fmla="*/ 473907 w 484417"/>
                <a:gd name="csY18" fmla="*/ 57805 h 352086"/>
                <a:gd name="csX19" fmla="*/ 472475 w 484417"/>
                <a:gd name="csY19" fmla="*/ 57328 h 352086"/>
                <a:gd name="csX20" fmla="*/ 471519 w 484417"/>
                <a:gd name="csY20" fmla="*/ 57328 h 352086"/>
                <a:gd name="csX21" fmla="*/ 471519 w 484417"/>
                <a:gd name="csY21" fmla="*/ 57805 h 352086"/>
                <a:gd name="csX22" fmla="*/ 471519 w 484417"/>
                <a:gd name="csY22" fmla="*/ 59239 h 352086"/>
                <a:gd name="csX23" fmla="*/ 471519 w 484417"/>
                <a:gd name="csY23" fmla="*/ 61150 h 352086"/>
                <a:gd name="csX24" fmla="*/ 471041 w 484417"/>
                <a:gd name="csY24" fmla="*/ 61627 h 352086"/>
                <a:gd name="csX25" fmla="*/ 468652 w 484417"/>
                <a:gd name="csY25" fmla="*/ 64016 h 352086"/>
                <a:gd name="csX26" fmla="*/ 468652 w 484417"/>
                <a:gd name="csY26" fmla="*/ 64016 h 352086"/>
                <a:gd name="csX27" fmla="*/ 468175 w 484417"/>
                <a:gd name="csY27" fmla="*/ 65449 h 352086"/>
                <a:gd name="csX28" fmla="*/ 468175 w 484417"/>
                <a:gd name="csY28" fmla="*/ 66882 h 352086"/>
                <a:gd name="csX29" fmla="*/ 468175 w 484417"/>
                <a:gd name="csY29" fmla="*/ 68793 h 352086"/>
                <a:gd name="csX30" fmla="*/ 467697 w 484417"/>
                <a:gd name="csY30" fmla="*/ 69749 h 352086"/>
                <a:gd name="csX31" fmla="*/ 466741 w 484417"/>
                <a:gd name="csY31" fmla="*/ 70704 h 352086"/>
                <a:gd name="csX32" fmla="*/ 465309 w 484417"/>
                <a:gd name="csY32" fmla="*/ 71182 h 352086"/>
                <a:gd name="csX33" fmla="*/ 463875 w 484417"/>
                <a:gd name="csY33" fmla="*/ 71182 h 352086"/>
                <a:gd name="csX34" fmla="*/ 462920 w 484417"/>
                <a:gd name="csY34" fmla="*/ 70226 h 352086"/>
                <a:gd name="csX35" fmla="*/ 462920 w 484417"/>
                <a:gd name="csY35" fmla="*/ 70226 h 352086"/>
                <a:gd name="csX36" fmla="*/ 462442 w 484417"/>
                <a:gd name="csY36" fmla="*/ 68316 h 352086"/>
                <a:gd name="csX37" fmla="*/ 461487 w 484417"/>
                <a:gd name="csY37" fmla="*/ 67360 h 352086"/>
                <a:gd name="csX38" fmla="*/ 461487 w 484417"/>
                <a:gd name="csY38" fmla="*/ 66882 h 352086"/>
                <a:gd name="csX39" fmla="*/ 461009 w 484417"/>
                <a:gd name="csY39" fmla="*/ 66882 h 352086"/>
                <a:gd name="csX40" fmla="*/ 460531 w 484417"/>
                <a:gd name="csY40" fmla="*/ 67360 h 352086"/>
                <a:gd name="csX41" fmla="*/ 460531 w 484417"/>
                <a:gd name="csY41" fmla="*/ 67360 h 352086"/>
                <a:gd name="csX42" fmla="*/ 460054 w 484417"/>
                <a:gd name="csY42" fmla="*/ 68316 h 352086"/>
                <a:gd name="csX43" fmla="*/ 460054 w 484417"/>
                <a:gd name="csY43" fmla="*/ 69749 h 352086"/>
                <a:gd name="csX44" fmla="*/ 460054 w 484417"/>
                <a:gd name="csY44" fmla="*/ 69749 h 352086"/>
                <a:gd name="csX45" fmla="*/ 459575 w 484417"/>
                <a:gd name="csY45" fmla="*/ 69271 h 352086"/>
                <a:gd name="csX46" fmla="*/ 459098 w 484417"/>
                <a:gd name="csY46" fmla="*/ 69271 h 352086"/>
                <a:gd name="csX47" fmla="*/ 459098 w 484417"/>
                <a:gd name="csY47" fmla="*/ 68793 h 352086"/>
                <a:gd name="csX48" fmla="*/ 459098 w 484417"/>
                <a:gd name="csY48" fmla="*/ 68793 h 352086"/>
                <a:gd name="csX49" fmla="*/ 458143 w 484417"/>
                <a:gd name="csY49" fmla="*/ 63538 h 352086"/>
                <a:gd name="csX50" fmla="*/ 456232 w 484417"/>
                <a:gd name="csY50" fmla="*/ 59716 h 352086"/>
                <a:gd name="csX51" fmla="*/ 456232 w 484417"/>
                <a:gd name="csY51" fmla="*/ 57805 h 352086"/>
                <a:gd name="csX52" fmla="*/ 456709 w 484417"/>
                <a:gd name="csY52" fmla="*/ 55894 h 352086"/>
                <a:gd name="csX53" fmla="*/ 457665 w 484417"/>
                <a:gd name="csY53" fmla="*/ 53028 h 352086"/>
                <a:gd name="csX54" fmla="*/ 457665 w 484417"/>
                <a:gd name="csY54" fmla="*/ 53028 h 352086"/>
                <a:gd name="csX55" fmla="*/ 459575 w 484417"/>
                <a:gd name="csY55" fmla="*/ 51117 h 352086"/>
                <a:gd name="csX56" fmla="*/ 460054 w 484417"/>
                <a:gd name="csY56" fmla="*/ 50162 h 352086"/>
                <a:gd name="csX57" fmla="*/ 460054 w 484417"/>
                <a:gd name="csY57" fmla="*/ 49684 h 352086"/>
                <a:gd name="csX58" fmla="*/ 460054 w 484417"/>
                <a:gd name="csY58" fmla="*/ 49206 h 352086"/>
                <a:gd name="csX59" fmla="*/ 460531 w 484417"/>
                <a:gd name="csY59" fmla="*/ 49206 h 352086"/>
                <a:gd name="csX60" fmla="*/ 463398 w 484417"/>
                <a:gd name="csY60" fmla="*/ 49684 h 352086"/>
                <a:gd name="csX61" fmla="*/ 464353 w 484417"/>
                <a:gd name="csY61" fmla="*/ 49206 h 352086"/>
                <a:gd name="csX62" fmla="*/ 464831 w 484417"/>
                <a:gd name="csY62" fmla="*/ 48251 h 352086"/>
                <a:gd name="csX63" fmla="*/ 464831 w 484417"/>
                <a:gd name="csY63" fmla="*/ 48251 h 352086"/>
                <a:gd name="csX64" fmla="*/ 466264 w 484417"/>
                <a:gd name="csY64" fmla="*/ 47295 h 352086"/>
                <a:gd name="csX65" fmla="*/ 467220 w 484417"/>
                <a:gd name="csY65" fmla="*/ 47295 h 352086"/>
                <a:gd name="csX66" fmla="*/ 468175 w 484417"/>
                <a:gd name="csY66" fmla="*/ 47295 h 352086"/>
                <a:gd name="csX67" fmla="*/ 469608 w 484417"/>
                <a:gd name="csY67" fmla="*/ 47773 h 352086"/>
                <a:gd name="csX68" fmla="*/ 470564 w 484417"/>
                <a:gd name="csY68" fmla="*/ 47295 h 352086"/>
                <a:gd name="csX69" fmla="*/ 471041 w 484417"/>
                <a:gd name="csY69" fmla="*/ 45862 h 352086"/>
                <a:gd name="csX70" fmla="*/ 471519 w 484417"/>
                <a:gd name="csY70" fmla="*/ 44907 h 352086"/>
                <a:gd name="csX71" fmla="*/ 471997 w 484417"/>
                <a:gd name="csY71" fmla="*/ 44429 h 352086"/>
                <a:gd name="csX72" fmla="*/ 471997 w 484417"/>
                <a:gd name="csY72" fmla="*/ 43951 h 352086"/>
                <a:gd name="csX73" fmla="*/ 472952 w 484417"/>
                <a:gd name="csY73" fmla="*/ 43951 h 352086"/>
                <a:gd name="csX74" fmla="*/ 473907 w 484417"/>
                <a:gd name="csY74" fmla="*/ 43951 h 352086"/>
                <a:gd name="csX75" fmla="*/ 474386 w 484417"/>
                <a:gd name="csY75" fmla="*/ 43474 h 352086"/>
                <a:gd name="csX76" fmla="*/ 474863 w 484417"/>
                <a:gd name="csY76" fmla="*/ 42996 h 352086"/>
                <a:gd name="csX77" fmla="*/ 475341 w 484417"/>
                <a:gd name="csY77" fmla="*/ 41563 h 352086"/>
                <a:gd name="csX78" fmla="*/ 476774 w 484417"/>
                <a:gd name="csY78" fmla="*/ 37741 h 352086"/>
                <a:gd name="csX79" fmla="*/ 477252 w 484417"/>
                <a:gd name="csY79" fmla="*/ 35830 h 352086"/>
                <a:gd name="csX80" fmla="*/ 477252 w 484417"/>
                <a:gd name="csY80" fmla="*/ 35830 h 352086"/>
                <a:gd name="csX81" fmla="*/ 477252 w 484417"/>
                <a:gd name="csY81" fmla="*/ 33919 h 352086"/>
                <a:gd name="csX82" fmla="*/ 477252 w 484417"/>
                <a:gd name="csY82" fmla="*/ 33919 h 352086"/>
                <a:gd name="csX83" fmla="*/ 477729 w 484417"/>
                <a:gd name="csY83" fmla="*/ 33441 h 352086"/>
                <a:gd name="csX84" fmla="*/ 480596 w 484417"/>
                <a:gd name="csY84" fmla="*/ 34397 h 352086"/>
                <a:gd name="csX85" fmla="*/ 481552 w 484417"/>
                <a:gd name="csY85" fmla="*/ 34397 h 352086"/>
                <a:gd name="csX86" fmla="*/ 482029 w 484417"/>
                <a:gd name="csY86" fmla="*/ 33919 h 352086"/>
                <a:gd name="csX87" fmla="*/ 482507 w 484417"/>
                <a:gd name="csY87" fmla="*/ 33441 h 352086"/>
                <a:gd name="csX88" fmla="*/ 482029 w 484417"/>
                <a:gd name="csY88" fmla="*/ 32486 h 352086"/>
                <a:gd name="csX89" fmla="*/ 482029 w 484417"/>
                <a:gd name="csY89" fmla="*/ 32486 h 352086"/>
                <a:gd name="csX90" fmla="*/ 480118 w 484417"/>
                <a:gd name="csY90" fmla="*/ 31052 h 352086"/>
                <a:gd name="csX91" fmla="*/ 476774 w 484417"/>
                <a:gd name="csY91" fmla="*/ 29142 h 352086"/>
                <a:gd name="csX92" fmla="*/ 473907 w 484417"/>
                <a:gd name="csY92" fmla="*/ 28186 h 352086"/>
                <a:gd name="csX93" fmla="*/ 468175 w 484417"/>
                <a:gd name="csY93" fmla="*/ 28186 h 352086"/>
                <a:gd name="csX94" fmla="*/ 462442 w 484417"/>
                <a:gd name="csY94" fmla="*/ 28664 h 352086"/>
                <a:gd name="csX95" fmla="*/ 461009 w 484417"/>
                <a:gd name="csY95" fmla="*/ 28186 h 352086"/>
                <a:gd name="csX96" fmla="*/ 458620 w 484417"/>
                <a:gd name="csY96" fmla="*/ 27709 h 352086"/>
                <a:gd name="csX97" fmla="*/ 453843 w 484417"/>
                <a:gd name="csY97" fmla="*/ 27709 h 352086"/>
                <a:gd name="csX98" fmla="*/ 447632 w 484417"/>
                <a:gd name="csY98" fmla="*/ 28186 h 352086"/>
                <a:gd name="csX99" fmla="*/ 445244 w 484417"/>
                <a:gd name="csY99" fmla="*/ 28186 h 352086"/>
                <a:gd name="csX100" fmla="*/ 444288 w 484417"/>
                <a:gd name="csY100" fmla="*/ 28186 h 352086"/>
                <a:gd name="csX101" fmla="*/ 441900 w 484417"/>
                <a:gd name="csY101" fmla="*/ 28186 h 352086"/>
                <a:gd name="csX102" fmla="*/ 438078 w 484417"/>
                <a:gd name="csY102" fmla="*/ 27709 h 352086"/>
                <a:gd name="csX103" fmla="*/ 435689 w 484417"/>
                <a:gd name="csY103" fmla="*/ 27231 h 352086"/>
                <a:gd name="csX104" fmla="*/ 433300 w 484417"/>
                <a:gd name="csY104" fmla="*/ 26275 h 352086"/>
                <a:gd name="csX105" fmla="*/ 430434 w 484417"/>
                <a:gd name="csY105" fmla="*/ 25798 h 352086"/>
                <a:gd name="csX106" fmla="*/ 429957 w 484417"/>
                <a:gd name="csY106" fmla="*/ 25798 h 352086"/>
                <a:gd name="csX107" fmla="*/ 429479 w 484417"/>
                <a:gd name="csY107" fmla="*/ 25320 h 352086"/>
                <a:gd name="csX108" fmla="*/ 429001 w 484417"/>
                <a:gd name="csY108" fmla="*/ 24842 h 352086"/>
                <a:gd name="csX109" fmla="*/ 429001 w 484417"/>
                <a:gd name="csY109" fmla="*/ 23886 h 352086"/>
                <a:gd name="csX110" fmla="*/ 429479 w 484417"/>
                <a:gd name="csY110" fmla="*/ 21020 h 352086"/>
                <a:gd name="csX111" fmla="*/ 429479 w 484417"/>
                <a:gd name="csY111" fmla="*/ 20065 h 352086"/>
                <a:gd name="csX112" fmla="*/ 429001 w 484417"/>
                <a:gd name="csY112" fmla="*/ 14810 h 352086"/>
                <a:gd name="csX113" fmla="*/ 429479 w 484417"/>
                <a:gd name="csY113" fmla="*/ 12421 h 352086"/>
                <a:gd name="csX114" fmla="*/ 427568 w 484417"/>
                <a:gd name="csY114" fmla="*/ 8121 h 352086"/>
                <a:gd name="csX115" fmla="*/ 426613 w 484417"/>
                <a:gd name="csY115" fmla="*/ 7166 h 352086"/>
                <a:gd name="csX116" fmla="*/ 425657 w 484417"/>
                <a:gd name="csY116" fmla="*/ 7166 h 352086"/>
                <a:gd name="csX117" fmla="*/ 425657 w 484417"/>
                <a:gd name="csY117" fmla="*/ 7166 h 352086"/>
                <a:gd name="csX118" fmla="*/ 425179 w 484417"/>
                <a:gd name="csY118" fmla="*/ 7644 h 352086"/>
                <a:gd name="csX119" fmla="*/ 424702 w 484417"/>
                <a:gd name="csY119" fmla="*/ 8599 h 352086"/>
                <a:gd name="csX120" fmla="*/ 424702 w 484417"/>
                <a:gd name="csY120" fmla="*/ 8599 h 352086"/>
                <a:gd name="csX121" fmla="*/ 424702 w 484417"/>
                <a:gd name="csY121" fmla="*/ 8599 h 352086"/>
                <a:gd name="csX122" fmla="*/ 425179 w 484417"/>
                <a:gd name="csY122" fmla="*/ 10032 h 352086"/>
                <a:gd name="csX123" fmla="*/ 424224 w 484417"/>
                <a:gd name="csY123" fmla="*/ 11466 h 352086"/>
                <a:gd name="csX124" fmla="*/ 422791 w 484417"/>
                <a:gd name="csY124" fmla="*/ 11466 h 352086"/>
                <a:gd name="csX125" fmla="*/ 420880 w 484417"/>
                <a:gd name="csY125" fmla="*/ 11466 h 352086"/>
                <a:gd name="csX126" fmla="*/ 418968 w 484417"/>
                <a:gd name="csY126" fmla="*/ 10510 h 352086"/>
                <a:gd name="csX127" fmla="*/ 417058 w 484417"/>
                <a:gd name="csY127" fmla="*/ 9077 h 352086"/>
                <a:gd name="csX128" fmla="*/ 415625 w 484417"/>
                <a:gd name="csY128" fmla="*/ 7166 h 352086"/>
                <a:gd name="csX129" fmla="*/ 415147 w 484417"/>
                <a:gd name="csY129" fmla="*/ 5255 h 352086"/>
                <a:gd name="csX130" fmla="*/ 414669 w 484417"/>
                <a:gd name="csY130" fmla="*/ 3822 h 352086"/>
                <a:gd name="csX131" fmla="*/ 414669 w 484417"/>
                <a:gd name="csY131" fmla="*/ 3822 h 352086"/>
                <a:gd name="csX132" fmla="*/ 413714 w 484417"/>
                <a:gd name="csY132" fmla="*/ 2867 h 352086"/>
                <a:gd name="csX133" fmla="*/ 412758 w 484417"/>
                <a:gd name="csY133" fmla="*/ 2867 h 352086"/>
                <a:gd name="csX134" fmla="*/ 412281 w 484417"/>
                <a:gd name="csY134" fmla="*/ 2867 h 352086"/>
                <a:gd name="csX135" fmla="*/ 411803 w 484417"/>
                <a:gd name="csY135" fmla="*/ 3822 h 352086"/>
                <a:gd name="csX136" fmla="*/ 411803 w 484417"/>
                <a:gd name="csY136" fmla="*/ 3822 h 352086"/>
                <a:gd name="csX137" fmla="*/ 412281 w 484417"/>
                <a:gd name="csY137" fmla="*/ 4300 h 352086"/>
                <a:gd name="csX138" fmla="*/ 412758 w 484417"/>
                <a:gd name="csY138" fmla="*/ 5733 h 352086"/>
                <a:gd name="csX139" fmla="*/ 412758 w 484417"/>
                <a:gd name="csY139" fmla="*/ 6211 h 352086"/>
                <a:gd name="csX140" fmla="*/ 412281 w 484417"/>
                <a:gd name="csY140" fmla="*/ 6211 h 352086"/>
                <a:gd name="csX141" fmla="*/ 411325 w 484417"/>
                <a:gd name="csY141" fmla="*/ 6211 h 352086"/>
                <a:gd name="csX142" fmla="*/ 409892 w 484417"/>
                <a:gd name="csY142" fmla="*/ 6211 h 352086"/>
                <a:gd name="csX143" fmla="*/ 408459 w 484417"/>
                <a:gd name="csY143" fmla="*/ 5733 h 352086"/>
                <a:gd name="csX144" fmla="*/ 407981 w 484417"/>
                <a:gd name="csY144" fmla="*/ 5733 h 352086"/>
                <a:gd name="csX145" fmla="*/ 407025 w 484417"/>
                <a:gd name="csY145" fmla="*/ 5255 h 352086"/>
                <a:gd name="csX146" fmla="*/ 407025 w 484417"/>
                <a:gd name="csY146" fmla="*/ 4300 h 352086"/>
                <a:gd name="csX147" fmla="*/ 405592 w 484417"/>
                <a:gd name="csY147" fmla="*/ 2867 h 352086"/>
                <a:gd name="csX148" fmla="*/ 405592 w 484417"/>
                <a:gd name="csY148" fmla="*/ 2867 h 352086"/>
                <a:gd name="csX149" fmla="*/ 403681 w 484417"/>
                <a:gd name="csY149" fmla="*/ 956 h 352086"/>
                <a:gd name="csX150" fmla="*/ 401770 w 484417"/>
                <a:gd name="csY150" fmla="*/ 0 h 352086"/>
                <a:gd name="csX151" fmla="*/ 400815 w 484417"/>
                <a:gd name="csY151" fmla="*/ 0 h 352086"/>
                <a:gd name="csX152" fmla="*/ 400815 w 484417"/>
                <a:gd name="csY152" fmla="*/ 0 h 352086"/>
                <a:gd name="csX153" fmla="*/ 400338 w 484417"/>
                <a:gd name="csY153" fmla="*/ 956 h 352086"/>
                <a:gd name="csX154" fmla="*/ 400338 w 484417"/>
                <a:gd name="csY154" fmla="*/ 1433 h 352086"/>
                <a:gd name="csX155" fmla="*/ 401293 w 484417"/>
                <a:gd name="csY155" fmla="*/ 1911 h 352086"/>
                <a:gd name="csX156" fmla="*/ 402248 w 484417"/>
                <a:gd name="csY156" fmla="*/ 2389 h 352086"/>
                <a:gd name="csX157" fmla="*/ 402248 w 484417"/>
                <a:gd name="csY157" fmla="*/ 3344 h 352086"/>
                <a:gd name="csX158" fmla="*/ 402248 w 484417"/>
                <a:gd name="csY158" fmla="*/ 3822 h 352086"/>
                <a:gd name="csX159" fmla="*/ 400815 w 484417"/>
                <a:gd name="csY159" fmla="*/ 5255 h 352086"/>
                <a:gd name="csX160" fmla="*/ 400815 w 484417"/>
                <a:gd name="csY160" fmla="*/ 5255 h 352086"/>
                <a:gd name="csX161" fmla="*/ 400338 w 484417"/>
                <a:gd name="csY161" fmla="*/ 6211 h 352086"/>
                <a:gd name="csX162" fmla="*/ 397949 w 484417"/>
                <a:gd name="csY162" fmla="*/ 7644 h 352086"/>
                <a:gd name="csX163" fmla="*/ 396515 w 484417"/>
                <a:gd name="csY163" fmla="*/ 9555 h 352086"/>
                <a:gd name="csX164" fmla="*/ 396038 w 484417"/>
                <a:gd name="csY164" fmla="*/ 10988 h 352086"/>
                <a:gd name="csX165" fmla="*/ 395560 w 484417"/>
                <a:gd name="csY165" fmla="*/ 12421 h 352086"/>
                <a:gd name="csX166" fmla="*/ 395082 w 484417"/>
                <a:gd name="csY166" fmla="*/ 13377 h 352086"/>
                <a:gd name="csX167" fmla="*/ 395560 w 484417"/>
                <a:gd name="csY167" fmla="*/ 14332 h 352086"/>
                <a:gd name="csX168" fmla="*/ 396515 w 484417"/>
                <a:gd name="csY168" fmla="*/ 15287 h 352086"/>
                <a:gd name="csX169" fmla="*/ 398426 w 484417"/>
                <a:gd name="csY169" fmla="*/ 15765 h 352086"/>
                <a:gd name="csX170" fmla="*/ 400815 w 484417"/>
                <a:gd name="csY170" fmla="*/ 17198 h 352086"/>
                <a:gd name="csX171" fmla="*/ 400815 w 484417"/>
                <a:gd name="csY171" fmla="*/ 17676 h 352086"/>
                <a:gd name="csX172" fmla="*/ 402248 w 484417"/>
                <a:gd name="csY172" fmla="*/ 20065 h 352086"/>
                <a:gd name="csX173" fmla="*/ 403681 w 484417"/>
                <a:gd name="csY173" fmla="*/ 20543 h 352086"/>
                <a:gd name="csX174" fmla="*/ 405115 w 484417"/>
                <a:gd name="csY174" fmla="*/ 21498 h 352086"/>
                <a:gd name="csX175" fmla="*/ 408936 w 484417"/>
                <a:gd name="csY175" fmla="*/ 21498 h 352086"/>
                <a:gd name="csX176" fmla="*/ 408936 w 484417"/>
                <a:gd name="csY176" fmla="*/ 21498 h 352086"/>
                <a:gd name="csX177" fmla="*/ 409414 w 484417"/>
                <a:gd name="csY177" fmla="*/ 22453 h 352086"/>
                <a:gd name="csX178" fmla="*/ 409892 w 484417"/>
                <a:gd name="csY178" fmla="*/ 23886 h 352086"/>
                <a:gd name="csX179" fmla="*/ 410370 w 484417"/>
                <a:gd name="csY179" fmla="*/ 24842 h 352086"/>
                <a:gd name="csX180" fmla="*/ 412281 w 484417"/>
                <a:gd name="csY180" fmla="*/ 25798 h 352086"/>
                <a:gd name="csX181" fmla="*/ 412281 w 484417"/>
                <a:gd name="csY181" fmla="*/ 25798 h 352086"/>
                <a:gd name="csX182" fmla="*/ 412281 w 484417"/>
                <a:gd name="csY182" fmla="*/ 26275 h 352086"/>
                <a:gd name="csX183" fmla="*/ 411803 w 484417"/>
                <a:gd name="csY183" fmla="*/ 26753 h 352086"/>
                <a:gd name="csX184" fmla="*/ 411325 w 484417"/>
                <a:gd name="csY184" fmla="*/ 27709 h 352086"/>
                <a:gd name="csX185" fmla="*/ 409892 w 484417"/>
                <a:gd name="csY185" fmla="*/ 27709 h 352086"/>
                <a:gd name="csX186" fmla="*/ 408459 w 484417"/>
                <a:gd name="csY186" fmla="*/ 28186 h 352086"/>
                <a:gd name="csX187" fmla="*/ 407025 w 484417"/>
                <a:gd name="csY187" fmla="*/ 27709 h 352086"/>
                <a:gd name="csX188" fmla="*/ 405115 w 484417"/>
                <a:gd name="csY188" fmla="*/ 27709 h 352086"/>
                <a:gd name="csX189" fmla="*/ 402726 w 484417"/>
                <a:gd name="csY189" fmla="*/ 27709 h 352086"/>
                <a:gd name="csX190" fmla="*/ 400815 w 484417"/>
                <a:gd name="csY190" fmla="*/ 32008 h 352086"/>
                <a:gd name="csX191" fmla="*/ 399859 w 484417"/>
                <a:gd name="csY191" fmla="*/ 33919 h 352086"/>
                <a:gd name="csX192" fmla="*/ 398904 w 484417"/>
                <a:gd name="csY192" fmla="*/ 33919 h 352086"/>
                <a:gd name="csX193" fmla="*/ 397471 w 484417"/>
                <a:gd name="csY193" fmla="*/ 32963 h 352086"/>
                <a:gd name="csX194" fmla="*/ 396515 w 484417"/>
                <a:gd name="csY194" fmla="*/ 32963 h 352086"/>
                <a:gd name="csX195" fmla="*/ 396515 w 484417"/>
                <a:gd name="csY195" fmla="*/ 32963 h 352086"/>
                <a:gd name="csX196" fmla="*/ 394604 w 484417"/>
                <a:gd name="csY196" fmla="*/ 37263 h 352086"/>
                <a:gd name="csX197" fmla="*/ 394127 w 484417"/>
                <a:gd name="csY197" fmla="*/ 38218 h 352086"/>
                <a:gd name="csX198" fmla="*/ 394127 w 484417"/>
                <a:gd name="csY198" fmla="*/ 38696 h 352086"/>
                <a:gd name="csX199" fmla="*/ 395082 w 484417"/>
                <a:gd name="csY199" fmla="*/ 40129 h 352086"/>
                <a:gd name="csX200" fmla="*/ 396515 w 484417"/>
                <a:gd name="csY200" fmla="*/ 41563 h 352086"/>
                <a:gd name="csX201" fmla="*/ 397949 w 484417"/>
                <a:gd name="csY201" fmla="*/ 42040 h 352086"/>
                <a:gd name="csX202" fmla="*/ 399382 w 484417"/>
                <a:gd name="csY202" fmla="*/ 41563 h 352086"/>
                <a:gd name="csX203" fmla="*/ 400338 w 484417"/>
                <a:gd name="csY203" fmla="*/ 42040 h 352086"/>
                <a:gd name="csX204" fmla="*/ 400338 w 484417"/>
                <a:gd name="csY204" fmla="*/ 42518 h 352086"/>
                <a:gd name="csX205" fmla="*/ 401293 w 484417"/>
                <a:gd name="csY205" fmla="*/ 43474 h 352086"/>
                <a:gd name="csX206" fmla="*/ 403204 w 484417"/>
                <a:gd name="csY206" fmla="*/ 44429 h 352086"/>
                <a:gd name="csX207" fmla="*/ 406070 w 484417"/>
                <a:gd name="csY207" fmla="*/ 44907 h 352086"/>
                <a:gd name="csX208" fmla="*/ 407981 w 484417"/>
                <a:gd name="csY208" fmla="*/ 45862 h 352086"/>
                <a:gd name="csX209" fmla="*/ 407981 w 484417"/>
                <a:gd name="csY209" fmla="*/ 45862 h 352086"/>
                <a:gd name="csX210" fmla="*/ 407981 w 484417"/>
                <a:gd name="csY210" fmla="*/ 46818 h 352086"/>
                <a:gd name="csX211" fmla="*/ 407981 w 484417"/>
                <a:gd name="csY211" fmla="*/ 47773 h 352086"/>
                <a:gd name="csX212" fmla="*/ 407503 w 484417"/>
                <a:gd name="csY212" fmla="*/ 49684 h 352086"/>
                <a:gd name="csX213" fmla="*/ 407503 w 484417"/>
                <a:gd name="csY213" fmla="*/ 51117 h 352086"/>
                <a:gd name="csX214" fmla="*/ 406070 w 484417"/>
                <a:gd name="csY214" fmla="*/ 54939 h 352086"/>
                <a:gd name="csX215" fmla="*/ 404637 w 484417"/>
                <a:gd name="csY215" fmla="*/ 57805 h 352086"/>
                <a:gd name="csX216" fmla="*/ 405115 w 484417"/>
                <a:gd name="csY216" fmla="*/ 59239 h 352086"/>
                <a:gd name="csX217" fmla="*/ 405592 w 484417"/>
                <a:gd name="csY217" fmla="*/ 59716 h 352086"/>
                <a:gd name="csX218" fmla="*/ 406070 w 484417"/>
                <a:gd name="csY218" fmla="*/ 60194 h 352086"/>
                <a:gd name="csX219" fmla="*/ 407503 w 484417"/>
                <a:gd name="csY219" fmla="*/ 61150 h 352086"/>
                <a:gd name="csX220" fmla="*/ 407503 w 484417"/>
                <a:gd name="csY220" fmla="*/ 61150 h 352086"/>
                <a:gd name="csX221" fmla="*/ 407981 w 484417"/>
                <a:gd name="csY221" fmla="*/ 62583 h 352086"/>
                <a:gd name="csX222" fmla="*/ 407503 w 484417"/>
                <a:gd name="csY222" fmla="*/ 65449 h 352086"/>
                <a:gd name="csX223" fmla="*/ 407981 w 484417"/>
                <a:gd name="csY223" fmla="*/ 65927 h 352086"/>
                <a:gd name="csX224" fmla="*/ 409414 w 484417"/>
                <a:gd name="csY224" fmla="*/ 66405 h 352086"/>
                <a:gd name="csX225" fmla="*/ 411325 w 484417"/>
                <a:gd name="csY225" fmla="*/ 66882 h 352086"/>
                <a:gd name="csX226" fmla="*/ 411803 w 484417"/>
                <a:gd name="csY226" fmla="*/ 67360 h 352086"/>
                <a:gd name="csX227" fmla="*/ 411803 w 484417"/>
                <a:gd name="csY227" fmla="*/ 67360 h 352086"/>
                <a:gd name="csX228" fmla="*/ 410370 w 484417"/>
                <a:gd name="csY228" fmla="*/ 70226 h 352086"/>
                <a:gd name="csX229" fmla="*/ 410847 w 484417"/>
                <a:gd name="csY229" fmla="*/ 72137 h 352086"/>
                <a:gd name="csX230" fmla="*/ 411325 w 484417"/>
                <a:gd name="csY230" fmla="*/ 74048 h 352086"/>
                <a:gd name="csX231" fmla="*/ 411803 w 484417"/>
                <a:gd name="csY231" fmla="*/ 76915 h 352086"/>
                <a:gd name="csX232" fmla="*/ 411803 w 484417"/>
                <a:gd name="csY232" fmla="*/ 77392 h 352086"/>
                <a:gd name="csX233" fmla="*/ 411803 w 484417"/>
                <a:gd name="csY233" fmla="*/ 78348 h 352086"/>
                <a:gd name="csX234" fmla="*/ 412758 w 484417"/>
                <a:gd name="csY234" fmla="*/ 80736 h 352086"/>
                <a:gd name="csX235" fmla="*/ 414191 w 484417"/>
                <a:gd name="csY235" fmla="*/ 85036 h 352086"/>
                <a:gd name="csX236" fmla="*/ 414669 w 484417"/>
                <a:gd name="csY236" fmla="*/ 86947 h 352086"/>
                <a:gd name="csX237" fmla="*/ 414191 w 484417"/>
                <a:gd name="csY237" fmla="*/ 88858 h 352086"/>
                <a:gd name="csX238" fmla="*/ 414191 w 484417"/>
                <a:gd name="csY238" fmla="*/ 88858 h 352086"/>
                <a:gd name="csX239" fmla="*/ 413714 w 484417"/>
                <a:gd name="csY239" fmla="*/ 91724 h 352086"/>
                <a:gd name="csX240" fmla="*/ 412281 w 484417"/>
                <a:gd name="csY240" fmla="*/ 91724 h 352086"/>
                <a:gd name="csX241" fmla="*/ 413714 w 484417"/>
                <a:gd name="csY241" fmla="*/ 93635 h 352086"/>
                <a:gd name="csX242" fmla="*/ 414191 w 484417"/>
                <a:gd name="csY242" fmla="*/ 95068 h 352086"/>
                <a:gd name="csX243" fmla="*/ 414191 w 484417"/>
                <a:gd name="csY243" fmla="*/ 97457 h 352086"/>
                <a:gd name="csX244" fmla="*/ 412758 w 484417"/>
                <a:gd name="csY244" fmla="*/ 97457 h 352086"/>
                <a:gd name="csX245" fmla="*/ 411325 w 484417"/>
                <a:gd name="csY245" fmla="*/ 97457 h 352086"/>
                <a:gd name="csX246" fmla="*/ 410370 w 484417"/>
                <a:gd name="csY246" fmla="*/ 95546 h 352086"/>
                <a:gd name="csX247" fmla="*/ 409892 w 484417"/>
                <a:gd name="csY247" fmla="*/ 96979 h 352086"/>
                <a:gd name="csX248" fmla="*/ 408459 w 484417"/>
                <a:gd name="csY248" fmla="*/ 98890 h 352086"/>
                <a:gd name="csX249" fmla="*/ 407503 w 484417"/>
                <a:gd name="csY249" fmla="*/ 97935 h 352086"/>
                <a:gd name="csX250" fmla="*/ 407503 w 484417"/>
                <a:gd name="csY250" fmla="*/ 96979 h 352086"/>
                <a:gd name="csX251" fmla="*/ 407025 w 484417"/>
                <a:gd name="csY251" fmla="*/ 95546 h 352086"/>
                <a:gd name="csX252" fmla="*/ 407981 w 484417"/>
                <a:gd name="csY252" fmla="*/ 90291 h 352086"/>
                <a:gd name="csX253" fmla="*/ 407981 w 484417"/>
                <a:gd name="csY253" fmla="*/ 89813 h 352086"/>
                <a:gd name="csX254" fmla="*/ 407503 w 484417"/>
                <a:gd name="csY254" fmla="*/ 89335 h 352086"/>
                <a:gd name="csX255" fmla="*/ 406548 w 484417"/>
                <a:gd name="csY255" fmla="*/ 89335 h 352086"/>
                <a:gd name="csX256" fmla="*/ 406070 w 484417"/>
                <a:gd name="csY256" fmla="*/ 88380 h 352086"/>
                <a:gd name="csX257" fmla="*/ 404637 w 484417"/>
                <a:gd name="csY257" fmla="*/ 93635 h 352086"/>
                <a:gd name="csX258" fmla="*/ 405592 w 484417"/>
                <a:gd name="csY258" fmla="*/ 96024 h 352086"/>
                <a:gd name="csX259" fmla="*/ 405115 w 484417"/>
                <a:gd name="csY259" fmla="*/ 97457 h 352086"/>
                <a:gd name="csX260" fmla="*/ 402248 w 484417"/>
                <a:gd name="csY260" fmla="*/ 97935 h 352086"/>
                <a:gd name="csX261" fmla="*/ 399382 w 484417"/>
                <a:gd name="csY261" fmla="*/ 96024 h 352086"/>
                <a:gd name="csX262" fmla="*/ 399382 w 484417"/>
                <a:gd name="csY262" fmla="*/ 95068 h 352086"/>
                <a:gd name="csX263" fmla="*/ 398904 w 484417"/>
                <a:gd name="csY263" fmla="*/ 96501 h 352086"/>
                <a:gd name="csX264" fmla="*/ 398426 w 484417"/>
                <a:gd name="csY264" fmla="*/ 97935 h 352086"/>
                <a:gd name="csX265" fmla="*/ 396038 w 484417"/>
                <a:gd name="csY265" fmla="*/ 97457 h 352086"/>
                <a:gd name="csX266" fmla="*/ 394604 w 484417"/>
                <a:gd name="csY266" fmla="*/ 96501 h 352086"/>
                <a:gd name="csX267" fmla="*/ 395560 w 484417"/>
                <a:gd name="csY267" fmla="*/ 94591 h 352086"/>
                <a:gd name="csX268" fmla="*/ 396993 w 484417"/>
                <a:gd name="csY268" fmla="*/ 89813 h 352086"/>
                <a:gd name="csX269" fmla="*/ 397471 w 484417"/>
                <a:gd name="csY269" fmla="*/ 87902 h 352086"/>
                <a:gd name="csX270" fmla="*/ 395082 w 484417"/>
                <a:gd name="csY270" fmla="*/ 86469 h 352086"/>
                <a:gd name="csX271" fmla="*/ 393649 w 484417"/>
                <a:gd name="csY271" fmla="*/ 85514 h 352086"/>
                <a:gd name="csX272" fmla="*/ 392216 w 484417"/>
                <a:gd name="csY272" fmla="*/ 83125 h 352086"/>
                <a:gd name="csX273" fmla="*/ 392693 w 484417"/>
                <a:gd name="csY273" fmla="*/ 85514 h 352086"/>
                <a:gd name="csX274" fmla="*/ 393649 w 484417"/>
                <a:gd name="csY274" fmla="*/ 86469 h 352086"/>
                <a:gd name="csX275" fmla="*/ 395082 w 484417"/>
                <a:gd name="csY275" fmla="*/ 86947 h 352086"/>
                <a:gd name="csX276" fmla="*/ 396515 w 484417"/>
                <a:gd name="csY276" fmla="*/ 88380 h 352086"/>
                <a:gd name="csX277" fmla="*/ 395560 w 484417"/>
                <a:gd name="csY277" fmla="*/ 89813 h 352086"/>
                <a:gd name="csX278" fmla="*/ 394604 w 484417"/>
                <a:gd name="csY278" fmla="*/ 90291 h 352086"/>
                <a:gd name="csX279" fmla="*/ 392693 w 484417"/>
                <a:gd name="csY279" fmla="*/ 94113 h 352086"/>
                <a:gd name="csX280" fmla="*/ 389827 w 484417"/>
                <a:gd name="csY280" fmla="*/ 96024 h 352086"/>
                <a:gd name="csX281" fmla="*/ 386961 w 484417"/>
                <a:gd name="csY281" fmla="*/ 97457 h 352086"/>
                <a:gd name="csX282" fmla="*/ 377884 w 484417"/>
                <a:gd name="csY282" fmla="*/ 99368 h 352086"/>
                <a:gd name="csX283" fmla="*/ 375495 w 484417"/>
                <a:gd name="csY283" fmla="*/ 100323 h 352086"/>
                <a:gd name="csX284" fmla="*/ 372629 w 484417"/>
                <a:gd name="csY284" fmla="*/ 102712 h 352086"/>
                <a:gd name="csX285" fmla="*/ 370718 w 484417"/>
                <a:gd name="csY285" fmla="*/ 105578 h 352086"/>
                <a:gd name="csX286" fmla="*/ 370718 w 484417"/>
                <a:gd name="csY286" fmla="*/ 107967 h 352086"/>
                <a:gd name="csX287" fmla="*/ 371674 w 484417"/>
                <a:gd name="csY287" fmla="*/ 110833 h 352086"/>
                <a:gd name="csX288" fmla="*/ 372629 w 484417"/>
                <a:gd name="csY288" fmla="*/ 115133 h 352086"/>
                <a:gd name="csX289" fmla="*/ 373107 w 484417"/>
                <a:gd name="csY289" fmla="*/ 115611 h 352086"/>
                <a:gd name="csX290" fmla="*/ 372151 w 484417"/>
                <a:gd name="csY290" fmla="*/ 117522 h 352086"/>
                <a:gd name="csX291" fmla="*/ 370240 w 484417"/>
                <a:gd name="csY291" fmla="*/ 118955 h 352086"/>
                <a:gd name="csX292" fmla="*/ 368807 w 484417"/>
                <a:gd name="csY292" fmla="*/ 121343 h 352086"/>
                <a:gd name="csX293" fmla="*/ 369285 w 484417"/>
                <a:gd name="csY293" fmla="*/ 122299 h 352086"/>
                <a:gd name="csX294" fmla="*/ 368807 w 484417"/>
                <a:gd name="csY294" fmla="*/ 123254 h 352086"/>
                <a:gd name="csX295" fmla="*/ 363552 w 484417"/>
                <a:gd name="csY295" fmla="*/ 126121 h 352086"/>
                <a:gd name="csX296" fmla="*/ 362597 w 484417"/>
                <a:gd name="csY296" fmla="*/ 127554 h 352086"/>
                <a:gd name="csX297" fmla="*/ 361163 w 484417"/>
                <a:gd name="csY297" fmla="*/ 128987 h 352086"/>
                <a:gd name="csX298" fmla="*/ 359731 w 484417"/>
                <a:gd name="csY298" fmla="*/ 128032 h 352086"/>
                <a:gd name="csX299" fmla="*/ 358775 w 484417"/>
                <a:gd name="csY299" fmla="*/ 128032 h 352086"/>
                <a:gd name="csX300" fmla="*/ 360208 w 484417"/>
                <a:gd name="csY300" fmla="*/ 129465 h 352086"/>
                <a:gd name="csX301" fmla="*/ 359731 w 484417"/>
                <a:gd name="csY301" fmla="*/ 130420 h 352086"/>
                <a:gd name="csX302" fmla="*/ 359252 w 484417"/>
                <a:gd name="csY302" fmla="*/ 130898 h 352086"/>
                <a:gd name="csX303" fmla="*/ 358297 w 484417"/>
                <a:gd name="csY303" fmla="*/ 131376 h 352086"/>
                <a:gd name="csX304" fmla="*/ 351131 w 484417"/>
                <a:gd name="csY304" fmla="*/ 133287 h 352086"/>
                <a:gd name="csX305" fmla="*/ 345399 w 484417"/>
                <a:gd name="csY305" fmla="*/ 135198 h 352086"/>
                <a:gd name="csX306" fmla="*/ 343965 w 484417"/>
                <a:gd name="csY306" fmla="*/ 135198 h 352086"/>
                <a:gd name="csX307" fmla="*/ 343965 w 484417"/>
                <a:gd name="csY307" fmla="*/ 134720 h 352086"/>
                <a:gd name="csX308" fmla="*/ 344920 w 484417"/>
                <a:gd name="csY308" fmla="*/ 134242 h 352086"/>
                <a:gd name="csX309" fmla="*/ 344920 w 484417"/>
                <a:gd name="csY309" fmla="*/ 131854 h 352086"/>
                <a:gd name="csX310" fmla="*/ 343965 w 484417"/>
                <a:gd name="csY310" fmla="*/ 131376 h 352086"/>
                <a:gd name="csX311" fmla="*/ 343010 w 484417"/>
                <a:gd name="csY311" fmla="*/ 131376 h 352086"/>
                <a:gd name="csX312" fmla="*/ 338710 w 484417"/>
                <a:gd name="csY312" fmla="*/ 133764 h 352086"/>
                <a:gd name="csX313" fmla="*/ 337277 w 484417"/>
                <a:gd name="csY313" fmla="*/ 136631 h 352086"/>
                <a:gd name="csX314" fmla="*/ 337754 w 484417"/>
                <a:gd name="csY314" fmla="*/ 137108 h 352086"/>
                <a:gd name="csX315" fmla="*/ 338710 w 484417"/>
                <a:gd name="csY315" fmla="*/ 137108 h 352086"/>
                <a:gd name="csX316" fmla="*/ 341577 w 484417"/>
                <a:gd name="csY316" fmla="*/ 135675 h 352086"/>
                <a:gd name="csX317" fmla="*/ 342532 w 484417"/>
                <a:gd name="csY317" fmla="*/ 135675 h 352086"/>
                <a:gd name="csX318" fmla="*/ 343010 w 484417"/>
                <a:gd name="csY318" fmla="*/ 136631 h 352086"/>
                <a:gd name="csX319" fmla="*/ 338710 w 484417"/>
                <a:gd name="csY319" fmla="*/ 139019 h 352086"/>
                <a:gd name="csX320" fmla="*/ 329633 w 484417"/>
                <a:gd name="csY320" fmla="*/ 146185 h 352086"/>
                <a:gd name="csX321" fmla="*/ 329156 w 484417"/>
                <a:gd name="csY321" fmla="*/ 147619 h 352086"/>
                <a:gd name="csX322" fmla="*/ 327722 w 484417"/>
                <a:gd name="csY322" fmla="*/ 149052 h 352086"/>
                <a:gd name="csX323" fmla="*/ 326289 w 484417"/>
                <a:gd name="csY323" fmla="*/ 150485 h 352086"/>
                <a:gd name="csX324" fmla="*/ 323423 w 484417"/>
                <a:gd name="csY324" fmla="*/ 154307 h 352086"/>
                <a:gd name="csX325" fmla="*/ 317690 w 484417"/>
                <a:gd name="csY325" fmla="*/ 160039 h 352086"/>
                <a:gd name="csX326" fmla="*/ 316257 w 484417"/>
                <a:gd name="csY326" fmla="*/ 161950 h 352086"/>
                <a:gd name="csX327" fmla="*/ 307180 w 484417"/>
                <a:gd name="csY327" fmla="*/ 166250 h 352086"/>
                <a:gd name="csX328" fmla="*/ 305747 w 484417"/>
                <a:gd name="csY328" fmla="*/ 167683 h 352086"/>
                <a:gd name="csX329" fmla="*/ 301925 w 484417"/>
                <a:gd name="csY329" fmla="*/ 171505 h 352086"/>
                <a:gd name="csX330" fmla="*/ 298103 w 484417"/>
                <a:gd name="csY330" fmla="*/ 174849 h 352086"/>
                <a:gd name="csX331" fmla="*/ 293804 w 484417"/>
                <a:gd name="csY331" fmla="*/ 177715 h 352086"/>
                <a:gd name="csX332" fmla="*/ 286160 w 484417"/>
                <a:gd name="csY332" fmla="*/ 181537 h 352086"/>
                <a:gd name="csX333" fmla="*/ 281860 w 484417"/>
                <a:gd name="csY333" fmla="*/ 184881 h 352086"/>
                <a:gd name="csX334" fmla="*/ 280427 w 484417"/>
                <a:gd name="csY334" fmla="*/ 186792 h 352086"/>
                <a:gd name="csX335" fmla="*/ 279949 w 484417"/>
                <a:gd name="csY335" fmla="*/ 187748 h 352086"/>
                <a:gd name="csX336" fmla="*/ 280427 w 484417"/>
                <a:gd name="csY336" fmla="*/ 188703 h 352086"/>
                <a:gd name="csX337" fmla="*/ 281383 w 484417"/>
                <a:gd name="csY337" fmla="*/ 189659 h 352086"/>
                <a:gd name="csX338" fmla="*/ 281860 w 484417"/>
                <a:gd name="csY338" fmla="*/ 190614 h 352086"/>
                <a:gd name="csX339" fmla="*/ 281383 w 484417"/>
                <a:gd name="csY339" fmla="*/ 192047 h 352086"/>
                <a:gd name="csX340" fmla="*/ 280905 w 484417"/>
                <a:gd name="csY340" fmla="*/ 193003 h 352086"/>
                <a:gd name="csX341" fmla="*/ 279472 w 484417"/>
                <a:gd name="csY341" fmla="*/ 194914 h 352086"/>
                <a:gd name="csX342" fmla="*/ 277561 w 484417"/>
                <a:gd name="csY342" fmla="*/ 196347 h 352086"/>
                <a:gd name="csX343" fmla="*/ 269917 w 484417"/>
                <a:gd name="csY343" fmla="*/ 199213 h 352086"/>
                <a:gd name="csX344" fmla="*/ 268962 w 484417"/>
                <a:gd name="csY344" fmla="*/ 199213 h 352086"/>
                <a:gd name="csX345" fmla="*/ 262751 w 484417"/>
                <a:gd name="csY345" fmla="*/ 198736 h 352086"/>
                <a:gd name="csX346" fmla="*/ 260363 w 484417"/>
                <a:gd name="csY346" fmla="*/ 199213 h 352086"/>
                <a:gd name="csX347" fmla="*/ 259407 w 484417"/>
                <a:gd name="csY347" fmla="*/ 200646 h 352086"/>
                <a:gd name="csX348" fmla="*/ 257496 w 484417"/>
                <a:gd name="csY348" fmla="*/ 205902 h 352086"/>
                <a:gd name="csX349" fmla="*/ 255108 w 484417"/>
                <a:gd name="csY349" fmla="*/ 207812 h 352086"/>
                <a:gd name="csX350" fmla="*/ 254630 w 484417"/>
                <a:gd name="csY350" fmla="*/ 208768 h 352086"/>
                <a:gd name="csX351" fmla="*/ 254152 w 484417"/>
                <a:gd name="csY351" fmla="*/ 209723 h 352086"/>
                <a:gd name="csX352" fmla="*/ 253197 w 484417"/>
                <a:gd name="csY352" fmla="*/ 209723 h 352086"/>
                <a:gd name="csX353" fmla="*/ 252241 w 484417"/>
                <a:gd name="csY353" fmla="*/ 209246 h 352086"/>
                <a:gd name="csX354" fmla="*/ 251286 w 484417"/>
                <a:gd name="csY354" fmla="*/ 209723 h 352086"/>
                <a:gd name="csX355" fmla="*/ 250330 w 484417"/>
                <a:gd name="csY355" fmla="*/ 207812 h 352086"/>
                <a:gd name="csX356" fmla="*/ 248897 w 484417"/>
                <a:gd name="csY356" fmla="*/ 207335 h 352086"/>
                <a:gd name="csX357" fmla="*/ 247464 w 484417"/>
                <a:gd name="csY357" fmla="*/ 207335 h 352086"/>
                <a:gd name="csX358" fmla="*/ 242687 w 484417"/>
                <a:gd name="csY358" fmla="*/ 209246 h 352086"/>
                <a:gd name="csX359" fmla="*/ 240776 w 484417"/>
                <a:gd name="csY359" fmla="*/ 210679 h 352086"/>
                <a:gd name="csX360" fmla="*/ 236954 w 484417"/>
                <a:gd name="csY360" fmla="*/ 217845 h 352086"/>
                <a:gd name="csX361" fmla="*/ 235998 w 484417"/>
                <a:gd name="csY361" fmla="*/ 222622 h 352086"/>
                <a:gd name="csX362" fmla="*/ 236954 w 484417"/>
                <a:gd name="csY362" fmla="*/ 227877 h 352086"/>
                <a:gd name="csX363" fmla="*/ 237909 w 484417"/>
                <a:gd name="csY363" fmla="*/ 232177 h 352086"/>
                <a:gd name="csX364" fmla="*/ 238387 w 484417"/>
                <a:gd name="csY364" fmla="*/ 234087 h 352086"/>
                <a:gd name="csX365" fmla="*/ 238387 w 484417"/>
                <a:gd name="csY365" fmla="*/ 236476 h 352086"/>
                <a:gd name="csX366" fmla="*/ 237431 w 484417"/>
                <a:gd name="csY366" fmla="*/ 237432 h 352086"/>
                <a:gd name="csX367" fmla="*/ 236954 w 484417"/>
                <a:gd name="csY367" fmla="*/ 238865 h 352086"/>
                <a:gd name="csX368" fmla="*/ 237909 w 484417"/>
                <a:gd name="csY368" fmla="*/ 241731 h 352086"/>
                <a:gd name="csX369" fmla="*/ 239342 w 484417"/>
                <a:gd name="csY369" fmla="*/ 245553 h 352086"/>
                <a:gd name="csX370" fmla="*/ 239820 w 484417"/>
                <a:gd name="csY370" fmla="*/ 246986 h 352086"/>
                <a:gd name="csX371" fmla="*/ 239820 w 484417"/>
                <a:gd name="csY371" fmla="*/ 248897 h 352086"/>
                <a:gd name="csX372" fmla="*/ 240776 w 484417"/>
                <a:gd name="csY372" fmla="*/ 252241 h 352086"/>
                <a:gd name="csX373" fmla="*/ 240298 w 484417"/>
                <a:gd name="csY373" fmla="*/ 251763 h 352086"/>
                <a:gd name="csX374" fmla="*/ 239342 w 484417"/>
                <a:gd name="csY374" fmla="*/ 250330 h 352086"/>
                <a:gd name="csX375" fmla="*/ 237909 w 484417"/>
                <a:gd name="csY375" fmla="*/ 247942 h 352086"/>
                <a:gd name="csX376" fmla="*/ 235998 w 484417"/>
                <a:gd name="csY376" fmla="*/ 250330 h 352086"/>
                <a:gd name="csX377" fmla="*/ 236954 w 484417"/>
                <a:gd name="csY377" fmla="*/ 251763 h 352086"/>
                <a:gd name="csX378" fmla="*/ 240776 w 484417"/>
                <a:gd name="csY378" fmla="*/ 253197 h 352086"/>
                <a:gd name="csX379" fmla="*/ 241731 w 484417"/>
                <a:gd name="csY379" fmla="*/ 254630 h 352086"/>
                <a:gd name="csX380" fmla="*/ 239342 w 484417"/>
                <a:gd name="csY380" fmla="*/ 267051 h 352086"/>
                <a:gd name="csX381" fmla="*/ 237909 w 484417"/>
                <a:gd name="csY381" fmla="*/ 271351 h 352086"/>
                <a:gd name="csX382" fmla="*/ 235521 w 484417"/>
                <a:gd name="csY382" fmla="*/ 274217 h 352086"/>
                <a:gd name="csX383" fmla="*/ 234565 w 484417"/>
                <a:gd name="csY383" fmla="*/ 275650 h 352086"/>
                <a:gd name="csX384" fmla="*/ 232176 w 484417"/>
                <a:gd name="csY384" fmla="*/ 279950 h 352086"/>
                <a:gd name="csX385" fmla="*/ 230265 w 484417"/>
                <a:gd name="csY385" fmla="*/ 285682 h 352086"/>
                <a:gd name="csX386" fmla="*/ 229788 w 484417"/>
                <a:gd name="csY386" fmla="*/ 287593 h 352086"/>
                <a:gd name="csX387" fmla="*/ 230744 w 484417"/>
                <a:gd name="csY387" fmla="*/ 289982 h 352086"/>
                <a:gd name="csX388" fmla="*/ 229788 w 484417"/>
                <a:gd name="csY388" fmla="*/ 291415 h 352086"/>
                <a:gd name="csX389" fmla="*/ 228833 w 484417"/>
                <a:gd name="csY389" fmla="*/ 292848 h 352086"/>
                <a:gd name="csX390" fmla="*/ 230744 w 484417"/>
                <a:gd name="csY390" fmla="*/ 292370 h 352086"/>
                <a:gd name="csX391" fmla="*/ 231699 w 484417"/>
                <a:gd name="csY391" fmla="*/ 293326 h 352086"/>
                <a:gd name="csX392" fmla="*/ 231699 w 484417"/>
                <a:gd name="csY392" fmla="*/ 294759 h 352086"/>
                <a:gd name="csX393" fmla="*/ 231699 w 484417"/>
                <a:gd name="csY393" fmla="*/ 302881 h 352086"/>
                <a:gd name="csX394" fmla="*/ 231699 w 484417"/>
                <a:gd name="csY394" fmla="*/ 311002 h 352086"/>
                <a:gd name="csX395" fmla="*/ 230265 w 484417"/>
                <a:gd name="csY395" fmla="*/ 311002 h 352086"/>
                <a:gd name="csX396" fmla="*/ 228355 w 484417"/>
                <a:gd name="csY396" fmla="*/ 311480 h 352086"/>
                <a:gd name="csX397" fmla="*/ 226444 w 484417"/>
                <a:gd name="csY397" fmla="*/ 311002 h 352086"/>
                <a:gd name="csX398" fmla="*/ 225488 w 484417"/>
                <a:gd name="csY398" fmla="*/ 310524 h 352086"/>
                <a:gd name="csX399" fmla="*/ 222622 w 484417"/>
                <a:gd name="csY399" fmla="*/ 311002 h 352086"/>
                <a:gd name="csX400" fmla="*/ 221189 w 484417"/>
                <a:gd name="csY400" fmla="*/ 311958 h 352086"/>
                <a:gd name="csX401" fmla="*/ 220233 w 484417"/>
                <a:gd name="csY401" fmla="*/ 313391 h 352086"/>
                <a:gd name="csX402" fmla="*/ 220233 w 484417"/>
                <a:gd name="csY402" fmla="*/ 316257 h 352086"/>
                <a:gd name="csX403" fmla="*/ 214978 w 484417"/>
                <a:gd name="csY403" fmla="*/ 322467 h 352086"/>
                <a:gd name="csX404" fmla="*/ 214023 w 484417"/>
                <a:gd name="csY404" fmla="*/ 324856 h 352086"/>
                <a:gd name="csX405" fmla="*/ 213545 w 484417"/>
                <a:gd name="csY405" fmla="*/ 326767 h 352086"/>
                <a:gd name="csX406" fmla="*/ 214023 w 484417"/>
                <a:gd name="csY406" fmla="*/ 327723 h 352086"/>
                <a:gd name="csX407" fmla="*/ 215456 w 484417"/>
                <a:gd name="csY407" fmla="*/ 329156 h 352086"/>
                <a:gd name="csX408" fmla="*/ 217367 w 484417"/>
                <a:gd name="csY408" fmla="*/ 329633 h 352086"/>
                <a:gd name="csX409" fmla="*/ 220711 w 484417"/>
                <a:gd name="csY409" fmla="*/ 330111 h 352086"/>
                <a:gd name="csX410" fmla="*/ 222144 w 484417"/>
                <a:gd name="csY410" fmla="*/ 330589 h 352086"/>
                <a:gd name="csX411" fmla="*/ 223099 w 484417"/>
                <a:gd name="csY411" fmla="*/ 331544 h 352086"/>
                <a:gd name="csX412" fmla="*/ 219278 w 484417"/>
                <a:gd name="csY412" fmla="*/ 330589 h 352086"/>
                <a:gd name="csX413" fmla="*/ 214501 w 484417"/>
                <a:gd name="csY413" fmla="*/ 330111 h 352086"/>
                <a:gd name="csX414" fmla="*/ 203513 w 484417"/>
                <a:gd name="csY414" fmla="*/ 332977 h 352086"/>
                <a:gd name="csX415" fmla="*/ 200646 w 484417"/>
                <a:gd name="csY415" fmla="*/ 335366 h 352086"/>
                <a:gd name="csX416" fmla="*/ 199213 w 484417"/>
                <a:gd name="csY416" fmla="*/ 337277 h 352086"/>
                <a:gd name="csX417" fmla="*/ 197780 w 484417"/>
                <a:gd name="csY417" fmla="*/ 341099 h 352086"/>
                <a:gd name="csX418" fmla="*/ 197780 w 484417"/>
                <a:gd name="csY418" fmla="*/ 343965 h 352086"/>
                <a:gd name="csX419" fmla="*/ 196347 w 484417"/>
                <a:gd name="csY419" fmla="*/ 346354 h 352086"/>
                <a:gd name="csX420" fmla="*/ 190614 w 484417"/>
                <a:gd name="csY420" fmla="*/ 349698 h 352086"/>
                <a:gd name="csX421" fmla="*/ 186792 w 484417"/>
                <a:gd name="csY421" fmla="*/ 351131 h 352086"/>
                <a:gd name="csX422" fmla="*/ 185837 w 484417"/>
                <a:gd name="csY422" fmla="*/ 352087 h 352086"/>
                <a:gd name="csX423" fmla="*/ 181537 w 484417"/>
                <a:gd name="csY423" fmla="*/ 350654 h 352086"/>
                <a:gd name="csX424" fmla="*/ 176760 w 484417"/>
                <a:gd name="csY424" fmla="*/ 347787 h 352086"/>
                <a:gd name="csX425" fmla="*/ 174849 w 484417"/>
                <a:gd name="csY425" fmla="*/ 345876 h 352086"/>
                <a:gd name="csX426" fmla="*/ 167683 w 484417"/>
                <a:gd name="csY426" fmla="*/ 337755 h 352086"/>
                <a:gd name="csX427" fmla="*/ 166728 w 484417"/>
                <a:gd name="csY427" fmla="*/ 336799 h 352086"/>
                <a:gd name="csX428" fmla="*/ 165294 w 484417"/>
                <a:gd name="csY428" fmla="*/ 333455 h 352086"/>
                <a:gd name="csX429" fmla="*/ 164817 w 484417"/>
                <a:gd name="csY429" fmla="*/ 332022 h 352086"/>
                <a:gd name="csX430" fmla="*/ 164339 w 484417"/>
                <a:gd name="csY430" fmla="*/ 331544 h 352086"/>
                <a:gd name="csX431" fmla="*/ 163861 w 484417"/>
                <a:gd name="csY431" fmla="*/ 331067 h 352086"/>
                <a:gd name="csX432" fmla="*/ 163383 w 484417"/>
                <a:gd name="csY432" fmla="*/ 330589 h 352086"/>
                <a:gd name="csX433" fmla="*/ 161950 w 484417"/>
                <a:gd name="csY433" fmla="*/ 326767 h 352086"/>
                <a:gd name="csX434" fmla="*/ 161473 w 484417"/>
                <a:gd name="csY434" fmla="*/ 322945 h 352086"/>
                <a:gd name="csX435" fmla="*/ 160517 w 484417"/>
                <a:gd name="csY435" fmla="*/ 318168 h 352086"/>
                <a:gd name="csX436" fmla="*/ 160995 w 484417"/>
                <a:gd name="csY436" fmla="*/ 318646 h 352086"/>
                <a:gd name="csX437" fmla="*/ 162428 w 484417"/>
                <a:gd name="csY437" fmla="*/ 320079 h 352086"/>
                <a:gd name="csX438" fmla="*/ 162906 w 484417"/>
                <a:gd name="csY438" fmla="*/ 321990 h 352086"/>
                <a:gd name="csX439" fmla="*/ 162906 w 484417"/>
                <a:gd name="csY439" fmla="*/ 325334 h 352086"/>
                <a:gd name="csX440" fmla="*/ 163861 w 484417"/>
                <a:gd name="csY440" fmla="*/ 325812 h 352086"/>
                <a:gd name="csX441" fmla="*/ 164817 w 484417"/>
                <a:gd name="csY441" fmla="*/ 325334 h 352086"/>
                <a:gd name="csX442" fmla="*/ 162428 w 484417"/>
                <a:gd name="csY442" fmla="*/ 318168 h 352086"/>
                <a:gd name="csX443" fmla="*/ 160517 w 484417"/>
                <a:gd name="csY443" fmla="*/ 316257 h 352086"/>
                <a:gd name="csX444" fmla="*/ 160039 w 484417"/>
                <a:gd name="csY444" fmla="*/ 316257 h 352086"/>
                <a:gd name="csX445" fmla="*/ 159562 w 484417"/>
                <a:gd name="csY445" fmla="*/ 315301 h 352086"/>
                <a:gd name="csX446" fmla="*/ 159562 w 484417"/>
                <a:gd name="csY446" fmla="*/ 313868 h 352086"/>
                <a:gd name="csX447" fmla="*/ 159562 w 484417"/>
                <a:gd name="csY447" fmla="*/ 312913 h 352086"/>
                <a:gd name="csX448" fmla="*/ 158128 w 484417"/>
                <a:gd name="csY448" fmla="*/ 310524 h 352086"/>
                <a:gd name="csX449" fmla="*/ 157651 w 484417"/>
                <a:gd name="csY449" fmla="*/ 309569 h 352086"/>
                <a:gd name="csX450" fmla="*/ 153829 w 484417"/>
                <a:gd name="csY450" fmla="*/ 302403 h 352086"/>
                <a:gd name="csX451" fmla="*/ 152396 w 484417"/>
                <a:gd name="csY451" fmla="*/ 297148 h 352086"/>
                <a:gd name="csX452" fmla="*/ 150007 w 484417"/>
                <a:gd name="csY452" fmla="*/ 291893 h 352086"/>
                <a:gd name="csX453" fmla="*/ 148574 w 484417"/>
                <a:gd name="csY453" fmla="*/ 289982 h 352086"/>
                <a:gd name="csX454" fmla="*/ 146185 w 484417"/>
                <a:gd name="csY454" fmla="*/ 285682 h 352086"/>
                <a:gd name="csX455" fmla="*/ 144274 w 484417"/>
                <a:gd name="csY455" fmla="*/ 283294 h 352086"/>
                <a:gd name="csX456" fmla="*/ 141885 w 484417"/>
                <a:gd name="csY456" fmla="*/ 280905 h 352086"/>
                <a:gd name="csX457" fmla="*/ 140453 w 484417"/>
                <a:gd name="csY457" fmla="*/ 279472 h 352086"/>
                <a:gd name="csX458" fmla="*/ 139497 w 484417"/>
                <a:gd name="csY458" fmla="*/ 278994 h 352086"/>
                <a:gd name="csX459" fmla="*/ 134719 w 484417"/>
                <a:gd name="csY459" fmla="*/ 269440 h 352086"/>
                <a:gd name="csX460" fmla="*/ 133287 w 484417"/>
                <a:gd name="csY460" fmla="*/ 264185 h 352086"/>
                <a:gd name="csX461" fmla="*/ 131853 w 484417"/>
                <a:gd name="csY461" fmla="*/ 261796 h 352086"/>
                <a:gd name="csX462" fmla="*/ 131376 w 484417"/>
                <a:gd name="csY462" fmla="*/ 259885 h 352086"/>
                <a:gd name="csX463" fmla="*/ 129465 w 484417"/>
                <a:gd name="csY463" fmla="*/ 252241 h 352086"/>
                <a:gd name="csX464" fmla="*/ 129465 w 484417"/>
                <a:gd name="csY464" fmla="*/ 250808 h 352086"/>
                <a:gd name="csX465" fmla="*/ 128987 w 484417"/>
                <a:gd name="csY465" fmla="*/ 248897 h 352086"/>
                <a:gd name="csX466" fmla="*/ 128032 w 484417"/>
                <a:gd name="csY466" fmla="*/ 245553 h 352086"/>
                <a:gd name="csX467" fmla="*/ 125643 w 484417"/>
                <a:gd name="csY467" fmla="*/ 242209 h 352086"/>
                <a:gd name="csX468" fmla="*/ 125165 w 484417"/>
                <a:gd name="csY468" fmla="*/ 239820 h 352086"/>
                <a:gd name="csX469" fmla="*/ 125165 w 484417"/>
                <a:gd name="csY469" fmla="*/ 238865 h 352086"/>
                <a:gd name="csX470" fmla="*/ 123732 w 484417"/>
                <a:gd name="csY470" fmla="*/ 235521 h 352086"/>
                <a:gd name="csX471" fmla="*/ 123254 w 484417"/>
                <a:gd name="csY471" fmla="*/ 233610 h 352086"/>
                <a:gd name="csX472" fmla="*/ 122299 w 484417"/>
                <a:gd name="csY472" fmla="*/ 232177 h 352086"/>
                <a:gd name="csX473" fmla="*/ 121343 w 484417"/>
                <a:gd name="csY473" fmla="*/ 230744 h 352086"/>
                <a:gd name="csX474" fmla="*/ 120388 w 484417"/>
                <a:gd name="csY474" fmla="*/ 229788 h 352086"/>
                <a:gd name="csX475" fmla="*/ 117521 w 484417"/>
                <a:gd name="csY475" fmla="*/ 225966 h 352086"/>
                <a:gd name="csX476" fmla="*/ 116566 w 484417"/>
                <a:gd name="csY476" fmla="*/ 225011 h 352086"/>
                <a:gd name="csX477" fmla="*/ 114655 w 484417"/>
                <a:gd name="csY477" fmla="*/ 222622 h 352086"/>
                <a:gd name="csX478" fmla="*/ 113700 w 484417"/>
                <a:gd name="csY478" fmla="*/ 218322 h 352086"/>
                <a:gd name="csX479" fmla="*/ 111789 w 484417"/>
                <a:gd name="csY479" fmla="*/ 216889 h 352086"/>
                <a:gd name="csX480" fmla="*/ 114655 w 484417"/>
                <a:gd name="csY480" fmla="*/ 216889 h 352086"/>
                <a:gd name="csX481" fmla="*/ 112744 w 484417"/>
                <a:gd name="csY481" fmla="*/ 214978 h 352086"/>
                <a:gd name="csX482" fmla="*/ 112266 w 484417"/>
                <a:gd name="csY482" fmla="*/ 214023 h 352086"/>
                <a:gd name="csX483" fmla="*/ 111311 w 484417"/>
                <a:gd name="csY483" fmla="*/ 213545 h 352086"/>
                <a:gd name="csX484" fmla="*/ 112744 w 484417"/>
                <a:gd name="csY484" fmla="*/ 211634 h 352086"/>
                <a:gd name="csX485" fmla="*/ 110355 w 484417"/>
                <a:gd name="csY485" fmla="*/ 212112 h 352086"/>
                <a:gd name="csX486" fmla="*/ 109400 w 484417"/>
                <a:gd name="csY486" fmla="*/ 210679 h 352086"/>
                <a:gd name="csX487" fmla="*/ 107967 w 484417"/>
                <a:gd name="csY487" fmla="*/ 207812 h 352086"/>
                <a:gd name="csX488" fmla="*/ 105578 w 484417"/>
                <a:gd name="csY488" fmla="*/ 204468 h 352086"/>
                <a:gd name="csX489" fmla="*/ 105100 w 484417"/>
                <a:gd name="csY489" fmla="*/ 202557 h 352086"/>
                <a:gd name="csX490" fmla="*/ 102712 w 484417"/>
                <a:gd name="csY490" fmla="*/ 196825 h 352086"/>
                <a:gd name="csX491" fmla="*/ 100801 w 484417"/>
                <a:gd name="csY491" fmla="*/ 182971 h 352086"/>
                <a:gd name="csX492" fmla="*/ 98890 w 484417"/>
                <a:gd name="csY492" fmla="*/ 176760 h 352086"/>
                <a:gd name="csX493" fmla="*/ 98890 w 484417"/>
                <a:gd name="csY493" fmla="*/ 174849 h 352086"/>
                <a:gd name="csX494" fmla="*/ 96979 w 484417"/>
                <a:gd name="csY494" fmla="*/ 169594 h 352086"/>
                <a:gd name="csX495" fmla="*/ 96024 w 484417"/>
                <a:gd name="csY495" fmla="*/ 165772 h 352086"/>
                <a:gd name="csX496" fmla="*/ 95546 w 484417"/>
                <a:gd name="csY496" fmla="*/ 162906 h 352086"/>
                <a:gd name="csX497" fmla="*/ 95068 w 484417"/>
                <a:gd name="csY497" fmla="*/ 160517 h 352086"/>
                <a:gd name="csX498" fmla="*/ 94591 w 484417"/>
                <a:gd name="csY498" fmla="*/ 156695 h 352086"/>
                <a:gd name="csX499" fmla="*/ 93635 w 484417"/>
                <a:gd name="csY499" fmla="*/ 155262 h 352086"/>
                <a:gd name="csX500" fmla="*/ 93635 w 484417"/>
                <a:gd name="csY500" fmla="*/ 154784 h 352086"/>
                <a:gd name="csX501" fmla="*/ 94112 w 484417"/>
                <a:gd name="csY501" fmla="*/ 152873 h 352086"/>
                <a:gd name="csX502" fmla="*/ 95546 w 484417"/>
                <a:gd name="csY502" fmla="*/ 150007 h 352086"/>
                <a:gd name="csX503" fmla="*/ 96024 w 484417"/>
                <a:gd name="csY503" fmla="*/ 148096 h 352086"/>
                <a:gd name="csX504" fmla="*/ 95546 w 484417"/>
                <a:gd name="csY504" fmla="*/ 145707 h 352086"/>
                <a:gd name="csX505" fmla="*/ 94112 w 484417"/>
                <a:gd name="csY505" fmla="*/ 148096 h 352086"/>
                <a:gd name="csX506" fmla="*/ 92680 w 484417"/>
                <a:gd name="csY506" fmla="*/ 149052 h 352086"/>
                <a:gd name="csX507" fmla="*/ 92202 w 484417"/>
                <a:gd name="csY507" fmla="*/ 147141 h 352086"/>
                <a:gd name="csX508" fmla="*/ 92202 w 484417"/>
                <a:gd name="csY508" fmla="*/ 144274 h 352086"/>
                <a:gd name="csX509" fmla="*/ 92202 w 484417"/>
                <a:gd name="csY509" fmla="*/ 143797 h 352086"/>
                <a:gd name="csX510" fmla="*/ 92202 w 484417"/>
                <a:gd name="csY510" fmla="*/ 142841 h 352086"/>
                <a:gd name="csX511" fmla="*/ 96024 w 484417"/>
                <a:gd name="csY511" fmla="*/ 143319 h 352086"/>
                <a:gd name="csX512" fmla="*/ 91724 w 484417"/>
                <a:gd name="csY512" fmla="*/ 141408 h 352086"/>
                <a:gd name="csX513" fmla="*/ 91246 w 484417"/>
                <a:gd name="csY513" fmla="*/ 140453 h 352086"/>
                <a:gd name="csX514" fmla="*/ 91246 w 484417"/>
                <a:gd name="csY514" fmla="*/ 139975 h 352086"/>
                <a:gd name="csX515" fmla="*/ 92202 w 484417"/>
                <a:gd name="csY515" fmla="*/ 138542 h 352086"/>
                <a:gd name="csX516" fmla="*/ 90769 w 484417"/>
                <a:gd name="csY516" fmla="*/ 137586 h 352086"/>
                <a:gd name="csX517" fmla="*/ 90291 w 484417"/>
                <a:gd name="csY517" fmla="*/ 134242 h 352086"/>
                <a:gd name="csX518" fmla="*/ 89813 w 484417"/>
                <a:gd name="csY518" fmla="*/ 133287 h 352086"/>
                <a:gd name="csX519" fmla="*/ 89335 w 484417"/>
                <a:gd name="csY519" fmla="*/ 132809 h 352086"/>
                <a:gd name="csX520" fmla="*/ 90291 w 484417"/>
                <a:gd name="csY520" fmla="*/ 128032 h 352086"/>
                <a:gd name="csX521" fmla="*/ 93635 w 484417"/>
                <a:gd name="csY521" fmla="*/ 118477 h 352086"/>
                <a:gd name="csX522" fmla="*/ 94112 w 484417"/>
                <a:gd name="csY522" fmla="*/ 116566 h 352086"/>
                <a:gd name="csX523" fmla="*/ 93635 w 484417"/>
                <a:gd name="csY523" fmla="*/ 113222 h 352086"/>
                <a:gd name="csX524" fmla="*/ 92680 w 484417"/>
                <a:gd name="csY524" fmla="*/ 110833 h 352086"/>
                <a:gd name="csX525" fmla="*/ 92680 w 484417"/>
                <a:gd name="csY525" fmla="*/ 108445 h 352086"/>
                <a:gd name="csX526" fmla="*/ 92202 w 484417"/>
                <a:gd name="csY526" fmla="*/ 107967 h 352086"/>
                <a:gd name="csX527" fmla="*/ 91246 w 484417"/>
                <a:gd name="csY527" fmla="*/ 107489 h 352086"/>
                <a:gd name="csX528" fmla="*/ 89813 w 484417"/>
                <a:gd name="csY528" fmla="*/ 106534 h 352086"/>
                <a:gd name="csX529" fmla="*/ 88380 w 484417"/>
                <a:gd name="csY529" fmla="*/ 102712 h 352086"/>
                <a:gd name="csX530" fmla="*/ 89813 w 484417"/>
                <a:gd name="csY530" fmla="*/ 101757 h 352086"/>
                <a:gd name="csX531" fmla="*/ 90769 w 484417"/>
                <a:gd name="csY531" fmla="*/ 100801 h 352086"/>
                <a:gd name="csX532" fmla="*/ 89335 w 484417"/>
                <a:gd name="csY532" fmla="*/ 101279 h 352086"/>
                <a:gd name="csX533" fmla="*/ 88380 w 484417"/>
                <a:gd name="csY533" fmla="*/ 101279 h 352086"/>
                <a:gd name="csX534" fmla="*/ 90291 w 484417"/>
                <a:gd name="csY534" fmla="*/ 99368 h 352086"/>
                <a:gd name="csX535" fmla="*/ 92202 w 484417"/>
                <a:gd name="csY535" fmla="*/ 97935 h 352086"/>
                <a:gd name="csX536" fmla="*/ 96501 w 484417"/>
                <a:gd name="csY536" fmla="*/ 96501 h 352086"/>
                <a:gd name="csX537" fmla="*/ 98412 w 484417"/>
                <a:gd name="csY537" fmla="*/ 95546 h 352086"/>
                <a:gd name="csX538" fmla="*/ 95546 w 484417"/>
                <a:gd name="csY538" fmla="*/ 96501 h 352086"/>
                <a:gd name="csX539" fmla="*/ 92680 w 484417"/>
                <a:gd name="csY539" fmla="*/ 96501 h 352086"/>
                <a:gd name="csX540" fmla="*/ 86947 w 484417"/>
                <a:gd name="csY540" fmla="*/ 96501 h 352086"/>
                <a:gd name="csX541" fmla="*/ 87902 w 484417"/>
                <a:gd name="csY541" fmla="*/ 93157 h 352086"/>
                <a:gd name="csX542" fmla="*/ 88858 w 484417"/>
                <a:gd name="csY542" fmla="*/ 91724 h 352086"/>
                <a:gd name="csX543" fmla="*/ 90291 w 484417"/>
                <a:gd name="csY543" fmla="*/ 91247 h 352086"/>
                <a:gd name="csX544" fmla="*/ 88380 w 484417"/>
                <a:gd name="csY544" fmla="*/ 91247 h 352086"/>
                <a:gd name="csX545" fmla="*/ 86469 w 484417"/>
                <a:gd name="csY545" fmla="*/ 91247 h 352086"/>
                <a:gd name="csX546" fmla="*/ 87425 w 484417"/>
                <a:gd name="csY546" fmla="*/ 87425 h 352086"/>
                <a:gd name="csX547" fmla="*/ 88858 w 484417"/>
                <a:gd name="csY547" fmla="*/ 86469 h 352086"/>
                <a:gd name="csX548" fmla="*/ 90291 w 484417"/>
                <a:gd name="csY548" fmla="*/ 86469 h 352086"/>
                <a:gd name="csX549" fmla="*/ 92202 w 484417"/>
                <a:gd name="csY549" fmla="*/ 85991 h 352086"/>
                <a:gd name="csX550" fmla="*/ 90291 w 484417"/>
                <a:gd name="csY550" fmla="*/ 85514 h 352086"/>
                <a:gd name="csX551" fmla="*/ 87902 w 484417"/>
                <a:gd name="csY551" fmla="*/ 85036 h 352086"/>
                <a:gd name="csX552" fmla="*/ 85514 w 484417"/>
                <a:gd name="csY552" fmla="*/ 85514 h 352086"/>
                <a:gd name="csX553" fmla="*/ 82647 w 484417"/>
                <a:gd name="csY553" fmla="*/ 85514 h 352086"/>
                <a:gd name="csX554" fmla="*/ 79781 w 484417"/>
                <a:gd name="csY554" fmla="*/ 85514 h 352086"/>
                <a:gd name="csX555" fmla="*/ 81214 w 484417"/>
                <a:gd name="csY555" fmla="*/ 85991 h 352086"/>
                <a:gd name="csX556" fmla="*/ 82169 w 484417"/>
                <a:gd name="csY556" fmla="*/ 86947 h 352086"/>
                <a:gd name="csX557" fmla="*/ 81692 w 484417"/>
                <a:gd name="csY557" fmla="*/ 88858 h 352086"/>
                <a:gd name="csX558" fmla="*/ 81214 w 484417"/>
                <a:gd name="csY558" fmla="*/ 90291 h 352086"/>
                <a:gd name="csX559" fmla="*/ 79303 w 484417"/>
                <a:gd name="csY559" fmla="*/ 90769 h 352086"/>
                <a:gd name="csX560" fmla="*/ 77870 w 484417"/>
                <a:gd name="csY560" fmla="*/ 92202 h 352086"/>
                <a:gd name="csX561" fmla="*/ 77870 w 484417"/>
                <a:gd name="csY561" fmla="*/ 93157 h 352086"/>
                <a:gd name="csX562" fmla="*/ 76914 w 484417"/>
                <a:gd name="csY562" fmla="*/ 94113 h 352086"/>
                <a:gd name="csX563" fmla="*/ 78348 w 484417"/>
                <a:gd name="csY563" fmla="*/ 94591 h 352086"/>
                <a:gd name="csX564" fmla="*/ 79781 w 484417"/>
                <a:gd name="csY564" fmla="*/ 95068 h 352086"/>
                <a:gd name="csX565" fmla="*/ 80259 w 484417"/>
                <a:gd name="csY565" fmla="*/ 96024 h 352086"/>
                <a:gd name="csX566" fmla="*/ 81214 w 484417"/>
                <a:gd name="csY566" fmla="*/ 96979 h 352086"/>
                <a:gd name="csX567" fmla="*/ 81214 w 484417"/>
                <a:gd name="csY567" fmla="*/ 99846 h 352086"/>
                <a:gd name="csX568" fmla="*/ 77870 w 484417"/>
                <a:gd name="csY568" fmla="*/ 105578 h 352086"/>
                <a:gd name="csX569" fmla="*/ 76437 w 484417"/>
                <a:gd name="csY569" fmla="*/ 107012 h 352086"/>
                <a:gd name="csX570" fmla="*/ 67837 w 484417"/>
                <a:gd name="csY570" fmla="*/ 110833 h 352086"/>
                <a:gd name="csX571" fmla="*/ 64016 w 484417"/>
                <a:gd name="csY571" fmla="*/ 112744 h 352086"/>
                <a:gd name="csX572" fmla="*/ 56850 w 484417"/>
                <a:gd name="csY572" fmla="*/ 115133 h 352086"/>
                <a:gd name="csX573" fmla="*/ 53984 w 484417"/>
                <a:gd name="csY573" fmla="*/ 115611 h 352086"/>
                <a:gd name="csX574" fmla="*/ 50639 w 484417"/>
                <a:gd name="csY574" fmla="*/ 115133 h 352086"/>
                <a:gd name="csX575" fmla="*/ 46340 w 484417"/>
                <a:gd name="csY575" fmla="*/ 113222 h 352086"/>
                <a:gd name="csX576" fmla="*/ 39174 w 484417"/>
                <a:gd name="csY576" fmla="*/ 107967 h 352086"/>
                <a:gd name="csX577" fmla="*/ 37263 w 484417"/>
                <a:gd name="csY577" fmla="*/ 106534 h 352086"/>
                <a:gd name="csX578" fmla="*/ 31530 w 484417"/>
                <a:gd name="csY578" fmla="*/ 100323 h 352086"/>
                <a:gd name="csX579" fmla="*/ 27230 w 484417"/>
                <a:gd name="csY579" fmla="*/ 96979 h 352086"/>
                <a:gd name="csX580" fmla="*/ 24364 w 484417"/>
                <a:gd name="csY580" fmla="*/ 93635 h 352086"/>
                <a:gd name="csX581" fmla="*/ 20543 w 484417"/>
                <a:gd name="csY581" fmla="*/ 90769 h 352086"/>
                <a:gd name="csX582" fmla="*/ 16721 w 484417"/>
                <a:gd name="csY582" fmla="*/ 86947 h 352086"/>
                <a:gd name="csX583" fmla="*/ 16243 w 484417"/>
                <a:gd name="csY583" fmla="*/ 85036 h 352086"/>
                <a:gd name="csX584" fmla="*/ 16243 w 484417"/>
                <a:gd name="csY584" fmla="*/ 83125 h 352086"/>
                <a:gd name="csX585" fmla="*/ 17676 w 484417"/>
                <a:gd name="csY585" fmla="*/ 82170 h 352086"/>
                <a:gd name="csX586" fmla="*/ 19587 w 484417"/>
                <a:gd name="csY586" fmla="*/ 82647 h 352086"/>
                <a:gd name="csX587" fmla="*/ 20543 w 484417"/>
                <a:gd name="csY587" fmla="*/ 84081 h 352086"/>
                <a:gd name="csX588" fmla="*/ 21498 w 484417"/>
                <a:gd name="csY588" fmla="*/ 84558 h 352086"/>
                <a:gd name="csX589" fmla="*/ 22453 w 484417"/>
                <a:gd name="csY589" fmla="*/ 85036 h 352086"/>
                <a:gd name="csX590" fmla="*/ 27709 w 484417"/>
                <a:gd name="csY590" fmla="*/ 82647 h 352086"/>
                <a:gd name="csX591" fmla="*/ 29619 w 484417"/>
                <a:gd name="csY591" fmla="*/ 82647 h 352086"/>
                <a:gd name="csX592" fmla="*/ 31052 w 484417"/>
                <a:gd name="csY592" fmla="*/ 81692 h 352086"/>
                <a:gd name="csX593" fmla="*/ 32963 w 484417"/>
                <a:gd name="csY593" fmla="*/ 81692 h 352086"/>
                <a:gd name="csX594" fmla="*/ 36785 w 484417"/>
                <a:gd name="csY594" fmla="*/ 79781 h 352086"/>
                <a:gd name="csX595" fmla="*/ 38218 w 484417"/>
                <a:gd name="csY595" fmla="*/ 79781 h 352086"/>
                <a:gd name="csX596" fmla="*/ 40129 w 484417"/>
                <a:gd name="csY596" fmla="*/ 79303 h 352086"/>
                <a:gd name="csX597" fmla="*/ 42996 w 484417"/>
                <a:gd name="csY597" fmla="*/ 74526 h 352086"/>
                <a:gd name="csX598" fmla="*/ 45384 w 484417"/>
                <a:gd name="csY598" fmla="*/ 71659 h 352086"/>
                <a:gd name="csX599" fmla="*/ 46818 w 484417"/>
                <a:gd name="csY599" fmla="*/ 71182 h 352086"/>
                <a:gd name="csX600" fmla="*/ 46818 w 484417"/>
                <a:gd name="csY600" fmla="*/ 70226 h 352086"/>
                <a:gd name="csX601" fmla="*/ 46340 w 484417"/>
                <a:gd name="csY601" fmla="*/ 69271 h 352086"/>
                <a:gd name="csX602" fmla="*/ 45384 w 484417"/>
                <a:gd name="csY602" fmla="*/ 69271 h 352086"/>
                <a:gd name="csX603" fmla="*/ 44429 w 484417"/>
                <a:gd name="csY603" fmla="*/ 70226 h 352086"/>
                <a:gd name="csX604" fmla="*/ 43951 w 484417"/>
                <a:gd name="csY604" fmla="*/ 71659 h 352086"/>
                <a:gd name="csX605" fmla="*/ 43473 w 484417"/>
                <a:gd name="csY605" fmla="*/ 72137 h 352086"/>
                <a:gd name="csX606" fmla="*/ 41562 w 484417"/>
                <a:gd name="csY606" fmla="*/ 71659 h 352086"/>
                <a:gd name="csX607" fmla="*/ 40129 w 484417"/>
                <a:gd name="csY607" fmla="*/ 71659 h 352086"/>
                <a:gd name="csX608" fmla="*/ 39174 w 484417"/>
                <a:gd name="csY608" fmla="*/ 72137 h 352086"/>
                <a:gd name="csX609" fmla="*/ 33441 w 484417"/>
                <a:gd name="csY609" fmla="*/ 74048 h 352086"/>
                <a:gd name="csX610" fmla="*/ 31530 w 484417"/>
                <a:gd name="csY610" fmla="*/ 75481 h 352086"/>
                <a:gd name="csX611" fmla="*/ 30097 w 484417"/>
                <a:gd name="csY611" fmla="*/ 75959 h 352086"/>
                <a:gd name="csX612" fmla="*/ 21498 w 484417"/>
                <a:gd name="csY612" fmla="*/ 74048 h 352086"/>
                <a:gd name="csX613" fmla="*/ 12898 w 484417"/>
                <a:gd name="csY613" fmla="*/ 69749 h 352086"/>
                <a:gd name="csX614" fmla="*/ 9555 w 484417"/>
                <a:gd name="csY614" fmla="*/ 67360 h 352086"/>
                <a:gd name="csX615" fmla="*/ 7166 w 484417"/>
                <a:gd name="csY615" fmla="*/ 64016 h 352086"/>
                <a:gd name="csX616" fmla="*/ 5255 w 484417"/>
                <a:gd name="csY616" fmla="*/ 59716 h 352086"/>
                <a:gd name="csX617" fmla="*/ 5733 w 484417"/>
                <a:gd name="csY617" fmla="*/ 58761 h 352086"/>
                <a:gd name="csX618" fmla="*/ 9555 w 484417"/>
                <a:gd name="csY618" fmla="*/ 56372 h 352086"/>
                <a:gd name="csX619" fmla="*/ 12421 w 484417"/>
                <a:gd name="csY619" fmla="*/ 53984 h 352086"/>
                <a:gd name="csX620" fmla="*/ 9555 w 484417"/>
                <a:gd name="csY620" fmla="*/ 54939 h 352086"/>
                <a:gd name="csX621" fmla="*/ 6688 w 484417"/>
                <a:gd name="csY621" fmla="*/ 56372 h 352086"/>
                <a:gd name="csX622" fmla="*/ 5255 w 484417"/>
                <a:gd name="csY622" fmla="*/ 57328 h 352086"/>
                <a:gd name="csX623" fmla="*/ 3822 w 484417"/>
                <a:gd name="csY623" fmla="*/ 58761 h 352086"/>
                <a:gd name="csX624" fmla="*/ 1433 w 484417"/>
                <a:gd name="csY624" fmla="*/ 59239 h 352086"/>
                <a:gd name="csX625" fmla="*/ 955 w 484417"/>
                <a:gd name="csY625" fmla="*/ 56850 h 352086"/>
                <a:gd name="csX626" fmla="*/ 0 w 484417"/>
                <a:gd name="csY626" fmla="*/ 53984 h 352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</a:cxnLst>
              <a:rect l="l" t="t" r="r" b="b"/>
              <a:pathLst>
                <a:path w="484417" h="352086">
                  <a:moveTo>
                    <a:pt x="484418" y="91247"/>
                  </a:moveTo>
                  <a:lnTo>
                    <a:pt x="483940" y="89813"/>
                  </a:lnTo>
                  <a:lnTo>
                    <a:pt x="483462" y="82647"/>
                  </a:lnTo>
                  <a:lnTo>
                    <a:pt x="482984" y="80259"/>
                  </a:lnTo>
                  <a:lnTo>
                    <a:pt x="482507" y="77392"/>
                  </a:lnTo>
                  <a:lnTo>
                    <a:pt x="482029" y="76437"/>
                  </a:lnTo>
                  <a:lnTo>
                    <a:pt x="481552" y="74526"/>
                  </a:lnTo>
                  <a:lnTo>
                    <a:pt x="480596" y="73093"/>
                  </a:lnTo>
                  <a:lnTo>
                    <a:pt x="480118" y="72615"/>
                  </a:lnTo>
                  <a:lnTo>
                    <a:pt x="479640" y="69749"/>
                  </a:lnTo>
                  <a:lnTo>
                    <a:pt x="479640" y="66405"/>
                  </a:lnTo>
                  <a:lnTo>
                    <a:pt x="479640" y="64493"/>
                  </a:lnTo>
                  <a:lnTo>
                    <a:pt x="478685" y="61627"/>
                  </a:lnTo>
                  <a:lnTo>
                    <a:pt x="478685" y="61150"/>
                  </a:lnTo>
                  <a:lnTo>
                    <a:pt x="477729" y="57805"/>
                  </a:lnTo>
                  <a:lnTo>
                    <a:pt x="476774" y="57805"/>
                  </a:lnTo>
                  <a:lnTo>
                    <a:pt x="475818" y="56850"/>
                  </a:lnTo>
                  <a:lnTo>
                    <a:pt x="475341" y="56850"/>
                  </a:lnTo>
                  <a:lnTo>
                    <a:pt x="473907" y="57805"/>
                  </a:lnTo>
                  <a:lnTo>
                    <a:pt x="472475" y="57328"/>
                  </a:lnTo>
                  <a:lnTo>
                    <a:pt x="471519" y="57328"/>
                  </a:lnTo>
                  <a:lnTo>
                    <a:pt x="471519" y="57805"/>
                  </a:lnTo>
                  <a:lnTo>
                    <a:pt x="471519" y="59239"/>
                  </a:lnTo>
                  <a:lnTo>
                    <a:pt x="471519" y="61150"/>
                  </a:lnTo>
                  <a:lnTo>
                    <a:pt x="471041" y="61627"/>
                  </a:lnTo>
                  <a:lnTo>
                    <a:pt x="468652" y="64016"/>
                  </a:lnTo>
                  <a:lnTo>
                    <a:pt x="468652" y="64016"/>
                  </a:lnTo>
                  <a:lnTo>
                    <a:pt x="468175" y="65449"/>
                  </a:lnTo>
                  <a:lnTo>
                    <a:pt x="468175" y="66882"/>
                  </a:lnTo>
                  <a:lnTo>
                    <a:pt x="468175" y="68793"/>
                  </a:lnTo>
                  <a:lnTo>
                    <a:pt x="467697" y="69749"/>
                  </a:lnTo>
                  <a:lnTo>
                    <a:pt x="466741" y="70704"/>
                  </a:lnTo>
                  <a:lnTo>
                    <a:pt x="465309" y="71182"/>
                  </a:lnTo>
                  <a:lnTo>
                    <a:pt x="463875" y="71182"/>
                  </a:lnTo>
                  <a:lnTo>
                    <a:pt x="462920" y="70226"/>
                  </a:lnTo>
                  <a:lnTo>
                    <a:pt x="462920" y="70226"/>
                  </a:lnTo>
                  <a:lnTo>
                    <a:pt x="462442" y="68316"/>
                  </a:lnTo>
                  <a:lnTo>
                    <a:pt x="461487" y="67360"/>
                  </a:lnTo>
                  <a:lnTo>
                    <a:pt x="461487" y="66882"/>
                  </a:lnTo>
                  <a:lnTo>
                    <a:pt x="461009" y="66882"/>
                  </a:lnTo>
                  <a:lnTo>
                    <a:pt x="460531" y="67360"/>
                  </a:lnTo>
                  <a:lnTo>
                    <a:pt x="460531" y="67360"/>
                  </a:lnTo>
                  <a:lnTo>
                    <a:pt x="460054" y="68316"/>
                  </a:lnTo>
                  <a:lnTo>
                    <a:pt x="460054" y="69749"/>
                  </a:lnTo>
                  <a:lnTo>
                    <a:pt x="460054" y="69749"/>
                  </a:lnTo>
                  <a:lnTo>
                    <a:pt x="459575" y="69271"/>
                  </a:lnTo>
                  <a:lnTo>
                    <a:pt x="459098" y="69271"/>
                  </a:lnTo>
                  <a:lnTo>
                    <a:pt x="459098" y="68793"/>
                  </a:lnTo>
                  <a:lnTo>
                    <a:pt x="459098" y="68793"/>
                  </a:lnTo>
                  <a:lnTo>
                    <a:pt x="458143" y="63538"/>
                  </a:lnTo>
                  <a:lnTo>
                    <a:pt x="456232" y="59716"/>
                  </a:lnTo>
                  <a:lnTo>
                    <a:pt x="456232" y="57805"/>
                  </a:lnTo>
                  <a:lnTo>
                    <a:pt x="456709" y="55894"/>
                  </a:lnTo>
                  <a:lnTo>
                    <a:pt x="457665" y="53028"/>
                  </a:lnTo>
                  <a:lnTo>
                    <a:pt x="457665" y="53028"/>
                  </a:lnTo>
                  <a:lnTo>
                    <a:pt x="459575" y="51117"/>
                  </a:lnTo>
                  <a:lnTo>
                    <a:pt x="460054" y="50162"/>
                  </a:lnTo>
                  <a:lnTo>
                    <a:pt x="460054" y="49684"/>
                  </a:lnTo>
                  <a:lnTo>
                    <a:pt x="460054" y="49206"/>
                  </a:lnTo>
                  <a:lnTo>
                    <a:pt x="460531" y="49206"/>
                  </a:lnTo>
                  <a:lnTo>
                    <a:pt x="463398" y="49684"/>
                  </a:lnTo>
                  <a:lnTo>
                    <a:pt x="464353" y="49206"/>
                  </a:lnTo>
                  <a:lnTo>
                    <a:pt x="464831" y="48251"/>
                  </a:lnTo>
                  <a:lnTo>
                    <a:pt x="464831" y="48251"/>
                  </a:lnTo>
                  <a:lnTo>
                    <a:pt x="466264" y="47295"/>
                  </a:lnTo>
                  <a:lnTo>
                    <a:pt x="467220" y="47295"/>
                  </a:lnTo>
                  <a:lnTo>
                    <a:pt x="468175" y="47295"/>
                  </a:lnTo>
                  <a:lnTo>
                    <a:pt x="469608" y="47773"/>
                  </a:lnTo>
                  <a:lnTo>
                    <a:pt x="470564" y="47295"/>
                  </a:lnTo>
                  <a:lnTo>
                    <a:pt x="471041" y="45862"/>
                  </a:lnTo>
                  <a:lnTo>
                    <a:pt x="471519" y="44907"/>
                  </a:lnTo>
                  <a:lnTo>
                    <a:pt x="471997" y="44429"/>
                  </a:lnTo>
                  <a:lnTo>
                    <a:pt x="471997" y="43951"/>
                  </a:lnTo>
                  <a:lnTo>
                    <a:pt x="472952" y="43951"/>
                  </a:lnTo>
                  <a:lnTo>
                    <a:pt x="473907" y="43951"/>
                  </a:lnTo>
                  <a:lnTo>
                    <a:pt x="474386" y="43474"/>
                  </a:lnTo>
                  <a:lnTo>
                    <a:pt x="474863" y="42996"/>
                  </a:lnTo>
                  <a:lnTo>
                    <a:pt x="475341" y="41563"/>
                  </a:lnTo>
                  <a:lnTo>
                    <a:pt x="476774" y="37741"/>
                  </a:lnTo>
                  <a:lnTo>
                    <a:pt x="477252" y="35830"/>
                  </a:lnTo>
                  <a:lnTo>
                    <a:pt x="477252" y="35830"/>
                  </a:lnTo>
                  <a:lnTo>
                    <a:pt x="477252" y="33919"/>
                  </a:lnTo>
                  <a:lnTo>
                    <a:pt x="477252" y="33919"/>
                  </a:lnTo>
                  <a:lnTo>
                    <a:pt x="477729" y="33441"/>
                  </a:lnTo>
                  <a:lnTo>
                    <a:pt x="480596" y="34397"/>
                  </a:lnTo>
                  <a:lnTo>
                    <a:pt x="481552" y="34397"/>
                  </a:lnTo>
                  <a:lnTo>
                    <a:pt x="482029" y="33919"/>
                  </a:lnTo>
                  <a:lnTo>
                    <a:pt x="482507" y="33441"/>
                  </a:lnTo>
                  <a:lnTo>
                    <a:pt x="482029" y="32486"/>
                  </a:lnTo>
                  <a:lnTo>
                    <a:pt x="482029" y="32486"/>
                  </a:lnTo>
                  <a:lnTo>
                    <a:pt x="480118" y="31052"/>
                  </a:lnTo>
                  <a:lnTo>
                    <a:pt x="476774" y="29142"/>
                  </a:lnTo>
                  <a:lnTo>
                    <a:pt x="473907" y="28186"/>
                  </a:lnTo>
                  <a:lnTo>
                    <a:pt x="468175" y="28186"/>
                  </a:lnTo>
                  <a:lnTo>
                    <a:pt x="462442" y="28664"/>
                  </a:lnTo>
                  <a:lnTo>
                    <a:pt x="461009" y="28186"/>
                  </a:lnTo>
                  <a:lnTo>
                    <a:pt x="458620" y="27709"/>
                  </a:lnTo>
                  <a:lnTo>
                    <a:pt x="453843" y="27709"/>
                  </a:lnTo>
                  <a:lnTo>
                    <a:pt x="447632" y="28186"/>
                  </a:lnTo>
                  <a:lnTo>
                    <a:pt x="445244" y="28186"/>
                  </a:lnTo>
                  <a:lnTo>
                    <a:pt x="444288" y="28186"/>
                  </a:lnTo>
                  <a:lnTo>
                    <a:pt x="441900" y="28186"/>
                  </a:lnTo>
                  <a:lnTo>
                    <a:pt x="438078" y="27709"/>
                  </a:lnTo>
                  <a:lnTo>
                    <a:pt x="435689" y="27231"/>
                  </a:lnTo>
                  <a:lnTo>
                    <a:pt x="433300" y="26275"/>
                  </a:lnTo>
                  <a:lnTo>
                    <a:pt x="430434" y="25798"/>
                  </a:lnTo>
                  <a:lnTo>
                    <a:pt x="429957" y="25798"/>
                  </a:lnTo>
                  <a:lnTo>
                    <a:pt x="429479" y="25320"/>
                  </a:lnTo>
                  <a:lnTo>
                    <a:pt x="429001" y="24842"/>
                  </a:lnTo>
                  <a:lnTo>
                    <a:pt x="429001" y="23886"/>
                  </a:lnTo>
                  <a:lnTo>
                    <a:pt x="429479" y="21020"/>
                  </a:lnTo>
                  <a:lnTo>
                    <a:pt x="429479" y="20065"/>
                  </a:lnTo>
                  <a:lnTo>
                    <a:pt x="429001" y="14810"/>
                  </a:lnTo>
                  <a:lnTo>
                    <a:pt x="429479" y="12421"/>
                  </a:lnTo>
                  <a:lnTo>
                    <a:pt x="427568" y="8121"/>
                  </a:lnTo>
                  <a:lnTo>
                    <a:pt x="426613" y="7166"/>
                  </a:lnTo>
                  <a:lnTo>
                    <a:pt x="425657" y="7166"/>
                  </a:lnTo>
                  <a:lnTo>
                    <a:pt x="425657" y="7166"/>
                  </a:lnTo>
                  <a:lnTo>
                    <a:pt x="425179" y="7644"/>
                  </a:lnTo>
                  <a:lnTo>
                    <a:pt x="424702" y="8599"/>
                  </a:lnTo>
                  <a:lnTo>
                    <a:pt x="424702" y="8599"/>
                  </a:lnTo>
                  <a:lnTo>
                    <a:pt x="424702" y="8599"/>
                  </a:lnTo>
                  <a:lnTo>
                    <a:pt x="425179" y="10032"/>
                  </a:lnTo>
                  <a:lnTo>
                    <a:pt x="424224" y="11466"/>
                  </a:lnTo>
                  <a:lnTo>
                    <a:pt x="422791" y="11466"/>
                  </a:lnTo>
                  <a:lnTo>
                    <a:pt x="420880" y="11466"/>
                  </a:lnTo>
                  <a:lnTo>
                    <a:pt x="418968" y="10510"/>
                  </a:lnTo>
                  <a:lnTo>
                    <a:pt x="417058" y="9077"/>
                  </a:lnTo>
                  <a:lnTo>
                    <a:pt x="415625" y="7166"/>
                  </a:lnTo>
                  <a:lnTo>
                    <a:pt x="415147" y="5255"/>
                  </a:lnTo>
                  <a:lnTo>
                    <a:pt x="414669" y="3822"/>
                  </a:lnTo>
                  <a:lnTo>
                    <a:pt x="414669" y="3822"/>
                  </a:lnTo>
                  <a:lnTo>
                    <a:pt x="413714" y="2867"/>
                  </a:lnTo>
                  <a:lnTo>
                    <a:pt x="412758" y="2867"/>
                  </a:lnTo>
                  <a:lnTo>
                    <a:pt x="412281" y="2867"/>
                  </a:lnTo>
                  <a:lnTo>
                    <a:pt x="411803" y="3822"/>
                  </a:lnTo>
                  <a:lnTo>
                    <a:pt x="411803" y="3822"/>
                  </a:lnTo>
                  <a:lnTo>
                    <a:pt x="412281" y="4300"/>
                  </a:lnTo>
                  <a:lnTo>
                    <a:pt x="412758" y="5733"/>
                  </a:lnTo>
                  <a:lnTo>
                    <a:pt x="412758" y="6211"/>
                  </a:lnTo>
                  <a:lnTo>
                    <a:pt x="412281" y="6211"/>
                  </a:lnTo>
                  <a:lnTo>
                    <a:pt x="411325" y="6211"/>
                  </a:lnTo>
                  <a:lnTo>
                    <a:pt x="409892" y="6211"/>
                  </a:lnTo>
                  <a:lnTo>
                    <a:pt x="408459" y="5733"/>
                  </a:lnTo>
                  <a:lnTo>
                    <a:pt x="407981" y="5733"/>
                  </a:lnTo>
                  <a:lnTo>
                    <a:pt x="407025" y="5255"/>
                  </a:lnTo>
                  <a:lnTo>
                    <a:pt x="407025" y="4300"/>
                  </a:lnTo>
                  <a:lnTo>
                    <a:pt x="405592" y="2867"/>
                  </a:lnTo>
                  <a:lnTo>
                    <a:pt x="405592" y="2867"/>
                  </a:lnTo>
                  <a:lnTo>
                    <a:pt x="403681" y="956"/>
                  </a:lnTo>
                  <a:lnTo>
                    <a:pt x="401770" y="0"/>
                  </a:lnTo>
                  <a:lnTo>
                    <a:pt x="400815" y="0"/>
                  </a:lnTo>
                  <a:lnTo>
                    <a:pt x="400815" y="0"/>
                  </a:lnTo>
                  <a:lnTo>
                    <a:pt x="400338" y="956"/>
                  </a:lnTo>
                  <a:lnTo>
                    <a:pt x="400338" y="1433"/>
                  </a:lnTo>
                  <a:lnTo>
                    <a:pt x="401293" y="1911"/>
                  </a:lnTo>
                  <a:lnTo>
                    <a:pt x="402248" y="2389"/>
                  </a:lnTo>
                  <a:lnTo>
                    <a:pt x="402248" y="3344"/>
                  </a:lnTo>
                  <a:lnTo>
                    <a:pt x="402248" y="3822"/>
                  </a:lnTo>
                  <a:lnTo>
                    <a:pt x="400815" y="5255"/>
                  </a:lnTo>
                  <a:lnTo>
                    <a:pt x="400815" y="5255"/>
                  </a:lnTo>
                  <a:lnTo>
                    <a:pt x="400338" y="6211"/>
                  </a:lnTo>
                  <a:lnTo>
                    <a:pt x="397949" y="7644"/>
                  </a:lnTo>
                  <a:lnTo>
                    <a:pt x="396515" y="9555"/>
                  </a:lnTo>
                  <a:lnTo>
                    <a:pt x="396038" y="10988"/>
                  </a:lnTo>
                  <a:lnTo>
                    <a:pt x="395560" y="12421"/>
                  </a:lnTo>
                  <a:lnTo>
                    <a:pt x="395082" y="13377"/>
                  </a:lnTo>
                  <a:lnTo>
                    <a:pt x="395560" y="14332"/>
                  </a:lnTo>
                  <a:lnTo>
                    <a:pt x="396515" y="15287"/>
                  </a:lnTo>
                  <a:lnTo>
                    <a:pt x="398426" y="15765"/>
                  </a:lnTo>
                  <a:lnTo>
                    <a:pt x="400815" y="17198"/>
                  </a:lnTo>
                  <a:lnTo>
                    <a:pt x="400815" y="17676"/>
                  </a:lnTo>
                  <a:lnTo>
                    <a:pt x="402248" y="20065"/>
                  </a:lnTo>
                  <a:lnTo>
                    <a:pt x="403681" y="20543"/>
                  </a:lnTo>
                  <a:lnTo>
                    <a:pt x="405115" y="21498"/>
                  </a:lnTo>
                  <a:lnTo>
                    <a:pt x="408936" y="21498"/>
                  </a:lnTo>
                  <a:lnTo>
                    <a:pt x="408936" y="21498"/>
                  </a:lnTo>
                  <a:lnTo>
                    <a:pt x="409414" y="22453"/>
                  </a:lnTo>
                  <a:lnTo>
                    <a:pt x="409892" y="23886"/>
                  </a:lnTo>
                  <a:lnTo>
                    <a:pt x="410370" y="24842"/>
                  </a:lnTo>
                  <a:lnTo>
                    <a:pt x="412281" y="25798"/>
                  </a:lnTo>
                  <a:lnTo>
                    <a:pt x="412281" y="25798"/>
                  </a:lnTo>
                  <a:lnTo>
                    <a:pt x="412281" y="26275"/>
                  </a:lnTo>
                  <a:lnTo>
                    <a:pt x="411803" y="26753"/>
                  </a:lnTo>
                  <a:lnTo>
                    <a:pt x="411325" y="27709"/>
                  </a:lnTo>
                  <a:lnTo>
                    <a:pt x="409892" y="27709"/>
                  </a:lnTo>
                  <a:lnTo>
                    <a:pt x="408459" y="28186"/>
                  </a:lnTo>
                  <a:lnTo>
                    <a:pt x="407025" y="27709"/>
                  </a:lnTo>
                  <a:lnTo>
                    <a:pt x="405115" y="27709"/>
                  </a:lnTo>
                  <a:lnTo>
                    <a:pt x="402726" y="27709"/>
                  </a:lnTo>
                  <a:lnTo>
                    <a:pt x="400815" y="32008"/>
                  </a:lnTo>
                  <a:lnTo>
                    <a:pt x="399859" y="33919"/>
                  </a:lnTo>
                  <a:lnTo>
                    <a:pt x="398904" y="33919"/>
                  </a:lnTo>
                  <a:lnTo>
                    <a:pt x="397471" y="32963"/>
                  </a:lnTo>
                  <a:lnTo>
                    <a:pt x="396515" y="32963"/>
                  </a:lnTo>
                  <a:lnTo>
                    <a:pt x="396515" y="32963"/>
                  </a:lnTo>
                  <a:lnTo>
                    <a:pt x="394604" y="37263"/>
                  </a:lnTo>
                  <a:lnTo>
                    <a:pt x="394127" y="38218"/>
                  </a:lnTo>
                  <a:lnTo>
                    <a:pt x="394127" y="38696"/>
                  </a:lnTo>
                  <a:lnTo>
                    <a:pt x="395082" y="40129"/>
                  </a:lnTo>
                  <a:lnTo>
                    <a:pt x="396515" y="41563"/>
                  </a:lnTo>
                  <a:lnTo>
                    <a:pt x="397949" y="42040"/>
                  </a:lnTo>
                  <a:lnTo>
                    <a:pt x="399382" y="41563"/>
                  </a:lnTo>
                  <a:lnTo>
                    <a:pt x="400338" y="42040"/>
                  </a:lnTo>
                  <a:lnTo>
                    <a:pt x="400338" y="42518"/>
                  </a:lnTo>
                  <a:lnTo>
                    <a:pt x="401293" y="43474"/>
                  </a:lnTo>
                  <a:lnTo>
                    <a:pt x="403204" y="44429"/>
                  </a:lnTo>
                  <a:lnTo>
                    <a:pt x="406070" y="44907"/>
                  </a:lnTo>
                  <a:lnTo>
                    <a:pt x="407981" y="45862"/>
                  </a:lnTo>
                  <a:lnTo>
                    <a:pt x="407981" y="45862"/>
                  </a:lnTo>
                  <a:lnTo>
                    <a:pt x="407981" y="46818"/>
                  </a:lnTo>
                  <a:lnTo>
                    <a:pt x="407981" y="47773"/>
                  </a:lnTo>
                  <a:lnTo>
                    <a:pt x="407503" y="49684"/>
                  </a:lnTo>
                  <a:lnTo>
                    <a:pt x="407503" y="51117"/>
                  </a:lnTo>
                  <a:lnTo>
                    <a:pt x="406070" y="54939"/>
                  </a:lnTo>
                  <a:lnTo>
                    <a:pt x="404637" y="57805"/>
                  </a:lnTo>
                  <a:lnTo>
                    <a:pt x="405115" y="59239"/>
                  </a:lnTo>
                  <a:lnTo>
                    <a:pt x="405592" y="59716"/>
                  </a:lnTo>
                  <a:lnTo>
                    <a:pt x="406070" y="60194"/>
                  </a:lnTo>
                  <a:lnTo>
                    <a:pt x="407503" y="61150"/>
                  </a:lnTo>
                  <a:lnTo>
                    <a:pt x="407503" y="61150"/>
                  </a:lnTo>
                  <a:lnTo>
                    <a:pt x="407981" y="62583"/>
                  </a:lnTo>
                  <a:lnTo>
                    <a:pt x="407503" y="65449"/>
                  </a:lnTo>
                  <a:lnTo>
                    <a:pt x="407981" y="65927"/>
                  </a:lnTo>
                  <a:lnTo>
                    <a:pt x="409414" y="66405"/>
                  </a:lnTo>
                  <a:lnTo>
                    <a:pt x="411325" y="66882"/>
                  </a:lnTo>
                  <a:lnTo>
                    <a:pt x="411803" y="67360"/>
                  </a:lnTo>
                  <a:lnTo>
                    <a:pt x="411803" y="67360"/>
                  </a:lnTo>
                  <a:lnTo>
                    <a:pt x="410370" y="70226"/>
                  </a:lnTo>
                  <a:lnTo>
                    <a:pt x="410847" y="72137"/>
                  </a:lnTo>
                  <a:lnTo>
                    <a:pt x="411325" y="74048"/>
                  </a:lnTo>
                  <a:lnTo>
                    <a:pt x="411803" y="76915"/>
                  </a:lnTo>
                  <a:lnTo>
                    <a:pt x="411803" y="77392"/>
                  </a:lnTo>
                  <a:lnTo>
                    <a:pt x="411803" y="78348"/>
                  </a:lnTo>
                  <a:lnTo>
                    <a:pt x="412758" y="80736"/>
                  </a:lnTo>
                  <a:lnTo>
                    <a:pt x="414191" y="85036"/>
                  </a:lnTo>
                  <a:lnTo>
                    <a:pt x="414669" y="86947"/>
                  </a:lnTo>
                  <a:lnTo>
                    <a:pt x="414191" y="88858"/>
                  </a:lnTo>
                  <a:lnTo>
                    <a:pt x="414191" y="88858"/>
                  </a:lnTo>
                  <a:lnTo>
                    <a:pt x="413714" y="91724"/>
                  </a:lnTo>
                  <a:lnTo>
                    <a:pt x="412281" y="91724"/>
                  </a:lnTo>
                  <a:lnTo>
                    <a:pt x="413714" y="93635"/>
                  </a:lnTo>
                  <a:lnTo>
                    <a:pt x="414191" y="95068"/>
                  </a:lnTo>
                  <a:lnTo>
                    <a:pt x="414191" y="97457"/>
                  </a:lnTo>
                  <a:lnTo>
                    <a:pt x="412758" y="97457"/>
                  </a:lnTo>
                  <a:lnTo>
                    <a:pt x="411325" y="97457"/>
                  </a:lnTo>
                  <a:lnTo>
                    <a:pt x="410370" y="95546"/>
                  </a:lnTo>
                  <a:lnTo>
                    <a:pt x="409892" y="96979"/>
                  </a:lnTo>
                  <a:lnTo>
                    <a:pt x="408459" y="98890"/>
                  </a:lnTo>
                  <a:lnTo>
                    <a:pt x="407503" y="97935"/>
                  </a:lnTo>
                  <a:lnTo>
                    <a:pt x="407503" y="96979"/>
                  </a:lnTo>
                  <a:lnTo>
                    <a:pt x="407025" y="95546"/>
                  </a:lnTo>
                  <a:lnTo>
                    <a:pt x="407981" y="90291"/>
                  </a:lnTo>
                  <a:lnTo>
                    <a:pt x="407981" y="89813"/>
                  </a:lnTo>
                  <a:lnTo>
                    <a:pt x="407503" y="89335"/>
                  </a:lnTo>
                  <a:lnTo>
                    <a:pt x="406548" y="89335"/>
                  </a:lnTo>
                  <a:lnTo>
                    <a:pt x="406070" y="88380"/>
                  </a:lnTo>
                  <a:lnTo>
                    <a:pt x="404637" y="93635"/>
                  </a:lnTo>
                  <a:lnTo>
                    <a:pt x="405592" y="96024"/>
                  </a:lnTo>
                  <a:lnTo>
                    <a:pt x="405115" y="97457"/>
                  </a:lnTo>
                  <a:lnTo>
                    <a:pt x="402248" y="97935"/>
                  </a:lnTo>
                  <a:lnTo>
                    <a:pt x="399382" y="96024"/>
                  </a:lnTo>
                  <a:lnTo>
                    <a:pt x="399382" y="95068"/>
                  </a:lnTo>
                  <a:lnTo>
                    <a:pt x="398904" y="96501"/>
                  </a:lnTo>
                  <a:lnTo>
                    <a:pt x="398426" y="97935"/>
                  </a:lnTo>
                  <a:lnTo>
                    <a:pt x="396038" y="97457"/>
                  </a:lnTo>
                  <a:lnTo>
                    <a:pt x="394604" y="96501"/>
                  </a:lnTo>
                  <a:lnTo>
                    <a:pt x="395560" y="94591"/>
                  </a:lnTo>
                  <a:lnTo>
                    <a:pt x="396993" y="89813"/>
                  </a:lnTo>
                  <a:lnTo>
                    <a:pt x="397471" y="87902"/>
                  </a:lnTo>
                  <a:lnTo>
                    <a:pt x="395082" y="86469"/>
                  </a:lnTo>
                  <a:lnTo>
                    <a:pt x="393649" y="85514"/>
                  </a:lnTo>
                  <a:lnTo>
                    <a:pt x="392216" y="83125"/>
                  </a:lnTo>
                  <a:lnTo>
                    <a:pt x="392693" y="85514"/>
                  </a:lnTo>
                  <a:lnTo>
                    <a:pt x="393649" y="86469"/>
                  </a:lnTo>
                  <a:lnTo>
                    <a:pt x="395082" y="86947"/>
                  </a:lnTo>
                  <a:lnTo>
                    <a:pt x="396515" y="88380"/>
                  </a:lnTo>
                  <a:lnTo>
                    <a:pt x="395560" y="89813"/>
                  </a:lnTo>
                  <a:lnTo>
                    <a:pt x="394604" y="90291"/>
                  </a:lnTo>
                  <a:lnTo>
                    <a:pt x="392693" y="94113"/>
                  </a:lnTo>
                  <a:lnTo>
                    <a:pt x="389827" y="96024"/>
                  </a:lnTo>
                  <a:lnTo>
                    <a:pt x="386961" y="97457"/>
                  </a:lnTo>
                  <a:lnTo>
                    <a:pt x="377884" y="99368"/>
                  </a:lnTo>
                  <a:lnTo>
                    <a:pt x="375495" y="100323"/>
                  </a:lnTo>
                  <a:lnTo>
                    <a:pt x="372629" y="102712"/>
                  </a:lnTo>
                  <a:lnTo>
                    <a:pt x="370718" y="105578"/>
                  </a:lnTo>
                  <a:lnTo>
                    <a:pt x="370718" y="107967"/>
                  </a:lnTo>
                  <a:lnTo>
                    <a:pt x="371674" y="110833"/>
                  </a:lnTo>
                  <a:lnTo>
                    <a:pt x="372629" y="115133"/>
                  </a:lnTo>
                  <a:lnTo>
                    <a:pt x="373107" y="115611"/>
                  </a:lnTo>
                  <a:lnTo>
                    <a:pt x="372151" y="117522"/>
                  </a:lnTo>
                  <a:lnTo>
                    <a:pt x="370240" y="118955"/>
                  </a:lnTo>
                  <a:lnTo>
                    <a:pt x="368807" y="121343"/>
                  </a:lnTo>
                  <a:lnTo>
                    <a:pt x="369285" y="122299"/>
                  </a:lnTo>
                  <a:lnTo>
                    <a:pt x="368807" y="123254"/>
                  </a:lnTo>
                  <a:lnTo>
                    <a:pt x="363552" y="126121"/>
                  </a:lnTo>
                  <a:lnTo>
                    <a:pt x="362597" y="127554"/>
                  </a:lnTo>
                  <a:lnTo>
                    <a:pt x="361163" y="128987"/>
                  </a:lnTo>
                  <a:lnTo>
                    <a:pt x="359731" y="128032"/>
                  </a:lnTo>
                  <a:lnTo>
                    <a:pt x="358775" y="128032"/>
                  </a:lnTo>
                  <a:lnTo>
                    <a:pt x="360208" y="129465"/>
                  </a:lnTo>
                  <a:lnTo>
                    <a:pt x="359731" y="130420"/>
                  </a:lnTo>
                  <a:lnTo>
                    <a:pt x="359252" y="130898"/>
                  </a:lnTo>
                  <a:lnTo>
                    <a:pt x="358297" y="131376"/>
                  </a:lnTo>
                  <a:lnTo>
                    <a:pt x="351131" y="133287"/>
                  </a:lnTo>
                  <a:lnTo>
                    <a:pt x="345399" y="135198"/>
                  </a:lnTo>
                  <a:lnTo>
                    <a:pt x="343965" y="135198"/>
                  </a:lnTo>
                  <a:lnTo>
                    <a:pt x="343965" y="134720"/>
                  </a:lnTo>
                  <a:lnTo>
                    <a:pt x="344920" y="134242"/>
                  </a:lnTo>
                  <a:lnTo>
                    <a:pt x="344920" y="131854"/>
                  </a:lnTo>
                  <a:lnTo>
                    <a:pt x="343965" y="131376"/>
                  </a:lnTo>
                  <a:lnTo>
                    <a:pt x="343010" y="131376"/>
                  </a:lnTo>
                  <a:lnTo>
                    <a:pt x="338710" y="133764"/>
                  </a:lnTo>
                  <a:lnTo>
                    <a:pt x="337277" y="136631"/>
                  </a:lnTo>
                  <a:lnTo>
                    <a:pt x="337754" y="137108"/>
                  </a:lnTo>
                  <a:lnTo>
                    <a:pt x="338710" y="137108"/>
                  </a:lnTo>
                  <a:lnTo>
                    <a:pt x="341577" y="135675"/>
                  </a:lnTo>
                  <a:lnTo>
                    <a:pt x="342532" y="135675"/>
                  </a:lnTo>
                  <a:lnTo>
                    <a:pt x="343010" y="136631"/>
                  </a:lnTo>
                  <a:lnTo>
                    <a:pt x="338710" y="139019"/>
                  </a:lnTo>
                  <a:lnTo>
                    <a:pt x="329633" y="146185"/>
                  </a:lnTo>
                  <a:lnTo>
                    <a:pt x="329156" y="147619"/>
                  </a:lnTo>
                  <a:lnTo>
                    <a:pt x="327722" y="149052"/>
                  </a:lnTo>
                  <a:lnTo>
                    <a:pt x="326289" y="150485"/>
                  </a:lnTo>
                  <a:lnTo>
                    <a:pt x="323423" y="154307"/>
                  </a:lnTo>
                  <a:lnTo>
                    <a:pt x="317690" y="160039"/>
                  </a:lnTo>
                  <a:lnTo>
                    <a:pt x="316257" y="161950"/>
                  </a:lnTo>
                  <a:lnTo>
                    <a:pt x="307180" y="166250"/>
                  </a:lnTo>
                  <a:lnTo>
                    <a:pt x="305747" y="167683"/>
                  </a:lnTo>
                  <a:lnTo>
                    <a:pt x="301925" y="171505"/>
                  </a:lnTo>
                  <a:lnTo>
                    <a:pt x="298103" y="174849"/>
                  </a:lnTo>
                  <a:lnTo>
                    <a:pt x="293804" y="177715"/>
                  </a:lnTo>
                  <a:lnTo>
                    <a:pt x="286160" y="181537"/>
                  </a:lnTo>
                  <a:lnTo>
                    <a:pt x="281860" y="184881"/>
                  </a:lnTo>
                  <a:lnTo>
                    <a:pt x="280427" y="186792"/>
                  </a:lnTo>
                  <a:lnTo>
                    <a:pt x="279949" y="187748"/>
                  </a:lnTo>
                  <a:lnTo>
                    <a:pt x="280427" y="188703"/>
                  </a:lnTo>
                  <a:lnTo>
                    <a:pt x="281383" y="189659"/>
                  </a:lnTo>
                  <a:lnTo>
                    <a:pt x="281860" y="190614"/>
                  </a:lnTo>
                  <a:lnTo>
                    <a:pt x="281383" y="192047"/>
                  </a:lnTo>
                  <a:lnTo>
                    <a:pt x="280905" y="193003"/>
                  </a:lnTo>
                  <a:lnTo>
                    <a:pt x="279472" y="194914"/>
                  </a:lnTo>
                  <a:lnTo>
                    <a:pt x="277561" y="196347"/>
                  </a:lnTo>
                  <a:lnTo>
                    <a:pt x="269917" y="199213"/>
                  </a:lnTo>
                  <a:lnTo>
                    <a:pt x="268962" y="199213"/>
                  </a:lnTo>
                  <a:lnTo>
                    <a:pt x="262751" y="198736"/>
                  </a:lnTo>
                  <a:lnTo>
                    <a:pt x="260363" y="199213"/>
                  </a:lnTo>
                  <a:lnTo>
                    <a:pt x="259407" y="200646"/>
                  </a:lnTo>
                  <a:lnTo>
                    <a:pt x="257496" y="205902"/>
                  </a:lnTo>
                  <a:lnTo>
                    <a:pt x="255108" y="207812"/>
                  </a:lnTo>
                  <a:lnTo>
                    <a:pt x="254630" y="208768"/>
                  </a:lnTo>
                  <a:lnTo>
                    <a:pt x="254152" y="209723"/>
                  </a:lnTo>
                  <a:lnTo>
                    <a:pt x="253197" y="209723"/>
                  </a:lnTo>
                  <a:lnTo>
                    <a:pt x="252241" y="209246"/>
                  </a:lnTo>
                  <a:lnTo>
                    <a:pt x="251286" y="209723"/>
                  </a:lnTo>
                  <a:lnTo>
                    <a:pt x="250330" y="207812"/>
                  </a:lnTo>
                  <a:lnTo>
                    <a:pt x="248897" y="207335"/>
                  </a:lnTo>
                  <a:lnTo>
                    <a:pt x="247464" y="207335"/>
                  </a:lnTo>
                  <a:lnTo>
                    <a:pt x="242687" y="209246"/>
                  </a:lnTo>
                  <a:lnTo>
                    <a:pt x="240776" y="210679"/>
                  </a:lnTo>
                  <a:lnTo>
                    <a:pt x="236954" y="217845"/>
                  </a:lnTo>
                  <a:lnTo>
                    <a:pt x="235998" y="222622"/>
                  </a:lnTo>
                  <a:lnTo>
                    <a:pt x="236954" y="227877"/>
                  </a:lnTo>
                  <a:lnTo>
                    <a:pt x="237909" y="232177"/>
                  </a:lnTo>
                  <a:lnTo>
                    <a:pt x="238387" y="234087"/>
                  </a:lnTo>
                  <a:lnTo>
                    <a:pt x="238387" y="236476"/>
                  </a:lnTo>
                  <a:lnTo>
                    <a:pt x="237431" y="237432"/>
                  </a:lnTo>
                  <a:lnTo>
                    <a:pt x="236954" y="238865"/>
                  </a:lnTo>
                  <a:lnTo>
                    <a:pt x="237909" y="241731"/>
                  </a:lnTo>
                  <a:lnTo>
                    <a:pt x="239342" y="245553"/>
                  </a:lnTo>
                  <a:lnTo>
                    <a:pt x="239820" y="246986"/>
                  </a:lnTo>
                  <a:lnTo>
                    <a:pt x="239820" y="248897"/>
                  </a:lnTo>
                  <a:lnTo>
                    <a:pt x="240776" y="252241"/>
                  </a:lnTo>
                  <a:lnTo>
                    <a:pt x="240298" y="251763"/>
                  </a:lnTo>
                  <a:lnTo>
                    <a:pt x="239342" y="250330"/>
                  </a:lnTo>
                  <a:lnTo>
                    <a:pt x="237909" y="247942"/>
                  </a:lnTo>
                  <a:lnTo>
                    <a:pt x="235998" y="250330"/>
                  </a:lnTo>
                  <a:lnTo>
                    <a:pt x="236954" y="251763"/>
                  </a:lnTo>
                  <a:lnTo>
                    <a:pt x="240776" y="253197"/>
                  </a:lnTo>
                  <a:lnTo>
                    <a:pt x="241731" y="254630"/>
                  </a:lnTo>
                  <a:lnTo>
                    <a:pt x="239342" y="267051"/>
                  </a:lnTo>
                  <a:lnTo>
                    <a:pt x="237909" y="271351"/>
                  </a:lnTo>
                  <a:lnTo>
                    <a:pt x="235521" y="274217"/>
                  </a:lnTo>
                  <a:lnTo>
                    <a:pt x="234565" y="275650"/>
                  </a:lnTo>
                  <a:lnTo>
                    <a:pt x="232176" y="279950"/>
                  </a:lnTo>
                  <a:lnTo>
                    <a:pt x="230265" y="285682"/>
                  </a:lnTo>
                  <a:lnTo>
                    <a:pt x="229788" y="287593"/>
                  </a:lnTo>
                  <a:lnTo>
                    <a:pt x="230744" y="289982"/>
                  </a:lnTo>
                  <a:lnTo>
                    <a:pt x="229788" y="291415"/>
                  </a:lnTo>
                  <a:lnTo>
                    <a:pt x="228833" y="292848"/>
                  </a:lnTo>
                  <a:lnTo>
                    <a:pt x="230744" y="292370"/>
                  </a:lnTo>
                  <a:lnTo>
                    <a:pt x="231699" y="293326"/>
                  </a:lnTo>
                  <a:lnTo>
                    <a:pt x="231699" y="294759"/>
                  </a:lnTo>
                  <a:lnTo>
                    <a:pt x="231699" y="302881"/>
                  </a:lnTo>
                  <a:lnTo>
                    <a:pt x="231699" y="311002"/>
                  </a:lnTo>
                  <a:lnTo>
                    <a:pt x="230265" y="311002"/>
                  </a:lnTo>
                  <a:lnTo>
                    <a:pt x="228355" y="311480"/>
                  </a:lnTo>
                  <a:lnTo>
                    <a:pt x="226444" y="311002"/>
                  </a:lnTo>
                  <a:lnTo>
                    <a:pt x="225488" y="310524"/>
                  </a:lnTo>
                  <a:lnTo>
                    <a:pt x="222622" y="311002"/>
                  </a:lnTo>
                  <a:lnTo>
                    <a:pt x="221189" y="311958"/>
                  </a:lnTo>
                  <a:lnTo>
                    <a:pt x="220233" y="313391"/>
                  </a:lnTo>
                  <a:lnTo>
                    <a:pt x="220233" y="316257"/>
                  </a:lnTo>
                  <a:lnTo>
                    <a:pt x="214978" y="322467"/>
                  </a:lnTo>
                  <a:lnTo>
                    <a:pt x="214023" y="324856"/>
                  </a:lnTo>
                  <a:lnTo>
                    <a:pt x="213545" y="326767"/>
                  </a:lnTo>
                  <a:lnTo>
                    <a:pt x="214023" y="327723"/>
                  </a:lnTo>
                  <a:lnTo>
                    <a:pt x="215456" y="329156"/>
                  </a:lnTo>
                  <a:lnTo>
                    <a:pt x="217367" y="329633"/>
                  </a:lnTo>
                  <a:lnTo>
                    <a:pt x="220711" y="330111"/>
                  </a:lnTo>
                  <a:lnTo>
                    <a:pt x="222144" y="330589"/>
                  </a:lnTo>
                  <a:lnTo>
                    <a:pt x="223099" y="331544"/>
                  </a:lnTo>
                  <a:lnTo>
                    <a:pt x="219278" y="330589"/>
                  </a:lnTo>
                  <a:lnTo>
                    <a:pt x="214501" y="330111"/>
                  </a:lnTo>
                  <a:lnTo>
                    <a:pt x="203513" y="332977"/>
                  </a:lnTo>
                  <a:lnTo>
                    <a:pt x="200646" y="335366"/>
                  </a:lnTo>
                  <a:lnTo>
                    <a:pt x="199213" y="337277"/>
                  </a:lnTo>
                  <a:lnTo>
                    <a:pt x="197780" y="341099"/>
                  </a:lnTo>
                  <a:lnTo>
                    <a:pt x="197780" y="343965"/>
                  </a:lnTo>
                  <a:lnTo>
                    <a:pt x="196347" y="346354"/>
                  </a:lnTo>
                  <a:lnTo>
                    <a:pt x="190614" y="349698"/>
                  </a:lnTo>
                  <a:lnTo>
                    <a:pt x="186792" y="351131"/>
                  </a:lnTo>
                  <a:lnTo>
                    <a:pt x="185837" y="352087"/>
                  </a:lnTo>
                  <a:lnTo>
                    <a:pt x="181537" y="350654"/>
                  </a:lnTo>
                  <a:lnTo>
                    <a:pt x="176760" y="347787"/>
                  </a:lnTo>
                  <a:lnTo>
                    <a:pt x="174849" y="345876"/>
                  </a:lnTo>
                  <a:lnTo>
                    <a:pt x="167683" y="337755"/>
                  </a:lnTo>
                  <a:lnTo>
                    <a:pt x="166728" y="336799"/>
                  </a:lnTo>
                  <a:lnTo>
                    <a:pt x="165294" y="333455"/>
                  </a:lnTo>
                  <a:lnTo>
                    <a:pt x="164817" y="332022"/>
                  </a:lnTo>
                  <a:lnTo>
                    <a:pt x="164339" y="331544"/>
                  </a:lnTo>
                  <a:lnTo>
                    <a:pt x="163861" y="331067"/>
                  </a:lnTo>
                  <a:lnTo>
                    <a:pt x="163383" y="330589"/>
                  </a:lnTo>
                  <a:lnTo>
                    <a:pt x="161950" y="326767"/>
                  </a:lnTo>
                  <a:lnTo>
                    <a:pt x="161473" y="322945"/>
                  </a:lnTo>
                  <a:lnTo>
                    <a:pt x="160517" y="318168"/>
                  </a:lnTo>
                  <a:lnTo>
                    <a:pt x="160995" y="318646"/>
                  </a:lnTo>
                  <a:lnTo>
                    <a:pt x="162428" y="320079"/>
                  </a:lnTo>
                  <a:lnTo>
                    <a:pt x="162906" y="321990"/>
                  </a:lnTo>
                  <a:lnTo>
                    <a:pt x="162906" y="325334"/>
                  </a:lnTo>
                  <a:lnTo>
                    <a:pt x="163861" y="325812"/>
                  </a:lnTo>
                  <a:lnTo>
                    <a:pt x="164817" y="325334"/>
                  </a:lnTo>
                  <a:lnTo>
                    <a:pt x="162428" y="318168"/>
                  </a:lnTo>
                  <a:lnTo>
                    <a:pt x="160517" y="316257"/>
                  </a:lnTo>
                  <a:lnTo>
                    <a:pt x="160039" y="316257"/>
                  </a:lnTo>
                  <a:lnTo>
                    <a:pt x="159562" y="315301"/>
                  </a:lnTo>
                  <a:lnTo>
                    <a:pt x="159562" y="313868"/>
                  </a:lnTo>
                  <a:lnTo>
                    <a:pt x="159562" y="312913"/>
                  </a:lnTo>
                  <a:lnTo>
                    <a:pt x="158128" y="310524"/>
                  </a:lnTo>
                  <a:lnTo>
                    <a:pt x="157651" y="309569"/>
                  </a:lnTo>
                  <a:lnTo>
                    <a:pt x="153829" y="302403"/>
                  </a:lnTo>
                  <a:lnTo>
                    <a:pt x="152396" y="297148"/>
                  </a:lnTo>
                  <a:lnTo>
                    <a:pt x="150007" y="291893"/>
                  </a:lnTo>
                  <a:lnTo>
                    <a:pt x="148574" y="289982"/>
                  </a:lnTo>
                  <a:lnTo>
                    <a:pt x="146185" y="285682"/>
                  </a:lnTo>
                  <a:lnTo>
                    <a:pt x="144274" y="283294"/>
                  </a:lnTo>
                  <a:lnTo>
                    <a:pt x="141885" y="280905"/>
                  </a:lnTo>
                  <a:lnTo>
                    <a:pt x="140453" y="279472"/>
                  </a:lnTo>
                  <a:lnTo>
                    <a:pt x="139497" y="278994"/>
                  </a:lnTo>
                  <a:lnTo>
                    <a:pt x="134719" y="269440"/>
                  </a:lnTo>
                  <a:lnTo>
                    <a:pt x="133287" y="264185"/>
                  </a:lnTo>
                  <a:lnTo>
                    <a:pt x="131853" y="261796"/>
                  </a:lnTo>
                  <a:lnTo>
                    <a:pt x="131376" y="259885"/>
                  </a:lnTo>
                  <a:lnTo>
                    <a:pt x="129465" y="252241"/>
                  </a:lnTo>
                  <a:lnTo>
                    <a:pt x="129465" y="250808"/>
                  </a:lnTo>
                  <a:lnTo>
                    <a:pt x="128987" y="248897"/>
                  </a:lnTo>
                  <a:lnTo>
                    <a:pt x="128032" y="245553"/>
                  </a:lnTo>
                  <a:lnTo>
                    <a:pt x="125643" y="242209"/>
                  </a:lnTo>
                  <a:lnTo>
                    <a:pt x="125165" y="239820"/>
                  </a:lnTo>
                  <a:lnTo>
                    <a:pt x="125165" y="238865"/>
                  </a:lnTo>
                  <a:lnTo>
                    <a:pt x="123732" y="235521"/>
                  </a:lnTo>
                  <a:lnTo>
                    <a:pt x="123254" y="233610"/>
                  </a:lnTo>
                  <a:lnTo>
                    <a:pt x="122299" y="232177"/>
                  </a:lnTo>
                  <a:lnTo>
                    <a:pt x="121343" y="230744"/>
                  </a:lnTo>
                  <a:lnTo>
                    <a:pt x="120388" y="229788"/>
                  </a:lnTo>
                  <a:lnTo>
                    <a:pt x="117521" y="225966"/>
                  </a:lnTo>
                  <a:lnTo>
                    <a:pt x="116566" y="225011"/>
                  </a:lnTo>
                  <a:lnTo>
                    <a:pt x="114655" y="222622"/>
                  </a:lnTo>
                  <a:lnTo>
                    <a:pt x="113700" y="218322"/>
                  </a:lnTo>
                  <a:lnTo>
                    <a:pt x="111789" y="216889"/>
                  </a:lnTo>
                  <a:lnTo>
                    <a:pt x="114655" y="216889"/>
                  </a:lnTo>
                  <a:lnTo>
                    <a:pt x="112744" y="214978"/>
                  </a:lnTo>
                  <a:lnTo>
                    <a:pt x="112266" y="214023"/>
                  </a:lnTo>
                  <a:lnTo>
                    <a:pt x="111311" y="213545"/>
                  </a:lnTo>
                  <a:lnTo>
                    <a:pt x="112744" y="211634"/>
                  </a:lnTo>
                  <a:lnTo>
                    <a:pt x="110355" y="212112"/>
                  </a:lnTo>
                  <a:lnTo>
                    <a:pt x="109400" y="210679"/>
                  </a:lnTo>
                  <a:lnTo>
                    <a:pt x="107967" y="207812"/>
                  </a:lnTo>
                  <a:lnTo>
                    <a:pt x="105578" y="204468"/>
                  </a:lnTo>
                  <a:lnTo>
                    <a:pt x="105100" y="202557"/>
                  </a:lnTo>
                  <a:lnTo>
                    <a:pt x="102712" y="196825"/>
                  </a:lnTo>
                  <a:lnTo>
                    <a:pt x="100801" y="182971"/>
                  </a:lnTo>
                  <a:lnTo>
                    <a:pt x="98890" y="176760"/>
                  </a:lnTo>
                  <a:lnTo>
                    <a:pt x="98890" y="174849"/>
                  </a:lnTo>
                  <a:lnTo>
                    <a:pt x="96979" y="169594"/>
                  </a:lnTo>
                  <a:lnTo>
                    <a:pt x="96024" y="165772"/>
                  </a:lnTo>
                  <a:lnTo>
                    <a:pt x="95546" y="162906"/>
                  </a:lnTo>
                  <a:lnTo>
                    <a:pt x="95068" y="160517"/>
                  </a:lnTo>
                  <a:lnTo>
                    <a:pt x="94591" y="156695"/>
                  </a:lnTo>
                  <a:lnTo>
                    <a:pt x="93635" y="155262"/>
                  </a:lnTo>
                  <a:lnTo>
                    <a:pt x="93635" y="154784"/>
                  </a:lnTo>
                  <a:lnTo>
                    <a:pt x="94112" y="152873"/>
                  </a:lnTo>
                  <a:lnTo>
                    <a:pt x="95546" y="150007"/>
                  </a:lnTo>
                  <a:lnTo>
                    <a:pt x="96024" y="148096"/>
                  </a:lnTo>
                  <a:lnTo>
                    <a:pt x="95546" y="145707"/>
                  </a:lnTo>
                  <a:lnTo>
                    <a:pt x="94112" y="148096"/>
                  </a:lnTo>
                  <a:lnTo>
                    <a:pt x="92680" y="149052"/>
                  </a:lnTo>
                  <a:lnTo>
                    <a:pt x="92202" y="147141"/>
                  </a:lnTo>
                  <a:lnTo>
                    <a:pt x="92202" y="144274"/>
                  </a:lnTo>
                  <a:lnTo>
                    <a:pt x="92202" y="143797"/>
                  </a:lnTo>
                  <a:lnTo>
                    <a:pt x="92202" y="142841"/>
                  </a:lnTo>
                  <a:lnTo>
                    <a:pt x="96024" y="143319"/>
                  </a:lnTo>
                  <a:lnTo>
                    <a:pt x="91724" y="141408"/>
                  </a:lnTo>
                  <a:lnTo>
                    <a:pt x="91246" y="140453"/>
                  </a:lnTo>
                  <a:lnTo>
                    <a:pt x="91246" y="139975"/>
                  </a:lnTo>
                  <a:lnTo>
                    <a:pt x="92202" y="138542"/>
                  </a:lnTo>
                  <a:lnTo>
                    <a:pt x="90769" y="137586"/>
                  </a:lnTo>
                  <a:lnTo>
                    <a:pt x="90291" y="134242"/>
                  </a:lnTo>
                  <a:lnTo>
                    <a:pt x="89813" y="133287"/>
                  </a:lnTo>
                  <a:lnTo>
                    <a:pt x="89335" y="132809"/>
                  </a:lnTo>
                  <a:lnTo>
                    <a:pt x="90291" y="128032"/>
                  </a:lnTo>
                  <a:lnTo>
                    <a:pt x="93635" y="118477"/>
                  </a:lnTo>
                  <a:lnTo>
                    <a:pt x="94112" y="116566"/>
                  </a:lnTo>
                  <a:lnTo>
                    <a:pt x="93635" y="113222"/>
                  </a:lnTo>
                  <a:lnTo>
                    <a:pt x="92680" y="110833"/>
                  </a:lnTo>
                  <a:lnTo>
                    <a:pt x="92680" y="108445"/>
                  </a:lnTo>
                  <a:lnTo>
                    <a:pt x="92202" y="107967"/>
                  </a:lnTo>
                  <a:lnTo>
                    <a:pt x="91246" y="107489"/>
                  </a:lnTo>
                  <a:lnTo>
                    <a:pt x="89813" y="106534"/>
                  </a:lnTo>
                  <a:lnTo>
                    <a:pt x="88380" y="102712"/>
                  </a:lnTo>
                  <a:lnTo>
                    <a:pt x="89813" y="101757"/>
                  </a:lnTo>
                  <a:lnTo>
                    <a:pt x="90769" y="100801"/>
                  </a:lnTo>
                  <a:lnTo>
                    <a:pt x="89335" y="101279"/>
                  </a:lnTo>
                  <a:lnTo>
                    <a:pt x="88380" y="101279"/>
                  </a:lnTo>
                  <a:lnTo>
                    <a:pt x="90291" y="99368"/>
                  </a:lnTo>
                  <a:lnTo>
                    <a:pt x="92202" y="97935"/>
                  </a:lnTo>
                  <a:lnTo>
                    <a:pt x="96501" y="96501"/>
                  </a:lnTo>
                  <a:lnTo>
                    <a:pt x="98412" y="95546"/>
                  </a:lnTo>
                  <a:lnTo>
                    <a:pt x="95546" y="96501"/>
                  </a:lnTo>
                  <a:lnTo>
                    <a:pt x="92680" y="96501"/>
                  </a:lnTo>
                  <a:lnTo>
                    <a:pt x="86947" y="96501"/>
                  </a:lnTo>
                  <a:lnTo>
                    <a:pt x="87902" y="93157"/>
                  </a:lnTo>
                  <a:lnTo>
                    <a:pt x="88858" y="91724"/>
                  </a:lnTo>
                  <a:lnTo>
                    <a:pt x="90291" y="91247"/>
                  </a:lnTo>
                  <a:lnTo>
                    <a:pt x="88380" y="91247"/>
                  </a:lnTo>
                  <a:lnTo>
                    <a:pt x="86469" y="91247"/>
                  </a:lnTo>
                  <a:lnTo>
                    <a:pt x="87425" y="87425"/>
                  </a:lnTo>
                  <a:lnTo>
                    <a:pt x="88858" y="86469"/>
                  </a:lnTo>
                  <a:lnTo>
                    <a:pt x="90291" y="86469"/>
                  </a:lnTo>
                  <a:lnTo>
                    <a:pt x="92202" y="85991"/>
                  </a:lnTo>
                  <a:lnTo>
                    <a:pt x="90291" y="85514"/>
                  </a:lnTo>
                  <a:lnTo>
                    <a:pt x="87902" y="85036"/>
                  </a:lnTo>
                  <a:lnTo>
                    <a:pt x="85514" y="85514"/>
                  </a:lnTo>
                  <a:lnTo>
                    <a:pt x="82647" y="85514"/>
                  </a:lnTo>
                  <a:lnTo>
                    <a:pt x="79781" y="85514"/>
                  </a:lnTo>
                  <a:lnTo>
                    <a:pt x="81214" y="85991"/>
                  </a:lnTo>
                  <a:lnTo>
                    <a:pt x="82169" y="86947"/>
                  </a:lnTo>
                  <a:lnTo>
                    <a:pt x="81692" y="88858"/>
                  </a:lnTo>
                  <a:lnTo>
                    <a:pt x="81214" y="90291"/>
                  </a:lnTo>
                  <a:lnTo>
                    <a:pt x="79303" y="90769"/>
                  </a:lnTo>
                  <a:lnTo>
                    <a:pt x="77870" y="92202"/>
                  </a:lnTo>
                  <a:lnTo>
                    <a:pt x="77870" y="93157"/>
                  </a:lnTo>
                  <a:lnTo>
                    <a:pt x="76914" y="94113"/>
                  </a:lnTo>
                  <a:lnTo>
                    <a:pt x="78348" y="94591"/>
                  </a:lnTo>
                  <a:lnTo>
                    <a:pt x="79781" y="95068"/>
                  </a:lnTo>
                  <a:lnTo>
                    <a:pt x="80259" y="96024"/>
                  </a:lnTo>
                  <a:lnTo>
                    <a:pt x="81214" y="96979"/>
                  </a:lnTo>
                  <a:lnTo>
                    <a:pt x="81214" y="99846"/>
                  </a:lnTo>
                  <a:lnTo>
                    <a:pt x="77870" y="105578"/>
                  </a:lnTo>
                  <a:lnTo>
                    <a:pt x="76437" y="107012"/>
                  </a:lnTo>
                  <a:lnTo>
                    <a:pt x="67837" y="110833"/>
                  </a:lnTo>
                  <a:lnTo>
                    <a:pt x="64016" y="112744"/>
                  </a:lnTo>
                  <a:lnTo>
                    <a:pt x="56850" y="115133"/>
                  </a:lnTo>
                  <a:lnTo>
                    <a:pt x="53984" y="115611"/>
                  </a:lnTo>
                  <a:lnTo>
                    <a:pt x="50639" y="115133"/>
                  </a:lnTo>
                  <a:lnTo>
                    <a:pt x="46340" y="113222"/>
                  </a:lnTo>
                  <a:lnTo>
                    <a:pt x="39174" y="107967"/>
                  </a:lnTo>
                  <a:lnTo>
                    <a:pt x="37263" y="106534"/>
                  </a:lnTo>
                  <a:lnTo>
                    <a:pt x="31530" y="100323"/>
                  </a:lnTo>
                  <a:lnTo>
                    <a:pt x="27230" y="96979"/>
                  </a:lnTo>
                  <a:lnTo>
                    <a:pt x="24364" y="93635"/>
                  </a:lnTo>
                  <a:lnTo>
                    <a:pt x="20543" y="90769"/>
                  </a:lnTo>
                  <a:lnTo>
                    <a:pt x="16721" y="86947"/>
                  </a:lnTo>
                  <a:lnTo>
                    <a:pt x="16243" y="85036"/>
                  </a:lnTo>
                  <a:lnTo>
                    <a:pt x="16243" y="83125"/>
                  </a:lnTo>
                  <a:lnTo>
                    <a:pt x="17676" y="82170"/>
                  </a:lnTo>
                  <a:lnTo>
                    <a:pt x="19587" y="82647"/>
                  </a:lnTo>
                  <a:lnTo>
                    <a:pt x="20543" y="84081"/>
                  </a:lnTo>
                  <a:lnTo>
                    <a:pt x="21498" y="84558"/>
                  </a:lnTo>
                  <a:lnTo>
                    <a:pt x="22453" y="85036"/>
                  </a:lnTo>
                  <a:lnTo>
                    <a:pt x="27709" y="82647"/>
                  </a:lnTo>
                  <a:lnTo>
                    <a:pt x="29619" y="82647"/>
                  </a:lnTo>
                  <a:lnTo>
                    <a:pt x="31052" y="81692"/>
                  </a:lnTo>
                  <a:lnTo>
                    <a:pt x="32963" y="81692"/>
                  </a:lnTo>
                  <a:lnTo>
                    <a:pt x="36785" y="79781"/>
                  </a:lnTo>
                  <a:lnTo>
                    <a:pt x="38218" y="79781"/>
                  </a:lnTo>
                  <a:lnTo>
                    <a:pt x="40129" y="79303"/>
                  </a:lnTo>
                  <a:lnTo>
                    <a:pt x="42996" y="74526"/>
                  </a:lnTo>
                  <a:lnTo>
                    <a:pt x="45384" y="71659"/>
                  </a:lnTo>
                  <a:lnTo>
                    <a:pt x="46818" y="71182"/>
                  </a:lnTo>
                  <a:lnTo>
                    <a:pt x="46818" y="70226"/>
                  </a:lnTo>
                  <a:lnTo>
                    <a:pt x="46340" y="69271"/>
                  </a:lnTo>
                  <a:lnTo>
                    <a:pt x="45384" y="69271"/>
                  </a:lnTo>
                  <a:lnTo>
                    <a:pt x="44429" y="70226"/>
                  </a:lnTo>
                  <a:lnTo>
                    <a:pt x="43951" y="71659"/>
                  </a:lnTo>
                  <a:lnTo>
                    <a:pt x="43473" y="72137"/>
                  </a:lnTo>
                  <a:lnTo>
                    <a:pt x="41562" y="71659"/>
                  </a:lnTo>
                  <a:lnTo>
                    <a:pt x="40129" y="71659"/>
                  </a:lnTo>
                  <a:lnTo>
                    <a:pt x="39174" y="72137"/>
                  </a:lnTo>
                  <a:lnTo>
                    <a:pt x="33441" y="74048"/>
                  </a:lnTo>
                  <a:lnTo>
                    <a:pt x="31530" y="75481"/>
                  </a:lnTo>
                  <a:lnTo>
                    <a:pt x="30097" y="75959"/>
                  </a:lnTo>
                  <a:lnTo>
                    <a:pt x="21498" y="74048"/>
                  </a:lnTo>
                  <a:lnTo>
                    <a:pt x="12898" y="69749"/>
                  </a:lnTo>
                  <a:lnTo>
                    <a:pt x="9555" y="67360"/>
                  </a:lnTo>
                  <a:lnTo>
                    <a:pt x="7166" y="64016"/>
                  </a:lnTo>
                  <a:lnTo>
                    <a:pt x="5255" y="59716"/>
                  </a:lnTo>
                  <a:lnTo>
                    <a:pt x="5733" y="58761"/>
                  </a:lnTo>
                  <a:lnTo>
                    <a:pt x="9555" y="56372"/>
                  </a:lnTo>
                  <a:lnTo>
                    <a:pt x="12421" y="53984"/>
                  </a:lnTo>
                  <a:lnTo>
                    <a:pt x="9555" y="54939"/>
                  </a:lnTo>
                  <a:lnTo>
                    <a:pt x="6688" y="56372"/>
                  </a:lnTo>
                  <a:lnTo>
                    <a:pt x="5255" y="57328"/>
                  </a:lnTo>
                  <a:lnTo>
                    <a:pt x="3822" y="58761"/>
                  </a:lnTo>
                  <a:lnTo>
                    <a:pt x="1433" y="59239"/>
                  </a:lnTo>
                  <a:lnTo>
                    <a:pt x="955" y="56850"/>
                  </a:lnTo>
                  <a:lnTo>
                    <a:pt x="0" y="5398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2" name="Freeform 4621">
              <a:extLst>
                <a:ext uri="{FF2B5EF4-FFF2-40B4-BE49-F238E27FC236}">
                  <a16:creationId xmlns:a16="http://schemas.microsoft.com/office/drawing/2014/main" id="{8396ED75-2289-8D3E-38DC-9D0A251A293D}"/>
                </a:ext>
              </a:extLst>
            </p:cNvPr>
            <p:cNvSpPr/>
            <p:nvPr/>
          </p:nvSpPr>
          <p:spPr>
            <a:xfrm>
              <a:off x="7759931" y="4264332"/>
              <a:ext cx="1433" cy="477"/>
            </a:xfrm>
            <a:custGeom>
              <a:avLst/>
              <a:gdLst>
                <a:gd name="csX0" fmla="*/ 0 w 1433"/>
                <a:gd name="csY0" fmla="*/ 0 h 477"/>
                <a:gd name="csX1" fmla="*/ 1433 w 1433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477">
                  <a:moveTo>
                    <a:pt x="0" y="0"/>
                  </a:moveTo>
                  <a:lnTo>
                    <a:pt x="1433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3" name="Freeform 4622">
              <a:extLst>
                <a:ext uri="{FF2B5EF4-FFF2-40B4-BE49-F238E27FC236}">
                  <a16:creationId xmlns:a16="http://schemas.microsoft.com/office/drawing/2014/main" id="{912068D1-9033-557C-C144-A8F8E8D815CB}"/>
                </a:ext>
              </a:extLst>
            </p:cNvPr>
            <p:cNvSpPr/>
            <p:nvPr/>
          </p:nvSpPr>
          <p:spPr>
            <a:xfrm>
              <a:off x="7630944" y="4176908"/>
              <a:ext cx="182970" cy="56372"/>
            </a:xfrm>
            <a:custGeom>
              <a:avLst/>
              <a:gdLst>
                <a:gd name="csX0" fmla="*/ 0 w 182970"/>
                <a:gd name="csY0" fmla="*/ 32486 h 56372"/>
                <a:gd name="csX1" fmla="*/ 0 w 182970"/>
                <a:gd name="csY1" fmla="*/ 32008 h 56372"/>
                <a:gd name="csX2" fmla="*/ 0 w 182970"/>
                <a:gd name="csY2" fmla="*/ 31530 h 56372"/>
                <a:gd name="csX3" fmla="*/ 0 w 182970"/>
                <a:gd name="csY3" fmla="*/ 31530 h 56372"/>
                <a:gd name="csX4" fmla="*/ 955 w 182970"/>
                <a:gd name="csY4" fmla="*/ 31052 h 56372"/>
                <a:gd name="csX5" fmla="*/ 3344 w 182970"/>
                <a:gd name="csY5" fmla="*/ 30575 h 56372"/>
                <a:gd name="csX6" fmla="*/ 6210 w 182970"/>
                <a:gd name="csY6" fmla="*/ 29619 h 56372"/>
                <a:gd name="csX7" fmla="*/ 7644 w 182970"/>
                <a:gd name="csY7" fmla="*/ 29141 h 56372"/>
                <a:gd name="csX8" fmla="*/ 8599 w 182970"/>
                <a:gd name="csY8" fmla="*/ 28664 h 56372"/>
                <a:gd name="csX9" fmla="*/ 9555 w 182970"/>
                <a:gd name="csY9" fmla="*/ 28186 h 56372"/>
                <a:gd name="csX10" fmla="*/ 10032 w 182970"/>
                <a:gd name="csY10" fmla="*/ 28186 h 56372"/>
                <a:gd name="csX11" fmla="*/ 12898 w 182970"/>
                <a:gd name="csY11" fmla="*/ 29141 h 56372"/>
                <a:gd name="csX12" fmla="*/ 13854 w 182970"/>
                <a:gd name="csY12" fmla="*/ 30097 h 56372"/>
                <a:gd name="csX13" fmla="*/ 14332 w 182970"/>
                <a:gd name="csY13" fmla="*/ 32008 h 56372"/>
                <a:gd name="csX14" fmla="*/ 14809 w 182970"/>
                <a:gd name="csY14" fmla="*/ 32486 h 56372"/>
                <a:gd name="csX15" fmla="*/ 14332 w 182970"/>
                <a:gd name="csY15" fmla="*/ 34874 h 56372"/>
                <a:gd name="csX16" fmla="*/ 12898 w 182970"/>
                <a:gd name="csY16" fmla="*/ 39651 h 56372"/>
                <a:gd name="csX17" fmla="*/ 12898 w 182970"/>
                <a:gd name="csY17" fmla="*/ 41563 h 56372"/>
                <a:gd name="csX18" fmla="*/ 14332 w 182970"/>
                <a:gd name="csY18" fmla="*/ 42996 h 56372"/>
                <a:gd name="csX19" fmla="*/ 14332 w 182970"/>
                <a:gd name="csY19" fmla="*/ 42996 h 56372"/>
                <a:gd name="csX20" fmla="*/ 15765 w 182970"/>
                <a:gd name="csY20" fmla="*/ 43951 h 56372"/>
                <a:gd name="csX21" fmla="*/ 15287 w 182970"/>
                <a:gd name="csY21" fmla="*/ 44429 h 56372"/>
                <a:gd name="csX22" fmla="*/ 12898 w 182970"/>
                <a:gd name="csY22" fmla="*/ 45862 h 56372"/>
                <a:gd name="csX23" fmla="*/ 12898 w 182970"/>
                <a:gd name="csY23" fmla="*/ 45862 h 56372"/>
                <a:gd name="csX24" fmla="*/ 12421 w 182970"/>
                <a:gd name="csY24" fmla="*/ 46817 h 56372"/>
                <a:gd name="csX25" fmla="*/ 12898 w 182970"/>
                <a:gd name="csY25" fmla="*/ 47773 h 56372"/>
                <a:gd name="csX26" fmla="*/ 13854 w 182970"/>
                <a:gd name="csY26" fmla="*/ 48251 h 56372"/>
                <a:gd name="csX27" fmla="*/ 14332 w 182970"/>
                <a:gd name="csY27" fmla="*/ 49206 h 56372"/>
                <a:gd name="csX28" fmla="*/ 14809 w 182970"/>
                <a:gd name="csY28" fmla="*/ 51117 h 56372"/>
                <a:gd name="csX29" fmla="*/ 16242 w 182970"/>
                <a:gd name="csY29" fmla="*/ 51595 h 56372"/>
                <a:gd name="csX30" fmla="*/ 18631 w 182970"/>
                <a:gd name="csY30" fmla="*/ 53028 h 56372"/>
                <a:gd name="csX31" fmla="*/ 20542 w 182970"/>
                <a:gd name="csY31" fmla="*/ 53983 h 56372"/>
                <a:gd name="csX32" fmla="*/ 24364 w 182970"/>
                <a:gd name="csY32" fmla="*/ 53506 h 56372"/>
                <a:gd name="csX33" fmla="*/ 25319 w 182970"/>
                <a:gd name="csY33" fmla="*/ 53983 h 56372"/>
                <a:gd name="csX34" fmla="*/ 25319 w 182970"/>
                <a:gd name="csY34" fmla="*/ 53983 h 56372"/>
                <a:gd name="csX35" fmla="*/ 27230 w 182970"/>
                <a:gd name="csY35" fmla="*/ 54461 h 56372"/>
                <a:gd name="csX36" fmla="*/ 28664 w 182970"/>
                <a:gd name="csY36" fmla="*/ 54461 h 56372"/>
                <a:gd name="csX37" fmla="*/ 29619 w 182970"/>
                <a:gd name="csY37" fmla="*/ 54939 h 56372"/>
                <a:gd name="csX38" fmla="*/ 30097 w 182970"/>
                <a:gd name="csY38" fmla="*/ 54939 h 56372"/>
                <a:gd name="csX39" fmla="*/ 30097 w 182970"/>
                <a:gd name="csY39" fmla="*/ 55417 h 56372"/>
                <a:gd name="csX40" fmla="*/ 29619 w 182970"/>
                <a:gd name="csY40" fmla="*/ 55417 h 56372"/>
                <a:gd name="csX41" fmla="*/ 30097 w 182970"/>
                <a:gd name="csY41" fmla="*/ 55894 h 56372"/>
                <a:gd name="csX42" fmla="*/ 32008 w 182970"/>
                <a:gd name="csY42" fmla="*/ 56372 h 56372"/>
                <a:gd name="csX43" fmla="*/ 32963 w 182970"/>
                <a:gd name="csY43" fmla="*/ 56372 h 56372"/>
                <a:gd name="csX44" fmla="*/ 36307 w 182970"/>
                <a:gd name="csY44" fmla="*/ 55894 h 56372"/>
                <a:gd name="csX45" fmla="*/ 40129 w 182970"/>
                <a:gd name="csY45" fmla="*/ 55417 h 56372"/>
                <a:gd name="csX46" fmla="*/ 41562 w 182970"/>
                <a:gd name="csY46" fmla="*/ 53506 h 56372"/>
                <a:gd name="csX47" fmla="*/ 42517 w 182970"/>
                <a:gd name="csY47" fmla="*/ 53506 h 56372"/>
                <a:gd name="csX48" fmla="*/ 44428 w 182970"/>
                <a:gd name="csY48" fmla="*/ 52550 h 56372"/>
                <a:gd name="csX49" fmla="*/ 45862 w 182970"/>
                <a:gd name="csY49" fmla="*/ 53028 h 56372"/>
                <a:gd name="csX50" fmla="*/ 46340 w 182970"/>
                <a:gd name="csY50" fmla="*/ 53506 h 56372"/>
                <a:gd name="csX51" fmla="*/ 48728 w 182970"/>
                <a:gd name="csY51" fmla="*/ 54461 h 56372"/>
                <a:gd name="csX52" fmla="*/ 49683 w 182970"/>
                <a:gd name="csY52" fmla="*/ 54939 h 56372"/>
                <a:gd name="csX53" fmla="*/ 52072 w 182970"/>
                <a:gd name="csY53" fmla="*/ 54939 h 56372"/>
                <a:gd name="csX54" fmla="*/ 54461 w 182970"/>
                <a:gd name="csY54" fmla="*/ 54939 h 56372"/>
                <a:gd name="csX55" fmla="*/ 60194 w 182970"/>
                <a:gd name="csY55" fmla="*/ 54461 h 56372"/>
                <a:gd name="csX56" fmla="*/ 60194 w 182970"/>
                <a:gd name="csY56" fmla="*/ 54461 h 56372"/>
                <a:gd name="csX57" fmla="*/ 63060 w 182970"/>
                <a:gd name="csY57" fmla="*/ 54461 h 56372"/>
                <a:gd name="csX58" fmla="*/ 65926 w 182970"/>
                <a:gd name="csY58" fmla="*/ 53028 h 56372"/>
                <a:gd name="csX59" fmla="*/ 66404 w 182970"/>
                <a:gd name="csY59" fmla="*/ 53028 h 56372"/>
                <a:gd name="csX60" fmla="*/ 67837 w 182970"/>
                <a:gd name="csY60" fmla="*/ 54461 h 56372"/>
                <a:gd name="csX61" fmla="*/ 70704 w 182970"/>
                <a:gd name="csY61" fmla="*/ 54461 h 56372"/>
                <a:gd name="csX62" fmla="*/ 72615 w 182970"/>
                <a:gd name="csY62" fmla="*/ 53983 h 56372"/>
                <a:gd name="csX63" fmla="*/ 74048 w 182970"/>
                <a:gd name="csY63" fmla="*/ 53506 h 56372"/>
                <a:gd name="csX64" fmla="*/ 75481 w 182970"/>
                <a:gd name="csY64" fmla="*/ 53028 h 56372"/>
                <a:gd name="csX65" fmla="*/ 75959 w 182970"/>
                <a:gd name="csY65" fmla="*/ 53028 h 56372"/>
                <a:gd name="csX66" fmla="*/ 77392 w 182970"/>
                <a:gd name="csY66" fmla="*/ 53506 h 56372"/>
                <a:gd name="csX67" fmla="*/ 78347 w 182970"/>
                <a:gd name="csY67" fmla="*/ 53028 h 56372"/>
                <a:gd name="csX68" fmla="*/ 78825 w 182970"/>
                <a:gd name="csY68" fmla="*/ 52072 h 56372"/>
                <a:gd name="csX69" fmla="*/ 78825 w 182970"/>
                <a:gd name="csY69" fmla="*/ 51117 h 56372"/>
                <a:gd name="csX70" fmla="*/ 77870 w 182970"/>
                <a:gd name="csY70" fmla="*/ 49684 h 56372"/>
                <a:gd name="csX71" fmla="*/ 77392 w 182970"/>
                <a:gd name="csY71" fmla="*/ 48728 h 56372"/>
                <a:gd name="csX72" fmla="*/ 76914 w 182970"/>
                <a:gd name="csY72" fmla="*/ 48251 h 56372"/>
                <a:gd name="csX73" fmla="*/ 77392 w 182970"/>
                <a:gd name="csY73" fmla="*/ 47295 h 56372"/>
                <a:gd name="csX74" fmla="*/ 77870 w 182970"/>
                <a:gd name="csY74" fmla="*/ 45862 h 56372"/>
                <a:gd name="csX75" fmla="*/ 78825 w 182970"/>
                <a:gd name="csY75" fmla="*/ 44429 h 56372"/>
                <a:gd name="csX76" fmla="*/ 78347 w 182970"/>
                <a:gd name="csY76" fmla="*/ 42996 h 56372"/>
                <a:gd name="csX77" fmla="*/ 76914 w 182970"/>
                <a:gd name="csY77" fmla="*/ 41085 h 56372"/>
                <a:gd name="csX78" fmla="*/ 76437 w 182970"/>
                <a:gd name="csY78" fmla="*/ 41085 h 56372"/>
                <a:gd name="csX79" fmla="*/ 74526 w 182970"/>
                <a:gd name="csY79" fmla="*/ 41563 h 56372"/>
                <a:gd name="csX80" fmla="*/ 72137 w 182970"/>
                <a:gd name="csY80" fmla="*/ 41563 h 56372"/>
                <a:gd name="csX81" fmla="*/ 70226 w 182970"/>
                <a:gd name="csY81" fmla="*/ 40129 h 56372"/>
                <a:gd name="csX82" fmla="*/ 69271 w 182970"/>
                <a:gd name="csY82" fmla="*/ 39174 h 56372"/>
                <a:gd name="csX83" fmla="*/ 68793 w 182970"/>
                <a:gd name="csY83" fmla="*/ 37740 h 56372"/>
                <a:gd name="csX84" fmla="*/ 69271 w 182970"/>
                <a:gd name="csY84" fmla="*/ 36785 h 56372"/>
                <a:gd name="csX85" fmla="*/ 69748 w 182970"/>
                <a:gd name="csY85" fmla="*/ 35352 h 56372"/>
                <a:gd name="csX86" fmla="*/ 69748 w 182970"/>
                <a:gd name="csY86" fmla="*/ 34874 h 56372"/>
                <a:gd name="csX87" fmla="*/ 71659 w 182970"/>
                <a:gd name="csY87" fmla="*/ 34874 h 56372"/>
                <a:gd name="csX88" fmla="*/ 73570 w 182970"/>
                <a:gd name="csY88" fmla="*/ 35352 h 56372"/>
                <a:gd name="csX89" fmla="*/ 75481 w 182970"/>
                <a:gd name="csY89" fmla="*/ 35352 h 56372"/>
                <a:gd name="csX90" fmla="*/ 76914 w 182970"/>
                <a:gd name="csY90" fmla="*/ 35352 h 56372"/>
                <a:gd name="csX91" fmla="*/ 79303 w 182970"/>
                <a:gd name="csY91" fmla="*/ 33919 h 56372"/>
                <a:gd name="csX92" fmla="*/ 80258 w 182970"/>
                <a:gd name="csY92" fmla="*/ 33919 h 56372"/>
                <a:gd name="csX93" fmla="*/ 81692 w 182970"/>
                <a:gd name="csY93" fmla="*/ 33441 h 56372"/>
                <a:gd name="csX94" fmla="*/ 82169 w 182970"/>
                <a:gd name="csY94" fmla="*/ 33441 h 56372"/>
                <a:gd name="csX95" fmla="*/ 82647 w 182970"/>
                <a:gd name="csY95" fmla="*/ 33441 h 56372"/>
                <a:gd name="csX96" fmla="*/ 84080 w 182970"/>
                <a:gd name="csY96" fmla="*/ 33441 h 56372"/>
                <a:gd name="csX97" fmla="*/ 85513 w 182970"/>
                <a:gd name="csY97" fmla="*/ 33441 h 56372"/>
                <a:gd name="csX98" fmla="*/ 86469 w 182970"/>
                <a:gd name="csY98" fmla="*/ 33441 h 56372"/>
                <a:gd name="csX99" fmla="*/ 86947 w 182970"/>
                <a:gd name="csY99" fmla="*/ 32963 h 56372"/>
                <a:gd name="csX100" fmla="*/ 87902 w 182970"/>
                <a:gd name="csY100" fmla="*/ 32486 h 56372"/>
                <a:gd name="csX101" fmla="*/ 90290 w 182970"/>
                <a:gd name="csY101" fmla="*/ 31052 h 56372"/>
                <a:gd name="csX102" fmla="*/ 90290 w 182970"/>
                <a:gd name="csY102" fmla="*/ 31052 h 56372"/>
                <a:gd name="csX103" fmla="*/ 90769 w 182970"/>
                <a:gd name="csY103" fmla="*/ 30575 h 56372"/>
                <a:gd name="csX104" fmla="*/ 90769 w 182970"/>
                <a:gd name="csY104" fmla="*/ 30097 h 56372"/>
                <a:gd name="csX105" fmla="*/ 90769 w 182970"/>
                <a:gd name="csY105" fmla="*/ 29619 h 56372"/>
                <a:gd name="csX106" fmla="*/ 90290 w 182970"/>
                <a:gd name="csY106" fmla="*/ 29141 h 56372"/>
                <a:gd name="csX107" fmla="*/ 89813 w 182970"/>
                <a:gd name="csY107" fmla="*/ 28664 h 56372"/>
                <a:gd name="csX108" fmla="*/ 89813 w 182970"/>
                <a:gd name="csY108" fmla="*/ 28664 h 56372"/>
                <a:gd name="csX109" fmla="*/ 90290 w 182970"/>
                <a:gd name="csY109" fmla="*/ 28186 h 56372"/>
                <a:gd name="csX110" fmla="*/ 91246 w 182970"/>
                <a:gd name="csY110" fmla="*/ 27231 h 56372"/>
                <a:gd name="csX111" fmla="*/ 94590 w 182970"/>
                <a:gd name="csY111" fmla="*/ 25320 h 56372"/>
                <a:gd name="csX112" fmla="*/ 97935 w 182970"/>
                <a:gd name="csY112" fmla="*/ 23409 h 56372"/>
                <a:gd name="csX113" fmla="*/ 98412 w 182970"/>
                <a:gd name="csY113" fmla="*/ 22453 h 56372"/>
                <a:gd name="csX114" fmla="*/ 99367 w 182970"/>
                <a:gd name="csY114" fmla="*/ 21498 h 56372"/>
                <a:gd name="csX115" fmla="*/ 100323 w 182970"/>
                <a:gd name="csY115" fmla="*/ 20065 h 56372"/>
                <a:gd name="csX116" fmla="*/ 101278 w 182970"/>
                <a:gd name="csY116" fmla="*/ 17676 h 56372"/>
                <a:gd name="csX117" fmla="*/ 102234 w 182970"/>
                <a:gd name="csY117" fmla="*/ 17198 h 56372"/>
                <a:gd name="csX118" fmla="*/ 104145 w 182970"/>
                <a:gd name="csY118" fmla="*/ 16721 h 56372"/>
                <a:gd name="csX119" fmla="*/ 110355 w 182970"/>
                <a:gd name="csY119" fmla="*/ 15765 h 56372"/>
                <a:gd name="csX120" fmla="*/ 112266 w 182970"/>
                <a:gd name="csY120" fmla="*/ 14809 h 56372"/>
                <a:gd name="csX121" fmla="*/ 115133 w 182970"/>
                <a:gd name="csY121" fmla="*/ 13376 h 56372"/>
                <a:gd name="csX122" fmla="*/ 116566 w 182970"/>
                <a:gd name="csY122" fmla="*/ 12421 h 56372"/>
                <a:gd name="csX123" fmla="*/ 117044 w 182970"/>
                <a:gd name="csY123" fmla="*/ 11465 h 56372"/>
                <a:gd name="csX124" fmla="*/ 117044 w 182970"/>
                <a:gd name="csY124" fmla="*/ 10032 h 56372"/>
                <a:gd name="csX125" fmla="*/ 118954 w 182970"/>
                <a:gd name="csY125" fmla="*/ 10032 h 56372"/>
                <a:gd name="csX126" fmla="*/ 118954 w 182970"/>
                <a:gd name="csY126" fmla="*/ 10032 h 56372"/>
                <a:gd name="csX127" fmla="*/ 120865 w 182970"/>
                <a:gd name="csY127" fmla="*/ 8121 h 56372"/>
                <a:gd name="csX128" fmla="*/ 122776 w 182970"/>
                <a:gd name="csY128" fmla="*/ 6210 h 56372"/>
                <a:gd name="csX129" fmla="*/ 126120 w 182970"/>
                <a:gd name="csY129" fmla="*/ 4777 h 56372"/>
                <a:gd name="csX130" fmla="*/ 129465 w 182970"/>
                <a:gd name="csY130" fmla="*/ 2866 h 56372"/>
                <a:gd name="csX131" fmla="*/ 130420 w 182970"/>
                <a:gd name="csY131" fmla="*/ 3344 h 56372"/>
                <a:gd name="csX132" fmla="*/ 131376 w 182970"/>
                <a:gd name="csY132" fmla="*/ 4299 h 56372"/>
                <a:gd name="csX133" fmla="*/ 131853 w 182970"/>
                <a:gd name="csY133" fmla="*/ 5255 h 56372"/>
                <a:gd name="csX134" fmla="*/ 131853 w 182970"/>
                <a:gd name="csY134" fmla="*/ 5255 h 56372"/>
                <a:gd name="csX135" fmla="*/ 132331 w 182970"/>
                <a:gd name="csY135" fmla="*/ 5733 h 56372"/>
                <a:gd name="csX136" fmla="*/ 136153 w 182970"/>
                <a:gd name="csY136" fmla="*/ 6210 h 56372"/>
                <a:gd name="csX137" fmla="*/ 136631 w 182970"/>
                <a:gd name="csY137" fmla="*/ 6210 h 56372"/>
                <a:gd name="csX138" fmla="*/ 139497 w 182970"/>
                <a:gd name="csY138" fmla="*/ 7166 h 56372"/>
                <a:gd name="csX139" fmla="*/ 142363 w 182970"/>
                <a:gd name="csY139" fmla="*/ 8599 h 56372"/>
                <a:gd name="csX140" fmla="*/ 143796 w 182970"/>
                <a:gd name="csY140" fmla="*/ 8599 h 56372"/>
                <a:gd name="csX141" fmla="*/ 144274 w 182970"/>
                <a:gd name="csY141" fmla="*/ 8599 h 56372"/>
                <a:gd name="csX142" fmla="*/ 145229 w 182970"/>
                <a:gd name="csY142" fmla="*/ 8121 h 56372"/>
                <a:gd name="csX143" fmla="*/ 145229 w 182970"/>
                <a:gd name="csY143" fmla="*/ 8121 h 56372"/>
                <a:gd name="csX144" fmla="*/ 145707 w 182970"/>
                <a:gd name="csY144" fmla="*/ 7166 h 56372"/>
                <a:gd name="csX145" fmla="*/ 146663 w 182970"/>
                <a:gd name="csY145" fmla="*/ 6688 h 56372"/>
                <a:gd name="csX146" fmla="*/ 147140 w 182970"/>
                <a:gd name="csY146" fmla="*/ 6210 h 56372"/>
                <a:gd name="csX147" fmla="*/ 147140 w 182970"/>
                <a:gd name="csY147" fmla="*/ 5255 h 56372"/>
                <a:gd name="csX148" fmla="*/ 150962 w 182970"/>
                <a:gd name="csY148" fmla="*/ 2866 h 56372"/>
                <a:gd name="csX149" fmla="*/ 154306 w 182970"/>
                <a:gd name="csY149" fmla="*/ 1433 h 56372"/>
                <a:gd name="csX150" fmla="*/ 157173 w 182970"/>
                <a:gd name="csY150" fmla="*/ 0 h 56372"/>
                <a:gd name="csX151" fmla="*/ 158128 w 182970"/>
                <a:gd name="csY151" fmla="*/ 478 h 56372"/>
                <a:gd name="csX152" fmla="*/ 159084 w 182970"/>
                <a:gd name="csY152" fmla="*/ 1433 h 56372"/>
                <a:gd name="csX153" fmla="*/ 160517 w 182970"/>
                <a:gd name="csY153" fmla="*/ 3822 h 56372"/>
                <a:gd name="csX154" fmla="*/ 160517 w 182970"/>
                <a:gd name="csY154" fmla="*/ 3822 h 56372"/>
                <a:gd name="csX155" fmla="*/ 161472 w 182970"/>
                <a:gd name="csY155" fmla="*/ 4299 h 56372"/>
                <a:gd name="csX156" fmla="*/ 163383 w 182970"/>
                <a:gd name="csY156" fmla="*/ 3822 h 56372"/>
                <a:gd name="csX157" fmla="*/ 163861 w 182970"/>
                <a:gd name="csY157" fmla="*/ 4299 h 56372"/>
                <a:gd name="csX158" fmla="*/ 163383 w 182970"/>
                <a:gd name="csY158" fmla="*/ 4777 h 56372"/>
                <a:gd name="csX159" fmla="*/ 163383 w 182970"/>
                <a:gd name="csY159" fmla="*/ 5255 h 56372"/>
                <a:gd name="csX160" fmla="*/ 161950 w 182970"/>
                <a:gd name="csY160" fmla="*/ 6210 h 56372"/>
                <a:gd name="csX161" fmla="*/ 160039 w 182970"/>
                <a:gd name="csY161" fmla="*/ 7166 h 56372"/>
                <a:gd name="csX162" fmla="*/ 159084 w 182970"/>
                <a:gd name="csY162" fmla="*/ 7644 h 56372"/>
                <a:gd name="csX163" fmla="*/ 159084 w 182970"/>
                <a:gd name="csY163" fmla="*/ 7644 h 56372"/>
                <a:gd name="csX164" fmla="*/ 159561 w 182970"/>
                <a:gd name="csY164" fmla="*/ 10032 h 56372"/>
                <a:gd name="csX165" fmla="*/ 159561 w 182970"/>
                <a:gd name="csY165" fmla="*/ 10032 h 56372"/>
                <a:gd name="csX166" fmla="*/ 159084 w 182970"/>
                <a:gd name="csY166" fmla="*/ 10988 h 56372"/>
                <a:gd name="csX167" fmla="*/ 160039 w 182970"/>
                <a:gd name="csY167" fmla="*/ 11465 h 56372"/>
                <a:gd name="csX168" fmla="*/ 160039 w 182970"/>
                <a:gd name="csY168" fmla="*/ 10988 h 56372"/>
                <a:gd name="csX169" fmla="*/ 163383 w 182970"/>
                <a:gd name="csY169" fmla="*/ 8599 h 56372"/>
                <a:gd name="csX170" fmla="*/ 165294 w 182970"/>
                <a:gd name="csY170" fmla="*/ 8121 h 56372"/>
                <a:gd name="csX171" fmla="*/ 165772 w 182970"/>
                <a:gd name="csY171" fmla="*/ 9077 h 56372"/>
                <a:gd name="csX172" fmla="*/ 166249 w 182970"/>
                <a:gd name="csY172" fmla="*/ 10032 h 56372"/>
                <a:gd name="csX173" fmla="*/ 167683 w 182970"/>
                <a:gd name="csY173" fmla="*/ 12899 h 56372"/>
                <a:gd name="csX174" fmla="*/ 168161 w 182970"/>
                <a:gd name="csY174" fmla="*/ 14332 h 56372"/>
                <a:gd name="csX175" fmla="*/ 168161 w 182970"/>
                <a:gd name="csY175" fmla="*/ 14332 h 56372"/>
                <a:gd name="csX176" fmla="*/ 164338 w 182970"/>
                <a:gd name="csY176" fmla="*/ 17676 h 56372"/>
                <a:gd name="csX177" fmla="*/ 162906 w 182970"/>
                <a:gd name="csY177" fmla="*/ 19109 h 56372"/>
                <a:gd name="csX178" fmla="*/ 163383 w 182970"/>
                <a:gd name="csY178" fmla="*/ 19587 h 56372"/>
                <a:gd name="csX179" fmla="*/ 162906 w 182970"/>
                <a:gd name="csY179" fmla="*/ 20542 h 56372"/>
                <a:gd name="csX180" fmla="*/ 161950 w 182970"/>
                <a:gd name="csY180" fmla="*/ 21020 h 56372"/>
                <a:gd name="csX181" fmla="*/ 162428 w 182970"/>
                <a:gd name="csY181" fmla="*/ 21498 h 56372"/>
                <a:gd name="csX182" fmla="*/ 162428 w 182970"/>
                <a:gd name="csY182" fmla="*/ 21498 h 56372"/>
                <a:gd name="csX183" fmla="*/ 162906 w 182970"/>
                <a:gd name="csY183" fmla="*/ 21975 h 56372"/>
                <a:gd name="csX184" fmla="*/ 163861 w 182970"/>
                <a:gd name="csY184" fmla="*/ 22453 h 56372"/>
                <a:gd name="csX185" fmla="*/ 163861 w 182970"/>
                <a:gd name="csY185" fmla="*/ 22453 h 56372"/>
                <a:gd name="csX186" fmla="*/ 164338 w 182970"/>
                <a:gd name="csY186" fmla="*/ 22453 h 56372"/>
                <a:gd name="csX187" fmla="*/ 165294 w 182970"/>
                <a:gd name="csY187" fmla="*/ 21498 h 56372"/>
                <a:gd name="csX188" fmla="*/ 168638 w 182970"/>
                <a:gd name="csY188" fmla="*/ 20542 h 56372"/>
                <a:gd name="csX189" fmla="*/ 169594 w 182970"/>
                <a:gd name="csY189" fmla="*/ 20542 h 56372"/>
                <a:gd name="csX190" fmla="*/ 171983 w 182970"/>
                <a:gd name="csY190" fmla="*/ 22453 h 56372"/>
                <a:gd name="csX191" fmla="*/ 172938 w 182970"/>
                <a:gd name="csY191" fmla="*/ 22453 h 56372"/>
                <a:gd name="csX192" fmla="*/ 175804 w 182970"/>
                <a:gd name="csY192" fmla="*/ 22931 h 56372"/>
                <a:gd name="csX193" fmla="*/ 177238 w 182970"/>
                <a:gd name="csY193" fmla="*/ 22453 h 56372"/>
                <a:gd name="csX194" fmla="*/ 177715 w 182970"/>
                <a:gd name="csY194" fmla="*/ 22453 h 56372"/>
                <a:gd name="csX195" fmla="*/ 177715 w 182970"/>
                <a:gd name="csY195" fmla="*/ 22453 h 56372"/>
                <a:gd name="csX196" fmla="*/ 179149 w 182970"/>
                <a:gd name="csY196" fmla="*/ 22931 h 56372"/>
                <a:gd name="csX197" fmla="*/ 182015 w 182970"/>
                <a:gd name="csY197" fmla="*/ 25320 h 56372"/>
                <a:gd name="csX198" fmla="*/ 182970 w 182970"/>
                <a:gd name="csY198" fmla="*/ 25320 h 56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</a:cxnLst>
              <a:rect l="l" t="t" r="r" b="b"/>
              <a:pathLst>
                <a:path w="182970" h="56372">
                  <a:moveTo>
                    <a:pt x="0" y="32486"/>
                  </a:moveTo>
                  <a:lnTo>
                    <a:pt x="0" y="32008"/>
                  </a:lnTo>
                  <a:lnTo>
                    <a:pt x="0" y="31530"/>
                  </a:lnTo>
                  <a:lnTo>
                    <a:pt x="0" y="31530"/>
                  </a:lnTo>
                  <a:lnTo>
                    <a:pt x="955" y="31052"/>
                  </a:lnTo>
                  <a:lnTo>
                    <a:pt x="3344" y="30575"/>
                  </a:lnTo>
                  <a:lnTo>
                    <a:pt x="6210" y="29619"/>
                  </a:lnTo>
                  <a:lnTo>
                    <a:pt x="7644" y="29141"/>
                  </a:lnTo>
                  <a:lnTo>
                    <a:pt x="8599" y="28664"/>
                  </a:lnTo>
                  <a:lnTo>
                    <a:pt x="9555" y="28186"/>
                  </a:lnTo>
                  <a:lnTo>
                    <a:pt x="10032" y="28186"/>
                  </a:lnTo>
                  <a:lnTo>
                    <a:pt x="12898" y="29141"/>
                  </a:lnTo>
                  <a:lnTo>
                    <a:pt x="13854" y="30097"/>
                  </a:lnTo>
                  <a:lnTo>
                    <a:pt x="14332" y="32008"/>
                  </a:lnTo>
                  <a:lnTo>
                    <a:pt x="14809" y="32486"/>
                  </a:lnTo>
                  <a:lnTo>
                    <a:pt x="14332" y="34874"/>
                  </a:lnTo>
                  <a:lnTo>
                    <a:pt x="12898" y="39651"/>
                  </a:lnTo>
                  <a:lnTo>
                    <a:pt x="12898" y="41563"/>
                  </a:lnTo>
                  <a:lnTo>
                    <a:pt x="14332" y="42996"/>
                  </a:lnTo>
                  <a:lnTo>
                    <a:pt x="14332" y="42996"/>
                  </a:lnTo>
                  <a:lnTo>
                    <a:pt x="15765" y="43951"/>
                  </a:lnTo>
                  <a:lnTo>
                    <a:pt x="15287" y="44429"/>
                  </a:lnTo>
                  <a:lnTo>
                    <a:pt x="12898" y="45862"/>
                  </a:lnTo>
                  <a:lnTo>
                    <a:pt x="12898" y="45862"/>
                  </a:lnTo>
                  <a:lnTo>
                    <a:pt x="12421" y="46817"/>
                  </a:lnTo>
                  <a:lnTo>
                    <a:pt x="12898" y="47773"/>
                  </a:lnTo>
                  <a:lnTo>
                    <a:pt x="13854" y="48251"/>
                  </a:lnTo>
                  <a:lnTo>
                    <a:pt x="14332" y="49206"/>
                  </a:lnTo>
                  <a:lnTo>
                    <a:pt x="14809" y="51117"/>
                  </a:lnTo>
                  <a:lnTo>
                    <a:pt x="16242" y="51595"/>
                  </a:lnTo>
                  <a:lnTo>
                    <a:pt x="18631" y="53028"/>
                  </a:lnTo>
                  <a:lnTo>
                    <a:pt x="20542" y="53983"/>
                  </a:lnTo>
                  <a:lnTo>
                    <a:pt x="24364" y="53506"/>
                  </a:lnTo>
                  <a:lnTo>
                    <a:pt x="25319" y="53983"/>
                  </a:lnTo>
                  <a:lnTo>
                    <a:pt x="25319" y="53983"/>
                  </a:lnTo>
                  <a:lnTo>
                    <a:pt x="27230" y="54461"/>
                  </a:lnTo>
                  <a:lnTo>
                    <a:pt x="28664" y="54461"/>
                  </a:lnTo>
                  <a:lnTo>
                    <a:pt x="29619" y="54939"/>
                  </a:lnTo>
                  <a:lnTo>
                    <a:pt x="30097" y="54939"/>
                  </a:lnTo>
                  <a:lnTo>
                    <a:pt x="30097" y="55417"/>
                  </a:lnTo>
                  <a:lnTo>
                    <a:pt x="29619" y="55417"/>
                  </a:lnTo>
                  <a:lnTo>
                    <a:pt x="30097" y="55894"/>
                  </a:lnTo>
                  <a:lnTo>
                    <a:pt x="32008" y="56372"/>
                  </a:lnTo>
                  <a:lnTo>
                    <a:pt x="32963" y="56372"/>
                  </a:lnTo>
                  <a:lnTo>
                    <a:pt x="36307" y="55894"/>
                  </a:lnTo>
                  <a:lnTo>
                    <a:pt x="40129" y="55417"/>
                  </a:lnTo>
                  <a:lnTo>
                    <a:pt x="41562" y="53506"/>
                  </a:lnTo>
                  <a:lnTo>
                    <a:pt x="42517" y="53506"/>
                  </a:lnTo>
                  <a:lnTo>
                    <a:pt x="44428" y="52550"/>
                  </a:lnTo>
                  <a:lnTo>
                    <a:pt x="45862" y="53028"/>
                  </a:lnTo>
                  <a:lnTo>
                    <a:pt x="46340" y="53506"/>
                  </a:lnTo>
                  <a:lnTo>
                    <a:pt x="48728" y="54461"/>
                  </a:lnTo>
                  <a:lnTo>
                    <a:pt x="49683" y="54939"/>
                  </a:lnTo>
                  <a:lnTo>
                    <a:pt x="52072" y="54939"/>
                  </a:lnTo>
                  <a:lnTo>
                    <a:pt x="54461" y="54939"/>
                  </a:lnTo>
                  <a:lnTo>
                    <a:pt x="60194" y="54461"/>
                  </a:lnTo>
                  <a:lnTo>
                    <a:pt x="60194" y="54461"/>
                  </a:lnTo>
                  <a:lnTo>
                    <a:pt x="63060" y="54461"/>
                  </a:lnTo>
                  <a:lnTo>
                    <a:pt x="65926" y="53028"/>
                  </a:lnTo>
                  <a:lnTo>
                    <a:pt x="66404" y="53028"/>
                  </a:lnTo>
                  <a:lnTo>
                    <a:pt x="67837" y="54461"/>
                  </a:lnTo>
                  <a:lnTo>
                    <a:pt x="70704" y="54461"/>
                  </a:lnTo>
                  <a:lnTo>
                    <a:pt x="72615" y="53983"/>
                  </a:lnTo>
                  <a:lnTo>
                    <a:pt x="74048" y="53506"/>
                  </a:lnTo>
                  <a:lnTo>
                    <a:pt x="75481" y="53028"/>
                  </a:lnTo>
                  <a:lnTo>
                    <a:pt x="75959" y="53028"/>
                  </a:lnTo>
                  <a:lnTo>
                    <a:pt x="77392" y="53506"/>
                  </a:lnTo>
                  <a:lnTo>
                    <a:pt x="78347" y="53028"/>
                  </a:lnTo>
                  <a:lnTo>
                    <a:pt x="78825" y="52072"/>
                  </a:lnTo>
                  <a:lnTo>
                    <a:pt x="78825" y="51117"/>
                  </a:lnTo>
                  <a:lnTo>
                    <a:pt x="77870" y="49684"/>
                  </a:lnTo>
                  <a:lnTo>
                    <a:pt x="77392" y="48728"/>
                  </a:lnTo>
                  <a:lnTo>
                    <a:pt x="76914" y="48251"/>
                  </a:lnTo>
                  <a:lnTo>
                    <a:pt x="77392" y="47295"/>
                  </a:lnTo>
                  <a:lnTo>
                    <a:pt x="77870" y="45862"/>
                  </a:lnTo>
                  <a:lnTo>
                    <a:pt x="78825" y="44429"/>
                  </a:lnTo>
                  <a:lnTo>
                    <a:pt x="78347" y="42996"/>
                  </a:lnTo>
                  <a:lnTo>
                    <a:pt x="76914" y="41085"/>
                  </a:lnTo>
                  <a:lnTo>
                    <a:pt x="76437" y="41085"/>
                  </a:lnTo>
                  <a:lnTo>
                    <a:pt x="74526" y="41563"/>
                  </a:lnTo>
                  <a:lnTo>
                    <a:pt x="72137" y="41563"/>
                  </a:lnTo>
                  <a:lnTo>
                    <a:pt x="70226" y="40129"/>
                  </a:lnTo>
                  <a:lnTo>
                    <a:pt x="69271" y="39174"/>
                  </a:lnTo>
                  <a:lnTo>
                    <a:pt x="68793" y="37740"/>
                  </a:lnTo>
                  <a:lnTo>
                    <a:pt x="69271" y="36785"/>
                  </a:lnTo>
                  <a:lnTo>
                    <a:pt x="69748" y="35352"/>
                  </a:lnTo>
                  <a:lnTo>
                    <a:pt x="69748" y="34874"/>
                  </a:lnTo>
                  <a:lnTo>
                    <a:pt x="71659" y="34874"/>
                  </a:lnTo>
                  <a:lnTo>
                    <a:pt x="73570" y="35352"/>
                  </a:lnTo>
                  <a:lnTo>
                    <a:pt x="75481" y="35352"/>
                  </a:lnTo>
                  <a:lnTo>
                    <a:pt x="76914" y="35352"/>
                  </a:lnTo>
                  <a:lnTo>
                    <a:pt x="79303" y="33919"/>
                  </a:lnTo>
                  <a:lnTo>
                    <a:pt x="80258" y="33919"/>
                  </a:lnTo>
                  <a:lnTo>
                    <a:pt x="81692" y="33441"/>
                  </a:lnTo>
                  <a:lnTo>
                    <a:pt x="82169" y="33441"/>
                  </a:lnTo>
                  <a:lnTo>
                    <a:pt x="82647" y="33441"/>
                  </a:lnTo>
                  <a:lnTo>
                    <a:pt x="84080" y="33441"/>
                  </a:lnTo>
                  <a:lnTo>
                    <a:pt x="85513" y="33441"/>
                  </a:lnTo>
                  <a:lnTo>
                    <a:pt x="86469" y="33441"/>
                  </a:lnTo>
                  <a:lnTo>
                    <a:pt x="86947" y="32963"/>
                  </a:lnTo>
                  <a:lnTo>
                    <a:pt x="87902" y="32486"/>
                  </a:lnTo>
                  <a:lnTo>
                    <a:pt x="90290" y="31052"/>
                  </a:lnTo>
                  <a:lnTo>
                    <a:pt x="90290" y="31052"/>
                  </a:lnTo>
                  <a:lnTo>
                    <a:pt x="90769" y="30575"/>
                  </a:lnTo>
                  <a:lnTo>
                    <a:pt x="90769" y="30097"/>
                  </a:lnTo>
                  <a:lnTo>
                    <a:pt x="90769" y="29619"/>
                  </a:lnTo>
                  <a:lnTo>
                    <a:pt x="90290" y="29141"/>
                  </a:lnTo>
                  <a:lnTo>
                    <a:pt x="89813" y="28664"/>
                  </a:lnTo>
                  <a:lnTo>
                    <a:pt x="89813" y="28664"/>
                  </a:lnTo>
                  <a:lnTo>
                    <a:pt x="90290" y="28186"/>
                  </a:lnTo>
                  <a:lnTo>
                    <a:pt x="91246" y="27231"/>
                  </a:lnTo>
                  <a:lnTo>
                    <a:pt x="94590" y="25320"/>
                  </a:lnTo>
                  <a:lnTo>
                    <a:pt x="97935" y="23409"/>
                  </a:lnTo>
                  <a:lnTo>
                    <a:pt x="98412" y="22453"/>
                  </a:lnTo>
                  <a:lnTo>
                    <a:pt x="99367" y="21498"/>
                  </a:lnTo>
                  <a:lnTo>
                    <a:pt x="100323" y="20065"/>
                  </a:lnTo>
                  <a:lnTo>
                    <a:pt x="101278" y="17676"/>
                  </a:lnTo>
                  <a:lnTo>
                    <a:pt x="102234" y="17198"/>
                  </a:lnTo>
                  <a:lnTo>
                    <a:pt x="104145" y="16721"/>
                  </a:lnTo>
                  <a:lnTo>
                    <a:pt x="110355" y="15765"/>
                  </a:lnTo>
                  <a:lnTo>
                    <a:pt x="112266" y="14809"/>
                  </a:lnTo>
                  <a:lnTo>
                    <a:pt x="115133" y="13376"/>
                  </a:lnTo>
                  <a:lnTo>
                    <a:pt x="116566" y="12421"/>
                  </a:lnTo>
                  <a:lnTo>
                    <a:pt x="117044" y="11465"/>
                  </a:lnTo>
                  <a:lnTo>
                    <a:pt x="117044" y="10032"/>
                  </a:lnTo>
                  <a:lnTo>
                    <a:pt x="118954" y="10032"/>
                  </a:lnTo>
                  <a:lnTo>
                    <a:pt x="118954" y="10032"/>
                  </a:lnTo>
                  <a:lnTo>
                    <a:pt x="120865" y="8121"/>
                  </a:lnTo>
                  <a:lnTo>
                    <a:pt x="122776" y="6210"/>
                  </a:lnTo>
                  <a:lnTo>
                    <a:pt x="126120" y="4777"/>
                  </a:lnTo>
                  <a:lnTo>
                    <a:pt x="129465" y="2866"/>
                  </a:lnTo>
                  <a:lnTo>
                    <a:pt x="130420" y="3344"/>
                  </a:lnTo>
                  <a:lnTo>
                    <a:pt x="131376" y="4299"/>
                  </a:lnTo>
                  <a:lnTo>
                    <a:pt x="131853" y="5255"/>
                  </a:lnTo>
                  <a:lnTo>
                    <a:pt x="131853" y="5255"/>
                  </a:lnTo>
                  <a:lnTo>
                    <a:pt x="132331" y="5733"/>
                  </a:lnTo>
                  <a:lnTo>
                    <a:pt x="136153" y="6210"/>
                  </a:lnTo>
                  <a:lnTo>
                    <a:pt x="136631" y="6210"/>
                  </a:lnTo>
                  <a:lnTo>
                    <a:pt x="139497" y="7166"/>
                  </a:lnTo>
                  <a:lnTo>
                    <a:pt x="142363" y="8599"/>
                  </a:lnTo>
                  <a:lnTo>
                    <a:pt x="143796" y="8599"/>
                  </a:lnTo>
                  <a:lnTo>
                    <a:pt x="144274" y="8599"/>
                  </a:lnTo>
                  <a:lnTo>
                    <a:pt x="145229" y="8121"/>
                  </a:lnTo>
                  <a:lnTo>
                    <a:pt x="145229" y="8121"/>
                  </a:lnTo>
                  <a:lnTo>
                    <a:pt x="145707" y="7166"/>
                  </a:lnTo>
                  <a:lnTo>
                    <a:pt x="146663" y="6688"/>
                  </a:lnTo>
                  <a:lnTo>
                    <a:pt x="147140" y="6210"/>
                  </a:lnTo>
                  <a:lnTo>
                    <a:pt x="147140" y="5255"/>
                  </a:lnTo>
                  <a:lnTo>
                    <a:pt x="150962" y="2866"/>
                  </a:lnTo>
                  <a:lnTo>
                    <a:pt x="154306" y="1433"/>
                  </a:lnTo>
                  <a:lnTo>
                    <a:pt x="157173" y="0"/>
                  </a:lnTo>
                  <a:lnTo>
                    <a:pt x="158128" y="478"/>
                  </a:lnTo>
                  <a:lnTo>
                    <a:pt x="159084" y="1433"/>
                  </a:lnTo>
                  <a:lnTo>
                    <a:pt x="160517" y="3822"/>
                  </a:lnTo>
                  <a:lnTo>
                    <a:pt x="160517" y="3822"/>
                  </a:lnTo>
                  <a:lnTo>
                    <a:pt x="161472" y="4299"/>
                  </a:lnTo>
                  <a:lnTo>
                    <a:pt x="163383" y="3822"/>
                  </a:lnTo>
                  <a:lnTo>
                    <a:pt x="163861" y="4299"/>
                  </a:lnTo>
                  <a:lnTo>
                    <a:pt x="163383" y="4777"/>
                  </a:lnTo>
                  <a:lnTo>
                    <a:pt x="163383" y="5255"/>
                  </a:lnTo>
                  <a:lnTo>
                    <a:pt x="161950" y="6210"/>
                  </a:lnTo>
                  <a:lnTo>
                    <a:pt x="160039" y="7166"/>
                  </a:lnTo>
                  <a:lnTo>
                    <a:pt x="159084" y="7644"/>
                  </a:lnTo>
                  <a:lnTo>
                    <a:pt x="159084" y="7644"/>
                  </a:lnTo>
                  <a:lnTo>
                    <a:pt x="159561" y="10032"/>
                  </a:lnTo>
                  <a:lnTo>
                    <a:pt x="159561" y="10032"/>
                  </a:lnTo>
                  <a:lnTo>
                    <a:pt x="159084" y="10988"/>
                  </a:lnTo>
                  <a:lnTo>
                    <a:pt x="160039" y="11465"/>
                  </a:lnTo>
                  <a:lnTo>
                    <a:pt x="160039" y="10988"/>
                  </a:lnTo>
                  <a:lnTo>
                    <a:pt x="163383" y="8599"/>
                  </a:lnTo>
                  <a:lnTo>
                    <a:pt x="165294" y="8121"/>
                  </a:lnTo>
                  <a:lnTo>
                    <a:pt x="165772" y="9077"/>
                  </a:lnTo>
                  <a:lnTo>
                    <a:pt x="166249" y="10032"/>
                  </a:lnTo>
                  <a:lnTo>
                    <a:pt x="167683" y="12899"/>
                  </a:lnTo>
                  <a:lnTo>
                    <a:pt x="168161" y="14332"/>
                  </a:lnTo>
                  <a:lnTo>
                    <a:pt x="168161" y="14332"/>
                  </a:lnTo>
                  <a:lnTo>
                    <a:pt x="164338" y="17676"/>
                  </a:lnTo>
                  <a:lnTo>
                    <a:pt x="162906" y="19109"/>
                  </a:lnTo>
                  <a:lnTo>
                    <a:pt x="163383" y="19587"/>
                  </a:lnTo>
                  <a:lnTo>
                    <a:pt x="162906" y="20542"/>
                  </a:lnTo>
                  <a:lnTo>
                    <a:pt x="161950" y="21020"/>
                  </a:lnTo>
                  <a:lnTo>
                    <a:pt x="162428" y="21498"/>
                  </a:lnTo>
                  <a:lnTo>
                    <a:pt x="162428" y="21498"/>
                  </a:lnTo>
                  <a:lnTo>
                    <a:pt x="162906" y="21975"/>
                  </a:lnTo>
                  <a:lnTo>
                    <a:pt x="163861" y="22453"/>
                  </a:lnTo>
                  <a:lnTo>
                    <a:pt x="163861" y="22453"/>
                  </a:lnTo>
                  <a:lnTo>
                    <a:pt x="164338" y="22453"/>
                  </a:lnTo>
                  <a:lnTo>
                    <a:pt x="165294" y="21498"/>
                  </a:lnTo>
                  <a:lnTo>
                    <a:pt x="168638" y="20542"/>
                  </a:lnTo>
                  <a:lnTo>
                    <a:pt x="169594" y="20542"/>
                  </a:lnTo>
                  <a:lnTo>
                    <a:pt x="171983" y="22453"/>
                  </a:lnTo>
                  <a:lnTo>
                    <a:pt x="172938" y="22453"/>
                  </a:lnTo>
                  <a:lnTo>
                    <a:pt x="175804" y="22931"/>
                  </a:lnTo>
                  <a:lnTo>
                    <a:pt x="177238" y="22453"/>
                  </a:lnTo>
                  <a:lnTo>
                    <a:pt x="177715" y="22453"/>
                  </a:lnTo>
                  <a:lnTo>
                    <a:pt x="177715" y="22453"/>
                  </a:lnTo>
                  <a:lnTo>
                    <a:pt x="179149" y="22931"/>
                  </a:lnTo>
                  <a:lnTo>
                    <a:pt x="182015" y="25320"/>
                  </a:lnTo>
                  <a:lnTo>
                    <a:pt x="182970" y="2532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4" name="Freeform 4623">
              <a:extLst>
                <a:ext uri="{FF2B5EF4-FFF2-40B4-BE49-F238E27FC236}">
                  <a16:creationId xmlns:a16="http://schemas.microsoft.com/office/drawing/2014/main" id="{54AE02E3-137D-9AA6-C29C-D0BD29EFCCAE}"/>
                </a:ext>
              </a:extLst>
            </p:cNvPr>
            <p:cNvSpPr/>
            <p:nvPr/>
          </p:nvSpPr>
          <p:spPr>
            <a:xfrm>
              <a:off x="7583171" y="4231847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0 w 477"/>
                <a:gd name="csY1" fmla="*/ 1433 h 1433"/>
                <a:gd name="csX2" fmla="*/ 478 w 477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0" y="1433"/>
                  </a:lnTo>
                  <a:lnTo>
                    <a:pt x="478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5" name="Freeform 4624">
              <a:extLst>
                <a:ext uri="{FF2B5EF4-FFF2-40B4-BE49-F238E27FC236}">
                  <a16:creationId xmlns:a16="http://schemas.microsoft.com/office/drawing/2014/main" id="{B90448EE-1BF3-4E0B-1CFD-EE609A8FCC9E}"/>
                </a:ext>
              </a:extLst>
            </p:cNvPr>
            <p:cNvSpPr/>
            <p:nvPr/>
          </p:nvSpPr>
          <p:spPr>
            <a:xfrm>
              <a:off x="7572183" y="4230414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6" name="Freeform 4625">
              <a:extLst>
                <a:ext uri="{FF2B5EF4-FFF2-40B4-BE49-F238E27FC236}">
                  <a16:creationId xmlns:a16="http://schemas.microsoft.com/office/drawing/2014/main" id="{1FACFAA4-C1CB-6B11-C21E-4727811B11AC}"/>
                </a:ext>
              </a:extLst>
            </p:cNvPr>
            <p:cNvSpPr/>
            <p:nvPr/>
          </p:nvSpPr>
          <p:spPr>
            <a:xfrm>
              <a:off x="7562628" y="4225636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5 h 955"/>
                <a:gd name="csX2" fmla="*/ 478 w 477"/>
                <a:gd name="csY2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5"/>
                  </a:lnTo>
                  <a:lnTo>
                    <a:pt x="478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7" name="Freeform 4626">
              <a:extLst>
                <a:ext uri="{FF2B5EF4-FFF2-40B4-BE49-F238E27FC236}">
                  <a16:creationId xmlns:a16="http://schemas.microsoft.com/office/drawing/2014/main" id="{93FE80CF-4EF0-F78B-5D91-24F3F45424E4}"/>
                </a:ext>
              </a:extLst>
            </p:cNvPr>
            <p:cNvSpPr/>
            <p:nvPr/>
          </p:nvSpPr>
          <p:spPr>
            <a:xfrm>
              <a:off x="7493358" y="4199839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5 w 955"/>
                <a:gd name="csY1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5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8" name="Freeform 4627">
              <a:extLst>
                <a:ext uri="{FF2B5EF4-FFF2-40B4-BE49-F238E27FC236}">
                  <a16:creationId xmlns:a16="http://schemas.microsoft.com/office/drawing/2014/main" id="{700A13A1-ACE3-0E82-7AD8-7FA209A4EF21}"/>
                </a:ext>
              </a:extLst>
            </p:cNvPr>
            <p:cNvSpPr/>
            <p:nvPr/>
          </p:nvSpPr>
          <p:spPr>
            <a:xfrm>
              <a:off x="7471382" y="4184074"/>
              <a:ext cx="1432" cy="4777"/>
            </a:xfrm>
            <a:custGeom>
              <a:avLst/>
              <a:gdLst>
                <a:gd name="csX0" fmla="*/ 1433 w 1432"/>
                <a:gd name="csY0" fmla="*/ 0 h 4777"/>
                <a:gd name="csX1" fmla="*/ 1433 w 1432"/>
                <a:gd name="csY1" fmla="*/ 0 h 4777"/>
                <a:gd name="csX2" fmla="*/ 478 w 1432"/>
                <a:gd name="csY2" fmla="*/ 2389 h 4777"/>
                <a:gd name="csX3" fmla="*/ 0 w 1432"/>
                <a:gd name="csY3" fmla="*/ 4777 h 4777"/>
                <a:gd name="csX4" fmla="*/ 0 w 1432"/>
                <a:gd name="csY4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4777">
                  <a:moveTo>
                    <a:pt x="1433" y="0"/>
                  </a:moveTo>
                  <a:lnTo>
                    <a:pt x="1433" y="0"/>
                  </a:lnTo>
                  <a:lnTo>
                    <a:pt x="478" y="2389"/>
                  </a:lnTo>
                  <a:lnTo>
                    <a:pt x="0" y="4777"/>
                  </a:lnTo>
                  <a:lnTo>
                    <a:pt x="0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9" name="Freeform 4628">
              <a:extLst>
                <a:ext uri="{FF2B5EF4-FFF2-40B4-BE49-F238E27FC236}">
                  <a16:creationId xmlns:a16="http://schemas.microsoft.com/office/drawing/2014/main" id="{AB74CBC6-922B-99DF-0B83-903D149D1F47}"/>
                </a:ext>
              </a:extLst>
            </p:cNvPr>
            <p:cNvSpPr/>
            <p:nvPr/>
          </p:nvSpPr>
          <p:spPr>
            <a:xfrm>
              <a:off x="7473771" y="4177386"/>
              <a:ext cx="1432" cy="6210"/>
            </a:xfrm>
            <a:custGeom>
              <a:avLst/>
              <a:gdLst>
                <a:gd name="csX0" fmla="*/ 1433 w 1432"/>
                <a:gd name="csY0" fmla="*/ 0 h 6210"/>
                <a:gd name="csX1" fmla="*/ 1433 w 1432"/>
                <a:gd name="csY1" fmla="*/ 2389 h 6210"/>
                <a:gd name="csX2" fmla="*/ 955 w 1432"/>
                <a:gd name="csY2" fmla="*/ 4777 h 6210"/>
                <a:gd name="csX3" fmla="*/ 0 w 1432"/>
                <a:gd name="csY3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6210">
                  <a:moveTo>
                    <a:pt x="1433" y="0"/>
                  </a:moveTo>
                  <a:lnTo>
                    <a:pt x="1433" y="2389"/>
                  </a:lnTo>
                  <a:lnTo>
                    <a:pt x="955" y="4777"/>
                  </a:lnTo>
                  <a:lnTo>
                    <a:pt x="0" y="62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0" name="Freeform 4629">
              <a:extLst>
                <a:ext uri="{FF2B5EF4-FFF2-40B4-BE49-F238E27FC236}">
                  <a16:creationId xmlns:a16="http://schemas.microsoft.com/office/drawing/2014/main" id="{CAE9F523-EA5E-A640-5A44-4E8BE1C80F57}"/>
                </a:ext>
              </a:extLst>
            </p:cNvPr>
            <p:cNvSpPr/>
            <p:nvPr/>
          </p:nvSpPr>
          <p:spPr>
            <a:xfrm>
              <a:off x="7480937" y="4165442"/>
              <a:ext cx="2866" cy="1911"/>
            </a:xfrm>
            <a:custGeom>
              <a:avLst/>
              <a:gdLst>
                <a:gd name="csX0" fmla="*/ 2866 w 2866"/>
                <a:gd name="csY0" fmla="*/ 0 h 1911"/>
                <a:gd name="csX1" fmla="*/ 1433 w 2866"/>
                <a:gd name="csY1" fmla="*/ 956 h 1911"/>
                <a:gd name="csX2" fmla="*/ 0 w 2866"/>
                <a:gd name="csY2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1911">
                  <a:moveTo>
                    <a:pt x="2866" y="0"/>
                  </a:moveTo>
                  <a:lnTo>
                    <a:pt x="1433" y="956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1" name="Freeform 4630">
              <a:extLst>
                <a:ext uri="{FF2B5EF4-FFF2-40B4-BE49-F238E27FC236}">
                  <a16:creationId xmlns:a16="http://schemas.microsoft.com/office/drawing/2014/main" id="{C0829E49-4740-D598-6A84-D0724996A803}"/>
                </a:ext>
              </a:extLst>
            </p:cNvPr>
            <p:cNvSpPr/>
            <p:nvPr/>
          </p:nvSpPr>
          <p:spPr>
            <a:xfrm>
              <a:off x="7447496" y="4135346"/>
              <a:ext cx="42518" cy="26752"/>
            </a:xfrm>
            <a:custGeom>
              <a:avLst/>
              <a:gdLst>
                <a:gd name="csX0" fmla="*/ 478 w 42518"/>
                <a:gd name="csY0" fmla="*/ 3822 h 26752"/>
                <a:gd name="csX1" fmla="*/ 0 w 42518"/>
                <a:gd name="csY1" fmla="*/ 2866 h 26752"/>
                <a:gd name="csX2" fmla="*/ 955 w 42518"/>
                <a:gd name="csY2" fmla="*/ 1911 h 26752"/>
                <a:gd name="csX3" fmla="*/ 1911 w 42518"/>
                <a:gd name="csY3" fmla="*/ 1911 h 26752"/>
                <a:gd name="csX4" fmla="*/ 2389 w 42518"/>
                <a:gd name="csY4" fmla="*/ 2389 h 26752"/>
                <a:gd name="csX5" fmla="*/ 3344 w 42518"/>
                <a:gd name="csY5" fmla="*/ 478 h 26752"/>
                <a:gd name="csX6" fmla="*/ 3821 w 42518"/>
                <a:gd name="csY6" fmla="*/ 0 h 26752"/>
                <a:gd name="csX7" fmla="*/ 5255 w 42518"/>
                <a:gd name="csY7" fmla="*/ 478 h 26752"/>
                <a:gd name="csX8" fmla="*/ 7644 w 42518"/>
                <a:gd name="csY8" fmla="*/ 3822 h 26752"/>
                <a:gd name="csX9" fmla="*/ 9555 w 42518"/>
                <a:gd name="csY9" fmla="*/ 6688 h 26752"/>
                <a:gd name="csX10" fmla="*/ 10032 w 42518"/>
                <a:gd name="csY10" fmla="*/ 7166 h 26752"/>
                <a:gd name="csX11" fmla="*/ 10032 w 42518"/>
                <a:gd name="csY11" fmla="*/ 7644 h 26752"/>
                <a:gd name="csX12" fmla="*/ 10510 w 42518"/>
                <a:gd name="csY12" fmla="*/ 7644 h 26752"/>
                <a:gd name="csX13" fmla="*/ 12898 w 42518"/>
                <a:gd name="csY13" fmla="*/ 9077 h 26752"/>
                <a:gd name="csX14" fmla="*/ 14332 w 42518"/>
                <a:gd name="csY14" fmla="*/ 10032 h 26752"/>
                <a:gd name="csX15" fmla="*/ 16243 w 42518"/>
                <a:gd name="csY15" fmla="*/ 10032 h 26752"/>
                <a:gd name="csX16" fmla="*/ 18632 w 42518"/>
                <a:gd name="csY16" fmla="*/ 9555 h 26752"/>
                <a:gd name="csX17" fmla="*/ 20064 w 42518"/>
                <a:gd name="csY17" fmla="*/ 10510 h 26752"/>
                <a:gd name="csX18" fmla="*/ 21020 w 42518"/>
                <a:gd name="csY18" fmla="*/ 11466 h 26752"/>
                <a:gd name="csX19" fmla="*/ 21020 w 42518"/>
                <a:gd name="csY19" fmla="*/ 11466 h 26752"/>
                <a:gd name="csX20" fmla="*/ 21020 w 42518"/>
                <a:gd name="csY20" fmla="*/ 11466 h 26752"/>
                <a:gd name="csX21" fmla="*/ 24364 w 42518"/>
                <a:gd name="csY21" fmla="*/ 13854 h 26752"/>
                <a:gd name="csX22" fmla="*/ 25798 w 42518"/>
                <a:gd name="csY22" fmla="*/ 13376 h 26752"/>
                <a:gd name="csX23" fmla="*/ 26753 w 42518"/>
                <a:gd name="csY23" fmla="*/ 14332 h 26752"/>
                <a:gd name="csX24" fmla="*/ 26753 w 42518"/>
                <a:gd name="csY24" fmla="*/ 15765 h 26752"/>
                <a:gd name="csX25" fmla="*/ 26275 w 42518"/>
                <a:gd name="csY25" fmla="*/ 17198 h 26752"/>
                <a:gd name="csX26" fmla="*/ 26753 w 42518"/>
                <a:gd name="csY26" fmla="*/ 18154 h 26752"/>
                <a:gd name="csX27" fmla="*/ 27708 w 42518"/>
                <a:gd name="csY27" fmla="*/ 18154 h 26752"/>
                <a:gd name="csX28" fmla="*/ 31052 w 42518"/>
                <a:gd name="csY28" fmla="*/ 19587 h 26752"/>
                <a:gd name="csX29" fmla="*/ 33441 w 42518"/>
                <a:gd name="csY29" fmla="*/ 20542 h 26752"/>
                <a:gd name="csX30" fmla="*/ 34874 w 42518"/>
                <a:gd name="csY30" fmla="*/ 20542 h 26752"/>
                <a:gd name="csX31" fmla="*/ 36307 w 42518"/>
                <a:gd name="csY31" fmla="*/ 21498 h 26752"/>
                <a:gd name="csX32" fmla="*/ 37741 w 42518"/>
                <a:gd name="csY32" fmla="*/ 22453 h 26752"/>
                <a:gd name="csX33" fmla="*/ 40129 w 42518"/>
                <a:gd name="csY33" fmla="*/ 23886 h 26752"/>
                <a:gd name="csX34" fmla="*/ 42518 w 42518"/>
                <a:gd name="csY34" fmla="*/ 25320 h 26752"/>
                <a:gd name="csX35" fmla="*/ 42518 w 42518"/>
                <a:gd name="csY35" fmla="*/ 26753 h 26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42518" h="26752">
                  <a:moveTo>
                    <a:pt x="478" y="3822"/>
                  </a:moveTo>
                  <a:lnTo>
                    <a:pt x="0" y="2866"/>
                  </a:lnTo>
                  <a:lnTo>
                    <a:pt x="955" y="1911"/>
                  </a:lnTo>
                  <a:lnTo>
                    <a:pt x="1911" y="1911"/>
                  </a:lnTo>
                  <a:lnTo>
                    <a:pt x="2389" y="2389"/>
                  </a:lnTo>
                  <a:lnTo>
                    <a:pt x="3344" y="478"/>
                  </a:lnTo>
                  <a:lnTo>
                    <a:pt x="3821" y="0"/>
                  </a:lnTo>
                  <a:lnTo>
                    <a:pt x="5255" y="478"/>
                  </a:lnTo>
                  <a:lnTo>
                    <a:pt x="7644" y="3822"/>
                  </a:lnTo>
                  <a:lnTo>
                    <a:pt x="9555" y="6688"/>
                  </a:lnTo>
                  <a:lnTo>
                    <a:pt x="10032" y="7166"/>
                  </a:lnTo>
                  <a:lnTo>
                    <a:pt x="10032" y="7644"/>
                  </a:lnTo>
                  <a:lnTo>
                    <a:pt x="10510" y="7644"/>
                  </a:lnTo>
                  <a:lnTo>
                    <a:pt x="12898" y="9077"/>
                  </a:lnTo>
                  <a:lnTo>
                    <a:pt x="14332" y="10032"/>
                  </a:lnTo>
                  <a:lnTo>
                    <a:pt x="16243" y="10032"/>
                  </a:lnTo>
                  <a:lnTo>
                    <a:pt x="18632" y="9555"/>
                  </a:lnTo>
                  <a:lnTo>
                    <a:pt x="20064" y="10510"/>
                  </a:lnTo>
                  <a:lnTo>
                    <a:pt x="21020" y="11466"/>
                  </a:lnTo>
                  <a:lnTo>
                    <a:pt x="21020" y="11466"/>
                  </a:lnTo>
                  <a:lnTo>
                    <a:pt x="21020" y="11466"/>
                  </a:lnTo>
                  <a:lnTo>
                    <a:pt x="24364" y="13854"/>
                  </a:lnTo>
                  <a:lnTo>
                    <a:pt x="25798" y="13376"/>
                  </a:lnTo>
                  <a:lnTo>
                    <a:pt x="26753" y="14332"/>
                  </a:lnTo>
                  <a:lnTo>
                    <a:pt x="26753" y="15765"/>
                  </a:lnTo>
                  <a:lnTo>
                    <a:pt x="26275" y="17198"/>
                  </a:lnTo>
                  <a:lnTo>
                    <a:pt x="26753" y="18154"/>
                  </a:lnTo>
                  <a:lnTo>
                    <a:pt x="27708" y="18154"/>
                  </a:lnTo>
                  <a:lnTo>
                    <a:pt x="31052" y="19587"/>
                  </a:lnTo>
                  <a:lnTo>
                    <a:pt x="33441" y="20542"/>
                  </a:lnTo>
                  <a:lnTo>
                    <a:pt x="34874" y="20542"/>
                  </a:lnTo>
                  <a:lnTo>
                    <a:pt x="36307" y="21498"/>
                  </a:lnTo>
                  <a:lnTo>
                    <a:pt x="37741" y="22453"/>
                  </a:lnTo>
                  <a:lnTo>
                    <a:pt x="40129" y="23886"/>
                  </a:lnTo>
                  <a:lnTo>
                    <a:pt x="42518" y="25320"/>
                  </a:lnTo>
                  <a:lnTo>
                    <a:pt x="42518" y="2675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2" name="Freeform 4631">
              <a:extLst>
                <a:ext uri="{FF2B5EF4-FFF2-40B4-BE49-F238E27FC236}">
                  <a16:creationId xmlns:a16="http://schemas.microsoft.com/office/drawing/2014/main" id="{F0A72635-BA4A-9AF8-1E13-AE68CD8D7B5F}"/>
                </a:ext>
              </a:extLst>
            </p:cNvPr>
            <p:cNvSpPr/>
            <p:nvPr/>
          </p:nvSpPr>
          <p:spPr>
            <a:xfrm>
              <a:off x="7443674" y="4123880"/>
              <a:ext cx="3822" cy="14331"/>
            </a:xfrm>
            <a:custGeom>
              <a:avLst/>
              <a:gdLst>
                <a:gd name="csX0" fmla="*/ 0 w 3822"/>
                <a:gd name="csY0" fmla="*/ 0 h 14331"/>
                <a:gd name="csX1" fmla="*/ 956 w 3822"/>
                <a:gd name="csY1" fmla="*/ 1911 h 14331"/>
                <a:gd name="csX2" fmla="*/ 956 w 3822"/>
                <a:gd name="csY2" fmla="*/ 1911 h 14331"/>
                <a:gd name="csX3" fmla="*/ 478 w 3822"/>
                <a:gd name="csY3" fmla="*/ 3344 h 14331"/>
                <a:gd name="csX4" fmla="*/ 478 w 3822"/>
                <a:gd name="csY4" fmla="*/ 4777 h 14331"/>
                <a:gd name="csX5" fmla="*/ 478 w 3822"/>
                <a:gd name="csY5" fmla="*/ 4777 h 14331"/>
                <a:gd name="csX6" fmla="*/ 1911 w 3822"/>
                <a:gd name="csY6" fmla="*/ 6688 h 14331"/>
                <a:gd name="csX7" fmla="*/ 2866 w 3822"/>
                <a:gd name="csY7" fmla="*/ 7644 h 14331"/>
                <a:gd name="csX8" fmla="*/ 1911 w 3822"/>
                <a:gd name="csY8" fmla="*/ 9077 h 14331"/>
                <a:gd name="csX9" fmla="*/ 1433 w 3822"/>
                <a:gd name="csY9" fmla="*/ 10510 h 14331"/>
                <a:gd name="csX10" fmla="*/ 1911 w 3822"/>
                <a:gd name="csY10" fmla="*/ 11466 h 14331"/>
                <a:gd name="csX11" fmla="*/ 1911 w 3822"/>
                <a:gd name="csY11" fmla="*/ 13854 h 14331"/>
                <a:gd name="csX12" fmla="*/ 1911 w 3822"/>
                <a:gd name="csY12" fmla="*/ 14332 h 14331"/>
                <a:gd name="csX13" fmla="*/ 2389 w 3822"/>
                <a:gd name="csY13" fmla="*/ 14332 h 14331"/>
                <a:gd name="csX14" fmla="*/ 3822 w 3822"/>
                <a:gd name="csY14" fmla="*/ 14332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822" h="14331">
                  <a:moveTo>
                    <a:pt x="0" y="0"/>
                  </a:moveTo>
                  <a:lnTo>
                    <a:pt x="956" y="1911"/>
                  </a:lnTo>
                  <a:lnTo>
                    <a:pt x="956" y="1911"/>
                  </a:lnTo>
                  <a:lnTo>
                    <a:pt x="478" y="3344"/>
                  </a:lnTo>
                  <a:lnTo>
                    <a:pt x="478" y="4777"/>
                  </a:lnTo>
                  <a:lnTo>
                    <a:pt x="478" y="4777"/>
                  </a:lnTo>
                  <a:lnTo>
                    <a:pt x="1911" y="6688"/>
                  </a:lnTo>
                  <a:lnTo>
                    <a:pt x="2866" y="7644"/>
                  </a:lnTo>
                  <a:lnTo>
                    <a:pt x="1911" y="9077"/>
                  </a:lnTo>
                  <a:lnTo>
                    <a:pt x="1433" y="10510"/>
                  </a:lnTo>
                  <a:lnTo>
                    <a:pt x="1911" y="11466"/>
                  </a:lnTo>
                  <a:lnTo>
                    <a:pt x="1911" y="13854"/>
                  </a:lnTo>
                  <a:lnTo>
                    <a:pt x="1911" y="14332"/>
                  </a:lnTo>
                  <a:lnTo>
                    <a:pt x="2389" y="14332"/>
                  </a:lnTo>
                  <a:lnTo>
                    <a:pt x="3822" y="143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3" name="Freeform 4632">
              <a:extLst>
                <a:ext uri="{FF2B5EF4-FFF2-40B4-BE49-F238E27FC236}">
                  <a16:creationId xmlns:a16="http://schemas.microsoft.com/office/drawing/2014/main" id="{C2973944-B017-C8F4-3AF8-423ECF00BE18}"/>
                </a:ext>
              </a:extLst>
            </p:cNvPr>
            <p:cNvSpPr/>
            <p:nvPr/>
          </p:nvSpPr>
          <p:spPr>
            <a:xfrm>
              <a:off x="6759565" y="4006836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4" name="Freeform 4633">
              <a:extLst>
                <a:ext uri="{FF2B5EF4-FFF2-40B4-BE49-F238E27FC236}">
                  <a16:creationId xmlns:a16="http://schemas.microsoft.com/office/drawing/2014/main" id="{426618A7-20DE-5F1F-5B6F-B0E827F782F5}"/>
                </a:ext>
              </a:extLst>
            </p:cNvPr>
            <p:cNvSpPr/>
            <p:nvPr/>
          </p:nvSpPr>
          <p:spPr>
            <a:xfrm>
              <a:off x="6721347" y="4011136"/>
              <a:ext cx="2388" cy="2866"/>
            </a:xfrm>
            <a:custGeom>
              <a:avLst/>
              <a:gdLst>
                <a:gd name="csX0" fmla="*/ 0 w 2388"/>
                <a:gd name="csY0" fmla="*/ 2866 h 2866"/>
                <a:gd name="csX1" fmla="*/ 2389 w 2388"/>
                <a:gd name="csY1" fmla="*/ 956 h 2866"/>
                <a:gd name="csX2" fmla="*/ 2389 w 2388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2866">
                  <a:moveTo>
                    <a:pt x="0" y="2866"/>
                  </a:moveTo>
                  <a:lnTo>
                    <a:pt x="2389" y="956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5" name="Freeform 4634">
              <a:extLst>
                <a:ext uri="{FF2B5EF4-FFF2-40B4-BE49-F238E27FC236}">
                  <a16:creationId xmlns:a16="http://schemas.microsoft.com/office/drawing/2014/main" id="{98A8CFB0-F8B5-3851-EC21-756F15D7DE6B}"/>
                </a:ext>
              </a:extLst>
            </p:cNvPr>
            <p:cNvSpPr/>
            <p:nvPr/>
          </p:nvSpPr>
          <p:spPr>
            <a:xfrm>
              <a:off x="6693161" y="4129135"/>
              <a:ext cx="9076" cy="5254"/>
            </a:xfrm>
            <a:custGeom>
              <a:avLst/>
              <a:gdLst>
                <a:gd name="csX0" fmla="*/ 9077 w 9076"/>
                <a:gd name="csY0" fmla="*/ 5255 h 5254"/>
                <a:gd name="csX1" fmla="*/ 4300 w 9076"/>
                <a:gd name="csY1" fmla="*/ 2389 h 5254"/>
                <a:gd name="csX2" fmla="*/ 0 w 9076"/>
                <a:gd name="csY2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076" h="5254">
                  <a:moveTo>
                    <a:pt x="9077" y="5255"/>
                  </a:moveTo>
                  <a:lnTo>
                    <a:pt x="4300" y="2389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6" name="Freeform 4635">
              <a:extLst>
                <a:ext uri="{FF2B5EF4-FFF2-40B4-BE49-F238E27FC236}">
                  <a16:creationId xmlns:a16="http://schemas.microsoft.com/office/drawing/2014/main" id="{255B6A7F-5956-0937-C5DA-B89AC0E8616A}"/>
                </a:ext>
              </a:extLst>
            </p:cNvPr>
            <p:cNvSpPr/>
            <p:nvPr/>
          </p:nvSpPr>
          <p:spPr>
            <a:xfrm>
              <a:off x="6712748" y="4139645"/>
              <a:ext cx="9554" cy="6688"/>
            </a:xfrm>
            <a:custGeom>
              <a:avLst/>
              <a:gdLst>
                <a:gd name="csX0" fmla="*/ 9555 w 9554"/>
                <a:gd name="csY0" fmla="*/ 6688 h 6688"/>
                <a:gd name="csX1" fmla="*/ 5255 w 9554"/>
                <a:gd name="csY1" fmla="*/ 3344 h 6688"/>
                <a:gd name="csX2" fmla="*/ 0 w 9554"/>
                <a:gd name="csY2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4" h="6688">
                  <a:moveTo>
                    <a:pt x="9555" y="6688"/>
                  </a:moveTo>
                  <a:lnTo>
                    <a:pt x="5255" y="3344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7" name="Freeform 4636">
              <a:extLst>
                <a:ext uri="{FF2B5EF4-FFF2-40B4-BE49-F238E27FC236}">
                  <a16:creationId xmlns:a16="http://schemas.microsoft.com/office/drawing/2014/main" id="{4467A5B7-1E71-2F11-512E-8D56D09DE9F0}"/>
                </a:ext>
              </a:extLst>
            </p:cNvPr>
            <p:cNvSpPr/>
            <p:nvPr/>
          </p:nvSpPr>
          <p:spPr>
            <a:xfrm>
              <a:off x="6758132" y="4173564"/>
              <a:ext cx="12420" cy="8599"/>
            </a:xfrm>
            <a:custGeom>
              <a:avLst/>
              <a:gdLst>
                <a:gd name="csX0" fmla="*/ 12421 w 12420"/>
                <a:gd name="csY0" fmla="*/ 8599 h 8599"/>
                <a:gd name="csX1" fmla="*/ 11943 w 12420"/>
                <a:gd name="csY1" fmla="*/ 8599 h 8599"/>
                <a:gd name="csX2" fmla="*/ 5255 w 12420"/>
                <a:gd name="csY2" fmla="*/ 3822 h 8599"/>
                <a:gd name="csX3" fmla="*/ 0 w 12420"/>
                <a:gd name="csY3" fmla="*/ 0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420" h="8599">
                  <a:moveTo>
                    <a:pt x="12421" y="8599"/>
                  </a:moveTo>
                  <a:lnTo>
                    <a:pt x="11943" y="8599"/>
                  </a:lnTo>
                  <a:lnTo>
                    <a:pt x="5255" y="3822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8" name="Freeform 4637">
              <a:extLst>
                <a:ext uri="{FF2B5EF4-FFF2-40B4-BE49-F238E27FC236}">
                  <a16:creationId xmlns:a16="http://schemas.microsoft.com/office/drawing/2014/main" id="{C95ECA14-9F0E-19A7-29AA-B47F05DB5872}"/>
                </a:ext>
              </a:extLst>
            </p:cNvPr>
            <p:cNvSpPr/>
            <p:nvPr/>
          </p:nvSpPr>
          <p:spPr>
            <a:xfrm>
              <a:off x="6777241" y="4182641"/>
              <a:ext cx="17676" cy="1910"/>
            </a:xfrm>
            <a:custGeom>
              <a:avLst/>
              <a:gdLst>
                <a:gd name="csX0" fmla="*/ 17676 w 17676"/>
                <a:gd name="csY0" fmla="*/ 1911 h 1910"/>
                <a:gd name="csX1" fmla="*/ 8599 w 17676"/>
                <a:gd name="csY1" fmla="*/ 955 h 1910"/>
                <a:gd name="csX2" fmla="*/ 0 w 17676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7676" h="1910">
                  <a:moveTo>
                    <a:pt x="17676" y="1911"/>
                  </a:moveTo>
                  <a:lnTo>
                    <a:pt x="8599" y="955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9" name="Freeform 4638">
              <a:extLst>
                <a:ext uri="{FF2B5EF4-FFF2-40B4-BE49-F238E27FC236}">
                  <a16:creationId xmlns:a16="http://schemas.microsoft.com/office/drawing/2014/main" id="{20A65833-12B3-1E38-9D19-3167187991E0}"/>
                </a:ext>
              </a:extLst>
            </p:cNvPr>
            <p:cNvSpPr/>
            <p:nvPr/>
          </p:nvSpPr>
          <p:spPr>
            <a:xfrm>
              <a:off x="6815459" y="4165442"/>
              <a:ext cx="3344" cy="6688"/>
            </a:xfrm>
            <a:custGeom>
              <a:avLst/>
              <a:gdLst>
                <a:gd name="csX0" fmla="*/ 3344 w 3344"/>
                <a:gd name="csY0" fmla="*/ 0 h 6688"/>
                <a:gd name="csX1" fmla="*/ 3344 w 3344"/>
                <a:gd name="csY1" fmla="*/ 0 h 6688"/>
                <a:gd name="csX2" fmla="*/ 2389 w 3344"/>
                <a:gd name="csY2" fmla="*/ 956 h 6688"/>
                <a:gd name="csX3" fmla="*/ 2389 w 3344"/>
                <a:gd name="csY3" fmla="*/ 1433 h 6688"/>
                <a:gd name="csX4" fmla="*/ 956 w 3344"/>
                <a:gd name="csY4" fmla="*/ 3822 h 6688"/>
                <a:gd name="csX5" fmla="*/ 0 w 3344"/>
                <a:gd name="csY5" fmla="*/ 668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6688">
                  <a:moveTo>
                    <a:pt x="3344" y="0"/>
                  </a:moveTo>
                  <a:lnTo>
                    <a:pt x="3344" y="0"/>
                  </a:lnTo>
                  <a:lnTo>
                    <a:pt x="2389" y="956"/>
                  </a:lnTo>
                  <a:lnTo>
                    <a:pt x="2389" y="1433"/>
                  </a:lnTo>
                  <a:lnTo>
                    <a:pt x="956" y="3822"/>
                  </a:lnTo>
                  <a:lnTo>
                    <a:pt x="0" y="66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0" name="Freeform 4639">
              <a:extLst>
                <a:ext uri="{FF2B5EF4-FFF2-40B4-BE49-F238E27FC236}">
                  <a16:creationId xmlns:a16="http://schemas.microsoft.com/office/drawing/2014/main" id="{1D190515-AA1B-2BAB-4B93-D1C145B0C8F2}"/>
                </a:ext>
              </a:extLst>
            </p:cNvPr>
            <p:cNvSpPr/>
            <p:nvPr/>
          </p:nvSpPr>
          <p:spPr>
            <a:xfrm>
              <a:off x="6822148" y="4163532"/>
              <a:ext cx="6210" cy="477"/>
            </a:xfrm>
            <a:custGeom>
              <a:avLst/>
              <a:gdLst>
                <a:gd name="csX0" fmla="*/ 6211 w 6210"/>
                <a:gd name="csY0" fmla="*/ 0 h 477"/>
                <a:gd name="csX1" fmla="*/ 3822 w 6210"/>
                <a:gd name="csY1" fmla="*/ 0 h 477"/>
                <a:gd name="csX2" fmla="*/ 0 w 6210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10" h="477">
                  <a:moveTo>
                    <a:pt x="6211" y="0"/>
                  </a:moveTo>
                  <a:lnTo>
                    <a:pt x="3822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1" name="Freeform 4640">
              <a:extLst>
                <a:ext uri="{FF2B5EF4-FFF2-40B4-BE49-F238E27FC236}">
                  <a16:creationId xmlns:a16="http://schemas.microsoft.com/office/drawing/2014/main" id="{A45B0FDA-292E-74E3-22F7-AC0B81CA4465}"/>
                </a:ext>
              </a:extLst>
            </p:cNvPr>
            <p:cNvSpPr/>
            <p:nvPr/>
          </p:nvSpPr>
          <p:spPr>
            <a:xfrm>
              <a:off x="6829314" y="4135823"/>
              <a:ext cx="17198" cy="31052"/>
            </a:xfrm>
            <a:custGeom>
              <a:avLst/>
              <a:gdLst>
                <a:gd name="csX0" fmla="*/ 0 w 17198"/>
                <a:gd name="csY0" fmla="*/ 0 h 31052"/>
                <a:gd name="csX1" fmla="*/ 0 w 17198"/>
                <a:gd name="csY1" fmla="*/ 0 h 31052"/>
                <a:gd name="csX2" fmla="*/ 0 w 17198"/>
                <a:gd name="csY2" fmla="*/ 5733 h 31052"/>
                <a:gd name="csX3" fmla="*/ 0 w 17198"/>
                <a:gd name="csY3" fmla="*/ 8599 h 31052"/>
                <a:gd name="csX4" fmla="*/ 2866 w 17198"/>
                <a:gd name="csY4" fmla="*/ 8599 h 31052"/>
                <a:gd name="csX5" fmla="*/ 6688 w 17198"/>
                <a:gd name="csY5" fmla="*/ 9077 h 31052"/>
                <a:gd name="csX6" fmla="*/ 6688 w 17198"/>
                <a:gd name="csY6" fmla="*/ 12421 h 31052"/>
                <a:gd name="csX7" fmla="*/ 6688 w 17198"/>
                <a:gd name="csY7" fmla="*/ 15765 h 31052"/>
                <a:gd name="csX8" fmla="*/ 6688 w 17198"/>
                <a:gd name="csY8" fmla="*/ 20065 h 31052"/>
                <a:gd name="csX9" fmla="*/ 7644 w 17198"/>
                <a:gd name="csY9" fmla="*/ 20065 h 31052"/>
                <a:gd name="csX10" fmla="*/ 9077 w 17198"/>
                <a:gd name="csY10" fmla="*/ 21020 h 31052"/>
                <a:gd name="csX11" fmla="*/ 10032 w 17198"/>
                <a:gd name="csY11" fmla="*/ 22453 h 31052"/>
                <a:gd name="csX12" fmla="*/ 10988 w 17198"/>
                <a:gd name="csY12" fmla="*/ 22931 h 31052"/>
                <a:gd name="csX13" fmla="*/ 11943 w 17198"/>
                <a:gd name="csY13" fmla="*/ 22931 h 31052"/>
                <a:gd name="csX14" fmla="*/ 12898 w 17198"/>
                <a:gd name="csY14" fmla="*/ 23886 h 31052"/>
                <a:gd name="csX15" fmla="*/ 13854 w 17198"/>
                <a:gd name="csY15" fmla="*/ 24842 h 31052"/>
                <a:gd name="csX16" fmla="*/ 14332 w 17198"/>
                <a:gd name="csY16" fmla="*/ 25798 h 31052"/>
                <a:gd name="csX17" fmla="*/ 13854 w 17198"/>
                <a:gd name="csY17" fmla="*/ 26275 h 31052"/>
                <a:gd name="csX18" fmla="*/ 14332 w 17198"/>
                <a:gd name="csY18" fmla="*/ 27231 h 31052"/>
                <a:gd name="csX19" fmla="*/ 14809 w 17198"/>
                <a:gd name="csY19" fmla="*/ 28664 h 31052"/>
                <a:gd name="csX20" fmla="*/ 15765 w 17198"/>
                <a:gd name="csY20" fmla="*/ 29619 h 31052"/>
                <a:gd name="csX21" fmla="*/ 17198 w 17198"/>
                <a:gd name="csY21" fmla="*/ 30575 h 31052"/>
                <a:gd name="csX22" fmla="*/ 15287 w 17198"/>
                <a:gd name="csY22" fmla="*/ 31052 h 31052"/>
                <a:gd name="csX23" fmla="*/ 13377 w 17198"/>
                <a:gd name="csY23" fmla="*/ 30575 h 31052"/>
                <a:gd name="csX24" fmla="*/ 9077 w 17198"/>
                <a:gd name="csY24" fmla="*/ 28664 h 31052"/>
                <a:gd name="csX25" fmla="*/ 7644 w 17198"/>
                <a:gd name="csY25" fmla="*/ 28664 h 31052"/>
                <a:gd name="csX26" fmla="*/ 6211 w 17198"/>
                <a:gd name="csY26" fmla="*/ 29619 h 31052"/>
                <a:gd name="csX27" fmla="*/ 5733 w 17198"/>
                <a:gd name="csY27" fmla="*/ 30097 h 310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7198" h="31052">
                  <a:moveTo>
                    <a:pt x="0" y="0"/>
                  </a:moveTo>
                  <a:lnTo>
                    <a:pt x="0" y="0"/>
                  </a:lnTo>
                  <a:lnTo>
                    <a:pt x="0" y="5733"/>
                  </a:lnTo>
                  <a:lnTo>
                    <a:pt x="0" y="8599"/>
                  </a:lnTo>
                  <a:lnTo>
                    <a:pt x="2866" y="8599"/>
                  </a:lnTo>
                  <a:lnTo>
                    <a:pt x="6688" y="9077"/>
                  </a:lnTo>
                  <a:lnTo>
                    <a:pt x="6688" y="12421"/>
                  </a:lnTo>
                  <a:lnTo>
                    <a:pt x="6688" y="15765"/>
                  </a:lnTo>
                  <a:lnTo>
                    <a:pt x="6688" y="20065"/>
                  </a:lnTo>
                  <a:lnTo>
                    <a:pt x="7644" y="20065"/>
                  </a:lnTo>
                  <a:lnTo>
                    <a:pt x="9077" y="21020"/>
                  </a:lnTo>
                  <a:lnTo>
                    <a:pt x="10032" y="22453"/>
                  </a:lnTo>
                  <a:lnTo>
                    <a:pt x="10988" y="22931"/>
                  </a:lnTo>
                  <a:lnTo>
                    <a:pt x="11943" y="22931"/>
                  </a:lnTo>
                  <a:lnTo>
                    <a:pt x="12898" y="23886"/>
                  </a:lnTo>
                  <a:lnTo>
                    <a:pt x="13854" y="24842"/>
                  </a:lnTo>
                  <a:lnTo>
                    <a:pt x="14332" y="25798"/>
                  </a:lnTo>
                  <a:lnTo>
                    <a:pt x="13854" y="26275"/>
                  </a:lnTo>
                  <a:lnTo>
                    <a:pt x="14332" y="27231"/>
                  </a:lnTo>
                  <a:lnTo>
                    <a:pt x="14809" y="28664"/>
                  </a:lnTo>
                  <a:lnTo>
                    <a:pt x="15765" y="29619"/>
                  </a:lnTo>
                  <a:lnTo>
                    <a:pt x="17198" y="30575"/>
                  </a:lnTo>
                  <a:lnTo>
                    <a:pt x="15287" y="31052"/>
                  </a:lnTo>
                  <a:lnTo>
                    <a:pt x="13377" y="30575"/>
                  </a:lnTo>
                  <a:lnTo>
                    <a:pt x="9077" y="28664"/>
                  </a:lnTo>
                  <a:lnTo>
                    <a:pt x="7644" y="28664"/>
                  </a:lnTo>
                  <a:lnTo>
                    <a:pt x="6211" y="29619"/>
                  </a:lnTo>
                  <a:lnTo>
                    <a:pt x="5733" y="3009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2" name="Freeform 4641">
              <a:extLst>
                <a:ext uri="{FF2B5EF4-FFF2-40B4-BE49-F238E27FC236}">
                  <a16:creationId xmlns:a16="http://schemas.microsoft.com/office/drawing/2014/main" id="{BE5FD67D-13D4-8B4E-073A-F103D0C4EE92}"/>
                </a:ext>
              </a:extLst>
            </p:cNvPr>
            <p:cNvSpPr/>
            <p:nvPr/>
          </p:nvSpPr>
          <p:spPr>
            <a:xfrm>
              <a:off x="6797784" y="4099993"/>
              <a:ext cx="34396" cy="27708"/>
            </a:xfrm>
            <a:custGeom>
              <a:avLst/>
              <a:gdLst>
                <a:gd name="csX0" fmla="*/ 0 w 34396"/>
                <a:gd name="csY0" fmla="*/ 0 h 27708"/>
                <a:gd name="csX1" fmla="*/ 0 w 34396"/>
                <a:gd name="csY1" fmla="*/ 0 h 27708"/>
                <a:gd name="csX2" fmla="*/ 0 w 34396"/>
                <a:gd name="csY2" fmla="*/ 1433 h 27708"/>
                <a:gd name="csX3" fmla="*/ 0 w 34396"/>
                <a:gd name="csY3" fmla="*/ 2389 h 27708"/>
                <a:gd name="csX4" fmla="*/ 478 w 34396"/>
                <a:gd name="csY4" fmla="*/ 2867 h 27708"/>
                <a:gd name="csX5" fmla="*/ 4300 w 34396"/>
                <a:gd name="csY5" fmla="*/ 2867 h 27708"/>
                <a:gd name="csX6" fmla="*/ 5733 w 34396"/>
                <a:gd name="csY6" fmla="*/ 3344 h 27708"/>
                <a:gd name="csX7" fmla="*/ 9555 w 34396"/>
                <a:gd name="csY7" fmla="*/ 5255 h 27708"/>
                <a:gd name="csX8" fmla="*/ 13854 w 34396"/>
                <a:gd name="csY8" fmla="*/ 8599 h 27708"/>
                <a:gd name="csX9" fmla="*/ 17198 w 34396"/>
                <a:gd name="csY9" fmla="*/ 10988 h 27708"/>
                <a:gd name="csX10" fmla="*/ 20542 w 34396"/>
                <a:gd name="csY10" fmla="*/ 13377 h 27708"/>
                <a:gd name="csX11" fmla="*/ 23886 w 34396"/>
                <a:gd name="csY11" fmla="*/ 13377 h 27708"/>
                <a:gd name="csX12" fmla="*/ 24364 w 34396"/>
                <a:gd name="csY12" fmla="*/ 13377 h 27708"/>
                <a:gd name="csX13" fmla="*/ 25319 w 34396"/>
                <a:gd name="csY13" fmla="*/ 14332 h 27708"/>
                <a:gd name="csX14" fmla="*/ 26275 w 34396"/>
                <a:gd name="csY14" fmla="*/ 16243 h 27708"/>
                <a:gd name="csX15" fmla="*/ 28186 w 34396"/>
                <a:gd name="csY15" fmla="*/ 20065 h 27708"/>
                <a:gd name="csX16" fmla="*/ 29619 w 34396"/>
                <a:gd name="csY16" fmla="*/ 21498 h 27708"/>
                <a:gd name="csX17" fmla="*/ 32008 w 34396"/>
                <a:gd name="csY17" fmla="*/ 24842 h 27708"/>
                <a:gd name="csX18" fmla="*/ 34396 w 34396"/>
                <a:gd name="csY18" fmla="*/ 27709 h 27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4396" h="27708">
                  <a:moveTo>
                    <a:pt x="0" y="0"/>
                  </a:moveTo>
                  <a:lnTo>
                    <a:pt x="0" y="0"/>
                  </a:lnTo>
                  <a:lnTo>
                    <a:pt x="0" y="1433"/>
                  </a:lnTo>
                  <a:lnTo>
                    <a:pt x="0" y="2389"/>
                  </a:lnTo>
                  <a:lnTo>
                    <a:pt x="478" y="2867"/>
                  </a:lnTo>
                  <a:lnTo>
                    <a:pt x="4300" y="2867"/>
                  </a:lnTo>
                  <a:lnTo>
                    <a:pt x="5733" y="3344"/>
                  </a:lnTo>
                  <a:lnTo>
                    <a:pt x="9555" y="5255"/>
                  </a:lnTo>
                  <a:lnTo>
                    <a:pt x="13854" y="8599"/>
                  </a:lnTo>
                  <a:lnTo>
                    <a:pt x="17198" y="10988"/>
                  </a:lnTo>
                  <a:lnTo>
                    <a:pt x="20542" y="13377"/>
                  </a:lnTo>
                  <a:lnTo>
                    <a:pt x="23886" y="13377"/>
                  </a:lnTo>
                  <a:lnTo>
                    <a:pt x="24364" y="13377"/>
                  </a:lnTo>
                  <a:lnTo>
                    <a:pt x="25319" y="14332"/>
                  </a:lnTo>
                  <a:lnTo>
                    <a:pt x="26275" y="16243"/>
                  </a:lnTo>
                  <a:lnTo>
                    <a:pt x="28186" y="20065"/>
                  </a:lnTo>
                  <a:lnTo>
                    <a:pt x="29619" y="21498"/>
                  </a:lnTo>
                  <a:lnTo>
                    <a:pt x="32008" y="24842"/>
                  </a:lnTo>
                  <a:lnTo>
                    <a:pt x="34396" y="2770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3" name="Freeform 4642">
              <a:extLst>
                <a:ext uri="{FF2B5EF4-FFF2-40B4-BE49-F238E27FC236}">
                  <a16:creationId xmlns:a16="http://schemas.microsoft.com/office/drawing/2014/main" id="{D2B91680-4644-97E9-DFD8-F422A0CABDF0}"/>
                </a:ext>
              </a:extLst>
            </p:cNvPr>
            <p:cNvSpPr/>
            <p:nvPr/>
          </p:nvSpPr>
          <p:spPr>
            <a:xfrm>
              <a:off x="6783929" y="4080884"/>
              <a:ext cx="14809" cy="17198"/>
            </a:xfrm>
            <a:custGeom>
              <a:avLst/>
              <a:gdLst>
                <a:gd name="csX0" fmla="*/ 0 w 14809"/>
                <a:gd name="csY0" fmla="*/ 0 h 17198"/>
                <a:gd name="csX1" fmla="*/ 0 w 14809"/>
                <a:gd name="csY1" fmla="*/ 0 h 17198"/>
                <a:gd name="csX2" fmla="*/ 478 w 14809"/>
                <a:gd name="csY2" fmla="*/ 0 h 17198"/>
                <a:gd name="csX3" fmla="*/ 1433 w 14809"/>
                <a:gd name="csY3" fmla="*/ 956 h 17198"/>
                <a:gd name="csX4" fmla="*/ 5733 w 14809"/>
                <a:gd name="csY4" fmla="*/ 6211 h 17198"/>
                <a:gd name="csX5" fmla="*/ 6688 w 14809"/>
                <a:gd name="csY5" fmla="*/ 7644 h 17198"/>
                <a:gd name="csX6" fmla="*/ 8599 w 14809"/>
                <a:gd name="csY6" fmla="*/ 7166 h 17198"/>
                <a:gd name="csX7" fmla="*/ 9077 w 14809"/>
                <a:gd name="csY7" fmla="*/ 7166 h 17198"/>
                <a:gd name="csX8" fmla="*/ 9555 w 14809"/>
                <a:gd name="csY8" fmla="*/ 7644 h 17198"/>
                <a:gd name="csX9" fmla="*/ 10032 w 14809"/>
                <a:gd name="csY9" fmla="*/ 8121 h 17198"/>
                <a:gd name="csX10" fmla="*/ 10032 w 14809"/>
                <a:gd name="csY10" fmla="*/ 9077 h 17198"/>
                <a:gd name="csX11" fmla="*/ 9555 w 14809"/>
                <a:gd name="csY11" fmla="*/ 10032 h 17198"/>
                <a:gd name="csX12" fmla="*/ 9555 w 14809"/>
                <a:gd name="csY12" fmla="*/ 10032 h 17198"/>
                <a:gd name="csX13" fmla="*/ 11466 w 14809"/>
                <a:gd name="csY13" fmla="*/ 10510 h 17198"/>
                <a:gd name="csX14" fmla="*/ 12421 w 14809"/>
                <a:gd name="csY14" fmla="*/ 11943 h 17198"/>
                <a:gd name="csX15" fmla="*/ 14809 w 14809"/>
                <a:gd name="csY15" fmla="*/ 15765 h 17198"/>
                <a:gd name="csX16" fmla="*/ 14809 w 14809"/>
                <a:gd name="csY16" fmla="*/ 17198 h 17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4809" h="17198">
                  <a:moveTo>
                    <a:pt x="0" y="0"/>
                  </a:moveTo>
                  <a:lnTo>
                    <a:pt x="0" y="0"/>
                  </a:lnTo>
                  <a:lnTo>
                    <a:pt x="478" y="0"/>
                  </a:lnTo>
                  <a:lnTo>
                    <a:pt x="1433" y="956"/>
                  </a:lnTo>
                  <a:lnTo>
                    <a:pt x="5733" y="6211"/>
                  </a:lnTo>
                  <a:lnTo>
                    <a:pt x="6688" y="7644"/>
                  </a:lnTo>
                  <a:lnTo>
                    <a:pt x="8599" y="7166"/>
                  </a:lnTo>
                  <a:lnTo>
                    <a:pt x="9077" y="7166"/>
                  </a:lnTo>
                  <a:lnTo>
                    <a:pt x="9555" y="7644"/>
                  </a:lnTo>
                  <a:lnTo>
                    <a:pt x="10032" y="8121"/>
                  </a:lnTo>
                  <a:lnTo>
                    <a:pt x="10032" y="9077"/>
                  </a:lnTo>
                  <a:lnTo>
                    <a:pt x="9555" y="10032"/>
                  </a:lnTo>
                  <a:lnTo>
                    <a:pt x="9555" y="10032"/>
                  </a:lnTo>
                  <a:lnTo>
                    <a:pt x="11466" y="10510"/>
                  </a:lnTo>
                  <a:lnTo>
                    <a:pt x="12421" y="11943"/>
                  </a:lnTo>
                  <a:lnTo>
                    <a:pt x="14809" y="15765"/>
                  </a:lnTo>
                  <a:lnTo>
                    <a:pt x="14809" y="1719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4" name="Freeform 4643">
              <a:extLst>
                <a:ext uri="{FF2B5EF4-FFF2-40B4-BE49-F238E27FC236}">
                  <a16:creationId xmlns:a16="http://schemas.microsoft.com/office/drawing/2014/main" id="{FAF21082-7D30-FD82-8DE5-0874D7254165}"/>
                </a:ext>
              </a:extLst>
            </p:cNvPr>
            <p:cNvSpPr/>
            <p:nvPr/>
          </p:nvSpPr>
          <p:spPr>
            <a:xfrm>
              <a:off x="6784885" y="4070852"/>
              <a:ext cx="1911" cy="5732"/>
            </a:xfrm>
            <a:custGeom>
              <a:avLst/>
              <a:gdLst>
                <a:gd name="csX0" fmla="*/ 0 w 1911"/>
                <a:gd name="csY0" fmla="*/ 0 h 5732"/>
                <a:gd name="csX1" fmla="*/ 0 w 1911"/>
                <a:gd name="csY1" fmla="*/ 0 h 5732"/>
                <a:gd name="csX2" fmla="*/ 1911 w 1911"/>
                <a:gd name="csY2" fmla="*/ 2866 h 5732"/>
                <a:gd name="csX3" fmla="*/ 1911 w 1911"/>
                <a:gd name="csY3" fmla="*/ 4300 h 5732"/>
                <a:gd name="csX4" fmla="*/ 1911 w 1911"/>
                <a:gd name="csY4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5732">
                  <a:moveTo>
                    <a:pt x="0" y="0"/>
                  </a:moveTo>
                  <a:lnTo>
                    <a:pt x="0" y="0"/>
                  </a:lnTo>
                  <a:lnTo>
                    <a:pt x="1911" y="2866"/>
                  </a:lnTo>
                  <a:lnTo>
                    <a:pt x="1911" y="4300"/>
                  </a:lnTo>
                  <a:lnTo>
                    <a:pt x="1911" y="57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5" name="Freeform 4644">
              <a:extLst>
                <a:ext uri="{FF2B5EF4-FFF2-40B4-BE49-F238E27FC236}">
                  <a16:creationId xmlns:a16="http://schemas.microsoft.com/office/drawing/2014/main" id="{2C74E35D-D9DC-517D-4ED3-3A2D6394AAC9}"/>
                </a:ext>
              </a:extLst>
            </p:cNvPr>
            <p:cNvSpPr/>
            <p:nvPr/>
          </p:nvSpPr>
          <p:spPr>
            <a:xfrm>
              <a:off x="6785363" y="4067508"/>
              <a:ext cx="955" cy="2388"/>
            </a:xfrm>
            <a:custGeom>
              <a:avLst/>
              <a:gdLst>
                <a:gd name="csX0" fmla="*/ 955 w 955"/>
                <a:gd name="csY0" fmla="*/ 0 h 2388"/>
                <a:gd name="csX1" fmla="*/ 478 w 955"/>
                <a:gd name="csY1" fmla="*/ 0 h 2388"/>
                <a:gd name="csX2" fmla="*/ 478 w 955"/>
                <a:gd name="csY2" fmla="*/ 956 h 2388"/>
                <a:gd name="csX3" fmla="*/ 0 w 955"/>
                <a:gd name="csY3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2388">
                  <a:moveTo>
                    <a:pt x="955" y="0"/>
                  </a:moveTo>
                  <a:lnTo>
                    <a:pt x="478" y="0"/>
                  </a:lnTo>
                  <a:lnTo>
                    <a:pt x="478" y="956"/>
                  </a:ln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6" name="Freeform 4645">
              <a:extLst>
                <a:ext uri="{FF2B5EF4-FFF2-40B4-BE49-F238E27FC236}">
                  <a16:creationId xmlns:a16="http://schemas.microsoft.com/office/drawing/2014/main" id="{8AB8A632-FEDF-F0BF-8554-1747FFD80B92}"/>
                </a:ext>
              </a:extLst>
            </p:cNvPr>
            <p:cNvSpPr/>
            <p:nvPr/>
          </p:nvSpPr>
          <p:spPr>
            <a:xfrm>
              <a:off x="6789184" y="4062731"/>
              <a:ext cx="477" cy="3821"/>
            </a:xfrm>
            <a:custGeom>
              <a:avLst/>
              <a:gdLst>
                <a:gd name="csX0" fmla="*/ 478 w 477"/>
                <a:gd name="csY0" fmla="*/ 0 h 3821"/>
                <a:gd name="csX1" fmla="*/ 478 w 477"/>
                <a:gd name="csY1" fmla="*/ 0 h 3821"/>
                <a:gd name="csX2" fmla="*/ 0 w 477"/>
                <a:gd name="csY2" fmla="*/ 956 h 3821"/>
                <a:gd name="csX3" fmla="*/ 0 w 477"/>
                <a:gd name="csY3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3821">
                  <a:moveTo>
                    <a:pt x="478" y="0"/>
                  </a:moveTo>
                  <a:lnTo>
                    <a:pt x="478" y="0"/>
                  </a:lnTo>
                  <a:lnTo>
                    <a:pt x="0" y="956"/>
                  </a:lnTo>
                  <a:lnTo>
                    <a:pt x="0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7" name="Freeform 4646">
              <a:extLst>
                <a:ext uri="{FF2B5EF4-FFF2-40B4-BE49-F238E27FC236}">
                  <a16:creationId xmlns:a16="http://schemas.microsoft.com/office/drawing/2014/main" id="{288F1C62-D1A2-EA4E-C85B-56AEC4AB58C4}"/>
                </a:ext>
              </a:extLst>
            </p:cNvPr>
            <p:cNvSpPr/>
            <p:nvPr/>
          </p:nvSpPr>
          <p:spPr>
            <a:xfrm>
              <a:off x="6795395" y="4044577"/>
              <a:ext cx="3821" cy="10510"/>
            </a:xfrm>
            <a:custGeom>
              <a:avLst/>
              <a:gdLst>
                <a:gd name="csX0" fmla="*/ 478 w 3821"/>
                <a:gd name="csY0" fmla="*/ 0 h 10510"/>
                <a:gd name="csX1" fmla="*/ 478 w 3821"/>
                <a:gd name="csY1" fmla="*/ 0 h 10510"/>
                <a:gd name="csX2" fmla="*/ 0 w 3821"/>
                <a:gd name="csY2" fmla="*/ 1911 h 10510"/>
                <a:gd name="csX3" fmla="*/ 0 w 3821"/>
                <a:gd name="csY3" fmla="*/ 2866 h 10510"/>
                <a:gd name="csX4" fmla="*/ 955 w 3821"/>
                <a:gd name="csY4" fmla="*/ 4300 h 10510"/>
                <a:gd name="csX5" fmla="*/ 2866 w 3821"/>
                <a:gd name="csY5" fmla="*/ 6210 h 10510"/>
                <a:gd name="csX6" fmla="*/ 2866 w 3821"/>
                <a:gd name="csY6" fmla="*/ 7166 h 10510"/>
                <a:gd name="csX7" fmla="*/ 3344 w 3821"/>
                <a:gd name="csY7" fmla="*/ 8599 h 10510"/>
                <a:gd name="csX8" fmla="*/ 3821 w 3821"/>
                <a:gd name="csY8" fmla="*/ 9077 h 10510"/>
                <a:gd name="csX9" fmla="*/ 3344 w 3821"/>
                <a:gd name="csY9" fmla="*/ 10510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10510">
                  <a:moveTo>
                    <a:pt x="478" y="0"/>
                  </a:moveTo>
                  <a:lnTo>
                    <a:pt x="478" y="0"/>
                  </a:lnTo>
                  <a:lnTo>
                    <a:pt x="0" y="1911"/>
                  </a:lnTo>
                  <a:lnTo>
                    <a:pt x="0" y="2866"/>
                  </a:lnTo>
                  <a:lnTo>
                    <a:pt x="955" y="4300"/>
                  </a:lnTo>
                  <a:lnTo>
                    <a:pt x="2866" y="6210"/>
                  </a:lnTo>
                  <a:lnTo>
                    <a:pt x="2866" y="7166"/>
                  </a:lnTo>
                  <a:lnTo>
                    <a:pt x="3344" y="8599"/>
                  </a:lnTo>
                  <a:lnTo>
                    <a:pt x="3821" y="9077"/>
                  </a:lnTo>
                  <a:lnTo>
                    <a:pt x="3344" y="105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8" name="Freeform 4647">
              <a:extLst>
                <a:ext uri="{FF2B5EF4-FFF2-40B4-BE49-F238E27FC236}">
                  <a16:creationId xmlns:a16="http://schemas.microsoft.com/office/drawing/2014/main" id="{E11AF5E1-0A19-C98F-A74C-E8C16680272C}"/>
                </a:ext>
              </a:extLst>
            </p:cNvPr>
            <p:cNvSpPr/>
            <p:nvPr/>
          </p:nvSpPr>
          <p:spPr>
            <a:xfrm>
              <a:off x="6780107" y="4026901"/>
              <a:ext cx="21497" cy="14809"/>
            </a:xfrm>
            <a:custGeom>
              <a:avLst/>
              <a:gdLst>
                <a:gd name="csX0" fmla="*/ 0 w 21497"/>
                <a:gd name="csY0" fmla="*/ 0 h 14809"/>
                <a:gd name="csX1" fmla="*/ 956 w 21497"/>
                <a:gd name="csY1" fmla="*/ 956 h 14809"/>
                <a:gd name="csX2" fmla="*/ 2867 w 21497"/>
                <a:gd name="csY2" fmla="*/ 7644 h 14809"/>
                <a:gd name="csX3" fmla="*/ 3344 w 21497"/>
                <a:gd name="csY3" fmla="*/ 8599 h 14809"/>
                <a:gd name="csX4" fmla="*/ 4300 w 21497"/>
                <a:gd name="csY4" fmla="*/ 9077 h 14809"/>
                <a:gd name="csX5" fmla="*/ 5733 w 21497"/>
                <a:gd name="csY5" fmla="*/ 8599 h 14809"/>
                <a:gd name="csX6" fmla="*/ 7166 w 21497"/>
                <a:gd name="csY6" fmla="*/ 9555 h 14809"/>
                <a:gd name="csX7" fmla="*/ 8599 w 21497"/>
                <a:gd name="csY7" fmla="*/ 10510 h 14809"/>
                <a:gd name="csX8" fmla="*/ 10510 w 21497"/>
                <a:gd name="csY8" fmla="*/ 12421 h 14809"/>
                <a:gd name="csX9" fmla="*/ 11466 w 21497"/>
                <a:gd name="csY9" fmla="*/ 12899 h 14809"/>
                <a:gd name="csX10" fmla="*/ 14810 w 21497"/>
                <a:gd name="csY10" fmla="*/ 12421 h 14809"/>
                <a:gd name="csX11" fmla="*/ 19109 w 21497"/>
                <a:gd name="csY11" fmla="*/ 12899 h 14809"/>
                <a:gd name="csX12" fmla="*/ 21498 w 21497"/>
                <a:gd name="csY12" fmla="*/ 13854 h 14809"/>
                <a:gd name="csX13" fmla="*/ 21020 w 21497"/>
                <a:gd name="csY13" fmla="*/ 14810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1497" h="14809">
                  <a:moveTo>
                    <a:pt x="0" y="0"/>
                  </a:moveTo>
                  <a:lnTo>
                    <a:pt x="956" y="956"/>
                  </a:lnTo>
                  <a:lnTo>
                    <a:pt x="2867" y="7644"/>
                  </a:lnTo>
                  <a:lnTo>
                    <a:pt x="3344" y="8599"/>
                  </a:lnTo>
                  <a:lnTo>
                    <a:pt x="4300" y="9077"/>
                  </a:lnTo>
                  <a:lnTo>
                    <a:pt x="5733" y="8599"/>
                  </a:lnTo>
                  <a:lnTo>
                    <a:pt x="7166" y="9555"/>
                  </a:lnTo>
                  <a:lnTo>
                    <a:pt x="8599" y="10510"/>
                  </a:lnTo>
                  <a:lnTo>
                    <a:pt x="10510" y="12421"/>
                  </a:lnTo>
                  <a:lnTo>
                    <a:pt x="11466" y="12899"/>
                  </a:lnTo>
                  <a:lnTo>
                    <a:pt x="14810" y="12421"/>
                  </a:lnTo>
                  <a:lnTo>
                    <a:pt x="19109" y="12899"/>
                  </a:lnTo>
                  <a:lnTo>
                    <a:pt x="21498" y="13854"/>
                  </a:lnTo>
                  <a:lnTo>
                    <a:pt x="21020" y="148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9" name="Freeform 4648">
              <a:extLst>
                <a:ext uri="{FF2B5EF4-FFF2-40B4-BE49-F238E27FC236}">
                  <a16:creationId xmlns:a16="http://schemas.microsoft.com/office/drawing/2014/main" id="{7ABEAEB3-7F6E-6931-F0EB-2B8D8E0D7709}"/>
                </a:ext>
              </a:extLst>
            </p:cNvPr>
            <p:cNvSpPr/>
            <p:nvPr/>
          </p:nvSpPr>
          <p:spPr>
            <a:xfrm>
              <a:off x="6771509" y="4010180"/>
              <a:ext cx="7643" cy="16720"/>
            </a:xfrm>
            <a:custGeom>
              <a:avLst/>
              <a:gdLst>
                <a:gd name="csX0" fmla="*/ 0 w 7643"/>
                <a:gd name="csY0" fmla="*/ 0 h 16720"/>
                <a:gd name="csX1" fmla="*/ 0 w 7643"/>
                <a:gd name="csY1" fmla="*/ 0 h 16720"/>
                <a:gd name="csX2" fmla="*/ 478 w 7643"/>
                <a:gd name="csY2" fmla="*/ 1911 h 16720"/>
                <a:gd name="csX3" fmla="*/ 2389 w 7643"/>
                <a:gd name="csY3" fmla="*/ 7644 h 16720"/>
                <a:gd name="csX4" fmla="*/ 3344 w 7643"/>
                <a:gd name="csY4" fmla="*/ 8599 h 16720"/>
                <a:gd name="csX5" fmla="*/ 4300 w 7643"/>
                <a:gd name="csY5" fmla="*/ 9077 h 16720"/>
                <a:gd name="csX6" fmla="*/ 5255 w 7643"/>
                <a:gd name="csY6" fmla="*/ 10032 h 16720"/>
                <a:gd name="csX7" fmla="*/ 5255 w 7643"/>
                <a:gd name="csY7" fmla="*/ 10988 h 16720"/>
                <a:gd name="csX8" fmla="*/ 5255 w 7643"/>
                <a:gd name="csY8" fmla="*/ 12421 h 16720"/>
                <a:gd name="csX9" fmla="*/ 5255 w 7643"/>
                <a:gd name="csY9" fmla="*/ 13854 h 16720"/>
                <a:gd name="csX10" fmla="*/ 5733 w 7643"/>
                <a:gd name="csY10" fmla="*/ 15287 h 16720"/>
                <a:gd name="csX11" fmla="*/ 6210 w 7643"/>
                <a:gd name="csY11" fmla="*/ 16243 h 16720"/>
                <a:gd name="csX12" fmla="*/ 6688 w 7643"/>
                <a:gd name="csY12" fmla="*/ 16721 h 16720"/>
                <a:gd name="csX13" fmla="*/ 7644 w 7643"/>
                <a:gd name="csY13" fmla="*/ 16721 h 16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643" h="16720">
                  <a:moveTo>
                    <a:pt x="0" y="0"/>
                  </a:moveTo>
                  <a:lnTo>
                    <a:pt x="0" y="0"/>
                  </a:lnTo>
                  <a:lnTo>
                    <a:pt x="478" y="1911"/>
                  </a:lnTo>
                  <a:lnTo>
                    <a:pt x="2389" y="7644"/>
                  </a:lnTo>
                  <a:lnTo>
                    <a:pt x="3344" y="8599"/>
                  </a:lnTo>
                  <a:lnTo>
                    <a:pt x="4300" y="9077"/>
                  </a:lnTo>
                  <a:lnTo>
                    <a:pt x="5255" y="10032"/>
                  </a:lnTo>
                  <a:lnTo>
                    <a:pt x="5255" y="10988"/>
                  </a:lnTo>
                  <a:lnTo>
                    <a:pt x="5255" y="12421"/>
                  </a:lnTo>
                  <a:lnTo>
                    <a:pt x="5255" y="13854"/>
                  </a:lnTo>
                  <a:lnTo>
                    <a:pt x="5733" y="15287"/>
                  </a:lnTo>
                  <a:lnTo>
                    <a:pt x="6210" y="16243"/>
                  </a:lnTo>
                  <a:lnTo>
                    <a:pt x="6688" y="16721"/>
                  </a:lnTo>
                  <a:lnTo>
                    <a:pt x="7644" y="1672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0" name="Freeform 4649">
              <a:extLst>
                <a:ext uri="{FF2B5EF4-FFF2-40B4-BE49-F238E27FC236}">
                  <a16:creationId xmlns:a16="http://schemas.microsoft.com/office/drawing/2014/main" id="{56A4BA65-029E-E922-A78E-085147860EE4}"/>
                </a:ext>
              </a:extLst>
            </p:cNvPr>
            <p:cNvSpPr/>
            <p:nvPr/>
          </p:nvSpPr>
          <p:spPr>
            <a:xfrm>
              <a:off x="6763865" y="3949987"/>
              <a:ext cx="2866" cy="7643"/>
            </a:xfrm>
            <a:custGeom>
              <a:avLst/>
              <a:gdLst>
                <a:gd name="csX0" fmla="*/ 0 w 2866"/>
                <a:gd name="csY0" fmla="*/ 7644 h 7643"/>
                <a:gd name="csX1" fmla="*/ 478 w 2866"/>
                <a:gd name="csY1" fmla="*/ 7644 h 7643"/>
                <a:gd name="csX2" fmla="*/ 1433 w 2866"/>
                <a:gd name="csY2" fmla="*/ 1911 h 7643"/>
                <a:gd name="csX3" fmla="*/ 2866 w 2866"/>
                <a:gd name="csY3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7643">
                  <a:moveTo>
                    <a:pt x="0" y="7644"/>
                  </a:moveTo>
                  <a:lnTo>
                    <a:pt x="478" y="7644"/>
                  </a:lnTo>
                  <a:lnTo>
                    <a:pt x="1433" y="1911"/>
                  </a:lnTo>
                  <a:lnTo>
                    <a:pt x="28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1" name="Freeform 4650">
              <a:extLst>
                <a:ext uri="{FF2B5EF4-FFF2-40B4-BE49-F238E27FC236}">
                  <a16:creationId xmlns:a16="http://schemas.microsoft.com/office/drawing/2014/main" id="{06C077EF-64DC-86C5-CADB-B8A89C0225F8}"/>
                </a:ext>
              </a:extLst>
            </p:cNvPr>
            <p:cNvSpPr/>
            <p:nvPr/>
          </p:nvSpPr>
          <p:spPr>
            <a:xfrm>
              <a:off x="6756699" y="3958586"/>
              <a:ext cx="8598" cy="24364"/>
            </a:xfrm>
            <a:custGeom>
              <a:avLst/>
              <a:gdLst>
                <a:gd name="csX0" fmla="*/ 8599 w 8598"/>
                <a:gd name="csY0" fmla="*/ 24364 h 24364"/>
                <a:gd name="csX1" fmla="*/ 8599 w 8598"/>
                <a:gd name="csY1" fmla="*/ 24364 h 24364"/>
                <a:gd name="csX2" fmla="*/ 8599 w 8598"/>
                <a:gd name="csY2" fmla="*/ 24364 h 24364"/>
                <a:gd name="csX3" fmla="*/ 8121 w 8598"/>
                <a:gd name="csY3" fmla="*/ 23409 h 24364"/>
                <a:gd name="csX4" fmla="*/ 7166 w 8598"/>
                <a:gd name="csY4" fmla="*/ 23409 h 24364"/>
                <a:gd name="csX5" fmla="*/ 6210 w 8598"/>
                <a:gd name="csY5" fmla="*/ 23409 h 24364"/>
                <a:gd name="csX6" fmla="*/ 5733 w 8598"/>
                <a:gd name="csY6" fmla="*/ 22931 h 24364"/>
                <a:gd name="csX7" fmla="*/ 5255 w 8598"/>
                <a:gd name="csY7" fmla="*/ 21975 h 24364"/>
                <a:gd name="csX8" fmla="*/ 5733 w 8598"/>
                <a:gd name="csY8" fmla="*/ 19109 h 24364"/>
                <a:gd name="csX9" fmla="*/ 5255 w 8598"/>
                <a:gd name="csY9" fmla="*/ 17198 h 24364"/>
                <a:gd name="csX10" fmla="*/ 4777 w 8598"/>
                <a:gd name="csY10" fmla="*/ 15765 h 24364"/>
                <a:gd name="csX11" fmla="*/ 5255 w 8598"/>
                <a:gd name="csY11" fmla="*/ 12421 h 24364"/>
                <a:gd name="csX12" fmla="*/ 4299 w 8598"/>
                <a:gd name="csY12" fmla="*/ 11943 h 24364"/>
                <a:gd name="csX13" fmla="*/ 2866 w 8598"/>
                <a:gd name="csY13" fmla="*/ 10032 h 24364"/>
                <a:gd name="csX14" fmla="*/ 2389 w 8598"/>
                <a:gd name="csY14" fmla="*/ 8599 h 24364"/>
                <a:gd name="csX15" fmla="*/ 2866 w 8598"/>
                <a:gd name="csY15" fmla="*/ 8121 h 24364"/>
                <a:gd name="csX16" fmla="*/ 2866 w 8598"/>
                <a:gd name="csY16" fmla="*/ 7644 h 24364"/>
                <a:gd name="csX17" fmla="*/ 2866 w 8598"/>
                <a:gd name="csY17" fmla="*/ 7166 h 24364"/>
                <a:gd name="csX18" fmla="*/ 3344 w 8598"/>
                <a:gd name="csY18" fmla="*/ 6210 h 24364"/>
                <a:gd name="csX19" fmla="*/ 3344 w 8598"/>
                <a:gd name="csY19" fmla="*/ 5255 h 24364"/>
                <a:gd name="csX20" fmla="*/ 1910 w 8598"/>
                <a:gd name="csY20" fmla="*/ 4300 h 24364"/>
                <a:gd name="csX21" fmla="*/ 1433 w 8598"/>
                <a:gd name="csY21" fmla="*/ 3822 h 24364"/>
                <a:gd name="csX22" fmla="*/ 955 w 8598"/>
                <a:gd name="csY22" fmla="*/ 2866 h 24364"/>
                <a:gd name="csX23" fmla="*/ 955 w 8598"/>
                <a:gd name="csY23" fmla="*/ 1433 h 24364"/>
                <a:gd name="csX24" fmla="*/ 478 w 8598"/>
                <a:gd name="csY24" fmla="*/ 478 h 24364"/>
                <a:gd name="csX25" fmla="*/ 0 w 8598"/>
                <a:gd name="csY25" fmla="*/ 0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8598" h="24364">
                  <a:moveTo>
                    <a:pt x="8599" y="24364"/>
                  </a:moveTo>
                  <a:lnTo>
                    <a:pt x="8599" y="24364"/>
                  </a:lnTo>
                  <a:lnTo>
                    <a:pt x="8599" y="24364"/>
                  </a:lnTo>
                  <a:lnTo>
                    <a:pt x="8121" y="23409"/>
                  </a:lnTo>
                  <a:lnTo>
                    <a:pt x="7166" y="23409"/>
                  </a:lnTo>
                  <a:lnTo>
                    <a:pt x="6210" y="23409"/>
                  </a:lnTo>
                  <a:lnTo>
                    <a:pt x="5733" y="22931"/>
                  </a:lnTo>
                  <a:lnTo>
                    <a:pt x="5255" y="21975"/>
                  </a:lnTo>
                  <a:lnTo>
                    <a:pt x="5733" y="19109"/>
                  </a:lnTo>
                  <a:lnTo>
                    <a:pt x="5255" y="17198"/>
                  </a:lnTo>
                  <a:lnTo>
                    <a:pt x="4777" y="15765"/>
                  </a:lnTo>
                  <a:lnTo>
                    <a:pt x="5255" y="12421"/>
                  </a:lnTo>
                  <a:lnTo>
                    <a:pt x="4299" y="11943"/>
                  </a:lnTo>
                  <a:lnTo>
                    <a:pt x="2866" y="10032"/>
                  </a:lnTo>
                  <a:lnTo>
                    <a:pt x="2389" y="8599"/>
                  </a:lnTo>
                  <a:lnTo>
                    <a:pt x="2866" y="8121"/>
                  </a:lnTo>
                  <a:lnTo>
                    <a:pt x="2866" y="7644"/>
                  </a:lnTo>
                  <a:lnTo>
                    <a:pt x="2866" y="7166"/>
                  </a:lnTo>
                  <a:lnTo>
                    <a:pt x="3344" y="6210"/>
                  </a:lnTo>
                  <a:lnTo>
                    <a:pt x="3344" y="5255"/>
                  </a:lnTo>
                  <a:lnTo>
                    <a:pt x="1910" y="4300"/>
                  </a:lnTo>
                  <a:lnTo>
                    <a:pt x="1433" y="3822"/>
                  </a:lnTo>
                  <a:lnTo>
                    <a:pt x="955" y="2866"/>
                  </a:lnTo>
                  <a:lnTo>
                    <a:pt x="955" y="1433"/>
                  </a:ln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2" name="Freeform 4651">
              <a:extLst>
                <a:ext uri="{FF2B5EF4-FFF2-40B4-BE49-F238E27FC236}">
                  <a16:creationId xmlns:a16="http://schemas.microsoft.com/office/drawing/2014/main" id="{C2800AC4-7C92-0408-23CD-0985B6203827}"/>
                </a:ext>
              </a:extLst>
            </p:cNvPr>
            <p:cNvSpPr/>
            <p:nvPr/>
          </p:nvSpPr>
          <p:spPr>
            <a:xfrm>
              <a:off x="6761476" y="3984383"/>
              <a:ext cx="2388" cy="5254"/>
            </a:xfrm>
            <a:custGeom>
              <a:avLst/>
              <a:gdLst>
                <a:gd name="csX0" fmla="*/ 0 w 2388"/>
                <a:gd name="csY0" fmla="*/ 5255 h 5254"/>
                <a:gd name="csX1" fmla="*/ 1433 w 2388"/>
                <a:gd name="csY1" fmla="*/ 3344 h 5254"/>
                <a:gd name="csX2" fmla="*/ 1910 w 2388"/>
                <a:gd name="csY2" fmla="*/ 2866 h 5254"/>
                <a:gd name="csX3" fmla="*/ 2389 w 2388"/>
                <a:gd name="csY3" fmla="*/ 1433 h 5254"/>
                <a:gd name="csX4" fmla="*/ 2389 w 2388"/>
                <a:gd name="csY4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5254">
                  <a:moveTo>
                    <a:pt x="0" y="5255"/>
                  </a:moveTo>
                  <a:lnTo>
                    <a:pt x="1433" y="3344"/>
                  </a:lnTo>
                  <a:lnTo>
                    <a:pt x="1910" y="2866"/>
                  </a:lnTo>
                  <a:lnTo>
                    <a:pt x="2389" y="1433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" name="Freeform 4652">
              <a:extLst>
                <a:ext uri="{FF2B5EF4-FFF2-40B4-BE49-F238E27FC236}">
                  <a16:creationId xmlns:a16="http://schemas.microsoft.com/office/drawing/2014/main" id="{0437971E-4968-C50D-AEDC-E7D476AB0803}"/>
                </a:ext>
              </a:extLst>
            </p:cNvPr>
            <p:cNvSpPr/>
            <p:nvPr/>
          </p:nvSpPr>
          <p:spPr>
            <a:xfrm>
              <a:off x="6760521" y="3989638"/>
              <a:ext cx="11465" cy="17676"/>
            </a:xfrm>
            <a:custGeom>
              <a:avLst/>
              <a:gdLst>
                <a:gd name="csX0" fmla="*/ 11466 w 11465"/>
                <a:gd name="csY0" fmla="*/ 17676 h 17676"/>
                <a:gd name="csX1" fmla="*/ 11466 w 11465"/>
                <a:gd name="csY1" fmla="*/ 17676 h 17676"/>
                <a:gd name="csX2" fmla="*/ 11466 w 11465"/>
                <a:gd name="csY2" fmla="*/ 17198 h 17676"/>
                <a:gd name="csX3" fmla="*/ 10032 w 11465"/>
                <a:gd name="csY3" fmla="*/ 15287 h 17676"/>
                <a:gd name="csX4" fmla="*/ 7644 w 11465"/>
                <a:gd name="csY4" fmla="*/ 13854 h 17676"/>
                <a:gd name="csX5" fmla="*/ 7166 w 11465"/>
                <a:gd name="csY5" fmla="*/ 13854 h 17676"/>
                <a:gd name="csX6" fmla="*/ 7166 w 11465"/>
                <a:gd name="csY6" fmla="*/ 11943 h 17676"/>
                <a:gd name="csX7" fmla="*/ 7166 w 11465"/>
                <a:gd name="csY7" fmla="*/ 10988 h 17676"/>
                <a:gd name="csX8" fmla="*/ 7166 w 11465"/>
                <a:gd name="csY8" fmla="*/ 9555 h 17676"/>
                <a:gd name="csX9" fmla="*/ 6688 w 11465"/>
                <a:gd name="csY9" fmla="*/ 9077 h 17676"/>
                <a:gd name="csX10" fmla="*/ 6688 w 11465"/>
                <a:gd name="csY10" fmla="*/ 8599 h 17676"/>
                <a:gd name="csX11" fmla="*/ 7644 w 11465"/>
                <a:gd name="csY11" fmla="*/ 7644 h 17676"/>
                <a:gd name="csX12" fmla="*/ 7166 w 11465"/>
                <a:gd name="csY12" fmla="*/ 6688 h 17676"/>
                <a:gd name="csX13" fmla="*/ 3822 w 11465"/>
                <a:gd name="csY13" fmla="*/ 4777 h 17676"/>
                <a:gd name="csX14" fmla="*/ 2389 w 11465"/>
                <a:gd name="csY14" fmla="*/ 3822 h 17676"/>
                <a:gd name="csX15" fmla="*/ 478 w 11465"/>
                <a:gd name="csY15" fmla="*/ 3344 h 17676"/>
                <a:gd name="csX16" fmla="*/ 0 w 11465"/>
                <a:gd name="csY16" fmla="*/ 2866 h 17676"/>
                <a:gd name="csX17" fmla="*/ 478 w 11465"/>
                <a:gd name="csY17" fmla="*/ 1433 h 17676"/>
                <a:gd name="csX18" fmla="*/ 956 w 11465"/>
                <a:gd name="csY18" fmla="*/ 0 h 1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1465" h="17676">
                  <a:moveTo>
                    <a:pt x="11466" y="17676"/>
                  </a:moveTo>
                  <a:lnTo>
                    <a:pt x="11466" y="17676"/>
                  </a:lnTo>
                  <a:lnTo>
                    <a:pt x="11466" y="17198"/>
                  </a:lnTo>
                  <a:lnTo>
                    <a:pt x="10032" y="15287"/>
                  </a:lnTo>
                  <a:lnTo>
                    <a:pt x="7644" y="13854"/>
                  </a:lnTo>
                  <a:lnTo>
                    <a:pt x="7166" y="13854"/>
                  </a:lnTo>
                  <a:lnTo>
                    <a:pt x="7166" y="11943"/>
                  </a:lnTo>
                  <a:lnTo>
                    <a:pt x="7166" y="10988"/>
                  </a:lnTo>
                  <a:lnTo>
                    <a:pt x="7166" y="9555"/>
                  </a:lnTo>
                  <a:lnTo>
                    <a:pt x="6688" y="9077"/>
                  </a:lnTo>
                  <a:lnTo>
                    <a:pt x="6688" y="8599"/>
                  </a:lnTo>
                  <a:lnTo>
                    <a:pt x="7644" y="7644"/>
                  </a:lnTo>
                  <a:lnTo>
                    <a:pt x="7166" y="6688"/>
                  </a:lnTo>
                  <a:lnTo>
                    <a:pt x="3822" y="4777"/>
                  </a:lnTo>
                  <a:lnTo>
                    <a:pt x="2389" y="3822"/>
                  </a:lnTo>
                  <a:lnTo>
                    <a:pt x="478" y="3344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4" name="Freeform 4653">
              <a:extLst>
                <a:ext uri="{FF2B5EF4-FFF2-40B4-BE49-F238E27FC236}">
                  <a16:creationId xmlns:a16="http://schemas.microsoft.com/office/drawing/2014/main" id="{4B7DA9A4-691A-B6E2-174A-47253DA9CFA4}"/>
                </a:ext>
              </a:extLst>
            </p:cNvPr>
            <p:cNvSpPr/>
            <p:nvPr/>
          </p:nvSpPr>
          <p:spPr>
            <a:xfrm>
              <a:off x="6771509" y="4008270"/>
              <a:ext cx="333454" cy="257018"/>
            </a:xfrm>
            <a:custGeom>
              <a:avLst/>
              <a:gdLst>
                <a:gd name="csX0" fmla="*/ 333455 w 333454"/>
                <a:gd name="csY0" fmla="*/ 255107 h 257018"/>
                <a:gd name="csX1" fmla="*/ 332500 w 333454"/>
                <a:gd name="csY1" fmla="*/ 255585 h 257018"/>
                <a:gd name="csX2" fmla="*/ 331544 w 333454"/>
                <a:gd name="csY2" fmla="*/ 256063 h 257018"/>
                <a:gd name="csX3" fmla="*/ 330111 w 333454"/>
                <a:gd name="csY3" fmla="*/ 257018 h 257018"/>
                <a:gd name="csX4" fmla="*/ 326767 w 333454"/>
                <a:gd name="csY4" fmla="*/ 256540 h 257018"/>
                <a:gd name="csX5" fmla="*/ 324378 w 333454"/>
                <a:gd name="csY5" fmla="*/ 255585 h 257018"/>
                <a:gd name="csX6" fmla="*/ 315301 w 333454"/>
                <a:gd name="csY6" fmla="*/ 253674 h 257018"/>
                <a:gd name="csX7" fmla="*/ 314346 w 333454"/>
                <a:gd name="csY7" fmla="*/ 252719 h 257018"/>
                <a:gd name="csX8" fmla="*/ 313868 w 333454"/>
                <a:gd name="csY8" fmla="*/ 250808 h 257018"/>
                <a:gd name="csX9" fmla="*/ 312435 w 333454"/>
                <a:gd name="csY9" fmla="*/ 250330 h 257018"/>
                <a:gd name="csX10" fmla="*/ 310047 w 333454"/>
                <a:gd name="csY10" fmla="*/ 253197 h 257018"/>
                <a:gd name="csX11" fmla="*/ 302402 w 333454"/>
                <a:gd name="csY11" fmla="*/ 251763 h 257018"/>
                <a:gd name="csX12" fmla="*/ 300014 w 333454"/>
                <a:gd name="csY12" fmla="*/ 252241 h 257018"/>
                <a:gd name="csX13" fmla="*/ 298581 w 333454"/>
                <a:gd name="csY13" fmla="*/ 251286 h 257018"/>
                <a:gd name="csX14" fmla="*/ 294281 w 333454"/>
                <a:gd name="csY14" fmla="*/ 251286 h 257018"/>
                <a:gd name="csX15" fmla="*/ 291415 w 333454"/>
                <a:gd name="csY15" fmla="*/ 249852 h 257018"/>
                <a:gd name="csX16" fmla="*/ 286638 w 333454"/>
                <a:gd name="csY16" fmla="*/ 250808 h 257018"/>
                <a:gd name="csX17" fmla="*/ 283293 w 333454"/>
                <a:gd name="csY17" fmla="*/ 250808 h 257018"/>
                <a:gd name="csX18" fmla="*/ 278516 w 333454"/>
                <a:gd name="csY18" fmla="*/ 247941 h 257018"/>
                <a:gd name="csX19" fmla="*/ 272783 w 333454"/>
                <a:gd name="csY19" fmla="*/ 247464 h 257018"/>
                <a:gd name="csX20" fmla="*/ 268484 w 333454"/>
                <a:gd name="csY20" fmla="*/ 247464 h 257018"/>
                <a:gd name="csX21" fmla="*/ 266573 w 333454"/>
                <a:gd name="csY21" fmla="*/ 247464 h 257018"/>
                <a:gd name="csX22" fmla="*/ 262751 w 333454"/>
                <a:gd name="csY22" fmla="*/ 246508 h 257018"/>
                <a:gd name="csX23" fmla="*/ 261318 w 333454"/>
                <a:gd name="csY23" fmla="*/ 245553 h 257018"/>
                <a:gd name="csX24" fmla="*/ 258452 w 333454"/>
                <a:gd name="csY24" fmla="*/ 246031 h 257018"/>
                <a:gd name="csX25" fmla="*/ 257018 w 333454"/>
                <a:gd name="csY25" fmla="*/ 244597 h 257018"/>
                <a:gd name="csX26" fmla="*/ 249375 w 333454"/>
                <a:gd name="csY26" fmla="*/ 243642 h 257018"/>
                <a:gd name="csX27" fmla="*/ 247942 w 333454"/>
                <a:gd name="csY27" fmla="*/ 240775 h 257018"/>
                <a:gd name="csX28" fmla="*/ 246508 w 333454"/>
                <a:gd name="csY28" fmla="*/ 238387 h 257018"/>
                <a:gd name="csX29" fmla="*/ 246508 w 333454"/>
                <a:gd name="csY29" fmla="*/ 235998 h 257018"/>
                <a:gd name="csX30" fmla="*/ 244597 w 333454"/>
                <a:gd name="csY30" fmla="*/ 231699 h 257018"/>
                <a:gd name="csX31" fmla="*/ 244120 w 333454"/>
                <a:gd name="csY31" fmla="*/ 225488 h 257018"/>
                <a:gd name="csX32" fmla="*/ 243164 w 333454"/>
                <a:gd name="csY32" fmla="*/ 223099 h 257018"/>
                <a:gd name="csX33" fmla="*/ 242209 w 333454"/>
                <a:gd name="csY33" fmla="*/ 220711 h 257018"/>
                <a:gd name="csX34" fmla="*/ 240776 w 333454"/>
                <a:gd name="csY34" fmla="*/ 219278 h 257018"/>
                <a:gd name="csX35" fmla="*/ 238865 w 333454"/>
                <a:gd name="csY35" fmla="*/ 217367 h 257018"/>
                <a:gd name="csX36" fmla="*/ 237431 w 333454"/>
                <a:gd name="csY36" fmla="*/ 216411 h 257018"/>
                <a:gd name="csX37" fmla="*/ 229788 w 333454"/>
                <a:gd name="csY37" fmla="*/ 214978 h 257018"/>
                <a:gd name="csX38" fmla="*/ 228354 w 333454"/>
                <a:gd name="csY38" fmla="*/ 214978 h 257018"/>
                <a:gd name="csX39" fmla="*/ 225010 w 333454"/>
                <a:gd name="csY39" fmla="*/ 215933 h 257018"/>
                <a:gd name="csX40" fmla="*/ 221667 w 333454"/>
                <a:gd name="csY40" fmla="*/ 218322 h 257018"/>
                <a:gd name="csX41" fmla="*/ 215933 w 333454"/>
                <a:gd name="csY41" fmla="*/ 219278 h 257018"/>
                <a:gd name="csX42" fmla="*/ 214501 w 333454"/>
                <a:gd name="csY42" fmla="*/ 220233 h 257018"/>
                <a:gd name="csX43" fmla="*/ 213067 w 333454"/>
                <a:gd name="csY43" fmla="*/ 222622 h 257018"/>
                <a:gd name="csX44" fmla="*/ 211156 w 333454"/>
                <a:gd name="csY44" fmla="*/ 223577 h 257018"/>
                <a:gd name="csX45" fmla="*/ 208768 w 333454"/>
                <a:gd name="csY45" fmla="*/ 223577 h 257018"/>
                <a:gd name="csX46" fmla="*/ 205901 w 333454"/>
                <a:gd name="csY46" fmla="*/ 224533 h 257018"/>
                <a:gd name="csX47" fmla="*/ 201124 w 333454"/>
                <a:gd name="csY47" fmla="*/ 227877 h 257018"/>
                <a:gd name="csX48" fmla="*/ 198258 w 333454"/>
                <a:gd name="csY48" fmla="*/ 228832 h 257018"/>
                <a:gd name="csX49" fmla="*/ 195869 w 333454"/>
                <a:gd name="csY49" fmla="*/ 228832 h 257018"/>
                <a:gd name="csX50" fmla="*/ 193480 w 333454"/>
                <a:gd name="csY50" fmla="*/ 227399 h 257018"/>
                <a:gd name="csX51" fmla="*/ 188226 w 333454"/>
                <a:gd name="csY51" fmla="*/ 225010 h 257018"/>
                <a:gd name="csX52" fmla="*/ 184403 w 333454"/>
                <a:gd name="csY52" fmla="*/ 224533 h 257018"/>
                <a:gd name="csX53" fmla="*/ 179626 w 333454"/>
                <a:gd name="csY53" fmla="*/ 225010 h 257018"/>
                <a:gd name="csX54" fmla="*/ 177238 w 333454"/>
                <a:gd name="csY54" fmla="*/ 224533 h 257018"/>
                <a:gd name="csX55" fmla="*/ 173415 w 333454"/>
                <a:gd name="csY55" fmla="*/ 222144 h 257018"/>
                <a:gd name="csX56" fmla="*/ 172460 w 333454"/>
                <a:gd name="csY56" fmla="*/ 220233 h 257018"/>
                <a:gd name="csX57" fmla="*/ 170072 w 333454"/>
                <a:gd name="csY57" fmla="*/ 218800 h 257018"/>
                <a:gd name="csX58" fmla="*/ 162906 w 333454"/>
                <a:gd name="csY58" fmla="*/ 215933 h 257018"/>
                <a:gd name="csX59" fmla="*/ 157173 w 333454"/>
                <a:gd name="csY59" fmla="*/ 212590 h 257018"/>
                <a:gd name="csX60" fmla="*/ 156217 w 333454"/>
                <a:gd name="csY60" fmla="*/ 211156 h 257018"/>
                <a:gd name="csX61" fmla="*/ 155262 w 333454"/>
                <a:gd name="csY61" fmla="*/ 208768 h 257018"/>
                <a:gd name="csX62" fmla="*/ 152873 w 333454"/>
                <a:gd name="csY62" fmla="*/ 206379 h 257018"/>
                <a:gd name="csX63" fmla="*/ 147140 w 333454"/>
                <a:gd name="csY63" fmla="*/ 204468 h 257018"/>
                <a:gd name="csX64" fmla="*/ 144274 w 333454"/>
                <a:gd name="csY64" fmla="*/ 202080 h 257018"/>
                <a:gd name="csX65" fmla="*/ 140453 w 333454"/>
                <a:gd name="csY65" fmla="*/ 201602 h 257018"/>
                <a:gd name="csX66" fmla="*/ 136631 w 333454"/>
                <a:gd name="csY66" fmla="*/ 201602 h 257018"/>
                <a:gd name="csX67" fmla="*/ 135197 w 333454"/>
                <a:gd name="csY67" fmla="*/ 201602 h 257018"/>
                <a:gd name="csX68" fmla="*/ 133764 w 333454"/>
                <a:gd name="csY68" fmla="*/ 200646 h 257018"/>
                <a:gd name="csX69" fmla="*/ 128987 w 333454"/>
                <a:gd name="csY69" fmla="*/ 195869 h 257018"/>
                <a:gd name="csX70" fmla="*/ 128987 w 333454"/>
                <a:gd name="csY70" fmla="*/ 193958 h 257018"/>
                <a:gd name="csX71" fmla="*/ 126121 w 333454"/>
                <a:gd name="csY71" fmla="*/ 189658 h 257018"/>
                <a:gd name="csX72" fmla="*/ 125642 w 333454"/>
                <a:gd name="csY72" fmla="*/ 188225 h 257018"/>
                <a:gd name="csX73" fmla="*/ 124687 w 333454"/>
                <a:gd name="csY73" fmla="*/ 183448 h 257018"/>
                <a:gd name="csX74" fmla="*/ 124210 w 333454"/>
                <a:gd name="csY74" fmla="*/ 182492 h 257018"/>
                <a:gd name="csX75" fmla="*/ 120865 w 333454"/>
                <a:gd name="csY75" fmla="*/ 180582 h 257018"/>
                <a:gd name="csX76" fmla="*/ 120388 w 333454"/>
                <a:gd name="csY76" fmla="*/ 179626 h 257018"/>
                <a:gd name="csX77" fmla="*/ 121343 w 333454"/>
                <a:gd name="csY77" fmla="*/ 177715 h 257018"/>
                <a:gd name="csX78" fmla="*/ 121343 w 333454"/>
                <a:gd name="csY78" fmla="*/ 176760 h 257018"/>
                <a:gd name="csX79" fmla="*/ 119432 w 333454"/>
                <a:gd name="csY79" fmla="*/ 175326 h 257018"/>
                <a:gd name="csX80" fmla="*/ 117044 w 333454"/>
                <a:gd name="csY80" fmla="*/ 174849 h 257018"/>
                <a:gd name="csX81" fmla="*/ 116566 w 333454"/>
                <a:gd name="csY81" fmla="*/ 173416 h 257018"/>
                <a:gd name="csX82" fmla="*/ 117044 w 333454"/>
                <a:gd name="csY82" fmla="*/ 171027 h 257018"/>
                <a:gd name="csX83" fmla="*/ 116566 w 333454"/>
                <a:gd name="csY83" fmla="*/ 169116 h 257018"/>
                <a:gd name="csX84" fmla="*/ 114655 w 333454"/>
                <a:gd name="csY84" fmla="*/ 166727 h 257018"/>
                <a:gd name="csX85" fmla="*/ 111311 w 333454"/>
                <a:gd name="csY85" fmla="*/ 163861 h 257018"/>
                <a:gd name="csX86" fmla="*/ 108444 w 333454"/>
                <a:gd name="csY86" fmla="*/ 160039 h 257018"/>
                <a:gd name="csX87" fmla="*/ 107012 w 333454"/>
                <a:gd name="csY87" fmla="*/ 159084 h 257018"/>
                <a:gd name="csX88" fmla="*/ 106533 w 333454"/>
                <a:gd name="csY88" fmla="*/ 156217 h 257018"/>
                <a:gd name="csX89" fmla="*/ 105100 w 333454"/>
                <a:gd name="csY89" fmla="*/ 152873 h 257018"/>
                <a:gd name="csX90" fmla="*/ 103667 w 333454"/>
                <a:gd name="csY90" fmla="*/ 152873 h 257018"/>
                <a:gd name="csX91" fmla="*/ 95068 w 333454"/>
                <a:gd name="csY91" fmla="*/ 156695 h 257018"/>
                <a:gd name="csX92" fmla="*/ 92680 w 333454"/>
                <a:gd name="csY92" fmla="*/ 154307 h 257018"/>
                <a:gd name="csX93" fmla="*/ 85035 w 333454"/>
                <a:gd name="csY93" fmla="*/ 150962 h 257018"/>
                <a:gd name="csX94" fmla="*/ 84558 w 333454"/>
                <a:gd name="csY94" fmla="*/ 150007 h 257018"/>
                <a:gd name="csX95" fmla="*/ 84080 w 333454"/>
                <a:gd name="csY95" fmla="*/ 149529 h 257018"/>
                <a:gd name="csX96" fmla="*/ 85035 w 333454"/>
                <a:gd name="csY96" fmla="*/ 149051 h 257018"/>
                <a:gd name="csX97" fmla="*/ 85991 w 333454"/>
                <a:gd name="csY97" fmla="*/ 148574 h 257018"/>
                <a:gd name="csX98" fmla="*/ 87902 w 333454"/>
                <a:gd name="csY98" fmla="*/ 149529 h 257018"/>
                <a:gd name="csX99" fmla="*/ 88858 w 333454"/>
                <a:gd name="csY99" fmla="*/ 148574 h 257018"/>
                <a:gd name="csX100" fmla="*/ 88380 w 333454"/>
                <a:gd name="csY100" fmla="*/ 147141 h 257018"/>
                <a:gd name="csX101" fmla="*/ 86469 w 333454"/>
                <a:gd name="csY101" fmla="*/ 146663 h 257018"/>
                <a:gd name="csX102" fmla="*/ 84080 w 333454"/>
                <a:gd name="csY102" fmla="*/ 146663 h 257018"/>
                <a:gd name="csX103" fmla="*/ 84558 w 333454"/>
                <a:gd name="csY103" fmla="*/ 147618 h 257018"/>
                <a:gd name="csX104" fmla="*/ 82169 w 333454"/>
                <a:gd name="csY104" fmla="*/ 149051 h 257018"/>
                <a:gd name="csX105" fmla="*/ 81692 w 333454"/>
                <a:gd name="csY105" fmla="*/ 150485 h 257018"/>
                <a:gd name="csX106" fmla="*/ 82169 w 333454"/>
                <a:gd name="csY106" fmla="*/ 151918 h 257018"/>
                <a:gd name="csX107" fmla="*/ 82647 w 333454"/>
                <a:gd name="csY107" fmla="*/ 154784 h 257018"/>
                <a:gd name="csX108" fmla="*/ 81692 w 333454"/>
                <a:gd name="csY108" fmla="*/ 155740 h 257018"/>
                <a:gd name="csX109" fmla="*/ 80736 w 333454"/>
                <a:gd name="csY109" fmla="*/ 156217 h 257018"/>
                <a:gd name="csX110" fmla="*/ 77392 w 333454"/>
                <a:gd name="csY110" fmla="*/ 156695 h 257018"/>
                <a:gd name="csX111" fmla="*/ 75959 w 333454"/>
                <a:gd name="csY111" fmla="*/ 157651 h 257018"/>
                <a:gd name="csX112" fmla="*/ 75003 w 333454"/>
                <a:gd name="csY112" fmla="*/ 158128 h 257018"/>
                <a:gd name="csX113" fmla="*/ 73570 w 333454"/>
                <a:gd name="csY113" fmla="*/ 157173 h 257018"/>
                <a:gd name="csX114" fmla="*/ 72615 w 333454"/>
                <a:gd name="csY114" fmla="*/ 156217 h 257018"/>
                <a:gd name="csX115" fmla="*/ 72137 w 333454"/>
                <a:gd name="csY115" fmla="*/ 154784 h 257018"/>
                <a:gd name="csX116" fmla="*/ 72137 w 333454"/>
                <a:gd name="csY116" fmla="*/ 153829 h 257018"/>
                <a:gd name="csX117" fmla="*/ 72137 w 333454"/>
                <a:gd name="csY117" fmla="*/ 153351 h 257018"/>
                <a:gd name="csX118" fmla="*/ 71659 w 333454"/>
                <a:gd name="csY118" fmla="*/ 152396 h 257018"/>
                <a:gd name="csX119" fmla="*/ 70704 w 333454"/>
                <a:gd name="csY119" fmla="*/ 151440 h 257018"/>
                <a:gd name="csX120" fmla="*/ 69748 w 333454"/>
                <a:gd name="csY120" fmla="*/ 150485 h 257018"/>
                <a:gd name="csX121" fmla="*/ 68793 w 333454"/>
                <a:gd name="csY121" fmla="*/ 150485 h 257018"/>
                <a:gd name="csX122" fmla="*/ 67837 w 333454"/>
                <a:gd name="csY122" fmla="*/ 149529 h 257018"/>
                <a:gd name="csX123" fmla="*/ 67360 w 333454"/>
                <a:gd name="csY123" fmla="*/ 148574 h 257018"/>
                <a:gd name="csX124" fmla="*/ 65449 w 333454"/>
                <a:gd name="csY124" fmla="*/ 147618 h 257018"/>
                <a:gd name="csX125" fmla="*/ 64493 w 333454"/>
                <a:gd name="csY125" fmla="*/ 147618 h 257018"/>
                <a:gd name="csX126" fmla="*/ 64493 w 333454"/>
                <a:gd name="csY126" fmla="*/ 143319 h 257018"/>
                <a:gd name="csX127" fmla="*/ 64493 w 333454"/>
                <a:gd name="csY127" fmla="*/ 139975 h 257018"/>
                <a:gd name="csX128" fmla="*/ 64493 w 333454"/>
                <a:gd name="csY128" fmla="*/ 136631 h 257018"/>
                <a:gd name="csX129" fmla="*/ 61149 w 333454"/>
                <a:gd name="csY129" fmla="*/ 136153 h 257018"/>
                <a:gd name="csX130" fmla="*/ 57805 w 333454"/>
                <a:gd name="csY130" fmla="*/ 136153 h 257018"/>
                <a:gd name="csX131" fmla="*/ 57805 w 333454"/>
                <a:gd name="csY131" fmla="*/ 133286 h 257018"/>
                <a:gd name="csX132" fmla="*/ 57805 w 333454"/>
                <a:gd name="csY132" fmla="*/ 127554 h 257018"/>
                <a:gd name="csX133" fmla="*/ 59239 w 333454"/>
                <a:gd name="csY133" fmla="*/ 123254 h 257018"/>
                <a:gd name="csX134" fmla="*/ 60671 w 333454"/>
                <a:gd name="csY134" fmla="*/ 119432 h 257018"/>
                <a:gd name="csX135" fmla="*/ 60671 w 333454"/>
                <a:gd name="csY135" fmla="*/ 119432 h 257018"/>
                <a:gd name="csX136" fmla="*/ 58760 w 333454"/>
                <a:gd name="csY136" fmla="*/ 116088 h 257018"/>
                <a:gd name="csX137" fmla="*/ 55894 w 333454"/>
                <a:gd name="csY137" fmla="*/ 113222 h 257018"/>
                <a:gd name="csX138" fmla="*/ 54461 w 333454"/>
                <a:gd name="csY138" fmla="*/ 111789 h 257018"/>
                <a:gd name="csX139" fmla="*/ 52550 w 333454"/>
                <a:gd name="csY139" fmla="*/ 107489 h 257018"/>
                <a:gd name="csX140" fmla="*/ 51594 w 333454"/>
                <a:gd name="csY140" fmla="*/ 106056 h 257018"/>
                <a:gd name="csX141" fmla="*/ 51117 w 333454"/>
                <a:gd name="csY141" fmla="*/ 105100 h 257018"/>
                <a:gd name="csX142" fmla="*/ 50162 w 333454"/>
                <a:gd name="csY142" fmla="*/ 104623 h 257018"/>
                <a:gd name="csX143" fmla="*/ 46817 w 333454"/>
                <a:gd name="csY143" fmla="*/ 105100 h 257018"/>
                <a:gd name="csX144" fmla="*/ 43951 w 333454"/>
                <a:gd name="csY144" fmla="*/ 102712 h 257018"/>
                <a:gd name="csX145" fmla="*/ 40129 w 333454"/>
                <a:gd name="csY145" fmla="*/ 100323 h 257018"/>
                <a:gd name="csX146" fmla="*/ 35830 w 333454"/>
                <a:gd name="csY146" fmla="*/ 96979 h 257018"/>
                <a:gd name="csX147" fmla="*/ 32008 w 333454"/>
                <a:gd name="csY147" fmla="*/ 95068 h 257018"/>
                <a:gd name="csX148" fmla="*/ 30575 w 333454"/>
                <a:gd name="csY148" fmla="*/ 94590 h 257018"/>
                <a:gd name="csX149" fmla="*/ 26753 w 333454"/>
                <a:gd name="csY149" fmla="*/ 94590 h 257018"/>
                <a:gd name="csX150" fmla="*/ 26275 w 333454"/>
                <a:gd name="csY150" fmla="*/ 94112 h 257018"/>
                <a:gd name="csX151" fmla="*/ 26275 w 333454"/>
                <a:gd name="csY151" fmla="*/ 92679 h 257018"/>
                <a:gd name="csX152" fmla="*/ 26275 w 333454"/>
                <a:gd name="csY152" fmla="*/ 91724 h 257018"/>
                <a:gd name="csX153" fmla="*/ 27230 w 333454"/>
                <a:gd name="csY153" fmla="*/ 89813 h 257018"/>
                <a:gd name="csX154" fmla="*/ 27230 w 333454"/>
                <a:gd name="csY154" fmla="*/ 89813 h 257018"/>
                <a:gd name="csX155" fmla="*/ 27230 w 333454"/>
                <a:gd name="csY155" fmla="*/ 88380 h 257018"/>
                <a:gd name="csX156" fmla="*/ 24842 w 333454"/>
                <a:gd name="csY156" fmla="*/ 84558 h 257018"/>
                <a:gd name="csX157" fmla="*/ 24364 w 333454"/>
                <a:gd name="csY157" fmla="*/ 83125 h 257018"/>
                <a:gd name="csX158" fmla="*/ 21975 w 333454"/>
                <a:gd name="csY158" fmla="*/ 82647 h 257018"/>
                <a:gd name="csX159" fmla="*/ 22453 w 333454"/>
                <a:gd name="csY159" fmla="*/ 81692 h 257018"/>
                <a:gd name="csX160" fmla="*/ 22453 w 333454"/>
                <a:gd name="csY160" fmla="*/ 80736 h 257018"/>
                <a:gd name="csX161" fmla="*/ 21975 w 333454"/>
                <a:gd name="csY161" fmla="*/ 80258 h 257018"/>
                <a:gd name="csX162" fmla="*/ 21498 w 333454"/>
                <a:gd name="csY162" fmla="*/ 79781 h 257018"/>
                <a:gd name="csX163" fmla="*/ 21020 w 333454"/>
                <a:gd name="csY163" fmla="*/ 79781 h 257018"/>
                <a:gd name="csX164" fmla="*/ 19109 w 333454"/>
                <a:gd name="csY164" fmla="*/ 80258 h 257018"/>
                <a:gd name="csX165" fmla="*/ 18153 w 333454"/>
                <a:gd name="csY165" fmla="*/ 78825 h 257018"/>
                <a:gd name="csX166" fmla="*/ 14332 w 333454"/>
                <a:gd name="csY166" fmla="*/ 73570 h 257018"/>
                <a:gd name="csX167" fmla="*/ 12898 w 333454"/>
                <a:gd name="csY167" fmla="*/ 72615 h 257018"/>
                <a:gd name="csX168" fmla="*/ 12421 w 333454"/>
                <a:gd name="csY168" fmla="*/ 72615 h 257018"/>
                <a:gd name="csX169" fmla="*/ 13376 w 333454"/>
                <a:gd name="csY169" fmla="*/ 70704 h 257018"/>
                <a:gd name="csX170" fmla="*/ 15287 w 333454"/>
                <a:gd name="csY170" fmla="*/ 68315 h 257018"/>
                <a:gd name="csX171" fmla="*/ 15287 w 333454"/>
                <a:gd name="csY171" fmla="*/ 68315 h 257018"/>
                <a:gd name="csX172" fmla="*/ 15287 w 333454"/>
                <a:gd name="csY172" fmla="*/ 66882 h 257018"/>
                <a:gd name="csX173" fmla="*/ 15287 w 333454"/>
                <a:gd name="csY173" fmla="*/ 65449 h 257018"/>
                <a:gd name="csX174" fmla="*/ 13376 w 333454"/>
                <a:gd name="csY174" fmla="*/ 62582 h 257018"/>
                <a:gd name="csX175" fmla="*/ 13854 w 333454"/>
                <a:gd name="csY175" fmla="*/ 61627 h 257018"/>
                <a:gd name="csX176" fmla="*/ 14809 w 333454"/>
                <a:gd name="csY176" fmla="*/ 60194 h 257018"/>
                <a:gd name="csX177" fmla="*/ 14809 w 333454"/>
                <a:gd name="csY177" fmla="*/ 59238 h 257018"/>
                <a:gd name="csX178" fmla="*/ 14809 w 333454"/>
                <a:gd name="csY178" fmla="*/ 59238 h 257018"/>
                <a:gd name="csX179" fmla="*/ 15765 w 333454"/>
                <a:gd name="csY179" fmla="*/ 59238 h 257018"/>
                <a:gd name="csX180" fmla="*/ 17198 w 333454"/>
                <a:gd name="csY180" fmla="*/ 59238 h 257018"/>
                <a:gd name="csX181" fmla="*/ 17676 w 333454"/>
                <a:gd name="csY181" fmla="*/ 58283 h 257018"/>
                <a:gd name="csX182" fmla="*/ 17676 w 333454"/>
                <a:gd name="csY182" fmla="*/ 58283 h 257018"/>
                <a:gd name="csX183" fmla="*/ 17676 w 333454"/>
                <a:gd name="csY183" fmla="*/ 55417 h 257018"/>
                <a:gd name="csX184" fmla="*/ 18153 w 333454"/>
                <a:gd name="csY184" fmla="*/ 54461 h 257018"/>
                <a:gd name="csX185" fmla="*/ 22931 w 333454"/>
                <a:gd name="csY185" fmla="*/ 49206 h 257018"/>
                <a:gd name="csX186" fmla="*/ 25319 w 333454"/>
                <a:gd name="csY186" fmla="*/ 47773 h 257018"/>
                <a:gd name="csX187" fmla="*/ 27230 w 333454"/>
                <a:gd name="csY187" fmla="*/ 46817 h 257018"/>
                <a:gd name="csX188" fmla="*/ 27230 w 333454"/>
                <a:gd name="csY188" fmla="*/ 46817 h 257018"/>
                <a:gd name="csX189" fmla="*/ 27708 w 333454"/>
                <a:gd name="csY189" fmla="*/ 45384 h 257018"/>
                <a:gd name="csX190" fmla="*/ 27230 w 333454"/>
                <a:gd name="csY190" fmla="*/ 44429 h 257018"/>
                <a:gd name="csX191" fmla="*/ 26753 w 333454"/>
                <a:gd name="csY191" fmla="*/ 43473 h 257018"/>
                <a:gd name="csX192" fmla="*/ 26753 w 333454"/>
                <a:gd name="csY192" fmla="*/ 42518 h 257018"/>
                <a:gd name="csX193" fmla="*/ 24842 w 333454"/>
                <a:gd name="csY193" fmla="*/ 40129 h 257018"/>
                <a:gd name="csX194" fmla="*/ 23886 w 333454"/>
                <a:gd name="csY194" fmla="*/ 39174 h 257018"/>
                <a:gd name="csX195" fmla="*/ 23886 w 333454"/>
                <a:gd name="csY195" fmla="*/ 38218 h 257018"/>
                <a:gd name="csX196" fmla="*/ 24364 w 333454"/>
                <a:gd name="csY196" fmla="*/ 36307 h 257018"/>
                <a:gd name="csX197" fmla="*/ 25319 w 333454"/>
                <a:gd name="csY197" fmla="*/ 34874 h 257018"/>
                <a:gd name="csX198" fmla="*/ 25319 w 333454"/>
                <a:gd name="csY198" fmla="*/ 34874 h 257018"/>
                <a:gd name="csX199" fmla="*/ 28186 w 333454"/>
                <a:gd name="csY199" fmla="*/ 33919 h 257018"/>
                <a:gd name="csX200" fmla="*/ 28186 w 333454"/>
                <a:gd name="csY200" fmla="*/ 33919 h 257018"/>
                <a:gd name="csX201" fmla="*/ 29619 w 333454"/>
                <a:gd name="csY201" fmla="*/ 33441 h 257018"/>
                <a:gd name="csX202" fmla="*/ 30097 w 333454"/>
                <a:gd name="csY202" fmla="*/ 32486 h 257018"/>
                <a:gd name="csX203" fmla="*/ 27708 w 333454"/>
                <a:gd name="csY203" fmla="*/ 31530 h 257018"/>
                <a:gd name="csX204" fmla="*/ 23409 w 333454"/>
                <a:gd name="csY204" fmla="*/ 31052 h 257018"/>
                <a:gd name="csX205" fmla="*/ 20064 w 333454"/>
                <a:gd name="csY205" fmla="*/ 31530 h 257018"/>
                <a:gd name="csX206" fmla="*/ 19109 w 333454"/>
                <a:gd name="csY206" fmla="*/ 31052 h 257018"/>
                <a:gd name="csX207" fmla="*/ 17676 w 333454"/>
                <a:gd name="csY207" fmla="*/ 29141 h 257018"/>
                <a:gd name="csX208" fmla="*/ 15765 w 333454"/>
                <a:gd name="csY208" fmla="*/ 28186 h 257018"/>
                <a:gd name="csX209" fmla="*/ 14332 w 333454"/>
                <a:gd name="csY209" fmla="*/ 27230 h 257018"/>
                <a:gd name="csX210" fmla="*/ 12898 w 333454"/>
                <a:gd name="csY210" fmla="*/ 27708 h 257018"/>
                <a:gd name="csX211" fmla="*/ 11943 w 333454"/>
                <a:gd name="csY211" fmla="*/ 27230 h 257018"/>
                <a:gd name="csX212" fmla="*/ 11466 w 333454"/>
                <a:gd name="csY212" fmla="*/ 26275 h 257018"/>
                <a:gd name="csX213" fmla="*/ 9555 w 333454"/>
                <a:gd name="csY213" fmla="*/ 19587 h 257018"/>
                <a:gd name="csX214" fmla="*/ 8599 w 333454"/>
                <a:gd name="csY214" fmla="*/ 18631 h 257018"/>
                <a:gd name="csX215" fmla="*/ 8599 w 333454"/>
                <a:gd name="csY215" fmla="*/ 18631 h 257018"/>
                <a:gd name="csX216" fmla="*/ 7644 w 333454"/>
                <a:gd name="csY216" fmla="*/ 18631 h 257018"/>
                <a:gd name="csX217" fmla="*/ 7644 w 333454"/>
                <a:gd name="csY217" fmla="*/ 18631 h 257018"/>
                <a:gd name="csX218" fmla="*/ 7166 w 333454"/>
                <a:gd name="csY218" fmla="*/ 18154 h 257018"/>
                <a:gd name="csX219" fmla="*/ 6210 w 333454"/>
                <a:gd name="csY219" fmla="*/ 17676 h 257018"/>
                <a:gd name="csX220" fmla="*/ 5733 w 333454"/>
                <a:gd name="csY220" fmla="*/ 17198 h 257018"/>
                <a:gd name="csX221" fmla="*/ 5255 w 333454"/>
                <a:gd name="csY221" fmla="*/ 15765 h 257018"/>
                <a:gd name="csX222" fmla="*/ 5255 w 333454"/>
                <a:gd name="csY222" fmla="*/ 13854 h 257018"/>
                <a:gd name="csX223" fmla="*/ 5255 w 333454"/>
                <a:gd name="csY223" fmla="*/ 12898 h 257018"/>
                <a:gd name="csX224" fmla="*/ 5255 w 333454"/>
                <a:gd name="csY224" fmla="*/ 11943 h 257018"/>
                <a:gd name="csX225" fmla="*/ 4300 w 333454"/>
                <a:gd name="csY225" fmla="*/ 10988 h 257018"/>
                <a:gd name="csX226" fmla="*/ 3344 w 333454"/>
                <a:gd name="csY226" fmla="*/ 10510 h 257018"/>
                <a:gd name="csX227" fmla="*/ 2389 w 333454"/>
                <a:gd name="csY227" fmla="*/ 9555 h 257018"/>
                <a:gd name="csX228" fmla="*/ 478 w 333454"/>
                <a:gd name="csY228" fmla="*/ 3344 h 257018"/>
                <a:gd name="csX229" fmla="*/ 0 w 333454"/>
                <a:gd name="csY229" fmla="*/ 1911 h 257018"/>
                <a:gd name="csX230" fmla="*/ 0 w 333454"/>
                <a:gd name="csY230" fmla="*/ 1911 h 257018"/>
                <a:gd name="csX231" fmla="*/ 0 w 333454"/>
                <a:gd name="csY231" fmla="*/ 1433 h 257018"/>
                <a:gd name="csX232" fmla="*/ 0 w 333454"/>
                <a:gd name="csY232" fmla="*/ 0 h 2570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</a:cxnLst>
              <a:rect l="l" t="t" r="r" b="b"/>
              <a:pathLst>
                <a:path w="333454" h="257018">
                  <a:moveTo>
                    <a:pt x="333455" y="255107"/>
                  </a:moveTo>
                  <a:lnTo>
                    <a:pt x="332500" y="255585"/>
                  </a:lnTo>
                  <a:lnTo>
                    <a:pt x="331544" y="256063"/>
                  </a:lnTo>
                  <a:lnTo>
                    <a:pt x="330111" y="257018"/>
                  </a:lnTo>
                  <a:lnTo>
                    <a:pt x="326767" y="256540"/>
                  </a:lnTo>
                  <a:lnTo>
                    <a:pt x="324378" y="255585"/>
                  </a:lnTo>
                  <a:lnTo>
                    <a:pt x="315301" y="253674"/>
                  </a:lnTo>
                  <a:lnTo>
                    <a:pt x="314346" y="252719"/>
                  </a:lnTo>
                  <a:lnTo>
                    <a:pt x="313868" y="250808"/>
                  </a:lnTo>
                  <a:lnTo>
                    <a:pt x="312435" y="250330"/>
                  </a:lnTo>
                  <a:lnTo>
                    <a:pt x="310047" y="253197"/>
                  </a:lnTo>
                  <a:lnTo>
                    <a:pt x="302402" y="251763"/>
                  </a:lnTo>
                  <a:lnTo>
                    <a:pt x="300014" y="252241"/>
                  </a:lnTo>
                  <a:lnTo>
                    <a:pt x="298581" y="251286"/>
                  </a:lnTo>
                  <a:lnTo>
                    <a:pt x="294281" y="251286"/>
                  </a:lnTo>
                  <a:lnTo>
                    <a:pt x="291415" y="249852"/>
                  </a:lnTo>
                  <a:lnTo>
                    <a:pt x="286638" y="250808"/>
                  </a:lnTo>
                  <a:lnTo>
                    <a:pt x="283293" y="250808"/>
                  </a:lnTo>
                  <a:lnTo>
                    <a:pt x="278516" y="247941"/>
                  </a:lnTo>
                  <a:lnTo>
                    <a:pt x="272783" y="247464"/>
                  </a:lnTo>
                  <a:lnTo>
                    <a:pt x="268484" y="247464"/>
                  </a:lnTo>
                  <a:lnTo>
                    <a:pt x="266573" y="247464"/>
                  </a:lnTo>
                  <a:lnTo>
                    <a:pt x="262751" y="246508"/>
                  </a:lnTo>
                  <a:lnTo>
                    <a:pt x="261318" y="245553"/>
                  </a:lnTo>
                  <a:lnTo>
                    <a:pt x="258452" y="246031"/>
                  </a:lnTo>
                  <a:lnTo>
                    <a:pt x="257018" y="244597"/>
                  </a:lnTo>
                  <a:lnTo>
                    <a:pt x="249375" y="243642"/>
                  </a:lnTo>
                  <a:lnTo>
                    <a:pt x="247942" y="240775"/>
                  </a:lnTo>
                  <a:lnTo>
                    <a:pt x="246508" y="238387"/>
                  </a:lnTo>
                  <a:lnTo>
                    <a:pt x="246508" y="235998"/>
                  </a:lnTo>
                  <a:lnTo>
                    <a:pt x="244597" y="231699"/>
                  </a:lnTo>
                  <a:lnTo>
                    <a:pt x="244120" y="225488"/>
                  </a:lnTo>
                  <a:lnTo>
                    <a:pt x="243164" y="223099"/>
                  </a:lnTo>
                  <a:lnTo>
                    <a:pt x="242209" y="220711"/>
                  </a:lnTo>
                  <a:lnTo>
                    <a:pt x="240776" y="219278"/>
                  </a:lnTo>
                  <a:lnTo>
                    <a:pt x="238865" y="217367"/>
                  </a:lnTo>
                  <a:lnTo>
                    <a:pt x="237431" y="216411"/>
                  </a:lnTo>
                  <a:lnTo>
                    <a:pt x="229788" y="214978"/>
                  </a:lnTo>
                  <a:lnTo>
                    <a:pt x="228354" y="214978"/>
                  </a:lnTo>
                  <a:lnTo>
                    <a:pt x="225010" y="215933"/>
                  </a:lnTo>
                  <a:lnTo>
                    <a:pt x="221667" y="218322"/>
                  </a:lnTo>
                  <a:lnTo>
                    <a:pt x="215933" y="219278"/>
                  </a:lnTo>
                  <a:lnTo>
                    <a:pt x="214501" y="220233"/>
                  </a:lnTo>
                  <a:lnTo>
                    <a:pt x="213067" y="222622"/>
                  </a:lnTo>
                  <a:lnTo>
                    <a:pt x="211156" y="223577"/>
                  </a:lnTo>
                  <a:lnTo>
                    <a:pt x="208768" y="223577"/>
                  </a:lnTo>
                  <a:lnTo>
                    <a:pt x="205901" y="224533"/>
                  </a:lnTo>
                  <a:lnTo>
                    <a:pt x="201124" y="227877"/>
                  </a:lnTo>
                  <a:lnTo>
                    <a:pt x="198258" y="228832"/>
                  </a:lnTo>
                  <a:lnTo>
                    <a:pt x="195869" y="228832"/>
                  </a:lnTo>
                  <a:lnTo>
                    <a:pt x="193480" y="227399"/>
                  </a:lnTo>
                  <a:lnTo>
                    <a:pt x="188226" y="225010"/>
                  </a:lnTo>
                  <a:lnTo>
                    <a:pt x="184403" y="224533"/>
                  </a:lnTo>
                  <a:lnTo>
                    <a:pt x="179626" y="225010"/>
                  </a:lnTo>
                  <a:lnTo>
                    <a:pt x="177238" y="224533"/>
                  </a:lnTo>
                  <a:lnTo>
                    <a:pt x="173415" y="222144"/>
                  </a:lnTo>
                  <a:lnTo>
                    <a:pt x="172460" y="220233"/>
                  </a:lnTo>
                  <a:lnTo>
                    <a:pt x="170072" y="218800"/>
                  </a:lnTo>
                  <a:lnTo>
                    <a:pt x="162906" y="215933"/>
                  </a:lnTo>
                  <a:lnTo>
                    <a:pt x="157173" y="212590"/>
                  </a:lnTo>
                  <a:lnTo>
                    <a:pt x="156217" y="211156"/>
                  </a:lnTo>
                  <a:lnTo>
                    <a:pt x="155262" y="208768"/>
                  </a:lnTo>
                  <a:lnTo>
                    <a:pt x="152873" y="206379"/>
                  </a:lnTo>
                  <a:lnTo>
                    <a:pt x="147140" y="204468"/>
                  </a:lnTo>
                  <a:lnTo>
                    <a:pt x="144274" y="202080"/>
                  </a:lnTo>
                  <a:lnTo>
                    <a:pt x="140453" y="201602"/>
                  </a:lnTo>
                  <a:lnTo>
                    <a:pt x="136631" y="201602"/>
                  </a:lnTo>
                  <a:lnTo>
                    <a:pt x="135197" y="201602"/>
                  </a:lnTo>
                  <a:lnTo>
                    <a:pt x="133764" y="200646"/>
                  </a:lnTo>
                  <a:lnTo>
                    <a:pt x="128987" y="195869"/>
                  </a:lnTo>
                  <a:lnTo>
                    <a:pt x="128987" y="193958"/>
                  </a:lnTo>
                  <a:lnTo>
                    <a:pt x="126121" y="189658"/>
                  </a:lnTo>
                  <a:lnTo>
                    <a:pt x="125642" y="188225"/>
                  </a:lnTo>
                  <a:lnTo>
                    <a:pt x="124687" y="183448"/>
                  </a:lnTo>
                  <a:lnTo>
                    <a:pt x="124210" y="182492"/>
                  </a:lnTo>
                  <a:lnTo>
                    <a:pt x="120865" y="180582"/>
                  </a:lnTo>
                  <a:lnTo>
                    <a:pt x="120388" y="179626"/>
                  </a:lnTo>
                  <a:lnTo>
                    <a:pt x="121343" y="177715"/>
                  </a:lnTo>
                  <a:lnTo>
                    <a:pt x="121343" y="176760"/>
                  </a:lnTo>
                  <a:lnTo>
                    <a:pt x="119432" y="175326"/>
                  </a:lnTo>
                  <a:lnTo>
                    <a:pt x="117044" y="174849"/>
                  </a:lnTo>
                  <a:lnTo>
                    <a:pt x="116566" y="173416"/>
                  </a:lnTo>
                  <a:lnTo>
                    <a:pt x="117044" y="171027"/>
                  </a:lnTo>
                  <a:lnTo>
                    <a:pt x="116566" y="169116"/>
                  </a:lnTo>
                  <a:lnTo>
                    <a:pt x="114655" y="166727"/>
                  </a:lnTo>
                  <a:lnTo>
                    <a:pt x="111311" y="163861"/>
                  </a:lnTo>
                  <a:lnTo>
                    <a:pt x="108444" y="160039"/>
                  </a:lnTo>
                  <a:lnTo>
                    <a:pt x="107012" y="159084"/>
                  </a:lnTo>
                  <a:lnTo>
                    <a:pt x="106533" y="156217"/>
                  </a:lnTo>
                  <a:lnTo>
                    <a:pt x="105100" y="152873"/>
                  </a:lnTo>
                  <a:lnTo>
                    <a:pt x="103667" y="152873"/>
                  </a:lnTo>
                  <a:lnTo>
                    <a:pt x="95068" y="156695"/>
                  </a:lnTo>
                  <a:lnTo>
                    <a:pt x="92680" y="154307"/>
                  </a:lnTo>
                  <a:lnTo>
                    <a:pt x="85035" y="150962"/>
                  </a:lnTo>
                  <a:lnTo>
                    <a:pt x="84558" y="150007"/>
                  </a:lnTo>
                  <a:lnTo>
                    <a:pt x="84080" y="149529"/>
                  </a:lnTo>
                  <a:lnTo>
                    <a:pt x="85035" y="149051"/>
                  </a:lnTo>
                  <a:lnTo>
                    <a:pt x="85991" y="148574"/>
                  </a:lnTo>
                  <a:lnTo>
                    <a:pt x="87902" y="149529"/>
                  </a:lnTo>
                  <a:lnTo>
                    <a:pt x="88858" y="148574"/>
                  </a:lnTo>
                  <a:lnTo>
                    <a:pt x="88380" y="147141"/>
                  </a:lnTo>
                  <a:lnTo>
                    <a:pt x="86469" y="146663"/>
                  </a:lnTo>
                  <a:lnTo>
                    <a:pt x="84080" y="146663"/>
                  </a:lnTo>
                  <a:lnTo>
                    <a:pt x="84558" y="147618"/>
                  </a:lnTo>
                  <a:lnTo>
                    <a:pt x="82169" y="149051"/>
                  </a:lnTo>
                  <a:lnTo>
                    <a:pt x="81692" y="150485"/>
                  </a:lnTo>
                  <a:lnTo>
                    <a:pt x="82169" y="151918"/>
                  </a:lnTo>
                  <a:lnTo>
                    <a:pt x="82647" y="154784"/>
                  </a:lnTo>
                  <a:lnTo>
                    <a:pt x="81692" y="155740"/>
                  </a:lnTo>
                  <a:lnTo>
                    <a:pt x="80736" y="156217"/>
                  </a:lnTo>
                  <a:lnTo>
                    <a:pt x="77392" y="156695"/>
                  </a:lnTo>
                  <a:lnTo>
                    <a:pt x="75959" y="157651"/>
                  </a:lnTo>
                  <a:lnTo>
                    <a:pt x="75003" y="158128"/>
                  </a:lnTo>
                  <a:lnTo>
                    <a:pt x="73570" y="157173"/>
                  </a:lnTo>
                  <a:lnTo>
                    <a:pt x="72615" y="156217"/>
                  </a:lnTo>
                  <a:lnTo>
                    <a:pt x="72137" y="154784"/>
                  </a:lnTo>
                  <a:lnTo>
                    <a:pt x="72137" y="153829"/>
                  </a:lnTo>
                  <a:lnTo>
                    <a:pt x="72137" y="153351"/>
                  </a:lnTo>
                  <a:lnTo>
                    <a:pt x="71659" y="152396"/>
                  </a:lnTo>
                  <a:lnTo>
                    <a:pt x="70704" y="151440"/>
                  </a:lnTo>
                  <a:lnTo>
                    <a:pt x="69748" y="150485"/>
                  </a:lnTo>
                  <a:lnTo>
                    <a:pt x="68793" y="150485"/>
                  </a:lnTo>
                  <a:lnTo>
                    <a:pt x="67837" y="149529"/>
                  </a:lnTo>
                  <a:lnTo>
                    <a:pt x="67360" y="148574"/>
                  </a:lnTo>
                  <a:lnTo>
                    <a:pt x="65449" y="147618"/>
                  </a:lnTo>
                  <a:lnTo>
                    <a:pt x="64493" y="147618"/>
                  </a:lnTo>
                  <a:lnTo>
                    <a:pt x="64493" y="143319"/>
                  </a:lnTo>
                  <a:lnTo>
                    <a:pt x="64493" y="139975"/>
                  </a:lnTo>
                  <a:lnTo>
                    <a:pt x="64493" y="136631"/>
                  </a:lnTo>
                  <a:lnTo>
                    <a:pt x="61149" y="136153"/>
                  </a:lnTo>
                  <a:lnTo>
                    <a:pt x="57805" y="136153"/>
                  </a:lnTo>
                  <a:lnTo>
                    <a:pt x="57805" y="133286"/>
                  </a:lnTo>
                  <a:lnTo>
                    <a:pt x="57805" y="127554"/>
                  </a:lnTo>
                  <a:lnTo>
                    <a:pt x="59239" y="123254"/>
                  </a:lnTo>
                  <a:lnTo>
                    <a:pt x="60671" y="119432"/>
                  </a:lnTo>
                  <a:lnTo>
                    <a:pt x="60671" y="119432"/>
                  </a:lnTo>
                  <a:lnTo>
                    <a:pt x="58760" y="116088"/>
                  </a:lnTo>
                  <a:lnTo>
                    <a:pt x="55894" y="113222"/>
                  </a:lnTo>
                  <a:lnTo>
                    <a:pt x="54461" y="111789"/>
                  </a:lnTo>
                  <a:lnTo>
                    <a:pt x="52550" y="107489"/>
                  </a:lnTo>
                  <a:lnTo>
                    <a:pt x="51594" y="106056"/>
                  </a:lnTo>
                  <a:lnTo>
                    <a:pt x="51117" y="105100"/>
                  </a:lnTo>
                  <a:lnTo>
                    <a:pt x="50162" y="104623"/>
                  </a:lnTo>
                  <a:lnTo>
                    <a:pt x="46817" y="105100"/>
                  </a:lnTo>
                  <a:lnTo>
                    <a:pt x="43951" y="102712"/>
                  </a:lnTo>
                  <a:lnTo>
                    <a:pt x="40129" y="100323"/>
                  </a:lnTo>
                  <a:lnTo>
                    <a:pt x="35830" y="96979"/>
                  </a:lnTo>
                  <a:lnTo>
                    <a:pt x="32008" y="95068"/>
                  </a:lnTo>
                  <a:lnTo>
                    <a:pt x="30575" y="94590"/>
                  </a:lnTo>
                  <a:lnTo>
                    <a:pt x="26753" y="94590"/>
                  </a:lnTo>
                  <a:lnTo>
                    <a:pt x="26275" y="94112"/>
                  </a:lnTo>
                  <a:lnTo>
                    <a:pt x="26275" y="92679"/>
                  </a:lnTo>
                  <a:lnTo>
                    <a:pt x="26275" y="91724"/>
                  </a:lnTo>
                  <a:lnTo>
                    <a:pt x="27230" y="89813"/>
                  </a:lnTo>
                  <a:lnTo>
                    <a:pt x="27230" y="89813"/>
                  </a:lnTo>
                  <a:lnTo>
                    <a:pt x="27230" y="88380"/>
                  </a:lnTo>
                  <a:lnTo>
                    <a:pt x="24842" y="84558"/>
                  </a:lnTo>
                  <a:lnTo>
                    <a:pt x="24364" y="83125"/>
                  </a:lnTo>
                  <a:lnTo>
                    <a:pt x="21975" y="82647"/>
                  </a:lnTo>
                  <a:lnTo>
                    <a:pt x="22453" y="81692"/>
                  </a:lnTo>
                  <a:lnTo>
                    <a:pt x="22453" y="80736"/>
                  </a:lnTo>
                  <a:lnTo>
                    <a:pt x="21975" y="80258"/>
                  </a:lnTo>
                  <a:lnTo>
                    <a:pt x="21498" y="79781"/>
                  </a:lnTo>
                  <a:lnTo>
                    <a:pt x="21020" y="79781"/>
                  </a:lnTo>
                  <a:lnTo>
                    <a:pt x="19109" y="80258"/>
                  </a:lnTo>
                  <a:lnTo>
                    <a:pt x="18153" y="78825"/>
                  </a:lnTo>
                  <a:lnTo>
                    <a:pt x="14332" y="73570"/>
                  </a:lnTo>
                  <a:lnTo>
                    <a:pt x="12898" y="72615"/>
                  </a:lnTo>
                  <a:lnTo>
                    <a:pt x="12421" y="72615"/>
                  </a:lnTo>
                  <a:lnTo>
                    <a:pt x="13376" y="70704"/>
                  </a:lnTo>
                  <a:lnTo>
                    <a:pt x="15287" y="68315"/>
                  </a:lnTo>
                  <a:lnTo>
                    <a:pt x="15287" y="68315"/>
                  </a:lnTo>
                  <a:lnTo>
                    <a:pt x="15287" y="66882"/>
                  </a:lnTo>
                  <a:lnTo>
                    <a:pt x="15287" y="65449"/>
                  </a:lnTo>
                  <a:lnTo>
                    <a:pt x="13376" y="62582"/>
                  </a:lnTo>
                  <a:lnTo>
                    <a:pt x="13854" y="61627"/>
                  </a:lnTo>
                  <a:lnTo>
                    <a:pt x="14809" y="60194"/>
                  </a:lnTo>
                  <a:lnTo>
                    <a:pt x="14809" y="59238"/>
                  </a:lnTo>
                  <a:lnTo>
                    <a:pt x="14809" y="59238"/>
                  </a:lnTo>
                  <a:lnTo>
                    <a:pt x="15765" y="59238"/>
                  </a:lnTo>
                  <a:lnTo>
                    <a:pt x="17198" y="59238"/>
                  </a:lnTo>
                  <a:lnTo>
                    <a:pt x="17676" y="58283"/>
                  </a:lnTo>
                  <a:lnTo>
                    <a:pt x="17676" y="58283"/>
                  </a:lnTo>
                  <a:lnTo>
                    <a:pt x="17676" y="55417"/>
                  </a:lnTo>
                  <a:lnTo>
                    <a:pt x="18153" y="54461"/>
                  </a:lnTo>
                  <a:lnTo>
                    <a:pt x="22931" y="49206"/>
                  </a:lnTo>
                  <a:lnTo>
                    <a:pt x="25319" y="47773"/>
                  </a:lnTo>
                  <a:lnTo>
                    <a:pt x="27230" y="46817"/>
                  </a:lnTo>
                  <a:lnTo>
                    <a:pt x="27230" y="46817"/>
                  </a:lnTo>
                  <a:lnTo>
                    <a:pt x="27708" y="45384"/>
                  </a:lnTo>
                  <a:lnTo>
                    <a:pt x="27230" y="44429"/>
                  </a:lnTo>
                  <a:lnTo>
                    <a:pt x="26753" y="43473"/>
                  </a:lnTo>
                  <a:lnTo>
                    <a:pt x="26753" y="42518"/>
                  </a:lnTo>
                  <a:lnTo>
                    <a:pt x="24842" y="40129"/>
                  </a:lnTo>
                  <a:lnTo>
                    <a:pt x="23886" y="39174"/>
                  </a:lnTo>
                  <a:lnTo>
                    <a:pt x="23886" y="38218"/>
                  </a:lnTo>
                  <a:lnTo>
                    <a:pt x="24364" y="36307"/>
                  </a:lnTo>
                  <a:lnTo>
                    <a:pt x="25319" y="34874"/>
                  </a:lnTo>
                  <a:lnTo>
                    <a:pt x="25319" y="34874"/>
                  </a:lnTo>
                  <a:lnTo>
                    <a:pt x="28186" y="33919"/>
                  </a:lnTo>
                  <a:lnTo>
                    <a:pt x="28186" y="33919"/>
                  </a:lnTo>
                  <a:lnTo>
                    <a:pt x="29619" y="33441"/>
                  </a:lnTo>
                  <a:lnTo>
                    <a:pt x="30097" y="32486"/>
                  </a:lnTo>
                  <a:lnTo>
                    <a:pt x="27708" y="31530"/>
                  </a:lnTo>
                  <a:lnTo>
                    <a:pt x="23409" y="31052"/>
                  </a:lnTo>
                  <a:lnTo>
                    <a:pt x="20064" y="31530"/>
                  </a:lnTo>
                  <a:lnTo>
                    <a:pt x="19109" y="31052"/>
                  </a:lnTo>
                  <a:lnTo>
                    <a:pt x="17676" y="29141"/>
                  </a:lnTo>
                  <a:lnTo>
                    <a:pt x="15765" y="28186"/>
                  </a:lnTo>
                  <a:lnTo>
                    <a:pt x="14332" y="27230"/>
                  </a:lnTo>
                  <a:lnTo>
                    <a:pt x="12898" y="27708"/>
                  </a:lnTo>
                  <a:lnTo>
                    <a:pt x="11943" y="27230"/>
                  </a:lnTo>
                  <a:lnTo>
                    <a:pt x="11466" y="26275"/>
                  </a:lnTo>
                  <a:lnTo>
                    <a:pt x="9555" y="19587"/>
                  </a:lnTo>
                  <a:lnTo>
                    <a:pt x="8599" y="18631"/>
                  </a:lnTo>
                  <a:lnTo>
                    <a:pt x="8599" y="18631"/>
                  </a:lnTo>
                  <a:lnTo>
                    <a:pt x="7644" y="18631"/>
                  </a:lnTo>
                  <a:lnTo>
                    <a:pt x="7644" y="18631"/>
                  </a:lnTo>
                  <a:lnTo>
                    <a:pt x="7166" y="18154"/>
                  </a:lnTo>
                  <a:lnTo>
                    <a:pt x="6210" y="17676"/>
                  </a:lnTo>
                  <a:lnTo>
                    <a:pt x="5733" y="17198"/>
                  </a:lnTo>
                  <a:lnTo>
                    <a:pt x="5255" y="15765"/>
                  </a:lnTo>
                  <a:lnTo>
                    <a:pt x="5255" y="13854"/>
                  </a:lnTo>
                  <a:lnTo>
                    <a:pt x="5255" y="12898"/>
                  </a:lnTo>
                  <a:lnTo>
                    <a:pt x="5255" y="11943"/>
                  </a:lnTo>
                  <a:lnTo>
                    <a:pt x="4300" y="10988"/>
                  </a:lnTo>
                  <a:lnTo>
                    <a:pt x="3344" y="10510"/>
                  </a:lnTo>
                  <a:lnTo>
                    <a:pt x="2389" y="9555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5" name="Freeform 4654">
              <a:extLst>
                <a:ext uri="{FF2B5EF4-FFF2-40B4-BE49-F238E27FC236}">
                  <a16:creationId xmlns:a16="http://schemas.microsoft.com/office/drawing/2014/main" id="{AACE2A5B-E427-DFF2-5B05-BA959AA9054E}"/>
                </a:ext>
              </a:extLst>
            </p:cNvPr>
            <p:cNvSpPr/>
            <p:nvPr/>
          </p:nvSpPr>
          <p:spPr>
            <a:xfrm>
              <a:off x="7082988" y="4044577"/>
              <a:ext cx="26752" cy="123732"/>
            </a:xfrm>
            <a:custGeom>
              <a:avLst/>
              <a:gdLst>
                <a:gd name="csX0" fmla="*/ 15765 w 26752"/>
                <a:gd name="csY0" fmla="*/ 0 h 123732"/>
                <a:gd name="csX1" fmla="*/ 16243 w 26752"/>
                <a:gd name="csY1" fmla="*/ 1433 h 123732"/>
                <a:gd name="csX2" fmla="*/ 15765 w 26752"/>
                <a:gd name="csY2" fmla="*/ 1911 h 123732"/>
                <a:gd name="csX3" fmla="*/ 15288 w 26752"/>
                <a:gd name="csY3" fmla="*/ 2866 h 123732"/>
                <a:gd name="csX4" fmla="*/ 14809 w 26752"/>
                <a:gd name="csY4" fmla="*/ 4300 h 123732"/>
                <a:gd name="csX5" fmla="*/ 14332 w 26752"/>
                <a:gd name="csY5" fmla="*/ 5733 h 123732"/>
                <a:gd name="csX6" fmla="*/ 14332 w 26752"/>
                <a:gd name="csY6" fmla="*/ 6688 h 123732"/>
                <a:gd name="csX7" fmla="*/ 13377 w 26752"/>
                <a:gd name="csY7" fmla="*/ 7166 h 123732"/>
                <a:gd name="csX8" fmla="*/ 12421 w 26752"/>
                <a:gd name="csY8" fmla="*/ 7644 h 123732"/>
                <a:gd name="csX9" fmla="*/ 12421 w 26752"/>
                <a:gd name="csY9" fmla="*/ 9077 h 123732"/>
                <a:gd name="csX10" fmla="*/ 12899 w 26752"/>
                <a:gd name="csY10" fmla="*/ 10032 h 123732"/>
                <a:gd name="csX11" fmla="*/ 13377 w 26752"/>
                <a:gd name="csY11" fmla="*/ 11466 h 123732"/>
                <a:gd name="csX12" fmla="*/ 12899 w 26752"/>
                <a:gd name="csY12" fmla="*/ 11943 h 123732"/>
                <a:gd name="csX13" fmla="*/ 12899 w 26752"/>
                <a:gd name="csY13" fmla="*/ 12421 h 123732"/>
                <a:gd name="csX14" fmla="*/ 12899 w 26752"/>
                <a:gd name="csY14" fmla="*/ 12421 h 123732"/>
                <a:gd name="csX15" fmla="*/ 12421 w 26752"/>
                <a:gd name="csY15" fmla="*/ 13376 h 123732"/>
                <a:gd name="csX16" fmla="*/ 11943 w 26752"/>
                <a:gd name="csY16" fmla="*/ 15287 h 123732"/>
                <a:gd name="csX17" fmla="*/ 11943 w 26752"/>
                <a:gd name="csY17" fmla="*/ 16721 h 123732"/>
                <a:gd name="csX18" fmla="*/ 11466 w 26752"/>
                <a:gd name="csY18" fmla="*/ 18154 h 123732"/>
                <a:gd name="csX19" fmla="*/ 10510 w 26752"/>
                <a:gd name="csY19" fmla="*/ 19109 h 123732"/>
                <a:gd name="csX20" fmla="*/ 9555 w 26752"/>
                <a:gd name="csY20" fmla="*/ 20065 h 123732"/>
                <a:gd name="csX21" fmla="*/ 9555 w 26752"/>
                <a:gd name="csY21" fmla="*/ 21020 h 123732"/>
                <a:gd name="csX22" fmla="*/ 8599 w 26752"/>
                <a:gd name="csY22" fmla="*/ 21498 h 123732"/>
                <a:gd name="csX23" fmla="*/ 7166 w 26752"/>
                <a:gd name="csY23" fmla="*/ 22453 h 123732"/>
                <a:gd name="csX24" fmla="*/ 6688 w 26752"/>
                <a:gd name="csY24" fmla="*/ 23409 h 123732"/>
                <a:gd name="csX25" fmla="*/ 5255 w 26752"/>
                <a:gd name="csY25" fmla="*/ 23409 h 123732"/>
                <a:gd name="csX26" fmla="*/ 4777 w 26752"/>
                <a:gd name="csY26" fmla="*/ 23886 h 123732"/>
                <a:gd name="csX27" fmla="*/ 5255 w 26752"/>
                <a:gd name="csY27" fmla="*/ 24842 h 123732"/>
                <a:gd name="csX28" fmla="*/ 5733 w 26752"/>
                <a:gd name="csY28" fmla="*/ 25320 h 123732"/>
                <a:gd name="csX29" fmla="*/ 6688 w 26752"/>
                <a:gd name="csY29" fmla="*/ 26275 h 123732"/>
                <a:gd name="csX30" fmla="*/ 8122 w 26752"/>
                <a:gd name="csY30" fmla="*/ 28664 h 123732"/>
                <a:gd name="csX31" fmla="*/ 3344 w 26752"/>
                <a:gd name="csY31" fmla="*/ 28664 h 123732"/>
                <a:gd name="csX32" fmla="*/ 1911 w 26752"/>
                <a:gd name="csY32" fmla="*/ 30575 h 123732"/>
                <a:gd name="csX33" fmla="*/ 0 w 26752"/>
                <a:gd name="csY33" fmla="*/ 33441 h 123732"/>
                <a:gd name="csX34" fmla="*/ 956 w 26752"/>
                <a:gd name="csY34" fmla="*/ 38696 h 123732"/>
                <a:gd name="csX35" fmla="*/ 0 w 26752"/>
                <a:gd name="csY35" fmla="*/ 41563 h 123732"/>
                <a:gd name="csX36" fmla="*/ 956 w 26752"/>
                <a:gd name="csY36" fmla="*/ 43473 h 123732"/>
                <a:gd name="csX37" fmla="*/ 1911 w 26752"/>
                <a:gd name="csY37" fmla="*/ 44429 h 123732"/>
                <a:gd name="csX38" fmla="*/ 3822 w 26752"/>
                <a:gd name="csY38" fmla="*/ 44907 h 123732"/>
                <a:gd name="csX39" fmla="*/ 6688 w 26752"/>
                <a:gd name="csY39" fmla="*/ 44907 h 123732"/>
                <a:gd name="csX40" fmla="*/ 8599 w 26752"/>
                <a:gd name="csY40" fmla="*/ 45384 h 123732"/>
                <a:gd name="csX41" fmla="*/ 8599 w 26752"/>
                <a:gd name="csY41" fmla="*/ 46340 h 123732"/>
                <a:gd name="csX42" fmla="*/ 7644 w 26752"/>
                <a:gd name="csY42" fmla="*/ 47295 h 123732"/>
                <a:gd name="csX43" fmla="*/ 5733 w 26752"/>
                <a:gd name="csY43" fmla="*/ 49206 h 123732"/>
                <a:gd name="csX44" fmla="*/ 4777 w 26752"/>
                <a:gd name="csY44" fmla="*/ 50162 h 123732"/>
                <a:gd name="csX45" fmla="*/ 1911 w 26752"/>
                <a:gd name="csY45" fmla="*/ 53983 h 123732"/>
                <a:gd name="csX46" fmla="*/ 1911 w 26752"/>
                <a:gd name="csY46" fmla="*/ 55894 h 123732"/>
                <a:gd name="csX47" fmla="*/ 1911 w 26752"/>
                <a:gd name="csY47" fmla="*/ 57328 h 123732"/>
                <a:gd name="csX48" fmla="*/ 3344 w 26752"/>
                <a:gd name="csY48" fmla="*/ 61627 h 123732"/>
                <a:gd name="csX49" fmla="*/ 4777 w 26752"/>
                <a:gd name="csY49" fmla="*/ 65927 h 123732"/>
                <a:gd name="csX50" fmla="*/ 7166 w 26752"/>
                <a:gd name="csY50" fmla="*/ 73570 h 123732"/>
                <a:gd name="csX51" fmla="*/ 7166 w 26752"/>
                <a:gd name="csY51" fmla="*/ 75004 h 123732"/>
                <a:gd name="csX52" fmla="*/ 6211 w 26752"/>
                <a:gd name="csY52" fmla="*/ 78825 h 123732"/>
                <a:gd name="csX53" fmla="*/ 6211 w 26752"/>
                <a:gd name="csY53" fmla="*/ 81214 h 123732"/>
                <a:gd name="csX54" fmla="*/ 6688 w 26752"/>
                <a:gd name="csY54" fmla="*/ 84558 h 123732"/>
                <a:gd name="csX55" fmla="*/ 6211 w 26752"/>
                <a:gd name="csY55" fmla="*/ 85991 h 123732"/>
                <a:gd name="csX56" fmla="*/ 6688 w 26752"/>
                <a:gd name="csY56" fmla="*/ 89335 h 123732"/>
                <a:gd name="csX57" fmla="*/ 7644 w 26752"/>
                <a:gd name="csY57" fmla="*/ 89813 h 123732"/>
                <a:gd name="csX58" fmla="*/ 12899 w 26752"/>
                <a:gd name="csY58" fmla="*/ 90291 h 123732"/>
                <a:gd name="csX59" fmla="*/ 17198 w 26752"/>
                <a:gd name="csY59" fmla="*/ 90769 h 123732"/>
                <a:gd name="csX60" fmla="*/ 23409 w 26752"/>
                <a:gd name="csY60" fmla="*/ 91724 h 123732"/>
                <a:gd name="csX61" fmla="*/ 25320 w 26752"/>
                <a:gd name="csY61" fmla="*/ 93635 h 123732"/>
                <a:gd name="csX62" fmla="*/ 26753 w 26752"/>
                <a:gd name="csY62" fmla="*/ 98412 h 123732"/>
                <a:gd name="csX63" fmla="*/ 26753 w 26752"/>
                <a:gd name="csY63" fmla="*/ 101756 h 123732"/>
                <a:gd name="csX64" fmla="*/ 25798 w 26752"/>
                <a:gd name="csY64" fmla="*/ 103667 h 123732"/>
                <a:gd name="csX65" fmla="*/ 21498 w 26752"/>
                <a:gd name="csY65" fmla="*/ 108445 h 123732"/>
                <a:gd name="csX66" fmla="*/ 17198 w 26752"/>
                <a:gd name="csY66" fmla="*/ 113222 h 123732"/>
                <a:gd name="csX67" fmla="*/ 12421 w 26752"/>
                <a:gd name="csY67" fmla="*/ 117999 h 123732"/>
                <a:gd name="csX68" fmla="*/ 7644 w 26752"/>
                <a:gd name="csY68" fmla="*/ 123254 h 123732"/>
                <a:gd name="csX69" fmla="*/ 7166 w 26752"/>
                <a:gd name="csY69" fmla="*/ 123732 h 123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</a:cxnLst>
              <a:rect l="l" t="t" r="r" b="b"/>
              <a:pathLst>
                <a:path w="26752" h="123732">
                  <a:moveTo>
                    <a:pt x="15765" y="0"/>
                  </a:moveTo>
                  <a:lnTo>
                    <a:pt x="16243" y="1433"/>
                  </a:lnTo>
                  <a:lnTo>
                    <a:pt x="15765" y="1911"/>
                  </a:lnTo>
                  <a:lnTo>
                    <a:pt x="15288" y="2866"/>
                  </a:lnTo>
                  <a:lnTo>
                    <a:pt x="14809" y="4300"/>
                  </a:lnTo>
                  <a:lnTo>
                    <a:pt x="14332" y="5733"/>
                  </a:lnTo>
                  <a:lnTo>
                    <a:pt x="14332" y="6688"/>
                  </a:lnTo>
                  <a:lnTo>
                    <a:pt x="13377" y="7166"/>
                  </a:lnTo>
                  <a:lnTo>
                    <a:pt x="12421" y="7644"/>
                  </a:lnTo>
                  <a:lnTo>
                    <a:pt x="12421" y="9077"/>
                  </a:lnTo>
                  <a:lnTo>
                    <a:pt x="12899" y="10032"/>
                  </a:lnTo>
                  <a:lnTo>
                    <a:pt x="13377" y="11466"/>
                  </a:lnTo>
                  <a:lnTo>
                    <a:pt x="12899" y="11943"/>
                  </a:lnTo>
                  <a:lnTo>
                    <a:pt x="12899" y="12421"/>
                  </a:lnTo>
                  <a:lnTo>
                    <a:pt x="12899" y="12421"/>
                  </a:lnTo>
                  <a:lnTo>
                    <a:pt x="12421" y="13376"/>
                  </a:lnTo>
                  <a:lnTo>
                    <a:pt x="11943" y="15287"/>
                  </a:lnTo>
                  <a:lnTo>
                    <a:pt x="11943" y="16721"/>
                  </a:lnTo>
                  <a:lnTo>
                    <a:pt x="11466" y="18154"/>
                  </a:lnTo>
                  <a:lnTo>
                    <a:pt x="10510" y="19109"/>
                  </a:lnTo>
                  <a:lnTo>
                    <a:pt x="9555" y="20065"/>
                  </a:lnTo>
                  <a:lnTo>
                    <a:pt x="9555" y="21020"/>
                  </a:lnTo>
                  <a:lnTo>
                    <a:pt x="8599" y="21498"/>
                  </a:lnTo>
                  <a:lnTo>
                    <a:pt x="7166" y="22453"/>
                  </a:lnTo>
                  <a:lnTo>
                    <a:pt x="6688" y="23409"/>
                  </a:lnTo>
                  <a:lnTo>
                    <a:pt x="5255" y="23409"/>
                  </a:lnTo>
                  <a:lnTo>
                    <a:pt x="4777" y="23886"/>
                  </a:lnTo>
                  <a:lnTo>
                    <a:pt x="5255" y="24842"/>
                  </a:lnTo>
                  <a:lnTo>
                    <a:pt x="5733" y="25320"/>
                  </a:lnTo>
                  <a:lnTo>
                    <a:pt x="6688" y="26275"/>
                  </a:lnTo>
                  <a:lnTo>
                    <a:pt x="8122" y="28664"/>
                  </a:lnTo>
                  <a:lnTo>
                    <a:pt x="3344" y="28664"/>
                  </a:lnTo>
                  <a:lnTo>
                    <a:pt x="1911" y="30575"/>
                  </a:lnTo>
                  <a:lnTo>
                    <a:pt x="0" y="33441"/>
                  </a:lnTo>
                  <a:lnTo>
                    <a:pt x="956" y="38696"/>
                  </a:lnTo>
                  <a:lnTo>
                    <a:pt x="0" y="41563"/>
                  </a:lnTo>
                  <a:lnTo>
                    <a:pt x="956" y="43473"/>
                  </a:lnTo>
                  <a:lnTo>
                    <a:pt x="1911" y="44429"/>
                  </a:lnTo>
                  <a:lnTo>
                    <a:pt x="3822" y="44907"/>
                  </a:lnTo>
                  <a:lnTo>
                    <a:pt x="6688" y="44907"/>
                  </a:lnTo>
                  <a:lnTo>
                    <a:pt x="8599" y="45384"/>
                  </a:lnTo>
                  <a:lnTo>
                    <a:pt x="8599" y="46340"/>
                  </a:lnTo>
                  <a:lnTo>
                    <a:pt x="7644" y="47295"/>
                  </a:lnTo>
                  <a:lnTo>
                    <a:pt x="5733" y="49206"/>
                  </a:lnTo>
                  <a:lnTo>
                    <a:pt x="4777" y="50162"/>
                  </a:lnTo>
                  <a:lnTo>
                    <a:pt x="1911" y="53983"/>
                  </a:lnTo>
                  <a:lnTo>
                    <a:pt x="1911" y="55894"/>
                  </a:lnTo>
                  <a:lnTo>
                    <a:pt x="1911" y="57328"/>
                  </a:lnTo>
                  <a:lnTo>
                    <a:pt x="3344" y="61627"/>
                  </a:lnTo>
                  <a:lnTo>
                    <a:pt x="4777" y="65927"/>
                  </a:lnTo>
                  <a:lnTo>
                    <a:pt x="7166" y="73570"/>
                  </a:lnTo>
                  <a:lnTo>
                    <a:pt x="7166" y="75004"/>
                  </a:lnTo>
                  <a:lnTo>
                    <a:pt x="6211" y="78825"/>
                  </a:lnTo>
                  <a:lnTo>
                    <a:pt x="6211" y="81214"/>
                  </a:lnTo>
                  <a:lnTo>
                    <a:pt x="6688" y="84558"/>
                  </a:lnTo>
                  <a:lnTo>
                    <a:pt x="6211" y="85991"/>
                  </a:lnTo>
                  <a:lnTo>
                    <a:pt x="6688" y="89335"/>
                  </a:lnTo>
                  <a:lnTo>
                    <a:pt x="7644" y="89813"/>
                  </a:lnTo>
                  <a:lnTo>
                    <a:pt x="12899" y="90291"/>
                  </a:lnTo>
                  <a:lnTo>
                    <a:pt x="17198" y="90769"/>
                  </a:lnTo>
                  <a:lnTo>
                    <a:pt x="23409" y="91724"/>
                  </a:lnTo>
                  <a:lnTo>
                    <a:pt x="25320" y="93635"/>
                  </a:lnTo>
                  <a:lnTo>
                    <a:pt x="26753" y="98412"/>
                  </a:lnTo>
                  <a:lnTo>
                    <a:pt x="26753" y="101756"/>
                  </a:lnTo>
                  <a:lnTo>
                    <a:pt x="25798" y="103667"/>
                  </a:lnTo>
                  <a:lnTo>
                    <a:pt x="21498" y="108445"/>
                  </a:lnTo>
                  <a:lnTo>
                    <a:pt x="17198" y="113222"/>
                  </a:lnTo>
                  <a:lnTo>
                    <a:pt x="12421" y="117999"/>
                  </a:lnTo>
                  <a:lnTo>
                    <a:pt x="7644" y="123254"/>
                  </a:lnTo>
                  <a:lnTo>
                    <a:pt x="7166" y="1237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6" name="Freeform 4655">
              <a:extLst>
                <a:ext uri="{FF2B5EF4-FFF2-40B4-BE49-F238E27FC236}">
                  <a16:creationId xmlns:a16="http://schemas.microsoft.com/office/drawing/2014/main" id="{CB02C802-E617-20A8-6C89-234B4BF32D0B}"/>
                </a:ext>
              </a:extLst>
            </p:cNvPr>
            <p:cNvSpPr/>
            <p:nvPr/>
          </p:nvSpPr>
          <p:spPr>
            <a:xfrm>
              <a:off x="7000341" y="3986294"/>
              <a:ext cx="477" cy="1911"/>
            </a:xfrm>
            <a:custGeom>
              <a:avLst/>
              <a:gdLst>
                <a:gd name="csX0" fmla="*/ 0 w 477"/>
                <a:gd name="csY0" fmla="*/ 1911 h 1911"/>
                <a:gd name="csX1" fmla="*/ 0 w 477"/>
                <a:gd name="csY1" fmla="*/ 1911 h 1911"/>
                <a:gd name="csX2" fmla="*/ 478 w 477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911">
                  <a:moveTo>
                    <a:pt x="0" y="1911"/>
                  </a:moveTo>
                  <a:lnTo>
                    <a:pt x="0" y="1911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7" name="Freeform 4656">
              <a:extLst>
                <a:ext uri="{FF2B5EF4-FFF2-40B4-BE49-F238E27FC236}">
                  <a16:creationId xmlns:a16="http://schemas.microsoft.com/office/drawing/2014/main" id="{1C6C0BB3-B990-F803-8F66-4C112F7CC748}"/>
                </a:ext>
              </a:extLst>
            </p:cNvPr>
            <p:cNvSpPr/>
            <p:nvPr/>
          </p:nvSpPr>
          <p:spPr>
            <a:xfrm>
              <a:off x="6969289" y="3995371"/>
              <a:ext cx="3343" cy="6688"/>
            </a:xfrm>
            <a:custGeom>
              <a:avLst/>
              <a:gdLst>
                <a:gd name="csX0" fmla="*/ 0 w 3343"/>
                <a:gd name="csY0" fmla="*/ 6688 h 6688"/>
                <a:gd name="csX1" fmla="*/ 2389 w 3343"/>
                <a:gd name="csY1" fmla="*/ 1433 h 6688"/>
                <a:gd name="csX2" fmla="*/ 3344 w 3343"/>
                <a:gd name="csY2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3" h="6688">
                  <a:moveTo>
                    <a:pt x="0" y="6688"/>
                  </a:moveTo>
                  <a:lnTo>
                    <a:pt x="2389" y="1433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8" name="Freeform 4657">
              <a:extLst>
                <a:ext uri="{FF2B5EF4-FFF2-40B4-BE49-F238E27FC236}">
                  <a16:creationId xmlns:a16="http://schemas.microsoft.com/office/drawing/2014/main" id="{28C87B6B-339B-B065-E277-1CCC6D4392BA}"/>
                </a:ext>
              </a:extLst>
            </p:cNvPr>
            <p:cNvSpPr/>
            <p:nvPr/>
          </p:nvSpPr>
          <p:spPr>
            <a:xfrm>
              <a:off x="6772464" y="3951420"/>
              <a:ext cx="182492" cy="70703"/>
            </a:xfrm>
            <a:custGeom>
              <a:avLst/>
              <a:gdLst>
                <a:gd name="csX0" fmla="*/ 0 w 182492"/>
                <a:gd name="csY0" fmla="*/ 478 h 70703"/>
                <a:gd name="csX1" fmla="*/ 478 w 182492"/>
                <a:gd name="csY1" fmla="*/ 1433 h 70703"/>
                <a:gd name="csX2" fmla="*/ 3822 w 182492"/>
                <a:gd name="csY2" fmla="*/ 6210 h 70703"/>
                <a:gd name="csX3" fmla="*/ 5255 w 182492"/>
                <a:gd name="csY3" fmla="*/ 7644 h 70703"/>
                <a:gd name="csX4" fmla="*/ 5733 w 182492"/>
                <a:gd name="csY4" fmla="*/ 8599 h 70703"/>
                <a:gd name="csX5" fmla="*/ 6688 w 182492"/>
                <a:gd name="csY5" fmla="*/ 10032 h 70703"/>
                <a:gd name="csX6" fmla="*/ 7644 w 182492"/>
                <a:gd name="csY6" fmla="*/ 10988 h 70703"/>
                <a:gd name="csX7" fmla="*/ 8599 w 182492"/>
                <a:gd name="csY7" fmla="*/ 11466 h 70703"/>
                <a:gd name="csX8" fmla="*/ 10510 w 182492"/>
                <a:gd name="csY8" fmla="*/ 12899 h 70703"/>
                <a:gd name="csX9" fmla="*/ 11466 w 182492"/>
                <a:gd name="csY9" fmla="*/ 13854 h 70703"/>
                <a:gd name="csX10" fmla="*/ 13377 w 182492"/>
                <a:gd name="csY10" fmla="*/ 15765 h 70703"/>
                <a:gd name="csX11" fmla="*/ 15288 w 182492"/>
                <a:gd name="csY11" fmla="*/ 16721 h 70703"/>
                <a:gd name="csX12" fmla="*/ 21975 w 182492"/>
                <a:gd name="csY12" fmla="*/ 18154 h 70703"/>
                <a:gd name="csX13" fmla="*/ 25798 w 182492"/>
                <a:gd name="csY13" fmla="*/ 18632 h 70703"/>
                <a:gd name="csX14" fmla="*/ 26753 w 182492"/>
                <a:gd name="csY14" fmla="*/ 19109 h 70703"/>
                <a:gd name="csX15" fmla="*/ 29620 w 182492"/>
                <a:gd name="csY15" fmla="*/ 18154 h 70703"/>
                <a:gd name="csX16" fmla="*/ 33441 w 182492"/>
                <a:gd name="csY16" fmla="*/ 18154 h 70703"/>
                <a:gd name="csX17" fmla="*/ 33441 w 182492"/>
                <a:gd name="csY17" fmla="*/ 18154 h 70703"/>
                <a:gd name="csX18" fmla="*/ 34397 w 182492"/>
                <a:gd name="csY18" fmla="*/ 18154 h 70703"/>
                <a:gd name="csX19" fmla="*/ 39174 w 182492"/>
                <a:gd name="csY19" fmla="*/ 13854 h 70703"/>
                <a:gd name="csX20" fmla="*/ 40607 w 182492"/>
                <a:gd name="csY20" fmla="*/ 12421 h 70703"/>
                <a:gd name="csX21" fmla="*/ 42996 w 182492"/>
                <a:gd name="csY21" fmla="*/ 11943 h 70703"/>
                <a:gd name="csX22" fmla="*/ 44429 w 182492"/>
                <a:gd name="csY22" fmla="*/ 10032 h 70703"/>
                <a:gd name="csX23" fmla="*/ 46818 w 182492"/>
                <a:gd name="csY23" fmla="*/ 8121 h 70703"/>
                <a:gd name="csX24" fmla="*/ 47295 w 182492"/>
                <a:gd name="csY24" fmla="*/ 8121 h 70703"/>
                <a:gd name="csX25" fmla="*/ 50162 w 182492"/>
                <a:gd name="csY25" fmla="*/ 6210 h 70703"/>
                <a:gd name="csX26" fmla="*/ 52550 w 182492"/>
                <a:gd name="csY26" fmla="*/ 4300 h 70703"/>
                <a:gd name="csX27" fmla="*/ 54939 w 182492"/>
                <a:gd name="csY27" fmla="*/ 3344 h 70703"/>
                <a:gd name="csX28" fmla="*/ 58761 w 182492"/>
                <a:gd name="csY28" fmla="*/ 956 h 70703"/>
                <a:gd name="csX29" fmla="*/ 61150 w 182492"/>
                <a:gd name="csY29" fmla="*/ 0 h 70703"/>
                <a:gd name="csX30" fmla="*/ 61150 w 182492"/>
                <a:gd name="csY30" fmla="*/ 0 h 70703"/>
                <a:gd name="csX31" fmla="*/ 63061 w 182492"/>
                <a:gd name="csY31" fmla="*/ 0 h 70703"/>
                <a:gd name="csX32" fmla="*/ 66405 w 182492"/>
                <a:gd name="csY32" fmla="*/ 2866 h 70703"/>
                <a:gd name="csX33" fmla="*/ 68793 w 182492"/>
                <a:gd name="csY33" fmla="*/ 5255 h 70703"/>
                <a:gd name="csX34" fmla="*/ 69748 w 182492"/>
                <a:gd name="csY34" fmla="*/ 6688 h 70703"/>
                <a:gd name="csX35" fmla="*/ 69748 w 182492"/>
                <a:gd name="csY35" fmla="*/ 6688 h 70703"/>
                <a:gd name="csX36" fmla="*/ 68316 w 182492"/>
                <a:gd name="csY36" fmla="*/ 7644 h 70703"/>
                <a:gd name="csX37" fmla="*/ 65927 w 182492"/>
                <a:gd name="csY37" fmla="*/ 8599 h 70703"/>
                <a:gd name="csX38" fmla="*/ 65449 w 182492"/>
                <a:gd name="csY38" fmla="*/ 9555 h 70703"/>
                <a:gd name="csX39" fmla="*/ 65449 w 182492"/>
                <a:gd name="csY39" fmla="*/ 10510 h 70703"/>
                <a:gd name="csX40" fmla="*/ 65449 w 182492"/>
                <a:gd name="csY40" fmla="*/ 10988 h 70703"/>
                <a:gd name="csX41" fmla="*/ 65449 w 182492"/>
                <a:gd name="csY41" fmla="*/ 10988 h 70703"/>
                <a:gd name="csX42" fmla="*/ 65449 w 182492"/>
                <a:gd name="csY42" fmla="*/ 11943 h 70703"/>
                <a:gd name="csX43" fmla="*/ 65449 w 182492"/>
                <a:gd name="csY43" fmla="*/ 11943 h 70703"/>
                <a:gd name="csX44" fmla="*/ 68793 w 182492"/>
                <a:gd name="csY44" fmla="*/ 13376 h 70703"/>
                <a:gd name="csX45" fmla="*/ 68793 w 182492"/>
                <a:gd name="csY45" fmla="*/ 13854 h 70703"/>
                <a:gd name="csX46" fmla="*/ 68793 w 182492"/>
                <a:gd name="csY46" fmla="*/ 14332 h 70703"/>
                <a:gd name="csX47" fmla="*/ 68793 w 182492"/>
                <a:gd name="csY47" fmla="*/ 15287 h 70703"/>
                <a:gd name="csX48" fmla="*/ 68793 w 182492"/>
                <a:gd name="csY48" fmla="*/ 16243 h 70703"/>
                <a:gd name="csX49" fmla="*/ 68793 w 182492"/>
                <a:gd name="csY49" fmla="*/ 16243 h 70703"/>
                <a:gd name="csX50" fmla="*/ 67838 w 182492"/>
                <a:gd name="csY50" fmla="*/ 16243 h 70703"/>
                <a:gd name="csX51" fmla="*/ 65927 w 182492"/>
                <a:gd name="csY51" fmla="*/ 16721 h 70703"/>
                <a:gd name="csX52" fmla="*/ 64016 w 182492"/>
                <a:gd name="csY52" fmla="*/ 17676 h 70703"/>
                <a:gd name="csX53" fmla="*/ 64016 w 182492"/>
                <a:gd name="csY53" fmla="*/ 17676 h 70703"/>
                <a:gd name="csX54" fmla="*/ 63538 w 182492"/>
                <a:gd name="csY54" fmla="*/ 18154 h 70703"/>
                <a:gd name="csX55" fmla="*/ 63061 w 182492"/>
                <a:gd name="csY55" fmla="*/ 18632 h 70703"/>
                <a:gd name="csX56" fmla="*/ 63061 w 182492"/>
                <a:gd name="csY56" fmla="*/ 19587 h 70703"/>
                <a:gd name="csX57" fmla="*/ 63538 w 182492"/>
                <a:gd name="csY57" fmla="*/ 20065 h 70703"/>
                <a:gd name="csX58" fmla="*/ 67360 w 182492"/>
                <a:gd name="csY58" fmla="*/ 22453 h 70703"/>
                <a:gd name="csX59" fmla="*/ 67838 w 182492"/>
                <a:gd name="csY59" fmla="*/ 23409 h 70703"/>
                <a:gd name="csX60" fmla="*/ 68316 w 182492"/>
                <a:gd name="csY60" fmla="*/ 24364 h 70703"/>
                <a:gd name="csX61" fmla="*/ 69271 w 182492"/>
                <a:gd name="csY61" fmla="*/ 24842 h 70703"/>
                <a:gd name="csX62" fmla="*/ 69271 w 182492"/>
                <a:gd name="csY62" fmla="*/ 24842 h 70703"/>
                <a:gd name="csX63" fmla="*/ 70704 w 182492"/>
                <a:gd name="csY63" fmla="*/ 25320 h 70703"/>
                <a:gd name="csX64" fmla="*/ 71659 w 182492"/>
                <a:gd name="csY64" fmla="*/ 25320 h 70703"/>
                <a:gd name="csX65" fmla="*/ 75004 w 182492"/>
                <a:gd name="csY65" fmla="*/ 29619 h 70703"/>
                <a:gd name="csX66" fmla="*/ 75959 w 182492"/>
                <a:gd name="csY66" fmla="*/ 30097 h 70703"/>
                <a:gd name="csX67" fmla="*/ 79781 w 182492"/>
                <a:gd name="csY67" fmla="*/ 29141 h 70703"/>
                <a:gd name="csX68" fmla="*/ 80259 w 182492"/>
                <a:gd name="csY68" fmla="*/ 29141 h 70703"/>
                <a:gd name="csX69" fmla="*/ 80259 w 182492"/>
                <a:gd name="csY69" fmla="*/ 30097 h 70703"/>
                <a:gd name="csX70" fmla="*/ 81214 w 182492"/>
                <a:gd name="csY70" fmla="*/ 35830 h 70703"/>
                <a:gd name="csX71" fmla="*/ 81692 w 182492"/>
                <a:gd name="csY71" fmla="*/ 38696 h 70703"/>
                <a:gd name="csX72" fmla="*/ 82170 w 182492"/>
                <a:gd name="csY72" fmla="*/ 41563 h 70703"/>
                <a:gd name="csX73" fmla="*/ 83125 w 182492"/>
                <a:gd name="csY73" fmla="*/ 44429 h 70703"/>
                <a:gd name="csX74" fmla="*/ 84558 w 182492"/>
                <a:gd name="csY74" fmla="*/ 46817 h 70703"/>
                <a:gd name="csX75" fmla="*/ 86469 w 182492"/>
                <a:gd name="csY75" fmla="*/ 48251 h 70703"/>
                <a:gd name="csX76" fmla="*/ 90291 w 182492"/>
                <a:gd name="csY76" fmla="*/ 50162 h 70703"/>
                <a:gd name="csX77" fmla="*/ 92202 w 182492"/>
                <a:gd name="csY77" fmla="*/ 50639 h 70703"/>
                <a:gd name="csX78" fmla="*/ 97457 w 182492"/>
                <a:gd name="csY78" fmla="*/ 51117 h 70703"/>
                <a:gd name="csX79" fmla="*/ 102234 w 182492"/>
                <a:gd name="csY79" fmla="*/ 51595 h 70703"/>
                <a:gd name="csX80" fmla="*/ 105578 w 182492"/>
                <a:gd name="csY80" fmla="*/ 52550 h 70703"/>
                <a:gd name="csX81" fmla="*/ 106534 w 182492"/>
                <a:gd name="csY81" fmla="*/ 53506 h 70703"/>
                <a:gd name="csX82" fmla="*/ 107012 w 182492"/>
                <a:gd name="csY82" fmla="*/ 53983 h 70703"/>
                <a:gd name="csX83" fmla="*/ 109400 w 182492"/>
                <a:gd name="csY83" fmla="*/ 58283 h 70703"/>
                <a:gd name="csX84" fmla="*/ 113222 w 182492"/>
                <a:gd name="csY84" fmla="*/ 61627 h 70703"/>
                <a:gd name="csX85" fmla="*/ 121343 w 182492"/>
                <a:gd name="csY85" fmla="*/ 66405 h 70703"/>
                <a:gd name="csX86" fmla="*/ 125165 w 182492"/>
                <a:gd name="csY86" fmla="*/ 67838 h 70703"/>
                <a:gd name="csX87" fmla="*/ 137586 w 182492"/>
                <a:gd name="csY87" fmla="*/ 70704 h 70703"/>
                <a:gd name="csX88" fmla="*/ 146185 w 182492"/>
                <a:gd name="csY88" fmla="*/ 70704 h 70703"/>
                <a:gd name="csX89" fmla="*/ 169594 w 182492"/>
                <a:gd name="csY89" fmla="*/ 64971 h 70703"/>
                <a:gd name="csX90" fmla="*/ 177716 w 182492"/>
                <a:gd name="csY90" fmla="*/ 63538 h 70703"/>
                <a:gd name="csX91" fmla="*/ 180582 w 182492"/>
                <a:gd name="csY91" fmla="*/ 63538 h 70703"/>
                <a:gd name="csX92" fmla="*/ 178671 w 182492"/>
                <a:gd name="csY92" fmla="*/ 64493 h 70703"/>
                <a:gd name="csX93" fmla="*/ 175805 w 182492"/>
                <a:gd name="csY93" fmla="*/ 65449 h 70703"/>
                <a:gd name="csX94" fmla="*/ 177716 w 182492"/>
                <a:gd name="csY94" fmla="*/ 65927 h 70703"/>
                <a:gd name="csX95" fmla="*/ 180104 w 182492"/>
                <a:gd name="csY95" fmla="*/ 65927 h 70703"/>
                <a:gd name="csX96" fmla="*/ 181537 w 182492"/>
                <a:gd name="csY96" fmla="*/ 65927 h 70703"/>
                <a:gd name="csX97" fmla="*/ 182493 w 182492"/>
                <a:gd name="csY97" fmla="*/ 65449 h 70703"/>
                <a:gd name="csX98" fmla="*/ 182493 w 182492"/>
                <a:gd name="csY98" fmla="*/ 64016 h 70703"/>
                <a:gd name="csX99" fmla="*/ 182493 w 182492"/>
                <a:gd name="csY99" fmla="*/ 63060 h 70703"/>
                <a:gd name="csX100" fmla="*/ 181060 w 182492"/>
                <a:gd name="csY100" fmla="*/ 57805 h 70703"/>
                <a:gd name="csX101" fmla="*/ 180582 w 182492"/>
                <a:gd name="csY101" fmla="*/ 53983 h 70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182492" h="70703">
                  <a:moveTo>
                    <a:pt x="0" y="478"/>
                  </a:moveTo>
                  <a:lnTo>
                    <a:pt x="478" y="1433"/>
                  </a:lnTo>
                  <a:lnTo>
                    <a:pt x="3822" y="6210"/>
                  </a:lnTo>
                  <a:lnTo>
                    <a:pt x="5255" y="7644"/>
                  </a:lnTo>
                  <a:lnTo>
                    <a:pt x="5733" y="8599"/>
                  </a:lnTo>
                  <a:lnTo>
                    <a:pt x="6688" y="10032"/>
                  </a:lnTo>
                  <a:lnTo>
                    <a:pt x="7644" y="10988"/>
                  </a:lnTo>
                  <a:lnTo>
                    <a:pt x="8599" y="11466"/>
                  </a:lnTo>
                  <a:lnTo>
                    <a:pt x="10510" y="12899"/>
                  </a:lnTo>
                  <a:lnTo>
                    <a:pt x="11466" y="13854"/>
                  </a:lnTo>
                  <a:lnTo>
                    <a:pt x="13377" y="15765"/>
                  </a:lnTo>
                  <a:lnTo>
                    <a:pt x="15288" y="16721"/>
                  </a:lnTo>
                  <a:lnTo>
                    <a:pt x="21975" y="18154"/>
                  </a:lnTo>
                  <a:lnTo>
                    <a:pt x="25798" y="18632"/>
                  </a:lnTo>
                  <a:lnTo>
                    <a:pt x="26753" y="19109"/>
                  </a:lnTo>
                  <a:lnTo>
                    <a:pt x="29620" y="18154"/>
                  </a:lnTo>
                  <a:lnTo>
                    <a:pt x="33441" y="18154"/>
                  </a:lnTo>
                  <a:lnTo>
                    <a:pt x="33441" y="18154"/>
                  </a:lnTo>
                  <a:lnTo>
                    <a:pt x="34397" y="18154"/>
                  </a:lnTo>
                  <a:lnTo>
                    <a:pt x="39174" y="13854"/>
                  </a:lnTo>
                  <a:lnTo>
                    <a:pt x="40607" y="12421"/>
                  </a:lnTo>
                  <a:lnTo>
                    <a:pt x="42996" y="11943"/>
                  </a:lnTo>
                  <a:lnTo>
                    <a:pt x="44429" y="10032"/>
                  </a:lnTo>
                  <a:lnTo>
                    <a:pt x="46818" y="8121"/>
                  </a:lnTo>
                  <a:lnTo>
                    <a:pt x="47295" y="8121"/>
                  </a:lnTo>
                  <a:lnTo>
                    <a:pt x="50162" y="6210"/>
                  </a:lnTo>
                  <a:lnTo>
                    <a:pt x="52550" y="4300"/>
                  </a:lnTo>
                  <a:lnTo>
                    <a:pt x="54939" y="3344"/>
                  </a:lnTo>
                  <a:lnTo>
                    <a:pt x="58761" y="956"/>
                  </a:lnTo>
                  <a:lnTo>
                    <a:pt x="61150" y="0"/>
                  </a:lnTo>
                  <a:lnTo>
                    <a:pt x="61150" y="0"/>
                  </a:lnTo>
                  <a:lnTo>
                    <a:pt x="63061" y="0"/>
                  </a:lnTo>
                  <a:lnTo>
                    <a:pt x="66405" y="2866"/>
                  </a:lnTo>
                  <a:lnTo>
                    <a:pt x="68793" y="5255"/>
                  </a:lnTo>
                  <a:lnTo>
                    <a:pt x="69748" y="6688"/>
                  </a:lnTo>
                  <a:lnTo>
                    <a:pt x="69748" y="6688"/>
                  </a:lnTo>
                  <a:lnTo>
                    <a:pt x="68316" y="7644"/>
                  </a:lnTo>
                  <a:lnTo>
                    <a:pt x="65927" y="8599"/>
                  </a:lnTo>
                  <a:lnTo>
                    <a:pt x="65449" y="9555"/>
                  </a:lnTo>
                  <a:lnTo>
                    <a:pt x="65449" y="10510"/>
                  </a:lnTo>
                  <a:lnTo>
                    <a:pt x="65449" y="10988"/>
                  </a:lnTo>
                  <a:lnTo>
                    <a:pt x="65449" y="10988"/>
                  </a:lnTo>
                  <a:lnTo>
                    <a:pt x="65449" y="11943"/>
                  </a:lnTo>
                  <a:lnTo>
                    <a:pt x="65449" y="11943"/>
                  </a:lnTo>
                  <a:lnTo>
                    <a:pt x="68793" y="13376"/>
                  </a:lnTo>
                  <a:lnTo>
                    <a:pt x="68793" y="13854"/>
                  </a:lnTo>
                  <a:lnTo>
                    <a:pt x="68793" y="14332"/>
                  </a:lnTo>
                  <a:lnTo>
                    <a:pt x="68793" y="15287"/>
                  </a:lnTo>
                  <a:lnTo>
                    <a:pt x="68793" y="16243"/>
                  </a:lnTo>
                  <a:lnTo>
                    <a:pt x="68793" y="16243"/>
                  </a:lnTo>
                  <a:lnTo>
                    <a:pt x="67838" y="16243"/>
                  </a:lnTo>
                  <a:lnTo>
                    <a:pt x="65927" y="16721"/>
                  </a:lnTo>
                  <a:lnTo>
                    <a:pt x="64016" y="17676"/>
                  </a:lnTo>
                  <a:lnTo>
                    <a:pt x="64016" y="17676"/>
                  </a:lnTo>
                  <a:lnTo>
                    <a:pt x="63538" y="18154"/>
                  </a:lnTo>
                  <a:lnTo>
                    <a:pt x="63061" y="18632"/>
                  </a:lnTo>
                  <a:lnTo>
                    <a:pt x="63061" y="19587"/>
                  </a:lnTo>
                  <a:lnTo>
                    <a:pt x="63538" y="20065"/>
                  </a:lnTo>
                  <a:lnTo>
                    <a:pt x="67360" y="22453"/>
                  </a:lnTo>
                  <a:lnTo>
                    <a:pt x="67838" y="23409"/>
                  </a:lnTo>
                  <a:lnTo>
                    <a:pt x="68316" y="24364"/>
                  </a:lnTo>
                  <a:lnTo>
                    <a:pt x="69271" y="24842"/>
                  </a:lnTo>
                  <a:lnTo>
                    <a:pt x="69271" y="24842"/>
                  </a:lnTo>
                  <a:lnTo>
                    <a:pt x="70704" y="25320"/>
                  </a:lnTo>
                  <a:lnTo>
                    <a:pt x="71659" y="25320"/>
                  </a:lnTo>
                  <a:lnTo>
                    <a:pt x="75004" y="29619"/>
                  </a:lnTo>
                  <a:lnTo>
                    <a:pt x="75959" y="30097"/>
                  </a:lnTo>
                  <a:lnTo>
                    <a:pt x="79781" y="29141"/>
                  </a:lnTo>
                  <a:lnTo>
                    <a:pt x="80259" y="29141"/>
                  </a:lnTo>
                  <a:lnTo>
                    <a:pt x="80259" y="30097"/>
                  </a:lnTo>
                  <a:lnTo>
                    <a:pt x="81214" y="35830"/>
                  </a:lnTo>
                  <a:lnTo>
                    <a:pt x="81692" y="38696"/>
                  </a:lnTo>
                  <a:lnTo>
                    <a:pt x="82170" y="41563"/>
                  </a:lnTo>
                  <a:lnTo>
                    <a:pt x="83125" y="44429"/>
                  </a:lnTo>
                  <a:lnTo>
                    <a:pt x="84558" y="46817"/>
                  </a:lnTo>
                  <a:lnTo>
                    <a:pt x="86469" y="48251"/>
                  </a:lnTo>
                  <a:lnTo>
                    <a:pt x="90291" y="50162"/>
                  </a:lnTo>
                  <a:lnTo>
                    <a:pt x="92202" y="50639"/>
                  </a:lnTo>
                  <a:lnTo>
                    <a:pt x="97457" y="51117"/>
                  </a:lnTo>
                  <a:lnTo>
                    <a:pt x="102234" y="51595"/>
                  </a:lnTo>
                  <a:lnTo>
                    <a:pt x="105578" y="52550"/>
                  </a:lnTo>
                  <a:lnTo>
                    <a:pt x="106534" y="53506"/>
                  </a:lnTo>
                  <a:lnTo>
                    <a:pt x="107012" y="53983"/>
                  </a:lnTo>
                  <a:lnTo>
                    <a:pt x="109400" y="58283"/>
                  </a:lnTo>
                  <a:lnTo>
                    <a:pt x="113222" y="61627"/>
                  </a:lnTo>
                  <a:lnTo>
                    <a:pt x="121343" y="66405"/>
                  </a:lnTo>
                  <a:lnTo>
                    <a:pt x="125165" y="67838"/>
                  </a:lnTo>
                  <a:lnTo>
                    <a:pt x="137586" y="70704"/>
                  </a:lnTo>
                  <a:lnTo>
                    <a:pt x="146185" y="70704"/>
                  </a:lnTo>
                  <a:lnTo>
                    <a:pt x="169594" y="64971"/>
                  </a:lnTo>
                  <a:lnTo>
                    <a:pt x="177716" y="63538"/>
                  </a:lnTo>
                  <a:lnTo>
                    <a:pt x="180582" y="63538"/>
                  </a:lnTo>
                  <a:lnTo>
                    <a:pt x="178671" y="64493"/>
                  </a:lnTo>
                  <a:lnTo>
                    <a:pt x="175805" y="65449"/>
                  </a:lnTo>
                  <a:lnTo>
                    <a:pt x="177716" y="65927"/>
                  </a:lnTo>
                  <a:lnTo>
                    <a:pt x="180104" y="65927"/>
                  </a:lnTo>
                  <a:lnTo>
                    <a:pt x="181537" y="65927"/>
                  </a:lnTo>
                  <a:lnTo>
                    <a:pt x="182493" y="65449"/>
                  </a:lnTo>
                  <a:lnTo>
                    <a:pt x="182493" y="64016"/>
                  </a:lnTo>
                  <a:lnTo>
                    <a:pt x="182493" y="63060"/>
                  </a:lnTo>
                  <a:lnTo>
                    <a:pt x="181060" y="57805"/>
                  </a:lnTo>
                  <a:lnTo>
                    <a:pt x="180582" y="5398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9" name="Freeform 4658">
              <a:extLst>
                <a:ext uri="{FF2B5EF4-FFF2-40B4-BE49-F238E27FC236}">
                  <a16:creationId xmlns:a16="http://schemas.microsoft.com/office/drawing/2014/main" id="{48C5D2E2-BC3F-3F3B-4CE8-C0897C959B8F}"/>
                </a:ext>
              </a:extLst>
            </p:cNvPr>
            <p:cNvSpPr/>
            <p:nvPr/>
          </p:nvSpPr>
          <p:spPr>
            <a:xfrm>
              <a:off x="6980276" y="4227070"/>
              <a:ext cx="19586" cy="8599"/>
            </a:xfrm>
            <a:custGeom>
              <a:avLst/>
              <a:gdLst>
                <a:gd name="csX0" fmla="*/ 17676 w 19586"/>
                <a:gd name="csY0" fmla="*/ 1911 h 8599"/>
                <a:gd name="csX1" fmla="*/ 15765 w 19586"/>
                <a:gd name="csY1" fmla="*/ 4299 h 8599"/>
                <a:gd name="csX2" fmla="*/ 12899 w 19586"/>
                <a:gd name="csY2" fmla="*/ 6210 h 8599"/>
                <a:gd name="csX3" fmla="*/ 11943 w 19586"/>
                <a:gd name="csY3" fmla="*/ 5733 h 8599"/>
                <a:gd name="csX4" fmla="*/ 10988 w 19586"/>
                <a:gd name="csY4" fmla="*/ 5733 h 8599"/>
                <a:gd name="csX5" fmla="*/ 9077 w 19586"/>
                <a:gd name="csY5" fmla="*/ 6688 h 8599"/>
                <a:gd name="csX6" fmla="*/ 7644 w 19586"/>
                <a:gd name="csY6" fmla="*/ 6688 h 8599"/>
                <a:gd name="csX7" fmla="*/ 4777 w 19586"/>
                <a:gd name="csY7" fmla="*/ 8121 h 8599"/>
                <a:gd name="csX8" fmla="*/ 2389 w 19586"/>
                <a:gd name="csY8" fmla="*/ 8599 h 8599"/>
                <a:gd name="csX9" fmla="*/ 956 w 19586"/>
                <a:gd name="csY9" fmla="*/ 8599 h 8599"/>
                <a:gd name="csX10" fmla="*/ 478 w 19586"/>
                <a:gd name="csY10" fmla="*/ 8599 h 8599"/>
                <a:gd name="csX11" fmla="*/ 0 w 19586"/>
                <a:gd name="csY11" fmla="*/ 7644 h 8599"/>
                <a:gd name="csX12" fmla="*/ 0 w 19586"/>
                <a:gd name="csY12" fmla="*/ 7166 h 8599"/>
                <a:gd name="csX13" fmla="*/ 956 w 19586"/>
                <a:gd name="csY13" fmla="*/ 7166 h 8599"/>
                <a:gd name="csX14" fmla="*/ 4777 w 19586"/>
                <a:gd name="csY14" fmla="*/ 6210 h 8599"/>
                <a:gd name="csX15" fmla="*/ 9077 w 19586"/>
                <a:gd name="csY15" fmla="*/ 3822 h 8599"/>
                <a:gd name="csX16" fmla="*/ 9555 w 19586"/>
                <a:gd name="csY16" fmla="*/ 2866 h 8599"/>
                <a:gd name="csX17" fmla="*/ 9077 w 19586"/>
                <a:gd name="csY17" fmla="*/ 1433 h 8599"/>
                <a:gd name="csX18" fmla="*/ 9077 w 19586"/>
                <a:gd name="csY18" fmla="*/ 1433 h 8599"/>
                <a:gd name="csX19" fmla="*/ 11943 w 19586"/>
                <a:gd name="csY19" fmla="*/ 1911 h 8599"/>
                <a:gd name="csX20" fmla="*/ 15288 w 19586"/>
                <a:gd name="csY20" fmla="*/ 478 h 8599"/>
                <a:gd name="csX21" fmla="*/ 18154 w 19586"/>
                <a:gd name="csY21" fmla="*/ 0 h 8599"/>
                <a:gd name="csX22" fmla="*/ 19587 w 19586"/>
                <a:gd name="csY22" fmla="*/ 956 h 8599"/>
                <a:gd name="csX23" fmla="*/ 17676 w 19586"/>
                <a:gd name="csY23" fmla="*/ 1911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9586" h="8599">
                  <a:moveTo>
                    <a:pt x="17676" y="1911"/>
                  </a:moveTo>
                  <a:lnTo>
                    <a:pt x="15765" y="4299"/>
                  </a:lnTo>
                  <a:lnTo>
                    <a:pt x="12899" y="6210"/>
                  </a:lnTo>
                  <a:lnTo>
                    <a:pt x="11943" y="5733"/>
                  </a:lnTo>
                  <a:lnTo>
                    <a:pt x="10988" y="5733"/>
                  </a:lnTo>
                  <a:lnTo>
                    <a:pt x="9077" y="6688"/>
                  </a:lnTo>
                  <a:lnTo>
                    <a:pt x="7644" y="6688"/>
                  </a:lnTo>
                  <a:lnTo>
                    <a:pt x="4777" y="8121"/>
                  </a:lnTo>
                  <a:lnTo>
                    <a:pt x="2389" y="8599"/>
                  </a:lnTo>
                  <a:lnTo>
                    <a:pt x="956" y="8599"/>
                  </a:lnTo>
                  <a:lnTo>
                    <a:pt x="478" y="8599"/>
                  </a:lnTo>
                  <a:lnTo>
                    <a:pt x="0" y="7644"/>
                  </a:lnTo>
                  <a:lnTo>
                    <a:pt x="0" y="7166"/>
                  </a:lnTo>
                  <a:lnTo>
                    <a:pt x="956" y="7166"/>
                  </a:lnTo>
                  <a:lnTo>
                    <a:pt x="4777" y="6210"/>
                  </a:lnTo>
                  <a:lnTo>
                    <a:pt x="9077" y="3822"/>
                  </a:lnTo>
                  <a:lnTo>
                    <a:pt x="9555" y="2866"/>
                  </a:lnTo>
                  <a:lnTo>
                    <a:pt x="9077" y="1433"/>
                  </a:lnTo>
                  <a:lnTo>
                    <a:pt x="9077" y="1433"/>
                  </a:lnTo>
                  <a:lnTo>
                    <a:pt x="11943" y="1911"/>
                  </a:lnTo>
                  <a:lnTo>
                    <a:pt x="15288" y="478"/>
                  </a:lnTo>
                  <a:lnTo>
                    <a:pt x="18154" y="0"/>
                  </a:lnTo>
                  <a:lnTo>
                    <a:pt x="19587" y="956"/>
                  </a:lnTo>
                  <a:lnTo>
                    <a:pt x="1767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0" name="Freeform 4659">
              <a:extLst>
                <a:ext uri="{FF2B5EF4-FFF2-40B4-BE49-F238E27FC236}">
                  <a16:creationId xmlns:a16="http://schemas.microsoft.com/office/drawing/2014/main" id="{D15767DF-10DD-3558-4030-7ACBC60C0A6F}"/>
                </a:ext>
              </a:extLst>
            </p:cNvPr>
            <p:cNvSpPr/>
            <p:nvPr/>
          </p:nvSpPr>
          <p:spPr>
            <a:xfrm>
              <a:off x="5398514" y="3102972"/>
              <a:ext cx="216411" cy="134242"/>
            </a:xfrm>
            <a:custGeom>
              <a:avLst/>
              <a:gdLst>
                <a:gd name="csX0" fmla="*/ 176760 w 216411"/>
                <a:gd name="csY0" fmla="*/ 13854 h 134242"/>
                <a:gd name="csX1" fmla="*/ 179149 w 216411"/>
                <a:gd name="csY1" fmla="*/ 13854 h 134242"/>
                <a:gd name="csX2" fmla="*/ 182970 w 216411"/>
                <a:gd name="csY2" fmla="*/ 12421 h 134242"/>
                <a:gd name="csX3" fmla="*/ 184403 w 216411"/>
                <a:gd name="csY3" fmla="*/ 11465 h 134242"/>
                <a:gd name="csX4" fmla="*/ 188226 w 216411"/>
                <a:gd name="csY4" fmla="*/ 7644 h 134242"/>
                <a:gd name="csX5" fmla="*/ 190614 w 216411"/>
                <a:gd name="csY5" fmla="*/ 6688 h 134242"/>
                <a:gd name="csX6" fmla="*/ 193958 w 216411"/>
                <a:gd name="csY6" fmla="*/ 7166 h 134242"/>
                <a:gd name="csX7" fmla="*/ 195869 w 216411"/>
                <a:gd name="csY7" fmla="*/ 6688 h 134242"/>
                <a:gd name="csX8" fmla="*/ 195869 w 216411"/>
                <a:gd name="csY8" fmla="*/ 7166 h 134242"/>
                <a:gd name="csX9" fmla="*/ 193480 w 216411"/>
                <a:gd name="csY9" fmla="*/ 8599 h 134242"/>
                <a:gd name="csX10" fmla="*/ 192047 w 216411"/>
                <a:gd name="csY10" fmla="*/ 9077 h 134242"/>
                <a:gd name="csX11" fmla="*/ 189659 w 216411"/>
                <a:gd name="csY11" fmla="*/ 10988 h 134242"/>
                <a:gd name="csX12" fmla="*/ 187270 w 216411"/>
                <a:gd name="csY12" fmla="*/ 15765 h 134242"/>
                <a:gd name="csX13" fmla="*/ 185359 w 216411"/>
                <a:gd name="csY13" fmla="*/ 18154 h 134242"/>
                <a:gd name="csX14" fmla="*/ 185359 w 216411"/>
                <a:gd name="csY14" fmla="*/ 19109 h 134242"/>
                <a:gd name="csX15" fmla="*/ 187748 w 216411"/>
                <a:gd name="csY15" fmla="*/ 21020 h 134242"/>
                <a:gd name="csX16" fmla="*/ 189659 w 216411"/>
                <a:gd name="csY16" fmla="*/ 21976 h 134242"/>
                <a:gd name="csX17" fmla="*/ 192047 w 216411"/>
                <a:gd name="csY17" fmla="*/ 21020 h 134242"/>
                <a:gd name="csX18" fmla="*/ 193003 w 216411"/>
                <a:gd name="csY18" fmla="*/ 21498 h 134242"/>
                <a:gd name="csX19" fmla="*/ 193958 w 216411"/>
                <a:gd name="csY19" fmla="*/ 22931 h 134242"/>
                <a:gd name="csX20" fmla="*/ 193958 w 216411"/>
                <a:gd name="csY20" fmla="*/ 24364 h 134242"/>
                <a:gd name="csX21" fmla="*/ 194436 w 216411"/>
                <a:gd name="csY21" fmla="*/ 25797 h 134242"/>
                <a:gd name="csX22" fmla="*/ 193958 w 216411"/>
                <a:gd name="csY22" fmla="*/ 28664 h 134242"/>
                <a:gd name="csX23" fmla="*/ 192525 w 216411"/>
                <a:gd name="csY23" fmla="*/ 31530 h 134242"/>
                <a:gd name="csX24" fmla="*/ 191092 w 216411"/>
                <a:gd name="csY24" fmla="*/ 33441 h 134242"/>
                <a:gd name="csX25" fmla="*/ 191092 w 216411"/>
                <a:gd name="csY25" fmla="*/ 34397 h 134242"/>
                <a:gd name="csX26" fmla="*/ 192525 w 216411"/>
                <a:gd name="csY26" fmla="*/ 34874 h 134242"/>
                <a:gd name="csX27" fmla="*/ 199213 w 216411"/>
                <a:gd name="csY27" fmla="*/ 33441 h 134242"/>
                <a:gd name="csX28" fmla="*/ 199691 w 216411"/>
                <a:gd name="csY28" fmla="*/ 33441 h 134242"/>
                <a:gd name="csX29" fmla="*/ 200169 w 216411"/>
                <a:gd name="csY29" fmla="*/ 33919 h 134242"/>
                <a:gd name="csX30" fmla="*/ 200169 w 216411"/>
                <a:gd name="csY30" fmla="*/ 35352 h 134242"/>
                <a:gd name="csX31" fmla="*/ 200646 w 216411"/>
                <a:gd name="csY31" fmla="*/ 36785 h 134242"/>
                <a:gd name="csX32" fmla="*/ 201124 w 216411"/>
                <a:gd name="csY32" fmla="*/ 37741 h 134242"/>
                <a:gd name="csX33" fmla="*/ 201124 w 216411"/>
                <a:gd name="csY33" fmla="*/ 39174 h 134242"/>
                <a:gd name="csX34" fmla="*/ 198258 w 216411"/>
                <a:gd name="csY34" fmla="*/ 42518 h 134242"/>
                <a:gd name="csX35" fmla="*/ 201602 w 216411"/>
                <a:gd name="csY35" fmla="*/ 40607 h 134242"/>
                <a:gd name="csX36" fmla="*/ 204468 w 216411"/>
                <a:gd name="csY36" fmla="*/ 39652 h 134242"/>
                <a:gd name="csX37" fmla="*/ 208768 w 216411"/>
                <a:gd name="csY37" fmla="*/ 41085 h 134242"/>
                <a:gd name="csX38" fmla="*/ 210679 w 216411"/>
                <a:gd name="csY38" fmla="*/ 42040 h 134242"/>
                <a:gd name="csX39" fmla="*/ 211634 w 216411"/>
                <a:gd name="csY39" fmla="*/ 44429 h 134242"/>
                <a:gd name="csX40" fmla="*/ 213545 w 216411"/>
                <a:gd name="csY40" fmla="*/ 43951 h 134242"/>
                <a:gd name="csX41" fmla="*/ 214023 w 216411"/>
                <a:gd name="csY41" fmla="*/ 43951 h 134242"/>
                <a:gd name="csX42" fmla="*/ 214978 w 216411"/>
                <a:gd name="csY42" fmla="*/ 44907 h 134242"/>
                <a:gd name="csX43" fmla="*/ 215456 w 216411"/>
                <a:gd name="csY43" fmla="*/ 46818 h 134242"/>
                <a:gd name="csX44" fmla="*/ 214501 w 216411"/>
                <a:gd name="csY44" fmla="*/ 48728 h 134242"/>
                <a:gd name="csX45" fmla="*/ 214023 w 216411"/>
                <a:gd name="csY45" fmla="*/ 50639 h 134242"/>
                <a:gd name="csX46" fmla="*/ 213545 w 216411"/>
                <a:gd name="csY46" fmla="*/ 51117 h 134242"/>
                <a:gd name="csX47" fmla="*/ 212112 w 216411"/>
                <a:gd name="csY47" fmla="*/ 51595 h 134242"/>
                <a:gd name="csX48" fmla="*/ 211634 w 216411"/>
                <a:gd name="csY48" fmla="*/ 52550 h 134242"/>
                <a:gd name="csX49" fmla="*/ 212112 w 216411"/>
                <a:gd name="csY49" fmla="*/ 53984 h 134242"/>
                <a:gd name="csX50" fmla="*/ 213067 w 216411"/>
                <a:gd name="csY50" fmla="*/ 54939 h 134242"/>
                <a:gd name="csX51" fmla="*/ 214501 w 216411"/>
                <a:gd name="csY51" fmla="*/ 55417 h 134242"/>
                <a:gd name="csX52" fmla="*/ 214501 w 216411"/>
                <a:gd name="csY52" fmla="*/ 55894 h 134242"/>
                <a:gd name="csX53" fmla="*/ 214501 w 216411"/>
                <a:gd name="csY53" fmla="*/ 56850 h 134242"/>
                <a:gd name="csX54" fmla="*/ 214501 w 216411"/>
                <a:gd name="csY54" fmla="*/ 57328 h 134242"/>
                <a:gd name="csX55" fmla="*/ 214023 w 216411"/>
                <a:gd name="csY55" fmla="*/ 58283 h 134242"/>
                <a:gd name="csX56" fmla="*/ 213545 w 216411"/>
                <a:gd name="csY56" fmla="*/ 58283 h 134242"/>
                <a:gd name="csX57" fmla="*/ 212590 w 216411"/>
                <a:gd name="csY57" fmla="*/ 59238 h 134242"/>
                <a:gd name="csX58" fmla="*/ 215934 w 216411"/>
                <a:gd name="csY58" fmla="*/ 61627 h 134242"/>
                <a:gd name="csX59" fmla="*/ 216411 w 216411"/>
                <a:gd name="csY59" fmla="*/ 62583 h 134242"/>
                <a:gd name="csX60" fmla="*/ 216411 w 216411"/>
                <a:gd name="csY60" fmla="*/ 63538 h 134242"/>
                <a:gd name="csX61" fmla="*/ 215934 w 216411"/>
                <a:gd name="csY61" fmla="*/ 64971 h 134242"/>
                <a:gd name="csX62" fmla="*/ 215456 w 216411"/>
                <a:gd name="csY62" fmla="*/ 66404 h 134242"/>
                <a:gd name="csX63" fmla="*/ 214501 w 216411"/>
                <a:gd name="csY63" fmla="*/ 66882 h 134242"/>
                <a:gd name="csX64" fmla="*/ 212112 w 216411"/>
                <a:gd name="csY64" fmla="*/ 67360 h 134242"/>
                <a:gd name="csX65" fmla="*/ 210679 w 216411"/>
                <a:gd name="csY65" fmla="*/ 67838 h 134242"/>
                <a:gd name="csX66" fmla="*/ 211156 w 216411"/>
                <a:gd name="csY66" fmla="*/ 69271 h 134242"/>
                <a:gd name="csX67" fmla="*/ 211156 w 216411"/>
                <a:gd name="csY67" fmla="*/ 71182 h 134242"/>
                <a:gd name="csX68" fmla="*/ 210679 w 216411"/>
                <a:gd name="csY68" fmla="*/ 73570 h 134242"/>
                <a:gd name="csX69" fmla="*/ 208768 w 216411"/>
                <a:gd name="csY69" fmla="*/ 76914 h 134242"/>
                <a:gd name="csX70" fmla="*/ 206857 w 216411"/>
                <a:gd name="csY70" fmla="*/ 78825 h 134242"/>
                <a:gd name="csX71" fmla="*/ 204946 w 216411"/>
                <a:gd name="csY71" fmla="*/ 79781 h 134242"/>
                <a:gd name="csX72" fmla="*/ 201602 w 216411"/>
                <a:gd name="csY72" fmla="*/ 79303 h 134242"/>
                <a:gd name="csX73" fmla="*/ 200169 w 216411"/>
                <a:gd name="csY73" fmla="*/ 78825 h 134242"/>
                <a:gd name="csX74" fmla="*/ 200169 w 216411"/>
                <a:gd name="csY74" fmla="*/ 81692 h 134242"/>
                <a:gd name="csX75" fmla="*/ 198258 w 216411"/>
                <a:gd name="csY75" fmla="*/ 83125 h 134242"/>
                <a:gd name="csX76" fmla="*/ 198735 w 216411"/>
                <a:gd name="csY76" fmla="*/ 84558 h 134242"/>
                <a:gd name="csX77" fmla="*/ 199213 w 216411"/>
                <a:gd name="csY77" fmla="*/ 85514 h 134242"/>
                <a:gd name="csX78" fmla="*/ 199213 w 216411"/>
                <a:gd name="csY78" fmla="*/ 87425 h 134242"/>
                <a:gd name="csX79" fmla="*/ 198258 w 216411"/>
                <a:gd name="csY79" fmla="*/ 89335 h 134242"/>
                <a:gd name="csX80" fmla="*/ 196825 w 216411"/>
                <a:gd name="csY80" fmla="*/ 91246 h 134242"/>
                <a:gd name="csX81" fmla="*/ 194914 w 216411"/>
                <a:gd name="csY81" fmla="*/ 92679 h 134242"/>
                <a:gd name="csX82" fmla="*/ 192047 w 216411"/>
                <a:gd name="csY82" fmla="*/ 94113 h 134242"/>
                <a:gd name="csX83" fmla="*/ 189181 w 216411"/>
                <a:gd name="csY83" fmla="*/ 96501 h 134242"/>
                <a:gd name="csX84" fmla="*/ 187270 w 216411"/>
                <a:gd name="csY84" fmla="*/ 97457 h 134242"/>
                <a:gd name="csX85" fmla="*/ 182493 w 216411"/>
                <a:gd name="csY85" fmla="*/ 97457 h 134242"/>
                <a:gd name="csX86" fmla="*/ 177715 w 216411"/>
                <a:gd name="csY86" fmla="*/ 99368 h 134242"/>
                <a:gd name="csX87" fmla="*/ 171027 w 216411"/>
                <a:gd name="csY87" fmla="*/ 102712 h 134242"/>
                <a:gd name="csX88" fmla="*/ 166728 w 216411"/>
                <a:gd name="csY88" fmla="*/ 105100 h 134242"/>
                <a:gd name="csX89" fmla="*/ 163384 w 216411"/>
                <a:gd name="csY89" fmla="*/ 108445 h 134242"/>
                <a:gd name="csX90" fmla="*/ 158606 w 216411"/>
                <a:gd name="csY90" fmla="*/ 113222 h 134242"/>
                <a:gd name="csX91" fmla="*/ 155262 w 216411"/>
                <a:gd name="csY91" fmla="*/ 115611 h 134242"/>
                <a:gd name="csX92" fmla="*/ 153351 w 216411"/>
                <a:gd name="csY92" fmla="*/ 116088 h 134242"/>
                <a:gd name="csX93" fmla="*/ 149529 w 216411"/>
                <a:gd name="csY93" fmla="*/ 116566 h 134242"/>
                <a:gd name="csX94" fmla="*/ 146185 w 216411"/>
                <a:gd name="csY94" fmla="*/ 117999 h 134242"/>
                <a:gd name="csX95" fmla="*/ 135675 w 216411"/>
                <a:gd name="csY95" fmla="*/ 120388 h 134242"/>
                <a:gd name="csX96" fmla="*/ 131853 w 216411"/>
                <a:gd name="csY96" fmla="*/ 121821 h 134242"/>
                <a:gd name="csX97" fmla="*/ 131376 w 216411"/>
                <a:gd name="csY97" fmla="*/ 123254 h 134242"/>
                <a:gd name="csX98" fmla="*/ 129942 w 216411"/>
                <a:gd name="csY98" fmla="*/ 124687 h 134242"/>
                <a:gd name="csX99" fmla="*/ 129942 w 216411"/>
                <a:gd name="csY99" fmla="*/ 125643 h 134242"/>
                <a:gd name="csX100" fmla="*/ 130420 w 216411"/>
                <a:gd name="csY100" fmla="*/ 126121 h 134242"/>
                <a:gd name="csX101" fmla="*/ 130420 w 216411"/>
                <a:gd name="csY101" fmla="*/ 126598 h 134242"/>
                <a:gd name="csX102" fmla="*/ 129465 w 216411"/>
                <a:gd name="csY102" fmla="*/ 128987 h 134242"/>
                <a:gd name="csX103" fmla="*/ 126598 w 216411"/>
                <a:gd name="csY103" fmla="*/ 130420 h 134242"/>
                <a:gd name="csX104" fmla="*/ 125643 w 216411"/>
                <a:gd name="csY104" fmla="*/ 130420 h 134242"/>
                <a:gd name="csX105" fmla="*/ 123732 w 216411"/>
                <a:gd name="csY105" fmla="*/ 128987 h 134242"/>
                <a:gd name="csX106" fmla="*/ 123254 w 216411"/>
                <a:gd name="csY106" fmla="*/ 129465 h 134242"/>
                <a:gd name="csX107" fmla="*/ 122777 w 216411"/>
                <a:gd name="csY107" fmla="*/ 129465 h 134242"/>
                <a:gd name="csX108" fmla="*/ 122777 w 216411"/>
                <a:gd name="csY108" fmla="*/ 129942 h 134242"/>
                <a:gd name="csX109" fmla="*/ 123732 w 216411"/>
                <a:gd name="csY109" fmla="*/ 131376 h 134242"/>
                <a:gd name="csX110" fmla="*/ 122299 w 216411"/>
                <a:gd name="csY110" fmla="*/ 132331 h 134242"/>
                <a:gd name="csX111" fmla="*/ 115133 w 216411"/>
                <a:gd name="csY111" fmla="*/ 134242 h 134242"/>
                <a:gd name="csX112" fmla="*/ 103667 w 216411"/>
                <a:gd name="csY112" fmla="*/ 132809 h 134242"/>
                <a:gd name="csX113" fmla="*/ 98890 w 216411"/>
                <a:gd name="csY113" fmla="*/ 131376 h 134242"/>
                <a:gd name="csX114" fmla="*/ 93157 w 216411"/>
                <a:gd name="csY114" fmla="*/ 128987 h 134242"/>
                <a:gd name="csX115" fmla="*/ 89813 w 216411"/>
                <a:gd name="csY115" fmla="*/ 128509 h 134242"/>
                <a:gd name="csX116" fmla="*/ 84558 w 216411"/>
                <a:gd name="csY116" fmla="*/ 128032 h 134242"/>
                <a:gd name="csX117" fmla="*/ 80736 w 216411"/>
                <a:gd name="csY117" fmla="*/ 124687 h 134242"/>
                <a:gd name="csX118" fmla="*/ 78825 w 216411"/>
                <a:gd name="csY118" fmla="*/ 122777 h 134242"/>
                <a:gd name="csX119" fmla="*/ 78825 w 216411"/>
                <a:gd name="csY119" fmla="*/ 121821 h 134242"/>
                <a:gd name="csX120" fmla="*/ 78825 w 216411"/>
                <a:gd name="csY120" fmla="*/ 120866 h 134242"/>
                <a:gd name="csX121" fmla="*/ 79303 w 216411"/>
                <a:gd name="csY121" fmla="*/ 120388 h 134242"/>
                <a:gd name="csX122" fmla="*/ 79781 w 216411"/>
                <a:gd name="csY122" fmla="*/ 119910 h 134242"/>
                <a:gd name="csX123" fmla="*/ 81214 w 216411"/>
                <a:gd name="csY123" fmla="*/ 119910 h 134242"/>
                <a:gd name="csX124" fmla="*/ 81214 w 216411"/>
                <a:gd name="csY124" fmla="*/ 119432 h 134242"/>
                <a:gd name="csX125" fmla="*/ 80258 w 216411"/>
                <a:gd name="csY125" fmla="*/ 117999 h 134242"/>
                <a:gd name="csX126" fmla="*/ 79303 w 216411"/>
                <a:gd name="csY126" fmla="*/ 118477 h 134242"/>
                <a:gd name="csX127" fmla="*/ 76914 w 216411"/>
                <a:gd name="csY127" fmla="*/ 120866 h 134242"/>
                <a:gd name="csX128" fmla="*/ 75481 w 216411"/>
                <a:gd name="csY128" fmla="*/ 120866 h 134242"/>
                <a:gd name="csX129" fmla="*/ 74048 w 216411"/>
                <a:gd name="csY129" fmla="*/ 119432 h 134242"/>
                <a:gd name="csX130" fmla="*/ 74048 w 216411"/>
                <a:gd name="csY130" fmla="*/ 118477 h 134242"/>
                <a:gd name="csX131" fmla="*/ 71182 w 216411"/>
                <a:gd name="csY131" fmla="*/ 117999 h 134242"/>
                <a:gd name="csX132" fmla="*/ 68793 w 216411"/>
                <a:gd name="csY132" fmla="*/ 116566 h 134242"/>
                <a:gd name="csX133" fmla="*/ 65927 w 216411"/>
                <a:gd name="csY133" fmla="*/ 114655 h 134242"/>
                <a:gd name="csX134" fmla="*/ 65449 w 216411"/>
                <a:gd name="csY134" fmla="*/ 113700 h 134242"/>
                <a:gd name="csX135" fmla="*/ 66882 w 216411"/>
                <a:gd name="csY135" fmla="*/ 112744 h 134242"/>
                <a:gd name="csX136" fmla="*/ 66882 w 216411"/>
                <a:gd name="csY136" fmla="*/ 112266 h 134242"/>
                <a:gd name="csX137" fmla="*/ 65927 w 216411"/>
                <a:gd name="csY137" fmla="*/ 112266 h 134242"/>
                <a:gd name="csX138" fmla="*/ 64016 w 216411"/>
                <a:gd name="csY138" fmla="*/ 112744 h 134242"/>
                <a:gd name="csX139" fmla="*/ 61149 w 216411"/>
                <a:gd name="csY139" fmla="*/ 115133 h 134242"/>
                <a:gd name="csX140" fmla="*/ 59716 w 216411"/>
                <a:gd name="csY140" fmla="*/ 115611 h 134242"/>
                <a:gd name="csX141" fmla="*/ 41563 w 216411"/>
                <a:gd name="csY141" fmla="*/ 116566 h 134242"/>
                <a:gd name="csX142" fmla="*/ 36785 w 216411"/>
                <a:gd name="csY142" fmla="*/ 116566 h 134242"/>
                <a:gd name="csX143" fmla="*/ 35830 w 216411"/>
                <a:gd name="csY143" fmla="*/ 117044 h 134242"/>
                <a:gd name="csX144" fmla="*/ 35352 w 216411"/>
                <a:gd name="csY144" fmla="*/ 115611 h 134242"/>
                <a:gd name="csX145" fmla="*/ 34397 w 216411"/>
                <a:gd name="csY145" fmla="*/ 111789 h 134242"/>
                <a:gd name="csX146" fmla="*/ 34397 w 216411"/>
                <a:gd name="csY146" fmla="*/ 108922 h 134242"/>
                <a:gd name="csX147" fmla="*/ 34397 w 216411"/>
                <a:gd name="csY147" fmla="*/ 107967 h 134242"/>
                <a:gd name="csX148" fmla="*/ 34874 w 216411"/>
                <a:gd name="csY148" fmla="*/ 106534 h 134242"/>
                <a:gd name="csX149" fmla="*/ 35830 w 216411"/>
                <a:gd name="csY149" fmla="*/ 106534 h 134242"/>
                <a:gd name="csX150" fmla="*/ 36785 w 216411"/>
                <a:gd name="csY150" fmla="*/ 107967 h 134242"/>
                <a:gd name="csX151" fmla="*/ 37741 w 216411"/>
                <a:gd name="csY151" fmla="*/ 109400 h 134242"/>
                <a:gd name="csX152" fmla="*/ 38696 w 216411"/>
                <a:gd name="csY152" fmla="*/ 110356 h 134242"/>
                <a:gd name="csX153" fmla="*/ 45384 w 216411"/>
                <a:gd name="csY153" fmla="*/ 108445 h 134242"/>
                <a:gd name="csX154" fmla="*/ 47773 w 216411"/>
                <a:gd name="csY154" fmla="*/ 107011 h 134242"/>
                <a:gd name="csX155" fmla="*/ 48728 w 216411"/>
                <a:gd name="csY155" fmla="*/ 105578 h 134242"/>
                <a:gd name="csX156" fmla="*/ 50162 w 216411"/>
                <a:gd name="csY156" fmla="*/ 103667 h 134242"/>
                <a:gd name="csX157" fmla="*/ 51595 w 216411"/>
                <a:gd name="csY157" fmla="*/ 102234 h 134242"/>
                <a:gd name="csX158" fmla="*/ 52073 w 216411"/>
                <a:gd name="csY158" fmla="*/ 101279 h 134242"/>
                <a:gd name="csX159" fmla="*/ 53506 w 216411"/>
                <a:gd name="csY159" fmla="*/ 97935 h 134242"/>
                <a:gd name="csX160" fmla="*/ 54461 w 216411"/>
                <a:gd name="csY160" fmla="*/ 96501 h 134242"/>
                <a:gd name="csX161" fmla="*/ 55416 w 216411"/>
                <a:gd name="csY161" fmla="*/ 95546 h 134242"/>
                <a:gd name="csX162" fmla="*/ 56850 w 216411"/>
                <a:gd name="csY162" fmla="*/ 94591 h 134242"/>
                <a:gd name="csX163" fmla="*/ 59716 w 216411"/>
                <a:gd name="csY163" fmla="*/ 94113 h 134242"/>
                <a:gd name="csX164" fmla="*/ 57805 w 216411"/>
                <a:gd name="csY164" fmla="*/ 93157 h 134242"/>
                <a:gd name="csX165" fmla="*/ 55894 w 216411"/>
                <a:gd name="csY165" fmla="*/ 93157 h 134242"/>
                <a:gd name="csX166" fmla="*/ 50162 w 216411"/>
                <a:gd name="csY166" fmla="*/ 96979 h 134242"/>
                <a:gd name="csX167" fmla="*/ 47773 w 216411"/>
                <a:gd name="csY167" fmla="*/ 96979 h 134242"/>
                <a:gd name="csX168" fmla="*/ 47773 w 216411"/>
                <a:gd name="csY168" fmla="*/ 96501 h 134242"/>
                <a:gd name="csX169" fmla="*/ 48728 w 216411"/>
                <a:gd name="csY169" fmla="*/ 95546 h 134242"/>
                <a:gd name="csX170" fmla="*/ 51117 w 216411"/>
                <a:gd name="csY170" fmla="*/ 93635 h 134242"/>
                <a:gd name="csX171" fmla="*/ 49684 w 216411"/>
                <a:gd name="csY171" fmla="*/ 93635 h 134242"/>
                <a:gd name="csX172" fmla="*/ 48728 w 216411"/>
                <a:gd name="csY172" fmla="*/ 92679 h 134242"/>
                <a:gd name="csX173" fmla="*/ 48728 w 216411"/>
                <a:gd name="csY173" fmla="*/ 91246 h 134242"/>
                <a:gd name="csX174" fmla="*/ 50162 w 216411"/>
                <a:gd name="csY174" fmla="*/ 88380 h 134242"/>
                <a:gd name="csX175" fmla="*/ 54939 w 216411"/>
                <a:gd name="csY175" fmla="*/ 85036 h 134242"/>
                <a:gd name="csX176" fmla="*/ 56372 w 216411"/>
                <a:gd name="csY176" fmla="*/ 84558 h 134242"/>
                <a:gd name="csX177" fmla="*/ 56850 w 216411"/>
                <a:gd name="csY177" fmla="*/ 83603 h 134242"/>
                <a:gd name="csX178" fmla="*/ 56372 w 216411"/>
                <a:gd name="csY178" fmla="*/ 83125 h 134242"/>
                <a:gd name="csX179" fmla="*/ 55416 w 216411"/>
                <a:gd name="csY179" fmla="*/ 82647 h 134242"/>
                <a:gd name="csX180" fmla="*/ 50639 w 216411"/>
                <a:gd name="csY180" fmla="*/ 86469 h 134242"/>
                <a:gd name="csX181" fmla="*/ 46817 w 216411"/>
                <a:gd name="csY181" fmla="*/ 87425 h 134242"/>
                <a:gd name="csX182" fmla="*/ 45862 w 216411"/>
                <a:gd name="csY182" fmla="*/ 87425 h 134242"/>
                <a:gd name="csX183" fmla="*/ 43951 w 216411"/>
                <a:gd name="csY183" fmla="*/ 85991 h 134242"/>
                <a:gd name="csX184" fmla="*/ 43473 w 216411"/>
                <a:gd name="csY184" fmla="*/ 85514 h 134242"/>
                <a:gd name="csX185" fmla="*/ 42518 w 216411"/>
                <a:gd name="csY185" fmla="*/ 83603 h 134242"/>
                <a:gd name="csX186" fmla="*/ 42518 w 216411"/>
                <a:gd name="csY186" fmla="*/ 82647 h 134242"/>
                <a:gd name="csX187" fmla="*/ 44429 w 216411"/>
                <a:gd name="csY187" fmla="*/ 79781 h 134242"/>
                <a:gd name="csX188" fmla="*/ 43951 w 216411"/>
                <a:gd name="csY188" fmla="*/ 79303 h 134242"/>
                <a:gd name="csX189" fmla="*/ 42996 w 216411"/>
                <a:gd name="csY189" fmla="*/ 79303 h 134242"/>
                <a:gd name="csX190" fmla="*/ 39651 w 216411"/>
                <a:gd name="csY190" fmla="*/ 76437 h 134242"/>
                <a:gd name="csX191" fmla="*/ 34874 w 216411"/>
                <a:gd name="csY191" fmla="*/ 76914 h 134242"/>
                <a:gd name="csX192" fmla="*/ 21975 w 216411"/>
                <a:gd name="csY192" fmla="*/ 75004 h 134242"/>
                <a:gd name="csX193" fmla="*/ 19587 w 216411"/>
                <a:gd name="csY193" fmla="*/ 75959 h 134242"/>
                <a:gd name="csX194" fmla="*/ 15287 w 216411"/>
                <a:gd name="csY194" fmla="*/ 78348 h 134242"/>
                <a:gd name="csX195" fmla="*/ 12899 w 216411"/>
                <a:gd name="csY195" fmla="*/ 78825 h 134242"/>
                <a:gd name="csX196" fmla="*/ 11466 w 216411"/>
                <a:gd name="csY196" fmla="*/ 78348 h 134242"/>
                <a:gd name="csX197" fmla="*/ 10510 w 216411"/>
                <a:gd name="csY197" fmla="*/ 77392 h 134242"/>
                <a:gd name="csX198" fmla="*/ 9555 w 216411"/>
                <a:gd name="csY198" fmla="*/ 75481 h 134242"/>
                <a:gd name="csX199" fmla="*/ 8599 w 216411"/>
                <a:gd name="csY199" fmla="*/ 73570 h 134242"/>
                <a:gd name="csX200" fmla="*/ 9077 w 216411"/>
                <a:gd name="csY200" fmla="*/ 72137 h 134242"/>
                <a:gd name="csX201" fmla="*/ 10988 w 216411"/>
                <a:gd name="csY201" fmla="*/ 71182 h 134242"/>
                <a:gd name="csX202" fmla="*/ 11943 w 216411"/>
                <a:gd name="csY202" fmla="*/ 71182 h 134242"/>
                <a:gd name="csX203" fmla="*/ 15287 w 216411"/>
                <a:gd name="csY203" fmla="*/ 71659 h 134242"/>
                <a:gd name="csX204" fmla="*/ 19587 w 216411"/>
                <a:gd name="csY204" fmla="*/ 70226 h 134242"/>
                <a:gd name="csX205" fmla="*/ 21975 w 216411"/>
                <a:gd name="csY205" fmla="*/ 69749 h 134242"/>
                <a:gd name="csX206" fmla="*/ 22931 w 216411"/>
                <a:gd name="csY206" fmla="*/ 69271 h 134242"/>
                <a:gd name="csX207" fmla="*/ 24364 w 216411"/>
                <a:gd name="csY207" fmla="*/ 67838 h 134242"/>
                <a:gd name="csX208" fmla="*/ 25320 w 216411"/>
                <a:gd name="csY208" fmla="*/ 67838 h 134242"/>
                <a:gd name="csX209" fmla="*/ 26275 w 216411"/>
                <a:gd name="csY209" fmla="*/ 68315 h 134242"/>
                <a:gd name="csX210" fmla="*/ 26753 w 216411"/>
                <a:gd name="csY210" fmla="*/ 69271 h 134242"/>
                <a:gd name="csX211" fmla="*/ 31052 w 216411"/>
                <a:gd name="csY211" fmla="*/ 67360 h 134242"/>
                <a:gd name="csX212" fmla="*/ 32486 w 216411"/>
                <a:gd name="csY212" fmla="*/ 66882 h 134242"/>
                <a:gd name="csX213" fmla="*/ 32486 w 216411"/>
                <a:gd name="csY213" fmla="*/ 66404 h 134242"/>
                <a:gd name="csX214" fmla="*/ 33441 w 216411"/>
                <a:gd name="csY214" fmla="*/ 65927 h 134242"/>
                <a:gd name="csX215" fmla="*/ 35352 w 216411"/>
                <a:gd name="csY215" fmla="*/ 66404 h 134242"/>
                <a:gd name="csX216" fmla="*/ 37263 w 216411"/>
                <a:gd name="csY216" fmla="*/ 66404 h 134242"/>
                <a:gd name="csX217" fmla="*/ 39174 w 216411"/>
                <a:gd name="csY217" fmla="*/ 65927 h 134242"/>
                <a:gd name="csX218" fmla="*/ 42996 w 216411"/>
                <a:gd name="csY218" fmla="*/ 65927 h 134242"/>
                <a:gd name="csX219" fmla="*/ 51117 w 216411"/>
                <a:gd name="csY219" fmla="*/ 65449 h 134242"/>
                <a:gd name="csX220" fmla="*/ 52073 w 216411"/>
                <a:gd name="csY220" fmla="*/ 64493 h 134242"/>
                <a:gd name="csX221" fmla="*/ 53028 w 216411"/>
                <a:gd name="csY221" fmla="*/ 63060 h 134242"/>
                <a:gd name="csX222" fmla="*/ 53506 w 216411"/>
                <a:gd name="csY222" fmla="*/ 60194 h 134242"/>
                <a:gd name="csX223" fmla="*/ 53506 w 216411"/>
                <a:gd name="csY223" fmla="*/ 59716 h 134242"/>
                <a:gd name="csX224" fmla="*/ 48251 w 216411"/>
                <a:gd name="csY224" fmla="*/ 62583 h 134242"/>
                <a:gd name="csX225" fmla="*/ 46817 w 216411"/>
                <a:gd name="csY225" fmla="*/ 62105 h 134242"/>
                <a:gd name="csX226" fmla="*/ 41085 w 216411"/>
                <a:gd name="csY226" fmla="*/ 60672 h 134242"/>
                <a:gd name="csX227" fmla="*/ 38696 w 216411"/>
                <a:gd name="csY227" fmla="*/ 59238 h 134242"/>
                <a:gd name="csX228" fmla="*/ 39651 w 216411"/>
                <a:gd name="csY228" fmla="*/ 57805 h 134242"/>
                <a:gd name="csX229" fmla="*/ 42518 w 216411"/>
                <a:gd name="csY229" fmla="*/ 54939 h 134242"/>
                <a:gd name="csX230" fmla="*/ 45862 w 216411"/>
                <a:gd name="csY230" fmla="*/ 53028 h 134242"/>
                <a:gd name="csX231" fmla="*/ 50639 w 216411"/>
                <a:gd name="csY231" fmla="*/ 50639 h 134242"/>
                <a:gd name="csX232" fmla="*/ 52073 w 216411"/>
                <a:gd name="csY232" fmla="*/ 49684 h 134242"/>
                <a:gd name="csX233" fmla="*/ 52073 w 216411"/>
                <a:gd name="csY233" fmla="*/ 48251 h 134242"/>
                <a:gd name="csX234" fmla="*/ 48728 w 216411"/>
                <a:gd name="csY234" fmla="*/ 46340 h 134242"/>
                <a:gd name="csX235" fmla="*/ 42996 w 216411"/>
                <a:gd name="csY235" fmla="*/ 46818 h 134242"/>
                <a:gd name="csX236" fmla="*/ 41085 w 216411"/>
                <a:gd name="csY236" fmla="*/ 44429 h 134242"/>
                <a:gd name="csX237" fmla="*/ 36307 w 216411"/>
                <a:gd name="csY237" fmla="*/ 42996 h 134242"/>
                <a:gd name="csX238" fmla="*/ 32963 w 216411"/>
                <a:gd name="csY238" fmla="*/ 43951 h 134242"/>
                <a:gd name="csX239" fmla="*/ 31052 w 216411"/>
                <a:gd name="csY239" fmla="*/ 42518 h 134242"/>
                <a:gd name="csX240" fmla="*/ 26753 w 216411"/>
                <a:gd name="csY240" fmla="*/ 44429 h 134242"/>
                <a:gd name="csX241" fmla="*/ 17198 w 216411"/>
                <a:gd name="csY241" fmla="*/ 47295 h 134242"/>
                <a:gd name="csX242" fmla="*/ 13376 w 216411"/>
                <a:gd name="csY242" fmla="*/ 49206 h 134242"/>
                <a:gd name="csX243" fmla="*/ 11466 w 216411"/>
                <a:gd name="csY243" fmla="*/ 50162 h 134242"/>
                <a:gd name="csX244" fmla="*/ 9077 w 216411"/>
                <a:gd name="csY244" fmla="*/ 48251 h 134242"/>
                <a:gd name="csX245" fmla="*/ 4777 w 216411"/>
                <a:gd name="csY245" fmla="*/ 46818 h 134242"/>
                <a:gd name="csX246" fmla="*/ 478 w 216411"/>
                <a:gd name="csY246" fmla="*/ 45862 h 134242"/>
                <a:gd name="csX247" fmla="*/ 0 w 216411"/>
                <a:gd name="csY247" fmla="*/ 44907 h 134242"/>
                <a:gd name="csX248" fmla="*/ 2389 w 216411"/>
                <a:gd name="csY248" fmla="*/ 41563 h 134242"/>
                <a:gd name="csX249" fmla="*/ 4300 w 216411"/>
                <a:gd name="csY249" fmla="*/ 41085 h 134242"/>
                <a:gd name="csX250" fmla="*/ 6210 w 216411"/>
                <a:gd name="csY250" fmla="*/ 41085 h 134242"/>
                <a:gd name="csX251" fmla="*/ 9555 w 216411"/>
                <a:gd name="csY251" fmla="*/ 43473 h 134242"/>
                <a:gd name="csX252" fmla="*/ 11943 w 216411"/>
                <a:gd name="csY252" fmla="*/ 44429 h 134242"/>
                <a:gd name="csX253" fmla="*/ 9077 w 216411"/>
                <a:gd name="csY253" fmla="*/ 41085 h 134242"/>
                <a:gd name="csX254" fmla="*/ 9077 w 216411"/>
                <a:gd name="csY254" fmla="*/ 39652 h 134242"/>
                <a:gd name="csX255" fmla="*/ 9077 w 216411"/>
                <a:gd name="csY255" fmla="*/ 37741 h 134242"/>
                <a:gd name="csX256" fmla="*/ 8121 w 216411"/>
                <a:gd name="csY256" fmla="*/ 36785 h 134242"/>
                <a:gd name="csX257" fmla="*/ 7166 w 216411"/>
                <a:gd name="csY257" fmla="*/ 34397 h 134242"/>
                <a:gd name="csX258" fmla="*/ 7644 w 216411"/>
                <a:gd name="csY258" fmla="*/ 33919 h 134242"/>
                <a:gd name="csX259" fmla="*/ 8599 w 216411"/>
                <a:gd name="csY259" fmla="*/ 33441 h 134242"/>
                <a:gd name="csX260" fmla="*/ 10988 w 216411"/>
                <a:gd name="csY260" fmla="*/ 34397 h 134242"/>
                <a:gd name="csX261" fmla="*/ 16721 w 216411"/>
                <a:gd name="csY261" fmla="*/ 38218 h 134242"/>
                <a:gd name="csX262" fmla="*/ 19587 w 216411"/>
                <a:gd name="csY262" fmla="*/ 37263 h 134242"/>
                <a:gd name="csX263" fmla="*/ 21498 w 216411"/>
                <a:gd name="csY263" fmla="*/ 35830 h 134242"/>
                <a:gd name="csX264" fmla="*/ 23409 w 216411"/>
                <a:gd name="csY264" fmla="*/ 34874 h 134242"/>
                <a:gd name="csX265" fmla="*/ 22931 w 216411"/>
                <a:gd name="csY265" fmla="*/ 34397 h 134242"/>
                <a:gd name="csX266" fmla="*/ 17676 w 216411"/>
                <a:gd name="csY266" fmla="*/ 34397 h 134242"/>
                <a:gd name="csX267" fmla="*/ 15287 w 216411"/>
                <a:gd name="csY267" fmla="*/ 33441 h 134242"/>
                <a:gd name="csX268" fmla="*/ 13854 w 216411"/>
                <a:gd name="csY268" fmla="*/ 32486 h 134242"/>
                <a:gd name="csX269" fmla="*/ 12421 w 216411"/>
                <a:gd name="csY269" fmla="*/ 30575 h 134242"/>
                <a:gd name="csX270" fmla="*/ 12899 w 216411"/>
                <a:gd name="csY270" fmla="*/ 29619 h 134242"/>
                <a:gd name="csX271" fmla="*/ 14332 w 216411"/>
                <a:gd name="csY271" fmla="*/ 29142 h 134242"/>
                <a:gd name="csX272" fmla="*/ 18632 w 216411"/>
                <a:gd name="csY272" fmla="*/ 29142 h 134242"/>
                <a:gd name="csX273" fmla="*/ 15765 w 216411"/>
                <a:gd name="csY273" fmla="*/ 25797 h 134242"/>
                <a:gd name="csX274" fmla="*/ 13854 w 216411"/>
                <a:gd name="csY274" fmla="*/ 23886 h 134242"/>
                <a:gd name="csX275" fmla="*/ 13854 w 216411"/>
                <a:gd name="csY275" fmla="*/ 22931 h 134242"/>
                <a:gd name="csX276" fmla="*/ 13854 w 216411"/>
                <a:gd name="csY276" fmla="*/ 21976 h 134242"/>
                <a:gd name="csX277" fmla="*/ 14332 w 216411"/>
                <a:gd name="csY277" fmla="*/ 21020 h 134242"/>
                <a:gd name="csX278" fmla="*/ 14332 w 216411"/>
                <a:gd name="csY278" fmla="*/ 21020 h 134242"/>
                <a:gd name="csX279" fmla="*/ 19587 w 216411"/>
                <a:gd name="csY279" fmla="*/ 22931 h 134242"/>
                <a:gd name="csX280" fmla="*/ 20542 w 216411"/>
                <a:gd name="csY280" fmla="*/ 22931 h 134242"/>
                <a:gd name="csX281" fmla="*/ 19587 w 216411"/>
                <a:gd name="csY281" fmla="*/ 21498 h 134242"/>
                <a:gd name="csX282" fmla="*/ 17198 w 216411"/>
                <a:gd name="csY282" fmla="*/ 19587 h 134242"/>
                <a:gd name="csX283" fmla="*/ 17198 w 216411"/>
                <a:gd name="csY283" fmla="*/ 19109 h 134242"/>
                <a:gd name="csX284" fmla="*/ 18154 w 216411"/>
                <a:gd name="csY284" fmla="*/ 18631 h 134242"/>
                <a:gd name="csX285" fmla="*/ 18632 w 216411"/>
                <a:gd name="csY285" fmla="*/ 17198 h 134242"/>
                <a:gd name="csX286" fmla="*/ 18632 w 216411"/>
                <a:gd name="csY286" fmla="*/ 16721 h 134242"/>
                <a:gd name="csX287" fmla="*/ 20065 w 216411"/>
                <a:gd name="csY287" fmla="*/ 15765 h 134242"/>
                <a:gd name="csX288" fmla="*/ 21498 w 216411"/>
                <a:gd name="csY288" fmla="*/ 15765 h 134242"/>
                <a:gd name="csX289" fmla="*/ 22931 w 216411"/>
                <a:gd name="csY289" fmla="*/ 16243 h 134242"/>
                <a:gd name="csX290" fmla="*/ 27708 w 216411"/>
                <a:gd name="csY290" fmla="*/ 20065 h 134242"/>
                <a:gd name="csX291" fmla="*/ 28664 w 216411"/>
                <a:gd name="csY291" fmla="*/ 21020 h 134242"/>
                <a:gd name="csX292" fmla="*/ 28664 w 216411"/>
                <a:gd name="csY292" fmla="*/ 22453 h 134242"/>
                <a:gd name="csX293" fmla="*/ 28664 w 216411"/>
                <a:gd name="csY293" fmla="*/ 23886 h 134242"/>
                <a:gd name="csX294" fmla="*/ 28664 w 216411"/>
                <a:gd name="csY294" fmla="*/ 24842 h 134242"/>
                <a:gd name="csX295" fmla="*/ 30575 w 216411"/>
                <a:gd name="csY295" fmla="*/ 23886 h 134242"/>
                <a:gd name="csX296" fmla="*/ 32008 w 216411"/>
                <a:gd name="csY296" fmla="*/ 24842 h 134242"/>
                <a:gd name="csX297" fmla="*/ 32963 w 216411"/>
                <a:gd name="csY297" fmla="*/ 24842 h 134242"/>
                <a:gd name="csX298" fmla="*/ 34397 w 216411"/>
                <a:gd name="csY298" fmla="*/ 21976 h 134242"/>
                <a:gd name="csX299" fmla="*/ 35830 w 216411"/>
                <a:gd name="csY299" fmla="*/ 22931 h 134242"/>
                <a:gd name="csX300" fmla="*/ 36785 w 216411"/>
                <a:gd name="csY300" fmla="*/ 23886 h 134242"/>
                <a:gd name="csX301" fmla="*/ 36785 w 216411"/>
                <a:gd name="csY301" fmla="*/ 24842 h 134242"/>
                <a:gd name="csX302" fmla="*/ 36785 w 216411"/>
                <a:gd name="csY302" fmla="*/ 26275 h 134242"/>
                <a:gd name="csX303" fmla="*/ 36785 w 216411"/>
                <a:gd name="csY303" fmla="*/ 29619 h 134242"/>
                <a:gd name="csX304" fmla="*/ 36785 w 216411"/>
                <a:gd name="csY304" fmla="*/ 29619 h 134242"/>
                <a:gd name="csX305" fmla="*/ 38218 w 216411"/>
                <a:gd name="csY305" fmla="*/ 28186 h 134242"/>
                <a:gd name="csX306" fmla="*/ 40129 w 216411"/>
                <a:gd name="csY306" fmla="*/ 28186 h 134242"/>
                <a:gd name="csX307" fmla="*/ 40607 w 216411"/>
                <a:gd name="csY307" fmla="*/ 27231 h 134242"/>
                <a:gd name="csX308" fmla="*/ 40607 w 216411"/>
                <a:gd name="csY308" fmla="*/ 23886 h 134242"/>
                <a:gd name="csX309" fmla="*/ 40607 w 216411"/>
                <a:gd name="csY309" fmla="*/ 21498 h 134242"/>
                <a:gd name="csX310" fmla="*/ 40129 w 216411"/>
                <a:gd name="csY310" fmla="*/ 21020 h 134242"/>
                <a:gd name="csX311" fmla="*/ 32963 w 216411"/>
                <a:gd name="csY311" fmla="*/ 17198 h 134242"/>
                <a:gd name="csX312" fmla="*/ 31530 w 216411"/>
                <a:gd name="csY312" fmla="*/ 16243 h 134242"/>
                <a:gd name="csX313" fmla="*/ 30097 w 216411"/>
                <a:gd name="csY313" fmla="*/ 14332 h 134242"/>
                <a:gd name="csX314" fmla="*/ 30575 w 216411"/>
                <a:gd name="csY314" fmla="*/ 13377 h 134242"/>
                <a:gd name="csX315" fmla="*/ 32008 w 216411"/>
                <a:gd name="csY315" fmla="*/ 12421 h 134242"/>
                <a:gd name="csX316" fmla="*/ 33919 w 216411"/>
                <a:gd name="csY316" fmla="*/ 12421 h 134242"/>
                <a:gd name="csX317" fmla="*/ 38696 w 216411"/>
                <a:gd name="csY317" fmla="*/ 12421 h 134242"/>
                <a:gd name="csX318" fmla="*/ 39174 w 216411"/>
                <a:gd name="csY318" fmla="*/ 11943 h 134242"/>
                <a:gd name="csX319" fmla="*/ 38218 w 216411"/>
                <a:gd name="csY319" fmla="*/ 10988 h 134242"/>
                <a:gd name="csX320" fmla="*/ 36307 w 216411"/>
                <a:gd name="csY320" fmla="*/ 10510 h 134242"/>
                <a:gd name="csX321" fmla="*/ 35830 w 216411"/>
                <a:gd name="csY321" fmla="*/ 9555 h 134242"/>
                <a:gd name="csX322" fmla="*/ 35352 w 216411"/>
                <a:gd name="csY322" fmla="*/ 8599 h 134242"/>
                <a:gd name="csX323" fmla="*/ 32486 w 216411"/>
                <a:gd name="csY323" fmla="*/ 9555 h 134242"/>
                <a:gd name="csX324" fmla="*/ 29619 w 216411"/>
                <a:gd name="csY324" fmla="*/ 9555 h 134242"/>
                <a:gd name="csX325" fmla="*/ 26753 w 216411"/>
                <a:gd name="csY325" fmla="*/ 8599 h 134242"/>
                <a:gd name="csX326" fmla="*/ 26753 w 216411"/>
                <a:gd name="csY326" fmla="*/ 7644 h 134242"/>
                <a:gd name="csX327" fmla="*/ 27708 w 216411"/>
                <a:gd name="csY327" fmla="*/ 6688 h 134242"/>
                <a:gd name="csX328" fmla="*/ 30097 w 216411"/>
                <a:gd name="csY328" fmla="*/ 4777 h 134242"/>
                <a:gd name="csX329" fmla="*/ 31530 w 216411"/>
                <a:gd name="csY329" fmla="*/ 3822 h 134242"/>
                <a:gd name="csX330" fmla="*/ 34397 w 216411"/>
                <a:gd name="csY330" fmla="*/ 4300 h 134242"/>
                <a:gd name="csX331" fmla="*/ 37741 w 216411"/>
                <a:gd name="csY331" fmla="*/ 3822 h 134242"/>
                <a:gd name="csX332" fmla="*/ 40607 w 216411"/>
                <a:gd name="csY332" fmla="*/ 4777 h 134242"/>
                <a:gd name="csX333" fmla="*/ 42518 w 216411"/>
                <a:gd name="csY333" fmla="*/ 6688 h 134242"/>
                <a:gd name="csX334" fmla="*/ 45384 w 216411"/>
                <a:gd name="csY334" fmla="*/ 10032 h 134242"/>
                <a:gd name="csX335" fmla="*/ 49684 w 216411"/>
                <a:gd name="csY335" fmla="*/ 12421 h 134242"/>
                <a:gd name="csX336" fmla="*/ 50162 w 216411"/>
                <a:gd name="csY336" fmla="*/ 12899 h 134242"/>
                <a:gd name="csX337" fmla="*/ 52073 w 216411"/>
                <a:gd name="csY337" fmla="*/ 14810 h 134242"/>
                <a:gd name="csX338" fmla="*/ 56372 w 216411"/>
                <a:gd name="csY338" fmla="*/ 20065 h 134242"/>
                <a:gd name="csX339" fmla="*/ 60672 w 216411"/>
                <a:gd name="csY339" fmla="*/ 22931 h 134242"/>
                <a:gd name="csX340" fmla="*/ 60672 w 216411"/>
                <a:gd name="csY340" fmla="*/ 23409 h 134242"/>
                <a:gd name="csX341" fmla="*/ 60194 w 216411"/>
                <a:gd name="csY341" fmla="*/ 24364 h 134242"/>
                <a:gd name="csX342" fmla="*/ 58761 w 216411"/>
                <a:gd name="csY342" fmla="*/ 25320 h 134242"/>
                <a:gd name="csX343" fmla="*/ 58761 w 216411"/>
                <a:gd name="csY343" fmla="*/ 25797 h 134242"/>
                <a:gd name="csX344" fmla="*/ 61149 w 216411"/>
                <a:gd name="csY344" fmla="*/ 26753 h 134242"/>
                <a:gd name="csX345" fmla="*/ 62582 w 216411"/>
                <a:gd name="csY345" fmla="*/ 28664 h 134242"/>
                <a:gd name="csX346" fmla="*/ 62582 w 216411"/>
                <a:gd name="csY346" fmla="*/ 29619 h 134242"/>
                <a:gd name="csX347" fmla="*/ 61149 w 216411"/>
                <a:gd name="csY347" fmla="*/ 35352 h 134242"/>
                <a:gd name="csX348" fmla="*/ 60672 w 216411"/>
                <a:gd name="csY348" fmla="*/ 36785 h 134242"/>
                <a:gd name="csX349" fmla="*/ 59716 w 216411"/>
                <a:gd name="csY349" fmla="*/ 37263 h 134242"/>
                <a:gd name="csX350" fmla="*/ 55894 w 216411"/>
                <a:gd name="csY350" fmla="*/ 36307 h 134242"/>
                <a:gd name="csX351" fmla="*/ 56850 w 216411"/>
                <a:gd name="csY351" fmla="*/ 38218 h 134242"/>
                <a:gd name="csX352" fmla="*/ 59716 w 216411"/>
                <a:gd name="csY352" fmla="*/ 40129 h 134242"/>
                <a:gd name="csX353" fmla="*/ 60194 w 216411"/>
                <a:gd name="csY353" fmla="*/ 41085 h 134242"/>
                <a:gd name="csX354" fmla="*/ 59716 w 216411"/>
                <a:gd name="csY354" fmla="*/ 42040 h 134242"/>
                <a:gd name="csX355" fmla="*/ 60194 w 216411"/>
                <a:gd name="csY355" fmla="*/ 42518 h 134242"/>
                <a:gd name="csX356" fmla="*/ 61149 w 216411"/>
                <a:gd name="csY356" fmla="*/ 42040 h 134242"/>
                <a:gd name="csX357" fmla="*/ 61627 w 216411"/>
                <a:gd name="csY357" fmla="*/ 42518 h 134242"/>
                <a:gd name="csX358" fmla="*/ 61149 w 216411"/>
                <a:gd name="csY358" fmla="*/ 44429 h 134242"/>
                <a:gd name="csX359" fmla="*/ 60672 w 216411"/>
                <a:gd name="csY359" fmla="*/ 45862 h 134242"/>
                <a:gd name="csX360" fmla="*/ 60194 w 216411"/>
                <a:gd name="csY360" fmla="*/ 47295 h 134242"/>
                <a:gd name="csX361" fmla="*/ 60194 w 216411"/>
                <a:gd name="csY361" fmla="*/ 47773 h 134242"/>
                <a:gd name="csX362" fmla="*/ 61627 w 216411"/>
                <a:gd name="csY362" fmla="*/ 47295 h 134242"/>
                <a:gd name="csX363" fmla="*/ 62582 w 216411"/>
                <a:gd name="csY363" fmla="*/ 47773 h 134242"/>
                <a:gd name="csX364" fmla="*/ 64016 w 216411"/>
                <a:gd name="csY364" fmla="*/ 49684 h 134242"/>
                <a:gd name="csX365" fmla="*/ 65449 w 216411"/>
                <a:gd name="csY365" fmla="*/ 54461 h 134242"/>
                <a:gd name="csX366" fmla="*/ 66405 w 216411"/>
                <a:gd name="csY366" fmla="*/ 56372 h 134242"/>
                <a:gd name="csX367" fmla="*/ 66882 w 216411"/>
                <a:gd name="csY367" fmla="*/ 54939 h 134242"/>
                <a:gd name="csX368" fmla="*/ 67360 w 216411"/>
                <a:gd name="csY368" fmla="*/ 51117 h 134242"/>
                <a:gd name="csX369" fmla="*/ 67838 w 216411"/>
                <a:gd name="csY369" fmla="*/ 49206 h 134242"/>
                <a:gd name="csX370" fmla="*/ 68315 w 216411"/>
                <a:gd name="csY370" fmla="*/ 49206 h 134242"/>
                <a:gd name="csX371" fmla="*/ 68793 w 216411"/>
                <a:gd name="csY371" fmla="*/ 48251 h 134242"/>
                <a:gd name="csX372" fmla="*/ 69271 w 216411"/>
                <a:gd name="csY372" fmla="*/ 47295 h 134242"/>
                <a:gd name="csX373" fmla="*/ 69748 w 216411"/>
                <a:gd name="csY373" fmla="*/ 42996 h 134242"/>
                <a:gd name="csX374" fmla="*/ 72615 w 216411"/>
                <a:gd name="csY374" fmla="*/ 40129 h 134242"/>
                <a:gd name="csX375" fmla="*/ 74048 w 216411"/>
                <a:gd name="csY375" fmla="*/ 39174 h 134242"/>
                <a:gd name="csX376" fmla="*/ 75004 w 216411"/>
                <a:gd name="csY376" fmla="*/ 38696 h 134242"/>
                <a:gd name="csX377" fmla="*/ 75959 w 216411"/>
                <a:gd name="csY377" fmla="*/ 39174 h 134242"/>
                <a:gd name="csX378" fmla="*/ 77870 w 216411"/>
                <a:gd name="csY378" fmla="*/ 42518 h 134242"/>
                <a:gd name="csX379" fmla="*/ 78825 w 216411"/>
                <a:gd name="csY379" fmla="*/ 42996 h 134242"/>
                <a:gd name="csX380" fmla="*/ 79781 w 216411"/>
                <a:gd name="csY380" fmla="*/ 42996 h 134242"/>
                <a:gd name="csX381" fmla="*/ 80258 w 216411"/>
                <a:gd name="csY381" fmla="*/ 40607 h 134242"/>
                <a:gd name="csX382" fmla="*/ 81692 w 216411"/>
                <a:gd name="csY382" fmla="*/ 36307 h 134242"/>
                <a:gd name="csX383" fmla="*/ 81692 w 216411"/>
                <a:gd name="csY383" fmla="*/ 31530 h 134242"/>
                <a:gd name="csX384" fmla="*/ 81214 w 216411"/>
                <a:gd name="csY384" fmla="*/ 26275 h 134242"/>
                <a:gd name="csX385" fmla="*/ 81692 w 216411"/>
                <a:gd name="csY385" fmla="*/ 22453 h 134242"/>
                <a:gd name="csX386" fmla="*/ 82647 w 216411"/>
                <a:gd name="csY386" fmla="*/ 20065 h 134242"/>
                <a:gd name="csX387" fmla="*/ 84558 w 216411"/>
                <a:gd name="csY387" fmla="*/ 19587 h 134242"/>
                <a:gd name="csX388" fmla="*/ 86469 w 216411"/>
                <a:gd name="csY388" fmla="*/ 20065 h 134242"/>
                <a:gd name="csX389" fmla="*/ 87902 w 216411"/>
                <a:gd name="csY389" fmla="*/ 21498 h 134242"/>
                <a:gd name="csX390" fmla="*/ 91246 w 216411"/>
                <a:gd name="csY390" fmla="*/ 27231 h 134242"/>
                <a:gd name="csX391" fmla="*/ 93635 w 216411"/>
                <a:gd name="csY391" fmla="*/ 29619 h 134242"/>
                <a:gd name="csX392" fmla="*/ 95546 w 216411"/>
                <a:gd name="csY392" fmla="*/ 32963 h 134242"/>
                <a:gd name="csX393" fmla="*/ 96501 w 216411"/>
                <a:gd name="csY393" fmla="*/ 33919 h 134242"/>
                <a:gd name="csX394" fmla="*/ 98890 w 216411"/>
                <a:gd name="csY394" fmla="*/ 34397 h 134242"/>
                <a:gd name="csX395" fmla="*/ 99368 w 216411"/>
                <a:gd name="csY395" fmla="*/ 33919 h 134242"/>
                <a:gd name="csX396" fmla="*/ 99846 w 216411"/>
                <a:gd name="csY396" fmla="*/ 33441 h 134242"/>
                <a:gd name="csX397" fmla="*/ 99846 w 216411"/>
                <a:gd name="csY397" fmla="*/ 32008 h 134242"/>
                <a:gd name="csX398" fmla="*/ 99368 w 216411"/>
                <a:gd name="csY398" fmla="*/ 24364 h 134242"/>
                <a:gd name="csX399" fmla="*/ 99846 w 216411"/>
                <a:gd name="csY399" fmla="*/ 21976 h 134242"/>
                <a:gd name="csX400" fmla="*/ 100801 w 216411"/>
                <a:gd name="csY400" fmla="*/ 20542 h 134242"/>
                <a:gd name="csX401" fmla="*/ 104623 w 216411"/>
                <a:gd name="csY401" fmla="*/ 19587 h 134242"/>
                <a:gd name="csX402" fmla="*/ 106534 w 216411"/>
                <a:gd name="csY402" fmla="*/ 18631 h 134242"/>
                <a:gd name="csX403" fmla="*/ 108445 w 216411"/>
                <a:gd name="csY403" fmla="*/ 16721 h 134242"/>
                <a:gd name="csX404" fmla="*/ 110355 w 216411"/>
                <a:gd name="csY404" fmla="*/ 15765 h 134242"/>
                <a:gd name="csX405" fmla="*/ 111311 w 216411"/>
                <a:gd name="csY405" fmla="*/ 15765 h 134242"/>
                <a:gd name="csX406" fmla="*/ 112744 w 216411"/>
                <a:gd name="csY406" fmla="*/ 16243 h 134242"/>
                <a:gd name="csX407" fmla="*/ 114177 w 216411"/>
                <a:gd name="csY407" fmla="*/ 17676 h 134242"/>
                <a:gd name="csX408" fmla="*/ 116566 w 216411"/>
                <a:gd name="csY408" fmla="*/ 20542 h 134242"/>
                <a:gd name="csX409" fmla="*/ 119432 w 216411"/>
                <a:gd name="csY409" fmla="*/ 25320 h 134242"/>
                <a:gd name="csX410" fmla="*/ 122777 w 216411"/>
                <a:gd name="csY410" fmla="*/ 29142 h 134242"/>
                <a:gd name="csX411" fmla="*/ 124687 w 216411"/>
                <a:gd name="csY411" fmla="*/ 34874 h 134242"/>
                <a:gd name="csX412" fmla="*/ 125165 w 216411"/>
                <a:gd name="csY412" fmla="*/ 35352 h 134242"/>
                <a:gd name="csX413" fmla="*/ 125643 w 216411"/>
                <a:gd name="csY413" fmla="*/ 35830 h 134242"/>
                <a:gd name="csX414" fmla="*/ 126121 w 216411"/>
                <a:gd name="csY414" fmla="*/ 34874 h 134242"/>
                <a:gd name="csX415" fmla="*/ 126121 w 216411"/>
                <a:gd name="csY415" fmla="*/ 33919 h 134242"/>
                <a:gd name="csX416" fmla="*/ 126121 w 216411"/>
                <a:gd name="csY416" fmla="*/ 31530 h 134242"/>
                <a:gd name="csX417" fmla="*/ 125165 w 216411"/>
                <a:gd name="csY417" fmla="*/ 28186 h 134242"/>
                <a:gd name="csX418" fmla="*/ 121821 w 216411"/>
                <a:gd name="csY418" fmla="*/ 19587 h 134242"/>
                <a:gd name="csX419" fmla="*/ 121821 w 216411"/>
                <a:gd name="csY419" fmla="*/ 18154 h 134242"/>
                <a:gd name="csX420" fmla="*/ 122299 w 216411"/>
                <a:gd name="csY420" fmla="*/ 16721 h 134242"/>
                <a:gd name="csX421" fmla="*/ 124687 w 216411"/>
                <a:gd name="csY421" fmla="*/ 16721 h 134242"/>
                <a:gd name="csX422" fmla="*/ 129942 w 216411"/>
                <a:gd name="csY422" fmla="*/ 17676 h 134242"/>
                <a:gd name="csX423" fmla="*/ 131853 w 216411"/>
                <a:gd name="csY423" fmla="*/ 18631 h 134242"/>
                <a:gd name="csX424" fmla="*/ 135675 w 216411"/>
                <a:gd name="csY424" fmla="*/ 23886 h 134242"/>
                <a:gd name="csX425" fmla="*/ 136631 w 216411"/>
                <a:gd name="csY425" fmla="*/ 25320 h 134242"/>
                <a:gd name="csX426" fmla="*/ 137108 w 216411"/>
                <a:gd name="csY426" fmla="*/ 25320 h 134242"/>
                <a:gd name="csX427" fmla="*/ 137586 w 216411"/>
                <a:gd name="csY427" fmla="*/ 24842 h 134242"/>
                <a:gd name="csX428" fmla="*/ 139019 w 216411"/>
                <a:gd name="csY428" fmla="*/ 23886 h 134242"/>
                <a:gd name="csX429" fmla="*/ 139975 w 216411"/>
                <a:gd name="csY429" fmla="*/ 22931 h 134242"/>
                <a:gd name="csX430" fmla="*/ 141408 w 216411"/>
                <a:gd name="csY430" fmla="*/ 20065 h 134242"/>
                <a:gd name="csX431" fmla="*/ 145230 w 216411"/>
                <a:gd name="csY431" fmla="*/ 14810 h 134242"/>
                <a:gd name="csX432" fmla="*/ 145707 w 216411"/>
                <a:gd name="csY432" fmla="*/ 14810 h 134242"/>
                <a:gd name="csX433" fmla="*/ 146663 w 216411"/>
                <a:gd name="csY433" fmla="*/ 15287 h 134242"/>
                <a:gd name="csX434" fmla="*/ 148574 w 216411"/>
                <a:gd name="csY434" fmla="*/ 16243 h 134242"/>
                <a:gd name="csX435" fmla="*/ 149529 w 216411"/>
                <a:gd name="csY435" fmla="*/ 17676 h 134242"/>
                <a:gd name="csX436" fmla="*/ 151440 w 216411"/>
                <a:gd name="csY436" fmla="*/ 18154 h 134242"/>
                <a:gd name="csX437" fmla="*/ 152873 w 216411"/>
                <a:gd name="csY437" fmla="*/ 18154 h 134242"/>
                <a:gd name="csX438" fmla="*/ 155740 w 216411"/>
                <a:gd name="csY438" fmla="*/ 16243 h 134242"/>
                <a:gd name="csX439" fmla="*/ 158128 w 216411"/>
                <a:gd name="csY439" fmla="*/ 15287 h 134242"/>
                <a:gd name="csX440" fmla="*/ 159084 w 216411"/>
                <a:gd name="csY440" fmla="*/ 12421 h 134242"/>
                <a:gd name="csX441" fmla="*/ 159562 w 216411"/>
                <a:gd name="csY441" fmla="*/ 11465 h 134242"/>
                <a:gd name="csX442" fmla="*/ 157173 w 216411"/>
                <a:gd name="csY442" fmla="*/ 3822 h 134242"/>
                <a:gd name="csX443" fmla="*/ 158128 w 216411"/>
                <a:gd name="csY443" fmla="*/ 2389 h 134242"/>
                <a:gd name="csX444" fmla="*/ 162906 w 216411"/>
                <a:gd name="csY444" fmla="*/ 478 h 134242"/>
                <a:gd name="csX445" fmla="*/ 167205 w 216411"/>
                <a:gd name="csY445" fmla="*/ 0 h 134242"/>
                <a:gd name="csX446" fmla="*/ 168161 w 216411"/>
                <a:gd name="csY446" fmla="*/ 478 h 134242"/>
                <a:gd name="csX447" fmla="*/ 171027 w 216411"/>
                <a:gd name="csY447" fmla="*/ 4300 h 134242"/>
                <a:gd name="csX448" fmla="*/ 172938 w 216411"/>
                <a:gd name="csY448" fmla="*/ 6211 h 134242"/>
                <a:gd name="csX449" fmla="*/ 173416 w 216411"/>
                <a:gd name="csY449" fmla="*/ 7644 h 134242"/>
                <a:gd name="csX450" fmla="*/ 173894 w 216411"/>
                <a:gd name="csY450" fmla="*/ 10988 h 134242"/>
                <a:gd name="csX451" fmla="*/ 174849 w 216411"/>
                <a:gd name="csY451" fmla="*/ 12421 h 134242"/>
                <a:gd name="csX452" fmla="*/ 176760 w 216411"/>
                <a:gd name="csY452" fmla="*/ 13854 h 134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</a:cxnLst>
              <a:rect l="l" t="t" r="r" b="b"/>
              <a:pathLst>
                <a:path w="216411" h="134242">
                  <a:moveTo>
                    <a:pt x="176760" y="13854"/>
                  </a:moveTo>
                  <a:lnTo>
                    <a:pt x="179149" y="13854"/>
                  </a:lnTo>
                  <a:lnTo>
                    <a:pt x="182970" y="12421"/>
                  </a:lnTo>
                  <a:lnTo>
                    <a:pt x="184403" y="11465"/>
                  </a:lnTo>
                  <a:lnTo>
                    <a:pt x="188226" y="7644"/>
                  </a:lnTo>
                  <a:lnTo>
                    <a:pt x="190614" y="6688"/>
                  </a:lnTo>
                  <a:lnTo>
                    <a:pt x="193958" y="7166"/>
                  </a:lnTo>
                  <a:lnTo>
                    <a:pt x="195869" y="6688"/>
                  </a:lnTo>
                  <a:lnTo>
                    <a:pt x="195869" y="7166"/>
                  </a:lnTo>
                  <a:lnTo>
                    <a:pt x="193480" y="8599"/>
                  </a:lnTo>
                  <a:lnTo>
                    <a:pt x="192047" y="9077"/>
                  </a:lnTo>
                  <a:lnTo>
                    <a:pt x="189659" y="10988"/>
                  </a:lnTo>
                  <a:lnTo>
                    <a:pt x="187270" y="15765"/>
                  </a:lnTo>
                  <a:lnTo>
                    <a:pt x="185359" y="18154"/>
                  </a:lnTo>
                  <a:lnTo>
                    <a:pt x="185359" y="19109"/>
                  </a:lnTo>
                  <a:lnTo>
                    <a:pt x="187748" y="21020"/>
                  </a:lnTo>
                  <a:lnTo>
                    <a:pt x="189659" y="21976"/>
                  </a:lnTo>
                  <a:lnTo>
                    <a:pt x="192047" y="21020"/>
                  </a:lnTo>
                  <a:lnTo>
                    <a:pt x="193003" y="21498"/>
                  </a:lnTo>
                  <a:lnTo>
                    <a:pt x="193958" y="22931"/>
                  </a:lnTo>
                  <a:lnTo>
                    <a:pt x="193958" y="24364"/>
                  </a:lnTo>
                  <a:lnTo>
                    <a:pt x="194436" y="25797"/>
                  </a:lnTo>
                  <a:lnTo>
                    <a:pt x="193958" y="28664"/>
                  </a:lnTo>
                  <a:lnTo>
                    <a:pt x="192525" y="31530"/>
                  </a:lnTo>
                  <a:lnTo>
                    <a:pt x="191092" y="33441"/>
                  </a:lnTo>
                  <a:lnTo>
                    <a:pt x="191092" y="34397"/>
                  </a:lnTo>
                  <a:lnTo>
                    <a:pt x="192525" y="34874"/>
                  </a:lnTo>
                  <a:lnTo>
                    <a:pt x="199213" y="33441"/>
                  </a:lnTo>
                  <a:lnTo>
                    <a:pt x="199691" y="33441"/>
                  </a:lnTo>
                  <a:lnTo>
                    <a:pt x="200169" y="33919"/>
                  </a:lnTo>
                  <a:lnTo>
                    <a:pt x="200169" y="35352"/>
                  </a:lnTo>
                  <a:lnTo>
                    <a:pt x="200646" y="36785"/>
                  </a:lnTo>
                  <a:lnTo>
                    <a:pt x="201124" y="37741"/>
                  </a:lnTo>
                  <a:lnTo>
                    <a:pt x="201124" y="39174"/>
                  </a:lnTo>
                  <a:lnTo>
                    <a:pt x="198258" y="42518"/>
                  </a:lnTo>
                  <a:lnTo>
                    <a:pt x="201602" y="40607"/>
                  </a:lnTo>
                  <a:lnTo>
                    <a:pt x="204468" y="39652"/>
                  </a:lnTo>
                  <a:lnTo>
                    <a:pt x="208768" y="41085"/>
                  </a:lnTo>
                  <a:lnTo>
                    <a:pt x="210679" y="42040"/>
                  </a:lnTo>
                  <a:lnTo>
                    <a:pt x="211634" y="44429"/>
                  </a:lnTo>
                  <a:lnTo>
                    <a:pt x="213545" y="43951"/>
                  </a:lnTo>
                  <a:lnTo>
                    <a:pt x="214023" y="43951"/>
                  </a:lnTo>
                  <a:lnTo>
                    <a:pt x="214978" y="44907"/>
                  </a:lnTo>
                  <a:lnTo>
                    <a:pt x="215456" y="46818"/>
                  </a:lnTo>
                  <a:lnTo>
                    <a:pt x="214501" y="48728"/>
                  </a:lnTo>
                  <a:lnTo>
                    <a:pt x="214023" y="50639"/>
                  </a:lnTo>
                  <a:lnTo>
                    <a:pt x="213545" y="51117"/>
                  </a:lnTo>
                  <a:lnTo>
                    <a:pt x="212112" y="51595"/>
                  </a:lnTo>
                  <a:lnTo>
                    <a:pt x="211634" y="52550"/>
                  </a:lnTo>
                  <a:lnTo>
                    <a:pt x="212112" y="53984"/>
                  </a:lnTo>
                  <a:lnTo>
                    <a:pt x="213067" y="54939"/>
                  </a:lnTo>
                  <a:lnTo>
                    <a:pt x="214501" y="55417"/>
                  </a:lnTo>
                  <a:lnTo>
                    <a:pt x="214501" y="55894"/>
                  </a:lnTo>
                  <a:lnTo>
                    <a:pt x="214501" y="56850"/>
                  </a:lnTo>
                  <a:lnTo>
                    <a:pt x="214501" y="57328"/>
                  </a:lnTo>
                  <a:lnTo>
                    <a:pt x="214023" y="58283"/>
                  </a:lnTo>
                  <a:lnTo>
                    <a:pt x="213545" y="58283"/>
                  </a:lnTo>
                  <a:lnTo>
                    <a:pt x="212590" y="59238"/>
                  </a:lnTo>
                  <a:lnTo>
                    <a:pt x="215934" y="61627"/>
                  </a:lnTo>
                  <a:lnTo>
                    <a:pt x="216411" y="62583"/>
                  </a:lnTo>
                  <a:lnTo>
                    <a:pt x="216411" y="63538"/>
                  </a:lnTo>
                  <a:lnTo>
                    <a:pt x="215934" y="64971"/>
                  </a:lnTo>
                  <a:lnTo>
                    <a:pt x="215456" y="66404"/>
                  </a:lnTo>
                  <a:lnTo>
                    <a:pt x="214501" y="66882"/>
                  </a:lnTo>
                  <a:lnTo>
                    <a:pt x="212112" y="67360"/>
                  </a:lnTo>
                  <a:lnTo>
                    <a:pt x="210679" y="67838"/>
                  </a:lnTo>
                  <a:lnTo>
                    <a:pt x="211156" y="69271"/>
                  </a:lnTo>
                  <a:lnTo>
                    <a:pt x="211156" y="71182"/>
                  </a:lnTo>
                  <a:lnTo>
                    <a:pt x="210679" y="73570"/>
                  </a:lnTo>
                  <a:lnTo>
                    <a:pt x="208768" y="76914"/>
                  </a:lnTo>
                  <a:lnTo>
                    <a:pt x="206857" y="78825"/>
                  </a:lnTo>
                  <a:lnTo>
                    <a:pt x="204946" y="79781"/>
                  </a:lnTo>
                  <a:lnTo>
                    <a:pt x="201602" y="79303"/>
                  </a:lnTo>
                  <a:lnTo>
                    <a:pt x="200169" y="78825"/>
                  </a:lnTo>
                  <a:lnTo>
                    <a:pt x="200169" y="81692"/>
                  </a:lnTo>
                  <a:lnTo>
                    <a:pt x="198258" y="83125"/>
                  </a:lnTo>
                  <a:lnTo>
                    <a:pt x="198735" y="84558"/>
                  </a:lnTo>
                  <a:lnTo>
                    <a:pt x="199213" y="85514"/>
                  </a:lnTo>
                  <a:lnTo>
                    <a:pt x="199213" y="87425"/>
                  </a:lnTo>
                  <a:lnTo>
                    <a:pt x="198258" y="89335"/>
                  </a:lnTo>
                  <a:lnTo>
                    <a:pt x="196825" y="91246"/>
                  </a:lnTo>
                  <a:lnTo>
                    <a:pt x="194914" y="92679"/>
                  </a:lnTo>
                  <a:lnTo>
                    <a:pt x="192047" y="94113"/>
                  </a:lnTo>
                  <a:lnTo>
                    <a:pt x="189181" y="96501"/>
                  </a:lnTo>
                  <a:lnTo>
                    <a:pt x="187270" y="97457"/>
                  </a:lnTo>
                  <a:lnTo>
                    <a:pt x="182493" y="97457"/>
                  </a:lnTo>
                  <a:lnTo>
                    <a:pt x="177715" y="99368"/>
                  </a:lnTo>
                  <a:lnTo>
                    <a:pt x="171027" y="102712"/>
                  </a:lnTo>
                  <a:lnTo>
                    <a:pt x="166728" y="105100"/>
                  </a:lnTo>
                  <a:lnTo>
                    <a:pt x="163384" y="108445"/>
                  </a:lnTo>
                  <a:lnTo>
                    <a:pt x="158606" y="113222"/>
                  </a:lnTo>
                  <a:lnTo>
                    <a:pt x="155262" y="115611"/>
                  </a:lnTo>
                  <a:lnTo>
                    <a:pt x="153351" y="116088"/>
                  </a:lnTo>
                  <a:lnTo>
                    <a:pt x="149529" y="116566"/>
                  </a:lnTo>
                  <a:lnTo>
                    <a:pt x="146185" y="117999"/>
                  </a:lnTo>
                  <a:lnTo>
                    <a:pt x="135675" y="120388"/>
                  </a:lnTo>
                  <a:lnTo>
                    <a:pt x="131853" y="121821"/>
                  </a:lnTo>
                  <a:lnTo>
                    <a:pt x="131376" y="123254"/>
                  </a:lnTo>
                  <a:lnTo>
                    <a:pt x="129942" y="124687"/>
                  </a:lnTo>
                  <a:lnTo>
                    <a:pt x="129942" y="125643"/>
                  </a:lnTo>
                  <a:lnTo>
                    <a:pt x="130420" y="126121"/>
                  </a:lnTo>
                  <a:lnTo>
                    <a:pt x="130420" y="126598"/>
                  </a:lnTo>
                  <a:lnTo>
                    <a:pt x="129465" y="128987"/>
                  </a:lnTo>
                  <a:lnTo>
                    <a:pt x="126598" y="130420"/>
                  </a:lnTo>
                  <a:lnTo>
                    <a:pt x="125643" y="130420"/>
                  </a:lnTo>
                  <a:lnTo>
                    <a:pt x="123732" y="128987"/>
                  </a:lnTo>
                  <a:lnTo>
                    <a:pt x="123254" y="129465"/>
                  </a:lnTo>
                  <a:lnTo>
                    <a:pt x="122777" y="129465"/>
                  </a:lnTo>
                  <a:lnTo>
                    <a:pt x="122777" y="129942"/>
                  </a:lnTo>
                  <a:lnTo>
                    <a:pt x="123732" y="131376"/>
                  </a:lnTo>
                  <a:lnTo>
                    <a:pt x="122299" y="132331"/>
                  </a:lnTo>
                  <a:lnTo>
                    <a:pt x="115133" y="134242"/>
                  </a:lnTo>
                  <a:lnTo>
                    <a:pt x="103667" y="132809"/>
                  </a:lnTo>
                  <a:lnTo>
                    <a:pt x="98890" y="131376"/>
                  </a:lnTo>
                  <a:lnTo>
                    <a:pt x="93157" y="128987"/>
                  </a:lnTo>
                  <a:lnTo>
                    <a:pt x="89813" y="128509"/>
                  </a:lnTo>
                  <a:lnTo>
                    <a:pt x="84558" y="128032"/>
                  </a:lnTo>
                  <a:lnTo>
                    <a:pt x="80736" y="124687"/>
                  </a:lnTo>
                  <a:lnTo>
                    <a:pt x="78825" y="122777"/>
                  </a:lnTo>
                  <a:lnTo>
                    <a:pt x="78825" y="121821"/>
                  </a:lnTo>
                  <a:lnTo>
                    <a:pt x="78825" y="120866"/>
                  </a:lnTo>
                  <a:lnTo>
                    <a:pt x="79303" y="120388"/>
                  </a:lnTo>
                  <a:lnTo>
                    <a:pt x="79781" y="119910"/>
                  </a:lnTo>
                  <a:lnTo>
                    <a:pt x="81214" y="119910"/>
                  </a:lnTo>
                  <a:lnTo>
                    <a:pt x="81214" y="119432"/>
                  </a:lnTo>
                  <a:lnTo>
                    <a:pt x="80258" y="117999"/>
                  </a:lnTo>
                  <a:lnTo>
                    <a:pt x="79303" y="118477"/>
                  </a:lnTo>
                  <a:lnTo>
                    <a:pt x="76914" y="120866"/>
                  </a:lnTo>
                  <a:lnTo>
                    <a:pt x="75481" y="120866"/>
                  </a:lnTo>
                  <a:lnTo>
                    <a:pt x="74048" y="119432"/>
                  </a:lnTo>
                  <a:lnTo>
                    <a:pt x="74048" y="118477"/>
                  </a:lnTo>
                  <a:lnTo>
                    <a:pt x="71182" y="117999"/>
                  </a:lnTo>
                  <a:lnTo>
                    <a:pt x="68793" y="116566"/>
                  </a:lnTo>
                  <a:lnTo>
                    <a:pt x="65927" y="114655"/>
                  </a:lnTo>
                  <a:lnTo>
                    <a:pt x="65449" y="113700"/>
                  </a:lnTo>
                  <a:lnTo>
                    <a:pt x="66882" y="112744"/>
                  </a:lnTo>
                  <a:lnTo>
                    <a:pt x="66882" y="112266"/>
                  </a:lnTo>
                  <a:lnTo>
                    <a:pt x="65927" y="112266"/>
                  </a:lnTo>
                  <a:lnTo>
                    <a:pt x="64016" y="112744"/>
                  </a:lnTo>
                  <a:lnTo>
                    <a:pt x="61149" y="115133"/>
                  </a:lnTo>
                  <a:lnTo>
                    <a:pt x="59716" y="115611"/>
                  </a:lnTo>
                  <a:lnTo>
                    <a:pt x="41563" y="116566"/>
                  </a:lnTo>
                  <a:lnTo>
                    <a:pt x="36785" y="116566"/>
                  </a:lnTo>
                  <a:lnTo>
                    <a:pt x="35830" y="117044"/>
                  </a:lnTo>
                  <a:lnTo>
                    <a:pt x="35352" y="115611"/>
                  </a:lnTo>
                  <a:lnTo>
                    <a:pt x="34397" y="111789"/>
                  </a:lnTo>
                  <a:lnTo>
                    <a:pt x="34397" y="108922"/>
                  </a:lnTo>
                  <a:lnTo>
                    <a:pt x="34397" y="107967"/>
                  </a:lnTo>
                  <a:lnTo>
                    <a:pt x="34874" y="106534"/>
                  </a:lnTo>
                  <a:lnTo>
                    <a:pt x="35830" y="106534"/>
                  </a:lnTo>
                  <a:lnTo>
                    <a:pt x="36785" y="107967"/>
                  </a:lnTo>
                  <a:lnTo>
                    <a:pt x="37741" y="109400"/>
                  </a:lnTo>
                  <a:lnTo>
                    <a:pt x="38696" y="110356"/>
                  </a:lnTo>
                  <a:lnTo>
                    <a:pt x="45384" y="108445"/>
                  </a:lnTo>
                  <a:lnTo>
                    <a:pt x="47773" y="107011"/>
                  </a:lnTo>
                  <a:lnTo>
                    <a:pt x="48728" y="105578"/>
                  </a:lnTo>
                  <a:lnTo>
                    <a:pt x="50162" y="103667"/>
                  </a:lnTo>
                  <a:lnTo>
                    <a:pt x="51595" y="102234"/>
                  </a:lnTo>
                  <a:lnTo>
                    <a:pt x="52073" y="101279"/>
                  </a:lnTo>
                  <a:lnTo>
                    <a:pt x="53506" y="97935"/>
                  </a:lnTo>
                  <a:lnTo>
                    <a:pt x="54461" y="96501"/>
                  </a:lnTo>
                  <a:lnTo>
                    <a:pt x="55416" y="95546"/>
                  </a:lnTo>
                  <a:lnTo>
                    <a:pt x="56850" y="94591"/>
                  </a:lnTo>
                  <a:lnTo>
                    <a:pt x="59716" y="94113"/>
                  </a:lnTo>
                  <a:lnTo>
                    <a:pt x="57805" y="93157"/>
                  </a:lnTo>
                  <a:lnTo>
                    <a:pt x="55894" y="93157"/>
                  </a:lnTo>
                  <a:lnTo>
                    <a:pt x="50162" y="96979"/>
                  </a:lnTo>
                  <a:lnTo>
                    <a:pt x="47773" y="96979"/>
                  </a:lnTo>
                  <a:lnTo>
                    <a:pt x="47773" y="96501"/>
                  </a:lnTo>
                  <a:lnTo>
                    <a:pt x="48728" y="95546"/>
                  </a:lnTo>
                  <a:lnTo>
                    <a:pt x="51117" y="93635"/>
                  </a:lnTo>
                  <a:lnTo>
                    <a:pt x="49684" y="93635"/>
                  </a:lnTo>
                  <a:lnTo>
                    <a:pt x="48728" y="92679"/>
                  </a:lnTo>
                  <a:lnTo>
                    <a:pt x="48728" y="91246"/>
                  </a:lnTo>
                  <a:lnTo>
                    <a:pt x="50162" y="88380"/>
                  </a:lnTo>
                  <a:lnTo>
                    <a:pt x="54939" y="85036"/>
                  </a:lnTo>
                  <a:lnTo>
                    <a:pt x="56372" y="84558"/>
                  </a:lnTo>
                  <a:lnTo>
                    <a:pt x="56850" y="83603"/>
                  </a:lnTo>
                  <a:lnTo>
                    <a:pt x="56372" y="83125"/>
                  </a:lnTo>
                  <a:lnTo>
                    <a:pt x="55416" y="82647"/>
                  </a:lnTo>
                  <a:lnTo>
                    <a:pt x="50639" y="86469"/>
                  </a:lnTo>
                  <a:lnTo>
                    <a:pt x="46817" y="87425"/>
                  </a:lnTo>
                  <a:lnTo>
                    <a:pt x="45862" y="87425"/>
                  </a:lnTo>
                  <a:lnTo>
                    <a:pt x="43951" y="85991"/>
                  </a:lnTo>
                  <a:lnTo>
                    <a:pt x="43473" y="85514"/>
                  </a:lnTo>
                  <a:lnTo>
                    <a:pt x="42518" y="83603"/>
                  </a:lnTo>
                  <a:lnTo>
                    <a:pt x="42518" y="82647"/>
                  </a:lnTo>
                  <a:lnTo>
                    <a:pt x="44429" y="79781"/>
                  </a:lnTo>
                  <a:lnTo>
                    <a:pt x="43951" y="79303"/>
                  </a:lnTo>
                  <a:lnTo>
                    <a:pt x="42996" y="79303"/>
                  </a:lnTo>
                  <a:lnTo>
                    <a:pt x="39651" y="76437"/>
                  </a:lnTo>
                  <a:lnTo>
                    <a:pt x="34874" y="76914"/>
                  </a:lnTo>
                  <a:lnTo>
                    <a:pt x="21975" y="75004"/>
                  </a:lnTo>
                  <a:lnTo>
                    <a:pt x="19587" y="75959"/>
                  </a:lnTo>
                  <a:lnTo>
                    <a:pt x="15287" y="78348"/>
                  </a:lnTo>
                  <a:lnTo>
                    <a:pt x="12899" y="78825"/>
                  </a:lnTo>
                  <a:lnTo>
                    <a:pt x="11466" y="78348"/>
                  </a:lnTo>
                  <a:lnTo>
                    <a:pt x="10510" y="77392"/>
                  </a:lnTo>
                  <a:lnTo>
                    <a:pt x="9555" y="75481"/>
                  </a:lnTo>
                  <a:lnTo>
                    <a:pt x="8599" y="73570"/>
                  </a:lnTo>
                  <a:lnTo>
                    <a:pt x="9077" y="72137"/>
                  </a:lnTo>
                  <a:lnTo>
                    <a:pt x="10988" y="71182"/>
                  </a:lnTo>
                  <a:lnTo>
                    <a:pt x="11943" y="71182"/>
                  </a:lnTo>
                  <a:lnTo>
                    <a:pt x="15287" y="71659"/>
                  </a:lnTo>
                  <a:lnTo>
                    <a:pt x="19587" y="70226"/>
                  </a:lnTo>
                  <a:lnTo>
                    <a:pt x="21975" y="69749"/>
                  </a:lnTo>
                  <a:lnTo>
                    <a:pt x="22931" y="69271"/>
                  </a:lnTo>
                  <a:lnTo>
                    <a:pt x="24364" y="67838"/>
                  </a:lnTo>
                  <a:lnTo>
                    <a:pt x="25320" y="67838"/>
                  </a:lnTo>
                  <a:lnTo>
                    <a:pt x="26275" y="68315"/>
                  </a:lnTo>
                  <a:lnTo>
                    <a:pt x="26753" y="69271"/>
                  </a:lnTo>
                  <a:lnTo>
                    <a:pt x="31052" y="67360"/>
                  </a:lnTo>
                  <a:lnTo>
                    <a:pt x="32486" y="66882"/>
                  </a:lnTo>
                  <a:lnTo>
                    <a:pt x="32486" y="66404"/>
                  </a:lnTo>
                  <a:lnTo>
                    <a:pt x="33441" y="65927"/>
                  </a:lnTo>
                  <a:lnTo>
                    <a:pt x="35352" y="66404"/>
                  </a:lnTo>
                  <a:lnTo>
                    <a:pt x="37263" y="66404"/>
                  </a:lnTo>
                  <a:lnTo>
                    <a:pt x="39174" y="65927"/>
                  </a:lnTo>
                  <a:lnTo>
                    <a:pt x="42996" y="65927"/>
                  </a:lnTo>
                  <a:lnTo>
                    <a:pt x="51117" y="65449"/>
                  </a:lnTo>
                  <a:lnTo>
                    <a:pt x="52073" y="64493"/>
                  </a:lnTo>
                  <a:lnTo>
                    <a:pt x="53028" y="63060"/>
                  </a:lnTo>
                  <a:lnTo>
                    <a:pt x="53506" y="60194"/>
                  </a:lnTo>
                  <a:lnTo>
                    <a:pt x="53506" y="59716"/>
                  </a:lnTo>
                  <a:lnTo>
                    <a:pt x="48251" y="62583"/>
                  </a:lnTo>
                  <a:lnTo>
                    <a:pt x="46817" y="62105"/>
                  </a:lnTo>
                  <a:lnTo>
                    <a:pt x="41085" y="60672"/>
                  </a:lnTo>
                  <a:lnTo>
                    <a:pt x="38696" y="59238"/>
                  </a:lnTo>
                  <a:lnTo>
                    <a:pt x="39651" y="57805"/>
                  </a:lnTo>
                  <a:lnTo>
                    <a:pt x="42518" y="54939"/>
                  </a:lnTo>
                  <a:lnTo>
                    <a:pt x="45862" y="53028"/>
                  </a:lnTo>
                  <a:lnTo>
                    <a:pt x="50639" y="50639"/>
                  </a:lnTo>
                  <a:lnTo>
                    <a:pt x="52073" y="49684"/>
                  </a:lnTo>
                  <a:lnTo>
                    <a:pt x="52073" y="48251"/>
                  </a:lnTo>
                  <a:lnTo>
                    <a:pt x="48728" y="46340"/>
                  </a:lnTo>
                  <a:lnTo>
                    <a:pt x="42996" y="46818"/>
                  </a:lnTo>
                  <a:lnTo>
                    <a:pt x="41085" y="44429"/>
                  </a:lnTo>
                  <a:lnTo>
                    <a:pt x="36307" y="42996"/>
                  </a:lnTo>
                  <a:lnTo>
                    <a:pt x="32963" y="43951"/>
                  </a:lnTo>
                  <a:lnTo>
                    <a:pt x="31052" y="42518"/>
                  </a:lnTo>
                  <a:lnTo>
                    <a:pt x="26753" y="44429"/>
                  </a:lnTo>
                  <a:lnTo>
                    <a:pt x="17198" y="47295"/>
                  </a:lnTo>
                  <a:lnTo>
                    <a:pt x="13376" y="49206"/>
                  </a:lnTo>
                  <a:lnTo>
                    <a:pt x="11466" y="50162"/>
                  </a:lnTo>
                  <a:lnTo>
                    <a:pt x="9077" y="48251"/>
                  </a:lnTo>
                  <a:lnTo>
                    <a:pt x="4777" y="46818"/>
                  </a:lnTo>
                  <a:lnTo>
                    <a:pt x="478" y="45862"/>
                  </a:lnTo>
                  <a:lnTo>
                    <a:pt x="0" y="44907"/>
                  </a:lnTo>
                  <a:lnTo>
                    <a:pt x="2389" y="41563"/>
                  </a:lnTo>
                  <a:lnTo>
                    <a:pt x="4300" y="41085"/>
                  </a:lnTo>
                  <a:lnTo>
                    <a:pt x="6210" y="41085"/>
                  </a:lnTo>
                  <a:lnTo>
                    <a:pt x="9555" y="43473"/>
                  </a:lnTo>
                  <a:lnTo>
                    <a:pt x="11943" y="44429"/>
                  </a:lnTo>
                  <a:lnTo>
                    <a:pt x="9077" y="41085"/>
                  </a:lnTo>
                  <a:lnTo>
                    <a:pt x="9077" y="39652"/>
                  </a:lnTo>
                  <a:lnTo>
                    <a:pt x="9077" y="37741"/>
                  </a:lnTo>
                  <a:lnTo>
                    <a:pt x="8121" y="36785"/>
                  </a:lnTo>
                  <a:lnTo>
                    <a:pt x="7166" y="34397"/>
                  </a:lnTo>
                  <a:lnTo>
                    <a:pt x="7644" y="33919"/>
                  </a:lnTo>
                  <a:lnTo>
                    <a:pt x="8599" y="33441"/>
                  </a:lnTo>
                  <a:lnTo>
                    <a:pt x="10988" y="34397"/>
                  </a:lnTo>
                  <a:lnTo>
                    <a:pt x="16721" y="38218"/>
                  </a:lnTo>
                  <a:lnTo>
                    <a:pt x="19587" y="37263"/>
                  </a:lnTo>
                  <a:lnTo>
                    <a:pt x="21498" y="35830"/>
                  </a:lnTo>
                  <a:lnTo>
                    <a:pt x="23409" y="34874"/>
                  </a:lnTo>
                  <a:lnTo>
                    <a:pt x="22931" y="34397"/>
                  </a:lnTo>
                  <a:lnTo>
                    <a:pt x="17676" y="34397"/>
                  </a:lnTo>
                  <a:lnTo>
                    <a:pt x="15287" y="33441"/>
                  </a:lnTo>
                  <a:lnTo>
                    <a:pt x="13854" y="32486"/>
                  </a:lnTo>
                  <a:lnTo>
                    <a:pt x="12421" y="30575"/>
                  </a:lnTo>
                  <a:lnTo>
                    <a:pt x="12899" y="29619"/>
                  </a:lnTo>
                  <a:lnTo>
                    <a:pt x="14332" y="29142"/>
                  </a:lnTo>
                  <a:lnTo>
                    <a:pt x="18632" y="29142"/>
                  </a:lnTo>
                  <a:lnTo>
                    <a:pt x="15765" y="25797"/>
                  </a:lnTo>
                  <a:lnTo>
                    <a:pt x="13854" y="23886"/>
                  </a:lnTo>
                  <a:lnTo>
                    <a:pt x="13854" y="22931"/>
                  </a:lnTo>
                  <a:lnTo>
                    <a:pt x="13854" y="21976"/>
                  </a:lnTo>
                  <a:lnTo>
                    <a:pt x="14332" y="21020"/>
                  </a:lnTo>
                  <a:lnTo>
                    <a:pt x="14332" y="21020"/>
                  </a:lnTo>
                  <a:lnTo>
                    <a:pt x="19587" y="22931"/>
                  </a:lnTo>
                  <a:lnTo>
                    <a:pt x="20542" y="22931"/>
                  </a:lnTo>
                  <a:lnTo>
                    <a:pt x="19587" y="21498"/>
                  </a:lnTo>
                  <a:lnTo>
                    <a:pt x="17198" y="19587"/>
                  </a:lnTo>
                  <a:lnTo>
                    <a:pt x="17198" y="19109"/>
                  </a:lnTo>
                  <a:lnTo>
                    <a:pt x="18154" y="18631"/>
                  </a:lnTo>
                  <a:lnTo>
                    <a:pt x="18632" y="17198"/>
                  </a:lnTo>
                  <a:lnTo>
                    <a:pt x="18632" y="16721"/>
                  </a:lnTo>
                  <a:lnTo>
                    <a:pt x="20065" y="15765"/>
                  </a:lnTo>
                  <a:lnTo>
                    <a:pt x="21498" y="15765"/>
                  </a:lnTo>
                  <a:lnTo>
                    <a:pt x="22931" y="16243"/>
                  </a:lnTo>
                  <a:lnTo>
                    <a:pt x="27708" y="20065"/>
                  </a:lnTo>
                  <a:lnTo>
                    <a:pt x="28664" y="21020"/>
                  </a:lnTo>
                  <a:lnTo>
                    <a:pt x="28664" y="22453"/>
                  </a:lnTo>
                  <a:lnTo>
                    <a:pt x="28664" y="23886"/>
                  </a:lnTo>
                  <a:lnTo>
                    <a:pt x="28664" y="24842"/>
                  </a:lnTo>
                  <a:lnTo>
                    <a:pt x="30575" y="23886"/>
                  </a:lnTo>
                  <a:lnTo>
                    <a:pt x="32008" y="24842"/>
                  </a:lnTo>
                  <a:lnTo>
                    <a:pt x="32963" y="24842"/>
                  </a:lnTo>
                  <a:lnTo>
                    <a:pt x="34397" y="21976"/>
                  </a:lnTo>
                  <a:lnTo>
                    <a:pt x="35830" y="22931"/>
                  </a:lnTo>
                  <a:lnTo>
                    <a:pt x="36785" y="23886"/>
                  </a:lnTo>
                  <a:lnTo>
                    <a:pt x="36785" y="24842"/>
                  </a:lnTo>
                  <a:lnTo>
                    <a:pt x="36785" y="26275"/>
                  </a:lnTo>
                  <a:lnTo>
                    <a:pt x="36785" y="29619"/>
                  </a:lnTo>
                  <a:lnTo>
                    <a:pt x="36785" y="29619"/>
                  </a:lnTo>
                  <a:lnTo>
                    <a:pt x="38218" y="28186"/>
                  </a:lnTo>
                  <a:lnTo>
                    <a:pt x="40129" y="28186"/>
                  </a:lnTo>
                  <a:lnTo>
                    <a:pt x="40607" y="27231"/>
                  </a:lnTo>
                  <a:lnTo>
                    <a:pt x="40607" y="23886"/>
                  </a:lnTo>
                  <a:lnTo>
                    <a:pt x="40607" y="21498"/>
                  </a:lnTo>
                  <a:lnTo>
                    <a:pt x="40129" y="21020"/>
                  </a:lnTo>
                  <a:lnTo>
                    <a:pt x="32963" y="17198"/>
                  </a:lnTo>
                  <a:lnTo>
                    <a:pt x="31530" y="16243"/>
                  </a:lnTo>
                  <a:lnTo>
                    <a:pt x="30097" y="14332"/>
                  </a:lnTo>
                  <a:lnTo>
                    <a:pt x="30575" y="13377"/>
                  </a:lnTo>
                  <a:lnTo>
                    <a:pt x="32008" y="12421"/>
                  </a:lnTo>
                  <a:lnTo>
                    <a:pt x="33919" y="12421"/>
                  </a:lnTo>
                  <a:lnTo>
                    <a:pt x="38696" y="12421"/>
                  </a:lnTo>
                  <a:lnTo>
                    <a:pt x="39174" y="11943"/>
                  </a:lnTo>
                  <a:lnTo>
                    <a:pt x="38218" y="10988"/>
                  </a:lnTo>
                  <a:lnTo>
                    <a:pt x="36307" y="10510"/>
                  </a:lnTo>
                  <a:lnTo>
                    <a:pt x="35830" y="9555"/>
                  </a:lnTo>
                  <a:lnTo>
                    <a:pt x="35352" y="8599"/>
                  </a:lnTo>
                  <a:lnTo>
                    <a:pt x="32486" y="9555"/>
                  </a:lnTo>
                  <a:lnTo>
                    <a:pt x="29619" y="9555"/>
                  </a:lnTo>
                  <a:lnTo>
                    <a:pt x="26753" y="8599"/>
                  </a:lnTo>
                  <a:lnTo>
                    <a:pt x="26753" y="7644"/>
                  </a:lnTo>
                  <a:lnTo>
                    <a:pt x="27708" y="6688"/>
                  </a:lnTo>
                  <a:lnTo>
                    <a:pt x="30097" y="4777"/>
                  </a:lnTo>
                  <a:lnTo>
                    <a:pt x="31530" y="3822"/>
                  </a:lnTo>
                  <a:lnTo>
                    <a:pt x="34397" y="4300"/>
                  </a:lnTo>
                  <a:lnTo>
                    <a:pt x="37741" y="3822"/>
                  </a:lnTo>
                  <a:lnTo>
                    <a:pt x="40607" y="4777"/>
                  </a:lnTo>
                  <a:lnTo>
                    <a:pt x="42518" y="6688"/>
                  </a:lnTo>
                  <a:lnTo>
                    <a:pt x="45384" y="10032"/>
                  </a:lnTo>
                  <a:lnTo>
                    <a:pt x="49684" y="12421"/>
                  </a:lnTo>
                  <a:lnTo>
                    <a:pt x="50162" y="12899"/>
                  </a:lnTo>
                  <a:lnTo>
                    <a:pt x="52073" y="14810"/>
                  </a:lnTo>
                  <a:lnTo>
                    <a:pt x="56372" y="20065"/>
                  </a:lnTo>
                  <a:lnTo>
                    <a:pt x="60672" y="22931"/>
                  </a:lnTo>
                  <a:lnTo>
                    <a:pt x="60672" y="23409"/>
                  </a:lnTo>
                  <a:lnTo>
                    <a:pt x="60194" y="24364"/>
                  </a:lnTo>
                  <a:lnTo>
                    <a:pt x="58761" y="25320"/>
                  </a:lnTo>
                  <a:lnTo>
                    <a:pt x="58761" y="25797"/>
                  </a:lnTo>
                  <a:lnTo>
                    <a:pt x="61149" y="26753"/>
                  </a:lnTo>
                  <a:lnTo>
                    <a:pt x="62582" y="28664"/>
                  </a:lnTo>
                  <a:lnTo>
                    <a:pt x="62582" y="29619"/>
                  </a:lnTo>
                  <a:lnTo>
                    <a:pt x="61149" y="35352"/>
                  </a:lnTo>
                  <a:lnTo>
                    <a:pt x="60672" y="36785"/>
                  </a:lnTo>
                  <a:lnTo>
                    <a:pt x="59716" y="37263"/>
                  </a:lnTo>
                  <a:lnTo>
                    <a:pt x="55894" y="36307"/>
                  </a:lnTo>
                  <a:lnTo>
                    <a:pt x="56850" y="38218"/>
                  </a:lnTo>
                  <a:lnTo>
                    <a:pt x="59716" y="40129"/>
                  </a:lnTo>
                  <a:lnTo>
                    <a:pt x="60194" y="41085"/>
                  </a:lnTo>
                  <a:lnTo>
                    <a:pt x="59716" y="42040"/>
                  </a:lnTo>
                  <a:lnTo>
                    <a:pt x="60194" y="42518"/>
                  </a:lnTo>
                  <a:lnTo>
                    <a:pt x="61149" y="42040"/>
                  </a:lnTo>
                  <a:lnTo>
                    <a:pt x="61627" y="42518"/>
                  </a:lnTo>
                  <a:lnTo>
                    <a:pt x="61149" y="44429"/>
                  </a:lnTo>
                  <a:lnTo>
                    <a:pt x="60672" y="45862"/>
                  </a:lnTo>
                  <a:lnTo>
                    <a:pt x="60194" y="47295"/>
                  </a:lnTo>
                  <a:lnTo>
                    <a:pt x="60194" y="47773"/>
                  </a:lnTo>
                  <a:lnTo>
                    <a:pt x="61627" y="47295"/>
                  </a:lnTo>
                  <a:lnTo>
                    <a:pt x="62582" y="47773"/>
                  </a:lnTo>
                  <a:lnTo>
                    <a:pt x="64016" y="49684"/>
                  </a:lnTo>
                  <a:lnTo>
                    <a:pt x="65449" y="54461"/>
                  </a:lnTo>
                  <a:lnTo>
                    <a:pt x="66405" y="56372"/>
                  </a:lnTo>
                  <a:lnTo>
                    <a:pt x="66882" y="54939"/>
                  </a:lnTo>
                  <a:lnTo>
                    <a:pt x="67360" y="51117"/>
                  </a:lnTo>
                  <a:lnTo>
                    <a:pt x="67838" y="49206"/>
                  </a:lnTo>
                  <a:lnTo>
                    <a:pt x="68315" y="49206"/>
                  </a:lnTo>
                  <a:lnTo>
                    <a:pt x="68793" y="48251"/>
                  </a:lnTo>
                  <a:lnTo>
                    <a:pt x="69271" y="47295"/>
                  </a:lnTo>
                  <a:lnTo>
                    <a:pt x="69748" y="42996"/>
                  </a:lnTo>
                  <a:lnTo>
                    <a:pt x="72615" y="40129"/>
                  </a:lnTo>
                  <a:lnTo>
                    <a:pt x="74048" y="39174"/>
                  </a:lnTo>
                  <a:lnTo>
                    <a:pt x="75004" y="38696"/>
                  </a:lnTo>
                  <a:lnTo>
                    <a:pt x="75959" y="39174"/>
                  </a:lnTo>
                  <a:lnTo>
                    <a:pt x="77870" y="42518"/>
                  </a:lnTo>
                  <a:lnTo>
                    <a:pt x="78825" y="42996"/>
                  </a:lnTo>
                  <a:lnTo>
                    <a:pt x="79781" y="42996"/>
                  </a:lnTo>
                  <a:lnTo>
                    <a:pt x="80258" y="40607"/>
                  </a:lnTo>
                  <a:lnTo>
                    <a:pt x="81692" y="36307"/>
                  </a:lnTo>
                  <a:lnTo>
                    <a:pt x="81692" y="31530"/>
                  </a:lnTo>
                  <a:lnTo>
                    <a:pt x="81214" y="26275"/>
                  </a:lnTo>
                  <a:lnTo>
                    <a:pt x="81692" y="22453"/>
                  </a:lnTo>
                  <a:lnTo>
                    <a:pt x="82647" y="20065"/>
                  </a:lnTo>
                  <a:lnTo>
                    <a:pt x="84558" y="19587"/>
                  </a:lnTo>
                  <a:lnTo>
                    <a:pt x="86469" y="20065"/>
                  </a:lnTo>
                  <a:lnTo>
                    <a:pt x="87902" y="21498"/>
                  </a:lnTo>
                  <a:lnTo>
                    <a:pt x="91246" y="27231"/>
                  </a:lnTo>
                  <a:lnTo>
                    <a:pt x="93635" y="29619"/>
                  </a:lnTo>
                  <a:lnTo>
                    <a:pt x="95546" y="32963"/>
                  </a:lnTo>
                  <a:lnTo>
                    <a:pt x="96501" y="33919"/>
                  </a:lnTo>
                  <a:lnTo>
                    <a:pt x="98890" y="34397"/>
                  </a:lnTo>
                  <a:lnTo>
                    <a:pt x="99368" y="33919"/>
                  </a:lnTo>
                  <a:lnTo>
                    <a:pt x="99846" y="33441"/>
                  </a:lnTo>
                  <a:lnTo>
                    <a:pt x="99846" y="32008"/>
                  </a:lnTo>
                  <a:lnTo>
                    <a:pt x="99368" y="24364"/>
                  </a:lnTo>
                  <a:lnTo>
                    <a:pt x="99846" y="21976"/>
                  </a:lnTo>
                  <a:lnTo>
                    <a:pt x="100801" y="20542"/>
                  </a:lnTo>
                  <a:lnTo>
                    <a:pt x="104623" y="19587"/>
                  </a:lnTo>
                  <a:lnTo>
                    <a:pt x="106534" y="18631"/>
                  </a:lnTo>
                  <a:lnTo>
                    <a:pt x="108445" y="16721"/>
                  </a:lnTo>
                  <a:lnTo>
                    <a:pt x="110355" y="15765"/>
                  </a:lnTo>
                  <a:lnTo>
                    <a:pt x="111311" y="15765"/>
                  </a:lnTo>
                  <a:lnTo>
                    <a:pt x="112744" y="16243"/>
                  </a:lnTo>
                  <a:lnTo>
                    <a:pt x="114177" y="17676"/>
                  </a:lnTo>
                  <a:lnTo>
                    <a:pt x="116566" y="20542"/>
                  </a:lnTo>
                  <a:lnTo>
                    <a:pt x="119432" y="25320"/>
                  </a:lnTo>
                  <a:lnTo>
                    <a:pt x="122777" y="29142"/>
                  </a:lnTo>
                  <a:lnTo>
                    <a:pt x="124687" y="34874"/>
                  </a:lnTo>
                  <a:lnTo>
                    <a:pt x="125165" y="35352"/>
                  </a:lnTo>
                  <a:lnTo>
                    <a:pt x="125643" y="35830"/>
                  </a:lnTo>
                  <a:lnTo>
                    <a:pt x="126121" y="34874"/>
                  </a:lnTo>
                  <a:lnTo>
                    <a:pt x="126121" y="33919"/>
                  </a:lnTo>
                  <a:lnTo>
                    <a:pt x="126121" y="31530"/>
                  </a:lnTo>
                  <a:lnTo>
                    <a:pt x="125165" y="28186"/>
                  </a:lnTo>
                  <a:lnTo>
                    <a:pt x="121821" y="19587"/>
                  </a:lnTo>
                  <a:lnTo>
                    <a:pt x="121821" y="18154"/>
                  </a:lnTo>
                  <a:lnTo>
                    <a:pt x="122299" y="16721"/>
                  </a:lnTo>
                  <a:lnTo>
                    <a:pt x="124687" y="16721"/>
                  </a:lnTo>
                  <a:lnTo>
                    <a:pt x="129942" y="17676"/>
                  </a:lnTo>
                  <a:lnTo>
                    <a:pt x="131853" y="18631"/>
                  </a:lnTo>
                  <a:lnTo>
                    <a:pt x="135675" y="23886"/>
                  </a:lnTo>
                  <a:lnTo>
                    <a:pt x="136631" y="25320"/>
                  </a:lnTo>
                  <a:lnTo>
                    <a:pt x="137108" y="25320"/>
                  </a:lnTo>
                  <a:lnTo>
                    <a:pt x="137586" y="24842"/>
                  </a:lnTo>
                  <a:lnTo>
                    <a:pt x="139019" y="23886"/>
                  </a:lnTo>
                  <a:lnTo>
                    <a:pt x="139975" y="22931"/>
                  </a:lnTo>
                  <a:lnTo>
                    <a:pt x="141408" y="20065"/>
                  </a:lnTo>
                  <a:lnTo>
                    <a:pt x="145230" y="14810"/>
                  </a:lnTo>
                  <a:lnTo>
                    <a:pt x="145707" y="14810"/>
                  </a:lnTo>
                  <a:lnTo>
                    <a:pt x="146663" y="15287"/>
                  </a:lnTo>
                  <a:lnTo>
                    <a:pt x="148574" y="16243"/>
                  </a:lnTo>
                  <a:lnTo>
                    <a:pt x="149529" y="17676"/>
                  </a:lnTo>
                  <a:lnTo>
                    <a:pt x="151440" y="18154"/>
                  </a:lnTo>
                  <a:lnTo>
                    <a:pt x="152873" y="18154"/>
                  </a:lnTo>
                  <a:lnTo>
                    <a:pt x="155740" y="16243"/>
                  </a:lnTo>
                  <a:lnTo>
                    <a:pt x="158128" y="15287"/>
                  </a:lnTo>
                  <a:lnTo>
                    <a:pt x="159084" y="12421"/>
                  </a:lnTo>
                  <a:lnTo>
                    <a:pt x="159562" y="11465"/>
                  </a:lnTo>
                  <a:lnTo>
                    <a:pt x="157173" y="3822"/>
                  </a:lnTo>
                  <a:lnTo>
                    <a:pt x="158128" y="2389"/>
                  </a:lnTo>
                  <a:lnTo>
                    <a:pt x="162906" y="478"/>
                  </a:lnTo>
                  <a:lnTo>
                    <a:pt x="167205" y="0"/>
                  </a:lnTo>
                  <a:lnTo>
                    <a:pt x="168161" y="478"/>
                  </a:lnTo>
                  <a:lnTo>
                    <a:pt x="171027" y="4300"/>
                  </a:lnTo>
                  <a:lnTo>
                    <a:pt x="172938" y="6211"/>
                  </a:lnTo>
                  <a:lnTo>
                    <a:pt x="173416" y="7644"/>
                  </a:lnTo>
                  <a:lnTo>
                    <a:pt x="173894" y="10988"/>
                  </a:lnTo>
                  <a:lnTo>
                    <a:pt x="174849" y="12421"/>
                  </a:lnTo>
                  <a:lnTo>
                    <a:pt x="176760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1" name="Freeform 4660">
              <a:extLst>
                <a:ext uri="{FF2B5EF4-FFF2-40B4-BE49-F238E27FC236}">
                  <a16:creationId xmlns:a16="http://schemas.microsoft.com/office/drawing/2014/main" id="{8ECE3ADB-525A-8C70-9C52-7675F6CF4565}"/>
                </a:ext>
              </a:extLst>
            </p:cNvPr>
            <p:cNvSpPr/>
            <p:nvPr/>
          </p:nvSpPr>
          <p:spPr>
            <a:xfrm>
              <a:off x="6015263" y="3766538"/>
              <a:ext cx="235042" cy="225488"/>
            </a:xfrm>
            <a:custGeom>
              <a:avLst/>
              <a:gdLst>
                <a:gd name="csX0" fmla="*/ 140453 w 235042"/>
                <a:gd name="csY0" fmla="*/ 39174 h 225488"/>
                <a:gd name="csX1" fmla="*/ 141886 w 235042"/>
                <a:gd name="csY1" fmla="*/ 38218 h 225488"/>
                <a:gd name="csX2" fmla="*/ 138542 w 235042"/>
                <a:gd name="csY2" fmla="*/ 34397 h 225488"/>
                <a:gd name="csX3" fmla="*/ 137586 w 235042"/>
                <a:gd name="csY3" fmla="*/ 34397 h 225488"/>
                <a:gd name="csX4" fmla="*/ 135675 w 235042"/>
                <a:gd name="csY4" fmla="*/ 35830 h 225488"/>
                <a:gd name="csX5" fmla="*/ 130420 w 235042"/>
                <a:gd name="csY5" fmla="*/ 34397 h 225488"/>
                <a:gd name="csX6" fmla="*/ 129465 w 235042"/>
                <a:gd name="csY6" fmla="*/ 34874 h 225488"/>
                <a:gd name="csX7" fmla="*/ 128509 w 235042"/>
                <a:gd name="csY7" fmla="*/ 36308 h 225488"/>
                <a:gd name="csX8" fmla="*/ 127076 w 235042"/>
                <a:gd name="csY8" fmla="*/ 37741 h 225488"/>
                <a:gd name="csX9" fmla="*/ 124210 w 235042"/>
                <a:gd name="csY9" fmla="*/ 38696 h 225488"/>
                <a:gd name="csX10" fmla="*/ 121343 w 235042"/>
                <a:gd name="csY10" fmla="*/ 40129 h 225488"/>
                <a:gd name="csX11" fmla="*/ 118477 w 235042"/>
                <a:gd name="csY11" fmla="*/ 41563 h 225488"/>
                <a:gd name="csX12" fmla="*/ 116566 w 235042"/>
                <a:gd name="csY12" fmla="*/ 42518 h 225488"/>
                <a:gd name="csX13" fmla="*/ 115133 w 235042"/>
                <a:gd name="csY13" fmla="*/ 42040 h 225488"/>
                <a:gd name="csX14" fmla="*/ 117044 w 235042"/>
                <a:gd name="csY14" fmla="*/ 40129 h 225488"/>
                <a:gd name="csX15" fmla="*/ 116088 w 235042"/>
                <a:gd name="csY15" fmla="*/ 40129 h 225488"/>
                <a:gd name="csX16" fmla="*/ 113222 w 235042"/>
                <a:gd name="csY16" fmla="*/ 41563 h 225488"/>
                <a:gd name="csX17" fmla="*/ 111789 w 235042"/>
                <a:gd name="csY17" fmla="*/ 42996 h 225488"/>
                <a:gd name="csX18" fmla="*/ 111311 w 235042"/>
                <a:gd name="csY18" fmla="*/ 44907 h 225488"/>
                <a:gd name="csX19" fmla="*/ 110833 w 235042"/>
                <a:gd name="csY19" fmla="*/ 48251 h 225488"/>
                <a:gd name="csX20" fmla="*/ 112266 w 235042"/>
                <a:gd name="csY20" fmla="*/ 49206 h 225488"/>
                <a:gd name="csX21" fmla="*/ 114177 w 235042"/>
                <a:gd name="csY21" fmla="*/ 53028 h 225488"/>
                <a:gd name="csX22" fmla="*/ 117044 w 235042"/>
                <a:gd name="csY22" fmla="*/ 54939 h 225488"/>
                <a:gd name="csX23" fmla="*/ 116566 w 235042"/>
                <a:gd name="csY23" fmla="*/ 56850 h 225488"/>
                <a:gd name="csX24" fmla="*/ 115611 w 235042"/>
                <a:gd name="csY24" fmla="*/ 58283 h 225488"/>
                <a:gd name="csX25" fmla="*/ 114177 w 235042"/>
                <a:gd name="csY25" fmla="*/ 59239 h 225488"/>
                <a:gd name="csX26" fmla="*/ 112744 w 235042"/>
                <a:gd name="csY26" fmla="*/ 58761 h 225488"/>
                <a:gd name="csX27" fmla="*/ 111789 w 235042"/>
                <a:gd name="csY27" fmla="*/ 58761 h 225488"/>
                <a:gd name="csX28" fmla="*/ 111311 w 235042"/>
                <a:gd name="csY28" fmla="*/ 61627 h 225488"/>
                <a:gd name="csX29" fmla="*/ 112266 w 235042"/>
                <a:gd name="csY29" fmla="*/ 68793 h 225488"/>
                <a:gd name="csX30" fmla="*/ 114177 w 235042"/>
                <a:gd name="csY30" fmla="*/ 74048 h 225488"/>
                <a:gd name="csX31" fmla="*/ 116088 w 235042"/>
                <a:gd name="csY31" fmla="*/ 76437 h 225488"/>
                <a:gd name="csX32" fmla="*/ 120388 w 235042"/>
                <a:gd name="csY32" fmla="*/ 79781 h 225488"/>
                <a:gd name="csX33" fmla="*/ 124210 w 235042"/>
                <a:gd name="csY33" fmla="*/ 81692 h 225488"/>
                <a:gd name="csX34" fmla="*/ 132331 w 235042"/>
                <a:gd name="csY34" fmla="*/ 87424 h 225488"/>
                <a:gd name="csX35" fmla="*/ 136153 w 235042"/>
                <a:gd name="csY35" fmla="*/ 89335 h 225488"/>
                <a:gd name="csX36" fmla="*/ 137586 w 235042"/>
                <a:gd name="csY36" fmla="*/ 90291 h 225488"/>
                <a:gd name="csX37" fmla="*/ 139975 w 235042"/>
                <a:gd name="csY37" fmla="*/ 95068 h 225488"/>
                <a:gd name="csX38" fmla="*/ 142364 w 235042"/>
                <a:gd name="csY38" fmla="*/ 100323 h 225488"/>
                <a:gd name="csX39" fmla="*/ 144752 w 235042"/>
                <a:gd name="csY39" fmla="*/ 108445 h 225488"/>
                <a:gd name="csX40" fmla="*/ 146185 w 235042"/>
                <a:gd name="csY40" fmla="*/ 112266 h 225488"/>
                <a:gd name="csX41" fmla="*/ 149530 w 235042"/>
                <a:gd name="csY41" fmla="*/ 117044 h 225488"/>
                <a:gd name="csX42" fmla="*/ 156695 w 235042"/>
                <a:gd name="csY42" fmla="*/ 123254 h 225488"/>
                <a:gd name="csX43" fmla="*/ 163384 w 235042"/>
                <a:gd name="csY43" fmla="*/ 128031 h 225488"/>
                <a:gd name="csX44" fmla="*/ 169116 w 235042"/>
                <a:gd name="csY44" fmla="*/ 130898 h 225488"/>
                <a:gd name="csX45" fmla="*/ 173894 w 235042"/>
                <a:gd name="csY45" fmla="*/ 131376 h 225488"/>
                <a:gd name="csX46" fmla="*/ 184881 w 235042"/>
                <a:gd name="csY46" fmla="*/ 130898 h 225488"/>
                <a:gd name="csX47" fmla="*/ 186792 w 235042"/>
                <a:gd name="csY47" fmla="*/ 130898 h 225488"/>
                <a:gd name="csX48" fmla="*/ 189181 w 235042"/>
                <a:gd name="csY48" fmla="*/ 131854 h 225488"/>
                <a:gd name="csX49" fmla="*/ 189659 w 235042"/>
                <a:gd name="csY49" fmla="*/ 133764 h 225488"/>
                <a:gd name="csX50" fmla="*/ 188703 w 235042"/>
                <a:gd name="csY50" fmla="*/ 135197 h 225488"/>
                <a:gd name="csX51" fmla="*/ 186314 w 235042"/>
                <a:gd name="csY51" fmla="*/ 136631 h 225488"/>
                <a:gd name="csX52" fmla="*/ 183926 w 235042"/>
                <a:gd name="csY52" fmla="*/ 138542 h 225488"/>
                <a:gd name="csX53" fmla="*/ 183926 w 235042"/>
                <a:gd name="csY53" fmla="*/ 140930 h 225488"/>
                <a:gd name="csX54" fmla="*/ 185837 w 235042"/>
                <a:gd name="csY54" fmla="*/ 142841 h 225488"/>
                <a:gd name="csX55" fmla="*/ 196825 w 235042"/>
                <a:gd name="csY55" fmla="*/ 148096 h 225488"/>
                <a:gd name="csX56" fmla="*/ 207812 w 235042"/>
                <a:gd name="csY56" fmla="*/ 151918 h 225488"/>
                <a:gd name="csX57" fmla="*/ 211156 w 235042"/>
                <a:gd name="csY57" fmla="*/ 154307 h 225488"/>
                <a:gd name="csX58" fmla="*/ 214978 w 235042"/>
                <a:gd name="csY58" fmla="*/ 157173 h 225488"/>
                <a:gd name="csX59" fmla="*/ 224533 w 235042"/>
                <a:gd name="csY59" fmla="*/ 161950 h 225488"/>
                <a:gd name="csX60" fmla="*/ 225966 w 235042"/>
                <a:gd name="csY60" fmla="*/ 163861 h 225488"/>
                <a:gd name="csX61" fmla="*/ 232177 w 235042"/>
                <a:gd name="csY61" fmla="*/ 168638 h 225488"/>
                <a:gd name="csX62" fmla="*/ 234565 w 235042"/>
                <a:gd name="csY62" fmla="*/ 171983 h 225488"/>
                <a:gd name="csX63" fmla="*/ 235043 w 235042"/>
                <a:gd name="csY63" fmla="*/ 174849 h 225488"/>
                <a:gd name="csX64" fmla="*/ 233610 w 235042"/>
                <a:gd name="csY64" fmla="*/ 177715 h 225488"/>
                <a:gd name="csX65" fmla="*/ 233132 w 235042"/>
                <a:gd name="csY65" fmla="*/ 179626 h 225488"/>
                <a:gd name="csX66" fmla="*/ 232177 w 235042"/>
                <a:gd name="csY66" fmla="*/ 181537 h 225488"/>
                <a:gd name="csX67" fmla="*/ 229788 w 235042"/>
                <a:gd name="csY67" fmla="*/ 180582 h 225488"/>
                <a:gd name="csX68" fmla="*/ 226921 w 235042"/>
                <a:gd name="csY68" fmla="*/ 178671 h 225488"/>
                <a:gd name="csX69" fmla="*/ 222622 w 235042"/>
                <a:gd name="csY69" fmla="*/ 170549 h 225488"/>
                <a:gd name="csX70" fmla="*/ 214978 w 235042"/>
                <a:gd name="csY70" fmla="*/ 170072 h 225488"/>
                <a:gd name="csX71" fmla="*/ 213545 w 235042"/>
                <a:gd name="csY71" fmla="*/ 169116 h 225488"/>
                <a:gd name="csX72" fmla="*/ 210679 w 235042"/>
                <a:gd name="csY72" fmla="*/ 167683 h 225488"/>
                <a:gd name="csX73" fmla="*/ 210679 w 235042"/>
                <a:gd name="csY73" fmla="*/ 166728 h 225488"/>
                <a:gd name="csX74" fmla="*/ 209723 w 235042"/>
                <a:gd name="csY74" fmla="*/ 165772 h 225488"/>
                <a:gd name="csX75" fmla="*/ 209246 w 235042"/>
                <a:gd name="csY75" fmla="*/ 165295 h 225488"/>
                <a:gd name="csX76" fmla="*/ 206379 w 235042"/>
                <a:gd name="csY76" fmla="*/ 165295 h 225488"/>
                <a:gd name="csX77" fmla="*/ 203991 w 235042"/>
                <a:gd name="csY77" fmla="*/ 166250 h 225488"/>
                <a:gd name="csX78" fmla="*/ 201602 w 235042"/>
                <a:gd name="csY78" fmla="*/ 169594 h 225488"/>
                <a:gd name="csX79" fmla="*/ 199213 w 235042"/>
                <a:gd name="csY79" fmla="*/ 173894 h 225488"/>
                <a:gd name="csX80" fmla="*/ 196347 w 235042"/>
                <a:gd name="csY80" fmla="*/ 180582 h 225488"/>
                <a:gd name="csX81" fmla="*/ 196347 w 235042"/>
                <a:gd name="csY81" fmla="*/ 183448 h 225488"/>
                <a:gd name="csX82" fmla="*/ 197780 w 235042"/>
                <a:gd name="csY82" fmla="*/ 185837 h 225488"/>
                <a:gd name="csX83" fmla="*/ 202080 w 235042"/>
                <a:gd name="csY83" fmla="*/ 187270 h 225488"/>
                <a:gd name="csX84" fmla="*/ 205424 w 235042"/>
                <a:gd name="csY84" fmla="*/ 189659 h 225488"/>
                <a:gd name="csX85" fmla="*/ 207812 w 235042"/>
                <a:gd name="csY85" fmla="*/ 192047 h 225488"/>
                <a:gd name="csX86" fmla="*/ 208290 w 235042"/>
                <a:gd name="csY86" fmla="*/ 197780 h 225488"/>
                <a:gd name="csX87" fmla="*/ 209246 w 235042"/>
                <a:gd name="csY87" fmla="*/ 200646 h 225488"/>
                <a:gd name="csX88" fmla="*/ 207812 w 235042"/>
                <a:gd name="csY88" fmla="*/ 202557 h 225488"/>
                <a:gd name="csX89" fmla="*/ 204468 w 235042"/>
                <a:gd name="csY89" fmla="*/ 202080 h 225488"/>
                <a:gd name="csX90" fmla="*/ 200646 w 235042"/>
                <a:gd name="csY90" fmla="*/ 203513 h 225488"/>
                <a:gd name="csX91" fmla="*/ 198258 w 235042"/>
                <a:gd name="csY91" fmla="*/ 205424 h 225488"/>
                <a:gd name="csX92" fmla="*/ 196825 w 235042"/>
                <a:gd name="csY92" fmla="*/ 207335 h 225488"/>
                <a:gd name="csX93" fmla="*/ 197302 w 235042"/>
                <a:gd name="csY93" fmla="*/ 212590 h 225488"/>
                <a:gd name="csX94" fmla="*/ 196825 w 235042"/>
                <a:gd name="csY94" fmla="*/ 214501 h 225488"/>
                <a:gd name="csX95" fmla="*/ 191570 w 235042"/>
                <a:gd name="csY95" fmla="*/ 218322 h 225488"/>
                <a:gd name="csX96" fmla="*/ 188703 w 235042"/>
                <a:gd name="csY96" fmla="*/ 222144 h 225488"/>
                <a:gd name="csX97" fmla="*/ 187748 w 235042"/>
                <a:gd name="csY97" fmla="*/ 223577 h 225488"/>
                <a:gd name="csX98" fmla="*/ 186792 w 235042"/>
                <a:gd name="csY98" fmla="*/ 225488 h 225488"/>
                <a:gd name="csX99" fmla="*/ 180104 w 235042"/>
                <a:gd name="csY99" fmla="*/ 225488 h 225488"/>
                <a:gd name="csX100" fmla="*/ 178671 w 235042"/>
                <a:gd name="csY100" fmla="*/ 223100 h 225488"/>
                <a:gd name="csX101" fmla="*/ 178671 w 235042"/>
                <a:gd name="csY101" fmla="*/ 219756 h 225488"/>
                <a:gd name="csX102" fmla="*/ 179626 w 235042"/>
                <a:gd name="csY102" fmla="*/ 217845 h 225488"/>
                <a:gd name="csX103" fmla="*/ 182015 w 235042"/>
                <a:gd name="csY103" fmla="*/ 216889 h 225488"/>
                <a:gd name="csX104" fmla="*/ 183926 w 235042"/>
                <a:gd name="csY104" fmla="*/ 212590 h 225488"/>
                <a:gd name="csX105" fmla="*/ 183448 w 235042"/>
                <a:gd name="csY105" fmla="*/ 209723 h 225488"/>
                <a:gd name="csX106" fmla="*/ 184404 w 235042"/>
                <a:gd name="csY106" fmla="*/ 208290 h 225488"/>
                <a:gd name="csX107" fmla="*/ 185359 w 235042"/>
                <a:gd name="csY107" fmla="*/ 207335 h 225488"/>
                <a:gd name="csX108" fmla="*/ 187270 w 235042"/>
                <a:gd name="csY108" fmla="*/ 206857 h 225488"/>
                <a:gd name="csX109" fmla="*/ 189659 w 235042"/>
                <a:gd name="csY109" fmla="*/ 206379 h 225488"/>
                <a:gd name="csX110" fmla="*/ 190137 w 235042"/>
                <a:gd name="csY110" fmla="*/ 202080 h 225488"/>
                <a:gd name="csX111" fmla="*/ 187748 w 235042"/>
                <a:gd name="csY111" fmla="*/ 200169 h 225488"/>
                <a:gd name="csX112" fmla="*/ 187270 w 235042"/>
                <a:gd name="csY112" fmla="*/ 197780 h 225488"/>
                <a:gd name="csX113" fmla="*/ 186314 w 235042"/>
                <a:gd name="csY113" fmla="*/ 192525 h 225488"/>
                <a:gd name="csX114" fmla="*/ 182971 w 235042"/>
                <a:gd name="csY114" fmla="*/ 186314 h 225488"/>
                <a:gd name="csX115" fmla="*/ 181060 w 235042"/>
                <a:gd name="csY115" fmla="*/ 180582 h 225488"/>
                <a:gd name="csX116" fmla="*/ 179626 w 235042"/>
                <a:gd name="csY116" fmla="*/ 177715 h 225488"/>
                <a:gd name="csX117" fmla="*/ 177715 w 235042"/>
                <a:gd name="csY117" fmla="*/ 176282 h 225488"/>
                <a:gd name="csX118" fmla="*/ 173894 w 235042"/>
                <a:gd name="csY118" fmla="*/ 176282 h 225488"/>
                <a:gd name="csX119" fmla="*/ 171983 w 235042"/>
                <a:gd name="csY119" fmla="*/ 175804 h 225488"/>
                <a:gd name="csX120" fmla="*/ 164817 w 235042"/>
                <a:gd name="csY120" fmla="*/ 171505 h 225488"/>
                <a:gd name="csX121" fmla="*/ 164339 w 235042"/>
                <a:gd name="csY121" fmla="*/ 171027 h 225488"/>
                <a:gd name="csX122" fmla="*/ 164339 w 235042"/>
                <a:gd name="csY122" fmla="*/ 170072 h 225488"/>
                <a:gd name="csX123" fmla="*/ 165772 w 235042"/>
                <a:gd name="csY123" fmla="*/ 168161 h 225488"/>
                <a:gd name="csX124" fmla="*/ 164817 w 235042"/>
                <a:gd name="csY124" fmla="*/ 166250 h 225488"/>
                <a:gd name="csX125" fmla="*/ 164339 w 235042"/>
                <a:gd name="csY125" fmla="*/ 164339 h 225488"/>
                <a:gd name="csX126" fmla="*/ 162906 w 235042"/>
                <a:gd name="csY126" fmla="*/ 162428 h 225488"/>
                <a:gd name="csX127" fmla="*/ 161473 w 235042"/>
                <a:gd name="csY127" fmla="*/ 161473 h 225488"/>
                <a:gd name="csX128" fmla="*/ 158129 w 235042"/>
                <a:gd name="csY128" fmla="*/ 161950 h 225488"/>
                <a:gd name="csX129" fmla="*/ 157173 w 235042"/>
                <a:gd name="csY129" fmla="*/ 162428 h 225488"/>
                <a:gd name="csX130" fmla="*/ 155262 w 235042"/>
                <a:gd name="csY130" fmla="*/ 162428 h 225488"/>
                <a:gd name="csX131" fmla="*/ 153829 w 235042"/>
                <a:gd name="csY131" fmla="*/ 162906 h 225488"/>
                <a:gd name="csX132" fmla="*/ 152873 w 235042"/>
                <a:gd name="csY132" fmla="*/ 162906 h 225488"/>
                <a:gd name="csX133" fmla="*/ 155262 w 235042"/>
                <a:gd name="csY133" fmla="*/ 160039 h 225488"/>
                <a:gd name="csX134" fmla="*/ 154784 w 235042"/>
                <a:gd name="csY134" fmla="*/ 159084 h 225488"/>
                <a:gd name="csX135" fmla="*/ 152396 w 235042"/>
                <a:gd name="csY135" fmla="*/ 158129 h 225488"/>
                <a:gd name="csX136" fmla="*/ 149052 w 235042"/>
                <a:gd name="csY136" fmla="*/ 157651 h 225488"/>
                <a:gd name="csX137" fmla="*/ 148096 w 235042"/>
                <a:gd name="csY137" fmla="*/ 157651 h 225488"/>
                <a:gd name="csX138" fmla="*/ 147619 w 235042"/>
                <a:gd name="csY138" fmla="*/ 158606 h 225488"/>
                <a:gd name="csX139" fmla="*/ 147141 w 235042"/>
                <a:gd name="csY139" fmla="*/ 158129 h 225488"/>
                <a:gd name="csX140" fmla="*/ 147141 w 235042"/>
                <a:gd name="csY140" fmla="*/ 156695 h 225488"/>
                <a:gd name="csX141" fmla="*/ 143319 w 235042"/>
                <a:gd name="csY141" fmla="*/ 150485 h 225488"/>
                <a:gd name="csX142" fmla="*/ 140930 w 235042"/>
                <a:gd name="csY142" fmla="*/ 147619 h 225488"/>
                <a:gd name="csX143" fmla="*/ 139497 w 235042"/>
                <a:gd name="csY143" fmla="*/ 147619 h 225488"/>
                <a:gd name="csX144" fmla="*/ 137108 w 235042"/>
                <a:gd name="csY144" fmla="*/ 148096 h 225488"/>
                <a:gd name="csX145" fmla="*/ 133287 w 235042"/>
                <a:gd name="csY145" fmla="*/ 146663 h 225488"/>
                <a:gd name="csX146" fmla="*/ 131376 w 235042"/>
                <a:gd name="csY146" fmla="*/ 146663 h 225488"/>
                <a:gd name="csX147" fmla="*/ 129942 w 235042"/>
                <a:gd name="csY147" fmla="*/ 146663 h 225488"/>
                <a:gd name="csX148" fmla="*/ 128032 w 235042"/>
                <a:gd name="csY148" fmla="*/ 147619 h 225488"/>
                <a:gd name="csX149" fmla="*/ 127076 w 235042"/>
                <a:gd name="csY149" fmla="*/ 147141 h 225488"/>
                <a:gd name="csX150" fmla="*/ 126598 w 235042"/>
                <a:gd name="csY150" fmla="*/ 146185 h 225488"/>
                <a:gd name="csX151" fmla="*/ 123254 w 235042"/>
                <a:gd name="csY151" fmla="*/ 143797 h 225488"/>
                <a:gd name="csX152" fmla="*/ 118955 w 235042"/>
                <a:gd name="csY152" fmla="*/ 142363 h 225488"/>
                <a:gd name="csX153" fmla="*/ 110356 w 235042"/>
                <a:gd name="csY153" fmla="*/ 133764 h 225488"/>
                <a:gd name="csX154" fmla="*/ 107967 w 235042"/>
                <a:gd name="csY154" fmla="*/ 130898 h 225488"/>
                <a:gd name="csX155" fmla="*/ 102712 w 235042"/>
                <a:gd name="csY155" fmla="*/ 127076 h 225488"/>
                <a:gd name="csX156" fmla="*/ 99368 w 235042"/>
                <a:gd name="csY156" fmla="*/ 122299 h 225488"/>
                <a:gd name="csX157" fmla="*/ 96501 w 235042"/>
                <a:gd name="csY157" fmla="*/ 120388 h 225488"/>
                <a:gd name="csX158" fmla="*/ 92680 w 235042"/>
                <a:gd name="csY158" fmla="*/ 118955 h 225488"/>
                <a:gd name="csX159" fmla="*/ 91724 w 235042"/>
                <a:gd name="csY159" fmla="*/ 118955 h 225488"/>
                <a:gd name="csX160" fmla="*/ 90291 w 235042"/>
                <a:gd name="csY160" fmla="*/ 119910 h 225488"/>
                <a:gd name="csX161" fmla="*/ 89335 w 235042"/>
                <a:gd name="csY161" fmla="*/ 119910 h 225488"/>
                <a:gd name="csX162" fmla="*/ 88858 w 235042"/>
                <a:gd name="csY162" fmla="*/ 118955 h 225488"/>
                <a:gd name="csX163" fmla="*/ 89335 w 235042"/>
                <a:gd name="csY163" fmla="*/ 118477 h 225488"/>
                <a:gd name="csX164" fmla="*/ 90291 w 235042"/>
                <a:gd name="csY164" fmla="*/ 117999 h 225488"/>
                <a:gd name="csX165" fmla="*/ 89813 w 235042"/>
                <a:gd name="csY165" fmla="*/ 116088 h 225488"/>
                <a:gd name="csX166" fmla="*/ 85514 w 235042"/>
                <a:gd name="csY166" fmla="*/ 111311 h 225488"/>
                <a:gd name="csX167" fmla="*/ 82647 w 235042"/>
                <a:gd name="csY167" fmla="*/ 109400 h 225488"/>
                <a:gd name="csX168" fmla="*/ 82170 w 235042"/>
                <a:gd name="csY168" fmla="*/ 108445 h 225488"/>
                <a:gd name="csX169" fmla="*/ 81214 w 235042"/>
                <a:gd name="csY169" fmla="*/ 107012 h 225488"/>
                <a:gd name="csX170" fmla="*/ 80736 w 235042"/>
                <a:gd name="csY170" fmla="*/ 106534 h 225488"/>
                <a:gd name="csX171" fmla="*/ 79781 w 235042"/>
                <a:gd name="csY171" fmla="*/ 105578 h 225488"/>
                <a:gd name="csX172" fmla="*/ 78348 w 235042"/>
                <a:gd name="csY172" fmla="*/ 106056 h 225488"/>
                <a:gd name="csX173" fmla="*/ 76915 w 235042"/>
                <a:gd name="csY173" fmla="*/ 105578 h 225488"/>
                <a:gd name="csX174" fmla="*/ 76915 w 235042"/>
                <a:gd name="csY174" fmla="*/ 103190 h 225488"/>
                <a:gd name="csX175" fmla="*/ 77392 w 235042"/>
                <a:gd name="csY175" fmla="*/ 101279 h 225488"/>
                <a:gd name="csX176" fmla="*/ 76915 w 235042"/>
                <a:gd name="csY176" fmla="*/ 99846 h 225488"/>
                <a:gd name="csX177" fmla="*/ 75481 w 235042"/>
                <a:gd name="csY177" fmla="*/ 95546 h 225488"/>
                <a:gd name="csX178" fmla="*/ 73093 w 235042"/>
                <a:gd name="csY178" fmla="*/ 92202 h 225488"/>
                <a:gd name="csX179" fmla="*/ 71659 w 235042"/>
                <a:gd name="csY179" fmla="*/ 83603 h 225488"/>
                <a:gd name="csX180" fmla="*/ 70704 w 235042"/>
                <a:gd name="csY180" fmla="*/ 81214 h 225488"/>
                <a:gd name="csX181" fmla="*/ 67838 w 235042"/>
                <a:gd name="csY181" fmla="*/ 79303 h 225488"/>
                <a:gd name="csX182" fmla="*/ 61627 w 235042"/>
                <a:gd name="csY182" fmla="*/ 77392 h 225488"/>
                <a:gd name="csX183" fmla="*/ 52550 w 235042"/>
                <a:gd name="csY183" fmla="*/ 71659 h 225488"/>
                <a:gd name="csX184" fmla="*/ 50639 w 235042"/>
                <a:gd name="csY184" fmla="*/ 71659 h 225488"/>
                <a:gd name="csX185" fmla="*/ 45384 w 235042"/>
                <a:gd name="csY185" fmla="*/ 69271 h 225488"/>
                <a:gd name="csX186" fmla="*/ 42518 w 235042"/>
                <a:gd name="csY186" fmla="*/ 69271 h 225488"/>
                <a:gd name="csX187" fmla="*/ 38218 w 235042"/>
                <a:gd name="csY187" fmla="*/ 71182 h 225488"/>
                <a:gd name="csX188" fmla="*/ 32963 w 235042"/>
                <a:gd name="csY188" fmla="*/ 76437 h 225488"/>
                <a:gd name="csX189" fmla="*/ 28664 w 235042"/>
                <a:gd name="csY189" fmla="*/ 81692 h 225488"/>
                <a:gd name="csX190" fmla="*/ 27231 w 235042"/>
                <a:gd name="csY190" fmla="*/ 82647 h 225488"/>
                <a:gd name="csX191" fmla="*/ 21976 w 235042"/>
                <a:gd name="csY191" fmla="*/ 84558 h 225488"/>
                <a:gd name="csX192" fmla="*/ 17198 w 235042"/>
                <a:gd name="csY192" fmla="*/ 85514 h 225488"/>
                <a:gd name="csX193" fmla="*/ 17198 w 235042"/>
                <a:gd name="csY193" fmla="*/ 84081 h 225488"/>
                <a:gd name="csX194" fmla="*/ 16721 w 235042"/>
                <a:gd name="csY194" fmla="*/ 83125 h 225488"/>
                <a:gd name="csX195" fmla="*/ 17676 w 235042"/>
                <a:gd name="csY195" fmla="*/ 82170 h 225488"/>
                <a:gd name="csX196" fmla="*/ 19109 w 235042"/>
                <a:gd name="csY196" fmla="*/ 80736 h 225488"/>
                <a:gd name="csX197" fmla="*/ 20065 w 235042"/>
                <a:gd name="csY197" fmla="*/ 78825 h 225488"/>
                <a:gd name="csX198" fmla="*/ 20543 w 235042"/>
                <a:gd name="csY198" fmla="*/ 77870 h 225488"/>
                <a:gd name="csX199" fmla="*/ 20543 w 235042"/>
                <a:gd name="csY199" fmla="*/ 76915 h 225488"/>
                <a:gd name="csX200" fmla="*/ 20065 w 235042"/>
                <a:gd name="csY200" fmla="*/ 75481 h 225488"/>
                <a:gd name="csX201" fmla="*/ 19109 w 235042"/>
                <a:gd name="csY201" fmla="*/ 75481 h 225488"/>
                <a:gd name="csX202" fmla="*/ 14810 w 235042"/>
                <a:gd name="csY202" fmla="*/ 76437 h 225488"/>
                <a:gd name="csX203" fmla="*/ 13854 w 235042"/>
                <a:gd name="csY203" fmla="*/ 76437 h 225488"/>
                <a:gd name="csX204" fmla="*/ 10032 w 235042"/>
                <a:gd name="csY204" fmla="*/ 74526 h 225488"/>
                <a:gd name="csX205" fmla="*/ 6688 w 235042"/>
                <a:gd name="csY205" fmla="*/ 72615 h 225488"/>
                <a:gd name="csX206" fmla="*/ 6688 w 235042"/>
                <a:gd name="csY206" fmla="*/ 72615 h 225488"/>
                <a:gd name="csX207" fmla="*/ 5255 w 235042"/>
                <a:gd name="csY207" fmla="*/ 71182 h 225488"/>
                <a:gd name="csX208" fmla="*/ 5255 w 235042"/>
                <a:gd name="csY208" fmla="*/ 71182 h 225488"/>
                <a:gd name="csX209" fmla="*/ 4777 w 235042"/>
                <a:gd name="csY209" fmla="*/ 69749 h 225488"/>
                <a:gd name="csX210" fmla="*/ 4777 w 235042"/>
                <a:gd name="csY210" fmla="*/ 69749 h 225488"/>
                <a:gd name="csX211" fmla="*/ 4777 w 235042"/>
                <a:gd name="csY211" fmla="*/ 69271 h 225488"/>
                <a:gd name="csX212" fmla="*/ 5255 w 235042"/>
                <a:gd name="csY212" fmla="*/ 68793 h 225488"/>
                <a:gd name="csX213" fmla="*/ 5255 w 235042"/>
                <a:gd name="csY213" fmla="*/ 68793 h 225488"/>
                <a:gd name="csX214" fmla="*/ 4777 w 235042"/>
                <a:gd name="csY214" fmla="*/ 67838 h 225488"/>
                <a:gd name="csX215" fmla="*/ 4300 w 235042"/>
                <a:gd name="csY215" fmla="*/ 66882 h 225488"/>
                <a:gd name="csX216" fmla="*/ 4777 w 235042"/>
                <a:gd name="csY216" fmla="*/ 65449 h 225488"/>
                <a:gd name="csX217" fmla="*/ 4777 w 235042"/>
                <a:gd name="csY217" fmla="*/ 65449 h 225488"/>
                <a:gd name="csX218" fmla="*/ 6211 w 235042"/>
                <a:gd name="csY218" fmla="*/ 63538 h 225488"/>
                <a:gd name="csX219" fmla="*/ 6688 w 235042"/>
                <a:gd name="csY219" fmla="*/ 62583 h 225488"/>
                <a:gd name="csX220" fmla="*/ 7644 w 235042"/>
                <a:gd name="csY220" fmla="*/ 62105 h 225488"/>
                <a:gd name="csX221" fmla="*/ 7644 w 235042"/>
                <a:gd name="csY221" fmla="*/ 62105 h 225488"/>
                <a:gd name="csX222" fmla="*/ 8121 w 235042"/>
                <a:gd name="csY222" fmla="*/ 61627 h 225488"/>
                <a:gd name="csX223" fmla="*/ 7166 w 235042"/>
                <a:gd name="csY223" fmla="*/ 58761 h 225488"/>
                <a:gd name="csX224" fmla="*/ 6688 w 235042"/>
                <a:gd name="csY224" fmla="*/ 58283 h 225488"/>
                <a:gd name="csX225" fmla="*/ 6211 w 235042"/>
                <a:gd name="csY225" fmla="*/ 57805 h 225488"/>
                <a:gd name="csX226" fmla="*/ 5255 w 235042"/>
                <a:gd name="csY226" fmla="*/ 57805 h 225488"/>
                <a:gd name="csX227" fmla="*/ 3344 w 235042"/>
                <a:gd name="csY227" fmla="*/ 57328 h 225488"/>
                <a:gd name="csX228" fmla="*/ 1911 w 235042"/>
                <a:gd name="csY228" fmla="*/ 56372 h 225488"/>
                <a:gd name="csX229" fmla="*/ 1911 w 235042"/>
                <a:gd name="csY229" fmla="*/ 56372 h 225488"/>
                <a:gd name="csX230" fmla="*/ 1911 w 235042"/>
                <a:gd name="csY230" fmla="*/ 54939 h 225488"/>
                <a:gd name="csX231" fmla="*/ 1433 w 235042"/>
                <a:gd name="csY231" fmla="*/ 53983 h 225488"/>
                <a:gd name="csX232" fmla="*/ 0 w 235042"/>
                <a:gd name="csY232" fmla="*/ 52550 h 225488"/>
                <a:gd name="csX233" fmla="*/ 0 w 235042"/>
                <a:gd name="csY233" fmla="*/ 51117 h 225488"/>
                <a:gd name="csX234" fmla="*/ 1433 w 235042"/>
                <a:gd name="csY234" fmla="*/ 50639 h 225488"/>
                <a:gd name="csX235" fmla="*/ 2867 w 235042"/>
                <a:gd name="csY235" fmla="*/ 50639 h 225488"/>
                <a:gd name="csX236" fmla="*/ 4300 w 235042"/>
                <a:gd name="csY236" fmla="*/ 51117 h 225488"/>
                <a:gd name="csX237" fmla="*/ 7166 w 235042"/>
                <a:gd name="csY237" fmla="*/ 48728 h 225488"/>
                <a:gd name="csX238" fmla="*/ 8121 w 235042"/>
                <a:gd name="csY238" fmla="*/ 48728 h 225488"/>
                <a:gd name="csX239" fmla="*/ 9077 w 235042"/>
                <a:gd name="csY239" fmla="*/ 48251 h 225488"/>
                <a:gd name="csX240" fmla="*/ 9077 w 235042"/>
                <a:gd name="csY240" fmla="*/ 48251 h 225488"/>
                <a:gd name="csX241" fmla="*/ 9555 w 235042"/>
                <a:gd name="csY241" fmla="*/ 45384 h 225488"/>
                <a:gd name="csX242" fmla="*/ 10032 w 235042"/>
                <a:gd name="csY242" fmla="*/ 44429 h 225488"/>
                <a:gd name="csX243" fmla="*/ 10510 w 235042"/>
                <a:gd name="csY243" fmla="*/ 43951 h 225488"/>
                <a:gd name="csX244" fmla="*/ 10032 w 235042"/>
                <a:gd name="csY244" fmla="*/ 43474 h 225488"/>
                <a:gd name="csX245" fmla="*/ 7644 w 235042"/>
                <a:gd name="csY245" fmla="*/ 41563 h 225488"/>
                <a:gd name="csX246" fmla="*/ 6688 w 235042"/>
                <a:gd name="csY246" fmla="*/ 39174 h 225488"/>
                <a:gd name="csX247" fmla="*/ 4777 w 235042"/>
                <a:gd name="csY247" fmla="*/ 37263 h 225488"/>
                <a:gd name="csX248" fmla="*/ 3344 w 235042"/>
                <a:gd name="csY248" fmla="*/ 35830 h 225488"/>
                <a:gd name="csX249" fmla="*/ 3344 w 235042"/>
                <a:gd name="csY249" fmla="*/ 35352 h 225488"/>
                <a:gd name="csX250" fmla="*/ 3344 w 235042"/>
                <a:gd name="csY250" fmla="*/ 35352 h 225488"/>
                <a:gd name="csX251" fmla="*/ 3344 w 235042"/>
                <a:gd name="csY251" fmla="*/ 34397 h 225488"/>
                <a:gd name="csX252" fmla="*/ 3344 w 235042"/>
                <a:gd name="csY252" fmla="*/ 33919 h 225488"/>
                <a:gd name="csX253" fmla="*/ 3344 w 235042"/>
                <a:gd name="csY253" fmla="*/ 33441 h 225488"/>
                <a:gd name="csX254" fmla="*/ 6211 w 235042"/>
                <a:gd name="csY254" fmla="*/ 32008 h 225488"/>
                <a:gd name="csX255" fmla="*/ 7644 w 235042"/>
                <a:gd name="csY255" fmla="*/ 30575 h 225488"/>
                <a:gd name="csX256" fmla="*/ 8599 w 235042"/>
                <a:gd name="csY256" fmla="*/ 31052 h 225488"/>
                <a:gd name="csX257" fmla="*/ 10032 w 235042"/>
                <a:gd name="csY257" fmla="*/ 31530 h 225488"/>
                <a:gd name="csX258" fmla="*/ 13854 w 235042"/>
                <a:gd name="csY258" fmla="*/ 30575 h 225488"/>
                <a:gd name="csX259" fmla="*/ 16243 w 235042"/>
                <a:gd name="csY259" fmla="*/ 30097 h 225488"/>
                <a:gd name="csX260" fmla="*/ 18154 w 235042"/>
                <a:gd name="csY260" fmla="*/ 29142 h 225488"/>
                <a:gd name="csX261" fmla="*/ 19109 w 235042"/>
                <a:gd name="csY261" fmla="*/ 29142 h 225488"/>
                <a:gd name="csX262" fmla="*/ 22931 w 235042"/>
                <a:gd name="csY262" fmla="*/ 30575 h 225488"/>
                <a:gd name="csX263" fmla="*/ 24364 w 235042"/>
                <a:gd name="csY263" fmla="*/ 29619 h 225488"/>
                <a:gd name="csX264" fmla="*/ 27231 w 235042"/>
                <a:gd name="csY264" fmla="*/ 28186 h 225488"/>
                <a:gd name="csX265" fmla="*/ 27231 w 235042"/>
                <a:gd name="csY265" fmla="*/ 27231 h 225488"/>
                <a:gd name="csX266" fmla="*/ 27231 w 235042"/>
                <a:gd name="csY266" fmla="*/ 27231 h 225488"/>
                <a:gd name="csX267" fmla="*/ 29619 w 235042"/>
                <a:gd name="csY267" fmla="*/ 24364 h 225488"/>
                <a:gd name="csX268" fmla="*/ 29619 w 235042"/>
                <a:gd name="csY268" fmla="*/ 23409 h 225488"/>
                <a:gd name="csX269" fmla="*/ 28664 w 235042"/>
                <a:gd name="csY269" fmla="*/ 21976 h 225488"/>
                <a:gd name="csX270" fmla="*/ 28664 w 235042"/>
                <a:gd name="csY270" fmla="*/ 21976 h 225488"/>
                <a:gd name="csX271" fmla="*/ 29142 w 235042"/>
                <a:gd name="csY271" fmla="*/ 21498 h 225488"/>
                <a:gd name="csX272" fmla="*/ 31530 w 235042"/>
                <a:gd name="csY272" fmla="*/ 19587 h 225488"/>
                <a:gd name="csX273" fmla="*/ 31530 w 235042"/>
                <a:gd name="csY273" fmla="*/ 19587 h 225488"/>
                <a:gd name="csX274" fmla="*/ 32963 w 235042"/>
                <a:gd name="csY274" fmla="*/ 18154 h 225488"/>
                <a:gd name="csX275" fmla="*/ 34397 w 235042"/>
                <a:gd name="csY275" fmla="*/ 16721 h 225488"/>
                <a:gd name="csX276" fmla="*/ 35352 w 235042"/>
                <a:gd name="csY276" fmla="*/ 16721 h 225488"/>
                <a:gd name="csX277" fmla="*/ 35830 w 235042"/>
                <a:gd name="csY277" fmla="*/ 17198 h 225488"/>
                <a:gd name="csX278" fmla="*/ 35830 w 235042"/>
                <a:gd name="csY278" fmla="*/ 17198 h 225488"/>
                <a:gd name="csX279" fmla="*/ 35830 w 235042"/>
                <a:gd name="csY279" fmla="*/ 18154 h 225488"/>
                <a:gd name="csX280" fmla="*/ 35830 w 235042"/>
                <a:gd name="csY280" fmla="*/ 21020 h 225488"/>
                <a:gd name="csX281" fmla="*/ 35830 w 235042"/>
                <a:gd name="csY281" fmla="*/ 21020 h 225488"/>
                <a:gd name="csX282" fmla="*/ 36308 w 235042"/>
                <a:gd name="csY282" fmla="*/ 21976 h 225488"/>
                <a:gd name="csX283" fmla="*/ 38218 w 235042"/>
                <a:gd name="csY283" fmla="*/ 24364 h 225488"/>
                <a:gd name="csX284" fmla="*/ 38218 w 235042"/>
                <a:gd name="csY284" fmla="*/ 24364 h 225488"/>
                <a:gd name="csX285" fmla="*/ 39652 w 235042"/>
                <a:gd name="csY285" fmla="*/ 25320 h 225488"/>
                <a:gd name="csX286" fmla="*/ 40129 w 235042"/>
                <a:gd name="csY286" fmla="*/ 25798 h 225488"/>
                <a:gd name="csX287" fmla="*/ 43474 w 235042"/>
                <a:gd name="csY287" fmla="*/ 26275 h 225488"/>
                <a:gd name="csX288" fmla="*/ 43474 w 235042"/>
                <a:gd name="csY288" fmla="*/ 26753 h 225488"/>
                <a:gd name="csX289" fmla="*/ 43474 w 235042"/>
                <a:gd name="csY289" fmla="*/ 26753 h 225488"/>
                <a:gd name="csX290" fmla="*/ 42518 w 235042"/>
                <a:gd name="csY290" fmla="*/ 28664 h 225488"/>
                <a:gd name="csX291" fmla="*/ 42518 w 235042"/>
                <a:gd name="csY291" fmla="*/ 28664 h 225488"/>
                <a:gd name="csX292" fmla="*/ 44907 w 235042"/>
                <a:gd name="csY292" fmla="*/ 30575 h 225488"/>
                <a:gd name="csX293" fmla="*/ 44907 w 235042"/>
                <a:gd name="csY293" fmla="*/ 30575 h 225488"/>
                <a:gd name="csX294" fmla="*/ 44907 w 235042"/>
                <a:gd name="csY294" fmla="*/ 32008 h 225488"/>
                <a:gd name="csX295" fmla="*/ 45862 w 235042"/>
                <a:gd name="csY295" fmla="*/ 32963 h 225488"/>
                <a:gd name="csX296" fmla="*/ 47295 w 235042"/>
                <a:gd name="csY296" fmla="*/ 32486 h 225488"/>
                <a:gd name="csX297" fmla="*/ 47773 w 235042"/>
                <a:gd name="csY297" fmla="*/ 31530 h 225488"/>
                <a:gd name="csX298" fmla="*/ 47773 w 235042"/>
                <a:gd name="csY298" fmla="*/ 31530 h 225488"/>
                <a:gd name="csX299" fmla="*/ 47295 w 235042"/>
                <a:gd name="csY299" fmla="*/ 30575 h 225488"/>
                <a:gd name="csX300" fmla="*/ 46818 w 235042"/>
                <a:gd name="csY300" fmla="*/ 29142 h 225488"/>
                <a:gd name="csX301" fmla="*/ 46818 w 235042"/>
                <a:gd name="csY301" fmla="*/ 28186 h 225488"/>
                <a:gd name="csX302" fmla="*/ 46818 w 235042"/>
                <a:gd name="csY302" fmla="*/ 28186 h 225488"/>
                <a:gd name="csX303" fmla="*/ 47295 w 235042"/>
                <a:gd name="csY303" fmla="*/ 27231 h 225488"/>
                <a:gd name="csX304" fmla="*/ 48251 w 235042"/>
                <a:gd name="csY304" fmla="*/ 25798 h 225488"/>
                <a:gd name="csX305" fmla="*/ 48251 w 235042"/>
                <a:gd name="csY305" fmla="*/ 25798 h 225488"/>
                <a:gd name="csX306" fmla="*/ 51117 w 235042"/>
                <a:gd name="csY306" fmla="*/ 22931 h 225488"/>
                <a:gd name="csX307" fmla="*/ 52073 w 235042"/>
                <a:gd name="csY307" fmla="*/ 21020 h 225488"/>
                <a:gd name="csX308" fmla="*/ 52073 w 235042"/>
                <a:gd name="csY308" fmla="*/ 18154 h 225488"/>
                <a:gd name="csX309" fmla="*/ 52073 w 235042"/>
                <a:gd name="csY309" fmla="*/ 16243 h 225488"/>
                <a:gd name="csX310" fmla="*/ 53028 w 235042"/>
                <a:gd name="csY310" fmla="*/ 15287 h 225488"/>
                <a:gd name="csX311" fmla="*/ 54939 w 235042"/>
                <a:gd name="csY311" fmla="*/ 15765 h 225488"/>
                <a:gd name="csX312" fmla="*/ 55417 w 235042"/>
                <a:gd name="csY312" fmla="*/ 15765 h 225488"/>
                <a:gd name="csX313" fmla="*/ 55417 w 235042"/>
                <a:gd name="csY313" fmla="*/ 15765 h 225488"/>
                <a:gd name="csX314" fmla="*/ 55894 w 235042"/>
                <a:gd name="csY314" fmla="*/ 17198 h 225488"/>
                <a:gd name="csX315" fmla="*/ 56372 w 235042"/>
                <a:gd name="csY315" fmla="*/ 19109 h 225488"/>
                <a:gd name="csX316" fmla="*/ 57328 w 235042"/>
                <a:gd name="csY316" fmla="*/ 20542 h 225488"/>
                <a:gd name="csX317" fmla="*/ 57328 w 235042"/>
                <a:gd name="csY317" fmla="*/ 20542 h 225488"/>
                <a:gd name="csX318" fmla="*/ 58283 w 235042"/>
                <a:gd name="csY318" fmla="*/ 20542 h 225488"/>
                <a:gd name="csX319" fmla="*/ 59716 w 235042"/>
                <a:gd name="csY319" fmla="*/ 20542 h 225488"/>
                <a:gd name="csX320" fmla="*/ 62583 w 235042"/>
                <a:gd name="csY320" fmla="*/ 19587 h 225488"/>
                <a:gd name="csX321" fmla="*/ 64493 w 235042"/>
                <a:gd name="csY321" fmla="*/ 19109 h 225488"/>
                <a:gd name="csX322" fmla="*/ 65449 w 235042"/>
                <a:gd name="csY322" fmla="*/ 19109 h 225488"/>
                <a:gd name="csX323" fmla="*/ 66405 w 235042"/>
                <a:gd name="csY323" fmla="*/ 20065 h 225488"/>
                <a:gd name="csX324" fmla="*/ 67838 w 235042"/>
                <a:gd name="csY324" fmla="*/ 21976 h 225488"/>
                <a:gd name="csX325" fmla="*/ 67838 w 235042"/>
                <a:gd name="csY325" fmla="*/ 22453 h 225488"/>
                <a:gd name="csX326" fmla="*/ 68316 w 235042"/>
                <a:gd name="csY326" fmla="*/ 22453 h 225488"/>
                <a:gd name="csX327" fmla="*/ 69271 w 235042"/>
                <a:gd name="csY327" fmla="*/ 22453 h 225488"/>
                <a:gd name="csX328" fmla="*/ 69749 w 235042"/>
                <a:gd name="csY328" fmla="*/ 21976 h 225488"/>
                <a:gd name="csX329" fmla="*/ 69271 w 235042"/>
                <a:gd name="csY329" fmla="*/ 21020 h 225488"/>
                <a:gd name="csX330" fmla="*/ 69271 w 235042"/>
                <a:gd name="csY330" fmla="*/ 19587 h 225488"/>
                <a:gd name="csX331" fmla="*/ 68793 w 235042"/>
                <a:gd name="csY331" fmla="*/ 19109 h 225488"/>
                <a:gd name="csX332" fmla="*/ 68316 w 235042"/>
                <a:gd name="csY332" fmla="*/ 17676 h 225488"/>
                <a:gd name="csX333" fmla="*/ 67838 w 235042"/>
                <a:gd name="csY333" fmla="*/ 16721 h 225488"/>
                <a:gd name="csX334" fmla="*/ 67838 w 235042"/>
                <a:gd name="csY334" fmla="*/ 16243 h 225488"/>
                <a:gd name="csX335" fmla="*/ 67360 w 235042"/>
                <a:gd name="csY335" fmla="*/ 15765 h 225488"/>
                <a:gd name="csX336" fmla="*/ 67838 w 235042"/>
                <a:gd name="csY336" fmla="*/ 14332 h 225488"/>
                <a:gd name="csX337" fmla="*/ 68316 w 235042"/>
                <a:gd name="csY337" fmla="*/ 12899 h 225488"/>
                <a:gd name="csX338" fmla="*/ 69749 w 235042"/>
                <a:gd name="csY338" fmla="*/ 12421 h 225488"/>
                <a:gd name="csX339" fmla="*/ 70704 w 235042"/>
                <a:gd name="csY339" fmla="*/ 12421 h 225488"/>
                <a:gd name="csX340" fmla="*/ 72137 w 235042"/>
                <a:gd name="csY340" fmla="*/ 13376 h 225488"/>
                <a:gd name="csX341" fmla="*/ 72137 w 235042"/>
                <a:gd name="csY341" fmla="*/ 13854 h 225488"/>
                <a:gd name="csX342" fmla="*/ 74048 w 235042"/>
                <a:gd name="csY342" fmla="*/ 14332 h 225488"/>
                <a:gd name="csX343" fmla="*/ 75481 w 235042"/>
                <a:gd name="csY343" fmla="*/ 13854 h 225488"/>
                <a:gd name="csX344" fmla="*/ 75481 w 235042"/>
                <a:gd name="csY344" fmla="*/ 13376 h 225488"/>
                <a:gd name="csX345" fmla="*/ 75481 w 235042"/>
                <a:gd name="csY345" fmla="*/ 12421 h 225488"/>
                <a:gd name="csX346" fmla="*/ 75481 w 235042"/>
                <a:gd name="csY346" fmla="*/ 12421 h 225488"/>
                <a:gd name="csX347" fmla="*/ 74526 w 235042"/>
                <a:gd name="csY347" fmla="*/ 10988 h 225488"/>
                <a:gd name="csX348" fmla="*/ 75004 w 235042"/>
                <a:gd name="csY348" fmla="*/ 9077 h 225488"/>
                <a:gd name="csX349" fmla="*/ 75959 w 235042"/>
                <a:gd name="csY349" fmla="*/ 5733 h 225488"/>
                <a:gd name="csX350" fmla="*/ 76437 w 235042"/>
                <a:gd name="csY350" fmla="*/ 5733 h 225488"/>
                <a:gd name="csX351" fmla="*/ 76437 w 235042"/>
                <a:gd name="csY351" fmla="*/ 6210 h 225488"/>
                <a:gd name="csX352" fmla="*/ 78348 w 235042"/>
                <a:gd name="csY352" fmla="*/ 6210 h 225488"/>
                <a:gd name="csX353" fmla="*/ 80736 w 235042"/>
                <a:gd name="csY353" fmla="*/ 6210 h 225488"/>
                <a:gd name="csX354" fmla="*/ 81692 w 235042"/>
                <a:gd name="csY354" fmla="*/ 7644 h 225488"/>
                <a:gd name="csX355" fmla="*/ 83125 w 235042"/>
                <a:gd name="csY355" fmla="*/ 8121 h 225488"/>
                <a:gd name="csX356" fmla="*/ 85036 w 235042"/>
                <a:gd name="csY356" fmla="*/ 8121 h 225488"/>
                <a:gd name="csX357" fmla="*/ 86469 w 235042"/>
                <a:gd name="csY357" fmla="*/ 8121 h 225488"/>
                <a:gd name="csX358" fmla="*/ 86947 w 235042"/>
                <a:gd name="csY358" fmla="*/ 7644 h 225488"/>
                <a:gd name="csX359" fmla="*/ 86947 w 235042"/>
                <a:gd name="csY359" fmla="*/ 7644 h 225488"/>
                <a:gd name="csX360" fmla="*/ 87902 w 235042"/>
                <a:gd name="csY360" fmla="*/ 5733 h 225488"/>
                <a:gd name="csX361" fmla="*/ 89335 w 235042"/>
                <a:gd name="csY361" fmla="*/ 3822 h 225488"/>
                <a:gd name="csX362" fmla="*/ 91246 w 235042"/>
                <a:gd name="csY362" fmla="*/ 2867 h 225488"/>
                <a:gd name="csX363" fmla="*/ 95068 w 235042"/>
                <a:gd name="csY363" fmla="*/ 2867 h 225488"/>
                <a:gd name="csX364" fmla="*/ 96979 w 235042"/>
                <a:gd name="csY364" fmla="*/ 2389 h 225488"/>
                <a:gd name="csX365" fmla="*/ 98890 w 235042"/>
                <a:gd name="csY365" fmla="*/ 2389 h 225488"/>
                <a:gd name="csX366" fmla="*/ 100323 w 235042"/>
                <a:gd name="csY366" fmla="*/ 2389 h 225488"/>
                <a:gd name="csX367" fmla="*/ 102234 w 235042"/>
                <a:gd name="csY367" fmla="*/ 2389 h 225488"/>
                <a:gd name="csX368" fmla="*/ 106056 w 235042"/>
                <a:gd name="csY368" fmla="*/ 956 h 225488"/>
                <a:gd name="csX369" fmla="*/ 109878 w 235042"/>
                <a:gd name="csY369" fmla="*/ 0 h 225488"/>
                <a:gd name="csX370" fmla="*/ 110356 w 235042"/>
                <a:gd name="csY370" fmla="*/ 0 h 225488"/>
                <a:gd name="csX371" fmla="*/ 110356 w 235042"/>
                <a:gd name="csY371" fmla="*/ 478 h 225488"/>
                <a:gd name="csX372" fmla="*/ 110356 w 235042"/>
                <a:gd name="csY372" fmla="*/ 478 h 225488"/>
                <a:gd name="csX373" fmla="*/ 109878 w 235042"/>
                <a:gd name="csY373" fmla="*/ 1433 h 225488"/>
                <a:gd name="csX374" fmla="*/ 109878 w 235042"/>
                <a:gd name="csY374" fmla="*/ 1433 h 225488"/>
                <a:gd name="csX375" fmla="*/ 108923 w 235042"/>
                <a:gd name="csY375" fmla="*/ 2389 h 225488"/>
                <a:gd name="csX376" fmla="*/ 109400 w 235042"/>
                <a:gd name="csY376" fmla="*/ 3822 h 225488"/>
                <a:gd name="csX377" fmla="*/ 111789 w 235042"/>
                <a:gd name="csY377" fmla="*/ 6688 h 225488"/>
                <a:gd name="csX378" fmla="*/ 113222 w 235042"/>
                <a:gd name="csY378" fmla="*/ 8599 h 225488"/>
                <a:gd name="csX379" fmla="*/ 114177 w 235042"/>
                <a:gd name="csY379" fmla="*/ 10032 h 225488"/>
                <a:gd name="csX380" fmla="*/ 114177 w 235042"/>
                <a:gd name="csY380" fmla="*/ 10032 h 225488"/>
                <a:gd name="csX381" fmla="*/ 116088 w 235042"/>
                <a:gd name="csY381" fmla="*/ 10988 h 225488"/>
                <a:gd name="csX382" fmla="*/ 116088 w 235042"/>
                <a:gd name="csY382" fmla="*/ 10988 h 225488"/>
                <a:gd name="csX383" fmla="*/ 118477 w 235042"/>
                <a:gd name="csY383" fmla="*/ 11466 h 225488"/>
                <a:gd name="csX384" fmla="*/ 120388 w 235042"/>
                <a:gd name="csY384" fmla="*/ 11466 h 225488"/>
                <a:gd name="csX385" fmla="*/ 122299 w 235042"/>
                <a:gd name="csY385" fmla="*/ 11943 h 225488"/>
                <a:gd name="csX386" fmla="*/ 129465 w 235042"/>
                <a:gd name="csY386" fmla="*/ 13376 h 225488"/>
                <a:gd name="csX387" fmla="*/ 133287 w 235042"/>
                <a:gd name="csY387" fmla="*/ 13854 h 225488"/>
                <a:gd name="csX388" fmla="*/ 136153 w 235042"/>
                <a:gd name="csY388" fmla="*/ 13854 h 225488"/>
                <a:gd name="csX389" fmla="*/ 139975 w 235042"/>
                <a:gd name="csY389" fmla="*/ 14810 h 225488"/>
                <a:gd name="csX390" fmla="*/ 139975 w 235042"/>
                <a:gd name="csY390" fmla="*/ 14810 h 225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</a:cxnLst>
              <a:rect l="l" t="t" r="r" b="b"/>
              <a:pathLst>
                <a:path w="235042" h="225488">
                  <a:moveTo>
                    <a:pt x="140453" y="39174"/>
                  </a:moveTo>
                  <a:lnTo>
                    <a:pt x="141886" y="38218"/>
                  </a:lnTo>
                  <a:lnTo>
                    <a:pt x="138542" y="34397"/>
                  </a:lnTo>
                  <a:lnTo>
                    <a:pt x="137586" y="34397"/>
                  </a:lnTo>
                  <a:lnTo>
                    <a:pt x="135675" y="35830"/>
                  </a:lnTo>
                  <a:lnTo>
                    <a:pt x="130420" y="34397"/>
                  </a:lnTo>
                  <a:lnTo>
                    <a:pt x="129465" y="34874"/>
                  </a:lnTo>
                  <a:lnTo>
                    <a:pt x="128509" y="36308"/>
                  </a:lnTo>
                  <a:lnTo>
                    <a:pt x="127076" y="37741"/>
                  </a:lnTo>
                  <a:lnTo>
                    <a:pt x="124210" y="38696"/>
                  </a:lnTo>
                  <a:lnTo>
                    <a:pt x="121343" y="40129"/>
                  </a:lnTo>
                  <a:lnTo>
                    <a:pt x="118477" y="41563"/>
                  </a:lnTo>
                  <a:lnTo>
                    <a:pt x="116566" y="42518"/>
                  </a:lnTo>
                  <a:lnTo>
                    <a:pt x="115133" y="42040"/>
                  </a:lnTo>
                  <a:lnTo>
                    <a:pt x="117044" y="40129"/>
                  </a:lnTo>
                  <a:lnTo>
                    <a:pt x="116088" y="40129"/>
                  </a:lnTo>
                  <a:lnTo>
                    <a:pt x="113222" y="41563"/>
                  </a:lnTo>
                  <a:lnTo>
                    <a:pt x="111789" y="42996"/>
                  </a:lnTo>
                  <a:lnTo>
                    <a:pt x="111311" y="44907"/>
                  </a:lnTo>
                  <a:lnTo>
                    <a:pt x="110833" y="48251"/>
                  </a:lnTo>
                  <a:lnTo>
                    <a:pt x="112266" y="49206"/>
                  </a:lnTo>
                  <a:lnTo>
                    <a:pt x="114177" y="53028"/>
                  </a:lnTo>
                  <a:lnTo>
                    <a:pt x="117044" y="54939"/>
                  </a:lnTo>
                  <a:lnTo>
                    <a:pt x="116566" y="56850"/>
                  </a:lnTo>
                  <a:lnTo>
                    <a:pt x="115611" y="58283"/>
                  </a:lnTo>
                  <a:lnTo>
                    <a:pt x="114177" y="59239"/>
                  </a:lnTo>
                  <a:lnTo>
                    <a:pt x="112744" y="58761"/>
                  </a:lnTo>
                  <a:lnTo>
                    <a:pt x="111789" y="58761"/>
                  </a:lnTo>
                  <a:lnTo>
                    <a:pt x="111311" y="61627"/>
                  </a:lnTo>
                  <a:lnTo>
                    <a:pt x="112266" y="68793"/>
                  </a:lnTo>
                  <a:lnTo>
                    <a:pt x="114177" y="74048"/>
                  </a:lnTo>
                  <a:lnTo>
                    <a:pt x="116088" y="76437"/>
                  </a:lnTo>
                  <a:lnTo>
                    <a:pt x="120388" y="79781"/>
                  </a:lnTo>
                  <a:lnTo>
                    <a:pt x="124210" y="81692"/>
                  </a:lnTo>
                  <a:lnTo>
                    <a:pt x="132331" y="87424"/>
                  </a:lnTo>
                  <a:lnTo>
                    <a:pt x="136153" y="89335"/>
                  </a:lnTo>
                  <a:lnTo>
                    <a:pt x="137586" y="90291"/>
                  </a:lnTo>
                  <a:lnTo>
                    <a:pt x="139975" y="95068"/>
                  </a:lnTo>
                  <a:lnTo>
                    <a:pt x="142364" y="100323"/>
                  </a:lnTo>
                  <a:lnTo>
                    <a:pt x="144752" y="108445"/>
                  </a:lnTo>
                  <a:lnTo>
                    <a:pt x="146185" y="112266"/>
                  </a:lnTo>
                  <a:lnTo>
                    <a:pt x="149530" y="117044"/>
                  </a:lnTo>
                  <a:lnTo>
                    <a:pt x="156695" y="123254"/>
                  </a:lnTo>
                  <a:lnTo>
                    <a:pt x="163384" y="128031"/>
                  </a:lnTo>
                  <a:lnTo>
                    <a:pt x="169116" y="130898"/>
                  </a:lnTo>
                  <a:lnTo>
                    <a:pt x="173894" y="131376"/>
                  </a:lnTo>
                  <a:lnTo>
                    <a:pt x="184881" y="130898"/>
                  </a:lnTo>
                  <a:lnTo>
                    <a:pt x="186792" y="130898"/>
                  </a:lnTo>
                  <a:lnTo>
                    <a:pt x="189181" y="131854"/>
                  </a:lnTo>
                  <a:lnTo>
                    <a:pt x="189659" y="133764"/>
                  </a:lnTo>
                  <a:lnTo>
                    <a:pt x="188703" y="135197"/>
                  </a:lnTo>
                  <a:lnTo>
                    <a:pt x="186314" y="136631"/>
                  </a:lnTo>
                  <a:lnTo>
                    <a:pt x="183926" y="138542"/>
                  </a:lnTo>
                  <a:lnTo>
                    <a:pt x="183926" y="140930"/>
                  </a:lnTo>
                  <a:lnTo>
                    <a:pt x="185837" y="142841"/>
                  </a:lnTo>
                  <a:lnTo>
                    <a:pt x="196825" y="148096"/>
                  </a:lnTo>
                  <a:lnTo>
                    <a:pt x="207812" y="151918"/>
                  </a:lnTo>
                  <a:lnTo>
                    <a:pt x="211156" y="154307"/>
                  </a:lnTo>
                  <a:lnTo>
                    <a:pt x="214978" y="157173"/>
                  </a:lnTo>
                  <a:lnTo>
                    <a:pt x="224533" y="161950"/>
                  </a:lnTo>
                  <a:lnTo>
                    <a:pt x="225966" y="163861"/>
                  </a:lnTo>
                  <a:lnTo>
                    <a:pt x="232177" y="168638"/>
                  </a:lnTo>
                  <a:lnTo>
                    <a:pt x="234565" y="171983"/>
                  </a:lnTo>
                  <a:lnTo>
                    <a:pt x="235043" y="174849"/>
                  </a:lnTo>
                  <a:lnTo>
                    <a:pt x="233610" y="177715"/>
                  </a:lnTo>
                  <a:lnTo>
                    <a:pt x="233132" y="179626"/>
                  </a:lnTo>
                  <a:lnTo>
                    <a:pt x="232177" y="181537"/>
                  </a:lnTo>
                  <a:lnTo>
                    <a:pt x="229788" y="180582"/>
                  </a:lnTo>
                  <a:lnTo>
                    <a:pt x="226921" y="178671"/>
                  </a:lnTo>
                  <a:lnTo>
                    <a:pt x="222622" y="170549"/>
                  </a:lnTo>
                  <a:lnTo>
                    <a:pt x="214978" y="170072"/>
                  </a:lnTo>
                  <a:lnTo>
                    <a:pt x="213545" y="169116"/>
                  </a:lnTo>
                  <a:lnTo>
                    <a:pt x="210679" y="167683"/>
                  </a:lnTo>
                  <a:lnTo>
                    <a:pt x="210679" y="166728"/>
                  </a:lnTo>
                  <a:lnTo>
                    <a:pt x="209723" y="165772"/>
                  </a:lnTo>
                  <a:lnTo>
                    <a:pt x="209246" y="165295"/>
                  </a:lnTo>
                  <a:lnTo>
                    <a:pt x="206379" y="165295"/>
                  </a:lnTo>
                  <a:lnTo>
                    <a:pt x="203991" y="166250"/>
                  </a:lnTo>
                  <a:lnTo>
                    <a:pt x="201602" y="169594"/>
                  </a:lnTo>
                  <a:lnTo>
                    <a:pt x="199213" y="173894"/>
                  </a:lnTo>
                  <a:lnTo>
                    <a:pt x="196347" y="180582"/>
                  </a:lnTo>
                  <a:lnTo>
                    <a:pt x="196347" y="183448"/>
                  </a:lnTo>
                  <a:lnTo>
                    <a:pt x="197780" y="185837"/>
                  </a:lnTo>
                  <a:lnTo>
                    <a:pt x="202080" y="187270"/>
                  </a:lnTo>
                  <a:lnTo>
                    <a:pt x="205424" y="189659"/>
                  </a:lnTo>
                  <a:lnTo>
                    <a:pt x="207812" y="192047"/>
                  </a:lnTo>
                  <a:lnTo>
                    <a:pt x="208290" y="197780"/>
                  </a:lnTo>
                  <a:lnTo>
                    <a:pt x="209246" y="200646"/>
                  </a:lnTo>
                  <a:lnTo>
                    <a:pt x="207812" y="202557"/>
                  </a:lnTo>
                  <a:lnTo>
                    <a:pt x="204468" y="202080"/>
                  </a:lnTo>
                  <a:lnTo>
                    <a:pt x="200646" y="203513"/>
                  </a:lnTo>
                  <a:lnTo>
                    <a:pt x="198258" y="205424"/>
                  </a:lnTo>
                  <a:lnTo>
                    <a:pt x="196825" y="207335"/>
                  </a:lnTo>
                  <a:lnTo>
                    <a:pt x="197302" y="212590"/>
                  </a:lnTo>
                  <a:lnTo>
                    <a:pt x="196825" y="214501"/>
                  </a:lnTo>
                  <a:lnTo>
                    <a:pt x="191570" y="218322"/>
                  </a:lnTo>
                  <a:lnTo>
                    <a:pt x="188703" y="222144"/>
                  </a:lnTo>
                  <a:lnTo>
                    <a:pt x="187748" y="223577"/>
                  </a:lnTo>
                  <a:lnTo>
                    <a:pt x="186792" y="225488"/>
                  </a:lnTo>
                  <a:lnTo>
                    <a:pt x="180104" y="225488"/>
                  </a:lnTo>
                  <a:lnTo>
                    <a:pt x="178671" y="223100"/>
                  </a:lnTo>
                  <a:lnTo>
                    <a:pt x="178671" y="219756"/>
                  </a:lnTo>
                  <a:lnTo>
                    <a:pt x="179626" y="217845"/>
                  </a:lnTo>
                  <a:lnTo>
                    <a:pt x="182015" y="216889"/>
                  </a:lnTo>
                  <a:lnTo>
                    <a:pt x="183926" y="212590"/>
                  </a:lnTo>
                  <a:lnTo>
                    <a:pt x="183448" y="209723"/>
                  </a:lnTo>
                  <a:lnTo>
                    <a:pt x="184404" y="208290"/>
                  </a:lnTo>
                  <a:lnTo>
                    <a:pt x="185359" y="207335"/>
                  </a:lnTo>
                  <a:lnTo>
                    <a:pt x="187270" y="206857"/>
                  </a:lnTo>
                  <a:lnTo>
                    <a:pt x="189659" y="206379"/>
                  </a:lnTo>
                  <a:lnTo>
                    <a:pt x="190137" y="202080"/>
                  </a:lnTo>
                  <a:lnTo>
                    <a:pt x="187748" y="200169"/>
                  </a:lnTo>
                  <a:lnTo>
                    <a:pt x="187270" y="197780"/>
                  </a:lnTo>
                  <a:lnTo>
                    <a:pt x="186314" y="192525"/>
                  </a:lnTo>
                  <a:lnTo>
                    <a:pt x="182971" y="186314"/>
                  </a:lnTo>
                  <a:lnTo>
                    <a:pt x="181060" y="180582"/>
                  </a:lnTo>
                  <a:lnTo>
                    <a:pt x="179626" y="177715"/>
                  </a:lnTo>
                  <a:lnTo>
                    <a:pt x="177715" y="176282"/>
                  </a:lnTo>
                  <a:lnTo>
                    <a:pt x="173894" y="176282"/>
                  </a:lnTo>
                  <a:lnTo>
                    <a:pt x="171983" y="175804"/>
                  </a:lnTo>
                  <a:lnTo>
                    <a:pt x="164817" y="171505"/>
                  </a:lnTo>
                  <a:lnTo>
                    <a:pt x="164339" y="171027"/>
                  </a:lnTo>
                  <a:lnTo>
                    <a:pt x="164339" y="170072"/>
                  </a:lnTo>
                  <a:lnTo>
                    <a:pt x="165772" y="168161"/>
                  </a:lnTo>
                  <a:lnTo>
                    <a:pt x="164817" y="166250"/>
                  </a:lnTo>
                  <a:lnTo>
                    <a:pt x="164339" y="164339"/>
                  </a:lnTo>
                  <a:lnTo>
                    <a:pt x="162906" y="162428"/>
                  </a:lnTo>
                  <a:lnTo>
                    <a:pt x="161473" y="161473"/>
                  </a:lnTo>
                  <a:lnTo>
                    <a:pt x="158129" y="161950"/>
                  </a:lnTo>
                  <a:lnTo>
                    <a:pt x="157173" y="162428"/>
                  </a:lnTo>
                  <a:lnTo>
                    <a:pt x="155262" y="162428"/>
                  </a:lnTo>
                  <a:lnTo>
                    <a:pt x="153829" y="162906"/>
                  </a:lnTo>
                  <a:lnTo>
                    <a:pt x="152873" y="162906"/>
                  </a:lnTo>
                  <a:lnTo>
                    <a:pt x="155262" y="160039"/>
                  </a:lnTo>
                  <a:lnTo>
                    <a:pt x="154784" y="159084"/>
                  </a:lnTo>
                  <a:lnTo>
                    <a:pt x="152396" y="158129"/>
                  </a:lnTo>
                  <a:lnTo>
                    <a:pt x="149052" y="157651"/>
                  </a:lnTo>
                  <a:lnTo>
                    <a:pt x="148096" y="157651"/>
                  </a:lnTo>
                  <a:lnTo>
                    <a:pt x="147619" y="158606"/>
                  </a:lnTo>
                  <a:lnTo>
                    <a:pt x="147141" y="158129"/>
                  </a:lnTo>
                  <a:lnTo>
                    <a:pt x="147141" y="156695"/>
                  </a:lnTo>
                  <a:lnTo>
                    <a:pt x="143319" y="150485"/>
                  </a:lnTo>
                  <a:lnTo>
                    <a:pt x="140930" y="147619"/>
                  </a:lnTo>
                  <a:lnTo>
                    <a:pt x="139497" y="147619"/>
                  </a:lnTo>
                  <a:lnTo>
                    <a:pt x="137108" y="148096"/>
                  </a:lnTo>
                  <a:lnTo>
                    <a:pt x="133287" y="146663"/>
                  </a:lnTo>
                  <a:lnTo>
                    <a:pt x="131376" y="146663"/>
                  </a:lnTo>
                  <a:lnTo>
                    <a:pt x="129942" y="146663"/>
                  </a:lnTo>
                  <a:lnTo>
                    <a:pt x="128032" y="147619"/>
                  </a:lnTo>
                  <a:lnTo>
                    <a:pt x="127076" y="147141"/>
                  </a:lnTo>
                  <a:lnTo>
                    <a:pt x="126598" y="146185"/>
                  </a:lnTo>
                  <a:lnTo>
                    <a:pt x="123254" y="143797"/>
                  </a:lnTo>
                  <a:lnTo>
                    <a:pt x="118955" y="142363"/>
                  </a:lnTo>
                  <a:lnTo>
                    <a:pt x="110356" y="133764"/>
                  </a:lnTo>
                  <a:lnTo>
                    <a:pt x="107967" y="130898"/>
                  </a:lnTo>
                  <a:lnTo>
                    <a:pt x="102712" y="127076"/>
                  </a:lnTo>
                  <a:lnTo>
                    <a:pt x="99368" y="122299"/>
                  </a:lnTo>
                  <a:lnTo>
                    <a:pt x="96501" y="120388"/>
                  </a:lnTo>
                  <a:lnTo>
                    <a:pt x="92680" y="118955"/>
                  </a:lnTo>
                  <a:lnTo>
                    <a:pt x="91724" y="118955"/>
                  </a:lnTo>
                  <a:lnTo>
                    <a:pt x="90291" y="119910"/>
                  </a:lnTo>
                  <a:lnTo>
                    <a:pt x="89335" y="119910"/>
                  </a:lnTo>
                  <a:lnTo>
                    <a:pt x="88858" y="118955"/>
                  </a:lnTo>
                  <a:lnTo>
                    <a:pt x="89335" y="118477"/>
                  </a:lnTo>
                  <a:lnTo>
                    <a:pt x="90291" y="117999"/>
                  </a:lnTo>
                  <a:lnTo>
                    <a:pt x="89813" y="116088"/>
                  </a:lnTo>
                  <a:lnTo>
                    <a:pt x="85514" y="111311"/>
                  </a:lnTo>
                  <a:lnTo>
                    <a:pt x="82647" y="109400"/>
                  </a:lnTo>
                  <a:lnTo>
                    <a:pt x="82170" y="108445"/>
                  </a:lnTo>
                  <a:lnTo>
                    <a:pt x="81214" y="107012"/>
                  </a:lnTo>
                  <a:lnTo>
                    <a:pt x="80736" y="106534"/>
                  </a:lnTo>
                  <a:lnTo>
                    <a:pt x="79781" y="105578"/>
                  </a:lnTo>
                  <a:lnTo>
                    <a:pt x="78348" y="106056"/>
                  </a:lnTo>
                  <a:lnTo>
                    <a:pt x="76915" y="105578"/>
                  </a:lnTo>
                  <a:lnTo>
                    <a:pt x="76915" y="103190"/>
                  </a:lnTo>
                  <a:lnTo>
                    <a:pt x="77392" y="101279"/>
                  </a:lnTo>
                  <a:lnTo>
                    <a:pt x="76915" y="99846"/>
                  </a:lnTo>
                  <a:lnTo>
                    <a:pt x="75481" y="95546"/>
                  </a:lnTo>
                  <a:lnTo>
                    <a:pt x="73093" y="92202"/>
                  </a:lnTo>
                  <a:lnTo>
                    <a:pt x="71659" y="83603"/>
                  </a:lnTo>
                  <a:lnTo>
                    <a:pt x="70704" y="81214"/>
                  </a:lnTo>
                  <a:lnTo>
                    <a:pt x="67838" y="79303"/>
                  </a:lnTo>
                  <a:lnTo>
                    <a:pt x="61627" y="77392"/>
                  </a:lnTo>
                  <a:lnTo>
                    <a:pt x="52550" y="71659"/>
                  </a:lnTo>
                  <a:lnTo>
                    <a:pt x="50639" y="71659"/>
                  </a:lnTo>
                  <a:lnTo>
                    <a:pt x="45384" y="69271"/>
                  </a:lnTo>
                  <a:lnTo>
                    <a:pt x="42518" y="69271"/>
                  </a:lnTo>
                  <a:lnTo>
                    <a:pt x="38218" y="71182"/>
                  </a:lnTo>
                  <a:lnTo>
                    <a:pt x="32963" y="76437"/>
                  </a:lnTo>
                  <a:lnTo>
                    <a:pt x="28664" y="81692"/>
                  </a:lnTo>
                  <a:lnTo>
                    <a:pt x="27231" y="82647"/>
                  </a:lnTo>
                  <a:lnTo>
                    <a:pt x="21976" y="84558"/>
                  </a:lnTo>
                  <a:lnTo>
                    <a:pt x="17198" y="85514"/>
                  </a:lnTo>
                  <a:lnTo>
                    <a:pt x="17198" y="84081"/>
                  </a:lnTo>
                  <a:lnTo>
                    <a:pt x="16721" y="83125"/>
                  </a:lnTo>
                  <a:lnTo>
                    <a:pt x="17676" y="82170"/>
                  </a:lnTo>
                  <a:lnTo>
                    <a:pt x="19109" y="80736"/>
                  </a:lnTo>
                  <a:lnTo>
                    <a:pt x="20065" y="78825"/>
                  </a:lnTo>
                  <a:lnTo>
                    <a:pt x="20543" y="77870"/>
                  </a:lnTo>
                  <a:lnTo>
                    <a:pt x="20543" y="76915"/>
                  </a:lnTo>
                  <a:lnTo>
                    <a:pt x="20065" y="75481"/>
                  </a:lnTo>
                  <a:lnTo>
                    <a:pt x="19109" y="75481"/>
                  </a:lnTo>
                  <a:lnTo>
                    <a:pt x="14810" y="76437"/>
                  </a:lnTo>
                  <a:lnTo>
                    <a:pt x="13854" y="76437"/>
                  </a:lnTo>
                  <a:lnTo>
                    <a:pt x="10032" y="74526"/>
                  </a:lnTo>
                  <a:lnTo>
                    <a:pt x="6688" y="72615"/>
                  </a:lnTo>
                  <a:lnTo>
                    <a:pt x="6688" y="72615"/>
                  </a:lnTo>
                  <a:lnTo>
                    <a:pt x="5255" y="71182"/>
                  </a:lnTo>
                  <a:lnTo>
                    <a:pt x="5255" y="71182"/>
                  </a:lnTo>
                  <a:lnTo>
                    <a:pt x="4777" y="69749"/>
                  </a:lnTo>
                  <a:lnTo>
                    <a:pt x="4777" y="69749"/>
                  </a:lnTo>
                  <a:lnTo>
                    <a:pt x="4777" y="69271"/>
                  </a:lnTo>
                  <a:lnTo>
                    <a:pt x="5255" y="68793"/>
                  </a:lnTo>
                  <a:lnTo>
                    <a:pt x="5255" y="68793"/>
                  </a:lnTo>
                  <a:lnTo>
                    <a:pt x="4777" y="67838"/>
                  </a:lnTo>
                  <a:lnTo>
                    <a:pt x="4300" y="66882"/>
                  </a:lnTo>
                  <a:lnTo>
                    <a:pt x="4777" y="65449"/>
                  </a:lnTo>
                  <a:lnTo>
                    <a:pt x="4777" y="65449"/>
                  </a:lnTo>
                  <a:lnTo>
                    <a:pt x="6211" y="63538"/>
                  </a:lnTo>
                  <a:lnTo>
                    <a:pt x="6688" y="62583"/>
                  </a:lnTo>
                  <a:lnTo>
                    <a:pt x="7644" y="62105"/>
                  </a:lnTo>
                  <a:lnTo>
                    <a:pt x="7644" y="62105"/>
                  </a:lnTo>
                  <a:lnTo>
                    <a:pt x="8121" y="61627"/>
                  </a:lnTo>
                  <a:lnTo>
                    <a:pt x="7166" y="58761"/>
                  </a:lnTo>
                  <a:lnTo>
                    <a:pt x="6688" y="58283"/>
                  </a:lnTo>
                  <a:lnTo>
                    <a:pt x="6211" y="57805"/>
                  </a:lnTo>
                  <a:lnTo>
                    <a:pt x="5255" y="57805"/>
                  </a:lnTo>
                  <a:lnTo>
                    <a:pt x="3344" y="57328"/>
                  </a:lnTo>
                  <a:lnTo>
                    <a:pt x="1911" y="56372"/>
                  </a:lnTo>
                  <a:lnTo>
                    <a:pt x="1911" y="56372"/>
                  </a:lnTo>
                  <a:lnTo>
                    <a:pt x="1911" y="54939"/>
                  </a:lnTo>
                  <a:lnTo>
                    <a:pt x="1433" y="53983"/>
                  </a:lnTo>
                  <a:lnTo>
                    <a:pt x="0" y="52550"/>
                  </a:lnTo>
                  <a:lnTo>
                    <a:pt x="0" y="51117"/>
                  </a:lnTo>
                  <a:lnTo>
                    <a:pt x="1433" y="50639"/>
                  </a:lnTo>
                  <a:lnTo>
                    <a:pt x="2867" y="50639"/>
                  </a:lnTo>
                  <a:lnTo>
                    <a:pt x="4300" y="51117"/>
                  </a:lnTo>
                  <a:lnTo>
                    <a:pt x="7166" y="48728"/>
                  </a:lnTo>
                  <a:lnTo>
                    <a:pt x="8121" y="48728"/>
                  </a:lnTo>
                  <a:lnTo>
                    <a:pt x="9077" y="48251"/>
                  </a:lnTo>
                  <a:lnTo>
                    <a:pt x="9077" y="48251"/>
                  </a:lnTo>
                  <a:lnTo>
                    <a:pt x="9555" y="45384"/>
                  </a:lnTo>
                  <a:lnTo>
                    <a:pt x="10032" y="44429"/>
                  </a:lnTo>
                  <a:lnTo>
                    <a:pt x="10510" y="43951"/>
                  </a:lnTo>
                  <a:lnTo>
                    <a:pt x="10032" y="43474"/>
                  </a:lnTo>
                  <a:lnTo>
                    <a:pt x="7644" y="41563"/>
                  </a:lnTo>
                  <a:lnTo>
                    <a:pt x="6688" y="39174"/>
                  </a:lnTo>
                  <a:lnTo>
                    <a:pt x="4777" y="37263"/>
                  </a:lnTo>
                  <a:lnTo>
                    <a:pt x="3344" y="35830"/>
                  </a:lnTo>
                  <a:lnTo>
                    <a:pt x="3344" y="35352"/>
                  </a:lnTo>
                  <a:lnTo>
                    <a:pt x="3344" y="35352"/>
                  </a:lnTo>
                  <a:lnTo>
                    <a:pt x="3344" y="34397"/>
                  </a:lnTo>
                  <a:lnTo>
                    <a:pt x="3344" y="33919"/>
                  </a:lnTo>
                  <a:lnTo>
                    <a:pt x="3344" y="33441"/>
                  </a:lnTo>
                  <a:lnTo>
                    <a:pt x="6211" y="32008"/>
                  </a:lnTo>
                  <a:lnTo>
                    <a:pt x="7644" y="30575"/>
                  </a:lnTo>
                  <a:lnTo>
                    <a:pt x="8599" y="31052"/>
                  </a:lnTo>
                  <a:lnTo>
                    <a:pt x="10032" y="31530"/>
                  </a:lnTo>
                  <a:lnTo>
                    <a:pt x="13854" y="30575"/>
                  </a:lnTo>
                  <a:lnTo>
                    <a:pt x="16243" y="30097"/>
                  </a:lnTo>
                  <a:lnTo>
                    <a:pt x="18154" y="29142"/>
                  </a:lnTo>
                  <a:lnTo>
                    <a:pt x="19109" y="29142"/>
                  </a:lnTo>
                  <a:lnTo>
                    <a:pt x="22931" y="30575"/>
                  </a:lnTo>
                  <a:lnTo>
                    <a:pt x="24364" y="29619"/>
                  </a:lnTo>
                  <a:lnTo>
                    <a:pt x="27231" y="28186"/>
                  </a:lnTo>
                  <a:lnTo>
                    <a:pt x="27231" y="27231"/>
                  </a:lnTo>
                  <a:lnTo>
                    <a:pt x="27231" y="27231"/>
                  </a:lnTo>
                  <a:lnTo>
                    <a:pt x="29619" y="24364"/>
                  </a:lnTo>
                  <a:lnTo>
                    <a:pt x="29619" y="23409"/>
                  </a:lnTo>
                  <a:lnTo>
                    <a:pt x="28664" y="21976"/>
                  </a:lnTo>
                  <a:lnTo>
                    <a:pt x="28664" y="21976"/>
                  </a:lnTo>
                  <a:lnTo>
                    <a:pt x="29142" y="21498"/>
                  </a:lnTo>
                  <a:lnTo>
                    <a:pt x="31530" y="19587"/>
                  </a:lnTo>
                  <a:lnTo>
                    <a:pt x="31530" y="19587"/>
                  </a:lnTo>
                  <a:lnTo>
                    <a:pt x="32963" y="18154"/>
                  </a:lnTo>
                  <a:lnTo>
                    <a:pt x="34397" y="16721"/>
                  </a:lnTo>
                  <a:lnTo>
                    <a:pt x="35352" y="16721"/>
                  </a:lnTo>
                  <a:lnTo>
                    <a:pt x="35830" y="17198"/>
                  </a:lnTo>
                  <a:lnTo>
                    <a:pt x="35830" y="17198"/>
                  </a:lnTo>
                  <a:lnTo>
                    <a:pt x="35830" y="18154"/>
                  </a:lnTo>
                  <a:lnTo>
                    <a:pt x="35830" y="21020"/>
                  </a:lnTo>
                  <a:lnTo>
                    <a:pt x="35830" y="21020"/>
                  </a:lnTo>
                  <a:lnTo>
                    <a:pt x="36308" y="21976"/>
                  </a:lnTo>
                  <a:lnTo>
                    <a:pt x="38218" y="24364"/>
                  </a:lnTo>
                  <a:lnTo>
                    <a:pt x="38218" y="24364"/>
                  </a:lnTo>
                  <a:lnTo>
                    <a:pt x="39652" y="25320"/>
                  </a:lnTo>
                  <a:lnTo>
                    <a:pt x="40129" y="25798"/>
                  </a:lnTo>
                  <a:lnTo>
                    <a:pt x="43474" y="26275"/>
                  </a:lnTo>
                  <a:lnTo>
                    <a:pt x="43474" y="26753"/>
                  </a:lnTo>
                  <a:lnTo>
                    <a:pt x="43474" y="26753"/>
                  </a:lnTo>
                  <a:lnTo>
                    <a:pt x="42518" y="28664"/>
                  </a:lnTo>
                  <a:lnTo>
                    <a:pt x="42518" y="28664"/>
                  </a:lnTo>
                  <a:lnTo>
                    <a:pt x="44907" y="30575"/>
                  </a:lnTo>
                  <a:lnTo>
                    <a:pt x="44907" y="30575"/>
                  </a:lnTo>
                  <a:lnTo>
                    <a:pt x="44907" y="32008"/>
                  </a:lnTo>
                  <a:lnTo>
                    <a:pt x="45862" y="32963"/>
                  </a:lnTo>
                  <a:lnTo>
                    <a:pt x="47295" y="32486"/>
                  </a:lnTo>
                  <a:lnTo>
                    <a:pt x="47773" y="31530"/>
                  </a:lnTo>
                  <a:lnTo>
                    <a:pt x="47773" y="31530"/>
                  </a:lnTo>
                  <a:lnTo>
                    <a:pt x="47295" y="30575"/>
                  </a:lnTo>
                  <a:lnTo>
                    <a:pt x="46818" y="29142"/>
                  </a:lnTo>
                  <a:lnTo>
                    <a:pt x="46818" y="28186"/>
                  </a:lnTo>
                  <a:lnTo>
                    <a:pt x="46818" y="28186"/>
                  </a:lnTo>
                  <a:lnTo>
                    <a:pt x="47295" y="27231"/>
                  </a:lnTo>
                  <a:lnTo>
                    <a:pt x="48251" y="25798"/>
                  </a:lnTo>
                  <a:lnTo>
                    <a:pt x="48251" y="25798"/>
                  </a:lnTo>
                  <a:lnTo>
                    <a:pt x="51117" y="22931"/>
                  </a:lnTo>
                  <a:lnTo>
                    <a:pt x="52073" y="21020"/>
                  </a:lnTo>
                  <a:lnTo>
                    <a:pt x="52073" y="18154"/>
                  </a:lnTo>
                  <a:lnTo>
                    <a:pt x="52073" y="16243"/>
                  </a:lnTo>
                  <a:lnTo>
                    <a:pt x="53028" y="15287"/>
                  </a:lnTo>
                  <a:lnTo>
                    <a:pt x="54939" y="15765"/>
                  </a:lnTo>
                  <a:lnTo>
                    <a:pt x="55417" y="15765"/>
                  </a:lnTo>
                  <a:lnTo>
                    <a:pt x="55417" y="15765"/>
                  </a:lnTo>
                  <a:lnTo>
                    <a:pt x="55894" y="17198"/>
                  </a:lnTo>
                  <a:lnTo>
                    <a:pt x="56372" y="19109"/>
                  </a:lnTo>
                  <a:lnTo>
                    <a:pt x="57328" y="20542"/>
                  </a:lnTo>
                  <a:lnTo>
                    <a:pt x="57328" y="20542"/>
                  </a:lnTo>
                  <a:lnTo>
                    <a:pt x="58283" y="20542"/>
                  </a:lnTo>
                  <a:lnTo>
                    <a:pt x="59716" y="20542"/>
                  </a:lnTo>
                  <a:lnTo>
                    <a:pt x="62583" y="19587"/>
                  </a:lnTo>
                  <a:lnTo>
                    <a:pt x="64493" y="19109"/>
                  </a:lnTo>
                  <a:lnTo>
                    <a:pt x="65449" y="19109"/>
                  </a:lnTo>
                  <a:lnTo>
                    <a:pt x="66405" y="20065"/>
                  </a:lnTo>
                  <a:lnTo>
                    <a:pt x="67838" y="21976"/>
                  </a:lnTo>
                  <a:lnTo>
                    <a:pt x="67838" y="22453"/>
                  </a:lnTo>
                  <a:lnTo>
                    <a:pt x="68316" y="22453"/>
                  </a:lnTo>
                  <a:lnTo>
                    <a:pt x="69271" y="22453"/>
                  </a:lnTo>
                  <a:lnTo>
                    <a:pt x="69749" y="21976"/>
                  </a:lnTo>
                  <a:lnTo>
                    <a:pt x="69271" y="21020"/>
                  </a:lnTo>
                  <a:lnTo>
                    <a:pt x="69271" y="19587"/>
                  </a:lnTo>
                  <a:lnTo>
                    <a:pt x="68793" y="19109"/>
                  </a:lnTo>
                  <a:lnTo>
                    <a:pt x="68316" y="17676"/>
                  </a:lnTo>
                  <a:lnTo>
                    <a:pt x="67838" y="16721"/>
                  </a:lnTo>
                  <a:lnTo>
                    <a:pt x="67838" y="16243"/>
                  </a:lnTo>
                  <a:lnTo>
                    <a:pt x="67360" y="15765"/>
                  </a:lnTo>
                  <a:lnTo>
                    <a:pt x="67838" y="14332"/>
                  </a:lnTo>
                  <a:lnTo>
                    <a:pt x="68316" y="12899"/>
                  </a:lnTo>
                  <a:lnTo>
                    <a:pt x="69749" y="12421"/>
                  </a:lnTo>
                  <a:lnTo>
                    <a:pt x="70704" y="12421"/>
                  </a:lnTo>
                  <a:lnTo>
                    <a:pt x="72137" y="13376"/>
                  </a:lnTo>
                  <a:lnTo>
                    <a:pt x="72137" y="13854"/>
                  </a:lnTo>
                  <a:lnTo>
                    <a:pt x="74048" y="14332"/>
                  </a:lnTo>
                  <a:lnTo>
                    <a:pt x="75481" y="13854"/>
                  </a:lnTo>
                  <a:lnTo>
                    <a:pt x="75481" y="13376"/>
                  </a:lnTo>
                  <a:lnTo>
                    <a:pt x="75481" y="12421"/>
                  </a:lnTo>
                  <a:lnTo>
                    <a:pt x="75481" y="12421"/>
                  </a:lnTo>
                  <a:lnTo>
                    <a:pt x="74526" y="10988"/>
                  </a:lnTo>
                  <a:lnTo>
                    <a:pt x="75004" y="9077"/>
                  </a:lnTo>
                  <a:lnTo>
                    <a:pt x="75959" y="5733"/>
                  </a:lnTo>
                  <a:lnTo>
                    <a:pt x="76437" y="5733"/>
                  </a:lnTo>
                  <a:lnTo>
                    <a:pt x="76437" y="6210"/>
                  </a:lnTo>
                  <a:lnTo>
                    <a:pt x="78348" y="6210"/>
                  </a:lnTo>
                  <a:lnTo>
                    <a:pt x="80736" y="6210"/>
                  </a:lnTo>
                  <a:lnTo>
                    <a:pt x="81692" y="7644"/>
                  </a:lnTo>
                  <a:lnTo>
                    <a:pt x="83125" y="8121"/>
                  </a:lnTo>
                  <a:lnTo>
                    <a:pt x="85036" y="8121"/>
                  </a:lnTo>
                  <a:lnTo>
                    <a:pt x="86469" y="8121"/>
                  </a:lnTo>
                  <a:lnTo>
                    <a:pt x="86947" y="7644"/>
                  </a:lnTo>
                  <a:lnTo>
                    <a:pt x="86947" y="7644"/>
                  </a:lnTo>
                  <a:lnTo>
                    <a:pt x="87902" y="5733"/>
                  </a:lnTo>
                  <a:lnTo>
                    <a:pt x="89335" y="3822"/>
                  </a:lnTo>
                  <a:lnTo>
                    <a:pt x="91246" y="2867"/>
                  </a:lnTo>
                  <a:lnTo>
                    <a:pt x="95068" y="2867"/>
                  </a:lnTo>
                  <a:lnTo>
                    <a:pt x="96979" y="2389"/>
                  </a:lnTo>
                  <a:lnTo>
                    <a:pt x="98890" y="2389"/>
                  </a:lnTo>
                  <a:lnTo>
                    <a:pt x="100323" y="2389"/>
                  </a:lnTo>
                  <a:lnTo>
                    <a:pt x="102234" y="2389"/>
                  </a:lnTo>
                  <a:lnTo>
                    <a:pt x="106056" y="956"/>
                  </a:lnTo>
                  <a:lnTo>
                    <a:pt x="109878" y="0"/>
                  </a:lnTo>
                  <a:lnTo>
                    <a:pt x="110356" y="0"/>
                  </a:lnTo>
                  <a:lnTo>
                    <a:pt x="110356" y="478"/>
                  </a:lnTo>
                  <a:lnTo>
                    <a:pt x="110356" y="478"/>
                  </a:lnTo>
                  <a:lnTo>
                    <a:pt x="109878" y="1433"/>
                  </a:lnTo>
                  <a:lnTo>
                    <a:pt x="109878" y="1433"/>
                  </a:lnTo>
                  <a:lnTo>
                    <a:pt x="108923" y="2389"/>
                  </a:lnTo>
                  <a:lnTo>
                    <a:pt x="109400" y="3822"/>
                  </a:lnTo>
                  <a:lnTo>
                    <a:pt x="111789" y="6688"/>
                  </a:lnTo>
                  <a:lnTo>
                    <a:pt x="113222" y="8599"/>
                  </a:lnTo>
                  <a:lnTo>
                    <a:pt x="114177" y="10032"/>
                  </a:lnTo>
                  <a:lnTo>
                    <a:pt x="114177" y="10032"/>
                  </a:lnTo>
                  <a:lnTo>
                    <a:pt x="116088" y="10988"/>
                  </a:lnTo>
                  <a:lnTo>
                    <a:pt x="116088" y="10988"/>
                  </a:lnTo>
                  <a:lnTo>
                    <a:pt x="118477" y="11466"/>
                  </a:lnTo>
                  <a:lnTo>
                    <a:pt x="120388" y="11466"/>
                  </a:lnTo>
                  <a:lnTo>
                    <a:pt x="122299" y="11943"/>
                  </a:lnTo>
                  <a:lnTo>
                    <a:pt x="129465" y="13376"/>
                  </a:lnTo>
                  <a:lnTo>
                    <a:pt x="133287" y="13854"/>
                  </a:lnTo>
                  <a:lnTo>
                    <a:pt x="136153" y="13854"/>
                  </a:lnTo>
                  <a:lnTo>
                    <a:pt x="139975" y="14810"/>
                  </a:lnTo>
                  <a:lnTo>
                    <a:pt x="139975" y="148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2" name="Freeform 4661">
              <a:extLst>
                <a:ext uri="{FF2B5EF4-FFF2-40B4-BE49-F238E27FC236}">
                  <a16:creationId xmlns:a16="http://schemas.microsoft.com/office/drawing/2014/main" id="{2A70A0E4-0413-68AA-A526-2F2B5A44A1B8}"/>
                </a:ext>
              </a:extLst>
            </p:cNvPr>
            <p:cNvSpPr/>
            <p:nvPr/>
          </p:nvSpPr>
          <p:spPr>
            <a:xfrm>
              <a:off x="6152849" y="3782781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1433 w 2388"/>
                <a:gd name="csY1" fmla="*/ 478 h 1433"/>
                <a:gd name="csX2" fmla="*/ 0 w 2388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1433" y="478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3" name="Freeform 4662">
              <a:extLst>
                <a:ext uri="{FF2B5EF4-FFF2-40B4-BE49-F238E27FC236}">
                  <a16:creationId xmlns:a16="http://schemas.microsoft.com/office/drawing/2014/main" id="{5169E997-C913-5CA9-FA77-538EF81134F7}"/>
                </a:ext>
              </a:extLst>
            </p:cNvPr>
            <p:cNvSpPr/>
            <p:nvPr/>
          </p:nvSpPr>
          <p:spPr>
            <a:xfrm>
              <a:off x="6084056" y="3874505"/>
              <a:ext cx="6688" cy="3821"/>
            </a:xfrm>
            <a:custGeom>
              <a:avLst/>
              <a:gdLst>
                <a:gd name="csX0" fmla="*/ 5733 w 6688"/>
                <a:gd name="csY0" fmla="*/ 0 h 3821"/>
                <a:gd name="csX1" fmla="*/ 6688 w 6688"/>
                <a:gd name="csY1" fmla="*/ 955 h 3821"/>
                <a:gd name="csX2" fmla="*/ 6688 w 6688"/>
                <a:gd name="csY2" fmla="*/ 1911 h 3821"/>
                <a:gd name="csX3" fmla="*/ 6210 w 6688"/>
                <a:gd name="csY3" fmla="*/ 2389 h 3821"/>
                <a:gd name="csX4" fmla="*/ 6210 w 6688"/>
                <a:gd name="csY4" fmla="*/ 3822 h 3821"/>
                <a:gd name="csX5" fmla="*/ 4777 w 6688"/>
                <a:gd name="csY5" fmla="*/ 2866 h 3821"/>
                <a:gd name="csX6" fmla="*/ 2389 w 6688"/>
                <a:gd name="csY6" fmla="*/ 3344 h 3821"/>
                <a:gd name="csX7" fmla="*/ 478 w 6688"/>
                <a:gd name="csY7" fmla="*/ 2866 h 3821"/>
                <a:gd name="csX8" fmla="*/ 0 w 6688"/>
                <a:gd name="csY8" fmla="*/ 1911 h 3821"/>
                <a:gd name="csX9" fmla="*/ 478 w 6688"/>
                <a:gd name="csY9" fmla="*/ 1433 h 3821"/>
                <a:gd name="csX10" fmla="*/ 2866 w 6688"/>
                <a:gd name="csY10" fmla="*/ 1433 h 3821"/>
                <a:gd name="csX11" fmla="*/ 3822 w 6688"/>
                <a:gd name="csY11" fmla="*/ 955 h 3821"/>
                <a:gd name="csX12" fmla="*/ 5255 w 6688"/>
                <a:gd name="csY12" fmla="*/ 955 h 3821"/>
                <a:gd name="csX13" fmla="*/ 5733 w 6688"/>
                <a:gd name="csY1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688" h="3821">
                  <a:moveTo>
                    <a:pt x="5733" y="0"/>
                  </a:moveTo>
                  <a:lnTo>
                    <a:pt x="6688" y="955"/>
                  </a:lnTo>
                  <a:lnTo>
                    <a:pt x="6688" y="1911"/>
                  </a:lnTo>
                  <a:lnTo>
                    <a:pt x="6210" y="2389"/>
                  </a:lnTo>
                  <a:lnTo>
                    <a:pt x="6210" y="3822"/>
                  </a:lnTo>
                  <a:lnTo>
                    <a:pt x="4777" y="2866"/>
                  </a:lnTo>
                  <a:lnTo>
                    <a:pt x="2389" y="3344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2866" y="1433"/>
                  </a:lnTo>
                  <a:lnTo>
                    <a:pt x="3822" y="955"/>
                  </a:lnTo>
                  <a:lnTo>
                    <a:pt x="5255" y="955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4" name="Freeform 4663">
              <a:extLst>
                <a:ext uri="{FF2B5EF4-FFF2-40B4-BE49-F238E27FC236}">
                  <a16:creationId xmlns:a16="http://schemas.microsoft.com/office/drawing/2014/main" id="{7594706D-E2D9-2596-4FDF-5AA656971F23}"/>
                </a:ext>
              </a:extLst>
            </p:cNvPr>
            <p:cNvSpPr/>
            <p:nvPr/>
          </p:nvSpPr>
          <p:spPr>
            <a:xfrm>
              <a:off x="6045837" y="3913679"/>
              <a:ext cx="32485" cy="55894"/>
            </a:xfrm>
            <a:custGeom>
              <a:avLst/>
              <a:gdLst>
                <a:gd name="csX0" fmla="*/ 28664 w 32485"/>
                <a:gd name="csY0" fmla="*/ 9077 h 55894"/>
                <a:gd name="csX1" fmla="*/ 30097 w 32485"/>
                <a:gd name="csY1" fmla="*/ 10510 h 55894"/>
                <a:gd name="csX2" fmla="*/ 32008 w 32485"/>
                <a:gd name="csY2" fmla="*/ 16721 h 55894"/>
                <a:gd name="csX3" fmla="*/ 32486 w 32485"/>
                <a:gd name="csY3" fmla="*/ 18154 h 55894"/>
                <a:gd name="csX4" fmla="*/ 32008 w 32485"/>
                <a:gd name="csY4" fmla="*/ 19587 h 55894"/>
                <a:gd name="csX5" fmla="*/ 31530 w 32485"/>
                <a:gd name="csY5" fmla="*/ 20543 h 55894"/>
                <a:gd name="csX6" fmla="*/ 29141 w 32485"/>
                <a:gd name="csY6" fmla="*/ 23886 h 55894"/>
                <a:gd name="csX7" fmla="*/ 29619 w 32485"/>
                <a:gd name="csY7" fmla="*/ 26275 h 55894"/>
                <a:gd name="csX8" fmla="*/ 30097 w 32485"/>
                <a:gd name="csY8" fmla="*/ 28186 h 55894"/>
                <a:gd name="csX9" fmla="*/ 30575 w 32485"/>
                <a:gd name="csY9" fmla="*/ 29619 h 55894"/>
                <a:gd name="csX10" fmla="*/ 30097 w 32485"/>
                <a:gd name="csY10" fmla="*/ 32008 h 55894"/>
                <a:gd name="csX11" fmla="*/ 28664 w 32485"/>
                <a:gd name="csY11" fmla="*/ 45384 h 55894"/>
                <a:gd name="csX12" fmla="*/ 27708 w 32485"/>
                <a:gd name="csY12" fmla="*/ 47773 h 55894"/>
                <a:gd name="csX13" fmla="*/ 27708 w 32485"/>
                <a:gd name="csY13" fmla="*/ 49684 h 55894"/>
                <a:gd name="csX14" fmla="*/ 25798 w 32485"/>
                <a:gd name="csY14" fmla="*/ 50639 h 55894"/>
                <a:gd name="csX15" fmla="*/ 23886 w 32485"/>
                <a:gd name="csY15" fmla="*/ 49684 h 55894"/>
                <a:gd name="csX16" fmla="*/ 21498 w 32485"/>
                <a:gd name="csY16" fmla="*/ 48728 h 55894"/>
                <a:gd name="csX17" fmla="*/ 20542 w 32485"/>
                <a:gd name="csY17" fmla="*/ 48728 h 55894"/>
                <a:gd name="csX18" fmla="*/ 19109 w 32485"/>
                <a:gd name="csY18" fmla="*/ 49206 h 55894"/>
                <a:gd name="csX19" fmla="*/ 18154 w 32485"/>
                <a:gd name="csY19" fmla="*/ 48728 h 55894"/>
                <a:gd name="csX20" fmla="*/ 17676 w 32485"/>
                <a:gd name="csY20" fmla="*/ 48251 h 55894"/>
                <a:gd name="csX21" fmla="*/ 16721 w 32485"/>
                <a:gd name="csY21" fmla="*/ 52550 h 55894"/>
                <a:gd name="csX22" fmla="*/ 15765 w 32485"/>
                <a:gd name="csY22" fmla="*/ 54461 h 55894"/>
                <a:gd name="csX23" fmla="*/ 13854 w 32485"/>
                <a:gd name="csY23" fmla="*/ 55894 h 55894"/>
                <a:gd name="csX24" fmla="*/ 12421 w 32485"/>
                <a:gd name="csY24" fmla="*/ 55894 h 55894"/>
                <a:gd name="csX25" fmla="*/ 10988 w 32485"/>
                <a:gd name="csY25" fmla="*/ 55417 h 55894"/>
                <a:gd name="csX26" fmla="*/ 9555 w 32485"/>
                <a:gd name="csY26" fmla="*/ 55417 h 55894"/>
                <a:gd name="csX27" fmla="*/ 8599 w 32485"/>
                <a:gd name="csY27" fmla="*/ 54461 h 55894"/>
                <a:gd name="csX28" fmla="*/ 7644 w 32485"/>
                <a:gd name="csY28" fmla="*/ 53028 h 55894"/>
                <a:gd name="csX29" fmla="*/ 6210 w 32485"/>
                <a:gd name="csY29" fmla="*/ 51117 h 55894"/>
                <a:gd name="csX30" fmla="*/ 4777 w 32485"/>
                <a:gd name="csY30" fmla="*/ 48728 h 55894"/>
                <a:gd name="csX31" fmla="*/ 4777 w 32485"/>
                <a:gd name="csY31" fmla="*/ 46818 h 55894"/>
                <a:gd name="csX32" fmla="*/ 4300 w 32485"/>
                <a:gd name="csY32" fmla="*/ 42518 h 55894"/>
                <a:gd name="csX33" fmla="*/ 4777 w 32485"/>
                <a:gd name="csY33" fmla="*/ 41563 h 55894"/>
                <a:gd name="csX34" fmla="*/ 5255 w 32485"/>
                <a:gd name="csY34" fmla="*/ 40607 h 55894"/>
                <a:gd name="csX35" fmla="*/ 5733 w 32485"/>
                <a:gd name="csY35" fmla="*/ 38696 h 55894"/>
                <a:gd name="csX36" fmla="*/ 5733 w 32485"/>
                <a:gd name="csY36" fmla="*/ 36785 h 55894"/>
                <a:gd name="csX37" fmla="*/ 5733 w 32485"/>
                <a:gd name="csY37" fmla="*/ 36308 h 55894"/>
                <a:gd name="csX38" fmla="*/ 6688 w 32485"/>
                <a:gd name="csY38" fmla="*/ 36785 h 55894"/>
                <a:gd name="csX39" fmla="*/ 7166 w 32485"/>
                <a:gd name="csY39" fmla="*/ 36308 h 55894"/>
                <a:gd name="csX40" fmla="*/ 7166 w 32485"/>
                <a:gd name="csY40" fmla="*/ 35352 h 55894"/>
                <a:gd name="csX41" fmla="*/ 7644 w 32485"/>
                <a:gd name="csY41" fmla="*/ 33919 h 55894"/>
                <a:gd name="csX42" fmla="*/ 6210 w 32485"/>
                <a:gd name="csY42" fmla="*/ 32486 h 55894"/>
                <a:gd name="csX43" fmla="*/ 4777 w 32485"/>
                <a:gd name="csY43" fmla="*/ 32008 h 55894"/>
                <a:gd name="csX44" fmla="*/ 4300 w 32485"/>
                <a:gd name="csY44" fmla="*/ 30575 h 55894"/>
                <a:gd name="csX45" fmla="*/ 4777 w 32485"/>
                <a:gd name="csY45" fmla="*/ 29142 h 55894"/>
                <a:gd name="csX46" fmla="*/ 5733 w 32485"/>
                <a:gd name="csY46" fmla="*/ 28186 h 55894"/>
                <a:gd name="csX47" fmla="*/ 5733 w 32485"/>
                <a:gd name="csY47" fmla="*/ 27231 h 55894"/>
                <a:gd name="csX48" fmla="*/ 5733 w 32485"/>
                <a:gd name="csY48" fmla="*/ 23409 h 55894"/>
                <a:gd name="csX49" fmla="*/ 4777 w 32485"/>
                <a:gd name="csY49" fmla="*/ 21976 h 55894"/>
                <a:gd name="csX50" fmla="*/ 4300 w 32485"/>
                <a:gd name="csY50" fmla="*/ 19587 h 55894"/>
                <a:gd name="csX51" fmla="*/ 3344 w 32485"/>
                <a:gd name="csY51" fmla="*/ 18154 h 55894"/>
                <a:gd name="csX52" fmla="*/ 2389 w 32485"/>
                <a:gd name="csY52" fmla="*/ 16721 h 55894"/>
                <a:gd name="csX53" fmla="*/ 956 w 32485"/>
                <a:gd name="csY53" fmla="*/ 15765 h 55894"/>
                <a:gd name="csX54" fmla="*/ 478 w 32485"/>
                <a:gd name="csY54" fmla="*/ 14810 h 55894"/>
                <a:gd name="csX55" fmla="*/ 0 w 32485"/>
                <a:gd name="csY55" fmla="*/ 11943 h 55894"/>
                <a:gd name="csX56" fmla="*/ 478 w 32485"/>
                <a:gd name="csY56" fmla="*/ 9555 h 55894"/>
                <a:gd name="csX57" fmla="*/ 956 w 32485"/>
                <a:gd name="csY57" fmla="*/ 8599 h 55894"/>
                <a:gd name="csX58" fmla="*/ 1433 w 32485"/>
                <a:gd name="csY58" fmla="*/ 8599 h 55894"/>
                <a:gd name="csX59" fmla="*/ 2866 w 32485"/>
                <a:gd name="csY59" fmla="*/ 9555 h 55894"/>
                <a:gd name="csX60" fmla="*/ 3822 w 32485"/>
                <a:gd name="csY60" fmla="*/ 10032 h 55894"/>
                <a:gd name="csX61" fmla="*/ 5733 w 32485"/>
                <a:gd name="csY61" fmla="*/ 10510 h 55894"/>
                <a:gd name="csX62" fmla="*/ 7644 w 32485"/>
                <a:gd name="csY62" fmla="*/ 10032 h 55894"/>
                <a:gd name="csX63" fmla="*/ 10510 w 32485"/>
                <a:gd name="csY63" fmla="*/ 9077 h 55894"/>
                <a:gd name="csX64" fmla="*/ 12899 w 32485"/>
                <a:gd name="csY64" fmla="*/ 7644 h 55894"/>
                <a:gd name="csX65" fmla="*/ 16243 w 32485"/>
                <a:gd name="csY65" fmla="*/ 3822 h 55894"/>
                <a:gd name="csX66" fmla="*/ 18632 w 32485"/>
                <a:gd name="csY66" fmla="*/ 2867 h 55894"/>
                <a:gd name="csX67" fmla="*/ 19587 w 32485"/>
                <a:gd name="csY67" fmla="*/ 1911 h 55894"/>
                <a:gd name="csX68" fmla="*/ 20065 w 32485"/>
                <a:gd name="csY68" fmla="*/ 478 h 55894"/>
                <a:gd name="csX69" fmla="*/ 21020 w 32485"/>
                <a:gd name="csY69" fmla="*/ 0 h 55894"/>
                <a:gd name="csX70" fmla="*/ 21975 w 32485"/>
                <a:gd name="csY70" fmla="*/ 1433 h 55894"/>
                <a:gd name="csX71" fmla="*/ 23409 w 32485"/>
                <a:gd name="csY71" fmla="*/ 1433 h 55894"/>
                <a:gd name="csX72" fmla="*/ 25320 w 32485"/>
                <a:gd name="csY72" fmla="*/ 2867 h 55894"/>
                <a:gd name="csX73" fmla="*/ 26275 w 32485"/>
                <a:gd name="csY73" fmla="*/ 3822 h 55894"/>
                <a:gd name="csX74" fmla="*/ 27231 w 32485"/>
                <a:gd name="csY74" fmla="*/ 5255 h 55894"/>
                <a:gd name="csX75" fmla="*/ 27708 w 32485"/>
                <a:gd name="csY75" fmla="*/ 5733 h 55894"/>
                <a:gd name="csX76" fmla="*/ 28664 w 32485"/>
                <a:gd name="csY76" fmla="*/ 5733 h 55894"/>
                <a:gd name="csX77" fmla="*/ 28664 w 32485"/>
                <a:gd name="csY77" fmla="*/ 6211 h 55894"/>
                <a:gd name="csX78" fmla="*/ 28186 w 32485"/>
                <a:gd name="csY78" fmla="*/ 6688 h 55894"/>
                <a:gd name="csX79" fmla="*/ 27231 w 32485"/>
                <a:gd name="csY79" fmla="*/ 8121 h 55894"/>
                <a:gd name="csX80" fmla="*/ 27708 w 32485"/>
                <a:gd name="csY80" fmla="*/ 8121 h 55894"/>
                <a:gd name="csX81" fmla="*/ 28664 w 32485"/>
                <a:gd name="csY81" fmla="*/ 9077 h 5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32485" h="55894">
                  <a:moveTo>
                    <a:pt x="28664" y="9077"/>
                  </a:moveTo>
                  <a:lnTo>
                    <a:pt x="30097" y="10510"/>
                  </a:lnTo>
                  <a:lnTo>
                    <a:pt x="32008" y="16721"/>
                  </a:lnTo>
                  <a:lnTo>
                    <a:pt x="32486" y="18154"/>
                  </a:lnTo>
                  <a:lnTo>
                    <a:pt x="32008" y="19587"/>
                  </a:lnTo>
                  <a:lnTo>
                    <a:pt x="31530" y="20543"/>
                  </a:lnTo>
                  <a:lnTo>
                    <a:pt x="29141" y="23886"/>
                  </a:lnTo>
                  <a:lnTo>
                    <a:pt x="29619" y="26275"/>
                  </a:lnTo>
                  <a:lnTo>
                    <a:pt x="30097" y="28186"/>
                  </a:lnTo>
                  <a:lnTo>
                    <a:pt x="30575" y="29619"/>
                  </a:lnTo>
                  <a:lnTo>
                    <a:pt x="30097" y="32008"/>
                  </a:lnTo>
                  <a:lnTo>
                    <a:pt x="28664" y="45384"/>
                  </a:lnTo>
                  <a:lnTo>
                    <a:pt x="27708" y="47773"/>
                  </a:lnTo>
                  <a:lnTo>
                    <a:pt x="27708" y="49684"/>
                  </a:lnTo>
                  <a:lnTo>
                    <a:pt x="25798" y="50639"/>
                  </a:lnTo>
                  <a:lnTo>
                    <a:pt x="23886" y="49684"/>
                  </a:lnTo>
                  <a:lnTo>
                    <a:pt x="21498" y="48728"/>
                  </a:lnTo>
                  <a:lnTo>
                    <a:pt x="20542" y="48728"/>
                  </a:lnTo>
                  <a:lnTo>
                    <a:pt x="19109" y="49206"/>
                  </a:lnTo>
                  <a:lnTo>
                    <a:pt x="18154" y="48728"/>
                  </a:lnTo>
                  <a:lnTo>
                    <a:pt x="17676" y="48251"/>
                  </a:lnTo>
                  <a:lnTo>
                    <a:pt x="16721" y="52550"/>
                  </a:lnTo>
                  <a:lnTo>
                    <a:pt x="15765" y="54461"/>
                  </a:lnTo>
                  <a:lnTo>
                    <a:pt x="13854" y="55894"/>
                  </a:lnTo>
                  <a:lnTo>
                    <a:pt x="12421" y="55894"/>
                  </a:lnTo>
                  <a:lnTo>
                    <a:pt x="10988" y="55417"/>
                  </a:lnTo>
                  <a:lnTo>
                    <a:pt x="9555" y="55417"/>
                  </a:lnTo>
                  <a:lnTo>
                    <a:pt x="8599" y="54461"/>
                  </a:lnTo>
                  <a:lnTo>
                    <a:pt x="7644" y="53028"/>
                  </a:lnTo>
                  <a:lnTo>
                    <a:pt x="6210" y="51117"/>
                  </a:lnTo>
                  <a:lnTo>
                    <a:pt x="4777" y="48728"/>
                  </a:lnTo>
                  <a:lnTo>
                    <a:pt x="4777" y="46818"/>
                  </a:lnTo>
                  <a:lnTo>
                    <a:pt x="4300" y="42518"/>
                  </a:lnTo>
                  <a:lnTo>
                    <a:pt x="4777" y="41563"/>
                  </a:lnTo>
                  <a:lnTo>
                    <a:pt x="5255" y="40607"/>
                  </a:lnTo>
                  <a:lnTo>
                    <a:pt x="5733" y="38696"/>
                  </a:lnTo>
                  <a:lnTo>
                    <a:pt x="5733" y="36785"/>
                  </a:lnTo>
                  <a:lnTo>
                    <a:pt x="5733" y="36308"/>
                  </a:lnTo>
                  <a:lnTo>
                    <a:pt x="6688" y="36785"/>
                  </a:lnTo>
                  <a:lnTo>
                    <a:pt x="7166" y="36308"/>
                  </a:lnTo>
                  <a:lnTo>
                    <a:pt x="7166" y="35352"/>
                  </a:lnTo>
                  <a:lnTo>
                    <a:pt x="7644" y="33919"/>
                  </a:lnTo>
                  <a:lnTo>
                    <a:pt x="6210" y="32486"/>
                  </a:lnTo>
                  <a:lnTo>
                    <a:pt x="4777" y="32008"/>
                  </a:lnTo>
                  <a:lnTo>
                    <a:pt x="4300" y="30575"/>
                  </a:lnTo>
                  <a:lnTo>
                    <a:pt x="4777" y="29142"/>
                  </a:lnTo>
                  <a:lnTo>
                    <a:pt x="5733" y="28186"/>
                  </a:lnTo>
                  <a:lnTo>
                    <a:pt x="5733" y="27231"/>
                  </a:lnTo>
                  <a:lnTo>
                    <a:pt x="5733" y="23409"/>
                  </a:lnTo>
                  <a:lnTo>
                    <a:pt x="4777" y="21976"/>
                  </a:lnTo>
                  <a:lnTo>
                    <a:pt x="4300" y="19587"/>
                  </a:lnTo>
                  <a:lnTo>
                    <a:pt x="3344" y="18154"/>
                  </a:lnTo>
                  <a:lnTo>
                    <a:pt x="2389" y="16721"/>
                  </a:lnTo>
                  <a:lnTo>
                    <a:pt x="956" y="15765"/>
                  </a:lnTo>
                  <a:lnTo>
                    <a:pt x="478" y="14810"/>
                  </a:lnTo>
                  <a:lnTo>
                    <a:pt x="0" y="11943"/>
                  </a:lnTo>
                  <a:lnTo>
                    <a:pt x="478" y="9555"/>
                  </a:lnTo>
                  <a:lnTo>
                    <a:pt x="956" y="8599"/>
                  </a:lnTo>
                  <a:lnTo>
                    <a:pt x="1433" y="8599"/>
                  </a:lnTo>
                  <a:lnTo>
                    <a:pt x="2866" y="9555"/>
                  </a:lnTo>
                  <a:lnTo>
                    <a:pt x="3822" y="10032"/>
                  </a:lnTo>
                  <a:lnTo>
                    <a:pt x="5733" y="10510"/>
                  </a:lnTo>
                  <a:lnTo>
                    <a:pt x="7644" y="10032"/>
                  </a:lnTo>
                  <a:lnTo>
                    <a:pt x="10510" y="9077"/>
                  </a:lnTo>
                  <a:lnTo>
                    <a:pt x="12899" y="7644"/>
                  </a:lnTo>
                  <a:lnTo>
                    <a:pt x="16243" y="3822"/>
                  </a:lnTo>
                  <a:lnTo>
                    <a:pt x="18632" y="2867"/>
                  </a:lnTo>
                  <a:lnTo>
                    <a:pt x="19587" y="1911"/>
                  </a:lnTo>
                  <a:lnTo>
                    <a:pt x="20065" y="478"/>
                  </a:lnTo>
                  <a:lnTo>
                    <a:pt x="21020" y="0"/>
                  </a:lnTo>
                  <a:lnTo>
                    <a:pt x="21975" y="1433"/>
                  </a:lnTo>
                  <a:lnTo>
                    <a:pt x="23409" y="1433"/>
                  </a:lnTo>
                  <a:lnTo>
                    <a:pt x="25320" y="2867"/>
                  </a:lnTo>
                  <a:lnTo>
                    <a:pt x="26275" y="3822"/>
                  </a:lnTo>
                  <a:lnTo>
                    <a:pt x="27231" y="5255"/>
                  </a:lnTo>
                  <a:lnTo>
                    <a:pt x="27708" y="5733"/>
                  </a:lnTo>
                  <a:lnTo>
                    <a:pt x="28664" y="5733"/>
                  </a:lnTo>
                  <a:lnTo>
                    <a:pt x="28664" y="6211"/>
                  </a:lnTo>
                  <a:lnTo>
                    <a:pt x="28186" y="6688"/>
                  </a:lnTo>
                  <a:lnTo>
                    <a:pt x="27231" y="8121"/>
                  </a:lnTo>
                  <a:lnTo>
                    <a:pt x="27708" y="8121"/>
                  </a:lnTo>
                  <a:lnTo>
                    <a:pt x="28664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5" name="Freeform 4664">
              <a:extLst>
                <a:ext uri="{FF2B5EF4-FFF2-40B4-BE49-F238E27FC236}">
                  <a16:creationId xmlns:a16="http://schemas.microsoft.com/office/drawing/2014/main" id="{CDF51E7E-A772-7A11-5EDF-7C95EEFCA6A4}"/>
                </a:ext>
              </a:extLst>
            </p:cNvPr>
            <p:cNvSpPr/>
            <p:nvPr/>
          </p:nvSpPr>
          <p:spPr>
            <a:xfrm>
              <a:off x="6046315" y="3917023"/>
              <a:ext cx="2866" cy="3344"/>
            </a:xfrm>
            <a:custGeom>
              <a:avLst/>
              <a:gdLst>
                <a:gd name="csX0" fmla="*/ 1911 w 2866"/>
                <a:gd name="csY0" fmla="*/ 1911 h 3344"/>
                <a:gd name="csX1" fmla="*/ 956 w 2866"/>
                <a:gd name="csY1" fmla="*/ 3344 h 3344"/>
                <a:gd name="csX2" fmla="*/ 0 w 2866"/>
                <a:gd name="csY2" fmla="*/ 2867 h 3344"/>
                <a:gd name="csX3" fmla="*/ 478 w 2866"/>
                <a:gd name="csY3" fmla="*/ 2389 h 3344"/>
                <a:gd name="csX4" fmla="*/ 1433 w 2866"/>
                <a:gd name="csY4" fmla="*/ 478 h 3344"/>
                <a:gd name="csX5" fmla="*/ 2389 w 2866"/>
                <a:gd name="csY5" fmla="*/ 0 h 3344"/>
                <a:gd name="csX6" fmla="*/ 2867 w 2866"/>
                <a:gd name="csY6" fmla="*/ 478 h 3344"/>
                <a:gd name="csX7" fmla="*/ 2389 w 2866"/>
                <a:gd name="csY7" fmla="*/ 1433 h 3344"/>
                <a:gd name="csX8" fmla="*/ 1911 w 2866"/>
                <a:gd name="csY8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3344">
                  <a:moveTo>
                    <a:pt x="1911" y="1911"/>
                  </a:moveTo>
                  <a:lnTo>
                    <a:pt x="956" y="3344"/>
                  </a:lnTo>
                  <a:lnTo>
                    <a:pt x="0" y="2867"/>
                  </a:lnTo>
                  <a:lnTo>
                    <a:pt x="478" y="2389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2867" y="478"/>
                  </a:lnTo>
                  <a:lnTo>
                    <a:pt x="2389" y="1433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6" name="Freeform 4665">
              <a:extLst>
                <a:ext uri="{FF2B5EF4-FFF2-40B4-BE49-F238E27FC236}">
                  <a16:creationId xmlns:a16="http://schemas.microsoft.com/office/drawing/2014/main" id="{768C662A-FBFC-D776-262D-A67BFB0B00E5}"/>
                </a:ext>
              </a:extLst>
            </p:cNvPr>
            <p:cNvSpPr/>
            <p:nvPr/>
          </p:nvSpPr>
          <p:spPr>
            <a:xfrm>
              <a:off x="6158581" y="3925622"/>
              <a:ext cx="1911" cy="1911"/>
            </a:xfrm>
            <a:custGeom>
              <a:avLst/>
              <a:gdLst>
                <a:gd name="csX0" fmla="*/ 1433 w 1911"/>
                <a:gd name="csY0" fmla="*/ 1433 h 1911"/>
                <a:gd name="csX1" fmla="*/ 478 w 1911"/>
                <a:gd name="csY1" fmla="*/ 1911 h 1911"/>
                <a:gd name="csX2" fmla="*/ 0 w 1911"/>
                <a:gd name="csY2" fmla="*/ 1433 h 1911"/>
                <a:gd name="csX3" fmla="*/ 0 w 1911"/>
                <a:gd name="csY3" fmla="*/ 956 h 1911"/>
                <a:gd name="csX4" fmla="*/ 0 w 1911"/>
                <a:gd name="csY4" fmla="*/ 0 h 1911"/>
                <a:gd name="csX5" fmla="*/ 1911 w 1911"/>
                <a:gd name="csY5" fmla="*/ 478 h 1911"/>
                <a:gd name="csX6" fmla="*/ 1911 w 1911"/>
                <a:gd name="csY6" fmla="*/ 956 h 1911"/>
                <a:gd name="csX7" fmla="*/ 1433 w 1911"/>
                <a:gd name="csY7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1">
                  <a:moveTo>
                    <a:pt x="1433" y="1433"/>
                  </a:moveTo>
                  <a:lnTo>
                    <a:pt x="478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1911" y="956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7" name="Freeform 4666">
              <a:extLst>
                <a:ext uri="{FF2B5EF4-FFF2-40B4-BE49-F238E27FC236}">
                  <a16:creationId xmlns:a16="http://schemas.microsoft.com/office/drawing/2014/main" id="{6F1E2AD9-0B06-85B4-1739-63FB8F0F59EE}"/>
                </a:ext>
              </a:extLst>
            </p:cNvPr>
            <p:cNvSpPr/>
            <p:nvPr/>
          </p:nvSpPr>
          <p:spPr>
            <a:xfrm>
              <a:off x="6049659" y="3964796"/>
              <a:ext cx="2388" cy="3344"/>
            </a:xfrm>
            <a:custGeom>
              <a:avLst/>
              <a:gdLst>
                <a:gd name="csX0" fmla="*/ 2389 w 2388"/>
                <a:gd name="csY0" fmla="*/ 956 h 3344"/>
                <a:gd name="csX1" fmla="*/ 956 w 2388"/>
                <a:gd name="csY1" fmla="*/ 3344 h 3344"/>
                <a:gd name="csX2" fmla="*/ 0 w 2388"/>
                <a:gd name="csY2" fmla="*/ 1433 h 3344"/>
                <a:gd name="csX3" fmla="*/ 0 w 2388"/>
                <a:gd name="csY3" fmla="*/ 478 h 3344"/>
                <a:gd name="csX4" fmla="*/ 0 w 2388"/>
                <a:gd name="csY4" fmla="*/ 0 h 3344"/>
                <a:gd name="csX5" fmla="*/ 1433 w 2388"/>
                <a:gd name="csY5" fmla="*/ 478 h 3344"/>
                <a:gd name="csX6" fmla="*/ 2389 w 2388"/>
                <a:gd name="csY6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3344">
                  <a:moveTo>
                    <a:pt x="2389" y="956"/>
                  </a:moveTo>
                  <a:lnTo>
                    <a:pt x="956" y="3344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8" name="Freeform 4667">
              <a:extLst>
                <a:ext uri="{FF2B5EF4-FFF2-40B4-BE49-F238E27FC236}">
                  <a16:creationId xmlns:a16="http://schemas.microsoft.com/office/drawing/2014/main" id="{53464132-36A6-D0E4-65D8-E5DCD8069A52}"/>
                </a:ext>
              </a:extLst>
            </p:cNvPr>
            <p:cNvSpPr/>
            <p:nvPr/>
          </p:nvSpPr>
          <p:spPr>
            <a:xfrm>
              <a:off x="6130396" y="3983428"/>
              <a:ext cx="63537" cy="36785"/>
            </a:xfrm>
            <a:custGeom>
              <a:avLst/>
              <a:gdLst>
                <a:gd name="csX0" fmla="*/ 62105 w 63537"/>
                <a:gd name="csY0" fmla="*/ 1911 h 36785"/>
                <a:gd name="csX1" fmla="*/ 61149 w 63537"/>
                <a:gd name="csY1" fmla="*/ 4777 h 36785"/>
                <a:gd name="csX2" fmla="*/ 60194 w 63537"/>
                <a:gd name="csY2" fmla="*/ 5733 h 36785"/>
                <a:gd name="csX3" fmla="*/ 55416 w 63537"/>
                <a:gd name="csY3" fmla="*/ 11943 h 36785"/>
                <a:gd name="csX4" fmla="*/ 54939 w 63537"/>
                <a:gd name="csY4" fmla="*/ 13376 h 36785"/>
                <a:gd name="csX5" fmla="*/ 54461 w 63537"/>
                <a:gd name="csY5" fmla="*/ 15287 h 36785"/>
                <a:gd name="csX6" fmla="*/ 53983 w 63537"/>
                <a:gd name="csY6" fmla="*/ 16721 h 36785"/>
                <a:gd name="csX7" fmla="*/ 53506 w 63537"/>
                <a:gd name="csY7" fmla="*/ 17676 h 36785"/>
                <a:gd name="csX8" fmla="*/ 52550 w 63537"/>
                <a:gd name="csY8" fmla="*/ 19587 h 36785"/>
                <a:gd name="csX9" fmla="*/ 53028 w 63537"/>
                <a:gd name="csY9" fmla="*/ 21498 h 36785"/>
                <a:gd name="csX10" fmla="*/ 53028 w 63537"/>
                <a:gd name="csY10" fmla="*/ 22453 h 36785"/>
                <a:gd name="csX11" fmla="*/ 53506 w 63537"/>
                <a:gd name="csY11" fmla="*/ 22931 h 36785"/>
                <a:gd name="csX12" fmla="*/ 54461 w 63537"/>
                <a:gd name="csY12" fmla="*/ 23409 h 36785"/>
                <a:gd name="csX13" fmla="*/ 55416 w 63537"/>
                <a:gd name="csY13" fmla="*/ 24364 h 36785"/>
                <a:gd name="csX14" fmla="*/ 54461 w 63537"/>
                <a:gd name="csY14" fmla="*/ 25320 h 36785"/>
                <a:gd name="csX15" fmla="*/ 55416 w 63537"/>
                <a:gd name="csY15" fmla="*/ 26753 h 36785"/>
                <a:gd name="csX16" fmla="*/ 56372 w 63537"/>
                <a:gd name="csY16" fmla="*/ 27708 h 36785"/>
                <a:gd name="csX17" fmla="*/ 56850 w 63537"/>
                <a:gd name="csY17" fmla="*/ 28664 h 36785"/>
                <a:gd name="csX18" fmla="*/ 56850 w 63537"/>
                <a:gd name="csY18" fmla="*/ 29619 h 36785"/>
                <a:gd name="csX19" fmla="*/ 54461 w 63537"/>
                <a:gd name="csY19" fmla="*/ 31530 h 36785"/>
                <a:gd name="csX20" fmla="*/ 53506 w 63537"/>
                <a:gd name="csY20" fmla="*/ 32486 h 36785"/>
                <a:gd name="csX21" fmla="*/ 53028 w 63537"/>
                <a:gd name="csY21" fmla="*/ 33441 h 36785"/>
                <a:gd name="csX22" fmla="*/ 53028 w 63537"/>
                <a:gd name="csY22" fmla="*/ 34874 h 36785"/>
                <a:gd name="csX23" fmla="*/ 53028 w 63537"/>
                <a:gd name="csY23" fmla="*/ 35830 h 36785"/>
                <a:gd name="csX24" fmla="*/ 53028 w 63537"/>
                <a:gd name="csY24" fmla="*/ 36785 h 36785"/>
                <a:gd name="csX25" fmla="*/ 50639 w 63537"/>
                <a:gd name="csY25" fmla="*/ 36785 h 36785"/>
                <a:gd name="csX26" fmla="*/ 48728 w 63537"/>
                <a:gd name="csY26" fmla="*/ 36307 h 36785"/>
                <a:gd name="csX27" fmla="*/ 46340 w 63537"/>
                <a:gd name="csY27" fmla="*/ 36307 h 36785"/>
                <a:gd name="csX28" fmla="*/ 42996 w 63537"/>
                <a:gd name="csY28" fmla="*/ 35352 h 36785"/>
                <a:gd name="csX29" fmla="*/ 42040 w 63537"/>
                <a:gd name="csY29" fmla="*/ 34874 h 36785"/>
                <a:gd name="csX30" fmla="*/ 41085 w 63537"/>
                <a:gd name="csY30" fmla="*/ 34397 h 36785"/>
                <a:gd name="csX31" fmla="*/ 38218 w 63537"/>
                <a:gd name="csY31" fmla="*/ 30575 h 36785"/>
                <a:gd name="csX32" fmla="*/ 36307 w 63537"/>
                <a:gd name="csY32" fmla="*/ 28664 h 36785"/>
                <a:gd name="csX33" fmla="*/ 33919 w 63537"/>
                <a:gd name="csY33" fmla="*/ 27708 h 36785"/>
                <a:gd name="csX34" fmla="*/ 31530 w 63537"/>
                <a:gd name="csY34" fmla="*/ 27231 h 36785"/>
                <a:gd name="csX35" fmla="*/ 29141 w 63537"/>
                <a:gd name="csY35" fmla="*/ 27708 h 36785"/>
                <a:gd name="csX36" fmla="*/ 27231 w 63537"/>
                <a:gd name="csY36" fmla="*/ 26753 h 36785"/>
                <a:gd name="csX37" fmla="*/ 22931 w 63537"/>
                <a:gd name="csY37" fmla="*/ 23886 h 36785"/>
                <a:gd name="csX38" fmla="*/ 18154 w 63537"/>
                <a:gd name="csY38" fmla="*/ 21975 h 36785"/>
                <a:gd name="csX39" fmla="*/ 16243 w 63537"/>
                <a:gd name="csY39" fmla="*/ 20542 h 36785"/>
                <a:gd name="csX40" fmla="*/ 15765 w 63537"/>
                <a:gd name="csY40" fmla="*/ 19587 h 36785"/>
                <a:gd name="csX41" fmla="*/ 14332 w 63537"/>
                <a:gd name="csY41" fmla="*/ 19109 h 36785"/>
                <a:gd name="csX42" fmla="*/ 11943 w 63537"/>
                <a:gd name="csY42" fmla="*/ 18154 h 36785"/>
                <a:gd name="csX43" fmla="*/ 9555 w 63537"/>
                <a:gd name="csY43" fmla="*/ 16721 h 36785"/>
                <a:gd name="csX44" fmla="*/ 8599 w 63537"/>
                <a:gd name="csY44" fmla="*/ 16721 h 36785"/>
                <a:gd name="csX45" fmla="*/ 6210 w 63537"/>
                <a:gd name="csY45" fmla="*/ 16721 h 36785"/>
                <a:gd name="csX46" fmla="*/ 5255 w 63537"/>
                <a:gd name="csY46" fmla="*/ 16721 h 36785"/>
                <a:gd name="csX47" fmla="*/ 4299 w 63537"/>
                <a:gd name="csY47" fmla="*/ 16243 h 36785"/>
                <a:gd name="csX48" fmla="*/ 1911 w 63537"/>
                <a:gd name="csY48" fmla="*/ 14809 h 36785"/>
                <a:gd name="csX49" fmla="*/ 478 w 63537"/>
                <a:gd name="csY49" fmla="*/ 12421 h 36785"/>
                <a:gd name="csX50" fmla="*/ 0 w 63537"/>
                <a:gd name="csY50" fmla="*/ 10988 h 36785"/>
                <a:gd name="csX51" fmla="*/ 956 w 63537"/>
                <a:gd name="csY51" fmla="*/ 8599 h 36785"/>
                <a:gd name="csX52" fmla="*/ 2389 w 63537"/>
                <a:gd name="csY52" fmla="*/ 5733 h 36785"/>
                <a:gd name="csX53" fmla="*/ 3344 w 63537"/>
                <a:gd name="csY53" fmla="*/ 5255 h 36785"/>
                <a:gd name="csX54" fmla="*/ 4299 w 63537"/>
                <a:gd name="csY54" fmla="*/ 4299 h 36785"/>
                <a:gd name="csX55" fmla="*/ 5255 w 63537"/>
                <a:gd name="csY55" fmla="*/ 3822 h 36785"/>
                <a:gd name="csX56" fmla="*/ 5733 w 63537"/>
                <a:gd name="csY56" fmla="*/ 2866 h 36785"/>
                <a:gd name="csX57" fmla="*/ 8121 w 63537"/>
                <a:gd name="csY57" fmla="*/ 5733 h 36785"/>
                <a:gd name="csX58" fmla="*/ 9077 w 63537"/>
                <a:gd name="csY58" fmla="*/ 6210 h 36785"/>
                <a:gd name="csX59" fmla="*/ 10510 w 63537"/>
                <a:gd name="csY59" fmla="*/ 6210 h 36785"/>
                <a:gd name="csX60" fmla="*/ 11943 w 63537"/>
                <a:gd name="csY60" fmla="*/ 5255 h 36785"/>
                <a:gd name="csX61" fmla="*/ 12421 w 63537"/>
                <a:gd name="csY61" fmla="*/ 3822 h 36785"/>
                <a:gd name="csX62" fmla="*/ 14332 w 63537"/>
                <a:gd name="csY62" fmla="*/ 2866 h 36785"/>
                <a:gd name="csX63" fmla="*/ 16721 w 63537"/>
                <a:gd name="csY63" fmla="*/ 2389 h 36785"/>
                <a:gd name="csX64" fmla="*/ 18154 w 63537"/>
                <a:gd name="csY64" fmla="*/ 2866 h 36785"/>
                <a:gd name="csX65" fmla="*/ 18631 w 63537"/>
                <a:gd name="csY65" fmla="*/ 4299 h 36785"/>
                <a:gd name="csX66" fmla="*/ 19587 w 63537"/>
                <a:gd name="csY66" fmla="*/ 4299 h 36785"/>
                <a:gd name="csX67" fmla="*/ 21020 w 63537"/>
                <a:gd name="csY67" fmla="*/ 4777 h 36785"/>
                <a:gd name="csX68" fmla="*/ 24842 w 63537"/>
                <a:gd name="csY68" fmla="*/ 7166 h 36785"/>
                <a:gd name="csX69" fmla="*/ 25797 w 63537"/>
                <a:gd name="csY69" fmla="*/ 7166 h 36785"/>
                <a:gd name="csX70" fmla="*/ 26753 w 63537"/>
                <a:gd name="csY70" fmla="*/ 7644 h 36785"/>
                <a:gd name="csX71" fmla="*/ 29619 w 63537"/>
                <a:gd name="csY71" fmla="*/ 6688 h 36785"/>
                <a:gd name="csX72" fmla="*/ 32008 w 63537"/>
                <a:gd name="csY72" fmla="*/ 6210 h 36785"/>
                <a:gd name="csX73" fmla="*/ 36785 w 63537"/>
                <a:gd name="csY73" fmla="*/ 6688 h 36785"/>
                <a:gd name="csX74" fmla="*/ 39174 w 63537"/>
                <a:gd name="csY74" fmla="*/ 6210 h 36785"/>
                <a:gd name="csX75" fmla="*/ 41085 w 63537"/>
                <a:gd name="csY75" fmla="*/ 6210 h 36785"/>
                <a:gd name="csX76" fmla="*/ 43473 w 63537"/>
                <a:gd name="csY76" fmla="*/ 5255 h 36785"/>
                <a:gd name="csX77" fmla="*/ 45862 w 63537"/>
                <a:gd name="csY77" fmla="*/ 3344 h 36785"/>
                <a:gd name="csX78" fmla="*/ 46817 w 63537"/>
                <a:gd name="csY78" fmla="*/ 3344 h 36785"/>
                <a:gd name="csX79" fmla="*/ 47773 w 63537"/>
                <a:gd name="csY79" fmla="*/ 2866 h 36785"/>
                <a:gd name="csX80" fmla="*/ 50639 w 63537"/>
                <a:gd name="csY80" fmla="*/ 3344 h 36785"/>
                <a:gd name="csX81" fmla="*/ 53028 w 63537"/>
                <a:gd name="csY81" fmla="*/ 3344 h 36785"/>
                <a:gd name="csX82" fmla="*/ 54461 w 63537"/>
                <a:gd name="csY82" fmla="*/ 3344 h 36785"/>
                <a:gd name="csX83" fmla="*/ 55416 w 63537"/>
                <a:gd name="csY83" fmla="*/ 2389 h 36785"/>
                <a:gd name="csX84" fmla="*/ 56372 w 63537"/>
                <a:gd name="csY84" fmla="*/ 1911 h 36785"/>
                <a:gd name="csX85" fmla="*/ 57805 w 63537"/>
                <a:gd name="csY85" fmla="*/ 1911 h 36785"/>
                <a:gd name="csX86" fmla="*/ 60672 w 63537"/>
                <a:gd name="csY86" fmla="*/ 478 h 36785"/>
                <a:gd name="csX87" fmla="*/ 62105 w 63537"/>
                <a:gd name="csY87" fmla="*/ 0 h 36785"/>
                <a:gd name="csX88" fmla="*/ 63538 w 63537"/>
                <a:gd name="csY88" fmla="*/ 956 h 36785"/>
                <a:gd name="csX89" fmla="*/ 62105 w 63537"/>
                <a:gd name="csY89" fmla="*/ 1911 h 36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</a:cxnLst>
              <a:rect l="l" t="t" r="r" b="b"/>
              <a:pathLst>
                <a:path w="63537" h="36785">
                  <a:moveTo>
                    <a:pt x="62105" y="1911"/>
                  </a:moveTo>
                  <a:lnTo>
                    <a:pt x="61149" y="4777"/>
                  </a:lnTo>
                  <a:lnTo>
                    <a:pt x="60194" y="5733"/>
                  </a:lnTo>
                  <a:lnTo>
                    <a:pt x="55416" y="11943"/>
                  </a:lnTo>
                  <a:lnTo>
                    <a:pt x="54939" y="13376"/>
                  </a:lnTo>
                  <a:lnTo>
                    <a:pt x="54461" y="15287"/>
                  </a:lnTo>
                  <a:lnTo>
                    <a:pt x="53983" y="16721"/>
                  </a:lnTo>
                  <a:lnTo>
                    <a:pt x="53506" y="17676"/>
                  </a:lnTo>
                  <a:lnTo>
                    <a:pt x="52550" y="19587"/>
                  </a:lnTo>
                  <a:lnTo>
                    <a:pt x="53028" y="21498"/>
                  </a:lnTo>
                  <a:lnTo>
                    <a:pt x="53028" y="22453"/>
                  </a:lnTo>
                  <a:lnTo>
                    <a:pt x="53506" y="22931"/>
                  </a:lnTo>
                  <a:lnTo>
                    <a:pt x="54461" y="23409"/>
                  </a:lnTo>
                  <a:lnTo>
                    <a:pt x="55416" y="24364"/>
                  </a:lnTo>
                  <a:lnTo>
                    <a:pt x="54461" y="25320"/>
                  </a:lnTo>
                  <a:lnTo>
                    <a:pt x="55416" y="26753"/>
                  </a:lnTo>
                  <a:lnTo>
                    <a:pt x="56372" y="27708"/>
                  </a:lnTo>
                  <a:lnTo>
                    <a:pt x="56850" y="28664"/>
                  </a:lnTo>
                  <a:lnTo>
                    <a:pt x="56850" y="29619"/>
                  </a:lnTo>
                  <a:lnTo>
                    <a:pt x="54461" y="31530"/>
                  </a:lnTo>
                  <a:lnTo>
                    <a:pt x="53506" y="32486"/>
                  </a:lnTo>
                  <a:lnTo>
                    <a:pt x="53028" y="33441"/>
                  </a:lnTo>
                  <a:lnTo>
                    <a:pt x="53028" y="34874"/>
                  </a:lnTo>
                  <a:lnTo>
                    <a:pt x="53028" y="35830"/>
                  </a:lnTo>
                  <a:lnTo>
                    <a:pt x="53028" y="36785"/>
                  </a:lnTo>
                  <a:lnTo>
                    <a:pt x="50639" y="36785"/>
                  </a:lnTo>
                  <a:lnTo>
                    <a:pt x="48728" y="36307"/>
                  </a:lnTo>
                  <a:lnTo>
                    <a:pt x="46340" y="36307"/>
                  </a:lnTo>
                  <a:lnTo>
                    <a:pt x="42996" y="35352"/>
                  </a:lnTo>
                  <a:lnTo>
                    <a:pt x="42040" y="34874"/>
                  </a:lnTo>
                  <a:lnTo>
                    <a:pt x="41085" y="34397"/>
                  </a:lnTo>
                  <a:lnTo>
                    <a:pt x="38218" y="30575"/>
                  </a:lnTo>
                  <a:lnTo>
                    <a:pt x="36307" y="28664"/>
                  </a:lnTo>
                  <a:lnTo>
                    <a:pt x="33919" y="27708"/>
                  </a:lnTo>
                  <a:lnTo>
                    <a:pt x="31530" y="27231"/>
                  </a:lnTo>
                  <a:lnTo>
                    <a:pt x="29141" y="27708"/>
                  </a:lnTo>
                  <a:lnTo>
                    <a:pt x="27231" y="26753"/>
                  </a:lnTo>
                  <a:lnTo>
                    <a:pt x="22931" y="23886"/>
                  </a:lnTo>
                  <a:lnTo>
                    <a:pt x="18154" y="21975"/>
                  </a:lnTo>
                  <a:lnTo>
                    <a:pt x="16243" y="20542"/>
                  </a:lnTo>
                  <a:lnTo>
                    <a:pt x="15765" y="19587"/>
                  </a:lnTo>
                  <a:lnTo>
                    <a:pt x="14332" y="19109"/>
                  </a:lnTo>
                  <a:lnTo>
                    <a:pt x="11943" y="18154"/>
                  </a:lnTo>
                  <a:lnTo>
                    <a:pt x="9555" y="16721"/>
                  </a:lnTo>
                  <a:lnTo>
                    <a:pt x="8599" y="16721"/>
                  </a:lnTo>
                  <a:lnTo>
                    <a:pt x="6210" y="16721"/>
                  </a:lnTo>
                  <a:lnTo>
                    <a:pt x="5255" y="16721"/>
                  </a:lnTo>
                  <a:lnTo>
                    <a:pt x="4299" y="16243"/>
                  </a:lnTo>
                  <a:lnTo>
                    <a:pt x="1911" y="14809"/>
                  </a:lnTo>
                  <a:lnTo>
                    <a:pt x="478" y="12421"/>
                  </a:lnTo>
                  <a:lnTo>
                    <a:pt x="0" y="10988"/>
                  </a:lnTo>
                  <a:lnTo>
                    <a:pt x="956" y="8599"/>
                  </a:lnTo>
                  <a:lnTo>
                    <a:pt x="2389" y="5733"/>
                  </a:lnTo>
                  <a:lnTo>
                    <a:pt x="3344" y="5255"/>
                  </a:lnTo>
                  <a:lnTo>
                    <a:pt x="4299" y="4299"/>
                  </a:lnTo>
                  <a:lnTo>
                    <a:pt x="5255" y="3822"/>
                  </a:lnTo>
                  <a:lnTo>
                    <a:pt x="5733" y="2866"/>
                  </a:lnTo>
                  <a:lnTo>
                    <a:pt x="8121" y="5733"/>
                  </a:lnTo>
                  <a:lnTo>
                    <a:pt x="9077" y="6210"/>
                  </a:lnTo>
                  <a:lnTo>
                    <a:pt x="10510" y="6210"/>
                  </a:lnTo>
                  <a:lnTo>
                    <a:pt x="11943" y="5255"/>
                  </a:lnTo>
                  <a:lnTo>
                    <a:pt x="12421" y="3822"/>
                  </a:lnTo>
                  <a:lnTo>
                    <a:pt x="14332" y="2866"/>
                  </a:lnTo>
                  <a:lnTo>
                    <a:pt x="16721" y="2389"/>
                  </a:lnTo>
                  <a:lnTo>
                    <a:pt x="18154" y="2866"/>
                  </a:lnTo>
                  <a:lnTo>
                    <a:pt x="18631" y="4299"/>
                  </a:lnTo>
                  <a:lnTo>
                    <a:pt x="19587" y="4299"/>
                  </a:lnTo>
                  <a:lnTo>
                    <a:pt x="21020" y="4777"/>
                  </a:lnTo>
                  <a:lnTo>
                    <a:pt x="24842" y="7166"/>
                  </a:lnTo>
                  <a:lnTo>
                    <a:pt x="25797" y="7166"/>
                  </a:lnTo>
                  <a:lnTo>
                    <a:pt x="26753" y="7644"/>
                  </a:lnTo>
                  <a:lnTo>
                    <a:pt x="29619" y="6688"/>
                  </a:lnTo>
                  <a:lnTo>
                    <a:pt x="32008" y="6210"/>
                  </a:lnTo>
                  <a:lnTo>
                    <a:pt x="36785" y="6688"/>
                  </a:lnTo>
                  <a:lnTo>
                    <a:pt x="39174" y="6210"/>
                  </a:lnTo>
                  <a:lnTo>
                    <a:pt x="41085" y="6210"/>
                  </a:lnTo>
                  <a:lnTo>
                    <a:pt x="43473" y="5255"/>
                  </a:lnTo>
                  <a:lnTo>
                    <a:pt x="45862" y="3344"/>
                  </a:lnTo>
                  <a:lnTo>
                    <a:pt x="46817" y="3344"/>
                  </a:lnTo>
                  <a:lnTo>
                    <a:pt x="47773" y="2866"/>
                  </a:lnTo>
                  <a:lnTo>
                    <a:pt x="50639" y="3344"/>
                  </a:lnTo>
                  <a:lnTo>
                    <a:pt x="53028" y="3344"/>
                  </a:lnTo>
                  <a:lnTo>
                    <a:pt x="54461" y="3344"/>
                  </a:lnTo>
                  <a:lnTo>
                    <a:pt x="55416" y="2389"/>
                  </a:lnTo>
                  <a:lnTo>
                    <a:pt x="56372" y="1911"/>
                  </a:lnTo>
                  <a:lnTo>
                    <a:pt x="57805" y="1911"/>
                  </a:lnTo>
                  <a:lnTo>
                    <a:pt x="60672" y="478"/>
                  </a:lnTo>
                  <a:lnTo>
                    <a:pt x="62105" y="0"/>
                  </a:lnTo>
                  <a:lnTo>
                    <a:pt x="63538" y="956"/>
                  </a:lnTo>
                  <a:lnTo>
                    <a:pt x="6210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9" name="Freeform 4668">
              <a:extLst>
                <a:ext uri="{FF2B5EF4-FFF2-40B4-BE49-F238E27FC236}">
                  <a16:creationId xmlns:a16="http://schemas.microsoft.com/office/drawing/2014/main" id="{0F52926F-CA29-6BE7-5AFA-893742EBB048}"/>
                </a:ext>
              </a:extLst>
            </p:cNvPr>
            <p:cNvSpPr/>
            <p:nvPr/>
          </p:nvSpPr>
          <p:spPr>
            <a:xfrm>
              <a:off x="6120363" y="4016869"/>
              <a:ext cx="2388" cy="2388"/>
            </a:xfrm>
            <a:custGeom>
              <a:avLst/>
              <a:gdLst>
                <a:gd name="csX0" fmla="*/ 2389 w 2388"/>
                <a:gd name="csY0" fmla="*/ 1911 h 2388"/>
                <a:gd name="csX1" fmla="*/ 1433 w 2388"/>
                <a:gd name="csY1" fmla="*/ 2389 h 2388"/>
                <a:gd name="csX2" fmla="*/ 0 w 2388"/>
                <a:gd name="csY2" fmla="*/ 1433 h 2388"/>
                <a:gd name="csX3" fmla="*/ 0 w 2388"/>
                <a:gd name="csY3" fmla="*/ 478 h 2388"/>
                <a:gd name="csX4" fmla="*/ 478 w 2388"/>
                <a:gd name="csY4" fmla="*/ 0 h 2388"/>
                <a:gd name="csX5" fmla="*/ 1911 w 2388"/>
                <a:gd name="csY5" fmla="*/ 478 h 2388"/>
                <a:gd name="csX6" fmla="*/ 2389 w 2388"/>
                <a:gd name="csY6" fmla="*/ 1433 h 2388"/>
                <a:gd name="csX7" fmla="*/ 2389 w 2388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2389" y="1911"/>
                  </a:moveTo>
                  <a:lnTo>
                    <a:pt x="1433" y="2389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2389" y="1433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0" name="Freeform 4669">
              <a:extLst>
                <a:ext uri="{FF2B5EF4-FFF2-40B4-BE49-F238E27FC236}">
                  <a16:creationId xmlns:a16="http://schemas.microsoft.com/office/drawing/2014/main" id="{7AE9B096-F6CD-A3ED-6073-F7C1BC9F0953}"/>
                </a:ext>
              </a:extLst>
            </p:cNvPr>
            <p:cNvSpPr/>
            <p:nvPr/>
          </p:nvSpPr>
          <p:spPr>
            <a:xfrm>
              <a:off x="5839458" y="3706822"/>
              <a:ext cx="4299" cy="2866"/>
            </a:xfrm>
            <a:custGeom>
              <a:avLst/>
              <a:gdLst>
                <a:gd name="csX0" fmla="*/ 4300 w 4299"/>
                <a:gd name="csY0" fmla="*/ 956 h 2866"/>
                <a:gd name="csX1" fmla="*/ 4300 w 4299"/>
                <a:gd name="csY1" fmla="*/ 2389 h 2866"/>
                <a:gd name="csX2" fmla="*/ 3344 w 4299"/>
                <a:gd name="csY2" fmla="*/ 2866 h 2866"/>
                <a:gd name="csX3" fmla="*/ 2867 w 4299"/>
                <a:gd name="csY3" fmla="*/ 2389 h 2866"/>
                <a:gd name="csX4" fmla="*/ 1433 w 4299"/>
                <a:gd name="csY4" fmla="*/ 2389 h 2866"/>
                <a:gd name="csX5" fmla="*/ 0 w 4299"/>
                <a:gd name="csY5" fmla="*/ 2866 h 2866"/>
                <a:gd name="csX6" fmla="*/ 478 w 4299"/>
                <a:gd name="csY6" fmla="*/ 0 h 2866"/>
                <a:gd name="csX7" fmla="*/ 2867 w 4299"/>
                <a:gd name="csY7" fmla="*/ 478 h 2866"/>
                <a:gd name="csX8" fmla="*/ 4300 w 4299"/>
                <a:gd name="csY8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2866">
                  <a:moveTo>
                    <a:pt x="4300" y="956"/>
                  </a:moveTo>
                  <a:lnTo>
                    <a:pt x="4300" y="2389"/>
                  </a:lnTo>
                  <a:lnTo>
                    <a:pt x="3344" y="2866"/>
                  </a:lnTo>
                  <a:lnTo>
                    <a:pt x="2867" y="2389"/>
                  </a:lnTo>
                  <a:lnTo>
                    <a:pt x="1433" y="2389"/>
                  </a:lnTo>
                  <a:lnTo>
                    <a:pt x="0" y="2866"/>
                  </a:lnTo>
                  <a:lnTo>
                    <a:pt x="478" y="0"/>
                  </a:lnTo>
                  <a:lnTo>
                    <a:pt x="2867" y="478"/>
                  </a:lnTo>
                  <a:lnTo>
                    <a:pt x="430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1" name="Freeform 4670">
              <a:extLst>
                <a:ext uri="{FF2B5EF4-FFF2-40B4-BE49-F238E27FC236}">
                  <a16:creationId xmlns:a16="http://schemas.microsoft.com/office/drawing/2014/main" id="{40E96DBF-45F4-65D7-CF7D-4022969E3F10}"/>
                </a:ext>
              </a:extLst>
            </p:cNvPr>
            <p:cNvSpPr/>
            <p:nvPr/>
          </p:nvSpPr>
          <p:spPr>
            <a:xfrm>
              <a:off x="4330311" y="4393797"/>
              <a:ext cx="42040" cy="15287"/>
            </a:xfrm>
            <a:custGeom>
              <a:avLst/>
              <a:gdLst>
                <a:gd name="csX0" fmla="*/ 21020 w 42040"/>
                <a:gd name="csY0" fmla="*/ 1433 h 15287"/>
                <a:gd name="csX1" fmla="*/ 23886 w 42040"/>
                <a:gd name="csY1" fmla="*/ 1911 h 15287"/>
                <a:gd name="csX2" fmla="*/ 26275 w 42040"/>
                <a:gd name="csY2" fmla="*/ 2389 h 15287"/>
                <a:gd name="csX3" fmla="*/ 27230 w 42040"/>
                <a:gd name="csY3" fmla="*/ 2389 h 15287"/>
                <a:gd name="csX4" fmla="*/ 28186 w 42040"/>
                <a:gd name="csY4" fmla="*/ 2389 h 15287"/>
                <a:gd name="csX5" fmla="*/ 30575 w 42040"/>
                <a:gd name="csY5" fmla="*/ 4300 h 15287"/>
                <a:gd name="csX6" fmla="*/ 32486 w 42040"/>
                <a:gd name="csY6" fmla="*/ 5255 h 15287"/>
                <a:gd name="csX7" fmla="*/ 39174 w 42040"/>
                <a:gd name="csY7" fmla="*/ 7166 h 15287"/>
                <a:gd name="csX8" fmla="*/ 41562 w 42040"/>
                <a:gd name="csY8" fmla="*/ 10510 h 15287"/>
                <a:gd name="csX9" fmla="*/ 42040 w 42040"/>
                <a:gd name="csY9" fmla="*/ 11466 h 15287"/>
                <a:gd name="csX10" fmla="*/ 40129 w 42040"/>
                <a:gd name="csY10" fmla="*/ 12421 h 15287"/>
                <a:gd name="csX11" fmla="*/ 38218 w 42040"/>
                <a:gd name="csY11" fmla="*/ 12421 h 15287"/>
                <a:gd name="csX12" fmla="*/ 35830 w 42040"/>
                <a:gd name="csY12" fmla="*/ 12421 h 15287"/>
                <a:gd name="csX13" fmla="*/ 33919 w 42040"/>
                <a:gd name="csY13" fmla="*/ 11943 h 15287"/>
                <a:gd name="csX14" fmla="*/ 32963 w 42040"/>
                <a:gd name="csY14" fmla="*/ 11466 h 15287"/>
                <a:gd name="csX15" fmla="*/ 31052 w 42040"/>
                <a:gd name="csY15" fmla="*/ 10988 h 15287"/>
                <a:gd name="csX16" fmla="*/ 31530 w 42040"/>
                <a:gd name="csY16" fmla="*/ 10510 h 15287"/>
                <a:gd name="csX17" fmla="*/ 30575 w 42040"/>
                <a:gd name="csY17" fmla="*/ 10510 h 15287"/>
                <a:gd name="csX18" fmla="*/ 29141 w 42040"/>
                <a:gd name="csY18" fmla="*/ 10510 h 15287"/>
                <a:gd name="csX19" fmla="*/ 28664 w 42040"/>
                <a:gd name="csY19" fmla="*/ 11943 h 15287"/>
                <a:gd name="csX20" fmla="*/ 27708 w 42040"/>
                <a:gd name="csY20" fmla="*/ 12899 h 15287"/>
                <a:gd name="csX21" fmla="*/ 25797 w 42040"/>
                <a:gd name="csY21" fmla="*/ 12899 h 15287"/>
                <a:gd name="csX22" fmla="*/ 24842 w 42040"/>
                <a:gd name="csY22" fmla="*/ 11943 h 15287"/>
                <a:gd name="csX23" fmla="*/ 23886 w 42040"/>
                <a:gd name="csY23" fmla="*/ 12421 h 15287"/>
                <a:gd name="csX24" fmla="*/ 23409 w 42040"/>
                <a:gd name="csY24" fmla="*/ 12899 h 15287"/>
                <a:gd name="csX25" fmla="*/ 22453 w 42040"/>
                <a:gd name="csY25" fmla="*/ 15287 h 15287"/>
                <a:gd name="csX26" fmla="*/ 21020 w 42040"/>
                <a:gd name="csY26" fmla="*/ 14332 h 15287"/>
                <a:gd name="csX27" fmla="*/ 19109 w 42040"/>
                <a:gd name="csY27" fmla="*/ 12899 h 15287"/>
                <a:gd name="csX28" fmla="*/ 17198 w 42040"/>
                <a:gd name="csY28" fmla="*/ 12899 h 15287"/>
                <a:gd name="csX29" fmla="*/ 13376 w 42040"/>
                <a:gd name="csY29" fmla="*/ 12421 h 15287"/>
                <a:gd name="csX30" fmla="*/ 10988 w 42040"/>
                <a:gd name="csY30" fmla="*/ 12421 h 15287"/>
                <a:gd name="csX31" fmla="*/ 9555 w 42040"/>
                <a:gd name="csY31" fmla="*/ 10032 h 15287"/>
                <a:gd name="csX32" fmla="*/ 9077 w 42040"/>
                <a:gd name="csY32" fmla="*/ 9555 h 15287"/>
                <a:gd name="csX33" fmla="*/ 7166 w 42040"/>
                <a:gd name="csY33" fmla="*/ 9077 h 15287"/>
                <a:gd name="csX34" fmla="*/ 5733 w 42040"/>
                <a:gd name="csY34" fmla="*/ 6688 h 15287"/>
                <a:gd name="csX35" fmla="*/ 5255 w 42040"/>
                <a:gd name="csY35" fmla="*/ 6211 h 15287"/>
                <a:gd name="csX36" fmla="*/ 955 w 42040"/>
                <a:gd name="csY36" fmla="*/ 5733 h 15287"/>
                <a:gd name="csX37" fmla="*/ 0 w 42040"/>
                <a:gd name="csY37" fmla="*/ 4300 h 15287"/>
                <a:gd name="csX38" fmla="*/ 0 w 42040"/>
                <a:gd name="csY38" fmla="*/ 3344 h 15287"/>
                <a:gd name="csX39" fmla="*/ 1433 w 42040"/>
                <a:gd name="csY39" fmla="*/ 1911 h 15287"/>
                <a:gd name="csX40" fmla="*/ 2389 w 42040"/>
                <a:gd name="csY40" fmla="*/ 1433 h 15287"/>
                <a:gd name="csX41" fmla="*/ 4777 w 42040"/>
                <a:gd name="csY41" fmla="*/ 1433 h 15287"/>
                <a:gd name="csX42" fmla="*/ 7166 w 42040"/>
                <a:gd name="csY42" fmla="*/ 956 h 15287"/>
                <a:gd name="csX43" fmla="*/ 8121 w 42040"/>
                <a:gd name="csY43" fmla="*/ 478 h 15287"/>
                <a:gd name="csX44" fmla="*/ 9077 w 42040"/>
                <a:gd name="csY44" fmla="*/ 0 h 15287"/>
                <a:gd name="csX45" fmla="*/ 17676 w 42040"/>
                <a:gd name="csY45" fmla="*/ 956 h 15287"/>
                <a:gd name="csX46" fmla="*/ 19587 w 42040"/>
                <a:gd name="csY46" fmla="*/ 956 h 15287"/>
                <a:gd name="csX47" fmla="*/ 21020 w 42040"/>
                <a:gd name="csY47" fmla="*/ 1433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42040" h="15287">
                  <a:moveTo>
                    <a:pt x="21020" y="1433"/>
                  </a:moveTo>
                  <a:lnTo>
                    <a:pt x="23886" y="1911"/>
                  </a:lnTo>
                  <a:lnTo>
                    <a:pt x="26275" y="2389"/>
                  </a:lnTo>
                  <a:lnTo>
                    <a:pt x="27230" y="2389"/>
                  </a:lnTo>
                  <a:lnTo>
                    <a:pt x="28186" y="2389"/>
                  </a:lnTo>
                  <a:lnTo>
                    <a:pt x="30575" y="4300"/>
                  </a:lnTo>
                  <a:lnTo>
                    <a:pt x="32486" y="5255"/>
                  </a:lnTo>
                  <a:lnTo>
                    <a:pt x="39174" y="7166"/>
                  </a:lnTo>
                  <a:lnTo>
                    <a:pt x="41562" y="10510"/>
                  </a:lnTo>
                  <a:lnTo>
                    <a:pt x="42040" y="11466"/>
                  </a:lnTo>
                  <a:lnTo>
                    <a:pt x="40129" y="12421"/>
                  </a:lnTo>
                  <a:lnTo>
                    <a:pt x="38218" y="12421"/>
                  </a:lnTo>
                  <a:lnTo>
                    <a:pt x="35830" y="12421"/>
                  </a:lnTo>
                  <a:lnTo>
                    <a:pt x="33919" y="11943"/>
                  </a:lnTo>
                  <a:lnTo>
                    <a:pt x="32963" y="11466"/>
                  </a:lnTo>
                  <a:lnTo>
                    <a:pt x="31052" y="10988"/>
                  </a:lnTo>
                  <a:lnTo>
                    <a:pt x="31530" y="10510"/>
                  </a:lnTo>
                  <a:lnTo>
                    <a:pt x="30575" y="10510"/>
                  </a:lnTo>
                  <a:lnTo>
                    <a:pt x="29141" y="10510"/>
                  </a:lnTo>
                  <a:lnTo>
                    <a:pt x="28664" y="11943"/>
                  </a:lnTo>
                  <a:lnTo>
                    <a:pt x="27708" y="12899"/>
                  </a:lnTo>
                  <a:lnTo>
                    <a:pt x="25797" y="12899"/>
                  </a:lnTo>
                  <a:lnTo>
                    <a:pt x="24842" y="11943"/>
                  </a:lnTo>
                  <a:lnTo>
                    <a:pt x="23886" y="12421"/>
                  </a:lnTo>
                  <a:lnTo>
                    <a:pt x="23409" y="12899"/>
                  </a:lnTo>
                  <a:lnTo>
                    <a:pt x="22453" y="15287"/>
                  </a:lnTo>
                  <a:lnTo>
                    <a:pt x="21020" y="14332"/>
                  </a:lnTo>
                  <a:lnTo>
                    <a:pt x="19109" y="12899"/>
                  </a:lnTo>
                  <a:lnTo>
                    <a:pt x="17198" y="12899"/>
                  </a:lnTo>
                  <a:lnTo>
                    <a:pt x="13376" y="12421"/>
                  </a:lnTo>
                  <a:lnTo>
                    <a:pt x="10988" y="12421"/>
                  </a:lnTo>
                  <a:lnTo>
                    <a:pt x="9555" y="10032"/>
                  </a:lnTo>
                  <a:lnTo>
                    <a:pt x="9077" y="9555"/>
                  </a:lnTo>
                  <a:lnTo>
                    <a:pt x="7166" y="9077"/>
                  </a:lnTo>
                  <a:lnTo>
                    <a:pt x="5733" y="6688"/>
                  </a:lnTo>
                  <a:lnTo>
                    <a:pt x="5255" y="6211"/>
                  </a:lnTo>
                  <a:lnTo>
                    <a:pt x="955" y="5733"/>
                  </a:lnTo>
                  <a:lnTo>
                    <a:pt x="0" y="4300"/>
                  </a:lnTo>
                  <a:lnTo>
                    <a:pt x="0" y="3344"/>
                  </a:lnTo>
                  <a:lnTo>
                    <a:pt x="1433" y="1911"/>
                  </a:lnTo>
                  <a:lnTo>
                    <a:pt x="2389" y="1433"/>
                  </a:lnTo>
                  <a:lnTo>
                    <a:pt x="4777" y="1433"/>
                  </a:lnTo>
                  <a:lnTo>
                    <a:pt x="7166" y="956"/>
                  </a:lnTo>
                  <a:lnTo>
                    <a:pt x="8121" y="478"/>
                  </a:lnTo>
                  <a:lnTo>
                    <a:pt x="9077" y="0"/>
                  </a:lnTo>
                  <a:lnTo>
                    <a:pt x="17676" y="956"/>
                  </a:lnTo>
                  <a:lnTo>
                    <a:pt x="19587" y="956"/>
                  </a:lnTo>
                  <a:lnTo>
                    <a:pt x="2102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2" name="Freeform 4671">
              <a:extLst>
                <a:ext uri="{FF2B5EF4-FFF2-40B4-BE49-F238E27FC236}">
                  <a16:creationId xmlns:a16="http://schemas.microsoft.com/office/drawing/2014/main" id="{651B3360-04AB-08C2-AA5D-9A7ACF34F641}"/>
                </a:ext>
              </a:extLst>
            </p:cNvPr>
            <p:cNvSpPr/>
            <p:nvPr/>
          </p:nvSpPr>
          <p:spPr>
            <a:xfrm>
              <a:off x="6652554" y="4093783"/>
              <a:ext cx="10509" cy="26753"/>
            </a:xfrm>
            <a:custGeom>
              <a:avLst/>
              <a:gdLst>
                <a:gd name="csX0" fmla="*/ 0 w 10509"/>
                <a:gd name="csY0" fmla="*/ 0 h 26753"/>
                <a:gd name="csX1" fmla="*/ 1433 w 10509"/>
                <a:gd name="csY1" fmla="*/ 4777 h 26753"/>
                <a:gd name="csX2" fmla="*/ 2866 w 10509"/>
                <a:gd name="csY2" fmla="*/ 9555 h 26753"/>
                <a:gd name="csX3" fmla="*/ 4300 w 10509"/>
                <a:gd name="csY3" fmla="*/ 14332 h 26753"/>
                <a:gd name="csX4" fmla="*/ 5733 w 10509"/>
                <a:gd name="csY4" fmla="*/ 19109 h 26753"/>
                <a:gd name="csX5" fmla="*/ 4300 w 10509"/>
                <a:gd name="csY5" fmla="*/ 19587 h 26753"/>
                <a:gd name="csX6" fmla="*/ 5255 w 10509"/>
                <a:gd name="csY6" fmla="*/ 22931 h 26753"/>
                <a:gd name="csX7" fmla="*/ 7644 w 10509"/>
                <a:gd name="csY7" fmla="*/ 22453 h 26753"/>
                <a:gd name="csX8" fmla="*/ 9555 w 10509"/>
                <a:gd name="csY8" fmla="*/ 21976 h 26753"/>
                <a:gd name="csX9" fmla="*/ 10510 w 10509"/>
                <a:gd name="csY9" fmla="*/ 24364 h 26753"/>
                <a:gd name="csX10" fmla="*/ 7644 w 10509"/>
                <a:gd name="csY10" fmla="*/ 26753 h 26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0509" h="26753">
                  <a:moveTo>
                    <a:pt x="0" y="0"/>
                  </a:moveTo>
                  <a:lnTo>
                    <a:pt x="1433" y="4777"/>
                  </a:lnTo>
                  <a:lnTo>
                    <a:pt x="2866" y="9555"/>
                  </a:lnTo>
                  <a:lnTo>
                    <a:pt x="4300" y="14332"/>
                  </a:lnTo>
                  <a:lnTo>
                    <a:pt x="5733" y="19109"/>
                  </a:lnTo>
                  <a:lnTo>
                    <a:pt x="4300" y="19587"/>
                  </a:lnTo>
                  <a:lnTo>
                    <a:pt x="5255" y="22931"/>
                  </a:lnTo>
                  <a:lnTo>
                    <a:pt x="7644" y="22453"/>
                  </a:lnTo>
                  <a:lnTo>
                    <a:pt x="9555" y="21976"/>
                  </a:lnTo>
                  <a:lnTo>
                    <a:pt x="10510" y="24364"/>
                  </a:lnTo>
                  <a:lnTo>
                    <a:pt x="7644" y="2675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3" name="Freeform 4672">
              <a:extLst>
                <a:ext uri="{FF2B5EF4-FFF2-40B4-BE49-F238E27FC236}">
                  <a16:creationId xmlns:a16="http://schemas.microsoft.com/office/drawing/2014/main" id="{3C42576D-5099-07EF-701B-F1058048D1DF}"/>
                </a:ext>
              </a:extLst>
            </p:cNvPr>
            <p:cNvSpPr/>
            <p:nvPr/>
          </p:nvSpPr>
          <p:spPr>
            <a:xfrm>
              <a:off x="6588538" y="4107637"/>
              <a:ext cx="4777" cy="7165"/>
            </a:xfrm>
            <a:custGeom>
              <a:avLst/>
              <a:gdLst>
                <a:gd name="csX0" fmla="*/ 0 w 4777"/>
                <a:gd name="csY0" fmla="*/ 7166 h 7165"/>
                <a:gd name="csX1" fmla="*/ 478 w 4777"/>
                <a:gd name="csY1" fmla="*/ 2389 h 7165"/>
                <a:gd name="csX2" fmla="*/ 478 w 4777"/>
                <a:gd name="csY2" fmla="*/ 1911 h 7165"/>
                <a:gd name="csX3" fmla="*/ 956 w 4777"/>
                <a:gd name="csY3" fmla="*/ 1433 h 7165"/>
                <a:gd name="csX4" fmla="*/ 1433 w 4777"/>
                <a:gd name="csY4" fmla="*/ 956 h 7165"/>
                <a:gd name="csX5" fmla="*/ 3822 w 4777"/>
                <a:gd name="csY5" fmla="*/ 0 h 7165"/>
                <a:gd name="csX6" fmla="*/ 4777 w 4777"/>
                <a:gd name="csY6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7" h="7165">
                  <a:moveTo>
                    <a:pt x="0" y="7166"/>
                  </a:moveTo>
                  <a:lnTo>
                    <a:pt x="478" y="2389"/>
                  </a:lnTo>
                  <a:lnTo>
                    <a:pt x="478" y="1911"/>
                  </a:lnTo>
                  <a:lnTo>
                    <a:pt x="956" y="1433"/>
                  </a:lnTo>
                  <a:lnTo>
                    <a:pt x="1433" y="956"/>
                  </a:lnTo>
                  <a:lnTo>
                    <a:pt x="3822" y="0"/>
                  </a:lnTo>
                  <a:lnTo>
                    <a:pt x="47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4" name="Freeform 4673">
              <a:extLst>
                <a:ext uri="{FF2B5EF4-FFF2-40B4-BE49-F238E27FC236}">
                  <a16:creationId xmlns:a16="http://schemas.microsoft.com/office/drawing/2014/main" id="{9FB69D9D-D6BD-0536-E9DC-F91CDAFB3E37}"/>
                </a:ext>
              </a:extLst>
            </p:cNvPr>
            <p:cNvSpPr/>
            <p:nvPr/>
          </p:nvSpPr>
          <p:spPr>
            <a:xfrm>
              <a:off x="6577072" y="4134390"/>
              <a:ext cx="9554" cy="44428"/>
            </a:xfrm>
            <a:custGeom>
              <a:avLst/>
              <a:gdLst>
                <a:gd name="csX0" fmla="*/ 0 w 9554"/>
                <a:gd name="csY0" fmla="*/ 44429 h 44428"/>
                <a:gd name="csX1" fmla="*/ 478 w 9554"/>
                <a:gd name="csY1" fmla="*/ 42040 h 44428"/>
                <a:gd name="csX2" fmla="*/ 0 w 9554"/>
                <a:gd name="csY2" fmla="*/ 40607 h 44428"/>
                <a:gd name="csX3" fmla="*/ 1433 w 9554"/>
                <a:gd name="csY3" fmla="*/ 35352 h 44428"/>
                <a:gd name="csX4" fmla="*/ 1911 w 9554"/>
                <a:gd name="csY4" fmla="*/ 33441 h 44428"/>
                <a:gd name="csX5" fmla="*/ 1911 w 9554"/>
                <a:gd name="csY5" fmla="*/ 31530 h 44428"/>
                <a:gd name="csX6" fmla="*/ 3822 w 9554"/>
                <a:gd name="csY6" fmla="*/ 28186 h 44428"/>
                <a:gd name="csX7" fmla="*/ 3344 w 9554"/>
                <a:gd name="csY7" fmla="*/ 27231 h 44428"/>
                <a:gd name="csX8" fmla="*/ 3822 w 9554"/>
                <a:gd name="csY8" fmla="*/ 22931 h 44428"/>
                <a:gd name="csX9" fmla="*/ 3344 w 9554"/>
                <a:gd name="csY9" fmla="*/ 22453 h 44428"/>
                <a:gd name="csX10" fmla="*/ 4300 w 9554"/>
                <a:gd name="csY10" fmla="*/ 20065 h 44428"/>
                <a:gd name="csX11" fmla="*/ 5255 w 9554"/>
                <a:gd name="csY11" fmla="*/ 17198 h 44428"/>
                <a:gd name="csX12" fmla="*/ 6688 w 9554"/>
                <a:gd name="csY12" fmla="*/ 14332 h 44428"/>
                <a:gd name="csX13" fmla="*/ 7166 w 9554"/>
                <a:gd name="csY13" fmla="*/ 12899 h 44428"/>
                <a:gd name="csX14" fmla="*/ 8599 w 9554"/>
                <a:gd name="csY14" fmla="*/ 10510 h 44428"/>
                <a:gd name="csX15" fmla="*/ 9555 w 9554"/>
                <a:gd name="csY15" fmla="*/ 7166 h 44428"/>
                <a:gd name="csX16" fmla="*/ 9077 w 9554"/>
                <a:gd name="csY16" fmla="*/ 5733 h 44428"/>
                <a:gd name="csX17" fmla="*/ 8599 w 9554"/>
                <a:gd name="csY17" fmla="*/ 5255 h 44428"/>
                <a:gd name="csX18" fmla="*/ 9077 w 9554"/>
                <a:gd name="csY18" fmla="*/ 3344 h 44428"/>
                <a:gd name="csX19" fmla="*/ 9077 w 9554"/>
                <a:gd name="csY19" fmla="*/ 3344 h 44428"/>
                <a:gd name="csX20" fmla="*/ 9555 w 9554"/>
                <a:gd name="csY20" fmla="*/ 0 h 44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9554" h="44428">
                  <a:moveTo>
                    <a:pt x="0" y="44429"/>
                  </a:moveTo>
                  <a:lnTo>
                    <a:pt x="478" y="42040"/>
                  </a:lnTo>
                  <a:lnTo>
                    <a:pt x="0" y="40607"/>
                  </a:lnTo>
                  <a:lnTo>
                    <a:pt x="1433" y="35352"/>
                  </a:lnTo>
                  <a:lnTo>
                    <a:pt x="1911" y="33441"/>
                  </a:lnTo>
                  <a:lnTo>
                    <a:pt x="1911" y="31530"/>
                  </a:lnTo>
                  <a:lnTo>
                    <a:pt x="3822" y="28186"/>
                  </a:lnTo>
                  <a:lnTo>
                    <a:pt x="3344" y="27231"/>
                  </a:lnTo>
                  <a:lnTo>
                    <a:pt x="3822" y="22931"/>
                  </a:lnTo>
                  <a:lnTo>
                    <a:pt x="3344" y="22453"/>
                  </a:lnTo>
                  <a:lnTo>
                    <a:pt x="4300" y="20065"/>
                  </a:lnTo>
                  <a:lnTo>
                    <a:pt x="5255" y="17198"/>
                  </a:lnTo>
                  <a:lnTo>
                    <a:pt x="6688" y="14332"/>
                  </a:lnTo>
                  <a:lnTo>
                    <a:pt x="7166" y="12899"/>
                  </a:lnTo>
                  <a:lnTo>
                    <a:pt x="8599" y="10510"/>
                  </a:lnTo>
                  <a:lnTo>
                    <a:pt x="9555" y="7166"/>
                  </a:lnTo>
                  <a:lnTo>
                    <a:pt x="9077" y="5733"/>
                  </a:lnTo>
                  <a:lnTo>
                    <a:pt x="8599" y="5255"/>
                  </a:lnTo>
                  <a:lnTo>
                    <a:pt x="9077" y="3344"/>
                  </a:lnTo>
                  <a:lnTo>
                    <a:pt x="9077" y="3344"/>
                  </a:lnTo>
                  <a:lnTo>
                    <a:pt x="95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5" name="Freeform 4674">
              <a:extLst>
                <a:ext uri="{FF2B5EF4-FFF2-40B4-BE49-F238E27FC236}">
                  <a16:creationId xmlns:a16="http://schemas.microsoft.com/office/drawing/2014/main" id="{DE4E9538-8D91-D107-FD79-97192B552F35}"/>
                </a:ext>
              </a:extLst>
            </p:cNvPr>
            <p:cNvSpPr/>
            <p:nvPr/>
          </p:nvSpPr>
          <p:spPr>
            <a:xfrm>
              <a:off x="6603348" y="4175953"/>
              <a:ext cx="3821" cy="2866"/>
            </a:xfrm>
            <a:custGeom>
              <a:avLst/>
              <a:gdLst>
                <a:gd name="csX0" fmla="*/ 3822 w 3821"/>
                <a:gd name="csY0" fmla="*/ 0 h 2866"/>
                <a:gd name="csX1" fmla="*/ 0 w 3821"/>
                <a:gd name="csY1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21" h="2866">
                  <a:moveTo>
                    <a:pt x="3822" y="0"/>
                  </a:move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6" name="Freeform 4675">
              <a:extLst>
                <a:ext uri="{FF2B5EF4-FFF2-40B4-BE49-F238E27FC236}">
                  <a16:creationId xmlns:a16="http://schemas.microsoft.com/office/drawing/2014/main" id="{C29F9B5A-C3E6-84EB-3653-8F8E2848A7CA}"/>
                </a:ext>
              </a:extLst>
            </p:cNvPr>
            <p:cNvSpPr/>
            <p:nvPr/>
          </p:nvSpPr>
          <p:spPr>
            <a:xfrm>
              <a:off x="6613380" y="4166398"/>
              <a:ext cx="8121" cy="1911"/>
            </a:xfrm>
            <a:custGeom>
              <a:avLst/>
              <a:gdLst>
                <a:gd name="csX0" fmla="*/ 8121 w 8121"/>
                <a:gd name="csY0" fmla="*/ 0 h 1911"/>
                <a:gd name="csX1" fmla="*/ 2866 w 8121"/>
                <a:gd name="csY1" fmla="*/ 1433 h 1911"/>
                <a:gd name="csX2" fmla="*/ 0 w 8121"/>
                <a:gd name="csY2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21" h="1911">
                  <a:moveTo>
                    <a:pt x="8121" y="0"/>
                  </a:moveTo>
                  <a:lnTo>
                    <a:pt x="2866" y="1433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7" name="Freeform 4676">
              <a:extLst>
                <a:ext uri="{FF2B5EF4-FFF2-40B4-BE49-F238E27FC236}">
                  <a16:creationId xmlns:a16="http://schemas.microsoft.com/office/drawing/2014/main" id="{DD4E6D6E-8D10-A9AB-4C3E-14DB8CA5697C}"/>
                </a:ext>
              </a:extLst>
            </p:cNvPr>
            <p:cNvSpPr/>
            <p:nvPr/>
          </p:nvSpPr>
          <p:spPr>
            <a:xfrm>
              <a:off x="6646821" y="4123880"/>
              <a:ext cx="8598" cy="1911"/>
            </a:xfrm>
            <a:custGeom>
              <a:avLst/>
              <a:gdLst>
                <a:gd name="csX0" fmla="*/ 8599 w 8598"/>
                <a:gd name="csY0" fmla="*/ 0 h 1911"/>
                <a:gd name="csX1" fmla="*/ 5733 w 8598"/>
                <a:gd name="csY1" fmla="*/ 478 h 1911"/>
                <a:gd name="csX2" fmla="*/ 0 w 8598"/>
                <a:gd name="csY2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598" h="1911">
                  <a:moveTo>
                    <a:pt x="8599" y="0"/>
                  </a:moveTo>
                  <a:lnTo>
                    <a:pt x="5733" y="478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8" name="Freeform 4677">
              <a:extLst>
                <a:ext uri="{FF2B5EF4-FFF2-40B4-BE49-F238E27FC236}">
                  <a16:creationId xmlns:a16="http://schemas.microsoft.com/office/drawing/2014/main" id="{52858D80-0DCE-81AA-7732-C87353036E04}"/>
                </a:ext>
              </a:extLst>
            </p:cNvPr>
            <p:cNvSpPr/>
            <p:nvPr/>
          </p:nvSpPr>
          <p:spPr>
            <a:xfrm>
              <a:off x="8656629" y="3807623"/>
              <a:ext cx="118954" cy="102233"/>
            </a:xfrm>
            <a:custGeom>
              <a:avLst/>
              <a:gdLst>
                <a:gd name="csX0" fmla="*/ 79303 w 118954"/>
                <a:gd name="csY0" fmla="*/ 35830 h 102233"/>
                <a:gd name="csX1" fmla="*/ 81692 w 118954"/>
                <a:gd name="csY1" fmla="*/ 35830 h 102233"/>
                <a:gd name="csX2" fmla="*/ 83125 w 118954"/>
                <a:gd name="csY2" fmla="*/ 35830 h 102233"/>
                <a:gd name="csX3" fmla="*/ 85036 w 118954"/>
                <a:gd name="csY3" fmla="*/ 35830 h 102233"/>
                <a:gd name="csX4" fmla="*/ 92202 w 118954"/>
                <a:gd name="csY4" fmla="*/ 39651 h 102233"/>
                <a:gd name="csX5" fmla="*/ 94591 w 118954"/>
                <a:gd name="csY5" fmla="*/ 40607 h 102233"/>
                <a:gd name="csX6" fmla="*/ 96979 w 118954"/>
                <a:gd name="csY6" fmla="*/ 40607 h 102233"/>
                <a:gd name="csX7" fmla="*/ 98890 w 118954"/>
                <a:gd name="csY7" fmla="*/ 40129 h 102233"/>
                <a:gd name="csX8" fmla="*/ 100323 w 118954"/>
                <a:gd name="csY8" fmla="*/ 39174 h 102233"/>
                <a:gd name="csX9" fmla="*/ 104623 w 118954"/>
                <a:gd name="csY9" fmla="*/ 34396 h 102233"/>
                <a:gd name="csX10" fmla="*/ 109400 w 118954"/>
                <a:gd name="csY10" fmla="*/ 30097 h 102233"/>
                <a:gd name="csX11" fmla="*/ 109878 w 118954"/>
                <a:gd name="csY11" fmla="*/ 30097 h 102233"/>
                <a:gd name="csX12" fmla="*/ 109878 w 118954"/>
                <a:gd name="csY12" fmla="*/ 31530 h 102233"/>
                <a:gd name="csX13" fmla="*/ 109400 w 118954"/>
                <a:gd name="csY13" fmla="*/ 32963 h 102233"/>
                <a:gd name="csX14" fmla="*/ 107489 w 118954"/>
                <a:gd name="csY14" fmla="*/ 36785 h 102233"/>
                <a:gd name="csX15" fmla="*/ 105100 w 118954"/>
                <a:gd name="csY15" fmla="*/ 42040 h 102233"/>
                <a:gd name="csX16" fmla="*/ 104623 w 118954"/>
                <a:gd name="csY16" fmla="*/ 44429 h 102233"/>
                <a:gd name="csX17" fmla="*/ 105578 w 118954"/>
                <a:gd name="csY17" fmla="*/ 47295 h 102233"/>
                <a:gd name="csX18" fmla="*/ 107012 w 118954"/>
                <a:gd name="csY18" fmla="*/ 49206 h 102233"/>
                <a:gd name="csX19" fmla="*/ 107967 w 118954"/>
                <a:gd name="csY19" fmla="*/ 52072 h 102233"/>
                <a:gd name="csX20" fmla="*/ 109400 w 118954"/>
                <a:gd name="csY20" fmla="*/ 56372 h 102233"/>
                <a:gd name="csX21" fmla="*/ 111311 w 118954"/>
                <a:gd name="csY21" fmla="*/ 56372 h 102233"/>
                <a:gd name="csX22" fmla="*/ 112266 w 118954"/>
                <a:gd name="csY22" fmla="*/ 56850 h 102233"/>
                <a:gd name="csX23" fmla="*/ 114177 w 118954"/>
                <a:gd name="csY23" fmla="*/ 55417 h 102233"/>
                <a:gd name="csX24" fmla="*/ 116088 w 118954"/>
                <a:gd name="csY24" fmla="*/ 53983 h 102233"/>
                <a:gd name="csX25" fmla="*/ 117521 w 118954"/>
                <a:gd name="csY25" fmla="*/ 53983 h 102233"/>
                <a:gd name="csX26" fmla="*/ 118955 w 118954"/>
                <a:gd name="csY26" fmla="*/ 53983 h 102233"/>
                <a:gd name="csX27" fmla="*/ 117044 w 118954"/>
                <a:gd name="csY27" fmla="*/ 54939 h 102233"/>
                <a:gd name="csX28" fmla="*/ 115133 w 118954"/>
                <a:gd name="csY28" fmla="*/ 56372 h 102233"/>
                <a:gd name="csX29" fmla="*/ 113222 w 118954"/>
                <a:gd name="csY29" fmla="*/ 58761 h 102233"/>
                <a:gd name="csX30" fmla="*/ 112744 w 118954"/>
                <a:gd name="csY30" fmla="*/ 59238 h 102233"/>
                <a:gd name="csX31" fmla="*/ 110833 w 118954"/>
                <a:gd name="csY31" fmla="*/ 59238 h 102233"/>
                <a:gd name="csX32" fmla="*/ 109400 w 118954"/>
                <a:gd name="csY32" fmla="*/ 59238 h 102233"/>
                <a:gd name="csX33" fmla="*/ 107012 w 118954"/>
                <a:gd name="csY33" fmla="*/ 60194 h 102233"/>
                <a:gd name="csX34" fmla="*/ 105100 w 118954"/>
                <a:gd name="csY34" fmla="*/ 61627 h 102233"/>
                <a:gd name="csX35" fmla="*/ 103189 w 118954"/>
                <a:gd name="csY35" fmla="*/ 63060 h 102233"/>
                <a:gd name="csX36" fmla="*/ 101278 w 118954"/>
                <a:gd name="csY36" fmla="*/ 63538 h 102233"/>
                <a:gd name="csX37" fmla="*/ 98890 w 118954"/>
                <a:gd name="csY37" fmla="*/ 64016 h 102233"/>
                <a:gd name="csX38" fmla="*/ 95546 w 118954"/>
                <a:gd name="csY38" fmla="*/ 64971 h 102233"/>
                <a:gd name="csX39" fmla="*/ 93157 w 118954"/>
                <a:gd name="csY39" fmla="*/ 64971 h 102233"/>
                <a:gd name="csX40" fmla="*/ 88858 w 118954"/>
                <a:gd name="csY40" fmla="*/ 64016 h 102233"/>
                <a:gd name="csX41" fmla="*/ 86947 w 118954"/>
                <a:gd name="csY41" fmla="*/ 64493 h 102233"/>
                <a:gd name="csX42" fmla="*/ 82169 w 118954"/>
                <a:gd name="csY42" fmla="*/ 66404 h 102233"/>
                <a:gd name="csX43" fmla="*/ 77870 w 118954"/>
                <a:gd name="csY43" fmla="*/ 69748 h 102233"/>
                <a:gd name="csX44" fmla="*/ 74526 w 118954"/>
                <a:gd name="csY44" fmla="*/ 73570 h 102233"/>
                <a:gd name="csX45" fmla="*/ 71659 w 118954"/>
                <a:gd name="csY45" fmla="*/ 77870 h 102233"/>
                <a:gd name="csX46" fmla="*/ 70226 w 118954"/>
                <a:gd name="csY46" fmla="*/ 80258 h 102233"/>
                <a:gd name="csX47" fmla="*/ 69748 w 118954"/>
                <a:gd name="csY47" fmla="*/ 82647 h 102233"/>
                <a:gd name="csX48" fmla="*/ 69271 w 118954"/>
                <a:gd name="csY48" fmla="*/ 84558 h 102233"/>
                <a:gd name="csX49" fmla="*/ 69271 w 118954"/>
                <a:gd name="csY49" fmla="*/ 85991 h 102233"/>
                <a:gd name="csX50" fmla="*/ 68316 w 118954"/>
                <a:gd name="csY50" fmla="*/ 87424 h 102233"/>
                <a:gd name="csX51" fmla="*/ 67837 w 118954"/>
                <a:gd name="csY51" fmla="*/ 88380 h 102233"/>
                <a:gd name="csX52" fmla="*/ 64971 w 118954"/>
                <a:gd name="csY52" fmla="*/ 87902 h 102233"/>
                <a:gd name="csX53" fmla="*/ 61150 w 118954"/>
                <a:gd name="csY53" fmla="*/ 85513 h 102233"/>
                <a:gd name="csX54" fmla="*/ 53028 w 118954"/>
                <a:gd name="csY54" fmla="*/ 81692 h 102233"/>
                <a:gd name="csX55" fmla="*/ 44907 w 118954"/>
                <a:gd name="csY55" fmla="*/ 76437 h 102233"/>
                <a:gd name="csX56" fmla="*/ 40129 w 118954"/>
                <a:gd name="csY56" fmla="*/ 74048 h 102233"/>
                <a:gd name="csX57" fmla="*/ 31530 w 118954"/>
                <a:gd name="csY57" fmla="*/ 75003 h 102233"/>
                <a:gd name="csX58" fmla="*/ 22931 w 118954"/>
                <a:gd name="csY58" fmla="*/ 79781 h 102233"/>
                <a:gd name="csX59" fmla="*/ 22453 w 118954"/>
                <a:gd name="csY59" fmla="*/ 79303 h 102233"/>
                <a:gd name="csX60" fmla="*/ 19109 w 118954"/>
                <a:gd name="csY60" fmla="*/ 75959 h 102233"/>
                <a:gd name="csX61" fmla="*/ 17676 w 118954"/>
                <a:gd name="csY61" fmla="*/ 74526 h 102233"/>
                <a:gd name="csX62" fmla="*/ 15765 w 118954"/>
                <a:gd name="csY62" fmla="*/ 74048 h 102233"/>
                <a:gd name="csX63" fmla="*/ 14332 w 118954"/>
                <a:gd name="csY63" fmla="*/ 74048 h 102233"/>
                <a:gd name="csX64" fmla="*/ 12898 w 118954"/>
                <a:gd name="csY64" fmla="*/ 74526 h 102233"/>
                <a:gd name="csX65" fmla="*/ 10988 w 118954"/>
                <a:gd name="csY65" fmla="*/ 76437 h 102233"/>
                <a:gd name="csX66" fmla="*/ 10510 w 118954"/>
                <a:gd name="csY66" fmla="*/ 77392 h 102233"/>
                <a:gd name="csX67" fmla="*/ 10032 w 118954"/>
                <a:gd name="csY67" fmla="*/ 78825 h 102233"/>
                <a:gd name="csX68" fmla="*/ 9555 w 118954"/>
                <a:gd name="csY68" fmla="*/ 80258 h 102233"/>
                <a:gd name="csX69" fmla="*/ 10032 w 118954"/>
                <a:gd name="csY69" fmla="*/ 81214 h 102233"/>
                <a:gd name="csX70" fmla="*/ 11943 w 118954"/>
                <a:gd name="csY70" fmla="*/ 83125 h 102233"/>
                <a:gd name="csX71" fmla="*/ 13854 w 118954"/>
                <a:gd name="csY71" fmla="*/ 85036 h 102233"/>
                <a:gd name="csX72" fmla="*/ 14809 w 118954"/>
                <a:gd name="csY72" fmla="*/ 85513 h 102233"/>
                <a:gd name="csX73" fmla="*/ 17198 w 118954"/>
                <a:gd name="csY73" fmla="*/ 85036 h 102233"/>
                <a:gd name="csX74" fmla="*/ 18154 w 118954"/>
                <a:gd name="csY74" fmla="*/ 85513 h 102233"/>
                <a:gd name="csX75" fmla="*/ 21498 w 118954"/>
                <a:gd name="csY75" fmla="*/ 88858 h 102233"/>
                <a:gd name="csX76" fmla="*/ 25320 w 118954"/>
                <a:gd name="csY76" fmla="*/ 91724 h 102233"/>
                <a:gd name="csX77" fmla="*/ 26275 w 118954"/>
                <a:gd name="csY77" fmla="*/ 93157 h 102233"/>
                <a:gd name="csX78" fmla="*/ 24842 w 118954"/>
                <a:gd name="csY78" fmla="*/ 94112 h 102233"/>
                <a:gd name="csX79" fmla="*/ 23409 w 118954"/>
                <a:gd name="csY79" fmla="*/ 94590 h 102233"/>
                <a:gd name="csX80" fmla="*/ 21498 w 118954"/>
                <a:gd name="csY80" fmla="*/ 94590 h 102233"/>
                <a:gd name="csX81" fmla="*/ 19587 w 118954"/>
                <a:gd name="csY81" fmla="*/ 94112 h 102233"/>
                <a:gd name="csX82" fmla="*/ 16721 w 118954"/>
                <a:gd name="csY82" fmla="*/ 92679 h 102233"/>
                <a:gd name="csX83" fmla="*/ 15287 w 118954"/>
                <a:gd name="csY83" fmla="*/ 94112 h 102233"/>
                <a:gd name="csX84" fmla="*/ 13377 w 118954"/>
                <a:gd name="csY84" fmla="*/ 96024 h 102233"/>
                <a:gd name="csX85" fmla="*/ 11943 w 118954"/>
                <a:gd name="csY85" fmla="*/ 98890 h 102233"/>
                <a:gd name="csX86" fmla="*/ 10988 w 118954"/>
                <a:gd name="csY86" fmla="*/ 99845 h 102233"/>
                <a:gd name="csX87" fmla="*/ 9077 w 118954"/>
                <a:gd name="csY87" fmla="*/ 101278 h 102233"/>
                <a:gd name="csX88" fmla="*/ 6211 w 118954"/>
                <a:gd name="csY88" fmla="*/ 102234 h 102233"/>
                <a:gd name="csX89" fmla="*/ 5255 w 118954"/>
                <a:gd name="csY89" fmla="*/ 101756 h 102233"/>
                <a:gd name="csX90" fmla="*/ 4300 w 118954"/>
                <a:gd name="csY90" fmla="*/ 100801 h 102233"/>
                <a:gd name="csX91" fmla="*/ 3822 w 118954"/>
                <a:gd name="csY91" fmla="*/ 99845 h 102233"/>
                <a:gd name="csX92" fmla="*/ 3344 w 118954"/>
                <a:gd name="csY92" fmla="*/ 98412 h 102233"/>
                <a:gd name="csX93" fmla="*/ 3822 w 118954"/>
                <a:gd name="csY93" fmla="*/ 95546 h 102233"/>
                <a:gd name="csX94" fmla="*/ 5255 w 118954"/>
                <a:gd name="csY94" fmla="*/ 93157 h 102233"/>
                <a:gd name="csX95" fmla="*/ 5733 w 118954"/>
                <a:gd name="csY95" fmla="*/ 90291 h 102233"/>
                <a:gd name="csX96" fmla="*/ 4777 w 118954"/>
                <a:gd name="csY96" fmla="*/ 86469 h 102233"/>
                <a:gd name="csX97" fmla="*/ 3822 w 118954"/>
                <a:gd name="csY97" fmla="*/ 85991 h 102233"/>
                <a:gd name="csX98" fmla="*/ 1433 w 118954"/>
                <a:gd name="csY98" fmla="*/ 83603 h 102233"/>
                <a:gd name="csX99" fmla="*/ 0 w 118954"/>
                <a:gd name="csY99" fmla="*/ 81214 h 102233"/>
                <a:gd name="csX100" fmla="*/ 0 w 118954"/>
                <a:gd name="csY100" fmla="*/ 78825 h 102233"/>
                <a:gd name="csX101" fmla="*/ 0 w 118954"/>
                <a:gd name="csY101" fmla="*/ 77392 h 102233"/>
                <a:gd name="csX102" fmla="*/ 478 w 118954"/>
                <a:gd name="csY102" fmla="*/ 74048 h 102233"/>
                <a:gd name="csX103" fmla="*/ 1433 w 118954"/>
                <a:gd name="csY103" fmla="*/ 72137 h 102233"/>
                <a:gd name="csX104" fmla="*/ 2389 w 118954"/>
                <a:gd name="csY104" fmla="*/ 71659 h 102233"/>
                <a:gd name="csX105" fmla="*/ 3822 w 118954"/>
                <a:gd name="csY105" fmla="*/ 71659 h 102233"/>
                <a:gd name="csX106" fmla="*/ 5733 w 118954"/>
                <a:gd name="csY106" fmla="*/ 70226 h 102233"/>
                <a:gd name="csX107" fmla="*/ 8121 w 118954"/>
                <a:gd name="csY107" fmla="*/ 68793 h 102233"/>
                <a:gd name="csX108" fmla="*/ 10032 w 118954"/>
                <a:gd name="csY108" fmla="*/ 66882 h 102233"/>
                <a:gd name="csX109" fmla="*/ 11943 w 118954"/>
                <a:gd name="csY109" fmla="*/ 64971 h 102233"/>
                <a:gd name="csX110" fmla="*/ 12898 w 118954"/>
                <a:gd name="csY110" fmla="*/ 62582 h 102233"/>
                <a:gd name="csX111" fmla="*/ 11466 w 118954"/>
                <a:gd name="csY111" fmla="*/ 59238 h 102233"/>
                <a:gd name="csX112" fmla="*/ 10988 w 118954"/>
                <a:gd name="csY112" fmla="*/ 57805 h 102233"/>
                <a:gd name="csX113" fmla="*/ 11466 w 118954"/>
                <a:gd name="csY113" fmla="*/ 55894 h 102233"/>
                <a:gd name="csX114" fmla="*/ 12898 w 118954"/>
                <a:gd name="csY114" fmla="*/ 55417 h 102233"/>
                <a:gd name="csX115" fmla="*/ 15287 w 118954"/>
                <a:gd name="csY115" fmla="*/ 55894 h 102233"/>
                <a:gd name="csX116" fmla="*/ 19109 w 118954"/>
                <a:gd name="csY116" fmla="*/ 58283 h 102233"/>
                <a:gd name="csX117" fmla="*/ 19587 w 118954"/>
                <a:gd name="csY117" fmla="*/ 58283 h 102233"/>
                <a:gd name="csX118" fmla="*/ 22453 w 118954"/>
                <a:gd name="csY118" fmla="*/ 58761 h 102233"/>
                <a:gd name="csX119" fmla="*/ 26275 w 118954"/>
                <a:gd name="csY119" fmla="*/ 59238 h 102233"/>
                <a:gd name="csX120" fmla="*/ 28186 w 118954"/>
                <a:gd name="csY120" fmla="*/ 59238 h 102233"/>
                <a:gd name="csX121" fmla="*/ 29141 w 118954"/>
                <a:gd name="csY121" fmla="*/ 58761 h 102233"/>
                <a:gd name="csX122" fmla="*/ 30575 w 118954"/>
                <a:gd name="csY122" fmla="*/ 56850 h 102233"/>
                <a:gd name="csX123" fmla="*/ 31530 w 118954"/>
                <a:gd name="csY123" fmla="*/ 53983 h 102233"/>
                <a:gd name="csX124" fmla="*/ 31052 w 118954"/>
                <a:gd name="csY124" fmla="*/ 50639 h 102233"/>
                <a:gd name="csX125" fmla="*/ 31052 w 118954"/>
                <a:gd name="csY125" fmla="*/ 47773 h 102233"/>
                <a:gd name="csX126" fmla="*/ 32008 w 118954"/>
                <a:gd name="csY126" fmla="*/ 44906 h 102233"/>
                <a:gd name="csX127" fmla="*/ 35352 w 118954"/>
                <a:gd name="csY127" fmla="*/ 40607 h 102233"/>
                <a:gd name="csX128" fmla="*/ 36307 w 118954"/>
                <a:gd name="csY128" fmla="*/ 38218 h 102233"/>
                <a:gd name="csX129" fmla="*/ 36307 w 118954"/>
                <a:gd name="csY129" fmla="*/ 32008 h 102233"/>
                <a:gd name="csX130" fmla="*/ 37741 w 118954"/>
                <a:gd name="csY130" fmla="*/ 29141 h 102233"/>
                <a:gd name="csX131" fmla="*/ 38218 w 118954"/>
                <a:gd name="csY131" fmla="*/ 26275 h 102233"/>
                <a:gd name="csX132" fmla="*/ 38696 w 118954"/>
                <a:gd name="csY132" fmla="*/ 20542 h 102233"/>
                <a:gd name="csX133" fmla="*/ 37741 w 118954"/>
                <a:gd name="csY133" fmla="*/ 14809 h 102233"/>
                <a:gd name="csX134" fmla="*/ 36307 w 118954"/>
                <a:gd name="csY134" fmla="*/ 11943 h 102233"/>
                <a:gd name="csX135" fmla="*/ 34874 w 118954"/>
                <a:gd name="csY135" fmla="*/ 9077 h 102233"/>
                <a:gd name="csX136" fmla="*/ 34874 w 118954"/>
                <a:gd name="csY136" fmla="*/ 6688 h 102233"/>
                <a:gd name="csX137" fmla="*/ 36307 w 118954"/>
                <a:gd name="csY137" fmla="*/ 4299 h 102233"/>
                <a:gd name="csX138" fmla="*/ 36307 w 118954"/>
                <a:gd name="csY138" fmla="*/ 3344 h 102233"/>
                <a:gd name="csX139" fmla="*/ 36785 w 118954"/>
                <a:gd name="csY139" fmla="*/ 2866 h 102233"/>
                <a:gd name="csX140" fmla="*/ 38696 w 118954"/>
                <a:gd name="csY140" fmla="*/ 2389 h 102233"/>
                <a:gd name="csX141" fmla="*/ 39652 w 118954"/>
                <a:gd name="csY141" fmla="*/ 1911 h 102233"/>
                <a:gd name="csX142" fmla="*/ 40607 w 118954"/>
                <a:gd name="csY142" fmla="*/ 955 h 102233"/>
                <a:gd name="csX143" fmla="*/ 42040 w 118954"/>
                <a:gd name="csY143" fmla="*/ 0 h 102233"/>
                <a:gd name="csX144" fmla="*/ 42518 w 118954"/>
                <a:gd name="csY144" fmla="*/ 955 h 102233"/>
                <a:gd name="csX145" fmla="*/ 43473 w 118954"/>
                <a:gd name="csY145" fmla="*/ 1911 h 102233"/>
                <a:gd name="csX146" fmla="*/ 46340 w 118954"/>
                <a:gd name="csY146" fmla="*/ 4777 h 102233"/>
                <a:gd name="csX147" fmla="*/ 51595 w 118954"/>
                <a:gd name="csY147" fmla="*/ 10032 h 102233"/>
                <a:gd name="csX148" fmla="*/ 57328 w 118954"/>
                <a:gd name="csY148" fmla="*/ 17676 h 102233"/>
                <a:gd name="csX149" fmla="*/ 60671 w 118954"/>
                <a:gd name="csY149" fmla="*/ 21498 h 102233"/>
                <a:gd name="csX150" fmla="*/ 64493 w 118954"/>
                <a:gd name="csY150" fmla="*/ 25320 h 102233"/>
                <a:gd name="csX151" fmla="*/ 68793 w 118954"/>
                <a:gd name="csY151" fmla="*/ 28664 h 102233"/>
                <a:gd name="csX152" fmla="*/ 73093 w 118954"/>
                <a:gd name="csY152" fmla="*/ 31530 h 102233"/>
                <a:gd name="csX153" fmla="*/ 75959 w 118954"/>
                <a:gd name="csY153" fmla="*/ 32963 h 102233"/>
                <a:gd name="csX154" fmla="*/ 77870 w 118954"/>
                <a:gd name="csY154" fmla="*/ 35352 h 102233"/>
                <a:gd name="csX155" fmla="*/ 79303 w 118954"/>
                <a:gd name="csY155" fmla="*/ 35830 h 102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</a:cxnLst>
              <a:rect l="l" t="t" r="r" b="b"/>
              <a:pathLst>
                <a:path w="118954" h="102233">
                  <a:moveTo>
                    <a:pt x="79303" y="35830"/>
                  </a:moveTo>
                  <a:lnTo>
                    <a:pt x="81692" y="35830"/>
                  </a:lnTo>
                  <a:lnTo>
                    <a:pt x="83125" y="35830"/>
                  </a:lnTo>
                  <a:lnTo>
                    <a:pt x="85036" y="35830"/>
                  </a:lnTo>
                  <a:lnTo>
                    <a:pt x="92202" y="39651"/>
                  </a:lnTo>
                  <a:lnTo>
                    <a:pt x="94591" y="40607"/>
                  </a:lnTo>
                  <a:lnTo>
                    <a:pt x="96979" y="40607"/>
                  </a:lnTo>
                  <a:lnTo>
                    <a:pt x="98890" y="40129"/>
                  </a:lnTo>
                  <a:lnTo>
                    <a:pt x="100323" y="39174"/>
                  </a:lnTo>
                  <a:lnTo>
                    <a:pt x="104623" y="34396"/>
                  </a:lnTo>
                  <a:lnTo>
                    <a:pt x="109400" y="30097"/>
                  </a:lnTo>
                  <a:lnTo>
                    <a:pt x="109878" y="30097"/>
                  </a:lnTo>
                  <a:lnTo>
                    <a:pt x="109878" y="31530"/>
                  </a:lnTo>
                  <a:lnTo>
                    <a:pt x="109400" y="32963"/>
                  </a:lnTo>
                  <a:lnTo>
                    <a:pt x="107489" y="36785"/>
                  </a:lnTo>
                  <a:lnTo>
                    <a:pt x="105100" y="42040"/>
                  </a:lnTo>
                  <a:lnTo>
                    <a:pt x="104623" y="44429"/>
                  </a:lnTo>
                  <a:lnTo>
                    <a:pt x="105578" y="47295"/>
                  </a:lnTo>
                  <a:lnTo>
                    <a:pt x="107012" y="49206"/>
                  </a:lnTo>
                  <a:lnTo>
                    <a:pt x="107967" y="52072"/>
                  </a:lnTo>
                  <a:lnTo>
                    <a:pt x="109400" y="56372"/>
                  </a:lnTo>
                  <a:lnTo>
                    <a:pt x="111311" y="56372"/>
                  </a:lnTo>
                  <a:lnTo>
                    <a:pt x="112266" y="56850"/>
                  </a:lnTo>
                  <a:lnTo>
                    <a:pt x="114177" y="55417"/>
                  </a:lnTo>
                  <a:lnTo>
                    <a:pt x="116088" y="53983"/>
                  </a:lnTo>
                  <a:lnTo>
                    <a:pt x="117521" y="53983"/>
                  </a:lnTo>
                  <a:lnTo>
                    <a:pt x="118955" y="53983"/>
                  </a:lnTo>
                  <a:lnTo>
                    <a:pt x="117044" y="54939"/>
                  </a:lnTo>
                  <a:lnTo>
                    <a:pt x="115133" y="56372"/>
                  </a:lnTo>
                  <a:lnTo>
                    <a:pt x="113222" y="58761"/>
                  </a:lnTo>
                  <a:lnTo>
                    <a:pt x="112744" y="59238"/>
                  </a:lnTo>
                  <a:lnTo>
                    <a:pt x="110833" y="59238"/>
                  </a:lnTo>
                  <a:lnTo>
                    <a:pt x="109400" y="59238"/>
                  </a:lnTo>
                  <a:lnTo>
                    <a:pt x="107012" y="60194"/>
                  </a:lnTo>
                  <a:lnTo>
                    <a:pt x="105100" y="61627"/>
                  </a:lnTo>
                  <a:lnTo>
                    <a:pt x="103189" y="63060"/>
                  </a:lnTo>
                  <a:lnTo>
                    <a:pt x="101278" y="63538"/>
                  </a:lnTo>
                  <a:lnTo>
                    <a:pt x="98890" y="64016"/>
                  </a:lnTo>
                  <a:lnTo>
                    <a:pt x="95546" y="64971"/>
                  </a:lnTo>
                  <a:lnTo>
                    <a:pt x="93157" y="64971"/>
                  </a:lnTo>
                  <a:lnTo>
                    <a:pt x="88858" y="64016"/>
                  </a:lnTo>
                  <a:lnTo>
                    <a:pt x="86947" y="64493"/>
                  </a:lnTo>
                  <a:lnTo>
                    <a:pt x="82169" y="66404"/>
                  </a:lnTo>
                  <a:lnTo>
                    <a:pt x="77870" y="69748"/>
                  </a:lnTo>
                  <a:lnTo>
                    <a:pt x="74526" y="73570"/>
                  </a:lnTo>
                  <a:lnTo>
                    <a:pt x="71659" y="77870"/>
                  </a:lnTo>
                  <a:lnTo>
                    <a:pt x="70226" y="80258"/>
                  </a:lnTo>
                  <a:lnTo>
                    <a:pt x="69748" y="82647"/>
                  </a:lnTo>
                  <a:lnTo>
                    <a:pt x="69271" y="84558"/>
                  </a:lnTo>
                  <a:lnTo>
                    <a:pt x="69271" y="85991"/>
                  </a:lnTo>
                  <a:lnTo>
                    <a:pt x="68316" y="87424"/>
                  </a:lnTo>
                  <a:lnTo>
                    <a:pt x="67837" y="88380"/>
                  </a:lnTo>
                  <a:lnTo>
                    <a:pt x="64971" y="87902"/>
                  </a:lnTo>
                  <a:lnTo>
                    <a:pt x="61150" y="85513"/>
                  </a:lnTo>
                  <a:lnTo>
                    <a:pt x="53028" y="81692"/>
                  </a:lnTo>
                  <a:lnTo>
                    <a:pt x="44907" y="76437"/>
                  </a:lnTo>
                  <a:lnTo>
                    <a:pt x="40129" y="74048"/>
                  </a:lnTo>
                  <a:lnTo>
                    <a:pt x="31530" y="75003"/>
                  </a:lnTo>
                  <a:lnTo>
                    <a:pt x="22931" y="79781"/>
                  </a:lnTo>
                  <a:lnTo>
                    <a:pt x="22453" y="79303"/>
                  </a:lnTo>
                  <a:lnTo>
                    <a:pt x="19109" y="75959"/>
                  </a:lnTo>
                  <a:lnTo>
                    <a:pt x="17676" y="74526"/>
                  </a:lnTo>
                  <a:lnTo>
                    <a:pt x="15765" y="74048"/>
                  </a:lnTo>
                  <a:lnTo>
                    <a:pt x="14332" y="74048"/>
                  </a:lnTo>
                  <a:lnTo>
                    <a:pt x="12898" y="74526"/>
                  </a:lnTo>
                  <a:lnTo>
                    <a:pt x="10988" y="76437"/>
                  </a:lnTo>
                  <a:lnTo>
                    <a:pt x="10510" y="77392"/>
                  </a:lnTo>
                  <a:lnTo>
                    <a:pt x="10032" y="78825"/>
                  </a:lnTo>
                  <a:lnTo>
                    <a:pt x="9555" y="80258"/>
                  </a:lnTo>
                  <a:lnTo>
                    <a:pt x="10032" y="81214"/>
                  </a:lnTo>
                  <a:lnTo>
                    <a:pt x="11943" y="83125"/>
                  </a:lnTo>
                  <a:lnTo>
                    <a:pt x="13854" y="85036"/>
                  </a:lnTo>
                  <a:lnTo>
                    <a:pt x="14809" y="85513"/>
                  </a:lnTo>
                  <a:lnTo>
                    <a:pt x="17198" y="85036"/>
                  </a:lnTo>
                  <a:lnTo>
                    <a:pt x="18154" y="85513"/>
                  </a:lnTo>
                  <a:lnTo>
                    <a:pt x="21498" y="88858"/>
                  </a:lnTo>
                  <a:lnTo>
                    <a:pt x="25320" y="91724"/>
                  </a:lnTo>
                  <a:lnTo>
                    <a:pt x="26275" y="93157"/>
                  </a:lnTo>
                  <a:lnTo>
                    <a:pt x="24842" y="94112"/>
                  </a:lnTo>
                  <a:lnTo>
                    <a:pt x="23409" y="94590"/>
                  </a:lnTo>
                  <a:lnTo>
                    <a:pt x="21498" y="94590"/>
                  </a:lnTo>
                  <a:lnTo>
                    <a:pt x="19587" y="94112"/>
                  </a:lnTo>
                  <a:lnTo>
                    <a:pt x="16721" y="92679"/>
                  </a:lnTo>
                  <a:lnTo>
                    <a:pt x="15287" y="94112"/>
                  </a:lnTo>
                  <a:lnTo>
                    <a:pt x="13377" y="96024"/>
                  </a:lnTo>
                  <a:lnTo>
                    <a:pt x="11943" y="98890"/>
                  </a:lnTo>
                  <a:lnTo>
                    <a:pt x="10988" y="99845"/>
                  </a:lnTo>
                  <a:lnTo>
                    <a:pt x="9077" y="101278"/>
                  </a:lnTo>
                  <a:lnTo>
                    <a:pt x="6211" y="102234"/>
                  </a:lnTo>
                  <a:lnTo>
                    <a:pt x="5255" y="101756"/>
                  </a:lnTo>
                  <a:lnTo>
                    <a:pt x="4300" y="100801"/>
                  </a:lnTo>
                  <a:lnTo>
                    <a:pt x="3822" y="99845"/>
                  </a:lnTo>
                  <a:lnTo>
                    <a:pt x="3344" y="98412"/>
                  </a:lnTo>
                  <a:lnTo>
                    <a:pt x="3822" y="95546"/>
                  </a:lnTo>
                  <a:lnTo>
                    <a:pt x="5255" y="93157"/>
                  </a:lnTo>
                  <a:lnTo>
                    <a:pt x="5733" y="90291"/>
                  </a:lnTo>
                  <a:lnTo>
                    <a:pt x="4777" y="86469"/>
                  </a:lnTo>
                  <a:lnTo>
                    <a:pt x="3822" y="85991"/>
                  </a:lnTo>
                  <a:lnTo>
                    <a:pt x="1433" y="83603"/>
                  </a:lnTo>
                  <a:lnTo>
                    <a:pt x="0" y="81214"/>
                  </a:lnTo>
                  <a:lnTo>
                    <a:pt x="0" y="78825"/>
                  </a:lnTo>
                  <a:lnTo>
                    <a:pt x="0" y="77392"/>
                  </a:lnTo>
                  <a:lnTo>
                    <a:pt x="478" y="74048"/>
                  </a:lnTo>
                  <a:lnTo>
                    <a:pt x="1433" y="72137"/>
                  </a:lnTo>
                  <a:lnTo>
                    <a:pt x="2389" y="71659"/>
                  </a:lnTo>
                  <a:lnTo>
                    <a:pt x="3822" y="71659"/>
                  </a:lnTo>
                  <a:lnTo>
                    <a:pt x="5733" y="70226"/>
                  </a:lnTo>
                  <a:lnTo>
                    <a:pt x="8121" y="68793"/>
                  </a:lnTo>
                  <a:lnTo>
                    <a:pt x="10032" y="66882"/>
                  </a:lnTo>
                  <a:lnTo>
                    <a:pt x="11943" y="64971"/>
                  </a:lnTo>
                  <a:lnTo>
                    <a:pt x="12898" y="62582"/>
                  </a:lnTo>
                  <a:lnTo>
                    <a:pt x="11466" y="59238"/>
                  </a:lnTo>
                  <a:lnTo>
                    <a:pt x="10988" y="57805"/>
                  </a:lnTo>
                  <a:lnTo>
                    <a:pt x="11466" y="55894"/>
                  </a:lnTo>
                  <a:lnTo>
                    <a:pt x="12898" y="55417"/>
                  </a:lnTo>
                  <a:lnTo>
                    <a:pt x="15287" y="55894"/>
                  </a:lnTo>
                  <a:lnTo>
                    <a:pt x="19109" y="58283"/>
                  </a:lnTo>
                  <a:lnTo>
                    <a:pt x="19587" y="58283"/>
                  </a:lnTo>
                  <a:lnTo>
                    <a:pt x="22453" y="58761"/>
                  </a:lnTo>
                  <a:lnTo>
                    <a:pt x="26275" y="59238"/>
                  </a:lnTo>
                  <a:lnTo>
                    <a:pt x="28186" y="59238"/>
                  </a:lnTo>
                  <a:lnTo>
                    <a:pt x="29141" y="58761"/>
                  </a:lnTo>
                  <a:lnTo>
                    <a:pt x="30575" y="56850"/>
                  </a:lnTo>
                  <a:lnTo>
                    <a:pt x="31530" y="53983"/>
                  </a:lnTo>
                  <a:lnTo>
                    <a:pt x="31052" y="50639"/>
                  </a:lnTo>
                  <a:lnTo>
                    <a:pt x="31052" y="47773"/>
                  </a:lnTo>
                  <a:lnTo>
                    <a:pt x="32008" y="44906"/>
                  </a:lnTo>
                  <a:lnTo>
                    <a:pt x="35352" y="40607"/>
                  </a:lnTo>
                  <a:lnTo>
                    <a:pt x="36307" y="38218"/>
                  </a:lnTo>
                  <a:lnTo>
                    <a:pt x="36307" y="32008"/>
                  </a:lnTo>
                  <a:lnTo>
                    <a:pt x="37741" y="29141"/>
                  </a:lnTo>
                  <a:lnTo>
                    <a:pt x="38218" y="26275"/>
                  </a:lnTo>
                  <a:lnTo>
                    <a:pt x="38696" y="20542"/>
                  </a:lnTo>
                  <a:lnTo>
                    <a:pt x="37741" y="14809"/>
                  </a:lnTo>
                  <a:lnTo>
                    <a:pt x="36307" y="11943"/>
                  </a:lnTo>
                  <a:lnTo>
                    <a:pt x="34874" y="9077"/>
                  </a:lnTo>
                  <a:lnTo>
                    <a:pt x="34874" y="6688"/>
                  </a:lnTo>
                  <a:lnTo>
                    <a:pt x="36307" y="4299"/>
                  </a:lnTo>
                  <a:lnTo>
                    <a:pt x="36307" y="3344"/>
                  </a:lnTo>
                  <a:lnTo>
                    <a:pt x="36785" y="2866"/>
                  </a:lnTo>
                  <a:lnTo>
                    <a:pt x="38696" y="2389"/>
                  </a:lnTo>
                  <a:lnTo>
                    <a:pt x="39652" y="1911"/>
                  </a:lnTo>
                  <a:lnTo>
                    <a:pt x="40607" y="955"/>
                  </a:lnTo>
                  <a:lnTo>
                    <a:pt x="42040" y="0"/>
                  </a:lnTo>
                  <a:lnTo>
                    <a:pt x="42518" y="955"/>
                  </a:lnTo>
                  <a:lnTo>
                    <a:pt x="43473" y="1911"/>
                  </a:lnTo>
                  <a:lnTo>
                    <a:pt x="46340" y="4777"/>
                  </a:lnTo>
                  <a:lnTo>
                    <a:pt x="51595" y="10032"/>
                  </a:lnTo>
                  <a:lnTo>
                    <a:pt x="57328" y="17676"/>
                  </a:lnTo>
                  <a:lnTo>
                    <a:pt x="60671" y="21498"/>
                  </a:lnTo>
                  <a:lnTo>
                    <a:pt x="64493" y="25320"/>
                  </a:lnTo>
                  <a:lnTo>
                    <a:pt x="68793" y="28664"/>
                  </a:lnTo>
                  <a:lnTo>
                    <a:pt x="73093" y="31530"/>
                  </a:lnTo>
                  <a:lnTo>
                    <a:pt x="75959" y="32963"/>
                  </a:lnTo>
                  <a:lnTo>
                    <a:pt x="77870" y="35352"/>
                  </a:lnTo>
                  <a:lnTo>
                    <a:pt x="79303" y="3583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9" name="Freeform 4678">
              <a:extLst>
                <a:ext uri="{FF2B5EF4-FFF2-40B4-BE49-F238E27FC236}">
                  <a16:creationId xmlns:a16="http://schemas.microsoft.com/office/drawing/2014/main" id="{D8EBDEFB-2962-0358-FBDE-8A9E742FE34D}"/>
                </a:ext>
              </a:extLst>
            </p:cNvPr>
            <p:cNvSpPr/>
            <p:nvPr/>
          </p:nvSpPr>
          <p:spPr>
            <a:xfrm>
              <a:off x="8679560" y="3809056"/>
              <a:ext cx="1910" cy="4777"/>
            </a:xfrm>
            <a:custGeom>
              <a:avLst/>
              <a:gdLst>
                <a:gd name="csX0" fmla="*/ 1910 w 1910"/>
                <a:gd name="csY0" fmla="*/ 3344 h 4777"/>
                <a:gd name="csX1" fmla="*/ 955 w 1910"/>
                <a:gd name="csY1" fmla="*/ 4777 h 4777"/>
                <a:gd name="csX2" fmla="*/ 0 w 1910"/>
                <a:gd name="csY2" fmla="*/ 2389 h 4777"/>
                <a:gd name="csX3" fmla="*/ 0 w 1910"/>
                <a:gd name="csY3" fmla="*/ 0 h 4777"/>
                <a:gd name="csX4" fmla="*/ 478 w 1910"/>
                <a:gd name="csY4" fmla="*/ 0 h 4777"/>
                <a:gd name="csX5" fmla="*/ 1433 w 1910"/>
                <a:gd name="csY5" fmla="*/ 0 h 4777"/>
                <a:gd name="csX6" fmla="*/ 1910 w 1910"/>
                <a:gd name="csY6" fmla="*/ 1433 h 4777"/>
                <a:gd name="csX7" fmla="*/ 1910 w 1910"/>
                <a:gd name="csY7" fmla="*/ 3344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4777">
                  <a:moveTo>
                    <a:pt x="1910" y="3344"/>
                  </a:moveTo>
                  <a:lnTo>
                    <a:pt x="955" y="4777"/>
                  </a:lnTo>
                  <a:lnTo>
                    <a:pt x="0" y="2389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0" y="1433"/>
                  </a:lnTo>
                  <a:lnTo>
                    <a:pt x="191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0" name="Freeform 4679">
              <a:extLst>
                <a:ext uri="{FF2B5EF4-FFF2-40B4-BE49-F238E27FC236}">
                  <a16:creationId xmlns:a16="http://schemas.microsoft.com/office/drawing/2014/main" id="{5E4D5497-F194-3B20-CBBE-F4050E57FF98}"/>
                </a:ext>
              </a:extLst>
            </p:cNvPr>
            <p:cNvSpPr/>
            <p:nvPr/>
          </p:nvSpPr>
          <p:spPr>
            <a:xfrm>
              <a:off x="8682426" y="3814311"/>
              <a:ext cx="3821" cy="3821"/>
            </a:xfrm>
            <a:custGeom>
              <a:avLst/>
              <a:gdLst>
                <a:gd name="csX0" fmla="*/ 3344 w 3821"/>
                <a:gd name="csY0" fmla="*/ 3344 h 3821"/>
                <a:gd name="csX1" fmla="*/ 1911 w 3821"/>
                <a:gd name="csY1" fmla="*/ 3822 h 3821"/>
                <a:gd name="csX2" fmla="*/ 478 w 3821"/>
                <a:gd name="csY2" fmla="*/ 2389 h 3821"/>
                <a:gd name="csX3" fmla="*/ 0 w 3821"/>
                <a:gd name="csY3" fmla="*/ 1433 h 3821"/>
                <a:gd name="csX4" fmla="*/ 1433 w 3821"/>
                <a:gd name="csY4" fmla="*/ 0 h 3821"/>
                <a:gd name="csX5" fmla="*/ 2389 w 3821"/>
                <a:gd name="csY5" fmla="*/ 478 h 3821"/>
                <a:gd name="csX6" fmla="*/ 3821 w 3821"/>
                <a:gd name="csY6" fmla="*/ 1911 h 3821"/>
                <a:gd name="csX7" fmla="*/ 3821 w 3821"/>
                <a:gd name="csY7" fmla="*/ 2867 h 3821"/>
                <a:gd name="csX8" fmla="*/ 3344 w 3821"/>
                <a:gd name="csY8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3821">
                  <a:moveTo>
                    <a:pt x="3344" y="3344"/>
                  </a:moveTo>
                  <a:lnTo>
                    <a:pt x="1911" y="3822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2389" y="478"/>
                  </a:lnTo>
                  <a:lnTo>
                    <a:pt x="3821" y="1911"/>
                  </a:lnTo>
                  <a:lnTo>
                    <a:pt x="3821" y="2867"/>
                  </a:lnTo>
                  <a:lnTo>
                    <a:pt x="3344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1" name="Freeform 4680">
              <a:extLst>
                <a:ext uri="{FF2B5EF4-FFF2-40B4-BE49-F238E27FC236}">
                  <a16:creationId xmlns:a16="http://schemas.microsoft.com/office/drawing/2014/main" id="{1928CA31-49D7-1EFC-ED52-F0B1425E4B17}"/>
                </a:ext>
              </a:extLst>
            </p:cNvPr>
            <p:cNvSpPr/>
            <p:nvPr/>
          </p:nvSpPr>
          <p:spPr>
            <a:xfrm>
              <a:off x="8648508" y="3890270"/>
              <a:ext cx="2866" cy="3821"/>
            </a:xfrm>
            <a:custGeom>
              <a:avLst/>
              <a:gdLst>
                <a:gd name="csX0" fmla="*/ 1433 w 2866"/>
                <a:gd name="csY0" fmla="*/ 3344 h 3821"/>
                <a:gd name="csX1" fmla="*/ 955 w 2866"/>
                <a:gd name="csY1" fmla="*/ 3822 h 3821"/>
                <a:gd name="csX2" fmla="*/ 478 w 2866"/>
                <a:gd name="csY2" fmla="*/ 3344 h 3821"/>
                <a:gd name="csX3" fmla="*/ 0 w 2866"/>
                <a:gd name="csY3" fmla="*/ 1433 h 3821"/>
                <a:gd name="csX4" fmla="*/ 478 w 2866"/>
                <a:gd name="csY4" fmla="*/ 478 h 3821"/>
                <a:gd name="csX5" fmla="*/ 1433 w 2866"/>
                <a:gd name="csY5" fmla="*/ 0 h 3821"/>
                <a:gd name="csX6" fmla="*/ 2866 w 2866"/>
                <a:gd name="csY6" fmla="*/ 0 h 3821"/>
                <a:gd name="csX7" fmla="*/ 1910 w 2866"/>
                <a:gd name="csY7" fmla="*/ 3344 h 3821"/>
                <a:gd name="csX8" fmla="*/ 1433 w 2866"/>
                <a:gd name="csY8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3821">
                  <a:moveTo>
                    <a:pt x="1433" y="3344"/>
                  </a:moveTo>
                  <a:lnTo>
                    <a:pt x="955" y="3822"/>
                  </a:lnTo>
                  <a:lnTo>
                    <a:pt x="478" y="3344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866" y="0"/>
                  </a:lnTo>
                  <a:lnTo>
                    <a:pt x="1910" y="3344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2" name="Freeform 4681">
              <a:extLst>
                <a:ext uri="{FF2B5EF4-FFF2-40B4-BE49-F238E27FC236}">
                  <a16:creationId xmlns:a16="http://schemas.microsoft.com/office/drawing/2014/main" id="{E53DA732-B9CB-5373-3C9E-C70869239C12}"/>
                </a:ext>
              </a:extLst>
            </p:cNvPr>
            <p:cNvSpPr/>
            <p:nvPr/>
          </p:nvSpPr>
          <p:spPr>
            <a:xfrm>
              <a:off x="8479391" y="3907946"/>
              <a:ext cx="220233" cy="183447"/>
            </a:xfrm>
            <a:custGeom>
              <a:avLst/>
              <a:gdLst>
                <a:gd name="csX0" fmla="*/ 204946 w 220233"/>
                <a:gd name="csY0" fmla="*/ 3344 h 183447"/>
                <a:gd name="csX1" fmla="*/ 205901 w 220233"/>
                <a:gd name="csY1" fmla="*/ 3344 h 183447"/>
                <a:gd name="csX2" fmla="*/ 209723 w 220233"/>
                <a:gd name="csY2" fmla="*/ 2389 h 183447"/>
                <a:gd name="csX3" fmla="*/ 208768 w 220233"/>
                <a:gd name="csY3" fmla="*/ 6210 h 183447"/>
                <a:gd name="csX4" fmla="*/ 208290 w 220233"/>
                <a:gd name="csY4" fmla="*/ 9555 h 183447"/>
                <a:gd name="csX5" fmla="*/ 208768 w 220233"/>
                <a:gd name="csY5" fmla="*/ 15765 h 183447"/>
                <a:gd name="csX6" fmla="*/ 209245 w 220233"/>
                <a:gd name="csY6" fmla="*/ 18631 h 183447"/>
                <a:gd name="csX7" fmla="*/ 209723 w 220233"/>
                <a:gd name="csY7" fmla="*/ 21498 h 183447"/>
                <a:gd name="csX8" fmla="*/ 211156 w 220233"/>
                <a:gd name="csY8" fmla="*/ 23409 h 183447"/>
                <a:gd name="csX9" fmla="*/ 213545 w 220233"/>
                <a:gd name="csY9" fmla="*/ 24842 h 183447"/>
                <a:gd name="csX10" fmla="*/ 216411 w 220233"/>
                <a:gd name="csY10" fmla="*/ 29141 h 183447"/>
                <a:gd name="csX11" fmla="*/ 217845 w 220233"/>
                <a:gd name="csY11" fmla="*/ 34396 h 183447"/>
                <a:gd name="csX12" fmla="*/ 219278 w 220233"/>
                <a:gd name="csY12" fmla="*/ 36785 h 183447"/>
                <a:gd name="csX13" fmla="*/ 219756 w 220233"/>
                <a:gd name="csY13" fmla="*/ 39651 h 183447"/>
                <a:gd name="csX14" fmla="*/ 220233 w 220233"/>
                <a:gd name="csY14" fmla="*/ 40607 h 183447"/>
                <a:gd name="csX15" fmla="*/ 220233 w 220233"/>
                <a:gd name="csY15" fmla="*/ 42040 h 183447"/>
                <a:gd name="csX16" fmla="*/ 219756 w 220233"/>
                <a:gd name="csY16" fmla="*/ 43951 h 183447"/>
                <a:gd name="csX17" fmla="*/ 220233 w 220233"/>
                <a:gd name="csY17" fmla="*/ 44906 h 183447"/>
                <a:gd name="csX18" fmla="*/ 219756 w 220233"/>
                <a:gd name="csY18" fmla="*/ 49206 h 183447"/>
                <a:gd name="csX19" fmla="*/ 218800 w 220233"/>
                <a:gd name="csY19" fmla="*/ 54461 h 183447"/>
                <a:gd name="csX20" fmla="*/ 218322 w 220233"/>
                <a:gd name="csY20" fmla="*/ 56850 h 183447"/>
                <a:gd name="csX21" fmla="*/ 217367 w 220233"/>
                <a:gd name="csY21" fmla="*/ 57328 h 183447"/>
                <a:gd name="csX22" fmla="*/ 216411 w 220233"/>
                <a:gd name="csY22" fmla="*/ 58283 h 183447"/>
                <a:gd name="csX23" fmla="*/ 215933 w 220233"/>
                <a:gd name="csY23" fmla="*/ 59238 h 183447"/>
                <a:gd name="csX24" fmla="*/ 215456 w 220233"/>
                <a:gd name="csY24" fmla="*/ 59238 h 183447"/>
                <a:gd name="csX25" fmla="*/ 214501 w 220233"/>
                <a:gd name="csY25" fmla="*/ 59716 h 183447"/>
                <a:gd name="csX26" fmla="*/ 213545 w 220233"/>
                <a:gd name="csY26" fmla="*/ 60194 h 183447"/>
                <a:gd name="csX27" fmla="*/ 213067 w 220233"/>
                <a:gd name="csY27" fmla="*/ 61149 h 183447"/>
                <a:gd name="csX28" fmla="*/ 213067 w 220233"/>
                <a:gd name="csY28" fmla="*/ 62582 h 183447"/>
                <a:gd name="csX29" fmla="*/ 212112 w 220233"/>
                <a:gd name="csY29" fmla="*/ 63538 h 183447"/>
                <a:gd name="csX30" fmla="*/ 211156 w 220233"/>
                <a:gd name="csY30" fmla="*/ 64971 h 183447"/>
                <a:gd name="csX31" fmla="*/ 210679 w 220233"/>
                <a:gd name="csY31" fmla="*/ 67837 h 183447"/>
                <a:gd name="csX32" fmla="*/ 210679 w 220233"/>
                <a:gd name="csY32" fmla="*/ 71182 h 183447"/>
                <a:gd name="csX33" fmla="*/ 209723 w 220233"/>
                <a:gd name="csY33" fmla="*/ 73093 h 183447"/>
                <a:gd name="csX34" fmla="*/ 207812 w 220233"/>
                <a:gd name="csY34" fmla="*/ 74048 h 183447"/>
                <a:gd name="csX35" fmla="*/ 205424 w 220233"/>
                <a:gd name="csY35" fmla="*/ 73570 h 183447"/>
                <a:gd name="csX36" fmla="*/ 202557 w 220233"/>
                <a:gd name="csY36" fmla="*/ 75003 h 183447"/>
                <a:gd name="csX37" fmla="*/ 202079 w 220233"/>
                <a:gd name="csY37" fmla="*/ 75481 h 183447"/>
                <a:gd name="csX38" fmla="*/ 199691 w 220233"/>
                <a:gd name="csY38" fmla="*/ 79303 h 183447"/>
                <a:gd name="csX39" fmla="*/ 199213 w 220233"/>
                <a:gd name="csY39" fmla="*/ 81214 h 183447"/>
                <a:gd name="csX40" fmla="*/ 199213 w 220233"/>
                <a:gd name="csY40" fmla="*/ 83603 h 183447"/>
                <a:gd name="csX41" fmla="*/ 199691 w 220233"/>
                <a:gd name="csY41" fmla="*/ 86469 h 183447"/>
                <a:gd name="csX42" fmla="*/ 200646 w 220233"/>
                <a:gd name="csY42" fmla="*/ 89335 h 183447"/>
                <a:gd name="csX43" fmla="*/ 201124 w 220233"/>
                <a:gd name="csY43" fmla="*/ 94590 h 183447"/>
                <a:gd name="csX44" fmla="*/ 200646 w 220233"/>
                <a:gd name="csY44" fmla="*/ 102712 h 183447"/>
                <a:gd name="csX45" fmla="*/ 199691 w 220233"/>
                <a:gd name="csY45" fmla="*/ 105100 h 183447"/>
                <a:gd name="csX46" fmla="*/ 198258 w 220233"/>
                <a:gd name="csY46" fmla="*/ 107011 h 183447"/>
                <a:gd name="csX47" fmla="*/ 197302 w 220233"/>
                <a:gd name="csY47" fmla="*/ 107967 h 183447"/>
                <a:gd name="csX48" fmla="*/ 196347 w 220233"/>
                <a:gd name="csY48" fmla="*/ 108922 h 183447"/>
                <a:gd name="csX49" fmla="*/ 195391 w 220233"/>
                <a:gd name="csY49" fmla="*/ 111311 h 183447"/>
                <a:gd name="csX50" fmla="*/ 193003 w 220233"/>
                <a:gd name="csY50" fmla="*/ 116566 h 183447"/>
                <a:gd name="csX51" fmla="*/ 193003 w 220233"/>
                <a:gd name="csY51" fmla="*/ 117999 h 183447"/>
                <a:gd name="csX52" fmla="*/ 193003 w 220233"/>
                <a:gd name="csY52" fmla="*/ 119432 h 183447"/>
                <a:gd name="csX53" fmla="*/ 192525 w 220233"/>
                <a:gd name="csY53" fmla="*/ 120865 h 183447"/>
                <a:gd name="csX54" fmla="*/ 192047 w 220233"/>
                <a:gd name="csY54" fmla="*/ 122776 h 183447"/>
                <a:gd name="csX55" fmla="*/ 192525 w 220233"/>
                <a:gd name="csY55" fmla="*/ 124687 h 183447"/>
                <a:gd name="csX56" fmla="*/ 193003 w 220233"/>
                <a:gd name="csY56" fmla="*/ 126598 h 183447"/>
                <a:gd name="csX57" fmla="*/ 195869 w 220233"/>
                <a:gd name="csY57" fmla="*/ 131376 h 183447"/>
                <a:gd name="csX58" fmla="*/ 196824 w 220233"/>
                <a:gd name="csY58" fmla="*/ 132809 h 183447"/>
                <a:gd name="csX59" fmla="*/ 198258 w 220233"/>
                <a:gd name="csY59" fmla="*/ 134242 h 183447"/>
                <a:gd name="csX60" fmla="*/ 193480 w 220233"/>
                <a:gd name="csY60" fmla="*/ 135675 h 183447"/>
                <a:gd name="csX61" fmla="*/ 192525 w 220233"/>
                <a:gd name="csY61" fmla="*/ 136153 h 183447"/>
                <a:gd name="csX62" fmla="*/ 189658 w 220233"/>
                <a:gd name="csY62" fmla="*/ 139019 h 183447"/>
                <a:gd name="csX63" fmla="*/ 188703 w 220233"/>
                <a:gd name="csY63" fmla="*/ 141408 h 183447"/>
                <a:gd name="csX64" fmla="*/ 189181 w 220233"/>
                <a:gd name="csY64" fmla="*/ 144274 h 183447"/>
                <a:gd name="csX65" fmla="*/ 188703 w 220233"/>
                <a:gd name="csY65" fmla="*/ 145230 h 183447"/>
                <a:gd name="csX66" fmla="*/ 187747 w 220233"/>
                <a:gd name="csY66" fmla="*/ 146185 h 183447"/>
                <a:gd name="csX67" fmla="*/ 186792 w 220233"/>
                <a:gd name="csY67" fmla="*/ 146663 h 183447"/>
                <a:gd name="csX68" fmla="*/ 183926 w 220233"/>
                <a:gd name="csY68" fmla="*/ 148096 h 183447"/>
                <a:gd name="csX69" fmla="*/ 182015 w 220233"/>
                <a:gd name="csY69" fmla="*/ 149529 h 183447"/>
                <a:gd name="csX70" fmla="*/ 180104 w 220233"/>
                <a:gd name="csY70" fmla="*/ 151440 h 183447"/>
                <a:gd name="csX71" fmla="*/ 179149 w 220233"/>
                <a:gd name="csY71" fmla="*/ 152396 h 183447"/>
                <a:gd name="csX72" fmla="*/ 177715 w 220233"/>
                <a:gd name="csY72" fmla="*/ 151918 h 183447"/>
                <a:gd name="csX73" fmla="*/ 176760 w 220233"/>
                <a:gd name="csY73" fmla="*/ 150962 h 183447"/>
                <a:gd name="csX74" fmla="*/ 177715 w 220233"/>
                <a:gd name="csY74" fmla="*/ 150007 h 183447"/>
                <a:gd name="csX75" fmla="*/ 177238 w 220233"/>
                <a:gd name="csY75" fmla="*/ 148574 h 183447"/>
                <a:gd name="csX76" fmla="*/ 177715 w 220233"/>
                <a:gd name="csY76" fmla="*/ 145230 h 183447"/>
                <a:gd name="csX77" fmla="*/ 177238 w 220233"/>
                <a:gd name="csY77" fmla="*/ 143796 h 183447"/>
                <a:gd name="csX78" fmla="*/ 178671 w 220233"/>
                <a:gd name="csY78" fmla="*/ 142363 h 183447"/>
                <a:gd name="csX79" fmla="*/ 179626 w 220233"/>
                <a:gd name="csY79" fmla="*/ 140930 h 183447"/>
                <a:gd name="csX80" fmla="*/ 181060 w 220233"/>
                <a:gd name="csY80" fmla="*/ 139497 h 183447"/>
                <a:gd name="csX81" fmla="*/ 182492 w 220233"/>
                <a:gd name="csY81" fmla="*/ 138064 h 183447"/>
                <a:gd name="csX82" fmla="*/ 182492 w 220233"/>
                <a:gd name="csY82" fmla="*/ 137108 h 183447"/>
                <a:gd name="csX83" fmla="*/ 181537 w 220233"/>
                <a:gd name="csY83" fmla="*/ 136153 h 183447"/>
                <a:gd name="csX84" fmla="*/ 180581 w 220233"/>
                <a:gd name="csY84" fmla="*/ 135197 h 183447"/>
                <a:gd name="csX85" fmla="*/ 179149 w 220233"/>
                <a:gd name="csY85" fmla="*/ 135197 h 183447"/>
                <a:gd name="csX86" fmla="*/ 177238 w 220233"/>
                <a:gd name="csY86" fmla="*/ 135675 h 183447"/>
                <a:gd name="csX87" fmla="*/ 176282 w 220233"/>
                <a:gd name="csY87" fmla="*/ 136631 h 183447"/>
                <a:gd name="csX88" fmla="*/ 176282 w 220233"/>
                <a:gd name="csY88" fmla="*/ 138064 h 183447"/>
                <a:gd name="csX89" fmla="*/ 176282 w 220233"/>
                <a:gd name="csY89" fmla="*/ 138542 h 183447"/>
                <a:gd name="csX90" fmla="*/ 176282 w 220233"/>
                <a:gd name="csY90" fmla="*/ 139019 h 183447"/>
                <a:gd name="csX91" fmla="*/ 173894 w 220233"/>
                <a:gd name="csY91" fmla="*/ 140930 h 183447"/>
                <a:gd name="csX92" fmla="*/ 173894 w 220233"/>
                <a:gd name="csY92" fmla="*/ 143319 h 183447"/>
                <a:gd name="csX93" fmla="*/ 174849 w 220233"/>
                <a:gd name="csY93" fmla="*/ 144274 h 183447"/>
                <a:gd name="csX94" fmla="*/ 175804 w 220233"/>
                <a:gd name="csY94" fmla="*/ 144752 h 183447"/>
                <a:gd name="csX95" fmla="*/ 175326 w 220233"/>
                <a:gd name="csY95" fmla="*/ 145230 h 183447"/>
                <a:gd name="csX96" fmla="*/ 174371 w 220233"/>
                <a:gd name="csY96" fmla="*/ 146663 h 183447"/>
                <a:gd name="csX97" fmla="*/ 173415 w 220233"/>
                <a:gd name="csY97" fmla="*/ 147141 h 183447"/>
                <a:gd name="csX98" fmla="*/ 171983 w 220233"/>
                <a:gd name="csY98" fmla="*/ 144752 h 183447"/>
                <a:gd name="csX99" fmla="*/ 170549 w 220233"/>
                <a:gd name="csY99" fmla="*/ 143319 h 183447"/>
                <a:gd name="csX100" fmla="*/ 168161 w 220233"/>
                <a:gd name="csY100" fmla="*/ 143319 h 183447"/>
                <a:gd name="csX101" fmla="*/ 165772 w 220233"/>
                <a:gd name="csY101" fmla="*/ 143796 h 183447"/>
                <a:gd name="csX102" fmla="*/ 164339 w 220233"/>
                <a:gd name="csY102" fmla="*/ 145707 h 183447"/>
                <a:gd name="csX103" fmla="*/ 163383 w 220233"/>
                <a:gd name="csY103" fmla="*/ 146663 h 183447"/>
                <a:gd name="csX104" fmla="*/ 163383 w 220233"/>
                <a:gd name="csY104" fmla="*/ 148096 h 183447"/>
                <a:gd name="csX105" fmla="*/ 163383 w 220233"/>
                <a:gd name="csY105" fmla="*/ 150962 h 183447"/>
                <a:gd name="csX106" fmla="*/ 162428 w 220233"/>
                <a:gd name="csY106" fmla="*/ 153829 h 183447"/>
                <a:gd name="csX107" fmla="*/ 160995 w 220233"/>
                <a:gd name="csY107" fmla="*/ 155740 h 183447"/>
                <a:gd name="csX108" fmla="*/ 160517 w 220233"/>
                <a:gd name="csY108" fmla="*/ 156695 h 183447"/>
                <a:gd name="csX109" fmla="*/ 159084 w 220233"/>
                <a:gd name="csY109" fmla="*/ 158128 h 183447"/>
                <a:gd name="csX110" fmla="*/ 157651 w 220233"/>
                <a:gd name="csY110" fmla="*/ 158606 h 183447"/>
                <a:gd name="csX111" fmla="*/ 156695 w 220233"/>
                <a:gd name="csY111" fmla="*/ 157651 h 183447"/>
                <a:gd name="csX112" fmla="*/ 156217 w 220233"/>
                <a:gd name="csY112" fmla="*/ 156695 h 183447"/>
                <a:gd name="csX113" fmla="*/ 157173 w 220233"/>
                <a:gd name="csY113" fmla="*/ 152873 h 183447"/>
                <a:gd name="csX114" fmla="*/ 157173 w 220233"/>
                <a:gd name="csY114" fmla="*/ 150485 h 183447"/>
                <a:gd name="csX115" fmla="*/ 159084 w 220233"/>
                <a:gd name="csY115" fmla="*/ 149529 h 183447"/>
                <a:gd name="csX116" fmla="*/ 157173 w 220233"/>
                <a:gd name="csY116" fmla="*/ 148096 h 183447"/>
                <a:gd name="csX117" fmla="*/ 155262 w 220233"/>
                <a:gd name="csY117" fmla="*/ 147618 h 183447"/>
                <a:gd name="csX118" fmla="*/ 152396 w 220233"/>
                <a:gd name="csY118" fmla="*/ 148096 h 183447"/>
                <a:gd name="csX119" fmla="*/ 151918 w 220233"/>
                <a:gd name="csY119" fmla="*/ 149051 h 183447"/>
                <a:gd name="csX120" fmla="*/ 151440 w 220233"/>
                <a:gd name="csY120" fmla="*/ 150485 h 183447"/>
                <a:gd name="csX121" fmla="*/ 149529 w 220233"/>
                <a:gd name="csY121" fmla="*/ 151918 h 183447"/>
                <a:gd name="csX122" fmla="*/ 148096 w 220233"/>
                <a:gd name="csY122" fmla="*/ 153351 h 183447"/>
                <a:gd name="csX123" fmla="*/ 146185 w 220233"/>
                <a:gd name="csY123" fmla="*/ 156217 h 183447"/>
                <a:gd name="csX124" fmla="*/ 144752 w 220233"/>
                <a:gd name="csY124" fmla="*/ 159084 h 183447"/>
                <a:gd name="csX125" fmla="*/ 140453 w 220233"/>
                <a:gd name="csY125" fmla="*/ 158128 h 183447"/>
                <a:gd name="csX126" fmla="*/ 138542 w 220233"/>
                <a:gd name="csY126" fmla="*/ 157651 h 183447"/>
                <a:gd name="csX127" fmla="*/ 136153 w 220233"/>
                <a:gd name="csY127" fmla="*/ 158128 h 183447"/>
                <a:gd name="csX128" fmla="*/ 131853 w 220233"/>
                <a:gd name="csY128" fmla="*/ 157651 h 183447"/>
                <a:gd name="csX129" fmla="*/ 127554 w 220233"/>
                <a:gd name="csY129" fmla="*/ 158128 h 183447"/>
                <a:gd name="csX130" fmla="*/ 122299 w 220233"/>
                <a:gd name="csY130" fmla="*/ 159561 h 183447"/>
                <a:gd name="csX131" fmla="*/ 122776 w 220233"/>
                <a:gd name="csY131" fmla="*/ 158606 h 183447"/>
                <a:gd name="csX132" fmla="*/ 127076 w 220233"/>
                <a:gd name="csY132" fmla="*/ 156695 h 183447"/>
                <a:gd name="csX133" fmla="*/ 127076 w 220233"/>
                <a:gd name="csY133" fmla="*/ 156217 h 183447"/>
                <a:gd name="csX134" fmla="*/ 126598 w 220233"/>
                <a:gd name="csY134" fmla="*/ 155262 h 183447"/>
                <a:gd name="csX135" fmla="*/ 125642 w 220233"/>
                <a:gd name="csY135" fmla="*/ 155262 h 183447"/>
                <a:gd name="csX136" fmla="*/ 123254 w 220233"/>
                <a:gd name="csY136" fmla="*/ 155262 h 183447"/>
                <a:gd name="csX137" fmla="*/ 121821 w 220233"/>
                <a:gd name="csY137" fmla="*/ 155262 h 183447"/>
                <a:gd name="csX138" fmla="*/ 121343 w 220233"/>
                <a:gd name="csY138" fmla="*/ 154307 h 183447"/>
                <a:gd name="csX139" fmla="*/ 120388 w 220233"/>
                <a:gd name="csY139" fmla="*/ 153829 h 183447"/>
                <a:gd name="csX140" fmla="*/ 119910 w 220233"/>
                <a:gd name="csY140" fmla="*/ 154307 h 183447"/>
                <a:gd name="csX141" fmla="*/ 119910 w 220233"/>
                <a:gd name="csY141" fmla="*/ 156217 h 183447"/>
                <a:gd name="csX142" fmla="*/ 119432 w 220233"/>
                <a:gd name="csY142" fmla="*/ 156695 h 183447"/>
                <a:gd name="csX143" fmla="*/ 118477 w 220233"/>
                <a:gd name="csY143" fmla="*/ 156217 h 183447"/>
                <a:gd name="csX144" fmla="*/ 118955 w 220233"/>
                <a:gd name="csY144" fmla="*/ 154307 h 183447"/>
                <a:gd name="csX145" fmla="*/ 118477 w 220233"/>
                <a:gd name="csY145" fmla="*/ 151918 h 183447"/>
                <a:gd name="csX146" fmla="*/ 118477 w 220233"/>
                <a:gd name="csY146" fmla="*/ 150485 h 183447"/>
                <a:gd name="csX147" fmla="*/ 119432 w 220233"/>
                <a:gd name="csY147" fmla="*/ 149529 h 183447"/>
                <a:gd name="csX148" fmla="*/ 118477 w 220233"/>
                <a:gd name="csY148" fmla="*/ 149051 h 183447"/>
                <a:gd name="csX149" fmla="*/ 117521 w 220233"/>
                <a:gd name="csY149" fmla="*/ 149051 h 183447"/>
                <a:gd name="csX150" fmla="*/ 116088 w 220233"/>
                <a:gd name="csY150" fmla="*/ 149529 h 183447"/>
                <a:gd name="csX151" fmla="*/ 115133 w 220233"/>
                <a:gd name="csY151" fmla="*/ 150485 h 183447"/>
                <a:gd name="csX152" fmla="*/ 112744 w 220233"/>
                <a:gd name="csY152" fmla="*/ 154784 h 183447"/>
                <a:gd name="csX153" fmla="*/ 111789 w 220233"/>
                <a:gd name="csY153" fmla="*/ 157173 h 183447"/>
                <a:gd name="csX154" fmla="*/ 113699 w 220233"/>
                <a:gd name="csY154" fmla="*/ 159084 h 183447"/>
                <a:gd name="csX155" fmla="*/ 117999 w 220233"/>
                <a:gd name="csY155" fmla="*/ 161950 h 183447"/>
                <a:gd name="csX156" fmla="*/ 118955 w 220233"/>
                <a:gd name="csY156" fmla="*/ 162428 h 183447"/>
                <a:gd name="csX157" fmla="*/ 118955 w 220233"/>
                <a:gd name="csY157" fmla="*/ 163861 h 183447"/>
                <a:gd name="csX158" fmla="*/ 118477 w 220233"/>
                <a:gd name="csY158" fmla="*/ 164817 h 183447"/>
                <a:gd name="csX159" fmla="*/ 117044 w 220233"/>
                <a:gd name="csY159" fmla="*/ 165772 h 183447"/>
                <a:gd name="csX160" fmla="*/ 112266 w 220233"/>
                <a:gd name="csY160" fmla="*/ 166727 h 183447"/>
                <a:gd name="csX161" fmla="*/ 107967 w 220233"/>
                <a:gd name="csY161" fmla="*/ 168161 h 183447"/>
                <a:gd name="csX162" fmla="*/ 106533 w 220233"/>
                <a:gd name="csY162" fmla="*/ 170072 h 183447"/>
                <a:gd name="csX163" fmla="*/ 102712 w 220233"/>
                <a:gd name="csY163" fmla="*/ 176760 h 183447"/>
                <a:gd name="csX164" fmla="*/ 99846 w 220233"/>
                <a:gd name="csY164" fmla="*/ 181537 h 183447"/>
                <a:gd name="csX165" fmla="*/ 95546 w 220233"/>
                <a:gd name="csY165" fmla="*/ 183448 h 183447"/>
                <a:gd name="csX166" fmla="*/ 90769 w 220233"/>
                <a:gd name="csY166" fmla="*/ 182015 h 183447"/>
                <a:gd name="csX167" fmla="*/ 89335 w 220233"/>
                <a:gd name="csY167" fmla="*/ 180104 h 183447"/>
                <a:gd name="csX168" fmla="*/ 88380 w 220233"/>
                <a:gd name="csY168" fmla="*/ 178193 h 183447"/>
                <a:gd name="csX169" fmla="*/ 86469 w 220233"/>
                <a:gd name="csY169" fmla="*/ 176282 h 183447"/>
                <a:gd name="csX170" fmla="*/ 85035 w 220233"/>
                <a:gd name="csY170" fmla="*/ 174371 h 183447"/>
                <a:gd name="csX171" fmla="*/ 84080 w 220233"/>
                <a:gd name="csY171" fmla="*/ 171983 h 183447"/>
                <a:gd name="csX172" fmla="*/ 84080 w 220233"/>
                <a:gd name="csY172" fmla="*/ 168161 h 183447"/>
                <a:gd name="csX173" fmla="*/ 83603 w 220233"/>
                <a:gd name="csY173" fmla="*/ 165772 h 183447"/>
                <a:gd name="csX174" fmla="*/ 84080 w 220233"/>
                <a:gd name="csY174" fmla="*/ 165294 h 183447"/>
                <a:gd name="csX175" fmla="*/ 86947 w 220233"/>
                <a:gd name="csY175" fmla="*/ 163861 h 183447"/>
                <a:gd name="csX176" fmla="*/ 87902 w 220233"/>
                <a:gd name="csY176" fmla="*/ 162906 h 183447"/>
                <a:gd name="csX177" fmla="*/ 89335 w 220233"/>
                <a:gd name="csY177" fmla="*/ 160995 h 183447"/>
                <a:gd name="csX178" fmla="*/ 89813 w 220233"/>
                <a:gd name="csY178" fmla="*/ 160039 h 183447"/>
                <a:gd name="csX179" fmla="*/ 89813 w 220233"/>
                <a:gd name="csY179" fmla="*/ 158606 h 183447"/>
                <a:gd name="csX180" fmla="*/ 88380 w 220233"/>
                <a:gd name="csY180" fmla="*/ 157651 h 183447"/>
                <a:gd name="csX181" fmla="*/ 85514 w 220233"/>
                <a:gd name="csY181" fmla="*/ 157651 h 183447"/>
                <a:gd name="csX182" fmla="*/ 82647 w 220233"/>
                <a:gd name="csY182" fmla="*/ 158128 h 183447"/>
                <a:gd name="csX183" fmla="*/ 80258 w 220233"/>
                <a:gd name="csY183" fmla="*/ 157651 h 183447"/>
                <a:gd name="csX184" fmla="*/ 77392 w 220233"/>
                <a:gd name="csY184" fmla="*/ 155740 h 183447"/>
                <a:gd name="csX185" fmla="*/ 76437 w 220233"/>
                <a:gd name="csY185" fmla="*/ 155262 h 183447"/>
                <a:gd name="csX186" fmla="*/ 73092 w 220233"/>
                <a:gd name="csY186" fmla="*/ 155262 h 183447"/>
                <a:gd name="csX187" fmla="*/ 71182 w 220233"/>
                <a:gd name="csY187" fmla="*/ 155740 h 183447"/>
                <a:gd name="csX188" fmla="*/ 68793 w 220233"/>
                <a:gd name="csY188" fmla="*/ 156217 h 183447"/>
                <a:gd name="csX189" fmla="*/ 66882 w 220233"/>
                <a:gd name="csY189" fmla="*/ 156217 h 183447"/>
                <a:gd name="csX190" fmla="*/ 65926 w 220233"/>
                <a:gd name="csY190" fmla="*/ 156695 h 183447"/>
                <a:gd name="csX191" fmla="*/ 63060 w 220233"/>
                <a:gd name="csY191" fmla="*/ 159084 h 183447"/>
                <a:gd name="csX192" fmla="*/ 61149 w 220233"/>
                <a:gd name="csY192" fmla="*/ 160517 h 183447"/>
                <a:gd name="csX193" fmla="*/ 59239 w 220233"/>
                <a:gd name="csY193" fmla="*/ 161473 h 183447"/>
                <a:gd name="csX194" fmla="*/ 55416 w 220233"/>
                <a:gd name="csY194" fmla="*/ 161473 h 183447"/>
                <a:gd name="csX195" fmla="*/ 53505 w 220233"/>
                <a:gd name="csY195" fmla="*/ 161950 h 183447"/>
                <a:gd name="csX196" fmla="*/ 51117 w 220233"/>
                <a:gd name="csY196" fmla="*/ 162906 h 183447"/>
                <a:gd name="csX197" fmla="*/ 50639 w 220233"/>
                <a:gd name="csY197" fmla="*/ 162428 h 183447"/>
                <a:gd name="csX198" fmla="*/ 48728 w 220233"/>
                <a:gd name="csY198" fmla="*/ 163861 h 183447"/>
                <a:gd name="csX199" fmla="*/ 45862 w 220233"/>
                <a:gd name="csY199" fmla="*/ 164817 h 183447"/>
                <a:gd name="csX200" fmla="*/ 44907 w 220233"/>
                <a:gd name="csY200" fmla="*/ 165294 h 183447"/>
                <a:gd name="csX201" fmla="*/ 42040 w 220233"/>
                <a:gd name="csY201" fmla="*/ 164817 h 183447"/>
                <a:gd name="csX202" fmla="*/ 37263 w 220233"/>
                <a:gd name="csY202" fmla="*/ 166727 h 183447"/>
                <a:gd name="csX203" fmla="*/ 35352 w 220233"/>
                <a:gd name="csY203" fmla="*/ 166727 h 183447"/>
                <a:gd name="csX204" fmla="*/ 32485 w 220233"/>
                <a:gd name="csY204" fmla="*/ 165772 h 183447"/>
                <a:gd name="csX205" fmla="*/ 30575 w 220233"/>
                <a:gd name="csY205" fmla="*/ 164339 h 183447"/>
                <a:gd name="csX206" fmla="*/ 28186 w 220233"/>
                <a:gd name="csY206" fmla="*/ 164817 h 183447"/>
                <a:gd name="csX207" fmla="*/ 26753 w 220233"/>
                <a:gd name="csY207" fmla="*/ 167205 h 183447"/>
                <a:gd name="csX208" fmla="*/ 26275 w 220233"/>
                <a:gd name="csY208" fmla="*/ 171505 h 183447"/>
                <a:gd name="csX209" fmla="*/ 25319 w 220233"/>
                <a:gd name="csY209" fmla="*/ 173416 h 183447"/>
                <a:gd name="csX210" fmla="*/ 24842 w 220233"/>
                <a:gd name="csY210" fmla="*/ 175804 h 183447"/>
                <a:gd name="csX211" fmla="*/ 23886 w 220233"/>
                <a:gd name="csY211" fmla="*/ 175326 h 183447"/>
                <a:gd name="csX212" fmla="*/ 17198 w 220233"/>
                <a:gd name="csY212" fmla="*/ 171027 h 183447"/>
                <a:gd name="csX213" fmla="*/ 17198 w 220233"/>
                <a:gd name="csY213" fmla="*/ 171027 h 183447"/>
                <a:gd name="csX214" fmla="*/ 11466 w 220233"/>
                <a:gd name="csY214" fmla="*/ 171505 h 183447"/>
                <a:gd name="csX215" fmla="*/ 10510 w 220233"/>
                <a:gd name="csY215" fmla="*/ 171983 h 183447"/>
                <a:gd name="csX216" fmla="*/ 8599 w 220233"/>
                <a:gd name="csY216" fmla="*/ 172938 h 183447"/>
                <a:gd name="csX217" fmla="*/ 6688 w 220233"/>
                <a:gd name="csY217" fmla="*/ 173416 h 183447"/>
                <a:gd name="csX218" fmla="*/ 5255 w 220233"/>
                <a:gd name="csY218" fmla="*/ 172460 h 183447"/>
                <a:gd name="csX219" fmla="*/ 3821 w 220233"/>
                <a:gd name="csY219" fmla="*/ 171505 h 183447"/>
                <a:gd name="csX220" fmla="*/ 2389 w 220233"/>
                <a:gd name="csY220" fmla="*/ 171983 h 183447"/>
                <a:gd name="csX221" fmla="*/ 478 w 220233"/>
                <a:gd name="csY221" fmla="*/ 172460 h 183447"/>
                <a:gd name="csX222" fmla="*/ 0 w 220233"/>
                <a:gd name="csY222" fmla="*/ 166250 h 183447"/>
                <a:gd name="csX223" fmla="*/ 478 w 220233"/>
                <a:gd name="csY223" fmla="*/ 165772 h 183447"/>
                <a:gd name="csX224" fmla="*/ 1433 w 220233"/>
                <a:gd name="csY224" fmla="*/ 164339 h 183447"/>
                <a:gd name="csX225" fmla="*/ 2389 w 220233"/>
                <a:gd name="csY225" fmla="*/ 163383 h 183447"/>
                <a:gd name="csX226" fmla="*/ 4777 w 220233"/>
                <a:gd name="csY226" fmla="*/ 163383 h 183447"/>
                <a:gd name="csX227" fmla="*/ 7644 w 220233"/>
                <a:gd name="csY227" fmla="*/ 163383 h 183447"/>
                <a:gd name="csX228" fmla="*/ 9077 w 220233"/>
                <a:gd name="csY228" fmla="*/ 162906 h 183447"/>
                <a:gd name="csX229" fmla="*/ 10987 w 220233"/>
                <a:gd name="csY229" fmla="*/ 161950 h 183447"/>
                <a:gd name="csX230" fmla="*/ 12421 w 220233"/>
                <a:gd name="csY230" fmla="*/ 160039 h 183447"/>
                <a:gd name="csX231" fmla="*/ 14332 w 220233"/>
                <a:gd name="csY231" fmla="*/ 158606 h 183447"/>
                <a:gd name="csX232" fmla="*/ 16721 w 220233"/>
                <a:gd name="csY232" fmla="*/ 157651 h 183447"/>
                <a:gd name="csX233" fmla="*/ 19109 w 220233"/>
                <a:gd name="csY233" fmla="*/ 156217 h 183447"/>
                <a:gd name="csX234" fmla="*/ 21498 w 220233"/>
                <a:gd name="csY234" fmla="*/ 154307 h 183447"/>
                <a:gd name="csX235" fmla="*/ 23409 w 220233"/>
                <a:gd name="csY235" fmla="*/ 152396 h 183447"/>
                <a:gd name="csX236" fmla="*/ 25319 w 220233"/>
                <a:gd name="csY236" fmla="*/ 150962 h 183447"/>
                <a:gd name="csX237" fmla="*/ 27230 w 220233"/>
                <a:gd name="csY237" fmla="*/ 149529 h 183447"/>
                <a:gd name="csX238" fmla="*/ 30097 w 220233"/>
                <a:gd name="csY238" fmla="*/ 146663 h 183447"/>
                <a:gd name="csX239" fmla="*/ 34396 w 220233"/>
                <a:gd name="csY239" fmla="*/ 143319 h 183447"/>
                <a:gd name="csX240" fmla="*/ 35830 w 220233"/>
                <a:gd name="csY240" fmla="*/ 140930 h 183447"/>
                <a:gd name="csX241" fmla="*/ 36785 w 220233"/>
                <a:gd name="csY241" fmla="*/ 139975 h 183447"/>
                <a:gd name="csX242" fmla="*/ 40607 w 220233"/>
                <a:gd name="csY242" fmla="*/ 138542 h 183447"/>
                <a:gd name="csX243" fmla="*/ 44907 w 220233"/>
                <a:gd name="csY243" fmla="*/ 137586 h 183447"/>
                <a:gd name="csX244" fmla="*/ 47295 w 220233"/>
                <a:gd name="csY244" fmla="*/ 137586 h 183447"/>
                <a:gd name="csX245" fmla="*/ 49206 w 220233"/>
                <a:gd name="csY245" fmla="*/ 139975 h 183447"/>
                <a:gd name="csX246" fmla="*/ 50639 w 220233"/>
                <a:gd name="csY246" fmla="*/ 139497 h 183447"/>
                <a:gd name="csX247" fmla="*/ 51594 w 220233"/>
                <a:gd name="csY247" fmla="*/ 139019 h 183447"/>
                <a:gd name="csX248" fmla="*/ 53983 w 220233"/>
                <a:gd name="csY248" fmla="*/ 138542 h 183447"/>
                <a:gd name="csX249" fmla="*/ 56850 w 220233"/>
                <a:gd name="csY249" fmla="*/ 139019 h 183447"/>
                <a:gd name="csX250" fmla="*/ 58760 w 220233"/>
                <a:gd name="csY250" fmla="*/ 139019 h 183447"/>
                <a:gd name="csX251" fmla="*/ 61627 w 220233"/>
                <a:gd name="csY251" fmla="*/ 139019 h 183447"/>
                <a:gd name="csX252" fmla="*/ 65926 w 220233"/>
                <a:gd name="csY252" fmla="*/ 138064 h 183447"/>
                <a:gd name="csX253" fmla="*/ 68315 w 220233"/>
                <a:gd name="csY253" fmla="*/ 137108 h 183447"/>
                <a:gd name="csX254" fmla="*/ 70704 w 220233"/>
                <a:gd name="csY254" fmla="*/ 136153 h 183447"/>
                <a:gd name="csX255" fmla="*/ 79303 w 220233"/>
                <a:gd name="csY255" fmla="*/ 135197 h 183447"/>
                <a:gd name="csX256" fmla="*/ 85035 w 220233"/>
                <a:gd name="csY256" fmla="*/ 133764 h 183447"/>
                <a:gd name="csX257" fmla="*/ 85991 w 220233"/>
                <a:gd name="csY257" fmla="*/ 133764 h 183447"/>
                <a:gd name="csX258" fmla="*/ 86947 w 220233"/>
                <a:gd name="csY258" fmla="*/ 134242 h 183447"/>
                <a:gd name="csX259" fmla="*/ 86947 w 220233"/>
                <a:gd name="csY259" fmla="*/ 135675 h 183447"/>
                <a:gd name="csX260" fmla="*/ 85991 w 220233"/>
                <a:gd name="csY260" fmla="*/ 137108 h 183447"/>
                <a:gd name="csX261" fmla="*/ 86947 w 220233"/>
                <a:gd name="csY261" fmla="*/ 138064 h 183447"/>
                <a:gd name="csX262" fmla="*/ 87902 w 220233"/>
                <a:gd name="csY262" fmla="*/ 138542 h 183447"/>
                <a:gd name="csX263" fmla="*/ 93635 w 220233"/>
                <a:gd name="csY263" fmla="*/ 138542 h 183447"/>
                <a:gd name="csX264" fmla="*/ 95068 w 220233"/>
                <a:gd name="csY264" fmla="*/ 139019 h 183447"/>
                <a:gd name="csX265" fmla="*/ 97457 w 220233"/>
                <a:gd name="csY265" fmla="*/ 138064 h 183447"/>
                <a:gd name="csX266" fmla="*/ 99367 w 220233"/>
                <a:gd name="csY266" fmla="*/ 136631 h 183447"/>
                <a:gd name="csX267" fmla="*/ 101756 w 220233"/>
                <a:gd name="csY267" fmla="*/ 135197 h 183447"/>
                <a:gd name="csX268" fmla="*/ 103189 w 220233"/>
                <a:gd name="csY268" fmla="*/ 133286 h 183447"/>
                <a:gd name="csX269" fmla="*/ 101756 w 220233"/>
                <a:gd name="csY269" fmla="*/ 130898 h 183447"/>
                <a:gd name="csX270" fmla="*/ 101756 w 220233"/>
                <a:gd name="csY270" fmla="*/ 128031 h 183447"/>
                <a:gd name="csX271" fmla="*/ 102712 w 220233"/>
                <a:gd name="csY271" fmla="*/ 125165 h 183447"/>
                <a:gd name="csX272" fmla="*/ 104623 w 220233"/>
                <a:gd name="csY272" fmla="*/ 122776 h 183447"/>
                <a:gd name="csX273" fmla="*/ 106533 w 220233"/>
                <a:gd name="csY273" fmla="*/ 121343 h 183447"/>
                <a:gd name="csX274" fmla="*/ 108444 w 220233"/>
                <a:gd name="csY274" fmla="*/ 119910 h 183447"/>
                <a:gd name="csX275" fmla="*/ 112266 w 220233"/>
                <a:gd name="csY275" fmla="*/ 115133 h 183447"/>
                <a:gd name="csX276" fmla="*/ 115133 w 220233"/>
                <a:gd name="csY276" fmla="*/ 111311 h 183447"/>
                <a:gd name="csX277" fmla="*/ 116088 w 220233"/>
                <a:gd name="csY277" fmla="*/ 106534 h 183447"/>
                <a:gd name="csX278" fmla="*/ 115610 w 220233"/>
                <a:gd name="csY278" fmla="*/ 100801 h 183447"/>
                <a:gd name="csX279" fmla="*/ 117999 w 220233"/>
                <a:gd name="csY279" fmla="*/ 96501 h 183447"/>
                <a:gd name="csX280" fmla="*/ 120388 w 220233"/>
                <a:gd name="csY280" fmla="*/ 96024 h 183447"/>
                <a:gd name="csX281" fmla="*/ 125165 w 220233"/>
                <a:gd name="csY281" fmla="*/ 94112 h 183447"/>
                <a:gd name="csX282" fmla="*/ 127554 w 220233"/>
                <a:gd name="csY282" fmla="*/ 93635 h 183447"/>
                <a:gd name="csX283" fmla="*/ 128031 w 220233"/>
                <a:gd name="csY283" fmla="*/ 94112 h 183447"/>
                <a:gd name="csX284" fmla="*/ 128031 w 220233"/>
                <a:gd name="csY284" fmla="*/ 95546 h 183447"/>
                <a:gd name="csX285" fmla="*/ 124210 w 220233"/>
                <a:gd name="csY285" fmla="*/ 98890 h 183447"/>
                <a:gd name="csX286" fmla="*/ 122299 w 220233"/>
                <a:gd name="csY286" fmla="*/ 100323 h 183447"/>
                <a:gd name="csX287" fmla="*/ 120865 w 220233"/>
                <a:gd name="csY287" fmla="*/ 100801 h 183447"/>
                <a:gd name="csX288" fmla="*/ 119910 w 220233"/>
                <a:gd name="csY288" fmla="*/ 101278 h 183447"/>
                <a:gd name="csX289" fmla="*/ 119432 w 220233"/>
                <a:gd name="csY289" fmla="*/ 102712 h 183447"/>
                <a:gd name="csX290" fmla="*/ 121343 w 220233"/>
                <a:gd name="csY290" fmla="*/ 104623 h 183447"/>
                <a:gd name="csX291" fmla="*/ 121821 w 220233"/>
                <a:gd name="csY291" fmla="*/ 106056 h 183447"/>
                <a:gd name="csX292" fmla="*/ 121343 w 220233"/>
                <a:gd name="csY292" fmla="*/ 107489 h 183447"/>
                <a:gd name="csX293" fmla="*/ 121343 w 220233"/>
                <a:gd name="csY293" fmla="*/ 108922 h 183447"/>
                <a:gd name="csX294" fmla="*/ 123732 w 220233"/>
                <a:gd name="csY294" fmla="*/ 110355 h 183447"/>
                <a:gd name="csX295" fmla="*/ 126121 w 220233"/>
                <a:gd name="csY295" fmla="*/ 110833 h 183447"/>
                <a:gd name="csX296" fmla="*/ 127076 w 220233"/>
                <a:gd name="csY296" fmla="*/ 110833 h 183447"/>
                <a:gd name="csX297" fmla="*/ 128031 w 220233"/>
                <a:gd name="csY297" fmla="*/ 110355 h 183447"/>
                <a:gd name="csX298" fmla="*/ 130898 w 220233"/>
                <a:gd name="csY298" fmla="*/ 107011 h 183447"/>
                <a:gd name="csX299" fmla="*/ 131376 w 220233"/>
                <a:gd name="csY299" fmla="*/ 106534 h 183447"/>
                <a:gd name="csX300" fmla="*/ 139497 w 220233"/>
                <a:gd name="csY300" fmla="*/ 103667 h 183447"/>
                <a:gd name="csX301" fmla="*/ 143319 w 220233"/>
                <a:gd name="csY301" fmla="*/ 101756 h 183447"/>
                <a:gd name="csX302" fmla="*/ 145230 w 220233"/>
                <a:gd name="csY302" fmla="*/ 101278 h 183447"/>
                <a:gd name="csX303" fmla="*/ 147619 w 220233"/>
                <a:gd name="csY303" fmla="*/ 100323 h 183447"/>
                <a:gd name="csX304" fmla="*/ 151918 w 220233"/>
                <a:gd name="csY304" fmla="*/ 96501 h 183447"/>
                <a:gd name="csX305" fmla="*/ 153829 w 220233"/>
                <a:gd name="csY305" fmla="*/ 94590 h 183447"/>
                <a:gd name="csX306" fmla="*/ 155262 w 220233"/>
                <a:gd name="csY306" fmla="*/ 92679 h 183447"/>
                <a:gd name="csX307" fmla="*/ 156217 w 220233"/>
                <a:gd name="csY307" fmla="*/ 90291 h 183447"/>
                <a:gd name="csX308" fmla="*/ 157173 w 220233"/>
                <a:gd name="csY308" fmla="*/ 87902 h 183447"/>
                <a:gd name="csX309" fmla="*/ 158606 w 220233"/>
                <a:gd name="csY309" fmla="*/ 85991 h 183447"/>
                <a:gd name="csX310" fmla="*/ 165772 w 220233"/>
                <a:gd name="csY310" fmla="*/ 82169 h 183447"/>
                <a:gd name="csX311" fmla="*/ 168161 w 220233"/>
                <a:gd name="csY311" fmla="*/ 80258 h 183447"/>
                <a:gd name="csX312" fmla="*/ 168638 w 220233"/>
                <a:gd name="csY312" fmla="*/ 79303 h 183447"/>
                <a:gd name="csX313" fmla="*/ 169594 w 220233"/>
                <a:gd name="csY313" fmla="*/ 76437 h 183447"/>
                <a:gd name="csX314" fmla="*/ 170549 w 220233"/>
                <a:gd name="csY314" fmla="*/ 73093 h 183447"/>
                <a:gd name="csX315" fmla="*/ 171505 w 220233"/>
                <a:gd name="csY315" fmla="*/ 70704 h 183447"/>
                <a:gd name="csX316" fmla="*/ 172460 w 220233"/>
                <a:gd name="csY316" fmla="*/ 68793 h 183447"/>
                <a:gd name="csX317" fmla="*/ 173894 w 220233"/>
                <a:gd name="csY317" fmla="*/ 66404 h 183447"/>
                <a:gd name="csX318" fmla="*/ 175804 w 220233"/>
                <a:gd name="csY318" fmla="*/ 64493 h 183447"/>
                <a:gd name="csX319" fmla="*/ 176760 w 220233"/>
                <a:gd name="csY319" fmla="*/ 62105 h 183447"/>
                <a:gd name="csX320" fmla="*/ 178193 w 220233"/>
                <a:gd name="csY320" fmla="*/ 56850 h 183447"/>
                <a:gd name="csX321" fmla="*/ 179149 w 220233"/>
                <a:gd name="csY321" fmla="*/ 53983 h 183447"/>
                <a:gd name="csX322" fmla="*/ 179626 w 220233"/>
                <a:gd name="csY322" fmla="*/ 53028 h 183447"/>
                <a:gd name="csX323" fmla="*/ 180104 w 220233"/>
                <a:gd name="csY323" fmla="*/ 52072 h 183447"/>
                <a:gd name="csX324" fmla="*/ 181060 w 220233"/>
                <a:gd name="csY324" fmla="*/ 51117 h 183447"/>
                <a:gd name="csX325" fmla="*/ 181537 w 220233"/>
                <a:gd name="csY325" fmla="*/ 49684 h 183447"/>
                <a:gd name="csX326" fmla="*/ 181537 w 220233"/>
                <a:gd name="csY326" fmla="*/ 48728 h 183447"/>
                <a:gd name="csX327" fmla="*/ 182015 w 220233"/>
                <a:gd name="csY327" fmla="*/ 44906 h 183447"/>
                <a:gd name="csX328" fmla="*/ 182015 w 220233"/>
                <a:gd name="csY328" fmla="*/ 42040 h 183447"/>
                <a:gd name="csX329" fmla="*/ 180581 w 220233"/>
                <a:gd name="csY329" fmla="*/ 39174 h 183447"/>
                <a:gd name="csX330" fmla="*/ 179626 w 220233"/>
                <a:gd name="csY330" fmla="*/ 38696 h 183447"/>
                <a:gd name="csX331" fmla="*/ 178671 w 220233"/>
                <a:gd name="csY331" fmla="*/ 38696 h 183447"/>
                <a:gd name="csX332" fmla="*/ 177238 w 220233"/>
                <a:gd name="csY332" fmla="*/ 38696 h 183447"/>
                <a:gd name="csX333" fmla="*/ 175804 w 220233"/>
                <a:gd name="csY333" fmla="*/ 37740 h 183447"/>
                <a:gd name="csX334" fmla="*/ 175804 w 220233"/>
                <a:gd name="csY334" fmla="*/ 36785 h 183447"/>
                <a:gd name="csX335" fmla="*/ 177238 w 220233"/>
                <a:gd name="csY335" fmla="*/ 36785 h 183447"/>
                <a:gd name="csX336" fmla="*/ 178193 w 220233"/>
                <a:gd name="csY336" fmla="*/ 36307 h 183447"/>
                <a:gd name="csX337" fmla="*/ 179149 w 220233"/>
                <a:gd name="csY337" fmla="*/ 35352 h 183447"/>
                <a:gd name="csX338" fmla="*/ 180104 w 220233"/>
                <a:gd name="csY338" fmla="*/ 32486 h 183447"/>
                <a:gd name="csX339" fmla="*/ 181060 w 220233"/>
                <a:gd name="csY339" fmla="*/ 29619 h 183447"/>
                <a:gd name="csX340" fmla="*/ 181060 w 220233"/>
                <a:gd name="csY340" fmla="*/ 28186 h 183447"/>
                <a:gd name="csX341" fmla="*/ 180104 w 220233"/>
                <a:gd name="csY341" fmla="*/ 26275 h 183447"/>
                <a:gd name="csX342" fmla="*/ 179149 w 220233"/>
                <a:gd name="csY342" fmla="*/ 23409 h 183447"/>
                <a:gd name="csX343" fmla="*/ 179149 w 220233"/>
                <a:gd name="csY343" fmla="*/ 21498 h 183447"/>
                <a:gd name="csX344" fmla="*/ 180104 w 220233"/>
                <a:gd name="csY344" fmla="*/ 20064 h 183447"/>
                <a:gd name="csX345" fmla="*/ 181537 w 220233"/>
                <a:gd name="csY345" fmla="*/ 18631 h 183447"/>
                <a:gd name="csX346" fmla="*/ 182492 w 220233"/>
                <a:gd name="csY346" fmla="*/ 18154 h 183447"/>
                <a:gd name="csX347" fmla="*/ 183448 w 220233"/>
                <a:gd name="csY347" fmla="*/ 18154 h 183447"/>
                <a:gd name="csX348" fmla="*/ 184881 w 220233"/>
                <a:gd name="csY348" fmla="*/ 17676 h 183447"/>
                <a:gd name="csX349" fmla="*/ 185837 w 220233"/>
                <a:gd name="csY349" fmla="*/ 16721 h 183447"/>
                <a:gd name="csX350" fmla="*/ 186314 w 220233"/>
                <a:gd name="csY350" fmla="*/ 15765 h 183447"/>
                <a:gd name="csX351" fmla="*/ 187270 w 220233"/>
                <a:gd name="csY351" fmla="*/ 13376 h 183447"/>
                <a:gd name="csX352" fmla="*/ 187747 w 220233"/>
                <a:gd name="csY352" fmla="*/ 11943 h 183447"/>
                <a:gd name="csX353" fmla="*/ 187270 w 220233"/>
                <a:gd name="csY353" fmla="*/ 8121 h 183447"/>
                <a:gd name="csX354" fmla="*/ 187747 w 220233"/>
                <a:gd name="csY354" fmla="*/ 7166 h 183447"/>
                <a:gd name="csX355" fmla="*/ 188226 w 220233"/>
                <a:gd name="csY355" fmla="*/ 6688 h 183447"/>
                <a:gd name="csX356" fmla="*/ 189658 w 220233"/>
                <a:gd name="csY356" fmla="*/ 7166 h 183447"/>
                <a:gd name="csX357" fmla="*/ 190614 w 220233"/>
                <a:gd name="csY357" fmla="*/ 7166 h 183447"/>
                <a:gd name="csX358" fmla="*/ 192047 w 220233"/>
                <a:gd name="csY358" fmla="*/ 7166 h 183447"/>
                <a:gd name="csX359" fmla="*/ 193003 w 220233"/>
                <a:gd name="csY359" fmla="*/ 7166 h 183447"/>
                <a:gd name="csX360" fmla="*/ 193480 w 220233"/>
                <a:gd name="csY360" fmla="*/ 8121 h 183447"/>
                <a:gd name="csX361" fmla="*/ 194436 w 220233"/>
                <a:gd name="csY361" fmla="*/ 14809 h 183447"/>
                <a:gd name="csX362" fmla="*/ 194913 w 220233"/>
                <a:gd name="csY362" fmla="*/ 15287 h 183447"/>
                <a:gd name="csX363" fmla="*/ 195869 w 220233"/>
                <a:gd name="csY363" fmla="*/ 16243 h 183447"/>
                <a:gd name="csX364" fmla="*/ 196824 w 220233"/>
                <a:gd name="csY364" fmla="*/ 15765 h 183447"/>
                <a:gd name="csX365" fmla="*/ 197780 w 220233"/>
                <a:gd name="csY365" fmla="*/ 14809 h 183447"/>
                <a:gd name="csX366" fmla="*/ 198258 w 220233"/>
                <a:gd name="csY366" fmla="*/ 13854 h 183447"/>
                <a:gd name="csX367" fmla="*/ 199213 w 220233"/>
                <a:gd name="csY367" fmla="*/ 13376 h 183447"/>
                <a:gd name="csX368" fmla="*/ 203035 w 220233"/>
                <a:gd name="csY368" fmla="*/ 14809 h 183447"/>
                <a:gd name="csX369" fmla="*/ 204468 w 220233"/>
                <a:gd name="csY369" fmla="*/ 13854 h 183447"/>
                <a:gd name="csX370" fmla="*/ 204946 w 220233"/>
                <a:gd name="csY370" fmla="*/ 12421 h 183447"/>
                <a:gd name="csX371" fmla="*/ 205901 w 220233"/>
                <a:gd name="csY371" fmla="*/ 9555 h 183447"/>
                <a:gd name="csX372" fmla="*/ 205424 w 220233"/>
                <a:gd name="csY372" fmla="*/ 7166 h 183447"/>
                <a:gd name="csX373" fmla="*/ 204468 w 220233"/>
                <a:gd name="csY373" fmla="*/ 6210 h 183447"/>
                <a:gd name="csX374" fmla="*/ 203513 w 220233"/>
                <a:gd name="csY374" fmla="*/ 6210 h 183447"/>
                <a:gd name="csX375" fmla="*/ 203035 w 220233"/>
                <a:gd name="csY375" fmla="*/ 7166 h 183447"/>
                <a:gd name="csX376" fmla="*/ 202079 w 220233"/>
                <a:gd name="csY376" fmla="*/ 7166 h 183447"/>
                <a:gd name="csX377" fmla="*/ 196824 w 220233"/>
                <a:gd name="csY377" fmla="*/ 8599 h 183447"/>
                <a:gd name="csX378" fmla="*/ 196824 w 220233"/>
                <a:gd name="csY378" fmla="*/ 5733 h 183447"/>
                <a:gd name="csX379" fmla="*/ 197780 w 220233"/>
                <a:gd name="csY379" fmla="*/ 1911 h 183447"/>
                <a:gd name="csX380" fmla="*/ 198258 w 220233"/>
                <a:gd name="csY380" fmla="*/ 478 h 183447"/>
                <a:gd name="csX381" fmla="*/ 199213 w 220233"/>
                <a:gd name="csY381" fmla="*/ 0 h 183447"/>
                <a:gd name="csX382" fmla="*/ 201602 w 220233"/>
                <a:gd name="csY382" fmla="*/ 478 h 183447"/>
                <a:gd name="csX383" fmla="*/ 202557 w 220233"/>
                <a:gd name="csY383" fmla="*/ 955 h 183447"/>
                <a:gd name="csX384" fmla="*/ 204946 w 220233"/>
                <a:gd name="csY384" fmla="*/ 3344 h 183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</a:cxnLst>
              <a:rect l="l" t="t" r="r" b="b"/>
              <a:pathLst>
                <a:path w="220233" h="183447">
                  <a:moveTo>
                    <a:pt x="204946" y="3344"/>
                  </a:moveTo>
                  <a:lnTo>
                    <a:pt x="205901" y="3344"/>
                  </a:lnTo>
                  <a:lnTo>
                    <a:pt x="209723" y="2389"/>
                  </a:lnTo>
                  <a:lnTo>
                    <a:pt x="208768" y="6210"/>
                  </a:lnTo>
                  <a:lnTo>
                    <a:pt x="208290" y="9555"/>
                  </a:lnTo>
                  <a:lnTo>
                    <a:pt x="208768" y="15765"/>
                  </a:lnTo>
                  <a:lnTo>
                    <a:pt x="209245" y="18631"/>
                  </a:lnTo>
                  <a:lnTo>
                    <a:pt x="209723" y="21498"/>
                  </a:lnTo>
                  <a:lnTo>
                    <a:pt x="211156" y="23409"/>
                  </a:lnTo>
                  <a:lnTo>
                    <a:pt x="213545" y="24842"/>
                  </a:lnTo>
                  <a:lnTo>
                    <a:pt x="216411" y="29141"/>
                  </a:lnTo>
                  <a:lnTo>
                    <a:pt x="217845" y="34396"/>
                  </a:lnTo>
                  <a:lnTo>
                    <a:pt x="219278" y="36785"/>
                  </a:lnTo>
                  <a:lnTo>
                    <a:pt x="219756" y="39651"/>
                  </a:lnTo>
                  <a:lnTo>
                    <a:pt x="220233" y="40607"/>
                  </a:lnTo>
                  <a:lnTo>
                    <a:pt x="220233" y="42040"/>
                  </a:lnTo>
                  <a:lnTo>
                    <a:pt x="219756" y="43951"/>
                  </a:lnTo>
                  <a:lnTo>
                    <a:pt x="220233" y="44906"/>
                  </a:lnTo>
                  <a:lnTo>
                    <a:pt x="219756" y="49206"/>
                  </a:lnTo>
                  <a:lnTo>
                    <a:pt x="218800" y="54461"/>
                  </a:lnTo>
                  <a:lnTo>
                    <a:pt x="218322" y="56850"/>
                  </a:lnTo>
                  <a:lnTo>
                    <a:pt x="217367" y="57328"/>
                  </a:lnTo>
                  <a:lnTo>
                    <a:pt x="216411" y="58283"/>
                  </a:lnTo>
                  <a:lnTo>
                    <a:pt x="215933" y="59238"/>
                  </a:lnTo>
                  <a:lnTo>
                    <a:pt x="215456" y="59238"/>
                  </a:lnTo>
                  <a:lnTo>
                    <a:pt x="214501" y="59716"/>
                  </a:lnTo>
                  <a:lnTo>
                    <a:pt x="213545" y="60194"/>
                  </a:lnTo>
                  <a:lnTo>
                    <a:pt x="213067" y="61149"/>
                  </a:lnTo>
                  <a:lnTo>
                    <a:pt x="213067" y="62582"/>
                  </a:lnTo>
                  <a:lnTo>
                    <a:pt x="212112" y="63538"/>
                  </a:lnTo>
                  <a:lnTo>
                    <a:pt x="211156" y="64971"/>
                  </a:lnTo>
                  <a:lnTo>
                    <a:pt x="210679" y="67837"/>
                  </a:lnTo>
                  <a:lnTo>
                    <a:pt x="210679" y="71182"/>
                  </a:lnTo>
                  <a:lnTo>
                    <a:pt x="209723" y="73093"/>
                  </a:lnTo>
                  <a:lnTo>
                    <a:pt x="207812" y="74048"/>
                  </a:lnTo>
                  <a:lnTo>
                    <a:pt x="205424" y="73570"/>
                  </a:lnTo>
                  <a:lnTo>
                    <a:pt x="202557" y="75003"/>
                  </a:lnTo>
                  <a:lnTo>
                    <a:pt x="202079" y="75481"/>
                  </a:lnTo>
                  <a:lnTo>
                    <a:pt x="199691" y="79303"/>
                  </a:lnTo>
                  <a:lnTo>
                    <a:pt x="199213" y="81214"/>
                  </a:lnTo>
                  <a:lnTo>
                    <a:pt x="199213" y="83603"/>
                  </a:lnTo>
                  <a:lnTo>
                    <a:pt x="199691" y="86469"/>
                  </a:lnTo>
                  <a:lnTo>
                    <a:pt x="200646" y="89335"/>
                  </a:lnTo>
                  <a:lnTo>
                    <a:pt x="201124" y="94590"/>
                  </a:lnTo>
                  <a:lnTo>
                    <a:pt x="200646" y="102712"/>
                  </a:lnTo>
                  <a:lnTo>
                    <a:pt x="199691" y="105100"/>
                  </a:lnTo>
                  <a:lnTo>
                    <a:pt x="198258" y="107011"/>
                  </a:lnTo>
                  <a:lnTo>
                    <a:pt x="197302" y="107967"/>
                  </a:lnTo>
                  <a:lnTo>
                    <a:pt x="196347" y="108922"/>
                  </a:lnTo>
                  <a:lnTo>
                    <a:pt x="195391" y="111311"/>
                  </a:lnTo>
                  <a:lnTo>
                    <a:pt x="193003" y="116566"/>
                  </a:lnTo>
                  <a:lnTo>
                    <a:pt x="193003" y="117999"/>
                  </a:lnTo>
                  <a:lnTo>
                    <a:pt x="193003" y="119432"/>
                  </a:lnTo>
                  <a:lnTo>
                    <a:pt x="192525" y="120865"/>
                  </a:lnTo>
                  <a:lnTo>
                    <a:pt x="192047" y="122776"/>
                  </a:lnTo>
                  <a:lnTo>
                    <a:pt x="192525" y="124687"/>
                  </a:lnTo>
                  <a:lnTo>
                    <a:pt x="193003" y="126598"/>
                  </a:lnTo>
                  <a:lnTo>
                    <a:pt x="195869" y="131376"/>
                  </a:lnTo>
                  <a:lnTo>
                    <a:pt x="196824" y="132809"/>
                  </a:lnTo>
                  <a:lnTo>
                    <a:pt x="198258" y="134242"/>
                  </a:lnTo>
                  <a:lnTo>
                    <a:pt x="193480" y="135675"/>
                  </a:lnTo>
                  <a:lnTo>
                    <a:pt x="192525" y="136153"/>
                  </a:lnTo>
                  <a:lnTo>
                    <a:pt x="189658" y="139019"/>
                  </a:lnTo>
                  <a:lnTo>
                    <a:pt x="188703" y="141408"/>
                  </a:lnTo>
                  <a:lnTo>
                    <a:pt x="189181" y="144274"/>
                  </a:lnTo>
                  <a:lnTo>
                    <a:pt x="188703" y="145230"/>
                  </a:lnTo>
                  <a:lnTo>
                    <a:pt x="187747" y="146185"/>
                  </a:lnTo>
                  <a:lnTo>
                    <a:pt x="186792" y="146663"/>
                  </a:lnTo>
                  <a:lnTo>
                    <a:pt x="183926" y="148096"/>
                  </a:lnTo>
                  <a:lnTo>
                    <a:pt x="182015" y="149529"/>
                  </a:lnTo>
                  <a:lnTo>
                    <a:pt x="180104" y="151440"/>
                  </a:lnTo>
                  <a:lnTo>
                    <a:pt x="179149" y="152396"/>
                  </a:lnTo>
                  <a:lnTo>
                    <a:pt x="177715" y="151918"/>
                  </a:lnTo>
                  <a:lnTo>
                    <a:pt x="176760" y="150962"/>
                  </a:lnTo>
                  <a:lnTo>
                    <a:pt x="177715" y="150007"/>
                  </a:lnTo>
                  <a:lnTo>
                    <a:pt x="177238" y="148574"/>
                  </a:lnTo>
                  <a:lnTo>
                    <a:pt x="177715" y="145230"/>
                  </a:lnTo>
                  <a:lnTo>
                    <a:pt x="177238" y="143796"/>
                  </a:lnTo>
                  <a:lnTo>
                    <a:pt x="178671" y="142363"/>
                  </a:lnTo>
                  <a:lnTo>
                    <a:pt x="179626" y="140930"/>
                  </a:lnTo>
                  <a:lnTo>
                    <a:pt x="181060" y="139497"/>
                  </a:lnTo>
                  <a:lnTo>
                    <a:pt x="182492" y="138064"/>
                  </a:lnTo>
                  <a:lnTo>
                    <a:pt x="182492" y="137108"/>
                  </a:lnTo>
                  <a:lnTo>
                    <a:pt x="181537" y="136153"/>
                  </a:lnTo>
                  <a:lnTo>
                    <a:pt x="180581" y="135197"/>
                  </a:lnTo>
                  <a:lnTo>
                    <a:pt x="179149" y="135197"/>
                  </a:lnTo>
                  <a:lnTo>
                    <a:pt x="177238" y="135675"/>
                  </a:lnTo>
                  <a:lnTo>
                    <a:pt x="176282" y="136631"/>
                  </a:lnTo>
                  <a:lnTo>
                    <a:pt x="176282" y="138064"/>
                  </a:lnTo>
                  <a:lnTo>
                    <a:pt x="176282" y="138542"/>
                  </a:lnTo>
                  <a:lnTo>
                    <a:pt x="176282" y="139019"/>
                  </a:lnTo>
                  <a:lnTo>
                    <a:pt x="173894" y="140930"/>
                  </a:lnTo>
                  <a:lnTo>
                    <a:pt x="173894" y="143319"/>
                  </a:lnTo>
                  <a:lnTo>
                    <a:pt x="174849" y="144274"/>
                  </a:lnTo>
                  <a:lnTo>
                    <a:pt x="175804" y="144752"/>
                  </a:lnTo>
                  <a:lnTo>
                    <a:pt x="175326" y="145230"/>
                  </a:lnTo>
                  <a:lnTo>
                    <a:pt x="174371" y="146663"/>
                  </a:lnTo>
                  <a:lnTo>
                    <a:pt x="173415" y="147141"/>
                  </a:lnTo>
                  <a:lnTo>
                    <a:pt x="171983" y="144752"/>
                  </a:lnTo>
                  <a:lnTo>
                    <a:pt x="170549" y="143319"/>
                  </a:lnTo>
                  <a:lnTo>
                    <a:pt x="168161" y="143319"/>
                  </a:lnTo>
                  <a:lnTo>
                    <a:pt x="165772" y="143796"/>
                  </a:lnTo>
                  <a:lnTo>
                    <a:pt x="164339" y="145707"/>
                  </a:lnTo>
                  <a:lnTo>
                    <a:pt x="163383" y="146663"/>
                  </a:lnTo>
                  <a:lnTo>
                    <a:pt x="163383" y="148096"/>
                  </a:lnTo>
                  <a:lnTo>
                    <a:pt x="163383" y="150962"/>
                  </a:lnTo>
                  <a:lnTo>
                    <a:pt x="162428" y="153829"/>
                  </a:lnTo>
                  <a:lnTo>
                    <a:pt x="160995" y="155740"/>
                  </a:lnTo>
                  <a:lnTo>
                    <a:pt x="160517" y="156695"/>
                  </a:lnTo>
                  <a:lnTo>
                    <a:pt x="159084" y="158128"/>
                  </a:lnTo>
                  <a:lnTo>
                    <a:pt x="157651" y="158606"/>
                  </a:lnTo>
                  <a:lnTo>
                    <a:pt x="156695" y="157651"/>
                  </a:lnTo>
                  <a:lnTo>
                    <a:pt x="156217" y="156695"/>
                  </a:lnTo>
                  <a:lnTo>
                    <a:pt x="157173" y="152873"/>
                  </a:lnTo>
                  <a:lnTo>
                    <a:pt x="157173" y="150485"/>
                  </a:lnTo>
                  <a:lnTo>
                    <a:pt x="159084" y="149529"/>
                  </a:lnTo>
                  <a:lnTo>
                    <a:pt x="157173" y="148096"/>
                  </a:lnTo>
                  <a:lnTo>
                    <a:pt x="155262" y="147618"/>
                  </a:lnTo>
                  <a:lnTo>
                    <a:pt x="152396" y="148096"/>
                  </a:lnTo>
                  <a:lnTo>
                    <a:pt x="151918" y="149051"/>
                  </a:lnTo>
                  <a:lnTo>
                    <a:pt x="151440" y="150485"/>
                  </a:lnTo>
                  <a:lnTo>
                    <a:pt x="149529" y="151918"/>
                  </a:lnTo>
                  <a:lnTo>
                    <a:pt x="148096" y="153351"/>
                  </a:lnTo>
                  <a:lnTo>
                    <a:pt x="146185" y="156217"/>
                  </a:lnTo>
                  <a:lnTo>
                    <a:pt x="144752" y="159084"/>
                  </a:lnTo>
                  <a:lnTo>
                    <a:pt x="140453" y="158128"/>
                  </a:lnTo>
                  <a:lnTo>
                    <a:pt x="138542" y="157651"/>
                  </a:lnTo>
                  <a:lnTo>
                    <a:pt x="136153" y="158128"/>
                  </a:lnTo>
                  <a:lnTo>
                    <a:pt x="131853" y="157651"/>
                  </a:lnTo>
                  <a:lnTo>
                    <a:pt x="127554" y="158128"/>
                  </a:lnTo>
                  <a:lnTo>
                    <a:pt x="122299" y="159561"/>
                  </a:lnTo>
                  <a:lnTo>
                    <a:pt x="122776" y="158606"/>
                  </a:lnTo>
                  <a:lnTo>
                    <a:pt x="127076" y="156695"/>
                  </a:lnTo>
                  <a:lnTo>
                    <a:pt x="127076" y="156217"/>
                  </a:lnTo>
                  <a:lnTo>
                    <a:pt x="126598" y="155262"/>
                  </a:lnTo>
                  <a:lnTo>
                    <a:pt x="125642" y="155262"/>
                  </a:lnTo>
                  <a:lnTo>
                    <a:pt x="123254" y="155262"/>
                  </a:lnTo>
                  <a:lnTo>
                    <a:pt x="121821" y="155262"/>
                  </a:lnTo>
                  <a:lnTo>
                    <a:pt x="121343" y="154307"/>
                  </a:lnTo>
                  <a:lnTo>
                    <a:pt x="120388" y="153829"/>
                  </a:lnTo>
                  <a:lnTo>
                    <a:pt x="119910" y="154307"/>
                  </a:lnTo>
                  <a:lnTo>
                    <a:pt x="119910" y="156217"/>
                  </a:lnTo>
                  <a:lnTo>
                    <a:pt x="119432" y="156695"/>
                  </a:lnTo>
                  <a:lnTo>
                    <a:pt x="118477" y="156217"/>
                  </a:lnTo>
                  <a:lnTo>
                    <a:pt x="118955" y="154307"/>
                  </a:lnTo>
                  <a:lnTo>
                    <a:pt x="118477" y="151918"/>
                  </a:lnTo>
                  <a:lnTo>
                    <a:pt x="118477" y="150485"/>
                  </a:lnTo>
                  <a:lnTo>
                    <a:pt x="119432" y="149529"/>
                  </a:lnTo>
                  <a:lnTo>
                    <a:pt x="118477" y="149051"/>
                  </a:lnTo>
                  <a:lnTo>
                    <a:pt x="117521" y="149051"/>
                  </a:lnTo>
                  <a:lnTo>
                    <a:pt x="116088" y="149529"/>
                  </a:lnTo>
                  <a:lnTo>
                    <a:pt x="115133" y="150485"/>
                  </a:lnTo>
                  <a:lnTo>
                    <a:pt x="112744" y="154784"/>
                  </a:lnTo>
                  <a:lnTo>
                    <a:pt x="111789" y="157173"/>
                  </a:lnTo>
                  <a:lnTo>
                    <a:pt x="113699" y="159084"/>
                  </a:lnTo>
                  <a:lnTo>
                    <a:pt x="117999" y="161950"/>
                  </a:lnTo>
                  <a:lnTo>
                    <a:pt x="118955" y="162428"/>
                  </a:lnTo>
                  <a:lnTo>
                    <a:pt x="118955" y="163861"/>
                  </a:lnTo>
                  <a:lnTo>
                    <a:pt x="118477" y="164817"/>
                  </a:lnTo>
                  <a:lnTo>
                    <a:pt x="117044" y="165772"/>
                  </a:lnTo>
                  <a:lnTo>
                    <a:pt x="112266" y="166727"/>
                  </a:lnTo>
                  <a:lnTo>
                    <a:pt x="107967" y="168161"/>
                  </a:lnTo>
                  <a:lnTo>
                    <a:pt x="106533" y="170072"/>
                  </a:lnTo>
                  <a:lnTo>
                    <a:pt x="102712" y="176760"/>
                  </a:lnTo>
                  <a:lnTo>
                    <a:pt x="99846" y="181537"/>
                  </a:lnTo>
                  <a:lnTo>
                    <a:pt x="95546" y="183448"/>
                  </a:lnTo>
                  <a:lnTo>
                    <a:pt x="90769" y="182015"/>
                  </a:lnTo>
                  <a:lnTo>
                    <a:pt x="89335" y="180104"/>
                  </a:lnTo>
                  <a:lnTo>
                    <a:pt x="88380" y="178193"/>
                  </a:lnTo>
                  <a:lnTo>
                    <a:pt x="86469" y="176282"/>
                  </a:lnTo>
                  <a:lnTo>
                    <a:pt x="85035" y="174371"/>
                  </a:lnTo>
                  <a:lnTo>
                    <a:pt x="84080" y="171983"/>
                  </a:lnTo>
                  <a:lnTo>
                    <a:pt x="84080" y="168161"/>
                  </a:lnTo>
                  <a:lnTo>
                    <a:pt x="83603" y="165772"/>
                  </a:lnTo>
                  <a:lnTo>
                    <a:pt x="84080" y="165294"/>
                  </a:lnTo>
                  <a:lnTo>
                    <a:pt x="86947" y="163861"/>
                  </a:lnTo>
                  <a:lnTo>
                    <a:pt x="87902" y="162906"/>
                  </a:lnTo>
                  <a:lnTo>
                    <a:pt x="89335" y="160995"/>
                  </a:lnTo>
                  <a:lnTo>
                    <a:pt x="89813" y="160039"/>
                  </a:lnTo>
                  <a:lnTo>
                    <a:pt x="89813" y="158606"/>
                  </a:lnTo>
                  <a:lnTo>
                    <a:pt x="88380" y="157651"/>
                  </a:lnTo>
                  <a:lnTo>
                    <a:pt x="85514" y="157651"/>
                  </a:lnTo>
                  <a:lnTo>
                    <a:pt x="82647" y="158128"/>
                  </a:lnTo>
                  <a:lnTo>
                    <a:pt x="80258" y="157651"/>
                  </a:lnTo>
                  <a:lnTo>
                    <a:pt x="77392" y="155740"/>
                  </a:lnTo>
                  <a:lnTo>
                    <a:pt x="76437" y="155262"/>
                  </a:lnTo>
                  <a:lnTo>
                    <a:pt x="73092" y="155262"/>
                  </a:lnTo>
                  <a:lnTo>
                    <a:pt x="71182" y="155740"/>
                  </a:lnTo>
                  <a:lnTo>
                    <a:pt x="68793" y="156217"/>
                  </a:lnTo>
                  <a:lnTo>
                    <a:pt x="66882" y="156217"/>
                  </a:lnTo>
                  <a:lnTo>
                    <a:pt x="65926" y="156695"/>
                  </a:lnTo>
                  <a:lnTo>
                    <a:pt x="63060" y="159084"/>
                  </a:lnTo>
                  <a:lnTo>
                    <a:pt x="61149" y="160517"/>
                  </a:lnTo>
                  <a:lnTo>
                    <a:pt x="59239" y="161473"/>
                  </a:lnTo>
                  <a:lnTo>
                    <a:pt x="55416" y="161473"/>
                  </a:lnTo>
                  <a:lnTo>
                    <a:pt x="53505" y="161950"/>
                  </a:lnTo>
                  <a:lnTo>
                    <a:pt x="51117" y="162906"/>
                  </a:lnTo>
                  <a:lnTo>
                    <a:pt x="50639" y="162428"/>
                  </a:lnTo>
                  <a:lnTo>
                    <a:pt x="48728" y="163861"/>
                  </a:lnTo>
                  <a:lnTo>
                    <a:pt x="45862" y="164817"/>
                  </a:lnTo>
                  <a:lnTo>
                    <a:pt x="44907" y="165294"/>
                  </a:lnTo>
                  <a:lnTo>
                    <a:pt x="42040" y="164817"/>
                  </a:lnTo>
                  <a:lnTo>
                    <a:pt x="37263" y="166727"/>
                  </a:lnTo>
                  <a:lnTo>
                    <a:pt x="35352" y="166727"/>
                  </a:lnTo>
                  <a:lnTo>
                    <a:pt x="32485" y="165772"/>
                  </a:lnTo>
                  <a:lnTo>
                    <a:pt x="30575" y="164339"/>
                  </a:lnTo>
                  <a:lnTo>
                    <a:pt x="28186" y="164817"/>
                  </a:lnTo>
                  <a:lnTo>
                    <a:pt x="26753" y="167205"/>
                  </a:lnTo>
                  <a:lnTo>
                    <a:pt x="26275" y="171505"/>
                  </a:lnTo>
                  <a:lnTo>
                    <a:pt x="25319" y="173416"/>
                  </a:lnTo>
                  <a:lnTo>
                    <a:pt x="24842" y="175804"/>
                  </a:lnTo>
                  <a:lnTo>
                    <a:pt x="23886" y="175326"/>
                  </a:lnTo>
                  <a:lnTo>
                    <a:pt x="17198" y="171027"/>
                  </a:lnTo>
                  <a:lnTo>
                    <a:pt x="17198" y="171027"/>
                  </a:lnTo>
                  <a:lnTo>
                    <a:pt x="11466" y="171505"/>
                  </a:lnTo>
                  <a:lnTo>
                    <a:pt x="10510" y="171983"/>
                  </a:lnTo>
                  <a:lnTo>
                    <a:pt x="8599" y="172938"/>
                  </a:lnTo>
                  <a:lnTo>
                    <a:pt x="6688" y="173416"/>
                  </a:lnTo>
                  <a:lnTo>
                    <a:pt x="5255" y="172460"/>
                  </a:lnTo>
                  <a:lnTo>
                    <a:pt x="3821" y="171505"/>
                  </a:lnTo>
                  <a:lnTo>
                    <a:pt x="2389" y="171983"/>
                  </a:lnTo>
                  <a:lnTo>
                    <a:pt x="478" y="172460"/>
                  </a:lnTo>
                  <a:lnTo>
                    <a:pt x="0" y="166250"/>
                  </a:lnTo>
                  <a:lnTo>
                    <a:pt x="478" y="165772"/>
                  </a:lnTo>
                  <a:lnTo>
                    <a:pt x="1433" y="164339"/>
                  </a:lnTo>
                  <a:lnTo>
                    <a:pt x="2389" y="163383"/>
                  </a:lnTo>
                  <a:lnTo>
                    <a:pt x="4777" y="163383"/>
                  </a:lnTo>
                  <a:lnTo>
                    <a:pt x="7644" y="163383"/>
                  </a:lnTo>
                  <a:lnTo>
                    <a:pt x="9077" y="162906"/>
                  </a:lnTo>
                  <a:lnTo>
                    <a:pt x="10987" y="161950"/>
                  </a:lnTo>
                  <a:lnTo>
                    <a:pt x="12421" y="160039"/>
                  </a:lnTo>
                  <a:lnTo>
                    <a:pt x="14332" y="158606"/>
                  </a:lnTo>
                  <a:lnTo>
                    <a:pt x="16721" y="157651"/>
                  </a:lnTo>
                  <a:lnTo>
                    <a:pt x="19109" y="156217"/>
                  </a:lnTo>
                  <a:lnTo>
                    <a:pt x="21498" y="154307"/>
                  </a:lnTo>
                  <a:lnTo>
                    <a:pt x="23409" y="152396"/>
                  </a:lnTo>
                  <a:lnTo>
                    <a:pt x="25319" y="150962"/>
                  </a:lnTo>
                  <a:lnTo>
                    <a:pt x="27230" y="149529"/>
                  </a:lnTo>
                  <a:lnTo>
                    <a:pt x="30097" y="146663"/>
                  </a:lnTo>
                  <a:lnTo>
                    <a:pt x="34396" y="143319"/>
                  </a:lnTo>
                  <a:lnTo>
                    <a:pt x="35830" y="140930"/>
                  </a:lnTo>
                  <a:lnTo>
                    <a:pt x="36785" y="139975"/>
                  </a:lnTo>
                  <a:lnTo>
                    <a:pt x="40607" y="138542"/>
                  </a:lnTo>
                  <a:lnTo>
                    <a:pt x="44907" y="137586"/>
                  </a:lnTo>
                  <a:lnTo>
                    <a:pt x="47295" y="137586"/>
                  </a:lnTo>
                  <a:lnTo>
                    <a:pt x="49206" y="139975"/>
                  </a:lnTo>
                  <a:lnTo>
                    <a:pt x="50639" y="139497"/>
                  </a:lnTo>
                  <a:lnTo>
                    <a:pt x="51594" y="139019"/>
                  </a:lnTo>
                  <a:lnTo>
                    <a:pt x="53983" y="138542"/>
                  </a:lnTo>
                  <a:lnTo>
                    <a:pt x="56850" y="139019"/>
                  </a:lnTo>
                  <a:lnTo>
                    <a:pt x="58760" y="139019"/>
                  </a:lnTo>
                  <a:lnTo>
                    <a:pt x="61627" y="139019"/>
                  </a:lnTo>
                  <a:lnTo>
                    <a:pt x="65926" y="138064"/>
                  </a:lnTo>
                  <a:lnTo>
                    <a:pt x="68315" y="137108"/>
                  </a:lnTo>
                  <a:lnTo>
                    <a:pt x="70704" y="136153"/>
                  </a:lnTo>
                  <a:lnTo>
                    <a:pt x="79303" y="135197"/>
                  </a:lnTo>
                  <a:lnTo>
                    <a:pt x="85035" y="133764"/>
                  </a:lnTo>
                  <a:lnTo>
                    <a:pt x="85991" y="133764"/>
                  </a:lnTo>
                  <a:lnTo>
                    <a:pt x="86947" y="134242"/>
                  </a:lnTo>
                  <a:lnTo>
                    <a:pt x="86947" y="135675"/>
                  </a:lnTo>
                  <a:lnTo>
                    <a:pt x="85991" y="137108"/>
                  </a:lnTo>
                  <a:lnTo>
                    <a:pt x="86947" y="138064"/>
                  </a:lnTo>
                  <a:lnTo>
                    <a:pt x="87902" y="138542"/>
                  </a:lnTo>
                  <a:lnTo>
                    <a:pt x="93635" y="138542"/>
                  </a:lnTo>
                  <a:lnTo>
                    <a:pt x="95068" y="139019"/>
                  </a:lnTo>
                  <a:lnTo>
                    <a:pt x="97457" y="138064"/>
                  </a:lnTo>
                  <a:lnTo>
                    <a:pt x="99367" y="136631"/>
                  </a:lnTo>
                  <a:lnTo>
                    <a:pt x="101756" y="135197"/>
                  </a:lnTo>
                  <a:lnTo>
                    <a:pt x="103189" y="133286"/>
                  </a:lnTo>
                  <a:lnTo>
                    <a:pt x="101756" y="130898"/>
                  </a:lnTo>
                  <a:lnTo>
                    <a:pt x="101756" y="128031"/>
                  </a:lnTo>
                  <a:lnTo>
                    <a:pt x="102712" y="125165"/>
                  </a:lnTo>
                  <a:lnTo>
                    <a:pt x="104623" y="122776"/>
                  </a:lnTo>
                  <a:lnTo>
                    <a:pt x="106533" y="121343"/>
                  </a:lnTo>
                  <a:lnTo>
                    <a:pt x="108444" y="119910"/>
                  </a:lnTo>
                  <a:lnTo>
                    <a:pt x="112266" y="115133"/>
                  </a:lnTo>
                  <a:lnTo>
                    <a:pt x="115133" y="111311"/>
                  </a:lnTo>
                  <a:lnTo>
                    <a:pt x="116088" y="106534"/>
                  </a:lnTo>
                  <a:lnTo>
                    <a:pt x="115610" y="100801"/>
                  </a:lnTo>
                  <a:lnTo>
                    <a:pt x="117999" y="96501"/>
                  </a:lnTo>
                  <a:lnTo>
                    <a:pt x="120388" y="96024"/>
                  </a:lnTo>
                  <a:lnTo>
                    <a:pt x="125165" y="94112"/>
                  </a:lnTo>
                  <a:lnTo>
                    <a:pt x="127554" y="93635"/>
                  </a:lnTo>
                  <a:lnTo>
                    <a:pt x="128031" y="94112"/>
                  </a:lnTo>
                  <a:lnTo>
                    <a:pt x="128031" y="95546"/>
                  </a:lnTo>
                  <a:lnTo>
                    <a:pt x="124210" y="98890"/>
                  </a:lnTo>
                  <a:lnTo>
                    <a:pt x="122299" y="100323"/>
                  </a:lnTo>
                  <a:lnTo>
                    <a:pt x="120865" y="100801"/>
                  </a:lnTo>
                  <a:lnTo>
                    <a:pt x="119910" y="101278"/>
                  </a:lnTo>
                  <a:lnTo>
                    <a:pt x="119432" y="102712"/>
                  </a:lnTo>
                  <a:lnTo>
                    <a:pt x="121343" y="104623"/>
                  </a:lnTo>
                  <a:lnTo>
                    <a:pt x="121821" y="106056"/>
                  </a:lnTo>
                  <a:lnTo>
                    <a:pt x="121343" y="107489"/>
                  </a:lnTo>
                  <a:lnTo>
                    <a:pt x="121343" y="108922"/>
                  </a:lnTo>
                  <a:lnTo>
                    <a:pt x="123732" y="110355"/>
                  </a:lnTo>
                  <a:lnTo>
                    <a:pt x="126121" y="110833"/>
                  </a:lnTo>
                  <a:lnTo>
                    <a:pt x="127076" y="110833"/>
                  </a:lnTo>
                  <a:lnTo>
                    <a:pt x="128031" y="110355"/>
                  </a:lnTo>
                  <a:lnTo>
                    <a:pt x="130898" y="107011"/>
                  </a:lnTo>
                  <a:lnTo>
                    <a:pt x="131376" y="106534"/>
                  </a:lnTo>
                  <a:lnTo>
                    <a:pt x="139497" y="103667"/>
                  </a:lnTo>
                  <a:lnTo>
                    <a:pt x="143319" y="101756"/>
                  </a:lnTo>
                  <a:lnTo>
                    <a:pt x="145230" y="101278"/>
                  </a:lnTo>
                  <a:lnTo>
                    <a:pt x="147619" y="100323"/>
                  </a:lnTo>
                  <a:lnTo>
                    <a:pt x="151918" y="96501"/>
                  </a:lnTo>
                  <a:lnTo>
                    <a:pt x="153829" y="94590"/>
                  </a:lnTo>
                  <a:lnTo>
                    <a:pt x="155262" y="92679"/>
                  </a:lnTo>
                  <a:lnTo>
                    <a:pt x="156217" y="90291"/>
                  </a:lnTo>
                  <a:lnTo>
                    <a:pt x="157173" y="87902"/>
                  </a:lnTo>
                  <a:lnTo>
                    <a:pt x="158606" y="85991"/>
                  </a:lnTo>
                  <a:lnTo>
                    <a:pt x="165772" y="82169"/>
                  </a:lnTo>
                  <a:lnTo>
                    <a:pt x="168161" y="80258"/>
                  </a:lnTo>
                  <a:lnTo>
                    <a:pt x="168638" y="79303"/>
                  </a:lnTo>
                  <a:lnTo>
                    <a:pt x="169594" y="76437"/>
                  </a:lnTo>
                  <a:lnTo>
                    <a:pt x="170549" y="73093"/>
                  </a:lnTo>
                  <a:lnTo>
                    <a:pt x="171505" y="70704"/>
                  </a:lnTo>
                  <a:lnTo>
                    <a:pt x="172460" y="68793"/>
                  </a:lnTo>
                  <a:lnTo>
                    <a:pt x="173894" y="66404"/>
                  </a:lnTo>
                  <a:lnTo>
                    <a:pt x="175804" y="64493"/>
                  </a:lnTo>
                  <a:lnTo>
                    <a:pt x="176760" y="62105"/>
                  </a:lnTo>
                  <a:lnTo>
                    <a:pt x="178193" y="56850"/>
                  </a:lnTo>
                  <a:lnTo>
                    <a:pt x="179149" y="53983"/>
                  </a:lnTo>
                  <a:lnTo>
                    <a:pt x="179626" y="53028"/>
                  </a:lnTo>
                  <a:lnTo>
                    <a:pt x="180104" y="52072"/>
                  </a:lnTo>
                  <a:lnTo>
                    <a:pt x="181060" y="51117"/>
                  </a:lnTo>
                  <a:lnTo>
                    <a:pt x="181537" y="49684"/>
                  </a:lnTo>
                  <a:lnTo>
                    <a:pt x="181537" y="48728"/>
                  </a:lnTo>
                  <a:lnTo>
                    <a:pt x="182015" y="44906"/>
                  </a:lnTo>
                  <a:lnTo>
                    <a:pt x="182015" y="42040"/>
                  </a:lnTo>
                  <a:lnTo>
                    <a:pt x="180581" y="39174"/>
                  </a:lnTo>
                  <a:lnTo>
                    <a:pt x="179626" y="38696"/>
                  </a:lnTo>
                  <a:lnTo>
                    <a:pt x="178671" y="38696"/>
                  </a:lnTo>
                  <a:lnTo>
                    <a:pt x="177238" y="38696"/>
                  </a:lnTo>
                  <a:lnTo>
                    <a:pt x="175804" y="37740"/>
                  </a:lnTo>
                  <a:lnTo>
                    <a:pt x="175804" y="36785"/>
                  </a:lnTo>
                  <a:lnTo>
                    <a:pt x="177238" y="36785"/>
                  </a:lnTo>
                  <a:lnTo>
                    <a:pt x="178193" y="36307"/>
                  </a:lnTo>
                  <a:lnTo>
                    <a:pt x="179149" y="35352"/>
                  </a:lnTo>
                  <a:lnTo>
                    <a:pt x="180104" y="32486"/>
                  </a:lnTo>
                  <a:lnTo>
                    <a:pt x="181060" y="29619"/>
                  </a:lnTo>
                  <a:lnTo>
                    <a:pt x="181060" y="28186"/>
                  </a:lnTo>
                  <a:lnTo>
                    <a:pt x="180104" y="26275"/>
                  </a:lnTo>
                  <a:lnTo>
                    <a:pt x="179149" y="23409"/>
                  </a:lnTo>
                  <a:lnTo>
                    <a:pt x="179149" y="21498"/>
                  </a:lnTo>
                  <a:lnTo>
                    <a:pt x="180104" y="20064"/>
                  </a:lnTo>
                  <a:lnTo>
                    <a:pt x="181537" y="18631"/>
                  </a:lnTo>
                  <a:lnTo>
                    <a:pt x="182492" y="18154"/>
                  </a:lnTo>
                  <a:lnTo>
                    <a:pt x="183448" y="18154"/>
                  </a:lnTo>
                  <a:lnTo>
                    <a:pt x="184881" y="17676"/>
                  </a:lnTo>
                  <a:lnTo>
                    <a:pt x="185837" y="16721"/>
                  </a:lnTo>
                  <a:lnTo>
                    <a:pt x="186314" y="15765"/>
                  </a:lnTo>
                  <a:lnTo>
                    <a:pt x="187270" y="13376"/>
                  </a:lnTo>
                  <a:lnTo>
                    <a:pt x="187747" y="11943"/>
                  </a:lnTo>
                  <a:lnTo>
                    <a:pt x="187270" y="8121"/>
                  </a:lnTo>
                  <a:lnTo>
                    <a:pt x="187747" y="7166"/>
                  </a:lnTo>
                  <a:lnTo>
                    <a:pt x="188226" y="6688"/>
                  </a:lnTo>
                  <a:lnTo>
                    <a:pt x="189658" y="7166"/>
                  </a:lnTo>
                  <a:lnTo>
                    <a:pt x="190614" y="7166"/>
                  </a:lnTo>
                  <a:lnTo>
                    <a:pt x="192047" y="7166"/>
                  </a:lnTo>
                  <a:lnTo>
                    <a:pt x="193003" y="7166"/>
                  </a:lnTo>
                  <a:lnTo>
                    <a:pt x="193480" y="8121"/>
                  </a:lnTo>
                  <a:lnTo>
                    <a:pt x="194436" y="14809"/>
                  </a:lnTo>
                  <a:lnTo>
                    <a:pt x="194913" y="15287"/>
                  </a:lnTo>
                  <a:lnTo>
                    <a:pt x="195869" y="16243"/>
                  </a:lnTo>
                  <a:lnTo>
                    <a:pt x="196824" y="15765"/>
                  </a:lnTo>
                  <a:lnTo>
                    <a:pt x="197780" y="14809"/>
                  </a:lnTo>
                  <a:lnTo>
                    <a:pt x="198258" y="13854"/>
                  </a:lnTo>
                  <a:lnTo>
                    <a:pt x="199213" y="13376"/>
                  </a:lnTo>
                  <a:lnTo>
                    <a:pt x="203035" y="14809"/>
                  </a:lnTo>
                  <a:lnTo>
                    <a:pt x="204468" y="13854"/>
                  </a:lnTo>
                  <a:lnTo>
                    <a:pt x="204946" y="12421"/>
                  </a:lnTo>
                  <a:lnTo>
                    <a:pt x="205901" y="9555"/>
                  </a:lnTo>
                  <a:lnTo>
                    <a:pt x="205424" y="7166"/>
                  </a:lnTo>
                  <a:lnTo>
                    <a:pt x="204468" y="6210"/>
                  </a:lnTo>
                  <a:lnTo>
                    <a:pt x="203513" y="6210"/>
                  </a:lnTo>
                  <a:lnTo>
                    <a:pt x="203035" y="7166"/>
                  </a:lnTo>
                  <a:lnTo>
                    <a:pt x="202079" y="7166"/>
                  </a:lnTo>
                  <a:lnTo>
                    <a:pt x="196824" y="8599"/>
                  </a:lnTo>
                  <a:lnTo>
                    <a:pt x="196824" y="5733"/>
                  </a:lnTo>
                  <a:lnTo>
                    <a:pt x="197780" y="1911"/>
                  </a:lnTo>
                  <a:lnTo>
                    <a:pt x="198258" y="478"/>
                  </a:lnTo>
                  <a:lnTo>
                    <a:pt x="199213" y="0"/>
                  </a:lnTo>
                  <a:lnTo>
                    <a:pt x="201602" y="478"/>
                  </a:lnTo>
                  <a:lnTo>
                    <a:pt x="202557" y="955"/>
                  </a:lnTo>
                  <a:lnTo>
                    <a:pt x="20494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3" name="Freeform 4682">
              <a:extLst>
                <a:ext uri="{FF2B5EF4-FFF2-40B4-BE49-F238E27FC236}">
                  <a16:creationId xmlns:a16="http://schemas.microsoft.com/office/drawing/2014/main" id="{A217A312-DAB5-28DA-2961-53762A67861B}"/>
                </a:ext>
              </a:extLst>
            </p:cNvPr>
            <p:cNvSpPr/>
            <p:nvPr/>
          </p:nvSpPr>
          <p:spPr>
            <a:xfrm>
              <a:off x="8625099" y="3983428"/>
              <a:ext cx="6688" cy="10987"/>
            </a:xfrm>
            <a:custGeom>
              <a:avLst/>
              <a:gdLst>
                <a:gd name="csX0" fmla="*/ 2389 w 6688"/>
                <a:gd name="csY0" fmla="*/ 10988 h 10987"/>
                <a:gd name="csX1" fmla="*/ 478 w 6688"/>
                <a:gd name="csY1" fmla="*/ 10988 h 10987"/>
                <a:gd name="csX2" fmla="*/ 0 w 6688"/>
                <a:gd name="csY2" fmla="*/ 10988 h 10987"/>
                <a:gd name="csX3" fmla="*/ 955 w 6688"/>
                <a:gd name="csY3" fmla="*/ 10510 h 10987"/>
                <a:gd name="csX4" fmla="*/ 955 w 6688"/>
                <a:gd name="csY4" fmla="*/ 9555 h 10987"/>
                <a:gd name="csX5" fmla="*/ 1911 w 6688"/>
                <a:gd name="csY5" fmla="*/ 7644 h 10987"/>
                <a:gd name="csX6" fmla="*/ 1911 w 6688"/>
                <a:gd name="csY6" fmla="*/ 7166 h 10987"/>
                <a:gd name="csX7" fmla="*/ 0 w 6688"/>
                <a:gd name="csY7" fmla="*/ 7166 h 10987"/>
                <a:gd name="csX8" fmla="*/ 478 w 6688"/>
                <a:gd name="csY8" fmla="*/ 5255 h 10987"/>
                <a:gd name="csX9" fmla="*/ 1433 w 6688"/>
                <a:gd name="csY9" fmla="*/ 3344 h 10987"/>
                <a:gd name="csX10" fmla="*/ 4300 w 6688"/>
                <a:gd name="csY10" fmla="*/ 478 h 10987"/>
                <a:gd name="csX11" fmla="*/ 5255 w 6688"/>
                <a:gd name="csY11" fmla="*/ 0 h 10987"/>
                <a:gd name="csX12" fmla="*/ 5255 w 6688"/>
                <a:gd name="csY12" fmla="*/ 956 h 10987"/>
                <a:gd name="csX13" fmla="*/ 4777 w 6688"/>
                <a:gd name="csY13" fmla="*/ 4299 h 10987"/>
                <a:gd name="csX14" fmla="*/ 4300 w 6688"/>
                <a:gd name="csY14" fmla="*/ 5255 h 10987"/>
                <a:gd name="csX15" fmla="*/ 6688 w 6688"/>
                <a:gd name="csY15" fmla="*/ 5733 h 10987"/>
                <a:gd name="csX16" fmla="*/ 5255 w 6688"/>
                <a:gd name="csY16" fmla="*/ 9077 h 10987"/>
                <a:gd name="csX17" fmla="*/ 2389 w 6688"/>
                <a:gd name="csY17" fmla="*/ 10988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688" h="10987">
                  <a:moveTo>
                    <a:pt x="2389" y="10988"/>
                  </a:moveTo>
                  <a:lnTo>
                    <a:pt x="478" y="10988"/>
                  </a:lnTo>
                  <a:lnTo>
                    <a:pt x="0" y="10988"/>
                  </a:lnTo>
                  <a:lnTo>
                    <a:pt x="955" y="10510"/>
                  </a:lnTo>
                  <a:lnTo>
                    <a:pt x="955" y="9555"/>
                  </a:lnTo>
                  <a:lnTo>
                    <a:pt x="1911" y="7644"/>
                  </a:lnTo>
                  <a:lnTo>
                    <a:pt x="1911" y="7166"/>
                  </a:lnTo>
                  <a:lnTo>
                    <a:pt x="0" y="7166"/>
                  </a:lnTo>
                  <a:lnTo>
                    <a:pt x="478" y="5255"/>
                  </a:lnTo>
                  <a:lnTo>
                    <a:pt x="1433" y="3344"/>
                  </a:lnTo>
                  <a:lnTo>
                    <a:pt x="4300" y="478"/>
                  </a:lnTo>
                  <a:lnTo>
                    <a:pt x="5255" y="0"/>
                  </a:lnTo>
                  <a:lnTo>
                    <a:pt x="5255" y="956"/>
                  </a:lnTo>
                  <a:lnTo>
                    <a:pt x="4777" y="4299"/>
                  </a:lnTo>
                  <a:lnTo>
                    <a:pt x="4300" y="5255"/>
                  </a:lnTo>
                  <a:lnTo>
                    <a:pt x="6688" y="5733"/>
                  </a:lnTo>
                  <a:lnTo>
                    <a:pt x="5255" y="9077"/>
                  </a:lnTo>
                  <a:lnTo>
                    <a:pt x="2389" y="109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4" name="Freeform 4683">
              <a:extLst>
                <a:ext uri="{FF2B5EF4-FFF2-40B4-BE49-F238E27FC236}">
                  <a16:creationId xmlns:a16="http://schemas.microsoft.com/office/drawing/2014/main" id="{B9CC88FB-C0EE-3AD5-C332-DBEAF96C96D4}"/>
                </a:ext>
              </a:extLst>
            </p:cNvPr>
            <p:cNvSpPr/>
            <p:nvPr/>
          </p:nvSpPr>
          <p:spPr>
            <a:xfrm>
              <a:off x="8525253" y="4028334"/>
              <a:ext cx="3822" cy="3822"/>
            </a:xfrm>
            <a:custGeom>
              <a:avLst/>
              <a:gdLst>
                <a:gd name="csX0" fmla="*/ 3344 w 3822"/>
                <a:gd name="csY0" fmla="*/ 2867 h 3822"/>
                <a:gd name="csX1" fmla="*/ 2389 w 3822"/>
                <a:gd name="csY1" fmla="*/ 3822 h 3822"/>
                <a:gd name="csX2" fmla="*/ 955 w 3822"/>
                <a:gd name="csY2" fmla="*/ 3344 h 3822"/>
                <a:gd name="csX3" fmla="*/ 0 w 3822"/>
                <a:gd name="csY3" fmla="*/ 2389 h 3822"/>
                <a:gd name="csX4" fmla="*/ 0 w 3822"/>
                <a:gd name="csY4" fmla="*/ 956 h 3822"/>
                <a:gd name="csX5" fmla="*/ 1911 w 3822"/>
                <a:gd name="csY5" fmla="*/ 0 h 3822"/>
                <a:gd name="csX6" fmla="*/ 3822 w 3822"/>
                <a:gd name="csY6" fmla="*/ 1911 h 3822"/>
                <a:gd name="csX7" fmla="*/ 3344 w 3822"/>
                <a:gd name="csY7" fmla="*/ 2867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2" h="3822">
                  <a:moveTo>
                    <a:pt x="3344" y="2867"/>
                  </a:moveTo>
                  <a:lnTo>
                    <a:pt x="2389" y="3822"/>
                  </a:lnTo>
                  <a:lnTo>
                    <a:pt x="955" y="3344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3822" y="1911"/>
                  </a:lnTo>
                  <a:lnTo>
                    <a:pt x="3344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5" name="Freeform 4684">
              <a:extLst>
                <a:ext uri="{FF2B5EF4-FFF2-40B4-BE49-F238E27FC236}">
                  <a16:creationId xmlns:a16="http://schemas.microsoft.com/office/drawing/2014/main" id="{E76BC9B0-19CD-82ED-9986-EDA2F81306A8}"/>
                </a:ext>
              </a:extLst>
            </p:cNvPr>
            <p:cNvSpPr/>
            <p:nvPr/>
          </p:nvSpPr>
          <p:spPr>
            <a:xfrm>
              <a:off x="8647552" y="4063208"/>
              <a:ext cx="1911" cy="1910"/>
            </a:xfrm>
            <a:custGeom>
              <a:avLst/>
              <a:gdLst>
                <a:gd name="csX0" fmla="*/ 1911 w 1911"/>
                <a:gd name="csY0" fmla="*/ 955 h 1910"/>
                <a:gd name="csX1" fmla="*/ 1433 w 1911"/>
                <a:gd name="csY1" fmla="*/ 1911 h 1910"/>
                <a:gd name="csX2" fmla="*/ 478 w 1911"/>
                <a:gd name="csY2" fmla="*/ 1911 h 1910"/>
                <a:gd name="csX3" fmla="*/ 0 w 1911"/>
                <a:gd name="csY3" fmla="*/ 955 h 1910"/>
                <a:gd name="csX4" fmla="*/ 0 w 1911"/>
                <a:gd name="csY4" fmla="*/ 0 h 1910"/>
                <a:gd name="csX5" fmla="*/ 956 w 1911"/>
                <a:gd name="csY5" fmla="*/ 0 h 1910"/>
                <a:gd name="csX6" fmla="*/ 1911 w 1911"/>
                <a:gd name="csY6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0">
                  <a:moveTo>
                    <a:pt x="1911" y="955"/>
                  </a:moveTo>
                  <a:lnTo>
                    <a:pt x="1433" y="1911"/>
                  </a:lnTo>
                  <a:lnTo>
                    <a:pt x="478" y="1911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6" name="Freeform 4685">
              <a:extLst>
                <a:ext uri="{FF2B5EF4-FFF2-40B4-BE49-F238E27FC236}">
                  <a16:creationId xmlns:a16="http://schemas.microsoft.com/office/drawing/2014/main" id="{F023C421-B4BB-EA28-7E19-69B1F2B53CE3}"/>
                </a:ext>
              </a:extLst>
            </p:cNvPr>
            <p:cNvSpPr/>
            <p:nvPr/>
          </p:nvSpPr>
          <p:spPr>
            <a:xfrm>
              <a:off x="8447383" y="4065119"/>
              <a:ext cx="4299" cy="8121"/>
            </a:xfrm>
            <a:custGeom>
              <a:avLst/>
              <a:gdLst>
                <a:gd name="csX0" fmla="*/ 2389 w 4299"/>
                <a:gd name="csY0" fmla="*/ 7166 h 8121"/>
                <a:gd name="csX1" fmla="*/ 1911 w 4299"/>
                <a:gd name="csY1" fmla="*/ 8121 h 8121"/>
                <a:gd name="csX2" fmla="*/ 478 w 4299"/>
                <a:gd name="csY2" fmla="*/ 7644 h 8121"/>
                <a:gd name="csX3" fmla="*/ 0 w 4299"/>
                <a:gd name="csY3" fmla="*/ 6688 h 8121"/>
                <a:gd name="csX4" fmla="*/ 956 w 4299"/>
                <a:gd name="csY4" fmla="*/ 3344 h 8121"/>
                <a:gd name="csX5" fmla="*/ 956 w 4299"/>
                <a:gd name="csY5" fmla="*/ 2389 h 8121"/>
                <a:gd name="csX6" fmla="*/ 956 w 4299"/>
                <a:gd name="csY6" fmla="*/ 1433 h 8121"/>
                <a:gd name="csX7" fmla="*/ 3344 w 4299"/>
                <a:gd name="csY7" fmla="*/ 0 h 8121"/>
                <a:gd name="csX8" fmla="*/ 3822 w 4299"/>
                <a:gd name="csY8" fmla="*/ 478 h 8121"/>
                <a:gd name="csX9" fmla="*/ 4300 w 4299"/>
                <a:gd name="csY9" fmla="*/ 478 h 8121"/>
                <a:gd name="csX10" fmla="*/ 3822 w 4299"/>
                <a:gd name="csY10" fmla="*/ 1433 h 8121"/>
                <a:gd name="csX11" fmla="*/ 3822 w 4299"/>
                <a:gd name="csY11" fmla="*/ 3344 h 8121"/>
                <a:gd name="csX12" fmla="*/ 1911 w 4299"/>
                <a:gd name="csY12" fmla="*/ 5733 h 8121"/>
                <a:gd name="csX13" fmla="*/ 2389 w 4299"/>
                <a:gd name="csY13" fmla="*/ 716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8121">
                  <a:moveTo>
                    <a:pt x="2389" y="7166"/>
                  </a:moveTo>
                  <a:lnTo>
                    <a:pt x="1911" y="8121"/>
                  </a:lnTo>
                  <a:lnTo>
                    <a:pt x="478" y="7644"/>
                  </a:lnTo>
                  <a:lnTo>
                    <a:pt x="0" y="6688"/>
                  </a:lnTo>
                  <a:lnTo>
                    <a:pt x="956" y="3344"/>
                  </a:lnTo>
                  <a:lnTo>
                    <a:pt x="956" y="2389"/>
                  </a:lnTo>
                  <a:lnTo>
                    <a:pt x="956" y="1433"/>
                  </a:lnTo>
                  <a:lnTo>
                    <a:pt x="3344" y="0"/>
                  </a:lnTo>
                  <a:lnTo>
                    <a:pt x="3822" y="478"/>
                  </a:lnTo>
                  <a:lnTo>
                    <a:pt x="4300" y="478"/>
                  </a:lnTo>
                  <a:lnTo>
                    <a:pt x="3822" y="1433"/>
                  </a:lnTo>
                  <a:lnTo>
                    <a:pt x="3822" y="3344"/>
                  </a:lnTo>
                  <a:lnTo>
                    <a:pt x="1911" y="5733"/>
                  </a:lnTo>
                  <a:lnTo>
                    <a:pt x="2389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7" name="Freeform 4686">
              <a:extLst>
                <a:ext uri="{FF2B5EF4-FFF2-40B4-BE49-F238E27FC236}">
                  <a16:creationId xmlns:a16="http://schemas.microsoft.com/office/drawing/2014/main" id="{04C6D820-5BF9-487B-3AD2-CC9090E24EC7}"/>
                </a:ext>
              </a:extLst>
            </p:cNvPr>
            <p:cNvSpPr/>
            <p:nvPr/>
          </p:nvSpPr>
          <p:spPr>
            <a:xfrm>
              <a:off x="8554395" y="4067986"/>
              <a:ext cx="6688" cy="7643"/>
            </a:xfrm>
            <a:custGeom>
              <a:avLst/>
              <a:gdLst>
                <a:gd name="csX0" fmla="*/ 5255 w 6688"/>
                <a:gd name="csY0" fmla="*/ 5733 h 7643"/>
                <a:gd name="csX1" fmla="*/ 2866 w 6688"/>
                <a:gd name="csY1" fmla="*/ 7644 h 7643"/>
                <a:gd name="csX2" fmla="*/ 956 w 6688"/>
                <a:gd name="csY2" fmla="*/ 7644 h 7643"/>
                <a:gd name="csX3" fmla="*/ 478 w 6688"/>
                <a:gd name="csY3" fmla="*/ 6688 h 7643"/>
                <a:gd name="csX4" fmla="*/ 0 w 6688"/>
                <a:gd name="csY4" fmla="*/ 5733 h 7643"/>
                <a:gd name="csX5" fmla="*/ 1911 w 6688"/>
                <a:gd name="csY5" fmla="*/ 3822 h 7643"/>
                <a:gd name="csX6" fmla="*/ 3344 w 6688"/>
                <a:gd name="csY6" fmla="*/ 1911 h 7643"/>
                <a:gd name="csX7" fmla="*/ 4777 w 6688"/>
                <a:gd name="csY7" fmla="*/ 478 h 7643"/>
                <a:gd name="csX8" fmla="*/ 5733 w 6688"/>
                <a:gd name="csY8" fmla="*/ 0 h 7643"/>
                <a:gd name="csX9" fmla="*/ 6688 w 6688"/>
                <a:gd name="csY9" fmla="*/ 0 h 7643"/>
                <a:gd name="csX10" fmla="*/ 4777 w 6688"/>
                <a:gd name="csY10" fmla="*/ 3344 h 7643"/>
                <a:gd name="csX11" fmla="*/ 5255 w 6688"/>
                <a:gd name="csY11" fmla="*/ 5733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8" h="7643">
                  <a:moveTo>
                    <a:pt x="5255" y="5733"/>
                  </a:moveTo>
                  <a:lnTo>
                    <a:pt x="2866" y="7644"/>
                  </a:lnTo>
                  <a:lnTo>
                    <a:pt x="956" y="7644"/>
                  </a:lnTo>
                  <a:lnTo>
                    <a:pt x="478" y="6688"/>
                  </a:lnTo>
                  <a:lnTo>
                    <a:pt x="0" y="5733"/>
                  </a:lnTo>
                  <a:lnTo>
                    <a:pt x="1911" y="3822"/>
                  </a:lnTo>
                  <a:lnTo>
                    <a:pt x="3344" y="1911"/>
                  </a:lnTo>
                  <a:lnTo>
                    <a:pt x="4777" y="478"/>
                  </a:lnTo>
                  <a:lnTo>
                    <a:pt x="5733" y="0"/>
                  </a:lnTo>
                  <a:lnTo>
                    <a:pt x="6688" y="0"/>
                  </a:lnTo>
                  <a:lnTo>
                    <a:pt x="4777" y="3344"/>
                  </a:lnTo>
                  <a:lnTo>
                    <a:pt x="5255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8" name="Freeform 4687">
              <a:extLst>
                <a:ext uri="{FF2B5EF4-FFF2-40B4-BE49-F238E27FC236}">
                  <a16:creationId xmlns:a16="http://schemas.microsoft.com/office/drawing/2014/main" id="{D9821A10-ED6B-4EB2-E5F1-C05183F283F8}"/>
                </a:ext>
              </a:extLst>
            </p:cNvPr>
            <p:cNvSpPr/>
            <p:nvPr/>
          </p:nvSpPr>
          <p:spPr>
            <a:xfrm>
              <a:off x="8544840" y="4068463"/>
              <a:ext cx="3822" cy="2388"/>
            </a:xfrm>
            <a:custGeom>
              <a:avLst/>
              <a:gdLst>
                <a:gd name="csX0" fmla="*/ 3344 w 3822"/>
                <a:gd name="csY0" fmla="*/ 956 h 2388"/>
                <a:gd name="csX1" fmla="*/ 2866 w 3822"/>
                <a:gd name="csY1" fmla="*/ 1433 h 2388"/>
                <a:gd name="csX2" fmla="*/ 2389 w 3822"/>
                <a:gd name="csY2" fmla="*/ 1433 h 2388"/>
                <a:gd name="csX3" fmla="*/ 1433 w 3822"/>
                <a:gd name="csY3" fmla="*/ 2389 h 2388"/>
                <a:gd name="csX4" fmla="*/ 956 w 3822"/>
                <a:gd name="csY4" fmla="*/ 1433 h 2388"/>
                <a:gd name="csX5" fmla="*/ 0 w 3822"/>
                <a:gd name="csY5" fmla="*/ 956 h 2388"/>
                <a:gd name="csX6" fmla="*/ 0 w 3822"/>
                <a:gd name="csY6" fmla="*/ 0 h 2388"/>
                <a:gd name="csX7" fmla="*/ 2866 w 3822"/>
                <a:gd name="csY7" fmla="*/ 0 h 2388"/>
                <a:gd name="csX8" fmla="*/ 3822 w 3822"/>
                <a:gd name="csY8" fmla="*/ 0 h 2388"/>
                <a:gd name="csX9" fmla="*/ 3344 w 3822"/>
                <a:gd name="csY9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2388">
                  <a:moveTo>
                    <a:pt x="3344" y="956"/>
                  </a:moveTo>
                  <a:lnTo>
                    <a:pt x="2866" y="1433"/>
                  </a:lnTo>
                  <a:lnTo>
                    <a:pt x="2389" y="1433"/>
                  </a:lnTo>
                  <a:lnTo>
                    <a:pt x="1433" y="2389"/>
                  </a:lnTo>
                  <a:lnTo>
                    <a:pt x="956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2866" y="0"/>
                  </a:lnTo>
                  <a:lnTo>
                    <a:pt x="3822" y="0"/>
                  </a:lnTo>
                  <a:lnTo>
                    <a:pt x="33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9" name="Freeform 4688">
              <a:extLst>
                <a:ext uri="{FF2B5EF4-FFF2-40B4-BE49-F238E27FC236}">
                  <a16:creationId xmlns:a16="http://schemas.microsoft.com/office/drawing/2014/main" id="{5C8139ED-14DA-89CB-D93B-23264C2913A7}"/>
                </a:ext>
              </a:extLst>
            </p:cNvPr>
            <p:cNvSpPr/>
            <p:nvPr/>
          </p:nvSpPr>
          <p:spPr>
            <a:xfrm>
              <a:off x="8502322" y="4072285"/>
              <a:ext cx="53506" cy="34874"/>
            </a:xfrm>
            <a:custGeom>
              <a:avLst/>
              <a:gdLst>
                <a:gd name="csX0" fmla="*/ 45862 w 53506"/>
                <a:gd name="csY0" fmla="*/ 2389 h 34874"/>
                <a:gd name="csX1" fmla="*/ 48729 w 53506"/>
                <a:gd name="csY1" fmla="*/ 3344 h 34874"/>
                <a:gd name="csX2" fmla="*/ 51595 w 53506"/>
                <a:gd name="csY2" fmla="*/ 2867 h 34874"/>
                <a:gd name="csX3" fmla="*/ 51595 w 53506"/>
                <a:gd name="csY3" fmla="*/ 6688 h 34874"/>
                <a:gd name="csX4" fmla="*/ 51595 w 53506"/>
                <a:gd name="csY4" fmla="*/ 8121 h 34874"/>
                <a:gd name="csX5" fmla="*/ 52550 w 53506"/>
                <a:gd name="csY5" fmla="*/ 9555 h 34874"/>
                <a:gd name="csX6" fmla="*/ 52073 w 53506"/>
                <a:gd name="csY6" fmla="*/ 10988 h 34874"/>
                <a:gd name="csX7" fmla="*/ 53506 w 53506"/>
                <a:gd name="csY7" fmla="*/ 11943 h 34874"/>
                <a:gd name="csX8" fmla="*/ 49684 w 53506"/>
                <a:gd name="csY8" fmla="*/ 13854 h 34874"/>
                <a:gd name="csX9" fmla="*/ 46340 w 53506"/>
                <a:gd name="csY9" fmla="*/ 16243 h 34874"/>
                <a:gd name="csX10" fmla="*/ 44907 w 53506"/>
                <a:gd name="csY10" fmla="*/ 18154 h 34874"/>
                <a:gd name="csX11" fmla="*/ 43474 w 53506"/>
                <a:gd name="csY11" fmla="*/ 20065 h 34874"/>
                <a:gd name="csX12" fmla="*/ 42996 w 53506"/>
                <a:gd name="csY12" fmla="*/ 21976 h 34874"/>
                <a:gd name="csX13" fmla="*/ 42518 w 53506"/>
                <a:gd name="csY13" fmla="*/ 24364 h 34874"/>
                <a:gd name="csX14" fmla="*/ 41085 w 53506"/>
                <a:gd name="csY14" fmla="*/ 23409 h 34874"/>
                <a:gd name="csX15" fmla="*/ 37741 w 53506"/>
                <a:gd name="csY15" fmla="*/ 19587 h 34874"/>
                <a:gd name="csX16" fmla="*/ 35830 w 53506"/>
                <a:gd name="csY16" fmla="*/ 18632 h 34874"/>
                <a:gd name="csX17" fmla="*/ 32486 w 53506"/>
                <a:gd name="csY17" fmla="*/ 18154 h 34874"/>
                <a:gd name="csX18" fmla="*/ 31531 w 53506"/>
                <a:gd name="csY18" fmla="*/ 18632 h 34874"/>
                <a:gd name="csX19" fmla="*/ 24842 w 53506"/>
                <a:gd name="csY19" fmla="*/ 21498 h 34874"/>
                <a:gd name="csX20" fmla="*/ 23886 w 53506"/>
                <a:gd name="csY20" fmla="*/ 24364 h 34874"/>
                <a:gd name="csX21" fmla="*/ 21976 w 53506"/>
                <a:gd name="csY21" fmla="*/ 27708 h 34874"/>
                <a:gd name="csX22" fmla="*/ 21020 w 53506"/>
                <a:gd name="csY22" fmla="*/ 29142 h 34874"/>
                <a:gd name="csX23" fmla="*/ 20065 w 53506"/>
                <a:gd name="csY23" fmla="*/ 29142 h 34874"/>
                <a:gd name="csX24" fmla="*/ 19109 w 53506"/>
                <a:gd name="csY24" fmla="*/ 30097 h 34874"/>
                <a:gd name="csX25" fmla="*/ 18632 w 53506"/>
                <a:gd name="csY25" fmla="*/ 32963 h 34874"/>
                <a:gd name="csX26" fmla="*/ 16243 w 53506"/>
                <a:gd name="csY26" fmla="*/ 34874 h 34874"/>
                <a:gd name="csX27" fmla="*/ 15288 w 53506"/>
                <a:gd name="csY27" fmla="*/ 34874 h 34874"/>
                <a:gd name="csX28" fmla="*/ 12899 w 53506"/>
                <a:gd name="csY28" fmla="*/ 34397 h 34874"/>
                <a:gd name="csX29" fmla="*/ 11943 w 53506"/>
                <a:gd name="csY29" fmla="*/ 34874 h 34874"/>
                <a:gd name="csX30" fmla="*/ 13377 w 53506"/>
                <a:gd name="csY30" fmla="*/ 31530 h 34874"/>
                <a:gd name="csX31" fmla="*/ 10988 w 53506"/>
                <a:gd name="csY31" fmla="*/ 31052 h 34874"/>
                <a:gd name="csX32" fmla="*/ 9077 w 53506"/>
                <a:gd name="csY32" fmla="*/ 31530 h 34874"/>
                <a:gd name="csX33" fmla="*/ 9077 w 53506"/>
                <a:gd name="csY33" fmla="*/ 29142 h 34874"/>
                <a:gd name="csX34" fmla="*/ 7644 w 53506"/>
                <a:gd name="csY34" fmla="*/ 28186 h 34874"/>
                <a:gd name="csX35" fmla="*/ 8599 w 53506"/>
                <a:gd name="csY35" fmla="*/ 26753 h 34874"/>
                <a:gd name="csX36" fmla="*/ 8599 w 53506"/>
                <a:gd name="csY36" fmla="*/ 25798 h 34874"/>
                <a:gd name="csX37" fmla="*/ 9077 w 53506"/>
                <a:gd name="csY37" fmla="*/ 24842 h 34874"/>
                <a:gd name="csX38" fmla="*/ 9555 w 53506"/>
                <a:gd name="csY38" fmla="*/ 23886 h 34874"/>
                <a:gd name="csX39" fmla="*/ 9077 w 53506"/>
                <a:gd name="csY39" fmla="*/ 23409 h 34874"/>
                <a:gd name="csX40" fmla="*/ 8122 w 53506"/>
                <a:gd name="csY40" fmla="*/ 22931 h 34874"/>
                <a:gd name="csX41" fmla="*/ 7166 w 53506"/>
                <a:gd name="csY41" fmla="*/ 22453 h 34874"/>
                <a:gd name="csX42" fmla="*/ 7166 w 53506"/>
                <a:gd name="csY42" fmla="*/ 20065 h 34874"/>
                <a:gd name="csX43" fmla="*/ 6688 w 53506"/>
                <a:gd name="csY43" fmla="*/ 20065 h 34874"/>
                <a:gd name="csX44" fmla="*/ 4777 w 53506"/>
                <a:gd name="csY44" fmla="*/ 20542 h 34874"/>
                <a:gd name="csX45" fmla="*/ 956 w 53506"/>
                <a:gd name="csY45" fmla="*/ 21976 h 34874"/>
                <a:gd name="csX46" fmla="*/ 0 w 53506"/>
                <a:gd name="csY46" fmla="*/ 21976 h 34874"/>
                <a:gd name="csX47" fmla="*/ 1433 w 53506"/>
                <a:gd name="csY47" fmla="*/ 21020 h 34874"/>
                <a:gd name="csX48" fmla="*/ 4777 w 53506"/>
                <a:gd name="csY48" fmla="*/ 19587 h 34874"/>
                <a:gd name="csX49" fmla="*/ 6211 w 53506"/>
                <a:gd name="csY49" fmla="*/ 18632 h 34874"/>
                <a:gd name="csX50" fmla="*/ 9555 w 53506"/>
                <a:gd name="csY50" fmla="*/ 15765 h 34874"/>
                <a:gd name="csX51" fmla="*/ 11943 w 53506"/>
                <a:gd name="csY51" fmla="*/ 14810 h 34874"/>
                <a:gd name="csX52" fmla="*/ 12899 w 53506"/>
                <a:gd name="csY52" fmla="*/ 12421 h 34874"/>
                <a:gd name="csX53" fmla="*/ 13377 w 53506"/>
                <a:gd name="csY53" fmla="*/ 10988 h 34874"/>
                <a:gd name="csX54" fmla="*/ 13854 w 53506"/>
                <a:gd name="csY54" fmla="*/ 10032 h 34874"/>
                <a:gd name="csX55" fmla="*/ 14810 w 53506"/>
                <a:gd name="csY55" fmla="*/ 8121 h 34874"/>
                <a:gd name="csX56" fmla="*/ 15765 w 53506"/>
                <a:gd name="csY56" fmla="*/ 7166 h 34874"/>
                <a:gd name="csX57" fmla="*/ 17676 w 53506"/>
                <a:gd name="csY57" fmla="*/ 5733 h 34874"/>
                <a:gd name="csX58" fmla="*/ 18632 w 53506"/>
                <a:gd name="csY58" fmla="*/ 5733 h 34874"/>
                <a:gd name="csX59" fmla="*/ 20065 w 53506"/>
                <a:gd name="csY59" fmla="*/ 7644 h 34874"/>
                <a:gd name="csX60" fmla="*/ 21498 w 53506"/>
                <a:gd name="csY60" fmla="*/ 9555 h 34874"/>
                <a:gd name="csX61" fmla="*/ 22931 w 53506"/>
                <a:gd name="csY61" fmla="*/ 9077 h 34874"/>
                <a:gd name="csX62" fmla="*/ 24842 w 53506"/>
                <a:gd name="csY62" fmla="*/ 8599 h 34874"/>
                <a:gd name="csX63" fmla="*/ 25798 w 53506"/>
                <a:gd name="csY63" fmla="*/ 8121 h 34874"/>
                <a:gd name="csX64" fmla="*/ 28186 w 53506"/>
                <a:gd name="csY64" fmla="*/ 8599 h 34874"/>
                <a:gd name="csX65" fmla="*/ 30575 w 53506"/>
                <a:gd name="csY65" fmla="*/ 7644 h 34874"/>
                <a:gd name="csX66" fmla="*/ 31531 w 53506"/>
                <a:gd name="csY66" fmla="*/ 6210 h 34874"/>
                <a:gd name="csX67" fmla="*/ 31531 w 53506"/>
                <a:gd name="csY67" fmla="*/ 4777 h 34874"/>
                <a:gd name="csX68" fmla="*/ 31052 w 53506"/>
                <a:gd name="csY68" fmla="*/ 2389 h 34874"/>
                <a:gd name="csX69" fmla="*/ 32008 w 53506"/>
                <a:gd name="csY69" fmla="*/ 2867 h 34874"/>
                <a:gd name="csX70" fmla="*/ 32963 w 53506"/>
                <a:gd name="csY70" fmla="*/ 2389 h 34874"/>
                <a:gd name="csX71" fmla="*/ 35352 w 53506"/>
                <a:gd name="csY71" fmla="*/ 956 h 34874"/>
                <a:gd name="csX72" fmla="*/ 37741 w 53506"/>
                <a:gd name="csY72" fmla="*/ 0 h 34874"/>
                <a:gd name="csX73" fmla="*/ 40129 w 53506"/>
                <a:gd name="csY73" fmla="*/ 0 h 34874"/>
                <a:gd name="csX74" fmla="*/ 42996 w 53506"/>
                <a:gd name="csY74" fmla="*/ 956 h 34874"/>
                <a:gd name="csX75" fmla="*/ 45862 w 53506"/>
                <a:gd name="csY75" fmla="*/ 2389 h 34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53506" h="34874">
                  <a:moveTo>
                    <a:pt x="45862" y="2389"/>
                  </a:moveTo>
                  <a:lnTo>
                    <a:pt x="48729" y="3344"/>
                  </a:lnTo>
                  <a:lnTo>
                    <a:pt x="51595" y="2867"/>
                  </a:lnTo>
                  <a:lnTo>
                    <a:pt x="51595" y="6688"/>
                  </a:lnTo>
                  <a:lnTo>
                    <a:pt x="51595" y="8121"/>
                  </a:lnTo>
                  <a:lnTo>
                    <a:pt x="52550" y="9555"/>
                  </a:lnTo>
                  <a:lnTo>
                    <a:pt x="52073" y="10988"/>
                  </a:lnTo>
                  <a:lnTo>
                    <a:pt x="53506" y="11943"/>
                  </a:lnTo>
                  <a:lnTo>
                    <a:pt x="49684" y="13854"/>
                  </a:lnTo>
                  <a:lnTo>
                    <a:pt x="46340" y="16243"/>
                  </a:lnTo>
                  <a:lnTo>
                    <a:pt x="44907" y="18154"/>
                  </a:lnTo>
                  <a:lnTo>
                    <a:pt x="43474" y="20065"/>
                  </a:lnTo>
                  <a:lnTo>
                    <a:pt x="42996" y="21976"/>
                  </a:lnTo>
                  <a:lnTo>
                    <a:pt x="42518" y="24364"/>
                  </a:lnTo>
                  <a:lnTo>
                    <a:pt x="41085" y="23409"/>
                  </a:lnTo>
                  <a:lnTo>
                    <a:pt x="37741" y="19587"/>
                  </a:lnTo>
                  <a:lnTo>
                    <a:pt x="35830" y="18632"/>
                  </a:lnTo>
                  <a:lnTo>
                    <a:pt x="32486" y="18154"/>
                  </a:lnTo>
                  <a:lnTo>
                    <a:pt x="31531" y="18632"/>
                  </a:lnTo>
                  <a:lnTo>
                    <a:pt x="24842" y="21498"/>
                  </a:lnTo>
                  <a:lnTo>
                    <a:pt x="23886" y="24364"/>
                  </a:lnTo>
                  <a:lnTo>
                    <a:pt x="21976" y="27708"/>
                  </a:lnTo>
                  <a:lnTo>
                    <a:pt x="21020" y="29142"/>
                  </a:lnTo>
                  <a:lnTo>
                    <a:pt x="20065" y="29142"/>
                  </a:lnTo>
                  <a:lnTo>
                    <a:pt x="19109" y="30097"/>
                  </a:lnTo>
                  <a:lnTo>
                    <a:pt x="18632" y="32963"/>
                  </a:lnTo>
                  <a:lnTo>
                    <a:pt x="16243" y="34874"/>
                  </a:lnTo>
                  <a:lnTo>
                    <a:pt x="15288" y="34874"/>
                  </a:lnTo>
                  <a:lnTo>
                    <a:pt x="12899" y="34397"/>
                  </a:lnTo>
                  <a:lnTo>
                    <a:pt x="11943" y="34874"/>
                  </a:lnTo>
                  <a:lnTo>
                    <a:pt x="13377" y="31530"/>
                  </a:lnTo>
                  <a:lnTo>
                    <a:pt x="10988" y="31052"/>
                  </a:lnTo>
                  <a:lnTo>
                    <a:pt x="9077" y="31530"/>
                  </a:lnTo>
                  <a:lnTo>
                    <a:pt x="9077" y="29142"/>
                  </a:lnTo>
                  <a:lnTo>
                    <a:pt x="7644" y="28186"/>
                  </a:lnTo>
                  <a:lnTo>
                    <a:pt x="8599" y="26753"/>
                  </a:lnTo>
                  <a:lnTo>
                    <a:pt x="8599" y="25798"/>
                  </a:lnTo>
                  <a:lnTo>
                    <a:pt x="9077" y="24842"/>
                  </a:lnTo>
                  <a:lnTo>
                    <a:pt x="9555" y="23886"/>
                  </a:lnTo>
                  <a:lnTo>
                    <a:pt x="9077" y="23409"/>
                  </a:lnTo>
                  <a:lnTo>
                    <a:pt x="8122" y="22931"/>
                  </a:lnTo>
                  <a:lnTo>
                    <a:pt x="7166" y="22453"/>
                  </a:lnTo>
                  <a:lnTo>
                    <a:pt x="7166" y="20065"/>
                  </a:lnTo>
                  <a:lnTo>
                    <a:pt x="6688" y="20065"/>
                  </a:lnTo>
                  <a:lnTo>
                    <a:pt x="4777" y="20542"/>
                  </a:lnTo>
                  <a:lnTo>
                    <a:pt x="956" y="21976"/>
                  </a:lnTo>
                  <a:lnTo>
                    <a:pt x="0" y="21976"/>
                  </a:lnTo>
                  <a:lnTo>
                    <a:pt x="1433" y="21020"/>
                  </a:lnTo>
                  <a:lnTo>
                    <a:pt x="4777" y="19587"/>
                  </a:lnTo>
                  <a:lnTo>
                    <a:pt x="6211" y="18632"/>
                  </a:lnTo>
                  <a:lnTo>
                    <a:pt x="9555" y="15765"/>
                  </a:lnTo>
                  <a:lnTo>
                    <a:pt x="11943" y="14810"/>
                  </a:lnTo>
                  <a:lnTo>
                    <a:pt x="12899" y="12421"/>
                  </a:lnTo>
                  <a:lnTo>
                    <a:pt x="13377" y="10988"/>
                  </a:lnTo>
                  <a:lnTo>
                    <a:pt x="13854" y="10032"/>
                  </a:lnTo>
                  <a:lnTo>
                    <a:pt x="14810" y="8121"/>
                  </a:lnTo>
                  <a:lnTo>
                    <a:pt x="15765" y="7166"/>
                  </a:lnTo>
                  <a:lnTo>
                    <a:pt x="17676" y="5733"/>
                  </a:lnTo>
                  <a:lnTo>
                    <a:pt x="18632" y="5733"/>
                  </a:lnTo>
                  <a:lnTo>
                    <a:pt x="20065" y="7644"/>
                  </a:lnTo>
                  <a:lnTo>
                    <a:pt x="21498" y="9555"/>
                  </a:lnTo>
                  <a:lnTo>
                    <a:pt x="22931" y="9077"/>
                  </a:lnTo>
                  <a:lnTo>
                    <a:pt x="24842" y="8599"/>
                  </a:lnTo>
                  <a:lnTo>
                    <a:pt x="25798" y="8121"/>
                  </a:lnTo>
                  <a:lnTo>
                    <a:pt x="28186" y="8599"/>
                  </a:lnTo>
                  <a:lnTo>
                    <a:pt x="30575" y="7644"/>
                  </a:lnTo>
                  <a:lnTo>
                    <a:pt x="31531" y="6210"/>
                  </a:lnTo>
                  <a:lnTo>
                    <a:pt x="31531" y="4777"/>
                  </a:lnTo>
                  <a:lnTo>
                    <a:pt x="31052" y="2389"/>
                  </a:lnTo>
                  <a:lnTo>
                    <a:pt x="32008" y="2867"/>
                  </a:lnTo>
                  <a:lnTo>
                    <a:pt x="32963" y="2389"/>
                  </a:lnTo>
                  <a:lnTo>
                    <a:pt x="35352" y="956"/>
                  </a:lnTo>
                  <a:lnTo>
                    <a:pt x="37741" y="0"/>
                  </a:lnTo>
                  <a:lnTo>
                    <a:pt x="40129" y="0"/>
                  </a:lnTo>
                  <a:lnTo>
                    <a:pt x="42996" y="956"/>
                  </a:lnTo>
                  <a:lnTo>
                    <a:pt x="45862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0" name="Freeform 4689">
              <a:extLst>
                <a:ext uri="{FF2B5EF4-FFF2-40B4-BE49-F238E27FC236}">
                  <a16:creationId xmlns:a16="http://schemas.microsoft.com/office/drawing/2014/main" id="{F3839B5A-0EDE-362D-D15C-C75F24608188}"/>
                </a:ext>
              </a:extLst>
            </p:cNvPr>
            <p:cNvSpPr/>
            <p:nvPr/>
          </p:nvSpPr>
          <p:spPr>
            <a:xfrm>
              <a:off x="8445473" y="4073241"/>
              <a:ext cx="3343" cy="5254"/>
            </a:xfrm>
            <a:custGeom>
              <a:avLst/>
              <a:gdLst>
                <a:gd name="csX0" fmla="*/ 1910 w 3343"/>
                <a:gd name="csY0" fmla="*/ 4300 h 5254"/>
                <a:gd name="csX1" fmla="*/ 478 w 3343"/>
                <a:gd name="csY1" fmla="*/ 5255 h 5254"/>
                <a:gd name="csX2" fmla="*/ 0 w 3343"/>
                <a:gd name="csY2" fmla="*/ 3822 h 5254"/>
                <a:gd name="csX3" fmla="*/ 955 w 3343"/>
                <a:gd name="csY3" fmla="*/ 0 h 5254"/>
                <a:gd name="csX4" fmla="*/ 3344 w 3343"/>
                <a:gd name="csY4" fmla="*/ 478 h 5254"/>
                <a:gd name="csX5" fmla="*/ 3344 w 3343"/>
                <a:gd name="csY5" fmla="*/ 1911 h 5254"/>
                <a:gd name="csX6" fmla="*/ 1910 w 3343"/>
                <a:gd name="csY6" fmla="*/ 430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5254">
                  <a:moveTo>
                    <a:pt x="1910" y="4300"/>
                  </a:moveTo>
                  <a:lnTo>
                    <a:pt x="478" y="5255"/>
                  </a:lnTo>
                  <a:lnTo>
                    <a:pt x="0" y="3822"/>
                  </a:lnTo>
                  <a:lnTo>
                    <a:pt x="955" y="0"/>
                  </a:lnTo>
                  <a:lnTo>
                    <a:pt x="3344" y="478"/>
                  </a:lnTo>
                  <a:lnTo>
                    <a:pt x="3344" y="1911"/>
                  </a:lnTo>
                  <a:lnTo>
                    <a:pt x="1910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1" name="Freeform 4690">
              <a:extLst>
                <a:ext uri="{FF2B5EF4-FFF2-40B4-BE49-F238E27FC236}">
                  <a16:creationId xmlns:a16="http://schemas.microsoft.com/office/drawing/2014/main" id="{9AC429DF-E0D6-2C5A-2ADC-75ED5EE42C54}"/>
                </a:ext>
              </a:extLst>
            </p:cNvPr>
            <p:cNvSpPr/>
            <p:nvPr/>
          </p:nvSpPr>
          <p:spPr>
            <a:xfrm>
              <a:off x="8510444" y="4076107"/>
              <a:ext cx="2388" cy="2388"/>
            </a:xfrm>
            <a:custGeom>
              <a:avLst/>
              <a:gdLst>
                <a:gd name="csX0" fmla="*/ 2389 w 2388"/>
                <a:gd name="csY0" fmla="*/ 1433 h 2388"/>
                <a:gd name="csX1" fmla="*/ 1911 w 2388"/>
                <a:gd name="csY1" fmla="*/ 2389 h 2388"/>
                <a:gd name="csX2" fmla="*/ 0 w 2388"/>
                <a:gd name="csY2" fmla="*/ 1911 h 2388"/>
                <a:gd name="csX3" fmla="*/ 955 w 2388"/>
                <a:gd name="csY3" fmla="*/ 1433 h 2388"/>
                <a:gd name="csX4" fmla="*/ 1433 w 2388"/>
                <a:gd name="csY4" fmla="*/ 478 h 2388"/>
                <a:gd name="csX5" fmla="*/ 1911 w 2388"/>
                <a:gd name="csY5" fmla="*/ 0 h 2388"/>
                <a:gd name="csX6" fmla="*/ 1911 w 2388"/>
                <a:gd name="csY6" fmla="*/ 1433 h 2388"/>
                <a:gd name="csX7" fmla="*/ 2389 w 2388"/>
                <a:gd name="csY7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2389" y="1433"/>
                  </a:moveTo>
                  <a:lnTo>
                    <a:pt x="1911" y="2389"/>
                  </a:lnTo>
                  <a:lnTo>
                    <a:pt x="0" y="1911"/>
                  </a:lnTo>
                  <a:lnTo>
                    <a:pt x="955" y="1433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1911" y="1433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2" name="Freeform 4691">
              <a:extLst>
                <a:ext uri="{FF2B5EF4-FFF2-40B4-BE49-F238E27FC236}">
                  <a16:creationId xmlns:a16="http://schemas.microsoft.com/office/drawing/2014/main" id="{51E53D2D-FC2C-C35E-15CD-F7B4446DB9CA}"/>
                </a:ext>
              </a:extLst>
            </p:cNvPr>
            <p:cNvSpPr/>
            <p:nvPr/>
          </p:nvSpPr>
          <p:spPr>
            <a:xfrm>
              <a:off x="8505189" y="4081362"/>
              <a:ext cx="5254" cy="1910"/>
            </a:xfrm>
            <a:custGeom>
              <a:avLst/>
              <a:gdLst>
                <a:gd name="csX0" fmla="*/ 1433 w 5254"/>
                <a:gd name="csY0" fmla="*/ 0 h 1910"/>
                <a:gd name="csX1" fmla="*/ 2389 w 5254"/>
                <a:gd name="csY1" fmla="*/ 956 h 1910"/>
                <a:gd name="csX2" fmla="*/ 4777 w 5254"/>
                <a:gd name="csY2" fmla="*/ 478 h 1910"/>
                <a:gd name="csX3" fmla="*/ 5255 w 5254"/>
                <a:gd name="csY3" fmla="*/ 478 h 1910"/>
                <a:gd name="csX4" fmla="*/ 4299 w 5254"/>
                <a:gd name="csY4" fmla="*/ 1433 h 1910"/>
                <a:gd name="csX5" fmla="*/ 3344 w 5254"/>
                <a:gd name="csY5" fmla="*/ 1911 h 1910"/>
                <a:gd name="csX6" fmla="*/ 1433 w 5254"/>
                <a:gd name="csY6" fmla="*/ 1433 h 1910"/>
                <a:gd name="csX7" fmla="*/ 478 w 5254"/>
                <a:gd name="csY7" fmla="*/ 1433 h 1910"/>
                <a:gd name="csX8" fmla="*/ 0 w 5254"/>
                <a:gd name="csY8" fmla="*/ 478 h 1910"/>
                <a:gd name="csX9" fmla="*/ 478 w 5254"/>
                <a:gd name="csY9" fmla="*/ 0 h 1910"/>
                <a:gd name="csX10" fmla="*/ 1433 w 5254"/>
                <a:gd name="csY10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4" h="1910">
                  <a:moveTo>
                    <a:pt x="1433" y="0"/>
                  </a:moveTo>
                  <a:lnTo>
                    <a:pt x="2389" y="956"/>
                  </a:lnTo>
                  <a:lnTo>
                    <a:pt x="4777" y="478"/>
                  </a:lnTo>
                  <a:lnTo>
                    <a:pt x="5255" y="478"/>
                  </a:lnTo>
                  <a:lnTo>
                    <a:pt x="4299" y="1433"/>
                  </a:lnTo>
                  <a:lnTo>
                    <a:pt x="3344" y="1911"/>
                  </a:lnTo>
                  <a:lnTo>
                    <a:pt x="1433" y="1433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3" name="Freeform 4692">
              <a:extLst>
                <a:ext uri="{FF2B5EF4-FFF2-40B4-BE49-F238E27FC236}">
                  <a16:creationId xmlns:a16="http://schemas.microsoft.com/office/drawing/2014/main" id="{2CC8612E-461A-28F3-464F-4B8F9802919E}"/>
                </a:ext>
              </a:extLst>
            </p:cNvPr>
            <p:cNvSpPr/>
            <p:nvPr/>
          </p:nvSpPr>
          <p:spPr>
            <a:xfrm>
              <a:off x="8453594" y="4081840"/>
              <a:ext cx="47772" cy="62104"/>
            </a:xfrm>
            <a:custGeom>
              <a:avLst/>
              <a:gdLst>
                <a:gd name="csX0" fmla="*/ 31530 w 47772"/>
                <a:gd name="csY0" fmla="*/ 6688 h 62104"/>
                <a:gd name="csX1" fmla="*/ 33919 w 47772"/>
                <a:gd name="csY1" fmla="*/ 7644 h 62104"/>
                <a:gd name="csX2" fmla="*/ 35352 w 47772"/>
                <a:gd name="csY2" fmla="*/ 7644 h 62104"/>
                <a:gd name="csX3" fmla="*/ 36307 w 47772"/>
                <a:gd name="csY3" fmla="*/ 7166 h 62104"/>
                <a:gd name="csX4" fmla="*/ 37741 w 47772"/>
                <a:gd name="csY4" fmla="*/ 6210 h 62104"/>
                <a:gd name="csX5" fmla="*/ 39652 w 47772"/>
                <a:gd name="csY5" fmla="*/ 5733 h 62104"/>
                <a:gd name="csX6" fmla="*/ 40607 w 47772"/>
                <a:gd name="csY6" fmla="*/ 6210 h 62104"/>
                <a:gd name="csX7" fmla="*/ 42040 w 47772"/>
                <a:gd name="csY7" fmla="*/ 6688 h 62104"/>
                <a:gd name="csX8" fmla="*/ 42518 w 47772"/>
                <a:gd name="csY8" fmla="*/ 8121 h 62104"/>
                <a:gd name="csX9" fmla="*/ 42040 w 47772"/>
                <a:gd name="csY9" fmla="*/ 9077 h 62104"/>
                <a:gd name="csX10" fmla="*/ 40129 w 47772"/>
                <a:gd name="csY10" fmla="*/ 11466 h 62104"/>
                <a:gd name="csX11" fmla="*/ 38696 w 47772"/>
                <a:gd name="csY11" fmla="*/ 13854 h 62104"/>
                <a:gd name="csX12" fmla="*/ 42040 w 47772"/>
                <a:gd name="csY12" fmla="*/ 14332 h 62104"/>
                <a:gd name="csX13" fmla="*/ 45862 w 47772"/>
                <a:gd name="csY13" fmla="*/ 14332 h 62104"/>
                <a:gd name="csX14" fmla="*/ 44907 w 47772"/>
                <a:gd name="csY14" fmla="*/ 16243 h 62104"/>
                <a:gd name="csX15" fmla="*/ 44907 w 47772"/>
                <a:gd name="csY15" fmla="*/ 17198 h 62104"/>
                <a:gd name="csX16" fmla="*/ 45862 w 47772"/>
                <a:gd name="csY16" fmla="*/ 18154 h 62104"/>
                <a:gd name="csX17" fmla="*/ 46818 w 47772"/>
                <a:gd name="csY17" fmla="*/ 19109 h 62104"/>
                <a:gd name="csX18" fmla="*/ 46818 w 47772"/>
                <a:gd name="csY18" fmla="*/ 19587 h 62104"/>
                <a:gd name="csX19" fmla="*/ 45862 w 47772"/>
                <a:gd name="csY19" fmla="*/ 20542 h 62104"/>
                <a:gd name="csX20" fmla="*/ 47773 w 47772"/>
                <a:gd name="csY20" fmla="*/ 21498 h 62104"/>
                <a:gd name="csX21" fmla="*/ 47773 w 47772"/>
                <a:gd name="csY21" fmla="*/ 22453 h 62104"/>
                <a:gd name="csX22" fmla="*/ 47295 w 47772"/>
                <a:gd name="csY22" fmla="*/ 23409 h 62104"/>
                <a:gd name="csX23" fmla="*/ 42518 w 47772"/>
                <a:gd name="csY23" fmla="*/ 28664 h 62104"/>
                <a:gd name="csX24" fmla="*/ 41085 w 47772"/>
                <a:gd name="csY24" fmla="*/ 31530 h 62104"/>
                <a:gd name="csX25" fmla="*/ 40129 w 47772"/>
                <a:gd name="csY25" fmla="*/ 34397 h 62104"/>
                <a:gd name="csX26" fmla="*/ 39174 w 47772"/>
                <a:gd name="csY26" fmla="*/ 36785 h 62104"/>
                <a:gd name="csX27" fmla="*/ 38696 w 47772"/>
                <a:gd name="csY27" fmla="*/ 39174 h 62104"/>
                <a:gd name="csX28" fmla="*/ 38218 w 47772"/>
                <a:gd name="csY28" fmla="*/ 41563 h 62104"/>
                <a:gd name="csX29" fmla="*/ 37263 w 47772"/>
                <a:gd name="csY29" fmla="*/ 43951 h 62104"/>
                <a:gd name="csX30" fmla="*/ 37263 w 47772"/>
                <a:gd name="csY30" fmla="*/ 46340 h 62104"/>
                <a:gd name="csX31" fmla="*/ 37263 w 47772"/>
                <a:gd name="csY31" fmla="*/ 48251 h 62104"/>
                <a:gd name="csX32" fmla="*/ 34874 w 47772"/>
                <a:gd name="csY32" fmla="*/ 53983 h 62104"/>
                <a:gd name="csX33" fmla="*/ 32963 w 47772"/>
                <a:gd name="csY33" fmla="*/ 53983 h 62104"/>
                <a:gd name="csX34" fmla="*/ 30575 w 47772"/>
                <a:gd name="csY34" fmla="*/ 53506 h 62104"/>
                <a:gd name="csX35" fmla="*/ 29619 w 47772"/>
                <a:gd name="csY35" fmla="*/ 53506 h 62104"/>
                <a:gd name="csX36" fmla="*/ 28664 w 47772"/>
                <a:gd name="csY36" fmla="*/ 54461 h 62104"/>
                <a:gd name="csX37" fmla="*/ 30097 w 47772"/>
                <a:gd name="csY37" fmla="*/ 57328 h 62104"/>
                <a:gd name="csX38" fmla="*/ 26275 w 47772"/>
                <a:gd name="csY38" fmla="*/ 60194 h 62104"/>
                <a:gd name="csX39" fmla="*/ 21975 w 47772"/>
                <a:gd name="csY39" fmla="*/ 62105 h 62104"/>
                <a:gd name="csX40" fmla="*/ 21498 w 47772"/>
                <a:gd name="csY40" fmla="*/ 61149 h 62104"/>
                <a:gd name="csX41" fmla="*/ 21975 w 47772"/>
                <a:gd name="csY41" fmla="*/ 60672 h 62104"/>
                <a:gd name="csX42" fmla="*/ 22931 w 47772"/>
                <a:gd name="csY42" fmla="*/ 60194 h 62104"/>
                <a:gd name="csX43" fmla="*/ 23409 w 47772"/>
                <a:gd name="csY43" fmla="*/ 59239 h 62104"/>
                <a:gd name="csX44" fmla="*/ 23886 w 47772"/>
                <a:gd name="csY44" fmla="*/ 56850 h 62104"/>
                <a:gd name="csX45" fmla="*/ 23409 w 47772"/>
                <a:gd name="csY45" fmla="*/ 54461 h 62104"/>
                <a:gd name="csX46" fmla="*/ 22453 w 47772"/>
                <a:gd name="csY46" fmla="*/ 51595 h 62104"/>
                <a:gd name="csX47" fmla="*/ 21975 w 47772"/>
                <a:gd name="csY47" fmla="*/ 50639 h 62104"/>
                <a:gd name="csX48" fmla="*/ 22931 w 47772"/>
                <a:gd name="csY48" fmla="*/ 50162 h 62104"/>
                <a:gd name="csX49" fmla="*/ 23409 w 47772"/>
                <a:gd name="csY49" fmla="*/ 49684 h 62104"/>
                <a:gd name="csX50" fmla="*/ 23886 w 47772"/>
                <a:gd name="csY50" fmla="*/ 49684 h 62104"/>
                <a:gd name="csX51" fmla="*/ 23886 w 47772"/>
                <a:gd name="csY51" fmla="*/ 48251 h 62104"/>
                <a:gd name="csX52" fmla="*/ 23409 w 47772"/>
                <a:gd name="csY52" fmla="*/ 47773 h 62104"/>
                <a:gd name="csX53" fmla="*/ 22453 w 47772"/>
                <a:gd name="csY53" fmla="*/ 47295 h 62104"/>
                <a:gd name="csX54" fmla="*/ 21020 w 47772"/>
                <a:gd name="csY54" fmla="*/ 47295 h 62104"/>
                <a:gd name="csX55" fmla="*/ 20543 w 47772"/>
                <a:gd name="csY55" fmla="*/ 48728 h 62104"/>
                <a:gd name="csX56" fmla="*/ 19109 w 47772"/>
                <a:gd name="csY56" fmla="*/ 50639 h 62104"/>
                <a:gd name="csX57" fmla="*/ 18632 w 47772"/>
                <a:gd name="csY57" fmla="*/ 53028 h 62104"/>
                <a:gd name="csX58" fmla="*/ 19109 w 47772"/>
                <a:gd name="csY58" fmla="*/ 53983 h 62104"/>
                <a:gd name="csX59" fmla="*/ 19587 w 47772"/>
                <a:gd name="csY59" fmla="*/ 55417 h 62104"/>
                <a:gd name="csX60" fmla="*/ 21020 w 47772"/>
                <a:gd name="csY60" fmla="*/ 56850 h 62104"/>
                <a:gd name="csX61" fmla="*/ 20543 w 47772"/>
                <a:gd name="csY61" fmla="*/ 58283 h 62104"/>
                <a:gd name="csX62" fmla="*/ 20064 w 47772"/>
                <a:gd name="csY62" fmla="*/ 58761 h 62104"/>
                <a:gd name="csX63" fmla="*/ 14332 w 47772"/>
                <a:gd name="csY63" fmla="*/ 56850 h 62104"/>
                <a:gd name="csX64" fmla="*/ 12898 w 47772"/>
                <a:gd name="csY64" fmla="*/ 56850 h 62104"/>
                <a:gd name="csX65" fmla="*/ 11943 w 47772"/>
                <a:gd name="csY65" fmla="*/ 56372 h 62104"/>
                <a:gd name="csX66" fmla="*/ 10988 w 47772"/>
                <a:gd name="csY66" fmla="*/ 53983 h 62104"/>
                <a:gd name="csX67" fmla="*/ 13377 w 47772"/>
                <a:gd name="csY67" fmla="*/ 53506 h 62104"/>
                <a:gd name="csX68" fmla="*/ 13854 w 47772"/>
                <a:gd name="csY68" fmla="*/ 53028 h 62104"/>
                <a:gd name="csX69" fmla="*/ 14332 w 47772"/>
                <a:gd name="csY69" fmla="*/ 52550 h 62104"/>
                <a:gd name="csX70" fmla="*/ 14332 w 47772"/>
                <a:gd name="csY70" fmla="*/ 49684 h 62104"/>
                <a:gd name="csX71" fmla="*/ 13377 w 47772"/>
                <a:gd name="csY71" fmla="*/ 47773 h 62104"/>
                <a:gd name="csX72" fmla="*/ 12421 w 47772"/>
                <a:gd name="csY72" fmla="*/ 47295 h 62104"/>
                <a:gd name="csX73" fmla="*/ 11943 w 47772"/>
                <a:gd name="csY73" fmla="*/ 46340 h 62104"/>
                <a:gd name="csX74" fmla="*/ 12421 w 47772"/>
                <a:gd name="csY74" fmla="*/ 44429 h 62104"/>
                <a:gd name="csX75" fmla="*/ 11943 w 47772"/>
                <a:gd name="csY75" fmla="*/ 42518 h 62104"/>
                <a:gd name="csX76" fmla="*/ 11943 w 47772"/>
                <a:gd name="csY76" fmla="*/ 39651 h 62104"/>
                <a:gd name="csX77" fmla="*/ 12421 w 47772"/>
                <a:gd name="csY77" fmla="*/ 39174 h 62104"/>
                <a:gd name="csX78" fmla="*/ 14332 w 47772"/>
                <a:gd name="csY78" fmla="*/ 38218 h 62104"/>
                <a:gd name="csX79" fmla="*/ 15765 w 47772"/>
                <a:gd name="csY79" fmla="*/ 36785 h 62104"/>
                <a:gd name="csX80" fmla="*/ 17198 w 47772"/>
                <a:gd name="csY80" fmla="*/ 34874 h 62104"/>
                <a:gd name="csX81" fmla="*/ 19109 w 47772"/>
                <a:gd name="csY81" fmla="*/ 31530 h 62104"/>
                <a:gd name="csX82" fmla="*/ 21020 w 47772"/>
                <a:gd name="csY82" fmla="*/ 28186 h 62104"/>
                <a:gd name="csX83" fmla="*/ 19587 w 47772"/>
                <a:gd name="csY83" fmla="*/ 28186 h 62104"/>
                <a:gd name="csX84" fmla="*/ 18154 w 47772"/>
                <a:gd name="csY84" fmla="*/ 27231 h 62104"/>
                <a:gd name="csX85" fmla="*/ 19587 w 47772"/>
                <a:gd name="csY85" fmla="*/ 25798 h 62104"/>
                <a:gd name="csX86" fmla="*/ 19109 w 47772"/>
                <a:gd name="csY86" fmla="*/ 23409 h 62104"/>
                <a:gd name="csX87" fmla="*/ 16721 w 47772"/>
                <a:gd name="csY87" fmla="*/ 21020 h 62104"/>
                <a:gd name="csX88" fmla="*/ 15765 w 47772"/>
                <a:gd name="csY88" fmla="*/ 18154 h 62104"/>
                <a:gd name="csX89" fmla="*/ 13854 w 47772"/>
                <a:gd name="csY89" fmla="*/ 16721 h 62104"/>
                <a:gd name="csX90" fmla="*/ 12898 w 47772"/>
                <a:gd name="csY90" fmla="*/ 16243 h 62104"/>
                <a:gd name="csX91" fmla="*/ 11466 w 47772"/>
                <a:gd name="csY91" fmla="*/ 16721 h 62104"/>
                <a:gd name="csX92" fmla="*/ 10510 w 47772"/>
                <a:gd name="csY92" fmla="*/ 17676 h 62104"/>
                <a:gd name="csX93" fmla="*/ 11466 w 47772"/>
                <a:gd name="csY93" fmla="*/ 19587 h 62104"/>
                <a:gd name="csX94" fmla="*/ 11466 w 47772"/>
                <a:gd name="csY94" fmla="*/ 21498 h 62104"/>
                <a:gd name="csX95" fmla="*/ 11466 w 47772"/>
                <a:gd name="csY95" fmla="*/ 22931 h 62104"/>
                <a:gd name="csX96" fmla="*/ 12421 w 47772"/>
                <a:gd name="csY96" fmla="*/ 23409 h 62104"/>
                <a:gd name="csX97" fmla="*/ 13854 w 47772"/>
                <a:gd name="csY97" fmla="*/ 22931 h 62104"/>
                <a:gd name="csX98" fmla="*/ 14809 w 47772"/>
                <a:gd name="csY98" fmla="*/ 22931 h 62104"/>
                <a:gd name="csX99" fmla="*/ 15287 w 47772"/>
                <a:gd name="csY99" fmla="*/ 23886 h 62104"/>
                <a:gd name="csX100" fmla="*/ 15287 w 47772"/>
                <a:gd name="csY100" fmla="*/ 25320 h 62104"/>
                <a:gd name="csX101" fmla="*/ 14809 w 47772"/>
                <a:gd name="csY101" fmla="*/ 26275 h 62104"/>
                <a:gd name="csX102" fmla="*/ 13854 w 47772"/>
                <a:gd name="csY102" fmla="*/ 26753 h 62104"/>
                <a:gd name="csX103" fmla="*/ 12898 w 47772"/>
                <a:gd name="csY103" fmla="*/ 26753 h 62104"/>
                <a:gd name="csX104" fmla="*/ 11943 w 47772"/>
                <a:gd name="csY104" fmla="*/ 26275 h 62104"/>
                <a:gd name="csX105" fmla="*/ 10988 w 47772"/>
                <a:gd name="csY105" fmla="*/ 25320 h 62104"/>
                <a:gd name="csX106" fmla="*/ 9077 w 47772"/>
                <a:gd name="csY106" fmla="*/ 24842 h 62104"/>
                <a:gd name="csX107" fmla="*/ 7166 w 47772"/>
                <a:gd name="csY107" fmla="*/ 25798 h 62104"/>
                <a:gd name="csX108" fmla="*/ 5255 w 47772"/>
                <a:gd name="csY108" fmla="*/ 28186 h 62104"/>
                <a:gd name="csX109" fmla="*/ 3344 w 47772"/>
                <a:gd name="csY109" fmla="*/ 29142 h 62104"/>
                <a:gd name="csX110" fmla="*/ 4300 w 47772"/>
                <a:gd name="csY110" fmla="*/ 27708 h 62104"/>
                <a:gd name="csX111" fmla="*/ 4777 w 47772"/>
                <a:gd name="csY111" fmla="*/ 25798 h 62104"/>
                <a:gd name="csX112" fmla="*/ 3822 w 47772"/>
                <a:gd name="csY112" fmla="*/ 24842 h 62104"/>
                <a:gd name="csX113" fmla="*/ 1911 w 47772"/>
                <a:gd name="csY113" fmla="*/ 22453 h 62104"/>
                <a:gd name="csX114" fmla="*/ 1433 w 47772"/>
                <a:gd name="csY114" fmla="*/ 21498 h 62104"/>
                <a:gd name="csX115" fmla="*/ 1433 w 47772"/>
                <a:gd name="csY115" fmla="*/ 20065 h 62104"/>
                <a:gd name="csX116" fmla="*/ 1911 w 47772"/>
                <a:gd name="csY116" fmla="*/ 18632 h 62104"/>
                <a:gd name="csX117" fmla="*/ 3822 w 47772"/>
                <a:gd name="csY117" fmla="*/ 20065 h 62104"/>
                <a:gd name="csX118" fmla="*/ 4777 w 47772"/>
                <a:gd name="csY118" fmla="*/ 22453 h 62104"/>
                <a:gd name="csX119" fmla="*/ 6211 w 47772"/>
                <a:gd name="csY119" fmla="*/ 22931 h 62104"/>
                <a:gd name="csX120" fmla="*/ 8121 w 47772"/>
                <a:gd name="csY120" fmla="*/ 22931 h 62104"/>
                <a:gd name="csX121" fmla="*/ 6688 w 47772"/>
                <a:gd name="csY121" fmla="*/ 20065 h 62104"/>
                <a:gd name="csX122" fmla="*/ 6211 w 47772"/>
                <a:gd name="csY122" fmla="*/ 19587 h 62104"/>
                <a:gd name="csX123" fmla="*/ 4300 w 47772"/>
                <a:gd name="csY123" fmla="*/ 18154 h 62104"/>
                <a:gd name="csX124" fmla="*/ 1433 w 47772"/>
                <a:gd name="csY124" fmla="*/ 15765 h 62104"/>
                <a:gd name="csX125" fmla="*/ 0 w 47772"/>
                <a:gd name="csY125" fmla="*/ 14810 h 62104"/>
                <a:gd name="csX126" fmla="*/ 478 w 47772"/>
                <a:gd name="csY126" fmla="*/ 12421 h 62104"/>
                <a:gd name="csX127" fmla="*/ 1433 w 47772"/>
                <a:gd name="csY127" fmla="*/ 11943 h 62104"/>
                <a:gd name="csX128" fmla="*/ 2389 w 47772"/>
                <a:gd name="csY128" fmla="*/ 11943 h 62104"/>
                <a:gd name="csX129" fmla="*/ 5255 w 47772"/>
                <a:gd name="csY129" fmla="*/ 12899 h 62104"/>
                <a:gd name="csX130" fmla="*/ 5255 w 47772"/>
                <a:gd name="csY130" fmla="*/ 11943 h 62104"/>
                <a:gd name="csX131" fmla="*/ 4777 w 47772"/>
                <a:gd name="csY131" fmla="*/ 10988 h 62104"/>
                <a:gd name="csX132" fmla="*/ 4777 w 47772"/>
                <a:gd name="csY132" fmla="*/ 10510 h 62104"/>
                <a:gd name="csX133" fmla="*/ 6688 w 47772"/>
                <a:gd name="csY133" fmla="*/ 9555 h 62104"/>
                <a:gd name="csX134" fmla="*/ 9555 w 47772"/>
                <a:gd name="csY134" fmla="*/ 8599 h 62104"/>
                <a:gd name="csX135" fmla="*/ 10032 w 47772"/>
                <a:gd name="csY135" fmla="*/ 8121 h 62104"/>
                <a:gd name="csX136" fmla="*/ 10988 w 47772"/>
                <a:gd name="csY136" fmla="*/ 7644 h 62104"/>
                <a:gd name="csX137" fmla="*/ 11466 w 47772"/>
                <a:gd name="csY137" fmla="*/ 7166 h 62104"/>
                <a:gd name="csX138" fmla="*/ 13854 w 47772"/>
                <a:gd name="csY138" fmla="*/ 7166 h 62104"/>
                <a:gd name="csX139" fmla="*/ 15287 w 47772"/>
                <a:gd name="csY139" fmla="*/ 6210 h 62104"/>
                <a:gd name="csX140" fmla="*/ 16721 w 47772"/>
                <a:gd name="csY140" fmla="*/ 3822 h 62104"/>
                <a:gd name="csX141" fmla="*/ 17198 w 47772"/>
                <a:gd name="csY141" fmla="*/ 2867 h 62104"/>
                <a:gd name="csX142" fmla="*/ 17676 w 47772"/>
                <a:gd name="csY142" fmla="*/ 1911 h 62104"/>
                <a:gd name="csX143" fmla="*/ 21498 w 47772"/>
                <a:gd name="csY143" fmla="*/ 0 h 62104"/>
                <a:gd name="csX144" fmla="*/ 22453 w 47772"/>
                <a:gd name="csY144" fmla="*/ 0 h 62104"/>
                <a:gd name="csX145" fmla="*/ 24842 w 47772"/>
                <a:gd name="csY145" fmla="*/ 0 h 62104"/>
                <a:gd name="csX146" fmla="*/ 27230 w 47772"/>
                <a:gd name="csY146" fmla="*/ 956 h 62104"/>
                <a:gd name="csX147" fmla="*/ 28186 w 47772"/>
                <a:gd name="csY147" fmla="*/ 3344 h 62104"/>
                <a:gd name="csX148" fmla="*/ 29141 w 47772"/>
                <a:gd name="csY148" fmla="*/ 5255 h 62104"/>
                <a:gd name="csX149" fmla="*/ 31530 w 47772"/>
                <a:gd name="csY149" fmla="*/ 6688 h 62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</a:cxnLst>
              <a:rect l="l" t="t" r="r" b="b"/>
              <a:pathLst>
                <a:path w="47772" h="62104">
                  <a:moveTo>
                    <a:pt x="31530" y="6688"/>
                  </a:moveTo>
                  <a:lnTo>
                    <a:pt x="33919" y="7644"/>
                  </a:lnTo>
                  <a:lnTo>
                    <a:pt x="35352" y="7644"/>
                  </a:lnTo>
                  <a:lnTo>
                    <a:pt x="36307" y="7166"/>
                  </a:lnTo>
                  <a:lnTo>
                    <a:pt x="37741" y="6210"/>
                  </a:lnTo>
                  <a:lnTo>
                    <a:pt x="39652" y="5733"/>
                  </a:lnTo>
                  <a:lnTo>
                    <a:pt x="40607" y="6210"/>
                  </a:lnTo>
                  <a:lnTo>
                    <a:pt x="42040" y="6688"/>
                  </a:lnTo>
                  <a:lnTo>
                    <a:pt x="42518" y="8121"/>
                  </a:lnTo>
                  <a:lnTo>
                    <a:pt x="42040" y="9077"/>
                  </a:lnTo>
                  <a:lnTo>
                    <a:pt x="40129" y="11466"/>
                  </a:lnTo>
                  <a:lnTo>
                    <a:pt x="38696" y="13854"/>
                  </a:lnTo>
                  <a:lnTo>
                    <a:pt x="42040" y="14332"/>
                  </a:lnTo>
                  <a:lnTo>
                    <a:pt x="45862" y="14332"/>
                  </a:lnTo>
                  <a:lnTo>
                    <a:pt x="44907" y="16243"/>
                  </a:lnTo>
                  <a:lnTo>
                    <a:pt x="44907" y="17198"/>
                  </a:lnTo>
                  <a:lnTo>
                    <a:pt x="45862" y="18154"/>
                  </a:lnTo>
                  <a:lnTo>
                    <a:pt x="46818" y="19109"/>
                  </a:lnTo>
                  <a:lnTo>
                    <a:pt x="46818" y="19587"/>
                  </a:lnTo>
                  <a:lnTo>
                    <a:pt x="45862" y="20542"/>
                  </a:lnTo>
                  <a:lnTo>
                    <a:pt x="47773" y="21498"/>
                  </a:lnTo>
                  <a:lnTo>
                    <a:pt x="47773" y="22453"/>
                  </a:lnTo>
                  <a:lnTo>
                    <a:pt x="47295" y="23409"/>
                  </a:lnTo>
                  <a:lnTo>
                    <a:pt x="42518" y="28664"/>
                  </a:lnTo>
                  <a:lnTo>
                    <a:pt x="41085" y="31530"/>
                  </a:lnTo>
                  <a:lnTo>
                    <a:pt x="40129" y="34397"/>
                  </a:lnTo>
                  <a:lnTo>
                    <a:pt x="39174" y="36785"/>
                  </a:lnTo>
                  <a:lnTo>
                    <a:pt x="38696" y="39174"/>
                  </a:lnTo>
                  <a:lnTo>
                    <a:pt x="38218" y="41563"/>
                  </a:lnTo>
                  <a:lnTo>
                    <a:pt x="37263" y="43951"/>
                  </a:lnTo>
                  <a:lnTo>
                    <a:pt x="37263" y="46340"/>
                  </a:lnTo>
                  <a:lnTo>
                    <a:pt x="37263" y="48251"/>
                  </a:lnTo>
                  <a:lnTo>
                    <a:pt x="34874" y="53983"/>
                  </a:lnTo>
                  <a:lnTo>
                    <a:pt x="32963" y="53983"/>
                  </a:lnTo>
                  <a:lnTo>
                    <a:pt x="30575" y="53506"/>
                  </a:lnTo>
                  <a:lnTo>
                    <a:pt x="29619" y="53506"/>
                  </a:lnTo>
                  <a:lnTo>
                    <a:pt x="28664" y="54461"/>
                  </a:lnTo>
                  <a:lnTo>
                    <a:pt x="30097" y="57328"/>
                  </a:lnTo>
                  <a:lnTo>
                    <a:pt x="26275" y="60194"/>
                  </a:lnTo>
                  <a:lnTo>
                    <a:pt x="21975" y="62105"/>
                  </a:lnTo>
                  <a:lnTo>
                    <a:pt x="21498" y="61149"/>
                  </a:lnTo>
                  <a:lnTo>
                    <a:pt x="21975" y="60672"/>
                  </a:lnTo>
                  <a:lnTo>
                    <a:pt x="22931" y="60194"/>
                  </a:lnTo>
                  <a:lnTo>
                    <a:pt x="23409" y="59239"/>
                  </a:lnTo>
                  <a:lnTo>
                    <a:pt x="23886" y="56850"/>
                  </a:lnTo>
                  <a:lnTo>
                    <a:pt x="23409" y="54461"/>
                  </a:lnTo>
                  <a:lnTo>
                    <a:pt x="22453" y="51595"/>
                  </a:lnTo>
                  <a:lnTo>
                    <a:pt x="21975" y="50639"/>
                  </a:lnTo>
                  <a:lnTo>
                    <a:pt x="22931" y="50162"/>
                  </a:lnTo>
                  <a:lnTo>
                    <a:pt x="23409" y="49684"/>
                  </a:lnTo>
                  <a:lnTo>
                    <a:pt x="23886" y="49684"/>
                  </a:lnTo>
                  <a:lnTo>
                    <a:pt x="23886" y="48251"/>
                  </a:lnTo>
                  <a:lnTo>
                    <a:pt x="23409" y="47773"/>
                  </a:lnTo>
                  <a:lnTo>
                    <a:pt x="22453" y="47295"/>
                  </a:lnTo>
                  <a:lnTo>
                    <a:pt x="21020" y="47295"/>
                  </a:lnTo>
                  <a:lnTo>
                    <a:pt x="20543" y="48728"/>
                  </a:lnTo>
                  <a:lnTo>
                    <a:pt x="19109" y="50639"/>
                  </a:lnTo>
                  <a:lnTo>
                    <a:pt x="18632" y="53028"/>
                  </a:lnTo>
                  <a:lnTo>
                    <a:pt x="19109" y="53983"/>
                  </a:lnTo>
                  <a:lnTo>
                    <a:pt x="19587" y="55417"/>
                  </a:lnTo>
                  <a:lnTo>
                    <a:pt x="21020" y="56850"/>
                  </a:lnTo>
                  <a:lnTo>
                    <a:pt x="20543" y="58283"/>
                  </a:lnTo>
                  <a:lnTo>
                    <a:pt x="20064" y="58761"/>
                  </a:lnTo>
                  <a:lnTo>
                    <a:pt x="14332" y="56850"/>
                  </a:lnTo>
                  <a:lnTo>
                    <a:pt x="12898" y="56850"/>
                  </a:lnTo>
                  <a:lnTo>
                    <a:pt x="11943" y="56372"/>
                  </a:lnTo>
                  <a:lnTo>
                    <a:pt x="10988" y="53983"/>
                  </a:lnTo>
                  <a:lnTo>
                    <a:pt x="13377" y="53506"/>
                  </a:lnTo>
                  <a:lnTo>
                    <a:pt x="13854" y="53028"/>
                  </a:lnTo>
                  <a:lnTo>
                    <a:pt x="14332" y="52550"/>
                  </a:lnTo>
                  <a:lnTo>
                    <a:pt x="14332" y="49684"/>
                  </a:lnTo>
                  <a:lnTo>
                    <a:pt x="13377" y="47773"/>
                  </a:lnTo>
                  <a:lnTo>
                    <a:pt x="12421" y="47295"/>
                  </a:lnTo>
                  <a:lnTo>
                    <a:pt x="11943" y="46340"/>
                  </a:lnTo>
                  <a:lnTo>
                    <a:pt x="12421" y="44429"/>
                  </a:lnTo>
                  <a:lnTo>
                    <a:pt x="11943" y="42518"/>
                  </a:lnTo>
                  <a:lnTo>
                    <a:pt x="11943" y="39651"/>
                  </a:lnTo>
                  <a:lnTo>
                    <a:pt x="12421" y="39174"/>
                  </a:lnTo>
                  <a:lnTo>
                    <a:pt x="14332" y="38218"/>
                  </a:lnTo>
                  <a:lnTo>
                    <a:pt x="15765" y="36785"/>
                  </a:lnTo>
                  <a:lnTo>
                    <a:pt x="17198" y="34874"/>
                  </a:lnTo>
                  <a:lnTo>
                    <a:pt x="19109" y="31530"/>
                  </a:lnTo>
                  <a:lnTo>
                    <a:pt x="21020" y="28186"/>
                  </a:lnTo>
                  <a:lnTo>
                    <a:pt x="19587" y="28186"/>
                  </a:lnTo>
                  <a:lnTo>
                    <a:pt x="18154" y="27231"/>
                  </a:lnTo>
                  <a:lnTo>
                    <a:pt x="19587" y="25798"/>
                  </a:lnTo>
                  <a:lnTo>
                    <a:pt x="19109" y="23409"/>
                  </a:lnTo>
                  <a:lnTo>
                    <a:pt x="16721" y="21020"/>
                  </a:lnTo>
                  <a:lnTo>
                    <a:pt x="15765" y="18154"/>
                  </a:lnTo>
                  <a:lnTo>
                    <a:pt x="13854" y="16721"/>
                  </a:lnTo>
                  <a:lnTo>
                    <a:pt x="12898" y="16243"/>
                  </a:lnTo>
                  <a:lnTo>
                    <a:pt x="11466" y="16721"/>
                  </a:lnTo>
                  <a:lnTo>
                    <a:pt x="10510" y="17676"/>
                  </a:lnTo>
                  <a:lnTo>
                    <a:pt x="11466" y="19587"/>
                  </a:lnTo>
                  <a:lnTo>
                    <a:pt x="11466" y="21498"/>
                  </a:lnTo>
                  <a:lnTo>
                    <a:pt x="11466" y="22931"/>
                  </a:lnTo>
                  <a:lnTo>
                    <a:pt x="12421" y="23409"/>
                  </a:lnTo>
                  <a:lnTo>
                    <a:pt x="13854" y="22931"/>
                  </a:lnTo>
                  <a:lnTo>
                    <a:pt x="14809" y="22931"/>
                  </a:lnTo>
                  <a:lnTo>
                    <a:pt x="15287" y="23886"/>
                  </a:lnTo>
                  <a:lnTo>
                    <a:pt x="15287" y="25320"/>
                  </a:lnTo>
                  <a:lnTo>
                    <a:pt x="14809" y="26275"/>
                  </a:lnTo>
                  <a:lnTo>
                    <a:pt x="13854" y="26753"/>
                  </a:lnTo>
                  <a:lnTo>
                    <a:pt x="12898" y="26753"/>
                  </a:lnTo>
                  <a:lnTo>
                    <a:pt x="11943" y="26275"/>
                  </a:lnTo>
                  <a:lnTo>
                    <a:pt x="10988" y="25320"/>
                  </a:lnTo>
                  <a:lnTo>
                    <a:pt x="9077" y="24842"/>
                  </a:lnTo>
                  <a:lnTo>
                    <a:pt x="7166" y="25798"/>
                  </a:lnTo>
                  <a:lnTo>
                    <a:pt x="5255" y="28186"/>
                  </a:lnTo>
                  <a:lnTo>
                    <a:pt x="3344" y="29142"/>
                  </a:lnTo>
                  <a:lnTo>
                    <a:pt x="4300" y="27708"/>
                  </a:lnTo>
                  <a:lnTo>
                    <a:pt x="4777" y="25798"/>
                  </a:lnTo>
                  <a:lnTo>
                    <a:pt x="3822" y="24842"/>
                  </a:lnTo>
                  <a:lnTo>
                    <a:pt x="1911" y="22453"/>
                  </a:lnTo>
                  <a:lnTo>
                    <a:pt x="1433" y="21498"/>
                  </a:lnTo>
                  <a:lnTo>
                    <a:pt x="1433" y="20065"/>
                  </a:lnTo>
                  <a:lnTo>
                    <a:pt x="1911" y="18632"/>
                  </a:lnTo>
                  <a:lnTo>
                    <a:pt x="3822" y="20065"/>
                  </a:lnTo>
                  <a:lnTo>
                    <a:pt x="4777" y="22453"/>
                  </a:lnTo>
                  <a:lnTo>
                    <a:pt x="6211" y="22931"/>
                  </a:lnTo>
                  <a:lnTo>
                    <a:pt x="8121" y="22931"/>
                  </a:lnTo>
                  <a:lnTo>
                    <a:pt x="6688" y="20065"/>
                  </a:lnTo>
                  <a:lnTo>
                    <a:pt x="6211" y="19587"/>
                  </a:lnTo>
                  <a:lnTo>
                    <a:pt x="4300" y="18154"/>
                  </a:lnTo>
                  <a:lnTo>
                    <a:pt x="1433" y="15765"/>
                  </a:lnTo>
                  <a:lnTo>
                    <a:pt x="0" y="14810"/>
                  </a:lnTo>
                  <a:lnTo>
                    <a:pt x="478" y="12421"/>
                  </a:lnTo>
                  <a:lnTo>
                    <a:pt x="1433" y="11943"/>
                  </a:lnTo>
                  <a:lnTo>
                    <a:pt x="2389" y="11943"/>
                  </a:lnTo>
                  <a:lnTo>
                    <a:pt x="5255" y="12899"/>
                  </a:lnTo>
                  <a:lnTo>
                    <a:pt x="5255" y="11943"/>
                  </a:lnTo>
                  <a:lnTo>
                    <a:pt x="4777" y="10988"/>
                  </a:lnTo>
                  <a:lnTo>
                    <a:pt x="4777" y="10510"/>
                  </a:lnTo>
                  <a:lnTo>
                    <a:pt x="6688" y="9555"/>
                  </a:lnTo>
                  <a:lnTo>
                    <a:pt x="9555" y="8599"/>
                  </a:lnTo>
                  <a:lnTo>
                    <a:pt x="10032" y="8121"/>
                  </a:lnTo>
                  <a:lnTo>
                    <a:pt x="10988" y="7644"/>
                  </a:lnTo>
                  <a:lnTo>
                    <a:pt x="11466" y="7166"/>
                  </a:lnTo>
                  <a:lnTo>
                    <a:pt x="13854" y="7166"/>
                  </a:lnTo>
                  <a:lnTo>
                    <a:pt x="15287" y="6210"/>
                  </a:lnTo>
                  <a:lnTo>
                    <a:pt x="16721" y="3822"/>
                  </a:lnTo>
                  <a:lnTo>
                    <a:pt x="17198" y="2867"/>
                  </a:lnTo>
                  <a:lnTo>
                    <a:pt x="17676" y="1911"/>
                  </a:lnTo>
                  <a:lnTo>
                    <a:pt x="21498" y="0"/>
                  </a:lnTo>
                  <a:lnTo>
                    <a:pt x="22453" y="0"/>
                  </a:lnTo>
                  <a:lnTo>
                    <a:pt x="24842" y="0"/>
                  </a:lnTo>
                  <a:lnTo>
                    <a:pt x="27230" y="956"/>
                  </a:lnTo>
                  <a:lnTo>
                    <a:pt x="28186" y="3344"/>
                  </a:lnTo>
                  <a:lnTo>
                    <a:pt x="29141" y="5255"/>
                  </a:lnTo>
                  <a:lnTo>
                    <a:pt x="31530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4" name="Freeform 4693">
              <a:extLst>
                <a:ext uri="{FF2B5EF4-FFF2-40B4-BE49-F238E27FC236}">
                  <a16:creationId xmlns:a16="http://schemas.microsoft.com/office/drawing/2014/main" id="{BEB307F0-1EED-A417-E67B-344FCBD4B251}"/>
                </a:ext>
              </a:extLst>
            </p:cNvPr>
            <p:cNvSpPr/>
            <p:nvPr/>
          </p:nvSpPr>
          <p:spPr>
            <a:xfrm>
              <a:off x="8455505" y="4083273"/>
              <a:ext cx="2388" cy="3344"/>
            </a:xfrm>
            <a:custGeom>
              <a:avLst/>
              <a:gdLst>
                <a:gd name="csX0" fmla="*/ 2389 w 2388"/>
                <a:gd name="csY0" fmla="*/ 2389 h 3344"/>
                <a:gd name="csX1" fmla="*/ 955 w 2388"/>
                <a:gd name="csY1" fmla="*/ 3344 h 3344"/>
                <a:gd name="csX2" fmla="*/ 0 w 2388"/>
                <a:gd name="csY2" fmla="*/ 2389 h 3344"/>
                <a:gd name="csX3" fmla="*/ 478 w 2388"/>
                <a:gd name="csY3" fmla="*/ 478 h 3344"/>
                <a:gd name="csX4" fmla="*/ 478 w 2388"/>
                <a:gd name="csY4" fmla="*/ 0 h 3344"/>
                <a:gd name="csX5" fmla="*/ 1911 w 2388"/>
                <a:gd name="csY5" fmla="*/ 478 h 3344"/>
                <a:gd name="csX6" fmla="*/ 2389 w 2388"/>
                <a:gd name="csY6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3344">
                  <a:moveTo>
                    <a:pt x="2389" y="2389"/>
                  </a:moveTo>
                  <a:lnTo>
                    <a:pt x="955" y="3344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5" name="Freeform 4694">
              <a:extLst>
                <a:ext uri="{FF2B5EF4-FFF2-40B4-BE49-F238E27FC236}">
                  <a16:creationId xmlns:a16="http://schemas.microsoft.com/office/drawing/2014/main" id="{F6593FF6-D3F1-D348-438F-B1F652C81FD2}"/>
                </a:ext>
              </a:extLst>
            </p:cNvPr>
            <p:cNvSpPr/>
            <p:nvPr/>
          </p:nvSpPr>
          <p:spPr>
            <a:xfrm>
              <a:off x="8449294" y="4093783"/>
              <a:ext cx="3822" cy="4299"/>
            </a:xfrm>
            <a:custGeom>
              <a:avLst/>
              <a:gdLst>
                <a:gd name="csX0" fmla="*/ 2389 w 3822"/>
                <a:gd name="csY0" fmla="*/ 3344 h 4299"/>
                <a:gd name="csX1" fmla="*/ 956 w 3822"/>
                <a:gd name="csY1" fmla="*/ 4300 h 4299"/>
                <a:gd name="csX2" fmla="*/ 0 w 3822"/>
                <a:gd name="csY2" fmla="*/ 4300 h 4299"/>
                <a:gd name="csX3" fmla="*/ 956 w 3822"/>
                <a:gd name="csY3" fmla="*/ 2867 h 4299"/>
                <a:gd name="csX4" fmla="*/ 956 w 3822"/>
                <a:gd name="csY4" fmla="*/ 2389 h 4299"/>
                <a:gd name="csX5" fmla="*/ 1911 w 3822"/>
                <a:gd name="csY5" fmla="*/ 956 h 4299"/>
                <a:gd name="csX6" fmla="*/ 3344 w 3822"/>
                <a:gd name="csY6" fmla="*/ 478 h 4299"/>
                <a:gd name="csX7" fmla="*/ 3822 w 3822"/>
                <a:gd name="csY7" fmla="*/ 0 h 4299"/>
                <a:gd name="csX8" fmla="*/ 2866 w 3822"/>
                <a:gd name="csY8" fmla="*/ 1911 h 4299"/>
                <a:gd name="csX9" fmla="*/ 2389 w 3822"/>
                <a:gd name="csY9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4299">
                  <a:moveTo>
                    <a:pt x="2389" y="3344"/>
                  </a:moveTo>
                  <a:lnTo>
                    <a:pt x="956" y="4300"/>
                  </a:lnTo>
                  <a:lnTo>
                    <a:pt x="0" y="4300"/>
                  </a:lnTo>
                  <a:lnTo>
                    <a:pt x="956" y="2867"/>
                  </a:lnTo>
                  <a:lnTo>
                    <a:pt x="956" y="2389"/>
                  </a:lnTo>
                  <a:lnTo>
                    <a:pt x="1911" y="956"/>
                  </a:lnTo>
                  <a:lnTo>
                    <a:pt x="3344" y="478"/>
                  </a:lnTo>
                  <a:lnTo>
                    <a:pt x="3822" y="0"/>
                  </a:lnTo>
                  <a:lnTo>
                    <a:pt x="2866" y="1911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6" name="Freeform 4695">
              <a:extLst>
                <a:ext uri="{FF2B5EF4-FFF2-40B4-BE49-F238E27FC236}">
                  <a16:creationId xmlns:a16="http://schemas.microsoft.com/office/drawing/2014/main" id="{3D4BD97C-1D4A-4CBA-79A5-0A3B68CF3838}"/>
                </a:ext>
              </a:extLst>
            </p:cNvPr>
            <p:cNvSpPr/>
            <p:nvPr/>
          </p:nvSpPr>
          <p:spPr>
            <a:xfrm>
              <a:off x="8442128" y="4099038"/>
              <a:ext cx="3344" cy="6210"/>
            </a:xfrm>
            <a:custGeom>
              <a:avLst/>
              <a:gdLst>
                <a:gd name="csX0" fmla="*/ 1433 w 3344"/>
                <a:gd name="csY0" fmla="*/ 6210 h 6210"/>
                <a:gd name="csX1" fmla="*/ 956 w 3344"/>
                <a:gd name="csY1" fmla="*/ 6210 h 6210"/>
                <a:gd name="csX2" fmla="*/ 0 w 3344"/>
                <a:gd name="csY2" fmla="*/ 4299 h 6210"/>
                <a:gd name="csX3" fmla="*/ 0 w 3344"/>
                <a:gd name="csY3" fmla="*/ 3822 h 6210"/>
                <a:gd name="csX4" fmla="*/ 478 w 3344"/>
                <a:gd name="csY4" fmla="*/ 3344 h 6210"/>
                <a:gd name="csX5" fmla="*/ 1911 w 3344"/>
                <a:gd name="csY5" fmla="*/ 0 h 6210"/>
                <a:gd name="csX6" fmla="*/ 2389 w 3344"/>
                <a:gd name="csY6" fmla="*/ 1433 h 6210"/>
                <a:gd name="csX7" fmla="*/ 2866 w 3344"/>
                <a:gd name="csY7" fmla="*/ 2866 h 6210"/>
                <a:gd name="csX8" fmla="*/ 3344 w 3344"/>
                <a:gd name="csY8" fmla="*/ 2866 h 6210"/>
                <a:gd name="csX9" fmla="*/ 2866 w 3344"/>
                <a:gd name="csY9" fmla="*/ 3822 h 6210"/>
                <a:gd name="csX10" fmla="*/ 1911 w 3344"/>
                <a:gd name="csY10" fmla="*/ 4299 h 6210"/>
                <a:gd name="csX11" fmla="*/ 1433 w 3344"/>
                <a:gd name="csY11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4" h="6210">
                  <a:moveTo>
                    <a:pt x="1433" y="6210"/>
                  </a:moveTo>
                  <a:lnTo>
                    <a:pt x="956" y="6210"/>
                  </a:lnTo>
                  <a:lnTo>
                    <a:pt x="0" y="4299"/>
                  </a:lnTo>
                  <a:lnTo>
                    <a:pt x="0" y="3822"/>
                  </a:lnTo>
                  <a:lnTo>
                    <a:pt x="478" y="3344"/>
                  </a:lnTo>
                  <a:lnTo>
                    <a:pt x="1911" y="0"/>
                  </a:lnTo>
                  <a:lnTo>
                    <a:pt x="2389" y="1433"/>
                  </a:lnTo>
                  <a:lnTo>
                    <a:pt x="2866" y="2866"/>
                  </a:lnTo>
                  <a:lnTo>
                    <a:pt x="3344" y="2866"/>
                  </a:lnTo>
                  <a:lnTo>
                    <a:pt x="2866" y="3822"/>
                  </a:lnTo>
                  <a:lnTo>
                    <a:pt x="1911" y="4299"/>
                  </a:lnTo>
                  <a:lnTo>
                    <a:pt x="1433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7" name="Freeform 4696">
              <a:extLst>
                <a:ext uri="{FF2B5EF4-FFF2-40B4-BE49-F238E27FC236}">
                  <a16:creationId xmlns:a16="http://schemas.microsoft.com/office/drawing/2014/main" id="{0CC70F2D-BFA2-3F6A-42C4-49793A713F34}"/>
                </a:ext>
              </a:extLst>
            </p:cNvPr>
            <p:cNvSpPr/>
            <p:nvPr/>
          </p:nvSpPr>
          <p:spPr>
            <a:xfrm>
              <a:off x="8655674" y="4099038"/>
              <a:ext cx="1910" cy="1910"/>
            </a:xfrm>
            <a:custGeom>
              <a:avLst/>
              <a:gdLst>
                <a:gd name="csX0" fmla="*/ 1433 w 1910"/>
                <a:gd name="csY0" fmla="*/ 1433 h 1910"/>
                <a:gd name="csX1" fmla="*/ 955 w 1910"/>
                <a:gd name="csY1" fmla="*/ 1911 h 1910"/>
                <a:gd name="csX2" fmla="*/ 0 w 1910"/>
                <a:gd name="csY2" fmla="*/ 955 h 1910"/>
                <a:gd name="csX3" fmla="*/ 0 w 1910"/>
                <a:gd name="csY3" fmla="*/ 478 h 1910"/>
                <a:gd name="csX4" fmla="*/ 0 w 1910"/>
                <a:gd name="csY4" fmla="*/ 0 h 1910"/>
                <a:gd name="csX5" fmla="*/ 478 w 1910"/>
                <a:gd name="csY5" fmla="*/ 0 h 1910"/>
                <a:gd name="csX6" fmla="*/ 1910 w 1910"/>
                <a:gd name="csY6" fmla="*/ 478 h 1910"/>
                <a:gd name="csX7" fmla="*/ 1433 w 1910"/>
                <a:gd name="csY7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1910">
                  <a:moveTo>
                    <a:pt x="1433" y="1433"/>
                  </a:moveTo>
                  <a:lnTo>
                    <a:pt x="955" y="1911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910" y="478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8" name="Freeform 4697">
              <a:extLst>
                <a:ext uri="{FF2B5EF4-FFF2-40B4-BE49-F238E27FC236}">
                  <a16:creationId xmlns:a16="http://schemas.microsoft.com/office/drawing/2014/main" id="{4D8C1116-30DB-C124-6C90-825771B6CE30}"/>
                </a:ext>
              </a:extLst>
            </p:cNvPr>
            <p:cNvSpPr/>
            <p:nvPr/>
          </p:nvSpPr>
          <p:spPr>
            <a:xfrm>
              <a:off x="8434962" y="4106204"/>
              <a:ext cx="4777" cy="4299"/>
            </a:xfrm>
            <a:custGeom>
              <a:avLst/>
              <a:gdLst>
                <a:gd name="csX0" fmla="*/ 478 w 4777"/>
                <a:gd name="csY0" fmla="*/ 0 h 4299"/>
                <a:gd name="csX1" fmla="*/ 956 w 4777"/>
                <a:gd name="csY1" fmla="*/ 955 h 4299"/>
                <a:gd name="csX2" fmla="*/ 2389 w 4777"/>
                <a:gd name="csY2" fmla="*/ 478 h 4299"/>
                <a:gd name="csX3" fmla="*/ 3344 w 4777"/>
                <a:gd name="csY3" fmla="*/ 478 h 4299"/>
                <a:gd name="csX4" fmla="*/ 3822 w 4777"/>
                <a:gd name="csY4" fmla="*/ 478 h 4299"/>
                <a:gd name="csX5" fmla="*/ 4777 w 4777"/>
                <a:gd name="csY5" fmla="*/ 2389 h 4299"/>
                <a:gd name="csX6" fmla="*/ 4777 w 4777"/>
                <a:gd name="csY6" fmla="*/ 2866 h 4299"/>
                <a:gd name="csX7" fmla="*/ 3344 w 4777"/>
                <a:gd name="csY7" fmla="*/ 3344 h 4299"/>
                <a:gd name="csX8" fmla="*/ 2866 w 4777"/>
                <a:gd name="csY8" fmla="*/ 3344 h 4299"/>
                <a:gd name="csX9" fmla="*/ 1911 w 4777"/>
                <a:gd name="csY9" fmla="*/ 4299 h 4299"/>
                <a:gd name="csX10" fmla="*/ 956 w 4777"/>
                <a:gd name="csY10" fmla="*/ 4299 h 4299"/>
                <a:gd name="csX11" fmla="*/ 0 w 4777"/>
                <a:gd name="csY11" fmla="*/ 3822 h 4299"/>
                <a:gd name="csX12" fmla="*/ 0 w 4777"/>
                <a:gd name="csY12" fmla="*/ 2866 h 4299"/>
                <a:gd name="csX13" fmla="*/ 478 w 4777"/>
                <a:gd name="csY13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777" h="4299">
                  <a:moveTo>
                    <a:pt x="478" y="0"/>
                  </a:moveTo>
                  <a:lnTo>
                    <a:pt x="956" y="955"/>
                  </a:lnTo>
                  <a:lnTo>
                    <a:pt x="2389" y="478"/>
                  </a:lnTo>
                  <a:lnTo>
                    <a:pt x="3344" y="478"/>
                  </a:lnTo>
                  <a:lnTo>
                    <a:pt x="3822" y="478"/>
                  </a:lnTo>
                  <a:lnTo>
                    <a:pt x="4777" y="2389"/>
                  </a:lnTo>
                  <a:lnTo>
                    <a:pt x="4777" y="2866"/>
                  </a:lnTo>
                  <a:lnTo>
                    <a:pt x="3344" y="3344"/>
                  </a:lnTo>
                  <a:lnTo>
                    <a:pt x="2866" y="3344"/>
                  </a:lnTo>
                  <a:lnTo>
                    <a:pt x="1911" y="4299"/>
                  </a:lnTo>
                  <a:lnTo>
                    <a:pt x="956" y="4299"/>
                  </a:lnTo>
                  <a:lnTo>
                    <a:pt x="0" y="3822"/>
                  </a:lnTo>
                  <a:lnTo>
                    <a:pt x="0" y="2866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9" name="Freeform 4698">
              <a:extLst>
                <a:ext uri="{FF2B5EF4-FFF2-40B4-BE49-F238E27FC236}">
                  <a16:creationId xmlns:a16="http://schemas.microsoft.com/office/drawing/2014/main" id="{99BF8B3C-0D0E-9A05-3F97-4D739092DCBD}"/>
                </a:ext>
              </a:extLst>
            </p:cNvPr>
            <p:cNvSpPr/>
            <p:nvPr/>
          </p:nvSpPr>
          <p:spPr>
            <a:xfrm>
              <a:off x="8460760" y="4111459"/>
              <a:ext cx="4777" cy="7643"/>
            </a:xfrm>
            <a:custGeom>
              <a:avLst/>
              <a:gdLst>
                <a:gd name="csX0" fmla="*/ 2866 w 4777"/>
                <a:gd name="csY0" fmla="*/ 6688 h 7643"/>
                <a:gd name="csX1" fmla="*/ 955 w 4777"/>
                <a:gd name="csY1" fmla="*/ 7644 h 7643"/>
                <a:gd name="csX2" fmla="*/ 955 w 4777"/>
                <a:gd name="csY2" fmla="*/ 6688 h 7643"/>
                <a:gd name="csX3" fmla="*/ 0 w 4777"/>
                <a:gd name="csY3" fmla="*/ 6688 h 7643"/>
                <a:gd name="csX4" fmla="*/ 1433 w 4777"/>
                <a:gd name="csY4" fmla="*/ 5733 h 7643"/>
                <a:gd name="csX5" fmla="*/ 1433 w 4777"/>
                <a:gd name="csY5" fmla="*/ 5255 h 7643"/>
                <a:gd name="csX6" fmla="*/ 478 w 4777"/>
                <a:gd name="csY6" fmla="*/ 4300 h 7643"/>
                <a:gd name="csX7" fmla="*/ 1433 w 4777"/>
                <a:gd name="csY7" fmla="*/ 1911 h 7643"/>
                <a:gd name="csX8" fmla="*/ 1433 w 4777"/>
                <a:gd name="csY8" fmla="*/ 478 h 7643"/>
                <a:gd name="csX9" fmla="*/ 4300 w 4777"/>
                <a:gd name="csY9" fmla="*/ 0 h 7643"/>
                <a:gd name="csX10" fmla="*/ 4777 w 4777"/>
                <a:gd name="csY10" fmla="*/ 1433 h 7643"/>
                <a:gd name="csX11" fmla="*/ 4777 w 4777"/>
                <a:gd name="csY11" fmla="*/ 4777 h 7643"/>
                <a:gd name="csX12" fmla="*/ 2866 w 4777"/>
                <a:gd name="csY12" fmla="*/ 6688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77" h="7643">
                  <a:moveTo>
                    <a:pt x="2866" y="6688"/>
                  </a:moveTo>
                  <a:lnTo>
                    <a:pt x="955" y="7644"/>
                  </a:lnTo>
                  <a:lnTo>
                    <a:pt x="955" y="6688"/>
                  </a:lnTo>
                  <a:lnTo>
                    <a:pt x="0" y="6688"/>
                  </a:lnTo>
                  <a:lnTo>
                    <a:pt x="1433" y="5733"/>
                  </a:lnTo>
                  <a:lnTo>
                    <a:pt x="1433" y="5255"/>
                  </a:lnTo>
                  <a:lnTo>
                    <a:pt x="478" y="4300"/>
                  </a:lnTo>
                  <a:lnTo>
                    <a:pt x="1433" y="1911"/>
                  </a:lnTo>
                  <a:lnTo>
                    <a:pt x="1433" y="478"/>
                  </a:lnTo>
                  <a:lnTo>
                    <a:pt x="4300" y="0"/>
                  </a:lnTo>
                  <a:lnTo>
                    <a:pt x="4777" y="1433"/>
                  </a:lnTo>
                  <a:lnTo>
                    <a:pt x="4777" y="4777"/>
                  </a:lnTo>
                  <a:lnTo>
                    <a:pt x="2866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0" name="Freeform 4699">
              <a:extLst>
                <a:ext uri="{FF2B5EF4-FFF2-40B4-BE49-F238E27FC236}">
                  <a16:creationId xmlns:a16="http://schemas.microsoft.com/office/drawing/2014/main" id="{90620B97-81A1-BFAF-4BB8-CDDA79301EE4}"/>
                </a:ext>
              </a:extLst>
            </p:cNvPr>
            <p:cNvSpPr/>
            <p:nvPr/>
          </p:nvSpPr>
          <p:spPr>
            <a:xfrm>
              <a:off x="8466492" y="4111937"/>
              <a:ext cx="4299" cy="2388"/>
            </a:xfrm>
            <a:custGeom>
              <a:avLst/>
              <a:gdLst>
                <a:gd name="csX0" fmla="*/ 2867 w 4299"/>
                <a:gd name="csY0" fmla="*/ 2389 h 2388"/>
                <a:gd name="csX1" fmla="*/ 956 w 4299"/>
                <a:gd name="csY1" fmla="*/ 2389 h 2388"/>
                <a:gd name="csX2" fmla="*/ 478 w 4299"/>
                <a:gd name="csY2" fmla="*/ 1911 h 2388"/>
                <a:gd name="csX3" fmla="*/ 0 w 4299"/>
                <a:gd name="csY3" fmla="*/ 1433 h 2388"/>
                <a:gd name="csX4" fmla="*/ 2389 w 4299"/>
                <a:gd name="csY4" fmla="*/ 0 h 2388"/>
                <a:gd name="csX5" fmla="*/ 4300 w 4299"/>
                <a:gd name="csY5" fmla="*/ 478 h 2388"/>
                <a:gd name="csX6" fmla="*/ 3822 w 4299"/>
                <a:gd name="csY6" fmla="*/ 1433 h 2388"/>
                <a:gd name="csX7" fmla="*/ 2867 w 4299"/>
                <a:gd name="csY7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2388">
                  <a:moveTo>
                    <a:pt x="2867" y="2389"/>
                  </a:moveTo>
                  <a:lnTo>
                    <a:pt x="956" y="2389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2389" y="0"/>
                  </a:lnTo>
                  <a:lnTo>
                    <a:pt x="4300" y="478"/>
                  </a:lnTo>
                  <a:lnTo>
                    <a:pt x="3822" y="1433"/>
                  </a:lnTo>
                  <a:lnTo>
                    <a:pt x="286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1" name="Freeform 4700">
              <a:extLst>
                <a:ext uri="{FF2B5EF4-FFF2-40B4-BE49-F238E27FC236}">
                  <a16:creationId xmlns:a16="http://schemas.microsoft.com/office/drawing/2014/main" id="{19FBDCF7-25FA-14C0-1C5C-CA989F84970A}"/>
                </a:ext>
              </a:extLst>
            </p:cNvPr>
            <p:cNvSpPr/>
            <p:nvPr/>
          </p:nvSpPr>
          <p:spPr>
            <a:xfrm>
              <a:off x="8455505" y="4127702"/>
              <a:ext cx="2388" cy="3343"/>
            </a:xfrm>
            <a:custGeom>
              <a:avLst/>
              <a:gdLst>
                <a:gd name="csX0" fmla="*/ 478 w 2388"/>
                <a:gd name="csY0" fmla="*/ 2866 h 3343"/>
                <a:gd name="csX1" fmla="*/ 0 w 2388"/>
                <a:gd name="csY1" fmla="*/ 3344 h 3343"/>
                <a:gd name="csX2" fmla="*/ 478 w 2388"/>
                <a:gd name="csY2" fmla="*/ 1433 h 3343"/>
                <a:gd name="csX3" fmla="*/ 1911 w 2388"/>
                <a:gd name="csY3" fmla="*/ 0 h 3343"/>
                <a:gd name="csX4" fmla="*/ 2389 w 2388"/>
                <a:gd name="csY4" fmla="*/ 955 h 3343"/>
                <a:gd name="csX5" fmla="*/ 478 w 2388"/>
                <a:gd name="csY5" fmla="*/ 2866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3343">
                  <a:moveTo>
                    <a:pt x="478" y="2866"/>
                  </a:moveTo>
                  <a:lnTo>
                    <a:pt x="0" y="3344"/>
                  </a:lnTo>
                  <a:lnTo>
                    <a:pt x="478" y="1433"/>
                  </a:lnTo>
                  <a:lnTo>
                    <a:pt x="1911" y="0"/>
                  </a:lnTo>
                  <a:lnTo>
                    <a:pt x="2389" y="955"/>
                  </a:lnTo>
                  <a:lnTo>
                    <a:pt x="478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2" name="Freeform 4701">
              <a:extLst>
                <a:ext uri="{FF2B5EF4-FFF2-40B4-BE49-F238E27FC236}">
                  <a16:creationId xmlns:a16="http://schemas.microsoft.com/office/drawing/2014/main" id="{B2BFFEAA-4757-154E-85A3-13D92EA39BC3}"/>
                </a:ext>
              </a:extLst>
            </p:cNvPr>
            <p:cNvSpPr/>
            <p:nvPr/>
          </p:nvSpPr>
          <p:spPr>
            <a:xfrm>
              <a:off x="8478914" y="4148244"/>
              <a:ext cx="4299" cy="9076"/>
            </a:xfrm>
            <a:custGeom>
              <a:avLst/>
              <a:gdLst>
                <a:gd name="csX0" fmla="*/ 1910 w 4299"/>
                <a:gd name="csY0" fmla="*/ 9077 h 9076"/>
                <a:gd name="csX1" fmla="*/ 0 w 4299"/>
                <a:gd name="csY1" fmla="*/ 9077 h 9076"/>
                <a:gd name="csX2" fmla="*/ 0 w 4299"/>
                <a:gd name="csY2" fmla="*/ 8121 h 9076"/>
                <a:gd name="csX3" fmla="*/ 1433 w 4299"/>
                <a:gd name="csY3" fmla="*/ 5255 h 9076"/>
                <a:gd name="csX4" fmla="*/ 1433 w 4299"/>
                <a:gd name="csY4" fmla="*/ 3344 h 9076"/>
                <a:gd name="csX5" fmla="*/ 2866 w 4299"/>
                <a:gd name="csY5" fmla="*/ 478 h 9076"/>
                <a:gd name="csX6" fmla="*/ 3344 w 4299"/>
                <a:gd name="csY6" fmla="*/ 0 h 9076"/>
                <a:gd name="csX7" fmla="*/ 3821 w 4299"/>
                <a:gd name="csY7" fmla="*/ 0 h 9076"/>
                <a:gd name="csX8" fmla="*/ 4299 w 4299"/>
                <a:gd name="csY8" fmla="*/ 478 h 9076"/>
                <a:gd name="csX9" fmla="*/ 3821 w 4299"/>
                <a:gd name="csY9" fmla="*/ 3822 h 9076"/>
                <a:gd name="csX10" fmla="*/ 2389 w 4299"/>
                <a:gd name="csY10" fmla="*/ 6210 h 9076"/>
                <a:gd name="csX11" fmla="*/ 1910 w 4299"/>
                <a:gd name="csY11" fmla="*/ 9077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9076">
                  <a:moveTo>
                    <a:pt x="1910" y="9077"/>
                  </a:moveTo>
                  <a:lnTo>
                    <a:pt x="0" y="9077"/>
                  </a:lnTo>
                  <a:lnTo>
                    <a:pt x="0" y="8121"/>
                  </a:lnTo>
                  <a:lnTo>
                    <a:pt x="1433" y="5255"/>
                  </a:lnTo>
                  <a:lnTo>
                    <a:pt x="1433" y="3344"/>
                  </a:lnTo>
                  <a:lnTo>
                    <a:pt x="2866" y="478"/>
                  </a:lnTo>
                  <a:lnTo>
                    <a:pt x="3344" y="0"/>
                  </a:lnTo>
                  <a:lnTo>
                    <a:pt x="3821" y="0"/>
                  </a:lnTo>
                  <a:lnTo>
                    <a:pt x="4299" y="478"/>
                  </a:lnTo>
                  <a:lnTo>
                    <a:pt x="3821" y="3822"/>
                  </a:lnTo>
                  <a:lnTo>
                    <a:pt x="2389" y="6210"/>
                  </a:lnTo>
                  <a:lnTo>
                    <a:pt x="1910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3" name="Freeform 4702">
              <a:extLst>
                <a:ext uri="{FF2B5EF4-FFF2-40B4-BE49-F238E27FC236}">
                  <a16:creationId xmlns:a16="http://schemas.microsoft.com/office/drawing/2014/main" id="{0054970E-901A-7C94-6961-22EC20315CB9}"/>
                </a:ext>
              </a:extLst>
            </p:cNvPr>
            <p:cNvSpPr/>
            <p:nvPr/>
          </p:nvSpPr>
          <p:spPr>
            <a:xfrm>
              <a:off x="8469359" y="4155888"/>
              <a:ext cx="5732" cy="4777"/>
            </a:xfrm>
            <a:custGeom>
              <a:avLst/>
              <a:gdLst>
                <a:gd name="csX0" fmla="*/ 4777 w 5732"/>
                <a:gd name="csY0" fmla="*/ 4300 h 4777"/>
                <a:gd name="csX1" fmla="*/ 2389 w 5732"/>
                <a:gd name="csY1" fmla="*/ 4777 h 4777"/>
                <a:gd name="csX2" fmla="*/ 1433 w 5732"/>
                <a:gd name="csY2" fmla="*/ 4300 h 4777"/>
                <a:gd name="csX3" fmla="*/ 0 w 5732"/>
                <a:gd name="csY3" fmla="*/ 1433 h 4777"/>
                <a:gd name="csX4" fmla="*/ 2389 w 5732"/>
                <a:gd name="csY4" fmla="*/ 0 h 4777"/>
                <a:gd name="csX5" fmla="*/ 5255 w 5732"/>
                <a:gd name="csY5" fmla="*/ 1433 h 4777"/>
                <a:gd name="csX6" fmla="*/ 5733 w 5732"/>
                <a:gd name="csY6" fmla="*/ 1911 h 4777"/>
                <a:gd name="csX7" fmla="*/ 4777 w 5732"/>
                <a:gd name="csY7" fmla="*/ 430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4777">
                  <a:moveTo>
                    <a:pt x="4777" y="4300"/>
                  </a:moveTo>
                  <a:lnTo>
                    <a:pt x="2389" y="4777"/>
                  </a:lnTo>
                  <a:lnTo>
                    <a:pt x="1433" y="4300"/>
                  </a:lnTo>
                  <a:lnTo>
                    <a:pt x="0" y="1433"/>
                  </a:lnTo>
                  <a:lnTo>
                    <a:pt x="2389" y="0"/>
                  </a:lnTo>
                  <a:lnTo>
                    <a:pt x="5255" y="1433"/>
                  </a:lnTo>
                  <a:lnTo>
                    <a:pt x="5733" y="1911"/>
                  </a:lnTo>
                  <a:lnTo>
                    <a:pt x="4777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4" name="Freeform 4703">
              <a:extLst>
                <a:ext uri="{FF2B5EF4-FFF2-40B4-BE49-F238E27FC236}">
                  <a16:creationId xmlns:a16="http://schemas.microsoft.com/office/drawing/2014/main" id="{956BEFDE-D6E8-A4C8-6A2E-833BDC888AAE}"/>
                </a:ext>
              </a:extLst>
            </p:cNvPr>
            <p:cNvSpPr/>
            <p:nvPr/>
          </p:nvSpPr>
          <p:spPr>
            <a:xfrm>
              <a:off x="8444994" y="4196017"/>
              <a:ext cx="10988" cy="8121"/>
            </a:xfrm>
            <a:custGeom>
              <a:avLst/>
              <a:gdLst>
                <a:gd name="csX0" fmla="*/ 5733 w 10988"/>
                <a:gd name="csY0" fmla="*/ 6688 h 8121"/>
                <a:gd name="csX1" fmla="*/ 4300 w 10988"/>
                <a:gd name="csY1" fmla="*/ 8121 h 8121"/>
                <a:gd name="csX2" fmla="*/ 2389 w 10988"/>
                <a:gd name="csY2" fmla="*/ 6688 h 8121"/>
                <a:gd name="csX3" fmla="*/ 0 w 10988"/>
                <a:gd name="csY3" fmla="*/ 5733 h 8121"/>
                <a:gd name="csX4" fmla="*/ 1433 w 10988"/>
                <a:gd name="csY4" fmla="*/ 5255 h 8121"/>
                <a:gd name="csX5" fmla="*/ 1911 w 10988"/>
                <a:gd name="csY5" fmla="*/ 5255 h 8121"/>
                <a:gd name="csX6" fmla="*/ 1911 w 10988"/>
                <a:gd name="csY6" fmla="*/ 4299 h 8121"/>
                <a:gd name="csX7" fmla="*/ 3344 w 10988"/>
                <a:gd name="csY7" fmla="*/ 3344 h 8121"/>
                <a:gd name="csX8" fmla="*/ 6211 w 10988"/>
                <a:gd name="csY8" fmla="*/ 2866 h 8121"/>
                <a:gd name="csX9" fmla="*/ 7166 w 10988"/>
                <a:gd name="csY9" fmla="*/ 2866 h 8121"/>
                <a:gd name="csX10" fmla="*/ 8122 w 10988"/>
                <a:gd name="csY10" fmla="*/ 1911 h 8121"/>
                <a:gd name="csX11" fmla="*/ 8599 w 10988"/>
                <a:gd name="csY11" fmla="*/ 1433 h 8121"/>
                <a:gd name="csX12" fmla="*/ 9077 w 10988"/>
                <a:gd name="csY12" fmla="*/ 956 h 8121"/>
                <a:gd name="csX13" fmla="*/ 10510 w 10988"/>
                <a:gd name="csY13" fmla="*/ 0 h 8121"/>
                <a:gd name="csX14" fmla="*/ 10988 w 10988"/>
                <a:gd name="csY14" fmla="*/ 1433 h 8121"/>
                <a:gd name="csX15" fmla="*/ 10988 w 10988"/>
                <a:gd name="csY15" fmla="*/ 1911 h 8121"/>
                <a:gd name="csX16" fmla="*/ 9555 w 10988"/>
                <a:gd name="csY16" fmla="*/ 2389 h 8121"/>
                <a:gd name="csX17" fmla="*/ 8122 w 10988"/>
                <a:gd name="csY17" fmla="*/ 3344 h 8121"/>
                <a:gd name="csX18" fmla="*/ 7166 w 10988"/>
                <a:gd name="csY18" fmla="*/ 4777 h 8121"/>
                <a:gd name="csX19" fmla="*/ 6211 w 10988"/>
                <a:gd name="csY19" fmla="*/ 5255 h 8121"/>
                <a:gd name="csX20" fmla="*/ 5733 w 10988"/>
                <a:gd name="csY20" fmla="*/ 5733 h 8121"/>
                <a:gd name="csX21" fmla="*/ 5733 w 10988"/>
                <a:gd name="csY21" fmla="*/ 6688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0988" h="8121">
                  <a:moveTo>
                    <a:pt x="5733" y="6688"/>
                  </a:moveTo>
                  <a:lnTo>
                    <a:pt x="4300" y="8121"/>
                  </a:lnTo>
                  <a:lnTo>
                    <a:pt x="2389" y="6688"/>
                  </a:lnTo>
                  <a:lnTo>
                    <a:pt x="0" y="5733"/>
                  </a:lnTo>
                  <a:lnTo>
                    <a:pt x="1433" y="5255"/>
                  </a:lnTo>
                  <a:lnTo>
                    <a:pt x="1911" y="5255"/>
                  </a:lnTo>
                  <a:lnTo>
                    <a:pt x="1911" y="4299"/>
                  </a:lnTo>
                  <a:lnTo>
                    <a:pt x="3344" y="3344"/>
                  </a:lnTo>
                  <a:lnTo>
                    <a:pt x="6211" y="2866"/>
                  </a:lnTo>
                  <a:lnTo>
                    <a:pt x="7166" y="2866"/>
                  </a:lnTo>
                  <a:lnTo>
                    <a:pt x="8122" y="1911"/>
                  </a:lnTo>
                  <a:lnTo>
                    <a:pt x="8599" y="1433"/>
                  </a:lnTo>
                  <a:lnTo>
                    <a:pt x="9077" y="956"/>
                  </a:lnTo>
                  <a:lnTo>
                    <a:pt x="10510" y="0"/>
                  </a:lnTo>
                  <a:lnTo>
                    <a:pt x="10988" y="1433"/>
                  </a:lnTo>
                  <a:lnTo>
                    <a:pt x="10988" y="1911"/>
                  </a:lnTo>
                  <a:lnTo>
                    <a:pt x="9555" y="2389"/>
                  </a:lnTo>
                  <a:lnTo>
                    <a:pt x="8122" y="3344"/>
                  </a:lnTo>
                  <a:lnTo>
                    <a:pt x="7166" y="4777"/>
                  </a:lnTo>
                  <a:lnTo>
                    <a:pt x="6211" y="5255"/>
                  </a:lnTo>
                  <a:lnTo>
                    <a:pt x="5733" y="5733"/>
                  </a:lnTo>
                  <a:lnTo>
                    <a:pt x="5733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5" name="Freeform 4704">
              <a:extLst>
                <a:ext uri="{FF2B5EF4-FFF2-40B4-BE49-F238E27FC236}">
                  <a16:creationId xmlns:a16="http://schemas.microsoft.com/office/drawing/2014/main" id="{652B43E9-5E93-63F3-DFCA-7EAB08503606}"/>
                </a:ext>
              </a:extLst>
            </p:cNvPr>
            <p:cNvSpPr/>
            <p:nvPr/>
          </p:nvSpPr>
          <p:spPr>
            <a:xfrm>
              <a:off x="8445950" y="4203183"/>
              <a:ext cx="2388" cy="1910"/>
            </a:xfrm>
            <a:custGeom>
              <a:avLst/>
              <a:gdLst>
                <a:gd name="csX0" fmla="*/ 2389 w 2388"/>
                <a:gd name="csY0" fmla="*/ 1433 h 1910"/>
                <a:gd name="csX1" fmla="*/ 2389 w 2388"/>
                <a:gd name="csY1" fmla="*/ 1911 h 1910"/>
                <a:gd name="csX2" fmla="*/ 478 w 2388"/>
                <a:gd name="csY2" fmla="*/ 1433 h 1910"/>
                <a:gd name="csX3" fmla="*/ 0 w 2388"/>
                <a:gd name="csY3" fmla="*/ 0 h 1910"/>
                <a:gd name="csX4" fmla="*/ 955 w 2388"/>
                <a:gd name="csY4" fmla="*/ 0 h 1910"/>
                <a:gd name="csX5" fmla="*/ 1433 w 2388"/>
                <a:gd name="csY5" fmla="*/ 956 h 1910"/>
                <a:gd name="csX6" fmla="*/ 2389 w 2388"/>
                <a:gd name="csY6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910">
                  <a:moveTo>
                    <a:pt x="2389" y="1433"/>
                  </a:moveTo>
                  <a:lnTo>
                    <a:pt x="2389" y="1911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433" y="956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6" name="Freeform 4705">
              <a:extLst>
                <a:ext uri="{FF2B5EF4-FFF2-40B4-BE49-F238E27FC236}">
                  <a16:creationId xmlns:a16="http://schemas.microsoft.com/office/drawing/2014/main" id="{F0B95CA4-3D06-85C1-E33D-967A9B94AD5C}"/>
                </a:ext>
              </a:extLst>
            </p:cNvPr>
            <p:cNvSpPr/>
            <p:nvPr/>
          </p:nvSpPr>
          <p:spPr>
            <a:xfrm>
              <a:off x="8439739" y="4208916"/>
              <a:ext cx="2388" cy="3821"/>
            </a:xfrm>
            <a:custGeom>
              <a:avLst/>
              <a:gdLst>
                <a:gd name="csX0" fmla="*/ 2389 w 2388"/>
                <a:gd name="csY0" fmla="*/ 3822 h 3821"/>
                <a:gd name="csX1" fmla="*/ 1433 w 2388"/>
                <a:gd name="csY1" fmla="*/ 3822 h 3821"/>
                <a:gd name="csX2" fmla="*/ 478 w 2388"/>
                <a:gd name="csY2" fmla="*/ 3344 h 3821"/>
                <a:gd name="csX3" fmla="*/ 0 w 2388"/>
                <a:gd name="csY3" fmla="*/ 955 h 3821"/>
                <a:gd name="csX4" fmla="*/ 478 w 2388"/>
                <a:gd name="csY4" fmla="*/ 0 h 3821"/>
                <a:gd name="csX5" fmla="*/ 1433 w 2388"/>
                <a:gd name="csY5" fmla="*/ 0 h 3821"/>
                <a:gd name="csX6" fmla="*/ 1911 w 2388"/>
                <a:gd name="csY6" fmla="*/ 1911 h 3821"/>
                <a:gd name="csX7" fmla="*/ 2389 w 2388"/>
                <a:gd name="csY7" fmla="*/ 2866 h 3821"/>
                <a:gd name="csX8" fmla="*/ 2389 w 2388"/>
                <a:gd name="csY8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3821">
                  <a:moveTo>
                    <a:pt x="2389" y="3822"/>
                  </a:moveTo>
                  <a:lnTo>
                    <a:pt x="1433" y="3822"/>
                  </a:lnTo>
                  <a:lnTo>
                    <a:pt x="478" y="3344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1" y="1911"/>
                  </a:lnTo>
                  <a:lnTo>
                    <a:pt x="2389" y="2866"/>
                  </a:lnTo>
                  <a:lnTo>
                    <a:pt x="2389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7" name="Freeform 4706">
              <a:extLst>
                <a:ext uri="{FF2B5EF4-FFF2-40B4-BE49-F238E27FC236}">
                  <a16:creationId xmlns:a16="http://schemas.microsoft.com/office/drawing/2014/main" id="{A1AFE8A2-5F00-C1AA-B3AD-A76C5FAA6E0B}"/>
                </a:ext>
              </a:extLst>
            </p:cNvPr>
            <p:cNvSpPr/>
            <p:nvPr/>
          </p:nvSpPr>
          <p:spPr>
            <a:xfrm>
              <a:off x="8415375" y="4229936"/>
              <a:ext cx="13376" cy="15765"/>
            </a:xfrm>
            <a:custGeom>
              <a:avLst/>
              <a:gdLst>
                <a:gd name="csX0" fmla="*/ 11943 w 13376"/>
                <a:gd name="csY0" fmla="*/ 4300 h 15765"/>
                <a:gd name="csX1" fmla="*/ 10032 w 13376"/>
                <a:gd name="csY1" fmla="*/ 5255 h 15765"/>
                <a:gd name="csX2" fmla="*/ 9077 w 13376"/>
                <a:gd name="csY2" fmla="*/ 6210 h 15765"/>
                <a:gd name="csX3" fmla="*/ 7644 w 13376"/>
                <a:gd name="csY3" fmla="*/ 6688 h 15765"/>
                <a:gd name="csX4" fmla="*/ 5733 w 13376"/>
                <a:gd name="csY4" fmla="*/ 8599 h 15765"/>
                <a:gd name="csX5" fmla="*/ 4300 w 13376"/>
                <a:gd name="csY5" fmla="*/ 8599 h 15765"/>
                <a:gd name="csX6" fmla="*/ 4300 w 13376"/>
                <a:gd name="csY6" fmla="*/ 10032 h 15765"/>
                <a:gd name="csX7" fmla="*/ 4777 w 13376"/>
                <a:gd name="csY7" fmla="*/ 10988 h 15765"/>
                <a:gd name="csX8" fmla="*/ 3822 w 13376"/>
                <a:gd name="csY8" fmla="*/ 10988 h 15765"/>
                <a:gd name="csX9" fmla="*/ 2389 w 13376"/>
                <a:gd name="csY9" fmla="*/ 12421 h 15765"/>
                <a:gd name="csX10" fmla="*/ 2389 w 13376"/>
                <a:gd name="csY10" fmla="*/ 13376 h 15765"/>
                <a:gd name="csX11" fmla="*/ 2866 w 13376"/>
                <a:gd name="csY11" fmla="*/ 14332 h 15765"/>
                <a:gd name="csX12" fmla="*/ 2866 w 13376"/>
                <a:gd name="csY12" fmla="*/ 14332 h 15765"/>
                <a:gd name="csX13" fmla="*/ 1433 w 13376"/>
                <a:gd name="csY13" fmla="*/ 15765 h 15765"/>
                <a:gd name="csX14" fmla="*/ 0 w 13376"/>
                <a:gd name="csY14" fmla="*/ 15765 h 15765"/>
                <a:gd name="csX15" fmla="*/ 0 w 13376"/>
                <a:gd name="csY15" fmla="*/ 14332 h 15765"/>
                <a:gd name="csX16" fmla="*/ 0 w 13376"/>
                <a:gd name="csY16" fmla="*/ 13376 h 15765"/>
                <a:gd name="csX17" fmla="*/ 1433 w 13376"/>
                <a:gd name="csY17" fmla="*/ 11466 h 15765"/>
                <a:gd name="csX18" fmla="*/ 1433 w 13376"/>
                <a:gd name="csY18" fmla="*/ 8599 h 15765"/>
                <a:gd name="csX19" fmla="*/ 2866 w 13376"/>
                <a:gd name="csY19" fmla="*/ 8599 h 15765"/>
                <a:gd name="csX20" fmla="*/ 3344 w 13376"/>
                <a:gd name="csY20" fmla="*/ 8121 h 15765"/>
                <a:gd name="csX21" fmla="*/ 5255 w 13376"/>
                <a:gd name="csY21" fmla="*/ 6210 h 15765"/>
                <a:gd name="csX22" fmla="*/ 5733 w 13376"/>
                <a:gd name="csY22" fmla="*/ 5733 h 15765"/>
                <a:gd name="csX23" fmla="*/ 4777 w 13376"/>
                <a:gd name="csY23" fmla="*/ 4777 h 15765"/>
                <a:gd name="csX24" fmla="*/ 4777 w 13376"/>
                <a:gd name="csY24" fmla="*/ 3822 h 15765"/>
                <a:gd name="csX25" fmla="*/ 4777 w 13376"/>
                <a:gd name="csY25" fmla="*/ 3822 h 15765"/>
                <a:gd name="csX26" fmla="*/ 6688 w 13376"/>
                <a:gd name="csY26" fmla="*/ 3822 h 15765"/>
                <a:gd name="csX27" fmla="*/ 7166 w 13376"/>
                <a:gd name="csY27" fmla="*/ 4300 h 15765"/>
                <a:gd name="csX28" fmla="*/ 7644 w 13376"/>
                <a:gd name="csY28" fmla="*/ 4777 h 15765"/>
                <a:gd name="csX29" fmla="*/ 8599 w 13376"/>
                <a:gd name="csY29" fmla="*/ 4300 h 15765"/>
                <a:gd name="csX30" fmla="*/ 9077 w 13376"/>
                <a:gd name="csY30" fmla="*/ 3344 h 15765"/>
                <a:gd name="csX31" fmla="*/ 10988 w 13376"/>
                <a:gd name="csY31" fmla="*/ 1433 h 15765"/>
                <a:gd name="csX32" fmla="*/ 11943 w 13376"/>
                <a:gd name="csY32" fmla="*/ 0 h 15765"/>
                <a:gd name="csX33" fmla="*/ 13377 w 13376"/>
                <a:gd name="csY33" fmla="*/ 956 h 15765"/>
                <a:gd name="csX34" fmla="*/ 12898 w 13376"/>
                <a:gd name="csY34" fmla="*/ 2867 h 15765"/>
                <a:gd name="csX35" fmla="*/ 11943 w 13376"/>
                <a:gd name="csY35" fmla="*/ 4300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13376" h="15765">
                  <a:moveTo>
                    <a:pt x="11943" y="4300"/>
                  </a:moveTo>
                  <a:lnTo>
                    <a:pt x="10032" y="5255"/>
                  </a:lnTo>
                  <a:lnTo>
                    <a:pt x="9077" y="6210"/>
                  </a:lnTo>
                  <a:lnTo>
                    <a:pt x="7644" y="6688"/>
                  </a:lnTo>
                  <a:lnTo>
                    <a:pt x="5733" y="8599"/>
                  </a:lnTo>
                  <a:lnTo>
                    <a:pt x="4300" y="8599"/>
                  </a:lnTo>
                  <a:lnTo>
                    <a:pt x="4300" y="10032"/>
                  </a:lnTo>
                  <a:lnTo>
                    <a:pt x="4777" y="10988"/>
                  </a:lnTo>
                  <a:lnTo>
                    <a:pt x="3822" y="10988"/>
                  </a:lnTo>
                  <a:lnTo>
                    <a:pt x="2389" y="12421"/>
                  </a:lnTo>
                  <a:lnTo>
                    <a:pt x="2389" y="13376"/>
                  </a:lnTo>
                  <a:lnTo>
                    <a:pt x="2866" y="14332"/>
                  </a:lnTo>
                  <a:lnTo>
                    <a:pt x="2866" y="14332"/>
                  </a:lnTo>
                  <a:lnTo>
                    <a:pt x="1433" y="15765"/>
                  </a:lnTo>
                  <a:lnTo>
                    <a:pt x="0" y="15765"/>
                  </a:lnTo>
                  <a:lnTo>
                    <a:pt x="0" y="14332"/>
                  </a:lnTo>
                  <a:lnTo>
                    <a:pt x="0" y="13376"/>
                  </a:lnTo>
                  <a:lnTo>
                    <a:pt x="1433" y="11466"/>
                  </a:lnTo>
                  <a:lnTo>
                    <a:pt x="1433" y="8599"/>
                  </a:lnTo>
                  <a:lnTo>
                    <a:pt x="2866" y="8599"/>
                  </a:lnTo>
                  <a:lnTo>
                    <a:pt x="3344" y="8121"/>
                  </a:lnTo>
                  <a:lnTo>
                    <a:pt x="5255" y="6210"/>
                  </a:lnTo>
                  <a:lnTo>
                    <a:pt x="5733" y="5733"/>
                  </a:lnTo>
                  <a:lnTo>
                    <a:pt x="4777" y="4777"/>
                  </a:lnTo>
                  <a:lnTo>
                    <a:pt x="4777" y="3822"/>
                  </a:lnTo>
                  <a:lnTo>
                    <a:pt x="4777" y="3822"/>
                  </a:lnTo>
                  <a:lnTo>
                    <a:pt x="6688" y="3822"/>
                  </a:lnTo>
                  <a:lnTo>
                    <a:pt x="7166" y="4300"/>
                  </a:lnTo>
                  <a:lnTo>
                    <a:pt x="7644" y="4777"/>
                  </a:lnTo>
                  <a:lnTo>
                    <a:pt x="8599" y="4300"/>
                  </a:lnTo>
                  <a:lnTo>
                    <a:pt x="9077" y="3344"/>
                  </a:lnTo>
                  <a:lnTo>
                    <a:pt x="10988" y="1433"/>
                  </a:lnTo>
                  <a:lnTo>
                    <a:pt x="11943" y="0"/>
                  </a:lnTo>
                  <a:lnTo>
                    <a:pt x="13377" y="956"/>
                  </a:lnTo>
                  <a:lnTo>
                    <a:pt x="12898" y="2867"/>
                  </a:lnTo>
                  <a:lnTo>
                    <a:pt x="11943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8" name="Freeform 4707">
              <a:extLst>
                <a:ext uri="{FF2B5EF4-FFF2-40B4-BE49-F238E27FC236}">
                  <a16:creationId xmlns:a16="http://schemas.microsoft.com/office/drawing/2014/main" id="{99379890-03AE-9A4D-1DFE-4514D4C729B9}"/>
                </a:ext>
              </a:extLst>
            </p:cNvPr>
            <p:cNvSpPr/>
            <p:nvPr/>
          </p:nvSpPr>
          <p:spPr>
            <a:xfrm>
              <a:off x="8368080" y="4270065"/>
              <a:ext cx="3344" cy="3344"/>
            </a:xfrm>
            <a:custGeom>
              <a:avLst/>
              <a:gdLst>
                <a:gd name="csX0" fmla="*/ 3344 w 3344"/>
                <a:gd name="csY0" fmla="*/ 2389 h 3344"/>
                <a:gd name="csX1" fmla="*/ 1911 w 3344"/>
                <a:gd name="csY1" fmla="*/ 3344 h 3344"/>
                <a:gd name="csX2" fmla="*/ 0 w 3344"/>
                <a:gd name="csY2" fmla="*/ 2866 h 3344"/>
                <a:gd name="csX3" fmla="*/ 0 w 3344"/>
                <a:gd name="csY3" fmla="*/ 0 h 3344"/>
                <a:gd name="csX4" fmla="*/ 956 w 3344"/>
                <a:gd name="csY4" fmla="*/ 478 h 3344"/>
                <a:gd name="csX5" fmla="*/ 956 w 3344"/>
                <a:gd name="csY5" fmla="*/ 1433 h 3344"/>
                <a:gd name="csX6" fmla="*/ 2389 w 3344"/>
                <a:gd name="csY6" fmla="*/ 1911 h 3344"/>
                <a:gd name="csX7" fmla="*/ 3344 w 3344"/>
                <a:gd name="csY7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3344">
                  <a:moveTo>
                    <a:pt x="3344" y="2389"/>
                  </a:moveTo>
                  <a:lnTo>
                    <a:pt x="1911" y="3344"/>
                  </a:lnTo>
                  <a:lnTo>
                    <a:pt x="0" y="2866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956" y="1433"/>
                  </a:lnTo>
                  <a:lnTo>
                    <a:pt x="2389" y="1911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9" name="Freeform 4708">
              <a:extLst>
                <a:ext uri="{FF2B5EF4-FFF2-40B4-BE49-F238E27FC236}">
                  <a16:creationId xmlns:a16="http://schemas.microsoft.com/office/drawing/2014/main" id="{91E8939D-4DD5-1427-9CE3-332DB7974A38}"/>
                </a:ext>
              </a:extLst>
            </p:cNvPr>
            <p:cNvSpPr/>
            <p:nvPr/>
          </p:nvSpPr>
          <p:spPr>
            <a:xfrm>
              <a:off x="8344671" y="4275798"/>
              <a:ext cx="4777" cy="4777"/>
            </a:xfrm>
            <a:custGeom>
              <a:avLst/>
              <a:gdLst>
                <a:gd name="csX0" fmla="*/ 3822 w 4777"/>
                <a:gd name="csY0" fmla="*/ 1433 h 4777"/>
                <a:gd name="csX1" fmla="*/ 2867 w 4777"/>
                <a:gd name="csY1" fmla="*/ 4299 h 4777"/>
                <a:gd name="csX2" fmla="*/ 1911 w 4777"/>
                <a:gd name="csY2" fmla="*/ 4777 h 4777"/>
                <a:gd name="csX3" fmla="*/ 956 w 4777"/>
                <a:gd name="csY3" fmla="*/ 4777 h 4777"/>
                <a:gd name="csX4" fmla="*/ 0 w 4777"/>
                <a:gd name="csY4" fmla="*/ 2866 h 4777"/>
                <a:gd name="csX5" fmla="*/ 478 w 4777"/>
                <a:gd name="csY5" fmla="*/ 2389 h 4777"/>
                <a:gd name="csX6" fmla="*/ 1433 w 4777"/>
                <a:gd name="csY6" fmla="*/ 2866 h 4777"/>
                <a:gd name="csX7" fmla="*/ 2389 w 4777"/>
                <a:gd name="csY7" fmla="*/ 2389 h 4777"/>
                <a:gd name="csX8" fmla="*/ 4300 w 4777"/>
                <a:gd name="csY8" fmla="*/ 0 h 4777"/>
                <a:gd name="csX9" fmla="*/ 4777 w 4777"/>
                <a:gd name="csY9" fmla="*/ 478 h 4777"/>
                <a:gd name="csX10" fmla="*/ 3822 w 4777"/>
                <a:gd name="csY10" fmla="*/ 1433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4777">
                  <a:moveTo>
                    <a:pt x="3822" y="1433"/>
                  </a:moveTo>
                  <a:lnTo>
                    <a:pt x="2867" y="4299"/>
                  </a:lnTo>
                  <a:lnTo>
                    <a:pt x="1911" y="4777"/>
                  </a:lnTo>
                  <a:lnTo>
                    <a:pt x="956" y="4777"/>
                  </a:lnTo>
                  <a:lnTo>
                    <a:pt x="0" y="2866"/>
                  </a:lnTo>
                  <a:lnTo>
                    <a:pt x="478" y="2389"/>
                  </a:lnTo>
                  <a:lnTo>
                    <a:pt x="1433" y="2866"/>
                  </a:lnTo>
                  <a:lnTo>
                    <a:pt x="2389" y="2389"/>
                  </a:lnTo>
                  <a:lnTo>
                    <a:pt x="4300" y="0"/>
                  </a:lnTo>
                  <a:lnTo>
                    <a:pt x="4777" y="478"/>
                  </a:lnTo>
                  <a:lnTo>
                    <a:pt x="38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0" name="Freeform 4709">
              <a:extLst>
                <a:ext uri="{FF2B5EF4-FFF2-40B4-BE49-F238E27FC236}">
                  <a16:creationId xmlns:a16="http://schemas.microsoft.com/office/drawing/2014/main" id="{F42AE457-2345-AA8F-D7A1-659891742CA2}"/>
                </a:ext>
              </a:extLst>
            </p:cNvPr>
            <p:cNvSpPr/>
            <p:nvPr/>
          </p:nvSpPr>
          <p:spPr>
            <a:xfrm>
              <a:off x="8336550" y="4279142"/>
              <a:ext cx="4777" cy="2866"/>
            </a:xfrm>
            <a:custGeom>
              <a:avLst/>
              <a:gdLst>
                <a:gd name="csX0" fmla="*/ 4300 w 4777"/>
                <a:gd name="csY0" fmla="*/ 2867 h 2866"/>
                <a:gd name="csX1" fmla="*/ 2866 w 4777"/>
                <a:gd name="csY1" fmla="*/ 2867 h 2866"/>
                <a:gd name="csX2" fmla="*/ 1433 w 4777"/>
                <a:gd name="csY2" fmla="*/ 2867 h 2866"/>
                <a:gd name="csX3" fmla="*/ 0 w 4777"/>
                <a:gd name="csY3" fmla="*/ 2389 h 2866"/>
                <a:gd name="csX4" fmla="*/ 0 w 4777"/>
                <a:gd name="csY4" fmla="*/ 1911 h 2866"/>
                <a:gd name="csX5" fmla="*/ 1433 w 4777"/>
                <a:gd name="csY5" fmla="*/ 1433 h 2866"/>
                <a:gd name="csX6" fmla="*/ 1433 w 4777"/>
                <a:gd name="csY6" fmla="*/ 478 h 2866"/>
                <a:gd name="csX7" fmla="*/ 1911 w 4777"/>
                <a:gd name="csY7" fmla="*/ 0 h 2866"/>
                <a:gd name="csX8" fmla="*/ 4777 w 4777"/>
                <a:gd name="csY8" fmla="*/ 956 h 2866"/>
                <a:gd name="csX9" fmla="*/ 4777 w 4777"/>
                <a:gd name="csY9" fmla="*/ 1911 h 2866"/>
                <a:gd name="csX10" fmla="*/ 4300 w 4777"/>
                <a:gd name="csY10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2866">
                  <a:moveTo>
                    <a:pt x="4300" y="2867"/>
                  </a:moveTo>
                  <a:lnTo>
                    <a:pt x="2866" y="2867"/>
                  </a:lnTo>
                  <a:lnTo>
                    <a:pt x="1433" y="2867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1433" y="1433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4777" y="956"/>
                  </a:lnTo>
                  <a:lnTo>
                    <a:pt x="4777" y="1911"/>
                  </a:lnTo>
                  <a:lnTo>
                    <a:pt x="4300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1" name="Freeform 4710">
              <a:extLst>
                <a:ext uri="{FF2B5EF4-FFF2-40B4-BE49-F238E27FC236}">
                  <a16:creationId xmlns:a16="http://schemas.microsoft.com/office/drawing/2014/main" id="{C07AA3E9-3F6A-717B-28B7-148018428DC8}"/>
                </a:ext>
              </a:extLst>
            </p:cNvPr>
            <p:cNvSpPr/>
            <p:nvPr/>
          </p:nvSpPr>
          <p:spPr>
            <a:xfrm>
              <a:off x="6730902" y="5047331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478 w 955"/>
                <a:gd name="csY1" fmla="*/ 478 h 477"/>
                <a:gd name="csX2" fmla="*/ 478 w 955"/>
                <a:gd name="csY2" fmla="*/ 478 h 477"/>
                <a:gd name="csX3" fmla="*/ 0 w 955"/>
                <a:gd name="csY3" fmla="*/ 0 h 477"/>
                <a:gd name="csX4" fmla="*/ 478 w 955"/>
                <a:gd name="csY4" fmla="*/ 0 h 477"/>
                <a:gd name="csX5" fmla="*/ 955 w 955"/>
                <a:gd name="csY5" fmla="*/ 478 h 477"/>
                <a:gd name="csX6" fmla="*/ 955 w 955"/>
                <a:gd name="csY6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478" y="478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478"/>
                  </a:lnTo>
                  <a:lnTo>
                    <a:pt x="9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" name="Freeform 4711">
              <a:extLst>
                <a:ext uri="{FF2B5EF4-FFF2-40B4-BE49-F238E27FC236}">
                  <a16:creationId xmlns:a16="http://schemas.microsoft.com/office/drawing/2014/main" id="{53CB2FE8-FB76-DC4D-1215-A6CD1A6FC512}"/>
                </a:ext>
              </a:extLst>
            </p:cNvPr>
            <p:cNvSpPr/>
            <p:nvPr/>
          </p:nvSpPr>
          <p:spPr>
            <a:xfrm>
              <a:off x="6582805" y="4635050"/>
              <a:ext cx="131375" cy="36785"/>
            </a:xfrm>
            <a:custGeom>
              <a:avLst/>
              <a:gdLst>
                <a:gd name="csX0" fmla="*/ 478 w 131375"/>
                <a:gd name="csY0" fmla="*/ 0 h 36785"/>
                <a:gd name="csX1" fmla="*/ 0 w 131375"/>
                <a:gd name="csY1" fmla="*/ 478 h 36785"/>
                <a:gd name="csX2" fmla="*/ 0 w 131375"/>
                <a:gd name="csY2" fmla="*/ 1433 h 36785"/>
                <a:gd name="csX3" fmla="*/ 478 w 131375"/>
                <a:gd name="csY3" fmla="*/ 1911 h 36785"/>
                <a:gd name="csX4" fmla="*/ 955 w 131375"/>
                <a:gd name="csY4" fmla="*/ 1911 h 36785"/>
                <a:gd name="csX5" fmla="*/ 1433 w 131375"/>
                <a:gd name="csY5" fmla="*/ 2389 h 36785"/>
                <a:gd name="csX6" fmla="*/ 1433 w 131375"/>
                <a:gd name="csY6" fmla="*/ 2389 h 36785"/>
                <a:gd name="csX7" fmla="*/ 2389 w 131375"/>
                <a:gd name="csY7" fmla="*/ 1911 h 36785"/>
                <a:gd name="csX8" fmla="*/ 3344 w 131375"/>
                <a:gd name="csY8" fmla="*/ 1433 h 36785"/>
                <a:gd name="csX9" fmla="*/ 4300 w 131375"/>
                <a:gd name="csY9" fmla="*/ 1433 h 36785"/>
                <a:gd name="csX10" fmla="*/ 9555 w 131375"/>
                <a:gd name="csY10" fmla="*/ 2867 h 36785"/>
                <a:gd name="csX11" fmla="*/ 9555 w 131375"/>
                <a:gd name="csY11" fmla="*/ 2867 h 36785"/>
                <a:gd name="csX12" fmla="*/ 10510 w 131375"/>
                <a:gd name="csY12" fmla="*/ 3822 h 36785"/>
                <a:gd name="csX13" fmla="*/ 10510 w 131375"/>
                <a:gd name="csY13" fmla="*/ 5255 h 36785"/>
                <a:gd name="csX14" fmla="*/ 10987 w 131375"/>
                <a:gd name="csY14" fmla="*/ 6211 h 36785"/>
                <a:gd name="csX15" fmla="*/ 10510 w 131375"/>
                <a:gd name="csY15" fmla="*/ 7166 h 36785"/>
                <a:gd name="csX16" fmla="*/ 10032 w 131375"/>
                <a:gd name="csY16" fmla="*/ 10032 h 36785"/>
                <a:gd name="csX17" fmla="*/ 10032 w 131375"/>
                <a:gd name="csY17" fmla="*/ 12421 h 36785"/>
                <a:gd name="csX18" fmla="*/ 11466 w 131375"/>
                <a:gd name="csY18" fmla="*/ 14332 h 36785"/>
                <a:gd name="csX19" fmla="*/ 13376 w 131375"/>
                <a:gd name="csY19" fmla="*/ 15765 h 36785"/>
                <a:gd name="csX20" fmla="*/ 13376 w 131375"/>
                <a:gd name="csY20" fmla="*/ 15765 h 36785"/>
                <a:gd name="csX21" fmla="*/ 14332 w 131375"/>
                <a:gd name="csY21" fmla="*/ 18154 h 36785"/>
                <a:gd name="csX22" fmla="*/ 14332 w 131375"/>
                <a:gd name="csY22" fmla="*/ 18154 h 36785"/>
                <a:gd name="csX23" fmla="*/ 15287 w 131375"/>
                <a:gd name="csY23" fmla="*/ 18632 h 36785"/>
                <a:gd name="csX24" fmla="*/ 16243 w 131375"/>
                <a:gd name="csY24" fmla="*/ 19109 h 36785"/>
                <a:gd name="csX25" fmla="*/ 20064 w 131375"/>
                <a:gd name="csY25" fmla="*/ 19109 h 36785"/>
                <a:gd name="csX26" fmla="*/ 25798 w 131375"/>
                <a:gd name="csY26" fmla="*/ 19109 h 36785"/>
                <a:gd name="csX27" fmla="*/ 31052 w 131375"/>
                <a:gd name="csY27" fmla="*/ 19109 h 36785"/>
                <a:gd name="csX28" fmla="*/ 31530 w 131375"/>
                <a:gd name="csY28" fmla="*/ 19587 h 36785"/>
                <a:gd name="csX29" fmla="*/ 32963 w 131375"/>
                <a:gd name="csY29" fmla="*/ 19587 h 36785"/>
                <a:gd name="csX30" fmla="*/ 32963 w 131375"/>
                <a:gd name="csY30" fmla="*/ 19587 h 36785"/>
                <a:gd name="csX31" fmla="*/ 37741 w 131375"/>
                <a:gd name="csY31" fmla="*/ 22453 h 36785"/>
                <a:gd name="csX32" fmla="*/ 42040 w 131375"/>
                <a:gd name="csY32" fmla="*/ 25320 h 36785"/>
                <a:gd name="csX33" fmla="*/ 45862 w 131375"/>
                <a:gd name="csY33" fmla="*/ 27231 h 36785"/>
                <a:gd name="csX34" fmla="*/ 49684 w 131375"/>
                <a:gd name="csY34" fmla="*/ 29619 h 36785"/>
                <a:gd name="csX35" fmla="*/ 53505 w 131375"/>
                <a:gd name="csY35" fmla="*/ 31530 h 36785"/>
                <a:gd name="csX36" fmla="*/ 55894 w 131375"/>
                <a:gd name="csY36" fmla="*/ 33441 h 36785"/>
                <a:gd name="csX37" fmla="*/ 56372 w 131375"/>
                <a:gd name="csY37" fmla="*/ 33441 h 36785"/>
                <a:gd name="csX38" fmla="*/ 58760 w 131375"/>
                <a:gd name="csY38" fmla="*/ 33919 h 36785"/>
                <a:gd name="csX39" fmla="*/ 63538 w 131375"/>
                <a:gd name="csY39" fmla="*/ 34397 h 36785"/>
                <a:gd name="csX40" fmla="*/ 66405 w 131375"/>
                <a:gd name="csY40" fmla="*/ 34397 h 36785"/>
                <a:gd name="csX41" fmla="*/ 69271 w 131375"/>
                <a:gd name="csY41" fmla="*/ 35352 h 36785"/>
                <a:gd name="csX42" fmla="*/ 73570 w 131375"/>
                <a:gd name="csY42" fmla="*/ 35830 h 36785"/>
                <a:gd name="csX43" fmla="*/ 76914 w 131375"/>
                <a:gd name="csY43" fmla="*/ 36308 h 36785"/>
                <a:gd name="csX44" fmla="*/ 78348 w 131375"/>
                <a:gd name="csY44" fmla="*/ 36308 h 36785"/>
                <a:gd name="csX45" fmla="*/ 78825 w 131375"/>
                <a:gd name="csY45" fmla="*/ 36785 h 36785"/>
                <a:gd name="csX46" fmla="*/ 79781 w 131375"/>
                <a:gd name="csY46" fmla="*/ 36785 h 36785"/>
                <a:gd name="csX47" fmla="*/ 84080 w 131375"/>
                <a:gd name="csY47" fmla="*/ 36785 h 36785"/>
                <a:gd name="csX48" fmla="*/ 85035 w 131375"/>
                <a:gd name="csY48" fmla="*/ 36785 h 36785"/>
                <a:gd name="csX49" fmla="*/ 87424 w 131375"/>
                <a:gd name="csY49" fmla="*/ 34874 h 36785"/>
                <a:gd name="csX50" fmla="*/ 89813 w 131375"/>
                <a:gd name="csY50" fmla="*/ 31530 h 36785"/>
                <a:gd name="csX51" fmla="*/ 90769 w 131375"/>
                <a:gd name="csY51" fmla="*/ 29619 h 36785"/>
                <a:gd name="csX52" fmla="*/ 91246 w 131375"/>
                <a:gd name="csY52" fmla="*/ 29619 h 36785"/>
                <a:gd name="csX53" fmla="*/ 94590 w 131375"/>
                <a:gd name="csY53" fmla="*/ 28186 h 36785"/>
                <a:gd name="csX54" fmla="*/ 100323 w 131375"/>
                <a:gd name="csY54" fmla="*/ 25798 h 36785"/>
                <a:gd name="csX55" fmla="*/ 104623 w 131375"/>
                <a:gd name="csY55" fmla="*/ 23886 h 36785"/>
                <a:gd name="csX56" fmla="*/ 109400 w 131375"/>
                <a:gd name="csY56" fmla="*/ 21976 h 36785"/>
                <a:gd name="csX57" fmla="*/ 111311 w 131375"/>
                <a:gd name="csY57" fmla="*/ 23886 h 36785"/>
                <a:gd name="csX58" fmla="*/ 114177 w 131375"/>
                <a:gd name="csY58" fmla="*/ 26275 h 36785"/>
                <a:gd name="csX59" fmla="*/ 115610 w 131375"/>
                <a:gd name="csY59" fmla="*/ 27231 h 36785"/>
                <a:gd name="csX60" fmla="*/ 116088 w 131375"/>
                <a:gd name="csY60" fmla="*/ 27709 h 36785"/>
                <a:gd name="csX61" fmla="*/ 116566 w 131375"/>
                <a:gd name="csY61" fmla="*/ 27709 h 36785"/>
                <a:gd name="csX62" fmla="*/ 117044 w 131375"/>
                <a:gd name="csY62" fmla="*/ 27709 h 36785"/>
                <a:gd name="csX63" fmla="*/ 117521 w 131375"/>
                <a:gd name="csY63" fmla="*/ 27709 h 36785"/>
                <a:gd name="csX64" fmla="*/ 118477 w 131375"/>
                <a:gd name="csY64" fmla="*/ 28186 h 36785"/>
                <a:gd name="csX65" fmla="*/ 120388 w 131375"/>
                <a:gd name="csY65" fmla="*/ 28186 h 36785"/>
                <a:gd name="csX66" fmla="*/ 121343 w 131375"/>
                <a:gd name="csY66" fmla="*/ 28186 h 36785"/>
                <a:gd name="csX67" fmla="*/ 123732 w 131375"/>
                <a:gd name="csY67" fmla="*/ 27709 h 36785"/>
                <a:gd name="csX68" fmla="*/ 128509 w 131375"/>
                <a:gd name="csY68" fmla="*/ 27709 h 36785"/>
                <a:gd name="csX69" fmla="*/ 131376 w 131375"/>
                <a:gd name="csY69" fmla="*/ 27709 h 36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</a:cxnLst>
              <a:rect l="l" t="t" r="r" b="b"/>
              <a:pathLst>
                <a:path w="131375" h="36785">
                  <a:moveTo>
                    <a:pt x="478" y="0"/>
                  </a:moveTo>
                  <a:lnTo>
                    <a:pt x="0" y="478"/>
                  </a:lnTo>
                  <a:lnTo>
                    <a:pt x="0" y="1433"/>
                  </a:lnTo>
                  <a:lnTo>
                    <a:pt x="478" y="1911"/>
                  </a:lnTo>
                  <a:lnTo>
                    <a:pt x="955" y="1911"/>
                  </a:lnTo>
                  <a:lnTo>
                    <a:pt x="1433" y="2389"/>
                  </a:lnTo>
                  <a:lnTo>
                    <a:pt x="1433" y="2389"/>
                  </a:lnTo>
                  <a:lnTo>
                    <a:pt x="2389" y="1911"/>
                  </a:lnTo>
                  <a:lnTo>
                    <a:pt x="3344" y="1433"/>
                  </a:lnTo>
                  <a:lnTo>
                    <a:pt x="4300" y="1433"/>
                  </a:lnTo>
                  <a:lnTo>
                    <a:pt x="9555" y="2867"/>
                  </a:lnTo>
                  <a:lnTo>
                    <a:pt x="9555" y="2867"/>
                  </a:lnTo>
                  <a:lnTo>
                    <a:pt x="10510" y="3822"/>
                  </a:lnTo>
                  <a:lnTo>
                    <a:pt x="10510" y="5255"/>
                  </a:lnTo>
                  <a:lnTo>
                    <a:pt x="10987" y="6211"/>
                  </a:lnTo>
                  <a:lnTo>
                    <a:pt x="10510" y="7166"/>
                  </a:lnTo>
                  <a:lnTo>
                    <a:pt x="10032" y="10032"/>
                  </a:lnTo>
                  <a:lnTo>
                    <a:pt x="10032" y="12421"/>
                  </a:lnTo>
                  <a:lnTo>
                    <a:pt x="11466" y="14332"/>
                  </a:lnTo>
                  <a:lnTo>
                    <a:pt x="13376" y="15765"/>
                  </a:lnTo>
                  <a:lnTo>
                    <a:pt x="13376" y="15765"/>
                  </a:lnTo>
                  <a:lnTo>
                    <a:pt x="14332" y="18154"/>
                  </a:lnTo>
                  <a:lnTo>
                    <a:pt x="14332" y="18154"/>
                  </a:lnTo>
                  <a:lnTo>
                    <a:pt x="15287" y="18632"/>
                  </a:lnTo>
                  <a:lnTo>
                    <a:pt x="16243" y="19109"/>
                  </a:lnTo>
                  <a:lnTo>
                    <a:pt x="20064" y="19109"/>
                  </a:lnTo>
                  <a:lnTo>
                    <a:pt x="25798" y="19109"/>
                  </a:lnTo>
                  <a:lnTo>
                    <a:pt x="31052" y="19109"/>
                  </a:lnTo>
                  <a:lnTo>
                    <a:pt x="31530" y="19587"/>
                  </a:lnTo>
                  <a:lnTo>
                    <a:pt x="32963" y="19587"/>
                  </a:lnTo>
                  <a:lnTo>
                    <a:pt x="32963" y="19587"/>
                  </a:lnTo>
                  <a:lnTo>
                    <a:pt x="37741" y="22453"/>
                  </a:lnTo>
                  <a:lnTo>
                    <a:pt x="42040" y="25320"/>
                  </a:lnTo>
                  <a:lnTo>
                    <a:pt x="45862" y="27231"/>
                  </a:lnTo>
                  <a:lnTo>
                    <a:pt x="49684" y="29619"/>
                  </a:lnTo>
                  <a:lnTo>
                    <a:pt x="53505" y="31530"/>
                  </a:lnTo>
                  <a:lnTo>
                    <a:pt x="55894" y="33441"/>
                  </a:lnTo>
                  <a:lnTo>
                    <a:pt x="56372" y="33441"/>
                  </a:lnTo>
                  <a:lnTo>
                    <a:pt x="58760" y="33919"/>
                  </a:lnTo>
                  <a:lnTo>
                    <a:pt x="63538" y="34397"/>
                  </a:lnTo>
                  <a:lnTo>
                    <a:pt x="66405" y="34397"/>
                  </a:lnTo>
                  <a:lnTo>
                    <a:pt x="69271" y="35352"/>
                  </a:lnTo>
                  <a:lnTo>
                    <a:pt x="73570" y="35830"/>
                  </a:lnTo>
                  <a:lnTo>
                    <a:pt x="76914" y="36308"/>
                  </a:lnTo>
                  <a:lnTo>
                    <a:pt x="78348" y="36308"/>
                  </a:lnTo>
                  <a:lnTo>
                    <a:pt x="78825" y="36785"/>
                  </a:lnTo>
                  <a:lnTo>
                    <a:pt x="79781" y="36785"/>
                  </a:lnTo>
                  <a:lnTo>
                    <a:pt x="84080" y="36785"/>
                  </a:lnTo>
                  <a:lnTo>
                    <a:pt x="85035" y="36785"/>
                  </a:lnTo>
                  <a:lnTo>
                    <a:pt x="87424" y="34874"/>
                  </a:lnTo>
                  <a:lnTo>
                    <a:pt x="89813" y="31530"/>
                  </a:lnTo>
                  <a:lnTo>
                    <a:pt x="90769" y="29619"/>
                  </a:lnTo>
                  <a:lnTo>
                    <a:pt x="91246" y="29619"/>
                  </a:lnTo>
                  <a:lnTo>
                    <a:pt x="94590" y="28186"/>
                  </a:lnTo>
                  <a:lnTo>
                    <a:pt x="100323" y="25798"/>
                  </a:lnTo>
                  <a:lnTo>
                    <a:pt x="104623" y="23886"/>
                  </a:lnTo>
                  <a:lnTo>
                    <a:pt x="109400" y="21976"/>
                  </a:lnTo>
                  <a:lnTo>
                    <a:pt x="111311" y="23886"/>
                  </a:lnTo>
                  <a:lnTo>
                    <a:pt x="114177" y="26275"/>
                  </a:lnTo>
                  <a:lnTo>
                    <a:pt x="115610" y="27231"/>
                  </a:lnTo>
                  <a:lnTo>
                    <a:pt x="116088" y="27709"/>
                  </a:lnTo>
                  <a:lnTo>
                    <a:pt x="116566" y="27709"/>
                  </a:lnTo>
                  <a:lnTo>
                    <a:pt x="117044" y="27709"/>
                  </a:lnTo>
                  <a:lnTo>
                    <a:pt x="117521" y="27709"/>
                  </a:lnTo>
                  <a:lnTo>
                    <a:pt x="118477" y="28186"/>
                  </a:lnTo>
                  <a:lnTo>
                    <a:pt x="120388" y="28186"/>
                  </a:lnTo>
                  <a:lnTo>
                    <a:pt x="121343" y="28186"/>
                  </a:lnTo>
                  <a:lnTo>
                    <a:pt x="123732" y="27709"/>
                  </a:lnTo>
                  <a:lnTo>
                    <a:pt x="128509" y="27709"/>
                  </a:lnTo>
                  <a:lnTo>
                    <a:pt x="131376" y="2770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3" name="Freeform 4712">
              <a:extLst>
                <a:ext uri="{FF2B5EF4-FFF2-40B4-BE49-F238E27FC236}">
                  <a16:creationId xmlns:a16="http://schemas.microsoft.com/office/drawing/2014/main" id="{C60670B6-2D8B-78DB-35E5-FD57C9D1E3A8}"/>
                </a:ext>
              </a:extLst>
            </p:cNvPr>
            <p:cNvSpPr/>
            <p:nvPr/>
          </p:nvSpPr>
          <p:spPr>
            <a:xfrm>
              <a:off x="6564174" y="4667058"/>
              <a:ext cx="1433" cy="955"/>
            </a:xfrm>
            <a:custGeom>
              <a:avLst/>
              <a:gdLst>
                <a:gd name="csX0" fmla="*/ 1433 w 1433"/>
                <a:gd name="csY0" fmla="*/ 956 h 955"/>
                <a:gd name="csX1" fmla="*/ 1433 w 1433"/>
                <a:gd name="csY1" fmla="*/ 478 h 955"/>
                <a:gd name="csX2" fmla="*/ 0 w 1433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955">
                  <a:moveTo>
                    <a:pt x="1433" y="956"/>
                  </a:moveTo>
                  <a:lnTo>
                    <a:pt x="1433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" name="Freeform 4713">
              <a:extLst>
                <a:ext uri="{FF2B5EF4-FFF2-40B4-BE49-F238E27FC236}">
                  <a16:creationId xmlns:a16="http://schemas.microsoft.com/office/drawing/2014/main" id="{C100AE22-D469-D0B8-3E66-134019BABD92}"/>
                </a:ext>
              </a:extLst>
            </p:cNvPr>
            <p:cNvSpPr/>
            <p:nvPr/>
          </p:nvSpPr>
          <p:spPr>
            <a:xfrm>
              <a:off x="6578983" y="4763560"/>
              <a:ext cx="7165" cy="3344"/>
            </a:xfrm>
            <a:custGeom>
              <a:avLst/>
              <a:gdLst>
                <a:gd name="csX0" fmla="*/ 7166 w 7165"/>
                <a:gd name="csY0" fmla="*/ 3344 h 3344"/>
                <a:gd name="csX1" fmla="*/ 2866 w 7165"/>
                <a:gd name="csY1" fmla="*/ 1433 h 3344"/>
                <a:gd name="csX2" fmla="*/ 0 w 7165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165" h="3344">
                  <a:moveTo>
                    <a:pt x="7166" y="3344"/>
                  </a:moveTo>
                  <a:lnTo>
                    <a:pt x="2866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5" name="Freeform 4714">
              <a:extLst>
                <a:ext uri="{FF2B5EF4-FFF2-40B4-BE49-F238E27FC236}">
                  <a16:creationId xmlns:a16="http://schemas.microsoft.com/office/drawing/2014/main" id="{AD0C492C-DD66-0934-2185-E8E6C8EE523F}"/>
                </a:ext>
              </a:extLst>
            </p:cNvPr>
            <p:cNvSpPr/>
            <p:nvPr/>
          </p:nvSpPr>
          <p:spPr>
            <a:xfrm>
              <a:off x="6661631" y="4764993"/>
              <a:ext cx="45861" cy="54461"/>
            </a:xfrm>
            <a:custGeom>
              <a:avLst/>
              <a:gdLst>
                <a:gd name="csX0" fmla="*/ 45862 w 45861"/>
                <a:gd name="csY0" fmla="*/ 0 h 54461"/>
                <a:gd name="csX1" fmla="*/ 42996 w 45861"/>
                <a:gd name="csY1" fmla="*/ 3344 h 54461"/>
                <a:gd name="csX2" fmla="*/ 40607 w 45861"/>
                <a:gd name="csY2" fmla="*/ 4777 h 54461"/>
                <a:gd name="csX3" fmla="*/ 37263 w 45861"/>
                <a:gd name="csY3" fmla="*/ 5255 h 54461"/>
                <a:gd name="csX4" fmla="*/ 36307 w 45861"/>
                <a:gd name="csY4" fmla="*/ 5255 h 54461"/>
                <a:gd name="csX5" fmla="*/ 34874 w 45861"/>
                <a:gd name="csY5" fmla="*/ 4777 h 54461"/>
                <a:gd name="csX6" fmla="*/ 34396 w 45861"/>
                <a:gd name="csY6" fmla="*/ 5733 h 54461"/>
                <a:gd name="csX7" fmla="*/ 34396 w 45861"/>
                <a:gd name="csY7" fmla="*/ 6688 h 54461"/>
                <a:gd name="csX8" fmla="*/ 33441 w 45861"/>
                <a:gd name="csY8" fmla="*/ 6688 h 54461"/>
                <a:gd name="csX9" fmla="*/ 32963 w 45861"/>
                <a:gd name="csY9" fmla="*/ 6210 h 54461"/>
                <a:gd name="csX10" fmla="*/ 33441 w 45861"/>
                <a:gd name="csY10" fmla="*/ 8121 h 54461"/>
                <a:gd name="csX11" fmla="*/ 33441 w 45861"/>
                <a:gd name="csY11" fmla="*/ 9077 h 54461"/>
                <a:gd name="csX12" fmla="*/ 32963 w 45861"/>
                <a:gd name="csY12" fmla="*/ 10510 h 54461"/>
                <a:gd name="csX13" fmla="*/ 31530 w 45861"/>
                <a:gd name="csY13" fmla="*/ 11943 h 54461"/>
                <a:gd name="csX14" fmla="*/ 31530 w 45861"/>
                <a:gd name="csY14" fmla="*/ 12899 h 54461"/>
                <a:gd name="csX15" fmla="*/ 28186 w 45861"/>
                <a:gd name="csY15" fmla="*/ 15287 h 54461"/>
                <a:gd name="csX16" fmla="*/ 23409 w 45861"/>
                <a:gd name="csY16" fmla="*/ 15765 h 54461"/>
                <a:gd name="csX17" fmla="*/ 21020 w 45861"/>
                <a:gd name="csY17" fmla="*/ 17198 h 54461"/>
                <a:gd name="csX18" fmla="*/ 19587 w 45861"/>
                <a:gd name="csY18" fmla="*/ 18154 h 54461"/>
                <a:gd name="csX19" fmla="*/ 19109 w 45861"/>
                <a:gd name="csY19" fmla="*/ 20542 h 54461"/>
                <a:gd name="csX20" fmla="*/ 19109 w 45861"/>
                <a:gd name="csY20" fmla="*/ 24364 h 54461"/>
                <a:gd name="csX21" fmla="*/ 17676 w 45861"/>
                <a:gd name="csY21" fmla="*/ 26753 h 54461"/>
                <a:gd name="csX22" fmla="*/ 17676 w 45861"/>
                <a:gd name="csY22" fmla="*/ 28186 h 54461"/>
                <a:gd name="csX23" fmla="*/ 15287 w 45861"/>
                <a:gd name="csY23" fmla="*/ 30097 h 54461"/>
                <a:gd name="csX24" fmla="*/ 13854 w 45861"/>
                <a:gd name="csY24" fmla="*/ 32008 h 54461"/>
                <a:gd name="csX25" fmla="*/ 13376 w 45861"/>
                <a:gd name="csY25" fmla="*/ 33441 h 54461"/>
                <a:gd name="csX26" fmla="*/ 12421 w 45861"/>
                <a:gd name="csY26" fmla="*/ 34397 h 54461"/>
                <a:gd name="csX27" fmla="*/ 11943 w 45861"/>
                <a:gd name="csY27" fmla="*/ 38218 h 54461"/>
                <a:gd name="csX28" fmla="*/ 10510 w 45861"/>
                <a:gd name="csY28" fmla="*/ 40129 h 54461"/>
                <a:gd name="csX29" fmla="*/ 10510 w 45861"/>
                <a:gd name="csY29" fmla="*/ 41085 h 54461"/>
                <a:gd name="csX30" fmla="*/ 10032 w 45861"/>
                <a:gd name="csY30" fmla="*/ 41563 h 54461"/>
                <a:gd name="csX31" fmla="*/ 9077 w 45861"/>
                <a:gd name="csY31" fmla="*/ 42996 h 54461"/>
                <a:gd name="csX32" fmla="*/ 8599 w 45861"/>
                <a:gd name="csY32" fmla="*/ 43951 h 54461"/>
                <a:gd name="csX33" fmla="*/ 8121 w 45861"/>
                <a:gd name="csY33" fmla="*/ 44429 h 54461"/>
                <a:gd name="csX34" fmla="*/ 5255 w 45861"/>
                <a:gd name="csY34" fmla="*/ 50639 h 54461"/>
                <a:gd name="csX35" fmla="*/ 2866 w 45861"/>
                <a:gd name="csY35" fmla="*/ 53028 h 54461"/>
                <a:gd name="csX36" fmla="*/ 1433 w 45861"/>
                <a:gd name="csY36" fmla="*/ 53028 h 54461"/>
                <a:gd name="csX37" fmla="*/ 0 w 45861"/>
                <a:gd name="csY37" fmla="*/ 53983 h 54461"/>
                <a:gd name="csX38" fmla="*/ 0 w 45861"/>
                <a:gd name="csY38" fmla="*/ 54461 h 544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45861" h="54461">
                  <a:moveTo>
                    <a:pt x="45862" y="0"/>
                  </a:moveTo>
                  <a:lnTo>
                    <a:pt x="42996" y="3344"/>
                  </a:lnTo>
                  <a:lnTo>
                    <a:pt x="40607" y="4777"/>
                  </a:lnTo>
                  <a:lnTo>
                    <a:pt x="37263" y="5255"/>
                  </a:lnTo>
                  <a:lnTo>
                    <a:pt x="36307" y="5255"/>
                  </a:lnTo>
                  <a:lnTo>
                    <a:pt x="34874" y="4777"/>
                  </a:lnTo>
                  <a:lnTo>
                    <a:pt x="34396" y="5733"/>
                  </a:lnTo>
                  <a:lnTo>
                    <a:pt x="34396" y="6688"/>
                  </a:lnTo>
                  <a:lnTo>
                    <a:pt x="33441" y="6688"/>
                  </a:lnTo>
                  <a:lnTo>
                    <a:pt x="32963" y="6210"/>
                  </a:lnTo>
                  <a:lnTo>
                    <a:pt x="33441" y="8121"/>
                  </a:lnTo>
                  <a:lnTo>
                    <a:pt x="33441" y="9077"/>
                  </a:lnTo>
                  <a:lnTo>
                    <a:pt x="32963" y="10510"/>
                  </a:lnTo>
                  <a:lnTo>
                    <a:pt x="31530" y="11943"/>
                  </a:lnTo>
                  <a:lnTo>
                    <a:pt x="31530" y="12899"/>
                  </a:lnTo>
                  <a:lnTo>
                    <a:pt x="28186" y="15287"/>
                  </a:lnTo>
                  <a:lnTo>
                    <a:pt x="23409" y="15765"/>
                  </a:lnTo>
                  <a:lnTo>
                    <a:pt x="21020" y="17198"/>
                  </a:lnTo>
                  <a:lnTo>
                    <a:pt x="19587" y="18154"/>
                  </a:lnTo>
                  <a:lnTo>
                    <a:pt x="19109" y="20542"/>
                  </a:lnTo>
                  <a:lnTo>
                    <a:pt x="19109" y="24364"/>
                  </a:lnTo>
                  <a:lnTo>
                    <a:pt x="17676" y="26753"/>
                  </a:lnTo>
                  <a:lnTo>
                    <a:pt x="17676" y="28186"/>
                  </a:lnTo>
                  <a:lnTo>
                    <a:pt x="15287" y="30097"/>
                  </a:lnTo>
                  <a:lnTo>
                    <a:pt x="13854" y="32008"/>
                  </a:lnTo>
                  <a:lnTo>
                    <a:pt x="13376" y="33441"/>
                  </a:lnTo>
                  <a:lnTo>
                    <a:pt x="12421" y="34397"/>
                  </a:lnTo>
                  <a:lnTo>
                    <a:pt x="11943" y="38218"/>
                  </a:lnTo>
                  <a:lnTo>
                    <a:pt x="10510" y="40129"/>
                  </a:lnTo>
                  <a:lnTo>
                    <a:pt x="10510" y="41085"/>
                  </a:lnTo>
                  <a:lnTo>
                    <a:pt x="10032" y="41563"/>
                  </a:lnTo>
                  <a:lnTo>
                    <a:pt x="9077" y="42996"/>
                  </a:lnTo>
                  <a:lnTo>
                    <a:pt x="8599" y="43951"/>
                  </a:lnTo>
                  <a:lnTo>
                    <a:pt x="8121" y="44429"/>
                  </a:lnTo>
                  <a:lnTo>
                    <a:pt x="5255" y="50639"/>
                  </a:lnTo>
                  <a:lnTo>
                    <a:pt x="2866" y="53028"/>
                  </a:lnTo>
                  <a:lnTo>
                    <a:pt x="1433" y="53028"/>
                  </a:lnTo>
                  <a:lnTo>
                    <a:pt x="0" y="53983"/>
                  </a:lnTo>
                  <a:lnTo>
                    <a:pt x="0" y="5446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6" name="Freeform 4715">
              <a:extLst>
                <a:ext uri="{FF2B5EF4-FFF2-40B4-BE49-F238E27FC236}">
                  <a16:creationId xmlns:a16="http://schemas.microsoft.com/office/drawing/2014/main" id="{8CB67AA7-8C30-ED11-0DB3-2594D90E6178}"/>
                </a:ext>
              </a:extLst>
            </p:cNvPr>
            <p:cNvSpPr/>
            <p:nvPr/>
          </p:nvSpPr>
          <p:spPr>
            <a:xfrm>
              <a:off x="6696027" y="4771203"/>
              <a:ext cx="3822" cy="2388"/>
            </a:xfrm>
            <a:custGeom>
              <a:avLst/>
              <a:gdLst>
                <a:gd name="csX0" fmla="*/ 478 w 3822"/>
                <a:gd name="csY0" fmla="*/ 2389 h 2388"/>
                <a:gd name="csX1" fmla="*/ 0 w 3822"/>
                <a:gd name="csY1" fmla="*/ 2389 h 2388"/>
                <a:gd name="csX2" fmla="*/ 478 w 3822"/>
                <a:gd name="csY2" fmla="*/ 1433 h 2388"/>
                <a:gd name="csX3" fmla="*/ 2389 w 3822"/>
                <a:gd name="csY3" fmla="*/ 0 h 2388"/>
                <a:gd name="csX4" fmla="*/ 3344 w 3822"/>
                <a:gd name="csY4" fmla="*/ 478 h 2388"/>
                <a:gd name="csX5" fmla="*/ 3822 w 3822"/>
                <a:gd name="csY5" fmla="*/ 956 h 2388"/>
                <a:gd name="csX6" fmla="*/ 3344 w 3822"/>
                <a:gd name="csY6" fmla="*/ 956 h 2388"/>
                <a:gd name="csX7" fmla="*/ 3344 w 3822"/>
                <a:gd name="csY7" fmla="*/ 1433 h 2388"/>
                <a:gd name="csX8" fmla="*/ 478 w 3822"/>
                <a:gd name="csY8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2" h="2388">
                  <a:moveTo>
                    <a:pt x="478" y="2389"/>
                  </a:moveTo>
                  <a:lnTo>
                    <a:pt x="0" y="2389"/>
                  </a:lnTo>
                  <a:lnTo>
                    <a:pt x="478" y="1433"/>
                  </a:lnTo>
                  <a:lnTo>
                    <a:pt x="2389" y="0"/>
                  </a:lnTo>
                  <a:lnTo>
                    <a:pt x="3344" y="478"/>
                  </a:lnTo>
                  <a:lnTo>
                    <a:pt x="3822" y="956"/>
                  </a:lnTo>
                  <a:lnTo>
                    <a:pt x="3344" y="956"/>
                  </a:lnTo>
                  <a:lnTo>
                    <a:pt x="3344" y="1433"/>
                  </a:lnTo>
                  <a:lnTo>
                    <a:pt x="47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7" name="Freeform 4716">
              <a:extLst>
                <a:ext uri="{FF2B5EF4-FFF2-40B4-BE49-F238E27FC236}">
                  <a16:creationId xmlns:a16="http://schemas.microsoft.com/office/drawing/2014/main" id="{2D0B837C-8DB6-22AB-5F74-49830A969050}"/>
                </a:ext>
              </a:extLst>
            </p:cNvPr>
            <p:cNvSpPr/>
            <p:nvPr/>
          </p:nvSpPr>
          <p:spPr>
            <a:xfrm>
              <a:off x="7459917" y="3884538"/>
              <a:ext cx="8599" cy="1433"/>
            </a:xfrm>
            <a:custGeom>
              <a:avLst/>
              <a:gdLst>
                <a:gd name="csX0" fmla="*/ 0 w 8599"/>
                <a:gd name="csY0" fmla="*/ 0 h 1433"/>
                <a:gd name="csX1" fmla="*/ 2389 w 8599"/>
                <a:gd name="csY1" fmla="*/ 0 h 1433"/>
                <a:gd name="csX2" fmla="*/ 6688 w 8599"/>
                <a:gd name="csY2" fmla="*/ 478 h 1433"/>
                <a:gd name="csX3" fmla="*/ 8599 w 8599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99" h="1433">
                  <a:moveTo>
                    <a:pt x="0" y="0"/>
                  </a:moveTo>
                  <a:lnTo>
                    <a:pt x="2389" y="0"/>
                  </a:lnTo>
                  <a:lnTo>
                    <a:pt x="6688" y="478"/>
                  </a:lnTo>
                  <a:lnTo>
                    <a:pt x="8599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8" name="Freeform 4717">
              <a:extLst>
                <a:ext uri="{FF2B5EF4-FFF2-40B4-BE49-F238E27FC236}">
                  <a16:creationId xmlns:a16="http://schemas.microsoft.com/office/drawing/2014/main" id="{7A1BE692-9D42-B440-9AD8-901C359F2082}"/>
                </a:ext>
              </a:extLst>
            </p:cNvPr>
            <p:cNvSpPr/>
            <p:nvPr/>
          </p:nvSpPr>
          <p:spPr>
            <a:xfrm>
              <a:off x="7455139" y="3880238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5 w 955"/>
                <a:gd name="csY1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5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9" name="Freeform 4718">
              <a:extLst>
                <a:ext uri="{FF2B5EF4-FFF2-40B4-BE49-F238E27FC236}">
                  <a16:creationId xmlns:a16="http://schemas.microsoft.com/office/drawing/2014/main" id="{D662CF3D-1036-21B8-5B51-AADBD618CF83}"/>
                </a:ext>
              </a:extLst>
            </p:cNvPr>
            <p:cNvSpPr/>
            <p:nvPr/>
          </p:nvSpPr>
          <p:spPr>
            <a:xfrm>
              <a:off x="7443196" y="3875461"/>
              <a:ext cx="2388" cy="477"/>
            </a:xfrm>
            <a:custGeom>
              <a:avLst/>
              <a:gdLst>
                <a:gd name="csX0" fmla="*/ 0 w 2388"/>
                <a:gd name="csY0" fmla="*/ 0 h 477"/>
                <a:gd name="csX1" fmla="*/ 0 w 2388"/>
                <a:gd name="csY1" fmla="*/ 0 h 477"/>
                <a:gd name="csX2" fmla="*/ 2389 w 2388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0" y="0"/>
                  </a:moveTo>
                  <a:lnTo>
                    <a:pt x="0" y="0"/>
                  </a:lnTo>
                  <a:lnTo>
                    <a:pt x="2389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0" name="Freeform 4719">
              <a:extLst>
                <a:ext uri="{FF2B5EF4-FFF2-40B4-BE49-F238E27FC236}">
                  <a16:creationId xmlns:a16="http://schemas.microsoft.com/office/drawing/2014/main" id="{6C9A1644-713F-3B1C-21DA-78EBAEC80309}"/>
                </a:ext>
              </a:extLst>
            </p:cNvPr>
            <p:cNvSpPr/>
            <p:nvPr/>
          </p:nvSpPr>
          <p:spPr>
            <a:xfrm>
              <a:off x="7401156" y="3872117"/>
              <a:ext cx="9554" cy="955"/>
            </a:xfrm>
            <a:custGeom>
              <a:avLst/>
              <a:gdLst>
                <a:gd name="csX0" fmla="*/ 0 w 9554"/>
                <a:gd name="csY0" fmla="*/ 955 h 955"/>
                <a:gd name="csX1" fmla="*/ 2389 w 9554"/>
                <a:gd name="csY1" fmla="*/ 955 h 955"/>
                <a:gd name="csX2" fmla="*/ 8599 w 9554"/>
                <a:gd name="csY2" fmla="*/ 0 h 955"/>
                <a:gd name="csX3" fmla="*/ 9555 w 9554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4" h="955">
                  <a:moveTo>
                    <a:pt x="0" y="955"/>
                  </a:moveTo>
                  <a:lnTo>
                    <a:pt x="2389" y="955"/>
                  </a:lnTo>
                  <a:lnTo>
                    <a:pt x="8599" y="0"/>
                  </a:lnTo>
                  <a:lnTo>
                    <a:pt x="95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1" name="Freeform 4720">
              <a:extLst>
                <a:ext uri="{FF2B5EF4-FFF2-40B4-BE49-F238E27FC236}">
                  <a16:creationId xmlns:a16="http://schemas.microsoft.com/office/drawing/2014/main" id="{F9849A4E-D8D4-84FF-66A2-996504385159}"/>
                </a:ext>
              </a:extLst>
            </p:cNvPr>
            <p:cNvSpPr/>
            <p:nvPr/>
          </p:nvSpPr>
          <p:spPr>
            <a:xfrm>
              <a:off x="7378703" y="3872594"/>
              <a:ext cx="21975" cy="3344"/>
            </a:xfrm>
            <a:custGeom>
              <a:avLst/>
              <a:gdLst>
                <a:gd name="csX0" fmla="*/ 0 w 21975"/>
                <a:gd name="csY0" fmla="*/ 2866 h 3344"/>
                <a:gd name="csX1" fmla="*/ 4777 w 21975"/>
                <a:gd name="csY1" fmla="*/ 3344 h 3344"/>
                <a:gd name="csX2" fmla="*/ 5733 w 21975"/>
                <a:gd name="csY2" fmla="*/ 2866 h 3344"/>
                <a:gd name="csX3" fmla="*/ 8121 w 21975"/>
                <a:gd name="csY3" fmla="*/ 478 h 3344"/>
                <a:gd name="csX4" fmla="*/ 9077 w 21975"/>
                <a:gd name="csY4" fmla="*/ 0 h 3344"/>
                <a:gd name="csX5" fmla="*/ 10988 w 21975"/>
                <a:gd name="csY5" fmla="*/ 478 h 3344"/>
                <a:gd name="csX6" fmla="*/ 16721 w 21975"/>
                <a:gd name="csY6" fmla="*/ 478 h 3344"/>
                <a:gd name="csX7" fmla="*/ 21975 w 21975"/>
                <a:gd name="csY7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975" h="3344">
                  <a:moveTo>
                    <a:pt x="0" y="2866"/>
                  </a:moveTo>
                  <a:lnTo>
                    <a:pt x="4777" y="3344"/>
                  </a:lnTo>
                  <a:lnTo>
                    <a:pt x="5733" y="2866"/>
                  </a:lnTo>
                  <a:lnTo>
                    <a:pt x="8121" y="478"/>
                  </a:lnTo>
                  <a:lnTo>
                    <a:pt x="9077" y="0"/>
                  </a:lnTo>
                  <a:lnTo>
                    <a:pt x="10988" y="478"/>
                  </a:lnTo>
                  <a:lnTo>
                    <a:pt x="16721" y="478"/>
                  </a:lnTo>
                  <a:lnTo>
                    <a:pt x="21975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2" name="Freeform 4721">
              <a:extLst>
                <a:ext uri="{FF2B5EF4-FFF2-40B4-BE49-F238E27FC236}">
                  <a16:creationId xmlns:a16="http://schemas.microsoft.com/office/drawing/2014/main" id="{205FA087-8122-5F28-E5E5-D230CD3071FC}"/>
                </a:ext>
              </a:extLst>
            </p:cNvPr>
            <p:cNvSpPr/>
            <p:nvPr/>
          </p:nvSpPr>
          <p:spPr>
            <a:xfrm>
              <a:off x="7352905" y="3865428"/>
              <a:ext cx="2388" cy="955"/>
            </a:xfrm>
            <a:custGeom>
              <a:avLst/>
              <a:gdLst>
                <a:gd name="csX0" fmla="*/ 0 w 2388"/>
                <a:gd name="csY0" fmla="*/ 956 h 955"/>
                <a:gd name="csX1" fmla="*/ 1433 w 2388"/>
                <a:gd name="csY1" fmla="*/ 956 h 955"/>
                <a:gd name="csX2" fmla="*/ 1911 w 2388"/>
                <a:gd name="csY2" fmla="*/ 956 h 955"/>
                <a:gd name="csX3" fmla="*/ 2389 w 238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955">
                  <a:moveTo>
                    <a:pt x="0" y="956"/>
                  </a:moveTo>
                  <a:lnTo>
                    <a:pt x="1433" y="956"/>
                  </a:lnTo>
                  <a:lnTo>
                    <a:pt x="1911" y="956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3" name="Freeform 4722">
              <a:extLst>
                <a:ext uri="{FF2B5EF4-FFF2-40B4-BE49-F238E27FC236}">
                  <a16:creationId xmlns:a16="http://schemas.microsoft.com/office/drawing/2014/main" id="{1A2C013D-289D-E760-7D47-9C5B0782C948}"/>
                </a:ext>
              </a:extLst>
            </p:cNvPr>
            <p:cNvSpPr/>
            <p:nvPr/>
          </p:nvSpPr>
          <p:spPr>
            <a:xfrm>
              <a:off x="7345739" y="3866384"/>
              <a:ext cx="4299" cy="2866"/>
            </a:xfrm>
            <a:custGeom>
              <a:avLst/>
              <a:gdLst>
                <a:gd name="csX0" fmla="*/ 0 w 4299"/>
                <a:gd name="csY0" fmla="*/ 2866 h 2866"/>
                <a:gd name="csX1" fmla="*/ 3344 w 4299"/>
                <a:gd name="csY1" fmla="*/ 1433 h 2866"/>
                <a:gd name="csX2" fmla="*/ 4300 w 4299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9" h="2866">
                  <a:moveTo>
                    <a:pt x="0" y="2866"/>
                  </a:moveTo>
                  <a:lnTo>
                    <a:pt x="3344" y="1433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4" name="Freeform 4723">
              <a:extLst>
                <a:ext uri="{FF2B5EF4-FFF2-40B4-BE49-F238E27FC236}">
                  <a16:creationId xmlns:a16="http://schemas.microsoft.com/office/drawing/2014/main" id="{3380443D-D377-D632-BF41-1244D7911763}"/>
                </a:ext>
              </a:extLst>
            </p:cNvPr>
            <p:cNvSpPr/>
            <p:nvPr/>
          </p:nvSpPr>
          <p:spPr>
            <a:xfrm>
              <a:off x="7337618" y="3870206"/>
              <a:ext cx="5732" cy="15765"/>
            </a:xfrm>
            <a:custGeom>
              <a:avLst/>
              <a:gdLst>
                <a:gd name="csX0" fmla="*/ 0 w 5732"/>
                <a:gd name="csY0" fmla="*/ 14332 h 15765"/>
                <a:gd name="csX1" fmla="*/ 1911 w 5732"/>
                <a:gd name="csY1" fmla="*/ 15287 h 15765"/>
                <a:gd name="csX2" fmla="*/ 3344 w 5732"/>
                <a:gd name="csY2" fmla="*/ 15765 h 15765"/>
                <a:gd name="csX3" fmla="*/ 2389 w 5732"/>
                <a:gd name="csY3" fmla="*/ 10988 h 15765"/>
                <a:gd name="csX4" fmla="*/ 2866 w 5732"/>
                <a:gd name="csY4" fmla="*/ 8599 h 15765"/>
                <a:gd name="csX5" fmla="*/ 4777 w 5732"/>
                <a:gd name="csY5" fmla="*/ 956 h 15765"/>
                <a:gd name="csX6" fmla="*/ 5733 w 5732"/>
                <a:gd name="csY6" fmla="*/ 0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32" h="15765">
                  <a:moveTo>
                    <a:pt x="0" y="14332"/>
                  </a:moveTo>
                  <a:lnTo>
                    <a:pt x="1911" y="15287"/>
                  </a:lnTo>
                  <a:lnTo>
                    <a:pt x="3344" y="15765"/>
                  </a:lnTo>
                  <a:lnTo>
                    <a:pt x="2389" y="10988"/>
                  </a:lnTo>
                  <a:lnTo>
                    <a:pt x="2866" y="8599"/>
                  </a:lnTo>
                  <a:lnTo>
                    <a:pt x="4777" y="956"/>
                  </a:lnTo>
                  <a:lnTo>
                    <a:pt x="57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5" name="Freeform 4724">
              <a:extLst>
                <a:ext uri="{FF2B5EF4-FFF2-40B4-BE49-F238E27FC236}">
                  <a16:creationId xmlns:a16="http://schemas.microsoft.com/office/drawing/2014/main" id="{0E4A9E94-55F6-A4A8-3AA5-957F10809868}"/>
                </a:ext>
              </a:extLst>
            </p:cNvPr>
            <p:cNvSpPr/>
            <p:nvPr/>
          </p:nvSpPr>
          <p:spPr>
            <a:xfrm>
              <a:off x="7306088" y="3875461"/>
              <a:ext cx="10987" cy="1911"/>
            </a:xfrm>
            <a:custGeom>
              <a:avLst/>
              <a:gdLst>
                <a:gd name="csX0" fmla="*/ 0 w 10987"/>
                <a:gd name="csY0" fmla="*/ 478 h 1911"/>
                <a:gd name="csX1" fmla="*/ 955 w 10987"/>
                <a:gd name="csY1" fmla="*/ 0 h 1911"/>
                <a:gd name="csX2" fmla="*/ 1910 w 10987"/>
                <a:gd name="csY2" fmla="*/ 0 h 1911"/>
                <a:gd name="csX3" fmla="*/ 8599 w 10987"/>
                <a:gd name="csY3" fmla="*/ 1911 h 1911"/>
                <a:gd name="csX4" fmla="*/ 10987 w 10987"/>
                <a:gd name="csY4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87" h="1911">
                  <a:moveTo>
                    <a:pt x="0" y="478"/>
                  </a:moveTo>
                  <a:lnTo>
                    <a:pt x="955" y="0"/>
                  </a:lnTo>
                  <a:lnTo>
                    <a:pt x="1910" y="0"/>
                  </a:lnTo>
                  <a:lnTo>
                    <a:pt x="8599" y="1911"/>
                  </a:lnTo>
                  <a:lnTo>
                    <a:pt x="10987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6" name="Freeform 4725">
              <a:extLst>
                <a:ext uri="{FF2B5EF4-FFF2-40B4-BE49-F238E27FC236}">
                  <a16:creationId xmlns:a16="http://schemas.microsoft.com/office/drawing/2014/main" id="{663C0612-23CC-8116-2481-C9651D473AAE}"/>
                </a:ext>
              </a:extLst>
            </p:cNvPr>
            <p:cNvSpPr/>
            <p:nvPr/>
          </p:nvSpPr>
          <p:spPr>
            <a:xfrm>
              <a:off x="7297011" y="3875938"/>
              <a:ext cx="9076" cy="1910"/>
            </a:xfrm>
            <a:custGeom>
              <a:avLst/>
              <a:gdLst>
                <a:gd name="csX0" fmla="*/ 0 w 9076"/>
                <a:gd name="csY0" fmla="*/ 1911 h 1910"/>
                <a:gd name="csX1" fmla="*/ 3344 w 9076"/>
                <a:gd name="csY1" fmla="*/ 478 h 1910"/>
                <a:gd name="csX2" fmla="*/ 4777 w 9076"/>
                <a:gd name="csY2" fmla="*/ 956 h 1910"/>
                <a:gd name="csX3" fmla="*/ 6688 w 9076"/>
                <a:gd name="csY3" fmla="*/ 956 h 1910"/>
                <a:gd name="csX4" fmla="*/ 9077 w 9076"/>
                <a:gd name="csY4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76" h="1910">
                  <a:moveTo>
                    <a:pt x="0" y="1911"/>
                  </a:moveTo>
                  <a:lnTo>
                    <a:pt x="3344" y="478"/>
                  </a:lnTo>
                  <a:lnTo>
                    <a:pt x="4777" y="956"/>
                  </a:lnTo>
                  <a:lnTo>
                    <a:pt x="6688" y="956"/>
                  </a:lnTo>
                  <a:lnTo>
                    <a:pt x="90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7" name="Freeform 4726">
              <a:extLst>
                <a:ext uri="{FF2B5EF4-FFF2-40B4-BE49-F238E27FC236}">
                  <a16:creationId xmlns:a16="http://schemas.microsoft.com/office/drawing/2014/main" id="{A0975A9B-7777-1928-BAC6-83A4C53EDAAF}"/>
                </a:ext>
              </a:extLst>
            </p:cNvPr>
            <p:cNvSpPr/>
            <p:nvPr/>
          </p:nvSpPr>
          <p:spPr>
            <a:xfrm>
              <a:off x="7293666" y="3879283"/>
              <a:ext cx="1433" cy="2388"/>
            </a:xfrm>
            <a:custGeom>
              <a:avLst/>
              <a:gdLst>
                <a:gd name="csX0" fmla="*/ 0 w 1433"/>
                <a:gd name="csY0" fmla="*/ 2389 h 2388"/>
                <a:gd name="csX1" fmla="*/ 0 w 1433"/>
                <a:gd name="csY1" fmla="*/ 2389 h 2388"/>
                <a:gd name="csX2" fmla="*/ 1433 w 1433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2388">
                  <a:moveTo>
                    <a:pt x="0" y="2389"/>
                  </a:moveTo>
                  <a:lnTo>
                    <a:pt x="0" y="2389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8" name="Freeform 4727">
              <a:extLst>
                <a:ext uri="{FF2B5EF4-FFF2-40B4-BE49-F238E27FC236}">
                  <a16:creationId xmlns:a16="http://schemas.microsoft.com/office/drawing/2014/main" id="{0803657F-580F-7A86-6010-9BFDEA068957}"/>
                </a:ext>
              </a:extLst>
            </p:cNvPr>
            <p:cNvSpPr/>
            <p:nvPr/>
          </p:nvSpPr>
          <p:spPr>
            <a:xfrm>
              <a:off x="7289845" y="3882627"/>
              <a:ext cx="2388" cy="6210"/>
            </a:xfrm>
            <a:custGeom>
              <a:avLst/>
              <a:gdLst>
                <a:gd name="csX0" fmla="*/ 0 w 2388"/>
                <a:gd name="csY0" fmla="*/ 6211 h 6210"/>
                <a:gd name="csX1" fmla="*/ 0 w 2388"/>
                <a:gd name="csY1" fmla="*/ 4777 h 6210"/>
                <a:gd name="csX2" fmla="*/ 955 w 2388"/>
                <a:gd name="csY2" fmla="*/ 2867 h 6210"/>
                <a:gd name="csX3" fmla="*/ 1911 w 2388"/>
                <a:gd name="csY3" fmla="*/ 1911 h 6210"/>
                <a:gd name="csX4" fmla="*/ 2389 w 2388"/>
                <a:gd name="csY4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88" h="6210">
                  <a:moveTo>
                    <a:pt x="0" y="6211"/>
                  </a:moveTo>
                  <a:lnTo>
                    <a:pt x="0" y="4777"/>
                  </a:lnTo>
                  <a:lnTo>
                    <a:pt x="955" y="2867"/>
                  </a:lnTo>
                  <a:lnTo>
                    <a:pt x="1911" y="1911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9" name="Freeform 4728">
              <a:extLst>
                <a:ext uri="{FF2B5EF4-FFF2-40B4-BE49-F238E27FC236}">
                  <a16:creationId xmlns:a16="http://schemas.microsoft.com/office/drawing/2014/main" id="{33C3213D-22FB-F008-AA14-9CB9128E7E27}"/>
                </a:ext>
              </a:extLst>
            </p:cNvPr>
            <p:cNvSpPr/>
            <p:nvPr/>
          </p:nvSpPr>
          <p:spPr>
            <a:xfrm>
              <a:off x="7283157" y="3897914"/>
              <a:ext cx="4299" cy="1911"/>
            </a:xfrm>
            <a:custGeom>
              <a:avLst/>
              <a:gdLst>
                <a:gd name="csX0" fmla="*/ 0 w 4299"/>
                <a:gd name="csY0" fmla="*/ 1911 h 1911"/>
                <a:gd name="csX1" fmla="*/ 1433 w 4299"/>
                <a:gd name="csY1" fmla="*/ 956 h 1911"/>
                <a:gd name="csX2" fmla="*/ 3344 w 4299"/>
                <a:gd name="csY2" fmla="*/ 478 h 1911"/>
                <a:gd name="csX3" fmla="*/ 4300 w 4299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1911">
                  <a:moveTo>
                    <a:pt x="0" y="1911"/>
                  </a:moveTo>
                  <a:lnTo>
                    <a:pt x="1433" y="956"/>
                  </a:lnTo>
                  <a:lnTo>
                    <a:pt x="3344" y="478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0" name="Freeform 4729">
              <a:extLst>
                <a:ext uri="{FF2B5EF4-FFF2-40B4-BE49-F238E27FC236}">
                  <a16:creationId xmlns:a16="http://schemas.microsoft.com/office/drawing/2014/main" id="{4A672498-599D-E1BB-03B6-59659D1025BF}"/>
                </a:ext>
              </a:extLst>
            </p:cNvPr>
            <p:cNvSpPr/>
            <p:nvPr/>
          </p:nvSpPr>
          <p:spPr>
            <a:xfrm>
              <a:off x="7275513" y="3902691"/>
              <a:ext cx="5255" cy="3821"/>
            </a:xfrm>
            <a:custGeom>
              <a:avLst/>
              <a:gdLst>
                <a:gd name="csX0" fmla="*/ 0 w 5255"/>
                <a:gd name="csY0" fmla="*/ 3822 h 3821"/>
                <a:gd name="csX1" fmla="*/ 5255 w 5255"/>
                <a:gd name="csY1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5255" h="3821">
                  <a:moveTo>
                    <a:pt x="0" y="3822"/>
                  </a:move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1" name="Freeform 4730">
              <a:extLst>
                <a:ext uri="{FF2B5EF4-FFF2-40B4-BE49-F238E27FC236}">
                  <a16:creationId xmlns:a16="http://schemas.microsoft.com/office/drawing/2014/main" id="{349CA942-D30E-F7B6-5FBA-4A72BEE9D425}"/>
                </a:ext>
              </a:extLst>
            </p:cNvPr>
            <p:cNvSpPr/>
            <p:nvPr/>
          </p:nvSpPr>
          <p:spPr>
            <a:xfrm>
              <a:off x="7303699" y="3907946"/>
              <a:ext cx="477" cy="3343"/>
            </a:xfrm>
            <a:custGeom>
              <a:avLst/>
              <a:gdLst>
                <a:gd name="csX0" fmla="*/ 0 w 477"/>
                <a:gd name="csY0" fmla="*/ 0 h 3343"/>
                <a:gd name="csX1" fmla="*/ 478 w 477"/>
                <a:gd name="csY1" fmla="*/ 1433 h 3343"/>
                <a:gd name="csX2" fmla="*/ 0 w 477"/>
                <a:gd name="csY2" fmla="*/ 3344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3343">
                  <a:moveTo>
                    <a:pt x="0" y="0"/>
                  </a:moveTo>
                  <a:lnTo>
                    <a:pt x="478" y="1433"/>
                  </a:lnTo>
                  <a:lnTo>
                    <a:pt x="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2" name="Freeform 4731">
              <a:extLst>
                <a:ext uri="{FF2B5EF4-FFF2-40B4-BE49-F238E27FC236}">
                  <a16:creationId xmlns:a16="http://schemas.microsoft.com/office/drawing/2014/main" id="{34F25220-8FEE-5532-3618-85AD4DFAFE96}"/>
                </a:ext>
              </a:extLst>
            </p:cNvPr>
            <p:cNvSpPr/>
            <p:nvPr/>
          </p:nvSpPr>
          <p:spPr>
            <a:xfrm>
              <a:off x="7327108" y="3925145"/>
              <a:ext cx="6688" cy="3344"/>
            </a:xfrm>
            <a:custGeom>
              <a:avLst/>
              <a:gdLst>
                <a:gd name="csX0" fmla="*/ 0 w 6688"/>
                <a:gd name="csY0" fmla="*/ 3344 h 3344"/>
                <a:gd name="csX1" fmla="*/ 6688 w 6688"/>
                <a:gd name="csY1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688" h="3344">
                  <a:moveTo>
                    <a:pt x="0" y="3344"/>
                  </a:moveTo>
                  <a:lnTo>
                    <a:pt x="668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3" name="Freeform 4732">
              <a:extLst>
                <a:ext uri="{FF2B5EF4-FFF2-40B4-BE49-F238E27FC236}">
                  <a16:creationId xmlns:a16="http://schemas.microsoft.com/office/drawing/2014/main" id="{1B78EAE7-091E-36FC-477F-2A1E434DC8E9}"/>
                </a:ext>
              </a:extLst>
            </p:cNvPr>
            <p:cNvSpPr/>
            <p:nvPr/>
          </p:nvSpPr>
          <p:spPr>
            <a:xfrm>
              <a:off x="7322808" y="3930877"/>
              <a:ext cx="1910" cy="477"/>
            </a:xfrm>
            <a:custGeom>
              <a:avLst/>
              <a:gdLst>
                <a:gd name="csX0" fmla="*/ 0 w 1910"/>
                <a:gd name="csY0" fmla="*/ 478 h 477"/>
                <a:gd name="csX1" fmla="*/ 955 w 1910"/>
                <a:gd name="csY1" fmla="*/ 478 h 477"/>
                <a:gd name="csX2" fmla="*/ 1910 w 1910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0" h="477">
                  <a:moveTo>
                    <a:pt x="0" y="478"/>
                  </a:moveTo>
                  <a:lnTo>
                    <a:pt x="955" y="478"/>
                  </a:lnTo>
                  <a:lnTo>
                    <a:pt x="191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4" name="Freeform 4733">
              <a:extLst>
                <a:ext uri="{FF2B5EF4-FFF2-40B4-BE49-F238E27FC236}">
                  <a16:creationId xmlns:a16="http://schemas.microsoft.com/office/drawing/2014/main" id="{4BE51D4A-BA1F-F505-AA23-946432471F25}"/>
                </a:ext>
              </a:extLst>
            </p:cNvPr>
            <p:cNvSpPr/>
            <p:nvPr/>
          </p:nvSpPr>
          <p:spPr>
            <a:xfrm>
              <a:off x="7316120" y="3933266"/>
              <a:ext cx="2388" cy="955"/>
            </a:xfrm>
            <a:custGeom>
              <a:avLst/>
              <a:gdLst>
                <a:gd name="csX0" fmla="*/ 0 w 2388"/>
                <a:gd name="csY0" fmla="*/ 0 h 955"/>
                <a:gd name="csX1" fmla="*/ 478 w 2388"/>
                <a:gd name="csY1" fmla="*/ 478 h 955"/>
                <a:gd name="csX2" fmla="*/ 2389 w 2388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955">
                  <a:moveTo>
                    <a:pt x="0" y="0"/>
                  </a:moveTo>
                  <a:lnTo>
                    <a:pt x="478" y="478"/>
                  </a:lnTo>
                  <a:lnTo>
                    <a:pt x="2389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5" name="Freeform 4734">
              <a:extLst>
                <a:ext uri="{FF2B5EF4-FFF2-40B4-BE49-F238E27FC236}">
                  <a16:creationId xmlns:a16="http://schemas.microsoft.com/office/drawing/2014/main" id="{B353E062-D4F8-3CE5-8329-433903C19C30}"/>
                </a:ext>
              </a:extLst>
            </p:cNvPr>
            <p:cNvSpPr/>
            <p:nvPr/>
          </p:nvSpPr>
          <p:spPr>
            <a:xfrm>
              <a:off x="7308477" y="3937565"/>
              <a:ext cx="2388" cy="955"/>
            </a:xfrm>
            <a:custGeom>
              <a:avLst/>
              <a:gdLst>
                <a:gd name="csX0" fmla="*/ 0 w 2388"/>
                <a:gd name="csY0" fmla="*/ 956 h 955"/>
                <a:gd name="csX1" fmla="*/ 1433 w 2388"/>
                <a:gd name="csY1" fmla="*/ 478 h 955"/>
                <a:gd name="csX2" fmla="*/ 2389 w 2388"/>
                <a:gd name="csY2" fmla="*/ 0 h 955"/>
                <a:gd name="csX3" fmla="*/ 2389 w 2388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955">
                  <a:moveTo>
                    <a:pt x="0" y="956"/>
                  </a:moveTo>
                  <a:lnTo>
                    <a:pt x="1433" y="478"/>
                  </a:lnTo>
                  <a:lnTo>
                    <a:pt x="2389" y="0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6" name="Freeform 4735">
              <a:extLst>
                <a:ext uri="{FF2B5EF4-FFF2-40B4-BE49-F238E27FC236}">
                  <a16:creationId xmlns:a16="http://schemas.microsoft.com/office/drawing/2014/main" id="{D4EDFE66-5D92-49BE-ABDB-1D5CC0521DFE}"/>
                </a:ext>
              </a:extLst>
            </p:cNvPr>
            <p:cNvSpPr/>
            <p:nvPr/>
          </p:nvSpPr>
          <p:spPr>
            <a:xfrm>
              <a:off x="7284112" y="3941865"/>
              <a:ext cx="477" cy="1910"/>
            </a:xfrm>
            <a:custGeom>
              <a:avLst/>
              <a:gdLst>
                <a:gd name="csX0" fmla="*/ 0 w 477"/>
                <a:gd name="csY0" fmla="*/ 1911 h 1910"/>
                <a:gd name="csX1" fmla="*/ 478 w 477"/>
                <a:gd name="csY1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910">
                  <a:moveTo>
                    <a:pt x="0" y="1911"/>
                  </a:move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7" name="Freeform 4736">
              <a:extLst>
                <a:ext uri="{FF2B5EF4-FFF2-40B4-BE49-F238E27FC236}">
                  <a16:creationId xmlns:a16="http://schemas.microsoft.com/office/drawing/2014/main" id="{00AA69D4-FB2B-F56B-58EE-E423CDD47B89}"/>
                </a:ext>
              </a:extLst>
            </p:cNvPr>
            <p:cNvSpPr/>
            <p:nvPr/>
          </p:nvSpPr>
          <p:spPr>
            <a:xfrm>
              <a:off x="7271213" y="3938999"/>
              <a:ext cx="6210" cy="2388"/>
            </a:xfrm>
            <a:custGeom>
              <a:avLst/>
              <a:gdLst>
                <a:gd name="csX0" fmla="*/ 0 w 6210"/>
                <a:gd name="csY0" fmla="*/ 0 h 2388"/>
                <a:gd name="csX1" fmla="*/ 2389 w 6210"/>
                <a:gd name="csY1" fmla="*/ 955 h 2388"/>
                <a:gd name="csX2" fmla="*/ 6211 w 6210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10" h="2388">
                  <a:moveTo>
                    <a:pt x="0" y="0"/>
                  </a:moveTo>
                  <a:lnTo>
                    <a:pt x="2389" y="955"/>
                  </a:lnTo>
                  <a:lnTo>
                    <a:pt x="6211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8" name="Freeform 4737">
              <a:extLst>
                <a:ext uri="{FF2B5EF4-FFF2-40B4-BE49-F238E27FC236}">
                  <a16:creationId xmlns:a16="http://schemas.microsoft.com/office/drawing/2014/main" id="{AB96B5B1-A51F-CEA9-3AE7-607604692A79}"/>
                </a:ext>
              </a:extLst>
            </p:cNvPr>
            <p:cNvSpPr/>
            <p:nvPr/>
          </p:nvSpPr>
          <p:spPr>
            <a:xfrm>
              <a:off x="7258315" y="3944731"/>
              <a:ext cx="2388" cy="1433"/>
            </a:xfrm>
            <a:custGeom>
              <a:avLst/>
              <a:gdLst>
                <a:gd name="csX0" fmla="*/ 0 w 2388"/>
                <a:gd name="csY0" fmla="*/ 0 h 1433"/>
                <a:gd name="csX1" fmla="*/ 955 w 2388"/>
                <a:gd name="csY1" fmla="*/ 478 h 1433"/>
                <a:gd name="csX2" fmla="*/ 2389 w 2388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1433">
                  <a:moveTo>
                    <a:pt x="0" y="0"/>
                  </a:moveTo>
                  <a:lnTo>
                    <a:pt x="955" y="478"/>
                  </a:lnTo>
                  <a:lnTo>
                    <a:pt x="2389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9" name="Freeform 4738">
              <a:extLst>
                <a:ext uri="{FF2B5EF4-FFF2-40B4-BE49-F238E27FC236}">
                  <a16:creationId xmlns:a16="http://schemas.microsoft.com/office/drawing/2014/main" id="{E73ED64B-B9E2-E9E8-925B-6E627E72AF89}"/>
                </a:ext>
              </a:extLst>
            </p:cNvPr>
            <p:cNvSpPr/>
            <p:nvPr/>
          </p:nvSpPr>
          <p:spPr>
            <a:xfrm>
              <a:off x="7343828" y="3891226"/>
              <a:ext cx="131375" cy="65448"/>
            </a:xfrm>
            <a:custGeom>
              <a:avLst/>
              <a:gdLst>
                <a:gd name="csX0" fmla="*/ 130420 w 131375"/>
                <a:gd name="csY0" fmla="*/ 0 h 65448"/>
                <a:gd name="csX1" fmla="*/ 130898 w 131375"/>
                <a:gd name="csY1" fmla="*/ 1433 h 65448"/>
                <a:gd name="csX2" fmla="*/ 131376 w 131375"/>
                <a:gd name="csY2" fmla="*/ 3344 h 65448"/>
                <a:gd name="csX3" fmla="*/ 130898 w 131375"/>
                <a:gd name="csY3" fmla="*/ 3344 h 65448"/>
                <a:gd name="csX4" fmla="*/ 130898 w 131375"/>
                <a:gd name="csY4" fmla="*/ 3822 h 65448"/>
                <a:gd name="csX5" fmla="*/ 124688 w 131375"/>
                <a:gd name="csY5" fmla="*/ 4299 h 65448"/>
                <a:gd name="csX6" fmla="*/ 123254 w 131375"/>
                <a:gd name="csY6" fmla="*/ 4777 h 65448"/>
                <a:gd name="csX7" fmla="*/ 121821 w 131375"/>
                <a:gd name="csY7" fmla="*/ 7166 h 65448"/>
                <a:gd name="csX8" fmla="*/ 116566 w 131375"/>
                <a:gd name="csY8" fmla="*/ 9077 h 65448"/>
                <a:gd name="csX9" fmla="*/ 113700 w 131375"/>
                <a:gd name="csY9" fmla="*/ 10032 h 65448"/>
                <a:gd name="csX10" fmla="*/ 112266 w 131375"/>
                <a:gd name="csY10" fmla="*/ 10032 h 65448"/>
                <a:gd name="csX11" fmla="*/ 112266 w 131375"/>
                <a:gd name="csY11" fmla="*/ 10032 h 65448"/>
                <a:gd name="csX12" fmla="*/ 109400 w 131375"/>
                <a:gd name="csY12" fmla="*/ 11465 h 65448"/>
                <a:gd name="csX13" fmla="*/ 101279 w 131375"/>
                <a:gd name="csY13" fmla="*/ 15287 h 65448"/>
                <a:gd name="csX14" fmla="*/ 98890 w 131375"/>
                <a:gd name="csY14" fmla="*/ 16721 h 65448"/>
                <a:gd name="csX15" fmla="*/ 97457 w 131375"/>
                <a:gd name="csY15" fmla="*/ 17676 h 65448"/>
                <a:gd name="csX16" fmla="*/ 95546 w 131375"/>
                <a:gd name="csY16" fmla="*/ 18631 h 65448"/>
                <a:gd name="csX17" fmla="*/ 95068 w 131375"/>
                <a:gd name="csY17" fmla="*/ 19109 h 65448"/>
                <a:gd name="csX18" fmla="*/ 94113 w 131375"/>
                <a:gd name="csY18" fmla="*/ 20064 h 65448"/>
                <a:gd name="csX19" fmla="*/ 94113 w 131375"/>
                <a:gd name="csY19" fmla="*/ 20064 h 65448"/>
                <a:gd name="csX20" fmla="*/ 93635 w 131375"/>
                <a:gd name="csY20" fmla="*/ 21020 h 65448"/>
                <a:gd name="csX21" fmla="*/ 93635 w 131375"/>
                <a:gd name="csY21" fmla="*/ 21975 h 65448"/>
                <a:gd name="csX22" fmla="*/ 89336 w 131375"/>
                <a:gd name="csY22" fmla="*/ 26753 h 65448"/>
                <a:gd name="csX23" fmla="*/ 85991 w 131375"/>
                <a:gd name="csY23" fmla="*/ 27708 h 65448"/>
                <a:gd name="csX24" fmla="*/ 83125 w 131375"/>
                <a:gd name="csY24" fmla="*/ 27708 h 65448"/>
                <a:gd name="csX25" fmla="*/ 81214 w 131375"/>
                <a:gd name="csY25" fmla="*/ 28186 h 65448"/>
                <a:gd name="csX26" fmla="*/ 78348 w 131375"/>
                <a:gd name="csY26" fmla="*/ 29141 h 65448"/>
                <a:gd name="csX27" fmla="*/ 72615 w 131375"/>
                <a:gd name="csY27" fmla="*/ 28664 h 65448"/>
                <a:gd name="csX28" fmla="*/ 70704 w 131375"/>
                <a:gd name="csY28" fmla="*/ 28664 h 65448"/>
                <a:gd name="csX29" fmla="*/ 66882 w 131375"/>
                <a:gd name="csY29" fmla="*/ 27708 h 65448"/>
                <a:gd name="csX30" fmla="*/ 64972 w 131375"/>
                <a:gd name="csY30" fmla="*/ 28186 h 65448"/>
                <a:gd name="csX31" fmla="*/ 63538 w 131375"/>
                <a:gd name="csY31" fmla="*/ 29141 h 65448"/>
                <a:gd name="csX32" fmla="*/ 61150 w 131375"/>
                <a:gd name="csY32" fmla="*/ 32963 h 65448"/>
                <a:gd name="csX33" fmla="*/ 61150 w 131375"/>
                <a:gd name="csY33" fmla="*/ 32963 h 65448"/>
                <a:gd name="csX34" fmla="*/ 60194 w 131375"/>
                <a:gd name="csY34" fmla="*/ 33919 h 65448"/>
                <a:gd name="csX35" fmla="*/ 59716 w 131375"/>
                <a:gd name="csY35" fmla="*/ 34874 h 65448"/>
                <a:gd name="csX36" fmla="*/ 59239 w 131375"/>
                <a:gd name="csY36" fmla="*/ 36785 h 65448"/>
                <a:gd name="csX37" fmla="*/ 58761 w 131375"/>
                <a:gd name="csY37" fmla="*/ 38696 h 65448"/>
                <a:gd name="csX38" fmla="*/ 57328 w 131375"/>
                <a:gd name="csY38" fmla="*/ 40607 h 65448"/>
                <a:gd name="csX39" fmla="*/ 56372 w 131375"/>
                <a:gd name="csY39" fmla="*/ 42040 h 65448"/>
                <a:gd name="csX40" fmla="*/ 54939 w 131375"/>
                <a:gd name="csY40" fmla="*/ 43473 h 65448"/>
                <a:gd name="csX41" fmla="*/ 53506 w 131375"/>
                <a:gd name="csY41" fmla="*/ 44429 h 65448"/>
                <a:gd name="csX42" fmla="*/ 52073 w 131375"/>
                <a:gd name="csY42" fmla="*/ 42518 h 65448"/>
                <a:gd name="csX43" fmla="*/ 52073 w 131375"/>
                <a:gd name="csY43" fmla="*/ 42518 h 65448"/>
                <a:gd name="csX44" fmla="*/ 51595 w 131375"/>
                <a:gd name="csY44" fmla="*/ 42996 h 65448"/>
                <a:gd name="csX45" fmla="*/ 51117 w 131375"/>
                <a:gd name="csY45" fmla="*/ 42996 h 65448"/>
                <a:gd name="csX46" fmla="*/ 50640 w 131375"/>
                <a:gd name="csY46" fmla="*/ 43473 h 65448"/>
                <a:gd name="csX47" fmla="*/ 50162 w 131375"/>
                <a:gd name="csY47" fmla="*/ 43473 h 65448"/>
                <a:gd name="csX48" fmla="*/ 48251 w 131375"/>
                <a:gd name="csY48" fmla="*/ 43473 h 65448"/>
                <a:gd name="csX49" fmla="*/ 47295 w 131375"/>
                <a:gd name="csY49" fmla="*/ 43951 h 65448"/>
                <a:gd name="csX50" fmla="*/ 47295 w 131375"/>
                <a:gd name="csY50" fmla="*/ 43951 h 65448"/>
                <a:gd name="csX51" fmla="*/ 44429 w 131375"/>
                <a:gd name="csY51" fmla="*/ 45384 h 65448"/>
                <a:gd name="csX52" fmla="*/ 40607 w 131375"/>
                <a:gd name="csY52" fmla="*/ 45384 h 65448"/>
                <a:gd name="csX53" fmla="*/ 40129 w 131375"/>
                <a:gd name="csY53" fmla="*/ 44906 h 65448"/>
                <a:gd name="csX54" fmla="*/ 39652 w 131375"/>
                <a:gd name="csY54" fmla="*/ 40129 h 65448"/>
                <a:gd name="csX55" fmla="*/ 38697 w 131375"/>
                <a:gd name="csY55" fmla="*/ 38218 h 65448"/>
                <a:gd name="csX56" fmla="*/ 38697 w 131375"/>
                <a:gd name="csY56" fmla="*/ 38218 h 65448"/>
                <a:gd name="csX57" fmla="*/ 38218 w 131375"/>
                <a:gd name="csY57" fmla="*/ 37740 h 65448"/>
                <a:gd name="csX58" fmla="*/ 37741 w 131375"/>
                <a:gd name="csY58" fmla="*/ 37740 h 65448"/>
                <a:gd name="csX59" fmla="*/ 35352 w 131375"/>
                <a:gd name="csY59" fmla="*/ 39174 h 65448"/>
                <a:gd name="csX60" fmla="*/ 32008 w 131375"/>
                <a:gd name="csY60" fmla="*/ 41085 h 65448"/>
                <a:gd name="csX61" fmla="*/ 30097 w 131375"/>
                <a:gd name="csY61" fmla="*/ 41562 h 65448"/>
                <a:gd name="csX62" fmla="*/ 29620 w 131375"/>
                <a:gd name="csY62" fmla="*/ 42040 h 65448"/>
                <a:gd name="csX63" fmla="*/ 27231 w 131375"/>
                <a:gd name="csY63" fmla="*/ 42040 h 65448"/>
                <a:gd name="csX64" fmla="*/ 24365 w 131375"/>
                <a:gd name="csY64" fmla="*/ 41085 h 65448"/>
                <a:gd name="csX65" fmla="*/ 24365 w 131375"/>
                <a:gd name="csY65" fmla="*/ 41085 h 65448"/>
                <a:gd name="csX66" fmla="*/ 23886 w 131375"/>
                <a:gd name="csY66" fmla="*/ 41085 h 65448"/>
                <a:gd name="csX67" fmla="*/ 23886 w 131375"/>
                <a:gd name="csY67" fmla="*/ 41085 h 65448"/>
                <a:gd name="csX68" fmla="*/ 23409 w 131375"/>
                <a:gd name="csY68" fmla="*/ 41562 h 65448"/>
                <a:gd name="csX69" fmla="*/ 23409 w 131375"/>
                <a:gd name="csY69" fmla="*/ 42518 h 65448"/>
                <a:gd name="csX70" fmla="*/ 24365 w 131375"/>
                <a:gd name="csY70" fmla="*/ 44429 h 65448"/>
                <a:gd name="csX71" fmla="*/ 23886 w 131375"/>
                <a:gd name="csY71" fmla="*/ 44906 h 65448"/>
                <a:gd name="csX72" fmla="*/ 23886 w 131375"/>
                <a:gd name="csY72" fmla="*/ 44906 h 65448"/>
                <a:gd name="csX73" fmla="*/ 22454 w 131375"/>
                <a:gd name="csY73" fmla="*/ 44906 h 65448"/>
                <a:gd name="csX74" fmla="*/ 21020 w 131375"/>
                <a:gd name="csY74" fmla="*/ 45384 h 65448"/>
                <a:gd name="csX75" fmla="*/ 19587 w 131375"/>
                <a:gd name="csY75" fmla="*/ 46340 h 65448"/>
                <a:gd name="csX76" fmla="*/ 19587 w 131375"/>
                <a:gd name="csY76" fmla="*/ 46340 h 65448"/>
                <a:gd name="csX77" fmla="*/ 15765 w 131375"/>
                <a:gd name="csY77" fmla="*/ 49206 h 65448"/>
                <a:gd name="csX78" fmla="*/ 12421 w 131375"/>
                <a:gd name="csY78" fmla="*/ 50639 h 65448"/>
                <a:gd name="csX79" fmla="*/ 9555 w 131375"/>
                <a:gd name="csY79" fmla="*/ 50639 h 65448"/>
                <a:gd name="csX80" fmla="*/ 9077 w 131375"/>
                <a:gd name="csY80" fmla="*/ 51117 h 65448"/>
                <a:gd name="csX81" fmla="*/ 7644 w 131375"/>
                <a:gd name="csY81" fmla="*/ 51117 h 65448"/>
                <a:gd name="csX82" fmla="*/ 7166 w 131375"/>
                <a:gd name="csY82" fmla="*/ 51595 h 65448"/>
                <a:gd name="csX83" fmla="*/ 6211 w 131375"/>
                <a:gd name="csY83" fmla="*/ 53028 h 65448"/>
                <a:gd name="csX84" fmla="*/ 5255 w 131375"/>
                <a:gd name="csY84" fmla="*/ 55417 h 65448"/>
                <a:gd name="csX85" fmla="*/ 4777 w 131375"/>
                <a:gd name="csY85" fmla="*/ 56850 h 65448"/>
                <a:gd name="csX86" fmla="*/ 4300 w 131375"/>
                <a:gd name="csY86" fmla="*/ 57328 h 65448"/>
                <a:gd name="csX87" fmla="*/ 4300 w 131375"/>
                <a:gd name="csY87" fmla="*/ 58283 h 65448"/>
                <a:gd name="csX88" fmla="*/ 5255 w 131375"/>
                <a:gd name="csY88" fmla="*/ 59238 h 65448"/>
                <a:gd name="csX89" fmla="*/ 5733 w 131375"/>
                <a:gd name="csY89" fmla="*/ 62105 h 65448"/>
                <a:gd name="csX90" fmla="*/ 5733 w 131375"/>
                <a:gd name="csY90" fmla="*/ 62582 h 65448"/>
                <a:gd name="csX91" fmla="*/ 4777 w 131375"/>
                <a:gd name="csY91" fmla="*/ 63538 h 65448"/>
                <a:gd name="csX92" fmla="*/ 3822 w 131375"/>
                <a:gd name="csY92" fmla="*/ 64493 h 65448"/>
                <a:gd name="csX93" fmla="*/ 2389 w 131375"/>
                <a:gd name="csY93" fmla="*/ 64971 h 65448"/>
                <a:gd name="csX94" fmla="*/ 1911 w 131375"/>
                <a:gd name="csY94" fmla="*/ 65449 h 65448"/>
                <a:gd name="csX95" fmla="*/ 1433 w 131375"/>
                <a:gd name="csY95" fmla="*/ 65449 h 65448"/>
                <a:gd name="csX96" fmla="*/ 0 w 131375"/>
                <a:gd name="csY96" fmla="*/ 65449 h 65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</a:cxnLst>
              <a:rect l="l" t="t" r="r" b="b"/>
              <a:pathLst>
                <a:path w="131375" h="65448">
                  <a:moveTo>
                    <a:pt x="130420" y="0"/>
                  </a:moveTo>
                  <a:lnTo>
                    <a:pt x="130898" y="1433"/>
                  </a:lnTo>
                  <a:lnTo>
                    <a:pt x="131376" y="3344"/>
                  </a:lnTo>
                  <a:lnTo>
                    <a:pt x="130898" y="3344"/>
                  </a:lnTo>
                  <a:lnTo>
                    <a:pt x="130898" y="3822"/>
                  </a:lnTo>
                  <a:lnTo>
                    <a:pt x="124688" y="4299"/>
                  </a:lnTo>
                  <a:lnTo>
                    <a:pt x="123254" y="4777"/>
                  </a:lnTo>
                  <a:lnTo>
                    <a:pt x="121821" y="7166"/>
                  </a:lnTo>
                  <a:lnTo>
                    <a:pt x="116566" y="9077"/>
                  </a:lnTo>
                  <a:lnTo>
                    <a:pt x="113700" y="10032"/>
                  </a:lnTo>
                  <a:lnTo>
                    <a:pt x="112266" y="10032"/>
                  </a:lnTo>
                  <a:lnTo>
                    <a:pt x="112266" y="10032"/>
                  </a:lnTo>
                  <a:lnTo>
                    <a:pt x="109400" y="11465"/>
                  </a:lnTo>
                  <a:lnTo>
                    <a:pt x="101279" y="15287"/>
                  </a:lnTo>
                  <a:lnTo>
                    <a:pt x="98890" y="16721"/>
                  </a:lnTo>
                  <a:lnTo>
                    <a:pt x="97457" y="17676"/>
                  </a:lnTo>
                  <a:lnTo>
                    <a:pt x="95546" y="18631"/>
                  </a:lnTo>
                  <a:lnTo>
                    <a:pt x="95068" y="19109"/>
                  </a:lnTo>
                  <a:lnTo>
                    <a:pt x="94113" y="20064"/>
                  </a:lnTo>
                  <a:lnTo>
                    <a:pt x="94113" y="20064"/>
                  </a:lnTo>
                  <a:lnTo>
                    <a:pt x="93635" y="21020"/>
                  </a:lnTo>
                  <a:lnTo>
                    <a:pt x="93635" y="21975"/>
                  </a:lnTo>
                  <a:lnTo>
                    <a:pt x="89336" y="26753"/>
                  </a:lnTo>
                  <a:lnTo>
                    <a:pt x="85991" y="27708"/>
                  </a:lnTo>
                  <a:lnTo>
                    <a:pt x="83125" y="27708"/>
                  </a:lnTo>
                  <a:lnTo>
                    <a:pt x="81214" y="28186"/>
                  </a:lnTo>
                  <a:lnTo>
                    <a:pt x="78348" y="29141"/>
                  </a:lnTo>
                  <a:lnTo>
                    <a:pt x="72615" y="28664"/>
                  </a:lnTo>
                  <a:lnTo>
                    <a:pt x="70704" y="28664"/>
                  </a:lnTo>
                  <a:lnTo>
                    <a:pt x="66882" y="27708"/>
                  </a:lnTo>
                  <a:lnTo>
                    <a:pt x="64972" y="28186"/>
                  </a:lnTo>
                  <a:lnTo>
                    <a:pt x="63538" y="29141"/>
                  </a:lnTo>
                  <a:lnTo>
                    <a:pt x="61150" y="32963"/>
                  </a:lnTo>
                  <a:lnTo>
                    <a:pt x="61150" y="32963"/>
                  </a:lnTo>
                  <a:lnTo>
                    <a:pt x="60194" y="33919"/>
                  </a:lnTo>
                  <a:lnTo>
                    <a:pt x="59716" y="34874"/>
                  </a:lnTo>
                  <a:lnTo>
                    <a:pt x="59239" y="36785"/>
                  </a:lnTo>
                  <a:lnTo>
                    <a:pt x="58761" y="38696"/>
                  </a:lnTo>
                  <a:lnTo>
                    <a:pt x="57328" y="40607"/>
                  </a:lnTo>
                  <a:lnTo>
                    <a:pt x="56372" y="42040"/>
                  </a:lnTo>
                  <a:lnTo>
                    <a:pt x="54939" y="43473"/>
                  </a:lnTo>
                  <a:lnTo>
                    <a:pt x="53506" y="44429"/>
                  </a:lnTo>
                  <a:lnTo>
                    <a:pt x="52073" y="42518"/>
                  </a:lnTo>
                  <a:lnTo>
                    <a:pt x="52073" y="42518"/>
                  </a:lnTo>
                  <a:lnTo>
                    <a:pt x="51595" y="42996"/>
                  </a:lnTo>
                  <a:lnTo>
                    <a:pt x="51117" y="42996"/>
                  </a:lnTo>
                  <a:lnTo>
                    <a:pt x="50640" y="43473"/>
                  </a:lnTo>
                  <a:lnTo>
                    <a:pt x="50162" y="43473"/>
                  </a:lnTo>
                  <a:lnTo>
                    <a:pt x="48251" y="43473"/>
                  </a:lnTo>
                  <a:lnTo>
                    <a:pt x="47295" y="43951"/>
                  </a:lnTo>
                  <a:lnTo>
                    <a:pt x="47295" y="43951"/>
                  </a:lnTo>
                  <a:lnTo>
                    <a:pt x="44429" y="45384"/>
                  </a:lnTo>
                  <a:lnTo>
                    <a:pt x="40607" y="45384"/>
                  </a:lnTo>
                  <a:lnTo>
                    <a:pt x="40129" y="44906"/>
                  </a:lnTo>
                  <a:lnTo>
                    <a:pt x="39652" y="40129"/>
                  </a:lnTo>
                  <a:lnTo>
                    <a:pt x="38697" y="38218"/>
                  </a:lnTo>
                  <a:lnTo>
                    <a:pt x="38697" y="38218"/>
                  </a:lnTo>
                  <a:lnTo>
                    <a:pt x="38218" y="37740"/>
                  </a:lnTo>
                  <a:lnTo>
                    <a:pt x="37741" y="37740"/>
                  </a:lnTo>
                  <a:lnTo>
                    <a:pt x="35352" y="39174"/>
                  </a:lnTo>
                  <a:lnTo>
                    <a:pt x="32008" y="41085"/>
                  </a:lnTo>
                  <a:lnTo>
                    <a:pt x="30097" y="41562"/>
                  </a:lnTo>
                  <a:lnTo>
                    <a:pt x="29620" y="42040"/>
                  </a:lnTo>
                  <a:lnTo>
                    <a:pt x="27231" y="42040"/>
                  </a:lnTo>
                  <a:lnTo>
                    <a:pt x="24365" y="41085"/>
                  </a:lnTo>
                  <a:lnTo>
                    <a:pt x="24365" y="41085"/>
                  </a:lnTo>
                  <a:lnTo>
                    <a:pt x="23886" y="41085"/>
                  </a:lnTo>
                  <a:lnTo>
                    <a:pt x="23886" y="41085"/>
                  </a:lnTo>
                  <a:lnTo>
                    <a:pt x="23409" y="41562"/>
                  </a:lnTo>
                  <a:lnTo>
                    <a:pt x="23409" y="42518"/>
                  </a:lnTo>
                  <a:lnTo>
                    <a:pt x="24365" y="44429"/>
                  </a:lnTo>
                  <a:lnTo>
                    <a:pt x="23886" y="44906"/>
                  </a:lnTo>
                  <a:lnTo>
                    <a:pt x="23886" y="44906"/>
                  </a:lnTo>
                  <a:lnTo>
                    <a:pt x="22454" y="44906"/>
                  </a:lnTo>
                  <a:lnTo>
                    <a:pt x="21020" y="45384"/>
                  </a:lnTo>
                  <a:lnTo>
                    <a:pt x="19587" y="46340"/>
                  </a:lnTo>
                  <a:lnTo>
                    <a:pt x="19587" y="46340"/>
                  </a:lnTo>
                  <a:lnTo>
                    <a:pt x="15765" y="49206"/>
                  </a:lnTo>
                  <a:lnTo>
                    <a:pt x="12421" y="50639"/>
                  </a:lnTo>
                  <a:lnTo>
                    <a:pt x="9555" y="50639"/>
                  </a:lnTo>
                  <a:lnTo>
                    <a:pt x="9077" y="51117"/>
                  </a:lnTo>
                  <a:lnTo>
                    <a:pt x="7644" y="51117"/>
                  </a:lnTo>
                  <a:lnTo>
                    <a:pt x="7166" y="51595"/>
                  </a:lnTo>
                  <a:lnTo>
                    <a:pt x="6211" y="53028"/>
                  </a:lnTo>
                  <a:lnTo>
                    <a:pt x="5255" y="55417"/>
                  </a:lnTo>
                  <a:lnTo>
                    <a:pt x="4777" y="56850"/>
                  </a:lnTo>
                  <a:lnTo>
                    <a:pt x="4300" y="57328"/>
                  </a:lnTo>
                  <a:lnTo>
                    <a:pt x="4300" y="58283"/>
                  </a:lnTo>
                  <a:lnTo>
                    <a:pt x="5255" y="59238"/>
                  </a:lnTo>
                  <a:lnTo>
                    <a:pt x="5733" y="62105"/>
                  </a:lnTo>
                  <a:lnTo>
                    <a:pt x="5733" y="62582"/>
                  </a:lnTo>
                  <a:lnTo>
                    <a:pt x="4777" y="63538"/>
                  </a:lnTo>
                  <a:lnTo>
                    <a:pt x="3822" y="64493"/>
                  </a:lnTo>
                  <a:lnTo>
                    <a:pt x="2389" y="64971"/>
                  </a:lnTo>
                  <a:lnTo>
                    <a:pt x="1911" y="65449"/>
                  </a:lnTo>
                  <a:lnTo>
                    <a:pt x="1433" y="65449"/>
                  </a:lnTo>
                  <a:lnTo>
                    <a:pt x="0" y="6544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0" name="Freeform 4739">
              <a:extLst>
                <a:ext uri="{FF2B5EF4-FFF2-40B4-BE49-F238E27FC236}">
                  <a16:creationId xmlns:a16="http://schemas.microsoft.com/office/drawing/2014/main" id="{270A8A67-D2E2-5940-06C5-E6AEE1982F38}"/>
                </a:ext>
              </a:extLst>
            </p:cNvPr>
            <p:cNvSpPr/>
            <p:nvPr/>
          </p:nvSpPr>
          <p:spPr>
            <a:xfrm>
              <a:off x="7290800" y="3940910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478 w 477"/>
                <a:gd name="csY1" fmla="*/ 0 h 955"/>
                <a:gd name="csX2" fmla="*/ 0 w 477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478" y="0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1" name="Freeform 4740">
              <a:extLst>
                <a:ext uri="{FF2B5EF4-FFF2-40B4-BE49-F238E27FC236}">
                  <a16:creationId xmlns:a16="http://schemas.microsoft.com/office/drawing/2014/main" id="{931D13DA-F0E5-7479-3240-49C5689B0E15}"/>
                </a:ext>
              </a:extLst>
            </p:cNvPr>
            <p:cNvSpPr/>
            <p:nvPr/>
          </p:nvSpPr>
          <p:spPr>
            <a:xfrm>
              <a:off x="7293189" y="3941865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0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2" name="Freeform 4741">
              <a:extLst>
                <a:ext uri="{FF2B5EF4-FFF2-40B4-BE49-F238E27FC236}">
                  <a16:creationId xmlns:a16="http://schemas.microsoft.com/office/drawing/2014/main" id="{75948D3F-A046-2F3D-77A0-83D7B61B2AD9}"/>
                </a:ext>
              </a:extLst>
            </p:cNvPr>
            <p:cNvSpPr/>
            <p:nvPr/>
          </p:nvSpPr>
          <p:spPr>
            <a:xfrm>
              <a:off x="7306565" y="3945209"/>
              <a:ext cx="477" cy="955"/>
            </a:xfrm>
            <a:custGeom>
              <a:avLst/>
              <a:gdLst>
                <a:gd name="csX0" fmla="*/ 0 w 477"/>
                <a:gd name="csY0" fmla="*/ 956 h 955"/>
                <a:gd name="csX1" fmla="*/ 0 w 477"/>
                <a:gd name="csY1" fmla="*/ 956 h 955"/>
                <a:gd name="csX2" fmla="*/ 478 w 4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0" y="956"/>
                  </a:moveTo>
                  <a:lnTo>
                    <a:pt x="0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3" name="Freeform 4742">
              <a:extLst>
                <a:ext uri="{FF2B5EF4-FFF2-40B4-BE49-F238E27FC236}">
                  <a16:creationId xmlns:a16="http://schemas.microsoft.com/office/drawing/2014/main" id="{E8664237-C117-CD56-4B07-C3F40EACC451}"/>
                </a:ext>
              </a:extLst>
            </p:cNvPr>
            <p:cNvSpPr/>
            <p:nvPr/>
          </p:nvSpPr>
          <p:spPr>
            <a:xfrm>
              <a:off x="7962488" y="4542849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" name="Freeform 4743">
              <a:extLst>
                <a:ext uri="{FF2B5EF4-FFF2-40B4-BE49-F238E27FC236}">
                  <a16:creationId xmlns:a16="http://schemas.microsoft.com/office/drawing/2014/main" id="{26F1002A-E074-2A13-1A85-4CF8B025687A}"/>
                </a:ext>
              </a:extLst>
            </p:cNvPr>
            <p:cNvSpPr/>
            <p:nvPr/>
          </p:nvSpPr>
          <p:spPr>
            <a:xfrm>
              <a:off x="7974909" y="4534727"/>
              <a:ext cx="4777" cy="477"/>
            </a:xfrm>
            <a:custGeom>
              <a:avLst/>
              <a:gdLst>
                <a:gd name="csX0" fmla="*/ 4777 w 4777"/>
                <a:gd name="csY0" fmla="*/ 0 h 477"/>
                <a:gd name="csX1" fmla="*/ 2389 w 4777"/>
                <a:gd name="csY1" fmla="*/ 478 h 477"/>
                <a:gd name="csX2" fmla="*/ 0 w 47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477">
                  <a:moveTo>
                    <a:pt x="4777" y="0"/>
                  </a:moveTo>
                  <a:lnTo>
                    <a:pt x="2389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" name="Freeform 4744">
              <a:extLst>
                <a:ext uri="{FF2B5EF4-FFF2-40B4-BE49-F238E27FC236}">
                  <a16:creationId xmlns:a16="http://schemas.microsoft.com/office/drawing/2014/main" id="{85535F4F-1FD6-5B26-4850-BE0EC45715A7}"/>
                </a:ext>
              </a:extLst>
            </p:cNvPr>
            <p:cNvSpPr/>
            <p:nvPr/>
          </p:nvSpPr>
          <p:spPr>
            <a:xfrm>
              <a:off x="7982553" y="4522784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478 w 477"/>
                <a:gd name="csY1" fmla="*/ 0 h 477"/>
                <a:gd name="csX2" fmla="*/ 0 w 4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478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6" name="Freeform 4745">
              <a:extLst>
                <a:ext uri="{FF2B5EF4-FFF2-40B4-BE49-F238E27FC236}">
                  <a16:creationId xmlns:a16="http://schemas.microsoft.com/office/drawing/2014/main" id="{81C0A460-F814-ED51-8537-285D69B410D0}"/>
                </a:ext>
              </a:extLst>
            </p:cNvPr>
            <p:cNvSpPr/>
            <p:nvPr/>
          </p:nvSpPr>
          <p:spPr>
            <a:xfrm>
              <a:off x="8004528" y="4510841"/>
              <a:ext cx="4299" cy="3822"/>
            </a:xfrm>
            <a:custGeom>
              <a:avLst/>
              <a:gdLst>
                <a:gd name="csX0" fmla="*/ 4300 w 4299"/>
                <a:gd name="csY0" fmla="*/ 0 h 3822"/>
                <a:gd name="csX1" fmla="*/ 1911 w 4299"/>
                <a:gd name="csY1" fmla="*/ 1911 h 3822"/>
                <a:gd name="csX2" fmla="*/ 0 w 4299"/>
                <a:gd name="csY2" fmla="*/ 3822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9" h="3822">
                  <a:moveTo>
                    <a:pt x="4300" y="0"/>
                  </a:moveTo>
                  <a:lnTo>
                    <a:pt x="1911" y="1911"/>
                  </a:lnTo>
                  <a:lnTo>
                    <a:pt x="0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7" name="Freeform 4746">
              <a:extLst>
                <a:ext uri="{FF2B5EF4-FFF2-40B4-BE49-F238E27FC236}">
                  <a16:creationId xmlns:a16="http://schemas.microsoft.com/office/drawing/2014/main" id="{28EF8318-15AF-AF15-DF6F-30CFEB6EEC57}"/>
                </a:ext>
              </a:extLst>
            </p:cNvPr>
            <p:cNvSpPr/>
            <p:nvPr/>
          </p:nvSpPr>
          <p:spPr>
            <a:xfrm>
              <a:off x="8009783" y="4510363"/>
              <a:ext cx="4777" cy="955"/>
            </a:xfrm>
            <a:custGeom>
              <a:avLst/>
              <a:gdLst>
                <a:gd name="csX0" fmla="*/ 4777 w 4777"/>
                <a:gd name="csY0" fmla="*/ 478 h 955"/>
                <a:gd name="csX1" fmla="*/ 3822 w 4777"/>
                <a:gd name="csY1" fmla="*/ 956 h 955"/>
                <a:gd name="csX2" fmla="*/ 2389 w 4777"/>
                <a:gd name="csY2" fmla="*/ 0 h 955"/>
                <a:gd name="csX3" fmla="*/ 1433 w 4777"/>
                <a:gd name="csY3" fmla="*/ 0 h 955"/>
                <a:gd name="csX4" fmla="*/ 0 w 4777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7" h="955">
                  <a:moveTo>
                    <a:pt x="4777" y="478"/>
                  </a:moveTo>
                  <a:lnTo>
                    <a:pt x="3822" y="956"/>
                  </a:lnTo>
                  <a:lnTo>
                    <a:pt x="2389" y="0"/>
                  </a:lnTo>
                  <a:lnTo>
                    <a:pt x="1433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" name="Freeform 4747">
              <a:extLst>
                <a:ext uri="{FF2B5EF4-FFF2-40B4-BE49-F238E27FC236}">
                  <a16:creationId xmlns:a16="http://schemas.microsoft.com/office/drawing/2014/main" id="{3D83A0EB-5010-9798-E692-DE020E02A614}"/>
                </a:ext>
              </a:extLst>
            </p:cNvPr>
            <p:cNvSpPr/>
            <p:nvPr/>
          </p:nvSpPr>
          <p:spPr>
            <a:xfrm>
              <a:off x="8004528" y="4471667"/>
              <a:ext cx="955" cy="1433"/>
            </a:xfrm>
            <a:custGeom>
              <a:avLst/>
              <a:gdLst>
                <a:gd name="csX0" fmla="*/ 0 w 955"/>
                <a:gd name="csY0" fmla="*/ 1433 h 1433"/>
                <a:gd name="csX1" fmla="*/ 0 w 955"/>
                <a:gd name="csY1" fmla="*/ 1433 h 1433"/>
                <a:gd name="csX2" fmla="*/ 955 w 955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0" y="1433"/>
                  </a:moveTo>
                  <a:lnTo>
                    <a:pt x="0" y="1433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9" name="Freeform 4748">
              <a:extLst>
                <a:ext uri="{FF2B5EF4-FFF2-40B4-BE49-F238E27FC236}">
                  <a16:creationId xmlns:a16="http://schemas.microsoft.com/office/drawing/2014/main" id="{1333799D-AB96-F053-D62B-D108E4B76726}"/>
                </a:ext>
              </a:extLst>
            </p:cNvPr>
            <p:cNvSpPr/>
            <p:nvPr/>
          </p:nvSpPr>
          <p:spPr>
            <a:xfrm>
              <a:off x="7996885" y="4469756"/>
              <a:ext cx="1911" cy="955"/>
            </a:xfrm>
            <a:custGeom>
              <a:avLst/>
              <a:gdLst>
                <a:gd name="csX0" fmla="*/ 0 w 1911"/>
                <a:gd name="csY0" fmla="*/ 0 h 955"/>
                <a:gd name="csX1" fmla="*/ 955 w 1911"/>
                <a:gd name="csY1" fmla="*/ 478 h 955"/>
                <a:gd name="csX2" fmla="*/ 1911 w 1911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955">
                  <a:moveTo>
                    <a:pt x="0" y="0"/>
                  </a:moveTo>
                  <a:lnTo>
                    <a:pt x="955" y="478"/>
                  </a:lnTo>
                  <a:lnTo>
                    <a:pt x="1911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0" name="Freeform 4749">
              <a:extLst>
                <a:ext uri="{FF2B5EF4-FFF2-40B4-BE49-F238E27FC236}">
                  <a16:creationId xmlns:a16="http://schemas.microsoft.com/office/drawing/2014/main" id="{A2C56125-4E0C-7255-528A-24FE6CEBB846}"/>
                </a:ext>
              </a:extLst>
            </p:cNvPr>
            <p:cNvSpPr/>
            <p:nvPr/>
          </p:nvSpPr>
          <p:spPr>
            <a:xfrm>
              <a:off x="7987330" y="4476444"/>
              <a:ext cx="955" cy="3821"/>
            </a:xfrm>
            <a:custGeom>
              <a:avLst/>
              <a:gdLst>
                <a:gd name="csX0" fmla="*/ 0 w 955"/>
                <a:gd name="csY0" fmla="*/ 3822 h 3821"/>
                <a:gd name="csX1" fmla="*/ 955 w 955"/>
                <a:gd name="csY1" fmla="*/ 1433 h 3821"/>
                <a:gd name="csX2" fmla="*/ 478 w 955"/>
                <a:gd name="csY2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3821">
                  <a:moveTo>
                    <a:pt x="0" y="3822"/>
                  </a:moveTo>
                  <a:lnTo>
                    <a:pt x="955" y="1433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" name="Freeform 4750">
              <a:extLst>
                <a:ext uri="{FF2B5EF4-FFF2-40B4-BE49-F238E27FC236}">
                  <a16:creationId xmlns:a16="http://schemas.microsoft.com/office/drawing/2014/main" id="{ED8EE7A0-EA29-F92B-B14D-48350412346E}"/>
                </a:ext>
              </a:extLst>
            </p:cNvPr>
            <p:cNvSpPr/>
            <p:nvPr/>
          </p:nvSpPr>
          <p:spPr>
            <a:xfrm>
              <a:off x="7966310" y="4473578"/>
              <a:ext cx="2388" cy="955"/>
            </a:xfrm>
            <a:custGeom>
              <a:avLst/>
              <a:gdLst>
                <a:gd name="csX0" fmla="*/ 0 w 2388"/>
                <a:gd name="csY0" fmla="*/ 478 h 955"/>
                <a:gd name="csX1" fmla="*/ 0 w 2388"/>
                <a:gd name="csY1" fmla="*/ 478 h 955"/>
                <a:gd name="csX2" fmla="*/ 478 w 2388"/>
                <a:gd name="csY2" fmla="*/ 956 h 955"/>
                <a:gd name="csX3" fmla="*/ 955 w 2388"/>
                <a:gd name="csY3" fmla="*/ 956 h 955"/>
                <a:gd name="csX4" fmla="*/ 2389 w 2388"/>
                <a:gd name="csY4" fmla="*/ 0 h 955"/>
                <a:gd name="csX5" fmla="*/ 2389 w 2388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955">
                  <a:moveTo>
                    <a:pt x="0" y="478"/>
                  </a:moveTo>
                  <a:lnTo>
                    <a:pt x="0" y="478"/>
                  </a:lnTo>
                  <a:lnTo>
                    <a:pt x="478" y="956"/>
                  </a:lnTo>
                  <a:lnTo>
                    <a:pt x="955" y="956"/>
                  </a:lnTo>
                  <a:lnTo>
                    <a:pt x="2389" y="0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2" name="Freeform 4751">
              <a:extLst>
                <a:ext uri="{FF2B5EF4-FFF2-40B4-BE49-F238E27FC236}">
                  <a16:creationId xmlns:a16="http://schemas.microsoft.com/office/drawing/2014/main" id="{0BBD2619-9FC0-AEC6-A808-E105F1CAC0BE}"/>
                </a:ext>
              </a:extLst>
            </p:cNvPr>
            <p:cNvSpPr/>
            <p:nvPr/>
          </p:nvSpPr>
          <p:spPr>
            <a:xfrm>
              <a:off x="7940990" y="4471189"/>
              <a:ext cx="24842" cy="2388"/>
            </a:xfrm>
            <a:custGeom>
              <a:avLst/>
              <a:gdLst>
                <a:gd name="csX0" fmla="*/ 0 w 24842"/>
                <a:gd name="csY0" fmla="*/ 956 h 2388"/>
                <a:gd name="csX1" fmla="*/ 1433 w 24842"/>
                <a:gd name="csY1" fmla="*/ 956 h 2388"/>
                <a:gd name="csX2" fmla="*/ 3344 w 24842"/>
                <a:gd name="csY2" fmla="*/ 956 h 2388"/>
                <a:gd name="csX3" fmla="*/ 4777 w 24842"/>
                <a:gd name="csY3" fmla="*/ 956 h 2388"/>
                <a:gd name="csX4" fmla="*/ 6211 w 24842"/>
                <a:gd name="csY4" fmla="*/ 956 h 2388"/>
                <a:gd name="csX5" fmla="*/ 9555 w 24842"/>
                <a:gd name="csY5" fmla="*/ 478 h 2388"/>
                <a:gd name="csX6" fmla="*/ 13377 w 24842"/>
                <a:gd name="csY6" fmla="*/ 956 h 2388"/>
                <a:gd name="csX7" fmla="*/ 16721 w 24842"/>
                <a:gd name="csY7" fmla="*/ 478 h 2388"/>
                <a:gd name="csX8" fmla="*/ 20543 w 24842"/>
                <a:gd name="csY8" fmla="*/ 0 h 2388"/>
                <a:gd name="csX9" fmla="*/ 22454 w 24842"/>
                <a:gd name="csY9" fmla="*/ 478 h 2388"/>
                <a:gd name="csX10" fmla="*/ 24365 w 24842"/>
                <a:gd name="csY10" fmla="*/ 956 h 2388"/>
                <a:gd name="csX11" fmla="*/ 24842 w 24842"/>
                <a:gd name="csY11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4842" h="2388">
                  <a:moveTo>
                    <a:pt x="0" y="956"/>
                  </a:moveTo>
                  <a:lnTo>
                    <a:pt x="1433" y="956"/>
                  </a:lnTo>
                  <a:lnTo>
                    <a:pt x="3344" y="956"/>
                  </a:lnTo>
                  <a:lnTo>
                    <a:pt x="4777" y="956"/>
                  </a:lnTo>
                  <a:lnTo>
                    <a:pt x="6211" y="956"/>
                  </a:lnTo>
                  <a:lnTo>
                    <a:pt x="9555" y="478"/>
                  </a:lnTo>
                  <a:lnTo>
                    <a:pt x="13377" y="956"/>
                  </a:lnTo>
                  <a:lnTo>
                    <a:pt x="16721" y="478"/>
                  </a:lnTo>
                  <a:lnTo>
                    <a:pt x="20543" y="0"/>
                  </a:lnTo>
                  <a:lnTo>
                    <a:pt x="22454" y="478"/>
                  </a:lnTo>
                  <a:lnTo>
                    <a:pt x="24365" y="956"/>
                  </a:lnTo>
                  <a:lnTo>
                    <a:pt x="24842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3" name="Freeform 4752">
              <a:extLst>
                <a:ext uri="{FF2B5EF4-FFF2-40B4-BE49-F238E27FC236}">
                  <a16:creationId xmlns:a16="http://schemas.microsoft.com/office/drawing/2014/main" id="{F7733B50-0215-F458-002D-E8BCBEC7429C}"/>
                </a:ext>
              </a:extLst>
            </p:cNvPr>
            <p:cNvSpPr/>
            <p:nvPr/>
          </p:nvSpPr>
          <p:spPr>
            <a:xfrm>
              <a:off x="7924747" y="4471189"/>
              <a:ext cx="16242" cy="5255"/>
            </a:xfrm>
            <a:custGeom>
              <a:avLst/>
              <a:gdLst>
                <a:gd name="csX0" fmla="*/ 0 w 16242"/>
                <a:gd name="csY0" fmla="*/ 5255 h 5255"/>
                <a:gd name="csX1" fmla="*/ 2389 w 16242"/>
                <a:gd name="csY1" fmla="*/ 3344 h 5255"/>
                <a:gd name="csX2" fmla="*/ 5733 w 16242"/>
                <a:gd name="csY2" fmla="*/ 1433 h 5255"/>
                <a:gd name="csX3" fmla="*/ 7644 w 16242"/>
                <a:gd name="csY3" fmla="*/ 1433 h 5255"/>
                <a:gd name="csX4" fmla="*/ 10032 w 16242"/>
                <a:gd name="csY4" fmla="*/ 956 h 5255"/>
                <a:gd name="csX5" fmla="*/ 12421 w 16242"/>
                <a:gd name="csY5" fmla="*/ 0 h 5255"/>
                <a:gd name="csX6" fmla="*/ 13376 w 16242"/>
                <a:gd name="csY6" fmla="*/ 0 h 5255"/>
                <a:gd name="csX7" fmla="*/ 16242 w 16242"/>
                <a:gd name="csY7" fmla="*/ 956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6242" h="5255">
                  <a:moveTo>
                    <a:pt x="0" y="5255"/>
                  </a:moveTo>
                  <a:lnTo>
                    <a:pt x="2389" y="3344"/>
                  </a:lnTo>
                  <a:lnTo>
                    <a:pt x="5733" y="1433"/>
                  </a:lnTo>
                  <a:lnTo>
                    <a:pt x="7644" y="1433"/>
                  </a:lnTo>
                  <a:lnTo>
                    <a:pt x="10032" y="956"/>
                  </a:lnTo>
                  <a:lnTo>
                    <a:pt x="12421" y="0"/>
                  </a:lnTo>
                  <a:lnTo>
                    <a:pt x="13376" y="0"/>
                  </a:lnTo>
                  <a:lnTo>
                    <a:pt x="16242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4" name="Freeform 4753">
              <a:extLst>
                <a:ext uri="{FF2B5EF4-FFF2-40B4-BE49-F238E27FC236}">
                  <a16:creationId xmlns:a16="http://schemas.microsoft.com/office/drawing/2014/main" id="{0D67F300-5902-A8A8-F19C-2A7144ECEF96}"/>
                </a:ext>
              </a:extLst>
            </p:cNvPr>
            <p:cNvSpPr/>
            <p:nvPr/>
          </p:nvSpPr>
          <p:spPr>
            <a:xfrm>
              <a:off x="7917582" y="4484088"/>
              <a:ext cx="1432" cy="955"/>
            </a:xfrm>
            <a:custGeom>
              <a:avLst/>
              <a:gdLst>
                <a:gd name="csX0" fmla="*/ 0 w 1432"/>
                <a:gd name="csY0" fmla="*/ 956 h 955"/>
                <a:gd name="csX1" fmla="*/ 1433 w 1432"/>
                <a:gd name="csY1" fmla="*/ 0 h 955"/>
                <a:gd name="csX2" fmla="*/ 1433 w 1432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955">
                  <a:moveTo>
                    <a:pt x="0" y="956"/>
                  </a:moveTo>
                  <a:lnTo>
                    <a:pt x="1433" y="0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5" name="Freeform 4754">
              <a:extLst>
                <a:ext uri="{FF2B5EF4-FFF2-40B4-BE49-F238E27FC236}">
                  <a16:creationId xmlns:a16="http://schemas.microsoft.com/office/drawing/2014/main" id="{D03493B3-1F5F-F521-6D54-75DA8EBD47F5}"/>
                </a:ext>
              </a:extLst>
            </p:cNvPr>
            <p:cNvSpPr/>
            <p:nvPr/>
          </p:nvSpPr>
          <p:spPr>
            <a:xfrm>
              <a:off x="7913282" y="4486477"/>
              <a:ext cx="4299" cy="477"/>
            </a:xfrm>
            <a:custGeom>
              <a:avLst/>
              <a:gdLst>
                <a:gd name="csX0" fmla="*/ 0 w 4299"/>
                <a:gd name="csY0" fmla="*/ 478 h 477"/>
                <a:gd name="csX1" fmla="*/ 1911 w 4299"/>
                <a:gd name="csY1" fmla="*/ 478 h 477"/>
                <a:gd name="csX2" fmla="*/ 4300 w 4299"/>
                <a:gd name="csY2" fmla="*/ 478 h 477"/>
                <a:gd name="csX3" fmla="*/ 4300 w 4299"/>
                <a:gd name="csY3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477">
                  <a:moveTo>
                    <a:pt x="0" y="478"/>
                  </a:moveTo>
                  <a:lnTo>
                    <a:pt x="1911" y="478"/>
                  </a:lnTo>
                  <a:lnTo>
                    <a:pt x="4300" y="478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6" name="Freeform 4755">
              <a:extLst>
                <a:ext uri="{FF2B5EF4-FFF2-40B4-BE49-F238E27FC236}">
                  <a16:creationId xmlns:a16="http://schemas.microsoft.com/office/drawing/2014/main" id="{9641DE06-B8FF-7436-F1DC-81BD8F46FBF3}"/>
                </a:ext>
              </a:extLst>
            </p:cNvPr>
            <p:cNvSpPr/>
            <p:nvPr/>
          </p:nvSpPr>
          <p:spPr>
            <a:xfrm>
              <a:off x="7925225" y="4520395"/>
              <a:ext cx="29618" cy="24841"/>
            </a:xfrm>
            <a:custGeom>
              <a:avLst/>
              <a:gdLst>
                <a:gd name="csX0" fmla="*/ 29619 w 29618"/>
                <a:gd name="csY0" fmla="*/ 24842 h 24841"/>
                <a:gd name="csX1" fmla="*/ 26275 w 29618"/>
                <a:gd name="csY1" fmla="*/ 22453 h 24841"/>
                <a:gd name="csX2" fmla="*/ 19587 w 29618"/>
                <a:gd name="csY2" fmla="*/ 21498 h 24841"/>
                <a:gd name="csX3" fmla="*/ 19109 w 29618"/>
                <a:gd name="csY3" fmla="*/ 20543 h 24841"/>
                <a:gd name="csX4" fmla="*/ 18632 w 29618"/>
                <a:gd name="csY4" fmla="*/ 20543 h 24841"/>
                <a:gd name="csX5" fmla="*/ 17676 w 29618"/>
                <a:gd name="csY5" fmla="*/ 21976 h 24841"/>
                <a:gd name="csX6" fmla="*/ 14332 w 29618"/>
                <a:gd name="csY6" fmla="*/ 23409 h 24841"/>
                <a:gd name="csX7" fmla="*/ 12898 w 29618"/>
                <a:gd name="csY7" fmla="*/ 22453 h 24841"/>
                <a:gd name="csX8" fmla="*/ 11466 w 29618"/>
                <a:gd name="csY8" fmla="*/ 21498 h 24841"/>
                <a:gd name="csX9" fmla="*/ 11943 w 29618"/>
                <a:gd name="csY9" fmla="*/ 20065 h 24841"/>
                <a:gd name="csX10" fmla="*/ 12898 w 29618"/>
                <a:gd name="csY10" fmla="*/ 19109 h 24841"/>
                <a:gd name="csX11" fmla="*/ 14809 w 29618"/>
                <a:gd name="csY11" fmla="*/ 18632 h 24841"/>
                <a:gd name="csX12" fmla="*/ 15287 w 29618"/>
                <a:gd name="csY12" fmla="*/ 16243 h 24841"/>
                <a:gd name="csX13" fmla="*/ 13854 w 29618"/>
                <a:gd name="csY13" fmla="*/ 12899 h 24841"/>
                <a:gd name="csX14" fmla="*/ 12898 w 29618"/>
                <a:gd name="csY14" fmla="*/ 11943 h 24841"/>
                <a:gd name="csX15" fmla="*/ 11466 w 29618"/>
                <a:gd name="csY15" fmla="*/ 11466 h 24841"/>
                <a:gd name="csX16" fmla="*/ 10510 w 29618"/>
                <a:gd name="csY16" fmla="*/ 12421 h 24841"/>
                <a:gd name="csX17" fmla="*/ 9077 w 29618"/>
                <a:gd name="csY17" fmla="*/ 14810 h 24841"/>
                <a:gd name="csX18" fmla="*/ 8121 w 29618"/>
                <a:gd name="csY18" fmla="*/ 15765 h 24841"/>
                <a:gd name="csX19" fmla="*/ 6688 w 29618"/>
                <a:gd name="csY19" fmla="*/ 15765 h 24841"/>
                <a:gd name="csX20" fmla="*/ 4300 w 29618"/>
                <a:gd name="csY20" fmla="*/ 15765 h 24841"/>
                <a:gd name="csX21" fmla="*/ 3344 w 29618"/>
                <a:gd name="csY21" fmla="*/ 12899 h 24841"/>
                <a:gd name="csX22" fmla="*/ 2866 w 29618"/>
                <a:gd name="csY22" fmla="*/ 10032 h 24841"/>
                <a:gd name="csX23" fmla="*/ 3344 w 29618"/>
                <a:gd name="csY23" fmla="*/ 7166 h 24841"/>
                <a:gd name="csX24" fmla="*/ 3821 w 29618"/>
                <a:gd name="csY24" fmla="*/ 5733 h 24841"/>
                <a:gd name="csX25" fmla="*/ 1433 w 29618"/>
                <a:gd name="csY25" fmla="*/ 3344 h 24841"/>
                <a:gd name="csX26" fmla="*/ 1433 w 29618"/>
                <a:gd name="csY26" fmla="*/ 956 h 24841"/>
                <a:gd name="csX27" fmla="*/ 0 w 29618"/>
                <a:gd name="csY27" fmla="*/ 0 h 24841"/>
                <a:gd name="csX28" fmla="*/ 0 w 29618"/>
                <a:gd name="csY28" fmla="*/ 478 h 24841"/>
                <a:gd name="csX29" fmla="*/ 0 w 29618"/>
                <a:gd name="csY29" fmla="*/ 956 h 24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9618" h="24841">
                  <a:moveTo>
                    <a:pt x="29619" y="24842"/>
                  </a:moveTo>
                  <a:lnTo>
                    <a:pt x="26275" y="22453"/>
                  </a:lnTo>
                  <a:lnTo>
                    <a:pt x="19587" y="21498"/>
                  </a:lnTo>
                  <a:lnTo>
                    <a:pt x="19109" y="20543"/>
                  </a:lnTo>
                  <a:lnTo>
                    <a:pt x="18632" y="20543"/>
                  </a:lnTo>
                  <a:lnTo>
                    <a:pt x="17676" y="21976"/>
                  </a:lnTo>
                  <a:lnTo>
                    <a:pt x="14332" y="23409"/>
                  </a:lnTo>
                  <a:lnTo>
                    <a:pt x="12898" y="22453"/>
                  </a:lnTo>
                  <a:lnTo>
                    <a:pt x="11466" y="21498"/>
                  </a:lnTo>
                  <a:lnTo>
                    <a:pt x="11943" y="20065"/>
                  </a:lnTo>
                  <a:lnTo>
                    <a:pt x="12898" y="19109"/>
                  </a:lnTo>
                  <a:lnTo>
                    <a:pt x="14809" y="18632"/>
                  </a:lnTo>
                  <a:lnTo>
                    <a:pt x="15287" y="16243"/>
                  </a:lnTo>
                  <a:lnTo>
                    <a:pt x="13854" y="12899"/>
                  </a:lnTo>
                  <a:lnTo>
                    <a:pt x="12898" y="11943"/>
                  </a:lnTo>
                  <a:lnTo>
                    <a:pt x="11466" y="11466"/>
                  </a:lnTo>
                  <a:lnTo>
                    <a:pt x="10510" y="12421"/>
                  </a:lnTo>
                  <a:lnTo>
                    <a:pt x="9077" y="14810"/>
                  </a:lnTo>
                  <a:lnTo>
                    <a:pt x="8121" y="15765"/>
                  </a:lnTo>
                  <a:lnTo>
                    <a:pt x="6688" y="15765"/>
                  </a:lnTo>
                  <a:lnTo>
                    <a:pt x="4300" y="15765"/>
                  </a:lnTo>
                  <a:lnTo>
                    <a:pt x="3344" y="12899"/>
                  </a:lnTo>
                  <a:lnTo>
                    <a:pt x="2866" y="10032"/>
                  </a:lnTo>
                  <a:lnTo>
                    <a:pt x="3344" y="7166"/>
                  </a:lnTo>
                  <a:lnTo>
                    <a:pt x="3821" y="5733"/>
                  </a:lnTo>
                  <a:lnTo>
                    <a:pt x="1433" y="3344"/>
                  </a:lnTo>
                  <a:lnTo>
                    <a:pt x="1433" y="956"/>
                  </a:lnTo>
                  <a:lnTo>
                    <a:pt x="0" y="0"/>
                  </a:lnTo>
                  <a:lnTo>
                    <a:pt x="0" y="478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7" name="Freeform 4756">
              <a:extLst>
                <a:ext uri="{FF2B5EF4-FFF2-40B4-BE49-F238E27FC236}">
                  <a16:creationId xmlns:a16="http://schemas.microsoft.com/office/drawing/2014/main" id="{1E7193ED-C58F-1DE0-CE73-2947595615D1}"/>
                </a:ext>
              </a:extLst>
            </p:cNvPr>
            <p:cNvSpPr/>
            <p:nvPr/>
          </p:nvSpPr>
          <p:spPr>
            <a:xfrm>
              <a:off x="7926180" y="4527561"/>
              <a:ext cx="955" cy="1911"/>
            </a:xfrm>
            <a:custGeom>
              <a:avLst/>
              <a:gdLst>
                <a:gd name="csX0" fmla="*/ 956 w 955"/>
                <a:gd name="csY0" fmla="*/ 1911 h 1911"/>
                <a:gd name="csX1" fmla="*/ 478 w 955"/>
                <a:gd name="csY1" fmla="*/ 1911 h 1911"/>
                <a:gd name="csX2" fmla="*/ 478 w 955"/>
                <a:gd name="csY2" fmla="*/ 1911 h 1911"/>
                <a:gd name="csX3" fmla="*/ 0 w 955"/>
                <a:gd name="csY3" fmla="*/ 1433 h 1911"/>
                <a:gd name="csX4" fmla="*/ 0 w 955"/>
                <a:gd name="csY4" fmla="*/ 478 h 1911"/>
                <a:gd name="csX5" fmla="*/ 478 w 955"/>
                <a:gd name="csY5" fmla="*/ 0 h 1911"/>
                <a:gd name="csX6" fmla="*/ 956 w 955"/>
                <a:gd name="csY6" fmla="*/ 0 h 1911"/>
                <a:gd name="csX7" fmla="*/ 956 w 955"/>
                <a:gd name="csY7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1911">
                  <a:moveTo>
                    <a:pt x="956" y="1911"/>
                  </a:moveTo>
                  <a:lnTo>
                    <a:pt x="478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8" name="Freeform 4757">
              <a:extLst>
                <a:ext uri="{FF2B5EF4-FFF2-40B4-BE49-F238E27FC236}">
                  <a16:creationId xmlns:a16="http://schemas.microsoft.com/office/drawing/2014/main" id="{AEF8C6E1-79E7-42E4-0302-19B086BCDB6E}"/>
                </a:ext>
              </a:extLst>
            </p:cNvPr>
            <p:cNvSpPr/>
            <p:nvPr/>
          </p:nvSpPr>
          <p:spPr>
            <a:xfrm>
              <a:off x="7930958" y="4538549"/>
              <a:ext cx="1911" cy="1910"/>
            </a:xfrm>
            <a:custGeom>
              <a:avLst/>
              <a:gdLst>
                <a:gd name="csX0" fmla="*/ 1911 w 1911"/>
                <a:gd name="csY0" fmla="*/ 955 h 1910"/>
                <a:gd name="csX1" fmla="*/ 956 w 1911"/>
                <a:gd name="csY1" fmla="*/ 1911 h 1910"/>
                <a:gd name="csX2" fmla="*/ 0 w 1911"/>
                <a:gd name="csY2" fmla="*/ 478 h 1910"/>
                <a:gd name="csX3" fmla="*/ 0 w 1911"/>
                <a:gd name="csY3" fmla="*/ 0 h 1910"/>
                <a:gd name="csX4" fmla="*/ 1911 w 1911"/>
                <a:gd name="csY4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1" h="1910">
                  <a:moveTo>
                    <a:pt x="1911" y="955"/>
                  </a:moveTo>
                  <a:lnTo>
                    <a:pt x="956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9" name="Freeform 4758">
              <a:extLst>
                <a:ext uri="{FF2B5EF4-FFF2-40B4-BE49-F238E27FC236}">
                  <a16:creationId xmlns:a16="http://schemas.microsoft.com/office/drawing/2014/main" id="{00BCF082-5710-D40F-CC3C-F064132B05DD}"/>
                </a:ext>
              </a:extLst>
            </p:cNvPr>
            <p:cNvSpPr/>
            <p:nvPr/>
          </p:nvSpPr>
          <p:spPr>
            <a:xfrm>
              <a:off x="6740934" y="4941275"/>
              <a:ext cx="5254" cy="10032"/>
            </a:xfrm>
            <a:custGeom>
              <a:avLst/>
              <a:gdLst>
                <a:gd name="csX0" fmla="*/ 4777 w 5254"/>
                <a:gd name="csY0" fmla="*/ 10032 h 10032"/>
                <a:gd name="csX1" fmla="*/ 4300 w 5254"/>
                <a:gd name="csY1" fmla="*/ 10032 h 10032"/>
                <a:gd name="csX2" fmla="*/ 2389 w 5254"/>
                <a:gd name="csY2" fmla="*/ 9077 h 10032"/>
                <a:gd name="csX3" fmla="*/ 1433 w 5254"/>
                <a:gd name="csY3" fmla="*/ 9077 h 10032"/>
                <a:gd name="csX4" fmla="*/ 0 w 5254"/>
                <a:gd name="csY4" fmla="*/ 7166 h 10032"/>
                <a:gd name="csX5" fmla="*/ 478 w 5254"/>
                <a:gd name="csY5" fmla="*/ 1433 h 10032"/>
                <a:gd name="csX6" fmla="*/ 955 w 5254"/>
                <a:gd name="csY6" fmla="*/ 478 h 10032"/>
                <a:gd name="csX7" fmla="*/ 1433 w 5254"/>
                <a:gd name="csY7" fmla="*/ 0 h 10032"/>
                <a:gd name="csX8" fmla="*/ 2389 w 5254"/>
                <a:gd name="csY8" fmla="*/ 0 h 10032"/>
                <a:gd name="csX9" fmla="*/ 3344 w 5254"/>
                <a:gd name="csY9" fmla="*/ 956 h 10032"/>
                <a:gd name="csX10" fmla="*/ 3344 w 5254"/>
                <a:gd name="csY10" fmla="*/ 4777 h 10032"/>
                <a:gd name="csX11" fmla="*/ 4300 w 5254"/>
                <a:gd name="csY11" fmla="*/ 7166 h 10032"/>
                <a:gd name="csX12" fmla="*/ 5255 w 5254"/>
                <a:gd name="csY12" fmla="*/ 9077 h 10032"/>
                <a:gd name="csX13" fmla="*/ 4777 w 5254"/>
                <a:gd name="csY13" fmla="*/ 1003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254" h="10032">
                  <a:moveTo>
                    <a:pt x="4777" y="10032"/>
                  </a:moveTo>
                  <a:lnTo>
                    <a:pt x="4300" y="10032"/>
                  </a:lnTo>
                  <a:lnTo>
                    <a:pt x="2389" y="9077"/>
                  </a:lnTo>
                  <a:lnTo>
                    <a:pt x="1433" y="9077"/>
                  </a:lnTo>
                  <a:lnTo>
                    <a:pt x="0" y="7166"/>
                  </a:lnTo>
                  <a:lnTo>
                    <a:pt x="478" y="1433"/>
                  </a:lnTo>
                  <a:lnTo>
                    <a:pt x="955" y="478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3344" y="956"/>
                  </a:lnTo>
                  <a:lnTo>
                    <a:pt x="3344" y="4777"/>
                  </a:lnTo>
                  <a:lnTo>
                    <a:pt x="4300" y="7166"/>
                  </a:lnTo>
                  <a:lnTo>
                    <a:pt x="5255" y="9077"/>
                  </a:lnTo>
                  <a:lnTo>
                    <a:pt x="4777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0" name="Freeform 4759">
              <a:extLst>
                <a:ext uri="{FF2B5EF4-FFF2-40B4-BE49-F238E27FC236}">
                  <a16:creationId xmlns:a16="http://schemas.microsoft.com/office/drawing/2014/main" id="{73EEBBB2-E71E-91B8-E0B2-142352EC494E}"/>
                </a:ext>
              </a:extLst>
            </p:cNvPr>
            <p:cNvSpPr/>
            <p:nvPr/>
          </p:nvSpPr>
          <p:spPr>
            <a:xfrm>
              <a:off x="6760521" y="4954174"/>
              <a:ext cx="6210" cy="5254"/>
            </a:xfrm>
            <a:custGeom>
              <a:avLst/>
              <a:gdLst>
                <a:gd name="csX0" fmla="*/ 5255 w 6210"/>
                <a:gd name="csY0" fmla="*/ 478 h 5254"/>
                <a:gd name="csX1" fmla="*/ 6211 w 6210"/>
                <a:gd name="csY1" fmla="*/ 2866 h 5254"/>
                <a:gd name="csX2" fmla="*/ 6211 w 6210"/>
                <a:gd name="csY2" fmla="*/ 4777 h 5254"/>
                <a:gd name="csX3" fmla="*/ 5733 w 6210"/>
                <a:gd name="csY3" fmla="*/ 5255 h 5254"/>
                <a:gd name="csX4" fmla="*/ 4777 w 6210"/>
                <a:gd name="csY4" fmla="*/ 5255 h 5254"/>
                <a:gd name="csX5" fmla="*/ 3344 w 6210"/>
                <a:gd name="csY5" fmla="*/ 3344 h 5254"/>
                <a:gd name="csX6" fmla="*/ 0 w 6210"/>
                <a:gd name="csY6" fmla="*/ 1911 h 5254"/>
                <a:gd name="csX7" fmla="*/ 1433 w 6210"/>
                <a:gd name="csY7" fmla="*/ 1911 h 5254"/>
                <a:gd name="csX8" fmla="*/ 2389 w 6210"/>
                <a:gd name="csY8" fmla="*/ 1911 h 5254"/>
                <a:gd name="csX9" fmla="*/ 3344 w 6210"/>
                <a:gd name="csY9" fmla="*/ 1911 h 5254"/>
                <a:gd name="csX10" fmla="*/ 3822 w 6210"/>
                <a:gd name="csY10" fmla="*/ 955 h 5254"/>
                <a:gd name="csX11" fmla="*/ 3822 w 6210"/>
                <a:gd name="csY11" fmla="*/ 478 h 5254"/>
                <a:gd name="csX12" fmla="*/ 4777 w 6210"/>
                <a:gd name="csY12" fmla="*/ 0 h 5254"/>
                <a:gd name="csX13" fmla="*/ 5255 w 6210"/>
                <a:gd name="csY13" fmla="*/ 478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210" h="5254">
                  <a:moveTo>
                    <a:pt x="5255" y="478"/>
                  </a:moveTo>
                  <a:lnTo>
                    <a:pt x="6211" y="2866"/>
                  </a:lnTo>
                  <a:lnTo>
                    <a:pt x="6211" y="4777"/>
                  </a:lnTo>
                  <a:lnTo>
                    <a:pt x="5733" y="5255"/>
                  </a:lnTo>
                  <a:lnTo>
                    <a:pt x="4777" y="5255"/>
                  </a:lnTo>
                  <a:lnTo>
                    <a:pt x="3344" y="3344"/>
                  </a:lnTo>
                  <a:lnTo>
                    <a:pt x="0" y="1911"/>
                  </a:lnTo>
                  <a:lnTo>
                    <a:pt x="1433" y="1911"/>
                  </a:lnTo>
                  <a:lnTo>
                    <a:pt x="2389" y="1911"/>
                  </a:lnTo>
                  <a:lnTo>
                    <a:pt x="3344" y="1911"/>
                  </a:lnTo>
                  <a:lnTo>
                    <a:pt x="3822" y="955"/>
                  </a:lnTo>
                  <a:lnTo>
                    <a:pt x="3822" y="478"/>
                  </a:lnTo>
                  <a:lnTo>
                    <a:pt x="4777" y="0"/>
                  </a:lnTo>
                  <a:lnTo>
                    <a:pt x="5255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1" name="Freeform 4760">
              <a:extLst>
                <a:ext uri="{FF2B5EF4-FFF2-40B4-BE49-F238E27FC236}">
                  <a16:creationId xmlns:a16="http://schemas.microsoft.com/office/drawing/2014/main" id="{C43DE6D3-4B54-EF54-810B-9D0C97648130}"/>
                </a:ext>
              </a:extLst>
            </p:cNvPr>
            <p:cNvSpPr/>
            <p:nvPr/>
          </p:nvSpPr>
          <p:spPr>
            <a:xfrm>
              <a:off x="6749055" y="4957518"/>
              <a:ext cx="4299" cy="2388"/>
            </a:xfrm>
            <a:custGeom>
              <a:avLst/>
              <a:gdLst>
                <a:gd name="csX0" fmla="*/ 2867 w 4299"/>
                <a:gd name="csY0" fmla="*/ 956 h 2388"/>
                <a:gd name="csX1" fmla="*/ 4300 w 4299"/>
                <a:gd name="csY1" fmla="*/ 2389 h 2388"/>
                <a:gd name="csX2" fmla="*/ 478 w 4299"/>
                <a:gd name="csY2" fmla="*/ 1911 h 2388"/>
                <a:gd name="csX3" fmla="*/ 0 w 4299"/>
                <a:gd name="csY3" fmla="*/ 956 h 2388"/>
                <a:gd name="csX4" fmla="*/ 0 w 4299"/>
                <a:gd name="csY4" fmla="*/ 0 h 2388"/>
                <a:gd name="csX5" fmla="*/ 1433 w 4299"/>
                <a:gd name="csY5" fmla="*/ 0 h 2388"/>
                <a:gd name="csX6" fmla="*/ 2867 w 4299"/>
                <a:gd name="csY6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2388">
                  <a:moveTo>
                    <a:pt x="2867" y="956"/>
                  </a:moveTo>
                  <a:lnTo>
                    <a:pt x="4300" y="2389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867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2" name="Freeform 4761">
              <a:extLst>
                <a:ext uri="{FF2B5EF4-FFF2-40B4-BE49-F238E27FC236}">
                  <a16:creationId xmlns:a16="http://schemas.microsoft.com/office/drawing/2014/main" id="{10A27039-837C-A90A-158C-B25986C78DD2}"/>
                </a:ext>
              </a:extLst>
            </p:cNvPr>
            <p:cNvSpPr/>
            <p:nvPr/>
          </p:nvSpPr>
          <p:spPr>
            <a:xfrm>
              <a:off x="4637491" y="4415295"/>
              <a:ext cx="4299" cy="3344"/>
            </a:xfrm>
            <a:custGeom>
              <a:avLst/>
              <a:gdLst>
                <a:gd name="csX0" fmla="*/ 4299 w 4299"/>
                <a:gd name="csY0" fmla="*/ 2867 h 3344"/>
                <a:gd name="csX1" fmla="*/ 3822 w 4299"/>
                <a:gd name="csY1" fmla="*/ 3344 h 3344"/>
                <a:gd name="csX2" fmla="*/ 2866 w 4299"/>
                <a:gd name="csY2" fmla="*/ 1911 h 3344"/>
                <a:gd name="csX3" fmla="*/ 1433 w 4299"/>
                <a:gd name="csY3" fmla="*/ 1911 h 3344"/>
                <a:gd name="csX4" fmla="*/ 0 w 4299"/>
                <a:gd name="csY4" fmla="*/ 956 h 3344"/>
                <a:gd name="csX5" fmla="*/ 0 w 4299"/>
                <a:gd name="csY5" fmla="*/ 956 h 3344"/>
                <a:gd name="csX6" fmla="*/ 0 w 4299"/>
                <a:gd name="csY6" fmla="*/ 478 h 3344"/>
                <a:gd name="csX7" fmla="*/ 478 w 4299"/>
                <a:gd name="csY7" fmla="*/ 0 h 3344"/>
                <a:gd name="csX8" fmla="*/ 956 w 4299"/>
                <a:gd name="csY8" fmla="*/ 0 h 3344"/>
                <a:gd name="csX9" fmla="*/ 2389 w 4299"/>
                <a:gd name="csY9" fmla="*/ 956 h 3344"/>
                <a:gd name="csX10" fmla="*/ 3344 w 4299"/>
                <a:gd name="csY10" fmla="*/ 1911 h 3344"/>
                <a:gd name="csX11" fmla="*/ 3822 w 4299"/>
                <a:gd name="csY11" fmla="*/ 2389 h 3344"/>
                <a:gd name="csX12" fmla="*/ 4299 w 4299"/>
                <a:gd name="csY12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3344">
                  <a:moveTo>
                    <a:pt x="4299" y="2867"/>
                  </a:moveTo>
                  <a:lnTo>
                    <a:pt x="3822" y="3344"/>
                  </a:lnTo>
                  <a:lnTo>
                    <a:pt x="2866" y="1911"/>
                  </a:lnTo>
                  <a:lnTo>
                    <a:pt x="1433" y="1911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2389" y="956"/>
                  </a:lnTo>
                  <a:lnTo>
                    <a:pt x="3344" y="1911"/>
                  </a:lnTo>
                  <a:lnTo>
                    <a:pt x="3822" y="2389"/>
                  </a:lnTo>
                  <a:lnTo>
                    <a:pt x="4299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3" name="Freeform 4762">
              <a:extLst>
                <a:ext uri="{FF2B5EF4-FFF2-40B4-BE49-F238E27FC236}">
                  <a16:creationId xmlns:a16="http://schemas.microsoft.com/office/drawing/2014/main" id="{4B9DBCCC-55F1-15C3-FA5B-0BDD5FFCB235}"/>
                </a:ext>
              </a:extLst>
            </p:cNvPr>
            <p:cNvSpPr/>
            <p:nvPr/>
          </p:nvSpPr>
          <p:spPr>
            <a:xfrm>
              <a:off x="4641791" y="4419117"/>
              <a:ext cx="1911" cy="1910"/>
            </a:xfrm>
            <a:custGeom>
              <a:avLst/>
              <a:gdLst>
                <a:gd name="csX0" fmla="*/ 1911 w 1911"/>
                <a:gd name="csY0" fmla="*/ 1433 h 1910"/>
                <a:gd name="csX1" fmla="*/ 956 w 1911"/>
                <a:gd name="csY1" fmla="*/ 1911 h 1910"/>
                <a:gd name="csX2" fmla="*/ 0 w 1911"/>
                <a:gd name="csY2" fmla="*/ 955 h 1910"/>
                <a:gd name="csX3" fmla="*/ 0 w 1911"/>
                <a:gd name="csY3" fmla="*/ 0 h 1910"/>
                <a:gd name="csX4" fmla="*/ 956 w 1911"/>
                <a:gd name="csY4" fmla="*/ 0 h 1910"/>
                <a:gd name="csX5" fmla="*/ 1911 w 1911"/>
                <a:gd name="csY5" fmla="*/ 478 h 1910"/>
                <a:gd name="csX6" fmla="*/ 1911 w 1911"/>
                <a:gd name="csY6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0">
                  <a:moveTo>
                    <a:pt x="1911" y="1433"/>
                  </a:moveTo>
                  <a:lnTo>
                    <a:pt x="956" y="1911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478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4" name="Freeform 4763">
              <a:extLst>
                <a:ext uri="{FF2B5EF4-FFF2-40B4-BE49-F238E27FC236}">
                  <a16:creationId xmlns:a16="http://schemas.microsoft.com/office/drawing/2014/main" id="{10E18379-E771-C82D-3556-0C592FECA722}"/>
                </a:ext>
              </a:extLst>
            </p:cNvPr>
            <p:cNvSpPr/>
            <p:nvPr/>
          </p:nvSpPr>
          <p:spPr>
            <a:xfrm>
              <a:off x="8349927" y="3871161"/>
              <a:ext cx="122298" cy="125642"/>
            </a:xfrm>
            <a:custGeom>
              <a:avLst/>
              <a:gdLst>
                <a:gd name="csX0" fmla="*/ 45862 w 122298"/>
                <a:gd name="csY0" fmla="*/ 123732 h 125642"/>
                <a:gd name="csX1" fmla="*/ 44906 w 122298"/>
                <a:gd name="csY1" fmla="*/ 124210 h 125642"/>
                <a:gd name="csX2" fmla="*/ 44906 w 122298"/>
                <a:gd name="csY2" fmla="*/ 124210 h 125642"/>
                <a:gd name="csX3" fmla="*/ 43951 w 122298"/>
                <a:gd name="csY3" fmla="*/ 124210 h 125642"/>
                <a:gd name="csX4" fmla="*/ 39651 w 122298"/>
                <a:gd name="csY4" fmla="*/ 122299 h 125642"/>
                <a:gd name="csX5" fmla="*/ 36785 w 122298"/>
                <a:gd name="csY5" fmla="*/ 123254 h 125642"/>
                <a:gd name="csX6" fmla="*/ 35830 w 122298"/>
                <a:gd name="csY6" fmla="*/ 124687 h 125642"/>
                <a:gd name="csX7" fmla="*/ 34874 w 122298"/>
                <a:gd name="csY7" fmla="*/ 125165 h 125642"/>
                <a:gd name="csX8" fmla="*/ 33441 w 122298"/>
                <a:gd name="csY8" fmla="*/ 122299 h 125642"/>
                <a:gd name="csX9" fmla="*/ 31530 w 122298"/>
                <a:gd name="csY9" fmla="*/ 122299 h 125642"/>
                <a:gd name="csX10" fmla="*/ 28186 w 122298"/>
                <a:gd name="csY10" fmla="*/ 119432 h 125642"/>
                <a:gd name="csX11" fmla="*/ 26275 w 122298"/>
                <a:gd name="csY11" fmla="*/ 120388 h 125642"/>
                <a:gd name="csX12" fmla="*/ 26275 w 122298"/>
                <a:gd name="csY12" fmla="*/ 121343 h 125642"/>
                <a:gd name="csX13" fmla="*/ 24364 w 122298"/>
                <a:gd name="csY13" fmla="*/ 123732 h 125642"/>
                <a:gd name="csX14" fmla="*/ 21498 w 122298"/>
                <a:gd name="csY14" fmla="*/ 125643 h 125642"/>
                <a:gd name="csX15" fmla="*/ 21020 w 122298"/>
                <a:gd name="csY15" fmla="*/ 125643 h 125642"/>
                <a:gd name="csX16" fmla="*/ 19587 w 122298"/>
                <a:gd name="csY16" fmla="*/ 125643 h 125642"/>
                <a:gd name="csX17" fmla="*/ 20064 w 122298"/>
                <a:gd name="csY17" fmla="*/ 125165 h 125642"/>
                <a:gd name="csX18" fmla="*/ 19109 w 122298"/>
                <a:gd name="csY18" fmla="*/ 122777 h 125642"/>
                <a:gd name="csX19" fmla="*/ 14809 w 122298"/>
                <a:gd name="csY19" fmla="*/ 121821 h 125642"/>
                <a:gd name="csX20" fmla="*/ 13376 w 122298"/>
                <a:gd name="csY20" fmla="*/ 121343 h 125642"/>
                <a:gd name="csX21" fmla="*/ 12421 w 122298"/>
                <a:gd name="csY21" fmla="*/ 120865 h 125642"/>
                <a:gd name="csX22" fmla="*/ 16721 w 122298"/>
                <a:gd name="csY22" fmla="*/ 118477 h 125642"/>
                <a:gd name="csX23" fmla="*/ 17676 w 122298"/>
                <a:gd name="csY23" fmla="*/ 117999 h 125642"/>
                <a:gd name="csX24" fmla="*/ 16721 w 122298"/>
                <a:gd name="csY24" fmla="*/ 117521 h 125642"/>
                <a:gd name="csX25" fmla="*/ 15765 w 122298"/>
                <a:gd name="csY25" fmla="*/ 117044 h 125642"/>
                <a:gd name="csX26" fmla="*/ 12421 w 122298"/>
                <a:gd name="csY26" fmla="*/ 117521 h 125642"/>
                <a:gd name="csX27" fmla="*/ 10987 w 122298"/>
                <a:gd name="csY27" fmla="*/ 116566 h 125642"/>
                <a:gd name="csX28" fmla="*/ 8121 w 122298"/>
                <a:gd name="csY28" fmla="*/ 117044 h 125642"/>
                <a:gd name="csX29" fmla="*/ 6688 w 122298"/>
                <a:gd name="csY29" fmla="*/ 116566 h 125642"/>
                <a:gd name="csX30" fmla="*/ 10032 w 122298"/>
                <a:gd name="csY30" fmla="*/ 114177 h 125642"/>
                <a:gd name="csX31" fmla="*/ 10510 w 122298"/>
                <a:gd name="csY31" fmla="*/ 112744 h 125642"/>
                <a:gd name="csX32" fmla="*/ 10510 w 122298"/>
                <a:gd name="csY32" fmla="*/ 111311 h 125642"/>
                <a:gd name="csX33" fmla="*/ 12421 w 122298"/>
                <a:gd name="csY33" fmla="*/ 108445 h 125642"/>
                <a:gd name="csX34" fmla="*/ 13854 w 122298"/>
                <a:gd name="csY34" fmla="*/ 106534 h 125642"/>
                <a:gd name="csX35" fmla="*/ 19109 w 122298"/>
                <a:gd name="csY35" fmla="*/ 104145 h 125642"/>
                <a:gd name="csX36" fmla="*/ 21020 w 122298"/>
                <a:gd name="csY36" fmla="*/ 103667 h 125642"/>
                <a:gd name="csX37" fmla="*/ 22453 w 122298"/>
                <a:gd name="csY37" fmla="*/ 103667 h 125642"/>
                <a:gd name="csX38" fmla="*/ 23886 w 122298"/>
                <a:gd name="csY38" fmla="*/ 103667 h 125642"/>
                <a:gd name="csX39" fmla="*/ 22453 w 122298"/>
                <a:gd name="csY39" fmla="*/ 102712 h 125642"/>
                <a:gd name="csX40" fmla="*/ 21020 w 122298"/>
                <a:gd name="csY40" fmla="*/ 102234 h 125642"/>
                <a:gd name="csX41" fmla="*/ 18631 w 122298"/>
                <a:gd name="csY41" fmla="*/ 102234 h 125642"/>
                <a:gd name="csX42" fmla="*/ 16242 w 122298"/>
                <a:gd name="csY42" fmla="*/ 100801 h 125642"/>
                <a:gd name="csX43" fmla="*/ 15765 w 122298"/>
                <a:gd name="csY43" fmla="*/ 99368 h 125642"/>
                <a:gd name="csX44" fmla="*/ 21020 w 122298"/>
                <a:gd name="csY44" fmla="*/ 89335 h 125642"/>
                <a:gd name="csX45" fmla="*/ 21020 w 122298"/>
                <a:gd name="csY45" fmla="*/ 88380 h 125642"/>
                <a:gd name="csX46" fmla="*/ 20064 w 122298"/>
                <a:gd name="csY46" fmla="*/ 85991 h 125642"/>
                <a:gd name="csX47" fmla="*/ 20064 w 122298"/>
                <a:gd name="csY47" fmla="*/ 83603 h 125642"/>
                <a:gd name="csX48" fmla="*/ 16242 w 122298"/>
                <a:gd name="csY48" fmla="*/ 82647 h 125642"/>
                <a:gd name="csX49" fmla="*/ 14809 w 122298"/>
                <a:gd name="csY49" fmla="*/ 82170 h 125642"/>
                <a:gd name="csX50" fmla="*/ 10032 w 122298"/>
                <a:gd name="csY50" fmla="*/ 79781 h 125642"/>
                <a:gd name="csX51" fmla="*/ 8121 w 122298"/>
                <a:gd name="csY51" fmla="*/ 78347 h 125642"/>
                <a:gd name="csX52" fmla="*/ 7644 w 122298"/>
                <a:gd name="csY52" fmla="*/ 78825 h 125642"/>
                <a:gd name="csX53" fmla="*/ 7166 w 122298"/>
                <a:gd name="csY53" fmla="*/ 80736 h 125642"/>
                <a:gd name="csX54" fmla="*/ 6688 w 122298"/>
                <a:gd name="csY54" fmla="*/ 81214 h 125642"/>
                <a:gd name="csX55" fmla="*/ 5733 w 122298"/>
                <a:gd name="csY55" fmla="*/ 81692 h 125642"/>
                <a:gd name="csX56" fmla="*/ 4777 w 122298"/>
                <a:gd name="csY56" fmla="*/ 79303 h 125642"/>
                <a:gd name="csX57" fmla="*/ 3821 w 122298"/>
                <a:gd name="csY57" fmla="*/ 77870 h 125642"/>
                <a:gd name="csX58" fmla="*/ 955 w 122298"/>
                <a:gd name="csY58" fmla="*/ 75959 h 125642"/>
                <a:gd name="csX59" fmla="*/ 0 w 122298"/>
                <a:gd name="csY59" fmla="*/ 75004 h 125642"/>
                <a:gd name="csX60" fmla="*/ 478 w 122298"/>
                <a:gd name="csY60" fmla="*/ 72615 h 125642"/>
                <a:gd name="csX61" fmla="*/ 0 w 122298"/>
                <a:gd name="csY61" fmla="*/ 72615 h 125642"/>
                <a:gd name="csX62" fmla="*/ 0 w 122298"/>
                <a:gd name="csY62" fmla="*/ 72615 h 125642"/>
                <a:gd name="csX63" fmla="*/ 478 w 122298"/>
                <a:gd name="csY63" fmla="*/ 70226 h 125642"/>
                <a:gd name="csX64" fmla="*/ 478 w 122298"/>
                <a:gd name="csY64" fmla="*/ 70226 h 125642"/>
                <a:gd name="csX65" fmla="*/ 2389 w 122298"/>
                <a:gd name="csY65" fmla="*/ 68315 h 125642"/>
                <a:gd name="csX66" fmla="*/ 2389 w 122298"/>
                <a:gd name="csY66" fmla="*/ 68315 h 125642"/>
                <a:gd name="csX67" fmla="*/ 7166 w 122298"/>
                <a:gd name="csY67" fmla="*/ 64971 h 125642"/>
                <a:gd name="csX68" fmla="*/ 8121 w 122298"/>
                <a:gd name="csY68" fmla="*/ 63538 h 125642"/>
                <a:gd name="csX69" fmla="*/ 8121 w 122298"/>
                <a:gd name="csY69" fmla="*/ 63538 h 125642"/>
                <a:gd name="csX70" fmla="*/ 10510 w 122298"/>
                <a:gd name="csY70" fmla="*/ 61627 h 125642"/>
                <a:gd name="csX71" fmla="*/ 11465 w 122298"/>
                <a:gd name="csY71" fmla="*/ 61627 h 125642"/>
                <a:gd name="csX72" fmla="*/ 11943 w 122298"/>
                <a:gd name="csY72" fmla="*/ 61627 h 125642"/>
                <a:gd name="csX73" fmla="*/ 12421 w 122298"/>
                <a:gd name="csY73" fmla="*/ 61627 h 125642"/>
                <a:gd name="csX74" fmla="*/ 12421 w 122298"/>
                <a:gd name="csY74" fmla="*/ 61627 h 125642"/>
                <a:gd name="csX75" fmla="*/ 12898 w 122298"/>
                <a:gd name="csY75" fmla="*/ 60672 h 125642"/>
                <a:gd name="csX76" fmla="*/ 13376 w 122298"/>
                <a:gd name="csY76" fmla="*/ 60194 h 125642"/>
                <a:gd name="csX77" fmla="*/ 14332 w 122298"/>
                <a:gd name="csY77" fmla="*/ 59716 h 125642"/>
                <a:gd name="csX78" fmla="*/ 16242 w 122298"/>
                <a:gd name="csY78" fmla="*/ 58761 h 125642"/>
                <a:gd name="csX79" fmla="*/ 19109 w 122298"/>
                <a:gd name="csY79" fmla="*/ 57328 h 125642"/>
                <a:gd name="csX80" fmla="*/ 21020 w 122298"/>
                <a:gd name="csY80" fmla="*/ 56850 h 125642"/>
                <a:gd name="csX81" fmla="*/ 23408 w 122298"/>
                <a:gd name="csY81" fmla="*/ 54939 h 125642"/>
                <a:gd name="csX82" fmla="*/ 23408 w 122298"/>
                <a:gd name="csY82" fmla="*/ 54939 h 125642"/>
                <a:gd name="csX83" fmla="*/ 24364 w 122298"/>
                <a:gd name="csY83" fmla="*/ 53983 h 125642"/>
                <a:gd name="csX84" fmla="*/ 24364 w 122298"/>
                <a:gd name="csY84" fmla="*/ 53983 h 125642"/>
                <a:gd name="csX85" fmla="*/ 25319 w 122298"/>
                <a:gd name="csY85" fmla="*/ 53983 h 125642"/>
                <a:gd name="csX86" fmla="*/ 25797 w 122298"/>
                <a:gd name="csY86" fmla="*/ 53506 h 125642"/>
                <a:gd name="csX87" fmla="*/ 26275 w 122298"/>
                <a:gd name="csY87" fmla="*/ 52550 h 125642"/>
                <a:gd name="csX88" fmla="*/ 26275 w 122298"/>
                <a:gd name="csY88" fmla="*/ 52550 h 125642"/>
                <a:gd name="csX89" fmla="*/ 27230 w 122298"/>
                <a:gd name="csY89" fmla="*/ 52072 h 125642"/>
                <a:gd name="csX90" fmla="*/ 28186 w 122298"/>
                <a:gd name="csY90" fmla="*/ 52072 h 125642"/>
                <a:gd name="csX91" fmla="*/ 30097 w 122298"/>
                <a:gd name="csY91" fmla="*/ 51595 h 125642"/>
                <a:gd name="csX92" fmla="*/ 30574 w 122298"/>
                <a:gd name="csY92" fmla="*/ 51595 h 125642"/>
                <a:gd name="csX93" fmla="*/ 32485 w 122298"/>
                <a:gd name="csY93" fmla="*/ 51117 h 125642"/>
                <a:gd name="csX94" fmla="*/ 32485 w 122298"/>
                <a:gd name="csY94" fmla="*/ 51117 h 125642"/>
                <a:gd name="csX95" fmla="*/ 33919 w 122298"/>
                <a:gd name="csY95" fmla="*/ 49684 h 125642"/>
                <a:gd name="csX96" fmla="*/ 34396 w 122298"/>
                <a:gd name="csY96" fmla="*/ 48251 h 125642"/>
                <a:gd name="csX97" fmla="*/ 34396 w 122298"/>
                <a:gd name="csY97" fmla="*/ 48251 h 125642"/>
                <a:gd name="csX98" fmla="*/ 35352 w 122298"/>
                <a:gd name="csY98" fmla="*/ 46817 h 125642"/>
                <a:gd name="csX99" fmla="*/ 35352 w 122298"/>
                <a:gd name="csY99" fmla="*/ 46817 h 125642"/>
                <a:gd name="csX100" fmla="*/ 37740 w 122298"/>
                <a:gd name="csY100" fmla="*/ 45384 h 125642"/>
                <a:gd name="csX101" fmla="*/ 39174 w 122298"/>
                <a:gd name="csY101" fmla="*/ 43473 h 125642"/>
                <a:gd name="csX102" fmla="*/ 40607 w 122298"/>
                <a:gd name="csY102" fmla="*/ 41085 h 125642"/>
                <a:gd name="csX103" fmla="*/ 40607 w 122298"/>
                <a:gd name="csY103" fmla="*/ 41085 h 125642"/>
                <a:gd name="csX104" fmla="*/ 41562 w 122298"/>
                <a:gd name="csY104" fmla="*/ 40129 h 125642"/>
                <a:gd name="csX105" fmla="*/ 41562 w 122298"/>
                <a:gd name="csY105" fmla="*/ 40129 h 125642"/>
                <a:gd name="csX106" fmla="*/ 42040 w 122298"/>
                <a:gd name="csY106" fmla="*/ 40129 h 125642"/>
                <a:gd name="csX107" fmla="*/ 42040 w 122298"/>
                <a:gd name="csY107" fmla="*/ 40129 h 125642"/>
                <a:gd name="csX108" fmla="*/ 42517 w 122298"/>
                <a:gd name="csY108" fmla="*/ 40129 h 125642"/>
                <a:gd name="csX109" fmla="*/ 42517 w 122298"/>
                <a:gd name="csY109" fmla="*/ 39174 h 125642"/>
                <a:gd name="csX110" fmla="*/ 42996 w 122298"/>
                <a:gd name="csY110" fmla="*/ 36785 h 125642"/>
                <a:gd name="csX111" fmla="*/ 43951 w 122298"/>
                <a:gd name="csY111" fmla="*/ 34397 h 125642"/>
                <a:gd name="csX112" fmla="*/ 44428 w 122298"/>
                <a:gd name="csY112" fmla="*/ 33441 h 125642"/>
                <a:gd name="csX113" fmla="*/ 46340 w 122298"/>
                <a:gd name="csY113" fmla="*/ 32008 h 125642"/>
                <a:gd name="csX114" fmla="*/ 46817 w 122298"/>
                <a:gd name="csY114" fmla="*/ 31530 h 125642"/>
                <a:gd name="csX115" fmla="*/ 46817 w 122298"/>
                <a:gd name="csY115" fmla="*/ 31530 h 125642"/>
                <a:gd name="csX116" fmla="*/ 47295 w 122298"/>
                <a:gd name="csY116" fmla="*/ 31530 h 125642"/>
                <a:gd name="csX117" fmla="*/ 48251 w 122298"/>
                <a:gd name="csY117" fmla="*/ 31530 h 125642"/>
                <a:gd name="csX118" fmla="*/ 48251 w 122298"/>
                <a:gd name="csY118" fmla="*/ 31530 h 125642"/>
                <a:gd name="csX119" fmla="*/ 49206 w 122298"/>
                <a:gd name="csY119" fmla="*/ 30575 h 125642"/>
                <a:gd name="csX120" fmla="*/ 50639 w 122298"/>
                <a:gd name="csY120" fmla="*/ 30097 h 125642"/>
                <a:gd name="csX121" fmla="*/ 51594 w 122298"/>
                <a:gd name="csY121" fmla="*/ 30097 h 125642"/>
                <a:gd name="csX122" fmla="*/ 52550 w 122298"/>
                <a:gd name="csY122" fmla="*/ 31052 h 125642"/>
                <a:gd name="csX123" fmla="*/ 53505 w 122298"/>
                <a:gd name="csY123" fmla="*/ 32486 h 125642"/>
                <a:gd name="csX124" fmla="*/ 53983 w 122298"/>
                <a:gd name="csY124" fmla="*/ 33441 h 125642"/>
                <a:gd name="csX125" fmla="*/ 54939 w 122298"/>
                <a:gd name="csY125" fmla="*/ 34397 h 125642"/>
                <a:gd name="csX126" fmla="*/ 54939 w 122298"/>
                <a:gd name="csY126" fmla="*/ 35352 h 125642"/>
                <a:gd name="csX127" fmla="*/ 54939 w 122298"/>
                <a:gd name="csY127" fmla="*/ 35352 h 125642"/>
                <a:gd name="csX128" fmla="*/ 55894 w 122298"/>
                <a:gd name="csY128" fmla="*/ 35830 h 125642"/>
                <a:gd name="csX129" fmla="*/ 55894 w 122298"/>
                <a:gd name="csY129" fmla="*/ 35830 h 125642"/>
                <a:gd name="csX130" fmla="*/ 57805 w 122298"/>
                <a:gd name="csY130" fmla="*/ 36307 h 125642"/>
                <a:gd name="csX131" fmla="*/ 57805 w 122298"/>
                <a:gd name="csY131" fmla="*/ 36307 h 125642"/>
                <a:gd name="csX132" fmla="*/ 60671 w 122298"/>
                <a:gd name="csY132" fmla="*/ 37263 h 125642"/>
                <a:gd name="csX133" fmla="*/ 62582 w 122298"/>
                <a:gd name="csY133" fmla="*/ 37263 h 125642"/>
                <a:gd name="csX134" fmla="*/ 63538 w 122298"/>
                <a:gd name="csY134" fmla="*/ 37740 h 125642"/>
                <a:gd name="csX135" fmla="*/ 65926 w 122298"/>
                <a:gd name="csY135" fmla="*/ 38218 h 125642"/>
                <a:gd name="csX136" fmla="*/ 70704 w 122298"/>
                <a:gd name="csY136" fmla="*/ 37740 h 125642"/>
                <a:gd name="csX137" fmla="*/ 72615 w 122298"/>
                <a:gd name="csY137" fmla="*/ 38218 h 125642"/>
                <a:gd name="csX138" fmla="*/ 73092 w 122298"/>
                <a:gd name="csY138" fmla="*/ 38696 h 125642"/>
                <a:gd name="csX139" fmla="*/ 73092 w 122298"/>
                <a:gd name="csY139" fmla="*/ 38696 h 125642"/>
                <a:gd name="csX140" fmla="*/ 74526 w 122298"/>
                <a:gd name="csY140" fmla="*/ 39651 h 125642"/>
                <a:gd name="csX141" fmla="*/ 75003 w 122298"/>
                <a:gd name="csY141" fmla="*/ 39651 h 125642"/>
                <a:gd name="csX142" fmla="*/ 75959 w 122298"/>
                <a:gd name="csY142" fmla="*/ 38218 h 125642"/>
                <a:gd name="csX143" fmla="*/ 77392 w 122298"/>
                <a:gd name="csY143" fmla="*/ 36785 h 125642"/>
                <a:gd name="csX144" fmla="*/ 77870 w 122298"/>
                <a:gd name="csY144" fmla="*/ 35352 h 125642"/>
                <a:gd name="csX145" fmla="*/ 77870 w 122298"/>
                <a:gd name="csY145" fmla="*/ 34397 h 125642"/>
                <a:gd name="csX146" fmla="*/ 77392 w 122298"/>
                <a:gd name="csY146" fmla="*/ 32963 h 125642"/>
                <a:gd name="csX147" fmla="*/ 75959 w 122298"/>
                <a:gd name="csY147" fmla="*/ 32008 h 125642"/>
                <a:gd name="csX148" fmla="*/ 75959 w 122298"/>
                <a:gd name="csY148" fmla="*/ 32008 h 125642"/>
                <a:gd name="csX149" fmla="*/ 75003 w 122298"/>
                <a:gd name="csY149" fmla="*/ 30097 h 125642"/>
                <a:gd name="csX150" fmla="*/ 74048 w 122298"/>
                <a:gd name="csY150" fmla="*/ 28664 h 125642"/>
                <a:gd name="csX151" fmla="*/ 73092 w 122298"/>
                <a:gd name="csY151" fmla="*/ 27708 h 125642"/>
                <a:gd name="csX152" fmla="*/ 72615 w 122298"/>
                <a:gd name="csY152" fmla="*/ 27231 h 125642"/>
                <a:gd name="csX153" fmla="*/ 72615 w 122298"/>
                <a:gd name="csY153" fmla="*/ 25797 h 125642"/>
                <a:gd name="csX154" fmla="*/ 73092 w 122298"/>
                <a:gd name="csY154" fmla="*/ 24842 h 125642"/>
                <a:gd name="csX155" fmla="*/ 73092 w 122298"/>
                <a:gd name="csY155" fmla="*/ 24842 h 125642"/>
                <a:gd name="csX156" fmla="*/ 74048 w 122298"/>
                <a:gd name="csY156" fmla="*/ 24842 h 125642"/>
                <a:gd name="csX157" fmla="*/ 75481 w 122298"/>
                <a:gd name="csY157" fmla="*/ 24364 h 125642"/>
                <a:gd name="csX158" fmla="*/ 77870 w 122298"/>
                <a:gd name="csY158" fmla="*/ 23886 h 125642"/>
                <a:gd name="csX159" fmla="*/ 78347 w 122298"/>
                <a:gd name="csY159" fmla="*/ 23886 h 125642"/>
                <a:gd name="csX160" fmla="*/ 80736 w 122298"/>
                <a:gd name="csY160" fmla="*/ 24364 h 125642"/>
                <a:gd name="csX161" fmla="*/ 80736 w 122298"/>
                <a:gd name="csY161" fmla="*/ 24364 h 125642"/>
                <a:gd name="csX162" fmla="*/ 84558 w 122298"/>
                <a:gd name="csY162" fmla="*/ 24364 h 125642"/>
                <a:gd name="csX163" fmla="*/ 84558 w 122298"/>
                <a:gd name="csY163" fmla="*/ 23886 h 125642"/>
                <a:gd name="csX164" fmla="*/ 86947 w 122298"/>
                <a:gd name="csY164" fmla="*/ 23886 h 125642"/>
                <a:gd name="csX165" fmla="*/ 88858 w 122298"/>
                <a:gd name="csY165" fmla="*/ 23886 h 125642"/>
                <a:gd name="csX166" fmla="*/ 90290 w 122298"/>
                <a:gd name="csY166" fmla="*/ 23886 h 125642"/>
                <a:gd name="csX167" fmla="*/ 90290 w 122298"/>
                <a:gd name="csY167" fmla="*/ 23886 h 125642"/>
                <a:gd name="csX168" fmla="*/ 91246 w 122298"/>
                <a:gd name="csY168" fmla="*/ 22931 h 125642"/>
                <a:gd name="csX169" fmla="*/ 91246 w 122298"/>
                <a:gd name="csY169" fmla="*/ 22931 h 125642"/>
                <a:gd name="csX170" fmla="*/ 93635 w 122298"/>
                <a:gd name="csY170" fmla="*/ 21020 h 125642"/>
                <a:gd name="csX171" fmla="*/ 94590 w 122298"/>
                <a:gd name="csY171" fmla="*/ 20542 h 125642"/>
                <a:gd name="csX172" fmla="*/ 96024 w 122298"/>
                <a:gd name="csY172" fmla="*/ 19109 h 125642"/>
                <a:gd name="csX173" fmla="*/ 96024 w 122298"/>
                <a:gd name="csY173" fmla="*/ 18154 h 125642"/>
                <a:gd name="csX174" fmla="*/ 96501 w 122298"/>
                <a:gd name="csY174" fmla="*/ 17198 h 125642"/>
                <a:gd name="csX175" fmla="*/ 96501 w 122298"/>
                <a:gd name="csY175" fmla="*/ 16721 h 125642"/>
                <a:gd name="csX176" fmla="*/ 96979 w 122298"/>
                <a:gd name="csY176" fmla="*/ 15765 h 125642"/>
                <a:gd name="csX177" fmla="*/ 98412 w 122298"/>
                <a:gd name="csY177" fmla="*/ 14332 h 125642"/>
                <a:gd name="csX178" fmla="*/ 98412 w 122298"/>
                <a:gd name="csY178" fmla="*/ 14332 h 125642"/>
                <a:gd name="csX179" fmla="*/ 99367 w 122298"/>
                <a:gd name="csY179" fmla="*/ 13854 h 125642"/>
                <a:gd name="csX180" fmla="*/ 100323 w 122298"/>
                <a:gd name="csY180" fmla="*/ 13854 h 125642"/>
                <a:gd name="csX181" fmla="*/ 101756 w 122298"/>
                <a:gd name="csY181" fmla="*/ 14809 h 125642"/>
                <a:gd name="csX182" fmla="*/ 102234 w 122298"/>
                <a:gd name="csY182" fmla="*/ 15287 h 125642"/>
                <a:gd name="csX183" fmla="*/ 103189 w 122298"/>
                <a:gd name="csY183" fmla="*/ 14809 h 125642"/>
                <a:gd name="csX184" fmla="*/ 104145 w 122298"/>
                <a:gd name="csY184" fmla="*/ 13854 h 125642"/>
                <a:gd name="csX185" fmla="*/ 104145 w 122298"/>
                <a:gd name="csY185" fmla="*/ 13854 h 125642"/>
                <a:gd name="csX186" fmla="*/ 104622 w 122298"/>
                <a:gd name="csY186" fmla="*/ 13854 h 125642"/>
                <a:gd name="csX187" fmla="*/ 104622 w 122298"/>
                <a:gd name="csY187" fmla="*/ 13854 h 125642"/>
                <a:gd name="csX188" fmla="*/ 104622 w 122298"/>
                <a:gd name="csY188" fmla="*/ 13854 h 125642"/>
                <a:gd name="csX189" fmla="*/ 106056 w 122298"/>
                <a:gd name="csY189" fmla="*/ 13854 h 125642"/>
                <a:gd name="csX190" fmla="*/ 106056 w 122298"/>
                <a:gd name="csY190" fmla="*/ 13854 h 125642"/>
                <a:gd name="csX191" fmla="*/ 106056 w 122298"/>
                <a:gd name="csY191" fmla="*/ 12899 h 125642"/>
                <a:gd name="csX192" fmla="*/ 107011 w 122298"/>
                <a:gd name="csY192" fmla="*/ 10032 h 125642"/>
                <a:gd name="csX193" fmla="*/ 107489 w 122298"/>
                <a:gd name="csY193" fmla="*/ 7166 h 125642"/>
                <a:gd name="csX194" fmla="*/ 107489 w 122298"/>
                <a:gd name="csY194" fmla="*/ 5733 h 125642"/>
                <a:gd name="csX195" fmla="*/ 108922 w 122298"/>
                <a:gd name="csY195" fmla="*/ 2866 h 125642"/>
                <a:gd name="csX196" fmla="*/ 108922 w 122298"/>
                <a:gd name="csY196" fmla="*/ 956 h 125642"/>
                <a:gd name="csX197" fmla="*/ 109878 w 122298"/>
                <a:gd name="csY197" fmla="*/ 0 h 125642"/>
                <a:gd name="csX198" fmla="*/ 109878 w 122298"/>
                <a:gd name="csY198" fmla="*/ 0 h 125642"/>
                <a:gd name="csX199" fmla="*/ 110833 w 122298"/>
                <a:gd name="csY199" fmla="*/ 0 h 125642"/>
                <a:gd name="csX200" fmla="*/ 110833 w 122298"/>
                <a:gd name="csY200" fmla="*/ 0 h 125642"/>
                <a:gd name="csX201" fmla="*/ 111311 w 122298"/>
                <a:gd name="csY201" fmla="*/ 478 h 125642"/>
                <a:gd name="csX202" fmla="*/ 112266 w 122298"/>
                <a:gd name="csY202" fmla="*/ 956 h 125642"/>
                <a:gd name="csX203" fmla="*/ 113699 w 122298"/>
                <a:gd name="csY203" fmla="*/ 478 h 125642"/>
                <a:gd name="csX204" fmla="*/ 114177 w 122298"/>
                <a:gd name="csY204" fmla="*/ 956 h 125642"/>
                <a:gd name="csX205" fmla="*/ 114655 w 122298"/>
                <a:gd name="csY205" fmla="*/ 1911 h 125642"/>
                <a:gd name="csX206" fmla="*/ 116566 w 122298"/>
                <a:gd name="csY206" fmla="*/ 2866 h 125642"/>
                <a:gd name="csX207" fmla="*/ 116566 w 122298"/>
                <a:gd name="csY207" fmla="*/ 3344 h 125642"/>
                <a:gd name="csX208" fmla="*/ 116566 w 122298"/>
                <a:gd name="csY208" fmla="*/ 6210 h 125642"/>
                <a:gd name="csX209" fmla="*/ 117521 w 122298"/>
                <a:gd name="csY209" fmla="*/ 7644 h 125642"/>
                <a:gd name="csX210" fmla="*/ 118954 w 122298"/>
                <a:gd name="csY210" fmla="*/ 9077 h 125642"/>
                <a:gd name="csX211" fmla="*/ 120865 w 122298"/>
                <a:gd name="csY211" fmla="*/ 10510 h 125642"/>
                <a:gd name="csX212" fmla="*/ 120865 w 122298"/>
                <a:gd name="csY212" fmla="*/ 10510 h 125642"/>
                <a:gd name="csX213" fmla="*/ 121821 w 122298"/>
                <a:gd name="csY213" fmla="*/ 10510 h 125642"/>
                <a:gd name="csX214" fmla="*/ 122299 w 122298"/>
                <a:gd name="csY214" fmla="*/ 11465 h 125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</a:cxnLst>
              <a:rect l="l" t="t" r="r" b="b"/>
              <a:pathLst>
                <a:path w="122298" h="125642">
                  <a:moveTo>
                    <a:pt x="45862" y="123732"/>
                  </a:moveTo>
                  <a:lnTo>
                    <a:pt x="44906" y="124210"/>
                  </a:lnTo>
                  <a:lnTo>
                    <a:pt x="44906" y="124210"/>
                  </a:lnTo>
                  <a:lnTo>
                    <a:pt x="43951" y="124210"/>
                  </a:lnTo>
                  <a:lnTo>
                    <a:pt x="39651" y="122299"/>
                  </a:lnTo>
                  <a:lnTo>
                    <a:pt x="36785" y="123254"/>
                  </a:lnTo>
                  <a:lnTo>
                    <a:pt x="35830" y="124687"/>
                  </a:lnTo>
                  <a:lnTo>
                    <a:pt x="34874" y="125165"/>
                  </a:lnTo>
                  <a:lnTo>
                    <a:pt x="33441" y="122299"/>
                  </a:lnTo>
                  <a:lnTo>
                    <a:pt x="31530" y="122299"/>
                  </a:lnTo>
                  <a:lnTo>
                    <a:pt x="28186" y="119432"/>
                  </a:lnTo>
                  <a:lnTo>
                    <a:pt x="26275" y="120388"/>
                  </a:lnTo>
                  <a:lnTo>
                    <a:pt x="26275" y="121343"/>
                  </a:lnTo>
                  <a:lnTo>
                    <a:pt x="24364" y="123732"/>
                  </a:lnTo>
                  <a:lnTo>
                    <a:pt x="21498" y="125643"/>
                  </a:lnTo>
                  <a:lnTo>
                    <a:pt x="21020" y="125643"/>
                  </a:lnTo>
                  <a:lnTo>
                    <a:pt x="19587" y="125643"/>
                  </a:lnTo>
                  <a:lnTo>
                    <a:pt x="20064" y="125165"/>
                  </a:lnTo>
                  <a:lnTo>
                    <a:pt x="19109" y="122777"/>
                  </a:lnTo>
                  <a:lnTo>
                    <a:pt x="14809" y="121821"/>
                  </a:lnTo>
                  <a:lnTo>
                    <a:pt x="13376" y="121343"/>
                  </a:lnTo>
                  <a:lnTo>
                    <a:pt x="12421" y="120865"/>
                  </a:lnTo>
                  <a:lnTo>
                    <a:pt x="16721" y="118477"/>
                  </a:lnTo>
                  <a:lnTo>
                    <a:pt x="17676" y="117999"/>
                  </a:lnTo>
                  <a:lnTo>
                    <a:pt x="16721" y="117521"/>
                  </a:lnTo>
                  <a:lnTo>
                    <a:pt x="15765" y="117044"/>
                  </a:lnTo>
                  <a:lnTo>
                    <a:pt x="12421" y="117521"/>
                  </a:lnTo>
                  <a:lnTo>
                    <a:pt x="10987" y="116566"/>
                  </a:lnTo>
                  <a:lnTo>
                    <a:pt x="8121" y="117044"/>
                  </a:lnTo>
                  <a:lnTo>
                    <a:pt x="6688" y="116566"/>
                  </a:lnTo>
                  <a:lnTo>
                    <a:pt x="10032" y="114177"/>
                  </a:lnTo>
                  <a:lnTo>
                    <a:pt x="10510" y="112744"/>
                  </a:lnTo>
                  <a:lnTo>
                    <a:pt x="10510" y="111311"/>
                  </a:lnTo>
                  <a:lnTo>
                    <a:pt x="12421" y="108445"/>
                  </a:lnTo>
                  <a:lnTo>
                    <a:pt x="13854" y="106534"/>
                  </a:lnTo>
                  <a:lnTo>
                    <a:pt x="19109" y="104145"/>
                  </a:lnTo>
                  <a:lnTo>
                    <a:pt x="21020" y="103667"/>
                  </a:lnTo>
                  <a:lnTo>
                    <a:pt x="22453" y="103667"/>
                  </a:lnTo>
                  <a:lnTo>
                    <a:pt x="23886" y="103667"/>
                  </a:lnTo>
                  <a:lnTo>
                    <a:pt x="22453" y="102712"/>
                  </a:lnTo>
                  <a:lnTo>
                    <a:pt x="21020" y="102234"/>
                  </a:lnTo>
                  <a:lnTo>
                    <a:pt x="18631" y="102234"/>
                  </a:lnTo>
                  <a:lnTo>
                    <a:pt x="16242" y="100801"/>
                  </a:lnTo>
                  <a:lnTo>
                    <a:pt x="15765" y="99368"/>
                  </a:lnTo>
                  <a:lnTo>
                    <a:pt x="21020" y="89335"/>
                  </a:lnTo>
                  <a:lnTo>
                    <a:pt x="21020" y="88380"/>
                  </a:lnTo>
                  <a:lnTo>
                    <a:pt x="20064" y="85991"/>
                  </a:lnTo>
                  <a:lnTo>
                    <a:pt x="20064" y="83603"/>
                  </a:lnTo>
                  <a:lnTo>
                    <a:pt x="16242" y="82647"/>
                  </a:lnTo>
                  <a:lnTo>
                    <a:pt x="14809" y="82170"/>
                  </a:lnTo>
                  <a:lnTo>
                    <a:pt x="10032" y="79781"/>
                  </a:lnTo>
                  <a:lnTo>
                    <a:pt x="8121" y="78347"/>
                  </a:lnTo>
                  <a:lnTo>
                    <a:pt x="7644" y="78825"/>
                  </a:lnTo>
                  <a:lnTo>
                    <a:pt x="7166" y="80736"/>
                  </a:lnTo>
                  <a:lnTo>
                    <a:pt x="6688" y="81214"/>
                  </a:lnTo>
                  <a:lnTo>
                    <a:pt x="5733" y="81692"/>
                  </a:lnTo>
                  <a:lnTo>
                    <a:pt x="4777" y="79303"/>
                  </a:lnTo>
                  <a:lnTo>
                    <a:pt x="3821" y="77870"/>
                  </a:lnTo>
                  <a:lnTo>
                    <a:pt x="955" y="75959"/>
                  </a:lnTo>
                  <a:lnTo>
                    <a:pt x="0" y="75004"/>
                  </a:lnTo>
                  <a:lnTo>
                    <a:pt x="478" y="72615"/>
                  </a:lnTo>
                  <a:lnTo>
                    <a:pt x="0" y="72615"/>
                  </a:lnTo>
                  <a:lnTo>
                    <a:pt x="0" y="72615"/>
                  </a:lnTo>
                  <a:lnTo>
                    <a:pt x="478" y="70226"/>
                  </a:lnTo>
                  <a:lnTo>
                    <a:pt x="478" y="70226"/>
                  </a:lnTo>
                  <a:lnTo>
                    <a:pt x="2389" y="68315"/>
                  </a:lnTo>
                  <a:lnTo>
                    <a:pt x="2389" y="68315"/>
                  </a:lnTo>
                  <a:lnTo>
                    <a:pt x="7166" y="64971"/>
                  </a:lnTo>
                  <a:lnTo>
                    <a:pt x="8121" y="63538"/>
                  </a:lnTo>
                  <a:lnTo>
                    <a:pt x="8121" y="63538"/>
                  </a:lnTo>
                  <a:lnTo>
                    <a:pt x="10510" y="61627"/>
                  </a:lnTo>
                  <a:lnTo>
                    <a:pt x="11465" y="61627"/>
                  </a:lnTo>
                  <a:lnTo>
                    <a:pt x="11943" y="61627"/>
                  </a:lnTo>
                  <a:lnTo>
                    <a:pt x="12421" y="61627"/>
                  </a:lnTo>
                  <a:lnTo>
                    <a:pt x="12421" y="61627"/>
                  </a:lnTo>
                  <a:lnTo>
                    <a:pt x="12898" y="60672"/>
                  </a:lnTo>
                  <a:lnTo>
                    <a:pt x="13376" y="60194"/>
                  </a:lnTo>
                  <a:lnTo>
                    <a:pt x="14332" y="59716"/>
                  </a:lnTo>
                  <a:lnTo>
                    <a:pt x="16242" y="58761"/>
                  </a:lnTo>
                  <a:lnTo>
                    <a:pt x="19109" y="57328"/>
                  </a:lnTo>
                  <a:lnTo>
                    <a:pt x="21020" y="56850"/>
                  </a:lnTo>
                  <a:lnTo>
                    <a:pt x="23408" y="54939"/>
                  </a:lnTo>
                  <a:lnTo>
                    <a:pt x="23408" y="54939"/>
                  </a:lnTo>
                  <a:lnTo>
                    <a:pt x="24364" y="53983"/>
                  </a:lnTo>
                  <a:lnTo>
                    <a:pt x="24364" y="53983"/>
                  </a:lnTo>
                  <a:lnTo>
                    <a:pt x="25319" y="53983"/>
                  </a:lnTo>
                  <a:lnTo>
                    <a:pt x="25797" y="53506"/>
                  </a:lnTo>
                  <a:lnTo>
                    <a:pt x="26275" y="52550"/>
                  </a:lnTo>
                  <a:lnTo>
                    <a:pt x="26275" y="52550"/>
                  </a:lnTo>
                  <a:lnTo>
                    <a:pt x="27230" y="52072"/>
                  </a:lnTo>
                  <a:lnTo>
                    <a:pt x="28186" y="52072"/>
                  </a:lnTo>
                  <a:lnTo>
                    <a:pt x="30097" y="51595"/>
                  </a:lnTo>
                  <a:lnTo>
                    <a:pt x="30574" y="51595"/>
                  </a:lnTo>
                  <a:lnTo>
                    <a:pt x="32485" y="51117"/>
                  </a:lnTo>
                  <a:lnTo>
                    <a:pt x="32485" y="51117"/>
                  </a:lnTo>
                  <a:lnTo>
                    <a:pt x="33919" y="49684"/>
                  </a:lnTo>
                  <a:lnTo>
                    <a:pt x="34396" y="48251"/>
                  </a:lnTo>
                  <a:lnTo>
                    <a:pt x="34396" y="48251"/>
                  </a:lnTo>
                  <a:lnTo>
                    <a:pt x="35352" y="46817"/>
                  </a:lnTo>
                  <a:lnTo>
                    <a:pt x="35352" y="46817"/>
                  </a:lnTo>
                  <a:lnTo>
                    <a:pt x="37740" y="45384"/>
                  </a:lnTo>
                  <a:lnTo>
                    <a:pt x="39174" y="43473"/>
                  </a:lnTo>
                  <a:lnTo>
                    <a:pt x="40607" y="41085"/>
                  </a:lnTo>
                  <a:lnTo>
                    <a:pt x="40607" y="41085"/>
                  </a:lnTo>
                  <a:lnTo>
                    <a:pt x="41562" y="40129"/>
                  </a:lnTo>
                  <a:lnTo>
                    <a:pt x="41562" y="40129"/>
                  </a:lnTo>
                  <a:lnTo>
                    <a:pt x="42040" y="40129"/>
                  </a:lnTo>
                  <a:lnTo>
                    <a:pt x="42040" y="40129"/>
                  </a:lnTo>
                  <a:lnTo>
                    <a:pt x="42517" y="40129"/>
                  </a:lnTo>
                  <a:lnTo>
                    <a:pt x="42517" y="39174"/>
                  </a:lnTo>
                  <a:lnTo>
                    <a:pt x="42996" y="36785"/>
                  </a:lnTo>
                  <a:lnTo>
                    <a:pt x="43951" y="34397"/>
                  </a:lnTo>
                  <a:lnTo>
                    <a:pt x="44428" y="33441"/>
                  </a:lnTo>
                  <a:lnTo>
                    <a:pt x="46340" y="32008"/>
                  </a:lnTo>
                  <a:lnTo>
                    <a:pt x="46817" y="31530"/>
                  </a:lnTo>
                  <a:lnTo>
                    <a:pt x="46817" y="31530"/>
                  </a:lnTo>
                  <a:lnTo>
                    <a:pt x="47295" y="31530"/>
                  </a:lnTo>
                  <a:lnTo>
                    <a:pt x="48251" y="31530"/>
                  </a:lnTo>
                  <a:lnTo>
                    <a:pt x="48251" y="31530"/>
                  </a:lnTo>
                  <a:lnTo>
                    <a:pt x="49206" y="30575"/>
                  </a:lnTo>
                  <a:lnTo>
                    <a:pt x="50639" y="30097"/>
                  </a:lnTo>
                  <a:lnTo>
                    <a:pt x="51594" y="30097"/>
                  </a:lnTo>
                  <a:lnTo>
                    <a:pt x="52550" y="31052"/>
                  </a:lnTo>
                  <a:lnTo>
                    <a:pt x="53505" y="32486"/>
                  </a:lnTo>
                  <a:lnTo>
                    <a:pt x="53983" y="33441"/>
                  </a:lnTo>
                  <a:lnTo>
                    <a:pt x="54939" y="34397"/>
                  </a:lnTo>
                  <a:lnTo>
                    <a:pt x="54939" y="35352"/>
                  </a:lnTo>
                  <a:lnTo>
                    <a:pt x="54939" y="35352"/>
                  </a:lnTo>
                  <a:lnTo>
                    <a:pt x="55894" y="35830"/>
                  </a:lnTo>
                  <a:lnTo>
                    <a:pt x="55894" y="35830"/>
                  </a:lnTo>
                  <a:lnTo>
                    <a:pt x="57805" y="36307"/>
                  </a:lnTo>
                  <a:lnTo>
                    <a:pt x="57805" y="36307"/>
                  </a:lnTo>
                  <a:lnTo>
                    <a:pt x="60671" y="37263"/>
                  </a:lnTo>
                  <a:lnTo>
                    <a:pt x="62582" y="37263"/>
                  </a:lnTo>
                  <a:lnTo>
                    <a:pt x="63538" y="37740"/>
                  </a:lnTo>
                  <a:lnTo>
                    <a:pt x="65926" y="38218"/>
                  </a:lnTo>
                  <a:lnTo>
                    <a:pt x="70704" y="37740"/>
                  </a:lnTo>
                  <a:lnTo>
                    <a:pt x="72615" y="38218"/>
                  </a:lnTo>
                  <a:lnTo>
                    <a:pt x="73092" y="38696"/>
                  </a:lnTo>
                  <a:lnTo>
                    <a:pt x="73092" y="38696"/>
                  </a:lnTo>
                  <a:lnTo>
                    <a:pt x="74526" y="39651"/>
                  </a:lnTo>
                  <a:lnTo>
                    <a:pt x="75003" y="39651"/>
                  </a:lnTo>
                  <a:lnTo>
                    <a:pt x="75959" y="38218"/>
                  </a:lnTo>
                  <a:lnTo>
                    <a:pt x="77392" y="36785"/>
                  </a:lnTo>
                  <a:lnTo>
                    <a:pt x="77870" y="35352"/>
                  </a:lnTo>
                  <a:lnTo>
                    <a:pt x="77870" y="34397"/>
                  </a:lnTo>
                  <a:lnTo>
                    <a:pt x="77392" y="32963"/>
                  </a:lnTo>
                  <a:lnTo>
                    <a:pt x="75959" y="32008"/>
                  </a:lnTo>
                  <a:lnTo>
                    <a:pt x="75959" y="32008"/>
                  </a:lnTo>
                  <a:lnTo>
                    <a:pt x="75003" y="30097"/>
                  </a:lnTo>
                  <a:lnTo>
                    <a:pt x="74048" y="28664"/>
                  </a:lnTo>
                  <a:lnTo>
                    <a:pt x="73092" y="27708"/>
                  </a:lnTo>
                  <a:lnTo>
                    <a:pt x="72615" y="27231"/>
                  </a:lnTo>
                  <a:lnTo>
                    <a:pt x="72615" y="25797"/>
                  </a:lnTo>
                  <a:lnTo>
                    <a:pt x="73092" y="24842"/>
                  </a:lnTo>
                  <a:lnTo>
                    <a:pt x="73092" y="24842"/>
                  </a:lnTo>
                  <a:lnTo>
                    <a:pt x="74048" y="24842"/>
                  </a:lnTo>
                  <a:lnTo>
                    <a:pt x="75481" y="24364"/>
                  </a:lnTo>
                  <a:lnTo>
                    <a:pt x="77870" y="23886"/>
                  </a:lnTo>
                  <a:lnTo>
                    <a:pt x="78347" y="23886"/>
                  </a:lnTo>
                  <a:lnTo>
                    <a:pt x="80736" y="24364"/>
                  </a:lnTo>
                  <a:lnTo>
                    <a:pt x="80736" y="24364"/>
                  </a:lnTo>
                  <a:lnTo>
                    <a:pt x="84558" y="24364"/>
                  </a:lnTo>
                  <a:lnTo>
                    <a:pt x="84558" y="23886"/>
                  </a:lnTo>
                  <a:lnTo>
                    <a:pt x="86947" y="23886"/>
                  </a:lnTo>
                  <a:lnTo>
                    <a:pt x="88858" y="23886"/>
                  </a:lnTo>
                  <a:lnTo>
                    <a:pt x="90290" y="23886"/>
                  </a:lnTo>
                  <a:lnTo>
                    <a:pt x="90290" y="23886"/>
                  </a:lnTo>
                  <a:lnTo>
                    <a:pt x="91246" y="22931"/>
                  </a:lnTo>
                  <a:lnTo>
                    <a:pt x="91246" y="22931"/>
                  </a:lnTo>
                  <a:lnTo>
                    <a:pt x="93635" y="21020"/>
                  </a:lnTo>
                  <a:lnTo>
                    <a:pt x="94590" y="20542"/>
                  </a:lnTo>
                  <a:lnTo>
                    <a:pt x="96024" y="19109"/>
                  </a:lnTo>
                  <a:lnTo>
                    <a:pt x="96024" y="18154"/>
                  </a:lnTo>
                  <a:lnTo>
                    <a:pt x="96501" y="17198"/>
                  </a:lnTo>
                  <a:lnTo>
                    <a:pt x="96501" y="16721"/>
                  </a:lnTo>
                  <a:lnTo>
                    <a:pt x="96979" y="15765"/>
                  </a:lnTo>
                  <a:lnTo>
                    <a:pt x="98412" y="14332"/>
                  </a:lnTo>
                  <a:lnTo>
                    <a:pt x="98412" y="14332"/>
                  </a:lnTo>
                  <a:lnTo>
                    <a:pt x="99367" y="13854"/>
                  </a:lnTo>
                  <a:lnTo>
                    <a:pt x="100323" y="13854"/>
                  </a:lnTo>
                  <a:lnTo>
                    <a:pt x="101756" y="14809"/>
                  </a:lnTo>
                  <a:lnTo>
                    <a:pt x="102234" y="15287"/>
                  </a:lnTo>
                  <a:lnTo>
                    <a:pt x="103189" y="14809"/>
                  </a:lnTo>
                  <a:lnTo>
                    <a:pt x="104145" y="13854"/>
                  </a:lnTo>
                  <a:lnTo>
                    <a:pt x="104145" y="13854"/>
                  </a:lnTo>
                  <a:lnTo>
                    <a:pt x="104622" y="13854"/>
                  </a:lnTo>
                  <a:lnTo>
                    <a:pt x="104622" y="13854"/>
                  </a:lnTo>
                  <a:lnTo>
                    <a:pt x="104622" y="13854"/>
                  </a:lnTo>
                  <a:lnTo>
                    <a:pt x="106056" y="13854"/>
                  </a:lnTo>
                  <a:lnTo>
                    <a:pt x="106056" y="13854"/>
                  </a:lnTo>
                  <a:lnTo>
                    <a:pt x="106056" y="12899"/>
                  </a:lnTo>
                  <a:lnTo>
                    <a:pt x="107011" y="10032"/>
                  </a:lnTo>
                  <a:lnTo>
                    <a:pt x="107489" y="7166"/>
                  </a:lnTo>
                  <a:lnTo>
                    <a:pt x="107489" y="5733"/>
                  </a:lnTo>
                  <a:lnTo>
                    <a:pt x="108922" y="2866"/>
                  </a:lnTo>
                  <a:lnTo>
                    <a:pt x="108922" y="956"/>
                  </a:lnTo>
                  <a:lnTo>
                    <a:pt x="109878" y="0"/>
                  </a:lnTo>
                  <a:lnTo>
                    <a:pt x="109878" y="0"/>
                  </a:lnTo>
                  <a:lnTo>
                    <a:pt x="110833" y="0"/>
                  </a:lnTo>
                  <a:lnTo>
                    <a:pt x="110833" y="0"/>
                  </a:lnTo>
                  <a:lnTo>
                    <a:pt x="111311" y="478"/>
                  </a:lnTo>
                  <a:lnTo>
                    <a:pt x="112266" y="956"/>
                  </a:lnTo>
                  <a:lnTo>
                    <a:pt x="113699" y="478"/>
                  </a:lnTo>
                  <a:lnTo>
                    <a:pt x="114177" y="956"/>
                  </a:lnTo>
                  <a:lnTo>
                    <a:pt x="114655" y="1911"/>
                  </a:lnTo>
                  <a:lnTo>
                    <a:pt x="116566" y="2866"/>
                  </a:lnTo>
                  <a:lnTo>
                    <a:pt x="116566" y="3344"/>
                  </a:lnTo>
                  <a:lnTo>
                    <a:pt x="116566" y="6210"/>
                  </a:lnTo>
                  <a:lnTo>
                    <a:pt x="117521" y="7644"/>
                  </a:lnTo>
                  <a:lnTo>
                    <a:pt x="118954" y="9077"/>
                  </a:lnTo>
                  <a:lnTo>
                    <a:pt x="120865" y="10510"/>
                  </a:lnTo>
                  <a:lnTo>
                    <a:pt x="120865" y="10510"/>
                  </a:lnTo>
                  <a:lnTo>
                    <a:pt x="121821" y="10510"/>
                  </a:lnTo>
                  <a:lnTo>
                    <a:pt x="122299" y="1146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5" name="Freeform 4764">
              <a:extLst>
                <a:ext uri="{FF2B5EF4-FFF2-40B4-BE49-F238E27FC236}">
                  <a16:creationId xmlns:a16="http://schemas.microsoft.com/office/drawing/2014/main" id="{015E668A-8E05-0758-9EC5-7932CAA3F13A}"/>
                </a:ext>
              </a:extLst>
            </p:cNvPr>
            <p:cNvSpPr/>
            <p:nvPr/>
          </p:nvSpPr>
          <p:spPr>
            <a:xfrm>
              <a:off x="8403910" y="3983428"/>
              <a:ext cx="4299" cy="477"/>
            </a:xfrm>
            <a:custGeom>
              <a:avLst/>
              <a:gdLst>
                <a:gd name="csX0" fmla="*/ 4300 w 4299"/>
                <a:gd name="csY0" fmla="*/ 0 h 477"/>
                <a:gd name="csX1" fmla="*/ 1911 w 4299"/>
                <a:gd name="csY1" fmla="*/ 0 h 477"/>
                <a:gd name="csX2" fmla="*/ 0 w 4299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9" h="477">
                  <a:moveTo>
                    <a:pt x="4300" y="0"/>
                  </a:moveTo>
                  <a:lnTo>
                    <a:pt x="1911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6" name="Freeform 4765">
              <a:extLst>
                <a:ext uri="{FF2B5EF4-FFF2-40B4-BE49-F238E27FC236}">
                  <a16:creationId xmlns:a16="http://schemas.microsoft.com/office/drawing/2014/main" id="{800379FD-74C8-0262-6970-2C428F4CF514}"/>
                </a:ext>
              </a:extLst>
            </p:cNvPr>
            <p:cNvSpPr/>
            <p:nvPr/>
          </p:nvSpPr>
          <p:spPr>
            <a:xfrm>
              <a:off x="8420153" y="3982950"/>
              <a:ext cx="4299" cy="477"/>
            </a:xfrm>
            <a:custGeom>
              <a:avLst/>
              <a:gdLst>
                <a:gd name="csX0" fmla="*/ 4300 w 4299"/>
                <a:gd name="csY0" fmla="*/ 0 h 477"/>
                <a:gd name="csX1" fmla="*/ 2866 w 4299"/>
                <a:gd name="csY1" fmla="*/ 478 h 477"/>
                <a:gd name="csX2" fmla="*/ 0 w 4299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9" h="477">
                  <a:moveTo>
                    <a:pt x="4300" y="0"/>
                  </a:moveTo>
                  <a:lnTo>
                    <a:pt x="2866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7" name="Freeform 4766">
              <a:extLst>
                <a:ext uri="{FF2B5EF4-FFF2-40B4-BE49-F238E27FC236}">
                  <a16:creationId xmlns:a16="http://schemas.microsoft.com/office/drawing/2014/main" id="{271795CE-F96A-4776-93E9-84CE7A2B29D2}"/>
                </a:ext>
              </a:extLst>
            </p:cNvPr>
            <p:cNvSpPr/>
            <p:nvPr/>
          </p:nvSpPr>
          <p:spPr>
            <a:xfrm>
              <a:off x="8410120" y="3888359"/>
              <a:ext cx="65448" cy="87902"/>
            </a:xfrm>
            <a:custGeom>
              <a:avLst/>
              <a:gdLst>
                <a:gd name="csX0" fmla="*/ 65449 w 65448"/>
                <a:gd name="csY0" fmla="*/ 0 h 87902"/>
                <a:gd name="csX1" fmla="*/ 65449 w 65448"/>
                <a:gd name="csY1" fmla="*/ 0 h 87902"/>
                <a:gd name="csX2" fmla="*/ 64493 w 65448"/>
                <a:gd name="csY2" fmla="*/ 956 h 87902"/>
                <a:gd name="csX3" fmla="*/ 63060 w 65448"/>
                <a:gd name="csY3" fmla="*/ 478 h 87902"/>
                <a:gd name="csX4" fmla="*/ 60671 w 65448"/>
                <a:gd name="csY4" fmla="*/ 0 h 87902"/>
                <a:gd name="csX5" fmla="*/ 57805 w 65448"/>
                <a:gd name="csY5" fmla="*/ 2389 h 87902"/>
                <a:gd name="csX6" fmla="*/ 56372 w 65448"/>
                <a:gd name="csY6" fmla="*/ 2867 h 87902"/>
                <a:gd name="csX7" fmla="*/ 55416 w 65448"/>
                <a:gd name="csY7" fmla="*/ 5255 h 87902"/>
                <a:gd name="csX8" fmla="*/ 53028 w 65448"/>
                <a:gd name="csY8" fmla="*/ 6210 h 87902"/>
                <a:gd name="csX9" fmla="*/ 51594 w 65448"/>
                <a:gd name="csY9" fmla="*/ 7644 h 87902"/>
                <a:gd name="csX10" fmla="*/ 50162 w 65448"/>
                <a:gd name="csY10" fmla="*/ 10032 h 87902"/>
                <a:gd name="csX11" fmla="*/ 49206 w 65448"/>
                <a:gd name="csY11" fmla="*/ 12421 h 87902"/>
                <a:gd name="csX12" fmla="*/ 46817 w 65448"/>
                <a:gd name="csY12" fmla="*/ 14332 h 87902"/>
                <a:gd name="csX13" fmla="*/ 45384 w 65448"/>
                <a:gd name="csY13" fmla="*/ 17198 h 87902"/>
                <a:gd name="csX14" fmla="*/ 45384 w 65448"/>
                <a:gd name="csY14" fmla="*/ 19587 h 87902"/>
                <a:gd name="csX15" fmla="*/ 46817 w 65448"/>
                <a:gd name="csY15" fmla="*/ 21976 h 87902"/>
                <a:gd name="csX16" fmla="*/ 46817 w 65448"/>
                <a:gd name="csY16" fmla="*/ 24364 h 87902"/>
                <a:gd name="csX17" fmla="*/ 45862 w 65448"/>
                <a:gd name="csY17" fmla="*/ 28664 h 87902"/>
                <a:gd name="csX18" fmla="*/ 46817 w 65448"/>
                <a:gd name="csY18" fmla="*/ 33441 h 87902"/>
                <a:gd name="csX19" fmla="*/ 45862 w 65448"/>
                <a:gd name="csY19" fmla="*/ 34874 h 87902"/>
                <a:gd name="csX20" fmla="*/ 38696 w 65448"/>
                <a:gd name="csY20" fmla="*/ 38218 h 87902"/>
                <a:gd name="csX21" fmla="*/ 36785 w 65448"/>
                <a:gd name="csY21" fmla="*/ 39651 h 87902"/>
                <a:gd name="csX22" fmla="*/ 33919 w 65448"/>
                <a:gd name="csY22" fmla="*/ 43951 h 87902"/>
                <a:gd name="csX23" fmla="*/ 30575 w 65448"/>
                <a:gd name="csY23" fmla="*/ 45384 h 87902"/>
                <a:gd name="csX24" fmla="*/ 28664 w 65448"/>
                <a:gd name="csY24" fmla="*/ 46817 h 87902"/>
                <a:gd name="csX25" fmla="*/ 25798 w 65448"/>
                <a:gd name="csY25" fmla="*/ 47773 h 87902"/>
                <a:gd name="csX26" fmla="*/ 24364 w 65448"/>
                <a:gd name="csY26" fmla="*/ 50639 h 87902"/>
                <a:gd name="csX27" fmla="*/ 21975 w 65448"/>
                <a:gd name="csY27" fmla="*/ 52550 h 87902"/>
                <a:gd name="csX28" fmla="*/ 19587 w 65448"/>
                <a:gd name="csY28" fmla="*/ 53506 h 87902"/>
                <a:gd name="csX29" fmla="*/ 18153 w 65448"/>
                <a:gd name="csY29" fmla="*/ 54461 h 87902"/>
                <a:gd name="csX30" fmla="*/ 14332 w 65448"/>
                <a:gd name="csY30" fmla="*/ 54939 h 87902"/>
                <a:gd name="csX31" fmla="*/ 11466 w 65448"/>
                <a:gd name="csY31" fmla="*/ 55417 h 87902"/>
                <a:gd name="csX32" fmla="*/ 9555 w 65448"/>
                <a:gd name="csY32" fmla="*/ 57805 h 87902"/>
                <a:gd name="csX33" fmla="*/ 3344 w 65448"/>
                <a:gd name="csY33" fmla="*/ 60672 h 87902"/>
                <a:gd name="csX34" fmla="*/ 2866 w 65448"/>
                <a:gd name="csY34" fmla="*/ 62583 h 87902"/>
                <a:gd name="csX35" fmla="*/ 2866 w 65448"/>
                <a:gd name="csY35" fmla="*/ 65927 h 87902"/>
                <a:gd name="csX36" fmla="*/ 2866 w 65448"/>
                <a:gd name="csY36" fmla="*/ 68315 h 87902"/>
                <a:gd name="csX37" fmla="*/ 2389 w 65448"/>
                <a:gd name="csY37" fmla="*/ 70226 h 87902"/>
                <a:gd name="csX38" fmla="*/ 1433 w 65448"/>
                <a:gd name="csY38" fmla="*/ 69749 h 87902"/>
                <a:gd name="csX39" fmla="*/ 478 w 65448"/>
                <a:gd name="csY39" fmla="*/ 70226 h 87902"/>
                <a:gd name="csX40" fmla="*/ 0 w 65448"/>
                <a:gd name="csY40" fmla="*/ 72137 h 87902"/>
                <a:gd name="csX41" fmla="*/ 0 w 65448"/>
                <a:gd name="csY41" fmla="*/ 74048 h 87902"/>
                <a:gd name="csX42" fmla="*/ 1911 w 65448"/>
                <a:gd name="csY42" fmla="*/ 75004 h 87902"/>
                <a:gd name="csX43" fmla="*/ 3821 w 65448"/>
                <a:gd name="csY43" fmla="*/ 75481 h 87902"/>
                <a:gd name="csX44" fmla="*/ 6210 w 65448"/>
                <a:gd name="csY44" fmla="*/ 75959 h 87902"/>
                <a:gd name="csX45" fmla="*/ 7644 w 65448"/>
                <a:gd name="csY45" fmla="*/ 76915 h 87902"/>
                <a:gd name="csX46" fmla="*/ 11466 w 65448"/>
                <a:gd name="csY46" fmla="*/ 81214 h 87902"/>
                <a:gd name="csX47" fmla="*/ 14332 w 65448"/>
                <a:gd name="csY47" fmla="*/ 83125 h 87902"/>
                <a:gd name="csX48" fmla="*/ 15287 w 65448"/>
                <a:gd name="csY48" fmla="*/ 84081 h 87902"/>
                <a:gd name="csX49" fmla="*/ 16721 w 65448"/>
                <a:gd name="csY49" fmla="*/ 85036 h 87902"/>
                <a:gd name="csX50" fmla="*/ 18632 w 65448"/>
                <a:gd name="csY50" fmla="*/ 86469 h 87902"/>
                <a:gd name="csX51" fmla="*/ 19587 w 65448"/>
                <a:gd name="csY51" fmla="*/ 87902 h 87902"/>
                <a:gd name="csX52" fmla="*/ 18632 w 65448"/>
                <a:gd name="csY52" fmla="*/ 87902 h 87902"/>
                <a:gd name="csX53" fmla="*/ 18632 w 65448"/>
                <a:gd name="csY53" fmla="*/ 87902 h 87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65448" h="87902">
                  <a:moveTo>
                    <a:pt x="65449" y="0"/>
                  </a:moveTo>
                  <a:lnTo>
                    <a:pt x="65449" y="0"/>
                  </a:lnTo>
                  <a:lnTo>
                    <a:pt x="64493" y="956"/>
                  </a:lnTo>
                  <a:lnTo>
                    <a:pt x="63060" y="478"/>
                  </a:lnTo>
                  <a:lnTo>
                    <a:pt x="60671" y="0"/>
                  </a:lnTo>
                  <a:lnTo>
                    <a:pt x="57805" y="2389"/>
                  </a:lnTo>
                  <a:lnTo>
                    <a:pt x="56372" y="2867"/>
                  </a:lnTo>
                  <a:lnTo>
                    <a:pt x="55416" y="5255"/>
                  </a:lnTo>
                  <a:lnTo>
                    <a:pt x="53028" y="6210"/>
                  </a:lnTo>
                  <a:lnTo>
                    <a:pt x="51594" y="7644"/>
                  </a:lnTo>
                  <a:lnTo>
                    <a:pt x="50162" y="10032"/>
                  </a:lnTo>
                  <a:lnTo>
                    <a:pt x="49206" y="12421"/>
                  </a:lnTo>
                  <a:lnTo>
                    <a:pt x="46817" y="14332"/>
                  </a:lnTo>
                  <a:lnTo>
                    <a:pt x="45384" y="17198"/>
                  </a:lnTo>
                  <a:lnTo>
                    <a:pt x="45384" y="19587"/>
                  </a:lnTo>
                  <a:lnTo>
                    <a:pt x="46817" y="21976"/>
                  </a:lnTo>
                  <a:lnTo>
                    <a:pt x="46817" y="24364"/>
                  </a:lnTo>
                  <a:lnTo>
                    <a:pt x="45862" y="28664"/>
                  </a:lnTo>
                  <a:lnTo>
                    <a:pt x="46817" y="33441"/>
                  </a:lnTo>
                  <a:lnTo>
                    <a:pt x="45862" y="34874"/>
                  </a:lnTo>
                  <a:lnTo>
                    <a:pt x="38696" y="38218"/>
                  </a:lnTo>
                  <a:lnTo>
                    <a:pt x="36785" y="39651"/>
                  </a:lnTo>
                  <a:lnTo>
                    <a:pt x="33919" y="43951"/>
                  </a:lnTo>
                  <a:lnTo>
                    <a:pt x="30575" y="45384"/>
                  </a:lnTo>
                  <a:lnTo>
                    <a:pt x="28664" y="46817"/>
                  </a:lnTo>
                  <a:lnTo>
                    <a:pt x="25798" y="47773"/>
                  </a:lnTo>
                  <a:lnTo>
                    <a:pt x="24364" y="50639"/>
                  </a:lnTo>
                  <a:lnTo>
                    <a:pt x="21975" y="52550"/>
                  </a:lnTo>
                  <a:lnTo>
                    <a:pt x="19587" y="53506"/>
                  </a:lnTo>
                  <a:lnTo>
                    <a:pt x="18153" y="54461"/>
                  </a:lnTo>
                  <a:lnTo>
                    <a:pt x="14332" y="54939"/>
                  </a:lnTo>
                  <a:lnTo>
                    <a:pt x="11466" y="55417"/>
                  </a:lnTo>
                  <a:lnTo>
                    <a:pt x="9555" y="57805"/>
                  </a:lnTo>
                  <a:lnTo>
                    <a:pt x="3344" y="60672"/>
                  </a:lnTo>
                  <a:lnTo>
                    <a:pt x="2866" y="62583"/>
                  </a:lnTo>
                  <a:lnTo>
                    <a:pt x="2866" y="65927"/>
                  </a:lnTo>
                  <a:lnTo>
                    <a:pt x="2866" y="68315"/>
                  </a:lnTo>
                  <a:lnTo>
                    <a:pt x="2389" y="70226"/>
                  </a:lnTo>
                  <a:lnTo>
                    <a:pt x="1433" y="69749"/>
                  </a:lnTo>
                  <a:lnTo>
                    <a:pt x="478" y="70226"/>
                  </a:lnTo>
                  <a:lnTo>
                    <a:pt x="0" y="72137"/>
                  </a:lnTo>
                  <a:lnTo>
                    <a:pt x="0" y="74048"/>
                  </a:lnTo>
                  <a:lnTo>
                    <a:pt x="1911" y="75004"/>
                  </a:lnTo>
                  <a:lnTo>
                    <a:pt x="3821" y="75481"/>
                  </a:lnTo>
                  <a:lnTo>
                    <a:pt x="6210" y="75959"/>
                  </a:lnTo>
                  <a:lnTo>
                    <a:pt x="7644" y="76915"/>
                  </a:lnTo>
                  <a:lnTo>
                    <a:pt x="11466" y="81214"/>
                  </a:lnTo>
                  <a:lnTo>
                    <a:pt x="14332" y="83125"/>
                  </a:lnTo>
                  <a:lnTo>
                    <a:pt x="15287" y="84081"/>
                  </a:lnTo>
                  <a:lnTo>
                    <a:pt x="16721" y="85036"/>
                  </a:lnTo>
                  <a:lnTo>
                    <a:pt x="18632" y="86469"/>
                  </a:lnTo>
                  <a:lnTo>
                    <a:pt x="19587" y="87902"/>
                  </a:lnTo>
                  <a:lnTo>
                    <a:pt x="18632" y="87902"/>
                  </a:lnTo>
                  <a:lnTo>
                    <a:pt x="18632" y="8790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8" name="Freeform 4767">
              <a:extLst>
                <a:ext uri="{FF2B5EF4-FFF2-40B4-BE49-F238E27FC236}">
                  <a16:creationId xmlns:a16="http://schemas.microsoft.com/office/drawing/2014/main" id="{A64B5255-8936-C8C3-E12B-35C9A2E1FFEC}"/>
                </a:ext>
              </a:extLst>
            </p:cNvPr>
            <p:cNvSpPr/>
            <p:nvPr/>
          </p:nvSpPr>
          <p:spPr>
            <a:xfrm>
              <a:off x="8359481" y="3953331"/>
              <a:ext cx="1910" cy="2388"/>
            </a:xfrm>
            <a:custGeom>
              <a:avLst/>
              <a:gdLst>
                <a:gd name="csX0" fmla="*/ 1433 w 1910"/>
                <a:gd name="csY0" fmla="*/ 1433 h 2388"/>
                <a:gd name="csX1" fmla="*/ 0 w 1910"/>
                <a:gd name="csY1" fmla="*/ 2389 h 2388"/>
                <a:gd name="csX2" fmla="*/ 0 w 1910"/>
                <a:gd name="csY2" fmla="*/ 955 h 2388"/>
                <a:gd name="csX3" fmla="*/ 955 w 1910"/>
                <a:gd name="csY3" fmla="*/ 0 h 2388"/>
                <a:gd name="csX4" fmla="*/ 1910 w 1910"/>
                <a:gd name="csY4" fmla="*/ 0 h 2388"/>
                <a:gd name="csX5" fmla="*/ 1433 w 1910"/>
                <a:gd name="csY5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2388">
                  <a:moveTo>
                    <a:pt x="1433" y="1433"/>
                  </a:moveTo>
                  <a:lnTo>
                    <a:pt x="0" y="2389"/>
                  </a:lnTo>
                  <a:lnTo>
                    <a:pt x="0" y="955"/>
                  </a:lnTo>
                  <a:lnTo>
                    <a:pt x="955" y="0"/>
                  </a:lnTo>
                  <a:lnTo>
                    <a:pt x="1910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9" name="Freeform 4768">
              <a:extLst>
                <a:ext uri="{FF2B5EF4-FFF2-40B4-BE49-F238E27FC236}">
                  <a16:creationId xmlns:a16="http://schemas.microsoft.com/office/drawing/2014/main" id="{00345298-1866-C38B-A9BF-315629674C6D}"/>
                </a:ext>
              </a:extLst>
            </p:cNvPr>
            <p:cNvSpPr/>
            <p:nvPr/>
          </p:nvSpPr>
          <p:spPr>
            <a:xfrm>
              <a:off x="8385756" y="3976262"/>
              <a:ext cx="67359" cy="96979"/>
            </a:xfrm>
            <a:custGeom>
              <a:avLst/>
              <a:gdLst>
                <a:gd name="csX0" fmla="*/ 9076 w 67359"/>
                <a:gd name="csY0" fmla="*/ 19109 h 96979"/>
                <a:gd name="csX1" fmla="*/ 10032 w 67359"/>
                <a:gd name="csY1" fmla="*/ 18631 h 96979"/>
                <a:gd name="csX2" fmla="*/ 10032 w 67359"/>
                <a:gd name="csY2" fmla="*/ 18631 h 96979"/>
                <a:gd name="csX3" fmla="*/ 10032 w 67359"/>
                <a:gd name="csY3" fmla="*/ 18154 h 96979"/>
                <a:gd name="csX4" fmla="*/ 10032 w 67359"/>
                <a:gd name="csY4" fmla="*/ 16243 h 96979"/>
                <a:gd name="csX5" fmla="*/ 11465 w 67359"/>
                <a:gd name="csY5" fmla="*/ 14809 h 96979"/>
                <a:gd name="csX6" fmla="*/ 14332 w 67359"/>
                <a:gd name="csY6" fmla="*/ 11943 h 96979"/>
                <a:gd name="csX7" fmla="*/ 15287 w 67359"/>
                <a:gd name="csY7" fmla="*/ 10032 h 96979"/>
                <a:gd name="csX8" fmla="*/ 16721 w 67359"/>
                <a:gd name="csY8" fmla="*/ 8599 h 96979"/>
                <a:gd name="csX9" fmla="*/ 18153 w 67359"/>
                <a:gd name="csY9" fmla="*/ 7644 h 96979"/>
                <a:gd name="csX10" fmla="*/ 20064 w 67359"/>
                <a:gd name="csY10" fmla="*/ 7166 h 96979"/>
                <a:gd name="csX11" fmla="*/ 22453 w 67359"/>
                <a:gd name="csY11" fmla="*/ 7166 h 96979"/>
                <a:gd name="csX12" fmla="*/ 27230 w 67359"/>
                <a:gd name="csY12" fmla="*/ 7166 h 96979"/>
                <a:gd name="csX13" fmla="*/ 28186 w 67359"/>
                <a:gd name="csY13" fmla="*/ 7166 h 96979"/>
                <a:gd name="csX14" fmla="*/ 31530 w 67359"/>
                <a:gd name="csY14" fmla="*/ 6688 h 96979"/>
                <a:gd name="csX15" fmla="*/ 32008 w 67359"/>
                <a:gd name="csY15" fmla="*/ 7166 h 96979"/>
                <a:gd name="csX16" fmla="*/ 34396 w 67359"/>
                <a:gd name="csY16" fmla="*/ 7166 h 96979"/>
                <a:gd name="csX17" fmla="*/ 37263 w 67359"/>
                <a:gd name="csY17" fmla="*/ 7166 h 96979"/>
                <a:gd name="csX18" fmla="*/ 38696 w 67359"/>
                <a:gd name="csY18" fmla="*/ 6688 h 96979"/>
                <a:gd name="csX19" fmla="*/ 39651 w 67359"/>
                <a:gd name="csY19" fmla="*/ 5733 h 96979"/>
                <a:gd name="csX20" fmla="*/ 40607 w 67359"/>
                <a:gd name="csY20" fmla="*/ 4777 h 96979"/>
                <a:gd name="csX21" fmla="*/ 42040 w 67359"/>
                <a:gd name="csY21" fmla="*/ 1911 h 96979"/>
                <a:gd name="csX22" fmla="*/ 42996 w 67359"/>
                <a:gd name="csY22" fmla="*/ 0 h 96979"/>
                <a:gd name="csX23" fmla="*/ 43951 w 67359"/>
                <a:gd name="csY23" fmla="*/ 0 h 96979"/>
                <a:gd name="csX24" fmla="*/ 48728 w 67359"/>
                <a:gd name="csY24" fmla="*/ 10032 h 96979"/>
                <a:gd name="csX25" fmla="*/ 53505 w 67359"/>
                <a:gd name="csY25" fmla="*/ 16721 h 96979"/>
                <a:gd name="csX26" fmla="*/ 57328 w 67359"/>
                <a:gd name="csY26" fmla="*/ 21498 h 96979"/>
                <a:gd name="csX27" fmla="*/ 63060 w 67359"/>
                <a:gd name="csY27" fmla="*/ 30575 h 96979"/>
                <a:gd name="csX28" fmla="*/ 64493 w 67359"/>
                <a:gd name="csY28" fmla="*/ 35830 h 96979"/>
                <a:gd name="csX29" fmla="*/ 64493 w 67359"/>
                <a:gd name="csY29" fmla="*/ 38696 h 96979"/>
                <a:gd name="csX30" fmla="*/ 65449 w 67359"/>
                <a:gd name="csY30" fmla="*/ 42996 h 96979"/>
                <a:gd name="csX31" fmla="*/ 64971 w 67359"/>
                <a:gd name="csY31" fmla="*/ 45384 h 96979"/>
                <a:gd name="csX32" fmla="*/ 64971 w 67359"/>
                <a:gd name="csY32" fmla="*/ 49206 h 96979"/>
                <a:gd name="csX33" fmla="*/ 64493 w 67359"/>
                <a:gd name="csY33" fmla="*/ 51117 h 96979"/>
                <a:gd name="csX34" fmla="*/ 64015 w 67359"/>
                <a:gd name="csY34" fmla="*/ 52550 h 96979"/>
                <a:gd name="csX35" fmla="*/ 64015 w 67359"/>
                <a:gd name="csY35" fmla="*/ 54939 h 96979"/>
                <a:gd name="csX36" fmla="*/ 64015 w 67359"/>
                <a:gd name="csY36" fmla="*/ 56372 h 96979"/>
                <a:gd name="csX37" fmla="*/ 64015 w 67359"/>
                <a:gd name="csY37" fmla="*/ 58283 h 96979"/>
                <a:gd name="csX38" fmla="*/ 64493 w 67359"/>
                <a:gd name="csY38" fmla="*/ 59238 h 96979"/>
                <a:gd name="csX39" fmla="*/ 65449 w 67359"/>
                <a:gd name="csY39" fmla="*/ 59238 h 96979"/>
                <a:gd name="csX40" fmla="*/ 66404 w 67359"/>
                <a:gd name="csY40" fmla="*/ 58761 h 96979"/>
                <a:gd name="csX41" fmla="*/ 67360 w 67359"/>
                <a:gd name="csY41" fmla="*/ 58283 h 96979"/>
                <a:gd name="csX42" fmla="*/ 67360 w 67359"/>
                <a:gd name="csY42" fmla="*/ 60672 h 96979"/>
                <a:gd name="csX43" fmla="*/ 65926 w 67359"/>
                <a:gd name="csY43" fmla="*/ 66404 h 96979"/>
                <a:gd name="csX44" fmla="*/ 64493 w 67359"/>
                <a:gd name="csY44" fmla="*/ 70704 h 96979"/>
                <a:gd name="csX45" fmla="*/ 62582 w 67359"/>
                <a:gd name="csY45" fmla="*/ 74526 h 96979"/>
                <a:gd name="csX46" fmla="*/ 60671 w 67359"/>
                <a:gd name="csY46" fmla="*/ 77870 h 96979"/>
                <a:gd name="csX47" fmla="*/ 57805 w 67359"/>
                <a:gd name="csY47" fmla="*/ 79303 h 96979"/>
                <a:gd name="csX48" fmla="*/ 55894 w 67359"/>
                <a:gd name="csY48" fmla="*/ 79781 h 96979"/>
                <a:gd name="csX49" fmla="*/ 52072 w 67359"/>
                <a:gd name="csY49" fmla="*/ 79781 h 96979"/>
                <a:gd name="csX50" fmla="*/ 49206 w 67359"/>
                <a:gd name="csY50" fmla="*/ 79303 h 96979"/>
                <a:gd name="csX51" fmla="*/ 46340 w 67359"/>
                <a:gd name="csY51" fmla="*/ 79781 h 96979"/>
                <a:gd name="csX52" fmla="*/ 45384 w 67359"/>
                <a:gd name="csY52" fmla="*/ 80258 h 96979"/>
                <a:gd name="csX53" fmla="*/ 44906 w 67359"/>
                <a:gd name="csY53" fmla="*/ 81692 h 96979"/>
                <a:gd name="csX54" fmla="*/ 45384 w 67359"/>
                <a:gd name="csY54" fmla="*/ 83125 h 96979"/>
                <a:gd name="csX55" fmla="*/ 45384 w 67359"/>
                <a:gd name="csY55" fmla="*/ 84558 h 96979"/>
                <a:gd name="csX56" fmla="*/ 43951 w 67359"/>
                <a:gd name="csY56" fmla="*/ 84558 h 96979"/>
                <a:gd name="csX57" fmla="*/ 42040 w 67359"/>
                <a:gd name="csY57" fmla="*/ 83603 h 96979"/>
                <a:gd name="csX58" fmla="*/ 39174 w 67359"/>
                <a:gd name="csY58" fmla="*/ 83603 h 96979"/>
                <a:gd name="csX59" fmla="*/ 38218 w 67359"/>
                <a:gd name="csY59" fmla="*/ 83125 h 96979"/>
                <a:gd name="csX60" fmla="*/ 37263 w 67359"/>
                <a:gd name="csY60" fmla="*/ 81214 h 96979"/>
                <a:gd name="csX61" fmla="*/ 35830 w 67359"/>
                <a:gd name="csY61" fmla="*/ 81214 h 96979"/>
                <a:gd name="csX62" fmla="*/ 33919 w 67359"/>
                <a:gd name="csY62" fmla="*/ 82647 h 96979"/>
                <a:gd name="csX63" fmla="*/ 30574 w 67359"/>
                <a:gd name="csY63" fmla="*/ 82647 h 96979"/>
                <a:gd name="csX64" fmla="*/ 29619 w 67359"/>
                <a:gd name="csY64" fmla="*/ 83603 h 96979"/>
                <a:gd name="csX65" fmla="*/ 29141 w 67359"/>
                <a:gd name="csY65" fmla="*/ 84080 h 96979"/>
                <a:gd name="csX66" fmla="*/ 29619 w 67359"/>
                <a:gd name="csY66" fmla="*/ 85513 h 96979"/>
                <a:gd name="csX67" fmla="*/ 31530 w 67359"/>
                <a:gd name="csY67" fmla="*/ 86469 h 96979"/>
                <a:gd name="csX68" fmla="*/ 30574 w 67359"/>
                <a:gd name="csY68" fmla="*/ 87902 h 96979"/>
                <a:gd name="csX69" fmla="*/ 29141 w 67359"/>
                <a:gd name="csY69" fmla="*/ 88858 h 96979"/>
                <a:gd name="csX70" fmla="*/ 27708 w 67359"/>
                <a:gd name="csY70" fmla="*/ 86947 h 96979"/>
                <a:gd name="csX71" fmla="*/ 26753 w 67359"/>
                <a:gd name="csY71" fmla="*/ 85513 h 96979"/>
                <a:gd name="csX72" fmla="*/ 25797 w 67359"/>
                <a:gd name="csY72" fmla="*/ 85036 h 96979"/>
                <a:gd name="csX73" fmla="*/ 24842 w 67359"/>
                <a:gd name="csY73" fmla="*/ 85513 h 96979"/>
                <a:gd name="csX74" fmla="*/ 24364 w 67359"/>
                <a:gd name="csY74" fmla="*/ 87424 h 96979"/>
                <a:gd name="csX75" fmla="*/ 24842 w 67359"/>
                <a:gd name="csY75" fmla="*/ 88858 h 96979"/>
                <a:gd name="csX76" fmla="*/ 26275 w 67359"/>
                <a:gd name="csY76" fmla="*/ 90291 h 96979"/>
                <a:gd name="csX77" fmla="*/ 24364 w 67359"/>
                <a:gd name="csY77" fmla="*/ 91724 h 96979"/>
                <a:gd name="csX78" fmla="*/ 23886 w 67359"/>
                <a:gd name="csY78" fmla="*/ 92679 h 96979"/>
                <a:gd name="csX79" fmla="*/ 22931 w 67359"/>
                <a:gd name="csY79" fmla="*/ 93635 h 96979"/>
                <a:gd name="csX80" fmla="*/ 20064 w 67359"/>
                <a:gd name="csY80" fmla="*/ 91724 h 96979"/>
                <a:gd name="csX81" fmla="*/ 20542 w 67359"/>
                <a:gd name="csY81" fmla="*/ 90291 h 96979"/>
                <a:gd name="csX82" fmla="*/ 21975 w 67359"/>
                <a:gd name="csY82" fmla="*/ 89335 h 96979"/>
                <a:gd name="csX83" fmla="*/ 21975 w 67359"/>
                <a:gd name="csY83" fmla="*/ 87902 h 96979"/>
                <a:gd name="csX84" fmla="*/ 21498 w 67359"/>
                <a:gd name="csY84" fmla="*/ 87424 h 96979"/>
                <a:gd name="csX85" fmla="*/ 17198 w 67359"/>
                <a:gd name="csY85" fmla="*/ 90291 h 96979"/>
                <a:gd name="csX86" fmla="*/ 14332 w 67359"/>
                <a:gd name="csY86" fmla="*/ 94113 h 96979"/>
                <a:gd name="csX87" fmla="*/ 12898 w 67359"/>
                <a:gd name="csY87" fmla="*/ 94113 h 96979"/>
                <a:gd name="csX88" fmla="*/ 12421 w 67359"/>
                <a:gd name="csY88" fmla="*/ 93157 h 96979"/>
                <a:gd name="csX89" fmla="*/ 11943 w 67359"/>
                <a:gd name="csY89" fmla="*/ 92679 h 96979"/>
                <a:gd name="csX90" fmla="*/ 9076 w 67359"/>
                <a:gd name="csY90" fmla="*/ 95068 h 96979"/>
                <a:gd name="csX91" fmla="*/ 8121 w 67359"/>
                <a:gd name="csY91" fmla="*/ 96979 h 96979"/>
                <a:gd name="csX92" fmla="*/ 7166 w 67359"/>
                <a:gd name="csY92" fmla="*/ 96979 h 96979"/>
                <a:gd name="csX93" fmla="*/ 6688 w 67359"/>
                <a:gd name="csY93" fmla="*/ 96024 h 96979"/>
                <a:gd name="csX94" fmla="*/ 6688 w 67359"/>
                <a:gd name="csY94" fmla="*/ 94590 h 96979"/>
                <a:gd name="csX95" fmla="*/ 6210 w 67359"/>
                <a:gd name="csY95" fmla="*/ 93157 h 96979"/>
                <a:gd name="csX96" fmla="*/ 3344 w 67359"/>
                <a:gd name="csY96" fmla="*/ 90769 h 96979"/>
                <a:gd name="csX97" fmla="*/ 1910 w 67359"/>
                <a:gd name="csY97" fmla="*/ 88858 h 96979"/>
                <a:gd name="csX98" fmla="*/ 2866 w 67359"/>
                <a:gd name="csY98" fmla="*/ 87902 h 96979"/>
                <a:gd name="csX99" fmla="*/ 5255 w 67359"/>
                <a:gd name="csY99" fmla="*/ 88380 h 96979"/>
                <a:gd name="csX100" fmla="*/ 7166 w 67359"/>
                <a:gd name="csY100" fmla="*/ 88380 h 96979"/>
                <a:gd name="csX101" fmla="*/ 6688 w 67359"/>
                <a:gd name="csY101" fmla="*/ 87424 h 96979"/>
                <a:gd name="csX102" fmla="*/ 6210 w 67359"/>
                <a:gd name="csY102" fmla="*/ 87424 h 96979"/>
                <a:gd name="csX103" fmla="*/ 7644 w 67359"/>
                <a:gd name="csY103" fmla="*/ 86469 h 96979"/>
                <a:gd name="csX104" fmla="*/ 8599 w 67359"/>
                <a:gd name="csY104" fmla="*/ 85513 h 96979"/>
                <a:gd name="csX105" fmla="*/ 7644 w 67359"/>
                <a:gd name="csY105" fmla="*/ 85513 h 96979"/>
                <a:gd name="csX106" fmla="*/ 6210 w 67359"/>
                <a:gd name="csY106" fmla="*/ 85991 h 96979"/>
                <a:gd name="csX107" fmla="*/ 5255 w 67359"/>
                <a:gd name="csY107" fmla="*/ 85513 h 96979"/>
                <a:gd name="csX108" fmla="*/ 4777 w 67359"/>
                <a:gd name="csY108" fmla="*/ 83125 h 96979"/>
                <a:gd name="csX109" fmla="*/ 3344 w 67359"/>
                <a:gd name="csY109" fmla="*/ 80736 h 96979"/>
                <a:gd name="csX110" fmla="*/ 2389 w 67359"/>
                <a:gd name="csY110" fmla="*/ 78347 h 96979"/>
                <a:gd name="csX111" fmla="*/ 3821 w 67359"/>
                <a:gd name="csY111" fmla="*/ 76914 h 96979"/>
                <a:gd name="csX112" fmla="*/ 4777 w 67359"/>
                <a:gd name="csY112" fmla="*/ 75004 h 96979"/>
                <a:gd name="csX113" fmla="*/ 5733 w 67359"/>
                <a:gd name="csY113" fmla="*/ 71659 h 96979"/>
                <a:gd name="csX114" fmla="*/ 6688 w 67359"/>
                <a:gd name="csY114" fmla="*/ 70704 h 96979"/>
                <a:gd name="csX115" fmla="*/ 8121 w 67359"/>
                <a:gd name="csY115" fmla="*/ 69748 h 96979"/>
                <a:gd name="csX116" fmla="*/ 9076 w 67359"/>
                <a:gd name="csY116" fmla="*/ 69271 h 96979"/>
                <a:gd name="csX117" fmla="*/ 8121 w 67359"/>
                <a:gd name="csY117" fmla="*/ 68793 h 96979"/>
                <a:gd name="csX118" fmla="*/ 6210 w 67359"/>
                <a:gd name="csY118" fmla="*/ 68315 h 96979"/>
                <a:gd name="csX119" fmla="*/ 6210 w 67359"/>
                <a:gd name="csY119" fmla="*/ 67360 h 96979"/>
                <a:gd name="csX120" fmla="*/ 7644 w 67359"/>
                <a:gd name="csY120" fmla="*/ 66882 h 96979"/>
                <a:gd name="csX121" fmla="*/ 8599 w 67359"/>
                <a:gd name="csY121" fmla="*/ 65927 h 96979"/>
                <a:gd name="csX122" fmla="*/ 10987 w 67359"/>
                <a:gd name="csY122" fmla="*/ 64971 h 96979"/>
                <a:gd name="csX123" fmla="*/ 11465 w 67359"/>
                <a:gd name="csY123" fmla="*/ 62582 h 96979"/>
                <a:gd name="csX124" fmla="*/ 10987 w 67359"/>
                <a:gd name="csY124" fmla="*/ 61627 h 96979"/>
                <a:gd name="csX125" fmla="*/ 9555 w 67359"/>
                <a:gd name="csY125" fmla="*/ 61149 h 96979"/>
                <a:gd name="csX126" fmla="*/ 10032 w 67359"/>
                <a:gd name="csY126" fmla="*/ 60194 h 96979"/>
                <a:gd name="csX127" fmla="*/ 10510 w 67359"/>
                <a:gd name="csY127" fmla="*/ 59238 h 96979"/>
                <a:gd name="csX128" fmla="*/ 10032 w 67359"/>
                <a:gd name="csY128" fmla="*/ 58761 h 96979"/>
                <a:gd name="csX129" fmla="*/ 8599 w 67359"/>
                <a:gd name="csY129" fmla="*/ 57328 h 96979"/>
                <a:gd name="csX130" fmla="*/ 7644 w 67359"/>
                <a:gd name="csY130" fmla="*/ 55894 h 96979"/>
                <a:gd name="csX131" fmla="*/ 7644 w 67359"/>
                <a:gd name="csY131" fmla="*/ 54461 h 96979"/>
                <a:gd name="csX132" fmla="*/ 7644 w 67359"/>
                <a:gd name="csY132" fmla="*/ 52072 h 96979"/>
                <a:gd name="csX133" fmla="*/ 7644 w 67359"/>
                <a:gd name="csY133" fmla="*/ 50162 h 96979"/>
                <a:gd name="csX134" fmla="*/ 7644 w 67359"/>
                <a:gd name="csY134" fmla="*/ 48728 h 96979"/>
                <a:gd name="csX135" fmla="*/ 6688 w 67359"/>
                <a:gd name="csY135" fmla="*/ 46340 h 96979"/>
                <a:gd name="csX136" fmla="*/ 6210 w 67359"/>
                <a:gd name="csY136" fmla="*/ 43951 h 96979"/>
                <a:gd name="csX137" fmla="*/ 5255 w 67359"/>
                <a:gd name="csY137" fmla="*/ 44429 h 96979"/>
                <a:gd name="csX138" fmla="*/ 4299 w 67359"/>
                <a:gd name="csY138" fmla="*/ 44906 h 96979"/>
                <a:gd name="csX139" fmla="*/ 1433 w 67359"/>
                <a:gd name="csY139" fmla="*/ 43951 h 96979"/>
                <a:gd name="csX140" fmla="*/ 478 w 67359"/>
                <a:gd name="csY140" fmla="*/ 43951 h 96979"/>
                <a:gd name="csX141" fmla="*/ 0 w 67359"/>
                <a:gd name="csY141" fmla="*/ 42040 h 96979"/>
                <a:gd name="csX142" fmla="*/ 955 w 67359"/>
                <a:gd name="csY142" fmla="*/ 40129 h 96979"/>
                <a:gd name="csX143" fmla="*/ 3821 w 67359"/>
                <a:gd name="csY143" fmla="*/ 38218 h 96979"/>
                <a:gd name="csX144" fmla="*/ 5255 w 67359"/>
                <a:gd name="csY144" fmla="*/ 37740 h 96979"/>
                <a:gd name="csX145" fmla="*/ 6210 w 67359"/>
                <a:gd name="csY145" fmla="*/ 36785 h 96979"/>
                <a:gd name="csX146" fmla="*/ 8121 w 67359"/>
                <a:gd name="csY146" fmla="*/ 36785 h 96979"/>
                <a:gd name="csX147" fmla="*/ 10510 w 67359"/>
                <a:gd name="csY147" fmla="*/ 37740 h 96979"/>
                <a:gd name="csX148" fmla="*/ 12421 w 67359"/>
                <a:gd name="csY148" fmla="*/ 38218 h 96979"/>
                <a:gd name="csX149" fmla="*/ 13376 w 67359"/>
                <a:gd name="csY149" fmla="*/ 40607 h 96979"/>
                <a:gd name="csX150" fmla="*/ 13854 w 67359"/>
                <a:gd name="csY150" fmla="*/ 41085 h 96979"/>
                <a:gd name="csX151" fmla="*/ 14332 w 67359"/>
                <a:gd name="csY151" fmla="*/ 40129 h 96979"/>
                <a:gd name="csX152" fmla="*/ 15765 w 67359"/>
                <a:gd name="csY152" fmla="*/ 39174 h 96979"/>
                <a:gd name="csX153" fmla="*/ 16242 w 67359"/>
                <a:gd name="csY153" fmla="*/ 38218 h 96979"/>
                <a:gd name="csX154" fmla="*/ 15765 w 67359"/>
                <a:gd name="csY154" fmla="*/ 38218 h 96979"/>
                <a:gd name="csX155" fmla="*/ 13854 w 67359"/>
                <a:gd name="csY155" fmla="*/ 37740 h 96979"/>
                <a:gd name="csX156" fmla="*/ 12421 w 67359"/>
                <a:gd name="csY156" fmla="*/ 34874 h 96979"/>
                <a:gd name="csX157" fmla="*/ 11943 w 67359"/>
                <a:gd name="csY157" fmla="*/ 33441 h 96979"/>
                <a:gd name="csX158" fmla="*/ 11465 w 67359"/>
                <a:gd name="csY158" fmla="*/ 32486 h 96979"/>
                <a:gd name="csX159" fmla="*/ 12421 w 67359"/>
                <a:gd name="csY159" fmla="*/ 30575 h 96979"/>
                <a:gd name="csX160" fmla="*/ 10510 w 67359"/>
                <a:gd name="csY160" fmla="*/ 27708 h 96979"/>
                <a:gd name="csX161" fmla="*/ 9555 w 67359"/>
                <a:gd name="csY161" fmla="*/ 26753 h 96979"/>
                <a:gd name="csX162" fmla="*/ 10032 w 67359"/>
                <a:gd name="csY162" fmla="*/ 24364 h 96979"/>
                <a:gd name="csX163" fmla="*/ 8599 w 67359"/>
                <a:gd name="csY163" fmla="*/ 22931 h 96979"/>
                <a:gd name="csX164" fmla="*/ 8121 w 67359"/>
                <a:gd name="csY164" fmla="*/ 21975 h 96979"/>
                <a:gd name="csX165" fmla="*/ 8121 w 67359"/>
                <a:gd name="csY165" fmla="*/ 20542 h 96979"/>
                <a:gd name="csX166" fmla="*/ 8121 w 67359"/>
                <a:gd name="csY166" fmla="*/ 20065 h 96979"/>
                <a:gd name="csX167" fmla="*/ 9076 w 67359"/>
                <a:gd name="csY167" fmla="*/ 20065 h 96979"/>
                <a:gd name="csX168" fmla="*/ 9076 w 67359"/>
                <a:gd name="csY168" fmla="*/ 19109 h 96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67359" h="96979">
                  <a:moveTo>
                    <a:pt x="9076" y="19109"/>
                  </a:moveTo>
                  <a:lnTo>
                    <a:pt x="10032" y="18631"/>
                  </a:lnTo>
                  <a:lnTo>
                    <a:pt x="10032" y="18631"/>
                  </a:lnTo>
                  <a:lnTo>
                    <a:pt x="10032" y="18154"/>
                  </a:lnTo>
                  <a:lnTo>
                    <a:pt x="10032" y="16243"/>
                  </a:lnTo>
                  <a:lnTo>
                    <a:pt x="11465" y="14809"/>
                  </a:lnTo>
                  <a:lnTo>
                    <a:pt x="14332" y="11943"/>
                  </a:lnTo>
                  <a:lnTo>
                    <a:pt x="15287" y="10032"/>
                  </a:lnTo>
                  <a:lnTo>
                    <a:pt x="16721" y="8599"/>
                  </a:lnTo>
                  <a:lnTo>
                    <a:pt x="18153" y="7644"/>
                  </a:lnTo>
                  <a:lnTo>
                    <a:pt x="20064" y="7166"/>
                  </a:lnTo>
                  <a:lnTo>
                    <a:pt x="22453" y="7166"/>
                  </a:lnTo>
                  <a:lnTo>
                    <a:pt x="27230" y="7166"/>
                  </a:lnTo>
                  <a:lnTo>
                    <a:pt x="28186" y="7166"/>
                  </a:lnTo>
                  <a:lnTo>
                    <a:pt x="31530" y="6688"/>
                  </a:lnTo>
                  <a:lnTo>
                    <a:pt x="32008" y="7166"/>
                  </a:lnTo>
                  <a:lnTo>
                    <a:pt x="34396" y="7166"/>
                  </a:lnTo>
                  <a:lnTo>
                    <a:pt x="37263" y="7166"/>
                  </a:lnTo>
                  <a:lnTo>
                    <a:pt x="38696" y="6688"/>
                  </a:lnTo>
                  <a:lnTo>
                    <a:pt x="39651" y="5733"/>
                  </a:lnTo>
                  <a:lnTo>
                    <a:pt x="40607" y="4777"/>
                  </a:lnTo>
                  <a:lnTo>
                    <a:pt x="42040" y="1911"/>
                  </a:lnTo>
                  <a:lnTo>
                    <a:pt x="42996" y="0"/>
                  </a:lnTo>
                  <a:lnTo>
                    <a:pt x="43951" y="0"/>
                  </a:lnTo>
                  <a:lnTo>
                    <a:pt x="48728" y="10032"/>
                  </a:lnTo>
                  <a:lnTo>
                    <a:pt x="53505" y="16721"/>
                  </a:lnTo>
                  <a:lnTo>
                    <a:pt x="57328" y="21498"/>
                  </a:lnTo>
                  <a:lnTo>
                    <a:pt x="63060" y="30575"/>
                  </a:lnTo>
                  <a:lnTo>
                    <a:pt x="64493" y="35830"/>
                  </a:lnTo>
                  <a:lnTo>
                    <a:pt x="64493" y="38696"/>
                  </a:lnTo>
                  <a:lnTo>
                    <a:pt x="65449" y="42996"/>
                  </a:lnTo>
                  <a:lnTo>
                    <a:pt x="64971" y="45384"/>
                  </a:lnTo>
                  <a:lnTo>
                    <a:pt x="64971" y="49206"/>
                  </a:lnTo>
                  <a:lnTo>
                    <a:pt x="64493" y="51117"/>
                  </a:lnTo>
                  <a:lnTo>
                    <a:pt x="64015" y="52550"/>
                  </a:lnTo>
                  <a:lnTo>
                    <a:pt x="64015" y="54939"/>
                  </a:lnTo>
                  <a:lnTo>
                    <a:pt x="64015" y="56372"/>
                  </a:lnTo>
                  <a:lnTo>
                    <a:pt x="64015" y="58283"/>
                  </a:lnTo>
                  <a:lnTo>
                    <a:pt x="64493" y="59238"/>
                  </a:lnTo>
                  <a:lnTo>
                    <a:pt x="65449" y="59238"/>
                  </a:lnTo>
                  <a:lnTo>
                    <a:pt x="66404" y="58761"/>
                  </a:lnTo>
                  <a:lnTo>
                    <a:pt x="67360" y="58283"/>
                  </a:lnTo>
                  <a:lnTo>
                    <a:pt x="67360" y="60672"/>
                  </a:lnTo>
                  <a:lnTo>
                    <a:pt x="65926" y="66404"/>
                  </a:lnTo>
                  <a:lnTo>
                    <a:pt x="64493" y="70704"/>
                  </a:lnTo>
                  <a:lnTo>
                    <a:pt x="62582" y="74526"/>
                  </a:lnTo>
                  <a:lnTo>
                    <a:pt x="60671" y="77870"/>
                  </a:lnTo>
                  <a:lnTo>
                    <a:pt x="57805" y="79303"/>
                  </a:lnTo>
                  <a:lnTo>
                    <a:pt x="55894" y="79781"/>
                  </a:lnTo>
                  <a:lnTo>
                    <a:pt x="52072" y="79781"/>
                  </a:lnTo>
                  <a:lnTo>
                    <a:pt x="49206" y="79303"/>
                  </a:lnTo>
                  <a:lnTo>
                    <a:pt x="46340" y="79781"/>
                  </a:lnTo>
                  <a:lnTo>
                    <a:pt x="45384" y="80258"/>
                  </a:lnTo>
                  <a:lnTo>
                    <a:pt x="44906" y="81692"/>
                  </a:lnTo>
                  <a:lnTo>
                    <a:pt x="45384" y="83125"/>
                  </a:lnTo>
                  <a:lnTo>
                    <a:pt x="45384" y="84558"/>
                  </a:lnTo>
                  <a:lnTo>
                    <a:pt x="43951" y="84558"/>
                  </a:lnTo>
                  <a:lnTo>
                    <a:pt x="42040" y="83603"/>
                  </a:lnTo>
                  <a:lnTo>
                    <a:pt x="39174" y="83603"/>
                  </a:lnTo>
                  <a:lnTo>
                    <a:pt x="38218" y="83125"/>
                  </a:lnTo>
                  <a:lnTo>
                    <a:pt x="37263" y="81214"/>
                  </a:lnTo>
                  <a:lnTo>
                    <a:pt x="35830" y="81214"/>
                  </a:lnTo>
                  <a:lnTo>
                    <a:pt x="33919" y="82647"/>
                  </a:lnTo>
                  <a:lnTo>
                    <a:pt x="30574" y="82647"/>
                  </a:lnTo>
                  <a:lnTo>
                    <a:pt x="29619" y="83603"/>
                  </a:lnTo>
                  <a:lnTo>
                    <a:pt x="29141" y="84080"/>
                  </a:lnTo>
                  <a:lnTo>
                    <a:pt x="29619" y="85513"/>
                  </a:lnTo>
                  <a:lnTo>
                    <a:pt x="31530" y="86469"/>
                  </a:lnTo>
                  <a:lnTo>
                    <a:pt x="30574" y="87902"/>
                  </a:lnTo>
                  <a:lnTo>
                    <a:pt x="29141" y="88858"/>
                  </a:lnTo>
                  <a:lnTo>
                    <a:pt x="27708" y="86947"/>
                  </a:lnTo>
                  <a:lnTo>
                    <a:pt x="26753" y="85513"/>
                  </a:lnTo>
                  <a:lnTo>
                    <a:pt x="25797" y="85036"/>
                  </a:lnTo>
                  <a:lnTo>
                    <a:pt x="24842" y="85513"/>
                  </a:lnTo>
                  <a:lnTo>
                    <a:pt x="24364" y="87424"/>
                  </a:lnTo>
                  <a:lnTo>
                    <a:pt x="24842" y="88858"/>
                  </a:lnTo>
                  <a:lnTo>
                    <a:pt x="26275" y="90291"/>
                  </a:lnTo>
                  <a:lnTo>
                    <a:pt x="24364" y="91724"/>
                  </a:lnTo>
                  <a:lnTo>
                    <a:pt x="23886" y="92679"/>
                  </a:lnTo>
                  <a:lnTo>
                    <a:pt x="22931" y="93635"/>
                  </a:lnTo>
                  <a:lnTo>
                    <a:pt x="20064" y="91724"/>
                  </a:lnTo>
                  <a:lnTo>
                    <a:pt x="20542" y="90291"/>
                  </a:lnTo>
                  <a:lnTo>
                    <a:pt x="21975" y="89335"/>
                  </a:lnTo>
                  <a:lnTo>
                    <a:pt x="21975" y="87902"/>
                  </a:lnTo>
                  <a:lnTo>
                    <a:pt x="21498" y="87424"/>
                  </a:lnTo>
                  <a:lnTo>
                    <a:pt x="17198" y="90291"/>
                  </a:lnTo>
                  <a:lnTo>
                    <a:pt x="14332" y="94113"/>
                  </a:lnTo>
                  <a:lnTo>
                    <a:pt x="12898" y="94113"/>
                  </a:lnTo>
                  <a:lnTo>
                    <a:pt x="12421" y="93157"/>
                  </a:lnTo>
                  <a:lnTo>
                    <a:pt x="11943" y="92679"/>
                  </a:lnTo>
                  <a:lnTo>
                    <a:pt x="9076" y="95068"/>
                  </a:lnTo>
                  <a:lnTo>
                    <a:pt x="8121" y="96979"/>
                  </a:lnTo>
                  <a:lnTo>
                    <a:pt x="7166" y="96979"/>
                  </a:lnTo>
                  <a:lnTo>
                    <a:pt x="6688" y="96024"/>
                  </a:lnTo>
                  <a:lnTo>
                    <a:pt x="6688" y="94590"/>
                  </a:lnTo>
                  <a:lnTo>
                    <a:pt x="6210" y="93157"/>
                  </a:lnTo>
                  <a:lnTo>
                    <a:pt x="3344" y="90769"/>
                  </a:lnTo>
                  <a:lnTo>
                    <a:pt x="1910" y="88858"/>
                  </a:lnTo>
                  <a:lnTo>
                    <a:pt x="2866" y="87902"/>
                  </a:lnTo>
                  <a:lnTo>
                    <a:pt x="5255" y="88380"/>
                  </a:lnTo>
                  <a:lnTo>
                    <a:pt x="7166" y="88380"/>
                  </a:lnTo>
                  <a:lnTo>
                    <a:pt x="6688" y="87424"/>
                  </a:lnTo>
                  <a:lnTo>
                    <a:pt x="6210" y="87424"/>
                  </a:lnTo>
                  <a:lnTo>
                    <a:pt x="7644" y="86469"/>
                  </a:lnTo>
                  <a:lnTo>
                    <a:pt x="8599" y="85513"/>
                  </a:lnTo>
                  <a:lnTo>
                    <a:pt x="7644" y="85513"/>
                  </a:lnTo>
                  <a:lnTo>
                    <a:pt x="6210" y="85991"/>
                  </a:lnTo>
                  <a:lnTo>
                    <a:pt x="5255" y="85513"/>
                  </a:lnTo>
                  <a:lnTo>
                    <a:pt x="4777" y="83125"/>
                  </a:lnTo>
                  <a:lnTo>
                    <a:pt x="3344" y="80736"/>
                  </a:lnTo>
                  <a:lnTo>
                    <a:pt x="2389" y="78347"/>
                  </a:lnTo>
                  <a:lnTo>
                    <a:pt x="3821" y="76914"/>
                  </a:lnTo>
                  <a:lnTo>
                    <a:pt x="4777" y="75004"/>
                  </a:lnTo>
                  <a:lnTo>
                    <a:pt x="5733" y="71659"/>
                  </a:lnTo>
                  <a:lnTo>
                    <a:pt x="6688" y="70704"/>
                  </a:lnTo>
                  <a:lnTo>
                    <a:pt x="8121" y="69748"/>
                  </a:lnTo>
                  <a:lnTo>
                    <a:pt x="9076" y="69271"/>
                  </a:lnTo>
                  <a:lnTo>
                    <a:pt x="8121" y="68793"/>
                  </a:lnTo>
                  <a:lnTo>
                    <a:pt x="6210" y="68315"/>
                  </a:lnTo>
                  <a:lnTo>
                    <a:pt x="6210" y="67360"/>
                  </a:lnTo>
                  <a:lnTo>
                    <a:pt x="7644" y="66882"/>
                  </a:lnTo>
                  <a:lnTo>
                    <a:pt x="8599" y="65927"/>
                  </a:lnTo>
                  <a:lnTo>
                    <a:pt x="10987" y="64971"/>
                  </a:lnTo>
                  <a:lnTo>
                    <a:pt x="11465" y="62582"/>
                  </a:lnTo>
                  <a:lnTo>
                    <a:pt x="10987" y="61627"/>
                  </a:lnTo>
                  <a:lnTo>
                    <a:pt x="9555" y="61149"/>
                  </a:lnTo>
                  <a:lnTo>
                    <a:pt x="10032" y="60194"/>
                  </a:lnTo>
                  <a:lnTo>
                    <a:pt x="10510" y="59238"/>
                  </a:lnTo>
                  <a:lnTo>
                    <a:pt x="10032" y="58761"/>
                  </a:lnTo>
                  <a:lnTo>
                    <a:pt x="8599" y="57328"/>
                  </a:lnTo>
                  <a:lnTo>
                    <a:pt x="7644" y="55894"/>
                  </a:lnTo>
                  <a:lnTo>
                    <a:pt x="7644" y="54461"/>
                  </a:lnTo>
                  <a:lnTo>
                    <a:pt x="7644" y="52072"/>
                  </a:lnTo>
                  <a:lnTo>
                    <a:pt x="7644" y="50162"/>
                  </a:lnTo>
                  <a:lnTo>
                    <a:pt x="7644" y="48728"/>
                  </a:lnTo>
                  <a:lnTo>
                    <a:pt x="6688" y="46340"/>
                  </a:lnTo>
                  <a:lnTo>
                    <a:pt x="6210" y="43951"/>
                  </a:lnTo>
                  <a:lnTo>
                    <a:pt x="5255" y="44429"/>
                  </a:lnTo>
                  <a:lnTo>
                    <a:pt x="4299" y="44906"/>
                  </a:lnTo>
                  <a:lnTo>
                    <a:pt x="1433" y="43951"/>
                  </a:lnTo>
                  <a:lnTo>
                    <a:pt x="478" y="43951"/>
                  </a:lnTo>
                  <a:lnTo>
                    <a:pt x="0" y="42040"/>
                  </a:lnTo>
                  <a:lnTo>
                    <a:pt x="955" y="40129"/>
                  </a:lnTo>
                  <a:lnTo>
                    <a:pt x="3821" y="38218"/>
                  </a:lnTo>
                  <a:lnTo>
                    <a:pt x="5255" y="37740"/>
                  </a:lnTo>
                  <a:lnTo>
                    <a:pt x="6210" y="36785"/>
                  </a:lnTo>
                  <a:lnTo>
                    <a:pt x="8121" y="36785"/>
                  </a:lnTo>
                  <a:lnTo>
                    <a:pt x="10510" y="37740"/>
                  </a:lnTo>
                  <a:lnTo>
                    <a:pt x="12421" y="38218"/>
                  </a:lnTo>
                  <a:lnTo>
                    <a:pt x="13376" y="40607"/>
                  </a:lnTo>
                  <a:lnTo>
                    <a:pt x="13854" y="41085"/>
                  </a:lnTo>
                  <a:lnTo>
                    <a:pt x="14332" y="40129"/>
                  </a:lnTo>
                  <a:lnTo>
                    <a:pt x="15765" y="39174"/>
                  </a:lnTo>
                  <a:lnTo>
                    <a:pt x="16242" y="38218"/>
                  </a:lnTo>
                  <a:lnTo>
                    <a:pt x="15765" y="38218"/>
                  </a:lnTo>
                  <a:lnTo>
                    <a:pt x="13854" y="37740"/>
                  </a:lnTo>
                  <a:lnTo>
                    <a:pt x="12421" y="34874"/>
                  </a:lnTo>
                  <a:lnTo>
                    <a:pt x="11943" y="33441"/>
                  </a:lnTo>
                  <a:lnTo>
                    <a:pt x="11465" y="32486"/>
                  </a:lnTo>
                  <a:lnTo>
                    <a:pt x="12421" y="30575"/>
                  </a:lnTo>
                  <a:lnTo>
                    <a:pt x="10510" y="27708"/>
                  </a:lnTo>
                  <a:lnTo>
                    <a:pt x="9555" y="26753"/>
                  </a:lnTo>
                  <a:lnTo>
                    <a:pt x="10032" y="24364"/>
                  </a:lnTo>
                  <a:lnTo>
                    <a:pt x="8599" y="22931"/>
                  </a:lnTo>
                  <a:lnTo>
                    <a:pt x="8121" y="21975"/>
                  </a:lnTo>
                  <a:lnTo>
                    <a:pt x="8121" y="20542"/>
                  </a:lnTo>
                  <a:lnTo>
                    <a:pt x="8121" y="20065"/>
                  </a:lnTo>
                  <a:lnTo>
                    <a:pt x="9076" y="20065"/>
                  </a:lnTo>
                  <a:lnTo>
                    <a:pt x="9076" y="191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0" name="Freeform 4769">
              <a:extLst>
                <a:ext uri="{FF2B5EF4-FFF2-40B4-BE49-F238E27FC236}">
                  <a16:creationId xmlns:a16="http://schemas.microsoft.com/office/drawing/2014/main" id="{D68E8E45-6927-1899-F143-D3DEE084E35D}"/>
                </a:ext>
              </a:extLst>
            </p:cNvPr>
            <p:cNvSpPr/>
            <p:nvPr/>
          </p:nvSpPr>
          <p:spPr>
            <a:xfrm>
              <a:off x="8389578" y="3994415"/>
              <a:ext cx="3344" cy="5254"/>
            </a:xfrm>
            <a:custGeom>
              <a:avLst/>
              <a:gdLst>
                <a:gd name="csX0" fmla="*/ 3344 w 3344"/>
                <a:gd name="csY0" fmla="*/ 1911 h 5254"/>
                <a:gd name="csX1" fmla="*/ 3344 w 3344"/>
                <a:gd name="csY1" fmla="*/ 5255 h 5254"/>
                <a:gd name="csX2" fmla="*/ 1911 w 3344"/>
                <a:gd name="csY2" fmla="*/ 4777 h 5254"/>
                <a:gd name="csX3" fmla="*/ 1433 w 3344"/>
                <a:gd name="csY3" fmla="*/ 4777 h 5254"/>
                <a:gd name="csX4" fmla="*/ 956 w 3344"/>
                <a:gd name="csY4" fmla="*/ 4300 h 5254"/>
                <a:gd name="csX5" fmla="*/ 0 w 3344"/>
                <a:gd name="csY5" fmla="*/ 1433 h 5254"/>
                <a:gd name="csX6" fmla="*/ 956 w 3344"/>
                <a:gd name="csY6" fmla="*/ 0 h 5254"/>
                <a:gd name="csX7" fmla="*/ 2866 w 3344"/>
                <a:gd name="csY7" fmla="*/ 956 h 5254"/>
                <a:gd name="csX8" fmla="*/ 3344 w 3344"/>
                <a:gd name="csY8" fmla="*/ 1911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5254">
                  <a:moveTo>
                    <a:pt x="3344" y="1911"/>
                  </a:moveTo>
                  <a:lnTo>
                    <a:pt x="3344" y="5255"/>
                  </a:lnTo>
                  <a:lnTo>
                    <a:pt x="1911" y="4777"/>
                  </a:lnTo>
                  <a:lnTo>
                    <a:pt x="1433" y="4777"/>
                  </a:lnTo>
                  <a:lnTo>
                    <a:pt x="956" y="4300"/>
                  </a:lnTo>
                  <a:lnTo>
                    <a:pt x="0" y="1433"/>
                  </a:lnTo>
                  <a:lnTo>
                    <a:pt x="956" y="0"/>
                  </a:lnTo>
                  <a:lnTo>
                    <a:pt x="2866" y="956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1" name="Freeform 4770">
              <a:extLst>
                <a:ext uri="{FF2B5EF4-FFF2-40B4-BE49-F238E27FC236}">
                  <a16:creationId xmlns:a16="http://schemas.microsoft.com/office/drawing/2014/main" id="{1238D6F5-1298-2B42-DD3A-3F2A3D201925}"/>
                </a:ext>
              </a:extLst>
            </p:cNvPr>
            <p:cNvSpPr/>
            <p:nvPr/>
          </p:nvSpPr>
          <p:spPr>
            <a:xfrm>
              <a:off x="8477958" y="4000626"/>
              <a:ext cx="2388" cy="2388"/>
            </a:xfrm>
            <a:custGeom>
              <a:avLst/>
              <a:gdLst>
                <a:gd name="csX0" fmla="*/ 1911 w 2388"/>
                <a:gd name="csY0" fmla="*/ 1911 h 2388"/>
                <a:gd name="csX1" fmla="*/ 956 w 2388"/>
                <a:gd name="csY1" fmla="*/ 2389 h 2388"/>
                <a:gd name="csX2" fmla="*/ 0 w 2388"/>
                <a:gd name="csY2" fmla="*/ 1911 h 2388"/>
                <a:gd name="csX3" fmla="*/ 0 w 2388"/>
                <a:gd name="csY3" fmla="*/ 956 h 2388"/>
                <a:gd name="csX4" fmla="*/ 478 w 2388"/>
                <a:gd name="csY4" fmla="*/ 478 h 2388"/>
                <a:gd name="csX5" fmla="*/ 1911 w 2388"/>
                <a:gd name="csY5" fmla="*/ 0 h 2388"/>
                <a:gd name="csX6" fmla="*/ 2389 w 2388"/>
                <a:gd name="csY6" fmla="*/ 478 h 2388"/>
                <a:gd name="csX7" fmla="*/ 1911 w 2388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1911" y="1911"/>
                  </a:moveTo>
                  <a:lnTo>
                    <a:pt x="956" y="2389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2" name="Freeform 4771">
              <a:extLst>
                <a:ext uri="{FF2B5EF4-FFF2-40B4-BE49-F238E27FC236}">
                  <a16:creationId xmlns:a16="http://schemas.microsoft.com/office/drawing/2014/main" id="{BDC0FFB6-D4D4-25B6-28FB-1A78FD1A7431}"/>
                </a:ext>
              </a:extLst>
            </p:cNvPr>
            <p:cNvSpPr/>
            <p:nvPr/>
          </p:nvSpPr>
          <p:spPr>
            <a:xfrm>
              <a:off x="8388623" y="4022124"/>
              <a:ext cx="1911" cy="4299"/>
            </a:xfrm>
            <a:custGeom>
              <a:avLst/>
              <a:gdLst>
                <a:gd name="csX0" fmla="*/ 1911 w 1911"/>
                <a:gd name="csY0" fmla="*/ 2867 h 4299"/>
                <a:gd name="csX1" fmla="*/ 1911 w 1911"/>
                <a:gd name="csY1" fmla="*/ 4300 h 4299"/>
                <a:gd name="csX2" fmla="*/ 478 w 1911"/>
                <a:gd name="csY2" fmla="*/ 3344 h 4299"/>
                <a:gd name="csX3" fmla="*/ 0 w 1911"/>
                <a:gd name="csY3" fmla="*/ 0 h 4299"/>
                <a:gd name="csX4" fmla="*/ 1433 w 1911"/>
                <a:gd name="csY4" fmla="*/ 956 h 4299"/>
                <a:gd name="csX5" fmla="*/ 1911 w 1911"/>
                <a:gd name="csY5" fmla="*/ 2867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4299">
                  <a:moveTo>
                    <a:pt x="1911" y="2867"/>
                  </a:moveTo>
                  <a:lnTo>
                    <a:pt x="1911" y="4300"/>
                  </a:lnTo>
                  <a:lnTo>
                    <a:pt x="478" y="3344"/>
                  </a:lnTo>
                  <a:lnTo>
                    <a:pt x="0" y="0"/>
                  </a:lnTo>
                  <a:lnTo>
                    <a:pt x="1433" y="956"/>
                  </a:lnTo>
                  <a:lnTo>
                    <a:pt x="1911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3" name="Freeform 4772">
              <a:extLst>
                <a:ext uri="{FF2B5EF4-FFF2-40B4-BE49-F238E27FC236}">
                  <a16:creationId xmlns:a16="http://schemas.microsoft.com/office/drawing/2014/main" id="{64D08CF4-BB51-42FF-4C39-0ED4559EAA46}"/>
                </a:ext>
              </a:extLst>
            </p:cNvPr>
            <p:cNvSpPr/>
            <p:nvPr/>
          </p:nvSpPr>
          <p:spPr>
            <a:xfrm>
              <a:off x="8431618" y="4057953"/>
              <a:ext cx="5254" cy="5732"/>
            </a:xfrm>
            <a:custGeom>
              <a:avLst/>
              <a:gdLst>
                <a:gd name="csX0" fmla="*/ 5255 w 5254"/>
                <a:gd name="csY0" fmla="*/ 4777 h 5732"/>
                <a:gd name="csX1" fmla="*/ 3344 w 5254"/>
                <a:gd name="csY1" fmla="*/ 5733 h 5732"/>
                <a:gd name="csX2" fmla="*/ 955 w 5254"/>
                <a:gd name="csY2" fmla="*/ 4300 h 5732"/>
                <a:gd name="csX3" fmla="*/ 0 w 5254"/>
                <a:gd name="csY3" fmla="*/ 3344 h 5732"/>
                <a:gd name="csX4" fmla="*/ 1911 w 5254"/>
                <a:gd name="csY4" fmla="*/ 1433 h 5732"/>
                <a:gd name="csX5" fmla="*/ 3821 w 5254"/>
                <a:gd name="csY5" fmla="*/ 0 h 5732"/>
                <a:gd name="csX6" fmla="*/ 4777 w 5254"/>
                <a:gd name="csY6" fmla="*/ 0 h 5732"/>
                <a:gd name="csX7" fmla="*/ 5255 w 5254"/>
                <a:gd name="csY7" fmla="*/ 4777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5732">
                  <a:moveTo>
                    <a:pt x="5255" y="4777"/>
                  </a:moveTo>
                  <a:lnTo>
                    <a:pt x="3344" y="5733"/>
                  </a:lnTo>
                  <a:lnTo>
                    <a:pt x="955" y="4300"/>
                  </a:lnTo>
                  <a:lnTo>
                    <a:pt x="0" y="3344"/>
                  </a:lnTo>
                  <a:lnTo>
                    <a:pt x="1911" y="1433"/>
                  </a:lnTo>
                  <a:lnTo>
                    <a:pt x="3821" y="0"/>
                  </a:lnTo>
                  <a:lnTo>
                    <a:pt x="4777" y="0"/>
                  </a:lnTo>
                  <a:lnTo>
                    <a:pt x="5255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4" name="Freeform 4773">
              <a:extLst>
                <a:ext uri="{FF2B5EF4-FFF2-40B4-BE49-F238E27FC236}">
                  <a16:creationId xmlns:a16="http://schemas.microsoft.com/office/drawing/2014/main" id="{4C51F384-B4EF-A43D-3492-BFC87E053CB4}"/>
                </a:ext>
              </a:extLst>
            </p:cNvPr>
            <p:cNvSpPr/>
            <p:nvPr/>
          </p:nvSpPr>
          <p:spPr>
            <a:xfrm>
              <a:off x="8418719" y="4059864"/>
              <a:ext cx="4777" cy="4777"/>
            </a:xfrm>
            <a:custGeom>
              <a:avLst/>
              <a:gdLst>
                <a:gd name="csX0" fmla="*/ 4777 w 4777"/>
                <a:gd name="csY0" fmla="*/ 2389 h 4777"/>
                <a:gd name="csX1" fmla="*/ 4300 w 4777"/>
                <a:gd name="csY1" fmla="*/ 4777 h 4777"/>
                <a:gd name="csX2" fmla="*/ 3344 w 4777"/>
                <a:gd name="csY2" fmla="*/ 4777 h 4777"/>
                <a:gd name="csX3" fmla="*/ 2389 w 4777"/>
                <a:gd name="csY3" fmla="*/ 3344 h 4777"/>
                <a:gd name="csX4" fmla="*/ 1433 w 4777"/>
                <a:gd name="csY4" fmla="*/ 3822 h 4777"/>
                <a:gd name="csX5" fmla="*/ 956 w 4777"/>
                <a:gd name="csY5" fmla="*/ 4299 h 4777"/>
                <a:gd name="csX6" fmla="*/ 0 w 4777"/>
                <a:gd name="csY6" fmla="*/ 2389 h 4777"/>
                <a:gd name="csX7" fmla="*/ 0 w 4777"/>
                <a:gd name="csY7" fmla="*/ 956 h 4777"/>
                <a:gd name="csX8" fmla="*/ 1911 w 4777"/>
                <a:gd name="csY8" fmla="*/ 0 h 4777"/>
                <a:gd name="csX9" fmla="*/ 2867 w 4777"/>
                <a:gd name="csY9" fmla="*/ 478 h 4777"/>
                <a:gd name="csX10" fmla="*/ 4300 w 4777"/>
                <a:gd name="csY10" fmla="*/ 956 h 4777"/>
                <a:gd name="csX11" fmla="*/ 4777 w 4777"/>
                <a:gd name="csY11" fmla="*/ 238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77" h="4777">
                  <a:moveTo>
                    <a:pt x="4777" y="2389"/>
                  </a:moveTo>
                  <a:lnTo>
                    <a:pt x="4300" y="4777"/>
                  </a:lnTo>
                  <a:lnTo>
                    <a:pt x="3344" y="4777"/>
                  </a:lnTo>
                  <a:lnTo>
                    <a:pt x="2389" y="3344"/>
                  </a:lnTo>
                  <a:lnTo>
                    <a:pt x="1433" y="3822"/>
                  </a:lnTo>
                  <a:lnTo>
                    <a:pt x="956" y="4299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2867" y="478"/>
                  </a:lnTo>
                  <a:lnTo>
                    <a:pt x="4300" y="956"/>
                  </a:lnTo>
                  <a:lnTo>
                    <a:pt x="477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5" name="Freeform 4774">
              <a:extLst>
                <a:ext uri="{FF2B5EF4-FFF2-40B4-BE49-F238E27FC236}">
                  <a16:creationId xmlns:a16="http://schemas.microsoft.com/office/drawing/2014/main" id="{DAAEB554-4CF9-B1BA-345A-9C9F40D8BD36}"/>
                </a:ext>
              </a:extLst>
            </p:cNvPr>
            <p:cNvSpPr/>
            <p:nvPr/>
          </p:nvSpPr>
          <p:spPr>
            <a:xfrm>
              <a:off x="8382412" y="4059864"/>
              <a:ext cx="3344" cy="4777"/>
            </a:xfrm>
            <a:custGeom>
              <a:avLst/>
              <a:gdLst>
                <a:gd name="csX0" fmla="*/ 3344 w 3344"/>
                <a:gd name="csY0" fmla="*/ 4299 h 4777"/>
                <a:gd name="csX1" fmla="*/ 3344 w 3344"/>
                <a:gd name="csY1" fmla="*/ 4777 h 4777"/>
                <a:gd name="csX2" fmla="*/ 2389 w 3344"/>
                <a:gd name="csY2" fmla="*/ 4777 h 4777"/>
                <a:gd name="csX3" fmla="*/ 1433 w 3344"/>
                <a:gd name="csY3" fmla="*/ 2866 h 4777"/>
                <a:gd name="csX4" fmla="*/ 956 w 3344"/>
                <a:gd name="csY4" fmla="*/ 1911 h 4777"/>
                <a:gd name="csX5" fmla="*/ 0 w 3344"/>
                <a:gd name="csY5" fmla="*/ 956 h 4777"/>
                <a:gd name="csX6" fmla="*/ 1433 w 3344"/>
                <a:gd name="csY6" fmla="*/ 0 h 4777"/>
                <a:gd name="csX7" fmla="*/ 3344 w 3344"/>
                <a:gd name="csY7" fmla="*/ 1911 h 4777"/>
                <a:gd name="csX8" fmla="*/ 3344 w 3344"/>
                <a:gd name="csY8" fmla="*/ 4299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4777">
                  <a:moveTo>
                    <a:pt x="3344" y="4299"/>
                  </a:moveTo>
                  <a:lnTo>
                    <a:pt x="3344" y="4777"/>
                  </a:lnTo>
                  <a:lnTo>
                    <a:pt x="2389" y="4777"/>
                  </a:lnTo>
                  <a:lnTo>
                    <a:pt x="1433" y="2866"/>
                  </a:lnTo>
                  <a:lnTo>
                    <a:pt x="956" y="1911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3344" y="1911"/>
                  </a:lnTo>
                  <a:lnTo>
                    <a:pt x="3344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6" name="Freeform 4775">
              <a:extLst>
                <a:ext uri="{FF2B5EF4-FFF2-40B4-BE49-F238E27FC236}">
                  <a16:creationId xmlns:a16="http://schemas.microsoft.com/office/drawing/2014/main" id="{D66E4191-62AE-3B07-4258-2A10537FDB22}"/>
                </a:ext>
              </a:extLst>
            </p:cNvPr>
            <p:cNvSpPr/>
            <p:nvPr/>
          </p:nvSpPr>
          <p:spPr>
            <a:xfrm>
              <a:off x="8416809" y="4065119"/>
              <a:ext cx="1432" cy="2388"/>
            </a:xfrm>
            <a:custGeom>
              <a:avLst/>
              <a:gdLst>
                <a:gd name="csX0" fmla="*/ 1433 w 1432"/>
                <a:gd name="csY0" fmla="*/ 1433 h 2388"/>
                <a:gd name="csX1" fmla="*/ 955 w 1432"/>
                <a:gd name="csY1" fmla="*/ 2389 h 2388"/>
                <a:gd name="csX2" fmla="*/ 0 w 1432"/>
                <a:gd name="csY2" fmla="*/ 956 h 2388"/>
                <a:gd name="csX3" fmla="*/ 955 w 1432"/>
                <a:gd name="csY3" fmla="*/ 0 h 2388"/>
                <a:gd name="csX4" fmla="*/ 1433 w 1432"/>
                <a:gd name="csY4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2388">
                  <a:moveTo>
                    <a:pt x="1433" y="1433"/>
                  </a:moveTo>
                  <a:lnTo>
                    <a:pt x="955" y="2389"/>
                  </a:lnTo>
                  <a:lnTo>
                    <a:pt x="0" y="956"/>
                  </a:lnTo>
                  <a:lnTo>
                    <a:pt x="955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7" name="Freeform 4776">
              <a:extLst>
                <a:ext uri="{FF2B5EF4-FFF2-40B4-BE49-F238E27FC236}">
                  <a16:creationId xmlns:a16="http://schemas.microsoft.com/office/drawing/2014/main" id="{247E005A-FDFA-EBA2-6FDB-3EB911772832}"/>
                </a:ext>
              </a:extLst>
            </p:cNvPr>
            <p:cNvSpPr/>
            <p:nvPr/>
          </p:nvSpPr>
          <p:spPr>
            <a:xfrm>
              <a:off x="8384801" y="4067508"/>
              <a:ext cx="5254" cy="4777"/>
            </a:xfrm>
            <a:custGeom>
              <a:avLst/>
              <a:gdLst>
                <a:gd name="csX0" fmla="*/ 2389 w 5254"/>
                <a:gd name="csY0" fmla="*/ 4300 h 4777"/>
                <a:gd name="csX1" fmla="*/ 956 w 5254"/>
                <a:gd name="csY1" fmla="*/ 4777 h 4777"/>
                <a:gd name="csX2" fmla="*/ 478 w 5254"/>
                <a:gd name="csY2" fmla="*/ 4300 h 4777"/>
                <a:gd name="csX3" fmla="*/ 0 w 5254"/>
                <a:gd name="csY3" fmla="*/ 3822 h 4777"/>
                <a:gd name="csX4" fmla="*/ 0 w 5254"/>
                <a:gd name="csY4" fmla="*/ 2867 h 4777"/>
                <a:gd name="csX5" fmla="*/ 2389 w 5254"/>
                <a:gd name="csY5" fmla="*/ 956 h 4777"/>
                <a:gd name="csX6" fmla="*/ 2389 w 5254"/>
                <a:gd name="csY6" fmla="*/ 0 h 4777"/>
                <a:gd name="csX7" fmla="*/ 4300 w 5254"/>
                <a:gd name="csY7" fmla="*/ 478 h 4777"/>
                <a:gd name="csX8" fmla="*/ 5255 w 5254"/>
                <a:gd name="csY8" fmla="*/ 1433 h 4777"/>
                <a:gd name="csX9" fmla="*/ 4300 w 5254"/>
                <a:gd name="csY9" fmla="*/ 3344 h 4777"/>
                <a:gd name="csX10" fmla="*/ 2389 w 5254"/>
                <a:gd name="csY10" fmla="*/ 430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4" h="4777">
                  <a:moveTo>
                    <a:pt x="2389" y="4300"/>
                  </a:moveTo>
                  <a:lnTo>
                    <a:pt x="956" y="4777"/>
                  </a:lnTo>
                  <a:lnTo>
                    <a:pt x="478" y="4300"/>
                  </a:lnTo>
                  <a:lnTo>
                    <a:pt x="0" y="3822"/>
                  </a:lnTo>
                  <a:lnTo>
                    <a:pt x="0" y="2867"/>
                  </a:lnTo>
                  <a:lnTo>
                    <a:pt x="2389" y="956"/>
                  </a:lnTo>
                  <a:lnTo>
                    <a:pt x="2389" y="0"/>
                  </a:lnTo>
                  <a:lnTo>
                    <a:pt x="4300" y="478"/>
                  </a:lnTo>
                  <a:lnTo>
                    <a:pt x="5255" y="1433"/>
                  </a:lnTo>
                  <a:lnTo>
                    <a:pt x="4300" y="3344"/>
                  </a:lnTo>
                  <a:lnTo>
                    <a:pt x="2389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8" name="Freeform 4777">
              <a:extLst>
                <a:ext uri="{FF2B5EF4-FFF2-40B4-BE49-F238E27FC236}">
                  <a16:creationId xmlns:a16="http://schemas.microsoft.com/office/drawing/2014/main" id="{1E5B35BE-D82D-0C84-DF06-62633F3E986E}"/>
                </a:ext>
              </a:extLst>
            </p:cNvPr>
            <p:cNvSpPr/>
            <p:nvPr/>
          </p:nvSpPr>
          <p:spPr>
            <a:xfrm>
              <a:off x="8395311" y="4071330"/>
              <a:ext cx="2388" cy="2388"/>
            </a:xfrm>
            <a:custGeom>
              <a:avLst/>
              <a:gdLst>
                <a:gd name="csX0" fmla="*/ 1910 w 2388"/>
                <a:gd name="csY0" fmla="*/ 1433 h 2388"/>
                <a:gd name="csX1" fmla="*/ 2389 w 2388"/>
                <a:gd name="csY1" fmla="*/ 2389 h 2388"/>
                <a:gd name="csX2" fmla="*/ 955 w 2388"/>
                <a:gd name="csY2" fmla="*/ 1911 h 2388"/>
                <a:gd name="csX3" fmla="*/ 0 w 2388"/>
                <a:gd name="csY3" fmla="*/ 956 h 2388"/>
                <a:gd name="csX4" fmla="*/ 0 w 2388"/>
                <a:gd name="csY4" fmla="*/ 0 h 2388"/>
                <a:gd name="csX5" fmla="*/ 955 w 2388"/>
                <a:gd name="csY5" fmla="*/ 0 h 2388"/>
                <a:gd name="csX6" fmla="*/ 1910 w 2388"/>
                <a:gd name="csY6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1910" y="1433"/>
                  </a:moveTo>
                  <a:lnTo>
                    <a:pt x="2389" y="2389"/>
                  </a:lnTo>
                  <a:lnTo>
                    <a:pt x="955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9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9" name="Freeform 4778">
              <a:extLst>
                <a:ext uri="{FF2B5EF4-FFF2-40B4-BE49-F238E27FC236}">
                  <a16:creationId xmlns:a16="http://schemas.microsoft.com/office/drawing/2014/main" id="{9BD3B172-C97A-AAD6-6A65-7E950CD14D28}"/>
                </a:ext>
              </a:extLst>
            </p:cNvPr>
            <p:cNvSpPr/>
            <p:nvPr/>
          </p:nvSpPr>
          <p:spPr>
            <a:xfrm>
              <a:off x="8385756" y="4089961"/>
              <a:ext cx="15287" cy="7643"/>
            </a:xfrm>
            <a:custGeom>
              <a:avLst/>
              <a:gdLst>
                <a:gd name="csX0" fmla="*/ 3344 w 15287"/>
                <a:gd name="csY0" fmla="*/ 7166 h 7643"/>
                <a:gd name="csX1" fmla="*/ 2389 w 15287"/>
                <a:gd name="csY1" fmla="*/ 7644 h 7643"/>
                <a:gd name="csX2" fmla="*/ 1433 w 15287"/>
                <a:gd name="csY2" fmla="*/ 7166 h 7643"/>
                <a:gd name="csX3" fmla="*/ 1433 w 15287"/>
                <a:gd name="csY3" fmla="*/ 7166 h 7643"/>
                <a:gd name="csX4" fmla="*/ 478 w 15287"/>
                <a:gd name="csY4" fmla="*/ 5733 h 7643"/>
                <a:gd name="csX5" fmla="*/ 0 w 15287"/>
                <a:gd name="csY5" fmla="*/ 5255 h 7643"/>
                <a:gd name="csX6" fmla="*/ 478 w 15287"/>
                <a:gd name="csY6" fmla="*/ 3822 h 7643"/>
                <a:gd name="csX7" fmla="*/ 3344 w 15287"/>
                <a:gd name="csY7" fmla="*/ 1911 h 7643"/>
                <a:gd name="csX8" fmla="*/ 10510 w 15287"/>
                <a:gd name="csY8" fmla="*/ 0 h 7643"/>
                <a:gd name="csX9" fmla="*/ 11943 w 15287"/>
                <a:gd name="csY9" fmla="*/ 0 h 7643"/>
                <a:gd name="csX10" fmla="*/ 14809 w 15287"/>
                <a:gd name="csY10" fmla="*/ 478 h 7643"/>
                <a:gd name="csX11" fmla="*/ 15287 w 15287"/>
                <a:gd name="csY11" fmla="*/ 2389 h 7643"/>
                <a:gd name="csX12" fmla="*/ 14809 w 15287"/>
                <a:gd name="csY12" fmla="*/ 3344 h 7643"/>
                <a:gd name="csX13" fmla="*/ 13854 w 15287"/>
                <a:gd name="csY13" fmla="*/ 4300 h 7643"/>
                <a:gd name="csX14" fmla="*/ 10987 w 15287"/>
                <a:gd name="csY14" fmla="*/ 5733 h 7643"/>
                <a:gd name="csX15" fmla="*/ 8121 w 15287"/>
                <a:gd name="csY15" fmla="*/ 6688 h 7643"/>
                <a:gd name="csX16" fmla="*/ 3344 w 15287"/>
                <a:gd name="csY16" fmla="*/ 7166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5287" h="7643">
                  <a:moveTo>
                    <a:pt x="3344" y="7166"/>
                  </a:moveTo>
                  <a:lnTo>
                    <a:pt x="2389" y="7644"/>
                  </a:lnTo>
                  <a:lnTo>
                    <a:pt x="1433" y="7166"/>
                  </a:lnTo>
                  <a:lnTo>
                    <a:pt x="1433" y="7166"/>
                  </a:lnTo>
                  <a:lnTo>
                    <a:pt x="478" y="5733"/>
                  </a:lnTo>
                  <a:lnTo>
                    <a:pt x="0" y="5255"/>
                  </a:lnTo>
                  <a:lnTo>
                    <a:pt x="478" y="3822"/>
                  </a:lnTo>
                  <a:lnTo>
                    <a:pt x="3344" y="1911"/>
                  </a:lnTo>
                  <a:lnTo>
                    <a:pt x="10510" y="0"/>
                  </a:lnTo>
                  <a:lnTo>
                    <a:pt x="11943" y="0"/>
                  </a:lnTo>
                  <a:lnTo>
                    <a:pt x="14809" y="478"/>
                  </a:lnTo>
                  <a:lnTo>
                    <a:pt x="15287" y="2389"/>
                  </a:lnTo>
                  <a:lnTo>
                    <a:pt x="14809" y="3344"/>
                  </a:lnTo>
                  <a:lnTo>
                    <a:pt x="13854" y="4300"/>
                  </a:lnTo>
                  <a:lnTo>
                    <a:pt x="10987" y="5733"/>
                  </a:lnTo>
                  <a:lnTo>
                    <a:pt x="8121" y="6688"/>
                  </a:lnTo>
                  <a:lnTo>
                    <a:pt x="3344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0" name="Freeform 4779">
              <a:extLst>
                <a:ext uri="{FF2B5EF4-FFF2-40B4-BE49-F238E27FC236}">
                  <a16:creationId xmlns:a16="http://schemas.microsoft.com/office/drawing/2014/main" id="{9D39D14B-BF0A-5634-085A-67C48B0EAE69}"/>
                </a:ext>
              </a:extLst>
            </p:cNvPr>
            <p:cNvSpPr/>
            <p:nvPr/>
          </p:nvSpPr>
          <p:spPr>
            <a:xfrm>
              <a:off x="6281836" y="3882627"/>
              <a:ext cx="10032" cy="16242"/>
            </a:xfrm>
            <a:custGeom>
              <a:avLst/>
              <a:gdLst>
                <a:gd name="csX0" fmla="*/ 9555 w 10032"/>
                <a:gd name="csY0" fmla="*/ 16243 h 16242"/>
                <a:gd name="csX1" fmla="*/ 10032 w 10032"/>
                <a:gd name="csY1" fmla="*/ 15287 h 16242"/>
                <a:gd name="csX2" fmla="*/ 10032 w 10032"/>
                <a:gd name="csY2" fmla="*/ 12899 h 16242"/>
                <a:gd name="csX3" fmla="*/ 9077 w 10032"/>
                <a:gd name="csY3" fmla="*/ 9077 h 16242"/>
                <a:gd name="csX4" fmla="*/ 8121 w 10032"/>
                <a:gd name="csY4" fmla="*/ 7644 h 16242"/>
                <a:gd name="csX5" fmla="*/ 6688 w 10032"/>
                <a:gd name="csY5" fmla="*/ 6688 h 16242"/>
                <a:gd name="csX6" fmla="*/ 5255 w 10032"/>
                <a:gd name="csY6" fmla="*/ 5733 h 16242"/>
                <a:gd name="csX7" fmla="*/ 3344 w 10032"/>
                <a:gd name="csY7" fmla="*/ 4777 h 16242"/>
                <a:gd name="csX8" fmla="*/ 2389 w 10032"/>
                <a:gd name="csY8" fmla="*/ 2867 h 16242"/>
                <a:gd name="csX9" fmla="*/ 478 w 10032"/>
                <a:gd name="csY9" fmla="*/ 478 h 16242"/>
                <a:gd name="csX10" fmla="*/ 0 w 10032"/>
                <a:gd name="csY10" fmla="*/ 0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0032" h="16242">
                  <a:moveTo>
                    <a:pt x="9555" y="16243"/>
                  </a:moveTo>
                  <a:lnTo>
                    <a:pt x="10032" y="15287"/>
                  </a:lnTo>
                  <a:lnTo>
                    <a:pt x="10032" y="12899"/>
                  </a:lnTo>
                  <a:lnTo>
                    <a:pt x="9077" y="9077"/>
                  </a:lnTo>
                  <a:lnTo>
                    <a:pt x="8121" y="7644"/>
                  </a:lnTo>
                  <a:lnTo>
                    <a:pt x="6688" y="6688"/>
                  </a:lnTo>
                  <a:lnTo>
                    <a:pt x="5255" y="5733"/>
                  </a:lnTo>
                  <a:lnTo>
                    <a:pt x="3344" y="4777"/>
                  </a:lnTo>
                  <a:lnTo>
                    <a:pt x="2389" y="2867"/>
                  </a:ln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1" name="Freeform 4780">
              <a:extLst>
                <a:ext uri="{FF2B5EF4-FFF2-40B4-BE49-F238E27FC236}">
                  <a16:creationId xmlns:a16="http://schemas.microsoft.com/office/drawing/2014/main" id="{CC022E2E-15C9-1194-563A-94B2EB0D2FC0}"/>
                </a:ext>
              </a:extLst>
            </p:cNvPr>
            <p:cNvSpPr/>
            <p:nvPr/>
          </p:nvSpPr>
          <p:spPr>
            <a:xfrm>
              <a:off x="6806382" y="4163532"/>
              <a:ext cx="38218" cy="32007"/>
            </a:xfrm>
            <a:custGeom>
              <a:avLst/>
              <a:gdLst>
                <a:gd name="csX0" fmla="*/ 0 w 38218"/>
                <a:gd name="csY0" fmla="*/ 21020 h 32007"/>
                <a:gd name="csX1" fmla="*/ 3344 w 38218"/>
                <a:gd name="csY1" fmla="*/ 17198 h 32007"/>
                <a:gd name="csX2" fmla="*/ 4777 w 38218"/>
                <a:gd name="csY2" fmla="*/ 15765 h 32007"/>
                <a:gd name="csX3" fmla="*/ 7644 w 38218"/>
                <a:gd name="csY3" fmla="*/ 11465 h 32007"/>
                <a:gd name="csX4" fmla="*/ 9077 w 38218"/>
                <a:gd name="csY4" fmla="*/ 8599 h 32007"/>
                <a:gd name="csX5" fmla="*/ 10510 w 38218"/>
                <a:gd name="csY5" fmla="*/ 5733 h 32007"/>
                <a:gd name="csX6" fmla="*/ 11466 w 38218"/>
                <a:gd name="csY6" fmla="*/ 3344 h 32007"/>
                <a:gd name="csX7" fmla="*/ 11943 w 38218"/>
                <a:gd name="csY7" fmla="*/ 2866 h 32007"/>
                <a:gd name="csX8" fmla="*/ 12421 w 38218"/>
                <a:gd name="csY8" fmla="*/ 1911 h 32007"/>
                <a:gd name="csX9" fmla="*/ 13854 w 38218"/>
                <a:gd name="csY9" fmla="*/ 955 h 32007"/>
                <a:gd name="csX10" fmla="*/ 15765 w 38218"/>
                <a:gd name="csY10" fmla="*/ 478 h 32007"/>
                <a:gd name="csX11" fmla="*/ 19587 w 38218"/>
                <a:gd name="csY11" fmla="*/ 0 h 32007"/>
                <a:gd name="csX12" fmla="*/ 21976 w 38218"/>
                <a:gd name="csY12" fmla="*/ 0 h 32007"/>
                <a:gd name="csX13" fmla="*/ 22931 w 38218"/>
                <a:gd name="csY13" fmla="*/ 0 h 32007"/>
                <a:gd name="csX14" fmla="*/ 24365 w 38218"/>
                <a:gd name="csY14" fmla="*/ 478 h 32007"/>
                <a:gd name="csX15" fmla="*/ 28664 w 38218"/>
                <a:gd name="csY15" fmla="*/ 2389 h 32007"/>
                <a:gd name="csX16" fmla="*/ 28664 w 38218"/>
                <a:gd name="csY16" fmla="*/ 2866 h 32007"/>
                <a:gd name="csX17" fmla="*/ 29620 w 38218"/>
                <a:gd name="csY17" fmla="*/ 5255 h 32007"/>
                <a:gd name="csX18" fmla="*/ 30575 w 38218"/>
                <a:gd name="csY18" fmla="*/ 8121 h 32007"/>
                <a:gd name="csX19" fmla="*/ 32008 w 38218"/>
                <a:gd name="csY19" fmla="*/ 10032 h 32007"/>
                <a:gd name="csX20" fmla="*/ 32008 w 38218"/>
                <a:gd name="csY20" fmla="*/ 10988 h 32007"/>
                <a:gd name="csX21" fmla="*/ 31052 w 38218"/>
                <a:gd name="csY21" fmla="*/ 10510 h 32007"/>
                <a:gd name="csX22" fmla="*/ 30097 w 38218"/>
                <a:gd name="csY22" fmla="*/ 10510 h 32007"/>
                <a:gd name="csX23" fmla="*/ 28664 w 38218"/>
                <a:gd name="csY23" fmla="*/ 10032 h 32007"/>
                <a:gd name="csX24" fmla="*/ 25798 w 38218"/>
                <a:gd name="csY24" fmla="*/ 12421 h 32007"/>
                <a:gd name="csX25" fmla="*/ 23886 w 38218"/>
                <a:gd name="csY25" fmla="*/ 14332 h 32007"/>
                <a:gd name="csX26" fmla="*/ 23886 w 38218"/>
                <a:gd name="csY26" fmla="*/ 14809 h 32007"/>
                <a:gd name="csX27" fmla="*/ 26275 w 38218"/>
                <a:gd name="csY27" fmla="*/ 15287 h 32007"/>
                <a:gd name="csX28" fmla="*/ 28186 w 38218"/>
                <a:gd name="csY28" fmla="*/ 15287 h 32007"/>
                <a:gd name="csX29" fmla="*/ 29142 w 38218"/>
                <a:gd name="csY29" fmla="*/ 14809 h 32007"/>
                <a:gd name="csX30" fmla="*/ 30097 w 38218"/>
                <a:gd name="csY30" fmla="*/ 15287 h 32007"/>
                <a:gd name="csX31" fmla="*/ 31052 w 38218"/>
                <a:gd name="csY31" fmla="*/ 17198 h 32007"/>
                <a:gd name="csX32" fmla="*/ 31052 w 38218"/>
                <a:gd name="csY32" fmla="*/ 18631 h 32007"/>
                <a:gd name="csX33" fmla="*/ 32963 w 38218"/>
                <a:gd name="csY33" fmla="*/ 23409 h 32007"/>
                <a:gd name="csX34" fmla="*/ 34397 w 38218"/>
                <a:gd name="csY34" fmla="*/ 24842 h 32007"/>
                <a:gd name="csX35" fmla="*/ 35830 w 38218"/>
                <a:gd name="csY35" fmla="*/ 27708 h 32007"/>
                <a:gd name="csX36" fmla="*/ 36786 w 38218"/>
                <a:gd name="csY36" fmla="*/ 29141 h 32007"/>
                <a:gd name="csX37" fmla="*/ 36786 w 38218"/>
                <a:gd name="csY37" fmla="*/ 30575 h 32007"/>
                <a:gd name="csX38" fmla="*/ 38218 w 38218"/>
                <a:gd name="csY38" fmla="*/ 32008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38218" h="32007">
                  <a:moveTo>
                    <a:pt x="0" y="21020"/>
                  </a:moveTo>
                  <a:lnTo>
                    <a:pt x="3344" y="17198"/>
                  </a:lnTo>
                  <a:lnTo>
                    <a:pt x="4777" y="15765"/>
                  </a:lnTo>
                  <a:lnTo>
                    <a:pt x="7644" y="11465"/>
                  </a:lnTo>
                  <a:lnTo>
                    <a:pt x="9077" y="8599"/>
                  </a:lnTo>
                  <a:lnTo>
                    <a:pt x="10510" y="5733"/>
                  </a:lnTo>
                  <a:lnTo>
                    <a:pt x="11466" y="3344"/>
                  </a:lnTo>
                  <a:lnTo>
                    <a:pt x="11943" y="2866"/>
                  </a:lnTo>
                  <a:lnTo>
                    <a:pt x="12421" y="1911"/>
                  </a:lnTo>
                  <a:lnTo>
                    <a:pt x="13854" y="955"/>
                  </a:lnTo>
                  <a:lnTo>
                    <a:pt x="15765" y="478"/>
                  </a:lnTo>
                  <a:lnTo>
                    <a:pt x="19587" y="0"/>
                  </a:lnTo>
                  <a:lnTo>
                    <a:pt x="21976" y="0"/>
                  </a:lnTo>
                  <a:lnTo>
                    <a:pt x="22931" y="0"/>
                  </a:lnTo>
                  <a:lnTo>
                    <a:pt x="24365" y="478"/>
                  </a:lnTo>
                  <a:lnTo>
                    <a:pt x="28664" y="2389"/>
                  </a:lnTo>
                  <a:lnTo>
                    <a:pt x="28664" y="2866"/>
                  </a:lnTo>
                  <a:lnTo>
                    <a:pt x="29620" y="5255"/>
                  </a:lnTo>
                  <a:lnTo>
                    <a:pt x="30575" y="8121"/>
                  </a:lnTo>
                  <a:lnTo>
                    <a:pt x="32008" y="10032"/>
                  </a:lnTo>
                  <a:lnTo>
                    <a:pt x="32008" y="10988"/>
                  </a:lnTo>
                  <a:lnTo>
                    <a:pt x="31052" y="10510"/>
                  </a:lnTo>
                  <a:lnTo>
                    <a:pt x="30097" y="10510"/>
                  </a:lnTo>
                  <a:lnTo>
                    <a:pt x="28664" y="10032"/>
                  </a:lnTo>
                  <a:lnTo>
                    <a:pt x="25798" y="12421"/>
                  </a:lnTo>
                  <a:lnTo>
                    <a:pt x="23886" y="14332"/>
                  </a:lnTo>
                  <a:lnTo>
                    <a:pt x="23886" y="14809"/>
                  </a:lnTo>
                  <a:lnTo>
                    <a:pt x="26275" y="15287"/>
                  </a:lnTo>
                  <a:lnTo>
                    <a:pt x="28186" y="15287"/>
                  </a:lnTo>
                  <a:lnTo>
                    <a:pt x="29142" y="14809"/>
                  </a:lnTo>
                  <a:lnTo>
                    <a:pt x="30097" y="15287"/>
                  </a:lnTo>
                  <a:lnTo>
                    <a:pt x="31052" y="17198"/>
                  </a:lnTo>
                  <a:lnTo>
                    <a:pt x="31052" y="18631"/>
                  </a:lnTo>
                  <a:lnTo>
                    <a:pt x="32963" y="23409"/>
                  </a:lnTo>
                  <a:lnTo>
                    <a:pt x="34397" y="24842"/>
                  </a:lnTo>
                  <a:lnTo>
                    <a:pt x="35830" y="27708"/>
                  </a:lnTo>
                  <a:lnTo>
                    <a:pt x="36786" y="29141"/>
                  </a:lnTo>
                  <a:lnTo>
                    <a:pt x="36786" y="30575"/>
                  </a:lnTo>
                  <a:lnTo>
                    <a:pt x="38218" y="3200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2" name="Freeform 4781">
              <a:extLst>
                <a:ext uri="{FF2B5EF4-FFF2-40B4-BE49-F238E27FC236}">
                  <a16:creationId xmlns:a16="http://schemas.microsoft.com/office/drawing/2014/main" id="{BC71627F-4D26-240C-C7C6-C3F8D5F27E2E}"/>
                </a:ext>
              </a:extLst>
            </p:cNvPr>
            <p:cNvSpPr/>
            <p:nvPr/>
          </p:nvSpPr>
          <p:spPr>
            <a:xfrm>
              <a:off x="6837435" y="4165920"/>
              <a:ext cx="5255" cy="8121"/>
            </a:xfrm>
            <a:custGeom>
              <a:avLst/>
              <a:gdLst>
                <a:gd name="csX0" fmla="*/ 3822 w 5255"/>
                <a:gd name="csY0" fmla="*/ 7166 h 8121"/>
                <a:gd name="csX1" fmla="*/ 2389 w 5255"/>
                <a:gd name="csY1" fmla="*/ 8121 h 8121"/>
                <a:gd name="csX2" fmla="*/ 1911 w 5255"/>
                <a:gd name="csY2" fmla="*/ 7644 h 8121"/>
                <a:gd name="csX3" fmla="*/ 956 w 5255"/>
                <a:gd name="csY3" fmla="*/ 6688 h 8121"/>
                <a:gd name="csX4" fmla="*/ 0 w 5255"/>
                <a:gd name="csY4" fmla="*/ 3822 h 8121"/>
                <a:gd name="csX5" fmla="*/ 478 w 5255"/>
                <a:gd name="csY5" fmla="*/ 2866 h 8121"/>
                <a:gd name="csX6" fmla="*/ 478 w 5255"/>
                <a:gd name="csY6" fmla="*/ 2389 h 8121"/>
                <a:gd name="csX7" fmla="*/ 478 w 5255"/>
                <a:gd name="csY7" fmla="*/ 1911 h 8121"/>
                <a:gd name="csX8" fmla="*/ 956 w 5255"/>
                <a:gd name="csY8" fmla="*/ 1911 h 8121"/>
                <a:gd name="csX9" fmla="*/ 1433 w 5255"/>
                <a:gd name="csY9" fmla="*/ 478 h 8121"/>
                <a:gd name="csX10" fmla="*/ 1911 w 5255"/>
                <a:gd name="csY10" fmla="*/ 0 h 8121"/>
                <a:gd name="csX11" fmla="*/ 2867 w 5255"/>
                <a:gd name="csY11" fmla="*/ 955 h 8121"/>
                <a:gd name="csX12" fmla="*/ 5255 w 5255"/>
                <a:gd name="csY12" fmla="*/ 4299 h 8121"/>
                <a:gd name="csX13" fmla="*/ 5255 w 5255"/>
                <a:gd name="csY13" fmla="*/ 5255 h 8121"/>
                <a:gd name="csX14" fmla="*/ 4777 w 5255"/>
                <a:gd name="csY14" fmla="*/ 5733 h 8121"/>
                <a:gd name="csX15" fmla="*/ 3822 w 5255"/>
                <a:gd name="csY15" fmla="*/ 716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255" h="8121">
                  <a:moveTo>
                    <a:pt x="3822" y="7166"/>
                  </a:moveTo>
                  <a:lnTo>
                    <a:pt x="2389" y="8121"/>
                  </a:lnTo>
                  <a:lnTo>
                    <a:pt x="1911" y="7644"/>
                  </a:lnTo>
                  <a:lnTo>
                    <a:pt x="956" y="6688"/>
                  </a:lnTo>
                  <a:lnTo>
                    <a:pt x="0" y="3822"/>
                  </a:lnTo>
                  <a:lnTo>
                    <a:pt x="478" y="2866"/>
                  </a:lnTo>
                  <a:lnTo>
                    <a:pt x="478" y="2389"/>
                  </a:lnTo>
                  <a:lnTo>
                    <a:pt x="478" y="1911"/>
                  </a:lnTo>
                  <a:lnTo>
                    <a:pt x="956" y="1911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867" y="955"/>
                  </a:lnTo>
                  <a:lnTo>
                    <a:pt x="5255" y="4299"/>
                  </a:lnTo>
                  <a:lnTo>
                    <a:pt x="5255" y="5255"/>
                  </a:lnTo>
                  <a:lnTo>
                    <a:pt x="4777" y="5733"/>
                  </a:lnTo>
                  <a:lnTo>
                    <a:pt x="3822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3" name="Freeform 4782">
              <a:extLst>
                <a:ext uri="{FF2B5EF4-FFF2-40B4-BE49-F238E27FC236}">
                  <a16:creationId xmlns:a16="http://schemas.microsoft.com/office/drawing/2014/main" id="{0AA1F571-3DC4-E1AD-8CAC-F59AD8D6EA53}"/>
                </a:ext>
              </a:extLst>
            </p:cNvPr>
            <p:cNvSpPr/>
            <p:nvPr/>
          </p:nvSpPr>
          <p:spPr>
            <a:xfrm>
              <a:off x="4299259" y="4369911"/>
              <a:ext cx="2866" cy="1433"/>
            </a:xfrm>
            <a:custGeom>
              <a:avLst/>
              <a:gdLst>
                <a:gd name="csX0" fmla="*/ 1433 w 2866"/>
                <a:gd name="csY0" fmla="*/ 956 h 1433"/>
                <a:gd name="csX1" fmla="*/ 478 w 2866"/>
                <a:gd name="csY1" fmla="*/ 1433 h 1433"/>
                <a:gd name="csX2" fmla="*/ 0 w 2866"/>
                <a:gd name="csY2" fmla="*/ 1433 h 1433"/>
                <a:gd name="csX3" fmla="*/ 1433 w 2866"/>
                <a:gd name="csY3" fmla="*/ 478 h 1433"/>
                <a:gd name="csX4" fmla="*/ 1911 w 2866"/>
                <a:gd name="csY4" fmla="*/ 0 h 1433"/>
                <a:gd name="csX5" fmla="*/ 2389 w 2866"/>
                <a:gd name="csY5" fmla="*/ 0 h 1433"/>
                <a:gd name="csX6" fmla="*/ 2866 w 2866"/>
                <a:gd name="csY6" fmla="*/ 0 h 1433"/>
                <a:gd name="csX7" fmla="*/ 2866 w 2866"/>
                <a:gd name="csY7" fmla="*/ 0 h 1433"/>
                <a:gd name="csX8" fmla="*/ 2866 w 2866"/>
                <a:gd name="csY8" fmla="*/ 478 h 1433"/>
                <a:gd name="csX9" fmla="*/ 1433 w 2866"/>
                <a:gd name="csY9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1433">
                  <a:moveTo>
                    <a:pt x="1433" y="956"/>
                  </a:moveTo>
                  <a:lnTo>
                    <a:pt x="478" y="1433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2866" y="0"/>
                  </a:lnTo>
                  <a:lnTo>
                    <a:pt x="2866" y="478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4" name="Freeform 4783">
              <a:extLst>
                <a:ext uri="{FF2B5EF4-FFF2-40B4-BE49-F238E27FC236}">
                  <a16:creationId xmlns:a16="http://schemas.microsoft.com/office/drawing/2014/main" id="{77C6012B-C102-8C8E-0207-A484AB3C9FB2}"/>
                </a:ext>
              </a:extLst>
            </p:cNvPr>
            <p:cNvSpPr/>
            <p:nvPr/>
          </p:nvSpPr>
          <p:spPr>
            <a:xfrm>
              <a:off x="4294959" y="4370866"/>
              <a:ext cx="2866" cy="955"/>
            </a:xfrm>
            <a:custGeom>
              <a:avLst/>
              <a:gdLst>
                <a:gd name="csX0" fmla="*/ 2866 w 2866"/>
                <a:gd name="csY0" fmla="*/ 0 h 955"/>
                <a:gd name="csX1" fmla="*/ 2389 w 2866"/>
                <a:gd name="csY1" fmla="*/ 478 h 955"/>
                <a:gd name="csX2" fmla="*/ 1911 w 2866"/>
                <a:gd name="csY2" fmla="*/ 0 h 955"/>
                <a:gd name="csX3" fmla="*/ 478 w 2866"/>
                <a:gd name="csY3" fmla="*/ 956 h 955"/>
                <a:gd name="csX4" fmla="*/ 0 w 2866"/>
                <a:gd name="csY4" fmla="*/ 956 h 955"/>
                <a:gd name="csX5" fmla="*/ 0 w 2866"/>
                <a:gd name="csY5" fmla="*/ 956 h 955"/>
                <a:gd name="csX6" fmla="*/ 478 w 2866"/>
                <a:gd name="csY6" fmla="*/ 478 h 955"/>
                <a:gd name="csX7" fmla="*/ 478 w 2866"/>
                <a:gd name="csY7" fmla="*/ 478 h 955"/>
                <a:gd name="csX8" fmla="*/ 956 w 2866"/>
                <a:gd name="csY8" fmla="*/ 0 h 955"/>
                <a:gd name="csX9" fmla="*/ 1911 w 2866"/>
                <a:gd name="csY9" fmla="*/ 0 h 955"/>
                <a:gd name="csX10" fmla="*/ 2389 w 2866"/>
                <a:gd name="csY10" fmla="*/ 0 h 955"/>
                <a:gd name="csX11" fmla="*/ 2866 w 2866"/>
                <a:gd name="csY11" fmla="*/ 0 h 955"/>
                <a:gd name="csX12" fmla="*/ 2866 w 2866"/>
                <a:gd name="csY1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866" h="955">
                  <a:moveTo>
                    <a:pt x="2866" y="0"/>
                  </a:moveTo>
                  <a:lnTo>
                    <a:pt x="2389" y="478"/>
                  </a:lnTo>
                  <a:lnTo>
                    <a:pt x="1911" y="0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5" name="Freeform 4784">
              <a:extLst>
                <a:ext uri="{FF2B5EF4-FFF2-40B4-BE49-F238E27FC236}">
                  <a16:creationId xmlns:a16="http://schemas.microsoft.com/office/drawing/2014/main" id="{ECD3D406-30BC-EF41-7A03-9348BF6296F9}"/>
                </a:ext>
              </a:extLst>
            </p:cNvPr>
            <p:cNvSpPr/>
            <p:nvPr/>
          </p:nvSpPr>
          <p:spPr>
            <a:xfrm>
              <a:off x="4269162" y="4377076"/>
              <a:ext cx="6210" cy="2388"/>
            </a:xfrm>
            <a:custGeom>
              <a:avLst/>
              <a:gdLst>
                <a:gd name="csX0" fmla="*/ 956 w 6210"/>
                <a:gd name="csY0" fmla="*/ 956 h 2388"/>
                <a:gd name="csX1" fmla="*/ 1433 w 6210"/>
                <a:gd name="csY1" fmla="*/ 1433 h 2388"/>
                <a:gd name="csX2" fmla="*/ 2389 w 6210"/>
                <a:gd name="csY2" fmla="*/ 956 h 2388"/>
                <a:gd name="csX3" fmla="*/ 2389 w 6210"/>
                <a:gd name="csY3" fmla="*/ 478 h 2388"/>
                <a:gd name="csX4" fmla="*/ 5733 w 6210"/>
                <a:gd name="csY4" fmla="*/ 956 h 2388"/>
                <a:gd name="csX5" fmla="*/ 6211 w 6210"/>
                <a:gd name="csY5" fmla="*/ 1911 h 2388"/>
                <a:gd name="csX6" fmla="*/ 3822 w 6210"/>
                <a:gd name="csY6" fmla="*/ 1911 h 2388"/>
                <a:gd name="csX7" fmla="*/ 2867 w 6210"/>
                <a:gd name="csY7" fmla="*/ 2389 h 2388"/>
                <a:gd name="csX8" fmla="*/ 2389 w 6210"/>
                <a:gd name="csY8" fmla="*/ 2389 h 2388"/>
                <a:gd name="csX9" fmla="*/ 0 w 6210"/>
                <a:gd name="csY9" fmla="*/ 2389 h 2388"/>
                <a:gd name="csX10" fmla="*/ 0 w 6210"/>
                <a:gd name="csY10" fmla="*/ 478 h 2388"/>
                <a:gd name="csX11" fmla="*/ 478 w 6210"/>
                <a:gd name="csY11" fmla="*/ 0 h 2388"/>
                <a:gd name="csX12" fmla="*/ 956 w 6210"/>
                <a:gd name="csY12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210" h="2388">
                  <a:moveTo>
                    <a:pt x="956" y="956"/>
                  </a:moveTo>
                  <a:lnTo>
                    <a:pt x="1433" y="1433"/>
                  </a:lnTo>
                  <a:lnTo>
                    <a:pt x="2389" y="956"/>
                  </a:lnTo>
                  <a:lnTo>
                    <a:pt x="2389" y="478"/>
                  </a:lnTo>
                  <a:lnTo>
                    <a:pt x="5733" y="956"/>
                  </a:lnTo>
                  <a:lnTo>
                    <a:pt x="6211" y="1911"/>
                  </a:lnTo>
                  <a:lnTo>
                    <a:pt x="3822" y="1911"/>
                  </a:lnTo>
                  <a:lnTo>
                    <a:pt x="2867" y="2389"/>
                  </a:lnTo>
                  <a:lnTo>
                    <a:pt x="2389" y="2389"/>
                  </a:lnTo>
                  <a:lnTo>
                    <a:pt x="0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6" name="Freeform 4785">
              <a:extLst>
                <a:ext uri="{FF2B5EF4-FFF2-40B4-BE49-F238E27FC236}">
                  <a16:creationId xmlns:a16="http://schemas.microsoft.com/office/drawing/2014/main" id="{7437D1B2-97E3-D5AB-6B0D-FAC917A0AD10}"/>
                </a:ext>
              </a:extLst>
            </p:cNvPr>
            <p:cNvSpPr/>
            <p:nvPr/>
          </p:nvSpPr>
          <p:spPr>
            <a:xfrm>
              <a:off x="7602280" y="3694879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0 w 1433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7" name="Freeform 4786">
              <a:extLst>
                <a:ext uri="{FF2B5EF4-FFF2-40B4-BE49-F238E27FC236}">
                  <a16:creationId xmlns:a16="http://schemas.microsoft.com/office/drawing/2014/main" id="{77BC15D9-A63C-0244-BA7F-A81897EBDCAE}"/>
                </a:ext>
              </a:extLst>
            </p:cNvPr>
            <p:cNvSpPr/>
            <p:nvPr/>
          </p:nvSpPr>
          <p:spPr>
            <a:xfrm>
              <a:off x="7530143" y="3659049"/>
              <a:ext cx="1433" cy="1911"/>
            </a:xfrm>
            <a:custGeom>
              <a:avLst/>
              <a:gdLst>
                <a:gd name="csX0" fmla="*/ 0 w 1433"/>
                <a:gd name="csY0" fmla="*/ 1911 h 1911"/>
                <a:gd name="csX1" fmla="*/ 0 w 1433"/>
                <a:gd name="csY1" fmla="*/ 1911 h 1911"/>
                <a:gd name="csX2" fmla="*/ 1433 w 1433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911">
                  <a:moveTo>
                    <a:pt x="0" y="1911"/>
                  </a:moveTo>
                  <a:lnTo>
                    <a:pt x="0" y="1911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8" name="Freeform 4787">
              <a:extLst>
                <a:ext uri="{FF2B5EF4-FFF2-40B4-BE49-F238E27FC236}">
                  <a16:creationId xmlns:a16="http://schemas.microsoft.com/office/drawing/2014/main" id="{81F1B916-8124-F225-4DDD-7837270F3125}"/>
                </a:ext>
              </a:extLst>
            </p:cNvPr>
            <p:cNvSpPr/>
            <p:nvPr/>
          </p:nvSpPr>
          <p:spPr>
            <a:xfrm>
              <a:off x="7482370" y="3649972"/>
              <a:ext cx="477" cy="1433"/>
            </a:xfrm>
            <a:custGeom>
              <a:avLst/>
              <a:gdLst>
                <a:gd name="csX0" fmla="*/ 0 w 477"/>
                <a:gd name="csY0" fmla="*/ 1433 h 1433"/>
                <a:gd name="csX1" fmla="*/ 478 w 477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433">
                  <a:moveTo>
                    <a:pt x="0" y="1433"/>
                  </a:move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9" name="Freeform 4788">
              <a:extLst>
                <a:ext uri="{FF2B5EF4-FFF2-40B4-BE49-F238E27FC236}">
                  <a16:creationId xmlns:a16="http://schemas.microsoft.com/office/drawing/2014/main" id="{2DFE6DA3-C7AD-6744-A065-D8ED7E2B6C3C}"/>
                </a:ext>
              </a:extLst>
            </p:cNvPr>
            <p:cNvSpPr/>
            <p:nvPr/>
          </p:nvSpPr>
          <p:spPr>
            <a:xfrm>
              <a:off x="7478548" y="3652839"/>
              <a:ext cx="477" cy="955"/>
            </a:xfrm>
            <a:custGeom>
              <a:avLst/>
              <a:gdLst>
                <a:gd name="csX0" fmla="*/ 0 w 477"/>
                <a:gd name="csY0" fmla="*/ 956 h 955"/>
                <a:gd name="csX1" fmla="*/ 478 w 477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955">
                  <a:moveTo>
                    <a:pt x="0" y="956"/>
                  </a:move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0" name="Freeform 4789">
              <a:extLst>
                <a:ext uri="{FF2B5EF4-FFF2-40B4-BE49-F238E27FC236}">
                  <a16:creationId xmlns:a16="http://schemas.microsoft.com/office/drawing/2014/main" id="{5BAD5C5D-407B-E02B-F902-B796FC9570EB}"/>
                </a:ext>
              </a:extLst>
            </p:cNvPr>
            <p:cNvSpPr/>
            <p:nvPr/>
          </p:nvSpPr>
          <p:spPr>
            <a:xfrm>
              <a:off x="7478548" y="3658572"/>
              <a:ext cx="477" cy="955"/>
            </a:xfrm>
            <a:custGeom>
              <a:avLst/>
              <a:gdLst>
                <a:gd name="csX0" fmla="*/ 0 w 477"/>
                <a:gd name="csY0" fmla="*/ 955 h 955"/>
                <a:gd name="csX1" fmla="*/ 0 w 477"/>
                <a:gd name="csY1" fmla="*/ 955 h 955"/>
                <a:gd name="csX2" fmla="*/ 478 w 4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0" y="955"/>
                  </a:moveTo>
                  <a:lnTo>
                    <a:pt x="0" y="955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1" name="Freeform 4790">
              <a:extLst>
                <a:ext uri="{FF2B5EF4-FFF2-40B4-BE49-F238E27FC236}">
                  <a16:creationId xmlns:a16="http://schemas.microsoft.com/office/drawing/2014/main" id="{13761720-1693-5669-E891-25C04F8DAFA2}"/>
                </a:ext>
              </a:extLst>
            </p:cNvPr>
            <p:cNvSpPr/>
            <p:nvPr/>
          </p:nvSpPr>
          <p:spPr>
            <a:xfrm>
              <a:off x="7471382" y="3662393"/>
              <a:ext cx="477" cy="2388"/>
            </a:xfrm>
            <a:custGeom>
              <a:avLst/>
              <a:gdLst>
                <a:gd name="csX0" fmla="*/ 0 w 477"/>
                <a:gd name="csY0" fmla="*/ 2389 h 2388"/>
                <a:gd name="csX1" fmla="*/ 0 w 477"/>
                <a:gd name="csY1" fmla="*/ 2389 h 2388"/>
                <a:gd name="csX2" fmla="*/ 0 w 477"/>
                <a:gd name="csY2" fmla="*/ 956 h 2388"/>
                <a:gd name="csX3" fmla="*/ 478 w 477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2388">
                  <a:moveTo>
                    <a:pt x="0" y="2389"/>
                  </a:moveTo>
                  <a:lnTo>
                    <a:pt x="0" y="2389"/>
                  </a:lnTo>
                  <a:lnTo>
                    <a:pt x="0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2" name="Freeform 4791">
              <a:extLst>
                <a:ext uri="{FF2B5EF4-FFF2-40B4-BE49-F238E27FC236}">
                  <a16:creationId xmlns:a16="http://schemas.microsoft.com/office/drawing/2014/main" id="{70E7FE9F-FFF5-B52B-63D3-DA8B355E6B39}"/>
                </a:ext>
              </a:extLst>
            </p:cNvPr>
            <p:cNvSpPr/>
            <p:nvPr/>
          </p:nvSpPr>
          <p:spPr>
            <a:xfrm>
              <a:off x="7359116" y="3579746"/>
              <a:ext cx="955" cy="3821"/>
            </a:xfrm>
            <a:custGeom>
              <a:avLst/>
              <a:gdLst>
                <a:gd name="csX0" fmla="*/ 0 w 955"/>
                <a:gd name="csY0" fmla="*/ 3822 h 3821"/>
                <a:gd name="csX1" fmla="*/ 0 w 955"/>
                <a:gd name="csY1" fmla="*/ 3822 h 3821"/>
                <a:gd name="csX2" fmla="*/ 478 w 955"/>
                <a:gd name="csY2" fmla="*/ 2389 h 3821"/>
                <a:gd name="csX3" fmla="*/ 478 w 955"/>
                <a:gd name="csY3" fmla="*/ 955 h 3821"/>
                <a:gd name="csX4" fmla="*/ 955 w 955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3821">
                  <a:moveTo>
                    <a:pt x="0" y="3822"/>
                  </a:moveTo>
                  <a:lnTo>
                    <a:pt x="0" y="3822"/>
                  </a:lnTo>
                  <a:lnTo>
                    <a:pt x="478" y="2389"/>
                  </a:lnTo>
                  <a:lnTo>
                    <a:pt x="478" y="955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3" name="Freeform 4792">
              <a:extLst>
                <a:ext uri="{FF2B5EF4-FFF2-40B4-BE49-F238E27FC236}">
                  <a16:creationId xmlns:a16="http://schemas.microsoft.com/office/drawing/2014/main" id="{928C59EF-0ECA-41A4-C167-97852F55CF89}"/>
                </a:ext>
              </a:extLst>
            </p:cNvPr>
            <p:cNvSpPr/>
            <p:nvPr/>
          </p:nvSpPr>
          <p:spPr>
            <a:xfrm>
              <a:off x="7339051" y="3571625"/>
              <a:ext cx="4777" cy="2866"/>
            </a:xfrm>
            <a:custGeom>
              <a:avLst/>
              <a:gdLst>
                <a:gd name="csX0" fmla="*/ 4777 w 4777"/>
                <a:gd name="csY0" fmla="*/ 0 h 2866"/>
                <a:gd name="csX1" fmla="*/ 3344 w 4777"/>
                <a:gd name="csY1" fmla="*/ 956 h 2866"/>
                <a:gd name="csX2" fmla="*/ 0 w 4777"/>
                <a:gd name="csY2" fmla="*/ 2389 h 2866"/>
                <a:gd name="csX3" fmla="*/ 0 w 4777"/>
                <a:gd name="csY3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2866">
                  <a:moveTo>
                    <a:pt x="4777" y="0"/>
                  </a:moveTo>
                  <a:lnTo>
                    <a:pt x="3344" y="956"/>
                  </a:lnTo>
                  <a:lnTo>
                    <a:pt x="0" y="2389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4" name="Freeform 4793">
              <a:extLst>
                <a:ext uri="{FF2B5EF4-FFF2-40B4-BE49-F238E27FC236}">
                  <a16:creationId xmlns:a16="http://schemas.microsoft.com/office/drawing/2014/main" id="{2A263F97-9ABA-B34B-9864-2A746AE72CA9}"/>
                </a:ext>
              </a:extLst>
            </p:cNvPr>
            <p:cNvSpPr/>
            <p:nvPr/>
          </p:nvSpPr>
          <p:spPr>
            <a:xfrm>
              <a:off x="7322808" y="3565414"/>
              <a:ext cx="477" cy="2388"/>
            </a:xfrm>
            <a:custGeom>
              <a:avLst/>
              <a:gdLst>
                <a:gd name="csX0" fmla="*/ 478 w 477"/>
                <a:gd name="csY0" fmla="*/ 2389 h 2388"/>
                <a:gd name="csX1" fmla="*/ 0 w 477"/>
                <a:gd name="csY1" fmla="*/ 1433 h 2388"/>
                <a:gd name="csX2" fmla="*/ 0 w 477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2388">
                  <a:moveTo>
                    <a:pt x="478" y="2389"/>
                  </a:moveTo>
                  <a:lnTo>
                    <a:pt x="0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5" name="Freeform 4794">
              <a:extLst>
                <a:ext uri="{FF2B5EF4-FFF2-40B4-BE49-F238E27FC236}">
                  <a16:creationId xmlns:a16="http://schemas.microsoft.com/office/drawing/2014/main" id="{BDD37030-B237-D3CE-587D-1FBE8809DE96}"/>
                </a:ext>
              </a:extLst>
            </p:cNvPr>
            <p:cNvSpPr/>
            <p:nvPr/>
          </p:nvSpPr>
          <p:spPr>
            <a:xfrm>
              <a:off x="7236817" y="3533406"/>
              <a:ext cx="477" cy="3344"/>
            </a:xfrm>
            <a:custGeom>
              <a:avLst/>
              <a:gdLst>
                <a:gd name="csX0" fmla="*/ 0 w 477"/>
                <a:gd name="csY0" fmla="*/ 3344 h 3344"/>
                <a:gd name="csX1" fmla="*/ 478 w 477"/>
                <a:gd name="csY1" fmla="*/ 1911 h 3344"/>
                <a:gd name="csX2" fmla="*/ 0 w 477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3344">
                  <a:moveTo>
                    <a:pt x="0" y="3344"/>
                  </a:moveTo>
                  <a:lnTo>
                    <a:pt x="478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6" name="Freeform 4795">
              <a:extLst>
                <a:ext uri="{FF2B5EF4-FFF2-40B4-BE49-F238E27FC236}">
                  <a16:creationId xmlns:a16="http://schemas.microsoft.com/office/drawing/2014/main" id="{4CE0F97F-A2A1-0D81-EDAF-41B22B770BE0}"/>
                </a:ext>
              </a:extLst>
            </p:cNvPr>
            <p:cNvSpPr/>
            <p:nvPr/>
          </p:nvSpPr>
          <p:spPr>
            <a:xfrm>
              <a:off x="7181400" y="3549171"/>
              <a:ext cx="955" cy="955"/>
            </a:xfrm>
            <a:custGeom>
              <a:avLst/>
              <a:gdLst>
                <a:gd name="csX0" fmla="*/ 0 w 955"/>
                <a:gd name="csY0" fmla="*/ 956 h 955"/>
                <a:gd name="csX1" fmla="*/ 0 w 955"/>
                <a:gd name="csY1" fmla="*/ 956 h 955"/>
                <a:gd name="csX2" fmla="*/ 956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0" y="956"/>
                  </a:moveTo>
                  <a:lnTo>
                    <a:pt x="0" y="956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7" name="Freeform 4796">
              <a:extLst>
                <a:ext uri="{FF2B5EF4-FFF2-40B4-BE49-F238E27FC236}">
                  <a16:creationId xmlns:a16="http://schemas.microsoft.com/office/drawing/2014/main" id="{102DCC48-4205-3A26-3FD8-D6C6635EFD94}"/>
                </a:ext>
              </a:extLst>
            </p:cNvPr>
            <p:cNvSpPr/>
            <p:nvPr/>
          </p:nvSpPr>
          <p:spPr>
            <a:xfrm>
              <a:off x="7175668" y="3554904"/>
              <a:ext cx="955" cy="2388"/>
            </a:xfrm>
            <a:custGeom>
              <a:avLst/>
              <a:gdLst>
                <a:gd name="csX0" fmla="*/ 0 w 955"/>
                <a:gd name="csY0" fmla="*/ 2389 h 2388"/>
                <a:gd name="csX1" fmla="*/ 955 w 955"/>
                <a:gd name="csY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2388">
                  <a:moveTo>
                    <a:pt x="0" y="2389"/>
                  </a:move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8" name="Freeform 4797">
              <a:extLst>
                <a:ext uri="{FF2B5EF4-FFF2-40B4-BE49-F238E27FC236}">
                  <a16:creationId xmlns:a16="http://schemas.microsoft.com/office/drawing/2014/main" id="{67DA177F-169E-4A74-12D6-EC63164A2665}"/>
                </a:ext>
              </a:extLst>
            </p:cNvPr>
            <p:cNvSpPr/>
            <p:nvPr/>
          </p:nvSpPr>
          <p:spPr>
            <a:xfrm>
              <a:off x="7095887" y="3569714"/>
              <a:ext cx="477" cy="1910"/>
            </a:xfrm>
            <a:custGeom>
              <a:avLst/>
              <a:gdLst>
                <a:gd name="csX0" fmla="*/ 0 w 477"/>
                <a:gd name="csY0" fmla="*/ 1911 h 1910"/>
                <a:gd name="csX1" fmla="*/ 478 w 477"/>
                <a:gd name="csY1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910">
                  <a:moveTo>
                    <a:pt x="0" y="1911"/>
                  </a:move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9" name="Freeform 4798">
              <a:extLst>
                <a:ext uri="{FF2B5EF4-FFF2-40B4-BE49-F238E27FC236}">
                  <a16:creationId xmlns:a16="http://schemas.microsoft.com/office/drawing/2014/main" id="{A9844E12-5EB7-DBF1-C76F-9A9F6E039829}"/>
                </a:ext>
              </a:extLst>
            </p:cNvPr>
            <p:cNvSpPr/>
            <p:nvPr/>
          </p:nvSpPr>
          <p:spPr>
            <a:xfrm>
              <a:off x="7095409" y="3581179"/>
              <a:ext cx="4777" cy="955"/>
            </a:xfrm>
            <a:custGeom>
              <a:avLst/>
              <a:gdLst>
                <a:gd name="csX0" fmla="*/ 4777 w 4777"/>
                <a:gd name="csY0" fmla="*/ 478 h 955"/>
                <a:gd name="csX1" fmla="*/ 2867 w 4777"/>
                <a:gd name="csY1" fmla="*/ 956 h 955"/>
                <a:gd name="csX2" fmla="*/ 0 w 47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955">
                  <a:moveTo>
                    <a:pt x="4777" y="478"/>
                  </a:moveTo>
                  <a:lnTo>
                    <a:pt x="2867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0" name="Freeform 4799">
              <a:extLst>
                <a:ext uri="{FF2B5EF4-FFF2-40B4-BE49-F238E27FC236}">
                  <a16:creationId xmlns:a16="http://schemas.microsoft.com/office/drawing/2014/main" id="{69EBA73D-903F-B10B-4958-7DCD9E63A76B}"/>
                </a:ext>
              </a:extLst>
            </p:cNvPr>
            <p:cNvSpPr/>
            <p:nvPr/>
          </p:nvSpPr>
          <p:spPr>
            <a:xfrm>
              <a:off x="7101619" y="3581179"/>
              <a:ext cx="2388" cy="2388"/>
            </a:xfrm>
            <a:custGeom>
              <a:avLst/>
              <a:gdLst>
                <a:gd name="csX0" fmla="*/ 2389 w 2388"/>
                <a:gd name="csY0" fmla="*/ 2389 h 2388"/>
                <a:gd name="csX1" fmla="*/ 2389 w 2388"/>
                <a:gd name="csY1" fmla="*/ 1911 h 2388"/>
                <a:gd name="csX2" fmla="*/ 1911 w 2388"/>
                <a:gd name="csY2" fmla="*/ 956 h 2388"/>
                <a:gd name="csX3" fmla="*/ 1911 w 2388"/>
                <a:gd name="csY3" fmla="*/ 956 h 2388"/>
                <a:gd name="csX4" fmla="*/ 955 w 2388"/>
                <a:gd name="csY4" fmla="*/ 0 h 2388"/>
                <a:gd name="csX5" fmla="*/ 0 w 2388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2388">
                  <a:moveTo>
                    <a:pt x="2389" y="2389"/>
                  </a:moveTo>
                  <a:lnTo>
                    <a:pt x="2389" y="1911"/>
                  </a:lnTo>
                  <a:lnTo>
                    <a:pt x="1911" y="956"/>
                  </a:lnTo>
                  <a:lnTo>
                    <a:pt x="1911" y="956"/>
                  </a:lnTo>
                  <a:lnTo>
                    <a:pt x="955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1" name="Freeform 4800">
              <a:extLst>
                <a:ext uri="{FF2B5EF4-FFF2-40B4-BE49-F238E27FC236}">
                  <a16:creationId xmlns:a16="http://schemas.microsoft.com/office/drawing/2014/main" id="{589DBA8B-550D-71A4-99C7-C5D421662B75}"/>
                </a:ext>
              </a:extLst>
            </p:cNvPr>
            <p:cNvSpPr/>
            <p:nvPr/>
          </p:nvSpPr>
          <p:spPr>
            <a:xfrm>
              <a:off x="7096842" y="3586434"/>
              <a:ext cx="2866" cy="4299"/>
            </a:xfrm>
            <a:custGeom>
              <a:avLst/>
              <a:gdLst>
                <a:gd name="csX0" fmla="*/ 2866 w 2866"/>
                <a:gd name="csY0" fmla="*/ 4300 h 4299"/>
                <a:gd name="csX1" fmla="*/ 478 w 2866"/>
                <a:gd name="csY1" fmla="*/ 3822 h 4299"/>
                <a:gd name="csX2" fmla="*/ 0 w 2866"/>
                <a:gd name="csY2" fmla="*/ 2389 h 4299"/>
                <a:gd name="csX3" fmla="*/ 478 w 2866"/>
                <a:gd name="csY3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4299">
                  <a:moveTo>
                    <a:pt x="2866" y="4300"/>
                  </a:moveTo>
                  <a:lnTo>
                    <a:pt x="478" y="3822"/>
                  </a:lnTo>
                  <a:lnTo>
                    <a:pt x="0" y="2389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2" name="Freeform 4801">
              <a:extLst>
                <a:ext uri="{FF2B5EF4-FFF2-40B4-BE49-F238E27FC236}">
                  <a16:creationId xmlns:a16="http://schemas.microsoft.com/office/drawing/2014/main" id="{F4E61C75-54E7-7821-0420-7AEF74832B63}"/>
                </a:ext>
              </a:extLst>
            </p:cNvPr>
            <p:cNvSpPr/>
            <p:nvPr/>
          </p:nvSpPr>
          <p:spPr>
            <a:xfrm>
              <a:off x="7102097" y="3591689"/>
              <a:ext cx="12899" cy="7165"/>
            </a:xfrm>
            <a:custGeom>
              <a:avLst/>
              <a:gdLst>
                <a:gd name="csX0" fmla="*/ 12899 w 12899"/>
                <a:gd name="csY0" fmla="*/ 7166 h 7165"/>
                <a:gd name="csX1" fmla="*/ 12899 w 12899"/>
                <a:gd name="csY1" fmla="*/ 5733 h 7165"/>
                <a:gd name="csX2" fmla="*/ 11466 w 12899"/>
                <a:gd name="csY2" fmla="*/ 3822 h 7165"/>
                <a:gd name="csX3" fmla="*/ 6688 w 12899"/>
                <a:gd name="csY3" fmla="*/ 1911 h 7165"/>
                <a:gd name="csX4" fmla="*/ 4300 w 12899"/>
                <a:gd name="csY4" fmla="*/ 478 h 7165"/>
                <a:gd name="csX5" fmla="*/ 2866 w 12899"/>
                <a:gd name="csY5" fmla="*/ 478 h 7165"/>
                <a:gd name="csX6" fmla="*/ 0 w 12899"/>
                <a:gd name="csY6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899" h="7165">
                  <a:moveTo>
                    <a:pt x="12899" y="7166"/>
                  </a:moveTo>
                  <a:lnTo>
                    <a:pt x="12899" y="5733"/>
                  </a:lnTo>
                  <a:lnTo>
                    <a:pt x="11466" y="3822"/>
                  </a:lnTo>
                  <a:lnTo>
                    <a:pt x="6688" y="1911"/>
                  </a:lnTo>
                  <a:lnTo>
                    <a:pt x="4300" y="478"/>
                  </a:lnTo>
                  <a:lnTo>
                    <a:pt x="2866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3" name="Freeform 4802">
              <a:extLst>
                <a:ext uri="{FF2B5EF4-FFF2-40B4-BE49-F238E27FC236}">
                  <a16:creationId xmlns:a16="http://schemas.microsoft.com/office/drawing/2014/main" id="{02CBFEF6-515E-7187-5885-CF0089D79AA0}"/>
                </a:ext>
              </a:extLst>
            </p:cNvPr>
            <p:cNvSpPr/>
            <p:nvPr/>
          </p:nvSpPr>
          <p:spPr>
            <a:xfrm>
              <a:off x="7089198" y="3606499"/>
              <a:ext cx="477" cy="1910"/>
            </a:xfrm>
            <a:custGeom>
              <a:avLst/>
              <a:gdLst>
                <a:gd name="csX0" fmla="*/ 0 w 477"/>
                <a:gd name="csY0" fmla="*/ 1911 h 1910"/>
                <a:gd name="csX1" fmla="*/ 478 w 477"/>
                <a:gd name="csY1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910">
                  <a:moveTo>
                    <a:pt x="0" y="1911"/>
                  </a:move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4" name="Freeform 4803">
              <a:extLst>
                <a:ext uri="{FF2B5EF4-FFF2-40B4-BE49-F238E27FC236}">
                  <a16:creationId xmlns:a16="http://schemas.microsoft.com/office/drawing/2014/main" id="{51424EE8-FAFE-7E7F-60CC-EDC40ADD71A0}"/>
                </a:ext>
              </a:extLst>
            </p:cNvPr>
            <p:cNvSpPr/>
            <p:nvPr/>
          </p:nvSpPr>
          <p:spPr>
            <a:xfrm>
              <a:off x="7088721" y="3608888"/>
              <a:ext cx="4299" cy="8121"/>
            </a:xfrm>
            <a:custGeom>
              <a:avLst/>
              <a:gdLst>
                <a:gd name="csX0" fmla="*/ 4299 w 4299"/>
                <a:gd name="csY0" fmla="*/ 8121 h 8121"/>
                <a:gd name="csX1" fmla="*/ 955 w 4299"/>
                <a:gd name="csY1" fmla="*/ 2866 h 8121"/>
                <a:gd name="csX2" fmla="*/ 0 w 4299"/>
                <a:gd name="csY2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9" h="8121">
                  <a:moveTo>
                    <a:pt x="4299" y="8121"/>
                  </a:moveTo>
                  <a:lnTo>
                    <a:pt x="955" y="286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5" name="Freeform 4804">
              <a:extLst>
                <a:ext uri="{FF2B5EF4-FFF2-40B4-BE49-F238E27FC236}">
                  <a16:creationId xmlns:a16="http://schemas.microsoft.com/office/drawing/2014/main" id="{AA34C40A-199A-FF02-0983-BAC149B274D4}"/>
                </a:ext>
              </a:extLst>
            </p:cNvPr>
            <p:cNvSpPr/>
            <p:nvPr/>
          </p:nvSpPr>
          <p:spPr>
            <a:xfrm>
              <a:off x="7092065" y="3617009"/>
              <a:ext cx="1433" cy="3344"/>
            </a:xfrm>
            <a:custGeom>
              <a:avLst/>
              <a:gdLst>
                <a:gd name="csX0" fmla="*/ 0 w 1433"/>
                <a:gd name="csY0" fmla="*/ 3344 h 3344"/>
                <a:gd name="csX1" fmla="*/ 1433 w 1433"/>
                <a:gd name="csY1" fmla="*/ 1911 h 3344"/>
                <a:gd name="csX2" fmla="*/ 955 w 1433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3344">
                  <a:moveTo>
                    <a:pt x="0" y="3344"/>
                  </a:moveTo>
                  <a:lnTo>
                    <a:pt x="1433" y="1911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6" name="Freeform 4805">
              <a:extLst>
                <a:ext uri="{FF2B5EF4-FFF2-40B4-BE49-F238E27FC236}">
                  <a16:creationId xmlns:a16="http://schemas.microsoft.com/office/drawing/2014/main" id="{0FF90EE4-FB93-4750-1664-B8C44B2FBA2A}"/>
                </a:ext>
              </a:extLst>
            </p:cNvPr>
            <p:cNvSpPr/>
            <p:nvPr/>
          </p:nvSpPr>
          <p:spPr>
            <a:xfrm>
              <a:off x="7074389" y="3629908"/>
              <a:ext cx="4777" cy="3821"/>
            </a:xfrm>
            <a:custGeom>
              <a:avLst/>
              <a:gdLst>
                <a:gd name="csX0" fmla="*/ 4777 w 4777"/>
                <a:gd name="csY0" fmla="*/ 3822 h 3821"/>
                <a:gd name="csX1" fmla="*/ 478 w 4777"/>
                <a:gd name="csY1" fmla="*/ 1911 h 3821"/>
                <a:gd name="csX2" fmla="*/ 0 w 4777"/>
                <a:gd name="csY2" fmla="*/ 955 h 3821"/>
                <a:gd name="csX3" fmla="*/ 478 w 4777"/>
                <a:gd name="csY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7" h="3821">
                  <a:moveTo>
                    <a:pt x="4777" y="3822"/>
                  </a:moveTo>
                  <a:lnTo>
                    <a:pt x="478" y="1911"/>
                  </a:lnTo>
                  <a:lnTo>
                    <a:pt x="0" y="955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7" name="Freeform 4806">
              <a:extLst>
                <a:ext uri="{FF2B5EF4-FFF2-40B4-BE49-F238E27FC236}">
                  <a16:creationId xmlns:a16="http://schemas.microsoft.com/office/drawing/2014/main" id="{0C74BFE1-18BE-DB14-C80D-D4584402A308}"/>
                </a:ext>
              </a:extLst>
            </p:cNvPr>
            <p:cNvSpPr/>
            <p:nvPr/>
          </p:nvSpPr>
          <p:spPr>
            <a:xfrm>
              <a:off x="7081077" y="3635640"/>
              <a:ext cx="12421" cy="7165"/>
            </a:xfrm>
            <a:custGeom>
              <a:avLst/>
              <a:gdLst>
                <a:gd name="csX0" fmla="*/ 12421 w 12421"/>
                <a:gd name="csY0" fmla="*/ 7166 h 7165"/>
                <a:gd name="csX1" fmla="*/ 11943 w 12421"/>
                <a:gd name="csY1" fmla="*/ 6688 h 7165"/>
                <a:gd name="csX2" fmla="*/ 4777 w 12421"/>
                <a:gd name="csY2" fmla="*/ 4300 h 7165"/>
                <a:gd name="csX3" fmla="*/ 1911 w 12421"/>
                <a:gd name="csY3" fmla="*/ 3344 h 7165"/>
                <a:gd name="csX4" fmla="*/ 956 w 12421"/>
                <a:gd name="csY4" fmla="*/ 1911 h 7165"/>
                <a:gd name="csX5" fmla="*/ 0 w 12421"/>
                <a:gd name="csY5" fmla="*/ 0 h 7165"/>
                <a:gd name="csX6" fmla="*/ 0 w 12421"/>
                <a:gd name="csY6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421" h="7165">
                  <a:moveTo>
                    <a:pt x="12421" y="7166"/>
                  </a:moveTo>
                  <a:lnTo>
                    <a:pt x="11943" y="6688"/>
                  </a:lnTo>
                  <a:lnTo>
                    <a:pt x="4777" y="4300"/>
                  </a:lnTo>
                  <a:lnTo>
                    <a:pt x="1911" y="3344"/>
                  </a:lnTo>
                  <a:lnTo>
                    <a:pt x="956" y="191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8" name="Freeform 4807">
              <a:extLst>
                <a:ext uri="{FF2B5EF4-FFF2-40B4-BE49-F238E27FC236}">
                  <a16:creationId xmlns:a16="http://schemas.microsoft.com/office/drawing/2014/main" id="{D74697F7-E345-BC67-9A94-B471B30B058A}"/>
                </a:ext>
              </a:extLst>
            </p:cNvPr>
            <p:cNvSpPr/>
            <p:nvPr/>
          </p:nvSpPr>
          <p:spPr>
            <a:xfrm>
              <a:off x="7101619" y="3646151"/>
              <a:ext cx="2866" cy="2388"/>
            </a:xfrm>
            <a:custGeom>
              <a:avLst/>
              <a:gdLst>
                <a:gd name="csX0" fmla="*/ 2866 w 2866"/>
                <a:gd name="csY0" fmla="*/ 2389 h 2388"/>
                <a:gd name="csX1" fmla="*/ 2866 w 2866"/>
                <a:gd name="csY1" fmla="*/ 2389 h 2388"/>
                <a:gd name="csX2" fmla="*/ 0 w 2866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2388">
                  <a:moveTo>
                    <a:pt x="2866" y="2389"/>
                  </a:moveTo>
                  <a:lnTo>
                    <a:pt x="2866" y="2389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9" name="Freeform 4808">
              <a:extLst>
                <a:ext uri="{FF2B5EF4-FFF2-40B4-BE49-F238E27FC236}">
                  <a16:creationId xmlns:a16="http://schemas.microsoft.com/office/drawing/2014/main" id="{A4CB65CA-589A-5FE0-B344-E0E47CBCC7D9}"/>
                </a:ext>
              </a:extLst>
            </p:cNvPr>
            <p:cNvSpPr/>
            <p:nvPr/>
          </p:nvSpPr>
          <p:spPr>
            <a:xfrm>
              <a:off x="7102575" y="3653794"/>
              <a:ext cx="955" cy="4299"/>
            </a:xfrm>
            <a:custGeom>
              <a:avLst/>
              <a:gdLst>
                <a:gd name="csX0" fmla="*/ 0 w 955"/>
                <a:gd name="csY0" fmla="*/ 4300 h 4299"/>
                <a:gd name="csX1" fmla="*/ 0 w 955"/>
                <a:gd name="csY1" fmla="*/ 4300 h 4299"/>
                <a:gd name="csX2" fmla="*/ 956 w 955"/>
                <a:gd name="csY2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299">
                  <a:moveTo>
                    <a:pt x="0" y="4300"/>
                  </a:moveTo>
                  <a:lnTo>
                    <a:pt x="0" y="4300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0" name="Freeform 4809">
              <a:extLst>
                <a:ext uri="{FF2B5EF4-FFF2-40B4-BE49-F238E27FC236}">
                  <a16:creationId xmlns:a16="http://schemas.microsoft.com/office/drawing/2014/main" id="{9D2DFFAB-A09C-8DA0-8EC6-4465C43DCBE5}"/>
                </a:ext>
              </a:extLst>
            </p:cNvPr>
            <p:cNvSpPr/>
            <p:nvPr/>
          </p:nvSpPr>
          <p:spPr>
            <a:xfrm>
              <a:off x="7070089" y="3663826"/>
              <a:ext cx="2388" cy="6210"/>
            </a:xfrm>
            <a:custGeom>
              <a:avLst/>
              <a:gdLst>
                <a:gd name="csX0" fmla="*/ 0 w 2388"/>
                <a:gd name="csY0" fmla="*/ 6211 h 6210"/>
                <a:gd name="csX1" fmla="*/ 1433 w 2388"/>
                <a:gd name="csY1" fmla="*/ 2866 h 6210"/>
                <a:gd name="csX2" fmla="*/ 2389 w 2388"/>
                <a:gd name="csY2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6210">
                  <a:moveTo>
                    <a:pt x="0" y="6211"/>
                  </a:moveTo>
                  <a:lnTo>
                    <a:pt x="1433" y="2866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1" name="Freeform 4810">
              <a:extLst>
                <a:ext uri="{FF2B5EF4-FFF2-40B4-BE49-F238E27FC236}">
                  <a16:creationId xmlns:a16="http://schemas.microsoft.com/office/drawing/2014/main" id="{70CF5132-365B-2AE9-837A-4019A7B1FEED}"/>
                </a:ext>
              </a:extLst>
            </p:cNvPr>
            <p:cNvSpPr/>
            <p:nvPr/>
          </p:nvSpPr>
          <p:spPr>
            <a:xfrm>
              <a:off x="6995086" y="3662393"/>
              <a:ext cx="1911" cy="3821"/>
            </a:xfrm>
            <a:custGeom>
              <a:avLst/>
              <a:gdLst>
                <a:gd name="csX0" fmla="*/ 0 w 1911"/>
                <a:gd name="csY0" fmla="*/ 3822 h 3821"/>
                <a:gd name="csX1" fmla="*/ 1433 w 1911"/>
                <a:gd name="csY1" fmla="*/ 1911 h 3821"/>
                <a:gd name="csX2" fmla="*/ 1911 w 1911"/>
                <a:gd name="csY2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3821">
                  <a:moveTo>
                    <a:pt x="0" y="3822"/>
                  </a:moveTo>
                  <a:lnTo>
                    <a:pt x="1433" y="1911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2" name="Freeform 4811">
              <a:extLst>
                <a:ext uri="{FF2B5EF4-FFF2-40B4-BE49-F238E27FC236}">
                  <a16:creationId xmlns:a16="http://schemas.microsoft.com/office/drawing/2014/main" id="{C72E7086-DA37-21AC-DD74-F38C037579D0}"/>
                </a:ext>
              </a:extLst>
            </p:cNvPr>
            <p:cNvSpPr/>
            <p:nvPr/>
          </p:nvSpPr>
          <p:spPr>
            <a:xfrm>
              <a:off x="6966422" y="3661438"/>
              <a:ext cx="955" cy="6210"/>
            </a:xfrm>
            <a:custGeom>
              <a:avLst/>
              <a:gdLst>
                <a:gd name="csX0" fmla="*/ 956 w 955"/>
                <a:gd name="csY0" fmla="*/ 6211 h 6210"/>
                <a:gd name="csX1" fmla="*/ 956 w 955"/>
                <a:gd name="csY1" fmla="*/ 2866 h 6210"/>
                <a:gd name="csX2" fmla="*/ 0 w 955"/>
                <a:gd name="csY2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6210">
                  <a:moveTo>
                    <a:pt x="956" y="6211"/>
                  </a:moveTo>
                  <a:lnTo>
                    <a:pt x="956" y="286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3" name="Freeform 4812">
              <a:extLst>
                <a:ext uri="{FF2B5EF4-FFF2-40B4-BE49-F238E27FC236}">
                  <a16:creationId xmlns:a16="http://schemas.microsoft.com/office/drawing/2014/main" id="{EC623772-0497-E9CE-9463-4588F680E75A}"/>
                </a:ext>
              </a:extLst>
            </p:cNvPr>
            <p:cNvSpPr/>
            <p:nvPr/>
          </p:nvSpPr>
          <p:spPr>
            <a:xfrm>
              <a:off x="6889030" y="3637074"/>
              <a:ext cx="1911" cy="2866"/>
            </a:xfrm>
            <a:custGeom>
              <a:avLst/>
              <a:gdLst>
                <a:gd name="csX0" fmla="*/ 0 w 1911"/>
                <a:gd name="csY0" fmla="*/ 2866 h 2866"/>
                <a:gd name="csX1" fmla="*/ 1433 w 1911"/>
                <a:gd name="csY1" fmla="*/ 1433 h 2866"/>
                <a:gd name="csX2" fmla="*/ 1911 w 1911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2866">
                  <a:moveTo>
                    <a:pt x="0" y="2866"/>
                  </a:moveTo>
                  <a:lnTo>
                    <a:pt x="1433" y="1433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" name="Freeform 4813">
              <a:extLst>
                <a:ext uri="{FF2B5EF4-FFF2-40B4-BE49-F238E27FC236}">
                  <a16:creationId xmlns:a16="http://schemas.microsoft.com/office/drawing/2014/main" id="{8D2DA3BE-43A0-ED8F-5FE5-52D439B7B7DC}"/>
                </a:ext>
              </a:extLst>
            </p:cNvPr>
            <p:cNvSpPr/>
            <p:nvPr/>
          </p:nvSpPr>
          <p:spPr>
            <a:xfrm>
              <a:off x="6881386" y="3643284"/>
              <a:ext cx="4299" cy="5255"/>
            </a:xfrm>
            <a:custGeom>
              <a:avLst/>
              <a:gdLst>
                <a:gd name="csX0" fmla="*/ 0 w 4299"/>
                <a:gd name="csY0" fmla="*/ 5255 h 5255"/>
                <a:gd name="csX1" fmla="*/ 955 w 4299"/>
                <a:gd name="csY1" fmla="*/ 3822 h 5255"/>
                <a:gd name="csX2" fmla="*/ 4300 w 4299"/>
                <a:gd name="csY2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9" h="5255">
                  <a:moveTo>
                    <a:pt x="0" y="5255"/>
                  </a:moveTo>
                  <a:lnTo>
                    <a:pt x="955" y="3822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" name="Freeform 4814">
              <a:extLst>
                <a:ext uri="{FF2B5EF4-FFF2-40B4-BE49-F238E27FC236}">
                  <a16:creationId xmlns:a16="http://schemas.microsoft.com/office/drawing/2014/main" id="{3DF29C13-67D2-7B6E-D91F-D8BDDE953FFC}"/>
                </a:ext>
              </a:extLst>
            </p:cNvPr>
            <p:cNvSpPr/>
            <p:nvPr/>
          </p:nvSpPr>
          <p:spPr>
            <a:xfrm>
              <a:off x="6847945" y="3669082"/>
              <a:ext cx="1432" cy="7165"/>
            </a:xfrm>
            <a:custGeom>
              <a:avLst/>
              <a:gdLst>
                <a:gd name="csX0" fmla="*/ 1433 w 1432"/>
                <a:gd name="csY0" fmla="*/ 7166 h 7165"/>
                <a:gd name="csX1" fmla="*/ 955 w 1432"/>
                <a:gd name="csY1" fmla="*/ 1911 h 7165"/>
                <a:gd name="csX2" fmla="*/ 0 w 1432"/>
                <a:gd name="csY2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7165">
                  <a:moveTo>
                    <a:pt x="1433" y="7166"/>
                  </a:moveTo>
                  <a:lnTo>
                    <a:pt x="955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6" name="Freeform 4815">
              <a:extLst>
                <a:ext uri="{FF2B5EF4-FFF2-40B4-BE49-F238E27FC236}">
                  <a16:creationId xmlns:a16="http://schemas.microsoft.com/office/drawing/2014/main" id="{FB7E5E17-47A7-A76D-C138-94A29448DAD0}"/>
                </a:ext>
              </a:extLst>
            </p:cNvPr>
            <p:cNvSpPr/>
            <p:nvPr/>
          </p:nvSpPr>
          <p:spPr>
            <a:xfrm>
              <a:off x="6850334" y="3680069"/>
              <a:ext cx="1432" cy="3344"/>
            </a:xfrm>
            <a:custGeom>
              <a:avLst/>
              <a:gdLst>
                <a:gd name="csX0" fmla="*/ 1433 w 1432"/>
                <a:gd name="csY0" fmla="*/ 3344 h 3344"/>
                <a:gd name="csX1" fmla="*/ 955 w 1432"/>
                <a:gd name="csY1" fmla="*/ 1911 h 3344"/>
                <a:gd name="csX2" fmla="*/ 0 w 1432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3344">
                  <a:moveTo>
                    <a:pt x="1433" y="3344"/>
                  </a:moveTo>
                  <a:lnTo>
                    <a:pt x="955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7" name="Freeform 4816">
              <a:extLst>
                <a:ext uri="{FF2B5EF4-FFF2-40B4-BE49-F238E27FC236}">
                  <a16:creationId xmlns:a16="http://schemas.microsoft.com/office/drawing/2014/main" id="{F0C24E76-ED83-0CD6-6342-B9E9CE070101}"/>
                </a:ext>
              </a:extLst>
            </p:cNvPr>
            <p:cNvSpPr/>
            <p:nvPr/>
          </p:nvSpPr>
          <p:spPr>
            <a:xfrm>
              <a:off x="6821670" y="3678158"/>
              <a:ext cx="955" cy="1911"/>
            </a:xfrm>
            <a:custGeom>
              <a:avLst/>
              <a:gdLst>
                <a:gd name="csX0" fmla="*/ 0 w 955"/>
                <a:gd name="csY0" fmla="*/ 1911 h 1911"/>
                <a:gd name="csX1" fmla="*/ 478 w 955"/>
                <a:gd name="csY1" fmla="*/ 478 h 1911"/>
                <a:gd name="csX2" fmla="*/ 955 w 955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1">
                  <a:moveTo>
                    <a:pt x="0" y="1911"/>
                  </a:moveTo>
                  <a:lnTo>
                    <a:pt x="478" y="478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8" name="Freeform 4817">
              <a:extLst>
                <a:ext uri="{FF2B5EF4-FFF2-40B4-BE49-F238E27FC236}">
                  <a16:creationId xmlns:a16="http://schemas.microsoft.com/office/drawing/2014/main" id="{CEB51D47-8D6E-0AB0-E9C4-D39BEE99EC61}"/>
                </a:ext>
              </a:extLst>
            </p:cNvPr>
            <p:cNvSpPr/>
            <p:nvPr/>
          </p:nvSpPr>
          <p:spPr>
            <a:xfrm>
              <a:off x="6812116" y="3694879"/>
              <a:ext cx="2866" cy="12420"/>
            </a:xfrm>
            <a:custGeom>
              <a:avLst/>
              <a:gdLst>
                <a:gd name="csX0" fmla="*/ 2866 w 2866"/>
                <a:gd name="csY0" fmla="*/ 12421 h 12420"/>
                <a:gd name="csX1" fmla="*/ 955 w 2866"/>
                <a:gd name="csY1" fmla="*/ 10988 h 12420"/>
                <a:gd name="csX2" fmla="*/ 0 w 2866"/>
                <a:gd name="csY2" fmla="*/ 9555 h 12420"/>
                <a:gd name="csX3" fmla="*/ 0 w 2866"/>
                <a:gd name="csY3" fmla="*/ 5733 h 12420"/>
                <a:gd name="csX4" fmla="*/ 1433 w 2866"/>
                <a:gd name="csY4" fmla="*/ 0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12420">
                  <a:moveTo>
                    <a:pt x="2866" y="12421"/>
                  </a:moveTo>
                  <a:lnTo>
                    <a:pt x="955" y="10988"/>
                  </a:lnTo>
                  <a:lnTo>
                    <a:pt x="0" y="9555"/>
                  </a:lnTo>
                  <a:lnTo>
                    <a:pt x="0" y="5733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9" name="Freeform 4818">
              <a:extLst>
                <a:ext uri="{FF2B5EF4-FFF2-40B4-BE49-F238E27FC236}">
                  <a16:creationId xmlns:a16="http://schemas.microsoft.com/office/drawing/2014/main" id="{D14AD6E7-CB9F-6D93-7A15-67243831E3D5}"/>
                </a:ext>
              </a:extLst>
            </p:cNvPr>
            <p:cNvSpPr/>
            <p:nvPr/>
          </p:nvSpPr>
          <p:spPr>
            <a:xfrm>
              <a:off x="6815459" y="3708733"/>
              <a:ext cx="955" cy="3821"/>
            </a:xfrm>
            <a:custGeom>
              <a:avLst/>
              <a:gdLst>
                <a:gd name="csX0" fmla="*/ 0 w 955"/>
                <a:gd name="csY0" fmla="*/ 3822 h 3821"/>
                <a:gd name="csX1" fmla="*/ 478 w 955"/>
                <a:gd name="csY1" fmla="*/ 2866 h 3821"/>
                <a:gd name="csX2" fmla="*/ 956 w 955"/>
                <a:gd name="csY2" fmla="*/ 1433 h 3821"/>
                <a:gd name="csX3" fmla="*/ 956 w 955"/>
                <a:gd name="csY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3821">
                  <a:moveTo>
                    <a:pt x="0" y="3822"/>
                  </a:moveTo>
                  <a:lnTo>
                    <a:pt x="478" y="2866"/>
                  </a:lnTo>
                  <a:lnTo>
                    <a:pt x="956" y="1433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0" name="Freeform 4819">
              <a:extLst>
                <a:ext uri="{FF2B5EF4-FFF2-40B4-BE49-F238E27FC236}">
                  <a16:creationId xmlns:a16="http://schemas.microsoft.com/office/drawing/2014/main" id="{60ADF770-F7F9-B787-152C-4833271ED177}"/>
                </a:ext>
              </a:extLst>
            </p:cNvPr>
            <p:cNvSpPr/>
            <p:nvPr/>
          </p:nvSpPr>
          <p:spPr>
            <a:xfrm>
              <a:off x="6808293" y="3715421"/>
              <a:ext cx="7643" cy="18631"/>
            </a:xfrm>
            <a:custGeom>
              <a:avLst/>
              <a:gdLst>
                <a:gd name="csX0" fmla="*/ 7644 w 7643"/>
                <a:gd name="csY0" fmla="*/ 18631 h 18631"/>
                <a:gd name="csX1" fmla="*/ 7644 w 7643"/>
                <a:gd name="csY1" fmla="*/ 18631 h 18631"/>
                <a:gd name="csX2" fmla="*/ 4777 w 7643"/>
                <a:gd name="csY2" fmla="*/ 17676 h 18631"/>
                <a:gd name="csX3" fmla="*/ 956 w 7643"/>
                <a:gd name="csY3" fmla="*/ 15287 h 18631"/>
                <a:gd name="csX4" fmla="*/ 0 w 7643"/>
                <a:gd name="csY4" fmla="*/ 10510 h 18631"/>
                <a:gd name="csX5" fmla="*/ 1433 w 7643"/>
                <a:gd name="csY5" fmla="*/ 4300 h 18631"/>
                <a:gd name="csX6" fmla="*/ 4777 w 7643"/>
                <a:gd name="csY6" fmla="*/ 0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43" h="18631">
                  <a:moveTo>
                    <a:pt x="7644" y="18631"/>
                  </a:moveTo>
                  <a:lnTo>
                    <a:pt x="7644" y="18631"/>
                  </a:lnTo>
                  <a:lnTo>
                    <a:pt x="4777" y="17676"/>
                  </a:lnTo>
                  <a:lnTo>
                    <a:pt x="956" y="15287"/>
                  </a:lnTo>
                  <a:lnTo>
                    <a:pt x="0" y="10510"/>
                  </a:lnTo>
                  <a:lnTo>
                    <a:pt x="1433" y="4300"/>
                  </a:lnTo>
                  <a:lnTo>
                    <a:pt x="47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1" name="Freeform 4820">
              <a:extLst>
                <a:ext uri="{FF2B5EF4-FFF2-40B4-BE49-F238E27FC236}">
                  <a16:creationId xmlns:a16="http://schemas.microsoft.com/office/drawing/2014/main" id="{5124309C-09DA-CBE1-DE21-C570E1A67B1A}"/>
                </a:ext>
              </a:extLst>
            </p:cNvPr>
            <p:cNvSpPr/>
            <p:nvPr/>
          </p:nvSpPr>
          <p:spPr>
            <a:xfrm>
              <a:off x="6817848" y="3743130"/>
              <a:ext cx="10032" cy="5732"/>
            </a:xfrm>
            <a:custGeom>
              <a:avLst/>
              <a:gdLst>
                <a:gd name="csX0" fmla="*/ 10032 w 10032"/>
                <a:gd name="csY0" fmla="*/ 4300 h 5732"/>
                <a:gd name="csX1" fmla="*/ 7644 w 10032"/>
                <a:gd name="csY1" fmla="*/ 3822 h 5732"/>
                <a:gd name="csX2" fmla="*/ 7644 w 10032"/>
                <a:gd name="csY2" fmla="*/ 3822 h 5732"/>
                <a:gd name="csX3" fmla="*/ 5733 w 10032"/>
                <a:gd name="csY3" fmla="*/ 4777 h 5732"/>
                <a:gd name="csX4" fmla="*/ 3822 w 10032"/>
                <a:gd name="csY4" fmla="*/ 5733 h 5732"/>
                <a:gd name="csX5" fmla="*/ 1911 w 10032"/>
                <a:gd name="csY5" fmla="*/ 4300 h 5732"/>
                <a:gd name="csX6" fmla="*/ 478 w 10032"/>
                <a:gd name="csY6" fmla="*/ 1911 h 5732"/>
                <a:gd name="csX7" fmla="*/ 0 w 10032"/>
                <a:gd name="csY7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032" h="5732">
                  <a:moveTo>
                    <a:pt x="10032" y="4300"/>
                  </a:moveTo>
                  <a:lnTo>
                    <a:pt x="7644" y="3822"/>
                  </a:lnTo>
                  <a:lnTo>
                    <a:pt x="7644" y="3822"/>
                  </a:lnTo>
                  <a:lnTo>
                    <a:pt x="5733" y="4777"/>
                  </a:lnTo>
                  <a:lnTo>
                    <a:pt x="3822" y="5733"/>
                  </a:lnTo>
                  <a:lnTo>
                    <a:pt x="1911" y="4300"/>
                  </a:lnTo>
                  <a:lnTo>
                    <a:pt x="478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2" name="Freeform 4821">
              <a:extLst>
                <a:ext uri="{FF2B5EF4-FFF2-40B4-BE49-F238E27FC236}">
                  <a16:creationId xmlns:a16="http://schemas.microsoft.com/office/drawing/2014/main" id="{130A833A-B494-0430-4614-C166585B1B33}"/>
                </a:ext>
              </a:extLst>
            </p:cNvPr>
            <p:cNvSpPr/>
            <p:nvPr/>
          </p:nvSpPr>
          <p:spPr>
            <a:xfrm>
              <a:off x="6834569" y="3748385"/>
              <a:ext cx="4299" cy="1433"/>
            </a:xfrm>
            <a:custGeom>
              <a:avLst/>
              <a:gdLst>
                <a:gd name="csX0" fmla="*/ 4300 w 4299"/>
                <a:gd name="csY0" fmla="*/ 1433 h 1433"/>
                <a:gd name="csX1" fmla="*/ 3344 w 4299"/>
                <a:gd name="csY1" fmla="*/ 478 h 1433"/>
                <a:gd name="csX2" fmla="*/ 0 w 4299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9" h="1433">
                  <a:moveTo>
                    <a:pt x="4300" y="1433"/>
                  </a:moveTo>
                  <a:lnTo>
                    <a:pt x="3344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3" name="Freeform 4822">
              <a:extLst>
                <a:ext uri="{FF2B5EF4-FFF2-40B4-BE49-F238E27FC236}">
                  <a16:creationId xmlns:a16="http://schemas.microsoft.com/office/drawing/2014/main" id="{8B9F94B8-4A68-1B76-5CA2-E20F21DAFD02}"/>
                </a:ext>
              </a:extLst>
            </p:cNvPr>
            <p:cNvSpPr/>
            <p:nvPr/>
          </p:nvSpPr>
          <p:spPr>
            <a:xfrm>
              <a:off x="6841257" y="3752684"/>
              <a:ext cx="5254" cy="7166"/>
            </a:xfrm>
            <a:custGeom>
              <a:avLst/>
              <a:gdLst>
                <a:gd name="csX0" fmla="*/ 5255 w 5254"/>
                <a:gd name="csY0" fmla="*/ 7166 h 7166"/>
                <a:gd name="csX1" fmla="*/ 2389 w 5254"/>
                <a:gd name="csY1" fmla="*/ 3822 h 7166"/>
                <a:gd name="csX2" fmla="*/ 0 w 5254"/>
                <a:gd name="csY2" fmla="*/ 0 h 71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4" h="7166">
                  <a:moveTo>
                    <a:pt x="5255" y="7166"/>
                  </a:moveTo>
                  <a:lnTo>
                    <a:pt x="2389" y="3822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4" name="Freeform 4823">
              <a:extLst>
                <a:ext uri="{FF2B5EF4-FFF2-40B4-BE49-F238E27FC236}">
                  <a16:creationId xmlns:a16="http://schemas.microsoft.com/office/drawing/2014/main" id="{64A4736D-F4AA-DF75-D6BC-5170E3644990}"/>
                </a:ext>
              </a:extLst>
            </p:cNvPr>
            <p:cNvSpPr/>
            <p:nvPr/>
          </p:nvSpPr>
          <p:spPr>
            <a:xfrm>
              <a:off x="6845557" y="3776571"/>
              <a:ext cx="5254" cy="5254"/>
            </a:xfrm>
            <a:custGeom>
              <a:avLst/>
              <a:gdLst>
                <a:gd name="csX0" fmla="*/ 5255 w 5254"/>
                <a:gd name="csY0" fmla="*/ 5255 h 5254"/>
                <a:gd name="csX1" fmla="*/ 2389 w 5254"/>
                <a:gd name="csY1" fmla="*/ 3344 h 5254"/>
                <a:gd name="csX2" fmla="*/ 1911 w 5254"/>
                <a:gd name="csY2" fmla="*/ 3344 h 5254"/>
                <a:gd name="csX3" fmla="*/ 955 w 5254"/>
                <a:gd name="csY3" fmla="*/ 2389 h 5254"/>
                <a:gd name="csX4" fmla="*/ 0 w 5254"/>
                <a:gd name="csY4" fmla="*/ 1433 h 5254"/>
                <a:gd name="csX5" fmla="*/ 0 w 5254"/>
                <a:gd name="csY5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54" h="5254">
                  <a:moveTo>
                    <a:pt x="5255" y="5255"/>
                  </a:moveTo>
                  <a:lnTo>
                    <a:pt x="2389" y="3344"/>
                  </a:lnTo>
                  <a:lnTo>
                    <a:pt x="1911" y="3344"/>
                  </a:lnTo>
                  <a:lnTo>
                    <a:pt x="955" y="2389"/>
                  </a:lnTo>
                  <a:lnTo>
                    <a:pt x="0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5" name="Freeform 4824">
              <a:extLst>
                <a:ext uri="{FF2B5EF4-FFF2-40B4-BE49-F238E27FC236}">
                  <a16:creationId xmlns:a16="http://schemas.microsoft.com/office/drawing/2014/main" id="{919DAA8D-BC6B-C348-EF49-F10D662AD182}"/>
                </a:ext>
              </a:extLst>
            </p:cNvPr>
            <p:cNvSpPr/>
            <p:nvPr/>
          </p:nvSpPr>
          <p:spPr>
            <a:xfrm>
              <a:off x="6854634" y="3765583"/>
              <a:ext cx="84080" cy="135675"/>
            </a:xfrm>
            <a:custGeom>
              <a:avLst/>
              <a:gdLst>
                <a:gd name="csX0" fmla="*/ 70226 w 84080"/>
                <a:gd name="csY0" fmla="*/ 135675 h 135675"/>
                <a:gd name="csX1" fmla="*/ 69748 w 84080"/>
                <a:gd name="csY1" fmla="*/ 133287 h 135675"/>
                <a:gd name="csX2" fmla="*/ 69271 w 84080"/>
                <a:gd name="csY2" fmla="*/ 128987 h 135675"/>
                <a:gd name="csX3" fmla="*/ 69271 w 84080"/>
                <a:gd name="csY3" fmla="*/ 128032 h 135675"/>
                <a:gd name="csX4" fmla="*/ 70704 w 84080"/>
                <a:gd name="csY4" fmla="*/ 124210 h 135675"/>
                <a:gd name="csX5" fmla="*/ 71659 w 84080"/>
                <a:gd name="csY5" fmla="*/ 122299 h 135675"/>
                <a:gd name="csX6" fmla="*/ 72615 w 84080"/>
                <a:gd name="csY6" fmla="*/ 119910 h 135675"/>
                <a:gd name="csX7" fmla="*/ 73092 w 84080"/>
                <a:gd name="csY7" fmla="*/ 116566 h 135675"/>
                <a:gd name="csX8" fmla="*/ 72137 w 84080"/>
                <a:gd name="csY8" fmla="*/ 111789 h 135675"/>
                <a:gd name="csX9" fmla="*/ 71181 w 84080"/>
                <a:gd name="csY9" fmla="*/ 110356 h 135675"/>
                <a:gd name="csX10" fmla="*/ 70226 w 84080"/>
                <a:gd name="csY10" fmla="*/ 109878 h 135675"/>
                <a:gd name="csX11" fmla="*/ 68793 w 84080"/>
                <a:gd name="csY11" fmla="*/ 109878 h 135675"/>
                <a:gd name="csX12" fmla="*/ 66882 w 84080"/>
                <a:gd name="csY12" fmla="*/ 110356 h 135675"/>
                <a:gd name="csX13" fmla="*/ 65926 w 84080"/>
                <a:gd name="csY13" fmla="*/ 110833 h 135675"/>
                <a:gd name="csX14" fmla="*/ 64015 w 84080"/>
                <a:gd name="csY14" fmla="*/ 108923 h 135675"/>
                <a:gd name="csX15" fmla="*/ 61627 w 84080"/>
                <a:gd name="csY15" fmla="*/ 108445 h 135675"/>
                <a:gd name="csX16" fmla="*/ 60671 w 84080"/>
                <a:gd name="csY16" fmla="*/ 108923 h 135675"/>
                <a:gd name="csX17" fmla="*/ 59716 w 84080"/>
                <a:gd name="csY17" fmla="*/ 109400 h 135675"/>
                <a:gd name="csX18" fmla="*/ 58283 w 84080"/>
                <a:gd name="csY18" fmla="*/ 108923 h 135675"/>
                <a:gd name="csX19" fmla="*/ 57328 w 84080"/>
                <a:gd name="csY19" fmla="*/ 107967 h 135675"/>
                <a:gd name="csX20" fmla="*/ 56372 w 84080"/>
                <a:gd name="csY20" fmla="*/ 107012 h 135675"/>
                <a:gd name="csX21" fmla="*/ 55894 w 84080"/>
                <a:gd name="csY21" fmla="*/ 105578 h 135675"/>
                <a:gd name="csX22" fmla="*/ 54461 w 84080"/>
                <a:gd name="csY22" fmla="*/ 103190 h 135675"/>
                <a:gd name="csX23" fmla="*/ 52550 w 84080"/>
                <a:gd name="csY23" fmla="*/ 101757 h 135675"/>
                <a:gd name="csX24" fmla="*/ 50639 w 84080"/>
                <a:gd name="csY24" fmla="*/ 101279 h 135675"/>
                <a:gd name="csX25" fmla="*/ 47295 w 84080"/>
                <a:gd name="csY25" fmla="*/ 101279 h 135675"/>
                <a:gd name="csX26" fmla="*/ 46340 w 84080"/>
                <a:gd name="csY26" fmla="*/ 101279 h 135675"/>
                <a:gd name="csX27" fmla="*/ 46340 w 84080"/>
                <a:gd name="csY27" fmla="*/ 99846 h 135675"/>
                <a:gd name="csX28" fmla="*/ 46817 w 84080"/>
                <a:gd name="csY28" fmla="*/ 96979 h 135675"/>
                <a:gd name="csX29" fmla="*/ 46817 w 84080"/>
                <a:gd name="csY29" fmla="*/ 95068 h 135675"/>
                <a:gd name="csX30" fmla="*/ 46340 w 84080"/>
                <a:gd name="csY30" fmla="*/ 93635 h 135675"/>
                <a:gd name="csX31" fmla="*/ 45862 w 84080"/>
                <a:gd name="csY31" fmla="*/ 92202 h 135675"/>
                <a:gd name="csX32" fmla="*/ 45384 w 84080"/>
                <a:gd name="csY32" fmla="*/ 91247 h 135675"/>
                <a:gd name="csX33" fmla="*/ 43473 w 84080"/>
                <a:gd name="csY33" fmla="*/ 89335 h 135675"/>
                <a:gd name="csX34" fmla="*/ 42040 w 84080"/>
                <a:gd name="csY34" fmla="*/ 86947 h 135675"/>
                <a:gd name="csX35" fmla="*/ 39174 w 84080"/>
                <a:gd name="csY35" fmla="*/ 81692 h 135675"/>
                <a:gd name="csX36" fmla="*/ 37263 w 84080"/>
                <a:gd name="csY36" fmla="*/ 75959 h 135675"/>
                <a:gd name="csX37" fmla="*/ 36307 w 84080"/>
                <a:gd name="csY37" fmla="*/ 75004 h 135675"/>
                <a:gd name="csX38" fmla="*/ 34396 w 84080"/>
                <a:gd name="csY38" fmla="*/ 74048 h 135675"/>
                <a:gd name="csX39" fmla="*/ 30097 w 84080"/>
                <a:gd name="csY39" fmla="*/ 73093 h 135675"/>
                <a:gd name="csX40" fmla="*/ 27230 w 84080"/>
                <a:gd name="csY40" fmla="*/ 72615 h 135675"/>
                <a:gd name="csX41" fmla="*/ 26275 w 84080"/>
                <a:gd name="csY41" fmla="*/ 71659 h 135675"/>
                <a:gd name="csX42" fmla="*/ 25797 w 84080"/>
                <a:gd name="csY42" fmla="*/ 70226 h 135675"/>
                <a:gd name="csX43" fmla="*/ 25797 w 84080"/>
                <a:gd name="csY43" fmla="*/ 68793 h 135675"/>
                <a:gd name="csX44" fmla="*/ 25797 w 84080"/>
                <a:gd name="csY44" fmla="*/ 67360 h 135675"/>
                <a:gd name="csX45" fmla="*/ 26753 w 84080"/>
                <a:gd name="csY45" fmla="*/ 65927 h 135675"/>
                <a:gd name="csX46" fmla="*/ 28664 w 84080"/>
                <a:gd name="csY46" fmla="*/ 64971 h 135675"/>
                <a:gd name="csX47" fmla="*/ 33441 w 84080"/>
                <a:gd name="csY47" fmla="*/ 64493 h 135675"/>
                <a:gd name="csX48" fmla="*/ 37740 w 84080"/>
                <a:gd name="csY48" fmla="*/ 64493 h 135675"/>
                <a:gd name="csX49" fmla="*/ 41562 w 84080"/>
                <a:gd name="csY49" fmla="*/ 67360 h 135675"/>
                <a:gd name="csX50" fmla="*/ 42517 w 84080"/>
                <a:gd name="csY50" fmla="*/ 67838 h 135675"/>
                <a:gd name="csX51" fmla="*/ 43951 w 84080"/>
                <a:gd name="csY51" fmla="*/ 67838 h 135675"/>
                <a:gd name="csX52" fmla="*/ 46817 w 84080"/>
                <a:gd name="csY52" fmla="*/ 67360 h 135675"/>
                <a:gd name="csX53" fmla="*/ 47773 w 84080"/>
                <a:gd name="csY53" fmla="*/ 66882 h 135675"/>
                <a:gd name="csX54" fmla="*/ 51117 w 84080"/>
                <a:gd name="csY54" fmla="*/ 67360 h 135675"/>
                <a:gd name="csX55" fmla="*/ 50162 w 84080"/>
                <a:gd name="csY55" fmla="*/ 65927 h 135675"/>
                <a:gd name="csX56" fmla="*/ 49206 w 84080"/>
                <a:gd name="csY56" fmla="*/ 65449 h 135675"/>
                <a:gd name="csX57" fmla="*/ 47773 w 84080"/>
                <a:gd name="csY57" fmla="*/ 65449 h 135675"/>
                <a:gd name="csX58" fmla="*/ 46817 w 84080"/>
                <a:gd name="csY58" fmla="*/ 64971 h 135675"/>
                <a:gd name="csX59" fmla="*/ 44906 w 84080"/>
                <a:gd name="csY59" fmla="*/ 62583 h 135675"/>
                <a:gd name="csX60" fmla="*/ 41562 w 84080"/>
                <a:gd name="csY60" fmla="*/ 60194 h 135675"/>
                <a:gd name="csX61" fmla="*/ 41085 w 84080"/>
                <a:gd name="csY61" fmla="*/ 58761 h 135675"/>
                <a:gd name="csX62" fmla="*/ 40607 w 84080"/>
                <a:gd name="csY62" fmla="*/ 57328 h 135675"/>
                <a:gd name="csX63" fmla="*/ 41085 w 84080"/>
                <a:gd name="csY63" fmla="*/ 55894 h 135675"/>
                <a:gd name="csX64" fmla="*/ 43473 w 84080"/>
                <a:gd name="csY64" fmla="*/ 53984 h 135675"/>
                <a:gd name="csX65" fmla="*/ 45384 w 84080"/>
                <a:gd name="csY65" fmla="*/ 52073 h 135675"/>
                <a:gd name="csX66" fmla="*/ 46340 w 84080"/>
                <a:gd name="csY66" fmla="*/ 49206 h 135675"/>
                <a:gd name="csX67" fmla="*/ 47295 w 84080"/>
                <a:gd name="csY67" fmla="*/ 48251 h 135675"/>
                <a:gd name="csX68" fmla="*/ 48728 w 84080"/>
                <a:gd name="csY68" fmla="*/ 45862 h 135675"/>
                <a:gd name="csX69" fmla="*/ 51117 w 84080"/>
                <a:gd name="csY69" fmla="*/ 46340 h 135675"/>
                <a:gd name="csX70" fmla="*/ 54939 w 84080"/>
                <a:gd name="csY70" fmla="*/ 44907 h 135675"/>
                <a:gd name="csX71" fmla="*/ 61149 w 84080"/>
                <a:gd name="csY71" fmla="*/ 45384 h 135675"/>
                <a:gd name="csX72" fmla="*/ 68793 w 84080"/>
                <a:gd name="csY72" fmla="*/ 44907 h 135675"/>
                <a:gd name="csX73" fmla="*/ 70704 w 84080"/>
                <a:gd name="csY73" fmla="*/ 44907 h 135675"/>
                <a:gd name="csX74" fmla="*/ 75481 w 84080"/>
                <a:gd name="csY74" fmla="*/ 46340 h 135675"/>
                <a:gd name="csX75" fmla="*/ 78347 w 84080"/>
                <a:gd name="csY75" fmla="*/ 46818 h 135675"/>
                <a:gd name="csX76" fmla="*/ 81692 w 84080"/>
                <a:gd name="csY76" fmla="*/ 47295 h 135675"/>
                <a:gd name="csX77" fmla="*/ 84080 w 84080"/>
                <a:gd name="csY77" fmla="*/ 46818 h 135675"/>
                <a:gd name="csX78" fmla="*/ 81692 w 84080"/>
                <a:gd name="csY78" fmla="*/ 44907 h 135675"/>
                <a:gd name="csX79" fmla="*/ 76914 w 84080"/>
                <a:gd name="csY79" fmla="*/ 42518 h 135675"/>
                <a:gd name="csX80" fmla="*/ 75959 w 84080"/>
                <a:gd name="csY80" fmla="*/ 40607 h 135675"/>
                <a:gd name="csX81" fmla="*/ 77870 w 84080"/>
                <a:gd name="csY81" fmla="*/ 35352 h 135675"/>
                <a:gd name="csX82" fmla="*/ 81214 w 84080"/>
                <a:gd name="csY82" fmla="*/ 30097 h 135675"/>
                <a:gd name="csX83" fmla="*/ 82647 w 84080"/>
                <a:gd name="csY83" fmla="*/ 24364 h 135675"/>
                <a:gd name="csX84" fmla="*/ 82169 w 84080"/>
                <a:gd name="csY84" fmla="*/ 18632 h 135675"/>
                <a:gd name="csX85" fmla="*/ 81692 w 84080"/>
                <a:gd name="csY85" fmla="*/ 16721 h 135675"/>
                <a:gd name="csX86" fmla="*/ 81692 w 84080"/>
                <a:gd name="csY86" fmla="*/ 14810 h 135675"/>
                <a:gd name="csX87" fmla="*/ 82647 w 84080"/>
                <a:gd name="csY87" fmla="*/ 13377 h 135675"/>
                <a:gd name="csX88" fmla="*/ 83603 w 84080"/>
                <a:gd name="csY88" fmla="*/ 11943 h 135675"/>
                <a:gd name="csX89" fmla="*/ 83124 w 84080"/>
                <a:gd name="csY89" fmla="*/ 10032 h 135675"/>
                <a:gd name="csX90" fmla="*/ 81692 w 84080"/>
                <a:gd name="csY90" fmla="*/ 6688 h 135675"/>
                <a:gd name="csX91" fmla="*/ 80736 w 84080"/>
                <a:gd name="csY91" fmla="*/ 5733 h 135675"/>
                <a:gd name="csX92" fmla="*/ 78347 w 84080"/>
                <a:gd name="csY92" fmla="*/ 4300 h 135675"/>
                <a:gd name="csX93" fmla="*/ 74048 w 84080"/>
                <a:gd name="csY93" fmla="*/ 4300 h 135675"/>
                <a:gd name="csX94" fmla="*/ 69748 w 84080"/>
                <a:gd name="csY94" fmla="*/ 3344 h 135675"/>
                <a:gd name="csX95" fmla="*/ 68793 w 84080"/>
                <a:gd name="csY95" fmla="*/ 3822 h 135675"/>
                <a:gd name="csX96" fmla="*/ 67837 w 84080"/>
                <a:gd name="csY96" fmla="*/ 5255 h 135675"/>
                <a:gd name="csX97" fmla="*/ 67360 w 84080"/>
                <a:gd name="csY97" fmla="*/ 5733 h 135675"/>
                <a:gd name="csX98" fmla="*/ 64015 w 84080"/>
                <a:gd name="csY98" fmla="*/ 7166 h 135675"/>
                <a:gd name="csX99" fmla="*/ 63060 w 84080"/>
                <a:gd name="csY99" fmla="*/ 7644 h 135675"/>
                <a:gd name="csX100" fmla="*/ 62105 w 84080"/>
                <a:gd name="csY100" fmla="*/ 7166 h 135675"/>
                <a:gd name="csX101" fmla="*/ 60671 w 84080"/>
                <a:gd name="csY101" fmla="*/ 5733 h 135675"/>
                <a:gd name="csX102" fmla="*/ 59238 w 84080"/>
                <a:gd name="csY102" fmla="*/ 5733 h 135675"/>
                <a:gd name="csX103" fmla="*/ 55416 w 84080"/>
                <a:gd name="csY103" fmla="*/ 4777 h 135675"/>
                <a:gd name="csX104" fmla="*/ 53505 w 84080"/>
                <a:gd name="csY104" fmla="*/ 2389 h 135675"/>
                <a:gd name="csX105" fmla="*/ 52550 w 84080"/>
                <a:gd name="csY105" fmla="*/ 2389 h 135675"/>
                <a:gd name="csX106" fmla="*/ 46340 w 84080"/>
                <a:gd name="csY106" fmla="*/ 478 h 135675"/>
                <a:gd name="csX107" fmla="*/ 43951 w 84080"/>
                <a:gd name="csY107" fmla="*/ 0 h 135675"/>
                <a:gd name="csX108" fmla="*/ 39174 w 84080"/>
                <a:gd name="csY108" fmla="*/ 1911 h 135675"/>
                <a:gd name="csX109" fmla="*/ 35352 w 84080"/>
                <a:gd name="csY109" fmla="*/ 4300 h 135675"/>
                <a:gd name="csX110" fmla="*/ 34396 w 84080"/>
                <a:gd name="csY110" fmla="*/ 4777 h 135675"/>
                <a:gd name="csX111" fmla="*/ 32485 w 84080"/>
                <a:gd name="csY111" fmla="*/ 6211 h 135675"/>
                <a:gd name="csX112" fmla="*/ 31052 w 84080"/>
                <a:gd name="csY112" fmla="*/ 6211 h 135675"/>
                <a:gd name="csX113" fmla="*/ 30097 w 84080"/>
                <a:gd name="csY113" fmla="*/ 6211 h 135675"/>
                <a:gd name="csX114" fmla="*/ 29141 w 84080"/>
                <a:gd name="csY114" fmla="*/ 6211 h 135675"/>
                <a:gd name="csX115" fmla="*/ 26753 w 84080"/>
                <a:gd name="csY115" fmla="*/ 8599 h 135675"/>
                <a:gd name="csX116" fmla="*/ 22931 w 84080"/>
                <a:gd name="csY116" fmla="*/ 10988 h 135675"/>
                <a:gd name="csX117" fmla="*/ 20542 w 84080"/>
                <a:gd name="csY117" fmla="*/ 12899 h 135675"/>
                <a:gd name="csX118" fmla="*/ 18631 w 84080"/>
                <a:gd name="csY118" fmla="*/ 13854 h 135675"/>
                <a:gd name="csX119" fmla="*/ 15765 w 84080"/>
                <a:gd name="csY119" fmla="*/ 14332 h 135675"/>
                <a:gd name="csX120" fmla="*/ 13376 w 84080"/>
                <a:gd name="csY120" fmla="*/ 14332 h 135675"/>
                <a:gd name="csX121" fmla="*/ 12421 w 84080"/>
                <a:gd name="csY121" fmla="*/ 15287 h 135675"/>
                <a:gd name="csX122" fmla="*/ 9555 w 84080"/>
                <a:gd name="csY122" fmla="*/ 15287 h 135675"/>
                <a:gd name="csX123" fmla="*/ 7644 w 84080"/>
                <a:gd name="csY123" fmla="*/ 15765 h 135675"/>
                <a:gd name="csX124" fmla="*/ 7644 w 84080"/>
                <a:gd name="csY124" fmla="*/ 16721 h 135675"/>
                <a:gd name="csX125" fmla="*/ 8121 w 84080"/>
                <a:gd name="csY125" fmla="*/ 18632 h 135675"/>
                <a:gd name="csX126" fmla="*/ 6688 w 84080"/>
                <a:gd name="csY126" fmla="*/ 18154 h 135675"/>
                <a:gd name="csX127" fmla="*/ 4777 w 84080"/>
                <a:gd name="csY127" fmla="*/ 19109 h 135675"/>
                <a:gd name="csX128" fmla="*/ 5255 w 84080"/>
                <a:gd name="csY128" fmla="*/ 20543 h 135675"/>
                <a:gd name="csX129" fmla="*/ 5255 w 84080"/>
                <a:gd name="csY129" fmla="*/ 20543 h 135675"/>
                <a:gd name="csX130" fmla="*/ 4299 w 84080"/>
                <a:gd name="csY130" fmla="*/ 20065 h 135675"/>
                <a:gd name="csX131" fmla="*/ 0 w 84080"/>
                <a:gd name="csY131" fmla="*/ 17676 h 135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</a:cxnLst>
              <a:rect l="l" t="t" r="r" b="b"/>
              <a:pathLst>
                <a:path w="84080" h="135675">
                  <a:moveTo>
                    <a:pt x="70226" y="135675"/>
                  </a:moveTo>
                  <a:lnTo>
                    <a:pt x="69748" y="133287"/>
                  </a:lnTo>
                  <a:lnTo>
                    <a:pt x="69271" y="128987"/>
                  </a:lnTo>
                  <a:lnTo>
                    <a:pt x="69271" y="128032"/>
                  </a:lnTo>
                  <a:lnTo>
                    <a:pt x="70704" y="124210"/>
                  </a:lnTo>
                  <a:lnTo>
                    <a:pt x="71659" y="122299"/>
                  </a:lnTo>
                  <a:lnTo>
                    <a:pt x="72615" y="119910"/>
                  </a:lnTo>
                  <a:lnTo>
                    <a:pt x="73092" y="116566"/>
                  </a:lnTo>
                  <a:lnTo>
                    <a:pt x="72137" y="111789"/>
                  </a:lnTo>
                  <a:lnTo>
                    <a:pt x="71181" y="110356"/>
                  </a:lnTo>
                  <a:lnTo>
                    <a:pt x="70226" y="109878"/>
                  </a:lnTo>
                  <a:lnTo>
                    <a:pt x="68793" y="109878"/>
                  </a:lnTo>
                  <a:lnTo>
                    <a:pt x="66882" y="110356"/>
                  </a:lnTo>
                  <a:lnTo>
                    <a:pt x="65926" y="110833"/>
                  </a:lnTo>
                  <a:lnTo>
                    <a:pt x="64015" y="108923"/>
                  </a:lnTo>
                  <a:lnTo>
                    <a:pt x="61627" y="108445"/>
                  </a:lnTo>
                  <a:lnTo>
                    <a:pt x="60671" y="108923"/>
                  </a:lnTo>
                  <a:lnTo>
                    <a:pt x="59716" y="109400"/>
                  </a:lnTo>
                  <a:lnTo>
                    <a:pt x="58283" y="108923"/>
                  </a:lnTo>
                  <a:lnTo>
                    <a:pt x="57328" y="107967"/>
                  </a:lnTo>
                  <a:lnTo>
                    <a:pt x="56372" y="107012"/>
                  </a:lnTo>
                  <a:lnTo>
                    <a:pt x="55894" y="105578"/>
                  </a:lnTo>
                  <a:lnTo>
                    <a:pt x="54461" y="103190"/>
                  </a:lnTo>
                  <a:lnTo>
                    <a:pt x="52550" y="101757"/>
                  </a:lnTo>
                  <a:lnTo>
                    <a:pt x="50639" y="101279"/>
                  </a:lnTo>
                  <a:lnTo>
                    <a:pt x="47295" y="101279"/>
                  </a:lnTo>
                  <a:lnTo>
                    <a:pt x="46340" y="101279"/>
                  </a:lnTo>
                  <a:lnTo>
                    <a:pt x="46340" y="99846"/>
                  </a:lnTo>
                  <a:lnTo>
                    <a:pt x="46817" y="96979"/>
                  </a:lnTo>
                  <a:lnTo>
                    <a:pt x="46817" y="95068"/>
                  </a:lnTo>
                  <a:lnTo>
                    <a:pt x="46340" y="93635"/>
                  </a:lnTo>
                  <a:lnTo>
                    <a:pt x="45862" y="92202"/>
                  </a:lnTo>
                  <a:lnTo>
                    <a:pt x="45384" y="91247"/>
                  </a:lnTo>
                  <a:lnTo>
                    <a:pt x="43473" y="89335"/>
                  </a:lnTo>
                  <a:lnTo>
                    <a:pt x="42040" y="86947"/>
                  </a:lnTo>
                  <a:lnTo>
                    <a:pt x="39174" y="81692"/>
                  </a:lnTo>
                  <a:lnTo>
                    <a:pt x="37263" y="75959"/>
                  </a:lnTo>
                  <a:lnTo>
                    <a:pt x="36307" y="75004"/>
                  </a:lnTo>
                  <a:lnTo>
                    <a:pt x="34396" y="74048"/>
                  </a:lnTo>
                  <a:lnTo>
                    <a:pt x="30097" y="73093"/>
                  </a:lnTo>
                  <a:lnTo>
                    <a:pt x="27230" y="72615"/>
                  </a:lnTo>
                  <a:lnTo>
                    <a:pt x="26275" y="71659"/>
                  </a:lnTo>
                  <a:lnTo>
                    <a:pt x="25797" y="70226"/>
                  </a:lnTo>
                  <a:lnTo>
                    <a:pt x="25797" y="68793"/>
                  </a:lnTo>
                  <a:lnTo>
                    <a:pt x="25797" y="67360"/>
                  </a:lnTo>
                  <a:lnTo>
                    <a:pt x="26753" y="65927"/>
                  </a:lnTo>
                  <a:lnTo>
                    <a:pt x="28664" y="64971"/>
                  </a:lnTo>
                  <a:lnTo>
                    <a:pt x="33441" y="64493"/>
                  </a:lnTo>
                  <a:lnTo>
                    <a:pt x="37740" y="64493"/>
                  </a:lnTo>
                  <a:lnTo>
                    <a:pt x="41562" y="67360"/>
                  </a:lnTo>
                  <a:lnTo>
                    <a:pt x="42517" y="67838"/>
                  </a:lnTo>
                  <a:lnTo>
                    <a:pt x="43951" y="67838"/>
                  </a:lnTo>
                  <a:lnTo>
                    <a:pt x="46817" y="67360"/>
                  </a:lnTo>
                  <a:lnTo>
                    <a:pt x="47773" y="66882"/>
                  </a:lnTo>
                  <a:lnTo>
                    <a:pt x="51117" y="67360"/>
                  </a:lnTo>
                  <a:lnTo>
                    <a:pt x="50162" y="65927"/>
                  </a:lnTo>
                  <a:lnTo>
                    <a:pt x="49206" y="65449"/>
                  </a:lnTo>
                  <a:lnTo>
                    <a:pt x="47773" y="65449"/>
                  </a:lnTo>
                  <a:lnTo>
                    <a:pt x="46817" y="64971"/>
                  </a:lnTo>
                  <a:lnTo>
                    <a:pt x="44906" y="62583"/>
                  </a:lnTo>
                  <a:lnTo>
                    <a:pt x="41562" y="60194"/>
                  </a:lnTo>
                  <a:lnTo>
                    <a:pt x="41085" y="58761"/>
                  </a:lnTo>
                  <a:lnTo>
                    <a:pt x="40607" y="57328"/>
                  </a:lnTo>
                  <a:lnTo>
                    <a:pt x="41085" y="55894"/>
                  </a:lnTo>
                  <a:lnTo>
                    <a:pt x="43473" y="53984"/>
                  </a:lnTo>
                  <a:lnTo>
                    <a:pt x="45384" y="52073"/>
                  </a:lnTo>
                  <a:lnTo>
                    <a:pt x="46340" y="49206"/>
                  </a:lnTo>
                  <a:lnTo>
                    <a:pt x="47295" y="48251"/>
                  </a:lnTo>
                  <a:lnTo>
                    <a:pt x="48728" y="45862"/>
                  </a:lnTo>
                  <a:lnTo>
                    <a:pt x="51117" y="46340"/>
                  </a:lnTo>
                  <a:lnTo>
                    <a:pt x="54939" y="44907"/>
                  </a:lnTo>
                  <a:lnTo>
                    <a:pt x="61149" y="45384"/>
                  </a:lnTo>
                  <a:lnTo>
                    <a:pt x="68793" y="44907"/>
                  </a:lnTo>
                  <a:lnTo>
                    <a:pt x="70704" y="44907"/>
                  </a:lnTo>
                  <a:lnTo>
                    <a:pt x="75481" y="46340"/>
                  </a:lnTo>
                  <a:lnTo>
                    <a:pt x="78347" y="46818"/>
                  </a:lnTo>
                  <a:lnTo>
                    <a:pt x="81692" y="47295"/>
                  </a:lnTo>
                  <a:lnTo>
                    <a:pt x="84080" y="46818"/>
                  </a:lnTo>
                  <a:lnTo>
                    <a:pt x="81692" y="44907"/>
                  </a:lnTo>
                  <a:lnTo>
                    <a:pt x="76914" y="42518"/>
                  </a:lnTo>
                  <a:lnTo>
                    <a:pt x="75959" y="40607"/>
                  </a:lnTo>
                  <a:lnTo>
                    <a:pt x="77870" y="35352"/>
                  </a:lnTo>
                  <a:lnTo>
                    <a:pt x="81214" y="30097"/>
                  </a:lnTo>
                  <a:lnTo>
                    <a:pt x="82647" y="24364"/>
                  </a:lnTo>
                  <a:lnTo>
                    <a:pt x="82169" y="18632"/>
                  </a:lnTo>
                  <a:lnTo>
                    <a:pt x="81692" y="16721"/>
                  </a:lnTo>
                  <a:lnTo>
                    <a:pt x="81692" y="14810"/>
                  </a:lnTo>
                  <a:lnTo>
                    <a:pt x="82647" y="13377"/>
                  </a:lnTo>
                  <a:lnTo>
                    <a:pt x="83603" y="11943"/>
                  </a:lnTo>
                  <a:lnTo>
                    <a:pt x="83124" y="10032"/>
                  </a:lnTo>
                  <a:lnTo>
                    <a:pt x="81692" y="6688"/>
                  </a:lnTo>
                  <a:lnTo>
                    <a:pt x="80736" y="5733"/>
                  </a:lnTo>
                  <a:lnTo>
                    <a:pt x="78347" y="4300"/>
                  </a:lnTo>
                  <a:lnTo>
                    <a:pt x="74048" y="4300"/>
                  </a:lnTo>
                  <a:lnTo>
                    <a:pt x="69748" y="3344"/>
                  </a:lnTo>
                  <a:lnTo>
                    <a:pt x="68793" y="3822"/>
                  </a:lnTo>
                  <a:lnTo>
                    <a:pt x="67837" y="5255"/>
                  </a:lnTo>
                  <a:lnTo>
                    <a:pt x="67360" y="5733"/>
                  </a:lnTo>
                  <a:lnTo>
                    <a:pt x="64015" y="7166"/>
                  </a:lnTo>
                  <a:lnTo>
                    <a:pt x="63060" y="7644"/>
                  </a:lnTo>
                  <a:lnTo>
                    <a:pt x="62105" y="7166"/>
                  </a:lnTo>
                  <a:lnTo>
                    <a:pt x="60671" y="5733"/>
                  </a:lnTo>
                  <a:lnTo>
                    <a:pt x="59238" y="5733"/>
                  </a:lnTo>
                  <a:lnTo>
                    <a:pt x="55416" y="4777"/>
                  </a:lnTo>
                  <a:lnTo>
                    <a:pt x="53505" y="2389"/>
                  </a:lnTo>
                  <a:lnTo>
                    <a:pt x="52550" y="2389"/>
                  </a:lnTo>
                  <a:lnTo>
                    <a:pt x="46340" y="478"/>
                  </a:lnTo>
                  <a:lnTo>
                    <a:pt x="43951" y="0"/>
                  </a:lnTo>
                  <a:lnTo>
                    <a:pt x="39174" y="1911"/>
                  </a:lnTo>
                  <a:lnTo>
                    <a:pt x="35352" y="4300"/>
                  </a:lnTo>
                  <a:lnTo>
                    <a:pt x="34396" y="4777"/>
                  </a:lnTo>
                  <a:lnTo>
                    <a:pt x="32485" y="6211"/>
                  </a:lnTo>
                  <a:lnTo>
                    <a:pt x="31052" y="6211"/>
                  </a:lnTo>
                  <a:lnTo>
                    <a:pt x="30097" y="6211"/>
                  </a:lnTo>
                  <a:lnTo>
                    <a:pt x="29141" y="6211"/>
                  </a:lnTo>
                  <a:lnTo>
                    <a:pt x="26753" y="8599"/>
                  </a:lnTo>
                  <a:lnTo>
                    <a:pt x="22931" y="10988"/>
                  </a:lnTo>
                  <a:lnTo>
                    <a:pt x="20542" y="12899"/>
                  </a:lnTo>
                  <a:lnTo>
                    <a:pt x="18631" y="13854"/>
                  </a:lnTo>
                  <a:lnTo>
                    <a:pt x="15765" y="14332"/>
                  </a:lnTo>
                  <a:lnTo>
                    <a:pt x="13376" y="14332"/>
                  </a:lnTo>
                  <a:lnTo>
                    <a:pt x="12421" y="15287"/>
                  </a:lnTo>
                  <a:lnTo>
                    <a:pt x="9555" y="15287"/>
                  </a:lnTo>
                  <a:lnTo>
                    <a:pt x="7644" y="15765"/>
                  </a:lnTo>
                  <a:lnTo>
                    <a:pt x="7644" y="16721"/>
                  </a:lnTo>
                  <a:lnTo>
                    <a:pt x="8121" y="18632"/>
                  </a:lnTo>
                  <a:lnTo>
                    <a:pt x="6688" y="18154"/>
                  </a:lnTo>
                  <a:lnTo>
                    <a:pt x="4777" y="19109"/>
                  </a:lnTo>
                  <a:lnTo>
                    <a:pt x="5255" y="20543"/>
                  </a:lnTo>
                  <a:lnTo>
                    <a:pt x="5255" y="20543"/>
                  </a:lnTo>
                  <a:lnTo>
                    <a:pt x="4299" y="20065"/>
                  </a:lnTo>
                  <a:lnTo>
                    <a:pt x="0" y="1767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6" name="Freeform 4825">
              <a:extLst>
                <a:ext uri="{FF2B5EF4-FFF2-40B4-BE49-F238E27FC236}">
                  <a16:creationId xmlns:a16="http://schemas.microsoft.com/office/drawing/2014/main" id="{C516979B-0508-05B6-2F3F-A8A54C8408FD}"/>
                </a:ext>
              </a:extLst>
            </p:cNvPr>
            <p:cNvSpPr/>
            <p:nvPr/>
          </p:nvSpPr>
          <p:spPr>
            <a:xfrm>
              <a:off x="6939669" y="3887882"/>
              <a:ext cx="11943" cy="2866"/>
            </a:xfrm>
            <a:custGeom>
              <a:avLst/>
              <a:gdLst>
                <a:gd name="csX0" fmla="*/ 11943 w 11943"/>
                <a:gd name="csY0" fmla="*/ 0 h 2866"/>
                <a:gd name="csX1" fmla="*/ 8599 w 11943"/>
                <a:gd name="csY1" fmla="*/ 478 h 2866"/>
                <a:gd name="csX2" fmla="*/ 5255 w 11943"/>
                <a:gd name="csY2" fmla="*/ 1433 h 2866"/>
                <a:gd name="csX3" fmla="*/ 0 w 11943"/>
                <a:gd name="csY3" fmla="*/ 2866 h 2866"/>
                <a:gd name="csX4" fmla="*/ 0 w 11943"/>
                <a:gd name="csY4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43" h="2866">
                  <a:moveTo>
                    <a:pt x="11943" y="0"/>
                  </a:moveTo>
                  <a:lnTo>
                    <a:pt x="8599" y="478"/>
                  </a:lnTo>
                  <a:lnTo>
                    <a:pt x="5255" y="1433"/>
                  </a:lnTo>
                  <a:lnTo>
                    <a:pt x="0" y="2866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7" name="Freeform 4826">
              <a:extLst>
                <a:ext uri="{FF2B5EF4-FFF2-40B4-BE49-F238E27FC236}">
                  <a16:creationId xmlns:a16="http://schemas.microsoft.com/office/drawing/2014/main" id="{4838D8F8-0CD4-8270-0F7F-560C25298DD9}"/>
                </a:ext>
              </a:extLst>
            </p:cNvPr>
            <p:cNvSpPr/>
            <p:nvPr/>
          </p:nvSpPr>
          <p:spPr>
            <a:xfrm>
              <a:off x="6953523" y="3887404"/>
              <a:ext cx="6210" cy="1433"/>
            </a:xfrm>
            <a:custGeom>
              <a:avLst/>
              <a:gdLst>
                <a:gd name="csX0" fmla="*/ 6211 w 6210"/>
                <a:gd name="csY0" fmla="*/ 1433 h 1433"/>
                <a:gd name="csX1" fmla="*/ 5255 w 6210"/>
                <a:gd name="csY1" fmla="*/ 956 h 1433"/>
                <a:gd name="csX2" fmla="*/ 3344 w 6210"/>
                <a:gd name="csY2" fmla="*/ 0 h 1433"/>
                <a:gd name="csX3" fmla="*/ 955 w 6210"/>
                <a:gd name="csY3" fmla="*/ 0 h 1433"/>
                <a:gd name="csX4" fmla="*/ 0 w 6210"/>
                <a:gd name="csY4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1433">
                  <a:moveTo>
                    <a:pt x="6211" y="1433"/>
                  </a:moveTo>
                  <a:lnTo>
                    <a:pt x="5255" y="956"/>
                  </a:lnTo>
                  <a:lnTo>
                    <a:pt x="3344" y="0"/>
                  </a:lnTo>
                  <a:lnTo>
                    <a:pt x="955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8" name="Freeform 4827">
              <a:extLst>
                <a:ext uri="{FF2B5EF4-FFF2-40B4-BE49-F238E27FC236}">
                  <a16:creationId xmlns:a16="http://schemas.microsoft.com/office/drawing/2014/main" id="{78C4FCBA-450F-2EA6-EBFD-88B06E2EB190}"/>
                </a:ext>
              </a:extLst>
            </p:cNvPr>
            <p:cNvSpPr/>
            <p:nvPr/>
          </p:nvSpPr>
          <p:spPr>
            <a:xfrm>
              <a:off x="6960212" y="3888837"/>
              <a:ext cx="22930" cy="23886"/>
            </a:xfrm>
            <a:custGeom>
              <a:avLst/>
              <a:gdLst>
                <a:gd name="csX0" fmla="*/ 22931 w 22930"/>
                <a:gd name="csY0" fmla="*/ 23886 h 23886"/>
                <a:gd name="csX1" fmla="*/ 21975 w 22930"/>
                <a:gd name="csY1" fmla="*/ 22931 h 23886"/>
                <a:gd name="csX2" fmla="*/ 20542 w 22930"/>
                <a:gd name="csY2" fmla="*/ 21498 h 23886"/>
                <a:gd name="csX3" fmla="*/ 20542 w 22930"/>
                <a:gd name="csY3" fmla="*/ 21498 h 23886"/>
                <a:gd name="csX4" fmla="*/ 19109 w 22930"/>
                <a:gd name="csY4" fmla="*/ 20064 h 23886"/>
                <a:gd name="csX5" fmla="*/ 17676 w 22930"/>
                <a:gd name="csY5" fmla="*/ 17676 h 23886"/>
                <a:gd name="csX6" fmla="*/ 16243 w 22930"/>
                <a:gd name="csY6" fmla="*/ 15765 h 23886"/>
                <a:gd name="csX7" fmla="*/ 13376 w 22930"/>
                <a:gd name="csY7" fmla="*/ 11465 h 23886"/>
                <a:gd name="csX8" fmla="*/ 12898 w 22930"/>
                <a:gd name="csY8" fmla="*/ 10510 h 23886"/>
                <a:gd name="csX9" fmla="*/ 12421 w 22930"/>
                <a:gd name="csY9" fmla="*/ 9077 h 23886"/>
                <a:gd name="csX10" fmla="*/ 11466 w 22930"/>
                <a:gd name="csY10" fmla="*/ 7644 h 23886"/>
                <a:gd name="csX11" fmla="*/ 8121 w 22930"/>
                <a:gd name="csY11" fmla="*/ 5255 h 23886"/>
                <a:gd name="csX12" fmla="*/ 3821 w 22930"/>
                <a:gd name="csY12" fmla="*/ 2389 h 23886"/>
                <a:gd name="csX13" fmla="*/ 0 w 22930"/>
                <a:gd name="csY13" fmla="*/ 0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2930" h="23886">
                  <a:moveTo>
                    <a:pt x="22931" y="23886"/>
                  </a:moveTo>
                  <a:lnTo>
                    <a:pt x="21975" y="22931"/>
                  </a:lnTo>
                  <a:lnTo>
                    <a:pt x="20542" y="21498"/>
                  </a:lnTo>
                  <a:lnTo>
                    <a:pt x="20542" y="21498"/>
                  </a:lnTo>
                  <a:lnTo>
                    <a:pt x="19109" y="20064"/>
                  </a:lnTo>
                  <a:lnTo>
                    <a:pt x="17676" y="17676"/>
                  </a:lnTo>
                  <a:lnTo>
                    <a:pt x="16243" y="15765"/>
                  </a:lnTo>
                  <a:lnTo>
                    <a:pt x="13376" y="11465"/>
                  </a:lnTo>
                  <a:lnTo>
                    <a:pt x="12898" y="10510"/>
                  </a:lnTo>
                  <a:lnTo>
                    <a:pt x="12421" y="9077"/>
                  </a:lnTo>
                  <a:lnTo>
                    <a:pt x="11466" y="7644"/>
                  </a:lnTo>
                  <a:lnTo>
                    <a:pt x="8121" y="5255"/>
                  </a:lnTo>
                  <a:lnTo>
                    <a:pt x="3821" y="2389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9" name="Freeform 4828">
              <a:extLst>
                <a:ext uri="{FF2B5EF4-FFF2-40B4-BE49-F238E27FC236}">
                  <a16:creationId xmlns:a16="http://schemas.microsoft.com/office/drawing/2014/main" id="{21A1C5E8-F4F6-D9DF-A989-D033963356F3}"/>
                </a:ext>
              </a:extLst>
            </p:cNvPr>
            <p:cNvSpPr/>
            <p:nvPr/>
          </p:nvSpPr>
          <p:spPr>
            <a:xfrm>
              <a:off x="6985531" y="3912724"/>
              <a:ext cx="4777" cy="955"/>
            </a:xfrm>
            <a:custGeom>
              <a:avLst/>
              <a:gdLst>
                <a:gd name="csX0" fmla="*/ 4777 w 4777"/>
                <a:gd name="csY0" fmla="*/ 0 h 955"/>
                <a:gd name="csX1" fmla="*/ 2389 w 4777"/>
                <a:gd name="csY1" fmla="*/ 478 h 955"/>
                <a:gd name="csX2" fmla="*/ 0 w 4777"/>
                <a:gd name="csY2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955">
                  <a:moveTo>
                    <a:pt x="4777" y="0"/>
                  </a:moveTo>
                  <a:lnTo>
                    <a:pt x="2389" y="478"/>
                  </a:lnTo>
                  <a:lnTo>
                    <a:pt x="0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0" name="Freeform 4829">
              <a:extLst>
                <a:ext uri="{FF2B5EF4-FFF2-40B4-BE49-F238E27FC236}">
                  <a16:creationId xmlns:a16="http://schemas.microsoft.com/office/drawing/2014/main" id="{00B69BE6-9ADF-27C6-F50B-AAFAB8C29C07}"/>
                </a:ext>
              </a:extLst>
            </p:cNvPr>
            <p:cNvSpPr/>
            <p:nvPr/>
          </p:nvSpPr>
          <p:spPr>
            <a:xfrm>
              <a:off x="7101142" y="3846319"/>
              <a:ext cx="3821" cy="4299"/>
            </a:xfrm>
            <a:custGeom>
              <a:avLst/>
              <a:gdLst>
                <a:gd name="csX0" fmla="*/ 3821 w 3821"/>
                <a:gd name="csY0" fmla="*/ 4300 h 4299"/>
                <a:gd name="csX1" fmla="*/ 2866 w 3821"/>
                <a:gd name="csY1" fmla="*/ 2866 h 4299"/>
                <a:gd name="csX2" fmla="*/ 0 w 3821"/>
                <a:gd name="csY2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21" h="4299">
                  <a:moveTo>
                    <a:pt x="3821" y="4300"/>
                  </a:moveTo>
                  <a:lnTo>
                    <a:pt x="2866" y="286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1" name="Freeform 4830">
              <a:extLst>
                <a:ext uri="{FF2B5EF4-FFF2-40B4-BE49-F238E27FC236}">
                  <a16:creationId xmlns:a16="http://schemas.microsoft.com/office/drawing/2014/main" id="{DB7B348F-AB3A-597E-5718-D08DE861DA4C}"/>
                </a:ext>
              </a:extLst>
            </p:cNvPr>
            <p:cNvSpPr/>
            <p:nvPr/>
          </p:nvSpPr>
          <p:spPr>
            <a:xfrm>
              <a:off x="7172801" y="3854918"/>
              <a:ext cx="955" cy="955"/>
            </a:xfrm>
            <a:custGeom>
              <a:avLst/>
              <a:gdLst>
                <a:gd name="csX0" fmla="*/ 955 w 955"/>
                <a:gd name="csY0" fmla="*/ 956 h 955"/>
                <a:gd name="csX1" fmla="*/ 0 w 955"/>
                <a:gd name="csY1" fmla="*/ 0 h 955"/>
                <a:gd name="csX2" fmla="*/ 0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955" y="95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2" name="Freeform 4831">
              <a:extLst>
                <a:ext uri="{FF2B5EF4-FFF2-40B4-BE49-F238E27FC236}">
                  <a16:creationId xmlns:a16="http://schemas.microsoft.com/office/drawing/2014/main" id="{B20C5E6F-5322-1232-1852-898BFCC0923D}"/>
                </a:ext>
              </a:extLst>
            </p:cNvPr>
            <p:cNvSpPr/>
            <p:nvPr/>
          </p:nvSpPr>
          <p:spPr>
            <a:xfrm>
              <a:off x="7187133" y="3872117"/>
              <a:ext cx="1433" cy="2388"/>
            </a:xfrm>
            <a:custGeom>
              <a:avLst/>
              <a:gdLst>
                <a:gd name="csX0" fmla="*/ 1433 w 1433"/>
                <a:gd name="csY0" fmla="*/ 2389 h 2388"/>
                <a:gd name="csX1" fmla="*/ 0 w 1433"/>
                <a:gd name="csY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2388">
                  <a:moveTo>
                    <a:pt x="1433" y="2389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3" name="Freeform 4832">
              <a:extLst>
                <a:ext uri="{FF2B5EF4-FFF2-40B4-BE49-F238E27FC236}">
                  <a16:creationId xmlns:a16="http://schemas.microsoft.com/office/drawing/2014/main" id="{D659751F-5E74-2901-82CA-A033D16FA2E9}"/>
                </a:ext>
              </a:extLst>
            </p:cNvPr>
            <p:cNvSpPr/>
            <p:nvPr/>
          </p:nvSpPr>
          <p:spPr>
            <a:xfrm>
              <a:off x="7192866" y="3884060"/>
              <a:ext cx="477" cy="7165"/>
            </a:xfrm>
            <a:custGeom>
              <a:avLst/>
              <a:gdLst>
                <a:gd name="csX0" fmla="*/ 0 w 477"/>
                <a:gd name="csY0" fmla="*/ 7166 h 7165"/>
                <a:gd name="csX1" fmla="*/ 0 w 477"/>
                <a:gd name="csY1" fmla="*/ 3822 h 7165"/>
                <a:gd name="csX2" fmla="*/ 478 w 477"/>
                <a:gd name="csY2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7165">
                  <a:moveTo>
                    <a:pt x="0" y="7166"/>
                  </a:moveTo>
                  <a:lnTo>
                    <a:pt x="0" y="3822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4" name="Freeform 4833">
              <a:extLst>
                <a:ext uri="{FF2B5EF4-FFF2-40B4-BE49-F238E27FC236}">
                  <a16:creationId xmlns:a16="http://schemas.microsoft.com/office/drawing/2014/main" id="{799038F9-3E7E-A834-52B7-D66CA799E910}"/>
                </a:ext>
              </a:extLst>
            </p:cNvPr>
            <p:cNvSpPr/>
            <p:nvPr/>
          </p:nvSpPr>
          <p:spPr>
            <a:xfrm>
              <a:off x="7204331" y="3907946"/>
              <a:ext cx="1433" cy="5732"/>
            </a:xfrm>
            <a:custGeom>
              <a:avLst/>
              <a:gdLst>
                <a:gd name="csX0" fmla="*/ 1433 w 1433"/>
                <a:gd name="csY0" fmla="*/ 5733 h 5732"/>
                <a:gd name="csX1" fmla="*/ 955 w 1433"/>
                <a:gd name="csY1" fmla="*/ 3822 h 5732"/>
                <a:gd name="csX2" fmla="*/ 0 w 1433"/>
                <a:gd name="csY2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5732">
                  <a:moveTo>
                    <a:pt x="1433" y="5733"/>
                  </a:moveTo>
                  <a:lnTo>
                    <a:pt x="955" y="3822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5" name="Freeform 4834">
              <a:extLst>
                <a:ext uri="{FF2B5EF4-FFF2-40B4-BE49-F238E27FC236}">
                  <a16:creationId xmlns:a16="http://schemas.microsoft.com/office/drawing/2014/main" id="{3C7FE1D6-F91E-846E-A455-BE71883696FC}"/>
                </a:ext>
              </a:extLst>
            </p:cNvPr>
            <p:cNvSpPr/>
            <p:nvPr/>
          </p:nvSpPr>
          <p:spPr>
            <a:xfrm>
              <a:off x="7232995" y="3924667"/>
              <a:ext cx="1433" cy="1433"/>
            </a:xfrm>
            <a:custGeom>
              <a:avLst/>
              <a:gdLst>
                <a:gd name="csX0" fmla="*/ 1433 w 1433"/>
                <a:gd name="csY0" fmla="*/ 1433 h 1433"/>
                <a:gd name="csX1" fmla="*/ 0 w 1433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1433">
                  <a:moveTo>
                    <a:pt x="1433" y="1433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6" name="Freeform 4835">
              <a:extLst>
                <a:ext uri="{FF2B5EF4-FFF2-40B4-BE49-F238E27FC236}">
                  <a16:creationId xmlns:a16="http://schemas.microsoft.com/office/drawing/2014/main" id="{5EC8C3BD-8111-652F-D51F-36D067EA38E0}"/>
                </a:ext>
              </a:extLst>
            </p:cNvPr>
            <p:cNvSpPr/>
            <p:nvPr/>
          </p:nvSpPr>
          <p:spPr>
            <a:xfrm>
              <a:off x="7289367" y="3711122"/>
              <a:ext cx="325811" cy="180104"/>
            </a:xfrm>
            <a:custGeom>
              <a:avLst/>
              <a:gdLst>
                <a:gd name="csX0" fmla="*/ 325811 w 325811"/>
                <a:gd name="csY0" fmla="*/ 955 h 180104"/>
                <a:gd name="csX1" fmla="*/ 324378 w 325811"/>
                <a:gd name="csY1" fmla="*/ 478 h 180104"/>
                <a:gd name="csX2" fmla="*/ 320556 w 325811"/>
                <a:gd name="csY2" fmla="*/ 0 h 180104"/>
                <a:gd name="csX3" fmla="*/ 318645 w 325811"/>
                <a:gd name="csY3" fmla="*/ 478 h 180104"/>
                <a:gd name="csX4" fmla="*/ 317212 w 325811"/>
                <a:gd name="csY4" fmla="*/ 955 h 180104"/>
                <a:gd name="csX5" fmla="*/ 315779 w 325811"/>
                <a:gd name="csY5" fmla="*/ 1911 h 180104"/>
                <a:gd name="csX6" fmla="*/ 314823 w 325811"/>
                <a:gd name="csY6" fmla="*/ 2866 h 180104"/>
                <a:gd name="csX7" fmla="*/ 314346 w 325811"/>
                <a:gd name="csY7" fmla="*/ 4777 h 180104"/>
                <a:gd name="csX8" fmla="*/ 314823 w 325811"/>
                <a:gd name="csY8" fmla="*/ 7166 h 180104"/>
                <a:gd name="csX9" fmla="*/ 313868 w 325811"/>
                <a:gd name="csY9" fmla="*/ 11465 h 180104"/>
                <a:gd name="csX10" fmla="*/ 312913 w 325811"/>
                <a:gd name="csY10" fmla="*/ 13376 h 180104"/>
                <a:gd name="csX11" fmla="*/ 310524 w 325811"/>
                <a:gd name="csY11" fmla="*/ 16243 h 180104"/>
                <a:gd name="csX12" fmla="*/ 309568 w 325811"/>
                <a:gd name="csY12" fmla="*/ 16721 h 180104"/>
                <a:gd name="csX13" fmla="*/ 307180 w 325811"/>
                <a:gd name="csY13" fmla="*/ 17198 h 180104"/>
                <a:gd name="csX14" fmla="*/ 305269 w 325811"/>
                <a:gd name="csY14" fmla="*/ 18154 h 180104"/>
                <a:gd name="csX15" fmla="*/ 300970 w 325811"/>
                <a:gd name="csY15" fmla="*/ 19109 h 180104"/>
                <a:gd name="csX16" fmla="*/ 296670 w 325811"/>
                <a:gd name="csY16" fmla="*/ 19587 h 180104"/>
                <a:gd name="csX17" fmla="*/ 294759 w 325811"/>
                <a:gd name="csY17" fmla="*/ 20065 h 180104"/>
                <a:gd name="csX18" fmla="*/ 294759 w 325811"/>
                <a:gd name="csY18" fmla="*/ 20065 h 180104"/>
                <a:gd name="csX19" fmla="*/ 293804 w 325811"/>
                <a:gd name="csY19" fmla="*/ 21975 h 180104"/>
                <a:gd name="csX20" fmla="*/ 292848 w 325811"/>
                <a:gd name="csY20" fmla="*/ 23886 h 180104"/>
                <a:gd name="csX21" fmla="*/ 292370 w 325811"/>
                <a:gd name="csY21" fmla="*/ 25320 h 180104"/>
                <a:gd name="csX22" fmla="*/ 291415 w 325811"/>
                <a:gd name="csY22" fmla="*/ 29141 h 180104"/>
                <a:gd name="csX23" fmla="*/ 290459 w 325811"/>
                <a:gd name="csY23" fmla="*/ 32963 h 180104"/>
                <a:gd name="csX24" fmla="*/ 290937 w 325811"/>
                <a:gd name="csY24" fmla="*/ 37741 h 180104"/>
                <a:gd name="csX25" fmla="*/ 291893 w 325811"/>
                <a:gd name="csY25" fmla="*/ 42518 h 180104"/>
                <a:gd name="csX26" fmla="*/ 291415 w 325811"/>
                <a:gd name="csY26" fmla="*/ 44429 h 180104"/>
                <a:gd name="csX27" fmla="*/ 292848 w 325811"/>
                <a:gd name="csY27" fmla="*/ 46817 h 180104"/>
                <a:gd name="csX28" fmla="*/ 293325 w 325811"/>
                <a:gd name="csY28" fmla="*/ 48251 h 180104"/>
                <a:gd name="csX29" fmla="*/ 292848 w 325811"/>
                <a:gd name="csY29" fmla="*/ 50639 h 180104"/>
                <a:gd name="csX30" fmla="*/ 291415 w 325811"/>
                <a:gd name="csY30" fmla="*/ 52550 h 180104"/>
                <a:gd name="csX31" fmla="*/ 290459 w 325811"/>
                <a:gd name="csY31" fmla="*/ 54939 h 180104"/>
                <a:gd name="csX32" fmla="*/ 289504 w 325811"/>
                <a:gd name="csY32" fmla="*/ 55894 h 180104"/>
                <a:gd name="csX33" fmla="*/ 287115 w 325811"/>
                <a:gd name="csY33" fmla="*/ 56372 h 180104"/>
                <a:gd name="csX34" fmla="*/ 284727 w 325811"/>
                <a:gd name="csY34" fmla="*/ 56372 h 180104"/>
                <a:gd name="csX35" fmla="*/ 282338 w 325811"/>
                <a:gd name="csY35" fmla="*/ 58283 h 180104"/>
                <a:gd name="csX36" fmla="*/ 280427 w 325811"/>
                <a:gd name="csY36" fmla="*/ 59716 h 180104"/>
                <a:gd name="csX37" fmla="*/ 277083 w 325811"/>
                <a:gd name="csY37" fmla="*/ 61627 h 180104"/>
                <a:gd name="csX38" fmla="*/ 275650 w 325811"/>
                <a:gd name="csY38" fmla="*/ 62105 h 180104"/>
                <a:gd name="csX39" fmla="*/ 275172 w 325811"/>
                <a:gd name="csY39" fmla="*/ 61149 h 180104"/>
                <a:gd name="csX40" fmla="*/ 274216 w 325811"/>
                <a:gd name="csY40" fmla="*/ 59238 h 180104"/>
                <a:gd name="csX41" fmla="*/ 273261 w 325811"/>
                <a:gd name="csY41" fmla="*/ 58283 h 180104"/>
                <a:gd name="csX42" fmla="*/ 271828 w 325811"/>
                <a:gd name="csY42" fmla="*/ 58283 h 180104"/>
                <a:gd name="csX43" fmla="*/ 270872 w 325811"/>
                <a:gd name="csY43" fmla="*/ 58283 h 180104"/>
                <a:gd name="csX44" fmla="*/ 267050 w 325811"/>
                <a:gd name="csY44" fmla="*/ 57805 h 180104"/>
                <a:gd name="csX45" fmla="*/ 264662 w 325811"/>
                <a:gd name="csY45" fmla="*/ 57805 h 180104"/>
                <a:gd name="csX46" fmla="*/ 262751 w 325811"/>
                <a:gd name="csY46" fmla="*/ 58283 h 180104"/>
                <a:gd name="csX47" fmla="*/ 260363 w 325811"/>
                <a:gd name="csY47" fmla="*/ 58283 h 180104"/>
                <a:gd name="csX48" fmla="*/ 257018 w 325811"/>
                <a:gd name="csY48" fmla="*/ 57328 h 180104"/>
                <a:gd name="csX49" fmla="*/ 254629 w 325811"/>
                <a:gd name="csY49" fmla="*/ 56850 h 180104"/>
                <a:gd name="csX50" fmla="*/ 252718 w 325811"/>
                <a:gd name="csY50" fmla="*/ 56372 h 180104"/>
                <a:gd name="csX51" fmla="*/ 248897 w 325811"/>
                <a:gd name="csY51" fmla="*/ 54461 h 180104"/>
                <a:gd name="csX52" fmla="*/ 244120 w 325811"/>
                <a:gd name="csY52" fmla="*/ 52550 h 180104"/>
                <a:gd name="csX53" fmla="*/ 242209 w 325811"/>
                <a:gd name="csY53" fmla="*/ 52072 h 180104"/>
                <a:gd name="csX54" fmla="*/ 240775 w 325811"/>
                <a:gd name="csY54" fmla="*/ 52550 h 180104"/>
                <a:gd name="csX55" fmla="*/ 240775 w 325811"/>
                <a:gd name="csY55" fmla="*/ 53506 h 180104"/>
                <a:gd name="csX56" fmla="*/ 240298 w 325811"/>
                <a:gd name="csY56" fmla="*/ 56372 h 180104"/>
                <a:gd name="csX57" fmla="*/ 239820 w 325811"/>
                <a:gd name="csY57" fmla="*/ 58283 h 180104"/>
                <a:gd name="csX58" fmla="*/ 236476 w 325811"/>
                <a:gd name="csY58" fmla="*/ 67360 h 180104"/>
                <a:gd name="csX59" fmla="*/ 234087 w 325811"/>
                <a:gd name="csY59" fmla="*/ 73570 h 180104"/>
                <a:gd name="csX60" fmla="*/ 231699 w 325811"/>
                <a:gd name="csY60" fmla="*/ 79781 h 180104"/>
                <a:gd name="csX61" fmla="*/ 230743 w 325811"/>
                <a:gd name="csY61" fmla="*/ 83603 h 180104"/>
                <a:gd name="csX62" fmla="*/ 228832 w 325811"/>
                <a:gd name="csY62" fmla="*/ 88858 h 180104"/>
                <a:gd name="csX63" fmla="*/ 227399 w 325811"/>
                <a:gd name="csY63" fmla="*/ 92202 h 180104"/>
                <a:gd name="csX64" fmla="*/ 226921 w 325811"/>
                <a:gd name="csY64" fmla="*/ 94590 h 180104"/>
                <a:gd name="csX65" fmla="*/ 226443 w 325811"/>
                <a:gd name="csY65" fmla="*/ 95068 h 180104"/>
                <a:gd name="csX66" fmla="*/ 226921 w 325811"/>
                <a:gd name="csY66" fmla="*/ 96501 h 180104"/>
                <a:gd name="csX67" fmla="*/ 229310 w 325811"/>
                <a:gd name="csY67" fmla="*/ 97457 h 180104"/>
                <a:gd name="csX68" fmla="*/ 232176 w 325811"/>
                <a:gd name="csY68" fmla="*/ 98412 h 180104"/>
                <a:gd name="csX69" fmla="*/ 232654 w 325811"/>
                <a:gd name="csY69" fmla="*/ 98890 h 180104"/>
                <a:gd name="csX70" fmla="*/ 233132 w 325811"/>
                <a:gd name="csY70" fmla="*/ 99845 h 180104"/>
                <a:gd name="csX71" fmla="*/ 232654 w 325811"/>
                <a:gd name="csY71" fmla="*/ 102234 h 180104"/>
                <a:gd name="csX72" fmla="*/ 232176 w 325811"/>
                <a:gd name="csY72" fmla="*/ 104145 h 180104"/>
                <a:gd name="csX73" fmla="*/ 231699 w 325811"/>
                <a:gd name="csY73" fmla="*/ 105578 h 180104"/>
                <a:gd name="csX74" fmla="*/ 230743 w 325811"/>
                <a:gd name="csY74" fmla="*/ 106534 h 180104"/>
                <a:gd name="csX75" fmla="*/ 229788 w 325811"/>
                <a:gd name="csY75" fmla="*/ 106534 h 180104"/>
                <a:gd name="csX76" fmla="*/ 228354 w 325811"/>
                <a:gd name="csY76" fmla="*/ 105578 h 180104"/>
                <a:gd name="csX77" fmla="*/ 226921 w 325811"/>
                <a:gd name="csY77" fmla="*/ 104623 h 180104"/>
                <a:gd name="csX78" fmla="*/ 225966 w 325811"/>
                <a:gd name="csY78" fmla="*/ 104145 h 180104"/>
                <a:gd name="csX79" fmla="*/ 223099 w 325811"/>
                <a:gd name="csY79" fmla="*/ 104623 h 180104"/>
                <a:gd name="csX80" fmla="*/ 220233 w 325811"/>
                <a:gd name="csY80" fmla="*/ 105578 h 180104"/>
                <a:gd name="csX81" fmla="*/ 219277 w 325811"/>
                <a:gd name="csY81" fmla="*/ 105578 h 180104"/>
                <a:gd name="csX82" fmla="*/ 217845 w 325811"/>
                <a:gd name="csY82" fmla="*/ 105100 h 180104"/>
                <a:gd name="csX83" fmla="*/ 216411 w 325811"/>
                <a:gd name="csY83" fmla="*/ 103667 h 180104"/>
                <a:gd name="csX84" fmla="*/ 215933 w 325811"/>
                <a:gd name="csY84" fmla="*/ 101756 h 180104"/>
                <a:gd name="csX85" fmla="*/ 215933 w 325811"/>
                <a:gd name="csY85" fmla="*/ 101756 h 180104"/>
                <a:gd name="csX86" fmla="*/ 214500 w 325811"/>
                <a:gd name="csY86" fmla="*/ 100801 h 180104"/>
                <a:gd name="csX87" fmla="*/ 212590 w 325811"/>
                <a:gd name="csY87" fmla="*/ 101756 h 180104"/>
                <a:gd name="csX88" fmla="*/ 207334 w 325811"/>
                <a:gd name="csY88" fmla="*/ 103189 h 180104"/>
                <a:gd name="csX89" fmla="*/ 201602 w 325811"/>
                <a:gd name="csY89" fmla="*/ 105578 h 180104"/>
                <a:gd name="csX90" fmla="*/ 197780 w 325811"/>
                <a:gd name="csY90" fmla="*/ 106534 h 180104"/>
                <a:gd name="csX91" fmla="*/ 196347 w 325811"/>
                <a:gd name="csY91" fmla="*/ 106056 h 180104"/>
                <a:gd name="csX92" fmla="*/ 193480 w 325811"/>
                <a:gd name="csY92" fmla="*/ 106534 h 180104"/>
                <a:gd name="csX93" fmla="*/ 191092 w 325811"/>
                <a:gd name="csY93" fmla="*/ 107011 h 180104"/>
                <a:gd name="csX94" fmla="*/ 189181 w 325811"/>
                <a:gd name="csY94" fmla="*/ 107967 h 180104"/>
                <a:gd name="csX95" fmla="*/ 185359 w 325811"/>
                <a:gd name="csY95" fmla="*/ 108922 h 180104"/>
                <a:gd name="csX96" fmla="*/ 182015 w 325811"/>
                <a:gd name="csY96" fmla="*/ 109400 h 180104"/>
                <a:gd name="csX97" fmla="*/ 180104 w 325811"/>
                <a:gd name="csY97" fmla="*/ 111311 h 180104"/>
                <a:gd name="csX98" fmla="*/ 178193 w 325811"/>
                <a:gd name="csY98" fmla="*/ 112744 h 180104"/>
                <a:gd name="csX99" fmla="*/ 178193 w 325811"/>
                <a:gd name="csY99" fmla="*/ 113222 h 180104"/>
                <a:gd name="csX100" fmla="*/ 179626 w 325811"/>
                <a:gd name="csY100" fmla="*/ 114177 h 180104"/>
                <a:gd name="csX101" fmla="*/ 180581 w 325811"/>
                <a:gd name="csY101" fmla="*/ 115133 h 180104"/>
                <a:gd name="csX102" fmla="*/ 183448 w 325811"/>
                <a:gd name="csY102" fmla="*/ 114655 h 180104"/>
                <a:gd name="csX103" fmla="*/ 185836 w 325811"/>
                <a:gd name="csY103" fmla="*/ 114655 h 180104"/>
                <a:gd name="csX104" fmla="*/ 188225 w 325811"/>
                <a:gd name="csY104" fmla="*/ 115611 h 180104"/>
                <a:gd name="csX105" fmla="*/ 189658 w 325811"/>
                <a:gd name="csY105" fmla="*/ 116088 h 180104"/>
                <a:gd name="csX106" fmla="*/ 190614 w 325811"/>
                <a:gd name="csY106" fmla="*/ 117044 h 180104"/>
                <a:gd name="csX107" fmla="*/ 189658 w 325811"/>
                <a:gd name="csY107" fmla="*/ 117999 h 180104"/>
                <a:gd name="csX108" fmla="*/ 188703 w 325811"/>
                <a:gd name="csY108" fmla="*/ 117999 h 180104"/>
                <a:gd name="csX109" fmla="*/ 188703 w 325811"/>
                <a:gd name="csY109" fmla="*/ 117999 h 180104"/>
                <a:gd name="csX110" fmla="*/ 188225 w 325811"/>
                <a:gd name="csY110" fmla="*/ 118477 h 180104"/>
                <a:gd name="csX111" fmla="*/ 188703 w 325811"/>
                <a:gd name="csY111" fmla="*/ 119432 h 180104"/>
                <a:gd name="csX112" fmla="*/ 187747 w 325811"/>
                <a:gd name="csY112" fmla="*/ 121343 h 180104"/>
                <a:gd name="csX113" fmla="*/ 187747 w 325811"/>
                <a:gd name="csY113" fmla="*/ 124210 h 180104"/>
                <a:gd name="csX114" fmla="*/ 187747 w 325811"/>
                <a:gd name="csY114" fmla="*/ 127076 h 180104"/>
                <a:gd name="csX115" fmla="*/ 188225 w 325811"/>
                <a:gd name="csY115" fmla="*/ 129465 h 180104"/>
                <a:gd name="csX116" fmla="*/ 188225 w 325811"/>
                <a:gd name="csY116" fmla="*/ 129465 h 180104"/>
                <a:gd name="csX117" fmla="*/ 187747 w 325811"/>
                <a:gd name="csY117" fmla="*/ 130898 h 180104"/>
                <a:gd name="csX118" fmla="*/ 187747 w 325811"/>
                <a:gd name="csY118" fmla="*/ 132809 h 180104"/>
                <a:gd name="csX119" fmla="*/ 188703 w 325811"/>
                <a:gd name="csY119" fmla="*/ 133764 h 180104"/>
                <a:gd name="csX120" fmla="*/ 189181 w 325811"/>
                <a:gd name="csY120" fmla="*/ 136153 h 180104"/>
                <a:gd name="csX121" fmla="*/ 190614 w 325811"/>
                <a:gd name="csY121" fmla="*/ 138064 h 180104"/>
                <a:gd name="csX122" fmla="*/ 192525 w 325811"/>
                <a:gd name="csY122" fmla="*/ 143319 h 180104"/>
                <a:gd name="csX123" fmla="*/ 193958 w 325811"/>
                <a:gd name="csY123" fmla="*/ 146185 h 180104"/>
                <a:gd name="csX124" fmla="*/ 194913 w 325811"/>
                <a:gd name="csY124" fmla="*/ 149529 h 180104"/>
                <a:gd name="csX125" fmla="*/ 193958 w 325811"/>
                <a:gd name="csY125" fmla="*/ 151440 h 180104"/>
                <a:gd name="csX126" fmla="*/ 193958 w 325811"/>
                <a:gd name="csY126" fmla="*/ 152396 h 180104"/>
                <a:gd name="csX127" fmla="*/ 195391 w 325811"/>
                <a:gd name="csY127" fmla="*/ 153351 h 180104"/>
                <a:gd name="csX128" fmla="*/ 195869 w 325811"/>
                <a:gd name="csY128" fmla="*/ 155262 h 180104"/>
                <a:gd name="csX129" fmla="*/ 196347 w 325811"/>
                <a:gd name="csY129" fmla="*/ 156218 h 180104"/>
                <a:gd name="csX130" fmla="*/ 196347 w 325811"/>
                <a:gd name="csY130" fmla="*/ 157173 h 180104"/>
                <a:gd name="csX131" fmla="*/ 195869 w 325811"/>
                <a:gd name="csY131" fmla="*/ 157651 h 180104"/>
                <a:gd name="csX132" fmla="*/ 193002 w 325811"/>
                <a:gd name="csY132" fmla="*/ 157173 h 180104"/>
                <a:gd name="csX133" fmla="*/ 191092 w 325811"/>
                <a:gd name="csY133" fmla="*/ 158128 h 180104"/>
                <a:gd name="csX134" fmla="*/ 188703 w 325811"/>
                <a:gd name="csY134" fmla="*/ 159084 h 180104"/>
                <a:gd name="csX135" fmla="*/ 188225 w 325811"/>
                <a:gd name="csY135" fmla="*/ 159561 h 180104"/>
                <a:gd name="csX136" fmla="*/ 188225 w 325811"/>
                <a:gd name="csY136" fmla="*/ 160039 h 180104"/>
                <a:gd name="csX137" fmla="*/ 188225 w 325811"/>
                <a:gd name="csY137" fmla="*/ 160995 h 180104"/>
                <a:gd name="csX138" fmla="*/ 189658 w 325811"/>
                <a:gd name="csY138" fmla="*/ 161950 h 180104"/>
                <a:gd name="csX139" fmla="*/ 191569 w 325811"/>
                <a:gd name="csY139" fmla="*/ 162428 h 180104"/>
                <a:gd name="csX140" fmla="*/ 191569 w 325811"/>
                <a:gd name="csY140" fmla="*/ 163384 h 180104"/>
                <a:gd name="csX141" fmla="*/ 189181 w 325811"/>
                <a:gd name="csY141" fmla="*/ 163861 h 180104"/>
                <a:gd name="csX142" fmla="*/ 188225 w 325811"/>
                <a:gd name="csY142" fmla="*/ 164339 h 180104"/>
                <a:gd name="csX143" fmla="*/ 185836 w 325811"/>
                <a:gd name="csY143" fmla="*/ 165294 h 180104"/>
                <a:gd name="csX144" fmla="*/ 185836 w 325811"/>
                <a:gd name="csY144" fmla="*/ 165294 h 180104"/>
                <a:gd name="csX145" fmla="*/ 184881 w 325811"/>
                <a:gd name="csY145" fmla="*/ 166727 h 180104"/>
                <a:gd name="csX146" fmla="*/ 183926 w 325811"/>
                <a:gd name="csY146" fmla="*/ 168161 h 180104"/>
                <a:gd name="csX147" fmla="*/ 183926 w 325811"/>
                <a:gd name="csY147" fmla="*/ 169594 h 180104"/>
                <a:gd name="csX148" fmla="*/ 184403 w 325811"/>
                <a:gd name="csY148" fmla="*/ 171983 h 180104"/>
                <a:gd name="csX149" fmla="*/ 184881 w 325811"/>
                <a:gd name="csY149" fmla="*/ 174849 h 180104"/>
                <a:gd name="csX150" fmla="*/ 185836 w 325811"/>
                <a:gd name="csY150" fmla="*/ 178193 h 180104"/>
                <a:gd name="csX151" fmla="*/ 185836 w 325811"/>
                <a:gd name="csY151" fmla="*/ 179149 h 180104"/>
                <a:gd name="csX152" fmla="*/ 185359 w 325811"/>
                <a:gd name="csY152" fmla="*/ 179626 h 180104"/>
                <a:gd name="csX153" fmla="*/ 184881 w 325811"/>
                <a:gd name="csY153" fmla="*/ 180104 h 180104"/>
                <a:gd name="csX154" fmla="*/ 182015 w 325811"/>
                <a:gd name="csY154" fmla="*/ 177238 h 180104"/>
                <a:gd name="csX155" fmla="*/ 179149 w 325811"/>
                <a:gd name="csY155" fmla="*/ 174849 h 180104"/>
                <a:gd name="csX156" fmla="*/ 179149 w 325811"/>
                <a:gd name="csY156" fmla="*/ 174371 h 180104"/>
                <a:gd name="csX157" fmla="*/ 176760 w 325811"/>
                <a:gd name="csY157" fmla="*/ 173893 h 180104"/>
                <a:gd name="csX158" fmla="*/ 172938 w 325811"/>
                <a:gd name="csY158" fmla="*/ 173416 h 180104"/>
                <a:gd name="csX159" fmla="*/ 170549 w 325811"/>
                <a:gd name="csY159" fmla="*/ 173416 h 180104"/>
                <a:gd name="csX160" fmla="*/ 170549 w 325811"/>
                <a:gd name="csY160" fmla="*/ 173416 h 180104"/>
                <a:gd name="csX161" fmla="*/ 169594 w 325811"/>
                <a:gd name="csY161" fmla="*/ 172938 h 180104"/>
                <a:gd name="csX162" fmla="*/ 168161 w 325811"/>
                <a:gd name="csY162" fmla="*/ 171505 h 180104"/>
                <a:gd name="csX163" fmla="*/ 166727 w 325811"/>
                <a:gd name="csY163" fmla="*/ 170072 h 180104"/>
                <a:gd name="csX164" fmla="*/ 166727 w 325811"/>
                <a:gd name="csY164" fmla="*/ 170072 h 180104"/>
                <a:gd name="csX165" fmla="*/ 165772 w 325811"/>
                <a:gd name="csY165" fmla="*/ 169116 h 180104"/>
                <a:gd name="csX166" fmla="*/ 165294 w 325811"/>
                <a:gd name="csY166" fmla="*/ 168161 h 180104"/>
                <a:gd name="csX167" fmla="*/ 164817 w 325811"/>
                <a:gd name="csY167" fmla="*/ 168161 h 180104"/>
                <a:gd name="csX168" fmla="*/ 164338 w 325811"/>
                <a:gd name="csY168" fmla="*/ 166250 h 180104"/>
                <a:gd name="csX169" fmla="*/ 163383 w 325811"/>
                <a:gd name="csY169" fmla="*/ 165772 h 180104"/>
                <a:gd name="csX170" fmla="*/ 162428 w 325811"/>
                <a:gd name="csY170" fmla="*/ 165772 h 180104"/>
                <a:gd name="csX171" fmla="*/ 160039 w 325811"/>
                <a:gd name="csY171" fmla="*/ 165772 h 180104"/>
                <a:gd name="csX172" fmla="*/ 158606 w 325811"/>
                <a:gd name="csY172" fmla="*/ 165772 h 180104"/>
                <a:gd name="csX173" fmla="*/ 156695 w 325811"/>
                <a:gd name="csY173" fmla="*/ 165294 h 180104"/>
                <a:gd name="csX174" fmla="*/ 156217 w 325811"/>
                <a:gd name="csY174" fmla="*/ 164817 h 180104"/>
                <a:gd name="csX175" fmla="*/ 153829 w 325811"/>
                <a:gd name="csY175" fmla="*/ 164339 h 180104"/>
                <a:gd name="csX176" fmla="*/ 151440 w 325811"/>
                <a:gd name="csY176" fmla="*/ 163384 h 180104"/>
                <a:gd name="csX177" fmla="*/ 151440 w 325811"/>
                <a:gd name="csY177" fmla="*/ 163384 h 180104"/>
                <a:gd name="csX178" fmla="*/ 148574 w 325811"/>
                <a:gd name="csY178" fmla="*/ 163384 h 180104"/>
                <a:gd name="csX179" fmla="*/ 147140 w 325811"/>
                <a:gd name="csY179" fmla="*/ 163384 h 180104"/>
                <a:gd name="csX180" fmla="*/ 147140 w 325811"/>
                <a:gd name="csY180" fmla="*/ 163384 h 180104"/>
                <a:gd name="csX181" fmla="*/ 141408 w 325811"/>
                <a:gd name="csY181" fmla="*/ 163861 h 180104"/>
                <a:gd name="csX182" fmla="*/ 137108 w 325811"/>
                <a:gd name="csY182" fmla="*/ 162906 h 180104"/>
                <a:gd name="csX183" fmla="*/ 133764 w 325811"/>
                <a:gd name="csY183" fmla="*/ 162428 h 180104"/>
                <a:gd name="csX184" fmla="*/ 131376 w 325811"/>
                <a:gd name="csY184" fmla="*/ 162428 h 180104"/>
                <a:gd name="csX185" fmla="*/ 130420 w 325811"/>
                <a:gd name="csY185" fmla="*/ 162428 h 180104"/>
                <a:gd name="csX186" fmla="*/ 128509 w 325811"/>
                <a:gd name="csY186" fmla="*/ 162428 h 180104"/>
                <a:gd name="csX187" fmla="*/ 128509 w 325811"/>
                <a:gd name="csY187" fmla="*/ 162428 h 180104"/>
                <a:gd name="csX188" fmla="*/ 126120 w 325811"/>
                <a:gd name="csY188" fmla="*/ 162428 h 180104"/>
                <a:gd name="csX189" fmla="*/ 122299 w 325811"/>
                <a:gd name="csY189" fmla="*/ 160995 h 180104"/>
                <a:gd name="csX190" fmla="*/ 121343 w 325811"/>
                <a:gd name="csY190" fmla="*/ 160995 h 180104"/>
                <a:gd name="csX191" fmla="*/ 120388 w 325811"/>
                <a:gd name="csY191" fmla="*/ 160995 h 180104"/>
                <a:gd name="csX192" fmla="*/ 114177 w 325811"/>
                <a:gd name="csY192" fmla="*/ 161950 h 180104"/>
                <a:gd name="csX193" fmla="*/ 111788 w 325811"/>
                <a:gd name="csY193" fmla="*/ 161950 h 180104"/>
                <a:gd name="csX194" fmla="*/ 111788 w 325811"/>
                <a:gd name="csY194" fmla="*/ 161950 h 180104"/>
                <a:gd name="csX195" fmla="*/ 111311 w 325811"/>
                <a:gd name="csY195" fmla="*/ 161950 h 180104"/>
                <a:gd name="csX196" fmla="*/ 106056 w 325811"/>
                <a:gd name="csY196" fmla="*/ 161950 h 180104"/>
                <a:gd name="csX197" fmla="*/ 100323 w 325811"/>
                <a:gd name="csY197" fmla="*/ 161950 h 180104"/>
                <a:gd name="csX198" fmla="*/ 98412 w 325811"/>
                <a:gd name="csY198" fmla="*/ 161473 h 180104"/>
                <a:gd name="csX199" fmla="*/ 97456 w 325811"/>
                <a:gd name="csY199" fmla="*/ 161950 h 180104"/>
                <a:gd name="csX200" fmla="*/ 97456 w 325811"/>
                <a:gd name="csY200" fmla="*/ 161950 h 180104"/>
                <a:gd name="csX201" fmla="*/ 95068 w 325811"/>
                <a:gd name="csY201" fmla="*/ 164339 h 180104"/>
                <a:gd name="csX202" fmla="*/ 94112 w 325811"/>
                <a:gd name="csY202" fmla="*/ 164817 h 180104"/>
                <a:gd name="csX203" fmla="*/ 89335 w 325811"/>
                <a:gd name="csY203" fmla="*/ 164339 h 180104"/>
                <a:gd name="csX204" fmla="*/ 88858 w 325811"/>
                <a:gd name="csY204" fmla="*/ 164339 h 180104"/>
                <a:gd name="csX205" fmla="*/ 82647 w 325811"/>
                <a:gd name="csY205" fmla="*/ 162428 h 180104"/>
                <a:gd name="csX206" fmla="*/ 77870 w 325811"/>
                <a:gd name="csY206" fmla="*/ 160517 h 180104"/>
                <a:gd name="csX207" fmla="*/ 74048 w 325811"/>
                <a:gd name="csY207" fmla="*/ 158606 h 180104"/>
                <a:gd name="csX208" fmla="*/ 69271 w 325811"/>
                <a:gd name="csY208" fmla="*/ 155740 h 180104"/>
                <a:gd name="csX209" fmla="*/ 65926 w 325811"/>
                <a:gd name="csY209" fmla="*/ 154307 h 180104"/>
                <a:gd name="csX210" fmla="*/ 65926 w 325811"/>
                <a:gd name="csY210" fmla="*/ 154307 h 180104"/>
                <a:gd name="csX211" fmla="*/ 65449 w 325811"/>
                <a:gd name="csY211" fmla="*/ 154784 h 180104"/>
                <a:gd name="csX212" fmla="*/ 64971 w 325811"/>
                <a:gd name="csY212" fmla="*/ 155262 h 180104"/>
                <a:gd name="csX213" fmla="*/ 63538 w 325811"/>
                <a:gd name="csY213" fmla="*/ 155262 h 180104"/>
                <a:gd name="csX214" fmla="*/ 60671 w 325811"/>
                <a:gd name="csY214" fmla="*/ 155262 h 180104"/>
                <a:gd name="csX215" fmla="*/ 60671 w 325811"/>
                <a:gd name="csY215" fmla="*/ 155262 h 180104"/>
                <a:gd name="csX216" fmla="*/ 59716 w 325811"/>
                <a:gd name="csY216" fmla="*/ 156695 h 180104"/>
                <a:gd name="csX217" fmla="*/ 56372 w 325811"/>
                <a:gd name="csY217" fmla="*/ 158128 h 180104"/>
                <a:gd name="csX218" fmla="*/ 56372 w 325811"/>
                <a:gd name="csY218" fmla="*/ 158128 h 180104"/>
                <a:gd name="csX219" fmla="*/ 53983 w 325811"/>
                <a:gd name="csY219" fmla="*/ 159084 h 180104"/>
                <a:gd name="csX220" fmla="*/ 53983 w 325811"/>
                <a:gd name="csY220" fmla="*/ 159084 h 180104"/>
                <a:gd name="csX221" fmla="*/ 53028 w 325811"/>
                <a:gd name="csY221" fmla="*/ 160039 h 180104"/>
                <a:gd name="csX222" fmla="*/ 51117 w 325811"/>
                <a:gd name="csY222" fmla="*/ 167205 h 180104"/>
                <a:gd name="csX223" fmla="*/ 50162 w 325811"/>
                <a:gd name="csY223" fmla="*/ 170072 h 180104"/>
                <a:gd name="csX224" fmla="*/ 51594 w 325811"/>
                <a:gd name="csY224" fmla="*/ 174849 h 180104"/>
                <a:gd name="csX225" fmla="*/ 50162 w 325811"/>
                <a:gd name="csY225" fmla="*/ 174371 h 180104"/>
                <a:gd name="csX226" fmla="*/ 48251 w 325811"/>
                <a:gd name="csY226" fmla="*/ 173416 h 180104"/>
                <a:gd name="csX227" fmla="*/ 47773 w 325811"/>
                <a:gd name="csY227" fmla="*/ 172460 h 180104"/>
                <a:gd name="csX228" fmla="*/ 45862 w 325811"/>
                <a:gd name="csY228" fmla="*/ 171983 h 180104"/>
                <a:gd name="csX229" fmla="*/ 39174 w 325811"/>
                <a:gd name="csY229" fmla="*/ 171027 h 180104"/>
                <a:gd name="csX230" fmla="*/ 37740 w 325811"/>
                <a:gd name="csY230" fmla="*/ 170072 h 180104"/>
                <a:gd name="csX231" fmla="*/ 37740 w 325811"/>
                <a:gd name="csY231" fmla="*/ 170072 h 180104"/>
                <a:gd name="csX232" fmla="*/ 37263 w 325811"/>
                <a:gd name="csY232" fmla="*/ 169116 h 180104"/>
                <a:gd name="csX233" fmla="*/ 35352 w 325811"/>
                <a:gd name="csY233" fmla="*/ 168638 h 180104"/>
                <a:gd name="csX234" fmla="*/ 32963 w 325811"/>
                <a:gd name="csY234" fmla="*/ 168161 h 180104"/>
                <a:gd name="csX235" fmla="*/ 27708 w 325811"/>
                <a:gd name="csY235" fmla="*/ 166250 h 180104"/>
                <a:gd name="csX236" fmla="*/ 27708 w 325811"/>
                <a:gd name="csY236" fmla="*/ 166250 h 180104"/>
                <a:gd name="csX237" fmla="*/ 25319 w 325811"/>
                <a:gd name="csY237" fmla="*/ 166250 h 180104"/>
                <a:gd name="csX238" fmla="*/ 18631 w 325811"/>
                <a:gd name="csY238" fmla="*/ 164339 h 180104"/>
                <a:gd name="csX239" fmla="*/ 17198 w 325811"/>
                <a:gd name="csY239" fmla="*/ 164339 h 180104"/>
                <a:gd name="csX240" fmla="*/ 16721 w 325811"/>
                <a:gd name="csY240" fmla="*/ 164817 h 180104"/>
                <a:gd name="csX241" fmla="*/ 16721 w 325811"/>
                <a:gd name="csY241" fmla="*/ 164817 h 180104"/>
                <a:gd name="csX242" fmla="*/ 14332 w 325811"/>
                <a:gd name="csY242" fmla="*/ 165772 h 180104"/>
                <a:gd name="csX243" fmla="*/ 12421 w 325811"/>
                <a:gd name="csY243" fmla="*/ 165772 h 180104"/>
                <a:gd name="csX244" fmla="*/ 10510 w 325811"/>
                <a:gd name="csY244" fmla="*/ 165294 h 180104"/>
                <a:gd name="csX245" fmla="*/ 7644 w 325811"/>
                <a:gd name="csY245" fmla="*/ 166727 h 180104"/>
                <a:gd name="csX246" fmla="*/ 5733 w 325811"/>
                <a:gd name="csY246" fmla="*/ 168161 h 180104"/>
                <a:gd name="csX247" fmla="*/ 5733 w 325811"/>
                <a:gd name="csY247" fmla="*/ 168161 h 180104"/>
                <a:gd name="csX248" fmla="*/ 4299 w 325811"/>
                <a:gd name="csY248" fmla="*/ 170549 h 180104"/>
                <a:gd name="csX249" fmla="*/ 2866 w 325811"/>
                <a:gd name="csY249" fmla="*/ 171505 h 180104"/>
                <a:gd name="csX250" fmla="*/ 2866 w 325811"/>
                <a:gd name="csY250" fmla="*/ 171505 h 180104"/>
                <a:gd name="csX251" fmla="*/ 2389 w 325811"/>
                <a:gd name="csY251" fmla="*/ 173416 h 180104"/>
                <a:gd name="csX252" fmla="*/ 1433 w 325811"/>
                <a:gd name="csY252" fmla="*/ 174371 h 180104"/>
                <a:gd name="csX253" fmla="*/ 1433 w 325811"/>
                <a:gd name="csY253" fmla="*/ 174371 h 180104"/>
                <a:gd name="csX254" fmla="*/ 0 w 325811"/>
                <a:gd name="csY254" fmla="*/ 176282 h 180104"/>
                <a:gd name="csX255" fmla="*/ 0 w 325811"/>
                <a:gd name="csY255" fmla="*/ 177715 h 180104"/>
                <a:gd name="csX256" fmla="*/ 478 w 325811"/>
                <a:gd name="csY256" fmla="*/ 177715 h 180104"/>
                <a:gd name="csX257" fmla="*/ 1433 w 325811"/>
                <a:gd name="csY257" fmla="*/ 178671 h 180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</a:cxnLst>
              <a:rect l="l" t="t" r="r" b="b"/>
              <a:pathLst>
                <a:path w="325811" h="180104">
                  <a:moveTo>
                    <a:pt x="325811" y="955"/>
                  </a:moveTo>
                  <a:lnTo>
                    <a:pt x="324378" y="478"/>
                  </a:lnTo>
                  <a:lnTo>
                    <a:pt x="320556" y="0"/>
                  </a:lnTo>
                  <a:lnTo>
                    <a:pt x="318645" y="478"/>
                  </a:lnTo>
                  <a:lnTo>
                    <a:pt x="317212" y="955"/>
                  </a:lnTo>
                  <a:lnTo>
                    <a:pt x="315779" y="1911"/>
                  </a:lnTo>
                  <a:lnTo>
                    <a:pt x="314823" y="2866"/>
                  </a:lnTo>
                  <a:lnTo>
                    <a:pt x="314346" y="4777"/>
                  </a:lnTo>
                  <a:lnTo>
                    <a:pt x="314823" y="7166"/>
                  </a:lnTo>
                  <a:lnTo>
                    <a:pt x="313868" y="11465"/>
                  </a:lnTo>
                  <a:lnTo>
                    <a:pt x="312913" y="13376"/>
                  </a:lnTo>
                  <a:lnTo>
                    <a:pt x="310524" y="16243"/>
                  </a:lnTo>
                  <a:lnTo>
                    <a:pt x="309568" y="16721"/>
                  </a:lnTo>
                  <a:lnTo>
                    <a:pt x="307180" y="17198"/>
                  </a:lnTo>
                  <a:lnTo>
                    <a:pt x="305269" y="18154"/>
                  </a:lnTo>
                  <a:lnTo>
                    <a:pt x="300970" y="19109"/>
                  </a:lnTo>
                  <a:lnTo>
                    <a:pt x="296670" y="19587"/>
                  </a:lnTo>
                  <a:lnTo>
                    <a:pt x="294759" y="20065"/>
                  </a:lnTo>
                  <a:lnTo>
                    <a:pt x="294759" y="20065"/>
                  </a:lnTo>
                  <a:lnTo>
                    <a:pt x="293804" y="21975"/>
                  </a:lnTo>
                  <a:lnTo>
                    <a:pt x="292848" y="23886"/>
                  </a:lnTo>
                  <a:lnTo>
                    <a:pt x="292370" y="25320"/>
                  </a:lnTo>
                  <a:lnTo>
                    <a:pt x="291415" y="29141"/>
                  </a:lnTo>
                  <a:lnTo>
                    <a:pt x="290459" y="32963"/>
                  </a:lnTo>
                  <a:lnTo>
                    <a:pt x="290937" y="37741"/>
                  </a:lnTo>
                  <a:lnTo>
                    <a:pt x="291893" y="42518"/>
                  </a:lnTo>
                  <a:lnTo>
                    <a:pt x="291415" y="44429"/>
                  </a:lnTo>
                  <a:lnTo>
                    <a:pt x="292848" y="46817"/>
                  </a:lnTo>
                  <a:lnTo>
                    <a:pt x="293325" y="48251"/>
                  </a:lnTo>
                  <a:lnTo>
                    <a:pt x="292848" y="50639"/>
                  </a:lnTo>
                  <a:lnTo>
                    <a:pt x="291415" y="52550"/>
                  </a:lnTo>
                  <a:lnTo>
                    <a:pt x="290459" y="54939"/>
                  </a:lnTo>
                  <a:lnTo>
                    <a:pt x="289504" y="55894"/>
                  </a:lnTo>
                  <a:lnTo>
                    <a:pt x="287115" y="56372"/>
                  </a:lnTo>
                  <a:lnTo>
                    <a:pt x="284727" y="56372"/>
                  </a:lnTo>
                  <a:lnTo>
                    <a:pt x="282338" y="58283"/>
                  </a:lnTo>
                  <a:lnTo>
                    <a:pt x="280427" y="59716"/>
                  </a:lnTo>
                  <a:lnTo>
                    <a:pt x="277083" y="61627"/>
                  </a:lnTo>
                  <a:lnTo>
                    <a:pt x="275650" y="62105"/>
                  </a:lnTo>
                  <a:lnTo>
                    <a:pt x="275172" y="61149"/>
                  </a:lnTo>
                  <a:lnTo>
                    <a:pt x="274216" y="59238"/>
                  </a:lnTo>
                  <a:lnTo>
                    <a:pt x="273261" y="58283"/>
                  </a:lnTo>
                  <a:lnTo>
                    <a:pt x="271828" y="58283"/>
                  </a:lnTo>
                  <a:lnTo>
                    <a:pt x="270872" y="58283"/>
                  </a:lnTo>
                  <a:lnTo>
                    <a:pt x="267050" y="57805"/>
                  </a:lnTo>
                  <a:lnTo>
                    <a:pt x="264662" y="57805"/>
                  </a:lnTo>
                  <a:lnTo>
                    <a:pt x="262751" y="58283"/>
                  </a:lnTo>
                  <a:lnTo>
                    <a:pt x="260363" y="58283"/>
                  </a:lnTo>
                  <a:lnTo>
                    <a:pt x="257018" y="57328"/>
                  </a:lnTo>
                  <a:lnTo>
                    <a:pt x="254629" y="56850"/>
                  </a:lnTo>
                  <a:lnTo>
                    <a:pt x="252718" y="56372"/>
                  </a:lnTo>
                  <a:lnTo>
                    <a:pt x="248897" y="54461"/>
                  </a:lnTo>
                  <a:lnTo>
                    <a:pt x="244120" y="52550"/>
                  </a:lnTo>
                  <a:lnTo>
                    <a:pt x="242209" y="52072"/>
                  </a:lnTo>
                  <a:lnTo>
                    <a:pt x="240775" y="52550"/>
                  </a:lnTo>
                  <a:lnTo>
                    <a:pt x="240775" y="53506"/>
                  </a:lnTo>
                  <a:lnTo>
                    <a:pt x="240298" y="56372"/>
                  </a:lnTo>
                  <a:lnTo>
                    <a:pt x="239820" y="58283"/>
                  </a:lnTo>
                  <a:lnTo>
                    <a:pt x="236476" y="67360"/>
                  </a:lnTo>
                  <a:lnTo>
                    <a:pt x="234087" y="73570"/>
                  </a:lnTo>
                  <a:lnTo>
                    <a:pt x="231699" y="79781"/>
                  </a:lnTo>
                  <a:lnTo>
                    <a:pt x="230743" y="83603"/>
                  </a:lnTo>
                  <a:lnTo>
                    <a:pt x="228832" y="88858"/>
                  </a:lnTo>
                  <a:lnTo>
                    <a:pt x="227399" y="92202"/>
                  </a:lnTo>
                  <a:lnTo>
                    <a:pt x="226921" y="94590"/>
                  </a:lnTo>
                  <a:lnTo>
                    <a:pt x="226443" y="95068"/>
                  </a:lnTo>
                  <a:lnTo>
                    <a:pt x="226921" y="96501"/>
                  </a:lnTo>
                  <a:lnTo>
                    <a:pt x="229310" y="97457"/>
                  </a:lnTo>
                  <a:lnTo>
                    <a:pt x="232176" y="98412"/>
                  </a:lnTo>
                  <a:lnTo>
                    <a:pt x="232654" y="98890"/>
                  </a:lnTo>
                  <a:lnTo>
                    <a:pt x="233132" y="99845"/>
                  </a:lnTo>
                  <a:lnTo>
                    <a:pt x="232654" y="102234"/>
                  </a:lnTo>
                  <a:lnTo>
                    <a:pt x="232176" y="104145"/>
                  </a:lnTo>
                  <a:lnTo>
                    <a:pt x="231699" y="105578"/>
                  </a:lnTo>
                  <a:lnTo>
                    <a:pt x="230743" y="106534"/>
                  </a:lnTo>
                  <a:lnTo>
                    <a:pt x="229788" y="106534"/>
                  </a:lnTo>
                  <a:lnTo>
                    <a:pt x="228354" y="105578"/>
                  </a:lnTo>
                  <a:lnTo>
                    <a:pt x="226921" y="104623"/>
                  </a:lnTo>
                  <a:lnTo>
                    <a:pt x="225966" y="104145"/>
                  </a:lnTo>
                  <a:lnTo>
                    <a:pt x="223099" y="104623"/>
                  </a:lnTo>
                  <a:lnTo>
                    <a:pt x="220233" y="105578"/>
                  </a:lnTo>
                  <a:lnTo>
                    <a:pt x="219277" y="105578"/>
                  </a:lnTo>
                  <a:lnTo>
                    <a:pt x="217845" y="105100"/>
                  </a:lnTo>
                  <a:lnTo>
                    <a:pt x="216411" y="103667"/>
                  </a:lnTo>
                  <a:lnTo>
                    <a:pt x="215933" y="101756"/>
                  </a:lnTo>
                  <a:lnTo>
                    <a:pt x="215933" y="101756"/>
                  </a:lnTo>
                  <a:lnTo>
                    <a:pt x="214500" y="100801"/>
                  </a:lnTo>
                  <a:lnTo>
                    <a:pt x="212590" y="101756"/>
                  </a:lnTo>
                  <a:lnTo>
                    <a:pt x="207334" y="103189"/>
                  </a:lnTo>
                  <a:lnTo>
                    <a:pt x="201602" y="105578"/>
                  </a:lnTo>
                  <a:lnTo>
                    <a:pt x="197780" y="106534"/>
                  </a:lnTo>
                  <a:lnTo>
                    <a:pt x="196347" y="106056"/>
                  </a:lnTo>
                  <a:lnTo>
                    <a:pt x="193480" y="106534"/>
                  </a:lnTo>
                  <a:lnTo>
                    <a:pt x="191092" y="107011"/>
                  </a:lnTo>
                  <a:lnTo>
                    <a:pt x="189181" y="107967"/>
                  </a:lnTo>
                  <a:lnTo>
                    <a:pt x="185359" y="108922"/>
                  </a:lnTo>
                  <a:lnTo>
                    <a:pt x="182015" y="109400"/>
                  </a:lnTo>
                  <a:lnTo>
                    <a:pt x="180104" y="111311"/>
                  </a:lnTo>
                  <a:lnTo>
                    <a:pt x="178193" y="112744"/>
                  </a:lnTo>
                  <a:lnTo>
                    <a:pt x="178193" y="113222"/>
                  </a:lnTo>
                  <a:lnTo>
                    <a:pt x="179626" y="114177"/>
                  </a:lnTo>
                  <a:lnTo>
                    <a:pt x="180581" y="115133"/>
                  </a:lnTo>
                  <a:lnTo>
                    <a:pt x="183448" y="114655"/>
                  </a:lnTo>
                  <a:lnTo>
                    <a:pt x="185836" y="114655"/>
                  </a:lnTo>
                  <a:lnTo>
                    <a:pt x="188225" y="115611"/>
                  </a:lnTo>
                  <a:lnTo>
                    <a:pt x="189658" y="116088"/>
                  </a:lnTo>
                  <a:lnTo>
                    <a:pt x="190614" y="117044"/>
                  </a:lnTo>
                  <a:lnTo>
                    <a:pt x="189658" y="117999"/>
                  </a:lnTo>
                  <a:lnTo>
                    <a:pt x="188703" y="117999"/>
                  </a:lnTo>
                  <a:lnTo>
                    <a:pt x="188703" y="117999"/>
                  </a:lnTo>
                  <a:lnTo>
                    <a:pt x="188225" y="118477"/>
                  </a:lnTo>
                  <a:lnTo>
                    <a:pt x="188703" y="119432"/>
                  </a:lnTo>
                  <a:lnTo>
                    <a:pt x="187747" y="121343"/>
                  </a:lnTo>
                  <a:lnTo>
                    <a:pt x="187747" y="124210"/>
                  </a:lnTo>
                  <a:lnTo>
                    <a:pt x="187747" y="127076"/>
                  </a:lnTo>
                  <a:lnTo>
                    <a:pt x="188225" y="129465"/>
                  </a:lnTo>
                  <a:lnTo>
                    <a:pt x="188225" y="129465"/>
                  </a:lnTo>
                  <a:lnTo>
                    <a:pt x="187747" y="130898"/>
                  </a:lnTo>
                  <a:lnTo>
                    <a:pt x="187747" y="132809"/>
                  </a:lnTo>
                  <a:lnTo>
                    <a:pt x="188703" y="133764"/>
                  </a:lnTo>
                  <a:lnTo>
                    <a:pt x="189181" y="136153"/>
                  </a:lnTo>
                  <a:lnTo>
                    <a:pt x="190614" y="138064"/>
                  </a:lnTo>
                  <a:lnTo>
                    <a:pt x="192525" y="143319"/>
                  </a:lnTo>
                  <a:lnTo>
                    <a:pt x="193958" y="146185"/>
                  </a:lnTo>
                  <a:lnTo>
                    <a:pt x="194913" y="149529"/>
                  </a:lnTo>
                  <a:lnTo>
                    <a:pt x="193958" y="151440"/>
                  </a:lnTo>
                  <a:lnTo>
                    <a:pt x="193958" y="152396"/>
                  </a:lnTo>
                  <a:lnTo>
                    <a:pt x="195391" y="153351"/>
                  </a:lnTo>
                  <a:lnTo>
                    <a:pt x="195869" y="155262"/>
                  </a:lnTo>
                  <a:lnTo>
                    <a:pt x="196347" y="156218"/>
                  </a:lnTo>
                  <a:lnTo>
                    <a:pt x="196347" y="157173"/>
                  </a:lnTo>
                  <a:lnTo>
                    <a:pt x="195869" y="157651"/>
                  </a:lnTo>
                  <a:lnTo>
                    <a:pt x="193002" y="157173"/>
                  </a:lnTo>
                  <a:lnTo>
                    <a:pt x="191092" y="158128"/>
                  </a:lnTo>
                  <a:lnTo>
                    <a:pt x="188703" y="159084"/>
                  </a:lnTo>
                  <a:lnTo>
                    <a:pt x="188225" y="159561"/>
                  </a:lnTo>
                  <a:lnTo>
                    <a:pt x="188225" y="160039"/>
                  </a:lnTo>
                  <a:lnTo>
                    <a:pt x="188225" y="160995"/>
                  </a:lnTo>
                  <a:lnTo>
                    <a:pt x="189658" y="161950"/>
                  </a:lnTo>
                  <a:lnTo>
                    <a:pt x="191569" y="162428"/>
                  </a:lnTo>
                  <a:lnTo>
                    <a:pt x="191569" y="163384"/>
                  </a:lnTo>
                  <a:lnTo>
                    <a:pt x="189181" y="163861"/>
                  </a:lnTo>
                  <a:lnTo>
                    <a:pt x="188225" y="164339"/>
                  </a:lnTo>
                  <a:lnTo>
                    <a:pt x="185836" y="165294"/>
                  </a:lnTo>
                  <a:lnTo>
                    <a:pt x="185836" y="165294"/>
                  </a:lnTo>
                  <a:lnTo>
                    <a:pt x="184881" y="166727"/>
                  </a:lnTo>
                  <a:lnTo>
                    <a:pt x="183926" y="168161"/>
                  </a:lnTo>
                  <a:lnTo>
                    <a:pt x="183926" y="169594"/>
                  </a:lnTo>
                  <a:lnTo>
                    <a:pt x="184403" y="171983"/>
                  </a:lnTo>
                  <a:lnTo>
                    <a:pt x="184881" y="174849"/>
                  </a:lnTo>
                  <a:lnTo>
                    <a:pt x="185836" y="178193"/>
                  </a:lnTo>
                  <a:lnTo>
                    <a:pt x="185836" y="179149"/>
                  </a:lnTo>
                  <a:lnTo>
                    <a:pt x="185359" y="179626"/>
                  </a:lnTo>
                  <a:lnTo>
                    <a:pt x="184881" y="180104"/>
                  </a:lnTo>
                  <a:lnTo>
                    <a:pt x="182015" y="177238"/>
                  </a:lnTo>
                  <a:lnTo>
                    <a:pt x="179149" y="174849"/>
                  </a:lnTo>
                  <a:lnTo>
                    <a:pt x="179149" y="174371"/>
                  </a:lnTo>
                  <a:lnTo>
                    <a:pt x="176760" y="173893"/>
                  </a:lnTo>
                  <a:lnTo>
                    <a:pt x="172938" y="173416"/>
                  </a:lnTo>
                  <a:lnTo>
                    <a:pt x="170549" y="173416"/>
                  </a:lnTo>
                  <a:lnTo>
                    <a:pt x="170549" y="173416"/>
                  </a:lnTo>
                  <a:lnTo>
                    <a:pt x="169594" y="172938"/>
                  </a:lnTo>
                  <a:lnTo>
                    <a:pt x="168161" y="171505"/>
                  </a:lnTo>
                  <a:lnTo>
                    <a:pt x="166727" y="170072"/>
                  </a:lnTo>
                  <a:lnTo>
                    <a:pt x="166727" y="170072"/>
                  </a:lnTo>
                  <a:lnTo>
                    <a:pt x="165772" y="169116"/>
                  </a:lnTo>
                  <a:lnTo>
                    <a:pt x="165294" y="168161"/>
                  </a:lnTo>
                  <a:lnTo>
                    <a:pt x="164817" y="168161"/>
                  </a:lnTo>
                  <a:lnTo>
                    <a:pt x="164338" y="166250"/>
                  </a:lnTo>
                  <a:lnTo>
                    <a:pt x="163383" y="165772"/>
                  </a:lnTo>
                  <a:lnTo>
                    <a:pt x="162428" y="165772"/>
                  </a:lnTo>
                  <a:lnTo>
                    <a:pt x="160039" y="165772"/>
                  </a:lnTo>
                  <a:lnTo>
                    <a:pt x="158606" y="165772"/>
                  </a:lnTo>
                  <a:lnTo>
                    <a:pt x="156695" y="165294"/>
                  </a:lnTo>
                  <a:lnTo>
                    <a:pt x="156217" y="164817"/>
                  </a:lnTo>
                  <a:lnTo>
                    <a:pt x="153829" y="164339"/>
                  </a:lnTo>
                  <a:lnTo>
                    <a:pt x="151440" y="163384"/>
                  </a:lnTo>
                  <a:lnTo>
                    <a:pt x="151440" y="163384"/>
                  </a:lnTo>
                  <a:lnTo>
                    <a:pt x="148574" y="163384"/>
                  </a:lnTo>
                  <a:lnTo>
                    <a:pt x="147140" y="163384"/>
                  </a:lnTo>
                  <a:lnTo>
                    <a:pt x="147140" y="163384"/>
                  </a:lnTo>
                  <a:lnTo>
                    <a:pt x="141408" y="163861"/>
                  </a:lnTo>
                  <a:lnTo>
                    <a:pt x="137108" y="162906"/>
                  </a:lnTo>
                  <a:lnTo>
                    <a:pt x="133764" y="162428"/>
                  </a:lnTo>
                  <a:lnTo>
                    <a:pt x="131376" y="162428"/>
                  </a:lnTo>
                  <a:lnTo>
                    <a:pt x="130420" y="162428"/>
                  </a:lnTo>
                  <a:lnTo>
                    <a:pt x="128509" y="162428"/>
                  </a:lnTo>
                  <a:lnTo>
                    <a:pt x="128509" y="162428"/>
                  </a:lnTo>
                  <a:lnTo>
                    <a:pt x="126120" y="162428"/>
                  </a:lnTo>
                  <a:lnTo>
                    <a:pt x="122299" y="160995"/>
                  </a:lnTo>
                  <a:lnTo>
                    <a:pt x="121343" y="160995"/>
                  </a:lnTo>
                  <a:lnTo>
                    <a:pt x="120388" y="160995"/>
                  </a:lnTo>
                  <a:lnTo>
                    <a:pt x="114177" y="161950"/>
                  </a:lnTo>
                  <a:lnTo>
                    <a:pt x="111788" y="161950"/>
                  </a:lnTo>
                  <a:lnTo>
                    <a:pt x="111788" y="161950"/>
                  </a:lnTo>
                  <a:lnTo>
                    <a:pt x="111311" y="161950"/>
                  </a:lnTo>
                  <a:lnTo>
                    <a:pt x="106056" y="161950"/>
                  </a:lnTo>
                  <a:lnTo>
                    <a:pt x="100323" y="161950"/>
                  </a:lnTo>
                  <a:lnTo>
                    <a:pt x="98412" y="161473"/>
                  </a:lnTo>
                  <a:lnTo>
                    <a:pt x="97456" y="161950"/>
                  </a:lnTo>
                  <a:lnTo>
                    <a:pt x="97456" y="161950"/>
                  </a:lnTo>
                  <a:lnTo>
                    <a:pt x="95068" y="164339"/>
                  </a:lnTo>
                  <a:lnTo>
                    <a:pt x="94112" y="164817"/>
                  </a:lnTo>
                  <a:lnTo>
                    <a:pt x="89335" y="164339"/>
                  </a:lnTo>
                  <a:lnTo>
                    <a:pt x="88858" y="164339"/>
                  </a:lnTo>
                  <a:lnTo>
                    <a:pt x="82647" y="162428"/>
                  </a:lnTo>
                  <a:lnTo>
                    <a:pt x="77870" y="160517"/>
                  </a:lnTo>
                  <a:lnTo>
                    <a:pt x="74048" y="158606"/>
                  </a:lnTo>
                  <a:lnTo>
                    <a:pt x="69271" y="155740"/>
                  </a:lnTo>
                  <a:lnTo>
                    <a:pt x="65926" y="154307"/>
                  </a:lnTo>
                  <a:lnTo>
                    <a:pt x="65926" y="154307"/>
                  </a:lnTo>
                  <a:lnTo>
                    <a:pt x="65449" y="154784"/>
                  </a:lnTo>
                  <a:lnTo>
                    <a:pt x="64971" y="155262"/>
                  </a:lnTo>
                  <a:lnTo>
                    <a:pt x="63538" y="155262"/>
                  </a:lnTo>
                  <a:lnTo>
                    <a:pt x="60671" y="155262"/>
                  </a:lnTo>
                  <a:lnTo>
                    <a:pt x="60671" y="155262"/>
                  </a:lnTo>
                  <a:lnTo>
                    <a:pt x="59716" y="156695"/>
                  </a:lnTo>
                  <a:lnTo>
                    <a:pt x="56372" y="158128"/>
                  </a:lnTo>
                  <a:lnTo>
                    <a:pt x="56372" y="158128"/>
                  </a:lnTo>
                  <a:lnTo>
                    <a:pt x="53983" y="159084"/>
                  </a:lnTo>
                  <a:lnTo>
                    <a:pt x="53983" y="159084"/>
                  </a:lnTo>
                  <a:lnTo>
                    <a:pt x="53028" y="160039"/>
                  </a:lnTo>
                  <a:lnTo>
                    <a:pt x="51117" y="167205"/>
                  </a:lnTo>
                  <a:lnTo>
                    <a:pt x="50162" y="170072"/>
                  </a:lnTo>
                  <a:lnTo>
                    <a:pt x="51594" y="174849"/>
                  </a:lnTo>
                  <a:lnTo>
                    <a:pt x="50162" y="174371"/>
                  </a:lnTo>
                  <a:lnTo>
                    <a:pt x="48251" y="173416"/>
                  </a:lnTo>
                  <a:lnTo>
                    <a:pt x="47773" y="172460"/>
                  </a:lnTo>
                  <a:lnTo>
                    <a:pt x="45862" y="171983"/>
                  </a:lnTo>
                  <a:lnTo>
                    <a:pt x="39174" y="171027"/>
                  </a:lnTo>
                  <a:lnTo>
                    <a:pt x="37740" y="170072"/>
                  </a:lnTo>
                  <a:lnTo>
                    <a:pt x="37740" y="170072"/>
                  </a:lnTo>
                  <a:lnTo>
                    <a:pt x="37263" y="169116"/>
                  </a:lnTo>
                  <a:lnTo>
                    <a:pt x="35352" y="168638"/>
                  </a:lnTo>
                  <a:lnTo>
                    <a:pt x="32963" y="168161"/>
                  </a:lnTo>
                  <a:lnTo>
                    <a:pt x="27708" y="166250"/>
                  </a:lnTo>
                  <a:lnTo>
                    <a:pt x="27708" y="166250"/>
                  </a:lnTo>
                  <a:lnTo>
                    <a:pt x="25319" y="166250"/>
                  </a:lnTo>
                  <a:lnTo>
                    <a:pt x="18631" y="164339"/>
                  </a:lnTo>
                  <a:lnTo>
                    <a:pt x="17198" y="164339"/>
                  </a:lnTo>
                  <a:lnTo>
                    <a:pt x="16721" y="164817"/>
                  </a:lnTo>
                  <a:lnTo>
                    <a:pt x="16721" y="164817"/>
                  </a:lnTo>
                  <a:lnTo>
                    <a:pt x="14332" y="165772"/>
                  </a:lnTo>
                  <a:lnTo>
                    <a:pt x="12421" y="165772"/>
                  </a:lnTo>
                  <a:lnTo>
                    <a:pt x="10510" y="165294"/>
                  </a:lnTo>
                  <a:lnTo>
                    <a:pt x="7644" y="166727"/>
                  </a:lnTo>
                  <a:lnTo>
                    <a:pt x="5733" y="168161"/>
                  </a:lnTo>
                  <a:lnTo>
                    <a:pt x="5733" y="168161"/>
                  </a:lnTo>
                  <a:lnTo>
                    <a:pt x="4299" y="170549"/>
                  </a:lnTo>
                  <a:lnTo>
                    <a:pt x="2866" y="171505"/>
                  </a:lnTo>
                  <a:lnTo>
                    <a:pt x="2866" y="171505"/>
                  </a:lnTo>
                  <a:lnTo>
                    <a:pt x="2389" y="173416"/>
                  </a:lnTo>
                  <a:lnTo>
                    <a:pt x="1433" y="174371"/>
                  </a:lnTo>
                  <a:lnTo>
                    <a:pt x="1433" y="174371"/>
                  </a:lnTo>
                  <a:lnTo>
                    <a:pt x="0" y="176282"/>
                  </a:lnTo>
                  <a:lnTo>
                    <a:pt x="0" y="177715"/>
                  </a:lnTo>
                  <a:lnTo>
                    <a:pt x="478" y="177715"/>
                  </a:lnTo>
                  <a:lnTo>
                    <a:pt x="1433" y="17867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7" name="Freeform 4836">
              <a:extLst>
                <a:ext uri="{FF2B5EF4-FFF2-40B4-BE49-F238E27FC236}">
                  <a16:creationId xmlns:a16="http://schemas.microsoft.com/office/drawing/2014/main" id="{A30837D7-DFB1-0EC0-EA03-157AC05E3C0D}"/>
                </a:ext>
              </a:extLst>
            </p:cNvPr>
            <p:cNvSpPr/>
            <p:nvPr/>
          </p:nvSpPr>
          <p:spPr>
            <a:xfrm>
              <a:off x="6880430" y="3818611"/>
              <a:ext cx="1911" cy="3344"/>
            </a:xfrm>
            <a:custGeom>
              <a:avLst/>
              <a:gdLst>
                <a:gd name="csX0" fmla="*/ 956 w 1911"/>
                <a:gd name="csY0" fmla="*/ 2866 h 3344"/>
                <a:gd name="csX1" fmla="*/ 478 w 1911"/>
                <a:gd name="csY1" fmla="*/ 3344 h 3344"/>
                <a:gd name="csX2" fmla="*/ 0 w 1911"/>
                <a:gd name="csY2" fmla="*/ 1433 h 3344"/>
                <a:gd name="csX3" fmla="*/ 956 w 1911"/>
                <a:gd name="csY3" fmla="*/ 478 h 3344"/>
                <a:gd name="csX4" fmla="*/ 1911 w 1911"/>
                <a:gd name="csY4" fmla="*/ 0 h 3344"/>
                <a:gd name="csX5" fmla="*/ 1433 w 1911"/>
                <a:gd name="csY5" fmla="*/ 2389 h 3344"/>
                <a:gd name="csX6" fmla="*/ 956 w 1911"/>
                <a:gd name="csY6" fmla="*/ 286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3344">
                  <a:moveTo>
                    <a:pt x="956" y="2866"/>
                  </a:moveTo>
                  <a:lnTo>
                    <a:pt x="478" y="3344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1433" y="2389"/>
                  </a:lnTo>
                  <a:lnTo>
                    <a:pt x="95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8" name="Freeform 4837">
              <a:extLst>
                <a:ext uri="{FF2B5EF4-FFF2-40B4-BE49-F238E27FC236}">
                  <a16:creationId xmlns:a16="http://schemas.microsoft.com/office/drawing/2014/main" id="{882CB5CF-5E06-3424-A775-7D59C2BD3DD4}"/>
                </a:ext>
              </a:extLst>
            </p:cNvPr>
            <p:cNvSpPr/>
            <p:nvPr/>
          </p:nvSpPr>
          <p:spPr>
            <a:xfrm>
              <a:off x="6875176" y="3818611"/>
              <a:ext cx="3822" cy="6688"/>
            </a:xfrm>
            <a:custGeom>
              <a:avLst/>
              <a:gdLst>
                <a:gd name="csX0" fmla="*/ 3822 w 3822"/>
                <a:gd name="csY0" fmla="*/ 5733 h 6688"/>
                <a:gd name="csX1" fmla="*/ 2866 w 3822"/>
                <a:gd name="csY1" fmla="*/ 6688 h 6688"/>
                <a:gd name="csX2" fmla="*/ 1911 w 3822"/>
                <a:gd name="csY2" fmla="*/ 6688 h 6688"/>
                <a:gd name="csX3" fmla="*/ 0 w 3822"/>
                <a:gd name="csY3" fmla="*/ 3822 h 6688"/>
                <a:gd name="csX4" fmla="*/ 478 w 3822"/>
                <a:gd name="csY4" fmla="*/ 956 h 6688"/>
                <a:gd name="csX5" fmla="*/ 1433 w 3822"/>
                <a:gd name="csY5" fmla="*/ 478 h 6688"/>
                <a:gd name="csX6" fmla="*/ 2389 w 3822"/>
                <a:gd name="csY6" fmla="*/ 0 h 6688"/>
                <a:gd name="csX7" fmla="*/ 2389 w 3822"/>
                <a:gd name="csY7" fmla="*/ 956 h 6688"/>
                <a:gd name="csX8" fmla="*/ 956 w 3822"/>
                <a:gd name="csY8" fmla="*/ 1911 h 6688"/>
                <a:gd name="csX9" fmla="*/ 956 w 3822"/>
                <a:gd name="csY9" fmla="*/ 3344 h 6688"/>
                <a:gd name="csX10" fmla="*/ 1911 w 3822"/>
                <a:gd name="csY10" fmla="*/ 5255 h 6688"/>
                <a:gd name="csX11" fmla="*/ 3822 w 3822"/>
                <a:gd name="csY11" fmla="*/ 5733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6688">
                  <a:moveTo>
                    <a:pt x="3822" y="5733"/>
                  </a:moveTo>
                  <a:lnTo>
                    <a:pt x="2866" y="6688"/>
                  </a:lnTo>
                  <a:lnTo>
                    <a:pt x="1911" y="6688"/>
                  </a:lnTo>
                  <a:lnTo>
                    <a:pt x="0" y="3822"/>
                  </a:lnTo>
                  <a:lnTo>
                    <a:pt x="478" y="956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2389" y="956"/>
                  </a:lnTo>
                  <a:lnTo>
                    <a:pt x="956" y="1911"/>
                  </a:lnTo>
                  <a:lnTo>
                    <a:pt x="956" y="3344"/>
                  </a:lnTo>
                  <a:lnTo>
                    <a:pt x="1911" y="5255"/>
                  </a:lnTo>
                  <a:lnTo>
                    <a:pt x="3822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9" name="Freeform 4838">
              <a:extLst>
                <a:ext uri="{FF2B5EF4-FFF2-40B4-BE49-F238E27FC236}">
                  <a16:creationId xmlns:a16="http://schemas.microsoft.com/office/drawing/2014/main" id="{955FBBD6-6EB5-6B72-BE18-2BC386324853}"/>
                </a:ext>
              </a:extLst>
            </p:cNvPr>
            <p:cNvSpPr/>
            <p:nvPr/>
          </p:nvSpPr>
          <p:spPr>
            <a:xfrm>
              <a:off x="7889395" y="4316883"/>
              <a:ext cx="19586" cy="26275"/>
            </a:xfrm>
            <a:custGeom>
              <a:avLst/>
              <a:gdLst>
                <a:gd name="csX0" fmla="*/ 0 w 19586"/>
                <a:gd name="csY0" fmla="*/ 18154 h 26275"/>
                <a:gd name="csX1" fmla="*/ 1433 w 19586"/>
                <a:gd name="csY1" fmla="*/ 19109 h 26275"/>
                <a:gd name="csX2" fmla="*/ 955 w 19586"/>
                <a:gd name="csY2" fmla="*/ 21498 h 26275"/>
                <a:gd name="csX3" fmla="*/ 1433 w 19586"/>
                <a:gd name="csY3" fmla="*/ 21975 h 26275"/>
                <a:gd name="csX4" fmla="*/ 1433 w 19586"/>
                <a:gd name="csY4" fmla="*/ 22453 h 26275"/>
                <a:gd name="csX5" fmla="*/ 1433 w 19586"/>
                <a:gd name="csY5" fmla="*/ 23886 h 26275"/>
                <a:gd name="csX6" fmla="*/ 1911 w 19586"/>
                <a:gd name="csY6" fmla="*/ 24842 h 26275"/>
                <a:gd name="csX7" fmla="*/ 2389 w 19586"/>
                <a:gd name="csY7" fmla="*/ 25320 h 26275"/>
                <a:gd name="csX8" fmla="*/ 2389 w 19586"/>
                <a:gd name="csY8" fmla="*/ 25320 h 26275"/>
                <a:gd name="csX9" fmla="*/ 2866 w 19586"/>
                <a:gd name="csY9" fmla="*/ 25798 h 26275"/>
                <a:gd name="csX10" fmla="*/ 6210 w 19586"/>
                <a:gd name="csY10" fmla="*/ 24842 h 26275"/>
                <a:gd name="csX11" fmla="*/ 8121 w 19586"/>
                <a:gd name="csY11" fmla="*/ 24842 h 26275"/>
                <a:gd name="csX12" fmla="*/ 9077 w 19586"/>
                <a:gd name="csY12" fmla="*/ 25320 h 26275"/>
                <a:gd name="csX13" fmla="*/ 9555 w 19586"/>
                <a:gd name="csY13" fmla="*/ 25798 h 26275"/>
                <a:gd name="csX14" fmla="*/ 9555 w 19586"/>
                <a:gd name="csY14" fmla="*/ 25798 h 26275"/>
                <a:gd name="csX15" fmla="*/ 10510 w 19586"/>
                <a:gd name="csY15" fmla="*/ 25798 h 26275"/>
                <a:gd name="csX16" fmla="*/ 11466 w 19586"/>
                <a:gd name="csY16" fmla="*/ 26275 h 26275"/>
                <a:gd name="csX17" fmla="*/ 11943 w 19586"/>
                <a:gd name="csY17" fmla="*/ 26275 h 26275"/>
                <a:gd name="csX18" fmla="*/ 12898 w 19586"/>
                <a:gd name="csY18" fmla="*/ 25320 h 26275"/>
                <a:gd name="csX19" fmla="*/ 13376 w 19586"/>
                <a:gd name="csY19" fmla="*/ 25320 h 26275"/>
                <a:gd name="csX20" fmla="*/ 13376 w 19586"/>
                <a:gd name="csY20" fmla="*/ 24842 h 26275"/>
                <a:gd name="csX21" fmla="*/ 12421 w 19586"/>
                <a:gd name="csY21" fmla="*/ 23886 h 26275"/>
                <a:gd name="csX22" fmla="*/ 11466 w 19586"/>
                <a:gd name="csY22" fmla="*/ 23409 h 26275"/>
                <a:gd name="csX23" fmla="*/ 11466 w 19586"/>
                <a:gd name="csY23" fmla="*/ 21498 h 26275"/>
                <a:gd name="csX24" fmla="*/ 11943 w 19586"/>
                <a:gd name="csY24" fmla="*/ 19109 h 26275"/>
                <a:gd name="csX25" fmla="*/ 11943 w 19586"/>
                <a:gd name="csY25" fmla="*/ 17676 h 26275"/>
                <a:gd name="csX26" fmla="*/ 11943 w 19586"/>
                <a:gd name="csY26" fmla="*/ 14332 h 26275"/>
                <a:gd name="csX27" fmla="*/ 11943 w 19586"/>
                <a:gd name="csY27" fmla="*/ 13376 h 26275"/>
                <a:gd name="csX28" fmla="*/ 10987 w 19586"/>
                <a:gd name="csY28" fmla="*/ 11943 h 26275"/>
                <a:gd name="csX29" fmla="*/ 9077 w 19586"/>
                <a:gd name="csY29" fmla="*/ 10032 h 26275"/>
                <a:gd name="csX30" fmla="*/ 9077 w 19586"/>
                <a:gd name="csY30" fmla="*/ 9555 h 26275"/>
                <a:gd name="csX31" fmla="*/ 8599 w 19586"/>
                <a:gd name="csY31" fmla="*/ 8599 h 26275"/>
                <a:gd name="csX32" fmla="*/ 8599 w 19586"/>
                <a:gd name="csY32" fmla="*/ 7644 h 26275"/>
                <a:gd name="csX33" fmla="*/ 8599 w 19586"/>
                <a:gd name="csY33" fmla="*/ 6688 h 26275"/>
                <a:gd name="csX34" fmla="*/ 8121 w 19586"/>
                <a:gd name="csY34" fmla="*/ 5733 h 26275"/>
                <a:gd name="csX35" fmla="*/ 7644 w 19586"/>
                <a:gd name="csY35" fmla="*/ 4777 h 26275"/>
                <a:gd name="csX36" fmla="*/ 8599 w 19586"/>
                <a:gd name="csY36" fmla="*/ 4300 h 26275"/>
                <a:gd name="csX37" fmla="*/ 9555 w 19586"/>
                <a:gd name="csY37" fmla="*/ 3344 h 26275"/>
                <a:gd name="csX38" fmla="*/ 10032 w 19586"/>
                <a:gd name="csY38" fmla="*/ 1911 h 26275"/>
                <a:gd name="csX39" fmla="*/ 10510 w 19586"/>
                <a:gd name="csY39" fmla="*/ 956 h 26275"/>
                <a:gd name="csX40" fmla="*/ 11466 w 19586"/>
                <a:gd name="csY40" fmla="*/ 478 h 26275"/>
                <a:gd name="csX41" fmla="*/ 11943 w 19586"/>
                <a:gd name="csY41" fmla="*/ 0 h 26275"/>
                <a:gd name="csX42" fmla="*/ 12421 w 19586"/>
                <a:gd name="csY42" fmla="*/ 478 h 26275"/>
                <a:gd name="csX43" fmla="*/ 13854 w 19586"/>
                <a:gd name="csY43" fmla="*/ 2389 h 26275"/>
                <a:gd name="csX44" fmla="*/ 16243 w 19586"/>
                <a:gd name="csY44" fmla="*/ 1433 h 26275"/>
                <a:gd name="csX45" fmla="*/ 17676 w 19586"/>
                <a:gd name="csY45" fmla="*/ 1433 h 26275"/>
                <a:gd name="csX46" fmla="*/ 19109 w 19586"/>
                <a:gd name="csY46" fmla="*/ 1911 h 26275"/>
                <a:gd name="csX47" fmla="*/ 19587 w 19586"/>
                <a:gd name="csY47" fmla="*/ 2389 h 26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19586" h="26275">
                  <a:moveTo>
                    <a:pt x="0" y="18154"/>
                  </a:moveTo>
                  <a:lnTo>
                    <a:pt x="1433" y="19109"/>
                  </a:lnTo>
                  <a:lnTo>
                    <a:pt x="955" y="21498"/>
                  </a:lnTo>
                  <a:lnTo>
                    <a:pt x="1433" y="21975"/>
                  </a:lnTo>
                  <a:lnTo>
                    <a:pt x="1433" y="22453"/>
                  </a:lnTo>
                  <a:lnTo>
                    <a:pt x="1433" y="23886"/>
                  </a:lnTo>
                  <a:lnTo>
                    <a:pt x="1911" y="24842"/>
                  </a:lnTo>
                  <a:lnTo>
                    <a:pt x="2389" y="25320"/>
                  </a:lnTo>
                  <a:lnTo>
                    <a:pt x="2389" y="25320"/>
                  </a:lnTo>
                  <a:lnTo>
                    <a:pt x="2866" y="25798"/>
                  </a:lnTo>
                  <a:lnTo>
                    <a:pt x="6210" y="24842"/>
                  </a:lnTo>
                  <a:lnTo>
                    <a:pt x="8121" y="24842"/>
                  </a:lnTo>
                  <a:lnTo>
                    <a:pt x="9077" y="25320"/>
                  </a:lnTo>
                  <a:lnTo>
                    <a:pt x="9555" y="25798"/>
                  </a:lnTo>
                  <a:lnTo>
                    <a:pt x="9555" y="25798"/>
                  </a:lnTo>
                  <a:lnTo>
                    <a:pt x="10510" y="25798"/>
                  </a:lnTo>
                  <a:lnTo>
                    <a:pt x="11466" y="26275"/>
                  </a:lnTo>
                  <a:lnTo>
                    <a:pt x="11943" y="26275"/>
                  </a:lnTo>
                  <a:lnTo>
                    <a:pt x="12898" y="25320"/>
                  </a:lnTo>
                  <a:lnTo>
                    <a:pt x="13376" y="25320"/>
                  </a:lnTo>
                  <a:lnTo>
                    <a:pt x="13376" y="24842"/>
                  </a:lnTo>
                  <a:lnTo>
                    <a:pt x="12421" y="23886"/>
                  </a:lnTo>
                  <a:lnTo>
                    <a:pt x="11466" y="23409"/>
                  </a:lnTo>
                  <a:lnTo>
                    <a:pt x="11466" y="21498"/>
                  </a:lnTo>
                  <a:lnTo>
                    <a:pt x="11943" y="19109"/>
                  </a:lnTo>
                  <a:lnTo>
                    <a:pt x="11943" y="17676"/>
                  </a:lnTo>
                  <a:lnTo>
                    <a:pt x="11943" y="14332"/>
                  </a:lnTo>
                  <a:lnTo>
                    <a:pt x="11943" y="13376"/>
                  </a:lnTo>
                  <a:lnTo>
                    <a:pt x="10987" y="11943"/>
                  </a:lnTo>
                  <a:lnTo>
                    <a:pt x="9077" y="10032"/>
                  </a:lnTo>
                  <a:lnTo>
                    <a:pt x="9077" y="9555"/>
                  </a:lnTo>
                  <a:lnTo>
                    <a:pt x="8599" y="8599"/>
                  </a:lnTo>
                  <a:lnTo>
                    <a:pt x="8599" y="7644"/>
                  </a:lnTo>
                  <a:lnTo>
                    <a:pt x="8599" y="6688"/>
                  </a:lnTo>
                  <a:lnTo>
                    <a:pt x="8121" y="5733"/>
                  </a:lnTo>
                  <a:lnTo>
                    <a:pt x="7644" y="4777"/>
                  </a:lnTo>
                  <a:lnTo>
                    <a:pt x="8599" y="4300"/>
                  </a:lnTo>
                  <a:lnTo>
                    <a:pt x="9555" y="3344"/>
                  </a:lnTo>
                  <a:lnTo>
                    <a:pt x="10032" y="1911"/>
                  </a:lnTo>
                  <a:lnTo>
                    <a:pt x="10510" y="956"/>
                  </a:lnTo>
                  <a:lnTo>
                    <a:pt x="11466" y="478"/>
                  </a:lnTo>
                  <a:lnTo>
                    <a:pt x="11943" y="0"/>
                  </a:lnTo>
                  <a:lnTo>
                    <a:pt x="12421" y="478"/>
                  </a:lnTo>
                  <a:lnTo>
                    <a:pt x="13854" y="2389"/>
                  </a:lnTo>
                  <a:lnTo>
                    <a:pt x="16243" y="1433"/>
                  </a:lnTo>
                  <a:lnTo>
                    <a:pt x="17676" y="1433"/>
                  </a:lnTo>
                  <a:lnTo>
                    <a:pt x="19109" y="1911"/>
                  </a:lnTo>
                  <a:lnTo>
                    <a:pt x="19587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" name="Freeform 4839">
              <a:extLst>
                <a:ext uri="{FF2B5EF4-FFF2-40B4-BE49-F238E27FC236}">
                  <a16:creationId xmlns:a16="http://schemas.microsoft.com/office/drawing/2014/main" id="{C090DE37-87A9-F2EF-8AAD-95678A43EEEC}"/>
                </a:ext>
              </a:extLst>
            </p:cNvPr>
            <p:cNvSpPr/>
            <p:nvPr/>
          </p:nvSpPr>
          <p:spPr>
            <a:xfrm>
              <a:off x="7876974" y="4347935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0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1" name="Freeform 4840">
              <a:extLst>
                <a:ext uri="{FF2B5EF4-FFF2-40B4-BE49-F238E27FC236}">
                  <a16:creationId xmlns:a16="http://schemas.microsoft.com/office/drawing/2014/main" id="{ECC17807-6121-7BDB-6A93-F3D0CA7ED2E8}"/>
                </a:ext>
              </a:extLst>
            </p:cNvPr>
            <p:cNvSpPr/>
            <p:nvPr/>
          </p:nvSpPr>
          <p:spPr>
            <a:xfrm>
              <a:off x="7873152" y="4349846"/>
              <a:ext cx="3343" cy="477"/>
            </a:xfrm>
            <a:custGeom>
              <a:avLst/>
              <a:gdLst>
                <a:gd name="csX0" fmla="*/ 0 w 3343"/>
                <a:gd name="csY0" fmla="*/ 478 h 477"/>
                <a:gd name="csX1" fmla="*/ 1911 w 3343"/>
                <a:gd name="csY1" fmla="*/ 0 h 477"/>
                <a:gd name="csX2" fmla="*/ 3344 w 3343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3" h="477">
                  <a:moveTo>
                    <a:pt x="0" y="478"/>
                  </a:moveTo>
                  <a:lnTo>
                    <a:pt x="1911" y="0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2" name="Freeform 4841">
              <a:extLst>
                <a:ext uri="{FF2B5EF4-FFF2-40B4-BE49-F238E27FC236}">
                  <a16:creationId xmlns:a16="http://schemas.microsoft.com/office/drawing/2014/main" id="{CC180E05-DF3E-244D-5719-FD476B566388}"/>
                </a:ext>
              </a:extLst>
            </p:cNvPr>
            <p:cNvSpPr/>
            <p:nvPr/>
          </p:nvSpPr>
          <p:spPr>
            <a:xfrm>
              <a:off x="7869330" y="4354146"/>
              <a:ext cx="955" cy="5255"/>
            </a:xfrm>
            <a:custGeom>
              <a:avLst/>
              <a:gdLst>
                <a:gd name="csX0" fmla="*/ 0 w 955"/>
                <a:gd name="csY0" fmla="*/ 5255 h 5255"/>
                <a:gd name="csX1" fmla="*/ 0 w 955"/>
                <a:gd name="csY1" fmla="*/ 4300 h 5255"/>
                <a:gd name="csX2" fmla="*/ 956 w 955"/>
                <a:gd name="csY2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5255">
                  <a:moveTo>
                    <a:pt x="0" y="5255"/>
                  </a:moveTo>
                  <a:lnTo>
                    <a:pt x="0" y="4300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3" name="Freeform 4842">
              <a:extLst>
                <a:ext uri="{FF2B5EF4-FFF2-40B4-BE49-F238E27FC236}">
                  <a16:creationId xmlns:a16="http://schemas.microsoft.com/office/drawing/2014/main" id="{0E8121B2-61F4-ECA1-7053-94248EA9B3F7}"/>
                </a:ext>
              </a:extLst>
            </p:cNvPr>
            <p:cNvSpPr/>
            <p:nvPr/>
          </p:nvSpPr>
          <p:spPr>
            <a:xfrm>
              <a:off x="7892739" y="4407174"/>
              <a:ext cx="4777" cy="3821"/>
            </a:xfrm>
            <a:custGeom>
              <a:avLst/>
              <a:gdLst>
                <a:gd name="csX0" fmla="*/ 4777 w 4777"/>
                <a:gd name="csY0" fmla="*/ 0 h 3821"/>
                <a:gd name="csX1" fmla="*/ 1911 w 4777"/>
                <a:gd name="csY1" fmla="*/ 1911 h 3821"/>
                <a:gd name="csX2" fmla="*/ 0 w 4777"/>
                <a:gd name="csY2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3821">
                  <a:moveTo>
                    <a:pt x="4777" y="0"/>
                  </a:moveTo>
                  <a:lnTo>
                    <a:pt x="1911" y="1911"/>
                  </a:lnTo>
                  <a:lnTo>
                    <a:pt x="0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4" name="Freeform 4843">
              <a:extLst>
                <a:ext uri="{FF2B5EF4-FFF2-40B4-BE49-F238E27FC236}">
                  <a16:creationId xmlns:a16="http://schemas.microsoft.com/office/drawing/2014/main" id="{5786C056-6DC2-24E5-93A1-0558716644A7}"/>
                </a:ext>
              </a:extLst>
            </p:cNvPr>
            <p:cNvSpPr/>
            <p:nvPr/>
          </p:nvSpPr>
          <p:spPr>
            <a:xfrm>
              <a:off x="7931435" y="4398097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5" name="Freeform 4844">
              <a:extLst>
                <a:ext uri="{FF2B5EF4-FFF2-40B4-BE49-F238E27FC236}">
                  <a16:creationId xmlns:a16="http://schemas.microsoft.com/office/drawing/2014/main" id="{38CF3D8F-43C1-A32B-0A67-299A3ADE4F2A}"/>
                </a:ext>
              </a:extLst>
            </p:cNvPr>
            <p:cNvSpPr/>
            <p:nvPr/>
          </p:nvSpPr>
          <p:spPr>
            <a:xfrm>
              <a:off x="7972998" y="4469279"/>
              <a:ext cx="2388" cy="1910"/>
            </a:xfrm>
            <a:custGeom>
              <a:avLst/>
              <a:gdLst>
                <a:gd name="csX0" fmla="*/ 0 w 2388"/>
                <a:gd name="csY0" fmla="*/ 1911 h 1910"/>
                <a:gd name="csX1" fmla="*/ 1433 w 2388"/>
                <a:gd name="csY1" fmla="*/ 955 h 1910"/>
                <a:gd name="csX2" fmla="*/ 2389 w 2388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1910">
                  <a:moveTo>
                    <a:pt x="0" y="1911"/>
                  </a:moveTo>
                  <a:lnTo>
                    <a:pt x="1433" y="955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6" name="Freeform 4845">
              <a:extLst>
                <a:ext uri="{FF2B5EF4-FFF2-40B4-BE49-F238E27FC236}">
                  <a16:creationId xmlns:a16="http://schemas.microsoft.com/office/drawing/2014/main" id="{F80E5A2B-2282-F16B-8DC7-43EDDB1B4799}"/>
                </a:ext>
              </a:extLst>
            </p:cNvPr>
            <p:cNvSpPr/>
            <p:nvPr/>
          </p:nvSpPr>
          <p:spPr>
            <a:xfrm>
              <a:off x="7969654" y="4465934"/>
              <a:ext cx="46340" cy="14331"/>
            </a:xfrm>
            <a:custGeom>
              <a:avLst/>
              <a:gdLst>
                <a:gd name="csX0" fmla="*/ 46340 w 46340"/>
                <a:gd name="csY0" fmla="*/ 0 h 14331"/>
                <a:gd name="csX1" fmla="*/ 45384 w 46340"/>
                <a:gd name="csY1" fmla="*/ 478 h 14331"/>
                <a:gd name="csX2" fmla="*/ 44429 w 46340"/>
                <a:gd name="csY2" fmla="*/ 2389 h 14331"/>
                <a:gd name="csX3" fmla="*/ 43474 w 46340"/>
                <a:gd name="csY3" fmla="*/ 2866 h 14331"/>
                <a:gd name="csX4" fmla="*/ 42040 w 46340"/>
                <a:gd name="csY4" fmla="*/ 1911 h 14331"/>
                <a:gd name="csX5" fmla="*/ 41085 w 46340"/>
                <a:gd name="csY5" fmla="*/ 2389 h 14331"/>
                <a:gd name="csX6" fmla="*/ 40129 w 46340"/>
                <a:gd name="csY6" fmla="*/ 3822 h 14331"/>
                <a:gd name="csX7" fmla="*/ 38218 w 46340"/>
                <a:gd name="csY7" fmla="*/ 5255 h 14331"/>
                <a:gd name="csX8" fmla="*/ 37263 w 46340"/>
                <a:gd name="csY8" fmla="*/ 5255 h 14331"/>
                <a:gd name="csX9" fmla="*/ 36786 w 46340"/>
                <a:gd name="csY9" fmla="*/ 5255 h 14331"/>
                <a:gd name="csX10" fmla="*/ 35830 w 46340"/>
                <a:gd name="csY10" fmla="*/ 5733 h 14331"/>
                <a:gd name="csX11" fmla="*/ 35830 w 46340"/>
                <a:gd name="csY11" fmla="*/ 5733 h 14331"/>
                <a:gd name="csX12" fmla="*/ 34874 w 46340"/>
                <a:gd name="csY12" fmla="*/ 7166 h 14331"/>
                <a:gd name="csX13" fmla="*/ 34397 w 46340"/>
                <a:gd name="csY13" fmla="*/ 6688 h 14331"/>
                <a:gd name="csX14" fmla="*/ 32486 w 46340"/>
                <a:gd name="csY14" fmla="*/ 7166 h 14331"/>
                <a:gd name="csX15" fmla="*/ 31531 w 46340"/>
                <a:gd name="csY15" fmla="*/ 6688 h 14331"/>
                <a:gd name="csX16" fmla="*/ 31052 w 46340"/>
                <a:gd name="csY16" fmla="*/ 5733 h 14331"/>
                <a:gd name="csX17" fmla="*/ 29142 w 46340"/>
                <a:gd name="csY17" fmla="*/ 4777 h 14331"/>
                <a:gd name="csX18" fmla="*/ 28186 w 46340"/>
                <a:gd name="csY18" fmla="*/ 4299 h 14331"/>
                <a:gd name="csX19" fmla="*/ 27231 w 46340"/>
                <a:gd name="csY19" fmla="*/ 3822 h 14331"/>
                <a:gd name="csX20" fmla="*/ 26753 w 46340"/>
                <a:gd name="csY20" fmla="*/ 2866 h 14331"/>
                <a:gd name="csX21" fmla="*/ 26275 w 46340"/>
                <a:gd name="csY21" fmla="*/ 2389 h 14331"/>
                <a:gd name="csX22" fmla="*/ 24842 w 46340"/>
                <a:gd name="csY22" fmla="*/ 3344 h 14331"/>
                <a:gd name="csX23" fmla="*/ 23409 w 46340"/>
                <a:gd name="csY23" fmla="*/ 4777 h 14331"/>
                <a:gd name="csX24" fmla="*/ 21498 w 46340"/>
                <a:gd name="csY24" fmla="*/ 4299 h 14331"/>
                <a:gd name="csX25" fmla="*/ 20543 w 46340"/>
                <a:gd name="csY25" fmla="*/ 4299 h 14331"/>
                <a:gd name="csX26" fmla="*/ 20543 w 46340"/>
                <a:gd name="csY26" fmla="*/ 4299 h 14331"/>
                <a:gd name="csX27" fmla="*/ 20065 w 46340"/>
                <a:gd name="csY27" fmla="*/ 5733 h 14331"/>
                <a:gd name="csX28" fmla="*/ 19587 w 46340"/>
                <a:gd name="csY28" fmla="*/ 6210 h 14331"/>
                <a:gd name="csX29" fmla="*/ 16243 w 46340"/>
                <a:gd name="csY29" fmla="*/ 6210 h 14331"/>
                <a:gd name="csX30" fmla="*/ 15765 w 46340"/>
                <a:gd name="csY30" fmla="*/ 6688 h 14331"/>
                <a:gd name="csX31" fmla="*/ 16243 w 46340"/>
                <a:gd name="csY31" fmla="*/ 8121 h 14331"/>
                <a:gd name="csX32" fmla="*/ 18154 w 46340"/>
                <a:gd name="csY32" fmla="*/ 10510 h 14331"/>
                <a:gd name="csX33" fmla="*/ 18632 w 46340"/>
                <a:gd name="csY33" fmla="*/ 11943 h 14331"/>
                <a:gd name="csX34" fmla="*/ 17676 w 46340"/>
                <a:gd name="csY34" fmla="*/ 14332 h 14331"/>
                <a:gd name="csX35" fmla="*/ 14332 w 46340"/>
                <a:gd name="csY35" fmla="*/ 14332 h 14331"/>
                <a:gd name="csX36" fmla="*/ 12899 w 46340"/>
                <a:gd name="csY36" fmla="*/ 13376 h 14331"/>
                <a:gd name="csX37" fmla="*/ 11466 w 46340"/>
                <a:gd name="csY37" fmla="*/ 11943 h 14331"/>
                <a:gd name="csX38" fmla="*/ 10988 w 46340"/>
                <a:gd name="csY38" fmla="*/ 11465 h 14331"/>
                <a:gd name="csX39" fmla="*/ 6688 w 46340"/>
                <a:gd name="csY39" fmla="*/ 10032 h 14331"/>
                <a:gd name="csX40" fmla="*/ 4300 w 46340"/>
                <a:gd name="csY40" fmla="*/ 10988 h 14331"/>
                <a:gd name="csX41" fmla="*/ 3344 w 46340"/>
                <a:gd name="csY41" fmla="*/ 10988 h 14331"/>
                <a:gd name="csX42" fmla="*/ 1911 w 46340"/>
                <a:gd name="csY42" fmla="*/ 10032 h 14331"/>
                <a:gd name="csX43" fmla="*/ 1433 w 46340"/>
                <a:gd name="csY43" fmla="*/ 9555 h 14331"/>
                <a:gd name="csX44" fmla="*/ 1433 w 46340"/>
                <a:gd name="csY44" fmla="*/ 9555 h 14331"/>
                <a:gd name="csX45" fmla="*/ 956 w 46340"/>
                <a:gd name="csY45" fmla="*/ 8599 h 14331"/>
                <a:gd name="csX46" fmla="*/ 478 w 46340"/>
                <a:gd name="csY46" fmla="*/ 8121 h 14331"/>
                <a:gd name="csX47" fmla="*/ 0 w 46340"/>
                <a:gd name="csY47" fmla="*/ 7166 h 14331"/>
                <a:gd name="csX48" fmla="*/ 0 w 46340"/>
                <a:gd name="csY48" fmla="*/ 7166 h 14331"/>
                <a:gd name="csX49" fmla="*/ 0 w 46340"/>
                <a:gd name="csY49" fmla="*/ 6688 h 14331"/>
                <a:gd name="csX50" fmla="*/ 0 w 46340"/>
                <a:gd name="csY50" fmla="*/ 6688 h 14331"/>
                <a:gd name="csX51" fmla="*/ 1433 w 46340"/>
                <a:gd name="csY51" fmla="*/ 6210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46340" h="14331">
                  <a:moveTo>
                    <a:pt x="46340" y="0"/>
                  </a:moveTo>
                  <a:lnTo>
                    <a:pt x="45384" y="478"/>
                  </a:lnTo>
                  <a:lnTo>
                    <a:pt x="44429" y="2389"/>
                  </a:lnTo>
                  <a:lnTo>
                    <a:pt x="43474" y="2866"/>
                  </a:lnTo>
                  <a:lnTo>
                    <a:pt x="42040" y="1911"/>
                  </a:lnTo>
                  <a:lnTo>
                    <a:pt x="41085" y="2389"/>
                  </a:lnTo>
                  <a:lnTo>
                    <a:pt x="40129" y="3822"/>
                  </a:lnTo>
                  <a:lnTo>
                    <a:pt x="38218" y="5255"/>
                  </a:lnTo>
                  <a:lnTo>
                    <a:pt x="37263" y="5255"/>
                  </a:lnTo>
                  <a:lnTo>
                    <a:pt x="36786" y="5255"/>
                  </a:lnTo>
                  <a:lnTo>
                    <a:pt x="35830" y="5733"/>
                  </a:lnTo>
                  <a:lnTo>
                    <a:pt x="35830" y="5733"/>
                  </a:lnTo>
                  <a:lnTo>
                    <a:pt x="34874" y="7166"/>
                  </a:lnTo>
                  <a:lnTo>
                    <a:pt x="34397" y="6688"/>
                  </a:lnTo>
                  <a:lnTo>
                    <a:pt x="32486" y="7166"/>
                  </a:lnTo>
                  <a:lnTo>
                    <a:pt x="31531" y="6688"/>
                  </a:lnTo>
                  <a:lnTo>
                    <a:pt x="31052" y="5733"/>
                  </a:lnTo>
                  <a:lnTo>
                    <a:pt x="29142" y="4777"/>
                  </a:lnTo>
                  <a:lnTo>
                    <a:pt x="28186" y="4299"/>
                  </a:lnTo>
                  <a:lnTo>
                    <a:pt x="27231" y="3822"/>
                  </a:lnTo>
                  <a:lnTo>
                    <a:pt x="26753" y="2866"/>
                  </a:lnTo>
                  <a:lnTo>
                    <a:pt x="26275" y="2389"/>
                  </a:lnTo>
                  <a:lnTo>
                    <a:pt x="24842" y="3344"/>
                  </a:lnTo>
                  <a:lnTo>
                    <a:pt x="23409" y="4777"/>
                  </a:lnTo>
                  <a:lnTo>
                    <a:pt x="21498" y="4299"/>
                  </a:lnTo>
                  <a:lnTo>
                    <a:pt x="20543" y="4299"/>
                  </a:lnTo>
                  <a:lnTo>
                    <a:pt x="20543" y="4299"/>
                  </a:lnTo>
                  <a:lnTo>
                    <a:pt x="20065" y="5733"/>
                  </a:lnTo>
                  <a:lnTo>
                    <a:pt x="19587" y="6210"/>
                  </a:lnTo>
                  <a:lnTo>
                    <a:pt x="16243" y="6210"/>
                  </a:lnTo>
                  <a:lnTo>
                    <a:pt x="15765" y="6688"/>
                  </a:lnTo>
                  <a:lnTo>
                    <a:pt x="16243" y="8121"/>
                  </a:lnTo>
                  <a:lnTo>
                    <a:pt x="18154" y="10510"/>
                  </a:lnTo>
                  <a:lnTo>
                    <a:pt x="18632" y="11943"/>
                  </a:lnTo>
                  <a:lnTo>
                    <a:pt x="17676" y="14332"/>
                  </a:lnTo>
                  <a:lnTo>
                    <a:pt x="14332" y="14332"/>
                  </a:lnTo>
                  <a:lnTo>
                    <a:pt x="12899" y="13376"/>
                  </a:lnTo>
                  <a:lnTo>
                    <a:pt x="11466" y="11943"/>
                  </a:lnTo>
                  <a:lnTo>
                    <a:pt x="10988" y="11465"/>
                  </a:lnTo>
                  <a:lnTo>
                    <a:pt x="6688" y="10032"/>
                  </a:lnTo>
                  <a:lnTo>
                    <a:pt x="4300" y="10988"/>
                  </a:lnTo>
                  <a:lnTo>
                    <a:pt x="3344" y="10988"/>
                  </a:lnTo>
                  <a:lnTo>
                    <a:pt x="1911" y="10032"/>
                  </a:lnTo>
                  <a:lnTo>
                    <a:pt x="1433" y="9555"/>
                  </a:lnTo>
                  <a:lnTo>
                    <a:pt x="1433" y="9555"/>
                  </a:lnTo>
                  <a:lnTo>
                    <a:pt x="956" y="8599"/>
                  </a:lnTo>
                  <a:lnTo>
                    <a:pt x="478" y="8121"/>
                  </a:lnTo>
                  <a:lnTo>
                    <a:pt x="0" y="7166"/>
                  </a:lnTo>
                  <a:lnTo>
                    <a:pt x="0" y="7166"/>
                  </a:lnTo>
                  <a:lnTo>
                    <a:pt x="0" y="6688"/>
                  </a:lnTo>
                  <a:lnTo>
                    <a:pt x="0" y="6688"/>
                  </a:lnTo>
                  <a:lnTo>
                    <a:pt x="1433" y="62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7" name="Freeform 4846">
              <a:extLst>
                <a:ext uri="{FF2B5EF4-FFF2-40B4-BE49-F238E27FC236}">
                  <a16:creationId xmlns:a16="http://schemas.microsoft.com/office/drawing/2014/main" id="{8DBBB22E-4DA1-D83A-1136-4253BFA37F91}"/>
                </a:ext>
              </a:extLst>
            </p:cNvPr>
            <p:cNvSpPr/>
            <p:nvPr/>
          </p:nvSpPr>
          <p:spPr>
            <a:xfrm>
              <a:off x="8015516" y="4459246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0 w 955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8" name="Freeform 4847">
              <a:extLst>
                <a:ext uri="{FF2B5EF4-FFF2-40B4-BE49-F238E27FC236}">
                  <a16:creationId xmlns:a16="http://schemas.microsoft.com/office/drawing/2014/main" id="{2E96C2B1-ED89-82D5-AE79-EA4F973A750A}"/>
                </a:ext>
              </a:extLst>
            </p:cNvPr>
            <p:cNvSpPr/>
            <p:nvPr/>
          </p:nvSpPr>
          <p:spPr>
            <a:xfrm>
              <a:off x="8017905" y="4454469"/>
              <a:ext cx="477" cy="2388"/>
            </a:xfrm>
            <a:custGeom>
              <a:avLst/>
              <a:gdLst>
                <a:gd name="csX0" fmla="*/ 0 w 477"/>
                <a:gd name="csY0" fmla="*/ 0 h 2388"/>
                <a:gd name="csX1" fmla="*/ 478 w 477"/>
                <a:gd name="csY1" fmla="*/ 956 h 2388"/>
                <a:gd name="csX2" fmla="*/ 478 w 477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2388">
                  <a:moveTo>
                    <a:pt x="0" y="0"/>
                  </a:moveTo>
                  <a:lnTo>
                    <a:pt x="478" y="956"/>
                  </a:lnTo>
                  <a:lnTo>
                    <a:pt x="478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9" name="Freeform 4848">
              <a:extLst>
                <a:ext uri="{FF2B5EF4-FFF2-40B4-BE49-F238E27FC236}">
                  <a16:creationId xmlns:a16="http://schemas.microsoft.com/office/drawing/2014/main" id="{BC5ADEBD-4F70-079E-7E4A-618E36E43AAD}"/>
                </a:ext>
              </a:extLst>
            </p:cNvPr>
            <p:cNvSpPr/>
            <p:nvPr/>
          </p:nvSpPr>
          <p:spPr>
            <a:xfrm>
              <a:off x="8002617" y="4432015"/>
              <a:ext cx="1911" cy="2866"/>
            </a:xfrm>
            <a:custGeom>
              <a:avLst/>
              <a:gdLst>
                <a:gd name="csX0" fmla="*/ 0 w 1911"/>
                <a:gd name="csY0" fmla="*/ 0 h 2866"/>
                <a:gd name="csX1" fmla="*/ 956 w 1911"/>
                <a:gd name="csY1" fmla="*/ 1911 h 2866"/>
                <a:gd name="csX2" fmla="*/ 1911 w 1911"/>
                <a:gd name="csY2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2866">
                  <a:moveTo>
                    <a:pt x="0" y="0"/>
                  </a:moveTo>
                  <a:lnTo>
                    <a:pt x="956" y="1911"/>
                  </a:lnTo>
                  <a:lnTo>
                    <a:pt x="1911" y="286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0" name="Freeform 4849">
              <a:extLst>
                <a:ext uri="{FF2B5EF4-FFF2-40B4-BE49-F238E27FC236}">
                  <a16:creationId xmlns:a16="http://schemas.microsoft.com/office/drawing/2014/main" id="{FFA06926-8771-154D-6E68-9E55B6C15F5D}"/>
                </a:ext>
              </a:extLst>
            </p:cNvPr>
            <p:cNvSpPr/>
            <p:nvPr/>
          </p:nvSpPr>
          <p:spPr>
            <a:xfrm>
              <a:off x="7997840" y="4430105"/>
              <a:ext cx="955" cy="2388"/>
            </a:xfrm>
            <a:custGeom>
              <a:avLst/>
              <a:gdLst>
                <a:gd name="csX0" fmla="*/ 0 w 955"/>
                <a:gd name="csY0" fmla="*/ 0 h 2388"/>
                <a:gd name="csX1" fmla="*/ 478 w 955"/>
                <a:gd name="csY1" fmla="*/ 1433 h 2388"/>
                <a:gd name="csX2" fmla="*/ 956 w 955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2388">
                  <a:moveTo>
                    <a:pt x="0" y="0"/>
                  </a:moveTo>
                  <a:lnTo>
                    <a:pt x="478" y="1433"/>
                  </a:lnTo>
                  <a:lnTo>
                    <a:pt x="956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1" name="Freeform 4850">
              <a:extLst>
                <a:ext uri="{FF2B5EF4-FFF2-40B4-BE49-F238E27FC236}">
                  <a16:creationId xmlns:a16="http://schemas.microsoft.com/office/drawing/2014/main" id="{FBEE442D-C459-B8B5-EB3A-C854E9864E67}"/>
                </a:ext>
              </a:extLst>
            </p:cNvPr>
            <p:cNvSpPr/>
            <p:nvPr/>
          </p:nvSpPr>
          <p:spPr>
            <a:xfrm>
              <a:off x="7991152" y="4418639"/>
              <a:ext cx="1433" cy="1433"/>
            </a:xfrm>
            <a:custGeom>
              <a:avLst/>
              <a:gdLst>
                <a:gd name="csX0" fmla="*/ 0 w 1433"/>
                <a:gd name="csY0" fmla="*/ 0 h 1433"/>
                <a:gd name="csX1" fmla="*/ 1433 w 1433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1433">
                  <a:moveTo>
                    <a:pt x="0" y="0"/>
                  </a:moveTo>
                  <a:lnTo>
                    <a:pt x="1433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2" name="Freeform 4851">
              <a:extLst>
                <a:ext uri="{FF2B5EF4-FFF2-40B4-BE49-F238E27FC236}">
                  <a16:creationId xmlns:a16="http://schemas.microsoft.com/office/drawing/2014/main" id="{0AB9FAB7-24B3-587A-ED9D-FB1480620F6F}"/>
                </a:ext>
              </a:extLst>
            </p:cNvPr>
            <p:cNvSpPr/>
            <p:nvPr/>
          </p:nvSpPr>
          <p:spPr>
            <a:xfrm>
              <a:off x="7983985" y="4412906"/>
              <a:ext cx="1433" cy="1433"/>
            </a:xfrm>
            <a:custGeom>
              <a:avLst/>
              <a:gdLst>
                <a:gd name="csX0" fmla="*/ 0 w 1433"/>
                <a:gd name="csY0" fmla="*/ 0 h 1433"/>
                <a:gd name="csX1" fmla="*/ 1433 w 1433"/>
                <a:gd name="csY1" fmla="*/ 1433 h 1433"/>
                <a:gd name="csX2" fmla="*/ 1433 w 1433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433">
                  <a:moveTo>
                    <a:pt x="0" y="0"/>
                  </a:moveTo>
                  <a:lnTo>
                    <a:pt x="1433" y="1433"/>
                  </a:lnTo>
                  <a:lnTo>
                    <a:pt x="1433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3" name="Freeform 4852">
              <a:extLst>
                <a:ext uri="{FF2B5EF4-FFF2-40B4-BE49-F238E27FC236}">
                  <a16:creationId xmlns:a16="http://schemas.microsoft.com/office/drawing/2014/main" id="{C754D651-96AB-5727-D98E-2486956F682C}"/>
                </a:ext>
              </a:extLst>
            </p:cNvPr>
            <p:cNvSpPr/>
            <p:nvPr/>
          </p:nvSpPr>
          <p:spPr>
            <a:xfrm>
              <a:off x="7976342" y="4402396"/>
              <a:ext cx="1433" cy="2866"/>
            </a:xfrm>
            <a:custGeom>
              <a:avLst/>
              <a:gdLst>
                <a:gd name="csX0" fmla="*/ 0 w 1433"/>
                <a:gd name="csY0" fmla="*/ 0 h 2866"/>
                <a:gd name="csX1" fmla="*/ 1433 w 1433"/>
                <a:gd name="csY1" fmla="*/ 1433 h 2866"/>
                <a:gd name="csX2" fmla="*/ 1433 w 1433"/>
                <a:gd name="csY2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2866">
                  <a:moveTo>
                    <a:pt x="0" y="0"/>
                  </a:moveTo>
                  <a:lnTo>
                    <a:pt x="1433" y="1433"/>
                  </a:lnTo>
                  <a:lnTo>
                    <a:pt x="1433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4" name="Freeform 4853">
              <a:extLst>
                <a:ext uri="{FF2B5EF4-FFF2-40B4-BE49-F238E27FC236}">
                  <a16:creationId xmlns:a16="http://schemas.microsoft.com/office/drawing/2014/main" id="{2F34E7CD-1021-340B-8D08-75921056548B}"/>
                </a:ext>
              </a:extLst>
            </p:cNvPr>
            <p:cNvSpPr/>
            <p:nvPr/>
          </p:nvSpPr>
          <p:spPr>
            <a:xfrm>
              <a:off x="7968221" y="4396186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5 w 955"/>
                <a:gd name="csY1" fmla="*/ 956 h 955"/>
                <a:gd name="csX2" fmla="*/ 955 w 955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5" y="956"/>
                  </a:lnTo>
                  <a:lnTo>
                    <a:pt x="955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5" name="Freeform 4854">
              <a:extLst>
                <a:ext uri="{FF2B5EF4-FFF2-40B4-BE49-F238E27FC236}">
                  <a16:creationId xmlns:a16="http://schemas.microsoft.com/office/drawing/2014/main" id="{00566D38-CD66-F851-FF7A-C62AC8935A13}"/>
                </a:ext>
              </a:extLst>
            </p:cNvPr>
            <p:cNvSpPr/>
            <p:nvPr/>
          </p:nvSpPr>
          <p:spPr>
            <a:xfrm>
              <a:off x="7960577" y="4388542"/>
              <a:ext cx="7643" cy="2388"/>
            </a:xfrm>
            <a:custGeom>
              <a:avLst/>
              <a:gdLst>
                <a:gd name="csX0" fmla="*/ 0 w 7643"/>
                <a:gd name="csY0" fmla="*/ 0 h 2388"/>
                <a:gd name="csX1" fmla="*/ 5255 w 7643"/>
                <a:gd name="csY1" fmla="*/ 1433 h 2388"/>
                <a:gd name="csX2" fmla="*/ 7644 w 7643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643" h="2388">
                  <a:moveTo>
                    <a:pt x="0" y="0"/>
                  </a:moveTo>
                  <a:lnTo>
                    <a:pt x="5255" y="1433"/>
                  </a:lnTo>
                  <a:lnTo>
                    <a:pt x="7644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6" name="Freeform 4855">
              <a:extLst>
                <a:ext uri="{FF2B5EF4-FFF2-40B4-BE49-F238E27FC236}">
                  <a16:creationId xmlns:a16="http://schemas.microsoft.com/office/drawing/2014/main" id="{23FD56CB-D476-8F5C-7865-1C73E7795506}"/>
                </a:ext>
              </a:extLst>
            </p:cNvPr>
            <p:cNvSpPr/>
            <p:nvPr/>
          </p:nvSpPr>
          <p:spPr>
            <a:xfrm>
              <a:off x="7946245" y="4371822"/>
              <a:ext cx="955" cy="4777"/>
            </a:xfrm>
            <a:custGeom>
              <a:avLst/>
              <a:gdLst>
                <a:gd name="csX0" fmla="*/ 478 w 955"/>
                <a:gd name="csY0" fmla="*/ 0 h 4777"/>
                <a:gd name="csX1" fmla="*/ 0 w 955"/>
                <a:gd name="csY1" fmla="*/ 478 h 4777"/>
                <a:gd name="csX2" fmla="*/ 955 w 955"/>
                <a:gd name="csY2" fmla="*/ 1911 h 4777"/>
                <a:gd name="csX3" fmla="*/ 955 w 955"/>
                <a:gd name="csY3" fmla="*/ 3822 h 4777"/>
                <a:gd name="csX4" fmla="*/ 478 w 955"/>
                <a:gd name="csY4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4777">
                  <a:moveTo>
                    <a:pt x="478" y="0"/>
                  </a:moveTo>
                  <a:lnTo>
                    <a:pt x="0" y="478"/>
                  </a:lnTo>
                  <a:lnTo>
                    <a:pt x="955" y="1911"/>
                  </a:lnTo>
                  <a:lnTo>
                    <a:pt x="955" y="3822"/>
                  </a:lnTo>
                  <a:lnTo>
                    <a:pt x="478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" name="Freeform 4856">
              <a:extLst>
                <a:ext uri="{FF2B5EF4-FFF2-40B4-BE49-F238E27FC236}">
                  <a16:creationId xmlns:a16="http://schemas.microsoft.com/office/drawing/2014/main" id="{A61D3560-6AD3-521A-1A04-5D8DD791105A}"/>
                </a:ext>
              </a:extLst>
            </p:cNvPr>
            <p:cNvSpPr/>
            <p:nvPr/>
          </p:nvSpPr>
          <p:spPr>
            <a:xfrm>
              <a:off x="7961055" y="4367522"/>
              <a:ext cx="1432" cy="2866"/>
            </a:xfrm>
            <a:custGeom>
              <a:avLst/>
              <a:gdLst>
                <a:gd name="csX0" fmla="*/ 1433 w 1432"/>
                <a:gd name="csY0" fmla="*/ 0 h 2866"/>
                <a:gd name="csX1" fmla="*/ 955 w 1432"/>
                <a:gd name="csY1" fmla="*/ 956 h 2866"/>
                <a:gd name="csX2" fmla="*/ 0 w 1432"/>
                <a:gd name="csY2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2866">
                  <a:moveTo>
                    <a:pt x="1433" y="0"/>
                  </a:moveTo>
                  <a:lnTo>
                    <a:pt x="955" y="956"/>
                  </a:lnTo>
                  <a:lnTo>
                    <a:pt x="0" y="286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8" name="Freeform 4857">
              <a:extLst>
                <a:ext uri="{FF2B5EF4-FFF2-40B4-BE49-F238E27FC236}">
                  <a16:creationId xmlns:a16="http://schemas.microsoft.com/office/drawing/2014/main" id="{52B70B27-0B90-BC5C-E475-CF69F3CB850A}"/>
                </a:ext>
              </a:extLst>
            </p:cNvPr>
            <p:cNvSpPr/>
            <p:nvPr/>
          </p:nvSpPr>
          <p:spPr>
            <a:xfrm>
              <a:off x="7963921" y="4362267"/>
              <a:ext cx="477" cy="2866"/>
            </a:xfrm>
            <a:custGeom>
              <a:avLst/>
              <a:gdLst>
                <a:gd name="csX0" fmla="*/ 0 w 477"/>
                <a:gd name="csY0" fmla="*/ 0 h 2866"/>
                <a:gd name="csX1" fmla="*/ 478 w 477"/>
                <a:gd name="csY1" fmla="*/ 1433 h 2866"/>
                <a:gd name="csX2" fmla="*/ 478 w 477"/>
                <a:gd name="csY2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2866">
                  <a:moveTo>
                    <a:pt x="0" y="0"/>
                  </a:moveTo>
                  <a:lnTo>
                    <a:pt x="478" y="1433"/>
                  </a:lnTo>
                  <a:lnTo>
                    <a:pt x="478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9" name="Freeform 4858">
              <a:extLst>
                <a:ext uri="{FF2B5EF4-FFF2-40B4-BE49-F238E27FC236}">
                  <a16:creationId xmlns:a16="http://schemas.microsoft.com/office/drawing/2014/main" id="{258455BB-22C6-EC15-BDF8-914C6999BF7A}"/>
                </a:ext>
              </a:extLst>
            </p:cNvPr>
            <p:cNvSpPr/>
            <p:nvPr/>
          </p:nvSpPr>
          <p:spPr>
            <a:xfrm>
              <a:off x="7959144" y="4359878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  <a:gd name="csX2" fmla="*/ 478 w 477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  <a:lnTo>
                    <a:pt x="478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0" name="Freeform 4859">
              <a:extLst>
                <a:ext uri="{FF2B5EF4-FFF2-40B4-BE49-F238E27FC236}">
                  <a16:creationId xmlns:a16="http://schemas.microsoft.com/office/drawing/2014/main" id="{0D4ECCD8-C144-AF94-6840-54F17A407043}"/>
                </a:ext>
              </a:extLst>
            </p:cNvPr>
            <p:cNvSpPr/>
            <p:nvPr/>
          </p:nvSpPr>
          <p:spPr>
            <a:xfrm>
              <a:off x="7953411" y="4356057"/>
              <a:ext cx="955" cy="955"/>
            </a:xfrm>
            <a:custGeom>
              <a:avLst/>
              <a:gdLst>
                <a:gd name="csX0" fmla="*/ 955 w 955"/>
                <a:gd name="csY0" fmla="*/ 0 h 955"/>
                <a:gd name="csX1" fmla="*/ 955 w 955"/>
                <a:gd name="csY1" fmla="*/ 0 h 955"/>
                <a:gd name="csX2" fmla="*/ 0 w 955"/>
                <a:gd name="csY2" fmla="*/ 956 h 955"/>
                <a:gd name="csX3" fmla="*/ 0 w 955"/>
                <a:gd name="csY3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955">
                  <a:moveTo>
                    <a:pt x="955" y="0"/>
                  </a:moveTo>
                  <a:lnTo>
                    <a:pt x="955" y="0"/>
                  </a:lnTo>
                  <a:lnTo>
                    <a:pt x="0" y="956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1" name="Freeform 4860">
              <a:extLst>
                <a:ext uri="{FF2B5EF4-FFF2-40B4-BE49-F238E27FC236}">
                  <a16:creationId xmlns:a16="http://schemas.microsoft.com/office/drawing/2014/main" id="{A521CEF8-08E4-0709-F653-E265E4F62AD9}"/>
                </a:ext>
              </a:extLst>
            </p:cNvPr>
            <p:cNvSpPr/>
            <p:nvPr/>
          </p:nvSpPr>
          <p:spPr>
            <a:xfrm>
              <a:off x="7956755" y="4353190"/>
              <a:ext cx="955" cy="1433"/>
            </a:xfrm>
            <a:custGeom>
              <a:avLst/>
              <a:gdLst>
                <a:gd name="csX0" fmla="*/ 955 w 955"/>
                <a:gd name="csY0" fmla="*/ 0 h 1433"/>
                <a:gd name="csX1" fmla="*/ 955 w 955"/>
                <a:gd name="csY1" fmla="*/ 478 h 1433"/>
                <a:gd name="csX2" fmla="*/ 0 w 955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955" y="0"/>
                  </a:moveTo>
                  <a:lnTo>
                    <a:pt x="955" y="478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2" name="Freeform 4861">
              <a:extLst>
                <a:ext uri="{FF2B5EF4-FFF2-40B4-BE49-F238E27FC236}">
                  <a16:creationId xmlns:a16="http://schemas.microsoft.com/office/drawing/2014/main" id="{10BDAC61-9925-2B60-ECE5-27743F456476}"/>
                </a:ext>
              </a:extLst>
            </p:cNvPr>
            <p:cNvSpPr/>
            <p:nvPr/>
          </p:nvSpPr>
          <p:spPr>
            <a:xfrm>
              <a:off x="7923314" y="4339814"/>
              <a:ext cx="955" cy="2388"/>
            </a:xfrm>
            <a:custGeom>
              <a:avLst/>
              <a:gdLst>
                <a:gd name="csX0" fmla="*/ 478 w 955"/>
                <a:gd name="csY0" fmla="*/ 0 h 2388"/>
                <a:gd name="csX1" fmla="*/ 0 w 955"/>
                <a:gd name="csY1" fmla="*/ 1433 h 2388"/>
                <a:gd name="csX2" fmla="*/ 955 w 955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2388">
                  <a:moveTo>
                    <a:pt x="478" y="0"/>
                  </a:moveTo>
                  <a:lnTo>
                    <a:pt x="0" y="1433"/>
                  </a:lnTo>
                  <a:lnTo>
                    <a:pt x="955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3" name="Freeform 4862">
              <a:extLst>
                <a:ext uri="{FF2B5EF4-FFF2-40B4-BE49-F238E27FC236}">
                  <a16:creationId xmlns:a16="http://schemas.microsoft.com/office/drawing/2014/main" id="{0B427105-35B7-B42C-54E2-7752088C5F60}"/>
                </a:ext>
              </a:extLst>
            </p:cNvPr>
            <p:cNvSpPr/>
            <p:nvPr/>
          </p:nvSpPr>
          <p:spPr>
            <a:xfrm>
              <a:off x="7924747" y="4333126"/>
              <a:ext cx="955" cy="3343"/>
            </a:xfrm>
            <a:custGeom>
              <a:avLst/>
              <a:gdLst>
                <a:gd name="csX0" fmla="*/ 478 w 955"/>
                <a:gd name="csY0" fmla="*/ 0 h 3343"/>
                <a:gd name="csX1" fmla="*/ 955 w 955"/>
                <a:gd name="csY1" fmla="*/ 955 h 3343"/>
                <a:gd name="csX2" fmla="*/ 478 w 955"/>
                <a:gd name="csY2" fmla="*/ 1911 h 3343"/>
                <a:gd name="csX3" fmla="*/ 0 w 955"/>
                <a:gd name="csY3" fmla="*/ 3344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3343">
                  <a:moveTo>
                    <a:pt x="478" y="0"/>
                  </a:moveTo>
                  <a:lnTo>
                    <a:pt x="955" y="955"/>
                  </a:lnTo>
                  <a:lnTo>
                    <a:pt x="478" y="1911"/>
                  </a:lnTo>
                  <a:lnTo>
                    <a:pt x="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4" name="Freeform 4863">
              <a:extLst>
                <a:ext uri="{FF2B5EF4-FFF2-40B4-BE49-F238E27FC236}">
                  <a16:creationId xmlns:a16="http://schemas.microsoft.com/office/drawing/2014/main" id="{0FC2CA90-B503-4B67-A0B1-8593404C8840}"/>
                </a:ext>
              </a:extLst>
            </p:cNvPr>
            <p:cNvSpPr/>
            <p:nvPr/>
          </p:nvSpPr>
          <p:spPr>
            <a:xfrm>
              <a:off x="7919014" y="4332170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956 h 955"/>
                <a:gd name="csX2" fmla="*/ 478 w 477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956"/>
                  </a:lnTo>
                  <a:lnTo>
                    <a:pt x="478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5" name="Freeform 4864">
              <a:extLst>
                <a:ext uri="{FF2B5EF4-FFF2-40B4-BE49-F238E27FC236}">
                  <a16:creationId xmlns:a16="http://schemas.microsoft.com/office/drawing/2014/main" id="{74D8A1CB-D12C-7B4F-EC35-56F779B63EF1}"/>
                </a:ext>
              </a:extLst>
            </p:cNvPr>
            <p:cNvSpPr/>
            <p:nvPr/>
          </p:nvSpPr>
          <p:spPr>
            <a:xfrm>
              <a:off x="7918059" y="4328348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478 w 477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478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6" name="Freeform 4865">
              <a:extLst>
                <a:ext uri="{FF2B5EF4-FFF2-40B4-BE49-F238E27FC236}">
                  <a16:creationId xmlns:a16="http://schemas.microsoft.com/office/drawing/2014/main" id="{64E829F5-D104-858E-DAD1-C3C193151942}"/>
                </a:ext>
              </a:extLst>
            </p:cNvPr>
            <p:cNvSpPr/>
            <p:nvPr/>
          </p:nvSpPr>
          <p:spPr>
            <a:xfrm>
              <a:off x="7909937" y="4321182"/>
              <a:ext cx="5255" cy="5254"/>
            </a:xfrm>
            <a:custGeom>
              <a:avLst/>
              <a:gdLst>
                <a:gd name="csX0" fmla="*/ 0 w 5255"/>
                <a:gd name="csY0" fmla="*/ 0 h 5254"/>
                <a:gd name="csX1" fmla="*/ 0 w 5255"/>
                <a:gd name="csY1" fmla="*/ 0 h 5254"/>
                <a:gd name="csX2" fmla="*/ 2389 w 5255"/>
                <a:gd name="csY2" fmla="*/ 1911 h 5254"/>
                <a:gd name="csX3" fmla="*/ 5255 w 5255"/>
                <a:gd name="csY3" fmla="*/ 52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255" h="5254">
                  <a:moveTo>
                    <a:pt x="0" y="0"/>
                  </a:moveTo>
                  <a:lnTo>
                    <a:pt x="0" y="0"/>
                  </a:lnTo>
                  <a:lnTo>
                    <a:pt x="2389" y="1911"/>
                  </a:lnTo>
                  <a:lnTo>
                    <a:pt x="5255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7" name="Freeform 4866">
              <a:extLst>
                <a:ext uri="{FF2B5EF4-FFF2-40B4-BE49-F238E27FC236}">
                  <a16:creationId xmlns:a16="http://schemas.microsoft.com/office/drawing/2014/main" id="{2507F1A0-0A62-97A8-707B-5B65947DBFF7}"/>
                </a:ext>
              </a:extLst>
            </p:cNvPr>
            <p:cNvSpPr/>
            <p:nvPr/>
          </p:nvSpPr>
          <p:spPr>
            <a:xfrm>
              <a:off x="6579939" y="4066075"/>
              <a:ext cx="17198" cy="33918"/>
            </a:xfrm>
            <a:custGeom>
              <a:avLst/>
              <a:gdLst>
                <a:gd name="csX0" fmla="*/ 15287 w 17198"/>
                <a:gd name="csY0" fmla="*/ 26275 h 33918"/>
                <a:gd name="csX1" fmla="*/ 14332 w 17198"/>
                <a:gd name="csY1" fmla="*/ 26753 h 33918"/>
                <a:gd name="csX2" fmla="*/ 13376 w 17198"/>
                <a:gd name="csY2" fmla="*/ 27708 h 33918"/>
                <a:gd name="csX3" fmla="*/ 12421 w 17198"/>
                <a:gd name="csY3" fmla="*/ 28664 h 33918"/>
                <a:gd name="csX4" fmla="*/ 10510 w 17198"/>
                <a:gd name="csY4" fmla="*/ 29619 h 33918"/>
                <a:gd name="csX5" fmla="*/ 10032 w 17198"/>
                <a:gd name="csY5" fmla="*/ 30575 h 33918"/>
                <a:gd name="csX6" fmla="*/ 9555 w 17198"/>
                <a:gd name="csY6" fmla="*/ 29619 h 33918"/>
                <a:gd name="csX7" fmla="*/ 8599 w 17198"/>
                <a:gd name="csY7" fmla="*/ 30097 h 33918"/>
                <a:gd name="csX8" fmla="*/ 7644 w 17198"/>
                <a:gd name="csY8" fmla="*/ 32963 h 33918"/>
                <a:gd name="csX9" fmla="*/ 7644 w 17198"/>
                <a:gd name="csY9" fmla="*/ 32963 h 33918"/>
                <a:gd name="csX10" fmla="*/ 6210 w 17198"/>
                <a:gd name="csY10" fmla="*/ 33919 h 33918"/>
                <a:gd name="csX11" fmla="*/ 3821 w 17198"/>
                <a:gd name="csY11" fmla="*/ 33919 h 33918"/>
                <a:gd name="csX12" fmla="*/ 2389 w 17198"/>
                <a:gd name="csY12" fmla="*/ 33919 h 33918"/>
                <a:gd name="csX13" fmla="*/ 0 w 17198"/>
                <a:gd name="csY13" fmla="*/ 33919 h 33918"/>
                <a:gd name="csX14" fmla="*/ 955 w 17198"/>
                <a:gd name="csY14" fmla="*/ 32486 h 33918"/>
                <a:gd name="csX15" fmla="*/ 1910 w 17198"/>
                <a:gd name="csY15" fmla="*/ 30097 h 33918"/>
                <a:gd name="csX16" fmla="*/ 2866 w 17198"/>
                <a:gd name="csY16" fmla="*/ 27231 h 33918"/>
                <a:gd name="csX17" fmla="*/ 4777 w 17198"/>
                <a:gd name="csY17" fmla="*/ 24842 h 33918"/>
                <a:gd name="csX18" fmla="*/ 8121 w 17198"/>
                <a:gd name="csY18" fmla="*/ 16721 h 33918"/>
                <a:gd name="csX19" fmla="*/ 10032 w 17198"/>
                <a:gd name="csY19" fmla="*/ 13376 h 33918"/>
                <a:gd name="csX20" fmla="*/ 10510 w 17198"/>
                <a:gd name="csY20" fmla="*/ 8599 h 33918"/>
                <a:gd name="csX21" fmla="*/ 13854 w 17198"/>
                <a:gd name="csY21" fmla="*/ 4300 h 33918"/>
                <a:gd name="csX22" fmla="*/ 16242 w 17198"/>
                <a:gd name="csY22" fmla="*/ 3344 h 33918"/>
                <a:gd name="csX23" fmla="*/ 17198 w 17198"/>
                <a:gd name="csY23" fmla="*/ 1911 h 33918"/>
                <a:gd name="csX24" fmla="*/ 17198 w 17198"/>
                <a:gd name="csY24" fmla="*/ 0 h 3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7198" h="33918">
                  <a:moveTo>
                    <a:pt x="15287" y="26275"/>
                  </a:moveTo>
                  <a:lnTo>
                    <a:pt x="14332" y="26753"/>
                  </a:lnTo>
                  <a:lnTo>
                    <a:pt x="13376" y="27708"/>
                  </a:lnTo>
                  <a:lnTo>
                    <a:pt x="12421" y="28664"/>
                  </a:lnTo>
                  <a:lnTo>
                    <a:pt x="10510" y="29619"/>
                  </a:lnTo>
                  <a:lnTo>
                    <a:pt x="10032" y="30575"/>
                  </a:lnTo>
                  <a:lnTo>
                    <a:pt x="9555" y="29619"/>
                  </a:lnTo>
                  <a:lnTo>
                    <a:pt x="8599" y="30097"/>
                  </a:lnTo>
                  <a:lnTo>
                    <a:pt x="7644" y="32963"/>
                  </a:lnTo>
                  <a:lnTo>
                    <a:pt x="7644" y="32963"/>
                  </a:lnTo>
                  <a:lnTo>
                    <a:pt x="6210" y="33919"/>
                  </a:lnTo>
                  <a:lnTo>
                    <a:pt x="3821" y="33919"/>
                  </a:lnTo>
                  <a:lnTo>
                    <a:pt x="2389" y="33919"/>
                  </a:lnTo>
                  <a:lnTo>
                    <a:pt x="0" y="33919"/>
                  </a:lnTo>
                  <a:lnTo>
                    <a:pt x="955" y="32486"/>
                  </a:lnTo>
                  <a:lnTo>
                    <a:pt x="1910" y="30097"/>
                  </a:lnTo>
                  <a:lnTo>
                    <a:pt x="2866" y="27231"/>
                  </a:lnTo>
                  <a:lnTo>
                    <a:pt x="4777" y="24842"/>
                  </a:lnTo>
                  <a:lnTo>
                    <a:pt x="8121" y="16721"/>
                  </a:lnTo>
                  <a:lnTo>
                    <a:pt x="10032" y="13376"/>
                  </a:lnTo>
                  <a:lnTo>
                    <a:pt x="10510" y="8599"/>
                  </a:lnTo>
                  <a:lnTo>
                    <a:pt x="13854" y="4300"/>
                  </a:lnTo>
                  <a:lnTo>
                    <a:pt x="16242" y="3344"/>
                  </a:lnTo>
                  <a:lnTo>
                    <a:pt x="17198" y="1911"/>
                  </a:lnTo>
                  <a:lnTo>
                    <a:pt x="1719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8" name="Freeform 4867">
              <a:extLst>
                <a:ext uri="{FF2B5EF4-FFF2-40B4-BE49-F238E27FC236}">
                  <a16:creationId xmlns:a16="http://schemas.microsoft.com/office/drawing/2014/main" id="{5B9B780F-3EF6-F62C-F2B9-B93C35AA726B}"/>
                </a:ext>
              </a:extLst>
            </p:cNvPr>
            <p:cNvSpPr/>
            <p:nvPr/>
          </p:nvSpPr>
          <p:spPr>
            <a:xfrm>
              <a:off x="4672365" y="4477400"/>
              <a:ext cx="3821" cy="6688"/>
            </a:xfrm>
            <a:custGeom>
              <a:avLst/>
              <a:gdLst>
                <a:gd name="csX0" fmla="*/ 3822 w 3821"/>
                <a:gd name="csY0" fmla="*/ 4777 h 6688"/>
                <a:gd name="csX1" fmla="*/ 2389 w 3821"/>
                <a:gd name="csY1" fmla="*/ 6688 h 6688"/>
                <a:gd name="csX2" fmla="*/ 478 w 3821"/>
                <a:gd name="csY2" fmla="*/ 5733 h 6688"/>
                <a:gd name="csX3" fmla="*/ 0 w 3821"/>
                <a:gd name="csY3" fmla="*/ 4300 h 6688"/>
                <a:gd name="csX4" fmla="*/ 478 w 3821"/>
                <a:gd name="csY4" fmla="*/ 3344 h 6688"/>
                <a:gd name="csX5" fmla="*/ 1911 w 3821"/>
                <a:gd name="csY5" fmla="*/ 1433 h 6688"/>
                <a:gd name="csX6" fmla="*/ 2866 w 3821"/>
                <a:gd name="csY6" fmla="*/ 0 h 6688"/>
                <a:gd name="csX7" fmla="*/ 3344 w 3821"/>
                <a:gd name="csY7" fmla="*/ 0 h 6688"/>
                <a:gd name="csX8" fmla="*/ 3822 w 3821"/>
                <a:gd name="csY8" fmla="*/ 1433 h 6688"/>
                <a:gd name="csX9" fmla="*/ 3822 w 3821"/>
                <a:gd name="csY9" fmla="*/ 4777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6688">
                  <a:moveTo>
                    <a:pt x="3822" y="4777"/>
                  </a:moveTo>
                  <a:lnTo>
                    <a:pt x="2389" y="6688"/>
                  </a:lnTo>
                  <a:lnTo>
                    <a:pt x="478" y="5733"/>
                  </a:lnTo>
                  <a:lnTo>
                    <a:pt x="0" y="4300"/>
                  </a:lnTo>
                  <a:lnTo>
                    <a:pt x="478" y="3344"/>
                  </a:lnTo>
                  <a:lnTo>
                    <a:pt x="1911" y="1433"/>
                  </a:lnTo>
                  <a:lnTo>
                    <a:pt x="2866" y="0"/>
                  </a:lnTo>
                  <a:lnTo>
                    <a:pt x="3344" y="0"/>
                  </a:lnTo>
                  <a:lnTo>
                    <a:pt x="3822" y="1433"/>
                  </a:lnTo>
                  <a:lnTo>
                    <a:pt x="3822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9" name="Freeform 4868">
              <a:extLst>
                <a:ext uri="{FF2B5EF4-FFF2-40B4-BE49-F238E27FC236}">
                  <a16:creationId xmlns:a16="http://schemas.microsoft.com/office/drawing/2014/main" id="{EDC69519-B9CA-D09E-4122-0786D851BF79}"/>
                </a:ext>
              </a:extLst>
            </p:cNvPr>
            <p:cNvSpPr/>
            <p:nvPr/>
          </p:nvSpPr>
          <p:spPr>
            <a:xfrm>
              <a:off x="6071635" y="3757939"/>
              <a:ext cx="2866" cy="9076"/>
            </a:xfrm>
            <a:custGeom>
              <a:avLst/>
              <a:gdLst>
                <a:gd name="csX0" fmla="*/ 2866 w 2866"/>
                <a:gd name="csY0" fmla="*/ 0 h 9076"/>
                <a:gd name="csX1" fmla="*/ 955 w 2866"/>
                <a:gd name="csY1" fmla="*/ 3344 h 9076"/>
                <a:gd name="csX2" fmla="*/ 955 w 2866"/>
                <a:gd name="csY2" fmla="*/ 3344 h 9076"/>
                <a:gd name="csX3" fmla="*/ 1433 w 2866"/>
                <a:gd name="csY3" fmla="*/ 3822 h 9076"/>
                <a:gd name="csX4" fmla="*/ 1433 w 2866"/>
                <a:gd name="csY4" fmla="*/ 4300 h 9076"/>
                <a:gd name="csX5" fmla="*/ 1433 w 2866"/>
                <a:gd name="csY5" fmla="*/ 5255 h 9076"/>
                <a:gd name="csX6" fmla="*/ 1433 w 2866"/>
                <a:gd name="csY6" fmla="*/ 5733 h 9076"/>
                <a:gd name="csX7" fmla="*/ 1911 w 2866"/>
                <a:gd name="csY7" fmla="*/ 6688 h 9076"/>
                <a:gd name="csX8" fmla="*/ 2389 w 2866"/>
                <a:gd name="csY8" fmla="*/ 7166 h 9076"/>
                <a:gd name="csX9" fmla="*/ 2866 w 2866"/>
                <a:gd name="csY9" fmla="*/ 7644 h 9076"/>
                <a:gd name="csX10" fmla="*/ 2389 w 2866"/>
                <a:gd name="csY10" fmla="*/ 8599 h 9076"/>
                <a:gd name="csX11" fmla="*/ 1911 w 2866"/>
                <a:gd name="csY11" fmla="*/ 9077 h 9076"/>
                <a:gd name="csX12" fmla="*/ 478 w 2866"/>
                <a:gd name="csY12" fmla="*/ 9077 h 9076"/>
                <a:gd name="csX13" fmla="*/ 478 w 2866"/>
                <a:gd name="csY13" fmla="*/ 9077 h 9076"/>
                <a:gd name="csX14" fmla="*/ 0 w 2866"/>
                <a:gd name="csY14" fmla="*/ 8121 h 9076"/>
                <a:gd name="csX15" fmla="*/ 0 w 2866"/>
                <a:gd name="csY15" fmla="*/ 6210 h 9076"/>
                <a:gd name="csX16" fmla="*/ 955 w 2866"/>
                <a:gd name="csY16" fmla="*/ 3344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866" h="9076">
                  <a:moveTo>
                    <a:pt x="2866" y="0"/>
                  </a:moveTo>
                  <a:lnTo>
                    <a:pt x="955" y="3344"/>
                  </a:lnTo>
                  <a:lnTo>
                    <a:pt x="955" y="3344"/>
                  </a:lnTo>
                  <a:lnTo>
                    <a:pt x="1433" y="3822"/>
                  </a:lnTo>
                  <a:lnTo>
                    <a:pt x="1433" y="4300"/>
                  </a:lnTo>
                  <a:lnTo>
                    <a:pt x="1433" y="5255"/>
                  </a:lnTo>
                  <a:lnTo>
                    <a:pt x="1433" y="5733"/>
                  </a:lnTo>
                  <a:lnTo>
                    <a:pt x="1911" y="6688"/>
                  </a:lnTo>
                  <a:lnTo>
                    <a:pt x="2389" y="7166"/>
                  </a:lnTo>
                  <a:lnTo>
                    <a:pt x="2866" y="7644"/>
                  </a:lnTo>
                  <a:lnTo>
                    <a:pt x="2389" y="8599"/>
                  </a:lnTo>
                  <a:lnTo>
                    <a:pt x="1911" y="9077"/>
                  </a:lnTo>
                  <a:lnTo>
                    <a:pt x="478" y="9077"/>
                  </a:lnTo>
                  <a:lnTo>
                    <a:pt x="478" y="9077"/>
                  </a:lnTo>
                  <a:lnTo>
                    <a:pt x="0" y="8121"/>
                  </a:lnTo>
                  <a:lnTo>
                    <a:pt x="0" y="6210"/>
                  </a:lnTo>
                  <a:lnTo>
                    <a:pt x="955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0" name="Freeform 4869">
              <a:extLst>
                <a:ext uri="{FF2B5EF4-FFF2-40B4-BE49-F238E27FC236}">
                  <a16:creationId xmlns:a16="http://schemas.microsoft.com/office/drawing/2014/main" id="{74691738-D12E-8E64-2D33-686A4155F8A7}"/>
                </a:ext>
              </a:extLst>
            </p:cNvPr>
            <p:cNvSpPr/>
            <p:nvPr/>
          </p:nvSpPr>
          <p:spPr>
            <a:xfrm>
              <a:off x="7464694" y="4556225"/>
              <a:ext cx="42995" cy="70704"/>
            </a:xfrm>
            <a:custGeom>
              <a:avLst/>
              <a:gdLst>
                <a:gd name="csX0" fmla="*/ 5255 w 42995"/>
                <a:gd name="csY0" fmla="*/ 0 h 70704"/>
                <a:gd name="csX1" fmla="*/ 7166 w 42995"/>
                <a:gd name="csY1" fmla="*/ 478 h 70704"/>
                <a:gd name="csX2" fmla="*/ 9077 w 42995"/>
                <a:gd name="csY2" fmla="*/ 0 h 70704"/>
                <a:gd name="csX3" fmla="*/ 10510 w 42995"/>
                <a:gd name="csY3" fmla="*/ 478 h 70704"/>
                <a:gd name="csX4" fmla="*/ 12898 w 42995"/>
                <a:gd name="csY4" fmla="*/ 3344 h 70704"/>
                <a:gd name="csX5" fmla="*/ 19587 w 42995"/>
                <a:gd name="csY5" fmla="*/ 8121 h 70704"/>
                <a:gd name="csX6" fmla="*/ 23409 w 42995"/>
                <a:gd name="csY6" fmla="*/ 13377 h 70704"/>
                <a:gd name="csX7" fmla="*/ 23409 w 42995"/>
                <a:gd name="csY7" fmla="*/ 14810 h 70704"/>
                <a:gd name="csX8" fmla="*/ 23886 w 42995"/>
                <a:gd name="csY8" fmla="*/ 15765 h 70704"/>
                <a:gd name="csX9" fmla="*/ 24842 w 42995"/>
                <a:gd name="csY9" fmla="*/ 15765 h 70704"/>
                <a:gd name="csX10" fmla="*/ 25798 w 42995"/>
                <a:gd name="csY10" fmla="*/ 16243 h 70704"/>
                <a:gd name="csX11" fmla="*/ 29141 w 42995"/>
                <a:gd name="csY11" fmla="*/ 21020 h 70704"/>
                <a:gd name="csX12" fmla="*/ 29619 w 42995"/>
                <a:gd name="csY12" fmla="*/ 21976 h 70704"/>
                <a:gd name="csX13" fmla="*/ 29619 w 42995"/>
                <a:gd name="csY13" fmla="*/ 23409 h 70704"/>
                <a:gd name="csX14" fmla="*/ 30097 w 42995"/>
                <a:gd name="csY14" fmla="*/ 23886 h 70704"/>
                <a:gd name="csX15" fmla="*/ 31052 w 42995"/>
                <a:gd name="csY15" fmla="*/ 24364 h 70704"/>
                <a:gd name="csX16" fmla="*/ 32008 w 42995"/>
                <a:gd name="csY16" fmla="*/ 24842 h 70704"/>
                <a:gd name="csX17" fmla="*/ 32963 w 42995"/>
                <a:gd name="csY17" fmla="*/ 25320 h 70704"/>
                <a:gd name="csX18" fmla="*/ 33919 w 42995"/>
                <a:gd name="csY18" fmla="*/ 29142 h 70704"/>
                <a:gd name="csX19" fmla="*/ 33919 w 42995"/>
                <a:gd name="csY19" fmla="*/ 30575 h 70704"/>
                <a:gd name="csX20" fmla="*/ 33919 w 42995"/>
                <a:gd name="csY20" fmla="*/ 31052 h 70704"/>
                <a:gd name="csX21" fmla="*/ 38696 w 42995"/>
                <a:gd name="csY21" fmla="*/ 37263 h 70704"/>
                <a:gd name="csX22" fmla="*/ 38696 w 42995"/>
                <a:gd name="csY22" fmla="*/ 38218 h 70704"/>
                <a:gd name="csX23" fmla="*/ 38696 w 42995"/>
                <a:gd name="csY23" fmla="*/ 38696 h 70704"/>
                <a:gd name="csX24" fmla="*/ 38696 w 42995"/>
                <a:gd name="csY24" fmla="*/ 39174 h 70704"/>
                <a:gd name="csX25" fmla="*/ 39652 w 42995"/>
                <a:gd name="csY25" fmla="*/ 40129 h 70704"/>
                <a:gd name="csX26" fmla="*/ 41085 w 42995"/>
                <a:gd name="csY26" fmla="*/ 42996 h 70704"/>
                <a:gd name="csX27" fmla="*/ 42040 w 42995"/>
                <a:gd name="csY27" fmla="*/ 43951 h 70704"/>
                <a:gd name="csX28" fmla="*/ 42518 w 42995"/>
                <a:gd name="csY28" fmla="*/ 46340 h 70704"/>
                <a:gd name="csX29" fmla="*/ 42996 w 42995"/>
                <a:gd name="csY29" fmla="*/ 51117 h 70704"/>
                <a:gd name="csX30" fmla="*/ 42518 w 42995"/>
                <a:gd name="csY30" fmla="*/ 53506 h 70704"/>
                <a:gd name="csX31" fmla="*/ 41562 w 42995"/>
                <a:gd name="csY31" fmla="*/ 55894 h 70704"/>
                <a:gd name="csX32" fmla="*/ 40607 w 42995"/>
                <a:gd name="csY32" fmla="*/ 58761 h 70704"/>
                <a:gd name="csX33" fmla="*/ 39652 w 42995"/>
                <a:gd name="csY33" fmla="*/ 60194 h 70704"/>
                <a:gd name="csX34" fmla="*/ 38218 w 42995"/>
                <a:gd name="csY34" fmla="*/ 62105 h 70704"/>
                <a:gd name="csX35" fmla="*/ 32963 w 42995"/>
                <a:gd name="csY35" fmla="*/ 65449 h 70704"/>
                <a:gd name="csX36" fmla="*/ 31530 w 42995"/>
                <a:gd name="csY36" fmla="*/ 65927 h 70704"/>
                <a:gd name="csX37" fmla="*/ 24842 w 42995"/>
                <a:gd name="csY37" fmla="*/ 68316 h 70704"/>
                <a:gd name="csX38" fmla="*/ 20064 w 42995"/>
                <a:gd name="csY38" fmla="*/ 70226 h 70704"/>
                <a:gd name="csX39" fmla="*/ 15287 w 42995"/>
                <a:gd name="csY39" fmla="*/ 70704 h 70704"/>
                <a:gd name="csX40" fmla="*/ 10988 w 42995"/>
                <a:gd name="csY40" fmla="*/ 69749 h 70704"/>
                <a:gd name="csX41" fmla="*/ 7644 w 42995"/>
                <a:gd name="csY41" fmla="*/ 66882 h 70704"/>
                <a:gd name="csX42" fmla="*/ 5733 w 42995"/>
                <a:gd name="csY42" fmla="*/ 63060 h 70704"/>
                <a:gd name="csX43" fmla="*/ 4300 w 42995"/>
                <a:gd name="csY43" fmla="*/ 59239 h 70704"/>
                <a:gd name="csX44" fmla="*/ 2866 w 42995"/>
                <a:gd name="csY44" fmla="*/ 54461 h 70704"/>
                <a:gd name="csX45" fmla="*/ 1433 w 42995"/>
                <a:gd name="csY45" fmla="*/ 41085 h 70704"/>
                <a:gd name="csX46" fmla="*/ 955 w 42995"/>
                <a:gd name="csY46" fmla="*/ 36785 h 70704"/>
                <a:gd name="csX47" fmla="*/ 0 w 42995"/>
                <a:gd name="csY47" fmla="*/ 32008 h 70704"/>
                <a:gd name="csX48" fmla="*/ 0 w 42995"/>
                <a:gd name="csY48" fmla="*/ 30097 h 70704"/>
                <a:gd name="csX49" fmla="*/ 478 w 42995"/>
                <a:gd name="csY49" fmla="*/ 27709 h 70704"/>
                <a:gd name="csX50" fmla="*/ 478 w 42995"/>
                <a:gd name="csY50" fmla="*/ 32486 h 70704"/>
                <a:gd name="csX51" fmla="*/ 1433 w 42995"/>
                <a:gd name="csY51" fmla="*/ 32963 h 70704"/>
                <a:gd name="csX52" fmla="*/ 1911 w 42995"/>
                <a:gd name="csY52" fmla="*/ 32486 h 70704"/>
                <a:gd name="csX53" fmla="*/ 2389 w 42995"/>
                <a:gd name="csY53" fmla="*/ 27709 h 70704"/>
                <a:gd name="csX54" fmla="*/ 2389 w 42995"/>
                <a:gd name="csY54" fmla="*/ 25798 h 70704"/>
                <a:gd name="csX55" fmla="*/ 4300 w 42995"/>
                <a:gd name="csY55" fmla="*/ 20543 h 70704"/>
                <a:gd name="csX56" fmla="*/ 4300 w 42995"/>
                <a:gd name="csY56" fmla="*/ 19587 h 70704"/>
                <a:gd name="csX57" fmla="*/ 4300 w 42995"/>
                <a:gd name="csY57" fmla="*/ 17676 h 70704"/>
                <a:gd name="csX58" fmla="*/ 4300 w 42995"/>
                <a:gd name="csY58" fmla="*/ 16721 h 70704"/>
                <a:gd name="csX59" fmla="*/ 6688 w 42995"/>
                <a:gd name="csY59" fmla="*/ 13377 h 70704"/>
                <a:gd name="csX60" fmla="*/ 7644 w 42995"/>
                <a:gd name="csY60" fmla="*/ 10988 h 70704"/>
                <a:gd name="csX61" fmla="*/ 8121 w 42995"/>
                <a:gd name="csY61" fmla="*/ 9077 h 70704"/>
                <a:gd name="csX62" fmla="*/ 7644 w 42995"/>
                <a:gd name="csY62" fmla="*/ 6688 h 70704"/>
                <a:gd name="csX63" fmla="*/ 7166 w 42995"/>
                <a:gd name="csY63" fmla="*/ 4300 h 70704"/>
                <a:gd name="csX64" fmla="*/ 9555 w 42995"/>
                <a:gd name="csY64" fmla="*/ 5255 h 70704"/>
                <a:gd name="csX65" fmla="*/ 10510 w 42995"/>
                <a:gd name="csY65" fmla="*/ 6211 h 70704"/>
                <a:gd name="csX66" fmla="*/ 11943 w 42995"/>
                <a:gd name="csY66" fmla="*/ 6688 h 70704"/>
                <a:gd name="csX67" fmla="*/ 12898 w 42995"/>
                <a:gd name="csY67" fmla="*/ 6211 h 70704"/>
                <a:gd name="csX68" fmla="*/ 13854 w 42995"/>
                <a:gd name="csY68" fmla="*/ 6211 h 70704"/>
                <a:gd name="csX69" fmla="*/ 13377 w 42995"/>
                <a:gd name="csY69" fmla="*/ 5255 h 70704"/>
                <a:gd name="csX70" fmla="*/ 10510 w 42995"/>
                <a:gd name="csY70" fmla="*/ 3822 h 70704"/>
                <a:gd name="csX71" fmla="*/ 6688 w 42995"/>
                <a:gd name="csY71" fmla="*/ 3344 h 70704"/>
                <a:gd name="csX72" fmla="*/ 5255 w 42995"/>
                <a:gd name="csY72" fmla="*/ 2389 h 70704"/>
                <a:gd name="csX73" fmla="*/ 4777 w 42995"/>
                <a:gd name="csY73" fmla="*/ 1433 h 70704"/>
                <a:gd name="csX74" fmla="*/ 4777 w 42995"/>
                <a:gd name="csY74" fmla="*/ 478 h 70704"/>
                <a:gd name="csX75" fmla="*/ 5255 w 42995"/>
                <a:gd name="csY75" fmla="*/ 0 h 70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2995" h="70704">
                  <a:moveTo>
                    <a:pt x="5255" y="0"/>
                  </a:moveTo>
                  <a:lnTo>
                    <a:pt x="7166" y="478"/>
                  </a:lnTo>
                  <a:lnTo>
                    <a:pt x="9077" y="0"/>
                  </a:lnTo>
                  <a:lnTo>
                    <a:pt x="10510" y="478"/>
                  </a:lnTo>
                  <a:lnTo>
                    <a:pt x="12898" y="3344"/>
                  </a:lnTo>
                  <a:lnTo>
                    <a:pt x="19587" y="8121"/>
                  </a:lnTo>
                  <a:lnTo>
                    <a:pt x="23409" y="13377"/>
                  </a:lnTo>
                  <a:lnTo>
                    <a:pt x="23409" y="14810"/>
                  </a:lnTo>
                  <a:lnTo>
                    <a:pt x="23886" y="15765"/>
                  </a:lnTo>
                  <a:lnTo>
                    <a:pt x="24842" y="15765"/>
                  </a:lnTo>
                  <a:lnTo>
                    <a:pt x="25798" y="16243"/>
                  </a:lnTo>
                  <a:lnTo>
                    <a:pt x="29141" y="21020"/>
                  </a:lnTo>
                  <a:lnTo>
                    <a:pt x="29619" y="21976"/>
                  </a:lnTo>
                  <a:lnTo>
                    <a:pt x="29619" y="23409"/>
                  </a:lnTo>
                  <a:lnTo>
                    <a:pt x="30097" y="23886"/>
                  </a:lnTo>
                  <a:lnTo>
                    <a:pt x="31052" y="24364"/>
                  </a:lnTo>
                  <a:lnTo>
                    <a:pt x="32008" y="24842"/>
                  </a:lnTo>
                  <a:lnTo>
                    <a:pt x="32963" y="25320"/>
                  </a:lnTo>
                  <a:lnTo>
                    <a:pt x="33919" y="29142"/>
                  </a:lnTo>
                  <a:lnTo>
                    <a:pt x="33919" y="30575"/>
                  </a:lnTo>
                  <a:lnTo>
                    <a:pt x="33919" y="31052"/>
                  </a:lnTo>
                  <a:lnTo>
                    <a:pt x="38696" y="37263"/>
                  </a:lnTo>
                  <a:lnTo>
                    <a:pt x="38696" y="38218"/>
                  </a:lnTo>
                  <a:lnTo>
                    <a:pt x="38696" y="38696"/>
                  </a:lnTo>
                  <a:lnTo>
                    <a:pt x="38696" y="39174"/>
                  </a:lnTo>
                  <a:lnTo>
                    <a:pt x="39652" y="40129"/>
                  </a:lnTo>
                  <a:lnTo>
                    <a:pt x="41085" y="42996"/>
                  </a:lnTo>
                  <a:lnTo>
                    <a:pt x="42040" y="43951"/>
                  </a:lnTo>
                  <a:lnTo>
                    <a:pt x="42518" y="46340"/>
                  </a:lnTo>
                  <a:lnTo>
                    <a:pt x="42996" y="51117"/>
                  </a:lnTo>
                  <a:lnTo>
                    <a:pt x="42518" y="53506"/>
                  </a:lnTo>
                  <a:lnTo>
                    <a:pt x="41562" y="55894"/>
                  </a:lnTo>
                  <a:lnTo>
                    <a:pt x="40607" y="58761"/>
                  </a:lnTo>
                  <a:lnTo>
                    <a:pt x="39652" y="60194"/>
                  </a:lnTo>
                  <a:lnTo>
                    <a:pt x="38218" y="62105"/>
                  </a:lnTo>
                  <a:lnTo>
                    <a:pt x="32963" y="65449"/>
                  </a:lnTo>
                  <a:lnTo>
                    <a:pt x="31530" y="65927"/>
                  </a:lnTo>
                  <a:lnTo>
                    <a:pt x="24842" y="68316"/>
                  </a:lnTo>
                  <a:lnTo>
                    <a:pt x="20064" y="70226"/>
                  </a:lnTo>
                  <a:lnTo>
                    <a:pt x="15287" y="70704"/>
                  </a:lnTo>
                  <a:lnTo>
                    <a:pt x="10988" y="69749"/>
                  </a:lnTo>
                  <a:lnTo>
                    <a:pt x="7644" y="66882"/>
                  </a:lnTo>
                  <a:lnTo>
                    <a:pt x="5733" y="63060"/>
                  </a:lnTo>
                  <a:lnTo>
                    <a:pt x="4300" y="59239"/>
                  </a:lnTo>
                  <a:lnTo>
                    <a:pt x="2866" y="54461"/>
                  </a:lnTo>
                  <a:lnTo>
                    <a:pt x="1433" y="41085"/>
                  </a:lnTo>
                  <a:lnTo>
                    <a:pt x="955" y="36785"/>
                  </a:lnTo>
                  <a:lnTo>
                    <a:pt x="0" y="32008"/>
                  </a:lnTo>
                  <a:lnTo>
                    <a:pt x="0" y="30097"/>
                  </a:lnTo>
                  <a:lnTo>
                    <a:pt x="478" y="27709"/>
                  </a:lnTo>
                  <a:lnTo>
                    <a:pt x="478" y="32486"/>
                  </a:lnTo>
                  <a:lnTo>
                    <a:pt x="1433" y="32963"/>
                  </a:lnTo>
                  <a:lnTo>
                    <a:pt x="1911" y="32486"/>
                  </a:lnTo>
                  <a:lnTo>
                    <a:pt x="2389" y="27709"/>
                  </a:lnTo>
                  <a:lnTo>
                    <a:pt x="2389" y="25798"/>
                  </a:lnTo>
                  <a:lnTo>
                    <a:pt x="4300" y="20543"/>
                  </a:lnTo>
                  <a:lnTo>
                    <a:pt x="4300" y="19587"/>
                  </a:lnTo>
                  <a:lnTo>
                    <a:pt x="4300" y="17676"/>
                  </a:lnTo>
                  <a:lnTo>
                    <a:pt x="4300" y="16721"/>
                  </a:lnTo>
                  <a:lnTo>
                    <a:pt x="6688" y="13377"/>
                  </a:lnTo>
                  <a:lnTo>
                    <a:pt x="7644" y="10988"/>
                  </a:lnTo>
                  <a:lnTo>
                    <a:pt x="8121" y="9077"/>
                  </a:lnTo>
                  <a:lnTo>
                    <a:pt x="7644" y="6688"/>
                  </a:lnTo>
                  <a:lnTo>
                    <a:pt x="7166" y="4300"/>
                  </a:lnTo>
                  <a:lnTo>
                    <a:pt x="9555" y="5255"/>
                  </a:lnTo>
                  <a:lnTo>
                    <a:pt x="10510" y="6211"/>
                  </a:lnTo>
                  <a:lnTo>
                    <a:pt x="11943" y="6688"/>
                  </a:lnTo>
                  <a:lnTo>
                    <a:pt x="12898" y="6211"/>
                  </a:lnTo>
                  <a:lnTo>
                    <a:pt x="13854" y="6211"/>
                  </a:lnTo>
                  <a:lnTo>
                    <a:pt x="13377" y="5255"/>
                  </a:lnTo>
                  <a:lnTo>
                    <a:pt x="10510" y="3822"/>
                  </a:lnTo>
                  <a:lnTo>
                    <a:pt x="6688" y="3344"/>
                  </a:lnTo>
                  <a:lnTo>
                    <a:pt x="5255" y="2389"/>
                  </a:lnTo>
                  <a:lnTo>
                    <a:pt x="4777" y="1433"/>
                  </a:lnTo>
                  <a:lnTo>
                    <a:pt x="4777" y="478"/>
                  </a:lnTo>
                  <a:lnTo>
                    <a:pt x="52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1" name="Freeform 4870">
              <a:extLst>
                <a:ext uri="{FF2B5EF4-FFF2-40B4-BE49-F238E27FC236}">
                  <a16:creationId xmlns:a16="http://schemas.microsoft.com/office/drawing/2014/main" id="{DCCCBF2B-0E00-4987-B4AC-58BA57C20699}"/>
                </a:ext>
              </a:extLst>
            </p:cNvPr>
            <p:cNvSpPr/>
            <p:nvPr/>
          </p:nvSpPr>
          <p:spPr>
            <a:xfrm>
              <a:off x="7467082" y="4557658"/>
              <a:ext cx="2388" cy="2388"/>
            </a:xfrm>
            <a:custGeom>
              <a:avLst/>
              <a:gdLst>
                <a:gd name="csX0" fmla="*/ 2389 w 2388"/>
                <a:gd name="csY0" fmla="*/ 1911 h 2388"/>
                <a:gd name="csX1" fmla="*/ 1433 w 2388"/>
                <a:gd name="csY1" fmla="*/ 2389 h 2388"/>
                <a:gd name="csX2" fmla="*/ 478 w 2388"/>
                <a:gd name="csY2" fmla="*/ 955 h 2388"/>
                <a:gd name="csX3" fmla="*/ 0 w 2388"/>
                <a:gd name="csY3" fmla="*/ 478 h 2388"/>
                <a:gd name="csX4" fmla="*/ 478 w 2388"/>
                <a:gd name="csY4" fmla="*/ 0 h 2388"/>
                <a:gd name="csX5" fmla="*/ 478 w 2388"/>
                <a:gd name="csY5" fmla="*/ 0 h 2388"/>
                <a:gd name="csX6" fmla="*/ 955 w 2388"/>
                <a:gd name="csY6" fmla="*/ 0 h 2388"/>
                <a:gd name="csX7" fmla="*/ 1433 w 2388"/>
                <a:gd name="csY7" fmla="*/ 955 h 2388"/>
                <a:gd name="csX8" fmla="*/ 2389 w 2388"/>
                <a:gd name="csY8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388">
                  <a:moveTo>
                    <a:pt x="2389" y="1911"/>
                  </a:moveTo>
                  <a:lnTo>
                    <a:pt x="1433" y="2389"/>
                  </a:lnTo>
                  <a:lnTo>
                    <a:pt x="478" y="955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955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2" name="Freeform 4871">
              <a:extLst>
                <a:ext uri="{FF2B5EF4-FFF2-40B4-BE49-F238E27FC236}">
                  <a16:creationId xmlns:a16="http://schemas.microsoft.com/office/drawing/2014/main" id="{DA9CF714-B86A-1332-81B3-78DC5D225450}"/>
                </a:ext>
              </a:extLst>
            </p:cNvPr>
            <p:cNvSpPr/>
            <p:nvPr/>
          </p:nvSpPr>
          <p:spPr>
            <a:xfrm>
              <a:off x="7465171" y="4569124"/>
              <a:ext cx="3344" cy="2388"/>
            </a:xfrm>
            <a:custGeom>
              <a:avLst/>
              <a:gdLst>
                <a:gd name="csX0" fmla="*/ 2389 w 3344"/>
                <a:gd name="csY0" fmla="*/ 956 h 2388"/>
                <a:gd name="csX1" fmla="*/ 3344 w 3344"/>
                <a:gd name="csY1" fmla="*/ 2389 h 2388"/>
                <a:gd name="csX2" fmla="*/ 1433 w 3344"/>
                <a:gd name="csY2" fmla="*/ 1433 h 2388"/>
                <a:gd name="csX3" fmla="*/ 478 w 3344"/>
                <a:gd name="csY3" fmla="*/ 956 h 2388"/>
                <a:gd name="csX4" fmla="*/ 0 w 3344"/>
                <a:gd name="csY4" fmla="*/ 0 h 2388"/>
                <a:gd name="csX5" fmla="*/ 2389 w 3344"/>
                <a:gd name="csY5" fmla="*/ 956 h 2388"/>
                <a:gd name="csX6" fmla="*/ 2389 w 3344"/>
                <a:gd name="csY6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2388">
                  <a:moveTo>
                    <a:pt x="2389" y="956"/>
                  </a:moveTo>
                  <a:lnTo>
                    <a:pt x="3344" y="2389"/>
                  </a:lnTo>
                  <a:lnTo>
                    <a:pt x="1433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3" name="Freeform 4872">
              <a:extLst>
                <a:ext uri="{FF2B5EF4-FFF2-40B4-BE49-F238E27FC236}">
                  <a16:creationId xmlns:a16="http://schemas.microsoft.com/office/drawing/2014/main" id="{945B80B7-C999-A71C-2C19-FC1E9CE522A9}"/>
                </a:ext>
              </a:extLst>
            </p:cNvPr>
            <p:cNvSpPr/>
            <p:nvPr/>
          </p:nvSpPr>
          <p:spPr>
            <a:xfrm>
              <a:off x="5655532" y="4579634"/>
              <a:ext cx="81691" cy="76436"/>
            </a:xfrm>
            <a:custGeom>
              <a:avLst/>
              <a:gdLst>
                <a:gd name="csX0" fmla="*/ 24364 w 81691"/>
                <a:gd name="csY0" fmla="*/ 956 h 76436"/>
                <a:gd name="csX1" fmla="*/ 25320 w 81691"/>
                <a:gd name="csY1" fmla="*/ 956 h 76436"/>
                <a:gd name="csX2" fmla="*/ 26753 w 81691"/>
                <a:gd name="csY2" fmla="*/ 478 h 76436"/>
                <a:gd name="csX3" fmla="*/ 27708 w 81691"/>
                <a:gd name="csY3" fmla="*/ 478 h 76436"/>
                <a:gd name="csX4" fmla="*/ 28186 w 81691"/>
                <a:gd name="csY4" fmla="*/ 1433 h 76436"/>
                <a:gd name="csX5" fmla="*/ 28664 w 81691"/>
                <a:gd name="csY5" fmla="*/ 1911 h 76436"/>
                <a:gd name="csX6" fmla="*/ 33919 w 81691"/>
                <a:gd name="csY6" fmla="*/ 478 h 76436"/>
                <a:gd name="csX7" fmla="*/ 34397 w 81691"/>
                <a:gd name="csY7" fmla="*/ 0 h 76436"/>
                <a:gd name="csX8" fmla="*/ 34397 w 81691"/>
                <a:gd name="csY8" fmla="*/ 0 h 76436"/>
                <a:gd name="csX9" fmla="*/ 35352 w 81691"/>
                <a:gd name="csY9" fmla="*/ 1433 h 76436"/>
                <a:gd name="csX10" fmla="*/ 35352 w 81691"/>
                <a:gd name="csY10" fmla="*/ 1433 h 76436"/>
                <a:gd name="csX11" fmla="*/ 35830 w 81691"/>
                <a:gd name="csY11" fmla="*/ 956 h 76436"/>
                <a:gd name="csX12" fmla="*/ 36308 w 81691"/>
                <a:gd name="csY12" fmla="*/ 956 h 76436"/>
                <a:gd name="csX13" fmla="*/ 36308 w 81691"/>
                <a:gd name="csY13" fmla="*/ 1433 h 76436"/>
                <a:gd name="csX14" fmla="*/ 36785 w 81691"/>
                <a:gd name="csY14" fmla="*/ 1911 h 76436"/>
                <a:gd name="csX15" fmla="*/ 37741 w 81691"/>
                <a:gd name="csY15" fmla="*/ 2389 h 76436"/>
                <a:gd name="csX16" fmla="*/ 38696 w 81691"/>
                <a:gd name="csY16" fmla="*/ 2866 h 76436"/>
                <a:gd name="csX17" fmla="*/ 39651 w 81691"/>
                <a:gd name="csY17" fmla="*/ 3344 h 76436"/>
                <a:gd name="csX18" fmla="*/ 39174 w 81691"/>
                <a:gd name="csY18" fmla="*/ 5255 h 76436"/>
                <a:gd name="csX19" fmla="*/ 39651 w 81691"/>
                <a:gd name="csY19" fmla="*/ 6688 h 76436"/>
                <a:gd name="csX20" fmla="*/ 40129 w 81691"/>
                <a:gd name="csY20" fmla="*/ 7166 h 76436"/>
                <a:gd name="csX21" fmla="*/ 40607 w 81691"/>
                <a:gd name="csY21" fmla="*/ 8121 h 76436"/>
                <a:gd name="csX22" fmla="*/ 40607 w 81691"/>
                <a:gd name="csY22" fmla="*/ 9077 h 76436"/>
                <a:gd name="csX23" fmla="*/ 40607 w 81691"/>
                <a:gd name="csY23" fmla="*/ 9555 h 76436"/>
                <a:gd name="csX24" fmla="*/ 41085 w 81691"/>
                <a:gd name="csY24" fmla="*/ 10510 h 76436"/>
                <a:gd name="csX25" fmla="*/ 41085 w 81691"/>
                <a:gd name="csY25" fmla="*/ 11466 h 76436"/>
                <a:gd name="csX26" fmla="*/ 41085 w 81691"/>
                <a:gd name="csY26" fmla="*/ 12421 h 76436"/>
                <a:gd name="csX27" fmla="*/ 42040 w 81691"/>
                <a:gd name="csY27" fmla="*/ 13376 h 76436"/>
                <a:gd name="csX28" fmla="*/ 42518 w 81691"/>
                <a:gd name="csY28" fmla="*/ 15287 h 76436"/>
                <a:gd name="csX29" fmla="*/ 42518 w 81691"/>
                <a:gd name="csY29" fmla="*/ 16721 h 76436"/>
                <a:gd name="csX30" fmla="*/ 42040 w 81691"/>
                <a:gd name="csY30" fmla="*/ 17676 h 76436"/>
                <a:gd name="csX31" fmla="*/ 41563 w 81691"/>
                <a:gd name="csY31" fmla="*/ 18632 h 76436"/>
                <a:gd name="csX32" fmla="*/ 40607 w 81691"/>
                <a:gd name="csY32" fmla="*/ 20065 h 76436"/>
                <a:gd name="csX33" fmla="*/ 40607 w 81691"/>
                <a:gd name="csY33" fmla="*/ 20542 h 76436"/>
                <a:gd name="csX34" fmla="*/ 41085 w 81691"/>
                <a:gd name="csY34" fmla="*/ 21020 h 76436"/>
                <a:gd name="csX35" fmla="*/ 42040 w 81691"/>
                <a:gd name="csY35" fmla="*/ 21020 h 76436"/>
                <a:gd name="csX36" fmla="*/ 42518 w 81691"/>
                <a:gd name="csY36" fmla="*/ 20542 h 76436"/>
                <a:gd name="csX37" fmla="*/ 44429 w 81691"/>
                <a:gd name="csY37" fmla="*/ 21498 h 76436"/>
                <a:gd name="csX38" fmla="*/ 45384 w 81691"/>
                <a:gd name="csY38" fmla="*/ 21975 h 76436"/>
                <a:gd name="csX39" fmla="*/ 46340 w 81691"/>
                <a:gd name="csY39" fmla="*/ 22931 h 76436"/>
                <a:gd name="csX40" fmla="*/ 47295 w 81691"/>
                <a:gd name="csY40" fmla="*/ 23409 h 76436"/>
                <a:gd name="csX41" fmla="*/ 47295 w 81691"/>
                <a:gd name="csY41" fmla="*/ 24364 h 76436"/>
                <a:gd name="csX42" fmla="*/ 48728 w 81691"/>
                <a:gd name="csY42" fmla="*/ 23886 h 76436"/>
                <a:gd name="csX43" fmla="*/ 50162 w 81691"/>
                <a:gd name="csY43" fmla="*/ 23409 h 76436"/>
                <a:gd name="csX44" fmla="*/ 50639 w 81691"/>
                <a:gd name="csY44" fmla="*/ 22931 h 76436"/>
                <a:gd name="csX45" fmla="*/ 51117 w 81691"/>
                <a:gd name="csY45" fmla="*/ 23409 h 76436"/>
                <a:gd name="csX46" fmla="*/ 52073 w 81691"/>
                <a:gd name="csY46" fmla="*/ 23409 h 76436"/>
                <a:gd name="csX47" fmla="*/ 52550 w 81691"/>
                <a:gd name="csY47" fmla="*/ 22453 h 76436"/>
                <a:gd name="csX48" fmla="*/ 53028 w 81691"/>
                <a:gd name="csY48" fmla="*/ 21020 h 76436"/>
                <a:gd name="csX49" fmla="*/ 54461 w 81691"/>
                <a:gd name="csY49" fmla="*/ 19587 h 76436"/>
                <a:gd name="csX50" fmla="*/ 54939 w 81691"/>
                <a:gd name="csY50" fmla="*/ 19109 h 76436"/>
                <a:gd name="csX51" fmla="*/ 54939 w 81691"/>
                <a:gd name="csY51" fmla="*/ 18154 h 76436"/>
                <a:gd name="csX52" fmla="*/ 54939 w 81691"/>
                <a:gd name="csY52" fmla="*/ 17198 h 76436"/>
                <a:gd name="csX53" fmla="*/ 55417 w 81691"/>
                <a:gd name="csY53" fmla="*/ 16243 h 76436"/>
                <a:gd name="csX54" fmla="*/ 56372 w 81691"/>
                <a:gd name="csY54" fmla="*/ 15765 h 76436"/>
                <a:gd name="csX55" fmla="*/ 57328 w 81691"/>
                <a:gd name="csY55" fmla="*/ 15765 h 76436"/>
                <a:gd name="csX56" fmla="*/ 58283 w 81691"/>
                <a:gd name="csY56" fmla="*/ 15765 h 76436"/>
                <a:gd name="csX57" fmla="*/ 58283 w 81691"/>
                <a:gd name="csY57" fmla="*/ 16721 h 76436"/>
                <a:gd name="csX58" fmla="*/ 59239 w 81691"/>
                <a:gd name="csY58" fmla="*/ 17676 h 76436"/>
                <a:gd name="csX59" fmla="*/ 59716 w 81691"/>
                <a:gd name="csY59" fmla="*/ 18154 h 76436"/>
                <a:gd name="csX60" fmla="*/ 60194 w 81691"/>
                <a:gd name="csY60" fmla="*/ 18154 h 76436"/>
                <a:gd name="csX61" fmla="*/ 60672 w 81691"/>
                <a:gd name="csY61" fmla="*/ 18632 h 76436"/>
                <a:gd name="csX62" fmla="*/ 61627 w 81691"/>
                <a:gd name="csY62" fmla="*/ 20542 h 76436"/>
                <a:gd name="csX63" fmla="*/ 63538 w 81691"/>
                <a:gd name="csY63" fmla="*/ 26753 h 76436"/>
                <a:gd name="csX64" fmla="*/ 63538 w 81691"/>
                <a:gd name="csY64" fmla="*/ 28664 h 76436"/>
                <a:gd name="csX65" fmla="*/ 63060 w 81691"/>
                <a:gd name="csY65" fmla="*/ 29619 h 76436"/>
                <a:gd name="csX66" fmla="*/ 63060 w 81691"/>
                <a:gd name="csY66" fmla="*/ 30575 h 76436"/>
                <a:gd name="csX67" fmla="*/ 63060 w 81691"/>
                <a:gd name="csY67" fmla="*/ 30575 h 76436"/>
                <a:gd name="csX68" fmla="*/ 63060 w 81691"/>
                <a:gd name="csY68" fmla="*/ 31530 h 76436"/>
                <a:gd name="csX69" fmla="*/ 61627 w 81691"/>
                <a:gd name="csY69" fmla="*/ 33441 h 76436"/>
                <a:gd name="csX70" fmla="*/ 61627 w 81691"/>
                <a:gd name="csY70" fmla="*/ 33441 h 76436"/>
                <a:gd name="csX71" fmla="*/ 57805 w 81691"/>
                <a:gd name="csY71" fmla="*/ 37263 h 76436"/>
                <a:gd name="csX72" fmla="*/ 57805 w 81691"/>
                <a:gd name="csY72" fmla="*/ 37263 h 76436"/>
                <a:gd name="csX73" fmla="*/ 58761 w 81691"/>
                <a:gd name="csY73" fmla="*/ 37741 h 76436"/>
                <a:gd name="csX74" fmla="*/ 58761 w 81691"/>
                <a:gd name="csY74" fmla="*/ 37741 h 76436"/>
                <a:gd name="csX75" fmla="*/ 59716 w 81691"/>
                <a:gd name="csY75" fmla="*/ 38218 h 76436"/>
                <a:gd name="csX76" fmla="*/ 60672 w 81691"/>
                <a:gd name="csY76" fmla="*/ 37741 h 76436"/>
                <a:gd name="csX77" fmla="*/ 61627 w 81691"/>
                <a:gd name="csY77" fmla="*/ 38696 h 76436"/>
                <a:gd name="csX78" fmla="*/ 62583 w 81691"/>
                <a:gd name="csY78" fmla="*/ 39651 h 76436"/>
                <a:gd name="csX79" fmla="*/ 62583 w 81691"/>
                <a:gd name="csY79" fmla="*/ 40129 h 76436"/>
                <a:gd name="csX80" fmla="*/ 63538 w 81691"/>
                <a:gd name="csY80" fmla="*/ 40129 h 76436"/>
                <a:gd name="csX81" fmla="*/ 64016 w 81691"/>
                <a:gd name="csY81" fmla="*/ 40607 h 76436"/>
                <a:gd name="csX82" fmla="*/ 65449 w 81691"/>
                <a:gd name="csY82" fmla="*/ 41085 h 76436"/>
                <a:gd name="csX83" fmla="*/ 66882 w 81691"/>
                <a:gd name="csY83" fmla="*/ 41085 h 76436"/>
                <a:gd name="csX84" fmla="*/ 68315 w 81691"/>
                <a:gd name="csY84" fmla="*/ 41085 h 76436"/>
                <a:gd name="csX85" fmla="*/ 69749 w 81691"/>
                <a:gd name="csY85" fmla="*/ 41085 h 76436"/>
                <a:gd name="csX86" fmla="*/ 71659 w 81691"/>
                <a:gd name="csY86" fmla="*/ 42040 h 76436"/>
                <a:gd name="csX87" fmla="*/ 72615 w 81691"/>
                <a:gd name="csY87" fmla="*/ 43473 h 76436"/>
                <a:gd name="csX88" fmla="*/ 73093 w 81691"/>
                <a:gd name="csY88" fmla="*/ 44907 h 76436"/>
                <a:gd name="csX89" fmla="*/ 73570 w 81691"/>
                <a:gd name="csY89" fmla="*/ 45384 h 76436"/>
                <a:gd name="csX90" fmla="*/ 73570 w 81691"/>
                <a:gd name="csY90" fmla="*/ 45862 h 76436"/>
                <a:gd name="csX91" fmla="*/ 73570 w 81691"/>
                <a:gd name="csY91" fmla="*/ 46817 h 76436"/>
                <a:gd name="csX92" fmla="*/ 75004 w 81691"/>
                <a:gd name="csY92" fmla="*/ 47773 h 76436"/>
                <a:gd name="csX93" fmla="*/ 76915 w 81691"/>
                <a:gd name="csY93" fmla="*/ 47773 h 76436"/>
                <a:gd name="csX94" fmla="*/ 79303 w 81691"/>
                <a:gd name="csY94" fmla="*/ 49206 h 76436"/>
                <a:gd name="csX95" fmla="*/ 79781 w 81691"/>
                <a:gd name="csY95" fmla="*/ 49206 h 76436"/>
                <a:gd name="csX96" fmla="*/ 80258 w 81691"/>
                <a:gd name="csY96" fmla="*/ 49206 h 76436"/>
                <a:gd name="csX97" fmla="*/ 80258 w 81691"/>
                <a:gd name="csY97" fmla="*/ 49206 h 76436"/>
                <a:gd name="csX98" fmla="*/ 81214 w 81691"/>
                <a:gd name="csY98" fmla="*/ 52550 h 76436"/>
                <a:gd name="csX99" fmla="*/ 81214 w 81691"/>
                <a:gd name="csY99" fmla="*/ 53028 h 76436"/>
                <a:gd name="csX100" fmla="*/ 81692 w 81691"/>
                <a:gd name="csY100" fmla="*/ 54461 h 76436"/>
                <a:gd name="csX101" fmla="*/ 81214 w 81691"/>
                <a:gd name="csY101" fmla="*/ 54939 h 76436"/>
                <a:gd name="csX102" fmla="*/ 81214 w 81691"/>
                <a:gd name="csY102" fmla="*/ 55417 h 76436"/>
                <a:gd name="csX103" fmla="*/ 80736 w 81691"/>
                <a:gd name="csY103" fmla="*/ 55894 h 76436"/>
                <a:gd name="csX104" fmla="*/ 80736 w 81691"/>
                <a:gd name="csY104" fmla="*/ 58761 h 76436"/>
                <a:gd name="csX105" fmla="*/ 79781 w 81691"/>
                <a:gd name="csY105" fmla="*/ 60194 h 76436"/>
                <a:gd name="csX106" fmla="*/ 79781 w 81691"/>
                <a:gd name="csY106" fmla="*/ 62105 h 76436"/>
                <a:gd name="csX107" fmla="*/ 79303 w 81691"/>
                <a:gd name="csY107" fmla="*/ 62582 h 76436"/>
                <a:gd name="csX108" fmla="*/ 77870 w 81691"/>
                <a:gd name="csY108" fmla="*/ 63060 h 76436"/>
                <a:gd name="csX109" fmla="*/ 77870 w 81691"/>
                <a:gd name="csY109" fmla="*/ 64493 h 76436"/>
                <a:gd name="csX110" fmla="*/ 77870 w 81691"/>
                <a:gd name="csY110" fmla="*/ 65927 h 76436"/>
                <a:gd name="csX111" fmla="*/ 77870 w 81691"/>
                <a:gd name="csY111" fmla="*/ 67838 h 76436"/>
                <a:gd name="csX112" fmla="*/ 77870 w 81691"/>
                <a:gd name="csY112" fmla="*/ 72137 h 76436"/>
                <a:gd name="csX113" fmla="*/ 77870 w 81691"/>
                <a:gd name="csY113" fmla="*/ 75481 h 76436"/>
                <a:gd name="csX114" fmla="*/ 78825 w 81691"/>
                <a:gd name="csY114" fmla="*/ 76437 h 76436"/>
                <a:gd name="csX115" fmla="*/ 78348 w 81691"/>
                <a:gd name="csY115" fmla="*/ 76437 h 76436"/>
                <a:gd name="csX116" fmla="*/ 76437 w 81691"/>
                <a:gd name="csY116" fmla="*/ 75959 h 76436"/>
                <a:gd name="csX117" fmla="*/ 69749 w 81691"/>
                <a:gd name="csY117" fmla="*/ 73570 h 76436"/>
                <a:gd name="csX118" fmla="*/ 64493 w 81691"/>
                <a:gd name="csY118" fmla="*/ 71659 h 76436"/>
                <a:gd name="csX119" fmla="*/ 47295 w 81691"/>
                <a:gd name="csY119" fmla="*/ 63538 h 76436"/>
                <a:gd name="csX120" fmla="*/ 42518 w 81691"/>
                <a:gd name="csY120" fmla="*/ 60194 h 76436"/>
                <a:gd name="csX121" fmla="*/ 36785 w 81691"/>
                <a:gd name="csY121" fmla="*/ 54939 h 76436"/>
                <a:gd name="csX122" fmla="*/ 24364 w 81691"/>
                <a:gd name="csY122" fmla="*/ 44907 h 76436"/>
                <a:gd name="csX123" fmla="*/ 21498 w 81691"/>
                <a:gd name="csY123" fmla="*/ 43473 h 76436"/>
                <a:gd name="csX124" fmla="*/ 18154 w 81691"/>
                <a:gd name="csY124" fmla="*/ 42518 h 76436"/>
                <a:gd name="csX125" fmla="*/ 15765 w 81691"/>
                <a:gd name="csY125" fmla="*/ 41563 h 76436"/>
                <a:gd name="csX126" fmla="*/ 14332 w 81691"/>
                <a:gd name="csY126" fmla="*/ 40607 h 76436"/>
                <a:gd name="csX127" fmla="*/ 12899 w 81691"/>
                <a:gd name="csY127" fmla="*/ 37741 h 76436"/>
                <a:gd name="csX128" fmla="*/ 10032 w 81691"/>
                <a:gd name="csY128" fmla="*/ 36307 h 76436"/>
                <a:gd name="csX129" fmla="*/ 4300 w 81691"/>
                <a:gd name="csY129" fmla="*/ 33919 h 76436"/>
                <a:gd name="csX130" fmla="*/ 0 w 81691"/>
                <a:gd name="csY130" fmla="*/ 29619 h 76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</a:cxnLst>
              <a:rect l="l" t="t" r="r" b="b"/>
              <a:pathLst>
                <a:path w="81691" h="76436">
                  <a:moveTo>
                    <a:pt x="24364" y="956"/>
                  </a:moveTo>
                  <a:lnTo>
                    <a:pt x="25320" y="956"/>
                  </a:lnTo>
                  <a:lnTo>
                    <a:pt x="26753" y="478"/>
                  </a:lnTo>
                  <a:lnTo>
                    <a:pt x="27708" y="478"/>
                  </a:lnTo>
                  <a:lnTo>
                    <a:pt x="28186" y="1433"/>
                  </a:lnTo>
                  <a:lnTo>
                    <a:pt x="28664" y="1911"/>
                  </a:lnTo>
                  <a:lnTo>
                    <a:pt x="33919" y="478"/>
                  </a:lnTo>
                  <a:lnTo>
                    <a:pt x="34397" y="0"/>
                  </a:lnTo>
                  <a:lnTo>
                    <a:pt x="34397" y="0"/>
                  </a:lnTo>
                  <a:lnTo>
                    <a:pt x="35352" y="1433"/>
                  </a:lnTo>
                  <a:lnTo>
                    <a:pt x="35352" y="1433"/>
                  </a:lnTo>
                  <a:lnTo>
                    <a:pt x="35830" y="956"/>
                  </a:lnTo>
                  <a:lnTo>
                    <a:pt x="36308" y="956"/>
                  </a:lnTo>
                  <a:lnTo>
                    <a:pt x="36308" y="1433"/>
                  </a:lnTo>
                  <a:lnTo>
                    <a:pt x="36785" y="1911"/>
                  </a:lnTo>
                  <a:lnTo>
                    <a:pt x="37741" y="2389"/>
                  </a:lnTo>
                  <a:lnTo>
                    <a:pt x="38696" y="2866"/>
                  </a:lnTo>
                  <a:lnTo>
                    <a:pt x="39651" y="3344"/>
                  </a:lnTo>
                  <a:lnTo>
                    <a:pt x="39174" y="5255"/>
                  </a:lnTo>
                  <a:lnTo>
                    <a:pt x="39651" y="6688"/>
                  </a:lnTo>
                  <a:lnTo>
                    <a:pt x="40129" y="7166"/>
                  </a:lnTo>
                  <a:lnTo>
                    <a:pt x="40607" y="8121"/>
                  </a:lnTo>
                  <a:lnTo>
                    <a:pt x="40607" y="9077"/>
                  </a:lnTo>
                  <a:lnTo>
                    <a:pt x="40607" y="9555"/>
                  </a:lnTo>
                  <a:lnTo>
                    <a:pt x="41085" y="10510"/>
                  </a:lnTo>
                  <a:lnTo>
                    <a:pt x="41085" y="11466"/>
                  </a:lnTo>
                  <a:lnTo>
                    <a:pt x="41085" y="12421"/>
                  </a:lnTo>
                  <a:lnTo>
                    <a:pt x="42040" y="13376"/>
                  </a:lnTo>
                  <a:lnTo>
                    <a:pt x="42518" y="15287"/>
                  </a:lnTo>
                  <a:lnTo>
                    <a:pt x="42518" y="16721"/>
                  </a:lnTo>
                  <a:lnTo>
                    <a:pt x="42040" y="17676"/>
                  </a:lnTo>
                  <a:lnTo>
                    <a:pt x="41563" y="18632"/>
                  </a:lnTo>
                  <a:lnTo>
                    <a:pt x="40607" y="20065"/>
                  </a:lnTo>
                  <a:lnTo>
                    <a:pt x="40607" y="20542"/>
                  </a:lnTo>
                  <a:lnTo>
                    <a:pt x="41085" y="21020"/>
                  </a:lnTo>
                  <a:lnTo>
                    <a:pt x="42040" y="21020"/>
                  </a:lnTo>
                  <a:lnTo>
                    <a:pt x="42518" y="20542"/>
                  </a:lnTo>
                  <a:lnTo>
                    <a:pt x="44429" y="21498"/>
                  </a:lnTo>
                  <a:lnTo>
                    <a:pt x="45384" y="21975"/>
                  </a:lnTo>
                  <a:lnTo>
                    <a:pt x="46340" y="22931"/>
                  </a:lnTo>
                  <a:lnTo>
                    <a:pt x="47295" y="23409"/>
                  </a:lnTo>
                  <a:lnTo>
                    <a:pt x="47295" y="24364"/>
                  </a:lnTo>
                  <a:lnTo>
                    <a:pt x="48728" y="23886"/>
                  </a:lnTo>
                  <a:lnTo>
                    <a:pt x="50162" y="23409"/>
                  </a:lnTo>
                  <a:lnTo>
                    <a:pt x="50639" y="22931"/>
                  </a:lnTo>
                  <a:lnTo>
                    <a:pt x="51117" y="23409"/>
                  </a:lnTo>
                  <a:lnTo>
                    <a:pt x="52073" y="23409"/>
                  </a:lnTo>
                  <a:lnTo>
                    <a:pt x="52550" y="22453"/>
                  </a:lnTo>
                  <a:lnTo>
                    <a:pt x="53028" y="21020"/>
                  </a:lnTo>
                  <a:lnTo>
                    <a:pt x="54461" y="19587"/>
                  </a:lnTo>
                  <a:lnTo>
                    <a:pt x="54939" y="19109"/>
                  </a:lnTo>
                  <a:lnTo>
                    <a:pt x="54939" y="18154"/>
                  </a:lnTo>
                  <a:lnTo>
                    <a:pt x="54939" y="17198"/>
                  </a:lnTo>
                  <a:lnTo>
                    <a:pt x="55417" y="16243"/>
                  </a:lnTo>
                  <a:lnTo>
                    <a:pt x="56372" y="15765"/>
                  </a:lnTo>
                  <a:lnTo>
                    <a:pt x="57328" y="15765"/>
                  </a:lnTo>
                  <a:lnTo>
                    <a:pt x="58283" y="15765"/>
                  </a:lnTo>
                  <a:lnTo>
                    <a:pt x="58283" y="16721"/>
                  </a:lnTo>
                  <a:lnTo>
                    <a:pt x="59239" y="17676"/>
                  </a:lnTo>
                  <a:lnTo>
                    <a:pt x="59716" y="18154"/>
                  </a:lnTo>
                  <a:lnTo>
                    <a:pt x="60194" y="18154"/>
                  </a:lnTo>
                  <a:lnTo>
                    <a:pt x="60672" y="18632"/>
                  </a:lnTo>
                  <a:lnTo>
                    <a:pt x="61627" y="20542"/>
                  </a:lnTo>
                  <a:lnTo>
                    <a:pt x="63538" y="26753"/>
                  </a:lnTo>
                  <a:lnTo>
                    <a:pt x="63538" y="28664"/>
                  </a:lnTo>
                  <a:lnTo>
                    <a:pt x="63060" y="29619"/>
                  </a:lnTo>
                  <a:lnTo>
                    <a:pt x="63060" y="30575"/>
                  </a:lnTo>
                  <a:lnTo>
                    <a:pt x="63060" y="30575"/>
                  </a:lnTo>
                  <a:lnTo>
                    <a:pt x="63060" y="31530"/>
                  </a:lnTo>
                  <a:lnTo>
                    <a:pt x="61627" y="33441"/>
                  </a:lnTo>
                  <a:lnTo>
                    <a:pt x="61627" y="33441"/>
                  </a:lnTo>
                  <a:lnTo>
                    <a:pt x="57805" y="37263"/>
                  </a:lnTo>
                  <a:lnTo>
                    <a:pt x="57805" y="37263"/>
                  </a:lnTo>
                  <a:lnTo>
                    <a:pt x="58761" y="37741"/>
                  </a:lnTo>
                  <a:lnTo>
                    <a:pt x="58761" y="37741"/>
                  </a:lnTo>
                  <a:lnTo>
                    <a:pt x="59716" y="38218"/>
                  </a:lnTo>
                  <a:lnTo>
                    <a:pt x="60672" y="37741"/>
                  </a:lnTo>
                  <a:lnTo>
                    <a:pt x="61627" y="38696"/>
                  </a:lnTo>
                  <a:lnTo>
                    <a:pt x="62583" y="39651"/>
                  </a:lnTo>
                  <a:lnTo>
                    <a:pt x="62583" y="40129"/>
                  </a:lnTo>
                  <a:lnTo>
                    <a:pt x="63538" y="40129"/>
                  </a:lnTo>
                  <a:lnTo>
                    <a:pt x="64016" y="40607"/>
                  </a:lnTo>
                  <a:lnTo>
                    <a:pt x="65449" y="41085"/>
                  </a:lnTo>
                  <a:lnTo>
                    <a:pt x="66882" y="41085"/>
                  </a:lnTo>
                  <a:lnTo>
                    <a:pt x="68315" y="41085"/>
                  </a:lnTo>
                  <a:lnTo>
                    <a:pt x="69749" y="41085"/>
                  </a:lnTo>
                  <a:lnTo>
                    <a:pt x="71659" y="42040"/>
                  </a:lnTo>
                  <a:lnTo>
                    <a:pt x="72615" y="43473"/>
                  </a:lnTo>
                  <a:lnTo>
                    <a:pt x="73093" y="44907"/>
                  </a:lnTo>
                  <a:lnTo>
                    <a:pt x="73570" y="45384"/>
                  </a:lnTo>
                  <a:lnTo>
                    <a:pt x="73570" y="45862"/>
                  </a:lnTo>
                  <a:lnTo>
                    <a:pt x="73570" y="46817"/>
                  </a:lnTo>
                  <a:lnTo>
                    <a:pt x="75004" y="47773"/>
                  </a:lnTo>
                  <a:lnTo>
                    <a:pt x="76915" y="47773"/>
                  </a:lnTo>
                  <a:lnTo>
                    <a:pt x="79303" y="49206"/>
                  </a:lnTo>
                  <a:lnTo>
                    <a:pt x="79781" y="49206"/>
                  </a:lnTo>
                  <a:lnTo>
                    <a:pt x="80258" y="49206"/>
                  </a:lnTo>
                  <a:lnTo>
                    <a:pt x="80258" y="49206"/>
                  </a:lnTo>
                  <a:lnTo>
                    <a:pt x="81214" y="52550"/>
                  </a:lnTo>
                  <a:lnTo>
                    <a:pt x="81214" y="53028"/>
                  </a:lnTo>
                  <a:lnTo>
                    <a:pt x="81692" y="54461"/>
                  </a:lnTo>
                  <a:lnTo>
                    <a:pt x="81214" y="54939"/>
                  </a:lnTo>
                  <a:lnTo>
                    <a:pt x="81214" y="55417"/>
                  </a:lnTo>
                  <a:lnTo>
                    <a:pt x="80736" y="55894"/>
                  </a:lnTo>
                  <a:lnTo>
                    <a:pt x="80736" y="58761"/>
                  </a:lnTo>
                  <a:lnTo>
                    <a:pt x="79781" y="60194"/>
                  </a:lnTo>
                  <a:lnTo>
                    <a:pt x="79781" y="62105"/>
                  </a:lnTo>
                  <a:lnTo>
                    <a:pt x="79303" y="62582"/>
                  </a:lnTo>
                  <a:lnTo>
                    <a:pt x="77870" y="63060"/>
                  </a:lnTo>
                  <a:lnTo>
                    <a:pt x="77870" y="64493"/>
                  </a:lnTo>
                  <a:lnTo>
                    <a:pt x="77870" y="65927"/>
                  </a:lnTo>
                  <a:lnTo>
                    <a:pt x="77870" y="67838"/>
                  </a:lnTo>
                  <a:lnTo>
                    <a:pt x="77870" y="72137"/>
                  </a:lnTo>
                  <a:lnTo>
                    <a:pt x="77870" y="75481"/>
                  </a:lnTo>
                  <a:lnTo>
                    <a:pt x="78825" y="76437"/>
                  </a:lnTo>
                  <a:lnTo>
                    <a:pt x="78348" y="76437"/>
                  </a:lnTo>
                  <a:lnTo>
                    <a:pt x="76437" y="75959"/>
                  </a:lnTo>
                  <a:lnTo>
                    <a:pt x="69749" y="73570"/>
                  </a:lnTo>
                  <a:lnTo>
                    <a:pt x="64493" y="71659"/>
                  </a:lnTo>
                  <a:lnTo>
                    <a:pt x="47295" y="63538"/>
                  </a:lnTo>
                  <a:lnTo>
                    <a:pt x="42518" y="60194"/>
                  </a:lnTo>
                  <a:lnTo>
                    <a:pt x="36785" y="54939"/>
                  </a:lnTo>
                  <a:lnTo>
                    <a:pt x="24364" y="44907"/>
                  </a:lnTo>
                  <a:lnTo>
                    <a:pt x="21498" y="43473"/>
                  </a:lnTo>
                  <a:lnTo>
                    <a:pt x="18154" y="42518"/>
                  </a:lnTo>
                  <a:lnTo>
                    <a:pt x="15765" y="41563"/>
                  </a:lnTo>
                  <a:lnTo>
                    <a:pt x="14332" y="40607"/>
                  </a:lnTo>
                  <a:lnTo>
                    <a:pt x="12899" y="37741"/>
                  </a:lnTo>
                  <a:lnTo>
                    <a:pt x="10032" y="36307"/>
                  </a:lnTo>
                  <a:lnTo>
                    <a:pt x="4300" y="33919"/>
                  </a:lnTo>
                  <a:lnTo>
                    <a:pt x="0" y="2961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4" name="Freeform 4873">
              <a:extLst>
                <a:ext uri="{FF2B5EF4-FFF2-40B4-BE49-F238E27FC236}">
                  <a16:creationId xmlns:a16="http://schemas.microsoft.com/office/drawing/2014/main" id="{9E8C2360-F052-2844-77B7-C18528F0BEAF}"/>
                </a:ext>
              </a:extLst>
            </p:cNvPr>
            <p:cNvSpPr/>
            <p:nvPr/>
          </p:nvSpPr>
          <p:spPr>
            <a:xfrm>
              <a:off x="5675119" y="4586800"/>
              <a:ext cx="2388" cy="477"/>
            </a:xfrm>
            <a:custGeom>
              <a:avLst/>
              <a:gdLst>
                <a:gd name="csX0" fmla="*/ 0 w 2388"/>
                <a:gd name="csY0" fmla="*/ 478 h 477"/>
                <a:gd name="csX1" fmla="*/ 2389 w 2388"/>
                <a:gd name="csY1" fmla="*/ 0 h 477"/>
                <a:gd name="csX2" fmla="*/ 2389 w 2388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0" y="478"/>
                  </a:moveTo>
                  <a:lnTo>
                    <a:pt x="2389" y="0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5" name="Freeform 4874">
              <a:extLst>
                <a:ext uri="{FF2B5EF4-FFF2-40B4-BE49-F238E27FC236}">
                  <a16:creationId xmlns:a16="http://schemas.microsoft.com/office/drawing/2014/main" id="{8493369D-E09F-B0A3-6FB9-E66E3695489B}"/>
                </a:ext>
              </a:extLst>
            </p:cNvPr>
            <p:cNvSpPr/>
            <p:nvPr/>
          </p:nvSpPr>
          <p:spPr>
            <a:xfrm>
              <a:off x="5665565" y="4594443"/>
              <a:ext cx="6210" cy="4777"/>
            </a:xfrm>
            <a:custGeom>
              <a:avLst/>
              <a:gdLst>
                <a:gd name="csX0" fmla="*/ 0 w 6210"/>
                <a:gd name="csY0" fmla="*/ 4777 h 4777"/>
                <a:gd name="csX1" fmla="*/ 2389 w 6210"/>
                <a:gd name="csY1" fmla="*/ 3344 h 4777"/>
                <a:gd name="csX2" fmla="*/ 6210 w 6210"/>
                <a:gd name="csY2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10" h="4777">
                  <a:moveTo>
                    <a:pt x="0" y="4777"/>
                  </a:moveTo>
                  <a:lnTo>
                    <a:pt x="2389" y="3344"/>
                  </a:lnTo>
                  <a:lnTo>
                    <a:pt x="621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6" name="Freeform 4875">
              <a:extLst>
                <a:ext uri="{FF2B5EF4-FFF2-40B4-BE49-F238E27FC236}">
                  <a16:creationId xmlns:a16="http://schemas.microsoft.com/office/drawing/2014/main" id="{C6BC78EB-9B96-C921-6667-D171AE8F87AD}"/>
                </a:ext>
              </a:extLst>
            </p:cNvPr>
            <p:cNvSpPr/>
            <p:nvPr/>
          </p:nvSpPr>
          <p:spPr>
            <a:xfrm>
              <a:off x="5660310" y="4602087"/>
              <a:ext cx="1910" cy="1433"/>
            </a:xfrm>
            <a:custGeom>
              <a:avLst/>
              <a:gdLst>
                <a:gd name="csX0" fmla="*/ 0 w 1910"/>
                <a:gd name="csY0" fmla="*/ 1433 h 1433"/>
                <a:gd name="csX1" fmla="*/ 1911 w 1910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1433">
                  <a:moveTo>
                    <a:pt x="0" y="1433"/>
                  </a:move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7" name="Freeform 4876">
              <a:extLst>
                <a:ext uri="{FF2B5EF4-FFF2-40B4-BE49-F238E27FC236}">
                  <a16:creationId xmlns:a16="http://schemas.microsoft.com/office/drawing/2014/main" id="{D64D7305-8B19-B576-9062-30B26B924E71}"/>
                </a:ext>
              </a:extLst>
            </p:cNvPr>
            <p:cNvSpPr/>
            <p:nvPr/>
          </p:nvSpPr>
          <p:spPr>
            <a:xfrm>
              <a:off x="6427066" y="5310082"/>
              <a:ext cx="1910" cy="955"/>
            </a:xfrm>
            <a:custGeom>
              <a:avLst/>
              <a:gdLst>
                <a:gd name="csX0" fmla="*/ 1910 w 1910"/>
                <a:gd name="csY0" fmla="*/ 955 h 955"/>
                <a:gd name="csX1" fmla="*/ 478 w 1910"/>
                <a:gd name="csY1" fmla="*/ 478 h 955"/>
                <a:gd name="csX2" fmla="*/ 0 w 1910"/>
                <a:gd name="csY2" fmla="*/ 478 h 955"/>
                <a:gd name="csX3" fmla="*/ 0 w 1910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955">
                  <a:moveTo>
                    <a:pt x="1910" y="955"/>
                  </a:moveTo>
                  <a:lnTo>
                    <a:pt x="478" y="478"/>
                  </a:lnTo>
                  <a:lnTo>
                    <a:pt x="0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8" name="Freeform 4877">
              <a:extLst>
                <a:ext uri="{FF2B5EF4-FFF2-40B4-BE49-F238E27FC236}">
                  <a16:creationId xmlns:a16="http://schemas.microsoft.com/office/drawing/2014/main" id="{81B36213-E9EE-F9CB-005C-D6BF83B14BD4}"/>
                </a:ext>
              </a:extLst>
            </p:cNvPr>
            <p:cNvSpPr/>
            <p:nvPr/>
          </p:nvSpPr>
          <p:spPr>
            <a:xfrm>
              <a:off x="6428976" y="5311515"/>
              <a:ext cx="955" cy="955"/>
            </a:xfrm>
            <a:custGeom>
              <a:avLst/>
              <a:gdLst>
                <a:gd name="csX0" fmla="*/ 956 w 955"/>
                <a:gd name="csY0" fmla="*/ 956 h 955"/>
                <a:gd name="csX1" fmla="*/ 956 w 955"/>
                <a:gd name="csY1" fmla="*/ 478 h 955"/>
                <a:gd name="csX2" fmla="*/ 0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956" y="956"/>
                  </a:moveTo>
                  <a:lnTo>
                    <a:pt x="956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9" name="Freeform 4878">
              <a:extLst>
                <a:ext uri="{FF2B5EF4-FFF2-40B4-BE49-F238E27FC236}">
                  <a16:creationId xmlns:a16="http://schemas.microsoft.com/office/drawing/2014/main" id="{F995DB9B-4A4D-0413-B323-30FE5848159C}"/>
                </a:ext>
              </a:extLst>
            </p:cNvPr>
            <p:cNvSpPr/>
            <p:nvPr/>
          </p:nvSpPr>
          <p:spPr>
            <a:xfrm>
              <a:off x="6432321" y="5314860"/>
              <a:ext cx="1910" cy="1433"/>
            </a:xfrm>
            <a:custGeom>
              <a:avLst/>
              <a:gdLst>
                <a:gd name="csX0" fmla="*/ 1911 w 1910"/>
                <a:gd name="csY0" fmla="*/ 1433 h 1433"/>
                <a:gd name="csX1" fmla="*/ 0 w 1910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1433">
                  <a:moveTo>
                    <a:pt x="1911" y="1433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0" name="Freeform 4879">
              <a:extLst>
                <a:ext uri="{FF2B5EF4-FFF2-40B4-BE49-F238E27FC236}">
                  <a16:creationId xmlns:a16="http://schemas.microsoft.com/office/drawing/2014/main" id="{C7ECE636-B9BC-5064-46A8-3A4B54C73D9E}"/>
                </a:ext>
              </a:extLst>
            </p:cNvPr>
            <p:cNvSpPr/>
            <p:nvPr/>
          </p:nvSpPr>
          <p:spPr>
            <a:xfrm>
              <a:off x="6446653" y="5306260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955 w 2388"/>
                <a:gd name="csY1" fmla="*/ 478 h 477"/>
                <a:gd name="csX2" fmla="*/ 0 w 2388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955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1" name="Freeform 4880">
              <a:extLst>
                <a:ext uri="{FF2B5EF4-FFF2-40B4-BE49-F238E27FC236}">
                  <a16:creationId xmlns:a16="http://schemas.microsoft.com/office/drawing/2014/main" id="{F23D6394-7E89-1A55-919C-7251EC170244}"/>
                </a:ext>
              </a:extLst>
            </p:cNvPr>
            <p:cNvSpPr/>
            <p:nvPr/>
          </p:nvSpPr>
          <p:spPr>
            <a:xfrm>
              <a:off x="6451430" y="5305783"/>
              <a:ext cx="2388" cy="477"/>
            </a:xfrm>
            <a:custGeom>
              <a:avLst/>
              <a:gdLst>
                <a:gd name="csX0" fmla="*/ 2389 w 2388"/>
                <a:gd name="csY0" fmla="*/ 0 h 477"/>
                <a:gd name="csX1" fmla="*/ 478 w 2388"/>
                <a:gd name="csY1" fmla="*/ 478 h 477"/>
                <a:gd name="csX2" fmla="*/ 0 w 2388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2389" y="0"/>
                  </a:moveTo>
                  <a:lnTo>
                    <a:pt x="478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2" name="Freeform 4881">
              <a:extLst>
                <a:ext uri="{FF2B5EF4-FFF2-40B4-BE49-F238E27FC236}">
                  <a16:creationId xmlns:a16="http://schemas.microsoft.com/office/drawing/2014/main" id="{5A9CA422-3457-C5CA-FCDD-3268B3F330BB}"/>
                </a:ext>
              </a:extLst>
            </p:cNvPr>
            <p:cNvSpPr/>
            <p:nvPr/>
          </p:nvSpPr>
          <p:spPr>
            <a:xfrm>
              <a:off x="6400790" y="3508564"/>
              <a:ext cx="4299" cy="4777"/>
            </a:xfrm>
            <a:custGeom>
              <a:avLst/>
              <a:gdLst>
                <a:gd name="csX0" fmla="*/ 0 w 4299"/>
                <a:gd name="csY0" fmla="*/ 0 h 4777"/>
                <a:gd name="csX1" fmla="*/ 2867 w 4299"/>
                <a:gd name="csY1" fmla="*/ 2866 h 4777"/>
                <a:gd name="csX2" fmla="*/ 4299 w 4299"/>
                <a:gd name="csY2" fmla="*/ 4777 h 4777"/>
                <a:gd name="csX3" fmla="*/ 4299 w 4299"/>
                <a:gd name="csY3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4777">
                  <a:moveTo>
                    <a:pt x="0" y="0"/>
                  </a:moveTo>
                  <a:lnTo>
                    <a:pt x="2867" y="2866"/>
                  </a:lnTo>
                  <a:lnTo>
                    <a:pt x="4299" y="4777"/>
                  </a:lnTo>
                  <a:lnTo>
                    <a:pt x="4299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3" name="Freeform 4882">
              <a:extLst>
                <a:ext uri="{FF2B5EF4-FFF2-40B4-BE49-F238E27FC236}">
                  <a16:creationId xmlns:a16="http://schemas.microsoft.com/office/drawing/2014/main" id="{FC67056D-9219-5D2A-DA20-FFCD7D34C9C6}"/>
                </a:ext>
              </a:extLst>
            </p:cNvPr>
            <p:cNvSpPr/>
            <p:nvPr/>
          </p:nvSpPr>
          <p:spPr>
            <a:xfrm>
              <a:off x="6376426" y="3491844"/>
              <a:ext cx="4299" cy="6688"/>
            </a:xfrm>
            <a:custGeom>
              <a:avLst/>
              <a:gdLst>
                <a:gd name="csX0" fmla="*/ 0 w 4299"/>
                <a:gd name="csY0" fmla="*/ 0 h 6688"/>
                <a:gd name="csX1" fmla="*/ 956 w 4299"/>
                <a:gd name="csY1" fmla="*/ 478 h 6688"/>
                <a:gd name="csX2" fmla="*/ 1911 w 4299"/>
                <a:gd name="csY2" fmla="*/ 2866 h 6688"/>
                <a:gd name="csX3" fmla="*/ 4299 w 4299"/>
                <a:gd name="csY3" fmla="*/ 6688 h 6688"/>
                <a:gd name="csX4" fmla="*/ 4299 w 4299"/>
                <a:gd name="csY4" fmla="*/ 668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6688">
                  <a:moveTo>
                    <a:pt x="0" y="0"/>
                  </a:moveTo>
                  <a:lnTo>
                    <a:pt x="956" y="478"/>
                  </a:lnTo>
                  <a:lnTo>
                    <a:pt x="1911" y="2866"/>
                  </a:lnTo>
                  <a:lnTo>
                    <a:pt x="4299" y="6688"/>
                  </a:lnTo>
                  <a:lnTo>
                    <a:pt x="4299" y="66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4" name="Freeform 4883">
              <a:extLst>
                <a:ext uri="{FF2B5EF4-FFF2-40B4-BE49-F238E27FC236}">
                  <a16:creationId xmlns:a16="http://schemas.microsoft.com/office/drawing/2014/main" id="{B6A111CA-63A1-5317-A5EB-DA7D5F4F438F}"/>
                </a:ext>
              </a:extLst>
            </p:cNvPr>
            <p:cNvSpPr/>
            <p:nvPr/>
          </p:nvSpPr>
          <p:spPr>
            <a:xfrm>
              <a:off x="6355884" y="3494233"/>
              <a:ext cx="13376" cy="2388"/>
            </a:xfrm>
            <a:custGeom>
              <a:avLst/>
              <a:gdLst>
                <a:gd name="csX0" fmla="*/ 0 w 13376"/>
                <a:gd name="csY0" fmla="*/ 0 h 2388"/>
                <a:gd name="csX1" fmla="*/ 3822 w 13376"/>
                <a:gd name="csY1" fmla="*/ 1433 h 2388"/>
                <a:gd name="csX2" fmla="*/ 6210 w 13376"/>
                <a:gd name="csY2" fmla="*/ 2389 h 2388"/>
                <a:gd name="csX3" fmla="*/ 10988 w 13376"/>
                <a:gd name="csY3" fmla="*/ 1911 h 2388"/>
                <a:gd name="csX4" fmla="*/ 13376 w 13376"/>
                <a:gd name="csY4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376" h="2388">
                  <a:moveTo>
                    <a:pt x="0" y="0"/>
                  </a:moveTo>
                  <a:lnTo>
                    <a:pt x="3822" y="1433"/>
                  </a:lnTo>
                  <a:lnTo>
                    <a:pt x="6210" y="2389"/>
                  </a:lnTo>
                  <a:lnTo>
                    <a:pt x="10988" y="1911"/>
                  </a:lnTo>
                  <a:lnTo>
                    <a:pt x="13376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5" name="Freeform 4884">
              <a:extLst>
                <a:ext uri="{FF2B5EF4-FFF2-40B4-BE49-F238E27FC236}">
                  <a16:creationId xmlns:a16="http://schemas.microsoft.com/office/drawing/2014/main" id="{CC11F50C-2CD6-D4E8-262F-00E7513B3872}"/>
                </a:ext>
              </a:extLst>
            </p:cNvPr>
            <p:cNvSpPr/>
            <p:nvPr/>
          </p:nvSpPr>
          <p:spPr>
            <a:xfrm>
              <a:off x="6335341" y="3492322"/>
              <a:ext cx="5255" cy="2388"/>
            </a:xfrm>
            <a:custGeom>
              <a:avLst/>
              <a:gdLst>
                <a:gd name="csX0" fmla="*/ 0 w 5255"/>
                <a:gd name="csY0" fmla="*/ 478 h 2388"/>
                <a:gd name="csX1" fmla="*/ 1911 w 5255"/>
                <a:gd name="csY1" fmla="*/ 0 h 2388"/>
                <a:gd name="csX2" fmla="*/ 3822 w 5255"/>
                <a:gd name="csY2" fmla="*/ 478 h 2388"/>
                <a:gd name="csX3" fmla="*/ 5255 w 5255"/>
                <a:gd name="csY3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255" h="2388">
                  <a:moveTo>
                    <a:pt x="0" y="478"/>
                  </a:moveTo>
                  <a:lnTo>
                    <a:pt x="1911" y="0"/>
                  </a:lnTo>
                  <a:lnTo>
                    <a:pt x="3822" y="478"/>
                  </a:lnTo>
                  <a:lnTo>
                    <a:pt x="5255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6" name="Freeform 4885">
              <a:extLst>
                <a:ext uri="{FF2B5EF4-FFF2-40B4-BE49-F238E27FC236}">
                  <a16:creationId xmlns:a16="http://schemas.microsoft.com/office/drawing/2014/main" id="{09AB9FC7-A97D-3AA6-9B53-0760BE3A4175}"/>
                </a:ext>
              </a:extLst>
            </p:cNvPr>
            <p:cNvSpPr/>
            <p:nvPr/>
          </p:nvSpPr>
          <p:spPr>
            <a:xfrm>
              <a:off x="6321009" y="3491844"/>
              <a:ext cx="6210" cy="477"/>
            </a:xfrm>
            <a:custGeom>
              <a:avLst/>
              <a:gdLst>
                <a:gd name="csX0" fmla="*/ 0 w 6210"/>
                <a:gd name="csY0" fmla="*/ 0 h 477"/>
                <a:gd name="csX1" fmla="*/ 478 w 6210"/>
                <a:gd name="csY1" fmla="*/ 0 h 477"/>
                <a:gd name="csX2" fmla="*/ 6211 w 6210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10" h="477">
                  <a:moveTo>
                    <a:pt x="0" y="0"/>
                  </a:moveTo>
                  <a:lnTo>
                    <a:pt x="478" y="0"/>
                  </a:lnTo>
                  <a:lnTo>
                    <a:pt x="6211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7" name="Freeform 4886">
              <a:extLst>
                <a:ext uri="{FF2B5EF4-FFF2-40B4-BE49-F238E27FC236}">
                  <a16:creationId xmlns:a16="http://schemas.microsoft.com/office/drawing/2014/main" id="{C82112E3-6CC7-3854-936F-AFB5EB7A7B67}"/>
                </a:ext>
              </a:extLst>
            </p:cNvPr>
            <p:cNvSpPr/>
            <p:nvPr/>
          </p:nvSpPr>
          <p:spPr>
            <a:xfrm>
              <a:off x="6309066" y="3494710"/>
              <a:ext cx="5255" cy="2866"/>
            </a:xfrm>
            <a:custGeom>
              <a:avLst/>
              <a:gdLst>
                <a:gd name="csX0" fmla="*/ 0 w 5255"/>
                <a:gd name="csY0" fmla="*/ 2866 h 2866"/>
                <a:gd name="csX1" fmla="*/ 4300 w 5255"/>
                <a:gd name="csY1" fmla="*/ 0 h 2866"/>
                <a:gd name="csX2" fmla="*/ 5255 w 5255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5" h="2866">
                  <a:moveTo>
                    <a:pt x="0" y="2866"/>
                  </a:moveTo>
                  <a:lnTo>
                    <a:pt x="4300" y="0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8" name="Freeform 4887">
              <a:extLst>
                <a:ext uri="{FF2B5EF4-FFF2-40B4-BE49-F238E27FC236}">
                  <a16:creationId xmlns:a16="http://schemas.microsoft.com/office/drawing/2014/main" id="{21F93754-3C96-7561-06DA-832CA6319D06}"/>
                </a:ext>
              </a:extLst>
            </p:cNvPr>
            <p:cNvSpPr/>
            <p:nvPr/>
          </p:nvSpPr>
          <p:spPr>
            <a:xfrm>
              <a:off x="6300945" y="3502832"/>
              <a:ext cx="3821" cy="25797"/>
            </a:xfrm>
            <a:custGeom>
              <a:avLst/>
              <a:gdLst>
                <a:gd name="csX0" fmla="*/ 3822 w 3821"/>
                <a:gd name="csY0" fmla="*/ 25797 h 25797"/>
                <a:gd name="csX1" fmla="*/ 3822 w 3821"/>
                <a:gd name="csY1" fmla="*/ 25797 h 25797"/>
                <a:gd name="csX2" fmla="*/ 3344 w 3821"/>
                <a:gd name="csY2" fmla="*/ 23409 h 25797"/>
                <a:gd name="csX3" fmla="*/ 3822 w 3821"/>
                <a:gd name="csY3" fmla="*/ 20065 h 25797"/>
                <a:gd name="csX4" fmla="*/ 2389 w 3821"/>
                <a:gd name="csY4" fmla="*/ 14810 h 25797"/>
                <a:gd name="csX5" fmla="*/ 478 w 3821"/>
                <a:gd name="csY5" fmla="*/ 8599 h 25797"/>
                <a:gd name="csX6" fmla="*/ 478 w 3821"/>
                <a:gd name="csY6" fmla="*/ 1433 h 25797"/>
                <a:gd name="csX7" fmla="*/ 0 w 3821"/>
                <a:gd name="csY7" fmla="*/ 0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25797">
                  <a:moveTo>
                    <a:pt x="3822" y="25797"/>
                  </a:moveTo>
                  <a:lnTo>
                    <a:pt x="3822" y="25797"/>
                  </a:lnTo>
                  <a:lnTo>
                    <a:pt x="3344" y="23409"/>
                  </a:lnTo>
                  <a:lnTo>
                    <a:pt x="3822" y="20065"/>
                  </a:lnTo>
                  <a:lnTo>
                    <a:pt x="2389" y="14810"/>
                  </a:lnTo>
                  <a:lnTo>
                    <a:pt x="478" y="8599"/>
                  </a:lnTo>
                  <a:lnTo>
                    <a:pt x="478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9" name="Freeform 4888">
              <a:extLst>
                <a:ext uri="{FF2B5EF4-FFF2-40B4-BE49-F238E27FC236}">
                  <a16:creationId xmlns:a16="http://schemas.microsoft.com/office/drawing/2014/main" id="{9D253A94-509A-4389-6E61-F1937AC7E2CD}"/>
                </a:ext>
              </a:extLst>
            </p:cNvPr>
            <p:cNvSpPr/>
            <p:nvPr/>
          </p:nvSpPr>
          <p:spPr>
            <a:xfrm>
              <a:off x="6333431" y="3549649"/>
              <a:ext cx="1910" cy="7643"/>
            </a:xfrm>
            <a:custGeom>
              <a:avLst/>
              <a:gdLst>
                <a:gd name="csX0" fmla="*/ 1911 w 1910"/>
                <a:gd name="csY0" fmla="*/ 7644 h 7643"/>
                <a:gd name="csX1" fmla="*/ 956 w 1910"/>
                <a:gd name="csY1" fmla="*/ 6211 h 7643"/>
                <a:gd name="csX2" fmla="*/ 0 w 1910"/>
                <a:gd name="csY2" fmla="*/ 3344 h 7643"/>
                <a:gd name="csX3" fmla="*/ 0 w 1910"/>
                <a:gd name="csY3" fmla="*/ 1433 h 7643"/>
                <a:gd name="csX4" fmla="*/ 478 w 1910"/>
                <a:gd name="csY4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10" h="7643">
                  <a:moveTo>
                    <a:pt x="1911" y="7644"/>
                  </a:moveTo>
                  <a:lnTo>
                    <a:pt x="956" y="6211"/>
                  </a:lnTo>
                  <a:lnTo>
                    <a:pt x="0" y="3344"/>
                  </a:lnTo>
                  <a:lnTo>
                    <a:pt x="0" y="1433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0" name="Freeform 4889">
              <a:extLst>
                <a:ext uri="{FF2B5EF4-FFF2-40B4-BE49-F238E27FC236}">
                  <a16:creationId xmlns:a16="http://schemas.microsoft.com/office/drawing/2014/main" id="{805A4FBE-7288-4A91-D59F-61D79988EA80}"/>
                </a:ext>
              </a:extLst>
            </p:cNvPr>
            <p:cNvSpPr/>
            <p:nvPr/>
          </p:nvSpPr>
          <p:spPr>
            <a:xfrm>
              <a:off x="6349673" y="3515730"/>
              <a:ext cx="64971" cy="55894"/>
            </a:xfrm>
            <a:custGeom>
              <a:avLst/>
              <a:gdLst>
                <a:gd name="csX0" fmla="*/ 61627 w 64971"/>
                <a:gd name="csY0" fmla="*/ 0 h 55894"/>
                <a:gd name="csX1" fmla="*/ 61150 w 64971"/>
                <a:gd name="csY1" fmla="*/ 1433 h 55894"/>
                <a:gd name="csX2" fmla="*/ 61150 w 64971"/>
                <a:gd name="csY2" fmla="*/ 4300 h 55894"/>
                <a:gd name="csX3" fmla="*/ 60194 w 64971"/>
                <a:gd name="csY3" fmla="*/ 7166 h 55894"/>
                <a:gd name="csX4" fmla="*/ 59239 w 64971"/>
                <a:gd name="csY4" fmla="*/ 9555 h 55894"/>
                <a:gd name="csX5" fmla="*/ 58761 w 64971"/>
                <a:gd name="csY5" fmla="*/ 10510 h 55894"/>
                <a:gd name="csX6" fmla="*/ 59716 w 64971"/>
                <a:gd name="csY6" fmla="*/ 11466 h 55894"/>
                <a:gd name="csX7" fmla="*/ 63061 w 64971"/>
                <a:gd name="csY7" fmla="*/ 11943 h 55894"/>
                <a:gd name="csX8" fmla="*/ 64971 w 64971"/>
                <a:gd name="csY8" fmla="*/ 11943 h 55894"/>
                <a:gd name="csX9" fmla="*/ 64971 w 64971"/>
                <a:gd name="csY9" fmla="*/ 12899 h 55894"/>
                <a:gd name="csX10" fmla="*/ 64016 w 64971"/>
                <a:gd name="csY10" fmla="*/ 13854 h 55894"/>
                <a:gd name="csX11" fmla="*/ 63061 w 64971"/>
                <a:gd name="csY11" fmla="*/ 14332 h 55894"/>
                <a:gd name="csX12" fmla="*/ 63061 w 64971"/>
                <a:gd name="csY12" fmla="*/ 14332 h 55894"/>
                <a:gd name="csX13" fmla="*/ 62582 w 64971"/>
                <a:gd name="csY13" fmla="*/ 14810 h 55894"/>
                <a:gd name="csX14" fmla="*/ 61627 w 64971"/>
                <a:gd name="csY14" fmla="*/ 17198 h 55894"/>
                <a:gd name="csX15" fmla="*/ 55416 w 64971"/>
                <a:gd name="csY15" fmla="*/ 17198 h 55894"/>
                <a:gd name="csX16" fmla="*/ 54461 w 64971"/>
                <a:gd name="csY16" fmla="*/ 17676 h 55894"/>
                <a:gd name="csX17" fmla="*/ 54461 w 64971"/>
                <a:gd name="csY17" fmla="*/ 17676 h 55894"/>
                <a:gd name="csX18" fmla="*/ 54461 w 64971"/>
                <a:gd name="csY18" fmla="*/ 18632 h 55894"/>
                <a:gd name="csX19" fmla="*/ 53984 w 64971"/>
                <a:gd name="csY19" fmla="*/ 20065 h 55894"/>
                <a:gd name="csX20" fmla="*/ 53028 w 64971"/>
                <a:gd name="csY20" fmla="*/ 21498 h 55894"/>
                <a:gd name="csX21" fmla="*/ 51595 w 64971"/>
                <a:gd name="csY21" fmla="*/ 22453 h 55894"/>
                <a:gd name="csX22" fmla="*/ 49206 w 64971"/>
                <a:gd name="csY22" fmla="*/ 22931 h 55894"/>
                <a:gd name="csX23" fmla="*/ 46818 w 64971"/>
                <a:gd name="csY23" fmla="*/ 23886 h 55894"/>
                <a:gd name="csX24" fmla="*/ 45384 w 64971"/>
                <a:gd name="csY24" fmla="*/ 26753 h 55894"/>
                <a:gd name="csX25" fmla="*/ 43951 w 64971"/>
                <a:gd name="csY25" fmla="*/ 30575 h 55894"/>
                <a:gd name="csX26" fmla="*/ 44429 w 64971"/>
                <a:gd name="csY26" fmla="*/ 32963 h 55894"/>
                <a:gd name="csX27" fmla="*/ 44429 w 64971"/>
                <a:gd name="csY27" fmla="*/ 34397 h 55894"/>
                <a:gd name="csX28" fmla="*/ 44429 w 64971"/>
                <a:gd name="csY28" fmla="*/ 35352 h 55894"/>
                <a:gd name="csX29" fmla="*/ 43474 w 64971"/>
                <a:gd name="csY29" fmla="*/ 36307 h 55894"/>
                <a:gd name="csX30" fmla="*/ 42040 w 64971"/>
                <a:gd name="csY30" fmla="*/ 38218 h 55894"/>
                <a:gd name="csX31" fmla="*/ 41085 w 64971"/>
                <a:gd name="csY31" fmla="*/ 41085 h 55894"/>
                <a:gd name="csX32" fmla="*/ 40607 w 64971"/>
                <a:gd name="csY32" fmla="*/ 42518 h 55894"/>
                <a:gd name="csX33" fmla="*/ 41085 w 64971"/>
                <a:gd name="csY33" fmla="*/ 42996 h 55894"/>
                <a:gd name="csX34" fmla="*/ 42040 w 64971"/>
                <a:gd name="csY34" fmla="*/ 42996 h 55894"/>
                <a:gd name="csX35" fmla="*/ 43951 w 64971"/>
                <a:gd name="csY35" fmla="*/ 43473 h 55894"/>
                <a:gd name="csX36" fmla="*/ 44907 w 64971"/>
                <a:gd name="csY36" fmla="*/ 44907 h 55894"/>
                <a:gd name="csX37" fmla="*/ 44907 w 64971"/>
                <a:gd name="csY37" fmla="*/ 45862 h 55894"/>
                <a:gd name="csX38" fmla="*/ 44907 w 64971"/>
                <a:gd name="csY38" fmla="*/ 47295 h 55894"/>
                <a:gd name="csX39" fmla="*/ 44907 w 64971"/>
                <a:gd name="csY39" fmla="*/ 47773 h 55894"/>
                <a:gd name="csX40" fmla="*/ 43474 w 64971"/>
                <a:gd name="csY40" fmla="*/ 48251 h 55894"/>
                <a:gd name="csX41" fmla="*/ 41085 w 64971"/>
                <a:gd name="csY41" fmla="*/ 48251 h 55894"/>
                <a:gd name="csX42" fmla="*/ 40129 w 64971"/>
                <a:gd name="csY42" fmla="*/ 47773 h 55894"/>
                <a:gd name="csX43" fmla="*/ 39652 w 64971"/>
                <a:gd name="csY43" fmla="*/ 47295 h 55894"/>
                <a:gd name="csX44" fmla="*/ 40129 w 64971"/>
                <a:gd name="csY44" fmla="*/ 45862 h 55894"/>
                <a:gd name="csX45" fmla="*/ 39652 w 64971"/>
                <a:gd name="csY45" fmla="*/ 44429 h 55894"/>
                <a:gd name="csX46" fmla="*/ 39174 w 64971"/>
                <a:gd name="csY46" fmla="*/ 43473 h 55894"/>
                <a:gd name="csX47" fmla="*/ 37263 w 64971"/>
                <a:gd name="csY47" fmla="*/ 44907 h 55894"/>
                <a:gd name="csX48" fmla="*/ 35352 w 64971"/>
                <a:gd name="csY48" fmla="*/ 44907 h 55894"/>
                <a:gd name="csX49" fmla="*/ 33441 w 64971"/>
                <a:gd name="csY49" fmla="*/ 45862 h 55894"/>
                <a:gd name="csX50" fmla="*/ 32008 w 64971"/>
                <a:gd name="csY50" fmla="*/ 47773 h 55894"/>
                <a:gd name="csX51" fmla="*/ 30575 w 64971"/>
                <a:gd name="csY51" fmla="*/ 48728 h 55894"/>
                <a:gd name="csX52" fmla="*/ 27231 w 64971"/>
                <a:gd name="csY52" fmla="*/ 48251 h 55894"/>
                <a:gd name="csX53" fmla="*/ 26275 w 64971"/>
                <a:gd name="csY53" fmla="*/ 49206 h 55894"/>
                <a:gd name="csX54" fmla="*/ 25798 w 64971"/>
                <a:gd name="csY54" fmla="*/ 52550 h 55894"/>
                <a:gd name="csX55" fmla="*/ 25320 w 64971"/>
                <a:gd name="csY55" fmla="*/ 53506 h 55894"/>
                <a:gd name="csX56" fmla="*/ 22453 w 64971"/>
                <a:gd name="csY56" fmla="*/ 53506 h 55894"/>
                <a:gd name="csX57" fmla="*/ 19587 w 64971"/>
                <a:gd name="csY57" fmla="*/ 54939 h 55894"/>
                <a:gd name="csX58" fmla="*/ 16243 w 64971"/>
                <a:gd name="csY58" fmla="*/ 55894 h 55894"/>
                <a:gd name="csX59" fmla="*/ 14810 w 64971"/>
                <a:gd name="csY59" fmla="*/ 55417 h 55894"/>
                <a:gd name="csX60" fmla="*/ 13854 w 64971"/>
                <a:gd name="csY60" fmla="*/ 54461 h 55894"/>
                <a:gd name="csX61" fmla="*/ 11943 w 64971"/>
                <a:gd name="csY61" fmla="*/ 54461 h 55894"/>
                <a:gd name="csX62" fmla="*/ 10032 w 64971"/>
                <a:gd name="csY62" fmla="*/ 54939 h 55894"/>
                <a:gd name="csX63" fmla="*/ 9077 w 64971"/>
                <a:gd name="csY63" fmla="*/ 54461 h 55894"/>
                <a:gd name="csX64" fmla="*/ 7644 w 64971"/>
                <a:gd name="csY64" fmla="*/ 54939 h 55894"/>
                <a:gd name="csX65" fmla="*/ 4777 w 64971"/>
                <a:gd name="csY65" fmla="*/ 55417 h 55894"/>
                <a:gd name="csX66" fmla="*/ 1433 w 64971"/>
                <a:gd name="csY66" fmla="*/ 55417 h 55894"/>
                <a:gd name="csX67" fmla="*/ 0 w 64971"/>
                <a:gd name="csY67" fmla="*/ 54461 h 5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</a:cxnLst>
              <a:rect l="l" t="t" r="r" b="b"/>
              <a:pathLst>
                <a:path w="64971" h="55894">
                  <a:moveTo>
                    <a:pt x="61627" y="0"/>
                  </a:moveTo>
                  <a:lnTo>
                    <a:pt x="61150" y="1433"/>
                  </a:lnTo>
                  <a:lnTo>
                    <a:pt x="61150" y="4300"/>
                  </a:lnTo>
                  <a:lnTo>
                    <a:pt x="60194" y="7166"/>
                  </a:lnTo>
                  <a:lnTo>
                    <a:pt x="59239" y="9555"/>
                  </a:lnTo>
                  <a:lnTo>
                    <a:pt x="58761" y="10510"/>
                  </a:lnTo>
                  <a:lnTo>
                    <a:pt x="59716" y="11466"/>
                  </a:lnTo>
                  <a:lnTo>
                    <a:pt x="63061" y="11943"/>
                  </a:lnTo>
                  <a:lnTo>
                    <a:pt x="64971" y="11943"/>
                  </a:lnTo>
                  <a:lnTo>
                    <a:pt x="64971" y="12899"/>
                  </a:lnTo>
                  <a:lnTo>
                    <a:pt x="64016" y="13854"/>
                  </a:lnTo>
                  <a:lnTo>
                    <a:pt x="63061" y="14332"/>
                  </a:lnTo>
                  <a:lnTo>
                    <a:pt x="63061" y="14332"/>
                  </a:lnTo>
                  <a:lnTo>
                    <a:pt x="62582" y="14810"/>
                  </a:lnTo>
                  <a:lnTo>
                    <a:pt x="61627" y="17198"/>
                  </a:lnTo>
                  <a:lnTo>
                    <a:pt x="55416" y="17198"/>
                  </a:lnTo>
                  <a:lnTo>
                    <a:pt x="54461" y="17676"/>
                  </a:lnTo>
                  <a:lnTo>
                    <a:pt x="54461" y="17676"/>
                  </a:lnTo>
                  <a:lnTo>
                    <a:pt x="54461" y="18632"/>
                  </a:lnTo>
                  <a:lnTo>
                    <a:pt x="53984" y="20065"/>
                  </a:lnTo>
                  <a:lnTo>
                    <a:pt x="53028" y="21498"/>
                  </a:lnTo>
                  <a:lnTo>
                    <a:pt x="51595" y="22453"/>
                  </a:lnTo>
                  <a:lnTo>
                    <a:pt x="49206" y="22931"/>
                  </a:lnTo>
                  <a:lnTo>
                    <a:pt x="46818" y="23886"/>
                  </a:lnTo>
                  <a:lnTo>
                    <a:pt x="45384" y="26753"/>
                  </a:lnTo>
                  <a:lnTo>
                    <a:pt x="43951" y="30575"/>
                  </a:lnTo>
                  <a:lnTo>
                    <a:pt x="44429" y="32963"/>
                  </a:lnTo>
                  <a:lnTo>
                    <a:pt x="44429" y="34397"/>
                  </a:lnTo>
                  <a:lnTo>
                    <a:pt x="44429" y="35352"/>
                  </a:lnTo>
                  <a:lnTo>
                    <a:pt x="43474" y="36307"/>
                  </a:lnTo>
                  <a:lnTo>
                    <a:pt x="42040" y="38218"/>
                  </a:lnTo>
                  <a:lnTo>
                    <a:pt x="41085" y="41085"/>
                  </a:lnTo>
                  <a:lnTo>
                    <a:pt x="40607" y="42518"/>
                  </a:lnTo>
                  <a:lnTo>
                    <a:pt x="41085" y="42996"/>
                  </a:lnTo>
                  <a:lnTo>
                    <a:pt x="42040" y="42996"/>
                  </a:lnTo>
                  <a:lnTo>
                    <a:pt x="43951" y="43473"/>
                  </a:lnTo>
                  <a:lnTo>
                    <a:pt x="44907" y="44907"/>
                  </a:lnTo>
                  <a:lnTo>
                    <a:pt x="44907" y="45862"/>
                  </a:lnTo>
                  <a:lnTo>
                    <a:pt x="44907" y="47295"/>
                  </a:lnTo>
                  <a:lnTo>
                    <a:pt x="44907" y="47773"/>
                  </a:lnTo>
                  <a:lnTo>
                    <a:pt x="43474" y="48251"/>
                  </a:lnTo>
                  <a:lnTo>
                    <a:pt x="41085" y="48251"/>
                  </a:lnTo>
                  <a:lnTo>
                    <a:pt x="40129" y="47773"/>
                  </a:lnTo>
                  <a:lnTo>
                    <a:pt x="39652" y="47295"/>
                  </a:lnTo>
                  <a:lnTo>
                    <a:pt x="40129" y="45862"/>
                  </a:lnTo>
                  <a:lnTo>
                    <a:pt x="39652" y="44429"/>
                  </a:lnTo>
                  <a:lnTo>
                    <a:pt x="39174" y="43473"/>
                  </a:lnTo>
                  <a:lnTo>
                    <a:pt x="37263" y="44907"/>
                  </a:lnTo>
                  <a:lnTo>
                    <a:pt x="35352" y="44907"/>
                  </a:lnTo>
                  <a:lnTo>
                    <a:pt x="33441" y="45862"/>
                  </a:lnTo>
                  <a:lnTo>
                    <a:pt x="32008" y="47773"/>
                  </a:lnTo>
                  <a:lnTo>
                    <a:pt x="30575" y="48728"/>
                  </a:lnTo>
                  <a:lnTo>
                    <a:pt x="27231" y="48251"/>
                  </a:lnTo>
                  <a:lnTo>
                    <a:pt x="26275" y="49206"/>
                  </a:lnTo>
                  <a:lnTo>
                    <a:pt x="25798" y="52550"/>
                  </a:lnTo>
                  <a:lnTo>
                    <a:pt x="25320" y="53506"/>
                  </a:lnTo>
                  <a:lnTo>
                    <a:pt x="22453" y="53506"/>
                  </a:lnTo>
                  <a:lnTo>
                    <a:pt x="19587" y="54939"/>
                  </a:lnTo>
                  <a:lnTo>
                    <a:pt x="16243" y="55894"/>
                  </a:lnTo>
                  <a:lnTo>
                    <a:pt x="14810" y="55417"/>
                  </a:lnTo>
                  <a:lnTo>
                    <a:pt x="13854" y="54461"/>
                  </a:lnTo>
                  <a:lnTo>
                    <a:pt x="11943" y="54461"/>
                  </a:lnTo>
                  <a:lnTo>
                    <a:pt x="10032" y="54939"/>
                  </a:lnTo>
                  <a:lnTo>
                    <a:pt x="9077" y="54461"/>
                  </a:lnTo>
                  <a:lnTo>
                    <a:pt x="7644" y="54939"/>
                  </a:lnTo>
                  <a:lnTo>
                    <a:pt x="4777" y="55417"/>
                  </a:lnTo>
                  <a:lnTo>
                    <a:pt x="1433" y="55417"/>
                  </a:lnTo>
                  <a:lnTo>
                    <a:pt x="0" y="5446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1" name="Freeform 4890">
              <a:extLst>
                <a:ext uri="{FF2B5EF4-FFF2-40B4-BE49-F238E27FC236}">
                  <a16:creationId xmlns:a16="http://schemas.microsoft.com/office/drawing/2014/main" id="{340B6818-0C93-C8A7-F24E-DE1E79F465BC}"/>
                </a:ext>
              </a:extLst>
            </p:cNvPr>
            <p:cNvSpPr/>
            <p:nvPr/>
          </p:nvSpPr>
          <p:spPr>
            <a:xfrm>
              <a:off x="6298078" y="3517641"/>
              <a:ext cx="4299" cy="10509"/>
            </a:xfrm>
            <a:custGeom>
              <a:avLst/>
              <a:gdLst>
                <a:gd name="csX0" fmla="*/ 0 w 4299"/>
                <a:gd name="csY0" fmla="*/ 10510 h 10509"/>
                <a:gd name="csX1" fmla="*/ 2389 w 4299"/>
                <a:gd name="csY1" fmla="*/ 6688 h 10509"/>
                <a:gd name="csX2" fmla="*/ 3344 w 4299"/>
                <a:gd name="csY2" fmla="*/ 4300 h 10509"/>
                <a:gd name="csX3" fmla="*/ 3822 w 4299"/>
                <a:gd name="csY3" fmla="*/ 955 h 10509"/>
                <a:gd name="csX4" fmla="*/ 4300 w 4299"/>
                <a:gd name="csY4" fmla="*/ 0 h 10509"/>
                <a:gd name="csX5" fmla="*/ 4300 w 4299"/>
                <a:gd name="csY5" fmla="*/ 1433 h 10509"/>
                <a:gd name="csX6" fmla="*/ 4300 w 4299"/>
                <a:gd name="csY6" fmla="*/ 3822 h 10509"/>
                <a:gd name="csX7" fmla="*/ 2867 w 4299"/>
                <a:gd name="csY7" fmla="*/ 8599 h 10509"/>
                <a:gd name="csX8" fmla="*/ 1433 w 4299"/>
                <a:gd name="csY8" fmla="*/ 10510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10509">
                  <a:moveTo>
                    <a:pt x="0" y="10510"/>
                  </a:moveTo>
                  <a:lnTo>
                    <a:pt x="2389" y="6688"/>
                  </a:lnTo>
                  <a:lnTo>
                    <a:pt x="3344" y="4300"/>
                  </a:lnTo>
                  <a:lnTo>
                    <a:pt x="3822" y="955"/>
                  </a:lnTo>
                  <a:lnTo>
                    <a:pt x="4300" y="0"/>
                  </a:lnTo>
                  <a:lnTo>
                    <a:pt x="4300" y="1433"/>
                  </a:lnTo>
                  <a:lnTo>
                    <a:pt x="4300" y="3822"/>
                  </a:lnTo>
                  <a:lnTo>
                    <a:pt x="2867" y="8599"/>
                  </a:lnTo>
                  <a:lnTo>
                    <a:pt x="1433" y="105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2" name="Freeform 4891">
              <a:extLst>
                <a:ext uri="{FF2B5EF4-FFF2-40B4-BE49-F238E27FC236}">
                  <a16:creationId xmlns:a16="http://schemas.microsoft.com/office/drawing/2014/main" id="{100E9CC9-18D5-58C7-748D-7B530B362E2C}"/>
                </a:ext>
              </a:extLst>
            </p:cNvPr>
            <p:cNvSpPr/>
            <p:nvPr/>
          </p:nvSpPr>
          <p:spPr>
            <a:xfrm>
              <a:off x="5997109" y="3681503"/>
              <a:ext cx="15287" cy="20542"/>
            </a:xfrm>
            <a:custGeom>
              <a:avLst/>
              <a:gdLst>
                <a:gd name="csX0" fmla="*/ 8121 w 15287"/>
                <a:gd name="csY0" fmla="*/ 1433 h 20542"/>
                <a:gd name="csX1" fmla="*/ 7644 w 15287"/>
                <a:gd name="csY1" fmla="*/ 2389 h 20542"/>
                <a:gd name="csX2" fmla="*/ 7644 w 15287"/>
                <a:gd name="csY2" fmla="*/ 3822 h 20542"/>
                <a:gd name="csX3" fmla="*/ 8121 w 15287"/>
                <a:gd name="csY3" fmla="*/ 5733 h 20542"/>
                <a:gd name="csX4" fmla="*/ 9555 w 15287"/>
                <a:gd name="csY4" fmla="*/ 7166 h 20542"/>
                <a:gd name="csX5" fmla="*/ 10510 w 15287"/>
                <a:gd name="csY5" fmla="*/ 8599 h 20542"/>
                <a:gd name="csX6" fmla="*/ 10988 w 15287"/>
                <a:gd name="csY6" fmla="*/ 8599 h 20542"/>
                <a:gd name="csX7" fmla="*/ 11943 w 15287"/>
                <a:gd name="csY7" fmla="*/ 9555 h 20542"/>
                <a:gd name="csX8" fmla="*/ 14332 w 15287"/>
                <a:gd name="csY8" fmla="*/ 10510 h 20542"/>
                <a:gd name="csX9" fmla="*/ 15287 w 15287"/>
                <a:gd name="csY9" fmla="*/ 10510 h 20542"/>
                <a:gd name="csX10" fmla="*/ 15287 w 15287"/>
                <a:gd name="csY10" fmla="*/ 11943 h 20542"/>
                <a:gd name="csX11" fmla="*/ 15287 w 15287"/>
                <a:gd name="csY11" fmla="*/ 13376 h 20542"/>
                <a:gd name="csX12" fmla="*/ 15287 w 15287"/>
                <a:gd name="csY12" fmla="*/ 13376 h 20542"/>
                <a:gd name="csX13" fmla="*/ 14332 w 15287"/>
                <a:gd name="csY13" fmla="*/ 13854 h 20542"/>
                <a:gd name="csX14" fmla="*/ 13854 w 15287"/>
                <a:gd name="csY14" fmla="*/ 14810 h 20542"/>
                <a:gd name="csX15" fmla="*/ 13854 w 15287"/>
                <a:gd name="csY15" fmla="*/ 14810 h 20542"/>
                <a:gd name="csX16" fmla="*/ 12899 w 15287"/>
                <a:gd name="csY16" fmla="*/ 16243 h 20542"/>
                <a:gd name="csX17" fmla="*/ 12421 w 15287"/>
                <a:gd name="csY17" fmla="*/ 18631 h 20542"/>
                <a:gd name="csX18" fmla="*/ 12421 w 15287"/>
                <a:gd name="csY18" fmla="*/ 20065 h 20542"/>
                <a:gd name="csX19" fmla="*/ 10988 w 15287"/>
                <a:gd name="csY19" fmla="*/ 19587 h 20542"/>
                <a:gd name="csX20" fmla="*/ 10510 w 15287"/>
                <a:gd name="csY20" fmla="*/ 19109 h 20542"/>
                <a:gd name="csX21" fmla="*/ 9077 w 15287"/>
                <a:gd name="csY21" fmla="*/ 19109 h 20542"/>
                <a:gd name="csX22" fmla="*/ 8121 w 15287"/>
                <a:gd name="csY22" fmla="*/ 19587 h 20542"/>
                <a:gd name="csX23" fmla="*/ 7166 w 15287"/>
                <a:gd name="csY23" fmla="*/ 20065 h 20542"/>
                <a:gd name="csX24" fmla="*/ 5733 w 15287"/>
                <a:gd name="csY24" fmla="*/ 20542 h 20542"/>
                <a:gd name="csX25" fmla="*/ 4777 w 15287"/>
                <a:gd name="csY25" fmla="*/ 20065 h 20542"/>
                <a:gd name="csX26" fmla="*/ 4300 w 15287"/>
                <a:gd name="csY26" fmla="*/ 19587 h 20542"/>
                <a:gd name="csX27" fmla="*/ 3822 w 15287"/>
                <a:gd name="csY27" fmla="*/ 19109 h 20542"/>
                <a:gd name="csX28" fmla="*/ 2389 w 15287"/>
                <a:gd name="csY28" fmla="*/ 18631 h 20542"/>
                <a:gd name="csX29" fmla="*/ 1911 w 15287"/>
                <a:gd name="csY29" fmla="*/ 18631 h 20542"/>
                <a:gd name="csX30" fmla="*/ 1433 w 15287"/>
                <a:gd name="csY30" fmla="*/ 18154 h 20542"/>
                <a:gd name="csX31" fmla="*/ 1911 w 15287"/>
                <a:gd name="csY31" fmla="*/ 17676 h 20542"/>
                <a:gd name="csX32" fmla="*/ 2389 w 15287"/>
                <a:gd name="csY32" fmla="*/ 16721 h 20542"/>
                <a:gd name="csX33" fmla="*/ 2867 w 15287"/>
                <a:gd name="csY33" fmla="*/ 15765 h 20542"/>
                <a:gd name="csX34" fmla="*/ 3344 w 15287"/>
                <a:gd name="csY34" fmla="*/ 14810 h 20542"/>
                <a:gd name="csX35" fmla="*/ 1911 w 15287"/>
                <a:gd name="csY35" fmla="*/ 12421 h 20542"/>
                <a:gd name="csX36" fmla="*/ 1433 w 15287"/>
                <a:gd name="csY36" fmla="*/ 11943 h 20542"/>
                <a:gd name="csX37" fmla="*/ 0 w 15287"/>
                <a:gd name="csY37" fmla="*/ 10510 h 20542"/>
                <a:gd name="csX38" fmla="*/ 0 w 15287"/>
                <a:gd name="csY38" fmla="*/ 9555 h 20542"/>
                <a:gd name="csX39" fmla="*/ 478 w 15287"/>
                <a:gd name="csY39" fmla="*/ 9077 h 20542"/>
                <a:gd name="csX40" fmla="*/ 478 w 15287"/>
                <a:gd name="csY40" fmla="*/ 8599 h 20542"/>
                <a:gd name="csX41" fmla="*/ 478 w 15287"/>
                <a:gd name="csY41" fmla="*/ 7166 h 20542"/>
                <a:gd name="csX42" fmla="*/ 1433 w 15287"/>
                <a:gd name="csY42" fmla="*/ 6210 h 20542"/>
                <a:gd name="csX43" fmla="*/ 1911 w 15287"/>
                <a:gd name="csY43" fmla="*/ 4777 h 20542"/>
                <a:gd name="csX44" fmla="*/ 2867 w 15287"/>
                <a:gd name="csY44" fmla="*/ 2866 h 20542"/>
                <a:gd name="csX45" fmla="*/ 5255 w 15287"/>
                <a:gd name="csY45" fmla="*/ 0 h 20542"/>
                <a:gd name="csX46" fmla="*/ 6688 w 15287"/>
                <a:gd name="csY46" fmla="*/ 478 h 20542"/>
                <a:gd name="csX47" fmla="*/ 7166 w 15287"/>
                <a:gd name="csY47" fmla="*/ 478 h 20542"/>
                <a:gd name="csX48" fmla="*/ 7644 w 15287"/>
                <a:gd name="csY48" fmla="*/ 1433 h 20542"/>
                <a:gd name="csX49" fmla="*/ 8121 w 15287"/>
                <a:gd name="csY49" fmla="*/ 1433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15287" h="20542">
                  <a:moveTo>
                    <a:pt x="8121" y="1433"/>
                  </a:moveTo>
                  <a:lnTo>
                    <a:pt x="7644" y="2389"/>
                  </a:lnTo>
                  <a:lnTo>
                    <a:pt x="7644" y="3822"/>
                  </a:lnTo>
                  <a:lnTo>
                    <a:pt x="8121" y="5733"/>
                  </a:lnTo>
                  <a:lnTo>
                    <a:pt x="9555" y="7166"/>
                  </a:lnTo>
                  <a:lnTo>
                    <a:pt x="10510" y="8599"/>
                  </a:lnTo>
                  <a:lnTo>
                    <a:pt x="10988" y="8599"/>
                  </a:lnTo>
                  <a:lnTo>
                    <a:pt x="11943" y="9555"/>
                  </a:lnTo>
                  <a:lnTo>
                    <a:pt x="14332" y="10510"/>
                  </a:lnTo>
                  <a:lnTo>
                    <a:pt x="15287" y="10510"/>
                  </a:lnTo>
                  <a:lnTo>
                    <a:pt x="15287" y="11943"/>
                  </a:lnTo>
                  <a:lnTo>
                    <a:pt x="15287" y="13376"/>
                  </a:lnTo>
                  <a:lnTo>
                    <a:pt x="15287" y="13376"/>
                  </a:lnTo>
                  <a:lnTo>
                    <a:pt x="14332" y="13854"/>
                  </a:lnTo>
                  <a:lnTo>
                    <a:pt x="13854" y="14810"/>
                  </a:lnTo>
                  <a:lnTo>
                    <a:pt x="13854" y="14810"/>
                  </a:lnTo>
                  <a:lnTo>
                    <a:pt x="12899" y="16243"/>
                  </a:lnTo>
                  <a:lnTo>
                    <a:pt x="12421" y="18631"/>
                  </a:lnTo>
                  <a:lnTo>
                    <a:pt x="12421" y="20065"/>
                  </a:lnTo>
                  <a:lnTo>
                    <a:pt x="10988" y="19587"/>
                  </a:lnTo>
                  <a:lnTo>
                    <a:pt x="10510" y="19109"/>
                  </a:lnTo>
                  <a:lnTo>
                    <a:pt x="9077" y="19109"/>
                  </a:lnTo>
                  <a:lnTo>
                    <a:pt x="8121" y="19587"/>
                  </a:lnTo>
                  <a:lnTo>
                    <a:pt x="7166" y="20065"/>
                  </a:lnTo>
                  <a:lnTo>
                    <a:pt x="5733" y="20542"/>
                  </a:lnTo>
                  <a:lnTo>
                    <a:pt x="4777" y="20065"/>
                  </a:lnTo>
                  <a:lnTo>
                    <a:pt x="4300" y="19587"/>
                  </a:lnTo>
                  <a:lnTo>
                    <a:pt x="3822" y="19109"/>
                  </a:lnTo>
                  <a:lnTo>
                    <a:pt x="2389" y="18631"/>
                  </a:lnTo>
                  <a:lnTo>
                    <a:pt x="1911" y="18631"/>
                  </a:lnTo>
                  <a:lnTo>
                    <a:pt x="1433" y="18154"/>
                  </a:lnTo>
                  <a:lnTo>
                    <a:pt x="1911" y="17676"/>
                  </a:lnTo>
                  <a:lnTo>
                    <a:pt x="2389" y="16721"/>
                  </a:lnTo>
                  <a:lnTo>
                    <a:pt x="2867" y="15765"/>
                  </a:lnTo>
                  <a:lnTo>
                    <a:pt x="3344" y="14810"/>
                  </a:lnTo>
                  <a:lnTo>
                    <a:pt x="1911" y="12421"/>
                  </a:lnTo>
                  <a:lnTo>
                    <a:pt x="1433" y="11943"/>
                  </a:lnTo>
                  <a:lnTo>
                    <a:pt x="0" y="10510"/>
                  </a:lnTo>
                  <a:lnTo>
                    <a:pt x="0" y="9555"/>
                  </a:lnTo>
                  <a:lnTo>
                    <a:pt x="478" y="9077"/>
                  </a:lnTo>
                  <a:lnTo>
                    <a:pt x="478" y="8599"/>
                  </a:lnTo>
                  <a:lnTo>
                    <a:pt x="478" y="7166"/>
                  </a:lnTo>
                  <a:lnTo>
                    <a:pt x="1433" y="6210"/>
                  </a:lnTo>
                  <a:lnTo>
                    <a:pt x="1911" y="4777"/>
                  </a:lnTo>
                  <a:lnTo>
                    <a:pt x="2867" y="2866"/>
                  </a:lnTo>
                  <a:lnTo>
                    <a:pt x="5255" y="0"/>
                  </a:lnTo>
                  <a:lnTo>
                    <a:pt x="6688" y="478"/>
                  </a:lnTo>
                  <a:lnTo>
                    <a:pt x="7166" y="478"/>
                  </a:lnTo>
                  <a:lnTo>
                    <a:pt x="7644" y="1433"/>
                  </a:lnTo>
                  <a:lnTo>
                    <a:pt x="812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3" name="Freeform 4892">
              <a:extLst>
                <a:ext uri="{FF2B5EF4-FFF2-40B4-BE49-F238E27FC236}">
                  <a16:creationId xmlns:a16="http://schemas.microsoft.com/office/drawing/2014/main" id="{126B6AA0-F5EC-2115-02B8-46AC4B3A9F18}"/>
                </a:ext>
              </a:extLst>
            </p:cNvPr>
            <p:cNvSpPr/>
            <p:nvPr/>
          </p:nvSpPr>
          <p:spPr>
            <a:xfrm>
              <a:off x="6300467" y="3436427"/>
              <a:ext cx="142363" cy="79302"/>
            </a:xfrm>
            <a:custGeom>
              <a:avLst/>
              <a:gdLst>
                <a:gd name="csX0" fmla="*/ 142363 w 142363"/>
                <a:gd name="csY0" fmla="*/ 60194 h 79302"/>
                <a:gd name="csX1" fmla="*/ 141886 w 142363"/>
                <a:gd name="csY1" fmla="*/ 62582 h 79302"/>
                <a:gd name="csX2" fmla="*/ 141408 w 142363"/>
                <a:gd name="csY2" fmla="*/ 64016 h 79302"/>
                <a:gd name="csX3" fmla="*/ 140930 w 142363"/>
                <a:gd name="csY3" fmla="*/ 64016 h 79302"/>
                <a:gd name="csX4" fmla="*/ 139019 w 142363"/>
                <a:gd name="csY4" fmla="*/ 64493 h 79302"/>
                <a:gd name="csX5" fmla="*/ 136631 w 142363"/>
                <a:gd name="csY5" fmla="*/ 66404 h 79302"/>
                <a:gd name="csX6" fmla="*/ 132331 w 142363"/>
                <a:gd name="csY6" fmla="*/ 70704 h 79302"/>
                <a:gd name="csX7" fmla="*/ 131376 w 142363"/>
                <a:gd name="csY7" fmla="*/ 71659 h 79302"/>
                <a:gd name="csX8" fmla="*/ 130420 w 142363"/>
                <a:gd name="csY8" fmla="*/ 75003 h 79302"/>
                <a:gd name="csX9" fmla="*/ 129942 w 142363"/>
                <a:gd name="csY9" fmla="*/ 75003 h 79302"/>
                <a:gd name="csX10" fmla="*/ 128031 w 142363"/>
                <a:gd name="csY10" fmla="*/ 75003 h 79302"/>
                <a:gd name="csX11" fmla="*/ 127076 w 142363"/>
                <a:gd name="csY11" fmla="*/ 75003 h 79302"/>
                <a:gd name="csX12" fmla="*/ 124688 w 142363"/>
                <a:gd name="csY12" fmla="*/ 75003 h 79302"/>
                <a:gd name="csX13" fmla="*/ 119910 w 142363"/>
                <a:gd name="csY13" fmla="*/ 74048 h 79302"/>
                <a:gd name="csX14" fmla="*/ 117999 w 142363"/>
                <a:gd name="csY14" fmla="*/ 75003 h 79302"/>
                <a:gd name="csX15" fmla="*/ 115133 w 142363"/>
                <a:gd name="csY15" fmla="*/ 78348 h 79302"/>
                <a:gd name="csX16" fmla="*/ 114177 w 142363"/>
                <a:gd name="csY16" fmla="*/ 78825 h 79302"/>
                <a:gd name="csX17" fmla="*/ 111311 w 142363"/>
                <a:gd name="csY17" fmla="*/ 79303 h 79302"/>
                <a:gd name="csX18" fmla="*/ 110833 w 142363"/>
                <a:gd name="csY18" fmla="*/ 79303 h 79302"/>
                <a:gd name="csX19" fmla="*/ 109400 w 142363"/>
                <a:gd name="csY19" fmla="*/ 79303 h 79302"/>
                <a:gd name="csX20" fmla="*/ 107011 w 142363"/>
                <a:gd name="csY20" fmla="*/ 78348 h 79302"/>
                <a:gd name="csX21" fmla="*/ 104623 w 142363"/>
                <a:gd name="csY21" fmla="*/ 76914 h 79302"/>
                <a:gd name="csX22" fmla="*/ 103190 w 142363"/>
                <a:gd name="csY22" fmla="*/ 75003 h 79302"/>
                <a:gd name="csX23" fmla="*/ 100801 w 142363"/>
                <a:gd name="csY23" fmla="*/ 72137 h 79302"/>
                <a:gd name="csX24" fmla="*/ 100323 w 142363"/>
                <a:gd name="csY24" fmla="*/ 72137 h 79302"/>
                <a:gd name="csX25" fmla="*/ 98890 w 142363"/>
                <a:gd name="csY25" fmla="*/ 70704 h 79302"/>
                <a:gd name="csX26" fmla="*/ 96501 w 142363"/>
                <a:gd name="csY26" fmla="*/ 68793 h 79302"/>
                <a:gd name="csX27" fmla="*/ 92202 w 142363"/>
                <a:gd name="csY27" fmla="*/ 65449 h 79302"/>
                <a:gd name="csX28" fmla="*/ 90769 w 142363"/>
                <a:gd name="csY28" fmla="*/ 64493 h 79302"/>
                <a:gd name="csX29" fmla="*/ 83125 w 142363"/>
                <a:gd name="csY29" fmla="*/ 63060 h 79302"/>
                <a:gd name="csX30" fmla="*/ 80258 w 142363"/>
                <a:gd name="csY30" fmla="*/ 62105 h 79302"/>
                <a:gd name="csX31" fmla="*/ 77870 w 142363"/>
                <a:gd name="csY31" fmla="*/ 58283 h 79302"/>
                <a:gd name="csX32" fmla="*/ 76915 w 142363"/>
                <a:gd name="csY32" fmla="*/ 55894 h 79302"/>
                <a:gd name="csX33" fmla="*/ 76915 w 142363"/>
                <a:gd name="csY33" fmla="*/ 55894 h 79302"/>
                <a:gd name="csX34" fmla="*/ 75959 w 142363"/>
                <a:gd name="csY34" fmla="*/ 55417 h 79302"/>
                <a:gd name="csX35" fmla="*/ 74526 w 142363"/>
                <a:gd name="csY35" fmla="*/ 55894 h 79302"/>
                <a:gd name="csX36" fmla="*/ 73093 w 142363"/>
                <a:gd name="csY36" fmla="*/ 56372 h 79302"/>
                <a:gd name="csX37" fmla="*/ 69749 w 142363"/>
                <a:gd name="csY37" fmla="*/ 59238 h 79302"/>
                <a:gd name="csX38" fmla="*/ 68793 w 142363"/>
                <a:gd name="csY38" fmla="*/ 59238 h 79302"/>
                <a:gd name="csX39" fmla="*/ 68793 w 142363"/>
                <a:gd name="csY39" fmla="*/ 59238 h 79302"/>
                <a:gd name="csX40" fmla="*/ 66405 w 142363"/>
                <a:gd name="csY40" fmla="*/ 59238 h 79302"/>
                <a:gd name="csX41" fmla="*/ 61627 w 142363"/>
                <a:gd name="csY41" fmla="*/ 60194 h 79302"/>
                <a:gd name="csX42" fmla="*/ 59239 w 142363"/>
                <a:gd name="csY42" fmla="*/ 59238 h 79302"/>
                <a:gd name="csX43" fmla="*/ 55417 w 142363"/>
                <a:gd name="csY43" fmla="*/ 57805 h 79302"/>
                <a:gd name="csX44" fmla="*/ 53506 w 142363"/>
                <a:gd name="csY44" fmla="*/ 57805 h 79302"/>
                <a:gd name="csX45" fmla="*/ 51595 w 142363"/>
                <a:gd name="csY45" fmla="*/ 57805 h 79302"/>
                <a:gd name="csX46" fmla="*/ 43474 w 142363"/>
                <a:gd name="csY46" fmla="*/ 56850 h 79302"/>
                <a:gd name="csX47" fmla="*/ 41563 w 142363"/>
                <a:gd name="csY47" fmla="*/ 57805 h 79302"/>
                <a:gd name="csX48" fmla="*/ 40129 w 142363"/>
                <a:gd name="csY48" fmla="*/ 58283 h 79302"/>
                <a:gd name="csX49" fmla="*/ 38696 w 142363"/>
                <a:gd name="csY49" fmla="*/ 56372 h 79302"/>
                <a:gd name="csX50" fmla="*/ 38696 w 142363"/>
                <a:gd name="csY50" fmla="*/ 56372 h 79302"/>
                <a:gd name="csX51" fmla="*/ 36785 w 142363"/>
                <a:gd name="csY51" fmla="*/ 55894 h 79302"/>
                <a:gd name="csX52" fmla="*/ 34874 w 142363"/>
                <a:gd name="csY52" fmla="*/ 56372 h 79302"/>
                <a:gd name="csX53" fmla="*/ 31052 w 142363"/>
                <a:gd name="csY53" fmla="*/ 56372 h 79302"/>
                <a:gd name="csX54" fmla="*/ 26753 w 142363"/>
                <a:gd name="csY54" fmla="*/ 55894 h 79302"/>
                <a:gd name="csX55" fmla="*/ 26753 w 142363"/>
                <a:gd name="csY55" fmla="*/ 55894 h 79302"/>
                <a:gd name="csX56" fmla="*/ 21020 w 142363"/>
                <a:gd name="csY56" fmla="*/ 55417 h 79302"/>
                <a:gd name="csX57" fmla="*/ 20542 w 142363"/>
                <a:gd name="csY57" fmla="*/ 55417 h 79302"/>
                <a:gd name="csX58" fmla="*/ 20542 w 142363"/>
                <a:gd name="csY58" fmla="*/ 55417 h 79302"/>
                <a:gd name="csX59" fmla="*/ 14332 w 142363"/>
                <a:gd name="csY59" fmla="*/ 58283 h 79302"/>
                <a:gd name="csX60" fmla="*/ 13854 w 142363"/>
                <a:gd name="csY60" fmla="*/ 58283 h 79302"/>
                <a:gd name="csX61" fmla="*/ 12899 w 142363"/>
                <a:gd name="csY61" fmla="*/ 58283 h 79302"/>
                <a:gd name="csX62" fmla="*/ 8599 w 142363"/>
                <a:gd name="csY62" fmla="*/ 61149 h 79302"/>
                <a:gd name="csX63" fmla="*/ 6210 w 142363"/>
                <a:gd name="csY63" fmla="*/ 62582 h 79302"/>
                <a:gd name="csX64" fmla="*/ 478 w 142363"/>
                <a:gd name="csY64" fmla="*/ 66404 h 79302"/>
                <a:gd name="csX65" fmla="*/ 0 w 142363"/>
                <a:gd name="csY65" fmla="*/ 60194 h 79302"/>
                <a:gd name="csX66" fmla="*/ 478 w 142363"/>
                <a:gd name="csY66" fmla="*/ 47773 h 79302"/>
                <a:gd name="csX67" fmla="*/ 956 w 142363"/>
                <a:gd name="csY67" fmla="*/ 41562 h 79302"/>
                <a:gd name="csX68" fmla="*/ 4777 w 142363"/>
                <a:gd name="csY68" fmla="*/ 38218 h 79302"/>
                <a:gd name="csX69" fmla="*/ 6688 w 142363"/>
                <a:gd name="csY69" fmla="*/ 35352 h 79302"/>
                <a:gd name="csX70" fmla="*/ 7644 w 142363"/>
                <a:gd name="csY70" fmla="*/ 31530 h 79302"/>
                <a:gd name="csX71" fmla="*/ 8121 w 142363"/>
                <a:gd name="csY71" fmla="*/ 27708 h 79302"/>
                <a:gd name="csX72" fmla="*/ 9077 w 142363"/>
                <a:gd name="csY72" fmla="*/ 24842 h 79302"/>
                <a:gd name="csX73" fmla="*/ 14332 w 142363"/>
                <a:gd name="csY73" fmla="*/ 16721 h 79302"/>
                <a:gd name="csX74" fmla="*/ 18632 w 142363"/>
                <a:gd name="csY74" fmla="*/ 15765 h 79302"/>
                <a:gd name="csX75" fmla="*/ 24364 w 142363"/>
                <a:gd name="csY75" fmla="*/ 13376 h 79302"/>
                <a:gd name="csX76" fmla="*/ 30575 w 142363"/>
                <a:gd name="csY76" fmla="*/ 11465 h 79302"/>
                <a:gd name="csX77" fmla="*/ 32008 w 142363"/>
                <a:gd name="csY77" fmla="*/ 13854 h 79302"/>
                <a:gd name="csX78" fmla="*/ 32486 w 142363"/>
                <a:gd name="csY78" fmla="*/ 15765 h 79302"/>
                <a:gd name="csX79" fmla="*/ 40129 w 142363"/>
                <a:gd name="csY79" fmla="*/ 22931 h 79302"/>
                <a:gd name="csX80" fmla="*/ 42040 w 142363"/>
                <a:gd name="csY80" fmla="*/ 24842 h 79302"/>
                <a:gd name="csX81" fmla="*/ 44907 w 142363"/>
                <a:gd name="csY81" fmla="*/ 32963 h 79302"/>
                <a:gd name="csX82" fmla="*/ 52073 w 142363"/>
                <a:gd name="csY82" fmla="*/ 36785 h 79302"/>
                <a:gd name="csX83" fmla="*/ 57805 w 142363"/>
                <a:gd name="csY83" fmla="*/ 35352 h 79302"/>
                <a:gd name="csX84" fmla="*/ 60194 w 142363"/>
                <a:gd name="csY84" fmla="*/ 33441 h 79302"/>
                <a:gd name="csX85" fmla="*/ 64971 w 142363"/>
                <a:gd name="csY85" fmla="*/ 30097 h 79302"/>
                <a:gd name="csX86" fmla="*/ 66882 w 142363"/>
                <a:gd name="csY86" fmla="*/ 27708 h 79302"/>
                <a:gd name="csX87" fmla="*/ 67360 w 142363"/>
                <a:gd name="csY87" fmla="*/ 24842 h 79302"/>
                <a:gd name="csX88" fmla="*/ 66405 w 142363"/>
                <a:gd name="csY88" fmla="*/ 14332 h 79302"/>
                <a:gd name="csX89" fmla="*/ 64971 w 142363"/>
                <a:gd name="csY89" fmla="*/ 9555 h 79302"/>
                <a:gd name="csX90" fmla="*/ 65449 w 142363"/>
                <a:gd name="csY90" fmla="*/ 6210 h 79302"/>
                <a:gd name="csX91" fmla="*/ 66405 w 142363"/>
                <a:gd name="csY91" fmla="*/ 6688 h 79302"/>
                <a:gd name="csX92" fmla="*/ 68315 w 142363"/>
                <a:gd name="csY92" fmla="*/ 5255 h 79302"/>
                <a:gd name="csX93" fmla="*/ 74526 w 142363"/>
                <a:gd name="csY93" fmla="*/ 2389 h 79302"/>
                <a:gd name="csX94" fmla="*/ 75959 w 142363"/>
                <a:gd name="csY94" fmla="*/ 2389 h 79302"/>
                <a:gd name="csX95" fmla="*/ 77392 w 142363"/>
                <a:gd name="csY95" fmla="*/ 1911 h 79302"/>
                <a:gd name="csX96" fmla="*/ 81214 w 142363"/>
                <a:gd name="csY96" fmla="*/ 0 h 79302"/>
                <a:gd name="csX97" fmla="*/ 82647 w 142363"/>
                <a:gd name="csY97" fmla="*/ 955 h 79302"/>
                <a:gd name="csX98" fmla="*/ 83603 w 142363"/>
                <a:gd name="csY98" fmla="*/ 2389 h 79302"/>
                <a:gd name="csX99" fmla="*/ 84081 w 142363"/>
                <a:gd name="csY99" fmla="*/ 2389 h 79302"/>
                <a:gd name="csX100" fmla="*/ 84558 w 142363"/>
                <a:gd name="csY100" fmla="*/ 1911 h 79302"/>
                <a:gd name="csX101" fmla="*/ 84558 w 142363"/>
                <a:gd name="csY101" fmla="*/ 955 h 79302"/>
                <a:gd name="csX102" fmla="*/ 84558 w 142363"/>
                <a:gd name="csY102" fmla="*/ 478 h 79302"/>
                <a:gd name="csX103" fmla="*/ 85991 w 142363"/>
                <a:gd name="csY103" fmla="*/ 478 h 79302"/>
                <a:gd name="csX104" fmla="*/ 90291 w 142363"/>
                <a:gd name="csY104" fmla="*/ 3822 h 79302"/>
                <a:gd name="csX105" fmla="*/ 92202 w 142363"/>
                <a:gd name="csY105" fmla="*/ 4777 h 79302"/>
                <a:gd name="csX106" fmla="*/ 93157 w 142363"/>
                <a:gd name="csY106" fmla="*/ 4777 h 79302"/>
                <a:gd name="csX107" fmla="*/ 93157 w 142363"/>
                <a:gd name="csY107" fmla="*/ 4777 h 79302"/>
                <a:gd name="csX108" fmla="*/ 94590 w 142363"/>
                <a:gd name="csY108" fmla="*/ 6688 h 79302"/>
                <a:gd name="csX109" fmla="*/ 98890 w 142363"/>
                <a:gd name="csY109" fmla="*/ 7644 h 79302"/>
                <a:gd name="csX110" fmla="*/ 99368 w 142363"/>
                <a:gd name="csY110" fmla="*/ 8121 h 79302"/>
                <a:gd name="csX111" fmla="*/ 99368 w 142363"/>
                <a:gd name="csY111" fmla="*/ 9555 h 79302"/>
                <a:gd name="csX112" fmla="*/ 103190 w 142363"/>
                <a:gd name="csY112" fmla="*/ 13376 h 79302"/>
                <a:gd name="csX113" fmla="*/ 104623 w 142363"/>
                <a:gd name="csY113" fmla="*/ 15765 h 79302"/>
                <a:gd name="csX114" fmla="*/ 107967 w 142363"/>
                <a:gd name="csY114" fmla="*/ 17676 h 79302"/>
                <a:gd name="csX115" fmla="*/ 109400 w 142363"/>
                <a:gd name="csY115" fmla="*/ 18154 h 79302"/>
                <a:gd name="csX116" fmla="*/ 115133 w 142363"/>
                <a:gd name="csY116" fmla="*/ 16243 h 79302"/>
                <a:gd name="csX117" fmla="*/ 116566 w 142363"/>
                <a:gd name="csY117" fmla="*/ 15287 h 79302"/>
                <a:gd name="csX118" fmla="*/ 117999 w 142363"/>
                <a:gd name="csY118" fmla="*/ 15287 h 79302"/>
                <a:gd name="csX119" fmla="*/ 119433 w 142363"/>
                <a:gd name="csY119" fmla="*/ 16243 h 79302"/>
                <a:gd name="csX120" fmla="*/ 122299 w 142363"/>
                <a:gd name="csY120" fmla="*/ 17676 h 79302"/>
                <a:gd name="csX121" fmla="*/ 125165 w 142363"/>
                <a:gd name="csY121" fmla="*/ 18154 h 79302"/>
                <a:gd name="csX122" fmla="*/ 125643 w 142363"/>
                <a:gd name="csY122" fmla="*/ 18154 h 79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</a:cxnLst>
              <a:rect l="l" t="t" r="r" b="b"/>
              <a:pathLst>
                <a:path w="142363" h="79302">
                  <a:moveTo>
                    <a:pt x="142363" y="60194"/>
                  </a:moveTo>
                  <a:lnTo>
                    <a:pt x="141886" y="62582"/>
                  </a:lnTo>
                  <a:lnTo>
                    <a:pt x="141408" y="64016"/>
                  </a:lnTo>
                  <a:lnTo>
                    <a:pt x="140930" y="64016"/>
                  </a:lnTo>
                  <a:lnTo>
                    <a:pt x="139019" y="64493"/>
                  </a:lnTo>
                  <a:lnTo>
                    <a:pt x="136631" y="66404"/>
                  </a:lnTo>
                  <a:lnTo>
                    <a:pt x="132331" y="70704"/>
                  </a:lnTo>
                  <a:lnTo>
                    <a:pt x="131376" y="71659"/>
                  </a:lnTo>
                  <a:lnTo>
                    <a:pt x="130420" y="75003"/>
                  </a:lnTo>
                  <a:lnTo>
                    <a:pt x="129942" y="75003"/>
                  </a:lnTo>
                  <a:lnTo>
                    <a:pt x="128031" y="75003"/>
                  </a:lnTo>
                  <a:lnTo>
                    <a:pt x="127076" y="75003"/>
                  </a:lnTo>
                  <a:lnTo>
                    <a:pt x="124688" y="75003"/>
                  </a:lnTo>
                  <a:lnTo>
                    <a:pt x="119910" y="74048"/>
                  </a:lnTo>
                  <a:lnTo>
                    <a:pt x="117999" y="75003"/>
                  </a:lnTo>
                  <a:lnTo>
                    <a:pt x="115133" y="78348"/>
                  </a:lnTo>
                  <a:lnTo>
                    <a:pt x="114177" y="78825"/>
                  </a:lnTo>
                  <a:lnTo>
                    <a:pt x="111311" y="79303"/>
                  </a:lnTo>
                  <a:lnTo>
                    <a:pt x="110833" y="79303"/>
                  </a:lnTo>
                  <a:lnTo>
                    <a:pt x="109400" y="79303"/>
                  </a:lnTo>
                  <a:lnTo>
                    <a:pt x="107011" y="78348"/>
                  </a:lnTo>
                  <a:lnTo>
                    <a:pt x="104623" y="76914"/>
                  </a:lnTo>
                  <a:lnTo>
                    <a:pt x="103190" y="75003"/>
                  </a:lnTo>
                  <a:lnTo>
                    <a:pt x="100801" y="72137"/>
                  </a:lnTo>
                  <a:lnTo>
                    <a:pt x="100323" y="72137"/>
                  </a:lnTo>
                  <a:lnTo>
                    <a:pt x="98890" y="70704"/>
                  </a:lnTo>
                  <a:lnTo>
                    <a:pt x="96501" y="68793"/>
                  </a:lnTo>
                  <a:lnTo>
                    <a:pt x="92202" y="65449"/>
                  </a:lnTo>
                  <a:lnTo>
                    <a:pt x="90769" y="64493"/>
                  </a:lnTo>
                  <a:lnTo>
                    <a:pt x="83125" y="63060"/>
                  </a:lnTo>
                  <a:lnTo>
                    <a:pt x="80258" y="62105"/>
                  </a:lnTo>
                  <a:lnTo>
                    <a:pt x="77870" y="58283"/>
                  </a:lnTo>
                  <a:lnTo>
                    <a:pt x="76915" y="55894"/>
                  </a:lnTo>
                  <a:lnTo>
                    <a:pt x="76915" y="55894"/>
                  </a:lnTo>
                  <a:lnTo>
                    <a:pt x="75959" y="55417"/>
                  </a:lnTo>
                  <a:lnTo>
                    <a:pt x="74526" y="55894"/>
                  </a:lnTo>
                  <a:lnTo>
                    <a:pt x="73093" y="56372"/>
                  </a:lnTo>
                  <a:lnTo>
                    <a:pt x="69749" y="59238"/>
                  </a:lnTo>
                  <a:lnTo>
                    <a:pt x="68793" y="59238"/>
                  </a:lnTo>
                  <a:lnTo>
                    <a:pt x="68793" y="59238"/>
                  </a:lnTo>
                  <a:lnTo>
                    <a:pt x="66405" y="59238"/>
                  </a:lnTo>
                  <a:lnTo>
                    <a:pt x="61627" y="60194"/>
                  </a:lnTo>
                  <a:lnTo>
                    <a:pt x="59239" y="59238"/>
                  </a:lnTo>
                  <a:lnTo>
                    <a:pt x="55417" y="57805"/>
                  </a:lnTo>
                  <a:lnTo>
                    <a:pt x="53506" y="57805"/>
                  </a:lnTo>
                  <a:lnTo>
                    <a:pt x="51595" y="57805"/>
                  </a:lnTo>
                  <a:lnTo>
                    <a:pt x="43474" y="56850"/>
                  </a:lnTo>
                  <a:lnTo>
                    <a:pt x="41563" y="57805"/>
                  </a:lnTo>
                  <a:lnTo>
                    <a:pt x="40129" y="58283"/>
                  </a:lnTo>
                  <a:lnTo>
                    <a:pt x="38696" y="56372"/>
                  </a:lnTo>
                  <a:lnTo>
                    <a:pt x="38696" y="56372"/>
                  </a:lnTo>
                  <a:lnTo>
                    <a:pt x="36785" y="55894"/>
                  </a:lnTo>
                  <a:lnTo>
                    <a:pt x="34874" y="56372"/>
                  </a:lnTo>
                  <a:lnTo>
                    <a:pt x="31052" y="56372"/>
                  </a:lnTo>
                  <a:lnTo>
                    <a:pt x="26753" y="55894"/>
                  </a:lnTo>
                  <a:lnTo>
                    <a:pt x="26753" y="55894"/>
                  </a:lnTo>
                  <a:lnTo>
                    <a:pt x="21020" y="55417"/>
                  </a:lnTo>
                  <a:lnTo>
                    <a:pt x="20542" y="55417"/>
                  </a:lnTo>
                  <a:lnTo>
                    <a:pt x="20542" y="55417"/>
                  </a:lnTo>
                  <a:lnTo>
                    <a:pt x="14332" y="58283"/>
                  </a:lnTo>
                  <a:lnTo>
                    <a:pt x="13854" y="58283"/>
                  </a:lnTo>
                  <a:lnTo>
                    <a:pt x="12899" y="58283"/>
                  </a:lnTo>
                  <a:lnTo>
                    <a:pt x="8599" y="61149"/>
                  </a:lnTo>
                  <a:lnTo>
                    <a:pt x="6210" y="62582"/>
                  </a:lnTo>
                  <a:lnTo>
                    <a:pt x="478" y="66404"/>
                  </a:lnTo>
                  <a:lnTo>
                    <a:pt x="0" y="60194"/>
                  </a:lnTo>
                  <a:lnTo>
                    <a:pt x="478" y="47773"/>
                  </a:lnTo>
                  <a:lnTo>
                    <a:pt x="956" y="41562"/>
                  </a:lnTo>
                  <a:lnTo>
                    <a:pt x="4777" y="38218"/>
                  </a:lnTo>
                  <a:lnTo>
                    <a:pt x="6688" y="35352"/>
                  </a:lnTo>
                  <a:lnTo>
                    <a:pt x="7644" y="31530"/>
                  </a:lnTo>
                  <a:lnTo>
                    <a:pt x="8121" y="27708"/>
                  </a:lnTo>
                  <a:lnTo>
                    <a:pt x="9077" y="24842"/>
                  </a:lnTo>
                  <a:lnTo>
                    <a:pt x="14332" y="16721"/>
                  </a:lnTo>
                  <a:lnTo>
                    <a:pt x="18632" y="15765"/>
                  </a:lnTo>
                  <a:lnTo>
                    <a:pt x="24364" y="13376"/>
                  </a:lnTo>
                  <a:lnTo>
                    <a:pt x="30575" y="11465"/>
                  </a:lnTo>
                  <a:lnTo>
                    <a:pt x="32008" y="13854"/>
                  </a:lnTo>
                  <a:lnTo>
                    <a:pt x="32486" y="15765"/>
                  </a:lnTo>
                  <a:lnTo>
                    <a:pt x="40129" y="22931"/>
                  </a:lnTo>
                  <a:lnTo>
                    <a:pt x="42040" y="24842"/>
                  </a:lnTo>
                  <a:lnTo>
                    <a:pt x="44907" y="32963"/>
                  </a:lnTo>
                  <a:lnTo>
                    <a:pt x="52073" y="36785"/>
                  </a:lnTo>
                  <a:lnTo>
                    <a:pt x="57805" y="35352"/>
                  </a:lnTo>
                  <a:lnTo>
                    <a:pt x="60194" y="33441"/>
                  </a:lnTo>
                  <a:lnTo>
                    <a:pt x="64971" y="30097"/>
                  </a:lnTo>
                  <a:lnTo>
                    <a:pt x="66882" y="27708"/>
                  </a:lnTo>
                  <a:lnTo>
                    <a:pt x="67360" y="24842"/>
                  </a:lnTo>
                  <a:lnTo>
                    <a:pt x="66405" y="14332"/>
                  </a:lnTo>
                  <a:lnTo>
                    <a:pt x="64971" y="9555"/>
                  </a:lnTo>
                  <a:lnTo>
                    <a:pt x="65449" y="6210"/>
                  </a:lnTo>
                  <a:lnTo>
                    <a:pt x="66405" y="6688"/>
                  </a:lnTo>
                  <a:lnTo>
                    <a:pt x="68315" y="5255"/>
                  </a:lnTo>
                  <a:lnTo>
                    <a:pt x="74526" y="2389"/>
                  </a:lnTo>
                  <a:lnTo>
                    <a:pt x="75959" y="2389"/>
                  </a:lnTo>
                  <a:lnTo>
                    <a:pt x="77392" y="1911"/>
                  </a:lnTo>
                  <a:lnTo>
                    <a:pt x="81214" y="0"/>
                  </a:lnTo>
                  <a:lnTo>
                    <a:pt x="82647" y="955"/>
                  </a:lnTo>
                  <a:lnTo>
                    <a:pt x="83603" y="2389"/>
                  </a:lnTo>
                  <a:lnTo>
                    <a:pt x="84081" y="2389"/>
                  </a:lnTo>
                  <a:lnTo>
                    <a:pt x="84558" y="1911"/>
                  </a:lnTo>
                  <a:lnTo>
                    <a:pt x="84558" y="955"/>
                  </a:lnTo>
                  <a:lnTo>
                    <a:pt x="84558" y="478"/>
                  </a:lnTo>
                  <a:lnTo>
                    <a:pt x="85991" y="478"/>
                  </a:lnTo>
                  <a:lnTo>
                    <a:pt x="90291" y="3822"/>
                  </a:lnTo>
                  <a:lnTo>
                    <a:pt x="92202" y="4777"/>
                  </a:lnTo>
                  <a:lnTo>
                    <a:pt x="93157" y="4777"/>
                  </a:lnTo>
                  <a:lnTo>
                    <a:pt x="93157" y="4777"/>
                  </a:lnTo>
                  <a:lnTo>
                    <a:pt x="94590" y="6688"/>
                  </a:lnTo>
                  <a:lnTo>
                    <a:pt x="98890" y="7644"/>
                  </a:lnTo>
                  <a:lnTo>
                    <a:pt x="99368" y="8121"/>
                  </a:lnTo>
                  <a:lnTo>
                    <a:pt x="99368" y="9555"/>
                  </a:lnTo>
                  <a:lnTo>
                    <a:pt x="103190" y="13376"/>
                  </a:lnTo>
                  <a:lnTo>
                    <a:pt x="104623" y="15765"/>
                  </a:lnTo>
                  <a:lnTo>
                    <a:pt x="107967" y="17676"/>
                  </a:lnTo>
                  <a:lnTo>
                    <a:pt x="109400" y="18154"/>
                  </a:lnTo>
                  <a:lnTo>
                    <a:pt x="115133" y="16243"/>
                  </a:lnTo>
                  <a:lnTo>
                    <a:pt x="116566" y="15287"/>
                  </a:lnTo>
                  <a:lnTo>
                    <a:pt x="117999" y="15287"/>
                  </a:lnTo>
                  <a:lnTo>
                    <a:pt x="119433" y="16243"/>
                  </a:lnTo>
                  <a:lnTo>
                    <a:pt x="122299" y="17676"/>
                  </a:lnTo>
                  <a:lnTo>
                    <a:pt x="125165" y="18154"/>
                  </a:lnTo>
                  <a:lnTo>
                    <a:pt x="125643" y="1815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4" name="Freeform 4893">
              <a:extLst>
                <a:ext uri="{FF2B5EF4-FFF2-40B4-BE49-F238E27FC236}">
                  <a16:creationId xmlns:a16="http://schemas.microsoft.com/office/drawing/2014/main" id="{6E7C1915-1D41-58CA-4208-B8AEF8923511}"/>
                </a:ext>
              </a:extLst>
            </p:cNvPr>
            <p:cNvSpPr/>
            <p:nvPr/>
          </p:nvSpPr>
          <p:spPr>
            <a:xfrm>
              <a:off x="6440919" y="3487544"/>
              <a:ext cx="1911" cy="7165"/>
            </a:xfrm>
            <a:custGeom>
              <a:avLst/>
              <a:gdLst>
                <a:gd name="csX0" fmla="*/ 0 w 1911"/>
                <a:gd name="csY0" fmla="*/ 0 h 7165"/>
                <a:gd name="csX1" fmla="*/ 478 w 1911"/>
                <a:gd name="csY1" fmla="*/ 956 h 7165"/>
                <a:gd name="csX2" fmla="*/ 1433 w 1911"/>
                <a:gd name="csY2" fmla="*/ 4777 h 7165"/>
                <a:gd name="csX3" fmla="*/ 1911 w 1911"/>
                <a:gd name="csY3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7165">
                  <a:moveTo>
                    <a:pt x="0" y="0"/>
                  </a:moveTo>
                  <a:lnTo>
                    <a:pt x="478" y="956"/>
                  </a:lnTo>
                  <a:lnTo>
                    <a:pt x="1433" y="4777"/>
                  </a:lnTo>
                  <a:lnTo>
                    <a:pt x="1911" y="71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5" name="Freeform 4894">
              <a:extLst>
                <a:ext uri="{FF2B5EF4-FFF2-40B4-BE49-F238E27FC236}">
                  <a16:creationId xmlns:a16="http://schemas.microsoft.com/office/drawing/2014/main" id="{563F9D3B-822F-11FE-A39A-E98898F4F06E}"/>
                </a:ext>
              </a:extLst>
            </p:cNvPr>
            <p:cNvSpPr/>
            <p:nvPr/>
          </p:nvSpPr>
          <p:spPr>
            <a:xfrm>
              <a:off x="6436620" y="3478468"/>
              <a:ext cx="477" cy="2388"/>
            </a:xfrm>
            <a:custGeom>
              <a:avLst/>
              <a:gdLst>
                <a:gd name="csX0" fmla="*/ 0 w 477"/>
                <a:gd name="csY0" fmla="*/ 0 h 2388"/>
                <a:gd name="csX1" fmla="*/ 478 w 477"/>
                <a:gd name="csY1" fmla="*/ 2389 h 2388"/>
                <a:gd name="csX2" fmla="*/ 478 w 477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2388">
                  <a:moveTo>
                    <a:pt x="0" y="0"/>
                  </a:moveTo>
                  <a:lnTo>
                    <a:pt x="478" y="2389"/>
                  </a:lnTo>
                  <a:lnTo>
                    <a:pt x="478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6" name="Freeform 4895">
              <a:extLst>
                <a:ext uri="{FF2B5EF4-FFF2-40B4-BE49-F238E27FC236}">
                  <a16:creationId xmlns:a16="http://schemas.microsoft.com/office/drawing/2014/main" id="{D2F26C36-903F-2344-D374-AFB5E22E5A3E}"/>
                </a:ext>
              </a:extLst>
            </p:cNvPr>
            <p:cNvSpPr/>
            <p:nvPr/>
          </p:nvSpPr>
          <p:spPr>
            <a:xfrm>
              <a:off x="6431843" y="3462703"/>
              <a:ext cx="3821" cy="14809"/>
            </a:xfrm>
            <a:custGeom>
              <a:avLst/>
              <a:gdLst>
                <a:gd name="csX0" fmla="*/ 3821 w 3821"/>
                <a:gd name="csY0" fmla="*/ 0 h 14809"/>
                <a:gd name="csX1" fmla="*/ 3821 w 3821"/>
                <a:gd name="csY1" fmla="*/ 1433 h 14809"/>
                <a:gd name="csX2" fmla="*/ 3821 w 3821"/>
                <a:gd name="csY2" fmla="*/ 2866 h 14809"/>
                <a:gd name="csX3" fmla="*/ 3344 w 3821"/>
                <a:gd name="csY3" fmla="*/ 3822 h 14809"/>
                <a:gd name="csX4" fmla="*/ 2389 w 3821"/>
                <a:gd name="csY4" fmla="*/ 5255 h 14809"/>
                <a:gd name="csX5" fmla="*/ 2389 w 3821"/>
                <a:gd name="csY5" fmla="*/ 5255 h 14809"/>
                <a:gd name="csX6" fmla="*/ 1433 w 3821"/>
                <a:gd name="csY6" fmla="*/ 7644 h 14809"/>
                <a:gd name="csX7" fmla="*/ 1433 w 3821"/>
                <a:gd name="csY7" fmla="*/ 7644 h 14809"/>
                <a:gd name="csX8" fmla="*/ 1433 w 3821"/>
                <a:gd name="csY8" fmla="*/ 10510 h 14809"/>
                <a:gd name="csX9" fmla="*/ 0 w 3821"/>
                <a:gd name="csY9" fmla="*/ 14809 h 14809"/>
                <a:gd name="csX10" fmla="*/ 0 w 3821"/>
                <a:gd name="csY10" fmla="*/ 14809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21" h="14809">
                  <a:moveTo>
                    <a:pt x="3821" y="0"/>
                  </a:moveTo>
                  <a:lnTo>
                    <a:pt x="3821" y="1433"/>
                  </a:lnTo>
                  <a:lnTo>
                    <a:pt x="3821" y="2866"/>
                  </a:lnTo>
                  <a:lnTo>
                    <a:pt x="3344" y="3822"/>
                  </a:lnTo>
                  <a:lnTo>
                    <a:pt x="2389" y="5255"/>
                  </a:lnTo>
                  <a:lnTo>
                    <a:pt x="2389" y="5255"/>
                  </a:lnTo>
                  <a:lnTo>
                    <a:pt x="1433" y="7644"/>
                  </a:lnTo>
                  <a:lnTo>
                    <a:pt x="1433" y="7644"/>
                  </a:lnTo>
                  <a:lnTo>
                    <a:pt x="1433" y="10510"/>
                  </a:lnTo>
                  <a:lnTo>
                    <a:pt x="0" y="14809"/>
                  </a:lnTo>
                  <a:lnTo>
                    <a:pt x="0" y="1480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7" name="Freeform 4896">
              <a:extLst>
                <a:ext uri="{FF2B5EF4-FFF2-40B4-BE49-F238E27FC236}">
                  <a16:creationId xmlns:a16="http://schemas.microsoft.com/office/drawing/2014/main" id="{77639EAE-4CF0-C833-8024-A53DEACB95E7}"/>
                </a:ext>
              </a:extLst>
            </p:cNvPr>
            <p:cNvSpPr/>
            <p:nvPr/>
          </p:nvSpPr>
          <p:spPr>
            <a:xfrm>
              <a:off x="6111764" y="4097605"/>
              <a:ext cx="270872" cy="229310"/>
            </a:xfrm>
            <a:custGeom>
              <a:avLst/>
              <a:gdLst>
                <a:gd name="csX0" fmla="*/ 0 w 270872"/>
                <a:gd name="csY0" fmla="*/ 0 h 229310"/>
                <a:gd name="csX1" fmla="*/ 3344 w 270872"/>
                <a:gd name="csY1" fmla="*/ 1433 h 229310"/>
                <a:gd name="csX2" fmla="*/ 6210 w 270872"/>
                <a:gd name="csY2" fmla="*/ 1911 h 229310"/>
                <a:gd name="csX3" fmla="*/ 15287 w 270872"/>
                <a:gd name="csY3" fmla="*/ 7166 h 229310"/>
                <a:gd name="csX4" fmla="*/ 18632 w 270872"/>
                <a:gd name="csY4" fmla="*/ 7644 h 229310"/>
                <a:gd name="csX5" fmla="*/ 24842 w 270872"/>
                <a:gd name="csY5" fmla="*/ 8599 h 229310"/>
                <a:gd name="csX6" fmla="*/ 32486 w 270872"/>
                <a:gd name="csY6" fmla="*/ 6211 h 229310"/>
                <a:gd name="csX7" fmla="*/ 35352 w 270872"/>
                <a:gd name="csY7" fmla="*/ 6211 h 229310"/>
                <a:gd name="csX8" fmla="*/ 40607 w 270872"/>
                <a:gd name="csY8" fmla="*/ 8121 h 229310"/>
                <a:gd name="csX9" fmla="*/ 42518 w 270872"/>
                <a:gd name="csY9" fmla="*/ 8599 h 229310"/>
                <a:gd name="csX10" fmla="*/ 46340 w 270872"/>
                <a:gd name="csY10" fmla="*/ 8599 h 229310"/>
                <a:gd name="csX11" fmla="*/ 52550 w 270872"/>
                <a:gd name="csY11" fmla="*/ 10510 h 229310"/>
                <a:gd name="csX12" fmla="*/ 54461 w 270872"/>
                <a:gd name="csY12" fmla="*/ 10988 h 229310"/>
                <a:gd name="csX13" fmla="*/ 57805 w 270872"/>
                <a:gd name="csY13" fmla="*/ 13854 h 229310"/>
                <a:gd name="csX14" fmla="*/ 59716 w 270872"/>
                <a:gd name="csY14" fmla="*/ 14810 h 229310"/>
                <a:gd name="csX15" fmla="*/ 73093 w 270872"/>
                <a:gd name="csY15" fmla="*/ 17198 h 229310"/>
                <a:gd name="csX16" fmla="*/ 74526 w 270872"/>
                <a:gd name="csY16" fmla="*/ 19109 h 229310"/>
                <a:gd name="csX17" fmla="*/ 76437 w 270872"/>
                <a:gd name="csY17" fmla="*/ 22453 h 229310"/>
                <a:gd name="csX18" fmla="*/ 76437 w 270872"/>
                <a:gd name="csY18" fmla="*/ 26275 h 229310"/>
                <a:gd name="csX19" fmla="*/ 77870 w 270872"/>
                <a:gd name="csY19" fmla="*/ 29142 h 229310"/>
                <a:gd name="csX20" fmla="*/ 79303 w 270872"/>
                <a:gd name="csY20" fmla="*/ 32963 h 229310"/>
                <a:gd name="csX21" fmla="*/ 81214 w 270872"/>
                <a:gd name="csY21" fmla="*/ 35830 h 229310"/>
                <a:gd name="csX22" fmla="*/ 83603 w 270872"/>
                <a:gd name="csY22" fmla="*/ 37741 h 229310"/>
                <a:gd name="csX23" fmla="*/ 85991 w 270872"/>
                <a:gd name="csY23" fmla="*/ 39174 h 229310"/>
                <a:gd name="csX24" fmla="*/ 91724 w 270872"/>
                <a:gd name="csY24" fmla="*/ 41085 h 229310"/>
                <a:gd name="csX25" fmla="*/ 98412 w 270872"/>
                <a:gd name="csY25" fmla="*/ 42040 h 229310"/>
                <a:gd name="csX26" fmla="*/ 104623 w 270872"/>
                <a:gd name="csY26" fmla="*/ 42518 h 229310"/>
                <a:gd name="csX27" fmla="*/ 116088 w 270872"/>
                <a:gd name="csY27" fmla="*/ 45384 h 229310"/>
                <a:gd name="csX28" fmla="*/ 125643 w 270872"/>
                <a:gd name="csY28" fmla="*/ 48251 h 229310"/>
                <a:gd name="csX29" fmla="*/ 128031 w 270872"/>
                <a:gd name="csY29" fmla="*/ 50162 h 229310"/>
                <a:gd name="csX30" fmla="*/ 132809 w 270872"/>
                <a:gd name="csY30" fmla="*/ 51595 h 229310"/>
                <a:gd name="csX31" fmla="*/ 142363 w 270872"/>
                <a:gd name="csY31" fmla="*/ 59239 h 229310"/>
                <a:gd name="csX32" fmla="*/ 147619 w 270872"/>
                <a:gd name="csY32" fmla="*/ 61627 h 229310"/>
                <a:gd name="csX33" fmla="*/ 151440 w 270872"/>
                <a:gd name="csY33" fmla="*/ 62105 h 229310"/>
                <a:gd name="csX34" fmla="*/ 154784 w 270872"/>
                <a:gd name="csY34" fmla="*/ 62105 h 229310"/>
                <a:gd name="csX35" fmla="*/ 160517 w 270872"/>
                <a:gd name="csY35" fmla="*/ 59239 h 229310"/>
                <a:gd name="csX36" fmla="*/ 162906 w 270872"/>
                <a:gd name="csY36" fmla="*/ 57805 h 229310"/>
                <a:gd name="csX37" fmla="*/ 168638 w 270872"/>
                <a:gd name="csY37" fmla="*/ 51117 h 229310"/>
                <a:gd name="csX38" fmla="*/ 171027 w 270872"/>
                <a:gd name="csY38" fmla="*/ 47773 h 229310"/>
                <a:gd name="csX39" fmla="*/ 171505 w 270872"/>
                <a:gd name="csY39" fmla="*/ 45384 h 229310"/>
                <a:gd name="csX40" fmla="*/ 171505 w 270872"/>
                <a:gd name="csY40" fmla="*/ 42518 h 229310"/>
                <a:gd name="csX41" fmla="*/ 170549 w 270872"/>
                <a:gd name="csY41" fmla="*/ 40607 h 229310"/>
                <a:gd name="csX42" fmla="*/ 169116 w 270872"/>
                <a:gd name="csY42" fmla="*/ 38218 h 229310"/>
                <a:gd name="csX43" fmla="*/ 167683 w 270872"/>
                <a:gd name="csY43" fmla="*/ 34874 h 229310"/>
                <a:gd name="csX44" fmla="*/ 167205 w 270872"/>
                <a:gd name="csY44" fmla="*/ 29619 h 229310"/>
                <a:gd name="csX45" fmla="*/ 168161 w 270872"/>
                <a:gd name="csY45" fmla="*/ 25798 h 229310"/>
                <a:gd name="csX46" fmla="*/ 169116 w 270872"/>
                <a:gd name="csY46" fmla="*/ 23409 h 229310"/>
                <a:gd name="csX47" fmla="*/ 171027 w 270872"/>
                <a:gd name="csY47" fmla="*/ 21020 h 229310"/>
                <a:gd name="csX48" fmla="*/ 175804 w 270872"/>
                <a:gd name="csY48" fmla="*/ 16243 h 229310"/>
                <a:gd name="csX49" fmla="*/ 181060 w 270872"/>
                <a:gd name="csY49" fmla="*/ 13377 h 229310"/>
                <a:gd name="csX50" fmla="*/ 189659 w 270872"/>
                <a:gd name="csY50" fmla="*/ 9077 h 229310"/>
                <a:gd name="csX51" fmla="*/ 194914 w 270872"/>
                <a:gd name="csY51" fmla="*/ 9077 h 229310"/>
                <a:gd name="csX52" fmla="*/ 196825 w 270872"/>
                <a:gd name="csY52" fmla="*/ 8599 h 229310"/>
                <a:gd name="csX53" fmla="*/ 201124 w 270872"/>
                <a:gd name="csY53" fmla="*/ 5733 h 229310"/>
                <a:gd name="csX54" fmla="*/ 202557 w 270872"/>
                <a:gd name="csY54" fmla="*/ 5255 h 229310"/>
                <a:gd name="csX55" fmla="*/ 204946 w 270872"/>
                <a:gd name="csY55" fmla="*/ 6211 h 229310"/>
                <a:gd name="csX56" fmla="*/ 212112 w 270872"/>
                <a:gd name="csY56" fmla="*/ 5733 h 229310"/>
                <a:gd name="csX57" fmla="*/ 214978 w 270872"/>
                <a:gd name="csY57" fmla="*/ 6688 h 229310"/>
                <a:gd name="csX58" fmla="*/ 218800 w 270872"/>
                <a:gd name="csY58" fmla="*/ 8599 h 229310"/>
                <a:gd name="csX59" fmla="*/ 223100 w 270872"/>
                <a:gd name="csY59" fmla="*/ 9555 h 229310"/>
                <a:gd name="csX60" fmla="*/ 226444 w 270872"/>
                <a:gd name="csY60" fmla="*/ 10988 h 229310"/>
                <a:gd name="csX61" fmla="*/ 229788 w 270872"/>
                <a:gd name="csY61" fmla="*/ 12421 h 229310"/>
                <a:gd name="csX62" fmla="*/ 230743 w 270872"/>
                <a:gd name="csY62" fmla="*/ 16243 h 229310"/>
                <a:gd name="csX63" fmla="*/ 230266 w 270872"/>
                <a:gd name="csY63" fmla="*/ 17198 h 229310"/>
                <a:gd name="csX64" fmla="*/ 230266 w 270872"/>
                <a:gd name="csY64" fmla="*/ 18632 h 229310"/>
                <a:gd name="csX65" fmla="*/ 233610 w 270872"/>
                <a:gd name="csY65" fmla="*/ 21020 h 229310"/>
                <a:gd name="csX66" fmla="*/ 244120 w 270872"/>
                <a:gd name="csY66" fmla="*/ 22453 h 229310"/>
                <a:gd name="csX67" fmla="*/ 246031 w 270872"/>
                <a:gd name="csY67" fmla="*/ 22931 h 229310"/>
                <a:gd name="csX68" fmla="*/ 248897 w 270872"/>
                <a:gd name="csY68" fmla="*/ 24842 h 229310"/>
                <a:gd name="csX69" fmla="*/ 250330 w 270872"/>
                <a:gd name="csY69" fmla="*/ 25320 h 229310"/>
                <a:gd name="csX70" fmla="*/ 257496 w 270872"/>
                <a:gd name="csY70" fmla="*/ 25798 h 229310"/>
                <a:gd name="csX71" fmla="*/ 261318 w 270872"/>
                <a:gd name="csY71" fmla="*/ 25320 h 229310"/>
                <a:gd name="csX72" fmla="*/ 265140 w 270872"/>
                <a:gd name="csY72" fmla="*/ 25798 h 229310"/>
                <a:gd name="csX73" fmla="*/ 266573 w 270872"/>
                <a:gd name="csY73" fmla="*/ 26753 h 229310"/>
                <a:gd name="csX74" fmla="*/ 268006 w 270872"/>
                <a:gd name="csY74" fmla="*/ 28186 h 229310"/>
                <a:gd name="csX75" fmla="*/ 269917 w 270872"/>
                <a:gd name="csY75" fmla="*/ 32008 h 229310"/>
                <a:gd name="csX76" fmla="*/ 270873 w 270872"/>
                <a:gd name="csY76" fmla="*/ 32963 h 229310"/>
                <a:gd name="csX77" fmla="*/ 269917 w 270872"/>
                <a:gd name="csY77" fmla="*/ 33441 h 229310"/>
                <a:gd name="csX78" fmla="*/ 268962 w 270872"/>
                <a:gd name="csY78" fmla="*/ 34874 h 229310"/>
                <a:gd name="csX79" fmla="*/ 268006 w 270872"/>
                <a:gd name="csY79" fmla="*/ 35830 h 229310"/>
                <a:gd name="csX80" fmla="*/ 266573 w 270872"/>
                <a:gd name="csY80" fmla="*/ 37741 h 229310"/>
                <a:gd name="csX81" fmla="*/ 264662 w 270872"/>
                <a:gd name="csY81" fmla="*/ 39652 h 229310"/>
                <a:gd name="csX82" fmla="*/ 265140 w 270872"/>
                <a:gd name="csY82" fmla="*/ 42518 h 229310"/>
                <a:gd name="csX83" fmla="*/ 265140 w 270872"/>
                <a:gd name="csY83" fmla="*/ 45384 h 229310"/>
                <a:gd name="csX84" fmla="*/ 266573 w 270872"/>
                <a:gd name="csY84" fmla="*/ 48251 h 229310"/>
                <a:gd name="csX85" fmla="*/ 267051 w 270872"/>
                <a:gd name="csY85" fmla="*/ 51595 h 229310"/>
                <a:gd name="csX86" fmla="*/ 267051 w 270872"/>
                <a:gd name="csY86" fmla="*/ 53506 h 229310"/>
                <a:gd name="csX87" fmla="*/ 266095 w 270872"/>
                <a:gd name="csY87" fmla="*/ 56372 h 229310"/>
                <a:gd name="csX88" fmla="*/ 265140 w 270872"/>
                <a:gd name="csY88" fmla="*/ 58283 h 229310"/>
                <a:gd name="csX89" fmla="*/ 262274 w 270872"/>
                <a:gd name="csY89" fmla="*/ 62583 h 229310"/>
                <a:gd name="csX90" fmla="*/ 261796 w 270872"/>
                <a:gd name="csY90" fmla="*/ 63538 h 229310"/>
                <a:gd name="csX91" fmla="*/ 262274 w 270872"/>
                <a:gd name="csY91" fmla="*/ 64971 h 229310"/>
                <a:gd name="csX92" fmla="*/ 263707 w 270872"/>
                <a:gd name="csY92" fmla="*/ 70226 h 229310"/>
                <a:gd name="csX93" fmla="*/ 264184 w 270872"/>
                <a:gd name="csY93" fmla="*/ 71659 h 229310"/>
                <a:gd name="csX94" fmla="*/ 265140 w 270872"/>
                <a:gd name="csY94" fmla="*/ 76915 h 229310"/>
                <a:gd name="csX95" fmla="*/ 266095 w 270872"/>
                <a:gd name="csY95" fmla="*/ 80736 h 229310"/>
                <a:gd name="csX96" fmla="*/ 267051 w 270872"/>
                <a:gd name="csY96" fmla="*/ 84081 h 229310"/>
                <a:gd name="csX97" fmla="*/ 267528 w 270872"/>
                <a:gd name="csY97" fmla="*/ 85036 h 229310"/>
                <a:gd name="csX98" fmla="*/ 267528 w 270872"/>
                <a:gd name="csY98" fmla="*/ 89813 h 229310"/>
                <a:gd name="csX99" fmla="*/ 267528 w 270872"/>
                <a:gd name="csY99" fmla="*/ 94113 h 229310"/>
                <a:gd name="csX100" fmla="*/ 267528 w 270872"/>
                <a:gd name="csY100" fmla="*/ 98890 h 229310"/>
                <a:gd name="csX101" fmla="*/ 267528 w 270872"/>
                <a:gd name="csY101" fmla="*/ 103667 h 229310"/>
                <a:gd name="csX102" fmla="*/ 267528 w 270872"/>
                <a:gd name="csY102" fmla="*/ 107967 h 229310"/>
                <a:gd name="csX103" fmla="*/ 267528 w 270872"/>
                <a:gd name="csY103" fmla="*/ 112744 h 229310"/>
                <a:gd name="csX104" fmla="*/ 267528 w 270872"/>
                <a:gd name="csY104" fmla="*/ 117044 h 229310"/>
                <a:gd name="csX105" fmla="*/ 267528 w 270872"/>
                <a:gd name="csY105" fmla="*/ 121821 h 229310"/>
                <a:gd name="csX106" fmla="*/ 267528 w 270872"/>
                <a:gd name="csY106" fmla="*/ 126598 h 229310"/>
                <a:gd name="csX107" fmla="*/ 267528 w 270872"/>
                <a:gd name="csY107" fmla="*/ 130898 h 229310"/>
                <a:gd name="csX108" fmla="*/ 267528 w 270872"/>
                <a:gd name="csY108" fmla="*/ 135675 h 229310"/>
                <a:gd name="csX109" fmla="*/ 267528 w 270872"/>
                <a:gd name="csY109" fmla="*/ 139975 h 229310"/>
                <a:gd name="csX110" fmla="*/ 267528 w 270872"/>
                <a:gd name="csY110" fmla="*/ 144752 h 229310"/>
                <a:gd name="csX111" fmla="*/ 267528 w 270872"/>
                <a:gd name="csY111" fmla="*/ 149052 h 229310"/>
                <a:gd name="csX112" fmla="*/ 267528 w 270872"/>
                <a:gd name="csY112" fmla="*/ 153829 h 229310"/>
                <a:gd name="csX113" fmla="*/ 267528 w 270872"/>
                <a:gd name="csY113" fmla="*/ 158129 h 229310"/>
                <a:gd name="csX114" fmla="*/ 267528 w 270872"/>
                <a:gd name="csY114" fmla="*/ 162428 h 229310"/>
                <a:gd name="csX115" fmla="*/ 267528 w 270872"/>
                <a:gd name="csY115" fmla="*/ 167205 h 229310"/>
                <a:gd name="csX116" fmla="*/ 267528 w 270872"/>
                <a:gd name="csY116" fmla="*/ 171505 h 229310"/>
                <a:gd name="csX117" fmla="*/ 267528 w 270872"/>
                <a:gd name="csY117" fmla="*/ 176282 h 229310"/>
                <a:gd name="csX118" fmla="*/ 267528 w 270872"/>
                <a:gd name="csY118" fmla="*/ 180582 h 229310"/>
                <a:gd name="csX119" fmla="*/ 267528 w 270872"/>
                <a:gd name="csY119" fmla="*/ 184881 h 229310"/>
                <a:gd name="csX120" fmla="*/ 267528 w 270872"/>
                <a:gd name="csY120" fmla="*/ 189659 h 229310"/>
                <a:gd name="csX121" fmla="*/ 267528 w 270872"/>
                <a:gd name="csY121" fmla="*/ 193958 h 229310"/>
                <a:gd name="csX122" fmla="*/ 267528 w 270872"/>
                <a:gd name="csY122" fmla="*/ 198258 h 229310"/>
                <a:gd name="csX123" fmla="*/ 267528 w 270872"/>
                <a:gd name="csY123" fmla="*/ 203035 h 229310"/>
                <a:gd name="csX124" fmla="*/ 267528 w 270872"/>
                <a:gd name="csY124" fmla="*/ 207335 h 229310"/>
                <a:gd name="csX125" fmla="*/ 267528 w 270872"/>
                <a:gd name="csY125" fmla="*/ 211634 h 229310"/>
                <a:gd name="csX126" fmla="*/ 267528 w 270872"/>
                <a:gd name="csY126" fmla="*/ 215934 h 229310"/>
                <a:gd name="csX127" fmla="*/ 267528 w 270872"/>
                <a:gd name="csY127" fmla="*/ 220233 h 229310"/>
                <a:gd name="csX128" fmla="*/ 267528 w 270872"/>
                <a:gd name="csY128" fmla="*/ 225011 h 229310"/>
                <a:gd name="csX129" fmla="*/ 267528 w 270872"/>
                <a:gd name="csY129" fmla="*/ 229310 h 229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</a:cxnLst>
              <a:rect l="l" t="t" r="r" b="b"/>
              <a:pathLst>
                <a:path w="270872" h="229310">
                  <a:moveTo>
                    <a:pt x="0" y="0"/>
                  </a:moveTo>
                  <a:lnTo>
                    <a:pt x="3344" y="1433"/>
                  </a:lnTo>
                  <a:lnTo>
                    <a:pt x="6210" y="1911"/>
                  </a:lnTo>
                  <a:lnTo>
                    <a:pt x="15287" y="7166"/>
                  </a:lnTo>
                  <a:lnTo>
                    <a:pt x="18632" y="7644"/>
                  </a:lnTo>
                  <a:lnTo>
                    <a:pt x="24842" y="8599"/>
                  </a:lnTo>
                  <a:lnTo>
                    <a:pt x="32486" y="6211"/>
                  </a:lnTo>
                  <a:lnTo>
                    <a:pt x="35352" y="6211"/>
                  </a:lnTo>
                  <a:lnTo>
                    <a:pt x="40607" y="8121"/>
                  </a:lnTo>
                  <a:lnTo>
                    <a:pt x="42518" y="8599"/>
                  </a:lnTo>
                  <a:lnTo>
                    <a:pt x="46340" y="8599"/>
                  </a:lnTo>
                  <a:lnTo>
                    <a:pt x="52550" y="10510"/>
                  </a:lnTo>
                  <a:lnTo>
                    <a:pt x="54461" y="10988"/>
                  </a:lnTo>
                  <a:lnTo>
                    <a:pt x="57805" y="13854"/>
                  </a:lnTo>
                  <a:lnTo>
                    <a:pt x="59716" y="14810"/>
                  </a:lnTo>
                  <a:lnTo>
                    <a:pt x="73093" y="17198"/>
                  </a:lnTo>
                  <a:lnTo>
                    <a:pt x="74526" y="19109"/>
                  </a:lnTo>
                  <a:lnTo>
                    <a:pt x="76437" y="22453"/>
                  </a:lnTo>
                  <a:lnTo>
                    <a:pt x="76437" y="26275"/>
                  </a:lnTo>
                  <a:lnTo>
                    <a:pt x="77870" y="29142"/>
                  </a:lnTo>
                  <a:lnTo>
                    <a:pt x="79303" y="32963"/>
                  </a:lnTo>
                  <a:lnTo>
                    <a:pt x="81214" y="35830"/>
                  </a:lnTo>
                  <a:lnTo>
                    <a:pt x="83603" y="37741"/>
                  </a:lnTo>
                  <a:lnTo>
                    <a:pt x="85991" y="39174"/>
                  </a:lnTo>
                  <a:lnTo>
                    <a:pt x="91724" y="41085"/>
                  </a:lnTo>
                  <a:lnTo>
                    <a:pt x="98412" y="42040"/>
                  </a:lnTo>
                  <a:lnTo>
                    <a:pt x="104623" y="42518"/>
                  </a:lnTo>
                  <a:lnTo>
                    <a:pt x="116088" y="45384"/>
                  </a:lnTo>
                  <a:lnTo>
                    <a:pt x="125643" y="48251"/>
                  </a:lnTo>
                  <a:lnTo>
                    <a:pt x="128031" y="50162"/>
                  </a:lnTo>
                  <a:lnTo>
                    <a:pt x="132809" y="51595"/>
                  </a:lnTo>
                  <a:lnTo>
                    <a:pt x="142363" y="59239"/>
                  </a:lnTo>
                  <a:lnTo>
                    <a:pt x="147619" y="61627"/>
                  </a:lnTo>
                  <a:lnTo>
                    <a:pt x="151440" y="62105"/>
                  </a:lnTo>
                  <a:lnTo>
                    <a:pt x="154784" y="62105"/>
                  </a:lnTo>
                  <a:lnTo>
                    <a:pt x="160517" y="59239"/>
                  </a:lnTo>
                  <a:lnTo>
                    <a:pt x="162906" y="57805"/>
                  </a:lnTo>
                  <a:lnTo>
                    <a:pt x="168638" y="51117"/>
                  </a:lnTo>
                  <a:lnTo>
                    <a:pt x="171027" y="47773"/>
                  </a:lnTo>
                  <a:lnTo>
                    <a:pt x="171505" y="45384"/>
                  </a:lnTo>
                  <a:lnTo>
                    <a:pt x="171505" y="42518"/>
                  </a:lnTo>
                  <a:lnTo>
                    <a:pt x="170549" y="40607"/>
                  </a:lnTo>
                  <a:lnTo>
                    <a:pt x="169116" y="38218"/>
                  </a:lnTo>
                  <a:lnTo>
                    <a:pt x="167683" y="34874"/>
                  </a:lnTo>
                  <a:lnTo>
                    <a:pt x="167205" y="29619"/>
                  </a:lnTo>
                  <a:lnTo>
                    <a:pt x="168161" y="25798"/>
                  </a:lnTo>
                  <a:lnTo>
                    <a:pt x="169116" y="23409"/>
                  </a:lnTo>
                  <a:lnTo>
                    <a:pt x="171027" y="21020"/>
                  </a:lnTo>
                  <a:lnTo>
                    <a:pt x="175804" y="16243"/>
                  </a:lnTo>
                  <a:lnTo>
                    <a:pt x="181060" y="13377"/>
                  </a:lnTo>
                  <a:lnTo>
                    <a:pt x="189659" y="9077"/>
                  </a:lnTo>
                  <a:lnTo>
                    <a:pt x="194914" y="9077"/>
                  </a:lnTo>
                  <a:lnTo>
                    <a:pt x="196825" y="8599"/>
                  </a:lnTo>
                  <a:lnTo>
                    <a:pt x="201124" y="5733"/>
                  </a:lnTo>
                  <a:lnTo>
                    <a:pt x="202557" y="5255"/>
                  </a:lnTo>
                  <a:lnTo>
                    <a:pt x="204946" y="6211"/>
                  </a:lnTo>
                  <a:lnTo>
                    <a:pt x="212112" y="5733"/>
                  </a:lnTo>
                  <a:lnTo>
                    <a:pt x="214978" y="6688"/>
                  </a:lnTo>
                  <a:lnTo>
                    <a:pt x="218800" y="8599"/>
                  </a:lnTo>
                  <a:lnTo>
                    <a:pt x="223100" y="9555"/>
                  </a:lnTo>
                  <a:lnTo>
                    <a:pt x="226444" y="10988"/>
                  </a:lnTo>
                  <a:lnTo>
                    <a:pt x="229788" y="12421"/>
                  </a:lnTo>
                  <a:lnTo>
                    <a:pt x="230743" y="16243"/>
                  </a:lnTo>
                  <a:lnTo>
                    <a:pt x="230266" y="17198"/>
                  </a:lnTo>
                  <a:lnTo>
                    <a:pt x="230266" y="18632"/>
                  </a:lnTo>
                  <a:lnTo>
                    <a:pt x="233610" y="21020"/>
                  </a:lnTo>
                  <a:lnTo>
                    <a:pt x="244120" y="22453"/>
                  </a:lnTo>
                  <a:lnTo>
                    <a:pt x="246031" y="22931"/>
                  </a:lnTo>
                  <a:lnTo>
                    <a:pt x="248897" y="24842"/>
                  </a:lnTo>
                  <a:lnTo>
                    <a:pt x="250330" y="25320"/>
                  </a:lnTo>
                  <a:lnTo>
                    <a:pt x="257496" y="25798"/>
                  </a:lnTo>
                  <a:lnTo>
                    <a:pt x="261318" y="25320"/>
                  </a:lnTo>
                  <a:lnTo>
                    <a:pt x="265140" y="25798"/>
                  </a:lnTo>
                  <a:lnTo>
                    <a:pt x="266573" y="26753"/>
                  </a:lnTo>
                  <a:lnTo>
                    <a:pt x="268006" y="28186"/>
                  </a:lnTo>
                  <a:lnTo>
                    <a:pt x="269917" y="32008"/>
                  </a:lnTo>
                  <a:lnTo>
                    <a:pt x="270873" y="32963"/>
                  </a:lnTo>
                  <a:lnTo>
                    <a:pt x="269917" y="33441"/>
                  </a:lnTo>
                  <a:lnTo>
                    <a:pt x="268962" y="34874"/>
                  </a:lnTo>
                  <a:lnTo>
                    <a:pt x="268006" y="35830"/>
                  </a:lnTo>
                  <a:lnTo>
                    <a:pt x="266573" y="37741"/>
                  </a:lnTo>
                  <a:lnTo>
                    <a:pt x="264662" y="39652"/>
                  </a:lnTo>
                  <a:lnTo>
                    <a:pt x="265140" y="42518"/>
                  </a:lnTo>
                  <a:lnTo>
                    <a:pt x="265140" y="45384"/>
                  </a:lnTo>
                  <a:lnTo>
                    <a:pt x="266573" y="48251"/>
                  </a:lnTo>
                  <a:lnTo>
                    <a:pt x="267051" y="51595"/>
                  </a:lnTo>
                  <a:lnTo>
                    <a:pt x="267051" y="53506"/>
                  </a:lnTo>
                  <a:lnTo>
                    <a:pt x="266095" y="56372"/>
                  </a:lnTo>
                  <a:lnTo>
                    <a:pt x="265140" y="58283"/>
                  </a:lnTo>
                  <a:lnTo>
                    <a:pt x="262274" y="62583"/>
                  </a:lnTo>
                  <a:lnTo>
                    <a:pt x="261796" y="63538"/>
                  </a:lnTo>
                  <a:lnTo>
                    <a:pt x="262274" y="64971"/>
                  </a:lnTo>
                  <a:lnTo>
                    <a:pt x="263707" y="70226"/>
                  </a:lnTo>
                  <a:lnTo>
                    <a:pt x="264184" y="71659"/>
                  </a:lnTo>
                  <a:lnTo>
                    <a:pt x="265140" y="76915"/>
                  </a:lnTo>
                  <a:lnTo>
                    <a:pt x="266095" y="80736"/>
                  </a:lnTo>
                  <a:lnTo>
                    <a:pt x="267051" y="84081"/>
                  </a:lnTo>
                  <a:lnTo>
                    <a:pt x="267528" y="85036"/>
                  </a:lnTo>
                  <a:lnTo>
                    <a:pt x="267528" y="89813"/>
                  </a:lnTo>
                  <a:lnTo>
                    <a:pt x="267528" y="94113"/>
                  </a:lnTo>
                  <a:lnTo>
                    <a:pt x="267528" y="98890"/>
                  </a:lnTo>
                  <a:lnTo>
                    <a:pt x="267528" y="103667"/>
                  </a:lnTo>
                  <a:lnTo>
                    <a:pt x="267528" y="107967"/>
                  </a:lnTo>
                  <a:lnTo>
                    <a:pt x="267528" y="112744"/>
                  </a:lnTo>
                  <a:lnTo>
                    <a:pt x="267528" y="117044"/>
                  </a:lnTo>
                  <a:lnTo>
                    <a:pt x="267528" y="121821"/>
                  </a:lnTo>
                  <a:lnTo>
                    <a:pt x="267528" y="126598"/>
                  </a:lnTo>
                  <a:lnTo>
                    <a:pt x="267528" y="130898"/>
                  </a:lnTo>
                  <a:lnTo>
                    <a:pt x="267528" y="135675"/>
                  </a:lnTo>
                  <a:lnTo>
                    <a:pt x="267528" y="139975"/>
                  </a:lnTo>
                  <a:lnTo>
                    <a:pt x="267528" y="144752"/>
                  </a:lnTo>
                  <a:lnTo>
                    <a:pt x="267528" y="149052"/>
                  </a:lnTo>
                  <a:lnTo>
                    <a:pt x="267528" y="153829"/>
                  </a:lnTo>
                  <a:lnTo>
                    <a:pt x="267528" y="158129"/>
                  </a:lnTo>
                  <a:lnTo>
                    <a:pt x="267528" y="162428"/>
                  </a:lnTo>
                  <a:lnTo>
                    <a:pt x="267528" y="167205"/>
                  </a:lnTo>
                  <a:lnTo>
                    <a:pt x="267528" y="171505"/>
                  </a:lnTo>
                  <a:lnTo>
                    <a:pt x="267528" y="176282"/>
                  </a:lnTo>
                  <a:lnTo>
                    <a:pt x="267528" y="180582"/>
                  </a:lnTo>
                  <a:lnTo>
                    <a:pt x="267528" y="184881"/>
                  </a:lnTo>
                  <a:lnTo>
                    <a:pt x="267528" y="189659"/>
                  </a:lnTo>
                  <a:lnTo>
                    <a:pt x="267528" y="193958"/>
                  </a:lnTo>
                  <a:lnTo>
                    <a:pt x="267528" y="198258"/>
                  </a:lnTo>
                  <a:lnTo>
                    <a:pt x="267528" y="203035"/>
                  </a:lnTo>
                  <a:lnTo>
                    <a:pt x="267528" y="207335"/>
                  </a:lnTo>
                  <a:lnTo>
                    <a:pt x="267528" y="211634"/>
                  </a:lnTo>
                  <a:lnTo>
                    <a:pt x="267528" y="215934"/>
                  </a:lnTo>
                  <a:lnTo>
                    <a:pt x="267528" y="220233"/>
                  </a:lnTo>
                  <a:lnTo>
                    <a:pt x="267528" y="225011"/>
                  </a:lnTo>
                  <a:lnTo>
                    <a:pt x="267528" y="2293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8" name="Freeform 4897">
              <a:extLst>
                <a:ext uri="{FF2B5EF4-FFF2-40B4-BE49-F238E27FC236}">
                  <a16:creationId xmlns:a16="http://schemas.microsoft.com/office/drawing/2014/main" id="{0BF63EFB-E5E4-6550-A58A-1CF8C7DBF014}"/>
                </a:ext>
              </a:extLst>
            </p:cNvPr>
            <p:cNvSpPr/>
            <p:nvPr/>
          </p:nvSpPr>
          <p:spPr>
            <a:xfrm>
              <a:off x="6097432" y="4121491"/>
              <a:ext cx="955" cy="1433"/>
            </a:xfrm>
            <a:custGeom>
              <a:avLst/>
              <a:gdLst>
                <a:gd name="csX0" fmla="*/ 0 w 955"/>
                <a:gd name="csY0" fmla="*/ 1433 h 1433"/>
                <a:gd name="csX1" fmla="*/ 955 w 955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1433">
                  <a:moveTo>
                    <a:pt x="0" y="1433"/>
                  </a:move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9" name="Freeform 4898">
              <a:extLst>
                <a:ext uri="{FF2B5EF4-FFF2-40B4-BE49-F238E27FC236}">
                  <a16:creationId xmlns:a16="http://schemas.microsoft.com/office/drawing/2014/main" id="{D0113EB3-CE32-E473-DD65-D6AE095802BC}"/>
                </a:ext>
              </a:extLst>
            </p:cNvPr>
            <p:cNvSpPr/>
            <p:nvPr/>
          </p:nvSpPr>
          <p:spPr>
            <a:xfrm>
              <a:off x="6091699" y="4126269"/>
              <a:ext cx="1911" cy="2388"/>
            </a:xfrm>
            <a:custGeom>
              <a:avLst/>
              <a:gdLst>
                <a:gd name="csX0" fmla="*/ 0 w 1911"/>
                <a:gd name="csY0" fmla="*/ 2389 h 2388"/>
                <a:gd name="csX1" fmla="*/ 956 w 1911"/>
                <a:gd name="csY1" fmla="*/ 1433 h 2388"/>
                <a:gd name="csX2" fmla="*/ 1911 w 1911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2388">
                  <a:moveTo>
                    <a:pt x="0" y="2389"/>
                  </a:moveTo>
                  <a:lnTo>
                    <a:pt x="956" y="1433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0" name="Freeform 4899">
              <a:extLst>
                <a:ext uri="{FF2B5EF4-FFF2-40B4-BE49-F238E27FC236}">
                  <a16:creationId xmlns:a16="http://schemas.microsoft.com/office/drawing/2014/main" id="{39ED8106-479B-2B3F-BECC-911F9EAC2038}"/>
                </a:ext>
              </a:extLst>
            </p:cNvPr>
            <p:cNvSpPr/>
            <p:nvPr/>
          </p:nvSpPr>
          <p:spPr>
            <a:xfrm>
              <a:off x="6083100" y="4132001"/>
              <a:ext cx="4299" cy="21497"/>
            </a:xfrm>
            <a:custGeom>
              <a:avLst/>
              <a:gdLst>
                <a:gd name="csX0" fmla="*/ 0 w 4299"/>
                <a:gd name="csY0" fmla="*/ 21498 h 21497"/>
                <a:gd name="csX1" fmla="*/ 1433 w 4299"/>
                <a:gd name="csY1" fmla="*/ 19587 h 21497"/>
                <a:gd name="csX2" fmla="*/ 3344 w 4299"/>
                <a:gd name="csY2" fmla="*/ 17198 h 21497"/>
                <a:gd name="csX3" fmla="*/ 3822 w 4299"/>
                <a:gd name="csY3" fmla="*/ 15287 h 21497"/>
                <a:gd name="csX4" fmla="*/ 4300 w 4299"/>
                <a:gd name="csY4" fmla="*/ 13854 h 21497"/>
                <a:gd name="csX5" fmla="*/ 3822 w 4299"/>
                <a:gd name="csY5" fmla="*/ 11943 h 21497"/>
                <a:gd name="csX6" fmla="*/ 2389 w 4299"/>
                <a:gd name="csY6" fmla="*/ 7166 h 21497"/>
                <a:gd name="csX7" fmla="*/ 1433 w 4299"/>
                <a:gd name="csY7" fmla="*/ 2867 h 21497"/>
                <a:gd name="csX8" fmla="*/ 1911 w 4299"/>
                <a:gd name="csY8" fmla="*/ 956 h 21497"/>
                <a:gd name="csX9" fmla="*/ 2867 w 4299"/>
                <a:gd name="csY9" fmla="*/ 0 h 21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21497">
                  <a:moveTo>
                    <a:pt x="0" y="21498"/>
                  </a:moveTo>
                  <a:lnTo>
                    <a:pt x="1433" y="19587"/>
                  </a:lnTo>
                  <a:lnTo>
                    <a:pt x="3344" y="17198"/>
                  </a:lnTo>
                  <a:lnTo>
                    <a:pt x="3822" y="15287"/>
                  </a:lnTo>
                  <a:lnTo>
                    <a:pt x="4300" y="13854"/>
                  </a:lnTo>
                  <a:lnTo>
                    <a:pt x="3822" y="11943"/>
                  </a:lnTo>
                  <a:lnTo>
                    <a:pt x="2389" y="7166"/>
                  </a:lnTo>
                  <a:lnTo>
                    <a:pt x="1433" y="2867"/>
                  </a:lnTo>
                  <a:lnTo>
                    <a:pt x="1911" y="956"/>
                  </a:lnTo>
                  <a:lnTo>
                    <a:pt x="286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1" name="Freeform 4900">
              <a:extLst>
                <a:ext uri="{FF2B5EF4-FFF2-40B4-BE49-F238E27FC236}">
                  <a16:creationId xmlns:a16="http://schemas.microsoft.com/office/drawing/2014/main" id="{F5142F9F-24CB-697D-104B-F5C31FC8E4E0}"/>
                </a:ext>
              </a:extLst>
            </p:cNvPr>
            <p:cNvSpPr/>
            <p:nvPr/>
          </p:nvSpPr>
          <p:spPr>
            <a:xfrm>
              <a:off x="6068291" y="4160665"/>
              <a:ext cx="52550" cy="136152"/>
            </a:xfrm>
            <a:custGeom>
              <a:avLst/>
              <a:gdLst>
                <a:gd name="csX0" fmla="*/ 52550 w 52550"/>
                <a:gd name="csY0" fmla="*/ 136153 h 136152"/>
                <a:gd name="csX1" fmla="*/ 51117 w 52550"/>
                <a:gd name="csY1" fmla="*/ 132809 h 136152"/>
                <a:gd name="csX2" fmla="*/ 48728 w 52550"/>
                <a:gd name="csY2" fmla="*/ 128987 h 136152"/>
                <a:gd name="csX3" fmla="*/ 45862 w 52550"/>
                <a:gd name="csY3" fmla="*/ 124210 h 136152"/>
                <a:gd name="csX4" fmla="*/ 44429 w 52550"/>
                <a:gd name="csY4" fmla="*/ 120865 h 136152"/>
                <a:gd name="csX5" fmla="*/ 43473 w 52550"/>
                <a:gd name="csY5" fmla="*/ 120388 h 136152"/>
                <a:gd name="csX6" fmla="*/ 35830 w 52550"/>
                <a:gd name="csY6" fmla="*/ 117999 h 136152"/>
                <a:gd name="csX7" fmla="*/ 27231 w 52550"/>
                <a:gd name="csY7" fmla="*/ 115611 h 136152"/>
                <a:gd name="csX8" fmla="*/ 22453 w 52550"/>
                <a:gd name="csY8" fmla="*/ 117044 h 136152"/>
                <a:gd name="csX9" fmla="*/ 21498 w 52550"/>
                <a:gd name="csY9" fmla="*/ 117044 h 136152"/>
                <a:gd name="csX10" fmla="*/ 20065 w 52550"/>
                <a:gd name="csY10" fmla="*/ 116088 h 136152"/>
                <a:gd name="csX11" fmla="*/ 18631 w 52550"/>
                <a:gd name="csY11" fmla="*/ 115133 h 136152"/>
                <a:gd name="csX12" fmla="*/ 18154 w 52550"/>
                <a:gd name="csY12" fmla="*/ 113222 h 136152"/>
                <a:gd name="csX13" fmla="*/ 16243 w 52550"/>
                <a:gd name="csY13" fmla="*/ 110833 h 136152"/>
                <a:gd name="csX14" fmla="*/ 14332 w 52550"/>
                <a:gd name="csY14" fmla="*/ 106056 h 136152"/>
                <a:gd name="csX15" fmla="*/ 14332 w 52550"/>
                <a:gd name="csY15" fmla="*/ 101756 h 136152"/>
                <a:gd name="csX16" fmla="*/ 13854 w 52550"/>
                <a:gd name="csY16" fmla="*/ 100323 h 136152"/>
                <a:gd name="csX17" fmla="*/ 9555 w 52550"/>
                <a:gd name="csY17" fmla="*/ 94590 h 136152"/>
                <a:gd name="csX18" fmla="*/ 5255 w 52550"/>
                <a:gd name="csY18" fmla="*/ 88858 h 136152"/>
                <a:gd name="csX19" fmla="*/ 2866 w 52550"/>
                <a:gd name="csY19" fmla="*/ 85514 h 136152"/>
                <a:gd name="csX20" fmla="*/ 2389 w 52550"/>
                <a:gd name="csY20" fmla="*/ 84081 h 136152"/>
                <a:gd name="csX21" fmla="*/ 2389 w 52550"/>
                <a:gd name="csY21" fmla="*/ 81692 h 136152"/>
                <a:gd name="csX22" fmla="*/ 3822 w 52550"/>
                <a:gd name="csY22" fmla="*/ 80258 h 136152"/>
                <a:gd name="csX23" fmla="*/ 7644 w 52550"/>
                <a:gd name="csY23" fmla="*/ 77870 h 136152"/>
                <a:gd name="csX24" fmla="*/ 10988 w 52550"/>
                <a:gd name="csY24" fmla="*/ 75481 h 136152"/>
                <a:gd name="csX25" fmla="*/ 11465 w 52550"/>
                <a:gd name="csY25" fmla="*/ 74048 h 136152"/>
                <a:gd name="csX26" fmla="*/ 11465 w 52550"/>
                <a:gd name="csY26" fmla="*/ 69749 h 136152"/>
                <a:gd name="csX27" fmla="*/ 10510 w 52550"/>
                <a:gd name="csY27" fmla="*/ 68315 h 136152"/>
                <a:gd name="csX28" fmla="*/ 9555 w 52550"/>
                <a:gd name="csY28" fmla="*/ 65927 h 136152"/>
                <a:gd name="csX29" fmla="*/ 9077 w 52550"/>
                <a:gd name="csY29" fmla="*/ 62105 h 136152"/>
                <a:gd name="csX30" fmla="*/ 8599 w 52550"/>
                <a:gd name="csY30" fmla="*/ 59716 h 136152"/>
                <a:gd name="csX31" fmla="*/ 10510 w 52550"/>
                <a:gd name="csY31" fmla="*/ 55417 h 136152"/>
                <a:gd name="csX32" fmla="*/ 11943 w 52550"/>
                <a:gd name="csY32" fmla="*/ 50639 h 136152"/>
                <a:gd name="csX33" fmla="*/ 10988 w 52550"/>
                <a:gd name="csY33" fmla="*/ 45384 h 136152"/>
                <a:gd name="csX34" fmla="*/ 10032 w 52550"/>
                <a:gd name="csY34" fmla="*/ 34874 h 136152"/>
                <a:gd name="csX35" fmla="*/ 10510 w 52550"/>
                <a:gd name="csY35" fmla="*/ 26275 h 136152"/>
                <a:gd name="csX36" fmla="*/ 10032 w 52550"/>
                <a:gd name="csY36" fmla="*/ 23409 h 136152"/>
                <a:gd name="csX37" fmla="*/ 10032 w 52550"/>
                <a:gd name="csY37" fmla="*/ 21976 h 136152"/>
                <a:gd name="csX38" fmla="*/ 8599 w 52550"/>
                <a:gd name="csY38" fmla="*/ 18154 h 136152"/>
                <a:gd name="csX39" fmla="*/ 7166 w 52550"/>
                <a:gd name="csY39" fmla="*/ 13854 h 136152"/>
                <a:gd name="csX40" fmla="*/ 6688 w 52550"/>
                <a:gd name="csY40" fmla="*/ 12421 h 136152"/>
                <a:gd name="csX41" fmla="*/ 4777 w 52550"/>
                <a:gd name="csY41" fmla="*/ 9077 h 136152"/>
                <a:gd name="csX42" fmla="*/ 1433 w 52550"/>
                <a:gd name="csY42" fmla="*/ 4777 h 136152"/>
                <a:gd name="csX43" fmla="*/ 0 w 52550"/>
                <a:gd name="csY43" fmla="*/ 2389 h 136152"/>
                <a:gd name="csX44" fmla="*/ 2389 w 52550"/>
                <a:gd name="csY44" fmla="*/ 956 h 136152"/>
                <a:gd name="csX45" fmla="*/ 4299 w 52550"/>
                <a:gd name="csY45" fmla="*/ 0 h 13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</a:cxnLst>
              <a:rect l="l" t="t" r="r" b="b"/>
              <a:pathLst>
                <a:path w="52550" h="136152">
                  <a:moveTo>
                    <a:pt x="52550" y="136153"/>
                  </a:moveTo>
                  <a:lnTo>
                    <a:pt x="51117" y="132809"/>
                  </a:lnTo>
                  <a:lnTo>
                    <a:pt x="48728" y="128987"/>
                  </a:lnTo>
                  <a:lnTo>
                    <a:pt x="45862" y="124210"/>
                  </a:lnTo>
                  <a:lnTo>
                    <a:pt x="44429" y="120865"/>
                  </a:lnTo>
                  <a:lnTo>
                    <a:pt x="43473" y="120388"/>
                  </a:lnTo>
                  <a:lnTo>
                    <a:pt x="35830" y="117999"/>
                  </a:lnTo>
                  <a:lnTo>
                    <a:pt x="27231" y="115611"/>
                  </a:lnTo>
                  <a:lnTo>
                    <a:pt x="22453" y="117044"/>
                  </a:lnTo>
                  <a:lnTo>
                    <a:pt x="21498" y="117044"/>
                  </a:lnTo>
                  <a:lnTo>
                    <a:pt x="20065" y="116088"/>
                  </a:lnTo>
                  <a:lnTo>
                    <a:pt x="18631" y="115133"/>
                  </a:lnTo>
                  <a:lnTo>
                    <a:pt x="18154" y="113222"/>
                  </a:lnTo>
                  <a:lnTo>
                    <a:pt x="16243" y="110833"/>
                  </a:lnTo>
                  <a:lnTo>
                    <a:pt x="14332" y="106056"/>
                  </a:lnTo>
                  <a:lnTo>
                    <a:pt x="14332" y="101756"/>
                  </a:lnTo>
                  <a:lnTo>
                    <a:pt x="13854" y="100323"/>
                  </a:lnTo>
                  <a:lnTo>
                    <a:pt x="9555" y="94590"/>
                  </a:lnTo>
                  <a:lnTo>
                    <a:pt x="5255" y="88858"/>
                  </a:lnTo>
                  <a:lnTo>
                    <a:pt x="2866" y="85514"/>
                  </a:lnTo>
                  <a:lnTo>
                    <a:pt x="2389" y="84081"/>
                  </a:lnTo>
                  <a:lnTo>
                    <a:pt x="2389" y="81692"/>
                  </a:lnTo>
                  <a:lnTo>
                    <a:pt x="3822" y="80258"/>
                  </a:lnTo>
                  <a:lnTo>
                    <a:pt x="7644" y="77870"/>
                  </a:lnTo>
                  <a:lnTo>
                    <a:pt x="10988" y="75481"/>
                  </a:lnTo>
                  <a:lnTo>
                    <a:pt x="11465" y="74048"/>
                  </a:lnTo>
                  <a:lnTo>
                    <a:pt x="11465" y="69749"/>
                  </a:lnTo>
                  <a:lnTo>
                    <a:pt x="10510" y="68315"/>
                  </a:lnTo>
                  <a:lnTo>
                    <a:pt x="9555" y="65927"/>
                  </a:lnTo>
                  <a:lnTo>
                    <a:pt x="9077" y="62105"/>
                  </a:lnTo>
                  <a:lnTo>
                    <a:pt x="8599" y="59716"/>
                  </a:lnTo>
                  <a:lnTo>
                    <a:pt x="10510" y="55417"/>
                  </a:lnTo>
                  <a:lnTo>
                    <a:pt x="11943" y="50639"/>
                  </a:lnTo>
                  <a:lnTo>
                    <a:pt x="10988" y="45384"/>
                  </a:lnTo>
                  <a:lnTo>
                    <a:pt x="10032" y="34874"/>
                  </a:lnTo>
                  <a:lnTo>
                    <a:pt x="10510" y="26275"/>
                  </a:lnTo>
                  <a:lnTo>
                    <a:pt x="10032" y="23409"/>
                  </a:lnTo>
                  <a:lnTo>
                    <a:pt x="10032" y="21976"/>
                  </a:lnTo>
                  <a:lnTo>
                    <a:pt x="8599" y="18154"/>
                  </a:lnTo>
                  <a:lnTo>
                    <a:pt x="7166" y="13854"/>
                  </a:lnTo>
                  <a:lnTo>
                    <a:pt x="6688" y="12421"/>
                  </a:lnTo>
                  <a:lnTo>
                    <a:pt x="4777" y="9077"/>
                  </a:lnTo>
                  <a:lnTo>
                    <a:pt x="1433" y="4777"/>
                  </a:lnTo>
                  <a:lnTo>
                    <a:pt x="0" y="2389"/>
                  </a:lnTo>
                  <a:lnTo>
                    <a:pt x="2389" y="956"/>
                  </a:lnTo>
                  <a:lnTo>
                    <a:pt x="429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2" name="Freeform 4901">
              <a:extLst>
                <a:ext uri="{FF2B5EF4-FFF2-40B4-BE49-F238E27FC236}">
                  <a16:creationId xmlns:a16="http://schemas.microsoft.com/office/drawing/2014/main" id="{134845B6-E7E1-02D3-D3BF-D6E222F0CB69}"/>
                </a:ext>
              </a:extLst>
            </p:cNvPr>
            <p:cNvSpPr/>
            <p:nvPr/>
          </p:nvSpPr>
          <p:spPr>
            <a:xfrm>
              <a:off x="5622569" y="4037411"/>
              <a:ext cx="239819" cy="176759"/>
            </a:xfrm>
            <a:custGeom>
              <a:avLst/>
              <a:gdLst>
                <a:gd name="csX0" fmla="*/ 217367 w 239819"/>
                <a:gd name="csY0" fmla="*/ 18632 h 176759"/>
                <a:gd name="csX1" fmla="*/ 217845 w 239819"/>
                <a:gd name="csY1" fmla="*/ 20065 h 176759"/>
                <a:gd name="csX2" fmla="*/ 218800 w 239819"/>
                <a:gd name="csY2" fmla="*/ 21498 h 176759"/>
                <a:gd name="csX3" fmla="*/ 223099 w 239819"/>
                <a:gd name="csY3" fmla="*/ 24364 h 176759"/>
                <a:gd name="csX4" fmla="*/ 225488 w 239819"/>
                <a:gd name="csY4" fmla="*/ 26275 h 176759"/>
                <a:gd name="csX5" fmla="*/ 225488 w 239819"/>
                <a:gd name="csY5" fmla="*/ 26753 h 176759"/>
                <a:gd name="csX6" fmla="*/ 225010 w 239819"/>
                <a:gd name="csY6" fmla="*/ 28186 h 176759"/>
                <a:gd name="csX7" fmla="*/ 224533 w 239819"/>
                <a:gd name="csY7" fmla="*/ 29141 h 176759"/>
                <a:gd name="csX8" fmla="*/ 225010 w 239819"/>
                <a:gd name="csY8" fmla="*/ 30575 h 176759"/>
                <a:gd name="csX9" fmla="*/ 226921 w 239819"/>
                <a:gd name="csY9" fmla="*/ 32008 h 176759"/>
                <a:gd name="csX10" fmla="*/ 226921 w 239819"/>
                <a:gd name="csY10" fmla="*/ 32486 h 176759"/>
                <a:gd name="csX11" fmla="*/ 226444 w 239819"/>
                <a:gd name="csY11" fmla="*/ 33441 h 176759"/>
                <a:gd name="csX12" fmla="*/ 225488 w 239819"/>
                <a:gd name="csY12" fmla="*/ 34397 h 176759"/>
                <a:gd name="csX13" fmla="*/ 227399 w 239819"/>
                <a:gd name="csY13" fmla="*/ 38696 h 176759"/>
                <a:gd name="csX14" fmla="*/ 227399 w 239819"/>
                <a:gd name="csY14" fmla="*/ 42996 h 176759"/>
                <a:gd name="csX15" fmla="*/ 226921 w 239819"/>
                <a:gd name="csY15" fmla="*/ 45862 h 176759"/>
                <a:gd name="csX16" fmla="*/ 227399 w 239819"/>
                <a:gd name="csY16" fmla="*/ 47295 h 176759"/>
                <a:gd name="csX17" fmla="*/ 227399 w 239819"/>
                <a:gd name="csY17" fmla="*/ 48728 h 176759"/>
                <a:gd name="csX18" fmla="*/ 228832 w 239819"/>
                <a:gd name="csY18" fmla="*/ 52073 h 176759"/>
                <a:gd name="csX19" fmla="*/ 227877 w 239819"/>
                <a:gd name="csY19" fmla="*/ 57328 h 176759"/>
                <a:gd name="csX20" fmla="*/ 228832 w 239819"/>
                <a:gd name="csY20" fmla="*/ 60194 h 176759"/>
                <a:gd name="csX21" fmla="*/ 230265 w 239819"/>
                <a:gd name="csY21" fmla="*/ 62582 h 176759"/>
                <a:gd name="csX22" fmla="*/ 231221 w 239819"/>
                <a:gd name="csY22" fmla="*/ 66882 h 176759"/>
                <a:gd name="csX23" fmla="*/ 232654 w 239819"/>
                <a:gd name="csY23" fmla="*/ 68793 h 176759"/>
                <a:gd name="csX24" fmla="*/ 234565 w 239819"/>
                <a:gd name="csY24" fmla="*/ 70704 h 176759"/>
                <a:gd name="csX25" fmla="*/ 235521 w 239819"/>
                <a:gd name="csY25" fmla="*/ 71182 h 176759"/>
                <a:gd name="csX26" fmla="*/ 237431 w 239819"/>
                <a:gd name="csY26" fmla="*/ 72615 h 176759"/>
                <a:gd name="csX27" fmla="*/ 239342 w 239819"/>
                <a:gd name="csY27" fmla="*/ 74048 h 176759"/>
                <a:gd name="csX28" fmla="*/ 239820 w 239819"/>
                <a:gd name="csY28" fmla="*/ 75959 h 176759"/>
                <a:gd name="csX29" fmla="*/ 237909 w 239819"/>
                <a:gd name="csY29" fmla="*/ 77392 h 176759"/>
                <a:gd name="csX30" fmla="*/ 236476 w 239819"/>
                <a:gd name="csY30" fmla="*/ 78825 h 176759"/>
                <a:gd name="csX31" fmla="*/ 235998 w 239819"/>
                <a:gd name="csY31" fmla="*/ 80258 h 176759"/>
                <a:gd name="csX32" fmla="*/ 236954 w 239819"/>
                <a:gd name="csY32" fmla="*/ 82170 h 176759"/>
                <a:gd name="csX33" fmla="*/ 236954 w 239819"/>
                <a:gd name="csY33" fmla="*/ 83603 h 176759"/>
                <a:gd name="csX34" fmla="*/ 235998 w 239819"/>
                <a:gd name="csY34" fmla="*/ 84080 h 176759"/>
                <a:gd name="csX35" fmla="*/ 231699 w 239819"/>
                <a:gd name="csY35" fmla="*/ 83603 h 176759"/>
                <a:gd name="csX36" fmla="*/ 228832 w 239819"/>
                <a:gd name="csY36" fmla="*/ 83603 h 176759"/>
                <a:gd name="csX37" fmla="*/ 225010 w 239819"/>
                <a:gd name="csY37" fmla="*/ 83603 h 176759"/>
                <a:gd name="csX38" fmla="*/ 220233 w 239819"/>
                <a:gd name="csY38" fmla="*/ 83603 h 176759"/>
                <a:gd name="csX39" fmla="*/ 216889 w 239819"/>
                <a:gd name="csY39" fmla="*/ 83125 h 176759"/>
                <a:gd name="csX40" fmla="*/ 212590 w 239819"/>
                <a:gd name="csY40" fmla="*/ 83125 h 176759"/>
                <a:gd name="csX41" fmla="*/ 211156 w 239819"/>
                <a:gd name="csY41" fmla="*/ 83125 h 176759"/>
                <a:gd name="csX42" fmla="*/ 207334 w 239819"/>
                <a:gd name="csY42" fmla="*/ 83603 h 176759"/>
                <a:gd name="csX43" fmla="*/ 204468 w 239819"/>
                <a:gd name="csY43" fmla="*/ 84080 h 176759"/>
                <a:gd name="csX44" fmla="*/ 203990 w 239819"/>
                <a:gd name="csY44" fmla="*/ 84558 h 176759"/>
                <a:gd name="csX45" fmla="*/ 203035 w 239819"/>
                <a:gd name="csY45" fmla="*/ 85036 h 176759"/>
                <a:gd name="csX46" fmla="*/ 202557 w 239819"/>
                <a:gd name="csY46" fmla="*/ 86469 h 176759"/>
                <a:gd name="csX47" fmla="*/ 202079 w 239819"/>
                <a:gd name="csY47" fmla="*/ 88380 h 176759"/>
                <a:gd name="csX48" fmla="*/ 201124 w 239819"/>
                <a:gd name="csY48" fmla="*/ 89335 h 176759"/>
                <a:gd name="csX49" fmla="*/ 193003 w 239819"/>
                <a:gd name="csY49" fmla="*/ 92202 h 176759"/>
                <a:gd name="csX50" fmla="*/ 189658 w 239819"/>
                <a:gd name="csY50" fmla="*/ 92680 h 176759"/>
                <a:gd name="csX51" fmla="*/ 187748 w 239819"/>
                <a:gd name="csY51" fmla="*/ 92202 h 176759"/>
                <a:gd name="csX52" fmla="*/ 186314 w 239819"/>
                <a:gd name="csY52" fmla="*/ 92680 h 176759"/>
                <a:gd name="csX53" fmla="*/ 185359 w 239819"/>
                <a:gd name="csY53" fmla="*/ 93157 h 176759"/>
                <a:gd name="csX54" fmla="*/ 184881 w 239819"/>
                <a:gd name="csY54" fmla="*/ 94113 h 176759"/>
                <a:gd name="csX55" fmla="*/ 184881 w 239819"/>
                <a:gd name="csY55" fmla="*/ 95068 h 176759"/>
                <a:gd name="csX56" fmla="*/ 184881 w 239819"/>
                <a:gd name="csY56" fmla="*/ 96024 h 176759"/>
                <a:gd name="csX57" fmla="*/ 185837 w 239819"/>
                <a:gd name="csY57" fmla="*/ 97935 h 176759"/>
                <a:gd name="csX58" fmla="*/ 185837 w 239819"/>
                <a:gd name="csY58" fmla="*/ 99368 h 176759"/>
                <a:gd name="csX59" fmla="*/ 185359 w 239819"/>
                <a:gd name="csY59" fmla="*/ 100801 h 176759"/>
                <a:gd name="csX60" fmla="*/ 185359 w 239819"/>
                <a:gd name="csY60" fmla="*/ 101756 h 176759"/>
                <a:gd name="csX61" fmla="*/ 185359 w 239819"/>
                <a:gd name="csY61" fmla="*/ 102712 h 176759"/>
                <a:gd name="csX62" fmla="*/ 185359 w 239819"/>
                <a:gd name="csY62" fmla="*/ 103667 h 176759"/>
                <a:gd name="csX63" fmla="*/ 186314 w 239819"/>
                <a:gd name="csY63" fmla="*/ 103667 h 176759"/>
                <a:gd name="csX64" fmla="*/ 187270 w 239819"/>
                <a:gd name="csY64" fmla="*/ 104145 h 176759"/>
                <a:gd name="csX65" fmla="*/ 188225 w 239819"/>
                <a:gd name="csY65" fmla="*/ 104623 h 176759"/>
                <a:gd name="csX66" fmla="*/ 189181 w 239819"/>
                <a:gd name="csY66" fmla="*/ 105578 h 176759"/>
                <a:gd name="csX67" fmla="*/ 189181 w 239819"/>
                <a:gd name="csY67" fmla="*/ 107012 h 176759"/>
                <a:gd name="csX68" fmla="*/ 188225 w 239819"/>
                <a:gd name="csY68" fmla="*/ 107967 h 176759"/>
                <a:gd name="csX69" fmla="*/ 187748 w 239819"/>
                <a:gd name="csY69" fmla="*/ 108445 h 176759"/>
                <a:gd name="csX70" fmla="*/ 184403 w 239819"/>
                <a:gd name="csY70" fmla="*/ 108445 h 176759"/>
                <a:gd name="csX71" fmla="*/ 182015 w 239819"/>
                <a:gd name="csY71" fmla="*/ 108922 h 176759"/>
                <a:gd name="csX72" fmla="*/ 178671 w 239819"/>
                <a:gd name="csY72" fmla="*/ 111311 h 176759"/>
                <a:gd name="csX73" fmla="*/ 175326 w 239819"/>
                <a:gd name="csY73" fmla="*/ 113222 h 176759"/>
                <a:gd name="csX74" fmla="*/ 171505 w 239819"/>
                <a:gd name="csY74" fmla="*/ 115133 h 176759"/>
                <a:gd name="csX75" fmla="*/ 169594 w 239819"/>
                <a:gd name="csY75" fmla="*/ 115611 h 176759"/>
                <a:gd name="csX76" fmla="*/ 166250 w 239819"/>
                <a:gd name="csY76" fmla="*/ 116566 h 176759"/>
                <a:gd name="csX77" fmla="*/ 162428 w 239819"/>
                <a:gd name="csY77" fmla="*/ 118477 h 176759"/>
                <a:gd name="csX78" fmla="*/ 160995 w 239819"/>
                <a:gd name="csY78" fmla="*/ 121343 h 176759"/>
                <a:gd name="csX79" fmla="*/ 158606 w 239819"/>
                <a:gd name="csY79" fmla="*/ 124687 h 176759"/>
                <a:gd name="csX80" fmla="*/ 156217 w 239819"/>
                <a:gd name="csY80" fmla="*/ 127076 h 176759"/>
                <a:gd name="csX81" fmla="*/ 153351 w 239819"/>
                <a:gd name="csY81" fmla="*/ 128987 h 176759"/>
                <a:gd name="csX82" fmla="*/ 150485 w 239819"/>
                <a:gd name="csY82" fmla="*/ 129942 h 176759"/>
                <a:gd name="csX83" fmla="*/ 146663 w 239819"/>
                <a:gd name="csY83" fmla="*/ 130898 h 176759"/>
                <a:gd name="csX84" fmla="*/ 141885 w 239819"/>
                <a:gd name="csY84" fmla="*/ 131853 h 176759"/>
                <a:gd name="csX85" fmla="*/ 139019 w 239819"/>
                <a:gd name="csY85" fmla="*/ 131853 h 176759"/>
                <a:gd name="csX86" fmla="*/ 138064 w 239819"/>
                <a:gd name="csY86" fmla="*/ 131853 h 176759"/>
                <a:gd name="csX87" fmla="*/ 135197 w 239819"/>
                <a:gd name="csY87" fmla="*/ 131853 h 176759"/>
                <a:gd name="csX88" fmla="*/ 133764 w 239819"/>
                <a:gd name="csY88" fmla="*/ 131853 h 176759"/>
                <a:gd name="csX89" fmla="*/ 132809 w 239819"/>
                <a:gd name="csY89" fmla="*/ 131853 h 176759"/>
                <a:gd name="csX90" fmla="*/ 132331 w 239819"/>
                <a:gd name="csY90" fmla="*/ 131853 h 176759"/>
                <a:gd name="csX91" fmla="*/ 132331 w 239819"/>
                <a:gd name="csY91" fmla="*/ 132809 h 176759"/>
                <a:gd name="csX92" fmla="*/ 131853 w 239819"/>
                <a:gd name="csY92" fmla="*/ 133764 h 176759"/>
                <a:gd name="csX93" fmla="*/ 131853 w 239819"/>
                <a:gd name="csY93" fmla="*/ 135197 h 176759"/>
                <a:gd name="csX94" fmla="*/ 130898 w 239819"/>
                <a:gd name="csY94" fmla="*/ 136153 h 176759"/>
                <a:gd name="csX95" fmla="*/ 130420 w 239819"/>
                <a:gd name="csY95" fmla="*/ 136631 h 176759"/>
                <a:gd name="csX96" fmla="*/ 129465 w 239819"/>
                <a:gd name="csY96" fmla="*/ 137108 h 176759"/>
                <a:gd name="csX97" fmla="*/ 127076 w 239819"/>
                <a:gd name="csY97" fmla="*/ 136631 h 176759"/>
                <a:gd name="csX98" fmla="*/ 125165 w 239819"/>
                <a:gd name="csY98" fmla="*/ 136631 h 176759"/>
                <a:gd name="csX99" fmla="*/ 120388 w 239819"/>
                <a:gd name="csY99" fmla="*/ 135675 h 176759"/>
                <a:gd name="csX100" fmla="*/ 119432 w 239819"/>
                <a:gd name="csY100" fmla="*/ 136153 h 176759"/>
                <a:gd name="csX101" fmla="*/ 118954 w 239819"/>
                <a:gd name="csY101" fmla="*/ 136153 h 176759"/>
                <a:gd name="csX102" fmla="*/ 117521 w 239819"/>
                <a:gd name="csY102" fmla="*/ 137108 h 176759"/>
                <a:gd name="csX103" fmla="*/ 115610 w 239819"/>
                <a:gd name="csY103" fmla="*/ 138542 h 176759"/>
                <a:gd name="csX104" fmla="*/ 113700 w 239819"/>
                <a:gd name="csY104" fmla="*/ 139975 h 176759"/>
                <a:gd name="csX105" fmla="*/ 112744 w 239819"/>
                <a:gd name="csY105" fmla="*/ 140930 h 176759"/>
                <a:gd name="csX106" fmla="*/ 109878 w 239819"/>
                <a:gd name="csY106" fmla="*/ 140930 h 176759"/>
                <a:gd name="csX107" fmla="*/ 108922 w 239819"/>
                <a:gd name="csY107" fmla="*/ 141408 h 176759"/>
                <a:gd name="csX108" fmla="*/ 103667 w 239819"/>
                <a:gd name="csY108" fmla="*/ 145230 h 176759"/>
                <a:gd name="csX109" fmla="*/ 102712 w 239819"/>
                <a:gd name="csY109" fmla="*/ 146185 h 176759"/>
                <a:gd name="csX110" fmla="*/ 97457 w 239819"/>
                <a:gd name="csY110" fmla="*/ 149052 h 176759"/>
                <a:gd name="csX111" fmla="*/ 95546 w 239819"/>
                <a:gd name="csY111" fmla="*/ 150485 h 176759"/>
                <a:gd name="csX112" fmla="*/ 94590 w 239819"/>
                <a:gd name="csY112" fmla="*/ 151440 h 176759"/>
                <a:gd name="csX113" fmla="*/ 91246 w 239819"/>
                <a:gd name="csY113" fmla="*/ 153829 h 176759"/>
                <a:gd name="csX114" fmla="*/ 89335 w 239819"/>
                <a:gd name="csY114" fmla="*/ 154784 h 176759"/>
                <a:gd name="csX115" fmla="*/ 88858 w 239819"/>
                <a:gd name="csY115" fmla="*/ 155262 h 176759"/>
                <a:gd name="csX116" fmla="*/ 88858 w 239819"/>
                <a:gd name="csY116" fmla="*/ 156695 h 176759"/>
                <a:gd name="csX117" fmla="*/ 88858 w 239819"/>
                <a:gd name="csY117" fmla="*/ 160039 h 176759"/>
                <a:gd name="csX118" fmla="*/ 88858 w 239819"/>
                <a:gd name="csY118" fmla="*/ 162906 h 176759"/>
                <a:gd name="csX119" fmla="*/ 88858 w 239819"/>
                <a:gd name="csY119" fmla="*/ 167205 h 176759"/>
                <a:gd name="csX120" fmla="*/ 88858 w 239819"/>
                <a:gd name="csY120" fmla="*/ 171505 h 176759"/>
                <a:gd name="csX121" fmla="*/ 88858 w 239819"/>
                <a:gd name="csY121" fmla="*/ 176282 h 176759"/>
                <a:gd name="csX122" fmla="*/ 86469 w 239819"/>
                <a:gd name="csY122" fmla="*/ 176282 h 176759"/>
                <a:gd name="csX123" fmla="*/ 86469 w 239819"/>
                <a:gd name="csY123" fmla="*/ 176282 h 176759"/>
                <a:gd name="csX124" fmla="*/ 0 w 239819"/>
                <a:gd name="csY124" fmla="*/ 176760 h 176759"/>
                <a:gd name="csX125" fmla="*/ 0 w 239819"/>
                <a:gd name="csY125" fmla="*/ 176282 h 176759"/>
                <a:gd name="csX126" fmla="*/ 2389 w 239819"/>
                <a:gd name="csY126" fmla="*/ 174371 h 176759"/>
                <a:gd name="csX127" fmla="*/ 4299 w 239819"/>
                <a:gd name="csY127" fmla="*/ 171027 h 176759"/>
                <a:gd name="csX128" fmla="*/ 7644 w 239819"/>
                <a:gd name="csY128" fmla="*/ 170072 h 176759"/>
                <a:gd name="csX129" fmla="*/ 13854 w 239819"/>
                <a:gd name="csY129" fmla="*/ 169116 h 176759"/>
                <a:gd name="csX130" fmla="*/ 23409 w 239819"/>
                <a:gd name="csY130" fmla="*/ 166728 h 176759"/>
                <a:gd name="csX131" fmla="*/ 32008 w 239819"/>
                <a:gd name="csY131" fmla="*/ 162906 h 176759"/>
                <a:gd name="csX132" fmla="*/ 34396 w 239819"/>
                <a:gd name="csY132" fmla="*/ 161473 h 176759"/>
                <a:gd name="csX133" fmla="*/ 37263 w 239819"/>
                <a:gd name="csY133" fmla="*/ 158606 h 176759"/>
                <a:gd name="csX134" fmla="*/ 41562 w 239819"/>
                <a:gd name="csY134" fmla="*/ 154784 h 176759"/>
                <a:gd name="csX135" fmla="*/ 49684 w 239819"/>
                <a:gd name="csY135" fmla="*/ 150007 h 176759"/>
                <a:gd name="csX136" fmla="*/ 53028 w 239819"/>
                <a:gd name="csY136" fmla="*/ 147619 h 176759"/>
                <a:gd name="csX137" fmla="*/ 58761 w 239819"/>
                <a:gd name="csY137" fmla="*/ 140930 h 176759"/>
                <a:gd name="csX138" fmla="*/ 62582 w 239819"/>
                <a:gd name="csY138" fmla="*/ 135675 h 176759"/>
                <a:gd name="csX139" fmla="*/ 65927 w 239819"/>
                <a:gd name="csY139" fmla="*/ 131853 h 176759"/>
                <a:gd name="csX140" fmla="*/ 67837 w 239819"/>
                <a:gd name="csY140" fmla="*/ 128987 h 176759"/>
                <a:gd name="csX141" fmla="*/ 69271 w 239819"/>
                <a:gd name="csY141" fmla="*/ 125643 h 176759"/>
                <a:gd name="csX142" fmla="*/ 70226 w 239819"/>
                <a:gd name="csY142" fmla="*/ 120865 h 176759"/>
                <a:gd name="csX143" fmla="*/ 69748 w 239819"/>
                <a:gd name="csY143" fmla="*/ 118477 h 176759"/>
                <a:gd name="csX144" fmla="*/ 67360 w 239819"/>
                <a:gd name="csY144" fmla="*/ 115611 h 176759"/>
                <a:gd name="csX145" fmla="*/ 65927 w 239819"/>
                <a:gd name="csY145" fmla="*/ 114655 h 176759"/>
                <a:gd name="csX146" fmla="*/ 65449 w 239819"/>
                <a:gd name="csY146" fmla="*/ 113222 h 176759"/>
                <a:gd name="csX147" fmla="*/ 66404 w 239819"/>
                <a:gd name="csY147" fmla="*/ 110355 h 176759"/>
                <a:gd name="csX148" fmla="*/ 66404 w 239819"/>
                <a:gd name="csY148" fmla="*/ 105578 h 176759"/>
                <a:gd name="csX149" fmla="*/ 66404 w 239819"/>
                <a:gd name="csY149" fmla="*/ 97935 h 176759"/>
                <a:gd name="csX150" fmla="*/ 69271 w 239819"/>
                <a:gd name="csY150" fmla="*/ 92202 h 176759"/>
                <a:gd name="csX151" fmla="*/ 75959 w 239819"/>
                <a:gd name="csY151" fmla="*/ 84080 h 176759"/>
                <a:gd name="csX152" fmla="*/ 76914 w 239819"/>
                <a:gd name="csY152" fmla="*/ 80736 h 176759"/>
                <a:gd name="csX153" fmla="*/ 77870 w 239819"/>
                <a:gd name="csY153" fmla="*/ 75481 h 176759"/>
                <a:gd name="csX154" fmla="*/ 77870 w 239819"/>
                <a:gd name="csY154" fmla="*/ 73570 h 176759"/>
                <a:gd name="csX155" fmla="*/ 85991 w 239819"/>
                <a:gd name="csY155" fmla="*/ 65927 h 176759"/>
                <a:gd name="csX156" fmla="*/ 90769 w 239819"/>
                <a:gd name="csY156" fmla="*/ 60194 h 176759"/>
                <a:gd name="csX157" fmla="*/ 92202 w 239819"/>
                <a:gd name="csY157" fmla="*/ 58761 h 176759"/>
                <a:gd name="csX158" fmla="*/ 96501 w 239819"/>
                <a:gd name="csY158" fmla="*/ 56372 h 176759"/>
                <a:gd name="csX159" fmla="*/ 111311 w 239819"/>
                <a:gd name="csY159" fmla="*/ 50639 h 176759"/>
                <a:gd name="csX160" fmla="*/ 119432 w 239819"/>
                <a:gd name="csY160" fmla="*/ 46340 h 176759"/>
                <a:gd name="csX161" fmla="*/ 124210 w 239819"/>
                <a:gd name="csY161" fmla="*/ 43473 h 176759"/>
                <a:gd name="csX162" fmla="*/ 127076 w 239819"/>
                <a:gd name="csY162" fmla="*/ 39651 h 176759"/>
                <a:gd name="csX163" fmla="*/ 135197 w 239819"/>
                <a:gd name="csY163" fmla="*/ 25798 h 176759"/>
                <a:gd name="csX164" fmla="*/ 142841 w 239819"/>
                <a:gd name="csY164" fmla="*/ 5733 h 176759"/>
                <a:gd name="csX165" fmla="*/ 143796 w 239819"/>
                <a:gd name="csY165" fmla="*/ 3344 h 176759"/>
                <a:gd name="csX166" fmla="*/ 147141 w 239819"/>
                <a:gd name="csY166" fmla="*/ 2389 h 176759"/>
                <a:gd name="csX167" fmla="*/ 149529 w 239819"/>
                <a:gd name="csY167" fmla="*/ 2389 h 176759"/>
                <a:gd name="csX168" fmla="*/ 151440 w 239819"/>
                <a:gd name="csY168" fmla="*/ 1433 h 176759"/>
                <a:gd name="csX169" fmla="*/ 154307 w 239819"/>
                <a:gd name="csY169" fmla="*/ 0 h 176759"/>
                <a:gd name="csX170" fmla="*/ 156695 w 239819"/>
                <a:gd name="csY170" fmla="*/ 478 h 176759"/>
                <a:gd name="csX171" fmla="*/ 155262 w 239819"/>
                <a:gd name="csY171" fmla="*/ 1433 h 176759"/>
                <a:gd name="csX172" fmla="*/ 155262 w 239819"/>
                <a:gd name="csY172" fmla="*/ 4300 h 176759"/>
                <a:gd name="csX173" fmla="*/ 157173 w 239819"/>
                <a:gd name="csY173" fmla="*/ 7166 h 176759"/>
                <a:gd name="csX174" fmla="*/ 160039 w 239819"/>
                <a:gd name="csY174" fmla="*/ 10510 h 176759"/>
                <a:gd name="csX175" fmla="*/ 165294 w 239819"/>
                <a:gd name="csY175" fmla="*/ 14332 h 176759"/>
                <a:gd name="csX176" fmla="*/ 169594 w 239819"/>
                <a:gd name="csY176" fmla="*/ 16243 h 176759"/>
                <a:gd name="csX177" fmla="*/ 175326 w 239819"/>
                <a:gd name="csY177" fmla="*/ 17198 h 176759"/>
                <a:gd name="csX178" fmla="*/ 182015 w 239819"/>
                <a:gd name="csY178" fmla="*/ 15287 h 176759"/>
                <a:gd name="csX179" fmla="*/ 185837 w 239819"/>
                <a:gd name="csY179" fmla="*/ 15287 h 176759"/>
                <a:gd name="csX180" fmla="*/ 187748 w 239819"/>
                <a:gd name="csY180" fmla="*/ 14332 h 176759"/>
                <a:gd name="csX181" fmla="*/ 190136 w 239819"/>
                <a:gd name="csY181" fmla="*/ 15765 h 176759"/>
                <a:gd name="csX182" fmla="*/ 193958 w 239819"/>
                <a:gd name="csY182" fmla="*/ 15765 h 176759"/>
                <a:gd name="csX183" fmla="*/ 197780 w 239819"/>
                <a:gd name="csY183" fmla="*/ 15287 h 176759"/>
                <a:gd name="csX184" fmla="*/ 200646 w 239819"/>
                <a:gd name="csY184" fmla="*/ 13854 h 176759"/>
                <a:gd name="csX185" fmla="*/ 202079 w 239819"/>
                <a:gd name="csY185" fmla="*/ 11466 h 176759"/>
                <a:gd name="csX186" fmla="*/ 202557 w 239819"/>
                <a:gd name="csY186" fmla="*/ 12421 h 176759"/>
                <a:gd name="csX187" fmla="*/ 202557 w 239819"/>
                <a:gd name="csY187" fmla="*/ 13854 h 176759"/>
                <a:gd name="csX188" fmla="*/ 203035 w 239819"/>
                <a:gd name="csY188" fmla="*/ 14332 h 176759"/>
                <a:gd name="csX189" fmla="*/ 204468 w 239819"/>
                <a:gd name="csY189" fmla="*/ 16721 h 176759"/>
                <a:gd name="csX190" fmla="*/ 204946 w 239819"/>
                <a:gd name="csY190" fmla="*/ 17676 h 176759"/>
                <a:gd name="csX191" fmla="*/ 206857 w 239819"/>
                <a:gd name="csY191" fmla="*/ 17676 h 176759"/>
                <a:gd name="csX192" fmla="*/ 208768 w 239819"/>
                <a:gd name="csY192" fmla="*/ 18154 h 176759"/>
                <a:gd name="csX193" fmla="*/ 213067 w 239819"/>
                <a:gd name="csY193" fmla="*/ 18154 h 176759"/>
                <a:gd name="csX194" fmla="*/ 217367 w 239819"/>
                <a:gd name="csY194" fmla="*/ 18632 h 176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</a:cxnLst>
              <a:rect l="l" t="t" r="r" b="b"/>
              <a:pathLst>
                <a:path w="239819" h="176759">
                  <a:moveTo>
                    <a:pt x="217367" y="18632"/>
                  </a:moveTo>
                  <a:lnTo>
                    <a:pt x="217845" y="20065"/>
                  </a:lnTo>
                  <a:lnTo>
                    <a:pt x="218800" y="21498"/>
                  </a:lnTo>
                  <a:lnTo>
                    <a:pt x="223099" y="24364"/>
                  </a:lnTo>
                  <a:lnTo>
                    <a:pt x="225488" y="26275"/>
                  </a:lnTo>
                  <a:lnTo>
                    <a:pt x="225488" y="26753"/>
                  </a:lnTo>
                  <a:lnTo>
                    <a:pt x="225010" y="28186"/>
                  </a:lnTo>
                  <a:lnTo>
                    <a:pt x="224533" y="29141"/>
                  </a:lnTo>
                  <a:lnTo>
                    <a:pt x="225010" y="30575"/>
                  </a:lnTo>
                  <a:lnTo>
                    <a:pt x="226921" y="32008"/>
                  </a:lnTo>
                  <a:lnTo>
                    <a:pt x="226921" y="32486"/>
                  </a:lnTo>
                  <a:lnTo>
                    <a:pt x="226444" y="33441"/>
                  </a:lnTo>
                  <a:lnTo>
                    <a:pt x="225488" y="34397"/>
                  </a:lnTo>
                  <a:lnTo>
                    <a:pt x="227399" y="38696"/>
                  </a:lnTo>
                  <a:lnTo>
                    <a:pt x="227399" y="42996"/>
                  </a:lnTo>
                  <a:lnTo>
                    <a:pt x="226921" y="45862"/>
                  </a:lnTo>
                  <a:lnTo>
                    <a:pt x="227399" y="47295"/>
                  </a:lnTo>
                  <a:lnTo>
                    <a:pt x="227399" y="48728"/>
                  </a:lnTo>
                  <a:lnTo>
                    <a:pt x="228832" y="52073"/>
                  </a:lnTo>
                  <a:lnTo>
                    <a:pt x="227877" y="57328"/>
                  </a:lnTo>
                  <a:lnTo>
                    <a:pt x="228832" y="60194"/>
                  </a:lnTo>
                  <a:lnTo>
                    <a:pt x="230265" y="62582"/>
                  </a:lnTo>
                  <a:lnTo>
                    <a:pt x="231221" y="66882"/>
                  </a:lnTo>
                  <a:lnTo>
                    <a:pt x="232654" y="68793"/>
                  </a:lnTo>
                  <a:lnTo>
                    <a:pt x="234565" y="70704"/>
                  </a:lnTo>
                  <a:lnTo>
                    <a:pt x="235521" y="71182"/>
                  </a:lnTo>
                  <a:lnTo>
                    <a:pt x="237431" y="72615"/>
                  </a:lnTo>
                  <a:lnTo>
                    <a:pt x="239342" y="74048"/>
                  </a:lnTo>
                  <a:lnTo>
                    <a:pt x="239820" y="75959"/>
                  </a:lnTo>
                  <a:lnTo>
                    <a:pt x="237909" y="77392"/>
                  </a:lnTo>
                  <a:lnTo>
                    <a:pt x="236476" y="78825"/>
                  </a:lnTo>
                  <a:lnTo>
                    <a:pt x="235998" y="80258"/>
                  </a:lnTo>
                  <a:lnTo>
                    <a:pt x="236954" y="82170"/>
                  </a:lnTo>
                  <a:lnTo>
                    <a:pt x="236954" y="83603"/>
                  </a:lnTo>
                  <a:lnTo>
                    <a:pt x="235998" y="84080"/>
                  </a:lnTo>
                  <a:lnTo>
                    <a:pt x="231699" y="83603"/>
                  </a:lnTo>
                  <a:lnTo>
                    <a:pt x="228832" y="83603"/>
                  </a:lnTo>
                  <a:lnTo>
                    <a:pt x="225010" y="83603"/>
                  </a:lnTo>
                  <a:lnTo>
                    <a:pt x="220233" y="83603"/>
                  </a:lnTo>
                  <a:lnTo>
                    <a:pt x="216889" y="83125"/>
                  </a:lnTo>
                  <a:lnTo>
                    <a:pt x="212590" y="83125"/>
                  </a:lnTo>
                  <a:lnTo>
                    <a:pt x="211156" y="83125"/>
                  </a:lnTo>
                  <a:lnTo>
                    <a:pt x="207334" y="83603"/>
                  </a:lnTo>
                  <a:lnTo>
                    <a:pt x="204468" y="84080"/>
                  </a:lnTo>
                  <a:lnTo>
                    <a:pt x="203990" y="84558"/>
                  </a:lnTo>
                  <a:lnTo>
                    <a:pt x="203035" y="85036"/>
                  </a:lnTo>
                  <a:lnTo>
                    <a:pt x="202557" y="86469"/>
                  </a:lnTo>
                  <a:lnTo>
                    <a:pt x="202079" y="88380"/>
                  </a:lnTo>
                  <a:lnTo>
                    <a:pt x="201124" y="89335"/>
                  </a:lnTo>
                  <a:lnTo>
                    <a:pt x="193003" y="92202"/>
                  </a:lnTo>
                  <a:lnTo>
                    <a:pt x="189658" y="92680"/>
                  </a:lnTo>
                  <a:lnTo>
                    <a:pt x="187748" y="92202"/>
                  </a:lnTo>
                  <a:lnTo>
                    <a:pt x="186314" y="92680"/>
                  </a:lnTo>
                  <a:lnTo>
                    <a:pt x="185359" y="93157"/>
                  </a:lnTo>
                  <a:lnTo>
                    <a:pt x="184881" y="94113"/>
                  </a:lnTo>
                  <a:lnTo>
                    <a:pt x="184881" y="95068"/>
                  </a:lnTo>
                  <a:lnTo>
                    <a:pt x="184881" y="96024"/>
                  </a:lnTo>
                  <a:lnTo>
                    <a:pt x="185837" y="97935"/>
                  </a:lnTo>
                  <a:lnTo>
                    <a:pt x="185837" y="99368"/>
                  </a:lnTo>
                  <a:lnTo>
                    <a:pt x="185359" y="100801"/>
                  </a:lnTo>
                  <a:lnTo>
                    <a:pt x="185359" y="101756"/>
                  </a:lnTo>
                  <a:lnTo>
                    <a:pt x="185359" y="102712"/>
                  </a:lnTo>
                  <a:lnTo>
                    <a:pt x="185359" y="103667"/>
                  </a:lnTo>
                  <a:lnTo>
                    <a:pt x="186314" y="103667"/>
                  </a:lnTo>
                  <a:lnTo>
                    <a:pt x="187270" y="104145"/>
                  </a:lnTo>
                  <a:lnTo>
                    <a:pt x="188225" y="104623"/>
                  </a:lnTo>
                  <a:lnTo>
                    <a:pt x="189181" y="105578"/>
                  </a:lnTo>
                  <a:lnTo>
                    <a:pt x="189181" y="107012"/>
                  </a:lnTo>
                  <a:lnTo>
                    <a:pt x="188225" y="107967"/>
                  </a:lnTo>
                  <a:lnTo>
                    <a:pt x="187748" y="108445"/>
                  </a:lnTo>
                  <a:lnTo>
                    <a:pt x="184403" y="108445"/>
                  </a:lnTo>
                  <a:lnTo>
                    <a:pt x="182015" y="108922"/>
                  </a:lnTo>
                  <a:lnTo>
                    <a:pt x="178671" y="111311"/>
                  </a:lnTo>
                  <a:lnTo>
                    <a:pt x="175326" y="113222"/>
                  </a:lnTo>
                  <a:lnTo>
                    <a:pt x="171505" y="115133"/>
                  </a:lnTo>
                  <a:lnTo>
                    <a:pt x="169594" y="115611"/>
                  </a:lnTo>
                  <a:lnTo>
                    <a:pt x="166250" y="116566"/>
                  </a:lnTo>
                  <a:lnTo>
                    <a:pt x="162428" y="118477"/>
                  </a:lnTo>
                  <a:lnTo>
                    <a:pt x="160995" y="121343"/>
                  </a:lnTo>
                  <a:lnTo>
                    <a:pt x="158606" y="124687"/>
                  </a:lnTo>
                  <a:lnTo>
                    <a:pt x="156217" y="127076"/>
                  </a:lnTo>
                  <a:lnTo>
                    <a:pt x="153351" y="128987"/>
                  </a:lnTo>
                  <a:lnTo>
                    <a:pt x="150485" y="129942"/>
                  </a:lnTo>
                  <a:lnTo>
                    <a:pt x="146663" y="130898"/>
                  </a:lnTo>
                  <a:lnTo>
                    <a:pt x="141885" y="131853"/>
                  </a:lnTo>
                  <a:lnTo>
                    <a:pt x="139019" y="131853"/>
                  </a:lnTo>
                  <a:lnTo>
                    <a:pt x="138064" y="131853"/>
                  </a:lnTo>
                  <a:lnTo>
                    <a:pt x="135197" y="131853"/>
                  </a:lnTo>
                  <a:lnTo>
                    <a:pt x="133764" y="131853"/>
                  </a:lnTo>
                  <a:lnTo>
                    <a:pt x="132809" y="131853"/>
                  </a:lnTo>
                  <a:lnTo>
                    <a:pt x="132331" y="131853"/>
                  </a:lnTo>
                  <a:lnTo>
                    <a:pt x="132331" y="132809"/>
                  </a:lnTo>
                  <a:lnTo>
                    <a:pt x="131853" y="133764"/>
                  </a:lnTo>
                  <a:lnTo>
                    <a:pt x="131853" y="135197"/>
                  </a:lnTo>
                  <a:lnTo>
                    <a:pt x="130898" y="136153"/>
                  </a:lnTo>
                  <a:lnTo>
                    <a:pt x="130420" y="136631"/>
                  </a:lnTo>
                  <a:lnTo>
                    <a:pt x="129465" y="137108"/>
                  </a:lnTo>
                  <a:lnTo>
                    <a:pt x="127076" y="136631"/>
                  </a:lnTo>
                  <a:lnTo>
                    <a:pt x="125165" y="136631"/>
                  </a:lnTo>
                  <a:lnTo>
                    <a:pt x="120388" y="135675"/>
                  </a:lnTo>
                  <a:lnTo>
                    <a:pt x="119432" y="136153"/>
                  </a:lnTo>
                  <a:lnTo>
                    <a:pt x="118954" y="136153"/>
                  </a:lnTo>
                  <a:lnTo>
                    <a:pt x="117521" y="137108"/>
                  </a:lnTo>
                  <a:lnTo>
                    <a:pt x="115610" y="138542"/>
                  </a:lnTo>
                  <a:lnTo>
                    <a:pt x="113700" y="139975"/>
                  </a:lnTo>
                  <a:lnTo>
                    <a:pt x="112744" y="140930"/>
                  </a:lnTo>
                  <a:lnTo>
                    <a:pt x="109878" y="140930"/>
                  </a:lnTo>
                  <a:lnTo>
                    <a:pt x="108922" y="141408"/>
                  </a:lnTo>
                  <a:lnTo>
                    <a:pt x="103667" y="145230"/>
                  </a:lnTo>
                  <a:lnTo>
                    <a:pt x="102712" y="146185"/>
                  </a:lnTo>
                  <a:lnTo>
                    <a:pt x="97457" y="149052"/>
                  </a:lnTo>
                  <a:lnTo>
                    <a:pt x="95546" y="150485"/>
                  </a:lnTo>
                  <a:lnTo>
                    <a:pt x="94590" y="151440"/>
                  </a:lnTo>
                  <a:lnTo>
                    <a:pt x="91246" y="153829"/>
                  </a:lnTo>
                  <a:lnTo>
                    <a:pt x="89335" y="154784"/>
                  </a:lnTo>
                  <a:lnTo>
                    <a:pt x="88858" y="155262"/>
                  </a:lnTo>
                  <a:lnTo>
                    <a:pt x="88858" y="156695"/>
                  </a:lnTo>
                  <a:lnTo>
                    <a:pt x="88858" y="160039"/>
                  </a:lnTo>
                  <a:lnTo>
                    <a:pt x="88858" y="162906"/>
                  </a:lnTo>
                  <a:lnTo>
                    <a:pt x="88858" y="167205"/>
                  </a:lnTo>
                  <a:lnTo>
                    <a:pt x="88858" y="171505"/>
                  </a:lnTo>
                  <a:lnTo>
                    <a:pt x="88858" y="176282"/>
                  </a:lnTo>
                  <a:lnTo>
                    <a:pt x="86469" y="176282"/>
                  </a:lnTo>
                  <a:lnTo>
                    <a:pt x="86469" y="176282"/>
                  </a:lnTo>
                  <a:lnTo>
                    <a:pt x="0" y="176760"/>
                  </a:lnTo>
                  <a:lnTo>
                    <a:pt x="0" y="176282"/>
                  </a:lnTo>
                  <a:lnTo>
                    <a:pt x="2389" y="174371"/>
                  </a:lnTo>
                  <a:lnTo>
                    <a:pt x="4299" y="171027"/>
                  </a:lnTo>
                  <a:lnTo>
                    <a:pt x="7644" y="170072"/>
                  </a:lnTo>
                  <a:lnTo>
                    <a:pt x="13854" y="169116"/>
                  </a:lnTo>
                  <a:lnTo>
                    <a:pt x="23409" y="166728"/>
                  </a:lnTo>
                  <a:lnTo>
                    <a:pt x="32008" y="162906"/>
                  </a:lnTo>
                  <a:lnTo>
                    <a:pt x="34396" y="161473"/>
                  </a:lnTo>
                  <a:lnTo>
                    <a:pt x="37263" y="158606"/>
                  </a:lnTo>
                  <a:lnTo>
                    <a:pt x="41562" y="154784"/>
                  </a:lnTo>
                  <a:lnTo>
                    <a:pt x="49684" y="150007"/>
                  </a:lnTo>
                  <a:lnTo>
                    <a:pt x="53028" y="147619"/>
                  </a:lnTo>
                  <a:lnTo>
                    <a:pt x="58761" y="140930"/>
                  </a:lnTo>
                  <a:lnTo>
                    <a:pt x="62582" y="135675"/>
                  </a:lnTo>
                  <a:lnTo>
                    <a:pt x="65927" y="131853"/>
                  </a:lnTo>
                  <a:lnTo>
                    <a:pt x="67837" y="128987"/>
                  </a:lnTo>
                  <a:lnTo>
                    <a:pt x="69271" y="125643"/>
                  </a:lnTo>
                  <a:lnTo>
                    <a:pt x="70226" y="120865"/>
                  </a:lnTo>
                  <a:lnTo>
                    <a:pt x="69748" y="118477"/>
                  </a:lnTo>
                  <a:lnTo>
                    <a:pt x="67360" y="115611"/>
                  </a:lnTo>
                  <a:lnTo>
                    <a:pt x="65927" y="114655"/>
                  </a:lnTo>
                  <a:lnTo>
                    <a:pt x="65449" y="113222"/>
                  </a:lnTo>
                  <a:lnTo>
                    <a:pt x="66404" y="110355"/>
                  </a:lnTo>
                  <a:lnTo>
                    <a:pt x="66404" y="105578"/>
                  </a:lnTo>
                  <a:lnTo>
                    <a:pt x="66404" y="97935"/>
                  </a:lnTo>
                  <a:lnTo>
                    <a:pt x="69271" y="92202"/>
                  </a:lnTo>
                  <a:lnTo>
                    <a:pt x="75959" y="84080"/>
                  </a:lnTo>
                  <a:lnTo>
                    <a:pt x="76914" y="80736"/>
                  </a:lnTo>
                  <a:lnTo>
                    <a:pt x="77870" y="75481"/>
                  </a:lnTo>
                  <a:lnTo>
                    <a:pt x="77870" y="73570"/>
                  </a:lnTo>
                  <a:lnTo>
                    <a:pt x="85991" y="65927"/>
                  </a:lnTo>
                  <a:lnTo>
                    <a:pt x="90769" y="60194"/>
                  </a:lnTo>
                  <a:lnTo>
                    <a:pt x="92202" y="58761"/>
                  </a:lnTo>
                  <a:lnTo>
                    <a:pt x="96501" y="56372"/>
                  </a:lnTo>
                  <a:lnTo>
                    <a:pt x="111311" y="50639"/>
                  </a:lnTo>
                  <a:lnTo>
                    <a:pt x="119432" y="46340"/>
                  </a:lnTo>
                  <a:lnTo>
                    <a:pt x="124210" y="43473"/>
                  </a:lnTo>
                  <a:lnTo>
                    <a:pt x="127076" y="39651"/>
                  </a:lnTo>
                  <a:lnTo>
                    <a:pt x="135197" y="25798"/>
                  </a:lnTo>
                  <a:lnTo>
                    <a:pt x="142841" y="5733"/>
                  </a:lnTo>
                  <a:lnTo>
                    <a:pt x="143796" y="3344"/>
                  </a:lnTo>
                  <a:lnTo>
                    <a:pt x="147141" y="2389"/>
                  </a:lnTo>
                  <a:lnTo>
                    <a:pt x="149529" y="2389"/>
                  </a:lnTo>
                  <a:lnTo>
                    <a:pt x="151440" y="1433"/>
                  </a:lnTo>
                  <a:lnTo>
                    <a:pt x="154307" y="0"/>
                  </a:lnTo>
                  <a:lnTo>
                    <a:pt x="156695" y="478"/>
                  </a:lnTo>
                  <a:lnTo>
                    <a:pt x="155262" y="1433"/>
                  </a:lnTo>
                  <a:lnTo>
                    <a:pt x="155262" y="4300"/>
                  </a:lnTo>
                  <a:lnTo>
                    <a:pt x="157173" y="7166"/>
                  </a:lnTo>
                  <a:lnTo>
                    <a:pt x="160039" y="10510"/>
                  </a:lnTo>
                  <a:lnTo>
                    <a:pt x="165294" y="14332"/>
                  </a:lnTo>
                  <a:lnTo>
                    <a:pt x="169594" y="16243"/>
                  </a:lnTo>
                  <a:lnTo>
                    <a:pt x="175326" y="17198"/>
                  </a:lnTo>
                  <a:lnTo>
                    <a:pt x="182015" y="15287"/>
                  </a:lnTo>
                  <a:lnTo>
                    <a:pt x="185837" y="15287"/>
                  </a:lnTo>
                  <a:lnTo>
                    <a:pt x="187748" y="14332"/>
                  </a:lnTo>
                  <a:lnTo>
                    <a:pt x="190136" y="15765"/>
                  </a:lnTo>
                  <a:lnTo>
                    <a:pt x="193958" y="15765"/>
                  </a:lnTo>
                  <a:lnTo>
                    <a:pt x="197780" y="15287"/>
                  </a:lnTo>
                  <a:lnTo>
                    <a:pt x="200646" y="13854"/>
                  </a:lnTo>
                  <a:lnTo>
                    <a:pt x="202079" y="11466"/>
                  </a:lnTo>
                  <a:lnTo>
                    <a:pt x="202557" y="12421"/>
                  </a:lnTo>
                  <a:lnTo>
                    <a:pt x="202557" y="13854"/>
                  </a:lnTo>
                  <a:lnTo>
                    <a:pt x="203035" y="14332"/>
                  </a:lnTo>
                  <a:lnTo>
                    <a:pt x="204468" y="16721"/>
                  </a:lnTo>
                  <a:lnTo>
                    <a:pt x="204946" y="17676"/>
                  </a:lnTo>
                  <a:lnTo>
                    <a:pt x="206857" y="17676"/>
                  </a:lnTo>
                  <a:lnTo>
                    <a:pt x="208768" y="18154"/>
                  </a:lnTo>
                  <a:lnTo>
                    <a:pt x="213067" y="18154"/>
                  </a:lnTo>
                  <a:lnTo>
                    <a:pt x="217367" y="186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3" name="Freeform 4902">
              <a:extLst>
                <a:ext uri="{FF2B5EF4-FFF2-40B4-BE49-F238E27FC236}">
                  <a16:creationId xmlns:a16="http://schemas.microsoft.com/office/drawing/2014/main" id="{69457185-D533-1886-99A9-22DF712995B9}"/>
                </a:ext>
              </a:extLst>
            </p:cNvPr>
            <p:cNvSpPr/>
            <p:nvPr/>
          </p:nvSpPr>
          <p:spPr>
            <a:xfrm>
              <a:off x="6030072" y="3852052"/>
              <a:ext cx="955" cy="955"/>
            </a:xfrm>
            <a:custGeom>
              <a:avLst/>
              <a:gdLst>
                <a:gd name="csX0" fmla="*/ 956 w 955"/>
                <a:gd name="csY0" fmla="*/ 478 h 955"/>
                <a:gd name="csX1" fmla="*/ 0 w 955"/>
                <a:gd name="csY1" fmla="*/ 956 h 955"/>
                <a:gd name="csX2" fmla="*/ 0 w 955"/>
                <a:gd name="csY2" fmla="*/ 956 h 955"/>
                <a:gd name="csX3" fmla="*/ 0 w 955"/>
                <a:gd name="csY3" fmla="*/ 956 h 955"/>
                <a:gd name="csX4" fmla="*/ 0 w 955"/>
                <a:gd name="csY4" fmla="*/ 478 h 955"/>
                <a:gd name="csX5" fmla="*/ 0 w 955"/>
                <a:gd name="csY5" fmla="*/ 478 h 955"/>
                <a:gd name="csX6" fmla="*/ 478 w 955"/>
                <a:gd name="csY6" fmla="*/ 0 h 955"/>
                <a:gd name="csX7" fmla="*/ 478 w 955"/>
                <a:gd name="csY7" fmla="*/ 0 h 955"/>
                <a:gd name="csX8" fmla="*/ 956 w 955"/>
                <a:gd name="csY8" fmla="*/ 0 h 955"/>
                <a:gd name="csX9" fmla="*/ 956 w 955"/>
                <a:gd name="csY9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55" h="955">
                  <a:moveTo>
                    <a:pt x="956" y="478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4" name="Freeform 4903">
              <a:extLst>
                <a:ext uri="{FF2B5EF4-FFF2-40B4-BE49-F238E27FC236}">
                  <a16:creationId xmlns:a16="http://schemas.microsoft.com/office/drawing/2014/main" id="{47F83069-134B-3584-4576-FA1A498AF7A8}"/>
                </a:ext>
              </a:extLst>
            </p:cNvPr>
            <p:cNvSpPr/>
            <p:nvPr/>
          </p:nvSpPr>
          <p:spPr>
            <a:xfrm>
              <a:off x="6443308" y="3808579"/>
              <a:ext cx="477" cy="477"/>
            </a:xfrm>
            <a:custGeom>
              <a:avLst/>
              <a:gdLst>
                <a:gd name="csX0" fmla="*/ 478 w 477"/>
                <a:gd name="csY0" fmla="*/ 0 h 477"/>
                <a:gd name="csX1" fmla="*/ 0 w 477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478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5" name="Freeform 4904">
              <a:extLst>
                <a:ext uri="{FF2B5EF4-FFF2-40B4-BE49-F238E27FC236}">
                  <a16:creationId xmlns:a16="http://schemas.microsoft.com/office/drawing/2014/main" id="{01ADFEEB-B157-E897-A494-DA80DD33A572}"/>
                </a:ext>
              </a:extLst>
            </p:cNvPr>
            <p:cNvSpPr/>
            <p:nvPr/>
          </p:nvSpPr>
          <p:spPr>
            <a:xfrm>
              <a:off x="6445219" y="3807623"/>
              <a:ext cx="3822" cy="477"/>
            </a:xfrm>
            <a:custGeom>
              <a:avLst/>
              <a:gdLst>
                <a:gd name="csX0" fmla="*/ 3822 w 3822"/>
                <a:gd name="csY0" fmla="*/ 0 h 477"/>
                <a:gd name="csX1" fmla="*/ 3344 w 3822"/>
                <a:gd name="csY1" fmla="*/ 0 h 477"/>
                <a:gd name="csX2" fmla="*/ 0 w 3822"/>
                <a:gd name="csY2" fmla="*/ 478 h 477"/>
                <a:gd name="csX3" fmla="*/ 0 w 3822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2" h="477">
                  <a:moveTo>
                    <a:pt x="3822" y="0"/>
                  </a:moveTo>
                  <a:lnTo>
                    <a:pt x="3344" y="0"/>
                  </a:lnTo>
                  <a:lnTo>
                    <a:pt x="0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6" name="Freeform 4905">
              <a:extLst>
                <a:ext uri="{FF2B5EF4-FFF2-40B4-BE49-F238E27FC236}">
                  <a16:creationId xmlns:a16="http://schemas.microsoft.com/office/drawing/2014/main" id="{D740BDA9-AD5D-F52C-1240-15FCF7BBB8AA}"/>
                </a:ext>
              </a:extLst>
            </p:cNvPr>
            <p:cNvSpPr/>
            <p:nvPr/>
          </p:nvSpPr>
          <p:spPr>
            <a:xfrm>
              <a:off x="6458118" y="3782303"/>
              <a:ext cx="955" cy="477"/>
            </a:xfrm>
            <a:custGeom>
              <a:avLst/>
              <a:gdLst>
                <a:gd name="csX0" fmla="*/ 955 w 955"/>
                <a:gd name="csY0" fmla="*/ 0 h 477"/>
                <a:gd name="csX1" fmla="*/ 0 w 955"/>
                <a:gd name="csY1" fmla="*/ 478 h 477"/>
                <a:gd name="csX2" fmla="*/ 0 w 955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955" y="0"/>
                  </a:moveTo>
                  <a:lnTo>
                    <a:pt x="0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7" name="Freeform 4906">
              <a:extLst>
                <a:ext uri="{FF2B5EF4-FFF2-40B4-BE49-F238E27FC236}">
                  <a16:creationId xmlns:a16="http://schemas.microsoft.com/office/drawing/2014/main" id="{23330A95-F884-EC77-C213-6054460D3E2F}"/>
                </a:ext>
              </a:extLst>
            </p:cNvPr>
            <p:cNvSpPr/>
            <p:nvPr/>
          </p:nvSpPr>
          <p:spPr>
            <a:xfrm>
              <a:off x="6461940" y="3781348"/>
              <a:ext cx="1433" cy="3821"/>
            </a:xfrm>
            <a:custGeom>
              <a:avLst/>
              <a:gdLst>
                <a:gd name="csX0" fmla="*/ 1433 w 1433"/>
                <a:gd name="csY0" fmla="*/ 3822 h 3821"/>
                <a:gd name="csX1" fmla="*/ 956 w 1433"/>
                <a:gd name="csY1" fmla="*/ 3822 h 3821"/>
                <a:gd name="csX2" fmla="*/ 956 w 1433"/>
                <a:gd name="csY2" fmla="*/ 478 h 3821"/>
                <a:gd name="csX3" fmla="*/ 478 w 1433"/>
                <a:gd name="csY3" fmla="*/ 0 h 3821"/>
                <a:gd name="csX4" fmla="*/ 0 w 1433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3821">
                  <a:moveTo>
                    <a:pt x="1433" y="3822"/>
                  </a:moveTo>
                  <a:lnTo>
                    <a:pt x="956" y="3822"/>
                  </a:lnTo>
                  <a:lnTo>
                    <a:pt x="956" y="478"/>
                  </a:lnTo>
                  <a:lnTo>
                    <a:pt x="478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8" name="Freeform 4907">
              <a:extLst>
                <a:ext uri="{FF2B5EF4-FFF2-40B4-BE49-F238E27FC236}">
                  <a16:creationId xmlns:a16="http://schemas.microsoft.com/office/drawing/2014/main" id="{0953CF64-6A7B-3C43-5FB7-95282C63FB3B}"/>
                </a:ext>
              </a:extLst>
            </p:cNvPr>
            <p:cNvSpPr/>
            <p:nvPr/>
          </p:nvSpPr>
          <p:spPr>
            <a:xfrm>
              <a:off x="6464806" y="3782781"/>
              <a:ext cx="3822" cy="955"/>
            </a:xfrm>
            <a:custGeom>
              <a:avLst/>
              <a:gdLst>
                <a:gd name="csX0" fmla="*/ 3822 w 3822"/>
                <a:gd name="csY0" fmla="*/ 956 h 955"/>
                <a:gd name="csX1" fmla="*/ 3344 w 3822"/>
                <a:gd name="csY1" fmla="*/ 478 h 955"/>
                <a:gd name="csX2" fmla="*/ 2867 w 3822"/>
                <a:gd name="csY2" fmla="*/ 0 h 955"/>
                <a:gd name="csX3" fmla="*/ 2389 w 3822"/>
                <a:gd name="csY3" fmla="*/ 478 h 955"/>
                <a:gd name="csX4" fmla="*/ 1911 w 3822"/>
                <a:gd name="csY4" fmla="*/ 956 h 955"/>
                <a:gd name="csX5" fmla="*/ 956 w 3822"/>
                <a:gd name="csY5" fmla="*/ 478 h 955"/>
                <a:gd name="csX6" fmla="*/ 0 w 3822"/>
                <a:gd name="csY6" fmla="*/ 0 h 955"/>
                <a:gd name="csX7" fmla="*/ 0 w 3822"/>
                <a:gd name="csY7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2" h="955">
                  <a:moveTo>
                    <a:pt x="3822" y="956"/>
                  </a:moveTo>
                  <a:lnTo>
                    <a:pt x="3344" y="478"/>
                  </a:lnTo>
                  <a:lnTo>
                    <a:pt x="2867" y="0"/>
                  </a:lnTo>
                  <a:lnTo>
                    <a:pt x="2389" y="478"/>
                  </a:lnTo>
                  <a:lnTo>
                    <a:pt x="1911" y="956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9" name="Freeform 4908">
              <a:extLst>
                <a:ext uri="{FF2B5EF4-FFF2-40B4-BE49-F238E27FC236}">
                  <a16:creationId xmlns:a16="http://schemas.microsoft.com/office/drawing/2014/main" id="{52C60A97-3B2F-3A78-6BDA-4F8768467850}"/>
                </a:ext>
              </a:extLst>
            </p:cNvPr>
            <p:cNvSpPr/>
            <p:nvPr/>
          </p:nvSpPr>
          <p:spPr>
            <a:xfrm>
              <a:off x="6471494" y="3783259"/>
              <a:ext cx="4777" cy="2388"/>
            </a:xfrm>
            <a:custGeom>
              <a:avLst/>
              <a:gdLst>
                <a:gd name="csX0" fmla="*/ 4777 w 4777"/>
                <a:gd name="csY0" fmla="*/ 2389 h 2388"/>
                <a:gd name="csX1" fmla="*/ 3822 w 4777"/>
                <a:gd name="csY1" fmla="*/ 2389 h 2388"/>
                <a:gd name="csX2" fmla="*/ 2389 w 4777"/>
                <a:gd name="csY2" fmla="*/ 478 h 2388"/>
                <a:gd name="csX3" fmla="*/ 2389 w 4777"/>
                <a:gd name="csY3" fmla="*/ 478 h 2388"/>
                <a:gd name="csX4" fmla="*/ 1433 w 4777"/>
                <a:gd name="csY4" fmla="*/ 0 h 2388"/>
                <a:gd name="csX5" fmla="*/ 1433 w 4777"/>
                <a:gd name="csY5" fmla="*/ 0 h 2388"/>
                <a:gd name="csX6" fmla="*/ 478 w 4777"/>
                <a:gd name="csY6" fmla="*/ 956 h 2388"/>
                <a:gd name="csX7" fmla="*/ 0 w 4777"/>
                <a:gd name="csY7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7" h="2388">
                  <a:moveTo>
                    <a:pt x="4777" y="2389"/>
                  </a:moveTo>
                  <a:lnTo>
                    <a:pt x="3822" y="2389"/>
                  </a:lnTo>
                  <a:lnTo>
                    <a:pt x="2389" y="478"/>
                  </a:lnTo>
                  <a:lnTo>
                    <a:pt x="2389" y="478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478" y="956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0" name="Freeform 4909">
              <a:extLst>
                <a:ext uri="{FF2B5EF4-FFF2-40B4-BE49-F238E27FC236}">
                  <a16:creationId xmlns:a16="http://schemas.microsoft.com/office/drawing/2014/main" id="{F648F5E9-E297-CE03-5E3F-2C078348708C}"/>
                </a:ext>
              </a:extLst>
            </p:cNvPr>
            <p:cNvSpPr/>
            <p:nvPr/>
          </p:nvSpPr>
          <p:spPr>
            <a:xfrm>
              <a:off x="6448085" y="3738352"/>
              <a:ext cx="955" cy="955"/>
            </a:xfrm>
            <a:custGeom>
              <a:avLst/>
              <a:gdLst>
                <a:gd name="csX0" fmla="*/ 0 w 955"/>
                <a:gd name="csY0" fmla="*/ 956 h 955"/>
                <a:gd name="csX1" fmla="*/ 0 w 955"/>
                <a:gd name="csY1" fmla="*/ 956 h 955"/>
                <a:gd name="csX2" fmla="*/ 956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0" y="956"/>
                  </a:moveTo>
                  <a:lnTo>
                    <a:pt x="0" y="956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1" name="Freeform 4910">
              <a:extLst>
                <a:ext uri="{FF2B5EF4-FFF2-40B4-BE49-F238E27FC236}">
                  <a16:creationId xmlns:a16="http://schemas.microsoft.com/office/drawing/2014/main" id="{47D45066-217E-6A86-4CC6-8099610970DF}"/>
                </a:ext>
              </a:extLst>
            </p:cNvPr>
            <p:cNvSpPr/>
            <p:nvPr/>
          </p:nvSpPr>
          <p:spPr>
            <a:xfrm>
              <a:off x="6411778" y="3733575"/>
              <a:ext cx="477" cy="955"/>
            </a:xfrm>
            <a:custGeom>
              <a:avLst/>
              <a:gdLst>
                <a:gd name="csX0" fmla="*/ 0 w 477"/>
                <a:gd name="csY0" fmla="*/ 955 h 955"/>
                <a:gd name="csX1" fmla="*/ 477 w 477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955">
                  <a:moveTo>
                    <a:pt x="0" y="955"/>
                  </a:moveTo>
                  <a:lnTo>
                    <a:pt x="4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2" name="Freeform 4911">
              <a:extLst>
                <a:ext uri="{FF2B5EF4-FFF2-40B4-BE49-F238E27FC236}">
                  <a16:creationId xmlns:a16="http://schemas.microsoft.com/office/drawing/2014/main" id="{4591135E-9F87-2441-E286-D70845166C5C}"/>
                </a:ext>
              </a:extLst>
            </p:cNvPr>
            <p:cNvSpPr/>
            <p:nvPr/>
          </p:nvSpPr>
          <p:spPr>
            <a:xfrm>
              <a:off x="6741411" y="4954652"/>
              <a:ext cx="143318" cy="258451"/>
            </a:xfrm>
            <a:custGeom>
              <a:avLst/>
              <a:gdLst>
                <a:gd name="csX0" fmla="*/ 124687 w 143318"/>
                <a:gd name="csY0" fmla="*/ 6210 h 258451"/>
                <a:gd name="csX1" fmla="*/ 125643 w 143318"/>
                <a:gd name="csY1" fmla="*/ 8121 h 258451"/>
                <a:gd name="csX2" fmla="*/ 126598 w 143318"/>
                <a:gd name="csY2" fmla="*/ 10032 h 258451"/>
                <a:gd name="csX3" fmla="*/ 129943 w 143318"/>
                <a:gd name="csY3" fmla="*/ 14809 h 258451"/>
                <a:gd name="csX4" fmla="*/ 131376 w 143318"/>
                <a:gd name="csY4" fmla="*/ 16243 h 258451"/>
                <a:gd name="csX5" fmla="*/ 132809 w 143318"/>
                <a:gd name="csY5" fmla="*/ 18154 h 258451"/>
                <a:gd name="csX6" fmla="*/ 133287 w 143318"/>
                <a:gd name="csY6" fmla="*/ 21975 h 258451"/>
                <a:gd name="csX7" fmla="*/ 135198 w 143318"/>
                <a:gd name="csY7" fmla="*/ 27708 h 258451"/>
                <a:gd name="csX8" fmla="*/ 137109 w 143318"/>
                <a:gd name="csY8" fmla="*/ 36307 h 258451"/>
                <a:gd name="csX9" fmla="*/ 138064 w 143318"/>
                <a:gd name="csY9" fmla="*/ 44907 h 258451"/>
                <a:gd name="csX10" fmla="*/ 138542 w 143318"/>
                <a:gd name="csY10" fmla="*/ 49206 h 258451"/>
                <a:gd name="csX11" fmla="*/ 139975 w 143318"/>
                <a:gd name="csY11" fmla="*/ 53028 h 258451"/>
                <a:gd name="csX12" fmla="*/ 142841 w 143318"/>
                <a:gd name="csY12" fmla="*/ 56850 h 258451"/>
                <a:gd name="csX13" fmla="*/ 143319 w 143318"/>
                <a:gd name="csY13" fmla="*/ 61627 h 258451"/>
                <a:gd name="csX14" fmla="*/ 141886 w 143318"/>
                <a:gd name="csY14" fmla="*/ 65927 h 258451"/>
                <a:gd name="csX15" fmla="*/ 139497 w 143318"/>
                <a:gd name="csY15" fmla="*/ 70226 h 258451"/>
                <a:gd name="csX16" fmla="*/ 139019 w 143318"/>
                <a:gd name="csY16" fmla="*/ 71182 h 258451"/>
                <a:gd name="csX17" fmla="*/ 138064 w 143318"/>
                <a:gd name="csY17" fmla="*/ 72137 h 258451"/>
                <a:gd name="csX18" fmla="*/ 137586 w 143318"/>
                <a:gd name="csY18" fmla="*/ 72137 h 258451"/>
                <a:gd name="csX19" fmla="*/ 135675 w 143318"/>
                <a:gd name="csY19" fmla="*/ 71182 h 258451"/>
                <a:gd name="csX20" fmla="*/ 134242 w 143318"/>
                <a:gd name="csY20" fmla="*/ 69271 h 258451"/>
                <a:gd name="csX21" fmla="*/ 132331 w 143318"/>
                <a:gd name="csY21" fmla="*/ 64971 h 258451"/>
                <a:gd name="csX22" fmla="*/ 131853 w 143318"/>
                <a:gd name="csY22" fmla="*/ 62582 h 258451"/>
                <a:gd name="csX23" fmla="*/ 130898 w 143318"/>
                <a:gd name="csY23" fmla="*/ 62582 h 258451"/>
                <a:gd name="csX24" fmla="*/ 128987 w 143318"/>
                <a:gd name="csY24" fmla="*/ 62582 h 258451"/>
                <a:gd name="csX25" fmla="*/ 127076 w 143318"/>
                <a:gd name="csY25" fmla="*/ 64016 h 258451"/>
                <a:gd name="csX26" fmla="*/ 127076 w 143318"/>
                <a:gd name="csY26" fmla="*/ 64971 h 258451"/>
                <a:gd name="csX27" fmla="*/ 127076 w 143318"/>
                <a:gd name="csY27" fmla="*/ 67360 h 258451"/>
                <a:gd name="csX28" fmla="*/ 128032 w 143318"/>
                <a:gd name="csY28" fmla="*/ 69271 h 258451"/>
                <a:gd name="csX29" fmla="*/ 128032 w 143318"/>
                <a:gd name="csY29" fmla="*/ 71659 h 258451"/>
                <a:gd name="csX30" fmla="*/ 128032 w 143318"/>
                <a:gd name="csY30" fmla="*/ 74526 h 258451"/>
                <a:gd name="csX31" fmla="*/ 128987 w 143318"/>
                <a:gd name="csY31" fmla="*/ 75004 h 258451"/>
                <a:gd name="csX32" fmla="*/ 129465 w 143318"/>
                <a:gd name="csY32" fmla="*/ 75959 h 258451"/>
                <a:gd name="csX33" fmla="*/ 130420 w 143318"/>
                <a:gd name="csY33" fmla="*/ 77870 h 258451"/>
                <a:gd name="csX34" fmla="*/ 130898 w 143318"/>
                <a:gd name="csY34" fmla="*/ 82170 h 258451"/>
                <a:gd name="csX35" fmla="*/ 129943 w 143318"/>
                <a:gd name="csY35" fmla="*/ 84080 h 258451"/>
                <a:gd name="csX36" fmla="*/ 128509 w 143318"/>
                <a:gd name="csY36" fmla="*/ 85991 h 258451"/>
                <a:gd name="csX37" fmla="*/ 128509 w 143318"/>
                <a:gd name="csY37" fmla="*/ 87424 h 258451"/>
                <a:gd name="csX38" fmla="*/ 129465 w 143318"/>
                <a:gd name="csY38" fmla="*/ 88380 h 258451"/>
                <a:gd name="csX39" fmla="*/ 128509 w 143318"/>
                <a:gd name="csY39" fmla="*/ 88858 h 258451"/>
                <a:gd name="csX40" fmla="*/ 126598 w 143318"/>
                <a:gd name="csY40" fmla="*/ 89813 h 258451"/>
                <a:gd name="csX41" fmla="*/ 125643 w 143318"/>
                <a:gd name="csY41" fmla="*/ 90291 h 258451"/>
                <a:gd name="csX42" fmla="*/ 124687 w 143318"/>
                <a:gd name="csY42" fmla="*/ 92202 h 258451"/>
                <a:gd name="csX43" fmla="*/ 122777 w 143318"/>
                <a:gd name="csY43" fmla="*/ 96501 h 258451"/>
                <a:gd name="csX44" fmla="*/ 122777 w 143318"/>
                <a:gd name="csY44" fmla="*/ 98412 h 258451"/>
                <a:gd name="csX45" fmla="*/ 123732 w 143318"/>
                <a:gd name="csY45" fmla="*/ 104623 h 258451"/>
                <a:gd name="csX46" fmla="*/ 123732 w 143318"/>
                <a:gd name="csY46" fmla="*/ 108922 h 258451"/>
                <a:gd name="csX47" fmla="*/ 121343 w 143318"/>
                <a:gd name="csY47" fmla="*/ 117044 h 258451"/>
                <a:gd name="csX48" fmla="*/ 119910 w 143318"/>
                <a:gd name="csY48" fmla="*/ 120865 h 258451"/>
                <a:gd name="csX49" fmla="*/ 118000 w 143318"/>
                <a:gd name="csY49" fmla="*/ 125643 h 258451"/>
                <a:gd name="csX50" fmla="*/ 115133 w 143318"/>
                <a:gd name="csY50" fmla="*/ 132331 h 258451"/>
                <a:gd name="csX51" fmla="*/ 112266 w 143318"/>
                <a:gd name="csY51" fmla="*/ 139975 h 258451"/>
                <a:gd name="csX52" fmla="*/ 109878 w 143318"/>
                <a:gd name="csY52" fmla="*/ 148096 h 258451"/>
                <a:gd name="csX53" fmla="*/ 108445 w 143318"/>
                <a:gd name="csY53" fmla="*/ 152873 h 258451"/>
                <a:gd name="csX54" fmla="*/ 106056 w 143318"/>
                <a:gd name="csY54" fmla="*/ 157651 h 258451"/>
                <a:gd name="csX55" fmla="*/ 103668 w 143318"/>
                <a:gd name="csY55" fmla="*/ 166250 h 258451"/>
                <a:gd name="csX56" fmla="*/ 101279 w 143318"/>
                <a:gd name="csY56" fmla="*/ 174849 h 258451"/>
                <a:gd name="csX57" fmla="*/ 97935 w 143318"/>
                <a:gd name="csY57" fmla="*/ 184881 h 258451"/>
                <a:gd name="csX58" fmla="*/ 93157 w 143318"/>
                <a:gd name="csY58" fmla="*/ 195391 h 258451"/>
                <a:gd name="csX59" fmla="*/ 92680 w 143318"/>
                <a:gd name="csY59" fmla="*/ 196825 h 258451"/>
                <a:gd name="csX60" fmla="*/ 91246 w 143318"/>
                <a:gd name="csY60" fmla="*/ 202557 h 258451"/>
                <a:gd name="csX61" fmla="*/ 90291 w 143318"/>
                <a:gd name="csY61" fmla="*/ 207335 h 258451"/>
                <a:gd name="csX62" fmla="*/ 88858 w 143318"/>
                <a:gd name="csY62" fmla="*/ 212112 h 258451"/>
                <a:gd name="csX63" fmla="*/ 86469 w 143318"/>
                <a:gd name="csY63" fmla="*/ 219756 h 258451"/>
                <a:gd name="csX64" fmla="*/ 85991 w 143318"/>
                <a:gd name="csY64" fmla="*/ 222144 h 258451"/>
                <a:gd name="csX65" fmla="*/ 85514 w 143318"/>
                <a:gd name="csY65" fmla="*/ 224533 h 258451"/>
                <a:gd name="csX66" fmla="*/ 82647 w 143318"/>
                <a:gd name="csY66" fmla="*/ 229310 h 258451"/>
                <a:gd name="csX67" fmla="*/ 81692 w 143318"/>
                <a:gd name="csY67" fmla="*/ 231221 h 258451"/>
                <a:gd name="csX68" fmla="*/ 81214 w 143318"/>
                <a:gd name="csY68" fmla="*/ 233132 h 258451"/>
                <a:gd name="csX69" fmla="*/ 80736 w 143318"/>
                <a:gd name="csY69" fmla="*/ 235998 h 258451"/>
                <a:gd name="csX70" fmla="*/ 79781 w 143318"/>
                <a:gd name="csY70" fmla="*/ 238387 h 258451"/>
                <a:gd name="csX71" fmla="*/ 77870 w 143318"/>
                <a:gd name="csY71" fmla="*/ 242687 h 258451"/>
                <a:gd name="csX72" fmla="*/ 75004 w 143318"/>
                <a:gd name="csY72" fmla="*/ 246508 h 258451"/>
                <a:gd name="csX73" fmla="*/ 73093 w 143318"/>
                <a:gd name="csY73" fmla="*/ 247942 h 258451"/>
                <a:gd name="csX74" fmla="*/ 68793 w 143318"/>
                <a:gd name="csY74" fmla="*/ 249852 h 258451"/>
                <a:gd name="csX75" fmla="*/ 66882 w 143318"/>
                <a:gd name="csY75" fmla="*/ 250330 h 258451"/>
                <a:gd name="csX76" fmla="*/ 62105 w 143318"/>
                <a:gd name="csY76" fmla="*/ 250330 h 258451"/>
                <a:gd name="csX77" fmla="*/ 57805 w 143318"/>
                <a:gd name="csY77" fmla="*/ 251763 h 258451"/>
                <a:gd name="csX78" fmla="*/ 53028 w 143318"/>
                <a:gd name="csY78" fmla="*/ 253674 h 258451"/>
                <a:gd name="csX79" fmla="*/ 48251 w 143318"/>
                <a:gd name="csY79" fmla="*/ 256063 h 258451"/>
                <a:gd name="csX80" fmla="*/ 46818 w 143318"/>
                <a:gd name="csY80" fmla="*/ 257496 h 258451"/>
                <a:gd name="csX81" fmla="*/ 44907 w 143318"/>
                <a:gd name="csY81" fmla="*/ 257974 h 258451"/>
                <a:gd name="csX82" fmla="*/ 38696 w 143318"/>
                <a:gd name="csY82" fmla="*/ 258452 h 258451"/>
                <a:gd name="csX83" fmla="*/ 37263 w 143318"/>
                <a:gd name="csY83" fmla="*/ 257974 h 258451"/>
                <a:gd name="csX84" fmla="*/ 31052 w 143318"/>
                <a:gd name="csY84" fmla="*/ 253674 h 258451"/>
                <a:gd name="csX85" fmla="*/ 28664 w 143318"/>
                <a:gd name="csY85" fmla="*/ 252719 h 258451"/>
                <a:gd name="csX86" fmla="*/ 24364 w 143318"/>
                <a:gd name="csY86" fmla="*/ 252241 h 258451"/>
                <a:gd name="csX87" fmla="*/ 22931 w 143318"/>
                <a:gd name="csY87" fmla="*/ 252241 h 258451"/>
                <a:gd name="csX88" fmla="*/ 21975 w 143318"/>
                <a:gd name="csY88" fmla="*/ 251286 h 258451"/>
                <a:gd name="csX89" fmla="*/ 20065 w 143318"/>
                <a:gd name="csY89" fmla="*/ 249375 h 258451"/>
                <a:gd name="csX90" fmla="*/ 16243 w 143318"/>
                <a:gd name="csY90" fmla="*/ 247464 h 258451"/>
                <a:gd name="csX91" fmla="*/ 15765 w 143318"/>
                <a:gd name="csY91" fmla="*/ 246986 h 258451"/>
                <a:gd name="csX92" fmla="*/ 15288 w 143318"/>
                <a:gd name="csY92" fmla="*/ 245553 h 258451"/>
                <a:gd name="csX93" fmla="*/ 14809 w 143318"/>
                <a:gd name="csY93" fmla="*/ 244120 h 258451"/>
                <a:gd name="csX94" fmla="*/ 13854 w 143318"/>
                <a:gd name="csY94" fmla="*/ 242687 h 258451"/>
                <a:gd name="csX95" fmla="*/ 12899 w 143318"/>
                <a:gd name="csY95" fmla="*/ 239820 h 258451"/>
                <a:gd name="csX96" fmla="*/ 11943 w 143318"/>
                <a:gd name="csY96" fmla="*/ 237909 h 258451"/>
                <a:gd name="csX97" fmla="*/ 8599 w 143318"/>
                <a:gd name="csY97" fmla="*/ 234087 h 258451"/>
                <a:gd name="csX98" fmla="*/ 8599 w 143318"/>
                <a:gd name="csY98" fmla="*/ 233132 h 258451"/>
                <a:gd name="csX99" fmla="*/ 8122 w 143318"/>
                <a:gd name="csY99" fmla="*/ 229310 h 258451"/>
                <a:gd name="csX100" fmla="*/ 8122 w 143318"/>
                <a:gd name="csY100" fmla="*/ 226444 h 258451"/>
                <a:gd name="csX101" fmla="*/ 7644 w 143318"/>
                <a:gd name="csY101" fmla="*/ 222144 h 258451"/>
                <a:gd name="csX102" fmla="*/ 8122 w 143318"/>
                <a:gd name="csY102" fmla="*/ 219756 h 258451"/>
                <a:gd name="csX103" fmla="*/ 9555 w 143318"/>
                <a:gd name="csY103" fmla="*/ 217845 h 258451"/>
                <a:gd name="csX104" fmla="*/ 9077 w 143318"/>
                <a:gd name="csY104" fmla="*/ 215456 h 258451"/>
                <a:gd name="csX105" fmla="*/ 7644 w 143318"/>
                <a:gd name="csY105" fmla="*/ 213545 h 258451"/>
                <a:gd name="csX106" fmla="*/ 7166 w 143318"/>
                <a:gd name="csY106" fmla="*/ 211156 h 258451"/>
                <a:gd name="csX107" fmla="*/ 6211 w 143318"/>
                <a:gd name="csY107" fmla="*/ 208768 h 258451"/>
                <a:gd name="csX108" fmla="*/ 2866 w 143318"/>
                <a:gd name="csY108" fmla="*/ 204946 h 258451"/>
                <a:gd name="csX109" fmla="*/ 2389 w 143318"/>
                <a:gd name="csY109" fmla="*/ 203035 h 258451"/>
                <a:gd name="csX110" fmla="*/ 1433 w 143318"/>
                <a:gd name="csY110" fmla="*/ 201124 h 258451"/>
                <a:gd name="csX111" fmla="*/ 478 w 143318"/>
                <a:gd name="csY111" fmla="*/ 195391 h 258451"/>
                <a:gd name="csX112" fmla="*/ 0 w 143318"/>
                <a:gd name="csY112" fmla="*/ 193003 h 258451"/>
                <a:gd name="csX113" fmla="*/ 478 w 143318"/>
                <a:gd name="csY113" fmla="*/ 188703 h 258451"/>
                <a:gd name="csX114" fmla="*/ 956 w 143318"/>
                <a:gd name="csY114" fmla="*/ 186314 h 258451"/>
                <a:gd name="csX115" fmla="*/ 1911 w 143318"/>
                <a:gd name="csY115" fmla="*/ 184881 h 258451"/>
                <a:gd name="csX116" fmla="*/ 1911 w 143318"/>
                <a:gd name="csY116" fmla="*/ 183448 h 258451"/>
                <a:gd name="csX117" fmla="*/ 2389 w 143318"/>
                <a:gd name="csY117" fmla="*/ 182493 h 258451"/>
                <a:gd name="csX118" fmla="*/ 3344 w 143318"/>
                <a:gd name="csY118" fmla="*/ 182015 h 258451"/>
                <a:gd name="csX119" fmla="*/ 3822 w 143318"/>
                <a:gd name="csY119" fmla="*/ 181060 h 258451"/>
                <a:gd name="csX120" fmla="*/ 5255 w 143318"/>
                <a:gd name="csY120" fmla="*/ 175327 h 258451"/>
                <a:gd name="csX121" fmla="*/ 6688 w 143318"/>
                <a:gd name="csY121" fmla="*/ 173894 h 258451"/>
                <a:gd name="csX122" fmla="*/ 9077 w 143318"/>
                <a:gd name="csY122" fmla="*/ 173416 h 258451"/>
                <a:gd name="csX123" fmla="*/ 10988 w 143318"/>
                <a:gd name="csY123" fmla="*/ 171983 h 258451"/>
                <a:gd name="csX124" fmla="*/ 11943 w 143318"/>
                <a:gd name="csY124" fmla="*/ 169594 h 258451"/>
                <a:gd name="csX125" fmla="*/ 13377 w 143318"/>
                <a:gd name="csY125" fmla="*/ 165772 h 258451"/>
                <a:gd name="csX126" fmla="*/ 16243 w 143318"/>
                <a:gd name="csY126" fmla="*/ 161473 h 258451"/>
                <a:gd name="csX127" fmla="*/ 17198 w 143318"/>
                <a:gd name="csY127" fmla="*/ 159562 h 258451"/>
                <a:gd name="csX128" fmla="*/ 19587 w 143318"/>
                <a:gd name="csY128" fmla="*/ 156218 h 258451"/>
                <a:gd name="csX129" fmla="*/ 21975 w 143318"/>
                <a:gd name="csY129" fmla="*/ 151918 h 258451"/>
                <a:gd name="csX130" fmla="*/ 22454 w 143318"/>
                <a:gd name="csY130" fmla="*/ 149529 h 258451"/>
                <a:gd name="csX131" fmla="*/ 22931 w 143318"/>
                <a:gd name="csY131" fmla="*/ 147619 h 258451"/>
                <a:gd name="csX132" fmla="*/ 23409 w 143318"/>
                <a:gd name="csY132" fmla="*/ 142841 h 258451"/>
                <a:gd name="csX133" fmla="*/ 23886 w 143318"/>
                <a:gd name="csY133" fmla="*/ 140453 h 258451"/>
                <a:gd name="csX134" fmla="*/ 23886 w 143318"/>
                <a:gd name="csY134" fmla="*/ 138064 h 258451"/>
                <a:gd name="csX135" fmla="*/ 22454 w 143318"/>
                <a:gd name="csY135" fmla="*/ 135675 h 258451"/>
                <a:gd name="csX136" fmla="*/ 19587 w 143318"/>
                <a:gd name="csY136" fmla="*/ 131376 h 258451"/>
                <a:gd name="csX137" fmla="*/ 19587 w 143318"/>
                <a:gd name="csY137" fmla="*/ 130420 h 258451"/>
                <a:gd name="csX138" fmla="*/ 19587 w 143318"/>
                <a:gd name="csY138" fmla="*/ 127076 h 258451"/>
                <a:gd name="csX139" fmla="*/ 19587 w 143318"/>
                <a:gd name="csY139" fmla="*/ 124687 h 258451"/>
                <a:gd name="csX140" fmla="*/ 18632 w 143318"/>
                <a:gd name="csY140" fmla="*/ 122777 h 258451"/>
                <a:gd name="csX141" fmla="*/ 17198 w 143318"/>
                <a:gd name="csY141" fmla="*/ 120388 h 258451"/>
                <a:gd name="csX142" fmla="*/ 15765 w 143318"/>
                <a:gd name="csY142" fmla="*/ 116088 h 258451"/>
                <a:gd name="csX143" fmla="*/ 15288 w 143318"/>
                <a:gd name="csY143" fmla="*/ 109400 h 258451"/>
                <a:gd name="csX144" fmla="*/ 15288 w 143318"/>
                <a:gd name="csY144" fmla="*/ 107012 h 258451"/>
                <a:gd name="csX145" fmla="*/ 14809 w 143318"/>
                <a:gd name="csY145" fmla="*/ 105100 h 258451"/>
                <a:gd name="csX146" fmla="*/ 13854 w 143318"/>
                <a:gd name="csY146" fmla="*/ 102712 h 258451"/>
                <a:gd name="csX147" fmla="*/ 14332 w 143318"/>
                <a:gd name="csY147" fmla="*/ 99368 h 258451"/>
                <a:gd name="csX148" fmla="*/ 23409 w 143318"/>
                <a:gd name="csY148" fmla="*/ 85991 h 258451"/>
                <a:gd name="csX149" fmla="*/ 23409 w 143318"/>
                <a:gd name="csY149" fmla="*/ 84558 h 258451"/>
                <a:gd name="csX150" fmla="*/ 23409 w 143318"/>
                <a:gd name="csY150" fmla="*/ 80736 h 258451"/>
                <a:gd name="csX151" fmla="*/ 23409 w 143318"/>
                <a:gd name="csY151" fmla="*/ 78348 h 258451"/>
                <a:gd name="csX152" fmla="*/ 23886 w 143318"/>
                <a:gd name="csY152" fmla="*/ 77392 h 258451"/>
                <a:gd name="csX153" fmla="*/ 24364 w 143318"/>
                <a:gd name="csY153" fmla="*/ 76914 h 258451"/>
                <a:gd name="csX154" fmla="*/ 25798 w 143318"/>
                <a:gd name="csY154" fmla="*/ 76914 h 258451"/>
                <a:gd name="csX155" fmla="*/ 32963 w 143318"/>
                <a:gd name="csY155" fmla="*/ 76437 h 258451"/>
                <a:gd name="csX156" fmla="*/ 33919 w 143318"/>
                <a:gd name="csY156" fmla="*/ 75959 h 258451"/>
                <a:gd name="csX157" fmla="*/ 35830 w 143318"/>
                <a:gd name="csY157" fmla="*/ 75004 h 258451"/>
                <a:gd name="csX158" fmla="*/ 38218 w 143318"/>
                <a:gd name="csY158" fmla="*/ 72615 h 258451"/>
                <a:gd name="csX159" fmla="*/ 39174 w 143318"/>
                <a:gd name="csY159" fmla="*/ 72137 h 258451"/>
                <a:gd name="csX160" fmla="*/ 40129 w 143318"/>
                <a:gd name="csY160" fmla="*/ 72137 h 258451"/>
                <a:gd name="csX161" fmla="*/ 40607 w 143318"/>
                <a:gd name="csY161" fmla="*/ 73093 h 258451"/>
                <a:gd name="csX162" fmla="*/ 41563 w 143318"/>
                <a:gd name="csY162" fmla="*/ 73570 h 258451"/>
                <a:gd name="csX163" fmla="*/ 44429 w 143318"/>
                <a:gd name="csY163" fmla="*/ 72615 h 258451"/>
                <a:gd name="csX164" fmla="*/ 45384 w 143318"/>
                <a:gd name="csY164" fmla="*/ 72615 h 258451"/>
                <a:gd name="csX165" fmla="*/ 46818 w 143318"/>
                <a:gd name="csY165" fmla="*/ 72615 h 258451"/>
                <a:gd name="csX166" fmla="*/ 47295 w 143318"/>
                <a:gd name="csY166" fmla="*/ 72137 h 258451"/>
                <a:gd name="csX167" fmla="*/ 47295 w 143318"/>
                <a:gd name="csY167" fmla="*/ 70704 h 258451"/>
                <a:gd name="csX168" fmla="*/ 47773 w 143318"/>
                <a:gd name="csY168" fmla="*/ 69748 h 258451"/>
                <a:gd name="csX169" fmla="*/ 48729 w 143318"/>
                <a:gd name="csY169" fmla="*/ 69271 h 258451"/>
                <a:gd name="csX170" fmla="*/ 52073 w 143318"/>
                <a:gd name="csY170" fmla="*/ 69271 h 258451"/>
                <a:gd name="csX171" fmla="*/ 54461 w 143318"/>
                <a:gd name="csY171" fmla="*/ 68793 h 258451"/>
                <a:gd name="csX172" fmla="*/ 57805 w 143318"/>
                <a:gd name="csY172" fmla="*/ 67838 h 258451"/>
                <a:gd name="csX173" fmla="*/ 58283 w 143318"/>
                <a:gd name="csY173" fmla="*/ 68315 h 258451"/>
                <a:gd name="csX174" fmla="*/ 60672 w 143318"/>
                <a:gd name="csY174" fmla="*/ 71182 h 258451"/>
                <a:gd name="csX175" fmla="*/ 61627 w 143318"/>
                <a:gd name="csY175" fmla="*/ 71182 h 258451"/>
                <a:gd name="csX176" fmla="*/ 62582 w 143318"/>
                <a:gd name="csY176" fmla="*/ 71659 h 258451"/>
                <a:gd name="csX177" fmla="*/ 63538 w 143318"/>
                <a:gd name="csY177" fmla="*/ 71182 h 258451"/>
                <a:gd name="csX178" fmla="*/ 61150 w 143318"/>
                <a:gd name="csY178" fmla="*/ 69271 h 258451"/>
                <a:gd name="csX179" fmla="*/ 61150 w 143318"/>
                <a:gd name="csY179" fmla="*/ 68793 h 258451"/>
                <a:gd name="csX180" fmla="*/ 61150 w 143318"/>
                <a:gd name="csY180" fmla="*/ 67360 h 258451"/>
                <a:gd name="csX181" fmla="*/ 62105 w 143318"/>
                <a:gd name="csY181" fmla="*/ 65449 h 258451"/>
                <a:gd name="csX182" fmla="*/ 64016 w 143318"/>
                <a:gd name="csY182" fmla="*/ 64016 h 258451"/>
                <a:gd name="csX183" fmla="*/ 67838 w 143318"/>
                <a:gd name="csY183" fmla="*/ 61149 h 258451"/>
                <a:gd name="csX184" fmla="*/ 72137 w 143318"/>
                <a:gd name="csY184" fmla="*/ 58761 h 258451"/>
                <a:gd name="csX185" fmla="*/ 73093 w 143318"/>
                <a:gd name="csY185" fmla="*/ 58283 h 258451"/>
                <a:gd name="csX186" fmla="*/ 74048 w 143318"/>
                <a:gd name="csY186" fmla="*/ 58761 h 258451"/>
                <a:gd name="csX187" fmla="*/ 75004 w 143318"/>
                <a:gd name="csY187" fmla="*/ 62105 h 258451"/>
                <a:gd name="csX188" fmla="*/ 75004 w 143318"/>
                <a:gd name="csY188" fmla="*/ 62582 h 258451"/>
                <a:gd name="csX189" fmla="*/ 75481 w 143318"/>
                <a:gd name="csY189" fmla="*/ 62582 h 258451"/>
                <a:gd name="csX190" fmla="*/ 76437 w 143318"/>
                <a:gd name="csY190" fmla="*/ 62582 h 258451"/>
                <a:gd name="csX191" fmla="*/ 76914 w 143318"/>
                <a:gd name="csY191" fmla="*/ 61149 h 258451"/>
                <a:gd name="csX192" fmla="*/ 76914 w 143318"/>
                <a:gd name="csY192" fmla="*/ 59716 h 258451"/>
                <a:gd name="csX193" fmla="*/ 76437 w 143318"/>
                <a:gd name="csY193" fmla="*/ 58761 h 258451"/>
                <a:gd name="csX194" fmla="*/ 76437 w 143318"/>
                <a:gd name="csY194" fmla="*/ 57805 h 258451"/>
                <a:gd name="csX195" fmla="*/ 76437 w 143318"/>
                <a:gd name="csY195" fmla="*/ 56850 h 258451"/>
                <a:gd name="csX196" fmla="*/ 78348 w 143318"/>
                <a:gd name="csY196" fmla="*/ 54939 h 258451"/>
                <a:gd name="csX197" fmla="*/ 79781 w 143318"/>
                <a:gd name="csY197" fmla="*/ 53028 h 258451"/>
                <a:gd name="csX198" fmla="*/ 80736 w 143318"/>
                <a:gd name="csY198" fmla="*/ 51117 h 258451"/>
                <a:gd name="csX199" fmla="*/ 81214 w 143318"/>
                <a:gd name="csY199" fmla="*/ 49684 h 258451"/>
                <a:gd name="csX200" fmla="*/ 83125 w 143318"/>
                <a:gd name="csY200" fmla="*/ 48728 h 258451"/>
                <a:gd name="csX201" fmla="*/ 83603 w 143318"/>
                <a:gd name="csY201" fmla="*/ 48728 h 258451"/>
                <a:gd name="csX202" fmla="*/ 84080 w 143318"/>
                <a:gd name="csY202" fmla="*/ 49684 h 258451"/>
                <a:gd name="csX203" fmla="*/ 84080 w 143318"/>
                <a:gd name="csY203" fmla="*/ 50639 h 258451"/>
                <a:gd name="csX204" fmla="*/ 83603 w 143318"/>
                <a:gd name="csY204" fmla="*/ 52073 h 258451"/>
                <a:gd name="csX205" fmla="*/ 83125 w 143318"/>
                <a:gd name="csY205" fmla="*/ 53028 h 258451"/>
                <a:gd name="csX206" fmla="*/ 83125 w 143318"/>
                <a:gd name="csY206" fmla="*/ 53983 h 258451"/>
                <a:gd name="csX207" fmla="*/ 84080 w 143318"/>
                <a:gd name="csY207" fmla="*/ 54461 h 258451"/>
                <a:gd name="csX208" fmla="*/ 84558 w 143318"/>
                <a:gd name="csY208" fmla="*/ 53983 h 258451"/>
                <a:gd name="csX209" fmla="*/ 85991 w 143318"/>
                <a:gd name="csY209" fmla="*/ 51595 h 258451"/>
                <a:gd name="csX210" fmla="*/ 87902 w 143318"/>
                <a:gd name="csY210" fmla="*/ 49206 h 258451"/>
                <a:gd name="csX211" fmla="*/ 88858 w 143318"/>
                <a:gd name="csY211" fmla="*/ 48251 h 258451"/>
                <a:gd name="csX212" fmla="*/ 89813 w 143318"/>
                <a:gd name="csY212" fmla="*/ 47295 h 258451"/>
                <a:gd name="csX213" fmla="*/ 91724 w 143318"/>
                <a:gd name="csY213" fmla="*/ 47773 h 258451"/>
                <a:gd name="csX214" fmla="*/ 93635 w 143318"/>
                <a:gd name="csY214" fmla="*/ 48251 h 258451"/>
                <a:gd name="csX215" fmla="*/ 90291 w 143318"/>
                <a:gd name="csY215" fmla="*/ 45862 h 258451"/>
                <a:gd name="csX216" fmla="*/ 89813 w 143318"/>
                <a:gd name="csY216" fmla="*/ 42518 h 258451"/>
                <a:gd name="csX217" fmla="*/ 93157 w 143318"/>
                <a:gd name="csY217" fmla="*/ 36785 h 258451"/>
                <a:gd name="csX218" fmla="*/ 93635 w 143318"/>
                <a:gd name="csY218" fmla="*/ 35830 h 258451"/>
                <a:gd name="csX219" fmla="*/ 94113 w 143318"/>
                <a:gd name="csY219" fmla="*/ 35352 h 258451"/>
                <a:gd name="csX220" fmla="*/ 94113 w 143318"/>
                <a:gd name="csY220" fmla="*/ 34874 h 258451"/>
                <a:gd name="csX221" fmla="*/ 92202 w 143318"/>
                <a:gd name="csY221" fmla="*/ 32963 h 258451"/>
                <a:gd name="csX222" fmla="*/ 91724 w 143318"/>
                <a:gd name="csY222" fmla="*/ 32008 h 258451"/>
                <a:gd name="csX223" fmla="*/ 92202 w 143318"/>
                <a:gd name="csY223" fmla="*/ 30575 h 258451"/>
                <a:gd name="csX224" fmla="*/ 93157 w 143318"/>
                <a:gd name="csY224" fmla="*/ 29141 h 258451"/>
                <a:gd name="csX225" fmla="*/ 94113 w 143318"/>
                <a:gd name="csY225" fmla="*/ 28186 h 258451"/>
                <a:gd name="csX226" fmla="*/ 95068 w 143318"/>
                <a:gd name="csY226" fmla="*/ 28186 h 258451"/>
                <a:gd name="csX227" fmla="*/ 96024 w 143318"/>
                <a:gd name="csY227" fmla="*/ 28664 h 258451"/>
                <a:gd name="csX228" fmla="*/ 97935 w 143318"/>
                <a:gd name="csY228" fmla="*/ 30097 h 258451"/>
                <a:gd name="csX229" fmla="*/ 99368 w 143318"/>
                <a:gd name="csY229" fmla="*/ 30097 h 258451"/>
                <a:gd name="csX230" fmla="*/ 100801 w 143318"/>
                <a:gd name="csY230" fmla="*/ 28664 h 258451"/>
                <a:gd name="csX231" fmla="*/ 102234 w 143318"/>
                <a:gd name="csY231" fmla="*/ 26753 h 258451"/>
                <a:gd name="csX232" fmla="*/ 104145 w 143318"/>
                <a:gd name="csY232" fmla="*/ 25798 h 258451"/>
                <a:gd name="csX233" fmla="*/ 106534 w 143318"/>
                <a:gd name="csY233" fmla="*/ 24842 h 258451"/>
                <a:gd name="csX234" fmla="*/ 109878 w 143318"/>
                <a:gd name="csY234" fmla="*/ 21975 h 258451"/>
                <a:gd name="csX235" fmla="*/ 112266 w 143318"/>
                <a:gd name="csY235" fmla="*/ 15765 h 258451"/>
                <a:gd name="csX236" fmla="*/ 112266 w 143318"/>
                <a:gd name="csY236" fmla="*/ 13854 h 258451"/>
                <a:gd name="csX237" fmla="*/ 111789 w 143318"/>
                <a:gd name="csY237" fmla="*/ 11943 h 258451"/>
                <a:gd name="csX238" fmla="*/ 111311 w 143318"/>
                <a:gd name="csY238" fmla="*/ 9555 h 258451"/>
                <a:gd name="csX239" fmla="*/ 109878 w 143318"/>
                <a:gd name="csY239" fmla="*/ 7166 h 258451"/>
                <a:gd name="csX240" fmla="*/ 110355 w 143318"/>
                <a:gd name="csY240" fmla="*/ 6688 h 258451"/>
                <a:gd name="csX241" fmla="*/ 112266 w 143318"/>
                <a:gd name="csY241" fmla="*/ 6688 h 258451"/>
                <a:gd name="csX242" fmla="*/ 112744 w 143318"/>
                <a:gd name="csY242" fmla="*/ 6688 h 258451"/>
                <a:gd name="csX243" fmla="*/ 114655 w 143318"/>
                <a:gd name="csY243" fmla="*/ 4300 h 258451"/>
                <a:gd name="csX244" fmla="*/ 118000 w 143318"/>
                <a:gd name="csY244" fmla="*/ 0 h 258451"/>
                <a:gd name="csX245" fmla="*/ 119432 w 143318"/>
                <a:gd name="csY245" fmla="*/ 0 h 258451"/>
                <a:gd name="csX246" fmla="*/ 120388 w 143318"/>
                <a:gd name="csY246" fmla="*/ 956 h 258451"/>
                <a:gd name="csX247" fmla="*/ 120388 w 143318"/>
                <a:gd name="csY247" fmla="*/ 1911 h 258451"/>
                <a:gd name="csX248" fmla="*/ 121343 w 143318"/>
                <a:gd name="csY248" fmla="*/ 2866 h 258451"/>
                <a:gd name="csX249" fmla="*/ 123732 w 143318"/>
                <a:gd name="csY249" fmla="*/ 4777 h 258451"/>
                <a:gd name="csX250" fmla="*/ 124687 w 143318"/>
                <a:gd name="csY250" fmla="*/ 6210 h 2584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</a:cxnLst>
              <a:rect l="l" t="t" r="r" b="b"/>
              <a:pathLst>
                <a:path w="143318" h="258451">
                  <a:moveTo>
                    <a:pt x="124687" y="6210"/>
                  </a:moveTo>
                  <a:lnTo>
                    <a:pt x="125643" y="8121"/>
                  </a:lnTo>
                  <a:lnTo>
                    <a:pt x="126598" y="10032"/>
                  </a:lnTo>
                  <a:lnTo>
                    <a:pt x="129943" y="14809"/>
                  </a:lnTo>
                  <a:lnTo>
                    <a:pt x="131376" y="16243"/>
                  </a:lnTo>
                  <a:lnTo>
                    <a:pt x="132809" y="18154"/>
                  </a:lnTo>
                  <a:lnTo>
                    <a:pt x="133287" y="21975"/>
                  </a:lnTo>
                  <a:lnTo>
                    <a:pt x="135198" y="27708"/>
                  </a:lnTo>
                  <a:lnTo>
                    <a:pt x="137109" y="36307"/>
                  </a:lnTo>
                  <a:lnTo>
                    <a:pt x="138064" y="44907"/>
                  </a:lnTo>
                  <a:lnTo>
                    <a:pt x="138542" y="49206"/>
                  </a:lnTo>
                  <a:lnTo>
                    <a:pt x="139975" y="53028"/>
                  </a:lnTo>
                  <a:lnTo>
                    <a:pt x="142841" y="56850"/>
                  </a:lnTo>
                  <a:lnTo>
                    <a:pt x="143319" y="61627"/>
                  </a:lnTo>
                  <a:lnTo>
                    <a:pt x="141886" y="65927"/>
                  </a:lnTo>
                  <a:lnTo>
                    <a:pt x="139497" y="70226"/>
                  </a:lnTo>
                  <a:lnTo>
                    <a:pt x="139019" y="71182"/>
                  </a:lnTo>
                  <a:lnTo>
                    <a:pt x="138064" y="72137"/>
                  </a:lnTo>
                  <a:lnTo>
                    <a:pt x="137586" y="72137"/>
                  </a:lnTo>
                  <a:lnTo>
                    <a:pt x="135675" y="71182"/>
                  </a:lnTo>
                  <a:lnTo>
                    <a:pt x="134242" y="69271"/>
                  </a:lnTo>
                  <a:lnTo>
                    <a:pt x="132331" y="64971"/>
                  </a:lnTo>
                  <a:lnTo>
                    <a:pt x="131853" y="62582"/>
                  </a:lnTo>
                  <a:lnTo>
                    <a:pt x="130898" y="62582"/>
                  </a:lnTo>
                  <a:lnTo>
                    <a:pt x="128987" y="62582"/>
                  </a:lnTo>
                  <a:lnTo>
                    <a:pt x="127076" y="64016"/>
                  </a:lnTo>
                  <a:lnTo>
                    <a:pt x="127076" y="64971"/>
                  </a:lnTo>
                  <a:lnTo>
                    <a:pt x="127076" y="67360"/>
                  </a:lnTo>
                  <a:lnTo>
                    <a:pt x="128032" y="69271"/>
                  </a:lnTo>
                  <a:lnTo>
                    <a:pt x="128032" y="71659"/>
                  </a:lnTo>
                  <a:lnTo>
                    <a:pt x="128032" y="74526"/>
                  </a:lnTo>
                  <a:lnTo>
                    <a:pt x="128987" y="75004"/>
                  </a:lnTo>
                  <a:lnTo>
                    <a:pt x="129465" y="75959"/>
                  </a:lnTo>
                  <a:lnTo>
                    <a:pt x="130420" y="77870"/>
                  </a:lnTo>
                  <a:lnTo>
                    <a:pt x="130898" y="82170"/>
                  </a:lnTo>
                  <a:lnTo>
                    <a:pt x="129943" y="84080"/>
                  </a:lnTo>
                  <a:lnTo>
                    <a:pt x="128509" y="85991"/>
                  </a:lnTo>
                  <a:lnTo>
                    <a:pt x="128509" y="87424"/>
                  </a:lnTo>
                  <a:lnTo>
                    <a:pt x="129465" y="88380"/>
                  </a:lnTo>
                  <a:lnTo>
                    <a:pt x="128509" y="88858"/>
                  </a:lnTo>
                  <a:lnTo>
                    <a:pt x="126598" y="89813"/>
                  </a:lnTo>
                  <a:lnTo>
                    <a:pt x="125643" y="90291"/>
                  </a:lnTo>
                  <a:lnTo>
                    <a:pt x="124687" y="92202"/>
                  </a:lnTo>
                  <a:lnTo>
                    <a:pt x="122777" y="96501"/>
                  </a:lnTo>
                  <a:lnTo>
                    <a:pt x="122777" y="98412"/>
                  </a:lnTo>
                  <a:lnTo>
                    <a:pt x="123732" y="104623"/>
                  </a:lnTo>
                  <a:lnTo>
                    <a:pt x="123732" y="108922"/>
                  </a:lnTo>
                  <a:lnTo>
                    <a:pt x="121343" y="117044"/>
                  </a:lnTo>
                  <a:lnTo>
                    <a:pt x="119910" y="120865"/>
                  </a:lnTo>
                  <a:lnTo>
                    <a:pt x="118000" y="125643"/>
                  </a:lnTo>
                  <a:lnTo>
                    <a:pt x="115133" y="132331"/>
                  </a:lnTo>
                  <a:lnTo>
                    <a:pt x="112266" y="139975"/>
                  </a:lnTo>
                  <a:lnTo>
                    <a:pt x="109878" y="148096"/>
                  </a:lnTo>
                  <a:lnTo>
                    <a:pt x="108445" y="152873"/>
                  </a:lnTo>
                  <a:lnTo>
                    <a:pt x="106056" y="157651"/>
                  </a:lnTo>
                  <a:lnTo>
                    <a:pt x="103668" y="166250"/>
                  </a:lnTo>
                  <a:lnTo>
                    <a:pt x="101279" y="174849"/>
                  </a:lnTo>
                  <a:lnTo>
                    <a:pt x="97935" y="184881"/>
                  </a:lnTo>
                  <a:lnTo>
                    <a:pt x="93157" y="195391"/>
                  </a:lnTo>
                  <a:lnTo>
                    <a:pt x="92680" y="196825"/>
                  </a:lnTo>
                  <a:lnTo>
                    <a:pt x="91246" y="202557"/>
                  </a:lnTo>
                  <a:lnTo>
                    <a:pt x="90291" y="207335"/>
                  </a:lnTo>
                  <a:lnTo>
                    <a:pt x="88858" y="212112"/>
                  </a:lnTo>
                  <a:lnTo>
                    <a:pt x="86469" y="219756"/>
                  </a:lnTo>
                  <a:lnTo>
                    <a:pt x="85991" y="222144"/>
                  </a:lnTo>
                  <a:lnTo>
                    <a:pt x="85514" y="224533"/>
                  </a:lnTo>
                  <a:lnTo>
                    <a:pt x="82647" y="229310"/>
                  </a:lnTo>
                  <a:lnTo>
                    <a:pt x="81692" y="231221"/>
                  </a:lnTo>
                  <a:lnTo>
                    <a:pt x="81214" y="233132"/>
                  </a:lnTo>
                  <a:lnTo>
                    <a:pt x="80736" y="235998"/>
                  </a:lnTo>
                  <a:lnTo>
                    <a:pt x="79781" y="238387"/>
                  </a:lnTo>
                  <a:lnTo>
                    <a:pt x="77870" y="242687"/>
                  </a:lnTo>
                  <a:lnTo>
                    <a:pt x="75004" y="246508"/>
                  </a:lnTo>
                  <a:lnTo>
                    <a:pt x="73093" y="247942"/>
                  </a:lnTo>
                  <a:lnTo>
                    <a:pt x="68793" y="249852"/>
                  </a:lnTo>
                  <a:lnTo>
                    <a:pt x="66882" y="250330"/>
                  </a:lnTo>
                  <a:lnTo>
                    <a:pt x="62105" y="250330"/>
                  </a:lnTo>
                  <a:lnTo>
                    <a:pt x="57805" y="251763"/>
                  </a:lnTo>
                  <a:lnTo>
                    <a:pt x="53028" y="253674"/>
                  </a:lnTo>
                  <a:lnTo>
                    <a:pt x="48251" y="256063"/>
                  </a:lnTo>
                  <a:lnTo>
                    <a:pt x="46818" y="257496"/>
                  </a:lnTo>
                  <a:lnTo>
                    <a:pt x="44907" y="257974"/>
                  </a:lnTo>
                  <a:lnTo>
                    <a:pt x="38696" y="258452"/>
                  </a:lnTo>
                  <a:lnTo>
                    <a:pt x="37263" y="257974"/>
                  </a:lnTo>
                  <a:lnTo>
                    <a:pt x="31052" y="253674"/>
                  </a:lnTo>
                  <a:lnTo>
                    <a:pt x="28664" y="252719"/>
                  </a:lnTo>
                  <a:lnTo>
                    <a:pt x="24364" y="252241"/>
                  </a:lnTo>
                  <a:lnTo>
                    <a:pt x="22931" y="252241"/>
                  </a:lnTo>
                  <a:lnTo>
                    <a:pt x="21975" y="251286"/>
                  </a:lnTo>
                  <a:lnTo>
                    <a:pt x="20065" y="249375"/>
                  </a:lnTo>
                  <a:lnTo>
                    <a:pt x="16243" y="247464"/>
                  </a:lnTo>
                  <a:lnTo>
                    <a:pt x="15765" y="246986"/>
                  </a:lnTo>
                  <a:lnTo>
                    <a:pt x="15288" y="245553"/>
                  </a:lnTo>
                  <a:lnTo>
                    <a:pt x="14809" y="244120"/>
                  </a:lnTo>
                  <a:lnTo>
                    <a:pt x="13854" y="242687"/>
                  </a:lnTo>
                  <a:lnTo>
                    <a:pt x="12899" y="239820"/>
                  </a:lnTo>
                  <a:lnTo>
                    <a:pt x="11943" y="237909"/>
                  </a:lnTo>
                  <a:lnTo>
                    <a:pt x="8599" y="234087"/>
                  </a:lnTo>
                  <a:lnTo>
                    <a:pt x="8599" y="233132"/>
                  </a:lnTo>
                  <a:lnTo>
                    <a:pt x="8122" y="229310"/>
                  </a:lnTo>
                  <a:lnTo>
                    <a:pt x="8122" y="226444"/>
                  </a:lnTo>
                  <a:lnTo>
                    <a:pt x="7644" y="222144"/>
                  </a:lnTo>
                  <a:lnTo>
                    <a:pt x="8122" y="219756"/>
                  </a:lnTo>
                  <a:lnTo>
                    <a:pt x="9555" y="217845"/>
                  </a:lnTo>
                  <a:lnTo>
                    <a:pt x="9077" y="215456"/>
                  </a:lnTo>
                  <a:lnTo>
                    <a:pt x="7644" y="213545"/>
                  </a:lnTo>
                  <a:lnTo>
                    <a:pt x="7166" y="211156"/>
                  </a:lnTo>
                  <a:lnTo>
                    <a:pt x="6211" y="208768"/>
                  </a:lnTo>
                  <a:lnTo>
                    <a:pt x="2866" y="204946"/>
                  </a:lnTo>
                  <a:lnTo>
                    <a:pt x="2389" y="203035"/>
                  </a:lnTo>
                  <a:lnTo>
                    <a:pt x="1433" y="201124"/>
                  </a:lnTo>
                  <a:lnTo>
                    <a:pt x="478" y="195391"/>
                  </a:lnTo>
                  <a:lnTo>
                    <a:pt x="0" y="193003"/>
                  </a:lnTo>
                  <a:lnTo>
                    <a:pt x="478" y="188703"/>
                  </a:lnTo>
                  <a:lnTo>
                    <a:pt x="956" y="186314"/>
                  </a:lnTo>
                  <a:lnTo>
                    <a:pt x="1911" y="184881"/>
                  </a:lnTo>
                  <a:lnTo>
                    <a:pt x="1911" y="183448"/>
                  </a:lnTo>
                  <a:lnTo>
                    <a:pt x="2389" y="182493"/>
                  </a:lnTo>
                  <a:lnTo>
                    <a:pt x="3344" y="182015"/>
                  </a:lnTo>
                  <a:lnTo>
                    <a:pt x="3822" y="181060"/>
                  </a:lnTo>
                  <a:lnTo>
                    <a:pt x="5255" y="175327"/>
                  </a:lnTo>
                  <a:lnTo>
                    <a:pt x="6688" y="173894"/>
                  </a:lnTo>
                  <a:lnTo>
                    <a:pt x="9077" y="173416"/>
                  </a:lnTo>
                  <a:lnTo>
                    <a:pt x="10988" y="171983"/>
                  </a:lnTo>
                  <a:lnTo>
                    <a:pt x="11943" y="169594"/>
                  </a:lnTo>
                  <a:lnTo>
                    <a:pt x="13377" y="165772"/>
                  </a:lnTo>
                  <a:lnTo>
                    <a:pt x="16243" y="161473"/>
                  </a:lnTo>
                  <a:lnTo>
                    <a:pt x="17198" y="159562"/>
                  </a:lnTo>
                  <a:lnTo>
                    <a:pt x="19587" y="156218"/>
                  </a:lnTo>
                  <a:lnTo>
                    <a:pt x="21975" y="151918"/>
                  </a:lnTo>
                  <a:lnTo>
                    <a:pt x="22454" y="149529"/>
                  </a:lnTo>
                  <a:lnTo>
                    <a:pt x="22931" y="147619"/>
                  </a:lnTo>
                  <a:lnTo>
                    <a:pt x="23409" y="142841"/>
                  </a:lnTo>
                  <a:lnTo>
                    <a:pt x="23886" y="140453"/>
                  </a:lnTo>
                  <a:lnTo>
                    <a:pt x="23886" y="138064"/>
                  </a:lnTo>
                  <a:lnTo>
                    <a:pt x="22454" y="135675"/>
                  </a:lnTo>
                  <a:lnTo>
                    <a:pt x="19587" y="131376"/>
                  </a:lnTo>
                  <a:lnTo>
                    <a:pt x="19587" y="130420"/>
                  </a:lnTo>
                  <a:lnTo>
                    <a:pt x="19587" y="127076"/>
                  </a:lnTo>
                  <a:lnTo>
                    <a:pt x="19587" y="124687"/>
                  </a:lnTo>
                  <a:lnTo>
                    <a:pt x="18632" y="122777"/>
                  </a:lnTo>
                  <a:lnTo>
                    <a:pt x="17198" y="120388"/>
                  </a:lnTo>
                  <a:lnTo>
                    <a:pt x="15765" y="116088"/>
                  </a:lnTo>
                  <a:lnTo>
                    <a:pt x="15288" y="109400"/>
                  </a:lnTo>
                  <a:lnTo>
                    <a:pt x="15288" y="107012"/>
                  </a:lnTo>
                  <a:lnTo>
                    <a:pt x="14809" y="105100"/>
                  </a:lnTo>
                  <a:lnTo>
                    <a:pt x="13854" y="102712"/>
                  </a:lnTo>
                  <a:lnTo>
                    <a:pt x="14332" y="99368"/>
                  </a:lnTo>
                  <a:lnTo>
                    <a:pt x="23409" y="85991"/>
                  </a:lnTo>
                  <a:lnTo>
                    <a:pt x="23409" y="84558"/>
                  </a:lnTo>
                  <a:lnTo>
                    <a:pt x="23409" y="80736"/>
                  </a:lnTo>
                  <a:lnTo>
                    <a:pt x="23409" y="78348"/>
                  </a:lnTo>
                  <a:lnTo>
                    <a:pt x="23886" y="77392"/>
                  </a:lnTo>
                  <a:lnTo>
                    <a:pt x="24364" y="76914"/>
                  </a:lnTo>
                  <a:lnTo>
                    <a:pt x="25798" y="76914"/>
                  </a:lnTo>
                  <a:lnTo>
                    <a:pt x="32963" y="76437"/>
                  </a:lnTo>
                  <a:lnTo>
                    <a:pt x="33919" y="75959"/>
                  </a:lnTo>
                  <a:lnTo>
                    <a:pt x="35830" y="75004"/>
                  </a:lnTo>
                  <a:lnTo>
                    <a:pt x="38218" y="72615"/>
                  </a:lnTo>
                  <a:lnTo>
                    <a:pt x="39174" y="72137"/>
                  </a:lnTo>
                  <a:lnTo>
                    <a:pt x="40129" y="72137"/>
                  </a:lnTo>
                  <a:lnTo>
                    <a:pt x="40607" y="73093"/>
                  </a:lnTo>
                  <a:lnTo>
                    <a:pt x="41563" y="73570"/>
                  </a:lnTo>
                  <a:lnTo>
                    <a:pt x="44429" y="72615"/>
                  </a:lnTo>
                  <a:lnTo>
                    <a:pt x="45384" y="72615"/>
                  </a:lnTo>
                  <a:lnTo>
                    <a:pt x="46818" y="72615"/>
                  </a:lnTo>
                  <a:lnTo>
                    <a:pt x="47295" y="72137"/>
                  </a:lnTo>
                  <a:lnTo>
                    <a:pt x="47295" y="70704"/>
                  </a:lnTo>
                  <a:lnTo>
                    <a:pt x="47773" y="69748"/>
                  </a:lnTo>
                  <a:lnTo>
                    <a:pt x="48729" y="69271"/>
                  </a:lnTo>
                  <a:lnTo>
                    <a:pt x="52073" y="69271"/>
                  </a:lnTo>
                  <a:lnTo>
                    <a:pt x="54461" y="68793"/>
                  </a:lnTo>
                  <a:lnTo>
                    <a:pt x="57805" y="67838"/>
                  </a:lnTo>
                  <a:lnTo>
                    <a:pt x="58283" y="68315"/>
                  </a:lnTo>
                  <a:lnTo>
                    <a:pt x="60672" y="71182"/>
                  </a:lnTo>
                  <a:lnTo>
                    <a:pt x="61627" y="71182"/>
                  </a:lnTo>
                  <a:lnTo>
                    <a:pt x="62582" y="71659"/>
                  </a:lnTo>
                  <a:lnTo>
                    <a:pt x="63538" y="71182"/>
                  </a:lnTo>
                  <a:lnTo>
                    <a:pt x="61150" y="69271"/>
                  </a:lnTo>
                  <a:lnTo>
                    <a:pt x="61150" y="68793"/>
                  </a:lnTo>
                  <a:lnTo>
                    <a:pt x="61150" y="67360"/>
                  </a:lnTo>
                  <a:lnTo>
                    <a:pt x="62105" y="65449"/>
                  </a:lnTo>
                  <a:lnTo>
                    <a:pt x="64016" y="64016"/>
                  </a:lnTo>
                  <a:lnTo>
                    <a:pt x="67838" y="61149"/>
                  </a:lnTo>
                  <a:lnTo>
                    <a:pt x="72137" y="58761"/>
                  </a:lnTo>
                  <a:lnTo>
                    <a:pt x="73093" y="58283"/>
                  </a:lnTo>
                  <a:lnTo>
                    <a:pt x="74048" y="58761"/>
                  </a:lnTo>
                  <a:lnTo>
                    <a:pt x="75004" y="62105"/>
                  </a:lnTo>
                  <a:lnTo>
                    <a:pt x="75004" y="62582"/>
                  </a:lnTo>
                  <a:lnTo>
                    <a:pt x="75481" y="62582"/>
                  </a:lnTo>
                  <a:lnTo>
                    <a:pt x="76437" y="62582"/>
                  </a:lnTo>
                  <a:lnTo>
                    <a:pt x="76914" y="61149"/>
                  </a:lnTo>
                  <a:lnTo>
                    <a:pt x="76914" y="59716"/>
                  </a:lnTo>
                  <a:lnTo>
                    <a:pt x="76437" y="58761"/>
                  </a:lnTo>
                  <a:lnTo>
                    <a:pt x="76437" y="57805"/>
                  </a:lnTo>
                  <a:lnTo>
                    <a:pt x="76437" y="56850"/>
                  </a:lnTo>
                  <a:lnTo>
                    <a:pt x="78348" y="54939"/>
                  </a:lnTo>
                  <a:lnTo>
                    <a:pt x="79781" y="53028"/>
                  </a:lnTo>
                  <a:lnTo>
                    <a:pt x="80736" y="51117"/>
                  </a:lnTo>
                  <a:lnTo>
                    <a:pt x="81214" y="49684"/>
                  </a:lnTo>
                  <a:lnTo>
                    <a:pt x="83125" y="48728"/>
                  </a:lnTo>
                  <a:lnTo>
                    <a:pt x="83603" y="48728"/>
                  </a:lnTo>
                  <a:lnTo>
                    <a:pt x="84080" y="49684"/>
                  </a:lnTo>
                  <a:lnTo>
                    <a:pt x="84080" y="50639"/>
                  </a:lnTo>
                  <a:lnTo>
                    <a:pt x="83603" y="52073"/>
                  </a:lnTo>
                  <a:lnTo>
                    <a:pt x="83125" y="53028"/>
                  </a:lnTo>
                  <a:lnTo>
                    <a:pt x="83125" y="53983"/>
                  </a:lnTo>
                  <a:lnTo>
                    <a:pt x="84080" y="54461"/>
                  </a:lnTo>
                  <a:lnTo>
                    <a:pt x="84558" y="53983"/>
                  </a:lnTo>
                  <a:lnTo>
                    <a:pt x="85991" y="51595"/>
                  </a:lnTo>
                  <a:lnTo>
                    <a:pt x="87902" y="49206"/>
                  </a:lnTo>
                  <a:lnTo>
                    <a:pt x="88858" y="48251"/>
                  </a:lnTo>
                  <a:lnTo>
                    <a:pt x="89813" y="47295"/>
                  </a:lnTo>
                  <a:lnTo>
                    <a:pt x="91724" y="47773"/>
                  </a:lnTo>
                  <a:lnTo>
                    <a:pt x="93635" y="48251"/>
                  </a:lnTo>
                  <a:lnTo>
                    <a:pt x="90291" y="45862"/>
                  </a:lnTo>
                  <a:lnTo>
                    <a:pt x="89813" y="42518"/>
                  </a:lnTo>
                  <a:lnTo>
                    <a:pt x="93157" y="36785"/>
                  </a:lnTo>
                  <a:lnTo>
                    <a:pt x="93635" y="35830"/>
                  </a:lnTo>
                  <a:lnTo>
                    <a:pt x="94113" y="35352"/>
                  </a:lnTo>
                  <a:lnTo>
                    <a:pt x="94113" y="34874"/>
                  </a:lnTo>
                  <a:lnTo>
                    <a:pt x="92202" y="32963"/>
                  </a:lnTo>
                  <a:lnTo>
                    <a:pt x="91724" y="32008"/>
                  </a:lnTo>
                  <a:lnTo>
                    <a:pt x="92202" y="30575"/>
                  </a:lnTo>
                  <a:lnTo>
                    <a:pt x="93157" y="29141"/>
                  </a:lnTo>
                  <a:lnTo>
                    <a:pt x="94113" y="28186"/>
                  </a:lnTo>
                  <a:lnTo>
                    <a:pt x="95068" y="28186"/>
                  </a:lnTo>
                  <a:lnTo>
                    <a:pt x="96024" y="28664"/>
                  </a:lnTo>
                  <a:lnTo>
                    <a:pt x="97935" y="30097"/>
                  </a:lnTo>
                  <a:lnTo>
                    <a:pt x="99368" y="30097"/>
                  </a:lnTo>
                  <a:lnTo>
                    <a:pt x="100801" y="28664"/>
                  </a:lnTo>
                  <a:lnTo>
                    <a:pt x="102234" y="26753"/>
                  </a:lnTo>
                  <a:lnTo>
                    <a:pt x="104145" y="25798"/>
                  </a:lnTo>
                  <a:lnTo>
                    <a:pt x="106534" y="24842"/>
                  </a:lnTo>
                  <a:lnTo>
                    <a:pt x="109878" y="21975"/>
                  </a:lnTo>
                  <a:lnTo>
                    <a:pt x="112266" y="15765"/>
                  </a:lnTo>
                  <a:lnTo>
                    <a:pt x="112266" y="13854"/>
                  </a:lnTo>
                  <a:lnTo>
                    <a:pt x="111789" y="11943"/>
                  </a:lnTo>
                  <a:lnTo>
                    <a:pt x="111311" y="9555"/>
                  </a:lnTo>
                  <a:lnTo>
                    <a:pt x="109878" y="7166"/>
                  </a:lnTo>
                  <a:lnTo>
                    <a:pt x="110355" y="6688"/>
                  </a:lnTo>
                  <a:lnTo>
                    <a:pt x="112266" y="6688"/>
                  </a:lnTo>
                  <a:lnTo>
                    <a:pt x="112744" y="6688"/>
                  </a:lnTo>
                  <a:lnTo>
                    <a:pt x="114655" y="4300"/>
                  </a:lnTo>
                  <a:lnTo>
                    <a:pt x="118000" y="0"/>
                  </a:lnTo>
                  <a:lnTo>
                    <a:pt x="119432" y="0"/>
                  </a:lnTo>
                  <a:lnTo>
                    <a:pt x="120388" y="956"/>
                  </a:lnTo>
                  <a:lnTo>
                    <a:pt x="120388" y="1911"/>
                  </a:lnTo>
                  <a:lnTo>
                    <a:pt x="121343" y="2866"/>
                  </a:lnTo>
                  <a:lnTo>
                    <a:pt x="123732" y="4777"/>
                  </a:lnTo>
                  <a:lnTo>
                    <a:pt x="124687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3" name="Freeform 4912">
              <a:extLst>
                <a:ext uri="{FF2B5EF4-FFF2-40B4-BE49-F238E27FC236}">
                  <a16:creationId xmlns:a16="http://schemas.microsoft.com/office/drawing/2014/main" id="{D4CA59BF-17D2-0835-64E6-29EAF21840F9}"/>
                </a:ext>
              </a:extLst>
            </p:cNvPr>
            <p:cNvSpPr/>
            <p:nvPr/>
          </p:nvSpPr>
          <p:spPr>
            <a:xfrm>
              <a:off x="6839346" y="4975194"/>
              <a:ext cx="3344" cy="3821"/>
            </a:xfrm>
            <a:custGeom>
              <a:avLst/>
              <a:gdLst>
                <a:gd name="csX0" fmla="*/ 2866 w 3344"/>
                <a:gd name="csY0" fmla="*/ 3344 h 3821"/>
                <a:gd name="csX1" fmla="*/ 3344 w 3344"/>
                <a:gd name="csY1" fmla="*/ 3822 h 3821"/>
                <a:gd name="csX2" fmla="*/ 478 w 3344"/>
                <a:gd name="csY2" fmla="*/ 3344 h 3821"/>
                <a:gd name="csX3" fmla="*/ 0 w 3344"/>
                <a:gd name="csY3" fmla="*/ 956 h 3821"/>
                <a:gd name="csX4" fmla="*/ 1433 w 3344"/>
                <a:gd name="csY4" fmla="*/ 956 h 3821"/>
                <a:gd name="csX5" fmla="*/ 1433 w 3344"/>
                <a:gd name="csY5" fmla="*/ 0 h 3821"/>
                <a:gd name="csX6" fmla="*/ 2389 w 3344"/>
                <a:gd name="csY6" fmla="*/ 0 h 3821"/>
                <a:gd name="csX7" fmla="*/ 3344 w 3344"/>
                <a:gd name="csY7" fmla="*/ 1911 h 3821"/>
                <a:gd name="csX8" fmla="*/ 2866 w 3344"/>
                <a:gd name="csY8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3821">
                  <a:moveTo>
                    <a:pt x="2866" y="3344"/>
                  </a:moveTo>
                  <a:lnTo>
                    <a:pt x="3344" y="3822"/>
                  </a:lnTo>
                  <a:lnTo>
                    <a:pt x="478" y="3344"/>
                  </a:lnTo>
                  <a:lnTo>
                    <a:pt x="0" y="956"/>
                  </a:lnTo>
                  <a:lnTo>
                    <a:pt x="1433" y="956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3344" y="1911"/>
                  </a:lnTo>
                  <a:lnTo>
                    <a:pt x="28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4" name="Freeform 4913">
              <a:extLst>
                <a:ext uri="{FF2B5EF4-FFF2-40B4-BE49-F238E27FC236}">
                  <a16:creationId xmlns:a16="http://schemas.microsoft.com/office/drawing/2014/main" id="{5BC41868-19AB-3285-E963-5B2D5AE0F7E5}"/>
                </a:ext>
              </a:extLst>
            </p:cNvPr>
            <p:cNvSpPr/>
            <p:nvPr/>
          </p:nvSpPr>
          <p:spPr>
            <a:xfrm>
              <a:off x="6871832" y="5040643"/>
              <a:ext cx="3821" cy="7643"/>
            </a:xfrm>
            <a:custGeom>
              <a:avLst/>
              <a:gdLst>
                <a:gd name="csX0" fmla="*/ 2389 w 3821"/>
                <a:gd name="csY0" fmla="*/ 3822 h 7643"/>
                <a:gd name="csX1" fmla="*/ 0 w 3821"/>
                <a:gd name="csY1" fmla="*/ 7644 h 7643"/>
                <a:gd name="csX2" fmla="*/ 478 w 3821"/>
                <a:gd name="csY2" fmla="*/ 4777 h 7643"/>
                <a:gd name="csX3" fmla="*/ 3344 w 3821"/>
                <a:gd name="csY3" fmla="*/ 478 h 7643"/>
                <a:gd name="csX4" fmla="*/ 3821 w 3821"/>
                <a:gd name="csY4" fmla="*/ 0 h 7643"/>
                <a:gd name="csX5" fmla="*/ 2389 w 3821"/>
                <a:gd name="csY5" fmla="*/ 3822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1" h="7643">
                  <a:moveTo>
                    <a:pt x="2389" y="3822"/>
                  </a:moveTo>
                  <a:lnTo>
                    <a:pt x="0" y="7644"/>
                  </a:lnTo>
                  <a:lnTo>
                    <a:pt x="478" y="4777"/>
                  </a:lnTo>
                  <a:lnTo>
                    <a:pt x="3344" y="478"/>
                  </a:lnTo>
                  <a:lnTo>
                    <a:pt x="3821" y="0"/>
                  </a:lnTo>
                  <a:lnTo>
                    <a:pt x="2389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5" name="Freeform 4914">
              <a:extLst>
                <a:ext uri="{FF2B5EF4-FFF2-40B4-BE49-F238E27FC236}">
                  <a16:creationId xmlns:a16="http://schemas.microsoft.com/office/drawing/2014/main" id="{93568B8A-7B58-0C72-7572-9358C6BD4D9B}"/>
                </a:ext>
              </a:extLst>
            </p:cNvPr>
            <p:cNvSpPr/>
            <p:nvPr/>
          </p:nvSpPr>
          <p:spPr>
            <a:xfrm>
              <a:off x="6249350" y="3857785"/>
              <a:ext cx="37740" cy="41084"/>
            </a:xfrm>
            <a:custGeom>
              <a:avLst/>
              <a:gdLst>
                <a:gd name="csX0" fmla="*/ 37741 w 37740"/>
                <a:gd name="csY0" fmla="*/ 17676 h 41084"/>
                <a:gd name="csX1" fmla="*/ 35352 w 37740"/>
                <a:gd name="csY1" fmla="*/ 18631 h 41084"/>
                <a:gd name="csX2" fmla="*/ 34874 w 37740"/>
                <a:gd name="csY2" fmla="*/ 19587 h 41084"/>
                <a:gd name="csX3" fmla="*/ 33441 w 37740"/>
                <a:gd name="csY3" fmla="*/ 19587 h 41084"/>
                <a:gd name="csX4" fmla="*/ 32008 w 37740"/>
                <a:gd name="csY4" fmla="*/ 19587 h 41084"/>
                <a:gd name="csX5" fmla="*/ 31530 w 37740"/>
                <a:gd name="csY5" fmla="*/ 20064 h 41084"/>
                <a:gd name="csX6" fmla="*/ 32486 w 37740"/>
                <a:gd name="csY6" fmla="*/ 21020 h 41084"/>
                <a:gd name="csX7" fmla="*/ 32963 w 37740"/>
                <a:gd name="csY7" fmla="*/ 22453 h 41084"/>
                <a:gd name="csX8" fmla="*/ 32486 w 37740"/>
                <a:gd name="csY8" fmla="*/ 24364 h 41084"/>
                <a:gd name="csX9" fmla="*/ 32486 w 37740"/>
                <a:gd name="csY9" fmla="*/ 24842 h 41084"/>
                <a:gd name="csX10" fmla="*/ 32008 w 37740"/>
                <a:gd name="csY10" fmla="*/ 24364 h 41084"/>
                <a:gd name="csX11" fmla="*/ 29619 w 37740"/>
                <a:gd name="csY11" fmla="*/ 25797 h 41084"/>
                <a:gd name="csX12" fmla="*/ 28186 w 37740"/>
                <a:gd name="csY12" fmla="*/ 26275 h 41084"/>
                <a:gd name="csX13" fmla="*/ 26753 w 37740"/>
                <a:gd name="csY13" fmla="*/ 26275 h 41084"/>
                <a:gd name="csX14" fmla="*/ 26275 w 37740"/>
                <a:gd name="csY14" fmla="*/ 25797 h 41084"/>
                <a:gd name="csX15" fmla="*/ 25798 w 37740"/>
                <a:gd name="csY15" fmla="*/ 25320 h 41084"/>
                <a:gd name="csX16" fmla="*/ 25798 w 37740"/>
                <a:gd name="csY16" fmla="*/ 23409 h 41084"/>
                <a:gd name="csX17" fmla="*/ 25798 w 37740"/>
                <a:gd name="csY17" fmla="*/ 22453 h 41084"/>
                <a:gd name="csX18" fmla="*/ 25320 w 37740"/>
                <a:gd name="csY18" fmla="*/ 21975 h 41084"/>
                <a:gd name="csX19" fmla="*/ 24364 w 37740"/>
                <a:gd name="csY19" fmla="*/ 22453 h 41084"/>
                <a:gd name="csX20" fmla="*/ 22931 w 37740"/>
                <a:gd name="csY20" fmla="*/ 24364 h 41084"/>
                <a:gd name="csX21" fmla="*/ 21976 w 37740"/>
                <a:gd name="csY21" fmla="*/ 25797 h 41084"/>
                <a:gd name="csX22" fmla="*/ 20543 w 37740"/>
                <a:gd name="csY22" fmla="*/ 27708 h 41084"/>
                <a:gd name="csX23" fmla="*/ 19109 w 37740"/>
                <a:gd name="csY23" fmla="*/ 29619 h 41084"/>
                <a:gd name="csX24" fmla="*/ 17676 w 37740"/>
                <a:gd name="csY24" fmla="*/ 32008 h 41084"/>
                <a:gd name="csX25" fmla="*/ 16721 w 37740"/>
                <a:gd name="csY25" fmla="*/ 33919 h 41084"/>
                <a:gd name="csX26" fmla="*/ 17676 w 37740"/>
                <a:gd name="csY26" fmla="*/ 34874 h 41084"/>
                <a:gd name="csX27" fmla="*/ 18154 w 37740"/>
                <a:gd name="csY27" fmla="*/ 36307 h 41084"/>
                <a:gd name="csX28" fmla="*/ 18154 w 37740"/>
                <a:gd name="csY28" fmla="*/ 37263 h 41084"/>
                <a:gd name="csX29" fmla="*/ 18154 w 37740"/>
                <a:gd name="csY29" fmla="*/ 38218 h 41084"/>
                <a:gd name="csX30" fmla="*/ 18154 w 37740"/>
                <a:gd name="csY30" fmla="*/ 40129 h 41084"/>
                <a:gd name="csX31" fmla="*/ 18154 w 37740"/>
                <a:gd name="csY31" fmla="*/ 41085 h 41084"/>
                <a:gd name="csX32" fmla="*/ 18154 w 37740"/>
                <a:gd name="csY32" fmla="*/ 41085 h 41084"/>
                <a:gd name="csX33" fmla="*/ 14810 w 37740"/>
                <a:gd name="csY33" fmla="*/ 39174 h 41084"/>
                <a:gd name="csX34" fmla="*/ 13854 w 37740"/>
                <a:gd name="csY34" fmla="*/ 36785 h 41084"/>
                <a:gd name="csX35" fmla="*/ 9077 w 37740"/>
                <a:gd name="csY35" fmla="*/ 32008 h 41084"/>
                <a:gd name="csX36" fmla="*/ 3822 w 37740"/>
                <a:gd name="csY36" fmla="*/ 28664 h 41084"/>
                <a:gd name="csX37" fmla="*/ 3822 w 37740"/>
                <a:gd name="csY37" fmla="*/ 28186 h 41084"/>
                <a:gd name="csX38" fmla="*/ 3822 w 37740"/>
                <a:gd name="csY38" fmla="*/ 27708 h 41084"/>
                <a:gd name="csX39" fmla="*/ 4300 w 37740"/>
                <a:gd name="csY39" fmla="*/ 27230 h 41084"/>
                <a:gd name="csX40" fmla="*/ 2867 w 37740"/>
                <a:gd name="csY40" fmla="*/ 27230 h 41084"/>
                <a:gd name="csX41" fmla="*/ 2389 w 37740"/>
                <a:gd name="csY41" fmla="*/ 27708 h 41084"/>
                <a:gd name="csX42" fmla="*/ 1433 w 37740"/>
                <a:gd name="csY42" fmla="*/ 27230 h 41084"/>
                <a:gd name="csX43" fmla="*/ 956 w 37740"/>
                <a:gd name="csY43" fmla="*/ 26275 h 41084"/>
                <a:gd name="csX44" fmla="*/ 0 w 37740"/>
                <a:gd name="csY44" fmla="*/ 25320 h 41084"/>
                <a:gd name="csX45" fmla="*/ 0 w 37740"/>
                <a:gd name="csY45" fmla="*/ 24364 h 41084"/>
                <a:gd name="csX46" fmla="*/ 478 w 37740"/>
                <a:gd name="csY46" fmla="*/ 24364 h 41084"/>
                <a:gd name="csX47" fmla="*/ 956 w 37740"/>
                <a:gd name="csY47" fmla="*/ 23886 h 41084"/>
                <a:gd name="csX48" fmla="*/ 1911 w 37740"/>
                <a:gd name="csY48" fmla="*/ 22931 h 41084"/>
                <a:gd name="csX49" fmla="*/ 2389 w 37740"/>
                <a:gd name="csY49" fmla="*/ 22453 h 41084"/>
                <a:gd name="csX50" fmla="*/ 1911 w 37740"/>
                <a:gd name="csY50" fmla="*/ 21498 h 41084"/>
                <a:gd name="csX51" fmla="*/ 478 w 37740"/>
                <a:gd name="csY51" fmla="*/ 19109 h 41084"/>
                <a:gd name="csX52" fmla="*/ 478 w 37740"/>
                <a:gd name="csY52" fmla="*/ 17198 h 41084"/>
                <a:gd name="csX53" fmla="*/ 0 w 37740"/>
                <a:gd name="csY53" fmla="*/ 14332 h 41084"/>
                <a:gd name="csX54" fmla="*/ 478 w 37740"/>
                <a:gd name="csY54" fmla="*/ 13376 h 41084"/>
                <a:gd name="csX55" fmla="*/ 956 w 37740"/>
                <a:gd name="csY55" fmla="*/ 13376 h 41084"/>
                <a:gd name="csX56" fmla="*/ 3822 w 37740"/>
                <a:gd name="csY56" fmla="*/ 12898 h 41084"/>
                <a:gd name="csX57" fmla="*/ 3822 w 37740"/>
                <a:gd name="csY57" fmla="*/ 10510 h 41084"/>
                <a:gd name="csX58" fmla="*/ 3822 w 37740"/>
                <a:gd name="csY58" fmla="*/ 9555 h 41084"/>
                <a:gd name="csX59" fmla="*/ 4300 w 37740"/>
                <a:gd name="csY59" fmla="*/ 8599 h 41084"/>
                <a:gd name="csX60" fmla="*/ 4777 w 37740"/>
                <a:gd name="csY60" fmla="*/ 7644 h 41084"/>
                <a:gd name="csX61" fmla="*/ 6211 w 37740"/>
                <a:gd name="csY61" fmla="*/ 6210 h 41084"/>
                <a:gd name="csX62" fmla="*/ 8121 w 37740"/>
                <a:gd name="csY62" fmla="*/ 4777 h 41084"/>
                <a:gd name="csX63" fmla="*/ 9077 w 37740"/>
                <a:gd name="csY63" fmla="*/ 4777 h 41084"/>
                <a:gd name="csX64" fmla="*/ 10032 w 37740"/>
                <a:gd name="csY64" fmla="*/ 5255 h 41084"/>
                <a:gd name="csX65" fmla="*/ 10510 w 37740"/>
                <a:gd name="csY65" fmla="*/ 6210 h 41084"/>
                <a:gd name="csX66" fmla="*/ 11943 w 37740"/>
                <a:gd name="csY66" fmla="*/ 6210 h 41084"/>
                <a:gd name="csX67" fmla="*/ 11943 w 37740"/>
                <a:gd name="csY67" fmla="*/ 4777 h 41084"/>
                <a:gd name="csX68" fmla="*/ 10510 w 37740"/>
                <a:gd name="csY68" fmla="*/ 2389 h 41084"/>
                <a:gd name="csX69" fmla="*/ 10032 w 37740"/>
                <a:gd name="csY69" fmla="*/ 955 h 41084"/>
                <a:gd name="csX70" fmla="*/ 10032 w 37740"/>
                <a:gd name="csY70" fmla="*/ 478 h 41084"/>
                <a:gd name="csX71" fmla="*/ 10510 w 37740"/>
                <a:gd name="csY71" fmla="*/ 0 h 41084"/>
                <a:gd name="csX72" fmla="*/ 11943 w 37740"/>
                <a:gd name="csY72" fmla="*/ 0 h 41084"/>
                <a:gd name="csX73" fmla="*/ 12899 w 37740"/>
                <a:gd name="csY73" fmla="*/ 478 h 41084"/>
                <a:gd name="csX74" fmla="*/ 13377 w 37740"/>
                <a:gd name="csY74" fmla="*/ 478 h 41084"/>
                <a:gd name="csX75" fmla="*/ 14332 w 37740"/>
                <a:gd name="csY75" fmla="*/ 0 h 41084"/>
                <a:gd name="csX76" fmla="*/ 14810 w 37740"/>
                <a:gd name="csY76" fmla="*/ 0 h 41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37740" h="41084">
                  <a:moveTo>
                    <a:pt x="37741" y="17676"/>
                  </a:moveTo>
                  <a:lnTo>
                    <a:pt x="35352" y="18631"/>
                  </a:lnTo>
                  <a:lnTo>
                    <a:pt x="34874" y="19587"/>
                  </a:lnTo>
                  <a:lnTo>
                    <a:pt x="33441" y="19587"/>
                  </a:lnTo>
                  <a:lnTo>
                    <a:pt x="32008" y="19587"/>
                  </a:lnTo>
                  <a:lnTo>
                    <a:pt x="31530" y="20064"/>
                  </a:lnTo>
                  <a:lnTo>
                    <a:pt x="32486" y="21020"/>
                  </a:lnTo>
                  <a:lnTo>
                    <a:pt x="32963" y="22453"/>
                  </a:lnTo>
                  <a:lnTo>
                    <a:pt x="32486" y="24364"/>
                  </a:lnTo>
                  <a:lnTo>
                    <a:pt x="32486" y="24842"/>
                  </a:lnTo>
                  <a:lnTo>
                    <a:pt x="32008" y="24364"/>
                  </a:lnTo>
                  <a:lnTo>
                    <a:pt x="29619" y="25797"/>
                  </a:lnTo>
                  <a:lnTo>
                    <a:pt x="28186" y="26275"/>
                  </a:lnTo>
                  <a:lnTo>
                    <a:pt x="26753" y="26275"/>
                  </a:lnTo>
                  <a:lnTo>
                    <a:pt x="26275" y="25797"/>
                  </a:lnTo>
                  <a:lnTo>
                    <a:pt x="25798" y="25320"/>
                  </a:lnTo>
                  <a:lnTo>
                    <a:pt x="25798" y="23409"/>
                  </a:lnTo>
                  <a:lnTo>
                    <a:pt x="25798" y="22453"/>
                  </a:lnTo>
                  <a:lnTo>
                    <a:pt x="25320" y="21975"/>
                  </a:lnTo>
                  <a:lnTo>
                    <a:pt x="24364" y="22453"/>
                  </a:lnTo>
                  <a:lnTo>
                    <a:pt x="22931" y="24364"/>
                  </a:lnTo>
                  <a:lnTo>
                    <a:pt x="21976" y="25797"/>
                  </a:lnTo>
                  <a:lnTo>
                    <a:pt x="20543" y="27708"/>
                  </a:lnTo>
                  <a:lnTo>
                    <a:pt x="19109" y="29619"/>
                  </a:lnTo>
                  <a:lnTo>
                    <a:pt x="17676" y="32008"/>
                  </a:lnTo>
                  <a:lnTo>
                    <a:pt x="16721" y="33919"/>
                  </a:lnTo>
                  <a:lnTo>
                    <a:pt x="17676" y="34874"/>
                  </a:lnTo>
                  <a:lnTo>
                    <a:pt x="18154" y="36307"/>
                  </a:lnTo>
                  <a:lnTo>
                    <a:pt x="18154" y="37263"/>
                  </a:lnTo>
                  <a:lnTo>
                    <a:pt x="18154" y="38218"/>
                  </a:lnTo>
                  <a:lnTo>
                    <a:pt x="18154" y="40129"/>
                  </a:lnTo>
                  <a:lnTo>
                    <a:pt x="18154" y="41085"/>
                  </a:lnTo>
                  <a:lnTo>
                    <a:pt x="18154" y="41085"/>
                  </a:lnTo>
                  <a:lnTo>
                    <a:pt x="14810" y="39174"/>
                  </a:lnTo>
                  <a:lnTo>
                    <a:pt x="13854" y="36785"/>
                  </a:lnTo>
                  <a:lnTo>
                    <a:pt x="9077" y="32008"/>
                  </a:lnTo>
                  <a:lnTo>
                    <a:pt x="3822" y="28664"/>
                  </a:lnTo>
                  <a:lnTo>
                    <a:pt x="3822" y="28186"/>
                  </a:lnTo>
                  <a:lnTo>
                    <a:pt x="3822" y="27708"/>
                  </a:lnTo>
                  <a:lnTo>
                    <a:pt x="4300" y="27230"/>
                  </a:lnTo>
                  <a:lnTo>
                    <a:pt x="2867" y="27230"/>
                  </a:lnTo>
                  <a:lnTo>
                    <a:pt x="2389" y="27708"/>
                  </a:lnTo>
                  <a:lnTo>
                    <a:pt x="1433" y="27230"/>
                  </a:lnTo>
                  <a:lnTo>
                    <a:pt x="956" y="26275"/>
                  </a:lnTo>
                  <a:lnTo>
                    <a:pt x="0" y="25320"/>
                  </a:lnTo>
                  <a:lnTo>
                    <a:pt x="0" y="24364"/>
                  </a:lnTo>
                  <a:lnTo>
                    <a:pt x="478" y="24364"/>
                  </a:lnTo>
                  <a:lnTo>
                    <a:pt x="956" y="23886"/>
                  </a:lnTo>
                  <a:lnTo>
                    <a:pt x="1911" y="22931"/>
                  </a:lnTo>
                  <a:lnTo>
                    <a:pt x="2389" y="22453"/>
                  </a:lnTo>
                  <a:lnTo>
                    <a:pt x="1911" y="21498"/>
                  </a:lnTo>
                  <a:lnTo>
                    <a:pt x="478" y="19109"/>
                  </a:lnTo>
                  <a:lnTo>
                    <a:pt x="478" y="17198"/>
                  </a:lnTo>
                  <a:lnTo>
                    <a:pt x="0" y="14332"/>
                  </a:lnTo>
                  <a:lnTo>
                    <a:pt x="478" y="13376"/>
                  </a:lnTo>
                  <a:lnTo>
                    <a:pt x="956" y="13376"/>
                  </a:lnTo>
                  <a:lnTo>
                    <a:pt x="3822" y="12898"/>
                  </a:lnTo>
                  <a:lnTo>
                    <a:pt x="3822" y="10510"/>
                  </a:lnTo>
                  <a:lnTo>
                    <a:pt x="3822" y="9555"/>
                  </a:lnTo>
                  <a:lnTo>
                    <a:pt x="4300" y="8599"/>
                  </a:lnTo>
                  <a:lnTo>
                    <a:pt x="4777" y="7644"/>
                  </a:lnTo>
                  <a:lnTo>
                    <a:pt x="6211" y="6210"/>
                  </a:lnTo>
                  <a:lnTo>
                    <a:pt x="8121" y="4777"/>
                  </a:lnTo>
                  <a:lnTo>
                    <a:pt x="9077" y="4777"/>
                  </a:lnTo>
                  <a:lnTo>
                    <a:pt x="10032" y="5255"/>
                  </a:lnTo>
                  <a:lnTo>
                    <a:pt x="10510" y="6210"/>
                  </a:lnTo>
                  <a:lnTo>
                    <a:pt x="11943" y="6210"/>
                  </a:lnTo>
                  <a:lnTo>
                    <a:pt x="11943" y="4777"/>
                  </a:lnTo>
                  <a:lnTo>
                    <a:pt x="10510" y="2389"/>
                  </a:lnTo>
                  <a:lnTo>
                    <a:pt x="10032" y="955"/>
                  </a:lnTo>
                  <a:lnTo>
                    <a:pt x="10032" y="478"/>
                  </a:lnTo>
                  <a:lnTo>
                    <a:pt x="10510" y="0"/>
                  </a:lnTo>
                  <a:lnTo>
                    <a:pt x="11943" y="0"/>
                  </a:lnTo>
                  <a:lnTo>
                    <a:pt x="12899" y="478"/>
                  </a:lnTo>
                  <a:lnTo>
                    <a:pt x="13377" y="478"/>
                  </a:lnTo>
                  <a:lnTo>
                    <a:pt x="14332" y="0"/>
                  </a:lnTo>
                  <a:lnTo>
                    <a:pt x="1481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6" name="Freeform 4915">
              <a:extLst>
                <a:ext uri="{FF2B5EF4-FFF2-40B4-BE49-F238E27FC236}">
                  <a16:creationId xmlns:a16="http://schemas.microsoft.com/office/drawing/2014/main" id="{EA18D7DB-BC08-3579-6CA7-3AA887C628F7}"/>
                </a:ext>
              </a:extLst>
            </p:cNvPr>
            <p:cNvSpPr/>
            <p:nvPr/>
          </p:nvSpPr>
          <p:spPr>
            <a:xfrm>
              <a:off x="4631758" y="4401441"/>
              <a:ext cx="2388" cy="955"/>
            </a:xfrm>
            <a:custGeom>
              <a:avLst/>
              <a:gdLst>
                <a:gd name="csX0" fmla="*/ 0 w 2388"/>
                <a:gd name="csY0" fmla="*/ 956 h 955"/>
                <a:gd name="csX1" fmla="*/ 478 w 2388"/>
                <a:gd name="csY1" fmla="*/ 478 h 955"/>
                <a:gd name="csX2" fmla="*/ 1433 w 2388"/>
                <a:gd name="csY2" fmla="*/ 0 h 955"/>
                <a:gd name="csX3" fmla="*/ 1911 w 2388"/>
                <a:gd name="csY3" fmla="*/ 0 h 955"/>
                <a:gd name="csX4" fmla="*/ 2389 w 2388"/>
                <a:gd name="csY4" fmla="*/ 478 h 955"/>
                <a:gd name="csX5" fmla="*/ 2389 w 2388"/>
                <a:gd name="csY5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955">
                  <a:moveTo>
                    <a:pt x="0" y="956"/>
                  </a:move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2389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" name="Freeform 4916">
              <a:extLst>
                <a:ext uri="{FF2B5EF4-FFF2-40B4-BE49-F238E27FC236}">
                  <a16:creationId xmlns:a16="http://schemas.microsoft.com/office/drawing/2014/main" id="{36DF5D2F-AF22-FD85-6C3D-504F6598FE0A}"/>
                </a:ext>
              </a:extLst>
            </p:cNvPr>
            <p:cNvSpPr/>
            <p:nvPr/>
          </p:nvSpPr>
          <p:spPr>
            <a:xfrm>
              <a:off x="6289002" y="3888359"/>
              <a:ext cx="51116" cy="35352"/>
            </a:xfrm>
            <a:custGeom>
              <a:avLst/>
              <a:gdLst>
                <a:gd name="csX0" fmla="*/ 37740 w 51116"/>
                <a:gd name="csY0" fmla="*/ 0 h 35352"/>
                <a:gd name="csX1" fmla="*/ 41085 w 51116"/>
                <a:gd name="csY1" fmla="*/ 3344 h 35352"/>
                <a:gd name="csX2" fmla="*/ 42518 w 51116"/>
                <a:gd name="csY2" fmla="*/ 4777 h 35352"/>
                <a:gd name="csX3" fmla="*/ 44429 w 51116"/>
                <a:gd name="csY3" fmla="*/ 6210 h 35352"/>
                <a:gd name="csX4" fmla="*/ 46817 w 51116"/>
                <a:gd name="csY4" fmla="*/ 6688 h 35352"/>
                <a:gd name="csX5" fmla="*/ 47773 w 51116"/>
                <a:gd name="csY5" fmla="*/ 7644 h 35352"/>
                <a:gd name="csX6" fmla="*/ 49206 w 51116"/>
                <a:gd name="csY6" fmla="*/ 11466 h 35352"/>
                <a:gd name="csX7" fmla="*/ 49684 w 51116"/>
                <a:gd name="csY7" fmla="*/ 12899 h 35352"/>
                <a:gd name="csX8" fmla="*/ 50639 w 51116"/>
                <a:gd name="csY8" fmla="*/ 13376 h 35352"/>
                <a:gd name="csX9" fmla="*/ 51117 w 51116"/>
                <a:gd name="csY9" fmla="*/ 13854 h 35352"/>
                <a:gd name="csX10" fmla="*/ 51117 w 51116"/>
                <a:gd name="csY10" fmla="*/ 14332 h 35352"/>
                <a:gd name="csX11" fmla="*/ 49684 w 51116"/>
                <a:gd name="csY11" fmla="*/ 17198 h 35352"/>
                <a:gd name="csX12" fmla="*/ 49206 w 51116"/>
                <a:gd name="csY12" fmla="*/ 22931 h 35352"/>
                <a:gd name="csX13" fmla="*/ 49206 w 51116"/>
                <a:gd name="csY13" fmla="*/ 23409 h 35352"/>
                <a:gd name="csX14" fmla="*/ 49206 w 51116"/>
                <a:gd name="csY14" fmla="*/ 23409 h 35352"/>
                <a:gd name="csX15" fmla="*/ 48251 w 51116"/>
                <a:gd name="csY15" fmla="*/ 23409 h 35352"/>
                <a:gd name="csX16" fmla="*/ 46340 w 51116"/>
                <a:gd name="csY16" fmla="*/ 23886 h 35352"/>
                <a:gd name="csX17" fmla="*/ 45862 w 51116"/>
                <a:gd name="csY17" fmla="*/ 23886 h 35352"/>
                <a:gd name="csX18" fmla="*/ 45862 w 51116"/>
                <a:gd name="csY18" fmla="*/ 24364 h 35352"/>
                <a:gd name="csX19" fmla="*/ 45384 w 51116"/>
                <a:gd name="csY19" fmla="*/ 27231 h 35352"/>
                <a:gd name="csX20" fmla="*/ 45384 w 51116"/>
                <a:gd name="csY20" fmla="*/ 27231 h 35352"/>
                <a:gd name="csX21" fmla="*/ 42996 w 51116"/>
                <a:gd name="csY21" fmla="*/ 28186 h 35352"/>
                <a:gd name="csX22" fmla="*/ 40607 w 51116"/>
                <a:gd name="csY22" fmla="*/ 28664 h 35352"/>
                <a:gd name="csX23" fmla="*/ 39174 w 51116"/>
                <a:gd name="csY23" fmla="*/ 28664 h 35352"/>
                <a:gd name="csX24" fmla="*/ 35830 w 51116"/>
                <a:gd name="csY24" fmla="*/ 27708 h 35352"/>
                <a:gd name="csX25" fmla="*/ 34874 w 51116"/>
                <a:gd name="csY25" fmla="*/ 27708 h 35352"/>
                <a:gd name="csX26" fmla="*/ 33919 w 51116"/>
                <a:gd name="csY26" fmla="*/ 28186 h 35352"/>
                <a:gd name="csX27" fmla="*/ 33919 w 51116"/>
                <a:gd name="csY27" fmla="*/ 28186 h 35352"/>
                <a:gd name="csX28" fmla="*/ 31052 w 51116"/>
                <a:gd name="csY28" fmla="*/ 28664 h 35352"/>
                <a:gd name="csX29" fmla="*/ 29619 w 51116"/>
                <a:gd name="csY29" fmla="*/ 29142 h 35352"/>
                <a:gd name="csX30" fmla="*/ 26753 w 51116"/>
                <a:gd name="csY30" fmla="*/ 32963 h 35352"/>
                <a:gd name="csX31" fmla="*/ 23409 w 51116"/>
                <a:gd name="csY31" fmla="*/ 34397 h 35352"/>
                <a:gd name="csX32" fmla="*/ 22453 w 51116"/>
                <a:gd name="csY32" fmla="*/ 34874 h 35352"/>
                <a:gd name="csX33" fmla="*/ 22453 w 51116"/>
                <a:gd name="csY33" fmla="*/ 34874 h 35352"/>
                <a:gd name="csX34" fmla="*/ 20542 w 51116"/>
                <a:gd name="csY34" fmla="*/ 33919 h 35352"/>
                <a:gd name="csX35" fmla="*/ 19109 w 51116"/>
                <a:gd name="csY35" fmla="*/ 33919 h 35352"/>
                <a:gd name="csX36" fmla="*/ 17676 w 51116"/>
                <a:gd name="csY36" fmla="*/ 34874 h 35352"/>
                <a:gd name="csX37" fmla="*/ 17676 w 51116"/>
                <a:gd name="csY37" fmla="*/ 34874 h 35352"/>
                <a:gd name="csX38" fmla="*/ 14332 w 51116"/>
                <a:gd name="csY38" fmla="*/ 34874 h 35352"/>
                <a:gd name="csX39" fmla="*/ 13376 w 51116"/>
                <a:gd name="csY39" fmla="*/ 35352 h 35352"/>
                <a:gd name="csX40" fmla="*/ 10510 w 51116"/>
                <a:gd name="csY40" fmla="*/ 35352 h 35352"/>
                <a:gd name="csX41" fmla="*/ 10510 w 51116"/>
                <a:gd name="csY41" fmla="*/ 35352 h 35352"/>
                <a:gd name="csX42" fmla="*/ 10510 w 51116"/>
                <a:gd name="csY42" fmla="*/ 34874 h 35352"/>
                <a:gd name="csX43" fmla="*/ 10032 w 51116"/>
                <a:gd name="csY43" fmla="*/ 33919 h 35352"/>
                <a:gd name="csX44" fmla="*/ 8599 w 51116"/>
                <a:gd name="csY44" fmla="*/ 33441 h 35352"/>
                <a:gd name="csX45" fmla="*/ 6210 w 51116"/>
                <a:gd name="csY45" fmla="*/ 33919 h 35352"/>
                <a:gd name="csX46" fmla="*/ 5255 w 51116"/>
                <a:gd name="csY46" fmla="*/ 33441 h 35352"/>
                <a:gd name="csX47" fmla="*/ 4299 w 51116"/>
                <a:gd name="csY47" fmla="*/ 30097 h 35352"/>
                <a:gd name="csX48" fmla="*/ 3344 w 51116"/>
                <a:gd name="csY48" fmla="*/ 29619 h 35352"/>
                <a:gd name="csX49" fmla="*/ 2866 w 51116"/>
                <a:gd name="csY49" fmla="*/ 28664 h 35352"/>
                <a:gd name="csX50" fmla="*/ 955 w 51116"/>
                <a:gd name="csY50" fmla="*/ 25320 h 35352"/>
                <a:gd name="csX51" fmla="*/ 955 w 51116"/>
                <a:gd name="csY51" fmla="*/ 23409 h 35352"/>
                <a:gd name="csX52" fmla="*/ 955 w 51116"/>
                <a:gd name="csY52" fmla="*/ 22453 h 35352"/>
                <a:gd name="csX53" fmla="*/ 0 w 51116"/>
                <a:gd name="csY53" fmla="*/ 19109 h 35352"/>
                <a:gd name="csX54" fmla="*/ 955 w 51116"/>
                <a:gd name="csY54" fmla="*/ 18154 h 35352"/>
                <a:gd name="csX55" fmla="*/ 1433 w 51116"/>
                <a:gd name="csY55" fmla="*/ 17676 h 35352"/>
                <a:gd name="csX56" fmla="*/ 1433 w 51116"/>
                <a:gd name="csY56" fmla="*/ 16721 h 35352"/>
                <a:gd name="csX57" fmla="*/ 1433 w 51116"/>
                <a:gd name="csY57" fmla="*/ 14810 h 35352"/>
                <a:gd name="csX58" fmla="*/ 2389 w 51116"/>
                <a:gd name="csY58" fmla="*/ 10988 h 35352"/>
                <a:gd name="csX59" fmla="*/ 2389 w 51116"/>
                <a:gd name="csY59" fmla="*/ 10510 h 35352"/>
                <a:gd name="csX60" fmla="*/ 2866 w 51116"/>
                <a:gd name="csY60" fmla="*/ 10510 h 35352"/>
                <a:gd name="csX61" fmla="*/ 5255 w 51116"/>
                <a:gd name="csY61" fmla="*/ 10988 h 35352"/>
                <a:gd name="csX62" fmla="*/ 5733 w 51116"/>
                <a:gd name="csY62" fmla="*/ 10510 h 35352"/>
                <a:gd name="csX63" fmla="*/ 6210 w 51116"/>
                <a:gd name="csY63" fmla="*/ 10032 h 35352"/>
                <a:gd name="csX64" fmla="*/ 6210 w 51116"/>
                <a:gd name="csY64" fmla="*/ 7166 h 35352"/>
                <a:gd name="csX65" fmla="*/ 6688 w 51116"/>
                <a:gd name="csY65" fmla="*/ 5733 h 35352"/>
                <a:gd name="csX66" fmla="*/ 12421 w 51116"/>
                <a:gd name="csY66" fmla="*/ 3344 h 35352"/>
                <a:gd name="csX67" fmla="*/ 13854 w 51116"/>
                <a:gd name="csY67" fmla="*/ 3344 h 35352"/>
                <a:gd name="csX68" fmla="*/ 15287 w 51116"/>
                <a:gd name="csY68" fmla="*/ 4300 h 35352"/>
                <a:gd name="csX69" fmla="*/ 16243 w 51116"/>
                <a:gd name="csY69" fmla="*/ 5255 h 35352"/>
                <a:gd name="csX70" fmla="*/ 16721 w 51116"/>
                <a:gd name="csY70" fmla="*/ 4777 h 35352"/>
                <a:gd name="csX71" fmla="*/ 17198 w 51116"/>
                <a:gd name="csY71" fmla="*/ 4300 h 35352"/>
                <a:gd name="csX72" fmla="*/ 17676 w 51116"/>
                <a:gd name="csY72" fmla="*/ 2867 h 35352"/>
                <a:gd name="csX73" fmla="*/ 19109 w 51116"/>
                <a:gd name="csY73" fmla="*/ 1911 h 35352"/>
                <a:gd name="csX74" fmla="*/ 22453 w 51116"/>
                <a:gd name="csY74" fmla="*/ 1433 h 35352"/>
                <a:gd name="csX75" fmla="*/ 23409 w 51116"/>
                <a:gd name="csY75" fmla="*/ 1433 h 35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51116" h="35352">
                  <a:moveTo>
                    <a:pt x="37740" y="0"/>
                  </a:moveTo>
                  <a:lnTo>
                    <a:pt x="41085" y="3344"/>
                  </a:lnTo>
                  <a:lnTo>
                    <a:pt x="42518" y="4777"/>
                  </a:lnTo>
                  <a:lnTo>
                    <a:pt x="44429" y="6210"/>
                  </a:lnTo>
                  <a:lnTo>
                    <a:pt x="46817" y="6688"/>
                  </a:lnTo>
                  <a:lnTo>
                    <a:pt x="47773" y="7644"/>
                  </a:lnTo>
                  <a:lnTo>
                    <a:pt x="49206" y="11466"/>
                  </a:lnTo>
                  <a:lnTo>
                    <a:pt x="49684" y="12899"/>
                  </a:lnTo>
                  <a:lnTo>
                    <a:pt x="50639" y="13376"/>
                  </a:lnTo>
                  <a:lnTo>
                    <a:pt x="51117" y="13854"/>
                  </a:lnTo>
                  <a:lnTo>
                    <a:pt x="51117" y="14332"/>
                  </a:lnTo>
                  <a:lnTo>
                    <a:pt x="49684" y="17198"/>
                  </a:lnTo>
                  <a:lnTo>
                    <a:pt x="49206" y="22931"/>
                  </a:lnTo>
                  <a:lnTo>
                    <a:pt x="49206" y="23409"/>
                  </a:lnTo>
                  <a:lnTo>
                    <a:pt x="49206" y="23409"/>
                  </a:lnTo>
                  <a:lnTo>
                    <a:pt x="48251" y="23409"/>
                  </a:lnTo>
                  <a:lnTo>
                    <a:pt x="46340" y="23886"/>
                  </a:lnTo>
                  <a:lnTo>
                    <a:pt x="45862" y="23886"/>
                  </a:lnTo>
                  <a:lnTo>
                    <a:pt x="45862" y="24364"/>
                  </a:lnTo>
                  <a:lnTo>
                    <a:pt x="45384" y="27231"/>
                  </a:lnTo>
                  <a:lnTo>
                    <a:pt x="45384" y="27231"/>
                  </a:lnTo>
                  <a:lnTo>
                    <a:pt x="42996" y="28186"/>
                  </a:lnTo>
                  <a:lnTo>
                    <a:pt x="40607" y="28664"/>
                  </a:lnTo>
                  <a:lnTo>
                    <a:pt x="39174" y="28664"/>
                  </a:lnTo>
                  <a:lnTo>
                    <a:pt x="35830" y="27708"/>
                  </a:lnTo>
                  <a:lnTo>
                    <a:pt x="34874" y="27708"/>
                  </a:lnTo>
                  <a:lnTo>
                    <a:pt x="33919" y="28186"/>
                  </a:lnTo>
                  <a:lnTo>
                    <a:pt x="33919" y="28186"/>
                  </a:lnTo>
                  <a:lnTo>
                    <a:pt x="31052" y="28664"/>
                  </a:lnTo>
                  <a:lnTo>
                    <a:pt x="29619" y="29142"/>
                  </a:lnTo>
                  <a:lnTo>
                    <a:pt x="26753" y="32963"/>
                  </a:lnTo>
                  <a:lnTo>
                    <a:pt x="23409" y="34397"/>
                  </a:lnTo>
                  <a:lnTo>
                    <a:pt x="22453" y="34874"/>
                  </a:lnTo>
                  <a:lnTo>
                    <a:pt x="22453" y="34874"/>
                  </a:lnTo>
                  <a:lnTo>
                    <a:pt x="20542" y="33919"/>
                  </a:lnTo>
                  <a:lnTo>
                    <a:pt x="19109" y="33919"/>
                  </a:lnTo>
                  <a:lnTo>
                    <a:pt x="17676" y="34874"/>
                  </a:lnTo>
                  <a:lnTo>
                    <a:pt x="17676" y="34874"/>
                  </a:lnTo>
                  <a:lnTo>
                    <a:pt x="14332" y="34874"/>
                  </a:lnTo>
                  <a:lnTo>
                    <a:pt x="13376" y="35352"/>
                  </a:lnTo>
                  <a:lnTo>
                    <a:pt x="10510" y="35352"/>
                  </a:lnTo>
                  <a:lnTo>
                    <a:pt x="10510" y="35352"/>
                  </a:lnTo>
                  <a:lnTo>
                    <a:pt x="10510" y="34874"/>
                  </a:lnTo>
                  <a:lnTo>
                    <a:pt x="10032" y="33919"/>
                  </a:lnTo>
                  <a:lnTo>
                    <a:pt x="8599" y="33441"/>
                  </a:lnTo>
                  <a:lnTo>
                    <a:pt x="6210" y="33919"/>
                  </a:lnTo>
                  <a:lnTo>
                    <a:pt x="5255" y="33441"/>
                  </a:lnTo>
                  <a:lnTo>
                    <a:pt x="4299" y="30097"/>
                  </a:lnTo>
                  <a:lnTo>
                    <a:pt x="3344" y="29619"/>
                  </a:lnTo>
                  <a:lnTo>
                    <a:pt x="2866" y="28664"/>
                  </a:lnTo>
                  <a:lnTo>
                    <a:pt x="955" y="25320"/>
                  </a:lnTo>
                  <a:lnTo>
                    <a:pt x="955" y="23409"/>
                  </a:lnTo>
                  <a:lnTo>
                    <a:pt x="955" y="22453"/>
                  </a:lnTo>
                  <a:lnTo>
                    <a:pt x="0" y="19109"/>
                  </a:lnTo>
                  <a:lnTo>
                    <a:pt x="955" y="18154"/>
                  </a:lnTo>
                  <a:lnTo>
                    <a:pt x="1433" y="17676"/>
                  </a:lnTo>
                  <a:lnTo>
                    <a:pt x="1433" y="16721"/>
                  </a:lnTo>
                  <a:lnTo>
                    <a:pt x="1433" y="14810"/>
                  </a:lnTo>
                  <a:lnTo>
                    <a:pt x="2389" y="10988"/>
                  </a:lnTo>
                  <a:lnTo>
                    <a:pt x="2389" y="10510"/>
                  </a:lnTo>
                  <a:lnTo>
                    <a:pt x="2866" y="10510"/>
                  </a:lnTo>
                  <a:lnTo>
                    <a:pt x="5255" y="10988"/>
                  </a:lnTo>
                  <a:lnTo>
                    <a:pt x="5733" y="10510"/>
                  </a:lnTo>
                  <a:lnTo>
                    <a:pt x="6210" y="10032"/>
                  </a:lnTo>
                  <a:lnTo>
                    <a:pt x="6210" y="7166"/>
                  </a:lnTo>
                  <a:lnTo>
                    <a:pt x="6688" y="5733"/>
                  </a:lnTo>
                  <a:lnTo>
                    <a:pt x="12421" y="3344"/>
                  </a:lnTo>
                  <a:lnTo>
                    <a:pt x="13854" y="3344"/>
                  </a:lnTo>
                  <a:lnTo>
                    <a:pt x="15287" y="4300"/>
                  </a:lnTo>
                  <a:lnTo>
                    <a:pt x="16243" y="5255"/>
                  </a:lnTo>
                  <a:lnTo>
                    <a:pt x="16721" y="4777"/>
                  </a:lnTo>
                  <a:lnTo>
                    <a:pt x="17198" y="4300"/>
                  </a:lnTo>
                  <a:lnTo>
                    <a:pt x="17676" y="2867"/>
                  </a:lnTo>
                  <a:lnTo>
                    <a:pt x="19109" y="1911"/>
                  </a:lnTo>
                  <a:lnTo>
                    <a:pt x="22453" y="1433"/>
                  </a:lnTo>
                  <a:lnTo>
                    <a:pt x="23409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8" name="Freeform 4917">
              <a:extLst>
                <a:ext uri="{FF2B5EF4-FFF2-40B4-BE49-F238E27FC236}">
                  <a16:creationId xmlns:a16="http://schemas.microsoft.com/office/drawing/2014/main" id="{12F2F0E5-AB03-8466-B366-A62A78C71246}"/>
                </a:ext>
              </a:extLst>
            </p:cNvPr>
            <p:cNvSpPr/>
            <p:nvPr/>
          </p:nvSpPr>
          <p:spPr>
            <a:xfrm>
              <a:off x="5787864" y="4267677"/>
              <a:ext cx="179626" cy="117043"/>
            </a:xfrm>
            <a:custGeom>
              <a:avLst/>
              <a:gdLst>
                <a:gd name="csX0" fmla="*/ 0 w 179626"/>
                <a:gd name="csY0" fmla="*/ 0 h 117043"/>
                <a:gd name="csX1" fmla="*/ 6210 w 179626"/>
                <a:gd name="csY1" fmla="*/ 3822 h 117043"/>
                <a:gd name="csX2" fmla="*/ 11943 w 179626"/>
                <a:gd name="csY2" fmla="*/ 7166 h 117043"/>
                <a:gd name="csX3" fmla="*/ 18154 w 179626"/>
                <a:gd name="csY3" fmla="*/ 11465 h 117043"/>
                <a:gd name="csX4" fmla="*/ 24842 w 179626"/>
                <a:gd name="csY4" fmla="*/ 15765 h 117043"/>
                <a:gd name="csX5" fmla="*/ 31052 w 179626"/>
                <a:gd name="csY5" fmla="*/ 20065 h 117043"/>
                <a:gd name="csX6" fmla="*/ 37741 w 179626"/>
                <a:gd name="csY6" fmla="*/ 24364 h 117043"/>
                <a:gd name="csX7" fmla="*/ 44429 w 179626"/>
                <a:gd name="csY7" fmla="*/ 28664 h 117043"/>
                <a:gd name="csX8" fmla="*/ 50639 w 179626"/>
                <a:gd name="csY8" fmla="*/ 32963 h 117043"/>
                <a:gd name="csX9" fmla="*/ 57328 w 179626"/>
                <a:gd name="csY9" fmla="*/ 36785 h 117043"/>
                <a:gd name="csX10" fmla="*/ 63538 w 179626"/>
                <a:gd name="csY10" fmla="*/ 41085 h 117043"/>
                <a:gd name="csX11" fmla="*/ 70226 w 179626"/>
                <a:gd name="csY11" fmla="*/ 45384 h 117043"/>
                <a:gd name="csX12" fmla="*/ 76914 w 179626"/>
                <a:gd name="csY12" fmla="*/ 49684 h 117043"/>
                <a:gd name="csX13" fmla="*/ 83125 w 179626"/>
                <a:gd name="csY13" fmla="*/ 53983 h 117043"/>
                <a:gd name="csX14" fmla="*/ 89813 w 179626"/>
                <a:gd name="csY14" fmla="*/ 57805 h 117043"/>
                <a:gd name="csX15" fmla="*/ 96024 w 179626"/>
                <a:gd name="csY15" fmla="*/ 62105 h 117043"/>
                <a:gd name="csX16" fmla="*/ 102712 w 179626"/>
                <a:gd name="csY16" fmla="*/ 66404 h 117043"/>
                <a:gd name="csX17" fmla="*/ 109400 w 179626"/>
                <a:gd name="csY17" fmla="*/ 70704 h 117043"/>
                <a:gd name="csX18" fmla="*/ 115611 w 179626"/>
                <a:gd name="csY18" fmla="*/ 74526 h 117043"/>
                <a:gd name="csX19" fmla="*/ 118477 w 179626"/>
                <a:gd name="csY19" fmla="*/ 76437 h 117043"/>
                <a:gd name="csX20" fmla="*/ 118955 w 179626"/>
                <a:gd name="csY20" fmla="*/ 77392 h 117043"/>
                <a:gd name="csX21" fmla="*/ 118955 w 179626"/>
                <a:gd name="csY21" fmla="*/ 78825 h 117043"/>
                <a:gd name="csX22" fmla="*/ 118955 w 179626"/>
                <a:gd name="csY22" fmla="*/ 80736 h 117043"/>
                <a:gd name="csX23" fmla="*/ 118955 w 179626"/>
                <a:gd name="csY23" fmla="*/ 82170 h 117043"/>
                <a:gd name="csX24" fmla="*/ 119910 w 179626"/>
                <a:gd name="csY24" fmla="*/ 83125 h 117043"/>
                <a:gd name="csX25" fmla="*/ 121343 w 179626"/>
                <a:gd name="csY25" fmla="*/ 84080 h 117043"/>
                <a:gd name="csX26" fmla="*/ 128031 w 179626"/>
                <a:gd name="csY26" fmla="*/ 86947 h 117043"/>
                <a:gd name="csX27" fmla="*/ 128509 w 179626"/>
                <a:gd name="csY27" fmla="*/ 87902 h 117043"/>
                <a:gd name="csX28" fmla="*/ 128509 w 179626"/>
                <a:gd name="csY28" fmla="*/ 88858 h 117043"/>
                <a:gd name="csX29" fmla="*/ 129465 w 179626"/>
                <a:gd name="csY29" fmla="*/ 90769 h 117043"/>
                <a:gd name="csX30" fmla="*/ 130420 w 179626"/>
                <a:gd name="csY30" fmla="*/ 91246 h 117043"/>
                <a:gd name="csX31" fmla="*/ 132331 w 179626"/>
                <a:gd name="csY31" fmla="*/ 92202 h 117043"/>
                <a:gd name="csX32" fmla="*/ 134242 w 179626"/>
                <a:gd name="csY32" fmla="*/ 92679 h 117043"/>
                <a:gd name="csX33" fmla="*/ 139975 w 179626"/>
                <a:gd name="csY33" fmla="*/ 93157 h 117043"/>
                <a:gd name="csX34" fmla="*/ 140930 w 179626"/>
                <a:gd name="csY34" fmla="*/ 93635 h 117043"/>
                <a:gd name="csX35" fmla="*/ 143796 w 179626"/>
                <a:gd name="csY35" fmla="*/ 96501 h 117043"/>
                <a:gd name="csX36" fmla="*/ 144752 w 179626"/>
                <a:gd name="csY36" fmla="*/ 96979 h 117043"/>
                <a:gd name="csX37" fmla="*/ 148574 w 179626"/>
                <a:gd name="csY37" fmla="*/ 97935 h 117043"/>
                <a:gd name="csX38" fmla="*/ 151440 w 179626"/>
                <a:gd name="csY38" fmla="*/ 98412 h 117043"/>
                <a:gd name="csX39" fmla="*/ 152873 w 179626"/>
                <a:gd name="csY39" fmla="*/ 98412 h 117043"/>
                <a:gd name="csX40" fmla="*/ 155262 w 179626"/>
                <a:gd name="csY40" fmla="*/ 99368 h 117043"/>
                <a:gd name="csX41" fmla="*/ 158128 w 179626"/>
                <a:gd name="csY41" fmla="*/ 100801 h 117043"/>
                <a:gd name="csX42" fmla="*/ 159562 w 179626"/>
                <a:gd name="csY42" fmla="*/ 101756 h 117043"/>
                <a:gd name="csX43" fmla="*/ 159562 w 179626"/>
                <a:gd name="csY43" fmla="*/ 102234 h 117043"/>
                <a:gd name="csX44" fmla="*/ 159562 w 179626"/>
                <a:gd name="csY44" fmla="*/ 103189 h 117043"/>
                <a:gd name="csX45" fmla="*/ 159562 w 179626"/>
                <a:gd name="csY45" fmla="*/ 106056 h 117043"/>
                <a:gd name="csX46" fmla="*/ 160039 w 179626"/>
                <a:gd name="csY46" fmla="*/ 107967 h 117043"/>
                <a:gd name="csX47" fmla="*/ 160517 w 179626"/>
                <a:gd name="csY47" fmla="*/ 108922 h 117043"/>
                <a:gd name="csX48" fmla="*/ 160517 w 179626"/>
                <a:gd name="csY48" fmla="*/ 109878 h 117043"/>
                <a:gd name="csX49" fmla="*/ 159562 w 179626"/>
                <a:gd name="csY49" fmla="*/ 110355 h 117043"/>
                <a:gd name="csX50" fmla="*/ 159084 w 179626"/>
                <a:gd name="csY50" fmla="*/ 110833 h 117043"/>
                <a:gd name="csX51" fmla="*/ 159084 w 179626"/>
                <a:gd name="csY51" fmla="*/ 111789 h 117043"/>
                <a:gd name="csX52" fmla="*/ 158128 w 179626"/>
                <a:gd name="csY52" fmla="*/ 112744 h 117043"/>
                <a:gd name="csX53" fmla="*/ 157651 w 179626"/>
                <a:gd name="csY53" fmla="*/ 114177 h 117043"/>
                <a:gd name="csX54" fmla="*/ 157651 w 179626"/>
                <a:gd name="csY54" fmla="*/ 115133 h 117043"/>
                <a:gd name="csX55" fmla="*/ 158606 w 179626"/>
                <a:gd name="csY55" fmla="*/ 115611 h 117043"/>
                <a:gd name="csX56" fmla="*/ 160517 w 179626"/>
                <a:gd name="csY56" fmla="*/ 116566 h 117043"/>
                <a:gd name="csX57" fmla="*/ 161950 w 179626"/>
                <a:gd name="csY57" fmla="*/ 117044 h 117043"/>
                <a:gd name="csX58" fmla="*/ 162428 w 179626"/>
                <a:gd name="csY58" fmla="*/ 117044 h 117043"/>
                <a:gd name="csX59" fmla="*/ 163384 w 179626"/>
                <a:gd name="csY59" fmla="*/ 117044 h 117043"/>
                <a:gd name="csX60" fmla="*/ 163861 w 179626"/>
                <a:gd name="csY60" fmla="*/ 117044 h 117043"/>
                <a:gd name="csX61" fmla="*/ 169116 w 179626"/>
                <a:gd name="csY61" fmla="*/ 116088 h 117043"/>
                <a:gd name="csX62" fmla="*/ 173416 w 179626"/>
                <a:gd name="csY62" fmla="*/ 115611 h 117043"/>
                <a:gd name="csX63" fmla="*/ 179626 w 179626"/>
                <a:gd name="csY63" fmla="*/ 114177 h 117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</a:cxnLst>
              <a:rect l="l" t="t" r="r" b="b"/>
              <a:pathLst>
                <a:path w="179626" h="117043">
                  <a:moveTo>
                    <a:pt x="0" y="0"/>
                  </a:moveTo>
                  <a:lnTo>
                    <a:pt x="6210" y="3822"/>
                  </a:lnTo>
                  <a:lnTo>
                    <a:pt x="11943" y="7166"/>
                  </a:lnTo>
                  <a:lnTo>
                    <a:pt x="18154" y="11465"/>
                  </a:lnTo>
                  <a:lnTo>
                    <a:pt x="24842" y="15765"/>
                  </a:lnTo>
                  <a:lnTo>
                    <a:pt x="31052" y="20065"/>
                  </a:lnTo>
                  <a:lnTo>
                    <a:pt x="37741" y="24364"/>
                  </a:lnTo>
                  <a:lnTo>
                    <a:pt x="44429" y="28664"/>
                  </a:lnTo>
                  <a:lnTo>
                    <a:pt x="50639" y="32963"/>
                  </a:lnTo>
                  <a:lnTo>
                    <a:pt x="57328" y="36785"/>
                  </a:lnTo>
                  <a:lnTo>
                    <a:pt x="63538" y="41085"/>
                  </a:lnTo>
                  <a:lnTo>
                    <a:pt x="70226" y="45384"/>
                  </a:lnTo>
                  <a:lnTo>
                    <a:pt x="76914" y="49684"/>
                  </a:lnTo>
                  <a:lnTo>
                    <a:pt x="83125" y="53983"/>
                  </a:lnTo>
                  <a:lnTo>
                    <a:pt x="89813" y="57805"/>
                  </a:lnTo>
                  <a:lnTo>
                    <a:pt x="96024" y="62105"/>
                  </a:lnTo>
                  <a:lnTo>
                    <a:pt x="102712" y="66404"/>
                  </a:lnTo>
                  <a:lnTo>
                    <a:pt x="109400" y="70704"/>
                  </a:lnTo>
                  <a:lnTo>
                    <a:pt x="115611" y="74526"/>
                  </a:lnTo>
                  <a:lnTo>
                    <a:pt x="118477" y="76437"/>
                  </a:lnTo>
                  <a:lnTo>
                    <a:pt x="118955" y="77392"/>
                  </a:lnTo>
                  <a:lnTo>
                    <a:pt x="118955" y="78825"/>
                  </a:lnTo>
                  <a:lnTo>
                    <a:pt x="118955" y="80736"/>
                  </a:lnTo>
                  <a:lnTo>
                    <a:pt x="118955" y="82170"/>
                  </a:lnTo>
                  <a:lnTo>
                    <a:pt x="119910" y="83125"/>
                  </a:lnTo>
                  <a:lnTo>
                    <a:pt x="121343" y="84080"/>
                  </a:lnTo>
                  <a:lnTo>
                    <a:pt x="128031" y="86947"/>
                  </a:lnTo>
                  <a:lnTo>
                    <a:pt x="128509" y="87902"/>
                  </a:lnTo>
                  <a:lnTo>
                    <a:pt x="128509" y="88858"/>
                  </a:lnTo>
                  <a:lnTo>
                    <a:pt x="129465" y="90769"/>
                  </a:lnTo>
                  <a:lnTo>
                    <a:pt x="130420" y="91246"/>
                  </a:lnTo>
                  <a:lnTo>
                    <a:pt x="132331" y="92202"/>
                  </a:lnTo>
                  <a:lnTo>
                    <a:pt x="134242" y="92679"/>
                  </a:lnTo>
                  <a:lnTo>
                    <a:pt x="139975" y="93157"/>
                  </a:lnTo>
                  <a:lnTo>
                    <a:pt x="140930" y="93635"/>
                  </a:lnTo>
                  <a:lnTo>
                    <a:pt x="143796" y="96501"/>
                  </a:lnTo>
                  <a:lnTo>
                    <a:pt x="144752" y="96979"/>
                  </a:lnTo>
                  <a:lnTo>
                    <a:pt x="148574" y="97935"/>
                  </a:lnTo>
                  <a:lnTo>
                    <a:pt x="151440" y="98412"/>
                  </a:lnTo>
                  <a:lnTo>
                    <a:pt x="152873" y="98412"/>
                  </a:lnTo>
                  <a:lnTo>
                    <a:pt x="155262" y="99368"/>
                  </a:lnTo>
                  <a:lnTo>
                    <a:pt x="158128" y="100801"/>
                  </a:lnTo>
                  <a:lnTo>
                    <a:pt x="159562" y="101756"/>
                  </a:lnTo>
                  <a:lnTo>
                    <a:pt x="159562" y="102234"/>
                  </a:lnTo>
                  <a:lnTo>
                    <a:pt x="159562" y="103189"/>
                  </a:lnTo>
                  <a:lnTo>
                    <a:pt x="159562" y="106056"/>
                  </a:lnTo>
                  <a:lnTo>
                    <a:pt x="160039" y="107967"/>
                  </a:lnTo>
                  <a:lnTo>
                    <a:pt x="160517" y="108922"/>
                  </a:lnTo>
                  <a:lnTo>
                    <a:pt x="160517" y="109878"/>
                  </a:lnTo>
                  <a:lnTo>
                    <a:pt x="159562" y="110355"/>
                  </a:lnTo>
                  <a:lnTo>
                    <a:pt x="159084" y="110833"/>
                  </a:lnTo>
                  <a:lnTo>
                    <a:pt x="159084" y="111789"/>
                  </a:lnTo>
                  <a:lnTo>
                    <a:pt x="158128" y="112744"/>
                  </a:lnTo>
                  <a:lnTo>
                    <a:pt x="157651" y="114177"/>
                  </a:lnTo>
                  <a:lnTo>
                    <a:pt x="157651" y="115133"/>
                  </a:lnTo>
                  <a:lnTo>
                    <a:pt x="158606" y="115611"/>
                  </a:lnTo>
                  <a:lnTo>
                    <a:pt x="160517" y="116566"/>
                  </a:lnTo>
                  <a:lnTo>
                    <a:pt x="161950" y="117044"/>
                  </a:lnTo>
                  <a:lnTo>
                    <a:pt x="162428" y="117044"/>
                  </a:lnTo>
                  <a:lnTo>
                    <a:pt x="163384" y="117044"/>
                  </a:lnTo>
                  <a:lnTo>
                    <a:pt x="163861" y="117044"/>
                  </a:lnTo>
                  <a:lnTo>
                    <a:pt x="169116" y="116088"/>
                  </a:lnTo>
                  <a:lnTo>
                    <a:pt x="173416" y="115611"/>
                  </a:lnTo>
                  <a:lnTo>
                    <a:pt x="179626" y="1141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9" name="Freeform 4918">
              <a:extLst>
                <a:ext uri="{FF2B5EF4-FFF2-40B4-BE49-F238E27FC236}">
                  <a16:creationId xmlns:a16="http://schemas.microsoft.com/office/drawing/2014/main" id="{D6CE8280-C3D4-8B42-21BA-06642AA7E974}"/>
                </a:ext>
              </a:extLst>
            </p:cNvPr>
            <p:cNvSpPr/>
            <p:nvPr/>
          </p:nvSpPr>
          <p:spPr>
            <a:xfrm>
              <a:off x="5697573" y="4447781"/>
              <a:ext cx="955" cy="2866"/>
            </a:xfrm>
            <a:custGeom>
              <a:avLst/>
              <a:gdLst>
                <a:gd name="csX0" fmla="*/ 0 w 955"/>
                <a:gd name="csY0" fmla="*/ 0 h 2866"/>
                <a:gd name="csX1" fmla="*/ 956 w 955"/>
                <a:gd name="csY1" fmla="*/ 0 h 2866"/>
                <a:gd name="csX2" fmla="*/ 956 w 955"/>
                <a:gd name="csY2" fmla="*/ 2866 h 2866"/>
                <a:gd name="csX3" fmla="*/ 956 w 955"/>
                <a:gd name="csY3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2866">
                  <a:moveTo>
                    <a:pt x="0" y="0"/>
                  </a:moveTo>
                  <a:lnTo>
                    <a:pt x="956" y="0"/>
                  </a:lnTo>
                  <a:lnTo>
                    <a:pt x="956" y="2866"/>
                  </a:lnTo>
                  <a:lnTo>
                    <a:pt x="956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0" name="Freeform 4919">
              <a:extLst>
                <a:ext uri="{FF2B5EF4-FFF2-40B4-BE49-F238E27FC236}">
                  <a16:creationId xmlns:a16="http://schemas.microsoft.com/office/drawing/2014/main" id="{8C9574C7-B875-0B33-6B85-077A189D2040}"/>
                </a:ext>
              </a:extLst>
            </p:cNvPr>
            <p:cNvSpPr/>
            <p:nvPr/>
          </p:nvSpPr>
          <p:spPr>
            <a:xfrm>
              <a:off x="5675597" y="4452080"/>
              <a:ext cx="4777" cy="477"/>
            </a:xfrm>
            <a:custGeom>
              <a:avLst/>
              <a:gdLst>
                <a:gd name="csX0" fmla="*/ 0 w 4777"/>
                <a:gd name="csY0" fmla="*/ 0 h 477"/>
                <a:gd name="csX1" fmla="*/ 1911 w 4777"/>
                <a:gd name="csY1" fmla="*/ 0 h 477"/>
                <a:gd name="csX2" fmla="*/ 4777 w 47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477">
                  <a:moveTo>
                    <a:pt x="0" y="0"/>
                  </a:moveTo>
                  <a:lnTo>
                    <a:pt x="1911" y="0"/>
                  </a:lnTo>
                  <a:lnTo>
                    <a:pt x="4777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1" name="Freeform 4920">
              <a:extLst>
                <a:ext uri="{FF2B5EF4-FFF2-40B4-BE49-F238E27FC236}">
                  <a16:creationId xmlns:a16="http://schemas.microsoft.com/office/drawing/2014/main" id="{5A470846-0BB7-8A44-970D-7E7D8B501758}"/>
                </a:ext>
              </a:extLst>
            </p:cNvPr>
            <p:cNvSpPr/>
            <p:nvPr/>
          </p:nvSpPr>
          <p:spPr>
            <a:xfrm>
              <a:off x="5671775" y="4452080"/>
              <a:ext cx="1910" cy="477"/>
            </a:xfrm>
            <a:custGeom>
              <a:avLst/>
              <a:gdLst>
                <a:gd name="csX0" fmla="*/ 0 w 1910"/>
                <a:gd name="csY0" fmla="*/ 478 h 477"/>
                <a:gd name="csX1" fmla="*/ 1911 w 1910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0" h="477">
                  <a:moveTo>
                    <a:pt x="0" y="478"/>
                  </a:move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2" name="Freeform 4921">
              <a:extLst>
                <a:ext uri="{FF2B5EF4-FFF2-40B4-BE49-F238E27FC236}">
                  <a16:creationId xmlns:a16="http://schemas.microsoft.com/office/drawing/2014/main" id="{4B8DA9A7-A750-5D0A-F1C2-740A82D5E248}"/>
                </a:ext>
              </a:extLst>
            </p:cNvPr>
            <p:cNvSpPr/>
            <p:nvPr/>
          </p:nvSpPr>
          <p:spPr>
            <a:xfrm>
              <a:off x="5665565" y="4455902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955 w 955"/>
                <a:gd name="csY1" fmla="*/ 1433 h 1433"/>
                <a:gd name="csX2" fmla="*/ 955 w 955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955" y="1433"/>
                  </a:lnTo>
                  <a:lnTo>
                    <a:pt x="955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3" name="Freeform 4922">
              <a:extLst>
                <a:ext uri="{FF2B5EF4-FFF2-40B4-BE49-F238E27FC236}">
                  <a16:creationId xmlns:a16="http://schemas.microsoft.com/office/drawing/2014/main" id="{002A6BA9-A939-83E8-73F8-493A5B1DEB06}"/>
                </a:ext>
              </a:extLst>
            </p:cNvPr>
            <p:cNvSpPr/>
            <p:nvPr/>
          </p:nvSpPr>
          <p:spPr>
            <a:xfrm>
              <a:off x="5656488" y="4448736"/>
              <a:ext cx="5732" cy="4777"/>
            </a:xfrm>
            <a:custGeom>
              <a:avLst/>
              <a:gdLst>
                <a:gd name="csX0" fmla="*/ 0 w 5732"/>
                <a:gd name="csY0" fmla="*/ 0 h 4777"/>
                <a:gd name="csX1" fmla="*/ 1911 w 5732"/>
                <a:gd name="csY1" fmla="*/ 1433 h 4777"/>
                <a:gd name="csX2" fmla="*/ 5733 w 5732"/>
                <a:gd name="csY2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32" h="4777">
                  <a:moveTo>
                    <a:pt x="0" y="0"/>
                  </a:moveTo>
                  <a:lnTo>
                    <a:pt x="1911" y="1433"/>
                  </a:lnTo>
                  <a:lnTo>
                    <a:pt x="5733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4" name="Freeform 4923">
              <a:extLst>
                <a:ext uri="{FF2B5EF4-FFF2-40B4-BE49-F238E27FC236}">
                  <a16:creationId xmlns:a16="http://schemas.microsoft.com/office/drawing/2014/main" id="{40DE64F2-5317-2ADE-CAA3-CDB21F4B6169}"/>
                </a:ext>
              </a:extLst>
            </p:cNvPr>
            <p:cNvSpPr/>
            <p:nvPr/>
          </p:nvSpPr>
          <p:spPr>
            <a:xfrm>
              <a:off x="5655532" y="4458768"/>
              <a:ext cx="232654" cy="91724"/>
            </a:xfrm>
            <a:custGeom>
              <a:avLst/>
              <a:gdLst>
                <a:gd name="csX0" fmla="*/ 232654 w 232654"/>
                <a:gd name="csY0" fmla="*/ 3344 h 91724"/>
                <a:gd name="csX1" fmla="*/ 228355 w 232654"/>
                <a:gd name="csY1" fmla="*/ 1911 h 91724"/>
                <a:gd name="csX2" fmla="*/ 223577 w 232654"/>
                <a:gd name="csY2" fmla="*/ 478 h 91724"/>
                <a:gd name="csX3" fmla="*/ 220233 w 232654"/>
                <a:gd name="csY3" fmla="*/ 1433 h 91724"/>
                <a:gd name="csX4" fmla="*/ 219756 w 232654"/>
                <a:gd name="csY4" fmla="*/ 956 h 91724"/>
                <a:gd name="csX5" fmla="*/ 219278 w 232654"/>
                <a:gd name="csY5" fmla="*/ 478 h 91724"/>
                <a:gd name="csX6" fmla="*/ 217367 w 232654"/>
                <a:gd name="csY6" fmla="*/ 0 h 91724"/>
                <a:gd name="csX7" fmla="*/ 214978 w 232654"/>
                <a:gd name="csY7" fmla="*/ 0 h 91724"/>
                <a:gd name="csX8" fmla="*/ 213068 w 232654"/>
                <a:gd name="csY8" fmla="*/ 478 h 91724"/>
                <a:gd name="csX9" fmla="*/ 210201 w 232654"/>
                <a:gd name="csY9" fmla="*/ 2866 h 91724"/>
                <a:gd name="csX10" fmla="*/ 207812 w 232654"/>
                <a:gd name="csY10" fmla="*/ 4299 h 91724"/>
                <a:gd name="csX11" fmla="*/ 207335 w 232654"/>
                <a:gd name="csY11" fmla="*/ 4777 h 91724"/>
                <a:gd name="csX12" fmla="*/ 204468 w 232654"/>
                <a:gd name="csY12" fmla="*/ 6210 h 91724"/>
                <a:gd name="csX13" fmla="*/ 198736 w 232654"/>
                <a:gd name="csY13" fmla="*/ 8599 h 91724"/>
                <a:gd name="csX14" fmla="*/ 195391 w 232654"/>
                <a:gd name="csY14" fmla="*/ 10510 h 91724"/>
                <a:gd name="csX15" fmla="*/ 194436 w 232654"/>
                <a:gd name="csY15" fmla="*/ 10988 h 91724"/>
                <a:gd name="csX16" fmla="*/ 193003 w 232654"/>
                <a:gd name="csY16" fmla="*/ 10988 h 91724"/>
                <a:gd name="csX17" fmla="*/ 191092 w 232654"/>
                <a:gd name="csY17" fmla="*/ 11465 h 91724"/>
                <a:gd name="csX18" fmla="*/ 189181 w 232654"/>
                <a:gd name="csY18" fmla="*/ 11943 h 91724"/>
                <a:gd name="csX19" fmla="*/ 187270 w 232654"/>
                <a:gd name="csY19" fmla="*/ 16721 h 91724"/>
                <a:gd name="csX20" fmla="*/ 186314 w 232654"/>
                <a:gd name="csY20" fmla="*/ 17198 h 91724"/>
                <a:gd name="csX21" fmla="*/ 179626 w 232654"/>
                <a:gd name="csY21" fmla="*/ 15287 h 91724"/>
                <a:gd name="csX22" fmla="*/ 178193 w 232654"/>
                <a:gd name="csY22" fmla="*/ 15287 h 91724"/>
                <a:gd name="csX23" fmla="*/ 176760 w 232654"/>
                <a:gd name="csY23" fmla="*/ 15765 h 91724"/>
                <a:gd name="csX24" fmla="*/ 172938 w 232654"/>
                <a:gd name="csY24" fmla="*/ 18631 h 91724"/>
                <a:gd name="csX25" fmla="*/ 171027 w 232654"/>
                <a:gd name="csY25" fmla="*/ 21020 h 91724"/>
                <a:gd name="csX26" fmla="*/ 170072 w 232654"/>
                <a:gd name="csY26" fmla="*/ 24364 h 91724"/>
                <a:gd name="csX27" fmla="*/ 170549 w 232654"/>
                <a:gd name="csY27" fmla="*/ 25320 h 91724"/>
                <a:gd name="csX28" fmla="*/ 170549 w 232654"/>
                <a:gd name="csY28" fmla="*/ 26275 h 91724"/>
                <a:gd name="csX29" fmla="*/ 169594 w 232654"/>
                <a:gd name="csY29" fmla="*/ 26753 h 91724"/>
                <a:gd name="csX30" fmla="*/ 168638 w 232654"/>
                <a:gd name="csY30" fmla="*/ 26753 h 91724"/>
                <a:gd name="csX31" fmla="*/ 168161 w 232654"/>
                <a:gd name="csY31" fmla="*/ 26753 h 91724"/>
                <a:gd name="csX32" fmla="*/ 164817 w 232654"/>
                <a:gd name="csY32" fmla="*/ 26275 h 91724"/>
                <a:gd name="csX33" fmla="*/ 163861 w 232654"/>
                <a:gd name="csY33" fmla="*/ 26753 h 91724"/>
                <a:gd name="csX34" fmla="*/ 163384 w 232654"/>
                <a:gd name="csY34" fmla="*/ 28186 h 91724"/>
                <a:gd name="csX35" fmla="*/ 163384 w 232654"/>
                <a:gd name="csY35" fmla="*/ 31530 h 91724"/>
                <a:gd name="csX36" fmla="*/ 162906 w 232654"/>
                <a:gd name="csY36" fmla="*/ 33441 h 91724"/>
                <a:gd name="csX37" fmla="*/ 160995 w 232654"/>
                <a:gd name="csY37" fmla="*/ 34397 h 91724"/>
                <a:gd name="csX38" fmla="*/ 159562 w 232654"/>
                <a:gd name="csY38" fmla="*/ 35352 h 91724"/>
                <a:gd name="csX39" fmla="*/ 158129 w 232654"/>
                <a:gd name="csY39" fmla="*/ 35352 h 91724"/>
                <a:gd name="csX40" fmla="*/ 157173 w 232654"/>
                <a:gd name="csY40" fmla="*/ 35352 h 91724"/>
                <a:gd name="csX41" fmla="*/ 151918 w 232654"/>
                <a:gd name="csY41" fmla="*/ 32008 h 91724"/>
                <a:gd name="csX42" fmla="*/ 150007 w 232654"/>
                <a:gd name="csY42" fmla="*/ 31530 h 91724"/>
                <a:gd name="csX43" fmla="*/ 147619 w 232654"/>
                <a:gd name="csY43" fmla="*/ 31530 h 91724"/>
                <a:gd name="csX44" fmla="*/ 145707 w 232654"/>
                <a:gd name="csY44" fmla="*/ 32963 h 91724"/>
                <a:gd name="csX45" fmla="*/ 144752 w 232654"/>
                <a:gd name="csY45" fmla="*/ 33919 h 91724"/>
                <a:gd name="csX46" fmla="*/ 143797 w 232654"/>
                <a:gd name="csY46" fmla="*/ 35352 h 91724"/>
                <a:gd name="csX47" fmla="*/ 142363 w 232654"/>
                <a:gd name="csY47" fmla="*/ 36785 h 91724"/>
                <a:gd name="csX48" fmla="*/ 142841 w 232654"/>
                <a:gd name="csY48" fmla="*/ 37740 h 91724"/>
                <a:gd name="csX49" fmla="*/ 143797 w 232654"/>
                <a:gd name="csY49" fmla="*/ 39174 h 91724"/>
                <a:gd name="csX50" fmla="*/ 144274 w 232654"/>
                <a:gd name="csY50" fmla="*/ 41085 h 91724"/>
                <a:gd name="csX51" fmla="*/ 144274 w 232654"/>
                <a:gd name="csY51" fmla="*/ 42518 h 91724"/>
                <a:gd name="csX52" fmla="*/ 139497 w 232654"/>
                <a:gd name="csY52" fmla="*/ 44906 h 91724"/>
                <a:gd name="csX53" fmla="*/ 139975 w 232654"/>
                <a:gd name="csY53" fmla="*/ 45862 h 91724"/>
                <a:gd name="csX54" fmla="*/ 140453 w 232654"/>
                <a:gd name="csY54" fmla="*/ 46340 h 91724"/>
                <a:gd name="csX55" fmla="*/ 140453 w 232654"/>
                <a:gd name="csY55" fmla="*/ 48251 h 91724"/>
                <a:gd name="csX56" fmla="*/ 140453 w 232654"/>
                <a:gd name="csY56" fmla="*/ 51117 h 91724"/>
                <a:gd name="csX57" fmla="*/ 139497 w 232654"/>
                <a:gd name="csY57" fmla="*/ 52072 h 91724"/>
                <a:gd name="csX58" fmla="*/ 138064 w 232654"/>
                <a:gd name="csY58" fmla="*/ 53028 h 91724"/>
                <a:gd name="csX59" fmla="*/ 137108 w 232654"/>
                <a:gd name="csY59" fmla="*/ 54461 h 91724"/>
                <a:gd name="csX60" fmla="*/ 136631 w 232654"/>
                <a:gd name="csY60" fmla="*/ 54939 h 91724"/>
                <a:gd name="csX61" fmla="*/ 135197 w 232654"/>
                <a:gd name="csY61" fmla="*/ 55894 h 91724"/>
                <a:gd name="csX62" fmla="*/ 133287 w 232654"/>
                <a:gd name="csY62" fmla="*/ 56850 h 91724"/>
                <a:gd name="csX63" fmla="*/ 129465 w 232654"/>
                <a:gd name="csY63" fmla="*/ 57328 h 91724"/>
                <a:gd name="csX64" fmla="*/ 127076 w 232654"/>
                <a:gd name="csY64" fmla="*/ 57805 h 91724"/>
                <a:gd name="csX65" fmla="*/ 126121 w 232654"/>
                <a:gd name="csY65" fmla="*/ 58283 h 91724"/>
                <a:gd name="csX66" fmla="*/ 124688 w 232654"/>
                <a:gd name="csY66" fmla="*/ 59238 h 91724"/>
                <a:gd name="csX67" fmla="*/ 123254 w 232654"/>
                <a:gd name="csY67" fmla="*/ 60672 h 91724"/>
                <a:gd name="csX68" fmla="*/ 123254 w 232654"/>
                <a:gd name="csY68" fmla="*/ 61627 h 91724"/>
                <a:gd name="csX69" fmla="*/ 123254 w 232654"/>
                <a:gd name="csY69" fmla="*/ 63060 h 91724"/>
                <a:gd name="csX70" fmla="*/ 123732 w 232654"/>
                <a:gd name="csY70" fmla="*/ 64493 h 91724"/>
                <a:gd name="csX71" fmla="*/ 124210 w 232654"/>
                <a:gd name="csY71" fmla="*/ 64971 h 91724"/>
                <a:gd name="csX72" fmla="*/ 124688 w 232654"/>
                <a:gd name="csY72" fmla="*/ 65927 h 91724"/>
                <a:gd name="csX73" fmla="*/ 124210 w 232654"/>
                <a:gd name="csY73" fmla="*/ 68793 h 91724"/>
                <a:gd name="csX74" fmla="*/ 123254 w 232654"/>
                <a:gd name="csY74" fmla="*/ 72137 h 91724"/>
                <a:gd name="csX75" fmla="*/ 122299 w 232654"/>
                <a:gd name="csY75" fmla="*/ 73570 h 91724"/>
                <a:gd name="csX76" fmla="*/ 120388 w 232654"/>
                <a:gd name="csY76" fmla="*/ 74048 h 91724"/>
                <a:gd name="csX77" fmla="*/ 119432 w 232654"/>
                <a:gd name="csY77" fmla="*/ 75004 h 91724"/>
                <a:gd name="csX78" fmla="*/ 119910 w 232654"/>
                <a:gd name="csY78" fmla="*/ 76914 h 91724"/>
                <a:gd name="csX79" fmla="*/ 119910 w 232654"/>
                <a:gd name="csY79" fmla="*/ 79781 h 91724"/>
                <a:gd name="csX80" fmla="*/ 119432 w 232654"/>
                <a:gd name="csY80" fmla="*/ 82170 h 91724"/>
                <a:gd name="csX81" fmla="*/ 119432 w 232654"/>
                <a:gd name="csY81" fmla="*/ 83603 h 91724"/>
                <a:gd name="csX82" fmla="*/ 118955 w 232654"/>
                <a:gd name="csY82" fmla="*/ 85036 h 91724"/>
                <a:gd name="csX83" fmla="*/ 118477 w 232654"/>
                <a:gd name="csY83" fmla="*/ 86469 h 91724"/>
                <a:gd name="csX84" fmla="*/ 117999 w 232654"/>
                <a:gd name="csY84" fmla="*/ 85991 h 91724"/>
                <a:gd name="csX85" fmla="*/ 117999 w 232654"/>
                <a:gd name="csY85" fmla="*/ 85991 h 91724"/>
                <a:gd name="csX86" fmla="*/ 115133 w 232654"/>
                <a:gd name="csY86" fmla="*/ 85991 h 91724"/>
                <a:gd name="csX87" fmla="*/ 112266 w 232654"/>
                <a:gd name="csY87" fmla="*/ 86947 h 91724"/>
                <a:gd name="csX88" fmla="*/ 111311 w 232654"/>
                <a:gd name="csY88" fmla="*/ 87424 h 91724"/>
                <a:gd name="csX89" fmla="*/ 110833 w 232654"/>
                <a:gd name="csY89" fmla="*/ 88380 h 91724"/>
                <a:gd name="csX90" fmla="*/ 110833 w 232654"/>
                <a:gd name="csY90" fmla="*/ 88380 h 91724"/>
                <a:gd name="csX91" fmla="*/ 110356 w 232654"/>
                <a:gd name="csY91" fmla="*/ 88858 h 91724"/>
                <a:gd name="csX92" fmla="*/ 109400 w 232654"/>
                <a:gd name="csY92" fmla="*/ 89813 h 91724"/>
                <a:gd name="csX93" fmla="*/ 108445 w 232654"/>
                <a:gd name="csY93" fmla="*/ 90769 h 91724"/>
                <a:gd name="csX94" fmla="*/ 107012 w 232654"/>
                <a:gd name="csY94" fmla="*/ 90291 h 91724"/>
                <a:gd name="csX95" fmla="*/ 105100 w 232654"/>
                <a:gd name="csY95" fmla="*/ 89813 h 91724"/>
                <a:gd name="csX96" fmla="*/ 104623 w 232654"/>
                <a:gd name="csY96" fmla="*/ 89335 h 91724"/>
                <a:gd name="csX97" fmla="*/ 104623 w 232654"/>
                <a:gd name="csY97" fmla="*/ 88858 h 91724"/>
                <a:gd name="csX98" fmla="*/ 105100 w 232654"/>
                <a:gd name="csY98" fmla="*/ 88380 h 91724"/>
                <a:gd name="csX99" fmla="*/ 105578 w 232654"/>
                <a:gd name="csY99" fmla="*/ 87424 h 91724"/>
                <a:gd name="csX100" fmla="*/ 105578 w 232654"/>
                <a:gd name="csY100" fmla="*/ 86947 h 91724"/>
                <a:gd name="csX101" fmla="*/ 105100 w 232654"/>
                <a:gd name="csY101" fmla="*/ 85513 h 91724"/>
                <a:gd name="csX102" fmla="*/ 104623 w 232654"/>
                <a:gd name="csY102" fmla="*/ 84080 h 91724"/>
                <a:gd name="csX103" fmla="*/ 104623 w 232654"/>
                <a:gd name="csY103" fmla="*/ 83125 h 91724"/>
                <a:gd name="csX104" fmla="*/ 104145 w 232654"/>
                <a:gd name="csY104" fmla="*/ 81214 h 91724"/>
                <a:gd name="csX105" fmla="*/ 104145 w 232654"/>
                <a:gd name="csY105" fmla="*/ 80736 h 91724"/>
                <a:gd name="csX106" fmla="*/ 104145 w 232654"/>
                <a:gd name="csY106" fmla="*/ 80736 h 91724"/>
                <a:gd name="csX107" fmla="*/ 101756 w 232654"/>
                <a:gd name="csY107" fmla="*/ 81214 h 91724"/>
                <a:gd name="csX108" fmla="*/ 101279 w 232654"/>
                <a:gd name="csY108" fmla="*/ 81692 h 91724"/>
                <a:gd name="csX109" fmla="*/ 100801 w 232654"/>
                <a:gd name="csY109" fmla="*/ 81692 h 91724"/>
                <a:gd name="csX110" fmla="*/ 100801 w 232654"/>
                <a:gd name="csY110" fmla="*/ 82170 h 91724"/>
                <a:gd name="csX111" fmla="*/ 101279 w 232654"/>
                <a:gd name="csY111" fmla="*/ 83603 h 91724"/>
                <a:gd name="csX112" fmla="*/ 101279 w 232654"/>
                <a:gd name="csY112" fmla="*/ 83603 h 91724"/>
                <a:gd name="csX113" fmla="*/ 100801 w 232654"/>
                <a:gd name="csY113" fmla="*/ 84080 h 91724"/>
                <a:gd name="csX114" fmla="*/ 99846 w 232654"/>
                <a:gd name="csY114" fmla="*/ 84080 h 91724"/>
                <a:gd name="csX115" fmla="*/ 97935 w 232654"/>
                <a:gd name="csY115" fmla="*/ 83125 h 91724"/>
                <a:gd name="csX116" fmla="*/ 96501 w 232654"/>
                <a:gd name="csY116" fmla="*/ 82170 h 91724"/>
                <a:gd name="csX117" fmla="*/ 96024 w 232654"/>
                <a:gd name="csY117" fmla="*/ 82647 h 91724"/>
                <a:gd name="csX118" fmla="*/ 95546 w 232654"/>
                <a:gd name="csY118" fmla="*/ 83603 h 91724"/>
                <a:gd name="csX119" fmla="*/ 95546 w 232654"/>
                <a:gd name="csY119" fmla="*/ 84558 h 91724"/>
                <a:gd name="csX120" fmla="*/ 96024 w 232654"/>
                <a:gd name="csY120" fmla="*/ 86947 h 91724"/>
                <a:gd name="csX121" fmla="*/ 95546 w 232654"/>
                <a:gd name="csY121" fmla="*/ 87902 h 91724"/>
                <a:gd name="csX122" fmla="*/ 95546 w 232654"/>
                <a:gd name="csY122" fmla="*/ 87902 h 91724"/>
                <a:gd name="csX123" fmla="*/ 94113 w 232654"/>
                <a:gd name="csY123" fmla="*/ 87424 h 91724"/>
                <a:gd name="csX124" fmla="*/ 92680 w 232654"/>
                <a:gd name="csY124" fmla="*/ 87424 h 91724"/>
                <a:gd name="csX125" fmla="*/ 91246 w 232654"/>
                <a:gd name="csY125" fmla="*/ 87902 h 91724"/>
                <a:gd name="csX126" fmla="*/ 90291 w 232654"/>
                <a:gd name="csY126" fmla="*/ 87902 h 91724"/>
                <a:gd name="csX127" fmla="*/ 89813 w 232654"/>
                <a:gd name="csY127" fmla="*/ 88858 h 91724"/>
                <a:gd name="csX128" fmla="*/ 89813 w 232654"/>
                <a:gd name="csY128" fmla="*/ 89335 h 91724"/>
                <a:gd name="csX129" fmla="*/ 90291 w 232654"/>
                <a:gd name="csY129" fmla="*/ 90291 h 91724"/>
                <a:gd name="csX130" fmla="*/ 89813 w 232654"/>
                <a:gd name="csY130" fmla="*/ 90769 h 91724"/>
                <a:gd name="csX131" fmla="*/ 89813 w 232654"/>
                <a:gd name="csY131" fmla="*/ 90769 h 91724"/>
                <a:gd name="csX132" fmla="*/ 89813 w 232654"/>
                <a:gd name="csY132" fmla="*/ 91246 h 91724"/>
                <a:gd name="csX133" fmla="*/ 88858 w 232654"/>
                <a:gd name="csY133" fmla="*/ 91724 h 91724"/>
                <a:gd name="csX134" fmla="*/ 88858 w 232654"/>
                <a:gd name="csY134" fmla="*/ 91724 h 91724"/>
                <a:gd name="csX135" fmla="*/ 87424 w 232654"/>
                <a:gd name="csY135" fmla="*/ 90291 h 91724"/>
                <a:gd name="csX136" fmla="*/ 85991 w 232654"/>
                <a:gd name="csY136" fmla="*/ 89813 h 91724"/>
                <a:gd name="csX137" fmla="*/ 82170 w 232654"/>
                <a:gd name="csY137" fmla="*/ 89335 h 91724"/>
                <a:gd name="csX138" fmla="*/ 81692 w 232654"/>
                <a:gd name="csY138" fmla="*/ 87902 h 91724"/>
                <a:gd name="csX139" fmla="*/ 81692 w 232654"/>
                <a:gd name="csY139" fmla="*/ 87902 h 91724"/>
                <a:gd name="csX140" fmla="*/ 81214 w 232654"/>
                <a:gd name="csY140" fmla="*/ 87902 h 91724"/>
                <a:gd name="csX141" fmla="*/ 80736 w 232654"/>
                <a:gd name="csY141" fmla="*/ 87424 h 91724"/>
                <a:gd name="csX142" fmla="*/ 80258 w 232654"/>
                <a:gd name="csY142" fmla="*/ 86947 h 91724"/>
                <a:gd name="csX143" fmla="*/ 79303 w 232654"/>
                <a:gd name="csY143" fmla="*/ 85991 h 91724"/>
                <a:gd name="csX144" fmla="*/ 78825 w 232654"/>
                <a:gd name="csY144" fmla="*/ 85991 h 91724"/>
                <a:gd name="csX145" fmla="*/ 78825 w 232654"/>
                <a:gd name="csY145" fmla="*/ 85991 h 91724"/>
                <a:gd name="csX146" fmla="*/ 78348 w 232654"/>
                <a:gd name="csY146" fmla="*/ 86469 h 91724"/>
                <a:gd name="csX147" fmla="*/ 76437 w 232654"/>
                <a:gd name="csY147" fmla="*/ 86469 h 91724"/>
                <a:gd name="csX148" fmla="*/ 76437 w 232654"/>
                <a:gd name="csY148" fmla="*/ 86469 h 91724"/>
                <a:gd name="csX149" fmla="*/ 74526 w 232654"/>
                <a:gd name="csY149" fmla="*/ 87902 h 91724"/>
                <a:gd name="csX150" fmla="*/ 73093 w 232654"/>
                <a:gd name="csY150" fmla="*/ 89813 h 91724"/>
                <a:gd name="csX151" fmla="*/ 71659 w 232654"/>
                <a:gd name="csY151" fmla="*/ 90769 h 91724"/>
                <a:gd name="csX152" fmla="*/ 70226 w 232654"/>
                <a:gd name="csY152" fmla="*/ 91246 h 91724"/>
                <a:gd name="csX153" fmla="*/ 69749 w 232654"/>
                <a:gd name="csY153" fmla="*/ 91246 h 91724"/>
                <a:gd name="csX154" fmla="*/ 70226 w 232654"/>
                <a:gd name="csY154" fmla="*/ 89813 h 91724"/>
                <a:gd name="csX155" fmla="*/ 69749 w 232654"/>
                <a:gd name="csY155" fmla="*/ 88858 h 91724"/>
                <a:gd name="csX156" fmla="*/ 69271 w 232654"/>
                <a:gd name="csY156" fmla="*/ 88380 h 91724"/>
                <a:gd name="csX157" fmla="*/ 64971 w 232654"/>
                <a:gd name="csY157" fmla="*/ 85991 h 91724"/>
                <a:gd name="csX158" fmla="*/ 64493 w 232654"/>
                <a:gd name="csY158" fmla="*/ 85036 h 91724"/>
                <a:gd name="csX159" fmla="*/ 63538 w 232654"/>
                <a:gd name="csY159" fmla="*/ 82647 h 91724"/>
                <a:gd name="csX160" fmla="*/ 63060 w 232654"/>
                <a:gd name="csY160" fmla="*/ 80258 h 91724"/>
                <a:gd name="csX161" fmla="*/ 63060 w 232654"/>
                <a:gd name="csY161" fmla="*/ 78825 h 91724"/>
                <a:gd name="csX162" fmla="*/ 63538 w 232654"/>
                <a:gd name="csY162" fmla="*/ 77870 h 91724"/>
                <a:gd name="csX163" fmla="*/ 63538 w 232654"/>
                <a:gd name="csY163" fmla="*/ 76914 h 91724"/>
                <a:gd name="csX164" fmla="*/ 63060 w 232654"/>
                <a:gd name="csY164" fmla="*/ 75959 h 91724"/>
                <a:gd name="csX165" fmla="*/ 61627 w 232654"/>
                <a:gd name="csY165" fmla="*/ 75004 h 91724"/>
                <a:gd name="csX166" fmla="*/ 60194 w 232654"/>
                <a:gd name="csY166" fmla="*/ 75004 h 91724"/>
                <a:gd name="csX167" fmla="*/ 58283 w 232654"/>
                <a:gd name="csY167" fmla="*/ 75959 h 91724"/>
                <a:gd name="csX168" fmla="*/ 57328 w 232654"/>
                <a:gd name="csY168" fmla="*/ 75959 h 91724"/>
                <a:gd name="csX169" fmla="*/ 56850 w 232654"/>
                <a:gd name="csY169" fmla="*/ 75959 h 91724"/>
                <a:gd name="csX170" fmla="*/ 56372 w 232654"/>
                <a:gd name="csY170" fmla="*/ 75481 h 91724"/>
                <a:gd name="csX171" fmla="*/ 56372 w 232654"/>
                <a:gd name="csY171" fmla="*/ 75004 h 91724"/>
                <a:gd name="csX172" fmla="*/ 58283 w 232654"/>
                <a:gd name="csY172" fmla="*/ 72615 h 91724"/>
                <a:gd name="csX173" fmla="*/ 59239 w 232654"/>
                <a:gd name="csY173" fmla="*/ 71659 h 91724"/>
                <a:gd name="csX174" fmla="*/ 60194 w 232654"/>
                <a:gd name="csY174" fmla="*/ 70704 h 91724"/>
                <a:gd name="csX175" fmla="*/ 61149 w 232654"/>
                <a:gd name="csY175" fmla="*/ 70226 h 91724"/>
                <a:gd name="csX176" fmla="*/ 61627 w 232654"/>
                <a:gd name="csY176" fmla="*/ 69748 h 91724"/>
                <a:gd name="csX177" fmla="*/ 61627 w 232654"/>
                <a:gd name="csY177" fmla="*/ 68793 h 91724"/>
                <a:gd name="csX178" fmla="*/ 61627 w 232654"/>
                <a:gd name="csY178" fmla="*/ 68793 h 91724"/>
                <a:gd name="csX179" fmla="*/ 60194 w 232654"/>
                <a:gd name="csY179" fmla="*/ 68315 h 91724"/>
                <a:gd name="csX180" fmla="*/ 58283 w 232654"/>
                <a:gd name="csY180" fmla="*/ 66882 h 91724"/>
                <a:gd name="csX181" fmla="*/ 57328 w 232654"/>
                <a:gd name="csY181" fmla="*/ 66882 h 91724"/>
                <a:gd name="csX182" fmla="*/ 56372 w 232654"/>
                <a:gd name="csY182" fmla="*/ 66404 h 91724"/>
                <a:gd name="csX183" fmla="*/ 55417 w 232654"/>
                <a:gd name="csY183" fmla="*/ 64493 h 91724"/>
                <a:gd name="csX184" fmla="*/ 54939 w 232654"/>
                <a:gd name="csY184" fmla="*/ 64016 h 91724"/>
                <a:gd name="csX185" fmla="*/ 53983 w 232654"/>
                <a:gd name="csY185" fmla="*/ 64016 h 91724"/>
                <a:gd name="csX186" fmla="*/ 53028 w 232654"/>
                <a:gd name="csY186" fmla="*/ 63538 h 91724"/>
                <a:gd name="csX187" fmla="*/ 53506 w 232654"/>
                <a:gd name="csY187" fmla="*/ 61149 h 91724"/>
                <a:gd name="csX188" fmla="*/ 53506 w 232654"/>
                <a:gd name="csY188" fmla="*/ 58761 h 91724"/>
                <a:gd name="csX189" fmla="*/ 51595 w 232654"/>
                <a:gd name="csY189" fmla="*/ 55417 h 91724"/>
                <a:gd name="csX190" fmla="*/ 50639 w 232654"/>
                <a:gd name="csY190" fmla="*/ 53028 h 91724"/>
                <a:gd name="csX191" fmla="*/ 49684 w 232654"/>
                <a:gd name="csY191" fmla="*/ 51117 h 91724"/>
                <a:gd name="csX192" fmla="*/ 48728 w 232654"/>
                <a:gd name="csY192" fmla="*/ 49684 h 91724"/>
                <a:gd name="csX193" fmla="*/ 47295 w 232654"/>
                <a:gd name="csY193" fmla="*/ 49206 h 91724"/>
                <a:gd name="csX194" fmla="*/ 45384 w 232654"/>
                <a:gd name="csY194" fmla="*/ 48251 h 91724"/>
                <a:gd name="csX195" fmla="*/ 43951 w 232654"/>
                <a:gd name="csY195" fmla="*/ 48251 h 91724"/>
                <a:gd name="csX196" fmla="*/ 42518 w 232654"/>
                <a:gd name="csY196" fmla="*/ 48728 h 91724"/>
                <a:gd name="csX197" fmla="*/ 42040 w 232654"/>
                <a:gd name="csY197" fmla="*/ 48728 h 91724"/>
                <a:gd name="csX198" fmla="*/ 42040 w 232654"/>
                <a:gd name="csY198" fmla="*/ 49206 h 91724"/>
                <a:gd name="csX199" fmla="*/ 42996 w 232654"/>
                <a:gd name="csY199" fmla="*/ 50639 h 91724"/>
                <a:gd name="csX200" fmla="*/ 42996 w 232654"/>
                <a:gd name="csY200" fmla="*/ 51595 h 91724"/>
                <a:gd name="csX201" fmla="*/ 42996 w 232654"/>
                <a:gd name="csY201" fmla="*/ 52072 h 91724"/>
                <a:gd name="csX202" fmla="*/ 42518 w 232654"/>
                <a:gd name="csY202" fmla="*/ 52550 h 91724"/>
                <a:gd name="csX203" fmla="*/ 41563 w 232654"/>
                <a:gd name="csY203" fmla="*/ 52550 h 91724"/>
                <a:gd name="csX204" fmla="*/ 40129 w 232654"/>
                <a:gd name="csY204" fmla="*/ 53028 h 91724"/>
                <a:gd name="csX205" fmla="*/ 38218 w 232654"/>
                <a:gd name="csY205" fmla="*/ 53983 h 91724"/>
                <a:gd name="csX206" fmla="*/ 36785 w 232654"/>
                <a:gd name="csY206" fmla="*/ 54461 h 91724"/>
                <a:gd name="csX207" fmla="*/ 35352 w 232654"/>
                <a:gd name="csY207" fmla="*/ 56372 h 91724"/>
                <a:gd name="csX208" fmla="*/ 34874 w 232654"/>
                <a:gd name="csY208" fmla="*/ 56850 h 91724"/>
                <a:gd name="csX209" fmla="*/ 33441 w 232654"/>
                <a:gd name="csY209" fmla="*/ 56372 h 91724"/>
                <a:gd name="csX210" fmla="*/ 29619 w 232654"/>
                <a:gd name="csY210" fmla="*/ 55417 h 91724"/>
                <a:gd name="csX211" fmla="*/ 26753 w 232654"/>
                <a:gd name="csY211" fmla="*/ 53983 h 91724"/>
                <a:gd name="csX212" fmla="*/ 24364 w 232654"/>
                <a:gd name="csY212" fmla="*/ 53506 h 91724"/>
                <a:gd name="csX213" fmla="*/ 22931 w 232654"/>
                <a:gd name="csY213" fmla="*/ 53983 h 91724"/>
                <a:gd name="csX214" fmla="*/ 22453 w 232654"/>
                <a:gd name="csY214" fmla="*/ 53983 h 91724"/>
                <a:gd name="csX215" fmla="*/ 20542 w 232654"/>
                <a:gd name="csY215" fmla="*/ 54939 h 91724"/>
                <a:gd name="csX216" fmla="*/ 18154 w 232654"/>
                <a:gd name="csY216" fmla="*/ 57328 h 91724"/>
                <a:gd name="csX217" fmla="*/ 17676 w 232654"/>
                <a:gd name="csY217" fmla="*/ 58283 h 91724"/>
                <a:gd name="csX218" fmla="*/ 17676 w 232654"/>
                <a:gd name="csY218" fmla="*/ 58283 h 91724"/>
                <a:gd name="csX219" fmla="*/ 17198 w 232654"/>
                <a:gd name="csY219" fmla="*/ 58761 h 91724"/>
                <a:gd name="csX220" fmla="*/ 16243 w 232654"/>
                <a:gd name="csY220" fmla="*/ 59238 h 91724"/>
                <a:gd name="csX221" fmla="*/ 15765 w 232654"/>
                <a:gd name="csY221" fmla="*/ 59238 h 91724"/>
                <a:gd name="csX222" fmla="*/ 15287 w 232654"/>
                <a:gd name="csY222" fmla="*/ 58761 h 91724"/>
                <a:gd name="csX223" fmla="*/ 15287 w 232654"/>
                <a:gd name="csY223" fmla="*/ 58761 h 91724"/>
                <a:gd name="csX224" fmla="*/ 13854 w 232654"/>
                <a:gd name="csY224" fmla="*/ 56850 h 91724"/>
                <a:gd name="csX225" fmla="*/ 12421 w 232654"/>
                <a:gd name="csY225" fmla="*/ 54461 h 91724"/>
                <a:gd name="csX226" fmla="*/ 11466 w 232654"/>
                <a:gd name="csY226" fmla="*/ 53506 h 91724"/>
                <a:gd name="csX227" fmla="*/ 10032 w 232654"/>
                <a:gd name="csY227" fmla="*/ 53506 h 91724"/>
                <a:gd name="csX228" fmla="*/ 8599 w 232654"/>
                <a:gd name="csY228" fmla="*/ 53983 h 91724"/>
                <a:gd name="csX229" fmla="*/ 7644 w 232654"/>
                <a:gd name="csY229" fmla="*/ 55417 h 91724"/>
                <a:gd name="csX230" fmla="*/ 5733 w 232654"/>
                <a:gd name="csY230" fmla="*/ 56850 h 91724"/>
                <a:gd name="csX231" fmla="*/ 4777 w 232654"/>
                <a:gd name="csY231" fmla="*/ 57328 h 91724"/>
                <a:gd name="csX232" fmla="*/ 3822 w 232654"/>
                <a:gd name="csY232" fmla="*/ 56850 h 91724"/>
                <a:gd name="csX233" fmla="*/ 1911 w 232654"/>
                <a:gd name="csY233" fmla="*/ 55417 h 91724"/>
                <a:gd name="csX234" fmla="*/ 478 w 232654"/>
                <a:gd name="csY234" fmla="*/ 54461 h 91724"/>
                <a:gd name="csX235" fmla="*/ 0 w 232654"/>
                <a:gd name="csY235" fmla="*/ 53506 h 91724"/>
                <a:gd name="csX236" fmla="*/ 478 w 232654"/>
                <a:gd name="csY236" fmla="*/ 52550 h 91724"/>
                <a:gd name="csX237" fmla="*/ 956 w 232654"/>
                <a:gd name="csY237" fmla="*/ 51595 h 91724"/>
                <a:gd name="csX238" fmla="*/ 1911 w 232654"/>
                <a:gd name="csY238" fmla="*/ 50162 h 91724"/>
                <a:gd name="csX239" fmla="*/ 2389 w 232654"/>
                <a:gd name="csY239" fmla="*/ 49684 h 91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</a:cxnLst>
              <a:rect l="l" t="t" r="r" b="b"/>
              <a:pathLst>
                <a:path w="232654" h="91724">
                  <a:moveTo>
                    <a:pt x="232654" y="3344"/>
                  </a:moveTo>
                  <a:lnTo>
                    <a:pt x="228355" y="1911"/>
                  </a:lnTo>
                  <a:lnTo>
                    <a:pt x="223577" y="478"/>
                  </a:lnTo>
                  <a:lnTo>
                    <a:pt x="220233" y="1433"/>
                  </a:lnTo>
                  <a:lnTo>
                    <a:pt x="219756" y="956"/>
                  </a:lnTo>
                  <a:lnTo>
                    <a:pt x="219278" y="478"/>
                  </a:lnTo>
                  <a:lnTo>
                    <a:pt x="217367" y="0"/>
                  </a:lnTo>
                  <a:lnTo>
                    <a:pt x="214978" y="0"/>
                  </a:lnTo>
                  <a:lnTo>
                    <a:pt x="213068" y="478"/>
                  </a:lnTo>
                  <a:lnTo>
                    <a:pt x="210201" y="2866"/>
                  </a:lnTo>
                  <a:lnTo>
                    <a:pt x="207812" y="4299"/>
                  </a:lnTo>
                  <a:lnTo>
                    <a:pt x="207335" y="4777"/>
                  </a:lnTo>
                  <a:lnTo>
                    <a:pt x="204468" y="6210"/>
                  </a:lnTo>
                  <a:lnTo>
                    <a:pt x="198736" y="8599"/>
                  </a:lnTo>
                  <a:lnTo>
                    <a:pt x="195391" y="10510"/>
                  </a:lnTo>
                  <a:lnTo>
                    <a:pt x="194436" y="10988"/>
                  </a:lnTo>
                  <a:lnTo>
                    <a:pt x="193003" y="10988"/>
                  </a:lnTo>
                  <a:lnTo>
                    <a:pt x="191092" y="11465"/>
                  </a:lnTo>
                  <a:lnTo>
                    <a:pt x="189181" y="11943"/>
                  </a:lnTo>
                  <a:lnTo>
                    <a:pt x="187270" y="16721"/>
                  </a:lnTo>
                  <a:lnTo>
                    <a:pt x="186314" y="17198"/>
                  </a:lnTo>
                  <a:lnTo>
                    <a:pt x="179626" y="15287"/>
                  </a:lnTo>
                  <a:lnTo>
                    <a:pt x="178193" y="15287"/>
                  </a:lnTo>
                  <a:lnTo>
                    <a:pt x="176760" y="15765"/>
                  </a:lnTo>
                  <a:lnTo>
                    <a:pt x="172938" y="18631"/>
                  </a:lnTo>
                  <a:lnTo>
                    <a:pt x="171027" y="21020"/>
                  </a:lnTo>
                  <a:lnTo>
                    <a:pt x="170072" y="24364"/>
                  </a:lnTo>
                  <a:lnTo>
                    <a:pt x="170549" y="25320"/>
                  </a:lnTo>
                  <a:lnTo>
                    <a:pt x="170549" y="26275"/>
                  </a:lnTo>
                  <a:lnTo>
                    <a:pt x="169594" y="26753"/>
                  </a:lnTo>
                  <a:lnTo>
                    <a:pt x="168638" y="26753"/>
                  </a:lnTo>
                  <a:lnTo>
                    <a:pt x="168161" y="26753"/>
                  </a:lnTo>
                  <a:lnTo>
                    <a:pt x="164817" y="26275"/>
                  </a:lnTo>
                  <a:lnTo>
                    <a:pt x="163861" y="26753"/>
                  </a:lnTo>
                  <a:lnTo>
                    <a:pt x="163384" y="28186"/>
                  </a:lnTo>
                  <a:lnTo>
                    <a:pt x="163384" y="31530"/>
                  </a:lnTo>
                  <a:lnTo>
                    <a:pt x="162906" y="33441"/>
                  </a:lnTo>
                  <a:lnTo>
                    <a:pt x="160995" y="34397"/>
                  </a:lnTo>
                  <a:lnTo>
                    <a:pt x="159562" y="35352"/>
                  </a:lnTo>
                  <a:lnTo>
                    <a:pt x="158129" y="35352"/>
                  </a:lnTo>
                  <a:lnTo>
                    <a:pt x="157173" y="35352"/>
                  </a:lnTo>
                  <a:lnTo>
                    <a:pt x="151918" y="32008"/>
                  </a:lnTo>
                  <a:lnTo>
                    <a:pt x="150007" y="31530"/>
                  </a:lnTo>
                  <a:lnTo>
                    <a:pt x="147619" y="31530"/>
                  </a:lnTo>
                  <a:lnTo>
                    <a:pt x="145707" y="32963"/>
                  </a:lnTo>
                  <a:lnTo>
                    <a:pt x="144752" y="33919"/>
                  </a:lnTo>
                  <a:lnTo>
                    <a:pt x="143797" y="35352"/>
                  </a:lnTo>
                  <a:lnTo>
                    <a:pt x="142363" y="36785"/>
                  </a:lnTo>
                  <a:lnTo>
                    <a:pt x="142841" y="37740"/>
                  </a:lnTo>
                  <a:lnTo>
                    <a:pt x="143797" y="39174"/>
                  </a:lnTo>
                  <a:lnTo>
                    <a:pt x="144274" y="41085"/>
                  </a:lnTo>
                  <a:lnTo>
                    <a:pt x="144274" y="42518"/>
                  </a:lnTo>
                  <a:lnTo>
                    <a:pt x="139497" y="44906"/>
                  </a:lnTo>
                  <a:lnTo>
                    <a:pt x="139975" y="45862"/>
                  </a:lnTo>
                  <a:lnTo>
                    <a:pt x="140453" y="46340"/>
                  </a:lnTo>
                  <a:lnTo>
                    <a:pt x="140453" y="48251"/>
                  </a:lnTo>
                  <a:lnTo>
                    <a:pt x="140453" y="51117"/>
                  </a:lnTo>
                  <a:lnTo>
                    <a:pt x="139497" y="52072"/>
                  </a:lnTo>
                  <a:lnTo>
                    <a:pt x="138064" y="53028"/>
                  </a:lnTo>
                  <a:lnTo>
                    <a:pt x="137108" y="54461"/>
                  </a:lnTo>
                  <a:lnTo>
                    <a:pt x="136631" y="54939"/>
                  </a:lnTo>
                  <a:lnTo>
                    <a:pt x="135197" y="55894"/>
                  </a:lnTo>
                  <a:lnTo>
                    <a:pt x="133287" y="56850"/>
                  </a:lnTo>
                  <a:lnTo>
                    <a:pt x="129465" y="57328"/>
                  </a:lnTo>
                  <a:lnTo>
                    <a:pt x="127076" y="57805"/>
                  </a:lnTo>
                  <a:lnTo>
                    <a:pt x="126121" y="58283"/>
                  </a:lnTo>
                  <a:lnTo>
                    <a:pt x="124688" y="59238"/>
                  </a:lnTo>
                  <a:lnTo>
                    <a:pt x="123254" y="60672"/>
                  </a:lnTo>
                  <a:lnTo>
                    <a:pt x="123254" y="61627"/>
                  </a:lnTo>
                  <a:lnTo>
                    <a:pt x="123254" y="63060"/>
                  </a:lnTo>
                  <a:lnTo>
                    <a:pt x="123732" y="64493"/>
                  </a:lnTo>
                  <a:lnTo>
                    <a:pt x="124210" y="64971"/>
                  </a:lnTo>
                  <a:lnTo>
                    <a:pt x="124688" y="65927"/>
                  </a:lnTo>
                  <a:lnTo>
                    <a:pt x="124210" y="68793"/>
                  </a:lnTo>
                  <a:lnTo>
                    <a:pt x="123254" y="72137"/>
                  </a:lnTo>
                  <a:lnTo>
                    <a:pt x="122299" y="73570"/>
                  </a:lnTo>
                  <a:lnTo>
                    <a:pt x="120388" y="74048"/>
                  </a:lnTo>
                  <a:lnTo>
                    <a:pt x="119432" y="75004"/>
                  </a:lnTo>
                  <a:lnTo>
                    <a:pt x="119910" y="76914"/>
                  </a:lnTo>
                  <a:lnTo>
                    <a:pt x="119910" y="79781"/>
                  </a:lnTo>
                  <a:lnTo>
                    <a:pt x="119432" y="82170"/>
                  </a:lnTo>
                  <a:lnTo>
                    <a:pt x="119432" y="83603"/>
                  </a:lnTo>
                  <a:lnTo>
                    <a:pt x="118955" y="85036"/>
                  </a:lnTo>
                  <a:lnTo>
                    <a:pt x="118477" y="86469"/>
                  </a:lnTo>
                  <a:lnTo>
                    <a:pt x="117999" y="85991"/>
                  </a:lnTo>
                  <a:lnTo>
                    <a:pt x="117999" y="85991"/>
                  </a:lnTo>
                  <a:lnTo>
                    <a:pt x="115133" y="85991"/>
                  </a:lnTo>
                  <a:lnTo>
                    <a:pt x="112266" y="86947"/>
                  </a:lnTo>
                  <a:lnTo>
                    <a:pt x="111311" y="87424"/>
                  </a:lnTo>
                  <a:lnTo>
                    <a:pt x="110833" y="88380"/>
                  </a:lnTo>
                  <a:lnTo>
                    <a:pt x="110833" y="88380"/>
                  </a:lnTo>
                  <a:lnTo>
                    <a:pt x="110356" y="88858"/>
                  </a:lnTo>
                  <a:lnTo>
                    <a:pt x="109400" y="89813"/>
                  </a:lnTo>
                  <a:lnTo>
                    <a:pt x="108445" y="90769"/>
                  </a:lnTo>
                  <a:lnTo>
                    <a:pt x="107012" y="90291"/>
                  </a:lnTo>
                  <a:lnTo>
                    <a:pt x="105100" y="89813"/>
                  </a:lnTo>
                  <a:lnTo>
                    <a:pt x="104623" y="89335"/>
                  </a:lnTo>
                  <a:lnTo>
                    <a:pt x="104623" y="88858"/>
                  </a:lnTo>
                  <a:lnTo>
                    <a:pt x="105100" y="88380"/>
                  </a:lnTo>
                  <a:lnTo>
                    <a:pt x="105578" y="87424"/>
                  </a:lnTo>
                  <a:lnTo>
                    <a:pt x="105578" y="86947"/>
                  </a:lnTo>
                  <a:lnTo>
                    <a:pt x="105100" y="85513"/>
                  </a:lnTo>
                  <a:lnTo>
                    <a:pt x="104623" y="84080"/>
                  </a:lnTo>
                  <a:lnTo>
                    <a:pt x="104623" y="83125"/>
                  </a:lnTo>
                  <a:lnTo>
                    <a:pt x="104145" y="81214"/>
                  </a:lnTo>
                  <a:lnTo>
                    <a:pt x="104145" y="80736"/>
                  </a:lnTo>
                  <a:lnTo>
                    <a:pt x="104145" y="80736"/>
                  </a:lnTo>
                  <a:lnTo>
                    <a:pt x="101756" y="81214"/>
                  </a:lnTo>
                  <a:lnTo>
                    <a:pt x="101279" y="81692"/>
                  </a:lnTo>
                  <a:lnTo>
                    <a:pt x="100801" y="81692"/>
                  </a:lnTo>
                  <a:lnTo>
                    <a:pt x="100801" y="82170"/>
                  </a:lnTo>
                  <a:lnTo>
                    <a:pt x="101279" y="83603"/>
                  </a:lnTo>
                  <a:lnTo>
                    <a:pt x="101279" y="83603"/>
                  </a:lnTo>
                  <a:lnTo>
                    <a:pt x="100801" y="84080"/>
                  </a:lnTo>
                  <a:lnTo>
                    <a:pt x="99846" y="84080"/>
                  </a:lnTo>
                  <a:lnTo>
                    <a:pt x="97935" y="83125"/>
                  </a:lnTo>
                  <a:lnTo>
                    <a:pt x="96501" y="82170"/>
                  </a:lnTo>
                  <a:lnTo>
                    <a:pt x="96024" y="82647"/>
                  </a:lnTo>
                  <a:lnTo>
                    <a:pt x="95546" y="83603"/>
                  </a:lnTo>
                  <a:lnTo>
                    <a:pt x="95546" y="84558"/>
                  </a:lnTo>
                  <a:lnTo>
                    <a:pt x="96024" y="86947"/>
                  </a:lnTo>
                  <a:lnTo>
                    <a:pt x="95546" y="87902"/>
                  </a:lnTo>
                  <a:lnTo>
                    <a:pt x="95546" y="87902"/>
                  </a:lnTo>
                  <a:lnTo>
                    <a:pt x="94113" y="87424"/>
                  </a:lnTo>
                  <a:lnTo>
                    <a:pt x="92680" y="87424"/>
                  </a:lnTo>
                  <a:lnTo>
                    <a:pt x="91246" y="87902"/>
                  </a:lnTo>
                  <a:lnTo>
                    <a:pt x="90291" y="87902"/>
                  </a:lnTo>
                  <a:lnTo>
                    <a:pt x="89813" y="88858"/>
                  </a:lnTo>
                  <a:lnTo>
                    <a:pt x="89813" y="89335"/>
                  </a:lnTo>
                  <a:lnTo>
                    <a:pt x="90291" y="90291"/>
                  </a:lnTo>
                  <a:lnTo>
                    <a:pt x="89813" y="90769"/>
                  </a:lnTo>
                  <a:lnTo>
                    <a:pt x="89813" y="90769"/>
                  </a:lnTo>
                  <a:lnTo>
                    <a:pt x="89813" y="91246"/>
                  </a:lnTo>
                  <a:lnTo>
                    <a:pt x="88858" y="91724"/>
                  </a:lnTo>
                  <a:lnTo>
                    <a:pt x="88858" y="91724"/>
                  </a:lnTo>
                  <a:lnTo>
                    <a:pt x="87424" y="90291"/>
                  </a:lnTo>
                  <a:lnTo>
                    <a:pt x="85991" y="89813"/>
                  </a:lnTo>
                  <a:lnTo>
                    <a:pt x="82170" y="89335"/>
                  </a:lnTo>
                  <a:lnTo>
                    <a:pt x="81692" y="87902"/>
                  </a:lnTo>
                  <a:lnTo>
                    <a:pt x="81692" y="87902"/>
                  </a:lnTo>
                  <a:lnTo>
                    <a:pt x="81214" y="87902"/>
                  </a:lnTo>
                  <a:lnTo>
                    <a:pt x="80736" y="87424"/>
                  </a:lnTo>
                  <a:lnTo>
                    <a:pt x="80258" y="86947"/>
                  </a:lnTo>
                  <a:lnTo>
                    <a:pt x="79303" y="85991"/>
                  </a:lnTo>
                  <a:lnTo>
                    <a:pt x="78825" y="85991"/>
                  </a:lnTo>
                  <a:lnTo>
                    <a:pt x="78825" y="85991"/>
                  </a:lnTo>
                  <a:lnTo>
                    <a:pt x="78348" y="86469"/>
                  </a:lnTo>
                  <a:lnTo>
                    <a:pt x="76437" y="86469"/>
                  </a:lnTo>
                  <a:lnTo>
                    <a:pt x="76437" y="86469"/>
                  </a:lnTo>
                  <a:lnTo>
                    <a:pt x="74526" y="87902"/>
                  </a:lnTo>
                  <a:lnTo>
                    <a:pt x="73093" y="89813"/>
                  </a:lnTo>
                  <a:lnTo>
                    <a:pt x="71659" y="90769"/>
                  </a:lnTo>
                  <a:lnTo>
                    <a:pt x="70226" y="91246"/>
                  </a:lnTo>
                  <a:lnTo>
                    <a:pt x="69749" y="91246"/>
                  </a:lnTo>
                  <a:lnTo>
                    <a:pt x="70226" y="89813"/>
                  </a:lnTo>
                  <a:lnTo>
                    <a:pt x="69749" y="88858"/>
                  </a:lnTo>
                  <a:lnTo>
                    <a:pt x="69271" y="88380"/>
                  </a:lnTo>
                  <a:lnTo>
                    <a:pt x="64971" y="85991"/>
                  </a:lnTo>
                  <a:lnTo>
                    <a:pt x="64493" y="85036"/>
                  </a:lnTo>
                  <a:lnTo>
                    <a:pt x="63538" y="82647"/>
                  </a:lnTo>
                  <a:lnTo>
                    <a:pt x="63060" y="80258"/>
                  </a:lnTo>
                  <a:lnTo>
                    <a:pt x="63060" y="78825"/>
                  </a:lnTo>
                  <a:lnTo>
                    <a:pt x="63538" y="77870"/>
                  </a:lnTo>
                  <a:lnTo>
                    <a:pt x="63538" y="76914"/>
                  </a:lnTo>
                  <a:lnTo>
                    <a:pt x="63060" y="75959"/>
                  </a:lnTo>
                  <a:lnTo>
                    <a:pt x="61627" y="75004"/>
                  </a:lnTo>
                  <a:lnTo>
                    <a:pt x="60194" y="75004"/>
                  </a:lnTo>
                  <a:lnTo>
                    <a:pt x="58283" y="75959"/>
                  </a:lnTo>
                  <a:lnTo>
                    <a:pt x="57328" y="75959"/>
                  </a:lnTo>
                  <a:lnTo>
                    <a:pt x="56850" y="75959"/>
                  </a:lnTo>
                  <a:lnTo>
                    <a:pt x="56372" y="75481"/>
                  </a:lnTo>
                  <a:lnTo>
                    <a:pt x="56372" y="75004"/>
                  </a:lnTo>
                  <a:lnTo>
                    <a:pt x="58283" y="72615"/>
                  </a:lnTo>
                  <a:lnTo>
                    <a:pt x="59239" y="71659"/>
                  </a:lnTo>
                  <a:lnTo>
                    <a:pt x="60194" y="70704"/>
                  </a:lnTo>
                  <a:lnTo>
                    <a:pt x="61149" y="70226"/>
                  </a:lnTo>
                  <a:lnTo>
                    <a:pt x="61627" y="69748"/>
                  </a:lnTo>
                  <a:lnTo>
                    <a:pt x="61627" y="68793"/>
                  </a:lnTo>
                  <a:lnTo>
                    <a:pt x="61627" y="68793"/>
                  </a:lnTo>
                  <a:lnTo>
                    <a:pt x="60194" y="68315"/>
                  </a:lnTo>
                  <a:lnTo>
                    <a:pt x="58283" y="66882"/>
                  </a:lnTo>
                  <a:lnTo>
                    <a:pt x="57328" y="66882"/>
                  </a:lnTo>
                  <a:lnTo>
                    <a:pt x="56372" y="66404"/>
                  </a:lnTo>
                  <a:lnTo>
                    <a:pt x="55417" y="64493"/>
                  </a:lnTo>
                  <a:lnTo>
                    <a:pt x="54939" y="64016"/>
                  </a:lnTo>
                  <a:lnTo>
                    <a:pt x="53983" y="64016"/>
                  </a:lnTo>
                  <a:lnTo>
                    <a:pt x="53028" y="63538"/>
                  </a:lnTo>
                  <a:lnTo>
                    <a:pt x="53506" y="61149"/>
                  </a:lnTo>
                  <a:lnTo>
                    <a:pt x="53506" y="58761"/>
                  </a:lnTo>
                  <a:lnTo>
                    <a:pt x="51595" y="55417"/>
                  </a:lnTo>
                  <a:lnTo>
                    <a:pt x="50639" y="53028"/>
                  </a:lnTo>
                  <a:lnTo>
                    <a:pt x="49684" y="51117"/>
                  </a:lnTo>
                  <a:lnTo>
                    <a:pt x="48728" y="49684"/>
                  </a:lnTo>
                  <a:lnTo>
                    <a:pt x="47295" y="49206"/>
                  </a:lnTo>
                  <a:lnTo>
                    <a:pt x="45384" y="48251"/>
                  </a:lnTo>
                  <a:lnTo>
                    <a:pt x="43951" y="48251"/>
                  </a:lnTo>
                  <a:lnTo>
                    <a:pt x="42518" y="48728"/>
                  </a:lnTo>
                  <a:lnTo>
                    <a:pt x="42040" y="48728"/>
                  </a:lnTo>
                  <a:lnTo>
                    <a:pt x="42040" y="49206"/>
                  </a:lnTo>
                  <a:lnTo>
                    <a:pt x="42996" y="50639"/>
                  </a:lnTo>
                  <a:lnTo>
                    <a:pt x="42996" y="51595"/>
                  </a:lnTo>
                  <a:lnTo>
                    <a:pt x="42996" y="52072"/>
                  </a:lnTo>
                  <a:lnTo>
                    <a:pt x="42518" y="52550"/>
                  </a:lnTo>
                  <a:lnTo>
                    <a:pt x="41563" y="52550"/>
                  </a:lnTo>
                  <a:lnTo>
                    <a:pt x="40129" y="53028"/>
                  </a:lnTo>
                  <a:lnTo>
                    <a:pt x="38218" y="53983"/>
                  </a:lnTo>
                  <a:lnTo>
                    <a:pt x="36785" y="54461"/>
                  </a:lnTo>
                  <a:lnTo>
                    <a:pt x="35352" y="56372"/>
                  </a:lnTo>
                  <a:lnTo>
                    <a:pt x="34874" y="56850"/>
                  </a:lnTo>
                  <a:lnTo>
                    <a:pt x="33441" y="56372"/>
                  </a:lnTo>
                  <a:lnTo>
                    <a:pt x="29619" y="55417"/>
                  </a:lnTo>
                  <a:lnTo>
                    <a:pt x="26753" y="53983"/>
                  </a:lnTo>
                  <a:lnTo>
                    <a:pt x="24364" y="53506"/>
                  </a:lnTo>
                  <a:lnTo>
                    <a:pt x="22931" y="53983"/>
                  </a:lnTo>
                  <a:lnTo>
                    <a:pt x="22453" y="53983"/>
                  </a:lnTo>
                  <a:lnTo>
                    <a:pt x="20542" y="54939"/>
                  </a:lnTo>
                  <a:lnTo>
                    <a:pt x="18154" y="57328"/>
                  </a:lnTo>
                  <a:lnTo>
                    <a:pt x="17676" y="58283"/>
                  </a:lnTo>
                  <a:lnTo>
                    <a:pt x="17676" y="58283"/>
                  </a:lnTo>
                  <a:lnTo>
                    <a:pt x="17198" y="58761"/>
                  </a:lnTo>
                  <a:lnTo>
                    <a:pt x="16243" y="59238"/>
                  </a:lnTo>
                  <a:lnTo>
                    <a:pt x="15765" y="59238"/>
                  </a:lnTo>
                  <a:lnTo>
                    <a:pt x="15287" y="58761"/>
                  </a:lnTo>
                  <a:lnTo>
                    <a:pt x="15287" y="58761"/>
                  </a:lnTo>
                  <a:lnTo>
                    <a:pt x="13854" y="56850"/>
                  </a:lnTo>
                  <a:lnTo>
                    <a:pt x="12421" y="54461"/>
                  </a:lnTo>
                  <a:lnTo>
                    <a:pt x="11466" y="53506"/>
                  </a:lnTo>
                  <a:lnTo>
                    <a:pt x="10032" y="53506"/>
                  </a:lnTo>
                  <a:lnTo>
                    <a:pt x="8599" y="53983"/>
                  </a:lnTo>
                  <a:lnTo>
                    <a:pt x="7644" y="55417"/>
                  </a:lnTo>
                  <a:lnTo>
                    <a:pt x="5733" y="56850"/>
                  </a:lnTo>
                  <a:lnTo>
                    <a:pt x="4777" y="57328"/>
                  </a:lnTo>
                  <a:lnTo>
                    <a:pt x="3822" y="56850"/>
                  </a:lnTo>
                  <a:lnTo>
                    <a:pt x="1911" y="55417"/>
                  </a:lnTo>
                  <a:lnTo>
                    <a:pt x="478" y="54461"/>
                  </a:lnTo>
                  <a:lnTo>
                    <a:pt x="0" y="53506"/>
                  </a:lnTo>
                  <a:lnTo>
                    <a:pt x="478" y="52550"/>
                  </a:lnTo>
                  <a:lnTo>
                    <a:pt x="956" y="51595"/>
                  </a:lnTo>
                  <a:lnTo>
                    <a:pt x="1911" y="50162"/>
                  </a:lnTo>
                  <a:lnTo>
                    <a:pt x="2389" y="4968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5" name="Freeform 4924">
              <a:extLst>
                <a:ext uri="{FF2B5EF4-FFF2-40B4-BE49-F238E27FC236}">
                  <a16:creationId xmlns:a16="http://schemas.microsoft.com/office/drawing/2014/main" id="{6FE00E3B-E7AB-B834-66F4-4194558681DA}"/>
                </a:ext>
              </a:extLst>
            </p:cNvPr>
            <p:cNvSpPr/>
            <p:nvPr/>
          </p:nvSpPr>
          <p:spPr>
            <a:xfrm>
              <a:off x="8133993" y="4322138"/>
              <a:ext cx="1433" cy="955"/>
            </a:xfrm>
            <a:custGeom>
              <a:avLst/>
              <a:gdLst>
                <a:gd name="csX0" fmla="*/ 0 w 1433"/>
                <a:gd name="csY0" fmla="*/ 956 h 955"/>
                <a:gd name="csX1" fmla="*/ 0 w 1433"/>
                <a:gd name="csY1" fmla="*/ 478 h 955"/>
                <a:gd name="csX2" fmla="*/ 478 w 1433"/>
                <a:gd name="csY2" fmla="*/ 0 h 955"/>
                <a:gd name="csX3" fmla="*/ 956 w 1433"/>
                <a:gd name="csY3" fmla="*/ 0 h 955"/>
                <a:gd name="csX4" fmla="*/ 1433 w 1433"/>
                <a:gd name="csY4" fmla="*/ 478 h 955"/>
                <a:gd name="csX5" fmla="*/ 1433 w 1433"/>
                <a:gd name="csY5" fmla="*/ 478 h 955"/>
                <a:gd name="csX6" fmla="*/ 478 w 1433"/>
                <a:gd name="csY6" fmla="*/ 478 h 955"/>
                <a:gd name="csX7" fmla="*/ 478 w 1433"/>
                <a:gd name="csY7" fmla="*/ 956 h 955"/>
                <a:gd name="csX8" fmla="*/ 0 w 1433"/>
                <a:gd name="csY8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955">
                  <a:moveTo>
                    <a:pt x="0" y="956"/>
                  </a:move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478"/>
                  </a:lnTo>
                  <a:lnTo>
                    <a:pt x="1433" y="478"/>
                  </a:lnTo>
                  <a:lnTo>
                    <a:pt x="478" y="478"/>
                  </a:lnTo>
                  <a:lnTo>
                    <a:pt x="478" y="956"/>
                  </a:lnTo>
                  <a:lnTo>
                    <a:pt x="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6" name="Freeform 4925">
              <a:extLst>
                <a:ext uri="{FF2B5EF4-FFF2-40B4-BE49-F238E27FC236}">
                  <a16:creationId xmlns:a16="http://schemas.microsoft.com/office/drawing/2014/main" id="{39239C13-8934-50C2-DA31-4D99F5E942C2}"/>
                </a:ext>
              </a:extLst>
            </p:cNvPr>
            <p:cNvSpPr/>
            <p:nvPr/>
          </p:nvSpPr>
          <p:spPr>
            <a:xfrm>
              <a:off x="7711680" y="4196017"/>
              <a:ext cx="177715" cy="356386"/>
            </a:xfrm>
            <a:custGeom>
              <a:avLst/>
              <a:gdLst>
                <a:gd name="csX0" fmla="*/ 129465 w 177715"/>
                <a:gd name="csY0" fmla="*/ 353520 h 356386"/>
                <a:gd name="csX1" fmla="*/ 128509 w 177715"/>
                <a:gd name="csY1" fmla="*/ 353520 h 356386"/>
                <a:gd name="csX2" fmla="*/ 126598 w 177715"/>
                <a:gd name="csY2" fmla="*/ 356386 h 356386"/>
                <a:gd name="csX3" fmla="*/ 126121 w 177715"/>
                <a:gd name="csY3" fmla="*/ 354953 h 356386"/>
                <a:gd name="csX4" fmla="*/ 125165 w 177715"/>
                <a:gd name="csY4" fmla="*/ 353520 h 356386"/>
                <a:gd name="csX5" fmla="*/ 126121 w 177715"/>
                <a:gd name="csY5" fmla="*/ 350653 h 356386"/>
                <a:gd name="csX6" fmla="*/ 124688 w 177715"/>
                <a:gd name="csY6" fmla="*/ 344443 h 356386"/>
                <a:gd name="csX7" fmla="*/ 125643 w 177715"/>
                <a:gd name="csY7" fmla="*/ 343965 h 356386"/>
                <a:gd name="csX8" fmla="*/ 126121 w 177715"/>
                <a:gd name="csY8" fmla="*/ 343487 h 356386"/>
                <a:gd name="csX9" fmla="*/ 127554 w 177715"/>
                <a:gd name="csY9" fmla="*/ 341099 h 356386"/>
                <a:gd name="csX10" fmla="*/ 128987 w 177715"/>
                <a:gd name="csY10" fmla="*/ 338710 h 356386"/>
                <a:gd name="csX11" fmla="*/ 128987 w 177715"/>
                <a:gd name="csY11" fmla="*/ 336321 h 356386"/>
                <a:gd name="csX12" fmla="*/ 130420 w 177715"/>
                <a:gd name="csY12" fmla="*/ 333933 h 356386"/>
                <a:gd name="csX13" fmla="*/ 129943 w 177715"/>
                <a:gd name="csY13" fmla="*/ 332500 h 356386"/>
                <a:gd name="csX14" fmla="*/ 129943 w 177715"/>
                <a:gd name="csY14" fmla="*/ 330589 h 356386"/>
                <a:gd name="csX15" fmla="*/ 130420 w 177715"/>
                <a:gd name="csY15" fmla="*/ 329155 h 356386"/>
                <a:gd name="csX16" fmla="*/ 130420 w 177715"/>
                <a:gd name="csY16" fmla="*/ 327722 h 356386"/>
                <a:gd name="csX17" fmla="*/ 131376 w 177715"/>
                <a:gd name="csY17" fmla="*/ 326289 h 356386"/>
                <a:gd name="csX18" fmla="*/ 132809 w 177715"/>
                <a:gd name="csY18" fmla="*/ 325334 h 356386"/>
                <a:gd name="csX19" fmla="*/ 132331 w 177715"/>
                <a:gd name="csY19" fmla="*/ 324856 h 356386"/>
                <a:gd name="csX20" fmla="*/ 131376 w 177715"/>
                <a:gd name="csY20" fmla="*/ 324378 h 356386"/>
                <a:gd name="csX21" fmla="*/ 129465 w 177715"/>
                <a:gd name="csY21" fmla="*/ 325334 h 356386"/>
                <a:gd name="csX22" fmla="*/ 128032 w 177715"/>
                <a:gd name="csY22" fmla="*/ 324856 h 356386"/>
                <a:gd name="csX23" fmla="*/ 128032 w 177715"/>
                <a:gd name="csY23" fmla="*/ 323901 h 356386"/>
                <a:gd name="csX24" fmla="*/ 128032 w 177715"/>
                <a:gd name="csY24" fmla="*/ 322467 h 356386"/>
                <a:gd name="csX25" fmla="*/ 128509 w 177715"/>
                <a:gd name="csY25" fmla="*/ 321989 h 356386"/>
                <a:gd name="csX26" fmla="*/ 128987 w 177715"/>
                <a:gd name="csY26" fmla="*/ 321034 h 356386"/>
                <a:gd name="csX27" fmla="*/ 128987 w 177715"/>
                <a:gd name="csY27" fmla="*/ 319123 h 356386"/>
                <a:gd name="csX28" fmla="*/ 128509 w 177715"/>
                <a:gd name="csY28" fmla="*/ 317690 h 356386"/>
                <a:gd name="csX29" fmla="*/ 129465 w 177715"/>
                <a:gd name="csY29" fmla="*/ 315779 h 356386"/>
                <a:gd name="csX30" fmla="*/ 128032 w 177715"/>
                <a:gd name="csY30" fmla="*/ 315779 h 356386"/>
                <a:gd name="csX31" fmla="*/ 127554 w 177715"/>
                <a:gd name="csY31" fmla="*/ 315779 h 356386"/>
                <a:gd name="csX32" fmla="*/ 128032 w 177715"/>
                <a:gd name="csY32" fmla="*/ 314346 h 356386"/>
                <a:gd name="csX33" fmla="*/ 128987 w 177715"/>
                <a:gd name="csY33" fmla="*/ 313868 h 356386"/>
                <a:gd name="csX34" fmla="*/ 128032 w 177715"/>
                <a:gd name="csY34" fmla="*/ 311957 h 356386"/>
                <a:gd name="csX35" fmla="*/ 128509 w 177715"/>
                <a:gd name="csY35" fmla="*/ 310046 h 356386"/>
                <a:gd name="csX36" fmla="*/ 128509 w 177715"/>
                <a:gd name="csY36" fmla="*/ 307658 h 356386"/>
                <a:gd name="csX37" fmla="*/ 128032 w 177715"/>
                <a:gd name="csY37" fmla="*/ 305747 h 356386"/>
                <a:gd name="csX38" fmla="*/ 128032 w 177715"/>
                <a:gd name="csY38" fmla="*/ 304314 h 356386"/>
                <a:gd name="csX39" fmla="*/ 127554 w 177715"/>
                <a:gd name="csY39" fmla="*/ 301925 h 356386"/>
                <a:gd name="csX40" fmla="*/ 127076 w 177715"/>
                <a:gd name="csY40" fmla="*/ 298581 h 356386"/>
                <a:gd name="csX41" fmla="*/ 125165 w 177715"/>
                <a:gd name="csY41" fmla="*/ 296192 h 356386"/>
                <a:gd name="csX42" fmla="*/ 123732 w 177715"/>
                <a:gd name="csY42" fmla="*/ 292848 h 356386"/>
                <a:gd name="csX43" fmla="*/ 120388 w 177715"/>
                <a:gd name="csY43" fmla="*/ 288071 h 356386"/>
                <a:gd name="csX44" fmla="*/ 120388 w 177715"/>
                <a:gd name="csY44" fmla="*/ 286160 h 356386"/>
                <a:gd name="csX45" fmla="*/ 120388 w 177715"/>
                <a:gd name="csY45" fmla="*/ 284249 h 356386"/>
                <a:gd name="csX46" fmla="*/ 119432 w 177715"/>
                <a:gd name="csY46" fmla="*/ 283294 h 356386"/>
                <a:gd name="csX47" fmla="*/ 118477 w 177715"/>
                <a:gd name="csY47" fmla="*/ 289504 h 356386"/>
                <a:gd name="csX48" fmla="*/ 117522 w 177715"/>
                <a:gd name="csY48" fmla="*/ 288548 h 356386"/>
                <a:gd name="csX49" fmla="*/ 117522 w 177715"/>
                <a:gd name="csY49" fmla="*/ 284727 h 356386"/>
                <a:gd name="csX50" fmla="*/ 117044 w 177715"/>
                <a:gd name="csY50" fmla="*/ 283294 h 356386"/>
                <a:gd name="csX51" fmla="*/ 117522 w 177715"/>
                <a:gd name="csY51" fmla="*/ 279949 h 356386"/>
                <a:gd name="csX52" fmla="*/ 115611 w 177715"/>
                <a:gd name="csY52" fmla="*/ 276605 h 356386"/>
                <a:gd name="csX53" fmla="*/ 115133 w 177715"/>
                <a:gd name="csY53" fmla="*/ 274217 h 356386"/>
                <a:gd name="csX54" fmla="*/ 113700 w 177715"/>
                <a:gd name="csY54" fmla="*/ 270873 h 356386"/>
                <a:gd name="csX55" fmla="*/ 114177 w 177715"/>
                <a:gd name="csY55" fmla="*/ 269917 h 356386"/>
                <a:gd name="csX56" fmla="*/ 116088 w 177715"/>
                <a:gd name="csY56" fmla="*/ 270873 h 356386"/>
                <a:gd name="csX57" fmla="*/ 114177 w 177715"/>
                <a:gd name="csY57" fmla="*/ 268962 h 356386"/>
                <a:gd name="csX58" fmla="*/ 112745 w 177715"/>
                <a:gd name="csY58" fmla="*/ 269439 h 356386"/>
                <a:gd name="csX59" fmla="*/ 111789 w 177715"/>
                <a:gd name="csY59" fmla="*/ 267051 h 356386"/>
                <a:gd name="csX60" fmla="*/ 111789 w 177715"/>
                <a:gd name="csY60" fmla="*/ 260840 h 356386"/>
                <a:gd name="csX61" fmla="*/ 110356 w 177715"/>
                <a:gd name="csY61" fmla="*/ 258452 h 356386"/>
                <a:gd name="csX62" fmla="*/ 111311 w 177715"/>
                <a:gd name="csY62" fmla="*/ 256063 h 356386"/>
                <a:gd name="csX63" fmla="*/ 109878 w 177715"/>
                <a:gd name="csY63" fmla="*/ 247941 h 356386"/>
                <a:gd name="csX64" fmla="*/ 107489 w 177715"/>
                <a:gd name="csY64" fmla="*/ 245075 h 356386"/>
                <a:gd name="csX65" fmla="*/ 107967 w 177715"/>
                <a:gd name="csY65" fmla="*/ 242687 h 356386"/>
                <a:gd name="csX66" fmla="*/ 108445 w 177715"/>
                <a:gd name="csY66" fmla="*/ 240775 h 356386"/>
                <a:gd name="csX67" fmla="*/ 108445 w 177715"/>
                <a:gd name="csY67" fmla="*/ 236954 h 356386"/>
                <a:gd name="csX68" fmla="*/ 108923 w 177715"/>
                <a:gd name="csY68" fmla="*/ 235998 h 356386"/>
                <a:gd name="csX69" fmla="*/ 110356 w 177715"/>
                <a:gd name="csY69" fmla="*/ 235043 h 356386"/>
                <a:gd name="csX70" fmla="*/ 108923 w 177715"/>
                <a:gd name="csY70" fmla="*/ 235043 h 356386"/>
                <a:gd name="csX71" fmla="*/ 107967 w 177715"/>
                <a:gd name="csY71" fmla="*/ 235521 h 356386"/>
                <a:gd name="csX72" fmla="*/ 105579 w 177715"/>
                <a:gd name="csY72" fmla="*/ 235521 h 356386"/>
                <a:gd name="csX73" fmla="*/ 103190 w 177715"/>
                <a:gd name="csY73" fmla="*/ 235521 h 356386"/>
                <a:gd name="csX74" fmla="*/ 102234 w 177715"/>
                <a:gd name="csY74" fmla="*/ 233132 h 356386"/>
                <a:gd name="csX75" fmla="*/ 100801 w 177715"/>
                <a:gd name="csY75" fmla="*/ 231699 h 356386"/>
                <a:gd name="csX76" fmla="*/ 99846 w 177715"/>
                <a:gd name="csY76" fmla="*/ 228832 h 356386"/>
                <a:gd name="csX77" fmla="*/ 99368 w 177715"/>
                <a:gd name="csY77" fmla="*/ 225488 h 356386"/>
                <a:gd name="csX78" fmla="*/ 99846 w 177715"/>
                <a:gd name="csY78" fmla="*/ 225010 h 356386"/>
                <a:gd name="csX79" fmla="*/ 97935 w 177715"/>
                <a:gd name="csY79" fmla="*/ 223577 h 356386"/>
                <a:gd name="csX80" fmla="*/ 96979 w 177715"/>
                <a:gd name="csY80" fmla="*/ 222622 h 356386"/>
                <a:gd name="csX81" fmla="*/ 95068 w 177715"/>
                <a:gd name="csY81" fmla="*/ 220711 h 356386"/>
                <a:gd name="csX82" fmla="*/ 92680 w 177715"/>
                <a:gd name="csY82" fmla="*/ 219278 h 356386"/>
                <a:gd name="csX83" fmla="*/ 93157 w 177715"/>
                <a:gd name="csY83" fmla="*/ 220233 h 356386"/>
                <a:gd name="csX84" fmla="*/ 94113 w 177715"/>
                <a:gd name="csY84" fmla="*/ 220711 h 356386"/>
                <a:gd name="csX85" fmla="*/ 92680 w 177715"/>
                <a:gd name="csY85" fmla="*/ 223100 h 356386"/>
                <a:gd name="csX86" fmla="*/ 94113 w 177715"/>
                <a:gd name="csY86" fmla="*/ 225966 h 356386"/>
                <a:gd name="csX87" fmla="*/ 93157 w 177715"/>
                <a:gd name="csY87" fmla="*/ 228355 h 356386"/>
                <a:gd name="csX88" fmla="*/ 92202 w 177715"/>
                <a:gd name="csY88" fmla="*/ 230743 h 356386"/>
                <a:gd name="csX89" fmla="*/ 91247 w 177715"/>
                <a:gd name="csY89" fmla="*/ 232176 h 356386"/>
                <a:gd name="csX90" fmla="*/ 88380 w 177715"/>
                <a:gd name="csY90" fmla="*/ 235043 h 356386"/>
                <a:gd name="csX91" fmla="*/ 85991 w 177715"/>
                <a:gd name="csY91" fmla="*/ 235998 h 356386"/>
                <a:gd name="csX92" fmla="*/ 84558 w 177715"/>
                <a:gd name="csY92" fmla="*/ 235998 h 356386"/>
                <a:gd name="csX93" fmla="*/ 83125 w 177715"/>
                <a:gd name="csY93" fmla="*/ 235998 h 356386"/>
                <a:gd name="csX94" fmla="*/ 81692 w 177715"/>
                <a:gd name="csY94" fmla="*/ 234565 h 356386"/>
                <a:gd name="csX95" fmla="*/ 81214 w 177715"/>
                <a:gd name="csY95" fmla="*/ 233132 h 356386"/>
                <a:gd name="csX96" fmla="*/ 80736 w 177715"/>
                <a:gd name="csY96" fmla="*/ 231221 h 356386"/>
                <a:gd name="csX97" fmla="*/ 80259 w 177715"/>
                <a:gd name="csY97" fmla="*/ 230743 h 356386"/>
                <a:gd name="csX98" fmla="*/ 79781 w 177715"/>
                <a:gd name="csY98" fmla="*/ 231221 h 356386"/>
                <a:gd name="csX99" fmla="*/ 80736 w 177715"/>
                <a:gd name="csY99" fmla="*/ 233610 h 356386"/>
                <a:gd name="csX100" fmla="*/ 80736 w 177715"/>
                <a:gd name="csY100" fmla="*/ 235043 h 356386"/>
                <a:gd name="csX101" fmla="*/ 82170 w 177715"/>
                <a:gd name="csY101" fmla="*/ 237432 h 356386"/>
                <a:gd name="csX102" fmla="*/ 81692 w 177715"/>
                <a:gd name="csY102" fmla="*/ 237909 h 356386"/>
                <a:gd name="csX103" fmla="*/ 78348 w 177715"/>
                <a:gd name="csY103" fmla="*/ 239342 h 356386"/>
                <a:gd name="csX104" fmla="*/ 77393 w 177715"/>
                <a:gd name="csY104" fmla="*/ 238865 h 356386"/>
                <a:gd name="csX105" fmla="*/ 76915 w 177715"/>
                <a:gd name="csY105" fmla="*/ 239342 h 356386"/>
                <a:gd name="csX106" fmla="*/ 76437 w 177715"/>
                <a:gd name="csY106" fmla="*/ 240298 h 356386"/>
                <a:gd name="csX107" fmla="*/ 75959 w 177715"/>
                <a:gd name="csY107" fmla="*/ 240775 h 356386"/>
                <a:gd name="csX108" fmla="*/ 71182 w 177715"/>
                <a:gd name="csY108" fmla="*/ 242209 h 356386"/>
                <a:gd name="csX109" fmla="*/ 70227 w 177715"/>
                <a:gd name="csY109" fmla="*/ 244120 h 356386"/>
                <a:gd name="csX110" fmla="*/ 69749 w 177715"/>
                <a:gd name="csY110" fmla="*/ 246031 h 356386"/>
                <a:gd name="csX111" fmla="*/ 66882 w 177715"/>
                <a:gd name="csY111" fmla="*/ 248419 h 356386"/>
                <a:gd name="csX112" fmla="*/ 64016 w 177715"/>
                <a:gd name="csY112" fmla="*/ 250808 h 356386"/>
                <a:gd name="csX113" fmla="*/ 63061 w 177715"/>
                <a:gd name="csY113" fmla="*/ 250808 h 356386"/>
                <a:gd name="csX114" fmla="*/ 62105 w 177715"/>
                <a:gd name="csY114" fmla="*/ 250330 h 356386"/>
                <a:gd name="csX115" fmla="*/ 62105 w 177715"/>
                <a:gd name="csY115" fmla="*/ 247941 h 356386"/>
                <a:gd name="csX116" fmla="*/ 63061 w 177715"/>
                <a:gd name="csY116" fmla="*/ 246031 h 356386"/>
                <a:gd name="csX117" fmla="*/ 63061 w 177715"/>
                <a:gd name="csY117" fmla="*/ 243642 h 356386"/>
                <a:gd name="csX118" fmla="*/ 62583 w 177715"/>
                <a:gd name="csY118" fmla="*/ 245075 h 356386"/>
                <a:gd name="csX119" fmla="*/ 60672 w 177715"/>
                <a:gd name="csY119" fmla="*/ 247941 h 356386"/>
                <a:gd name="csX120" fmla="*/ 59716 w 177715"/>
                <a:gd name="csY120" fmla="*/ 248897 h 356386"/>
                <a:gd name="csX121" fmla="*/ 57806 w 177715"/>
                <a:gd name="csY121" fmla="*/ 248419 h 356386"/>
                <a:gd name="csX122" fmla="*/ 54939 w 177715"/>
                <a:gd name="csY122" fmla="*/ 248897 h 356386"/>
                <a:gd name="csX123" fmla="*/ 53984 w 177715"/>
                <a:gd name="csY123" fmla="*/ 246031 h 356386"/>
                <a:gd name="csX124" fmla="*/ 53984 w 177715"/>
                <a:gd name="csY124" fmla="*/ 245075 h 356386"/>
                <a:gd name="csX125" fmla="*/ 53506 w 177715"/>
                <a:gd name="csY125" fmla="*/ 244120 h 356386"/>
                <a:gd name="csX126" fmla="*/ 53984 w 177715"/>
                <a:gd name="csY126" fmla="*/ 242687 h 356386"/>
                <a:gd name="csX127" fmla="*/ 53984 w 177715"/>
                <a:gd name="csY127" fmla="*/ 242209 h 356386"/>
                <a:gd name="csX128" fmla="*/ 53506 w 177715"/>
                <a:gd name="csY128" fmla="*/ 243642 h 356386"/>
                <a:gd name="csX129" fmla="*/ 53028 w 177715"/>
                <a:gd name="csY129" fmla="*/ 245075 h 356386"/>
                <a:gd name="csX130" fmla="*/ 52073 w 177715"/>
                <a:gd name="csY130" fmla="*/ 246031 h 356386"/>
                <a:gd name="csX131" fmla="*/ 49206 w 177715"/>
                <a:gd name="csY131" fmla="*/ 247464 h 356386"/>
                <a:gd name="csX132" fmla="*/ 49206 w 177715"/>
                <a:gd name="csY132" fmla="*/ 245553 h 356386"/>
                <a:gd name="csX133" fmla="*/ 49206 w 177715"/>
                <a:gd name="csY133" fmla="*/ 244598 h 356386"/>
                <a:gd name="csX134" fmla="*/ 49684 w 177715"/>
                <a:gd name="csY134" fmla="*/ 243164 h 356386"/>
                <a:gd name="csX135" fmla="*/ 49684 w 177715"/>
                <a:gd name="csY135" fmla="*/ 240775 h 356386"/>
                <a:gd name="csX136" fmla="*/ 50640 w 177715"/>
                <a:gd name="csY136" fmla="*/ 237909 h 356386"/>
                <a:gd name="csX137" fmla="*/ 50640 w 177715"/>
                <a:gd name="csY137" fmla="*/ 236954 h 356386"/>
                <a:gd name="csX138" fmla="*/ 50162 w 177715"/>
                <a:gd name="csY138" fmla="*/ 235998 h 356386"/>
                <a:gd name="csX139" fmla="*/ 49684 w 177715"/>
                <a:gd name="csY139" fmla="*/ 237432 h 356386"/>
                <a:gd name="csX140" fmla="*/ 49206 w 177715"/>
                <a:gd name="csY140" fmla="*/ 239342 h 356386"/>
                <a:gd name="csX141" fmla="*/ 48729 w 177715"/>
                <a:gd name="csY141" fmla="*/ 239820 h 356386"/>
                <a:gd name="csX142" fmla="*/ 47773 w 177715"/>
                <a:gd name="csY142" fmla="*/ 240298 h 356386"/>
                <a:gd name="csX143" fmla="*/ 45862 w 177715"/>
                <a:gd name="csY143" fmla="*/ 242209 h 356386"/>
                <a:gd name="csX144" fmla="*/ 44907 w 177715"/>
                <a:gd name="csY144" fmla="*/ 243642 h 356386"/>
                <a:gd name="csX145" fmla="*/ 42040 w 177715"/>
                <a:gd name="csY145" fmla="*/ 245553 h 356386"/>
                <a:gd name="csX146" fmla="*/ 40607 w 177715"/>
                <a:gd name="csY146" fmla="*/ 245075 h 356386"/>
                <a:gd name="csX147" fmla="*/ 40607 w 177715"/>
                <a:gd name="csY147" fmla="*/ 243164 h 356386"/>
                <a:gd name="csX148" fmla="*/ 41563 w 177715"/>
                <a:gd name="csY148" fmla="*/ 235998 h 356386"/>
                <a:gd name="csX149" fmla="*/ 42518 w 177715"/>
                <a:gd name="csY149" fmla="*/ 235043 h 356386"/>
                <a:gd name="csX150" fmla="*/ 42996 w 177715"/>
                <a:gd name="csY150" fmla="*/ 233610 h 356386"/>
                <a:gd name="csX151" fmla="*/ 43951 w 177715"/>
                <a:gd name="csY151" fmla="*/ 229310 h 356386"/>
                <a:gd name="csX152" fmla="*/ 45384 w 177715"/>
                <a:gd name="csY152" fmla="*/ 227399 h 356386"/>
                <a:gd name="csX153" fmla="*/ 45384 w 177715"/>
                <a:gd name="csY153" fmla="*/ 224055 h 356386"/>
                <a:gd name="csX154" fmla="*/ 45862 w 177715"/>
                <a:gd name="csY154" fmla="*/ 223577 h 356386"/>
                <a:gd name="csX155" fmla="*/ 47295 w 177715"/>
                <a:gd name="csY155" fmla="*/ 220711 h 356386"/>
                <a:gd name="csX156" fmla="*/ 47773 w 177715"/>
                <a:gd name="csY156" fmla="*/ 215934 h 356386"/>
                <a:gd name="csX157" fmla="*/ 47295 w 177715"/>
                <a:gd name="csY157" fmla="*/ 213545 h 356386"/>
                <a:gd name="csX158" fmla="*/ 45862 w 177715"/>
                <a:gd name="csY158" fmla="*/ 211156 h 356386"/>
                <a:gd name="csX159" fmla="*/ 44907 w 177715"/>
                <a:gd name="csY159" fmla="*/ 203991 h 356386"/>
                <a:gd name="csX160" fmla="*/ 41563 w 177715"/>
                <a:gd name="csY160" fmla="*/ 198258 h 356386"/>
                <a:gd name="csX161" fmla="*/ 41085 w 177715"/>
                <a:gd name="csY161" fmla="*/ 196347 h 356386"/>
                <a:gd name="csX162" fmla="*/ 39652 w 177715"/>
                <a:gd name="csY162" fmla="*/ 193958 h 356386"/>
                <a:gd name="csX163" fmla="*/ 41085 w 177715"/>
                <a:gd name="csY163" fmla="*/ 193480 h 356386"/>
                <a:gd name="csX164" fmla="*/ 38218 w 177715"/>
                <a:gd name="csY164" fmla="*/ 191569 h 356386"/>
                <a:gd name="csX165" fmla="*/ 37741 w 177715"/>
                <a:gd name="csY165" fmla="*/ 190614 h 356386"/>
                <a:gd name="csX166" fmla="*/ 36786 w 177715"/>
                <a:gd name="csY166" fmla="*/ 185837 h 356386"/>
                <a:gd name="csX167" fmla="*/ 37263 w 177715"/>
                <a:gd name="csY167" fmla="*/ 182970 h 356386"/>
                <a:gd name="csX168" fmla="*/ 36786 w 177715"/>
                <a:gd name="csY168" fmla="*/ 183448 h 356386"/>
                <a:gd name="csX169" fmla="*/ 36308 w 177715"/>
                <a:gd name="csY169" fmla="*/ 185359 h 356386"/>
                <a:gd name="csX170" fmla="*/ 34874 w 177715"/>
                <a:gd name="csY170" fmla="*/ 185837 h 356386"/>
                <a:gd name="csX171" fmla="*/ 35352 w 177715"/>
                <a:gd name="csY171" fmla="*/ 188703 h 356386"/>
                <a:gd name="csX172" fmla="*/ 35352 w 177715"/>
                <a:gd name="csY172" fmla="*/ 189659 h 356386"/>
                <a:gd name="csX173" fmla="*/ 34874 w 177715"/>
                <a:gd name="csY173" fmla="*/ 190614 h 356386"/>
                <a:gd name="csX174" fmla="*/ 32008 w 177715"/>
                <a:gd name="csY174" fmla="*/ 189659 h 356386"/>
                <a:gd name="csX175" fmla="*/ 30097 w 177715"/>
                <a:gd name="csY175" fmla="*/ 188225 h 356386"/>
                <a:gd name="csX176" fmla="*/ 28186 w 177715"/>
                <a:gd name="csY176" fmla="*/ 184881 h 356386"/>
                <a:gd name="csX177" fmla="*/ 26275 w 177715"/>
                <a:gd name="csY177" fmla="*/ 181537 h 356386"/>
                <a:gd name="csX178" fmla="*/ 26753 w 177715"/>
                <a:gd name="csY178" fmla="*/ 181059 h 356386"/>
                <a:gd name="csX179" fmla="*/ 27709 w 177715"/>
                <a:gd name="csY179" fmla="*/ 181059 h 356386"/>
                <a:gd name="csX180" fmla="*/ 30575 w 177715"/>
                <a:gd name="csY180" fmla="*/ 183448 h 356386"/>
                <a:gd name="csX181" fmla="*/ 32486 w 177715"/>
                <a:gd name="csY181" fmla="*/ 183926 h 356386"/>
                <a:gd name="csX182" fmla="*/ 33919 w 177715"/>
                <a:gd name="csY182" fmla="*/ 183448 h 356386"/>
                <a:gd name="csX183" fmla="*/ 35352 w 177715"/>
                <a:gd name="csY183" fmla="*/ 182493 h 356386"/>
                <a:gd name="csX184" fmla="*/ 36308 w 177715"/>
                <a:gd name="csY184" fmla="*/ 180104 h 356386"/>
                <a:gd name="csX185" fmla="*/ 35352 w 177715"/>
                <a:gd name="csY185" fmla="*/ 179626 h 356386"/>
                <a:gd name="csX186" fmla="*/ 33919 w 177715"/>
                <a:gd name="csY186" fmla="*/ 179149 h 356386"/>
                <a:gd name="csX187" fmla="*/ 32963 w 177715"/>
                <a:gd name="csY187" fmla="*/ 178671 h 356386"/>
                <a:gd name="csX188" fmla="*/ 31531 w 177715"/>
                <a:gd name="csY188" fmla="*/ 176760 h 356386"/>
                <a:gd name="csX189" fmla="*/ 31531 w 177715"/>
                <a:gd name="csY189" fmla="*/ 176282 h 356386"/>
                <a:gd name="csX190" fmla="*/ 31052 w 177715"/>
                <a:gd name="csY190" fmla="*/ 175327 h 356386"/>
                <a:gd name="csX191" fmla="*/ 29620 w 177715"/>
                <a:gd name="csY191" fmla="*/ 174849 h 356386"/>
                <a:gd name="csX192" fmla="*/ 28664 w 177715"/>
                <a:gd name="csY192" fmla="*/ 173893 h 356386"/>
                <a:gd name="csX193" fmla="*/ 29620 w 177715"/>
                <a:gd name="csY193" fmla="*/ 172460 h 356386"/>
                <a:gd name="csX194" fmla="*/ 30575 w 177715"/>
                <a:gd name="csY194" fmla="*/ 171027 h 356386"/>
                <a:gd name="csX195" fmla="*/ 27709 w 177715"/>
                <a:gd name="csY195" fmla="*/ 171027 h 356386"/>
                <a:gd name="csX196" fmla="*/ 25320 w 177715"/>
                <a:gd name="csY196" fmla="*/ 169116 h 356386"/>
                <a:gd name="csX197" fmla="*/ 24365 w 177715"/>
                <a:gd name="csY197" fmla="*/ 168638 h 356386"/>
                <a:gd name="csX198" fmla="*/ 23409 w 177715"/>
                <a:gd name="csY198" fmla="*/ 168161 h 356386"/>
                <a:gd name="csX199" fmla="*/ 21498 w 177715"/>
                <a:gd name="csY199" fmla="*/ 168161 h 356386"/>
                <a:gd name="csX200" fmla="*/ 19587 w 177715"/>
                <a:gd name="csY200" fmla="*/ 168638 h 356386"/>
                <a:gd name="csX201" fmla="*/ 20543 w 177715"/>
                <a:gd name="csY201" fmla="*/ 171505 h 356386"/>
                <a:gd name="csX202" fmla="*/ 20065 w 177715"/>
                <a:gd name="csY202" fmla="*/ 172460 h 356386"/>
                <a:gd name="csX203" fmla="*/ 19109 w 177715"/>
                <a:gd name="csY203" fmla="*/ 171983 h 356386"/>
                <a:gd name="csX204" fmla="*/ 16243 w 177715"/>
                <a:gd name="csY204" fmla="*/ 168161 h 356386"/>
                <a:gd name="csX205" fmla="*/ 17199 w 177715"/>
                <a:gd name="csY205" fmla="*/ 167205 h 356386"/>
                <a:gd name="csX206" fmla="*/ 18154 w 177715"/>
                <a:gd name="csY206" fmla="*/ 166250 h 356386"/>
                <a:gd name="csX207" fmla="*/ 17676 w 177715"/>
                <a:gd name="csY207" fmla="*/ 165772 h 356386"/>
                <a:gd name="csX208" fmla="*/ 16721 w 177715"/>
                <a:gd name="csY208" fmla="*/ 165772 h 356386"/>
                <a:gd name="csX209" fmla="*/ 17676 w 177715"/>
                <a:gd name="csY209" fmla="*/ 162428 h 356386"/>
                <a:gd name="csX210" fmla="*/ 17199 w 177715"/>
                <a:gd name="csY210" fmla="*/ 161473 h 356386"/>
                <a:gd name="csX211" fmla="*/ 16721 w 177715"/>
                <a:gd name="csY211" fmla="*/ 162906 h 356386"/>
                <a:gd name="csX212" fmla="*/ 16243 w 177715"/>
                <a:gd name="csY212" fmla="*/ 163861 h 356386"/>
                <a:gd name="csX213" fmla="*/ 13854 w 177715"/>
                <a:gd name="csY213" fmla="*/ 166727 h 356386"/>
                <a:gd name="csX214" fmla="*/ 12899 w 177715"/>
                <a:gd name="csY214" fmla="*/ 166250 h 356386"/>
                <a:gd name="csX215" fmla="*/ 12421 w 177715"/>
                <a:gd name="csY215" fmla="*/ 165294 h 356386"/>
                <a:gd name="csX216" fmla="*/ 13377 w 177715"/>
                <a:gd name="csY216" fmla="*/ 163861 h 356386"/>
                <a:gd name="csX217" fmla="*/ 13854 w 177715"/>
                <a:gd name="csY217" fmla="*/ 163861 h 356386"/>
                <a:gd name="csX218" fmla="*/ 14332 w 177715"/>
                <a:gd name="csY218" fmla="*/ 162906 h 356386"/>
                <a:gd name="csX219" fmla="*/ 13377 w 177715"/>
                <a:gd name="csY219" fmla="*/ 161473 h 356386"/>
                <a:gd name="csX220" fmla="*/ 11943 w 177715"/>
                <a:gd name="csY220" fmla="*/ 160517 h 356386"/>
                <a:gd name="csX221" fmla="*/ 10988 w 177715"/>
                <a:gd name="csY221" fmla="*/ 158606 h 356386"/>
                <a:gd name="csX222" fmla="*/ 10510 w 177715"/>
                <a:gd name="csY222" fmla="*/ 158606 h 356386"/>
                <a:gd name="csX223" fmla="*/ 10988 w 177715"/>
                <a:gd name="csY223" fmla="*/ 160517 h 356386"/>
                <a:gd name="csX224" fmla="*/ 10988 w 177715"/>
                <a:gd name="csY224" fmla="*/ 163861 h 356386"/>
                <a:gd name="csX225" fmla="*/ 8599 w 177715"/>
                <a:gd name="csY225" fmla="*/ 160517 h 356386"/>
                <a:gd name="csX226" fmla="*/ 4300 w 177715"/>
                <a:gd name="csY226" fmla="*/ 155740 h 356386"/>
                <a:gd name="csX227" fmla="*/ 2867 w 177715"/>
                <a:gd name="csY227" fmla="*/ 154307 h 356386"/>
                <a:gd name="csX228" fmla="*/ 2867 w 177715"/>
                <a:gd name="csY228" fmla="*/ 152873 h 356386"/>
                <a:gd name="csX229" fmla="*/ 2389 w 177715"/>
                <a:gd name="csY229" fmla="*/ 151440 h 356386"/>
                <a:gd name="csX230" fmla="*/ 1911 w 177715"/>
                <a:gd name="csY230" fmla="*/ 150007 h 356386"/>
                <a:gd name="csX231" fmla="*/ 1911 w 177715"/>
                <a:gd name="csY231" fmla="*/ 149052 h 356386"/>
                <a:gd name="csX232" fmla="*/ 956 w 177715"/>
                <a:gd name="csY232" fmla="*/ 148096 h 356386"/>
                <a:gd name="csX233" fmla="*/ 478 w 177715"/>
                <a:gd name="csY233" fmla="*/ 146185 h 356386"/>
                <a:gd name="csX234" fmla="*/ 0 w 177715"/>
                <a:gd name="csY234" fmla="*/ 144274 h 356386"/>
                <a:gd name="csX235" fmla="*/ 478 w 177715"/>
                <a:gd name="csY235" fmla="*/ 143319 h 356386"/>
                <a:gd name="csX236" fmla="*/ 1911 w 177715"/>
                <a:gd name="csY236" fmla="*/ 141886 h 356386"/>
                <a:gd name="csX237" fmla="*/ 3344 w 177715"/>
                <a:gd name="csY237" fmla="*/ 141408 h 356386"/>
                <a:gd name="csX238" fmla="*/ 3822 w 177715"/>
                <a:gd name="csY238" fmla="*/ 142363 h 356386"/>
                <a:gd name="csX239" fmla="*/ 5733 w 177715"/>
                <a:gd name="csY239" fmla="*/ 143319 h 356386"/>
                <a:gd name="csX240" fmla="*/ 7166 w 177715"/>
                <a:gd name="csY240" fmla="*/ 143796 h 356386"/>
                <a:gd name="csX241" fmla="*/ 7644 w 177715"/>
                <a:gd name="csY241" fmla="*/ 145230 h 356386"/>
                <a:gd name="csX242" fmla="*/ 8599 w 177715"/>
                <a:gd name="csY242" fmla="*/ 144752 h 356386"/>
                <a:gd name="csX243" fmla="*/ 8599 w 177715"/>
                <a:gd name="csY243" fmla="*/ 144752 h 356386"/>
                <a:gd name="csX244" fmla="*/ 9077 w 177715"/>
                <a:gd name="csY244" fmla="*/ 144274 h 356386"/>
                <a:gd name="csX245" fmla="*/ 9077 w 177715"/>
                <a:gd name="csY245" fmla="*/ 143319 h 356386"/>
                <a:gd name="csX246" fmla="*/ 8122 w 177715"/>
                <a:gd name="csY246" fmla="*/ 140930 h 356386"/>
                <a:gd name="csX247" fmla="*/ 8122 w 177715"/>
                <a:gd name="csY247" fmla="*/ 138542 h 356386"/>
                <a:gd name="csX248" fmla="*/ 8122 w 177715"/>
                <a:gd name="csY248" fmla="*/ 131853 h 356386"/>
                <a:gd name="csX249" fmla="*/ 8122 w 177715"/>
                <a:gd name="csY249" fmla="*/ 131376 h 356386"/>
                <a:gd name="csX250" fmla="*/ 9077 w 177715"/>
                <a:gd name="csY250" fmla="*/ 130420 h 356386"/>
                <a:gd name="csX251" fmla="*/ 9555 w 177715"/>
                <a:gd name="csY251" fmla="*/ 129942 h 356386"/>
                <a:gd name="csX252" fmla="*/ 10033 w 177715"/>
                <a:gd name="csY252" fmla="*/ 128509 h 356386"/>
                <a:gd name="csX253" fmla="*/ 10033 w 177715"/>
                <a:gd name="csY253" fmla="*/ 128031 h 356386"/>
                <a:gd name="csX254" fmla="*/ 10988 w 177715"/>
                <a:gd name="csY254" fmla="*/ 128031 h 356386"/>
                <a:gd name="csX255" fmla="*/ 11943 w 177715"/>
                <a:gd name="csY255" fmla="*/ 128509 h 356386"/>
                <a:gd name="csX256" fmla="*/ 13377 w 177715"/>
                <a:gd name="csY256" fmla="*/ 130420 h 356386"/>
                <a:gd name="csX257" fmla="*/ 14810 w 177715"/>
                <a:gd name="csY257" fmla="*/ 130898 h 356386"/>
                <a:gd name="csX258" fmla="*/ 15765 w 177715"/>
                <a:gd name="csY258" fmla="*/ 130420 h 356386"/>
                <a:gd name="csX259" fmla="*/ 16721 w 177715"/>
                <a:gd name="csY259" fmla="*/ 128031 h 356386"/>
                <a:gd name="csX260" fmla="*/ 17199 w 177715"/>
                <a:gd name="csY260" fmla="*/ 127076 h 356386"/>
                <a:gd name="csX261" fmla="*/ 17676 w 177715"/>
                <a:gd name="csY261" fmla="*/ 126598 h 356386"/>
                <a:gd name="csX262" fmla="*/ 18632 w 177715"/>
                <a:gd name="csY262" fmla="*/ 126598 h 356386"/>
                <a:gd name="csX263" fmla="*/ 19587 w 177715"/>
                <a:gd name="csY263" fmla="*/ 126120 h 356386"/>
                <a:gd name="csX264" fmla="*/ 19587 w 177715"/>
                <a:gd name="csY264" fmla="*/ 125165 h 356386"/>
                <a:gd name="csX265" fmla="*/ 19587 w 177715"/>
                <a:gd name="csY265" fmla="*/ 123732 h 356386"/>
                <a:gd name="csX266" fmla="*/ 18632 w 177715"/>
                <a:gd name="csY266" fmla="*/ 119910 h 356386"/>
                <a:gd name="csX267" fmla="*/ 18154 w 177715"/>
                <a:gd name="csY267" fmla="*/ 118477 h 356386"/>
                <a:gd name="csX268" fmla="*/ 18154 w 177715"/>
                <a:gd name="csY268" fmla="*/ 116566 h 356386"/>
                <a:gd name="csX269" fmla="*/ 18632 w 177715"/>
                <a:gd name="csY269" fmla="*/ 115133 h 356386"/>
                <a:gd name="csX270" fmla="*/ 19587 w 177715"/>
                <a:gd name="csY270" fmla="*/ 112744 h 356386"/>
                <a:gd name="csX271" fmla="*/ 19587 w 177715"/>
                <a:gd name="csY271" fmla="*/ 111311 h 356386"/>
                <a:gd name="csX272" fmla="*/ 19587 w 177715"/>
                <a:gd name="csY272" fmla="*/ 110355 h 356386"/>
                <a:gd name="csX273" fmla="*/ 20543 w 177715"/>
                <a:gd name="csY273" fmla="*/ 110355 h 356386"/>
                <a:gd name="csX274" fmla="*/ 21498 w 177715"/>
                <a:gd name="csY274" fmla="*/ 110833 h 356386"/>
                <a:gd name="csX275" fmla="*/ 22454 w 177715"/>
                <a:gd name="csY275" fmla="*/ 110355 h 356386"/>
                <a:gd name="csX276" fmla="*/ 23409 w 177715"/>
                <a:gd name="csY276" fmla="*/ 109400 h 356386"/>
                <a:gd name="csX277" fmla="*/ 23409 w 177715"/>
                <a:gd name="csY277" fmla="*/ 108445 h 356386"/>
                <a:gd name="csX278" fmla="*/ 24365 w 177715"/>
                <a:gd name="csY278" fmla="*/ 104623 h 356386"/>
                <a:gd name="csX279" fmla="*/ 24365 w 177715"/>
                <a:gd name="csY279" fmla="*/ 100801 h 356386"/>
                <a:gd name="csX280" fmla="*/ 24365 w 177715"/>
                <a:gd name="csY280" fmla="*/ 97935 h 356386"/>
                <a:gd name="csX281" fmla="*/ 23886 w 177715"/>
                <a:gd name="csY281" fmla="*/ 96024 h 356386"/>
                <a:gd name="csX282" fmla="*/ 22454 w 177715"/>
                <a:gd name="csY282" fmla="*/ 90769 h 356386"/>
                <a:gd name="csX283" fmla="*/ 22931 w 177715"/>
                <a:gd name="csY283" fmla="*/ 90291 h 356386"/>
                <a:gd name="csX284" fmla="*/ 22931 w 177715"/>
                <a:gd name="csY284" fmla="*/ 90291 h 356386"/>
                <a:gd name="csX285" fmla="*/ 23409 w 177715"/>
                <a:gd name="csY285" fmla="*/ 89813 h 356386"/>
                <a:gd name="csX286" fmla="*/ 25320 w 177715"/>
                <a:gd name="csY286" fmla="*/ 91724 h 356386"/>
                <a:gd name="csX287" fmla="*/ 26275 w 177715"/>
                <a:gd name="csY287" fmla="*/ 92202 h 356386"/>
                <a:gd name="csX288" fmla="*/ 27709 w 177715"/>
                <a:gd name="csY288" fmla="*/ 91724 h 356386"/>
                <a:gd name="csX289" fmla="*/ 29142 w 177715"/>
                <a:gd name="csY289" fmla="*/ 91246 h 356386"/>
                <a:gd name="csX290" fmla="*/ 30097 w 177715"/>
                <a:gd name="csY290" fmla="*/ 91246 h 356386"/>
                <a:gd name="csX291" fmla="*/ 31531 w 177715"/>
                <a:gd name="csY291" fmla="*/ 91724 h 356386"/>
                <a:gd name="csX292" fmla="*/ 33441 w 177715"/>
                <a:gd name="csY292" fmla="*/ 92679 h 356386"/>
                <a:gd name="csX293" fmla="*/ 36308 w 177715"/>
                <a:gd name="csY293" fmla="*/ 93157 h 356386"/>
                <a:gd name="csX294" fmla="*/ 37741 w 177715"/>
                <a:gd name="csY294" fmla="*/ 94113 h 356386"/>
                <a:gd name="csX295" fmla="*/ 38697 w 177715"/>
                <a:gd name="csY295" fmla="*/ 93635 h 356386"/>
                <a:gd name="csX296" fmla="*/ 39652 w 177715"/>
                <a:gd name="csY296" fmla="*/ 92202 h 356386"/>
                <a:gd name="csX297" fmla="*/ 40607 w 177715"/>
                <a:gd name="csY297" fmla="*/ 89335 h 356386"/>
                <a:gd name="csX298" fmla="*/ 42040 w 177715"/>
                <a:gd name="csY298" fmla="*/ 85036 h 356386"/>
                <a:gd name="csX299" fmla="*/ 43951 w 177715"/>
                <a:gd name="csY299" fmla="*/ 82170 h 356386"/>
                <a:gd name="csX300" fmla="*/ 43951 w 177715"/>
                <a:gd name="csY300" fmla="*/ 81214 h 356386"/>
                <a:gd name="csX301" fmla="*/ 45862 w 177715"/>
                <a:gd name="csY301" fmla="*/ 78825 h 356386"/>
                <a:gd name="csX302" fmla="*/ 47773 w 177715"/>
                <a:gd name="csY302" fmla="*/ 75959 h 356386"/>
                <a:gd name="csX303" fmla="*/ 49206 w 177715"/>
                <a:gd name="csY303" fmla="*/ 73093 h 356386"/>
                <a:gd name="csX304" fmla="*/ 50162 w 177715"/>
                <a:gd name="csY304" fmla="*/ 70704 h 356386"/>
                <a:gd name="csX305" fmla="*/ 50162 w 177715"/>
                <a:gd name="csY305" fmla="*/ 69748 h 356386"/>
                <a:gd name="csX306" fmla="*/ 49684 w 177715"/>
                <a:gd name="csY306" fmla="*/ 68793 h 356386"/>
                <a:gd name="csX307" fmla="*/ 49684 w 177715"/>
                <a:gd name="csY307" fmla="*/ 68793 h 356386"/>
                <a:gd name="csX308" fmla="*/ 48251 w 177715"/>
                <a:gd name="csY308" fmla="*/ 68315 h 356386"/>
                <a:gd name="csX309" fmla="*/ 47295 w 177715"/>
                <a:gd name="csY309" fmla="*/ 67838 h 356386"/>
                <a:gd name="csX310" fmla="*/ 47295 w 177715"/>
                <a:gd name="csY310" fmla="*/ 67360 h 356386"/>
                <a:gd name="csX311" fmla="*/ 47295 w 177715"/>
                <a:gd name="csY311" fmla="*/ 66882 h 356386"/>
                <a:gd name="csX312" fmla="*/ 47773 w 177715"/>
                <a:gd name="csY312" fmla="*/ 64971 h 356386"/>
                <a:gd name="csX313" fmla="*/ 48729 w 177715"/>
                <a:gd name="csY313" fmla="*/ 63538 h 356386"/>
                <a:gd name="csX314" fmla="*/ 49684 w 177715"/>
                <a:gd name="csY314" fmla="*/ 62582 h 356386"/>
                <a:gd name="csX315" fmla="*/ 49684 w 177715"/>
                <a:gd name="csY315" fmla="*/ 62105 h 356386"/>
                <a:gd name="csX316" fmla="*/ 51595 w 177715"/>
                <a:gd name="csY316" fmla="*/ 61149 h 356386"/>
                <a:gd name="csX317" fmla="*/ 53506 w 177715"/>
                <a:gd name="csY317" fmla="*/ 59716 h 356386"/>
                <a:gd name="csX318" fmla="*/ 54939 w 177715"/>
                <a:gd name="csY318" fmla="*/ 57328 h 356386"/>
                <a:gd name="csX319" fmla="*/ 55895 w 177715"/>
                <a:gd name="csY319" fmla="*/ 55894 h 356386"/>
                <a:gd name="csX320" fmla="*/ 56372 w 177715"/>
                <a:gd name="csY320" fmla="*/ 53028 h 356386"/>
                <a:gd name="csX321" fmla="*/ 56850 w 177715"/>
                <a:gd name="csY321" fmla="*/ 52550 h 356386"/>
                <a:gd name="csX322" fmla="*/ 57806 w 177715"/>
                <a:gd name="csY322" fmla="*/ 51595 h 356386"/>
                <a:gd name="csX323" fmla="*/ 58761 w 177715"/>
                <a:gd name="csY323" fmla="*/ 50639 h 356386"/>
                <a:gd name="csX324" fmla="*/ 58761 w 177715"/>
                <a:gd name="csY324" fmla="*/ 50162 h 356386"/>
                <a:gd name="csX325" fmla="*/ 58283 w 177715"/>
                <a:gd name="csY325" fmla="*/ 49684 h 356386"/>
                <a:gd name="csX326" fmla="*/ 57328 w 177715"/>
                <a:gd name="csY326" fmla="*/ 47773 h 356386"/>
                <a:gd name="csX327" fmla="*/ 56850 w 177715"/>
                <a:gd name="csY327" fmla="*/ 44429 h 356386"/>
                <a:gd name="csX328" fmla="*/ 57328 w 177715"/>
                <a:gd name="csY328" fmla="*/ 42040 h 356386"/>
                <a:gd name="csX329" fmla="*/ 57806 w 177715"/>
                <a:gd name="csY329" fmla="*/ 41085 h 356386"/>
                <a:gd name="csX330" fmla="*/ 58761 w 177715"/>
                <a:gd name="csY330" fmla="*/ 39651 h 356386"/>
                <a:gd name="csX331" fmla="*/ 60194 w 177715"/>
                <a:gd name="csY331" fmla="*/ 38696 h 356386"/>
                <a:gd name="csX332" fmla="*/ 62105 w 177715"/>
                <a:gd name="csY332" fmla="*/ 37740 h 356386"/>
                <a:gd name="csX333" fmla="*/ 64972 w 177715"/>
                <a:gd name="csY333" fmla="*/ 36307 h 356386"/>
                <a:gd name="csX334" fmla="*/ 70704 w 177715"/>
                <a:gd name="csY334" fmla="*/ 32486 h 356386"/>
                <a:gd name="csX335" fmla="*/ 72615 w 177715"/>
                <a:gd name="csY335" fmla="*/ 31052 h 356386"/>
                <a:gd name="csX336" fmla="*/ 74048 w 177715"/>
                <a:gd name="csY336" fmla="*/ 30097 h 356386"/>
                <a:gd name="csX337" fmla="*/ 75481 w 177715"/>
                <a:gd name="csY337" fmla="*/ 28664 h 356386"/>
                <a:gd name="csX338" fmla="*/ 76915 w 177715"/>
                <a:gd name="csY338" fmla="*/ 26753 h 356386"/>
                <a:gd name="csX339" fmla="*/ 76915 w 177715"/>
                <a:gd name="csY339" fmla="*/ 26753 h 356386"/>
                <a:gd name="csX340" fmla="*/ 79781 w 177715"/>
                <a:gd name="csY340" fmla="*/ 25797 h 356386"/>
                <a:gd name="csX341" fmla="*/ 81214 w 177715"/>
                <a:gd name="csY341" fmla="*/ 25797 h 356386"/>
                <a:gd name="csX342" fmla="*/ 88858 w 177715"/>
                <a:gd name="csY342" fmla="*/ 24364 h 356386"/>
                <a:gd name="csX343" fmla="*/ 90291 w 177715"/>
                <a:gd name="csY343" fmla="*/ 24364 h 356386"/>
                <a:gd name="csX344" fmla="*/ 91724 w 177715"/>
                <a:gd name="csY344" fmla="*/ 25320 h 356386"/>
                <a:gd name="csX345" fmla="*/ 93157 w 177715"/>
                <a:gd name="csY345" fmla="*/ 27708 h 356386"/>
                <a:gd name="csX346" fmla="*/ 94591 w 177715"/>
                <a:gd name="csY346" fmla="*/ 28664 h 356386"/>
                <a:gd name="csX347" fmla="*/ 96502 w 177715"/>
                <a:gd name="csY347" fmla="*/ 29141 h 356386"/>
                <a:gd name="csX348" fmla="*/ 97935 w 177715"/>
                <a:gd name="csY348" fmla="*/ 29141 h 356386"/>
                <a:gd name="csX349" fmla="*/ 97935 w 177715"/>
                <a:gd name="csY349" fmla="*/ 28186 h 356386"/>
                <a:gd name="csX350" fmla="*/ 93635 w 177715"/>
                <a:gd name="csY350" fmla="*/ 22453 h 356386"/>
                <a:gd name="csX351" fmla="*/ 93157 w 177715"/>
                <a:gd name="csY351" fmla="*/ 21020 h 356386"/>
                <a:gd name="csX352" fmla="*/ 93157 w 177715"/>
                <a:gd name="csY352" fmla="*/ 19109 h 356386"/>
                <a:gd name="csX353" fmla="*/ 93635 w 177715"/>
                <a:gd name="csY353" fmla="*/ 18154 h 356386"/>
                <a:gd name="csX354" fmla="*/ 95068 w 177715"/>
                <a:gd name="csY354" fmla="*/ 17198 h 356386"/>
                <a:gd name="csX355" fmla="*/ 96502 w 177715"/>
                <a:gd name="csY355" fmla="*/ 15765 h 356386"/>
                <a:gd name="csX356" fmla="*/ 98890 w 177715"/>
                <a:gd name="csY356" fmla="*/ 14332 h 356386"/>
                <a:gd name="csX357" fmla="*/ 100323 w 177715"/>
                <a:gd name="csY357" fmla="*/ 12899 h 356386"/>
                <a:gd name="csX358" fmla="*/ 101757 w 177715"/>
                <a:gd name="csY358" fmla="*/ 12899 h 356386"/>
                <a:gd name="csX359" fmla="*/ 102234 w 177715"/>
                <a:gd name="csY359" fmla="*/ 11943 h 356386"/>
                <a:gd name="csX360" fmla="*/ 102712 w 177715"/>
                <a:gd name="csY360" fmla="*/ 10988 h 356386"/>
                <a:gd name="csX361" fmla="*/ 102234 w 177715"/>
                <a:gd name="csY361" fmla="*/ 10032 h 356386"/>
                <a:gd name="csX362" fmla="*/ 101757 w 177715"/>
                <a:gd name="csY362" fmla="*/ 9077 h 356386"/>
                <a:gd name="csX363" fmla="*/ 101757 w 177715"/>
                <a:gd name="csY363" fmla="*/ 7644 h 356386"/>
                <a:gd name="csX364" fmla="*/ 102234 w 177715"/>
                <a:gd name="csY364" fmla="*/ 6210 h 356386"/>
                <a:gd name="csX365" fmla="*/ 102234 w 177715"/>
                <a:gd name="csY365" fmla="*/ 6210 h 356386"/>
                <a:gd name="csX366" fmla="*/ 102712 w 177715"/>
                <a:gd name="csY366" fmla="*/ 5733 h 356386"/>
                <a:gd name="csX367" fmla="*/ 104145 w 177715"/>
                <a:gd name="csY367" fmla="*/ 3822 h 356386"/>
                <a:gd name="csX368" fmla="*/ 105100 w 177715"/>
                <a:gd name="csY368" fmla="*/ 1911 h 356386"/>
                <a:gd name="csX369" fmla="*/ 105579 w 177715"/>
                <a:gd name="csY369" fmla="*/ 1433 h 356386"/>
                <a:gd name="csX370" fmla="*/ 106534 w 177715"/>
                <a:gd name="csY370" fmla="*/ 478 h 356386"/>
                <a:gd name="csX371" fmla="*/ 107489 w 177715"/>
                <a:gd name="csY371" fmla="*/ 0 h 356386"/>
                <a:gd name="csX372" fmla="*/ 108923 w 177715"/>
                <a:gd name="csY372" fmla="*/ 478 h 356386"/>
                <a:gd name="csX373" fmla="*/ 109400 w 177715"/>
                <a:gd name="csY373" fmla="*/ 1433 h 356386"/>
                <a:gd name="csX374" fmla="*/ 110356 w 177715"/>
                <a:gd name="csY374" fmla="*/ 2389 h 356386"/>
                <a:gd name="csX375" fmla="*/ 110834 w 177715"/>
                <a:gd name="csY375" fmla="*/ 3344 h 356386"/>
                <a:gd name="csX376" fmla="*/ 111789 w 177715"/>
                <a:gd name="csY376" fmla="*/ 3344 h 356386"/>
                <a:gd name="csX377" fmla="*/ 112745 w 177715"/>
                <a:gd name="csY377" fmla="*/ 3344 h 356386"/>
                <a:gd name="csX378" fmla="*/ 113222 w 177715"/>
                <a:gd name="csY378" fmla="*/ 3344 h 356386"/>
                <a:gd name="csX379" fmla="*/ 114177 w 177715"/>
                <a:gd name="csY379" fmla="*/ 4299 h 356386"/>
                <a:gd name="csX380" fmla="*/ 116088 w 177715"/>
                <a:gd name="csY380" fmla="*/ 6688 h 356386"/>
                <a:gd name="csX381" fmla="*/ 116088 w 177715"/>
                <a:gd name="csY381" fmla="*/ 6688 h 356386"/>
                <a:gd name="csX382" fmla="*/ 116566 w 177715"/>
                <a:gd name="csY382" fmla="*/ 7166 h 356386"/>
                <a:gd name="csX383" fmla="*/ 117522 w 177715"/>
                <a:gd name="csY383" fmla="*/ 8121 h 356386"/>
                <a:gd name="csX384" fmla="*/ 118000 w 177715"/>
                <a:gd name="csY384" fmla="*/ 9555 h 356386"/>
                <a:gd name="csX385" fmla="*/ 118000 w 177715"/>
                <a:gd name="csY385" fmla="*/ 11465 h 356386"/>
                <a:gd name="csX386" fmla="*/ 120388 w 177715"/>
                <a:gd name="csY386" fmla="*/ 17676 h 356386"/>
                <a:gd name="csX387" fmla="*/ 120866 w 177715"/>
                <a:gd name="csY387" fmla="*/ 19109 h 356386"/>
                <a:gd name="csX388" fmla="*/ 121343 w 177715"/>
                <a:gd name="csY388" fmla="*/ 20065 h 356386"/>
                <a:gd name="csX389" fmla="*/ 121343 w 177715"/>
                <a:gd name="csY389" fmla="*/ 20065 h 356386"/>
                <a:gd name="csX390" fmla="*/ 122299 w 177715"/>
                <a:gd name="csY390" fmla="*/ 20542 h 356386"/>
                <a:gd name="csX391" fmla="*/ 123254 w 177715"/>
                <a:gd name="csY391" fmla="*/ 19109 h 356386"/>
                <a:gd name="csX392" fmla="*/ 123732 w 177715"/>
                <a:gd name="csY392" fmla="*/ 18154 h 356386"/>
                <a:gd name="csX393" fmla="*/ 124688 w 177715"/>
                <a:gd name="csY393" fmla="*/ 17676 h 356386"/>
                <a:gd name="csX394" fmla="*/ 125643 w 177715"/>
                <a:gd name="csY394" fmla="*/ 18154 h 356386"/>
                <a:gd name="csX395" fmla="*/ 127554 w 177715"/>
                <a:gd name="csY395" fmla="*/ 19109 h 356386"/>
                <a:gd name="csX396" fmla="*/ 128509 w 177715"/>
                <a:gd name="csY396" fmla="*/ 19587 h 356386"/>
                <a:gd name="csX397" fmla="*/ 128987 w 177715"/>
                <a:gd name="csY397" fmla="*/ 22453 h 356386"/>
                <a:gd name="csX398" fmla="*/ 128987 w 177715"/>
                <a:gd name="csY398" fmla="*/ 26275 h 356386"/>
                <a:gd name="csX399" fmla="*/ 128987 w 177715"/>
                <a:gd name="csY399" fmla="*/ 27231 h 356386"/>
                <a:gd name="csX400" fmla="*/ 129943 w 177715"/>
                <a:gd name="csY400" fmla="*/ 30575 h 356386"/>
                <a:gd name="csX401" fmla="*/ 129943 w 177715"/>
                <a:gd name="csY401" fmla="*/ 33919 h 356386"/>
                <a:gd name="csX402" fmla="*/ 129943 w 177715"/>
                <a:gd name="csY402" fmla="*/ 35830 h 356386"/>
                <a:gd name="csX403" fmla="*/ 129943 w 177715"/>
                <a:gd name="csY403" fmla="*/ 37263 h 356386"/>
                <a:gd name="csX404" fmla="*/ 129943 w 177715"/>
                <a:gd name="csY404" fmla="*/ 39651 h 356386"/>
                <a:gd name="csX405" fmla="*/ 129465 w 177715"/>
                <a:gd name="csY405" fmla="*/ 42996 h 356386"/>
                <a:gd name="csX406" fmla="*/ 128987 w 177715"/>
                <a:gd name="csY406" fmla="*/ 45384 h 356386"/>
                <a:gd name="csX407" fmla="*/ 128987 w 177715"/>
                <a:gd name="csY407" fmla="*/ 47773 h 356386"/>
                <a:gd name="csX408" fmla="*/ 128509 w 177715"/>
                <a:gd name="csY408" fmla="*/ 48728 h 356386"/>
                <a:gd name="csX409" fmla="*/ 127076 w 177715"/>
                <a:gd name="csY409" fmla="*/ 49206 h 356386"/>
                <a:gd name="csX410" fmla="*/ 126598 w 177715"/>
                <a:gd name="csY410" fmla="*/ 50162 h 356386"/>
                <a:gd name="csX411" fmla="*/ 127076 w 177715"/>
                <a:gd name="csY411" fmla="*/ 51595 h 356386"/>
                <a:gd name="csX412" fmla="*/ 128509 w 177715"/>
                <a:gd name="csY412" fmla="*/ 53028 h 356386"/>
                <a:gd name="csX413" fmla="*/ 128509 w 177715"/>
                <a:gd name="csY413" fmla="*/ 54461 h 356386"/>
                <a:gd name="csX414" fmla="*/ 128032 w 177715"/>
                <a:gd name="csY414" fmla="*/ 54939 h 356386"/>
                <a:gd name="csX415" fmla="*/ 126598 w 177715"/>
                <a:gd name="csY415" fmla="*/ 54939 h 356386"/>
                <a:gd name="csX416" fmla="*/ 124688 w 177715"/>
                <a:gd name="csY416" fmla="*/ 55894 h 356386"/>
                <a:gd name="csX417" fmla="*/ 123254 w 177715"/>
                <a:gd name="csY417" fmla="*/ 57805 h 356386"/>
                <a:gd name="csX418" fmla="*/ 122299 w 177715"/>
                <a:gd name="csY418" fmla="*/ 59716 h 356386"/>
                <a:gd name="csX419" fmla="*/ 121343 w 177715"/>
                <a:gd name="csY419" fmla="*/ 60194 h 356386"/>
                <a:gd name="csX420" fmla="*/ 118955 w 177715"/>
                <a:gd name="csY420" fmla="*/ 59716 h 356386"/>
                <a:gd name="csX421" fmla="*/ 118477 w 177715"/>
                <a:gd name="csY421" fmla="*/ 60194 h 356386"/>
                <a:gd name="csX422" fmla="*/ 117522 w 177715"/>
                <a:gd name="csY422" fmla="*/ 63060 h 356386"/>
                <a:gd name="csX423" fmla="*/ 116566 w 177715"/>
                <a:gd name="csY423" fmla="*/ 64493 h 356386"/>
                <a:gd name="csX424" fmla="*/ 115611 w 177715"/>
                <a:gd name="csY424" fmla="*/ 65927 h 356386"/>
                <a:gd name="csX425" fmla="*/ 114655 w 177715"/>
                <a:gd name="csY425" fmla="*/ 66404 h 356386"/>
                <a:gd name="csX426" fmla="*/ 113700 w 177715"/>
                <a:gd name="csY426" fmla="*/ 66882 h 356386"/>
                <a:gd name="csX427" fmla="*/ 111789 w 177715"/>
                <a:gd name="csY427" fmla="*/ 66404 h 356386"/>
                <a:gd name="csX428" fmla="*/ 110834 w 177715"/>
                <a:gd name="csY428" fmla="*/ 68315 h 356386"/>
                <a:gd name="csX429" fmla="*/ 109878 w 177715"/>
                <a:gd name="csY429" fmla="*/ 70704 h 356386"/>
                <a:gd name="csX430" fmla="*/ 109878 w 177715"/>
                <a:gd name="csY430" fmla="*/ 72137 h 356386"/>
                <a:gd name="csX431" fmla="*/ 110356 w 177715"/>
                <a:gd name="csY431" fmla="*/ 74048 h 356386"/>
                <a:gd name="csX432" fmla="*/ 109878 w 177715"/>
                <a:gd name="csY432" fmla="*/ 74526 h 356386"/>
                <a:gd name="csX433" fmla="*/ 108923 w 177715"/>
                <a:gd name="csY433" fmla="*/ 75004 h 356386"/>
                <a:gd name="csX434" fmla="*/ 107489 w 177715"/>
                <a:gd name="csY434" fmla="*/ 75959 h 356386"/>
                <a:gd name="csX435" fmla="*/ 106056 w 177715"/>
                <a:gd name="csY435" fmla="*/ 78825 h 356386"/>
                <a:gd name="csX436" fmla="*/ 106056 w 177715"/>
                <a:gd name="csY436" fmla="*/ 81692 h 356386"/>
                <a:gd name="csX437" fmla="*/ 107012 w 177715"/>
                <a:gd name="csY437" fmla="*/ 82647 h 356386"/>
                <a:gd name="csX438" fmla="*/ 107012 w 177715"/>
                <a:gd name="csY438" fmla="*/ 82647 h 356386"/>
                <a:gd name="csX439" fmla="*/ 107967 w 177715"/>
                <a:gd name="csY439" fmla="*/ 83125 h 356386"/>
                <a:gd name="csX440" fmla="*/ 108923 w 177715"/>
                <a:gd name="csY440" fmla="*/ 84080 h 356386"/>
                <a:gd name="csX441" fmla="*/ 108923 w 177715"/>
                <a:gd name="csY441" fmla="*/ 85036 h 356386"/>
                <a:gd name="csX442" fmla="*/ 109878 w 177715"/>
                <a:gd name="csY442" fmla="*/ 86947 h 356386"/>
                <a:gd name="csX443" fmla="*/ 109400 w 177715"/>
                <a:gd name="csY443" fmla="*/ 88858 h 356386"/>
                <a:gd name="csX444" fmla="*/ 107012 w 177715"/>
                <a:gd name="csY444" fmla="*/ 91724 h 356386"/>
                <a:gd name="csX445" fmla="*/ 107012 w 177715"/>
                <a:gd name="csY445" fmla="*/ 93157 h 356386"/>
                <a:gd name="csX446" fmla="*/ 107967 w 177715"/>
                <a:gd name="csY446" fmla="*/ 93635 h 356386"/>
                <a:gd name="csX447" fmla="*/ 109400 w 177715"/>
                <a:gd name="csY447" fmla="*/ 93635 h 356386"/>
                <a:gd name="csX448" fmla="*/ 110834 w 177715"/>
                <a:gd name="csY448" fmla="*/ 92679 h 356386"/>
                <a:gd name="csX449" fmla="*/ 112266 w 177715"/>
                <a:gd name="csY449" fmla="*/ 91724 h 356386"/>
                <a:gd name="csX450" fmla="*/ 116088 w 177715"/>
                <a:gd name="csY450" fmla="*/ 90291 h 356386"/>
                <a:gd name="csX451" fmla="*/ 119911 w 177715"/>
                <a:gd name="csY451" fmla="*/ 89335 h 356386"/>
                <a:gd name="csX452" fmla="*/ 122777 w 177715"/>
                <a:gd name="csY452" fmla="*/ 88858 h 356386"/>
                <a:gd name="csX453" fmla="*/ 125643 w 177715"/>
                <a:gd name="csY453" fmla="*/ 88858 h 356386"/>
                <a:gd name="csX454" fmla="*/ 126598 w 177715"/>
                <a:gd name="csY454" fmla="*/ 89335 h 356386"/>
                <a:gd name="csX455" fmla="*/ 127076 w 177715"/>
                <a:gd name="csY455" fmla="*/ 89813 h 356386"/>
                <a:gd name="csX456" fmla="*/ 130898 w 177715"/>
                <a:gd name="csY456" fmla="*/ 88858 h 356386"/>
                <a:gd name="csX457" fmla="*/ 131376 w 177715"/>
                <a:gd name="csY457" fmla="*/ 88858 h 356386"/>
                <a:gd name="csX458" fmla="*/ 131854 w 177715"/>
                <a:gd name="csY458" fmla="*/ 88858 h 356386"/>
                <a:gd name="csX459" fmla="*/ 131854 w 177715"/>
                <a:gd name="csY459" fmla="*/ 89813 h 356386"/>
                <a:gd name="csX460" fmla="*/ 131854 w 177715"/>
                <a:gd name="csY460" fmla="*/ 89813 h 356386"/>
                <a:gd name="csX461" fmla="*/ 129465 w 177715"/>
                <a:gd name="csY461" fmla="*/ 92202 h 356386"/>
                <a:gd name="csX462" fmla="*/ 128987 w 177715"/>
                <a:gd name="csY462" fmla="*/ 93157 h 356386"/>
                <a:gd name="csX463" fmla="*/ 128987 w 177715"/>
                <a:gd name="csY463" fmla="*/ 94590 h 356386"/>
                <a:gd name="csX464" fmla="*/ 129943 w 177715"/>
                <a:gd name="csY464" fmla="*/ 95546 h 356386"/>
                <a:gd name="csX465" fmla="*/ 131376 w 177715"/>
                <a:gd name="csY465" fmla="*/ 96501 h 356386"/>
                <a:gd name="csX466" fmla="*/ 131854 w 177715"/>
                <a:gd name="csY466" fmla="*/ 98890 h 356386"/>
                <a:gd name="csX467" fmla="*/ 131376 w 177715"/>
                <a:gd name="csY467" fmla="*/ 100801 h 356386"/>
                <a:gd name="csX468" fmla="*/ 131854 w 177715"/>
                <a:gd name="csY468" fmla="*/ 101756 h 356386"/>
                <a:gd name="csX469" fmla="*/ 132809 w 177715"/>
                <a:gd name="csY469" fmla="*/ 102712 h 356386"/>
                <a:gd name="csX470" fmla="*/ 132809 w 177715"/>
                <a:gd name="csY470" fmla="*/ 103667 h 356386"/>
                <a:gd name="csX471" fmla="*/ 133287 w 177715"/>
                <a:gd name="csY471" fmla="*/ 105100 h 356386"/>
                <a:gd name="csX472" fmla="*/ 132809 w 177715"/>
                <a:gd name="csY472" fmla="*/ 107489 h 356386"/>
                <a:gd name="csX473" fmla="*/ 132809 w 177715"/>
                <a:gd name="csY473" fmla="*/ 107489 h 356386"/>
                <a:gd name="csX474" fmla="*/ 136631 w 177715"/>
                <a:gd name="csY474" fmla="*/ 108445 h 356386"/>
                <a:gd name="csX475" fmla="*/ 139497 w 177715"/>
                <a:gd name="csY475" fmla="*/ 108922 h 356386"/>
                <a:gd name="csX476" fmla="*/ 142364 w 177715"/>
                <a:gd name="csY476" fmla="*/ 109400 h 356386"/>
                <a:gd name="csX477" fmla="*/ 143797 w 177715"/>
                <a:gd name="csY477" fmla="*/ 109878 h 356386"/>
                <a:gd name="csX478" fmla="*/ 144752 w 177715"/>
                <a:gd name="csY478" fmla="*/ 110355 h 356386"/>
                <a:gd name="csX479" fmla="*/ 145230 w 177715"/>
                <a:gd name="csY479" fmla="*/ 110833 h 356386"/>
                <a:gd name="csX480" fmla="*/ 145230 w 177715"/>
                <a:gd name="csY480" fmla="*/ 111789 h 356386"/>
                <a:gd name="csX481" fmla="*/ 144752 w 177715"/>
                <a:gd name="csY481" fmla="*/ 112744 h 356386"/>
                <a:gd name="csX482" fmla="*/ 142841 w 177715"/>
                <a:gd name="csY482" fmla="*/ 114655 h 356386"/>
                <a:gd name="csX483" fmla="*/ 141886 w 177715"/>
                <a:gd name="csY483" fmla="*/ 117044 h 356386"/>
                <a:gd name="csX484" fmla="*/ 142364 w 177715"/>
                <a:gd name="csY484" fmla="*/ 119432 h 356386"/>
                <a:gd name="csX485" fmla="*/ 141886 w 177715"/>
                <a:gd name="csY485" fmla="*/ 120865 h 356386"/>
                <a:gd name="csX486" fmla="*/ 139975 w 177715"/>
                <a:gd name="csY486" fmla="*/ 123254 h 356386"/>
                <a:gd name="csX487" fmla="*/ 139497 w 177715"/>
                <a:gd name="csY487" fmla="*/ 125165 h 356386"/>
                <a:gd name="csX488" fmla="*/ 138542 w 177715"/>
                <a:gd name="csY488" fmla="*/ 127076 h 356386"/>
                <a:gd name="csX489" fmla="*/ 138542 w 177715"/>
                <a:gd name="csY489" fmla="*/ 127554 h 356386"/>
                <a:gd name="csX490" fmla="*/ 139020 w 177715"/>
                <a:gd name="csY490" fmla="*/ 128031 h 356386"/>
                <a:gd name="csX491" fmla="*/ 139975 w 177715"/>
                <a:gd name="csY491" fmla="*/ 128509 h 356386"/>
                <a:gd name="csX492" fmla="*/ 141408 w 177715"/>
                <a:gd name="csY492" fmla="*/ 128509 h 356386"/>
                <a:gd name="csX493" fmla="*/ 142841 w 177715"/>
                <a:gd name="csY493" fmla="*/ 128509 h 356386"/>
                <a:gd name="csX494" fmla="*/ 147141 w 177715"/>
                <a:gd name="csY494" fmla="*/ 128987 h 356386"/>
                <a:gd name="csX495" fmla="*/ 151918 w 177715"/>
                <a:gd name="csY495" fmla="*/ 129942 h 356386"/>
                <a:gd name="csX496" fmla="*/ 153352 w 177715"/>
                <a:gd name="csY496" fmla="*/ 129942 h 356386"/>
                <a:gd name="csX497" fmla="*/ 154307 w 177715"/>
                <a:gd name="csY497" fmla="*/ 130898 h 356386"/>
                <a:gd name="csX498" fmla="*/ 153829 w 177715"/>
                <a:gd name="csY498" fmla="*/ 132809 h 356386"/>
                <a:gd name="csX499" fmla="*/ 153829 w 177715"/>
                <a:gd name="csY499" fmla="*/ 134242 h 356386"/>
                <a:gd name="csX500" fmla="*/ 153829 w 177715"/>
                <a:gd name="csY500" fmla="*/ 135675 h 356386"/>
                <a:gd name="csX501" fmla="*/ 154784 w 177715"/>
                <a:gd name="csY501" fmla="*/ 136631 h 356386"/>
                <a:gd name="csX502" fmla="*/ 155740 w 177715"/>
                <a:gd name="csY502" fmla="*/ 137108 h 356386"/>
                <a:gd name="csX503" fmla="*/ 157173 w 177715"/>
                <a:gd name="csY503" fmla="*/ 137586 h 356386"/>
                <a:gd name="csX504" fmla="*/ 157173 w 177715"/>
                <a:gd name="csY504" fmla="*/ 138064 h 356386"/>
                <a:gd name="csX505" fmla="*/ 157173 w 177715"/>
                <a:gd name="csY505" fmla="*/ 138064 h 356386"/>
                <a:gd name="csX506" fmla="*/ 156695 w 177715"/>
                <a:gd name="csY506" fmla="*/ 139497 h 356386"/>
                <a:gd name="csX507" fmla="*/ 157651 w 177715"/>
                <a:gd name="csY507" fmla="*/ 140452 h 356386"/>
                <a:gd name="csX508" fmla="*/ 158129 w 177715"/>
                <a:gd name="csY508" fmla="*/ 140930 h 356386"/>
                <a:gd name="csX509" fmla="*/ 159562 w 177715"/>
                <a:gd name="csY509" fmla="*/ 141408 h 356386"/>
                <a:gd name="csX510" fmla="*/ 161950 w 177715"/>
                <a:gd name="csY510" fmla="*/ 140452 h 356386"/>
                <a:gd name="csX511" fmla="*/ 163861 w 177715"/>
                <a:gd name="csY511" fmla="*/ 140930 h 356386"/>
                <a:gd name="csX512" fmla="*/ 165772 w 177715"/>
                <a:gd name="csY512" fmla="*/ 141408 h 356386"/>
                <a:gd name="csX513" fmla="*/ 167205 w 177715"/>
                <a:gd name="csY513" fmla="*/ 140930 h 356386"/>
                <a:gd name="csX514" fmla="*/ 168639 w 177715"/>
                <a:gd name="csY514" fmla="*/ 140452 h 356386"/>
                <a:gd name="csX515" fmla="*/ 171505 w 177715"/>
                <a:gd name="csY515" fmla="*/ 137586 h 356386"/>
                <a:gd name="csX516" fmla="*/ 175327 w 177715"/>
                <a:gd name="csY516" fmla="*/ 135675 h 356386"/>
                <a:gd name="csX517" fmla="*/ 176760 w 177715"/>
                <a:gd name="csY517" fmla="*/ 135675 h 356386"/>
                <a:gd name="csX518" fmla="*/ 177238 w 177715"/>
                <a:gd name="csY518" fmla="*/ 135675 h 356386"/>
                <a:gd name="csX519" fmla="*/ 177716 w 177715"/>
                <a:gd name="csY519" fmla="*/ 135675 h 356386"/>
                <a:gd name="csX520" fmla="*/ 177716 w 177715"/>
                <a:gd name="csY520" fmla="*/ 136631 h 356386"/>
                <a:gd name="csX521" fmla="*/ 177716 w 177715"/>
                <a:gd name="csY521" fmla="*/ 139019 h 356386"/>
                <a:gd name="csX522" fmla="*/ 177716 w 177715"/>
                <a:gd name="csY522" fmla="*/ 139019 h 356386"/>
                <a:gd name="csX523" fmla="*/ 177716 w 177715"/>
                <a:gd name="csY523" fmla="*/ 139019 h 356386"/>
                <a:gd name="csX524" fmla="*/ 176760 w 177715"/>
                <a:gd name="csY524" fmla="*/ 140930 h 356386"/>
                <a:gd name="csX525" fmla="*/ 173416 w 177715"/>
                <a:gd name="csY525" fmla="*/ 143319 h 356386"/>
                <a:gd name="csX526" fmla="*/ 171505 w 177715"/>
                <a:gd name="csY526" fmla="*/ 144274 h 356386"/>
                <a:gd name="csX527" fmla="*/ 170072 w 177715"/>
                <a:gd name="csY527" fmla="*/ 144274 h 356386"/>
                <a:gd name="csX528" fmla="*/ 169116 w 177715"/>
                <a:gd name="csY528" fmla="*/ 145230 h 356386"/>
                <a:gd name="csX529" fmla="*/ 168161 w 177715"/>
                <a:gd name="csY529" fmla="*/ 147618 h 356386"/>
                <a:gd name="csX530" fmla="*/ 167205 w 177715"/>
                <a:gd name="csY530" fmla="*/ 149052 h 356386"/>
                <a:gd name="csX531" fmla="*/ 166250 w 177715"/>
                <a:gd name="csY531" fmla="*/ 149529 h 356386"/>
                <a:gd name="csX532" fmla="*/ 165772 w 177715"/>
                <a:gd name="csY532" fmla="*/ 150485 h 356386"/>
                <a:gd name="csX533" fmla="*/ 165295 w 177715"/>
                <a:gd name="csY533" fmla="*/ 151918 h 356386"/>
                <a:gd name="csX534" fmla="*/ 166250 w 177715"/>
                <a:gd name="csY534" fmla="*/ 152396 h 356386"/>
                <a:gd name="csX535" fmla="*/ 166250 w 177715"/>
                <a:gd name="csY535" fmla="*/ 152396 h 356386"/>
                <a:gd name="csX536" fmla="*/ 167684 w 177715"/>
                <a:gd name="csY536" fmla="*/ 152396 h 356386"/>
                <a:gd name="csX537" fmla="*/ 167684 w 177715"/>
                <a:gd name="csY537" fmla="*/ 152873 h 356386"/>
                <a:gd name="csX538" fmla="*/ 166250 w 177715"/>
                <a:gd name="csY538" fmla="*/ 153351 h 356386"/>
                <a:gd name="csX539" fmla="*/ 164817 w 177715"/>
                <a:gd name="csY539" fmla="*/ 153829 h 356386"/>
                <a:gd name="csX540" fmla="*/ 163384 w 177715"/>
                <a:gd name="csY540" fmla="*/ 153351 h 356386"/>
                <a:gd name="csX541" fmla="*/ 161473 w 177715"/>
                <a:gd name="csY541" fmla="*/ 154307 h 356386"/>
                <a:gd name="csX542" fmla="*/ 160039 w 177715"/>
                <a:gd name="csY542" fmla="*/ 155262 h 356386"/>
                <a:gd name="csX543" fmla="*/ 158607 w 177715"/>
                <a:gd name="csY543" fmla="*/ 158128 h 356386"/>
                <a:gd name="csX544" fmla="*/ 157651 w 177715"/>
                <a:gd name="csY544" fmla="*/ 162428 h 356386"/>
                <a:gd name="csX545" fmla="*/ 157651 w 177715"/>
                <a:gd name="csY545" fmla="*/ 163384 h 3563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</a:cxnLst>
              <a:rect l="l" t="t" r="r" b="b"/>
              <a:pathLst>
                <a:path w="177715" h="356386">
                  <a:moveTo>
                    <a:pt x="129465" y="353520"/>
                  </a:moveTo>
                  <a:lnTo>
                    <a:pt x="128509" y="353520"/>
                  </a:lnTo>
                  <a:lnTo>
                    <a:pt x="126598" y="356386"/>
                  </a:lnTo>
                  <a:lnTo>
                    <a:pt x="126121" y="354953"/>
                  </a:lnTo>
                  <a:lnTo>
                    <a:pt x="125165" y="353520"/>
                  </a:lnTo>
                  <a:lnTo>
                    <a:pt x="126121" y="350653"/>
                  </a:lnTo>
                  <a:lnTo>
                    <a:pt x="124688" y="344443"/>
                  </a:lnTo>
                  <a:lnTo>
                    <a:pt x="125643" y="343965"/>
                  </a:lnTo>
                  <a:lnTo>
                    <a:pt x="126121" y="343487"/>
                  </a:lnTo>
                  <a:lnTo>
                    <a:pt x="127554" y="341099"/>
                  </a:lnTo>
                  <a:lnTo>
                    <a:pt x="128987" y="338710"/>
                  </a:lnTo>
                  <a:lnTo>
                    <a:pt x="128987" y="336321"/>
                  </a:lnTo>
                  <a:lnTo>
                    <a:pt x="130420" y="333933"/>
                  </a:lnTo>
                  <a:lnTo>
                    <a:pt x="129943" y="332500"/>
                  </a:lnTo>
                  <a:lnTo>
                    <a:pt x="129943" y="330589"/>
                  </a:lnTo>
                  <a:lnTo>
                    <a:pt x="130420" y="329155"/>
                  </a:lnTo>
                  <a:lnTo>
                    <a:pt x="130420" y="327722"/>
                  </a:lnTo>
                  <a:lnTo>
                    <a:pt x="131376" y="326289"/>
                  </a:lnTo>
                  <a:lnTo>
                    <a:pt x="132809" y="325334"/>
                  </a:lnTo>
                  <a:lnTo>
                    <a:pt x="132331" y="324856"/>
                  </a:lnTo>
                  <a:lnTo>
                    <a:pt x="131376" y="324378"/>
                  </a:lnTo>
                  <a:lnTo>
                    <a:pt x="129465" y="325334"/>
                  </a:lnTo>
                  <a:lnTo>
                    <a:pt x="128032" y="324856"/>
                  </a:lnTo>
                  <a:lnTo>
                    <a:pt x="128032" y="323901"/>
                  </a:lnTo>
                  <a:lnTo>
                    <a:pt x="128032" y="322467"/>
                  </a:lnTo>
                  <a:lnTo>
                    <a:pt x="128509" y="321989"/>
                  </a:lnTo>
                  <a:lnTo>
                    <a:pt x="128987" y="321034"/>
                  </a:lnTo>
                  <a:lnTo>
                    <a:pt x="128987" y="319123"/>
                  </a:lnTo>
                  <a:lnTo>
                    <a:pt x="128509" y="317690"/>
                  </a:lnTo>
                  <a:lnTo>
                    <a:pt x="129465" y="315779"/>
                  </a:lnTo>
                  <a:lnTo>
                    <a:pt x="128032" y="315779"/>
                  </a:lnTo>
                  <a:lnTo>
                    <a:pt x="127554" y="315779"/>
                  </a:lnTo>
                  <a:lnTo>
                    <a:pt x="128032" y="314346"/>
                  </a:lnTo>
                  <a:lnTo>
                    <a:pt x="128987" y="313868"/>
                  </a:lnTo>
                  <a:lnTo>
                    <a:pt x="128032" y="311957"/>
                  </a:lnTo>
                  <a:lnTo>
                    <a:pt x="128509" y="310046"/>
                  </a:lnTo>
                  <a:lnTo>
                    <a:pt x="128509" y="307658"/>
                  </a:lnTo>
                  <a:lnTo>
                    <a:pt x="128032" y="305747"/>
                  </a:lnTo>
                  <a:lnTo>
                    <a:pt x="128032" y="304314"/>
                  </a:lnTo>
                  <a:lnTo>
                    <a:pt x="127554" y="301925"/>
                  </a:lnTo>
                  <a:lnTo>
                    <a:pt x="127076" y="298581"/>
                  </a:lnTo>
                  <a:lnTo>
                    <a:pt x="125165" y="296192"/>
                  </a:lnTo>
                  <a:lnTo>
                    <a:pt x="123732" y="292848"/>
                  </a:lnTo>
                  <a:lnTo>
                    <a:pt x="120388" y="288071"/>
                  </a:lnTo>
                  <a:lnTo>
                    <a:pt x="120388" y="286160"/>
                  </a:lnTo>
                  <a:lnTo>
                    <a:pt x="120388" y="284249"/>
                  </a:lnTo>
                  <a:lnTo>
                    <a:pt x="119432" y="283294"/>
                  </a:lnTo>
                  <a:lnTo>
                    <a:pt x="118477" y="289504"/>
                  </a:lnTo>
                  <a:lnTo>
                    <a:pt x="117522" y="288548"/>
                  </a:lnTo>
                  <a:lnTo>
                    <a:pt x="117522" y="284727"/>
                  </a:lnTo>
                  <a:lnTo>
                    <a:pt x="117044" y="283294"/>
                  </a:lnTo>
                  <a:lnTo>
                    <a:pt x="117522" y="279949"/>
                  </a:lnTo>
                  <a:lnTo>
                    <a:pt x="115611" y="276605"/>
                  </a:lnTo>
                  <a:lnTo>
                    <a:pt x="115133" y="274217"/>
                  </a:lnTo>
                  <a:lnTo>
                    <a:pt x="113700" y="270873"/>
                  </a:lnTo>
                  <a:lnTo>
                    <a:pt x="114177" y="269917"/>
                  </a:lnTo>
                  <a:lnTo>
                    <a:pt x="116088" y="270873"/>
                  </a:lnTo>
                  <a:lnTo>
                    <a:pt x="114177" y="268962"/>
                  </a:lnTo>
                  <a:lnTo>
                    <a:pt x="112745" y="269439"/>
                  </a:lnTo>
                  <a:lnTo>
                    <a:pt x="111789" y="267051"/>
                  </a:lnTo>
                  <a:lnTo>
                    <a:pt x="111789" y="260840"/>
                  </a:lnTo>
                  <a:lnTo>
                    <a:pt x="110356" y="258452"/>
                  </a:lnTo>
                  <a:lnTo>
                    <a:pt x="111311" y="256063"/>
                  </a:lnTo>
                  <a:lnTo>
                    <a:pt x="109878" y="247941"/>
                  </a:lnTo>
                  <a:lnTo>
                    <a:pt x="107489" y="245075"/>
                  </a:lnTo>
                  <a:lnTo>
                    <a:pt x="107967" y="242687"/>
                  </a:lnTo>
                  <a:lnTo>
                    <a:pt x="108445" y="240775"/>
                  </a:lnTo>
                  <a:lnTo>
                    <a:pt x="108445" y="236954"/>
                  </a:lnTo>
                  <a:lnTo>
                    <a:pt x="108923" y="235998"/>
                  </a:lnTo>
                  <a:lnTo>
                    <a:pt x="110356" y="235043"/>
                  </a:lnTo>
                  <a:lnTo>
                    <a:pt x="108923" y="235043"/>
                  </a:lnTo>
                  <a:lnTo>
                    <a:pt x="107967" y="235521"/>
                  </a:lnTo>
                  <a:lnTo>
                    <a:pt x="105579" y="235521"/>
                  </a:lnTo>
                  <a:lnTo>
                    <a:pt x="103190" y="235521"/>
                  </a:lnTo>
                  <a:lnTo>
                    <a:pt x="102234" y="233132"/>
                  </a:lnTo>
                  <a:lnTo>
                    <a:pt x="100801" y="231699"/>
                  </a:lnTo>
                  <a:lnTo>
                    <a:pt x="99846" y="228832"/>
                  </a:lnTo>
                  <a:lnTo>
                    <a:pt x="99368" y="225488"/>
                  </a:lnTo>
                  <a:lnTo>
                    <a:pt x="99846" y="225010"/>
                  </a:lnTo>
                  <a:lnTo>
                    <a:pt x="97935" y="223577"/>
                  </a:lnTo>
                  <a:lnTo>
                    <a:pt x="96979" y="222622"/>
                  </a:lnTo>
                  <a:lnTo>
                    <a:pt x="95068" y="220711"/>
                  </a:lnTo>
                  <a:lnTo>
                    <a:pt x="92680" y="219278"/>
                  </a:lnTo>
                  <a:lnTo>
                    <a:pt x="93157" y="220233"/>
                  </a:lnTo>
                  <a:lnTo>
                    <a:pt x="94113" y="220711"/>
                  </a:lnTo>
                  <a:lnTo>
                    <a:pt x="92680" y="223100"/>
                  </a:lnTo>
                  <a:lnTo>
                    <a:pt x="94113" y="225966"/>
                  </a:lnTo>
                  <a:lnTo>
                    <a:pt x="93157" y="228355"/>
                  </a:lnTo>
                  <a:lnTo>
                    <a:pt x="92202" y="230743"/>
                  </a:lnTo>
                  <a:lnTo>
                    <a:pt x="91247" y="232176"/>
                  </a:lnTo>
                  <a:lnTo>
                    <a:pt x="88380" y="235043"/>
                  </a:lnTo>
                  <a:lnTo>
                    <a:pt x="85991" y="235998"/>
                  </a:lnTo>
                  <a:lnTo>
                    <a:pt x="84558" y="235998"/>
                  </a:lnTo>
                  <a:lnTo>
                    <a:pt x="83125" y="235998"/>
                  </a:lnTo>
                  <a:lnTo>
                    <a:pt x="81692" y="234565"/>
                  </a:lnTo>
                  <a:lnTo>
                    <a:pt x="81214" y="233132"/>
                  </a:lnTo>
                  <a:lnTo>
                    <a:pt x="80736" y="231221"/>
                  </a:lnTo>
                  <a:lnTo>
                    <a:pt x="80259" y="230743"/>
                  </a:lnTo>
                  <a:lnTo>
                    <a:pt x="79781" y="231221"/>
                  </a:lnTo>
                  <a:lnTo>
                    <a:pt x="80736" y="233610"/>
                  </a:lnTo>
                  <a:lnTo>
                    <a:pt x="80736" y="235043"/>
                  </a:lnTo>
                  <a:lnTo>
                    <a:pt x="82170" y="237432"/>
                  </a:lnTo>
                  <a:lnTo>
                    <a:pt x="81692" y="237909"/>
                  </a:lnTo>
                  <a:lnTo>
                    <a:pt x="78348" y="239342"/>
                  </a:lnTo>
                  <a:lnTo>
                    <a:pt x="77393" y="238865"/>
                  </a:lnTo>
                  <a:lnTo>
                    <a:pt x="76915" y="239342"/>
                  </a:lnTo>
                  <a:lnTo>
                    <a:pt x="76437" y="240298"/>
                  </a:lnTo>
                  <a:lnTo>
                    <a:pt x="75959" y="240775"/>
                  </a:lnTo>
                  <a:lnTo>
                    <a:pt x="71182" y="242209"/>
                  </a:lnTo>
                  <a:lnTo>
                    <a:pt x="70227" y="244120"/>
                  </a:lnTo>
                  <a:lnTo>
                    <a:pt x="69749" y="246031"/>
                  </a:lnTo>
                  <a:lnTo>
                    <a:pt x="66882" y="248419"/>
                  </a:lnTo>
                  <a:lnTo>
                    <a:pt x="64016" y="250808"/>
                  </a:lnTo>
                  <a:lnTo>
                    <a:pt x="63061" y="250808"/>
                  </a:lnTo>
                  <a:lnTo>
                    <a:pt x="62105" y="250330"/>
                  </a:lnTo>
                  <a:lnTo>
                    <a:pt x="62105" y="247941"/>
                  </a:lnTo>
                  <a:lnTo>
                    <a:pt x="63061" y="246031"/>
                  </a:lnTo>
                  <a:lnTo>
                    <a:pt x="63061" y="243642"/>
                  </a:lnTo>
                  <a:lnTo>
                    <a:pt x="62583" y="245075"/>
                  </a:lnTo>
                  <a:lnTo>
                    <a:pt x="60672" y="247941"/>
                  </a:lnTo>
                  <a:lnTo>
                    <a:pt x="59716" y="248897"/>
                  </a:lnTo>
                  <a:lnTo>
                    <a:pt x="57806" y="248419"/>
                  </a:lnTo>
                  <a:lnTo>
                    <a:pt x="54939" y="248897"/>
                  </a:lnTo>
                  <a:lnTo>
                    <a:pt x="53984" y="246031"/>
                  </a:lnTo>
                  <a:lnTo>
                    <a:pt x="53984" y="245075"/>
                  </a:lnTo>
                  <a:lnTo>
                    <a:pt x="53506" y="244120"/>
                  </a:lnTo>
                  <a:lnTo>
                    <a:pt x="53984" y="242687"/>
                  </a:lnTo>
                  <a:lnTo>
                    <a:pt x="53984" y="242209"/>
                  </a:lnTo>
                  <a:lnTo>
                    <a:pt x="53506" y="243642"/>
                  </a:lnTo>
                  <a:lnTo>
                    <a:pt x="53028" y="245075"/>
                  </a:lnTo>
                  <a:lnTo>
                    <a:pt x="52073" y="246031"/>
                  </a:lnTo>
                  <a:lnTo>
                    <a:pt x="49206" y="247464"/>
                  </a:lnTo>
                  <a:lnTo>
                    <a:pt x="49206" y="245553"/>
                  </a:lnTo>
                  <a:lnTo>
                    <a:pt x="49206" y="244598"/>
                  </a:lnTo>
                  <a:lnTo>
                    <a:pt x="49684" y="243164"/>
                  </a:lnTo>
                  <a:lnTo>
                    <a:pt x="49684" y="240775"/>
                  </a:lnTo>
                  <a:lnTo>
                    <a:pt x="50640" y="237909"/>
                  </a:lnTo>
                  <a:lnTo>
                    <a:pt x="50640" y="236954"/>
                  </a:lnTo>
                  <a:lnTo>
                    <a:pt x="50162" y="235998"/>
                  </a:lnTo>
                  <a:lnTo>
                    <a:pt x="49684" y="237432"/>
                  </a:lnTo>
                  <a:lnTo>
                    <a:pt x="49206" y="239342"/>
                  </a:lnTo>
                  <a:lnTo>
                    <a:pt x="48729" y="239820"/>
                  </a:lnTo>
                  <a:lnTo>
                    <a:pt x="47773" y="240298"/>
                  </a:lnTo>
                  <a:lnTo>
                    <a:pt x="45862" y="242209"/>
                  </a:lnTo>
                  <a:lnTo>
                    <a:pt x="44907" y="243642"/>
                  </a:lnTo>
                  <a:lnTo>
                    <a:pt x="42040" y="245553"/>
                  </a:lnTo>
                  <a:lnTo>
                    <a:pt x="40607" y="245075"/>
                  </a:lnTo>
                  <a:lnTo>
                    <a:pt x="40607" y="243164"/>
                  </a:lnTo>
                  <a:lnTo>
                    <a:pt x="41563" y="235998"/>
                  </a:lnTo>
                  <a:lnTo>
                    <a:pt x="42518" y="235043"/>
                  </a:lnTo>
                  <a:lnTo>
                    <a:pt x="42996" y="233610"/>
                  </a:lnTo>
                  <a:lnTo>
                    <a:pt x="43951" y="229310"/>
                  </a:lnTo>
                  <a:lnTo>
                    <a:pt x="45384" y="227399"/>
                  </a:lnTo>
                  <a:lnTo>
                    <a:pt x="45384" y="224055"/>
                  </a:lnTo>
                  <a:lnTo>
                    <a:pt x="45862" y="223577"/>
                  </a:lnTo>
                  <a:lnTo>
                    <a:pt x="47295" y="220711"/>
                  </a:lnTo>
                  <a:lnTo>
                    <a:pt x="47773" y="215934"/>
                  </a:lnTo>
                  <a:lnTo>
                    <a:pt x="47295" y="213545"/>
                  </a:lnTo>
                  <a:lnTo>
                    <a:pt x="45862" y="211156"/>
                  </a:lnTo>
                  <a:lnTo>
                    <a:pt x="44907" y="203991"/>
                  </a:lnTo>
                  <a:lnTo>
                    <a:pt x="41563" y="198258"/>
                  </a:lnTo>
                  <a:lnTo>
                    <a:pt x="41085" y="196347"/>
                  </a:lnTo>
                  <a:lnTo>
                    <a:pt x="39652" y="193958"/>
                  </a:lnTo>
                  <a:lnTo>
                    <a:pt x="41085" y="193480"/>
                  </a:lnTo>
                  <a:lnTo>
                    <a:pt x="38218" y="191569"/>
                  </a:lnTo>
                  <a:lnTo>
                    <a:pt x="37741" y="190614"/>
                  </a:lnTo>
                  <a:lnTo>
                    <a:pt x="36786" y="185837"/>
                  </a:lnTo>
                  <a:lnTo>
                    <a:pt x="37263" y="182970"/>
                  </a:lnTo>
                  <a:lnTo>
                    <a:pt x="36786" y="183448"/>
                  </a:lnTo>
                  <a:lnTo>
                    <a:pt x="36308" y="185359"/>
                  </a:lnTo>
                  <a:lnTo>
                    <a:pt x="34874" y="185837"/>
                  </a:lnTo>
                  <a:lnTo>
                    <a:pt x="35352" y="188703"/>
                  </a:lnTo>
                  <a:lnTo>
                    <a:pt x="35352" y="189659"/>
                  </a:lnTo>
                  <a:lnTo>
                    <a:pt x="34874" y="190614"/>
                  </a:lnTo>
                  <a:lnTo>
                    <a:pt x="32008" y="189659"/>
                  </a:lnTo>
                  <a:lnTo>
                    <a:pt x="30097" y="188225"/>
                  </a:lnTo>
                  <a:lnTo>
                    <a:pt x="28186" y="184881"/>
                  </a:lnTo>
                  <a:lnTo>
                    <a:pt x="26275" y="181537"/>
                  </a:lnTo>
                  <a:lnTo>
                    <a:pt x="26753" y="181059"/>
                  </a:lnTo>
                  <a:lnTo>
                    <a:pt x="27709" y="181059"/>
                  </a:lnTo>
                  <a:lnTo>
                    <a:pt x="30575" y="183448"/>
                  </a:lnTo>
                  <a:lnTo>
                    <a:pt x="32486" y="183926"/>
                  </a:lnTo>
                  <a:lnTo>
                    <a:pt x="33919" y="183448"/>
                  </a:lnTo>
                  <a:lnTo>
                    <a:pt x="35352" y="182493"/>
                  </a:lnTo>
                  <a:lnTo>
                    <a:pt x="36308" y="180104"/>
                  </a:lnTo>
                  <a:lnTo>
                    <a:pt x="35352" y="179626"/>
                  </a:lnTo>
                  <a:lnTo>
                    <a:pt x="33919" y="179149"/>
                  </a:lnTo>
                  <a:lnTo>
                    <a:pt x="32963" y="178671"/>
                  </a:lnTo>
                  <a:lnTo>
                    <a:pt x="31531" y="176760"/>
                  </a:lnTo>
                  <a:lnTo>
                    <a:pt x="31531" y="176282"/>
                  </a:lnTo>
                  <a:lnTo>
                    <a:pt x="31052" y="175327"/>
                  </a:lnTo>
                  <a:lnTo>
                    <a:pt x="29620" y="174849"/>
                  </a:lnTo>
                  <a:lnTo>
                    <a:pt x="28664" y="173893"/>
                  </a:lnTo>
                  <a:lnTo>
                    <a:pt x="29620" y="172460"/>
                  </a:lnTo>
                  <a:lnTo>
                    <a:pt x="30575" y="171027"/>
                  </a:lnTo>
                  <a:lnTo>
                    <a:pt x="27709" y="171027"/>
                  </a:lnTo>
                  <a:lnTo>
                    <a:pt x="25320" y="169116"/>
                  </a:lnTo>
                  <a:lnTo>
                    <a:pt x="24365" y="168638"/>
                  </a:lnTo>
                  <a:lnTo>
                    <a:pt x="23409" y="168161"/>
                  </a:lnTo>
                  <a:lnTo>
                    <a:pt x="21498" y="168161"/>
                  </a:lnTo>
                  <a:lnTo>
                    <a:pt x="19587" y="168638"/>
                  </a:lnTo>
                  <a:lnTo>
                    <a:pt x="20543" y="171505"/>
                  </a:lnTo>
                  <a:lnTo>
                    <a:pt x="20065" y="172460"/>
                  </a:lnTo>
                  <a:lnTo>
                    <a:pt x="19109" y="171983"/>
                  </a:lnTo>
                  <a:lnTo>
                    <a:pt x="16243" y="168161"/>
                  </a:lnTo>
                  <a:lnTo>
                    <a:pt x="17199" y="167205"/>
                  </a:lnTo>
                  <a:lnTo>
                    <a:pt x="18154" y="166250"/>
                  </a:lnTo>
                  <a:lnTo>
                    <a:pt x="17676" y="165772"/>
                  </a:lnTo>
                  <a:lnTo>
                    <a:pt x="16721" y="165772"/>
                  </a:lnTo>
                  <a:lnTo>
                    <a:pt x="17676" y="162428"/>
                  </a:lnTo>
                  <a:lnTo>
                    <a:pt x="17199" y="161473"/>
                  </a:lnTo>
                  <a:lnTo>
                    <a:pt x="16721" y="162906"/>
                  </a:lnTo>
                  <a:lnTo>
                    <a:pt x="16243" y="163861"/>
                  </a:lnTo>
                  <a:lnTo>
                    <a:pt x="13854" y="166727"/>
                  </a:lnTo>
                  <a:lnTo>
                    <a:pt x="12899" y="166250"/>
                  </a:lnTo>
                  <a:lnTo>
                    <a:pt x="12421" y="165294"/>
                  </a:lnTo>
                  <a:lnTo>
                    <a:pt x="13377" y="163861"/>
                  </a:lnTo>
                  <a:lnTo>
                    <a:pt x="13854" y="163861"/>
                  </a:lnTo>
                  <a:lnTo>
                    <a:pt x="14332" y="162906"/>
                  </a:lnTo>
                  <a:lnTo>
                    <a:pt x="13377" y="161473"/>
                  </a:lnTo>
                  <a:lnTo>
                    <a:pt x="11943" y="160517"/>
                  </a:lnTo>
                  <a:lnTo>
                    <a:pt x="10988" y="158606"/>
                  </a:lnTo>
                  <a:lnTo>
                    <a:pt x="10510" y="158606"/>
                  </a:lnTo>
                  <a:lnTo>
                    <a:pt x="10988" y="160517"/>
                  </a:lnTo>
                  <a:lnTo>
                    <a:pt x="10988" y="163861"/>
                  </a:lnTo>
                  <a:lnTo>
                    <a:pt x="8599" y="160517"/>
                  </a:lnTo>
                  <a:lnTo>
                    <a:pt x="4300" y="155740"/>
                  </a:lnTo>
                  <a:lnTo>
                    <a:pt x="2867" y="154307"/>
                  </a:lnTo>
                  <a:lnTo>
                    <a:pt x="2867" y="152873"/>
                  </a:lnTo>
                  <a:lnTo>
                    <a:pt x="2389" y="151440"/>
                  </a:lnTo>
                  <a:lnTo>
                    <a:pt x="1911" y="150007"/>
                  </a:lnTo>
                  <a:lnTo>
                    <a:pt x="1911" y="149052"/>
                  </a:lnTo>
                  <a:lnTo>
                    <a:pt x="956" y="148096"/>
                  </a:lnTo>
                  <a:lnTo>
                    <a:pt x="478" y="146185"/>
                  </a:lnTo>
                  <a:lnTo>
                    <a:pt x="0" y="144274"/>
                  </a:lnTo>
                  <a:lnTo>
                    <a:pt x="478" y="143319"/>
                  </a:lnTo>
                  <a:lnTo>
                    <a:pt x="1911" y="141886"/>
                  </a:lnTo>
                  <a:lnTo>
                    <a:pt x="3344" y="141408"/>
                  </a:lnTo>
                  <a:lnTo>
                    <a:pt x="3822" y="142363"/>
                  </a:lnTo>
                  <a:lnTo>
                    <a:pt x="5733" y="143319"/>
                  </a:lnTo>
                  <a:lnTo>
                    <a:pt x="7166" y="143796"/>
                  </a:lnTo>
                  <a:lnTo>
                    <a:pt x="7644" y="145230"/>
                  </a:lnTo>
                  <a:lnTo>
                    <a:pt x="8599" y="144752"/>
                  </a:lnTo>
                  <a:lnTo>
                    <a:pt x="8599" y="144752"/>
                  </a:lnTo>
                  <a:lnTo>
                    <a:pt x="9077" y="144274"/>
                  </a:lnTo>
                  <a:lnTo>
                    <a:pt x="9077" y="143319"/>
                  </a:lnTo>
                  <a:lnTo>
                    <a:pt x="8122" y="140930"/>
                  </a:lnTo>
                  <a:lnTo>
                    <a:pt x="8122" y="138542"/>
                  </a:lnTo>
                  <a:lnTo>
                    <a:pt x="8122" y="131853"/>
                  </a:lnTo>
                  <a:lnTo>
                    <a:pt x="8122" y="131376"/>
                  </a:lnTo>
                  <a:lnTo>
                    <a:pt x="9077" y="130420"/>
                  </a:lnTo>
                  <a:lnTo>
                    <a:pt x="9555" y="129942"/>
                  </a:lnTo>
                  <a:lnTo>
                    <a:pt x="10033" y="128509"/>
                  </a:lnTo>
                  <a:lnTo>
                    <a:pt x="10033" y="128031"/>
                  </a:lnTo>
                  <a:lnTo>
                    <a:pt x="10988" y="128031"/>
                  </a:lnTo>
                  <a:lnTo>
                    <a:pt x="11943" y="128509"/>
                  </a:lnTo>
                  <a:lnTo>
                    <a:pt x="13377" y="130420"/>
                  </a:lnTo>
                  <a:lnTo>
                    <a:pt x="14810" y="130898"/>
                  </a:lnTo>
                  <a:lnTo>
                    <a:pt x="15765" y="130420"/>
                  </a:lnTo>
                  <a:lnTo>
                    <a:pt x="16721" y="128031"/>
                  </a:lnTo>
                  <a:lnTo>
                    <a:pt x="17199" y="127076"/>
                  </a:lnTo>
                  <a:lnTo>
                    <a:pt x="17676" y="126598"/>
                  </a:lnTo>
                  <a:lnTo>
                    <a:pt x="18632" y="126598"/>
                  </a:lnTo>
                  <a:lnTo>
                    <a:pt x="19587" y="126120"/>
                  </a:lnTo>
                  <a:lnTo>
                    <a:pt x="19587" y="125165"/>
                  </a:lnTo>
                  <a:lnTo>
                    <a:pt x="19587" y="123732"/>
                  </a:lnTo>
                  <a:lnTo>
                    <a:pt x="18632" y="119910"/>
                  </a:lnTo>
                  <a:lnTo>
                    <a:pt x="18154" y="118477"/>
                  </a:lnTo>
                  <a:lnTo>
                    <a:pt x="18154" y="116566"/>
                  </a:lnTo>
                  <a:lnTo>
                    <a:pt x="18632" y="115133"/>
                  </a:lnTo>
                  <a:lnTo>
                    <a:pt x="19587" y="112744"/>
                  </a:lnTo>
                  <a:lnTo>
                    <a:pt x="19587" y="111311"/>
                  </a:lnTo>
                  <a:lnTo>
                    <a:pt x="19587" y="110355"/>
                  </a:lnTo>
                  <a:lnTo>
                    <a:pt x="20543" y="110355"/>
                  </a:lnTo>
                  <a:lnTo>
                    <a:pt x="21498" y="110833"/>
                  </a:lnTo>
                  <a:lnTo>
                    <a:pt x="22454" y="110355"/>
                  </a:lnTo>
                  <a:lnTo>
                    <a:pt x="23409" y="109400"/>
                  </a:lnTo>
                  <a:lnTo>
                    <a:pt x="23409" y="108445"/>
                  </a:lnTo>
                  <a:lnTo>
                    <a:pt x="24365" y="104623"/>
                  </a:lnTo>
                  <a:lnTo>
                    <a:pt x="24365" y="100801"/>
                  </a:lnTo>
                  <a:lnTo>
                    <a:pt x="24365" y="97935"/>
                  </a:lnTo>
                  <a:lnTo>
                    <a:pt x="23886" y="96024"/>
                  </a:lnTo>
                  <a:lnTo>
                    <a:pt x="22454" y="90769"/>
                  </a:lnTo>
                  <a:lnTo>
                    <a:pt x="22931" y="90291"/>
                  </a:lnTo>
                  <a:lnTo>
                    <a:pt x="22931" y="90291"/>
                  </a:lnTo>
                  <a:lnTo>
                    <a:pt x="23409" y="89813"/>
                  </a:lnTo>
                  <a:lnTo>
                    <a:pt x="25320" y="91724"/>
                  </a:lnTo>
                  <a:lnTo>
                    <a:pt x="26275" y="92202"/>
                  </a:lnTo>
                  <a:lnTo>
                    <a:pt x="27709" y="91724"/>
                  </a:lnTo>
                  <a:lnTo>
                    <a:pt x="29142" y="91246"/>
                  </a:lnTo>
                  <a:lnTo>
                    <a:pt x="30097" y="91246"/>
                  </a:lnTo>
                  <a:lnTo>
                    <a:pt x="31531" y="91724"/>
                  </a:lnTo>
                  <a:lnTo>
                    <a:pt x="33441" y="92679"/>
                  </a:lnTo>
                  <a:lnTo>
                    <a:pt x="36308" y="93157"/>
                  </a:lnTo>
                  <a:lnTo>
                    <a:pt x="37741" y="94113"/>
                  </a:lnTo>
                  <a:lnTo>
                    <a:pt x="38697" y="93635"/>
                  </a:lnTo>
                  <a:lnTo>
                    <a:pt x="39652" y="92202"/>
                  </a:lnTo>
                  <a:lnTo>
                    <a:pt x="40607" y="89335"/>
                  </a:lnTo>
                  <a:lnTo>
                    <a:pt x="42040" y="85036"/>
                  </a:lnTo>
                  <a:lnTo>
                    <a:pt x="43951" y="82170"/>
                  </a:lnTo>
                  <a:lnTo>
                    <a:pt x="43951" y="81214"/>
                  </a:lnTo>
                  <a:lnTo>
                    <a:pt x="45862" y="78825"/>
                  </a:lnTo>
                  <a:lnTo>
                    <a:pt x="47773" y="75959"/>
                  </a:lnTo>
                  <a:lnTo>
                    <a:pt x="49206" y="73093"/>
                  </a:lnTo>
                  <a:lnTo>
                    <a:pt x="50162" y="70704"/>
                  </a:lnTo>
                  <a:lnTo>
                    <a:pt x="50162" y="69748"/>
                  </a:lnTo>
                  <a:lnTo>
                    <a:pt x="49684" y="68793"/>
                  </a:lnTo>
                  <a:lnTo>
                    <a:pt x="49684" y="68793"/>
                  </a:lnTo>
                  <a:lnTo>
                    <a:pt x="48251" y="68315"/>
                  </a:lnTo>
                  <a:lnTo>
                    <a:pt x="47295" y="67838"/>
                  </a:lnTo>
                  <a:lnTo>
                    <a:pt x="47295" y="67360"/>
                  </a:lnTo>
                  <a:lnTo>
                    <a:pt x="47295" y="66882"/>
                  </a:lnTo>
                  <a:lnTo>
                    <a:pt x="47773" y="64971"/>
                  </a:lnTo>
                  <a:lnTo>
                    <a:pt x="48729" y="63538"/>
                  </a:lnTo>
                  <a:lnTo>
                    <a:pt x="49684" y="62582"/>
                  </a:lnTo>
                  <a:lnTo>
                    <a:pt x="49684" y="62105"/>
                  </a:lnTo>
                  <a:lnTo>
                    <a:pt x="51595" y="61149"/>
                  </a:lnTo>
                  <a:lnTo>
                    <a:pt x="53506" y="59716"/>
                  </a:lnTo>
                  <a:lnTo>
                    <a:pt x="54939" y="57328"/>
                  </a:lnTo>
                  <a:lnTo>
                    <a:pt x="55895" y="55894"/>
                  </a:lnTo>
                  <a:lnTo>
                    <a:pt x="56372" y="53028"/>
                  </a:lnTo>
                  <a:lnTo>
                    <a:pt x="56850" y="52550"/>
                  </a:lnTo>
                  <a:lnTo>
                    <a:pt x="57806" y="51595"/>
                  </a:lnTo>
                  <a:lnTo>
                    <a:pt x="58761" y="50639"/>
                  </a:lnTo>
                  <a:lnTo>
                    <a:pt x="58761" y="50162"/>
                  </a:lnTo>
                  <a:lnTo>
                    <a:pt x="58283" y="49684"/>
                  </a:lnTo>
                  <a:lnTo>
                    <a:pt x="57328" y="47773"/>
                  </a:lnTo>
                  <a:lnTo>
                    <a:pt x="56850" y="44429"/>
                  </a:lnTo>
                  <a:lnTo>
                    <a:pt x="57328" y="42040"/>
                  </a:lnTo>
                  <a:lnTo>
                    <a:pt x="57806" y="41085"/>
                  </a:lnTo>
                  <a:lnTo>
                    <a:pt x="58761" y="39651"/>
                  </a:lnTo>
                  <a:lnTo>
                    <a:pt x="60194" y="38696"/>
                  </a:lnTo>
                  <a:lnTo>
                    <a:pt x="62105" y="37740"/>
                  </a:lnTo>
                  <a:lnTo>
                    <a:pt x="64972" y="36307"/>
                  </a:lnTo>
                  <a:lnTo>
                    <a:pt x="70704" y="32486"/>
                  </a:lnTo>
                  <a:lnTo>
                    <a:pt x="72615" y="31052"/>
                  </a:lnTo>
                  <a:lnTo>
                    <a:pt x="74048" y="30097"/>
                  </a:lnTo>
                  <a:lnTo>
                    <a:pt x="75481" y="28664"/>
                  </a:lnTo>
                  <a:lnTo>
                    <a:pt x="76915" y="26753"/>
                  </a:lnTo>
                  <a:lnTo>
                    <a:pt x="76915" y="26753"/>
                  </a:lnTo>
                  <a:lnTo>
                    <a:pt x="79781" y="25797"/>
                  </a:lnTo>
                  <a:lnTo>
                    <a:pt x="81214" y="25797"/>
                  </a:lnTo>
                  <a:lnTo>
                    <a:pt x="88858" y="24364"/>
                  </a:lnTo>
                  <a:lnTo>
                    <a:pt x="90291" y="24364"/>
                  </a:lnTo>
                  <a:lnTo>
                    <a:pt x="91724" y="25320"/>
                  </a:lnTo>
                  <a:lnTo>
                    <a:pt x="93157" y="27708"/>
                  </a:lnTo>
                  <a:lnTo>
                    <a:pt x="94591" y="28664"/>
                  </a:lnTo>
                  <a:lnTo>
                    <a:pt x="96502" y="29141"/>
                  </a:lnTo>
                  <a:lnTo>
                    <a:pt x="97935" y="29141"/>
                  </a:lnTo>
                  <a:lnTo>
                    <a:pt x="97935" y="28186"/>
                  </a:lnTo>
                  <a:lnTo>
                    <a:pt x="93635" y="22453"/>
                  </a:lnTo>
                  <a:lnTo>
                    <a:pt x="93157" y="21020"/>
                  </a:lnTo>
                  <a:lnTo>
                    <a:pt x="93157" y="19109"/>
                  </a:lnTo>
                  <a:lnTo>
                    <a:pt x="93635" y="18154"/>
                  </a:lnTo>
                  <a:lnTo>
                    <a:pt x="95068" y="17198"/>
                  </a:lnTo>
                  <a:lnTo>
                    <a:pt x="96502" y="15765"/>
                  </a:lnTo>
                  <a:lnTo>
                    <a:pt x="98890" y="14332"/>
                  </a:lnTo>
                  <a:lnTo>
                    <a:pt x="100323" y="12899"/>
                  </a:lnTo>
                  <a:lnTo>
                    <a:pt x="101757" y="12899"/>
                  </a:lnTo>
                  <a:lnTo>
                    <a:pt x="102234" y="11943"/>
                  </a:lnTo>
                  <a:lnTo>
                    <a:pt x="102712" y="10988"/>
                  </a:lnTo>
                  <a:lnTo>
                    <a:pt x="102234" y="10032"/>
                  </a:lnTo>
                  <a:lnTo>
                    <a:pt x="101757" y="9077"/>
                  </a:lnTo>
                  <a:lnTo>
                    <a:pt x="101757" y="7644"/>
                  </a:lnTo>
                  <a:lnTo>
                    <a:pt x="102234" y="6210"/>
                  </a:lnTo>
                  <a:lnTo>
                    <a:pt x="102234" y="6210"/>
                  </a:lnTo>
                  <a:lnTo>
                    <a:pt x="102712" y="5733"/>
                  </a:lnTo>
                  <a:lnTo>
                    <a:pt x="104145" y="3822"/>
                  </a:lnTo>
                  <a:lnTo>
                    <a:pt x="105100" y="1911"/>
                  </a:lnTo>
                  <a:lnTo>
                    <a:pt x="105579" y="1433"/>
                  </a:lnTo>
                  <a:lnTo>
                    <a:pt x="106534" y="478"/>
                  </a:lnTo>
                  <a:lnTo>
                    <a:pt x="107489" y="0"/>
                  </a:lnTo>
                  <a:lnTo>
                    <a:pt x="108923" y="478"/>
                  </a:lnTo>
                  <a:lnTo>
                    <a:pt x="109400" y="1433"/>
                  </a:lnTo>
                  <a:lnTo>
                    <a:pt x="110356" y="2389"/>
                  </a:lnTo>
                  <a:lnTo>
                    <a:pt x="110834" y="3344"/>
                  </a:lnTo>
                  <a:lnTo>
                    <a:pt x="111789" y="3344"/>
                  </a:lnTo>
                  <a:lnTo>
                    <a:pt x="112745" y="3344"/>
                  </a:lnTo>
                  <a:lnTo>
                    <a:pt x="113222" y="3344"/>
                  </a:lnTo>
                  <a:lnTo>
                    <a:pt x="114177" y="4299"/>
                  </a:lnTo>
                  <a:lnTo>
                    <a:pt x="116088" y="6688"/>
                  </a:lnTo>
                  <a:lnTo>
                    <a:pt x="116088" y="6688"/>
                  </a:lnTo>
                  <a:lnTo>
                    <a:pt x="116566" y="7166"/>
                  </a:lnTo>
                  <a:lnTo>
                    <a:pt x="117522" y="8121"/>
                  </a:lnTo>
                  <a:lnTo>
                    <a:pt x="118000" y="9555"/>
                  </a:lnTo>
                  <a:lnTo>
                    <a:pt x="118000" y="11465"/>
                  </a:lnTo>
                  <a:lnTo>
                    <a:pt x="120388" y="17676"/>
                  </a:lnTo>
                  <a:lnTo>
                    <a:pt x="120866" y="19109"/>
                  </a:lnTo>
                  <a:lnTo>
                    <a:pt x="121343" y="20065"/>
                  </a:lnTo>
                  <a:lnTo>
                    <a:pt x="121343" y="20065"/>
                  </a:lnTo>
                  <a:lnTo>
                    <a:pt x="122299" y="20542"/>
                  </a:lnTo>
                  <a:lnTo>
                    <a:pt x="123254" y="19109"/>
                  </a:lnTo>
                  <a:lnTo>
                    <a:pt x="123732" y="18154"/>
                  </a:lnTo>
                  <a:lnTo>
                    <a:pt x="124688" y="17676"/>
                  </a:lnTo>
                  <a:lnTo>
                    <a:pt x="125643" y="18154"/>
                  </a:lnTo>
                  <a:lnTo>
                    <a:pt x="127554" y="19109"/>
                  </a:lnTo>
                  <a:lnTo>
                    <a:pt x="128509" y="19587"/>
                  </a:lnTo>
                  <a:lnTo>
                    <a:pt x="128987" y="22453"/>
                  </a:lnTo>
                  <a:lnTo>
                    <a:pt x="128987" y="26275"/>
                  </a:lnTo>
                  <a:lnTo>
                    <a:pt x="128987" y="27231"/>
                  </a:lnTo>
                  <a:lnTo>
                    <a:pt x="129943" y="30575"/>
                  </a:lnTo>
                  <a:lnTo>
                    <a:pt x="129943" y="33919"/>
                  </a:lnTo>
                  <a:lnTo>
                    <a:pt x="129943" y="35830"/>
                  </a:lnTo>
                  <a:lnTo>
                    <a:pt x="129943" y="37263"/>
                  </a:lnTo>
                  <a:lnTo>
                    <a:pt x="129943" y="39651"/>
                  </a:lnTo>
                  <a:lnTo>
                    <a:pt x="129465" y="42996"/>
                  </a:lnTo>
                  <a:lnTo>
                    <a:pt x="128987" y="45384"/>
                  </a:lnTo>
                  <a:lnTo>
                    <a:pt x="128987" y="47773"/>
                  </a:lnTo>
                  <a:lnTo>
                    <a:pt x="128509" y="48728"/>
                  </a:lnTo>
                  <a:lnTo>
                    <a:pt x="127076" y="49206"/>
                  </a:lnTo>
                  <a:lnTo>
                    <a:pt x="126598" y="50162"/>
                  </a:lnTo>
                  <a:lnTo>
                    <a:pt x="127076" y="51595"/>
                  </a:lnTo>
                  <a:lnTo>
                    <a:pt x="128509" y="53028"/>
                  </a:lnTo>
                  <a:lnTo>
                    <a:pt x="128509" y="54461"/>
                  </a:lnTo>
                  <a:lnTo>
                    <a:pt x="128032" y="54939"/>
                  </a:lnTo>
                  <a:lnTo>
                    <a:pt x="126598" y="54939"/>
                  </a:lnTo>
                  <a:lnTo>
                    <a:pt x="124688" y="55894"/>
                  </a:lnTo>
                  <a:lnTo>
                    <a:pt x="123254" y="57805"/>
                  </a:lnTo>
                  <a:lnTo>
                    <a:pt x="122299" y="59716"/>
                  </a:lnTo>
                  <a:lnTo>
                    <a:pt x="121343" y="60194"/>
                  </a:lnTo>
                  <a:lnTo>
                    <a:pt x="118955" y="59716"/>
                  </a:lnTo>
                  <a:lnTo>
                    <a:pt x="118477" y="60194"/>
                  </a:lnTo>
                  <a:lnTo>
                    <a:pt x="117522" y="63060"/>
                  </a:lnTo>
                  <a:lnTo>
                    <a:pt x="116566" y="64493"/>
                  </a:lnTo>
                  <a:lnTo>
                    <a:pt x="115611" y="65927"/>
                  </a:lnTo>
                  <a:lnTo>
                    <a:pt x="114655" y="66404"/>
                  </a:lnTo>
                  <a:lnTo>
                    <a:pt x="113700" y="66882"/>
                  </a:lnTo>
                  <a:lnTo>
                    <a:pt x="111789" y="66404"/>
                  </a:lnTo>
                  <a:lnTo>
                    <a:pt x="110834" y="68315"/>
                  </a:lnTo>
                  <a:lnTo>
                    <a:pt x="109878" y="70704"/>
                  </a:lnTo>
                  <a:lnTo>
                    <a:pt x="109878" y="72137"/>
                  </a:lnTo>
                  <a:lnTo>
                    <a:pt x="110356" y="74048"/>
                  </a:lnTo>
                  <a:lnTo>
                    <a:pt x="109878" y="74526"/>
                  </a:lnTo>
                  <a:lnTo>
                    <a:pt x="108923" y="75004"/>
                  </a:lnTo>
                  <a:lnTo>
                    <a:pt x="107489" y="75959"/>
                  </a:lnTo>
                  <a:lnTo>
                    <a:pt x="106056" y="78825"/>
                  </a:lnTo>
                  <a:lnTo>
                    <a:pt x="106056" y="81692"/>
                  </a:lnTo>
                  <a:lnTo>
                    <a:pt x="107012" y="82647"/>
                  </a:lnTo>
                  <a:lnTo>
                    <a:pt x="107012" y="82647"/>
                  </a:lnTo>
                  <a:lnTo>
                    <a:pt x="107967" y="83125"/>
                  </a:lnTo>
                  <a:lnTo>
                    <a:pt x="108923" y="84080"/>
                  </a:lnTo>
                  <a:lnTo>
                    <a:pt x="108923" y="85036"/>
                  </a:lnTo>
                  <a:lnTo>
                    <a:pt x="109878" y="86947"/>
                  </a:lnTo>
                  <a:lnTo>
                    <a:pt x="109400" y="88858"/>
                  </a:lnTo>
                  <a:lnTo>
                    <a:pt x="107012" y="91724"/>
                  </a:lnTo>
                  <a:lnTo>
                    <a:pt x="107012" y="93157"/>
                  </a:lnTo>
                  <a:lnTo>
                    <a:pt x="107967" y="93635"/>
                  </a:lnTo>
                  <a:lnTo>
                    <a:pt x="109400" y="93635"/>
                  </a:lnTo>
                  <a:lnTo>
                    <a:pt x="110834" y="92679"/>
                  </a:lnTo>
                  <a:lnTo>
                    <a:pt x="112266" y="91724"/>
                  </a:lnTo>
                  <a:lnTo>
                    <a:pt x="116088" y="90291"/>
                  </a:lnTo>
                  <a:lnTo>
                    <a:pt x="119911" y="89335"/>
                  </a:lnTo>
                  <a:lnTo>
                    <a:pt x="122777" y="88858"/>
                  </a:lnTo>
                  <a:lnTo>
                    <a:pt x="125643" y="88858"/>
                  </a:lnTo>
                  <a:lnTo>
                    <a:pt x="126598" y="89335"/>
                  </a:lnTo>
                  <a:lnTo>
                    <a:pt x="127076" y="89813"/>
                  </a:lnTo>
                  <a:lnTo>
                    <a:pt x="130898" y="88858"/>
                  </a:lnTo>
                  <a:lnTo>
                    <a:pt x="131376" y="88858"/>
                  </a:lnTo>
                  <a:lnTo>
                    <a:pt x="131854" y="88858"/>
                  </a:lnTo>
                  <a:lnTo>
                    <a:pt x="131854" y="89813"/>
                  </a:lnTo>
                  <a:lnTo>
                    <a:pt x="131854" y="89813"/>
                  </a:lnTo>
                  <a:lnTo>
                    <a:pt x="129465" y="92202"/>
                  </a:lnTo>
                  <a:lnTo>
                    <a:pt x="128987" y="93157"/>
                  </a:lnTo>
                  <a:lnTo>
                    <a:pt x="128987" y="94590"/>
                  </a:lnTo>
                  <a:lnTo>
                    <a:pt x="129943" y="95546"/>
                  </a:lnTo>
                  <a:lnTo>
                    <a:pt x="131376" y="96501"/>
                  </a:lnTo>
                  <a:lnTo>
                    <a:pt x="131854" y="98890"/>
                  </a:lnTo>
                  <a:lnTo>
                    <a:pt x="131376" y="100801"/>
                  </a:lnTo>
                  <a:lnTo>
                    <a:pt x="131854" y="101756"/>
                  </a:lnTo>
                  <a:lnTo>
                    <a:pt x="132809" y="102712"/>
                  </a:lnTo>
                  <a:lnTo>
                    <a:pt x="132809" y="103667"/>
                  </a:lnTo>
                  <a:lnTo>
                    <a:pt x="133287" y="105100"/>
                  </a:lnTo>
                  <a:lnTo>
                    <a:pt x="132809" y="107489"/>
                  </a:lnTo>
                  <a:lnTo>
                    <a:pt x="132809" y="107489"/>
                  </a:lnTo>
                  <a:lnTo>
                    <a:pt x="136631" y="108445"/>
                  </a:lnTo>
                  <a:lnTo>
                    <a:pt x="139497" y="108922"/>
                  </a:lnTo>
                  <a:lnTo>
                    <a:pt x="142364" y="109400"/>
                  </a:lnTo>
                  <a:lnTo>
                    <a:pt x="143797" y="109878"/>
                  </a:lnTo>
                  <a:lnTo>
                    <a:pt x="144752" y="110355"/>
                  </a:lnTo>
                  <a:lnTo>
                    <a:pt x="145230" y="110833"/>
                  </a:lnTo>
                  <a:lnTo>
                    <a:pt x="145230" y="111789"/>
                  </a:lnTo>
                  <a:lnTo>
                    <a:pt x="144752" y="112744"/>
                  </a:lnTo>
                  <a:lnTo>
                    <a:pt x="142841" y="114655"/>
                  </a:lnTo>
                  <a:lnTo>
                    <a:pt x="141886" y="117044"/>
                  </a:lnTo>
                  <a:lnTo>
                    <a:pt x="142364" y="119432"/>
                  </a:lnTo>
                  <a:lnTo>
                    <a:pt x="141886" y="120865"/>
                  </a:lnTo>
                  <a:lnTo>
                    <a:pt x="139975" y="123254"/>
                  </a:lnTo>
                  <a:lnTo>
                    <a:pt x="139497" y="125165"/>
                  </a:lnTo>
                  <a:lnTo>
                    <a:pt x="138542" y="127076"/>
                  </a:lnTo>
                  <a:lnTo>
                    <a:pt x="138542" y="127554"/>
                  </a:lnTo>
                  <a:lnTo>
                    <a:pt x="139020" y="128031"/>
                  </a:lnTo>
                  <a:lnTo>
                    <a:pt x="139975" y="128509"/>
                  </a:lnTo>
                  <a:lnTo>
                    <a:pt x="141408" y="128509"/>
                  </a:lnTo>
                  <a:lnTo>
                    <a:pt x="142841" y="128509"/>
                  </a:lnTo>
                  <a:lnTo>
                    <a:pt x="147141" y="128987"/>
                  </a:lnTo>
                  <a:lnTo>
                    <a:pt x="151918" y="129942"/>
                  </a:lnTo>
                  <a:lnTo>
                    <a:pt x="153352" y="129942"/>
                  </a:lnTo>
                  <a:lnTo>
                    <a:pt x="154307" y="130898"/>
                  </a:lnTo>
                  <a:lnTo>
                    <a:pt x="153829" y="132809"/>
                  </a:lnTo>
                  <a:lnTo>
                    <a:pt x="153829" y="134242"/>
                  </a:lnTo>
                  <a:lnTo>
                    <a:pt x="153829" y="135675"/>
                  </a:lnTo>
                  <a:lnTo>
                    <a:pt x="154784" y="136631"/>
                  </a:lnTo>
                  <a:lnTo>
                    <a:pt x="155740" y="137108"/>
                  </a:lnTo>
                  <a:lnTo>
                    <a:pt x="157173" y="137586"/>
                  </a:lnTo>
                  <a:lnTo>
                    <a:pt x="157173" y="138064"/>
                  </a:lnTo>
                  <a:lnTo>
                    <a:pt x="157173" y="138064"/>
                  </a:lnTo>
                  <a:lnTo>
                    <a:pt x="156695" y="139497"/>
                  </a:lnTo>
                  <a:lnTo>
                    <a:pt x="157651" y="140452"/>
                  </a:lnTo>
                  <a:lnTo>
                    <a:pt x="158129" y="140930"/>
                  </a:lnTo>
                  <a:lnTo>
                    <a:pt x="159562" y="141408"/>
                  </a:lnTo>
                  <a:lnTo>
                    <a:pt x="161950" y="140452"/>
                  </a:lnTo>
                  <a:lnTo>
                    <a:pt x="163861" y="140930"/>
                  </a:lnTo>
                  <a:lnTo>
                    <a:pt x="165772" y="141408"/>
                  </a:lnTo>
                  <a:lnTo>
                    <a:pt x="167205" y="140930"/>
                  </a:lnTo>
                  <a:lnTo>
                    <a:pt x="168639" y="140452"/>
                  </a:lnTo>
                  <a:lnTo>
                    <a:pt x="171505" y="137586"/>
                  </a:lnTo>
                  <a:lnTo>
                    <a:pt x="175327" y="135675"/>
                  </a:lnTo>
                  <a:lnTo>
                    <a:pt x="176760" y="135675"/>
                  </a:lnTo>
                  <a:lnTo>
                    <a:pt x="177238" y="135675"/>
                  </a:lnTo>
                  <a:lnTo>
                    <a:pt x="177716" y="135675"/>
                  </a:lnTo>
                  <a:lnTo>
                    <a:pt x="177716" y="136631"/>
                  </a:lnTo>
                  <a:lnTo>
                    <a:pt x="177716" y="139019"/>
                  </a:lnTo>
                  <a:lnTo>
                    <a:pt x="177716" y="139019"/>
                  </a:lnTo>
                  <a:lnTo>
                    <a:pt x="177716" y="139019"/>
                  </a:lnTo>
                  <a:lnTo>
                    <a:pt x="176760" y="140930"/>
                  </a:lnTo>
                  <a:lnTo>
                    <a:pt x="173416" y="143319"/>
                  </a:lnTo>
                  <a:lnTo>
                    <a:pt x="171505" y="144274"/>
                  </a:lnTo>
                  <a:lnTo>
                    <a:pt x="170072" y="144274"/>
                  </a:lnTo>
                  <a:lnTo>
                    <a:pt x="169116" y="145230"/>
                  </a:lnTo>
                  <a:lnTo>
                    <a:pt x="168161" y="147618"/>
                  </a:lnTo>
                  <a:lnTo>
                    <a:pt x="167205" y="149052"/>
                  </a:lnTo>
                  <a:lnTo>
                    <a:pt x="166250" y="149529"/>
                  </a:lnTo>
                  <a:lnTo>
                    <a:pt x="165772" y="150485"/>
                  </a:lnTo>
                  <a:lnTo>
                    <a:pt x="165295" y="151918"/>
                  </a:lnTo>
                  <a:lnTo>
                    <a:pt x="166250" y="152396"/>
                  </a:lnTo>
                  <a:lnTo>
                    <a:pt x="166250" y="152396"/>
                  </a:lnTo>
                  <a:lnTo>
                    <a:pt x="167684" y="152396"/>
                  </a:lnTo>
                  <a:lnTo>
                    <a:pt x="167684" y="152873"/>
                  </a:lnTo>
                  <a:lnTo>
                    <a:pt x="166250" y="153351"/>
                  </a:lnTo>
                  <a:lnTo>
                    <a:pt x="164817" y="153829"/>
                  </a:lnTo>
                  <a:lnTo>
                    <a:pt x="163384" y="153351"/>
                  </a:lnTo>
                  <a:lnTo>
                    <a:pt x="161473" y="154307"/>
                  </a:lnTo>
                  <a:lnTo>
                    <a:pt x="160039" y="155262"/>
                  </a:lnTo>
                  <a:lnTo>
                    <a:pt x="158607" y="158128"/>
                  </a:lnTo>
                  <a:lnTo>
                    <a:pt x="157651" y="162428"/>
                  </a:lnTo>
                  <a:lnTo>
                    <a:pt x="157651" y="16338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7" name="Freeform 4926">
              <a:extLst>
                <a:ext uri="{FF2B5EF4-FFF2-40B4-BE49-F238E27FC236}">
                  <a16:creationId xmlns:a16="http://schemas.microsoft.com/office/drawing/2014/main" id="{3D5B958B-45AB-3BAC-4FC4-5168CB8A083C}"/>
                </a:ext>
              </a:extLst>
            </p:cNvPr>
            <p:cNvSpPr/>
            <p:nvPr/>
          </p:nvSpPr>
          <p:spPr>
            <a:xfrm>
              <a:off x="7841145" y="4548104"/>
              <a:ext cx="477" cy="955"/>
            </a:xfrm>
            <a:custGeom>
              <a:avLst/>
              <a:gdLst>
                <a:gd name="csX0" fmla="*/ 478 w 477"/>
                <a:gd name="csY0" fmla="*/ 0 h 955"/>
                <a:gd name="csX1" fmla="*/ 478 w 477"/>
                <a:gd name="csY1" fmla="*/ 0 h 955"/>
                <a:gd name="csX2" fmla="*/ 0 w 477"/>
                <a:gd name="csY2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478" y="0"/>
                  </a:moveTo>
                  <a:lnTo>
                    <a:pt x="478" y="0"/>
                  </a:lnTo>
                  <a:lnTo>
                    <a:pt x="0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8" name="Freeform 4927">
              <a:extLst>
                <a:ext uri="{FF2B5EF4-FFF2-40B4-BE49-F238E27FC236}">
                  <a16:creationId xmlns:a16="http://schemas.microsoft.com/office/drawing/2014/main" id="{F09DEA05-B47D-7658-251D-AF8065135CDF}"/>
                </a:ext>
              </a:extLst>
            </p:cNvPr>
            <p:cNvSpPr/>
            <p:nvPr/>
          </p:nvSpPr>
          <p:spPr>
            <a:xfrm>
              <a:off x="7842100" y="4545237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0 w 477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9" name="Freeform 4928">
              <a:extLst>
                <a:ext uri="{FF2B5EF4-FFF2-40B4-BE49-F238E27FC236}">
                  <a16:creationId xmlns:a16="http://schemas.microsoft.com/office/drawing/2014/main" id="{D9A82FC2-E46D-E8F8-63C6-B0641630AE6B}"/>
                </a:ext>
              </a:extLst>
            </p:cNvPr>
            <p:cNvSpPr/>
            <p:nvPr/>
          </p:nvSpPr>
          <p:spPr>
            <a:xfrm>
              <a:off x="7842100" y="4540938"/>
              <a:ext cx="477" cy="1910"/>
            </a:xfrm>
            <a:custGeom>
              <a:avLst/>
              <a:gdLst>
                <a:gd name="csX0" fmla="*/ 0 w 477"/>
                <a:gd name="csY0" fmla="*/ 0 h 1910"/>
                <a:gd name="csX1" fmla="*/ 0 w 477"/>
                <a:gd name="csY1" fmla="*/ 0 h 1910"/>
                <a:gd name="csX2" fmla="*/ 0 w 477"/>
                <a:gd name="csY2" fmla="*/ 478 h 1910"/>
                <a:gd name="csX3" fmla="*/ 478 w 477"/>
                <a:gd name="csY3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0">
                  <a:moveTo>
                    <a:pt x="0" y="0"/>
                  </a:moveTo>
                  <a:lnTo>
                    <a:pt x="0" y="0"/>
                  </a:lnTo>
                  <a:lnTo>
                    <a:pt x="0" y="478"/>
                  </a:lnTo>
                  <a:lnTo>
                    <a:pt x="478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0" name="Freeform 4929">
              <a:extLst>
                <a:ext uri="{FF2B5EF4-FFF2-40B4-BE49-F238E27FC236}">
                  <a16:creationId xmlns:a16="http://schemas.microsoft.com/office/drawing/2014/main" id="{770E24F4-32CC-0940-0E83-4479A943B706}"/>
                </a:ext>
              </a:extLst>
            </p:cNvPr>
            <p:cNvSpPr/>
            <p:nvPr/>
          </p:nvSpPr>
          <p:spPr>
            <a:xfrm>
              <a:off x="7856432" y="4512752"/>
              <a:ext cx="2866" cy="8121"/>
            </a:xfrm>
            <a:custGeom>
              <a:avLst/>
              <a:gdLst>
                <a:gd name="csX0" fmla="*/ 0 w 2866"/>
                <a:gd name="csY0" fmla="*/ 0 h 8121"/>
                <a:gd name="csX1" fmla="*/ 955 w 2866"/>
                <a:gd name="csY1" fmla="*/ 1911 h 8121"/>
                <a:gd name="csX2" fmla="*/ 2866 w 2866"/>
                <a:gd name="csY2" fmla="*/ 7644 h 8121"/>
                <a:gd name="csX3" fmla="*/ 2866 w 2866"/>
                <a:gd name="csY3" fmla="*/ 812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8121">
                  <a:moveTo>
                    <a:pt x="0" y="0"/>
                  </a:moveTo>
                  <a:lnTo>
                    <a:pt x="955" y="1911"/>
                  </a:lnTo>
                  <a:lnTo>
                    <a:pt x="2866" y="7644"/>
                  </a:lnTo>
                  <a:lnTo>
                    <a:pt x="2866" y="812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1" name="Freeform 4930">
              <a:extLst>
                <a:ext uri="{FF2B5EF4-FFF2-40B4-BE49-F238E27FC236}">
                  <a16:creationId xmlns:a16="http://schemas.microsoft.com/office/drawing/2014/main" id="{B388A901-8693-DD71-78A0-7C07D685D974}"/>
                </a:ext>
              </a:extLst>
            </p:cNvPr>
            <p:cNvSpPr/>
            <p:nvPr/>
          </p:nvSpPr>
          <p:spPr>
            <a:xfrm>
              <a:off x="7854999" y="4507497"/>
              <a:ext cx="1433" cy="5254"/>
            </a:xfrm>
            <a:custGeom>
              <a:avLst/>
              <a:gdLst>
                <a:gd name="csX0" fmla="*/ 0 w 1433"/>
                <a:gd name="csY0" fmla="*/ 0 h 5254"/>
                <a:gd name="csX1" fmla="*/ 478 w 1433"/>
                <a:gd name="csY1" fmla="*/ 1433 h 5254"/>
                <a:gd name="csX2" fmla="*/ 478 w 1433"/>
                <a:gd name="csY2" fmla="*/ 2866 h 5254"/>
                <a:gd name="csX3" fmla="*/ 1433 w 1433"/>
                <a:gd name="csY3" fmla="*/ 52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5254">
                  <a:moveTo>
                    <a:pt x="0" y="0"/>
                  </a:moveTo>
                  <a:lnTo>
                    <a:pt x="478" y="1433"/>
                  </a:lnTo>
                  <a:lnTo>
                    <a:pt x="478" y="2866"/>
                  </a:lnTo>
                  <a:lnTo>
                    <a:pt x="1433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2" name="Freeform 4931">
              <a:extLst>
                <a:ext uri="{FF2B5EF4-FFF2-40B4-BE49-F238E27FC236}">
                  <a16:creationId xmlns:a16="http://schemas.microsoft.com/office/drawing/2014/main" id="{4DFEB143-6911-ECFA-9E5F-91EE4AB7E0D7}"/>
                </a:ext>
              </a:extLst>
            </p:cNvPr>
            <p:cNvSpPr/>
            <p:nvPr/>
          </p:nvSpPr>
          <p:spPr>
            <a:xfrm>
              <a:off x="7850699" y="4499853"/>
              <a:ext cx="4299" cy="7165"/>
            </a:xfrm>
            <a:custGeom>
              <a:avLst/>
              <a:gdLst>
                <a:gd name="csX0" fmla="*/ 0 w 4299"/>
                <a:gd name="csY0" fmla="*/ 0 h 7165"/>
                <a:gd name="csX1" fmla="*/ 0 w 4299"/>
                <a:gd name="csY1" fmla="*/ 0 h 7165"/>
                <a:gd name="csX2" fmla="*/ 478 w 4299"/>
                <a:gd name="csY2" fmla="*/ 2389 h 7165"/>
                <a:gd name="csX3" fmla="*/ 2389 w 4299"/>
                <a:gd name="csY3" fmla="*/ 4300 h 7165"/>
                <a:gd name="csX4" fmla="*/ 3821 w 4299"/>
                <a:gd name="csY4" fmla="*/ 5255 h 7165"/>
                <a:gd name="csX5" fmla="*/ 4299 w 4299"/>
                <a:gd name="csY5" fmla="*/ 6210 h 7165"/>
                <a:gd name="csX6" fmla="*/ 4299 w 4299"/>
                <a:gd name="csY6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7165">
                  <a:moveTo>
                    <a:pt x="0" y="0"/>
                  </a:moveTo>
                  <a:lnTo>
                    <a:pt x="0" y="0"/>
                  </a:lnTo>
                  <a:lnTo>
                    <a:pt x="478" y="2389"/>
                  </a:lnTo>
                  <a:lnTo>
                    <a:pt x="2389" y="4300"/>
                  </a:lnTo>
                  <a:lnTo>
                    <a:pt x="3821" y="5255"/>
                  </a:lnTo>
                  <a:lnTo>
                    <a:pt x="4299" y="6210"/>
                  </a:lnTo>
                  <a:lnTo>
                    <a:pt x="4299" y="71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3" name="Freeform 4932">
              <a:extLst>
                <a:ext uri="{FF2B5EF4-FFF2-40B4-BE49-F238E27FC236}">
                  <a16:creationId xmlns:a16="http://schemas.microsoft.com/office/drawing/2014/main" id="{3BE6071A-2910-0197-F3E7-0C7B71E49E33}"/>
                </a:ext>
              </a:extLst>
            </p:cNvPr>
            <p:cNvSpPr/>
            <p:nvPr/>
          </p:nvSpPr>
          <p:spPr>
            <a:xfrm>
              <a:off x="7849266" y="4495554"/>
              <a:ext cx="1433" cy="2866"/>
            </a:xfrm>
            <a:custGeom>
              <a:avLst/>
              <a:gdLst>
                <a:gd name="csX0" fmla="*/ 0 w 1433"/>
                <a:gd name="csY0" fmla="*/ 0 h 2866"/>
                <a:gd name="csX1" fmla="*/ 0 w 1433"/>
                <a:gd name="csY1" fmla="*/ 0 h 2866"/>
                <a:gd name="csX2" fmla="*/ 0 w 1433"/>
                <a:gd name="csY2" fmla="*/ 1433 h 2866"/>
                <a:gd name="csX3" fmla="*/ 1433 w 1433"/>
                <a:gd name="csY3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2866">
                  <a:moveTo>
                    <a:pt x="0" y="0"/>
                  </a:moveTo>
                  <a:lnTo>
                    <a:pt x="0" y="0"/>
                  </a:lnTo>
                  <a:lnTo>
                    <a:pt x="0" y="1433"/>
                  </a:lnTo>
                  <a:lnTo>
                    <a:pt x="1433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4" name="Freeform 4933">
              <a:extLst>
                <a:ext uri="{FF2B5EF4-FFF2-40B4-BE49-F238E27FC236}">
                  <a16:creationId xmlns:a16="http://schemas.microsoft.com/office/drawing/2014/main" id="{588217A9-13D8-E0D8-EA7E-31BC1825DA05}"/>
                </a:ext>
              </a:extLst>
            </p:cNvPr>
            <p:cNvSpPr/>
            <p:nvPr/>
          </p:nvSpPr>
          <p:spPr>
            <a:xfrm>
              <a:off x="7850221" y="4488388"/>
              <a:ext cx="477" cy="4777"/>
            </a:xfrm>
            <a:custGeom>
              <a:avLst/>
              <a:gdLst>
                <a:gd name="csX0" fmla="*/ 0 w 477"/>
                <a:gd name="csY0" fmla="*/ 0 h 4777"/>
                <a:gd name="csX1" fmla="*/ 478 w 477"/>
                <a:gd name="csY1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7">
                  <a:moveTo>
                    <a:pt x="0" y="0"/>
                  </a:moveTo>
                  <a:lnTo>
                    <a:pt x="478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5" name="Freeform 4934">
              <a:extLst>
                <a:ext uri="{FF2B5EF4-FFF2-40B4-BE49-F238E27FC236}">
                  <a16:creationId xmlns:a16="http://schemas.microsoft.com/office/drawing/2014/main" id="{8B44C588-F9F9-F542-B974-73386F7286FC}"/>
                </a:ext>
              </a:extLst>
            </p:cNvPr>
            <p:cNvSpPr/>
            <p:nvPr/>
          </p:nvSpPr>
          <p:spPr>
            <a:xfrm>
              <a:off x="7849744" y="4484088"/>
              <a:ext cx="477" cy="4299"/>
            </a:xfrm>
            <a:custGeom>
              <a:avLst/>
              <a:gdLst>
                <a:gd name="csX0" fmla="*/ 0 w 477"/>
                <a:gd name="csY0" fmla="*/ 0 h 4299"/>
                <a:gd name="csX1" fmla="*/ 478 w 477"/>
                <a:gd name="csY1" fmla="*/ 2866 h 4299"/>
                <a:gd name="csX2" fmla="*/ 478 w 477"/>
                <a:gd name="csY2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299">
                  <a:moveTo>
                    <a:pt x="0" y="0"/>
                  </a:moveTo>
                  <a:lnTo>
                    <a:pt x="478" y="2866"/>
                  </a:lnTo>
                  <a:lnTo>
                    <a:pt x="478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6" name="Freeform 4935">
              <a:extLst>
                <a:ext uri="{FF2B5EF4-FFF2-40B4-BE49-F238E27FC236}">
                  <a16:creationId xmlns:a16="http://schemas.microsoft.com/office/drawing/2014/main" id="{B28296CD-4D6F-9C3A-DF66-BF10EC410401}"/>
                </a:ext>
              </a:extLst>
            </p:cNvPr>
            <p:cNvSpPr/>
            <p:nvPr/>
          </p:nvSpPr>
          <p:spPr>
            <a:xfrm>
              <a:off x="7834934" y="4467845"/>
              <a:ext cx="13854" cy="14331"/>
            </a:xfrm>
            <a:custGeom>
              <a:avLst/>
              <a:gdLst>
                <a:gd name="csX0" fmla="*/ 0 w 13854"/>
                <a:gd name="csY0" fmla="*/ 0 h 14331"/>
                <a:gd name="csX1" fmla="*/ 1911 w 13854"/>
                <a:gd name="csY1" fmla="*/ 2389 h 14331"/>
                <a:gd name="csX2" fmla="*/ 3344 w 13854"/>
                <a:gd name="csY2" fmla="*/ 4300 h 14331"/>
                <a:gd name="csX3" fmla="*/ 6688 w 13854"/>
                <a:gd name="csY3" fmla="*/ 6688 h 14331"/>
                <a:gd name="csX4" fmla="*/ 10988 w 13854"/>
                <a:gd name="csY4" fmla="*/ 10510 h 14331"/>
                <a:gd name="csX5" fmla="*/ 12421 w 13854"/>
                <a:gd name="csY5" fmla="*/ 12421 h 14331"/>
                <a:gd name="csX6" fmla="*/ 13854 w 13854"/>
                <a:gd name="csY6" fmla="*/ 14332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854" h="14331">
                  <a:moveTo>
                    <a:pt x="0" y="0"/>
                  </a:moveTo>
                  <a:lnTo>
                    <a:pt x="1911" y="2389"/>
                  </a:lnTo>
                  <a:lnTo>
                    <a:pt x="3344" y="4300"/>
                  </a:lnTo>
                  <a:lnTo>
                    <a:pt x="6688" y="6688"/>
                  </a:lnTo>
                  <a:lnTo>
                    <a:pt x="10988" y="10510"/>
                  </a:lnTo>
                  <a:lnTo>
                    <a:pt x="12421" y="12421"/>
                  </a:lnTo>
                  <a:lnTo>
                    <a:pt x="13854" y="143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7" name="Freeform 4936">
              <a:extLst>
                <a:ext uri="{FF2B5EF4-FFF2-40B4-BE49-F238E27FC236}">
                  <a16:creationId xmlns:a16="http://schemas.microsoft.com/office/drawing/2014/main" id="{A18EE70B-3F3A-8A55-3EBB-28390A1FFC2C}"/>
                </a:ext>
              </a:extLst>
            </p:cNvPr>
            <p:cNvSpPr/>
            <p:nvPr/>
          </p:nvSpPr>
          <p:spPr>
            <a:xfrm>
              <a:off x="7831112" y="4460679"/>
              <a:ext cx="2866" cy="5255"/>
            </a:xfrm>
            <a:custGeom>
              <a:avLst/>
              <a:gdLst>
                <a:gd name="csX0" fmla="*/ 0 w 2866"/>
                <a:gd name="csY0" fmla="*/ 0 h 5255"/>
                <a:gd name="csX1" fmla="*/ 956 w 2866"/>
                <a:gd name="csY1" fmla="*/ 3344 h 5255"/>
                <a:gd name="csX2" fmla="*/ 2867 w 2866"/>
                <a:gd name="csY2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5255">
                  <a:moveTo>
                    <a:pt x="0" y="0"/>
                  </a:moveTo>
                  <a:lnTo>
                    <a:pt x="956" y="3344"/>
                  </a:lnTo>
                  <a:lnTo>
                    <a:pt x="2867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8" name="Freeform 4937">
              <a:extLst>
                <a:ext uri="{FF2B5EF4-FFF2-40B4-BE49-F238E27FC236}">
                  <a16:creationId xmlns:a16="http://schemas.microsoft.com/office/drawing/2014/main" id="{283849D7-0081-889C-8B8E-35CE38E20C15}"/>
                </a:ext>
              </a:extLst>
            </p:cNvPr>
            <p:cNvSpPr/>
            <p:nvPr/>
          </p:nvSpPr>
          <p:spPr>
            <a:xfrm>
              <a:off x="7830634" y="4456857"/>
              <a:ext cx="477" cy="3821"/>
            </a:xfrm>
            <a:custGeom>
              <a:avLst/>
              <a:gdLst>
                <a:gd name="csX0" fmla="*/ 478 w 477"/>
                <a:gd name="csY0" fmla="*/ 0 h 3821"/>
                <a:gd name="csX1" fmla="*/ 0 w 477"/>
                <a:gd name="csY1" fmla="*/ 956 h 3821"/>
                <a:gd name="csX2" fmla="*/ 478 w 477"/>
                <a:gd name="csY2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3821">
                  <a:moveTo>
                    <a:pt x="478" y="0"/>
                  </a:moveTo>
                  <a:lnTo>
                    <a:pt x="0" y="956"/>
                  </a:lnTo>
                  <a:lnTo>
                    <a:pt x="478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9" name="Freeform 4938">
              <a:extLst>
                <a:ext uri="{FF2B5EF4-FFF2-40B4-BE49-F238E27FC236}">
                  <a16:creationId xmlns:a16="http://schemas.microsoft.com/office/drawing/2014/main" id="{8BD7315E-C3AB-B499-BBCC-3CB9DE10CC5B}"/>
                </a:ext>
              </a:extLst>
            </p:cNvPr>
            <p:cNvSpPr/>
            <p:nvPr/>
          </p:nvSpPr>
          <p:spPr>
            <a:xfrm>
              <a:off x="7838278" y="4443003"/>
              <a:ext cx="478" cy="6688"/>
            </a:xfrm>
            <a:custGeom>
              <a:avLst/>
              <a:gdLst>
                <a:gd name="csX0" fmla="*/ 478 w 478"/>
                <a:gd name="csY0" fmla="*/ 0 h 6688"/>
                <a:gd name="csX1" fmla="*/ 0 w 478"/>
                <a:gd name="csY1" fmla="*/ 2866 h 6688"/>
                <a:gd name="csX2" fmla="*/ 0 w 478"/>
                <a:gd name="csY2" fmla="*/ 668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6688">
                  <a:moveTo>
                    <a:pt x="478" y="0"/>
                  </a:moveTo>
                  <a:lnTo>
                    <a:pt x="0" y="2866"/>
                  </a:lnTo>
                  <a:lnTo>
                    <a:pt x="0" y="66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0" name="Freeform 4939">
              <a:extLst>
                <a:ext uri="{FF2B5EF4-FFF2-40B4-BE49-F238E27FC236}">
                  <a16:creationId xmlns:a16="http://schemas.microsoft.com/office/drawing/2014/main" id="{639B1E3C-1339-E600-341E-FD28035190B2}"/>
                </a:ext>
              </a:extLst>
            </p:cNvPr>
            <p:cNvSpPr/>
            <p:nvPr/>
          </p:nvSpPr>
          <p:spPr>
            <a:xfrm>
              <a:off x="7840189" y="4433926"/>
              <a:ext cx="4777" cy="1911"/>
            </a:xfrm>
            <a:custGeom>
              <a:avLst/>
              <a:gdLst>
                <a:gd name="csX0" fmla="*/ 0 w 4777"/>
                <a:gd name="csY0" fmla="*/ 1433 h 1911"/>
                <a:gd name="csX1" fmla="*/ 0 w 4777"/>
                <a:gd name="csY1" fmla="*/ 1433 h 1911"/>
                <a:gd name="csX2" fmla="*/ 478 w 4777"/>
                <a:gd name="csY2" fmla="*/ 1911 h 1911"/>
                <a:gd name="csX3" fmla="*/ 3344 w 4777"/>
                <a:gd name="csY3" fmla="*/ 0 h 1911"/>
                <a:gd name="csX4" fmla="*/ 4300 w 4777"/>
                <a:gd name="csY4" fmla="*/ 478 h 1911"/>
                <a:gd name="csX5" fmla="*/ 4777 w 4777"/>
                <a:gd name="csY5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7" h="1911">
                  <a:moveTo>
                    <a:pt x="0" y="1433"/>
                  </a:moveTo>
                  <a:lnTo>
                    <a:pt x="0" y="1433"/>
                  </a:lnTo>
                  <a:lnTo>
                    <a:pt x="478" y="1911"/>
                  </a:lnTo>
                  <a:lnTo>
                    <a:pt x="3344" y="0"/>
                  </a:lnTo>
                  <a:lnTo>
                    <a:pt x="4300" y="478"/>
                  </a:lnTo>
                  <a:lnTo>
                    <a:pt x="4777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1" name="Freeform 4940">
              <a:extLst>
                <a:ext uri="{FF2B5EF4-FFF2-40B4-BE49-F238E27FC236}">
                  <a16:creationId xmlns:a16="http://schemas.microsoft.com/office/drawing/2014/main" id="{511661BE-28BC-4053-E8A6-ABFCFC758BEC}"/>
                </a:ext>
              </a:extLst>
            </p:cNvPr>
            <p:cNvSpPr/>
            <p:nvPr/>
          </p:nvSpPr>
          <p:spPr>
            <a:xfrm>
              <a:off x="7822991" y="4410040"/>
              <a:ext cx="14809" cy="19586"/>
            </a:xfrm>
            <a:custGeom>
              <a:avLst/>
              <a:gdLst>
                <a:gd name="csX0" fmla="*/ 0 w 14809"/>
                <a:gd name="csY0" fmla="*/ 0 h 19586"/>
                <a:gd name="csX1" fmla="*/ 2866 w 14809"/>
                <a:gd name="csY1" fmla="*/ 2389 h 19586"/>
                <a:gd name="csX2" fmla="*/ 5255 w 14809"/>
                <a:gd name="csY2" fmla="*/ 5733 h 19586"/>
                <a:gd name="csX3" fmla="*/ 7644 w 14809"/>
                <a:gd name="csY3" fmla="*/ 8121 h 19586"/>
                <a:gd name="csX4" fmla="*/ 9077 w 14809"/>
                <a:gd name="csY4" fmla="*/ 10032 h 19586"/>
                <a:gd name="csX5" fmla="*/ 12898 w 14809"/>
                <a:gd name="csY5" fmla="*/ 13376 h 19586"/>
                <a:gd name="csX6" fmla="*/ 13377 w 14809"/>
                <a:gd name="csY6" fmla="*/ 14809 h 19586"/>
                <a:gd name="csX7" fmla="*/ 13854 w 14809"/>
                <a:gd name="csY7" fmla="*/ 17676 h 19586"/>
                <a:gd name="csX8" fmla="*/ 14809 w 14809"/>
                <a:gd name="csY8" fmla="*/ 19587 h 19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809" h="19586">
                  <a:moveTo>
                    <a:pt x="0" y="0"/>
                  </a:moveTo>
                  <a:lnTo>
                    <a:pt x="2866" y="2389"/>
                  </a:lnTo>
                  <a:lnTo>
                    <a:pt x="5255" y="5733"/>
                  </a:lnTo>
                  <a:lnTo>
                    <a:pt x="7644" y="8121"/>
                  </a:lnTo>
                  <a:lnTo>
                    <a:pt x="9077" y="10032"/>
                  </a:lnTo>
                  <a:lnTo>
                    <a:pt x="12898" y="13376"/>
                  </a:lnTo>
                  <a:lnTo>
                    <a:pt x="13377" y="14809"/>
                  </a:lnTo>
                  <a:lnTo>
                    <a:pt x="13854" y="17676"/>
                  </a:lnTo>
                  <a:lnTo>
                    <a:pt x="14809" y="1958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2" name="Freeform 4941">
              <a:extLst>
                <a:ext uri="{FF2B5EF4-FFF2-40B4-BE49-F238E27FC236}">
                  <a16:creationId xmlns:a16="http://schemas.microsoft.com/office/drawing/2014/main" id="{5C329BFE-7110-568D-A9DA-A8978EED7E7D}"/>
                </a:ext>
              </a:extLst>
            </p:cNvPr>
            <p:cNvSpPr/>
            <p:nvPr/>
          </p:nvSpPr>
          <p:spPr>
            <a:xfrm>
              <a:off x="7821080" y="4406696"/>
              <a:ext cx="955" cy="1433"/>
            </a:xfrm>
            <a:custGeom>
              <a:avLst/>
              <a:gdLst>
                <a:gd name="csX0" fmla="*/ 0 w 955"/>
                <a:gd name="csY0" fmla="*/ 0 h 1433"/>
                <a:gd name="csX1" fmla="*/ 0 w 955"/>
                <a:gd name="csY1" fmla="*/ 0 h 1433"/>
                <a:gd name="csX2" fmla="*/ 478 w 955"/>
                <a:gd name="csY2" fmla="*/ 956 h 1433"/>
                <a:gd name="csX3" fmla="*/ 956 w 955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0" y="0"/>
                  </a:moveTo>
                  <a:lnTo>
                    <a:pt x="0" y="0"/>
                  </a:lnTo>
                  <a:lnTo>
                    <a:pt x="478" y="956"/>
                  </a:lnTo>
                  <a:lnTo>
                    <a:pt x="956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3" name="Freeform 4942">
              <a:extLst>
                <a:ext uri="{FF2B5EF4-FFF2-40B4-BE49-F238E27FC236}">
                  <a16:creationId xmlns:a16="http://schemas.microsoft.com/office/drawing/2014/main" id="{3BA6B59D-B97D-AAF0-BD37-8364095B7BBF}"/>
                </a:ext>
              </a:extLst>
            </p:cNvPr>
            <p:cNvSpPr/>
            <p:nvPr/>
          </p:nvSpPr>
          <p:spPr>
            <a:xfrm>
              <a:off x="7819647" y="4399052"/>
              <a:ext cx="477" cy="1433"/>
            </a:xfrm>
            <a:custGeom>
              <a:avLst/>
              <a:gdLst>
                <a:gd name="csX0" fmla="*/ 0 w 477"/>
                <a:gd name="csY0" fmla="*/ 0 h 1433"/>
                <a:gd name="csX1" fmla="*/ 0 w 477"/>
                <a:gd name="csY1" fmla="*/ 0 h 1433"/>
                <a:gd name="csX2" fmla="*/ 478 w 477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0" y="0"/>
                  </a:moveTo>
                  <a:lnTo>
                    <a:pt x="0" y="0"/>
                  </a:lnTo>
                  <a:lnTo>
                    <a:pt x="478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4" name="Freeform 4943">
              <a:extLst>
                <a:ext uri="{FF2B5EF4-FFF2-40B4-BE49-F238E27FC236}">
                  <a16:creationId xmlns:a16="http://schemas.microsoft.com/office/drawing/2014/main" id="{99603A26-FCDC-A01D-5323-7951B0894431}"/>
                </a:ext>
              </a:extLst>
            </p:cNvPr>
            <p:cNvSpPr/>
            <p:nvPr/>
          </p:nvSpPr>
          <p:spPr>
            <a:xfrm>
              <a:off x="7814870" y="4393797"/>
              <a:ext cx="5254" cy="4299"/>
            </a:xfrm>
            <a:custGeom>
              <a:avLst/>
              <a:gdLst>
                <a:gd name="csX0" fmla="*/ 0 w 5254"/>
                <a:gd name="csY0" fmla="*/ 0 h 4299"/>
                <a:gd name="csX1" fmla="*/ 0 w 5254"/>
                <a:gd name="csY1" fmla="*/ 0 h 4299"/>
                <a:gd name="csX2" fmla="*/ 0 w 5254"/>
                <a:gd name="csY2" fmla="*/ 478 h 4299"/>
                <a:gd name="csX3" fmla="*/ 1433 w 5254"/>
                <a:gd name="csY3" fmla="*/ 2867 h 4299"/>
                <a:gd name="csX4" fmla="*/ 1433 w 5254"/>
                <a:gd name="csY4" fmla="*/ 3344 h 4299"/>
                <a:gd name="csX5" fmla="*/ 2866 w 5254"/>
                <a:gd name="csY5" fmla="*/ 4300 h 4299"/>
                <a:gd name="csX6" fmla="*/ 4299 w 5254"/>
                <a:gd name="csY6" fmla="*/ 4300 h 4299"/>
                <a:gd name="csX7" fmla="*/ 5255 w 5254"/>
                <a:gd name="csY7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4299">
                  <a:moveTo>
                    <a:pt x="0" y="0"/>
                  </a:moveTo>
                  <a:lnTo>
                    <a:pt x="0" y="0"/>
                  </a:lnTo>
                  <a:lnTo>
                    <a:pt x="0" y="478"/>
                  </a:lnTo>
                  <a:lnTo>
                    <a:pt x="1433" y="2867"/>
                  </a:lnTo>
                  <a:lnTo>
                    <a:pt x="1433" y="3344"/>
                  </a:lnTo>
                  <a:lnTo>
                    <a:pt x="2866" y="4300"/>
                  </a:lnTo>
                  <a:lnTo>
                    <a:pt x="4299" y="4300"/>
                  </a:lnTo>
                  <a:lnTo>
                    <a:pt x="5255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5" name="Freeform 4944">
              <a:extLst>
                <a:ext uri="{FF2B5EF4-FFF2-40B4-BE49-F238E27FC236}">
                  <a16:creationId xmlns:a16="http://schemas.microsoft.com/office/drawing/2014/main" id="{6C397E2B-4C98-7547-2700-B74729FD2F63}"/>
                </a:ext>
              </a:extLst>
            </p:cNvPr>
            <p:cNvSpPr/>
            <p:nvPr/>
          </p:nvSpPr>
          <p:spPr>
            <a:xfrm>
              <a:off x="7822991" y="4379465"/>
              <a:ext cx="477" cy="2866"/>
            </a:xfrm>
            <a:custGeom>
              <a:avLst/>
              <a:gdLst>
                <a:gd name="csX0" fmla="*/ 0 w 477"/>
                <a:gd name="csY0" fmla="*/ 0 h 2866"/>
                <a:gd name="csX1" fmla="*/ 478 w 477"/>
                <a:gd name="csY1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2866">
                  <a:moveTo>
                    <a:pt x="0" y="0"/>
                  </a:moveTo>
                  <a:lnTo>
                    <a:pt x="478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6" name="Freeform 4945">
              <a:extLst>
                <a:ext uri="{FF2B5EF4-FFF2-40B4-BE49-F238E27FC236}">
                  <a16:creationId xmlns:a16="http://schemas.microsoft.com/office/drawing/2014/main" id="{B7B58EA8-A52D-50CF-3629-988B33CCDF68}"/>
                </a:ext>
              </a:extLst>
            </p:cNvPr>
            <p:cNvSpPr/>
            <p:nvPr/>
          </p:nvSpPr>
          <p:spPr>
            <a:xfrm>
              <a:off x="7826813" y="4370866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0 w 477"/>
                <a:gd name="csY1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7" name="Freeform 4946">
              <a:extLst>
                <a:ext uri="{FF2B5EF4-FFF2-40B4-BE49-F238E27FC236}">
                  <a16:creationId xmlns:a16="http://schemas.microsoft.com/office/drawing/2014/main" id="{BBBF9977-2E33-56D9-59D6-49FF4585FCCE}"/>
                </a:ext>
              </a:extLst>
            </p:cNvPr>
            <p:cNvSpPr/>
            <p:nvPr/>
          </p:nvSpPr>
          <p:spPr>
            <a:xfrm>
              <a:off x="7846877" y="4364656"/>
              <a:ext cx="477" cy="3344"/>
            </a:xfrm>
            <a:custGeom>
              <a:avLst/>
              <a:gdLst>
                <a:gd name="csX0" fmla="*/ 478 w 477"/>
                <a:gd name="csY0" fmla="*/ 0 h 3344"/>
                <a:gd name="csX1" fmla="*/ 478 w 477"/>
                <a:gd name="csY1" fmla="*/ 0 h 3344"/>
                <a:gd name="csX2" fmla="*/ 0 w 477"/>
                <a:gd name="csY2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3344">
                  <a:moveTo>
                    <a:pt x="478" y="0"/>
                  </a:moveTo>
                  <a:lnTo>
                    <a:pt x="478" y="0"/>
                  </a:lnTo>
                  <a:lnTo>
                    <a:pt x="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8" name="Freeform 4947">
              <a:extLst>
                <a:ext uri="{FF2B5EF4-FFF2-40B4-BE49-F238E27FC236}">
                  <a16:creationId xmlns:a16="http://schemas.microsoft.com/office/drawing/2014/main" id="{D2B50976-5B8F-A475-960D-3CC946337489}"/>
                </a:ext>
              </a:extLst>
            </p:cNvPr>
            <p:cNvSpPr/>
            <p:nvPr/>
          </p:nvSpPr>
          <p:spPr>
            <a:xfrm>
              <a:off x="7855954" y="4358445"/>
              <a:ext cx="955" cy="1910"/>
            </a:xfrm>
            <a:custGeom>
              <a:avLst/>
              <a:gdLst>
                <a:gd name="csX0" fmla="*/ 0 w 955"/>
                <a:gd name="csY0" fmla="*/ 0 h 1910"/>
                <a:gd name="csX1" fmla="*/ 0 w 955"/>
                <a:gd name="csY1" fmla="*/ 478 h 1910"/>
                <a:gd name="csX2" fmla="*/ 955 w 955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0">
                  <a:moveTo>
                    <a:pt x="0" y="0"/>
                  </a:moveTo>
                  <a:lnTo>
                    <a:pt x="0" y="478"/>
                  </a:lnTo>
                  <a:lnTo>
                    <a:pt x="955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9" name="Freeform 4948">
              <a:extLst>
                <a:ext uri="{FF2B5EF4-FFF2-40B4-BE49-F238E27FC236}">
                  <a16:creationId xmlns:a16="http://schemas.microsoft.com/office/drawing/2014/main" id="{69C49DC2-F6A1-BD76-E1EC-E188420AB153}"/>
                </a:ext>
              </a:extLst>
            </p:cNvPr>
            <p:cNvSpPr/>
            <p:nvPr/>
          </p:nvSpPr>
          <p:spPr>
            <a:xfrm>
              <a:off x="7726490" y="4363700"/>
              <a:ext cx="1910" cy="5255"/>
            </a:xfrm>
            <a:custGeom>
              <a:avLst/>
              <a:gdLst>
                <a:gd name="csX0" fmla="*/ 1910 w 1910"/>
                <a:gd name="csY0" fmla="*/ 3344 h 5255"/>
                <a:gd name="csX1" fmla="*/ 1910 w 1910"/>
                <a:gd name="csY1" fmla="*/ 5255 h 5255"/>
                <a:gd name="csX2" fmla="*/ 955 w 1910"/>
                <a:gd name="csY2" fmla="*/ 4300 h 5255"/>
                <a:gd name="csX3" fmla="*/ 0 w 1910"/>
                <a:gd name="csY3" fmla="*/ 1911 h 5255"/>
                <a:gd name="csX4" fmla="*/ 0 w 1910"/>
                <a:gd name="csY4" fmla="*/ 0 h 5255"/>
                <a:gd name="csX5" fmla="*/ 955 w 1910"/>
                <a:gd name="csY5" fmla="*/ 956 h 5255"/>
                <a:gd name="csX6" fmla="*/ 1910 w 1910"/>
                <a:gd name="csY6" fmla="*/ 3344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5255">
                  <a:moveTo>
                    <a:pt x="1910" y="3344"/>
                  </a:moveTo>
                  <a:lnTo>
                    <a:pt x="1910" y="5255"/>
                  </a:lnTo>
                  <a:lnTo>
                    <a:pt x="955" y="4300"/>
                  </a:lnTo>
                  <a:lnTo>
                    <a:pt x="0" y="1911"/>
                  </a:lnTo>
                  <a:lnTo>
                    <a:pt x="0" y="0"/>
                  </a:lnTo>
                  <a:lnTo>
                    <a:pt x="955" y="956"/>
                  </a:lnTo>
                  <a:lnTo>
                    <a:pt x="191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0" name="Freeform 4949">
              <a:extLst>
                <a:ext uri="{FF2B5EF4-FFF2-40B4-BE49-F238E27FC236}">
                  <a16:creationId xmlns:a16="http://schemas.microsoft.com/office/drawing/2014/main" id="{30DA0ECA-1711-6306-FB5B-51E4718C21D7}"/>
                </a:ext>
              </a:extLst>
            </p:cNvPr>
            <p:cNvSpPr/>
            <p:nvPr/>
          </p:nvSpPr>
          <p:spPr>
            <a:xfrm>
              <a:off x="7736044" y="4366567"/>
              <a:ext cx="2388" cy="3821"/>
            </a:xfrm>
            <a:custGeom>
              <a:avLst/>
              <a:gdLst>
                <a:gd name="csX0" fmla="*/ 1910 w 2388"/>
                <a:gd name="csY0" fmla="*/ 955 h 3821"/>
                <a:gd name="csX1" fmla="*/ 2389 w 2388"/>
                <a:gd name="csY1" fmla="*/ 3822 h 3821"/>
                <a:gd name="csX2" fmla="*/ 955 w 2388"/>
                <a:gd name="csY2" fmla="*/ 2389 h 3821"/>
                <a:gd name="csX3" fmla="*/ 478 w 2388"/>
                <a:gd name="csY3" fmla="*/ 1433 h 3821"/>
                <a:gd name="csX4" fmla="*/ 0 w 2388"/>
                <a:gd name="csY4" fmla="*/ 0 h 3821"/>
                <a:gd name="csX5" fmla="*/ 1910 w 2388"/>
                <a:gd name="csY5" fmla="*/ 955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3821">
                  <a:moveTo>
                    <a:pt x="1910" y="955"/>
                  </a:moveTo>
                  <a:lnTo>
                    <a:pt x="2389" y="3822"/>
                  </a:lnTo>
                  <a:lnTo>
                    <a:pt x="955" y="2389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191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1" name="Freeform 4950">
              <a:extLst>
                <a:ext uri="{FF2B5EF4-FFF2-40B4-BE49-F238E27FC236}">
                  <a16:creationId xmlns:a16="http://schemas.microsoft.com/office/drawing/2014/main" id="{89F4D7F5-F0C9-9C28-47E6-D3F8FC21AB61}"/>
                </a:ext>
              </a:extLst>
            </p:cNvPr>
            <p:cNvSpPr/>
            <p:nvPr/>
          </p:nvSpPr>
          <p:spPr>
            <a:xfrm>
              <a:off x="7740822" y="4373733"/>
              <a:ext cx="6210" cy="5254"/>
            </a:xfrm>
            <a:custGeom>
              <a:avLst/>
              <a:gdLst>
                <a:gd name="csX0" fmla="*/ 1433 w 6210"/>
                <a:gd name="csY0" fmla="*/ 0 h 5254"/>
                <a:gd name="csX1" fmla="*/ 3821 w 6210"/>
                <a:gd name="csY1" fmla="*/ 1911 h 5254"/>
                <a:gd name="csX2" fmla="*/ 4777 w 6210"/>
                <a:gd name="csY2" fmla="*/ 1911 h 5254"/>
                <a:gd name="csX3" fmla="*/ 5733 w 6210"/>
                <a:gd name="csY3" fmla="*/ 2866 h 5254"/>
                <a:gd name="csX4" fmla="*/ 6210 w 6210"/>
                <a:gd name="csY4" fmla="*/ 3344 h 5254"/>
                <a:gd name="csX5" fmla="*/ 5733 w 6210"/>
                <a:gd name="csY5" fmla="*/ 3822 h 5254"/>
                <a:gd name="csX6" fmla="*/ 5255 w 6210"/>
                <a:gd name="csY6" fmla="*/ 4777 h 5254"/>
                <a:gd name="csX7" fmla="*/ 3344 w 6210"/>
                <a:gd name="csY7" fmla="*/ 5255 h 5254"/>
                <a:gd name="csX8" fmla="*/ 2389 w 6210"/>
                <a:gd name="csY8" fmla="*/ 4777 h 5254"/>
                <a:gd name="csX9" fmla="*/ 1910 w 6210"/>
                <a:gd name="csY9" fmla="*/ 2866 h 5254"/>
                <a:gd name="csX10" fmla="*/ 478 w 6210"/>
                <a:gd name="csY10" fmla="*/ 2389 h 5254"/>
                <a:gd name="csX11" fmla="*/ 0 w 6210"/>
                <a:gd name="csY11" fmla="*/ 1433 h 5254"/>
                <a:gd name="csX12" fmla="*/ 955 w 6210"/>
                <a:gd name="csY12" fmla="*/ 478 h 5254"/>
                <a:gd name="csX13" fmla="*/ 1433 w 6210"/>
                <a:gd name="csY13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210" h="5254">
                  <a:moveTo>
                    <a:pt x="1433" y="0"/>
                  </a:moveTo>
                  <a:lnTo>
                    <a:pt x="3821" y="1911"/>
                  </a:lnTo>
                  <a:lnTo>
                    <a:pt x="4777" y="1911"/>
                  </a:lnTo>
                  <a:lnTo>
                    <a:pt x="5733" y="2866"/>
                  </a:lnTo>
                  <a:lnTo>
                    <a:pt x="6210" y="3344"/>
                  </a:lnTo>
                  <a:lnTo>
                    <a:pt x="5733" y="3822"/>
                  </a:lnTo>
                  <a:lnTo>
                    <a:pt x="5255" y="4777"/>
                  </a:lnTo>
                  <a:lnTo>
                    <a:pt x="3344" y="5255"/>
                  </a:lnTo>
                  <a:lnTo>
                    <a:pt x="2389" y="4777"/>
                  </a:lnTo>
                  <a:lnTo>
                    <a:pt x="1910" y="2866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955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2" name="Freeform 4951">
              <a:extLst>
                <a:ext uri="{FF2B5EF4-FFF2-40B4-BE49-F238E27FC236}">
                  <a16:creationId xmlns:a16="http://schemas.microsoft.com/office/drawing/2014/main" id="{3D83DE10-5D12-7B2C-7245-D90D144EB229}"/>
                </a:ext>
              </a:extLst>
            </p:cNvPr>
            <p:cNvSpPr/>
            <p:nvPr/>
          </p:nvSpPr>
          <p:spPr>
            <a:xfrm>
              <a:off x="7737955" y="4386631"/>
              <a:ext cx="4777" cy="4299"/>
            </a:xfrm>
            <a:custGeom>
              <a:avLst/>
              <a:gdLst>
                <a:gd name="csX0" fmla="*/ 3822 w 4777"/>
                <a:gd name="csY0" fmla="*/ 4300 h 4299"/>
                <a:gd name="csX1" fmla="*/ 3344 w 4777"/>
                <a:gd name="csY1" fmla="*/ 4300 h 4299"/>
                <a:gd name="csX2" fmla="*/ 1433 w 4777"/>
                <a:gd name="csY2" fmla="*/ 2867 h 4299"/>
                <a:gd name="csX3" fmla="*/ 0 w 4777"/>
                <a:gd name="csY3" fmla="*/ 478 h 4299"/>
                <a:gd name="csX4" fmla="*/ 2389 w 4777"/>
                <a:gd name="csY4" fmla="*/ 0 h 4299"/>
                <a:gd name="csX5" fmla="*/ 4777 w 4777"/>
                <a:gd name="csY5" fmla="*/ 478 h 4299"/>
                <a:gd name="csX6" fmla="*/ 4777 w 4777"/>
                <a:gd name="csY6" fmla="*/ 1911 h 4299"/>
                <a:gd name="csX7" fmla="*/ 4300 w 4777"/>
                <a:gd name="csY7" fmla="*/ 3344 h 4299"/>
                <a:gd name="csX8" fmla="*/ 3822 w 4777"/>
                <a:gd name="csY8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4299">
                  <a:moveTo>
                    <a:pt x="3822" y="4300"/>
                  </a:moveTo>
                  <a:lnTo>
                    <a:pt x="3344" y="4300"/>
                  </a:lnTo>
                  <a:lnTo>
                    <a:pt x="1433" y="2867"/>
                  </a:lnTo>
                  <a:lnTo>
                    <a:pt x="0" y="478"/>
                  </a:lnTo>
                  <a:lnTo>
                    <a:pt x="2389" y="0"/>
                  </a:lnTo>
                  <a:lnTo>
                    <a:pt x="4777" y="478"/>
                  </a:lnTo>
                  <a:lnTo>
                    <a:pt x="4777" y="1911"/>
                  </a:lnTo>
                  <a:lnTo>
                    <a:pt x="4300" y="3344"/>
                  </a:lnTo>
                  <a:lnTo>
                    <a:pt x="3822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3" name="Freeform 4952">
              <a:extLst>
                <a:ext uri="{FF2B5EF4-FFF2-40B4-BE49-F238E27FC236}">
                  <a16:creationId xmlns:a16="http://schemas.microsoft.com/office/drawing/2014/main" id="{E3A72763-7C60-5F7C-B322-2701D1C7CC2A}"/>
                </a:ext>
              </a:extLst>
            </p:cNvPr>
            <p:cNvSpPr/>
            <p:nvPr/>
          </p:nvSpPr>
          <p:spPr>
            <a:xfrm>
              <a:off x="7816780" y="4432015"/>
              <a:ext cx="2388" cy="4777"/>
            </a:xfrm>
            <a:custGeom>
              <a:avLst/>
              <a:gdLst>
                <a:gd name="csX0" fmla="*/ 1911 w 2388"/>
                <a:gd name="csY0" fmla="*/ 4777 h 4777"/>
                <a:gd name="csX1" fmla="*/ 1433 w 2388"/>
                <a:gd name="csY1" fmla="*/ 4777 h 4777"/>
                <a:gd name="csX2" fmla="*/ 0 w 2388"/>
                <a:gd name="csY2" fmla="*/ 3822 h 4777"/>
                <a:gd name="csX3" fmla="*/ 0 w 2388"/>
                <a:gd name="csY3" fmla="*/ 956 h 4777"/>
                <a:gd name="csX4" fmla="*/ 956 w 2388"/>
                <a:gd name="csY4" fmla="*/ 0 h 4777"/>
                <a:gd name="csX5" fmla="*/ 1433 w 2388"/>
                <a:gd name="csY5" fmla="*/ 0 h 4777"/>
                <a:gd name="csX6" fmla="*/ 1911 w 2388"/>
                <a:gd name="csY6" fmla="*/ 478 h 4777"/>
                <a:gd name="csX7" fmla="*/ 2389 w 2388"/>
                <a:gd name="csY7" fmla="*/ 956 h 4777"/>
                <a:gd name="csX8" fmla="*/ 2389 w 2388"/>
                <a:gd name="csY8" fmla="*/ 1433 h 4777"/>
                <a:gd name="csX9" fmla="*/ 2389 w 2388"/>
                <a:gd name="csY9" fmla="*/ 1911 h 4777"/>
                <a:gd name="csX10" fmla="*/ 1911 w 2388"/>
                <a:gd name="csY10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4777">
                  <a:moveTo>
                    <a:pt x="1911" y="4777"/>
                  </a:moveTo>
                  <a:lnTo>
                    <a:pt x="1433" y="4777"/>
                  </a:lnTo>
                  <a:lnTo>
                    <a:pt x="0" y="3822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389" y="956"/>
                  </a:lnTo>
                  <a:lnTo>
                    <a:pt x="2389" y="1433"/>
                  </a:lnTo>
                  <a:lnTo>
                    <a:pt x="2389" y="1911"/>
                  </a:lnTo>
                  <a:lnTo>
                    <a:pt x="1911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4" name="Freeform 4953">
              <a:extLst>
                <a:ext uri="{FF2B5EF4-FFF2-40B4-BE49-F238E27FC236}">
                  <a16:creationId xmlns:a16="http://schemas.microsoft.com/office/drawing/2014/main" id="{324E9546-EB15-5AAD-758E-DE7ED9FBD320}"/>
                </a:ext>
              </a:extLst>
            </p:cNvPr>
            <p:cNvSpPr/>
            <p:nvPr/>
          </p:nvSpPr>
          <p:spPr>
            <a:xfrm>
              <a:off x="7755631" y="4437748"/>
              <a:ext cx="4299" cy="6688"/>
            </a:xfrm>
            <a:custGeom>
              <a:avLst/>
              <a:gdLst>
                <a:gd name="csX0" fmla="*/ 1911 w 4299"/>
                <a:gd name="csY0" fmla="*/ 4777 h 6688"/>
                <a:gd name="csX1" fmla="*/ 478 w 4299"/>
                <a:gd name="csY1" fmla="*/ 6688 h 6688"/>
                <a:gd name="csX2" fmla="*/ 0 w 4299"/>
                <a:gd name="csY2" fmla="*/ 3822 h 6688"/>
                <a:gd name="csX3" fmla="*/ 1911 w 4299"/>
                <a:gd name="csY3" fmla="*/ 2389 h 6688"/>
                <a:gd name="csX4" fmla="*/ 2866 w 4299"/>
                <a:gd name="csY4" fmla="*/ 956 h 6688"/>
                <a:gd name="csX5" fmla="*/ 4300 w 4299"/>
                <a:gd name="csY5" fmla="*/ 0 h 6688"/>
                <a:gd name="csX6" fmla="*/ 4300 w 4299"/>
                <a:gd name="csY6" fmla="*/ 956 h 6688"/>
                <a:gd name="csX7" fmla="*/ 3344 w 4299"/>
                <a:gd name="csY7" fmla="*/ 3344 h 6688"/>
                <a:gd name="csX8" fmla="*/ 1911 w 4299"/>
                <a:gd name="csY8" fmla="*/ 4777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6688">
                  <a:moveTo>
                    <a:pt x="1911" y="4777"/>
                  </a:moveTo>
                  <a:lnTo>
                    <a:pt x="478" y="6688"/>
                  </a:lnTo>
                  <a:lnTo>
                    <a:pt x="0" y="3822"/>
                  </a:lnTo>
                  <a:lnTo>
                    <a:pt x="1911" y="2389"/>
                  </a:lnTo>
                  <a:lnTo>
                    <a:pt x="2866" y="956"/>
                  </a:lnTo>
                  <a:lnTo>
                    <a:pt x="4300" y="0"/>
                  </a:lnTo>
                  <a:lnTo>
                    <a:pt x="4300" y="956"/>
                  </a:lnTo>
                  <a:lnTo>
                    <a:pt x="3344" y="3344"/>
                  </a:lnTo>
                  <a:lnTo>
                    <a:pt x="1911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5" name="Freeform 4954">
              <a:extLst>
                <a:ext uri="{FF2B5EF4-FFF2-40B4-BE49-F238E27FC236}">
                  <a16:creationId xmlns:a16="http://schemas.microsoft.com/office/drawing/2014/main" id="{00A29431-AFB1-25F3-6F19-5084CACE95DC}"/>
                </a:ext>
              </a:extLst>
            </p:cNvPr>
            <p:cNvSpPr/>
            <p:nvPr/>
          </p:nvSpPr>
          <p:spPr>
            <a:xfrm>
              <a:off x="7762319" y="4443003"/>
              <a:ext cx="2388" cy="2388"/>
            </a:xfrm>
            <a:custGeom>
              <a:avLst/>
              <a:gdLst>
                <a:gd name="csX0" fmla="*/ 1433 w 2388"/>
                <a:gd name="csY0" fmla="*/ 1911 h 2388"/>
                <a:gd name="csX1" fmla="*/ 955 w 2388"/>
                <a:gd name="csY1" fmla="*/ 2389 h 2388"/>
                <a:gd name="csX2" fmla="*/ 478 w 2388"/>
                <a:gd name="csY2" fmla="*/ 1911 h 2388"/>
                <a:gd name="csX3" fmla="*/ 0 w 2388"/>
                <a:gd name="csY3" fmla="*/ 1911 h 2388"/>
                <a:gd name="csX4" fmla="*/ 1910 w 2388"/>
                <a:gd name="csY4" fmla="*/ 0 h 2388"/>
                <a:gd name="csX5" fmla="*/ 2389 w 2388"/>
                <a:gd name="csY5" fmla="*/ 478 h 2388"/>
                <a:gd name="csX6" fmla="*/ 1433 w 2388"/>
                <a:gd name="csY6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1433" y="1911"/>
                  </a:moveTo>
                  <a:lnTo>
                    <a:pt x="955" y="2389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1910" y="0"/>
                  </a:lnTo>
                  <a:lnTo>
                    <a:pt x="2389" y="478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6" name="Freeform 4955">
              <a:extLst>
                <a:ext uri="{FF2B5EF4-FFF2-40B4-BE49-F238E27FC236}">
                  <a16:creationId xmlns:a16="http://schemas.microsoft.com/office/drawing/2014/main" id="{4F769922-B0D7-EA9F-0822-80454A313056}"/>
                </a:ext>
              </a:extLst>
            </p:cNvPr>
            <p:cNvSpPr/>
            <p:nvPr/>
          </p:nvSpPr>
          <p:spPr>
            <a:xfrm>
              <a:off x="7832068" y="4493643"/>
              <a:ext cx="1432" cy="5254"/>
            </a:xfrm>
            <a:custGeom>
              <a:avLst/>
              <a:gdLst>
                <a:gd name="csX0" fmla="*/ 1433 w 1432"/>
                <a:gd name="csY0" fmla="*/ 1911 h 5254"/>
                <a:gd name="csX1" fmla="*/ 1433 w 1432"/>
                <a:gd name="csY1" fmla="*/ 5255 h 5254"/>
                <a:gd name="csX2" fmla="*/ 478 w 1432"/>
                <a:gd name="csY2" fmla="*/ 3822 h 5254"/>
                <a:gd name="csX3" fmla="*/ 0 w 1432"/>
                <a:gd name="csY3" fmla="*/ 1911 h 5254"/>
                <a:gd name="csX4" fmla="*/ 0 w 1432"/>
                <a:gd name="csY4" fmla="*/ 478 h 5254"/>
                <a:gd name="csX5" fmla="*/ 478 w 1432"/>
                <a:gd name="csY5" fmla="*/ 0 h 5254"/>
                <a:gd name="csX6" fmla="*/ 478 w 1432"/>
                <a:gd name="csY6" fmla="*/ 478 h 5254"/>
                <a:gd name="csX7" fmla="*/ 955 w 1432"/>
                <a:gd name="csY7" fmla="*/ 956 h 5254"/>
                <a:gd name="csX8" fmla="*/ 1433 w 1432"/>
                <a:gd name="csY8" fmla="*/ 1911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2" h="5254">
                  <a:moveTo>
                    <a:pt x="1433" y="1911"/>
                  </a:moveTo>
                  <a:lnTo>
                    <a:pt x="1433" y="5255"/>
                  </a:lnTo>
                  <a:lnTo>
                    <a:pt x="478" y="3822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478"/>
                  </a:lnTo>
                  <a:lnTo>
                    <a:pt x="955" y="956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7" name="Freeform 4956">
              <a:extLst>
                <a:ext uri="{FF2B5EF4-FFF2-40B4-BE49-F238E27FC236}">
                  <a16:creationId xmlns:a16="http://schemas.microsoft.com/office/drawing/2014/main" id="{41B9860D-2402-AFF7-117D-EA5BD5C31021}"/>
                </a:ext>
              </a:extLst>
            </p:cNvPr>
            <p:cNvSpPr/>
            <p:nvPr/>
          </p:nvSpPr>
          <p:spPr>
            <a:xfrm>
              <a:off x="7833023" y="4503675"/>
              <a:ext cx="3344" cy="6210"/>
            </a:xfrm>
            <a:custGeom>
              <a:avLst/>
              <a:gdLst>
                <a:gd name="csX0" fmla="*/ 2389 w 3344"/>
                <a:gd name="csY0" fmla="*/ 1433 h 6210"/>
                <a:gd name="csX1" fmla="*/ 2866 w 3344"/>
                <a:gd name="csY1" fmla="*/ 1911 h 6210"/>
                <a:gd name="csX2" fmla="*/ 3344 w 3344"/>
                <a:gd name="csY2" fmla="*/ 1911 h 6210"/>
                <a:gd name="csX3" fmla="*/ 3344 w 3344"/>
                <a:gd name="csY3" fmla="*/ 3822 h 6210"/>
                <a:gd name="csX4" fmla="*/ 1911 w 3344"/>
                <a:gd name="csY4" fmla="*/ 5733 h 6210"/>
                <a:gd name="csX5" fmla="*/ 956 w 3344"/>
                <a:gd name="csY5" fmla="*/ 6211 h 6210"/>
                <a:gd name="csX6" fmla="*/ 478 w 3344"/>
                <a:gd name="csY6" fmla="*/ 6211 h 6210"/>
                <a:gd name="csX7" fmla="*/ 478 w 3344"/>
                <a:gd name="csY7" fmla="*/ 2867 h 6210"/>
                <a:gd name="csX8" fmla="*/ 0 w 3344"/>
                <a:gd name="csY8" fmla="*/ 956 h 6210"/>
                <a:gd name="csX9" fmla="*/ 478 w 3344"/>
                <a:gd name="csY9" fmla="*/ 0 h 6210"/>
                <a:gd name="csX10" fmla="*/ 1911 w 3344"/>
                <a:gd name="csY10" fmla="*/ 478 h 6210"/>
                <a:gd name="csX11" fmla="*/ 2389 w 3344"/>
                <a:gd name="csY11" fmla="*/ 1433 h 6210"/>
                <a:gd name="csX12" fmla="*/ 2389 w 3344"/>
                <a:gd name="csY12" fmla="*/ 14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344" h="6210">
                  <a:moveTo>
                    <a:pt x="2389" y="1433"/>
                  </a:moveTo>
                  <a:lnTo>
                    <a:pt x="2866" y="1911"/>
                  </a:lnTo>
                  <a:lnTo>
                    <a:pt x="3344" y="1911"/>
                  </a:lnTo>
                  <a:lnTo>
                    <a:pt x="3344" y="3822"/>
                  </a:lnTo>
                  <a:lnTo>
                    <a:pt x="1911" y="5733"/>
                  </a:lnTo>
                  <a:lnTo>
                    <a:pt x="956" y="6211"/>
                  </a:lnTo>
                  <a:lnTo>
                    <a:pt x="478" y="6211"/>
                  </a:lnTo>
                  <a:lnTo>
                    <a:pt x="478" y="2867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2389" y="1433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8" name="Freeform 4957">
              <a:extLst>
                <a:ext uri="{FF2B5EF4-FFF2-40B4-BE49-F238E27FC236}">
                  <a16:creationId xmlns:a16="http://schemas.microsoft.com/office/drawing/2014/main" id="{4885608A-1702-0007-7C02-3C1D59A32951}"/>
                </a:ext>
              </a:extLst>
            </p:cNvPr>
            <p:cNvSpPr/>
            <p:nvPr/>
          </p:nvSpPr>
          <p:spPr>
            <a:xfrm>
              <a:off x="7825857" y="4508930"/>
              <a:ext cx="2866" cy="1910"/>
            </a:xfrm>
            <a:custGeom>
              <a:avLst/>
              <a:gdLst>
                <a:gd name="csX0" fmla="*/ 2866 w 2866"/>
                <a:gd name="csY0" fmla="*/ 0 h 1910"/>
                <a:gd name="csX1" fmla="*/ 2389 w 2866"/>
                <a:gd name="csY1" fmla="*/ 478 h 1910"/>
                <a:gd name="csX2" fmla="*/ 1433 w 2866"/>
                <a:gd name="csY2" fmla="*/ 1911 h 1910"/>
                <a:gd name="csX3" fmla="*/ 478 w 2866"/>
                <a:gd name="csY3" fmla="*/ 1433 h 1910"/>
                <a:gd name="csX4" fmla="*/ 0 w 2866"/>
                <a:gd name="csY4" fmla="*/ 956 h 1910"/>
                <a:gd name="csX5" fmla="*/ 956 w 2866"/>
                <a:gd name="csY5" fmla="*/ 0 h 1910"/>
                <a:gd name="csX6" fmla="*/ 2389 w 2866"/>
                <a:gd name="csY6" fmla="*/ 0 h 1910"/>
                <a:gd name="csX7" fmla="*/ 2389 w 2866"/>
                <a:gd name="csY7" fmla="*/ 0 h 1910"/>
                <a:gd name="csX8" fmla="*/ 2866 w 2866"/>
                <a:gd name="csY8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1910">
                  <a:moveTo>
                    <a:pt x="2866" y="0"/>
                  </a:moveTo>
                  <a:lnTo>
                    <a:pt x="2389" y="478"/>
                  </a:lnTo>
                  <a:lnTo>
                    <a:pt x="1433" y="1911"/>
                  </a:lnTo>
                  <a:lnTo>
                    <a:pt x="478" y="1433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2389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9" name="Freeform 4958">
              <a:extLst>
                <a:ext uri="{FF2B5EF4-FFF2-40B4-BE49-F238E27FC236}">
                  <a16:creationId xmlns:a16="http://schemas.microsoft.com/office/drawing/2014/main" id="{D297F817-A0EA-97EA-BD0F-3446094A2C70}"/>
                </a:ext>
              </a:extLst>
            </p:cNvPr>
            <p:cNvSpPr/>
            <p:nvPr/>
          </p:nvSpPr>
          <p:spPr>
            <a:xfrm>
              <a:off x="7827768" y="4510841"/>
              <a:ext cx="1911" cy="2388"/>
            </a:xfrm>
            <a:custGeom>
              <a:avLst/>
              <a:gdLst>
                <a:gd name="csX0" fmla="*/ 1911 w 1911"/>
                <a:gd name="csY0" fmla="*/ 2389 h 2388"/>
                <a:gd name="csX1" fmla="*/ 1911 w 1911"/>
                <a:gd name="csY1" fmla="*/ 2389 h 2388"/>
                <a:gd name="csX2" fmla="*/ 1433 w 1911"/>
                <a:gd name="csY2" fmla="*/ 2389 h 2388"/>
                <a:gd name="csX3" fmla="*/ 955 w 1911"/>
                <a:gd name="csY3" fmla="*/ 2389 h 2388"/>
                <a:gd name="csX4" fmla="*/ 0 w 1911"/>
                <a:gd name="csY4" fmla="*/ 956 h 2388"/>
                <a:gd name="csX5" fmla="*/ 478 w 1911"/>
                <a:gd name="csY5" fmla="*/ 0 h 2388"/>
                <a:gd name="csX6" fmla="*/ 955 w 1911"/>
                <a:gd name="csY6" fmla="*/ 0 h 2388"/>
                <a:gd name="csX7" fmla="*/ 1433 w 1911"/>
                <a:gd name="csY7" fmla="*/ 0 h 2388"/>
                <a:gd name="csX8" fmla="*/ 1911 w 1911"/>
                <a:gd name="csY8" fmla="*/ 0 h 2388"/>
                <a:gd name="csX9" fmla="*/ 1911 w 1911"/>
                <a:gd name="csY9" fmla="*/ 478 h 2388"/>
                <a:gd name="csX10" fmla="*/ 1911 w 1911"/>
                <a:gd name="csY10" fmla="*/ 956 h 2388"/>
                <a:gd name="csX11" fmla="*/ 1911 w 1911"/>
                <a:gd name="csY11" fmla="*/ 1911 h 2388"/>
                <a:gd name="csX12" fmla="*/ 1911 w 1911"/>
                <a:gd name="csY1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911" h="2388">
                  <a:moveTo>
                    <a:pt x="1911" y="2389"/>
                  </a:moveTo>
                  <a:lnTo>
                    <a:pt x="1911" y="2389"/>
                  </a:lnTo>
                  <a:lnTo>
                    <a:pt x="1433" y="2389"/>
                  </a:lnTo>
                  <a:lnTo>
                    <a:pt x="955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1911" y="478"/>
                  </a:lnTo>
                  <a:lnTo>
                    <a:pt x="1911" y="956"/>
                  </a:lnTo>
                  <a:lnTo>
                    <a:pt x="1911" y="1911"/>
                  </a:lnTo>
                  <a:lnTo>
                    <a:pt x="191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" name="Freeform 4959">
              <a:extLst>
                <a:ext uri="{FF2B5EF4-FFF2-40B4-BE49-F238E27FC236}">
                  <a16:creationId xmlns:a16="http://schemas.microsoft.com/office/drawing/2014/main" id="{EC0D91FE-EC13-CA77-8AF5-A1F12FC62934}"/>
                </a:ext>
              </a:extLst>
            </p:cNvPr>
            <p:cNvSpPr/>
            <p:nvPr/>
          </p:nvSpPr>
          <p:spPr>
            <a:xfrm>
              <a:off x="7836368" y="4514663"/>
              <a:ext cx="2866" cy="3343"/>
            </a:xfrm>
            <a:custGeom>
              <a:avLst/>
              <a:gdLst>
                <a:gd name="csX0" fmla="*/ 955 w 2866"/>
                <a:gd name="csY0" fmla="*/ 3344 h 3343"/>
                <a:gd name="csX1" fmla="*/ 478 w 2866"/>
                <a:gd name="csY1" fmla="*/ 3344 h 3343"/>
                <a:gd name="csX2" fmla="*/ 0 w 2866"/>
                <a:gd name="csY2" fmla="*/ 478 h 3343"/>
                <a:gd name="csX3" fmla="*/ 0 w 2866"/>
                <a:gd name="csY3" fmla="*/ 0 h 3343"/>
                <a:gd name="csX4" fmla="*/ 1433 w 2866"/>
                <a:gd name="csY4" fmla="*/ 1433 h 3343"/>
                <a:gd name="csX5" fmla="*/ 2866 w 2866"/>
                <a:gd name="csY5" fmla="*/ 2389 h 3343"/>
                <a:gd name="csX6" fmla="*/ 2389 w 2866"/>
                <a:gd name="csY6" fmla="*/ 2866 h 3343"/>
                <a:gd name="csX7" fmla="*/ 955 w 2866"/>
                <a:gd name="csY7" fmla="*/ 3344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343">
                  <a:moveTo>
                    <a:pt x="955" y="3344"/>
                  </a:moveTo>
                  <a:lnTo>
                    <a:pt x="478" y="3344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2866" y="2389"/>
                  </a:lnTo>
                  <a:lnTo>
                    <a:pt x="2389" y="2866"/>
                  </a:lnTo>
                  <a:lnTo>
                    <a:pt x="9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1" name="Freeform 4960">
              <a:extLst>
                <a:ext uri="{FF2B5EF4-FFF2-40B4-BE49-F238E27FC236}">
                  <a16:creationId xmlns:a16="http://schemas.microsoft.com/office/drawing/2014/main" id="{CD2E0B96-0EEB-6B48-17A3-5E65ED9B4A77}"/>
                </a:ext>
              </a:extLst>
            </p:cNvPr>
            <p:cNvSpPr/>
            <p:nvPr/>
          </p:nvSpPr>
          <p:spPr>
            <a:xfrm>
              <a:off x="7827291" y="4518485"/>
              <a:ext cx="1432" cy="4299"/>
            </a:xfrm>
            <a:custGeom>
              <a:avLst/>
              <a:gdLst>
                <a:gd name="csX0" fmla="*/ 1433 w 1432"/>
                <a:gd name="csY0" fmla="*/ 3344 h 4299"/>
                <a:gd name="csX1" fmla="*/ 1433 w 1432"/>
                <a:gd name="csY1" fmla="*/ 4299 h 4299"/>
                <a:gd name="csX2" fmla="*/ 478 w 1432"/>
                <a:gd name="csY2" fmla="*/ 3344 h 4299"/>
                <a:gd name="csX3" fmla="*/ 0 w 1432"/>
                <a:gd name="csY3" fmla="*/ 0 h 4299"/>
                <a:gd name="csX4" fmla="*/ 955 w 1432"/>
                <a:gd name="csY4" fmla="*/ 1911 h 4299"/>
                <a:gd name="csX5" fmla="*/ 1433 w 1432"/>
                <a:gd name="csY5" fmla="*/ 2389 h 4299"/>
                <a:gd name="csX6" fmla="*/ 1433 w 1432"/>
                <a:gd name="csY6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4299">
                  <a:moveTo>
                    <a:pt x="1433" y="3344"/>
                  </a:moveTo>
                  <a:lnTo>
                    <a:pt x="1433" y="4299"/>
                  </a:lnTo>
                  <a:lnTo>
                    <a:pt x="478" y="3344"/>
                  </a:lnTo>
                  <a:lnTo>
                    <a:pt x="0" y="0"/>
                  </a:lnTo>
                  <a:lnTo>
                    <a:pt x="955" y="1911"/>
                  </a:lnTo>
                  <a:lnTo>
                    <a:pt x="1433" y="2389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2" name="Freeform 4961">
              <a:extLst>
                <a:ext uri="{FF2B5EF4-FFF2-40B4-BE49-F238E27FC236}">
                  <a16:creationId xmlns:a16="http://schemas.microsoft.com/office/drawing/2014/main" id="{00AD4938-4891-FA72-700C-4285CFCFAEAA}"/>
                </a:ext>
              </a:extLst>
            </p:cNvPr>
            <p:cNvSpPr/>
            <p:nvPr/>
          </p:nvSpPr>
          <p:spPr>
            <a:xfrm>
              <a:off x="7834457" y="4519918"/>
              <a:ext cx="3821" cy="4777"/>
            </a:xfrm>
            <a:custGeom>
              <a:avLst/>
              <a:gdLst>
                <a:gd name="csX0" fmla="*/ 3821 w 3821"/>
                <a:gd name="csY0" fmla="*/ 956 h 4777"/>
                <a:gd name="csX1" fmla="*/ 3344 w 3821"/>
                <a:gd name="csY1" fmla="*/ 4777 h 4777"/>
                <a:gd name="csX2" fmla="*/ 1911 w 3821"/>
                <a:gd name="csY2" fmla="*/ 4300 h 4777"/>
                <a:gd name="csX3" fmla="*/ 1433 w 3821"/>
                <a:gd name="csY3" fmla="*/ 4300 h 4777"/>
                <a:gd name="csX4" fmla="*/ 478 w 3821"/>
                <a:gd name="csY4" fmla="*/ 1911 h 4777"/>
                <a:gd name="csX5" fmla="*/ 478 w 3821"/>
                <a:gd name="csY5" fmla="*/ 1433 h 4777"/>
                <a:gd name="csX6" fmla="*/ 0 w 3821"/>
                <a:gd name="csY6" fmla="*/ 0 h 4777"/>
                <a:gd name="csX7" fmla="*/ 3344 w 3821"/>
                <a:gd name="csY7" fmla="*/ 0 h 4777"/>
                <a:gd name="csX8" fmla="*/ 3821 w 3821"/>
                <a:gd name="csY8" fmla="*/ 95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4777">
                  <a:moveTo>
                    <a:pt x="3821" y="956"/>
                  </a:moveTo>
                  <a:lnTo>
                    <a:pt x="3344" y="4777"/>
                  </a:lnTo>
                  <a:lnTo>
                    <a:pt x="1911" y="4300"/>
                  </a:lnTo>
                  <a:lnTo>
                    <a:pt x="1433" y="4300"/>
                  </a:lnTo>
                  <a:lnTo>
                    <a:pt x="478" y="1911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3344" y="0"/>
                  </a:lnTo>
                  <a:lnTo>
                    <a:pt x="38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3" name="Freeform 4962">
              <a:extLst>
                <a:ext uri="{FF2B5EF4-FFF2-40B4-BE49-F238E27FC236}">
                  <a16:creationId xmlns:a16="http://schemas.microsoft.com/office/drawing/2014/main" id="{080BF4BD-1FD6-F62A-41D9-D2DDD0EC02EF}"/>
                </a:ext>
              </a:extLst>
            </p:cNvPr>
            <p:cNvSpPr/>
            <p:nvPr/>
          </p:nvSpPr>
          <p:spPr>
            <a:xfrm>
              <a:off x="7830634" y="4519918"/>
              <a:ext cx="2866" cy="6210"/>
            </a:xfrm>
            <a:custGeom>
              <a:avLst/>
              <a:gdLst>
                <a:gd name="csX0" fmla="*/ 956 w 2866"/>
                <a:gd name="csY0" fmla="*/ 5733 h 6210"/>
                <a:gd name="csX1" fmla="*/ 956 w 2866"/>
                <a:gd name="csY1" fmla="*/ 6210 h 6210"/>
                <a:gd name="csX2" fmla="*/ 478 w 2866"/>
                <a:gd name="csY2" fmla="*/ 6210 h 6210"/>
                <a:gd name="csX3" fmla="*/ 0 w 2866"/>
                <a:gd name="csY3" fmla="*/ 5733 h 6210"/>
                <a:gd name="csX4" fmla="*/ 478 w 2866"/>
                <a:gd name="csY4" fmla="*/ 4300 h 6210"/>
                <a:gd name="csX5" fmla="*/ 1433 w 2866"/>
                <a:gd name="csY5" fmla="*/ 2866 h 6210"/>
                <a:gd name="csX6" fmla="*/ 1911 w 2866"/>
                <a:gd name="csY6" fmla="*/ 478 h 6210"/>
                <a:gd name="csX7" fmla="*/ 2389 w 2866"/>
                <a:gd name="csY7" fmla="*/ 0 h 6210"/>
                <a:gd name="csX8" fmla="*/ 2866 w 2866"/>
                <a:gd name="csY8" fmla="*/ 1433 h 6210"/>
                <a:gd name="csX9" fmla="*/ 1911 w 2866"/>
                <a:gd name="csY9" fmla="*/ 3822 h 6210"/>
                <a:gd name="csX10" fmla="*/ 1911 w 2866"/>
                <a:gd name="csY10" fmla="*/ 4777 h 6210"/>
                <a:gd name="csX11" fmla="*/ 956 w 2866"/>
                <a:gd name="csY11" fmla="*/ 57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866" h="6210">
                  <a:moveTo>
                    <a:pt x="956" y="5733"/>
                  </a:moveTo>
                  <a:lnTo>
                    <a:pt x="956" y="6210"/>
                  </a:lnTo>
                  <a:lnTo>
                    <a:pt x="478" y="6210"/>
                  </a:lnTo>
                  <a:lnTo>
                    <a:pt x="0" y="5733"/>
                  </a:lnTo>
                  <a:lnTo>
                    <a:pt x="478" y="4300"/>
                  </a:lnTo>
                  <a:lnTo>
                    <a:pt x="1433" y="2866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2866" y="1433"/>
                  </a:lnTo>
                  <a:lnTo>
                    <a:pt x="1911" y="3822"/>
                  </a:lnTo>
                  <a:lnTo>
                    <a:pt x="1911" y="4777"/>
                  </a:lnTo>
                  <a:lnTo>
                    <a:pt x="956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4" name="Freeform 4963">
              <a:extLst>
                <a:ext uri="{FF2B5EF4-FFF2-40B4-BE49-F238E27FC236}">
                  <a16:creationId xmlns:a16="http://schemas.microsoft.com/office/drawing/2014/main" id="{53D272F0-A6D2-2812-560B-EAAC670896D8}"/>
                </a:ext>
              </a:extLst>
            </p:cNvPr>
            <p:cNvSpPr/>
            <p:nvPr/>
          </p:nvSpPr>
          <p:spPr>
            <a:xfrm>
              <a:off x="7836845" y="4532816"/>
              <a:ext cx="955" cy="2388"/>
            </a:xfrm>
            <a:custGeom>
              <a:avLst/>
              <a:gdLst>
                <a:gd name="csX0" fmla="*/ 955 w 955"/>
                <a:gd name="csY0" fmla="*/ 2389 h 2388"/>
                <a:gd name="csX1" fmla="*/ 478 w 955"/>
                <a:gd name="csY1" fmla="*/ 2389 h 2388"/>
                <a:gd name="csX2" fmla="*/ 0 w 955"/>
                <a:gd name="csY2" fmla="*/ 2389 h 2388"/>
                <a:gd name="csX3" fmla="*/ 0 w 955"/>
                <a:gd name="csY3" fmla="*/ 1911 h 2388"/>
                <a:gd name="csX4" fmla="*/ 955 w 955"/>
                <a:gd name="csY4" fmla="*/ 0 h 2388"/>
                <a:gd name="csX5" fmla="*/ 955 w 955"/>
                <a:gd name="csY5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" h="2388">
                  <a:moveTo>
                    <a:pt x="955" y="2389"/>
                  </a:moveTo>
                  <a:lnTo>
                    <a:pt x="478" y="2389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955" y="0"/>
                  </a:lnTo>
                  <a:lnTo>
                    <a:pt x="95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5" name="Freeform 4964">
              <a:extLst>
                <a:ext uri="{FF2B5EF4-FFF2-40B4-BE49-F238E27FC236}">
                  <a16:creationId xmlns:a16="http://schemas.microsoft.com/office/drawing/2014/main" id="{0302688A-C6DB-78E5-CAF2-F4C3AD1D55BB}"/>
                </a:ext>
              </a:extLst>
            </p:cNvPr>
            <p:cNvSpPr/>
            <p:nvPr/>
          </p:nvSpPr>
          <p:spPr>
            <a:xfrm>
              <a:off x="7828723" y="4534727"/>
              <a:ext cx="4299" cy="4777"/>
            </a:xfrm>
            <a:custGeom>
              <a:avLst/>
              <a:gdLst>
                <a:gd name="csX0" fmla="*/ 2867 w 4299"/>
                <a:gd name="csY0" fmla="*/ 478 h 4777"/>
                <a:gd name="csX1" fmla="*/ 4300 w 4299"/>
                <a:gd name="csY1" fmla="*/ 3822 h 4777"/>
                <a:gd name="csX2" fmla="*/ 4300 w 4299"/>
                <a:gd name="csY2" fmla="*/ 4300 h 4777"/>
                <a:gd name="csX3" fmla="*/ 3822 w 4299"/>
                <a:gd name="csY3" fmla="*/ 4777 h 4777"/>
                <a:gd name="csX4" fmla="*/ 3344 w 4299"/>
                <a:gd name="csY4" fmla="*/ 4300 h 4777"/>
                <a:gd name="csX5" fmla="*/ 2867 w 4299"/>
                <a:gd name="csY5" fmla="*/ 2867 h 4777"/>
                <a:gd name="csX6" fmla="*/ 1433 w 4299"/>
                <a:gd name="csY6" fmla="*/ 1911 h 4777"/>
                <a:gd name="csX7" fmla="*/ 0 w 4299"/>
                <a:gd name="csY7" fmla="*/ 1911 h 4777"/>
                <a:gd name="csX8" fmla="*/ 1433 w 4299"/>
                <a:gd name="csY8" fmla="*/ 478 h 4777"/>
                <a:gd name="csX9" fmla="*/ 1911 w 4299"/>
                <a:gd name="csY9" fmla="*/ 0 h 4777"/>
                <a:gd name="csX10" fmla="*/ 2867 w 4299"/>
                <a:gd name="csY10" fmla="*/ 478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99" h="4777">
                  <a:moveTo>
                    <a:pt x="2867" y="478"/>
                  </a:moveTo>
                  <a:lnTo>
                    <a:pt x="4300" y="3822"/>
                  </a:lnTo>
                  <a:lnTo>
                    <a:pt x="4300" y="4300"/>
                  </a:lnTo>
                  <a:lnTo>
                    <a:pt x="3822" y="4777"/>
                  </a:lnTo>
                  <a:lnTo>
                    <a:pt x="3344" y="4300"/>
                  </a:lnTo>
                  <a:lnTo>
                    <a:pt x="2867" y="2867"/>
                  </a:lnTo>
                  <a:lnTo>
                    <a:pt x="1433" y="1911"/>
                  </a:lnTo>
                  <a:lnTo>
                    <a:pt x="0" y="1911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6" name="Freeform 4965">
              <a:extLst>
                <a:ext uri="{FF2B5EF4-FFF2-40B4-BE49-F238E27FC236}">
                  <a16:creationId xmlns:a16="http://schemas.microsoft.com/office/drawing/2014/main" id="{575840E7-52BD-9566-1B68-20133462C4C4}"/>
                </a:ext>
              </a:extLst>
            </p:cNvPr>
            <p:cNvSpPr/>
            <p:nvPr/>
          </p:nvSpPr>
          <p:spPr>
            <a:xfrm>
              <a:off x="7829679" y="4551926"/>
              <a:ext cx="3343" cy="3344"/>
            </a:xfrm>
            <a:custGeom>
              <a:avLst/>
              <a:gdLst>
                <a:gd name="csX0" fmla="*/ 955 w 3343"/>
                <a:gd name="csY0" fmla="*/ 2389 h 3344"/>
                <a:gd name="csX1" fmla="*/ 0 w 3343"/>
                <a:gd name="csY1" fmla="*/ 3344 h 3344"/>
                <a:gd name="csX2" fmla="*/ 0 w 3343"/>
                <a:gd name="csY2" fmla="*/ 3344 h 3344"/>
                <a:gd name="csX3" fmla="*/ 478 w 3343"/>
                <a:gd name="csY3" fmla="*/ 1433 h 3344"/>
                <a:gd name="csX4" fmla="*/ 1911 w 3343"/>
                <a:gd name="csY4" fmla="*/ 0 h 3344"/>
                <a:gd name="csX5" fmla="*/ 3344 w 3343"/>
                <a:gd name="csY5" fmla="*/ 0 h 3344"/>
                <a:gd name="csX6" fmla="*/ 3344 w 3343"/>
                <a:gd name="csY6" fmla="*/ 956 h 3344"/>
                <a:gd name="csX7" fmla="*/ 1911 w 3343"/>
                <a:gd name="csY7" fmla="*/ 1911 h 3344"/>
                <a:gd name="csX8" fmla="*/ 955 w 3343"/>
                <a:gd name="csY8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3344">
                  <a:moveTo>
                    <a:pt x="955" y="2389"/>
                  </a:moveTo>
                  <a:lnTo>
                    <a:pt x="0" y="3344"/>
                  </a:lnTo>
                  <a:lnTo>
                    <a:pt x="0" y="3344"/>
                  </a:lnTo>
                  <a:lnTo>
                    <a:pt x="478" y="1433"/>
                  </a:lnTo>
                  <a:lnTo>
                    <a:pt x="1911" y="0"/>
                  </a:lnTo>
                  <a:lnTo>
                    <a:pt x="3344" y="0"/>
                  </a:lnTo>
                  <a:lnTo>
                    <a:pt x="3344" y="956"/>
                  </a:lnTo>
                  <a:lnTo>
                    <a:pt x="1911" y="1911"/>
                  </a:lnTo>
                  <a:lnTo>
                    <a:pt x="955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7" name="Freeform 4966">
              <a:extLst>
                <a:ext uri="{FF2B5EF4-FFF2-40B4-BE49-F238E27FC236}">
                  <a16:creationId xmlns:a16="http://schemas.microsoft.com/office/drawing/2014/main" id="{28014377-484B-3894-135B-B2CE3C7C5B18}"/>
                </a:ext>
              </a:extLst>
            </p:cNvPr>
            <p:cNvSpPr/>
            <p:nvPr/>
          </p:nvSpPr>
          <p:spPr>
            <a:xfrm>
              <a:off x="8183199" y="3686280"/>
              <a:ext cx="3821" cy="1433"/>
            </a:xfrm>
            <a:custGeom>
              <a:avLst/>
              <a:gdLst>
                <a:gd name="csX0" fmla="*/ 0 w 3821"/>
                <a:gd name="csY0" fmla="*/ 1433 h 1433"/>
                <a:gd name="csX1" fmla="*/ 3822 w 3821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21" h="1433">
                  <a:moveTo>
                    <a:pt x="0" y="1433"/>
                  </a:move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8" name="Freeform 4967">
              <a:extLst>
                <a:ext uri="{FF2B5EF4-FFF2-40B4-BE49-F238E27FC236}">
                  <a16:creationId xmlns:a16="http://schemas.microsoft.com/office/drawing/2014/main" id="{E16DECD5-14EC-7AC4-1313-BF03C026B9D3}"/>
                </a:ext>
              </a:extLst>
            </p:cNvPr>
            <p:cNvSpPr/>
            <p:nvPr/>
          </p:nvSpPr>
          <p:spPr>
            <a:xfrm>
              <a:off x="8178422" y="3687713"/>
              <a:ext cx="4299" cy="1911"/>
            </a:xfrm>
            <a:custGeom>
              <a:avLst/>
              <a:gdLst>
                <a:gd name="csX0" fmla="*/ 0 w 4299"/>
                <a:gd name="csY0" fmla="*/ 1911 h 1911"/>
                <a:gd name="csX1" fmla="*/ 0 w 4299"/>
                <a:gd name="csY1" fmla="*/ 1911 h 1911"/>
                <a:gd name="csX2" fmla="*/ 1911 w 4299"/>
                <a:gd name="csY2" fmla="*/ 1433 h 1911"/>
                <a:gd name="csX3" fmla="*/ 4300 w 4299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1911">
                  <a:moveTo>
                    <a:pt x="0" y="1911"/>
                  </a:moveTo>
                  <a:lnTo>
                    <a:pt x="0" y="1911"/>
                  </a:lnTo>
                  <a:lnTo>
                    <a:pt x="1911" y="1433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9" name="Freeform 4968">
              <a:extLst>
                <a:ext uri="{FF2B5EF4-FFF2-40B4-BE49-F238E27FC236}">
                  <a16:creationId xmlns:a16="http://schemas.microsoft.com/office/drawing/2014/main" id="{32F58760-C453-3C51-4BE0-D889AC662FD0}"/>
                </a:ext>
              </a:extLst>
            </p:cNvPr>
            <p:cNvSpPr/>
            <p:nvPr/>
          </p:nvSpPr>
          <p:spPr>
            <a:xfrm>
              <a:off x="8139726" y="3679114"/>
              <a:ext cx="9076" cy="5255"/>
            </a:xfrm>
            <a:custGeom>
              <a:avLst/>
              <a:gdLst>
                <a:gd name="csX0" fmla="*/ 0 w 9076"/>
                <a:gd name="csY0" fmla="*/ 5255 h 5255"/>
                <a:gd name="csX1" fmla="*/ 2389 w 9076"/>
                <a:gd name="csY1" fmla="*/ 4300 h 5255"/>
                <a:gd name="csX2" fmla="*/ 6210 w 9076"/>
                <a:gd name="csY2" fmla="*/ 1433 h 5255"/>
                <a:gd name="csX3" fmla="*/ 9076 w 9076"/>
                <a:gd name="csY3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076" h="5255">
                  <a:moveTo>
                    <a:pt x="0" y="5255"/>
                  </a:moveTo>
                  <a:lnTo>
                    <a:pt x="2389" y="4300"/>
                  </a:lnTo>
                  <a:lnTo>
                    <a:pt x="6210" y="1433"/>
                  </a:lnTo>
                  <a:lnTo>
                    <a:pt x="907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0" name="Freeform 4969">
              <a:extLst>
                <a:ext uri="{FF2B5EF4-FFF2-40B4-BE49-F238E27FC236}">
                  <a16:creationId xmlns:a16="http://schemas.microsoft.com/office/drawing/2014/main" id="{5F53BD7F-1528-8ACE-EF6B-5E18B6AB1680}"/>
                </a:ext>
              </a:extLst>
            </p:cNvPr>
            <p:cNvSpPr/>
            <p:nvPr/>
          </p:nvSpPr>
          <p:spPr>
            <a:xfrm>
              <a:off x="8125394" y="3684847"/>
              <a:ext cx="13853" cy="12420"/>
            </a:xfrm>
            <a:custGeom>
              <a:avLst/>
              <a:gdLst>
                <a:gd name="csX0" fmla="*/ 0 w 13853"/>
                <a:gd name="csY0" fmla="*/ 12421 h 12420"/>
                <a:gd name="csX1" fmla="*/ 478 w 13853"/>
                <a:gd name="csY1" fmla="*/ 12421 h 12420"/>
                <a:gd name="csX2" fmla="*/ 955 w 13853"/>
                <a:gd name="csY2" fmla="*/ 10032 h 12420"/>
                <a:gd name="csX3" fmla="*/ 2389 w 13853"/>
                <a:gd name="csY3" fmla="*/ 7166 h 12420"/>
                <a:gd name="csX4" fmla="*/ 5733 w 13853"/>
                <a:gd name="csY4" fmla="*/ 5255 h 12420"/>
                <a:gd name="csX5" fmla="*/ 8121 w 13853"/>
                <a:gd name="csY5" fmla="*/ 3344 h 12420"/>
                <a:gd name="csX6" fmla="*/ 10510 w 13853"/>
                <a:gd name="csY6" fmla="*/ 1433 h 12420"/>
                <a:gd name="csX7" fmla="*/ 13854 w 13853"/>
                <a:gd name="csY7" fmla="*/ 0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3853" h="12420">
                  <a:moveTo>
                    <a:pt x="0" y="12421"/>
                  </a:moveTo>
                  <a:lnTo>
                    <a:pt x="478" y="12421"/>
                  </a:lnTo>
                  <a:lnTo>
                    <a:pt x="955" y="10032"/>
                  </a:lnTo>
                  <a:lnTo>
                    <a:pt x="2389" y="7166"/>
                  </a:lnTo>
                  <a:lnTo>
                    <a:pt x="5733" y="5255"/>
                  </a:lnTo>
                  <a:lnTo>
                    <a:pt x="8121" y="3344"/>
                  </a:lnTo>
                  <a:lnTo>
                    <a:pt x="10510" y="1433"/>
                  </a:lnTo>
                  <a:lnTo>
                    <a:pt x="1385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1" name="Freeform 4970">
              <a:extLst>
                <a:ext uri="{FF2B5EF4-FFF2-40B4-BE49-F238E27FC236}">
                  <a16:creationId xmlns:a16="http://schemas.microsoft.com/office/drawing/2014/main" id="{BAD8E620-2C7D-FAC9-776F-27B80900EEC1}"/>
                </a:ext>
              </a:extLst>
            </p:cNvPr>
            <p:cNvSpPr/>
            <p:nvPr/>
          </p:nvSpPr>
          <p:spPr>
            <a:xfrm>
              <a:off x="8120617" y="3697268"/>
              <a:ext cx="4777" cy="2388"/>
            </a:xfrm>
            <a:custGeom>
              <a:avLst/>
              <a:gdLst>
                <a:gd name="csX0" fmla="*/ 0 w 4777"/>
                <a:gd name="csY0" fmla="*/ 2389 h 2388"/>
                <a:gd name="csX1" fmla="*/ 2389 w 4777"/>
                <a:gd name="csY1" fmla="*/ 1433 h 2388"/>
                <a:gd name="csX2" fmla="*/ 4777 w 4777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2388">
                  <a:moveTo>
                    <a:pt x="0" y="2389"/>
                  </a:moveTo>
                  <a:lnTo>
                    <a:pt x="2389" y="1433"/>
                  </a:lnTo>
                  <a:lnTo>
                    <a:pt x="47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2" name="Freeform 4971">
              <a:extLst>
                <a:ext uri="{FF2B5EF4-FFF2-40B4-BE49-F238E27FC236}">
                  <a16:creationId xmlns:a16="http://schemas.microsoft.com/office/drawing/2014/main" id="{2F6E13E3-D8E1-CFCB-D023-17001740F65F}"/>
                </a:ext>
              </a:extLst>
            </p:cNvPr>
            <p:cNvSpPr/>
            <p:nvPr/>
          </p:nvSpPr>
          <p:spPr>
            <a:xfrm>
              <a:off x="8106285" y="3699656"/>
              <a:ext cx="8121" cy="2866"/>
            </a:xfrm>
            <a:custGeom>
              <a:avLst/>
              <a:gdLst>
                <a:gd name="csX0" fmla="*/ 0 w 8121"/>
                <a:gd name="csY0" fmla="*/ 2866 h 2866"/>
                <a:gd name="csX1" fmla="*/ 0 w 8121"/>
                <a:gd name="csY1" fmla="*/ 2866 h 2866"/>
                <a:gd name="csX2" fmla="*/ 6210 w 8121"/>
                <a:gd name="csY2" fmla="*/ 478 h 2866"/>
                <a:gd name="csX3" fmla="*/ 8121 w 8121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121" h="2866">
                  <a:moveTo>
                    <a:pt x="0" y="2866"/>
                  </a:moveTo>
                  <a:lnTo>
                    <a:pt x="0" y="2866"/>
                  </a:lnTo>
                  <a:lnTo>
                    <a:pt x="6210" y="478"/>
                  </a:lnTo>
                  <a:lnTo>
                    <a:pt x="812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3" name="Freeform 4972">
              <a:extLst>
                <a:ext uri="{FF2B5EF4-FFF2-40B4-BE49-F238E27FC236}">
                  <a16:creationId xmlns:a16="http://schemas.microsoft.com/office/drawing/2014/main" id="{D2A3CC27-B67C-03C1-288E-FCAF072DA93E}"/>
                </a:ext>
              </a:extLst>
            </p:cNvPr>
            <p:cNvSpPr/>
            <p:nvPr/>
          </p:nvSpPr>
          <p:spPr>
            <a:xfrm>
              <a:off x="8069022" y="3708255"/>
              <a:ext cx="2388" cy="1433"/>
            </a:xfrm>
            <a:custGeom>
              <a:avLst/>
              <a:gdLst>
                <a:gd name="csX0" fmla="*/ 0 w 2388"/>
                <a:gd name="csY0" fmla="*/ 1433 h 1433"/>
                <a:gd name="csX1" fmla="*/ 2389 w 2388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8" h="1433">
                  <a:moveTo>
                    <a:pt x="0" y="1433"/>
                  </a:move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4" name="Freeform 4973">
              <a:extLst>
                <a:ext uri="{FF2B5EF4-FFF2-40B4-BE49-F238E27FC236}">
                  <a16:creationId xmlns:a16="http://schemas.microsoft.com/office/drawing/2014/main" id="{57BC105B-2644-8158-F92E-2A82C4D2526D}"/>
                </a:ext>
              </a:extLst>
            </p:cNvPr>
            <p:cNvSpPr/>
            <p:nvPr/>
          </p:nvSpPr>
          <p:spPr>
            <a:xfrm>
              <a:off x="7967743" y="3673381"/>
              <a:ext cx="3343" cy="1911"/>
            </a:xfrm>
            <a:custGeom>
              <a:avLst/>
              <a:gdLst>
                <a:gd name="csX0" fmla="*/ 0 w 3343"/>
                <a:gd name="csY0" fmla="*/ 1911 h 1911"/>
                <a:gd name="csX1" fmla="*/ 0 w 3343"/>
                <a:gd name="csY1" fmla="*/ 1911 h 1911"/>
                <a:gd name="csX2" fmla="*/ 1910 w 3343"/>
                <a:gd name="csY2" fmla="*/ 956 h 1911"/>
                <a:gd name="csX3" fmla="*/ 3344 w 3343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3" h="1911">
                  <a:moveTo>
                    <a:pt x="0" y="1911"/>
                  </a:moveTo>
                  <a:lnTo>
                    <a:pt x="0" y="1911"/>
                  </a:lnTo>
                  <a:lnTo>
                    <a:pt x="1910" y="956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5" name="Freeform 4974">
              <a:extLst>
                <a:ext uri="{FF2B5EF4-FFF2-40B4-BE49-F238E27FC236}">
                  <a16:creationId xmlns:a16="http://schemas.microsoft.com/office/drawing/2014/main" id="{1A2172C4-402A-5D00-6F6E-5F39FBC9BD4B}"/>
                </a:ext>
              </a:extLst>
            </p:cNvPr>
            <p:cNvSpPr/>
            <p:nvPr/>
          </p:nvSpPr>
          <p:spPr>
            <a:xfrm>
              <a:off x="7957710" y="3676725"/>
              <a:ext cx="1433" cy="955"/>
            </a:xfrm>
            <a:custGeom>
              <a:avLst/>
              <a:gdLst>
                <a:gd name="csX0" fmla="*/ 0 w 1433"/>
                <a:gd name="csY0" fmla="*/ 956 h 955"/>
                <a:gd name="csX1" fmla="*/ 478 w 1433"/>
                <a:gd name="csY1" fmla="*/ 956 h 955"/>
                <a:gd name="csX2" fmla="*/ 1433 w 1433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955">
                  <a:moveTo>
                    <a:pt x="0" y="956"/>
                  </a:moveTo>
                  <a:lnTo>
                    <a:pt x="478" y="956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6" name="Freeform 4975">
              <a:extLst>
                <a:ext uri="{FF2B5EF4-FFF2-40B4-BE49-F238E27FC236}">
                  <a16:creationId xmlns:a16="http://schemas.microsoft.com/office/drawing/2014/main" id="{840F15C5-569E-EBD7-0FAA-2351A35A2F57}"/>
                </a:ext>
              </a:extLst>
            </p:cNvPr>
            <p:cNvSpPr/>
            <p:nvPr/>
          </p:nvSpPr>
          <p:spPr>
            <a:xfrm>
              <a:off x="7951500" y="3678158"/>
              <a:ext cx="3343" cy="2388"/>
            </a:xfrm>
            <a:custGeom>
              <a:avLst/>
              <a:gdLst>
                <a:gd name="csX0" fmla="*/ 0 w 3343"/>
                <a:gd name="csY0" fmla="*/ 2389 h 2388"/>
                <a:gd name="csX1" fmla="*/ 1911 w 3343"/>
                <a:gd name="csY1" fmla="*/ 478 h 2388"/>
                <a:gd name="csX2" fmla="*/ 3344 w 3343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3" h="2388">
                  <a:moveTo>
                    <a:pt x="0" y="2389"/>
                  </a:moveTo>
                  <a:lnTo>
                    <a:pt x="1911" y="478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7" name="Freeform 4976">
              <a:extLst>
                <a:ext uri="{FF2B5EF4-FFF2-40B4-BE49-F238E27FC236}">
                  <a16:creationId xmlns:a16="http://schemas.microsoft.com/office/drawing/2014/main" id="{C1793410-7307-6350-2C01-53A980130FCB}"/>
                </a:ext>
              </a:extLst>
            </p:cNvPr>
            <p:cNvSpPr/>
            <p:nvPr/>
          </p:nvSpPr>
          <p:spPr>
            <a:xfrm>
              <a:off x="7940990" y="3681503"/>
              <a:ext cx="1433" cy="477"/>
            </a:xfrm>
            <a:custGeom>
              <a:avLst/>
              <a:gdLst>
                <a:gd name="csX0" fmla="*/ 0 w 1433"/>
                <a:gd name="csY0" fmla="*/ 478 h 477"/>
                <a:gd name="csX1" fmla="*/ 1433 w 1433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477">
                  <a:moveTo>
                    <a:pt x="0" y="478"/>
                  </a:move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8" name="Freeform 4977">
              <a:extLst>
                <a:ext uri="{FF2B5EF4-FFF2-40B4-BE49-F238E27FC236}">
                  <a16:creationId xmlns:a16="http://schemas.microsoft.com/office/drawing/2014/main" id="{ED3B6799-4979-95E2-D3E4-40AC65FC2C77}"/>
                </a:ext>
              </a:extLst>
            </p:cNvPr>
            <p:cNvSpPr/>
            <p:nvPr/>
          </p:nvSpPr>
          <p:spPr>
            <a:xfrm>
              <a:off x="7834934" y="3625608"/>
              <a:ext cx="10032" cy="10987"/>
            </a:xfrm>
            <a:custGeom>
              <a:avLst/>
              <a:gdLst>
                <a:gd name="csX0" fmla="*/ 0 w 10032"/>
                <a:gd name="csY0" fmla="*/ 10988 h 10987"/>
                <a:gd name="csX1" fmla="*/ 4777 w 10032"/>
                <a:gd name="csY1" fmla="*/ 9077 h 10987"/>
                <a:gd name="csX2" fmla="*/ 7166 w 10032"/>
                <a:gd name="csY2" fmla="*/ 6211 h 10987"/>
                <a:gd name="csX3" fmla="*/ 8121 w 10032"/>
                <a:gd name="csY3" fmla="*/ 4300 h 10987"/>
                <a:gd name="csX4" fmla="*/ 9077 w 10032"/>
                <a:gd name="csY4" fmla="*/ 956 h 10987"/>
                <a:gd name="csX5" fmla="*/ 10032 w 10032"/>
                <a:gd name="csY5" fmla="*/ 0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32" h="10987">
                  <a:moveTo>
                    <a:pt x="0" y="10988"/>
                  </a:moveTo>
                  <a:lnTo>
                    <a:pt x="4777" y="9077"/>
                  </a:lnTo>
                  <a:lnTo>
                    <a:pt x="7166" y="6211"/>
                  </a:lnTo>
                  <a:lnTo>
                    <a:pt x="8121" y="4300"/>
                  </a:lnTo>
                  <a:lnTo>
                    <a:pt x="9077" y="956"/>
                  </a:lnTo>
                  <a:lnTo>
                    <a:pt x="1003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9" name="Freeform 4978">
              <a:extLst>
                <a:ext uri="{FF2B5EF4-FFF2-40B4-BE49-F238E27FC236}">
                  <a16:creationId xmlns:a16="http://schemas.microsoft.com/office/drawing/2014/main" id="{6FA0EBE7-3996-0B09-651E-54EE3F2677D1}"/>
                </a:ext>
              </a:extLst>
            </p:cNvPr>
            <p:cNvSpPr/>
            <p:nvPr/>
          </p:nvSpPr>
          <p:spPr>
            <a:xfrm>
              <a:off x="7830634" y="3637074"/>
              <a:ext cx="3344" cy="6688"/>
            </a:xfrm>
            <a:custGeom>
              <a:avLst/>
              <a:gdLst>
                <a:gd name="csX0" fmla="*/ 0 w 3344"/>
                <a:gd name="csY0" fmla="*/ 6688 h 6688"/>
                <a:gd name="csX1" fmla="*/ 0 w 3344"/>
                <a:gd name="csY1" fmla="*/ 6688 h 6688"/>
                <a:gd name="csX2" fmla="*/ 956 w 3344"/>
                <a:gd name="csY2" fmla="*/ 6210 h 6688"/>
                <a:gd name="csX3" fmla="*/ 1433 w 3344"/>
                <a:gd name="csY3" fmla="*/ 4300 h 6688"/>
                <a:gd name="csX4" fmla="*/ 1911 w 3344"/>
                <a:gd name="csY4" fmla="*/ 2389 h 6688"/>
                <a:gd name="csX5" fmla="*/ 2389 w 3344"/>
                <a:gd name="csY5" fmla="*/ 1433 h 6688"/>
                <a:gd name="csX6" fmla="*/ 3344 w 3344"/>
                <a:gd name="csY6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6688">
                  <a:moveTo>
                    <a:pt x="0" y="6688"/>
                  </a:moveTo>
                  <a:lnTo>
                    <a:pt x="0" y="6688"/>
                  </a:lnTo>
                  <a:lnTo>
                    <a:pt x="956" y="6210"/>
                  </a:lnTo>
                  <a:lnTo>
                    <a:pt x="1433" y="4300"/>
                  </a:lnTo>
                  <a:lnTo>
                    <a:pt x="1911" y="2389"/>
                  </a:lnTo>
                  <a:lnTo>
                    <a:pt x="2389" y="1433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0" name="Freeform 4979">
              <a:extLst>
                <a:ext uri="{FF2B5EF4-FFF2-40B4-BE49-F238E27FC236}">
                  <a16:creationId xmlns:a16="http://schemas.microsoft.com/office/drawing/2014/main" id="{572F66D5-D74C-4037-6F2F-CA1595C0CA0C}"/>
                </a:ext>
              </a:extLst>
            </p:cNvPr>
            <p:cNvSpPr/>
            <p:nvPr/>
          </p:nvSpPr>
          <p:spPr>
            <a:xfrm>
              <a:off x="7823946" y="3644717"/>
              <a:ext cx="9076" cy="43473"/>
            </a:xfrm>
            <a:custGeom>
              <a:avLst/>
              <a:gdLst>
                <a:gd name="csX0" fmla="*/ 0 w 9076"/>
                <a:gd name="csY0" fmla="*/ 43473 h 43473"/>
                <a:gd name="csX1" fmla="*/ 478 w 9076"/>
                <a:gd name="csY1" fmla="*/ 43473 h 43473"/>
                <a:gd name="csX2" fmla="*/ 1911 w 9076"/>
                <a:gd name="csY2" fmla="*/ 42040 h 43473"/>
                <a:gd name="csX3" fmla="*/ 3344 w 9076"/>
                <a:gd name="csY3" fmla="*/ 41563 h 43473"/>
                <a:gd name="csX4" fmla="*/ 5255 w 9076"/>
                <a:gd name="csY4" fmla="*/ 39652 h 43473"/>
                <a:gd name="csX5" fmla="*/ 5255 w 9076"/>
                <a:gd name="csY5" fmla="*/ 39652 h 43473"/>
                <a:gd name="csX6" fmla="*/ 5733 w 9076"/>
                <a:gd name="csY6" fmla="*/ 38696 h 43473"/>
                <a:gd name="csX7" fmla="*/ 6688 w 9076"/>
                <a:gd name="csY7" fmla="*/ 36785 h 43473"/>
                <a:gd name="csX8" fmla="*/ 7166 w 9076"/>
                <a:gd name="csY8" fmla="*/ 35352 h 43473"/>
                <a:gd name="csX9" fmla="*/ 8122 w 9076"/>
                <a:gd name="csY9" fmla="*/ 32963 h 43473"/>
                <a:gd name="csX10" fmla="*/ 8599 w 9076"/>
                <a:gd name="csY10" fmla="*/ 29619 h 43473"/>
                <a:gd name="csX11" fmla="*/ 9077 w 9076"/>
                <a:gd name="csY11" fmla="*/ 27708 h 43473"/>
                <a:gd name="csX12" fmla="*/ 8599 w 9076"/>
                <a:gd name="csY12" fmla="*/ 26753 h 43473"/>
                <a:gd name="csX13" fmla="*/ 7644 w 9076"/>
                <a:gd name="csY13" fmla="*/ 25798 h 43473"/>
                <a:gd name="csX14" fmla="*/ 7644 w 9076"/>
                <a:gd name="csY14" fmla="*/ 25798 h 43473"/>
                <a:gd name="csX15" fmla="*/ 6211 w 9076"/>
                <a:gd name="csY15" fmla="*/ 25798 h 43473"/>
                <a:gd name="csX16" fmla="*/ 4777 w 9076"/>
                <a:gd name="csY16" fmla="*/ 24364 h 43473"/>
                <a:gd name="csX17" fmla="*/ 3822 w 9076"/>
                <a:gd name="csY17" fmla="*/ 23409 h 43473"/>
                <a:gd name="csX18" fmla="*/ 3344 w 9076"/>
                <a:gd name="csY18" fmla="*/ 21976 h 43473"/>
                <a:gd name="csX19" fmla="*/ 2389 w 9076"/>
                <a:gd name="csY19" fmla="*/ 20065 h 43473"/>
                <a:gd name="csX20" fmla="*/ 2389 w 9076"/>
                <a:gd name="csY20" fmla="*/ 18632 h 43473"/>
                <a:gd name="csX21" fmla="*/ 2389 w 9076"/>
                <a:gd name="csY21" fmla="*/ 17198 h 43473"/>
                <a:gd name="csX22" fmla="*/ 1433 w 9076"/>
                <a:gd name="csY22" fmla="*/ 16243 h 43473"/>
                <a:gd name="csX23" fmla="*/ 478 w 9076"/>
                <a:gd name="csY23" fmla="*/ 14810 h 43473"/>
                <a:gd name="csX24" fmla="*/ 0 w 9076"/>
                <a:gd name="csY24" fmla="*/ 13854 h 43473"/>
                <a:gd name="csX25" fmla="*/ 0 w 9076"/>
                <a:gd name="csY25" fmla="*/ 11943 h 43473"/>
                <a:gd name="csX26" fmla="*/ 1433 w 9076"/>
                <a:gd name="csY26" fmla="*/ 8599 h 43473"/>
                <a:gd name="csX27" fmla="*/ 1433 w 9076"/>
                <a:gd name="csY27" fmla="*/ 6688 h 43473"/>
                <a:gd name="csX28" fmla="*/ 1911 w 9076"/>
                <a:gd name="csY28" fmla="*/ 5733 h 43473"/>
                <a:gd name="csX29" fmla="*/ 1911 w 9076"/>
                <a:gd name="csY29" fmla="*/ 5255 h 43473"/>
                <a:gd name="csX30" fmla="*/ 2389 w 9076"/>
                <a:gd name="csY30" fmla="*/ 3344 h 43473"/>
                <a:gd name="csX31" fmla="*/ 2867 w 9076"/>
                <a:gd name="csY31" fmla="*/ 2389 h 43473"/>
                <a:gd name="csX32" fmla="*/ 3822 w 9076"/>
                <a:gd name="csY32" fmla="*/ 0 h 43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9076" h="43473">
                  <a:moveTo>
                    <a:pt x="0" y="43473"/>
                  </a:moveTo>
                  <a:lnTo>
                    <a:pt x="478" y="43473"/>
                  </a:lnTo>
                  <a:lnTo>
                    <a:pt x="1911" y="42040"/>
                  </a:lnTo>
                  <a:lnTo>
                    <a:pt x="3344" y="41563"/>
                  </a:lnTo>
                  <a:lnTo>
                    <a:pt x="5255" y="39652"/>
                  </a:lnTo>
                  <a:lnTo>
                    <a:pt x="5255" y="39652"/>
                  </a:lnTo>
                  <a:lnTo>
                    <a:pt x="5733" y="38696"/>
                  </a:lnTo>
                  <a:lnTo>
                    <a:pt x="6688" y="36785"/>
                  </a:lnTo>
                  <a:lnTo>
                    <a:pt x="7166" y="35352"/>
                  </a:lnTo>
                  <a:lnTo>
                    <a:pt x="8122" y="32963"/>
                  </a:lnTo>
                  <a:lnTo>
                    <a:pt x="8599" y="29619"/>
                  </a:lnTo>
                  <a:lnTo>
                    <a:pt x="9077" y="27708"/>
                  </a:lnTo>
                  <a:lnTo>
                    <a:pt x="8599" y="26753"/>
                  </a:lnTo>
                  <a:lnTo>
                    <a:pt x="7644" y="25798"/>
                  </a:lnTo>
                  <a:lnTo>
                    <a:pt x="7644" y="25798"/>
                  </a:lnTo>
                  <a:lnTo>
                    <a:pt x="6211" y="25798"/>
                  </a:lnTo>
                  <a:lnTo>
                    <a:pt x="4777" y="24364"/>
                  </a:lnTo>
                  <a:lnTo>
                    <a:pt x="3822" y="23409"/>
                  </a:lnTo>
                  <a:lnTo>
                    <a:pt x="3344" y="21976"/>
                  </a:lnTo>
                  <a:lnTo>
                    <a:pt x="2389" y="20065"/>
                  </a:lnTo>
                  <a:lnTo>
                    <a:pt x="2389" y="18632"/>
                  </a:lnTo>
                  <a:lnTo>
                    <a:pt x="2389" y="17198"/>
                  </a:lnTo>
                  <a:lnTo>
                    <a:pt x="1433" y="16243"/>
                  </a:lnTo>
                  <a:lnTo>
                    <a:pt x="478" y="14810"/>
                  </a:lnTo>
                  <a:lnTo>
                    <a:pt x="0" y="13854"/>
                  </a:lnTo>
                  <a:lnTo>
                    <a:pt x="0" y="11943"/>
                  </a:lnTo>
                  <a:lnTo>
                    <a:pt x="1433" y="8599"/>
                  </a:lnTo>
                  <a:lnTo>
                    <a:pt x="1433" y="6688"/>
                  </a:lnTo>
                  <a:lnTo>
                    <a:pt x="1911" y="5733"/>
                  </a:lnTo>
                  <a:lnTo>
                    <a:pt x="1911" y="5255"/>
                  </a:lnTo>
                  <a:lnTo>
                    <a:pt x="2389" y="3344"/>
                  </a:lnTo>
                  <a:lnTo>
                    <a:pt x="2867" y="2389"/>
                  </a:ln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1" name="Freeform 4980">
              <a:extLst>
                <a:ext uri="{FF2B5EF4-FFF2-40B4-BE49-F238E27FC236}">
                  <a16:creationId xmlns:a16="http://schemas.microsoft.com/office/drawing/2014/main" id="{FAABBF62-A54B-7C74-0FF9-B49BDAC31704}"/>
                </a:ext>
              </a:extLst>
            </p:cNvPr>
            <p:cNvSpPr/>
            <p:nvPr/>
          </p:nvSpPr>
          <p:spPr>
            <a:xfrm>
              <a:off x="7814392" y="3688191"/>
              <a:ext cx="5733" cy="5732"/>
            </a:xfrm>
            <a:custGeom>
              <a:avLst/>
              <a:gdLst>
                <a:gd name="csX0" fmla="*/ 0 w 5733"/>
                <a:gd name="csY0" fmla="*/ 5733 h 5732"/>
                <a:gd name="csX1" fmla="*/ 0 w 5733"/>
                <a:gd name="csY1" fmla="*/ 5733 h 5732"/>
                <a:gd name="csX2" fmla="*/ 1433 w 5733"/>
                <a:gd name="csY2" fmla="*/ 4777 h 5732"/>
                <a:gd name="csX3" fmla="*/ 3822 w 5733"/>
                <a:gd name="csY3" fmla="*/ 2866 h 5732"/>
                <a:gd name="csX4" fmla="*/ 4777 w 5733"/>
                <a:gd name="csY4" fmla="*/ 956 h 5732"/>
                <a:gd name="csX5" fmla="*/ 5733 w 5733"/>
                <a:gd name="csY5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733" h="5732">
                  <a:moveTo>
                    <a:pt x="0" y="5733"/>
                  </a:moveTo>
                  <a:lnTo>
                    <a:pt x="0" y="5733"/>
                  </a:lnTo>
                  <a:lnTo>
                    <a:pt x="1433" y="4777"/>
                  </a:lnTo>
                  <a:lnTo>
                    <a:pt x="3822" y="2866"/>
                  </a:lnTo>
                  <a:lnTo>
                    <a:pt x="4777" y="956"/>
                  </a:lnTo>
                  <a:lnTo>
                    <a:pt x="57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2" name="Freeform 4981">
              <a:extLst>
                <a:ext uri="{FF2B5EF4-FFF2-40B4-BE49-F238E27FC236}">
                  <a16:creationId xmlns:a16="http://schemas.microsoft.com/office/drawing/2014/main" id="{437EFF8C-120C-4E9D-CE59-DC9D3E370754}"/>
                </a:ext>
              </a:extLst>
            </p:cNvPr>
            <p:cNvSpPr/>
            <p:nvPr/>
          </p:nvSpPr>
          <p:spPr>
            <a:xfrm>
              <a:off x="7799582" y="3689146"/>
              <a:ext cx="477" cy="955"/>
            </a:xfrm>
            <a:custGeom>
              <a:avLst/>
              <a:gdLst>
                <a:gd name="csX0" fmla="*/ 0 w 477"/>
                <a:gd name="csY0" fmla="*/ 955 h 955"/>
                <a:gd name="csX1" fmla="*/ 477 w 477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955">
                  <a:moveTo>
                    <a:pt x="0" y="955"/>
                  </a:moveTo>
                  <a:lnTo>
                    <a:pt x="477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3" name="Freeform 4982">
              <a:extLst>
                <a:ext uri="{FF2B5EF4-FFF2-40B4-BE49-F238E27FC236}">
                  <a16:creationId xmlns:a16="http://schemas.microsoft.com/office/drawing/2014/main" id="{0886D7F5-0D62-D5C6-F424-D8C563D58113}"/>
                </a:ext>
              </a:extLst>
            </p:cNvPr>
            <p:cNvSpPr/>
            <p:nvPr/>
          </p:nvSpPr>
          <p:spPr>
            <a:xfrm>
              <a:off x="7787161" y="3686280"/>
              <a:ext cx="955" cy="955"/>
            </a:xfrm>
            <a:custGeom>
              <a:avLst/>
              <a:gdLst>
                <a:gd name="csX0" fmla="*/ 0 w 955"/>
                <a:gd name="csY0" fmla="*/ 956 h 955"/>
                <a:gd name="csX1" fmla="*/ 0 w 955"/>
                <a:gd name="csY1" fmla="*/ 956 h 955"/>
                <a:gd name="csX2" fmla="*/ 955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0" y="956"/>
                  </a:moveTo>
                  <a:lnTo>
                    <a:pt x="0" y="956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4" name="Freeform 4983">
              <a:extLst>
                <a:ext uri="{FF2B5EF4-FFF2-40B4-BE49-F238E27FC236}">
                  <a16:creationId xmlns:a16="http://schemas.microsoft.com/office/drawing/2014/main" id="{8BCB65E7-2CBA-5403-F3E8-E37693A4A236}"/>
                </a:ext>
              </a:extLst>
            </p:cNvPr>
            <p:cNvSpPr/>
            <p:nvPr/>
          </p:nvSpPr>
          <p:spPr>
            <a:xfrm>
              <a:off x="7781906" y="3686280"/>
              <a:ext cx="1433" cy="955"/>
            </a:xfrm>
            <a:custGeom>
              <a:avLst/>
              <a:gdLst>
                <a:gd name="csX0" fmla="*/ 0 w 1433"/>
                <a:gd name="csY0" fmla="*/ 956 h 955"/>
                <a:gd name="csX1" fmla="*/ 1433 w 1433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955">
                  <a:moveTo>
                    <a:pt x="0" y="956"/>
                  </a:move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5" name="Freeform 4984">
              <a:extLst>
                <a:ext uri="{FF2B5EF4-FFF2-40B4-BE49-F238E27FC236}">
                  <a16:creationId xmlns:a16="http://schemas.microsoft.com/office/drawing/2014/main" id="{7B16F18C-AC81-D034-92FB-FF721A967B23}"/>
                </a:ext>
              </a:extLst>
            </p:cNvPr>
            <p:cNvSpPr/>
            <p:nvPr/>
          </p:nvSpPr>
          <p:spPr>
            <a:xfrm>
              <a:off x="7778084" y="3688191"/>
              <a:ext cx="955" cy="955"/>
            </a:xfrm>
            <a:custGeom>
              <a:avLst/>
              <a:gdLst>
                <a:gd name="csX0" fmla="*/ 0 w 955"/>
                <a:gd name="csY0" fmla="*/ 956 h 955"/>
                <a:gd name="csX1" fmla="*/ 0 w 955"/>
                <a:gd name="csY1" fmla="*/ 956 h 955"/>
                <a:gd name="csX2" fmla="*/ 956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0" y="956"/>
                  </a:moveTo>
                  <a:lnTo>
                    <a:pt x="0" y="956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6" name="Freeform 4985">
              <a:extLst>
                <a:ext uri="{FF2B5EF4-FFF2-40B4-BE49-F238E27FC236}">
                  <a16:creationId xmlns:a16="http://schemas.microsoft.com/office/drawing/2014/main" id="{46042228-91C1-2FC5-B4CE-E34511360180}"/>
                </a:ext>
              </a:extLst>
            </p:cNvPr>
            <p:cNvSpPr/>
            <p:nvPr/>
          </p:nvSpPr>
          <p:spPr>
            <a:xfrm>
              <a:off x="7761364" y="3685324"/>
              <a:ext cx="955" cy="477"/>
            </a:xfrm>
            <a:custGeom>
              <a:avLst/>
              <a:gdLst>
                <a:gd name="csX0" fmla="*/ 0 w 955"/>
                <a:gd name="csY0" fmla="*/ 478 h 477"/>
                <a:gd name="csX1" fmla="*/ 0 w 955"/>
                <a:gd name="csY1" fmla="*/ 478 h 477"/>
                <a:gd name="csX2" fmla="*/ 956 w 955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0" y="478"/>
                  </a:moveTo>
                  <a:lnTo>
                    <a:pt x="0" y="478"/>
                  </a:ln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7" name="Freeform 4986">
              <a:extLst>
                <a:ext uri="{FF2B5EF4-FFF2-40B4-BE49-F238E27FC236}">
                  <a16:creationId xmlns:a16="http://schemas.microsoft.com/office/drawing/2014/main" id="{577DFC2D-229E-9DC2-D8DF-8BB023D0BEC4}"/>
                </a:ext>
              </a:extLst>
            </p:cNvPr>
            <p:cNvSpPr/>
            <p:nvPr/>
          </p:nvSpPr>
          <p:spPr>
            <a:xfrm>
              <a:off x="7721712" y="3664304"/>
              <a:ext cx="1910" cy="2866"/>
            </a:xfrm>
            <a:custGeom>
              <a:avLst/>
              <a:gdLst>
                <a:gd name="csX0" fmla="*/ 0 w 1910"/>
                <a:gd name="csY0" fmla="*/ 2866 h 2866"/>
                <a:gd name="csX1" fmla="*/ 0 w 1910"/>
                <a:gd name="csY1" fmla="*/ 2866 h 2866"/>
                <a:gd name="csX2" fmla="*/ 955 w 1910"/>
                <a:gd name="csY2" fmla="*/ 1911 h 2866"/>
                <a:gd name="csX3" fmla="*/ 1910 w 1910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0" h="2866">
                  <a:moveTo>
                    <a:pt x="0" y="2866"/>
                  </a:moveTo>
                  <a:lnTo>
                    <a:pt x="0" y="2866"/>
                  </a:lnTo>
                  <a:lnTo>
                    <a:pt x="955" y="1911"/>
                  </a:lnTo>
                  <a:lnTo>
                    <a:pt x="191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8" name="Freeform 4987">
              <a:extLst>
                <a:ext uri="{FF2B5EF4-FFF2-40B4-BE49-F238E27FC236}">
                  <a16:creationId xmlns:a16="http://schemas.microsoft.com/office/drawing/2014/main" id="{376E3038-F71C-9C8D-2D09-F144E16632A5}"/>
                </a:ext>
              </a:extLst>
            </p:cNvPr>
            <p:cNvSpPr/>
            <p:nvPr/>
          </p:nvSpPr>
          <p:spPr>
            <a:xfrm>
              <a:off x="7712158" y="3661916"/>
              <a:ext cx="2866" cy="4777"/>
            </a:xfrm>
            <a:custGeom>
              <a:avLst/>
              <a:gdLst>
                <a:gd name="csX0" fmla="*/ 0 w 2866"/>
                <a:gd name="csY0" fmla="*/ 4777 h 4777"/>
                <a:gd name="csX1" fmla="*/ 0 w 2866"/>
                <a:gd name="csY1" fmla="*/ 4777 h 4777"/>
                <a:gd name="csX2" fmla="*/ 1433 w 2866"/>
                <a:gd name="csY2" fmla="*/ 2389 h 4777"/>
                <a:gd name="csX3" fmla="*/ 1433 w 2866"/>
                <a:gd name="csY3" fmla="*/ 1433 h 4777"/>
                <a:gd name="csX4" fmla="*/ 1910 w 2866"/>
                <a:gd name="csY4" fmla="*/ 478 h 4777"/>
                <a:gd name="csX5" fmla="*/ 2866 w 2866"/>
                <a:gd name="csY5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4777">
                  <a:moveTo>
                    <a:pt x="0" y="4777"/>
                  </a:moveTo>
                  <a:lnTo>
                    <a:pt x="0" y="4777"/>
                  </a:lnTo>
                  <a:lnTo>
                    <a:pt x="1433" y="2389"/>
                  </a:lnTo>
                  <a:lnTo>
                    <a:pt x="1433" y="1433"/>
                  </a:lnTo>
                  <a:lnTo>
                    <a:pt x="1910" y="478"/>
                  </a:lnTo>
                  <a:lnTo>
                    <a:pt x="28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9" name="Freeform 4988">
              <a:extLst>
                <a:ext uri="{FF2B5EF4-FFF2-40B4-BE49-F238E27FC236}">
                  <a16:creationId xmlns:a16="http://schemas.microsoft.com/office/drawing/2014/main" id="{77F08E1C-4089-568F-7A4A-BC8B6873095D}"/>
                </a:ext>
              </a:extLst>
            </p:cNvPr>
            <p:cNvSpPr/>
            <p:nvPr/>
          </p:nvSpPr>
          <p:spPr>
            <a:xfrm>
              <a:off x="7700215" y="3666693"/>
              <a:ext cx="4299" cy="3344"/>
            </a:xfrm>
            <a:custGeom>
              <a:avLst/>
              <a:gdLst>
                <a:gd name="csX0" fmla="*/ 0 w 4299"/>
                <a:gd name="csY0" fmla="*/ 3344 h 3344"/>
                <a:gd name="csX1" fmla="*/ 0 w 4299"/>
                <a:gd name="csY1" fmla="*/ 3344 h 3344"/>
                <a:gd name="csX2" fmla="*/ 955 w 4299"/>
                <a:gd name="csY2" fmla="*/ 2389 h 3344"/>
                <a:gd name="csX3" fmla="*/ 1910 w 4299"/>
                <a:gd name="csY3" fmla="*/ 956 h 3344"/>
                <a:gd name="csX4" fmla="*/ 4299 w 4299"/>
                <a:gd name="csY4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3344">
                  <a:moveTo>
                    <a:pt x="0" y="3344"/>
                  </a:moveTo>
                  <a:lnTo>
                    <a:pt x="0" y="3344"/>
                  </a:lnTo>
                  <a:lnTo>
                    <a:pt x="955" y="2389"/>
                  </a:lnTo>
                  <a:lnTo>
                    <a:pt x="1910" y="956"/>
                  </a:lnTo>
                  <a:lnTo>
                    <a:pt x="429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0" name="Freeform 4989">
              <a:extLst>
                <a:ext uri="{FF2B5EF4-FFF2-40B4-BE49-F238E27FC236}">
                  <a16:creationId xmlns:a16="http://schemas.microsoft.com/office/drawing/2014/main" id="{3171DA87-F7DA-7D27-7DFA-8C46CBE7C272}"/>
                </a:ext>
              </a:extLst>
            </p:cNvPr>
            <p:cNvSpPr/>
            <p:nvPr/>
          </p:nvSpPr>
          <p:spPr>
            <a:xfrm>
              <a:off x="7696393" y="3670515"/>
              <a:ext cx="2388" cy="2866"/>
            </a:xfrm>
            <a:custGeom>
              <a:avLst/>
              <a:gdLst>
                <a:gd name="csX0" fmla="*/ 0 w 2388"/>
                <a:gd name="csY0" fmla="*/ 2866 h 2866"/>
                <a:gd name="csX1" fmla="*/ 0 w 2388"/>
                <a:gd name="csY1" fmla="*/ 2866 h 2866"/>
                <a:gd name="csX2" fmla="*/ 955 w 2388"/>
                <a:gd name="csY2" fmla="*/ 955 h 2866"/>
                <a:gd name="csX3" fmla="*/ 2389 w 2388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2866">
                  <a:moveTo>
                    <a:pt x="0" y="2866"/>
                  </a:moveTo>
                  <a:lnTo>
                    <a:pt x="0" y="2866"/>
                  </a:lnTo>
                  <a:lnTo>
                    <a:pt x="955" y="955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1" name="Freeform 4990">
              <a:extLst>
                <a:ext uri="{FF2B5EF4-FFF2-40B4-BE49-F238E27FC236}">
                  <a16:creationId xmlns:a16="http://schemas.microsoft.com/office/drawing/2014/main" id="{D8606243-D90A-8D88-E3CA-58F84D7B9865}"/>
                </a:ext>
              </a:extLst>
            </p:cNvPr>
            <p:cNvSpPr/>
            <p:nvPr/>
          </p:nvSpPr>
          <p:spPr>
            <a:xfrm>
              <a:off x="7684927" y="3674814"/>
              <a:ext cx="3822" cy="2388"/>
            </a:xfrm>
            <a:custGeom>
              <a:avLst/>
              <a:gdLst>
                <a:gd name="csX0" fmla="*/ 0 w 3822"/>
                <a:gd name="csY0" fmla="*/ 2389 h 2388"/>
                <a:gd name="csX1" fmla="*/ 1911 w 3822"/>
                <a:gd name="csY1" fmla="*/ 1433 h 2388"/>
                <a:gd name="csX2" fmla="*/ 3822 w 3822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22" h="2388">
                  <a:moveTo>
                    <a:pt x="0" y="2389"/>
                  </a:moveTo>
                  <a:lnTo>
                    <a:pt x="1911" y="1433"/>
                  </a:ln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2" name="Freeform 4991">
              <a:extLst>
                <a:ext uri="{FF2B5EF4-FFF2-40B4-BE49-F238E27FC236}">
                  <a16:creationId xmlns:a16="http://schemas.microsoft.com/office/drawing/2014/main" id="{F983177B-751F-FA55-FC54-9EBAF686D82F}"/>
                </a:ext>
              </a:extLst>
            </p:cNvPr>
            <p:cNvSpPr/>
            <p:nvPr/>
          </p:nvSpPr>
          <p:spPr>
            <a:xfrm>
              <a:off x="7681583" y="3677681"/>
              <a:ext cx="1911" cy="2388"/>
            </a:xfrm>
            <a:custGeom>
              <a:avLst/>
              <a:gdLst>
                <a:gd name="csX0" fmla="*/ 0 w 1911"/>
                <a:gd name="csY0" fmla="*/ 2389 h 2388"/>
                <a:gd name="csX1" fmla="*/ 955 w 1911"/>
                <a:gd name="csY1" fmla="*/ 1433 h 2388"/>
                <a:gd name="csX2" fmla="*/ 1911 w 1911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2388">
                  <a:moveTo>
                    <a:pt x="0" y="2389"/>
                  </a:moveTo>
                  <a:lnTo>
                    <a:pt x="955" y="1433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3" name="Freeform 4992">
              <a:extLst>
                <a:ext uri="{FF2B5EF4-FFF2-40B4-BE49-F238E27FC236}">
                  <a16:creationId xmlns:a16="http://schemas.microsoft.com/office/drawing/2014/main" id="{2FA9A96A-2745-8760-4894-10D956CFB955}"/>
                </a:ext>
              </a:extLst>
            </p:cNvPr>
            <p:cNvSpPr/>
            <p:nvPr/>
          </p:nvSpPr>
          <p:spPr>
            <a:xfrm>
              <a:off x="7676328" y="3680547"/>
              <a:ext cx="2388" cy="955"/>
            </a:xfrm>
            <a:custGeom>
              <a:avLst/>
              <a:gdLst>
                <a:gd name="csX0" fmla="*/ 0 w 2388"/>
                <a:gd name="csY0" fmla="*/ 955 h 955"/>
                <a:gd name="csX1" fmla="*/ 2389 w 2388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8" h="955">
                  <a:moveTo>
                    <a:pt x="0" y="955"/>
                  </a:move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4" name="Freeform 4993">
              <a:extLst>
                <a:ext uri="{FF2B5EF4-FFF2-40B4-BE49-F238E27FC236}">
                  <a16:creationId xmlns:a16="http://schemas.microsoft.com/office/drawing/2014/main" id="{D3B76F26-9318-3FE0-4780-2FE47D98019A}"/>
                </a:ext>
              </a:extLst>
            </p:cNvPr>
            <p:cNvSpPr/>
            <p:nvPr/>
          </p:nvSpPr>
          <p:spPr>
            <a:xfrm>
              <a:off x="7672984" y="3682458"/>
              <a:ext cx="1433" cy="955"/>
            </a:xfrm>
            <a:custGeom>
              <a:avLst/>
              <a:gdLst>
                <a:gd name="csX0" fmla="*/ 0 w 1433"/>
                <a:gd name="csY0" fmla="*/ 955 h 955"/>
                <a:gd name="csX1" fmla="*/ 0 w 1433"/>
                <a:gd name="csY1" fmla="*/ 955 h 955"/>
                <a:gd name="csX2" fmla="*/ 1433 w 1433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955">
                  <a:moveTo>
                    <a:pt x="0" y="955"/>
                  </a:moveTo>
                  <a:lnTo>
                    <a:pt x="0" y="955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5" name="Freeform 4994">
              <a:extLst>
                <a:ext uri="{FF2B5EF4-FFF2-40B4-BE49-F238E27FC236}">
                  <a16:creationId xmlns:a16="http://schemas.microsoft.com/office/drawing/2014/main" id="{CA970C98-A838-F515-3A86-603791107946}"/>
                </a:ext>
              </a:extLst>
            </p:cNvPr>
            <p:cNvSpPr/>
            <p:nvPr/>
          </p:nvSpPr>
          <p:spPr>
            <a:xfrm>
              <a:off x="7665818" y="3683891"/>
              <a:ext cx="3822" cy="3821"/>
            </a:xfrm>
            <a:custGeom>
              <a:avLst/>
              <a:gdLst>
                <a:gd name="csX0" fmla="*/ 0 w 3822"/>
                <a:gd name="csY0" fmla="*/ 3822 h 3821"/>
                <a:gd name="csX1" fmla="*/ 478 w 3822"/>
                <a:gd name="csY1" fmla="*/ 3822 h 3821"/>
                <a:gd name="csX2" fmla="*/ 1911 w 3822"/>
                <a:gd name="csY2" fmla="*/ 2866 h 3821"/>
                <a:gd name="csX3" fmla="*/ 2389 w 3822"/>
                <a:gd name="csY3" fmla="*/ 2866 h 3821"/>
                <a:gd name="csX4" fmla="*/ 2866 w 3822"/>
                <a:gd name="csY4" fmla="*/ 478 h 3821"/>
                <a:gd name="csX5" fmla="*/ 3822 w 3822"/>
                <a:gd name="csY5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3821">
                  <a:moveTo>
                    <a:pt x="0" y="3822"/>
                  </a:moveTo>
                  <a:lnTo>
                    <a:pt x="478" y="3822"/>
                  </a:lnTo>
                  <a:lnTo>
                    <a:pt x="1911" y="2866"/>
                  </a:lnTo>
                  <a:lnTo>
                    <a:pt x="2389" y="2866"/>
                  </a:lnTo>
                  <a:lnTo>
                    <a:pt x="2866" y="478"/>
                  </a:lnTo>
                  <a:lnTo>
                    <a:pt x="3822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6" name="Freeform 4995">
              <a:extLst>
                <a:ext uri="{FF2B5EF4-FFF2-40B4-BE49-F238E27FC236}">
                  <a16:creationId xmlns:a16="http://schemas.microsoft.com/office/drawing/2014/main" id="{529306CB-FA98-9669-F8D8-44DDF91AA3B9}"/>
                </a:ext>
              </a:extLst>
            </p:cNvPr>
            <p:cNvSpPr/>
            <p:nvPr/>
          </p:nvSpPr>
          <p:spPr>
            <a:xfrm>
              <a:off x="7656263" y="3688191"/>
              <a:ext cx="7165" cy="9076"/>
            </a:xfrm>
            <a:custGeom>
              <a:avLst/>
              <a:gdLst>
                <a:gd name="csX0" fmla="*/ 0 w 7165"/>
                <a:gd name="csY0" fmla="*/ 9077 h 9076"/>
                <a:gd name="csX1" fmla="*/ 478 w 7165"/>
                <a:gd name="csY1" fmla="*/ 9077 h 9076"/>
                <a:gd name="csX2" fmla="*/ 1911 w 7165"/>
                <a:gd name="csY2" fmla="*/ 7644 h 9076"/>
                <a:gd name="csX3" fmla="*/ 3822 w 7165"/>
                <a:gd name="csY3" fmla="*/ 6688 h 9076"/>
                <a:gd name="csX4" fmla="*/ 5255 w 7165"/>
                <a:gd name="csY4" fmla="*/ 6211 h 9076"/>
                <a:gd name="csX5" fmla="*/ 5733 w 7165"/>
                <a:gd name="csY5" fmla="*/ 5255 h 9076"/>
                <a:gd name="csX6" fmla="*/ 5255 w 7165"/>
                <a:gd name="csY6" fmla="*/ 3344 h 9076"/>
                <a:gd name="csX7" fmla="*/ 5255 w 7165"/>
                <a:gd name="csY7" fmla="*/ 956 h 9076"/>
                <a:gd name="csX8" fmla="*/ 7166 w 7165"/>
                <a:gd name="csY8" fmla="*/ 0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65" h="9076">
                  <a:moveTo>
                    <a:pt x="0" y="9077"/>
                  </a:moveTo>
                  <a:lnTo>
                    <a:pt x="478" y="9077"/>
                  </a:lnTo>
                  <a:lnTo>
                    <a:pt x="1911" y="7644"/>
                  </a:lnTo>
                  <a:lnTo>
                    <a:pt x="3822" y="6688"/>
                  </a:lnTo>
                  <a:lnTo>
                    <a:pt x="5255" y="6211"/>
                  </a:lnTo>
                  <a:lnTo>
                    <a:pt x="5733" y="5255"/>
                  </a:lnTo>
                  <a:lnTo>
                    <a:pt x="5255" y="3344"/>
                  </a:lnTo>
                  <a:lnTo>
                    <a:pt x="5255" y="956"/>
                  </a:lnTo>
                  <a:lnTo>
                    <a:pt x="71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7" name="Freeform 4996">
              <a:extLst>
                <a:ext uri="{FF2B5EF4-FFF2-40B4-BE49-F238E27FC236}">
                  <a16:creationId xmlns:a16="http://schemas.microsoft.com/office/drawing/2014/main" id="{7E545630-FDBC-5563-DA3A-3FDF8C925B0D}"/>
                </a:ext>
              </a:extLst>
            </p:cNvPr>
            <p:cNvSpPr/>
            <p:nvPr/>
          </p:nvSpPr>
          <p:spPr>
            <a:xfrm>
              <a:off x="7649097" y="3696790"/>
              <a:ext cx="4299" cy="4299"/>
            </a:xfrm>
            <a:custGeom>
              <a:avLst/>
              <a:gdLst>
                <a:gd name="csX0" fmla="*/ 0 w 4299"/>
                <a:gd name="csY0" fmla="*/ 4300 h 4299"/>
                <a:gd name="csX1" fmla="*/ 1911 w 4299"/>
                <a:gd name="csY1" fmla="*/ 3822 h 4299"/>
                <a:gd name="csX2" fmla="*/ 2866 w 4299"/>
                <a:gd name="csY2" fmla="*/ 2866 h 4299"/>
                <a:gd name="csX3" fmla="*/ 3344 w 4299"/>
                <a:gd name="csY3" fmla="*/ 2866 h 4299"/>
                <a:gd name="csX4" fmla="*/ 3822 w 4299"/>
                <a:gd name="csY4" fmla="*/ 955 h 4299"/>
                <a:gd name="csX5" fmla="*/ 4300 w 4299"/>
                <a:gd name="csY5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299" h="4299">
                  <a:moveTo>
                    <a:pt x="0" y="4300"/>
                  </a:moveTo>
                  <a:lnTo>
                    <a:pt x="1911" y="3822"/>
                  </a:lnTo>
                  <a:lnTo>
                    <a:pt x="2866" y="2866"/>
                  </a:lnTo>
                  <a:lnTo>
                    <a:pt x="3344" y="2866"/>
                  </a:lnTo>
                  <a:lnTo>
                    <a:pt x="3822" y="955"/>
                  </a:lnTo>
                  <a:lnTo>
                    <a:pt x="430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8" name="Freeform 4997">
              <a:extLst>
                <a:ext uri="{FF2B5EF4-FFF2-40B4-BE49-F238E27FC236}">
                  <a16:creationId xmlns:a16="http://schemas.microsoft.com/office/drawing/2014/main" id="{07C19471-EBB6-6F6B-CF81-DD1AFFCEF86A}"/>
                </a:ext>
              </a:extLst>
            </p:cNvPr>
            <p:cNvSpPr/>
            <p:nvPr/>
          </p:nvSpPr>
          <p:spPr>
            <a:xfrm>
              <a:off x="7645276" y="3699656"/>
              <a:ext cx="1432" cy="2388"/>
            </a:xfrm>
            <a:custGeom>
              <a:avLst/>
              <a:gdLst>
                <a:gd name="csX0" fmla="*/ 0 w 1432"/>
                <a:gd name="csY0" fmla="*/ 2389 h 2388"/>
                <a:gd name="csX1" fmla="*/ 0 w 1432"/>
                <a:gd name="csY1" fmla="*/ 2389 h 2388"/>
                <a:gd name="csX2" fmla="*/ 478 w 1432"/>
                <a:gd name="csY2" fmla="*/ 1433 h 2388"/>
                <a:gd name="csX3" fmla="*/ 955 w 1432"/>
                <a:gd name="csY3" fmla="*/ 0 h 2388"/>
                <a:gd name="csX4" fmla="*/ 1433 w 1432"/>
                <a:gd name="csY4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2" h="2388">
                  <a:moveTo>
                    <a:pt x="0" y="2389"/>
                  </a:moveTo>
                  <a:lnTo>
                    <a:pt x="0" y="2389"/>
                  </a:lnTo>
                  <a:lnTo>
                    <a:pt x="478" y="1433"/>
                  </a:lnTo>
                  <a:lnTo>
                    <a:pt x="955" y="0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9" name="Freeform 4998">
              <a:extLst>
                <a:ext uri="{FF2B5EF4-FFF2-40B4-BE49-F238E27FC236}">
                  <a16:creationId xmlns:a16="http://schemas.microsoft.com/office/drawing/2014/main" id="{8033F0E6-E161-55F2-5850-C67F75CE993A}"/>
                </a:ext>
              </a:extLst>
            </p:cNvPr>
            <p:cNvSpPr/>
            <p:nvPr/>
          </p:nvSpPr>
          <p:spPr>
            <a:xfrm>
              <a:off x="7627599" y="3702045"/>
              <a:ext cx="5254" cy="7643"/>
            </a:xfrm>
            <a:custGeom>
              <a:avLst/>
              <a:gdLst>
                <a:gd name="csX0" fmla="*/ 0 w 5254"/>
                <a:gd name="csY0" fmla="*/ 7644 h 7643"/>
                <a:gd name="csX1" fmla="*/ 956 w 5254"/>
                <a:gd name="csY1" fmla="*/ 7166 h 7643"/>
                <a:gd name="csX2" fmla="*/ 1911 w 5254"/>
                <a:gd name="csY2" fmla="*/ 6211 h 7643"/>
                <a:gd name="csX3" fmla="*/ 3344 w 5254"/>
                <a:gd name="csY3" fmla="*/ 5255 h 7643"/>
                <a:gd name="csX4" fmla="*/ 3822 w 5254"/>
                <a:gd name="csY4" fmla="*/ 4300 h 7643"/>
                <a:gd name="csX5" fmla="*/ 3822 w 5254"/>
                <a:gd name="csY5" fmla="*/ 1911 h 7643"/>
                <a:gd name="csX6" fmla="*/ 5255 w 5254"/>
                <a:gd name="csY6" fmla="*/ 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54" h="7643">
                  <a:moveTo>
                    <a:pt x="0" y="7644"/>
                  </a:moveTo>
                  <a:lnTo>
                    <a:pt x="956" y="7166"/>
                  </a:lnTo>
                  <a:lnTo>
                    <a:pt x="1911" y="6211"/>
                  </a:lnTo>
                  <a:lnTo>
                    <a:pt x="3344" y="5255"/>
                  </a:lnTo>
                  <a:lnTo>
                    <a:pt x="3822" y="4300"/>
                  </a:lnTo>
                  <a:lnTo>
                    <a:pt x="3822" y="1911"/>
                  </a:lnTo>
                  <a:lnTo>
                    <a:pt x="52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0" name="Freeform 4999">
              <a:extLst>
                <a:ext uri="{FF2B5EF4-FFF2-40B4-BE49-F238E27FC236}">
                  <a16:creationId xmlns:a16="http://schemas.microsoft.com/office/drawing/2014/main" id="{A343DF9A-3E9B-3D53-A29D-869ED49410C1}"/>
                </a:ext>
              </a:extLst>
            </p:cNvPr>
            <p:cNvSpPr/>
            <p:nvPr/>
          </p:nvSpPr>
          <p:spPr>
            <a:xfrm>
              <a:off x="7623778" y="3691535"/>
              <a:ext cx="637768" cy="214022"/>
            </a:xfrm>
            <a:custGeom>
              <a:avLst/>
              <a:gdLst>
                <a:gd name="csX0" fmla="*/ 573753 w 637768"/>
                <a:gd name="csY0" fmla="*/ 0 h 214022"/>
                <a:gd name="csX1" fmla="*/ 572320 w 637768"/>
                <a:gd name="csY1" fmla="*/ 3822 h 214022"/>
                <a:gd name="csX2" fmla="*/ 568498 w 637768"/>
                <a:gd name="csY2" fmla="*/ 11465 h 214022"/>
                <a:gd name="csX3" fmla="*/ 565154 w 637768"/>
                <a:gd name="csY3" fmla="*/ 18154 h 214022"/>
                <a:gd name="csX4" fmla="*/ 563721 w 637768"/>
                <a:gd name="csY4" fmla="*/ 21976 h 214022"/>
                <a:gd name="csX5" fmla="*/ 562287 w 637768"/>
                <a:gd name="csY5" fmla="*/ 24364 h 214022"/>
                <a:gd name="csX6" fmla="*/ 560854 w 637768"/>
                <a:gd name="csY6" fmla="*/ 27230 h 214022"/>
                <a:gd name="csX7" fmla="*/ 560854 w 637768"/>
                <a:gd name="csY7" fmla="*/ 28664 h 214022"/>
                <a:gd name="csX8" fmla="*/ 559421 w 637768"/>
                <a:gd name="csY8" fmla="*/ 31530 h 214022"/>
                <a:gd name="csX9" fmla="*/ 556555 w 637768"/>
                <a:gd name="csY9" fmla="*/ 34396 h 214022"/>
                <a:gd name="csX10" fmla="*/ 556077 w 637768"/>
                <a:gd name="csY10" fmla="*/ 37741 h 214022"/>
                <a:gd name="csX11" fmla="*/ 556555 w 637768"/>
                <a:gd name="csY11" fmla="*/ 40607 h 214022"/>
                <a:gd name="csX12" fmla="*/ 556077 w 637768"/>
                <a:gd name="csY12" fmla="*/ 43473 h 214022"/>
                <a:gd name="csX13" fmla="*/ 553210 w 637768"/>
                <a:gd name="csY13" fmla="*/ 45384 h 214022"/>
                <a:gd name="csX14" fmla="*/ 553210 w 637768"/>
                <a:gd name="csY14" fmla="*/ 45384 h 214022"/>
                <a:gd name="csX15" fmla="*/ 550822 w 637768"/>
                <a:gd name="csY15" fmla="*/ 46817 h 214022"/>
                <a:gd name="csX16" fmla="*/ 550822 w 637768"/>
                <a:gd name="csY16" fmla="*/ 47295 h 214022"/>
                <a:gd name="csX17" fmla="*/ 551778 w 637768"/>
                <a:gd name="csY17" fmla="*/ 51595 h 214022"/>
                <a:gd name="csX18" fmla="*/ 552733 w 637768"/>
                <a:gd name="csY18" fmla="*/ 53506 h 214022"/>
                <a:gd name="csX19" fmla="*/ 554644 w 637768"/>
                <a:gd name="csY19" fmla="*/ 55417 h 214022"/>
                <a:gd name="csX20" fmla="*/ 556555 w 637768"/>
                <a:gd name="csY20" fmla="*/ 57328 h 214022"/>
                <a:gd name="csX21" fmla="*/ 557510 w 637768"/>
                <a:gd name="csY21" fmla="*/ 58283 h 214022"/>
                <a:gd name="csX22" fmla="*/ 558465 w 637768"/>
                <a:gd name="csY22" fmla="*/ 58761 h 214022"/>
                <a:gd name="csX23" fmla="*/ 560376 w 637768"/>
                <a:gd name="csY23" fmla="*/ 57805 h 214022"/>
                <a:gd name="csX24" fmla="*/ 560376 w 637768"/>
                <a:gd name="csY24" fmla="*/ 57805 h 214022"/>
                <a:gd name="csX25" fmla="*/ 561810 w 637768"/>
                <a:gd name="csY25" fmla="*/ 55894 h 214022"/>
                <a:gd name="csX26" fmla="*/ 565154 w 637768"/>
                <a:gd name="csY26" fmla="*/ 53983 h 214022"/>
                <a:gd name="csX27" fmla="*/ 566587 w 637768"/>
                <a:gd name="csY27" fmla="*/ 53983 h 214022"/>
                <a:gd name="csX28" fmla="*/ 568020 w 637768"/>
                <a:gd name="csY28" fmla="*/ 54461 h 214022"/>
                <a:gd name="csX29" fmla="*/ 570409 w 637768"/>
                <a:gd name="csY29" fmla="*/ 54461 h 214022"/>
                <a:gd name="csX30" fmla="*/ 573275 w 637768"/>
                <a:gd name="csY30" fmla="*/ 53983 h 214022"/>
                <a:gd name="csX31" fmla="*/ 575664 w 637768"/>
                <a:gd name="csY31" fmla="*/ 53983 h 214022"/>
                <a:gd name="csX32" fmla="*/ 578053 w 637768"/>
                <a:gd name="csY32" fmla="*/ 54461 h 214022"/>
                <a:gd name="csX33" fmla="*/ 579008 w 637768"/>
                <a:gd name="csY33" fmla="*/ 54461 h 214022"/>
                <a:gd name="csX34" fmla="*/ 581397 w 637768"/>
                <a:gd name="csY34" fmla="*/ 55417 h 214022"/>
                <a:gd name="csX35" fmla="*/ 584263 w 637768"/>
                <a:gd name="csY35" fmla="*/ 57328 h 214022"/>
                <a:gd name="csX36" fmla="*/ 585696 w 637768"/>
                <a:gd name="csY36" fmla="*/ 59238 h 214022"/>
                <a:gd name="csX37" fmla="*/ 587129 w 637768"/>
                <a:gd name="csY37" fmla="*/ 59716 h 214022"/>
                <a:gd name="csX38" fmla="*/ 587607 w 637768"/>
                <a:gd name="csY38" fmla="*/ 59238 h 214022"/>
                <a:gd name="csX39" fmla="*/ 589040 w 637768"/>
                <a:gd name="csY39" fmla="*/ 57328 h 214022"/>
                <a:gd name="csX40" fmla="*/ 591429 w 637768"/>
                <a:gd name="csY40" fmla="*/ 55417 h 214022"/>
                <a:gd name="csX41" fmla="*/ 591429 w 637768"/>
                <a:gd name="csY41" fmla="*/ 55417 h 214022"/>
                <a:gd name="csX42" fmla="*/ 593817 w 637768"/>
                <a:gd name="csY42" fmla="*/ 52550 h 214022"/>
                <a:gd name="csX43" fmla="*/ 595251 w 637768"/>
                <a:gd name="csY43" fmla="*/ 50639 h 214022"/>
                <a:gd name="csX44" fmla="*/ 596684 w 637768"/>
                <a:gd name="csY44" fmla="*/ 50162 h 214022"/>
                <a:gd name="csX45" fmla="*/ 596684 w 637768"/>
                <a:gd name="csY45" fmla="*/ 50162 h 214022"/>
                <a:gd name="csX46" fmla="*/ 599550 w 637768"/>
                <a:gd name="csY46" fmla="*/ 50162 h 214022"/>
                <a:gd name="csX47" fmla="*/ 600983 w 637768"/>
                <a:gd name="csY47" fmla="*/ 49684 h 214022"/>
                <a:gd name="csX48" fmla="*/ 602894 w 637768"/>
                <a:gd name="csY48" fmla="*/ 49684 h 214022"/>
                <a:gd name="csX49" fmla="*/ 604328 w 637768"/>
                <a:gd name="csY49" fmla="*/ 50162 h 214022"/>
                <a:gd name="csX50" fmla="*/ 604805 w 637768"/>
                <a:gd name="csY50" fmla="*/ 50162 h 214022"/>
                <a:gd name="csX51" fmla="*/ 605283 w 637768"/>
                <a:gd name="csY51" fmla="*/ 50162 h 214022"/>
                <a:gd name="csX52" fmla="*/ 610060 w 637768"/>
                <a:gd name="csY52" fmla="*/ 50639 h 214022"/>
                <a:gd name="csX53" fmla="*/ 611494 w 637768"/>
                <a:gd name="csY53" fmla="*/ 51595 h 214022"/>
                <a:gd name="csX54" fmla="*/ 613882 w 637768"/>
                <a:gd name="csY54" fmla="*/ 54939 h 214022"/>
                <a:gd name="csX55" fmla="*/ 615315 w 637768"/>
                <a:gd name="csY55" fmla="*/ 56850 h 214022"/>
                <a:gd name="csX56" fmla="*/ 617704 w 637768"/>
                <a:gd name="csY56" fmla="*/ 57805 h 214022"/>
                <a:gd name="csX57" fmla="*/ 619137 w 637768"/>
                <a:gd name="csY57" fmla="*/ 58283 h 214022"/>
                <a:gd name="csX58" fmla="*/ 620092 w 637768"/>
                <a:gd name="csY58" fmla="*/ 58761 h 214022"/>
                <a:gd name="csX59" fmla="*/ 621526 w 637768"/>
                <a:gd name="csY59" fmla="*/ 59716 h 214022"/>
                <a:gd name="csX60" fmla="*/ 622004 w 637768"/>
                <a:gd name="csY60" fmla="*/ 60672 h 214022"/>
                <a:gd name="csX61" fmla="*/ 622481 w 637768"/>
                <a:gd name="csY61" fmla="*/ 62105 h 214022"/>
                <a:gd name="csX62" fmla="*/ 622959 w 637768"/>
                <a:gd name="csY62" fmla="*/ 63060 h 214022"/>
                <a:gd name="csX63" fmla="*/ 622959 w 637768"/>
                <a:gd name="csY63" fmla="*/ 63060 h 214022"/>
                <a:gd name="csX64" fmla="*/ 623915 w 637768"/>
                <a:gd name="csY64" fmla="*/ 63538 h 214022"/>
                <a:gd name="csX65" fmla="*/ 624392 w 637768"/>
                <a:gd name="csY65" fmla="*/ 64016 h 214022"/>
                <a:gd name="csX66" fmla="*/ 624870 w 637768"/>
                <a:gd name="csY66" fmla="*/ 64016 h 214022"/>
                <a:gd name="csX67" fmla="*/ 625826 w 637768"/>
                <a:gd name="csY67" fmla="*/ 64493 h 214022"/>
                <a:gd name="csX68" fmla="*/ 625826 w 637768"/>
                <a:gd name="csY68" fmla="*/ 65449 h 214022"/>
                <a:gd name="csX69" fmla="*/ 626303 w 637768"/>
                <a:gd name="csY69" fmla="*/ 65927 h 214022"/>
                <a:gd name="csX70" fmla="*/ 626303 w 637768"/>
                <a:gd name="csY70" fmla="*/ 65927 h 214022"/>
                <a:gd name="csX71" fmla="*/ 627258 w 637768"/>
                <a:gd name="csY71" fmla="*/ 66882 h 214022"/>
                <a:gd name="csX72" fmla="*/ 630125 w 637768"/>
                <a:gd name="csY72" fmla="*/ 70226 h 214022"/>
                <a:gd name="csX73" fmla="*/ 630125 w 637768"/>
                <a:gd name="csY73" fmla="*/ 70226 h 214022"/>
                <a:gd name="csX74" fmla="*/ 631558 w 637768"/>
                <a:gd name="csY74" fmla="*/ 71182 h 214022"/>
                <a:gd name="csX75" fmla="*/ 633947 w 637768"/>
                <a:gd name="csY75" fmla="*/ 73093 h 214022"/>
                <a:gd name="csX76" fmla="*/ 634902 w 637768"/>
                <a:gd name="csY76" fmla="*/ 74526 h 214022"/>
                <a:gd name="csX77" fmla="*/ 634902 w 637768"/>
                <a:gd name="csY77" fmla="*/ 76437 h 214022"/>
                <a:gd name="csX78" fmla="*/ 635380 w 637768"/>
                <a:gd name="csY78" fmla="*/ 77870 h 214022"/>
                <a:gd name="csX79" fmla="*/ 636813 w 637768"/>
                <a:gd name="csY79" fmla="*/ 79781 h 214022"/>
                <a:gd name="csX80" fmla="*/ 637769 w 637768"/>
                <a:gd name="csY80" fmla="*/ 80736 h 214022"/>
                <a:gd name="csX81" fmla="*/ 637291 w 637768"/>
                <a:gd name="csY81" fmla="*/ 82647 h 214022"/>
                <a:gd name="csX82" fmla="*/ 637291 w 637768"/>
                <a:gd name="csY82" fmla="*/ 82647 h 214022"/>
                <a:gd name="csX83" fmla="*/ 637769 w 637768"/>
                <a:gd name="csY83" fmla="*/ 84080 h 214022"/>
                <a:gd name="csX84" fmla="*/ 636813 w 637768"/>
                <a:gd name="csY84" fmla="*/ 85514 h 214022"/>
                <a:gd name="csX85" fmla="*/ 636813 w 637768"/>
                <a:gd name="csY85" fmla="*/ 85991 h 214022"/>
                <a:gd name="csX86" fmla="*/ 634902 w 637768"/>
                <a:gd name="csY86" fmla="*/ 86947 h 214022"/>
                <a:gd name="csX87" fmla="*/ 633947 w 637768"/>
                <a:gd name="csY87" fmla="*/ 87425 h 214022"/>
                <a:gd name="csX88" fmla="*/ 632036 w 637768"/>
                <a:gd name="csY88" fmla="*/ 87425 h 214022"/>
                <a:gd name="csX89" fmla="*/ 629169 w 637768"/>
                <a:gd name="csY89" fmla="*/ 86947 h 214022"/>
                <a:gd name="csX90" fmla="*/ 626303 w 637768"/>
                <a:gd name="csY90" fmla="*/ 87425 h 214022"/>
                <a:gd name="csX91" fmla="*/ 622959 w 637768"/>
                <a:gd name="csY91" fmla="*/ 86469 h 214022"/>
                <a:gd name="csX92" fmla="*/ 620570 w 637768"/>
                <a:gd name="csY92" fmla="*/ 85036 h 214022"/>
                <a:gd name="csX93" fmla="*/ 619137 w 637768"/>
                <a:gd name="csY93" fmla="*/ 84080 h 214022"/>
                <a:gd name="csX94" fmla="*/ 616749 w 637768"/>
                <a:gd name="csY94" fmla="*/ 83603 h 214022"/>
                <a:gd name="csX95" fmla="*/ 615793 w 637768"/>
                <a:gd name="csY95" fmla="*/ 83603 h 214022"/>
                <a:gd name="csX96" fmla="*/ 614360 w 637768"/>
                <a:gd name="csY96" fmla="*/ 85036 h 214022"/>
                <a:gd name="csX97" fmla="*/ 612927 w 637768"/>
                <a:gd name="csY97" fmla="*/ 85036 h 214022"/>
                <a:gd name="csX98" fmla="*/ 611494 w 637768"/>
                <a:gd name="csY98" fmla="*/ 85036 h 214022"/>
                <a:gd name="csX99" fmla="*/ 608149 w 637768"/>
                <a:gd name="csY99" fmla="*/ 85036 h 214022"/>
                <a:gd name="csX100" fmla="*/ 606238 w 637768"/>
                <a:gd name="csY100" fmla="*/ 84558 h 214022"/>
                <a:gd name="csX101" fmla="*/ 602894 w 637768"/>
                <a:gd name="csY101" fmla="*/ 85514 h 214022"/>
                <a:gd name="csX102" fmla="*/ 601461 w 637768"/>
                <a:gd name="csY102" fmla="*/ 85991 h 214022"/>
                <a:gd name="csX103" fmla="*/ 598117 w 637768"/>
                <a:gd name="csY103" fmla="*/ 86947 h 214022"/>
                <a:gd name="csX104" fmla="*/ 598117 w 637768"/>
                <a:gd name="csY104" fmla="*/ 86947 h 214022"/>
                <a:gd name="csX105" fmla="*/ 596206 w 637768"/>
                <a:gd name="csY105" fmla="*/ 89335 h 214022"/>
                <a:gd name="csX106" fmla="*/ 596206 w 637768"/>
                <a:gd name="csY106" fmla="*/ 89335 h 214022"/>
                <a:gd name="csX107" fmla="*/ 594773 w 637768"/>
                <a:gd name="csY107" fmla="*/ 89813 h 214022"/>
                <a:gd name="csX108" fmla="*/ 593340 w 637768"/>
                <a:gd name="csY108" fmla="*/ 89813 h 214022"/>
                <a:gd name="csX109" fmla="*/ 592385 w 637768"/>
                <a:gd name="csY109" fmla="*/ 88858 h 214022"/>
                <a:gd name="csX110" fmla="*/ 590951 w 637768"/>
                <a:gd name="csY110" fmla="*/ 87902 h 214022"/>
                <a:gd name="csX111" fmla="*/ 589040 w 637768"/>
                <a:gd name="csY111" fmla="*/ 87902 h 214022"/>
                <a:gd name="csX112" fmla="*/ 588085 w 637768"/>
                <a:gd name="csY112" fmla="*/ 88380 h 214022"/>
                <a:gd name="csX113" fmla="*/ 588085 w 637768"/>
                <a:gd name="csY113" fmla="*/ 88380 h 214022"/>
                <a:gd name="csX114" fmla="*/ 588085 w 637768"/>
                <a:gd name="csY114" fmla="*/ 89335 h 214022"/>
                <a:gd name="csX115" fmla="*/ 588085 w 637768"/>
                <a:gd name="csY115" fmla="*/ 89335 h 214022"/>
                <a:gd name="csX116" fmla="*/ 587129 w 637768"/>
                <a:gd name="csY116" fmla="*/ 92202 h 214022"/>
                <a:gd name="csX117" fmla="*/ 587129 w 637768"/>
                <a:gd name="csY117" fmla="*/ 93157 h 214022"/>
                <a:gd name="csX118" fmla="*/ 586651 w 637768"/>
                <a:gd name="csY118" fmla="*/ 94113 h 214022"/>
                <a:gd name="csX119" fmla="*/ 585696 w 637768"/>
                <a:gd name="csY119" fmla="*/ 94113 h 214022"/>
                <a:gd name="csX120" fmla="*/ 583308 w 637768"/>
                <a:gd name="csY120" fmla="*/ 94113 h 214022"/>
                <a:gd name="csX121" fmla="*/ 579963 w 637768"/>
                <a:gd name="csY121" fmla="*/ 94113 h 214022"/>
                <a:gd name="csX122" fmla="*/ 577574 w 637768"/>
                <a:gd name="csY122" fmla="*/ 93157 h 214022"/>
                <a:gd name="csX123" fmla="*/ 576142 w 637768"/>
                <a:gd name="csY123" fmla="*/ 93635 h 214022"/>
                <a:gd name="csX124" fmla="*/ 575186 w 637768"/>
                <a:gd name="csY124" fmla="*/ 94113 h 214022"/>
                <a:gd name="csX125" fmla="*/ 574231 w 637768"/>
                <a:gd name="csY125" fmla="*/ 95068 h 214022"/>
                <a:gd name="csX126" fmla="*/ 572797 w 637768"/>
                <a:gd name="csY126" fmla="*/ 95068 h 214022"/>
                <a:gd name="csX127" fmla="*/ 572797 w 637768"/>
                <a:gd name="csY127" fmla="*/ 95068 h 214022"/>
                <a:gd name="csX128" fmla="*/ 571364 w 637768"/>
                <a:gd name="csY128" fmla="*/ 96024 h 214022"/>
                <a:gd name="csX129" fmla="*/ 570409 w 637768"/>
                <a:gd name="csY129" fmla="*/ 97934 h 214022"/>
                <a:gd name="csX130" fmla="*/ 569453 w 637768"/>
                <a:gd name="csY130" fmla="*/ 99368 h 214022"/>
                <a:gd name="csX131" fmla="*/ 567542 w 637768"/>
                <a:gd name="csY131" fmla="*/ 100801 h 214022"/>
                <a:gd name="csX132" fmla="*/ 565631 w 637768"/>
                <a:gd name="csY132" fmla="*/ 104623 h 214022"/>
                <a:gd name="csX133" fmla="*/ 564676 w 637768"/>
                <a:gd name="csY133" fmla="*/ 106534 h 214022"/>
                <a:gd name="csX134" fmla="*/ 565154 w 637768"/>
                <a:gd name="csY134" fmla="*/ 107489 h 214022"/>
                <a:gd name="csX135" fmla="*/ 565154 w 637768"/>
                <a:gd name="csY135" fmla="*/ 108922 h 214022"/>
                <a:gd name="csX136" fmla="*/ 564198 w 637768"/>
                <a:gd name="csY136" fmla="*/ 110356 h 214022"/>
                <a:gd name="csX137" fmla="*/ 563721 w 637768"/>
                <a:gd name="csY137" fmla="*/ 110833 h 214022"/>
                <a:gd name="csX138" fmla="*/ 562765 w 637768"/>
                <a:gd name="csY138" fmla="*/ 111789 h 214022"/>
                <a:gd name="csX139" fmla="*/ 561332 w 637768"/>
                <a:gd name="csY139" fmla="*/ 111789 h 214022"/>
                <a:gd name="csX140" fmla="*/ 558943 w 637768"/>
                <a:gd name="csY140" fmla="*/ 113222 h 214022"/>
                <a:gd name="csX141" fmla="*/ 556077 w 637768"/>
                <a:gd name="csY141" fmla="*/ 115610 h 214022"/>
                <a:gd name="csX142" fmla="*/ 554166 w 637768"/>
                <a:gd name="csY142" fmla="*/ 117521 h 214022"/>
                <a:gd name="csX143" fmla="*/ 551299 w 637768"/>
                <a:gd name="csY143" fmla="*/ 117999 h 214022"/>
                <a:gd name="csX144" fmla="*/ 549389 w 637768"/>
                <a:gd name="csY144" fmla="*/ 118477 h 214022"/>
                <a:gd name="csX145" fmla="*/ 545089 w 637768"/>
                <a:gd name="csY145" fmla="*/ 118955 h 214022"/>
                <a:gd name="csX146" fmla="*/ 543656 w 637768"/>
                <a:gd name="csY146" fmla="*/ 119432 h 214022"/>
                <a:gd name="csX147" fmla="*/ 538878 w 637768"/>
                <a:gd name="csY147" fmla="*/ 119432 h 214022"/>
                <a:gd name="csX148" fmla="*/ 535535 w 637768"/>
                <a:gd name="csY148" fmla="*/ 118477 h 214022"/>
                <a:gd name="csX149" fmla="*/ 533624 w 637768"/>
                <a:gd name="csY149" fmla="*/ 118477 h 214022"/>
                <a:gd name="csX150" fmla="*/ 531713 w 637768"/>
                <a:gd name="csY150" fmla="*/ 119432 h 214022"/>
                <a:gd name="csX151" fmla="*/ 530757 w 637768"/>
                <a:gd name="csY151" fmla="*/ 119910 h 214022"/>
                <a:gd name="csX152" fmla="*/ 530757 w 637768"/>
                <a:gd name="csY152" fmla="*/ 121343 h 214022"/>
                <a:gd name="csX153" fmla="*/ 530280 w 637768"/>
                <a:gd name="csY153" fmla="*/ 122299 h 214022"/>
                <a:gd name="csX154" fmla="*/ 528846 w 637768"/>
                <a:gd name="csY154" fmla="*/ 124210 h 214022"/>
                <a:gd name="csX155" fmla="*/ 526458 w 637768"/>
                <a:gd name="csY155" fmla="*/ 126598 h 214022"/>
                <a:gd name="csX156" fmla="*/ 524069 w 637768"/>
                <a:gd name="csY156" fmla="*/ 128032 h 214022"/>
                <a:gd name="csX157" fmla="*/ 522158 w 637768"/>
                <a:gd name="csY157" fmla="*/ 129942 h 214022"/>
                <a:gd name="csX158" fmla="*/ 522158 w 637768"/>
                <a:gd name="csY158" fmla="*/ 129942 h 214022"/>
                <a:gd name="csX159" fmla="*/ 521680 w 637768"/>
                <a:gd name="csY159" fmla="*/ 130420 h 214022"/>
                <a:gd name="csX160" fmla="*/ 521203 w 637768"/>
                <a:gd name="csY160" fmla="*/ 130898 h 214022"/>
                <a:gd name="csX161" fmla="*/ 519292 w 637768"/>
                <a:gd name="csY161" fmla="*/ 131375 h 214022"/>
                <a:gd name="csX162" fmla="*/ 518336 w 637768"/>
                <a:gd name="csY162" fmla="*/ 131853 h 214022"/>
                <a:gd name="csX163" fmla="*/ 515948 w 637768"/>
                <a:gd name="csY163" fmla="*/ 133764 h 214022"/>
                <a:gd name="csX164" fmla="*/ 514037 w 637768"/>
                <a:gd name="csY164" fmla="*/ 135198 h 214022"/>
                <a:gd name="csX165" fmla="*/ 512603 w 637768"/>
                <a:gd name="csY165" fmla="*/ 135675 h 214022"/>
                <a:gd name="csX166" fmla="*/ 511171 w 637768"/>
                <a:gd name="csY166" fmla="*/ 135198 h 214022"/>
                <a:gd name="csX167" fmla="*/ 509737 w 637768"/>
                <a:gd name="csY167" fmla="*/ 135198 h 214022"/>
                <a:gd name="csX168" fmla="*/ 506871 w 637768"/>
                <a:gd name="csY168" fmla="*/ 134720 h 214022"/>
                <a:gd name="csX169" fmla="*/ 504960 w 637768"/>
                <a:gd name="csY169" fmla="*/ 134720 h 214022"/>
                <a:gd name="csX170" fmla="*/ 501616 w 637768"/>
                <a:gd name="csY170" fmla="*/ 134242 h 214022"/>
                <a:gd name="csX171" fmla="*/ 494928 w 637768"/>
                <a:gd name="csY171" fmla="*/ 132331 h 214022"/>
                <a:gd name="csX172" fmla="*/ 493017 w 637768"/>
                <a:gd name="csY172" fmla="*/ 131375 h 214022"/>
                <a:gd name="csX173" fmla="*/ 491106 w 637768"/>
                <a:gd name="csY173" fmla="*/ 128987 h 214022"/>
                <a:gd name="csX174" fmla="*/ 489194 w 637768"/>
                <a:gd name="csY174" fmla="*/ 128032 h 214022"/>
                <a:gd name="csX175" fmla="*/ 489194 w 637768"/>
                <a:gd name="csY175" fmla="*/ 128032 h 214022"/>
                <a:gd name="csX176" fmla="*/ 486806 w 637768"/>
                <a:gd name="csY176" fmla="*/ 127554 h 214022"/>
                <a:gd name="csX177" fmla="*/ 483462 w 637768"/>
                <a:gd name="csY177" fmla="*/ 127554 h 214022"/>
                <a:gd name="csX178" fmla="*/ 481551 w 637768"/>
                <a:gd name="csY178" fmla="*/ 127076 h 214022"/>
                <a:gd name="csX179" fmla="*/ 479162 w 637768"/>
                <a:gd name="csY179" fmla="*/ 127554 h 214022"/>
                <a:gd name="csX180" fmla="*/ 476296 w 637768"/>
                <a:gd name="csY180" fmla="*/ 129942 h 214022"/>
                <a:gd name="csX181" fmla="*/ 476296 w 637768"/>
                <a:gd name="csY181" fmla="*/ 129942 h 214022"/>
                <a:gd name="csX182" fmla="*/ 474863 w 637768"/>
                <a:gd name="csY182" fmla="*/ 131853 h 214022"/>
                <a:gd name="csX183" fmla="*/ 473430 w 637768"/>
                <a:gd name="csY183" fmla="*/ 133764 h 214022"/>
                <a:gd name="csX184" fmla="*/ 471996 w 637768"/>
                <a:gd name="csY184" fmla="*/ 137586 h 214022"/>
                <a:gd name="csX185" fmla="*/ 471519 w 637768"/>
                <a:gd name="csY185" fmla="*/ 140452 h 214022"/>
                <a:gd name="csX186" fmla="*/ 471041 w 637768"/>
                <a:gd name="csY186" fmla="*/ 141886 h 214022"/>
                <a:gd name="csX187" fmla="*/ 469608 w 637768"/>
                <a:gd name="csY187" fmla="*/ 144274 h 214022"/>
                <a:gd name="csX188" fmla="*/ 469130 w 637768"/>
                <a:gd name="csY188" fmla="*/ 145230 h 214022"/>
                <a:gd name="csX189" fmla="*/ 469608 w 637768"/>
                <a:gd name="csY189" fmla="*/ 146663 h 214022"/>
                <a:gd name="csX190" fmla="*/ 471041 w 637768"/>
                <a:gd name="csY190" fmla="*/ 147618 h 214022"/>
                <a:gd name="csX191" fmla="*/ 471041 w 637768"/>
                <a:gd name="csY191" fmla="*/ 148096 h 214022"/>
                <a:gd name="csX192" fmla="*/ 471519 w 637768"/>
                <a:gd name="csY192" fmla="*/ 150007 h 214022"/>
                <a:gd name="csX193" fmla="*/ 472952 w 637768"/>
                <a:gd name="csY193" fmla="*/ 151918 h 214022"/>
                <a:gd name="csX194" fmla="*/ 474863 w 637768"/>
                <a:gd name="csY194" fmla="*/ 153829 h 214022"/>
                <a:gd name="csX195" fmla="*/ 477729 w 637768"/>
                <a:gd name="csY195" fmla="*/ 156217 h 214022"/>
                <a:gd name="csX196" fmla="*/ 478685 w 637768"/>
                <a:gd name="csY196" fmla="*/ 157651 h 214022"/>
                <a:gd name="csX197" fmla="*/ 479640 w 637768"/>
                <a:gd name="csY197" fmla="*/ 159562 h 214022"/>
                <a:gd name="csX198" fmla="*/ 480118 w 637768"/>
                <a:gd name="csY198" fmla="*/ 160995 h 214022"/>
                <a:gd name="csX199" fmla="*/ 479640 w 637768"/>
                <a:gd name="csY199" fmla="*/ 161950 h 214022"/>
                <a:gd name="csX200" fmla="*/ 479640 w 637768"/>
                <a:gd name="csY200" fmla="*/ 161950 h 214022"/>
                <a:gd name="csX201" fmla="*/ 479640 w 637768"/>
                <a:gd name="csY201" fmla="*/ 161950 h 214022"/>
                <a:gd name="csX202" fmla="*/ 479162 w 637768"/>
                <a:gd name="csY202" fmla="*/ 162428 h 214022"/>
                <a:gd name="csX203" fmla="*/ 478685 w 637768"/>
                <a:gd name="csY203" fmla="*/ 162906 h 214022"/>
                <a:gd name="csX204" fmla="*/ 476774 w 637768"/>
                <a:gd name="csY204" fmla="*/ 162906 h 214022"/>
                <a:gd name="csX205" fmla="*/ 475341 w 637768"/>
                <a:gd name="csY205" fmla="*/ 164339 h 214022"/>
                <a:gd name="csX206" fmla="*/ 473907 w 637768"/>
                <a:gd name="csY206" fmla="*/ 165772 h 214022"/>
                <a:gd name="csX207" fmla="*/ 471996 w 637768"/>
                <a:gd name="csY207" fmla="*/ 167205 h 214022"/>
                <a:gd name="csX208" fmla="*/ 471041 w 637768"/>
                <a:gd name="csY208" fmla="*/ 167683 h 214022"/>
                <a:gd name="csX209" fmla="*/ 470085 w 637768"/>
                <a:gd name="csY209" fmla="*/ 167683 h 214022"/>
                <a:gd name="csX210" fmla="*/ 464830 w 637768"/>
                <a:gd name="csY210" fmla="*/ 170072 h 214022"/>
                <a:gd name="csX211" fmla="*/ 463398 w 637768"/>
                <a:gd name="csY211" fmla="*/ 170549 h 214022"/>
                <a:gd name="csX212" fmla="*/ 462919 w 637768"/>
                <a:gd name="csY212" fmla="*/ 170549 h 214022"/>
                <a:gd name="csX213" fmla="*/ 461487 w 637768"/>
                <a:gd name="csY213" fmla="*/ 171027 h 214022"/>
                <a:gd name="csX214" fmla="*/ 461487 w 637768"/>
                <a:gd name="csY214" fmla="*/ 171027 h 214022"/>
                <a:gd name="csX215" fmla="*/ 459575 w 637768"/>
                <a:gd name="csY215" fmla="*/ 173416 h 214022"/>
                <a:gd name="csX216" fmla="*/ 458142 w 637768"/>
                <a:gd name="csY216" fmla="*/ 174849 h 214022"/>
                <a:gd name="csX217" fmla="*/ 456232 w 637768"/>
                <a:gd name="csY217" fmla="*/ 176760 h 214022"/>
                <a:gd name="csX218" fmla="*/ 455276 w 637768"/>
                <a:gd name="csY218" fmla="*/ 177715 h 214022"/>
                <a:gd name="csX219" fmla="*/ 453843 w 637768"/>
                <a:gd name="csY219" fmla="*/ 180104 h 214022"/>
                <a:gd name="csX220" fmla="*/ 451932 w 637768"/>
                <a:gd name="csY220" fmla="*/ 182493 h 214022"/>
                <a:gd name="csX221" fmla="*/ 450499 w 637768"/>
                <a:gd name="csY221" fmla="*/ 183448 h 214022"/>
                <a:gd name="csX222" fmla="*/ 450021 w 637768"/>
                <a:gd name="csY222" fmla="*/ 184404 h 214022"/>
                <a:gd name="csX223" fmla="*/ 449543 w 637768"/>
                <a:gd name="csY223" fmla="*/ 185359 h 214022"/>
                <a:gd name="csX224" fmla="*/ 447155 w 637768"/>
                <a:gd name="csY224" fmla="*/ 185837 h 214022"/>
                <a:gd name="csX225" fmla="*/ 445244 w 637768"/>
                <a:gd name="csY225" fmla="*/ 186792 h 214022"/>
                <a:gd name="csX226" fmla="*/ 442377 w 637768"/>
                <a:gd name="csY226" fmla="*/ 188225 h 214022"/>
                <a:gd name="csX227" fmla="*/ 438555 w 637768"/>
                <a:gd name="csY227" fmla="*/ 189659 h 214022"/>
                <a:gd name="csX228" fmla="*/ 435211 w 637768"/>
                <a:gd name="csY228" fmla="*/ 190614 h 214022"/>
                <a:gd name="csX229" fmla="*/ 433300 w 637768"/>
                <a:gd name="csY229" fmla="*/ 191570 h 214022"/>
                <a:gd name="csX230" fmla="*/ 430434 w 637768"/>
                <a:gd name="csY230" fmla="*/ 193003 h 214022"/>
                <a:gd name="csX231" fmla="*/ 428045 w 637768"/>
                <a:gd name="csY231" fmla="*/ 193480 h 214022"/>
                <a:gd name="csX232" fmla="*/ 424223 w 637768"/>
                <a:gd name="csY232" fmla="*/ 193480 h 214022"/>
                <a:gd name="csX233" fmla="*/ 418968 w 637768"/>
                <a:gd name="csY233" fmla="*/ 193958 h 214022"/>
                <a:gd name="csX234" fmla="*/ 415146 w 637768"/>
                <a:gd name="csY234" fmla="*/ 193958 h 214022"/>
                <a:gd name="csX235" fmla="*/ 412758 w 637768"/>
                <a:gd name="csY235" fmla="*/ 193958 h 214022"/>
                <a:gd name="csX236" fmla="*/ 408459 w 637768"/>
                <a:gd name="csY236" fmla="*/ 193480 h 214022"/>
                <a:gd name="csX237" fmla="*/ 405114 w 637768"/>
                <a:gd name="csY237" fmla="*/ 193480 h 214022"/>
                <a:gd name="csX238" fmla="*/ 403203 w 637768"/>
                <a:gd name="csY238" fmla="*/ 193958 h 214022"/>
                <a:gd name="csX239" fmla="*/ 397948 w 637768"/>
                <a:gd name="csY239" fmla="*/ 194436 h 214022"/>
                <a:gd name="csX240" fmla="*/ 396515 w 637768"/>
                <a:gd name="csY240" fmla="*/ 194436 h 214022"/>
                <a:gd name="csX241" fmla="*/ 388871 w 637768"/>
                <a:gd name="csY241" fmla="*/ 195391 h 214022"/>
                <a:gd name="csX242" fmla="*/ 387916 w 637768"/>
                <a:gd name="csY242" fmla="*/ 195869 h 214022"/>
                <a:gd name="csX243" fmla="*/ 383616 w 637768"/>
                <a:gd name="csY243" fmla="*/ 196347 h 214022"/>
                <a:gd name="csX244" fmla="*/ 379795 w 637768"/>
                <a:gd name="csY244" fmla="*/ 196824 h 214022"/>
                <a:gd name="csX245" fmla="*/ 377406 w 637768"/>
                <a:gd name="csY245" fmla="*/ 197302 h 214022"/>
                <a:gd name="csX246" fmla="*/ 375973 w 637768"/>
                <a:gd name="csY246" fmla="*/ 197780 h 214022"/>
                <a:gd name="csX247" fmla="*/ 373584 w 637768"/>
                <a:gd name="csY247" fmla="*/ 198735 h 214022"/>
                <a:gd name="csX248" fmla="*/ 372151 w 637768"/>
                <a:gd name="csY248" fmla="*/ 199213 h 214022"/>
                <a:gd name="csX249" fmla="*/ 368329 w 637768"/>
                <a:gd name="csY249" fmla="*/ 200646 h 214022"/>
                <a:gd name="csX250" fmla="*/ 365941 w 637768"/>
                <a:gd name="csY250" fmla="*/ 202080 h 214022"/>
                <a:gd name="csX251" fmla="*/ 359252 w 637768"/>
                <a:gd name="csY251" fmla="*/ 204468 h 214022"/>
                <a:gd name="csX252" fmla="*/ 353520 w 637768"/>
                <a:gd name="csY252" fmla="*/ 207335 h 214022"/>
                <a:gd name="csX253" fmla="*/ 352564 w 637768"/>
                <a:gd name="csY253" fmla="*/ 207812 h 214022"/>
                <a:gd name="csX254" fmla="*/ 348264 w 637768"/>
                <a:gd name="csY254" fmla="*/ 209723 h 214022"/>
                <a:gd name="csX255" fmla="*/ 346354 w 637768"/>
                <a:gd name="csY255" fmla="*/ 210679 h 214022"/>
                <a:gd name="csX256" fmla="*/ 346354 w 637768"/>
                <a:gd name="csY256" fmla="*/ 210679 h 214022"/>
                <a:gd name="csX257" fmla="*/ 345398 w 637768"/>
                <a:gd name="csY257" fmla="*/ 211634 h 214022"/>
                <a:gd name="csX258" fmla="*/ 344443 w 637768"/>
                <a:gd name="csY258" fmla="*/ 212589 h 214022"/>
                <a:gd name="csX259" fmla="*/ 344443 w 637768"/>
                <a:gd name="csY259" fmla="*/ 212589 h 214022"/>
                <a:gd name="csX260" fmla="*/ 343487 w 637768"/>
                <a:gd name="csY260" fmla="*/ 213545 h 214022"/>
                <a:gd name="csX261" fmla="*/ 342054 w 637768"/>
                <a:gd name="csY261" fmla="*/ 214023 h 214022"/>
                <a:gd name="csX262" fmla="*/ 339666 w 637768"/>
                <a:gd name="csY262" fmla="*/ 213067 h 214022"/>
                <a:gd name="csX263" fmla="*/ 337754 w 637768"/>
                <a:gd name="csY263" fmla="*/ 213067 h 214022"/>
                <a:gd name="csX264" fmla="*/ 332500 w 637768"/>
                <a:gd name="csY264" fmla="*/ 212589 h 214022"/>
                <a:gd name="csX265" fmla="*/ 332500 w 637768"/>
                <a:gd name="csY265" fmla="*/ 212589 h 214022"/>
                <a:gd name="csX266" fmla="*/ 332500 w 637768"/>
                <a:gd name="csY266" fmla="*/ 207335 h 214022"/>
                <a:gd name="csX267" fmla="*/ 328678 w 637768"/>
                <a:gd name="csY267" fmla="*/ 208290 h 214022"/>
                <a:gd name="csX268" fmla="*/ 323423 w 637768"/>
                <a:gd name="csY268" fmla="*/ 209246 h 214022"/>
                <a:gd name="csX269" fmla="*/ 322467 w 637768"/>
                <a:gd name="csY269" fmla="*/ 209246 h 214022"/>
                <a:gd name="csX270" fmla="*/ 321512 w 637768"/>
                <a:gd name="csY270" fmla="*/ 209246 h 214022"/>
                <a:gd name="csX271" fmla="*/ 316734 w 637768"/>
                <a:gd name="csY271" fmla="*/ 210201 h 214022"/>
                <a:gd name="csX272" fmla="*/ 311479 w 637768"/>
                <a:gd name="csY272" fmla="*/ 207812 h 214022"/>
                <a:gd name="csX273" fmla="*/ 307657 w 637768"/>
                <a:gd name="csY273" fmla="*/ 205901 h 214022"/>
                <a:gd name="csX274" fmla="*/ 303836 w 637768"/>
                <a:gd name="csY274" fmla="*/ 203990 h 214022"/>
                <a:gd name="csX275" fmla="*/ 298581 w 637768"/>
                <a:gd name="csY275" fmla="*/ 203035 h 214022"/>
                <a:gd name="csX276" fmla="*/ 294281 w 637768"/>
                <a:gd name="csY276" fmla="*/ 202080 h 214022"/>
                <a:gd name="csX277" fmla="*/ 285682 w 637768"/>
                <a:gd name="csY277" fmla="*/ 200169 h 214022"/>
                <a:gd name="csX278" fmla="*/ 282338 w 637768"/>
                <a:gd name="csY278" fmla="*/ 199213 h 214022"/>
                <a:gd name="csX279" fmla="*/ 280427 w 637768"/>
                <a:gd name="csY279" fmla="*/ 197302 h 214022"/>
                <a:gd name="csX280" fmla="*/ 277083 w 637768"/>
                <a:gd name="csY280" fmla="*/ 193003 h 214022"/>
                <a:gd name="csX281" fmla="*/ 276127 w 637768"/>
                <a:gd name="csY281" fmla="*/ 192047 h 214022"/>
                <a:gd name="csX282" fmla="*/ 274216 w 637768"/>
                <a:gd name="csY282" fmla="*/ 191570 h 214022"/>
                <a:gd name="csX283" fmla="*/ 272783 w 637768"/>
                <a:gd name="csY283" fmla="*/ 191092 h 214022"/>
                <a:gd name="csX284" fmla="*/ 268961 w 637768"/>
                <a:gd name="csY284" fmla="*/ 191092 h 214022"/>
                <a:gd name="csX285" fmla="*/ 264662 w 637768"/>
                <a:gd name="csY285" fmla="*/ 190614 h 214022"/>
                <a:gd name="csX286" fmla="*/ 258452 w 637768"/>
                <a:gd name="csY286" fmla="*/ 189659 h 214022"/>
                <a:gd name="csX287" fmla="*/ 253197 w 637768"/>
                <a:gd name="csY287" fmla="*/ 189181 h 214022"/>
                <a:gd name="csX288" fmla="*/ 244597 w 637768"/>
                <a:gd name="csY288" fmla="*/ 187748 h 214022"/>
                <a:gd name="csX289" fmla="*/ 242686 w 637768"/>
                <a:gd name="csY289" fmla="*/ 187748 h 214022"/>
                <a:gd name="csX290" fmla="*/ 238387 w 637768"/>
                <a:gd name="csY290" fmla="*/ 188703 h 214022"/>
                <a:gd name="csX291" fmla="*/ 236954 w 637768"/>
                <a:gd name="csY291" fmla="*/ 189181 h 214022"/>
                <a:gd name="csX292" fmla="*/ 232654 w 637768"/>
                <a:gd name="csY292" fmla="*/ 190614 h 214022"/>
                <a:gd name="csX293" fmla="*/ 222144 w 637768"/>
                <a:gd name="csY293" fmla="*/ 189181 h 214022"/>
                <a:gd name="csX294" fmla="*/ 217845 w 637768"/>
                <a:gd name="csY294" fmla="*/ 188703 h 214022"/>
                <a:gd name="csX295" fmla="*/ 208290 w 637768"/>
                <a:gd name="csY295" fmla="*/ 187748 h 214022"/>
                <a:gd name="csX296" fmla="*/ 197780 w 637768"/>
                <a:gd name="csY296" fmla="*/ 186314 h 214022"/>
                <a:gd name="csX297" fmla="*/ 197780 w 637768"/>
                <a:gd name="csY297" fmla="*/ 186314 h 214022"/>
                <a:gd name="csX298" fmla="*/ 187747 w 637768"/>
                <a:gd name="csY298" fmla="*/ 184881 h 214022"/>
                <a:gd name="csX299" fmla="*/ 180104 w 637768"/>
                <a:gd name="csY299" fmla="*/ 185837 h 214022"/>
                <a:gd name="csX300" fmla="*/ 180104 w 637768"/>
                <a:gd name="csY300" fmla="*/ 185837 h 214022"/>
                <a:gd name="csX301" fmla="*/ 176282 w 637768"/>
                <a:gd name="csY301" fmla="*/ 185837 h 214022"/>
                <a:gd name="csX302" fmla="*/ 171983 w 637768"/>
                <a:gd name="csY302" fmla="*/ 186792 h 214022"/>
                <a:gd name="csX303" fmla="*/ 171504 w 637768"/>
                <a:gd name="csY303" fmla="*/ 186792 h 214022"/>
                <a:gd name="csX304" fmla="*/ 170549 w 637768"/>
                <a:gd name="csY304" fmla="*/ 185837 h 214022"/>
                <a:gd name="csX305" fmla="*/ 170549 w 637768"/>
                <a:gd name="csY305" fmla="*/ 183448 h 214022"/>
                <a:gd name="csX306" fmla="*/ 169594 w 637768"/>
                <a:gd name="csY306" fmla="*/ 181537 h 214022"/>
                <a:gd name="csX307" fmla="*/ 167205 w 637768"/>
                <a:gd name="csY307" fmla="*/ 179148 h 214022"/>
                <a:gd name="csX308" fmla="*/ 167205 w 637768"/>
                <a:gd name="csY308" fmla="*/ 179148 h 214022"/>
                <a:gd name="csX309" fmla="*/ 165294 w 637768"/>
                <a:gd name="csY309" fmla="*/ 177238 h 214022"/>
                <a:gd name="csX310" fmla="*/ 161950 w 637768"/>
                <a:gd name="csY310" fmla="*/ 174371 h 214022"/>
                <a:gd name="csX311" fmla="*/ 160995 w 637768"/>
                <a:gd name="csY311" fmla="*/ 172938 h 214022"/>
                <a:gd name="csX312" fmla="*/ 160517 w 637768"/>
                <a:gd name="csY312" fmla="*/ 170072 h 214022"/>
                <a:gd name="csX313" fmla="*/ 157651 w 637768"/>
                <a:gd name="csY313" fmla="*/ 163383 h 214022"/>
                <a:gd name="csX314" fmla="*/ 155740 w 637768"/>
                <a:gd name="csY314" fmla="*/ 158606 h 214022"/>
                <a:gd name="csX315" fmla="*/ 155262 w 637768"/>
                <a:gd name="csY315" fmla="*/ 157651 h 214022"/>
                <a:gd name="csX316" fmla="*/ 154306 w 637768"/>
                <a:gd name="csY316" fmla="*/ 155740 h 214022"/>
                <a:gd name="csX317" fmla="*/ 153351 w 637768"/>
                <a:gd name="csY317" fmla="*/ 155262 h 214022"/>
                <a:gd name="csX318" fmla="*/ 150962 w 637768"/>
                <a:gd name="csY318" fmla="*/ 154784 h 214022"/>
                <a:gd name="csX319" fmla="*/ 150962 w 637768"/>
                <a:gd name="csY319" fmla="*/ 154784 h 214022"/>
                <a:gd name="csX320" fmla="*/ 150485 w 637768"/>
                <a:gd name="csY320" fmla="*/ 153829 h 214022"/>
                <a:gd name="csX321" fmla="*/ 150485 w 637768"/>
                <a:gd name="csY321" fmla="*/ 151918 h 214022"/>
                <a:gd name="csX322" fmla="*/ 150485 w 637768"/>
                <a:gd name="csY322" fmla="*/ 151918 h 214022"/>
                <a:gd name="csX323" fmla="*/ 150962 w 637768"/>
                <a:gd name="csY323" fmla="*/ 150007 h 214022"/>
                <a:gd name="csX324" fmla="*/ 150962 w 637768"/>
                <a:gd name="csY324" fmla="*/ 148096 h 214022"/>
                <a:gd name="csX325" fmla="*/ 150962 w 637768"/>
                <a:gd name="csY325" fmla="*/ 147618 h 214022"/>
                <a:gd name="csX326" fmla="*/ 145229 w 637768"/>
                <a:gd name="csY326" fmla="*/ 148096 h 214022"/>
                <a:gd name="csX327" fmla="*/ 144752 w 637768"/>
                <a:gd name="csY327" fmla="*/ 148096 h 214022"/>
                <a:gd name="csX328" fmla="*/ 141408 w 637768"/>
                <a:gd name="csY328" fmla="*/ 147141 h 214022"/>
                <a:gd name="csX329" fmla="*/ 138063 w 637768"/>
                <a:gd name="csY329" fmla="*/ 145707 h 214022"/>
                <a:gd name="csX330" fmla="*/ 133764 w 637768"/>
                <a:gd name="csY330" fmla="*/ 142841 h 214022"/>
                <a:gd name="csX331" fmla="*/ 131376 w 637768"/>
                <a:gd name="csY331" fmla="*/ 141408 h 214022"/>
                <a:gd name="csX332" fmla="*/ 128031 w 637768"/>
                <a:gd name="csY332" fmla="*/ 138541 h 214022"/>
                <a:gd name="csX333" fmla="*/ 123254 w 637768"/>
                <a:gd name="csY333" fmla="*/ 137586 h 214022"/>
                <a:gd name="csX334" fmla="*/ 121343 w 637768"/>
                <a:gd name="csY334" fmla="*/ 136153 h 214022"/>
                <a:gd name="csX335" fmla="*/ 119432 w 637768"/>
                <a:gd name="csY335" fmla="*/ 133764 h 214022"/>
                <a:gd name="csX336" fmla="*/ 117044 w 637768"/>
                <a:gd name="csY336" fmla="*/ 131853 h 214022"/>
                <a:gd name="csX337" fmla="*/ 114655 w 637768"/>
                <a:gd name="csY337" fmla="*/ 130898 h 214022"/>
                <a:gd name="csX338" fmla="*/ 109878 w 637768"/>
                <a:gd name="csY338" fmla="*/ 129942 h 214022"/>
                <a:gd name="csX339" fmla="*/ 102712 w 637768"/>
                <a:gd name="csY339" fmla="*/ 128987 h 214022"/>
                <a:gd name="csX340" fmla="*/ 99845 w 637768"/>
                <a:gd name="csY340" fmla="*/ 128509 h 214022"/>
                <a:gd name="csX341" fmla="*/ 96024 w 637768"/>
                <a:gd name="csY341" fmla="*/ 128987 h 214022"/>
                <a:gd name="csX342" fmla="*/ 92679 w 637768"/>
                <a:gd name="csY342" fmla="*/ 128987 h 214022"/>
                <a:gd name="csX343" fmla="*/ 92679 w 637768"/>
                <a:gd name="csY343" fmla="*/ 128987 h 214022"/>
                <a:gd name="csX344" fmla="*/ 87902 w 637768"/>
                <a:gd name="csY344" fmla="*/ 128509 h 214022"/>
                <a:gd name="csX345" fmla="*/ 85035 w 637768"/>
                <a:gd name="csY345" fmla="*/ 127554 h 214022"/>
                <a:gd name="csX346" fmla="*/ 81692 w 637768"/>
                <a:gd name="csY346" fmla="*/ 127554 h 214022"/>
                <a:gd name="csX347" fmla="*/ 79303 w 637768"/>
                <a:gd name="csY347" fmla="*/ 127554 h 214022"/>
                <a:gd name="csX348" fmla="*/ 75959 w 637768"/>
                <a:gd name="csY348" fmla="*/ 127554 h 214022"/>
                <a:gd name="csX349" fmla="*/ 74526 w 637768"/>
                <a:gd name="csY349" fmla="*/ 126598 h 214022"/>
                <a:gd name="csX350" fmla="*/ 74526 w 637768"/>
                <a:gd name="csY350" fmla="*/ 126598 h 214022"/>
                <a:gd name="csX351" fmla="*/ 73570 w 637768"/>
                <a:gd name="csY351" fmla="*/ 126121 h 214022"/>
                <a:gd name="csX352" fmla="*/ 70704 w 637768"/>
                <a:gd name="csY352" fmla="*/ 126121 h 214022"/>
                <a:gd name="csX353" fmla="*/ 68793 w 637768"/>
                <a:gd name="csY353" fmla="*/ 125643 h 214022"/>
                <a:gd name="csX354" fmla="*/ 67360 w 637768"/>
                <a:gd name="csY354" fmla="*/ 124210 h 214022"/>
                <a:gd name="csX355" fmla="*/ 65449 w 637768"/>
                <a:gd name="csY355" fmla="*/ 123732 h 214022"/>
                <a:gd name="csX356" fmla="*/ 63538 w 637768"/>
                <a:gd name="csY356" fmla="*/ 123732 h 214022"/>
                <a:gd name="csX357" fmla="*/ 63060 w 637768"/>
                <a:gd name="csY357" fmla="*/ 124210 h 214022"/>
                <a:gd name="csX358" fmla="*/ 62105 w 637768"/>
                <a:gd name="csY358" fmla="*/ 124210 h 214022"/>
                <a:gd name="csX359" fmla="*/ 62105 w 637768"/>
                <a:gd name="csY359" fmla="*/ 124210 h 214022"/>
                <a:gd name="csX360" fmla="*/ 61627 w 637768"/>
                <a:gd name="csY360" fmla="*/ 122776 h 214022"/>
                <a:gd name="csX361" fmla="*/ 59716 w 637768"/>
                <a:gd name="csY361" fmla="*/ 119910 h 214022"/>
                <a:gd name="csX362" fmla="*/ 59716 w 637768"/>
                <a:gd name="csY362" fmla="*/ 118477 h 214022"/>
                <a:gd name="csX363" fmla="*/ 58283 w 637768"/>
                <a:gd name="csY363" fmla="*/ 117044 h 214022"/>
                <a:gd name="csX364" fmla="*/ 57805 w 637768"/>
                <a:gd name="csY364" fmla="*/ 115610 h 214022"/>
                <a:gd name="csX365" fmla="*/ 58283 w 637768"/>
                <a:gd name="csY365" fmla="*/ 114177 h 214022"/>
                <a:gd name="csX366" fmla="*/ 58760 w 637768"/>
                <a:gd name="csY366" fmla="*/ 110356 h 214022"/>
                <a:gd name="csX367" fmla="*/ 60671 w 637768"/>
                <a:gd name="csY367" fmla="*/ 107489 h 214022"/>
                <a:gd name="csX368" fmla="*/ 61627 w 637768"/>
                <a:gd name="csY368" fmla="*/ 106534 h 214022"/>
                <a:gd name="csX369" fmla="*/ 61627 w 637768"/>
                <a:gd name="csY369" fmla="*/ 106534 h 214022"/>
                <a:gd name="csX370" fmla="*/ 62105 w 637768"/>
                <a:gd name="csY370" fmla="*/ 105578 h 214022"/>
                <a:gd name="csX371" fmla="*/ 64015 w 637768"/>
                <a:gd name="csY371" fmla="*/ 103667 h 214022"/>
                <a:gd name="csX372" fmla="*/ 64493 w 637768"/>
                <a:gd name="csY372" fmla="*/ 102712 h 214022"/>
                <a:gd name="csX373" fmla="*/ 64493 w 637768"/>
                <a:gd name="csY373" fmla="*/ 100801 h 214022"/>
                <a:gd name="csX374" fmla="*/ 63538 w 637768"/>
                <a:gd name="csY374" fmla="*/ 98890 h 214022"/>
                <a:gd name="csX375" fmla="*/ 63060 w 637768"/>
                <a:gd name="csY375" fmla="*/ 96501 h 214022"/>
                <a:gd name="csX376" fmla="*/ 63060 w 637768"/>
                <a:gd name="csY376" fmla="*/ 96024 h 214022"/>
                <a:gd name="csX377" fmla="*/ 63060 w 637768"/>
                <a:gd name="csY377" fmla="*/ 95068 h 214022"/>
                <a:gd name="csX378" fmla="*/ 63060 w 637768"/>
                <a:gd name="csY378" fmla="*/ 95068 h 214022"/>
                <a:gd name="csX379" fmla="*/ 64015 w 637768"/>
                <a:gd name="csY379" fmla="*/ 93157 h 214022"/>
                <a:gd name="csX380" fmla="*/ 65449 w 637768"/>
                <a:gd name="csY380" fmla="*/ 89335 h 214022"/>
                <a:gd name="csX381" fmla="*/ 64971 w 637768"/>
                <a:gd name="csY381" fmla="*/ 88380 h 214022"/>
                <a:gd name="csX382" fmla="*/ 64493 w 637768"/>
                <a:gd name="csY382" fmla="*/ 87902 h 214022"/>
                <a:gd name="csX383" fmla="*/ 64493 w 637768"/>
                <a:gd name="csY383" fmla="*/ 85991 h 214022"/>
                <a:gd name="csX384" fmla="*/ 64493 w 637768"/>
                <a:gd name="csY384" fmla="*/ 83603 h 214022"/>
                <a:gd name="csX385" fmla="*/ 63060 w 637768"/>
                <a:gd name="csY385" fmla="*/ 80259 h 214022"/>
                <a:gd name="csX386" fmla="*/ 62105 w 637768"/>
                <a:gd name="csY386" fmla="*/ 78348 h 214022"/>
                <a:gd name="csX387" fmla="*/ 60671 w 637768"/>
                <a:gd name="csY387" fmla="*/ 77392 h 214022"/>
                <a:gd name="csX388" fmla="*/ 60671 w 637768"/>
                <a:gd name="csY388" fmla="*/ 77392 h 214022"/>
                <a:gd name="csX389" fmla="*/ 58760 w 637768"/>
                <a:gd name="csY389" fmla="*/ 76914 h 214022"/>
                <a:gd name="csX390" fmla="*/ 57328 w 637768"/>
                <a:gd name="csY390" fmla="*/ 74526 h 214022"/>
                <a:gd name="csX391" fmla="*/ 55894 w 637768"/>
                <a:gd name="csY391" fmla="*/ 71182 h 214022"/>
                <a:gd name="csX392" fmla="*/ 54461 w 637768"/>
                <a:gd name="csY392" fmla="*/ 69271 h 214022"/>
                <a:gd name="csX393" fmla="*/ 54461 w 637768"/>
                <a:gd name="csY393" fmla="*/ 68315 h 214022"/>
                <a:gd name="csX394" fmla="*/ 53983 w 637768"/>
                <a:gd name="csY394" fmla="*/ 65927 h 214022"/>
                <a:gd name="csX395" fmla="*/ 53028 w 637768"/>
                <a:gd name="csY395" fmla="*/ 63538 h 214022"/>
                <a:gd name="csX396" fmla="*/ 52550 w 637768"/>
                <a:gd name="csY396" fmla="*/ 62105 h 214022"/>
                <a:gd name="csX397" fmla="*/ 52550 w 637768"/>
                <a:gd name="csY397" fmla="*/ 62105 h 214022"/>
                <a:gd name="csX398" fmla="*/ 51594 w 637768"/>
                <a:gd name="csY398" fmla="*/ 61149 h 214022"/>
                <a:gd name="csX399" fmla="*/ 51117 w 637768"/>
                <a:gd name="csY399" fmla="*/ 59716 h 214022"/>
                <a:gd name="csX400" fmla="*/ 51117 w 637768"/>
                <a:gd name="csY400" fmla="*/ 58761 h 214022"/>
                <a:gd name="csX401" fmla="*/ 48728 w 637768"/>
                <a:gd name="csY401" fmla="*/ 58283 h 214022"/>
                <a:gd name="csX402" fmla="*/ 46817 w 637768"/>
                <a:gd name="csY402" fmla="*/ 57328 h 214022"/>
                <a:gd name="csX403" fmla="*/ 46817 w 637768"/>
                <a:gd name="csY403" fmla="*/ 57328 h 214022"/>
                <a:gd name="csX404" fmla="*/ 45862 w 637768"/>
                <a:gd name="csY404" fmla="*/ 55417 h 214022"/>
                <a:gd name="csX405" fmla="*/ 45862 w 637768"/>
                <a:gd name="csY405" fmla="*/ 54461 h 214022"/>
                <a:gd name="csX406" fmla="*/ 45384 w 637768"/>
                <a:gd name="csY406" fmla="*/ 53506 h 214022"/>
                <a:gd name="csX407" fmla="*/ 43951 w 637768"/>
                <a:gd name="csY407" fmla="*/ 53506 h 214022"/>
                <a:gd name="csX408" fmla="*/ 42996 w 637768"/>
                <a:gd name="csY408" fmla="*/ 54461 h 214022"/>
                <a:gd name="csX409" fmla="*/ 41562 w 637768"/>
                <a:gd name="csY409" fmla="*/ 54939 h 214022"/>
                <a:gd name="csX410" fmla="*/ 40129 w 637768"/>
                <a:gd name="csY410" fmla="*/ 54939 h 214022"/>
                <a:gd name="csX411" fmla="*/ 39174 w 637768"/>
                <a:gd name="csY411" fmla="*/ 54461 h 214022"/>
                <a:gd name="csX412" fmla="*/ 38696 w 637768"/>
                <a:gd name="csY412" fmla="*/ 53506 h 214022"/>
                <a:gd name="csX413" fmla="*/ 37740 w 637768"/>
                <a:gd name="csY413" fmla="*/ 52550 h 214022"/>
                <a:gd name="csX414" fmla="*/ 36307 w 637768"/>
                <a:gd name="csY414" fmla="*/ 50162 h 214022"/>
                <a:gd name="csX415" fmla="*/ 34396 w 637768"/>
                <a:gd name="csY415" fmla="*/ 49684 h 214022"/>
                <a:gd name="csX416" fmla="*/ 31530 w 637768"/>
                <a:gd name="csY416" fmla="*/ 49684 h 214022"/>
                <a:gd name="csX417" fmla="*/ 28664 w 637768"/>
                <a:gd name="csY417" fmla="*/ 50639 h 214022"/>
                <a:gd name="csX418" fmla="*/ 27230 w 637768"/>
                <a:gd name="csY418" fmla="*/ 50639 h 214022"/>
                <a:gd name="csX419" fmla="*/ 25797 w 637768"/>
                <a:gd name="csY419" fmla="*/ 50162 h 214022"/>
                <a:gd name="csX420" fmla="*/ 24364 w 637768"/>
                <a:gd name="csY420" fmla="*/ 48728 h 214022"/>
                <a:gd name="csX421" fmla="*/ 23408 w 637768"/>
                <a:gd name="csY421" fmla="*/ 47773 h 214022"/>
                <a:gd name="csX422" fmla="*/ 21498 w 637768"/>
                <a:gd name="csY422" fmla="*/ 47295 h 214022"/>
                <a:gd name="csX423" fmla="*/ 18631 w 637768"/>
                <a:gd name="csY423" fmla="*/ 45384 h 214022"/>
                <a:gd name="csX424" fmla="*/ 16721 w 637768"/>
                <a:gd name="csY424" fmla="*/ 44429 h 214022"/>
                <a:gd name="csX425" fmla="*/ 16242 w 637768"/>
                <a:gd name="csY425" fmla="*/ 41562 h 214022"/>
                <a:gd name="csX426" fmla="*/ 15287 w 637768"/>
                <a:gd name="csY426" fmla="*/ 39651 h 214022"/>
                <a:gd name="csX427" fmla="*/ 13376 w 637768"/>
                <a:gd name="csY427" fmla="*/ 39174 h 214022"/>
                <a:gd name="csX428" fmla="*/ 11465 w 637768"/>
                <a:gd name="csY428" fmla="*/ 37263 h 214022"/>
                <a:gd name="csX429" fmla="*/ 8121 w 637768"/>
                <a:gd name="csY429" fmla="*/ 36307 h 214022"/>
                <a:gd name="csX430" fmla="*/ 6210 w 637768"/>
                <a:gd name="csY430" fmla="*/ 35352 h 214022"/>
                <a:gd name="csX431" fmla="*/ 4777 w 637768"/>
                <a:gd name="csY431" fmla="*/ 35352 h 214022"/>
                <a:gd name="csX432" fmla="*/ 4777 w 637768"/>
                <a:gd name="csY432" fmla="*/ 35352 h 214022"/>
                <a:gd name="csX433" fmla="*/ 4299 w 637768"/>
                <a:gd name="csY433" fmla="*/ 34396 h 214022"/>
                <a:gd name="csX434" fmla="*/ 4777 w 637768"/>
                <a:gd name="csY434" fmla="*/ 33919 h 214022"/>
                <a:gd name="csX435" fmla="*/ 5255 w 637768"/>
                <a:gd name="csY435" fmla="*/ 32963 h 214022"/>
                <a:gd name="csX436" fmla="*/ 6210 w 637768"/>
                <a:gd name="csY436" fmla="*/ 32008 h 214022"/>
                <a:gd name="csX437" fmla="*/ 6210 w 637768"/>
                <a:gd name="csY437" fmla="*/ 31052 h 214022"/>
                <a:gd name="csX438" fmla="*/ 5733 w 637768"/>
                <a:gd name="csY438" fmla="*/ 30097 h 214022"/>
                <a:gd name="csX439" fmla="*/ 3821 w 637768"/>
                <a:gd name="csY439" fmla="*/ 29142 h 214022"/>
                <a:gd name="csX440" fmla="*/ 1910 w 637768"/>
                <a:gd name="csY440" fmla="*/ 28664 h 214022"/>
                <a:gd name="csX441" fmla="*/ 1433 w 637768"/>
                <a:gd name="csY441" fmla="*/ 27230 h 214022"/>
                <a:gd name="csX442" fmla="*/ 0 w 637768"/>
                <a:gd name="csY442" fmla="*/ 26275 h 214022"/>
                <a:gd name="csX443" fmla="*/ 478 w 637768"/>
                <a:gd name="csY443" fmla="*/ 25320 h 214022"/>
                <a:gd name="csX444" fmla="*/ 1433 w 637768"/>
                <a:gd name="csY444" fmla="*/ 24364 h 214022"/>
                <a:gd name="csX445" fmla="*/ 2389 w 637768"/>
                <a:gd name="csY445" fmla="*/ 23886 h 214022"/>
                <a:gd name="csX446" fmla="*/ 2389 w 637768"/>
                <a:gd name="csY446" fmla="*/ 22931 h 214022"/>
                <a:gd name="csX447" fmla="*/ 1910 w 637768"/>
                <a:gd name="csY447" fmla="*/ 21976 h 214022"/>
                <a:gd name="csX448" fmla="*/ 1433 w 637768"/>
                <a:gd name="csY448" fmla="*/ 20542 h 214022"/>
                <a:gd name="csX449" fmla="*/ 1433 w 637768"/>
                <a:gd name="csY449" fmla="*/ 19587 h 214022"/>
                <a:gd name="csX450" fmla="*/ 1433 w 637768"/>
                <a:gd name="csY450" fmla="*/ 18631 h 214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</a:cxnLst>
              <a:rect l="l" t="t" r="r" b="b"/>
              <a:pathLst>
                <a:path w="637768" h="214022">
                  <a:moveTo>
                    <a:pt x="573753" y="0"/>
                  </a:moveTo>
                  <a:lnTo>
                    <a:pt x="572320" y="3822"/>
                  </a:lnTo>
                  <a:lnTo>
                    <a:pt x="568498" y="11465"/>
                  </a:lnTo>
                  <a:lnTo>
                    <a:pt x="565154" y="18154"/>
                  </a:lnTo>
                  <a:lnTo>
                    <a:pt x="563721" y="21976"/>
                  </a:lnTo>
                  <a:lnTo>
                    <a:pt x="562287" y="24364"/>
                  </a:lnTo>
                  <a:lnTo>
                    <a:pt x="560854" y="27230"/>
                  </a:lnTo>
                  <a:lnTo>
                    <a:pt x="560854" y="28664"/>
                  </a:lnTo>
                  <a:lnTo>
                    <a:pt x="559421" y="31530"/>
                  </a:lnTo>
                  <a:lnTo>
                    <a:pt x="556555" y="34396"/>
                  </a:lnTo>
                  <a:lnTo>
                    <a:pt x="556077" y="37741"/>
                  </a:lnTo>
                  <a:lnTo>
                    <a:pt x="556555" y="40607"/>
                  </a:lnTo>
                  <a:lnTo>
                    <a:pt x="556077" y="43473"/>
                  </a:lnTo>
                  <a:lnTo>
                    <a:pt x="553210" y="45384"/>
                  </a:lnTo>
                  <a:lnTo>
                    <a:pt x="553210" y="45384"/>
                  </a:lnTo>
                  <a:lnTo>
                    <a:pt x="550822" y="46817"/>
                  </a:lnTo>
                  <a:lnTo>
                    <a:pt x="550822" y="47295"/>
                  </a:lnTo>
                  <a:lnTo>
                    <a:pt x="551778" y="51595"/>
                  </a:lnTo>
                  <a:lnTo>
                    <a:pt x="552733" y="53506"/>
                  </a:lnTo>
                  <a:lnTo>
                    <a:pt x="554644" y="55417"/>
                  </a:lnTo>
                  <a:lnTo>
                    <a:pt x="556555" y="57328"/>
                  </a:lnTo>
                  <a:lnTo>
                    <a:pt x="557510" y="58283"/>
                  </a:lnTo>
                  <a:lnTo>
                    <a:pt x="558465" y="58761"/>
                  </a:lnTo>
                  <a:lnTo>
                    <a:pt x="560376" y="57805"/>
                  </a:lnTo>
                  <a:lnTo>
                    <a:pt x="560376" y="57805"/>
                  </a:lnTo>
                  <a:lnTo>
                    <a:pt x="561810" y="55894"/>
                  </a:lnTo>
                  <a:lnTo>
                    <a:pt x="565154" y="53983"/>
                  </a:lnTo>
                  <a:lnTo>
                    <a:pt x="566587" y="53983"/>
                  </a:lnTo>
                  <a:lnTo>
                    <a:pt x="568020" y="54461"/>
                  </a:lnTo>
                  <a:lnTo>
                    <a:pt x="570409" y="54461"/>
                  </a:lnTo>
                  <a:lnTo>
                    <a:pt x="573275" y="53983"/>
                  </a:lnTo>
                  <a:lnTo>
                    <a:pt x="575664" y="53983"/>
                  </a:lnTo>
                  <a:lnTo>
                    <a:pt x="578053" y="54461"/>
                  </a:lnTo>
                  <a:lnTo>
                    <a:pt x="579008" y="54461"/>
                  </a:lnTo>
                  <a:lnTo>
                    <a:pt x="581397" y="55417"/>
                  </a:lnTo>
                  <a:lnTo>
                    <a:pt x="584263" y="57328"/>
                  </a:lnTo>
                  <a:lnTo>
                    <a:pt x="585696" y="59238"/>
                  </a:lnTo>
                  <a:lnTo>
                    <a:pt x="587129" y="59716"/>
                  </a:lnTo>
                  <a:lnTo>
                    <a:pt x="587607" y="59238"/>
                  </a:lnTo>
                  <a:lnTo>
                    <a:pt x="589040" y="57328"/>
                  </a:lnTo>
                  <a:lnTo>
                    <a:pt x="591429" y="55417"/>
                  </a:lnTo>
                  <a:lnTo>
                    <a:pt x="591429" y="55417"/>
                  </a:lnTo>
                  <a:lnTo>
                    <a:pt x="593817" y="52550"/>
                  </a:lnTo>
                  <a:lnTo>
                    <a:pt x="595251" y="50639"/>
                  </a:lnTo>
                  <a:lnTo>
                    <a:pt x="596684" y="50162"/>
                  </a:lnTo>
                  <a:lnTo>
                    <a:pt x="596684" y="50162"/>
                  </a:lnTo>
                  <a:lnTo>
                    <a:pt x="599550" y="50162"/>
                  </a:lnTo>
                  <a:lnTo>
                    <a:pt x="600983" y="49684"/>
                  </a:lnTo>
                  <a:lnTo>
                    <a:pt x="602894" y="49684"/>
                  </a:lnTo>
                  <a:lnTo>
                    <a:pt x="604328" y="50162"/>
                  </a:lnTo>
                  <a:lnTo>
                    <a:pt x="604805" y="50162"/>
                  </a:lnTo>
                  <a:lnTo>
                    <a:pt x="605283" y="50162"/>
                  </a:lnTo>
                  <a:lnTo>
                    <a:pt x="610060" y="50639"/>
                  </a:lnTo>
                  <a:lnTo>
                    <a:pt x="611494" y="51595"/>
                  </a:lnTo>
                  <a:lnTo>
                    <a:pt x="613882" y="54939"/>
                  </a:lnTo>
                  <a:lnTo>
                    <a:pt x="615315" y="56850"/>
                  </a:lnTo>
                  <a:lnTo>
                    <a:pt x="617704" y="57805"/>
                  </a:lnTo>
                  <a:lnTo>
                    <a:pt x="619137" y="58283"/>
                  </a:lnTo>
                  <a:lnTo>
                    <a:pt x="620092" y="58761"/>
                  </a:lnTo>
                  <a:lnTo>
                    <a:pt x="621526" y="59716"/>
                  </a:lnTo>
                  <a:lnTo>
                    <a:pt x="622004" y="60672"/>
                  </a:lnTo>
                  <a:lnTo>
                    <a:pt x="622481" y="62105"/>
                  </a:lnTo>
                  <a:lnTo>
                    <a:pt x="622959" y="63060"/>
                  </a:lnTo>
                  <a:lnTo>
                    <a:pt x="622959" y="63060"/>
                  </a:lnTo>
                  <a:lnTo>
                    <a:pt x="623915" y="63538"/>
                  </a:lnTo>
                  <a:lnTo>
                    <a:pt x="624392" y="64016"/>
                  </a:lnTo>
                  <a:lnTo>
                    <a:pt x="624870" y="64016"/>
                  </a:lnTo>
                  <a:lnTo>
                    <a:pt x="625826" y="64493"/>
                  </a:lnTo>
                  <a:lnTo>
                    <a:pt x="625826" y="65449"/>
                  </a:lnTo>
                  <a:lnTo>
                    <a:pt x="626303" y="65927"/>
                  </a:lnTo>
                  <a:lnTo>
                    <a:pt x="626303" y="65927"/>
                  </a:lnTo>
                  <a:lnTo>
                    <a:pt x="627258" y="66882"/>
                  </a:lnTo>
                  <a:lnTo>
                    <a:pt x="630125" y="70226"/>
                  </a:lnTo>
                  <a:lnTo>
                    <a:pt x="630125" y="70226"/>
                  </a:lnTo>
                  <a:lnTo>
                    <a:pt x="631558" y="71182"/>
                  </a:lnTo>
                  <a:lnTo>
                    <a:pt x="633947" y="73093"/>
                  </a:lnTo>
                  <a:lnTo>
                    <a:pt x="634902" y="74526"/>
                  </a:lnTo>
                  <a:lnTo>
                    <a:pt x="634902" y="76437"/>
                  </a:lnTo>
                  <a:lnTo>
                    <a:pt x="635380" y="77870"/>
                  </a:lnTo>
                  <a:lnTo>
                    <a:pt x="636813" y="79781"/>
                  </a:lnTo>
                  <a:lnTo>
                    <a:pt x="637769" y="80736"/>
                  </a:lnTo>
                  <a:lnTo>
                    <a:pt x="637291" y="82647"/>
                  </a:lnTo>
                  <a:lnTo>
                    <a:pt x="637291" y="82647"/>
                  </a:lnTo>
                  <a:lnTo>
                    <a:pt x="637769" y="84080"/>
                  </a:lnTo>
                  <a:lnTo>
                    <a:pt x="636813" y="85514"/>
                  </a:lnTo>
                  <a:lnTo>
                    <a:pt x="636813" y="85991"/>
                  </a:lnTo>
                  <a:lnTo>
                    <a:pt x="634902" y="86947"/>
                  </a:lnTo>
                  <a:lnTo>
                    <a:pt x="633947" y="87425"/>
                  </a:lnTo>
                  <a:lnTo>
                    <a:pt x="632036" y="87425"/>
                  </a:lnTo>
                  <a:lnTo>
                    <a:pt x="629169" y="86947"/>
                  </a:lnTo>
                  <a:lnTo>
                    <a:pt x="626303" y="87425"/>
                  </a:lnTo>
                  <a:lnTo>
                    <a:pt x="622959" y="86469"/>
                  </a:lnTo>
                  <a:lnTo>
                    <a:pt x="620570" y="85036"/>
                  </a:lnTo>
                  <a:lnTo>
                    <a:pt x="619137" y="84080"/>
                  </a:lnTo>
                  <a:lnTo>
                    <a:pt x="616749" y="83603"/>
                  </a:lnTo>
                  <a:lnTo>
                    <a:pt x="615793" y="83603"/>
                  </a:lnTo>
                  <a:lnTo>
                    <a:pt x="614360" y="85036"/>
                  </a:lnTo>
                  <a:lnTo>
                    <a:pt x="612927" y="85036"/>
                  </a:lnTo>
                  <a:lnTo>
                    <a:pt x="611494" y="85036"/>
                  </a:lnTo>
                  <a:lnTo>
                    <a:pt x="608149" y="85036"/>
                  </a:lnTo>
                  <a:lnTo>
                    <a:pt x="606238" y="84558"/>
                  </a:lnTo>
                  <a:lnTo>
                    <a:pt x="602894" y="85514"/>
                  </a:lnTo>
                  <a:lnTo>
                    <a:pt x="601461" y="85991"/>
                  </a:lnTo>
                  <a:lnTo>
                    <a:pt x="598117" y="86947"/>
                  </a:lnTo>
                  <a:lnTo>
                    <a:pt x="598117" y="86947"/>
                  </a:lnTo>
                  <a:lnTo>
                    <a:pt x="596206" y="89335"/>
                  </a:lnTo>
                  <a:lnTo>
                    <a:pt x="596206" y="89335"/>
                  </a:lnTo>
                  <a:lnTo>
                    <a:pt x="594773" y="89813"/>
                  </a:lnTo>
                  <a:lnTo>
                    <a:pt x="593340" y="89813"/>
                  </a:lnTo>
                  <a:lnTo>
                    <a:pt x="592385" y="88858"/>
                  </a:lnTo>
                  <a:lnTo>
                    <a:pt x="590951" y="87902"/>
                  </a:lnTo>
                  <a:lnTo>
                    <a:pt x="589040" y="87902"/>
                  </a:lnTo>
                  <a:lnTo>
                    <a:pt x="588085" y="88380"/>
                  </a:lnTo>
                  <a:lnTo>
                    <a:pt x="588085" y="88380"/>
                  </a:lnTo>
                  <a:lnTo>
                    <a:pt x="588085" y="89335"/>
                  </a:lnTo>
                  <a:lnTo>
                    <a:pt x="588085" y="89335"/>
                  </a:lnTo>
                  <a:lnTo>
                    <a:pt x="587129" y="92202"/>
                  </a:lnTo>
                  <a:lnTo>
                    <a:pt x="587129" y="93157"/>
                  </a:lnTo>
                  <a:lnTo>
                    <a:pt x="586651" y="94113"/>
                  </a:lnTo>
                  <a:lnTo>
                    <a:pt x="585696" y="94113"/>
                  </a:lnTo>
                  <a:lnTo>
                    <a:pt x="583308" y="94113"/>
                  </a:lnTo>
                  <a:lnTo>
                    <a:pt x="579963" y="94113"/>
                  </a:lnTo>
                  <a:lnTo>
                    <a:pt x="577574" y="93157"/>
                  </a:lnTo>
                  <a:lnTo>
                    <a:pt x="576142" y="93635"/>
                  </a:lnTo>
                  <a:lnTo>
                    <a:pt x="575186" y="94113"/>
                  </a:lnTo>
                  <a:lnTo>
                    <a:pt x="574231" y="95068"/>
                  </a:lnTo>
                  <a:lnTo>
                    <a:pt x="572797" y="95068"/>
                  </a:lnTo>
                  <a:lnTo>
                    <a:pt x="572797" y="95068"/>
                  </a:lnTo>
                  <a:lnTo>
                    <a:pt x="571364" y="96024"/>
                  </a:lnTo>
                  <a:lnTo>
                    <a:pt x="570409" y="97934"/>
                  </a:lnTo>
                  <a:lnTo>
                    <a:pt x="569453" y="99368"/>
                  </a:lnTo>
                  <a:lnTo>
                    <a:pt x="567542" y="100801"/>
                  </a:lnTo>
                  <a:lnTo>
                    <a:pt x="565631" y="104623"/>
                  </a:lnTo>
                  <a:lnTo>
                    <a:pt x="564676" y="106534"/>
                  </a:lnTo>
                  <a:lnTo>
                    <a:pt x="565154" y="107489"/>
                  </a:lnTo>
                  <a:lnTo>
                    <a:pt x="565154" y="108922"/>
                  </a:lnTo>
                  <a:lnTo>
                    <a:pt x="564198" y="110356"/>
                  </a:lnTo>
                  <a:lnTo>
                    <a:pt x="563721" y="110833"/>
                  </a:lnTo>
                  <a:lnTo>
                    <a:pt x="562765" y="111789"/>
                  </a:lnTo>
                  <a:lnTo>
                    <a:pt x="561332" y="111789"/>
                  </a:lnTo>
                  <a:lnTo>
                    <a:pt x="558943" y="113222"/>
                  </a:lnTo>
                  <a:lnTo>
                    <a:pt x="556077" y="115610"/>
                  </a:lnTo>
                  <a:lnTo>
                    <a:pt x="554166" y="117521"/>
                  </a:lnTo>
                  <a:lnTo>
                    <a:pt x="551299" y="117999"/>
                  </a:lnTo>
                  <a:lnTo>
                    <a:pt x="549389" y="118477"/>
                  </a:lnTo>
                  <a:lnTo>
                    <a:pt x="545089" y="118955"/>
                  </a:lnTo>
                  <a:lnTo>
                    <a:pt x="543656" y="119432"/>
                  </a:lnTo>
                  <a:lnTo>
                    <a:pt x="538878" y="119432"/>
                  </a:lnTo>
                  <a:lnTo>
                    <a:pt x="535535" y="118477"/>
                  </a:lnTo>
                  <a:lnTo>
                    <a:pt x="533624" y="118477"/>
                  </a:lnTo>
                  <a:lnTo>
                    <a:pt x="531713" y="119432"/>
                  </a:lnTo>
                  <a:lnTo>
                    <a:pt x="530757" y="119910"/>
                  </a:lnTo>
                  <a:lnTo>
                    <a:pt x="530757" y="121343"/>
                  </a:lnTo>
                  <a:lnTo>
                    <a:pt x="530280" y="122299"/>
                  </a:lnTo>
                  <a:lnTo>
                    <a:pt x="528846" y="124210"/>
                  </a:lnTo>
                  <a:lnTo>
                    <a:pt x="526458" y="126598"/>
                  </a:lnTo>
                  <a:lnTo>
                    <a:pt x="524069" y="128032"/>
                  </a:lnTo>
                  <a:lnTo>
                    <a:pt x="522158" y="129942"/>
                  </a:lnTo>
                  <a:lnTo>
                    <a:pt x="522158" y="129942"/>
                  </a:lnTo>
                  <a:lnTo>
                    <a:pt x="521680" y="130420"/>
                  </a:lnTo>
                  <a:lnTo>
                    <a:pt x="521203" y="130898"/>
                  </a:lnTo>
                  <a:lnTo>
                    <a:pt x="519292" y="131375"/>
                  </a:lnTo>
                  <a:lnTo>
                    <a:pt x="518336" y="131853"/>
                  </a:lnTo>
                  <a:lnTo>
                    <a:pt x="515948" y="133764"/>
                  </a:lnTo>
                  <a:lnTo>
                    <a:pt x="514037" y="135198"/>
                  </a:lnTo>
                  <a:lnTo>
                    <a:pt x="512603" y="135675"/>
                  </a:lnTo>
                  <a:lnTo>
                    <a:pt x="511171" y="135198"/>
                  </a:lnTo>
                  <a:lnTo>
                    <a:pt x="509737" y="135198"/>
                  </a:lnTo>
                  <a:lnTo>
                    <a:pt x="506871" y="134720"/>
                  </a:lnTo>
                  <a:lnTo>
                    <a:pt x="504960" y="134720"/>
                  </a:lnTo>
                  <a:lnTo>
                    <a:pt x="501616" y="134242"/>
                  </a:lnTo>
                  <a:lnTo>
                    <a:pt x="494928" y="132331"/>
                  </a:lnTo>
                  <a:lnTo>
                    <a:pt x="493017" y="131375"/>
                  </a:lnTo>
                  <a:lnTo>
                    <a:pt x="491106" y="128987"/>
                  </a:lnTo>
                  <a:lnTo>
                    <a:pt x="489194" y="128032"/>
                  </a:lnTo>
                  <a:lnTo>
                    <a:pt x="489194" y="128032"/>
                  </a:lnTo>
                  <a:lnTo>
                    <a:pt x="486806" y="127554"/>
                  </a:lnTo>
                  <a:lnTo>
                    <a:pt x="483462" y="127554"/>
                  </a:lnTo>
                  <a:lnTo>
                    <a:pt x="481551" y="127076"/>
                  </a:lnTo>
                  <a:lnTo>
                    <a:pt x="479162" y="127554"/>
                  </a:lnTo>
                  <a:lnTo>
                    <a:pt x="476296" y="129942"/>
                  </a:lnTo>
                  <a:lnTo>
                    <a:pt x="476296" y="129942"/>
                  </a:lnTo>
                  <a:lnTo>
                    <a:pt x="474863" y="131853"/>
                  </a:lnTo>
                  <a:lnTo>
                    <a:pt x="473430" y="133764"/>
                  </a:lnTo>
                  <a:lnTo>
                    <a:pt x="471996" y="137586"/>
                  </a:lnTo>
                  <a:lnTo>
                    <a:pt x="471519" y="140452"/>
                  </a:lnTo>
                  <a:lnTo>
                    <a:pt x="471041" y="141886"/>
                  </a:lnTo>
                  <a:lnTo>
                    <a:pt x="469608" y="144274"/>
                  </a:lnTo>
                  <a:lnTo>
                    <a:pt x="469130" y="145230"/>
                  </a:lnTo>
                  <a:lnTo>
                    <a:pt x="469608" y="146663"/>
                  </a:lnTo>
                  <a:lnTo>
                    <a:pt x="471041" y="147618"/>
                  </a:lnTo>
                  <a:lnTo>
                    <a:pt x="471041" y="148096"/>
                  </a:lnTo>
                  <a:lnTo>
                    <a:pt x="471519" y="150007"/>
                  </a:lnTo>
                  <a:lnTo>
                    <a:pt x="472952" y="151918"/>
                  </a:lnTo>
                  <a:lnTo>
                    <a:pt x="474863" y="153829"/>
                  </a:lnTo>
                  <a:lnTo>
                    <a:pt x="477729" y="156217"/>
                  </a:lnTo>
                  <a:lnTo>
                    <a:pt x="478685" y="157651"/>
                  </a:lnTo>
                  <a:lnTo>
                    <a:pt x="479640" y="159562"/>
                  </a:lnTo>
                  <a:lnTo>
                    <a:pt x="480118" y="160995"/>
                  </a:lnTo>
                  <a:lnTo>
                    <a:pt x="479640" y="161950"/>
                  </a:lnTo>
                  <a:lnTo>
                    <a:pt x="479640" y="161950"/>
                  </a:lnTo>
                  <a:lnTo>
                    <a:pt x="479640" y="161950"/>
                  </a:lnTo>
                  <a:lnTo>
                    <a:pt x="479162" y="162428"/>
                  </a:lnTo>
                  <a:lnTo>
                    <a:pt x="478685" y="162906"/>
                  </a:lnTo>
                  <a:lnTo>
                    <a:pt x="476774" y="162906"/>
                  </a:lnTo>
                  <a:lnTo>
                    <a:pt x="475341" y="164339"/>
                  </a:lnTo>
                  <a:lnTo>
                    <a:pt x="473907" y="165772"/>
                  </a:lnTo>
                  <a:lnTo>
                    <a:pt x="471996" y="167205"/>
                  </a:lnTo>
                  <a:lnTo>
                    <a:pt x="471041" y="167683"/>
                  </a:lnTo>
                  <a:lnTo>
                    <a:pt x="470085" y="167683"/>
                  </a:lnTo>
                  <a:lnTo>
                    <a:pt x="464830" y="170072"/>
                  </a:lnTo>
                  <a:lnTo>
                    <a:pt x="463398" y="170549"/>
                  </a:lnTo>
                  <a:lnTo>
                    <a:pt x="462919" y="170549"/>
                  </a:lnTo>
                  <a:lnTo>
                    <a:pt x="461487" y="171027"/>
                  </a:lnTo>
                  <a:lnTo>
                    <a:pt x="461487" y="171027"/>
                  </a:lnTo>
                  <a:lnTo>
                    <a:pt x="459575" y="173416"/>
                  </a:lnTo>
                  <a:lnTo>
                    <a:pt x="458142" y="174849"/>
                  </a:lnTo>
                  <a:lnTo>
                    <a:pt x="456232" y="176760"/>
                  </a:lnTo>
                  <a:lnTo>
                    <a:pt x="455276" y="177715"/>
                  </a:lnTo>
                  <a:lnTo>
                    <a:pt x="453843" y="180104"/>
                  </a:lnTo>
                  <a:lnTo>
                    <a:pt x="451932" y="182493"/>
                  </a:lnTo>
                  <a:lnTo>
                    <a:pt x="450499" y="183448"/>
                  </a:lnTo>
                  <a:lnTo>
                    <a:pt x="450021" y="184404"/>
                  </a:lnTo>
                  <a:lnTo>
                    <a:pt x="449543" y="185359"/>
                  </a:lnTo>
                  <a:lnTo>
                    <a:pt x="447155" y="185837"/>
                  </a:lnTo>
                  <a:lnTo>
                    <a:pt x="445244" y="186792"/>
                  </a:lnTo>
                  <a:lnTo>
                    <a:pt x="442377" y="188225"/>
                  </a:lnTo>
                  <a:lnTo>
                    <a:pt x="438555" y="189659"/>
                  </a:lnTo>
                  <a:lnTo>
                    <a:pt x="435211" y="190614"/>
                  </a:lnTo>
                  <a:lnTo>
                    <a:pt x="433300" y="191570"/>
                  </a:lnTo>
                  <a:lnTo>
                    <a:pt x="430434" y="193003"/>
                  </a:lnTo>
                  <a:lnTo>
                    <a:pt x="428045" y="193480"/>
                  </a:lnTo>
                  <a:lnTo>
                    <a:pt x="424223" y="193480"/>
                  </a:lnTo>
                  <a:lnTo>
                    <a:pt x="418968" y="193958"/>
                  </a:lnTo>
                  <a:lnTo>
                    <a:pt x="415146" y="193958"/>
                  </a:lnTo>
                  <a:lnTo>
                    <a:pt x="412758" y="193958"/>
                  </a:lnTo>
                  <a:lnTo>
                    <a:pt x="408459" y="193480"/>
                  </a:lnTo>
                  <a:lnTo>
                    <a:pt x="405114" y="193480"/>
                  </a:lnTo>
                  <a:lnTo>
                    <a:pt x="403203" y="193958"/>
                  </a:lnTo>
                  <a:lnTo>
                    <a:pt x="397948" y="194436"/>
                  </a:lnTo>
                  <a:lnTo>
                    <a:pt x="396515" y="194436"/>
                  </a:lnTo>
                  <a:lnTo>
                    <a:pt x="388871" y="195391"/>
                  </a:lnTo>
                  <a:lnTo>
                    <a:pt x="387916" y="195869"/>
                  </a:lnTo>
                  <a:lnTo>
                    <a:pt x="383616" y="196347"/>
                  </a:lnTo>
                  <a:lnTo>
                    <a:pt x="379795" y="196824"/>
                  </a:lnTo>
                  <a:lnTo>
                    <a:pt x="377406" y="197302"/>
                  </a:lnTo>
                  <a:lnTo>
                    <a:pt x="375973" y="197780"/>
                  </a:lnTo>
                  <a:lnTo>
                    <a:pt x="373584" y="198735"/>
                  </a:lnTo>
                  <a:lnTo>
                    <a:pt x="372151" y="199213"/>
                  </a:lnTo>
                  <a:lnTo>
                    <a:pt x="368329" y="200646"/>
                  </a:lnTo>
                  <a:lnTo>
                    <a:pt x="365941" y="202080"/>
                  </a:lnTo>
                  <a:lnTo>
                    <a:pt x="359252" y="204468"/>
                  </a:lnTo>
                  <a:lnTo>
                    <a:pt x="353520" y="207335"/>
                  </a:lnTo>
                  <a:lnTo>
                    <a:pt x="352564" y="207812"/>
                  </a:lnTo>
                  <a:lnTo>
                    <a:pt x="348264" y="209723"/>
                  </a:lnTo>
                  <a:lnTo>
                    <a:pt x="346354" y="210679"/>
                  </a:lnTo>
                  <a:lnTo>
                    <a:pt x="346354" y="210679"/>
                  </a:lnTo>
                  <a:lnTo>
                    <a:pt x="345398" y="211634"/>
                  </a:lnTo>
                  <a:lnTo>
                    <a:pt x="344443" y="212589"/>
                  </a:lnTo>
                  <a:lnTo>
                    <a:pt x="344443" y="212589"/>
                  </a:lnTo>
                  <a:lnTo>
                    <a:pt x="343487" y="213545"/>
                  </a:lnTo>
                  <a:lnTo>
                    <a:pt x="342054" y="214023"/>
                  </a:lnTo>
                  <a:lnTo>
                    <a:pt x="339666" y="213067"/>
                  </a:lnTo>
                  <a:lnTo>
                    <a:pt x="337754" y="213067"/>
                  </a:lnTo>
                  <a:lnTo>
                    <a:pt x="332500" y="212589"/>
                  </a:lnTo>
                  <a:lnTo>
                    <a:pt x="332500" y="212589"/>
                  </a:lnTo>
                  <a:lnTo>
                    <a:pt x="332500" y="207335"/>
                  </a:lnTo>
                  <a:lnTo>
                    <a:pt x="328678" y="208290"/>
                  </a:lnTo>
                  <a:lnTo>
                    <a:pt x="323423" y="209246"/>
                  </a:lnTo>
                  <a:lnTo>
                    <a:pt x="322467" y="209246"/>
                  </a:lnTo>
                  <a:lnTo>
                    <a:pt x="321512" y="209246"/>
                  </a:lnTo>
                  <a:lnTo>
                    <a:pt x="316734" y="210201"/>
                  </a:lnTo>
                  <a:lnTo>
                    <a:pt x="311479" y="207812"/>
                  </a:lnTo>
                  <a:lnTo>
                    <a:pt x="307657" y="205901"/>
                  </a:lnTo>
                  <a:lnTo>
                    <a:pt x="303836" y="203990"/>
                  </a:lnTo>
                  <a:lnTo>
                    <a:pt x="298581" y="203035"/>
                  </a:lnTo>
                  <a:lnTo>
                    <a:pt x="294281" y="202080"/>
                  </a:lnTo>
                  <a:lnTo>
                    <a:pt x="285682" y="200169"/>
                  </a:lnTo>
                  <a:lnTo>
                    <a:pt x="282338" y="199213"/>
                  </a:lnTo>
                  <a:lnTo>
                    <a:pt x="280427" y="197302"/>
                  </a:lnTo>
                  <a:lnTo>
                    <a:pt x="277083" y="193003"/>
                  </a:lnTo>
                  <a:lnTo>
                    <a:pt x="276127" y="192047"/>
                  </a:lnTo>
                  <a:lnTo>
                    <a:pt x="274216" y="191570"/>
                  </a:lnTo>
                  <a:lnTo>
                    <a:pt x="272783" y="191092"/>
                  </a:lnTo>
                  <a:lnTo>
                    <a:pt x="268961" y="191092"/>
                  </a:lnTo>
                  <a:lnTo>
                    <a:pt x="264662" y="190614"/>
                  </a:lnTo>
                  <a:lnTo>
                    <a:pt x="258452" y="189659"/>
                  </a:lnTo>
                  <a:lnTo>
                    <a:pt x="253197" y="189181"/>
                  </a:lnTo>
                  <a:lnTo>
                    <a:pt x="244597" y="187748"/>
                  </a:lnTo>
                  <a:lnTo>
                    <a:pt x="242686" y="187748"/>
                  </a:lnTo>
                  <a:lnTo>
                    <a:pt x="238387" y="188703"/>
                  </a:lnTo>
                  <a:lnTo>
                    <a:pt x="236954" y="189181"/>
                  </a:lnTo>
                  <a:lnTo>
                    <a:pt x="232654" y="190614"/>
                  </a:lnTo>
                  <a:lnTo>
                    <a:pt x="222144" y="189181"/>
                  </a:lnTo>
                  <a:lnTo>
                    <a:pt x="217845" y="188703"/>
                  </a:lnTo>
                  <a:lnTo>
                    <a:pt x="208290" y="187748"/>
                  </a:lnTo>
                  <a:lnTo>
                    <a:pt x="197780" y="186314"/>
                  </a:lnTo>
                  <a:lnTo>
                    <a:pt x="197780" y="186314"/>
                  </a:lnTo>
                  <a:lnTo>
                    <a:pt x="187747" y="184881"/>
                  </a:lnTo>
                  <a:lnTo>
                    <a:pt x="180104" y="185837"/>
                  </a:lnTo>
                  <a:lnTo>
                    <a:pt x="180104" y="185837"/>
                  </a:lnTo>
                  <a:lnTo>
                    <a:pt x="176282" y="185837"/>
                  </a:lnTo>
                  <a:lnTo>
                    <a:pt x="171983" y="186792"/>
                  </a:lnTo>
                  <a:lnTo>
                    <a:pt x="171504" y="186792"/>
                  </a:lnTo>
                  <a:lnTo>
                    <a:pt x="170549" y="185837"/>
                  </a:lnTo>
                  <a:lnTo>
                    <a:pt x="170549" y="183448"/>
                  </a:lnTo>
                  <a:lnTo>
                    <a:pt x="169594" y="181537"/>
                  </a:lnTo>
                  <a:lnTo>
                    <a:pt x="167205" y="179148"/>
                  </a:lnTo>
                  <a:lnTo>
                    <a:pt x="167205" y="179148"/>
                  </a:lnTo>
                  <a:lnTo>
                    <a:pt x="165294" y="177238"/>
                  </a:lnTo>
                  <a:lnTo>
                    <a:pt x="161950" y="174371"/>
                  </a:lnTo>
                  <a:lnTo>
                    <a:pt x="160995" y="172938"/>
                  </a:lnTo>
                  <a:lnTo>
                    <a:pt x="160517" y="170072"/>
                  </a:lnTo>
                  <a:lnTo>
                    <a:pt x="157651" y="163383"/>
                  </a:lnTo>
                  <a:lnTo>
                    <a:pt x="155740" y="158606"/>
                  </a:lnTo>
                  <a:lnTo>
                    <a:pt x="155262" y="157651"/>
                  </a:lnTo>
                  <a:lnTo>
                    <a:pt x="154306" y="155740"/>
                  </a:lnTo>
                  <a:lnTo>
                    <a:pt x="153351" y="155262"/>
                  </a:lnTo>
                  <a:lnTo>
                    <a:pt x="150962" y="154784"/>
                  </a:lnTo>
                  <a:lnTo>
                    <a:pt x="150962" y="154784"/>
                  </a:lnTo>
                  <a:lnTo>
                    <a:pt x="150485" y="153829"/>
                  </a:lnTo>
                  <a:lnTo>
                    <a:pt x="150485" y="151918"/>
                  </a:lnTo>
                  <a:lnTo>
                    <a:pt x="150485" y="151918"/>
                  </a:lnTo>
                  <a:lnTo>
                    <a:pt x="150962" y="150007"/>
                  </a:lnTo>
                  <a:lnTo>
                    <a:pt x="150962" y="148096"/>
                  </a:lnTo>
                  <a:lnTo>
                    <a:pt x="150962" y="147618"/>
                  </a:lnTo>
                  <a:lnTo>
                    <a:pt x="145229" y="148096"/>
                  </a:lnTo>
                  <a:lnTo>
                    <a:pt x="144752" y="148096"/>
                  </a:lnTo>
                  <a:lnTo>
                    <a:pt x="141408" y="147141"/>
                  </a:lnTo>
                  <a:lnTo>
                    <a:pt x="138063" y="145707"/>
                  </a:lnTo>
                  <a:lnTo>
                    <a:pt x="133764" y="142841"/>
                  </a:lnTo>
                  <a:lnTo>
                    <a:pt x="131376" y="141408"/>
                  </a:lnTo>
                  <a:lnTo>
                    <a:pt x="128031" y="138541"/>
                  </a:lnTo>
                  <a:lnTo>
                    <a:pt x="123254" y="137586"/>
                  </a:lnTo>
                  <a:lnTo>
                    <a:pt x="121343" y="136153"/>
                  </a:lnTo>
                  <a:lnTo>
                    <a:pt x="119432" y="133764"/>
                  </a:lnTo>
                  <a:lnTo>
                    <a:pt x="117044" y="131853"/>
                  </a:lnTo>
                  <a:lnTo>
                    <a:pt x="114655" y="130898"/>
                  </a:lnTo>
                  <a:lnTo>
                    <a:pt x="109878" y="129942"/>
                  </a:lnTo>
                  <a:lnTo>
                    <a:pt x="102712" y="128987"/>
                  </a:lnTo>
                  <a:lnTo>
                    <a:pt x="99845" y="128509"/>
                  </a:lnTo>
                  <a:lnTo>
                    <a:pt x="96024" y="128987"/>
                  </a:lnTo>
                  <a:lnTo>
                    <a:pt x="92679" y="128987"/>
                  </a:lnTo>
                  <a:lnTo>
                    <a:pt x="92679" y="128987"/>
                  </a:lnTo>
                  <a:lnTo>
                    <a:pt x="87902" y="128509"/>
                  </a:lnTo>
                  <a:lnTo>
                    <a:pt x="85035" y="127554"/>
                  </a:lnTo>
                  <a:lnTo>
                    <a:pt x="81692" y="127554"/>
                  </a:lnTo>
                  <a:lnTo>
                    <a:pt x="79303" y="127554"/>
                  </a:lnTo>
                  <a:lnTo>
                    <a:pt x="75959" y="127554"/>
                  </a:lnTo>
                  <a:lnTo>
                    <a:pt x="74526" y="126598"/>
                  </a:lnTo>
                  <a:lnTo>
                    <a:pt x="74526" y="126598"/>
                  </a:lnTo>
                  <a:lnTo>
                    <a:pt x="73570" y="126121"/>
                  </a:lnTo>
                  <a:lnTo>
                    <a:pt x="70704" y="126121"/>
                  </a:lnTo>
                  <a:lnTo>
                    <a:pt x="68793" y="125643"/>
                  </a:lnTo>
                  <a:lnTo>
                    <a:pt x="67360" y="124210"/>
                  </a:lnTo>
                  <a:lnTo>
                    <a:pt x="65449" y="123732"/>
                  </a:lnTo>
                  <a:lnTo>
                    <a:pt x="63538" y="123732"/>
                  </a:lnTo>
                  <a:lnTo>
                    <a:pt x="63060" y="124210"/>
                  </a:lnTo>
                  <a:lnTo>
                    <a:pt x="62105" y="124210"/>
                  </a:lnTo>
                  <a:lnTo>
                    <a:pt x="62105" y="124210"/>
                  </a:lnTo>
                  <a:lnTo>
                    <a:pt x="61627" y="122776"/>
                  </a:lnTo>
                  <a:lnTo>
                    <a:pt x="59716" y="119910"/>
                  </a:lnTo>
                  <a:lnTo>
                    <a:pt x="59716" y="118477"/>
                  </a:lnTo>
                  <a:lnTo>
                    <a:pt x="58283" y="117044"/>
                  </a:lnTo>
                  <a:lnTo>
                    <a:pt x="57805" y="115610"/>
                  </a:lnTo>
                  <a:lnTo>
                    <a:pt x="58283" y="114177"/>
                  </a:lnTo>
                  <a:lnTo>
                    <a:pt x="58760" y="110356"/>
                  </a:lnTo>
                  <a:lnTo>
                    <a:pt x="60671" y="107489"/>
                  </a:lnTo>
                  <a:lnTo>
                    <a:pt x="61627" y="106534"/>
                  </a:lnTo>
                  <a:lnTo>
                    <a:pt x="61627" y="106534"/>
                  </a:lnTo>
                  <a:lnTo>
                    <a:pt x="62105" y="105578"/>
                  </a:lnTo>
                  <a:lnTo>
                    <a:pt x="64015" y="103667"/>
                  </a:lnTo>
                  <a:lnTo>
                    <a:pt x="64493" y="102712"/>
                  </a:lnTo>
                  <a:lnTo>
                    <a:pt x="64493" y="100801"/>
                  </a:lnTo>
                  <a:lnTo>
                    <a:pt x="63538" y="98890"/>
                  </a:lnTo>
                  <a:lnTo>
                    <a:pt x="63060" y="96501"/>
                  </a:lnTo>
                  <a:lnTo>
                    <a:pt x="63060" y="96024"/>
                  </a:lnTo>
                  <a:lnTo>
                    <a:pt x="63060" y="95068"/>
                  </a:lnTo>
                  <a:lnTo>
                    <a:pt x="63060" y="95068"/>
                  </a:lnTo>
                  <a:lnTo>
                    <a:pt x="64015" y="93157"/>
                  </a:lnTo>
                  <a:lnTo>
                    <a:pt x="65449" y="89335"/>
                  </a:lnTo>
                  <a:lnTo>
                    <a:pt x="64971" y="88380"/>
                  </a:lnTo>
                  <a:lnTo>
                    <a:pt x="64493" y="87902"/>
                  </a:lnTo>
                  <a:lnTo>
                    <a:pt x="64493" y="85991"/>
                  </a:lnTo>
                  <a:lnTo>
                    <a:pt x="64493" y="83603"/>
                  </a:lnTo>
                  <a:lnTo>
                    <a:pt x="63060" y="80259"/>
                  </a:lnTo>
                  <a:lnTo>
                    <a:pt x="62105" y="78348"/>
                  </a:lnTo>
                  <a:lnTo>
                    <a:pt x="60671" y="77392"/>
                  </a:lnTo>
                  <a:lnTo>
                    <a:pt x="60671" y="77392"/>
                  </a:lnTo>
                  <a:lnTo>
                    <a:pt x="58760" y="76914"/>
                  </a:lnTo>
                  <a:lnTo>
                    <a:pt x="57328" y="74526"/>
                  </a:lnTo>
                  <a:lnTo>
                    <a:pt x="55894" y="71182"/>
                  </a:lnTo>
                  <a:lnTo>
                    <a:pt x="54461" y="69271"/>
                  </a:lnTo>
                  <a:lnTo>
                    <a:pt x="54461" y="68315"/>
                  </a:lnTo>
                  <a:lnTo>
                    <a:pt x="53983" y="65927"/>
                  </a:lnTo>
                  <a:lnTo>
                    <a:pt x="53028" y="63538"/>
                  </a:lnTo>
                  <a:lnTo>
                    <a:pt x="52550" y="62105"/>
                  </a:lnTo>
                  <a:lnTo>
                    <a:pt x="52550" y="62105"/>
                  </a:lnTo>
                  <a:lnTo>
                    <a:pt x="51594" y="61149"/>
                  </a:lnTo>
                  <a:lnTo>
                    <a:pt x="51117" y="59716"/>
                  </a:lnTo>
                  <a:lnTo>
                    <a:pt x="51117" y="58761"/>
                  </a:lnTo>
                  <a:lnTo>
                    <a:pt x="48728" y="58283"/>
                  </a:lnTo>
                  <a:lnTo>
                    <a:pt x="46817" y="57328"/>
                  </a:lnTo>
                  <a:lnTo>
                    <a:pt x="46817" y="57328"/>
                  </a:lnTo>
                  <a:lnTo>
                    <a:pt x="45862" y="55417"/>
                  </a:lnTo>
                  <a:lnTo>
                    <a:pt x="45862" y="54461"/>
                  </a:lnTo>
                  <a:lnTo>
                    <a:pt x="45384" y="53506"/>
                  </a:lnTo>
                  <a:lnTo>
                    <a:pt x="43951" y="53506"/>
                  </a:lnTo>
                  <a:lnTo>
                    <a:pt x="42996" y="54461"/>
                  </a:lnTo>
                  <a:lnTo>
                    <a:pt x="41562" y="54939"/>
                  </a:lnTo>
                  <a:lnTo>
                    <a:pt x="40129" y="54939"/>
                  </a:lnTo>
                  <a:lnTo>
                    <a:pt x="39174" y="54461"/>
                  </a:lnTo>
                  <a:lnTo>
                    <a:pt x="38696" y="53506"/>
                  </a:lnTo>
                  <a:lnTo>
                    <a:pt x="37740" y="52550"/>
                  </a:lnTo>
                  <a:lnTo>
                    <a:pt x="36307" y="50162"/>
                  </a:lnTo>
                  <a:lnTo>
                    <a:pt x="34396" y="49684"/>
                  </a:lnTo>
                  <a:lnTo>
                    <a:pt x="31530" y="49684"/>
                  </a:lnTo>
                  <a:lnTo>
                    <a:pt x="28664" y="50639"/>
                  </a:lnTo>
                  <a:lnTo>
                    <a:pt x="27230" y="50639"/>
                  </a:lnTo>
                  <a:lnTo>
                    <a:pt x="25797" y="50162"/>
                  </a:lnTo>
                  <a:lnTo>
                    <a:pt x="24364" y="48728"/>
                  </a:lnTo>
                  <a:lnTo>
                    <a:pt x="23408" y="47773"/>
                  </a:lnTo>
                  <a:lnTo>
                    <a:pt x="21498" y="47295"/>
                  </a:lnTo>
                  <a:lnTo>
                    <a:pt x="18631" y="45384"/>
                  </a:lnTo>
                  <a:lnTo>
                    <a:pt x="16721" y="44429"/>
                  </a:lnTo>
                  <a:lnTo>
                    <a:pt x="16242" y="41562"/>
                  </a:lnTo>
                  <a:lnTo>
                    <a:pt x="15287" y="39651"/>
                  </a:lnTo>
                  <a:lnTo>
                    <a:pt x="13376" y="39174"/>
                  </a:lnTo>
                  <a:lnTo>
                    <a:pt x="11465" y="37263"/>
                  </a:lnTo>
                  <a:lnTo>
                    <a:pt x="8121" y="36307"/>
                  </a:lnTo>
                  <a:lnTo>
                    <a:pt x="6210" y="35352"/>
                  </a:lnTo>
                  <a:lnTo>
                    <a:pt x="4777" y="35352"/>
                  </a:lnTo>
                  <a:lnTo>
                    <a:pt x="4777" y="35352"/>
                  </a:lnTo>
                  <a:lnTo>
                    <a:pt x="4299" y="34396"/>
                  </a:lnTo>
                  <a:lnTo>
                    <a:pt x="4777" y="33919"/>
                  </a:lnTo>
                  <a:lnTo>
                    <a:pt x="5255" y="32963"/>
                  </a:lnTo>
                  <a:lnTo>
                    <a:pt x="6210" y="32008"/>
                  </a:lnTo>
                  <a:lnTo>
                    <a:pt x="6210" y="31052"/>
                  </a:lnTo>
                  <a:lnTo>
                    <a:pt x="5733" y="30097"/>
                  </a:lnTo>
                  <a:lnTo>
                    <a:pt x="3821" y="29142"/>
                  </a:lnTo>
                  <a:lnTo>
                    <a:pt x="1910" y="28664"/>
                  </a:lnTo>
                  <a:lnTo>
                    <a:pt x="1433" y="27230"/>
                  </a:lnTo>
                  <a:lnTo>
                    <a:pt x="0" y="26275"/>
                  </a:lnTo>
                  <a:lnTo>
                    <a:pt x="478" y="25320"/>
                  </a:lnTo>
                  <a:lnTo>
                    <a:pt x="1433" y="24364"/>
                  </a:lnTo>
                  <a:lnTo>
                    <a:pt x="2389" y="23886"/>
                  </a:lnTo>
                  <a:lnTo>
                    <a:pt x="2389" y="22931"/>
                  </a:lnTo>
                  <a:lnTo>
                    <a:pt x="1910" y="21976"/>
                  </a:lnTo>
                  <a:lnTo>
                    <a:pt x="1433" y="20542"/>
                  </a:lnTo>
                  <a:lnTo>
                    <a:pt x="1433" y="19587"/>
                  </a:lnTo>
                  <a:lnTo>
                    <a:pt x="1433" y="1863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1" name="Freeform 5000">
              <a:extLst>
                <a:ext uri="{FF2B5EF4-FFF2-40B4-BE49-F238E27FC236}">
                  <a16:creationId xmlns:a16="http://schemas.microsoft.com/office/drawing/2014/main" id="{10426F9B-E517-AFF8-0CFB-7FCAF647FCB8}"/>
                </a:ext>
              </a:extLst>
            </p:cNvPr>
            <p:cNvSpPr/>
            <p:nvPr/>
          </p:nvSpPr>
          <p:spPr>
            <a:xfrm>
              <a:off x="4669499" y="4462590"/>
              <a:ext cx="8121" cy="8599"/>
            </a:xfrm>
            <a:custGeom>
              <a:avLst/>
              <a:gdLst>
                <a:gd name="csX0" fmla="*/ 8121 w 8121"/>
                <a:gd name="csY0" fmla="*/ 7166 h 8599"/>
                <a:gd name="csX1" fmla="*/ 7644 w 8121"/>
                <a:gd name="csY1" fmla="*/ 8121 h 8599"/>
                <a:gd name="csX2" fmla="*/ 7166 w 8121"/>
                <a:gd name="csY2" fmla="*/ 8599 h 8599"/>
                <a:gd name="csX3" fmla="*/ 6688 w 8121"/>
                <a:gd name="csY3" fmla="*/ 7644 h 8599"/>
                <a:gd name="csX4" fmla="*/ 3344 w 8121"/>
                <a:gd name="csY4" fmla="*/ 7644 h 8599"/>
                <a:gd name="csX5" fmla="*/ 2866 w 8121"/>
                <a:gd name="csY5" fmla="*/ 6688 h 8599"/>
                <a:gd name="csX6" fmla="*/ 2866 w 8121"/>
                <a:gd name="csY6" fmla="*/ 6688 h 8599"/>
                <a:gd name="csX7" fmla="*/ 4299 w 8121"/>
                <a:gd name="csY7" fmla="*/ 5255 h 8599"/>
                <a:gd name="csX8" fmla="*/ 2389 w 8121"/>
                <a:gd name="csY8" fmla="*/ 4777 h 8599"/>
                <a:gd name="csX9" fmla="*/ 1911 w 8121"/>
                <a:gd name="csY9" fmla="*/ 4300 h 8599"/>
                <a:gd name="csX10" fmla="*/ 0 w 8121"/>
                <a:gd name="csY10" fmla="*/ 1433 h 8599"/>
                <a:gd name="csX11" fmla="*/ 478 w 8121"/>
                <a:gd name="csY11" fmla="*/ 478 h 8599"/>
                <a:gd name="csX12" fmla="*/ 955 w 8121"/>
                <a:gd name="csY12" fmla="*/ 0 h 8599"/>
                <a:gd name="csX13" fmla="*/ 1911 w 8121"/>
                <a:gd name="csY13" fmla="*/ 0 h 8599"/>
                <a:gd name="csX14" fmla="*/ 3822 w 8121"/>
                <a:gd name="csY14" fmla="*/ 956 h 8599"/>
                <a:gd name="csX15" fmla="*/ 5255 w 8121"/>
                <a:gd name="csY15" fmla="*/ 2389 h 8599"/>
                <a:gd name="csX16" fmla="*/ 6210 w 8121"/>
                <a:gd name="csY16" fmla="*/ 2389 h 8599"/>
                <a:gd name="csX17" fmla="*/ 6210 w 8121"/>
                <a:gd name="csY17" fmla="*/ 2866 h 8599"/>
                <a:gd name="csX18" fmla="*/ 5733 w 8121"/>
                <a:gd name="csY18" fmla="*/ 3822 h 8599"/>
                <a:gd name="csX19" fmla="*/ 6688 w 8121"/>
                <a:gd name="csY19" fmla="*/ 4300 h 8599"/>
                <a:gd name="csX20" fmla="*/ 7166 w 8121"/>
                <a:gd name="csY20" fmla="*/ 4777 h 8599"/>
                <a:gd name="csX21" fmla="*/ 8121 w 8121"/>
                <a:gd name="csY21" fmla="*/ 7166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121" h="8599">
                  <a:moveTo>
                    <a:pt x="8121" y="7166"/>
                  </a:moveTo>
                  <a:lnTo>
                    <a:pt x="7644" y="8121"/>
                  </a:lnTo>
                  <a:lnTo>
                    <a:pt x="7166" y="8599"/>
                  </a:lnTo>
                  <a:lnTo>
                    <a:pt x="6688" y="7644"/>
                  </a:lnTo>
                  <a:lnTo>
                    <a:pt x="3344" y="7644"/>
                  </a:lnTo>
                  <a:lnTo>
                    <a:pt x="2866" y="6688"/>
                  </a:lnTo>
                  <a:lnTo>
                    <a:pt x="2866" y="6688"/>
                  </a:lnTo>
                  <a:lnTo>
                    <a:pt x="4299" y="5255"/>
                  </a:lnTo>
                  <a:lnTo>
                    <a:pt x="2389" y="4777"/>
                  </a:lnTo>
                  <a:lnTo>
                    <a:pt x="1911" y="4300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3822" y="956"/>
                  </a:lnTo>
                  <a:lnTo>
                    <a:pt x="5255" y="2389"/>
                  </a:lnTo>
                  <a:lnTo>
                    <a:pt x="6210" y="2389"/>
                  </a:lnTo>
                  <a:lnTo>
                    <a:pt x="6210" y="2866"/>
                  </a:lnTo>
                  <a:lnTo>
                    <a:pt x="5733" y="3822"/>
                  </a:lnTo>
                  <a:lnTo>
                    <a:pt x="6688" y="4300"/>
                  </a:lnTo>
                  <a:lnTo>
                    <a:pt x="7166" y="4777"/>
                  </a:lnTo>
                  <a:lnTo>
                    <a:pt x="8121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2" name="Freeform 5001">
              <a:extLst>
                <a:ext uri="{FF2B5EF4-FFF2-40B4-BE49-F238E27FC236}">
                  <a16:creationId xmlns:a16="http://schemas.microsoft.com/office/drawing/2014/main" id="{BEB1724C-5A5D-1D01-1B65-E56E4104BF3F}"/>
                </a:ext>
              </a:extLst>
            </p:cNvPr>
            <p:cNvSpPr/>
            <p:nvPr/>
          </p:nvSpPr>
          <p:spPr>
            <a:xfrm>
              <a:off x="5545177" y="4221337"/>
              <a:ext cx="242686" cy="243642"/>
            </a:xfrm>
            <a:custGeom>
              <a:avLst/>
              <a:gdLst>
                <a:gd name="csX0" fmla="*/ 10510 w 242686"/>
                <a:gd name="csY0" fmla="*/ 223100 h 243642"/>
                <a:gd name="csX1" fmla="*/ 10510 w 242686"/>
                <a:gd name="csY1" fmla="*/ 214978 h 243642"/>
                <a:gd name="csX2" fmla="*/ 11943 w 242686"/>
                <a:gd name="csY2" fmla="*/ 211634 h 243642"/>
                <a:gd name="csX3" fmla="*/ 11943 w 242686"/>
                <a:gd name="csY3" fmla="*/ 208768 h 243642"/>
                <a:gd name="csX4" fmla="*/ 14332 w 242686"/>
                <a:gd name="csY4" fmla="*/ 202557 h 243642"/>
                <a:gd name="csX5" fmla="*/ 17198 w 242686"/>
                <a:gd name="csY5" fmla="*/ 197780 h 243642"/>
                <a:gd name="csX6" fmla="*/ 19587 w 242686"/>
                <a:gd name="csY6" fmla="*/ 191092 h 243642"/>
                <a:gd name="csX7" fmla="*/ 20542 w 242686"/>
                <a:gd name="csY7" fmla="*/ 184403 h 243642"/>
                <a:gd name="csX8" fmla="*/ 20542 w 242686"/>
                <a:gd name="csY8" fmla="*/ 178193 h 243642"/>
                <a:gd name="csX9" fmla="*/ 19587 w 242686"/>
                <a:gd name="csY9" fmla="*/ 172460 h 243642"/>
                <a:gd name="csX10" fmla="*/ 18154 w 242686"/>
                <a:gd name="csY10" fmla="*/ 168638 h 243642"/>
                <a:gd name="csX11" fmla="*/ 17198 w 242686"/>
                <a:gd name="csY11" fmla="*/ 163384 h 243642"/>
                <a:gd name="csX12" fmla="*/ 15287 w 242686"/>
                <a:gd name="csY12" fmla="*/ 160517 h 243642"/>
                <a:gd name="csX13" fmla="*/ 11943 w 242686"/>
                <a:gd name="csY13" fmla="*/ 157651 h 243642"/>
                <a:gd name="csX14" fmla="*/ 10988 w 242686"/>
                <a:gd name="csY14" fmla="*/ 156218 h 243642"/>
                <a:gd name="csX15" fmla="*/ 11943 w 242686"/>
                <a:gd name="csY15" fmla="*/ 155740 h 243642"/>
                <a:gd name="csX16" fmla="*/ 13854 w 242686"/>
                <a:gd name="csY16" fmla="*/ 155262 h 243642"/>
                <a:gd name="csX17" fmla="*/ 15287 w 242686"/>
                <a:gd name="csY17" fmla="*/ 153351 h 243642"/>
                <a:gd name="csX18" fmla="*/ 12421 w 242686"/>
                <a:gd name="csY18" fmla="*/ 154307 h 243642"/>
                <a:gd name="csX19" fmla="*/ 15765 w 242686"/>
                <a:gd name="csY19" fmla="*/ 148096 h 243642"/>
                <a:gd name="csX20" fmla="*/ 16721 w 242686"/>
                <a:gd name="csY20" fmla="*/ 144274 h 243642"/>
                <a:gd name="csX21" fmla="*/ 16721 w 242686"/>
                <a:gd name="csY21" fmla="*/ 141408 h 243642"/>
                <a:gd name="csX22" fmla="*/ 17198 w 242686"/>
                <a:gd name="csY22" fmla="*/ 139975 h 243642"/>
                <a:gd name="csX23" fmla="*/ 14809 w 242686"/>
                <a:gd name="csY23" fmla="*/ 136153 h 243642"/>
                <a:gd name="csX24" fmla="*/ 12899 w 242686"/>
                <a:gd name="csY24" fmla="*/ 131376 h 243642"/>
                <a:gd name="csX25" fmla="*/ 11943 w 242686"/>
                <a:gd name="csY25" fmla="*/ 130898 h 243642"/>
                <a:gd name="csX26" fmla="*/ 10988 w 242686"/>
                <a:gd name="csY26" fmla="*/ 130420 h 243642"/>
                <a:gd name="csX27" fmla="*/ 10510 w 242686"/>
                <a:gd name="csY27" fmla="*/ 131376 h 243642"/>
                <a:gd name="csX28" fmla="*/ 10032 w 242686"/>
                <a:gd name="csY28" fmla="*/ 132331 h 243642"/>
                <a:gd name="csX29" fmla="*/ 9077 w 242686"/>
                <a:gd name="csY29" fmla="*/ 131853 h 243642"/>
                <a:gd name="csX30" fmla="*/ 6688 w 242686"/>
                <a:gd name="csY30" fmla="*/ 128509 h 243642"/>
                <a:gd name="csX31" fmla="*/ 3822 w 242686"/>
                <a:gd name="csY31" fmla="*/ 123254 h 243642"/>
                <a:gd name="csX32" fmla="*/ 2866 w 242686"/>
                <a:gd name="csY32" fmla="*/ 122777 h 243642"/>
                <a:gd name="csX33" fmla="*/ 1911 w 242686"/>
                <a:gd name="csY33" fmla="*/ 123254 h 243642"/>
                <a:gd name="csX34" fmla="*/ 1433 w 242686"/>
                <a:gd name="csY34" fmla="*/ 124210 h 243642"/>
                <a:gd name="csX35" fmla="*/ 478 w 242686"/>
                <a:gd name="csY35" fmla="*/ 128509 h 243642"/>
                <a:gd name="csX36" fmla="*/ 0 w 242686"/>
                <a:gd name="csY36" fmla="*/ 126598 h 243642"/>
                <a:gd name="csX37" fmla="*/ 478 w 242686"/>
                <a:gd name="csY37" fmla="*/ 124687 h 243642"/>
                <a:gd name="csX38" fmla="*/ 1433 w 242686"/>
                <a:gd name="csY38" fmla="*/ 122299 h 243642"/>
                <a:gd name="csX39" fmla="*/ 2389 w 242686"/>
                <a:gd name="csY39" fmla="*/ 118477 h 243642"/>
                <a:gd name="csX40" fmla="*/ 4777 w 242686"/>
                <a:gd name="csY40" fmla="*/ 118477 h 243642"/>
                <a:gd name="csX41" fmla="*/ 9077 w 242686"/>
                <a:gd name="csY41" fmla="*/ 118477 h 243642"/>
                <a:gd name="csX42" fmla="*/ 13854 w 242686"/>
                <a:gd name="csY42" fmla="*/ 118477 h 243642"/>
                <a:gd name="csX43" fmla="*/ 18631 w 242686"/>
                <a:gd name="csY43" fmla="*/ 118477 h 243642"/>
                <a:gd name="csX44" fmla="*/ 22931 w 242686"/>
                <a:gd name="csY44" fmla="*/ 118477 h 243642"/>
                <a:gd name="csX45" fmla="*/ 27708 w 242686"/>
                <a:gd name="csY45" fmla="*/ 118477 h 243642"/>
                <a:gd name="csX46" fmla="*/ 32008 w 242686"/>
                <a:gd name="csY46" fmla="*/ 118477 h 243642"/>
                <a:gd name="csX47" fmla="*/ 36785 w 242686"/>
                <a:gd name="csY47" fmla="*/ 118477 h 243642"/>
                <a:gd name="csX48" fmla="*/ 41085 w 242686"/>
                <a:gd name="csY48" fmla="*/ 118477 h 243642"/>
                <a:gd name="csX49" fmla="*/ 45862 w 242686"/>
                <a:gd name="csY49" fmla="*/ 118477 h 243642"/>
                <a:gd name="csX50" fmla="*/ 50162 w 242686"/>
                <a:gd name="csY50" fmla="*/ 118477 h 243642"/>
                <a:gd name="csX51" fmla="*/ 54939 w 242686"/>
                <a:gd name="csY51" fmla="*/ 118477 h 243642"/>
                <a:gd name="csX52" fmla="*/ 54939 w 242686"/>
                <a:gd name="csY52" fmla="*/ 118477 h 243642"/>
                <a:gd name="csX53" fmla="*/ 59238 w 242686"/>
                <a:gd name="csY53" fmla="*/ 118477 h 243642"/>
                <a:gd name="csX54" fmla="*/ 64016 w 242686"/>
                <a:gd name="csY54" fmla="*/ 118477 h 243642"/>
                <a:gd name="csX55" fmla="*/ 68315 w 242686"/>
                <a:gd name="csY55" fmla="*/ 118477 h 243642"/>
                <a:gd name="csX56" fmla="*/ 73093 w 242686"/>
                <a:gd name="csY56" fmla="*/ 118477 h 243642"/>
                <a:gd name="csX57" fmla="*/ 77392 w 242686"/>
                <a:gd name="csY57" fmla="*/ 118477 h 243642"/>
                <a:gd name="csX58" fmla="*/ 80258 w 242686"/>
                <a:gd name="csY58" fmla="*/ 118477 h 243642"/>
                <a:gd name="csX59" fmla="*/ 80736 w 242686"/>
                <a:gd name="csY59" fmla="*/ 118477 h 243642"/>
                <a:gd name="csX60" fmla="*/ 80258 w 242686"/>
                <a:gd name="csY60" fmla="*/ 115611 h 243642"/>
                <a:gd name="csX61" fmla="*/ 80258 w 242686"/>
                <a:gd name="csY61" fmla="*/ 113700 h 243642"/>
                <a:gd name="csX62" fmla="*/ 80258 w 242686"/>
                <a:gd name="csY62" fmla="*/ 110833 h 243642"/>
                <a:gd name="csX63" fmla="*/ 79781 w 242686"/>
                <a:gd name="csY63" fmla="*/ 108445 h 243642"/>
                <a:gd name="csX64" fmla="*/ 79781 w 242686"/>
                <a:gd name="csY64" fmla="*/ 105578 h 243642"/>
                <a:gd name="csX65" fmla="*/ 79303 w 242686"/>
                <a:gd name="csY65" fmla="*/ 102712 h 243642"/>
                <a:gd name="csX66" fmla="*/ 79303 w 242686"/>
                <a:gd name="csY66" fmla="*/ 100323 h 243642"/>
                <a:gd name="csX67" fmla="*/ 79303 w 242686"/>
                <a:gd name="csY67" fmla="*/ 97935 h 243642"/>
                <a:gd name="csX68" fmla="*/ 78825 w 242686"/>
                <a:gd name="csY68" fmla="*/ 95546 h 243642"/>
                <a:gd name="csX69" fmla="*/ 78825 w 242686"/>
                <a:gd name="csY69" fmla="*/ 94590 h 243642"/>
                <a:gd name="csX70" fmla="*/ 77870 w 242686"/>
                <a:gd name="csY70" fmla="*/ 91724 h 243642"/>
                <a:gd name="csX71" fmla="*/ 77392 w 242686"/>
                <a:gd name="csY71" fmla="*/ 90769 h 243642"/>
                <a:gd name="csX72" fmla="*/ 77870 w 242686"/>
                <a:gd name="csY72" fmla="*/ 89335 h 243642"/>
                <a:gd name="csX73" fmla="*/ 78347 w 242686"/>
                <a:gd name="csY73" fmla="*/ 87902 h 243642"/>
                <a:gd name="csX74" fmla="*/ 80258 w 242686"/>
                <a:gd name="csY74" fmla="*/ 85991 h 243642"/>
                <a:gd name="csX75" fmla="*/ 83125 w 242686"/>
                <a:gd name="csY75" fmla="*/ 84080 h 243642"/>
                <a:gd name="csX76" fmla="*/ 85991 w 242686"/>
                <a:gd name="csY76" fmla="*/ 82170 h 243642"/>
                <a:gd name="csX77" fmla="*/ 88380 w 242686"/>
                <a:gd name="csY77" fmla="*/ 80736 h 243642"/>
                <a:gd name="csX78" fmla="*/ 89813 w 242686"/>
                <a:gd name="csY78" fmla="*/ 80258 h 243642"/>
                <a:gd name="csX79" fmla="*/ 93157 w 242686"/>
                <a:gd name="csY79" fmla="*/ 79781 h 243642"/>
                <a:gd name="csX80" fmla="*/ 93157 w 242686"/>
                <a:gd name="csY80" fmla="*/ 79781 h 243642"/>
                <a:gd name="csX81" fmla="*/ 96024 w 242686"/>
                <a:gd name="csY81" fmla="*/ 78348 h 243642"/>
                <a:gd name="csX82" fmla="*/ 98890 w 242686"/>
                <a:gd name="csY82" fmla="*/ 77392 h 243642"/>
                <a:gd name="csX83" fmla="*/ 100323 w 242686"/>
                <a:gd name="csY83" fmla="*/ 76437 h 243642"/>
                <a:gd name="csX84" fmla="*/ 100323 w 242686"/>
                <a:gd name="csY84" fmla="*/ 74526 h 243642"/>
                <a:gd name="csX85" fmla="*/ 100323 w 242686"/>
                <a:gd name="csY85" fmla="*/ 72137 h 243642"/>
                <a:gd name="csX86" fmla="*/ 100323 w 242686"/>
                <a:gd name="csY86" fmla="*/ 69271 h 243642"/>
                <a:gd name="csX87" fmla="*/ 100323 w 242686"/>
                <a:gd name="csY87" fmla="*/ 66882 h 243642"/>
                <a:gd name="csX88" fmla="*/ 100323 w 242686"/>
                <a:gd name="csY88" fmla="*/ 64016 h 243642"/>
                <a:gd name="csX89" fmla="*/ 100323 w 242686"/>
                <a:gd name="csY89" fmla="*/ 61149 h 243642"/>
                <a:gd name="csX90" fmla="*/ 100323 w 242686"/>
                <a:gd name="csY90" fmla="*/ 58761 h 243642"/>
                <a:gd name="csX91" fmla="*/ 100323 w 242686"/>
                <a:gd name="csY91" fmla="*/ 55894 h 243642"/>
                <a:gd name="csX92" fmla="*/ 100323 w 242686"/>
                <a:gd name="csY92" fmla="*/ 53028 h 243642"/>
                <a:gd name="csX93" fmla="*/ 100323 w 242686"/>
                <a:gd name="csY93" fmla="*/ 50639 h 243642"/>
                <a:gd name="csX94" fmla="*/ 100323 w 242686"/>
                <a:gd name="csY94" fmla="*/ 47773 h 243642"/>
                <a:gd name="csX95" fmla="*/ 100323 w 242686"/>
                <a:gd name="csY95" fmla="*/ 44907 h 243642"/>
                <a:gd name="csX96" fmla="*/ 100323 w 242686"/>
                <a:gd name="csY96" fmla="*/ 42518 h 243642"/>
                <a:gd name="csX97" fmla="*/ 100323 w 242686"/>
                <a:gd name="csY97" fmla="*/ 39651 h 243642"/>
                <a:gd name="csX98" fmla="*/ 100323 w 242686"/>
                <a:gd name="csY98" fmla="*/ 36785 h 243642"/>
                <a:gd name="csX99" fmla="*/ 100323 w 242686"/>
                <a:gd name="csY99" fmla="*/ 33919 h 243642"/>
                <a:gd name="csX100" fmla="*/ 100323 w 242686"/>
                <a:gd name="csY100" fmla="*/ 31530 h 243642"/>
                <a:gd name="csX101" fmla="*/ 100323 w 242686"/>
                <a:gd name="csY101" fmla="*/ 28664 h 243642"/>
                <a:gd name="csX102" fmla="*/ 100323 w 242686"/>
                <a:gd name="csY102" fmla="*/ 26275 h 243642"/>
                <a:gd name="csX103" fmla="*/ 103189 w 242686"/>
                <a:gd name="csY103" fmla="*/ 26275 h 243642"/>
                <a:gd name="csX104" fmla="*/ 107011 w 242686"/>
                <a:gd name="csY104" fmla="*/ 26275 h 243642"/>
                <a:gd name="csX105" fmla="*/ 110833 w 242686"/>
                <a:gd name="csY105" fmla="*/ 26275 h 243642"/>
                <a:gd name="csX106" fmla="*/ 114177 w 242686"/>
                <a:gd name="csY106" fmla="*/ 26275 h 243642"/>
                <a:gd name="csX107" fmla="*/ 117999 w 242686"/>
                <a:gd name="csY107" fmla="*/ 26275 h 243642"/>
                <a:gd name="csX108" fmla="*/ 121821 w 242686"/>
                <a:gd name="csY108" fmla="*/ 26275 h 243642"/>
                <a:gd name="csX109" fmla="*/ 125643 w 242686"/>
                <a:gd name="csY109" fmla="*/ 26275 h 243642"/>
                <a:gd name="csX110" fmla="*/ 128987 w 242686"/>
                <a:gd name="csY110" fmla="*/ 26275 h 243642"/>
                <a:gd name="csX111" fmla="*/ 132809 w 242686"/>
                <a:gd name="csY111" fmla="*/ 26275 h 243642"/>
                <a:gd name="csX112" fmla="*/ 136631 w 242686"/>
                <a:gd name="csY112" fmla="*/ 26275 h 243642"/>
                <a:gd name="csX113" fmla="*/ 140452 w 242686"/>
                <a:gd name="csY113" fmla="*/ 26275 h 243642"/>
                <a:gd name="csX114" fmla="*/ 143796 w 242686"/>
                <a:gd name="csY114" fmla="*/ 26275 h 243642"/>
                <a:gd name="csX115" fmla="*/ 147618 w 242686"/>
                <a:gd name="csY115" fmla="*/ 26275 h 243642"/>
                <a:gd name="csX116" fmla="*/ 151440 w 242686"/>
                <a:gd name="csY116" fmla="*/ 26275 h 243642"/>
                <a:gd name="csX117" fmla="*/ 155262 w 242686"/>
                <a:gd name="csY117" fmla="*/ 26275 h 243642"/>
                <a:gd name="csX118" fmla="*/ 158606 w 242686"/>
                <a:gd name="csY118" fmla="*/ 26275 h 243642"/>
                <a:gd name="csX119" fmla="*/ 162428 w 242686"/>
                <a:gd name="csY119" fmla="*/ 26275 h 243642"/>
                <a:gd name="csX120" fmla="*/ 166250 w 242686"/>
                <a:gd name="csY120" fmla="*/ 26275 h 243642"/>
                <a:gd name="csX121" fmla="*/ 166250 w 242686"/>
                <a:gd name="csY121" fmla="*/ 26275 h 243642"/>
                <a:gd name="csX122" fmla="*/ 166250 w 242686"/>
                <a:gd name="csY122" fmla="*/ 23886 h 243642"/>
                <a:gd name="csX123" fmla="*/ 166250 w 242686"/>
                <a:gd name="csY123" fmla="*/ 20542 h 243642"/>
                <a:gd name="csX124" fmla="*/ 166250 w 242686"/>
                <a:gd name="csY124" fmla="*/ 16243 h 243642"/>
                <a:gd name="csX125" fmla="*/ 166250 w 242686"/>
                <a:gd name="csY125" fmla="*/ 11466 h 243642"/>
                <a:gd name="csX126" fmla="*/ 166250 w 242686"/>
                <a:gd name="csY126" fmla="*/ 7644 h 243642"/>
                <a:gd name="csX127" fmla="*/ 166250 w 242686"/>
                <a:gd name="csY127" fmla="*/ 3344 h 243642"/>
                <a:gd name="csX128" fmla="*/ 166250 w 242686"/>
                <a:gd name="csY128" fmla="*/ 0 h 243642"/>
                <a:gd name="csX129" fmla="*/ 166250 w 242686"/>
                <a:gd name="csY129" fmla="*/ 0 h 243642"/>
                <a:gd name="csX130" fmla="*/ 170072 w 242686"/>
                <a:gd name="csY130" fmla="*/ 2389 h 243642"/>
                <a:gd name="csX131" fmla="*/ 173893 w 242686"/>
                <a:gd name="csY131" fmla="*/ 4777 h 243642"/>
                <a:gd name="csX132" fmla="*/ 173893 w 242686"/>
                <a:gd name="csY132" fmla="*/ 4777 h 243642"/>
                <a:gd name="csX133" fmla="*/ 177715 w 242686"/>
                <a:gd name="csY133" fmla="*/ 6688 h 243642"/>
                <a:gd name="csX134" fmla="*/ 181537 w 242686"/>
                <a:gd name="csY134" fmla="*/ 9077 h 243642"/>
                <a:gd name="csX135" fmla="*/ 184881 w 242686"/>
                <a:gd name="csY135" fmla="*/ 11466 h 243642"/>
                <a:gd name="csX136" fmla="*/ 188703 w 242686"/>
                <a:gd name="csY136" fmla="*/ 13376 h 243642"/>
                <a:gd name="csX137" fmla="*/ 192525 w 242686"/>
                <a:gd name="csY137" fmla="*/ 15765 h 243642"/>
                <a:gd name="csX138" fmla="*/ 196347 w 242686"/>
                <a:gd name="csY138" fmla="*/ 18154 h 243642"/>
                <a:gd name="csX139" fmla="*/ 196347 w 242686"/>
                <a:gd name="csY139" fmla="*/ 18154 h 243642"/>
                <a:gd name="csX140" fmla="*/ 200168 w 242686"/>
                <a:gd name="csY140" fmla="*/ 20542 h 243642"/>
                <a:gd name="csX141" fmla="*/ 201124 w 242686"/>
                <a:gd name="csY141" fmla="*/ 21020 h 243642"/>
                <a:gd name="csX142" fmla="*/ 203991 w 242686"/>
                <a:gd name="csY142" fmla="*/ 22453 h 243642"/>
                <a:gd name="csX143" fmla="*/ 207334 w 242686"/>
                <a:gd name="csY143" fmla="*/ 24842 h 243642"/>
                <a:gd name="csX144" fmla="*/ 211156 w 242686"/>
                <a:gd name="csY144" fmla="*/ 27231 h 243642"/>
                <a:gd name="csX145" fmla="*/ 211156 w 242686"/>
                <a:gd name="csY145" fmla="*/ 27231 h 243642"/>
                <a:gd name="csX146" fmla="*/ 214978 w 242686"/>
                <a:gd name="csY146" fmla="*/ 29141 h 243642"/>
                <a:gd name="csX147" fmla="*/ 218322 w 242686"/>
                <a:gd name="csY147" fmla="*/ 31530 h 243642"/>
                <a:gd name="csX148" fmla="*/ 218800 w 242686"/>
                <a:gd name="csY148" fmla="*/ 31530 h 243642"/>
                <a:gd name="csX149" fmla="*/ 222144 w 242686"/>
                <a:gd name="csY149" fmla="*/ 33919 h 243642"/>
                <a:gd name="csX150" fmla="*/ 225966 w 242686"/>
                <a:gd name="csY150" fmla="*/ 35830 h 243642"/>
                <a:gd name="csX151" fmla="*/ 229310 w 242686"/>
                <a:gd name="csY151" fmla="*/ 37741 h 243642"/>
                <a:gd name="csX152" fmla="*/ 234087 w 242686"/>
                <a:gd name="csY152" fmla="*/ 40607 h 243642"/>
                <a:gd name="csX153" fmla="*/ 235043 w 242686"/>
                <a:gd name="csY153" fmla="*/ 41563 h 243642"/>
                <a:gd name="csX154" fmla="*/ 238387 w 242686"/>
                <a:gd name="csY154" fmla="*/ 43473 h 243642"/>
                <a:gd name="csX155" fmla="*/ 242686 w 242686"/>
                <a:gd name="csY155" fmla="*/ 46340 h 243642"/>
                <a:gd name="csX156" fmla="*/ 235998 w 242686"/>
                <a:gd name="csY156" fmla="*/ 46340 h 243642"/>
                <a:gd name="csX157" fmla="*/ 226921 w 242686"/>
                <a:gd name="csY157" fmla="*/ 46340 h 243642"/>
                <a:gd name="csX158" fmla="*/ 220233 w 242686"/>
                <a:gd name="csY158" fmla="*/ 46340 h 243642"/>
                <a:gd name="csX159" fmla="*/ 214023 w 242686"/>
                <a:gd name="csY159" fmla="*/ 46340 h 243642"/>
                <a:gd name="csX160" fmla="*/ 207812 w 242686"/>
                <a:gd name="csY160" fmla="*/ 46340 h 243642"/>
                <a:gd name="csX161" fmla="*/ 208290 w 242686"/>
                <a:gd name="csY161" fmla="*/ 50639 h 243642"/>
                <a:gd name="csX162" fmla="*/ 208768 w 242686"/>
                <a:gd name="csY162" fmla="*/ 55894 h 243642"/>
                <a:gd name="csX163" fmla="*/ 209245 w 242686"/>
                <a:gd name="csY163" fmla="*/ 60672 h 243642"/>
                <a:gd name="csX164" fmla="*/ 210201 w 242686"/>
                <a:gd name="csY164" fmla="*/ 65449 h 243642"/>
                <a:gd name="csX165" fmla="*/ 210679 w 242686"/>
                <a:gd name="csY165" fmla="*/ 70704 h 243642"/>
                <a:gd name="csX166" fmla="*/ 211156 w 242686"/>
                <a:gd name="csY166" fmla="*/ 75481 h 243642"/>
                <a:gd name="csX167" fmla="*/ 211634 w 242686"/>
                <a:gd name="csY167" fmla="*/ 80258 h 243642"/>
                <a:gd name="csX168" fmla="*/ 212112 w 242686"/>
                <a:gd name="csY168" fmla="*/ 85514 h 243642"/>
                <a:gd name="csX169" fmla="*/ 213067 w 242686"/>
                <a:gd name="csY169" fmla="*/ 90291 h 243642"/>
                <a:gd name="csX170" fmla="*/ 213545 w 242686"/>
                <a:gd name="csY170" fmla="*/ 95068 h 243642"/>
                <a:gd name="csX171" fmla="*/ 214023 w 242686"/>
                <a:gd name="csY171" fmla="*/ 99846 h 243642"/>
                <a:gd name="csX172" fmla="*/ 214500 w 242686"/>
                <a:gd name="csY172" fmla="*/ 104623 h 243642"/>
                <a:gd name="csX173" fmla="*/ 214978 w 242686"/>
                <a:gd name="csY173" fmla="*/ 109400 h 243642"/>
                <a:gd name="csX174" fmla="*/ 215456 w 242686"/>
                <a:gd name="csY174" fmla="*/ 114655 h 243642"/>
                <a:gd name="csX175" fmla="*/ 216411 w 242686"/>
                <a:gd name="csY175" fmla="*/ 119432 h 243642"/>
                <a:gd name="csX176" fmla="*/ 216889 w 242686"/>
                <a:gd name="csY176" fmla="*/ 124210 h 243642"/>
                <a:gd name="csX177" fmla="*/ 217367 w 242686"/>
                <a:gd name="csY177" fmla="*/ 128987 h 243642"/>
                <a:gd name="csX178" fmla="*/ 217845 w 242686"/>
                <a:gd name="csY178" fmla="*/ 133764 h 243642"/>
                <a:gd name="csX179" fmla="*/ 218322 w 242686"/>
                <a:gd name="csY179" fmla="*/ 138542 h 243642"/>
                <a:gd name="csX180" fmla="*/ 219278 w 242686"/>
                <a:gd name="csY180" fmla="*/ 143319 h 243642"/>
                <a:gd name="csX181" fmla="*/ 219756 w 242686"/>
                <a:gd name="csY181" fmla="*/ 148096 h 243642"/>
                <a:gd name="csX182" fmla="*/ 220233 w 242686"/>
                <a:gd name="csY182" fmla="*/ 152873 h 243642"/>
                <a:gd name="csX183" fmla="*/ 220711 w 242686"/>
                <a:gd name="csY183" fmla="*/ 157651 h 243642"/>
                <a:gd name="csX184" fmla="*/ 221189 w 242686"/>
                <a:gd name="csY184" fmla="*/ 162428 h 243642"/>
                <a:gd name="csX185" fmla="*/ 221666 w 242686"/>
                <a:gd name="csY185" fmla="*/ 167205 h 243642"/>
                <a:gd name="csX186" fmla="*/ 222622 w 242686"/>
                <a:gd name="csY186" fmla="*/ 171983 h 243642"/>
                <a:gd name="csX187" fmla="*/ 223100 w 242686"/>
                <a:gd name="csY187" fmla="*/ 176760 h 243642"/>
                <a:gd name="csX188" fmla="*/ 223577 w 242686"/>
                <a:gd name="csY188" fmla="*/ 181537 h 243642"/>
                <a:gd name="csX189" fmla="*/ 224055 w 242686"/>
                <a:gd name="csY189" fmla="*/ 186314 h 243642"/>
                <a:gd name="csX190" fmla="*/ 224533 w 242686"/>
                <a:gd name="csY190" fmla="*/ 190614 h 243642"/>
                <a:gd name="csX191" fmla="*/ 225488 w 242686"/>
                <a:gd name="csY191" fmla="*/ 195391 h 243642"/>
                <a:gd name="csX192" fmla="*/ 225966 w 242686"/>
                <a:gd name="csY192" fmla="*/ 200169 h 243642"/>
                <a:gd name="csX193" fmla="*/ 226444 w 242686"/>
                <a:gd name="csY193" fmla="*/ 204946 h 243642"/>
                <a:gd name="csX194" fmla="*/ 226921 w 242686"/>
                <a:gd name="csY194" fmla="*/ 209723 h 243642"/>
                <a:gd name="csX195" fmla="*/ 229310 w 242686"/>
                <a:gd name="csY195" fmla="*/ 212112 h 243642"/>
                <a:gd name="csX196" fmla="*/ 232176 w 242686"/>
                <a:gd name="csY196" fmla="*/ 214978 h 243642"/>
                <a:gd name="csX197" fmla="*/ 231221 w 242686"/>
                <a:gd name="csY197" fmla="*/ 219278 h 243642"/>
                <a:gd name="csX198" fmla="*/ 230266 w 242686"/>
                <a:gd name="csY198" fmla="*/ 224055 h 243642"/>
                <a:gd name="csX199" fmla="*/ 229310 w 242686"/>
                <a:gd name="csY199" fmla="*/ 229788 h 243642"/>
                <a:gd name="csX200" fmla="*/ 229310 w 242686"/>
                <a:gd name="csY200" fmla="*/ 229788 h 243642"/>
                <a:gd name="csX201" fmla="*/ 225010 w 242686"/>
                <a:gd name="csY201" fmla="*/ 229788 h 243642"/>
                <a:gd name="csX202" fmla="*/ 221189 w 242686"/>
                <a:gd name="csY202" fmla="*/ 229788 h 243642"/>
                <a:gd name="csX203" fmla="*/ 216889 w 242686"/>
                <a:gd name="csY203" fmla="*/ 229788 h 243642"/>
                <a:gd name="csX204" fmla="*/ 213067 w 242686"/>
                <a:gd name="csY204" fmla="*/ 229788 h 243642"/>
                <a:gd name="csX205" fmla="*/ 208768 w 242686"/>
                <a:gd name="csY205" fmla="*/ 229788 h 243642"/>
                <a:gd name="csX206" fmla="*/ 204946 w 242686"/>
                <a:gd name="csY206" fmla="*/ 229788 h 243642"/>
                <a:gd name="csX207" fmla="*/ 200646 w 242686"/>
                <a:gd name="csY207" fmla="*/ 229788 h 243642"/>
                <a:gd name="csX208" fmla="*/ 196825 w 242686"/>
                <a:gd name="csY208" fmla="*/ 229788 h 243642"/>
                <a:gd name="csX209" fmla="*/ 192525 w 242686"/>
                <a:gd name="csY209" fmla="*/ 229788 h 243642"/>
                <a:gd name="csX210" fmla="*/ 188703 w 242686"/>
                <a:gd name="csY210" fmla="*/ 229788 h 243642"/>
                <a:gd name="csX211" fmla="*/ 184403 w 242686"/>
                <a:gd name="csY211" fmla="*/ 229788 h 243642"/>
                <a:gd name="csX212" fmla="*/ 180582 w 242686"/>
                <a:gd name="csY212" fmla="*/ 229788 h 243642"/>
                <a:gd name="csX213" fmla="*/ 176760 w 242686"/>
                <a:gd name="csY213" fmla="*/ 229788 h 243642"/>
                <a:gd name="csX214" fmla="*/ 172460 w 242686"/>
                <a:gd name="csY214" fmla="*/ 229788 h 243642"/>
                <a:gd name="csX215" fmla="*/ 168638 w 242686"/>
                <a:gd name="csY215" fmla="*/ 229788 h 243642"/>
                <a:gd name="csX216" fmla="*/ 164339 w 242686"/>
                <a:gd name="csY216" fmla="*/ 229788 h 243642"/>
                <a:gd name="csX217" fmla="*/ 160517 w 242686"/>
                <a:gd name="csY217" fmla="*/ 229788 h 243642"/>
                <a:gd name="csX218" fmla="*/ 156695 w 242686"/>
                <a:gd name="csY218" fmla="*/ 229788 h 243642"/>
                <a:gd name="csX219" fmla="*/ 154307 w 242686"/>
                <a:gd name="csY219" fmla="*/ 229788 h 243642"/>
                <a:gd name="csX220" fmla="*/ 153351 w 242686"/>
                <a:gd name="csY220" fmla="*/ 229310 h 243642"/>
                <a:gd name="csX221" fmla="*/ 153351 w 242686"/>
                <a:gd name="csY221" fmla="*/ 226444 h 243642"/>
                <a:gd name="csX222" fmla="*/ 153351 w 242686"/>
                <a:gd name="csY222" fmla="*/ 226444 h 243642"/>
                <a:gd name="csX223" fmla="*/ 152396 w 242686"/>
                <a:gd name="csY223" fmla="*/ 226444 h 243642"/>
                <a:gd name="csX224" fmla="*/ 151918 w 242686"/>
                <a:gd name="csY224" fmla="*/ 227399 h 243642"/>
                <a:gd name="csX225" fmla="*/ 151440 w 242686"/>
                <a:gd name="csY225" fmla="*/ 228355 h 243642"/>
                <a:gd name="csX226" fmla="*/ 151440 w 242686"/>
                <a:gd name="csY226" fmla="*/ 229310 h 243642"/>
                <a:gd name="csX227" fmla="*/ 151440 w 242686"/>
                <a:gd name="csY227" fmla="*/ 230266 h 243642"/>
                <a:gd name="csX228" fmla="*/ 148574 w 242686"/>
                <a:gd name="csY228" fmla="*/ 230743 h 243642"/>
                <a:gd name="csX229" fmla="*/ 145230 w 242686"/>
                <a:gd name="csY229" fmla="*/ 231699 h 243642"/>
                <a:gd name="csX230" fmla="*/ 141408 w 242686"/>
                <a:gd name="csY230" fmla="*/ 232176 h 243642"/>
                <a:gd name="csX231" fmla="*/ 137586 w 242686"/>
                <a:gd name="csY231" fmla="*/ 231699 h 243642"/>
                <a:gd name="csX232" fmla="*/ 136631 w 242686"/>
                <a:gd name="csY232" fmla="*/ 231699 h 243642"/>
                <a:gd name="csX233" fmla="*/ 135197 w 242686"/>
                <a:gd name="csY233" fmla="*/ 231221 h 243642"/>
                <a:gd name="csX234" fmla="*/ 135197 w 242686"/>
                <a:gd name="csY234" fmla="*/ 231221 h 243642"/>
                <a:gd name="csX235" fmla="*/ 132331 w 242686"/>
                <a:gd name="csY235" fmla="*/ 230743 h 243642"/>
                <a:gd name="csX236" fmla="*/ 130420 w 242686"/>
                <a:gd name="csY236" fmla="*/ 230743 h 243642"/>
                <a:gd name="csX237" fmla="*/ 128509 w 242686"/>
                <a:gd name="csY237" fmla="*/ 230743 h 243642"/>
                <a:gd name="csX238" fmla="*/ 126598 w 242686"/>
                <a:gd name="csY238" fmla="*/ 231221 h 243642"/>
                <a:gd name="csX239" fmla="*/ 126598 w 242686"/>
                <a:gd name="csY239" fmla="*/ 231221 h 243642"/>
                <a:gd name="csX240" fmla="*/ 125643 w 242686"/>
                <a:gd name="csY240" fmla="*/ 231699 h 243642"/>
                <a:gd name="csX241" fmla="*/ 124210 w 242686"/>
                <a:gd name="csY241" fmla="*/ 233610 h 243642"/>
                <a:gd name="csX242" fmla="*/ 122777 w 242686"/>
                <a:gd name="csY242" fmla="*/ 235998 h 243642"/>
                <a:gd name="csX243" fmla="*/ 122299 w 242686"/>
                <a:gd name="csY243" fmla="*/ 235998 h 243642"/>
                <a:gd name="csX244" fmla="*/ 121343 w 242686"/>
                <a:gd name="csY244" fmla="*/ 235998 h 243642"/>
                <a:gd name="csX245" fmla="*/ 120388 w 242686"/>
                <a:gd name="csY245" fmla="*/ 234565 h 243642"/>
                <a:gd name="csX246" fmla="*/ 117044 w 242686"/>
                <a:gd name="csY246" fmla="*/ 232176 h 243642"/>
                <a:gd name="csX247" fmla="*/ 117044 w 242686"/>
                <a:gd name="csY247" fmla="*/ 232176 h 243642"/>
                <a:gd name="csX248" fmla="*/ 113222 w 242686"/>
                <a:gd name="csY248" fmla="*/ 228833 h 243642"/>
                <a:gd name="csX249" fmla="*/ 111311 w 242686"/>
                <a:gd name="csY249" fmla="*/ 227399 h 243642"/>
                <a:gd name="csX250" fmla="*/ 110355 w 242686"/>
                <a:gd name="csY250" fmla="*/ 226921 h 243642"/>
                <a:gd name="csX251" fmla="*/ 108445 w 242686"/>
                <a:gd name="csY251" fmla="*/ 228355 h 243642"/>
                <a:gd name="csX252" fmla="*/ 107011 w 242686"/>
                <a:gd name="csY252" fmla="*/ 229310 h 243642"/>
                <a:gd name="csX253" fmla="*/ 105578 w 242686"/>
                <a:gd name="csY253" fmla="*/ 230743 h 243642"/>
                <a:gd name="csX254" fmla="*/ 104623 w 242686"/>
                <a:gd name="csY254" fmla="*/ 232654 h 243642"/>
                <a:gd name="csX255" fmla="*/ 104145 w 242686"/>
                <a:gd name="csY255" fmla="*/ 234565 h 243642"/>
                <a:gd name="csX256" fmla="*/ 103667 w 242686"/>
                <a:gd name="csY256" fmla="*/ 236476 h 243642"/>
                <a:gd name="csX257" fmla="*/ 103189 w 242686"/>
                <a:gd name="csY257" fmla="*/ 238865 h 243642"/>
                <a:gd name="csX258" fmla="*/ 101756 w 242686"/>
                <a:gd name="csY258" fmla="*/ 241253 h 243642"/>
                <a:gd name="csX259" fmla="*/ 101756 w 242686"/>
                <a:gd name="csY259" fmla="*/ 241253 h 243642"/>
                <a:gd name="csX260" fmla="*/ 100323 w 242686"/>
                <a:gd name="csY260" fmla="*/ 242687 h 243642"/>
                <a:gd name="csX261" fmla="*/ 98890 w 242686"/>
                <a:gd name="csY261" fmla="*/ 243164 h 243642"/>
                <a:gd name="csX262" fmla="*/ 98412 w 242686"/>
                <a:gd name="csY262" fmla="*/ 243642 h 243642"/>
                <a:gd name="csX263" fmla="*/ 95068 w 242686"/>
                <a:gd name="csY263" fmla="*/ 242687 h 243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</a:cxnLst>
              <a:rect l="l" t="t" r="r" b="b"/>
              <a:pathLst>
                <a:path w="242686" h="243642">
                  <a:moveTo>
                    <a:pt x="10510" y="223100"/>
                  </a:moveTo>
                  <a:lnTo>
                    <a:pt x="10510" y="214978"/>
                  </a:lnTo>
                  <a:lnTo>
                    <a:pt x="11943" y="211634"/>
                  </a:lnTo>
                  <a:lnTo>
                    <a:pt x="11943" y="208768"/>
                  </a:lnTo>
                  <a:lnTo>
                    <a:pt x="14332" y="202557"/>
                  </a:lnTo>
                  <a:lnTo>
                    <a:pt x="17198" y="197780"/>
                  </a:lnTo>
                  <a:lnTo>
                    <a:pt x="19587" y="191092"/>
                  </a:lnTo>
                  <a:lnTo>
                    <a:pt x="20542" y="184403"/>
                  </a:lnTo>
                  <a:lnTo>
                    <a:pt x="20542" y="178193"/>
                  </a:lnTo>
                  <a:lnTo>
                    <a:pt x="19587" y="172460"/>
                  </a:lnTo>
                  <a:lnTo>
                    <a:pt x="18154" y="168638"/>
                  </a:lnTo>
                  <a:lnTo>
                    <a:pt x="17198" y="163384"/>
                  </a:lnTo>
                  <a:lnTo>
                    <a:pt x="15287" y="160517"/>
                  </a:lnTo>
                  <a:lnTo>
                    <a:pt x="11943" y="157651"/>
                  </a:lnTo>
                  <a:lnTo>
                    <a:pt x="10988" y="156218"/>
                  </a:lnTo>
                  <a:lnTo>
                    <a:pt x="11943" y="155740"/>
                  </a:lnTo>
                  <a:lnTo>
                    <a:pt x="13854" y="155262"/>
                  </a:lnTo>
                  <a:lnTo>
                    <a:pt x="15287" y="153351"/>
                  </a:lnTo>
                  <a:lnTo>
                    <a:pt x="12421" y="154307"/>
                  </a:lnTo>
                  <a:lnTo>
                    <a:pt x="15765" y="148096"/>
                  </a:lnTo>
                  <a:lnTo>
                    <a:pt x="16721" y="144274"/>
                  </a:lnTo>
                  <a:lnTo>
                    <a:pt x="16721" y="141408"/>
                  </a:lnTo>
                  <a:lnTo>
                    <a:pt x="17198" y="139975"/>
                  </a:lnTo>
                  <a:lnTo>
                    <a:pt x="14809" y="136153"/>
                  </a:lnTo>
                  <a:lnTo>
                    <a:pt x="12899" y="131376"/>
                  </a:lnTo>
                  <a:lnTo>
                    <a:pt x="11943" y="130898"/>
                  </a:lnTo>
                  <a:lnTo>
                    <a:pt x="10988" y="130420"/>
                  </a:lnTo>
                  <a:lnTo>
                    <a:pt x="10510" y="131376"/>
                  </a:lnTo>
                  <a:lnTo>
                    <a:pt x="10032" y="132331"/>
                  </a:lnTo>
                  <a:lnTo>
                    <a:pt x="9077" y="131853"/>
                  </a:lnTo>
                  <a:lnTo>
                    <a:pt x="6688" y="128509"/>
                  </a:lnTo>
                  <a:lnTo>
                    <a:pt x="3822" y="123254"/>
                  </a:lnTo>
                  <a:lnTo>
                    <a:pt x="2866" y="122777"/>
                  </a:lnTo>
                  <a:lnTo>
                    <a:pt x="1911" y="123254"/>
                  </a:lnTo>
                  <a:lnTo>
                    <a:pt x="1433" y="124210"/>
                  </a:lnTo>
                  <a:lnTo>
                    <a:pt x="478" y="128509"/>
                  </a:lnTo>
                  <a:lnTo>
                    <a:pt x="0" y="126598"/>
                  </a:lnTo>
                  <a:lnTo>
                    <a:pt x="478" y="124687"/>
                  </a:lnTo>
                  <a:lnTo>
                    <a:pt x="1433" y="122299"/>
                  </a:lnTo>
                  <a:lnTo>
                    <a:pt x="2389" y="118477"/>
                  </a:lnTo>
                  <a:lnTo>
                    <a:pt x="4777" y="118477"/>
                  </a:lnTo>
                  <a:lnTo>
                    <a:pt x="9077" y="118477"/>
                  </a:lnTo>
                  <a:lnTo>
                    <a:pt x="13854" y="118477"/>
                  </a:lnTo>
                  <a:lnTo>
                    <a:pt x="18631" y="118477"/>
                  </a:lnTo>
                  <a:lnTo>
                    <a:pt x="22931" y="118477"/>
                  </a:lnTo>
                  <a:lnTo>
                    <a:pt x="27708" y="118477"/>
                  </a:lnTo>
                  <a:lnTo>
                    <a:pt x="32008" y="118477"/>
                  </a:lnTo>
                  <a:lnTo>
                    <a:pt x="36785" y="118477"/>
                  </a:lnTo>
                  <a:lnTo>
                    <a:pt x="41085" y="118477"/>
                  </a:lnTo>
                  <a:lnTo>
                    <a:pt x="45862" y="118477"/>
                  </a:lnTo>
                  <a:lnTo>
                    <a:pt x="50162" y="118477"/>
                  </a:lnTo>
                  <a:lnTo>
                    <a:pt x="54939" y="118477"/>
                  </a:lnTo>
                  <a:lnTo>
                    <a:pt x="54939" y="118477"/>
                  </a:lnTo>
                  <a:lnTo>
                    <a:pt x="59238" y="118477"/>
                  </a:lnTo>
                  <a:lnTo>
                    <a:pt x="64016" y="118477"/>
                  </a:lnTo>
                  <a:lnTo>
                    <a:pt x="68315" y="118477"/>
                  </a:lnTo>
                  <a:lnTo>
                    <a:pt x="73093" y="118477"/>
                  </a:lnTo>
                  <a:lnTo>
                    <a:pt x="77392" y="118477"/>
                  </a:lnTo>
                  <a:lnTo>
                    <a:pt x="80258" y="118477"/>
                  </a:lnTo>
                  <a:lnTo>
                    <a:pt x="80736" y="118477"/>
                  </a:lnTo>
                  <a:lnTo>
                    <a:pt x="80258" y="115611"/>
                  </a:lnTo>
                  <a:lnTo>
                    <a:pt x="80258" y="113700"/>
                  </a:lnTo>
                  <a:lnTo>
                    <a:pt x="80258" y="110833"/>
                  </a:lnTo>
                  <a:lnTo>
                    <a:pt x="79781" y="108445"/>
                  </a:lnTo>
                  <a:lnTo>
                    <a:pt x="79781" y="105578"/>
                  </a:lnTo>
                  <a:lnTo>
                    <a:pt x="79303" y="102712"/>
                  </a:lnTo>
                  <a:lnTo>
                    <a:pt x="79303" y="100323"/>
                  </a:lnTo>
                  <a:lnTo>
                    <a:pt x="79303" y="97935"/>
                  </a:lnTo>
                  <a:lnTo>
                    <a:pt x="78825" y="95546"/>
                  </a:lnTo>
                  <a:lnTo>
                    <a:pt x="78825" y="94590"/>
                  </a:lnTo>
                  <a:lnTo>
                    <a:pt x="77870" y="91724"/>
                  </a:lnTo>
                  <a:lnTo>
                    <a:pt x="77392" y="90769"/>
                  </a:lnTo>
                  <a:lnTo>
                    <a:pt x="77870" y="89335"/>
                  </a:lnTo>
                  <a:lnTo>
                    <a:pt x="78347" y="87902"/>
                  </a:lnTo>
                  <a:lnTo>
                    <a:pt x="80258" y="85991"/>
                  </a:lnTo>
                  <a:lnTo>
                    <a:pt x="83125" y="84080"/>
                  </a:lnTo>
                  <a:lnTo>
                    <a:pt x="85991" y="82170"/>
                  </a:lnTo>
                  <a:lnTo>
                    <a:pt x="88380" y="80736"/>
                  </a:lnTo>
                  <a:lnTo>
                    <a:pt x="89813" y="80258"/>
                  </a:lnTo>
                  <a:lnTo>
                    <a:pt x="93157" y="79781"/>
                  </a:lnTo>
                  <a:lnTo>
                    <a:pt x="93157" y="79781"/>
                  </a:lnTo>
                  <a:lnTo>
                    <a:pt x="96024" y="78348"/>
                  </a:lnTo>
                  <a:lnTo>
                    <a:pt x="98890" y="77392"/>
                  </a:lnTo>
                  <a:lnTo>
                    <a:pt x="100323" y="76437"/>
                  </a:lnTo>
                  <a:lnTo>
                    <a:pt x="100323" y="74526"/>
                  </a:lnTo>
                  <a:lnTo>
                    <a:pt x="100323" y="72137"/>
                  </a:lnTo>
                  <a:lnTo>
                    <a:pt x="100323" y="69271"/>
                  </a:lnTo>
                  <a:lnTo>
                    <a:pt x="100323" y="66882"/>
                  </a:lnTo>
                  <a:lnTo>
                    <a:pt x="100323" y="64016"/>
                  </a:lnTo>
                  <a:lnTo>
                    <a:pt x="100323" y="61149"/>
                  </a:lnTo>
                  <a:lnTo>
                    <a:pt x="100323" y="58761"/>
                  </a:lnTo>
                  <a:lnTo>
                    <a:pt x="100323" y="55894"/>
                  </a:lnTo>
                  <a:lnTo>
                    <a:pt x="100323" y="53028"/>
                  </a:lnTo>
                  <a:lnTo>
                    <a:pt x="100323" y="50639"/>
                  </a:lnTo>
                  <a:lnTo>
                    <a:pt x="100323" y="47773"/>
                  </a:lnTo>
                  <a:lnTo>
                    <a:pt x="100323" y="44907"/>
                  </a:lnTo>
                  <a:lnTo>
                    <a:pt x="100323" y="42518"/>
                  </a:lnTo>
                  <a:lnTo>
                    <a:pt x="100323" y="39651"/>
                  </a:lnTo>
                  <a:lnTo>
                    <a:pt x="100323" y="36785"/>
                  </a:lnTo>
                  <a:lnTo>
                    <a:pt x="100323" y="33919"/>
                  </a:lnTo>
                  <a:lnTo>
                    <a:pt x="100323" y="31530"/>
                  </a:lnTo>
                  <a:lnTo>
                    <a:pt x="100323" y="28664"/>
                  </a:lnTo>
                  <a:lnTo>
                    <a:pt x="100323" y="26275"/>
                  </a:lnTo>
                  <a:lnTo>
                    <a:pt x="103189" y="26275"/>
                  </a:lnTo>
                  <a:lnTo>
                    <a:pt x="107011" y="26275"/>
                  </a:lnTo>
                  <a:lnTo>
                    <a:pt x="110833" y="26275"/>
                  </a:lnTo>
                  <a:lnTo>
                    <a:pt x="114177" y="26275"/>
                  </a:lnTo>
                  <a:lnTo>
                    <a:pt x="117999" y="26275"/>
                  </a:lnTo>
                  <a:lnTo>
                    <a:pt x="121821" y="26275"/>
                  </a:lnTo>
                  <a:lnTo>
                    <a:pt x="125643" y="26275"/>
                  </a:lnTo>
                  <a:lnTo>
                    <a:pt x="128987" y="26275"/>
                  </a:lnTo>
                  <a:lnTo>
                    <a:pt x="132809" y="26275"/>
                  </a:lnTo>
                  <a:lnTo>
                    <a:pt x="136631" y="26275"/>
                  </a:lnTo>
                  <a:lnTo>
                    <a:pt x="140452" y="26275"/>
                  </a:lnTo>
                  <a:lnTo>
                    <a:pt x="143796" y="26275"/>
                  </a:lnTo>
                  <a:lnTo>
                    <a:pt x="147618" y="26275"/>
                  </a:lnTo>
                  <a:lnTo>
                    <a:pt x="151440" y="26275"/>
                  </a:lnTo>
                  <a:lnTo>
                    <a:pt x="155262" y="26275"/>
                  </a:lnTo>
                  <a:lnTo>
                    <a:pt x="158606" y="26275"/>
                  </a:lnTo>
                  <a:lnTo>
                    <a:pt x="162428" y="26275"/>
                  </a:lnTo>
                  <a:lnTo>
                    <a:pt x="166250" y="26275"/>
                  </a:lnTo>
                  <a:lnTo>
                    <a:pt x="166250" y="26275"/>
                  </a:lnTo>
                  <a:lnTo>
                    <a:pt x="166250" y="23886"/>
                  </a:lnTo>
                  <a:lnTo>
                    <a:pt x="166250" y="20542"/>
                  </a:lnTo>
                  <a:lnTo>
                    <a:pt x="166250" y="16243"/>
                  </a:lnTo>
                  <a:lnTo>
                    <a:pt x="166250" y="11466"/>
                  </a:lnTo>
                  <a:lnTo>
                    <a:pt x="166250" y="7644"/>
                  </a:lnTo>
                  <a:lnTo>
                    <a:pt x="166250" y="3344"/>
                  </a:lnTo>
                  <a:lnTo>
                    <a:pt x="166250" y="0"/>
                  </a:lnTo>
                  <a:lnTo>
                    <a:pt x="166250" y="0"/>
                  </a:lnTo>
                  <a:lnTo>
                    <a:pt x="170072" y="2389"/>
                  </a:lnTo>
                  <a:lnTo>
                    <a:pt x="173893" y="4777"/>
                  </a:lnTo>
                  <a:lnTo>
                    <a:pt x="173893" y="4777"/>
                  </a:lnTo>
                  <a:lnTo>
                    <a:pt x="177715" y="6688"/>
                  </a:lnTo>
                  <a:lnTo>
                    <a:pt x="181537" y="9077"/>
                  </a:lnTo>
                  <a:lnTo>
                    <a:pt x="184881" y="11466"/>
                  </a:lnTo>
                  <a:lnTo>
                    <a:pt x="188703" y="13376"/>
                  </a:lnTo>
                  <a:lnTo>
                    <a:pt x="192525" y="15765"/>
                  </a:lnTo>
                  <a:lnTo>
                    <a:pt x="196347" y="18154"/>
                  </a:lnTo>
                  <a:lnTo>
                    <a:pt x="196347" y="18154"/>
                  </a:lnTo>
                  <a:lnTo>
                    <a:pt x="200168" y="20542"/>
                  </a:lnTo>
                  <a:lnTo>
                    <a:pt x="201124" y="21020"/>
                  </a:lnTo>
                  <a:lnTo>
                    <a:pt x="203991" y="22453"/>
                  </a:lnTo>
                  <a:lnTo>
                    <a:pt x="207334" y="24842"/>
                  </a:lnTo>
                  <a:lnTo>
                    <a:pt x="211156" y="27231"/>
                  </a:lnTo>
                  <a:lnTo>
                    <a:pt x="211156" y="27231"/>
                  </a:lnTo>
                  <a:lnTo>
                    <a:pt x="214978" y="29141"/>
                  </a:lnTo>
                  <a:lnTo>
                    <a:pt x="218322" y="31530"/>
                  </a:lnTo>
                  <a:lnTo>
                    <a:pt x="218800" y="31530"/>
                  </a:lnTo>
                  <a:lnTo>
                    <a:pt x="222144" y="33919"/>
                  </a:lnTo>
                  <a:lnTo>
                    <a:pt x="225966" y="35830"/>
                  </a:lnTo>
                  <a:lnTo>
                    <a:pt x="229310" y="37741"/>
                  </a:lnTo>
                  <a:lnTo>
                    <a:pt x="234087" y="40607"/>
                  </a:lnTo>
                  <a:lnTo>
                    <a:pt x="235043" y="41563"/>
                  </a:lnTo>
                  <a:lnTo>
                    <a:pt x="238387" y="43473"/>
                  </a:lnTo>
                  <a:lnTo>
                    <a:pt x="242686" y="46340"/>
                  </a:lnTo>
                  <a:lnTo>
                    <a:pt x="235998" y="46340"/>
                  </a:lnTo>
                  <a:lnTo>
                    <a:pt x="226921" y="46340"/>
                  </a:lnTo>
                  <a:lnTo>
                    <a:pt x="220233" y="46340"/>
                  </a:lnTo>
                  <a:lnTo>
                    <a:pt x="214023" y="46340"/>
                  </a:lnTo>
                  <a:lnTo>
                    <a:pt x="207812" y="46340"/>
                  </a:lnTo>
                  <a:lnTo>
                    <a:pt x="208290" y="50639"/>
                  </a:lnTo>
                  <a:lnTo>
                    <a:pt x="208768" y="55894"/>
                  </a:lnTo>
                  <a:lnTo>
                    <a:pt x="209245" y="60672"/>
                  </a:lnTo>
                  <a:lnTo>
                    <a:pt x="210201" y="65449"/>
                  </a:lnTo>
                  <a:lnTo>
                    <a:pt x="210679" y="70704"/>
                  </a:lnTo>
                  <a:lnTo>
                    <a:pt x="211156" y="75481"/>
                  </a:lnTo>
                  <a:lnTo>
                    <a:pt x="211634" y="80258"/>
                  </a:lnTo>
                  <a:lnTo>
                    <a:pt x="212112" y="85514"/>
                  </a:lnTo>
                  <a:lnTo>
                    <a:pt x="213067" y="90291"/>
                  </a:lnTo>
                  <a:lnTo>
                    <a:pt x="213545" y="95068"/>
                  </a:lnTo>
                  <a:lnTo>
                    <a:pt x="214023" y="99846"/>
                  </a:lnTo>
                  <a:lnTo>
                    <a:pt x="214500" y="104623"/>
                  </a:lnTo>
                  <a:lnTo>
                    <a:pt x="214978" y="109400"/>
                  </a:lnTo>
                  <a:lnTo>
                    <a:pt x="215456" y="114655"/>
                  </a:lnTo>
                  <a:lnTo>
                    <a:pt x="216411" y="119432"/>
                  </a:lnTo>
                  <a:lnTo>
                    <a:pt x="216889" y="124210"/>
                  </a:lnTo>
                  <a:lnTo>
                    <a:pt x="217367" y="128987"/>
                  </a:lnTo>
                  <a:lnTo>
                    <a:pt x="217845" y="133764"/>
                  </a:lnTo>
                  <a:lnTo>
                    <a:pt x="218322" y="138542"/>
                  </a:lnTo>
                  <a:lnTo>
                    <a:pt x="219278" y="143319"/>
                  </a:lnTo>
                  <a:lnTo>
                    <a:pt x="219756" y="148096"/>
                  </a:lnTo>
                  <a:lnTo>
                    <a:pt x="220233" y="152873"/>
                  </a:lnTo>
                  <a:lnTo>
                    <a:pt x="220711" y="157651"/>
                  </a:lnTo>
                  <a:lnTo>
                    <a:pt x="221189" y="162428"/>
                  </a:lnTo>
                  <a:lnTo>
                    <a:pt x="221666" y="167205"/>
                  </a:lnTo>
                  <a:lnTo>
                    <a:pt x="222622" y="171983"/>
                  </a:lnTo>
                  <a:lnTo>
                    <a:pt x="223100" y="176760"/>
                  </a:lnTo>
                  <a:lnTo>
                    <a:pt x="223577" y="181537"/>
                  </a:lnTo>
                  <a:lnTo>
                    <a:pt x="224055" y="186314"/>
                  </a:lnTo>
                  <a:lnTo>
                    <a:pt x="224533" y="190614"/>
                  </a:lnTo>
                  <a:lnTo>
                    <a:pt x="225488" y="195391"/>
                  </a:lnTo>
                  <a:lnTo>
                    <a:pt x="225966" y="200169"/>
                  </a:lnTo>
                  <a:lnTo>
                    <a:pt x="226444" y="204946"/>
                  </a:lnTo>
                  <a:lnTo>
                    <a:pt x="226921" y="209723"/>
                  </a:lnTo>
                  <a:lnTo>
                    <a:pt x="229310" y="212112"/>
                  </a:lnTo>
                  <a:lnTo>
                    <a:pt x="232176" y="214978"/>
                  </a:lnTo>
                  <a:lnTo>
                    <a:pt x="231221" y="219278"/>
                  </a:lnTo>
                  <a:lnTo>
                    <a:pt x="230266" y="224055"/>
                  </a:lnTo>
                  <a:lnTo>
                    <a:pt x="229310" y="229788"/>
                  </a:lnTo>
                  <a:lnTo>
                    <a:pt x="229310" y="229788"/>
                  </a:lnTo>
                  <a:lnTo>
                    <a:pt x="225010" y="229788"/>
                  </a:lnTo>
                  <a:lnTo>
                    <a:pt x="221189" y="229788"/>
                  </a:lnTo>
                  <a:lnTo>
                    <a:pt x="216889" y="229788"/>
                  </a:lnTo>
                  <a:lnTo>
                    <a:pt x="213067" y="229788"/>
                  </a:lnTo>
                  <a:lnTo>
                    <a:pt x="208768" y="229788"/>
                  </a:lnTo>
                  <a:lnTo>
                    <a:pt x="204946" y="229788"/>
                  </a:lnTo>
                  <a:lnTo>
                    <a:pt x="200646" y="229788"/>
                  </a:lnTo>
                  <a:lnTo>
                    <a:pt x="196825" y="229788"/>
                  </a:lnTo>
                  <a:lnTo>
                    <a:pt x="192525" y="229788"/>
                  </a:lnTo>
                  <a:lnTo>
                    <a:pt x="188703" y="229788"/>
                  </a:lnTo>
                  <a:lnTo>
                    <a:pt x="184403" y="229788"/>
                  </a:lnTo>
                  <a:lnTo>
                    <a:pt x="180582" y="229788"/>
                  </a:lnTo>
                  <a:lnTo>
                    <a:pt x="176760" y="229788"/>
                  </a:lnTo>
                  <a:lnTo>
                    <a:pt x="172460" y="229788"/>
                  </a:lnTo>
                  <a:lnTo>
                    <a:pt x="168638" y="229788"/>
                  </a:lnTo>
                  <a:lnTo>
                    <a:pt x="164339" y="229788"/>
                  </a:lnTo>
                  <a:lnTo>
                    <a:pt x="160517" y="229788"/>
                  </a:lnTo>
                  <a:lnTo>
                    <a:pt x="156695" y="229788"/>
                  </a:lnTo>
                  <a:lnTo>
                    <a:pt x="154307" y="229788"/>
                  </a:lnTo>
                  <a:lnTo>
                    <a:pt x="153351" y="229310"/>
                  </a:lnTo>
                  <a:lnTo>
                    <a:pt x="153351" y="226444"/>
                  </a:lnTo>
                  <a:lnTo>
                    <a:pt x="153351" y="226444"/>
                  </a:lnTo>
                  <a:lnTo>
                    <a:pt x="152396" y="226444"/>
                  </a:lnTo>
                  <a:lnTo>
                    <a:pt x="151918" y="227399"/>
                  </a:lnTo>
                  <a:lnTo>
                    <a:pt x="151440" y="228355"/>
                  </a:lnTo>
                  <a:lnTo>
                    <a:pt x="151440" y="229310"/>
                  </a:lnTo>
                  <a:lnTo>
                    <a:pt x="151440" y="230266"/>
                  </a:lnTo>
                  <a:lnTo>
                    <a:pt x="148574" y="230743"/>
                  </a:lnTo>
                  <a:lnTo>
                    <a:pt x="145230" y="231699"/>
                  </a:lnTo>
                  <a:lnTo>
                    <a:pt x="141408" y="232176"/>
                  </a:lnTo>
                  <a:lnTo>
                    <a:pt x="137586" y="231699"/>
                  </a:lnTo>
                  <a:lnTo>
                    <a:pt x="136631" y="231699"/>
                  </a:lnTo>
                  <a:lnTo>
                    <a:pt x="135197" y="231221"/>
                  </a:lnTo>
                  <a:lnTo>
                    <a:pt x="135197" y="231221"/>
                  </a:lnTo>
                  <a:lnTo>
                    <a:pt x="132331" y="230743"/>
                  </a:lnTo>
                  <a:lnTo>
                    <a:pt x="130420" y="230743"/>
                  </a:lnTo>
                  <a:lnTo>
                    <a:pt x="128509" y="230743"/>
                  </a:lnTo>
                  <a:lnTo>
                    <a:pt x="126598" y="231221"/>
                  </a:lnTo>
                  <a:lnTo>
                    <a:pt x="126598" y="231221"/>
                  </a:lnTo>
                  <a:lnTo>
                    <a:pt x="125643" y="231699"/>
                  </a:lnTo>
                  <a:lnTo>
                    <a:pt x="124210" y="233610"/>
                  </a:lnTo>
                  <a:lnTo>
                    <a:pt x="122777" y="235998"/>
                  </a:lnTo>
                  <a:lnTo>
                    <a:pt x="122299" y="235998"/>
                  </a:lnTo>
                  <a:lnTo>
                    <a:pt x="121343" y="235998"/>
                  </a:lnTo>
                  <a:lnTo>
                    <a:pt x="120388" y="234565"/>
                  </a:lnTo>
                  <a:lnTo>
                    <a:pt x="117044" y="232176"/>
                  </a:lnTo>
                  <a:lnTo>
                    <a:pt x="117044" y="232176"/>
                  </a:lnTo>
                  <a:lnTo>
                    <a:pt x="113222" y="228833"/>
                  </a:lnTo>
                  <a:lnTo>
                    <a:pt x="111311" y="227399"/>
                  </a:lnTo>
                  <a:lnTo>
                    <a:pt x="110355" y="226921"/>
                  </a:lnTo>
                  <a:lnTo>
                    <a:pt x="108445" y="228355"/>
                  </a:lnTo>
                  <a:lnTo>
                    <a:pt x="107011" y="229310"/>
                  </a:lnTo>
                  <a:lnTo>
                    <a:pt x="105578" y="230743"/>
                  </a:lnTo>
                  <a:lnTo>
                    <a:pt x="104623" y="232654"/>
                  </a:lnTo>
                  <a:lnTo>
                    <a:pt x="104145" y="234565"/>
                  </a:lnTo>
                  <a:lnTo>
                    <a:pt x="103667" y="236476"/>
                  </a:lnTo>
                  <a:lnTo>
                    <a:pt x="103189" y="238865"/>
                  </a:lnTo>
                  <a:lnTo>
                    <a:pt x="101756" y="241253"/>
                  </a:lnTo>
                  <a:lnTo>
                    <a:pt x="101756" y="241253"/>
                  </a:lnTo>
                  <a:lnTo>
                    <a:pt x="100323" y="242687"/>
                  </a:lnTo>
                  <a:lnTo>
                    <a:pt x="98890" y="243164"/>
                  </a:lnTo>
                  <a:lnTo>
                    <a:pt x="98412" y="243642"/>
                  </a:lnTo>
                  <a:lnTo>
                    <a:pt x="95068" y="24268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3" name="Freeform 5002">
              <a:extLst>
                <a:ext uri="{FF2B5EF4-FFF2-40B4-BE49-F238E27FC236}">
                  <a16:creationId xmlns:a16="http://schemas.microsoft.com/office/drawing/2014/main" id="{5CFBC93D-AFC1-0B67-1D1F-D50537077598}"/>
                </a:ext>
              </a:extLst>
            </p:cNvPr>
            <p:cNvSpPr/>
            <p:nvPr/>
          </p:nvSpPr>
          <p:spPr>
            <a:xfrm>
              <a:off x="5561898" y="4431060"/>
              <a:ext cx="2388" cy="477"/>
            </a:xfrm>
            <a:custGeom>
              <a:avLst/>
              <a:gdLst>
                <a:gd name="csX0" fmla="*/ 2389 w 2388"/>
                <a:gd name="csY0" fmla="*/ 478 h 477"/>
                <a:gd name="csX1" fmla="*/ 1433 w 2388"/>
                <a:gd name="csY1" fmla="*/ 0 h 477"/>
                <a:gd name="csX2" fmla="*/ 0 w 2388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477">
                  <a:moveTo>
                    <a:pt x="2389" y="478"/>
                  </a:moveTo>
                  <a:lnTo>
                    <a:pt x="1433" y="0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4" name="Freeform 5003">
              <a:extLst>
                <a:ext uri="{FF2B5EF4-FFF2-40B4-BE49-F238E27FC236}">
                  <a16:creationId xmlns:a16="http://schemas.microsoft.com/office/drawing/2014/main" id="{F02A2BB8-7F22-14F4-C694-6C0895D9B653}"/>
                </a:ext>
              </a:extLst>
            </p:cNvPr>
            <p:cNvSpPr/>
            <p:nvPr/>
          </p:nvSpPr>
          <p:spPr>
            <a:xfrm>
              <a:off x="5578618" y="4430105"/>
              <a:ext cx="5254" cy="477"/>
            </a:xfrm>
            <a:custGeom>
              <a:avLst/>
              <a:gdLst>
                <a:gd name="csX0" fmla="*/ 5255 w 5254"/>
                <a:gd name="csY0" fmla="*/ 0 h 477"/>
                <a:gd name="csX1" fmla="*/ 3344 w 5254"/>
                <a:gd name="csY1" fmla="*/ 478 h 477"/>
                <a:gd name="csX2" fmla="*/ 0 w 5254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54" h="477">
                  <a:moveTo>
                    <a:pt x="5255" y="0"/>
                  </a:moveTo>
                  <a:lnTo>
                    <a:pt x="3344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5" name="Freeform 5004">
              <a:extLst>
                <a:ext uri="{FF2B5EF4-FFF2-40B4-BE49-F238E27FC236}">
                  <a16:creationId xmlns:a16="http://schemas.microsoft.com/office/drawing/2014/main" id="{AAE647FE-C298-5288-0ED2-210C749A9B69}"/>
                </a:ext>
              </a:extLst>
            </p:cNvPr>
            <p:cNvSpPr/>
            <p:nvPr/>
          </p:nvSpPr>
          <p:spPr>
            <a:xfrm>
              <a:off x="5584351" y="4429149"/>
              <a:ext cx="955" cy="477"/>
            </a:xfrm>
            <a:custGeom>
              <a:avLst/>
              <a:gdLst>
                <a:gd name="csX0" fmla="*/ 955 w 955"/>
                <a:gd name="csY0" fmla="*/ 478 h 477"/>
                <a:gd name="csX1" fmla="*/ 0 w 955"/>
                <a:gd name="csY1" fmla="*/ 0 h 477"/>
                <a:gd name="csX2" fmla="*/ 0 w 955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955" y="4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6" name="Freeform 5005">
              <a:extLst>
                <a:ext uri="{FF2B5EF4-FFF2-40B4-BE49-F238E27FC236}">
                  <a16:creationId xmlns:a16="http://schemas.microsoft.com/office/drawing/2014/main" id="{1C7482D6-8383-A993-B73F-3EE94C683940}"/>
                </a:ext>
              </a:extLst>
            </p:cNvPr>
            <p:cNvSpPr/>
            <p:nvPr/>
          </p:nvSpPr>
          <p:spPr>
            <a:xfrm>
              <a:off x="5600116" y="4430582"/>
              <a:ext cx="6688" cy="6210"/>
            </a:xfrm>
            <a:custGeom>
              <a:avLst/>
              <a:gdLst>
                <a:gd name="csX0" fmla="*/ 6688 w 6688"/>
                <a:gd name="csY0" fmla="*/ 6210 h 6210"/>
                <a:gd name="csX1" fmla="*/ 6688 w 6688"/>
                <a:gd name="csY1" fmla="*/ 5255 h 6210"/>
                <a:gd name="csX2" fmla="*/ 4299 w 6688"/>
                <a:gd name="csY2" fmla="*/ 2867 h 6210"/>
                <a:gd name="csX3" fmla="*/ 0 w 6688"/>
                <a:gd name="csY3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688" h="6210">
                  <a:moveTo>
                    <a:pt x="6688" y="6210"/>
                  </a:moveTo>
                  <a:lnTo>
                    <a:pt x="6688" y="5255"/>
                  </a:lnTo>
                  <a:lnTo>
                    <a:pt x="4299" y="2867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7" name="Freeform 5006">
              <a:extLst>
                <a:ext uri="{FF2B5EF4-FFF2-40B4-BE49-F238E27FC236}">
                  <a16:creationId xmlns:a16="http://schemas.microsoft.com/office/drawing/2014/main" id="{9CBD0335-BE57-4AB4-4940-FFFCA913A10E}"/>
                </a:ext>
              </a:extLst>
            </p:cNvPr>
            <p:cNvSpPr/>
            <p:nvPr/>
          </p:nvSpPr>
          <p:spPr>
            <a:xfrm>
              <a:off x="5606804" y="4436793"/>
              <a:ext cx="477" cy="955"/>
            </a:xfrm>
            <a:custGeom>
              <a:avLst/>
              <a:gdLst>
                <a:gd name="csX0" fmla="*/ 478 w 477"/>
                <a:gd name="csY0" fmla="*/ 955 h 955"/>
                <a:gd name="csX1" fmla="*/ 0 w 477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955">
                  <a:moveTo>
                    <a:pt x="478" y="955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8" name="Freeform 5007">
              <a:extLst>
                <a:ext uri="{FF2B5EF4-FFF2-40B4-BE49-F238E27FC236}">
                  <a16:creationId xmlns:a16="http://schemas.microsoft.com/office/drawing/2014/main" id="{C5F2E740-E656-0080-C3E0-D000D560255B}"/>
                </a:ext>
              </a:extLst>
            </p:cNvPr>
            <p:cNvSpPr/>
            <p:nvPr/>
          </p:nvSpPr>
          <p:spPr>
            <a:xfrm>
              <a:off x="5611581" y="4438226"/>
              <a:ext cx="955" cy="955"/>
            </a:xfrm>
            <a:custGeom>
              <a:avLst/>
              <a:gdLst>
                <a:gd name="csX0" fmla="*/ 956 w 955"/>
                <a:gd name="csY0" fmla="*/ 955 h 955"/>
                <a:gd name="csX1" fmla="*/ 478 w 955"/>
                <a:gd name="csY1" fmla="*/ 0 h 955"/>
                <a:gd name="csX2" fmla="*/ 0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956" y="955"/>
                  </a:moveTo>
                  <a:lnTo>
                    <a:pt x="478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9" name="Freeform 5008">
              <a:extLst>
                <a:ext uri="{FF2B5EF4-FFF2-40B4-BE49-F238E27FC236}">
                  <a16:creationId xmlns:a16="http://schemas.microsoft.com/office/drawing/2014/main" id="{1122C0E4-10AD-F923-B1BE-E3F86492D6E8}"/>
                </a:ext>
              </a:extLst>
            </p:cNvPr>
            <p:cNvSpPr/>
            <p:nvPr/>
          </p:nvSpPr>
          <p:spPr>
            <a:xfrm>
              <a:off x="5614925" y="4438704"/>
              <a:ext cx="1433" cy="955"/>
            </a:xfrm>
            <a:custGeom>
              <a:avLst/>
              <a:gdLst>
                <a:gd name="csX0" fmla="*/ 1433 w 1433"/>
                <a:gd name="csY0" fmla="*/ 956 h 955"/>
                <a:gd name="csX1" fmla="*/ 956 w 1433"/>
                <a:gd name="csY1" fmla="*/ 956 h 955"/>
                <a:gd name="csX2" fmla="*/ 956 w 1433"/>
                <a:gd name="csY2" fmla="*/ 478 h 955"/>
                <a:gd name="csX3" fmla="*/ 0 w 1433"/>
                <a:gd name="csY3" fmla="*/ 0 h 955"/>
                <a:gd name="csX4" fmla="*/ 0 w 1433"/>
                <a:gd name="csY4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955">
                  <a:moveTo>
                    <a:pt x="1433" y="956"/>
                  </a:moveTo>
                  <a:lnTo>
                    <a:pt x="956" y="956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0" name="Freeform 5009">
              <a:extLst>
                <a:ext uri="{FF2B5EF4-FFF2-40B4-BE49-F238E27FC236}">
                  <a16:creationId xmlns:a16="http://schemas.microsoft.com/office/drawing/2014/main" id="{745FF0A4-996C-8715-A50D-0240F3DCCC17}"/>
                </a:ext>
              </a:extLst>
            </p:cNvPr>
            <p:cNvSpPr/>
            <p:nvPr/>
          </p:nvSpPr>
          <p:spPr>
            <a:xfrm>
              <a:off x="5617792" y="4440615"/>
              <a:ext cx="4299" cy="8121"/>
            </a:xfrm>
            <a:custGeom>
              <a:avLst/>
              <a:gdLst>
                <a:gd name="csX0" fmla="*/ 4299 w 4299"/>
                <a:gd name="csY0" fmla="*/ 8121 h 8121"/>
                <a:gd name="csX1" fmla="*/ 2866 w 4299"/>
                <a:gd name="csY1" fmla="*/ 6688 h 8121"/>
                <a:gd name="csX2" fmla="*/ 2389 w 4299"/>
                <a:gd name="csY2" fmla="*/ 3822 h 8121"/>
                <a:gd name="csX3" fmla="*/ 1433 w 4299"/>
                <a:gd name="csY3" fmla="*/ 1433 h 8121"/>
                <a:gd name="csX4" fmla="*/ 0 w 4299"/>
                <a:gd name="csY4" fmla="*/ 0 h 8121"/>
                <a:gd name="csX5" fmla="*/ 0 w 4299"/>
                <a:gd name="csY5" fmla="*/ 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299" h="8121">
                  <a:moveTo>
                    <a:pt x="4299" y="8121"/>
                  </a:moveTo>
                  <a:lnTo>
                    <a:pt x="2866" y="6688"/>
                  </a:lnTo>
                  <a:lnTo>
                    <a:pt x="2389" y="3822"/>
                  </a:lnTo>
                  <a:lnTo>
                    <a:pt x="1433" y="143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1" name="Freeform 5010">
              <a:extLst>
                <a:ext uri="{FF2B5EF4-FFF2-40B4-BE49-F238E27FC236}">
                  <a16:creationId xmlns:a16="http://schemas.microsoft.com/office/drawing/2014/main" id="{4C755E30-9A0F-66F6-880D-1F8725BC9C0C}"/>
                </a:ext>
              </a:extLst>
            </p:cNvPr>
            <p:cNvSpPr/>
            <p:nvPr/>
          </p:nvSpPr>
          <p:spPr>
            <a:xfrm>
              <a:off x="5624002" y="4449691"/>
              <a:ext cx="477" cy="955"/>
            </a:xfrm>
            <a:custGeom>
              <a:avLst/>
              <a:gdLst>
                <a:gd name="csX0" fmla="*/ 478 w 477"/>
                <a:gd name="csY0" fmla="*/ 956 h 955"/>
                <a:gd name="csX1" fmla="*/ 0 w 477"/>
                <a:gd name="csY1" fmla="*/ 478 h 955"/>
                <a:gd name="csX2" fmla="*/ 0 w 477"/>
                <a:gd name="csY2" fmla="*/ 0 h 955"/>
                <a:gd name="csX3" fmla="*/ 0 w 477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955">
                  <a:moveTo>
                    <a:pt x="478" y="956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2" name="Freeform 5011">
              <a:extLst>
                <a:ext uri="{FF2B5EF4-FFF2-40B4-BE49-F238E27FC236}">
                  <a16:creationId xmlns:a16="http://schemas.microsoft.com/office/drawing/2014/main" id="{D6F5D620-F16E-1E9E-CF5C-0674ECCB4262}"/>
                </a:ext>
              </a:extLst>
            </p:cNvPr>
            <p:cNvSpPr/>
            <p:nvPr/>
          </p:nvSpPr>
          <p:spPr>
            <a:xfrm>
              <a:off x="5627347" y="4451602"/>
              <a:ext cx="2388" cy="4299"/>
            </a:xfrm>
            <a:custGeom>
              <a:avLst/>
              <a:gdLst>
                <a:gd name="csX0" fmla="*/ 2389 w 2388"/>
                <a:gd name="csY0" fmla="*/ 4299 h 4299"/>
                <a:gd name="csX1" fmla="*/ 1433 w 2388"/>
                <a:gd name="csY1" fmla="*/ 4299 h 4299"/>
                <a:gd name="csX2" fmla="*/ 1433 w 2388"/>
                <a:gd name="csY2" fmla="*/ 3822 h 4299"/>
                <a:gd name="csX3" fmla="*/ 1433 w 2388"/>
                <a:gd name="csY3" fmla="*/ 3344 h 4299"/>
                <a:gd name="csX4" fmla="*/ 1433 w 2388"/>
                <a:gd name="csY4" fmla="*/ 2389 h 4299"/>
                <a:gd name="csX5" fmla="*/ 0 w 2388"/>
                <a:gd name="csY5" fmla="*/ 0 h 4299"/>
                <a:gd name="csX6" fmla="*/ 0 w 2388"/>
                <a:gd name="csY6" fmla="*/ 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4299">
                  <a:moveTo>
                    <a:pt x="2389" y="4299"/>
                  </a:moveTo>
                  <a:lnTo>
                    <a:pt x="1433" y="4299"/>
                  </a:lnTo>
                  <a:lnTo>
                    <a:pt x="1433" y="3822"/>
                  </a:lnTo>
                  <a:lnTo>
                    <a:pt x="1433" y="3344"/>
                  </a:lnTo>
                  <a:lnTo>
                    <a:pt x="1433" y="238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3" name="Freeform 5012">
              <a:extLst>
                <a:ext uri="{FF2B5EF4-FFF2-40B4-BE49-F238E27FC236}">
                  <a16:creationId xmlns:a16="http://schemas.microsoft.com/office/drawing/2014/main" id="{3A274BAE-4AAE-E8D2-94E4-376729695F12}"/>
                </a:ext>
              </a:extLst>
            </p:cNvPr>
            <p:cNvSpPr/>
            <p:nvPr/>
          </p:nvSpPr>
          <p:spPr>
            <a:xfrm>
              <a:off x="5630690" y="4456857"/>
              <a:ext cx="1911" cy="1911"/>
            </a:xfrm>
            <a:custGeom>
              <a:avLst/>
              <a:gdLst>
                <a:gd name="csX0" fmla="*/ 1911 w 1911"/>
                <a:gd name="csY0" fmla="*/ 1911 h 1911"/>
                <a:gd name="csX1" fmla="*/ 478 w 1911"/>
                <a:gd name="csY1" fmla="*/ 956 h 1911"/>
                <a:gd name="csX2" fmla="*/ 0 w 1911"/>
                <a:gd name="csY2" fmla="*/ 0 h 1911"/>
                <a:gd name="csX3" fmla="*/ 0 w 1911"/>
                <a:gd name="csY3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1911">
                  <a:moveTo>
                    <a:pt x="1911" y="1911"/>
                  </a:moveTo>
                  <a:lnTo>
                    <a:pt x="478" y="956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4" name="Freeform 5013">
              <a:extLst>
                <a:ext uri="{FF2B5EF4-FFF2-40B4-BE49-F238E27FC236}">
                  <a16:creationId xmlns:a16="http://schemas.microsoft.com/office/drawing/2014/main" id="{40630A2A-69B6-229E-EF05-F4D5F11AD525}"/>
                </a:ext>
              </a:extLst>
            </p:cNvPr>
            <p:cNvSpPr/>
            <p:nvPr/>
          </p:nvSpPr>
          <p:spPr>
            <a:xfrm>
              <a:off x="5636423" y="4460679"/>
              <a:ext cx="1433" cy="1911"/>
            </a:xfrm>
            <a:custGeom>
              <a:avLst/>
              <a:gdLst>
                <a:gd name="csX0" fmla="*/ 1433 w 1433"/>
                <a:gd name="csY0" fmla="*/ 1911 h 1911"/>
                <a:gd name="csX1" fmla="*/ 478 w 1433"/>
                <a:gd name="csY1" fmla="*/ 0 h 1911"/>
                <a:gd name="csX2" fmla="*/ 0 w 1433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1911">
                  <a:moveTo>
                    <a:pt x="1433" y="1911"/>
                  </a:moveTo>
                  <a:lnTo>
                    <a:pt x="478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5" name="Freeform 5014">
              <a:extLst>
                <a:ext uri="{FF2B5EF4-FFF2-40B4-BE49-F238E27FC236}">
                  <a16:creationId xmlns:a16="http://schemas.microsoft.com/office/drawing/2014/main" id="{6059DD97-6AAA-2600-43DD-E2814567CE80}"/>
                </a:ext>
              </a:extLst>
            </p:cNvPr>
            <p:cNvSpPr/>
            <p:nvPr/>
          </p:nvSpPr>
          <p:spPr>
            <a:xfrm>
              <a:off x="5557120" y="4368000"/>
              <a:ext cx="2388" cy="4777"/>
            </a:xfrm>
            <a:custGeom>
              <a:avLst/>
              <a:gdLst>
                <a:gd name="csX0" fmla="*/ 1911 w 2388"/>
                <a:gd name="csY0" fmla="*/ 3344 h 4777"/>
                <a:gd name="csX1" fmla="*/ 478 w 2388"/>
                <a:gd name="csY1" fmla="*/ 4777 h 4777"/>
                <a:gd name="csX2" fmla="*/ 0 w 2388"/>
                <a:gd name="csY2" fmla="*/ 4299 h 4777"/>
                <a:gd name="csX3" fmla="*/ 0 w 2388"/>
                <a:gd name="csY3" fmla="*/ 2866 h 4777"/>
                <a:gd name="csX4" fmla="*/ 956 w 2388"/>
                <a:gd name="csY4" fmla="*/ 1433 h 4777"/>
                <a:gd name="csX5" fmla="*/ 1433 w 2388"/>
                <a:gd name="csY5" fmla="*/ 478 h 4777"/>
                <a:gd name="csX6" fmla="*/ 2389 w 2388"/>
                <a:gd name="csY6" fmla="*/ 0 h 4777"/>
                <a:gd name="csX7" fmla="*/ 1911 w 2388"/>
                <a:gd name="csY7" fmla="*/ 3344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4777">
                  <a:moveTo>
                    <a:pt x="1911" y="3344"/>
                  </a:moveTo>
                  <a:lnTo>
                    <a:pt x="478" y="4777"/>
                  </a:lnTo>
                  <a:lnTo>
                    <a:pt x="0" y="4299"/>
                  </a:lnTo>
                  <a:lnTo>
                    <a:pt x="0" y="2866"/>
                  </a:lnTo>
                  <a:lnTo>
                    <a:pt x="956" y="1433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1911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6" name="Freeform 5015">
              <a:extLst>
                <a:ext uri="{FF2B5EF4-FFF2-40B4-BE49-F238E27FC236}">
                  <a16:creationId xmlns:a16="http://schemas.microsoft.com/office/drawing/2014/main" id="{98870E96-8183-DC65-AC2A-551A1DF21C6C}"/>
                </a:ext>
              </a:extLst>
            </p:cNvPr>
            <p:cNvSpPr/>
            <p:nvPr/>
          </p:nvSpPr>
          <p:spPr>
            <a:xfrm>
              <a:off x="4649912" y="4426283"/>
              <a:ext cx="1433" cy="2388"/>
            </a:xfrm>
            <a:custGeom>
              <a:avLst/>
              <a:gdLst>
                <a:gd name="csX0" fmla="*/ 1433 w 1433"/>
                <a:gd name="csY0" fmla="*/ 1433 h 2388"/>
                <a:gd name="csX1" fmla="*/ 1433 w 1433"/>
                <a:gd name="csY1" fmla="*/ 2389 h 2388"/>
                <a:gd name="csX2" fmla="*/ 0 w 1433"/>
                <a:gd name="csY2" fmla="*/ 1911 h 2388"/>
                <a:gd name="csX3" fmla="*/ 0 w 1433"/>
                <a:gd name="csY3" fmla="*/ 955 h 2388"/>
                <a:gd name="csX4" fmla="*/ 478 w 1433"/>
                <a:gd name="csY4" fmla="*/ 0 h 2388"/>
                <a:gd name="csX5" fmla="*/ 956 w 1433"/>
                <a:gd name="csY5" fmla="*/ 0 h 2388"/>
                <a:gd name="csX6" fmla="*/ 1433 w 1433"/>
                <a:gd name="csY6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2388">
                  <a:moveTo>
                    <a:pt x="1433" y="1433"/>
                  </a:moveTo>
                  <a:lnTo>
                    <a:pt x="1433" y="2389"/>
                  </a:lnTo>
                  <a:lnTo>
                    <a:pt x="0" y="1911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7" name="Freeform 5016">
              <a:extLst>
                <a:ext uri="{FF2B5EF4-FFF2-40B4-BE49-F238E27FC236}">
                  <a16:creationId xmlns:a16="http://schemas.microsoft.com/office/drawing/2014/main" id="{23B48F5B-5BB6-440B-B076-51B2DA54A20E}"/>
                </a:ext>
              </a:extLst>
            </p:cNvPr>
            <p:cNvSpPr/>
            <p:nvPr/>
          </p:nvSpPr>
          <p:spPr>
            <a:xfrm>
              <a:off x="6164792" y="4034067"/>
              <a:ext cx="2866" cy="1433"/>
            </a:xfrm>
            <a:custGeom>
              <a:avLst/>
              <a:gdLst>
                <a:gd name="csX0" fmla="*/ 2866 w 2866"/>
                <a:gd name="csY0" fmla="*/ 956 h 1433"/>
                <a:gd name="csX1" fmla="*/ 1433 w 2866"/>
                <a:gd name="csY1" fmla="*/ 1433 h 1433"/>
                <a:gd name="csX2" fmla="*/ 478 w 2866"/>
                <a:gd name="csY2" fmla="*/ 956 h 1433"/>
                <a:gd name="csX3" fmla="*/ 0 w 2866"/>
                <a:gd name="csY3" fmla="*/ 478 h 1433"/>
                <a:gd name="csX4" fmla="*/ 1911 w 2866"/>
                <a:gd name="csY4" fmla="*/ 0 h 1433"/>
                <a:gd name="csX5" fmla="*/ 2389 w 2866"/>
                <a:gd name="csY5" fmla="*/ 478 h 1433"/>
                <a:gd name="csX6" fmla="*/ 2866 w 2866"/>
                <a:gd name="csY6" fmla="*/ 956 h 1433"/>
                <a:gd name="csX7" fmla="*/ 2866 w 2866"/>
                <a:gd name="csY7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1433">
                  <a:moveTo>
                    <a:pt x="2866" y="956"/>
                  </a:moveTo>
                  <a:lnTo>
                    <a:pt x="1433" y="1433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2866" y="956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8" name="Freeform 5017">
              <a:extLst>
                <a:ext uri="{FF2B5EF4-FFF2-40B4-BE49-F238E27FC236}">
                  <a16:creationId xmlns:a16="http://schemas.microsoft.com/office/drawing/2014/main" id="{D95B25E8-9A6B-0087-B6D6-70A4FBA9B15F}"/>
                </a:ext>
              </a:extLst>
            </p:cNvPr>
            <p:cNvSpPr/>
            <p:nvPr/>
          </p:nvSpPr>
          <p:spPr>
            <a:xfrm>
              <a:off x="6168136" y="4036455"/>
              <a:ext cx="4299" cy="3344"/>
            </a:xfrm>
            <a:custGeom>
              <a:avLst/>
              <a:gdLst>
                <a:gd name="csX0" fmla="*/ 4300 w 4299"/>
                <a:gd name="csY0" fmla="*/ 2867 h 3344"/>
                <a:gd name="csX1" fmla="*/ 3822 w 4299"/>
                <a:gd name="csY1" fmla="*/ 3344 h 3344"/>
                <a:gd name="csX2" fmla="*/ 1911 w 4299"/>
                <a:gd name="csY2" fmla="*/ 3344 h 3344"/>
                <a:gd name="csX3" fmla="*/ 0 w 4299"/>
                <a:gd name="csY3" fmla="*/ 2389 h 3344"/>
                <a:gd name="csX4" fmla="*/ 0 w 4299"/>
                <a:gd name="csY4" fmla="*/ 0 h 3344"/>
                <a:gd name="csX5" fmla="*/ 1911 w 4299"/>
                <a:gd name="csY5" fmla="*/ 478 h 3344"/>
                <a:gd name="csX6" fmla="*/ 3822 w 4299"/>
                <a:gd name="csY6" fmla="*/ 1911 h 3344"/>
                <a:gd name="csX7" fmla="*/ 4300 w 4299"/>
                <a:gd name="csY7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3344">
                  <a:moveTo>
                    <a:pt x="4300" y="2867"/>
                  </a:moveTo>
                  <a:lnTo>
                    <a:pt x="3822" y="3344"/>
                  </a:lnTo>
                  <a:lnTo>
                    <a:pt x="1911" y="3344"/>
                  </a:lnTo>
                  <a:lnTo>
                    <a:pt x="0" y="2389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3822" y="1911"/>
                  </a:lnTo>
                  <a:lnTo>
                    <a:pt x="4300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9" name="Freeform 5018">
              <a:extLst>
                <a:ext uri="{FF2B5EF4-FFF2-40B4-BE49-F238E27FC236}">
                  <a16:creationId xmlns:a16="http://schemas.microsoft.com/office/drawing/2014/main" id="{06666DB3-44FA-44A8-5B0F-0032BC227CD3}"/>
                </a:ext>
              </a:extLst>
            </p:cNvPr>
            <p:cNvSpPr/>
            <p:nvPr/>
          </p:nvSpPr>
          <p:spPr>
            <a:xfrm>
              <a:off x="6575639" y="4941753"/>
              <a:ext cx="1432" cy="3344"/>
            </a:xfrm>
            <a:custGeom>
              <a:avLst/>
              <a:gdLst>
                <a:gd name="csX0" fmla="*/ 0 w 1432"/>
                <a:gd name="csY0" fmla="*/ 0 h 3344"/>
                <a:gd name="csX1" fmla="*/ 955 w 1432"/>
                <a:gd name="csY1" fmla="*/ 1433 h 3344"/>
                <a:gd name="csX2" fmla="*/ 1433 w 1432"/>
                <a:gd name="csY2" fmla="*/ 2867 h 3344"/>
                <a:gd name="csX3" fmla="*/ 1433 w 1432"/>
                <a:gd name="csY3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3344">
                  <a:moveTo>
                    <a:pt x="0" y="0"/>
                  </a:moveTo>
                  <a:lnTo>
                    <a:pt x="955" y="1433"/>
                  </a:lnTo>
                  <a:lnTo>
                    <a:pt x="1433" y="2867"/>
                  </a:lnTo>
                  <a:lnTo>
                    <a:pt x="1433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0" name="Freeform 5019">
              <a:extLst>
                <a:ext uri="{FF2B5EF4-FFF2-40B4-BE49-F238E27FC236}">
                  <a16:creationId xmlns:a16="http://schemas.microsoft.com/office/drawing/2014/main" id="{FD6B0D1E-DB3A-C648-18B9-907625B60B83}"/>
                </a:ext>
              </a:extLst>
            </p:cNvPr>
            <p:cNvSpPr/>
            <p:nvPr/>
          </p:nvSpPr>
          <p:spPr>
            <a:xfrm>
              <a:off x="6572773" y="4940320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  <a:gd name="csX2" fmla="*/ 478 w 4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  <a:lnTo>
                    <a:pt x="478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1" name="Freeform 5020">
              <a:extLst>
                <a:ext uri="{FF2B5EF4-FFF2-40B4-BE49-F238E27FC236}">
                  <a16:creationId xmlns:a16="http://schemas.microsoft.com/office/drawing/2014/main" id="{8B323D1D-5BD1-E6C4-54FE-CD30708D6875}"/>
                </a:ext>
              </a:extLst>
            </p:cNvPr>
            <p:cNvSpPr/>
            <p:nvPr/>
          </p:nvSpPr>
          <p:spPr>
            <a:xfrm>
              <a:off x="6571817" y="4937931"/>
              <a:ext cx="955" cy="2388"/>
            </a:xfrm>
            <a:custGeom>
              <a:avLst/>
              <a:gdLst>
                <a:gd name="csX0" fmla="*/ 0 w 955"/>
                <a:gd name="csY0" fmla="*/ 0 h 2388"/>
                <a:gd name="csX1" fmla="*/ 478 w 955"/>
                <a:gd name="csY1" fmla="*/ 956 h 2388"/>
                <a:gd name="csX2" fmla="*/ 956 w 955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2388">
                  <a:moveTo>
                    <a:pt x="0" y="0"/>
                  </a:moveTo>
                  <a:lnTo>
                    <a:pt x="478" y="956"/>
                  </a:lnTo>
                  <a:lnTo>
                    <a:pt x="956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2" name="Freeform 5021">
              <a:extLst>
                <a:ext uri="{FF2B5EF4-FFF2-40B4-BE49-F238E27FC236}">
                  <a16:creationId xmlns:a16="http://schemas.microsoft.com/office/drawing/2014/main" id="{8658C4B5-4962-C374-01CA-7198CED86400}"/>
                </a:ext>
              </a:extLst>
            </p:cNvPr>
            <p:cNvSpPr/>
            <p:nvPr/>
          </p:nvSpPr>
          <p:spPr>
            <a:xfrm>
              <a:off x="6567518" y="4915478"/>
              <a:ext cx="3822" cy="21497"/>
            </a:xfrm>
            <a:custGeom>
              <a:avLst/>
              <a:gdLst>
                <a:gd name="csX0" fmla="*/ 0 w 3822"/>
                <a:gd name="csY0" fmla="*/ 0 h 21497"/>
                <a:gd name="csX1" fmla="*/ 956 w 3822"/>
                <a:gd name="csY1" fmla="*/ 1433 h 21497"/>
                <a:gd name="csX2" fmla="*/ 956 w 3822"/>
                <a:gd name="csY2" fmla="*/ 1911 h 21497"/>
                <a:gd name="csX3" fmla="*/ 1911 w 3822"/>
                <a:gd name="csY3" fmla="*/ 5255 h 21497"/>
                <a:gd name="csX4" fmla="*/ 1911 w 3822"/>
                <a:gd name="csY4" fmla="*/ 6688 h 21497"/>
                <a:gd name="csX5" fmla="*/ 1911 w 3822"/>
                <a:gd name="csY5" fmla="*/ 7644 h 21497"/>
                <a:gd name="csX6" fmla="*/ 1911 w 3822"/>
                <a:gd name="csY6" fmla="*/ 8599 h 21497"/>
                <a:gd name="csX7" fmla="*/ 1911 w 3822"/>
                <a:gd name="csY7" fmla="*/ 10032 h 21497"/>
                <a:gd name="csX8" fmla="*/ 1911 w 3822"/>
                <a:gd name="csY8" fmla="*/ 10510 h 21497"/>
                <a:gd name="csX9" fmla="*/ 2867 w 3822"/>
                <a:gd name="csY9" fmla="*/ 11943 h 21497"/>
                <a:gd name="csX10" fmla="*/ 3822 w 3822"/>
                <a:gd name="csY10" fmla="*/ 13854 h 21497"/>
                <a:gd name="csX11" fmla="*/ 3822 w 3822"/>
                <a:gd name="csY11" fmla="*/ 15287 h 21497"/>
                <a:gd name="csX12" fmla="*/ 3344 w 3822"/>
                <a:gd name="csY12" fmla="*/ 16721 h 21497"/>
                <a:gd name="csX13" fmla="*/ 2389 w 3822"/>
                <a:gd name="csY13" fmla="*/ 19109 h 21497"/>
                <a:gd name="csX14" fmla="*/ 2389 w 3822"/>
                <a:gd name="csY14" fmla="*/ 19587 h 21497"/>
                <a:gd name="csX15" fmla="*/ 2389 w 3822"/>
                <a:gd name="csY15" fmla="*/ 20542 h 21497"/>
                <a:gd name="csX16" fmla="*/ 2389 w 3822"/>
                <a:gd name="csY16" fmla="*/ 20542 h 21497"/>
                <a:gd name="csX17" fmla="*/ 2867 w 3822"/>
                <a:gd name="csY17" fmla="*/ 21498 h 21497"/>
                <a:gd name="csX18" fmla="*/ 3344 w 3822"/>
                <a:gd name="csY18" fmla="*/ 21498 h 21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822" h="21497">
                  <a:moveTo>
                    <a:pt x="0" y="0"/>
                  </a:moveTo>
                  <a:lnTo>
                    <a:pt x="956" y="1433"/>
                  </a:lnTo>
                  <a:lnTo>
                    <a:pt x="956" y="1911"/>
                  </a:lnTo>
                  <a:lnTo>
                    <a:pt x="1911" y="5255"/>
                  </a:lnTo>
                  <a:lnTo>
                    <a:pt x="1911" y="6688"/>
                  </a:lnTo>
                  <a:lnTo>
                    <a:pt x="1911" y="7644"/>
                  </a:lnTo>
                  <a:lnTo>
                    <a:pt x="1911" y="8599"/>
                  </a:lnTo>
                  <a:lnTo>
                    <a:pt x="1911" y="10032"/>
                  </a:lnTo>
                  <a:lnTo>
                    <a:pt x="1911" y="10510"/>
                  </a:lnTo>
                  <a:lnTo>
                    <a:pt x="2867" y="11943"/>
                  </a:lnTo>
                  <a:lnTo>
                    <a:pt x="3822" y="13854"/>
                  </a:lnTo>
                  <a:lnTo>
                    <a:pt x="3822" y="15287"/>
                  </a:lnTo>
                  <a:lnTo>
                    <a:pt x="3344" y="16721"/>
                  </a:lnTo>
                  <a:lnTo>
                    <a:pt x="2389" y="19109"/>
                  </a:lnTo>
                  <a:lnTo>
                    <a:pt x="2389" y="19587"/>
                  </a:lnTo>
                  <a:lnTo>
                    <a:pt x="2389" y="20542"/>
                  </a:lnTo>
                  <a:lnTo>
                    <a:pt x="2389" y="20542"/>
                  </a:lnTo>
                  <a:lnTo>
                    <a:pt x="2867" y="21498"/>
                  </a:lnTo>
                  <a:lnTo>
                    <a:pt x="3344" y="2149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3" name="Freeform 5022">
              <a:extLst>
                <a:ext uri="{FF2B5EF4-FFF2-40B4-BE49-F238E27FC236}">
                  <a16:creationId xmlns:a16="http://schemas.microsoft.com/office/drawing/2014/main" id="{A49E8DB2-E3DA-DC6B-61F4-E013C7BEFBE8}"/>
                </a:ext>
              </a:extLst>
            </p:cNvPr>
            <p:cNvSpPr/>
            <p:nvPr/>
          </p:nvSpPr>
          <p:spPr>
            <a:xfrm>
              <a:off x="6564174" y="4911178"/>
              <a:ext cx="3343" cy="3821"/>
            </a:xfrm>
            <a:custGeom>
              <a:avLst/>
              <a:gdLst>
                <a:gd name="csX0" fmla="*/ 0 w 3343"/>
                <a:gd name="csY0" fmla="*/ 0 h 3821"/>
                <a:gd name="csX1" fmla="*/ 478 w 3343"/>
                <a:gd name="csY1" fmla="*/ 478 h 3821"/>
                <a:gd name="csX2" fmla="*/ 3344 w 3343"/>
                <a:gd name="csY2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3" h="3821">
                  <a:moveTo>
                    <a:pt x="0" y="0"/>
                  </a:moveTo>
                  <a:lnTo>
                    <a:pt x="478" y="478"/>
                  </a:lnTo>
                  <a:lnTo>
                    <a:pt x="3344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4" name="Freeform 5023">
              <a:extLst>
                <a:ext uri="{FF2B5EF4-FFF2-40B4-BE49-F238E27FC236}">
                  <a16:creationId xmlns:a16="http://schemas.microsoft.com/office/drawing/2014/main" id="{20AFBD80-7ABA-12B4-C403-CAA228C68A21}"/>
                </a:ext>
              </a:extLst>
            </p:cNvPr>
            <p:cNvSpPr/>
            <p:nvPr/>
          </p:nvSpPr>
          <p:spPr>
            <a:xfrm>
              <a:off x="6541243" y="4908790"/>
              <a:ext cx="955" cy="477"/>
            </a:xfrm>
            <a:custGeom>
              <a:avLst/>
              <a:gdLst>
                <a:gd name="csX0" fmla="*/ 956 w 955"/>
                <a:gd name="csY0" fmla="*/ 478 h 477"/>
                <a:gd name="csX1" fmla="*/ 956 w 955"/>
                <a:gd name="csY1" fmla="*/ 478 h 477"/>
                <a:gd name="csX2" fmla="*/ 0 w 955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477">
                  <a:moveTo>
                    <a:pt x="956" y="478"/>
                  </a:moveTo>
                  <a:lnTo>
                    <a:pt x="956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5" name="Freeform 5024">
              <a:extLst>
                <a:ext uri="{FF2B5EF4-FFF2-40B4-BE49-F238E27FC236}">
                  <a16:creationId xmlns:a16="http://schemas.microsoft.com/office/drawing/2014/main" id="{79FB2E1A-AE03-C86A-26BB-6105DEC50845}"/>
                </a:ext>
              </a:extLst>
            </p:cNvPr>
            <p:cNvSpPr/>
            <p:nvPr/>
          </p:nvSpPr>
          <p:spPr>
            <a:xfrm>
              <a:off x="6546020" y="4918344"/>
              <a:ext cx="1911" cy="1433"/>
            </a:xfrm>
            <a:custGeom>
              <a:avLst/>
              <a:gdLst>
                <a:gd name="csX0" fmla="*/ 1911 w 1911"/>
                <a:gd name="csY0" fmla="*/ 1433 h 1433"/>
                <a:gd name="csX1" fmla="*/ 1911 w 1911"/>
                <a:gd name="csY1" fmla="*/ 1433 h 1433"/>
                <a:gd name="csX2" fmla="*/ 0 w 1911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1433">
                  <a:moveTo>
                    <a:pt x="1911" y="1433"/>
                  </a:moveTo>
                  <a:lnTo>
                    <a:pt x="1911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6" name="Freeform 5025">
              <a:extLst>
                <a:ext uri="{FF2B5EF4-FFF2-40B4-BE49-F238E27FC236}">
                  <a16:creationId xmlns:a16="http://schemas.microsoft.com/office/drawing/2014/main" id="{72BC4E89-DA9E-2993-7A9D-C14382E310B0}"/>
                </a:ext>
              </a:extLst>
            </p:cNvPr>
            <p:cNvSpPr/>
            <p:nvPr/>
          </p:nvSpPr>
          <p:spPr>
            <a:xfrm>
              <a:off x="6543154" y="4945097"/>
              <a:ext cx="955" cy="955"/>
            </a:xfrm>
            <a:custGeom>
              <a:avLst/>
              <a:gdLst>
                <a:gd name="csX0" fmla="*/ 956 w 955"/>
                <a:gd name="csY0" fmla="*/ 956 h 955"/>
                <a:gd name="csX1" fmla="*/ 956 w 955"/>
                <a:gd name="csY1" fmla="*/ 956 h 955"/>
                <a:gd name="csX2" fmla="*/ 0 w 955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956" y="956"/>
                  </a:moveTo>
                  <a:lnTo>
                    <a:pt x="956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7" name="Freeform 5026">
              <a:extLst>
                <a:ext uri="{FF2B5EF4-FFF2-40B4-BE49-F238E27FC236}">
                  <a16:creationId xmlns:a16="http://schemas.microsoft.com/office/drawing/2014/main" id="{35B49859-9072-B021-9217-CC90069E9301}"/>
                </a:ext>
              </a:extLst>
            </p:cNvPr>
            <p:cNvSpPr/>
            <p:nvPr/>
          </p:nvSpPr>
          <p:spPr>
            <a:xfrm>
              <a:off x="6545065" y="4958473"/>
              <a:ext cx="477" cy="477"/>
            </a:xfrm>
            <a:custGeom>
              <a:avLst/>
              <a:gdLst>
                <a:gd name="csX0" fmla="*/ 478 w 477"/>
                <a:gd name="csY0" fmla="*/ 478 h 477"/>
                <a:gd name="csX1" fmla="*/ 0 w 477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478" y="478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8" name="Freeform 5027">
              <a:extLst>
                <a:ext uri="{FF2B5EF4-FFF2-40B4-BE49-F238E27FC236}">
                  <a16:creationId xmlns:a16="http://schemas.microsoft.com/office/drawing/2014/main" id="{A43C21D7-DEDD-149D-B4E2-B13734D538D4}"/>
                </a:ext>
              </a:extLst>
            </p:cNvPr>
            <p:cNvSpPr/>
            <p:nvPr/>
          </p:nvSpPr>
          <p:spPr>
            <a:xfrm>
              <a:off x="6538854" y="4989048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2389 w 2388"/>
                <a:gd name="csY1" fmla="*/ 0 h 1433"/>
                <a:gd name="csX2" fmla="*/ 1433 w 2388"/>
                <a:gd name="csY2" fmla="*/ 478 h 1433"/>
                <a:gd name="csX3" fmla="*/ 0 w 2388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2389" y="0"/>
                  </a:lnTo>
                  <a:lnTo>
                    <a:pt x="1433" y="478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9" name="Freeform 5028">
              <a:extLst>
                <a:ext uri="{FF2B5EF4-FFF2-40B4-BE49-F238E27FC236}">
                  <a16:creationId xmlns:a16="http://schemas.microsoft.com/office/drawing/2014/main" id="{B4F256D1-99CC-7100-EDD5-8E016FD29FDA}"/>
                </a:ext>
              </a:extLst>
            </p:cNvPr>
            <p:cNvSpPr/>
            <p:nvPr/>
          </p:nvSpPr>
          <p:spPr>
            <a:xfrm>
              <a:off x="6583283" y="5042554"/>
              <a:ext cx="477" cy="6210"/>
            </a:xfrm>
            <a:custGeom>
              <a:avLst/>
              <a:gdLst>
                <a:gd name="csX0" fmla="*/ 0 w 477"/>
                <a:gd name="csY0" fmla="*/ 0 h 6210"/>
                <a:gd name="csX1" fmla="*/ 478 w 477"/>
                <a:gd name="csY1" fmla="*/ 5733 h 6210"/>
                <a:gd name="csX2" fmla="*/ 0 w 477"/>
                <a:gd name="csY2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6210">
                  <a:moveTo>
                    <a:pt x="0" y="0"/>
                  </a:moveTo>
                  <a:lnTo>
                    <a:pt x="478" y="5733"/>
                  </a:lnTo>
                  <a:lnTo>
                    <a:pt x="0" y="62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0" name="Freeform 5029">
              <a:extLst>
                <a:ext uri="{FF2B5EF4-FFF2-40B4-BE49-F238E27FC236}">
                  <a16:creationId xmlns:a16="http://schemas.microsoft.com/office/drawing/2014/main" id="{900D8002-0495-DBC7-FF58-10775325F604}"/>
                </a:ext>
              </a:extLst>
            </p:cNvPr>
            <p:cNvSpPr/>
            <p:nvPr/>
          </p:nvSpPr>
          <p:spPr>
            <a:xfrm>
              <a:off x="6580894" y="5031088"/>
              <a:ext cx="3343" cy="8599"/>
            </a:xfrm>
            <a:custGeom>
              <a:avLst/>
              <a:gdLst>
                <a:gd name="csX0" fmla="*/ 3344 w 3343"/>
                <a:gd name="csY0" fmla="*/ 0 h 8599"/>
                <a:gd name="csX1" fmla="*/ 3344 w 3343"/>
                <a:gd name="csY1" fmla="*/ 0 h 8599"/>
                <a:gd name="csX2" fmla="*/ 2866 w 3343"/>
                <a:gd name="csY2" fmla="*/ 956 h 8599"/>
                <a:gd name="csX3" fmla="*/ 1911 w 3343"/>
                <a:gd name="csY3" fmla="*/ 3344 h 8599"/>
                <a:gd name="csX4" fmla="*/ 478 w 3343"/>
                <a:gd name="csY4" fmla="*/ 6210 h 8599"/>
                <a:gd name="csX5" fmla="*/ 0 w 3343"/>
                <a:gd name="csY5" fmla="*/ 7166 h 8599"/>
                <a:gd name="csX6" fmla="*/ 478 w 3343"/>
                <a:gd name="csY6" fmla="*/ 7166 h 8599"/>
                <a:gd name="csX7" fmla="*/ 1433 w 3343"/>
                <a:gd name="csY7" fmla="*/ 8599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3" h="8599">
                  <a:moveTo>
                    <a:pt x="3344" y="0"/>
                  </a:moveTo>
                  <a:lnTo>
                    <a:pt x="3344" y="0"/>
                  </a:lnTo>
                  <a:lnTo>
                    <a:pt x="2866" y="956"/>
                  </a:lnTo>
                  <a:lnTo>
                    <a:pt x="1911" y="3344"/>
                  </a:lnTo>
                  <a:lnTo>
                    <a:pt x="478" y="6210"/>
                  </a:lnTo>
                  <a:lnTo>
                    <a:pt x="0" y="7166"/>
                  </a:lnTo>
                  <a:lnTo>
                    <a:pt x="478" y="7166"/>
                  </a:lnTo>
                  <a:lnTo>
                    <a:pt x="1433" y="859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1" name="Freeform 5030">
              <a:extLst>
                <a:ext uri="{FF2B5EF4-FFF2-40B4-BE49-F238E27FC236}">
                  <a16:creationId xmlns:a16="http://schemas.microsoft.com/office/drawing/2014/main" id="{936B6F82-BF0C-2362-9592-70E0CDC005A8}"/>
                </a:ext>
              </a:extLst>
            </p:cNvPr>
            <p:cNvSpPr/>
            <p:nvPr/>
          </p:nvSpPr>
          <p:spPr>
            <a:xfrm>
              <a:off x="6592838" y="5026789"/>
              <a:ext cx="477" cy="1910"/>
            </a:xfrm>
            <a:custGeom>
              <a:avLst/>
              <a:gdLst>
                <a:gd name="csX0" fmla="*/ 478 w 477"/>
                <a:gd name="csY0" fmla="*/ 0 h 1910"/>
                <a:gd name="csX1" fmla="*/ 0 w 477"/>
                <a:gd name="csY1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910">
                  <a:moveTo>
                    <a:pt x="478" y="0"/>
                  </a:move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2" name="Freeform 5031">
              <a:extLst>
                <a:ext uri="{FF2B5EF4-FFF2-40B4-BE49-F238E27FC236}">
                  <a16:creationId xmlns:a16="http://schemas.microsoft.com/office/drawing/2014/main" id="{913F888B-0C2B-1AC6-E04F-154869271A20}"/>
                </a:ext>
              </a:extLst>
            </p:cNvPr>
            <p:cNvSpPr/>
            <p:nvPr/>
          </p:nvSpPr>
          <p:spPr>
            <a:xfrm>
              <a:off x="6593793" y="5013890"/>
              <a:ext cx="478" cy="7643"/>
            </a:xfrm>
            <a:custGeom>
              <a:avLst/>
              <a:gdLst>
                <a:gd name="csX0" fmla="*/ 0 w 478"/>
                <a:gd name="csY0" fmla="*/ 0 h 7643"/>
                <a:gd name="csX1" fmla="*/ 478 w 478"/>
                <a:gd name="csY1" fmla="*/ 2866 h 7643"/>
                <a:gd name="csX2" fmla="*/ 478 w 478"/>
                <a:gd name="csY2" fmla="*/ 764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7643">
                  <a:moveTo>
                    <a:pt x="0" y="0"/>
                  </a:moveTo>
                  <a:lnTo>
                    <a:pt x="478" y="2866"/>
                  </a:lnTo>
                  <a:lnTo>
                    <a:pt x="478" y="76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3" name="Freeform 5032">
              <a:extLst>
                <a:ext uri="{FF2B5EF4-FFF2-40B4-BE49-F238E27FC236}">
                  <a16:creationId xmlns:a16="http://schemas.microsoft.com/office/drawing/2014/main" id="{0C471BCC-B712-6F3B-2244-16CDAE04DB91}"/>
                </a:ext>
              </a:extLst>
            </p:cNvPr>
            <p:cNvSpPr/>
            <p:nvPr/>
          </p:nvSpPr>
          <p:spPr>
            <a:xfrm>
              <a:off x="6578028" y="4983315"/>
              <a:ext cx="17675" cy="26275"/>
            </a:xfrm>
            <a:custGeom>
              <a:avLst/>
              <a:gdLst>
                <a:gd name="csX0" fmla="*/ 0 w 17675"/>
                <a:gd name="csY0" fmla="*/ 0 h 26275"/>
                <a:gd name="csX1" fmla="*/ 4777 w 17675"/>
                <a:gd name="csY1" fmla="*/ 4777 h 26275"/>
                <a:gd name="csX2" fmla="*/ 7166 w 17675"/>
                <a:gd name="csY2" fmla="*/ 8121 h 26275"/>
                <a:gd name="csX3" fmla="*/ 9555 w 17675"/>
                <a:gd name="csY3" fmla="*/ 10510 h 26275"/>
                <a:gd name="csX4" fmla="*/ 13376 w 17675"/>
                <a:gd name="csY4" fmla="*/ 15287 h 26275"/>
                <a:gd name="csX5" fmla="*/ 16721 w 17675"/>
                <a:gd name="csY5" fmla="*/ 19587 h 26275"/>
                <a:gd name="csX6" fmla="*/ 17198 w 17675"/>
                <a:gd name="csY6" fmla="*/ 22931 h 26275"/>
                <a:gd name="csX7" fmla="*/ 17676 w 17675"/>
                <a:gd name="csY7" fmla="*/ 23409 h 26275"/>
                <a:gd name="csX8" fmla="*/ 16243 w 17675"/>
                <a:gd name="csY8" fmla="*/ 26275 h 26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7675" h="26275">
                  <a:moveTo>
                    <a:pt x="0" y="0"/>
                  </a:moveTo>
                  <a:lnTo>
                    <a:pt x="4777" y="4777"/>
                  </a:lnTo>
                  <a:lnTo>
                    <a:pt x="7166" y="8121"/>
                  </a:lnTo>
                  <a:lnTo>
                    <a:pt x="9555" y="10510"/>
                  </a:lnTo>
                  <a:lnTo>
                    <a:pt x="13376" y="15287"/>
                  </a:lnTo>
                  <a:lnTo>
                    <a:pt x="16721" y="19587"/>
                  </a:lnTo>
                  <a:lnTo>
                    <a:pt x="17198" y="22931"/>
                  </a:lnTo>
                  <a:lnTo>
                    <a:pt x="17676" y="23409"/>
                  </a:lnTo>
                  <a:lnTo>
                    <a:pt x="16243" y="2627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4" name="Freeform 5033">
              <a:extLst>
                <a:ext uri="{FF2B5EF4-FFF2-40B4-BE49-F238E27FC236}">
                  <a16:creationId xmlns:a16="http://schemas.microsoft.com/office/drawing/2014/main" id="{C46C58C0-E532-597F-9398-0DF8BC90B93A}"/>
                </a:ext>
              </a:extLst>
            </p:cNvPr>
            <p:cNvSpPr/>
            <p:nvPr/>
          </p:nvSpPr>
          <p:spPr>
            <a:xfrm>
              <a:off x="6565129" y="4946052"/>
              <a:ext cx="5255" cy="32007"/>
            </a:xfrm>
            <a:custGeom>
              <a:avLst/>
              <a:gdLst>
                <a:gd name="csX0" fmla="*/ 5255 w 5255"/>
                <a:gd name="csY0" fmla="*/ 0 h 32007"/>
                <a:gd name="csX1" fmla="*/ 5255 w 5255"/>
                <a:gd name="csY1" fmla="*/ 0 h 32007"/>
                <a:gd name="csX2" fmla="*/ 4777 w 5255"/>
                <a:gd name="csY2" fmla="*/ 1433 h 32007"/>
                <a:gd name="csX3" fmla="*/ 3822 w 5255"/>
                <a:gd name="csY3" fmla="*/ 3822 h 32007"/>
                <a:gd name="csX4" fmla="*/ 3344 w 5255"/>
                <a:gd name="csY4" fmla="*/ 4777 h 32007"/>
                <a:gd name="csX5" fmla="*/ 1911 w 5255"/>
                <a:gd name="csY5" fmla="*/ 6688 h 32007"/>
                <a:gd name="csX6" fmla="*/ 478 w 5255"/>
                <a:gd name="csY6" fmla="*/ 9077 h 32007"/>
                <a:gd name="csX7" fmla="*/ 0 w 5255"/>
                <a:gd name="csY7" fmla="*/ 10032 h 32007"/>
                <a:gd name="csX8" fmla="*/ 0 w 5255"/>
                <a:gd name="csY8" fmla="*/ 10988 h 32007"/>
                <a:gd name="csX9" fmla="*/ 956 w 5255"/>
                <a:gd name="csY9" fmla="*/ 14332 h 32007"/>
                <a:gd name="csX10" fmla="*/ 1911 w 5255"/>
                <a:gd name="csY10" fmla="*/ 18154 h 32007"/>
                <a:gd name="csX11" fmla="*/ 2389 w 5255"/>
                <a:gd name="csY11" fmla="*/ 19109 h 32007"/>
                <a:gd name="csX12" fmla="*/ 3344 w 5255"/>
                <a:gd name="csY12" fmla="*/ 23886 h 32007"/>
                <a:gd name="csX13" fmla="*/ 3822 w 5255"/>
                <a:gd name="csY13" fmla="*/ 27708 h 32007"/>
                <a:gd name="csX14" fmla="*/ 3822 w 5255"/>
                <a:gd name="csY14" fmla="*/ 29619 h 32007"/>
                <a:gd name="csX15" fmla="*/ 4300 w 5255"/>
                <a:gd name="csY15" fmla="*/ 32008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255" h="32007">
                  <a:moveTo>
                    <a:pt x="5255" y="0"/>
                  </a:moveTo>
                  <a:lnTo>
                    <a:pt x="5255" y="0"/>
                  </a:lnTo>
                  <a:lnTo>
                    <a:pt x="4777" y="1433"/>
                  </a:lnTo>
                  <a:lnTo>
                    <a:pt x="3822" y="3822"/>
                  </a:lnTo>
                  <a:lnTo>
                    <a:pt x="3344" y="4777"/>
                  </a:lnTo>
                  <a:lnTo>
                    <a:pt x="1911" y="6688"/>
                  </a:lnTo>
                  <a:lnTo>
                    <a:pt x="478" y="9077"/>
                  </a:lnTo>
                  <a:lnTo>
                    <a:pt x="0" y="10032"/>
                  </a:lnTo>
                  <a:lnTo>
                    <a:pt x="0" y="10988"/>
                  </a:lnTo>
                  <a:lnTo>
                    <a:pt x="956" y="14332"/>
                  </a:lnTo>
                  <a:lnTo>
                    <a:pt x="1911" y="18154"/>
                  </a:lnTo>
                  <a:lnTo>
                    <a:pt x="2389" y="19109"/>
                  </a:lnTo>
                  <a:lnTo>
                    <a:pt x="3344" y="23886"/>
                  </a:lnTo>
                  <a:lnTo>
                    <a:pt x="3822" y="27708"/>
                  </a:lnTo>
                  <a:lnTo>
                    <a:pt x="3822" y="29619"/>
                  </a:lnTo>
                  <a:lnTo>
                    <a:pt x="4300" y="3200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5" name="Freeform 5034">
              <a:extLst>
                <a:ext uri="{FF2B5EF4-FFF2-40B4-BE49-F238E27FC236}">
                  <a16:creationId xmlns:a16="http://schemas.microsoft.com/office/drawing/2014/main" id="{D717F0C9-B566-B69D-73F2-F041B83CCDF8}"/>
                </a:ext>
              </a:extLst>
            </p:cNvPr>
            <p:cNvSpPr/>
            <p:nvPr/>
          </p:nvSpPr>
          <p:spPr>
            <a:xfrm>
              <a:off x="6572773" y="4953696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478 w 477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478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6" name="Freeform 5035">
              <a:extLst>
                <a:ext uri="{FF2B5EF4-FFF2-40B4-BE49-F238E27FC236}">
                  <a16:creationId xmlns:a16="http://schemas.microsoft.com/office/drawing/2014/main" id="{B7014D42-2351-EEF1-4591-52F728BE8ACE}"/>
                </a:ext>
              </a:extLst>
            </p:cNvPr>
            <p:cNvSpPr/>
            <p:nvPr/>
          </p:nvSpPr>
          <p:spPr>
            <a:xfrm>
              <a:off x="3932840" y="4243790"/>
              <a:ext cx="5732" cy="2388"/>
            </a:xfrm>
            <a:custGeom>
              <a:avLst/>
              <a:gdLst>
                <a:gd name="csX0" fmla="*/ 0 w 5732"/>
                <a:gd name="csY0" fmla="*/ 0 h 2388"/>
                <a:gd name="csX1" fmla="*/ 1911 w 5732"/>
                <a:gd name="csY1" fmla="*/ 1433 h 2388"/>
                <a:gd name="csX2" fmla="*/ 5733 w 5732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32" h="2388">
                  <a:moveTo>
                    <a:pt x="0" y="0"/>
                  </a:moveTo>
                  <a:lnTo>
                    <a:pt x="1911" y="1433"/>
                  </a:lnTo>
                  <a:lnTo>
                    <a:pt x="5733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7" name="Freeform 5036">
              <a:extLst>
                <a:ext uri="{FF2B5EF4-FFF2-40B4-BE49-F238E27FC236}">
                  <a16:creationId xmlns:a16="http://schemas.microsoft.com/office/drawing/2014/main" id="{4B836FDE-D0ED-8C1E-C6A2-A1EEDA0684BC}"/>
                </a:ext>
              </a:extLst>
            </p:cNvPr>
            <p:cNvSpPr/>
            <p:nvPr/>
          </p:nvSpPr>
          <p:spPr>
            <a:xfrm>
              <a:off x="3919941" y="4239490"/>
              <a:ext cx="8599" cy="3344"/>
            </a:xfrm>
            <a:custGeom>
              <a:avLst/>
              <a:gdLst>
                <a:gd name="csX0" fmla="*/ 0 w 8599"/>
                <a:gd name="csY0" fmla="*/ 0 h 3344"/>
                <a:gd name="csX1" fmla="*/ 2866 w 8599"/>
                <a:gd name="csY1" fmla="*/ 478 h 3344"/>
                <a:gd name="csX2" fmla="*/ 5255 w 8599"/>
                <a:gd name="csY2" fmla="*/ 956 h 3344"/>
                <a:gd name="csX3" fmla="*/ 6688 w 8599"/>
                <a:gd name="csY3" fmla="*/ 2389 h 3344"/>
                <a:gd name="csX4" fmla="*/ 8599 w 8599"/>
                <a:gd name="csY4" fmla="*/ 3344 h 3344"/>
                <a:gd name="csX5" fmla="*/ 8599 w 8599"/>
                <a:gd name="csY5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99" h="3344">
                  <a:moveTo>
                    <a:pt x="0" y="0"/>
                  </a:moveTo>
                  <a:lnTo>
                    <a:pt x="2866" y="478"/>
                  </a:lnTo>
                  <a:lnTo>
                    <a:pt x="5255" y="956"/>
                  </a:lnTo>
                  <a:lnTo>
                    <a:pt x="6688" y="2389"/>
                  </a:lnTo>
                  <a:lnTo>
                    <a:pt x="8599" y="3344"/>
                  </a:lnTo>
                  <a:lnTo>
                    <a:pt x="8599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8" name="Freeform 5037">
              <a:extLst>
                <a:ext uri="{FF2B5EF4-FFF2-40B4-BE49-F238E27FC236}">
                  <a16:creationId xmlns:a16="http://schemas.microsoft.com/office/drawing/2014/main" id="{5BCD66D8-1BE8-080A-F9E7-400FA33CD0D6}"/>
                </a:ext>
              </a:extLst>
            </p:cNvPr>
            <p:cNvSpPr/>
            <p:nvPr/>
          </p:nvSpPr>
          <p:spPr>
            <a:xfrm>
              <a:off x="3879812" y="4176908"/>
              <a:ext cx="38696" cy="61626"/>
            </a:xfrm>
            <a:custGeom>
              <a:avLst/>
              <a:gdLst>
                <a:gd name="csX0" fmla="*/ 0 w 38696"/>
                <a:gd name="csY0" fmla="*/ 0 h 61626"/>
                <a:gd name="csX1" fmla="*/ 478 w 38696"/>
                <a:gd name="csY1" fmla="*/ 956 h 61626"/>
                <a:gd name="csX2" fmla="*/ 2389 w 38696"/>
                <a:gd name="csY2" fmla="*/ 2866 h 61626"/>
                <a:gd name="csX3" fmla="*/ 5733 w 38696"/>
                <a:gd name="csY3" fmla="*/ 5733 h 61626"/>
                <a:gd name="csX4" fmla="*/ 7644 w 38696"/>
                <a:gd name="csY4" fmla="*/ 8121 h 61626"/>
                <a:gd name="csX5" fmla="*/ 8121 w 38696"/>
                <a:gd name="csY5" fmla="*/ 10032 h 61626"/>
                <a:gd name="csX6" fmla="*/ 10032 w 38696"/>
                <a:gd name="csY6" fmla="*/ 12899 h 61626"/>
                <a:gd name="csX7" fmla="*/ 12899 w 38696"/>
                <a:gd name="csY7" fmla="*/ 17198 h 61626"/>
                <a:gd name="csX8" fmla="*/ 14332 w 38696"/>
                <a:gd name="csY8" fmla="*/ 19587 h 61626"/>
                <a:gd name="csX9" fmla="*/ 13854 w 38696"/>
                <a:gd name="csY9" fmla="*/ 20065 h 61626"/>
                <a:gd name="csX10" fmla="*/ 14332 w 38696"/>
                <a:gd name="csY10" fmla="*/ 21020 h 61626"/>
                <a:gd name="csX11" fmla="*/ 14810 w 38696"/>
                <a:gd name="csY11" fmla="*/ 23409 h 61626"/>
                <a:gd name="csX12" fmla="*/ 16243 w 38696"/>
                <a:gd name="csY12" fmla="*/ 24842 h 61626"/>
                <a:gd name="csX13" fmla="*/ 18631 w 38696"/>
                <a:gd name="csY13" fmla="*/ 26275 h 61626"/>
                <a:gd name="csX14" fmla="*/ 20542 w 38696"/>
                <a:gd name="csY14" fmla="*/ 29141 h 61626"/>
                <a:gd name="csX15" fmla="*/ 22931 w 38696"/>
                <a:gd name="csY15" fmla="*/ 32486 h 61626"/>
                <a:gd name="csX16" fmla="*/ 25797 w 38696"/>
                <a:gd name="csY16" fmla="*/ 35352 h 61626"/>
                <a:gd name="csX17" fmla="*/ 25797 w 38696"/>
                <a:gd name="csY17" fmla="*/ 35352 h 61626"/>
                <a:gd name="csX18" fmla="*/ 28664 w 38696"/>
                <a:gd name="csY18" fmla="*/ 37263 h 61626"/>
                <a:gd name="csX19" fmla="*/ 30575 w 38696"/>
                <a:gd name="csY19" fmla="*/ 39174 h 61626"/>
                <a:gd name="csX20" fmla="*/ 31052 w 38696"/>
                <a:gd name="csY20" fmla="*/ 41085 h 61626"/>
                <a:gd name="csX21" fmla="*/ 31052 w 38696"/>
                <a:gd name="csY21" fmla="*/ 42518 h 61626"/>
                <a:gd name="csX22" fmla="*/ 30575 w 38696"/>
                <a:gd name="csY22" fmla="*/ 43473 h 61626"/>
                <a:gd name="csX23" fmla="*/ 30575 w 38696"/>
                <a:gd name="csY23" fmla="*/ 44429 h 61626"/>
                <a:gd name="csX24" fmla="*/ 31530 w 38696"/>
                <a:gd name="csY24" fmla="*/ 45384 h 61626"/>
                <a:gd name="csX25" fmla="*/ 32008 w 38696"/>
                <a:gd name="csY25" fmla="*/ 46817 h 61626"/>
                <a:gd name="csX26" fmla="*/ 31530 w 38696"/>
                <a:gd name="csY26" fmla="*/ 48728 h 61626"/>
                <a:gd name="csX27" fmla="*/ 31530 w 38696"/>
                <a:gd name="csY27" fmla="*/ 49206 h 61626"/>
                <a:gd name="csX28" fmla="*/ 32008 w 38696"/>
                <a:gd name="csY28" fmla="*/ 49684 h 61626"/>
                <a:gd name="csX29" fmla="*/ 34396 w 38696"/>
                <a:gd name="csY29" fmla="*/ 52550 h 61626"/>
                <a:gd name="csX30" fmla="*/ 35830 w 38696"/>
                <a:gd name="csY30" fmla="*/ 55417 h 61626"/>
                <a:gd name="csX31" fmla="*/ 37263 w 38696"/>
                <a:gd name="csY31" fmla="*/ 59238 h 61626"/>
                <a:gd name="csX32" fmla="*/ 37263 w 38696"/>
                <a:gd name="csY32" fmla="*/ 59238 h 61626"/>
                <a:gd name="csX33" fmla="*/ 38696 w 38696"/>
                <a:gd name="csY33" fmla="*/ 61627 h 61626"/>
                <a:gd name="csX34" fmla="*/ 38696 w 38696"/>
                <a:gd name="csY34" fmla="*/ 61627 h 61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38696" h="61626">
                  <a:moveTo>
                    <a:pt x="0" y="0"/>
                  </a:moveTo>
                  <a:lnTo>
                    <a:pt x="478" y="956"/>
                  </a:lnTo>
                  <a:lnTo>
                    <a:pt x="2389" y="2866"/>
                  </a:lnTo>
                  <a:lnTo>
                    <a:pt x="5733" y="5733"/>
                  </a:lnTo>
                  <a:lnTo>
                    <a:pt x="7644" y="8121"/>
                  </a:lnTo>
                  <a:lnTo>
                    <a:pt x="8121" y="10032"/>
                  </a:lnTo>
                  <a:lnTo>
                    <a:pt x="10032" y="12899"/>
                  </a:lnTo>
                  <a:lnTo>
                    <a:pt x="12899" y="17198"/>
                  </a:lnTo>
                  <a:lnTo>
                    <a:pt x="14332" y="19587"/>
                  </a:lnTo>
                  <a:lnTo>
                    <a:pt x="13854" y="20065"/>
                  </a:lnTo>
                  <a:lnTo>
                    <a:pt x="14332" y="21020"/>
                  </a:lnTo>
                  <a:lnTo>
                    <a:pt x="14810" y="23409"/>
                  </a:lnTo>
                  <a:lnTo>
                    <a:pt x="16243" y="24842"/>
                  </a:lnTo>
                  <a:lnTo>
                    <a:pt x="18631" y="26275"/>
                  </a:lnTo>
                  <a:lnTo>
                    <a:pt x="20542" y="29141"/>
                  </a:lnTo>
                  <a:lnTo>
                    <a:pt x="22931" y="32486"/>
                  </a:lnTo>
                  <a:lnTo>
                    <a:pt x="25797" y="35352"/>
                  </a:lnTo>
                  <a:lnTo>
                    <a:pt x="25797" y="35352"/>
                  </a:lnTo>
                  <a:lnTo>
                    <a:pt x="28664" y="37263"/>
                  </a:lnTo>
                  <a:lnTo>
                    <a:pt x="30575" y="39174"/>
                  </a:lnTo>
                  <a:lnTo>
                    <a:pt x="31052" y="41085"/>
                  </a:lnTo>
                  <a:lnTo>
                    <a:pt x="31052" y="42518"/>
                  </a:lnTo>
                  <a:lnTo>
                    <a:pt x="30575" y="43473"/>
                  </a:lnTo>
                  <a:lnTo>
                    <a:pt x="30575" y="44429"/>
                  </a:lnTo>
                  <a:lnTo>
                    <a:pt x="31530" y="45384"/>
                  </a:lnTo>
                  <a:lnTo>
                    <a:pt x="32008" y="46817"/>
                  </a:lnTo>
                  <a:lnTo>
                    <a:pt x="31530" y="48728"/>
                  </a:lnTo>
                  <a:lnTo>
                    <a:pt x="31530" y="49206"/>
                  </a:lnTo>
                  <a:lnTo>
                    <a:pt x="32008" y="49684"/>
                  </a:lnTo>
                  <a:lnTo>
                    <a:pt x="34396" y="52550"/>
                  </a:lnTo>
                  <a:lnTo>
                    <a:pt x="35830" y="55417"/>
                  </a:lnTo>
                  <a:lnTo>
                    <a:pt x="37263" y="59238"/>
                  </a:lnTo>
                  <a:lnTo>
                    <a:pt x="37263" y="59238"/>
                  </a:lnTo>
                  <a:lnTo>
                    <a:pt x="38696" y="61627"/>
                  </a:lnTo>
                  <a:lnTo>
                    <a:pt x="38696" y="6162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9" name="Freeform 5038">
              <a:extLst>
                <a:ext uri="{FF2B5EF4-FFF2-40B4-BE49-F238E27FC236}">
                  <a16:creationId xmlns:a16="http://schemas.microsoft.com/office/drawing/2014/main" id="{C33B1CC1-E6F4-7CEC-90A7-84341BFFFDF1}"/>
                </a:ext>
              </a:extLst>
            </p:cNvPr>
            <p:cNvSpPr/>
            <p:nvPr/>
          </p:nvSpPr>
          <p:spPr>
            <a:xfrm>
              <a:off x="3872169" y="4170220"/>
              <a:ext cx="2866" cy="2866"/>
            </a:xfrm>
            <a:custGeom>
              <a:avLst/>
              <a:gdLst>
                <a:gd name="csX0" fmla="*/ 0 w 2866"/>
                <a:gd name="csY0" fmla="*/ 0 h 2866"/>
                <a:gd name="csX1" fmla="*/ 956 w 2866"/>
                <a:gd name="csY1" fmla="*/ 478 h 2866"/>
                <a:gd name="csX2" fmla="*/ 2389 w 2866"/>
                <a:gd name="csY2" fmla="*/ 2867 h 2866"/>
                <a:gd name="csX3" fmla="*/ 2866 w 2866"/>
                <a:gd name="csY3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2866">
                  <a:moveTo>
                    <a:pt x="0" y="0"/>
                  </a:moveTo>
                  <a:lnTo>
                    <a:pt x="956" y="478"/>
                  </a:lnTo>
                  <a:lnTo>
                    <a:pt x="2389" y="2867"/>
                  </a:lnTo>
                  <a:lnTo>
                    <a:pt x="2866" y="286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0" name="Freeform 5039">
              <a:extLst>
                <a:ext uri="{FF2B5EF4-FFF2-40B4-BE49-F238E27FC236}">
                  <a16:creationId xmlns:a16="http://schemas.microsoft.com/office/drawing/2014/main" id="{D43B36EF-BF20-3F2C-C451-B9CC84636499}"/>
                </a:ext>
              </a:extLst>
            </p:cNvPr>
            <p:cNvSpPr/>
            <p:nvPr/>
          </p:nvSpPr>
          <p:spPr>
            <a:xfrm>
              <a:off x="3869780" y="4169264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0 w 477"/>
                <a:gd name="csY1" fmla="*/ 956 h 955"/>
                <a:gd name="csX2" fmla="*/ 478 w 477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0" y="956"/>
                  </a:lnTo>
                  <a:lnTo>
                    <a:pt x="478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1" name="Freeform 5040">
              <a:extLst>
                <a:ext uri="{FF2B5EF4-FFF2-40B4-BE49-F238E27FC236}">
                  <a16:creationId xmlns:a16="http://schemas.microsoft.com/office/drawing/2014/main" id="{A23642E9-DBC6-A068-2CEE-951F14A5D1D1}"/>
                </a:ext>
              </a:extLst>
            </p:cNvPr>
            <p:cNvSpPr/>
            <p:nvPr/>
          </p:nvSpPr>
          <p:spPr>
            <a:xfrm>
              <a:off x="3855448" y="4168309"/>
              <a:ext cx="2388" cy="955"/>
            </a:xfrm>
            <a:custGeom>
              <a:avLst/>
              <a:gdLst>
                <a:gd name="csX0" fmla="*/ 0 w 2388"/>
                <a:gd name="csY0" fmla="*/ 0 h 955"/>
                <a:gd name="csX1" fmla="*/ 2389 w 2388"/>
                <a:gd name="csY1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8" h="955">
                  <a:moveTo>
                    <a:pt x="0" y="0"/>
                  </a:moveTo>
                  <a:lnTo>
                    <a:pt x="2389" y="9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2" name="Freeform 5041">
              <a:extLst>
                <a:ext uri="{FF2B5EF4-FFF2-40B4-BE49-F238E27FC236}">
                  <a16:creationId xmlns:a16="http://schemas.microsoft.com/office/drawing/2014/main" id="{37709151-88D7-620C-66E0-1898C621C173}"/>
                </a:ext>
              </a:extLst>
            </p:cNvPr>
            <p:cNvSpPr/>
            <p:nvPr/>
          </p:nvSpPr>
          <p:spPr>
            <a:xfrm>
              <a:off x="3832995" y="4185029"/>
              <a:ext cx="4777" cy="1433"/>
            </a:xfrm>
            <a:custGeom>
              <a:avLst/>
              <a:gdLst>
                <a:gd name="csX0" fmla="*/ 0 w 4777"/>
                <a:gd name="csY0" fmla="*/ 0 h 1433"/>
                <a:gd name="csX1" fmla="*/ 2866 w 4777"/>
                <a:gd name="csY1" fmla="*/ 1433 h 1433"/>
                <a:gd name="csX2" fmla="*/ 4777 w 4777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7" h="1433">
                  <a:moveTo>
                    <a:pt x="0" y="0"/>
                  </a:moveTo>
                  <a:lnTo>
                    <a:pt x="2866" y="1433"/>
                  </a:lnTo>
                  <a:lnTo>
                    <a:pt x="4777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3" name="Freeform 5042">
              <a:extLst>
                <a:ext uri="{FF2B5EF4-FFF2-40B4-BE49-F238E27FC236}">
                  <a16:creationId xmlns:a16="http://schemas.microsoft.com/office/drawing/2014/main" id="{65710FA1-31B2-8DEF-E1DE-9D7A65E119D2}"/>
                </a:ext>
              </a:extLst>
            </p:cNvPr>
            <p:cNvSpPr/>
            <p:nvPr/>
          </p:nvSpPr>
          <p:spPr>
            <a:xfrm>
              <a:off x="3821529" y="4179774"/>
              <a:ext cx="6210" cy="2388"/>
            </a:xfrm>
            <a:custGeom>
              <a:avLst/>
              <a:gdLst>
                <a:gd name="csX0" fmla="*/ 0 w 6210"/>
                <a:gd name="csY0" fmla="*/ 0 h 2388"/>
                <a:gd name="csX1" fmla="*/ 2866 w 6210"/>
                <a:gd name="csY1" fmla="*/ 478 h 2388"/>
                <a:gd name="csX2" fmla="*/ 6211 w 6210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10" h="2388">
                  <a:moveTo>
                    <a:pt x="0" y="0"/>
                  </a:moveTo>
                  <a:lnTo>
                    <a:pt x="2866" y="478"/>
                  </a:lnTo>
                  <a:lnTo>
                    <a:pt x="6211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4" name="Freeform 5043">
              <a:extLst>
                <a:ext uri="{FF2B5EF4-FFF2-40B4-BE49-F238E27FC236}">
                  <a16:creationId xmlns:a16="http://schemas.microsoft.com/office/drawing/2014/main" id="{06781AC6-C3E8-EB7E-D8C1-288432BE42F8}"/>
                </a:ext>
              </a:extLst>
            </p:cNvPr>
            <p:cNvSpPr/>
            <p:nvPr/>
          </p:nvSpPr>
          <p:spPr>
            <a:xfrm>
              <a:off x="3817230" y="4176430"/>
              <a:ext cx="4299" cy="3344"/>
            </a:xfrm>
            <a:custGeom>
              <a:avLst/>
              <a:gdLst>
                <a:gd name="csX0" fmla="*/ 0 w 4299"/>
                <a:gd name="csY0" fmla="*/ 0 h 3344"/>
                <a:gd name="csX1" fmla="*/ 1911 w 4299"/>
                <a:gd name="csY1" fmla="*/ 1911 h 3344"/>
                <a:gd name="csX2" fmla="*/ 4300 w 4299"/>
                <a:gd name="csY2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9" h="3344">
                  <a:moveTo>
                    <a:pt x="0" y="0"/>
                  </a:moveTo>
                  <a:lnTo>
                    <a:pt x="1911" y="1911"/>
                  </a:lnTo>
                  <a:lnTo>
                    <a:pt x="430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5" name="Freeform 5044">
              <a:extLst>
                <a:ext uri="{FF2B5EF4-FFF2-40B4-BE49-F238E27FC236}">
                  <a16:creationId xmlns:a16="http://schemas.microsoft.com/office/drawing/2014/main" id="{423C36AC-3DC6-1F2E-1464-4B4064C1A971}"/>
                </a:ext>
              </a:extLst>
            </p:cNvPr>
            <p:cNvSpPr/>
            <p:nvPr/>
          </p:nvSpPr>
          <p:spPr>
            <a:xfrm>
              <a:off x="3801942" y="4152066"/>
              <a:ext cx="15287" cy="24364"/>
            </a:xfrm>
            <a:custGeom>
              <a:avLst/>
              <a:gdLst>
                <a:gd name="csX0" fmla="*/ 0 w 15287"/>
                <a:gd name="csY0" fmla="*/ 0 h 24364"/>
                <a:gd name="csX1" fmla="*/ 956 w 15287"/>
                <a:gd name="csY1" fmla="*/ 1433 h 24364"/>
                <a:gd name="csX2" fmla="*/ 2866 w 15287"/>
                <a:gd name="csY2" fmla="*/ 3822 h 24364"/>
                <a:gd name="csX3" fmla="*/ 5733 w 15287"/>
                <a:gd name="csY3" fmla="*/ 10510 h 24364"/>
                <a:gd name="csX4" fmla="*/ 5733 w 15287"/>
                <a:gd name="csY4" fmla="*/ 13376 h 24364"/>
                <a:gd name="csX5" fmla="*/ 7166 w 15287"/>
                <a:gd name="csY5" fmla="*/ 16243 h 24364"/>
                <a:gd name="csX6" fmla="*/ 9555 w 15287"/>
                <a:gd name="csY6" fmla="*/ 20065 h 24364"/>
                <a:gd name="csX7" fmla="*/ 11466 w 15287"/>
                <a:gd name="csY7" fmla="*/ 22453 h 24364"/>
                <a:gd name="csX8" fmla="*/ 11466 w 15287"/>
                <a:gd name="csY8" fmla="*/ 22453 h 24364"/>
                <a:gd name="csX9" fmla="*/ 13377 w 15287"/>
                <a:gd name="csY9" fmla="*/ 22931 h 24364"/>
                <a:gd name="csX10" fmla="*/ 15287 w 15287"/>
                <a:gd name="csY10" fmla="*/ 24364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5287" h="24364">
                  <a:moveTo>
                    <a:pt x="0" y="0"/>
                  </a:moveTo>
                  <a:lnTo>
                    <a:pt x="956" y="1433"/>
                  </a:lnTo>
                  <a:lnTo>
                    <a:pt x="2866" y="3822"/>
                  </a:lnTo>
                  <a:lnTo>
                    <a:pt x="5733" y="10510"/>
                  </a:lnTo>
                  <a:lnTo>
                    <a:pt x="5733" y="13376"/>
                  </a:lnTo>
                  <a:lnTo>
                    <a:pt x="7166" y="16243"/>
                  </a:lnTo>
                  <a:lnTo>
                    <a:pt x="9555" y="20065"/>
                  </a:lnTo>
                  <a:lnTo>
                    <a:pt x="11466" y="22453"/>
                  </a:lnTo>
                  <a:lnTo>
                    <a:pt x="11466" y="22453"/>
                  </a:lnTo>
                  <a:lnTo>
                    <a:pt x="13377" y="22931"/>
                  </a:lnTo>
                  <a:lnTo>
                    <a:pt x="15287" y="2436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6" name="Freeform 5045">
              <a:extLst>
                <a:ext uri="{FF2B5EF4-FFF2-40B4-BE49-F238E27FC236}">
                  <a16:creationId xmlns:a16="http://schemas.microsoft.com/office/drawing/2014/main" id="{ED6C86DF-223B-12AE-20CB-367F2221A6DE}"/>
                </a:ext>
              </a:extLst>
            </p:cNvPr>
            <p:cNvSpPr/>
            <p:nvPr/>
          </p:nvSpPr>
          <p:spPr>
            <a:xfrm>
              <a:off x="3785222" y="4139167"/>
              <a:ext cx="14331" cy="10987"/>
            </a:xfrm>
            <a:custGeom>
              <a:avLst/>
              <a:gdLst>
                <a:gd name="csX0" fmla="*/ 0 w 14331"/>
                <a:gd name="csY0" fmla="*/ 0 h 10987"/>
                <a:gd name="csX1" fmla="*/ 6211 w 14331"/>
                <a:gd name="csY1" fmla="*/ 5733 h 10987"/>
                <a:gd name="csX2" fmla="*/ 10510 w 14331"/>
                <a:gd name="csY2" fmla="*/ 9555 h 10987"/>
                <a:gd name="csX3" fmla="*/ 14332 w 14331"/>
                <a:gd name="csY3" fmla="*/ 10988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1" h="10987">
                  <a:moveTo>
                    <a:pt x="0" y="0"/>
                  </a:moveTo>
                  <a:lnTo>
                    <a:pt x="6211" y="5733"/>
                  </a:lnTo>
                  <a:lnTo>
                    <a:pt x="10510" y="9555"/>
                  </a:lnTo>
                  <a:lnTo>
                    <a:pt x="14332" y="109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7" name="Freeform 5046">
              <a:extLst>
                <a:ext uri="{FF2B5EF4-FFF2-40B4-BE49-F238E27FC236}">
                  <a16:creationId xmlns:a16="http://schemas.microsoft.com/office/drawing/2014/main" id="{C0BF9562-FA4C-00D6-35B8-B7F65E4AADD2}"/>
                </a:ext>
              </a:extLst>
            </p:cNvPr>
            <p:cNvSpPr/>
            <p:nvPr/>
          </p:nvSpPr>
          <p:spPr>
            <a:xfrm>
              <a:off x="3772801" y="4128180"/>
              <a:ext cx="3821" cy="4777"/>
            </a:xfrm>
            <a:custGeom>
              <a:avLst/>
              <a:gdLst>
                <a:gd name="csX0" fmla="*/ 0 w 3821"/>
                <a:gd name="csY0" fmla="*/ 0 h 4777"/>
                <a:gd name="csX1" fmla="*/ 1911 w 3821"/>
                <a:gd name="csY1" fmla="*/ 1911 h 4777"/>
                <a:gd name="csX2" fmla="*/ 3822 w 3821"/>
                <a:gd name="csY2" fmla="*/ 4777 h 4777"/>
                <a:gd name="csX3" fmla="*/ 3822 w 3821"/>
                <a:gd name="csY3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21" h="4777">
                  <a:moveTo>
                    <a:pt x="0" y="0"/>
                  </a:moveTo>
                  <a:lnTo>
                    <a:pt x="1911" y="1911"/>
                  </a:lnTo>
                  <a:lnTo>
                    <a:pt x="3822" y="4777"/>
                  </a:lnTo>
                  <a:lnTo>
                    <a:pt x="3822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8" name="Freeform 5047">
              <a:extLst>
                <a:ext uri="{FF2B5EF4-FFF2-40B4-BE49-F238E27FC236}">
                  <a16:creationId xmlns:a16="http://schemas.microsoft.com/office/drawing/2014/main" id="{105E3210-6C9C-96FC-588E-106B8EBB6607}"/>
                </a:ext>
              </a:extLst>
            </p:cNvPr>
            <p:cNvSpPr/>
            <p:nvPr/>
          </p:nvSpPr>
          <p:spPr>
            <a:xfrm>
              <a:off x="3606551" y="4110981"/>
              <a:ext cx="955" cy="1433"/>
            </a:xfrm>
            <a:custGeom>
              <a:avLst/>
              <a:gdLst>
                <a:gd name="csX0" fmla="*/ 956 w 955"/>
                <a:gd name="csY0" fmla="*/ 0 h 1433"/>
                <a:gd name="csX1" fmla="*/ 0 w 955"/>
                <a:gd name="csY1" fmla="*/ 1433 h 1433"/>
                <a:gd name="csX2" fmla="*/ 0 w 955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433">
                  <a:moveTo>
                    <a:pt x="956" y="0"/>
                  </a:moveTo>
                  <a:lnTo>
                    <a:pt x="0" y="1433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9" name="Freeform 5048">
              <a:extLst>
                <a:ext uri="{FF2B5EF4-FFF2-40B4-BE49-F238E27FC236}">
                  <a16:creationId xmlns:a16="http://schemas.microsoft.com/office/drawing/2014/main" id="{BD2F119C-1473-343A-CE3C-258AE000AA5C}"/>
                </a:ext>
              </a:extLst>
            </p:cNvPr>
            <p:cNvSpPr/>
            <p:nvPr/>
          </p:nvSpPr>
          <p:spPr>
            <a:xfrm>
              <a:off x="3561167" y="4111937"/>
              <a:ext cx="601939" cy="356863"/>
            </a:xfrm>
            <a:custGeom>
              <a:avLst/>
              <a:gdLst>
                <a:gd name="csX0" fmla="*/ 396038 w 601939"/>
                <a:gd name="csY0" fmla="*/ 136153 h 356863"/>
                <a:gd name="csX1" fmla="*/ 395560 w 601939"/>
                <a:gd name="csY1" fmla="*/ 140453 h 356863"/>
                <a:gd name="csX2" fmla="*/ 394605 w 601939"/>
                <a:gd name="csY2" fmla="*/ 143797 h 356863"/>
                <a:gd name="csX3" fmla="*/ 390305 w 601939"/>
                <a:gd name="csY3" fmla="*/ 150963 h 356863"/>
                <a:gd name="csX4" fmla="*/ 388872 w 601939"/>
                <a:gd name="csY4" fmla="*/ 155262 h 356863"/>
                <a:gd name="csX5" fmla="*/ 385528 w 601939"/>
                <a:gd name="csY5" fmla="*/ 167683 h 356863"/>
                <a:gd name="csX6" fmla="*/ 384572 w 601939"/>
                <a:gd name="csY6" fmla="*/ 175805 h 356863"/>
                <a:gd name="csX7" fmla="*/ 384572 w 601939"/>
                <a:gd name="csY7" fmla="*/ 179626 h 356863"/>
                <a:gd name="csX8" fmla="*/ 384094 w 601939"/>
                <a:gd name="csY8" fmla="*/ 180104 h 356863"/>
                <a:gd name="csX9" fmla="*/ 384572 w 601939"/>
                <a:gd name="csY9" fmla="*/ 180582 h 356863"/>
                <a:gd name="csX10" fmla="*/ 383617 w 601939"/>
                <a:gd name="csY10" fmla="*/ 189181 h 356863"/>
                <a:gd name="csX11" fmla="*/ 384094 w 601939"/>
                <a:gd name="csY11" fmla="*/ 196347 h 356863"/>
                <a:gd name="csX12" fmla="*/ 384094 w 601939"/>
                <a:gd name="csY12" fmla="*/ 197303 h 356863"/>
                <a:gd name="csX13" fmla="*/ 382661 w 601939"/>
                <a:gd name="csY13" fmla="*/ 199691 h 356863"/>
                <a:gd name="csX14" fmla="*/ 381706 w 601939"/>
                <a:gd name="csY14" fmla="*/ 202557 h 356863"/>
                <a:gd name="csX15" fmla="*/ 382184 w 601939"/>
                <a:gd name="csY15" fmla="*/ 203991 h 356863"/>
                <a:gd name="csX16" fmla="*/ 382184 w 601939"/>
                <a:gd name="csY16" fmla="*/ 204946 h 356863"/>
                <a:gd name="csX17" fmla="*/ 383617 w 601939"/>
                <a:gd name="csY17" fmla="*/ 209246 h 356863"/>
                <a:gd name="csX18" fmla="*/ 383617 w 601939"/>
                <a:gd name="csY18" fmla="*/ 212590 h 356863"/>
                <a:gd name="csX19" fmla="*/ 387439 w 601939"/>
                <a:gd name="csY19" fmla="*/ 218322 h 356863"/>
                <a:gd name="csX20" fmla="*/ 389349 w 601939"/>
                <a:gd name="csY20" fmla="*/ 220711 h 356863"/>
                <a:gd name="csX21" fmla="*/ 391738 w 601939"/>
                <a:gd name="csY21" fmla="*/ 222144 h 356863"/>
                <a:gd name="csX22" fmla="*/ 392694 w 601939"/>
                <a:gd name="csY22" fmla="*/ 223100 h 356863"/>
                <a:gd name="csX23" fmla="*/ 392216 w 601939"/>
                <a:gd name="csY23" fmla="*/ 225966 h 356863"/>
                <a:gd name="csX24" fmla="*/ 391260 w 601939"/>
                <a:gd name="csY24" fmla="*/ 226921 h 356863"/>
                <a:gd name="csX25" fmla="*/ 390783 w 601939"/>
                <a:gd name="csY25" fmla="*/ 228833 h 356863"/>
                <a:gd name="csX26" fmla="*/ 390305 w 601939"/>
                <a:gd name="csY26" fmla="*/ 227399 h 356863"/>
                <a:gd name="csX27" fmla="*/ 390305 w 601939"/>
                <a:gd name="csY27" fmla="*/ 225011 h 356863"/>
                <a:gd name="csX28" fmla="*/ 391260 w 601939"/>
                <a:gd name="csY28" fmla="*/ 224055 h 356863"/>
                <a:gd name="csX29" fmla="*/ 391260 w 601939"/>
                <a:gd name="csY29" fmla="*/ 223100 h 356863"/>
                <a:gd name="csX30" fmla="*/ 389827 w 601939"/>
                <a:gd name="csY30" fmla="*/ 222144 h 356863"/>
                <a:gd name="csX31" fmla="*/ 387439 w 601939"/>
                <a:gd name="csY31" fmla="*/ 219278 h 356863"/>
                <a:gd name="csX32" fmla="*/ 384094 w 601939"/>
                <a:gd name="csY32" fmla="*/ 214501 h 356863"/>
                <a:gd name="csX33" fmla="*/ 386483 w 601939"/>
                <a:gd name="csY33" fmla="*/ 222622 h 356863"/>
                <a:gd name="csX34" fmla="*/ 386961 w 601939"/>
                <a:gd name="csY34" fmla="*/ 224055 h 356863"/>
                <a:gd name="csX35" fmla="*/ 387916 w 601939"/>
                <a:gd name="csY35" fmla="*/ 224533 h 356863"/>
                <a:gd name="csX36" fmla="*/ 388872 w 601939"/>
                <a:gd name="csY36" fmla="*/ 225011 h 356863"/>
                <a:gd name="csX37" fmla="*/ 388872 w 601939"/>
                <a:gd name="csY37" fmla="*/ 225966 h 356863"/>
                <a:gd name="csX38" fmla="*/ 388872 w 601939"/>
                <a:gd name="csY38" fmla="*/ 226444 h 356863"/>
                <a:gd name="csX39" fmla="*/ 391738 w 601939"/>
                <a:gd name="csY39" fmla="*/ 232177 h 356863"/>
                <a:gd name="csX40" fmla="*/ 395082 w 601939"/>
                <a:gd name="csY40" fmla="*/ 237910 h 356863"/>
                <a:gd name="csX41" fmla="*/ 395082 w 601939"/>
                <a:gd name="csY41" fmla="*/ 239820 h 356863"/>
                <a:gd name="csX42" fmla="*/ 396516 w 601939"/>
                <a:gd name="csY42" fmla="*/ 241731 h 356863"/>
                <a:gd name="csX43" fmla="*/ 404637 w 601939"/>
                <a:gd name="csY43" fmla="*/ 249853 h 356863"/>
                <a:gd name="csX44" fmla="*/ 409892 w 601939"/>
                <a:gd name="csY44" fmla="*/ 256063 h 356863"/>
                <a:gd name="csX45" fmla="*/ 411325 w 601939"/>
                <a:gd name="csY45" fmla="*/ 261796 h 356863"/>
                <a:gd name="csX46" fmla="*/ 412281 w 601939"/>
                <a:gd name="csY46" fmla="*/ 263707 h 356863"/>
                <a:gd name="csX47" fmla="*/ 413236 w 601939"/>
                <a:gd name="csY47" fmla="*/ 266095 h 356863"/>
                <a:gd name="csX48" fmla="*/ 416102 w 601939"/>
                <a:gd name="csY48" fmla="*/ 268962 h 356863"/>
                <a:gd name="csX49" fmla="*/ 417058 w 601939"/>
                <a:gd name="csY49" fmla="*/ 270873 h 356863"/>
                <a:gd name="csX50" fmla="*/ 418969 w 601939"/>
                <a:gd name="csY50" fmla="*/ 271828 h 356863"/>
                <a:gd name="csX51" fmla="*/ 420402 w 601939"/>
                <a:gd name="csY51" fmla="*/ 274694 h 356863"/>
                <a:gd name="csX52" fmla="*/ 423268 w 601939"/>
                <a:gd name="csY52" fmla="*/ 276605 h 356863"/>
                <a:gd name="csX53" fmla="*/ 422313 w 601939"/>
                <a:gd name="csY53" fmla="*/ 276605 h 356863"/>
                <a:gd name="csX54" fmla="*/ 419924 w 601939"/>
                <a:gd name="csY54" fmla="*/ 275650 h 356863"/>
                <a:gd name="csX55" fmla="*/ 420402 w 601939"/>
                <a:gd name="csY55" fmla="*/ 276128 h 356863"/>
                <a:gd name="csX56" fmla="*/ 422313 w 601939"/>
                <a:gd name="csY56" fmla="*/ 277561 h 356863"/>
                <a:gd name="csX57" fmla="*/ 426135 w 601939"/>
                <a:gd name="csY57" fmla="*/ 278517 h 356863"/>
                <a:gd name="csX58" fmla="*/ 427090 w 601939"/>
                <a:gd name="csY58" fmla="*/ 278517 h 356863"/>
                <a:gd name="csX59" fmla="*/ 425657 w 601939"/>
                <a:gd name="csY59" fmla="*/ 278039 h 356863"/>
                <a:gd name="csX60" fmla="*/ 424224 w 601939"/>
                <a:gd name="csY60" fmla="*/ 277083 h 356863"/>
                <a:gd name="csX61" fmla="*/ 424701 w 601939"/>
                <a:gd name="csY61" fmla="*/ 277083 h 356863"/>
                <a:gd name="csX62" fmla="*/ 427568 w 601939"/>
                <a:gd name="csY62" fmla="*/ 278039 h 356863"/>
                <a:gd name="csX63" fmla="*/ 434734 w 601939"/>
                <a:gd name="csY63" fmla="*/ 278517 h 356863"/>
                <a:gd name="csX64" fmla="*/ 438078 w 601939"/>
                <a:gd name="csY64" fmla="*/ 280905 h 356863"/>
                <a:gd name="csX65" fmla="*/ 442377 w 601939"/>
                <a:gd name="csY65" fmla="*/ 281860 h 356863"/>
                <a:gd name="csX66" fmla="*/ 444766 w 601939"/>
                <a:gd name="csY66" fmla="*/ 285205 h 356863"/>
                <a:gd name="csX67" fmla="*/ 447632 w 601939"/>
                <a:gd name="csY67" fmla="*/ 288549 h 356863"/>
                <a:gd name="csX68" fmla="*/ 449066 w 601939"/>
                <a:gd name="csY68" fmla="*/ 288549 h 356863"/>
                <a:gd name="csX69" fmla="*/ 450499 w 601939"/>
                <a:gd name="csY69" fmla="*/ 288549 h 356863"/>
                <a:gd name="csX70" fmla="*/ 454798 w 601939"/>
                <a:gd name="csY70" fmla="*/ 288071 h 356863"/>
                <a:gd name="csX71" fmla="*/ 461009 w 601939"/>
                <a:gd name="csY71" fmla="*/ 286160 h 356863"/>
                <a:gd name="csX72" fmla="*/ 462920 w 601939"/>
                <a:gd name="csY72" fmla="*/ 285205 h 356863"/>
                <a:gd name="csX73" fmla="*/ 467219 w 601939"/>
                <a:gd name="csY73" fmla="*/ 283771 h 356863"/>
                <a:gd name="csX74" fmla="*/ 473908 w 601939"/>
                <a:gd name="csY74" fmla="*/ 283294 h 356863"/>
                <a:gd name="csX75" fmla="*/ 475819 w 601939"/>
                <a:gd name="csY75" fmla="*/ 283771 h 356863"/>
                <a:gd name="csX76" fmla="*/ 480596 w 601939"/>
                <a:gd name="csY76" fmla="*/ 282816 h 356863"/>
                <a:gd name="csX77" fmla="*/ 482984 w 601939"/>
                <a:gd name="csY77" fmla="*/ 281860 h 356863"/>
                <a:gd name="csX78" fmla="*/ 483462 w 601939"/>
                <a:gd name="csY78" fmla="*/ 280905 h 356863"/>
                <a:gd name="csX79" fmla="*/ 483940 w 601939"/>
                <a:gd name="csY79" fmla="*/ 279950 h 356863"/>
                <a:gd name="csX80" fmla="*/ 488239 w 601939"/>
                <a:gd name="csY80" fmla="*/ 278994 h 356863"/>
                <a:gd name="csX81" fmla="*/ 489195 w 601939"/>
                <a:gd name="csY81" fmla="*/ 278994 h 356863"/>
                <a:gd name="csX82" fmla="*/ 493972 w 601939"/>
                <a:gd name="csY82" fmla="*/ 278517 h 356863"/>
                <a:gd name="csX83" fmla="*/ 495883 w 601939"/>
                <a:gd name="csY83" fmla="*/ 278517 h 356863"/>
                <a:gd name="csX84" fmla="*/ 498750 w 601939"/>
                <a:gd name="csY84" fmla="*/ 278039 h 356863"/>
                <a:gd name="csX85" fmla="*/ 500661 w 601939"/>
                <a:gd name="csY85" fmla="*/ 279472 h 356863"/>
                <a:gd name="csX86" fmla="*/ 500661 w 601939"/>
                <a:gd name="csY86" fmla="*/ 280427 h 356863"/>
                <a:gd name="csX87" fmla="*/ 499227 w 601939"/>
                <a:gd name="csY87" fmla="*/ 280905 h 356863"/>
                <a:gd name="csX88" fmla="*/ 499705 w 601939"/>
                <a:gd name="csY88" fmla="*/ 281860 h 356863"/>
                <a:gd name="csX89" fmla="*/ 502094 w 601939"/>
                <a:gd name="csY89" fmla="*/ 282816 h 356863"/>
                <a:gd name="csX90" fmla="*/ 505915 w 601939"/>
                <a:gd name="csY90" fmla="*/ 283294 h 356863"/>
                <a:gd name="csX91" fmla="*/ 507349 w 601939"/>
                <a:gd name="csY91" fmla="*/ 283294 h 356863"/>
                <a:gd name="csX92" fmla="*/ 509260 w 601939"/>
                <a:gd name="csY92" fmla="*/ 281383 h 356863"/>
                <a:gd name="csX93" fmla="*/ 512604 w 601939"/>
                <a:gd name="csY93" fmla="*/ 279950 h 356863"/>
                <a:gd name="csX94" fmla="*/ 512604 w 601939"/>
                <a:gd name="csY94" fmla="*/ 278039 h 356863"/>
                <a:gd name="csX95" fmla="*/ 511648 w 601939"/>
                <a:gd name="csY95" fmla="*/ 277083 h 356863"/>
                <a:gd name="csX96" fmla="*/ 510693 w 601939"/>
                <a:gd name="csY96" fmla="*/ 277083 h 356863"/>
                <a:gd name="csX97" fmla="*/ 510693 w 601939"/>
                <a:gd name="csY97" fmla="*/ 276605 h 356863"/>
                <a:gd name="csX98" fmla="*/ 511171 w 601939"/>
                <a:gd name="csY98" fmla="*/ 275172 h 356863"/>
                <a:gd name="csX99" fmla="*/ 511171 w 601939"/>
                <a:gd name="csY99" fmla="*/ 274694 h 356863"/>
                <a:gd name="csX100" fmla="*/ 509260 w 601939"/>
                <a:gd name="csY100" fmla="*/ 276128 h 356863"/>
                <a:gd name="csX101" fmla="*/ 508782 w 601939"/>
                <a:gd name="csY101" fmla="*/ 276128 h 356863"/>
                <a:gd name="csX102" fmla="*/ 508782 w 601939"/>
                <a:gd name="csY102" fmla="*/ 275172 h 356863"/>
                <a:gd name="csX103" fmla="*/ 509260 w 601939"/>
                <a:gd name="csY103" fmla="*/ 274694 h 356863"/>
                <a:gd name="csX104" fmla="*/ 515470 w 601939"/>
                <a:gd name="csY104" fmla="*/ 271828 h 356863"/>
                <a:gd name="csX105" fmla="*/ 516903 w 601939"/>
                <a:gd name="csY105" fmla="*/ 270873 h 356863"/>
                <a:gd name="csX106" fmla="*/ 518814 w 601939"/>
                <a:gd name="csY106" fmla="*/ 269917 h 356863"/>
                <a:gd name="csX107" fmla="*/ 523114 w 601939"/>
                <a:gd name="csY107" fmla="*/ 266095 h 356863"/>
                <a:gd name="csX108" fmla="*/ 524069 w 601939"/>
                <a:gd name="csY108" fmla="*/ 258929 h 356863"/>
                <a:gd name="csX109" fmla="*/ 525025 w 601939"/>
                <a:gd name="csY109" fmla="*/ 257496 h 356863"/>
                <a:gd name="csX110" fmla="*/ 527891 w 601939"/>
                <a:gd name="csY110" fmla="*/ 255108 h 356863"/>
                <a:gd name="csX111" fmla="*/ 527891 w 601939"/>
                <a:gd name="csY111" fmla="*/ 254630 h 356863"/>
                <a:gd name="csX112" fmla="*/ 528369 w 601939"/>
                <a:gd name="csY112" fmla="*/ 253197 h 356863"/>
                <a:gd name="csX113" fmla="*/ 527891 w 601939"/>
                <a:gd name="csY113" fmla="*/ 249375 h 356863"/>
                <a:gd name="csX114" fmla="*/ 528369 w 601939"/>
                <a:gd name="csY114" fmla="*/ 246031 h 356863"/>
                <a:gd name="csX115" fmla="*/ 528369 w 601939"/>
                <a:gd name="csY115" fmla="*/ 242687 h 356863"/>
                <a:gd name="csX116" fmla="*/ 528846 w 601939"/>
                <a:gd name="csY116" fmla="*/ 239820 h 356863"/>
                <a:gd name="csX117" fmla="*/ 529324 w 601939"/>
                <a:gd name="csY117" fmla="*/ 238865 h 356863"/>
                <a:gd name="csX118" fmla="*/ 530757 w 601939"/>
                <a:gd name="csY118" fmla="*/ 234087 h 356863"/>
                <a:gd name="csX119" fmla="*/ 534102 w 601939"/>
                <a:gd name="csY119" fmla="*/ 231699 h 356863"/>
                <a:gd name="csX120" fmla="*/ 539834 w 601939"/>
                <a:gd name="csY120" fmla="*/ 229310 h 356863"/>
                <a:gd name="csX121" fmla="*/ 541268 w 601939"/>
                <a:gd name="csY121" fmla="*/ 228833 h 356863"/>
                <a:gd name="csX122" fmla="*/ 559899 w 601939"/>
                <a:gd name="csY122" fmla="*/ 226444 h 356863"/>
                <a:gd name="csX123" fmla="*/ 562765 w 601939"/>
                <a:gd name="csY123" fmla="*/ 225488 h 356863"/>
                <a:gd name="csX124" fmla="*/ 565632 w 601939"/>
                <a:gd name="csY124" fmla="*/ 223578 h 356863"/>
                <a:gd name="csX125" fmla="*/ 568020 w 601939"/>
                <a:gd name="csY125" fmla="*/ 223100 h 356863"/>
                <a:gd name="csX126" fmla="*/ 572320 w 601939"/>
                <a:gd name="csY126" fmla="*/ 223100 h 356863"/>
                <a:gd name="csX127" fmla="*/ 573753 w 601939"/>
                <a:gd name="csY127" fmla="*/ 223100 h 356863"/>
                <a:gd name="csX128" fmla="*/ 573753 w 601939"/>
                <a:gd name="csY128" fmla="*/ 222622 h 356863"/>
                <a:gd name="csX129" fmla="*/ 574231 w 601939"/>
                <a:gd name="csY129" fmla="*/ 222622 h 356863"/>
                <a:gd name="csX130" fmla="*/ 574709 w 601939"/>
                <a:gd name="csY130" fmla="*/ 222144 h 356863"/>
                <a:gd name="csX131" fmla="*/ 577097 w 601939"/>
                <a:gd name="csY131" fmla="*/ 222622 h 356863"/>
                <a:gd name="csX132" fmla="*/ 581875 w 601939"/>
                <a:gd name="csY132" fmla="*/ 223578 h 356863"/>
                <a:gd name="csX133" fmla="*/ 583785 w 601939"/>
                <a:gd name="csY133" fmla="*/ 224055 h 356863"/>
                <a:gd name="csX134" fmla="*/ 587607 w 601939"/>
                <a:gd name="csY134" fmla="*/ 225011 h 356863"/>
                <a:gd name="csX135" fmla="*/ 592385 w 601939"/>
                <a:gd name="csY135" fmla="*/ 225488 h 356863"/>
                <a:gd name="csX136" fmla="*/ 592862 w 601939"/>
                <a:gd name="csY136" fmla="*/ 225488 h 356863"/>
                <a:gd name="csX137" fmla="*/ 593340 w 601939"/>
                <a:gd name="csY137" fmla="*/ 225011 h 356863"/>
                <a:gd name="csX138" fmla="*/ 593818 w 601939"/>
                <a:gd name="csY138" fmla="*/ 224055 h 356863"/>
                <a:gd name="csX139" fmla="*/ 593340 w 601939"/>
                <a:gd name="csY139" fmla="*/ 223578 h 356863"/>
                <a:gd name="csX140" fmla="*/ 592862 w 601939"/>
                <a:gd name="csY140" fmla="*/ 223578 h 356863"/>
                <a:gd name="csX141" fmla="*/ 592385 w 601939"/>
                <a:gd name="csY141" fmla="*/ 224055 h 356863"/>
                <a:gd name="csX142" fmla="*/ 591429 w 601939"/>
                <a:gd name="csY142" fmla="*/ 224055 h 356863"/>
                <a:gd name="csX143" fmla="*/ 589518 w 601939"/>
                <a:gd name="csY143" fmla="*/ 223578 h 356863"/>
                <a:gd name="csX144" fmla="*/ 589996 w 601939"/>
                <a:gd name="csY144" fmla="*/ 223100 h 356863"/>
                <a:gd name="csX145" fmla="*/ 591907 w 601939"/>
                <a:gd name="csY145" fmla="*/ 223100 h 356863"/>
                <a:gd name="csX146" fmla="*/ 592862 w 601939"/>
                <a:gd name="csY146" fmla="*/ 223100 h 356863"/>
                <a:gd name="csX147" fmla="*/ 594773 w 601939"/>
                <a:gd name="csY147" fmla="*/ 222144 h 356863"/>
                <a:gd name="csX148" fmla="*/ 596684 w 601939"/>
                <a:gd name="csY148" fmla="*/ 222622 h 356863"/>
                <a:gd name="csX149" fmla="*/ 599073 w 601939"/>
                <a:gd name="csY149" fmla="*/ 225488 h 356863"/>
                <a:gd name="csX150" fmla="*/ 600506 w 601939"/>
                <a:gd name="csY150" fmla="*/ 225966 h 356863"/>
                <a:gd name="csX151" fmla="*/ 600984 w 601939"/>
                <a:gd name="csY151" fmla="*/ 229788 h 356863"/>
                <a:gd name="csX152" fmla="*/ 600984 w 601939"/>
                <a:gd name="csY152" fmla="*/ 230266 h 356863"/>
                <a:gd name="csX153" fmla="*/ 601939 w 601939"/>
                <a:gd name="csY153" fmla="*/ 231221 h 356863"/>
                <a:gd name="csX154" fmla="*/ 600984 w 601939"/>
                <a:gd name="csY154" fmla="*/ 234087 h 356863"/>
                <a:gd name="csX155" fmla="*/ 600028 w 601939"/>
                <a:gd name="csY155" fmla="*/ 236476 h 356863"/>
                <a:gd name="csX156" fmla="*/ 598595 w 601939"/>
                <a:gd name="csY156" fmla="*/ 238387 h 356863"/>
                <a:gd name="csX157" fmla="*/ 596206 w 601939"/>
                <a:gd name="csY157" fmla="*/ 241253 h 356863"/>
                <a:gd name="csX158" fmla="*/ 592862 w 601939"/>
                <a:gd name="csY158" fmla="*/ 243642 h 356863"/>
                <a:gd name="csX159" fmla="*/ 589041 w 601939"/>
                <a:gd name="csY159" fmla="*/ 248897 h 356863"/>
                <a:gd name="csX160" fmla="*/ 588085 w 601939"/>
                <a:gd name="csY160" fmla="*/ 251763 h 356863"/>
                <a:gd name="csX161" fmla="*/ 588085 w 601939"/>
                <a:gd name="csY161" fmla="*/ 253675 h 356863"/>
                <a:gd name="csX162" fmla="*/ 588563 w 601939"/>
                <a:gd name="csY162" fmla="*/ 255585 h 356863"/>
                <a:gd name="csX163" fmla="*/ 588563 w 601939"/>
                <a:gd name="csY163" fmla="*/ 256063 h 356863"/>
                <a:gd name="csX164" fmla="*/ 588085 w 601939"/>
                <a:gd name="csY164" fmla="*/ 257019 h 356863"/>
                <a:gd name="csX165" fmla="*/ 587129 w 601939"/>
                <a:gd name="csY165" fmla="*/ 257019 h 356863"/>
                <a:gd name="csX166" fmla="*/ 585696 w 601939"/>
                <a:gd name="csY166" fmla="*/ 257974 h 356863"/>
                <a:gd name="csX167" fmla="*/ 583785 w 601939"/>
                <a:gd name="csY167" fmla="*/ 260363 h 356863"/>
                <a:gd name="csX168" fmla="*/ 583308 w 601939"/>
                <a:gd name="csY168" fmla="*/ 261318 h 356863"/>
                <a:gd name="csX169" fmla="*/ 584263 w 601939"/>
                <a:gd name="csY169" fmla="*/ 262274 h 356863"/>
                <a:gd name="csX170" fmla="*/ 585696 w 601939"/>
                <a:gd name="csY170" fmla="*/ 261796 h 356863"/>
                <a:gd name="csX171" fmla="*/ 587129 w 601939"/>
                <a:gd name="csY171" fmla="*/ 261796 h 356863"/>
                <a:gd name="csX172" fmla="*/ 588085 w 601939"/>
                <a:gd name="csY172" fmla="*/ 261318 h 356863"/>
                <a:gd name="csX173" fmla="*/ 589041 w 601939"/>
                <a:gd name="csY173" fmla="*/ 261796 h 356863"/>
                <a:gd name="csX174" fmla="*/ 588563 w 601939"/>
                <a:gd name="csY174" fmla="*/ 263229 h 356863"/>
                <a:gd name="csX175" fmla="*/ 587607 w 601939"/>
                <a:gd name="csY175" fmla="*/ 264185 h 356863"/>
                <a:gd name="csX176" fmla="*/ 587129 w 601939"/>
                <a:gd name="csY176" fmla="*/ 264662 h 356863"/>
                <a:gd name="csX177" fmla="*/ 586174 w 601939"/>
                <a:gd name="csY177" fmla="*/ 264662 h 356863"/>
                <a:gd name="csX178" fmla="*/ 584741 w 601939"/>
                <a:gd name="csY178" fmla="*/ 265618 h 356863"/>
                <a:gd name="csX179" fmla="*/ 584263 w 601939"/>
                <a:gd name="csY179" fmla="*/ 266095 h 356863"/>
                <a:gd name="csX180" fmla="*/ 584263 w 601939"/>
                <a:gd name="csY180" fmla="*/ 268006 h 356863"/>
                <a:gd name="csX181" fmla="*/ 584741 w 601939"/>
                <a:gd name="csY181" fmla="*/ 268006 h 356863"/>
                <a:gd name="csX182" fmla="*/ 586174 w 601939"/>
                <a:gd name="csY182" fmla="*/ 266573 h 356863"/>
                <a:gd name="csX183" fmla="*/ 587129 w 601939"/>
                <a:gd name="csY183" fmla="*/ 266573 h 356863"/>
                <a:gd name="csX184" fmla="*/ 587129 w 601939"/>
                <a:gd name="csY184" fmla="*/ 267051 h 356863"/>
                <a:gd name="csX185" fmla="*/ 585219 w 601939"/>
                <a:gd name="csY185" fmla="*/ 271828 h 356863"/>
                <a:gd name="csX186" fmla="*/ 584263 w 601939"/>
                <a:gd name="csY186" fmla="*/ 276605 h 356863"/>
                <a:gd name="csX187" fmla="*/ 582830 w 601939"/>
                <a:gd name="csY187" fmla="*/ 279472 h 356863"/>
                <a:gd name="csX188" fmla="*/ 582352 w 601939"/>
                <a:gd name="csY188" fmla="*/ 283294 h 356863"/>
                <a:gd name="csX189" fmla="*/ 581397 w 601939"/>
                <a:gd name="csY189" fmla="*/ 285205 h 356863"/>
                <a:gd name="csX190" fmla="*/ 580441 w 601939"/>
                <a:gd name="csY190" fmla="*/ 286638 h 356863"/>
                <a:gd name="csX191" fmla="*/ 579486 w 601939"/>
                <a:gd name="csY191" fmla="*/ 286638 h 356863"/>
                <a:gd name="csX192" fmla="*/ 578053 w 601939"/>
                <a:gd name="csY192" fmla="*/ 283294 h 356863"/>
                <a:gd name="csX193" fmla="*/ 576619 w 601939"/>
                <a:gd name="csY193" fmla="*/ 282816 h 356863"/>
                <a:gd name="csX194" fmla="*/ 576142 w 601939"/>
                <a:gd name="csY194" fmla="*/ 281860 h 356863"/>
                <a:gd name="csX195" fmla="*/ 577097 w 601939"/>
                <a:gd name="csY195" fmla="*/ 278039 h 356863"/>
                <a:gd name="csX196" fmla="*/ 576619 w 601939"/>
                <a:gd name="csY196" fmla="*/ 275650 h 356863"/>
                <a:gd name="csX197" fmla="*/ 576142 w 601939"/>
                <a:gd name="csY197" fmla="*/ 276128 h 356863"/>
                <a:gd name="csX198" fmla="*/ 574709 w 601939"/>
                <a:gd name="csY198" fmla="*/ 277083 h 356863"/>
                <a:gd name="csX199" fmla="*/ 573275 w 601939"/>
                <a:gd name="csY199" fmla="*/ 278039 h 356863"/>
                <a:gd name="csX200" fmla="*/ 573753 w 601939"/>
                <a:gd name="csY200" fmla="*/ 279472 h 356863"/>
                <a:gd name="csX201" fmla="*/ 571842 w 601939"/>
                <a:gd name="csY201" fmla="*/ 281860 h 356863"/>
                <a:gd name="csX202" fmla="*/ 571364 w 601939"/>
                <a:gd name="csY202" fmla="*/ 282816 h 356863"/>
                <a:gd name="csX203" fmla="*/ 571364 w 601939"/>
                <a:gd name="csY203" fmla="*/ 282816 h 356863"/>
                <a:gd name="csX204" fmla="*/ 569931 w 601939"/>
                <a:gd name="csY204" fmla="*/ 282816 h 356863"/>
                <a:gd name="csX205" fmla="*/ 568020 w 601939"/>
                <a:gd name="csY205" fmla="*/ 282816 h 356863"/>
                <a:gd name="csX206" fmla="*/ 567065 w 601939"/>
                <a:gd name="csY206" fmla="*/ 283294 h 356863"/>
                <a:gd name="csX207" fmla="*/ 565632 w 601939"/>
                <a:gd name="csY207" fmla="*/ 286160 h 356863"/>
                <a:gd name="csX208" fmla="*/ 562765 w 601939"/>
                <a:gd name="csY208" fmla="*/ 290460 h 356863"/>
                <a:gd name="csX209" fmla="*/ 561332 w 601939"/>
                <a:gd name="csY209" fmla="*/ 292370 h 356863"/>
                <a:gd name="csX210" fmla="*/ 560377 w 601939"/>
                <a:gd name="csY210" fmla="*/ 293326 h 356863"/>
                <a:gd name="csX211" fmla="*/ 559421 w 601939"/>
                <a:gd name="csY211" fmla="*/ 293326 h 356863"/>
                <a:gd name="csX212" fmla="*/ 559421 w 601939"/>
                <a:gd name="csY212" fmla="*/ 293326 h 356863"/>
                <a:gd name="csX213" fmla="*/ 558944 w 601939"/>
                <a:gd name="csY213" fmla="*/ 292848 h 356863"/>
                <a:gd name="csX214" fmla="*/ 558466 w 601939"/>
                <a:gd name="csY214" fmla="*/ 292848 h 356863"/>
                <a:gd name="csX215" fmla="*/ 556555 w 601939"/>
                <a:gd name="csY215" fmla="*/ 291893 h 356863"/>
                <a:gd name="csX216" fmla="*/ 556077 w 601939"/>
                <a:gd name="csY216" fmla="*/ 291893 h 356863"/>
                <a:gd name="csX217" fmla="*/ 555122 w 601939"/>
                <a:gd name="csY217" fmla="*/ 292370 h 356863"/>
                <a:gd name="csX218" fmla="*/ 554166 w 601939"/>
                <a:gd name="csY218" fmla="*/ 293804 h 356863"/>
                <a:gd name="csX219" fmla="*/ 554166 w 601939"/>
                <a:gd name="csY219" fmla="*/ 295237 h 356863"/>
                <a:gd name="csX220" fmla="*/ 550344 w 601939"/>
                <a:gd name="csY220" fmla="*/ 295237 h 356863"/>
                <a:gd name="csX221" fmla="*/ 543178 w 601939"/>
                <a:gd name="csY221" fmla="*/ 295237 h 356863"/>
                <a:gd name="csX222" fmla="*/ 534102 w 601939"/>
                <a:gd name="csY222" fmla="*/ 295237 h 356863"/>
                <a:gd name="csX223" fmla="*/ 525503 w 601939"/>
                <a:gd name="csY223" fmla="*/ 295237 h 356863"/>
                <a:gd name="csX224" fmla="*/ 518337 w 601939"/>
                <a:gd name="csY224" fmla="*/ 295237 h 356863"/>
                <a:gd name="csX225" fmla="*/ 518337 w 601939"/>
                <a:gd name="csY225" fmla="*/ 295237 h 356863"/>
                <a:gd name="csX226" fmla="*/ 517859 w 601939"/>
                <a:gd name="csY226" fmla="*/ 299059 h 356863"/>
                <a:gd name="csX227" fmla="*/ 517859 w 601939"/>
                <a:gd name="csY227" fmla="*/ 302403 h 356863"/>
                <a:gd name="csX228" fmla="*/ 517859 w 601939"/>
                <a:gd name="csY228" fmla="*/ 306225 h 356863"/>
                <a:gd name="csX229" fmla="*/ 514037 w 601939"/>
                <a:gd name="csY229" fmla="*/ 305747 h 356863"/>
                <a:gd name="csX230" fmla="*/ 509737 w 601939"/>
                <a:gd name="csY230" fmla="*/ 305747 h 356863"/>
                <a:gd name="csX231" fmla="*/ 510215 w 601939"/>
                <a:gd name="csY231" fmla="*/ 306225 h 356863"/>
                <a:gd name="csX232" fmla="*/ 511648 w 601939"/>
                <a:gd name="csY232" fmla="*/ 307180 h 356863"/>
                <a:gd name="csX233" fmla="*/ 513559 w 601939"/>
                <a:gd name="csY233" fmla="*/ 308613 h 356863"/>
                <a:gd name="csX234" fmla="*/ 515948 w 601939"/>
                <a:gd name="csY234" fmla="*/ 311002 h 356863"/>
                <a:gd name="csX235" fmla="*/ 515948 w 601939"/>
                <a:gd name="csY235" fmla="*/ 311480 h 356863"/>
                <a:gd name="csX236" fmla="*/ 518337 w 601939"/>
                <a:gd name="csY236" fmla="*/ 313391 h 356863"/>
                <a:gd name="csX237" fmla="*/ 521680 w 601939"/>
                <a:gd name="csY237" fmla="*/ 314824 h 356863"/>
                <a:gd name="csX238" fmla="*/ 523591 w 601939"/>
                <a:gd name="csY238" fmla="*/ 316257 h 356863"/>
                <a:gd name="csX239" fmla="*/ 524547 w 601939"/>
                <a:gd name="csY239" fmla="*/ 317690 h 356863"/>
                <a:gd name="csX240" fmla="*/ 525025 w 601939"/>
                <a:gd name="csY240" fmla="*/ 319124 h 356863"/>
                <a:gd name="csX241" fmla="*/ 525025 w 601939"/>
                <a:gd name="csY241" fmla="*/ 320079 h 356863"/>
                <a:gd name="csX242" fmla="*/ 525025 w 601939"/>
                <a:gd name="csY242" fmla="*/ 320079 h 356863"/>
                <a:gd name="csX243" fmla="*/ 526458 w 601939"/>
                <a:gd name="csY243" fmla="*/ 321034 h 356863"/>
                <a:gd name="csX244" fmla="*/ 528369 w 601939"/>
                <a:gd name="csY244" fmla="*/ 321512 h 356863"/>
                <a:gd name="csX245" fmla="*/ 529324 w 601939"/>
                <a:gd name="csY245" fmla="*/ 322467 h 356863"/>
                <a:gd name="csX246" fmla="*/ 529324 w 601939"/>
                <a:gd name="csY246" fmla="*/ 322945 h 356863"/>
                <a:gd name="csX247" fmla="*/ 528846 w 601939"/>
                <a:gd name="csY247" fmla="*/ 324856 h 356863"/>
                <a:gd name="csX248" fmla="*/ 528846 w 601939"/>
                <a:gd name="csY248" fmla="*/ 324856 h 356863"/>
                <a:gd name="csX249" fmla="*/ 528846 w 601939"/>
                <a:gd name="csY249" fmla="*/ 326289 h 356863"/>
                <a:gd name="csX250" fmla="*/ 528846 w 601939"/>
                <a:gd name="csY250" fmla="*/ 326767 h 356863"/>
                <a:gd name="csX251" fmla="*/ 528846 w 601939"/>
                <a:gd name="csY251" fmla="*/ 328200 h 356863"/>
                <a:gd name="csX252" fmla="*/ 528846 w 601939"/>
                <a:gd name="csY252" fmla="*/ 328200 h 356863"/>
                <a:gd name="csX253" fmla="*/ 527413 w 601939"/>
                <a:gd name="csY253" fmla="*/ 328200 h 356863"/>
                <a:gd name="csX254" fmla="*/ 523591 w 601939"/>
                <a:gd name="csY254" fmla="*/ 328200 h 356863"/>
                <a:gd name="csX255" fmla="*/ 518337 w 601939"/>
                <a:gd name="csY255" fmla="*/ 328200 h 356863"/>
                <a:gd name="csX256" fmla="*/ 513081 w 601939"/>
                <a:gd name="csY256" fmla="*/ 328200 h 356863"/>
                <a:gd name="csX257" fmla="*/ 509260 w 601939"/>
                <a:gd name="csY257" fmla="*/ 328200 h 356863"/>
                <a:gd name="csX258" fmla="*/ 503527 w 601939"/>
                <a:gd name="csY258" fmla="*/ 328200 h 356863"/>
                <a:gd name="csX259" fmla="*/ 501616 w 601939"/>
                <a:gd name="csY259" fmla="*/ 331067 h 356863"/>
                <a:gd name="csX260" fmla="*/ 498750 w 601939"/>
                <a:gd name="csY260" fmla="*/ 335366 h 356863"/>
                <a:gd name="csX261" fmla="*/ 496361 w 601939"/>
                <a:gd name="csY261" fmla="*/ 339188 h 356863"/>
                <a:gd name="csX262" fmla="*/ 494450 w 601939"/>
                <a:gd name="csY262" fmla="*/ 342532 h 356863"/>
                <a:gd name="csX263" fmla="*/ 493972 w 601939"/>
                <a:gd name="csY263" fmla="*/ 343010 h 356863"/>
                <a:gd name="csX264" fmla="*/ 493972 w 601939"/>
                <a:gd name="csY264" fmla="*/ 343965 h 356863"/>
                <a:gd name="csX265" fmla="*/ 496361 w 601939"/>
                <a:gd name="csY265" fmla="*/ 346832 h 356863"/>
                <a:gd name="csX266" fmla="*/ 496361 w 601939"/>
                <a:gd name="csY266" fmla="*/ 347787 h 356863"/>
                <a:gd name="csX267" fmla="*/ 496361 w 601939"/>
                <a:gd name="csY267" fmla="*/ 347787 h 356863"/>
                <a:gd name="csX268" fmla="*/ 496361 w 601939"/>
                <a:gd name="csY268" fmla="*/ 347787 h 356863"/>
                <a:gd name="csX269" fmla="*/ 495405 w 601939"/>
                <a:gd name="csY269" fmla="*/ 348265 h 356863"/>
                <a:gd name="csX270" fmla="*/ 494928 w 601939"/>
                <a:gd name="csY270" fmla="*/ 349220 h 356863"/>
                <a:gd name="csX271" fmla="*/ 494928 w 601939"/>
                <a:gd name="csY271" fmla="*/ 350176 h 356863"/>
                <a:gd name="csX272" fmla="*/ 494450 w 601939"/>
                <a:gd name="csY272" fmla="*/ 351609 h 356863"/>
                <a:gd name="csX273" fmla="*/ 494450 w 601939"/>
                <a:gd name="csY273" fmla="*/ 353042 h 356863"/>
                <a:gd name="csX274" fmla="*/ 494928 w 601939"/>
                <a:gd name="csY274" fmla="*/ 353998 h 356863"/>
                <a:gd name="csX275" fmla="*/ 494450 w 601939"/>
                <a:gd name="csY275" fmla="*/ 354953 h 356863"/>
                <a:gd name="csX276" fmla="*/ 494450 w 601939"/>
                <a:gd name="csY276" fmla="*/ 355431 h 356863"/>
                <a:gd name="csX277" fmla="*/ 493972 w 601939"/>
                <a:gd name="csY277" fmla="*/ 356386 h 356863"/>
                <a:gd name="csX278" fmla="*/ 493495 w 601939"/>
                <a:gd name="csY278" fmla="*/ 356864 h 356863"/>
                <a:gd name="csX279" fmla="*/ 493017 w 601939"/>
                <a:gd name="csY279" fmla="*/ 356386 h 356863"/>
                <a:gd name="csX280" fmla="*/ 487762 w 601939"/>
                <a:gd name="csY280" fmla="*/ 351609 h 356863"/>
                <a:gd name="csX281" fmla="*/ 482029 w 601939"/>
                <a:gd name="csY281" fmla="*/ 345876 h 356863"/>
                <a:gd name="csX282" fmla="*/ 480118 w 601939"/>
                <a:gd name="csY282" fmla="*/ 343965 h 356863"/>
                <a:gd name="csX283" fmla="*/ 477730 w 601939"/>
                <a:gd name="csY283" fmla="*/ 342532 h 356863"/>
                <a:gd name="csX284" fmla="*/ 474863 w 601939"/>
                <a:gd name="csY284" fmla="*/ 340143 h 356863"/>
                <a:gd name="csX285" fmla="*/ 467697 w 601939"/>
                <a:gd name="csY285" fmla="*/ 334411 h 356863"/>
                <a:gd name="csX286" fmla="*/ 463875 w 601939"/>
                <a:gd name="csY286" fmla="*/ 331544 h 356863"/>
                <a:gd name="csX287" fmla="*/ 460054 w 601939"/>
                <a:gd name="csY287" fmla="*/ 328678 h 356863"/>
                <a:gd name="csX288" fmla="*/ 456709 w 601939"/>
                <a:gd name="csY288" fmla="*/ 326767 h 356863"/>
                <a:gd name="csX289" fmla="*/ 453843 w 601939"/>
                <a:gd name="csY289" fmla="*/ 325812 h 356863"/>
                <a:gd name="csX290" fmla="*/ 452410 w 601939"/>
                <a:gd name="csY290" fmla="*/ 325334 h 356863"/>
                <a:gd name="csX291" fmla="*/ 450977 w 601939"/>
                <a:gd name="csY291" fmla="*/ 324378 h 356863"/>
                <a:gd name="csX292" fmla="*/ 450499 w 601939"/>
                <a:gd name="csY292" fmla="*/ 324378 h 356863"/>
                <a:gd name="csX293" fmla="*/ 450021 w 601939"/>
                <a:gd name="csY293" fmla="*/ 325334 h 356863"/>
                <a:gd name="csX294" fmla="*/ 450977 w 601939"/>
                <a:gd name="csY294" fmla="*/ 325812 h 356863"/>
                <a:gd name="csX295" fmla="*/ 452410 w 601939"/>
                <a:gd name="csY295" fmla="*/ 326289 h 356863"/>
                <a:gd name="csX296" fmla="*/ 453365 w 601939"/>
                <a:gd name="csY296" fmla="*/ 326289 h 356863"/>
                <a:gd name="csX297" fmla="*/ 454798 w 601939"/>
                <a:gd name="csY297" fmla="*/ 326767 h 356863"/>
                <a:gd name="csX298" fmla="*/ 457665 w 601939"/>
                <a:gd name="csY298" fmla="*/ 328678 h 356863"/>
                <a:gd name="csX299" fmla="*/ 458620 w 601939"/>
                <a:gd name="csY299" fmla="*/ 329156 h 356863"/>
                <a:gd name="csX300" fmla="*/ 449066 w 601939"/>
                <a:gd name="csY300" fmla="*/ 326289 h 356863"/>
                <a:gd name="csX301" fmla="*/ 445244 w 601939"/>
                <a:gd name="csY301" fmla="*/ 325812 h 356863"/>
                <a:gd name="csX302" fmla="*/ 444766 w 601939"/>
                <a:gd name="csY302" fmla="*/ 325334 h 356863"/>
                <a:gd name="csX303" fmla="*/ 446677 w 601939"/>
                <a:gd name="csY303" fmla="*/ 323901 h 356863"/>
                <a:gd name="csX304" fmla="*/ 446199 w 601939"/>
                <a:gd name="csY304" fmla="*/ 322945 h 356863"/>
                <a:gd name="csX305" fmla="*/ 445722 w 601939"/>
                <a:gd name="csY305" fmla="*/ 322945 h 356863"/>
                <a:gd name="csX306" fmla="*/ 443333 w 601939"/>
                <a:gd name="csY306" fmla="*/ 324378 h 356863"/>
                <a:gd name="csX307" fmla="*/ 442855 w 601939"/>
                <a:gd name="csY307" fmla="*/ 324378 h 356863"/>
                <a:gd name="csX308" fmla="*/ 442377 w 601939"/>
                <a:gd name="csY308" fmla="*/ 323423 h 356863"/>
                <a:gd name="csX309" fmla="*/ 442855 w 601939"/>
                <a:gd name="csY309" fmla="*/ 322945 h 356863"/>
                <a:gd name="csX310" fmla="*/ 441422 w 601939"/>
                <a:gd name="csY310" fmla="*/ 321990 h 356863"/>
                <a:gd name="csX311" fmla="*/ 440466 w 601939"/>
                <a:gd name="csY311" fmla="*/ 321990 h 356863"/>
                <a:gd name="csX312" fmla="*/ 439989 w 601939"/>
                <a:gd name="csY312" fmla="*/ 322467 h 356863"/>
                <a:gd name="csX313" fmla="*/ 438078 w 601939"/>
                <a:gd name="csY313" fmla="*/ 323901 h 356863"/>
                <a:gd name="csX314" fmla="*/ 438078 w 601939"/>
                <a:gd name="csY314" fmla="*/ 324378 h 356863"/>
                <a:gd name="csX315" fmla="*/ 441422 w 601939"/>
                <a:gd name="csY315" fmla="*/ 324856 h 356863"/>
                <a:gd name="csX316" fmla="*/ 442855 w 601939"/>
                <a:gd name="csY316" fmla="*/ 325334 h 356863"/>
                <a:gd name="csX317" fmla="*/ 442377 w 601939"/>
                <a:gd name="csY317" fmla="*/ 325812 h 356863"/>
                <a:gd name="csX318" fmla="*/ 439511 w 601939"/>
                <a:gd name="csY318" fmla="*/ 325812 h 356863"/>
                <a:gd name="csX319" fmla="*/ 435689 w 601939"/>
                <a:gd name="csY319" fmla="*/ 326289 h 356863"/>
                <a:gd name="csX320" fmla="*/ 429479 w 601939"/>
                <a:gd name="csY320" fmla="*/ 330111 h 356863"/>
                <a:gd name="csX321" fmla="*/ 423268 w 601939"/>
                <a:gd name="csY321" fmla="*/ 331544 h 356863"/>
                <a:gd name="csX322" fmla="*/ 414669 w 601939"/>
                <a:gd name="csY322" fmla="*/ 335366 h 356863"/>
                <a:gd name="csX323" fmla="*/ 410847 w 601939"/>
                <a:gd name="csY323" fmla="*/ 335366 h 356863"/>
                <a:gd name="csX324" fmla="*/ 408459 w 601939"/>
                <a:gd name="csY324" fmla="*/ 336322 h 356863"/>
                <a:gd name="csX325" fmla="*/ 402726 w 601939"/>
                <a:gd name="csY325" fmla="*/ 334889 h 356863"/>
                <a:gd name="csX326" fmla="*/ 395082 w 601939"/>
                <a:gd name="csY326" fmla="*/ 331544 h 356863"/>
                <a:gd name="csX327" fmla="*/ 384094 w 601939"/>
                <a:gd name="csY327" fmla="*/ 330111 h 356863"/>
                <a:gd name="csX328" fmla="*/ 376451 w 601939"/>
                <a:gd name="csY328" fmla="*/ 325812 h 356863"/>
                <a:gd name="csX329" fmla="*/ 368807 w 601939"/>
                <a:gd name="csY329" fmla="*/ 323901 h 356863"/>
                <a:gd name="csX330" fmla="*/ 364030 w 601939"/>
                <a:gd name="csY330" fmla="*/ 319601 h 356863"/>
                <a:gd name="csX331" fmla="*/ 361163 w 601939"/>
                <a:gd name="csY331" fmla="*/ 319601 h 356863"/>
                <a:gd name="csX332" fmla="*/ 359253 w 601939"/>
                <a:gd name="csY332" fmla="*/ 318646 h 356863"/>
                <a:gd name="csX333" fmla="*/ 352564 w 601939"/>
                <a:gd name="csY333" fmla="*/ 317212 h 356863"/>
                <a:gd name="csX334" fmla="*/ 345398 w 601939"/>
                <a:gd name="csY334" fmla="*/ 316257 h 356863"/>
                <a:gd name="csX335" fmla="*/ 339188 w 601939"/>
                <a:gd name="csY335" fmla="*/ 312435 h 356863"/>
                <a:gd name="csX336" fmla="*/ 334411 w 601939"/>
                <a:gd name="csY336" fmla="*/ 311002 h 356863"/>
                <a:gd name="csX337" fmla="*/ 331067 w 601939"/>
                <a:gd name="csY337" fmla="*/ 309569 h 356863"/>
                <a:gd name="csX338" fmla="*/ 322467 w 601939"/>
                <a:gd name="csY338" fmla="*/ 307180 h 356863"/>
                <a:gd name="csX339" fmla="*/ 319601 w 601939"/>
                <a:gd name="csY339" fmla="*/ 305747 h 356863"/>
                <a:gd name="csX340" fmla="*/ 316735 w 601939"/>
                <a:gd name="csY340" fmla="*/ 303358 h 356863"/>
                <a:gd name="csX341" fmla="*/ 311957 w 601939"/>
                <a:gd name="csY341" fmla="*/ 300970 h 356863"/>
                <a:gd name="csX342" fmla="*/ 310046 w 601939"/>
                <a:gd name="csY342" fmla="*/ 299059 h 356863"/>
                <a:gd name="csX343" fmla="*/ 307658 w 601939"/>
                <a:gd name="csY343" fmla="*/ 298581 h 356863"/>
                <a:gd name="csX344" fmla="*/ 304314 w 601939"/>
                <a:gd name="csY344" fmla="*/ 294759 h 356863"/>
                <a:gd name="csX345" fmla="*/ 302880 w 601939"/>
                <a:gd name="csY345" fmla="*/ 293326 h 356863"/>
                <a:gd name="csX346" fmla="*/ 301447 w 601939"/>
                <a:gd name="csY346" fmla="*/ 292848 h 356863"/>
                <a:gd name="csX347" fmla="*/ 300014 w 601939"/>
                <a:gd name="csY347" fmla="*/ 292370 h 356863"/>
                <a:gd name="csX348" fmla="*/ 295715 w 601939"/>
                <a:gd name="csY348" fmla="*/ 292848 h 356863"/>
                <a:gd name="csX349" fmla="*/ 289026 w 601939"/>
                <a:gd name="csY349" fmla="*/ 290937 h 356863"/>
                <a:gd name="csX350" fmla="*/ 285682 w 601939"/>
                <a:gd name="csY350" fmla="*/ 290460 h 356863"/>
                <a:gd name="csX351" fmla="*/ 279472 w 601939"/>
                <a:gd name="csY351" fmla="*/ 288071 h 356863"/>
                <a:gd name="csX352" fmla="*/ 271350 w 601939"/>
                <a:gd name="csY352" fmla="*/ 285682 h 356863"/>
                <a:gd name="csX353" fmla="*/ 268484 w 601939"/>
                <a:gd name="csY353" fmla="*/ 282816 h 356863"/>
                <a:gd name="csX354" fmla="*/ 266095 w 601939"/>
                <a:gd name="csY354" fmla="*/ 279950 h 356863"/>
                <a:gd name="csX355" fmla="*/ 261796 w 601939"/>
                <a:gd name="csY355" fmla="*/ 276128 h 356863"/>
                <a:gd name="csX356" fmla="*/ 259407 w 601939"/>
                <a:gd name="csY356" fmla="*/ 274694 h 356863"/>
                <a:gd name="csX357" fmla="*/ 254630 w 601939"/>
                <a:gd name="csY357" fmla="*/ 272784 h 356863"/>
                <a:gd name="csX358" fmla="*/ 252241 w 601939"/>
                <a:gd name="csY358" fmla="*/ 270873 h 356863"/>
                <a:gd name="csX359" fmla="*/ 247942 w 601939"/>
                <a:gd name="csY359" fmla="*/ 269917 h 356863"/>
                <a:gd name="csX360" fmla="*/ 241253 w 601939"/>
                <a:gd name="csY360" fmla="*/ 267051 h 356863"/>
                <a:gd name="csX361" fmla="*/ 239342 w 601939"/>
                <a:gd name="csY361" fmla="*/ 264185 h 356863"/>
                <a:gd name="csX362" fmla="*/ 238387 w 601939"/>
                <a:gd name="csY362" fmla="*/ 261796 h 356863"/>
                <a:gd name="csX363" fmla="*/ 234565 w 601939"/>
                <a:gd name="csY363" fmla="*/ 259407 h 356863"/>
                <a:gd name="csX364" fmla="*/ 230743 w 601939"/>
                <a:gd name="csY364" fmla="*/ 254152 h 356863"/>
                <a:gd name="csX365" fmla="*/ 229788 w 601939"/>
                <a:gd name="csY365" fmla="*/ 252241 h 356863"/>
                <a:gd name="csX366" fmla="*/ 228832 w 601939"/>
                <a:gd name="csY366" fmla="*/ 249375 h 356863"/>
                <a:gd name="csX367" fmla="*/ 227877 w 601939"/>
                <a:gd name="csY367" fmla="*/ 247464 h 356863"/>
                <a:gd name="csX368" fmla="*/ 226921 w 601939"/>
                <a:gd name="csY368" fmla="*/ 246031 h 356863"/>
                <a:gd name="csX369" fmla="*/ 227399 w 601939"/>
                <a:gd name="csY369" fmla="*/ 245075 h 356863"/>
                <a:gd name="csX370" fmla="*/ 229788 w 601939"/>
                <a:gd name="csY370" fmla="*/ 244120 h 356863"/>
                <a:gd name="csX371" fmla="*/ 232654 w 601939"/>
                <a:gd name="csY371" fmla="*/ 243642 h 356863"/>
                <a:gd name="csX372" fmla="*/ 235043 w 601939"/>
                <a:gd name="csY372" fmla="*/ 242209 h 356863"/>
                <a:gd name="csX373" fmla="*/ 235521 w 601939"/>
                <a:gd name="csY373" fmla="*/ 241253 h 356863"/>
                <a:gd name="csX374" fmla="*/ 235521 w 601939"/>
                <a:gd name="csY374" fmla="*/ 240776 h 356863"/>
                <a:gd name="csX375" fmla="*/ 233610 w 601939"/>
                <a:gd name="csY375" fmla="*/ 238865 h 356863"/>
                <a:gd name="csX376" fmla="*/ 232177 w 601939"/>
                <a:gd name="csY376" fmla="*/ 238865 h 356863"/>
                <a:gd name="csX377" fmla="*/ 230743 w 601939"/>
                <a:gd name="csY377" fmla="*/ 238387 h 356863"/>
                <a:gd name="csX378" fmla="*/ 230266 w 601939"/>
                <a:gd name="csY378" fmla="*/ 237910 h 356863"/>
                <a:gd name="csX379" fmla="*/ 231221 w 601939"/>
                <a:gd name="csY379" fmla="*/ 237432 h 356863"/>
                <a:gd name="csX380" fmla="*/ 232654 w 601939"/>
                <a:gd name="csY380" fmla="*/ 235521 h 356863"/>
                <a:gd name="csX381" fmla="*/ 234087 w 601939"/>
                <a:gd name="csY381" fmla="*/ 233610 h 356863"/>
                <a:gd name="csX382" fmla="*/ 235521 w 601939"/>
                <a:gd name="csY382" fmla="*/ 232177 h 356863"/>
                <a:gd name="csX383" fmla="*/ 235998 w 601939"/>
                <a:gd name="csY383" fmla="*/ 229310 h 356863"/>
                <a:gd name="csX384" fmla="*/ 235521 w 601939"/>
                <a:gd name="csY384" fmla="*/ 226921 h 356863"/>
                <a:gd name="csX385" fmla="*/ 235998 w 601939"/>
                <a:gd name="csY385" fmla="*/ 224533 h 356863"/>
                <a:gd name="csX386" fmla="*/ 231699 w 601939"/>
                <a:gd name="csY386" fmla="*/ 222144 h 356863"/>
                <a:gd name="csX387" fmla="*/ 231221 w 601939"/>
                <a:gd name="csY387" fmla="*/ 221189 h 356863"/>
                <a:gd name="csX388" fmla="*/ 229788 w 601939"/>
                <a:gd name="csY388" fmla="*/ 218322 h 356863"/>
                <a:gd name="csX389" fmla="*/ 227399 w 601939"/>
                <a:gd name="csY389" fmla="*/ 214978 h 356863"/>
                <a:gd name="csX390" fmla="*/ 227399 w 601939"/>
                <a:gd name="csY390" fmla="*/ 208290 h 356863"/>
                <a:gd name="csX391" fmla="*/ 224533 w 601939"/>
                <a:gd name="csY391" fmla="*/ 202557 h 356863"/>
                <a:gd name="csX392" fmla="*/ 221666 w 601939"/>
                <a:gd name="csY392" fmla="*/ 199691 h 356863"/>
                <a:gd name="csX393" fmla="*/ 220233 w 601939"/>
                <a:gd name="csY393" fmla="*/ 198736 h 356863"/>
                <a:gd name="csX394" fmla="*/ 215934 w 601939"/>
                <a:gd name="csY394" fmla="*/ 193958 h 356863"/>
                <a:gd name="csX395" fmla="*/ 212590 w 601939"/>
                <a:gd name="csY395" fmla="*/ 191570 h 356863"/>
                <a:gd name="csX396" fmla="*/ 209246 w 601939"/>
                <a:gd name="csY396" fmla="*/ 186314 h 356863"/>
                <a:gd name="csX397" fmla="*/ 205901 w 601939"/>
                <a:gd name="csY397" fmla="*/ 182971 h 356863"/>
                <a:gd name="csX398" fmla="*/ 202080 w 601939"/>
                <a:gd name="csY398" fmla="*/ 177715 h 356863"/>
                <a:gd name="csX399" fmla="*/ 198735 w 601939"/>
                <a:gd name="csY399" fmla="*/ 175327 h 356863"/>
                <a:gd name="csX400" fmla="*/ 185359 w 601939"/>
                <a:gd name="csY400" fmla="*/ 166250 h 356863"/>
                <a:gd name="csX401" fmla="*/ 186314 w 601939"/>
                <a:gd name="csY401" fmla="*/ 166250 h 356863"/>
                <a:gd name="csX402" fmla="*/ 190136 w 601939"/>
                <a:gd name="csY402" fmla="*/ 168161 h 356863"/>
                <a:gd name="csX403" fmla="*/ 190614 w 601939"/>
                <a:gd name="csY403" fmla="*/ 168161 h 356863"/>
                <a:gd name="csX404" fmla="*/ 191092 w 601939"/>
                <a:gd name="csY404" fmla="*/ 167205 h 356863"/>
                <a:gd name="csX405" fmla="*/ 190614 w 601939"/>
                <a:gd name="csY405" fmla="*/ 165772 h 356863"/>
                <a:gd name="csX406" fmla="*/ 189659 w 601939"/>
                <a:gd name="csY406" fmla="*/ 165295 h 356863"/>
                <a:gd name="csX407" fmla="*/ 188703 w 601939"/>
                <a:gd name="csY407" fmla="*/ 165772 h 356863"/>
                <a:gd name="csX408" fmla="*/ 187270 w 601939"/>
                <a:gd name="csY408" fmla="*/ 165295 h 356863"/>
                <a:gd name="csX409" fmla="*/ 186314 w 601939"/>
                <a:gd name="csY409" fmla="*/ 165295 h 356863"/>
                <a:gd name="csX410" fmla="*/ 184404 w 601939"/>
                <a:gd name="csY410" fmla="*/ 164817 h 356863"/>
                <a:gd name="csX411" fmla="*/ 181537 w 601939"/>
                <a:gd name="csY411" fmla="*/ 163384 h 356863"/>
                <a:gd name="csX412" fmla="*/ 180582 w 601939"/>
                <a:gd name="csY412" fmla="*/ 161950 h 356863"/>
                <a:gd name="csX413" fmla="*/ 180582 w 601939"/>
                <a:gd name="csY413" fmla="*/ 160039 h 356863"/>
                <a:gd name="csX414" fmla="*/ 176760 w 601939"/>
                <a:gd name="csY414" fmla="*/ 156218 h 356863"/>
                <a:gd name="csX415" fmla="*/ 175327 w 601939"/>
                <a:gd name="csY415" fmla="*/ 153829 h 356863"/>
                <a:gd name="csX416" fmla="*/ 175805 w 601939"/>
                <a:gd name="csY416" fmla="*/ 154307 h 356863"/>
                <a:gd name="csX417" fmla="*/ 176760 w 601939"/>
                <a:gd name="csY417" fmla="*/ 154784 h 356863"/>
                <a:gd name="csX418" fmla="*/ 178193 w 601939"/>
                <a:gd name="csY418" fmla="*/ 155262 h 356863"/>
                <a:gd name="csX419" fmla="*/ 179149 w 601939"/>
                <a:gd name="csY419" fmla="*/ 155262 h 356863"/>
                <a:gd name="csX420" fmla="*/ 180104 w 601939"/>
                <a:gd name="csY420" fmla="*/ 154784 h 356863"/>
                <a:gd name="csX421" fmla="*/ 179626 w 601939"/>
                <a:gd name="csY421" fmla="*/ 154307 h 356863"/>
                <a:gd name="csX422" fmla="*/ 179149 w 601939"/>
                <a:gd name="csY422" fmla="*/ 153829 h 356863"/>
                <a:gd name="csX423" fmla="*/ 173416 w 601939"/>
                <a:gd name="csY423" fmla="*/ 151918 h 356863"/>
                <a:gd name="csX424" fmla="*/ 171505 w 601939"/>
                <a:gd name="csY424" fmla="*/ 150485 h 356863"/>
                <a:gd name="csX425" fmla="*/ 167205 w 601939"/>
                <a:gd name="csY425" fmla="*/ 148096 h 356863"/>
                <a:gd name="csX426" fmla="*/ 165772 w 601939"/>
                <a:gd name="csY426" fmla="*/ 147141 h 356863"/>
                <a:gd name="csX427" fmla="*/ 165294 w 601939"/>
                <a:gd name="csY427" fmla="*/ 144752 h 356863"/>
                <a:gd name="csX428" fmla="*/ 163861 w 601939"/>
                <a:gd name="csY428" fmla="*/ 144752 h 356863"/>
                <a:gd name="csX429" fmla="*/ 162906 w 601939"/>
                <a:gd name="csY429" fmla="*/ 145230 h 356863"/>
                <a:gd name="csX430" fmla="*/ 160517 w 601939"/>
                <a:gd name="csY430" fmla="*/ 146185 h 356863"/>
                <a:gd name="csX431" fmla="*/ 159562 w 601939"/>
                <a:gd name="csY431" fmla="*/ 145230 h 356863"/>
                <a:gd name="csX432" fmla="*/ 159562 w 601939"/>
                <a:gd name="csY432" fmla="*/ 144752 h 356863"/>
                <a:gd name="csX433" fmla="*/ 161473 w 601939"/>
                <a:gd name="csY433" fmla="*/ 143797 h 356863"/>
                <a:gd name="csX434" fmla="*/ 163384 w 601939"/>
                <a:gd name="csY434" fmla="*/ 141886 h 356863"/>
                <a:gd name="csX435" fmla="*/ 163384 w 601939"/>
                <a:gd name="csY435" fmla="*/ 140930 h 356863"/>
                <a:gd name="csX436" fmla="*/ 162428 w 601939"/>
                <a:gd name="csY436" fmla="*/ 141886 h 356863"/>
                <a:gd name="csX437" fmla="*/ 160995 w 601939"/>
                <a:gd name="csY437" fmla="*/ 142841 h 356863"/>
                <a:gd name="csX438" fmla="*/ 159084 w 601939"/>
                <a:gd name="csY438" fmla="*/ 143319 h 356863"/>
                <a:gd name="csX439" fmla="*/ 157173 w 601939"/>
                <a:gd name="csY439" fmla="*/ 143797 h 356863"/>
                <a:gd name="csX440" fmla="*/ 155740 w 601939"/>
                <a:gd name="csY440" fmla="*/ 143319 h 356863"/>
                <a:gd name="csX441" fmla="*/ 154784 w 601939"/>
                <a:gd name="csY441" fmla="*/ 142841 h 356863"/>
                <a:gd name="csX442" fmla="*/ 153351 w 601939"/>
                <a:gd name="csY442" fmla="*/ 140930 h 356863"/>
                <a:gd name="csX443" fmla="*/ 152396 w 601939"/>
                <a:gd name="csY443" fmla="*/ 134720 h 356863"/>
                <a:gd name="csX444" fmla="*/ 153829 w 601939"/>
                <a:gd name="csY444" fmla="*/ 132809 h 356863"/>
                <a:gd name="csX445" fmla="*/ 155740 w 601939"/>
                <a:gd name="csY445" fmla="*/ 130420 h 356863"/>
                <a:gd name="csX446" fmla="*/ 157173 w 601939"/>
                <a:gd name="csY446" fmla="*/ 129465 h 356863"/>
                <a:gd name="csX447" fmla="*/ 157651 w 601939"/>
                <a:gd name="csY447" fmla="*/ 130420 h 356863"/>
                <a:gd name="csX448" fmla="*/ 158606 w 601939"/>
                <a:gd name="csY448" fmla="*/ 130420 h 356863"/>
                <a:gd name="csX449" fmla="*/ 158128 w 601939"/>
                <a:gd name="csY449" fmla="*/ 129465 h 356863"/>
                <a:gd name="csX450" fmla="*/ 156695 w 601939"/>
                <a:gd name="csY450" fmla="*/ 128509 h 356863"/>
                <a:gd name="csX451" fmla="*/ 156218 w 601939"/>
                <a:gd name="csY451" fmla="*/ 127554 h 356863"/>
                <a:gd name="csX452" fmla="*/ 156218 w 601939"/>
                <a:gd name="csY452" fmla="*/ 126598 h 356863"/>
                <a:gd name="csX453" fmla="*/ 155262 w 601939"/>
                <a:gd name="csY453" fmla="*/ 124688 h 356863"/>
                <a:gd name="csX454" fmla="*/ 151440 w 601939"/>
                <a:gd name="csY454" fmla="*/ 121343 h 356863"/>
                <a:gd name="csX455" fmla="*/ 147618 w 601939"/>
                <a:gd name="csY455" fmla="*/ 121343 h 356863"/>
                <a:gd name="csX456" fmla="*/ 146185 w 601939"/>
                <a:gd name="csY456" fmla="*/ 121343 h 356863"/>
                <a:gd name="csX457" fmla="*/ 144752 w 601939"/>
                <a:gd name="csY457" fmla="*/ 119910 h 356863"/>
                <a:gd name="csX458" fmla="*/ 143319 w 601939"/>
                <a:gd name="csY458" fmla="*/ 117522 h 356863"/>
                <a:gd name="csX459" fmla="*/ 142841 w 601939"/>
                <a:gd name="csY459" fmla="*/ 115611 h 356863"/>
                <a:gd name="csX460" fmla="*/ 142841 w 601939"/>
                <a:gd name="csY460" fmla="*/ 114655 h 356863"/>
                <a:gd name="csX461" fmla="*/ 142363 w 601939"/>
                <a:gd name="csY461" fmla="*/ 113700 h 356863"/>
                <a:gd name="csX462" fmla="*/ 135675 w 601939"/>
                <a:gd name="csY462" fmla="*/ 112266 h 356863"/>
                <a:gd name="csX463" fmla="*/ 133764 w 601939"/>
                <a:gd name="csY463" fmla="*/ 110356 h 356863"/>
                <a:gd name="csX464" fmla="*/ 131853 w 601939"/>
                <a:gd name="csY464" fmla="*/ 108923 h 356863"/>
                <a:gd name="csX465" fmla="*/ 130898 w 601939"/>
                <a:gd name="csY465" fmla="*/ 107489 h 356863"/>
                <a:gd name="csX466" fmla="*/ 129942 w 601939"/>
                <a:gd name="csY466" fmla="*/ 106056 h 356863"/>
                <a:gd name="csX467" fmla="*/ 129465 w 601939"/>
                <a:gd name="csY467" fmla="*/ 104145 h 356863"/>
                <a:gd name="csX468" fmla="*/ 128987 w 601939"/>
                <a:gd name="csY468" fmla="*/ 102234 h 356863"/>
                <a:gd name="csX469" fmla="*/ 129465 w 601939"/>
                <a:gd name="csY469" fmla="*/ 99368 h 356863"/>
                <a:gd name="csX470" fmla="*/ 130420 w 601939"/>
                <a:gd name="csY470" fmla="*/ 97935 h 356863"/>
                <a:gd name="csX471" fmla="*/ 126121 w 601939"/>
                <a:gd name="csY471" fmla="*/ 96501 h 356863"/>
                <a:gd name="csX472" fmla="*/ 124210 w 601939"/>
                <a:gd name="csY472" fmla="*/ 96501 h 356863"/>
                <a:gd name="csX473" fmla="*/ 122777 w 601939"/>
                <a:gd name="csY473" fmla="*/ 97457 h 356863"/>
                <a:gd name="csX474" fmla="*/ 121821 w 601939"/>
                <a:gd name="csY474" fmla="*/ 96501 h 356863"/>
                <a:gd name="csX475" fmla="*/ 118955 w 601939"/>
                <a:gd name="csY475" fmla="*/ 95546 h 356863"/>
                <a:gd name="csX476" fmla="*/ 115611 w 601939"/>
                <a:gd name="csY476" fmla="*/ 92680 h 356863"/>
                <a:gd name="csX477" fmla="*/ 111789 w 601939"/>
                <a:gd name="csY477" fmla="*/ 86947 h 356863"/>
                <a:gd name="csX478" fmla="*/ 107967 w 601939"/>
                <a:gd name="csY478" fmla="*/ 85514 h 356863"/>
                <a:gd name="csX479" fmla="*/ 106534 w 601939"/>
                <a:gd name="csY479" fmla="*/ 83125 h 356863"/>
                <a:gd name="csX480" fmla="*/ 104623 w 601939"/>
                <a:gd name="csY480" fmla="*/ 81692 h 356863"/>
                <a:gd name="csX481" fmla="*/ 103190 w 601939"/>
                <a:gd name="csY481" fmla="*/ 79303 h 356863"/>
                <a:gd name="csX482" fmla="*/ 103190 w 601939"/>
                <a:gd name="csY482" fmla="*/ 78348 h 356863"/>
                <a:gd name="csX483" fmla="*/ 102712 w 601939"/>
                <a:gd name="csY483" fmla="*/ 77870 h 356863"/>
                <a:gd name="csX484" fmla="*/ 100801 w 601939"/>
                <a:gd name="csY484" fmla="*/ 76437 h 356863"/>
                <a:gd name="csX485" fmla="*/ 98412 w 601939"/>
                <a:gd name="csY485" fmla="*/ 74048 h 356863"/>
                <a:gd name="csX486" fmla="*/ 97457 w 601939"/>
                <a:gd name="csY486" fmla="*/ 72137 h 356863"/>
                <a:gd name="csX487" fmla="*/ 96979 w 601939"/>
                <a:gd name="csY487" fmla="*/ 68793 h 356863"/>
                <a:gd name="csX488" fmla="*/ 95546 w 601939"/>
                <a:gd name="csY488" fmla="*/ 67838 h 356863"/>
                <a:gd name="csX489" fmla="*/ 94113 w 601939"/>
                <a:gd name="csY489" fmla="*/ 67360 h 356863"/>
                <a:gd name="csX490" fmla="*/ 93635 w 601939"/>
                <a:gd name="csY490" fmla="*/ 65449 h 356863"/>
                <a:gd name="csX491" fmla="*/ 93635 w 601939"/>
                <a:gd name="csY491" fmla="*/ 64971 h 356863"/>
                <a:gd name="csX492" fmla="*/ 93157 w 601939"/>
                <a:gd name="csY492" fmla="*/ 63060 h 356863"/>
                <a:gd name="csX493" fmla="*/ 90291 w 601939"/>
                <a:gd name="csY493" fmla="*/ 59239 h 356863"/>
                <a:gd name="csX494" fmla="*/ 88380 w 601939"/>
                <a:gd name="csY494" fmla="*/ 56372 h 356863"/>
                <a:gd name="csX495" fmla="*/ 87902 w 601939"/>
                <a:gd name="csY495" fmla="*/ 55417 h 356863"/>
                <a:gd name="csX496" fmla="*/ 86947 w 601939"/>
                <a:gd name="csY496" fmla="*/ 53984 h 356863"/>
                <a:gd name="csX497" fmla="*/ 86469 w 601939"/>
                <a:gd name="csY497" fmla="*/ 51117 h 356863"/>
                <a:gd name="csX498" fmla="*/ 85036 w 601939"/>
                <a:gd name="csY498" fmla="*/ 47295 h 356863"/>
                <a:gd name="csX499" fmla="*/ 82647 w 601939"/>
                <a:gd name="csY499" fmla="*/ 42996 h 356863"/>
                <a:gd name="csX500" fmla="*/ 80736 w 601939"/>
                <a:gd name="csY500" fmla="*/ 40129 h 356863"/>
                <a:gd name="csX501" fmla="*/ 79303 w 601939"/>
                <a:gd name="csY501" fmla="*/ 36785 h 356863"/>
                <a:gd name="csX502" fmla="*/ 79781 w 601939"/>
                <a:gd name="csY502" fmla="*/ 33919 h 356863"/>
                <a:gd name="csX503" fmla="*/ 79781 w 601939"/>
                <a:gd name="csY503" fmla="*/ 32008 h 356863"/>
                <a:gd name="csX504" fmla="*/ 79303 w 601939"/>
                <a:gd name="csY504" fmla="*/ 31530 h 356863"/>
                <a:gd name="csX505" fmla="*/ 79303 w 601939"/>
                <a:gd name="csY505" fmla="*/ 31052 h 356863"/>
                <a:gd name="csX506" fmla="*/ 80259 w 601939"/>
                <a:gd name="csY506" fmla="*/ 31052 h 356863"/>
                <a:gd name="csX507" fmla="*/ 80736 w 601939"/>
                <a:gd name="csY507" fmla="*/ 30575 h 356863"/>
                <a:gd name="csX508" fmla="*/ 80736 w 601939"/>
                <a:gd name="csY508" fmla="*/ 28664 h 356863"/>
                <a:gd name="csX509" fmla="*/ 80259 w 601939"/>
                <a:gd name="csY509" fmla="*/ 28186 h 356863"/>
                <a:gd name="csX510" fmla="*/ 77870 w 601939"/>
                <a:gd name="csY510" fmla="*/ 27709 h 356863"/>
                <a:gd name="csX511" fmla="*/ 76914 w 601939"/>
                <a:gd name="csY511" fmla="*/ 27231 h 356863"/>
                <a:gd name="csX512" fmla="*/ 72137 w 601939"/>
                <a:gd name="csY512" fmla="*/ 26275 h 356863"/>
                <a:gd name="csX513" fmla="*/ 69271 w 601939"/>
                <a:gd name="csY513" fmla="*/ 25320 h 356863"/>
                <a:gd name="csX514" fmla="*/ 69271 w 601939"/>
                <a:gd name="csY514" fmla="*/ 22453 h 356863"/>
                <a:gd name="csX515" fmla="*/ 67838 w 601939"/>
                <a:gd name="csY515" fmla="*/ 21498 h 356863"/>
                <a:gd name="csX516" fmla="*/ 66404 w 601939"/>
                <a:gd name="csY516" fmla="*/ 20543 h 356863"/>
                <a:gd name="csX517" fmla="*/ 63060 w 601939"/>
                <a:gd name="csY517" fmla="*/ 19109 h 356863"/>
                <a:gd name="csX518" fmla="*/ 62105 w 601939"/>
                <a:gd name="csY518" fmla="*/ 20065 h 356863"/>
                <a:gd name="csX519" fmla="*/ 61627 w 601939"/>
                <a:gd name="csY519" fmla="*/ 21498 h 356863"/>
                <a:gd name="csX520" fmla="*/ 60194 w 601939"/>
                <a:gd name="csY520" fmla="*/ 21976 h 356863"/>
                <a:gd name="csX521" fmla="*/ 58761 w 601939"/>
                <a:gd name="csY521" fmla="*/ 21976 h 356863"/>
                <a:gd name="csX522" fmla="*/ 56850 w 601939"/>
                <a:gd name="csY522" fmla="*/ 21020 h 356863"/>
                <a:gd name="csX523" fmla="*/ 51117 w 601939"/>
                <a:gd name="csY523" fmla="*/ 17198 h 356863"/>
                <a:gd name="csX524" fmla="*/ 49684 w 601939"/>
                <a:gd name="csY524" fmla="*/ 16243 h 356863"/>
                <a:gd name="csX525" fmla="*/ 48251 w 601939"/>
                <a:gd name="csY525" fmla="*/ 16243 h 356863"/>
                <a:gd name="csX526" fmla="*/ 47295 w 601939"/>
                <a:gd name="csY526" fmla="*/ 15287 h 356863"/>
                <a:gd name="csX527" fmla="*/ 43473 w 601939"/>
                <a:gd name="csY527" fmla="*/ 13377 h 356863"/>
                <a:gd name="csX528" fmla="*/ 43951 w 601939"/>
                <a:gd name="csY528" fmla="*/ 14332 h 356863"/>
                <a:gd name="csX529" fmla="*/ 45384 w 601939"/>
                <a:gd name="csY529" fmla="*/ 15765 h 356863"/>
                <a:gd name="csX530" fmla="*/ 46340 w 601939"/>
                <a:gd name="csY530" fmla="*/ 18632 h 356863"/>
                <a:gd name="csX531" fmla="*/ 44907 w 601939"/>
                <a:gd name="csY531" fmla="*/ 21020 h 356863"/>
                <a:gd name="csX532" fmla="*/ 44429 w 601939"/>
                <a:gd name="csY532" fmla="*/ 29142 h 356863"/>
                <a:gd name="csX533" fmla="*/ 44907 w 601939"/>
                <a:gd name="csY533" fmla="*/ 31052 h 356863"/>
                <a:gd name="csX534" fmla="*/ 46818 w 601939"/>
                <a:gd name="csY534" fmla="*/ 33441 h 356863"/>
                <a:gd name="csX535" fmla="*/ 47773 w 601939"/>
                <a:gd name="csY535" fmla="*/ 37741 h 356863"/>
                <a:gd name="csX536" fmla="*/ 48251 w 601939"/>
                <a:gd name="csY536" fmla="*/ 40607 h 356863"/>
                <a:gd name="csX537" fmla="*/ 49206 w 601939"/>
                <a:gd name="csY537" fmla="*/ 42996 h 356863"/>
                <a:gd name="csX538" fmla="*/ 48728 w 601939"/>
                <a:gd name="csY538" fmla="*/ 48728 h 356863"/>
                <a:gd name="csX539" fmla="*/ 49206 w 601939"/>
                <a:gd name="csY539" fmla="*/ 50162 h 356863"/>
                <a:gd name="csX540" fmla="*/ 51117 w 601939"/>
                <a:gd name="csY540" fmla="*/ 53028 h 356863"/>
                <a:gd name="csX541" fmla="*/ 53984 w 601939"/>
                <a:gd name="csY541" fmla="*/ 55894 h 356863"/>
                <a:gd name="csX542" fmla="*/ 54461 w 601939"/>
                <a:gd name="csY542" fmla="*/ 57328 h 356863"/>
                <a:gd name="csX543" fmla="*/ 58283 w 601939"/>
                <a:gd name="csY543" fmla="*/ 59239 h 356863"/>
                <a:gd name="csX544" fmla="*/ 60672 w 601939"/>
                <a:gd name="csY544" fmla="*/ 61627 h 356863"/>
                <a:gd name="csX545" fmla="*/ 65449 w 601939"/>
                <a:gd name="csY545" fmla="*/ 65449 h 356863"/>
                <a:gd name="csX546" fmla="*/ 66404 w 601939"/>
                <a:gd name="csY546" fmla="*/ 66882 h 356863"/>
                <a:gd name="csX547" fmla="*/ 70704 w 601939"/>
                <a:gd name="csY547" fmla="*/ 72137 h 356863"/>
                <a:gd name="csX548" fmla="*/ 71182 w 601939"/>
                <a:gd name="csY548" fmla="*/ 74048 h 356863"/>
                <a:gd name="csX549" fmla="*/ 71659 w 601939"/>
                <a:gd name="csY549" fmla="*/ 75959 h 356863"/>
                <a:gd name="csX550" fmla="*/ 74048 w 601939"/>
                <a:gd name="csY550" fmla="*/ 75481 h 356863"/>
                <a:gd name="csX551" fmla="*/ 75004 w 601939"/>
                <a:gd name="csY551" fmla="*/ 76915 h 356863"/>
                <a:gd name="csX552" fmla="*/ 75004 w 601939"/>
                <a:gd name="csY552" fmla="*/ 77870 h 356863"/>
                <a:gd name="csX553" fmla="*/ 75481 w 601939"/>
                <a:gd name="csY553" fmla="*/ 78348 h 356863"/>
                <a:gd name="csX554" fmla="*/ 76437 w 601939"/>
                <a:gd name="csY554" fmla="*/ 78348 h 356863"/>
                <a:gd name="csX555" fmla="*/ 77392 w 601939"/>
                <a:gd name="csY555" fmla="*/ 78348 h 356863"/>
                <a:gd name="csX556" fmla="*/ 79781 w 601939"/>
                <a:gd name="csY556" fmla="*/ 84558 h 356863"/>
                <a:gd name="csX557" fmla="*/ 81214 w 601939"/>
                <a:gd name="csY557" fmla="*/ 85036 h 356863"/>
                <a:gd name="csX558" fmla="*/ 82647 w 601939"/>
                <a:gd name="csY558" fmla="*/ 85514 h 356863"/>
                <a:gd name="csX559" fmla="*/ 84080 w 601939"/>
                <a:gd name="csY559" fmla="*/ 86469 h 356863"/>
                <a:gd name="csX560" fmla="*/ 84080 w 601939"/>
                <a:gd name="csY560" fmla="*/ 87902 h 356863"/>
                <a:gd name="csX561" fmla="*/ 84080 w 601939"/>
                <a:gd name="csY561" fmla="*/ 88858 h 356863"/>
                <a:gd name="csX562" fmla="*/ 85514 w 601939"/>
                <a:gd name="csY562" fmla="*/ 90769 h 356863"/>
                <a:gd name="csX563" fmla="*/ 85514 w 601939"/>
                <a:gd name="csY563" fmla="*/ 93157 h 356863"/>
                <a:gd name="csX564" fmla="*/ 86469 w 601939"/>
                <a:gd name="csY564" fmla="*/ 95068 h 356863"/>
                <a:gd name="csX565" fmla="*/ 86469 w 601939"/>
                <a:gd name="csY565" fmla="*/ 96979 h 356863"/>
                <a:gd name="csX566" fmla="*/ 86947 w 601939"/>
                <a:gd name="csY566" fmla="*/ 98412 h 356863"/>
                <a:gd name="csX567" fmla="*/ 90291 w 601939"/>
                <a:gd name="csY567" fmla="*/ 101757 h 356863"/>
                <a:gd name="csX568" fmla="*/ 95068 w 601939"/>
                <a:gd name="csY568" fmla="*/ 104623 h 356863"/>
                <a:gd name="csX569" fmla="*/ 96024 w 601939"/>
                <a:gd name="csY569" fmla="*/ 108445 h 356863"/>
                <a:gd name="csX570" fmla="*/ 97457 w 601939"/>
                <a:gd name="csY570" fmla="*/ 111789 h 356863"/>
                <a:gd name="csX571" fmla="*/ 99368 w 601939"/>
                <a:gd name="csY571" fmla="*/ 112266 h 356863"/>
                <a:gd name="csX572" fmla="*/ 101279 w 601939"/>
                <a:gd name="csY572" fmla="*/ 113700 h 356863"/>
                <a:gd name="csX573" fmla="*/ 101279 w 601939"/>
                <a:gd name="csY573" fmla="*/ 115133 h 356863"/>
                <a:gd name="csX574" fmla="*/ 101279 w 601939"/>
                <a:gd name="csY574" fmla="*/ 116088 h 356863"/>
                <a:gd name="csX575" fmla="*/ 103667 w 601939"/>
                <a:gd name="csY575" fmla="*/ 118477 h 356863"/>
                <a:gd name="csX576" fmla="*/ 104145 w 601939"/>
                <a:gd name="csY576" fmla="*/ 121821 h 356863"/>
                <a:gd name="csX577" fmla="*/ 106534 w 601939"/>
                <a:gd name="csY577" fmla="*/ 124210 h 356863"/>
                <a:gd name="csX578" fmla="*/ 107011 w 601939"/>
                <a:gd name="csY578" fmla="*/ 124210 h 356863"/>
                <a:gd name="csX579" fmla="*/ 107489 w 601939"/>
                <a:gd name="csY579" fmla="*/ 123732 h 356863"/>
                <a:gd name="csX580" fmla="*/ 106056 w 601939"/>
                <a:gd name="csY580" fmla="*/ 121821 h 356863"/>
                <a:gd name="csX581" fmla="*/ 105100 w 601939"/>
                <a:gd name="csY581" fmla="*/ 120388 h 356863"/>
                <a:gd name="csX582" fmla="*/ 105100 w 601939"/>
                <a:gd name="csY582" fmla="*/ 117999 h 356863"/>
                <a:gd name="csX583" fmla="*/ 105578 w 601939"/>
                <a:gd name="csY583" fmla="*/ 117999 h 356863"/>
                <a:gd name="csX584" fmla="*/ 109878 w 601939"/>
                <a:gd name="csY584" fmla="*/ 121343 h 356863"/>
                <a:gd name="csX585" fmla="*/ 110356 w 601939"/>
                <a:gd name="csY585" fmla="*/ 123732 h 356863"/>
                <a:gd name="csX586" fmla="*/ 111789 w 601939"/>
                <a:gd name="csY586" fmla="*/ 125165 h 356863"/>
                <a:gd name="csX587" fmla="*/ 112266 w 601939"/>
                <a:gd name="csY587" fmla="*/ 127554 h 356863"/>
                <a:gd name="csX588" fmla="*/ 112744 w 601939"/>
                <a:gd name="csY588" fmla="*/ 128509 h 356863"/>
                <a:gd name="csX589" fmla="*/ 113222 w 601939"/>
                <a:gd name="csY589" fmla="*/ 130420 h 356863"/>
                <a:gd name="csX590" fmla="*/ 114655 w 601939"/>
                <a:gd name="csY590" fmla="*/ 133287 h 356863"/>
                <a:gd name="csX591" fmla="*/ 114655 w 601939"/>
                <a:gd name="csY591" fmla="*/ 137108 h 356863"/>
                <a:gd name="csX592" fmla="*/ 115611 w 601939"/>
                <a:gd name="csY592" fmla="*/ 139975 h 356863"/>
                <a:gd name="csX593" fmla="*/ 118477 w 601939"/>
                <a:gd name="csY593" fmla="*/ 144274 h 356863"/>
                <a:gd name="csX594" fmla="*/ 120866 w 601939"/>
                <a:gd name="csY594" fmla="*/ 145230 h 356863"/>
                <a:gd name="csX595" fmla="*/ 120866 w 601939"/>
                <a:gd name="csY595" fmla="*/ 147141 h 356863"/>
                <a:gd name="csX596" fmla="*/ 123254 w 601939"/>
                <a:gd name="csY596" fmla="*/ 152873 h 356863"/>
                <a:gd name="csX597" fmla="*/ 126121 w 601939"/>
                <a:gd name="csY597" fmla="*/ 155740 h 356863"/>
                <a:gd name="csX598" fmla="*/ 127554 w 601939"/>
                <a:gd name="csY598" fmla="*/ 158129 h 356863"/>
                <a:gd name="csX599" fmla="*/ 127554 w 601939"/>
                <a:gd name="csY599" fmla="*/ 160039 h 356863"/>
                <a:gd name="csX600" fmla="*/ 126598 w 601939"/>
                <a:gd name="csY600" fmla="*/ 161950 h 356863"/>
                <a:gd name="csX601" fmla="*/ 126598 w 601939"/>
                <a:gd name="csY601" fmla="*/ 163861 h 356863"/>
                <a:gd name="csX602" fmla="*/ 128032 w 601939"/>
                <a:gd name="csY602" fmla="*/ 168639 h 356863"/>
                <a:gd name="csX603" fmla="*/ 130420 w 601939"/>
                <a:gd name="csY603" fmla="*/ 171027 h 356863"/>
                <a:gd name="csX604" fmla="*/ 132809 w 601939"/>
                <a:gd name="csY604" fmla="*/ 171983 h 356863"/>
                <a:gd name="csX605" fmla="*/ 133286 w 601939"/>
                <a:gd name="csY605" fmla="*/ 171983 h 356863"/>
                <a:gd name="csX606" fmla="*/ 132809 w 601939"/>
                <a:gd name="csY606" fmla="*/ 172938 h 356863"/>
                <a:gd name="csX607" fmla="*/ 133764 w 601939"/>
                <a:gd name="csY607" fmla="*/ 173416 h 356863"/>
                <a:gd name="csX608" fmla="*/ 134720 w 601939"/>
                <a:gd name="csY608" fmla="*/ 172938 h 356863"/>
                <a:gd name="csX609" fmla="*/ 135198 w 601939"/>
                <a:gd name="csY609" fmla="*/ 171505 h 356863"/>
                <a:gd name="csX610" fmla="*/ 134720 w 601939"/>
                <a:gd name="csY610" fmla="*/ 170549 h 356863"/>
                <a:gd name="csX611" fmla="*/ 134720 w 601939"/>
                <a:gd name="csY611" fmla="*/ 169594 h 356863"/>
                <a:gd name="csX612" fmla="*/ 135198 w 601939"/>
                <a:gd name="csY612" fmla="*/ 168639 h 356863"/>
                <a:gd name="csX613" fmla="*/ 136153 w 601939"/>
                <a:gd name="csY613" fmla="*/ 168639 h 356863"/>
                <a:gd name="csX614" fmla="*/ 140452 w 601939"/>
                <a:gd name="csY614" fmla="*/ 171983 h 356863"/>
                <a:gd name="csX615" fmla="*/ 141408 w 601939"/>
                <a:gd name="csY615" fmla="*/ 173416 h 356863"/>
                <a:gd name="csX616" fmla="*/ 143319 w 601939"/>
                <a:gd name="csY616" fmla="*/ 174849 h 356863"/>
                <a:gd name="csX617" fmla="*/ 144752 w 601939"/>
                <a:gd name="csY617" fmla="*/ 176760 h 356863"/>
                <a:gd name="csX618" fmla="*/ 145707 w 601939"/>
                <a:gd name="csY618" fmla="*/ 178193 h 356863"/>
                <a:gd name="csX619" fmla="*/ 146663 w 601939"/>
                <a:gd name="csY619" fmla="*/ 179626 h 356863"/>
                <a:gd name="csX620" fmla="*/ 147618 w 601939"/>
                <a:gd name="csY620" fmla="*/ 182015 h 356863"/>
                <a:gd name="csX621" fmla="*/ 150963 w 601939"/>
                <a:gd name="csY621" fmla="*/ 183448 h 356863"/>
                <a:gd name="csX622" fmla="*/ 152396 w 601939"/>
                <a:gd name="csY622" fmla="*/ 185837 h 356863"/>
                <a:gd name="csX623" fmla="*/ 152873 w 601939"/>
                <a:gd name="csY623" fmla="*/ 187270 h 356863"/>
                <a:gd name="csX624" fmla="*/ 151918 w 601939"/>
                <a:gd name="csY624" fmla="*/ 191092 h 356863"/>
                <a:gd name="csX625" fmla="*/ 150963 w 601939"/>
                <a:gd name="csY625" fmla="*/ 192047 h 356863"/>
                <a:gd name="csX626" fmla="*/ 148574 w 601939"/>
                <a:gd name="csY626" fmla="*/ 193480 h 356863"/>
                <a:gd name="csX627" fmla="*/ 146663 w 601939"/>
                <a:gd name="csY627" fmla="*/ 195391 h 356863"/>
                <a:gd name="csX628" fmla="*/ 144752 w 601939"/>
                <a:gd name="csY628" fmla="*/ 196825 h 356863"/>
                <a:gd name="csX629" fmla="*/ 142841 w 601939"/>
                <a:gd name="csY629" fmla="*/ 197303 h 356863"/>
                <a:gd name="csX630" fmla="*/ 140930 w 601939"/>
                <a:gd name="csY630" fmla="*/ 197303 h 356863"/>
                <a:gd name="csX631" fmla="*/ 139497 w 601939"/>
                <a:gd name="csY631" fmla="*/ 195391 h 356863"/>
                <a:gd name="csX632" fmla="*/ 137586 w 601939"/>
                <a:gd name="csY632" fmla="*/ 188703 h 356863"/>
                <a:gd name="csX633" fmla="*/ 136153 w 601939"/>
                <a:gd name="csY633" fmla="*/ 187270 h 356863"/>
                <a:gd name="csX634" fmla="*/ 135198 w 601939"/>
                <a:gd name="csY634" fmla="*/ 184881 h 356863"/>
                <a:gd name="csX635" fmla="*/ 133764 w 601939"/>
                <a:gd name="csY635" fmla="*/ 183448 h 356863"/>
                <a:gd name="csX636" fmla="*/ 128509 w 601939"/>
                <a:gd name="csY636" fmla="*/ 180582 h 356863"/>
                <a:gd name="csX637" fmla="*/ 126121 w 601939"/>
                <a:gd name="csY637" fmla="*/ 178193 h 356863"/>
                <a:gd name="csX638" fmla="*/ 123254 w 601939"/>
                <a:gd name="csY638" fmla="*/ 176282 h 356863"/>
                <a:gd name="csX639" fmla="*/ 120388 w 601939"/>
                <a:gd name="csY639" fmla="*/ 173416 h 356863"/>
                <a:gd name="csX640" fmla="*/ 112744 w 601939"/>
                <a:gd name="csY640" fmla="*/ 169116 h 356863"/>
                <a:gd name="csX641" fmla="*/ 109878 w 601939"/>
                <a:gd name="csY641" fmla="*/ 166728 h 356863"/>
                <a:gd name="csX642" fmla="*/ 107967 w 601939"/>
                <a:gd name="csY642" fmla="*/ 164339 h 356863"/>
                <a:gd name="csX643" fmla="*/ 106534 w 601939"/>
                <a:gd name="csY643" fmla="*/ 164339 h 356863"/>
                <a:gd name="csX644" fmla="*/ 105578 w 601939"/>
                <a:gd name="csY644" fmla="*/ 164817 h 356863"/>
                <a:gd name="csX645" fmla="*/ 105100 w 601939"/>
                <a:gd name="csY645" fmla="*/ 164339 h 356863"/>
                <a:gd name="csX646" fmla="*/ 105100 w 601939"/>
                <a:gd name="csY646" fmla="*/ 162906 h 356863"/>
                <a:gd name="csX647" fmla="*/ 104623 w 601939"/>
                <a:gd name="csY647" fmla="*/ 162428 h 356863"/>
                <a:gd name="csX648" fmla="*/ 99845 w 601939"/>
                <a:gd name="csY648" fmla="*/ 158606 h 356863"/>
                <a:gd name="csX649" fmla="*/ 98890 w 601939"/>
                <a:gd name="csY649" fmla="*/ 156695 h 356863"/>
                <a:gd name="csX650" fmla="*/ 98890 w 601939"/>
                <a:gd name="csY650" fmla="*/ 154784 h 356863"/>
                <a:gd name="csX651" fmla="*/ 99845 w 601939"/>
                <a:gd name="csY651" fmla="*/ 149052 h 356863"/>
                <a:gd name="csX652" fmla="*/ 100323 w 601939"/>
                <a:gd name="csY652" fmla="*/ 145707 h 356863"/>
                <a:gd name="csX653" fmla="*/ 100323 w 601939"/>
                <a:gd name="csY653" fmla="*/ 144274 h 356863"/>
                <a:gd name="csX654" fmla="*/ 99368 w 601939"/>
                <a:gd name="csY654" fmla="*/ 143797 h 356863"/>
                <a:gd name="csX655" fmla="*/ 99368 w 601939"/>
                <a:gd name="csY655" fmla="*/ 142841 h 356863"/>
                <a:gd name="csX656" fmla="*/ 98890 w 601939"/>
                <a:gd name="csY656" fmla="*/ 140453 h 356863"/>
                <a:gd name="csX657" fmla="*/ 97935 w 601939"/>
                <a:gd name="csY657" fmla="*/ 137586 h 356863"/>
                <a:gd name="csX658" fmla="*/ 94113 w 601939"/>
                <a:gd name="csY658" fmla="*/ 131376 h 356863"/>
                <a:gd name="csX659" fmla="*/ 91246 w 601939"/>
                <a:gd name="csY659" fmla="*/ 129942 h 356863"/>
                <a:gd name="csX660" fmla="*/ 88380 w 601939"/>
                <a:gd name="csY660" fmla="*/ 128987 h 356863"/>
                <a:gd name="csX661" fmla="*/ 81214 w 601939"/>
                <a:gd name="csY661" fmla="*/ 123732 h 356863"/>
                <a:gd name="csX662" fmla="*/ 79303 w 601939"/>
                <a:gd name="csY662" fmla="*/ 120866 h 356863"/>
                <a:gd name="csX663" fmla="*/ 78825 w 601939"/>
                <a:gd name="csY663" fmla="*/ 119432 h 356863"/>
                <a:gd name="csX664" fmla="*/ 78348 w 601939"/>
                <a:gd name="csY664" fmla="*/ 116566 h 356863"/>
                <a:gd name="csX665" fmla="*/ 77392 w 601939"/>
                <a:gd name="csY665" fmla="*/ 117999 h 356863"/>
                <a:gd name="csX666" fmla="*/ 76437 w 601939"/>
                <a:gd name="csY666" fmla="*/ 119432 h 356863"/>
                <a:gd name="csX667" fmla="*/ 73093 w 601939"/>
                <a:gd name="csY667" fmla="*/ 119432 h 356863"/>
                <a:gd name="csX668" fmla="*/ 69749 w 601939"/>
                <a:gd name="csY668" fmla="*/ 120866 h 356863"/>
                <a:gd name="csX669" fmla="*/ 67838 w 601939"/>
                <a:gd name="csY669" fmla="*/ 119432 h 356863"/>
                <a:gd name="csX670" fmla="*/ 66404 w 601939"/>
                <a:gd name="csY670" fmla="*/ 117999 h 356863"/>
                <a:gd name="csX671" fmla="*/ 64971 w 601939"/>
                <a:gd name="csY671" fmla="*/ 116088 h 356863"/>
                <a:gd name="csX672" fmla="*/ 63060 w 601939"/>
                <a:gd name="csY672" fmla="*/ 115611 h 356863"/>
                <a:gd name="csX673" fmla="*/ 62105 w 601939"/>
                <a:gd name="csY673" fmla="*/ 115611 h 356863"/>
                <a:gd name="csX674" fmla="*/ 59716 w 601939"/>
                <a:gd name="csY674" fmla="*/ 113222 h 356863"/>
                <a:gd name="csX675" fmla="*/ 57805 w 601939"/>
                <a:gd name="csY675" fmla="*/ 112266 h 356863"/>
                <a:gd name="csX676" fmla="*/ 55417 w 601939"/>
                <a:gd name="csY676" fmla="*/ 112266 h 356863"/>
                <a:gd name="csX677" fmla="*/ 53028 w 601939"/>
                <a:gd name="csY677" fmla="*/ 110833 h 356863"/>
                <a:gd name="csX678" fmla="*/ 52072 w 601939"/>
                <a:gd name="csY678" fmla="*/ 109400 h 356863"/>
                <a:gd name="csX679" fmla="*/ 52072 w 601939"/>
                <a:gd name="csY679" fmla="*/ 107489 h 356863"/>
                <a:gd name="csX680" fmla="*/ 51117 w 601939"/>
                <a:gd name="csY680" fmla="*/ 106534 h 356863"/>
                <a:gd name="csX681" fmla="*/ 47773 w 601939"/>
                <a:gd name="csY681" fmla="*/ 104623 h 356863"/>
                <a:gd name="csX682" fmla="*/ 44907 w 601939"/>
                <a:gd name="csY682" fmla="*/ 101757 h 356863"/>
                <a:gd name="csX683" fmla="*/ 42040 w 601939"/>
                <a:gd name="csY683" fmla="*/ 100323 h 356863"/>
                <a:gd name="csX684" fmla="*/ 41563 w 601939"/>
                <a:gd name="csY684" fmla="*/ 98890 h 356863"/>
                <a:gd name="csX685" fmla="*/ 41085 w 601939"/>
                <a:gd name="csY685" fmla="*/ 98412 h 356863"/>
                <a:gd name="csX686" fmla="*/ 45384 w 601939"/>
                <a:gd name="csY686" fmla="*/ 98412 h 356863"/>
                <a:gd name="csX687" fmla="*/ 50639 w 601939"/>
                <a:gd name="csY687" fmla="*/ 99368 h 356863"/>
                <a:gd name="csX688" fmla="*/ 53028 w 601939"/>
                <a:gd name="csY688" fmla="*/ 98890 h 356863"/>
                <a:gd name="csX689" fmla="*/ 54461 w 601939"/>
                <a:gd name="csY689" fmla="*/ 98412 h 356863"/>
                <a:gd name="csX690" fmla="*/ 55894 w 601939"/>
                <a:gd name="csY690" fmla="*/ 97457 h 356863"/>
                <a:gd name="csX691" fmla="*/ 55894 w 601939"/>
                <a:gd name="csY691" fmla="*/ 98412 h 356863"/>
                <a:gd name="csX692" fmla="*/ 55894 w 601939"/>
                <a:gd name="csY692" fmla="*/ 99368 h 356863"/>
                <a:gd name="csX693" fmla="*/ 57328 w 601939"/>
                <a:gd name="csY693" fmla="*/ 100801 h 356863"/>
                <a:gd name="csX694" fmla="*/ 59238 w 601939"/>
                <a:gd name="csY694" fmla="*/ 101757 h 356863"/>
                <a:gd name="csX695" fmla="*/ 60672 w 601939"/>
                <a:gd name="csY695" fmla="*/ 101757 h 356863"/>
                <a:gd name="csX696" fmla="*/ 59238 w 601939"/>
                <a:gd name="csY696" fmla="*/ 100323 h 356863"/>
                <a:gd name="csX697" fmla="*/ 58283 w 601939"/>
                <a:gd name="csY697" fmla="*/ 98412 h 356863"/>
                <a:gd name="csX698" fmla="*/ 58761 w 601939"/>
                <a:gd name="csY698" fmla="*/ 97457 h 356863"/>
                <a:gd name="csX699" fmla="*/ 58761 w 601939"/>
                <a:gd name="csY699" fmla="*/ 96501 h 356863"/>
                <a:gd name="csX700" fmla="*/ 56850 w 601939"/>
                <a:gd name="csY700" fmla="*/ 96979 h 356863"/>
                <a:gd name="csX701" fmla="*/ 56372 w 601939"/>
                <a:gd name="csY701" fmla="*/ 96501 h 356863"/>
                <a:gd name="csX702" fmla="*/ 58283 w 601939"/>
                <a:gd name="csY702" fmla="*/ 94591 h 356863"/>
                <a:gd name="csX703" fmla="*/ 60194 w 601939"/>
                <a:gd name="csY703" fmla="*/ 90291 h 356863"/>
                <a:gd name="csX704" fmla="*/ 60672 w 601939"/>
                <a:gd name="csY704" fmla="*/ 85991 h 356863"/>
                <a:gd name="csX705" fmla="*/ 58761 w 601939"/>
                <a:gd name="csY705" fmla="*/ 82647 h 356863"/>
                <a:gd name="csX706" fmla="*/ 55894 w 601939"/>
                <a:gd name="csY706" fmla="*/ 79781 h 356863"/>
                <a:gd name="csX707" fmla="*/ 48728 w 601939"/>
                <a:gd name="csY707" fmla="*/ 72615 h 356863"/>
                <a:gd name="csX708" fmla="*/ 44429 w 601939"/>
                <a:gd name="csY708" fmla="*/ 68316 h 356863"/>
                <a:gd name="csX709" fmla="*/ 43473 w 601939"/>
                <a:gd name="csY709" fmla="*/ 66882 h 356863"/>
                <a:gd name="csX710" fmla="*/ 42040 w 601939"/>
                <a:gd name="csY710" fmla="*/ 66405 h 356863"/>
                <a:gd name="csX711" fmla="*/ 38696 w 601939"/>
                <a:gd name="csY711" fmla="*/ 65449 h 356863"/>
                <a:gd name="csX712" fmla="*/ 35830 w 601939"/>
                <a:gd name="csY712" fmla="*/ 63538 h 356863"/>
                <a:gd name="csX713" fmla="*/ 30575 w 601939"/>
                <a:gd name="csY713" fmla="*/ 60194 h 356863"/>
                <a:gd name="csX714" fmla="*/ 28664 w 601939"/>
                <a:gd name="csY714" fmla="*/ 58761 h 356863"/>
                <a:gd name="csX715" fmla="*/ 27231 w 601939"/>
                <a:gd name="csY715" fmla="*/ 54939 h 356863"/>
                <a:gd name="csX716" fmla="*/ 25797 w 601939"/>
                <a:gd name="csY716" fmla="*/ 54461 h 356863"/>
                <a:gd name="csX717" fmla="*/ 26275 w 601939"/>
                <a:gd name="csY717" fmla="*/ 51595 h 356863"/>
                <a:gd name="csX718" fmla="*/ 25797 w 601939"/>
                <a:gd name="csY718" fmla="*/ 47295 h 356863"/>
                <a:gd name="csX719" fmla="*/ 24842 w 601939"/>
                <a:gd name="csY719" fmla="*/ 45862 h 356863"/>
                <a:gd name="csX720" fmla="*/ 22453 w 601939"/>
                <a:gd name="csY720" fmla="*/ 44907 h 356863"/>
                <a:gd name="csX721" fmla="*/ 21498 w 601939"/>
                <a:gd name="csY721" fmla="*/ 41563 h 356863"/>
                <a:gd name="csX722" fmla="*/ 21498 w 601939"/>
                <a:gd name="csY722" fmla="*/ 38696 h 356863"/>
                <a:gd name="csX723" fmla="*/ 21020 w 601939"/>
                <a:gd name="csY723" fmla="*/ 36785 h 356863"/>
                <a:gd name="csX724" fmla="*/ 16243 w 601939"/>
                <a:gd name="csY724" fmla="*/ 32963 h 356863"/>
                <a:gd name="csX725" fmla="*/ 16243 w 601939"/>
                <a:gd name="csY725" fmla="*/ 31530 h 356863"/>
                <a:gd name="csX726" fmla="*/ 16243 w 601939"/>
                <a:gd name="csY726" fmla="*/ 30097 h 356863"/>
                <a:gd name="csX727" fmla="*/ 15765 w 601939"/>
                <a:gd name="csY727" fmla="*/ 28186 h 356863"/>
                <a:gd name="csX728" fmla="*/ 12899 w 601939"/>
                <a:gd name="csY728" fmla="*/ 24842 h 356863"/>
                <a:gd name="csX729" fmla="*/ 10032 w 601939"/>
                <a:gd name="csY729" fmla="*/ 21976 h 356863"/>
                <a:gd name="csX730" fmla="*/ 9077 w 601939"/>
                <a:gd name="csY730" fmla="*/ 20543 h 356863"/>
                <a:gd name="csX731" fmla="*/ 9077 w 601939"/>
                <a:gd name="csY731" fmla="*/ 17676 h 356863"/>
                <a:gd name="csX732" fmla="*/ 7644 w 601939"/>
                <a:gd name="csY732" fmla="*/ 16721 h 356863"/>
                <a:gd name="csX733" fmla="*/ 8121 w 601939"/>
                <a:gd name="csY733" fmla="*/ 16721 h 356863"/>
                <a:gd name="csX734" fmla="*/ 9077 w 601939"/>
                <a:gd name="csY734" fmla="*/ 16721 h 356863"/>
                <a:gd name="csX735" fmla="*/ 9555 w 601939"/>
                <a:gd name="csY735" fmla="*/ 16721 h 356863"/>
                <a:gd name="csX736" fmla="*/ 10032 w 601939"/>
                <a:gd name="csY736" fmla="*/ 14332 h 356863"/>
                <a:gd name="csX737" fmla="*/ 5255 w 601939"/>
                <a:gd name="csY737" fmla="*/ 11466 h 356863"/>
                <a:gd name="csX738" fmla="*/ 3822 w 601939"/>
                <a:gd name="csY738" fmla="*/ 7166 h 356863"/>
                <a:gd name="csX739" fmla="*/ 1433 w 601939"/>
                <a:gd name="csY739" fmla="*/ 4777 h 356863"/>
                <a:gd name="csX740" fmla="*/ 956 w 601939"/>
                <a:gd name="csY740" fmla="*/ 3822 h 356863"/>
                <a:gd name="csX741" fmla="*/ 0 w 601939"/>
                <a:gd name="csY741" fmla="*/ 0 h 3568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</a:cxnLst>
              <a:rect l="l" t="t" r="r" b="b"/>
              <a:pathLst>
                <a:path w="601939" h="356863">
                  <a:moveTo>
                    <a:pt x="396038" y="136153"/>
                  </a:moveTo>
                  <a:lnTo>
                    <a:pt x="395560" y="140453"/>
                  </a:lnTo>
                  <a:lnTo>
                    <a:pt x="394605" y="143797"/>
                  </a:lnTo>
                  <a:lnTo>
                    <a:pt x="390305" y="150963"/>
                  </a:lnTo>
                  <a:lnTo>
                    <a:pt x="388872" y="155262"/>
                  </a:lnTo>
                  <a:lnTo>
                    <a:pt x="385528" y="167683"/>
                  </a:lnTo>
                  <a:lnTo>
                    <a:pt x="384572" y="175805"/>
                  </a:lnTo>
                  <a:lnTo>
                    <a:pt x="384572" y="179626"/>
                  </a:lnTo>
                  <a:lnTo>
                    <a:pt x="384094" y="180104"/>
                  </a:lnTo>
                  <a:lnTo>
                    <a:pt x="384572" y="180582"/>
                  </a:lnTo>
                  <a:lnTo>
                    <a:pt x="383617" y="189181"/>
                  </a:lnTo>
                  <a:lnTo>
                    <a:pt x="384094" y="196347"/>
                  </a:lnTo>
                  <a:lnTo>
                    <a:pt x="384094" y="197303"/>
                  </a:lnTo>
                  <a:lnTo>
                    <a:pt x="382661" y="199691"/>
                  </a:lnTo>
                  <a:lnTo>
                    <a:pt x="381706" y="202557"/>
                  </a:lnTo>
                  <a:lnTo>
                    <a:pt x="382184" y="203991"/>
                  </a:lnTo>
                  <a:lnTo>
                    <a:pt x="382184" y="204946"/>
                  </a:lnTo>
                  <a:lnTo>
                    <a:pt x="383617" y="209246"/>
                  </a:lnTo>
                  <a:lnTo>
                    <a:pt x="383617" y="212590"/>
                  </a:lnTo>
                  <a:lnTo>
                    <a:pt x="387439" y="218322"/>
                  </a:lnTo>
                  <a:lnTo>
                    <a:pt x="389349" y="220711"/>
                  </a:lnTo>
                  <a:lnTo>
                    <a:pt x="391738" y="222144"/>
                  </a:lnTo>
                  <a:lnTo>
                    <a:pt x="392694" y="223100"/>
                  </a:lnTo>
                  <a:lnTo>
                    <a:pt x="392216" y="225966"/>
                  </a:lnTo>
                  <a:lnTo>
                    <a:pt x="391260" y="226921"/>
                  </a:lnTo>
                  <a:lnTo>
                    <a:pt x="390783" y="228833"/>
                  </a:lnTo>
                  <a:lnTo>
                    <a:pt x="390305" y="227399"/>
                  </a:lnTo>
                  <a:lnTo>
                    <a:pt x="390305" y="225011"/>
                  </a:lnTo>
                  <a:lnTo>
                    <a:pt x="391260" y="224055"/>
                  </a:lnTo>
                  <a:lnTo>
                    <a:pt x="391260" y="223100"/>
                  </a:lnTo>
                  <a:lnTo>
                    <a:pt x="389827" y="222144"/>
                  </a:lnTo>
                  <a:lnTo>
                    <a:pt x="387439" y="219278"/>
                  </a:lnTo>
                  <a:lnTo>
                    <a:pt x="384094" y="214501"/>
                  </a:lnTo>
                  <a:lnTo>
                    <a:pt x="386483" y="222622"/>
                  </a:lnTo>
                  <a:lnTo>
                    <a:pt x="386961" y="224055"/>
                  </a:lnTo>
                  <a:lnTo>
                    <a:pt x="387916" y="224533"/>
                  </a:lnTo>
                  <a:lnTo>
                    <a:pt x="388872" y="225011"/>
                  </a:lnTo>
                  <a:lnTo>
                    <a:pt x="388872" y="225966"/>
                  </a:lnTo>
                  <a:lnTo>
                    <a:pt x="388872" y="226444"/>
                  </a:lnTo>
                  <a:lnTo>
                    <a:pt x="391738" y="232177"/>
                  </a:lnTo>
                  <a:lnTo>
                    <a:pt x="395082" y="237910"/>
                  </a:lnTo>
                  <a:lnTo>
                    <a:pt x="395082" y="239820"/>
                  </a:lnTo>
                  <a:lnTo>
                    <a:pt x="396516" y="241731"/>
                  </a:lnTo>
                  <a:lnTo>
                    <a:pt x="404637" y="249853"/>
                  </a:lnTo>
                  <a:lnTo>
                    <a:pt x="409892" y="256063"/>
                  </a:lnTo>
                  <a:lnTo>
                    <a:pt x="411325" y="261796"/>
                  </a:lnTo>
                  <a:lnTo>
                    <a:pt x="412281" y="263707"/>
                  </a:lnTo>
                  <a:lnTo>
                    <a:pt x="413236" y="266095"/>
                  </a:lnTo>
                  <a:lnTo>
                    <a:pt x="416102" y="268962"/>
                  </a:lnTo>
                  <a:lnTo>
                    <a:pt x="417058" y="270873"/>
                  </a:lnTo>
                  <a:lnTo>
                    <a:pt x="418969" y="271828"/>
                  </a:lnTo>
                  <a:lnTo>
                    <a:pt x="420402" y="274694"/>
                  </a:lnTo>
                  <a:lnTo>
                    <a:pt x="423268" y="276605"/>
                  </a:lnTo>
                  <a:lnTo>
                    <a:pt x="422313" y="276605"/>
                  </a:lnTo>
                  <a:lnTo>
                    <a:pt x="419924" y="275650"/>
                  </a:lnTo>
                  <a:lnTo>
                    <a:pt x="420402" y="276128"/>
                  </a:lnTo>
                  <a:lnTo>
                    <a:pt x="422313" y="277561"/>
                  </a:lnTo>
                  <a:lnTo>
                    <a:pt x="426135" y="278517"/>
                  </a:lnTo>
                  <a:lnTo>
                    <a:pt x="427090" y="278517"/>
                  </a:lnTo>
                  <a:lnTo>
                    <a:pt x="425657" y="278039"/>
                  </a:lnTo>
                  <a:lnTo>
                    <a:pt x="424224" y="277083"/>
                  </a:lnTo>
                  <a:lnTo>
                    <a:pt x="424701" y="277083"/>
                  </a:lnTo>
                  <a:lnTo>
                    <a:pt x="427568" y="278039"/>
                  </a:lnTo>
                  <a:lnTo>
                    <a:pt x="434734" y="278517"/>
                  </a:lnTo>
                  <a:lnTo>
                    <a:pt x="438078" y="280905"/>
                  </a:lnTo>
                  <a:lnTo>
                    <a:pt x="442377" y="281860"/>
                  </a:lnTo>
                  <a:lnTo>
                    <a:pt x="444766" y="285205"/>
                  </a:lnTo>
                  <a:lnTo>
                    <a:pt x="447632" y="288549"/>
                  </a:lnTo>
                  <a:lnTo>
                    <a:pt x="449066" y="288549"/>
                  </a:lnTo>
                  <a:lnTo>
                    <a:pt x="450499" y="288549"/>
                  </a:lnTo>
                  <a:lnTo>
                    <a:pt x="454798" y="288071"/>
                  </a:lnTo>
                  <a:lnTo>
                    <a:pt x="461009" y="286160"/>
                  </a:lnTo>
                  <a:lnTo>
                    <a:pt x="462920" y="285205"/>
                  </a:lnTo>
                  <a:lnTo>
                    <a:pt x="467219" y="283771"/>
                  </a:lnTo>
                  <a:lnTo>
                    <a:pt x="473908" y="283294"/>
                  </a:lnTo>
                  <a:lnTo>
                    <a:pt x="475819" y="283771"/>
                  </a:lnTo>
                  <a:lnTo>
                    <a:pt x="480596" y="282816"/>
                  </a:lnTo>
                  <a:lnTo>
                    <a:pt x="482984" y="281860"/>
                  </a:lnTo>
                  <a:lnTo>
                    <a:pt x="483462" y="280905"/>
                  </a:lnTo>
                  <a:lnTo>
                    <a:pt x="483940" y="279950"/>
                  </a:lnTo>
                  <a:lnTo>
                    <a:pt x="488239" y="278994"/>
                  </a:lnTo>
                  <a:lnTo>
                    <a:pt x="489195" y="278994"/>
                  </a:lnTo>
                  <a:lnTo>
                    <a:pt x="493972" y="278517"/>
                  </a:lnTo>
                  <a:lnTo>
                    <a:pt x="495883" y="278517"/>
                  </a:lnTo>
                  <a:lnTo>
                    <a:pt x="498750" y="278039"/>
                  </a:lnTo>
                  <a:lnTo>
                    <a:pt x="500661" y="279472"/>
                  </a:lnTo>
                  <a:lnTo>
                    <a:pt x="500661" y="280427"/>
                  </a:lnTo>
                  <a:lnTo>
                    <a:pt x="499227" y="280905"/>
                  </a:lnTo>
                  <a:lnTo>
                    <a:pt x="499705" y="281860"/>
                  </a:lnTo>
                  <a:lnTo>
                    <a:pt x="502094" y="282816"/>
                  </a:lnTo>
                  <a:lnTo>
                    <a:pt x="505915" y="283294"/>
                  </a:lnTo>
                  <a:lnTo>
                    <a:pt x="507349" y="283294"/>
                  </a:lnTo>
                  <a:lnTo>
                    <a:pt x="509260" y="281383"/>
                  </a:lnTo>
                  <a:lnTo>
                    <a:pt x="512604" y="279950"/>
                  </a:lnTo>
                  <a:lnTo>
                    <a:pt x="512604" y="278039"/>
                  </a:lnTo>
                  <a:lnTo>
                    <a:pt x="511648" y="277083"/>
                  </a:lnTo>
                  <a:lnTo>
                    <a:pt x="510693" y="277083"/>
                  </a:lnTo>
                  <a:lnTo>
                    <a:pt x="510693" y="276605"/>
                  </a:lnTo>
                  <a:lnTo>
                    <a:pt x="511171" y="275172"/>
                  </a:lnTo>
                  <a:lnTo>
                    <a:pt x="511171" y="274694"/>
                  </a:lnTo>
                  <a:lnTo>
                    <a:pt x="509260" y="276128"/>
                  </a:lnTo>
                  <a:lnTo>
                    <a:pt x="508782" y="276128"/>
                  </a:lnTo>
                  <a:lnTo>
                    <a:pt x="508782" y="275172"/>
                  </a:lnTo>
                  <a:lnTo>
                    <a:pt x="509260" y="274694"/>
                  </a:lnTo>
                  <a:lnTo>
                    <a:pt x="515470" y="271828"/>
                  </a:lnTo>
                  <a:lnTo>
                    <a:pt x="516903" y="270873"/>
                  </a:lnTo>
                  <a:lnTo>
                    <a:pt x="518814" y="269917"/>
                  </a:lnTo>
                  <a:lnTo>
                    <a:pt x="523114" y="266095"/>
                  </a:lnTo>
                  <a:lnTo>
                    <a:pt x="524069" y="258929"/>
                  </a:lnTo>
                  <a:lnTo>
                    <a:pt x="525025" y="257496"/>
                  </a:lnTo>
                  <a:lnTo>
                    <a:pt x="527891" y="255108"/>
                  </a:lnTo>
                  <a:lnTo>
                    <a:pt x="527891" y="254630"/>
                  </a:lnTo>
                  <a:lnTo>
                    <a:pt x="528369" y="253197"/>
                  </a:lnTo>
                  <a:lnTo>
                    <a:pt x="527891" y="249375"/>
                  </a:lnTo>
                  <a:lnTo>
                    <a:pt x="528369" y="246031"/>
                  </a:lnTo>
                  <a:lnTo>
                    <a:pt x="528369" y="242687"/>
                  </a:lnTo>
                  <a:lnTo>
                    <a:pt x="528846" y="239820"/>
                  </a:lnTo>
                  <a:lnTo>
                    <a:pt x="529324" y="238865"/>
                  </a:lnTo>
                  <a:lnTo>
                    <a:pt x="530757" y="234087"/>
                  </a:lnTo>
                  <a:lnTo>
                    <a:pt x="534102" y="231699"/>
                  </a:lnTo>
                  <a:lnTo>
                    <a:pt x="539834" y="229310"/>
                  </a:lnTo>
                  <a:lnTo>
                    <a:pt x="541268" y="228833"/>
                  </a:lnTo>
                  <a:lnTo>
                    <a:pt x="559899" y="226444"/>
                  </a:lnTo>
                  <a:lnTo>
                    <a:pt x="562765" y="225488"/>
                  </a:lnTo>
                  <a:lnTo>
                    <a:pt x="565632" y="223578"/>
                  </a:lnTo>
                  <a:lnTo>
                    <a:pt x="568020" y="223100"/>
                  </a:lnTo>
                  <a:lnTo>
                    <a:pt x="572320" y="223100"/>
                  </a:lnTo>
                  <a:lnTo>
                    <a:pt x="573753" y="223100"/>
                  </a:lnTo>
                  <a:lnTo>
                    <a:pt x="573753" y="222622"/>
                  </a:lnTo>
                  <a:lnTo>
                    <a:pt x="574231" y="222622"/>
                  </a:lnTo>
                  <a:lnTo>
                    <a:pt x="574709" y="222144"/>
                  </a:lnTo>
                  <a:lnTo>
                    <a:pt x="577097" y="222622"/>
                  </a:lnTo>
                  <a:lnTo>
                    <a:pt x="581875" y="223578"/>
                  </a:lnTo>
                  <a:lnTo>
                    <a:pt x="583785" y="224055"/>
                  </a:lnTo>
                  <a:lnTo>
                    <a:pt x="587607" y="225011"/>
                  </a:lnTo>
                  <a:lnTo>
                    <a:pt x="592385" y="225488"/>
                  </a:lnTo>
                  <a:lnTo>
                    <a:pt x="592862" y="225488"/>
                  </a:lnTo>
                  <a:lnTo>
                    <a:pt x="593340" y="225011"/>
                  </a:lnTo>
                  <a:lnTo>
                    <a:pt x="593818" y="224055"/>
                  </a:lnTo>
                  <a:lnTo>
                    <a:pt x="593340" y="223578"/>
                  </a:lnTo>
                  <a:lnTo>
                    <a:pt x="592862" y="223578"/>
                  </a:lnTo>
                  <a:lnTo>
                    <a:pt x="592385" y="224055"/>
                  </a:lnTo>
                  <a:lnTo>
                    <a:pt x="591429" y="224055"/>
                  </a:lnTo>
                  <a:lnTo>
                    <a:pt x="589518" y="223578"/>
                  </a:lnTo>
                  <a:lnTo>
                    <a:pt x="589996" y="223100"/>
                  </a:lnTo>
                  <a:lnTo>
                    <a:pt x="591907" y="223100"/>
                  </a:lnTo>
                  <a:lnTo>
                    <a:pt x="592862" y="223100"/>
                  </a:lnTo>
                  <a:lnTo>
                    <a:pt x="594773" y="222144"/>
                  </a:lnTo>
                  <a:lnTo>
                    <a:pt x="596684" y="222622"/>
                  </a:lnTo>
                  <a:lnTo>
                    <a:pt x="599073" y="225488"/>
                  </a:lnTo>
                  <a:lnTo>
                    <a:pt x="600506" y="225966"/>
                  </a:lnTo>
                  <a:lnTo>
                    <a:pt x="600984" y="229788"/>
                  </a:lnTo>
                  <a:lnTo>
                    <a:pt x="600984" y="230266"/>
                  </a:lnTo>
                  <a:lnTo>
                    <a:pt x="601939" y="231221"/>
                  </a:lnTo>
                  <a:lnTo>
                    <a:pt x="600984" y="234087"/>
                  </a:lnTo>
                  <a:lnTo>
                    <a:pt x="600028" y="236476"/>
                  </a:lnTo>
                  <a:lnTo>
                    <a:pt x="598595" y="238387"/>
                  </a:lnTo>
                  <a:lnTo>
                    <a:pt x="596206" y="241253"/>
                  </a:lnTo>
                  <a:lnTo>
                    <a:pt x="592862" y="243642"/>
                  </a:lnTo>
                  <a:lnTo>
                    <a:pt x="589041" y="248897"/>
                  </a:lnTo>
                  <a:lnTo>
                    <a:pt x="588085" y="251763"/>
                  </a:lnTo>
                  <a:lnTo>
                    <a:pt x="588085" y="253675"/>
                  </a:lnTo>
                  <a:lnTo>
                    <a:pt x="588563" y="255585"/>
                  </a:lnTo>
                  <a:lnTo>
                    <a:pt x="588563" y="256063"/>
                  </a:lnTo>
                  <a:lnTo>
                    <a:pt x="588085" y="257019"/>
                  </a:lnTo>
                  <a:lnTo>
                    <a:pt x="587129" y="257019"/>
                  </a:lnTo>
                  <a:lnTo>
                    <a:pt x="585696" y="257974"/>
                  </a:lnTo>
                  <a:lnTo>
                    <a:pt x="583785" y="260363"/>
                  </a:lnTo>
                  <a:lnTo>
                    <a:pt x="583308" y="261318"/>
                  </a:lnTo>
                  <a:lnTo>
                    <a:pt x="584263" y="262274"/>
                  </a:lnTo>
                  <a:lnTo>
                    <a:pt x="585696" y="261796"/>
                  </a:lnTo>
                  <a:lnTo>
                    <a:pt x="587129" y="261796"/>
                  </a:lnTo>
                  <a:lnTo>
                    <a:pt x="588085" y="261318"/>
                  </a:lnTo>
                  <a:lnTo>
                    <a:pt x="589041" y="261796"/>
                  </a:lnTo>
                  <a:lnTo>
                    <a:pt x="588563" y="263229"/>
                  </a:lnTo>
                  <a:lnTo>
                    <a:pt x="587607" y="264185"/>
                  </a:lnTo>
                  <a:lnTo>
                    <a:pt x="587129" y="264662"/>
                  </a:lnTo>
                  <a:lnTo>
                    <a:pt x="586174" y="264662"/>
                  </a:lnTo>
                  <a:lnTo>
                    <a:pt x="584741" y="265618"/>
                  </a:lnTo>
                  <a:lnTo>
                    <a:pt x="584263" y="266095"/>
                  </a:lnTo>
                  <a:lnTo>
                    <a:pt x="584263" y="268006"/>
                  </a:lnTo>
                  <a:lnTo>
                    <a:pt x="584741" y="268006"/>
                  </a:lnTo>
                  <a:lnTo>
                    <a:pt x="586174" y="266573"/>
                  </a:lnTo>
                  <a:lnTo>
                    <a:pt x="587129" y="266573"/>
                  </a:lnTo>
                  <a:lnTo>
                    <a:pt x="587129" y="267051"/>
                  </a:lnTo>
                  <a:lnTo>
                    <a:pt x="585219" y="271828"/>
                  </a:lnTo>
                  <a:lnTo>
                    <a:pt x="584263" y="276605"/>
                  </a:lnTo>
                  <a:lnTo>
                    <a:pt x="582830" y="279472"/>
                  </a:lnTo>
                  <a:lnTo>
                    <a:pt x="582352" y="283294"/>
                  </a:lnTo>
                  <a:lnTo>
                    <a:pt x="581397" y="285205"/>
                  </a:lnTo>
                  <a:lnTo>
                    <a:pt x="580441" y="286638"/>
                  </a:lnTo>
                  <a:lnTo>
                    <a:pt x="579486" y="286638"/>
                  </a:lnTo>
                  <a:lnTo>
                    <a:pt x="578053" y="283294"/>
                  </a:lnTo>
                  <a:lnTo>
                    <a:pt x="576619" y="282816"/>
                  </a:lnTo>
                  <a:lnTo>
                    <a:pt x="576142" y="281860"/>
                  </a:lnTo>
                  <a:lnTo>
                    <a:pt x="577097" y="278039"/>
                  </a:lnTo>
                  <a:lnTo>
                    <a:pt x="576619" y="275650"/>
                  </a:lnTo>
                  <a:lnTo>
                    <a:pt x="576142" y="276128"/>
                  </a:lnTo>
                  <a:lnTo>
                    <a:pt x="574709" y="277083"/>
                  </a:lnTo>
                  <a:lnTo>
                    <a:pt x="573275" y="278039"/>
                  </a:lnTo>
                  <a:lnTo>
                    <a:pt x="573753" y="279472"/>
                  </a:lnTo>
                  <a:lnTo>
                    <a:pt x="571842" y="281860"/>
                  </a:lnTo>
                  <a:lnTo>
                    <a:pt x="571364" y="282816"/>
                  </a:lnTo>
                  <a:lnTo>
                    <a:pt x="571364" y="282816"/>
                  </a:lnTo>
                  <a:lnTo>
                    <a:pt x="569931" y="282816"/>
                  </a:lnTo>
                  <a:lnTo>
                    <a:pt x="568020" y="282816"/>
                  </a:lnTo>
                  <a:lnTo>
                    <a:pt x="567065" y="283294"/>
                  </a:lnTo>
                  <a:lnTo>
                    <a:pt x="565632" y="286160"/>
                  </a:lnTo>
                  <a:lnTo>
                    <a:pt x="562765" y="290460"/>
                  </a:lnTo>
                  <a:lnTo>
                    <a:pt x="561332" y="292370"/>
                  </a:lnTo>
                  <a:lnTo>
                    <a:pt x="560377" y="293326"/>
                  </a:lnTo>
                  <a:lnTo>
                    <a:pt x="559421" y="293326"/>
                  </a:lnTo>
                  <a:lnTo>
                    <a:pt x="559421" y="293326"/>
                  </a:lnTo>
                  <a:lnTo>
                    <a:pt x="558944" y="292848"/>
                  </a:lnTo>
                  <a:lnTo>
                    <a:pt x="558466" y="292848"/>
                  </a:lnTo>
                  <a:lnTo>
                    <a:pt x="556555" y="291893"/>
                  </a:lnTo>
                  <a:lnTo>
                    <a:pt x="556077" y="291893"/>
                  </a:lnTo>
                  <a:lnTo>
                    <a:pt x="555122" y="292370"/>
                  </a:lnTo>
                  <a:lnTo>
                    <a:pt x="554166" y="293804"/>
                  </a:lnTo>
                  <a:lnTo>
                    <a:pt x="554166" y="295237"/>
                  </a:lnTo>
                  <a:lnTo>
                    <a:pt x="550344" y="295237"/>
                  </a:lnTo>
                  <a:lnTo>
                    <a:pt x="543178" y="295237"/>
                  </a:lnTo>
                  <a:lnTo>
                    <a:pt x="534102" y="295237"/>
                  </a:lnTo>
                  <a:lnTo>
                    <a:pt x="525503" y="295237"/>
                  </a:lnTo>
                  <a:lnTo>
                    <a:pt x="518337" y="295237"/>
                  </a:lnTo>
                  <a:lnTo>
                    <a:pt x="518337" y="295237"/>
                  </a:lnTo>
                  <a:lnTo>
                    <a:pt x="517859" y="299059"/>
                  </a:lnTo>
                  <a:lnTo>
                    <a:pt x="517859" y="302403"/>
                  </a:lnTo>
                  <a:lnTo>
                    <a:pt x="517859" y="306225"/>
                  </a:lnTo>
                  <a:lnTo>
                    <a:pt x="514037" y="305747"/>
                  </a:lnTo>
                  <a:lnTo>
                    <a:pt x="509737" y="305747"/>
                  </a:lnTo>
                  <a:lnTo>
                    <a:pt x="510215" y="306225"/>
                  </a:lnTo>
                  <a:lnTo>
                    <a:pt x="511648" y="307180"/>
                  </a:lnTo>
                  <a:lnTo>
                    <a:pt x="513559" y="308613"/>
                  </a:lnTo>
                  <a:lnTo>
                    <a:pt x="515948" y="311002"/>
                  </a:lnTo>
                  <a:lnTo>
                    <a:pt x="515948" y="311480"/>
                  </a:lnTo>
                  <a:lnTo>
                    <a:pt x="518337" y="313391"/>
                  </a:lnTo>
                  <a:lnTo>
                    <a:pt x="521680" y="314824"/>
                  </a:lnTo>
                  <a:lnTo>
                    <a:pt x="523591" y="316257"/>
                  </a:lnTo>
                  <a:lnTo>
                    <a:pt x="524547" y="317690"/>
                  </a:lnTo>
                  <a:lnTo>
                    <a:pt x="525025" y="319124"/>
                  </a:lnTo>
                  <a:lnTo>
                    <a:pt x="525025" y="320079"/>
                  </a:lnTo>
                  <a:lnTo>
                    <a:pt x="525025" y="320079"/>
                  </a:lnTo>
                  <a:lnTo>
                    <a:pt x="526458" y="321034"/>
                  </a:lnTo>
                  <a:lnTo>
                    <a:pt x="528369" y="321512"/>
                  </a:lnTo>
                  <a:lnTo>
                    <a:pt x="529324" y="322467"/>
                  </a:lnTo>
                  <a:lnTo>
                    <a:pt x="529324" y="322945"/>
                  </a:lnTo>
                  <a:lnTo>
                    <a:pt x="528846" y="324856"/>
                  </a:lnTo>
                  <a:lnTo>
                    <a:pt x="528846" y="324856"/>
                  </a:lnTo>
                  <a:lnTo>
                    <a:pt x="528846" y="326289"/>
                  </a:lnTo>
                  <a:lnTo>
                    <a:pt x="528846" y="326767"/>
                  </a:lnTo>
                  <a:lnTo>
                    <a:pt x="528846" y="328200"/>
                  </a:lnTo>
                  <a:lnTo>
                    <a:pt x="528846" y="328200"/>
                  </a:lnTo>
                  <a:lnTo>
                    <a:pt x="527413" y="328200"/>
                  </a:lnTo>
                  <a:lnTo>
                    <a:pt x="523591" y="328200"/>
                  </a:lnTo>
                  <a:lnTo>
                    <a:pt x="518337" y="328200"/>
                  </a:lnTo>
                  <a:lnTo>
                    <a:pt x="513081" y="328200"/>
                  </a:lnTo>
                  <a:lnTo>
                    <a:pt x="509260" y="328200"/>
                  </a:lnTo>
                  <a:lnTo>
                    <a:pt x="503527" y="328200"/>
                  </a:lnTo>
                  <a:lnTo>
                    <a:pt x="501616" y="331067"/>
                  </a:lnTo>
                  <a:lnTo>
                    <a:pt x="498750" y="335366"/>
                  </a:lnTo>
                  <a:lnTo>
                    <a:pt x="496361" y="339188"/>
                  </a:lnTo>
                  <a:lnTo>
                    <a:pt x="494450" y="342532"/>
                  </a:lnTo>
                  <a:lnTo>
                    <a:pt x="493972" y="343010"/>
                  </a:lnTo>
                  <a:lnTo>
                    <a:pt x="493972" y="343965"/>
                  </a:lnTo>
                  <a:lnTo>
                    <a:pt x="496361" y="346832"/>
                  </a:lnTo>
                  <a:lnTo>
                    <a:pt x="496361" y="347787"/>
                  </a:lnTo>
                  <a:lnTo>
                    <a:pt x="496361" y="347787"/>
                  </a:lnTo>
                  <a:lnTo>
                    <a:pt x="496361" y="347787"/>
                  </a:lnTo>
                  <a:lnTo>
                    <a:pt x="495405" y="348265"/>
                  </a:lnTo>
                  <a:lnTo>
                    <a:pt x="494928" y="349220"/>
                  </a:lnTo>
                  <a:lnTo>
                    <a:pt x="494928" y="350176"/>
                  </a:lnTo>
                  <a:lnTo>
                    <a:pt x="494450" y="351609"/>
                  </a:lnTo>
                  <a:lnTo>
                    <a:pt x="494450" y="353042"/>
                  </a:lnTo>
                  <a:lnTo>
                    <a:pt x="494928" y="353998"/>
                  </a:lnTo>
                  <a:lnTo>
                    <a:pt x="494450" y="354953"/>
                  </a:lnTo>
                  <a:lnTo>
                    <a:pt x="494450" y="355431"/>
                  </a:lnTo>
                  <a:lnTo>
                    <a:pt x="493972" y="356386"/>
                  </a:lnTo>
                  <a:lnTo>
                    <a:pt x="493495" y="356864"/>
                  </a:lnTo>
                  <a:lnTo>
                    <a:pt x="493017" y="356386"/>
                  </a:lnTo>
                  <a:lnTo>
                    <a:pt x="487762" y="351609"/>
                  </a:lnTo>
                  <a:lnTo>
                    <a:pt x="482029" y="345876"/>
                  </a:lnTo>
                  <a:lnTo>
                    <a:pt x="480118" y="343965"/>
                  </a:lnTo>
                  <a:lnTo>
                    <a:pt x="477730" y="342532"/>
                  </a:lnTo>
                  <a:lnTo>
                    <a:pt x="474863" y="340143"/>
                  </a:lnTo>
                  <a:lnTo>
                    <a:pt x="467697" y="334411"/>
                  </a:lnTo>
                  <a:lnTo>
                    <a:pt x="463875" y="331544"/>
                  </a:lnTo>
                  <a:lnTo>
                    <a:pt x="460054" y="328678"/>
                  </a:lnTo>
                  <a:lnTo>
                    <a:pt x="456709" y="326767"/>
                  </a:lnTo>
                  <a:lnTo>
                    <a:pt x="453843" y="325812"/>
                  </a:lnTo>
                  <a:lnTo>
                    <a:pt x="452410" y="325334"/>
                  </a:lnTo>
                  <a:lnTo>
                    <a:pt x="450977" y="324378"/>
                  </a:lnTo>
                  <a:lnTo>
                    <a:pt x="450499" y="324378"/>
                  </a:lnTo>
                  <a:lnTo>
                    <a:pt x="450021" y="325334"/>
                  </a:lnTo>
                  <a:lnTo>
                    <a:pt x="450977" y="325812"/>
                  </a:lnTo>
                  <a:lnTo>
                    <a:pt x="452410" y="326289"/>
                  </a:lnTo>
                  <a:lnTo>
                    <a:pt x="453365" y="326289"/>
                  </a:lnTo>
                  <a:lnTo>
                    <a:pt x="454798" y="326767"/>
                  </a:lnTo>
                  <a:lnTo>
                    <a:pt x="457665" y="328678"/>
                  </a:lnTo>
                  <a:lnTo>
                    <a:pt x="458620" y="329156"/>
                  </a:lnTo>
                  <a:lnTo>
                    <a:pt x="449066" y="326289"/>
                  </a:lnTo>
                  <a:lnTo>
                    <a:pt x="445244" y="325812"/>
                  </a:lnTo>
                  <a:lnTo>
                    <a:pt x="444766" y="325334"/>
                  </a:lnTo>
                  <a:lnTo>
                    <a:pt x="446677" y="323901"/>
                  </a:lnTo>
                  <a:lnTo>
                    <a:pt x="446199" y="322945"/>
                  </a:lnTo>
                  <a:lnTo>
                    <a:pt x="445722" y="322945"/>
                  </a:lnTo>
                  <a:lnTo>
                    <a:pt x="443333" y="324378"/>
                  </a:lnTo>
                  <a:lnTo>
                    <a:pt x="442855" y="324378"/>
                  </a:lnTo>
                  <a:lnTo>
                    <a:pt x="442377" y="323423"/>
                  </a:lnTo>
                  <a:lnTo>
                    <a:pt x="442855" y="322945"/>
                  </a:lnTo>
                  <a:lnTo>
                    <a:pt x="441422" y="321990"/>
                  </a:lnTo>
                  <a:lnTo>
                    <a:pt x="440466" y="321990"/>
                  </a:lnTo>
                  <a:lnTo>
                    <a:pt x="439989" y="322467"/>
                  </a:lnTo>
                  <a:lnTo>
                    <a:pt x="438078" y="323901"/>
                  </a:lnTo>
                  <a:lnTo>
                    <a:pt x="438078" y="324378"/>
                  </a:lnTo>
                  <a:lnTo>
                    <a:pt x="441422" y="324856"/>
                  </a:lnTo>
                  <a:lnTo>
                    <a:pt x="442855" y="325334"/>
                  </a:lnTo>
                  <a:lnTo>
                    <a:pt x="442377" y="325812"/>
                  </a:lnTo>
                  <a:lnTo>
                    <a:pt x="439511" y="325812"/>
                  </a:lnTo>
                  <a:lnTo>
                    <a:pt x="435689" y="326289"/>
                  </a:lnTo>
                  <a:lnTo>
                    <a:pt x="429479" y="330111"/>
                  </a:lnTo>
                  <a:lnTo>
                    <a:pt x="423268" y="331544"/>
                  </a:lnTo>
                  <a:lnTo>
                    <a:pt x="414669" y="335366"/>
                  </a:lnTo>
                  <a:lnTo>
                    <a:pt x="410847" y="335366"/>
                  </a:lnTo>
                  <a:lnTo>
                    <a:pt x="408459" y="336322"/>
                  </a:lnTo>
                  <a:lnTo>
                    <a:pt x="402726" y="334889"/>
                  </a:lnTo>
                  <a:lnTo>
                    <a:pt x="395082" y="331544"/>
                  </a:lnTo>
                  <a:lnTo>
                    <a:pt x="384094" y="330111"/>
                  </a:lnTo>
                  <a:lnTo>
                    <a:pt x="376451" y="325812"/>
                  </a:lnTo>
                  <a:lnTo>
                    <a:pt x="368807" y="323901"/>
                  </a:lnTo>
                  <a:lnTo>
                    <a:pt x="364030" y="319601"/>
                  </a:lnTo>
                  <a:lnTo>
                    <a:pt x="361163" y="319601"/>
                  </a:lnTo>
                  <a:lnTo>
                    <a:pt x="359253" y="318646"/>
                  </a:lnTo>
                  <a:lnTo>
                    <a:pt x="352564" y="317212"/>
                  </a:lnTo>
                  <a:lnTo>
                    <a:pt x="345398" y="316257"/>
                  </a:lnTo>
                  <a:lnTo>
                    <a:pt x="339188" y="312435"/>
                  </a:lnTo>
                  <a:lnTo>
                    <a:pt x="334411" y="311002"/>
                  </a:lnTo>
                  <a:lnTo>
                    <a:pt x="331067" y="309569"/>
                  </a:lnTo>
                  <a:lnTo>
                    <a:pt x="322467" y="307180"/>
                  </a:lnTo>
                  <a:lnTo>
                    <a:pt x="319601" y="305747"/>
                  </a:lnTo>
                  <a:lnTo>
                    <a:pt x="316735" y="303358"/>
                  </a:lnTo>
                  <a:lnTo>
                    <a:pt x="311957" y="300970"/>
                  </a:lnTo>
                  <a:lnTo>
                    <a:pt x="310046" y="299059"/>
                  </a:lnTo>
                  <a:lnTo>
                    <a:pt x="307658" y="298581"/>
                  </a:lnTo>
                  <a:lnTo>
                    <a:pt x="304314" y="294759"/>
                  </a:lnTo>
                  <a:lnTo>
                    <a:pt x="302880" y="293326"/>
                  </a:lnTo>
                  <a:lnTo>
                    <a:pt x="301447" y="292848"/>
                  </a:lnTo>
                  <a:lnTo>
                    <a:pt x="300014" y="292370"/>
                  </a:lnTo>
                  <a:lnTo>
                    <a:pt x="295715" y="292848"/>
                  </a:lnTo>
                  <a:lnTo>
                    <a:pt x="289026" y="290937"/>
                  </a:lnTo>
                  <a:lnTo>
                    <a:pt x="285682" y="290460"/>
                  </a:lnTo>
                  <a:lnTo>
                    <a:pt x="279472" y="288071"/>
                  </a:lnTo>
                  <a:lnTo>
                    <a:pt x="271350" y="285682"/>
                  </a:lnTo>
                  <a:lnTo>
                    <a:pt x="268484" y="282816"/>
                  </a:lnTo>
                  <a:lnTo>
                    <a:pt x="266095" y="279950"/>
                  </a:lnTo>
                  <a:lnTo>
                    <a:pt x="261796" y="276128"/>
                  </a:lnTo>
                  <a:lnTo>
                    <a:pt x="259407" y="274694"/>
                  </a:lnTo>
                  <a:lnTo>
                    <a:pt x="254630" y="272784"/>
                  </a:lnTo>
                  <a:lnTo>
                    <a:pt x="252241" y="270873"/>
                  </a:lnTo>
                  <a:lnTo>
                    <a:pt x="247942" y="269917"/>
                  </a:lnTo>
                  <a:lnTo>
                    <a:pt x="241253" y="267051"/>
                  </a:lnTo>
                  <a:lnTo>
                    <a:pt x="239342" y="264185"/>
                  </a:lnTo>
                  <a:lnTo>
                    <a:pt x="238387" y="261796"/>
                  </a:lnTo>
                  <a:lnTo>
                    <a:pt x="234565" y="259407"/>
                  </a:lnTo>
                  <a:lnTo>
                    <a:pt x="230743" y="254152"/>
                  </a:lnTo>
                  <a:lnTo>
                    <a:pt x="229788" y="252241"/>
                  </a:lnTo>
                  <a:lnTo>
                    <a:pt x="228832" y="249375"/>
                  </a:lnTo>
                  <a:lnTo>
                    <a:pt x="227877" y="247464"/>
                  </a:lnTo>
                  <a:lnTo>
                    <a:pt x="226921" y="246031"/>
                  </a:lnTo>
                  <a:lnTo>
                    <a:pt x="227399" y="245075"/>
                  </a:lnTo>
                  <a:lnTo>
                    <a:pt x="229788" y="244120"/>
                  </a:lnTo>
                  <a:lnTo>
                    <a:pt x="232654" y="243642"/>
                  </a:lnTo>
                  <a:lnTo>
                    <a:pt x="235043" y="242209"/>
                  </a:lnTo>
                  <a:lnTo>
                    <a:pt x="235521" y="241253"/>
                  </a:lnTo>
                  <a:lnTo>
                    <a:pt x="235521" y="240776"/>
                  </a:lnTo>
                  <a:lnTo>
                    <a:pt x="233610" y="238865"/>
                  </a:lnTo>
                  <a:lnTo>
                    <a:pt x="232177" y="238865"/>
                  </a:lnTo>
                  <a:lnTo>
                    <a:pt x="230743" y="238387"/>
                  </a:lnTo>
                  <a:lnTo>
                    <a:pt x="230266" y="237910"/>
                  </a:lnTo>
                  <a:lnTo>
                    <a:pt x="231221" y="237432"/>
                  </a:lnTo>
                  <a:lnTo>
                    <a:pt x="232654" y="235521"/>
                  </a:lnTo>
                  <a:lnTo>
                    <a:pt x="234087" y="233610"/>
                  </a:lnTo>
                  <a:lnTo>
                    <a:pt x="235521" y="232177"/>
                  </a:lnTo>
                  <a:lnTo>
                    <a:pt x="235998" y="229310"/>
                  </a:lnTo>
                  <a:lnTo>
                    <a:pt x="235521" y="226921"/>
                  </a:lnTo>
                  <a:lnTo>
                    <a:pt x="235998" y="224533"/>
                  </a:lnTo>
                  <a:lnTo>
                    <a:pt x="231699" y="222144"/>
                  </a:lnTo>
                  <a:lnTo>
                    <a:pt x="231221" y="221189"/>
                  </a:lnTo>
                  <a:lnTo>
                    <a:pt x="229788" y="218322"/>
                  </a:lnTo>
                  <a:lnTo>
                    <a:pt x="227399" y="214978"/>
                  </a:lnTo>
                  <a:lnTo>
                    <a:pt x="227399" y="208290"/>
                  </a:lnTo>
                  <a:lnTo>
                    <a:pt x="224533" y="202557"/>
                  </a:lnTo>
                  <a:lnTo>
                    <a:pt x="221666" y="199691"/>
                  </a:lnTo>
                  <a:lnTo>
                    <a:pt x="220233" y="198736"/>
                  </a:lnTo>
                  <a:lnTo>
                    <a:pt x="215934" y="193958"/>
                  </a:lnTo>
                  <a:lnTo>
                    <a:pt x="212590" y="191570"/>
                  </a:lnTo>
                  <a:lnTo>
                    <a:pt x="209246" y="186314"/>
                  </a:lnTo>
                  <a:lnTo>
                    <a:pt x="205901" y="182971"/>
                  </a:lnTo>
                  <a:lnTo>
                    <a:pt x="202080" y="177715"/>
                  </a:lnTo>
                  <a:lnTo>
                    <a:pt x="198735" y="175327"/>
                  </a:lnTo>
                  <a:lnTo>
                    <a:pt x="185359" y="166250"/>
                  </a:lnTo>
                  <a:lnTo>
                    <a:pt x="186314" y="166250"/>
                  </a:lnTo>
                  <a:lnTo>
                    <a:pt x="190136" y="168161"/>
                  </a:lnTo>
                  <a:lnTo>
                    <a:pt x="190614" y="168161"/>
                  </a:lnTo>
                  <a:lnTo>
                    <a:pt x="191092" y="167205"/>
                  </a:lnTo>
                  <a:lnTo>
                    <a:pt x="190614" y="165772"/>
                  </a:lnTo>
                  <a:lnTo>
                    <a:pt x="189659" y="165295"/>
                  </a:lnTo>
                  <a:lnTo>
                    <a:pt x="188703" y="165772"/>
                  </a:lnTo>
                  <a:lnTo>
                    <a:pt x="187270" y="165295"/>
                  </a:lnTo>
                  <a:lnTo>
                    <a:pt x="186314" y="165295"/>
                  </a:lnTo>
                  <a:lnTo>
                    <a:pt x="184404" y="164817"/>
                  </a:lnTo>
                  <a:lnTo>
                    <a:pt x="181537" y="163384"/>
                  </a:lnTo>
                  <a:lnTo>
                    <a:pt x="180582" y="161950"/>
                  </a:lnTo>
                  <a:lnTo>
                    <a:pt x="180582" y="160039"/>
                  </a:lnTo>
                  <a:lnTo>
                    <a:pt x="176760" y="156218"/>
                  </a:lnTo>
                  <a:lnTo>
                    <a:pt x="175327" y="153829"/>
                  </a:lnTo>
                  <a:lnTo>
                    <a:pt x="175805" y="154307"/>
                  </a:lnTo>
                  <a:lnTo>
                    <a:pt x="176760" y="154784"/>
                  </a:lnTo>
                  <a:lnTo>
                    <a:pt x="178193" y="155262"/>
                  </a:lnTo>
                  <a:lnTo>
                    <a:pt x="179149" y="155262"/>
                  </a:lnTo>
                  <a:lnTo>
                    <a:pt x="180104" y="154784"/>
                  </a:lnTo>
                  <a:lnTo>
                    <a:pt x="179626" y="154307"/>
                  </a:lnTo>
                  <a:lnTo>
                    <a:pt x="179149" y="153829"/>
                  </a:lnTo>
                  <a:lnTo>
                    <a:pt x="173416" y="151918"/>
                  </a:lnTo>
                  <a:lnTo>
                    <a:pt x="171505" y="150485"/>
                  </a:lnTo>
                  <a:lnTo>
                    <a:pt x="167205" y="148096"/>
                  </a:lnTo>
                  <a:lnTo>
                    <a:pt x="165772" y="147141"/>
                  </a:lnTo>
                  <a:lnTo>
                    <a:pt x="165294" y="144752"/>
                  </a:lnTo>
                  <a:lnTo>
                    <a:pt x="163861" y="144752"/>
                  </a:lnTo>
                  <a:lnTo>
                    <a:pt x="162906" y="145230"/>
                  </a:lnTo>
                  <a:lnTo>
                    <a:pt x="160517" y="146185"/>
                  </a:lnTo>
                  <a:lnTo>
                    <a:pt x="159562" y="145230"/>
                  </a:lnTo>
                  <a:lnTo>
                    <a:pt x="159562" y="144752"/>
                  </a:lnTo>
                  <a:lnTo>
                    <a:pt x="161473" y="143797"/>
                  </a:lnTo>
                  <a:lnTo>
                    <a:pt x="163384" y="141886"/>
                  </a:lnTo>
                  <a:lnTo>
                    <a:pt x="163384" y="140930"/>
                  </a:lnTo>
                  <a:lnTo>
                    <a:pt x="162428" y="141886"/>
                  </a:lnTo>
                  <a:lnTo>
                    <a:pt x="160995" y="142841"/>
                  </a:lnTo>
                  <a:lnTo>
                    <a:pt x="159084" y="143319"/>
                  </a:lnTo>
                  <a:lnTo>
                    <a:pt x="157173" y="143797"/>
                  </a:lnTo>
                  <a:lnTo>
                    <a:pt x="155740" y="143319"/>
                  </a:lnTo>
                  <a:lnTo>
                    <a:pt x="154784" y="142841"/>
                  </a:lnTo>
                  <a:lnTo>
                    <a:pt x="153351" y="140930"/>
                  </a:lnTo>
                  <a:lnTo>
                    <a:pt x="152396" y="134720"/>
                  </a:lnTo>
                  <a:lnTo>
                    <a:pt x="153829" y="132809"/>
                  </a:lnTo>
                  <a:lnTo>
                    <a:pt x="155740" y="130420"/>
                  </a:lnTo>
                  <a:lnTo>
                    <a:pt x="157173" y="129465"/>
                  </a:lnTo>
                  <a:lnTo>
                    <a:pt x="157651" y="130420"/>
                  </a:lnTo>
                  <a:lnTo>
                    <a:pt x="158606" y="130420"/>
                  </a:lnTo>
                  <a:lnTo>
                    <a:pt x="158128" y="129465"/>
                  </a:lnTo>
                  <a:lnTo>
                    <a:pt x="156695" y="128509"/>
                  </a:lnTo>
                  <a:lnTo>
                    <a:pt x="156218" y="127554"/>
                  </a:lnTo>
                  <a:lnTo>
                    <a:pt x="156218" y="126598"/>
                  </a:lnTo>
                  <a:lnTo>
                    <a:pt x="155262" y="124688"/>
                  </a:lnTo>
                  <a:lnTo>
                    <a:pt x="151440" y="121343"/>
                  </a:lnTo>
                  <a:lnTo>
                    <a:pt x="147618" y="121343"/>
                  </a:lnTo>
                  <a:lnTo>
                    <a:pt x="146185" y="121343"/>
                  </a:lnTo>
                  <a:lnTo>
                    <a:pt x="144752" y="119910"/>
                  </a:lnTo>
                  <a:lnTo>
                    <a:pt x="143319" y="117522"/>
                  </a:lnTo>
                  <a:lnTo>
                    <a:pt x="142841" y="115611"/>
                  </a:lnTo>
                  <a:lnTo>
                    <a:pt x="142841" y="114655"/>
                  </a:lnTo>
                  <a:lnTo>
                    <a:pt x="142363" y="113700"/>
                  </a:lnTo>
                  <a:lnTo>
                    <a:pt x="135675" y="112266"/>
                  </a:lnTo>
                  <a:lnTo>
                    <a:pt x="133764" y="110356"/>
                  </a:lnTo>
                  <a:lnTo>
                    <a:pt x="131853" y="108923"/>
                  </a:lnTo>
                  <a:lnTo>
                    <a:pt x="130898" y="107489"/>
                  </a:lnTo>
                  <a:lnTo>
                    <a:pt x="129942" y="106056"/>
                  </a:lnTo>
                  <a:lnTo>
                    <a:pt x="129465" y="104145"/>
                  </a:lnTo>
                  <a:lnTo>
                    <a:pt x="128987" y="102234"/>
                  </a:lnTo>
                  <a:lnTo>
                    <a:pt x="129465" y="99368"/>
                  </a:lnTo>
                  <a:lnTo>
                    <a:pt x="130420" y="97935"/>
                  </a:lnTo>
                  <a:lnTo>
                    <a:pt x="126121" y="96501"/>
                  </a:lnTo>
                  <a:lnTo>
                    <a:pt x="124210" y="96501"/>
                  </a:lnTo>
                  <a:lnTo>
                    <a:pt x="122777" y="97457"/>
                  </a:lnTo>
                  <a:lnTo>
                    <a:pt x="121821" y="96501"/>
                  </a:lnTo>
                  <a:lnTo>
                    <a:pt x="118955" y="95546"/>
                  </a:lnTo>
                  <a:lnTo>
                    <a:pt x="115611" y="92680"/>
                  </a:lnTo>
                  <a:lnTo>
                    <a:pt x="111789" y="86947"/>
                  </a:lnTo>
                  <a:lnTo>
                    <a:pt x="107967" y="85514"/>
                  </a:lnTo>
                  <a:lnTo>
                    <a:pt x="106534" y="83125"/>
                  </a:lnTo>
                  <a:lnTo>
                    <a:pt x="104623" y="81692"/>
                  </a:lnTo>
                  <a:lnTo>
                    <a:pt x="103190" y="79303"/>
                  </a:lnTo>
                  <a:lnTo>
                    <a:pt x="103190" y="78348"/>
                  </a:lnTo>
                  <a:lnTo>
                    <a:pt x="102712" y="77870"/>
                  </a:lnTo>
                  <a:lnTo>
                    <a:pt x="100801" y="76437"/>
                  </a:lnTo>
                  <a:lnTo>
                    <a:pt x="98412" y="74048"/>
                  </a:lnTo>
                  <a:lnTo>
                    <a:pt x="97457" y="72137"/>
                  </a:lnTo>
                  <a:lnTo>
                    <a:pt x="96979" y="68793"/>
                  </a:lnTo>
                  <a:lnTo>
                    <a:pt x="95546" y="67838"/>
                  </a:lnTo>
                  <a:lnTo>
                    <a:pt x="94113" y="67360"/>
                  </a:lnTo>
                  <a:lnTo>
                    <a:pt x="93635" y="65449"/>
                  </a:lnTo>
                  <a:lnTo>
                    <a:pt x="93635" y="64971"/>
                  </a:lnTo>
                  <a:lnTo>
                    <a:pt x="93157" y="63060"/>
                  </a:lnTo>
                  <a:lnTo>
                    <a:pt x="90291" y="59239"/>
                  </a:lnTo>
                  <a:lnTo>
                    <a:pt x="88380" y="56372"/>
                  </a:lnTo>
                  <a:lnTo>
                    <a:pt x="87902" y="55417"/>
                  </a:lnTo>
                  <a:lnTo>
                    <a:pt x="86947" y="53984"/>
                  </a:lnTo>
                  <a:lnTo>
                    <a:pt x="86469" y="51117"/>
                  </a:lnTo>
                  <a:lnTo>
                    <a:pt x="85036" y="47295"/>
                  </a:lnTo>
                  <a:lnTo>
                    <a:pt x="82647" y="42996"/>
                  </a:lnTo>
                  <a:lnTo>
                    <a:pt x="80736" y="40129"/>
                  </a:lnTo>
                  <a:lnTo>
                    <a:pt x="79303" y="36785"/>
                  </a:lnTo>
                  <a:lnTo>
                    <a:pt x="79781" y="33919"/>
                  </a:lnTo>
                  <a:lnTo>
                    <a:pt x="79781" y="32008"/>
                  </a:lnTo>
                  <a:lnTo>
                    <a:pt x="79303" y="31530"/>
                  </a:lnTo>
                  <a:lnTo>
                    <a:pt x="79303" y="31052"/>
                  </a:lnTo>
                  <a:lnTo>
                    <a:pt x="80259" y="31052"/>
                  </a:lnTo>
                  <a:lnTo>
                    <a:pt x="80736" y="30575"/>
                  </a:lnTo>
                  <a:lnTo>
                    <a:pt x="80736" y="28664"/>
                  </a:lnTo>
                  <a:lnTo>
                    <a:pt x="80259" y="28186"/>
                  </a:lnTo>
                  <a:lnTo>
                    <a:pt x="77870" y="27709"/>
                  </a:lnTo>
                  <a:lnTo>
                    <a:pt x="76914" y="27231"/>
                  </a:lnTo>
                  <a:lnTo>
                    <a:pt x="72137" y="26275"/>
                  </a:lnTo>
                  <a:lnTo>
                    <a:pt x="69271" y="25320"/>
                  </a:lnTo>
                  <a:lnTo>
                    <a:pt x="69271" y="22453"/>
                  </a:lnTo>
                  <a:lnTo>
                    <a:pt x="67838" y="21498"/>
                  </a:lnTo>
                  <a:lnTo>
                    <a:pt x="66404" y="20543"/>
                  </a:lnTo>
                  <a:lnTo>
                    <a:pt x="63060" y="19109"/>
                  </a:lnTo>
                  <a:lnTo>
                    <a:pt x="62105" y="20065"/>
                  </a:lnTo>
                  <a:lnTo>
                    <a:pt x="61627" y="21498"/>
                  </a:lnTo>
                  <a:lnTo>
                    <a:pt x="60194" y="21976"/>
                  </a:lnTo>
                  <a:lnTo>
                    <a:pt x="58761" y="21976"/>
                  </a:lnTo>
                  <a:lnTo>
                    <a:pt x="56850" y="21020"/>
                  </a:lnTo>
                  <a:lnTo>
                    <a:pt x="51117" y="17198"/>
                  </a:lnTo>
                  <a:lnTo>
                    <a:pt x="49684" y="16243"/>
                  </a:lnTo>
                  <a:lnTo>
                    <a:pt x="48251" y="16243"/>
                  </a:lnTo>
                  <a:lnTo>
                    <a:pt x="47295" y="15287"/>
                  </a:lnTo>
                  <a:lnTo>
                    <a:pt x="43473" y="13377"/>
                  </a:lnTo>
                  <a:lnTo>
                    <a:pt x="43951" y="14332"/>
                  </a:lnTo>
                  <a:lnTo>
                    <a:pt x="45384" y="15765"/>
                  </a:lnTo>
                  <a:lnTo>
                    <a:pt x="46340" y="18632"/>
                  </a:lnTo>
                  <a:lnTo>
                    <a:pt x="44907" y="21020"/>
                  </a:lnTo>
                  <a:lnTo>
                    <a:pt x="44429" y="29142"/>
                  </a:lnTo>
                  <a:lnTo>
                    <a:pt x="44907" y="31052"/>
                  </a:lnTo>
                  <a:lnTo>
                    <a:pt x="46818" y="33441"/>
                  </a:lnTo>
                  <a:lnTo>
                    <a:pt x="47773" y="37741"/>
                  </a:lnTo>
                  <a:lnTo>
                    <a:pt x="48251" y="40607"/>
                  </a:lnTo>
                  <a:lnTo>
                    <a:pt x="49206" y="42996"/>
                  </a:lnTo>
                  <a:lnTo>
                    <a:pt x="48728" y="48728"/>
                  </a:lnTo>
                  <a:lnTo>
                    <a:pt x="49206" y="50162"/>
                  </a:lnTo>
                  <a:lnTo>
                    <a:pt x="51117" y="53028"/>
                  </a:lnTo>
                  <a:lnTo>
                    <a:pt x="53984" y="55894"/>
                  </a:lnTo>
                  <a:lnTo>
                    <a:pt x="54461" y="57328"/>
                  </a:lnTo>
                  <a:lnTo>
                    <a:pt x="58283" y="59239"/>
                  </a:lnTo>
                  <a:lnTo>
                    <a:pt x="60672" y="61627"/>
                  </a:lnTo>
                  <a:lnTo>
                    <a:pt x="65449" y="65449"/>
                  </a:lnTo>
                  <a:lnTo>
                    <a:pt x="66404" y="66882"/>
                  </a:lnTo>
                  <a:lnTo>
                    <a:pt x="70704" y="72137"/>
                  </a:lnTo>
                  <a:lnTo>
                    <a:pt x="71182" y="74048"/>
                  </a:lnTo>
                  <a:lnTo>
                    <a:pt x="71659" y="75959"/>
                  </a:lnTo>
                  <a:lnTo>
                    <a:pt x="74048" y="75481"/>
                  </a:lnTo>
                  <a:lnTo>
                    <a:pt x="75004" y="76915"/>
                  </a:lnTo>
                  <a:lnTo>
                    <a:pt x="75004" y="77870"/>
                  </a:lnTo>
                  <a:lnTo>
                    <a:pt x="75481" y="78348"/>
                  </a:lnTo>
                  <a:lnTo>
                    <a:pt x="76437" y="78348"/>
                  </a:lnTo>
                  <a:lnTo>
                    <a:pt x="77392" y="78348"/>
                  </a:lnTo>
                  <a:lnTo>
                    <a:pt x="79781" y="84558"/>
                  </a:lnTo>
                  <a:lnTo>
                    <a:pt x="81214" y="85036"/>
                  </a:lnTo>
                  <a:lnTo>
                    <a:pt x="82647" y="85514"/>
                  </a:lnTo>
                  <a:lnTo>
                    <a:pt x="84080" y="86469"/>
                  </a:lnTo>
                  <a:lnTo>
                    <a:pt x="84080" y="87902"/>
                  </a:lnTo>
                  <a:lnTo>
                    <a:pt x="84080" y="88858"/>
                  </a:lnTo>
                  <a:lnTo>
                    <a:pt x="85514" y="90769"/>
                  </a:lnTo>
                  <a:lnTo>
                    <a:pt x="85514" y="93157"/>
                  </a:lnTo>
                  <a:lnTo>
                    <a:pt x="86469" y="95068"/>
                  </a:lnTo>
                  <a:lnTo>
                    <a:pt x="86469" y="96979"/>
                  </a:lnTo>
                  <a:lnTo>
                    <a:pt x="86947" y="98412"/>
                  </a:lnTo>
                  <a:lnTo>
                    <a:pt x="90291" y="101757"/>
                  </a:lnTo>
                  <a:lnTo>
                    <a:pt x="95068" y="104623"/>
                  </a:lnTo>
                  <a:lnTo>
                    <a:pt x="96024" y="108445"/>
                  </a:lnTo>
                  <a:lnTo>
                    <a:pt x="97457" y="111789"/>
                  </a:lnTo>
                  <a:lnTo>
                    <a:pt x="99368" y="112266"/>
                  </a:lnTo>
                  <a:lnTo>
                    <a:pt x="101279" y="113700"/>
                  </a:lnTo>
                  <a:lnTo>
                    <a:pt x="101279" y="115133"/>
                  </a:lnTo>
                  <a:lnTo>
                    <a:pt x="101279" y="116088"/>
                  </a:lnTo>
                  <a:lnTo>
                    <a:pt x="103667" y="118477"/>
                  </a:lnTo>
                  <a:lnTo>
                    <a:pt x="104145" y="121821"/>
                  </a:lnTo>
                  <a:lnTo>
                    <a:pt x="106534" y="124210"/>
                  </a:lnTo>
                  <a:lnTo>
                    <a:pt x="107011" y="124210"/>
                  </a:lnTo>
                  <a:lnTo>
                    <a:pt x="107489" y="123732"/>
                  </a:lnTo>
                  <a:lnTo>
                    <a:pt x="106056" y="121821"/>
                  </a:lnTo>
                  <a:lnTo>
                    <a:pt x="105100" y="120388"/>
                  </a:lnTo>
                  <a:lnTo>
                    <a:pt x="105100" y="117999"/>
                  </a:lnTo>
                  <a:lnTo>
                    <a:pt x="105578" y="117999"/>
                  </a:lnTo>
                  <a:lnTo>
                    <a:pt x="109878" y="121343"/>
                  </a:lnTo>
                  <a:lnTo>
                    <a:pt x="110356" y="123732"/>
                  </a:lnTo>
                  <a:lnTo>
                    <a:pt x="111789" y="125165"/>
                  </a:lnTo>
                  <a:lnTo>
                    <a:pt x="112266" y="127554"/>
                  </a:lnTo>
                  <a:lnTo>
                    <a:pt x="112744" y="128509"/>
                  </a:lnTo>
                  <a:lnTo>
                    <a:pt x="113222" y="130420"/>
                  </a:lnTo>
                  <a:lnTo>
                    <a:pt x="114655" y="133287"/>
                  </a:lnTo>
                  <a:lnTo>
                    <a:pt x="114655" y="137108"/>
                  </a:lnTo>
                  <a:lnTo>
                    <a:pt x="115611" y="139975"/>
                  </a:lnTo>
                  <a:lnTo>
                    <a:pt x="118477" y="144274"/>
                  </a:lnTo>
                  <a:lnTo>
                    <a:pt x="120866" y="145230"/>
                  </a:lnTo>
                  <a:lnTo>
                    <a:pt x="120866" y="147141"/>
                  </a:lnTo>
                  <a:lnTo>
                    <a:pt x="123254" y="152873"/>
                  </a:lnTo>
                  <a:lnTo>
                    <a:pt x="126121" y="155740"/>
                  </a:lnTo>
                  <a:lnTo>
                    <a:pt x="127554" y="158129"/>
                  </a:lnTo>
                  <a:lnTo>
                    <a:pt x="127554" y="160039"/>
                  </a:lnTo>
                  <a:lnTo>
                    <a:pt x="126598" y="161950"/>
                  </a:lnTo>
                  <a:lnTo>
                    <a:pt x="126598" y="163861"/>
                  </a:lnTo>
                  <a:lnTo>
                    <a:pt x="128032" y="168639"/>
                  </a:lnTo>
                  <a:lnTo>
                    <a:pt x="130420" y="171027"/>
                  </a:lnTo>
                  <a:lnTo>
                    <a:pt x="132809" y="171983"/>
                  </a:lnTo>
                  <a:lnTo>
                    <a:pt x="133286" y="171983"/>
                  </a:lnTo>
                  <a:lnTo>
                    <a:pt x="132809" y="172938"/>
                  </a:lnTo>
                  <a:lnTo>
                    <a:pt x="133764" y="173416"/>
                  </a:lnTo>
                  <a:lnTo>
                    <a:pt x="134720" y="172938"/>
                  </a:lnTo>
                  <a:lnTo>
                    <a:pt x="135198" y="171505"/>
                  </a:lnTo>
                  <a:lnTo>
                    <a:pt x="134720" y="170549"/>
                  </a:lnTo>
                  <a:lnTo>
                    <a:pt x="134720" y="169594"/>
                  </a:lnTo>
                  <a:lnTo>
                    <a:pt x="135198" y="168639"/>
                  </a:lnTo>
                  <a:lnTo>
                    <a:pt x="136153" y="168639"/>
                  </a:lnTo>
                  <a:lnTo>
                    <a:pt x="140452" y="171983"/>
                  </a:lnTo>
                  <a:lnTo>
                    <a:pt x="141408" y="173416"/>
                  </a:lnTo>
                  <a:lnTo>
                    <a:pt x="143319" y="174849"/>
                  </a:lnTo>
                  <a:lnTo>
                    <a:pt x="144752" y="176760"/>
                  </a:lnTo>
                  <a:lnTo>
                    <a:pt x="145707" y="178193"/>
                  </a:lnTo>
                  <a:lnTo>
                    <a:pt x="146663" y="179626"/>
                  </a:lnTo>
                  <a:lnTo>
                    <a:pt x="147618" y="182015"/>
                  </a:lnTo>
                  <a:lnTo>
                    <a:pt x="150963" y="183448"/>
                  </a:lnTo>
                  <a:lnTo>
                    <a:pt x="152396" y="185837"/>
                  </a:lnTo>
                  <a:lnTo>
                    <a:pt x="152873" y="187270"/>
                  </a:lnTo>
                  <a:lnTo>
                    <a:pt x="151918" y="191092"/>
                  </a:lnTo>
                  <a:lnTo>
                    <a:pt x="150963" y="192047"/>
                  </a:lnTo>
                  <a:lnTo>
                    <a:pt x="148574" y="193480"/>
                  </a:lnTo>
                  <a:lnTo>
                    <a:pt x="146663" y="195391"/>
                  </a:lnTo>
                  <a:lnTo>
                    <a:pt x="144752" y="196825"/>
                  </a:lnTo>
                  <a:lnTo>
                    <a:pt x="142841" y="197303"/>
                  </a:lnTo>
                  <a:lnTo>
                    <a:pt x="140930" y="197303"/>
                  </a:lnTo>
                  <a:lnTo>
                    <a:pt x="139497" y="195391"/>
                  </a:lnTo>
                  <a:lnTo>
                    <a:pt x="137586" y="188703"/>
                  </a:lnTo>
                  <a:lnTo>
                    <a:pt x="136153" y="187270"/>
                  </a:lnTo>
                  <a:lnTo>
                    <a:pt x="135198" y="184881"/>
                  </a:lnTo>
                  <a:lnTo>
                    <a:pt x="133764" y="183448"/>
                  </a:lnTo>
                  <a:lnTo>
                    <a:pt x="128509" y="180582"/>
                  </a:lnTo>
                  <a:lnTo>
                    <a:pt x="126121" y="178193"/>
                  </a:lnTo>
                  <a:lnTo>
                    <a:pt x="123254" y="176282"/>
                  </a:lnTo>
                  <a:lnTo>
                    <a:pt x="120388" y="173416"/>
                  </a:lnTo>
                  <a:lnTo>
                    <a:pt x="112744" y="169116"/>
                  </a:lnTo>
                  <a:lnTo>
                    <a:pt x="109878" y="166728"/>
                  </a:lnTo>
                  <a:lnTo>
                    <a:pt x="107967" y="164339"/>
                  </a:lnTo>
                  <a:lnTo>
                    <a:pt x="106534" y="164339"/>
                  </a:lnTo>
                  <a:lnTo>
                    <a:pt x="105578" y="164817"/>
                  </a:lnTo>
                  <a:lnTo>
                    <a:pt x="105100" y="164339"/>
                  </a:lnTo>
                  <a:lnTo>
                    <a:pt x="105100" y="162906"/>
                  </a:lnTo>
                  <a:lnTo>
                    <a:pt x="104623" y="162428"/>
                  </a:lnTo>
                  <a:lnTo>
                    <a:pt x="99845" y="158606"/>
                  </a:lnTo>
                  <a:lnTo>
                    <a:pt x="98890" y="156695"/>
                  </a:lnTo>
                  <a:lnTo>
                    <a:pt x="98890" y="154784"/>
                  </a:lnTo>
                  <a:lnTo>
                    <a:pt x="99845" y="149052"/>
                  </a:lnTo>
                  <a:lnTo>
                    <a:pt x="100323" y="145707"/>
                  </a:lnTo>
                  <a:lnTo>
                    <a:pt x="100323" y="144274"/>
                  </a:lnTo>
                  <a:lnTo>
                    <a:pt x="99368" y="143797"/>
                  </a:lnTo>
                  <a:lnTo>
                    <a:pt x="99368" y="142841"/>
                  </a:lnTo>
                  <a:lnTo>
                    <a:pt x="98890" y="140453"/>
                  </a:lnTo>
                  <a:lnTo>
                    <a:pt x="97935" y="137586"/>
                  </a:lnTo>
                  <a:lnTo>
                    <a:pt x="94113" y="131376"/>
                  </a:lnTo>
                  <a:lnTo>
                    <a:pt x="91246" y="129942"/>
                  </a:lnTo>
                  <a:lnTo>
                    <a:pt x="88380" y="128987"/>
                  </a:lnTo>
                  <a:lnTo>
                    <a:pt x="81214" y="123732"/>
                  </a:lnTo>
                  <a:lnTo>
                    <a:pt x="79303" y="120866"/>
                  </a:lnTo>
                  <a:lnTo>
                    <a:pt x="78825" y="119432"/>
                  </a:lnTo>
                  <a:lnTo>
                    <a:pt x="78348" y="116566"/>
                  </a:lnTo>
                  <a:lnTo>
                    <a:pt x="77392" y="117999"/>
                  </a:lnTo>
                  <a:lnTo>
                    <a:pt x="76437" y="119432"/>
                  </a:lnTo>
                  <a:lnTo>
                    <a:pt x="73093" y="119432"/>
                  </a:lnTo>
                  <a:lnTo>
                    <a:pt x="69749" y="120866"/>
                  </a:lnTo>
                  <a:lnTo>
                    <a:pt x="67838" y="119432"/>
                  </a:lnTo>
                  <a:lnTo>
                    <a:pt x="66404" y="117999"/>
                  </a:lnTo>
                  <a:lnTo>
                    <a:pt x="64971" y="116088"/>
                  </a:lnTo>
                  <a:lnTo>
                    <a:pt x="63060" y="115611"/>
                  </a:lnTo>
                  <a:lnTo>
                    <a:pt x="62105" y="115611"/>
                  </a:lnTo>
                  <a:lnTo>
                    <a:pt x="59716" y="113222"/>
                  </a:lnTo>
                  <a:lnTo>
                    <a:pt x="57805" y="112266"/>
                  </a:lnTo>
                  <a:lnTo>
                    <a:pt x="55417" y="112266"/>
                  </a:lnTo>
                  <a:lnTo>
                    <a:pt x="53028" y="110833"/>
                  </a:lnTo>
                  <a:lnTo>
                    <a:pt x="52072" y="109400"/>
                  </a:lnTo>
                  <a:lnTo>
                    <a:pt x="52072" y="107489"/>
                  </a:lnTo>
                  <a:lnTo>
                    <a:pt x="51117" y="106534"/>
                  </a:lnTo>
                  <a:lnTo>
                    <a:pt x="47773" y="104623"/>
                  </a:lnTo>
                  <a:lnTo>
                    <a:pt x="44907" y="101757"/>
                  </a:lnTo>
                  <a:lnTo>
                    <a:pt x="42040" y="100323"/>
                  </a:lnTo>
                  <a:lnTo>
                    <a:pt x="41563" y="98890"/>
                  </a:lnTo>
                  <a:lnTo>
                    <a:pt x="41085" y="98412"/>
                  </a:lnTo>
                  <a:lnTo>
                    <a:pt x="45384" y="98412"/>
                  </a:lnTo>
                  <a:lnTo>
                    <a:pt x="50639" y="99368"/>
                  </a:lnTo>
                  <a:lnTo>
                    <a:pt x="53028" y="98890"/>
                  </a:lnTo>
                  <a:lnTo>
                    <a:pt x="54461" y="98412"/>
                  </a:lnTo>
                  <a:lnTo>
                    <a:pt x="55894" y="97457"/>
                  </a:lnTo>
                  <a:lnTo>
                    <a:pt x="55894" y="98412"/>
                  </a:lnTo>
                  <a:lnTo>
                    <a:pt x="55894" y="99368"/>
                  </a:lnTo>
                  <a:lnTo>
                    <a:pt x="57328" y="100801"/>
                  </a:lnTo>
                  <a:lnTo>
                    <a:pt x="59238" y="101757"/>
                  </a:lnTo>
                  <a:lnTo>
                    <a:pt x="60672" y="101757"/>
                  </a:lnTo>
                  <a:lnTo>
                    <a:pt x="59238" y="100323"/>
                  </a:lnTo>
                  <a:lnTo>
                    <a:pt x="58283" y="98412"/>
                  </a:lnTo>
                  <a:lnTo>
                    <a:pt x="58761" y="97457"/>
                  </a:lnTo>
                  <a:lnTo>
                    <a:pt x="58761" y="96501"/>
                  </a:lnTo>
                  <a:lnTo>
                    <a:pt x="56850" y="96979"/>
                  </a:lnTo>
                  <a:lnTo>
                    <a:pt x="56372" y="96501"/>
                  </a:lnTo>
                  <a:lnTo>
                    <a:pt x="58283" y="94591"/>
                  </a:lnTo>
                  <a:lnTo>
                    <a:pt x="60194" y="90291"/>
                  </a:lnTo>
                  <a:lnTo>
                    <a:pt x="60672" y="85991"/>
                  </a:lnTo>
                  <a:lnTo>
                    <a:pt x="58761" y="82647"/>
                  </a:lnTo>
                  <a:lnTo>
                    <a:pt x="55894" y="79781"/>
                  </a:lnTo>
                  <a:lnTo>
                    <a:pt x="48728" y="72615"/>
                  </a:lnTo>
                  <a:lnTo>
                    <a:pt x="44429" y="68316"/>
                  </a:lnTo>
                  <a:lnTo>
                    <a:pt x="43473" y="66882"/>
                  </a:lnTo>
                  <a:lnTo>
                    <a:pt x="42040" y="66405"/>
                  </a:lnTo>
                  <a:lnTo>
                    <a:pt x="38696" y="65449"/>
                  </a:lnTo>
                  <a:lnTo>
                    <a:pt x="35830" y="63538"/>
                  </a:lnTo>
                  <a:lnTo>
                    <a:pt x="30575" y="60194"/>
                  </a:lnTo>
                  <a:lnTo>
                    <a:pt x="28664" y="58761"/>
                  </a:lnTo>
                  <a:lnTo>
                    <a:pt x="27231" y="54939"/>
                  </a:lnTo>
                  <a:lnTo>
                    <a:pt x="25797" y="54461"/>
                  </a:lnTo>
                  <a:lnTo>
                    <a:pt x="26275" y="51595"/>
                  </a:lnTo>
                  <a:lnTo>
                    <a:pt x="25797" y="47295"/>
                  </a:lnTo>
                  <a:lnTo>
                    <a:pt x="24842" y="45862"/>
                  </a:lnTo>
                  <a:lnTo>
                    <a:pt x="22453" y="44907"/>
                  </a:lnTo>
                  <a:lnTo>
                    <a:pt x="21498" y="41563"/>
                  </a:lnTo>
                  <a:lnTo>
                    <a:pt x="21498" y="38696"/>
                  </a:lnTo>
                  <a:lnTo>
                    <a:pt x="21020" y="36785"/>
                  </a:lnTo>
                  <a:lnTo>
                    <a:pt x="16243" y="32963"/>
                  </a:lnTo>
                  <a:lnTo>
                    <a:pt x="16243" y="31530"/>
                  </a:lnTo>
                  <a:lnTo>
                    <a:pt x="16243" y="30097"/>
                  </a:lnTo>
                  <a:lnTo>
                    <a:pt x="15765" y="28186"/>
                  </a:lnTo>
                  <a:lnTo>
                    <a:pt x="12899" y="24842"/>
                  </a:lnTo>
                  <a:lnTo>
                    <a:pt x="10032" y="21976"/>
                  </a:lnTo>
                  <a:lnTo>
                    <a:pt x="9077" y="20543"/>
                  </a:lnTo>
                  <a:lnTo>
                    <a:pt x="9077" y="17676"/>
                  </a:lnTo>
                  <a:lnTo>
                    <a:pt x="7644" y="16721"/>
                  </a:lnTo>
                  <a:lnTo>
                    <a:pt x="8121" y="16721"/>
                  </a:lnTo>
                  <a:lnTo>
                    <a:pt x="9077" y="16721"/>
                  </a:lnTo>
                  <a:lnTo>
                    <a:pt x="9555" y="16721"/>
                  </a:lnTo>
                  <a:lnTo>
                    <a:pt x="10032" y="14332"/>
                  </a:lnTo>
                  <a:lnTo>
                    <a:pt x="5255" y="11466"/>
                  </a:lnTo>
                  <a:lnTo>
                    <a:pt x="3822" y="7166"/>
                  </a:lnTo>
                  <a:lnTo>
                    <a:pt x="1433" y="4777"/>
                  </a:lnTo>
                  <a:lnTo>
                    <a:pt x="956" y="3822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0" name="Freeform 5049">
              <a:extLst>
                <a:ext uri="{FF2B5EF4-FFF2-40B4-BE49-F238E27FC236}">
                  <a16:creationId xmlns:a16="http://schemas.microsoft.com/office/drawing/2014/main" id="{F214BE08-D8AA-81B0-297D-B33742AF3268}"/>
                </a:ext>
              </a:extLst>
            </p:cNvPr>
            <p:cNvSpPr/>
            <p:nvPr/>
          </p:nvSpPr>
          <p:spPr>
            <a:xfrm>
              <a:off x="3607506" y="4127702"/>
              <a:ext cx="1910" cy="1910"/>
            </a:xfrm>
            <a:custGeom>
              <a:avLst/>
              <a:gdLst>
                <a:gd name="csX0" fmla="*/ 1911 w 1910"/>
                <a:gd name="csY0" fmla="*/ 1911 h 1910"/>
                <a:gd name="csX1" fmla="*/ 955 w 1910"/>
                <a:gd name="csY1" fmla="*/ 1911 h 1910"/>
                <a:gd name="csX2" fmla="*/ 0 w 1910"/>
                <a:gd name="csY2" fmla="*/ 955 h 1910"/>
                <a:gd name="csX3" fmla="*/ 0 w 1910"/>
                <a:gd name="csY3" fmla="*/ 0 h 1910"/>
                <a:gd name="csX4" fmla="*/ 0 w 1910"/>
                <a:gd name="csY4" fmla="*/ 0 h 1910"/>
                <a:gd name="csX5" fmla="*/ 1433 w 1910"/>
                <a:gd name="csY5" fmla="*/ 955 h 1910"/>
                <a:gd name="csX6" fmla="*/ 1911 w 1910"/>
                <a:gd name="csY6" fmla="*/ 1433 h 1910"/>
                <a:gd name="csX7" fmla="*/ 1911 w 1910"/>
                <a:gd name="csY7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1910">
                  <a:moveTo>
                    <a:pt x="1911" y="1911"/>
                  </a:moveTo>
                  <a:lnTo>
                    <a:pt x="955" y="1911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955"/>
                  </a:lnTo>
                  <a:lnTo>
                    <a:pt x="1911" y="1433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1" name="Freeform 5050">
              <a:extLst>
                <a:ext uri="{FF2B5EF4-FFF2-40B4-BE49-F238E27FC236}">
                  <a16:creationId xmlns:a16="http://schemas.microsoft.com/office/drawing/2014/main" id="{514C3555-C696-17B5-18F4-72687DF1BD1E}"/>
                </a:ext>
              </a:extLst>
            </p:cNvPr>
            <p:cNvSpPr/>
            <p:nvPr/>
          </p:nvSpPr>
          <p:spPr>
            <a:xfrm>
              <a:off x="3630915" y="4174519"/>
              <a:ext cx="8599" cy="10987"/>
            </a:xfrm>
            <a:custGeom>
              <a:avLst/>
              <a:gdLst>
                <a:gd name="csX0" fmla="*/ 8599 w 8599"/>
                <a:gd name="csY0" fmla="*/ 10510 h 10987"/>
                <a:gd name="csX1" fmla="*/ 8599 w 8599"/>
                <a:gd name="csY1" fmla="*/ 10988 h 10987"/>
                <a:gd name="csX2" fmla="*/ 6688 w 8599"/>
                <a:gd name="csY2" fmla="*/ 9555 h 10987"/>
                <a:gd name="csX3" fmla="*/ 1911 w 8599"/>
                <a:gd name="csY3" fmla="*/ 5255 h 10987"/>
                <a:gd name="csX4" fmla="*/ 478 w 8599"/>
                <a:gd name="csY4" fmla="*/ 3344 h 10987"/>
                <a:gd name="csX5" fmla="*/ 0 w 8599"/>
                <a:gd name="csY5" fmla="*/ 2389 h 10987"/>
                <a:gd name="csX6" fmla="*/ 478 w 8599"/>
                <a:gd name="csY6" fmla="*/ 0 h 10987"/>
                <a:gd name="csX7" fmla="*/ 1911 w 8599"/>
                <a:gd name="csY7" fmla="*/ 0 h 10987"/>
                <a:gd name="csX8" fmla="*/ 3822 w 8599"/>
                <a:gd name="csY8" fmla="*/ 1911 h 10987"/>
                <a:gd name="csX9" fmla="*/ 4300 w 8599"/>
                <a:gd name="csY9" fmla="*/ 3344 h 10987"/>
                <a:gd name="csX10" fmla="*/ 4300 w 8599"/>
                <a:gd name="csY10" fmla="*/ 4777 h 10987"/>
                <a:gd name="csX11" fmla="*/ 8121 w 8599"/>
                <a:gd name="csY11" fmla="*/ 5733 h 10987"/>
                <a:gd name="csX12" fmla="*/ 8599 w 8599"/>
                <a:gd name="csY12" fmla="*/ 9077 h 10987"/>
                <a:gd name="csX13" fmla="*/ 8599 w 8599"/>
                <a:gd name="csY13" fmla="*/ 10510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8599" h="10987">
                  <a:moveTo>
                    <a:pt x="8599" y="10510"/>
                  </a:moveTo>
                  <a:lnTo>
                    <a:pt x="8599" y="10988"/>
                  </a:lnTo>
                  <a:lnTo>
                    <a:pt x="6688" y="9555"/>
                  </a:lnTo>
                  <a:lnTo>
                    <a:pt x="1911" y="5255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3822" y="1911"/>
                  </a:lnTo>
                  <a:lnTo>
                    <a:pt x="4300" y="3344"/>
                  </a:lnTo>
                  <a:lnTo>
                    <a:pt x="4300" y="4777"/>
                  </a:lnTo>
                  <a:lnTo>
                    <a:pt x="8121" y="5733"/>
                  </a:lnTo>
                  <a:lnTo>
                    <a:pt x="8599" y="9077"/>
                  </a:lnTo>
                  <a:lnTo>
                    <a:pt x="8599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2" name="Freeform 5051">
              <a:extLst>
                <a:ext uri="{FF2B5EF4-FFF2-40B4-BE49-F238E27FC236}">
                  <a16:creationId xmlns:a16="http://schemas.microsoft.com/office/drawing/2014/main" id="{0A3DE683-28A8-AFED-6D1C-81B03998FB62}"/>
                </a:ext>
              </a:extLst>
            </p:cNvPr>
            <p:cNvSpPr/>
            <p:nvPr/>
          </p:nvSpPr>
          <p:spPr>
            <a:xfrm>
              <a:off x="3651935" y="4181207"/>
              <a:ext cx="6688" cy="10032"/>
            </a:xfrm>
            <a:custGeom>
              <a:avLst/>
              <a:gdLst>
                <a:gd name="csX0" fmla="*/ 6688 w 6688"/>
                <a:gd name="csY0" fmla="*/ 4777 h 10032"/>
                <a:gd name="csX1" fmla="*/ 5255 w 6688"/>
                <a:gd name="csY1" fmla="*/ 10032 h 10032"/>
                <a:gd name="csX2" fmla="*/ 3822 w 6688"/>
                <a:gd name="csY2" fmla="*/ 9555 h 10032"/>
                <a:gd name="csX3" fmla="*/ 478 w 6688"/>
                <a:gd name="csY3" fmla="*/ 8121 h 10032"/>
                <a:gd name="csX4" fmla="*/ 0 w 6688"/>
                <a:gd name="csY4" fmla="*/ 7166 h 10032"/>
                <a:gd name="csX5" fmla="*/ 1433 w 6688"/>
                <a:gd name="csY5" fmla="*/ 1433 h 10032"/>
                <a:gd name="csX6" fmla="*/ 2389 w 6688"/>
                <a:gd name="csY6" fmla="*/ 956 h 10032"/>
                <a:gd name="csX7" fmla="*/ 5255 w 6688"/>
                <a:gd name="csY7" fmla="*/ 0 h 10032"/>
                <a:gd name="csX8" fmla="*/ 5733 w 6688"/>
                <a:gd name="csY8" fmla="*/ 956 h 10032"/>
                <a:gd name="csX9" fmla="*/ 5733 w 6688"/>
                <a:gd name="csY9" fmla="*/ 2389 h 10032"/>
                <a:gd name="csX10" fmla="*/ 6688 w 6688"/>
                <a:gd name="csY10" fmla="*/ 4777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8" h="10032">
                  <a:moveTo>
                    <a:pt x="6688" y="4777"/>
                  </a:moveTo>
                  <a:lnTo>
                    <a:pt x="5255" y="10032"/>
                  </a:lnTo>
                  <a:lnTo>
                    <a:pt x="3822" y="9555"/>
                  </a:lnTo>
                  <a:lnTo>
                    <a:pt x="478" y="8121"/>
                  </a:lnTo>
                  <a:lnTo>
                    <a:pt x="0" y="7166"/>
                  </a:lnTo>
                  <a:lnTo>
                    <a:pt x="1433" y="1433"/>
                  </a:lnTo>
                  <a:lnTo>
                    <a:pt x="2389" y="956"/>
                  </a:lnTo>
                  <a:lnTo>
                    <a:pt x="5255" y="0"/>
                  </a:lnTo>
                  <a:lnTo>
                    <a:pt x="5733" y="956"/>
                  </a:lnTo>
                  <a:lnTo>
                    <a:pt x="5733" y="2389"/>
                  </a:lnTo>
                  <a:lnTo>
                    <a:pt x="668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3" name="Freeform 5052">
              <a:extLst>
                <a:ext uri="{FF2B5EF4-FFF2-40B4-BE49-F238E27FC236}">
                  <a16:creationId xmlns:a16="http://schemas.microsoft.com/office/drawing/2014/main" id="{5B03E9D4-AB5E-37D7-C6F0-569D33C82978}"/>
                </a:ext>
              </a:extLst>
            </p:cNvPr>
            <p:cNvSpPr/>
            <p:nvPr/>
          </p:nvSpPr>
          <p:spPr>
            <a:xfrm>
              <a:off x="3596041" y="4199361"/>
              <a:ext cx="4299" cy="6688"/>
            </a:xfrm>
            <a:custGeom>
              <a:avLst/>
              <a:gdLst>
                <a:gd name="csX0" fmla="*/ 3822 w 4299"/>
                <a:gd name="csY0" fmla="*/ 6210 h 6688"/>
                <a:gd name="csX1" fmla="*/ 3344 w 4299"/>
                <a:gd name="csY1" fmla="*/ 6688 h 6688"/>
                <a:gd name="csX2" fmla="*/ 0 w 4299"/>
                <a:gd name="csY2" fmla="*/ 5255 h 6688"/>
                <a:gd name="csX3" fmla="*/ 1911 w 4299"/>
                <a:gd name="csY3" fmla="*/ 2866 h 6688"/>
                <a:gd name="csX4" fmla="*/ 1911 w 4299"/>
                <a:gd name="csY4" fmla="*/ 478 h 6688"/>
                <a:gd name="csX5" fmla="*/ 2389 w 4299"/>
                <a:gd name="csY5" fmla="*/ 0 h 6688"/>
                <a:gd name="csX6" fmla="*/ 3344 w 4299"/>
                <a:gd name="csY6" fmla="*/ 955 h 6688"/>
                <a:gd name="csX7" fmla="*/ 4300 w 4299"/>
                <a:gd name="csY7" fmla="*/ 3822 h 6688"/>
                <a:gd name="csX8" fmla="*/ 3822 w 4299"/>
                <a:gd name="csY8" fmla="*/ 621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6688">
                  <a:moveTo>
                    <a:pt x="3822" y="6210"/>
                  </a:moveTo>
                  <a:lnTo>
                    <a:pt x="3344" y="6688"/>
                  </a:lnTo>
                  <a:lnTo>
                    <a:pt x="0" y="5255"/>
                  </a:lnTo>
                  <a:lnTo>
                    <a:pt x="1911" y="2866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3344" y="955"/>
                  </a:lnTo>
                  <a:lnTo>
                    <a:pt x="4300" y="3822"/>
                  </a:lnTo>
                  <a:lnTo>
                    <a:pt x="3822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4" name="Freeform 5053">
              <a:extLst>
                <a:ext uri="{FF2B5EF4-FFF2-40B4-BE49-F238E27FC236}">
                  <a16:creationId xmlns:a16="http://schemas.microsoft.com/office/drawing/2014/main" id="{14E701A0-5F9A-7F59-6811-4AD209CDCBD1}"/>
                </a:ext>
              </a:extLst>
            </p:cNvPr>
            <p:cNvSpPr/>
            <p:nvPr/>
          </p:nvSpPr>
          <p:spPr>
            <a:xfrm>
              <a:off x="3678210" y="4246179"/>
              <a:ext cx="2388" cy="4777"/>
            </a:xfrm>
            <a:custGeom>
              <a:avLst/>
              <a:gdLst>
                <a:gd name="csX0" fmla="*/ 2389 w 2388"/>
                <a:gd name="csY0" fmla="*/ 956 h 4777"/>
                <a:gd name="csX1" fmla="*/ 2389 w 2388"/>
                <a:gd name="csY1" fmla="*/ 1433 h 4777"/>
                <a:gd name="csX2" fmla="*/ 2389 w 2388"/>
                <a:gd name="csY2" fmla="*/ 1911 h 4777"/>
                <a:gd name="csX3" fmla="*/ 1433 w 2388"/>
                <a:gd name="csY3" fmla="*/ 1433 h 4777"/>
                <a:gd name="csX4" fmla="*/ 0 w 2388"/>
                <a:gd name="csY4" fmla="*/ 4299 h 4777"/>
                <a:gd name="csX5" fmla="*/ 0 w 2388"/>
                <a:gd name="csY5" fmla="*/ 4777 h 4777"/>
                <a:gd name="csX6" fmla="*/ 478 w 2388"/>
                <a:gd name="csY6" fmla="*/ 478 h 4777"/>
                <a:gd name="csX7" fmla="*/ 1433 w 2388"/>
                <a:gd name="csY7" fmla="*/ 0 h 4777"/>
                <a:gd name="csX8" fmla="*/ 2389 w 2388"/>
                <a:gd name="csY8" fmla="*/ 0 h 4777"/>
                <a:gd name="csX9" fmla="*/ 2389 w 2388"/>
                <a:gd name="csY9" fmla="*/ 956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4777">
                  <a:moveTo>
                    <a:pt x="2389" y="956"/>
                  </a:moveTo>
                  <a:lnTo>
                    <a:pt x="2389" y="1433"/>
                  </a:lnTo>
                  <a:lnTo>
                    <a:pt x="2389" y="1911"/>
                  </a:lnTo>
                  <a:lnTo>
                    <a:pt x="1433" y="1433"/>
                  </a:lnTo>
                  <a:lnTo>
                    <a:pt x="0" y="4299"/>
                  </a:lnTo>
                  <a:lnTo>
                    <a:pt x="0" y="4777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5" name="Freeform 5054">
              <a:extLst>
                <a:ext uri="{FF2B5EF4-FFF2-40B4-BE49-F238E27FC236}">
                  <a16:creationId xmlns:a16="http://schemas.microsoft.com/office/drawing/2014/main" id="{2AB2BBC4-057D-7992-9E7A-C8516D884692}"/>
                </a:ext>
              </a:extLst>
            </p:cNvPr>
            <p:cNvSpPr/>
            <p:nvPr/>
          </p:nvSpPr>
          <p:spPr>
            <a:xfrm>
              <a:off x="3656713" y="4261944"/>
              <a:ext cx="4777" cy="14809"/>
            </a:xfrm>
            <a:custGeom>
              <a:avLst/>
              <a:gdLst>
                <a:gd name="csX0" fmla="*/ 4777 w 4777"/>
                <a:gd name="csY0" fmla="*/ 14809 h 14809"/>
                <a:gd name="csX1" fmla="*/ 4300 w 4777"/>
                <a:gd name="csY1" fmla="*/ 14809 h 14809"/>
                <a:gd name="csX2" fmla="*/ 2866 w 4777"/>
                <a:gd name="csY2" fmla="*/ 12421 h 14809"/>
                <a:gd name="csX3" fmla="*/ 2389 w 4777"/>
                <a:gd name="csY3" fmla="*/ 10988 h 14809"/>
                <a:gd name="csX4" fmla="*/ 1911 w 4777"/>
                <a:gd name="csY4" fmla="*/ 10510 h 14809"/>
                <a:gd name="csX5" fmla="*/ 0 w 4777"/>
                <a:gd name="csY5" fmla="*/ 9555 h 14809"/>
                <a:gd name="csX6" fmla="*/ 1433 w 4777"/>
                <a:gd name="csY6" fmla="*/ 6688 h 14809"/>
                <a:gd name="csX7" fmla="*/ 2866 w 4777"/>
                <a:gd name="csY7" fmla="*/ 0 h 14809"/>
                <a:gd name="csX8" fmla="*/ 3344 w 4777"/>
                <a:gd name="csY8" fmla="*/ 956 h 14809"/>
                <a:gd name="csX9" fmla="*/ 1911 w 4777"/>
                <a:gd name="csY9" fmla="*/ 7644 h 14809"/>
                <a:gd name="csX10" fmla="*/ 1911 w 4777"/>
                <a:gd name="csY10" fmla="*/ 8599 h 14809"/>
                <a:gd name="csX11" fmla="*/ 2866 w 4777"/>
                <a:gd name="csY11" fmla="*/ 9555 h 14809"/>
                <a:gd name="csX12" fmla="*/ 3344 w 4777"/>
                <a:gd name="csY12" fmla="*/ 10988 h 14809"/>
                <a:gd name="csX13" fmla="*/ 3344 w 4777"/>
                <a:gd name="csY13" fmla="*/ 12421 h 14809"/>
                <a:gd name="csX14" fmla="*/ 4777 w 4777"/>
                <a:gd name="csY14" fmla="*/ 13854 h 14809"/>
                <a:gd name="csX15" fmla="*/ 4777 w 4777"/>
                <a:gd name="csY15" fmla="*/ 14809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777" h="14809">
                  <a:moveTo>
                    <a:pt x="4777" y="14809"/>
                  </a:moveTo>
                  <a:lnTo>
                    <a:pt x="4300" y="14809"/>
                  </a:lnTo>
                  <a:lnTo>
                    <a:pt x="2866" y="12421"/>
                  </a:lnTo>
                  <a:lnTo>
                    <a:pt x="2389" y="10988"/>
                  </a:lnTo>
                  <a:lnTo>
                    <a:pt x="1911" y="10510"/>
                  </a:lnTo>
                  <a:lnTo>
                    <a:pt x="0" y="9555"/>
                  </a:lnTo>
                  <a:lnTo>
                    <a:pt x="1433" y="6688"/>
                  </a:lnTo>
                  <a:lnTo>
                    <a:pt x="2866" y="0"/>
                  </a:lnTo>
                  <a:lnTo>
                    <a:pt x="3344" y="956"/>
                  </a:lnTo>
                  <a:lnTo>
                    <a:pt x="1911" y="7644"/>
                  </a:lnTo>
                  <a:lnTo>
                    <a:pt x="1911" y="8599"/>
                  </a:lnTo>
                  <a:lnTo>
                    <a:pt x="2866" y="9555"/>
                  </a:lnTo>
                  <a:lnTo>
                    <a:pt x="3344" y="10988"/>
                  </a:lnTo>
                  <a:lnTo>
                    <a:pt x="3344" y="12421"/>
                  </a:lnTo>
                  <a:lnTo>
                    <a:pt x="4777" y="13854"/>
                  </a:lnTo>
                  <a:lnTo>
                    <a:pt x="4777" y="148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6" name="Freeform 5055">
              <a:extLst>
                <a:ext uri="{FF2B5EF4-FFF2-40B4-BE49-F238E27FC236}">
                  <a16:creationId xmlns:a16="http://schemas.microsoft.com/office/drawing/2014/main" id="{C2DBD166-A790-5E43-244C-418D931D93E9}"/>
                </a:ext>
              </a:extLst>
            </p:cNvPr>
            <p:cNvSpPr/>
            <p:nvPr/>
          </p:nvSpPr>
          <p:spPr>
            <a:xfrm>
              <a:off x="3688243" y="4265766"/>
              <a:ext cx="3344" cy="3821"/>
            </a:xfrm>
            <a:custGeom>
              <a:avLst/>
              <a:gdLst>
                <a:gd name="csX0" fmla="*/ 2866 w 3344"/>
                <a:gd name="csY0" fmla="*/ 1911 h 3821"/>
                <a:gd name="csX1" fmla="*/ 3344 w 3344"/>
                <a:gd name="csY1" fmla="*/ 3822 h 3821"/>
                <a:gd name="csX2" fmla="*/ 2389 w 3344"/>
                <a:gd name="csY2" fmla="*/ 3822 h 3821"/>
                <a:gd name="csX3" fmla="*/ 956 w 3344"/>
                <a:gd name="csY3" fmla="*/ 2389 h 3821"/>
                <a:gd name="csX4" fmla="*/ 0 w 3344"/>
                <a:gd name="csY4" fmla="*/ 956 h 3821"/>
                <a:gd name="csX5" fmla="*/ 478 w 3344"/>
                <a:gd name="csY5" fmla="*/ 0 h 3821"/>
                <a:gd name="csX6" fmla="*/ 478 w 3344"/>
                <a:gd name="csY6" fmla="*/ 0 h 3821"/>
                <a:gd name="csX7" fmla="*/ 2389 w 3344"/>
                <a:gd name="csY7" fmla="*/ 956 h 3821"/>
                <a:gd name="csX8" fmla="*/ 2866 w 3344"/>
                <a:gd name="csY8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4" h="3821">
                  <a:moveTo>
                    <a:pt x="2866" y="1911"/>
                  </a:moveTo>
                  <a:lnTo>
                    <a:pt x="3344" y="3822"/>
                  </a:lnTo>
                  <a:lnTo>
                    <a:pt x="2389" y="3822"/>
                  </a:lnTo>
                  <a:lnTo>
                    <a:pt x="956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2389" y="956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7" name="Freeform 5056">
              <a:extLst>
                <a:ext uri="{FF2B5EF4-FFF2-40B4-BE49-F238E27FC236}">
                  <a16:creationId xmlns:a16="http://schemas.microsoft.com/office/drawing/2014/main" id="{1CA62134-6097-AF4D-4FB3-5B8EDFBF36C6}"/>
                </a:ext>
              </a:extLst>
            </p:cNvPr>
            <p:cNvSpPr/>
            <p:nvPr/>
          </p:nvSpPr>
          <p:spPr>
            <a:xfrm>
              <a:off x="3662445" y="4276276"/>
              <a:ext cx="6210" cy="4299"/>
            </a:xfrm>
            <a:custGeom>
              <a:avLst/>
              <a:gdLst>
                <a:gd name="csX0" fmla="*/ 6210 w 6210"/>
                <a:gd name="csY0" fmla="*/ 3344 h 4299"/>
                <a:gd name="csX1" fmla="*/ 5733 w 6210"/>
                <a:gd name="csY1" fmla="*/ 4300 h 4299"/>
                <a:gd name="csX2" fmla="*/ 0 w 6210"/>
                <a:gd name="csY2" fmla="*/ 478 h 4299"/>
                <a:gd name="csX3" fmla="*/ 1433 w 6210"/>
                <a:gd name="csY3" fmla="*/ 0 h 4299"/>
                <a:gd name="csX4" fmla="*/ 2866 w 6210"/>
                <a:gd name="csY4" fmla="*/ 478 h 4299"/>
                <a:gd name="csX5" fmla="*/ 6210 w 6210"/>
                <a:gd name="csY5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10" h="4299">
                  <a:moveTo>
                    <a:pt x="6210" y="3344"/>
                  </a:moveTo>
                  <a:lnTo>
                    <a:pt x="5733" y="4300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866" y="478"/>
                  </a:lnTo>
                  <a:lnTo>
                    <a:pt x="621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8" name="Freeform 5057">
              <a:extLst>
                <a:ext uri="{FF2B5EF4-FFF2-40B4-BE49-F238E27FC236}">
                  <a16:creationId xmlns:a16="http://schemas.microsoft.com/office/drawing/2014/main" id="{9AF790D8-4DB2-CB93-B2F1-9CEE0D488FBE}"/>
                </a:ext>
              </a:extLst>
            </p:cNvPr>
            <p:cNvSpPr/>
            <p:nvPr/>
          </p:nvSpPr>
          <p:spPr>
            <a:xfrm>
              <a:off x="3704485" y="4280575"/>
              <a:ext cx="1910" cy="3821"/>
            </a:xfrm>
            <a:custGeom>
              <a:avLst/>
              <a:gdLst>
                <a:gd name="csX0" fmla="*/ 1911 w 1910"/>
                <a:gd name="csY0" fmla="*/ 3822 h 3821"/>
                <a:gd name="csX1" fmla="*/ 1433 w 1910"/>
                <a:gd name="csY1" fmla="*/ 3822 h 3821"/>
                <a:gd name="csX2" fmla="*/ 478 w 1910"/>
                <a:gd name="csY2" fmla="*/ 2866 h 3821"/>
                <a:gd name="csX3" fmla="*/ 0 w 1910"/>
                <a:gd name="csY3" fmla="*/ 478 h 3821"/>
                <a:gd name="csX4" fmla="*/ 0 w 1910"/>
                <a:gd name="csY4" fmla="*/ 0 h 3821"/>
                <a:gd name="csX5" fmla="*/ 1911 w 1910"/>
                <a:gd name="csY5" fmla="*/ 3344 h 3821"/>
                <a:gd name="csX6" fmla="*/ 1911 w 1910"/>
                <a:gd name="csY6" fmla="*/ 3822 h 3821"/>
                <a:gd name="csX7" fmla="*/ 1911 w 1910"/>
                <a:gd name="csY7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3821">
                  <a:moveTo>
                    <a:pt x="1911" y="3822"/>
                  </a:moveTo>
                  <a:lnTo>
                    <a:pt x="1433" y="3822"/>
                  </a:lnTo>
                  <a:lnTo>
                    <a:pt x="478" y="286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3344"/>
                  </a:lnTo>
                  <a:lnTo>
                    <a:pt x="1911" y="3822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9" name="Freeform 5058">
              <a:extLst>
                <a:ext uri="{FF2B5EF4-FFF2-40B4-BE49-F238E27FC236}">
                  <a16:creationId xmlns:a16="http://schemas.microsoft.com/office/drawing/2014/main" id="{5A3A7E61-CB45-A6A8-89A0-3FBDA9EB36B3}"/>
                </a:ext>
              </a:extLst>
            </p:cNvPr>
            <p:cNvSpPr/>
            <p:nvPr/>
          </p:nvSpPr>
          <p:spPr>
            <a:xfrm>
              <a:off x="4163106" y="4340769"/>
              <a:ext cx="1433" cy="1911"/>
            </a:xfrm>
            <a:custGeom>
              <a:avLst/>
              <a:gdLst>
                <a:gd name="csX0" fmla="*/ 955 w 1433"/>
                <a:gd name="csY0" fmla="*/ 956 h 1911"/>
                <a:gd name="csX1" fmla="*/ 1433 w 1433"/>
                <a:gd name="csY1" fmla="*/ 1911 h 1911"/>
                <a:gd name="csX2" fmla="*/ 955 w 1433"/>
                <a:gd name="csY2" fmla="*/ 1433 h 1911"/>
                <a:gd name="csX3" fmla="*/ 478 w 1433"/>
                <a:gd name="csY3" fmla="*/ 956 h 1911"/>
                <a:gd name="csX4" fmla="*/ 0 w 1433"/>
                <a:gd name="csY4" fmla="*/ 0 h 1911"/>
                <a:gd name="csX5" fmla="*/ 478 w 1433"/>
                <a:gd name="csY5" fmla="*/ 0 h 1911"/>
                <a:gd name="csX6" fmla="*/ 955 w 1433"/>
                <a:gd name="csY6" fmla="*/ 478 h 1911"/>
                <a:gd name="csX7" fmla="*/ 955 w 1433"/>
                <a:gd name="csY7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1911">
                  <a:moveTo>
                    <a:pt x="955" y="956"/>
                  </a:moveTo>
                  <a:lnTo>
                    <a:pt x="1433" y="1911"/>
                  </a:lnTo>
                  <a:lnTo>
                    <a:pt x="955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5" y="478"/>
                  </a:lnTo>
                  <a:lnTo>
                    <a:pt x="9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0" name="Freeform 5059">
              <a:extLst>
                <a:ext uri="{FF2B5EF4-FFF2-40B4-BE49-F238E27FC236}">
                  <a16:creationId xmlns:a16="http://schemas.microsoft.com/office/drawing/2014/main" id="{DB0C09CB-1C05-1D6C-E6F4-1162321EF167}"/>
                </a:ext>
              </a:extLst>
            </p:cNvPr>
            <p:cNvSpPr/>
            <p:nvPr/>
          </p:nvSpPr>
          <p:spPr>
            <a:xfrm>
              <a:off x="4157851" y="4354146"/>
              <a:ext cx="5255" cy="6210"/>
            </a:xfrm>
            <a:custGeom>
              <a:avLst/>
              <a:gdLst>
                <a:gd name="csX0" fmla="*/ 1911 w 5255"/>
                <a:gd name="csY0" fmla="*/ 5255 h 6210"/>
                <a:gd name="csX1" fmla="*/ 956 w 5255"/>
                <a:gd name="csY1" fmla="*/ 6210 h 6210"/>
                <a:gd name="csX2" fmla="*/ 0 w 5255"/>
                <a:gd name="csY2" fmla="*/ 3822 h 6210"/>
                <a:gd name="csX3" fmla="*/ 956 w 5255"/>
                <a:gd name="csY3" fmla="*/ 1911 h 6210"/>
                <a:gd name="csX4" fmla="*/ 1911 w 5255"/>
                <a:gd name="csY4" fmla="*/ 478 h 6210"/>
                <a:gd name="csX5" fmla="*/ 3822 w 5255"/>
                <a:gd name="csY5" fmla="*/ 478 h 6210"/>
                <a:gd name="csX6" fmla="*/ 5255 w 5255"/>
                <a:gd name="csY6" fmla="*/ 0 h 6210"/>
                <a:gd name="csX7" fmla="*/ 5255 w 5255"/>
                <a:gd name="csY7" fmla="*/ 478 h 6210"/>
                <a:gd name="csX8" fmla="*/ 4300 w 5255"/>
                <a:gd name="csY8" fmla="*/ 2389 h 6210"/>
                <a:gd name="csX9" fmla="*/ 1911 w 5255"/>
                <a:gd name="csY9" fmla="*/ 5255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255" h="6210">
                  <a:moveTo>
                    <a:pt x="1911" y="5255"/>
                  </a:moveTo>
                  <a:lnTo>
                    <a:pt x="956" y="6210"/>
                  </a:lnTo>
                  <a:lnTo>
                    <a:pt x="0" y="3822"/>
                  </a:lnTo>
                  <a:lnTo>
                    <a:pt x="956" y="1911"/>
                  </a:lnTo>
                  <a:lnTo>
                    <a:pt x="1911" y="478"/>
                  </a:lnTo>
                  <a:lnTo>
                    <a:pt x="3822" y="478"/>
                  </a:lnTo>
                  <a:lnTo>
                    <a:pt x="5255" y="0"/>
                  </a:lnTo>
                  <a:lnTo>
                    <a:pt x="5255" y="478"/>
                  </a:lnTo>
                  <a:lnTo>
                    <a:pt x="4300" y="2389"/>
                  </a:lnTo>
                  <a:lnTo>
                    <a:pt x="1911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1" name="Freeform 5060">
              <a:extLst>
                <a:ext uri="{FF2B5EF4-FFF2-40B4-BE49-F238E27FC236}">
                  <a16:creationId xmlns:a16="http://schemas.microsoft.com/office/drawing/2014/main" id="{0F93AA44-D96F-1A2C-3592-9A01D19C9510}"/>
                </a:ext>
              </a:extLst>
            </p:cNvPr>
            <p:cNvSpPr/>
            <p:nvPr/>
          </p:nvSpPr>
          <p:spPr>
            <a:xfrm>
              <a:off x="4062783" y="4389020"/>
              <a:ext cx="5732" cy="2388"/>
            </a:xfrm>
            <a:custGeom>
              <a:avLst/>
              <a:gdLst>
                <a:gd name="csX0" fmla="*/ 2866 w 5732"/>
                <a:gd name="csY0" fmla="*/ 1911 h 2388"/>
                <a:gd name="csX1" fmla="*/ 478 w 5732"/>
                <a:gd name="csY1" fmla="*/ 2389 h 2388"/>
                <a:gd name="csX2" fmla="*/ 0 w 5732"/>
                <a:gd name="csY2" fmla="*/ 1911 h 2388"/>
                <a:gd name="csX3" fmla="*/ 4777 w 5732"/>
                <a:gd name="csY3" fmla="*/ 0 h 2388"/>
                <a:gd name="csX4" fmla="*/ 5255 w 5732"/>
                <a:gd name="csY4" fmla="*/ 0 h 2388"/>
                <a:gd name="csX5" fmla="*/ 5733 w 5732"/>
                <a:gd name="csY5" fmla="*/ 478 h 2388"/>
                <a:gd name="csX6" fmla="*/ 3344 w 5732"/>
                <a:gd name="csY6" fmla="*/ 956 h 2388"/>
                <a:gd name="csX7" fmla="*/ 2866 w 5732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2388">
                  <a:moveTo>
                    <a:pt x="2866" y="1911"/>
                  </a:moveTo>
                  <a:lnTo>
                    <a:pt x="478" y="2389"/>
                  </a:lnTo>
                  <a:lnTo>
                    <a:pt x="0" y="1911"/>
                  </a:lnTo>
                  <a:lnTo>
                    <a:pt x="4777" y="0"/>
                  </a:lnTo>
                  <a:lnTo>
                    <a:pt x="5255" y="0"/>
                  </a:lnTo>
                  <a:lnTo>
                    <a:pt x="5733" y="478"/>
                  </a:lnTo>
                  <a:lnTo>
                    <a:pt x="3344" y="956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" name="Freeform 5061">
              <a:extLst>
                <a:ext uri="{FF2B5EF4-FFF2-40B4-BE49-F238E27FC236}">
                  <a16:creationId xmlns:a16="http://schemas.microsoft.com/office/drawing/2014/main" id="{9EBA19D4-1D79-E675-1942-8E142FFE0E9E}"/>
                </a:ext>
              </a:extLst>
            </p:cNvPr>
            <p:cNvSpPr/>
            <p:nvPr/>
          </p:nvSpPr>
          <p:spPr>
            <a:xfrm>
              <a:off x="8205174" y="4601132"/>
              <a:ext cx="4299" cy="4777"/>
            </a:xfrm>
            <a:custGeom>
              <a:avLst/>
              <a:gdLst>
                <a:gd name="csX0" fmla="*/ 1433 w 4299"/>
                <a:gd name="csY0" fmla="*/ 3344 h 4777"/>
                <a:gd name="csX1" fmla="*/ 478 w 4299"/>
                <a:gd name="csY1" fmla="*/ 4777 h 4777"/>
                <a:gd name="csX2" fmla="*/ 0 w 4299"/>
                <a:gd name="csY2" fmla="*/ 3344 h 4777"/>
                <a:gd name="csX3" fmla="*/ 0 w 4299"/>
                <a:gd name="csY3" fmla="*/ 1911 h 4777"/>
                <a:gd name="csX4" fmla="*/ 1911 w 4299"/>
                <a:gd name="csY4" fmla="*/ 478 h 4777"/>
                <a:gd name="csX5" fmla="*/ 3822 w 4299"/>
                <a:gd name="csY5" fmla="*/ 0 h 4777"/>
                <a:gd name="csX6" fmla="*/ 4300 w 4299"/>
                <a:gd name="csY6" fmla="*/ 1433 h 4777"/>
                <a:gd name="csX7" fmla="*/ 4300 w 4299"/>
                <a:gd name="csY7" fmla="*/ 2389 h 4777"/>
                <a:gd name="csX8" fmla="*/ 3344 w 4299"/>
                <a:gd name="csY8" fmla="*/ 3344 h 4777"/>
                <a:gd name="csX9" fmla="*/ 1433 w 4299"/>
                <a:gd name="csY9" fmla="*/ 3344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4777">
                  <a:moveTo>
                    <a:pt x="1433" y="3344"/>
                  </a:moveTo>
                  <a:lnTo>
                    <a:pt x="478" y="4777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1911" y="478"/>
                  </a:lnTo>
                  <a:lnTo>
                    <a:pt x="3822" y="0"/>
                  </a:lnTo>
                  <a:lnTo>
                    <a:pt x="4300" y="1433"/>
                  </a:lnTo>
                  <a:lnTo>
                    <a:pt x="4300" y="2389"/>
                  </a:lnTo>
                  <a:lnTo>
                    <a:pt x="3344" y="3344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3" name="Freeform 5062">
              <a:extLst>
                <a:ext uri="{FF2B5EF4-FFF2-40B4-BE49-F238E27FC236}">
                  <a16:creationId xmlns:a16="http://schemas.microsoft.com/office/drawing/2014/main" id="{C48D0E5F-9AC0-5379-F1DC-19C4EE01A431}"/>
                </a:ext>
              </a:extLst>
            </p:cNvPr>
            <p:cNvSpPr/>
            <p:nvPr/>
          </p:nvSpPr>
          <p:spPr>
            <a:xfrm>
              <a:off x="8056123" y="4607820"/>
              <a:ext cx="193002" cy="111310"/>
            </a:xfrm>
            <a:custGeom>
              <a:avLst/>
              <a:gdLst>
                <a:gd name="csX0" fmla="*/ 159084 w 193002"/>
                <a:gd name="csY0" fmla="*/ 51117 h 111310"/>
                <a:gd name="csX1" fmla="*/ 159084 w 193002"/>
                <a:gd name="csY1" fmla="*/ 51117 h 111310"/>
                <a:gd name="csX2" fmla="*/ 158606 w 193002"/>
                <a:gd name="csY2" fmla="*/ 51117 h 111310"/>
                <a:gd name="csX3" fmla="*/ 156695 w 193002"/>
                <a:gd name="csY3" fmla="*/ 51117 h 111310"/>
                <a:gd name="csX4" fmla="*/ 153351 w 193002"/>
                <a:gd name="csY4" fmla="*/ 49206 h 111310"/>
                <a:gd name="csX5" fmla="*/ 150007 w 193002"/>
                <a:gd name="csY5" fmla="*/ 48251 h 111310"/>
                <a:gd name="csX6" fmla="*/ 144752 w 193002"/>
                <a:gd name="csY6" fmla="*/ 48251 h 111310"/>
                <a:gd name="csX7" fmla="*/ 141885 w 193002"/>
                <a:gd name="csY7" fmla="*/ 47773 h 111310"/>
                <a:gd name="csX8" fmla="*/ 140930 w 193002"/>
                <a:gd name="csY8" fmla="*/ 48251 h 111310"/>
                <a:gd name="csX9" fmla="*/ 139974 w 193002"/>
                <a:gd name="csY9" fmla="*/ 48251 h 111310"/>
                <a:gd name="csX10" fmla="*/ 139019 w 193002"/>
                <a:gd name="csY10" fmla="*/ 47773 h 111310"/>
                <a:gd name="csX11" fmla="*/ 138063 w 193002"/>
                <a:gd name="csY11" fmla="*/ 47773 h 111310"/>
                <a:gd name="csX12" fmla="*/ 136153 w 193002"/>
                <a:gd name="csY12" fmla="*/ 48728 h 111310"/>
                <a:gd name="csX13" fmla="*/ 135197 w 193002"/>
                <a:gd name="csY13" fmla="*/ 48251 h 111310"/>
                <a:gd name="csX14" fmla="*/ 134242 w 193002"/>
                <a:gd name="csY14" fmla="*/ 48251 h 111310"/>
                <a:gd name="csX15" fmla="*/ 132808 w 193002"/>
                <a:gd name="csY15" fmla="*/ 47773 h 111310"/>
                <a:gd name="csX16" fmla="*/ 130897 w 193002"/>
                <a:gd name="csY16" fmla="*/ 47773 h 111310"/>
                <a:gd name="csX17" fmla="*/ 128509 w 193002"/>
                <a:gd name="csY17" fmla="*/ 49206 h 111310"/>
                <a:gd name="csX18" fmla="*/ 126120 w 193002"/>
                <a:gd name="csY18" fmla="*/ 48251 h 111310"/>
                <a:gd name="csX19" fmla="*/ 125165 w 193002"/>
                <a:gd name="csY19" fmla="*/ 48251 h 111310"/>
                <a:gd name="csX20" fmla="*/ 124687 w 193002"/>
                <a:gd name="csY20" fmla="*/ 48251 h 111310"/>
                <a:gd name="csX21" fmla="*/ 123731 w 193002"/>
                <a:gd name="csY21" fmla="*/ 49684 h 111310"/>
                <a:gd name="csX22" fmla="*/ 123731 w 193002"/>
                <a:gd name="csY22" fmla="*/ 49684 h 111310"/>
                <a:gd name="csX23" fmla="*/ 121821 w 193002"/>
                <a:gd name="csY23" fmla="*/ 51117 h 111310"/>
                <a:gd name="csX24" fmla="*/ 120865 w 193002"/>
                <a:gd name="csY24" fmla="*/ 53028 h 111310"/>
                <a:gd name="csX25" fmla="*/ 120865 w 193002"/>
                <a:gd name="csY25" fmla="*/ 53028 h 111310"/>
                <a:gd name="csX26" fmla="*/ 119910 w 193002"/>
                <a:gd name="csY26" fmla="*/ 54939 h 111310"/>
                <a:gd name="csX27" fmla="*/ 119910 w 193002"/>
                <a:gd name="csY27" fmla="*/ 54939 h 111310"/>
                <a:gd name="csX28" fmla="*/ 119432 w 193002"/>
                <a:gd name="csY28" fmla="*/ 55417 h 111310"/>
                <a:gd name="csX29" fmla="*/ 119432 w 193002"/>
                <a:gd name="csY29" fmla="*/ 59238 h 111310"/>
                <a:gd name="csX30" fmla="*/ 118954 w 193002"/>
                <a:gd name="csY30" fmla="*/ 61149 h 111310"/>
                <a:gd name="csX31" fmla="*/ 119432 w 193002"/>
                <a:gd name="csY31" fmla="*/ 63538 h 111310"/>
                <a:gd name="csX32" fmla="*/ 119432 w 193002"/>
                <a:gd name="csY32" fmla="*/ 64493 h 111310"/>
                <a:gd name="csX33" fmla="*/ 119432 w 193002"/>
                <a:gd name="csY33" fmla="*/ 64493 h 111310"/>
                <a:gd name="csX34" fmla="*/ 118477 w 193002"/>
                <a:gd name="csY34" fmla="*/ 65927 h 111310"/>
                <a:gd name="csX35" fmla="*/ 118477 w 193002"/>
                <a:gd name="csY35" fmla="*/ 66404 h 111310"/>
                <a:gd name="csX36" fmla="*/ 118477 w 193002"/>
                <a:gd name="csY36" fmla="*/ 66404 h 111310"/>
                <a:gd name="csX37" fmla="*/ 117999 w 193002"/>
                <a:gd name="csY37" fmla="*/ 68315 h 111310"/>
                <a:gd name="csX38" fmla="*/ 117999 w 193002"/>
                <a:gd name="csY38" fmla="*/ 68793 h 111310"/>
                <a:gd name="csX39" fmla="*/ 117999 w 193002"/>
                <a:gd name="csY39" fmla="*/ 69271 h 111310"/>
                <a:gd name="csX40" fmla="*/ 117999 w 193002"/>
                <a:gd name="csY40" fmla="*/ 70226 h 111310"/>
                <a:gd name="csX41" fmla="*/ 117044 w 193002"/>
                <a:gd name="csY41" fmla="*/ 71659 h 111310"/>
                <a:gd name="csX42" fmla="*/ 117044 w 193002"/>
                <a:gd name="csY42" fmla="*/ 72137 h 111310"/>
                <a:gd name="csX43" fmla="*/ 115610 w 193002"/>
                <a:gd name="csY43" fmla="*/ 72137 h 111310"/>
                <a:gd name="csX44" fmla="*/ 114177 w 193002"/>
                <a:gd name="csY44" fmla="*/ 72615 h 111310"/>
                <a:gd name="csX45" fmla="*/ 113222 w 193002"/>
                <a:gd name="csY45" fmla="*/ 72137 h 111310"/>
                <a:gd name="csX46" fmla="*/ 111788 w 193002"/>
                <a:gd name="csY46" fmla="*/ 73093 h 111310"/>
                <a:gd name="csX47" fmla="*/ 110355 w 193002"/>
                <a:gd name="csY47" fmla="*/ 74526 h 111310"/>
                <a:gd name="csX48" fmla="*/ 109878 w 193002"/>
                <a:gd name="csY48" fmla="*/ 75481 h 111310"/>
                <a:gd name="csX49" fmla="*/ 109878 w 193002"/>
                <a:gd name="csY49" fmla="*/ 76437 h 111310"/>
                <a:gd name="csX50" fmla="*/ 109878 w 193002"/>
                <a:gd name="csY50" fmla="*/ 76914 h 111310"/>
                <a:gd name="csX51" fmla="*/ 109878 w 193002"/>
                <a:gd name="csY51" fmla="*/ 77392 h 111310"/>
                <a:gd name="csX52" fmla="*/ 109878 w 193002"/>
                <a:gd name="csY52" fmla="*/ 78347 h 111310"/>
                <a:gd name="csX53" fmla="*/ 109878 w 193002"/>
                <a:gd name="csY53" fmla="*/ 79303 h 111310"/>
                <a:gd name="csX54" fmla="*/ 109878 w 193002"/>
                <a:gd name="csY54" fmla="*/ 79303 h 111310"/>
                <a:gd name="csX55" fmla="*/ 110833 w 193002"/>
                <a:gd name="csY55" fmla="*/ 79781 h 111310"/>
                <a:gd name="csX56" fmla="*/ 111788 w 193002"/>
                <a:gd name="csY56" fmla="*/ 80258 h 111310"/>
                <a:gd name="csX57" fmla="*/ 111788 w 193002"/>
                <a:gd name="csY57" fmla="*/ 81214 h 111310"/>
                <a:gd name="csX58" fmla="*/ 111311 w 193002"/>
                <a:gd name="csY58" fmla="*/ 81692 h 111310"/>
                <a:gd name="csX59" fmla="*/ 111311 w 193002"/>
                <a:gd name="csY59" fmla="*/ 81692 h 111310"/>
                <a:gd name="csX60" fmla="*/ 109878 w 193002"/>
                <a:gd name="csY60" fmla="*/ 82647 h 111310"/>
                <a:gd name="csX61" fmla="*/ 107489 w 193002"/>
                <a:gd name="csY61" fmla="*/ 84080 h 111310"/>
                <a:gd name="csX62" fmla="*/ 105100 w 193002"/>
                <a:gd name="csY62" fmla="*/ 85991 h 111310"/>
                <a:gd name="csX63" fmla="*/ 104145 w 193002"/>
                <a:gd name="csY63" fmla="*/ 85991 h 111310"/>
                <a:gd name="csX64" fmla="*/ 103667 w 193002"/>
                <a:gd name="csY64" fmla="*/ 86947 h 111310"/>
                <a:gd name="csX65" fmla="*/ 103667 w 193002"/>
                <a:gd name="csY65" fmla="*/ 86947 h 111310"/>
                <a:gd name="csX66" fmla="*/ 103667 w 193002"/>
                <a:gd name="csY66" fmla="*/ 87424 h 111310"/>
                <a:gd name="csX67" fmla="*/ 103189 w 193002"/>
                <a:gd name="csY67" fmla="*/ 87902 h 111310"/>
                <a:gd name="csX68" fmla="*/ 104145 w 193002"/>
                <a:gd name="csY68" fmla="*/ 89813 h 111310"/>
                <a:gd name="csX69" fmla="*/ 104622 w 193002"/>
                <a:gd name="csY69" fmla="*/ 90291 h 111310"/>
                <a:gd name="csX70" fmla="*/ 104622 w 193002"/>
                <a:gd name="csY70" fmla="*/ 90769 h 111310"/>
                <a:gd name="csX71" fmla="*/ 104622 w 193002"/>
                <a:gd name="csY71" fmla="*/ 91724 h 111310"/>
                <a:gd name="csX72" fmla="*/ 104145 w 193002"/>
                <a:gd name="csY72" fmla="*/ 92679 h 111310"/>
                <a:gd name="csX73" fmla="*/ 104145 w 193002"/>
                <a:gd name="csY73" fmla="*/ 92679 h 111310"/>
                <a:gd name="csX74" fmla="*/ 103189 w 193002"/>
                <a:gd name="csY74" fmla="*/ 93157 h 111310"/>
                <a:gd name="csX75" fmla="*/ 102234 w 193002"/>
                <a:gd name="csY75" fmla="*/ 93157 h 111310"/>
                <a:gd name="csX76" fmla="*/ 101756 w 193002"/>
                <a:gd name="csY76" fmla="*/ 94112 h 111310"/>
                <a:gd name="csX77" fmla="*/ 101278 w 193002"/>
                <a:gd name="csY77" fmla="*/ 96501 h 111310"/>
                <a:gd name="csX78" fmla="*/ 100801 w 193002"/>
                <a:gd name="csY78" fmla="*/ 97457 h 111310"/>
                <a:gd name="csX79" fmla="*/ 100801 w 193002"/>
                <a:gd name="csY79" fmla="*/ 97935 h 111310"/>
                <a:gd name="csX80" fmla="*/ 99845 w 193002"/>
                <a:gd name="csY80" fmla="*/ 99368 h 111310"/>
                <a:gd name="csX81" fmla="*/ 99367 w 193002"/>
                <a:gd name="csY81" fmla="*/ 100323 h 111310"/>
                <a:gd name="csX82" fmla="*/ 98412 w 193002"/>
                <a:gd name="csY82" fmla="*/ 100323 h 111310"/>
                <a:gd name="csX83" fmla="*/ 96024 w 193002"/>
                <a:gd name="csY83" fmla="*/ 99845 h 111310"/>
                <a:gd name="csX84" fmla="*/ 93635 w 193002"/>
                <a:gd name="csY84" fmla="*/ 100323 h 111310"/>
                <a:gd name="csX85" fmla="*/ 90769 w 193002"/>
                <a:gd name="csY85" fmla="*/ 100323 h 111310"/>
                <a:gd name="csX86" fmla="*/ 88380 w 193002"/>
                <a:gd name="csY86" fmla="*/ 100323 h 111310"/>
                <a:gd name="csX87" fmla="*/ 86469 w 193002"/>
                <a:gd name="csY87" fmla="*/ 100801 h 111310"/>
                <a:gd name="csX88" fmla="*/ 85035 w 193002"/>
                <a:gd name="csY88" fmla="*/ 101756 h 111310"/>
                <a:gd name="csX89" fmla="*/ 83603 w 193002"/>
                <a:gd name="csY89" fmla="*/ 103189 h 111310"/>
                <a:gd name="csX90" fmla="*/ 82169 w 193002"/>
                <a:gd name="csY90" fmla="*/ 104145 h 111310"/>
                <a:gd name="csX91" fmla="*/ 80736 w 193002"/>
                <a:gd name="csY91" fmla="*/ 104623 h 111310"/>
                <a:gd name="csX92" fmla="*/ 78825 w 193002"/>
                <a:gd name="csY92" fmla="*/ 103189 h 111310"/>
                <a:gd name="csX93" fmla="*/ 77392 w 193002"/>
                <a:gd name="csY93" fmla="*/ 103189 h 111310"/>
                <a:gd name="csX94" fmla="*/ 75481 w 193002"/>
                <a:gd name="csY94" fmla="*/ 102712 h 111310"/>
                <a:gd name="csX95" fmla="*/ 71181 w 193002"/>
                <a:gd name="csY95" fmla="*/ 101278 h 111310"/>
                <a:gd name="csX96" fmla="*/ 69748 w 193002"/>
                <a:gd name="csY96" fmla="*/ 100801 h 111310"/>
                <a:gd name="csX97" fmla="*/ 68793 w 193002"/>
                <a:gd name="csY97" fmla="*/ 100801 h 111310"/>
                <a:gd name="csX98" fmla="*/ 68793 w 193002"/>
                <a:gd name="csY98" fmla="*/ 100801 h 111310"/>
                <a:gd name="csX99" fmla="*/ 68315 w 193002"/>
                <a:gd name="csY99" fmla="*/ 100323 h 111310"/>
                <a:gd name="csX100" fmla="*/ 68315 w 193002"/>
                <a:gd name="csY100" fmla="*/ 99845 h 111310"/>
                <a:gd name="csX101" fmla="*/ 68315 w 193002"/>
                <a:gd name="csY101" fmla="*/ 98890 h 111310"/>
                <a:gd name="csX102" fmla="*/ 67360 w 193002"/>
                <a:gd name="csY102" fmla="*/ 98412 h 111310"/>
                <a:gd name="csX103" fmla="*/ 58283 w 193002"/>
                <a:gd name="csY103" fmla="*/ 98412 h 111310"/>
                <a:gd name="csX104" fmla="*/ 55416 w 193002"/>
                <a:gd name="csY104" fmla="*/ 99368 h 111310"/>
                <a:gd name="csX105" fmla="*/ 53505 w 193002"/>
                <a:gd name="csY105" fmla="*/ 99845 h 111310"/>
                <a:gd name="csX106" fmla="*/ 52550 w 193002"/>
                <a:gd name="csY106" fmla="*/ 100801 h 111310"/>
                <a:gd name="csX107" fmla="*/ 52072 w 193002"/>
                <a:gd name="csY107" fmla="*/ 102712 h 111310"/>
                <a:gd name="csX108" fmla="*/ 51117 w 193002"/>
                <a:gd name="csY108" fmla="*/ 104145 h 111310"/>
                <a:gd name="csX109" fmla="*/ 50162 w 193002"/>
                <a:gd name="csY109" fmla="*/ 106056 h 111310"/>
                <a:gd name="csX110" fmla="*/ 50162 w 193002"/>
                <a:gd name="csY110" fmla="*/ 106056 h 111310"/>
                <a:gd name="csX111" fmla="*/ 47295 w 193002"/>
                <a:gd name="csY111" fmla="*/ 106534 h 111310"/>
                <a:gd name="csX112" fmla="*/ 44906 w 193002"/>
                <a:gd name="csY112" fmla="*/ 108444 h 111310"/>
                <a:gd name="csX113" fmla="*/ 43951 w 193002"/>
                <a:gd name="csY113" fmla="*/ 108922 h 111310"/>
                <a:gd name="csX114" fmla="*/ 42517 w 193002"/>
                <a:gd name="csY114" fmla="*/ 108444 h 111310"/>
                <a:gd name="csX115" fmla="*/ 41085 w 193002"/>
                <a:gd name="csY115" fmla="*/ 108444 h 111310"/>
                <a:gd name="csX116" fmla="*/ 39651 w 193002"/>
                <a:gd name="csY116" fmla="*/ 108922 h 111310"/>
                <a:gd name="csX117" fmla="*/ 38218 w 193002"/>
                <a:gd name="csY117" fmla="*/ 108922 h 111310"/>
                <a:gd name="csX118" fmla="*/ 34396 w 193002"/>
                <a:gd name="csY118" fmla="*/ 107967 h 111310"/>
                <a:gd name="csX119" fmla="*/ 31052 w 193002"/>
                <a:gd name="csY119" fmla="*/ 107967 h 111310"/>
                <a:gd name="csX120" fmla="*/ 28664 w 193002"/>
                <a:gd name="csY120" fmla="*/ 107967 h 111310"/>
                <a:gd name="csX121" fmla="*/ 27708 w 193002"/>
                <a:gd name="csY121" fmla="*/ 108444 h 111310"/>
                <a:gd name="csX122" fmla="*/ 21020 w 193002"/>
                <a:gd name="csY122" fmla="*/ 110833 h 111310"/>
                <a:gd name="csX123" fmla="*/ 19109 w 193002"/>
                <a:gd name="csY123" fmla="*/ 111311 h 111310"/>
                <a:gd name="csX124" fmla="*/ 18153 w 193002"/>
                <a:gd name="csY124" fmla="*/ 110833 h 111310"/>
                <a:gd name="csX125" fmla="*/ 16721 w 193002"/>
                <a:gd name="csY125" fmla="*/ 109878 h 111310"/>
                <a:gd name="csX126" fmla="*/ 15287 w 193002"/>
                <a:gd name="csY126" fmla="*/ 108922 h 111310"/>
                <a:gd name="csX127" fmla="*/ 11465 w 193002"/>
                <a:gd name="csY127" fmla="*/ 105100 h 111310"/>
                <a:gd name="csX128" fmla="*/ 10032 w 193002"/>
                <a:gd name="csY128" fmla="*/ 104623 h 111310"/>
                <a:gd name="csX129" fmla="*/ 9076 w 193002"/>
                <a:gd name="csY129" fmla="*/ 103667 h 111310"/>
                <a:gd name="csX130" fmla="*/ 9076 w 193002"/>
                <a:gd name="csY130" fmla="*/ 103667 h 111310"/>
                <a:gd name="csX131" fmla="*/ 8121 w 193002"/>
                <a:gd name="csY131" fmla="*/ 102712 h 111310"/>
                <a:gd name="csX132" fmla="*/ 6688 w 193002"/>
                <a:gd name="csY132" fmla="*/ 101278 h 111310"/>
                <a:gd name="csX133" fmla="*/ 5255 w 193002"/>
                <a:gd name="csY133" fmla="*/ 100801 h 111310"/>
                <a:gd name="csX134" fmla="*/ 3821 w 193002"/>
                <a:gd name="csY134" fmla="*/ 99368 h 111310"/>
                <a:gd name="csX135" fmla="*/ 3821 w 193002"/>
                <a:gd name="csY135" fmla="*/ 99368 h 111310"/>
                <a:gd name="csX136" fmla="*/ 2389 w 193002"/>
                <a:gd name="csY136" fmla="*/ 97457 h 111310"/>
                <a:gd name="csX137" fmla="*/ 1910 w 193002"/>
                <a:gd name="csY137" fmla="*/ 94590 h 111310"/>
                <a:gd name="csX138" fmla="*/ 478 w 193002"/>
                <a:gd name="csY138" fmla="*/ 94112 h 111310"/>
                <a:gd name="csX139" fmla="*/ 0 w 193002"/>
                <a:gd name="csY139" fmla="*/ 93157 h 111310"/>
                <a:gd name="csX140" fmla="*/ 0 w 193002"/>
                <a:gd name="csY140" fmla="*/ 92679 h 111310"/>
                <a:gd name="csX141" fmla="*/ 1910 w 193002"/>
                <a:gd name="csY141" fmla="*/ 90291 h 111310"/>
                <a:gd name="csX142" fmla="*/ 2866 w 193002"/>
                <a:gd name="csY142" fmla="*/ 92679 h 111310"/>
                <a:gd name="csX143" fmla="*/ 3344 w 193002"/>
                <a:gd name="csY143" fmla="*/ 93157 h 111310"/>
                <a:gd name="csX144" fmla="*/ 6210 w 193002"/>
                <a:gd name="csY144" fmla="*/ 95068 h 111310"/>
                <a:gd name="csX145" fmla="*/ 8599 w 193002"/>
                <a:gd name="csY145" fmla="*/ 95546 h 111310"/>
                <a:gd name="csX146" fmla="*/ 11465 w 193002"/>
                <a:gd name="csY146" fmla="*/ 96024 h 111310"/>
                <a:gd name="csX147" fmla="*/ 13854 w 193002"/>
                <a:gd name="csY147" fmla="*/ 96024 h 111310"/>
                <a:gd name="csX148" fmla="*/ 14809 w 193002"/>
                <a:gd name="csY148" fmla="*/ 96024 h 111310"/>
                <a:gd name="csX149" fmla="*/ 15765 w 193002"/>
                <a:gd name="csY149" fmla="*/ 95546 h 111310"/>
                <a:gd name="csX150" fmla="*/ 16721 w 193002"/>
                <a:gd name="csY150" fmla="*/ 96024 h 111310"/>
                <a:gd name="csX151" fmla="*/ 22453 w 193002"/>
                <a:gd name="csY151" fmla="*/ 98890 h 111310"/>
                <a:gd name="csX152" fmla="*/ 24364 w 193002"/>
                <a:gd name="csY152" fmla="*/ 99368 h 111310"/>
                <a:gd name="csX153" fmla="*/ 26753 w 193002"/>
                <a:gd name="csY153" fmla="*/ 98890 h 111310"/>
                <a:gd name="csX154" fmla="*/ 27708 w 193002"/>
                <a:gd name="csY154" fmla="*/ 99368 h 111310"/>
                <a:gd name="csX155" fmla="*/ 30574 w 193002"/>
                <a:gd name="csY155" fmla="*/ 101278 h 111310"/>
                <a:gd name="csX156" fmla="*/ 31530 w 193002"/>
                <a:gd name="csY156" fmla="*/ 101756 h 111310"/>
                <a:gd name="csX157" fmla="*/ 33441 w 193002"/>
                <a:gd name="csY157" fmla="*/ 101756 h 111310"/>
                <a:gd name="csX158" fmla="*/ 31530 w 193002"/>
                <a:gd name="csY158" fmla="*/ 100801 h 111310"/>
                <a:gd name="csX159" fmla="*/ 30097 w 193002"/>
                <a:gd name="csY159" fmla="*/ 99845 h 111310"/>
                <a:gd name="csX160" fmla="*/ 29619 w 193002"/>
                <a:gd name="csY160" fmla="*/ 98412 h 111310"/>
                <a:gd name="csX161" fmla="*/ 29619 w 193002"/>
                <a:gd name="csY161" fmla="*/ 97457 h 111310"/>
                <a:gd name="csX162" fmla="*/ 31052 w 193002"/>
                <a:gd name="csY162" fmla="*/ 96501 h 111310"/>
                <a:gd name="csX163" fmla="*/ 32008 w 193002"/>
                <a:gd name="csY163" fmla="*/ 95546 h 111310"/>
                <a:gd name="csX164" fmla="*/ 32008 w 193002"/>
                <a:gd name="csY164" fmla="*/ 92202 h 111310"/>
                <a:gd name="csX165" fmla="*/ 32963 w 193002"/>
                <a:gd name="csY165" fmla="*/ 90769 h 111310"/>
                <a:gd name="csX166" fmla="*/ 33919 w 193002"/>
                <a:gd name="csY166" fmla="*/ 89335 h 111310"/>
                <a:gd name="csX167" fmla="*/ 34396 w 193002"/>
                <a:gd name="csY167" fmla="*/ 87902 h 111310"/>
                <a:gd name="csX168" fmla="*/ 32963 w 193002"/>
                <a:gd name="csY168" fmla="*/ 86947 h 111310"/>
                <a:gd name="csX169" fmla="*/ 32485 w 193002"/>
                <a:gd name="csY169" fmla="*/ 85036 h 111310"/>
                <a:gd name="csX170" fmla="*/ 32963 w 193002"/>
                <a:gd name="csY170" fmla="*/ 83603 h 111310"/>
                <a:gd name="csX171" fmla="*/ 33441 w 193002"/>
                <a:gd name="csY171" fmla="*/ 82647 h 111310"/>
                <a:gd name="csX172" fmla="*/ 34874 w 193002"/>
                <a:gd name="csY172" fmla="*/ 83603 h 111310"/>
                <a:gd name="csX173" fmla="*/ 35830 w 193002"/>
                <a:gd name="csY173" fmla="*/ 84080 h 111310"/>
                <a:gd name="csX174" fmla="*/ 36785 w 193002"/>
                <a:gd name="csY174" fmla="*/ 84080 h 111310"/>
                <a:gd name="csX175" fmla="*/ 37740 w 193002"/>
                <a:gd name="csY175" fmla="*/ 83603 h 111310"/>
                <a:gd name="csX176" fmla="*/ 37740 w 193002"/>
                <a:gd name="csY176" fmla="*/ 83125 h 111310"/>
                <a:gd name="csX177" fmla="*/ 37740 w 193002"/>
                <a:gd name="csY177" fmla="*/ 81692 h 111310"/>
                <a:gd name="csX178" fmla="*/ 37740 w 193002"/>
                <a:gd name="csY178" fmla="*/ 79303 h 111310"/>
                <a:gd name="csX179" fmla="*/ 39174 w 193002"/>
                <a:gd name="csY179" fmla="*/ 77392 h 111310"/>
                <a:gd name="csX180" fmla="*/ 41085 w 193002"/>
                <a:gd name="csY180" fmla="*/ 75959 h 111310"/>
                <a:gd name="csX181" fmla="*/ 43473 w 193002"/>
                <a:gd name="csY181" fmla="*/ 75003 h 111310"/>
                <a:gd name="csX182" fmla="*/ 51117 w 193002"/>
                <a:gd name="csY182" fmla="*/ 74048 h 111310"/>
                <a:gd name="csX183" fmla="*/ 63538 w 193002"/>
                <a:gd name="csY183" fmla="*/ 71182 h 111310"/>
                <a:gd name="csX184" fmla="*/ 66882 w 193002"/>
                <a:gd name="csY184" fmla="*/ 70226 h 111310"/>
                <a:gd name="csX185" fmla="*/ 68315 w 193002"/>
                <a:gd name="csY185" fmla="*/ 69748 h 111310"/>
                <a:gd name="csX186" fmla="*/ 69271 w 193002"/>
                <a:gd name="csY186" fmla="*/ 68793 h 111310"/>
                <a:gd name="csX187" fmla="*/ 71181 w 193002"/>
                <a:gd name="csY187" fmla="*/ 66404 h 111310"/>
                <a:gd name="csX188" fmla="*/ 75003 w 193002"/>
                <a:gd name="csY188" fmla="*/ 62582 h 111310"/>
                <a:gd name="csX189" fmla="*/ 77392 w 193002"/>
                <a:gd name="csY189" fmla="*/ 59238 h 111310"/>
                <a:gd name="csX190" fmla="*/ 82647 w 193002"/>
                <a:gd name="csY190" fmla="*/ 54461 h 111310"/>
                <a:gd name="csX191" fmla="*/ 86947 w 193002"/>
                <a:gd name="csY191" fmla="*/ 50162 h 111310"/>
                <a:gd name="csX192" fmla="*/ 87424 w 193002"/>
                <a:gd name="csY192" fmla="*/ 49206 h 111310"/>
                <a:gd name="csX193" fmla="*/ 87902 w 193002"/>
                <a:gd name="csY193" fmla="*/ 46817 h 111310"/>
                <a:gd name="csX194" fmla="*/ 88380 w 193002"/>
                <a:gd name="csY194" fmla="*/ 45862 h 111310"/>
                <a:gd name="csX195" fmla="*/ 87902 w 193002"/>
                <a:gd name="csY195" fmla="*/ 44429 h 111310"/>
                <a:gd name="csX196" fmla="*/ 88380 w 193002"/>
                <a:gd name="csY196" fmla="*/ 43951 h 111310"/>
                <a:gd name="csX197" fmla="*/ 89335 w 193002"/>
                <a:gd name="csY197" fmla="*/ 43473 h 111310"/>
                <a:gd name="csX198" fmla="*/ 89813 w 193002"/>
                <a:gd name="csY198" fmla="*/ 43473 h 111310"/>
                <a:gd name="csX199" fmla="*/ 90290 w 193002"/>
                <a:gd name="csY199" fmla="*/ 44429 h 111310"/>
                <a:gd name="csX200" fmla="*/ 91724 w 193002"/>
                <a:gd name="csY200" fmla="*/ 44906 h 111310"/>
                <a:gd name="csX201" fmla="*/ 92679 w 193002"/>
                <a:gd name="csY201" fmla="*/ 45862 h 111310"/>
                <a:gd name="csX202" fmla="*/ 93635 w 193002"/>
                <a:gd name="csY202" fmla="*/ 46817 h 111310"/>
                <a:gd name="csX203" fmla="*/ 94112 w 193002"/>
                <a:gd name="csY203" fmla="*/ 48251 h 111310"/>
                <a:gd name="csX204" fmla="*/ 94112 w 193002"/>
                <a:gd name="csY204" fmla="*/ 48728 h 111310"/>
                <a:gd name="csX205" fmla="*/ 94590 w 193002"/>
                <a:gd name="csY205" fmla="*/ 49684 h 111310"/>
                <a:gd name="csX206" fmla="*/ 96501 w 193002"/>
                <a:gd name="csY206" fmla="*/ 49684 h 111310"/>
                <a:gd name="csX207" fmla="*/ 97456 w 193002"/>
                <a:gd name="csY207" fmla="*/ 50639 h 111310"/>
                <a:gd name="csX208" fmla="*/ 98412 w 193002"/>
                <a:gd name="csY208" fmla="*/ 52550 h 111310"/>
                <a:gd name="csX209" fmla="*/ 99845 w 193002"/>
                <a:gd name="csY209" fmla="*/ 53505 h 111310"/>
                <a:gd name="csX210" fmla="*/ 100323 w 193002"/>
                <a:gd name="csY210" fmla="*/ 53983 h 111310"/>
                <a:gd name="csX211" fmla="*/ 101278 w 193002"/>
                <a:gd name="csY211" fmla="*/ 53983 h 111310"/>
                <a:gd name="csX212" fmla="*/ 102712 w 193002"/>
                <a:gd name="csY212" fmla="*/ 52550 h 111310"/>
                <a:gd name="csX213" fmla="*/ 102712 w 193002"/>
                <a:gd name="csY213" fmla="*/ 52550 h 111310"/>
                <a:gd name="csX214" fmla="*/ 103667 w 193002"/>
                <a:gd name="csY214" fmla="*/ 51595 h 111310"/>
                <a:gd name="csX215" fmla="*/ 104622 w 193002"/>
                <a:gd name="csY215" fmla="*/ 49684 h 111310"/>
                <a:gd name="csX216" fmla="*/ 104145 w 193002"/>
                <a:gd name="csY216" fmla="*/ 49206 h 111310"/>
                <a:gd name="csX217" fmla="*/ 103667 w 193002"/>
                <a:gd name="csY217" fmla="*/ 49206 h 111310"/>
                <a:gd name="csX218" fmla="*/ 104622 w 193002"/>
                <a:gd name="csY218" fmla="*/ 48251 h 111310"/>
                <a:gd name="csX219" fmla="*/ 105100 w 193002"/>
                <a:gd name="csY219" fmla="*/ 47295 h 111310"/>
                <a:gd name="csX220" fmla="*/ 104622 w 193002"/>
                <a:gd name="csY220" fmla="*/ 46817 h 111310"/>
                <a:gd name="csX221" fmla="*/ 104145 w 193002"/>
                <a:gd name="csY221" fmla="*/ 45862 h 111310"/>
                <a:gd name="csX222" fmla="*/ 103667 w 193002"/>
                <a:gd name="csY222" fmla="*/ 44429 h 111310"/>
                <a:gd name="csX223" fmla="*/ 103189 w 193002"/>
                <a:gd name="csY223" fmla="*/ 42518 h 111310"/>
                <a:gd name="csX224" fmla="*/ 103189 w 193002"/>
                <a:gd name="csY224" fmla="*/ 41562 h 111310"/>
                <a:gd name="csX225" fmla="*/ 103189 w 193002"/>
                <a:gd name="csY225" fmla="*/ 41562 h 111310"/>
                <a:gd name="csX226" fmla="*/ 104145 w 193002"/>
                <a:gd name="csY226" fmla="*/ 40607 h 111310"/>
                <a:gd name="csX227" fmla="*/ 105578 w 193002"/>
                <a:gd name="csY227" fmla="*/ 40129 h 111310"/>
                <a:gd name="csX228" fmla="*/ 106533 w 193002"/>
                <a:gd name="csY228" fmla="*/ 39174 h 111310"/>
                <a:gd name="csX229" fmla="*/ 107011 w 193002"/>
                <a:gd name="csY229" fmla="*/ 38696 h 111310"/>
                <a:gd name="csX230" fmla="*/ 108922 w 193002"/>
                <a:gd name="csY230" fmla="*/ 38218 h 111310"/>
                <a:gd name="csX231" fmla="*/ 108922 w 193002"/>
                <a:gd name="csY231" fmla="*/ 39651 h 111310"/>
                <a:gd name="csX232" fmla="*/ 108922 w 193002"/>
                <a:gd name="csY232" fmla="*/ 42040 h 111310"/>
                <a:gd name="csX233" fmla="*/ 109400 w 193002"/>
                <a:gd name="csY233" fmla="*/ 43951 h 111310"/>
                <a:gd name="csX234" fmla="*/ 110355 w 193002"/>
                <a:gd name="csY234" fmla="*/ 47295 h 111310"/>
                <a:gd name="csX235" fmla="*/ 110355 w 193002"/>
                <a:gd name="csY235" fmla="*/ 47295 h 111310"/>
                <a:gd name="csX236" fmla="*/ 111788 w 193002"/>
                <a:gd name="csY236" fmla="*/ 47773 h 111310"/>
                <a:gd name="csX237" fmla="*/ 113222 w 193002"/>
                <a:gd name="csY237" fmla="*/ 48251 h 111310"/>
                <a:gd name="csX238" fmla="*/ 113699 w 193002"/>
                <a:gd name="csY238" fmla="*/ 48251 h 111310"/>
                <a:gd name="csX239" fmla="*/ 114177 w 193002"/>
                <a:gd name="csY239" fmla="*/ 48251 h 111310"/>
                <a:gd name="csX240" fmla="*/ 114655 w 193002"/>
                <a:gd name="csY240" fmla="*/ 47773 h 111310"/>
                <a:gd name="csX241" fmla="*/ 114655 w 193002"/>
                <a:gd name="csY241" fmla="*/ 47295 h 111310"/>
                <a:gd name="csX242" fmla="*/ 113699 w 193002"/>
                <a:gd name="csY242" fmla="*/ 46340 h 111310"/>
                <a:gd name="csX243" fmla="*/ 113699 w 193002"/>
                <a:gd name="csY243" fmla="*/ 42996 h 111310"/>
                <a:gd name="csX244" fmla="*/ 112744 w 193002"/>
                <a:gd name="csY244" fmla="*/ 40607 h 111310"/>
                <a:gd name="csX245" fmla="*/ 111311 w 193002"/>
                <a:gd name="csY245" fmla="*/ 38696 h 111310"/>
                <a:gd name="csX246" fmla="*/ 111311 w 193002"/>
                <a:gd name="csY246" fmla="*/ 38696 h 111310"/>
                <a:gd name="csX247" fmla="*/ 110833 w 193002"/>
                <a:gd name="csY247" fmla="*/ 38218 h 111310"/>
                <a:gd name="csX248" fmla="*/ 110833 w 193002"/>
                <a:gd name="csY248" fmla="*/ 38218 h 111310"/>
                <a:gd name="csX249" fmla="*/ 115610 w 193002"/>
                <a:gd name="csY249" fmla="*/ 37740 h 111310"/>
                <a:gd name="csX250" fmla="*/ 116566 w 193002"/>
                <a:gd name="csY250" fmla="*/ 36785 h 111310"/>
                <a:gd name="csX251" fmla="*/ 118477 w 193002"/>
                <a:gd name="csY251" fmla="*/ 35352 h 111310"/>
                <a:gd name="csX252" fmla="*/ 118954 w 193002"/>
                <a:gd name="csY252" fmla="*/ 34874 h 111310"/>
                <a:gd name="csX253" fmla="*/ 119910 w 193002"/>
                <a:gd name="csY253" fmla="*/ 32963 h 111310"/>
                <a:gd name="csX254" fmla="*/ 117521 w 193002"/>
                <a:gd name="csY254" fmla="*/ 31530 h 111310"/>
                <a:gd name="csX255" fmla="*/ 116566 w 193002"/>
                <a:gd name="csY255" fmla="*/ 30097 h 111310"/>
                <a:gd name="csX256" fmla="*/ 116566 w 193002"/>
                <a:gd name="csY256" fmla="*/ 28664 h 111310"/>
                <a:gd name="csX257" fmla="*/ 119432 w 193002"/>
                <a:gd name="csY257" fmla="*/ 25797 h 111310"/>
                <a:gd name="csX258" fmla="*/ 120388 w 193002"/>
                <a:gd name="csY258" fmla="*/ 25320 h 111310"/>
                <a:gd name="csX259" fmla="*/ 120388 w 193002"/>
                <a:gd name="csY259" fmla="*/ 26275 h 111310"/>
                <a:gd name="csX260" fmla="*/ 121821 w 193002"/>
                <a:gd name="csY260" fmla="*/ 26753 h 111310"/>
                <a:gd name="csX261" fmla="*/ 122776 w 193002"/>
                <a:gd name="csY261" fmla="*/ 26753 h 111310"/>
                <a:gd name="csX262" fmla="*/ 124210 w 193002"/>
                <a:gd name="csY262" fmla="*/ 26753 h 111310"/>
                <a:gd name="csX263" fmla="*/ 125642 w 193002"/>
                <a:gd name="csY263" fmla="*/ 25320 h 111310"/>
                <a:gd name="csX264" fmla="*/ 126598 w 193002"/>
                <a:gd name="csY264" fmla="*/ 22931 h 111310"/>
                <a:gd name="csX265" fmla="*/ 129465 w 193002"/>
                <a:gd name="csY265" fmla="*/ 20064 h 111310"/>
                <a:gd name="csX266" fmla="*/ 130420 w 193002"/>
                <a:gd name="csY266" fmla="*/ 18154 h 111310"/>
                <a:gd name="csX267" fmla="*/ 130897 w 193002"/>
                <a:gd name="csY267" fmla="*/ 15765 h 111310"/>
                <a:gd name="csX268" fmla="*/ 138063 w 193002"/>
                <a:gd name="csY268" fmla="*/ 8599 h 111310"/>
                <a:gd name="csX269" fmla="*/ 138542 w 193002"/>
                <a:gd name="csY269" fmla="*/ 7644 h 111310"/>
                <a:gd name="csX270" fmla="*/ 142841 w 193002"/>
                <a:gd name="csY270" fmla="*/ 478 h 111310"/>
                <a:gd name="csX271" fmla="*/ 143319 w 193002"/>
                <a:gd name="csY271" fmla="*/ 0 h 111310"/>
                <a:gd name="csX272" fmla="*/ 144752 w 193002"/>
                <a:gd name="csY272" fmla="*/ 955 h 111310"/>
                <a:gd name="csX273" fmla="*/ 144752 w 193002"/>
                <a:gd name="csY273" fmla="*/ 3344 h 111310"/>
                <a:gd name="csX274" fmla="*/ 144752 w 193002"/>
                <a:gd name="csY274" fmla="*/ 4299 h 111310"/>
                <a:gd name="csX275" fmla="*/ 143796 w 193002"/>
                <a:gd name="csY275" fmla="*/ 5733 h 111310"/>
                <a:gd name="csX276" fmla="*/ 143796 w 193002"/>
                <a:gd name="csY276" fmla="*/ 7166 h 111310"/>
                <a:gd name="csX277" fmla="*/ 144274 w 193002"/>
                <a:gd name="csY277" fmla="*/ 7166 h 111310"/>
                <a:gd name="csX278" fmla="*/ 146185 w 193002"/>
                <a:gd name="csY278" fmla="*/ 6210 h 111310"/>
                <a:gd name="csX279" fmla="*/ 148096 w 193002"/>
                <a:gd name="csY279" fmla="*/ 3822 h 111310"/>
                <a:gd name="csX280" fmla="*/ 149529 w 193002"/>
                <a:gd name="csY280" fmla="*/ 1433 h 111310"/>
                <a:gd name="csX281" fmla="*/ 150485 w 193002"/>
                <a:gd name="csY281" fmla="*/ 478 h 111310"/>
                <a:gd name="csX282" fmla="*/ 152395 w 193002"/>
                <a:gd name="csY282" fmla="*/ 955 h 111310"/>
                <a:gd name="csX283" fmla="*/ 152873 w 193002"/>
                <a:gd name="csY283" fmla="*/ 1433 h 111310"/>
                <a:gd name="csX284" fmla="*/ 152873 w 193002"/>
                <a:gd name="csY284" fmla="*/ 2866 h 111310"/>
                <a:gd name="csX285" fmla="*/ 152873 w 193002"/>
                <a:gd name="csY285" fmla="*/ 3822 h 111310"/>
                <a:gd name="csX286" fmla="*/ 153829 w 193002"/>
                <a:gd name="csY286" fmla="*/ 5733 h 111310"/>
                <a:gd name="csX287" fmla="*/ 155262 w 193002"/>
                <a:gd name="csY287" fmla="*/ 7166 h 111310"/>
                <a:gd name="csX288" fmla="*/ 157651 w 193002"/>
                <a:gd name="csY288" fmla="*/ 7644 h 111310"/>
                <a:gd name="csX289" fmla="*/ 160039 w 193002"/>
                <a:gd name="csY289" fmla="*/ 9077 h 111310"/>
                <a:gd name="csX290" fmla="*/ 160517 w 193002"/>
                <a:gd name="csY290" fmla="*/ 9555 h 111310"/>
                <a:gd name="csX291" fmla="*/ 160995 w 193002"/>
                <a:gd name="csY291" fmla="*/ 10510 h 111310"/>
                <a:gd name="csX292" fmla="*/ 161472 w 193002"/>
                <a:gd name="csY292" fmla="*/ 11943 h 111310"/>
                <a:gd name="csX293" fmla="*/ 161472 w 193002"/>
                <a:gd name="csY293" fmla="*/ 13376 h 111310"/>
                <a:gd name="csX294" fmla="*/ 160039 w 193002"/>
                <a:gd name="csY294" fmla="*/ 14809 h 111310"/>
                <a:gd name="csX295" fmla="*/ 160517 w 193002"/>
                <a:gd name="csY295" fmla="*/ 16721 h 111310"/>
                <a:gd name="csX296" fmla="*/ 160517 w 193002"/>
                <a:gd name="csY296" fmla="*/ 18154 h 111310"/>
                <a:gd name="csX297" fmla="*/ 160039 w 193002"/>
                <a:gd name="csY297" fmla="*/ 19109 h 111310"/>
                <a:gd name="csX298" fmla="*/ 157651 w 193002"/>
                <a:gd name="csY298" fmla="*/ 20064 h 111310"/>
                <a:gd name="csX299" fmla="*/ 163861 w 193002"/>
                <a:gd name="csY299" fmla="*/ 19109 h 111310"/>
                <a:gd name="csX300" fmla="*/ 165772 w 193002"/>
                <a:gd name="csY300" fmla="*/ 18631 h 111310"/>
                <a:gd name="csX301" fmla="*/ 167683 w 193002"/>
                <a:gd name="csY301" fmla="*/ 17198 h 111310"/>
                <a:gd name="csX302" fmla="*/ 168638 w 193002"/>
                <a:gd name="csY302" fmla="*/ 18631 h 111310"/>
                <a:gd name="csX303" fmla="*/ 170072 w 193002"/>
                <a:gd name="csY303" fmla="*/ 20542 h 111310"/>
                <a:gd name="csX304" fmla="*/ 169116 w 193002"/>
                <a:gd name="csY304" fmla="*/ 21020 h 111310"/>
                <a:gd name="csX305" fmla="*/ 166249 w 193002"/>
                <a:gd name="csY305" fmla="*/ 21975 h 111310"/>
                <a:gd name="csX306" fmla="*/ 166249 w 193002"/>
                <a:gd name="csY306" fmla="*/ 22453 h 111310"/>
                <a:gd name="csX307" fmla="*/ 167205 w 193002"/>
                <a:gd name="csY307" fmla="*/ 23409 h 111310"/>
                <a:gd name="csX308" fmla="*/ 168161 w 193002"/>
                <a:gd name="csY308" fmla="*/ 23409 h 111310"/>
                <a:gd name="csX309" fmla="*/ 170549 w 193002"/>
                <a:gd name="csY309" fmla="*/ 22453 h 111310"/>
                <a:gd name="csX310" fmla="*/ 172460 w 193002"/>
                <a:gd name="csY310" fmla="*/ 21498 h 111310"/>
                <a:gd name="csX311" fmla="*/ 173415 w 193002"/>
                <a:gd name="csY311" fmla="*/ 21498 h 111310"/>
                <a:gd name="csX312" fmla="*/ 174849 w 193002"/>
                <a:gd name="csY312" fmla="*/ 21498 h 111310"/>
                <a:gd name="csX313" fmla="*/ 176760 w 193002"/>
                <a:gd name="csY313" fmla="*/ 22453 h 111310"/>
                <a:gd name="csX314" fmla="*/ 177715 w 193002"/>
                <a:gd name="csY314" fmla="*/ 22931 h 111310"/>
                <a:gd name="csX315" fmla="*/ 178670 w 193002"/>
                <a:gd name="csY315" fmla="*/ 23886 h 111310"/>
                <a:gd name="csX316" fmla="*/ 179626 w 193002"/>
                <a:gd name="csY316" fmla="*/ 25797 h 111310"/>
                <a:gd name="csX317" fmla="*/ 182015 w 193002"/>
                <a:gd name="csY317" fmla="*/ 26275 h 111310"/>
                <a:gd name="csX318" fmla="*/ 186792 w 193002"/>
                <a:gd name="csY318" fmla="*/ 28664 h 111310"/>
                <a:gd name="csX319" fmla="*/ 187747 w 193002"/>
                <a:gd name="csY319" fmla="*/ 28664 h 111310"/>
                <a:gd name="csX320" fmla="*/ 188703 w 193002"/>
                <a:gd name="csY320" fmla="*/ 28664 h 111310"/>
                <a:gd name="csX321" fmla="*/ 191092 w 193002"/>
                <a:gd name="csY321" fmla="*/ 28664 h 111310"/>
                <a:gd name="csX322" fmla="*/ 192047 w 193002"/>
                <a:gd name="csY322" fmla="*/ 28664 h 111310"/>
                <a:gd name="csX323" fmla="*/ 192525 w 193002"/>
                <a:gd name="csY323" fmla="*/ 29619 h 111310"/>
                <a:gd name="csX324" fmla="*/ 193002 w 193002"/>
                <a:gd name="csY324" fmla="*/ 30575 h 111310"/>
                <a:gd name="csX325" fmla="*/ 192525 w 193002"/>
                <a:gd name="csY325" fmla="*/ 32008 h 111310"/>
                <a:gd name="csX326" fmla="*/ 192525 w 193002"/>
                <a:gd name="csY326" fmla="*/ 32963 h 111310"/>
                <a:gd name="csX327" fmla="*/ 192047 w 193002"/>
                <a:gd name="csY327" fmla="*/ 33441 h 111310"/>
                <a:gd name="csX328" fmla="*/ 190136 w 193002"/>
                <a:gd name="csY328" fmla="*/ 34396 h 111310"/>
                <a:gd name="csX329" fmla="*/ 185836 w 193002"/>
                <a:gd name="csY329" fmla="*/ 35830 h 111310"/>
                <a:gd name="csX330" fmla="*/ 181059 w 193002"/>
                <a:gd name="csY330" fmla="*/ 36785 h 111310"/>
                <a:gd name="csX331" fmla="*/ 178670 w 193002"/>
                <a:gd name="csY331" fmla="*/ 36785 h 111310"/>
                <a:gd name="csX332" fmla="*/ 175326 w 193002"/>
                <a:gd name="csY332" fmla="*/ 35830 h 111310"/>
                <a:gd name="csX333" fmla="*/ 173893 w 193002"/>
                <a:gd name="csY333" fmla="*/ 36307 h 111310"/>
                <a:gd name="csX334" fmla="*/ 172938 w 193002"/>
                <a:gd name="csY334" fmla="*/ 36785 h 111310"/>
                <a:gd name="csX335" fmla="*/ 171504 w 193002"/>
                <a:gd name="csY335" fmla="*/ 39651 h 111310"/>
                <a:gd name="csX336" fmla="*/ 173893 w 193002"/>
                <a:gd name="csY336" fmla="*/ 42518 h 111310"/>
                <a:gd name="csX337" fmla="*/ 178670 w 193002"/>
                <a:gd name="csY337" fmla="*/ 45384 h 111310"/>
                <a:gd name="csX338" fmla="*/ 179626 w 193002"/>
                <a:gd name="csY338" fmla="*/ 46340 h 111310"/>
                <a:gd name="csX339" fmla="*/ 179149 w 193002"/>
                <a:gd name="csY339" fmla="*/ 47295 h 111310"/>
                <a:gd name="csX340" fmla="*/ 178670 w 193002"/>
                <a:gd name="csY340" fmla="*/ 47773 h 111310"/>
                <a:gd name="csX341" fmla="*/ 177715 w 193002"/>
                <a:gd name="csY341" fmla="*/ 47773 h 111310"/>
                <a:gd name="csX342" fmla="*/ 174849 w 193002"/>
                <a:gd name="csY342" fmla="*/ 48251 h 111310"/>
                <a:gd name="csX343" fmla="*/ 171983 w 193002"/>
                <a:gd name="csY343" fmla="*/ 48728 h 111310"/>
                <a:gd name="csX344" fmla="*/ 170072 w 193002"/>
                <a:gd name="csY344" fmla="*/ 49206 h 111310"/>
                <a:gd name="csX345" fmla="*/ 167683 w 193002"/>
                <a:gd name="csY345" fmla="*/ 50162 h 111310"/>
                <a:gd name="csX346" fmla="*/ 165772 w 193002"/>
                <a:gd name="csY346" fmla="*/ 49684 h 111310"/>
                <a:gd name="csX347" fmla="*/ 162428 w 193002"/>
                <a:gd name="csY347" fmla="*/ 48251 h 111310"/>
                <a:gd name="csX348" fmla="*/ 161472 w 193002"/>
                <a:gd name="csY348" fmla="*/ 48251 h 111310"/>
                <a:gd name="csX349" fmla="*/ 160517 w 193002"/>
                <a:gd name="csY349" fmla="*/ 48728 h 111310"/>
                <a:gd name="csX350" fmla="*/ 160039 w 193002"/>
                <a:gd name="csY350" fmla="*/ 50639 h 111310"/>
                <a:gd name="csX351" fmla="*/ 159084 w 193002"/>
                <a:gd name="csY351" fmla="*/ 51117 h 111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</a:cxnLst>
              <a:rect l="l" t="t" r="r" b="b"/>
              <a:pathLst>
                <a:path w="193002" h="111310">
                  <a:moveTo>
                    <a:pt x="159084" y="51117"/>
                  </a:moveTo>
                  <a:lnTo>
                    <a:pt x="159084" y="51117"/>
                  </a:lnTo>
                  <a:lnTo>
                    <a:pt x="158606" y="51117"/>
                  </a:lnTo>
                  <a:lnTo>
                    <a:pt x="156695" y="51117"/>
                  </a:lnTo>
                  <a:lnTo>
                    <a:pt x="153351" y="49206"/>
                  </a:lnTo>
                  <a:lnTo>
                    <a:pt x="150007" y="48251"/>
                  </a:lnTo>
                  <a:lnTo>
                    <a:pt x="144752" y="48251"/>
                  </a:lnTo>
                  <a:lnTo>
                    <a:pt x="141885" y="47773"/>
                  </a:lnTo>
                  <a:lnTo>
                    <a:pt x="140930" y="48251"/>
                  </a:lnTo>
                  <a:lnTo>
                    <a:pt x="139974" y="48251"/>
                  </a:lnTo>
                  <a:lnTo>
                    <a:pt x="139019" y="47773"/>
                  </a:lnTo>
                  <a:lnTo>
                    <a:pt x="138063" y="47773"/>
                  </a:lnTo>
                  <a:lnTo>
                    <a:pt x="136153" y="48728"/>
                  </a:lnTo>
                  <a:lnTo>
                    <a:pt x="135197" y="48251"/>
                  </a:lnTo>
                  <a:lnTo>
                    <a:pt x="134242" y="48251"/>
                  </a:lnTo>
                  <a:lnTo>
                    <a:pt x="132808" y="47773"/>
                  </a:lnTo>
                  <a:lnTo>
                    <a:pt x="130897" y="47773"/>
                  </a:lnTo>
                  <a:lnTo>
                    <a:pt x="128509" y="49206"/>
                  </a:lnTo>
                  <a:lnTo>
                    <a:pt x="126120" y="48251"/>
                  </a:lnTo>
                  <a:lnTo>
                    <a:pt x="125165" y="48251"/>
                  </a:lnTo>
                  <a:lnTo>
                    <a:pt x="124687" y="48251"/>
                  </a:lnTo>
                  <a:lnTo>
                    <a:pt x="123731" y="49684"/>
                  </a:lnTo>
                  <a:lnTo>
                    <a:pt x="123731" y="49684"/>
                  </a:lnTo>
                  <a:lnTo>
                    <a:pt x="121821" y="51117"/>
                  </a:lnTo>
                  <a:lnTo>
                    <a:pt x="120865" y="53028"/>
                  </a:lnTo>
                  <a:lnTo>
                    <a:pt x="120865" y="53028"/>
                  </a:lnTo>
                  <a:lnTo>
                    <a:pt x="119910" y="54939"/>
                  </a:lnTo>
                  <a:lnTo>
                    <a:pt x="119910" y="54939"/>
                  </a:lnTo>
                  <a:lnTo>
                    <a:pt x="119432" y="55417"/>
                  </a:lnTo>
                  <a:lnTo>
                    <a:pt x="119432" y="59238"/>
                  </a:lnTo>
                  <a:lnTo>
                    <a:pt x="118954" y="61149"/>
                  </a:lnTo>
                  <a:lnTo>
                    <a:pt x="119432" y="63538"/>
                  </a:lnTo>
                  <a:lnTo>
                    <a:pt x="119432" y="64493"/>
                  </a:lnTo>
                  <a:lnTo>
                    <a:pt x="119432" y="64493"/>
                  </a:lnTo>
                  <a:lnTo>
                    <a:pt x="118477" y="65927"/>
                  </a:lnTo>
                  <a:lnTo>
                    <a:pt x="118477" y="66404"/>
                  </a:lnTo>
                  <a:lnTo>
                    <a:pt x="118477" y="66404"/>
                  </a:lnTo>
                  <a:lnTo>
                    <a:pt x="117999" y="68315"/>
                  </a:lnTo>
                  <a:lnTo>
                    <a:pt x="117999" y="68793"/>
                  </a:lnTo>
                  <a:lnTo>
                    <a:pt x="117999" y="69271"/>
                  </a:lnTo>
                  <a:lnTo>
                    <a:pt x="117999" y="70226"/>
                  </a:lnTo>
                  <a:lnTo>
                    <a:pt x="117044" y="71659"/>
                  </a:lnTo>
                  <a:lnTo>
                    <a:pt x="117044" y="72137"/>
                  </a:lnTo>
                  <a:lnTo>
                    <a:pt x="115610" y="72137"/>
                  </a:lnTo>
                  <a:lnTo>
                    <a:pt x="114177" y="72615"/>
                  </a:lnTo>
                  <a:lnTo>
                    <a:pt x="113222" y="72137"/>
                  </a:lnTo>
                  <a:lnTo>
                    <a:pt x="111788" y="73093"/>
                  </a:lnTo>
                  <a:lnTo>
                    <a:pt x="110355" y="74526"/>
                  </a:lnTo>
                  <a:lnTo>
                    <a:pt x="109878" y="75481"/>
                  </a:lnTo>
                  <a:lnTo>
                    <a:pt x="109878" y="76437"/>
                  </a:lnTo>
                  <a:lnTo>
                    <a:pt x="109878" y="76914"/>
                  </a:lnTo>
                  <a:lnTo>
                    <a:pt x="109878" y="77392"/>
                  </a:lnTo>
                  <a:lnTo>
                    <a:pt x="109878" y="78347"/>
                  </a:lnTo>
                  <a:lnTo>
                    <a:pt x="109878" y="79303"/>
                  </a:lnTo>
                  <a:lnTo>
                    <a:pt x="109878" y="79303"/>
                  </a:lnTo>
                  <a:lnTo>
                    <a:pt x="110833" y="79781"/>
                  </a:lnTo>
                  <a:lnTo>
                    <a:pt x="111788" y="80258"/>
                  </a:lnTo>
                  <a:lnTo>
                    <a:pt x="111788" y="81214"/>
                  </a:lnTo>
                  <a:lnTo>
                    <a:pt x="111311" y="81692"/>
                  </a:lnTo>
                  <a:lnTo>
                    <a:pt x="111311" y="81692"/>
                  </a:lnTo>
                  <a:lnTo>
                    <a:pt x="109878" y="82647"/>
                  </a:lnTo>
                  <a:lnTo>
                    <a:pt x="107489" y="84080"/>
                  </a:lnTo>
                  <a:lnTo>
                    <a:pt x="105100" y="85991"/>
                  </a:lnTo>
                  <a:lnTo>
                    <a:pt x="104145" y="85991"/>
                  </a:lnTo>
                  <a:lnTo>
                    <a:pt x="103667" y="86947"/>
                  </a:lnTo>
                  <a:lnTo>
                    <a:pt x="103667" y="86947"/>
                  </a:lnTo>
                  <a:lnTo>
                    <a:pt x="103667" y="87424"/>
                  </a:lnTo>
                  <a:lnTo>
                    <a:pt x="103189" y="87902"/>
                  </a:lnTo>
                  <a:lnTo>
                    <a:pt x="104145" y="89813"/>
                  </a:lnTo>
                  <a:lnTo>
                    <a:pt x="104622" y="90291"/>
                  </a:lnTo>
                  <a:lnTo>
                    <a:pt x="104622" y="90769"/>
                  </a:lnTo>
                  <a:lnTo>
                    <a:pt x="104622" y="91724"/>
                  </a:lnTo>
                  <a:lnTo>
                    <a:pt x="104145" y="92679"/>
                  </a:lnTo>
                  <a:lnTo>
                    <a:pt x="104145" y="92679"/>
                  </a:lnTo>
                  <a:lnTo>
                    <a:pt x="103189" y="93157"/>
                  </a:lnTo>
                  <a:lnTo>
                    <a:pt x="102234" y="93157"/>
                  </a:lnTo>
                  <a:lnTo>
                    <a:pt x="101756" y="94112"/>
                  </a:lnTo>
                  <a:lnTo>
                    <a:pt x="101278" y="96501"/>
                  </a:lnTo>
                  <a:lnTo>
                    <a:pt x="100801" y="97457"/>
                  </a:lnTo>
                  <a:lnTo>
                    <a:pt x="100801" y="97935"/>
                  </a:lnTo>
                  <a:lnTo>
                    <a:pt x="99845" y="99368"/>
                  </a:lnTo>
                  <a:lnTo>
                    <a:pt x="99367" y="100323"/>
                  </a:lnTo>
                  <a:lnTo>
                    <a:pt x="98412" y="100323"/>
                  </a:lnTo>
                  <a:lnTo>
                    <a:pt x="96024" y="99845"/>
                  </a:lnTo>
                  <a:lnTo>
                    <a:pt x="93635" y="100323"/>
                  </a:lnTo>
                  <a:lnTo>
                    <a:pt x="90769" y="100323"/>
                  </a:lnTo>
                  <a:lnTo>
                    <a:pt x="88380" y="100323"/>
                  </a:lnTo>
                  <a:lnTo>
                    <a:pt x="86469" y="100801"/>
                  </a:lnTo>
                  <a:lnTo>
                    <a:pt x="85035" y="101756"/>
                  </a:lnTo>
                  <a:lnTo>
                    <a:pt x="83603" y="103189"/>
                  </a:lnTo>
                  <a:lnTo>
                    <a:pt x="82169" y="104145"/>
                  </a:lnTo>
                  <a:lnTo>
                    <a:pt x="80736" y="104623"/>
                  </a:lnTo>
                  <a:lnTo>
                    <a:pt x="78825" y="103189"/>
                  </a:lnTo>
                  <a:lnTo>
                    <a:pt x="77392" y="103189"/>
                  </a:lnTo>
                  <a:lnTo>
                    <a:pt x="75481" y="102712"/>
                  </a:lnTo>
                  <a:lnTo>
                    <a:pt x="71181" y="101278"/>
                  </a:lnTo>
                  <a:lnTo>
                    <a:pt x="69748" y="100801"/>
                  </a:lnTo>
                  <a:lnTo>
                    <a:pt x="68793" y="100801"/>
                  </a:lnTo>
                  <a:lnTo>
                    <a:pt x="68793" y="100801"/>
                  </a:lnTo>
                  <a:lnTo>
                    <a:pt x="68315" y="100323"/>
                  </a:lnTo>
                  <a:lnTo>
                    <a:pt x="68315" y="99845"/>
                  </a:lnTo>
                  <a:lnTo>
                    <a:pt x="68315" y="98890"/>
                  </a:lnTo>
                  <a:lnTo>
                    <a:pt x="67360" y="98412"/>
                  </a:lnTo>
                  <a:lnTo>
                    <a:pt x="58283" y="98412"/>
                  </a:lnTo>
                  <a:lnTo>
                    <a:pt x="55416" y="99368"/>
                  </a:lnTo>
                  <a:lnTo>
                    <a:pt x="53505" y="99845"/>
                  </a:lnTo>
                  <a:lnTo>
                    <a:pt x="52550" y="100801"/>
                  </a:lnTo>
                  <a:lnTo>
                    <a:pt x="52072" y="102712"/>
                  </a:lnTo>
                  <a:lnTo>
                    <a:pt x="51117" y="104145"/>
                  </a:lnTo>
                  <a:lnTo>
                    <a:pt x="50162" y="106056"/>
                  </a:lnTo>
                  <a:lnTo>
                    <a:pt x="50162" y="106056"/>
                  </a:lnTo>
                  <a:lnTo>
                    <a:pt x="47295" y="106534"/>
                  </a:lnTo>
                  <a:lnTo>
                    <a:pt x="44906" y="108444"/>
                  </a:lnTo>
                  <a:lnTo>
                    <a:pt x="43951" y="108922"/>
                  </a:lnTo>
                  <a:lnTo>
                    <a:pt x="42517" y="108444"/>
                  </a:lnTo>
                  <a:lnTo>
                    <a:pt x="41085" y="108444"/>
                  </a:lnTo>
                  <a:lnTo>
                    <a:pt x="39651" y="108922"/>
                  </a:lnTo>
                  <a:lnTo>
                    <a:pt x="38218" y="108922"/>
                  </a:lnTo>
                  <a:lnTo>
                    <a:pt x="34396" y="107967"/>
                  </a:lnTo>
                  <a:lnTo>
                    <a:pt x="31052" y="107967"/>
                  </a:lnTo>
                  <a:lnTo>
                    <a:pt x="28664" y="107967"/>
                  </a:lnTo>
                  <a:lnTo>
                    <a:pt x="27708" y="108444"/>
                  </a:lnTo>
                  <a:lnTo>
                    <a:pt x="21020" y="110833"/>
                  </a:lnTo>
                  <a:lnTo>
                    <a:pt x="19109" y="111311"/>
                  </a:lnTo>
                  <a:lnTo>
                    <a:pt x="18153" y="110833"/>
                  </a:lnTo>
                  <a:lnTo>
                    <a:pt x="16721" y="109878"/>
                  </a:lnTo>
                  <a:lnTo>
                    <a:pt x="15287" y="108922"/>
                  </a:lnTo>
                  <a:lnTo>
                    <a:pt x="11465" y="105100"/>
                  </a:lnTo>
                  <a:lnTo>
                    <a:pt x="10032" y="104623"/>
                  </a:lnTo>
                  <a:lnTo>
                    <a:pt x="9076" y="103667"/>
                  </a:lnTo>
                  <a:lnTo>
                    <a:pt x="9076" y="103667"/>
                  </a:lnTo>
                  <a:lnTo>
                    <a:pt x="8121" y="102712"/>
                  </a:lnTo>
                  <a:lnTo>
                    <a:pt x="6688" y="101278"/>
                  </a:lnTo>
                  <a:lnTo>
                    <a:pt x="5255" y="100801"/>
                  </a:lnTo>
                  <a:lnTo>
                    <a:pt x="3821" y="99368"/>
                  </a:lnTo>
                  <a:lnTo>
                    <a:pt x="3821" y="99368"/>
                  </a:lnTo>
                  <a:lnTo>
                    <a:pt x="2389" y="97457"/>
                  </a:lnTo>
                  <a:lnTo>
                    <a:pt x="1910" y="94590"/>
                  </a:lnTo>
                  <a:lnTo>
                    <a:pt x="478" y="94112"/>
                  </a:lnTo>
                  <a:lnTo>
                    <a:pt x="0" y="93157"/>
                  </a:lnTo>
                  <a:lnTo>
                    <a:pt x="0" y="92679"/>
                  </a:lnTo>
                  <a:lnTo>
                    <a:pt x="1910" y="90291"/>
                  </a:lnTo>
                  <a:lnTo>
                    <a:pt x="2866" y="92679"/>
                  </a:lnTo>
                  <a:lnTo>
                    <a:pt x="3344" y="93157"/>
                  </a:lnTo>
                  <a:lnTo>
                    <a:pt x="6210" y="95068"/>
                  </a:lnTo>
                  <a:lnTo>
                    <a:pt x="8599" y="95546"/>
                  </a:lnTo>
                  <a:lnTo>
                    <a:pt x="11465" y="96024"/>
                  </a:lnTo>
                  <a:lnTo>
                    <a:pt x="13854" y="96024"/>
                  </a:lnTo>
                  <a:lnTo>
                    <a:pt x="14809" y="96024"/>
                  </a:lnTo>
                  <a:lnTo>
                    <a:pt x="15765" y="95546"/>
                  </a:lnTo>
                  <a:lnTo>
                    <a:pt x="16721" y="96024"/>
                  </a:lnTo>
                  <a:lnTo>
                    <a:pt x="22453" y="98890"/>
                  </a:lnTo>
                  <a:lnTo>
                    <a:pt x="24364" y="99368"/>
                  </a:lnTo>
                  <a:lnTo>
                    <a:pt x="26753" y="98890"/>
                  </a:lnTo>
                  <a:lnTo>
                    <a:pt x="27708" y="99368"/>
                  </a:lnTo>
                  <a:lnTo>
                    <a:pt x="30574" y="101278"/>
                  </a:lnTo>
                  <a:lnTo>
                    <a:pt x="31530" y="101756"/>
                  </a:lnTo>
                  <a:lnTo>
                    <a:pt x="33441" y="101756"/>
                  </a:lnTo>
                  <a:lnTo>
                    <a:pt x="31530" y="100801"/>
                  </a:lnTo>
                  <a:lnTo>
                    <a:pt x="30097" y="99845"/>
                  </a:lnTo>
                  <a:lnTo>
                    <a:pt x="29619" y="98412"/>
                  </a:lnTo>
                  <a:lnTo>
                    <a:pt x="29619" y="97457"/>
                  </a:lnTo>
                  <a:lnTo>
                    <a:pt x="31052" y="96501"/>
                  </a:lnTo>
                  <a:lnTo>
                    <a:pt x="32008" y="95546"/>
                  </a:lnTo>
                  <a:lnTo>
                    <a:pt x="32008" y="92202"/>
                  </a:lnTo>
                  <a:lnTo>
                    <a:pt x="32963" y="90769"/>
                  </a:lnTo>
                  <a:lnTo>
                    <a:pt x="33919" y="89335"/>
                  </a:lnTo>
                  <a:lnTo>
                    <a:pt x="34396" y="87902"/>
                  </a:lnTo>
                  <a:lnTo>
                    <a:pt x="32963" y="86947"/>
                  </a:lnTo>
                  <a:lnTo>
                    <a:pt x="32485" y="85036"/>
                  </a:lnTo>
                  <a:lnTo>
                    <a:pt x="32963" y="83603"/>
                  </a:lnTo>
                  <a:lnTo>
                    <a:pt x="33441" y="82647"/>
                  </a:lnTo>
                  <a:lnTo>
                    <a:pt x="34874" y="83603"/>
                  </a:lnTo>
                  <a:lnTo>
                    <a:pt x="35830" y="84080"/>
                  </a:lnTo>
                  <a:lnTo>
                    <a:pt x="36785" y="84080"/>
                  </a:lnTo>
                  <a:lnTo>
                    <a:pt x="37740" y="83603"/>
                  </a:lnTo>
                  <a:lnTo>
                    <a:pt x="37740" y="83125"/>
                  </a:lnTo>
                  <a:lnTo>
                    <a:pt x="37740" y="81692"/>
                  </a:lnTo>
                  <a:lnTo>
                    <a:pt x="37740" y="79303"/>
                  </a:lnTo>
                  <a:lnTo>
                    <a:pt x="39174" y="77392"/>
                  </a:lnTo>
                  <a:lnTo>
                    <a:pt x="41085" y="75959"/>
                  </a:lnTo>
                  <a:lnTo>
                    <a:pt x="43473" y="75003"/>
                  </a:lnTo>
                  <a:lnTo>
                    <a:pt x="51117" y="74048"/>
                  </a:lnTo>
                  <a:lnTo>
                    <a:pt x="63538" y="71182"/>
                  </a:lnTo>
                  <a:lnTo>
                    <a:pt x="66882" y="70226"/>
                  </a:lnTo>
                  <a:lnTo>
                    <a:pt x="68315" y="69748"/>
                  </a:lnTo>
                  <a:lnTo>
                    <a:pt x="69271" y="68793"/>
                  </a:lnTo>
                  <a:lnTo>
                    <a:pt x="71181" y="66404"/>
                  </a:lnTo>
                  <a:lnTo>
                    <a:pt x="75003" y="62582"/>
                  </a:lnTo>
                  <a:lnTo>
                    <a:pt x="77392" y="59238"/>
                  </a:lnTo>
                  <a:lnTo>
                    <a:pt x="82647" y="54461"/>
                  </a:lnTo>
                  <a:lnTo>
                    <a:pt x="86947" y="50162"/>
                  </a:lnTo>
                  <a:lnTo>
                    <a:pt x="87424" y="49206"/>
                  </a:lnTo>
                  <a:lnTo>
                    <a:pt x="87902" y="46817"/>
                  </a:lnTo>
                  <a:lnTo>
                    <a:pt x="88380" y="45862"/>
                  </a:lnTo>
                  <a:lnTo>
                    <a:pt x="87902" y="44429"/>
                  </a:lnTo>
                  <a:lnTo>
                    <a:pt x="88380" y="43951"/>
                  </a:lnTo>
                  <a:lnTo>
                    <a:pt x="89335" y="43473"/>
                  </a:lnTo>
                  <a:lnTo>
                    <a:pt x="89813" y="43473"/>
                  </a:lnTo>
                  <a:lnTo>
                    <a:pt x="90290" y="44429"/>
                  </a:lnTo>
                  <a:lnTo>
                    <a:pt x="91724" y="44906"/>
                  </a:lnTo>
                  <a:lnTo>
                    <a:pt x="92679" y="45862"/>
                  </a:lnTo>
                  <a:lnTo>
                    <a:pt x="93635" y="46817"/>
                  </a:lnTo>
                  <a:lnTo>
                    <a:pt x="94112" y="48251"/>
                  </a:lnTo>
                  <a:lnTo>
                    <a:pt x="94112" y="48728"/>
                  </a:lnTo>
                  <a:lnTo>
                    <a:pt x="94590" y="49684"/>
                  </a:lnTo>
                  <a:lnTo>
                    <a:pt x="96501" y="49684"/>
                  </a:lnTo>
                  <a:lnTo>
                    <a:pt x="97456" y="50639"/>
                  </a:lnTo>
                  <a:lnTo>
                    <a:pt x="98412" y="52550"/>
                  </a:lnTo>
                  <a:lnTo>
                    <a:pt x="99845" y="53505"/>
                  </a:lnTo>
                  <a:lnTo>
                    <a:pt x="100323" y="53983"/>
                  </a:lnTo>
                  <a:lnTo>
                    <a:pt x="101278" y="53983"/>
                  </a:lnTo>
                  <a:lnTo>
                    <a:pt x="102712" y="52550"/>
                  </a:lnTo>
                  <a:lnTo>
                    <a:pt x="102712" y="52550"/>
                  </a:lnTo>
                  <a:lnTo>
                    <a:pt x="103667" y="51595"/>
                  </a:lnTo>
                  <a:lnTo>
                    <a:pt x="104622" y="49684"/>
                  </a:lnTo>
                  <a:lnTo>
                    <a:pt x="104145" y="49206"/>
                  </a:lnTo>
                  <a:lnTo>
                    <a:pt x="103667" y="49206"/>
                  </a:lnTo>
                  <a:lnTo>
                    <a:pt x="104622" y="48251"/>
                  </a:lnTo>
                  <a:lnTo>
                    <a:pt x="105100" y="47295"/>
                  </a:lnTo>
                  <a:lnTo>
                    <a:pt x="104622" y="46817"/>
                  </a:lnTo>
                  <a:lnTo>
                    <a:pt x="104145" y="45862"/>
                  </a:lnTo>
                  <a:lnTo>
                    <a:pt x="103667" y="44429"/>
                  </a:lnTo>
                  <a:lnTo>
                    <a:pt x="103189" y="42518"/>
                  </a:lnTo>
                  <a:lnTo>
                    <a:pt x="103189" y="41562"/>
                  </a:lnTo>
                  <a:lnTo>
                    <a:pt x="103189" y="41562"/>
                  </a:lnTo>
                  <a:lnTo>
                    <a:pt x="104145" y="40607"/>
                  </a:lnTo>
                  <a:lnTo>
                    <a:pt x="105578" y="40129"/>
                  </a:lnTo>
                  <a:lnTo>
                    <a:pt x="106533" y="39174"/>
                  </a:lnTo>
                  <a:lnTo>
                    <a:pt x="107011" y="38696"/>
                  </a:lnTo>
                  <a:lnTo>
                    <a:pt x="108922" y="38218"/>
                  </a:lnTo>
                  <a:lnTo>
                    <a:pt x="108922" y="39651"/>
                  </a:lnTo>
                  <a:lnTo>
                    <a:pt x="108922" y="42040"/>
                  </a:lnTo>
                  <a:lnTo>
                    <a:pt x="109400" y="43951"/>
                  </a:lnTo>
                  <a:lnTo>
                    <a:pt x="110355" y="47295"/>
                  </a:lnTo>
                  <a:lnTo>
                    <a:pt x="110355" y="47295"/>
                  </a:lnTo>
                  <a:lnTo>
                    <a:pt x="111788" y="47773"/>
                  </a:lnTo>
                  <a:lnTo>
                    <a:pt x="113222" y="48251"/>
                  </a:lnTo>
                  <a:lnTo>
                    <a:pt x="113699" y="48251"/>
                  </a:lnTo>
                  <a:lnTo>
                    <a:pt x="114177" y="48251"/>
                  </a:lnTo>
                  <a:lnTo>
                    <a:pt x="114655" y="47773"/>
                  </a:lnTo>
                  <a:lnTo>
                    <a:pt x="114655" y="47295"/>
                  </a:lnTo>
                  <a:lnTo>
                    <a:pt x="113699" y="46340"/>
                  </a:lnTo>
                  <a:lnTo>
                    <a:pt x="113699" y="42996"/>
                  </a:lnTo>
                  <a:lnTo>
                    <a:pt x="112744" y="40607"/>
                  </a:lnTo>
                  <a:lnTo>
                    <a:pt x="111311" y="38696"/>
                  </a:lnTo>
                  <a:lnTo>
                    <a:pt x="111311" y="38696"/>
                  </a:lnTo>
                  <a:lnTo>
                    <a:pt x="110833" y="38218"/>
                  </a:lnTo>
                  <a:lnTo>
                    <a:pt x="110833" y="38218"/>
                  </a:lnTo>
                  <a:lnTo>
                    <a:pt x="115610" y="37740"/>
                  </a:lnTo>
                  <a:lnTo>
                    <a:pt x="116566" y="36785"/>
                  </a:lnTo>
                  <a:lnTo>
                    <a:pt x="118477" y="35352"/>
                  </a:lnTo>
                  <a:lnTo>
                    <a:pt x="118954" y="34874"/>
                  </a:lnTo>
                  <a:lnTo>
                    <a:pt x="119910" y="32963"/>
                  </a:lnTo>
                  <a:lnTo>
                    <a:pt x="117521" y="31530"/>
                  </a:lnTo>
                  <a:lnTo>
                    <a:pt x="116566" y="30097"/>
                  </a:lnTo>
                  <a:lnTo>
                    <a:pt x="116566" y="28664"/>
                  </a:lnTo>
                  <a:lnTo>
                    <a:pt x="119432" y="25797"/>
                  </a:lnTo>
                  <a:lnTo>
                    <a:pt x="120388" y="25320"/>
                  </a:lnTo>
                  <a:lnTo>
                    <a:pt x="120388" y="26275"/>
                  </a:lnTo>
                  <a:lnTo>
                    <a:pt x="121821" y="26753"/>
                  </a:lnTo>
                  <a:lnTo>
                    <a:pt x="122776" y="26753"/>
                  </a:lnTo>
                  <a:lnTo>
                    <a:pt x="124210" y="26753"/>
                  </a:lnTo>
                  <a:lnTo>
                    <a:pt x="125642" y="25320"/>
                  </a:lnTo>
                  <a:lnTo>
                    <a:pt x="126598" y="22931"/>
                  </a:lnTo>
                  <a:lnTo>
                    <a:pt x="129465" y="20064"/>
                  </a:lnTo>
                  <a:lnTo>
                    <a:pt x="130420" y="18154"/>
                  </a:lnTo>
                  <a:lnTo>
                    <a:pt x="130897" y="15765"/>
                  </a:lnTo>
                  <a:lnTo>
                    <a:pt x="138063" y="8599"/>
                  </a:lnTo>
                  <a:lnTo>
                    <a:pt x="138542" y="7644"/>
                  </a:lnTo>
                  <a:lnTo>
                    <a:pt x="142841" y="478"/>
                  </a:lnTo>
                  <a:lnTo>
                    <a:pt x="143319" y="0"/>
                  </a:lnTo>
                  <a:lnTo>
                    <a:pt x="144752" y="955"/>
                  </a:lnTo>
                  <a:lnTo>
                    <a:pt x="144752" y="3344"/>
                  </a:lnTo>
                  <a:lnTo>
                    <a:pt x="144752" y="4299"/>
                  </a:lnTo>
                  <a:lnTo>
                    <a:pt x="143796" y="5733"/>
                  </a:lnTo>
                  <a:lnTo>
                    <a:pt x="143796" y="7166"/>
                  </a:lnTo>
                  <a:lnTo>
                    <a:pt x="144274" y="7166"/>
                  </a:lnTo>
                  <a:lnTo>
                    <a:pt x="146185" y="6210"/>
                  </a:lnTo>
                  <a:lnTo>
                    <a:pt x="148096" y="3822"/>
                  </a:lnTo>
                  <a:lnTo>
                    <a:pt x="149529" y="1433"/>
                  </a:lnTo>
                  <a:lnTo>
                    <a:pt x="150485" y="478"/>
                  </a:lnTo>
                  <a:lnTo>
                    <a:pt x="152395" y="955"/>
                  </a:lnTo>
                  <a:lnTo>
                    <a:pt x="152873" y="1433"/>
                  </a:lnTo>
                  <a:lnTo>
                    <a:pt x="152873" y="2866"/>
                  </a:lnTo>
                  <a:lnTo>
                    <a:pt x="152873" y="3822"/>
                  </a:lnTo>
                  <a:lnTo>
                    <a:pt x="153829" y="5733"/>
                  </a:lnTo>
                  <a:lnTo>
                    <a:pt x="155262" y="7166"/>
                  </a:lnTo>
                  <a:lnTo>
                    <a:pt x="157651" y="7644"/>
                  </a:lnTo>
                  <a:lnTo>
                    <a:pt x="160039" y="9077"/>
                  </a:lnTo>
                  <a:lnTo>
                    <a:pt x="160517" y="9555"/>
                  </a:lnTo>
                  <a:lnTo>
                    <a:pt x="160995" y="10510"/>
                  </a:lnTo>
                  <a:lnTo>
                    <a:pt x="161472" y="11943"/>
                  </a:lnTo>
                  <a:lnTo>
                    <a:pt x="161472" y="13376"/>
                  </a:lnTo>
                  <a:lnTo>
                    <a:pt x="160039" y="14809"/>
                  </a:lnTo>
                  <a:lnTo>
                    <a:pt x="160517" y="16721"/>
                  </a:lnTo>
                  <a:lnTo>
                    <a:pt x="160517" y="18154"/>
                  </a:lnTo>
                  <a:lnTo>
                    <a:pt x="160039" y="19109"/>
                  </a:lnTo>
                  <a:lnTo>
                    <a:pt x="157651" y="20064"/>
                  </a:lnTo>
                  <a:lnTo>
                    <a:pt x="163861" y="19109"/>
                  </a:lnTo>
                  <a:lnTo>
                    <a:pt x="165772" y="18631"/>
                  </a:lnTo>
                  <a:lnTo>
                    <a:pt x="167683" y="17198"/>
                  </a:lnTo>
                  <a:lnTo>
                    <a:pt x="168638" y="18631"/>
                  </a:lnTo>
                  <a:lnTo>
                    <a:pt x="170072" y="20542"/>
                  </a:lnTo>
                  <a:lnTo>
                    <a:pt x="169116" y="21020"/>
                  </a:lnTo>
                  <a:lnTo>
                    <a:pt x="166249" y="21975"/>
                  </a:lnTo>
                  <a:lnTo>
                    <a:pt x="166249" y="22453"/>
                  </a:lnTo>
                  <a:lnTo>
                    <a:pt x="167205" y="23409"/>
                  </a:lnTo>
                  <a:lnTo>
                    <a:pt x="168161" y="23409"/>
                  </a:lnTo>
                  <a:lnTo>
                    <a:pt x="170549" y="22453"/>
                  </a:lnTo>
                  <a:lnTo>
                    <a:pt x="172460" y="21498"/>
                  </a:lnTo>
                  <a:lnTo>
                    <a:pt x="173415" y="21498"/>
                  </a:lnTo>
                  <a:lnTo>
                    <a:pt x="174849" y="21498"/>
                  </a:lnTo>
                  <a:lnTo>
                    <a:pt x="176760" y="22453"/>
                  </a:lnTo>
                  <a:lnTo>
                    <a:pt x="177715" y="22931"/>
                  </a:lnTo>
                  <a:lnTo>
                    <a:pt x="178670" y="23886"/>
                  </a:lnTo>
                  <a:lnTo>
                    <a:pt x="179626" y="25797"/>
                  </a:lnTo>
                  <a:lnTo>
                    <a:pt x="182015" y="26275"/>
                  </a:lnTo>
                  <a:lnTo>
                    <a:pt x="186792" y="28664"/>
                  </a:lnTo>
                  <a:lnTo>
                    <a:pt x="187747" y="28664"/>
                  </a:lnTo>
                  <a:lnTo>
                    <a:pt x="188703" y="28664"/>
                  </a:lnTo>
                  <a:lnTo>
                    <a:pt x="191092" y="28664"/>
                  </a:lnTo>
                  <a:lnTo>
                    <a:pt x="192047" y="28664"/>
                  </a:lnTo>
                  <a:lnTo>
                    <a:pt x="192525" y="29619"/>
                  </a:lnTo>
                  <a:lnTo>
                    <a:pt x="193002" y="30575"/>
                  </a:lnTo>
                  <a:lnTo>
                    <a:pt x="192525" y="32008"/>
                  </a:lnTo>
                  <a:lnTo>
                    <a:pt x="192525" y="32963"/>
                  </a:lnTo>
                  <a:lnTo>
                    <a:pt x="192047" y="33441"/>
                  </a:lnTo>
                  <a:lnTo>
                    <a:pt x="190136" y="34396"/>
                  </a:lnTo>
                  <a:lnTo>
                    <a:pt x="185836" y="35830"/>
                  </a:lnTo>
                  <a:lnTo>
                    <a:pt x="181059" y="36785"/>
                  </a:lnTo>
                  <a:lnTo>
                    <a:pt x="178670" y="36785"/>
                  </a:lnTo>
                  <a:lnTo>
                    <a:pt x="175326" y="35830"/>
                  </a:lnTo>
                  <a:lnTo>
                    <a:pt x="173893" y="36307"/>
                  </a:lnTo>
                  <a:lnTo>
                    <a:pt x="172938" y="36785"/>
                  </a:lnTo>
                  <a:lnTo>
                    <a:pt x="171504" y="39651"/>
                  </a:lnTo>
                  <a:lnTo>
                    <a:pt x="173893" y="42518"/>
                  </a:lnTo>
                  <a:lnTo>
                    <a:pt x="178670" y="45384"/>
                  </a:lnTo>
                  <a:lnTo>
                    <a:pt x="179626" y="46340"/>
                  </a:lnTo>
                  <a:lnTo>
                    <a:pt x="179149" y="47295"/>
                  </a:lnTo>
                  <a:lnTo>
                    <a:pt x="178670" y="47773"/>
                  </a:lnTo>
                  <a:lnTo>
                    <a:pt x="177715" y="47773"/>
                  </a:lnTo>
                  <a:lnTo>
                    <a:pt x="174849" y="48251"/>
                  </a:lnTo>
                  <a:lnTo>
                    <a:pt x="171983" y="48728"/>
                  </a:lnTo>
                  <a:lnTo>
                    <a:pt x="170072" y="49206"/>
                  </a:lnTo>
                  <a:lnTo>
                    <a:pt x="167683" y="50162"/>
                  </a:lnTo>
                  <a:lnTo>
                    <a:pt x="165772" y="49684"/>
                  </a:lnTo>
                  <a:lnTo>
                    <a:pt x="162428" y="48251"/>
                  </a:lnTo>
                  <a:lnTo>
                    <a:pt x="161472" y="48251"/>
                  </a:lnTo>
                  <a:lnTo>
                    <a:pt x="160517" y="48728"/>
                  </a:lnTo>
                  <a:lnTo>
                    <a:pt x="160039" y="50639"/>
                  </a:lnTo>
                  <a:lnTo>
                    <a:pt x="159084" y="5111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4" name="Freeform 5063">
              <a:extLst>
                <a:ext uri="{FF2B5EF4-FFF2-40B4-BE49-F238E27FC236}">
                  <a16:creationId xmlns:a16="http://schemas.microsoft.com/office/drawing/2014/main" id="{C53D9318-0078-E977-FEDB-78C4FF05A8A4}"/>
                </a:ext>
              </a:extLst>
            </p:cNvPr>
            <p:cNvSpPr/>
            <p:nvPr/>
          </p:nvSpPr>
          <p:spPr>
            <a:xfrm>
              <a:off x="7891784" y="4627407"/>
              <a:ext cx="10509" cy="2866"/>
            </a:xfrm>
            <a:custGeom>
              <a:avLst/>
              <a:gdLst>
                <a:gd name="csX0" fmla="*/ 0 w 10509"/>
                <a:gd name="csY0" fmla="*/ 2389 h 2866"/>
                <a:gd name="csX1" fmla="*/ 2866 w 10509"/>
                <a:gd name="csY1" fmla="*/ 1433 h 2866"/>
                <a:gd name="csX2" fmla="*/ 5733 w 10509"/>
                <a:gd name="csY2" fmla="*/ 0 h 2866"/>
                <a:gd name="csX3" fmla="*/ 6210 w 10509"/>
                <a:gd name="csY3" fmla="*/ 478 h 2866"/>
                <a:gd name="csX4" fmla="*/ 6688 w 10509"/>
                <a:gd name="csY4" fmla="*/ 956 h 2866"/>
                <a:gd name="csX5" fmla="*/ 7644 w 10509"/>
                <a:gd name="csY5" fmla="*/ 2389 h 2866"/>
                <a:gd name="csX6" fmla="*/ 8121 w 10509"/>
                <a:gd name="csY6" fmla="*/ 2389 h 2866"/>
                <a:gd name="csX7" fmla="*/ 9077 w 10509"/>
                <a:gd name="csY7" fmla="*/ 2866 h 2866"/>
                <a:gd name="csX8" fmla="*/ 10510 w 10509"/>
                <a:gd name="csY8" fmla="*/ 2389 h 2866"/>
                <a:gd name="csX9" fmla="*/ 10510 w 10509"/>
                <a:gd name="csY9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509" h="2866">
                  <a:moveTo>
                    <a:pt x="0" y="2389"/>
                  </a:moveTo>
                  <a:lnTo>
                    <a:pt x="2866" y="1433"/>
                  </a:lnTo>
                  <a:lnTo>
                    <a:pt x="5733" y="0"/>
                  </a:lnTo>
                  <a:lnTo>
                    <a:pt x="6210" y="478"/>
                  </a:lnTo>
                  <a:lnTo>
                    <a:pt x="6688" y="956"/>
                  </a:lnTo>
                  <a:lnTo>
                    <a:pt x="7644" y="2389"/>
                  </a:lnTo>
                  <a:lnTo>
                    <a:pt x="8121" y="2389"/>
                  </a:lnTo>
                  <a:lnTo>
                    <a:pt x="9077" y="2866"/>
                  </a:lnTo>
                  <a:lnTo>
                    <a:pt x="10510" y="2389"/>
                  </a:lnTo>
                  <a:lnTo>
                    <a:pt x="1051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5" name="Freeform 5064">
              <a:extLst>
                <a:ext uri="{FF2B5EF4-FFF2-40B4-BE49-F238E27FC236}">
                  <a16:creationId xmlns:a16="http://schemas.microsoft.com/office/drawing/2014/main" id="{07279862-BEC2-508F-66B3-B5E4CDEE2DFD}"/>
                </a:ext>
              </a:extLst>
            </p:cNvPr>
            <p:cNvSpPr/>
            <p:nvPr/>
          </p:nvSpPr>
          <p:spPr>
            <a:xfrm>
              <a:off x="7886529" y="4629795"/>
              <a:ext cx="3343" cy="2866"/>
            </a:xfrm>
            <a:custGeom>
              <a:avLst/>
              <a:gdLst>
                <a:gd name="csX0" fmla="*/ 0 w 3343"/>
                <a:gd name="csY0" fmla="*/ 0 h 2866"/>
                <a:gd name="csX1" fmla="*/ 0 w 3343"/>
                <a:gd name="csY1" fmla="*/ 478 h 2866"/>
                <a:gd name="csX2" fmla="*/ 478 w 3343"/>
                <a:gd name="csY2" fmla="*/ 956 h 2866"/>
                <a:gd name="csX3" fmla="*/ 1910 w 3343"/>
                <a:gd name="csY3" fmla="*/ 1911 h 2866"/>
                <a:gd name="csX4" fmla="*/ 2389 w 3343"/>
                <a:gd name="csY4" fmla="*/ 2866 h 2866"/>
                <a:gd name="csX5" fmla="*/ 2866 w 3343"/>
                <a:gd name="csY5" fmla="*/ 2866 h 2866"/>
                <a:gd name="csX6" fmla="*/ 3344 w 3343"/>
                <a:gd name="csY6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2866">
                  <a:moveTo>
                    <a:pt x="0" y="0"/>
                  </a:moveTo>
                  <a:lnTo>
                    <a:pt x="0" y="478"/>
                  </a:lnTo>
                  <a:lnTo>
                    <a:pt x="478" y="956"/>
                  </a:lnTo>
                  <a:lnTo>
                    <a:pt x="1910" y="1911"/>
                  </a:lnTo>
                  <a:lnTo>
                    <a:pt x="2389" y="2866"/>
                  </a:lnTo>
                  <a:lnTo>
                    <a:pt x="2866" y="2866"/>
                  </a:lnTo>
                  <a:lnTo>
                    <a:pt x="3344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6" name="Freeform 5065">
              <a:extLst>
                <a:ext uri="{FF2B5EF4-FFF2-40B4-BE49-F238E27FC236}">
                  <a16:creationId xmlns:a16="http://schemas.microsoft.com/office/drawing/2014/main" id="{46261027-26A8-B108-78BD-08BA665239CF}"/>
                </a:ext>
              </a:extLst>
            </p:cNvPr>
            <p:cNvSpPr/>
            <p:nvPr/>
          </p:nvSpPr>
          <p:spPr>
            <a:xfrm>
              <a:off x="7881274" y="4617375"/>
              <a:ext cx="7165" cy="9076"/>
            </a:xfrm>
            <a:custGeom>
              <a:avLst/>
              <a:gdLst>
                <a:gd name="csX0" fmla="*/ 0 w 7165"/>
                <a:gd name="csY0" fmla="*/ 0 h 9076"/>
                <a:gd name="csX1" fmla="*/ 478 w 7165"/>
                <a:gd name="csY1" fmla="*/ 0 h 9076"/>
                <a:gd name="csX2" fmla="*/ 1433 w 7165"/>
                <a:gd name="csY2" fmla="*/ 955 h 9076"/>
                <a:gd name="csX3" fmla="*/ 1911 w 7165"/>
                <a:gd name="csY3" fmla="*/ 2389 h 9076"/>
                <a:gd name="csX4" fmla="*/ 2867 w 7165"/>
                <a:gd name="csY4" fmla="*/ 4299 h 9076"/>
                <a:gd name="csX5" fmla="*/ 5255 w 7165"/>
                <a:gd name="csY5" fmla="*/ 3822 h 9076"/>
                <a:gd name="csX6" fmla="*/ 5733 w 7165"/>
                <a:gd name="csY6" fmla="*/ 4299 h 9076"/>
                <a:gd name="csX7" fmla="*/ 6688 w 7165"/>
                <a:gd name="csY7" fmla="*/ 4299 h 9076"/>
                <a:gd name="csX8" fmla="*/ 6688 w 7165"/>
                <a:gd name="csY8" fmla="*/ 5733 h 9076"/>
                <a:gd name="csX9" fmla="*/ 7166 w 7165"/>
                <a:gd name="csY9" fmla="*/ 8121 h 9076"/>
                <a:gd name="csX10" fmla="*/ 6688 w 7165"/>
                <a:gd name="csY10" fmla="*/ 9077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165" h="9076">
                  <a:moveTo>
                    <a:pt x="0" y="0"/>
                  </a:moveTo>
                  <a:lnTo>
                    <a:pt x="478" y="0"/>
                  </a:lnTo>
                  <a:lnTo>
                    <a:pt x="1433" y="955"/>
                  </a:lnTo>
                  <a:lnTo>
                    <a:pt x="1911" y="2389"/>
                  </a:lnTo>
                  <a:lnTo>
                    <a:pt x="2867" y="4299"/>
                  </a:lnTo>
                  <a:lnTo>
                    <a:pt x="5255" y="3822"/>
                  </a:lnTo>
                  <a:lnTo>
                    <a:pt x="5733" y="4299"/>
                  </a:lnTo>
                  <a:lnTo>
                    <a:pt x="6688" y="4299"/>
                  </a:lnTo>
                  <a:lnTo>
                    <a:pt x="6688" y="5733"/>
                  </a:lnTo>
                  <a:lnTo>
                    <a:pt x="7166" y="8121"/>
                  </a:lnTo>
                  <a:lnTo>
                    <a:pt x="6688" y="90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7" name="Freeform 5066">
              <a:extLst>
                <a:ext uri="{FF2B5EF4-FFF2-40B4-BE49-F238E27FC236}">
                  <a16:creationId xmlns:a16="http://schemas.microsoft.com/office/drawing/2014/main" id="{A2751AA1-72DF-663C-C58E-6F49DCCE67B7}"/>
                </a:ext>
              </a:extLst>
            </p:cNvPr>
            <p:cNvSpPr/>
            <p:nvPr/>
          </p:nvSpPr>
          <p:spPr>
            <a:xfrm>
              <a:off x="7870286" y="4613553"/>
              <a:ext cx="9076" cy="4299"/>
            </a:xfrm>
            <a:custGeom>
              <a:avLst/>
              <a:gdLst>
                <a:gd name="csX0" fmla="*/ 0 w 9076"/>
                <a:gd name="csY0" fmla="*/ 0 h 4299"/>
                <a:gd name="csX1" fmla="*/ 955 w 9076"/>
                <a:gd name="csY1" fmla="*/ 0 h 4299"/>
                <a:gd name="csX2" fmla="*/ 1911 w 9076"/>
                <a:gd name="csY2" fmla="*/ 0 h 4299"/>
                <a:gd name="csX3" fmla="*/ 3344 w 9076"/>
                <a:gd name="csY3" fmla="*/ 2389 h 4299"/>
                <a:gd name="csX4" fmla="*/ 7644 w 9076"/>
                <a:gd name="csY4" fmla="*/ 3822 h 4299"/>
                <a:gd name="csX5" fmla="*/ 9077 w 9076"/>
                <a:gd name="csY5" fmla="*/ 4300 h 4299"/>
                <a:gd name="csX6" fmla="*/ 9077 w 9076"/>
                <a:gd name="csY6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76" h="4299">
                  <a:moveTo>
                    <a:pt x="0" y="0"/>
                  </a:moveTo>
                  <a:lnTo>
                    <a:pt x="955" y="0"/>
                  </a:lnTo>
                  <a:lnTo>
                    <a:pt x="1911" y="0"/>
                  </a:lnTo>
                  <a:lnTo>
                    <a:pt x="3344" y="2389"/>
                  </a:lnTo>
                  <a:lnTo>
                    <a:pt x="7644" y="3822"/>
                  </a:lnTo>
                  <a:lnTo>
                    <a:pt x="9077" y="4300"/>
                  </a:lnTo>
                  <a:lnTo>
                    <a:pt x="9077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8" name="Freeform 5067">
              <a:extLst>
                <a:ext uri="{FF2B5EF4-FFF2-40B4-BE49-F238E27FC236}">
                  <a16:creationId xmlns:a16="http://schemas.microsoft.com/office/drawing/2014/main" id="{22B03E82-017F-F0D6-0292-E7B69D10137D}"/>
                </a:ext>
              </a:extLst>
            </p:cNvPr>
            <p:cNvSpPr/>
            <p:nvPr/>
          </p:nvSpPr>
          <p:spPr>
            <a:xfrm>
              <a:off x="7869330" y="4617852"/>
              <a:ext cx="82647" cy="92679"/>
            </a:xfrm>
            <a:custGeom>
              <a:avLst/>
              <a:gdLst>
                <a:gd name="csX0" fmla="*/ 39174 w 82647"/>
                <a:gd name="csY0" fmla="*/ 3822 h 92679"/>
                <a:gd name="csX1" fmla="*/ 42518 w 82647"/>
                <a:gd name="csY1" fmla="*/ 4300 h 92679"/>
                <a:gd name="csX2" fmla="*/ 43951 w 82647"/>
                <a:gd name="csY2" fmla="*/ 4777 h 92679"/>
                <a:gd name="csX3" fmla="*/ 47773 w 82647"/>
                <a:gd name="csY3" fmla="*/ 10510 h 92679"/>
                <a:gd name="csX4" fmla="*/ 53028 w 82647"/>
                <a:gd name="csY4" fmla="*/ 14332 h 92679"/>
                <a:gd name="csX5" fmla="*/ 54939 w 82647"/>
                <a:gd name="csY5" fmla="*/ 15765 h 92679"/>
                <a:gd name="csX6" fmla="*/ 56850 w 82647"/>
                <a:gd name="csY6" fmla="*/ 16721 h 92679"/>
                <a:gd name="csX7" fmla="*/ 58761 w 82647"/>
                <a:gd name="csY7" fmla="*/ 18632 h 92679"/>
                <a:gd name="csX8" fmla="*/ 61150 w 82647"/>
                <a:gd name="csY8" fmla="*/ 21498 h 92679"/>
                <a:gd name="csX9" fmla="*/ 65449 w 82647"/>
                <a:gd name="csY9" fmla="*/ 29141 h 92679"/>
                <a:gd name="csX10" fmla="*/ 65927 w 82647"/>
                <a:gd name="csY10" fmla="*/ 32486 h 92679"/>
                <a:gd name="csX11" fmla="*/ 66405 w 82647"/>
                <a:gd name="csY11" fmla="*/ 37263 h 92679"/>
                <a:gd name="csX12" fmla="*/ 65449 w 82647"/>
                <a:gd name="csY12" fmla="*/ 44907 h 92679"/>
                <a:gd name="csX13" fmla="*/ 64016 w 82647"/>
                <a:gd name="csY13" fmla="*/ 48728 h 92679"/>
                <a:gd name="csX14" fmla="*/ 64493 w 82647"/>
                <a:gd name="csY14" fmla="*/ 50162 h 92679"/>
                <a:gd name="csX15" fmla="*/ 65927 w 82647"/>
                <a:gd name="csY15" fmla="*/ 53028 h 92679"/>
                <a:gd name="csX16" fmla="*/ 65449 w 82647"/>
                <a:gd name="csY16" fmla="*/ 55417 h 92679"/>
                <a:gd name="csX17" fmla="*/ 65927 w 82647"/>
                <a:gd name="csY17" fmla="*/ 57805 h 92679"/>
                <a:gd name="csX18" fmla="*/ 65927 w 82647"/>
                <a:gd name="csY18" fmla="*/ 63538 h 92679"/>
                <a:gd name="csX19" fmla="*/ 66882 w 82647"/>
                <a:gd name="csY19" fmla="*/ 65449 h 92679"/>
                <a:gd name="csX20" fmla="*/ 67838 w 82647"/>
                <a:gd name="csY20" fmla="*/ 66405 h 92679"/>
                <a:gd name="csX21" fmla="*/ 73093 w 82647"/>
                <a:gd name="csY21" fmla="*/ 70226 h 92679"/>
                <a:gd name="csX22" fmla="*/ 73570 w 82647"/>
                <a:gd name="csY22" fmla="*/ 71182 h 92679"/>
                <a:gd name="csX23" fmla="*/ 76437 w 82647"/>
                <a:gd name="csY23" fmla="*/ 75959 h 92679"/>
                <a:gd name="csX24" fmla="*/ 81214 w 82647"/>
                <a:gd name="csY24" fmla="*/ 85514 h 92679"/>
                <a:gd name="csX25" fmla="*/ 82647 w 82647"/>
                <a:gd name="csY25" fmla="*/ 89813 h 92679"/>
                <a:gd name="csX26" fmla="*/ 82170 w 82647"/>
                <a:gd name="csY26" fmla="*/ 91246 h 92679"/>
                <a:gd name="csX27" fmla="*/ 81692 w 82647"/>
                <a:gd name="csY27" fmla="*/ 91724 h 92679"/>
                <a:gd name="csX28" fmla="*/ 80259 w 82647"/>
                <a:gd name="csY28" fmla="*/ 92202 h 92679"/>
                <a:gd name="csX29" fmla="*/ 79304 w 82647"/>
                <a:gd name="csY29" fmla="*/ 91246 h 92679"/>
                <a:gd name="csX30" fmla="*/ 78825 w 82647"/>
                <a:gd name="csY30" fmla="*/ 90769 h 92679"/>
                <a:gd name="csX31" fmla="*/ 78825 w 82647"/>
                <a:gd name="csY31" fmla="*/ 89813 h 92679"/>
                <a:gd name="csX32" fmla="*/ 78348 w 82647"/>
                <a:gd name="csY32" fmla="*/ 88858 h 92679"/>
                <a:gd name="csX33" fmla="*/ 77393 w 82647"/>
                <a:gd name="csY33" fmla="*/ 88380 h 92679"/>
                <a:gd name="csX34" fmla="*/ 76437 w 82647"/>
                <a:gd name="csY34" fmla="*/ 87424 h 92679"/>
                <a:gd name="csX35" fmla="*/ 76437 w 82647"/>
                <a:gd name="csY35" fmla="*/ 88858 h 92679"/>
                <a:gd name="csX36" fmla="*/ 76437 w 82647"/>
                <a:gd name="csY36" fmla="*/ 90291 h 92679"/>
                <a:gd name="csX37" fmla="*/ 75004 w 82647"/>
                <a:gd name="csY37" fmla="*/ 90769 h 92679"/>
                <a:gd name="csX38" fmla="*/ 73093 w 82647"/>
                <a:gd name="csY38" fmla="*/ 89813 h 92679"/>
                <a:gd name="csX39" fmla="*/ 70704 w 82647"/>
                <a:gd name="csY39" fmla="*/ 90291 h 92679"/>
                <a:gd name="csX40" fmla="*/ 67838 w 82647"/>
                <a:gd name="csY40" fmla="*/ 92680 h 92679"/>
                <a:gd name="csX41" fmla="*/ 66405 w 82647"/>
                <a:gd name="csY41" fmla="*/ 92680 h 92679"/>
                <a:gd name="csX42" fmla="*/ 65449 w 82647"/>
                <a:gd name="csY42" fmla="*/ 90769 h 92679"/>
                <a:gd name="csX43" fmla="*/ 64972 w 82647"/>
                <a:gd name="csY43" fmla="*/ 89813 h 92679"/>
                <a:gd name="csX44" fmla="*/ 64016 w 82647"/>
                <a:gd name="csY44" fmla="*/ 88858 h 92679"/>
                <a:gd name="csX45" fmla="*/ 54939 w 82647"/>
                <a:gd name="csY45" fmla="*/ 84558 h 92679"/>
                <a:gd name="csX46" fmla="*/ 51595 w 82647"/>
                <a:gd name="csY46" fmla="*/ 83125 h 92679"/>
                <a:gd name="csX47" fmla="*/ 48251 w 82647"/>
                <a:gd name="csY47" fmla="*/ 79781 h 92679"/>
                <a:gd name="csX48" fmla="*/ 40129 w 82647"/>
                <a:gd name="csY48" fmla="*/ 75959 h 92679"/>
                <a:gd name="csX49" fmla="*/ 34874 w 82647"/>
                <a:gd name="csY49" fmla="*/ 72615 h 92679"/>
                <a:gd name="csX50" fmla="*/ 32963 w 82647"/>
                <a:gd name="csY50" fmla="*/ 70226 h 92679"/>
                <a:gd name="csX51" fmla="*/ 27709 w 82647"/>
                <a:gd name="csY51" fmla="*/ 68315 h 92679"/>
                <a:gd name="csX52" fmla="*/ 25320 w 82647"/>
                <a:gd name="csY52" fmla="*/ 65927 h 92679"/>
                <a:gd name="csX53" fmla="*/ 24365 w 82647"/>
                <a:gd name="csY53" fmla="*/ 65449 h 92679"/>
                <a:gd name="csX54" fmla="*/ 23409 w 82647"/>
                <a:gd name="csY54" fmla="*/ 64493 h 92679"/>
                <a:gd name="csX55" fmla="*/ 24365 w 82647"/>
                <a:gd name="csY55" fmla="*/ 62105 h 92679"/>
                <a:gd name="csX56" fmla="*/ 23886 w 82647"/>
                <a:gd name="csY56" fmla="*/ 59716 h 92679"/>
                <a:gd name="csX57" fmla="*/ 23409 w 82647"/>
                <a:gd name="csY57" fmla="*/ 57805 h 92679"/>
                <a:gd name="csX58" fmla="*/ 19587 w 82647"/>
                <a:gd name="csY58" fmla="*/ 53983 h 92679"/>
                <a:gd name="csX59" fmla="*/ 17676 w 82647"/>
                <a:gd name="csY59" fmla="*/ 51117 h 92679"/>
                <a:gd name="csX60" fmla="*/ 14332 w 82647"/>
                <a:gd name="csY60" fmla="*/ 48251 h 92679"/>
                <a:gd name="csX61" fmla="*/ 12899 w 82647"/>
                <a:gd name="csY61" fmla="*/ 46817 h 92679"/>
                <a:gd name="csX62" fmla="*/ 11943 w 82647"/>
                <a:gd name="csY62" fmla="*/ 44907 h 92679"/>
                <a:gd name="csX63" fmla="*/ 12421 w 82647"/>
                <a:gd name="csY63" fmla="*/ 44429 h 92679"/>
                <a:gd name="csX64" fmla="*/ 13377 w 82647"/>
                <a:gd name="csY64" fmla="*/ 43951 h 92679"/>
                <a:gd name="csX65" fmla="*/ 12421 w 82647"/>
                <a:gd name="csY65" fmla="*/ 42518 h 92679"/>
                <a:gd name="csX66" fmla="*/ 10510 w 82647"/>
                <a:gd name="csY66" fmla="*/ 40129 h 92679"/>
                <a:gd name="csX67" fmla="*/ 9555 w 82647"/>
                <a:gd name="csY67" fmla="*/ 37741 h 92679"/>
                <a:gd name="csX68" fmla="*/ 9555 w 82647"/>
                <a:gd name="csY68" fmla="*/ 32486 h 92679"/>
                <a:gd name="csX69" fmla="*/ 6688 w 82647"/>
                <a:gd name="csY69" fmla="*/ 25320 h 92679"/>
                <a:gd name="csX70" fmla="*/ 4300 w 82647"/>
                <a:gd name="csY70" fmla="*/ 15765 h 92679"/>
                <a:gd name="csX71" fmla="*/ 4777 w 82647"/>
                <a:gd name="csY71" fmla="*/ 11943 h 92679"/>
                <a:gd name="csX72" fmla="*/ 4300 w 82647"/>
                <a:gd name="csY72" fmla="*/ 8599 h 92679"/>
                <a:gd name="csX73" fmla="*/ 2867 w 82647"/>
                <a:gd name="csY73" fmla="*/ 4777 h 92679"/>
                <a:gd name="csX74" fmla="*/ 478 w 82647"/>
                <a:gd name="csY74" fmla="*/ 2389 h 92679"/>
                <a:gd name="csX75" fmla="*/ 0 w 82647"/>
                <a:gd name="csY75" fmla="*/ 0 h 92679"/>
                <a:gd name="csX76" fmla="*/ 0 w 82647"/>
                <a:gd name="csY76" fmla="*/ 0 h 926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82647" h="92679">
                  <a:moveTo>
                    <a:pt x="39174" y="3822"/>
                  </a:moveTo>
                  <a:lnTo>
                    <a:pt x="42518" y="4300"/>
                  </a:lnTo>
                  <a:lnTo>
                    <a:pt x="43951" y="4777"/>
                  </a:lnTo>
                  <a:lnTo>
                    <a:pt x="47773" y="10510"/>
                  </a:lnTo>
                  <a:lnTo>
                    <a:pt x="53028" y="14332"/>
                  </a:lnTo>
                  <a:lnTo>
                    <a:pt x="54939" y="15765"/>
                  </a:lnTo>
                  <a:lnTo>
                    <a:pt x="56850" y="16721"/>
                  </a:lnTo>
                  <a:lnTo>
                    <a:pt x="58761" y="18632"/>
                  </a:lnTo>
                  <a:lnTo>
                    <a:pt x="61150" y="21498"/>
                  </a:lnTo>
                  <a:lnTo>
                    <a:pt x="65449" y="29141"/>
                  </a:lnTo>
                  <a:lnTo>
                    <a:pt x="65927" y="32486"/>
                  </a:lnTo>
                  <a:lnTo>
                    <a:pt x="66405" y="37263"/>
                  </a:lnTo>
                  <a:lnTo>
                    <a:pt x="65449" y="44907"/>
                  </a:lnTo>
                  <a:lnTo>
                    <a:pt x="64016" y="48728"/>
                  </a:lnTo>
                  <a:lnTo>
                    <a:pt x="64493" y="50162"/>
                  </a:lnTo>
                  <a:lnTo>
                    <a:pt x="65927" y="53028"/>
                  </a:lnTo>
                  <a:lnTo>
                    <a:pt x="65449" y="55417"/>
                  </a:lnTo>
                  <a:lnTo>
                    <a:pt x="65927" y="57805"/>
                  </a:lnTo>
                  <a:lnTo>
                    <a:pt x="65927" y="63538"/>
                  </a:lnTo>
                  <a:lnTo>
                    <a:pt x="66882" y="65449"/>
                  </a:lnTo>
                  <a:lnTo>
                    <a:pt x="67838" y="66405"/>
                  </a:lnTo>
                  <a:lnTo>
                    <a:pt x="73093" y="70226"/>
                  </a:lnTo>
                  <a:lnTo>
                    <a:pt x="73570" y="71182"/>
                  </a:lnTo>
                  <a:lnTo>
                    <a:pt x="76437" y="75959"/>
                  </a:lnTo>
                  <a:lnTo>
                    <a:pt x="81214" y="85514"/>
                  </a:lnTo>
                  <a:lnTo>
                    <a:pt x="82647" y="89813"/>
                  </a:lnTo>
                  <a:lnTo>
                    <a:pt x="82170" y="91246"/>
                  </a:lnTo>
                  <a:lnTo>
                    <a:pt x="81692" y="91724"/>
                  </a:lnTo>
                  <a:lnTo>
                    <a:pt x="80259" y="92202"/>
                  </a:lnTo>
                  <a:lnTo>
                    <a:pt x="79304" y="91246"/>
                  </a:lnTo>
                  <a:lnTo>
                    <a:pt x="78825" y="90769"/>
                  </a:lnTo>
                  <a:lnTo>
                    <a:pt x="78825" y="89813"/>
                  </a:lnTo>
                  <a:lnTo>
                    <a:pt x="78348" y="88858"/>
                  </a:lnTo>
                  <a:lnTo>
                    <a:pt x="77393" y="88380"/>
                  </a:lnTo>
                  <a:lnTo>
                    <a:pt x="76437" y="87424"/>
                  </a:lnTo>
                  <a:lnTo>
                    <a:pt x="76437" y="88858"/>
                  </a:lnTo>
                  <a:lnTo>
                    <a:pt x="76437" y="90291"/>
                  </a:lnTo>
                  <a:lnTo>
                    <a:pt x="75004" y="90769"/>
                  </a:lnTo>
                  <a:lnTo>
                    <a:pt x="73093" y="89813"/>
                  </a:lnTo>
                  <a:lnTo>
                    <a:pt x="70704" y="90291"/>
                  </a:lnTo>
                  <a:lnTo>
                    <a:pt x="67838" y="92680"/>
                  </a:lnTo>
                  <a:lnTo>
                    <a:pt x="66405" y="92680"/>
                  </a:lnTo>
                  <a:lnTo>
                    <a:pt x="65449" y="90769"/>
                  </a:lnTo>
                  <a:lnTo>
                    <a:pt x="64972" y="89813"/>
                  </a:lnTo>
                  <a:lnTo>
                    <a:pt x="64016" y="88858"/>
                  </a:lnTo>
                  <a:lnTo>
                    <a:pt x="54939" y="84558"/>
                  </a:lnTo>
                  <a:lnTo>
                    <a:pt x="51595" y="83125"/>
                  </a:lnTo>
                  <a:lnTo>
                    <a:pt x="48251" y="79781"/>
                  </a:lnTo>
                  <a:lnTo>
                    <a:pt x="40129" y="75959"/>
                  </a:lnTo>
                  <a:lnTo>
                    <a:pt x="34874" y="72615"/>
                  </a:lnTo>
                  <a:lnTo>
                    <a:pt x="32963" y="70226"/>
                  </a:lnTo>
                  <a:lnTo>
                    <a:pt x="27709" y="68315"/>
                  </a:lnTo>
                  <a:lnTo>
                    <a:pt x="25320" y="65927"/>
                  </a:lnTo>
                  <a:lnTo>
                    <a:pt x="24365" y="65449"/>
                  </a:lnTo>
                  <a:lnTo>
                    <a:pt x="23409" y="64493"/>
                  </a:lnTo>
                  <a:lnTo>
                    <a:pt x="24365" y="62105"/>
                  </a:lnTo>
                  <a:lnTo>
                    <a:pt x="23886" y="59716"/>
                  </a:lnTo>
                  <a:lnTo>
                    <a:pt x="23409" y="57805"/>
                  </a:lnTo>
                  <a:lnTo>
                    <a:pt x="19587" y="53983"/>
                  </a:lnTo>
                  <a:lnTo>
                    <a:pt x="17676" y="51117"/>
                  </a:lnTo>
                  <a:lnTo>
                    <a:pt x="14332" y="48251"/>
                  </a:lnTo>
                  <a:lnTo>
                    <a:pt x="12899" y="46817"/>
                  </a:lnTo>
                  <a:lnTo>
                    <a:pt x="11943" y="44907"/>
                  </a:lnTo>
                  <a:lnTo>
                    <a:pt x="12421" y="44429"/>
                  </a:lnTo>
                  <a:lnTo>
                    <a:pt x="13377" y="43951"/>
                  </a:lnTo>
                  <a:lnTo>
                    <a:pt x="12421" y="42518"/>
                  </a:lnTo>
                  <a:lnTo>
                    <a:pt x="10510" y="40129"/>
                  </a:lnTo>
                  <a:lnTo>
                    <a:pt x="9555" y="37741"/>
                  </a:lnTo>
                  <a:lnTo>
                    <a:pt x="9555" y="32486"/>
                  </a:lnTo>
                  <a:lnTo>
                    <a:pt x="6688" y="25320"/>
                  </a:lnTo>
                  <a:lnTo>
                    <a:pt x="4300" y="15765"/>
                  </a:lnTo>
                  <a:lnTo>
                    <a:pt x="4777" y="11943"/>
                  </a:lnTo>
                  <a:lnTo>
                    <a:pt x="4300" y="8599"/>
                  </a:lnTo>
                  <a:lnTo>
                    <a:pt x="2867" y="4777"/>
                  </a:lnTo>
                  <a:lnTo>
                    <a:pt x="478" y="238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9" name="Freeform 5068">
              <a:extLst>
                <a:ext uri="{FF2B5EF4-FFF2-40B4-BE49-F238E27FC236}">
                  <a16:creationId xmlns:a16="http://schemas.microsoft.com/office/drawing/2014/main" id="{48F0FD1D-11CE-1B1B-389C-D4DE3F924A87}"/>
                </a:ext>
              </a:extLst>
            </p:cNvPr>
            <p:cNvSpPr/>
            <p:nvPr/>
          </p:nvSpPr>
          <p:spPr>
            <a:xfrm>
              <a:off x="7859776" y="4617375"/>
              <a:ext cx="5255" cy="3821"/>
            </a:xfrm>
            <a:custGeom>
              <a:avLst/>
              <a:gdLst>
                <a:gd name="csX0" fmla="*/ 3822 w 5255"/>
                <a:gd name="csY0" fmla="*/ 0 h 3821"/>
                <a:gd name="csX1" fmla="*/ 5255 w 5255"/>
                <a:gd name="csY1" fmla="*/ 1911 h 3821"/>
                <a:gd name="csX2" fmla="*/ 4777 w 5255"/>
                <a:gd name="csY2" fmla="*/ 2866 h 3821"/>
                <a:gd name="csX3" fmla="*/ 4300 w 5255"/>
                <a:gd name="csY3" fmla="*/ 3344 h 3821"/>
                <a:gd name="csX4" fmla="*/ 3344 w 5255"/>
                <a:gd name="csY4" fmla="*/ 2866 h 3821"/>
                <a:gd name="csX5" fmla="*/ 2867 w 5255"/>
                <a:gd name="csY5" fmla="*/ 3822 h 3821"/>
                <a:gd name="csX6" fmla="*/ 1911 w 5255"/>
                <a:gd name="csY6" fmla="*/ 3822 h 3821"/>
                <a:gd name="csX7" fmla="*/ 1433 w 5255"/>
                <a:gd name="csY7" fmla="*/ 2389 h 3821"/>
                <a:gd name="csX8" fmla="*/ 478 w 5255"/>
                <a:gd name="csY8" fmla="*/ 1911 h 3821"/>
                <a:gd name="csX9" fmla="*/ 0 w 5255"/>
                <a:gd name="csY9" fmla="*/ 955 h 3821"/>
                <a:gd name="csX10" fmla="*/ 1433 w 5255"/>
                <a:gd name="csY10" fmla="*/ 955 h 3821"/>
                <a:gd name="csX11" fmla="*/ 1911 w 5255"/>
                <a:gd name="csY11" fmla="*/ 955 h 3821"/>
                <a:gd name="csX12" fmla="*/ 3344 w 5255"/>
                <a:gd name="csY12" fmla="*/ 478 h 3821"/>
                <a:gd name="csX13" fmla="*/ 3822 w 5255"/>
                <a:gd name="csY13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255" h="3821">
                  <a:moveTo>
                    <a:pt x="3822" y="0"/>
                  </a:moveTo>
                  <a:lnTo>
                    <a:pt x="5255" y="1911"/>
                  </a:lnTo>
                  <a:lnTo>
                    <a:pt x="4777" y="2866"/>
                  </a:lnTo>
                  <a:lnTo>
                    <a:pt x="4300" y="3344"/>
                  </a:lnTo>
                  <a:lnTo>
                    <a:pt x="3344" y="2866"/>
                  </a:lnTo>
                  <a:lnTo>
                    <a:pt x="2867" y="3822"/>
                  </a:lnTo>
                  <a:lnTo>
                    <a:pt x="1911" y="3822"/>
                  </a:lnTo>
                  <a:lnTo>
                    <a:pt x="1433" y="2389"/>
                  </a:lnTo>
                  <a:lnTo>
                    <a:pt x="478" y="1911"/>
                  </a:lnTo>
                  <a:lnTo>
                    <a:pt x="0" y="955"/>
                  </a:lnTo>
                  <a:lnTo>
                    <a:pt x="1433" y="955"/>
                  </a:lnTo>
                  <a:lnTo>
                    <a:pt x="1911" y="955"/>
                  </a:lnTo>
                  <a:lnTo>
                    <a:pt x="3344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0" name="Freeform 5069">
              <a:extLst>
                <a:ext uri="{FF2B5EF4-FFF2-40B4-BE49-F238E27FC236}">
                  <a16:creationId xmlns:a16="http://schemas.microsoft.com/office/drawing/2014/main" id="{94A99592-23BB-247D-6754-5C467E132A2E}"/>
                </a:ext>
              </a:extLst>
            </p:cNvPr>
            <p:cNvSpPr/>
            <p:nvPr/>
          </p:nvSpPr>
          <p:spPr>
            <a:xfrm>
              <a:off x="7870764" y="4635528"/>
              <a:ext cx="2866" cy="3821"/>
            </a:xfrm>
            <a:custGeom>
              <a:avLst/>
              <a:gdLst>
                <a:gd name="csX0" fmla="*/ 1911 w 2866"/>
                <a:gd name="csY0" fmla="*/ 3344 h 3821"/>
                <a:gd name="csX1" fmla="*/ 1433 w 2866"/>
                <a:gd name="csY1" fmla="*/ 3822 h 3821"/>
                <a:gd name="csX2" fmla="*/ 0 w 2866"/>
                <a:gd name="csY2" fmla="*/ 3344 h 3821"/>
                <a:gd name="csX3" fmla="*/ 0 w 2866"/>
                <a:gd name="csY3" fmla="*/ 478 h 3821"/>
                <a:gd name="csX4" fmla="*/ 955 w 2866"/>
                <a:gd name="csY4" fmla="*/ 0 h 3821"/>
                <a:gd name="csX5" fmla="*/ 2389 w 2866"/>
                <a:gd name="csY5" fmla="*/ 478 h 3821"/>
                <a:gd name="csX6" fmla="*/ 2866 w 2866"/>
                <a:gd name="csY6" fmla="*/ 956 h 3821"/>
                <a:gd name="csX7" fmla="*/ 1911 w 2866"/>
                <a:gd name="csY7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3821">
                  <a:moveTo>
                    <a:pt x="1911" y="3344"/>
                  </a:moveTo>
                  <a:lnTo>
                    <a:pt x="1433" y="3822"/>
                  </a:lnTo>
                  <a:lnTo>
                    <a:pt x="0" y="3344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2389" y="478"/>
                  </a:lnTo>
                  <a:lnTo>
                    <a:pt x="2866" y="956"/>
                  </a:lnTo>
                  <a:lnTo>
                    <a:pt x="1911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1" name="Freeform 5070">
              <a:extLst>
                <a:ext uri="{FF2B5EF4-FFF2-40B4-BE49-F238E27FC236}">
                  <a16:creationId xmlns:a16="http://schemas.microsoft.com/office/drawing/2014/main" id="{FEF16347-8B66-9A9E-DF56-89C47FA42624}"/>
                </a:ext>
              </a:extLst>
            </p:cNvPr>
            <p:cNvSpPr/>
            <p:nvPr/>
          </p:nvSpPr>
          <p:spPr>
            <a:xfrm>
              <a:off x="8216640" y="4657504"/>
              <a:ext cx="4777" cy="1911"/>
            </a:xfrm>
            <a:custGeom>
              <a:avLst/>
              <a:gdLst>
                <a:gd name="csX0" fmla="*/ 4777 w 4777"/>
                <a:gd name="csY0" fmla="*/ 1433 h 1911"/>
                <a:gd name="csX1" fmla="*/ 1911 w 4777"/>
                <a:gd name="csY1" fmla="*/ 1911 h 1911"/>
                <a:gd name="csX2" fmla="*/ 0 w 4777"/>
                <a:gd name="csY2" fmla="*/ 1433 h 1911"/>
                <a:gd name="csX3" fmla="*/ 478 w 4777"/>
                <a:gd name="csY3" fmla="*/ 956 h 1911"/>
                <a:gd name="csX4" fmla="*/ 478 w 4777"/>
                <a:gd name="csY4" fmla="*/ 0 h 1911"/>
                <a:gd name="csX5" fmla="*/ 1433 w 4777"/>
                <a:gd name="csY5" fmla="*/ 0 h 1911"/>
                <a:gd name="csX6" fmla="*/ 2389 w 4777"/>
                <a:gd name="csY6" fmla="*/ 0 h 1911"/>
                <a:gd name="csX7" fmla="*/ 4777 w 4777"/>
                <a:gd name="csY7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7" h="1911">
                  <a:moveTo>
                    <a:pt x="4777" y="1433"/>
                  </a:moveTo>
                  <a:lnTo>
                    <a:pt x="1911" y="1911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4777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2" name="Freeform 5071">
              <a:extLst>
                <a:ext uri="{FF2B5EF4-FFF2-40B4-BE49-F238E27FC236}">
                  <a16:creationId xmlns:a16="http://schemas.microsoft.com/office/drawing/2014/main" id="{6EBE0AB4-3A7B-21D4-C5EA-43F4A34782D8}"/>
                </a:ext>
              </a:extLst>
            </p:cNvPr>
            <p:cNvSpPr/>
            <p:nvPr/>
          </p:nvSpPr>
          <p:spPr>
            <a:xfrm>
              <a:off x="7891784" y="4679002"/>
              <a:ext cx="1432" cy="1911"/>
            </a:xfrm>
            <a:custGeom>
              <a:avLst/>
              <a:gdLst>
                <a:gd name="csX0" fmla="*/ 1433 w 1432"/>
                <a:gd name="csY0" fmla="*/ 1433 h 1911"/>
                <a:gd name="csX1" fmla="*/ 0 w 1432"/>
                <a:gd name="csY1" fmla="*/ 1911 h 1911"/>
                <a:gd name="csX2" fmla="*/ 0 w 1432"/>
                <a:gd name="csY2" fmla="*/ 1433 h 1911"/>
                <a:gd name="csX3" fmla="*/ 478 w 1432"/>
                <a:gd name="csY3" fmla="*/ 956 h 1911"/>
                <a:gd name="csX4" fmla="*/ 955 w 1432"/>
                <a:gd name="csY4" fmla="*/ 0 h 1911"/>
                <a:gd name="csX5" fmla="*/ 1433 w 1432"/>
                <a:gd name="csY5" fmla="*/ 478 h 1911"/>
                <a:gd name="csX6" fmla="*/ 1433 w 1432"/>
                <a:gd name="csY6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1911">
                  <a:moveTo>
                    <a:pt x="1433" y="1433"/>
                  </a:moveTo>
                  <a:lnTo>
                    <a:pt x="0" y="1911"/>
                  </a:lnTo>
                  <a:lnTo>
                    <a:pt x="0" y="1433"/>
                  </a:lnTo>
                  <a:lnTo>
                    <a:pt x="478" y="956"/>
                  </a:lnTo>
                  <a:lnTo>
                    <a:pt x="955" y="0"/>
                  </a:lnTo>
                  <a:lnTo>
                    <a:pt x="1433" y="478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3" name="Freeform 5072">
              <a:extLst>
                <a:ext uri="{FF2B5EF4-FFF2-40B4-BE49-F238E27FC236}">
                  <a16:creationId xmlns:a16="http://schemas.microsoft.com/office/drawing/2014/main" id="{ABBF6A79-3B5C-7A51-09DD-4CD01F3B9033}"/>
                </a:ext>
              </a:extLst>
            </p:cNvPr>
            <p:cNvSpPr/>
            <p:nvPr/>
          </p:nvSpPr>
          <p:spPr>
            <a:xfrm>
              <a:off x="7948634" y="4682823"/>
              <a:ext cx="1910" cy="2388"/>
            </a:xfrm>
            <a:custGeom>
              <a:avLst/>
              <a:gdLst>
                <a:gd name="csX0" fmla="*/ 1910 w 1910"/>
                <a:gd name="csY0" fmla="*/ 2389 h 2388"/>
                <a:gd name="csX1" fmla="*/ 955 w 1910"/>
                <a:gd name="csY1" fmla="*/ 2389 h 2388"/>
                <a:gd name="csX2" fmla="*/ 478 w 1910"/>
                <a:gd name="csY2" fmla="*/ 2389 h 2388"/>
                <a:gd name="csX3" fmla="*/ 0 w 1910"/>
                <a:gd name="csY3" fmla="*/ 1911 h 2388"/>
                <a:gd name="csX4" fmla="*/ 955 w 1910"/>
                <a:gd name="csY4" fmla="*/ 0 h 2388"/>
                <a:gd name="csX5" fmla="*/ 955 w 1910"/>
                <a:gd name="csY5" fmla="*/ 0 h 2388"/>
                <a:gd name="csX6" fmla="*/ 1910 w 1910"/>
                <a:gd name="csY6" fmla="*/ 1433 h 2388"/>
                <a:gd name="csX7" fmla="*/ 1910 w 1910"/>
                <a:gd name="csY7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2388">
                  <a:moveTo>
                    <a:pt x="1910" y="2389"/>
                  </a:moveTo>
                  <a:lnTo>
                    <a:pt x="955" y="2389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1910" y="1433"/>
                  </a:lnTo>
                  <a:lnTo>
                    <a:pt x="191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4" name="Freeform 5073">
              <a:extLst>
                <a:ext uri="{FF2B5EF4-FFF2-40B4-BE49-F238E27FC236}">
                  <a16:creationId xmlns:a16="http://schemas.microsoft.com/office/drawing/2014/main" id="{D21C6ABB-B4CC-6148-0FD6-53B6EAF470B3}"/>
                </a:ext>
              </a:extLst>
            </p:cNvPr>
            <p:cNvSpPr/>
            <p:nvPr/>
          </p:nvSpPr>
          <p:spPr>
            <a:xfrm>
              <a:off x="8090997" y="4684734"/>
              <a:ext cx="1911" cy="6210"/>
            </a:xfrm>
            <a:custGeom>
              <a:avLst/>
              <a:gdLst>
                <a:gd name="csX0" fmla="*/ 1911 w 1911"/>
                <a:gd name="csY0" fmla="*/ 6210 h 6210"/>
                <a:gd name="csX1" fmla="*/ 956 w 1911"/>
                <a:gd name="csY1" fmla="*/ 6210 h 6210"/>
                <a:gd name="csX2" fmla="*/ 0 w 1911"/>
                <a:gd name="csY2" fmla="*/ 5733 h 6210"/>
                <a:gd name="csX3" fmla="*/ 0 w 1911"/>
                <a:gd name="csY3" fmla="*/ 478 h 6210"/>
                <a:gd name="csX4" fmla="*/ 478 w 1911"/>
                <a:gd name="csY4" fmla="*/ 0 h 6210"/>
                <a:gd name="csX5" fmla="*/ 956 w 1911"/>
                <a:gd name="csY5" fmla="*/ 0 h 6210"/>
                <a:gd name="csX6" fmla="*/ 1433 w 1911"/>
                <a:gd name="csY6" fmla="*/ 956 h 6210"/>
                <a:gd name="csX7" fmla="*/ 1433 w 1911"/>
                <a:gd name="csY7" fmla="*/ 3344 h 6210"/>
                <a:gd name="csX8" fmla="*/ 1433 w 1911"/>
                <a:gd name="csY8" fmla="*/ 5255 h 6210"/>
                <a:gd name="csX9" fmla="*/ 1911 w 1911"/>
                <a:gd name="csY9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1" h="6210">
                  <a:moveTo>
                    <a:pt x="1911" y="6210"/>
                  </a:moveTo>
                  <a:lnTo>
                    <a:pt x="956" y="6210"/>
                  </a:lnTo>
                  <a:lnTo>
                    <a:pt x="0" y="57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956"/>
                  </a:lnTo>
                  <a:lnTo>
                    <a:pt x="1433" y="3344"/>
                  </a:lnTo>
                  <a:lnTo>
                    <a:pt x="1433" y="5255"/>
                  </a:lnTo>
                  <a:lnTo>
                    <a:pt x="1911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5" name="Freeform 5074">
              <a:extLst>
                <a:ext uri="{FF2B5EF4-FFF2-40B4-BE49-F238E27FC236}">
                  <a16:creationId xmlns:a16="http://schemas.microsoft.com/office/drawing/2014/main" id="{B669E676-2BD3-0D2D-7AEA-EEC4202FF984}"/>
                </a:ext>
              </a:extLst>
            </p:cNvPr>
            <p:cNvSpPr/>
            <p:nvPr/>
          </p:nvSpPr>
          <p:spPr>
            <a:xfrm>
              <a:off x="6530255" y="4924555"/>
              <a:ext cx="163383" cy="314345"/>
            </a:xfrm>
            <a:custGeom>
              <a:avLst/>
              <a:gdLst>
                <a:gd name="csX0" fmla="*/ 155740 w 163383"/>
                <a:gd name="csY0" fmla="*/ 0 h 314345"/>
                <a:gd name="csX1" fmla="*/ 155740 w 163383"/>
                <a:gd name="csY1" fmla="*/ 0 h 314345"/>
                <a:gd name="csX2" fmla="*/ 157173 w 163383"/>
                <a:gd name="csY2" fmla="*/ 1911 h 314345"/>
                <a:gd name="csX3" fmla="*/ 159084 w 163383"/>
                <a:gd name="csY3" fmla="*/ 3822 h 314345"/>
                <a:gd name="csX4" fmla="*/ 157651 w 163383"/>
                <a:gd name="csY4" fmla="*/ 4777 h 314345"/>
                <a:gd name="csX5" fmla="*/ 156217 w 163383"/>
                <a:gd name="csY5" fmla="*/ 5733 h 314345"/>
                <a:gd name="csX6" fmla="*/ 158606 w 163383"/>
                <a:gd name="csY6" fmla="*/ 6688 h 314345"/>
                <a:gd name="csX7" fmla="*/ 157173 w 163383"/>
                <a:gd name="csY7" fmla="*/ 8599 h 314345"/>
                <a:gd name="csX8" fmla="*/ 156695 w 163383"/>
                <a:gd name="csY8" fmla="*/ 10032 h 314345"/>
                <a:gd name="csX9" fmla="*/ 157173 w 163383"/>
                <a:gd name="csY9" fmla="*/ 10510 h 314345"/>
                <a:gd name="csX10" fmla="*/ 157651 w 163383"/>
                <a:gd name="csY10" fmla="*/ 10988 h 314345"/>
                <a:gd name="csX11" fmla="*/ 156695 w 163383"/>
                <a:gd name="csY11" fmla="*/ 13376 h 314345"/>
                <a:gd name="csX12" fmla="*/ 155262 w 163383"/>
                <a:gd name="csY12" fmla="*/ 14809 h 314345"/>
                <a:gd name="csX13" fmla="*/ 154784 w 163383"/>
                <a:gd name="csY13" fmla="*/ 16243 h 314345"/>
                <a:gd name="csX14" fmla="*/ 155740 w 163383"/>
                <a:gd name="csY14" fmla="*/ 18154 h 314345"/>
                <a:gd name="csX15" fmla="*/ 155262 w 163383"/>
                <a:gd name="csY15" fmla="*/ 21975 h 314345"/>
                <a:gd name="csX16" fmla="*/ 156695 w 163383"/>
                <a:gd name="csY16" fmla="*/ 25797 h 314345"/>
                <a:gd name="csX17" fmla="*/ 156695 w 163383"/>
                <a:gd name="csY17" fmla="*/ 27231 h 314345"/>
                <a:gd name="csX18" fmla="*/ 157173 w 163383"/>
                <a:gd name="csY18" fmla="*/ 28664 h 314345"/>
                <a:gd name="csX19" fmla="*/ 156695 w 163383"/>
                <a:gd name="csY19" fmla="*/ 30575 h 314345"/>
                <a:gd name="csX20" fmla="*/ 156695 w 163383"/>
                <a:gd name="csY20" fmla="*/ 34397 h 314345"/>
                <a:gd name="csX21" fmla="*/ 157173 w 163383"/>
                <a:gd name="csY21" fmla="*/ 35830 h 314345"/>
                <a:gd name="csX22" fmla="*/ 156217 w 163383"/>
                <a:gd name="csY22" fmla="*/ 37740 h 314345"/>
                <a:gd name="csX23" fmla="*/ 157651 w 163383"/>
                <a:gd name="csY23" fmla="*/ 38218 h 314345"/>
                <a:gd name="csX24" fmla="*/ 158128 w 163383"/>
                <a:gd name="csY24" fmla="*/ 40129 h 314345"/>
                <a:gd name="csX25" fmla="*/ 158128 w 163383"/>
                <a:gd name="csY25" fmla="*/ 42518 h 314345"/>
                <a:gd name="csX26" fmla="*/ 157651 w 163383"/>
                <a:gd name="csY26" fmla="*/ 43473 h 314345"/>
                <a:gd name="csX27" fmla="*/ 155740 w 163383"/>
                <a:gd name="csY27" fmla="*/ 45384 h 314345"/>
                <a:gd name="csX28" fmla="*/ 155262 w 163383"/>
                <a:gd name="csY28" fmla="*/ 45862 h 314345"/>
                <a:gd name="csX29" fmla="*/ 155262 w 163383"/>
                <a:gd name="csY29" fmla="*/ 46817 h 314345"/>
                <a:gd name="csX30" fmla="*/ 158128 w 163383"/>
                <a:gd name="csY30" fmla="*/ 46817 h 314345"/>
                <a:gd name="csX31" fmla="*/ 158128 w 163383"/>
                <a:gd name="csY31" fmla="*/ 48251 h 314345"/>
                <a:gd name="csX32" fmla="*/ 158128 w 163383"/>
                <a:gd name="csY32" fmla="*/ 49206 h 314345"/>
                <a:gd name="csX33" fmla="*/ 158128 w 163383"/>
                <a:gd name="csY33" fmla="*/ 51117 h 314345"/>
                <a:gd name="csX34" fmla="*/ 157651 w 163383"/>
                <a:gd name="csY34" fmla="*/ 52550 h 314345"/>
                <a:gd name="csX35" fmla="*/ 158128 w 163383"/>
                <a:gd name="csY35" fmla="*/ 53983 h 314345"/>
                <a:gd name="csX36" fmla="*/ 157651 w 163383"/>
                <a:gd name="csY36" fmla="*/ 55417 h 314345"/>
                <a:gd name="csX37" fmla="*/ 157651 w 163383"/>
                <a:gd name="csY37" fmla="*/ 56850 h 314345"/>
                <a:gd name="csX38" fmla="*/ 157651 w 163383"/>
                <a:gd name="csY38" fmla="*/ 58283 h 314345"/>
                <a:gd name="csX39" fmla="*/ 158606 w 163383"/>
                <a:gd name="csY39" fmla="*/ 62582 h 314345"/>
                <a:gd name="csX40" fmla="*/ 158606 w 163383"/>
                <a:gd name="csY40" fmla="*/ 67838 h 314345"/>
                <a:gd name="csX41" fmla="*/ 158606 w 163383"/>
                <a:gd name="csY41" fmla="*/ 68793 h 314345"/>
                <a:gd name="csX42" fmla="*/ 159562 w 163383"/>
                <a:gd name="csY42" fmla="*/ 69271 h 314345"/>
                <a:gd name="csX43" fmla="*/ 160995 w 163383"/>
                <a:gd name="csY43" fmla="*/ 69748 h 314345"/>
                <a:gd name="csX44" fmla="*/ 160995 w 163383"/>
                <a:gd name="csY44" fmla="*/ 71182 h 314345"/>
                <a:gd name="csX45" fmla="*/ 159562 w 163383"/>
                <a:gd name="csY45" fmla="*/ 72615 h 314345"/>
                <a:gd name="csX46" fmla="*/ 159562 w 163383"/>
                <a:gd name="csY46" fmla="*/ 74048 h 314345"/>
                <a:gd name="csX47" fmla="*/ 159562 w 163383"/>
                <a:gd name="csY47" fmla="*/ 75481 h 314345"/>
                <a:gd name="csX48" fmla="*/ 160995 w 163383"/>
                <a:gd name="csY48" fmla="*/ 73570 h 314345"/>
                <a:gd name="csX49" fmla="*/ 161950 w 163383"/>
                <a:gd name="csY49" fmla="*/ 73570 h 314345"/>
                <a:gd name="csX50" fmla="*/ 162906 w 163383"/>
                <a:gd name="csY50" fmla="*/ 74048 h 314345"/>
                <a:gd name="csX51" fmla="*/ 162906 w 163383"/>
                <a:gd name="csY51" fmla="*/ 75481 h 314345"/>
                <a:gd name="csX52" fmla="*/ 163383 w 163383"/>
                <a:gd name="csY52" fmla="*/ 75959 h 314345"/>
                <a:gd name="csX53" fmla="*/ 162906 w 163383"/>
                <a:gd name="csY53" fmla="*/ 77392 h 314345"/>
                <a:gd name="csX54" fmla="*/ 163383 w 163383"/>
                <a:gd name="csY54" fmla="*/ 78825 h 314345"/>
                <a:gd name="csX55" fmla="*/ 163383 w 163383"/>
                <a:gd name="csY55" fmla="*/ 80258 h 314345"/>
                <a:gd name="csX56" fmla="*/ 161950 w 163383"/>
                <a:gd name="csY56" fmla="*/ 81214 h 314345"/>
                <a:gd name="csX57" fmla="*/ 160517 w 163383"/>
                <a:gd name="csY57" fmla="*/ 83125 h 314345"/>
                <a:gd name="csX58" fmla="*/ 160517 w 163383"/>
                <a:gd name="csY58" fmla="*/ 84558 h 314345"/>
                <a:gd name="csX59" fmla="*/ 160517 w 163383"/>
                <a:gd name="csY59" fmla="*/ 85513 h 314345"/>
                <a:gd name="csX60" fmla="*/ 159562 w 163383"/>
                <a:gd name="csY60" fmla="*/ 85991 h 314345"/>
                <a:gd name="csX61" fmla="*/ 159084 w 163383"/>
                <a:gd name="csY61" fmla="*/ 86469 h 314345"/>
                <a:gd name="csX62" fmla="*/ 159562 w 163383"/>
                <a:gd name="csY62" fmla="*/ 87902 h 314345"/>
                <a:gd name="csX63" fmla="*/ 159562 w 163383"/>
                <a:gd name="csY63" fmla="*/ 88858 h 314345"/>
                <a:gd name="csX64" fmla="*/ 157651 w 163383"/>
                <a:gd name="csY64" fmla="*/ 93157 h 314345"/>
                <a:gd name="csX65" fmla="*/ 152873 w 163383"/>
                <a:gd name="csY65" fmla="*/ 98412 h 314345"/>
                <a:gd name="csX66" fmla="*/ 150962 w 163383"/>
                <a:gd name="csY66" fmla="*/ 100323 h 314345"/>
                <a:gd name="csX67" fmla="*/ 149051 w 163383"/>
                <a:gd name="csY67" fmla="*/ 102712 h 314345"/>
                <a:gd name="csX68" fmla="*/ 149051 w 163383"/>
                <a:gd name="csY68" fmla="*/ 103189 h 314345"/>
                <a:gd name="csX69" fmla="*/ 148574 w 163383"/>
                <a:gd name="csY69" fmla="*/ 104145 h 314345"/>
                <a:gd name="csX70" fmla="*/ 146663 w 163383"/>
                <a:gd name="csY70" fmla="*/ 107011 h 314345"/>
                <a:gd name="csX71" fmla="*/ 143796 w 163383"/>
                <a:gd name="csY71" fmla="*/ 107489 h 314345"/>
                <a:gd name="csX72" fmla="*/ 142841 w 163383"/>
                <a:gd name="csY72" fmla="*/ 108445 h 314345"/>
                <a:gd name="csX73" fmla="*/ 143796 w 163383"/>
                <a:gd name="csY73" fmla="*/ 111311 h 314345"/>
                <a:gd name="csX74" fmla="*/ 142363 w 163383"/>
                <a:gd name="csY74" fmla="*/ 111789 h 314345"/>
                <a:gd name="csX75" fmla="*/ 139497 w 163383"/>
                <a:gd name="csY75" fmla="*/ 113700 h 314345"/>
                <a:gd name="csX76" fmla="*/ 131853 w 163383"/>
                <a:gd name="csY76" fmla="*/ 117999 h 314345"/>
                <a:gd name="csX77" fmla="*/ 130420 w 163383"/>
                <a:gd name="csY77" fmla="*/ 118954 h 314345"/>
                <a:gd name="csX78" fmla="*/ 128509 w 163383"/>
                <a:gd name="csY78" fmla="*/ 121343 h 314345"/>
                <a:gd name="csX79" fmla="*/ 126121 w 163383"/>
                <a:gd name="csY79" fmla="*/ 121821 h 314345"/>
                <a:gd name="csX80" fmla="*/ 124687 w 163383"/>
                <a:gd name="csY80" fmla="*/ 122777 h 314345"/>
                <a:gd name="csX81" fmla="*/ 122299 w 163383"/>
                <a:gd name="csY81" fmla="*/ 122777 h 314345"/>
                <a:gd name="csX82" fmla="*/ 121343 w 163383"/>
                <a:gd name="csY82" fmla="*/ 122777 h 314345"/>
                <a:gd name="csX83" fmla="*/ 120388 w 163383"/>
                <a:gd name="csY83" fmla="*/ 122777 h 314345"/>
                <a:gd name="csX84" fmla="*/ 119910 w 163383"/>
                <a:gd name="csY84" fmla="*/ 123254 h 314345"/>
                <a:gd name="csX85" fmla="*/ 114655 w 163383"/>
                <a:gd name="csY85" fmla="*/ 125165 h 314345"/>
                <a:gd name="csX86" fmla="*/ 109878 w 163383"/>
                <a:gd name="csY86" fmla="*/ 126598 h 314345"/>
                <a:gd name="csX87" fmla="*/ 108922 w 163383"/>
                <a:gd name="csY87" fmla="*/ 127076 h 314345"/>
                <a:gd name="csX88" fmla="*/ 107967 w 163383"/>
                <a:gd name="csY88" fmla="*/ 128031 h 314345"/>
                <a:gd name="csX89" fmla="*/ 104145 w 163383"/>
                <a:gd name="csY89" fmla="*/ 129465 h 314345"/>
                <a:gd name="csX90" fmla="*/ 97457 w 163383"/>
                <a:gd name="csY90" fmla="*/ 132809 h 314345"/>
                <a:gd name="csX91" fmla="*/ 92201 w 163383"/>
                <a:gd name="csY91" fmla="*/ 135675 h 314345"/>
                <a:gd name="csX92" fmla="*/ 88380 w 163383"/>
                <a:gd name="csY92" fmla="*/ 139019 h 314345"/>
                <a:gd name="csX93" fmla="*/ 87424 w 163383"/>
                <a:gd name="csY93" fmla="*/ 139497 h 314345"/>
                <a:gd name="csX94" fmla="*/ 85991 w 163383"/>
                <a:gd name="csY94" fmla="*/ 140452 h 314345"/>
                <a:gd name="csX95" fmla="*/ 85514 w 163383"/>
                <a:gd name="csY95" fmla="*/ 142363 h 314345"/>
                <a:gd name="csX96" fmla="*/ 85514 w 163383"/>
                <a:gd name="csY96" fmla="*/ 143319 h 314345"/>
                <a:gd name="csX97" fmla="*/ 82647 w 163383"/>
                <a:gd name="csY97" fmla="*/ 146663 h 314345"/>
                <a:gd name="csX98" fmla="*/ 78348 w 163383"/>
                <a:gd name="csY98" fmla="*/ 150485 h 314345"/>
                <a:gd name="csX99" fmla="*/ 77392 w 163383"/>
                <a:gd name="csY99" fmla="*/ 151918 h 314345"/>
                <a:gd name="csX100" fmla="*/ 75481 w 163383"/>
                <a:gd name="csY100" fmla="*/ 153829 h 314345"/>
                <a:gd name="csX101" fmla="*/ 75481 w 163383"/>
                <a:gd name="csY101" fmla="*/ 155262 h 314345"/>
                <a:gd name="csX102" fmla="*/ 74048 w 163383"/>
                <a:gd name="csY102" fmla="*/ 155740 h 314345"/>
                <a:gd name="csX103" fmla="*/ 72615 w 163383"/>
                <a:gd name="csY103" fmla="*/ 154307 h 314345"/>
                <a:gd name="csX104" fmla="*/ 72137 w 163383"/>
                <a:gd name="csY104" fmla="*/ 157173 h 314345"/>
                <a:gd name="csX105" fmla="*/ 71182 w 163383"/>
                <a:gd name="csY105" fmla="*/ 157651 h 314345"/>
                <a:gd name="csX106" fmla="*/ 69748 w 163383"/>
                <a:gd name="csY106" fmla="*/ 156695 h 314345"/>
                <a:gd name="csX107" fmla="*/ 66882 w 163383"/>
                <a:gd name="csY107" fmla="*/ 158128 h 314345"/>
                <a:gd name="csX108" fmla="*/ 64493 w 163383"/>
                <a:gd name="csY108" fmla="*/ 159561 h 314345"/>
                <a:gd name="csX109" fmla="*/ 60671 w 163383"/>
                <a:gd name="csY109" fmla="*/ 162906 h 314345"/>
                <a:gd name="csX110" fmla="*/ 54939 w 163383"/>
                <a:gd name="csY110" fmla="*/ 169116 h 314345"/>
                <a:gd name="csX111" fmla="*/ 46817 w 163383"/>
                <a:gd name="csY111" fmla="*/ 175327 h 314345"/>
                <a:gd name="csX112" fmla="*/ 45384 w 163383"/>
                <a:gd name="csY112" fmla="*/ 175804 h 314345"/>
                <a:gd name="csX113" fmla="*/ 44907 w 163383"/>
                <a:gd name="csY113" fmla="*/ 175804 h 314345"/>
                <a:gd name="csX114" fmla="*/ 42040 w 163383"/>
                <a:gd name="csY114" fmla="*/ 173416 h 314345"/>
                <a:gd name="csX115" fmla="*/ 40607 w 163383"/>
                <a:gd name="csY115" fmla="*/ 173416 h 314345"/>
                <a:gd name="csX116" fmla="*/ 42040 w 163383"/>
                <a:gd name="csY116" fmla="*/ 174371 h 314345"/>
                <a:gd name="csX117" fmla="*/ 42996 w 163383"/>
                <a:gd name="csY117" fmla="*/ 175804 h 314345"/>
                <a:gd name="csX118" fmla="*/ 42518 w 163383"/>
                <a:gd name="csY118" fmla="*/ 177715 h 314345"/>
                <a:gd name="csX119" fmla="*/ 42518 w 163383"/>
                <a:gd name="csY119" fmla="*/ 180582 h 314345"/>
                <a:gd name="csX120" fmla="*/ 41562 w 163383"/>
                <a:gd name="csY120" fmla="*/ 186792 h 314345"/>
                <a:gd name="csX121" fmla="*/ 42040 w 163383"/>
                <a:gd name="csY121" fmla="*/ 188225 h 314345"/>
                <a:gd name="csX122" fmla="*/ 42996 w 163383"/>
                <a:gd name="csY122" fmla="*/ 189659 h 314345"/>
                <a:gd name="csX123" fmla="*/ 45384 w 163383"/>
                <a:gd name="csY123" fmla="*/ 192047 h 314345"/>
                <a:gd name="csX124" fmla="*/ 47295 w 163383"/>
                <a:gd name="csY124" fmla="*/ 194436 h 314345"/>
                <a:gd name="csX125" fmla="*/ 50162 w 163383"/>
                <a:gd name="csY125" fmla="*/ 202080 h 314345"/>
                <a:gd name="csX126" fmla="*/ 50162 w 163383"/>
                <a:gd name="csY126" fmla="*/ 205901 h 314345"/>
                <a:gd name="csX127" fmla="*/ 53028 w 163383"/>
                <a:gd name="csY127" fmla="*/ 211156 h 314345"/>
                <a:gd name="csX128" fmla="*/ 53028 w 163383"/>
                <a:gd name="csY128" fmla="*/ 213067 h 314345"/>
                <a:gd name="csX129" fmla="*/ 53983 w 163383"/>
                <a:gd name="csY129" fmla="*/ 218322 h 314345"/>
                <a:gd name="csX130" fmla="*/ 53983 w 163383"/>
                <a:gd name="csY130" fmla="*/ 223100 h 314345"/>
                <a:gd name="csX131" fmla="*/ 53983 w 163383"/>
                <a:gd name="csY131" fmla="*/ 225488 h 314345"/>
                <a:gd name="csX132" fmla="*/ 55416 w 163383"/>
                <a:gd name="csY132" fmla="*/ 226444 h 314345"/>
                <a:gd name="csX133" fmla="*/ 55894 w 163383"/>
                <a:gd name="csY133" fmla="*/ 225488 h 314345"/>
                <a:gd name="csX134" fmla="*/ 55416 w 163383"/>
                <a:gd name="csY134" fmla="*/ 224055 h 314345"/>
                <a:gd name="csX135" fmla="*/ 55894 w 163383"/>
                <a:gd name="csY135" fmla="*/ 221189 h 314345"/>
                <a:gd name="csX136" fmla="*/ 56850 w 163383"/>
                <a:gd name="csY136" fmla="*/ 220233 h 314345"/>
                <a:gd name="csX137" fmla="*/ 57328 w 163383"/>
                <a:gd name="csY137" fmla="*/ 220233 h 314345"/>
                <a:gd name="csX138" fmla="*/ 57805 w 163383"/>
                <a:gd name="csY138" fmla="*/ 221666 h 314345"/>
                <a:gd name="csX139" fmla="*/ 58283 w 163383"/>
                <a:gd name="csY139" fmla="*/ 222622 h 314345"/>
                <a:gd name="csX140" fmla="*/ 58283 w 163383"/>
                <a:gd name="csY140" fmla="*/ 223577 h 314345"/>
                <a:gd name="csX141" fmla="*/ 58283 w 163383"/>
                <a:gd name="csY141" fmla="*/ 225010 h 314345"/>
                <a:gd name="csX142" fmla="*/ 57328 w 163383"/>
                <a:gd name="csY142" fmla="*/ 230743 h 314345"/>
                <a:gd name="csX143" fmla="*/ 57805 w 163383"/>
                <a:gd name="csY143" fmla="*/ 232654 h 314345"/>
                <a:gd name="csX144" fmla="*/ 59239 w 163383"/>
                <a:gd name="csY144" fmla="*/ 236476 h 314345"/>
                <a:gd name="csX145" fmla="*/ 57328 w 163383"/>
                <a:gd name="csY145" fmla="*/ 240775 h 314345"/>
                <a:gd name="csX146" fmla="*/ 54939 w 163383"/>
                <a:gd name="csY146" fmla="*/ 251286 h 314345"/>
                <a:gd name="csX147" fmla="*/ 54939 w 163383"/>
                <a:gd name="csY147" fmla="*/ 253197 h 314345"/>
                <a:gd name="csX148" fmla="*/ 55416 w 163383"/>
                <a:gd name="csY148" fmla="*/ 253674 h 314345"/>
                <a:gd name="csX149" fmla="*/ 56850 w 163383"/>
                <a:gd name="csY149" fmla="*/ 254152 h 314345"/>
                <a:gd name="csX150" fmla="*/ 57328 w 163383"/>
                <a:gd name="csY150" fmla="*/ 252719 h 314345"/>
                <a:gd name="csX151" fmla="*/ 57805 w 163383"/>
                <a:gd name="csY151" fmla="*/ 252719 h 314345"/>
                <a:gd name="csX152" fmla="*/ 58283 w 163383"/>
                <a:gd name="csY152" fmla="*/ 253674 h 314345"/>
                <a:gd name="csX153" fmla="*/ 57328 w 163383"/>
                <a:gd name="csY153" fmla="*/ 258452 h 314345"/>
                <a:gd name="csX154" fmla="*/ 56372 w 163383"/>
                <a:gd name="csY154" fmla="*/ 260363 h 314345"/>
                <a:gd name="csX155" fmla="*/ 52550 w 163383"/>
                <a:gd name="csY155" fmla="*/ 265617 h 314345"/>
                <a:gd name="csX156" fmla="*/ 50639 w 163383"/>
                <a:gd name="csY156" fmla="*/ 268006 h 314345"/>
                <a:gd name="csX157" fmla="*/ 47295 w 163383"/>
                <a:gd name="csY157" fmla="*/ 269917 h 314345"/>
                <a:gd name="csX158" fmla="*/ 39651 w 163383"/>
                <a:gd name="csY158" fmla="*/ 273261 h 314345"/>
                <a:gd name="csX159" fmla="*/ 24364 w 163383"/>
                <a:gd name="csY159" fmla="*/ 278039 h 314345"/>
                <a:gd name="csX160" fmla="*/ 18632 w 163383"/>
                <a:gd name="csY160" fmla="*/ 280905 h 314345"/>
                <a:gd name="csX161" fmla="*/ 14809 w 163383"/>
                <a:gd name="csY161" fmla="*/ 282338 h 314345"/>
                <a:gd name="csX162" fmla="*/ 7166 w 163383"/>
                <a:gd name="csY162" fmla="*/ 286638 h 314345"/>
                <a:gd name="csX163" fmla="*/ 3821 w 163383"/>
                <a:gd name="csY163" fmla="*/ 289982 h 314345"/>
                <a:gd name="csX164" fmla="*/ 2389 w 163383"/>
                <a:gd name="csY164" fmla="*/ 293326 h 314345"/>
                <a:gd name="csX165" fmla="*/ 955 w 163383"/>
                <a:gd name="csY165" fmla="*/ 295237 h 314345"/>
                <a:gd name="csX166" fmla="*/ 0 w 163383"/>
                <a:gd name="csY166" fmla="*/ 297148 h 314345"/>
                <a:gd name="csX167" fmla="*/ 955 w 163383"/>
                <a:gd name="csY167" fmla="*/ 299059 h 314345"/>
                <a:gd name="csX168" fmla="*/ 1911 w 163383"/>
                <a:gd name="csY168" fmla="*/ 300014 h 314345"/>
                <a:gd name="csX169" fmla="*/ 3344 w 163383"/>
                <a:gd name="csY169" fmla="*/ 300970 h 314345"/>
                <a:gd name="csX170" fmla="*/ 4300 w 163383"/>
                <a:gd name="csY170" fmla="*/ 301925 h 314345"/>
                <a:gd name="csX171" fmla="*/ 4777 w 163383"/>
                <a:gd name="csY171" fmla="*/ 302403 h 314345"/>
                <a:gd name="csX172" fmla="*/ 5733 w 163383"/>
                <a:gd name="csY172" fmla="*/ 299536 h 314345"/>
                <a:gd name="csX173" fmla="*/ 6210 w 163383"/>
                <a:gd name="csY173" fmla="*/ 298581 h 314345"/>
                <a:gd name="csX174" fmla="*/ 7166 w 163383"/>
                <a:gd name="csY174" fmla="*/ 298581 h 314345"/>
                <a:gd name="csX175" fmla="*/ 6688 w 163383"/>
                <a:gd name="csY175" fmla="*/ 301925 h 314345"/>
                <a:gd name="csX176" fmla="*/ 5733 w 163383"/>
                <a:gd name="csY176" fmla="*/ 313868 h 314345"/>
                <a:gd name="csX177" fmla="*/ 5733 w 163383"/>
                <a:gd name="csY177" fmla="*/ 314346 h 3143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</a:cxnLst>
              <a:rect l="l" t="t" r="r" b="b"/>
              <a:pathLst>
                <a:path w="163383" h="314345">
                  <a:moveTo>
                    <a:pt x="155740" y="0"/>
                  </a:moveTo>
                  <a:lnTo>
                    <a:pt x="155740" y="0"/>
                  </a:lnTo>
                  <a:lnTo>
                    <a:pt x="157173" y="1911"/>
                  </a:lnTo>
                  <a:lnTo>
                    <a:pt x="159084" y="3822"/>
                  </a:lnTo>
                  <a:lnTo>
                    <a:pt x="157651" y="4777"/>
                  </a:lnTo>
                  <a:lnTo>
                    <a:pt x="156217" y="5733"/>
                  </a:lnTo>
                  <a:lnTo>
                    <a:pt x="158606" y="6688"/>
                  </a:lnTo>
                  <a:lnTo>
                    <a:pt x="157173" y="8599"/>
                  </a:lnTo>
                  <a:lnTo>
                    <a:pt x="156695" y="10032"/>
                  </a:lnTo>
                  <a:lnTo>
                    <a:pt x="157173" y="10510"/>
                  </a:lnTo>
                  <a:lnTo>
                    <a:pt x="157651" y="10988"/>
                  </a:lnTo>
                  <a:lnTo>
                    <a:pt x="156695" y="13376"/>
                  </a:lnTo>
                  <a:lnTo>
                    <a:pt x="155262" y="14809"/>
                  </a:lnTo>
                  <a:lnTo>
                    <a:pt x="154784" y="16243"/>
                  </a:lnTo>
                  <a:lnTo>
                    <a:pt x="155740" y="18154"/>
                  </a:lnTo>
                  <a:lnTo>
                    <a:pt x="155262" y="21975"/>
                  </a:lnTo>
                  <a:lnTo>
                    <a:pt x="156695" y="25797"/>
                  </a:lnTo>
                  <a:lnTo>
                    <a:pt x="156695" y="27231"/>
                  </a:lnTo>
                  <a:lnTo>
                    <a:pt x="157173" y="28664"/>
                  </a:lnTo>
                  <a:lnTo>
                    <a:pt x="156695" y="30575"/>
                  </a:lnTo>
                  <a:lnTo>
                    <a:pt x="156695" y="34397"/>
                  </a:lnTo>
                  <a:lnTo>
                    <a:pt x="157173" y="35830"/>
                  </a:lnTo>
                  <a:lnTo>
                    <a:pt x="156217" y="37740"/>
                  </a:lnTo>
                  <a:lnTo>
                    <a:pt x="157651" y="38218"/>
                  </a:lnTo>
                  <a:lnTo>
                    <a:pt x="158128" y="40129"/>
                  </a:lnTo>
                  <a:lnTo>
                    <a:pt x="158128" y="42518"/>
                  </a:lnTo>
                  <a:lnTo>
                    <a:pt x="157651" y="43473"/>
                  </a:lnTo>
                  <a:lnTo>
                    <a:pt x="155740" y="45384"/>
                  </a:lnTo>
                  <a:lnTo>
                    <a:pt x="155262" y="45862"/>
                  </a:lnTo>
                  <a:lnTo>
                    <a:pt x="155262" y="46817"/>
                  </a:lnTo>
                  <a:lnTo>
                    <a:pt x="158128" y="46817"/>
                  </a:lnTo>
                  <a:lnTo>
                    <a:pt x="158128" y="48251"/>
                  </a:lnTo>
                  <a:lnTo>
                    <a:pt x="158128" y="49206"/>
                  </a:lnTo>
                  <a:lnTo>
                    <a:pt x="158128" y="51117"/>
                  </a:lnTo>
                  <a:lnTo>
                    <a:pt x="157651" y="52550"/>
                  </a:lnTo>
                  <a:lnTo>
                    <a:pt x="158128" y="53983"/>
                  </a:lnTo>
                  <a:lnTo>
                    <a:pt x="157651" y="55417"/>
                  </a:lnTo>
                  <a:lnTo>
                    <a:pt x="157651" y="56850"/>
                  </a:lnTo>
                  <a:lnTo>
                    <a:pt x="157651" y="58283"/>
                  </a:lnTo>
                  <a:lnTo>
                    <a:pt x="158606" y="62582"/>
                  </a:lnTo>
                  <a:lnTo>
                    <a:pt x="158606" y="67838"/>
                  </a:lnTo>
                  <a:lnTo>
                    <a:pt x="158606" y="68793"/>
                  </a:lnTo>
                  <a:lnTo>
                    <a:pt x="159562" y="69271"/>
                  </a:lnTo>
                  <a:lnTo>
                    <a:pt x="160995" y="69748"/>
                  </a:lnTo>
                  <a:lnTo>
                    <a:pt x="160995" y="71182"/>
                  </a:lnTo>
                  <a:lnTo>
                    <a:pt x="159562" y="72615"/>
                  </a:lnTo>
                  <a:lnTo>
                    <a:pt x="159562" y="74048"/>
                  </a:lnTo>
                  <a:lnTo>
                    <a:pt x="159562" y="75481"/>
                  </a:lnTo>
                  <a:lnTo>
                    <a:pt x="160995" y="73570"/>
                  </a:lnTo>
                  <a:lnTo>
                    <a:pt x="161950" y="73570"/>
                  </a:lnTo>
                  <a:lnTo>
                    <a:pt x="162906" y="74048"/>
                  </a:lnTo>
                  <a:lnTo>
                    <a:pt x="162906" y="75481"/>
                  </a:lnTo>
                  <a:lnTo>
                    <a:pt x="163383" y="75959"/>
                  </a:lnTo>
                  <a:lnTo>
                    <a:pt x="162906" y="77392"/>
                  </a:lnTo>
                  <a:lnTo>
                    <a:pt x="163383" y="78825"/>
                  </a:lnTo>
                  <a:lnTo>
                    <a:pt x="163383" y="80258"/>
                  </a:lnTo>
                  <a:lnTo>
                    <a:pt x="161950" y="81214"/>
                  </a:lnTo>
                  <a:lnTo>
                    <a:pt x="160517" y="83125"/>
                  </a:lnTo>
                  <a:lnTo>
                    <a:pt x="160517" y="84558"/>
                  </a:lnTo>
                  <a:lnTo>
                    <a:pt x="160517" y="85513"/>
                  </a:lnTo>
                  <a:lnTo>
                    <a:pt x="159562" y="85991"/>
                  </a:lnTo>
                  <a:lnTo>
                    <a:pt x="159084" y="86469"/>
                  </a:lnTo>
                  <a:lnTo>
                    <a:pt x="159562" y="87902"/>
                  </a:lnTo>
                  <a:lnTo>
                    <a:pt x="159562" y="88858"/>
                  </a:lnTo>
                  <a:lnTo>
                    <a:pt x="157651" y="93157"/>
                  </a:lnTo>
                  <a:lnTo>
                    <a:pt x="152873" y="98412"/>
                  </a:lnTo>
                  <a:lnTo>
                    <a:pt x="150962" y="100323"/>
                  </a:lnTo>
                  <a:lnTo>
                    <a:pt x="149051" y="102712"/>
                  </a:lnTo>
                  <a:lnTo>
                    <a:pt x="149051" y="103189"/>
                  </a:lnTo>
                  <a:lnTo>
                    <a:pt x="148574" y="104145"/>
                  </a:lnTo>
                  <a:lnTo>
                    <a:pt x="146663" y="107011"/>
                  </a:lnTo>
                  <a:lnTo>
                    <a:pt x="143796" y="107489"/>
                  </a:lnTo>
                  <a:lnTo>
                    <a:pt x="142841" y="108445"/>
                  </a:lnTo>
                  <a:lnTo>
                    <a:pt x="143796" y="111311"/>
                  </a:lnTo>
                  <a:lnTo>
                    <a:pt x="142363" y="111789"/>
                  </a:lnTo>
                  <a:lnTo>
                    <a:pt x="139497" y="113700"/>
                  </a:lnTo>
                  <a:lnTo>
                    <a:pt x="131853" y="117999"/>
                  </a:lnTo>
                  <a:lnTo>
                    <a:pt x="130420" y="118954"/>
                  </a:lnTo>
                  <a:lnTo>
                    <a:pt x="128509" y="121343"/>
                  </a:lnTo>
                  <a:lnTo>
                    <a:pt x="126121" y="121821"/>
                  </a:lnTo>
                  <a:lnTo>
                    <a:pt x="124687" y="122777"/>
                  </a:lnTo>
                  <a:lnTo>
                    <a:pt x="122299" y="122777"/>
                  </a:lnTo>
                  <a:lnTo>
                    <a:pt x="121343" y="122777"/>
                  </a:lnTo>
                  <a:lnTo>
                    <a:pt x="120388" y="122777"/>
                  </a:lnTo>
                  <a:lnTo>
                    <a:pt x="119910" y="123254"/>
                  </a:lnTo>
                  <a:lnTo>
                    <a:pt x="114655" y="125165"/>
                  </a:lnTo>
                  <a:lnTo>
                    <a:pt x="109878" y="126598"/>
                  </a:lnTo>
                  <a:lnTo>
                    <a:pt x="108922" y="127076"/>
                  </a:lnTo>
                  <a:lnTo>
                    <a:pt x="107967" y="128031"/>
                  </a:lnTo>
                  <a:lnTo>
                    <a:pt x="104145" y="129465"/>
                  </a:lnTo>
                  <a:lnTo>
                    <a:pt x="97457" y="132809"/>
                  </a:lnTo>
                  <a:lnTo>
                    <a:pt x="92201" y="135675"/>
                  </a:lnTo>
                  <a:lnTo>
                    <a:pt x="88380" y="139019"/>
                  </a:lnTo>
                  <a:lnTo>
                    <a:pt x="87424" y="139497"/>
                  </a:lnTo>
                  <a:lnTo>
                    <a:pt x="85991" y="140452"/>
                  </a:lnTo>
                  <a:lnTo>
                    <a:pt x="85514" y="142363"/>
                  </a:lnTo>
                  <a:lnTo>
                    <a:pt x="85514" y="143319"/>
                  </a:lnTo>
                  <a:lnTo>
                    <a:pt x="82647" y="146663"/>
                  </a:lnTo>
                  <a:lnTo>
                    <a:pt x="78348" y="150485"/>
                  </a:lnTo>
                  <a:lnTo>
                    <a:pt x="77392" y="151918"/>
                  </a:lnTo>
                  <a:lnTo>
                    <a:pt x="75481" y="153829"/>
                  </a:lnTo>
                  <a:lnTo>
                    <a:pt x="75481" y="155262"/>
                  </a:lnTo>
                  <a:lnTo>
                    <a:pt x="74048" y="155740"/>
                  </a:lnTo>
                  <a:lnTo>
                    <a:pt x="72615" y="154307"/>
                  </a:lnTo>
                  <a:lnTo>
                    <a:pt x="72137" y="157173"/>
                  </a:lnTo>
                  <a:lnTo>
                    <a:pt x="71182" y="157651"/>
                  </a:lnTo>
                  <a:lnTo>
                    <a:pt x="69748" y="156695"/>
                  </a:lnTo>
                  <a:lnTo>
                    <a:pt x="66882" y="158128"/>
                  </a:lnTo>
                  <a:lnTo>
                    <a:pt x="64493" y="159561"/>
                  </a:lnTo>
                  <a:lnTo>
                    <a:pt x="60671" y="162906"/>
                  </a:lnTo>
                  <a:lnTo>
                    <a:pt x="54939" y="169116"/>
                  </a:lnTo>
                  <a:lnTo>
                    <a:pt x="46817" y="175327"/>
                  </a:lnTo>
                  <a:lnTo>
                    <a:pt x="45384" y="175804"/>
                  </a:lnTo>
                  <a:lnTo>
                    <a:pt x="44907" y="175804"/>
                  </a:lnTo>
                  <a:lnTo>
                    <a:pt x="42040" y="173416"/>
                  </a:lnTo>
                  <a:lnTo>
                    <a:pt x="40607" y="173416"/>
                  </a:lnTo>
                  <a:lnTo>
                    <a:pt x="42040" y="174371"/>
                  </a:lnTo>
                  <a:lnTo>
                    <a:pt x="42996" y="175804"/>
                  </a:lnTo>
                  <a:lnTo>
                    <a:pt x="42518" y="177715"/>
                  </a:lnTo>
                  <a:lnTo>
                    <a:pt x="42518" y="180582"/>
                  </a:lnTo>
                  <a:lnTo>
                    <a:pt x="41562" y="186792"/>
                  </a:lnTo>
                  <a:lnTo>
                    <a:pt x="42040" y="188225"/>
                  </a:lnTo>
                  <a:lnTo>
                    <a:pt x="42996" y="189659"/>
                  </a:lnTo>
                  <a:lnTo>
                    <a:pt x="45384" y="192047"/>
                  </a:lnTo>
                  <a:lnTo>
                    <a:pt x="47295" y="194436"/>
                  </a:lnTo>
                  <a:lnTo>
                    <a:pt x="50162" y="202080"/>
                  </a:lnTo>
                  <a:lnTo>
                    <a:pt x="50162" y="205901"/>
                  </a:lnTo>
                  <a:lnTo>
                    <a:pt x="53028" y="211156"/>
                  </a:lnTo>
                  <a:lnTo>
                    <a:pt x="53028" y="213067"/>
                  </a:lnTo>
                  <a:lnTo>
                    <a:pt x="53983" y="218322"/>
                  </a:lnTo>
                  <a:lnTo>
                    <a:pt x="53983" y="223100"/>
                  </a:lnTo>
                  <a:lnTo>
                    <a:pt x="53983" y="225488"/>
                  </a:lnTo>
                  <a:lnTo>
                    <a:pt x="55416" y="226444"/>
                  </a:lnTo>
                  <a:lnTo>
                    <a:pt x="55894" y="225488"/>
                  </a:lnTo>
                  <a:lnTo>
                    <a:pt x="55416" y="224055"/>
                  </a:lnTo>
                  <a:lnTo>
                    <a:pt x="55894" y="221189"/>
                  </a:lnTo>
                  <a:lnTo>
                    <a:pt x="56850" y="220233"/>
                  </a:lnTo>
                  <a:lnTo>
                    <a:pt x="57328" y="220233"/>
                  </a:lnTo>
                  <a:lnTo>
                    <a:pt x="57805" y="221666"/>
                  </a:lnTo>
                  <a:lnTo>
                    <a:pt x="58283" y="222622"/>
                  </a:lnTo>
                  <a:lnTo>
                    <a:pt x="58283" y="223577"/>
                  </a:lnTo>
                  <a:lnTo>
                    <a:pt x="58283" y="225010"/>
                  </a:lnTo>
                  <a:lnTo>
                    <a:pt x="57328" y="230743"/>
                  </a:lnTo>
                  <a:lnTo>
                    <a:pt x="57805" y="232654"/>
                  </a:lnTo>
                  <a:lnTo>
                    <a:pt x="59239" y="236476"/>
                  </a:lnTo>
                  <a:lnTo>
                    <a:pt x="57328" y="240775"/>
                  </a:lnTo>
                  <a:lnTo>
                    <a:pt x="54939" y="251286"/>
                  </a:lnTo>
                  <a:lnTo>
                    <a:pt x="54939" y="253197"/>
                  </a:lnTo>
                  <a:lnTo>
                    <a:pt x="55416" y="253674"/>
                  </a:lnTo>
                  <a:lnTo>
                    <a:pt x="56850" y="254152"/>
                  </a:lnTo>
                  <a:lnTo>
                    <a:pt x="57328" y="252719"/>
                  </a:lnTo>
                  <a:lnTo>
                    <a:pt x="57805" y="252719"/>
                  </a:lnTo>
                  <a:lnTo>
                    <a:pt x="58283" y="253674"/>
                  </a:lnTo>
                  <a:lnTo>
                    <a:pt x="57328" y="258452"/>
                  </a:lnTo>
                  <a:lnTo>
                    <a:pt x="56372" y="260363"/>
                  </a:lnTo>
                  <a:lnTo>
                    <a:pt x="52550" y="265617"/>
                  </a:lnTo>
                  <a:lnTo>
                    <a:pt x="50639" y="268006"/>
                  </a:lnTo>
                  <a:lnTo>
                    <a:pt x="47295" y="269917"/>
                  </a:lnTo>
                  <a:lnTo>
                    <a:pt x="39651" y="273261"/>
                  </a:lnTo>
                  <a:lnTo>
                    <a:pt x="24364" y="278039"/>
                  </a:lnTo>
                  <a:lnTo>
                    <a:pt x="18632" y="280905"/>
                  </a:lnTo>
                  <a:lnTo>
                    <a:pt x="14809" y="282338"/>
                  </a:lnTo>
                  <a:lnTo>
                    <a:pt x="7166" y="286638"/>
                  </a:lnTo>
                  <a:lnTo>
                    <a:pt x="3821" y="289982"/>
                  </a:lnTo>
                  <a:lnTo>
                    <a:pt x="2389" y="293326"/>
                  </a:lnTo>
                  <a:lnTo>
                    <a:pt x="955" y="295237"/>
                  </a:lnTo>
                  <a:lnTo>
                    <a:pt x="0" y="297148"/>
                  </a:lnTo>
                  <a:lnTo>
                    <a:pt x="955" y="299059"/>
                  </a:lnTo>
                  <a:lnTo>
                    <a:pt x="1911" y="300014"/>
                  </a:lnTo>
                  <a:lnTo>
                    <a:pt x="3344" y="300970"/>
                  </a:lnTo>
                  <a:lnTo>
                    <a:pt x="4300" y="301925"/>
                  </a:lnTo>
                  <a:lnTo>
                    <a:pt x="4777" y="302403"/>
                  </a:lnTo>
                  <a:lnTo>
                    <a:pt x="5733" y="299536"/>
                  </a:lnTo>
                  <a:lnTo>
                    <a:pt x="6210" y="298581"/>
                  </a:lnTo>
                  <a:lnTo>
                    <a:pt x="7166" y="298581"/>
                  </a:lnTo>
                  <a:lnTo>
                    <a:pt x="6688" y="301925"/>
                  </a:lnTo>
                  <a:lnTo>
                    <a:pt x="5733" y="313868"/>
                  </a:lnTo>
                  <a:lnTo>
                    <a:pt x="5733" y="31434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6" name="Freeform 5075">
              <a:extLst>
                <a:ext uri="{FF2B5EF4-FFF2-40B4-BE49-F238E27FC236}">
                  <a16:creationId xmlns:a16="http://schemas.microsoft.com/office/drawing/2014/main" id="{BE3AF347-AB65-2EE1-3E52-CCF633D58701}"/>
                </a:ext>
              </a:extLst>
            </p:cNvPr>
            <p:cNvSpPr/>
            <p:nvPr/>
          </p:nvSpPr>
          <p:spPr>
            <a:xfrm>
              <a:off x="6542198" y="4945097"/>
              <a:ext cx="53505" cy="103667"/>
            </a:xfrm>
            <a:custGeom>
              <a:avLst/>
              <a:gdLst>
                <a:gd name="csX0" fmla="*/ 0 w 53505"/>
                <a:gd name="csY0" fmla="*/ 45384 h 103667"/>
                <a:gd name="csX1" fmla="*/ 955 w 53505"/>
                <a:gd name="csY1" fmla="*/ 45862 h 103667"/>
                <a:gd name="csX2" fmla="*/ 955 w 53505"/>
                <a:gd name="csY2" fmla="*/ 45862 h 103667"/>
                <a:gd name="csX3" fmla="*/ 3821 w 53505"/>
                <a:gd name="csY3" fmla="*/ 50639 h 103667"/>
                <a:gd name="csX4" fmla="*/ 6210 w 53505"/>
                <a:gd name="csY4" fmla="*/ 53028 h 103667"/>
                <a:gd name="csX5" fmla="*/ 8599 w 53505"/>
                <a:gd name="csY5" fmla="*/ 55417 h 103667"/>
                <a:gd name="csX6" fmla="*/ 9077 w 53505"/>
                <a:gd name="csY6" fmla="*/ 55417 h 103667"/>
                <a:gd name="csX7" fmla="*/ 9555 w 53505"/>
                <a:gd name="csY7" fmla="*/ 54939 h 103667"/>
                <a:gd name="csX8" fmla="*/ 10987 w 53505"/>
                <a:gd name="csY8" fmla="*/ 54461 h 103667"/>
                <a:gd name="csX9" fmla="*/ 14809 w 53505"/>
                <a:gd name="csY9" fmla="*/ 53983 h 103667"/>
                <a:gd name="csX10" fmla="*/ 15287 w 53505"/>
                <a:gd name="csY10" fmla="*/ 53983 h 103667"/>
                <a:gd name="csX11" fmla="*/ 16721 w 53505"/>
                <a:gd name="csY11" fmla="*/ 53983 h 103667"/>
                <a:gd name="csX12" fmla="*/ 17676 w 53505"/>
                <a:gd name="csY12" fmla="*/ 53506 h 103667"/>
                <a:gd name="csX13" fmla="*/ 20064 w 53505"/>
                <a:gd name="csY13" fmla="*/ 53028 h 103667"/>
                <a:gd name="csX14" fmla="*/ 21975 w 53505"/>
                <a:gd name="csY14" fmla="*/ 52550 h 103667"/>
                <a:gd name="csX15" fmla="*/ 22453 w 53505"/>
                <a:gd name="csY15" fmla="*/ 52550 h 103667"/>
                <a:gd name="csX16" fmla="*/ 23409 w 53505"/>
                <a:gd name="csY16" fmla="*/ 53028 h 103667"/>
                <a:gd name="csX17" fmla="*/ 23409 w 53505"/>
                <a:gd name="csY17" fmla="*/ 53028 h 103667"/>
                <a:gd name="csX18" fmla="*/ 25798 w 53505"/>
                <a:gd name="csY18" fmla="*/ 56372 h 103667"/>
                <a:gd name="csX19" fmla="*/ 26275 w 53505"/>
                <a:gd name="csY19" fmla="*/ 58761 h 103667"/>
                <a:gd name="csX20" fmla="*/ 26275 w 53505"/>
                <a:gd name="csY20" fmla="*/ 58761 h 103667"/>
                <a:gd name="csX21" fmla="*/ 26753 w 53505"/>
                <a:gd name="csY21" fmla="*/ 62105 h 103667"/>
                <a:gd name="csX22" fmla="*/ 26753 w 53505"/>
                <a:gd name="csY22" fmla="*/ 64016 h 103667"/>
                <a:gd name="csX23" fmla="*/ 26753 w 53505"/>
                <a:gd name="csY23" fmla="*/ 66405 h 103667"/>
                <a:gd name="csX24" fmla="*/ 26753 w 53505"/>
                <a:gd name="csY24" fmla="*/ 69271 h 103667"/>
                <a:gd name="csX25" fmla="*/ 24364 w 53505"/>
                <a:gd name="csY25" fmla="*/ 72615 h 103667"/>
                <a:gd name="csX26" fmla="*/ 23886 w 53505"/>
                <a:gd name="csY26" fmla="*/ 74526 h 103667"/>
                <a:gd name="csX27" fmla="*/ 22931 w 53505"/>
                <a:gd name="csY27" fmla="*/ 76914 h 103667"/>
                <a:gd name="csX28" fmla="*/ 22931 w 53505"/>
                <a:gd name="csY28" fmla="*/ 76914 h 103667"/>
                <a:gd name="csX29" fmla="*/ 21498 w 53505"/>
                <a:gd name="csY29" fmla="*/ 78348 h 103667"/>
                <a:gd name="csX30" fmla="*/ 20542 w 53505"/>
                <a:gd name="csY30" fmla="*/ 79303 h 103667"/>
                <a:gd name="csX31" fmla="*/ 20542 w 53505"/>
                <a:gd name="csY31" fmla="*/ 80258 h 103667"/>
                <a:gd name="csX32" fmla="*/ 21498 w 53505"/>
                <a:gd name="csY32" fmla="*/ 81214 h 103667"/>
                <a:gd name="csX33" fmla="*/ 23409 w 53505"/>
                <a:gd name="csY33" fmla="*/ 83125 h 103667"/>
                <a:gd name="csX34" fmla="*/ 23409 w 53505"/>
                <a:gd name="csY34" fmla="*/ 83125 h 103667"/>
                <a:gd name="csX35" fmla="*/ 23886 w 53505"/>
                <a:gd name="csY35" fmla="*/ 84080 h 103667"/>
                <a:gd name="csX36" fmla="*/ 23886 w 53505"/>
                <a:gd name="csY36" fmla="*/ 85036 h 103667"/>
                <a:gd name="csX37" fmla="*/ 23886 w 53505"/>
                <a:gd name="csY37" fmla="*/ 85991 h 103667"/>
                <a:gd name="csX38" fmla="*/ 23886 w 53505"/>
                <a:gd name="csY38" fmla="*/ 86947 h 103667"/>
                <a:gd name="csX39" fmla="*/ 24364 w 53505"/>
                <a:gd name="csY39" fmla="*/ 87424 h 103667"/>
                <a:gd name="csX40" fmla="*/ 26275 w 53505"/>
                <a:gd name="csY40" fmla="*/ 88380 h 103667"/>
                <a:gd name="csX41" fmla="*/ 26275 w 53505"/>
                <a:gd name="csY41" fmla="*/ 88380 h 103667"/>
                <a:gd name="csX42" fmla="*/ 28186 w 53505"/>
                <a:gd name="csY42" fmla="*/ 90769 h 103667"/>
                <a:gd name="csX43" fmla="*/ 31052 w 53505"/>
                <a:gd name="csY43" fmla="*/ 93157 h 103667"/>
                <a:gd name="csX44" fmla="*/ 31052 w 53505"/>
                <a:gd name="csY44" fmla="*/ 93157 h 103667"/>
                <a:gd name="csX45" fmla="*/ 34396 w 53505"/>
                <a:gd name="csY45" fmla="*/ 96979 h 103667"/>
                <a:gd name="csX46" fmla="*/ 35830 w 53505"/>
                <a:gd name="csY46" fmla="*/ 97935 h 103667"/>
                <a:gd name="csX47" fmla="*/ 37263 w 53505"/>
                <a:gd name="csY47" fmla="*/ 98412 h 103667"/>
                <a:gd name="csX48" fmla="*/ 37741 w 53505"/>
                <a:gd name="csY48" fmla="*/ 99368 h 103667"/>
                <a:gd name="csX49" fmla="*/ 37741 w 53505"/>
                <a:gd name="csY49" fmla="*/ 100801 h 103667"/>
                <a:gd name="csX50" fmla="*/ 36785 w 53505"/>
                <a:gd name="csY50" fmla="*/ 101756 h 103667"/>
                <a:gd name="csX51" fmla="*/ 36785 w 53505"/>
                <a:gd name="csY51" fmla="*/ 102712 h 103667"/>
                <a:gd name="csX52" fmla="*/ 37263 w 53505"/>
                <a:gd name="csY52" fmla="*/ 103189 h 103667"/>
                <a:gd name="csX53" fmla="*/ 37741 w 53505"/>
                <a:gd name="csY53" fmla="*/ 103189 h 103667"/>
                <a:gd name="csX54" fmla="*/ 38218 w 53505"/>
                <a:gd name="csY54" fmla="*/ 103667 h 103667"/>
                <a:gd name="csX55" fmla="*/ 39651 w 53505"/>
                <a:gd name="csY55" fmla="*/ 103667 h 103667"/>
                <a:gd name="csX56" fmla="*/ 41085 w 53505"/>
                <a:gd name="csY56" fmla="*/ 103667 h 103667"/>
                <a:gd name="csX57" fmla="*/ 41562 w 53505"/>
                <a:gd name="csY57" fmla="*/ 103189 h 103667"/>
                <a:gd name="csX58" fmla="*/ 41085 w 53505"/>
                <a:gd name="csY58" fmla="*/ 97457 h 103667"/>
                <a:gd name="csX59" fmla="*/ 40129 w 53505"/>
                <a:gd name="csY59" fmla="*/ 94590 h 103667"/>
                <a:gd name="csX60" fmla="*/ 39174 w 53505"/>
                <a:gd name="csY60" fmla="*/ 93157 h 103667"/>
                <a:gd name="csX61" fmla="*/ 39174 w 53505"/>
                <a:gd name="csY61" fmla="*/ 93157 h 103667"/>
                <a:gd name="csX62" fmla="*/ 39174 w 53505"/>
                <a:gd name="csY62" fmla="*/ 92202 h 103667"/>
                <a:gd name="csX63" fmla="*/ 40607 w 53505"/>
                <a:gd name="csY63" fmla="*/ 89335 h 103667"/>
                <a:gd name="csX64" fmla="*/ 41562 w 53505"/>
                <a:gd name="csY64" fmla="*/ 86947 h 103667"/>
                <a:gd name="csX65" fmla="*/ 42040 w 53505"/>
                <a:gd name="csY65" fmla="*/ 85991 h 103667"/>
                <a:gd name="csX66" fmla="*/ 42996 w 53505"/>
                <a:gd name="csY66" fmla="*/ 85514 h 103667"/>
                <a:gd name="csX67" fmla="*/ 47773 w 53505"/>
                <a:gd name="csY67" fmla="*/ 85036 h 103667"/>
                <a:gd name="csX68" fmla="*/ 49684 w 53505"/>
                <a:gd name="csY68" fmla="*/ 84080 h 103667"/>
                <a:gd name="csX69" fmla="*/ 50639 w 53505"/>
                <a:gd name="csY69" fmla="*/ 83603 h 103667"/>
                <a:gd name="csX70" fmla="*/ 50639 w 53505"/>
                <a:gd name="csY70" fmla="*/ 83603 h 103667"/>
                <a:gd name="csX71" fmla="*/ 51117 w 53505"/>
                <a:gd name="csY71" fmla="*/ 81692 h 103667"/>
                <a:gd name="csX72" fmla="*/ 52073 w 53505"/>
                <a:gd name="csY72" fmla="*/ 76437 h 103667"/>
                <a:gd name="csX73" fmla="*/ 52073 w 53505"/>
                <a:gd name="csY73" fmla="*/ 71659 h 103667"/>
                <a:gd name="csX74" fmla="*/ 51594 w 53505"/>
                <a:gd name="csY74" fmla="*/ 68793 h 103667"/>
                <a:gd name="csX75" fmla="*/ 52073 w 53505"/>
                <a:gd name="csY75" fmla="*/ 64493 h 103667"/>
                <a:gd name="csX76" fmla="*/ 53505 w 53505"/>
                <a:gd name="csY76" fmla="*/ 61627 h 103667"/>
                <a:gd name="csX77" fmla="*/ 53505 w 53505"/>
                <a:gd name="csY77" fmla="*/ 61627 h 103667"/>
                <a:gd name="csX78" fmla="*/ 53028 w 53505"/>
                <a:gd name="csY78" fmla="*/ 61149 h 103667"/>
                <a:gd name="csX79" fmla="*/ 52550 w 53505"/>
                <a:gd name="csY79" fmla="*/ 57805 h 103667"/>
                <a:gd name="csX80" fmla="*/ 49206 w 53505"/>
                <a:gd name="csY80" fmla="*/ 53506 h 103667"/>
                <a:gd name="csX81" fmla="*/ 45384 w 53505"/>
                <a:gd name="csY81" fmla="*/ 48728 h 103667"/>
                <a:gd name="csX82" fmla="*/ 42996 w 53505"/>
                <a:gd name="csY82" fmla="*/ 46340 h 103667"/>
                <a:gd name="csX83" fmla="*/ 40607 w 53505"/>
                <a:gd name="csY83" fmla="*/ 42996 h 103667"/>
                <a:gd name="csX84" fmla="*/ 35830 w 53505"/>
                <a:gd name="csY84" fmla="*/ 38218 h 103667"/>
                <a:gd name="csX85" fmla="*/ 35830 w 53505"/>
                <a:gd name="csY85" fmla="*/ 38218 h 103667"/>
                <a:gd name="csX86" fmla="*/ 33919 w 53505"/>
                <a:gd name="csY86" fmla="*/ 36785 h 103667"/>
                <a:gd name="csX87" fmla="*/ 32963 w 53505"/>
                <a:gd name="csY87" fmla="*/ 35830 h 103667"/>
                <a:gd name="csX88" fmla="*/ 29141 w 53505"/>
                <a:gd name="csY88" fmla="*/ 35352 h 103667"/>
                <a:gd name="csX89" fmla="*/ 28186 w 53505"/>
                <a:gd name="csY89" fmla="*/ 34397 h 103667"/>
                <a:gd name="csX90" fmla="*/ 27230 w 53505"/>
                <a:gd name="csY90" fmla="*/ 32963 h 103667"/>
                <a:gd name="csX91" fmla="*/ 26753 w 53505"/>
                <a:gd name="csY91" fmla="*/ 30575 h 103667"/>
                <a:gd name="csX92" fmla="*/ 26753 w 53505"/>
                <a:gd name="csY92" fmla="*/ 28664 h 103667"/>
                <a:gd name="csX93" fmla="*/ 26275 w 53505"/>
                <a:gd name="csY93" fmla="*/ 24842 h 103667"/>
                <a:gd name="csX94" fmla="*/ 25319 w 53505"/>
                <a:gd name="csY94" fmla="*/ 20065 h 103667"/>
                <a:gd name="csX95" fmla="*/ 25319 w 53505"/>
                <a:gd name="csY95" fmla="*/ 19109 h 103667"/>
                <a:gd name="csX96" fmla="*/ 23886 w 53505"/>
                <a:gd name="csY96" fmla="*/ 15287 h 103667"/>
                <a:gd name="csX97" fmla="*/ 22931 w 53505"/>
                <a:gd name="csY97" fmla="*/ 11943 h 103667"/>
                <a:gd name="csX98" fmla="*/ 22931 w 53505"/>
                <a:gd name="csY98" fmla="*/ 10988 h 103667"/>
                <a:gd name="csX99" fmla="*/ 23409 w 53505"/>
                <a:gd name="csY99" fmla="*/ 10032 h 103667"/>
                <a:gd name="csX100" fmla="*/ 24842 w 53505"/>
                <a:gd name="csY100" fmla="*/ 7644 h 103667"/>
                <a:gd name="csX101" fmla="*/ 26275 w 53505"/>
                <a:gd name="csY101" fmla="*/ 5733 h 103667"/>
                <a:gd name="csX102" fmla="*/ 26753 w 53505"/>
                <a:gd name="csY102" fmla="*/ 4777 h 103667"/>
                <a:gd name="csX103" fmla="*/ 27708 w 53505"/>
                <a:gd name="csY103" fmla="*/ 2389 h 103667"/>
                <a:gd name="csX104" fmla="*/ 28186 w 53505"/>
                <a:gd name="csY104" fmla="*/ 956 h 103667"/>
                <a:gd name="csX105" fmla="*/ 29141 w 53505"/>
                <a:gd name="csY105" fmla="*/ 478 h 103667"/>
                <a:gd name="csX106" fmla="*/ 32008 w 53505"/>
                <a:gd name="csY106" fmla="*/ 0 h 103667"/>
                <a:gd name="csX107" fmla="*/ 34874 w 53505"/>
                <a:gd name="csY107" fmla="*/ 0 h 103667"/>
                <a:gd name="csX108" fmla="*/ 34874 w 53505"/>
                <a:gd name="csY108" fmla="*/ 0 h 1036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</a:cxnLst>
              <a:rect l="l" t="t" r="r" b="b"/>
              <a:pathLst>
                <a:path w="53505" h="103667">
                  <a:moveTo>
                    <a:pt x="0" y="45384"/>
                  </a:moveTo>
                  <a:lnTo>
                    <a:pt x="955" y="45862"/>
                  </a:lnTo>
                  <a:lnTo>
                    <a:pt x="955" y="45862"/>
                  </a:lnTo>
                  <a:lnTo>
                    <a:pt x="3821" y="50639"/>
                  </a:lnTo>
                  <a:lnTo>
                    <a:pt x="6210" y="53028"/>
                  </a:lnTo>
                  <a:lnTo>
                    <a:pt x="8599" y="55417"/>
                  </a:lnTo>
                  <a:lnTo>
                    <a:pt x="9077" y="55417"/>
                  </a:lnTo>
                  <a:lnTo>
                    <a:pt x="9555" y="54939"/>
                  </a:lnTo>
                  <a:lnTo>
                    <a:pt x="10987" y="54461"/>
                  </a:lnTo>
                  <a:lnTo>
                    <a:pt x="14809" y="53983"/>
                  </a:lnTo>
                  <a:lnTo>
                    <a:pt x="15287" y="53983"/>
                  </a:lnTo>
                  <a:lnTo>
                    <a:pt x="16721" y="53983"/>
                  </a:lnTo>
                  <a:lnTo>
                    <a:pt x="17676" y="53506"/>
                  </a:lnTo>
                  <a:lnTo>
                    <a:pt x="20064" y="53028"/>
                  </a:lnTo>
                  <a:lnTo>
                    <a:pt x="21975" y="52550"/>
                  </a:lnTo>
                  <a:lnTo>
                    <a:pt x="22453" y="52550"/>
                  </a:lnTo>
                  <a:lnTo>
                    <a:pt x="23409" y="53028"/>
                  </a:lnTo>
                  <a:lnTo>
                    <a:pt x="23409" y="53028"/>
                  </a:lnTo>
                  <a:lnTo>
                    <a:pt x="25798" y="56372"/>
                  </a:lnTo>
                  <a:lnTo>
                    <a:pt x="26275" y="58761"/>
                  </a:lnTo>
                  <a:lnTo>
                    <a:pt x="26275" y="58761"/>
                  </a:lnTo>
                  <a:lnTo>
                    <a:pt x="26753" y="62105"/>
                  </a:lnTo>
                  <a:lnTo>
                    <a:pt x="26753" y="64016"/>
                  </a:lnTo>
                  <a:lnTo>
                    <a:pt x="26753" y="66405"/>
                  </a:lnTo>
                  <a:lnTo>
                    <a:pt x="26753" y="69271"/>
                  </a:lnTo>
                  <a:lnTo>
                    <a:pt x="24364" y="72615"/>
                  </a:lnTo>
                  <a:lnTo>
                    <a:pt x="23886" y="74526"/>
                  </a:lnTo>
                  <a:lnTo>
                    <a:pt x="22931" y="76914"/>
                  </a:lnTo>
                  <a:lnTo>
                    <a:pt x="22931" y="76914"/>
                  </a:lnTo>
                  <a:lnTo>
                    <a:pt x="21498" y="78348"/>
                  </a:lnTo>
                  <a:lnTo>
                    <a:pt x="20542" y="79303"/>
                  </a:lnTo>
                  <a:lnTo>
                    <a:pt x="20542" y="80258"/>
                  </a:lnTo>
                  <a:lnTo>
                    <a:pt x="21498" y="81214"/>
                  </a:lnTo>
                  <a:lnTo>
                    <a:pt x="23409" y="83125"/>
                  </a:lnTo>
                  <a:lnTo>
                    <a:pt x="23409" y="83125"/>
                  </a:lnTo>
                  <a:lnTo>
                    <a:pt x="23886" y="84080"/>
                  </a:lnTo>
                  <a:lnTo>
                    <a:pt x="23886" y="85036"/>
                  </a:lnTo>
                  <a:lnTo>
                    <a:pt x="23886" y="85991"/>
                  </a:lnTo>
                  <a:lnTo>
                    <a:pt x="23886" y="86947"/>
                  </a:lnTo>
                  <a:lnTo>
                    <a:pt x="24364" y="87424"/>
                  </a:lnTo>
                  <a:lnTo>
                    <a:pt x="26275" y="88380"/>
                  </a:lnTo>
                  <a:lnTo>
                    <a:pt x="26275" y="88380"/>
                  </a:lnTo>
                  <a:lnTo>
                    <a:pt x="28186" y="90769"/>
                  </a:lnTo>
                  <a:lnTo>
                    <a:pt x="31052" y="93157"/>
                  </a:lnTo>
                  <a:lnTo>
                    <a:pt x="31052" y="93157"/>
                  </a:lnTo>
                  <a:lnTo>
                    <a:pt x="34396" y="96979"/>
                  </a:lnTo>
                  <a:lnTo>
                    <a:pt x="35830" y="97935"/>
                  </a:lnTo>
                  <a:lnTo>
                    <a:pt x="37263" y="98412"/>
                  </a:lnTo>
                  <a:lnTo>
                    <a:pt x="37741" y="99368"/>
                  </a:lnTo>
                  <a:lnTo>
                    <a:pt x="37741" y="100801"/>
                  </a:lnTo>
                  <a:lnTo>
                    <a:pt x="36785" y="101756"/>
                  </a:lnTo>
                  <a:lnTo>
                    <a:pt x="36785" y="102712"/>
                  </a:lnTo>
                  <a:lnTo>
                    <a:pt x="37263" y="103189"/>
                  </a:lnTo>
                  <a:lnTo>
                    <a:pt x="37741" y="103189"/>
                  </a:lnTo>
                  <a:lnTo>
                    <a:pt x="38218" y="103667"/>
                  </a:lnTo>
                  <a:lnTo>
                    <a:pt x="39651" y="103667"/>
                  </a:lnTo>
                  <a:lnTo>
                    <a:pt x="41085" y="103667"/>
                  </a:lnTo>
                  <a:lnTo>
                    <a:pt x="41562" y="103189"/>
                  </a:lnTo>
                  <a:lnTo>
                    <a:pt x="41085" y="97457"/>
                  </a:lnTo>
                  <a:lnTo>
                    <a:pt x="40129" y="94590"/>
                  </a:lnTo>
                  <a:lnTo>
                    <a:pt x="39174" y="93157"/>
                  </a:lnTo>
                  <a:lnTo>
                    <a:pt x="39174" y="93157"/>
                  </a:lnTo>
                  <a:lnTo>
                    <a:pt x="39174" y="92202"/>
                  </a:lnTo>
                  <a:lnTo>
                    <a:pt x="40607" y="89335"/>
                  </a:lnTo>
                  <a:lnTo>
                    <a:pt x="41562" y="86947"/>
                  </a:lnTo>
                  <a:lnTo>
                    <a:pt x="42040" y="85991"/>
                  </a:lnTo>
                  <a:lnTo>
                    <a:pt x="42996" y="85514"/>
                  </a:lnTo>
                  <a:lnTo>
                    <a:pt x="47773" y="85036"/>
                  </a:lnTo>
                  <a:lnTo>
                    <a:pt x="49684" y="84080"/>
                  </a:lnTo>
                  <a:lnTo>
                    <a:pt x="50639" y="83603"/>
                  </a:lnTo>
                  <a:lnTo>
                    <a:pt x="50639" y="83603"/>
                  </a:lnTo>
                  <a:lnTo>
                    <a:pt x="51117" y="81692"/>
                  </a:lnTo>
                  <a:lnTo>
                    <a:pt x="52073" y="76437"/>
                  </a:lnTo>
                  <a:lnTo>
                    <a:pt x="52073" y="71659"/>
                  </a:lnTo>
                  <a:lnTo>
                    <a:pt x="51594" y="68793"/>
                  </a:lnTo>
                  <a:lnTo>
                    <a:pt x="52073" y="64493"/>
                  </a:lnTo>
                  <a:lnTo>
                    <a:pt x="53505" y="61627"/>
                  </a:lnTo>
                  <a:lnTo>
                    <a:pt x="53505" y="61627"/>
                  </a:lnTo>
                  <a:lnTo>
                    <a:pt x="53028" y="61149"/>
                  </a:lnTo>
                  <a:lnTo>
                    <a:pt x="52550" y="57805"/>
                  </a:lnTo>
                  <a:lnTo>
                    <a:pt x="49206" y="53506"/>
                  </a:lnTo>
                  <a:lnTo>
                    <a:pt x="45384" y="48728"/>
                  </a:lnTo>
                  <a:lnTo>
                    <a:pt x="42996" y="46340"/>
                  </a:lnTo>
                  <a:lnTo>
                    <a:pt x="40607" y="42996"/>
                  </a:lnTo>
                  <a:lnTo>
                    <a:pt x="35830" y="38218"/>
                  </a:lnTo>
                  <a:lnTo>
                    <a:pt x="35830" y="38218"/>
                  </a:lnTo>
                  <a:lnTo>
                    <a:pt x="33919" y="36785"/>
                  </a:lnTo>
                  <a:lnTo>
                    <a:pt x="32963" y="35830"/>
                  </a:lnTo>
                  <a:lnTo>
                    <a:pt x="29141" y="35352"/>
                  </a:lnTo>
                  <a:lnTo>
                    <a:pt x="28186" y="34397"/>
                  </a:lnTo>
                  <a:lnTo>
                    <a:pt x="27230" y="32963"/>
                  </a:lnTo>
                  <a:lnTo>
                    <a:pt x="26753" y="30575"/>
                  </a:lnTo>
                  <a:lnTo>
                    <a:pt x="26753" y="28664"/>
                  </a:lnTo>
                  <a:lnTo>
                    <a:pt x="26275" y="24842"/>
                  </a:lnTo>
                  <a:lnTo>
                    <a:pt x="25319" y="20065"/>
                  </a:lnTo>
                  <a:lnTo>
                    <a:pt x="25319" y="19109"/>
                  </a:lnTo>
                  <a:lnTo>
                    <a:pt x="23886" y="15287"/>
                  </a:lnTo>
                  <a:lnTo>
                    <a:pt x="22931" y="11943"/>
                  </a:lnTo>
                  <a:lnTo>
                    <a:pt x="22931" y="10988"/>
                  </a:lnTo>
                  <a:lnTo>
                    <a:pt x="23409" y="10032"/>
                  </a:lnTo>
                  <a:lnTo>
                    <a:pt x="24842" y="7644"/>
                  </a:lnTo>
                  <a:lnTo>
                    <a:pt x="26275" y="5733"/>
                  </a:lnTo>
                  <a:lnTo>
                    <a:pt x="26753" y="4777"/>
                  </a:lnTo>
                  <a:lnTo>
                    <a:pt x="27708" y="2389"/>
                  </a:lnTo>
                  <a:lnTo>
                    <a:pt x="28186" y="956"/>
                  </a:lnTo>
                  <a:lnTo>
                    <a:pt x="29141" y="478"/>
                  </a:lnTo>
                  <a:lnTo>
                    <a:pt x="32008" y="0"/>
                  </a:lnTo>
                  <a:lnTo>
                    <a:pt x="34874" y="0"/>
                  </a:lnTo>
                  <a:lnTo>
                    <a:pt x="3487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7" name="Freeform 5076">
              <a:extLst>
                <a:ext uri="{FF2B5EF4-FFF2-40B4-BE49-F238E27FC236}">
                  <a16:creationId xmlns:a16="http://schemas.microsoft.com/office/drawing/2014/main" id="{D16AA354-A174-F1CA-E632-325173EEAA3D}"/>
                </a:ext>
              </a:extLst>
            </p:cNvPr>
            <p:cNvSpPr/>
            <p:nvPr/>
          </p:nvSpPr>
          <p:spPr>
            <a:xfrm>
              <a:off x="6482960" y="5010068"/>
              <a:ext cx="3822" cy="13854"/>
            </a:xfrm>
            <a:custGeom>
              <a:avLst/>
              <a:gdLst>
                <a:gd name="csX0" fmla="*/ 3822 w 3822"/>
                <a:gd name="csY0" fmla="*/ 13854 h 13854"/>
                <a:gd name="csX1" fmla="*/ 3822 w 3822"/>
                <a:gd name="csY1" fmla="*/ 10988 h 13854"/>
                <a:gd name="csX2" fmla="*/ 3344 w 3822"/>
                <a:gd name="csY2" fmla="*/ 8121 h 13854"/>
                <a:gd name="csX3" fmla="*/ 2866 w 3822"/>
                <a:gd name="csY3" fmla="*/ 5255 h 13854"/>
                <a:gd name="csX4" fmla="*/ 1911 w 3822"/>
                <a:gd name="csY4" fmla="*/ 4300 h 13854"/>
                <a:gd name="csX5" fmla="*/ 955 w 3822"/>
                <a:gd name="csY5" fmla="*/ 2389 h 13854"/>
                <a:gd name="csX6" fmla="*/ 0 w 3822"/>
                <a:gd name="csY6" fmla="*/ 0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2" h="13854">
                  <a:moveTo>
                    <a:pt x="3822" y="13854"/>
                  </a:moveTo>
                  <a:lnTo>
                    <a:pt x="3822" y="10988"/>
                  </a:lnTo>
                  <a:lnTo>
                    <a:pt x="3344" y="8121"/>
                  </a:lnTo>
                  <a:lnTo>
                    <a:pt x="2866" y="5255"/>
                  </a:lnTo>
                  <a:lnTo>
                    <a:pt x="1911" y="4300"/>
                  </a:lnTo>
                  <a:lnTo>
                    <a:pt x="955" y="2389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8" name="Freeform 5077">
              <a:extLst>
                <a:ext uri="{FF2B5EF4-FFF2-40B4-BE49-F238E27FC236}">
                  <a16:creationId xmlns:a16="http://schemas.microsoft.com/office/drawing/2014/main" id="{296B4B0D-BA8B-5568-40FD-8AAD493E4A59}"/>
                </a:ext>
              </a:extLst>
            </p:cNvPr>
            <p:cNvSpPr/>
            <p:nvPr/>
          </p:nvSpPr>
          <p:spPr>
            <a:xfrm>
              <a:off x="6491081" y="5027744"/>
              <a:ext cx="15765" cy="2866"/>
            </a:xfrm>
            <a:custGeom>
              <a:avLst/>
              <a:gdLst>
                <a:gd name="csX0" fmla="*/ 15765 w 15765"/>
                <a:gd name="csY0" fmla="*/ 2867 h 2866"/>
                <a:gd name="csX1" fmla="*/ 11943 w 15765"/>
                <a:gd name="csY1" fmla="*/ 0 h 2866"/>
                <a:gd name="csX2" fmla="*/ 6211 w 15765"/>
                <a:gd name="csY2" fmla="*/ 0 h 2866"/>
                <a:gd name="csX3" fmla="*/ 0 w 15765"/>
                <a:gd name="csY3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765" h="2866">
                  <a:moveTo>
                    <a:pt x="15765" y="2867"/>
                  </a:moveTo>
                  <a:lnTo>
                    <a:pt x="11943" y="0"/>
                  </a:lnTo>
                  <a:lnTo>
                    <a:pt x="6211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9" name="Freeform 5078">
              <a:extLst>
                <a:ext uri="{FF2B5EF4-FFF2-40B4-BE49-F238E27FC236}">
                  <a16:creationId xmlns:a16="http://schemas.microsoft.com/office/drawing/2014/main" id="{FD1F1D58-EB88-D752-2628-531FB0AA2D23}"/>
                </a:ext>
              </a:extLst>
            </p:cNvPr>
            <p:cNvSpPr/>
            <p:nvPr/>
          </p:nvSpPr>
          <p:spPr>
            <a:xfrm>
              <a:off x="6536943" y="5041120"/>
              <a:ext cx="477" cy="955"/>
            </a:xfrm>
            <a:custGeom>
              <a:avLst/>
              <a:gdLst>
                <a:gd name="csX0" fmla="*/ 0 w 477"/>
                <a:gd name="csY0" fmla="*/ 956 h 955"/>
                <a:gd name="csX1" fmla="*/ 478 w 477"/>
                <a:gd name="csY1" fmla="*/ 0 h 955"/>
                <a:gd name="csX2" fmla="*/ 0 w 4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0" y="956"/>
                  </a:moveTo>
                  <a:lnTo>
                    <a:pt x="478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0" name="Freeform 5079">
              <a:extLst>
                <a:ext uri="{FF2B5EF4-FFF2-40B4-BE49-F238E27FC236}">
                  <a16:creationId xmlns:a16="http://schemas.microsoft.com/office/drawing/2014/main" id="{1E1C04BE-FB41-5A3B-2999-66BC573C1383}"/>
                </a:ext>
              </a:extLst>
            </p:cNvPr>
            <p:cNvSpPr/>
            <p:nvPr/>
          </p:nvSpPr>
          <p:spPr>
            <a:xfrm>
              <a:off x="6537421" y="5054497"/>
              <a:ext cx="477" cy="12420"/>
            </a:xfrm>
            <a:custGeom>
              <a:avLst/>
              <a:gdLst>
                <a:gd name="csX0" fmla="*/ 0 w 477"/>
                <a:gd name="csY0" fmla="*/ 12421 h 12420"/>
                <a:gd name="csX1" fmla="*/ 0 w 477"/>
                <a:gd name="csY1" fmla="*/ 6210 h 12420"/>
                <a:gd name="csX2" fmla="*/ 478 w 477"/>
                <a:gd name="csY2" fmla="*/ 0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2420">
                  <a:moveTo>
                    <a:pt x="0" y="12421"/>
                  </a:moveTo>
                  <a:lnTo>
                    <a:pt x="0" y="6210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1" name="Freeform 5080">
              <a:extLst>
                <a:ext uri="{FF2B5EF4-FFF2-40B4-BE49-F238E27FC236}">
                  <a16:creationId xmlns:a16="http://schemas.microsoft.com/office/drawing/2014/main" id="{FFF7E653-ED59-DD8D-CCBB-05A6DDC41103}"/>
                </a:ext>
              </a:extLst>
            </p:cNvPr>
            <p:cNvSpPr/>
            <p:nvPr/>
          </p:nvSpPr>
          <p:spPr>
            <a:xfrm>
              <a:off x="6532166" y="5081250"/>
              <a:ext cx="477" cy="3344"/>
            </a:xfrm>
            <a:custGeom>
              <a:avLst/>
              <a:gdLst>
                <a:gd name="csX0" fmla="*/ 478 w 477"/>
                <a:gd name="csY0" fmla="*/ 3344 h 3344"/>
                <a:gd name="csX1" fmla="*/ 0 w 477"/>
                <a:gd name="csY1" fmla="*/ 1911 h 3344"/>
                <a:gd name="csX2" fmla="*/ 0 w 477"/>
                <a:gd name="csY2" fmla="*/ 956 h 3344"/>
                <a:gd name="csX3" fmla="*/ 478 w 477"/>
                <a:gd name="csY3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3344">
                  <a:moveTo>
                    <a:pt x="478" y="3344"/>
                  </a:moveTo>
                  <a:lnTo>
                    <a:pt x="0" y="1911"/>
                  </a:lnTo>
                  <a:lnTo>
                    <a:pt x="0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2" name="Freeform 5081">
              <a:extLst>
                <a:ext uri="{FF2B5EF4-FFF2-40B4-BE49-F238E27FC236}">
                  <a16:creationId xmlns:a16="http://schemas.microsoft.com/office/drawing/2014/main" id="{7629EA14-97E8-A064-8110-ED968B7E22A9}"/>
                </a:ext>
              </a:extLst>
            </p:cNvPr>
            <p:cNvSpPr/>
            <p:nvPr/>
          </p:nvSpPr>
          <p:spPr>
            <a:xfrm>
              <a:off x="6534555" y="5085549"/>
              <a:ext cx="477" cy="1910"/>
            </a:xfrm>
            <a:custGeom>
              <a:avLst/>
              <a:gdLst>
                <a:gd name="csX0" fmla="*/ 478 w 477"/>
                <a:gd name="csY0" fmla="*/ 1911 h 1910"/>
                <a:gd name="csX1" fmla="*/ 478 w 477"/>
                <a:gd name="csY1" fmla="*/ 955 h 1910"/>
                <a:gd name="csX2" fmla="*/ 0 w 477"/>
                <a:gd name="csY2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910">
                  <a:moveTo>
                    <a:pt x="478" y="1911"/>
                  </a:moveTo>
                  <a:lnTo>
                    <a:pt x="478" y="955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3" name="Freeform 5082">
              <a:extLst>
                <a:ext uri="{FF2B5EF4-FFF2-40B4-BE49-F238E27FC236}">
                  <a16:creationId xmlns:a16="http://schemas.microsoft.com/office/drawing/2014/main" id="{14961AD7-28E1-18E5-4569-46E69F62AEF2}"/>
                </a:ext>
              </a:extLst>
            </p:cNvPr>
            <p:cNvSpPr/>
            <p:nvPr/>
          </p:nvSpPr>
          <p:spPr>
            <a:xfrm>
              <a:off x="6518312" y="5221224"/>
              <a:ext cx="1432" cy="955"/>
            </a:xfrm>
            <a:custGeom>
              <a:avLst/>
              <a:gdLst>
                <a:gd name="csX0" fmla="*/ 1433 w 1432"/>
                <a:gd name="csY0" fmla="*/ 956 h 955"/>
                <a:gd name="csX1" fmla="*/ 1433 w 1432"/>
                <a:gd name="csY1" fmla="*/ 956 h 955"/>
                <a:gd name="csX2" fmla="*/ 0 w 1432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955">
                  <a:moveTo>
                    <a:pt x="1433" y="956"/>
                  </a:moveTo>
                  <a:lnTo>
                    <a:pt x="1433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4" name="Freeform 5083">
              <a:extLst>
                <a:ext uri="{FF2B5EF4-FFF2-40B4-BE49-F238E27FC236}">
                  <a16:creationId xmlns:a16="http://schemas.microsoft.com/office/drawing/2014/main" id="{A10B702D-2457-2A64-EBCE-0805E5DB97BB}"/>
                </a:ext>
              </a:extLst>
            </p:cNvPr>
            <p:cNvSpPr/>
            <p:nvPr/>
          </p:nvSpPr>
          <p:spPr>
            <a:xfrm>
              <a:off x="6571340" y="4953218"/>
              <a:ext cx="1911" cy="1910"/>
            </a:xfrm>
            <a:custGeom>
              <a:avLst/>
              <a:gdLst>
                <a:gd name="csX0" fmla="*/ 0 w 1911"/>
                <a:gd name="csY0" fmla="*/ 1433 h 1910"/>
                <a:gd name="csX1" fmla="*/ 0 w 1911"/>
                <a:gd name="csY1" fmla="*/ 1911 h 1910"/>
                <a:gd name="csX2" fmla="*/ 0 w 1911"/>
                <a:gd name="csY2" fmla="*/ 1911 h 1910"/>
                <a:gd name="csX3" fmla="*/ 955 w 1911"/>
                <a:gd name="csY3" fmla="*/ 1911 h 1910"/>
                <a:gd name="csX4" fmla="*/ 1433 w 1911"/>
                <a:gd name="csY4" fmla="*/ 1433 h 1910"/>
                <a:gd name="csX5" fmla="*/ 1911 w 1911"/>
                <a:gd name="csY5" fmla="*/ 956 h 1910"/>
                <a:gd name="csX6" fmla="*/ 1911 w 1911"/>
                <a:gd name="csY6" fmla="*/ 478 h 1910"/>
                <a:gd name="csX7" fmla="*/ 1433 w 1911"/>
                <a:gd name="csY7" fmla="*/ 478 h 1910"/>
                <a:gd name="csX8" fmla="*/ 1433 w 1911"/>
                <a:gd name="csY8" fmla="*/ 0 h 1910"/>
                <a:gd name="csX9" fmla="*/ 955 w 1911"/>
                <a:gd name="csY9" fmla="*/ 0 h 1910"/>
                <a:gd name="csX10" fmla="*/ 0 w 1911"/>
                <a:gd name="csY10" fmla="*/ 0 h 1910"/>
                <a:gd name="csX11" fmla="*/ 0 w 1911"/>
                <a:gd name="csY11" fmla="*/ 478 h 1910"/>
                <a:gd name="csX12" fmla="*/ 0 w 1911"/>
                <a:gd name="csY12" fmla="*/ 1433 h 1910"/>
                <a:gd name="csX13" fmla="*/ 0 w 1911"/>
                <a:gd name="csY13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911" h="1910">
                  <a:moveTo>
                    <a:pt x="0" y="1433"/>
                  </a:moveTo>
                  <a:lnTo>
                    <a:pt x="0" y="1911"/>
                  </a:lnTo>
                  <a:lnTo>
                    <a:pt x="0" y="1911"/>
                  </a:lnTo>
                  <a:lnTo>
                    <a:pt x="955" y="1911"/>
                  </a:lnTo>
                  <a:lnTo>
                    <a:pt x="1433" y="1433"/>
                  </a:lnTo>
                  <a:lnTo>
                    <a:pt x="1911" y="956"/>
                  </a:lnTo>
                  <a:lnTo>
                    <a:pt x="1911" y="478"/>
                  </a:lnTo>
                  <a:lnTo>
                    <a:pt x="1433" y="478"/>
                  </a:lnTo>
                  <a:lnTo>
                    <a:pt x="1433" y="0"/>
                  </a:lnTo>
                  <a:lnTo>
                    <a:pt x="955" y="0"/>
                  </a:lnTo>
                  <a:lnTo>
                    <a:pt x="0" y="0"/>
                  </a:lnTo>
                  <a:lnTo>
                    <a:pt x="0" y="478"/>
                  </a:lnTo>
                  <a:lnTo>
                    <a:pt x="0" y="1433"/>
                  </a:lnTo>
                  <a:lnTo>
                    <a:pt x="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5" name="Freeform 5084">
              <a:extLst>
                <a:ext uri="{FF2B5EF4-FFF2-40B4-BE49-F238E27FC236}">
                  <a16:creationId xmlns:a16="http://schemas.microsoft.com/office/drawing/2014/main" id="{B49ECF82-F127-7C6D-9168-2C46DE137B27}"/>
                </a:ext>
              </a:extLst>
            </p:cNvPr>
            <p:cNvSpPr/>
            <p:nvPr/>
          </p:nvSpPr>
          <p:spPr>
            <a:xfrm>
              <a:off x="6568951" y="4952740"/>
              <a:ext cx="1911" cy="1433"/>
            </a:xfrm>
            <a:custGeom>
              <a:avLst/>
              <a:gdLst>
                <a:gd name="csX0" fmla="*/ 0 w 1911"/>
                <a:gd name="csY0" fmla="*/ 0 h 1433"/>
                <a:gd name="csX1" fmla="*/ 0 w 1911"/>
                <a:gd name="csY1" fmla="*/ 478 h 1433"/>
                <a:gd name="csX2" fmla="*/ 478 w 1911"/>
                <a:gd name="csY2" fmla="*/ 1433 h 1433"/>
                <a:gd name="csX3" fmla="*/ 1433 w 1911"/>
                <a:gd name="csY3" fmla="*/ 1433 h 1433"/>
                <a:gd name="csX4" fmla="*/ 1911 w 1911"/>
                <a:gd name="csY4" fmla="*/ 478 h 1433"/>
                <a:gd name="csX5" fmla="*/ 1433 w 1911"/>
                <a:gd name="csY5" fmla="*/ 0 h 1433"/>
                <a:gd name="csX6" fmla="*/ 955 w 1911"/>
                <a:gd name="csY6" fmla="*/ 0 h 1433"/>
                <a:gd name="csX7" fmla="*/ 0 w 1911"/>
                <a:gd name="csY7" fmla="*/ 0 h 1433"/>
                <a:gd name="csX8" fmla="*/ 0 w 1911"/>
                <a:gd name="csY8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1433">
                  <a:moveTo>
                    <a:pt x="0" y="0"/>
                  </a:moveTo>
                  <a:lnTo>
                    <a:pt x="0" y="478"/>
                  </a:lnTo>
                  <a:lnTo>
                    <a:pt x="478" y="1433"/>
                  </a:lnTo>
                  <a:lnTo>
                    <a:pt x="1433" y="1433"/>
                  </a:lnTo>
                  <a:lnTo>
                    <a:pt x="1911" y="478"/>
                  </a:lnTo>
                  <a:lnTo>
                    <a:pt x="1433" y="0"/>
                  </a:lnTo>
                  <a:lnTo>
                    <a:pt x="9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6" name="Freeform 5085">
              <a:extLst>
                <a:ext uri="{FF2B5EF4-FFF2-40B4-BE49-F238E27FC236}">
                  <a16:creationId xmlns:a16="http://schemas.microsoft.com/office/drawing/2014/main" id="{DD19D7FC-016F-CD87-5E67-3C3FCC739398}"/>
                </a:ext>
              </a:extLst>
            </p:cNvPr>
            <p:cNvSpPr/>
            <p:nvPr/>
          </p:nvSpPr>
          <p:spPr>
            <a:xfrm>
              <a:off x="6116064" y="5045898"/>
              <a:ext cx="231220" cy="228832"/>
            </a:xfrm>
            <a:custGeom>
              <a:avLst/>
              <a:gdLst>
                <a:gd name="csX0" fmla="*/ 93635 w 231220"/>
                <a:gd name="csY0" fmla="*/ 228833 h 228832"/>
                <a:gd name="csX1" fmla="*/ 91724 w 231220"/>
                <a:gd name="csY1" fmla="*/ 227399 h 228832"/>
                <a:gd name="csX2" fmla="*/ 85036 w 231220"/>
                <a:gd name="csY2" fmla="*/ 221189 h 228832"/>
                <a:gd name="csX3" fmla="*/ 82647 w 231220"/>
                <a:gd name="csY3" fmla="*/ 219278 h 228832"/>
                <a:gd name="csX4" fmla="*/ 79303 w 231220"/>
                <a:gd name="csY4" fmla="*/ 215456 h 228832"/>
                <a:gd name="csX5" fmla="*/ 72137 w 231220"/>
                <a:gd name="csY5" fmla="*/ 203991 h 228832"/>
                <a:gd name="csX6" fmla="*/ 70704 w 231220"/>
                <a:gd name="csY6" fmla="*/ 201602 h 228832"/>
                <a:gd name="csX7" fmla="*/ 69271 w 231220"/>
                <a:gd name="csY7" fmla="*/ 195869 h 228832"/>
                <a:gd name="csX8" fmla="*/ 67838 w 231220"/>
                <a:gd name="csY8" fmla="*/ 191570 h 228832"/>
                <a:gd name="csX9" fmla="*/ 67838 w 231220"/>
                <a:gd name="csY9" fmla="*/ 189181 h 228832"/>
                <a:gd name="csX10" fmla="*/ 68315 w 231220"/>
                <a:gd name="csY10" fmla="*/ 187748 h 228832"/>
                <a:gd name="csX11" fmla="*/ 67838 w 231220"/>
                <a:gd name="csY11" fmla="*/ 185837 h 228832"/>
                <a:gd name="csX12" fmla="*/ 66882 w 231220"/>
                <a:gd name="csY12" fmla="*/ 184404 h 228832"/>
                <a:gd name="csX13" fmla="*/ 64493 w 231220"/>
                <a:gd name="csY13" fmla="*/ 182015 h 228832"/>
                <a:gd name="csX14" fmla="*/ 64016 w 231220"/>
                <a:gd name="csY14" fmla="*/ 174849 h 228832"/>
                <a:gd name="csX15" fmla="*/ 62105 w 231220"/>
                <a:gd name="csY15" fmla="*/ 170072 h 228832"/>
                <a:gd name="csX16" fmla="*/ 62582 w 231220"/>
                <a:gd name="csY16" fmla="*/ 166250 h 228832"/>
                <a:gd name="csX17" fmla="*/ 61627 w 231220"/>
                <a:gd name="csY17" fmla="*/ 162906 h 228832"/>
                <a:gd name="csX18" fmla="*/ 61627 w 231220"/>
                <a:gd name="csY18" fmla="*/ 160517 h 228832"/>
                <a:gd name="csX19" fmla="*/ 62105 w 231220"/>
                <a:gd name="csY19" fmla="*/ 156218 h 228832"/>
                <a:gd name="csX20" fmla="*/ 60672 w 231220"/>
                <a:gd name="csY20" fmla="*/ 151440 h 228832"/>
                <a:gd name="csX21" fmla="*/ 57805 w 231220"/>
                <a:gd name="csY21" fmla="*/ 146663 h 228832"/>
                <a:gd name="csX22" fmla="*/ 55416 w 231220"/>
                <a:gd name="csY22" fmla="*/ 139975 h 228832"/>
                <a:gd name="csX23" fmla="*/ 54939 w 231220"/>
                <a:gd name="csY23" fmla="*/ 136631 h 228832"/>
                <a:gd name="csX24" fmla="*/ 54939 w 231220"/>
                <a:gd name="csY24" fmla="*/ 128987 h 228832"/>
                <a:gd name="csX25" fmla="*/ 54461 w 231220"/>
                <a:gd name="csY25" fmla="*/ 125643 h 228832"/>
                <a:gd name="csX26" fmla="*/ 54939 w 231220"/>
                <a:gd name="csY26" fmla="*/ 121821 h 228832"/>
                <a:gd name="csX27" fmla="*/ 53506 w 231220"/>
                <a:gd name="csY27" fmla="*/ 117522 h 228832"/>
                <a:gd name="csX28" fmla="*/ 53506 w 231220"/>
                <a:gd name="csY28" fmla="*/ 115611 h 228832"/>
                <a:gd name="csX29" fmla="*/ 53983 w 231220"/>
                <a:gd name="csY29" fmla="*/ 113700 h 228832"/>
                <a:gd name="csX30" fmla="*/ 54461 w 231220"/>
                <a:gd name="csY30" fmla="*/ 114177 h 228832"/>
                <a:gd name="csX31" fmla="*/ 54939 w 231220"/>
                <a:gd name="csY31" fmla="*/ 114655 h 228832"/>
                <a:gd name="csX32" fmla="*/ 55416 w 231220"/>
                <a:gd name="csY32" fmla="*/ 112266 h 228832"/>
                <a:gd name="csX33" fmla="*/ 55894 w 231220"/>
                <a:gd name="csY33" fmla="*/ 110356 h 228832"/>
                <a:gd name="csX34" fmla="*/ 54461 w 231220"/>
                <a:gd name="csY34" fmla="*/ 105100 h 228832"/>
                <a:gd name="csX35" fmla="*/ 51595 w 231220"/>
                <a:gd name="csY35" fmla="*/ 100323 h 228832"/>
                <a:gd name="csX36" fmla="*/ 44906 w 231220"/>
                <a:gd name="csY36" fmla="*/ 92202 h 228832"/>
                <a:gd name="csX37" fmla="*/ 42996 w 231220"/>
                <a:gd name="csY37" fmla="*/ 88858 h 228832"/>
                <a:gd name="csX38" fmla="*/ 42040 w 231220"/>
                <a:gd name="csY38" fmla="*/ 86469 h 228832"/>
                <a:gd name="csX39" fmla="*/ 34397 w 231220"/>
                <a:gd name="csY39" fmla="*/ 75481 h 228832"/>
                <a:gd name="csX40" fmla="*/ 31052 w 231220"/>
                <a:gd name="csY40" fmla="*/ 67838 h 228832"/>
                <a:gd name="csX41" fmla="*/ 28664 w 231220"/>
                <a:gd name="csY41" fmla="*/ 61150 h 228832"/>
                <a:gd name="csX42" fmla="*/ 26275 w 231220"/>
                <a:gd name="csY42" fmla="*/ 58283 h 228832"/>
                <a:gd name="csX43" fmla="*/ 14809 w 231220"/>
                <a:gd name="csY43" fmla="*/ 37263 h 228832"/>
                <a:gd name="csX44" fmla="*/ 11943 w 231220"/>
                <a:gd name="csY44" fmla="*/ 33919 h 228832"/>
                <a:gd name="csX45" fmla="*/ 7644 w 231220"/>
                <a:gd name="csY45" fmla="*/ 29619 h 228832"/>
                <a:gd name="csX46" fmla="*/ 6688 w 231220"/>
                <a:gd name="csY46" fmla="*/ 28664 h 228832"/>
                <a:gd name="csX47" fmla="*/ 4777 w 231220"/>
                <a:gd name="csY47" fmla="*/ 24842 h 228832"/>
                <a:gd name="csX48" fmla="*/ 956 w 231220"/>
                <a:gd name="csY48" fmla="*/ 19587 h 228832"/>
                <a:gd name="csX49" fmla="*/ 478 w 231220"/>
                <a:gd name="csY49" fmla="*/ 14810 h 228832"/>
                <a:gd name="csX50" fmla="*/ 0 w 231220"/>
                <a:gd name="csY50" fmla="*/ 9555 h 228832"/>
                <a:gd name="csX51" fmla="*/ 478 w 231220"/>
                <a:gd name="csY51" fmla="*/ 5255 h 228832"/>
                <a:gd name="csX52" fmla="*/ 956 w 231220"/>
                <a:gd name="csY52" fmla="*/ 5255 h 228832"/>
                <a:gd name="csX53" fmla="*/ 3822 w 231220"/>
                <a:gd name="csY53" fmla="*/ 4777 h 228832"/>
                <a:gd name="csX54" fmla="*/ 5733 w 231220"/>
                <a:gd name="csY54" fmla="*/ 3822 h 228832"/>
                <a:gd name="csX55" fmla="*/ 5733 w 231220"/>
                <a:gd name="csY55" fmla="*/ 3822 h 228832"/>
                <a:gd name="csX56" fmla="*/ 8121 w 231220"/>
                <a:gd name="csY56" fmla="*/ 3822 h 228832"/>
                <a:gd name="csX57" fmla="*/ 10032 w 231220"/>
                <a:gd name="csY57" fmla="*/ 4300 h 228832"/>
                <a:gd name="csX58" fmla="*/ 10032 w 231220"/>
                <a:gd name="csY58" fmla="*/ 4300 h 228832"/>
                <a:gd name="csX59" fmla="*/ 11943 w 231220"/>
                <a:gd name="csY59" fmla="*/ 4777 h 228832"/>
                <a:gd name="csX60" fmla="*/ 11943 w 231220"/>
                <a:gd name="csY60" fmla="*/ 4777 h 228832"/>
                <a:gd name="csX61" fmla="*/ 12899 w 231220"/>
                <a:gd name="csY61" fmla="*/ 4300 h 228832"/>
                <a:gd name="csX62" fmla="*/ 16721 w 231220"/>
                <a:gd name="csY62" fmla="*/ 4300 h 228832"/>
                <a:gd name="csX63" fmla="*/ 18631 w 231220"/>
                <a:gd name="csY63" fmla="*/ 3344 h 228832"/>
                <a:gd name="csX64" fmla="*/ 21020 w 231220"/>
                <a:gd name="csY64" fmla="*/ 2389 h 228832"/>
                <a:gd name="csX65" fmla="*/ 22453 w 231220"/>
                <a:gd name="csY65" fmla="*/ 1911 h 228832"/>
                <a:gd name="csX66" fmla="*/ 24842 w 231220"/>
                <a:gd name="csY66" fmla="*/ 956 h 228832"/>
                <a:gd name="csX67" fmla="*/ 24842 w 231220"/>
                <a:gd name="csY67" fmla="*/ 956 h 228832"/>
                <a:gd name="csX68" fmla="*/ 27708 w 231220"/>
                <a:gd name="csY68" fmla="*/ 0 h 228832"/>
                <a:gd name="csX69" fmla="*/ 29141 w 231220"/>
                <a:gd name="csY69" fmla="*/ 0 h 228832"/>
                <a:gd name="csX70" fmla="*/ 31052 w 231220"/>
                <a:gd name="csY70" fmla="*/ 478 h 228832"/>
                <a:gd name="csX71" fmla="*/ 33441 w 231220"/>
                <a:gd name="csY71" fmla="*/ 478 h 228832"/>
                <a:gd name="csX72" fmla="*/ 33441 w 231220"/>
                <a:gd name="csY72" fmla="*/ 478 h 228832"/>
                <a:gd name="csX73" fmla="*/ 34874 w 231220"/>
                <a:gd name="csY73" fmla="*/ 1433 h 228832"/>
                <a:gd name="csX74" fmla="*/ 36785 w 231220"/>
                <a:gd name="csY74" fmla="*/ 3344 h 228832"/>
                <a:gd name="csX75" fmla="*/ 39174 w 231220"/>
                <a:gd name="csY75" fmla="*/ 4777 h 228832"/>
                <a:gd name="csX76" fmla="*/ 41085 w 231220"/>
                <a:gd name="csY76" fmla="*/ 6211 h 228832"/>
                <a:gd name="csX77" fmla="*/ 43473 w 231220"/>
                <a:gd name="csY77" fmla="*/ 7166 h 228832"/>
                <a:gd name="csX78" fmla="*/ 43951 w 231220"/>
                <a:gd name="csY78" fmla="*/ 8121 h 228832"/>
                <a:gd name="csX79" fmla="*/ 43951 w 231220"/>
                <a:gd name="csY79" fmla="*/ 8121 h 228832"/>
                <a:gd name="csX80" fmla="*/ 44906 w 231220"/>
                <a:gd name="csY80" fmla="*/ 8121 h 228832"/>
                <a:gd name="csX81" fmla="*/ 45384 w 231220"/>
                <a:gd name="csY81" fmla="*/ 8121 h 228832"/>
                <a:gd name="csX82" fmla="*/ 45862 w 231220"/>
                <a:gd name="csY82" fmla="*/ 8121 h 228832"/>
                <a:gd name="csX83" fmla="*/ 49684 w 231220"/>
                <a:gd name="csY83" fmla="*/ 8121 h 228832"/>
                <a:gd name="csX84" fmla="*/ 53506 w 231220"/>
                <a:gd name="csY84" fmla="*/ 7644 h 228832"/>
                <a:gd name="csX85" fmla="*/ 57328 w 231220"/>
                <a:gd name="csY85" fmla="*/ 8121 h 228832"/>
                <a:gd name="csX86" fmla="*/ 57805 w 231220"/>
                <a:gd name="csY86" fmla="*/ 8121 h 228832"/>
                <a:gd name="csX87" fmla="*/ 64971 w 231220"/>
                <a:gd name="csY87" fmla="*/ 8121 h 228832"/>
                <a:gd name="csX88" fmla="*/ 72615 w 231220"/>
                <a:gd name="csY88" fmla="*/ 8121 h 228832"/>
                <a:gd name="csX89" fmla="*/ 80258 w 231220"/>
                <a:gd name="csY89" fmla="*/ 8121 h 228832"/>
                <a:gd name="csX90" fmla="*/ 87902 w 231220"/>
                <a:gd name="csY90" fmla="*/ 8121 h 228832"/>
                <a:gd name="csX91" fmla="*/ 95546 w 231220"/>
                <a:gd name="csY91" fmla="*/ 8121 h 228832"/>
                <a:gd name="csX92" fmla="*/ 95546 w 231220"/>
                <a:gd name="csY92" fmla="*/ 8121 h 228832"/>
                <a:gd name="csX93" fmla="*/ 103189 w 231220"/>
                <a:gd name="csY93" fmla="*/ 8121 h 228832"/>
                <a:gd name="csX94" fmla="*/ 110833 w 231220"/>
                <a:gd name="csY94" fmla="*/ 8121 h 228832"/>
                <a:gd name="csX95" fmla="*/ 118477 w 231220"/>
                <a:gd name="csY95" fmla="*/ 8121 h 228832"/>
                <a:gd name="csX96" fmla="*/ 121343 w 231220"/>
                <a:gd name="csY96" fmla="*/ 8121 h 228832"/>
                <a:gd name="csX97" fmla="*/ 126598 w 231220"/>
                <a:gd name="csY97" fmla="*/ 8121 h 228832"/>
                <a:gd name="csX98" fmla="*/ 132331 w 231220"/>
                <a:gd name="csY98" fmla="*/ 8121 h 228832"/>
                <a:gd name="csX99" fmla="*/ 133286 w 231220"/>
                <a:gd name="csY99" fmla="*/ 8121 h 228832"/>
                <a:gd name="csX100" fmla="*/ 133764 w 231220"/>
                <a:gd name="csY100" fmla="*/ 8599 h 228832"/>
                <a:gd name="csX101" fmla="*/ 134242 w 231220"/>
                <a:gd name="csY101" fmla="*/ 9077 h 228832"/>
                <a:gd name="csX102" fmla="*/ 134242 w 231220"/>
                <a:gd name="csY102" fmla="*/ 9077 h 228832"/>
                <a:gd name="csX103" fmla="*/ 136153 w 231220"/>
                <a:gd name="csY103" fmla="*/ 11466 h 228832"/>
                <a:gd name="csX104" fmla="*/ 139019 w 231220"/>
                <a:gd name="csY104" fmla="*/ 13854 h 228832"/>
                <a:gd name="csX105" fmla="*/ 140930 w 231220"/>
                <a:gd name="csY105" fmla="*/ 14810 h 228832"/>
                <a:gd name="csX106" fmla="*/ 143796 w 231220"/>
                <a:gd name="csY106" fmla="*/ 15765 h 228832"/>
                <a:gd name="csX107" fmla="*/ 146185 w 231220"/>
                <a:gd name="csY107" fmla="*/ 15765 h 228832"/>
                <a:gd name="csX108" fmla="*/ 148096 w 231220"/>
                <a:gd name="csY108" fmla="*/ 15765 h 228832"/>
                <a:gd name="csX109" fmla="*/ 151918 w 231220"/>
                <a:gd name="csY109" fmla="*/ 16243 h 228832"/>
                <a:gd name="csX110" fmla="*/ 151918 w 231220"/>
                <a:gd name="csY110" fmla="*/ 16243 h 228832"/>
                <a:gd name="csX111" fmla="*/ 157173 w 231220"/>
                <a:gd name="csY111" fmla="*/ 17198 h 228832"/>
                <a:gd name="csX112" fmla="*/ 162428 w 231220"/>
                <a:gd name="csY112" fmla="*/ 17198 h 228832"/>
                <a:gd name="csX113" fmla="*/ 168161 w 231220"/>
                <a:gd name="csY113" fmla="*/ 16721 h 228832"/>
                <a:gd name="csX114" fmla="*/ 171983 w 231220"/>
                <a:gd name="csY114" fmla="*/ 17198 h 228832"/>
                <a:gd name="csX115" fmla="*/ 174371 w 231220"/>
                <a:gd name="csY115" fmla="*/ 18632 h 228832"/>
                <a:gd name="csX116" fmla="*/ 176760 w 231220"/>
                <a:gd name="csY116" fmla="*/ 19587 h 228832"/>
                <a:gd name="csX117" fmla="*/ 179149 w 231220"/>
                <a:gd name="csY117" fmla="*/ 20065 h 228832"/>
                <a:gd name="csX118" fmla="*/ 182493 w 231220"/>
                <a:gd name="csY118" fmla="*/ 19587 h 228832"/>
                <a:gd name="csX119" fmla="*/ 186314 w 231220"/>
                <a:gd name="csY119" fmla="*/ 18632 h 228832"/>
                <a:gd name="csX120" fmla="*/ 189659 w 231220"/>
                <a:gd name="csY120" fmla="*/ 18632 h 228832"/>
                <a:gd name="csX121" fmla="*/ 191569 w 231220"/>
                <a:gd name="csY121" fmla="*/ 19587 h 228832"/>
                <a:gd name="csX122" fmla="*/ 192525 w 231220"/>
                <a:gd name="csY122" fmla="*/ 19587 h 228832"/>
                <a:gd name="csX123" fmla="*/ 193480 w 231220"/>
                <a:gd name="csY123" fmla="*/ 19587 h 228832"/>
                <a:gd name="csX124" fmla="*/ 198258 w 231220"/>
                <a:gd name="csY124" fmla="*/ 18632 h 228832"/>
                <a:gd name="csX125" fmla="*/ 202557 w 231220"/>
                <a:gd name="csY125" fmla="*/ 17676 h 228832"/>
                <a:gd name="csX126" fmla="*/ 203035 w 231220"/>
                <a:gd name="csY126" fmla="*/ 17676 h 228832"/>
                <a:gd name="csX127" fmla="*/ 210201 w 231220"/>
                <a:gd name="csY127" fmla="*/ 16243 h 228832"/>
                <a:gd name="csX128" fmla="*/ 216411 w 231220"/>
                <a:gd name="csY128" fmla="*/ 15287 h 228832"/>
                <a:gd name="csX129" fmla="*/ 225010 w 231220"/>
                <a:gd name="csY129" fmla="*/ 13854 h 228832"/>
                <a:gd name="csX130" fmla="*/ 231221 w 231220"/>
                <a:gd name="csY130" fmla="*/ 12899 h 228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</a:cxnLst>
              <a:rect l="l" t="t" r="r" b="b"/>
              <a:pathLst>
                <a:path w="231220" h="228832">
                  <a:moveTo>
                    <a:pt x="93635" y="228833"/>
                  </a:moveTo>
                  <a:lnTo>
                    <a:pt x="91724" y="227399"/>
                  </a:lnTo>
                  <a:lnTo>
                    <a:pt x="85036" y="221189"/>
                  </a:lnTo>
                  <a:lnTo>
                    <a:pt x="82647" y="219278"/>
                  </a:lnTo>
                  <a:lnTo>
                    <a:pt x="79303" y="215456"/>
                  </a:lnTo>
                  <a:lnTo>
                    <a:pt x="72137" y="203991"/>
                  </a:lnTo>
                  <a:lnTo>
                    <a:pt x="70704" y="201602"/>
                  </a:lnTo>
                  <a:lnTo>
                    <a:pt x="69271" y="195869"/>
                  </a:lnTo>
                  <a:lnTo>
                    <a:pt x="67838" y="191570"/>
                  </a:lnTo>
                  <a:lnTo>
                    <a:pt x="67838" y="189181"/>
                  </a:lnTo>
                  <a:lnTo>
                    <a:pt x="68315" y="187748"/>
                  </a:lnTo>
                  <a:lnTo>
                    <a:pt x="67838" y="185837"/>
                  </a:lnTo>
                  <a:lnTo>
                    <a:pt x="66882" y="184404"/>
                  </a:lnTo>
                  <a:lnTo>
                    <a:pt x="64493" y="182015"/>
                  </a:lnTo>
                  <a:lnTo>
                    <a:pt x="64016" y="174849"/>
                  </a:lnTo>
                  <a:lnTo>
                    <a:pt x="62105" y="170072"/>
                  </a:lnTo>
                  <a:lnTo>
                    <a:pt x="62582" y="166250"/>
                  </a:lnTo>
                  <a:lnTo>
                    <a:pt x="61627" y="162906"/>
                  </a:lnTo>
                  <a:lnTo>
                    <a:pt x="61627" y="160517"/>
                  </a:lnTo>
                  <a:lnTo>
                    <a:pt x="62105" y="156218"/>
                  </a:lnTo>
                  <a:lnTo>
                    <a:pt x="60672" y="151440"/>
                  </a:lnTo>
                  <a:lnTo>
                    <a:pt x="57805" y="146663"/>
                  </a:lnTo>
                  <a:lnTo>
                    <a:pt x="55416" y="139975"/>
                  </a:lnTo>
                  <a:lnTo>
                    <a:pt x="54939" y="136631"/>
                  </a:lnTo>
                  <a:lnTo>
                    <a:pt x="54939" y="128987"/>
                  </a:lnTo>
                  <a:lnTo>
                    <a:pt x="54461" y="125643"/>
                  </a:lnTo>
                  <a:lnTo>
                    <a:pt x="54939" y="121821"/>
                  </a:lnTo>
                  <a:lnTo>
                    <a:pt x="53506" y="117522"/>
                  </a:lnTo>
                  <a:lnTo>
                    <a:pt x="53506" y="115611"/>
                  </a:lnTo>
                  <a:lnTo>
                    <a:pt x="53983" y="113700"/>
                  </a:lnTo>
                  <a:lnTo>
                    <a:pt x="54461" y="114177"/>
                  </a:lnTo>
                  <a:lnTo>
                    <a:pt x="54939" y="114655"/>
                  </a:lnTo>
                  <a:lnTo>
                    <a:pt x="55416" y="112266"/>
                  </a:lnTo>
                  <a:lnTo>
                    <a:pt x="55894" y="110356"/>
                  </a:lnTo>
                  <a:lnTo>
                    <a:pt x="54461" y="105100"/>
                  </a:lnTo>
                  <a:lnTo>
                    <a:pt x="51595" y="100323"/>
                  </a:lnTo>
                  <a:lnTo>
                    <a:pt x="44906" y="92202"/>
                  </a:lnTo>
                  <a:lnTo>
                    <a:pt x="42996" y="88858"/>
                  </a:lnTo>
                  <a:lnTo>
                    <a:pt x="42040" y="86469"/>
                  </a:lnTo>
                  <a:lnTo>
                    <a:pt x="34397" y="75481"/>
                  </a:lnTo>
                  <a:lnTo>
                    <a:pt x="31052" y="67838"/>
                  </a:lnTo>
                  <a:lnTo>
                    <a:pt x="28664" y="61150"/>
                  </a:lnTo>
                  <a:lnTo>
                    <a:pt x="26275" y="58283"/>
                  </a:lnTo>
                  <a:lnTo>
                    <a:pt x="14809" y="37263"/>
                  </a:lnTo>
                  <a:lnTo>
                    <a:pt x="11943" y="33919"/>
                  </a:lnTo>
                  <a:lnTo>
                    <a:pt x="7644" y="29619"/>
                  </a:lnTo>
                  <a:lnTo>
                    <a:pt x="6688" y="28664"/>
                  </a:lnTo>
                  <a:lnTo>
                    <a:pt x="4777" y="24842"/>
                  </a:lnTo>
                  <a:lnTo>
                    <a:pt x="956" y="19587"/>
                  </a:lnTo>
                  <a:lnTo>
                    <a:pt x="478" y="14810"/>
                  </a:lnTo>
                  <a:lnTo>
                    <a:pt x="0" y="9555"/>
                  </a:lnTo>
                  <a:lnTo>
                    <a:pt x="478" y="5255"/>
                  </a:lnTo>
                  <a:lnTo>
                    <a:pt x="956" y="5255"/>
                  </a:lnTo>
                  <a:lnTo>
                    <a:pt x="3822" y="4777"/>
                  </a:lnTo>
                  <a:lnTo>
                    <a:pt x="5733" y="3822"/>
                  </a:lnTo>
                  <a:lnTo>
                    <a:pt x="5733" y="3822"/>
                  </a:lnTo>
                  <a:lnTo>
                    <a:pt x="8121" y="3822"/>
                  </a:lnTo>
                  <a:lnTo>
                    <a:pt x="10032" y="4300"/>
                  </a:lnTo>
                  <a:lnTo>
                    <a:pt x="10032" y="4300"/>
                  </a:lnTo>
                  <a:lnTo>
                    <a:pt x="11943" y="4777"/>
                  </a:lnTo>
                  <a:lnTo>
                    <a:pt x="11943" y="4777"/>
                  </a:lnTo>
                  <a:lnTo>
                    <a:pt x="12899" y="4300"/>
                  </a:lnTo>
                  <a:lnTo>
                    <a:pt x="16721" y="4300"/>
                  </a:lnTo>
                  <a:lnTo>
                    <a:pt x="18631" y="3344"/>
                  </a:lnTo>
                  <a:lnTo>
                    <a:pt x="21020" y="2389"/>
                  </a:lnTo>
                  <a:lnTo>
                    <a:pt x="22453" y="1911"/>
                  </a:lnTo>
                  <a:lnTo>
                    <a:pt x="24842" y="956"/>
                  </a:lnTo>
                  <a:lnTo>
                    <a:pt x="24842" y="956"/>
                  </a:lnTo>
                  <a:lnTo>
                    <a:pt x="27708" y="0"/>
                  </a:lnTo>
                  <a:lnTo>
                    <a:pt x="29141" y="0"/>
                  </a:lnTo>
                  <a:lnTo>
                    <a:pt x="31052" y="478"/>
                  </a:lnTo>
                  <a:lnTo>
                    <a:pt x="33441" y="478"/>
                  </a:lnTo>
                  <a:lnTo>
                    <a:pt x="33441" y="478"/>
                  </a:lnTo>
                  <a:lnTo>
                    <a:pt x="34874" y="1433"/>
                  </a:lnTo>
                  <a:lnTo>
                    <a:pt x="36785" y="3344"/>
                  </a:lnTo>
                  <a:lnTo>
                    <a:pt x="39174" y="4777"/>
                  </a:lnTo>
                  <a:lnTo>
                    <a:pt x="41085" y="6211"/>
                  </a:lnTo>
                  <a:lnTo>
                    <a:pt x="43473" y="7166"/>
                  </a:lnTo>
                  <a:lnTo>
                    <a:pt x="43951" y="8121"/>
                  </a:lnTo>
                  <a:lnTo>
                    <a:pt x="43951" y="8121"/>
                  </a:lnTo>
                  <a:lnTo>
                    <a:pt x="44906" y="8121"/>
                  </a:lnTo>
                  <a:lnTo>
                    <a:pt x="45384" y="8121"/>
                  </a:lnTo>
                  <a:lnTo>
                    <a:pt x="45862" y="8121"/>
                  </a:lnTo>
                  <a:lnTo>
                    <a:pt x="49684" y="8121"/>
                  </a:lnTo>
                  <a:lnTo>
                    <a:pt x="53506" y="7644"/>
                  </a:lnTo>
                  <a:lnTo>
                    <a:pt x="57328" y="8121"/>
                  </a:lnTo>
                  <a:lnTo>
                    <a:pt x="57805" y="8121"/>
                  </a:lnTo>
                  <a:lnTo>
                    <a:pt x="64971" y="8121"/>
                  </a:lnTo>
                  <a:lnTo>
                    <a:pt x="72615" y="8121"/>
                  </a:lnTo>
                  <a:lnTo>
                    <a:pt x="80258" y="8121"/>
                  </a:lnTo>
                  <a:lnTo>
                    <a:pt x="87902" y="8121"/>
                  </a:lnTo>
                  <a:lnTo>
                    <a:pt x="95546" y="8121"/>
                  </a:lnTo>
                  <a:lnTo>
                    <a:pt x="95546" y="8121"/>
                  </a:lnTo>
                  <a:lnTo>
                    <a:pt x="103189" y="8121"/>
                  </a:lnTo>
                  <a:lnTo>
                    <a:pt x="110833" y="8121"/>
                  </a:lnTo>
                  <a:lnTo>
                    <a:pt x="118477" y="8121"/>
                  </a:lnTo>
                  <a:lnTo>
                    <a:pt x="121343" y="8121"/>
                  </a:lnTo>
                  <a:lnTo>
                    <a:pt x="126598" y="8121"/>
                  </a:lnTo>
                  <a:lnTo>
                    <a:pt x="132331" y="8121"/>
                  </a:lnTo>
                  <a:lnTo>
                    <a:pt x="133286" y="8121"/>
                  </a:lnTo>
                  <a:lnTo>
                    <a:pt x="133764" y="8599"/>
                  </a:lnTo>
                  <a:lnTo>
                    <a:pt x="134242" y="9077"/>
                  </a:lnTo>
                  <a:lnTo>
                    <a:pt x="134242" y="9077"/>
                  </a:lnTo>
                  <a:lnTo>
                    <a:pt x="136153" y="11466"/>
                  </a:lnTo>
                  <a:lnTo>
                    <a:pt x="139019" y="13854"/>
                  </a:lnTo>
                  <a:lnTo>
                    <a:pt x="140930" y="14810"/>
                  </a:lnTo>
                  <a:lnTo>
                    <a:pt x="143796" y="15765"/>
                  </a:lnTo>
                  <a:lnTo>
                    <a:pt x="146185" y="15765"/>
                  </a:lnTo>
                  <a:lnTo>
                    <a:pt x="148096" y="15765"/>
                  </a:lnTo>
                  <a:lnTo>
                    <a:pt x="151918" y="16243"/>
                  </a:lnTo>
                  <a:lnTo>
                    <a:pt x="151918" y="16243"/>
                  </a:lnTo>
                  <a:lnTo>
                    <a:pt x="157173" y="17198"/>
                  </a:lnTo>
                  <a:lnTo>
                    <a:pt x="162428" y="17198"/>
                  </a:lnTo>
                  <a:lnTo>
                    <a:pt x="168161" y="16721"/>
                  </a:lnTo>
                  <a:lnTo>
                    <a:pt x="171983" y="17198"/>
                  </a:lnTo>
                  <a:lnTo>
                    <a:pt x="174371" y="18632"/>
                  </a:lnTo>
                  <a:lnTo>
                    <a:pt x="176760" y="19587"/>
                  </a:lnTo>
                  <a:lnTo>
                    <a:pt x="179149" y="20065"/>
                  </a:lnTo>
                  <a:lnTo>
                    <a:pt x="182493" y="19587"/>
                  </a:lnTo>
                  <a:lnTo>
                    <a:pt x="186314" y="18632"/>
                  </a:lnTo>
                  <a:lnTo>
                    <a:pt x="189659" y="18632"/>
                  </a:lnTo>
                  <a:lnTo>
                    <a:pt x="191569" y="19587"/>
                  </a:lnTo>
                  <a:lnTo>
                    <a:pt x="192525" y="19587"/>
                  </a:lnTo>
                  <a:lnTo>
                    <a:pt x="193480" y="19587"/>
                  </a:lnTo>
                  <a:lnTo>
                    <a:pt x="198258" y="18632"/>
                  </a:lnTo>
                  <a:lnTo>
                    <a:pt x="202557" y="17676"/>
                  </a:lnTo>
                  <a:lnTo>
                    <a:pt x="203035" y="17676"/>
                  </a:lnTo>
                  <a:lnTo>
                    <a:pt x="210201" y="16243"/>
                  </a:lnTo>
                  <a:lnTo>
                    <a:pt x="216411" y="15287"/>
                  </a:lnTo>
                  <a:lnTo>
                    <a:pt x="225010" y="13854"/>
                  </a:lnTo>
                  <a:lnTo>
                    <a:pt x="231221" y="1289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7" name="Freeform 5086">
              <a:extLst>
                <a:ext uri="{FF2B5EF4-FFF2-40B4-BE49-F238E27FC236}">
                  <a16:creationId xmlns:a16="http://schemas.microsoft.com/office/drawing/2014/main" id="{0AB0F482-5BCF-9790-2B4E-14AA49FC3CEE}"/>
                </a:ext>
              </a:extLst>
            </p:cNvPr>
            <p:cNvSpPr/>
            <p:nvPr/>
          </p:nvSpPr>
          <p:spPr>
            <a:xfrm>
              <a:off x="6215909" y="5264698"/>
              <a:ext cx="2388" cy="6688"/>
            </a:xfrm>
            <a:custGeom>
              <a:avLst/>
              <a:gdLst>
                <a:gd name="csX0" fmla="*/ 2389 w 2388"/>
                <a:gd name="csY0" fmla="*/ 0 h 6688"/>
                <a:gd name="csX1" fmla="*/ 2389 w 2388"/>
                <a:gd name="csY1" fmla="*/ 0 h 6688"/>
                <a:gd name="csX2" fmla="*/ 1911 w 2388"/>
                <a:gd name="csY2" fmla="*/ 1911 h 6688"/>
                <a:gd name="csX3" fmla="*/ 956 w 2388"/>
                <a:gd name="csY3" fmla="*/ 2866 h 6688"/>
                <a:gd name="csX4" fmla="*/ 956 w 2388"/>
                <a:gd name="csY4" fmla="*/ 4777 h 6688"/>
                <a:gd name="csX5" fmla="*/ 478 w 2388"/>
                <a:gd name="csY5" fmla="*/ 5733 h 6688"/>
                <a:gd name="csX6" fmla="*/ 0 w 2388"/>
                <a:gd name="csY6" fmla="*/ 668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6688">
                  <a:moveTo>
                    <a:pt x="2389" y="0"/>
                  </a:moveTo>
                  <a:lnTo>
                    <a:pt x="2389" y="0"/>
                  </a:lnTo>
                  <a:lnTo>
                    <a:pt x="1911" y="1911"/>
                  </a:lnTo>
                  <a:lnTo>
                    <a:pt x="956" y="2866"/>
                  </a:lnTo>
                  <a:lnTo>
                    <a:pt x="956" y="4777"/>
                  </a:lnTo>
                  <a:lnTo>
                    <a:pt x="478" y="5733"/>
                  </a:lnTo>
                  <a:lnTo>
                    <a:pt x="0" y="66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8" name="Freeform 5087">
              <a:extLst>
                <a:ext uri="{FF2B5EF4-FFF2-40B4-BE49-F238E27FC236}">
                  <a16:creationId xmlns:a16="http://schemas.microsoft.com/office/drawing/2014/main" id="{61F2A50D-20C8-DECF-D1E2-F5D67C468359}"/>
                </a:ext>
              </a:extLst>
            </p:cNvPr>
            <p:cNvSpPr/>
            <p:nvPr/>
          </p:nvSpPr>
          <p:spPr>
            <a:xfrm>
              <a:off x="6265593" y="5277597"/>
              <a:ext cx="955" cy="3344"/>
            </a:xfrm>
            <a:custGeom>
              <a:avLst/>
              <a:gdLst>
                <a:gd name="csX0" fmla="*/ 956 w 955"/>
                <a:gd name="csY0" fmla="*/ 0 h 3344"/>
                <a:gd name="csX1" fmla="*/ 478 w 955"/>
                <a:gd name="csY1" fmla="*/ 478 h 3344"/>
                <a:gd name="csX2" fmla="*/ 478 w 955"/>
                <a:gd name="csY2" fmla="*/ 1911 h 3344"/>
                <a:gd name="csX3" fmla="*/ 0 w 955"/>
                <a:gd name="csY3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3344">
                  <a:moveTo>
                    <a:pt x="956" y="0"/>
                  </a:moveTo>
                  <a:lnTo>
                    <a:pt x="478" y="478"/>
                  </a:lnTo>
                  <a:lnTo>
                    <a:pt x="478" y="1911"/>
                  </a:lnTo>
                  <a:lnTo>
                    <a:pt x="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9" name="Freeform 5088">
              <a:extLst>
                <a:ext uri="{FF2B5EF4-FFF2-40B4-BE49-F238E27FC236}">
                  <a16:creationId xmlns:a16="http://schemas.microsoft.com/office/drawing/2014/main" id="{6B9FEC04-1C22-1091-92D8-D68513C32CFE}"/>
                </a:ext>
              </a:extLst>
            </p:cNvPr>
            <p:cNvSpPr/>
            <p:nvPr/>
          </p:nvSpPr>
          <p:spPr>
            <a:xfrm>
              <a:off x="6279925" y="5061185"/>
              <a:ext cx="104622" cy="210200"/>
            </a:xfrm>
            <a:custGeom>
              <a:avLst/>
              <a:gdLst>
                <a:gd name="csX0" fmla="*/ 104623 w 104622"/>
                <a:gd name="csY0" fmla="*/ 478 h 210200"/>
                <a:gd name="csX1" fmla="*/ 103667 w 104622"/>
                <a:gd name="csY1" fmla="*/ 0 h 210200"/>
                <a:gd name="csX2" fmla="*/ 97935 w 104622"/>
                <a:gd name="csY2" fmla="*/ 956 h 210200"/>
                <a:gd name="csX3" fmla="*/ 95546 w 104622"/>
                <a:gd name="csY3" fmla="*/ 1433 h 210200"/>
                <a:gd name="csX4" fmla="*/ 90291 w 104622"/>
                <a:gd name="csY4" fmla="*/ 5255 h 210200"/>
                <a:gd name="csX5" fmla="*/ 89335 w 104622"/>
                <a:gd name="csY5" fmla="*/ 4777 h 210200"/>
                <a:gd name="csX6" fmla="*/ 87902 w 104622"/>
                <a:gd name="csY6" fmla="*/ 3822 h 210200"/>
                <a:gd name="csX7" fmla="*/ 86947 w 104622"/>
                <a:gd name="csY7" fmla="*/ 3822 h 210200"/>
                <a:gd name="csX8" fmla="*/ 84558 w 104622"/>
                <a:gd name="csY8" fmla="*/ 4777 h 210200"/>
                <a:gd name="csX9" fmla="*/ 82170 w 104622"/>
                <a:gd name="csY9" fmla="*/ 5733 h 210200"/>
                <a:gd name="csX10" fmla="*/ 79781 w 104622"/>
                <a:gd name="csY10" fmla="*/ 7166 h 210200"/>
                <a:gd name="csX11" fmla="*/ 77870 w 104622"/>
                <a:gd name="csY11" fmla="*/ 8599 h 210200"/>
                <a:gd name="csX12" fmla="*/ 76914 w 104622"/>
                <a:gd name="csY12" fmla="*/ 9077 h 210200"/>
                <a:gd name="csX13" fmla="*/ 74048 w 104622"/>
                <a:gd name="csY13" fmla="*/ 12421 h 210200"/>
                <a:gd name="csX14" fmla="*/ 72615 w 104622"/>
                <a:gd name="csY14" fmla="*/ 12899 h 210200"/>
                <a:gd name="csX15" fmla="*/ 71659 w 104622"/>
                <a:gd name="csY15" fmla="*/ 12899 h 210200"/>
                <a:gd name="csX16" fmla="*/ 71659 w 104622"/>
                <a:gd name="csY16" fmla="*/ 12899 h 210200"/>
                <a:gd name="csX17" fmla="*/ 71182 w 104622"/>
                <a:gd name="csY17" fmla="*/ 11466 h 210200"/>
                <a:gd name="csX18" fmla="*/ 69271 w 104622"/>
                <a:gd name="csY18" fmla="*/ 8599 h 210200"/>
                <a:gd name="csX19" fmla="*/ 65927 w 104622"/>
                <a:gd name="csY19" fmla="*/ 4777 h 210200"/>
                <a:gd name="csX20" fmla="*/ 64971 w 104622"/>
                <a:gd name="csY20" fmla="*/ 4300 h 210200"/>
                <a:gd name="csX21" fmla="*/ 64016 w 104622"/>
                <a:gd name="csY21" fmla="*/ 4300 h 210200"/>
                <a:gd name="csX22" fmla="*/ 62105 w 104622"/>
                <a:gd name="csY22" fmla="*/ 4300 h 210200"/>
                <a:gd name="csX23" fmla="*/ 54939 w 104622"/>
                <a:gd name="csY23" fmla="*/ 5255 h 210200"/>
                <a:gd name="csX24" fmla="*/ 49206 w 104622"/>
                <a:gd name="csY24" fmla="*/ 6210 h 210200"/>
                <a:gd name="csX25" fmla="*/ 40129 w 104622"/>
                <a:gd name="csY25" fmla="*/ 8121 h 210200"/>
                <a:gd name="csX26" fmla="*/ 30575 w 104622"/>
                <a:gd name="csY26" fmla="*/ 9077 h 210200"/>
                <a:gd name="csX27" fmla="*/ 24842 w 104622"/>
                <a:gd name="csY27" fmla="*/ 10032 h 210200"/>
                <a:gd name="csX28" fmla="*/ 19587 w 104622"/>
                <a:gd name="csY28" fmla="*/ 10032 h 210200"/>
                <a:gd name="csX29" fmla="*/ 19587 w 104622"/>
                <a:gd name="csY29" fmla="*/ 14332 h 210200"/>
                <a:gd name="csX30" fmla="*/ 19587 w 104622"/>
                <a:gd name="csY30" fmla="*/ 21976 h 210200"/>
                <a:gd name="csX31" fmla="*/ 19587 w 104622"/>
                <a:gd name="csY31" fmla="*/ 29619 h 210200"/>
                <a:gd name="csX32" fmla="*/ 19587 w 104622"/>
                <a:gd name="csY32" fmla="*/ 37741 h 210200"/>
                <a:gd name="csX33" fmla="*/ 19587 w 104622"/>
                <a:gd name="csY33" fmla="*/ 45384 h 210200"/>
                <a:gd name="csX34" fmla="*/ 19587 w 104622"/>
                <a:gd name="csY34" fmla="*/ 53028 h 210200"/>
                <a:gd name="csX35" fmla="*/ 19587 w 104622"/>
                <a:gd name="csY35" fmla="*/ 61149 h 210200"/>
                <a:gd name="csX36" fmla="*/ 19587 w 104622"/>
                <a:gd name="csY36" fmla="*/ 69271 h 210200"/>
                <a:gd name="csX37" fmla="*/ 20065 w 104622"/>
                <a:gd name="csY37" fmla="*/ 76915 h 210200"/>
                <a:gd name="csX38" fmla="*/ 20065 w 104622"/>
                <a:gd name="csY38" fmla="*/ 80258 h 210200"/>
                <a:gd name="csX39" fmla="*/ 19587 w 104622"/>
                <a:gd name="csY39" fmla="*/ 81214 h 210200"/>
                <a:gd name="csX40" fmla="*/ 16721 w 104622"/>
                <a:gd name="csY40" fmla="*/ 81214 h 210200"/>
                <a:gd name="csX41" fmla="*/ 10032 w 104622"/>
                <a:gd name="csY41" fmla="*/ 81214 h 210200"/>
                <a:gd name="csX42" fmla="*/ 4300 w 104622"/>
                <a:gd name="csY42" fmla="*/ 81214 h 210200"/>
                <a:gd name="csX43" fmla="*/ 0 w 104622"/>
                <a:gd name="csY43" fmla="*/ 81214 h 210200"/>
                <a:gd name="csX44" fmla="*/ 0 w 104622"/>
                <a:gd name="csY44" fmla="*/ 85991 h 210200"/>
                <a:gd name="csX45" fmla="*/ 0 w 104622"/>
                <a:gd name="csY45" fmla="*/ 91724 h 210200"/>
                <a:gd name="csX46" fmla="*/ 0 w 104622"/>
                <a:gd name="csY46" fmla="*/ 96979 h 210200"/>
                <a:gd name="csX47" fmla="*/ 0 w 104622"/>
                <a:gd name="csY47" fmla="*/ 102712 h 210200"/>
                <a:gd name="csX48" fmla="*/ 0 w 104622"/>
                <a:gd name="csY48" fmla="*/ 108445 h 210200"/>
                <a:gd name="csX49" fmla="*/ 0 w 104622"/>
                <a:gd name="csY49" fmla="*/ 114177 h 210200"/>
                <a:gd name="csX50" fmla="*/ 0 w 104622"/>
                <a:gd name="csY50" fmla="*/ 119910 h 210200"/>
                <a:gd name="csX51" fmla="*/ 0 w 104622"/>
                <a:gd name="csY51" fmla="*/ 125643 h 210200"/>
                <a:gd name="csX52" fmla="*/ 0 w 104622"/>
                <a:gd name="csY52" fmla="*/ 130898 h 210200"/>
                <a:gd name="csX53" fmla="*/ 0 w 104622"/>
                <a:gd name="csY53" fmla="*/ 135675 h 210200"/>
                <a:gd name="csX54" fmla="*/ 0 w 104622"/>
                <a:gd name="csY54" fmla="*/ 135675 h 210200"/>
                <a:gd name="csX55" fmla="*/ 0 w 104622"/>
                <a:gd name="csY55" fmla="*/ 144274 h 210200"/>
                <a:gd name="csX56" fmla="*/ 0 w 104622"/>
                <a:gd name="csY56" fmla="*/ 153351 h 210200"/>
                <a:gd name="csX57" fmla="*/ 0 w 104622"/>
                <a:gd name="csY57" fmla="*/ 161950 h 210200"/>
                <a:gd name="csX58" fmla="*/ 0 w 104622"/>
                <a:gd name="csY58" fmla="*/ 171027 h 210200"/>
                <a:gd name="csX59" fmla="*/ 0 w 104622"/>
                <a:gd name="csY59" fmla="*/ 180104 h 210200"/>
                <a:gd name="csX60" fmla="*/ 0 w 104622"/>
                <a:gd name="csY60" fmla="*/ 189181 h 210200"/>
                <a:gd name="csX61" fmla="*/ 0 w 104622"/>
                <a:gd name="csY61" fmla="*/ 198258 h 210200"/>
                <a:gd name="csX62" fmla="*/ 0 w 104622"/>
                <a:gd name="csY62" fmla="*/ 207335 h 210200"/>
                <a:gd name="csX63" fmla="*/ 0 w 104622"/>
                <a:gd name="csY63" fmla="*/ 210201 h 21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</a:cxnLst>
              <a:rect l="l" t="t" r="r" b="b"/>
              <a:pathLst>
                <a:path w="104622" h="210200">
                  <a:moveTo>
                    <a:pt x="104623" y="478"/>
                  </a:moveTo>
                  <a:lnTo>
                    <a:pt x="103667" y="0"/>
                  </a:lnTo>
                  <a:lnTo>
                    <a:pt x="97935" y="956"/>
                  </a:lnTo>
                  <a:lnTo>
                    <a:pt x="95546" y="1433"/>
                  </a:lnTo>
                  <a:lnTo>
                    <a:pt x="90291" y="5255"/>
                  </a:lnTo>
                  <a:lnTo>
                    <a:pt x="89335" y="4777"/>
                  </a:lnTo>
                  <a:lnTo>
                    <a:pt x="87902" y="3822"/>
                  </a:lnTo>
                  <a:lnTo>
                    <a:pt x="86947" y="3822"/>
                  </a:lnTo>
                  <a:lnTo>
                    <a:pt x="84558" y="4777"/>
                  </a:lnTo>
                  <a:lnTo>
                    <a:pt x="82170" y="5733"/>
                  </a:lnTo>
                  <a:lnTo>
                    <a:pt x="79781" y="7166"/>
                  </a:lnTo>
                  <a:lnTo>
                    <a:pt x="77870" y="8599"/>
                  </a:lnTo>
                  <a:lnTo>
                    <a:pt x="76914" y="9077"/>
                  </a:lnTo>
                  <a:lnTo>
                    <a:pt x="74048" y="12421"/>
                  </a:lnTo>
                  <a:lnTo>
                    <a:pt x="72615" y="12899"/>
                  </a:lnTo>
                  <a:lnTo>
                    <a:pt x="71659" y="12899"/>
                  </a:lnTo>
                  <a:lnTo>
                    <a:pt x="71659" y="12899"/>
                  </a:lnTo>
                  <a:lnTo>
                    <a:pt x="71182" y="11466"/>
                  </a:lnTo>
                  <a:lnTo>
                    <a:pt x="69271" y="8599"/>
                  </a:lnTo>
                  <a:lnTo>
                    <a:pt x="65927" y="4777"/>
                  </a:lnTo>
                  <a:lnTo>
                    <a:pt x="64971" y="4300"/>
                  </a:lnTo>
                  <a:lnTo>
                    <a:pt x="64016" y="4300"/>
                  </a:lnTo>
                  <a:lnTo>
                    <a:pt x="62105" y="4300"/>
                  </a:lnTo>
                  <a:lnTo>
                    <a:pt x="54939" y="5255"/>
                  </a:lnTo>
                  <a:lnTo>
                    <a:pt x="49206" y="6210"/>
                  </a:lnTo>
                  <a:lnTo>
                    <a:pt x="40129" y="8121"/>
                  </a:lnTo>
                  <a:lnTo>
                    <a:pt x="30575" y="9077"/>
                  </a:lnTo>
                  <a:lnTo>
                    <a:pt x="24842" y="10032"/>
                  </a:lnTo>
                  <a:lnTo>
                    <a:pt x="19587" y="10032"/>
                  </a:lnTo>
                  <a:lnTo>
                    <a:pt x="19587" y="14332"/>
                  </a:lnTo>
                  <a:lnTo>
                    <a:pt x="19587" y="21976"/>
                  </a:lnTo>
                  <a:lnTo>
                    <a:pt x="19587" y="29619"/>
                  </a:lnTo>
                  <a:lnTo>
                    <a:pt x="19587" y="37741"/>
                  </a:lnTo>
                  <a:lnTo>
                    <a:pt x="19587" y="45384"/>
                  </a:lnTo>
                  <a:lnTo>
                    <a:pt x="19587" y="53028"/>
                  </a:lnTo>
                  <a:lnTo>
                    <a:pt x="19587" y="61149"/>
                  </a:lnTo>
                  <a:lnTo>
                    <a:pt x="19587" y="69271"/>
                  </a:lnTo>
                  <a:lnTo>
                    <a:pt x="20065" y="76915"/>
                  </a:lnTo>
                  <a:lnTo>
                    <a:pt x="20065" y="80258"/>
                  </a:lnTo>
                  <a:lnTo>
                    <a:pt x="19587" y="81214"/>
                  </a:lnTo>
                  <a:lnTo>
                    <a:pt x="16721" y="81214"/>
                  </a:lnTo>
                  <a:lnTo>
                    <a:pt x="10032" y="81214"/>
                  </a:lnTo>
                  <a:lnTo>
                    <a:pt x="4300" y="81214"/>
                  </a:lnTo>
                  <a:lnTo>
                    <a:pt x="0" y="81214"/>
                  </a:lnTo>
                  <a:lnTo>
                    <a:pt x="0" y="85991"/>
                  </a:lnTo>
                  <a:lnTo>
                    <a:pt x="0" y="91724"/>
                  </a:lnTo>
                  <a:lnTo>
                    <a:pt x="0" y="96979"/>
                  </a:lnTo>
                  <a:lnTo>
                    <a:pt x="0" y="102712"/>
                  </a:lnTo>
                  <a:lnTo>
                    <a:pt x="0" y="108445"/>
                  </a:lnTo>
                  <a:lnTo>
                    <a:pt x="0" y="114177"/>
                  </a:lnTo>
                  <a:lnTo>
                    <a:pt x="0" y="119910"/>
                  </a:lnTo>
                  <a:lnTo>
                    <a:pt x="0" y="125643"/>
                  </a:lnTo>
                  <a:lnTo>
                    <a:pt x="0" y="130898"/>
                  </a:lnTo>
                  <a:lnTo>
                    <a:pt x="0" y="135675"/>
                  </a:lnTo>
                  <a:lnTo>
                    <a:pt x="0" y="135675"/>
                  </a:lnTo>
                  <a:lnTo>
                    <a:pt x="0" y="144274"/>
                  </a:lnTo>
                  <a:lnTo>
                    <a:pt x="0" y="153351"/>
                  </a:lnTo>
                  <a:lnTo>
                    <a:pt x="0" y="161950"/>
                  </a:lnTo>
                  <a:lnTo>
                    <a:pt x="0" y="171027"/>
                  </a:lnTo>
                  <a:lnTo>
                    <a:pt x="0" y="180104"/>
                  </a:lnTo>
                  <a:lnTo>
                    <a:pt x="0" y="189181"/>
                  </a:lnTo>
                  <a:lnTo>
                    <a:pt x="0" y="198258"/>
                  </a:lnTo>
                  <a:lnTo>
                    <a:pt x="0" y="207335"/>
                  </a:lnTo>
                  <a:lnTo>
                    <a:pt x="0" y="21020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0" name="Freeform 5089">
              <a:extLst>
                <a:ext uri="{FF2B5EF4-FFF2-40B4-BE49-F238E27FC236}">
                  <a16:creationId xmlns:a16="http://schemas.microsoft.com/office/drawing/2014/main" id="{DEE0F27A-D793-29D0-1ACD-142BA52FC413}"/>
                </a:ext>
              </a:extLst>
            </p:cNvPr>
            <p:cNvSpPr/>
            <p:nvPr/>
          </p:nvSpPr>
          <p:spPr>
            <a:xfrm>
              <a:off x="9055533" y="5086505"/>
              <a:ext cx="477" cy="4299"/>
            </a:xfrm>
            <a:custGeom>
              <a:avLst/>
              <a:gdLst>
                <a:gd name="csX0" fmla="*/ 0 w 477"/>
                <a:gd name="csY0" fmla="*/ 3822 h 4299"/>
                <a:gd name="csX1" fmla="*/ 0 w 477"/>
                <a:gd name="csY1" fmla="*/ 4300 h 4299"/>
                <a:gd name="csX2" fmla="*/ 0 w 477"/>
                <a:gd name="csY2" fmla="*/ 1433 h 4299"/>
                <a:gd name="csX3" fmla="*/ 478 w 477"/>
                <a:gd name="csY3" fmla="*/ 0 h 4299"/>
                <a:gd name="csX4" fmla="*/ 478 w 477"/>
                <a:gd name="csY4" fmla="*/ 2389 h 4299"/>
                <a:gd name="csX5" fmla="*/ 0 w 477"/>
                <a:gd name="csY5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4299">
                  <a:moveTo>
                    <a:pt x="0" y="3822"/>
                  </a:moveTo>
                  <a:lnTo>
                    <a:pt x="0" y="4300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478" y="2389"/>
                  </a:lnTo>
                  <a:lnTo>
                    <a:pt x="0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1" name="Freeform 5090">
              <a:extLst>
                <a:ext uri="{FF2B5EF4-FFF2-40B4-BE49-F238E27FC236}">
                  <a16:creationId xmlns:a16="http://schemas.microsoft.com/office/drawing/2014/main" id="{08FC6403-A99E-E2D3-8B48-6B30BEE7E1C4}"/>
                </a:ext>
              </a:extLst>
            </p:cNvPr>
            <p:cNvSpPr/>
            <p:nvPr/>
          </p:nvSpPr>
          <p:spPr>
            <a:xfrm>
              <a:off x="9136747" y="5106569"/>
              <a:ext cx="58760" cy="42995"/>
            </a:xfrm>
            <a:custGeom>
              <a:avLst/>
              <a:gdLst>
                <a:gd name="csX0" fmla="*/ 3344 w 58760"/>
                <a:gd name="csY0" fmla="*/ 1911 h 42995"/>
                <a:gd name="csX1" fmla="*/ 5733 w 58760"/>
                <a:gd name="csY1" fmla="*/ 2867 h 42995"/>
                <a:gd name="csX2" fmla="*/ 8121 w 58760"/>
                <a:gd name="csY2" fmla="*/ 2389 h 42995"/>
                <a:gd name="csX3" fmla="*/ 10988 w 58760"/>
                <a:gd name="csY3" fmla="*/ 4300 h 42995"/>
                <a:gd name="csX4" fmla="*/ 18632 w 58760"/>
                <a:gd name="csY4" fmla="*/ 10032 h 42995"/>
                <a:gd name="csX5" fmla="*/ 21498 w 58760"/>
                <a:gd name="csY5" fmla="*/ 11466 h 42995"/>
                <a:gd name="csX6" fmla="*/ 22931 w 58760"/>
                <a:gd name="csY6" fmla="*/ 11943 h 42995"/>
                <a:gd name="csX7" fmla="*/ 24364 w 58760"/>
                <a:gd name="csY7" fmla="*/ 12899 h 42995"/>
                <a:gd name="csX8" fmla="*/ 25320 w 58760"/>
                <a:gd name="csY8" fmla="*/ 14332 h 42995"/>
                <a:gd name="csX9" fmla="*/ 26753 w 58760"/>
                <a:gd name="csY9" fmla="*/ 15287 h 42995"/>
                <a:gd name="csX10" fmla="*/ 27230 w 58760"/>
                <a:gd name="csY10" fmla="*/ 16243 h 42995"/>
                <a:gd name="csX11" fmla="*/ 27230 w 58760"/>
                <a:gd name="csY11" fmla="*/ 17198 h 42995"/>
                <a:gd name="csX12" fmla="*/ 28186 w 58760"/>
                <a:gd name="csY12" fmla="*/ 18154 h 42995"/>
                <a:gd name="csX13" fmla="*/ 30575 w 58760"/>
                <a:gd name="csY13" fmla="*/ 20065 h 42995"/>
                <a:gd name="csX14" fmla="*/ 32486 w 58760"/>
                <a:gd name="csY14" fmla="*/ 21498 h 42995"/>
                <a:gd name="csX15" fmla="*/ 34396 w 58760"/>
                <a:gd name="csY15" fmla="*/ 22453 h 42995"/>
                <a:gd name="csX16" fmla="*/ 35352 w 58760"/>
                <a:gd name="csY16" fmla="*/ 23409 h 42995"/>
                <a:gd name="csX17" fmla="*/ 36785 w 58760"/>
                <a:gd name="csY17" fmla="*/ 23886 h 42995"/>
                <a:gd name="csX18" fmla="*/ 37741 w 58760"/>
                <a:gd name="csY18" fmla="*/ 24842 h 42995"/>
                <a:gd name="csX19" fmla="*/ 40129 w 58760"/>
                <a:gd name="csY19" fmla="*/ 25798 h 42995"/>
                <a:gd name="csX20" fmla="*/ 44907 w 58760"/>
                <a:gd name="csY20" fmla="*/ 28664 h 42995"/>
                <a:gd name="csX21" fmla="*/ 48728 w 58760"/>
                <a:gd name="csY21" fmla="*/ 31530 h 42995"/>
                <a:gd name="csX22" fmla="*/ 50639 w 58760"/>
                <a:gd name="csY22" fmla="*/ 33441 h 42995"/>
                <a:gd name="csX23" fmla="*/ 52550 w 58760"/>
                <a:gd name="csY23" fmla="*/ 34874 h 42995"/>
                <a:gd name="csX24" fmla="*/ 55416 w 58760"/>
                <a:gd name="csY24" fmla="*/ 36308 h 42995"/>
                <a:gd name="csX25" fmla="*/ 57805 w 58760"/>
                <a:gd name="csY25" fmla="*/ 37741 h 42995"/>
                <a:gd name="csX26" fmla="*/ 58761 w 58760"/>
                <a:gd name="csY26" fmla="*/ 41085 h 42995"/>
                <a:gd name="csX27" fmla="*/ 58283 w 58760"/>
                <a:gd name="csY27" fmla="*/ 42040 h 42995"/>
                <a:gd name="csX28" fmla="*/ 56850 w 58760"/>
                <a:gd name="csY28" fmla="*/ 42518 h 42995"/>
                <a:gd name="csX29" fmla="*/ 55416 w 58760"/>
                <a:gd name="csY29" fmla="*/ 42996 h 42995"/>
                <a:gd name="csX30" fmla="*/ 54461 w 58760"/>
                <a:gd name="csY30" fmla="*/ 42996 h 42995"/>
                <a:gd name="csX31" fmla="*/ 50162 w 58760"/>
                <a:gd name="csY31" fmla="*/ 41085 h 42995"/>
                <a:gd name="csX32" fmla="*/ 49206 w 58760"/>
                <a:gd name="csY32" fmla="*/ 40607 h 42995"/>
                <a:gd name="csX33" fmla="*/ 48251 w 58760"/>
                <a:gd name="csY33" fmla="*/ 40607 h 42995"/>
                <a:gd name="csX34" fmla="*/ 47773 w 58760"/>
                <a:gd name="csY34" fmla="*/ 40129 h 42995"/>
                <a:gd name="csX35" fmla="*/ 47295 w 58760"/>
                <a:gd name="csY35" fmla="*/ 39651 h 42995"/>
                <a:gd name="csX36" fmla="*/ 44907 w 58760"/>
                <a:gd name="csY36" fmla="*/ 38696 h 42995"/>
                <a:gd name="csX37" fmla="*/ 42518 w 58760"/>
                <a:gd name="csY37" fmla="*/ 37741 h 42995"/>
                <a:gd name="csX38" fmla="*/ 41562 w 58760"/>
                <a:gd name="csY38" fmla="*/ 36785 h 42995"/>
                <a:gd name="csX39" fmla="*/ 41562 w 58760"/>
                <a:gd name="csY39" fmla="*/ 35352 h 42995"/>
                <a:gd name="csX40" fmla="*/ 40607 w 58760"/>
                <a:gd name="csY40" fmla="*/ 34874 h 42995"/>
                <a:gd name="csX41" fmla="*/ 37741 w 58760"/>
                <a:gd name="csY41" fmla="*/ 33919 h 42995"/>
                <a:gd name="csX42" fmla="*/ 35352 w 58760"/>
                <a:gd name="csY42" fmla="*/ 32963 h 42995"/>
                <a:gd name="csX43" fmla="*/ 33919 w 58760"/>
                <a:gd name="csY43" fmla="*/ 31530 h 42995"/>
                <a:gd name="csX44" fmla="*/ 31530 w 58760"/>
                <a:gd name="csY44" fmla="*/ 30575 h 42995"/>
                <a:gd name="csX45" fmla="*/ 27709 w 58760"/>
                <a:gd name="csY45" fmla="*/ 28186 h 42995"/>
                <a:gd name="csX46" fmla="*/ 25798 w 58760"/>
                <a:gd name="csY46" fmla="*/ 27708 h 42995"/>
                <a:gd name="csX47" fmla="*/ 23886 w 58760"/>
                <a:gd name="csY47" fmla="*/ 26753 h 42995"/>
                <a:gd name="csX48" fmla="*/ 19587 w 58760"/>
                <a:gd name="csY48" fmla="*/ 22931 h 42995"/>
                <a:gd name="csX49" fmla="*/ 17676 w 58760"/>
                <a:gd name="csY49" fmla="*/ 21976 h 42995"/>
                <a:gd name="csX50" fmla="*/ 16243 w 58760"/>
                <a:gd name="csY50" fmla="*/ 20065 h 42995"/>
                <a:gd name="csX51" fmla="*/ 12421 w 58760"/>
                <a:gd name="csY51" fmla="*/ 16243 h 42995"/>
                <a:gd name="csX52" fmla="*/ 10510 w 58760"/>
                <a:gd name="csY52" fmla="*/ 14332 h 42995"/>
                <a:gd name="csX53" fmla="*/ 8121 w 58760"/>
                <a:gd name="csY53" fmla="*/ 12899 h 42995"/>
                <a:gd name="csX54" fmla="*/ 6688 w 58760"/>
                <a:gd name="csY54" fmla="*/ 11466 h 42995"/>
                <a:gd name="csX55" fmla="*/ 5733 w 58760"/>
                <a:gd name="csY55" fmla="*/ 9077 h 42995"/>
                <a:gd name="csX56" fmla="*/ 2866 w 58760"/>
                <a:gd name="csY56" fmla="*/ 6210 h 42995"/>
                <a:gd name="csX57" fmla="*/ 2389 w 58760"/>
                <a:gd name="csY57" fmla="*/ 5255 h 42995"/>
                <a:gd name="csX58" fmla="*/ 2389 w 58760"/>
                <a:gd name="csY58" fmla="*/ 3822 h 42995"/>
                <a:gd name="csX59" fmla="*/ 1911 w 58760"/>
                <a:gd name="csY59" fmla="*/ 2867 h 42995"/>
                <a:gd name="csX60" fmla="*/ 478 w 58760"/>
                <a:gd name="csY60" fmla="*/ 2389 h 42995"/>
                <a:gd name="csX61" fmla="*/ 0 w 58760"/>
                <a:gd name="csY61" fmla="*/ 1433 h 42995"/>
                <a:gd name="csX62" fmla="*/ 0 w 58760"/>
                <a:gd name="csY62" fmla="*/ 478 h 42995"/>
                <a:gd name="csX63" fmla="*/ 478 w 58760"/>
                <a:gd name="csY63" fmla="*/ 0 h 42995"/>
                <a:gd name="csX64" fmla="*/ 3344 w 58760"/>
                <a:gd name="csY64" fmla="*/ 1911 h 42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58760" h="42995">
                  <a:moveTo>
                    <a:pt x="3344" y="1911"/>
                  </a:moveTo>
                  <a:lnTo>
                    <a:pt x="5733" y="2867"/>
                  </a:lnTo>
                  <a:lnTo>
                    <a:pt x="8121" y="2389"/>
                  </a:lnTo>
                  <a:lnTo>
                    <a:pt x="10988" y="4300"/>
                  </a:lnTo>
                  <a:lnTo>
                    <a:pt x="18632" y="10032"/>
                  </a:lnTo>
                  <a:lnTo>
                    <a:pt x="21498" y="11466"/>
                  </a:lnTo>
                  <a:lnTo>
                    <a:pt x="22931" y="11943"/>
                  </a:lnTo>
                  <a:lnTo>
                    <a:pt x="24364" y="12899"/>
                  </a:lnTo>
                  <a:lnTo>
                    <a:pt x="25320" y="14332"/>
                  </a:lnTo>
                  <a:lnTo>
                    <a:pt x="26753" y="15287"/>
                  </a:lnTo>
                  <a:lnTo>
                    <a:pt x="27230" y="16243"/>
                  </a:lnTo>
                  <a:lnTo>
                    <a:pt x="27230" y="17198"/>
                  </a:lnTo>
                  <a:lnTo>
                    <a:pt x="28186" y="18154"/>
                  </a:lnTo>
                  <a:lnTo>
                    <a:pt x="30575" y="20065"/>
                  </a:lnTo>
                  <a:lnTo>
                    <a:pt x="32486" y="21498"/>
                  </a:lnTo>
                  <a:lnTo>
                    <a:pt x="34396" y="22453"/>
                  </a:lnTo>
                  <a:lnTo>
                    <a:pt x="35352" y="23409"/>
                  </a:lnTo>
                  <a:lnTo>
                    <a:pt x="36785" y="23886"/>
                  </a:lnTo>
                  <a:lnTo>
                    <a:pt x="37741" y="24842"/>
                  </a:lnTo>
                  <a:lnTo>
                    <a:pt x="40129" y="25798"/>
                  </a:lnTo>
                  <a:lnTo>
                    <a:pt x="44907" y="28664"/>
                  </a:lnTo>
                  <a:lnTo>
                    <a:pt x="48728" y="31530"/>
                  </a:lnTo>
                  <a:lnTo>
                    <a:pt x="50639" y="33441"/>
                  </a:lnTo>
                  <a:lnTo>
                    <a:pt x="52550" y="34874"/>
                  </a:lnTo>
                  <a:lnTo>
                    <a:pt x="55416" y="36308"/>
                  </a:lnTo>
                  <a:lnTo>
                    <a:pt x="57805" y="37741"/>
                  </a:lnTo>
                  <a:lnTo>
                    <a:pt x="58761" y="41085"/>
                  </a:lnTo>
                  <a:lnTo>
                    <a:pt x="58283" y="42040"/>
                  </a:lnTo>
                  <a:lnTo>
                    <a:pt x="56850" y="42518"/>
                  </a:lnTo>
                  <a:lnTo>
                    <a:pt x="55416" y="42996"/>
                  </a:lnTo>
                  <a:lnTo>
                    <a:pt x="54461" y="42996"/>
                  </a:lnTo>
                  <a:lnTo>
                    <a:pt x="50162" y="41085"/>
                  </a:lnTo>
                  <a:lnTo>
                    <a:pt x="49206" y="40607"/>
                  </a:lnTo>
                  <a:lnTo>
                    <a:pt x="48251" y="40607"/>
                  </a:lnTo>
                  <a:lnTo>
                    <a:pt x="47773" y="40129"/>
                  </a:lnTo>
                  <a:lnTo>
                    <a:pt x="47295" y="39651"/>
                  </a:lnTo>
                  <a:lnTo>
                    <a:pt x="44907" y="38696"/>
                  </a:lnTo>
                  <a:lnTo>
                    <a:pt x="42518" y="37741"/>
                  </a:lnTo>
                  <a:lnTo>
                    <a:pt x="41562" y="36785"/>
                  </a:lnTo>
                  <a:lnTo>
                    <a:pt x="41562" y="35352"/>
                  </a:lnTo>
                  <a:lnTo>
                    <a:pt x="40607" y="34874"/>
                  </a:lnTo>
                  <a:lnTo>
                    <a:pt x="37741" y="33919"/>
                  </a:lnTo>
                  <a:lnTo>
                    <a:pt x="35352" y="32963"/>
                  </a:lnTo>
                  <a:lnTo>
                    <a:pt x="33919" y="31530"/>
                  </a:lnTo>
                  <a:lnTo>
                    <a:pt x="31530" y="30575"/>
                  </a:lnTo>
                  <a:lnTo>
                    <a:pt x="27709" y="28186"/>
                  </a:lnTo>
                  <a:lnTo>
                    <a:pt x="25798" y="27708"/>
                  </a:lnTo>
                  <a:lnTo>
                    <a:pt x="23886" y="26753"/>
                  </a:lnTo>
                  <a:lnTo>
                    <a:pt x="19587" y="22931"/>
                  </a:lnTo>
                  <a:lnTo>
                    <a:pt x="17676" y="21976"/>
                  </a:lnTo>
                  <a:lnTo>
                    <a:pt x="16243" y="20065"/>
                  </a:lnTo>
                  <a:lnTo>
                    <a:pt x="12421" y="16243"/>
                  </a:lnTo>
                  <a:lnTo>
                    <a:pt x="10510" y="14332"/>
                  </a:lnTo>
                  <a:lnTo>
                    <a:pt x="8121" y="12899"/>
                  </a:lnTo>
                  <a:lnTo>
                    <a:pt x="6688" y="11466"/>
                  </a:lnTo>
                  <a:lnTo>
                    <a:pt x="5733" y="9077"/>
                  </a:lnTo>
                  <a:lnTo>
                    <a:pt x="2866" y="6210"/>
                  </a:lnTo>
                  <a:lnTo>
                    <a:pt x="2389" y="5255"/>
                  </a:lnTo>
                  <a:lnTo>
                    <a:pt x="2389" y="3822"/>
                  </a:lnTo>
                  <a:lnTo>
                    <a:pt x="1911" y="2867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2" name="Freeform 5091">
              <a:extLst>
                <a:ext uri="{FF2B5EF4-FFF2-40B4-BE49-F238E27FC236}">
                  <a16:creationId xmlns:a16="http://schemas.microsoft.com/office/drawing/2014/main" id="{E9BE6E31-64BA-7697-0FCB-3944C25B3F3C}"/>
                </a:ext>
              </a:extLst>
            </p:cNvPr>
            <p:cNvSpPr/>
            <p:nvPr/>
          </p:nvSpPr>
          <p:spPr>
            <a:xfrm>
              <a:off x="9185475" y="5111825"/>
              <a:ext cx="3344" cy="5254"/>
            </a:xfrm>
            <a:custGeom>
              <a:avLst/>
              <a:gdLst>
                <a:gd name="csX0" fmla="*/ 956 w 3344"/>
                <a:gd name="csY0" fmla="*/ 5255 h 5254"/>
                <a:gd name="csX1" fmla="*/ 0 w 3344"/>
                <a:gd name="csY1" fmla="*/ 5255 h 5254"/>
                <a:gd name="csX2" fmla="*/ 1433 w 3344"/>
                <a:gd name="csY2" fmla="*/ 3822 h 5254"/>
                <a:gd name="csX3" fmla="*/ 1433 w 3344"/>
                <a:gd name="csY3" fmla="*/ 2866 h 5254"/>
                <a:gd name="csX4" fmla="*/ 1911 w 3344"/>
                <a:gd name="csY4" fmla="*/ 478 h 5254"/>
                <a:gd name="csX5" fmla="*/ 1911 w 3344"/>
                <a:gd name="csY5" fmla="*/ 0 h 5254"/>
                <a:gd name="csX6" fmla="*/ 2389 w 3344"/>
                <a:gd name="csY6" fmla="*/ 0 h 5254"/>
                <a:gd name="csX7" fmla="*/ 3344 w 3344"/>
                <a:gd name="csY7" fmla="*/ 478 h 5254"/>
                <a:gd name="csX8" fmla="*/ 2389 w 3344"/>
                <a:gd name="csY8" fmla="*/ 955 h 5254"/>
                <a:gd name="csX9" fmla="*/ 1911 w 3344"/>
                <a:gd name="csY9" fmla="*/ 1911 h 5254"/>
                <a:gd name="csX10" fmla="*/ 2389 w 3344"/>
                <a:gd name="csY10" fmla="*/ 2866 h 5254"/>
                <a:gd name="csX11" fmla="*/ 2389 w 3344"/>
                <a:gd name="csY11" fmla="*/ 3344 h 5254"/>
                <a:gd name="csX12" fmla="*/ 1911 w 3344"/>
                <a:gd name="csY12" fmla="*/ 4777 h 5254"/>
                <a:gd name="csX13" fmla="*/ 956 w 3344"/>
                <a:gd name="csY13" fmla="*/ 52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344" h="5254">
                  <a:moveTo>
                    <a:pt x="956" y="5255"/>
                  </a:moveTo>
                  <a:lnTo>
                    <a:pt x="0" y="5255"/>
                  </a:lnTo>
                  <a:lnTo>
                    <a:pt x="1433" y="3822"/>
                  </a:lnTo>
                  <a:lnTo>
                    <a:pt x="1433" y="2866"/>
                  </a:lnTo>
                  <a:lnTo>
                    <a:pt x="1911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3344" y="478"/>
                  </a:lnTo>
                  <a:lnTo>
                    <a:pt x="2389" y="955"/>
                  </a:lnTo>
                  <a:lnTo>
                    <a:pt x="1911" y="1911"/>
                  </a:lnTo>
                  <a:lnTo>
                    <a:pt x="2389" y="2866"/>
                  </a:lnTo>
                  <a:lnTo>
                    <a:pt x="2389" y="3344"/>
                  </a:lnTo>
                  <a:lnTo>
                    <a:pt x="1911" y="4777"/>
                  </a:lnTo>
                  <a:lnTo>
                    <a:pt x="956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3" name="Freeform 5092">
              <a:extLst>
                <a:ext uri="{FF2B5EF4-FFF2-40B4-BE49-F238E27FC236}">
                  <a16:creationId xmlns:a16="http://schemas.microsoft.com/office/drawing/2014/main" id="{60C00B9A-DA3A-90EE-448E-CFF7950DE01D}"/>
                </a:ext>
              </a:extLst>
            </p:cNvPr>
            <p:cNvSpPr/>
            <p:nvPr/>
          </p:nvSpPr>
          <p:spPr>
            <a:xfrm>
              <a:off x="9195985" y="5116602"/>
              <a:ext cx="8121" cy="9554"/>
            </a:xfrm>
            <a:custGeom>
              <a:avLst/>
              <a:gdLst>
                <a:gd name="csX0" fmla="*/ 7644 w 8121"/>
                <a:gd name="csY0" fmla="*/ 9555 h 9554"/>
                <a:gd name="csX1" fmla="*/ 6210 w 8121"/>
                <a:gd name="csY1" fmla="*/ 9555 h 9554"/>
                <a:gd name="csX2" fmla="*/ 4777 w 8121"/>
                <a:gd name="csY2" fmla="*/ 8121 h 9554"/>
                <a:gd name="csX3" fmla="*/ 2389 w 8121"/>
                <a:gd name="csY3" fmla="*/ 7644 h 9554"/>
                <a:gd name="csX4" fmla="*/ 955 w 8121"/>
                <a:gd name="csY4" fmla="*/ 6210 h 9554"/>
                <a:gd name="csX5" fmla="*/ 0 w 8121"/>
                <a:gd name="csY5" fmla="*/ 4777 h 9554"/>
                <a:gd name="csX6" fmla="*/ 1911 w 8121"/>
                <a:gd name="csY6" fmla="*/ 4299 h 9554"/>
                <a:gd name="csX7" fmla="*/ 3344 w 8121"/>
                <a:gd name="csY7" fmla="*/ 2389 h 9554"/>
                <a:gd name="csX8" fmla="*/ 2389 w 8121"/>
                <a:gd name="csY8" fmla="*/ 1911 h 9554"/>
                <a:gd name="csX9" fmla="*/ 478 w 8121"/>
                <a:gd name="csY9" fmla="*/ 1911 h 9554"/>
                <a:gd name="csX10" fmla="*/ 478 w 8121"/>
                <a:gd name="csY10" fmla="*/ 955 h 9554"/>
                <a:gd name="csX11" fmla="*/ 3821 w 8121"/>
                <a:gd name="csY11" fmla="*/ 0 h 9554"/>
                <a:gd name="csX12" fmla="*/ 4777 w 8121"/>
                <a:gd name="csY12" fmla="*/ 478 h 9554"/>
                <a:gd name="csX13" fmla="*/ 5255 w 8121"/>
                <a:gd name="csY13" fmla="*/ 955 h 9554"/>
                <a:gd name="csX14" fmla="*/ 5255 w 8121"/>
                <a:gd name="csY14" fmla="*/ 4299 h 9554"/>
                <a:gd name="csX15" fmla="*/ 6688 w 8121"/>
                <a:gd name="csY15" fmla="*/ 5255 h 9554"/>
                <a:gd name="csX16" fmla="*/ 8121 w 8121"/>
                <a:gd name="csY16" fmla="*/ 7644 h 9554"/>
                <a:gd name="csX17" fmla="*/ 8121 w 8121"/>
                <a:gd name="csY17" fmla="*/ 8121 h 9554"/>
                <a:gd name="csX18" fmla="*/ 7644 w 8121"/>
                <a:gd name="csY18" fmla="*/ 95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8121" h="9554">
                  <a:moveTo>
                    <a:pt x="7644" y="9555"/>
                  </a:moveTo>
                  <a:lnTo>
                    <a:pt x="6210" y="9555"/>
                  </a:lnTo>
                  <a:lnTo>
                    <a:pt x="4777" y="8121"/>
                  </a:lnTo>
                  <a:lnTo>
                    <a:pt x="2389" y="7644"/>
                  </a:lnTo>
                  <a:lnTo>
                    <a:pt x="955" y="6210"/>
                  </a:lnTo>
                  <a:lnTo>
                    <a:pt x="0" y="4777"/>
                  </a:lnTo>
                  <a:lnTo>
                    <a:pt x="1911" y="4299"/>
                  </a:lnTo>
                  <a:lnTo>
                    <a:pt x="3344" y="2389"/>
                  </a:lnTo>
                  <a:lnTo>
                    <a:pt x="2389" y="1911"/>
                  </a:lnTo>
                  <a:lnTo>
                    <a:pt x="478" y="1911"/>
                  </a:lnTo>
                  <a:lnTo>
                    <a:pt x="478" y="955"/>
                  </a:lnTo>
                  <a:lnTo>
                    <a:pt x="3821" y="0"/>
                  </a:lnTo>
                  <a:lnTo>
                    <a:pt x="4777" y="478"/>
                  </a:lnTo>
                  <a:lnTo>
                    <a:pt x="5255" y="955"/>
                  </a:lnTo>
                  <a:lnTo>
                    <a:pt x="5255" y="4299"/>
                  </a:lnTo>
                  <a:lnTo>
                    <a:pt x="6688" y="5255"/>
                  </a:lnTo>
                  <a:lnTo>
                    <a:pt x="8121" y="7644"/>
                  </a:lnTo>
                  <a:lnTo>
                    <a:pt x="8121" y="8121"/>
                  </a:lnTo>
                  <a:lnTo>
                    <a:pt x="7644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4" name="Freeform 5093">
              <a:extLst>
                <a:ext uri="{FF2B5EF4-FFF2-40B4-BE49-F238E27FC236}">
                  <a16:creationId xmlns:a16="http://schemas.microsoft.com/office/drawing/2014/main" id="{8BB9E46A-87D7-E72C-3D29-B51746DD0A24}"/>
                </a:ext>
              </a:extLst>
            </p:cNvPr>
            <p:cNvSpPr/>
            <p:nvPr/>
          </p:nvSpPr>
          <p:spPr>
            <a:xfrm>
              <a:off x="9211750" y="5129500"/>
              <a:ext cx="6210" cy="5732"/>
            </a:xfrm>
            <a:custGeom>
              <a:avLst/>
              <a:gdLst>
                <a:gd name="csX0" fmla="*/ 3822 w 6210"/>
                <a:gd name="csY0" fmla="*/ 1911 h 5732"/>
                <a:gd name="csX1" fmla="*/ 4777 w 6210"/>
                <a:gd name="csY1" fmla="*/ 1911 h 5732"/>
                <a:gd name="csX2" fmla="*/ 6211 w 6210"/>
                <a:gd name="csY2" fmla="*/ 1911 h 5732"/>
                <a:gd name="csX3" fmla="*/ 6211 w 6210"/>
                <a:gd name="csY3" fmla="*/ 5255 h 5732"/>
                <a:gd name="csX4" fmla="*/ 3822 w 6210"/>
                <a:gd name="csY4" fmla="*/ 5733 h 5732"/>
                <a:gd name="csX5" fmla="*/ 2867 w 6210"/>
                <a:gd name="csY5" fmla="*/ 5733 h 5732"/>
                <a:gd name="csX6" fmla="*/ 2389 w 6210"/>
                <a:gd name="csY6" fmla="*/ 5255 h 5732"/>
                <a:gd name="csX7" fmla="*/ 956 w 6210"/>
                <a:gd name="csY7" fmla="*/ 4777 h 5732"/>
                <a:gd name="csX8" fmla="*/ 1433 w 6210"/>
                <a:gd name="csY8" fmla="*/ 3822 h 5732"/>
                <a:gd name="csX9" fmla="*/ 0 w 6210"/>
                <a:gd name="csY9" fmla="*/ 956 h 5732"/>
                <a:gd name="csX10" fmla="*/ 2389 w 6210"/>
                <a:gd name="csY10" fmla="*/ 478 h 5732"/>
                <a:gd name="csX11" fmla="*/ 3344 w 6210"/>
                <a:gd name="csY11" fmla="*/ 0 h 5732"/>
                <a:gd name="csX12" fmla="*/ 3344 w 6210"/>
                <a:gd name="csY12" fmla="*/ 478 h 5732"/>
                <a:gd name="csX13" fmla="*/ 3344 w 6210"/>
                <a:gd name="csY13" fmla="*/ 1433 h 5732"/>
                <a:gd name="csX14" fmla="*/ 3822 w 6210"/>
                <a:gd name="csY14" fmla="*/ 1911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210" h="5732">
                  <a:moveTo>
                    <a:pt x="3822" y="1911"/>
                  </a:moveTo>
                  <a:lnTo>
                    <a:pt x="4777" y="1911"/>
                  </a:lnTo>
                  <a:lnTo>
                    <a:pt x="6211" y="1911"/>
                  </a:lnTo>
                  <a:lnTo>
                    <a:pt x="6211" y="5255"/>
                  </a:lnTo>
                  <a:lnTo>
                    <a:pt x="3822" y="5733"/>
                  </a:lnTo>
                  <a:lnTo>
                    <a:pt x="2867" y="5733"/>
                  </a:lnTo>
                  <a:lnTo>
                    <a:pt x="2389" y="5255"/>
                  </a:lnTo>
                  <a:lnTo>
                    <a:pt x="956" y="4777"/>
                  </a:lnTo>
                  <a:lnTo>
                    <a:pt x="1433" y="3822"/>
                  </a:lnTo>
                  <a:lnTo>
                    <a:pt x="0" y="956"/>
                  </a:lnTo>
                  <a:lnTo>
                    <a:pt x="2389" y="478"/>
                  </a:lnTo>
                  <a:lnTo>
                    <a:pt x="3344" y="0"/>
                  </a:lnTo>
                  <a:lnTo>
                    <a:pt x="3344" y="478"/>
                  </a:lnTo>
                  <a:lnTo>
                    <a:pt x="3344" y="1433"/>
                  </a:lnTo>
                  <a:lnTo>
                    <a:pt x="3822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5" name="Freeform 5094">
              <a:extLst>
                <a:ext uri="{FF2B5EF4-FFF2-40B4-BE49-F238E27FC236}">
                  <a16:creationId xmlns:a16="http://schemas.microsoft.com/office/drawing/2014/main" id="{EEE1EF14-FC3C-DCA1-1D19-B226F1D03BBD}"/>
                </a:ext>
              </a:extLst>
            </p:cNvPr>
            <p:cNvSpPr/>
            <p:nvPr/>
          </p:nvSpPr>
          <p:spPr>
            <a:xfrm>
              <a:off x="9204107" y="5152909"/>
              <a:ext cx="2388" cy="2388"/>
            </a:xfrm>
            <a:custGeom>
              <a:avLst/>
              <a:gdLst>
                <a:gd name="csX0" fmla="*/ 2389 w 2388"/>
                <a:gd name="csY0" fmla="*/ 1433 h 2388"/>
                <a:gd name="csX1" fmla="*/ 1433 w 2388"/>
                <a:gd name="csY1" fmla="*/ 2389 h 2388"/>
                <a:gd name="csX2" fmla="*/ 956 w 2388"/>
                <a:gd name="csY2" fmla="*/ 2389 h 2388"/>
                <a:gd name="csX3" fmla="*/ 478 w 2388"/>
                <a:gd name="csY3" fmla="*/ 1911 h 2388"/>
                <a:gd name="csX4" fmla="*/ 0 w 2388"/>
                <a:gd name="csY4" fmla="*/ 1433 h 2388"/>
                <a:gd name="csX5" fmla="*/ 478 w 2388"/>
                <a:gd name="csY5" fmla="*/ 0 h 2388"/>
                <a:gd name="csX6" fmla="*/ 1911 w 2388"/>
                <a:gd name="csY6" fmla="*/ 956 h 2388"/>
                <a:gd name="csX7" fmla="*/ 2389 w 2388"/>
                <a:gd name="csY7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2388">
                  <a:moveTo>
                    <a:pt x="2389" y="1433"/>
                  </a:moveTo>
                  <a:lnTo>
                    <a:pt x="1433" y="2389"/>
                  </a:lnTo>
                  <a:lnTo>
                    <a:pt x="956" y="2389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911" y="956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6" name="Freeform 5095">
              <a:extLst>
                <a:ext uri="{FF2B5EF4-FFF2-40B4-BE49-F238E27FC236}">
                  <a16:creationId xmlns:a16="http://schemas.microsoft.com/office/drawing/2014/main" id="{2624B88E-D13B-2903-E4E3-7B0F73DE76B9}"/>
                </a:ext>
              </a:extLst>
            </p:cNvPr>
            <p:cNvSpPr/>
            <p:nvPr/>
          </p:nvSpPr>
          <p:spPr>
            <a:xfrm>
              <a:off x="5887231" y="4296818"/>
              <a:ext cx="293803" cy="225010"/>
            </a:xfrm>
            <a:custGeom>
              <a:avLst/>
              <a:gdLst>
                <a:gd name="csX0" fmla="*/ 67838 w 293803"/>
                <a:gd name="csY0" fmla="*/ 225011 h 225010"/>
                <a:gd name="csX1" fmla="*/ 66405 w 293803"/>
                <a:gd name="csY1" fmla="*/ 223100 h 225010"/>
                <a:gd name="csX2" fmla="*/ 64971 w 293803"/>
                <a:gd name="csY2" fmla="*/ 222144 h 225010"/>
                <a:gd name="csX3" fmla="*/ 63060 w 293803"/>
                <a:gd name="csY3" fmla="*/ 221667 h 225010"/>
                <a:gd name="csX4" fmla="*/ 62105 w 293803"/>
                <a:gd name="csY4" fmla="*/ 220711 h 225010"/>
                <a:gd name="csX5" fmla="*/ 61149 w 293803"/>
                <a:gd name="csY5" fmla="*/ 219278 h 225010"/>
                <a:gd name="csX6" fmla="*/ 58761 w 293803"/>
                <a:gd name="csY6" fmla="*/ 216889 h 225010"/>
                <a:gd name="csX7" fmla="*/ 53506 w 293803"/>
                <a:gd name="csY7" fmla="*/ 212590 h 225010"/>
                <a:gd name="csX8" fmla="*/ 53028 w 293803"/>
                <a:gd name="csY8" fmla="*/ 212590 h 225010"/>
                <a:gd name="csX9" fmla="*/ 52073 w 293803"/>
                <a:gd name="csY9" fmla="*/ 212112 h 225010"/>
                <a:gd name="csX10" fmla="*/ 50639 w 293803"/>
                <a:gd name="csY10" fmla="*/ 212590 h 225010"/>
                <a:gd name="csX11" fmla="*/ 49684 w 293803"/>
                <a:gd name="csY11" fmla="*/ 213545 h 225010"/>
                <a:gd name="csX12" fmla="*/ 49206 w 293803"/>
                <a:gd name="csY12" fmla="*/ 214023 h 225010"/>
                <a:gd name="csX13" fmla="*/ 48251 w 293803"/>
                <a:gd name="csY13" fmla="*/ 214023 h 225010"/>
                <a:gd name="csX14" fmla="*/ 45384 w 293803"/>
                <a:gd name="csY14" fmla="*/ 214501 h 225010"/>
                <a:gd name="csX15" fmla="*/ 43474 w 293803"/>
                <a:gd name="csY15" fmla="*/ 214978 h 225010"/>
                <a:gd name="csX16" fmla="*/ 43474 w 293803"/>
                <a:gd name="csY16" fmla="*/ 215934 h 225010"/>
                <a:gd name="csX17" fmla="*/ 44429 w 293803"/>
                <a:gd name="csY17" fmla="*/ 219278 h 225010"/>
                <a:gd name="csX18" fmla="*/ 43951 w 293803"/>
                <a:gd name="csY18" fmla="*/ 221189 h 225010"/>
                <a:gd name="csX19" fmla="*/ 42996 w 293803"/>
                <a:gd name="csY19" fmla="*/ 220233 h 225010"/>
                <a:gd name="csX20" fmla="*/ 40129 w 293803"/>
                <a:gd name="csY20" fmla="*/ 216889 h 225010"/>
                <a:gd name="csX21" fmla="*/ 37741 w 293803"/>
                <a:gd name="csY21" fmla="*/ 214023 h 225010"/>
                <a:gd name="csX22" fmla="*/ 37741 w 293803"/>
                <a:gd name="csY22" fmla="*/ 213545 h 225010"/>
                <a:gd name="csX23" fmla="*/ 37263 w 293803"/>
                <a:gd name="csY23" fmla="*/ 212590 h 225010"/>
                <a:gd name="csX24" fmla="*/ 37741 w 293803"/>
                <a:gd name="csY24" fmla="*/ 212112 h 225010"/>
                <a:gd name="csX25" fmla="*/ 38218 w 293803"/>
                <a:gd name="csY25" fmla="*/ 212112 h 225010"/>
                <a:gd name="csX26" fmla="*/ 40129 w 293803"/>
                <a:gd name="csY26" fmla="*/ 211634 h 225010"/>
                <a:gd name="csX27" fmla="*/ 40607 w 293803"/>
                <a:gd name="csY27" fmla="*/ 211634 h 225010"/>
                <a:gd name="csX28" fmla="*/ 40607 w 293803"/>
                <a:gd name="csY28" fmla="*/ 210679 h 225010"/>
                <a:gd name="csX29" fmla="*/ 40607 w 293803"/>
                <a:gd name="csY29" fmla="*/ 209245 h 225010"/>
                <a:gd name="csX30" fmla="*/ 39174 w 293803"/>
                <a:gd name="csY30" fmla="*/ 207335 h 225010"/>
                <a:gd name="csX31" fmla="*/ 38218 w 293803"/>
                <a:gd name="csY31" fmla="*/ 206379 h 225010"/>
                <a:gd name="csX32" fmla="*/ 37741 w 293803"/>
                <a:gd name="csY32" fmla="*/ 205902 h 225010"/>
                <a:gd name="csX33" fmla="*/ 36308 w 293803"/>
                <a:gd name="csY33" fmla="*/ 205902 h 225010"/>
                <a:gd name="csX34" fmla="*/ 35352 w 293803"/>
                <a:gd name="csY34" fmla="*/ 206379 h 225010"/>
                <a:gd name="csX35" fmla="*/ 32963 w 293803"/>
                <a:gd name="csY35" fmla="*/ 207812 h 225010"/>
                <a:gd name="csX36" fmla="*/ 32008 w 293803"/>
                <a:gd name="csY36" fmla="*/ 207812 h 225010"/>
                <a:gd name="csX37" fmla="*/ 29619 w 293803"/>
                <a:gd name="csY37" fmla="*/ 207812 h 225010"/>
                <a:gd name="csX38" fmla="*/ 27708 w 293803"/>
                <a:gd name="csY38" fmla="*/ 207335 h 225010"/>
                <a:gd name="csX39" fmla="*/ 26275 w 293803"/>
                <a:gd name="csY39" fmla="*/ 206857 h 225010"/>
                <a:gd name="csX40" fmla="*/ 22453 w 293803"/>
                <a:gd name="csY40" fmla="*/ 203991 h 225010"/>
                <a:gd name="csX41" fmla="*/ 18154 w 293803"/>
                <a:gd name="csY41" fmla="*/ 200646 h 225010"/>
                <a:gd name="csX42" fmla="*/ 16243 w 293803"/>
                <a:gd name="csY42" fmla="*/ 200169 h 225010"/>
                <a:gd name="csX43" fmla="*/ 16243 w 293803"/>
                <a:gd name="csY43" fmla="*/ 200169 h 225010"/>
                <a:gd name="csX44" fmla="*/ 15765 w 293803"/>
                <a:gd name="csY44" fmla="*/ 197780 h 225010"/>
                <a:gd name="csX45" fmla="*/ 15765 w 293803"/>
                <a:gd name="csY45" fmla="*/ 194914 h 225010"/>
                <a:gd name="csX46" fmla="*/ 16243 w 293803"/>
                <a:gd name="csY46" fmla="*/ 193958 h 225010"/>
                <a:gd name="csX47" fmla="*/ 17676 w 293803"/>
                <a:gd name="csY47" fmla="*/ 194436 h 225010"/>
                <a:gd name="csX48" fmla="*/ 19587 w 293803"/>
                <a:gd name="csY48" fmla="*/ 194436 h 225010"/>
                <a:gd name="csX49" fmla="*/ 20542 w 293803"/>
                <a:gd name="csY49" fmla="*/ 193958 h 225010"/>
                <a:gd name="csX50" fmla="*/ 18632 w 293803"/>
                <a:gd name="csY50" fmla="*/ 193003 h 225010"/>
                <a:gd name="csX51" fmla="*/ 16721 w 293803"/>
                <a:gd name="csY51" fmla="*/ 192047 h 225010"/>
                <a:gd name="csX52" fmla="*/ 15765 w 293803"/>
                <a:gd name="csY52" fmla="*/ 190614 h 225010"/>
                <a:gd name="csX53" fmla="*/ 15287 w 293803"/>
                <a:gd name="csY53" fmla="*/ 190136 h 225010"/>
                <a:gd name="csX54" fmla="*/ 14332 w 293803"/>
                <a:gd name="csY54" fmla="*/ 189181 h 225010"/>
                <a:gd name="csX55" fmla="*/ 13376 w 293803"/>
                <a:gd name="csY55" fmla="*/ 189181 h 225010"/>
                <a:gd name="csX56" fmla="*/ 11943 w 293803"/>
                <a:gd name="csY56" fmla="*/ 188703 h 225010"/>
                <a:gd name="csX57" fmla="*/ 11466 w 293803"/>
                <a:gd name="csY57" fmla="*/ 188226 h 225010"/>
                <a:gd name="csX58" fmla="*/ 10032 w 293803"/>
                <a:gd name="csY58" fmla="*/ 188226 h 225010"/>
                <a:gd name="csX59" fmla="*/ 8599 w 293803"/>
                <a:gd name="csY59" fmla="*/ 187748 h 225010"/>
                <a:gd name="csX60" fmla="*/ 6688 w 293803"/>
                <a:gd name="csY60" fmla="*/ 185359 h 225010"/>
                <a:gd name="csX61" fmla="*/ 4777 w 293803"/>
                <a:gd name="csY61" fmla="*/ 182493 h 225010"/>
                <a:gd name="csX62" fmla="*/ 3822 w 293803"/>
                <a:gd name="csY62" fmla="*/ 180582 h 225010"/>
                <a:gd name="csX63" fmla="*/ 3344 w 293803"/>
                <a:gd name="csY63" fmla="*/ 179626 h 225010"/>
                <a:gd name="csX64" fmla="*/ 4300 w 293803"/>
                <a:gd name="csY64" fmla="*/ 177715 h 225010"/>
                <a:gd name="csX65" fmla="*/ 3344 w 293803"/>
                <a:gd name="csY65" fmla="*/ 176760 h 225010"/>
                <a:gd name="csX66" fmla="*/ 1433 w 293803"/>
                <a:gd name="csY66" fmla="*/ 174849 h 225010"/>
                <a:gd name="csX67" fmla="*/ 0 w 293803"/>
                <a:gd name="csY67" fmla="*/ 172938 h 225010"/>
                <a:gd name="csX68" fmla="*/ 0 w 293803"/>
                <a:gd name="csY68" fmla="*/ 170072 h 225010"/>
                <a:gd name="csX69" fmla="*/ 478 w 293803"/>
                <a:gd name="csY69" fmla="*/ 167683 h 225010"/>
                <a:gd name="csX70" fmla="*/ 478 w 293803"/>
                <a:gd name="csY70" fmla="*/ 166250 h 225010"/>
                <a:gd name="csX71" fmla="*/ 956 w 293803"/>
                <a:gd name="csY71" fmla="*/ 165295 h 225010"/>
                <a:gd name="csX72" fmla="*/ 956 w 293803"/>
                <a:gd name="csY72" fmla="*/ 164339 h 225010"/>
                <a:gd name="csX73" fmla="*/ 2389 w 293803"/>
                <a:gd name="csY73" fmla="*/ 163861 h 225010"/>
                <a:gd name="csX74" fmla="*/ 5255 w 293803"/>
                <a:gd name="csY74" fmla="*/ 163861 h 225010"/>
                <a:gd name="csX75" fmla="*/ 10510 w 293803"/>
                <a:gd name="csY75" fmla="*/ 164339 h 225010"/>
                <a:gd name="csX76" fmla="*/ 15287 w 293803"/>
                <a:gd name="csY76" fmla="*/ 163861 h 225010"/>
                <a:gd name="csX77" fmla="*/ 15765 w 293803"/>
                <a:gd name="csY77" fmla="*/ 163861 h 225010"/>
                <a:gd name="csX78" fmla="*/ 18632 w 293803"/>
                <a:gd name="csY78" fmla="*/ 160995 h 225010"/>
                <a:gd name="csX79" fmla="*/ 22453 w 293803"/>
                <a:gd name="csY79" fmla="*/ 158606 h 225010"/>
                <a:gd name="csX80" fmla="*/ 27708 w 293803"/>
                <a:gd name="csY80" fmla="*/ 158129 h 225010"/>
                <a:gd name="csX81" fmla="*/ 33441 w 293803"/>
                <a:gd name="csY81" fmla="*/ 157651 h 225010"/>
                <a:gd name="csX82" fmla="*/ 37741 w 293803"/>
                <a:gd name="csY82" fmla="*/ 157651 h 225010"/>
                <a:gd name="csX83" fmla="*/ 44429 w 293803"/>
                <a:gd name="csY83" fmla="*/ 157651 h 225010"/>
                <a:gd name="csX84" fmla="*/ 49684 w 293803"/>
                <a:gd name="csY84" fmla="*/ 157173 h 225010"/>
                <a:gd name="csX85" fmla="*/ 55894 w 293803"/>
                <a:gd name="csY85" fmla="*/ 157173 h 225010"/>
                <a:gd name="csX86" fmla="*/ 56372 w 293803"/>
                <a:gd name="csY86" fmla="*/ 155740 h 225010"/>
                <a:gd name="csX87" fmla="*/ 56372 w 293803"/>
                <a:gd name="csY87" fmla="*/ 155740 h 225010"/>
                <a:gd name="csX88" fmla="*/ 57328 w 293803"/>
                <a:gd name="csY88" fmla="*/ 155262 h 225010"/>
                <a:gd name="csX89" fmla="*/ 61627 w 293803"/>
                <a:gd name="csY89" fmla="*/ 156218 h 225010"/>
                <a:gd name="csX90" fmla="*/ 65927 w 293803"/>
                <a:gd name="csY90" fmla="*/ 156695 h 225010"/>
                <a:gd name="csX91" fmla="*/ 66405 w 293803"/>
                <a:gd name="csY91" fmla="*/ 154307 h 225010"/>
                <a:gd name="csX92" fmla="*/ 70226 w 293803"/>
                <a:gd name="csY92" fmla="*/ 151440 h 225010"/>
                <a:gd name="csX93" fmla="*/ 72137 w 293803"/>
                <a:gd name="csY93" fmla="*/ 150963 h 225010"/>
                <a:gd name="csX94" fmla="*/ 72615 w 293803"/>
                <a:gd name="csY94" fmla="*/ 150485 h 225010"/>
                <a:gd name="csX95" fmla="*/ 73570 w 293803"/>
                <a:gd name="csY95" fmla="*/ 149529 h 225010"/>
                <a:gd name="csX96" fmla="*/ 73570 w 293803"/>
                <a:gd name="csY96" fmla="*/ 147619 h 225010"/>
                <a:gd name="csX97" fmla="*/ 74048 w 293803"/>
                <a:gd name="csY97" fmla="*/ 146663 h 225010"/>
                <a:gd name="csX98" fmla="*/ 75004 w 293803"/>
                <a:gd name="csY98" fmla="*/ 145707 h 225010"/>
                <a:gd name="csX99" fmla="*/ 75481 w 293803"/>
                <a:gd name="csY99" fmla="*/ 144274 h 225010"/>
                <a:gd name="csX100" fmla="*/ 75959 w 293803"/>
                <a:gd name="csY100" fmla="*/ 140930 h 225010"/>
                <a:gd name="csX101" fmla="*/ 78348 w 293803"/>
                <a:gd name="csY101" fmla="*/ 138064 h 225010"/>
                <a:gd name="csX102" fmla="*/ 79303 w 293803"/>
                <a:gd name="csY102" fmla="*/ 133764 h 225010"/>
                <a:gd name="csX103" fmla="*/ 79781 w 293803"/>
                <a:gd name="csY103" fmla="*/ 129465 h 225010"/>
                <a:gd name="csX104" fmla="*/ 79781 w 293803"/>
                <a:gd name="csY104" fmla="*/ 126598 h 225010"/>
                <a:gd name="csX105" fmla="*/ 80258 w 293803"/>
                <a:gd name="csY105" fmla="*/ 126121 h 225010"/>
                <a:gd name="csX106" fmla="*/ 80258 w 293803"/>
                <a:gd name="csY106" fmla="*/ 120388 h 225010"/>
                <a:gd name="csX107" fmla="*/ 80258 w 293803"/>
                <a:gd name="csY107" fmla="*/ 114655 h 225010"/>
                <a:gd name="csX108" fmla="*/ 80258 w 293803"/>
                <a:gd name="csY108" fmla="*/ 110356 h 225010"/>
                <a:gd name="csX109" fmla="*/ 80258 w 293803"/>
                <a:gd name="csY109" fmla="*/ 104145 h 225010"/>
                <a:gd name="csX110" fmla="*/ 80258 w 293803"/>
                <a:gd name="csY110" fmla="*/ 98890 h 225010"/>
                <a:gd name="csX111" fmla="*/ 80258 w 293803"/>
                <a:gd name="csY111" fmla="*/ 93635 h 225010"/>
                <a:gd name="csX112" fmla="*/ 80258 w 293803"/>
                <a:gd name="csY112" fmla="*/ 88380 h 225010"/>
                <a:gd name="csX113" fmla="*/ 80258 w 293803"/>
                <a:gd name="csY113" fmla="*/ 85036 h 225010"/>
                <a:gd name="csX114" fmla="*/ 84558 w 293803"/>
                <a:gd name="csY114" fmla="*/ 84558 h 225010"/>
                <a:gd name="csX115" fmla="*/ 89335 w 293803"/>
                <a:gd name="csY115" fmla="*/ 83603 h 225010"/>
                <a:gd name="csX116" fmla="*/ 95546 w 293803"/>
                <a:gd name="csY116" fmla="*/ 82170 h 225010"/>
                <a:gd name="csX117" fmla="*/ 102712 w 293803"/>
                <a:gd name="csY117" fmla="*/ 81214 h 225010"/>
                <a:gd name="csX118" fmla="*/ 110356 w 293803"/>
                <a:gd name="csY118" fmla="*/ 79303 h 225010"/>
                <a:gd name="csX119" fmla="*/ 112266 w 293803"/>
                <a:gd name="csY119" fmla="*/ 78825 h 225010"/>
                <a:gd name="csX120" fmla="*/ 117999 w 293803"/>
                <a:gd name="csY120" fmla="*/ 74048 h 225010"/>
                <a:gd name="csX121" fmla="*/ 120865 w 293803"/>
                <a:gd name="csY121" fmla="*/ 71659 h 225010"/>
                <a:gd name="csX122" fmla="*/ 126121 w 293803"/>
                <a:gd name="csY122" fmla="*/ 67360 h 225010"/>
                <a:gd name="csX123" fmla="*/ 129942 w 293803"/>
                <a:gd name="csY123" fmla="*/ 64016 h 225010"/>
                <a:gd name="csX124" fmla="*/ 135197 w 293803"/>
                <a:gd name="csY124" fmla="*/ 59716 h 225010"/>
                <a:gd name="csX125" fmla="*/ 140453 w 293803"/>
                <a:gd name="csY125" fmla="*/ 55417 h 225010"/>
                <a:gd name="csX126" fmla="*/ 144752 w 293803"/>
                <a:gd name="csY126" fmla="*/ 52073 h 225010"/>
                <a:gd name="csX127" fmla="*/ 151440 w 293803"/>
                <a:gd name="csY127" fmla="*/ 47773 h 225010"/>
                <a:gd name="csX128" fmla="*/ 161950 w 293803"/>
                <a:gd name="csY128" fmla="*/ 42040 h 225010"/>
                <a:gd name="csX129" fmla="*/ 171983 w 293803"/>
                <a:gd name="csY129" fmla="*/ 35830 h 225010"/>
                <a:gd name="csX130" fmla="*/ 182493 w 293803"/>
                <a:gd name="csY130" fmla="*/ 30097 h 225010"/>
                <a:gd name="csX131" fmla="*/ 193003 w 293803"/>
                <a:gd name="csY131" fmla="*/ 23886 h 225010"/>
                <a:gd name="csX132" fmla="*/ 203035 w 293803"/>
                <a:gd name="csY132" fmla="*/ 18154 h 225010"/>
                <a:gd name="csX133" fmla="*/ 213545 w 293803"/>
                <a:gd name="csY133" fmla="*/ 11943 h 225010"/>
                <a:gd name="csX134" fmla="*/ 223577 w 293803"/>
                <a:gd name="csY134" fmla="*/ 6210 h 225010"/>
                <a:gd name="csX135" fmla="*/ 233610 w 293803"/>
                <a:gd name="csY135" fmla="*/ 0 h 225010"/>
                <a:gd name="csX136" fmla="*/ 244120 w 293803"/>
                <a:gd name="csY136" fmla="*/ 2389 h 225010"/>
                <a:gd name="csX137" fmla="*/ 254152 w 293803"/>
                <a:gd name="csY137" fmla="*/ 4777 h 225010"/>
                <a:gd name="csX138" fmla="*/ 263707 w 293803"/>
                <a:gd name="csY138" fmla="*/ 6688 h 225010"/>
                <a:gd name="csX139" fmla="*/ 266095 w 293803"/>
                <a:gd name="csY139" fmla="*/ 8121 h 225010"/>
                <a:gd name="csX140" fmla="*/ 271350 w 293803"/>
                <a:gd name="csY140" fmla="*/ 12421 h 225010"/>
                <a:gd name="csX141" fmla="*/ 278039 w 293803"/>
                <a:gd name="csY141" fmla="*/ 17676 h 225010"/>
                <a:gd name="csX142" fmla="*/ 278516 w 293803"/>
                <a:gd name="csY142" fmla="*/ 17676 h 225010"/>
                <a:gd name="csX143" fmla="*/ 278516 w 293803"/>
                <a:gd name="csY143" fmla="*/ 17676 h 225010"/>
                <a:gd name="csX144" fmla="*/ 285205 w 293803"/>
                <a:gd name="csY144" fmla="*/ 14810 h 225010"/>
                <a:gd name="csX145" fmla="*/ 293804 w 293803"/>
                <a:gd name="csY145" fmla="*/ 10510 h 225010"/>
                <a:gd name="csX146" fmla="*/ 293804 w 293803"/>
                <a:gd name="csY146" fmla="*/ 10510 h 2250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</a:cxnLst>
              <a:rect l="l" t="t" r="r" b="b"/>
              <a:pathLst>
                <a:path w="293803" h="225010">
                  <a:moveTo>
                    <a:pt x="67838" y="225011"/>
                  </a:moveTo>
                  <a:lnTo>
                    <a:pt x="66405" y="223100"/>
                  </a:lnTo>
                  <a:lnTo>
                    <a:pt x="64971" y="222144"/>
                  </a:lnTo>
                  <a:lnTo>
                    <a:pt x="63060" y="221667"/>
                  </a:lnTo>
                  <a:lnTo>
                    <a:pt x="62105" y="220711"/>
                  </a:lnTo>
                  <a:lnTo>
                    <a:pt x="61149" y="219278"/>
                  </a:lnTo>
                  <a:lnTo>
                    <a:pt x="58761" y="216889"/>
                  </a:lnTo>
                  <a:lnTo>
                    <a:pt x="53506" y="212590"/>
                  </a:lnTo>
                  <a:lnTo>
                    <a:pt x="53028" y="212590"/>
                  </a:lnTo>
                  <a:lnTo>
                    <a:pt x="52073" y="212112"/>
                  </a:lnTo>
                  <a:lnTo>
                    <a:pt x="50639" y="212590"/>
                  </a:lnTo>
                  <a:lnTo>
                    <a:pt x="49684" y="213545"/>
                  </a:lnTo>
                  <a:lnTo>
                    <a:pt x="49206" y="214023"/>
                  </a:lnTo>
                  <a:lnTo>
                    <a:pt x="48251" y="214023"/>
                  </a:lnTo>
                  <a:lnTo>
                    <a:pt x="45384" y="214501"/>
                  </a:lnTo>
                  <a:lnTo>
                    <a:pt x="43474" y="214978"/>
                  </a:lnTo>
                  <a:lnTo>
                    <a:pt x="43474" y="215934"/>
                  </a:lnTo>
                  <a:lnTo>
                    <a:pt x="44429" y="219278"/>
                  </a:lnTo>
                  <a:lnTo>
                    <a:pt x="43951" y="221189"/>
                  </a:lnTo>
                  <a:lnTo>
                    <a:pt x="42996" y="220233"/>
                  </a:lnTo>
                  <a:lnTo>
                    <a:pt x="40129" y="216889"/>
                  </a:lnTo>
                  <a:lnTo>
                    <a:pt x="37741" y="214023"/>
                  </a:lnTo>
                  <a:lnTo>
                    <a:pt x="37741" y="213545"/>
                  </a:lnTo>
                  <a:lnTo>
                    <a:pt x="37263" y="212590"/>
                  </a:lnTo>
                  <a:lnTo>
                    <a:pt x="37741" y="212112"/>
                  </a:lnTo>
                  <a:lnTo>
                    <a:pt x="38218" y="212112"/>
                  </a:lnTo>
                  <a:lnTo>
                    <a:pt x="40129" y="211634"/>
                  </a:lnTo>
                  <a:lnTo>
                    <a:pt x="40607" y="211634"/>
                  </a:lnTo>
                  <a:lnTo>
                    <a:pt x="40607" y="210679"/>
                  </a:lnTo>
                  <a:lnTo>
                    <a:pt x="40607" y="209245"/>
                  </a:lnTo>
                  <a:lnTo>
                    <a:pt x="39174" y="207335"/>
                  </a:lnTo>
                  <a:lnTo>
                    <a:pt x="38218" y="206379"/>
                  </a:lnTo>
                  <a:lnTo>
                    <a:pt x="37741" y="205902"/>
                  </a:lnTo>
                  <a:lnTo>
                    <a:pt x="36308" y="205902"/>
                  </a:lnTo>
                  <a:lnTo>
                    <a:pt x="35352" y="206379"/>
                  </a:lnTo>
                  <a:lnTo>
                    <a:pt x="32963" y="207812"/>
                  </a:lnTo>
                  <a:lnTo>
                    <a:pt x="32008" y="207812"/>
                  </a:lnTo>
                  <a:lnTo>
                    <a:pt x="29619" y="207812"/>
                  </a:lnTo>
                  <a:lnTo>
                    <a:pt x="27708" y="207335"/>
                  </a:lnTo>
                  <a:lnTo>
                    <a:pt x="26275" y="206857"/>
                  </a:lnTo>
                  <a:lnTo>
                    <a:pt x="22453" y="203991"/>
                  </a:lnTo>
                  <a:lnTo>
                    <a:pt x="18154" y="200646"/>
                  </a:lnTo>
                  <a:lnTo>
                    <a:pt x="16243" y="200169"/>
                  </a:lnTo>
                  <a:lnTo>
                    <a:pt x="16243" y="200169"/>
                  </a:lnTo>
                  <a:lnTo>
                    <a:pt x="15765" y="197780"/>
                  </a:lnTo>
                  <a:lnTo>
                    <a:pt x="15765" y="194914"/>
                  </a:lnTo>
                  <a:lnTo>
                    <a:pt x="16243" y="193958"/>
                  </a:lnTo>
                  <a:lnTo>
                    <a:pt x="17676" y="194436"/>
                  </a:lnTo>
                  <a:lnTo>
                    <a:pt x="19587" y="194436"/>
                  </a:lnTo>
                  <a:lnTo>
                    <a:pt x="20542" y="193958"/>
                  </a:lnTo>
                  <a:lnTo>
                    <a:pt x="18632" y="193003"/>
                  </a:lnTo>
                  <a:lnTo>
                    <a:pt x="16721" y="192047"/>
                  </a:lnTo>
                  <a:lnTo>
                    <a:pt x="15765" y="190614"/>
                  </a:lnTo>
                  <a:lnTo>
                    <a:pt x="15287" y="190136"/>
                  </a:lnTo>
                  <a:lnTo>
                    <a:pt x="14332" y="189181"/>
                  </a:lnTo>
                  <a:lnTo>
                    <a:pt x="13376" y="189181"/>
                  </a:lnTo>
                  <a:lnTo>
                    <a:pt x="11943" y="188703"/>
                  </a:lnTo>
                  <a:lnTo>
                    <a:pt x="11466" y="188226"/>
                  </a:lnTo>
                  <a:lnTo>
                    <a:pt x="10032" y="188226"/>
                  </a:lnTo>
                  <a:lnTo>
                    <a:pt x="8599" y="187748"/>
                  </a:lnTo>
                  <a:lnTo>
                    <a:pt x="6688" y="185359"/>
                  </a:lnTo>
                  <a:lnTo>
                    <a:pt x="4777" y="182493"/>
                  </a:lnTo>
                  <a:lnTo>
                    <a:pt x="3822" y="180582"/>
                  </a:lnTo>
                  <a:lnTo>
                    <a:pt x="3344" y="179626"/>
                  </a:lnTo>
                  <a:lnTo>
                    <a:pt x="4300" y="177715"/>
                  </a:lnTo>
                  <a:lnTo>
                    <a:pt x="3344" y="176760"/>
                  </a:lnTo>
                  <a:lnTo>
                    <a:pt x="1433" y="174849"/>
                  </a:lnTo>
                  <a:lnTo>
                    <a:pt x="0" y="172938"/>
                  </a:lnTo>
                  <a:lnTo>
                    <a:pt x="0" y="170072"/>
                  </a:lnTo>
                  <a:lnTo>
                    <a:pt x="478" y="167683"/>
                  </a:lnTo>
                  <a:lnTo>
                    <a:pt x="478" y="166250"/>
                  </a:lnTo>
                  <a:lnTo>
                    <a:pt x="956" y="165295"/>
                  </a:lnTo>
                  <a:lnTo>
                    <a:pt x="956" y="164339"/>
                  </a:lnTo>
                  <a:lnTo>
                    <a:pt x="2389" y="163861"/>
                  </a:lnTo>
                  <a:lnTo>
                    <a:pt x="5255" y="163861"/>
                  </a:lnTo>
                  <a:lnTo>
                    <a:pt x="10510" y="164339"/>
                  </a:lnTo>
                  <a:lnTo>
                    <a:pt x="15287" y="163861"/>
                  </a:lnTo>
                  <a:lnTo>
                    <a:pt x="15765" y="163861"/>
                  </a:lnTo>
                  <a:lnTo>
                    <a:pt x="18632" y="160995"/>
                  </a:lnTo>
                  <a:lnTo>
                    <a:pt x="22453" y="158606"/>
                  </a:lnTo>
                  <a:lnTo>
                    <a:pt x="27708" y="158129"/>
                  </a:lnTo>
                  <a:lnTo>
                    <a:pt x="33441" y="157651"/>
                  </a:lnTo>
                  <a:lnTo>
                    <a:pt x="37741" y="157651"/>
                  </a:lnTo>
                  <a:lnTo>
                    <a:pt x="44429" y="157651"/>
                  </a:lnTo>
                  <a:lnTo>
                    <a:pt x="49684" y="157173"/>
                  </a:lnTo>
                  <a:lnTo>
                    <a:pt x="55894" y="157173"/>
                  </a:lnTo>
                  <a:lnTo>
                    <a:pt x="56372" y="155740"/>
                  </a:lnTo>
                  <a:lnTo>
                    <a:pt x="56372" y="155740"/>
                  </a:lnTo>
                  <a:lnTo>
                    <a:pt x="57328" y="155262"/>
                  </a:lnTo>
                  <a:lnTo>
                    <a:pt x="61627" y="156218"/>
                  </a:lnTo>
                  <a:lnTo>
                    <a:pt x="65927" y="156695"/>
                  </a:lnTo>
                  <a:lnTo>
                    <a:pt x="66405" y="154307"/>
                  </a:lnTo>
                  <a:lnTo>
                    <a:pt x="70226" y="151440"/>
                  </a:lnTo>
                  <a:lnTo>
                    <a:pt x="72137" y="150963"/>
                  </a:lnTo>
                  <a:lnTo>
                    <a:pt x="72615" y="150485"/>
                  </a:lnTo>
                  <a:lnTo>
                    <a:pt x="73570" y="149529"/>
                  </a:lnTo>
                  <a:lnTo>
                    <a:pt x="73570" y="147619"/>
                  </a:lnTo>
                  <a:lnTo>
                    <a:pt x="74048" y="146663"/>
                  </a:lnTo>
                  <a:lnTo>
                    <a:pt x="75004" y="145707"/>
                  </a:lnTo>
                  <a:lnTo>
                    <a:pt x="75481" y="144274"/>
                  </a:lnTo>
                  <a:lnTo>
                    <a:pt x="75959" y="140930"/>
                  </a:lnTo>
                  <a:lnTo>
                    <a:pt x="78348" y="138064"/>
                  </a:lnTo>
                  <a:lnTo>
                    <a:pt x="79303" y="133764"/>
                  </a:lnTo>
                  <a:lnTo>
                    <a:pt x="79781" y="129465"/>
                  </a:lnTo>
                  <a:lnTo>
                    <a:pt x="79781" y="126598"/>
                  </a:lnTo>
                  <a:lnTo>
                    <a:pt x="80258" y="126121"/>
                  </a:lnTo>
                  <a:lnTo>
                    <a:pt x="80258" y="120388"/>
                  </a:lnTo>
                  <a:lnTo>
                    <a:pt x="80258" y="114655"/>
                  </a:lnTo>
                  <a:lnTo>
                    <a:pt x="80258" y="110356"/>
                  </a:lnTo>
                  <a:lnTo>
                    <a:pt x="80258" y="104145"/>
                  </a:lnTo>
                  <a:lnTo>
                    <a:pt x="80258" y="98890"/>
                  </a:lnTo>
                  <a:lnTo>
                    <a:pt x="80258" y="93635"/>
                  </a:lnTo>
                  <a:lnTo>
                    <a:pt x="80258" y="88380"/>
                  </a:lnTo>
                  <a:lnTo>
                    <a:pt x="80258" y="85036"/>
                  </a:lnTo>
                  <a:lnTo>
                    <a:pt x="84558" y="84558"/>
                  </a:lnTo>
                  <a:lnTo>
                    <a:pt x="89335" y="83603"/>
                  </a:lnTo>
                  <a:lnTo>
                    <a:pt x="95546" y="82170"/>
                  </a:lnTo>
                  <a:lnTo>
                    <a:pt x="102712" y="81214"/>
                  </a:lnTo>
                  <a:lnTo>
                    <a:pt x="110356" y="79303"/>
                  </a:lnTo>
                  <a:lnTo>
                    <a:pt x="112266" y="78825"/>
                  </a:lnTo>
                  <a:lnTo>
                    <a:pt x="117999" y="74048"/>
                  </a:lnTo>
                  <a:lnTo>
                    <a:pt x="120865" y="71659"/>
                  </a:lnTo>
                  <a:lnTo>
                    <a:pt x="126121" y="67360"/>
                  </a:lnTo>
                  <a:lnTo>
                    <a:pt x="129942" y="64016"/>
                  </a:lnTo>
                  <a:lnTo>
                    <a:pt x="135197" y="59716"/>
                  </a:lnTo>
                  <a:lnTo>
                    <a:pt x="140453" y="55417"/>
                  </a:lnTo>
                  <a:lnTo>
                    <a:pt x="144752" y="52073"/>
                  </a:lnTo>
                  <a:lnTo>
                    <a:pt x="151440" y="47773"/>
                  </a:lnTo>
                  <a:lnTo>
                    <a:pt x="161950" y="42040"/>
                  </a:lnTo>
                  <a:lnTo>
                    <a:pt x="171983" y="35830"/>
                  </a:lnTo>
                  <a:lnTo>
                    <a:pt x="182493" y="30097"/>
                  </a:lnTo>
                  <a:lnTo>
                    <a:pt x="193003" y="23886"/>
                  </a:lnTo>
                  <a:lnTo>
                    <a:pt x="203035" y="18154"/>
                  </a:lnTo>
                  <a:lnTo>
                    <a:pt x="213545" y="11943"/>
                  </a:lnTo>
                  <a:lnTo>
                    <a:pt x="223577" y="6210"/>
                  </a:lnTo>
                  <a:lnTo>
                    <a:pt x="233610" y="0"/>
                  </a:lnTo>
                  <a:lnTo>
                    <a:pt x="244120" y="2389"/>
                  </a:lnTo>
                  <a:lnTo>
                    <a:pt x="254152" y="4777"/>
                  </a:lnTo>
                  <a:lnTo>
                    <a:pt x="263707" y="6688"/>
                  </a:lnTo>
                  <a:lnTo>
                    <a:pt x="266095" y="8121"/>
                  </a:lnTo>
                  <a:lnTo>
                    <a:pt x="271350" y="12421"/>
                  </a:lnTo>
                  <a:lnTo>
                    <a:pt x="278039" y="17676"/>
                  </a:lnTo>
                  <a:lnTo>
                    <a:pt x="278516" y="17676"/>
                  </a:lnTo>
                  <a:lnTo>
                    <a:pt x="278516" y="17676"/>
                  </a:lnTo>
                  <a:lnTo>
                    <a:pt x="285205" y="14810"/>
                  </a:lnTo>
                  <a:lnTo>
                    <a:pt x="293804" y="10510"/>
                  </a:lnTo>
                  <a:lnTo>
                    <a:pt x="293804" y="105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7" name="Freeform 5096">
              <a:extLst>
                <a:ext uri="{FF2B5EF4-FFF2-40B4-BE49-F238E27FC236}">
                  <a16:creationId xmlns:a16="http://schemas.microsoft.com/office/drawing/2014/main" id="{6B38F930-9335-72A7-E1A6-CE3FA9AFA046}"/>
                </a:ext>
              </a:extLst>
            </p:cNvPr>
            <p:cNvSpPr/>
            <p:nvPr/>
          </p:nvSpPr>
          <p:spPr>
            <a:xfrm>
              <a:off x="5956024" y="4519918"/>
              <a:ext cx="477" cy="955"/>
            </a:xfrm>
            <a:custGeom>
              <a:avLst/>
              <a:gdLst>
                <a:gd name="csX0" fmla="*/ 0 w 477"/>
                <a:gd name="csY0" fmla="*/ 0 h 955"/>
                <a:gd name="csX1" fmla="*/ 478 w 477"/>
                <a:gd name="csY1" fmla="*/ 478 h 955"/>
                <a:gd name="csX2" fmla="*/ 0 w 477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0" y="0"/>
                  </a:moveTo>
                  <a:lnTo>
                    <a:pt x="478" y="478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8" name="Freeform 5097">
              <a:extLst>
                <a:ext uri="{FF2B5EF4-FFF2-40B4-BE49-F238E27FC236}">
                  <a16:creationId xmlns:a16="http://schemas.microsoft.com/office/drawing/2014/main" id="{1F8D6369-8A6E-7A81-295F-EA5ADB2DE14E}"/>
                </a:ext>
              </a:extLst>
            </p:cNvPr>
            <p:cNvSpPr/>
            <p:nvPr/>
          </p:nvSpPr>
          <p:spPr>
            <a:xfrm>
              <a:off x="5955546" y="4516574"/>
              <a:ext cx="477" cy="1433"/>
            </a:xfrm>
            <a:custGeom>
              <a:avLst/>
              <a:gdLst>
                <a:gd name="csX0" fmla="*/ 478 w 477"/>
                <a:gd name="csY0" fmla="*/ 0 h 1433"/>
                <a:gd name="csX1" fmla="*/ 0 w 477"/>
                <a:gd name="csY1" fmla="*/ 956 h 1433"/>
                <a:gd name="csX2" fmla="*/ 0 w 477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478" y="0"/>
                  </a:moveTo>
                  <a:lnTo>
                    <a:pt x="0" y="956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9" name="Freeform 5098">
              <a:extLst>
                <a:ext uri="{FF2B5EF4-FFF2-40B4-BE49-F238E27FC236}">
                  <a16:creationId xmlns:a16="http://schemas.microsoft.com/office/drawing/2014/main" id="{286718C1-C38C-9114-8A8F-2EF3C7F9287A}"/>
                </a:ext>
              </a:extLst>
            </p:cNvPr>
            <p:cNvSpPr/>
            <p:nvPr/>
          </p:nvSpPr>
          <p:spPr>
            <a:xfrm>
              <a:off x="5962235" y="4498898"/>
              <a:ext cx="1433" cy="2866"/>
            </a:xfrm>
            <a:custGeom>
              <a:avLst/>
              <a:gdLst>
                <a:gd name="csX0" fmla="*/ 1433 w 1433"/>
                <a:gd name="csY0" fmla="*/ 0 h 2866"/>
                <a:gd name="csX1" fmla="*/ 0 w 1433"/>
                <a:gd name="csY1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2866">
                  <a:moveTo>
                    <a:pt x="1433" y="0"/>
                  </a:move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0" name="Freeform 5099">
              <a:extLst>
                <a:ext uri="{FF2B5EF4-FFF2-40B4-BE49-F238E27FC236}">
                  <a16:creationId xmlns:a16="http://schemas.microsoft.com/office/drawing/2014/main" id="{903A201B-E0EF-38F3-F703-8B7D790B9EDC}"/>
                </a:ext>
              </a:extLst>
            </p:cNvPr>
            <p:cNvSpPr/>
            <p:nvPr/>
          </p:nvSpPr>
          <p:spPr>
            <a:xfrm>
              <a:off x="5963668" y="4488865"/>
              <a:ext cx="2388" cy="10032"/>
            </a:xfrm>
            <a:custGeom>
              <a:avLst/>
              <a:gdLst>
                <a:gd name="csX0" fmla="*/ 2389 w 2388"/>
                <a:gd name="csY0" fmla="*/ 0 h 10032"/>
                <a:gd name="csX1" fmla="*/ 2389 w 2388"/>
                <a:gd name="csY1" fmla="*/ 0 h 10032"/>
                <a:gd name="csX2" fmla="*/ 956 w 2388"/>
                <a:gd name="csY2" fmla="*/ 7644 h 10032"/>
                <a:gd name="csX3" fmla="*/ 0 w 2388"/>
                <a:gd name="csY3" fmla="*/ 10032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10032">
                  <a:moveTo>
                    <a:pt x="2389" y="0"/>
                  </a:moveTo>
                  <a:lnTo>
                    <a:pt x="2389" y="0"/>
                  </a:lnTo>
                  <a:lnTo>
                    <a:pt x="956" y="7644"/>
                  </a:lnTo>
                  <a:lnTo>
                    <a:pt x="0" y="100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1" name="Freeform 5100">
              <a:extLst>
                <a:ext uri="{FF2B5EF4-FFF2-40B4-BE49-F238E27FC236}">
                  <a16:creationId xmlns:a16="http://schemas.microsoft.com/office/drawing/2014/main" id="{DE5C59C1-C1A1-8BAC-2E9A-3AE8DBBC2EDB}"/>
                </a:ext>
              </a:extLst>
            </p:cNvPr>
            <p:cNvSpPr/>
            <p:nvPr/>
          </p:nvSpPr>
          <p:spPr>
            <a:xfrm>
              <a:off x="6130873" y="4494120"/>
              <a:ext cx="955" cy="1911"/>
            </a:xfrm>
            <a:custGeom>
              <a:avLst/>
              <a:gdLst>
                <a:gd name="csX0" fmla="*/ 956 w 955"/>
                <a:gd name="csY0" fmla="*/ 0 h 1911"/>
                <a:gd name="csX1" fmla="*/ 956 w 955"/>
                <a:gd name="csY1" fmla="*/ 0 h 1911"/>
                <a:gd name="csX2" fmla="*/ 0 w 955"/>
                <a:gd name="csY2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1">
                  <a:moveTo>
                    <a:pt x="956" y="0"/>
                  </a:moveTo>
                  <a:lnTo>
                    <a:pt x="956" y="0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2" name="Freeform 5101">
              <a:extLst>
                <a:ext uri="{FF2B5EF4-FFF2-40B4-BE49-F238E27FC236}">
                  <a16:creationId xmlns:a16="http://schemas.microsoft.com/office/drawing/2014/main" id="{3D87EA8A-1AB2-3C0E-5F94-C80150D53126}"/>
                </a:ext>
              </a:extLst>
            </p:cNvPr>
            <p:cNvSpPr/>
            <p:nvPr/>
          </p:nvSpPr>
          <p:spPr>
            <a:xfrm>
              <a:off x="9213661" y="5283329"/>
              <a:ext cx="1433" cy="1433"/>
            </a:xfrm>
            <a:custGeom>
              <a:avLst/>
              <a:gdLst>
                <a:gd name="csX0" fmla="*/ 0 w 1433"/>
                <a:gd name="csY0" fmla="*/ 0 h 1433"/>
                <a:gd name="csX1" fmla="*/ 0 w 1433"/>
                <a:gd name="csY1" fmla="*/ 0 h 1433"/>
                <a:gd name="csX2" fmla="*/ 478 w 1433"/>
                <a:gd name="csY2" fmla="*/ 0 h 1433"/>
                <a:gd name="csX3" fmla="*/ 956 w 1433"/>
                <a:gd name="csY3" fmla="*/ 0 h 1433"/>
                <a:gd name="csX4" fmla="*/ 1433 w 1433"/>
                <a:gd name="csY4" fmla="*/ 0 h 1433"/>
                <a:gd name="csX5" fmla="*/ 1433 w 1433"/>
                <a:gd name="csY5" fmla="*/ 478 h 1433"/>
                <a:gd name="csX6" fmla="*/ 1433 w 1433"/>
                <a:gd name="csY6" fmla="*/ 478 h 1433"/>
                <a:gd name="csX7" fmla="*/ 1433 w 1433"/>
                <a:gd name="csY7" fmla="*/ 956 h 1433"/>
                <a:gd name="csX8" fmla="*/ 956 w 1433"/>
                <a:gd name="csY8" fmla="*/ 1433 h 1433"/>
                <a:gd name="csX9" fmla="*/ 956 w 1433"/>
                <a:gd name="csY9" fmla="*/ 1433 h 1433"/>
                <a:gd name="csX10" fmla="*/ 956 w 1433"/>
                <a:gd name="csY10" fmla="*/ 1433 h 1433"/>
                <a:gd name="csX11" fmla="*/ 956 w 1433"/>
                <a:gd name="csY11" fmla="*/ 1433 h 1433"/>
                <a:gd name="csX12" fmla="*/ 956 w 1433"/>
                <a:gd name="csY12" fmla="*/ 1433 h 1433"/>
                <a:gd name="csX13" fmla="*/ 956 w 1433"/>
                <a:gd name="csY13" fmla="*/ 1433 h 1433"/>
                <a:gd name="csX14" fmla="*/ 478 w 1433"/>
                <a:gd name="csY14" fmla="*/ 956 h 1433"/>
                <a:gd name="csX15" fmla="*/ 478 w 1433"/>
                <a:gd name="csY15" fmla="*/ 956 h 1433"/>
                <a:gd name="csX16" fmla="*/ 478 w 1433"/>
                <a:gd name="csY16" fmla="*/ 1433 h 1433"/>
                <a:gd name="csX17" fmla="*/ 0 w 1433"/>
                <a:gd name="csY17" fmla="*/ 1433 h 1433"/>
                <a:gd name="csX18" fmla="*/ 0 w 1433"/>
                <a:gd name="csY18" fmla="*/ 956 h 1433"/>
                <a:gd name="csX19" fmla="*/ 0 w 1433"/>
                <a:gd name="csY19" fmla="*/ 956 h 1433"/>
                <a:gd name="csX20" fmla="*/ 0 w 1433"/>
                <a:gd name="csY20" fmla="*/ 478 h 1433"/>
                <a:gd name="csX21" fmla="*/ 0 w 1433"/>
                <a:gd name="csY21" fmla="*/ 478 h 1433"/>
                <a:gd name="csX22" fmla="*/ 0 w 1433"/>
                <a:gd name="csY22" fmla="*/ 478 h 1433"/>
                <a:gd name="csX23" fmla="*/ 0 w 1433"/>
                <a:gd name="csY23" fmla="*/ 0 h 1433"/>
                <a:gd name="csX24" fmla="*/ 0 w 1433"/>
                <a:gd name="csY24" fmla="*/ 0 h 1433"/>
                <a:gd name="csX25" fmla="*/ 0 w 1433"/>
                <a:gd name="csY2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433" h="1433">
                  <a:moveTo>
                    <a:pt x="0" y="0"/>
                  </a:moveTo>
                  <a:lnTo>
                    <a:pt x="0" y="0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1433" y="478"/>
                  </a:lnTo>
                  <a:lnTo>
                    <a:pt x="1433" y="478"/>
                  </a:lnTo>
                  <a:lnTo>
                    <a:pt x="1433" y="956"/>
                  </a:lnTo>
                  <a:lnTo>
                    <a:pt x="956" y="1433"/>
                  </a:lnTo>
                  <a:lnTo>
                    <a:pt x="956" y="1433"/>
                  </a:lnTo>
                  <a:lnTo>
                    <a:pt x="956" y="1433"/>
                  </a:lnTo>
                  <a:lnTo>
                    <a:pt x="956" y="1433"/>
                  </a:lnTo>
                  <a:lnTo>
                    <a:pt x="956" y="1433"/>
                  </a:lnTo>
                  <a:lnTo>
                    <a:pt x="956" y="1433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3" name="Freeform 5102">
              <a:extLst>
                <a:ext uri="{FF2B5EF4-FFF2-40B4-BE49-F238E27FC236}">
                  <a16:creationId xmlns:a16="http://schemas.microsoft.com/office/drawing/2014/main" id="{87DD1CEE-36B9-F311-41DD-C6B16687BD04}"/>
                </a:ext>
              </a:extLst>
            </p:cNvPr>
            <p:cNvSpPr/>
            <p:nvPr/>
          </p:nvSpPr>
          <p:spPr>
            <a:xfrm>
              <a:off x="5936915" y="4481222"/>
              <a:ext cx="236953" cy="175804"/>
            </a:xfrm>
            <a:custGeom>
              <a:avLst/>
              <a:gdLst>
                <a:gd name="csX0" fmla="*/ 225488 w 236953"/>
                <a:gd name="csY0" fmla="*/ 14809 h 175804"/>
                <a:gd name="csX1" fmla="*/ 227399 w 236953"/>
                <a:gd name="csY1" fmla="*/ 23409 h 175804"/>
                <a:gd name="csX2" fmla="*/ 227877 w 236953"/>
                <a:gd name="csY2" fmla="*/ 25320 h 175804"/>
                <a:gd name="csX3" fmla="*/ 227877 w 236953"/>
                <a:gd name="csY3" fmla="*/ 25797 h 175804"/>
                <a:gd name="csX4" fmla="*/ 228355 w 236953"/>
                <a:gd name="csY4" fmla="*/ 26753 h 175804"/>
                <a:gd name="csX5" fmla="*/ 228355 w 236953"/>
                <a:gd name="csY5" fmla="*/ 27708 h 175804"/>
                <a:gd name="csX6" fmla="*/ 229788 w 236953"/>
                <a:gd name="csY6" fmla="*/ 28186 h 175804"/>
                <a:gd name="csX7" fmla="*/ 232654 w 236953"/>
                <a:gd name="csY7" fmla="*/ 28664 h 175804"/>
                <a:gd name="csX8" fmla="*/ 234565 w 236953"/>
                <a:gd name="csY8" fmla="*/ 29141 h 175804"/>
                <a:gd name="csX9" fmla="*/ 235998 w 236953"/>
                <a:gd name="csY9" fmla="*/ 30575 h 175804"/>
                <a:gd name="csX10" fmla="*/ 235998 w 236953"/>
                <a:gd name="csY10" fmla="*/ 31052 h 175804"/>
                <a:gd name="csX11" fmla="*/ 236954 w 236953"/>
                <a:gd name="csY11" fmla="*/ 32008 h 175804"/>
                <a:gd name="csX12" fmla="*/ 236954 w 236953"/>
                <a:gd name="csY12" fmla="*/ 32963 h 175804"/>
                <a:gd name="csX13" fmla="*/ 236954 w 236953"/>
                <a:gd name="csY13" fmla="*/ 35352 h 175804"/>
                <a:gd name="csX14" fmla="*/ 236476 w 236953"/>
                <a:gd name="csY14" fmla="*/ 38218 h 175804"/>
                <a:gd name="csX15" fmla="*/ 235521 w 236953"/>
                <a:gd name="csY15" fmla="*/ 39651 h 175804"/>
                <a:gd name="csX16" fmla="*/ 235998 w 236953"/>
                <a:gd name="csY16" fmla="*/ 42518 h 175804"/>
                <a:gd name="csX17" fmla="*/ 235998 w 236953"/>
                <a:gd name="csY17" fmla="*/ 43473 h 175804"/>
                <a:gd name="csX18" fmla="*/ 235521 w 236953"/>
                <a:gd name="csY18" fmla="*/ 44429 h 175804"/>
                <a:gd name="csX19" fmla="*/ 234087 w 236953"/>
                <a:gd name="csY19" fmla="*/ 44906 h 175804"/>
                <a:gd name="csX20" fmla="*/ 232654 w 236953"/>
                <a:gd name="csY20" fmla="*/ 45862 h 175804"/>
                <a:gd name="csX21" fmla="*/ 228355 w 236953"/>
                <a:gd name="csY21" fmla="*/ 48251 h 175804"/>
                <a:gd name="csX22" fmla="*/ 227399 w 236953"/>
                <a:gd name="csY22" fmla="*/ 48728 h 175804"/>
                <a:gd name="csX23" fmla="*/ 225488 w 236953"/>
                <a:gd name="csY23" fmla="*/ 48728 h 175804"/>
                <a:gd name="csX24" fmla="*/ 224055 w 236953"/>
                <a:gd name="csY24" fmla="*/ 49206 h 175804"/>
                <a:gd name="csX25" fmla="*/ 222144 w 236953"/>
                <a:gd name="csY25" fmla="*/ 50639 h 175804"/>
                <a:gd name="csX26" fmla="*/ 218322 w 236953"/>
                <a:gd name="csY26" fmla="*/ 55894 h 175804"/>
                <a:gd name="csX27" fmla="*/ 215456 w 236953"/>
                <a:gd name="csY27" fmla="*/ 60671 h 175804"/>
                <a:gd name="csX28" fmla="*/ 214023 w 236953"/>
                <a:gd name="csY28" fmla="*/ 64493 h 175804"/>
                <a:gd name="csX29" fmla="*/ 213067 w 236953"/>
                <a:gd name="csY29" fmla="*/ 68793 h 175804"/>
                <a:gd name="csX30" fmla="*/ 210201 w 236953"/>
                <a:gd name="csY30" fmla="*/ 71182 h 175804"/>
                <a:gd name="csX31" fmla="*/ 209723 w 236953"/>
                <a:gd name="csY31" fmla="*/ 72615 h 175804"/>
                <a:gd name="csX32" fmla="*/ 209245 w 236953"/>
                <a:gd name="csY32" fmla="*/ 73093 h 175804"/>
                <a:gd name="csX33" fmla="*/ 209245 w 236953"/>
                <a:gd name="csY33" fmla="*/ 75003 h 175804"/>
                <a:gd name="csX34" fmla="*/ 209245 w 236953"/>
                <a:gd name="csY34" fmla="*/ 78347 h 175804"/>
                <a:gd name="csX35" fmla="*/ 208768 w 236953"/>
                <a:gd name="csY35" fmla="*/ 79781 h 175804"/>
                <a:gd name="csX36" fmla="*/ 208290 w 236953"/>
                <a:gd name="csY36" fmla="*/ 80258 h 175804"/>
                <a:gd name="csX37" fmla="*/ 204946 w 236953"/>
                <a:gd name="csY37" fmla="*/ 81214 h 175804"/>
                <a:gd name="csX38" fmla="*/ 203035 w 236953"/>
                <a:gd name="csY38" fmla="*/ 82169 h 175804"/>
                <a:gd name="csX39" fmla="*/ 202079 w 236953"/>
                <a:gd name="csY39" fmla="*/ 84558 h 175804"/>
                <a:gd name="csX40" fmla="*/ 201602 w 236953"/>
                <a:gd name="csY40" fmla="*/ 86947 h 175804"/>
                <a:gd name="csX41" fmla="*/ 201124 w 236953"/>
                <a:gd name="csY41" fmla="*/ 89813 h 175804"/>
                <a:gd name="csX42" fmla="*/ 200646 w 236953"/>
                <a:gd name="csY42" fmla="*/ 92202 h 175804"/>
                <a:gd name="csX43" fmla="*/ 200168 w 236953"/>
                <a:gd name="csY43" fmla="*/ 93157 h 175804"/>
                <a:gd name="csX44" fmla="*/ 199213 w 236953"/>
                <a:gd name="csY44" fmla="*/ 94590 h 175804"/>
                <a:gd name="csX45" fmla="*/ 199213 w 236953"/>
                <a:gd name="csY45" fmla="*/ 94590 h 175804"/>
                <a:gd name="csX46" fmla="*/ 197780 w 236953"/>
                <a:gd name="csY46" fmla="*/ 96024 h 175804"/>
                <a:gd name="csX47" fmla="*/ 196347 w 236953"/>
                <a:gd name="csY47" fmla="*/ 96979 h 175804"/>
                <a:gd name="csX48" fmla="*/ 193003 w 236953"/>
                <a:gd name="csY48" fmla="*/ 97457 h 175804"/>
                <a:gd name="csX49" fmla="*/ 191092 w 236953"/>
                <a:gd name="csY49" fmla="*/ 100801 h 175804"/>
                <a:gd name="csX50" fmla="*/ 189659 w 236953"/>
                <a:gd name="csY50" fmla="*/ 103189 h 175804"/>
                <a:gd name="csX51" fmla="*/ 189181 w 236953"/>
                <a:gd name="csY51" fmla="*/ 104145 h 175804"/>
                <a:gd name="csX52" fmla="*/ 187748 w 236953"/>
                <a:gd name="csY52" fmla="*/ 109400 h 175804"/>
                <a:gd name="csX53" fmla="*/ 185359 w 236953"/>
                <a:gd name="csY53" fmla="*/ 113222 h 175804"/>
                <a:gd name="csX54" fmla="*/ 185359 w 236953"/>
                <a:gd name="csY54" fmla="*/ 114655 h 175804"/>
                <a:gd name="csX55" fmla="*/ 185359 w 236953"/>
                <a:gd name="csY55" fmla="*/ 115610 h 175804"/>
                <a:gd name="csX56" fmla="*/ 182015 w 236953"/>
                <a:gd name="csY56" fmla="*/ 119432 h 175804"/>
                <a:gd name="csX57" fmla="*/ 181059 w 236953"/>
                <a:gd name="csY57" fmla="*/ 120388 h 175804"/>
                <a:gd name="csX58" fmla="*/ 180104 w 236953"/>
                <a:gd name="csY58" fmla="*/ 121821 h 175804"/>
                <a:gd name="csX59" fmla="*/ 181059 w 236953"/>
                <a:gd name="csY59" fmla="*/ 122776 h 175804"/>
                <a:gd name="csX60" fmla="*/ 182015 w 236953"/>
                <a:gd name="csY60" fmla="*/ 124210 h 175804"/>
                <a:gd name="csX61" fmla="*/ 182015 w 236953"/>
                <a:gd name="csY61" fmla="*/ 124210 h 175804"/>
                <a:gd name="csX62" fmla="*/ 182015 w 236953"/>
                <a:gd name="csY62" fmla="*/ 124687 h 175804"/>
                <a:gd name="csX63" fmla="*/ 180582 w 236953"/>
                <a:gd name="csY63" fmla="*/ 125643 h 175804"/>
                <a:gd name="csX64" fmla="*/ 178193 w 236953"/>
                <a:gd name="csY64" fmla="*/ 127554 h 175804"/>
                <a:gd name="csX65" fmla="*/ 176282 w 236953"/>
                <a:gd name="csY65" fmla="*/ 128509 h 175804"/>
                <a:gd name="csX66" fmla="*/ 176282 w 236953"/>
                <a:gd name="csY66" fmla="*/ 128987 h 175804"/>
                <a:gd name="csX67" fmla="*/ 175804 w 236953"/>
                <a:gd name="csY67" fmla="*/ 131853 h 175804"/>
                <a:gd name="csX68" fmla="*/ 175327 w 236953"/>
                <a:gd name="csY68" fmla="*/ 132809 h 175804"/>
                <a:gd name="csX69" fmla="*/ 174371 w 236953"/>
                <a:gd name="csY69" fmla="*/ 133764 h 175804"/>
                <a:gd name="csX70" fmla="*/ 172938 w 236953"/>
                <a:gd name="csY70" fmla="*/ 135197 h 175804"/>
                <a:gd name="csX71" fmla="*/ 171505 w 236953"/>
                <a:gd name="csY71" fmla="*/ 136153 h 175804"/>
                <a:gd name="csX72" fmla="*/ 169594 w 236953"/>
                <a:gd name="csY72" fmla="*/ 136631 h 175804"/>
                <a:gd name="csX73" fmla="*/ 168161 w 236953"/>
                <a:gd name="csY73" fmla="*/ 136631 h 175804"/>
                <a:gd name="csX74" fmla="*/ 167205 w 236953"/>
                <a:gd name="csY74" fmla="*/ 136631 h 175804"/>
                <a:gd name="csX75" fmla="*/ 166727 w 236953"/>
                <a:gd name="csY75" fmla="*/ 135675 h 175804"/>
                <a:gd name="csX76" fmla="*/ 165772 w 236953"/>
                <a:gd name="csY76" fmla="*/ 131853 h 175804"/>
                <a:gd name="csX77" fmla="*/ 165294 w 236953"/>
                <a:gd name="csY77" fmla="*/ 131376 h 175804"/>
                <a:gd name="csX78" fmla="*/ 165294 w 236953"/>
                <a:gd name="csY78" fmla="*/ 131376 h 175804"/>
                <a:gd name="csX79" fmla="*/ 163861 w 236953"/>
                <a:gd name="csY79" fmla="*/ 130420 h 175804"/>
                <a:gd name="csX80" fmla="*/ 161950 w 236953"/>
                <a:gd name="csY80" fmla="*/ 128509 h 175804"/>
                <a:gd name="csX81" fmla="*/ 160039 w 236953"/>
                <a:gd name="csY81" fmla="*/ 126598 h 175804"/>
                <a:gd name="csX82" fmla="*/ 157173 w 236953"/>
                <a:gd name="csY82" fmla="*/ 125643 h 175804"/>
                <a:gd name="csX83" fmla="*/ 156695 w 236953"/>
                <a:gd name="csY83" fmla="*/ 125643 h 175804"/>
                <a:gd name="csX84" fmla="*/ 156218 w 236953"/>
                <a:gd name="csY84" fmla="*/ 125643 h 175804"/>
                <a:gd name="csX85" fmla="*/ 155262 w 236953"/>
                <a:gd name="csY85" fmla="*/ 128031 h 175804"/>
                <a:gd name="csX86" fmla="*/ 155262 w 236953"/>
                <a:gd name="csY86" fmla="*/ 128031 h 175804"/>
                <a:gd name="csX87" fmla="*/ 154784 w 236953"/>
                <a:gd name="csY87" fmla="*/ 128509 h 175804"/>
                <a:gd name="csX88" fmla="*/ 153351 w 236953"/>
                <a:gd name="csY88" fmla="*/ 128987 h 175804"/>
                <a:gd name="csX89" fmla="*/ 150962 w 236953"/>
                <a:gd name="csY89" fmla="*/ 128987 h 175804"/>
                <a:gd name="csX90" fmla="*/ 149052 w 236953"/>
                <a:gd name="csY90" fmla="*/ 128509 h 175804"/>
                <a:gd name="csX91" fmla="*/ 149052 w 236953"/>
                <a:gd name="csY91" fmla="*/ 128031 h 175804"/>
                <a:gd name="csX92" fmla="*/ 148574 w 236953"/>
                <a:gd name="csY92" fmla="*/ 127076 h 175804"/>
                <a:gd name="csX93" fmla="*/ 148096 w 236953"/>
                <a:gd name="csY93" fmla="*/ 126598 h 175804"/>
                <a:gd name="csX94" fmla="*/ 145707 w 236953"/>
                <a:gd name="csY94" fmla="*/ 128031 h 175804"/>
                <a:gd name="csX95" fmla="*/ 142841 w 236953"/>
                <a:gd name="csY95" fmla="*/ 129942 h 175804"/>
                <a:gd name="csX96" fmla="*/ 141408 w 236953"/>
                <a:gd name="csY96" fmla="*/ 130420 h 175804"/>
                <a:gd name="csX97" fmla="*/ 140930 w 236953"/>
                <a:gd name="csY97" fmla="*/ 130898 h 175804"/>
                <a:gd name="csX98" fmla="*/ 139497 w 236953"/>
                <a:gd name="csY98" fmla="*/ 132809 h 175804"/>
                <a:gd name="csX99" fmla="*/ 138542 w 236953"/>
                <a:gd name="csY99" fmla="*/ 135197 h 175804"/>
                <a:gd name="csX100" fmla="*/ 136631 w 236953"/>
                <a:gd name="csY100" fmla="*/ 136153 h 175804"/>
                <a:gd name="csX101" fmla="*/ 135197 w 236953"/>
                <a:gd name="csY101" fmla="*/ 137108 h 175804"/>
                <a:gd name="csX102" fmla="*/ 134242 w 236953"/>
                <a:gd name="csY102" fmla="*/ 138064 h 175804"/>
                <a:gd name="csX103" fmla="*/ 132809 w 236953"/>
                <a:gd name="csY103" fmla="*/ 139019 h 175804"/>
                <a:gd name="csX104" fmla="*/ 129942 w 236953"/>
                <a:gd name="csY104" fmla="*/ 141408 h 175804"/>
                <a:gd name="csX105" fmla="*/ 126598 w 236953"/>
                <a:gd name="csY105" fmla="*/ 144752 h 175804"/>
                <a:gd name="csX106" fmla="*/ 125165 w 236953"/>
                <a:gd name="csY106" fmla="*/ 146185 h 175804"/>
                <a:gd name="csX107" fmla="*/ 124210 w 236953"/>
                <a:gd name="csY107" fmla="*/ 148574 h 175804"/>
                <a:gd name="csX108" fmla="*/ 123254 w 236953"/>
                <a:gd name="csY108" fmla="*/ 151440 h 175804"/>
                <a:gd name="csX109" fmla="*/ 122299 w 236953"/>
                <a:gd name="csY109" fmla="*/ 154307 h 175804"/>
                <a:gd name="csX110" fmla="*/ 121343 w 236953"/>
                <a:gd name="csY110" fmla="*/ 159561 h 175804"/>
                <a:gd name="csX111" fmla="*/ 119910 w 236953"/>
                <a:gd name="csY111" fmla="*/ 161950 h 175804"/>
                <a:gd name="csX112" fmla="*/ 117999 w 236953"/>
                <a:gd name="csY112" fmla="*/ 164339 h 175804"/>
                <a:gd name="csX113" fmla="*/ 117044 w 236953"/>
                <a:gd name="csY113" fmla="*/ 165772 h 175804"/>
                <a:gd name="csX114" fmla="*/ 116566 w 236953"/>
                <a:gd name="csY114" fmla="*/ 167205 h 175804"/>
                <a:gd name="csX115" fmla="*/ 116088 w 236953"/>
                <a:gd name="csY115" fmla="*/ 167205 h 175804"/>
                <a:gd name="csX116" fmla="*/ 115611 w 236953"/>
                <a:gd name="csY116" fmla="*/ 167683 h 175804"/>
                <a:gd name="csX117" fmla="*/ 114177 w 236953"/>
                <a:gd name="csY117" fmla="*/ 167683 h 175804"/>
                <a:gd name="csX118" fmla="*/ 113222 w 236953"/>
                <a:gd name="csY118" fmla="*/ 166250 h 175804"/>
                <a:gd name="csX119" fmla="*/ 112266 w 236953"/>
                <a:gd name="csY119" fmla="*/ 166250 h 175804"/>
                <a:gd name="csX120" fmla="*/ 110355 w 236953"/>
                <a:gd name="csY120" fmla="*/ 164339 h 175804"/>
                <a:gd name="csX121" fmla="*/ 110355 w 236953"/>
                <a:gd name="csY121" fmla="*/ 164339 h 175804"/>
                <a:gd name="csX122" fmla="*/ 111789 w 236953"/>
                <a:gd name="csY122" fmla="*/ 169116 h 175804"/>
                <a:gd name="csX123" fmla="*/ 111311 w 236953"/>
                <a:gd name="csY123" fmla="*/ 171027 h 175804"/>
                <a:gd name="csX124" fmla="*/ 106056 w 236953"/>
                <a:gd name="csY124" fmla="*/ 171027 h 175804"/>
                <a:gd name="csX125" fmla="*/ 101756 w 236953"/>
                <a:gd name="csY125" fmla="*/ 171505 h 175804"/>
                <a:gd name="csX126" fmla="*/ 98412 w 236953"/>
                <a:gd name="csY126" fmla="*/ 171505 h 175804"/>
                <a:gd name="csX127" fmla="*/ 96979 w 236953"/>
                <a:gd name="csY127" fmla="*/ 171027 h 175804"/>
                <a:gd name="csX128" fmla="*/ 96024 w 236953"/>
                <a:gd name="csY128" fmla="*/ 169116 h 175804"/>
                <a:gd name="csX129" fmla="*/ 96024 w 236953"/>
                <a:gd name="csY129" fmla="*/ 169116 h 175804"/>
                <a:gd name="csX130" fmla="*/ 95546 w 236953"/>
                <a:gd name="csY130" fmla="*/ 170072 h 175804"/>
                <a:gd name="csX131" fmla="*/ 94590 w 236953"/>
                <a:gd name="csY131" fmla="*/ 171027 h 175804"/>
                <a:gd name="csX132" fmla="*/ 91246 w 236953"/>
                <a:gd name="csY132" fmla="*/ 171027 h 175804"/>
                <a:gd name="csX133" fmla="*/ 89813 w 236953"/>
                <a:gd name="csY133" fmla="*/ 170072 h 175804"/>
                <a:gd name="csX134" fmla="*/ 88380 w 236953"/>
                <a:gd name="csY134" fmla="*/ 168638 h 175804"/>
                <a:gd name="csX135" fmla="*/ 87424 w 236953"/>
                <a:gd name="csY135" fmla="*/ 168161 h 175804"/>
                <a:gd name="csX136" fmla="*/ 87424 w 236953"/>
                <a:gd name="csY136" fmla="*/ 168638 h 175804"/>
                <a:gd name="csX137" fmla="*/ 88858 w 236953"/>
                <a:gd name="csY137" fmla="*/ 170072 h 175804"/>
                <a:gd name="csX138" fmla="*/ 88858 w 236953"/>
                <a:gd name="csY138" fmla="*/ 171505 h 175804"/>
                <a:gd name="csX139" fmla="*/ 85991 w 236953"/>
                <a:gd name="csY139" fmla="*/ 173893 h 175804"/>
                <a:gd name="csX140" fmla="*/ 84080 w 236953"/>
                <a:gd name="csY140" fmla="*/ 173893 h 175804"/>
                <a:gd name="csX141" fmla="*/ 83125 w 236953"/>
                <a:gd name="csY141" fmla="*/ 172938 h 175804"/>
                <a:gd name="csX142" fmla="*/ 82647 w 236953"/>
                <a:gd name="csY142" fmla="*/ 171505 h 175804"/>
                <a:gd name="csX143" fmla="*/ 82170 w 236953"/>
                <a:gd name="csY143" fmla="*/ 169116 h 175804"/>
                <a:gd name="csX144" fmla="*/ 81692 w 236953"/>
                <a:gd name="csY144" fmla="*/ 167683 h 175804"/>
                <a:gd name="csX145" fmla="*/ 81214 w 236953"/>
                <a:gd name="csY145" fmla="*/ 167683 h 175804"/>
                <a:gd name="csX146" fmla="*/ 81214 w 236953"/>
                <a:gd name="csY146" fmla="*/ 169116 h 175804"/>
                <a:gd name="csX147" fmla="*/ 81692 w 236953"/>
                <a:gd name="csY147" fmla="*/ 170072 h 175804"/>
                <a:gd name="csX148" fmla="*/ 81692 w 236953"/>
                <a:gd name="csY148" fmla="*/ 172460 h 175804"/>
                <a:gd name="csX149" fmla="*/ 82647 w 236953"/>
                <a:gd name="csY149" fmla="*/ 174371 h 175804"/>
                <a:gd name="csX150" fmla="*/ 80736 w 236953"/>
                <a:gd name="csY150" fmla="*/ 174849 h 175804"/>
                <a:gd name="csX151" fmla="*/ 79781 w 236953"/>
                <a:gd name="csY151" fmla="*/ 174849 h 175804"/>
                <a:gd name="csX152" fmla="*/ 78347 w 236953"/>
                <a:gd name="csY152" fmla="*/ 174849 h 175804"/>
                <a:gd name="csX153" fmla="*/ 77870 w 236953"/>
                <a:gd name="csY153" fmla="*/ 174371 h 175804"/>
                <a:gd name="csX154" fmla="*/ 77870 w 236953"/>
                <a:gd name="csY154" fmla="*/ 172938 h 175804"/>
                <a:gd name="csX155" fmla="*/ 77392 w 236953"/>
                <a:gd name="csY155" fmla="*/ 172460 h 175804"/>
                <a:gd name="csX156" fmla="*/ 76914 w 236953"/>
                <a:gd name="csY156" fmla="*/ 174849 h 175804"/>
                <a:gd name="csX157" fmla="*/ 75959 w 236953"/>
                <a:gd name="csY157" fmla="*/ 174849 h 175804"/>
                <a:gd name="csX158" fmla="*/ 75004 w 236953"/>
                <a:gd name="csY158" fmla="*/ 174849 h 175804"/>
                <a:gd name="csX159" fmla="*/ 71659 w 236953"/>
                <a:gd name="csY159" fmla="*/ 175326 h 175804"/>
                <a:gd name="csX160" fmla="*/ 71182 w 236953"/>
                <a:gd name="csY160" fmla="*/ 175326 h 175804"/>
                <a:gd name="csX161" fmla="*/ 70704 w 236953"/>
                <a:gd name="csY161" fmla="*/ 174849 h 175804"/>
                <a:gd name="csX162" fmla="*/ 71182 w 236953"/>
                <a:gd name="csY162" fmla="*/ 174371 h 175804"/>
                <a:gd name="csX163" fmla="*/ 71182 w 236953"/>
                <a:gd name="csY163" fmla="*/ 172938 h 175804"/>
                <a:gd name="csX164" fmla="*/ 70226 w 236953"/>
                <a:gd name="csY164" fmla="*/ 173893 h 175804"/>
                <a:gd name="csX165" fmla="*/ 69748 w 236953"/>
                <a:gd name="csY165" fmla="*/ 175804 h 175804"/>
                <a:gd name="csX166" fmla="*/ 69271 w 236953"/>
                <a:gd name="csY166" fmla="*/ 175804 h 175804"/>
                <a:gd name="csX167" fmla="*/ 67360 w 236953"/>
                <a:gd name="csY167" fmla="*/ 175804 h 175804"/>
                <a:gd name="csX168" fmla="*/ 65449 w 236953"/>
                <a:gd name="csY168" fmla="*/ 174849 h 175804"/>
                <a:gd name="csX169" fmla="*/ 64016 w 236953"/>
                <a:gd name="csY169" fmla="*/ 173893 h 175804"/>
                <a:gd name="csX170" fmla="*/ 61627 w 236953"/>
                <a:gd name="csY170" fmla="*/ 172938 h 175804"/>
                <a:gd name="csX171" fmla="*/ 57805 w 236953"/>
                <a:gd name="csY171" fmla="*/ 169116 h 175804"/>
                <a:gd name="csX172" fmla="*/ 56850 w 236953"/>
                <a:gd name="csY172" fmla="*/ 167683 h 175804"/>
                <a:gd name="csX173" fmla="*/ 55894 w 236953"/>
                <a:gd name="csY173" fmla="*/ 165772 h 175804"/>
                <a:gd name="csX174" fmla="*/ 54939 w 236953"/>
                <a:gd name="csY174" fmla="*/ 163861 h 175804"/>
                <a:gd name="csX175" fmla="*/ 53506 w 236953"/>
                <a:gd name="csY175" fmla="*/ 160517 h 175804"/>
                <a:gd name="csX176" fmla="*/ 53983 w 236953"/>
                <a:gd name="csY176" fmla="*/ 160517 h 175804"/>
                <a:gd name="csX177" fmla="*/ 54939 w 236953"/>
                <a:gd name="csY177" fmla="*/ 160517 h 175804"/>
                <a:gd name="csX178" fmla="*/ 55416 w 236953"/>
                <a:gd name="csY178" fmla="*/ 160039 h 175804"/>
                <a:gd name="csX179" fmla="*/ 53506 w 236953"/>
                <a:gd name="csY179" fmla="*/ 159561 h 175804"/>
                <a:gd name="csX180" fmla="*/ 53506 w 236953"/>
                <a:gd name="csY180" fmla="*/ 159561 h 175804"/>
                <a:gd name="csX181" fmla="*/ 53028 w 236953"/>
                <a:gd name="csY181" fmla="*/ 158128 h 175804"/>
                <a:gd name="csX182" fmla="*/ 53506 w 236953"/>
                <a:gd name="csY182" fmla="*/ 156695 h 175804"/>
                <a:gd name="csX183" fmla="*/ 54939 w 236953"/>
                <a:gd name="csY183" fmla="*/ 156217 h 175804"/>
                <a:gd name="csX184" fmla="*/ 55894 w 236953"/>
                <a:gd name="csY184" fmla="*/ 156217 h 175804"/>
                <a:gd name="csX185" fmla="*/ 56372 w 236953"/>
                <a:gd name="csY185" fmla="*/ 155262 h 175804"/>
                <a:gd name="csX186" fmla="*/ 56850 w 236953"/>
                <a:gd name="csY186" fmla="*/ 154307 h 175804"/>
                <a:gd name="csX187" fmla="*/ 53506 w 236953"/>
                <a:gd name="csY187" fmla="*/ 155740 h 175804"/>
                <a:gd name="csX188" fmla="*/ 50639 w 236953"/>
                <a:gd name="csY188" fmla="*/ 154307 h 175804"/>
                <a:gd name="csX189" fmla="*/ 50162 w 236953"/>
                <a:gd name="csY189" fmla="*/ 153351 h 175804"/>
                <a:gd name="csX190" fmla="*/ 50162 w 236953"/>
                <a:gd name="csY190" fmla="*/ 152396 h 175804"/>
                <a:gd name="csX191" fmla="*/ 51595 w 236953"/>
                <a:gd name="csY191" fmla="*/ 152396 h 175804"/>
                <a:gd name="csX192" fmla="*/ 53983 w 236953"/>
                <a:gd name="csY192" fmla="*/ 152396 h 175804"/>
                <a:gd name="csX193" fmla="*/ 54939 w 236953"/>
                <a:gd name="csY193" fmla="*/ 151918 h 175804"/>
                <a:gd name="csX194" fmla="*/ 54461 w 236953"/>
                <a:gd name="csY194" fmla="*/ 151440 h 175804"/>
                <a:gd name="csX195" fmla="*/ 53028 w 236953"/>
                <a:gd name="csY195" fmla="*/ 151440 h 175804"/>
                <a:gd name="csX196" fmla="*/ 52550 w 236953"/>
                <a:gd name="csY196" fmla="*/ 150962 h 175804"/>
                <a:gd name="csX197" fmla="*/ 52550 w 236953"/>
                <a:gd name="csY197" fmla="*/ 150007 h 175804"/>
                <a:gd name="csX198" fmla="*/ 52072 w 236953"/>
                <a:gd name="csY198" fmla="*/ 150485 h 175804"/>
                <a:gd name="csX199" fmla="*/ 51595 w 236953"/>
                <a:gd name="csY199" fmla="*/ 151440 h 175804"/>
                <a:gd name="csX200" fmla="*/ 49684 w 236953"/>
                <a:gd name="csY200" fmla="*/ 151918 h 175804"/>
                <a:gd name="csX201" fmla="*/ 48251 w 236953"/>
                <a:gd name="csY201" fmla="*/ 151440 h 175804"/>
                <a:gd name="csX202" fmla="*/ 48251 w 236953"/>
                <a:gd name="csY202" fmla="*/ 149529 h 175804"/>
                <a:gd name="csX203" fmla="*/ 47773 w 236953"/>
                <a:gd name="csY203" fmla="*/ 149051 h 175804"/>
                <a:gd name="csX204" fmla="*/ 46817 w 236953"/>
                <a:gd name="csY204" fmla="*/ 148574 h 175804"/>
                <a:gd name="csX205" fmla="*/ 43473 w 236953"/>
                <a:gd name="csY205" fmla="*/ 144274 h 175804"/>
                <a:gd name="csX206" fmla="*/ 38696 w 236953"/>
                <a:gd name="csY206" fmla="*/ 140930 h 175804"/>
                <a:gd name="csX207" fmla="*/ 34874 w 236953"/>
                <a:gd name="csY207" fmla="*/ 138542 h 175804"/>
                <a:gd name="csX208" fmla="*/ 28664 w 236953"/>
                <a:gd name="csY208" fmla="*/ 137108 h 175804"/>
                <a:gd name="csX209" fmla="*/ 15765 w 236953"/>
                <a:gd name="csY209" fmla="*/ 137108 h 175804"/>
                <a:gd name="csX210" fmla="*/ 15287 w 236953"/>
                <a:gd name="csY210" fmla="*/ 137108 h 175804"/>
                <a:gd name="csX211" fmla="*/ 16243 w 236953"/>
                <a:gd name="csY211" fmla="*/ 136631 h 175804"/>
                <a:gd name="csX212" fmla="*/ 17198 w 236953"/>
                <a:gd name="csY212" fmla="*/ 136153 h 175804"/>
                <a:gd name="csX213" fmla="*/ 21498 w 236953"/>
                <a:gd name="csY213" fmla="*/ 134242 h 175804"/>
                <a:gd name="csX214" fmla="*/ 20542 w 236953"/>
                <a:gd name="csY214" fmla="*/ 133764 h 175804"/>
                <a:gd name="csX215" fmla="*/ 16243 w 236953"/>
                <a:gd name="csY215" fmla="*/ 135197 h 175804"/>
                <a:gd name="csX216" fmla="*/ 14809 w 236953"/>
                <a:gd name="csY216" fmla="*/ 135197 h 175804"/>
                <a:gd name="csX217" fmla="*/ 12899 w 236953"/>
                <a:gd name="csY217" fmla="*/ 137586 h 175804"/>
                <a:gd name="csX218" fmla="*/ 1911 w 236953"/>
                <a:gd name="csY218" fmla="*/ 138064 h 175804"/>
                <a:gd name="csX219" fmla="*/ 478 w 236953"/>
                <a:gd name="csY219" fmla="*/ 138064 h 175804"/>
                <a:gd name="csX220" fmla="*/ 478 w 236953"/>
                <a:gd name="csY220" fmla="*/ 137108 h 175804"/>
                <a:gd name="csX221" fmla="*/ 956 w 236953"/>
                <a:gd name="csY221" fmla="*/ 133764 h 175804"/>
                <a:gd name="csX222" fmla="*/ 1433 w 236953"/>
                <a:gd name="csY222" fmla="*/ 132809 h 175804"/>
                <a:gd name="csX223" fmla="*/ 1911 w 236953"/>
                <a:gd name="csY223" fmla="*/ 131853 h 175804"/>
                <a:gd name="csX224" fmla="*/ 1433 w 236953"/>
                <a:gd name="csY224" fmla="*/ 130898 h 175804"/>
                <a:gd name="csX225" fmla="*/ 956 w 236953"/>
                <a:gd name="csY225" fmla="*/ 129465 h 175804"/>
                <a:gd name="csX226" fmla="*/ 956 w 236953"/>
                <a:gd name="csY226" fmla="*/ 127076 h 175804"/>
                <a:gd name="csX227" fmla="*/ 1433 w 236953"/>
                <a:gd name="csY227" fmla="*/ 126120 h 175804"/>
                <a:gd name="csX228" fmla="*/ 1433 w 236953"/>
                <a:gd name="csY228" fmla="*/ 125165 h 175804"/>
                <a:gd name="csX229" fmla="*/ 1433 w 236953"/>
                <a:gd name="csY229" fmla="*/ 123732 h 175804"/>
                <a:gd name="csX230" fmla="*/ 1433 w 236953"/>
                <a:gd name="csY230" fmla="*/ 119432 h 175804"/>
                <a:gd name="csX231" fmla="*/ 1911 w 236953"/>
                <a:gd name="csY231" fmla="*/ 118954 h 175804"/>
                <a:gd name="csX232" fmla="*/ 1911 w 236953"/>
                <a:gd name="csY232" fmla="*/ 118477 h 175804"/>
                <a:gd name="csX233" fmla="*/ 1911 w 236953"/>
                <a:gd name="csY233" fmla="*/ 117999 h 175804"/>
                <a:gd name="csX234" fmla="*/ 1433 w 236953"/>
                <a:gd name="csY234" fmla="*/ 116566 h 175804"/>
                <a:gd name="csX235" fmla="*/ 956 w 236953"/>
                <a:gd name="csY235" fmla="*/ 115133 h 175804"/>
                <a:gd name="csX236" fmla="*/ 956 w 236953"/>
                <a:gd name="csY236" fmla="*/ 113222 h 175804"/>
                <a:gd name="csX237" fmla="*/ 478 w 236953"/>
                <a:gd name="csY237" fmla="*/ 111311 h 175804"/>
                <a:gd name="csX238" fmla="*/ 0 w 236953"/>
                <a:gd name="csY238" fmla="*/ 110833 h 175804"/>
                <a:gd name="csX239" fmla="*/ 478 w 236953"/>
                <a:gd name="csY239" fmla="*/ 107489 h 175804"/>
                <a:gd name="csX240" fmla="*/ 478 w 236953"/>
                <a:gd name="csY240" fmla="*/ 103189 h 175804"/>
                <a:gd name="csX241" fmla="*/ 478 w 236953"/>
                <a:gd name="csY241" fmla="*/ 101278 h 175804"/>
                <a:gd name="csX242" fmla="*/ 956 w 236953"/>
                <a:gd name="csY242" fmla="*/ 100323 h 175804"/>
                <a:gd name="csX243" fmla="*/ 956 w 236953"/>
                <a:gd name="csY243" fmla="*/ 96979 h 175804"/>
                <a:gd name="csX244" fmla="*/ 956 w 236953"/>
                <a:gd name="csY244" fmla="*/ 94112 h 175804"/>
                <a:gd name="csX245" fmla="*/ 1911 w 236953"/>
                <a:gd name="csY245" fmla="*/ 89335 h 175804"/>
                <a:gd name="csX246" fmla="*/ 4299 w 236953"/>
                <a:gd name="csY246" fmla="*/ 88858 h 175804"/>
                <a:gd name="csX247" fmla="*/ 7166 w 236953"/>
                <a:gd name="csY247" fmla="*/ 88380 h 175804"/>
                <a:gd name="csX248" fmla="*/ 8599 w 236953"/>
                <a:gd name="csY248" fmla="*/ 86469 h 175804"/>
                <a:gd name="csX249" fmla="*/ 9077 w 236953"/>
                <a:gd name="csY249" fmla="*/ 84080 h 175804"/>
                <a:gd name="csX250" fmla="*/ 9077 w 236953"/>
                <a:gd name="csY250" fmla="*/ 81692 h 175804"/>
                <a:gd name="csX251" fmla="*/ 9555 w 236953"/>
                <a:gd name="csY251" fmla="*/ 81214 h 175804"/>
                <a:gd name="csX252" fmla="*/ 10988 w 236953"/>
                <a:gd name="csY252" fmla="*/ 79781 h 175804"/>
                <a:gd name="csX253" fmla="*/ 12899 w 236953"/>
                <a:gd name="csY253" fmla="*/ 77870 h 175804"/>
                <a:gd name="csX254" fmla="*/ 12899 w 236953"/>
                <a:gd name="csY254" fmla="*/ 77870 h 175804"/>
                <a:gd name="csX255" fmla="*/ 12899 w 236953"/>
                <a:gd name="csY255" fmla="*/ 75959 h 175804"/>
                <a:gd name="csX256" fmla="*/ 13376 w 236953"/>
                <a:gd name="csY256" fmla="*/ 75003 h 175804"/>
                <a:gd name="csX257" fmla="*/ 14332 w 236953"/>
                <a:gd name="csY257" fmla="*/ 74526 h 175804"/>
                <a:gd name="csX258" fmla="*/ 15765 w 236953"/>
                <a:gd name="csY258" fmla="*/ 74526 h 175804"/>
                <a:gd name="csX259" fmla="*/ 17198 w 236953"/>
                <a:gd name="csY259" fmla="*/ 73570 h 175804"/>
                <a:gd name="csX260" fmla="*/ 17198 w 236953"/>
                <a:gd name="csY260" fmla="*/ 73570 h 175804"/>
                <a:gd name="csX261" fmla="*/ 18154 w 236953"/>
                <a:gd name="csY261" fmla="*/ 71659 h 175804"/>
                <a:gd name="csX262" fmla="*/ 19109 w 236953"/>
                <a:gd name="csY262" fmla="*/ 68793 h 175804"/>
                <a:gd name="csX263" fmla="*/ 17676 w 236953"/>
                <a:gd name="csY263" fmla="*/ 66882 h 175804"/>
                <a:gd name="csX264" fmla="*/ 17676 w 236953"/>
                <a:gd name="csY264" fmla="*/ 66404 h 175804"/>
                <a:gd name="csX265" fmla="*/ 17676 w 236953"/>
                <a:gd name="csY265" fmla="*/ 66404 h 175804"/>
                <a:gd name="csX266" fmla="*/ 18154 w 236953"/>
                <a:gd name="csY266" fmla="*/ 65449 h 175804"/>
                <a:gd name="csX267" fmla="*/ 19109 w 236953"/>
                <a:gd name="csY267" fmla="*/ 64016 h 175804"/>
                <a:gd name="csX268" fmla="*/ 20065 w 236953"/>
                <a:gd name="csY268" fmla="*/ 64016 h 175804"/>
                <a:gd name="csX269" fmla="*/ 21498 w 236953"/>
                <a:gd name="csY269" fmla="*/ 64016 h 175804"/>
                <a:gd name="csX270" fmla="*/ 21498 w 236953"/>
                <a:gd name="csY270" fmla="*/ 64016 h 175804"/>
                <a:gd name="csX271" fmla="*/ 21498 w 236953"/>
                <a:gd name="csY271" fmla="*/ 64016 h 175804"/>
                <a:gd name="csX272" fmla="*/ 21975 w 236953"/>
                <a:gd name="csY272" fmla="*/ 63538 h 175804"/>
                <a:gd name="csX273" fmla="*/ 22931 w 236953"/>
                <a:gd name="csY273" fmla="*/ 60671 h 175804"/>
                <a:gd name="csX274" fmla="*/ 22931 w 236953"/>
                <a:gd name="csY274" fmla="*/ 59716 h 175804"/>
                <a:gd name="csX275" fmla="*/ 21498 w 236953"/>
                <a:gd name="csY275" fmla="*/ 57805 h 175804"/>
                <a:gd name="csX276" fmla="*/ 21020 w 236953"/>
                <a:gd name="csY276" fmla="*/ 55894 h 175804"/>
                <a:gd name="csX277" fmla="*/ 21020 w 236953"/>
                <a:gd name="csY277" fmla="*/ 53983 h 175804"/>
                <a:gd name="csX278" fmla="*/ 20542 w 236953"/>
                <a:gd name="csY278" fmla="*/ 52072 h 175804"/>
                <a:gd name="csX279" fmla="*/ 20065 w 236953"/>
                <a:gd name="csY279" fmla="*/ 51117 h 175804"/>
                <a:gd name="csX280" fmla="*/ 20065 w 236953"/>
                <a:gd name="csY280" fmla="*/ 51117 h 175804"/>
                <a:gd name="csX281" fmla="*/ 19587 w 236953"/>
                <a:gd name="csY281" fmla="*/ 50639 h 175804"/>
                <a:gd name="csX282" fmla="*/ 19109 w 236953"/>
                <a:gd name="csY282" fmla="*/ 50162 h 175804"/>
                <a:gd name="csX283" fmla="*/ 16243 w 236953"/>
                <a:gd name="csY283" fmla="*/ 45862 h 175804"/>
                <a:gd name="csX284" fmla="*/ 16243 w 236953"/>
                <a:gd name="csY284" fmla="*/ 43951 h 175804"/>
                <a:gd name="csX285" fmla="*/ 17198 w 236953"/>
                <a:gd name="csY285" fmla="*/ 41562 h 175804"/>
                <a:gd name="csX286" fmla="*/ 18154 w 236953"/>
                <a:gd name="csY286" fmla="*/ 40607 h 175804"/>
                <a:gd name="csX287" fmla="*/ 19109 w 236953"/>
                <a:gd name="csY287" fmla="*/ 39651 h 175804"/>
                <a:gd name="csX288" fmla="*/ 19109 w 236953"/>
                <a:gd name="csY288" fmla="*/ 39651 h 175804"/>
                <a:gd name="csX289" fmla="*/ 19587 w 236953"/>
                <a:gd name="csY289" fmla="*/ 39174 h 175804"/>
                <a:gd name="csX290" fmla="*/ 19109 w 236953"/>
                <a:gd name="csY290" fmla="*/ 38696 h 175804"/>
                <a:gd name="csX291" fmla="*/ 19109 w 236953"/>
                <a:gd name="csY291" fmla="*/ 38696 h 175804"/>
                <a:gd name="csX292" fmla="*/ 18631 w 236953"/>
                <a:gd name="csY292" fmla="*/ 38218 h 175804"/>
                <a:gd name="csX293" fmla="*/ 18631 w 236953"/>
                <a:gd name="csY293" fmla="*/ 36785 h 175804"/>
                <a:gd name="csX294" fmla="*/ 18631 w 236953"/>
                <a:gd name="csY294" fmla="*/ 36307 h 175804"/>
                <a:gd name="csX295" fmla="*/ 19109 w 236953"/>
                <a:gd name="csY295" fmla="*/ 35352 h 175804"/>
                <a:gd name="csX296" fmla="*/ 19109 w 236953"/>
                <a:gd name="csY296" fmla="*/ 33919 h 175804"/>
                <a:gd name="csX297" fmla="*/ 19109 w 236953"/>
                <a:gd name="csY297" fmla="*/ 31052 h 175804"/>
                <a:gd name="csX298" fmla="*/ 19109 w 236953"/>
                <a:gd name="csY298" fmla="*/ 27230 h 175804"/>
                <a:gd name="csX299" fmla="*/ 19109 w 236953"/>
                <a:gd name="csY299" fmla="*/ 25320 h 175804"/>
                <a:gd name="csX300" fmla="*/ 21498 w 236953"/>
                <a:gd name="csY300" fmla="*/ 23409 h 175804"/>
                <a:gd name="csX301" fmla="*/ 25320 w 236953"/>
                <a:gd name="csY301" fmla="*/ 20542 h 175804"/>
                <a:gd name="csX302" fmla="*/ 25320 w 236953"/>
                <a:gd name="csY302" fmla="*/ 20542 h 175804"/>
                <a:gd name="csX303" fmla="*/ 26753 w 236953"/>
                <a:gd name="csY303" fmla="*/ 17676 h 175804"/>
                <a:gd name="csX304" fmla="*/ 26753 w 236953"/>
                <a:gd name="csY304" fmla="*/ 17676 h 175804"/>
                <a:gd name="csX305" fmla="*/ 27708 w 236953"/>
                <a:gd name="csY305" fmla="*/ 15287 h 175804"/>
                <a:gd name="csX306" fmla="*/ 29141 w 236953"/>
                <a:gd name="csY306" fmla="*/ 7644 h 175804"/>
                <a:gd name="csX307" fmla="*/ 30097 w 236953"/>
                <a:gd name="csY307" fmla="*/ 7644 h 175804"/>
                <a:gd name="csX308" fmla="*/ 31052 w 236953"/>
                <a:gd name="csY308" fmla="*/ 7166 h 175804"/>
                <a:gd name="csX309" fmla="*/ 32963 w 236953"/>
                <a:gd name="csY309" fmla="*/ 5733 h 175804"/>
                <a:gd name="csX310" fmla="*/ 34397 w 236953"/>
                <a:gd name="csY310" fmla="*/ 4299 h 175804"/>
                <a:gd name="csX311" fmla="*/ 37263 w 236953"/>
                <a:gd name="csY311" fmla="*/ 3344 h 175804"/>
                <a:gd name="csX312" fmla="*/ 39174 w 236953"/>
                <a:gd name="csY312" fmla="*/ 2866 h 175804"/>
                <a:gd name="csX313" fmla="*/ 42518 w 236953"/>
                <a:gd name="csY313" fmla="*/ 2389 h 175804"/>
                <a:gd name="csX314" fmla="*/ 44429 w 236953"/>
                <a:gd name="csY314" fmla="*/ 2389 h 175804"/>
                <a:gd name="csX315" fmla="*/ 47773 w 236953"/>
                <a:gd name="csY315" fmla="*/ 2389 h 175804"/>
                <a:gd name="csX316" fmla="*/ 50639 w 236953"/>
                <a:gd name="csY316" fmla="*/ 2389 h 175804"/>
                <a:gd name="csX317" fmla="*/ 53028 w 236953"/>
                <a:gd name="csY317" fmla="*/ 955 h 175804"/>
                <a:gd name="csX318" fmla="*/ 54461 w 236953"/>
                <a:gd name="csY318" fmla="*/ 478 h 175804"/>
                <a:gd name="csX319" fmla="*/ 55894 w 236953"/>
                <a:gd name="csY319" fmla="*/ 0 h 175804"/>
                <a:gd name="csX320" fmla="*/ 62582 w 236953"/>
                <a:gd name="csY320" fmla="*/ 1911 h 175804"/>
                <a:gd name="csX321" fmla="*/ 69271 w 236953"/>
                <a:gd name="csY321" fmla="*/ 3822 h 175804"/>
                <a:gd name="csX322" fmla="*/ 70704 w 236953"/>
                <a:gd name="csY322" fmla="*/ 3822 h 175804"/>
                <a:gd name="csX323" fmla="*/ 71659 w 236953"/>
                <a:gd name="csY323" fmla="*/ 4299 h 175804"/>
                <a:gd name="csX324" fmla="*/ 73570 w 236953"/>
                <a:gd name="csY324" fmla="*/ 5255 h 175804"/>
                <a:gd name="csX325" fmla="*/ 75959 w 236953"/>
                <a:gd name="csY325" fmla="*/ 7166 h 175804"/>
                <a:gd name="csX326" fmla="*/ 77392 w 236953"/>
                <a:gd name="csY326" fmla="*/ 8599 h 175804"/>
                <a:gd name="csX327" fmla="*/ 78347 w 236953"/>
                <a:gd name="csY327" fmla="*/ 9555 h 175804"/>
                <a:gd name="csX328" fmla="*/ 81692 w 236953"/>
                <a:gd name="csY328" fmla="*/ 14332 h 175804"/>
                <a:gd name="csX329" fmla="*/ 83125 w 236953"/>
                <a:gd name="csY329" fmla="*/ 15765 h 175804"/>
                <a:gd name="csX330" fmla="*/ 84558 w 236953"/>
                <a:gd name="csY330" fmla="*/ 16243 h 175804"/>
                <a:gd name="csX331" fmla="*/ 85991 w 236953"/>
                <a:gd name="csY331" fmla="*/ 16243 h 175804"/>
                <a:gd name="csX332" fmla="*/ 86947 w 236953"/>
                <a:gd name="csY332" fmla="*/ 16243 h 175804"/>
                <a:gd name="csX333" fmla="*/ 87902 w 236953"/>
                <a:gd name="csY333" fmla="*/ 15765 h 175804"/>
                <a:gd name="csX334" fmla="*/ 89335 w 236953"/>
                <a:gd name="csY334" fmla="*/ 14809 h 175804"/>
                <a:gd name="csX335" fmla="*/ 91246 w 236953"/>
                <a:gd name="csY335" fmla="*/ 14332 h 175804"/>
                <a:gd name="csX336" fmla="*/ 92679 w 236953"/>
                <a:gd name="csY336" fmla="*/ 14332 h 175804"/>
                <a:gd name="csX337" fmla="*/ 101279 w 236953"/>
                <a:gd name="csY337" fmla="*/ 10032 h 175804"/>
                <a:gd name="csX338" fmla="*/ 101279 w 236953"/>
                <a:gd name="csY338" fmla="*/ 10032 h 175804"/>
                <a:gd name="csX339" fmla="*/ 102234 w 236953"/>
                <a:gd name="csY339" fmla="*/ 10032 h 175804"/>
                <a:gd name="csX340" fmla="*/ 102234 w 236953"/>
                <a:gd name="csY340" fmla="*/ 10032 h 175804"/>
                <a:gd name="csX341" fmla="*/ 104623 w 236953"/>
                <a:gd name="csY341" fmla="*/ 10510 h 175804"/>
                <a:gd name="csX342" fmla="*/ 107489 w 236953"/>
                <a:gd name="csY342" fmla="*/ 10988 h 175804"/>
                <a:gd name="csX343" fmla="*/ 114655 w 236953"/>
                <a:gd name="csY343" fmla="*/ 15287 h 175804"/>
                <a:gd name="csX344" fmla="*/ 120388 w 236953"/>
                <a:gd name="csY344" fmla="*/ 18154 h 175804"/>
                <a:gd name="csX345" fmla="*/ 124687 w 236953"/>
                <a:gd name="csY345" fmla="*/ 19109 h 175804"/>
                <a:gd name="csX346" fmla="*/ 129465 w 236953"/>
                <a:gd name="csY346" fmla="*/ 19587 h 175804"/>
                <a:gd name="csX347" fmla="*/ 137586 w 236953"/>
                <a:gd name="csY347" fmla="*/ 20064 h 175804"/>
                <a:gd name="csX348" fmla="*/ 143796 w 236953"/>
                <a:gd name="csY348" fmla="*/ 13854 h 175804"/>
                <a:gd name="csX349" fmla="*/ 146185 w 236953"/>
                <a:gd name="csY349" fmla="*/ 12421 h 175804"/>
                <a:gd name="csX350" fmla="*/ 149052 w 236953"/>
                <a:gd name="csY350" fmla="*/ 11465 h 175804"/>
                <a:gd name="csX351" fmla="*/ 149529 w 236953"/>
                <a:gd name="csY351" fmla="*/ 10988 h 175804"/>
                <a:gd name="csX352" fmla="*/ 154784 w 236953"/>
                <a:gd name="csY352" fmla="*/ 10032 h 175804"/>
                <a:gd name="csX353" fmla="*/ 164339 w 236953"/>
                <a:gd name="csY353" fmla="*/ 9555 h 175804"/>
                <a:gd name="csX354" fmla="*/ 173416 w 236953"/>
                <a:gd name="csY354" fmla="*/ 9555 h 175804"/>
                <a:gd name="csX355" fmla="*/ 174849 w 236953"/>
                <a:gd name="csY355" fmla="*/ 10032 h 175804"/>
                <a:gd name="csX356" fmla="*/ 178671 w 236953"/>
                <a:gd name="csY356" fmla="*/ 10988 h 175804"/>
                <a:gd name="csX357" fmla="*/ 178671 w 236953"/>
                <a:gd name="csY357" fmla="*/ 10988 h 175804"/>
                <a:gd name="csX358" fmla="*/ 184403 w 236953"/>
                <a:gd name="csY358" fmla="*/ 12898 h 175804"/>
                <a:gd name="csX359" fmla="*/ 187270 w 236953"/>
                <a:gd name="csY359" fmla="*/ 14809 h 175804"/>
                <a:gd name="csX360" fmla="*/ 191092 w 236953"/>
                <a:gd name="csY360" fmla="*/ 14809 h 175804"/>
                <a:gd name="csX361" fmla="*/ 193958 w 236953"/>
                <a:gd name="csY361" fmla="*/ 14809 h 175804"/>
                <a:gd name="csX362" fmla="*/ 194914 w 236953"/>
                <a:gd name="csY362" fmla="*/ 12898 h 175804"/>
                <a:gd name="csX363" fmla="*/ 197780 w 236953"/>
                <a:gd name="csY363" fmla="*/ 10510 h 175804"/>
                <a:gd name="csX364" fmla="*/ 199691 w 236953"/>
                <a:gd name="csY364" fmla="*/ 9077 h 175804"/>
                <a:gd name="csX365" fmla="*/ 202079 w 236953"/>
                <a:gd name="csY365" fmla="*/ 8121 h 175804"/>
                <a:gd name="csX366" fmla="*/ 205424 w 236953"/>
                <a:gd name="csY366" fmla="*/ 6210 h 175804"/>
                <a:gd name="csX367" fmla="*/ 208290 w 236953"/>
                <a:gd name="csY367" fmla="*/ 5733 h 175804"/>
                <a:gd name="csX368" fmla="*/ 211156 w 236953"/>
                <a:gd name="csY368" fmla="*/ 3822 h 175804"/>
                <a:gd name="csX369" fmla="*/ 213067 w 236953"/>
                <a:gd name="csY369" fmla="*/ 3344 h 175804"/>
                <a:gd name="csX370" fmla="*/ 216889 w 236953"/>
                <a:gd name="csY370" fmla="*/ 3344 h 175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</a:cxnLst>
              <a:rect l="l" t="t" r="r" b="b"/>
              <a:pathLst>
                <a:path w="236953" h="175804">
                  <a:moveTo>
                    <a:pt x="225488" y="14809"/>
                  </a:moveTo>
                  <a:lnTo>
                    <a:pt x="227399" y="23409"/>
                  </a:lnTo>
                  <a:lnTo>
                    <a:pt x="227877" y="25320"/>
                  </a:lnTo>
                  <a:lnTo>
                    <a:pt x="227877" y="25797"/>
                  </a:lnTo>
                  <a:lnTo>
                    <a:pt x="228355" y="26753"/>
                  </a:lnTo>
                  <a:lnTo>
                    <a:pt x="228355" y="27708"/>
                  </a:lnTo>
                  <a:lnTo>
                    <a:pt x="229788" y="28186"/>
                  </a:lnTo>
                  <a:lnTo>
                    <a:pt x="232654" y="28664"/>
                  </a:lnTo>
                  <a:lnTo>
                    <a:pt x="234565" y="29141"/>
                  </a:lnTo>
                  <a:lnTo>
                    <a:pt x="235998" y="30575"/>
                  </a:lnTo>
                  <a:lnTo>
                    <a:pt x="235998" y="31052"/>
                  </a:lnTo>
                  <a:lnTo>
                    <a:pt x="236954" y="32008"/>
                  </a:lnTo>
                  <a:lnTo>
                    <a:pt x="236954" y="32963"/>
                  </a:lnTo>
                  <a:lnTo>
                    <a:pt x="236954" y="35352"/>
                  </a:lnTo>
                  <a:lnTo>
                    <a:pt x="236476" y="38218"/>
                  </a:lnTo>
                  <a:lnTo>
                    <a:pt x="235521" y="39651"/>
                  </a:lnTo>
                  <a:lnTo>
                    <a:pt x="235998" y="42518"/>
                  </a:lnTo>
                  <a:lnTo>
                    <a:pt x="235998" y="43473"/>
                  </a:lnTo>
                  <a:lnTo>
                    <a:pt x="235521" y="44429"/>
                  </a:lnTo>
                  <a:lnTo>
                    <a:pt x="234087" y="44906"/>
                  </a:lnTo>
                  <a:lnTo>
                    <a:pt x="232654" y="45862"/>
                  </a:lnTo>
                  <a:lnTo>
                    <a:pt x="228355" y="48251"/>
                  </a:lnTo>
                  <a:lnTo>
                    <a:pt x="227399" y="48728"/>
                  </a:lnTo>
                  <a:lnTo>
                    <a:pt x="225488" y="48728"/>
                  </a:lnTo>
                  <a:lnTo>
                    <a:pt x="224055" y="49206"/>
                  </a:lnTo>
                  <a:lnTo>
                    <a:pt x="222144" y="50639"/>
                  </a:lnTo>
                  <a:lnTo>
                    <a:pt x="218322" y="55894"/>
                  </a:lnTo>
                  <a:lnTo>
                    <a:pt x="215456" y="60671"/>
                  </a:lnTo>
                  <a:lnTo>
                    <a:pt x="214023" y="64493"/>
                  </a:lnTo>
                  <a:lnTo>
                    <a:pt x="213067" y="68793"/>
                  </a:lnTo>
                  <a:lnTo>
                    <a:pt x="210201" y="71182"/>
                  </a:lnTo>
                  <a:lnTo>
                    <a:pt x="209723" y="72615"/>
                  </a:lnTo>
                  <a:lnTo>
                    <a:pt x="209245" y="73093"/>
                  </a:lnTo>
                  <a:lnTo>
                    <a:pt x="209245" y="75003"/>
                  </a:lnTo>
                  <a:lnTo>
                    <a:pt x="209245" y="78347"/>
                  </a:lnTo>
                  <a:lnTo>
                    <a:pt x="208768" y="79781"/>
                  </a:lnTo>
                  <a:lnTo>
                    <a:pt x="208290" y="80258"/>
                  </a:lnTo>
                  <a:lnTo>
                    <a:pt x="204946" y="81214"/>
                  </a:lnTo>
                  <a:lnTo>
                    <a:pt x="203035" y="82169"/>
                  </a:lnTo>
                  <a:lnTo>
                    <a:pt x="202079" y="84558"/>
                  </a:lnTo>
                  <a:lnTo>
                    <a:pt x="201602" y="86947"/>
                  </a:lnTo>
                  <a:lnTo>
                    <a:pt x="201124" y="89813"/>
                  </a:lnTo>
                  <a:lnTo>
                    <a:pt x="200646" y="92202"/>
                  </a:lnTo>
                  <a:lnTo>
                    <a:pt x="200168" y="93157"/>
                  </a:lnTo>
                  <a:lnTo>
                    <a:pt x="199213" y="94590"/>
                  </a:lnTo>
                  <a:lnTo>
                    <a:pt x="199213" y="94590"/>
                  </a:lnTo>
                  <a:lnTo>
                    <a:pt x="197780" y="96024"/>
                  </a:lnTo>
                  <a:lnTo>
                    <a:pt x="196347" y="96979"/>
                  </a:lnTo>
                  <a:lnTo>
                    <a:pt x="193003" y="97457"/>
                  </a:lnTo>
                  <a:lnTo>
                    <a:pt x="191092" y="100801"/>
                  </a:lnTo>
                  <a:lnTo>
                    <a:pt x="189659" y="103189"/>
                  </a:lnTo>
                  <a:lnTo>
                    <a:pt x="189181" y="104145"/>
                  </a:lnTo>
                  <a:lnTo>
                    <a:pt x="187748" y="109400"/>
                  </a:lnTo>
                  <a:lnTo>
                    <a:pt x="185359" y="113222"/>
                  </a:lnTo>
                  <a:lnTo>
                    <a:pt x="185359" y="114655"/>
                  </a:lnTo>
                  <a:lnTo>
                    <a:pt x="185359" y="115610"/>
                  </a:lnTo>
                  <a:lnTo>
                    <a:pt x="182015" y="119432"/>
                  </a:lnTo>
                  <a:lnTo>
                    <a:pt x="181059" y="120388"/>
                  </a:lnTo>
                  <a:lnTo>
                    <a:pt x="180104" y="121821"/>
                  </a:lnTo>
                  <a:lnTo>
                    <a:pt x="181059" y="122776"/>
                  </a:lnTo>
                  <a:lnTo>
                    <a:pt x="182015" y="124210"/>
                  </a:lnTo>
                  <a:lnTo>
                    <a:pt x="182015" y="124210"/>
                  </a:lnTo>
                  <a:lnTo>
                    <a:pt x="182015" y="124687"/>
                  </a:lnTo>
                  <a:lnTo>
                    <a:pt x="180582" y="125643"/>
                  </a:lnTo>
                  <a:lnTo>
                    <a:pt x="178193" y="127554"/>
                  </a:lnTo>
                  <a:lnTo>
                    <a:pt x="176282" y="128509"/>
                  </a:lnTo>
                  <a:lnTo>
                    <a:pt x="176282" y="128987"/>
                  </a:lnTo>
                  <a:lnTo>
                    <a:pt x="175804" y="131853"/>
                  </a:lnTo>
                  <a:lnTo>
                    <a:pt x="175327" y="132809"/>
                  </a:lnTo>
                  <a:lnTo>
                    <a:pt x="174371" y="133764"/>
                  </a:lnTo>
                  <a:lnTo>
                    <a:pt x="172938" y="135197"/>
                  </a:lnTo>
                  <a:lnTo>
                    <a:pt x="171505" y="136153"/>
                  </a:lnTo>
                  <a:lnTo>
                    <a:pt x="169594" y="136631"/>
                  </a:lnTo>
                  <a:lnTo>
                    <a:pt x="168161" y="136631"/>
                  </a:lnTo>
                  <a:lnTo>
                    <a:pt x="167205" y="136631"/>
                  </a:lnTo>
                  <a:lnTo>
                    <a:pt x="166727" y="135675"/>
                  </a:lnTo>
                  <a:lnTo>
                    <a:pt x="165772" y="131853"/>
                  </a:lnTo>
                  <a:lnTo>
                    <a:pt x="165294" y="131376"/>
                  </a:lnTo>
                  <a:lnTo>
                    <a:pt x="165294" y="131376"/>
                  </a:lnTo>
                  <a:lnTo>
                    <a:pt x="163861" y="130420"/>
                  </a:lnTo>
                  <a:lnTo>
                    <a:pt x="161950" y="128509"/>
                  </a:lnTo>
                  <a:lnTo>
                    <a:pt x="160039" y="126598"/>
                  </a:lnTo>
                  <a:lnTo>
                    <a:pt x="157173" y="125643"/>
                  </a:lnTo>
                  <a:lnTo>
                    <a:pt x="156695" y="125643"/>
                  </a:lnTo>
                  <a:lnTo>
                    <a:pt x="156218" y="125643"/>
                  </a:lnTo>
                  <a:lnTo>
                    <a:pt x="155262" y="128031"/>
                  </a:lnTo>
                  <a:lnTo>
                    <a:pt x="155262" y="128031"/>
                  </a:lnTo>
                  <a:lnTo>
                    <a:pt x="154784" y="128509"/>
                  </a:lnTo>
                  <a:lnTo>
                    <a:pt x="153351" y="128987"/>
                  </a:lnTo>
                  <a:lnTo>
                    <a:pt x="150962" y="128987"/>
                  </a:lnTo>
                  <a:lnTo>
                    <a:pt x="149052" y="128509"/>
                  </a:lnTo>
                  <a:lnTo>
                    <a:pt x="149052" y="128031"/>
                  </a:lnTo>
                  <a:lnTo>
                    <a:pt x="148574" y="127076"/>
                  </a:lnTo>
                  <a:lnTo>
                    <a:pt x="148096" y="126598"/>
                  </a:lnTo>
                  <a:lnTo>
                    <a:pt x="145707" y="128031"/>
                  </a:lnTo>
                  <a:lnTo>
                    <a:pt x="142841" y="129942"/>
                  </a:lnTo>
                  <a:lnTo>
                    <a:pt x="141408" y="130420"/>
                  </a:lnTo>
                  <a:lnTo>
                    <a:pt x="140930" y="130898"/>
                  </a:lnTo>
                  <a:lnTo>
                    <a:pt x="139497" y="132809"/>
                  </a:lnTo>
                  <a:lnTo>
                    <a:pt x="138542" y="135197"/>
                  </a:lnTo>
                  <a:lnTo>
                    <a:pt x="136631" y="136153"/>
                  </a:lnTo>
                  <a:lnTo>
                    <a:pt x="135197" y="137108"/>
                  </a:lnTo>
                  <a:lnTo>
                    <a:pt x="134242" y="138064"/>
                  </a:lnTo>
                  <a:lnTo>
                    <a:pt x="132809" y="139019"/>
                  </a:lnTo>
                  <a:lnTo>
                    <a:pt x="129942" y="141408"/>
                  </a:lnTo>
                  <a:lnTo>
                    <a:pt x="126598" y="144752"/>
                  </a:lnTo>
                  <a:lnTo>
                    <a:pt x="125165" y="146185"/>
                  </a:lnTo>
                  <a:lnTo>
                    <a:pt x="124210" y="148574"/>
                  </a:lnTo>
                  <a:lnTo>
                    <a:pt x="123254" y="151440"/>
                  </a:lnTo>
                  <a:lnTo>
                    <a:pt x="122299" y="154307"/>
                  </a:lnTo>
                  <a:lnTo>
                    <a:pt x="121343" y="159561"/>
                  </a:lnTo>
                  <a:lnTo>
                    <a:pt x="119910" y="161950"/>
                  </a:lnTo>
                  <a:lnTo>
                    <a:pt x="117999" y="164339"/>
                  </a:lnTo>
                  <a:lnTo>
                    <a:pt x="117044" y="165772"/>
                  </a:lnTo>
                  <a:lnTo>
                    <a:pt x="116566" y="167205"/>
                  </a:lnTo>
                  <a:lnTo>
                    <a:pt x="116088" y="167205"/>
                  </a:lnTo>
                  <a:lnTo>
                    <a:pt x="115611" y="167683"/>
                  </a:lnTo>
                  <a:lnTo>
                    <a:pt x="114177" y="167683"/>
                  </a:lnTo>
                  <a:lnTo>
                    <a:pt x="113222" y="166250"/>
                  </a:lnTo>
                  <a:lnTo>
                    <a:pt x="112266" y="166250"/>
                  </a:lnTo>
                  <a:lnTo>
                    <a:pt x="110355" y="164339"/>
                  </a:lnTo>
                  <a:lnTo>
                    <a:pt x="110355" y="164339"/>
                  </a:lnTo>
                  <a:lnTo>
                    <a:pt x="111789" y="169116"/>
                  </a:lnTo>
                  <a:lnTo>
                    <a:pt x="111311" y="171027"/>
                  </a:lnTo>
                  <a:lnTo>
                    <a:pt x="106056" y="171027"/>
                  </a:lnTo>
                  <a:lnTo>
                    <a:pt x="101756" y="171505"/>
                  </a:lnTo>
                  <a:lnTo>
                    <a:pt x="98412" y="171505"/>
                  </a:lnTo>
                  <a:lnTo>
                    <a:pt x="96979" y="171027"/>
                  </a:lnTo>
                  <a:lnTo>
                    <a:pt x="96024" y="169116"/>
                  </a:lnTo>
                  <a:lnTo>
                    <a:pt x="96024" y="169116"/>
                  </a:lnTo>
                  <a:lnTo>
                    <a:pt x="95546" y="170072"/>
                  </a:lnTo>
                  <a:lnTo>
                    <a:pt x="94590" y="171027"/>
                  </a:lnTo>
                  <a:lnTo>
                    <a:pt x="91246" y="171027"/>
                  </a:lnTo>
                  <a:lnTo>
                    <a:pt x="89813" y="170072"/>
                  </a:lnTo>
                  <a:lnTo>
                    <a:pt x="88380" y="168638"/>
                  </a:lnTo>
                  <a:lnTo>
                    <a:pt x="87424" y="168161"/>
                  </a:lnTo>
                  <a:lnTo>
                    <a:pt x="87424" y="168638"/>
                  </a:lnTo>
                  <a:lnTo>
                    <a:pt x="88858" y="170072"/>
                  </a:lnTo>
                  <a:lnTo>
                    <a:pt x="88858" y="171505"/>
                  </a:lnTo>
                  <a:lnTo>
                    <a:pt x="85991" y="173893"/>
                  </a:lnTo>
                  <a:lnTo>
                    <a:pt x="84080" y="173893"/>
                  </a:lnTo>
                  <a:lnTo>
                    <a:pt x="83125" y="172938"/>
                  </a:lnTo>
                  <a:lnTo>
                    <a:pt x="82647" y="171505"/>
                  </a:lnTo>
                  <a:lnTo>
                    <a:pt x="82170" y="169116"/>
                  </a:lnTo>
                  <a:lnTo>
                    <a:pt x="81692" y="167683"/>
                  </a:lnTo>
                  <a:lnTo>
                    <a:pt x="81214" y="167683"/>
                  </a:lnTo>
                  <a:lnTo>
                    <a:pt x="81214" y="169116"/>
                  </a:lnTo>
                  <a:lnTo>
                    <a:pt x="81692" y="170072"/>
                  </a:lnTo>
                  <a:lnTo>
                    <a:pt x="81692" y="172460"/>
                  </a:lnTo>
                  <a:lnTo>
                    <a:pt x="82647" y="174371"/>
                  </a:lnTo>
                  <a:lnTo>
                    <a:pt x="80736" y="174849"/>
                  </a:lnTo>
                  <a:lnTo>
                    <a:pt x="79781" y="174849"/>
                  </a:lnTo>
                  <a:lnTo>
                    <a:pt x="78347" y="174849"/>
                  </a:lnTo>
                  <a:lnTo>
                    <a:pt x="77870" y="174371"/>
                  </a:lnTo>
                  <a:lnTo>
                    <a:pt x="77870" y="172938"/>
                  </a:lnTo>
                  <a:lnTo>
                    <a:pt x="77392" y="172460"/>
                  </a:lnTo>
                  <a:lnTo>
                    <a:pt x="76914" y="174849"/>
                  </a:lnTo>
                  <a:lnTo>
                    <a:pt x="75959" y="174849"/>
                  </a:lnTo>
                  <a:lnTo>
                    <a:pt x="75004" y="174849"/>
                  </a:lnTo>
                  <a:lnTo>
                    <a:pt x="71659" y="175326"/>
                  </a:lnTo>
                  <a:lnTo>
                    <a:pt x="71182" y="175326"/>
                  </a:lnTo>
                  <a:lnTo>
                    <a:pt x="70704" y="174849"/>
                  </a:lnTo>
                  <a:lnTo>
                    <a:pt x="71182" y="174371"/>
                  </a:lnTo>
                  <a:lnTo>
                    <a:pt x="71182" y="172938"/>
                  </a:lnTo>
                  <a:lnTo>
                    <a:pt x="70226" y="173893"/>
                  </a:lnTo>
                  <a:lnTo>
                    <a:pt x="69748" y="175804"/>
                  </a:lnTo>
                  <a:lnTo>
                    <a:pt x="69271" y="175804"/>
                  </a:lnTo>
                  <a:lnTo>
                    <a:pt x="67360" y="175804"/>
                  </a:lnTo>
                  <a:lnTo>
                    <a:pt x="65449" y="174849"/>
                  </a:lnTo>
                  <a:lnTo>
                    <a:pt x="64016" y="173893"/>
                  </a:lnTo>
                  <a:lnTo>
                    <a:pt x="61627" y="172938"/>
                  </a:lnTo>
                  <a:lnTo>
                    <a:pt x="57805" y="169116"/>
                  </a:lnTo>
                  <a:lnTo>
                    <a:pt x="56850" y="167683"/>
                  </a:lnTo>
                  <a:lnTo>
                    <a:pt x="55894" y="165772"/>
                  </a:lnTo>
                  <a:lnTo>
                    <a:pt x="54939" y="163861"/>
                  </a:lnTo>
                  <a:lnTo>
                    <a:pt x="53506" y="160517"/>
                  </a:lnTo>
                  <a:lnTo>
                    <a:pt x="53983" y="160517"/>
                  </a:lnTo>
                  <a:lnTo>
                    <a:pt x="54939" y="160517"/>
                  </a:lnTo>
                  <a:lnTo>
                    <a:pt x="55416" y="160039"/>
                  </a:lnTo>
                  <a:lnTo>
                    <a:pt x="53506" y="159561"/>
                  </a:lnTo>
                  <a:lnTo>
                    <a:pt x="53506" y="159561"/>
                  </a:lnTo>
                  <a:lnTo>
                    <a:pt x="53028" y="158128"/>
                  </a:lnTo>
                  <a:lnTo>
                    <a:pt x="53506" y="156695"/>
                  </a:lnTo>
                  <a:lnTo>
                    <a:pt x="54939" y="156217"/>
                  </a:lnTo>
                  <a:lnTo>
                    <a:pt x="55894" y="156217"/>
                  </a:lnTo>
                  <a:lnTo>
                    <a:pt x="56372" y="155262"/>
                  </a:lnTo>
                  <a:lnTo>
                    <a:pt x="56850" y="154307"/>
                  </a:lnTo>
                  <a:lnTo>
                    <a:pt x="53506" y="155740"/>
                  </a:lnTo>
                  <a:lnTo>
                    <a:pt x="50639" y="154307"/>
                  </a:lnTo>
                  <a:lnTo>
                    <a:pt x="50162" y="153351"/>
                  </a:lnTo>
                  <a:lnTo>
                    <a:pt x="50162" y="152396"/>
                  </a:lnTo>
                  <a:lnTo>
                    <a:pt x="51595" y="152396"/>
                  </a:lnTo>
                  <a:lnTo>
                    <a:pt x="53983" y="152396"/>
                  </a:lnTo>
                  <a:lnTo>
                    <a:pt x="54939" y="151918"/>
                  </a:lnTo>
                  <a:lnTo>
                    <a:pt x="54461" y="151440"/>
                  </a:lnTo>
                  <a:lnTo>
                    <a:pt x="53028" y="151440"/>
                  </a:lnTo>
                  <a:lnTo>
                    <a:pt x="52550" y="150962"/>
                  </a:lnTo>
                  <a:lnTo>
                    <a:pt x="52550" y="150007"/>
                  </a:lnTo>
                  <a:lnTo>
                    <a:pt x="52072" y="150485"/>
                  </a:lnTo>
                  <a:lnTo>
                    <a:pt x="51595" y="151440"/>
                  </a:lnTo>
                  <a:lnTo>
                    <a:pt x="49684" y="151918"/>
                  </a:lnTo>
                  <a:lnTo>
                    <a:pt x="48251" y="151440"/>
                  </a:lnTo>
                  <a:lnTo>
                    <a:pt x="48251" y="149529"/>
                  </a:lnTo>
                  <a:lnTo>
                    <a:pt x="47773" y="149051"/>
                  </a:lnTo>
                  <a:lnTo>
                    <a:pt x="46817" y="148574"/>
                  </a:lnTo>
                  <a:lnTo>
                    <a:pt x="43473" y="144274"/>
                  </a:lnTo>
                  <a:lnTo>
                    <a:pt x="38696" y="140930"/>
                  </a:lnTo>
                  <a:lnTo>
                    <a:pt x="34874" y="138542"/>
                  </a:lnTo>
                  <a:lnTo>
                    <a:pt x="28664" y="137108"/>
                  </a:lnTo>
                  <a:lnTo>
                    <a:pt x="15765" y="137108"/>
                  </a:lnTo>
                  <a:lnTo>
                    <a:pt x="15287" y="137108"/>
                  </a:lnTo>
                  <a:lnTo>
                    <a:pt x="16243" y="136631"/>
                  </a:lnTo>
                  <a:lnTo>
                    <a:pt x="17198" y="136153"/>
                  </a:lnTo>
                  <a:lnTo>
                    <a:pt x="21498" y="134242"/>
                  </a:lnTo>
                  <a:lnTo>
                    <a:pt x="20542" y="133764"/>
                  </a:lnTo>
                  <a:lnTo>
                    <a:pt x="16243" y="135197"/>
                  </a:lnTo>
                  <a:lnTo>
                    <a:pt x="14809" y="135197"/>
                  </a:lnTo>
                  <a:lnTo>
                    <a:pt x="12899" y="137586"/>
                  </a:lnTo>
                  <a:lnTo>
                    <a:pt x="1911" y="138064"/>
                  </a:lnTo>
                  <a:lnTo>
                    <a:pt x="478" y="138064"/>
                  </a:lnTo>
                  <a:lnTo>
                    <a:pt x="478" y="137108"/>
                  </a:lnTo>
                  <a:lnTo>
                    <a:pt x="956" y="133764"/>
                  </a:lnTo>
                  <a:lnTo>
                    <a:pt x="1433" y="132809"/>
                  </a:lnTo>
                  <a:lnTo>
                    <a:pt x="1911" y="131853"/>
                  </a:lnTo>
                  <a:lnTo>
                    <a:pt x="1433" y="130898"/>
                  </a:lnTo>
                  <a:lnTo>
                    <a:pt x="956" y="129465"/>
                  </a:lnTo>
                  <a:lnTo>
                    <a:pt x="956" y="127076"/>
                  </a:lnTo>
                  <a:lnTo>
                    <a:pt x="1433" y="126120"/>
                  </a:lnTo>
                  <a:lnTo>
                    <a:pt x="1433" y="125165"/>
                  </a:lnTo>
                  <a:lnTo>
                    <a:pt x="1433" y="123732"/>
                  </a:lnTo>
                  <a:lnTo>
                    <a:pt x="1433" y="119432"/>
                  </a:lnTo>
                  <a:lnTo>
                    <a:pt x="1911" y="118954"/>
                  </a:lnTo>
                  <a:lnTo>
                    <a:pt x="1911" y="118477"/>
                  </a:lnTo>
                  <a:lnTo>
                    <a:pt x="1911" y="117999"/>
                  </a:lnTo>
                  <a:lnTo>
                    <a:pt x="1433" y="116566"/>
                  </a:lnTo>
                  <a:lnTo>
                    <a:pt x="956" y="115133"/>
                  </a:lnTo>
                  <a:lnTo>
                    <a:pt x="956" y="113222"/>
                  </a:lnTo>
                  <a:lnTo>
                    <a:pt x="478" y="111311"/>
                  </a:lnTo>
                  <a:lnTo>
                    <a:pt x="0" y="110833"/>
                  </a:lnTo>
                  <a:lnTo>
                    <a:pt x="478" y="107489"/>
                  </a:lnTo>
                  <a:lnTo>
                    <a:pt x="478" y="103189"/>
                  </a:lnTo>
                  <a:lnTo>
                    <a:pt x="478" y="101278"/>
                  </a:lnTo>
                  <a:lnTo>
                    <a:pt x="956" y="100323"/>
                  </a:lnTo>
                  <a:lnTo>
                    <a:pt x="956" y="96979"/>
                  </a:lnTo>
                  <a:lnTo>
                    <a:pt x="956" y="94112"/>
                  </a:lnTo>
                  <a:lnTo>
                    <a:pt x="1911" y="89335"/>
                  </a:lnTo>
                  <a:lnTo>
                    <a:pt x="4299" y="88858"/>
                  </a:lnTo>
                  <a:lnTo>
                    <a:pt x="7166" y="88380"/>
                  </a:lnTo>
                  <a:lnTo>
                    <a:pt x="8599" y="86469"/>
                  </a:lnTo>
                  <a:lnTo>
                    <a:pt x="9077" y="84080"/>
                  </a:lnTo>
                  <a:lnTo>
                    <a:pt x="9077" y="81692"/>
                  </a:lnTo>
                  <a:lnTo>
                    <a:pt x="9555" y="81214"/>
                  </a:lnTo>
                  <a:lnTo>
                    <a:pt x="10988" y="79781"/>
                  </a:lnTo>
                  <a:lnTo>
                    <a:pt x="12899" y="77870"/>
                  </a:lnTo>
                  <a:lnTo>
                    <a:pt x="12899" y="77870"/>
                  </a:lnTo>
                  <a:lnTo>
                    <a:pt x="12899" y="75959"/>
                  </a:lnTo>
                  <a:lnTo>
                    <a:pt x="13376" y="75003"/>
                  </a:lnTo>
                  <a:lnTo>
                    <a:pt x="14332" y="74526"/>
                  </a:lnTo>
                  <a:lnTo>
                    <a:pt x="15765" y="74526"/>
                  </a:lnTo>
                  <a:lnTo>
                    <a:pt x="17198" y="73570"/>
                  </a:lnTo>
                  <a:lnTo>
                    <a:pt x="17198" y="73570"/>
                  </a:lnTo>
                  <a:lnTo>
                    <a:pt x="18154" y="71659"/>
                  </a:lnTo>
                  <a:lnTo>
                    <a:pt x="19109" y="68793"/>
                  </a:lnTo>
                  <a:lnTo>
                    <a:pt x="17676" y="66882"/>
                  </a:lnTo>
                  <a:lnTo>
                    <a:pt x="17676" y="66404"/>
                  </a:lnTo>
                  <a:lnTo>
                    <a:pt x="17676" y="66404"/>
                  </a:lnTo>
                  <a:lnTo>
                    <a:pt x="18154" y="65449"/>
                  </a:lnTo>
                  <a:lnTo>
                    <a:pt x="19109" y="64016"/>
                  </a:lnTo>
                  <a:lnTo>
                    <a:pt x="20065" y="64016"/>
                  </a:lnTo>
                  <a:lnTo>
                    <a:pt x="21498" y="64016"/>
                  </a:lnTo>
                  <a:lnTo>
                    <a:pt x="21498" y="64016"/>
                  </a:lnTo>
                  <a:lnTo>
                    <a:pt x="21498" y="64016"/>
                  </a:lnTo>
                  <a:lnTo>
                    <a:pt x="21975" y="63538"/>
                  </a:lnTo>
                  <a:lnTo>
                    <a:pt x="22931" y="60671"/>
                  </a:lnTo>
                  <a:lnTo>
                    <a:pt x="22931" y="59716"/>
                  </a:lnTo>
                  <a:lnTo>
                    <a:pt x="21498" y="57805"/>
                  </a:lnTo>
                  <a:lnTo>
                    <a:pt x="21020" y="55894"/>
                  </a:lnTo>
                  <a:lnTo>
                    <a:pt x="21020" y="53983"/>
                  </a:lnTo>
                  <a:lnTo>
                    <a:pt x="20542" y="52072"/>
                  </a:lnTo>
                  <a:lnTo>
                    <a:pt x="20065" y="51117"/>
                  </a:lnTo>
                  <a:lnTo>
                    <a:pt x="20065" y="51117"/>
                  </a:lnTo>
                  <a:lnTo>
                    <a:pt x="19587" y="50639"/>
                  </a:lnTo>
                  <a:lnTo>
                    <a:pt x="19109" y="50162"/>
                  </a:lnTo>
                  <a:lnTo>
                    <a:pt x="16243" y="45862"/>
                  </a:lnTo>
                  <a:lnTo>
                    <a:pt x="16243" y="43951"/>
                  </a:lnTo>
                  <a:lnTo>
                    <a:pt x="17198" y="41562"/>
                  </a:lnTo>
                  <a:lnTo>
                    <a:pt x="18154" y="40607"/>
                  </a:lnTo>
                  <a:lnTo>
                    <a:pt x="19109" y="39651"/>
                  </a:lnTo>
                  <a:lnTo>
                    <a:pt x="19109" y="39651"/>
                  </a:lnTo>
                  <a:lnTo>
                    <a:pt x="19587" y="39174"/>
                  </a:lnTo>
                  <a:lnTo>
                    <a:pt x="19109" y="38696"/>
                  </a:lnTo>
                  <a:lnTo>
                    <a:pt x="19109" y="38696"/>
                  </a:lnTo>
                  <a:lnTo>
                    <a:pt x="18631" y="38218"/>
                  </a:lnTo>
                  <a:lnTo>
                    <a:pt x="18631" y="36785"/>
                  </a:lnTo>
                  <a:lnTo>
                    <a:pt x="18631" y="36307"/>
                  </a:lnTo>
                  <a:lnTo>
                    <a:pt x="19109" y="35352"/>
                  </a:lnTo>
                  <a:lnTo>
                    <a:pt x="19109" y="33919"/>
                  </a:lnTo>
                  <a:lnTo>
                    <a:pt x="19109" y="31052"/>
                  </a:lnTo>
                  <a:lnTo>
                    <a:pt x="19109" y="27230"/>
                  </a:lnTo>
                  <a:lnTo>
                    <a:pt x="19109" y="25320"/>
                  </a:lnTo>
                  <a:lnTo>
                    <a:pt x="21498" y="23409"/>
                  </a:lnTo>
                  <a:lnTo>
                    <a:pt x="25320" y="20542"/>
                  </a:lnTo>
                  <a:lnTo>
                    <a:pt x="25320" y="20542"/>
                  </a:lnTo>
                  <a:lnTo>
                    <a:pt x="26753" y="17676"/>
                  </a:lnTo>
                  <a:lnTo>
                    <a:pt x="26753" y="17676"/>
                  </a:lnTo>
                  <a:lnTo>
                    <a:pt x="27708" y="15287"/>
                  </a:lnTo>
                  <a:lnTo>
                    <a:pt x="29141" y="7644"/>
                  </a:lnTo>
                  <a:lnTo>
                    <a:pt x="30097" y="7644"/>
                  </a:lnTo>
                  <a:lnTo>
                    <a:pt x="31052" y="7166"/>
                  </a:lnTo>
                  <a:lnTo>
                    <a:pt x="32963" y="5733"/>
                  </a:lnTo>
                  <a:lnTo>
                    <a:pt x="34397" y="4299"/>
                  </a:lnTo>
                  <a:lnTo>
                    <a:pt x="37263" y="3344"/>
                  </a:lnTo>
                  <a:lnTo>
                    <a:pt x="39174" y="2866"/>
                  </a:lnTo>
                  <a:lnTo>
                    <a:pt x="42518" y="2389"/>
                  </a:lnTo>
                  <a:lnTo>
                    <a:pt x="44429" y="2389"/>
                  </a:lnTo>
                  <a:lnTo>
                    <a:pt x="47773" y="2389"/>
                  </a:lnTo>
                  <a:lnTo>
                    <a:pt x="50639" y="2389"/>
                  </a:lnTo>
                  <a:lnTo>
                    <a:pt x="53028" y="955"/>
                  </a:lnTo>
                  <a:lnTo>
                    <a:pt x="54461" y="478"/>
                  </a:lnTo>
                  <a:lnTo>
                    <a:pt x="55894" y="0"/>
                  </a:lnTo>
                  <a:lnTo>
                    <a:pt x="62582" y="1911"/>
                  </a:lnTo>
                  <a:lnTo>
                    <a:pt x="69271" y="3822"/>
                  </a:lnTo>
                  <a:lnTo>
                    <a:pt x="70704" y="3822"/>
                  </a:lnTo>
                  <a:lnTo>
                    <a:pt x="71659" y="4299"/>
                  </a:lnTo>
                  <a:lnTo>
                    <a:pt x="73570" y="5255"/>
                  </a:lnTo>
                  <a:lnTo>
                    <a:pt x="75959" y="7166"/>
                  </a:lnTo>
                  <a:lnTo>
                    <a:pt x="77392" y="8599"/>
                  </a:lnTo>
                  <a:lnTo>
                    <a:pt x="78347" y="9555"/>
                  </a:lnTo>
                  <a:lnTo>
                    <a:pt x="81692" y="14332"/>
                  </a:lnTo>
                  <a:lnTo>
                    <a:pt x="83125" y="15765"/>
                  </a:lnTo>
                  <a:lnTo>
                    <a:pt x="84558" y="16243"/>
                  </a:lnTo>
                  <a:lnTo>
                    <a:pt x="85991" y="16243"/>
                  </a:lnTo>
                  <a:lnTo>
                    <a:pt x="86947" y="16243"/>
                  </a:lnTo>
                  <a:lnTo>
                    <a:pt x="87902" y="15765"/>
                  </a:lnTo>
                  <a:lnTo>
                    <a:pt x="89335" y="14809"/>
                  </a:lnTo>
                  <a:lnTo>
                    <a:pt x="91246" y="14332"/>
                  </a:lnTo>
                  <a:lnTo>
                    <a:pt x="92679" y="14332"/>
                  </a:lnTo>
                  <a:lnTo>
                    <a:pt x="101279" y="10032"/>
                  </a:lnTo>
                  <a:lnTo>
                    <a:pt x="101279" y="10032"/>
                  </a:lnTo>
                  <a:lnTo>
                    <a:pt x="102234" y="10032"/>
                  </a:lnTo>
                  <a:lnTo>
                    <a:pt x="102234" y="10032"/>
                  </a:lnTo>
                  <a:lnTo>
                    <a:pt x="104623" y="10510"/>
                  </a:lnTo>
                  <a:lnTo>
                    <a:pt x="107489" y="10988"/>
                  </a:lnTo>
                  <a:lnTo>
                    <a:pt x="114655" y="15287"/>
                  </a:lnTo>
                  <a:lnTo>
                    <a:pt x="120388" y="18154"/>
                  </a:lnTo>
                  <a:lnTo>
                    <a:pt x="124687" y="19109"/>
                  </a:lnTo>
                  <a:lnTo>
                    <a:pt x="129465" y="19587"/>
                  </a:lnTo>
                  <a:lnTo>
                    <a:pt x="137586" y="20064"/>
                  </a:lnTo>
                  <a:lnTo>
                    <a:pt x="143796" y="13854"/>
                  </a:lnTo>
                  <a:lnTo>
                    <a:pt x="146185" y="12421"/>
                  </a:lnTo>
                  <a:lnTo>
                    <a:pt x="149052" y="11465"/>
                  </a:lnTo>
                  <a:lnTo>
                    <a:pt x="149529" y="10988"/>
                  </a:lnTo>
                  <a:lnTo>
                    <a:pt x="154784" y="10032"/>
                  </a:lnTo>
                  <a:lnTo>
                    <a:pt x="164339" y="9555"/>
                  </a:lnTo>
                  <a:lnTo>
                    <a:pt x="173416" y="9555"/>
                  </a:lnTo>
                  <a:lnTo>
                    <a:pt x="174849" y="10032"/>
                  </a:lnTo>
                  <a:lnTo>
                    <a:pt x="178671" y="10988"/>
                  </a:lnTo>
                  <a:lnTo>
                    <a:pt x="178671" y="10988"/>
                  </a:lnTo>
                  <a:lnTo>
                    <a:pt x="184403" y="12898"/>
                  </a:lnTo>
                  <a:lnTo>
                    <a:pt x="187270" y="14809"/>
                  </a:lnTo>
                  <a:lnTo>
                    <a:pt x="191092" y="14809"/>
                  </a:lnTo>
                  <a:lnTo>
                    <a:pt x="193958" y="14809"/>
                  </a:lnTo>
                  <a:lnTo>
                    <a:pt x="194914" y="12898"/>
                  </a:lnTo>
                  <a:lnTo>
                    <a:pt x="197780" y="10510"/>
                  </a:lnTo>
                  <a:lnTo>
                    <a:pt x="199691" y="9077"/>
                  </a:lnTo>
                  <a:lnTo>
                    <a:pt x="202079" y="8121"/>
                  </a:lnTo>
                  <a:lnTo>
                    <a:pt x="205424" y="6210"/>
                  </a:lnTo>
                  <a:lnTo>
                    <a:pt x="208290" y="5733"/>
                  </a:lnTo>
                  <a:lnTo>
                    <a:pt x="211156" y="3822"/>
                  </a:lnTo>
                  <a:lnTo>
                    <a:pt x="213067" y="3344"/>
                  </a:lnTo>
                  <a:lnTo>
                    <a:pt x="216889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4" name="Freeform 5103">
              <a:extLst>
                <a:ext uri="{FF2B5EF4-FFF2-40B4-BE49-F238E27FC236}">
                  <a16:creationId xmlns:a16="http://schemas.microsoft.com/office/drawing/2014/main" id="{5426B5E3-B954-6C5E-8982-1EE2B0A4EDB8}"/>
                </a:ext>
              </a:extLst>
            </p:cNvPr>
            <p:cNvSpPr/>
            <p:nvPr/>
          </p:nvSpPr>
          <p:spPr>
            <a:xfrm>
              <a:off x="6025295" y="4652726"/>
              <a:ext cx="3821" cy="2388"/>
            </a:xfrm>
            <a:custGeom>
              <a:avLst/>
              <a:gdLst>
                <a:gd name="csX0" fmla="*/ 3344 w 3821"/>
                <a:gd name="csY0" fmla="*/ 1911 h 2388"/>
                <a:gd name="csX1" fmla="*/ 1433 w 3821"/>
                <a:gd name="csY1" fmla="*/ 2389 h 2388"/>
                <a:gd name="csX2" fmla="*/ 0 w 3821"/>
                <a:gd name="csY2" fmla="*/ 2389 h 2388"/>
                <a:gd name="csX3" fmla="*/ 1911 w 3821"/>
                <a:gd name="csY3" fmla="*/ 0 h 2388"/>
                <a:gd name="csX4" fmla="*/ 2866 w 3821"/>
                <a:gd name="csY4" fmla="*/ 478 h 2388"/>
                <a:gd name="csX5" fmla="*/ 3822 w 3821"/>
                <a:gd name="csY5" fmla="*/ 478 h 2388"/>
                <a:gd name="csX6" fmla="*/ 3344 w 3821"/>
                <a:gd name="csY6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2388">
                  <a:moveTo>
                    <a:pt x="3344" y="1911"/>
                  </a:moveTo>
                  <a:lnTo>
                    <a:pt x="1433" y="2389"/>
                  </a:lnTo>
                  <a:lnTo>
                    <a:pt x="0" y="2389"/>
                  </a:lnTo>
                  <a:lnTo>
                    <a:pt x="1911" y="0"/>
                  </a:lnTo>
                  <a:lnTo>
                    <a:pt x="2866" y="478"/>
                  </a:lnTo>
                  <a:lnTo>
                    <a:pt x="3822" y="478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5" name="Freeform 5104">
              <a:extLst>
                <a:ext uri="{FF2B5EF4-FFF2-40B4-BE49-F238E27FC236}">
                  <a16:creationId xmlns:a16="http://schemas.microsoft.com/office/drawing/2014/main" id="{93F7B8A7-CCE4-4362-F2CC-503AA8435FAE}"/>
                </a:ext>
              </a:extLst>
            </p:cNvPr>
            <p:cNvSpPr/>
            <p:nvPr/>
          </p:nvSpPr>
          <p:spPr>
            <a:xfrm>
              <a:off x="4144952" y="4460202"/>
              <a:ext cx="89813" cy="79302"/>
            </a:xfrm>
            <a:custGeom>
              <a:avLst/>
              <a:gdLst>
                <a:gd name="csX0" fmla="*/ 89813 w 89813"/>
                <a:gd name="csY0" fmla="*/ 478 h 79302"/>
                <a:gd name="csX1" fmla="*/ 89335 w 89813"/>
                <a:gd name="csY1" fmla="*/ 956 h 79302"/>
                <a:gd name="csX2" fmla="*/ 88380 w 89813"/>
                <a:gd name="csY2" fmla="*/ 1433 h 79302"/>
                <a:gd name="csX3" fmla="*/ 87425 w 89813"/>
                <a:gd name="csY3" fmla="*/ 3822 h 79302"/>
                <a:gd name="csX4" fmla="*/ 86947 w 89813"/>
                <a:gd name="csY4" fmla="*/ 3822 h 79302"/>
                <a:gd name="csX5" fmla="*/ 86947 w 89813"/>
                <a:gd name="csY5" fmla="*/ 2389 h 79302"/>
                <a:gd name="csX6" fmla="*/ 85991 w 89813"/>
                <a:gd name="csY6" fmla="*/ 1911 h 79302"/>
                <a:gd name="csX7" fmla="*/ 85036 w 89813"/>
                <a:gd name="csY7" fmla="*/ 2389 h 79302"/>
                <a:gd name="csX8" fmla="*/ 84558 w 89813"/>
                <a:gd name="csY8" fmla="*/ 3344 h 79302"/>
                <a:gd name="csX9" fmla="*/ 85514 w 89813"/>
                <a:gd name="csY9" fmla="*/ 4300 h 79302"/>
                <a:gd name="csX10" fmla="*/ 85991 w 89813"/>
                <a:gd name="csY10" fmla="*/ 4300 h 79302"/>
                <a:gd name="csX11" fmla="*/ 86947 w 89813"/>
                <a:gd name="csY11" fmla="*/ 4777 h 79302"/>
                <a:gd name="csX12" fmla="*/ 88858 w 89813"/>
                <a:gd name="csY12" fmla="*/ 12421 h 79302"/>
                <a:gd name="csX13" fmla="*/ 88380 w 89813"/>
                <a:gd name="csY13" fmla="*/ 13854 h 79302"/>
                <a:gd name="csX14" fmla="*/ 87425 w 89813"/>
                <a:gd name="csY14" fmla="*/ 15765 h 79302"/>
                <a:gd name="csX15" fmla="*/ 85991 w 89813"/>
                <a:gd name="csY15" fmla="*/ 17676 h 79302"/>
                <a:gd name="csX16" fmla="*/ 84558 w 89813"/>
                <a:gd name="csY16" fmla="*/ 19109 h 79302"/>
                <a:gd name="csX17" fmla="*/ 83125 w 89813"/>
                <a:gd name="csY17" fmla="*/ 23886 h 79302"/>
                <a:gd name="csX18" fmla="*/ 81692 w 89813"/>
                <a:gd name="csY18" fmla="*/ 31530 h 79302"/>
                <a:gd name="csX19" fmla="*/ 82647 w 89813"/>
                <a:gd name="csY19" fmla="*/ 38218 h 79302"/>
                <a:gd name="csX20" fmla="*/ 82170 w 89813"/>
                <a:gd name="csY20" fmla="*/ 44907 h 79302"/>
                <a:gd name="csX21" fmla="*/ 82647 w 89813"/>
                <a:gd name="csY21" fmla="*/ 46340 h 79302"/>
                <a:gd name="csX22" fmla="*/ 82647 w 89813"/>
                <a:gd name="csY22" fmla="*/ 48251 h 79302"/>
                <a:gd name="csX23" fmla="*/ 81692 w 89813"/>
                <a:gd name="csY23" fmla="*/ 48728 h 79302"/>
                <a:gd name="csX24" fmla="*/ 81214 w 89813"/>
                <a:gd name="csY24" fmla="*/ 48728 h 79302"/>
                <a:gd name="csX25" fmla="*/ 80259 w 89813"/>
                <a:gd name="csY25" fmla="*/ 47295 h 79302"/>
                <a:gd name="csX26" fmla="*/ 80259 w 89813"/>
                <a:gd name="csY26" fmla="*/ 46340 h 79302"/>
                <a:gd name="csX27" fmla="*/ 81214 w 89813"/>
                <a:gd name="csY27" fmla="*/ 45384 h 79302"/>
                <a:gd name="csX28" fmla="*/ 81214 w 89813"/>
                <a:gd name="csY28" fmla="*/ 43473 h 79302"/>
                <a:gd name="csX29" fmla="*/ 81214 w 89813"/>
                <a:gd name="csY29" fmla="*/ 42518 h 79302"/>
                <a:gd name="csX30" fmla="*/ 80259 w 89813"/>
                <a:gd name="csY30" fmla="*/ 44429 h 79302"/>
                <a:gd name="csX31" fmla="*/ 79303 w 89813"/>
                <a:gd name="csY31" fmla="*/ 45384 h 79302"/>
                <a:gd name="csX32" fmla="*/ 78348 w 89813"/>
                <a:gd name="csY32" fmla="*/ 45862 h 79302"/>
                <a:gd name="csX33" fmla="*/ 77870 w 89813"/>
                <a:gd name="csY33" fmla="*/ 46817 h 79302"/>
                <a:gd name="csX34" fmla="*/ 78825 w 89813"/>
                <a:gd name="csY34" fmla="*/ 48251 h 79302"/>
                <a:gd name="csX35" fmla="*/ 79781 w 89813"/>
                <a:gd name="csY35" fmla="*/ 49684 h 79302"/>
                <a:gd name="csX36" fmla="*/ 79781 w 89813"/>
                <a:gd name="csY36" fmla="*/ 50639 h 79302"/>
                <a:gd name="csX37" fmla="*/ 79781 w 89813"/>
                <a:gd name="csY37" fmla="*/ 51595 h 79302"/>
                <a:gd name="csX38" fmla="*/ 79303 w 89813"/>
                <a:gd name="csY38" fmla="*/ 55417 h 79302"/>
                <a:gd name="csX39" fmla="*/ 78825 w 89813"/>
                <a:gd name="csY39" fmla="*/ 55417 h 79302"/>
                <a:gd name="csX40" fmla="*/ 78825 w 89813"/>
                <a:gd name="csY40" fmla="*/ 54939 h 79302"/>
                <a:gd name="csX41" fmla="*/ 77392 w 89813"/>
                <a:gd name="csY41" fmla="*/ 54939 h 79302"/>
                <a:gd name="csX42" fmla="*/ 77392 w 89813"/>
                <a:gd name="csY42" fmla="*/ 56372 h 79302"/>
                <a:gd name="csX43" fmla="*/ 77392 w 89813"/>
                <a:gd name="csY43" fmla="*/ 57328 h 79302"/>
                <a:gd name="csX44" fmla="*/ 76915 w 89813"/>
                <a:gd name="csY44" fmla="*/ 57805 h 79302"/>
                <a:gd name="csX45" fmla="*/ 76437 w 89813"/>
                <a:gd name="csY45" fmla="*/ 58283 h 79302"/>
                <a:gd name="csX46" fmla="*/ 76915 w 89813"/>
                <a:gd name="csY46" fmla="*/ 58761 h 79302"/>
                <a:gd name="csX47" fmla="*/ 77870 w 89813"/>
                <a:gd name="csY47" fmla="*/ 59239 h 79302"/>
                <a:gd name="csX48" fmla="*/ 78825 w 89813"/>
                <a:gd name="csY48" fmla="*/ 59239 h 79302"/>
                <a:gd name="csX49" fmla="*/ 79781 w 89813"/>
                <a:gd name="csY49" fmla="*/ 61149 h 79302"/>
                <a:gd name="csX50" fmla="*/ 79781 w 89813"/>
                <a:gd name="csY50" fmla="*/ 62582 h 79302"/>
                <a:gd name="csX51" fmla="*/ 77870 w 89813"/>
                <a:gd name="csY51" fmla="*/ 64016 h 79302"/>
                <a:gd name="csX52" fmla="*/ 77392 w 89813"/>
                <a:gd name="csY52" fmla="*/ 64971 h 79302"/>
                <a:gd name="csX53" fmla="*/ 76437 w 89813"/>
                <a:gd name="csY53" fmla="*/ 66405 h 79302"/>
                <a:gd name="csX54" fmla="*/ 75959 w 89813"/>
                <a:gd name="csY54" fmla="*/ 67838 h 79302"/>
                <a:gd name="csX55" fmla="*/ 75481 w 89813"/>
                <a:gd name="csY55" fmla="*/ 68793 h 79302"/>
                <a:gd name="csX56" fmla="*/ 76437 w 89813"/>
                <a:gd name="csY56" fmla="*/ 72137 h 79302"/>
                <a:gd name="csX57" fmla="*/ 77392 w 89813"/>
                <a:gd name="csY57" fmla="*/ 74048 h 79302"/>
                <a:gd name="csX58" fmla="*/ 78825 w 89813"/>
                <a:gd name="csY58" fmla="*/ 75481 h 79302"/>
                <a:gd name="csX59" fmla="*/ 80259 w 89813"/>
                <a:gd name="csY59" fmla="*/ 75959 h 79302"/>
                <a:gd name="csX60" fmla="*/ 79781 w 89813"/>
                <a:gd name="csY60" fmla="*/ 77392 h 79302"/>
                <a:gd name="csX61" fmla="*/ 78825 w 89813"/>
                <a:gd name="csY61" fmla="*/ 78348 h 79302"/>
                <a:gd name="csX62" fmla="*/ 76915 w 89813"/>
                <a:gd name="csY62" fmla="*/ 78825 h 79302"/>
                <a:gd name="csX63" fmla="*/ 74526 w 89813"/>
                <a:gd name="csY63" fmla="*/ 79303 h 79302"/>
                <a:gd name="csX64" fmla="*/ 71182 w 89813"/>
                <a:gd name="csY64" fmla="*/ 78348 h 79302"/>
                <a:gd name="csX65" fmla="*/ 69749 w 89813"/>
                <a:gd name="csY65" fmla="*/ 78348 h 79302"/>
                <a:gd name="csX66" fmla="*/ 69271 w 89813"/>
                <a:gd name="csY66" fmla="*/ 77870 h 79302"/>
                <a:gd name="csX67" fmla="*/ 68793 w 89813"/>
                <a:gd name="csY67" fmla="*/ 77392 h 79302"/>
                <a:gd name="csX68" fmla="*/ 67838 w 89813"/>
                <a:gd name="csY68" fmla="*/ 75959 h 79302"/>
                <a:gd name="csX69" fmla="*/ 65927 w 89813"/>
                <a:gd name="csY69" fmla="*/ 74526 h 79302"/>
                <a:gd name="csX70" fmla="*/ 64971 w 89813"/>
                <a:gd name="csY70" fmla="*/ 75004 h 79302"/>
                <a:gd name="csX71" fmla="*/ 63538 w 89813"/>
                <a:gd name="csY71" fmla="*/ 74526 h 79302"/>
                <a:gd name="csX72" fmla="*/ 60194 w 89813"/>
                <a:gd name="csY72" fmla="*/ 73570 h 79302"/>
                <a:gd name="csX73" fmla="*/ 59239 w 89813"/>
                <a:gd name="csY73" fmla="*/ 73570 h 79302"/>
                <a:gd name="csX74" fmla="*/ 57328 w 89813"/>
                <a:gd name="csY74" fmla="*/ 74048 h 79302"/>
                <a:gd name="csX75" fmla="*/ 54939 w 89813"/>
                <a:gd name="csY75" fmla="*/ 75481 h 79302"/>
                <a:gd name="csX76" fmla="*/ 49684 w 89813"/>
                <a:gd name="csY76" fmla="*/ 73570 h 79302"/>
                <a:gd name="csX77" fmla="*/ 45862 w 89813"/>
                <a:gd name="csY77" fmla="*/ 72137 h 79302"/>
                <a:gd name="csX78" fmla="*/ 42518 w 89813"/>
                <a:gd name="csY78" fmla="*/ 71182 h 79302"/>
                <a:gd name="csX79" fmla="*/ 41563 w 89813"/>
                <a:gd name="csY79" fmla="*/ 70704 h 79302"/>
                <a:gd name="csX80" fmla="*/ 40607 w 89813"/>
                <a:gd name="csY80" fmla="*/ 71182 h 79302"/>
                <a:gd name="csX81" fmla="*/ 40129 w 89813"/>
                <a:gd name="csY81" fmla="*/ 71659 h 79302"/>
                <a:gd name="csX82" fmla="*/ 39652 w 89813"/>
                <a:gd name="csY82" fmla="*/ 72615 h 79302"/>
                <a:gd name="csX83" fmla="*/ 39174 w 89813"/>
                <a:gd name="csY83" fmla="*/ 73093 h 79302"/>
                <a:gd name="csX84" fmla="*/ 38696 w 89813"/>
                <a:gd name="csY84" fmla="*/ 73093 h 79302"/>
                <a:gd name="csX85" fmla="*/ 38218 w 89813"/>
                <a:gd name="csY85" fmla="*/ 73093 h 79302"/>
                <a:gd name="csX86" fmla="*/ 38218 w 89813"/>
                <a:gd name="csY86" fmla="*/ 72615 h 79302"/>
                <a:gd name="csX87" fmla="*/ 36785 w 89813"/>
                <a:gd name="csY87" fmla="*/ 70704 h 79302"/>
                <a:gd name="csX88" fmla="*/ 33919 w 89813"/>
                <a:gd name="csY88" fmla="*/ 68315 h 79302"/>
                <a:gd name="csX89" fmla="*/ 23886 w 89813"/>
                <a:gd name="csY89" fmla="*/ 60672 h 79302"/>
                <a:gd name="csX90" fmla="*/ 20543 w 89813"/>
                <a:gd name="csY90" fmla="*/ 56372 h 79302"/>
                <a:gd name="csX91" fmla="*/ 18154 w 89813"/>
                <a:gd name="csY91" fmla="*/ 53028 h 79302"/>
                <a:gd name="csX92" fmla="*/ 16243 w 89813"/>
                <a:gd name="csY92" fmla="*/ 51117 h 79302"/>
                <a:gd name="csX93" fmla="*/ 10988 w 89813"/>
                <a:gd name="csY93" fmla="*/ 47773 h 79302"/>
                <a:gd name="csX94" fmla="*/ 9555 w 89813"/>
                <a:gd name="csY94" fmla="*/ 46340 h 79302"/>
                <a:gd name="csX95" fmla="*/ 4300 w 89813"/>
                <a:gd name="csY95" fmla="*/ 42040 h 79302"/>
                <a:gd name="csX96" fmla="*/ 478 w 89813"/>
                <a:gd name="csY96" fmla="*/ 39174 h 79302"/>
                <a:gd name="csX97" fmla="*/ 0 w 89813"/>
                <a:gd name="csY97" fmla="*/ 38218 h 79302"/>
                <a:gd name="csX98" fmla="*/ 1911 w 89813"/>
                <a:gd name="csY98" fmla="*/ 36785 h 79302"/>
                <a:gd name="csX99" fmla="*/ 2867 w 89813"/>
                <a:gd name="csY99" fmla="*/ 36785 h 79302"/>
                <a:gd name="csX100" fmla="*/ 3822 w 89813"/>
                <a:gd name="csY100" fmla="*/ 37741 h 79302"/>
                <a:gd name="csX101" fmla="*/ 5255 w 89813"/>
                <a:gd name="csY101" fmla="*/ 38696 h 79302"/>
                <a:gd name="csX102" fmla="*/ 5733 w 89813"/>
                <a:gd name="csY102" fmla="*/ 38696 h 79302"/>
                <a:gd name="csX103" fmla="*/ 6688 w 89813"/>
                <a:gd name="csY103" fmla="*/ 38218 h 79302"/>
                <a:gd name="csX104" fmla="*/ 6688 w 89813"/>
                <a:gd name="csY104" fmla="*/ 37741 h 79302"/>
                <a:gd name="csX105" fmla="*/ 12421 w 89813"/>
                <a:gd name="csY105" fmla="*/ 37741 h 79302"/>
                <a:gd name="csX106" fmla="*/ 13377 w 89813"/>
                <a:gd name="csY106" fmla="*/ 37263 h 79302"/>
                <a:gd name="csX107" fmla="*/ 14332 w 89813"/>
                <a:gd name="csY107" fmla="*/ 36307 h 79302"/>
                <a:gd name="csX108" fmla="*/ 14810 w 89813"/>
                <a:gd name="csY108" fmla="*/ 35352 h 79302"/>
                <a:gd name="csX109" fmla="*/ 14810 w 89813"/>
                <a:gd name="csY109" fmla="*/ 33919 h 79302"/>
                <a:gd name="csX110" fmla="*/ 15287 w 89813"/>
                <a:gd name="csY110" fmla="*/ 33441 h 79302"/>
                <a:gd name="csX111" fmla="*/ 15765 w 89813"/>
                <a:gd name="csY111" fmla="*/ 32486 h 79302"/>
                <a:gd name="csX112" fmla="*/ 17676 w 89813"/>
                <a:gd name="csY112" fmla="*/ 32008 h 79302"/>
                <a:gd name="csX113" fmla="*/ 19109 w 89813"/>
                <a:gd name="csY113" fmla="*/ 32008 h 79302"/>
                <a:gd name="csX114" fmla="*/ 19109 w 89813"/>
                <a:gd name="csY114" fmla="*/ 31530 h 79302"/>
                <a:gd name="csX115" fmla="*/ 19109 w 89813"/>
                <a:gd name="csY115" fmla="*/ 31530 h 79302"/>
                <a:gd name="csX116" fmla="*/ 18632 w 89813"/>
                <a:gd name="csY116" fmla="*/ 29619 h 79302"/>
                <a:gd name="csX117" fmla="*/ 18154 w 89813"/>
                <a:gd name="csY117" fmla="*/ 25798 h 79302"/>
                <a:gd name="csX118" fmla="*/ 18154 w 89813"/>
                <a:gd name="csY118" fmla="*/ 24364 h 79302"/>
                <a:gd name="csX119" fmla="*/ 18154 w 89813"/>
                <a:gd name="csY119" fmla="*/ 23409 h 79302"/>
                <a:gd name="csX120" fmla="*/ 18632 w 89813"/>
                <a:gd name="csY120" fmla="*/ 23409 h 79302"/>
                <a:gd name="csX121" fmla="*/ 21020 w 89813"/>
                <a:gd name="csY121" fmla="*/ 22931 h 79302"/>
                <a:gd name="csX122" fmla="*/ 25798 w 89813"/>
                <a:gd name="csY122" fmla="*/ 23409 h 79302"/>
                <a:gd name="csX123" fmla="*/ 26753 w 89813"/>
                <a:gd name="csY123" fmla="*/ 22931 h 79302"/>
                <a:gd name="csX124" fmla="*/ 26753 w 89813"/>
                <a:gd name="csY124" fmla="*/ 22931 h 79302"/>
                <a:gd name="csX125" fmla="*/ 28664 w 89813"/>
                <a:gd name="csY125" fmla="*/ 20542 h 79302"/>
                <a:gd name="csX126" fmla="*/ 29619 w 89813"/>
                <a:gd name="csY126" fmla="*/ 19587 h 79302"/>
                <a:gd name="csX127" fmla="*/ 30097 w 89813"/>
                <a:gd name="csY127" fmla="*/ 19109 h 79302"/>
                <a:gd name="csX128" fmla="*/ 30575 w 89813"/>
                <a:gd name="csY128" fmla="*/ 19109 h 79302"/>
                <a:gd name="csX129" fmla="*/ 31530 w 89813"/>
                <a:gd name="csY129" fmla="*/ 18154 h 79302"/>
                <a:gd name="csX130" fmla="*/ 32486 w 89813"/>
                <a:gd name="csY130" fmla="*/ 17676 h 79302"/>
                <a:gd name="csX131" fmla="*/ 33441 w 89813"/>
                <a:gd name="csY131" fmla="*/ 19587 h 79302"/>
                <a:gd name="csX132" fmla="*/ 33441 w 89813"/>
                <a:gd name="csY132" fmla="*/ 19587 h 79302"/>
                <a:gd name="csX133" fmla="*/ 37741 w 89813"/>
                <a:gd name="csY133" fmla="*/ 21498 h 79302"/>
                <a:gd name="csX134" fmla="*/ 38218 w 89813"/>
                <a:gd name="csY134" fmla="*/ 21498 h 79302"/>
                <a:gd name="csX135" fmla="*/ 38696 w 89813"/>
                <a:gd name="csY135" fmla="*/ 21498 h 79302"/>
                <a:gd name="csX136" fmla="*/ 38696 w 89813"/>
                <a:gd name="csY136" fmla="*/ 21020 h 79302"/>
                <a:gd name="csX137" fmla="*/ 38696 w 89813"/>
                <a:gd name="csY137" fmla="*/ 20065 h 79302"/>
                <a:gd name="csX138" fmla="*/ 39652 w 89813"/>
                <a:gd name="csY138" fmla="*/ 19109 h 79302"/>
                <a:gd name="csX139" fmla="*/ 41563 w 89813"/>
                <a:gd name="csY139" fmla="*/ 18154 h 79302"/>
                <a:gd name="csX140" fmla="*/ 43474 w 89813"/>
                <a:gd name="csY140" fmla="*/ 16721 h 79302"/>
                <a:gd name="csX141" fmla="*/ 45862 w 89813"/>
                <a:gd name="csY141" fmla="*/ 14809 h 79302"/>
                <a:gd name="csX142" fmla="*/ 47295 w 89813"/>
                <a:gd name="csY142" fmla="*/ 13376 h 79302"/>
                <a:gd name="csX143" fmla="*/ 49206 w 89813"/>
                <a:gd name="csY143" fmla="*/ 12899 h 79302"/>
                <a:gd name="csX144" fmla="*/ 49684 w 89813"/>
                <a:gd name="csY144" fmla="*/ 12421 h 79302"/>
                <a:gd name="csX145" fmla="*/ 49206 w 89813"/>
                <a:gd name="csY145" fmla="*/ 11466 h 79302"/>
                <a:gd name="csX146" fmla="*/ 49206 w 89813"/>
                <a:gd name="csY146" fmla="*/ 10510 h 79302"/>
                <a:gd name="csX147" fmla="*/ 49684 w 89813"/>
                <a:gd name="csY147" fmla="*/ 9077 h 79302"/>
                <a:gd name="csX148" fmla="*/ 50639 w 89813"/>
                <a:gd name="csY148" fmla="*/ 8121 h 79302"/>
                <a:gd name="csX149" fmla="*/ 52073 w 89813"/>
                <a:gd name="csY149" fmla="*/ 8121 h 79302"/>
                <a:gd name="csX150" fmla="*/ 52550 w 89813"/>
                <a:gd name="csY150" fmla="*/ 7644 h 79302"/>
                <a:gd name="csX151" fmla="*/ 52073 w 89813"/>
                <a:gd name="csY151" fmla="*/ 6688 h 79302"/>
                <a:gd name="csX152" fmla="*/ 52550 w 89813"/>
                <a:gd name="csY152" fmla="*/ 6210 h 79302"/>
                <a:gd name="csX153" fmla="*/ 53506 w 89813"/>
                <a:gd name="csY153" fmla="*/ 4777 h 79302"/>
                <a:gd name="csX154" fmla="*/ 55894 w 89813"/>
                <a:gd name="csY154" fmla="*/ 3822 h 79302"/>
                <a:gd name="csX155" fmla="*/ 57328 w 89813"/>
                <a:gd name="csY155" fmla="*/ 3822 h 79302"/>
                <a:gd name="csX156" fmla="*/ 58283 w 89813"/>
                <a:gd name="csY156" fmla="*/ 5255 h 79302"/>
                <a:gd name="csX157" fmla="*/ 58283 w 89813"/>
                <a:gd name="csY157" fmla="*/ 5733 h 79302"/>
                <a:gd name="csX158" fmla="*/ 60194 w 89813"/>
                <a:gd name="csY158" fmla="*/ 6688 h 79302"/>
                <a:gd name="csX159" fmla="*/ 62105 w 89813"/>
                <a:gd name="csY159" fmla="*/ 7166 h 79302"/>
                <a:gd name="csX160" fmla="*/ 64016 w 89813"/>
                <a:gd name="csY160" fmla="*/ 6688 h 79302"/>
                <a:gd name="csX161" fmla="*/ 64971 w 89813"/>
                <a:gd name="csY161" fmla="*/ 5733 h 79302"/>
                <a:gd name="csX162" fmla="*/ 66405 w 89813"/>
                <a:gd name="csY162" fmla="*/ 5733 h 79302"/>
                <a:gd name="csX163" fmla="*/ 67360 w 89813"/>
                <a:gd name="csY163" fmla="*/ 5733 h 79302"/>
                <a:gd name="csX164" fmla="*/ 67838 w 89813"/>
                <a:gd name="csY164" fmla="*/ 5733 h 79302"/>
                <a:gd name="csX165" fmla="*/ 67838 w 89813"/>
                <a:gd name="csY165" fmla="*/ 4777 h 79302"/>
                <a:gd name="csX166" fmla="*/ 68316 w 89813"/>
                <a:gd name="csY166" fmla="*/ 4777 h 79302"/>
                <a:gd name="csX167" fmla="*/ 69271 w 89813"/>
                <a:gd name="csY167" fmla="*/ 5255 h 79302"/>
                <a:gd name="csX168" fmla="*/ 70226 w 89813"/>
                <a:gd name="csY168" fmla="*/ 5255 h 79302"/>
                <a:gd name="csX169" fmla="*/ 70704 w 89813"/>
                <a:gd name="csY169" fmla="*/ 5255 h 79302"/>
                <a:gd name="csX170" fmla="*/ 71182 w 89813"/>
                <a:gd name="csY170" fmla="*/ 4777 h 79302"/>
                <a:gd name="csX171" fmla="*/ 71182 w 89813"/>
                <a:gd name="csY171" fmla="*/ 4300 h 79302"/>
                <a:gd name="csX172" fmla="*/ 71659 w 89813"/>
                <a:gd name="csY172" fmla="*/ 4300 h 79302"/>
                <a:gd name="csX173" fmla="*/ 73570 w 89813"/>
                <a:gd name="csY173" fmla="*/ 4300 h 79302"/>
                <a:gd name="csX174" fmla="*/ 75481 w 89813"/>
                <a:gd name="csY174" fmla="*/ 3822 h 79302"/>
                <a:gd name="csX175" fmla="*/ 77870 w 89813"/>
                <a:gd name="csY175" fmla="*/ 2866 h 79302"/>
                <a:gd name="csX176" fmla="*/ 79303 w 89813"/>
                <a:gd name="csY176" fmla="*/ 2389 h 79302"/>
                <a:gd name="csX177" fmla="*/ 80259 w 89813"/>
                <a:gd name="csY177" fmla="*/ 2389 h 79302"/>
                <a:gd name="csX178" fmla="*/ 81214 w 89813"/>
                <a:gd name="csY178" fmla="*/ 1911 h 79302"/>
                <a:gd name="csX179" fmla="*/ 82170 w 89813"/>
                <a:gd name="csY179" fmla="*/ 478 h 79302"/>
                <a:gd name="csX180" fmla="*/ 84558 w 89813"/>
                <a:gd name="csY180" fmla="*/ 0 h 79302"/>
                <a:gd name="csX181" fmla="*/ 89813 w 89813"/>
                <a:gd name="csY181" fmla="*/ 478 h 79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</a:cxnLst>
              <a:rect l="l" t="t" r="r" b="b"/>
              <a:pathLst>
                <a:path w="89813" h="79302">
                  <a:moveTo>
                    <a:pt x="89813" y="478"/>
                  </a:moveTo>
                  <a:lnTo>
                    <a:pt x="89335" y="956"/>
                  </a:lnTo>
                  <a:lnTo>
                    <a:pt x="88380" y="1433"/>
                  </a:lnTo>
                  <a:lnTo>
                    <a:pt x="87425" y="3822"/>
                  </a:lnTo>
                  <a:lnTo>
                    <a:pt x="86947" y="3822"/>
                  </a:lnTo>
                  <a:lnTo>
                    <a:pt x="86947" y="2389"/>
                  </a:lnTo>
                  <a:lnTo>
                    <a:pt x="85991" y="1911"/>
                  </a:lnTo>
                  <a:lnTo>
                    <a:pt x="85036" y="2389"/>
                  </a:lnTo>
                  <a:lnTo>
                    <a:pt x="84558" y="3344"/>
                  </a:lnTo>
                  <a:lnTo>
                    <a:pt x="85514" y="4300"/>
                  </a:lnTo>
                  <a:lnTo>
                    <a:pt x="85991" y="4300"/>
                  </a:lnTo>
                  <a:lnTo>
                    <a:pt x="86947" y="4777"/>
                  </a:lnTo>
                  <a:lnTo>
                    <a:pt x="88858" y="12421"/>
                  </a:lnTo>
                  <a:lnTo>
                    <a:pt x="88380" y="13854"/>
                  </a:lnTo>
                  <a:lnTo>
                    <a:pt x="87425" y="15765"/>
                  </a:lnTo>
                  <a:lnTo>
                    <a:pt x="85991" y="17676"/>
                  </a:lnTo>
                  <a:lnTo>
                    <a:pt x="84558" y="19109"/>
                  </a:lnTo>
                  <a:lnTo>
                    <a:pt x="83125" y="23886"/>
                  </a:lnTo>
                  <a:lnTo>
                    <a:pt x="81692" y="31530"/>
                  </a:lnTo>
                  <a:lnTo>
                    <a:pt x="82647" y="38218"/>
                  </a:lnTo>
                  <a:lnTo>
                    <a:pt x="82170" y="44907"/>
                  </a:lnTo>
                  <a:lnTo>
                    <a:pt x="82647" y="46340"/>
                  </a:lnTo>
                  <a:lnTo>
                    <a:pt x="82647" y="48251"/>
                  </a:lnTo>
                  <a:lnTo>
                    <a:pt x="81692" y="48728"/>
                  </a:lnTo>
                  <a:lnTo>
                    <a:pt x="81214" y="48728"/>
                  </a:lnTo>
                  <a:lnTo>
                    <a:pt x="80259" y="47295"/>
                  </a:lnTo>
                  <a:lnTo>
                    <a:pt x="80259" y="46340"/>
                  </a:lnTo>
                  <a:lnTo>
                    <a:pt x="81214" y="45384"/>
                  </a:lnTo>
                  <a:lnTo>
                    <a:pt x="81214" y="43473"/>
                  </a:lnTo>
                  <a:lnTo>
                    <a:pt x="81214" y="42518"/>
                  </a:lnTo>
                  <a:lnTo>
                    <a:pt x="80259" y="44429"/>
                  </a:lnTo>
                  <a:lnTo>
                    <a:pt x="79303" y="45384"/>
                  </a:lnTo>
                  <a:lnTo>
                    <a:pt x="78348" y="45862"/>
                  </a:lnTo>
                  <a:lnTo>
                    <a:pt x="77870" y="46817"/>
                  </a:lnTo>
                  <a:lnTo>
                    <a:pt x="78825" y="48251"/>
                  </a:lnTo>
                  <a:lnTo>
                    <a:pt x="79781" y="49684"/>
                  </a:lnTo>
                  <a:lnTo>
                    <a:pt x="79781" y="50639"/>
                  </a:lnTo>
                  <a:lnTo>
                    <a:pt x="79781" y="51595"/>
                  </a:lnTo>
                  <a:lnTo>
                    <a:pt x="79303" y="55417"/>
                  </a:lnTo>
                  <a:lnTo>
                    <a:pt x="78825" y="55417"/>
                  </a:lnTo>
                  <a:lnTo>
                    <a:pt x="78825" y="54939"/>
                  </a:lnTo>
                  <a:lnTo>
                    <a:pt x="77392" y="54939"/>
                  </a:lnTo>
                  <a:lnTo>
                    <a:pt x="77392" y="56372"/>
                  </a:lnTo>
                  <a:lnTo>
                    <a:pt x="77392" y="57328"/>
                  </a:lnTo>
                  <a:lnTo>
                    <a:pt x="76915" y="57805"/>
                  </a:lnTo>
                  <a:lnTo>
                    <a:pt x="76437" y="58283"/>
                  </a:lnTo>
                  <a:lnTo>
                    <a:pt x="76915" y="58761"/>
                  </a:lnTo>
                  <a:lnTo>
                    <a:pt x="77870" y="59239"/>
                  </a:lnTo>
                  <a:lnTo>
                    <a:pt x="78825" y="59239"/>
                  </a:lnTo>
                  <a:lnTo>
                    <a:pt x="79781" y="61149"/>
                  </a:lnTo>
                  <a:lnTo>
                    <a:pt x="79781" y="62582"/>
                  </a:lnTo>
                  <a:lnTo>
                    <a:pt x="77870" y="64016"/>
                  </a:lnTo>
                  <a:lnTo>
                    <a:pt x="77392" y="64971"/>
                  </a:lnTo>
                  <a:lnTo>
                    <a:pt x="76437" y="66405"/>
                  </a:lnTo>
                  <a:lnTo>
                    <a:pt x="75959" y="67838"/>
                  </a:lnTo>
                  <a:lnTo>
                    <a:pt x="75481" y="68793"/>
                  </a:lnTo>
                  <a:lnTo>
                    <a:pt x="76437" y="72137"/>
                  </a:lnTo>
                  <a:lnTo>
                    <a:pt x="77392" y="74048"/>
                  </a:lnTo>
                  <a:lnTo>
                    <a:pt x="78825" y="75481"/>
                  </a:lnTo>
                  <a:lnTo>
                    <a:pt x="80259" y="75959"/>
                  </a:lnTo>
                  <a:lnTo>
                    <a:pt x="79781" y="77392"/>
                  </a:lnTo>
                  <a:lnTo>
                    <a:pt x="78825" y="78348"/>
                  </a:lnTo>
                  <a:lnTo>
                    <a:pt x="76915" y="78825"/>
                  </a:lnTo>
                  <a:lnTo>
                    <a:pt x="74526" y="79303"/>
                  </a:lnTo>
                  <a:lnTo>
                    <a:pt x="71182" y="78348"/>
                  </a:lnTo>
                  <a:lnTo>
                    <a:pt x="69749" y="78348"/>
                  </a:lnTo>
                  <a:lnTo>
                    <a:pt x="69271" y="77870"/>
                  </a:lnTo>
                  <a:lnTo>
                    <a:pt x="68793" y="77392"/>
                  </a:lnTo>
                  <a:lnTo>
                    <a:pt x="67838" y="75959"/>
                  </a:lnTo>
                  <a:lnTo>
                    <a:pt x="65927" y="74526"/>
                  </a:lnTo>
                  <a:lnTo>
                    <a:pt x="64971" y="75004"/>
                  </a:lnTo>
                  <a:lnTo>
                    <a:pt x="63538" y="74526"/>
                  </a:lnTo>
                  <a:lnTo>
                    <a:pt x="60194" y="73570"/>
                  </a:lnTo>
                  <a:lnTo>
                    <a:pt x="59239" y="73570"/>
                  </a:lnTo>
                  <a:lnTo>
                    <a:pt x="57328" y="74048"/>
                  </a:lnTo>
                  <a:lnTo>
                    <a:pt x="54939" y="75481"/>
                  </a:lnTo>
                  <a:lnTo>
                    <a:pt x="49684" y="73570"/>
                  </a:lnTo>
                  <a:lnTo>
                    <a:pt x="45862" y="72137"/>
                  </a:lnTo>
                  <a:lnTo>
                    <a:pt x="42518" y="71182"/>
                  </a:lnTo>
                  <a:lnTo>
                    <a:pt x="41563" y="70704"/>
                  </a:lnTo>
                  <a:lnTo>
                    <a:pt x="40607" y="71182"/>
                  </a:lnTo>
                  <a:lnTo>
                    <a:pt x="40129" y="71659"/>
                  </a:lnTo>
                  <a:lnTo>
                    <a:pt x="39652" y="72615"/>
                  </a:lnTo>
                  <a:lnTo>
                    <a:pt x="39174" y="73093"/>
                  </a:lnTo>
                  <a:lnTo>
                    <a:pt x="38696" y="73093"/>
                  </a:lnTo>
                  <a:lnTo>
                    <a:pt x="38218" y="73093"/>
                  </a:lnTo>
                  <a:lnTo>
                    <a:pt x="38218" y="72615"/>
                  </a:lnTo>
                  <a:lnTo>
                    <a:pt x="36785" y="70704"/>
                  </a:lnTo>
                  <a:lnTo>
                    <a:pt x="33919" y="68315"/>
                  </a:lnTo>
                  <a:lnTo>
                    <a:pt x="23886" y="60672"/>
                  </a:lnTo>
                  <a:lnTo>
                    <a:pt x="20543" y="56372"/>
                  </a:lnTo>
                  <a:lnTo>
                    <a:pt x="18154" y="53028"/>
                  </a:lnTo>
                  <a:lnTo>
                    <a:pt x="16243" y="51117"/>
                  </a:lnTo>
                  <a:lnTo>
                    <a:pt x="10988" y="47773"/>
                  </a:lnTo>
                  <a:lnTo>
                    <a:pt x="9555" y="46340"/>
                  </a:lnTo>
                  <a:lnTo>
                    <a:pt x="4300" y="42040"/>
                  </a:lnTo>
                  <a:lnTo>
                    <a:pt x="478" y="39174"/>
                  </a:lnTo>
                  <a:lnTo>
                    <a:pt x="0" y="38218"/>
                  </a:lnTo>
                  <a:lnTo>
                    <a:pt x="1911" y="36785"/>
                  </a:lnTo>
                  <a:lnTo>
                    <a:pt x="2867" y="36785"/>
                  </a:lnTo>
                  <a:lnTo>
                    <a:pt x="3822" y="37741"/>
                  </a:lnTo>
                  <a:lnTo>
                    <a:pt x="5255" y="38696"/>
                  </a:lnTo>
                  <a:lnTo>
                    <a:pt x="5733" y="38696"/>
                  </a:lnTo>
                  <a:lnTo>
                    <a:pt x="6688" y="38218"/>
                  </a:lnTo>
                  <a:lnTo>
                    <a:pt x="6688" y="37741"/>
                  </a:lnTo>
                  <a:lnTo>
                    <a:pt x="12421" y="37741"/>
                  </a:lnTo>
                  <a:lnTo>
                    <a:pt x="13377" y="37263"/>
                  </a:lnTo>
                  <a:lnTo>
                    <a:pt x="14332" y="36307"/>
                  </a:lnTo>
                  <a:lnTo>
                    <a:pt x="14810" y="35352"/>
                  </a:lnTo>
                  <a:lnTo>
                    <a:pt x="14810" y="33919"/>
                  </a:lnTo>
                  <a:lnTo>
                    <a:pt x="15287" y="33441"/>
                  </a:lnTo>
                  <a:lnTo>
                    <a:pt x="15765" y="32486"/>
                  </a:lnTo>
                  <a:lnTo>
                    <a:pt x="17676" y="32008"/>
                  </a:lnTo>
                  <a:lnTo>
                    <a:pt x="19109" y="32008"/>
                  </a:lnTo>
                  <a:lnTo>
                    <a:pt x="19109" y="31530"/>
                  </a:lnTo>
                  <a:lnTo>
                    <a:pt x="19109" y="31530"/>
                  </a:lnTo>
                  <a:lnTo>
                    <a:pt x="18632" y="29619"/>
                  </a:lnTo>
                  <a:lnTo>
                    <a:pt x="18154" y="25798"/>
                  </a:lnTo>
                  <a:lnTo>
                    <a:pt x="18154" y="24364"/>
                  </a:lnTo>
                  <a:lnTo>
                    <a:pt x="18154" y="23409"/>
                  </a:lnTo>
                  <a:lnTo>
                    <a:pt x="18632" y="23409"/>
                  </a:lnTo>
                  <a:lnTo>
                    <a:pt x="21020" y="22931"/>
                  </a:lnTo>
                  <a:lnTo>
                    <a:pt x="25798" y="23409"/>
                  </a:lnTo>
                  <a:lnTo>
                    <a:pt x="26753" y="22931"/>
                  </a:lnTo>
                  <a:lnTo>
                    <a:pt x="26753" y="22931"/>
                  </a:lnTo>
                  <a:lnTo>
                    <a:pt x="28664" y="20542"/>
                  </a:lnTo>
                  <a:lnTo>
                    <a:pt x="29619" y="19587"/>
                  </a:lnTo>
                  <a:lnTo>
                    <a:pt x="30097" y="19109"/>
                  </a:lnTo>
                  <a:lnTo>
                    <a:pt x="30575" y="19109"/>
                  </a:lnTo>
                  <a:lnTo>
                    <a:pt x="31530" y="18154"/>
                  </a:lnTo>
                  <a:lnTo>
                    <a:pt x="32486" y="17676"/>
                  </a:lnTo>
                  <a:lnTo>
                    <a:pt x="33441" y="19587"/>
                  </a:lnTo>
                  <a:lnTo>
                    <a:pt x="33441" y="19587"/>
                  </a:lnTo>
                  <a:lnTo>
                    <a:pt x="37741" y="21498"/>
                  </a:lnTo>
                  <a:lnTo>
                    <a:pt x="38218" y="21498"/>
                  </a:lnTo>
                  <a:lnTo>
                    <a:pt x="38696" y="21498"/>
                  </a:lnTo>
                  <a:lnTo>
                    <a:pt x="38696" y="21020"/>
                  </a:lnTo>
                  <a:lnTo>
                    <a:pt x="38696" y="20065"/>
                  </a:lnTo>
                  <a:lnTo>
                    <a:pt x="39652" y="19109"/>
                  </a:lnTo>
                  <a:lnTo>
                    <a:pt x="41563" y="18154"/>
                  </a:lnTo>
                  <a:lnTo>
                    <a:pt x="43474" y="16721"/>
                  </a:lnTo>
                  <a:lnTo>
                    <a:pt x="45862" y="14809"/>
                  </a:lnTo>
                  <a:lnTo>
                    <a:pt x="47295" y="13376"/>
                  </a:lnTo>
                  <a:lnTo>
                    <a:pt x="49206" y="12899"/>
                  </a:lnTo>
                  <a:lnTo>
                    <a:pt x="49684" y="12421"/>
                  </a:lnTo>
                  <a:lnTo>
                    <a:pt x="49206" y="11466"/>
                  </a:lnTo>
                  <a:lnTo>
                    <a:pt x="49206" y="10510"/>
                  </a:lnTo>
                  <a:lnTo>
                    <a:pt x="49684" y="9077"/>
                  </a:lnTo>
                  <a:lnTo>
                    <a:pt x="50639" y="8121"/>
                  </a:lnTo>
                  <a:lnTo>
                    <a:pt x="52073" y="8121"/>
                  </a:lnTo>
                  <a:lnTo>
                    <a:pt x="52550" y="7644"/>
                  </a:lnTo>
                  <a:lnTo>
                    <a:pt x="52073" y="6688"/>
                  </a:lnTo>
                  <a:lnTo>
                    <a:pt x="52550" y="6210"/>
                  </a:lnTo>
                  <a:lnTo>
                    <a:pt x="53506" y="4777"/>
                  </a:lnTo>
                  <a:lnTo>
                    <a:pt x="55894" y="3822"/>
                  </a:lnTo>
                  <a:lnTo>
                    <a:pt x="57328" y="3822"/>
                  </a:lnTo>
                  <a:lnTo>
                    <a:pt x="58283" y="5255"/>
                  </a:lnTo>
                  <a:lnTo>
                    <a:pt x="58283" y="5733"/>
                  </a:lnTo>
                  <a:lnTo>
                    <a:pt x="60194" y="6688"/>
                  </a:lnTo>
                  <a:lnTo>
                    <a:pt x="62105" y="7166"/>
                  </a:lnTo>
                  <a:lnTo>
                    <a:pt x="64016" y="6688"/>
                  </a:lnTo>
                  <a:lnTo>
                    <a:pt x="64971" y="5733"/>
                  </a:lnTo>
                  <a:lnTo>
                    <a:pt x="66405" y="5733"/>
                  </a:lnTo>
                  <a:lnTo>
                    <a:pt x="67360" y="5733"/>
                  </a:lnTo>
                  <a:lnTo>
                    <a:pt x="67838" y="5733"/>
                  </a:lnTo>
                  <a:lnTo>
                    <a:pt x="67838" y="4777"/>
                  </a:lnTo>
                  <a:lnTo>
                    <a:pt x="68316" y="4777"/>
                  </a:lnTo>
                  <a:lnTo>
                    <a:pt x="69271" y="5255"/>
                  </a:lnTo>
                  <a:lnTo>
                    <a:pt x="70226" y="5255"/>
                  </a:lnTo>
                  <a:lnTo>
                    <a:pt x="70704" y="5255"/>
                  </a:lnTo>
                  <a:lnTo>
                    <a:pt x="71182" y="4777"/>
                  </a:lnTo>
                  <a:lnTo>
                    <a:pt x="71182" y="4300"/>
                  </a:lnTo>
                  <a:lnTo>
                    <a:pt x="71659" y="4300"/>
                  </a:lnTo>
                  <a:lnTo>
                    <a:pt x="73570" y="4300"/>
                  </a:lnTo>
                  <a:lnTo>
                    <a:pt x="75481" y="3822"/>
                  </a:lnTo>
                  <a:lnTo>
                    <a:pt x="77870" y="2866"/>
                  </a:lnTo>
                  <a:lnTo>
                    <a:pt x="79303" y="2389"/>
                  </a:lnTo>
                  <a:lnTo>
                    <a:pt x="80259" y="2389"/>
                  </a:lnTo>
                  <a:lnTo>
                    <a:pt x="81214" y="1911"/>
                  </a:lnTo>
                  <a:lnTo>
                    <a:pt x="82170" y="478"/>
                  </a:lnTo>
                  <a:lnTo>
                    <a:pt x="84558" y="0"/>
                  </a:lnTo>
                  <a:lnTo>
                    <a:pt x="8981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6" name="Freeform 5105">
              <a:extLst>
                <a:ext uri="{FF2B5EF4-FFF2-40B4-BE49-F238E27FC236}">
                  <a16:creationId xmlns:a16="http://schemas.microsoft.com/office/drawing/2014/main" id="{377203DF-F9D5-E591-1EF3-7CB4A75F08A0}"/>
                </a:ext>
              </a:extLst>
            </p:cNvPr>
            <p:cNvSpPr/>
            <p:nvPr/>
          </p:nvSpPr>
          <p:spPr>
            <a:xfrm>
              <a:off x="5986599" y="3585479"/>
              <a:ext cx="7643" cy="1910"/>
            </a:xfrm>
            <a:custGeom>
              <a:avLst/>
              <a:gdLst>
                <a:gd name="csX0" fmla="*/ 956 w 7643"/>
                <a:gd name="csY0" fmla="*/ 1911 h 1910"/>
                <a:gd name="csX1" fmla="*/ 0 w 7643"/>
                <a:gd name="csY1" fmla="*/ 1433 h 1910"/>
                <a:gd name="csX2" fmla="*/ 4300 w 7643"/>
                <a:gd name="csY2" fmla="*/ 478 h 1910"/>
                <a:gd name="csX3" fmla="*/ 7166 w 7643"/>
                <a:gd name="csY3" fmla="*/ 0 h 1910"/>
                <a:gd name="csX4" fmla="*/ 7644 w 7643"/>
                <a:gd name="csY4" fmla="*/ 0 h 1910"/>
                <a:gd name="csX5" fmla="*/ 2867 w 7643"/>
                <a:gd name="csY5" fmla="*/ 1911 h 1910"/>
                <a:gd name="csX6" fmla="*/ 956 w 7643"/>
                <a:gd name="csY6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43" h="1910">
                  <a:moveTo>
                    <a:pt x="956" y="1911"/>
                  </a:moveTo>
                  <a:lnTo>
                    <a:pt x="0" y="1433"/>
                  </a:lnTo>
                  <a:lnTo>
                    <a:pt x="4300" y="478"/>
                  </a:lnTo>
                  <a:lnTo>
                    <a:pt x="7166" y="0"/>
                  </a:lnTo>
                  <a:lnTo>
                    <a:pt x="7644" y="0"/>
                  </a:lnTo>
                  <a:lnTo>
                    <a:pt x="2867" y="1911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7" name="Freeform 5106">
              <a:extLst>
                <a:ext uri="{FF2B5EF4-FFF2-40B4-BE49-F238E27FC236}">
                  <a16:creationId xmlns:a16="http://schemas.microsoft.com/office/drawing/2014/main" id="{DBA8AEEB-8B5B-5C6A-AA1D-4C0710092FD6}"/>
                </a:ext>
              </a:extLst>
            </p:cNvPr>
            <p:cNvSpPr/>
            <p:nvPr/>
          </p:nvSpPr>
          <p:spPr>
            <a:xfrm>
              <a:off x="5995676" y="3584524"/>
              <a:ext cx="5732" cy="955"/>
            </a:xfrm>
            <a:custGeom>
              <a:avLst/>
              <a:gdLst>
                <a:gd name="csX0" fmla="*/ 1911 w 5732"/>
                <a:gd name="csY0" fmla="*/ 955 h 955"/>
                <a:gd name="csX1" fmla="*/ 5733 w 5732"/>
                <a:gd name="csY1" fmla="*/ 478 h 955"/>
                <a:gd name="csX2" fmla="*/ 5733 w 5732"/>
                <a:gd name="csY2" fmla="*/ 478 h 955"/>
                <a:gd name="csX3" fmla="*/ 4777 w 5732"/>
                <a:gd name="csY3" fmla="*/ 0 h 955"/>
                <a:gd name="csX4" fmla="*/ 1433 w 5732"/>
                <a:gd name="csY4" fmla="*/ 0 h 955"/>
                <a:gd name="csX5" fmla="*/ 0 w 5732"/>
                <a:gd name="csY5" fmla="*/ 478 h 955"/>
                <a:gd name="csX6" fmla="*/ 478 w 5732"/>
                <a:gd name="csY6" fmla="*/ 478 h 955"/>
                <a:gd name="csX7" fmla="*/ 1911 w 5732"/>
                <a:gd name="csY7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955">
                  <a:moveTo>
                    <a:pt x="1911" y="955"/>
                  </a:moveTo>
                  <a:lnTo>
                    <a:pt x="5733" y="478"/>
                  </a:lnTo>
                  <a:lnTo>
                    <a:pt x="5733" y="478"/>
                  </a:lnTo>
                  <a:lnTo>
                    <a:pt x="4777" y="0"/>
                  </a:lnTo>
                  <a:lnTo>
                    <a:pt x="1433" y="0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8" name="Freeform 5107">
              <a:extLst>
                <a:ext uri="{FF2B5EF4-FFF2-40B4-BE49-F238E27FC236}">
                  <a16:creationId xmlns:a16="http://schemas.microsoft.com/office/drawing/2014/main" id="{9910871E-AD3A-C6A6-9A52-6431ABBC0F85}"/>
                </a:ext>
              </a:extLst>
            </p:cNvPr>
            <p:cNvSpPr/>
            <p:nvPr/>
          </p:nvSpPr>
          <p:spPr>
            <a:xfrm>
              <a:off x="6005708" y="3583568"/>
              <a:ext cx="3822" cy="955"/>
            </a:xfrm>
            <a:custGeom>
              <a:avLst/>
              <a:gdLst>
                <a:gd name="csX0" fmla="*/ 3822 w 3822"/>
                <a:gd name="csY0" fmla="*/ 0 h 955"/>
                <a:gd name="csX1" fmla="*/ 2867 w 3822"/>
                <a:gd name="csY1" fmla="*/ 0 h 955"/>
                <a:gd name="csX2" fmla="*/ 478 w 3822"/>
                <a:gd name="csY2" fmla="*/ 478 h 955"/>
                <a:gd name="csX3" fmla="*/ 0 w 3822"/>
                <a:gd name="csY3" fmla="*/ 956 h 955"/>
                <a:gd name="csX4" fmla="*/ 956 w 3822"/>
                <a:gd name="csY4" fmla="*/ 956 h 955"/>
                <a:gd name="csX5" fmla="*/ 3822 w 3822"/>
                <a:gd name="csY5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955">
                  <a:moveTo>
                    <a:pt x="3822" y="0"/>
                  </a:moveTo>
                  <a:lnTo>
                    <a:pt x="2867" y="0"/>
                  </a:lnTo>
                  <a:lnTo>
                    <a:pt x="478" y="478"/>
                  </a:lnTo>
                  <a:lnTo>
                    <a:pt x="0" y="956"/>
                  </a:lnTo>
                  <a:lnTo>
                    <a:pt x="956" y="956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9" name="Freeform 5108">
              <a:extLst>
                <a:ext uri="{FF2B5EF4-FFF2-40B4-BE49-F238E27FC236}">
                  <a16:creationId xmlns:a16="http://schemas.microsoft.com/office/drawing/2014/main" id="{006B1A0D-A10F-C2E0-9902-8B9DBB390C07}"/>
                </a:ext>
              </a:extLst>
            </p:cNvPr>
            <p:cNvSpPr/>
            <p:nvPr/>
          </p:nvSpPr>
          <p:spPr>
            <a:xfrm>
              <a:off x="5980866" y="3589778"/>
              <a:ext cx="4299" cy="1911"/>
            </a:xfrm>
            <a:custGeom>
              <a:avLst/>
              <a:gdLst>
                <a:gd name="csX0" fmla="*/ 4299 w 4299"/>
                <a:gd name="csY0" fmla="*/ 0 h 1911"/>
                <a:gd name="csX1" fmla="*/ 2389 w 4299"/>
                <a:gd name="csY1" fmla="*/ 0 h 1911"/>
                <a:gd name="csX2" fmla="*/ 0 w 4299"/>
                <a:gd name="csY2" fmla="*/ 1911 h 1911"/>
                <a:gd name="csX3" fmla="*/ 478 w 4299"/>
                <a:gd name="csY3" fmla="*/ 1911 h 1911"/>
                <a:gd name="csX4" fmla="*/ 4299 w 4299"/>
                <a:gd name="csY4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99" h="1911">
                  <a:moveTo>
                    <a:pt x="4299" y="0"/>
                  </a:moveTo>
                  <a:lnTo>
                    <a:pt x="2389" y="0"/>
                  </a:lnTo>
                  <a:lnTo>
                    <a:pt x="0" y="1911"/>
                  </a:lnTo>
                  <a:lnTo>
                    <a:pt x="478" y="1911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0" name="Freeform 5109">
              <a:extLst>
                <a:ext uri="{FF2B5EF4-FFF2-40B4-BE49-F238E27FC236}">
                  <a16:creationId xmlns:a16="http://schemas.microsoft.com/office/drawing/2014/main" id="{71A8C7CD-56EA-116B-E57B-33511DA10A14}"/>
                </a:ext>
              </a:extLst>
            </p:cNvPr>
            <p:cNvSpPr/>
            <p:nvPr/>
          </p:nvSpPr>
          <p:spPr>
            <a:xfrm>
              <a:off x="6015263" y="3579746"/>
              <a:ext cx="3344" cy="1433"/>
            </a:xfrm>
            <a:custGeom>
              <a:avLst/>
              <a:gdLst>
                <a:gd name="csX0" fmla="*/ 3344 w 3344"/>
                <a:gd name="csY0" fmla="*/ 0 h 1433"/>
                <a:gd name="csX1" fmla="*/ 2389 w 3344"/>
                <a:gd name="csY1" fmla="*/ 0 h 1433"/>
                <a:gd name="csX2" fmla="*/ 478 w 3344"/>
                <a:gd name="csY2" fmla="*/ 955 h 1433"/>
                <a:gd name="csX3" fmla="*/ 0 w 3344"/>
                <a:gd name="csY3" fmla="*/ 1433 h 1433"/>
                <a:gd name="csX4" fmla="*/ 1911 w 3344"/>
                <a:gd name="csY4" fmla="*/ 1433 h 1433"/>
                <a:gd name="csX5" fmla="*/ 3344 w 3344"/>
                <a:gd name="csY5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1433">
                  <a:moveTo>
                    <a:pt x="3344" y="0"/>
                  </a:moveTo>
                  <a:lnTo>
                    <a:pt x="2389" y="0"/>
                  </a:lnTo>
                  <a:lnTo>
                    <a:pt x="478" y="955"/>
                  </a:lnTo>
                  <a:lnTo>
                    <a:pt x="0" y="1433"/>
                  </a:lnTo>
                  <a:lnTo>
                    <a:pt x="1911" y="1433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1" name="Freeform 5110">
              <a:extLst>
                <a:ext uri="{FF2B5EF4-FFF2-40B4-BE49-F238E27FC236}">
                  <a16:creationId xmlns:a16="http://schemas.microsoft.com/office/drawing/2014/main" id="{4B88C957-BEB1-8ABC-88CC-2BEB4B31E6C9}"/>
                </a:ext>
              </a:extLst>
            </p:cNvPr>
            <p:cNvSpPr/>
            <p:nvPr/>
          </p:nvSpPr>
          <p:spPr>
            <a:xfrm>
              <a:off x="5950292" y="3646628"/>
              <a:ext cx="17198" cy="5254"/>
            </a:xfrm>
            <a:custGeom>
              <a:avLst/>
              <a:gdLst>
                <a:gd name="csX0" fmla="*/ 17198 w 17198"/>
                <a:gd name="csY0" fmla="*/ 0 h 5254"/>
                <a:gd name="csX1" fmla="*/ 14809 w 17198"/>
                <a:gd name="csY1" fmla="*/ 955 h 5254"/>
                <a:gd name="csX2" fmla="*/ 12899 w 17198"/>
                <a:gd name="csY2" fmla="*/ 0 h 5254"/>
                <a:gd name="csX3" fmla="*/ 10510 w 17198"/>
                <a:gd name="csY3" fmla="*/ 955 h 5254"/>
                <a:gd name="csX4" fmla="*/ 7166 w 17198"/>
                <a:gd name="csY4" fmla="*/ 478 h 5254"/>
                <a:gd name="csX5" fmla="*/ 4777 w 17198"/>
                <a:gd name="csY5" fmla="*/ 0 h 5254"/>
                <a:gd name="csX6" fmla="*/ 1433 w 17198"/>
                <a:gd name="csY6" fmla="*/ 0 h 5254"/>
                <a:gd name="csX7" fmla="*/ 0 w 17198"/>
                <a:gd name="csY7" fmla="*/ 478 h 5254"/>
                <a:gd name="csX8" fmla="*/ 478 w 17198"/>
                <a:gd name="csY8" fmla="*/ 2389 h 5254"/>
                <a:gd name="csX9" fmla="*/ 478 w 17198"/>
                <a:gd name="csY9" fmla="*/ 2866 h 5254"/>
                <a:gd name="csX10" fmla="*/ 956 w 17198"/>
                <a:gd name="csY10" fmla="*/ 3822 h 5254"/>
                <a:gd name="csX11" fmla="*/ 1433 w 17198"/>
                <a:gd name="csY11" fmla="*/ 4300 h 5254"/>
                <a:gd name="csX12" fmla="*/ 2389 w 17198"/>
                <a:gd name="csY12" fmla="*/ 4300 h 5254"/>
                <a:gd name="csX13" fmla="*/ 3344 w 17198"/>
                <a:gd name="csY13" fmla="*/ 3822 h 5254"/>
                <a:gd name="csX14" fmla="*/ 4300 w 17198"/>
                <a:gd name="csY14" fmla="*/ 2866 h 5254"/>
                <a:gd name="csX15" fmla="*/ 4777 w 17198"/>
                <a:gd name="csY15" fmla="*/ 2866 h 5254"/>
                <a:gd name="csX16" fmla="*/ 6688 w 17198"/>
                <a:gd name="csY16" fmla="*/ 3344 h 5254"/>
                <a:gd name="csX17" fmla="*/ 8121 w 17198"/>
                <a:gd name="csY17" fmla="*/ 3822 h 5254"/>
                <a:gd name="csX18" fmla="*/ 8599 w 17198"/>
                <a:gd name="csY18" fmla="*/ 4777 h 5254"/>
                <a:gd name="csX19" fmla="*/ 9555 w 17198"/>
                <a:gd name="csY19" fmla="*/ 5255 h 5254"/>
                <a:gd name="csX20" fmla="*/ 10988 w 17198"/>
                <a:gd name="csY20" fmla="*/ 5255 h 5254"/>
                <a:gd name="csX21" fmla="*/ 13376 w 17198"/>
                <a:gd name="csY21" fmla="*/ 4300 h 5254"/>
                <a:gd name="csX22" fmla="*/ 16243 w 17198"/>
                <a:gd name="csY22" fmla="*/ 2389 h 5254"/>
                <a:gd name="csX23" fmla="*/ 17198 w 17198"/>
                <a:gd name="csY23" fmla="*/ 1433 h 5254"/>
                <a:gd name="csX24" fmla="*/ 17198 w 17198"/>
                <a:gd name="csY24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7198" h="5254">
                  <a:moveTo>
                    <a:pt x="17198" y="0"/>
                  </a:moveTo>
                  <a:lnTo>
                    <a:pt x="14809" y="955"/>
                  </a:lnTo>
                  <a:lnTo>
                    <a:pt x="12899" y="0"/>
                  </a:lnTo>
                  <a:lnTo>
                    <a:pt x="10510" y="955"/>
                  </a:lnTo>
                  <a:lnTo>
                    <a:pt x="7166" y="478"/>
                  </a:lnTo>
                  <a:lnTo>
                    <a:pt x="4777" y="0"/>
                  </a:lnTo>
                  <a:lnTo>
                    <a:pt x="1433" y="0"/>
                  </a:lnTo>
                  <a:lnTo>
                    <a:pt x="0" y="478"/>
                  </a:lnTo>
                  <a:lnTo>
                    <a:pt x="478" y="2389"/>
                  </a:lnTo>
                  <a:lnTo>
                    <a:pt x="478" y="2866"/>
                  </a:lnTo>
                  <a:lnTo>
                    <a:pt x="956" y="3822"/>
                  </a:lnTo>
                  <a:lnTo>
                    <a:pt x="1433" y="4300"/>
                  </a:lnTo>
                  <a:lnTo>
                    <a:pt x="2389" y="4300"/>
                  </a:lnTo>
                  <a:lnTo>
                    <a:pt x="3344" y="3822"/>
                  </a:lnTo>
                  <a:lnTo>
                    <a:pt x="4300" y="2866"/>
                  </a:lnTo>
                  <a:lnTo>
                    <a:pt x="4777" y="2866"/>
                  </a:lnTo>
                  <a:lnTo>
                    <a:pt x="6688" y="3344"/>
                  </a:lnTo>
                  <a:lnTo>
                    <a:pt x="8121" y="3822"/>
                  </a:lnTo>
                  <a:lnTo>
                    <a:pt x="8599" y="4777"/>
                  </a:lnTo>
                  <a:lnTo>
                    <a:pt x="9555" y="5255"/>
                  </a:lnTo>
                  <a:lnTo>
                    <a:pt x="10988" y="5255"/>
                  </a:lnTo>
                  <a:lnTo>
                    <a:pt x="13376" y="4300"/>
                  </a:lnTo>
                  <a:lnTo>
                    <a:pt x="16243" y="2389"/>
                  </a:lnTo>
                  <a:lnTo>
                    <a:pt x="17198" y="1433"/>
                  </a:lnTo>
                  <a:lnTo>
                    <a:pt x="1719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2" name="Freeform 5111">
              <a:extLst>
                <a:ext uri="{FF2B5EF4-FFF2-40B4-BE49-F238E27FC236}">
                  <a16:creationId xmlns:a16="http://schemas.microsoft.com/office/drawing/2014/main" id="{9F9EF5D2-8F06-1611-ECAA-EA1F9BEA6C23}"/>
                </a:ext>
              </a:extLst>
            </p:cNvPr>
            <p:cNvSpPr/>
            <p:nvPr/>
          </p:nvSpPr>
          <p:spPr>
            <a:xfrm>
              <a:off x="5952203" y="3585479"/>
              <a:ext cx="74048" cy="79780"/>
            </a:xfrm>
            <a:custGeom>
              <a:avLst/>
              <a:gdLst>
                <a:gd name="csX0" fmla="*/ 74048 w 74048"/>
                <a:gd name="csY0" fmla="*/ 4777 h 79780"/>
                <a:gd name="csX1" fmla="*/ 71659 w 74048"/>
                <a:gd name="csY1" fmla="*/ 4300 h 79780"/>
                <a:gd name="csX2" fmla="*/ 69748 w 74048"/>
                <a:gd name="csY2" fmla="*/ 3822 h 79780"/>
                <a:gd name="csX3" fmla="*/ 68793 w 74048"/>
                <a:gd name="csY3" fmla="*/ 1911 h 79780"/>
                <a:gd name="csX4" fmla="*/ 66882 w 74048"/>
                <a:gd name="csY4" fmla="*/ 0 h 79780"/>
                <a:gd name="csX5" fmla="*/ 61627 w 74048"/>
                <a:gd name="csY5" fmla="*/ 478 h 79780"/>
                <a:gd name="csX6" fmla="*/ 57328 w 74048"/>
                <a:gd name="csY6" fmla="*/ 956 h 79780"/>
                <a:gd name="csX7" fmla="*/ 51595 w 74048"/>
                <a:gd name="csY7" fmla="*/ 956 h 79780"/>
                <a:gd name="csX8" fmla="*/ 48251 w 74048"/>
                <a:gd name="csY8" fmla="*/ 1911 h 79780"/>
                <a:gd name="csX9" fmla="*/ 41085 w 74048"/>
                <a:gd name="csY9" fmla="*/ 5255 h 79780"/>
                <a:gd name="csX10" fmla="*/ 39651 w 74048"/>
                <a:gd name="csY10" fmla="*/ 7166 h 79780"/>
                <a:gd name="csX11" fmla="*/ 37740 w 74048"/>
                <a:gd name="csY11" fmla="*/ 10510 h 79780"/>
                <a:gd name="csX12" fmla="*/ 32008 w 74048"/>
                <a:gd name="csY12" fmla="*/ 14810 h 79780"/>
                <a:gd name="csX13" fmla="*/ 28664 w 74048"/>
                <a:gd name="csY13" fmla="*/ 16243 h 79780"/>
                <a:gd name="csX14" fmla="*/ 27708 w 74048"/>
                <a:gd name="csY14" fmla="*/ 15765 h 79780"/>
                <a:gd name="csX15" fmla="*/ 26275 w 74048"/>
                <a:gd name="csY15" fmla="*/ 15287 h 79780"/>
                <a:gd name="csX16" fmla="*/ 24842 w 74048"/>
                <a:gd name="csY16" fmla="*/ 17198 h 79780"/>
                <a:gd name="csX17" fmla="*/ 24364 w 74048"/>
                <a:gd name="csY17" fmla="*/ 19109 h 79780"/>
                <a:gd name="csX18" fmla="*/ 21975 w 74048"/>
                <a:gd name="csY18" fmla="*/ 30097 h 79780"/>
                <a:gd name="csX19" fmla="*/ 20542 w 74048"/>
                <a:gd name="csY19" fmla="*/ 33919 h 79780"/>
                <a:gd name="csX20" fmla="*/ 18154 w 74048"/>
                <a:gd name="csY20" fmla="*/ 37263 h 79780"/>
                <a:gd name="csX21" fmla="*/ 14809 w 74048"/>
                <a:gd name="csY21" fmla="*/ 41563 h 79780"/>
                <a:gd name="csX22" fmla="*/ 13376 w 74048"/>
                <a:gd name="csY22" fmla="*/ 42996 h 79780"/>
                <a:gd name="csX23" fmla="*/ 12421 w 74048"/>
                <a:gd name="csY23" fmla="*/ 43473 h 79780"/>
                <a:gd name="csX24" fmla="*/ 11465 w 74048"/>
                <a:gd name="csY24" fmla="*/ 45384 h 79780"/>
                <a:gd name="csX25" fmla="*/ 10510 w 74048"/>
                <a:gd name="csY25" fmla="*/ 47773 h 79780"/>
                <a:gd name="csX26" fmla="*/ 10032 w 74048"/>
                <a:gd name="csY26" fmla="*/ 48728 h 79780"/>
                <a:gd name="csX27" fmla="*/ 13376 w 74048"/>
                <a:gd name="csY27" fmla="*/ 53028 h 79780"/>
                <a:gd name="csX28" fmla="*/ 13854 w 74048"/>
                <a:gd name="csY28" fmla="*/ 53984 h 79780"/>
                <a:gd name="csX29" fmla="*/ 14332 w 74048"/>
                <a:gd name="csY29" fmla="*/ 54939 h 79780"/>
                <a:gd name="csX30" fmla="*/ 10988 w 74048"/>
                <a:gd name="csY30" fmla="*/ 54939 h 79780"/>
                <a:gd name="csX31" fmla="*/ 12421 w 74048"/>
                <a:gd name="csY31" fmla="*/ 56372 h 79780"/>
                <a:gd name="csX32" fmla="*/ 14332 w 74048"/>
                <a:gd name="csY32" fmla="*/ 57328 h 79780"/>
                <a:gd name="csX33" fmla="*/ 15765 w 74048"/>
                <a:gd name="csY33" fmla="*/ 57805 h 79780"/>
                <a:gd name="csX34" fmla="*/ 16243 w 74048"/>
                <a:gd name="csY34" fmla="*/ 58761 h 79780"/>
                <a:gd name="csX35" fmla="*/ 14809 w 74048"/>
                <a:gd name="csY35" fmla="*/ 59238 h 79780"/>
                <a:gd name="csX36" fmla="*/ 13854 w 74048"/>
                <a:gd name="csY36" fmla="*/ 59238 h 79780"/>
                <a:gd name="csX37" fmla="*/ 8599 w 74048"/>
                <a:gd name="csY37" fmla="*/ 55894 h 79780"/>
                <a:gd name="csX38" fmla="*/ 5733 w 74048"/>
                <a:gd name="csY38" fmla="*/ 54939 h 79780"/>
                <a:gd name="csX39" fmla="*/ 1911 w 74048"/>
                <a:gd name="csY39" fmla="*/ 55417 h 79780"/>
                <a:gd name="csX40" fmla="*/ 955 w 74048"/>
                <a:gd name="csY40" fmla="*/ 55894 h 79780"/>
                <a:gd name="csX41" fmla="*/ 0 w 74048"/>
                <a:gd name="csY41" fmla="*/ 56850 h 79780"/>
                <a:gd name="csX42" fmla="*/ 1433 w 74048"/>
                <a:gd name="csY42" fmla="*/ 58283 h 79780"/>
                <a:gd name="csX43" fmla="*/ 2866 w 74048"/>
                <a:gd name="csY43" fmla="*/ 59238 h 79780"/>
                <a:gd name="csX44" fmla="*/ 4777 w 74048"/>
                <a:gd name="csY44" fmla="*/ 59238 h 79780"/>
                <a:gd name="csX45" fmla="*/ 7166 w 74048"/>
                <a:gd name="csY45" fmla="*/ 60672 h 79780"/>
                <a:gd name="csX46" fmla="*/ 10988 w 74048"/>
                <a:gd name="csY46" fmla="*/ 59716 h 79780"/>
                <a:gd name="csX47" fmla="*/ 13854 w 74048"/>
                <a:gd name="csY47" fmla="*/ 60672 h 79780"/>
                <a:gd name="csX48" fmla="*/ 15287 w 74048"/>
                <a:gd name="csY48" fmla="*/ 61149 h 79780"/>
                <a:gd name="csX49" fmla="*/ 15287 w 74048"/>
                <a:gd name="csY49" fmla="*/ 61149 h 79780"/>
                <a:gd name="csX50" fmla="*/ 16721 w 74048"/>
                <a:gd name="csY50" fmla="*/ 62105 h 79780"/>
                <a:gd name="csX51" fmla="*/ 18154 w 74048"/>
                <a:gd name="csY51" fmla="*/ 62105 h 79780"/>
                <a:gd name="csX52" fmla="*/ 19109 w 74048"/>
                <a:gd name="csY52" fmla="*/ 61627 h 79780"/>
                <a:gd name="csX53" fmla="*/ 18631 w 74048"/>
                <a:gd name="csY53" fmla="*/ 60194 h 79780"/>
                <a:gd name="csX54" fmla="*/ 19587 w 74048"/>
                <a:gd name="csY54" fmla="*/ 59238 h 79780"/>
                <a:gd name="csX55" fmla="*/ 21020 w 74048"/>
                <a:gd name="csY55" fmla="*/ 58761 h 79780"/>
                <a:gd name="csX56" fmla="*/ 21020 w 74048"/>
                <a:gd name="csY56" fmla="*/ 58761 h 79780"/>
                <a:gd name="csX57" fmla="*/ 21498 w 74048"/>
                <a:gd name="csY57" fmla="*/ 59238 h 79780"/>
                <a:gd name="csX58" fmla="*/ 22453 w 74048"/>
                <a:gd name="csY58" fmla="*/ 60194 h 79780"/>
                <a:gd name="csX59" fmla="*/ 23409 w 74048"/>
                <a:gd name="csY59" fmla="*/ 60194 h 79780"/>
                <a:gd name="csX60" fmla="*/ 25797 w 74048"/>
                <a:gd name="csY60" fmla="*/ 58283 h 79780"/>
                <a:gd name="csX61" fmla="*/ 26275 w 74048"/>
                <a:gd name="csY61" fmla="*/ 58761 h 79780"/>
                <a:gd name="csX62" fmla="*/ 26753 w 74048"/>
                <a:gd name="csY62" fmla="*/ 59238 h 79780"/>
                <a:gd name="csX63" fmla="*/ 27230 w 74048"/>
                <a:gd name="csY63" fmla="*/ 59716 h 79780"/>
                <a:gd name="csX64" fmla="*/ 27230 w 74048"/>
                <a:gd name="csY64" fmla="*/ 60672 h 79780"/>
                <a:gd name="csX65" fmla="*/ 27708 w 74048"/>
                <a:gd name="csY65" fmla="*/ 60672 h 79780"/>
                <a:gd name="csX66" fmla="*/ 29619 w 74048"/>
                <a:gd name="csY66" fmla="*/ 60672 h 79780"/>
                <a:gd name="csX67" fmla="*/ 29619 w 74048"/>
                <a:gd name="csY67" fmla="*/ 60672 h 79780"/>
                <a:gd name="csX68" fmla="*/ 30575 w 74048"/>
                <a:gd name="csY68" fmla="*/ 59716 h 79780"/>
                <a:gd name="csX69" fmla="*/ 31530 w 74048"/>
                <a:gd name="csY69" fmla="*/ 58761 h 79780"/>
                <a:gd name="csX70" fmla="*/ 32008 w 74048"/>
                <a:gd name="csY70" fmla="*/ 59238 h 79780"/>
                <a:gd name="csX71" fmla="*/ 32008 w 74048"/>
                <a:gd name="csY71" fmla="*/ 59238 h 79780"/>
                <a:gd name="csX72" fmla="*/ 32008 w 74048"/>
                <a:gd name="csY72" fmla="*/ 60672 h 79780"/>
                <a:gd name="csX73" fmla="*/ 32486 w 74048"/>
                <a:gd name="csY73" fmla="*/ 62583 h 79780"/>
                <a:gd name="csX74" fmla="*/ 34874 w 74048"/>
                <a:gd name="csY74" fmla="*/ 64493 h 79780"/>
                <a:gd name="csX75" fmla="*/ 36785 w 74048"/>
                <a:gd name="csY75" fmla="*/ 64971 h 79780"/>
                <a:gd name="csX76" fmla="*/ 39174 w 74048"/>
                <a:gd name="csY76" fmla="*/ 64493 h 79780"/>
                <a:gd name="csX77" fmla="*/ 40129 w 74048"/>
                <a:gd name="csY77" fmla="*/ 64016 h 79780"/>
                <a:gd name="csX78" fmla="*/ 40607 w 74048"/>
                <a:gd name="csY78" fmla="*/ 64493 h 79780"/>
                <a:gd name="csX79" fmla="*/ 40607 w 74048"/>
                <a:gd name="csY79" fmla="*/ 64493 h 79780"/>
                <a:gd name="csX80" fmla="*/ 41562 w 74048"/>
                <a:gd name="csY80" fmla="*/ 65449 h 79780"/>
                <a:gd name="csX81" fmla="*/ 42996 w 74048"/>
                <a:gd name="csY81" fmla="*/ 66882 h 79780"/>
                <a:gd name="csX82" fmla="*/ 45862 w 74048"/>
                <a:gd name="csY82" fmla="*/ 67360 h 79780"/>
                <a:gd name="csX83" fmla="*/ 46340 w 74048"/>
                <a:gd name="csY83" fmla="*/ 67838 h 79780"/>
                <a:gd name="csX84" fmla="*/ 47295 w 74048"/>
                <a:gd name="csY84" fmla="*/ 68793 h 79780"/>
                <a:gd name="csX85" fmla="*/ 46817 w 74048"/>
                <a:gd name="csY85" fmla="*/ 69749 h 79780"/>
                <a:gd name="csX86" fmla="*/ 46340 w 74048"/>
                <a:gd name="csY86" fmla="*/ 71182 h 79780"/>
                <a:gd name="csX87" fmla="*/ 45384 w 74048"/>
                <a:gd name="csY87" fmla="*/ 72615 h 79780"/>
                <a:gd name="csX88" fmla="*/ 45384 w 74048"/>
                <a:gd name="csY88" fmla="*/ 73570 h 79780"/>
                <a:gd name="csX89" fmla="*/ 45384 w 74048"/>
                <a:gd name="csY89" fmla="*/ 74048 h 79780"/>
                <a:gd name="csX90" fmla="*/ 45384 w 74048"/>
                <a:gd name="csY90" fmla="*/ 74526 h 79780"/>
                <a:gd name="csX91" fmla="*/ 43473 w 74048"/>
                <a:gd name="csY91" fmla="*/ 76437 h 79780"/>
                <a:gd name="csX92" fmla="*/ 43473 w 74048"/>
                <a:gd name="csY92" fmla="*/ 76914 h 79780"/>
                <a:gd name="csX93" fmla="*/ 43951 w 74048"/>
                <a:gd name="csY93" fmla="*/ 77870 h 79780"/>
                <a:gd name="csX94" fmla="*/ 44429 w 74048"/>
                <a:gd name="csY94" fmla="*/ 78825 h 79780"/>
                <a:gd name="csX95" fmla="*/ 44429 w 74048"/>
                <a:gd name="csY95" fmla="*/ 78825 h 79780"/>
                <a:gd name="csX96" fmla="*/ 45384 w 74048"/>
                <a:gd name="csY96" fmla="*/ 79303 h 79780"/>
                <a:gd name="csX97" fmla="*/ 46340 w 74048"/>
                <a:gd name="csY97" fmla="*/ 79303 h 79780"/>
                <a:gd name="csX98" fmla="*/ 48251 w 74048"/>
                <a:gd name="csY98" fmla="*/ 79781 h 79780"/>
                <a:gd name="csX99" fmla="*/ 50162 w 74048"/>
                <a:gd name="csY99" fmla="*/ 79781 h 79780"/>
                <a:gd name="csX100" fmla="*/ 50639 w 74048"/>
                <a:gd name="csY100" fmla="*/ 79781 h 79780"/>
                <a:gd name="csX101" fmla="*/ 51595 w 74048"/>
                <a:gd name="csY101" fmla="*/ 75004 h 79780"/>
                <a:gd name="csX102" fmla="*/ 50639 w 74048"/>
                <a:gd name="csY102" fmla="*/ 74048 h 79780"/>
                <a:gd name="csX103" fmla="*/ 50639 w 74048"/>
                <a:gd name="csY103" fmla="*/ 74048 h 79780"/>
                <a:gd name="csX104" fmla="*/ 49684 w 74048"/>
                <a:gd name="csY104" fmla="*/ 73093 h 79780"/>
                <a:gd name="csX105" fmla="*/ 48251 w 74048"/>
                <a:gd name="csY105" fmla="*/ 73093 h 79780"/>
                <a:gd name="csX106" fmla="*/ 47773 w 74048"/>
                <a:gd name="csY106" fmla="*/ 72137 h 79780"/>
                <a:gd name="csX107" fmla="*/ 47773 w 74048"/>
                <a:gd name="csY107" fmla="*/ 71659 h 79780"/>
                <a:gd name="csX108" fmla="*/ 47773 w 74048"/>
                <a:gd name="csY108" fmla="*/ 71182 h 79780"/>
                <a:gd name="csX109" fmla="*/ 49206 w 74048"/>
                <a:gd name="csY109" fmla="*/ 71182 h 79780"/>
                <a:gd name="csX110" fmla="*/ 49684 w 74048"/>
                <a:gd name="csY110" fmla="*/ 70704 h 79780"/>
                <a:gd name="csX111" fmla="*/ 53028 w 74048"/>
                <a:gd name="csY111" fmla="*/ 68315 h 79780"/>
                <a:gd name="csX112" fmla="*/ 53028 w 74048"/>
                <a:gd name="csY112" fmla="*/ 67838 h 79780"/>
                <a:gd name="csX113" fmla="*/ 53028 w 74048"/>
                <a:gd name="csY113" fmla="*/ 67360 h 79780"/>
                <a:gd name="csX114" fmla="*/ 52072 w 74048"/>
                <a:gd name="csY114" fmla="*/ 67360 h 79780"/>
                <a:gd name="csX115" fmla="*/ 52072 w 74048"/>
                <a:gd name="csY115" fmla="*/ 66882 h 79780"/>
                <a:gd name="csX116" fmla="*/ 52072 w 74048"/>
                <a:gd name="csY116" fmla="*/ 65927 h 79780"/>
                <a:gd name="csX117" fmla="*/ 53983 w 74048"/>
                <a:gd name="csY117" fmla="*/ 62105 h 79780"/>
                <a:gd name="csX118" fmla="*/ 54461 w 74048"/>
                <a:gd name="csY118" fmla="*/ 60672 h 79780"/>
                <a:gd name="csX119" fmla="*/ 54461 w 74048"/>
                <a:gd name="csY119" fmla="*/ 59238 h 79780"/>
                <a:gd name="csX120" fmla="*/ 54461 w 74048"/>
                <a:gd name="csY120" fmla="*/ 58283 h 79780"/>
                <a:gd name="csX121" fmla="*/ 53505 w 74048"/>
                <a:gd name="csY121" fmla="*/ 56372 h 79780"/>
                <a:gd name="csX122" fmla="*/ 52550 w 74048"/>
                <a:gd name="csY122" fmla="*/ 54939 h 79780"/>
                <a:gd name="csX123" fmla="*/ 52550 w 74048"/>
                <a:gd name="csY123" fmla="*/ 53984 h 79780"/>
                <a:gd name="csX124" fmla="*/ 52072 w 74048"/>
                <a:gd name="csY124" fmla="*/ 53984 h 79780"/>
                <a:gd name="csX125" fmla="*/ 51595 w 74048"/>
                <a:gd name="csY125" fmla="*/ 53506 h 79780"/>
                <a:gd name="csX126" fmla="*/ 49684 w 74048"/>
                <a:gd name="csY126" fmla="*/ 50162 h 79780"/>
                <a:gd name="csX127" fmla="*/ 49684 w 74048"/>
                <a:gd name="csY127" fmla="*/ 49206 h 79780"/>
                <a:gd name="csX128" fmla="*/ 50639 w 74048"/>
                <a:gd name="csY128" fmla="*/ 48251 h 79780"/>
                <a:gd name="csX129" fmla="*/ 52550 w 74048"/>
                <a:gd name="csY129" fmla="*/ 47773 h 79780"/>
                <a:gd name="csX130" fmla="*/ 53028 w 74048"/>
                <a:gd name="csY130" fmla="*/ 47295 h 79780"/>
                <a:gd name="csX131" fmla="*/ 53983 w 74048"/>
                <a:gd name="csY131" fmla="*/ 46818 h 79780"/>
                <a:gd name="csX132" fmla="*/ 56372 w 74048"/>
                <a:gd name="csY132" fmla="*/ 47773 h 79780"/>
                <a:gd name="csX133" fmla="*/ 57805 w 74048"/>
                <a:gd name="csY133" fmla="*/ 48728 h 79780"/>
                <a:gd name="csX134" fmla="*/ 57805 w 74048"/>
                <a:gd name="csY134" fmla="*/ 48251 h 79780"/>
                <a:gd name="csX135" fmla="*/ 58761 w 74048"/>
                <a:gd name="csY135" fmla="*/ 47295 h 79780"/>
                <a:gd name="csX136" fmla="*/ 60671 w 74048"/>
                <a:gd name="csY136" fmla="*/ 47773 h 79780"/>
                <a:gd name="csX137" fmla="*/ 65449 w 74048"/>
                <a:gd name="csY137" fmla="*/ 45862 h 79780"/>
                <a:gd name="csX138" fmla="*/ 65449 w 74048"/>
                <a:gd name="csY138" fmla="*/ 45862 h 79780"/>
                <a:gd name="csX139" fmla="*/ 65927 w 74048"/>
                <a:gd name="csY139" fmla="*/ 45384 h 79780"/>
                <a:gd name="csX140" fmla="*/ 66404 w 74048"/>
                <a:gd name="csY140" fmla="*/ 44429 h 79780"/>
                <a:gd name="csX141" fmla="*/ 66404 w 74048"/>
                <a:gd name="csY141" fmla="*/ 43951 h 79780"/>
                <a:gd name="csX142" fmla="*/ 64493 w 74048"/>
                <a:gd name="csY142" fmla="*/ 42040 h 79780"/>
                <a:gd name="csX143" fmla="*/ 64493 w 74048"/>
                <a:gd name="csY143" fmla="*/ 41563 h 79780"/>
                <a:gd name="csX144" fmla="*/ 64971 w 74048"/>
                <a:gd name="csY144" fmla="*/ 41085 h 79780"/>
                <a:gd name="csX145" fmla="*/ 65449 w 74048"/>
                <a:gd name="csY145" fmla="*/ 40607 h 79780"/>
                <a:gd name="csX146" fmla="*/ 66404 w 74048"/>
                <a:gd name="csY146" fmla="*/ 40129 h 79780"/>
                <a:gd name="csX147" fmla="*/ 67360 w 74048"/>
                <a:gd name="csY147" fmla="*/ 39174 h 79780"/>
                <a:gd name="csX148" fmla="*/ 69748 w 74048"/>
                <a:gd name="csY148" fmla="*/ 37263 h 79780"/>
                <a:gd name="csX149" fmla="*/ 69748 w 74048"/>
                <a:gd name="csY149" fmla="*/ 37263 h 79780"/>
                <a:gd name="csX150" fmla="*/ 70704 w 74048"/>
                <a:gd name="csY150" fmla="*/ 35352 h 79780"/>
                <a:gd name="csX151" fmla="*/ 71182 w 74048"/>
                <a:gd name="csY151" fmla="*/ 33441 h 79780"/>
                <a:gd name="csX152" fmla="*/ 71182 w 74048"/>
                <a:gd name="csY152" fmla="*/ 32008 h 79780"/>
                <a:gd name="csX153" fmla="*/ 70226 w 74048"/>
                <a:gd name="csY153" fmla="*/ 31052 h 79780"/>
                <a:gd name="csX154" fmla="*/ 69748 w 74048"/>
                <a:gd name="csY154" fmla="*/ 30097 h 79780"/>
                <a:gd name="csX155" fmla="*/ 68793 w 74048"/>
                <a:gd name="csY155" fmla="*/ 30097 h 79780"/>
                <a:gd name="csX156" fmla="*/ 67360 w 74048"/>
                <a:gd name="csY156" fmla="*/ 30097 h 79780"/>
                <a:gd name="csX157" fmla="*/ 66882 w 74048"/>
                <a:gd name="csY157" fmla="*/ 30097 h 79780"/>
                <a:gd name="csX158" fmla="*/ 65449 w 74048"/>
                <a:gd name="csY158" fmla="*/ 29619 h 79780"/>
                <a:gd name="csX159" fmla="*/ 64493 w 74048"/>
                <a:gd name="csY159" fmla="*/ 28664 h 79780"/>
                <a:gd name="csX160" fmla="*/ 64493 w 74048"/>
                <a:gd name="csY160" fmla="*/ 27708 h 79780"/>
                <a:gd name="csX161" fmla="*/ 64493 w 74048"/>
                <a:gd name="csY161" fmla="*/ 27231 h 79780"/>
                <a:gd name="csX162" fmla="*/ 64971 w 74048"/>
                <a:gd name="csY162" fmla="*/ 26275 h 79780"/>
                <a:gd name="csX163" fmla="*/ 64493 w 74048"/>
                <a:gd name="csY163" fmla="*/ 25797 h 79780"/>
                <a:gd name="csX164" fmla="*/ 64493 w 74048"/>
                <a:gd name="csY164" fmla="*/ 24842 h 79780"/>
                <a:gd name="csX165" fmla="*/ 65449 w 74048"/>
                <a:gd name="csY165" fmla="*/ 24364 h 79780"/>
                <a:gd name="csX166" fmla="*/ 70704 w 74048"/>
                <a:gd name="csY166" fmla="*/ 24364 h 79780"/>
                <a:gd name="csX167" fmla="*/ 71182 w 74048"/>
                <a:gd name="csY167" fmla="*/ 23886 h 79780"/>
                <a:gd name="csX168" fmla="*/ 71182 w 74048"/>
                <a:gd name="csY168" fmla="*/ 23886 h 79780"/>
                <a:gd name="csX169" fmla="*/ 71182 w 74048"/>
                <a:gd name="csY169" fmla="*/ 21020 h 79780"/>
                <a:gd name="csX170" fmla="*/ 72615 w 74048"/>
                <a:gd name="csY170" fmla="*/ 16721 h 79780"/>
                <a:gd name="csX171" fmla="*/ 74048 w 74048"/>
                <a:gd name="csY171" fmla="*/ 14332 h 79780"/>
                <a:gd name="csX172" fmla="*/ 74048 w 74048"/>
                <a:gd name="csY172" fmla="*/ 13377 h 79780"/>
                <a:gd name="csX173" fmla="*/ 74048 w 74048"/>
                <a:gd name="csY173" fmla="*/ 8121 h 79780"/>
                <a:gd name="csX174" fmla="*/ 74048 w 74048"/>
                <a:gd name="csY174" fmla="*/ 4777 h 79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</a:cxnLst>
              <a:rect l="l" t="t" r="r" b="b"/>
              <a:pathLst>
                <a:path w="74048" h="79780">
                  <a:moveTo>
                    <a:pt x="74048" y="4777"/>
                  </a:moveTo>
                  <a:lnTo>
                    <a:pt x="71659" y="4300"/>
                  </a:lnTo>
                  <a:lnTo>
                    <a:pt x="69748" y="3822"/>
                  </a:lnTo>
                  <a:lnTo>
                    <a:pt x="68793" y="1911"/>
                  </a:lnTo>
                  <a:lnTo>
                    <a:pt x="66882" y="0"/>
                  </a:lnTo>
                  <a:lnTo>
                    <a:pt x="61627" y="478"/>
                  </a:lnTo>
                  <a:lnTo>
                    <a:pt x="57328" y="956"/>
                  </a:lnTo>
                  <a:lnTo>
                    <a:pt x="51595" y="956"/>
                  </a:lnTo>
                  <a:lnTo>
                    <a:pt x="48251" y="1911"/>
                  </a:lnTo>
                  <a:lnTo>
                    <a:pt x="41085" y="5255"/>
                  </a:lnTo>
                  <a:lnTo>
                    <a:pt x="39651" y="7166"/>
                  </a:lnTo>
                  <a:lnTo>
                    <a:pt x="37740" y="10510"/>
                  </a:lnTo>
                  <a:lnTo>
                    <a:pt x="32008" y="14810"/>
                  </a:lnTo>
                  <a:lnTo>
                    <a:pt x="28664" y="16243"/>
                  </a:lnTo>
                  <a:lnTo>
                    <a:pt x="27708" y="15765"/>
                  </a:lnTo>
                  <a:lnTo>
                    <a:pt x="26275" y="15287"/>
                  </a:lnTo>
                  <a:lnTo>
                    <a:pt x="24842" y="17198"/>
                  </a:lnTo>
                  <a:lnTo>
                    <a:pt x="24364" y="19109"/>
                  </a:lnTo>
                  <a:lnTo>
                    <a:pt x="21975" y="30097"/>
                  </a:lnTo>
                  <a:lnTo>
                    <a:pt x="20542" y="33919"/>
                  </a:lnTo>
                  <a:lnTo>
                    <a:pt x="18154" y="37263"/>
                  </a:lnTo>
                  <a:lnTo>
                    <a:pt x="14809" y="41563"/>
                  </a:lnTo>
                  <a:lnTo>
                    <a:pt x="13376" y="42996"/>
                  </a:lnTo>
                  <a:lnTo>
                    <a:pt x="12421" y="43473"/>
                  </a:lnTo>
                  <a:lnTo>
                    <a:pt x="11465" y="45384"/>
                  </a:lnTo>
                  <a:lnTo>
                    <a:pt x="10510" y="47773"/>
                  </a:lnTo>
                  <a:lnTo>
                    <a:pt x="10032" y="48728"/>
                  </a:lnTo>
                  <a:lnTo>
                    <a:pt x="13376" y="53028"/>
                  </a:lnTo>
                  <a:lnTo>
                    <a:pt x="13854" y="53984"/>
                  </a:lnTo>
                  <a:lnTo>
                    <a:pt x="14332" y="54939"/>
                  </a:lnTo>
                  <a:lnTo>
                    <a:pt x="10988" y="54939"/>
                  </a:lnTo>
                  <a:lnTo>
                    <a:pt x="12421" y="56372"/>
                  </a:lnTo>
                  <a:lnTo>
                    <a:pt x="14332" y="57328"/>
                  </a:lnTo>
                  <a:lnTo>
                    <a:pt x="15765" y="57805"/>
                  </a:lnTo>
                  <a:lnTo>
                    <a:pt x="16243" y="58761"/>
                  </a:lnTo>
                  <a:lnTo>
                    <a:pt x="14809" y="59238"/>
                  </a:lnTo>
                  <a:lnTo>
                    <a:pt x="13854" y="59238"/>
                  </a:lnTo>
                  <a:lnTo>
                    <a:pt x="8599" y="55894"/>
                  </a:lnTo>
                  <a:lnTo>
                    <a:pt x="5733" y="54939"/>
                  </a:lnTo>
                  <a:lnTo>
                    <a:pt x="1911" y="55417"/>
                  </a:lnTo>
                  <a:lnTo>
                    <a:pt x="955" y="55894"/>
                  </a:lnTo>
                  <a:lnTo>
                    <a:pt x="0" y="56850"/>
                  </a:lnTo>
                  <a:lnTo>
                    <a:pt x="1433" y="58283"/>
                  </a:lnTo>
                  <a:lnTo>
                    <a:pt x="2866" y="59238"/>
                  </a:lnTo>
                  <a:lnTo>
                    <a:pt x="4777" y="59238"/>
                  </a:lnTo>
                  <a:lnTo>
                    <a:pt x="7166" y="60672"/>
                  </a:lnTo>
                  <a:lnTo>
                    <a:pt x="10988" y="59716"/>
                  </a:lnTo>
                  <a:lnTo>
                    <a:pt x="13854" y="60672"/>
                  </a:lnTo>
                  <a:lnTo>
                    <a:pt x="15287" y="61149"/>
                  </a:lnTo>
                  <a:lnTo>
                    <a:pt x="15287" y="61149"/>
                  </a:lnTo>
                  <a:lnTo>
                    <a:pt x="16721" y="62105"/>
                  </a:lnTo>
                  <a:lnTo>
                    <a:pt x="18154" y="62105"/>
                  </a:lnTo>
                  <a:lnTo>
                    <a:pt x="19109" y="61627"/>
                  </a:lnTo>
                  <a:lnTo>
                    <a:pt x="18631" y="60194"/>
                  </a:lnTo>
                  <a:lnTo>
                    <a:pt x="19587" y="59238"/>
                  </a:lnTo>
                  <a:lnTo>
                    <a:pt x="21020" y="58761"/>
                  </a:lnTo>
                  <a:lnTo>
                    <a:pt x="21020" y="58761"/>
                  </a:lnTo>
                  <a:lnTo>
                    <a:pt x="21498" y="59238"/>
                  </a:lnTo>
                  <a:lnTo>
                    <a:pt x="22453" y="60194"/>
                  </a:lnTo>
                  <a:lnTo>
                    <a:pt x="23409" y="60194"/>
                  </a:lnTo>
                  <a:lnTo>
                    <a:pt x="25797" y="58283"/>
                  </a:lnTo>
                  <a:lnTo>
                    <a:pt x="26275" y="58761"/>
                  </a:lnTo>
                  <a:lnTo>
                    <a:pt x="26753" y="59238"/>
                  </a:lnTo>
                  <a:lnTo>
                    <a:pt x="27230" y="59716"/>
                  </a:lnTo>
                  <a:lnTo>
                    <a:pt x="27230" y="60672"/>
                  </a:lnTo>
                  <a:lnTo>
                    <a:pt x="27708" y="60672"/>
                  </a:lnTo>
                  <a:lnTo>
                    <a:pt x="29619" y="60672"/>
                  </a:lnTo>
                  <a:lnTo>
                    <a:pt x="29619" y="60672"/>
                  </a:lnTo>
                  <a:lnTo>
                    <a:pt x="30575" y="59716"/>
                  </a:lnTo>
                  <a:lnTo>
                    <a:pt x="31530" y="58761"/>
                  </a:lnTo>
                  <a:lnTo>
                    <a:pt x="32008" y="59238"/>
                  </a:lnTo>
                  <a:lnTo>
                    <a:pt x="32008" y="59238"/>
                  </a:lnTo>
                  <a:lnTo>
                    <a:pt x="32008" y="60672"/>
                  </a:lnTo>
                  <a:lnTo>
                    <a:pt x="32486" y="62583"/>
                  </a:lnTo>
                  <a:lnTo>
                    <a:pt x="34874" y="64493"/>
                  </a:lnTo>
                  <a:lnTo>
                    <a:pt x="36785" y="64971"/>
                  </a:lnTo>
                  <a:lnTo>
                    <a:pt x="39174" y="64493"/>
                  </a:lnTo>
                  <a:lnTo>
                    <a:pt x="40129" y="64016"/>
                  </a:lnTo>
                  <a:lnTo>
                    <a:pt x="40607" y="64493"/>
                  </a:lnTo>
                  <a:lnTo>
                    <a:pt x="40607" y="64493"/>
                  </a:lnTo>
                  <a:lnTo>
                    <a:pt x="41562" y="65449"/>
                  </a:lnTo>
                  <a:lnTo>
                    <a:pt x="42996" y="66882"/>
                  </a:lnTo>
                  <a:lnTo>
                    <a:pt x="45862" y="67360"/>
                  </a:lnTo>
                  <a:lnTo>
                    <a:pt x="46340" y="67838"/>
                  </a:lnTo>
                  <a:lnTo>
                    <a:pt x="47295" y="68793"/>
                  </a:lnTo>
                  <a:lnTo>
                    <a:pt x="46817" y="69749"/>
                  </a:lnTo>
                  <a:lnTo>
                    <a:pt x="46340" y="71182"/>
                  </a:lnTo>
                  <a:lnTo>
                    <a:pt x="45384" y="72615"/>
                  </a:lnTo>
                  <a:lnTo>
                    <a:pt x="45384" y="73570"/>
                  </a:lnTo>
                  <a:lnTo>
                    <a:pt x="45384" y="74048"/>
                  </a:lnTo>
                  <a:lnTo>
                    <a:pt x="45384" y="74526"/>
                  </a:lnTo>
                  <a:lnTo>
                    <a:pt x="43473" y="76437"/>
                  </a:lnTo>
                  <a:lnTo>
                    <a:pt x="43473" y="76914"/>
                  </a:lnTo>
                  <a:lnTo>
                    <a:pt x="43951" y="77870"/>
                  </a:lnTo>
                  <a:lnTo>
                    <a:pt x="44429" y="78825"/>
                  </a:lnTo>
                  <a:lnTo>
                    <a:pt x="44429" y="78825"/>
                  </a:lnTo>
                  <a:lnTo>
                    <a:pt x="45384" y="79303"/>
                  </a:lnTo>
                  <a:lnTo>
                    <a:pt x="46340" y="79303"/>
                  </a:lnTo>
                  <a:lnTo>
                    <a:pt x="48251" y="79781"/>
                  </a:lnTo>
                  <a:lnTo>
                    <a:pt x="50162" y="79781"/>
                  </a:lnTo>
                  <a:lnTo>
                    <a:pt x="50639" y="79781"/>
                  </a:lnTo>
                  <a:lnTo>
                    <a:pt x="51595" y="75004"/>
                  </a:lnTo>
                  <a:lnTo>
                    <a:pt x="50639" y="74048"/>
                  </a:lnTo>
                  <a:lnTo>
                    <a:pt x="50639" y="74048"/>
                  </a:lnTo>
                  <a:lnTo>
                    <a:pt x="49684" y="73093"/>
                  </a:lnTo>
                  <a:lnTo>
                    <a:pt x="48251" y="73093"/>
                  </a:lnTo>
                  <a:lnTo>
                    <a:pt x="47773" y="72137"/>
                  </a:lnTo>
                  <a:lnTo>
                    <a:pt x="47773" y="71659"/>
                  </a:lnTo>
                  <a:lnTo>
                    <a:pt x="47773" y="71182"/>
                  </a:lnTo>
                  <a:lnTo>
                    <a:pt x="49206" y="71182"/>
                  </a:lnTo>
                  <a:lnTo>
                    <a:pt x="49684" y="70704"/>
                  </a:lnTo>
                  <a:lnTo>
                    <a:pt x="53028" y="68315"/>
                  </a:lnTo>
                  <a:lnTo>
                    <a:pt x="53028" y="67838"/>
                  </a:lnTo>
                  <a:lnTo>
                    <a:pt x="53028" y="67360"/>
                  </a:lnTo>
                  <a:lnTo>
                    <a:pt x="52072" y="67360"/>
                  </a:lnTo>
                  <a:lnTo>
                    <a:pt x="52072" y="66882"/>
                  </a:lnTo>
                  <a:lnTo>
                    <a:pt x="52072" y="65927"/>
                  </a:lnTo>
                  <a:lnTo>
                    <a:pt x="53983" y="62105"/>
                  </a:lnTo>
                  <a:lnTo>
                    <a:pt x="54461" y="60672"/>
                  </a:lnTo>
                  <a:lnTo>
                    <a:pt x="54461" y="59238"/>
                  </a:lnTo>
                  <a:lnTo>
                    <a:pt x="54461" y="58283"/>
                  </a:lnTo>
                  <a:lnTo>
                    <a:pt x="53505" y="56372"/>
                  </a:lnTo>
                  <a:lnTo>
                    <a:pt x="52550" y="54939"/>
                  </a:lnTo>
                  <a:lnTo>
                    <a:pt x="52550" y="53984"/>
                  </a:lnTo>
                  <a:lnTo>
                    <a:pt x="52072" y="53984"/>
                  </a:lnTo>
                  <a:lnTo>
                    <a:pt x="51595" y="53506"/>
                  </a:lnTo>
                  <a:lnTo>
                    <a:pt x="49684" y="50162"/>
                  </a:lnTo>
                  <a:lnTo>
                    <a:pt x="49684" y="49206"/>
                  </a:lnTo>
                  <a:lnTo>
                    <a:pt x="50639" y="48251"/>
                  </a:lnTo>
                  <a:lnTo>
                    <a:pt x="52550" y="47773"/>
                  </a:lnTo>
                  <a:lnTo>
                    <a:pt x="53028" y="47295"/>
                  </a:lnTo>
                  <a:lnTo>
                    <a:pt x="53983" y="46818"/>
                  </a:lnTo>
                  <a:lnTo>
                    <a:pt x="56372" y="47773"/>
                  </a:lnTo>
                  <a:lnTo>
                    <a:pt x="57805" y="48728"/>
                  </a:lnTo>
                  <a:lnTo>
                    <a:pt x="57805" y="48251"/>
                  </a:lnTo>
                  <a:lnTo>
                    <a:pt x="58761" y="47295"/>
                  </a:lnTo>
                  <a:lnTo>
                    <a:pt x="60671" y="47773"/>
                  </a:lnTo>
                  <a:lnTo>
                    <a:pt x="65449" y="45862"/>
                  </a:lnTo>
                  <a:lnTo>
                    <a:pt x="65449" y="45862"/>
                  </a:lnTo>
                  <a:lnTo>
                    <a:pt x="65927" y="45384"/>
                  </a:lnTo>
                  <a:lnTo>
                    <a:pt x="66404" y="44429"/>
                  </a:lnTo>
                  <a:lnTo>
                    <a:pt x="66404" y="43951"/>
                  </a:lnTo>
                  <a:lnTo>
                    <a:pt x="64493" y="42040"/>
                  </a:lnTo>
                  <a:lnTo>
                    <a:pt x="64493" y="41563"/>
                  </a:lnTo>
                  <a:lnTo>
                    <a:pt x="64971" y="41085"/>
                  </a:lnTo>
                  <a:lnTo>
                    <a:pt x="65449" y="40607"/>
                  </a:lnTo>
                  <a:lnTo>
                    <a:pt x="66404" y="40129"/>
                  </a:lnTo>
                  <a:lnTo>
                    <a:pt x="67360" y="39174"/>
                  </a:lnTo>
                  <a:lnTo>
                    <a:pt x="69748" y="37263"/>
                  </a:lnTo>
                  <a:lnTo>
                    <a:pt x="69748" y="37263"/>
                  </a:lnTo>
                  <a:lnTo>
                    <a:pt x="70704" y="35352"/>
                  </a:lnTo>
                  <a:lnTo>
                    <a:pt x="71182" y="33441"/>
                  </a:lnTo>
                  <a:lnTo>
                    <a:pt x="71182" y="32008"/>
                  </a:lnTo>
                  <a:lnTo>
                    <a:pt x="70226" y="31052"/>
                  </a:lnTo>
                  <a:lnTo>
                    <a:pt x="69748" y="30097"/>
                  </a:lnTo>
                  <a:lnTo>
                    <a:pt x="68793" y="30097"/>
                  </a:lnTo>
                  <a:lnTo>
                    <a:pt x="67360" y="30097"/>
                  </a:lnTo>
                  <a:lnTo>
                    <a:pt x="66882" y="30097"/>
                  </a:lnTo>
                  <a:lnTo>
                    <a:pt x="65449" y="29619"/>
                  </a:lnTo>
                  <a:lnTo>
                    <a:pt x="64493" y="28664"/>
                  </a:lnTo>
                  <a:lnTo>
                    <a:pt x="64493" y="27708"/>
                  </a:lnTo>
                  <a:lnTo>
                    <a:pt x="64493" y="27231"/>
                  </a:lnTo>
                  <a:lnTo>
                    <a:pt x="64971" y="26275"/>
                  </a:lnTo>
                  <a:lnTo>
                    <a:pt x="64493" y="25797"/>
                  </a:lnTo>
                  <a:lnTo>
                    <a:pt x="64493" y="24842"/>
                  </a:lnTo>
                  <a:lnTo>
                    <a:pt x="65449" y="24364"/>
                  </a:lnTo>
                  <a:lnTo>
                    <a:pt x="70704" y="24364"/>
                  </a:lnTo>
                  <a:lnTo>
                    <a:pt x="71182" y="23886"/>
                  </a:lnTo>
                  <a:lnTo>
                    <a:pt x="71182" y="23886"/>
                  </a:lnTo>
                  <a:lnTo>
                    <a:pt x="71182" y="21020"/>
                  </a:lnTo>
                  <a:lnTo>
                    <a:pt x="72615" y="16721"/>
                  </a:lnTo>
                  <a:lnTo>
                    <a:pt x="74048" y="14332"/>
                  </a:lnTo>
                  <a:lnTo>
                    <a:pt x="74048" y="13377"/>
                  </a:lnTo>
                  <a:lnTo>
                    <a:pt x="74048" y="8121"/>
                  </a:lnTo>
                  <a:lnTo>
                    <a:pt x="7404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3" name="Freeform 5112">
              <a:extLst>
                <a:ext uri="{FF2B5EF4-FFF2-40B4-BE49-F238E27FC236}">
                  <a16:creationId xmlns:a16="http://schemas.microsoft.com/office/drawing/2014/main" id="{C388B20F-5F37-1C3B-B952-4E2DE507F130}"/>
                </a:ext>
              </a:extLst>
            </p:cNvPr>
            <p:cNvSpPr/>
            <p:nvPr/>
          </p:nvSpPr>
          <p:spPr>
            <a:xfrm>
              <a:off x="5956980" y="3636118"/>
              <a:ext cx="7643" cy="3821"/>
            </a:xfrm>
            <a:custGeom>
              <a:avLst/>
              <a:gdLst>
                <a:gd name="csX0" fmla="*/ 955 w 7643"/>
                <a:gd name="csY0" fmla="*/ 1911 h 3821"/>
                <a:gd name="csX1" fmla="*/ 2389 w 7643"/>
                <a:gd name="csY1" fmla="*/ 1911 h 3821"/>
                <a:gd name="csX2" fmla="*/ 5255 w 7643"/>
                <a:gd name="csY2" fmla="*/ 3822 h 3821"/>
                <a:gd name="csX3" fmla="*/ 7644 w 7643"/>
                <a:gd name="csY3" fmla="*/ 2866 h 3821"/>
                <a:gd name="csX4" fmla="*/ 7644 w 7643"/>
                <a:gd name="csY4" fmla="*/ 2389 h 3821"/>
                <a:gd name="csX5" fmla="*/ 7166 w 7643"/>
                <a:gd name="csY5" fmla="*/ 1911 h 3821"/>
                <a:gd name="csX6" fmla="*/ 5255 w 7643"/>
                <a:gd name="csY6" fmla="*/ 478 h 3821"/>
                <a:gd name="csX7" fmla="*/ 1911 w 7643"/>
                <a:gd name="csY7" fmla="*/ 0 h 3821"/>
                <a:gd name="csX8" fmla="*/ 0 w 7643"/>
                <a:gd name="csY8" fmla="*/ 478 h 3821"/>
                <a:gd name="csX9" fmla="*/ 0 w 7643"/>
                <a:gd name="csY9" fmla="*/ 956 h 3821"/>
                <a:gd name="csX10" fmla="*/ 955 w 7643"/>
                <a:gd name="csY10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643" h="3821">
                  <a:moveTo>
                    <a:pt x="955" y="1911"/>
                  </a:moveTo>
                  <a:lnTo>
                    <a:pt x="2389" y="1911"/>
                  </a:lnTo>
                  <a:lnTo>
                    <a:pt x="5255" y="3822"/>
                  </a:lnTo>
                  <a:lnTo>
                    <a:pt x="7644" y="2866"/>
                  </a:lnTo>
                  <a:lnTo>
                    <a:pt x="7644" y="2389"/>
                  </a:lnTo>
                  <a:lnTo>
                    <a:pt x="7166" y="1911"/>
                  </a:lnTo>
                  <a:lnTo>
                    <a:pt x="5255" y="478"/>
                  </a:lnTo>
                  <a:lnTo>
                    <a:pt x="1911" y="0"/>
                  </a:lnTo>
                  <a:lnTo>
                    <a:pt x="0" y="478"/>
                  </a:lnTo>
                  <a:lnTo>
                    <a:pt x="0" y="956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4" name="Freeform 5113">
              <a:extLst>
                <a:ext uri="{FF2B5EF4-FFF2-40B4-BE49-F238E27FC236}">
                  <a16:creationId xmlns:a16="http://schemas.microsoft.com/office/drawing/2014/main" id="{3B363DBE-7DDE-A6F9-7AB6-A0135C12AA4F}"/>
                </a:ext>
              </a:extLst>
            </p:cNvPr>
            <p:cNvSpPr/>
            <p:nvPr/>
          </p:nvSpPr>
          <p:spPr>
            <a:xfrm>
              <a:off x="5977044" y="3593600"/>
              <a:ext cx="3822" cy="5255"/>
            </a:xfrm>
            <a:custGeom>
              <a:avLst/>
              <a:gdLst>
                <a:gd name="csX0" fmla="*/ 1433 w 3822"/>
                <a:gd name="csY0" fmla="*/ 5255 h 5255"/>
                <a:gd name="csX1" fmla="*/ 3822 w 3822"/>
                <a:gd name="csY1" fmla="*/ 3344 h 5255"/>
                <a:gd name="csX2" fmla="*/ 3822 w 3822"/>
                <a:gd name="csY2" fmla="*/ 0 h 5255"/>
                <a:gd name="csX3" fmla="*/ 478 w 3822"/>
                <a:gd name="csY3" fmla="*/ 2866 h 5255"/>
                <a:gd name="csX4" fmla="*/ 0 w 3822"/>
                <a:gd name="csY4" fmla="*/ 4300 h 5255"/>
                <a:gd name="csX5" fmla="*/ 478 w 3822"/>
                <a:gd name="csY5" fmla="*/ 4777 h 5255"/>
                <a:gd name="csX6" fmla="*/ 1433 w 3822"/>
                <a:gd name="csY6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2" h="5255">
                  <a:moveTo>
                    <a:pt x="1433" y="5255"/>
                  </a:moveTo>
                  <a:lnTo>
                    <a:pt x="3822" y="3344"/>
                  </a:lnTo>
                  <a:lnTo>
                    <a:pt x="3822" y="0"/>
                  </a:lnTo>
                  <a:lnTo>
                    <a:pt x="478" y="2866"/>
                  </a:lnTo>
                  <a:lnTo>
                    <a:pt x="0" y="4300"/>
                  </a:lnTo>
                  <a:lnTo>
                    <a:pt x="478" y="4777"/>
                  </a:lnTo>
                  <a:lnTo>
                    <a:pt x="1433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5" name="Freeform 5114">
              <a:extLst>
                <a:ext uri="{FF2B5EF4-FFF2-40B4-BE49-F238E27FC236}">
                  <a16:creationId xmlns:a16="http://schemas.microsoft.com/office/drawing/2014/main" id="{A66FC553-1D19-4BFC-74EE-DDDE693070E7}"/>
                </a:ext>
              </a:extLst>
            </p:cNvPr>
            <p:cNvSpPr/>
            <p:nvPr/>
          </p:nvSpPr>
          <p:spPr>
            <a:xfrm>
              <a:off x="6385503" y="2869840"/>
              <a:ext cx="16720" cy="10509"/>
            </a:xfrm>
            <a:custGeom>
              <a:avLst/>
              <a:gdLst>
                <a:gd name="csX0" fmla="*/ 5733 w 16720"/>
                <a:gd name="csY0" fmla="*/ 0 h 10509"/>
                <a:gd name="csX1" fmla="*/ 10988 w 16720"/>
                <a:gd name="csY1" fmla="*/ 1911 h 10509"/>
                <a:gd name="csX2" fmla="*/ 12899 w 16720"/>
                <a:gd name="csY2" fmla="*/ 1911 h 10509"/>
                <a:gd name="csX3" fmla="*/ 15287 w 16720"/>
                <a:gd name="csY3" fmla="*/ 6210 h 10509"/>
                <a:gd name="csX4" fmla="*/ 16721 w 16720"/>
                <a:gd name="csY4" fmla="*/ 5733 h 10509"/>
                <a:gd name="csX5" fmla="*/ 16721 w 16720"/>
                <a:gd name="csY5" fmla="*/ 8121 h 10509"/>
                <a:gd name="csX6" fmla="*/ 13854 w 16720"/>
                <a:gd name="csY6" fmla="*/ 9555 h 10509"/>
                <a:gd name="csX7" fmla="*/ 9555 w 16720"/>
                <a:gd name="csY7" fmla="*/ 10032 h 10509"/>
                <a:gd name="csX8" fmla="*/ 9077 w 16720"/>
                <a:gd name="csY8" fmla="*/ 10510 h 10509"/>
                <a:gd name="csX9" fmla="*/ 5733 w 16720"/>
                <a:gd name="csY9" fmla="*/ 10032 h 10509"/>
                <a:gd name="csX10" fmla="*/ 3344 w 16720"/>
                <a:gd name="csY10" fmla="*/ 6688 h 10509"/>
                <a:gd name="csX11" fmla="*/ 0 w 16720"/>
                <a:gd name="csY11" fmla="*/ 6210 h 10509"/>
                <a:gd name="csX12" fmla="*/ 478 w 16720"/>
                <a:gd name="csY12" fmla="*/ 4777 h 10509"/>
                <a:gd name="csX13" fmla="*/ 2389 w 16720"/>
                <a:gd name="csY13" fmla="*/ 2389 h 10509"/>
                <a:gd name="csX14" fmla="*/ 5733 w 16720"/>
                <a:gd name="csY14" fmla="*/ 0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6720" h="10509">
                  <a:moveTo>
                    <a:pt x="5733" y="0"/>
                  </a:moveTo>
                  <a:lnTo>
                    <a:pt x="10988" y="1911"/>
                  </a:lnTo>
                  <a:lnTo>
                    <a:pt x="12899" y="1911"/>
                  </a:lnTo>
                  <a:lnTo>
                    <a:pt x="15287" y="6210"/>
                  </a:lnTo>
                  <a:lnTo>
                    <a:pt x="16721" y="5733"/>
                  </a:lnTo>
                  <a:lnTo>
                    <a:pt x="16721" y="8121"/>
                  </a:lnTo>
                  <a:lnTo>
                    <a:pt x="13854" y="9555"/>
                  </a:lnTo>
                  <a:lnTo>
                    <a:pt x="9555" y="10032"/>
                  </a:lnTo>
                  <a:lnTo>
                    <a:pt x="9077" y="10510"/>
                  </a:lnTo>
                  <a:lnTo>
                    <a:pt x="5733" y="10032"/>
                  </a:lnTo>
                  <a:lnTo>
                    <a:pt x="3344" y="6688"/>
                  </a:lnTo>
                  <a:lnTo>
                    <a:pt x="0" y="6210"/>
                  </a:lnTo>
                  <a:lnTo>
                    <a:pt x="478" y="4777"/>
                  </a:lnTo>
                  <a:lnTo>
                    <a:pt x="2389" y="2389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6" name="Freeform 5115">
              <a:extLst>
                <a:ext uri="{FF2B5EF4-FFF2-40B4-BE49-F238E27FC236}">
                  <a16:creationId xmlns:a16="http://schemas.microsoft.com/office/drawing/2014/main" id="{C7D2BB2E-6937-EA2F-C69E-0908A9236E5E}"/>
                </a:ext>
              </a:extLst>
            </p:cNvPr>
            <p:cNvSpPr/>
            <p:nvPr/>
          </p:nvSpPr>
          <p:spPr>
            <a:xfrm>
              <a:off x="6128485" y="3329416"/>
              <a:ext cx="6210" cy="955"/>
            </a:xfrm>
            <a:custGeom>
              <a:avLst/>
              <a:gdLst>
                <a:gd name="csX0" fmla="*/ 6210 w 6210"/>
                <a:gd name="csY0" fmla="*/ 0 h 955"/>
                <a:gd name="csX1" fmla="*/ 2389 w 6210"/>
                <a:gd name="csY1" fmla="*/ 0 h 955"/>
                <a:gd name="csX2" fmla="*/ 2389 w 6210"/>
                <a:gd name="csY2" fmla="*/ 0 h 955"/>
                <a:gd name="csX3" fmla="*/ 0 w 6210"/>
                <a:gd name="csY3" fmla="*/ 956 h 955"/>
                <a:gd name="csX4" fmla="*/ 0 w 6210"/>
                <a:gd name="csY4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10" h="955">
                  <a:moveTo>
                    <a:pt x="6210" y="0"/>
                  </a:moveTo>
                  <a:lnTo>
                    <a:pt x="2389" y="0"/>
                  </a:lnTo>
                  <a:lnTo>
                    <a:pt x="2389" y="0"/>
                  </a:lnTo>
                  <a:lnTo>
                    <a:pt x="0" y="956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7" name="Freeform 5116">
              <a:extLst>
                <a:ext uri="{FF2B5EF4-FFF2-40B4-BE49-F238E27FC236}">
                  <a16:creationId xmlns:a16="http://schemas.microsoft.com/office/drawing/2014/main" id="{2BCD6187-A03E-49D6-4EDC-D3598BF5ACC1}"/>
                </a:ext>
              </a:extLst>
            </p:cNvPr>
            <p:cNvSpPr/>
            <p:nvPr/>
          </p:nvSpPr>
          <p:spPr>
            <a:xfrm>
              <a:off x="6147594" y="3209984"/>
              <a:ext cx="12898" cy="2388"/>
            </a:xfrm>
            <a:custGeom>
              <a:avLst/>
              <a:gdLst>
                <a:gd name="csX0" fmla="*/ 12899 w 12898"/>
                <a:gd name="csY0" fmla="*/ 2389 h 2388"/>
                <a:gd name="csX1" fmla="*/ 7166 w 12898"/>
                <a:gd name="csY1" fmla="*/ 1433 h 2388"/>
                <a:gd name="csX2" fmla="*/ 0 w 12898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2898" h="2388">
                  <a:moveTo>
                    <a:pt x="12899" y="2389"/>
                  </a:moveTo>
                  <a:lnTo>
                    <a:pt x="7166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8" name="Freeform 5117">
              <a:extLst>
                <a:ext uri="{FF2B5EF4-FFF2-40B4-BE49-F238E27FC236}">
                  <a16:creationId xmlns:a16="http://schemas.microsoft.com/office/drawing/2014/main" id="{EF2FA790-C623-07CB-2F35-273C3986C588}"/>
                </a:ext>
              </a:extLst>
            </p:cNvPr>
            <p:cNvSpPr/>
            <p:nvPr/>
          </p:nvSpPr>
          <p:spPr>
            <a:xfrm>
              <a:off x="6171958" y="3120170"/>
              <a:ext cx="6688" cy="955"/>
            </a:xfrm>
            <a:custGeom>
              <a:avLst/>
              <a:gdLst>
                <a:gd name="csX0" fmla="*/ 6688 w 6688"/>
                <a:gd name="csY0" fmla="*/ 0 h 955"/>
                <a:gd name="csX1" fmla="*/ 0 w 6688"/>
                <a:gd name="csY1" fmla="*/ 956 h 955"/>
                <a:gd name="csX2" fmla="*/ 0 w 6688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88" h="955">
                  <a:moveTo>
                    <a:pt x="6688" y="0"/>
                  </a:moveTo>
                  <a:lnTo>
                    <a:pt x="0" y="956"/>
                  </a:lnTo>
                  <a:lnTo>
                    <a:pt x="0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9" name="Freeform 5118">
              <a:extLst>
                <a:ext uri="{FF2B5EF4-FFF2-40B4-BE49-F238E27FC236}">
                  <a16:creationId xmlns:a16="http://schemas.microsoft.com/office/drawing/2014/main" id="{CC4D0B27-4E50-D471-6303-89CF3AE9951C}"/>
                </a:ext>
              </a:extLst>
            </p:cNvPr>
            <p:cNvSpPr/>
            <p:nvPr/>
          </p:nvSpPr>
          <p:spPr>
            <a:xfrm>
              <a:off x="6227375" y="3028924"/>
              <a:ext cx="11465" cy="6688"/>
            </a:xfrm>
            <a:custGeom>
              <a:avLst/>
              <a:gdLst>
                <a:gd name="csX0" fmla="*/ 11466 w 11465"/>
                <a:gd name="csY0" fmla="*/ 6688 h 6688"/>
                <a:gd name="csX1" fmla="*/ 4777 w 11465"/>
                <a:gd name="csY1" fmla="*/ 2389 h 6688"/>
                <a:gd name="csX2" fmla="*/ 0 w 11465"/>
                <a:gd name="csY2" fmla="*/ 0 h 6688"/>
                <a:gd name="csX3" fmla="*/ 0 w 11465"/>
                <a:gd name="csY3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465" h="6688">
                  <a:moveTo>
                    <a:pt x="11466" y="6688"/>
                  </a:moveTo>
                  <a:lnTo>
                    <a:pt x="4777" y="238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0" name="Freeform 5119">
              <a:extLst>
                <a:ext uri="{FF2B5EF4-FFF2-40B4-BE49-F238E27FC236}">
                  <a16:creationId xmlns:a16="http://schemas.microsoft.com/office/drawing/2014/main" id="{99D9CDCC-14B1-1602-AB77-69751165A089}"/>
                </a:ext>
              </a:extLst>
            </p:cNvPr>
            <p:cNvSpPr/>
            <p:nvPr/>
          </p:nvSpPr>
          <p:spPr>
            <a:xfrm>
              <a:off x="6247917" y="3005993"/>
              <a:ext cx="13376" cy="3821"/>
            </a:xfrm>
            <a:custGeom>
              <a:avLst/>
              <a:gdLst>
                <a:gd name="csX0" fmla="*/ 13376 w 13376"/>
                <a:gd name="csY0" fmla="*/ 3822 h 3821"/>
                <a:gd name="csX1" fmla="*/ 10032 w 13376"/>
                <a:gd name="csY1" fmla="*/ 3344 h 3821"/>
                <a:gd name="csX2" fmla="*/ 8121 w 13376"/>
                <a:gd name="csY2" fmla="*/ 3344 h 3821"/>
                <a:gd name="csX3" fmla="*/ 478 w 13376"/>
                <a:gd name="csY3" fmla="*/ 0 h 3821"/>
                <a:gd name="csX4" fmla="*/ 0 w 13376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376" h="3821">
                  <a:moveTo>
                    <a:pt x="13376" y="3822"/>
                  </a:moveTo>
                  <a:lnTo>
                    <a:pt x="10032" y="3344"/>
                  </a:lnTo>
                  <a:lnTo>
                    <a:pt x="8121" y="3344"/>
                  </a:lnTo>
                  <a:lnTo>
                    <a:pt x="478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1" name="Freeform 5120">
              <a:extLst>
                <a:ext uri="{FF2B5EF4-FFF2-40B4-BE49-F238E27FC236}">
                  <a16:creationId xmlns:a16="http://schemas.microsoft.com/office/drawing/2014/main" id="{2208A068-CA53-F3A4-7BF5-1CEDE666A24C}"/>
                </a:ext>
              </a:extLst>
            </p:cNvPr>
            <p:cNvSpPr/>
            <p:nvPr/>
          </p:nvSpPr>
          <p:spPr>
            <a:xfrm>
              <a:off x="6265593" y="3010770"/>
              <a:ext cx="14331" cy="5732"/>
            </a:xfrm>
            <a:custGeom>
              <a:avLst/>
              <a:gdLst>
                <a:gd name="csX0" fmla="*/ 14332 w 14331"/>
                <a:gd name="csY0" fmla="*/ 5733 h 5732"/>
                <a:gd name="csX1" fmla="*/ 11943 w 14331"/>
                <a:gd name="csY1" fmla="*/ 5255 h 5732"/>
                <a:gd name="csX2" fmla="*/ 8599 w 14331"/>
                <a:gd name="csY2" fmla="*/ 3822 h 5732"/>
                <a:gd name="csX3" fmla="*/ 0 w 14331"/>
                <a:gd name="csY3" fmla="*/ 0 h 5732"/>
                <a:gd name="csX4" fmla="*/ 0 w 14331"/>
                <a:gd name="csY4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1" h="5732">
                  <a:moveTo>
                    <a:pt x="14332" y="5733"/>
                  </a:moveTo>
                  <a:lnTo>
                    <a:pt x="11943" y="5255"/>
                  </a:lnTo>
                  <a:lnTo>
                    <a:pt x="8599" y="382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2" name="Freeform 5121">
              <a:extLst>
                <a:ext uri="{FF2B5EF4-FFF2-40B4-BE49-F238E27FC236}">
                  <a16:creationId xmlns:a16="http://schemas.microsoft.com/office/drawing/2014/main" id="{36404CF6-8220-8718-FB4B-E1EC0550AF8A}"/>
                </a:ext>
              </a:extLst>
            </p:cNvPr>
            <p:cNvSpPr/>
            <p:nvPr/>
          </p:nvSpPr>
          <p:spPr>
            <a:xfrm>
              <a:off x="6282791" y="2982584"/>
              <a:ext cx="9554" cy="477"/>
            </a:xfrm>
            <a:custGeom>
              <a:avLst/>
              <a:gdLst>
                <a:gd name="csX0" fmla="*/ 9555 w 9554"/>
                <a:gd name="csY0" fmla="*/ 0 h 477"/>
                <a:gd name="csX1" fmla="*/ 7166 w 9554"/>
                <a:gd name="csY1" fmla="*/ 0 h 477"/>
                <a:gd name="csX2" fmla="*/ 0 w 9554"/>
                <a:gd name="csY2" fmla="*/ 478 h 477"/>
                <a:gd name="csX3" fmla="*/ 0 w 9554"/>
                <a:gd name="csY3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4" h="477">
                  <a:moveTo>
                    <a:pt x="9555" y="0"/>
                  </a:moveTo>
                  <a:lnTo>
                    <a:pt x="7166" y="0"/>
                  </a:lnTo>
                  <a:lnTo>
                    <a:pt x="0" y="478"/>
                  </a:ln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3" name="Freeform 5122">
              <a:extLst>
                <a:ext uri="{FF2B5EF4-FFF2-40B4-BE49-F238E27FC236}">
                  <a16:creationId xmlns:a16="http://schemas.microsoft.com/office/drawing/2014/main" id="{0CE5284F-C192-45C0-F155-E6E7B19C7EA8}"/>
                </a:ext>
              </a:extLst>
            </p:cNvPr>
            <p:cNvSpPr/>
            <p:nvPr/>
          </p:nvSpPr>
          <p:spPr>
            <a:xfrm>
              <a:off x="5981344" y="2872707"/>
              <a:ext cx="516425" cy="565153"/>
            </a:xfrm>
            <a:custGeom>
              <a:avLst/>
              <a:gdLst>
                <a:gd name="csX0" fmla="*/ 131376 w 516425"/>
                <a:gd name="csY0" fmla="*/ 534579 h 565153"/>
                <a:gd name="csX1" fmla="*/ 129942 w 516425"/>
                <a:gd name="csY1" fmla="*/ 534101 h 565153"/>
                <a:gd name="csX2" fmla="*/ 128031 w 516425"/>
                <a:gd name="csY2" fmla="*/ 529802 h 565153"/>
                <a:gd name="csX3" fmla="*/ 128031 w 516425"/>
                <a:gd name="csY3" fmla="*/ 528846 h 565153"/>
                <a:gd name="csX4" fmla="*/ 128031 w 516425"/>
                <a:gd name="csY4" fmla="*/ 527413 h 565153"/>
                <a:gd name="csX5" fmla="*/ 123254 w 516425"/>
                <a:gd name="csY5" fmla="*/ 525980 h 565153"/>
                <a:gd name="csX6" fmla="*/ 122299 w 516425"/>
                <a:gd name="csY6" fmla="*/ 525980 h 565153"/>
                <a:gd name="csX7" fmla="*/ 120388 w 516425"/>
                <a:gd name="csY7" fmla="*/ 525025 h 565153"/>
                <a:gd name="csX8" fmla="*/ 119432 w 516425"/>
                <a:gd name="csY8" fmla="*/ 525025 h 565153"/>
                <a:gd name="csX9" fmla="*/ 117044 w 516425"/>
                <a:gd name="csY9" fmla="*/ 524547 h 565153"/>
                <a:gd name="csX10" fmla="*/ 115611 w 516425"/>
                <a:gd name="csY10" fmla="*/ 520725 h 565153"/>
                <a:gd name="csX11" fmla="*/ 113700 w 516425"/>
                <a:gd name="csY11" fmla="*/ 517381 h 565153"/>
                <a:gd name="csX12" fmla="*/ 113222 w 516425"/>
                <a:gd name="csY12" fmla="*/ 515948 h 565153"/>
                <a:gd name="csX13" fmla="*/ 113222 w 516425"/>
                <a:gd name="csY13" fmla="*/ 509737 h 565153"/>
                <a:gd name="csX14" fmla="*/ 112744 w 516425"/>
                <a:gd name="csY14" fmla="*/ 506871 h 565153"/>
                <a:gd name="csX15" fmla="*/ 112744 w 516425"/>
                <a:gd name="csY15" fmla="*/ 503527 h 565153"/>
                <a:gd name="csX16" fmla="*/ 111311 w 516425"/>
                <a:gd name="csY16" fmla="*/ 506393 h 565153"/>
                <a:gd name="csX17" fmla="*/ 111789 w 516425"/>
                <a:gd name="csY17" fmla="*/ 510215 h 565153"/>
                <a:gd name="csX18" fmla="*/ 110355 w 516425"/>
                <a:gd name="csY18" fmla="*/ 511648 h 565153"/>
                <a:gd name="csX19" fmla="*/ 108445 w 516425"/>
                <a:gd name="csY19" fmla="*/ 512604 h 565153"/>
                <a:gd name="csX20" fmla="*/ 108922 w 516425"/>
                <a:gd name="csY20" fmla="*/ 514992 h 565153"/>
                <a:gd name="csX21" fmla="*/ 109400 w 516425"/>
                <a:gd name="csY21" fmla="*/ 515470 h 565153"/>
                <a:gd name="csX22" fmla="*/ 109878 w 516425"/>
                <a:gd name="csY22" fmla="*/ 517859 h 565153"/>
                <a:gd name="csX23" fmla="*/ 109400 w 516425"/>
                <a:gd name="csY23" fmla="*/ 521203 h 565153"/>
                <a:gd name="csX24" fmla="*/ 105578 w 516425"/>
                <a:gd name="csY24" fmla="*/ 528846 h 565153"/>
                <a:gd name="csX25" fmla="*/ 104623 w 516425"/>
                <a:gd name="csY25" fmla="*/ 529802 h 565153"/>
                <a:gd name="csX26" fmla="*/ 104145 w 516425"/>
                <a:gd name="csY26" fmla="*/ 530757 h 565153"/>
                <a:gd name="csX27" fmla="*/ 102234 w 516425"/>
                <a:gd name="csY27" fmla="*/ 529802 h 565153"/>
                <a:gd name="csX28" fmla="*/ 99846 w 516425"/>
                <a:gd name="csY28" fmla="*/ 532191 h 565153"/>
                <a:gd name="csX29" fmla="*/ 97457 w 516425"/>
                <a:gd name="csY29" fmla="*/ 532668 h 565153"/>
                <a:gd name="csX30" fmla="*/ 96979 w 516425"/>
                <a:gd name="csY30" fmla="*/ 530280 h 565153"/>
                <a:gd name="csX31" fmla="*/ 93635 w 516425"/>
                <a:gd name="csY31" fmla="*/ 526936 h 565153"/>
                <a:gd name="csX32" fmla="*/ 91724 w 516425"/>
                <a:gd name="csY32" fmla="*/ 526936 h 565153"/>
                <a:gd name="csX33" fmla="*/ 93157 w 516425"/>
                <a:gd name="csY33" fmla="*/ 528369 h 565153"/>
                <a:gd name="csX34" fmla="*/ 94590 w 516425"/>
                <a:gd name="csY34" fmla="*/ 530757 h 565153"/>
                <a:gd name="csX35" fmla="*/ 94113 w 516425"/>
                <a:gd name="csY35" fmla="*/ 532191 h 565153"/>
                <a:gd name="csX36" fmla="*/ 93157 w 516425"/>
                <a:gd name="csY36" fmla="*/ 532668 h 565153"/>
                <a:gd name="csX37" fmla="*/ 91724 w 516425"/>
                <a:gd name="csY37" fmla="*/ 533146 h 565153"/>
                <a:gd name="csX38" fmla="*/ 86947 w 516425"/>
                <a:gd name="csY38" fmla="*/ 536012 h 565153"/>
                <a:gd name="csX39" fmla="*/ 88858 w 516425"/>
                <a:gd name="csY39" fmla="*/ 537923 h 565153"/>
                <a:gd name="csX40" fmla="*/ 87424 w 516425"/>
                <a:gd name="csY40" fmla="*/ 539834 h 565153"/>
                <a:gd name="csX41" fmla="*/ 85514 w 516425"/>
                <a:gd name="csY41" fmla="*/ 540312 h 565153"/>
                <a:gd name="csX42" fmla="*/ 84558 w 516425"/>
                <a:gd name="csY42" fmla="*/ 541267 h 565153"/>
                <a:gd name="csX43" fmla="*/ 84558 w 516425"/>
                <a:gd name="csY43" fmla="*/ 542223 h 565153"/>
                <a:gd name="csX44" fmla="*/ 79303 w 516425"/>
                <a:gd name="csY44" fmla="*/ 546045 h 565153"/>
                <a:gd name="csX45" fmla="*/ 71182 w 516425"/>
                <a:gd name="csY45" fmla="*/ 555599 h 565153"/>
                <a:gd name="csX46" fmla="*/ 67360 w 516425"/>
                <a:gd name="csY46" fmla="*/ 557988 h 565153"/>
                <a:gd name="csX47" fmla="*/ 64493 w 516425"/>
                <a:gd name="csY47" fmla="*/ 560854 h 565153"/>
                <a:gd name="csX48" fmla="*/ 61627 w 516425"/>
                <a:gd name="csY48" fmla="*/ 560854 h 565153"/>
                <a:gd name="csX49" fmla="*/ 58761 w 516425"/>
                <a:gd name="csY49" fmla="*/ 563243 h 565153"/>
                <a:gd name="csX50" fmla="*/ 50639 w 516425"/>
                <a:gd name="csY50" fmla="*/ 565154 h 565153"/>
                <a:gd name="csX51" fmla="*/ 44907 w 516425"/>
                <a:gd name="csY51" fmla="*/ 564198 h 565153"/>
                <a:gd name="csX52" fmla="*/ 41085 w 516425"/>
                <a:gd name="csY52" fmla="*/ 565154 h 565153"/>
                <a:gd name="csX53" fmla="*/ 39174 w 516425"/>
                <a:gd name="csY53" fmla="*/ 563243 h 565153"/>
                <a:gd name="csX54" fmla="*/ 39174 w 516425"/>
                <a:gd name="csY54" fmla="*/ 562287 h 565153"/>
                <a:gd name="csX55" fmla="*/ 39174 w 516425"/>
                <a:gd name="csY55" fmla="*/ 561810 h 565153"/>
                <a:gd name="csX56" fmla="*/ 39651 w 516425"/>
                <a:gd name="csY56" fmla="*/ 560854 h 565153"/>
                <a:gd name="csX57" fmla="*/ 38696 w 516425"/>
                <a:gd name="csY57" fmla="*/ 560377 h 565153"/>
                <a:gd name="csX58" fmla="*/ 37263 w 516425"/>
                <a:gd name="csY58" fmla="*/ 560377 h 565153"/>
                <a:gd name="csX59" fmla="*/ 36785 w 516425"/>
                <a:gd name="csY59" fmla="*/ 561332 h 565153"/>
                <a:gd name="csX60" fmla="*/ 36785 w 516425"/>
                <a:gd name="csY60" fmla="*/ 562765 h 565153"/>
                <a:gd name="csX61" fmla="*/ 35830 w 516425"/>
                <a:gd name="csY61" fmla="*/ 563243 h 565153"/>
                <a:gd name="csX62" fmla="*/ 32963 w 516425"/>
                <a:gd name="csY62" fmla="*/ 562287 h 565153"/>
                <a:gd name="csX63" fmla="*/ 32486 w 516425"/>
                <a:gd name="csY63" fmla="*/ 561332 h 565153"/>
                <a:gd name="csX64" fmla="*/ 33441 w 516425"/>
                <a:gd name="csY64" fmla="*/ 559899 h 565153"/>
                <a:gd name="csX65" fmla="*/ 35352 w 516425"/>
                <a:gd name="csY65" fmla="*/ 557988 h 565153"/>
                <a:gd name="csX66" fmla="*/ 34874 w 516425"/>
                <a:gd name="csY66" fmla="*/ 557510 h 565153"/>
                <a:gd name="csX67" fmla="*/ 34397 w 516425"/>
                <a:gd name="csY67" fmla="*/ 556555 h 565153"/>
                <a:gd name="csX68" fmla="*/ 33441 w 516425"/>
                <a:gd name="csY68" fmla="*/ 556555 h 565153"/>
                <a:gd name="csX69" fmla="*/ 31052 w 516425"/>
                <a:gd name="csY69" fmla="*/ 557032 h 565153"/>
                <a:gd name="csX70" fmla="*/ 29141 w 516425"/>
                <a:gd name="csY70" fmla="*/ 556555 h 565153"/>
                <a:gd name="csX71" fmla="*/ 22453 w 516425"/>
                <a:gd name="csY71" fmla="*/ 552733 h 565153"/>
                <a:gd name="csX72" fmla="*/ 21020 w 516425"/>
                <a:gd name="csY72" fmla="*/ 550822 h 565153"/>
                <a:gd name="csX73" fmla="*/ 15765 w 516425"/>
                <a:gd name="csY73" fmla="*/ 547478 h 565153"/>
                <a:gd name="csX74" fmla="*/ 13376 w 516425"/>
                <a:gd name="csY74" fmla="*/ 544134 h 565153"/>
                <a:gd name="csX75" fmla="*/ 11943 w 516425"/>
                <a:gd name="csY75" fmla="*/ 540790 h 565153"/>
                <a:gd name="csX76" fmla="*/ 11943 w 516425"/>
                <a:gd name="csY76" fmla="*/ 537446 h 565153"/>
                <a:gd name="csX77" fmla="*/ 12421 w 516425"/>
                <a:gd name="csY77" fmla="*/ 531713 h 565153"/>
                <a:gd name="csX78" fmla="*/ 13854 w 516425"/>
                <a:gd name="csY78" fmla="*/ 530757 h 565153"/>
                <a:gd name="csX79" fmla="*/ 18632 w 516425"/>
                <a:gd name="csY79" fmla="*/ 532191 h 565153"/>
                <a:gd name="csX80" fmla="*/ 23409 w 516425"/>
                <a:gd name="csY80" fmla="*/ 535535 h 565153"/>
                <a:gd name="csX81" fmla="*/ 23886 w 516425"/>
                <a:gd name="csY81" fmla="*/ 535535 h 565153"/>
                <a:gd name="csX82" fmla="*/ 25798 w 516425"/>
                <a:gd name="csY82" fmla="*/ 533146 h 565153"/>
                <a:gd name="csX83" fmla="*/ 28664 w 516425"/>
                <a:gd name="csY83" fmla="*/ 530757 h 565153"/>
                <a:gd name="csX84" fmla="*/ 27708 w 516425"/>
                <a:gd name="csY84" fmla="*/ 530280 h 565153"/>
                <a:gd name="csX85" fmla="*/ 23409 w 516425"/>
                <a:gd name="csY85" fmla="*/ 532668 h 565153"/>
                <a:gd name="csX86" fmla="*/ 21975 w 516425"/>
                <a:gd name="csY86" fmla="*/ 531235 h 565153"/>
                <a:gd name="csX87" fmla="*/ 19109 w 516425"/>
                <a:gd name="csY87" fmla="*/ 528846 h 565153"/>
                <a:gd name="csX88" fmla="*/ 19109 w 516425"/>
                <a:gd name="csY88" fmla="*/ 527413 h 565153"/>
                <a:gd name="csX89" fmla="*/ 20542 w 516425"/>
                <a:gd name="csY89" fmla="*/ 526458 h 565153"/>
                <a:gd name="csX90" fmla="*/ 21020 w 516425"/>
                <a:gd name="csY90" fmla="*/ 524547 h 565153"/>
                <a:gd name="csX91" fmla="*/ 20065 w 516425"/>
                <a:gd name="csY91" fmla="*/ 522636 h 565153"/>
                <a:gd name="csX92" fmla="*/ 20542 w 516425"/>
                <a:gd name="csY92" fmla="*/ 520247 h 565153"/>
                <a:gd name="csX93" fmla="*/ 22453 w 516425"/>
                <a:gd name="csY93" fmla="*/ 517859 h 565153"/>
                <a:gd name="csX94" fmla="*/ 25320 w 516425"/>
                <a:gd name="csY94" fmla="*/ 515470 h 565153"/>
                <a:gd name="csX95" fmla="*/ 27708 w 516425"/>
                <a:gd name="csY95" fmla="*/ 513081 h 565153"/>
                <a:gd name="csX96" fmla="*/ 29619 w 516425"/>
                <a:gd name="csY96" fmla="*/ 511648 h 565153"/>
                <a:gd name="csX97" fmla="*/ 29619 w 516425"/>
                <a:gd name="csY97" fmla="*/ 511171 h 565153"/>
                <a:gd name="csX98" fmla="*/ 26753 w 516425"/>
                <a:gd name="csY98" fmla="*/ 512126 h 565153"/>
                <a:gd name="csX99" fmla="*/ 24364 w 516425"/>
                <a:gd name="csY99" fmla="*/ 513559 h 565153"/>
                <a:gd name="csX100" fmla="*/ 21975 w 516425"/>
                <a:gd name="csY100" fmla="*/ 516425 h 565153"/>
                <a:gd name="csX101" fmla="*/ 18154 w 516425"/>
                <a:gd name="csY101" fmla="*/ 518336 h 565153"/>
                <a:gd name="csX102" fmla="*/ 15765 w 516425"/>
                <a:gd name="csY102" fmla="*/ 519292 h 565153"/>
                <a:gd name="csX103" fmla="*/ 14809 w 516425"/>
                <a:gd name="csY103" fmla="*/ 519770 h 565153"/>
                <a:gd name="csX104" fmla="*/ 12899 w 516425"/>
                <a:gd name="csY104" fmla="*/ 520725 h 565153"/>
                <a:gd name="csX105" fmla="*/ 10988 w 516425"/>
                <a:gd name="csY105" fmla="*/ 523591 h 565153"/>
                <a:gd name="csX106" fmla="*/ 8599 w 516425"/>
                <a:gd name="csY106" fmla="*/ 525025 h 565153"/>
                <a:gd name="csX107" fmla="*/ 4777 w 516425"/>
                <a:gd name="csY107" fmla="*/ 525502 h 565153"/>
                <a:gd name="csX108" fmla="*/ 4300 w 516425"/>
                <a:gd name="csY108" fmla="*/ 523114 h 565153"/>
                <a:gd name="csX109" fmla="*/ 5255 w 516425"/>
                <a:gd name="csY109" fmla="*/ 514992 h 565153"/>
                <a:gd name="csX110" fmla="*/ 6210 w 516425"/>
                <a:gd name="csY110" fmla="*/ 511171 h 565153"/>
                <a:gd name="csX111" fmla="*/ 7644 w 516425"/>
                <a:gd name="csY111" fmla="*/ 508304 h 565153"/>
                <a:gd name="csX112" fmla="*/ 9555 w 516425"/>
                <a:gd name="csY112" fmla="*/ 507826 h 565153"/>
                <a:gd name="csX113" fmla="*/ 10988 w 516425"/>
                <a:gd name="csY113" fmla="*/ 505438 h 565153"/>
                <a:gd name="csX114" fmla="*/ 11943 w 516425"/>
                <a:gd name="csY114" fmla="*/ 505438 h 565153"/>
                <a:gd name="csX115" fmla="*/ 12899 w 516425"/>
                <a:gd name="csY115" fmla="*/ 506393 h 565153"/>
                <a:gd name="csX116" fmla="*/ 16721 w 516425"/>
                <a:gd name="csY116" fmla="*/ 507349 h 565153"/>
                <a:gd name="csX117" fmla="*/ 18632 w 516425"/>
                <a:gd name="csY117" fmla="*/ 504960 h 565153"/>
                <a:gd name="csX118" fmla="*/ 21020 w 516425"/>
                <a:gd name="csY118" fmla="*/ 504482 h 565153"/>
                <a:gd name="csX119" fmla="*/ 25798 w 516425"/>
                <a:gd name="csY119" fmla="*/ 501616 h 565153"/>
                <a:gd name="csX120" fmla="*/ 25798 w 516425"/>
                <a:gd name="csY120" fmla="*/ 501138 h 565153"/>
                <a:gd name="csX121" fmla="*/ 22453 w 516425"/>
                <a:gd name="csY121" fmla="*/ 502094 h 565153"/>
                <a:gd name="csX122" fmla="*/ 20542 w 516425"/>
                <a:gd name="csY122" fmla="*/ 502094 h 565153"/>
                <a:gd name="csX123" fmla="*/ 18154 w 516425"/>
                <a:gd name="csY123" fmla="*/ 502571 h 565153"/>
                <a:gd name="csX124" fmla="*/ 16721 w 516425"/>
                <a:gd name="csY124" fmla="*/ 502094 h 565153"/>
                <a:gd name="csX125" fmla="*/ 16243 w 516425"/>
                <a:gd name="csY125" fmla="*/ 500183 h 565153"/>
                <a:gd name="csX126" fmla="*/ 17198 w 516425"/>
                <a:gd name="csY126" fmla="*/ 498272 h 565153"/>
                <a:gd name="csX127" fmla="*/ 21498 w 516425"/>
                <a:gd name="csY127" fmla="*/ 493972 h 565153"/>
                <a:gd name="csX128" fmla="*/ 22931 w 516425"/>
                <a:gd name="csY128" fmla="*/ 492061 h 565153"/>
                <a:gd name="csX129" fmla="*/ 23409 w 516425"/>
                <a:gd name="csY129" fmla="*/ 490628 h 565153"/>
                <a:gd name="csX130" fmla="*/ 23409 w 516425"/>
                <a:gd name="csY130" fmla="*/ 489195 h 565153"/>
                <a:gd name="csX131" fmla="*/ 24364 w 516425"/>
                <a:gd name="csY131" fmla="*/ 486806 h 565153"/>
                <a:gd name="csX132" fmla="*/ 28186 w 516425"/>
                <a:gd name="csY132" fmla="*/ 482507 h 565153"/>
                <a:gd name="csX133" fmla="*/ 31530 w 516425"/>
                <a:gd name="csY133" fmla="*/ 480118 h 565153"/>
                <a:gd name="csX134" fmla="*/ 32963 w 516425"/>
                <a:gd name="csY134" fmla="*/ 482029 h 565153"/>
                <a:gd name="csX135" fmla="*/ 32008 w 516425"/>
                <a:gd name="csY135" fmla="*/ 487284 h 565153"/>
                <a:gd name="csX136" fmla="*/ 32008 w 516425"/>
                <a:gd name="csY136" fmla="*/ 489673 h 565153"/>
                <a:gd name="csX137" fmla="*/ 34397 w 516425"/>
                <a:gd name="csY137" fmla="*/ 482029 h 565153"/>
                <a:gd name="csX138" fmla="*/ 35830 w 516425"/>
                <a:gd name="csY138" fmla="*/ 480118 h 565153"/>
                <a:gd name="csX139" fmla="*/ 36785 w 516425"/>
                <a:gd name="csY139" fmla="*/ 478685 h 565153"/>
                <a:gd name="csX140" fmla="*/ 40129 w 516425"/>
                <a:gd name="csY140" fmla="*/ 477729 h 565153"/>
                <a:gd name="csX141" fmla="*/ 41085 w 516425"/>
                <a:gd name="csY141" fmla="*/ 476296 h 565153"/>
                <a:gd name="csX142" fmla="*/ 37263 w 516425"/>
                <a:gd name="csY142" fmla="*/ 476774 h 565153"/>
                <a:gd name="csX143" fmla="*/ 28186 w 516425"/>
                <a:gd name="csY143" fmla="*/ 480118 h 565153"/>
                <a:gd name="csX144" fmla="*/ 24364 w 516425"/>
                <a:gd name="csY144" fmla="*/ 482507 h 565153"/>
                <a:gd name="csX145" fmla="*/ 23409 w 516425"/>
                <a:gd name="csY145" fmla="*/ 484418 h 565153"/>
                <a:gd name="csX146" fmla="*/ 20542 w 516425"/>
                <a:gd name="csY146" fmla="*/ 487762 h 565153"/>
                <a:gd name="csX147" fmla="*/ 19587 w 516425"/>
                <a:gd name="csY147" fmla="*/ 489673 h 565153"/>
                <a:gd name="csX148" fmla="*/ 19109 w 516425"/>
                <a:gd name="csY148" fmla="*/ 492539 h 565153"/>
                <a:gd name="csX149" fmla="*/ 17676 w 516425"/>
                <a:gd name="csY149" fmla="*/ 494450 h 565153"/>
                <a:gd name="csX150" fmla="*/ 15287 w 516425"/>
                <a:gd name="csY150" fmla="*/ 494928 h 565153"/>
                <a:gd name="csX151" fmla="*/ 12421 w 516425"/>
                <a:gd name="csY151" fmla="*/ 498750 h 565153"/>
                <a:gd name="csX152" fmla="*/ 11466 w 516425"/>
                <a:gd name="csY152" fmla="*/ 501616 h 565153"/>
                <a:gd name="csX153" fmla="*/ 8599 w 516425"/>
                <a:gd name="csY153" fmla="*/ 504005 h 565153"/>
                <a:gd name="csX154" fmla="*/ 6688 w 516425"/>
                <a:gd name="csY154" fmla="*/ 505915 h 565153"/>
                <a:gd name="csX155" fmla="*/ 6210 w 516425"/>
                <a:gd name="csY155" fmla="*/ 506393 h 565153"/>
                <a:gd name="csX156" fmla="*/ 5255 w 516425"/>
                <a:gd name="csY156" fmla="*/ 508304 h 565153"/>
                <a:gd name="csX157" fmla="*/ 4300 w 516425"/>
                <a:gd name="csY157" fmla="*/ 508304 h 565153"/>
                <a:gd name="csX158" fmla="*/ 3822 w 516425"/>
                <a:gd name="csY158" fmla="*/ 507349 h 565153"/>
                <a:gd name="csX159" fmla="*/ 3822 w 516425"/>
                <a:gd name="csY159" fmla="*/ 504960 h 565153"/>
                <a:gd name="csX160" fmla="*/ 3822 w 516425"/>
                <a:gd name="csY160" fmla="*/ 501138 h 565153"/>
                <a:gd name="csX161" fmla="*/ 5255 w 516425"/>
                <a:gd name="csY161" fmla="*/ 498750 h 565153"/>
                <a:gd name="csX162" fmla="*/ 5733 w 516425"/>
                <a:gd name="csY162" fmla="*/ 495883 h 565153"/>
                <a:gd name="csX163" fmla="*/ 5255 w 516425"/>
                <a:gd name="csY163" fmla="*/ 493494 h 565153"/>
                <a:gd name="csX164" fmla="*/ 5733 w 516425"/>
                <a:gd name="csY164" fmla="*/ 492061 h 565153"/>
                <a:gd name="csX165" fmla="*/ 6688 w 516425"/>
                <a:gd name="csY165" fmla="*/ 492061 h 565153"/>
                <a:gd name="csX166" fmla="*/ 9077 w 516425"/>
                <a:gd name="csY166" fmla="*/ 492539 h 565153"/>
                <a:gd name="csX167" fmla="*/ 11466 w 516425"/>
                <a:gd name="csY167" fmla="*/ 492539 h 565153"/>
                <a:gd name="csX168" fmla="*/ 15287 w 516425"/>
                <a:gd name="csY168" fmla="*/ 490628 h 565153"/>
                <a:gd name="csX169" fmla="*/ 14809 w 516425"/>
                <a:gd name="csY169" fmla="*/ 489673 h 565153"/>
                <a:gd name="csX170" fmla="*/ 12899 w 516425"/>
                <a:gd name="csY170" fmla="*/ 489673 h 565153"/>
                <a:gd name="csX171" fmla="*/ 10032 w 516425"/>
                <a:gd name="csY171" fmla="*/ 489673 h 565153"/>
                <a:gd name="csX172" fmla="*/ 7166 w 516425"/>
                <a:gd name="csY172" fmla="*/ 487762 h 565153"/>
                <a:gd name="csX173" fmla="*/ 5255 w 516425"/>
                <a:gd name="csY173" fmla="*/ 483940 h 565153"/>
                <a:gd name="csX174" fmla="*/ 4300 w 516425"/>
                <a:gd name="csY174" fmla="*/ 479163 h 565153"/>
                <a:gd name="csX175" fmla="*/ 4777 w 516425"/>
                <a:gd name="csY175" fmla="*/ 477252 h 565153"/>
                <a:gd name="csX176" fmla="*/ 12421 w 516425"/>
                <a:gd name="csY176" fmla="*/ 472474 h 565153"/>
                <a:gd name="csX177" fmla="*/ 14332 w 516425"/>
                <a:gd name="csY177" fmla="*/ 470086 h 565153"/>
                <a:gd name="csX178" fmla="*/ 13376 w 516425"/>
                <a:gd name="csY178" fmla="*/ 469608 h 565153"/>
                <a:gd name="csX179" fmla="*/ 10510 w 516425"/>
                <a:gd name="csY179" fmla="*/ 472474 h 565153"/>
                <a:gd name="csX180" fmla="*/ 6210 w 516425"/>
                <a:gd name="csY180" fmla="*/ 474385 h 565153"/>
                <a:gd name="csX181" fmla="*/ 3822 w 516425"/>
                <a:gd name="csY181" fmla="*/ 471997 h 565153"/>
                <a:gd name="csX182" fmla="*/ 2389 w 516425"/>
                <a:gd name="csY182" fmla="*/ 469130 h 565153"/>
                <a:gd name="csX183" fmla="*/ 1911 w 516425"/>
                <a:gd name="csY183" fmla="*/ 463398 h 565153"/>
                <a:gd name="csX184" fmla="*/ 1911 w 516425"/>
                <a:gd name="csY184" fmla="*/ 460531 h 565153"/>
                <a:gd name="csX185" fmla="*/ 1911 w 516425"/>
                <a:gd name="csY185" fmla="*/ 456709 h 565153"/>
                <a:gd name="csX186" fmla="*/ 3344 w 516425"/>
                <a:gd name="csY186" fmla="*/ 455754 h 565153"/>
                <a:gd name="csX187" fmla="*/ 5255 w 516425"/>
                <a:gd name="csY187" fmla="*/ 456232 h 565153"/>
                <a:gd name="csX188" fmla="*/ 7166 w 516425"/>
                <a:gd name="csY188" fmla="*/ 456709 h 565153"/>
                <a:gd name="csX189" fmla="*/ 11466 w 516425"/>
                <a:gd name="csY189" fmla="*/ 456232 h 565153"/>
                <a:gd name="csX190" fmla="*/ 21020 w 516425"/>
                <a:gd name="csY190" fmla="*/ 453843 h 565153"/>
                <a:gd name="csX191" fmla="*/ 27231 w 516425"/>
                <a:gd name="csY191" fmla="*/ 455276 h 565153"/>
                <a:gd name="csX192" fmla="*/ 29619 w 516425"/>
                <a:gd name="csY192" fmla="*/ 455276 h 565153"/>
                <a:gd name="csX193" fmla="*/ 33441 w 516425"/>
                <a:gd name="csY193" fmla="*/ 453365 h 565153"/>
                <a:gd name="csX194" fmla="*/ 36785 w 516425"/>
                <a:gd name="csY194" fmla="*/ 452887 h 565153"/>
                <a:gd name="csX195" fmla="*/ 39174 w 516425"/>
                <a:gd name="csY195" fmla="*/ 454321 h 565153"/>
                <a:gd name="csX196" fmla="*/ 40607 w 516425"/>
                <a:gd name="csY196" fmla="*/ 456232 h 565153"/>
                <a:gd name="csX197" fmla="*/ 41085 w 516425"/>
                <a:gd name="csY197" fmla="*/ 458620 h 565153"/>
                <a:gd name="csX198" fmla="*/ 42040 w 516425"/>
                <a:gd name="csY198" fmla="*/ 460053 h 565153"/>
                <a:gd name="csX199" fmla="*/ 42996 w 516425"/>
                <a:gd name="csY199" fmla="*/ 459576 h 565153"/>
                <a:gd name="csX200" fmla="*/ 42040 w 516425"/>
                <a:gd name="csY200" fmla="*/ 457665 h 565153"/>
                <a:gd name="csX201" fmla="*/ 42040 w 516425"/>
                <a:gd name="csY201" fmla="*/ 454798 h 565153"/>
                <a:gd name="csX202" fmla="*/ 52073 w 516425"/>
                <a:gd name="csY202" fmla="*/ 451454 h 565153"/>
                <a:gd name="csX203" fmla="*/ 53028 w 516425"/>
                <a:gd name="csY203" fmla="*/ 450499 h 565153"/>
                <a:gd name="csX204" fmla="*/ 49206 w 516425"/>
                <a:gd name="csY204" fmla="*/ 450021 h 565153"/>
                <a:gd name="csX205" fmla="*/ 48251 w 516425"/>
                <a:gd name="csY205" fmla="*/ 447155 h 565153"/>
                <a:gd name="csX206" fmla="*/ 50162 w 516425"/>
                <a:gd name="csY206" fmla="*/ 442377 h 565153"/>
                <a:gd name="csX207" fmla="*/ 50162 w 516425"/>
                <a:gd name="csY207" fmla="*/ 441900 h 565153"/>
                <a:gd name="csX208" fmla="*/ 47773 w 516425"/>
                <a:gd name="csY208" fmla="*/ 444288 h 565153"/>
                <a:gd name="csX209" fmla="*/ 46817 w 516425"/>
                <a:gd name="csY209" fmla="*/ 447632 h 565153"/>
                <a:gd name="csX210" fmla="*/ 47295 w 516425"/>
                <a:gd name="csY210" fmla="*/ 450499 h 565153"/>
                <a:gd name="csX211" fmla="*/ 46817 w 516425"/>
                <a:gd name="csY211" fmla="*/ 451454 h 565153"/>
                <a:gd name="csX212" fmla="*/ 44907 w 516425"/>
                <a:gd name="csY212" fmla="*/ 451932 h 565153"/>
                <a:gd name="csX213" fmla="*/ 40129 w 516425"/>
                <a:gd name="csY213" fmla="*/ 452410 h 565153"/>
                <a:gd name="csX214" fmla="*/ 37263 w 516425"/>
                <a:gd name="csY214" fmla="*/ 450977 h 565153"/>
                <a:gd name="csX215" fmla="*/ 34397 w 516425"/>
                <a:gd name="csY215" fmla="*/ 450499 h 565153"/>
                <a:gd name="csX216" fmla="*/ 33441 w 516425"/>
                <a:gd name="csY216" fmla="*/ 449543 h 565153"/>
                <a:gd name="csX217" fmla="*/ 33919 w 516425"/>
                <a:gd name="csY217" fmla="*/ 447632 h 565153"/>
                <a:gd name="csX218" fmla="*/ 33441 w 516425"/>
                <a:gd name="csY218" fmla="*/ 447155 h 565153"/>
                <a:gd name="csX219" fmla="*/ 32008 w 516425"/>
                <a:gd name="csY219" fmla="*/ 449066 h 565153"/>
                <a:gd name="csX220" fmla="*/ 31052 w 516425"/>
                <a:gd name="csY220" fmla="*/ 452410 h 565153"/>
                <a:gd name="csX221" fmla="*/ 29141 w 516425"/>
                <a:gd name="csY221" fmla="*/ 453365 h 565153"/>
                <a:gd name="csX222" fmla="*/ 22931 w 516425"/>
                <a:gd name="csY222" fmla="*/ 451932 h 565153"/>
                <a:gd name="csX223" fmla="*/ 14332 w 516425"/>
                <a:gd name="csY223" fmla="*/ 452887 h 565153"/>
                <a:gd name="csX224" fmla="*/ 10510 w 516425"/>
                <a:gd name="csY224" fmla="*/ 454321 h 565153"/>
                <a:gd name="csX225" fmla="*/ 8121 w 516425"/>
                <a:gd name="csY225" fmla="*/ 454321 h 565153"/>
                <a:gd name="csX226" fmla="*/ 3822 w 516425"/>
                <a:gd name="csY226" fmla="*/ 451454 h 565153"/>
                <a:gd name="csX227" fmla="*/ 1911 w 516425"/>
                <a:gd name="csY227" fmla="*/ 449066 h 565153"/>
                <a:gd name="csX228" fmla="*/ 1433 w 516425"/>
                <a:gd name="csY228" fmla="*/ 444288 h 565153"/>
                <a:gd name="csX229" fmla="*/ 1433 w 516425"/>
                <a:gd name="csY229" fmla="*/ 441900 h 565153"/>
                <a:gd name="csX230" fmla="*/ 4777 w 516425"/>
                <a:gd name="csY230" fmla="*/ 440944 h 565153"/>
                <a:gd name="csX231" fmla="*/ 6688 w 516425"/>
                <a:gd name="csY231" fmla="*/ 440944 h 565153"/>
                <a:gd name="csX232" fmla="*/ 8121 w 516425"/>
                <a:gd name="csY232" fmla="*/ 439989 h 565153"/>
                <a:gd name="csX233" fmla="*/ 6688 w 516425"/>
                <a:gd name="csY233" fmla="*/ 439033 h 565153"/>
                <a:gd name="csX234" fmla="*/ 4777 w 516425"/>
                <a:gd name="csY234" fmla="*/ 437600 h 565153"/>
                <a:gd name="csX235" fmla="*/ 3344 w 516425"/>
                <a:gd name="csY235" fmla="*/ 434734 h 565153"/>
                <a:gd name="csX236" fmla="*/ 1433 w 516425"/>
                <a:gd name="csY236" fmla="*/ 433778 h 565153"/>
                <a:gd name="csX237" fmla="*/ 0 w 516425"/>
                <a:gd name="csY237" fmla="*/ 431390 h 565153"/>
                <a:gd name="csX238" fmla="*/ 0 w 516425"/>
                <a:gd name="csY238" fmla="*/ 427568 h 565153"/>
                <a:gd name="csX239" fmla="*/ 0 w 516425"/>
                <a:gd name="csY239" fmla="*/ 425179 h 565153"/>
                <a:gd name="csX240" fmla="*/ 1433 w 516425"/>
                <a:gd name="csY240" fmla="*/ 424224 h 565153"/>
                <a:gd name="csX241" fmla="*/ 3822 w 516425"/>
                <a:gd name="csY241" fmla="*/ 424701 h 565153"/>
                <a:gd name="csX242" fmla="*/ 10988 w 516425"/>
                <a:gd name="csY242" fmla="*/ 424224 h 565153"/>
                <a:gd name="csX243" fmla="*/ 17198 w 516425"/>
                <a:gd name="csY243" fmla="*/ 427090 h 565153"/>
                <a:gd name="csX244" fmla="*/ 21498 w 516425"/>
                <a:gd name="csY244" fmla="*/ 428523 h 565153"/>
                <a:gd name="csX245" fmla="*/ 30575 w 516425"/>
                <a:gd name="csY245" fmla="*/ 427568 h 565153"/>
                <a:gd name="csX246" fmla="*/ 35830 w 516425"/>
                <a:gd name="csY246" fmla="*/ 425179 h 565153"/>
                <a:gd name="csX247" fmla="*/ 34874 w 516425"/>
                <a:gd name="csY247" fmla="*/ 424701 h 565153"/>
                <a:gd name="csX248" fmla="*/ 29141 w 516425"/>
                <a:gd name="csY248" fmla="*/ 426135 h 565153"/>
                <a:gd name="csX249" fmla="*/ 23886 w 516425"/>
                <a:gd name="csY249" fmla="*/ 426135 h 565153"/>
                <a:gd name="csX250" fmla="*/ 14809 w 516425"/>
                <a:gd name="csY250" fmla="*/ 423268 h 565153"/>
                <a:gd name="csX251" fmla="*/ 10988 w 516425"/>
                <a:gd name="csY251" fmla="*/ 422313 h 565153"/>
                <a:gd name="csX252" fmla="*/ 6688 w 516425"/>
                <a:gd name="csY252" fmla="*/ 422791 h 565153"/>
                <a:gd name="csX253" fmla="*/ 4777 w 516425"/>
                <a:gd name="csY253" fmla="*/ 421835 h 565153"/>
                <a:gd name="csX254" fmla="*/ 3344 w 516425"/>
                <a:gd name="csY254" fmla="*/ 419446 h 565153"/>
                <a:gd name="csX255" fmla="*/ 4300 w 516425"/>
                <a:gd name="csY255" fmla="*/ 414191 h 565153"/>
                <a:gd name="csX256" fmla="*/ 6210 w 516425"/>
                <a:gd name="csY256" fmla="*/ 412758 h 565153"/>
                <a:gd name="csX257" fmla="*/ 7166 w 516425"/>
                <a:gd name="csY257" fmla="*/ 414191 h 565153"/>
                <a:gd name="csX258" fmla="*/ 8599 w 516425"/>
                <a:gd name="csY258" fmla="*/ 414191 h 565153"/>
                <a:gd name="csX259" fmla="*/ 10032 w 516425"/>
                <a:gd name="csY259" fmla="*/ 412280 h 565153"/>
                <a:gd name="csX260" fmla="*/ 10988 w 516425"/>
                <a:gd name="csY260" fmla="*/ 410847 h 565153"/>
                <a:gd name="csX261" fmla="*/ 11943 w 516425"/>
                <a:gd name="csY261" fmla="*/ 407981 h 565153"/>
                <a:gd name="csX262" fmla="*/ 15765 w 516425"/>
                <a:gd name="csY262" fmla="*/ 405592 h 565153"/>
                <a:gd name="csX263" fmla="*/ 17198 w 516425"/>
                <a:gd name="csY263" fmla="*/ 405115 h 565153"/>
                <a:gd name="csX264" fmla="*/ 19587 w 516425"/>
                <a:gd name="csY264" fmla="*/ 404159 h 565153"/>
                <a:gd name="csX265" fmla="*/ 21020 w 516425"/>
                <a:gd name="csY265" fmla="*/ 404159 h 565153"/>
                <a:gd name="csX266" fmla="*/ 21975 w 516425"/>
                <a:gd name="csY266" fmla="*/ 405592 h 565153"/>
                <a:gd name="csX267" fmla="*/ 22931 w 516425"/>
                <a:gd name="csY267" fmla="*/ 406548 h 565153"/>
                <a:gd name="csX268" fmla="*/ 25320 w 516425"/>
                <a:gd name="csY268" fmla="*/ 406548 h 565153"/>
                <a:gd name="csX269" fmla="*/ 32963 w 516425"/>
                <a:gd name="csY269" fmla="*/ 404159 h 565153"/>
                <a:gd name="csX270" fmla="*/ 33441 w 516425"/>
                <a:gd name="csY270" fmla="*/ 403681 h 565153"/>
                <a:gd name="csX271" fmla="*/ 35352 w 516425"/>
                <a:gd name="csY271" fmla="*/ 401770 h 565153"/>
                <a:gd name="csX272" fmla="*/ 30575 w 516425"/>
                <a:gd name="csY272" fmla="*/ 402726 h 565153"/>
                <a:gd name="csX273" fmla="*/ 26753 w 516425"/>
                <a:gd name="csY273" fmla="*/ 404159 h 565153"/>
                <a:gd name="csX274" fmla="*/ 23886 w 516425"/>
                <a:gd name="csY274" fmla="*/ 404159 h 565153"/>
                <a:gd name="csX275" fmla="*/ 23886 w 516425"/>
                <a:gd name="csY275" fmla="*/ 402726 h 565153"/>
                <a:gd name="csX276" fmla="*/ 24842 w 516425"/>
                <a:gd name="csY276" fmla="*/ 401293 h 565153"/>
                <a:gd name="csX277" fmla="*/ 26275 w 516425"/>
                <a:gd name="csY277" fmla="*/ 399859 h 565153"/>
                <a:gd name="csX278" fmla="*/ 26753 w 516425"/>
                <a:gd name="csY278" fmla="*/ 397471 h 565153"/>
                <a:gd name="csX279" fmla="*/ 28186 w 516425"/>
                <a:gd name="csY279" fmla="*/ 396515 h 565153"/>
                <a:gd name="csX280" fmla="*/ 30097 w 516425"/>
                <a:gd name="csY280" fmla="*/ 396515 h 565153"/>
                <a:gd name="csX281" fmla="*/ 33441 w 516425"/>
                <a:gd name="csY281" fmla="*/ 396038 h 565153"/>
                <a:gd name="csX282" fmla="*/ 36307 w 516425"/>
                <a:gd name="csY282" fmla="*/ 395082 h 565153"/>
                <a:gd name="csX283" fmla="*/ 40607 w 516425"/>
                <a:gd name="csY283" fmla="*/ 395560 h 565153"/>
                <a:gd name="csX284" fmla="*/ 46817 w 516425"/>
                <a:gd name="csY284" fmla="*/ 396515 h 565153"/>
                <a:gd name="csX285" fmla="*/ 51117 w 516425"/>
                <a:gd name="csY285" fmla="*/ 398904 h 565153"/>
                <a:gd name="csX286" fmla="*/ 52550 w 516425"/>
                <a:gd name="csY286" fmla="*/ 398904 h 565153"/>
                <a:gd name="csX287" fmla="*/ 53983 w 516425"/>
                <a:gd name="csY287" fmla="*/ 397949 h 565153"/>
                <a:gd name="csX288" fmla="*/ 54939 w 516425"/>
                <a:gd name="csY288" fmla="*/ 397471 h 565153"/>
                <a:gd name="csX289" fmla="*/ 51595 w 516425"/>
                <a:gd name="csY289" fmla="*/ 396515 h 565153"/>
                <a:gd name="csX290" fmla="*/ 51595 w 516425"/>
                <a:gd name="csY290" fmla="*/ 395082 h 565153"/>
                <a:gd name="csX291" fmla="*/ 52073 w 516425"/>
                <a:gd name="csY291" fmla="*/ 394127 h 565153"/>
                <a:gd name="csX292" fmla="*/ 57328 w 516425"/>
                <a:gd name="csY292" fmla="*/ 392216 h 565153"/>
                <a:gd name="csX293" fmla="*/ 63060 w 516425"/>
                <a:gd name="csY293" fmla="*/ 391738 h 565153"/>
                <a:gd name="csX294" fmla="*/ 62105 w 516425"/>
                <a:gd name="csY294" fmla="*/ 389827 h 565153"/>
                <a:gd name="csX295" fmla="*/ 49206 w 516425"/>
                <a:gd name="csY295" fmla="*/ 392216 h 565153"/>
                <a:gd name="csX296" fmla="*/ 45862 w 516425"/>
                <a:gd name="csY296" fmla="*/ 390783 h 565153"/>
                <a:gd name="csX297" fmla="*/ 43473 w 516425"/>
                <a:gd name="csY297" fmla="*/ 390783 h 565153"/>
                <a:gd name="csX298" fmla="*/ 41563 w 516425"/>
                <a:gd name="csY298" fmla="*/ 391738 h 565153"/>
                <a:gd name="csX299" fmla="*/ 36785 w 516425"/>
                <a:gd name="csY299" fmla="*/ 392694 h 565153"/>
                <a:gd name="csX300" fmla="*/ 35830 w 516425"/>
                <a:gd name="csY300" fmla="*/ 392216 h 565153"/>
                <a:gd name="csX301" fmla="*/ 36785 w 516425"/>
                <a:gd name="csY301" fmla="*/ 389350 h 565153"/>
                <a:gd name="csX302" fmla="*/ 39651 w 516425"/>
                <a:gd name="csY302" fmla="*/ 384572 h 565153"/>
                <a:gd name="csX303" fmla="*/ 40129 w 516425"/>
                <a:gd name="csY303" fmla="*/ 383617 h 565153"/>
                <a:gd name="csX304" fmla="*/ 41563 w 516425"/>
                <a:gd name="csY304" fmla="*/ 382661 h 565153"/>
                <a:gd name="csX305" fmla="*/ 48728 w 516425"/>
                <a:gd name="csY305" fmla="*/ 379795 h 565153"/>
                <a:gd name="csX306" fmla="*/ 52550 w 516425"/>
                <a:gd name="csY306" fmla="*/ 376929 h 565153"/>
                <a:gd name="csX307" fmla="*/ 53983 w 516425"/>
                <a:gd name="csY307" fmla="*/ 376451 h 565153"/>
                <a:gd name="csX308" fmla="*/ 55894 w 516425"/>
                <a:gd name="csY308" fmla="*/ 376929 h 565153"/>
                <a:gd name="csX309" fmla="*/ 58283 w 516425"/>
                <a:gd name="csY309" fmla="*/ 376451 h 565153"/>
                <a:gd name="csX310" fmla="*/ 63060 w 516425"/>
                <a:gd name="csY310" fmla="*/ 377406 h 565153"/>
                <a:gd name="csX311" fmla="*/ 65449 w 516425"/>
                <a:gd name="csY311" fmla="*/ 381228 h 565153"/>
                <a:gd name="csX312" fmla="*/ 67360 w 516425"/>
                <a:gd name="csY312" fmla="*/ 382184 h 565153"/>
                <a:gd name="csX313" fmla="*/ 73570 w 516425"/>
                <a:gd name="csY313" fmla="*/ 386961 h 565153"/>
                <a:gd name="csX314" fmla="*/ 73093 w 516425"/>
                <a:gd name="csY314" fmla="*/ 385528 h 565153"/>
                <a:gd name="csX315" fmla="*/ 67838 w 516425"/>
                <a:gd name="csY315" fmla="*/ 379317 h 565153"/>
                <a:gd name="csX316" fmla="*/ 65927 w 516425"/>
                <a:gd name="csY316" fmla="*/ 377406 h 565153"/>
                <a:gd name="csX317" fmla="*/ 64016 w 516425"/>
                <a:gd name="csY317" fmla="*/ 374540 h 565153"/>
                <a:gd name="csX318" fmla="*/ 64493 w 516425"/>
                <a:gd name="csY318" fmla="*/ 371196 h 565153"/>
                <a:gd name="csX319" fmla="*/ 66405 w 516425"/>
                <a:gd name="csY319" fmla="*/ 369285 h 565153"/>
                <a:gd name="csX320" fmla="*/ 72615 w 516425"/>
                <a:gd name="csY320" fmla="*/ 368329 h 565153"/>
                <a:gd name="csX321" fmla="*/ 73570 w 516425"/>
                <a:gd name="csY321" fmla="*/ 366896 h 565153"/>
                <a:gd name="csX322" fmla="*/ 73570 w 516425"/>
                <a:gd name="csY322" fmla="*/ 364985 h 565153"/>
                <a:gd name="csX323" fmla="*/ 72615 w 516425"/>
                <a:gd name="csY323" fmla="*/ 363552 h 565153"/>
                <a:gd name="csX324" fmla="*/ 70704 w 516425"/>
                <a:gd name="csY324" fmla="*/ 363552 h 565153"/>
                <a:gd name="csX325" fmla="*/ 68793 w 516425"/>
                <a:gd name="csY325" fmla="*/ 363074 h 565153"/>
                <a:gd name="csX326" fmla="*/ 68315 w 516425"/>
                <a:gd name="csY326" fmla="*/ 360686 h 565153"/>
                <a:gd name="csX327" fmla="*/ 68793 w 516425"/>
                <a:gd name="csY327" fmla="*/ 359252 h 565153"/>
                <a:gd name="csX328" fmla="*/ 72615 w 516425"/>
                <a:gd name="csY328" fmla="*/ 356386 h 565153"/>
                <a:gd name="csX329" fmla="*/ 74526 w 516425"/>
                <a:gd name="csY329" fmla="*/ 355908 h 565153"/>
                <a:gd name="csX330" fmla="*/ 77870 w 516425"/>
                <a:gd name="csY330" fmla="*/ 354953 h 565153"/>
                <a:gd name="csX331" fmla="*/ 83603 w 516425"/>
                <a:gd name="csY331" fmla="*/ 356864 h 565153"/>
                <a:gd name="csX332" fmla="*/ 84080 w 516425"/>
                <a:gd name="csY332" fmla="*/ 357819 h 565153"/>
                <a:gd name="csX333" fmla="*/ 82170 w 516425"/>
                <a:gd name="csY333" fmla="*/ 360686 h 565153"/>
                <a:gd name="csX334" fmla="*/ 82647 w 516425"/>
                <a:gd name="csY334" fmla="*/ 362119 h 565153"/>
                <a:gd name="csX335" fmla="*/ 84080 w 516425"/>
                <a:gd name="csY335" fmla="*/ 362119 h 565153"/>
                <a:gd name="csX336" fmla="*/ 87424 w 516425"/>
                <a:gd name="csY336" fmla="*/ 357819 h 565153"/>
                <a:gd name="csX337" fmla="*/ 91246 w 516425"/>
                <a:gd name="csY337" fmla="*/ 357342 h 565153"/>
                <a:gd name="csX338" fmla="*/ 92680 w 516425"/>
                <a:gd name="csY338" fmla="*/ 356386 h 565153"/>
                <a:gd name="csX339" fmla="*/ 94590 w 516425"/>
                <a:gd name="csY339" fmla="*/ 355431 h 565153"/>
                <a:gd name="csX340" fmla="*/ 97457 w 516425"/>
                <a:gd name="csY340" fmla="*/ 359730 h 565153"/>
                <a:gd name="csX341" fmla="*/ 98412 w 516425"/>
                <a:gd name="csY341" fmla="*/ 361163 h 565153"/>
                <a:gd name="csX342" fmla="*/ 99368 w 516425"/>
                <a:gd name="csY342" fmla="*/ 361641 h 565153"/>
                <a:gd name="csX343" fmla="*/ 100323 w 516425"/>
                <a:gd name="csY343" fmla="*/ 364985 h 565153"/>
                <a:gd name="csX344" fmla="*/ 101279 w 516425"/>
                <a:gd name="csY344" fmla="*/ 364985 h 565153"/>
                <a:gd name="csX345" fmla="*/ 102234 w 516425"/>
                <a:gd name="csY345" fmla="*/ 363552 h 565153"/>
                <a:gd name="csX346" fmla="*/ 104623 w 516425"/>
                <a:gd name="csY346" fmla="*/ 362597 h 565153"/>
                <a:gd name="csX347" fmla="*/ 107489 w 516425"/>
                <a:gd name="csY347" fmla="*/ 362119 h 565153"/>
                <a:gd name="csX348" fmla="*/ 112266 w 516425"/>
                <a:gd name="csY348" fmla="*/ 363074 h 565153"/>
                <a:gd name="csX349" fmla="*/ 114655 w 516425"/>
                <a:gd name="csY349" fmla="*/ 362119 h 565153"/>
                <a:gd name="csX350" fmla="*/ 115611 w 516425"/>
                <a:gd name="csY350" fmla="*/ 362119 h 565153"/>
                <a:gd name="csX351" fmla="*/ 114655 w 516425"/>
                <a:gd name="csY351" fmla="*/ 359252 h 565153"/>
                <a:gd name="csX352" fmla="*/ 114177 w 516425"/>
                <a:gd name="csY352" fmla="*/ 358297 h 565153"/>
                <a:gd name="csX353" fmla="*/ 115133 w 516425"/>
                <a:gd name="csY353" fmla="*/ 355431 h 565153"/>
                <a:gd name="csX354" fmla="*/ 116088 w 516425"/>
                <a:gd name="csY354" fmla="*/ 354475 h 565153"/>
                <a:gd name="csX355" fmla="*/ 119432 w 516425"/>
                <a:gd name="csY355" fmla="*/ 352564 h 565153"/>
                <a:gd name="csX356" fmla="*/ 122777 w 516425"/>
                <a:gd name="csY356" fmla="*/ 351609 h 565153"/>
                <a:gd name="csX357" fmla="*/ 125165 w 516425"/>
                <a:gd name="csY357" fmla="*/ 349698 h 565153"/>
                <a:gd name="csX358" fmla="*/ 128031 w 516425"/>
                <a:gd name="csY358" fmla="*/ 348265 h 565153"/>
                <a:gd name="csX359" fmla="*/ 127554 w 516425"/>
                <a:gd name="csY359" fmla="*/ 346831 h 565153"/>
                <a:gd name="csX360" fmla="*/ 126598 w 516425"/>
                <a:gd name="csY360" fmla="*/ 345398 h 565153"/>
                <a:gd name="csX361" fmla="*/ 124687 w 516425"/>
                <a:gd name="csY361" fmla="*/ 345398 h 565153"/>
                <a:gd name="csX362" fmla="*/ 124210 w 516425"/>
                <a:gd name="csY362" fmla="*/ 344443 h 565153"/>
                <a:gd name="csX363" fmla="*/ 126121 w 516425"/>
                <a:gd name="csY363" fmla="*/ 342532 h 565153"/>
                <a:gd name="csX364" fmla="*/ 129465 w 516425"/>
                <a:gd name="csY364" fmla="*/ 340143 h 565153"/>
                <a:gd name="csX365" fmla="*/ 128987 w 516425"/>
                <a:gd name="csY365" fmla="*/ 339188 h 565153"/>
                <a:gd name="csX366" fmla="*/ 126598 w 516425"/>
                <a:gd name="csY366" fmla="*/ 338232 h 565153"/>
                <a:gd name="csX367" fmla="*/ 124687 w 516425"/>
                <a:gd name="csY367" fmla="*/ 338710 h 565153"/>
                <a:gd name="csX368" fmla="*/ 121821 w 516425"/>
                <a:gd name="csY368" fmla="*/ 340621 h 565153"/>
                <a:gd name="csX369" fmla="*/ 118955 w 516425"/>
                <a:gd name="csY369" fmla="*/ 343487 h 565153"/>
                <a:gd name="csX370" fmla="*/ 119910 w 516425"/>
                <a:gd name="csY370" fmla="*/ 344443 h 565153"/>
                <a:gd name="csX371" fmla="*/ 121343 w 516425"/>
                <a:gd name="csY371" fmla="*/ 346354 h 565153"/>
                <a:gd name="csX372" fmla="*/ 119432 w 516425"/>
                <a:gd name="csY372" fmla="*/ 349698 h 565153"/>
                <a:gd name="csX373" fmla="*/ 107489 w 516425"/>
                <a:gd name="csY373" fmla="*/ 357819 h 565153"/>
                <a:gd name="csX374" fmla="*/ 101756 w 516425"/>
                <a:gd name="csY374" fmla="*/ 360208 h 565153"/>
                <a:gd name="csX375" fmla="*/ 99368 w 516425"/>
                <a:gd name="csY375" fmla="*/ 359730 h 565153"/>
                <a:gd name="csX376" fmla="*/ 98412 w 516425"/>
                <a:gd name="csY376" fmla="*/ 357342 h 565153"/>
                <a:gd name="csX377" fmla="*/ 97457 w 516425"/>
                <a:gd name="csY377" fmla="*/ 355908 h 565153"/>
                <a:gd name="csX378" fmla="*/ 96024 w 516425"/>
                <a:gd name="csY378" fmla="*/ 352564 h 565153"/>
                <a:gd name="csX379" fmla="*/ 94113 w 516425"/>
                <a:gd name="csY379" fmla="*/ 352564 h 565153"/>
                <a:gd name="csX380" fmla="*/ 92680 w 516425"/>
                <a:gd name="csY380" fmla="*/ 353520 h 565153"/>
                <a:gd name="csX381" fmla="*/ 92202 w 516425"/>
                <a:gd name="csY381" fmla="*/ 352087 h 565153"/>
                <a:gd name="csX382" fmla="*/ 93157 w 516425"/>
                <a:gd name="csY382" fmla="*/ 348743 h 565153"/>
                <a:gd name="csX383" fmla="*/ 95068 w 516425"/>
                <a:gd name="csY383" fmla="*/ 345876 h 565153"/>
                <a:gd name="csX384" fmla="*/ 97935 w 516425"/>
                <a:gd name="csY384" fmla="*/ 343487 h 565153"/>
                <a:gd name="csX385" fmla="*/ 99368 w 516425"/>
                <a:gd name="csY385" fmla="*/ 341099 h 565153"/>
                <a:gd name="csX386" fmla="*/ 100801 w 516425"/>
                <a:gd name="csY386" fmla="*/ 336799 h 565153"/>
                <a:gd name="csX387" fmla="*/ 105578 w 516425"/>
                <a:gd name="csY387" fmla="*/ 332500 h 565153"/>
                <a:gd name="csX388" fmla="*/ 111789 w 516425"/>
                <a:gd name="csY388" fmla="*/ 322945 h 565153"/>
                <a:gd name="csX389" fmla="*/ 117044 w 516425"/>
                <a:gd name="csY389" fmla="*/ 319601 h 565153"/>
                <a:gd name="csX390" fmla="*/ 119432 w 516425"/>
                <a:gd name="csY390" fmla="*/ 315779 h 565153"/>
                <a:gd name="csX391" fmla="*/ 122299 w 516425"/>
                <a:gd name="csY391" fmla="*/ 314346 h 565153"/>
                <a:gd name="csX392" fmla="*/ 125165 w 516425"/>
                <a:gd name="csY392" fmla="*/ 311480 h 565153"/>
                <a:gd name="csX393" fmla="*/ 127076 w 516425"/>
                <a:gd name="csY393" fmla="*/ 311480 h 565153"/>
                <a:gd name="csX394" fmla="*/ 130898 w 516425"/>
                <a:gd name="csY394" fmla="*/ 309091 h 565153"/>
                <a:gd name="csX395" fmla="*/ 133287 w 516425"/>
                <a:gd name="csY395" fmla="*/ 305747 h 565153"/>
                <a:gd name="csX396" fmla="*/ 131853 w 516425"/>
                <a:gd name="csY396" fmla="*/ 305747 h 565153"/>
                <a:gd name="csX397" fmla="*/ 128509 w 516425"/>
                <a:gd name="csY397" fmla="*/ 307658 h 565153"/>
                <a:gd name="csX398" fmla="*/ 126598 w 516425"/>
                <a:gd name="csY398" fmla="*/ 308613 h 565153"/>
                <a:gd name="csX399" fmla="*/ 126598 w 516425"/>
                <a:gd name="csY399" fmla="*/ 305269 h 565153"/>
                <a:gd name="csX400" fmla="*/ 127554 w 516425"/>
                <a:gd name="csY400" fmla="*/ 301925 h 565153"/>
                <a:gd name="csX401" fmla="*/ 130420 w 516425"/>
                <a:gd name="csY401" fmla="*/ 299059 h 565153"/>
                <a:gd name="csX402" fmla="*/ 143319 w 516425"/>
                <a:gd name="csY402" fmla="*/ 290459 h 565153"/>
                <a:gd name="csX403" fmla="*/ 144752 w 516425"/>
                <a:gd name="csY403" fmla="*/ 291893 h 565153"/>
                <a:gd name="csX404" fmla="*/ 146185 w 516425"/>
                <a:gd name="csY404" fmla="*/ 294281 h 565153"/>
                <a:gd name="csX405" fmla="*/ 150485 w 516425"/>
                <a:gd name="csY405" fmla="*/ 293804 h 565153"/>
                <a:gd name="csX406" fmla="*/ 154784 w 516425"/>
                <a:gd name="csY406" fmla="*/ 288549 h 565153"/>
                <a:gd name="csX407" fmla="*/ 158606 w 516425"/>
                <a:gd name="csY407" fmla="*/ 283294 h 565153"/>
                <a:gd name="csX408" fmla="*/ 156695 w 516425"/>
                <a:gd name="csY408" fmla="*/ 284249 h 565153"/>
                <a:gd name="csX409" fmla="*/ 154307 w 516425"/>
                <a:gd name="csY409" fmla="*/ 286638 h 565153"/>
                <a:gd name="csX410" fmla="*/ 150485 w 516425"/>
                <a:gd name="csY410" fmla="*/ 289504 h 565153"/>
                <a:gd name="csX411" fmla="*/ 148574 w 516425"/>
                <a:gd name="csY411" fmla="*/ 289982 h 565153"/>
                <a:gd name="csX412" fmla="*/ 147619 w 516425"/>
                <a:gd name="csY412" fmla="*/ 289504 h 565153"/>
                <a:gd name="csX413" fmla="*/ 147141 w 516425"/>
                <a:gd name="csY413" fmla="*/ 287593 h 565153"/>
                <a:gd name="csX414" fmla="*/ 145707 w 516425"/>
                <a:gd name="csY414" fmla="*/ 287115 h 565153"/>
                <a:gd name="csX415" fmla="*/ 144274 w 516425"/>
                <a:gd name="csY415" fmla="*/ 287593 h 565153"/>
                <a:gd name="csX416" fmla="*/ 142841 w 516425"/>
                <a:gd name="csY416" fmla="*/ 285682 h 565153"/>
                <a:gd name="csX417" fmla="*/ 142841 w 516425"/>
                <a:gd name="csY417" fmla="*/ 282338 h 565153"/>
                <a:gd name="csX418" fmla="*/ 144274 w 516425"/>
                <a:gd name="csY418" fmla="*/ 277083 h 565153"/>
                <a:gd name="csX419" fmla="*/ 145707 w 516425"/>
                <a:gd name="csY419" fmla="*/ 273261 h 565153"/>
                <a:gd name="csX420" fmla="*/ 147141 w 516425"/>
                <a:gd name="csY420" fmla="*/ 270395 h 565153"/>
                <a:gd name="csX421" fmla="*/ 152873 w 516425"/>
                <a:gd name="csY421" fmla="*/ 262751 h 565153"/>
                <a:gd name="csX422" fmla="*/ 153829 w 516425"/>
                <a:gd name="csY422" fmla="*/ 258452 h 565153"/>
                <a:gd name="csX423" fmla="*/ 156695 w 516425"/>
                <a:gd name="csY423" fmla="*/ 256063 h 565153"/>
                <a:gd name="csX424" fmla="*/ 160039 w 516425"/>
                <a:gd name="csY424" fmla="*/ 256541 h 565153"/>
                <a:gd name="csX425" fmla="*/ 160995 w 516425"/>
                <a:gd name="csY425" fmla="*/ 256063 h 565153"/>
                <a:gd name="csX426" fmla="*/ 159562 w 516425"/>
                <a:gd name="csY426" fmla="*/ 253197 h 565153"/>
                <a:gd name="csX427" fmla="*/ 156218 w 516425"/>
                <a:gd name="csY427" fmla="*/ 251286 h 565153"/>
                <a:gd name="csX428" fmla="*/ 155740 w 516425"/>
                <a:gd name="csY428" fmla="*/ 249852 h 565153"/>
                <a:gd name="csX429" fmla="*/ 167683 w 516425"/>
                <a:gd name="csY429" fmla="*/ 246031 h 565153"/>
                <a:gd name="csX430" fmla="*/ 173416 w 516425"/>
                <a:gd name="csY430" fmla="*/ 246031 h 565153"/>
                <a:gd name="csX431" fmla="*/ 175327 w 516425"/>
                <a:gd name="csY431" fmla="*/ 244120 h 565153"/>
                <a:gd name="csX432" fmla="*/ 178193 w 516425"/>
                <a:gd name="csY432" fmla="*/ 243164 h 565153"/>
                <a:gd name="csX433" fmla="*/ 180582 w 516425"/>
                <a:gd name="csY433" fmla="*/ 240776 h 565153"/>
                <a:gd name="csX434" fmla="*/ 179626 w 516425"/>
                <a:gd name="csY434" fmla="*/ 239820 h 565153"/>
                <a:gd name="csX435" fmla="*/ 173894 w 516425"/>
                <a:gd name="csY435" fmla="*/ 241731 h 565153"/>
                <a:gd name="csX436" fmla="*/ 170072 w 516425"/>
                <a:gd name="csY436" fmla="*/ 242687 h 565153"/>
                <a:gd name="csX437" fmla="*/ 168638 w 516425"/>
                <a:gd name="csY437" fmla="*/ 242687 h 565153"/>
                <a:gd name="csX438" fmla="*/ 167205 w 516425"/>
                <a:gd name="csY438" fmla="*/ 243642 h 565153"/>
                <a:gd name="csX439" fmla="*/ 162428 w 516425"/>
                <a:gd name="csY439" fmla="*/ 243642 h 565153"/>
                <a:gd name="csX440" fmla="*/ 161472 w 516425"/>
                <a:gd name="csY440" fmla="*/ 234565 h 565153"/>
                <a:gd name="csX441" fmla="*/ 162428 w 516425"/>
                <a:gd name="csY441" fmla="*/ 229788 h 565153"/>
                <a:gd name="csX442" fmla="*/ 163861 w 516425"/>
                <a:gd name="csY442" fmla="*/ 229788 h 565153"/>
                <a:gd name="csX443" fmla="*/ 164339 w 516425"/>
                <a:gd name="csY443" fmla="*/ 225010 h 565153"/>
                <a:gd name="csX444" fmla="*/ 166250 w 516425"/>
                <a:gd name="csY444" fmla="*/ 222144 h 565153"/>
                <a:gd name="csX445" fmla="*/ 169116 w 516425"/>
                <a:gd name="csY445" fmla="*/ 221666 h 565153"/>
                <a:gd name="csX446" fmla="*/ 170549 w 516425"/>
                <a:gd name="csY446" fmla="*/ 220711 h 565153"/>
                <a:gd name="csX447" fmla="*/ 172460 w 516425"/>
                <a:gd name="csY447" fmla="*/ 217845 h 565153"/>
                <a:gd name="csX448" fmla="*/ 175804 w 516425"/>
                <a:gd name="csY448" fmla="*/ 218800 h 565153"/>
                <a:gd name="csX449" fmla="*/ 179149 w 516425"/>
                <a:gd name="csY449" fmla="*/ 217845 h 565153"/>
                <a:gd name="csX450" fmla="*/ 178193 w 516425"/>
                <a:gd name="csY450" fmla="*/ 216889 h 565153"/>
                <a:gd name="csX451" fmla="*/ 174371 w 516425"/>
                <a:gd name="csY451" fmla="*/ 215456 h 565153"/>
                <a:gd name="csX452" fmla="*/ 172938 w 516425"/>
                <a:gd name="csY452" fmla="*/ 212590 h 565153"/>
                <a:gd name="csX453" fmla="*/ 174371 w 516425"/>
                <a:gd name="csY453" fmla="*/ 211634 h 565153"/>
                <a:gd name="csX454" fmla="*/ 176282 w 516425"/>
                <a:gd name="csY454" fmla="*/ 210201 h 565153"/>
                <a:gd name="csX455" fmla="*/ 177715 w 516425"/>
                <a:gd name="csY455" fmla="*/ 210201 h 565153"/>
                <a:gd name="csX456" fmla="*/ 180582 w 516425"/>
                <a:gd name="csY456" fmla="*/ 204946 h 565153"/>
                <a:gd name="csX457" fmla="*/ 182015 w 516425"/>
                <a:gd name="csY457" fmla="*/ 203035 h 565153"/>
                <a:gd name="csX458" fmla="*/ 183926 w 516425"/>
                <a:gd name="csY458" fmla="*/ 203513 h 565153"/>
                <a:gd name="csX459" fmla="*/ 186792 w 516425"/>
                <a:gd name="csY459" fmla="*/ 201124 h 565153"/>
                <a:gd name="csX460" fmla="*/ 189181 w 516425"/>
                <a:gd name="csY460" fmla="*/ 202080 h 565153"/>
                <a:gd name="csX461" fmla="*/ 192047 w 516425"/>
                <a:gd name="csY461" fmla="*/ 200169 h 565153"/>
                <a:gd name="csX462" fmla="*/ 195391 w 516425"/>
                <a:gd name="csY462" fmla="*/ 199213 h 565153"/>
                <a:gd name="csX463" fmla="*/ 208290 w 516425"/>
                <a:gd name="csY463" fmla="*/ 199213 h 565153"/>
                <a:gd name="csX464" fmla="*/ 208290 w 516425"/>
                <a:gd name="csY464" fmla="*/ 196824 h 565153"/>
                <a:gd name="csX465" fmla="*/ 205901 w 516425"/>
                <a:gd name="csY465" fmla="*/ 196347 h 565153"/>
                <a:gd name="csX466" fmla="*/ 196347 w 516425"/>
                <a:gd name="csY466" fmla="*/ 195869 h 565153"/>
                <a:gd name="csX467" fmla="*/ 191569 w 516425"/>
                <a:gd name="csY467" fmla="*/ 195869 h 565153"/>
                <a:gd name="csX468" fmla="*/ 189659 w 516425"/>
                <a:gd name="csY468" fmla="*/ 196347 h 565153"/>
                <a:gd name="csX469" fmla="*/ 188703 w 516425"/>
                <a:gd name="csY469" fmla="*/ 195869 h 565153"/>
                <a:gd name="csX470" fmla="*/ 188703 w 516425"/>
                <a:gd name="csY470" fmla="*/ 194436 h 565153"/>
                <a:gd name="csX471" fmla="*/ 190614 w 516425"/>
                <a:gd name="csY471" fmla="*/ 192525 h 565153"/>
                <a:gd name="csX472" fmla="*/ 191569 w 516425"/>
                <a:gd name="csY472" fmla="*/ 190614 h 565153"/>
                <a:gd name="csX473" fmla="*/ 194914 w 516425"/>
                <a:gd name="csY473" fmla="*/ 184881 h 565153"/>
                <a:gd name="csX474" fmla="*/ 199213 w 516425"/>
                <a:gd name="csY474" fmla="*/ 181537 h 565153"/>
                <a:gd name="csX475" fmla="*/ 202079 w 516425"/>
                <a:gd name="csY475" fmla="*/ 182493 h 565153"/>
                <a:gd name="csX476" fmla="*/ 205424 w 516425"/>
                <a:gd name="csY476" fmla="*/ 185837 h 565153"/>
                <a:gd name="csX477" fmla="*/ 207812 w 516425"/>
                <a:gd name="csY477" fmla="*/ 186314 h 565153"/>
                <a:gd name="csX478" fmla="*/ 209245 w 516425"/>
                <a:gd name="csY478" fmla="*/ 187270 h 565153"/>
                <a:gd name="csX479" fmla="*/ 210679 w 516425"/>
                <a:gd name="csY479" fmla="*/ 192047 h 565153"/>
                <a:gd name="csX480" fmla="*/ 211634 w 516425"/>
                <a:gd name="csY480" fmla="*/ 192047 h 565153"/>
                <a:gd name="csX481" fmla="*/ 211156 w 516425"/>
                <a:gd name="csY481" fmla="*/ 187748 h 565153"/>
                <a:gd name="csX482" fmla="*/ 213545 w 516425"/>
                <a:gd name="csY482" fmla="*/ 183926 h 565153"/>
                <a:gd name="csX483" fmla="*/ 213067 w 516425"/>
                <a:gd name="csY483" fmla="*/ 182970 h 565153"/>
                <a:gd name="csX484" fmla="*/ 209723 w 516425"/>
                <a:gd name="csY484" fmla="*/ 184403 h 565153"/>
                <a:gd name="csX485" fmla="*/ 206857 w 516425"/>
                <a:gd name="csY485" fmla="*/ 182970 h 565153"/>
                <a:gd name="csX486" fmla="*/ 204946 w 516425"/>
                <a:gd name="csY486" fmla="*/ 180104 h 565153"/>
                <a:gd name="csX487" fmla="*/ 203991 w 516425"/>
                <a:gd name="csY487" fmla="*/ 177715 h 565153"/>
                <a:gd name="csX488" fmla="*/ 205424 w 516425"/>
                <a:gd name="csY488" fmla="*/ 175327 h 565153"/>
                <a:gd name="csX489" fmla="*/ 206857 w 516425"/>
                <a:gd name="csY489" fmla="*/ 173893 h 565153"/>
                <a:gd name="csX490" fmla="*/ 205901 w 516425"/>
                <a:gd name="csY490" fmla="*/ 172460 h 565153"/>
                <a:gd name="csX491" fmla="*/ 200646 w 516425"/>
                <a:gd name="csY491" fmla="*/ 176282 h 565153"/>
                <a:gd name="csX492" fmla="*/ 196825 w 516425"/>
                <a:gd name="csY492" fmla="*/ 177238 h 565153"/>
                <a:gd name="csX493" fmla="*/ 195391 w 516425"/>
                <a:gd name="csY493" fmla="*/ 176760 h 565153"/>
                <a:gd name="csX494" fmla="*/ 196347 w 516425"/>
                <a:gd name="csY494" fmla="*/ 172938 h 565153"/>
                <a:gd name="csX495" fmla="*/ 195869 w 516425"/>
                <a:gd name="csY495" fmla="*/ 170072 h 565153"/>
                <a:gd name="csX496" fmla="*/ 200646 w 516425"/>
                <a:gd name="csY496" fmla="*/ 163383 h 565153"/>
                <a:gd name="csX497" fmla="*/ 202557 w 516425"/>
                <a:gd name="csY497" fmla="*/ 162428 h 565153"/>
                <a:gd name="csX498" fmla="*/ 205424 w 516425"/>
                <a:gd name="csY498" fmla="*/ 162906 h 565153"/>
                <a:gd name="csX499" fmla="*/ 207812 w 516425"/>
                <a:gd name="csY499" fmla="*/ 164817 h 565153"/>
                <a:gd name="csX500" fmla="*/ 209723 w 516425"/>
                <a:gd name="csY500" fmla="*/ 164817 h 565153"/>
                <a:gd name="csX501" fmla="*/ 212112 w 516425"/>
                <a:gd name="csY501" fmla="*/ 163383 h 565153"/>
                <a:gd name="csX502" fmla="*/ 212112 w 516425"/>
                <a:gd name="csY502" fmla="*/ 161473 h 565153"/>
                <a:gd name="csX503" fmla="*/ 206857 w 516425"/>
                <a:gd name="csY503" fmla="*/ 160995 h 565153"/>
                <a:gd name="csX504" fmla="*/ 205424 w 516425"/>
                <a:gd name="csY504" fmla="*/ 159084 h 565153"/>
                <a:gd name="csX505" fmla="*/ 206379 w 516425"/>
                <a:gd name="csY505" fmla="*/ 157651 h 565153"/>
                <a:gd name="csX506" fmla="*/ 209723 w 516425"/>
                <a:gd name="csY506" fmla="*/ 156217 h 565153"/>
                <a:gd name="csX507" fmla="*/ 213067 w 516425"/>
                <a:gd name="csY507" fmla="*/ 152873 h 565153"/>
                <a:gd name="csX508" fmla="*/ 216889 w 516425"/>
                <a:gd name="csY508" fmla="*/ 151918 h 565153"/>
                <a:gd name="csX509" fmla="*/ 219756 w 516425"/>
                <a:gd name="csY509" fmla="*/ 150007 h 565153"/>
                <a:gd name="csX510" fmla="*/ 220233 w 516425"/>
                <a:gd name="csY510" fmla="*/ 150485 h 565153"/>
                <a:gd name="csX511" fmla="*/ 220711 w 516425"/>
                <a:gd name="csY511" fmla="*/ 151440 h 565153"/>
                <a:gd name="csX512" fmla="*/ 222144 w 516425"/>
                <a:gd name="csY512" fmla="*/ 159562 h 565153"/>
                <a:gd name="csX513" fmla="*/ 225010 w 516425"/>
                <a:gd name="csY513" fmla="*/ 166728 h 565153"/>
                <a:gd name="csX514" fmla="*/ 225966 w 516425"/>
                <a:gd name="csY514" fmla="*/ 166728 h 565153"/>
                <a:gd name="csX515" fmla="*/ 225010 w 516425"/>
                <a:gd name="csY515" fmla="*/ 160995 h 565153"/>
                <a:gd name="csX516" fmla="*/ 225966 w 516425"/>
                <a:gd name="csY516" fmla="*/ 159084 h 565153"/>
                <a:gd name="csX517" fmla="*/ 226921 w 516425"/>
                <a:gd name="csY517" fmla="*/ 158128 h 565153"/>
                <a:gd name="csX518" fmla="*/ 227399 w 516425"/>
                <a:gd name="csY518" fmla="*/ 156695 h 565153"/>
                <a:gd name="csX519" fmla="*/ 225966 w 516425"/>
                <a:gd name="csY519" fmla="*/ 156217 h 565153"/>
                <a:gd name="csX520" fmla="*/ 225010 w 516425"/>
                <a:gd name="csY520" fmla="*/ 153829 h 565153"/>
                <a:gd name="csX521" fmla="*/ 223100 w 516425"/>
                <a:gd name="csY521" fmla="*/ 147141 h 565153"/>
                <a:gd name="csX522" fmla="*/ 223577 w 516425"/>
                <a:gd name="csY522" fmla="*/ 145707 h 565153"/>
                <a:gd name="csX523" fmla="*/ 227399 w 516425"/>
                <a:gd name="csY523" fmla="*/ 141886 h 565153"/>
                <a:gd name="csX524" fmla="*/ 232176 w 516425"/>
                <a:gd name="csY524" fmla="*/ 140930 h 565153"/>
                <a:gd name="csX525" fmla="*/ 236954 w 516425"/>
                <a:gd name="csY525" fmla="*/ 143796 h 565153"/>
                <a:gd name="csX526" fmla="*/ 238387 w 516425"/>
                <a:gd name="csY526" fmla="*/ 143796 h 565153"/>
                <a:gd name="csX527" fmla="*/ 241253 w 516425"/>
                <a:gd name="csY527" fmla="*/ 142841 h 565153"/>
                <a:gd name="csX528" fmla="*/ 246031 w 516425"/>
                <a:gd name="csY528" fmla="*/ 140930 h 565153"/>
                <a:gd name="csX529" fmla="*/ 248897 w 516425"/>
                <a:gd name="csY529" fmla="*/ 139975 h 565153"/>
                <a:gd name="csX530" fmla="*/ 250330 w 516425"/>
                <a:gd name="csY530" fmla="*/ 139975 h 565153"/>
                <a:gd name="csX531" fmla="*/ 250808 w 516425"/>
                <a:gd name="csY531" fmla="*/ 139019 h 565153"/>
                <a:gd name="csX532" fmla="*/ 249375 w 516425"/>
                <a:gd name="csY532" fmla="*/ 138542 h 565153"/>
                <a:gd name="csX533" fmla="*/ 248897 w 516425"/>
                <a:gd name="csY533" fmla="*/ 137586 h 565153"/>
                <a:gd name="csX534" fmla="*/ 247942 w 516425"/>
                <a:gd name="csY534" fmla="*/ 137586 h 565153"/>
                <a:gd name="csX535" fmla="*/ 243642 w 516425"/>
                <a:gd name="csY535" fmla="*/ 138542 h 565153"/>
                <a:gd name="csX536" fmla="*/ 231221 w 516425"/>
                <a:gd name="csY536" fmla="*/ 138064 h 565153"/>
                <a:gd name="csX537" fmla="*/ 230266 w 516425"/>
                <a:gd name="csY537" fmla="*/ 137108 h 565153"/>
                <a:gd name="csX538" fmla="*/ 229788 w 516425"/>
                <a:gd name="csY538" fmla="*/ 134720 h 565153"/>
                <a:gd name="csX539" fmla="*/ 231221 w 516425"/>
                <a:gd name="csY539" fmla="*/ 131853 h 565153"/>
                <a:gd name="csX540" fmla="*/ 232654 w 516425"/>
                <a:gd name="csY540" fmla="*/ 130420 h 565153"/>
                <a:gd name="csX541" fmla="*/ 237432 w 516425"/>
                <a:gd name="csY541" fmla="*/ 127076 h 565153"/>
                <a:gd name="csX542" fmla="*/ 242209 w 516425"/>
                <a:gd name="csY542" fmla="*/ 127076 h 565153"/>
                <a:gd name="csX543" fmla="*/ 247464 w 516425"/>
                <a:gd name="csY543" fmla="*/ 121343 h 565153"/>
                <a:gd name="csX544" fmla="*/ 249375 w 516425"/>
                <a:gd name="csY544" fmla="*/ 117521 h 565153"/>
                <a:gd name="csX545" fmla="*/ 250330 w 516425"/>
                <a:gd name="csY545" fmla="*/ 111311 h 565153"/>
                <a:gd name="csX546" fmla="*/ 253674 w 516425"/>
                <a:gd name="csY546" fmla="*/ 106534 h 565153"/>
                <a:gd name="csX547" fmla="*/ 261318 w 516425"/>
                <a:gd name="csY547" fmla="*/ 103667 h 565153"/>
                <a:gd name="csX548" fmla="*/ 261796 w 516425"/>
                <a:gd name="csY548" fmla="*/ 102234 h 565153"/>
                <a:gd name="csX549" fmla="*/ 260840 w 516425"/>
                <a:gd name="csY549" fmla="*/ 99368 h 565153"/>
                <a:gd name="csX550" fmla="*/ 260840 w 516425"/>
                <a:gd name="csY550" fmla="*/ 94590 h 565153"/>
                <a:gd name="csX551" fmla="*/ 263229 w 516425"/>
                <a:gd name="csY551" fmla="*/ 89335 h 565153"/>
                <a:gd name="csX552" fmla="*/ 264662 w 516425"/>
                <a:gd name="csY552" fmla="*/ 87424 h 565153"/>
                <a:gd name="csX553" fmla="*/ 265140 w 516425"/>
                <a:gd name="csY553" fmla="*/ 86947 h 565153"/>
                <a:gd name="csX554" fmla="*/ 267051 w 516425"/>
                <a:gd name="csY554" fmla="*/ 88858 h 565153"/>
                <a:gd name="csX555" fmla="*/ 268962 w 516425"/>
                <a:gd name="csY555" fmla="*/ 92679 h 565153"/>
                <a:gd name="csX556" fmla="*/ 272306 w 516425"/>
                <a:gd name="csY556" fmla="*/ 95068 h 565153"/>
                <a:gd name="csX557" fmla="*/ 276605 w 516425"/>
                <a:gd name="csY557" fmla="*/ 95546 h 565153"/>
                <a:gd name="csX558" fmla="*/ 277561 w 516425"/>
                <a:gd name="csY558" fmla="*/ 94113 h 565153"/>
                <a:gd name="csX559" fmla="*/ 274217 w 516425"/>
                <a:gd name="csY559" fmla="*/ 92202 h 565153"/>
                <a:gd name="csX560" fmla="*/ 271828 w 516425"/>
                <a:gd name="csY560" fmla="*/ 89335 h 565153"/>
                <a:gd name="csX561" fmla="*/ 271350 w 516425"/>
                <a:gd name="csY561" fmla="*/ 86469 h 565153"/>
                <a:gd name="csX562" fmla="*/ 272783 w 516425"/>
                <a:gd name="csY562" fmla="*/ 84558 h 565153"/>
                <a:gd name="csX563" fmla="*/ 274694 w 516425"/>
                <a:gd name="csY563" fmla="*/ 85036 h 565153"/>
                <a:gd name="csX564" fmla="*/ 276605 w 516425"/>
                <a:gd name="csY564" fmla="*/ 84558 h 565153"/>
                <a:gd name="csX565" fmla="*/ 278994 w 516425"/>
                <a:gd name="csY565" fmla="*/ 82647 h 565153"/>
                <a:gd name="csX566" fmla="*/ 279472 w 516425"/>
                <a:gd name="csY566" fmla="*/ 81214 h 565153"/>
                <a:gd name="csX567" fmla="*/ 279472 w 516425"/>
                <a:gd name="csY567" fmla="*/ 79303 h 565153"/>
                <a:gd name="csX568" fmla="*/ 279949 w 516425"/>
                <a:gd name="csY568" fmla="*/ 77392 h 565153"/>
                <a:gd name="csX569" fmla="*/ 283294 w 516425"/>
                <a:gd name="csY569" fmla="*/ 72615 h 565153"/>
                <a:gd name="csX570" fmla="*/ 292848 w 516425"/>
                <a:gd name="csY570" fmla="*/ 69748 h 565153"/>
                <a:gd name="csX571" fmla="*/ 293326 w 516425"/>
                <a:gd name="csY571" fmla="*/ 71182 h 565153"/>
                <a:gd name="csX572" fmla="*/ 292848 w 516425"/>
                <a:gd name="csY572" fmla="*/ 79781 h 565153"/>
                <a:gd name="csX573" fmla="*/ 291893 w 516425"/>
                <a:gd name="csY573" fmla="*/ 85514 h 565153"/>
                <a:gd name="csX574" fmla="*/ 291893 w 516425"/>
                <a:gd name="csY574" fmla="*/ 89813 h 565153"/>
                <a:gd name="csX575" fmla="*/ 293804 w 516425"/>
                <a:gd name="csY575" fmla="*/ 85514 h 565153"/>
                <a:gd name="csX576" fmla="*/ 296192 w 516425"/>
                <a:gd name="csY576" fmla="*/ 74048 h 565153"/>
                <a:gd name="csX577" fmla="*/ 298103 w 516425"/>
                <a:gd name="csY577" fmla="*/ 68793 h 565153"/>
                <a:gd name="csX578" fmla="*/ 300492 w 516425"/>
                <a:gd name="csY578" fmla="*/ 65927 h 565153"/>
                <a:gd name="csX579" fmla="*/ 301925 w 516425"/>
                <a:gd name="csY579" fmla="*/ 64971 h 565153"/>
                <a:gd name="csX580" fmla="*/ 303358 w 516425"/>
                <a:gd name="csY580" fmla="*/ 63538 h 565153"/>
                <a:gd name="csX581" fmla="*/ 305269 w 516425"/>
                <a:gd name="csY581" fmla="*/ 62582 h 565153"/>
                <a:gd name="csX582" fmla="*/ 306224 w 516425"/>
                <a:gd name="csY582" fmla="*/ 63538 h 565153"/>
                <a:gd name="csX583" fmla="*/ 306702 w 516425"/>
                <a:gd name="csY583" fmla="*/ 66404 h 565153"/>
                <a:gd name="csX584" fmla="*/ 305747 w 516425"/>
                <a:gd name="csY584" fmla="*/ 76437 h 565153"/>
                <a:gd name="csX585" fmla="*/ 305747 w 516425"/>
                <a:gd name="csY585" fmla="*/ 79781 h 565153"/>
                <a:gd name="csX586" fmla="*/ 304314 w 516425"/>
                <a:gd name="csY586" fmla="*/ 84080 h 565153"/>
                <a:gd name="csX587" fmla="*/ 300014 w 516425"/>
                <a:gd name="csY587" fmla="*/ 93157 h 565153"/>
                <a:gd name="csX588" fmla="*/ 300014 w 516425"/>
                <a:gd name="csY588" fmla="*/ 94590 h 565153"/>
                <a:gd name="csX589" fmla="*/ 300970 w 516425"/>
                <a:gd name="csY589" fmla="*/ 94113 h 565153"/>
                <a:gd name="csX590" fmla="*/ 302881 w 516425"/>
                <a:gd name="csY590" fmla="*/ 92679 h 565153"/>
                <a:gd name="csX591" fmla="*/ 308613 w 516425"/>
                <a:gd name="csY591" fmla="*/ 83603 h 565153"/>
                <a:gd name="csX592" fmla="*/ 313868 w 516425"/>
                <a:gd name="csY592" fmla="*/ 84558 h 565153"/>
                <a:gd name="csX593" fmla="*/ 313868 w 516425"/>
                <a:gd name="csY593" fmla="*/ 84080 h 565153"/>
                <a:gd name="csX594" fmla="*/ 311957 w 516425"/>
                <a:gd name="csY594" fmla="*/ 81214 h 565153"/>
                <a:gd name="csX595" fmla="*/ 310047 w 516425"/>
                <a:gd name="csY595" fmla="*/ 78825 h 565153"/>
                <a:gd name="csX596" fmla="*/ 309569 w 516425"/>
                <a:gd name="csY596" fmla="*/ 75959 h 565153"/>
                <a:gd name="csX597" fmla="*/ 310047 w 516425"/>
                <a:gd name="csY597" fmla="*/ 67360 h 565153"/>
                <a:gd name="csX598" fmla="*/ 311480 w 516425"/>
                <a:gd name="csY598" fmla="*/ 64016 h 565153"/>
                <a:gd name="csX599" fmla="*/ 315779 w 516425"/>
                <a:gd name="csY599" fmla="*/ 64493 h 565153"/>
                <a:gd name="csX600" fmla="*/ 318168 w 516425"/>
                <a:gd name="csY600" fmla="*/ 64016 h 565153"/>
                <a:gd name="csX601" fmla="*/ 319601 w 516425"/>
                <a:gd name="csY601" fmla="*/ 65449 h 565153"/>
                <a:gd name="csX602" fmla="*/ 321990 w 516425"/>
                <a:gd name="csY602" fmla="*/ 65449 h 565153"/>
                <a:gd name="csX603" fmla="*/ 323901 w 516425"/>
                <a:gd name="csY603" fmla="*/ 59238 h 565153"/>
                <a:gd name="csX604" fmla="*/ 327245 w 516425"/>
                <a:gd name="csY604" fmla="*/ 58761 h 565153"/>
                <a:gd name="csX605" fmla="*/ 330589 w 516425"/>
                <a:gd name="csY605" fmla="*/ 63060 h 565153"/>
                <a:gd name="csX606" fmla="*/ 334411 w 516425"/>
                <a:gd name="csY606" fmla="*/ 65449 h 565153"/>
                <a:gd name="csX607" fmla="*/ 337277 w 516425"/>
                <a:gd name="csY607" fmla="*/ 69271 h 565153"/>
                <a:gd name="csX608" fmla="*/ 338232 w 516425"/>
                <a:gd name="csY608" fmla="*/ 68315 h 565153"/>
                <a:gd name="csX609" fmla="*/ 336799 w 516425"/>
                <a:gd name="csY609" fmla="*/ 59238 h 565153"/>
                <a:gd name="csX610" fmla="*/ 334888 w 516425"/>
                <a:gd name="csY610" fmla="*/ 55894 h 565153"/>
                <a:gd name="csX611" fmla="*/ 331066 w 516425"/>
                <a:gd name="csY611" fmla="*/ 54461 h 565153"/>
                <a:gd name="csX612" fmla="*/ 326767 w 516425"/>
                <a:gd name="csY612" fmla="*/ 50162 h 565153"/>
                <a:gd name="csX613" fmla="*/ 325812 w 516425"/>
                <a:gd name="csY613" fmla="*/ 48251 h 565153"/>
                <a:gd name="csX614" fmla="*/ 325812 w 516425"/>
                <a:gd name="csY614" fmla="*/ 46817 h 565153"/>
                <a:gd name="csX615" fmla="*/ 329633 w 516425"/>
                <a:gd name="csY615" fmla="*/ 45862 h 565153"/>
                <a:gd name="csX616" fmla="*/ 334411 w 516425"/>
                <a:gd name="csY616" fmla="*/ 47295 h 565153"/>
                <a:gd name="csX617" fmla="*/ 338710 w 516425"/>
                <a:gd name="csY617" fmla="*/ 43951 h 565153"/>
                <a:gd name="csX618" fmla="*/ 339666 w 516425"/>
                <a:gd name="csY618" fmla="*/ 44907 h 565153"/>
                <a:gd name="csX619" fmla="*/ 343010 w 516425"/>
                <a:gd name="csY619" fmla="*/ 42996 h 565153"/>
                <a:gd name="csX620" fmla="*/ 344921 w 516425"/>
                <a:gd name="csY620" fmla="*/ 45384 h 565153"/>
                <a:gd name="csX621" fmla="*/ 346354 w 516425"/>
                <a:gd name="csY621" fmla="*/ 44429 h 565153"/>
                <a:gd name="csX622" fmla="*/ 346831 w 516425"/>
                <a:gd name="csY622" fmla="*/ 41562 h 565153"/>
                <a:gd name="csX623" fmla="*/ 352087 w 516425"/>
                <a:gd name="csY623" fmla="*/ 39651 h 565153"/>
                <a:gd name="csX624" fmla="*/ 355431 w 516425"/>
                <a:gd name="csY624" fmla="*/ 41085 h 565153"/>
                <a:gd name="csX625" fmla="*/ 357342 w 516425"/>
                <a:gd name="csY625" fmla="*/ 42996 h 565153"/>
                <a:gd name="csX626" fmla="*/ 358297 w 516425"/>
                <a:gd name="csY626" fmla="*/ 46817 h 565153"/>
                <a:gd name="csX627" fmla="*/ 359253 w 516425"/>
                <a:gd name="csY627" fmla="*/ 53983 h 565153"/>
                <a:gd name="csX628" fmla="*/ 362119 w 516425"/>
                <a:gd name="csY628" fmla="*/ 57805 h 565153"/>
                <a:gd name="csX629" fmla="*/ 363552 w 516425"/>
                <a:gd name="csY629" fmla="*/ 59716 h 565153"/>
                <a:gd name="csX630" fmla="*/ 365463 w 516425"/>
                <a:gd name="csY630" fmla="*/ 60194 h 565153"/>
                <a:gd name="csX631" fmla="*/ 366419 w 516425"/>
                <a:gd name="csY631" fmla="*/ 58283 h 565153"/>
                <a:gd name="csX632" fmla="*/ 364508 w 516425"/>
                <a:gd name="csY632" fmla="*/ 55894 h 565153"/>
                <a:gd name="csX633" fmla="*/ 364030 w 516425"/>
                <a:gd name="csY633" fmla="*/ 53983 h 565153"/>
                <a:gd name="csX634" fmla="*/ 364985 w 516425"/>
                <a:gd name="csY634" fmla="*/ 48251 h 565153"/>
                <a:gd name="csX635" fmla="*/ 365941 w 516425"/>
                <a:gd name="csY635" fmla="*/ 46340 h 565153"/>
                <a:gd name="csX636" fmla="*/ 371673 w 516425"/>
                <a:gd name="csY636" fmla="*/ 38218 h 565153"/>
                <a:gd name="csX637" fmla="*/ 376451 w 516425"/>
                <a:gd name="csY637" fmla="*/ 33919 h 565153"/>
                <a:gd name="csX638" fmla="*/ 379317 w 516425"/>
                <a:gd name="csY638" fmla="*/ 33441 h 565153"/>
                <a:gd name="csX639" fmla="*/ 384095 w 516425"/>
                <a:gd name="csY639" fmla="*/ 23886 h 565153"/>
                <a:gd name="csX640" fmla="*/ 385528 w 516425"/>
                <a:gd name="csY640" fmla="*/ 21975 h 565153"/>
                <a:gd name="csX641" fmla="*/ 386483 w 516425"/>
                <a:gd name="csY641" fmla="*/ 21498 h 565153"/>
                <a:gd name="csX642" fmla="*/ 386483 w 516425"/>
                <a:gd name="csY642" fmla="*/ 19109 h 565153"/>
                <a:gd name="csX643" fmla="*/ 383617 w 516425"/>
                <a:gd name="csY643" fmla="*/ 17676 h 565153"/>
                <a:gd name="csX644" fmla="*/ 383617 w 516425"/>
                <a:gd name="csY644" fmla="*/ 14809 h 565153"/>
                <a:gd name="csX645" fmla="*/ 386961 w 516425"/>
                <a:gd name="csY645" fmla="*/ 10988 h 565153"/>
                <a:gd name="csX646" fmla="*/ 391261 w 516425"/>
                <a:gd name="csY646" fmla="*/ 4777 h 565153"/>
                <a:gd name="csX647" fmla="*/ 393649 w 516425"/>
                <a:gd name="csY647" fmla="*/ 4777 h 565153"/>
                <a:gd name="csX648" fmla="*/ 394604 w 516425"/>
                <a:gd name="csY648" fmla="*/ 6210 h 565153"/>
                <a:gd name="csX649" fmla="*/ 398904 w 516425"/>
                <a:gd name="csY649" fmla="*/ 9077 h 565153"/>
                <a:gd name="csX650" fmla="*/ 401770 w 516425"/>
                <a:gd name="csY650" fmla="*/ 11943 h 565153"/>
                <a:gd name="csX651" fmla="*/ 403204 w 516425"/>
                <a:gd name="csY651" fmla="*/ 13854 h 565153"/>
                <a:gd name="csX652" fmla="*/ 404637 w 516425"/>
                <a:gd name="csY652" fmla="*/ 13376 h 565153"/>
                <a:gd name="csX653" fmla="*/ 405592 w 516425"/>
                <a:gd name="csY653" fmla="*/ 10988 h 565153"/>
                <a:gd name="csX654" fmla="*/ 407026 w 516425"/>
                <a:gd name="csY654" fmla="*/ 10032 h 565153"/>
                <a:gd name="csX655" fmla="*/ 409414 w 516425"/>
                <a:gd name="csY655" fmla="*/ 10510 h 565153"/>
                <a:gd name="csX656" fmla="*/ 411325 w 516425"/>
                <a:gd name="csY656" fmla="*/ 11943 h 565153"/>
                <a:gd name="csX657" fmla="*/ 412280 w 516425"/>
                <a:gd name="csY657" fmla="*/ 12421 h 565153"/>
                <a:gd name="csX658" fmla="*/ 413236 w 516425"/>
                <a:gd name="csY658" fmla="*/ 13376 h 565153"/>
                <a:gd name="csX659" fmla="*/ 413714 w 516425"/>
                <a:gd name="csY659" fmla="*/ 15287 h 565153"/>
                <a:gd name="csX660" fmla="*/ 411325 w 516425"/>
                <a:gd name="csY660" fmla="*/ 17676 h 565153"/>
                <a:gd name="csX661" fmla="*/ 407503 w 516425"/>
                <a:gd name="csY661" fmla="*/ 23409 h 565153"/>
                <a:gd name="csX662" fmla="*/ 403681 w 516425"/>
                <a:gd name="csY662" fmla="*/ 29619 h 565153"/>
                <a:gd name="csX663" fmla="*/ 402248 w 516425"/>
                <a:gd name="csY663" fmla="*/ 32963 h 565153"/>
                <a:gd name="csX664" fmla="*/ 401293 w 516425"/>
                <a:gd name="csY664" fmla="*/ 42040 h 565153"/>
                <a:gd name="csX665" fmla="*/ 397949 w 516425"/>
                <a:gd name="csY665" fmla="*/ 47773 h 565153"/>
                <a:gd name="csX666" fmla="*/ 397949 w 516425"/>
                <a:gd name="csY666" fmla="*/ 52072 h 565153"/>
                <a:gd name="csX667" fmla="*/ 398904 w 516425"/>
                <a:gd name="csY667" fmla="*/ 53506 h 565153"/>
                <a:gd name="csX668" fmla="*/ 402248 w 516425"/>
                <a:gd name="csY668" fmla="*/ 52072 h 565153"/>
                <a:gd name="csX669" fmla="*/ 406548 w 516425"/>
                <a:gd name="csY669" fmla="*/ 46817 h 565153"/>
                <a:gd name="csX670" fmla="*/ 407503 w 516425"/>
                <a:gd name="csY670" fmla="*/ 41085 h 565153"/>
                <a:gd name="csX671" fmla="*/ 418013 w 516425"/>
                <a:gd name="csY671" fmla="*/ 25797 h 565153"/>
                <a:gd name="csX672" fmla="*/ 422791 w 516425"/>
                <a:gd name="csY672" fmla="*/ 17198 h 565153"/>
                <a:gd name="csX673" fmla="*/ 428045 w 516425"/>
                <a:gd name="csY673" fmla="*/ 10032 h 565153"/>
                <a:gd name="csX674" fmla="*/ 431390 w 516425"/>
                <a:gd name="csY674" fmla="*/ 8599 h 565153"/>
                <a:gd name="csX675" fmla="*/ 432345 w 516425"/>
                <a:gd name="csY675" fmla="*/ 13376 h 565153"/>
                <a:gd name="csX676" fmla="*/ 431390 w 516425"/>
                <a:gd name="csY676" fmla="*/ 19587 h 565153"/>
                <a:gd name="csX677" fmla="*/ 429001 w 516425"/>
                <a:gd name="csY677" fmla="*/ 23409 h 565153"/>
                <a:gd name="csX678" fmla="*/ 430912 w 516425"/>
                <a:gd name="csY678" fmla="*/ 25320 h 565153"/>
                <a:gd name="csX679" fmla="*/ 430434 w 516425"/>
                <a:gd name="csY679" fmla="*/ 30097 h 565153"/>
                <a:gd name="csX680" fmla="*/ 429957 w 516425"/>
                <a:gd name="csY680" fmla="*/ 32486 h 565153"/>
                <a:gd name="csX681" fmla="*/ 429479 w 516425"/>
                <a:gd name="csY681" fmla="*/ 35352 h 565153"/>
                <a:gd name="csX682" fmla="*/ 429479 w 516425"/>
                <a:gd name="csY682" fmla="*/ 37741 h 565153"/>
                <a:gd name="csX683" fmla="*/ 431390 w 516425"/>
                <a:gd name="csY683" fmla="*/ 36785 h 565153"/>
                <a:gd name="csX684" fmla="*/ 437600 w 516425"/>
                <a:gd name="csY684" fmla="*/ 32008 h 565153"/>
                <a:gd name="csX685" fmla="*/ 439033 w 516425"/>
                <a:gd name="csY685" fmla="*/ 26753 h 565153"/>
                <a:gd name="csX686" fmla="*/ 440945 w 516425"/>
                <a:gd name="csY686" fmla="*/ 22931 h 565153"/>
                <a:gd name="csX687" fmla="*/ 441422 w 516425"/>
                <a:gd name="csY687" fmla="*/ 19109 h 565153"/>
                <a:gd name="csX688" fmla="*/ 443811 w 516425"/>
                <a:gd name="csY688" fmla="*/ 15765 h 565153"/>
                <a:gd name="csX689" fmla="*/ 448588 w 516425"/>
                <a:gd name="csY689" fmla="*/ 15765 h 565153"/>
                <a:gd name="csX690" fmla="*/ 449066 w 516425"/>
                <a:gd name="csY690" fmla="*/ 14809 h 565153"/>
                <a:gd name="csX691" fmla="*/ 443333 w 516425"/>
                <a:gd name="csY691" fmla="*/ 10032 h 565153"/>
                <a:gd name="csX692" fmla="*/ 442377 w 516425"/>
                <a:gd name="csY692" fmla="*/ 8121 h 565153"/>
                <a:gd name="csX693" fmla="*/ 444288 w 516425"/>
                <a:gd name="csY693" fmla="*/ 5255 h 565153"/>
                <a:gd name="csX694" fmla="*/ 449543 w 516425"/>
                <a:gd name="csY694" fmla="*/ 0 h 565153"/>
                <a:gd name="csX695" fmla="*/ 452410 w 516425"/>
                <a:gd name="csY695" fmla="*/ 478 h 565153"/>
                <a:gd name="csX696" fmla="*/ 453843 w 516425"/>
                <a:gd name="csY696" fmla="*/ 1911 h 565153"/>
                <a:gd name="csX697" fmla="*/ 460531 w 516425"/>
                <a:gd name="csY697" fmla="*/ 2866 h 565153"/>
                <a:gd name="csX698" fmla="*/ 465309 w 516425"/>
                <a:gd name="csY698" fmla="*/ 6688 h 565153"/>
                <a:gd name="csX699" fmla="*/ 465309 w 516425"/>
                <a:gd name="csY699" fmla="*/ 12421 h 565153"/>
                <a:gd name="csX700" fmla="*/ 464353 w 516425"/>
                <a:gd name="csY700" fmla="*/ 14809 h 565153"/>
                <a:gd name="csX701" fmla="*/ 462920 w 516425"/>
                <a:gd name="csY701" fmla="*/ 16243 h 565153"/>
                <a:gd name="csX702" fmla="*/ 456709 w 516425"/>
                <a:gd name="csY702" fmla="*/ 20542 h 565153"/>
                <a:gd name="csX703" fmla="*/ 455754 w 516425"/>
                <a:gd name="csY703" fmla="*/ 22931 h 565153"/>
                <a:gd name="csX704" fmla="*/ 457665 w 516425"/>
                <a:gd name="csY704" fmla="*/ 23886 h 565153"/>
                <a:gd name="csX705" fmla="*/ 461964 w 516425"/>
                <a:gd name="csY705" fmla="*/ 21498 h 565153"/>
                <a:gd name="csX706" fmla="*/ 462920 w 516425"/>
                <a:gd name="csY706" fmla="*/ 23409 h 565153"/>
                <a:gd name="csX707" fmla="*/ 461487 w 516425"/>
                <a:gd name="csY707" fmla="*/ 28664 h 565153"/>
                <a:gd name="csX708" fmla="*/ 461487 w 516425"/>
                <a:gd name="csY708" fmla="*/ 35830 h 565153"/>
                <a:gd name="csX709" fmla="*/ 461009 w 516425"/>
                <a:gd name="csY709" fmla="*/ 40129 h 565153"/>
                <a:gd name="csX710" fmla="*/ 461009 w 516425"/>
                <a:gd name="csY710" fmla="*/ 44429 h 565153"/>
                <a:gd name="csX711" fmla="*/ 461487 w 516425"/>
                <a:gd name="csY711" fmla="*/ 46340 h 565153"/>
                <a:gd name="csX712" fmla="*/ 463398 w 516425"/>
                <a:gd name="csY712" fmla="*/ 37741 h 565153"/>
                <a:gd name="csX713" fmla="*/ 463875 w 516425"/>
                <a:gd name="csY713" fmla="*/ 35830 h 565153"/>
                <a:gd name="csX714" fmla="*/ 466264 w 516425"/>
                <a:gd name="csY714" fmla="*/ 32486 h 565153"/>
                <a:gd name="csX715" fmla="*/ 467220 w 516425"/>
                <a:gd name="csY715" fmla="*/ 26275 h 565153"/>
                <a:gd name="csX716" fmla="*/ 469608 w 516425"/>
                <a:gd name="csY716" fmla="*/ 18631 h 565153"/>
                <a:gd name="csX717" fmla="*/ 472475 w 516425"/>
                <a:gd name="csY717" fmla="*/ 13854 h 565153"/>
                <a:gd name="csX718" fmla="*/ 474386 w 516425"/>
                <a:gd name="csY718" fmla="*/ 12899 h 565153"/>
                <a:gd name="csX719" fmla="*/ 479640 w 516425"/>
                <a:gd name="csY719" fmla="*/ 12899 h 565153"/>
                <a:gd name="csX720" fmla="*/ 482029 w 516425"/>
                <a:gd name="csY720" fmla="*/ 14332 h 565153"/>
                <a:gd name="csX721" fmla="*/ 483940 w 516425"/>
                <a:gd name="csY721" fmla="*/ 18154 h 565153"/>
                <a:gd name="csX722" fmla="*/ 485373 w 516425"/>
                <a:gd name="csY722" fmla="*/ 20065 h 565153"/>
                <a:gd name="csX723" fmla="*/ 490150 w 516425"/>
                <a:gd name="csY723" fmla="*/ 21498 h 565153"/>
                <a:gd name="csX724" fmla="*/ 492061 w 516425"/>
                <a:gd name="csY724" fmla="*/ 23409 h 565153"/>
                <a:gd name="csX725" fmla="*/ 492061 w 516425"/>
                <a:gd name="csY725" fmla="*/ 24842 h 565153"/>
                <a:gd name="csX726" fmla="*/ 493495 w 516425"/>
                <a:gd name="csY726" fmla="*/ 24842 h 565153"/>
                <a:gd name="csX727" fmla="*/ 496361 w 516425"/>
                <a:gd name="csY727" fmla="*/ 21975 h 565153"/>
                <a:gd name="csX728" fmla="*/ 498750 w 516425"/>
                <a:gd name="csY728" fmla="*/ 21498 h 565153"/>
                <a:gd name="csX729" fmla="*/ 502094 w 516425"/>
                <a:gd name="csY729" fmla="*/ 25797 h 565153"/>
                <a:gd name="csX730" fmla="*/ 501616 w 516425"/>
                <a:gd name="csY730" fmla="*/ 29141 h 565153"/>
                <a:gd name="csX731" fmla="*/ 501616 w 516425"/>
                <a:gd name="csY731" fmla="*/ 30097 h 565153"/>
                <a:gd name="csX732" fmla="*/ 505916 w 516425"/>
                <a:gd name="csY732" fmla="*/ 30097 h 565153"/>
                <a:gd name="csX733" fmla="*/ 509259 w 516425"/>
                <a:gd name="csY733" fmla="*/ 31530 h 565153"/>
                <a:gd name="csX734" fmla="*/ 515948 w 516425"/>
                <a:gd name="csY734" fmla="*/ 38218 h 565153"/>
                <a:gd name="csX735" fmla="*/ 516425 w 516425"/>
                <a:gd name="csY735" fmla="*/ 41085 h 565153"/>
                <a:gd name="csX736" fmla="*/ 515948 w 516425"/>
                <a:gd name="csY736" fmla="*/ 44907 h 565153"/>
                <a:gd name="csX737" fmla="*/ 506871 w 516425"/>
                <a:gd name="csY737" fmla="*/ 49206 h 565153"/>
                <a:gd name="csX738" fmla="*/ 502571 w 516425"/>
                <a:gd name="csY738" fmla="*/ 53028 h 565153"/>
                <a:gd name="csX739" fmla="*/ 495883 w 516425"/>
                <a:gd name="csY739" fmla="*/ 54461 h 565153"/>
                <a:gd name="csX740" fmla="*/ 472952 w 516425"/>
                <a:gd name="csY740" fmla="*/ 51595 h 565153"/>
                <a:gd name="csX741" fmla="*/ 473430 w 516425"/>
                <a:gd name="csY741" fmla="*/ 54461 h 565153"/>
                <a:gd name="csX742" fmla="*/ 489195 w 516425"/>
                <a:gd name="csY742" fmla="*/ 60672 h 565153"/>
                <a:gd name="csX743" fmla="*/ 490150 w 516425"/>
                <a:gd name="csY743" fmla="*/ 62582 h 565153"/>
                <a:gd name="csX744" fmla="*/ 489673 w 516425"/>
                <a:gd name="csY744" fmla="*/ 66404 h 565153"/>
                <a:gd name="csX745" fmla="*/ 489673 w 516425"/>
                <a:gd name="csY745" fmla="*/ 69271 h 565153"/>
                <a:gd name="csX746" fmla="*/ 490150 w 516425"/>
                <a:gd name="csY746" fmla="*/ 71182 h 565153"/>
                <a:gd name="csX747" fmla="*/ 491106 w 516425"/>
                <a:gd name="csY747" fmla="*/ 73093 h 565153"/>
                <a:gd name="csX748" fmla="*/ 493017 w 516425"/>
                <a:gd name="csY748" fmla="*/ 74048 h 565153"/>
                <a:gd name="csX749" fmla="*/ 497316 w 516425"/>
                <a:gd name="csY749" fmla="*/ 73570 h 565153"/>
                <a:gd name="csX750" fmla="*/ 499227 w 516425"/>
                <a:gd name="csY750" fmla="*/ 74526 h 565153"/>
                <a:gd name="csX751" fmla="*/ 500182 w 516425"/>
                <a:gd name="csY751" fmla="*/ 73093 h 565153"/>
                <a:gd name="csX752" fmla="*/ 501138 w 516425"/>
                <a:gd name="csY752" fmla="*/ 67837 h 565153"/>
                <a:gd name="csX753" fmla="*/ 502094 w 516425"/>
                <a:gd name="csY753" fmla="*/ 66882 h 565153"/>
                <a:gd name="csX754" fmla="*/ 504482 w 516425"/>
                <a:gd name="csY754" fmla="*/ 68315 h 565153"/>
                <a:gd name="csX755" fmla="*/ 505438 w 516425"/>
                <a:gd name="csY755" fmla="*/ 73570 h 565153"/>
                <a:gd name="csX756" fmla="*/ 505916 w 516425"/>
                <a:gd name="csY756" fmla="*/ 74048 h 565153"/>
                <a:gd name="csX757" fmla="*/ 506871 w 516425"/>
                <a:gd name="csY757" fmla="*/ 70226 h 565153"/>
                <a:gd name="csX758" fmla="*/ 509259 w 516425"/>
                <a:gd name="csY758" fmla="*/ 70704 h 565153"/>
                <a:gd name="csX759" fmla="*/ 511648 w 516425"/>
                <a:gd name="csY759" fmla="*/ 70226 h 565153"/>
                <a:gd name="csX760" fmla="*/ 514514 w 516425"/>
                <a:gd name="csY760" fmla="*/ 71182 h 565153"/>
                <a:gd name="csX761" fmla="*/ 515470 w 516425"/>
                <a:gd name="csY761" fmla="*/ 77870 h 565153"/>
                <a:gd name="csX762" fmla="*/ 515470 w 516425"/>
                <a:gd name="csY762" fmla="*/ 80258 h 565153"/>
                <a:gd name="csX763" fmla="*/ 514993 w 516425"/>
                <a:gd name="csY763" fmla="*/ 82647 h 565153"/>
                <a:gd name="csX764" fmla="*/ 514514 w 516425"/>
                <a:gd name="csY764" fmla="*/ 83603 h 565153"/>
                <a:gd name="csX765" fmla="*/ 513082 w 516425"/>
                <a:gd name="csY765" fmla="*/ 84558 h 565153"/>
                <a:gd name="csX766" fmla="*/ 509737 w 516425"/>
                <a:gd name="csY766" fmla="*/ 84080 h 565153"/>
                <a:gd name="csX767" fmla="*/ 504960 w 516425"/>
                <a:gd name="csY767" fmla="*/ 81214 h 565153"/>
                <a:gd name="csX768" fmla="*/ 502094 w 516425"/>
                <a:gd name="csY768" fmla="*/ 78825 h 565153"/>
                <a:gd name="csX769" fmla="*/ 502094 w 516425"/>
                <a:gd name="csY769" fmla="*/ 78825 h 565153"/>
                <a:gd name="csX770" fmla="*/ 501138 w 516425"/>
                <a:gd name="csY770" fmla="*/ 78825 h 565153"/>
                <a:gd name="csX771" fmla="*/ 500661 w 516425"/>
                <a:gd name="csY771" fmla="*/ 79303 h 565153"/>
                <a:gd name="csX772" fmla="*/ 501138 w 516425"/>
                <a:gd name="csY772" fmla="*/ 81692 h 565153"/>
                <a:gd name="csX773" fmla="*/ 501138 w 516425"/>
                <a:gd name="csY773" fmla="*/ 83603 h 565153"/>
                <a:gd name="csX774" fmla="*/ 500661 w 516425"/>
                <a:gd name="csY774" fmla="*/ 85514 h 565153"/>
                <a:gd name="csX775" fmla="*/ 500182 w 516425"/>
                <a:gd name="csY775" fmla="*/ 87902 h 565153"/>
                <a:gd name="csX776" fmla="*/ 499227 w 516425"/>
                <a:gd name="csY776" fmla="*/ 89335 h 565153"/>
                <a:gd name="csX777" fmla="*/ 497316 w 516425"/>
                <a:gd name="csY777" fmla="*/ 91246 h 565153"/>
                <a:gd name="csX778" fmla="*/ 493972 w 516425"/>
                <a:gd name="csY778" fmla="*/ 93157 h 565153"/>
                <a:gd name="csX779" fmla="*/ 485373 w 516425"/>
                <a:gd name="csY779" fmla="*/ 96024 h 565153"/>
                <a:gd name="csX780" fmla="*/ 484418 w 516425"/>
                <a:gd name="csY780" fmla="*/ 97457 h 565153"/>
                <a:gd name="csX781" fmla="*/ 481552 w 516425"/>
                <a:gd name="csY781" fmla="*/ 106534 h 565153"/>
                <a:gd name="csX782" fmla="*/ 481073 w 516425"/>
                <a:gd name="csY782" fmla="*/ 107967 h 565153"/>
                <a:gd name="csX783" fmla="*/ 479640 w 516425"/>
                <a:gd name="csY783" fmla="*/ 108922 h 565153"/>
                <a:gd name="csX784" fmla="*/ 476774 w 516425"/>
                <a:gd name="csY784" fmla="*/ 110355 h 565153"/>
                <a:gd name="csX785" fmla="*/ 475341 w 516425"/>
                <a:gd name="csY785" fmla="*/ 108445 h 565153"/>
                <a:gd name="csX786" fmla="*/ 474386 w 516425"/>
                <a:gd name="csY786" fmla="*/ 105578 h 565153"/>
                <a:gd name="csX787" fmla="*/ 474386 w 516425"/>
                <a:gd name="csY787" fmla="*/ 102234 h 565153"/>
                <a:gd name="csX788" fmla="*/ 478207 w 516425"/>
                <a:gd name="csY788" fmla="*/ 96979 h 565153"/>
                <a:gd name="csX789" fmla="*/ 481552 w 516425"/>
                <a:gd name="csY789" fmla="*/ 92679 h 565153"/>
                <a:gd name="csX790" fmla="*/ 482029 w 516425"/>
                <a:gd name="csY790" fmla="*/ 91724 h 565153"/>
                <a:gd name="csX791" fmla="*/ 482029 w 516425"/>
                <a:gd name="csY791" fmla="*/ 91246 h 565153"/>
                <a:gd name="csX792" fmla="*/ 483940 w 516425"/>
                <a:gd name="csY792" fmla="*/ 87424 h 565153"/>
                <a:gd name="csX793" fmla="*/ 483940 w 516425"/>
                <a:gd name="csY793" fmla="*/ 87424 h 565153"/>
                <a:gd name="csX794" fmla="*/ 480118 w 516425"/>
                <a:gd name="csY794" fmla="*/ 76914 h 565153"/>
                <a:gd name="csX795" fmla="*/ 473430 w 516425"/>
                <a:gd name="csY795" fmla="*/ 73570 h 565153"/>
                <a:gd name="csX796" fmla="*/ 465786 w 516425"/>
                <a:gd name="csY796" fmla="*/ 68793 h 565153"/>
                <a:gd name="csX797" fmla="*/ 462920 w 516425"/>
                <a:gd name="csY797" fmla="*/ 66404 h 565153"/>
                <a:gd name="csX798" fmla="*/ 458620 w 516425"/>
                <a:gd name="csY798" fmla="*/ 61149 h 565153"/>
                <a:gd name="csX799" fmla="*/ 455754 w 516425"/>
                <a:gd name="csY799" fmla="*/ 56372 h 565153"/>
                <a:gd name="csX800" fmla="*/ 452888 w 516425"/>
                <a:gd name="csY800" fmla="*/ 55894 h 565153"/>
                <a:gd name="csX801" fmla="*/ 452410 w 516425"/>
                <a:gd name="csY801" fmla="*/ 56372 h 565153"/>
                <a:gd name="csX802" fmla="*/ 449543 w 516425"/>
                <a:gd name="csY802" fmla="*/ 57328 h 565153"/>
                <a:gd name="csX803" fmla="*/ 444766 w 516425"/>
                <a:gd name="csY803" fmla="*/ 61627 h 565153"/>
                <a:gd name="csX804" fmla="*/ 444766 w 516425"/>
                <a:gd name="csY804" fmla="*/ 61627 h 565153"/>
                <a:gd name="csX805" fmla="*/ 441900 w 516425"/>
                <a:gd name="csY805" fmla="*/ 64016 h 565153"/>
                <a:gd name="csX806" fmla="*/ 440466 w 516425"/>
                <a:gd name="csY806" fmla="*/ 64493 h 565153"/>
                <a:gd name="csX807" fmla="*/ 439989 w 516425"/>
                <a:gd name="csY807" fmla="*/ 64493 h 565153"/>
                <a:gd name="csX808" fmla="*/ 436645 w 516425"/>
                <a:gd name="csY808" fmla="*/ 63538 h 565153"/>
                <a:gd name="csX809" fmla="*/ 432823 w 516425"/>
                <a:gd name="csY809" fmla="*/ 63060 h 565153"/>
                <a:gd name="csX810" fmla="*/ 429479 w 516425"/>
                <a:gd name="csY810" fmla="*/ 63538 h 565153"/>
                <a:gd name="csX811" fmla="*/ 428523 w 516425"/>
                <a:gd name="csY811" fmla="*/ 64016 h 565153"/>
                <a:gd name="csX812" fmla="*/ 428523 w 516425"/>
                <a:gd name="csY812" fmla="*/ 64016 h 565153"/>
                <a:gd name="csX813" fmla="*/ 424224 w 516425"/>
                <a:gd name="csY813" fmla="*/ 71182 h 565153"/>
                <a:gd name="csX814" fmla="*/ 420880 w 516425"/>
                <a:gd name="csY814" fmla="*/ 74526 h 565153"/>
                <a:gd name="csX815" fmla="*/ 419446 w 516425"/>
                <a:gd name="csY815" fmla="*/ 75959 h 565153"/>
                <a:gd name="csX816" fmla="*/ 418013 w 516425"/>
                <a:gd name="csY816" fmla="*/ 77870 h 565153"/>
                <a:gd name="csX817" fmla="*/ 418013 w 516425"/>
                <a:gd name="csY817" fmla="*/ 78825 h 565153"/>
                <a:gd name="csX818" fmla="*/ 417058 w 516425"/>
                <a:gd name="csY818" fmla="*/ 81214 h 565153"/>
                <a:gd name="csX819" fmla="*/ 415625 w 516425"/>
                <a:gd name="csY819" fmla="*/ 90769 h 565153"/>
                <a:gd name="csX820" fmla="*/ 415147 w 516425"/>
                <a:gd name="csY820" fmla="*/ 92679 h 565153"/>
                <a:gd name="csX821" fmla="*/ 413236 w 516425"/>
                <a:gd name="csY821" fmla="*/ 96979 h 565153"/>
                <a:gd name="csX822" fmla="*/ 413236 w 516425"/>
                <a:gd name="csY822" fmla="*/ 99368 h 565153"/>
                <a:gd name="csX823" fmla="*/ 413236 w 516425"/>
                <a:gd name="csY823" fmla="*/ 99845 h 565153"/>
                <a:gd name="csX824" fmla="*/ 413236 w 516425"/>
                <a:gd name="csY824" fmla="*/ 107489 h 565153"/>
                <a:gd name="csX825" fmla="*/ 413236 w 516425"/>
                <a:gd name="csY825" fmla="*/ 111789 h 565153"/>
                <a:gd name="csX826" fmla="*/ 410847 w 516425"/>
                <a:gd name="csY826" fmla="*/ 115610 h 565153"/>
                <a:gd name="csX827" fmla="*/ 409414 w 516425"/>
                <a:gd name="csY827" fmla="*/ 117044 h 565153"/>
                <a:gd name="csX828" fmla="*/ 407503 w 516425"/>
                <a:gd name="csY828" fmla="*/ 117521 h 565153"/>
                <a:gd name="csX829" fmla="*/ 407503 w 516425"/>
                <a:gd name="csY829" fmla="*/ 117521 h 565153"/>
                <a:gd name="csX830" fmla="*/ 405115 w 516425"/>
                <a:gd name="csY830" fmla="*/ 118477 h 565153"/>
                <a:gd name="csX831" fmla="*/ 403204 w 516425"/>
                <a:gd name="csY831" fmla="*/ 120388 h 565153"/>
                <a:gd name="csX832" fmla="*/ 403204 w 516425"/>
                <a:gd name="csY832" fmla="*/ 120388 h 565153"/>
                <a:gd name="csX833" fmla="*/ 401770 w 516425"/>
                <a:gd name="csY833" fmla="*/ 123254 h 565153"/>
                <a:gd name="csX834" fmla="*/ 399860 w 516425"/>
                <a:gd name="csY834" fmla="*/ 129465 h 565153"/>
                <a:gd name="csX835" fmla="*/ 396993 w 516425"/>
                <a:gd name="csY835" fmla="*/ 131853 h 565153"/>
                <a:gd name="csX836" fmla="*/ 394127 w 516425"/>
                <a:gd name="csY836" fmla="*/ 131376 h 565153"/>
                <a:gd name="csX837" fmla="*/ 392216 w 516425"/>
                <a:gd name="csY837" fmla="*/ 128987 h 565153"/>
                <a:gd name="csX838" fmla="*/ 387916 w 516425"/>
                <a:gd name="csY838" fmla="*/ 127076 h 565153"/>
                <a:gd name="csX839" fmla="*/ 385050 w 516425"/>
                <a:gd name="csY839" fmla="*/ 126121 h 565153"/>
                <a:gd name="csX840" fmla="*/ 381228 w 516425"/>
                <a:gd name="csY840" fmla="*/ 123732 h 565153"/>
                <a:gd name="csX841" fmla="*/ 378362 w 516425"/>
                <a:gd name="csY841" fmla="*/ 121821 h 565153"/>
                <a:gd name="csX842" fmla="*/ 375495 w 516425"/>
                <a:gd name="csY842" fmla="*/ 121343 h 565153"/>
                <a:gd name="csX843" fmla="*/ 374062 w 516425"/>
                <a:gd name="csY843" fmla="*/ 123732 h 565153"/>
                <a:gd name="csX844" fmla="*/ 372629 w 516425"/>
                <a:gd name="csY844" fmla="*/ 126121 h 565153"/>
                <a:gd name="csX845" fmla="*/ 372629 w 516425"/>
                <a:gd name="csY845" fmla="*/ 126121 h 565153"/>
                <a:gd name="csX846" fmla="*/ 367852 w 516425"/>
                <a:gd name="csY846" fmla="*/ 127554 h 565153"/>
                <a:gd name="csX847" fmla="*/ 364985 w 516425"/>
                <a:gd name="csY847" fmla="*/ 128987 h 565153"/>
                <a:gd name="csX848" fmla="*/ 361163 w 516425"/>
                <a:gd name="csY848" fmla="*/ 129465 h 565153"/>
                <a:gd name="csX849" fmla="*/ 359730 w 516425"/>
                <a:gd name="csY849" fmla="*/ 128031 h 565153"/>
                <a:gd name="csX850" fmla="*/ 354953 w 516425"/>
                <a:gd name="csY850" fmla="*/ 126598 h 565153"/>
                <a:gd name="csX851" fmla="*/ 348742 w 516425"/>
                <a:gd name="csY851" fmla="*/ 125643 h 565153"/>
                <a:gd name="csX852" fmla="*/ 346831 w 516425"/>
                <a:gd name="csY852" fmla="*/ 125643 h 565153"/>
                <a:gd name="csX853" fmla="*/ 346354 w 516425"/>
                <a:gd name="csY853" fmla="*/ 122776 h 565153"/>
                <a:gd name="csX854" fmla="*/ 344443 w 516425"/>
                <a:gd name="csY854" fmla="*/ 118955 h 565153"/>
                <a:gd name="csX855" fmla="*/ 344443 w 516425"/>
                <a:gd name="csY855" fmla="*/ 118955 h 565153"/>
                <a:gd name="csX856" fmla="*/ 340143 w 516425"/>
                <a:gd name="csY856" fmla="*/ 111789 h 565153"/>
                <a:gd name="csX857" fmla="*/ 338710 w 516425"/>
                <a:gd name="csY857" fmla="*/ 109400 h 565153"/>
                <a:gd name="csX858" fmla="*/ 334888 w 516425"/>
                <a:gd name="csY858" fmla="*/ 103667 h 565153"/>
                <a:gd name="csX859" fmla="*/ 331066 w 516425"/>
                <a:gd name="csY859" fmla="*/ 97457 h 565153"/>
                <a:gd name="csX860" fmla="*/ 330589 w 516425"/>
                <a:gd name="csY860" fmla="*/ 97457 h 565153"/>
                <a:gd name="csX861" fmla="*/ 328200 w 516425"/>
                <a:gd name="csY861" fmla="*/ 97457 h 565153"/>
                <a:gd name="csX862" fmla="*/ 324378 w 516425"/>
                <a:gd name="csY862" fmla="*/ 97457 h 565153"/>
                <a:gd name="csX863" fmla="*/ 321512 w 516425"/>
                <a:gd name="csY863" fmla="*/ 98890 h 565153"/>
                <a:gd name="csX864" fmla="*/ 320079 w 516425"/>
                <a:gd name="csY864" fmla="*/ 100323 h 565153"/>
                <a:gd name="csX865" fmla="*/ 320079 w 516425"/>
                <a:gd name="csY865" fmla="*/ 101756 h 565153"/>
                <a:gd name="csX866" fmla="*/ 320079 w 516425"/>
                <a:gd name="csY866" fmla="*/ 102234 h 565153"/>
                <a:gd name="csX867" fmla="*/ 321512 w 516425"/>
                <a:gd name="csY867" fmla="*/ 107489 h 565153"/>
                <a:gd name="csX868" fmla="*/ 321034 w 516425"/>
                <a:gd name="csY868" fmla="*/ 108922 h 565153"/>
                <a:gd name="csX869" fmla="*/ 321034 w 516425"/>
                <a:gd name="csY869" fmla="*/ 108922 h 565153"/>
                <a:gd name="csX870" fmla="*/ 320079 w 516425"/>
                <a:gd name="csY870" fmla="*/ 109400 h 565153"/>
                <a:gd name="csX871" fmla="*/ 316735 w 516425"/>
                <a:gd name="csY871" fmla="*/ 107967 h 565153"/>
                <a:gd name="csX872" fmla="*/ 312435 w 516425"/>
                <a:gd name="csY872" fmla="*/ 107967 h 565153"/>
                <a:gd name="csX873" fmla="*/ 312435 w 516425"/>
                <a:gd name="csY873" fmla="*/ 107967 h 565153"/>
                <a:gd name="csX874" fmla="*/ 311480 w 516425"/>
                <a:gd name="csY874" fmla="*/ 109400 h 565153"/>
                <a:gd name="csX875" fmla="*/ 311480 w 516425"/>
                <a:gd name="csY875" fmla="*/ 109400 h 565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</a:cxnLst>
              <a:rect l="l" t="t" r="r" b="b"/>
              <a:pathLst>
                <a:path w="516425" h="565153">
                  <a:moveTo>
                    <a:pt x="131376" y="534579"/>
                  </a:moveTo>
                  <a:lnTo>
                    <a:pt x="129942" y="534101"/>
                  </a:lnTo>
                  <a:lnTo>
                    <a:pt x="128031" y="529802"/>
                  </a:lnTo>
                  <a:lnTo>
                    <a:pt x="128031" y="528846"/>
                  </a:lnTo>
                  <a:lnTo>
                    <a:pt x="128031" y="527413"/>
                  </a:lnTo>
                  <a:lnTo>
                    <a:pt x="123254" y="525980"/>
                  </a:lnTo>
                  <a:lnTo>
                    <a:pt x="122299" y="525980"/>
                  </a:lnTo>
                  <a:lnTo>
                    <a:pt x="120388" y="525025"/>
                  </a:lnTo>
                  <a:lnTo>
                    <a:pt x="119432" y="525025"/>
                  </a:lnTo>
                  <a:lnTo>
                    <a:pt x="117044" y="524547"/>
                  </a:lnTo>
                  <a:lnTo>
                    <a:pt x="115611" y="520725"/>
                  </a:lnTo>
                  <a:lnTo>
                    <a:pt x="113700" y="517381"/>
                  </a:lnTo>
                  <a:lnTo>
                    <a:pt x="113222" y="515948"/>
                  </a:lnTo>
                  <a:lnTo>
                    <a:pt x="113222" y="509737"/>
                  </a:lnTo>
                  <a:lnTo>
                    <a:pt x="112744" y="506871"/>
                  </a:lnTo>
                  <a:lnTo>
                    <a:pt x="112744" y="503527"/>
                  </a:lnTo>
                  <a:lnTo>
                    <a:pt x="111311" y="506393"/>
                  </a:lnTo>
                  <a:lnTo>
                    <a:pt x="111789" y="510215"/>
                  </a:lnTo>
                  <a:lnTo>
                    <a:pt x="110355" y="511648"/>
                  </a:lnTo>
                  <a:lnTo>
                    <a:pt x="108445" y="512604"/>
                  </a:lnTo>
                  <a:lnTo>
                    <a:pt x="108922" y="514992"/>
                  </a:lnTo>
                  <a:lnTo>
                    <a:pt x="109400" y="515470"/>
                  </a:lnTo>
                  <a:lnTo>
                    <a:pt x="109878" y="517859"/>
                  </a:lnTo>
                  <a:lnTo>
                    <a:pt x="109400" y="521203"/>
                  </a:lnTo>
                  <a:lnTo>
                    <a:pt x="105578" y="528846"/>
                  </a:lnTo>
                  <a:lnTo>
                    <a:pt x="104623" y="529802"/>
                  </a:lnTo>
                  <a:lnTo>
                    <a:pt x="104145" y="530757"/>
                  </a:lnTo>
                  <a:lnTo>
                    <a:pt x="102234" y="529802"/>
                  </a:lnTo>
                  <a:lnTo>
                    <a:pt x="99846" y="532191"/>
                  </a:lnTo>
                  <a:lnTo>
                    <a:pt x="97457" y="532668"/>
                  </a:lnTo>
                  <a:lnTo>
                    <a:pt x="96979" y="530280"/>
                  </a:lnTo>
                  <a:lnTo>
                    <a:pt x="93635" y="526936"/>
                  </a:lnTo>
                  <a:lnTo>
                    <a:pt x="91724" y="526936"/>
                  </a:lnTo>
                  <a:lnTo>
                    <a:pt x="93157" y="528369"/>
                  </a:lnTo>
                  <a:lnTo>
                    <a:pt x="94590" y="530757"/>
                  </a:lnTo>
                  <a:lnTo>
                    <a:pt x="94113" y="532191"/>
                  </a:lnTo>
                  <a:lnTo>
                    <a:pt x="93157" y="532668"/>
                  </a:lnTo>
                  <a:lnTo>
                    <a:pt x="91724" y="533146"/>
                  </a:lnTo>
                  <a:lnTo>
                    <a:pt x="86947" y="536012"/>
                  </a:lnTo>
                  <a:lnTo>
                    <a:pt x="88858" y="537923"/>
                  </a:lnTo>
                  <a:lnTo>
                    <a:pt x="87424" y="539834"/>
                  </a:lnTo>
                  <a:lnTo>
                    <a:pt x="85514" y="540312"/>
                  </a:lnTo>
                  <a:lnTo>
                    <a:pt x="84558" y="541267"/>
                  </a:lnTo>
                  <a:lnTo>
                    <a:pt x="84558" y="542223"/>
                  </a:lnTo>
                  <a:lnTo>
                    <a:pt x="79303" y="546045"/>
                  </a:lnTo>
                  <a:lnTo>
                    <a:pt x="71182" y="555599"/>
                  </a:lnTo>
                  <a:lnTo>
                    <a:pt x="67360" y="557988"/>
                  </a:lnTo>
                  <a:lnTo>
                    <a:pt x="64493" y="560854"/>
                  </a:lnTo>
                  <a:lnTo>
                    <a:pt x="61627" y="560854"/>
                  </a:lnTo>
                  <a:lnTo>
                    <a:pt x="58761" y="563243"/>
                  </a:lnTo>
                  <a:lnTo>
                    <a:pt x="50639" y="565154"/>
                  </a:lnTo>
                  <a:lnTo>
                    <a:pt x="44907" y="564198"/>
                  </a:lnTo>
                  <a:lnTo>
                    <a:pt x="41085" y="565154"/>
                  </a:lnTo>
                  <a:lnTo>
                    <a:pt x="39174" y="563243"/>
                  </a:lnTo>
                  <a:lnTo>
                    <a:pt x="39174" y="562287"/>
                  </a:lnTo>
                  <a:lnTo>
                    <a:pt x="39174" y="561810"/>
                  </a:lnTo>
                  <a:lnTo>
                    <a:pt x="39651" y="560854"/>
                  </a:lnTo>
                  <a:lnTo>
                    <a:pt x="38696" y="560377"/>
                  </a:lnTo>
                  <a:lnTo>
                    <a:pt x="37263" y="560377"/>
                  </a:lnTo>
                  <a:lnTo>
                    <a:pt x="36785" y="561332"/>
                  </a:lnTo>
                  <a:lnTo>
                    <a:pt x="36785" y="562765"/>
                  </a:lnTo>
                  <a:lnTo>
                    <a:pt x="35830" y="563243"/>
                  </a:lnTo>
                  <a:lnTo>
                    <a:pt x="32963" y="562287"/>
                  </a:lnTo>
                  <a:lnTo>
                    <a:pt x="32486" y="561332"/>
                  </a:lnTo>
                  <a:lnTo>
                    <a:pt x="33441" y="559899"/>
                  </a:lnTo>
                  <a:lnTo>
                    <a:pt x="35352" y="557988"/>
                  </a:lnTo>
                  <a:lnTo>
                    <a:pt x="34874" y="557510"/>
                  </a:lnTo>
                  <a:lnTo>
                    <a:pt x="34397" y="556555"/>
                  </a:lnTo>
                  <a:lnTo>
                    <a:pt x="33441" y="556555"/>
                  </a:lnTo>
                  <a:lnTo>
                    <a:pt x="31052" y="557032"/>
                  </a:lnTo>
                  <a:lnTo>
                    <a:pt x="29141" y="556555"/>
                  </a:lnTo>
                  <a:lnTo>
                    <a:pt x="22453" y="552733"/>
                  </a:lnTo>
                  <a:lnTo>
                    <a:pt x="21020" y="550822"/>
                  </a:lnTo>
                  <a:lnTo>
                    <a:pt x="15765" y="547478"/>
                  </a:lnTo>
                  <a:lnTo>
                    <a:pt x="13376" y="544134"/>
                  </a:lnTo>
                  <a:lnTo>
                    <a:pt x="11943" y="540790"/>
                  </a:lnTo>
                  <a:lnTo>
                    <a:pt x="11943" y="537446"/>
                  </a:lnTo>
                  <a:lnTo>
                    <a:pt x="12421" y="531713"/>
                  </a:lnTo>
                  <a:lnTo>
                    <a:pt x="13854" y="530757"/>
                  </a:lnTo>
                  <a:lnTo>
                    <a:pt x="18632" y="532191"/>
                  </a:lnTo>
                  <a:lnTo>
                    <a:pt x="23409" y="535535"/>
                  </a:lnTo>
                  <a:lnTo>
                    <a:pt x="23886" y="535535"/>
                  </a:lnTo>
                  <a:lnTo>
                    <a:pt x="25798" y="533146"/>
                  </a:lnTo>
                  <a:lnTo>
                    <a:pt x="28664" y="530757"/>
                  </a:lnTo>
                  <a:lnTo>
                    <a:pt x="27708" y="530280"/>
                  </a:lnTo>
                  <a:lnTo>
                    <a:pt x="23409" y="532668"/>
                  </a:lnTo>
                  <a:lnTo>
                    <a:pt x="21975" y="531235"/>
                  </a:lnTo>
                  <a:lnTo>
                    <a:pt x="19109" y="528846"/>
                  </a:lnTo>
                  <a:lnTo>
                    <a:pt x="19109" y="527413"/>
                  </a:lnTo>
                  <a:lnTo>
                    <a:pt x="20542" y="526458"/>
                  </a:lnTo>
                  <a:lnTo>
                    <a:pt x="21020" y="524547"/>
                  </a:lnTo>
                  <a:lnTo>
                    <a:pt x="20065" y="522636"/>
                  </a:lnTo>
                  <a:lnTo>
                    <a:pt x="20542" y="520247"/>
                  </a:lnTo>
                  <a:lnTo>
                    <a:pt x="22453" y="517859"/>
                  </a:lnTo>
                  <a:lnTo>
                    <a:pt x="25320" y="515470"/>
                  </a:lnTo>
                  <a:lnTo>
                    <a:pt x="27708" y="513081"/>
                  </a:lnTo>
                  <a:lnTo>
                    <a:pt x="29619" y="511648"/>
                  </a:lnTo>
                  <a:lnTo>
                    <a:pt x="29619" y="511171"/>
                  </a:lnTo>
                  <a:lnTo>
                    <a:pt x="26753" y="512126"/>
                  </a:lnTo>
                  <a:lnTo>
                    <a:pt x="24364" y="513559"/>
                  </a:lnTo>
                  <a:lnTo>
                    <a:pt x="21975" y="516425"/>
                  </a:lnTo>
                  <a:lnTo>
                    <a:pt x="18154" y="518336"/>
                  </a:lnTo>
                  <a:lnTo>
                    <a:pt x="15765" y="519292"/>
                  </a:lnTo>
                  <a:lnTo>
                    <a:pt x="14809" y="519770"/>
                  </a:lnTo>
                  <a:lnTo>
                    <a:pt x="12899" y="520725"/>
                  </a:lnTo>
                  <a:lnTo>
                    <a:pt x="10988" y="523591"/>
                  </a:lnTo>
                  <a:lnTo>
                    <a:pt x="8599" y="525025"/>
                  </a:lnTo>
                  <a:lnTo>
                    <a:pt x="4777" y="525502"/>
                  </a:lnTo>
                  <a:lnTo>
                    <a:pt x="4300" y="523114"/>
                  </a:lnTo>
                  <a:lnTo>
                    <a:pt x="5255" y="514992"/>
                  </a:lnTo>
                  <a:lnTo>
                    <a:pt x="6210" y="511171"/>
                  </a:lnTo>
                  <a:lnTo>
                    <a:pt x="7644" y="508304"/>
                  </a:lnTo>
                  <a:lnTo>
                    <a:pt x="9555" y="507826"/>
                  </a:lnTo>
                  <a:lnTo>
                    <a:pt x="10988" y="505438"/>
                  </a:lnTo>
                  <a:lnTo>
                    <a:pt x="11943" y="505438"/>
                  </a:lnTo>
                  <a:lnTo>
                    <a:pt x="12899" y="506393"/>
                  </a:lnTo>
                  <a:lnTo>
                    <a:pt x="16721" y="507349"/>
                  </a:lnTo>
                  <a:lnTo>
                    <a:pt x="18632" y="504960"/>
                  </a:lnTo>
                  <a:lnTo>
                    <a:pt x="21020" y="504482"/>
                  </a:lnTo>
                  <a:lnTo>
                    <a:pt x="25798" y="501616"/>
                  </a:lnTo>
                  <a:lnTo>
                    <a:pt x="25798" y="501138"/>
                  </a:lnTo>
                  <a:lnTo>
                    <a:pt x="22453" y="502094"/>
                  </a:lnTo>
                  <a:lnTo>
                    <a:pt x="20542" y="502094"/>
                  </a:lnTo>
                  <a:lnTo>
                    <a:pt x="18154" y="502571"/>
                  </a:lnTo>
                  <a:lnTo>
                    <a:pt x="16721" y="502094"/>
                  </a:lnTo>
                  <a:lnTo>
                    <a:pt x="16243" y="500183"/>
                  </a:lnTo>
                  <a:lnTo>
                    <a:pt x="17198" y="498272"/>
                  </a:lnTo>
                  <a:lnTo>
                    <a:pt x="21498" y="493972"/>
                  </a:lnTo>
                  <a:lnTo>
                    <a:pt x="22931" y="492061"/>
                  </a:lnTo>
                  <a:lnTo>
                    <a:pt x="23409" y="490628"/>
                  </a:lnTo>
                  <a:lnTo>
                    <a:pt x="23409" y="489195"/>
                  </a:lnTo>
                  <a:lnTo>
                    <a:pt x="24364" y="486806"/>
                  </a:lnTo>
                  <a:lnTo>
                    <a:pt x="28186" y="482507"/>
                  </a:lnTo>
                  <a:lnTo>
                    <a:pt x="31530" y="480118"/>
                  </a:lnTo>
                  <a:lnTo>
                    <a:pt x="32963" y="482029"/>
                  </a:lnTo>
                  <a:lnTo>
                    <a:pt x="32008" y="487284"/>
                  </a:lnTo>
                  <a:lnTo>
                    <a:pt x="32008" y="489673"/>
                  </a:lnTo>
                  <a:lnTo>
                    <a:pt x="34397" y="482029"/>
                  </a:lnTo>
                  <a:lnTo>
                    <a:pt x="35830" y="480118"/>
                  </a:lnTo>
                  <a:lnTo>
                    <a:pt x="36785" y="478685"/>
                  </a:lnTo>
                  <a:lnTo>
                    <a:pt x="40129" y="477729"/>
                  </a:lnTo>
                  <a:lnTo>
                    <a:pt x="41085" y="476296"/>
                  </a:lnTo>
                  <a:lnTo>
                    <a:pt x="37263" y="476774"/>
                  </a:lnTo>
                  <a:lnTo>
                    <a:pt x="28186" y="480118"/>
                  </a:lnTo>
                  <a:lnTo>
                    <a:pt x="24364" y="482507"/>
                  </a:lnTo>
                  <a:lnTo>
                    <a:pt x="23409" y="484418"/>
                  </a:lnTo>
                  <a:lnTo>
                    <a:pt x="20542" y="487762"/>
                  </a:lnTo>
                  <a:lnTo>
                    <a:pt x="19587" y="489673"/>
                  </a:lnTo>
                  <a:lnTo>
                    <a:pt x="19109" y="492539"/>
                  </a:lnTo>
                  <a:lnTo>
                    <a:pt x="17676" y="494450"/>
                  </a:lnTo>
                  <a:lnTo>
                    <a:pt x="15287" y="494928"/>
                  </a:lnTo>
                  <a:lnTo>
                    <a:pt x="12421" y="498750"/>
                  </a:lnTo>
                  <a:lnTo>
                    <a:pt x="11466" y="501616"/>
                  </a:lnTo>
                  <a:lnTo>
                    <a:pt x="8599" y="504005"/>
                  </a:lnTo>
                  <a:lnTo>
                    <a:pt x="6688" y="505915"/>
                  </a:lnTo>
                  <a:lnTo>
                    <a:pt x="6210" y="506393"/>
                  </a:lnTo>
                  <a:lnTo>
                    <a:pt x="5255" y="508304"/>
                  </a:lnTo>
                  <a:lnTo>
                    <a:pt x="4300" y="508304"/>
                  </a:lnTo>
                  <a:lnTo>
                    <a:pt x="3822" y="507349"/>
                  </a:lnTo>
                  <a:lnTo>
                    <a:pt x="3822" y="504960"/>
                  </a:lnTo>
                  <a:lnTo>
                    <a:pt x="3822" y="501138"/>
                  </a:lnTo>
                  <a:lnTo>
                    <a:pt x="5255" y="498750"/>
                  </a:lnTo>
                  <a:lnTo>
                    <a:pt x="5733" y="495883"/>
                  </a:lnTo>
                  <a:lnTo>
                    <a:pt x="5255" y="493494"/>
                  </a:lnTo>
                  <a:lnTo>
                    <a:pt x="5733" y="492061"/>
                  </a:lnTo>
                  <a:lnTo>
                    <a:pt x="6688" y="492061"/>
                  </a:lnTo>
                  <a:lnTo>
                    <a:pt x="9077" y="492539"/>
                  </a:lnTo>
                  <a:lnTo>
                    <a:pt x="11466" y="492539"/>
                  </a:lnTo>
                  <a:lnTo>
                    <a:pt x="15287" y="490628"/>
                  </a:lnTo>
                  <a:lnTo>
                    <a:pt x="14809" y="489673"/>
                  </a:lnTo>
                  <a:lnTo>
                    <a:pt x="12899" y="489673"/>
                  </a:lnTo>
                  <a:lnTo>
                    <a:pt x="10032" y="489673"/>
                  </a:lnTo>
                  <a:lnTo>
                    <a:pt x="7166" y="487762"/>
                  </a:lnTo>
                  <a:lnTo>
                    <a:pt x="5255" y="483940"/>
                  </a:lnTo>
                  <a:lnTo>
                    <a:pt x="4300" y="479163"/>
                  </a:lnTo>
                  <a:lnTo>
                    <a:pt x="4777" y="477252"/>
                  </a:lnTo>
                  <a:lnTo>
                    <a:pt x="12421" y="472474"/>
                  </a:lnTo>
                  <a:lnTo>
                    <a:pt x="14332" y="470086"/>
                  </a:lnTo>
                  <a:lnTo>
                    <a:pt x="13376" y="469608"/>
                  </a:lnTo>
                  <a:lnTo>
                    <a:pt x="10510" y="472474"/>
                  </a:lnTo>
                  <a:lnTo>
                    <a:pt x="6210" y="474385"/>
                  </a:lnTo>
                  <a:lnTo>
                    <a:pt x="3822" y="471997"/>
                  </a:lnTo>
                  <a:lnTo>
                    <a:pt x="2389" y="469130"/>
                  </a:lnTo>
                  <a:lnTo>
                    <a:pt x="1911" y="463398"/>
                  </a:lnTo>
                  <a:lnTo>
                    <a:pt x="1911" y="460531"/>
                  </a:lnTo>
                  <a:lnTo>
                    <a:pt x="1911" y="456709"/>
                  </a:lnTo>
                  <a:lnTo>
                    <a:pt x="3344" y="455754"/>
                  </a:lnTo>
                  <a:lnTo>
                    <a:pt x="5255" y="456232"/>
                  </a:lnTo>
                  <a:lnTo>
                    <a:pt x="7166" y="456709"/>
                  </a:lnTo>
                  <a:lnTo>
                    <a:pt x="11466" y="456232"/>
                  </a:lnTo>
                  <a:lnTo>
                    <a:pt x="21020" y="453843"/>
                  </a:lnTo>
                  <a:lnTo>
                    <a:pt x="27231" y="455276"/>
                  </a:lnTo>
                  <a:lnTo>
                    <a:pt x="29619" y="455276"/>
                  </a:lnTo>
                  <a:lnTo>
                    <a:pt x="33441" y="453365"/>
                  </a:lnTo>
                  <a:lnTo>
                    <a:pt x="36785" y="452887"/>
                  </a:lnTo>
                  <a:lnTo>
                    <a:pt x="39174" y="454321"/>
                  </a:lnTo>
                  <a:lnTo>
                    <a:pt x="40607" y="456232"/>
                  </a:lnTo>
                  <a:lnTo>
                    <a:pt x="41085" y="458620"/>
                  </a:lnTo>
                  <a:lnTo>
                    <a:pt x="42040" y="460053"/>
                  </a:lnTo>
                  <a:lnTo>
                    <a:pt x="42996" y="459576"/>
                  </a:lnTo>
                  <a:lnTo>
                    <a:pt x="42040" y="457665"/>
                  </a:lnTo>
                  <a:lnTo>
                    <a:pt x="42040" y="454798"/>
                  </a:lnTo>
                  <a:lnTo>
                    <a:pt x="52073" y="451454"/>
                  </a:lnTo>
                  <a:lnTo>
                    <a:pt x="53028" y="450499"/>
                  </a:lnTo>
                  <a:lnTo>
                    <a:pt x="49206" y="450021"/>
                  </a:lnTo>
                  <a:lnTo>
                    <a:pt x="48251" y="447155"/>
                  </a:lnTo>
                  <a:lnTo>
                    <a:pt x="50162" y="442377"/>
                  </a:lnTo>
                  <a:lnTo>
                    <a:pt x="50162" y="441900"/>
                  </a:lnTo>
                  <a:lnTo>
                    <a:pt x="47773" y="444288"/>
                  </a:lnTo>
                  <a:lnTo>
                    <a:pt x="46817" y="447632"/>
                  </a:lnTo>
                  <a:lnTo>
                    <a:pt x="47295" y="450499"/>
                  </a:lnTo>
                  <a:lnTo>
                    <a:pt x="46817" y="451454"/>
                  </a:lnTo>
                  <a:lnTo>
                    <a:pt x="44907" y="451932"/>
                  </a:lnTo>
                  <a:lnTo>
                    <a:pt x="40129" y="452410"/>
                  </a:lnTo>
                  <a:lnTo>
                    <a:pt x="37263" y="450977"/>
                  </a:lnTo>
                  <a:lnTo>
                    <a:pt x="34397" y="450499"/>
                  </a:lnTo>
                  <a:lnTo>
                    <a:pt x="33441" y="449543"/>
                  </a:lnTo>
                  <a:lnTo>
                    <a:pt x="33919" y="447632"/>
                  </a:lnTo>
                  <a:lnTo>
                    <a:pt x="33441" y="447155"/>
                  </a:lnTo>
                  <a:lnTo>
                    <a:pt x="32008" y="449066"/>
                  </a:lnTo>
                  <a:lnTo>
                    <a:pt x="31052" y="452410"/>
                  </a:lnTo>
                  <a:lnTo>
                    <a:pt x="29141" y="453365"/>
                  </a:lnTo>
                  <a:lnTo>
                    <a:pt x="22931" y="451932"/>
                  </a:lnTo>
                  <a:lnTo>
                    <a:pt x="14332" y="452887"/>
                  </a:lnTo>
                  <a:lnTo>
                    <a:pt x="10510" y="454321"/>
                  </a:lnTo>
                  <a:lnTo>
                    <a:pt x="8121" y="454321"/>
                  </a:lnTo>
                  <a:lnTo>
                    <a:pt x="3822" y="451454"/>
                  </a:lnTo>
                  <a:lnTo>
                    <a:pt x="1911" y="449066"/>
                  </a:lnTo>
                  <a:lnTo>
                    <a:pt x="1433" y="444288"/>
                  </a:lnTo>
                  <a:lnTo>
                    <a:pt x="1433" y="441900"/>
                  </a:lnTo>
                  <a:lnTo>
                    <a:pt x="4777" y="440944"/>
                  </a:lnTo>
                  <a:lnTo>
                    <a:pt x="6688" y="440944"/>
                  </a:lnTo>
                  <a:lnTo>
                    <a:pt x="8121" y="439989"/>
                  </a:lnTo>
                  <a:lnTo>
                    <a:pt x="6688" y="439033"/>
                  </a:lnTo>
                  <a:lnTo>
                    <a:pt x="4777" y="437600"/>
                  </a:lnTo>
                  <a:lnTo>
                    <a:pt x="3344" y="434734"/>
                  </a:lnTo>
                  <a:lnTo>
                    <a:pt x="1433" y="433778"/>
                  </a:lnTo>
                  <a:lnTo>
                    <a:pt x="0" y="431390"/>
                  </a:lnTo>
                  <a:lnTo>
                    <a:pt x="0" y="427568"/>
                  </a:lnTo>
                  <a:lnTo>
                    <a:pt x="0" y="425179"/>
                  </a:lnTo>
                  <a:lnTo>
                    <a:pt x="1433" y="424224"/>
                  </a:lnTo>
                  <a:lnTo>
                    <a:pt x="3822" y="424701"/>
                  </a:lnTo>
                  <a:lnTo>
                    <a:pt x="10988" y="424224"/>
                  </a:lnTo>
                  <a:lnTo>
                    <a:pt x="17198" y="427090"/>
                  </a:lnTo>
                  <a:lnTo>
                    <a:pt x="21498" y="428523"/>
                  </a:lnTo>
                  <a:lnTo>
                    <a:pt x="30575" y="427568"/>
                  </a:lnTo>
                  <a:lnTo>
                    <a:pt x="35830" y="425179"/>
                  </a:lnTo>
                  <a:lnTo>
                    <a:pt x="34874" y="424701"/>
                  </a:lnTo>
                  <a:lnTo>
                    <a:pt x="29141" y="426135"/>
                  </a:lnTo>
                  <a:lnTo>
                    <a:pt x="23886" y="426135"/>
                  </a:lnTo>
                  <a:lnTo>
                    <a:pt x="14809" y="423268"/>
                  </a:lnTo>
                  <a:lnTo>
                    <a:pt x="10988" y="422313"/>
                  </a:lnTo>
                  <a:lnTo>
                    <a:pt x="6688" y="422791"/>
                  </a:lnTo>
                  <a:lnTo>
                    <a:pt x="4777" y="421835"/>
                  </a:lnTo>
                  <a:lnTo>
                    <a:pt x="3344" y="419446"/>
                  </a:lnTo>
                  <a:lnTo>
                    <a:pt x="4300" y="414191"/>
                  </a:lnTo>
                  <a:lnTo>
                    <a:pt x="6210" y="412758"/>
                  </a:lnTo>
                  <a:lnTo>
                    <a:pt x="7166" y="414191"/>
                  </a:lnTo>
                  <a:lnTo>
                    <a:pt x="8599" y="414191"/>
                  </a:lnTo>
                  <a:lnTo>
                    <a:pt x="10032" y="412280"/>
                  </a:lnTo>
                  <a:lnTo>
                    <a:pt x="10988" y="410847"/>
                  </a:lnTo>
                  <a:lnTo>
                    <a:pt x="11943" y="407981"/>
                  </a:lnTo>
                  <a:lnTo>
                    <a:pt x="15765" y="405592"/>
                  </a:lnTo>
                  <a:lnTo>
                    <a:pt x="17198" y="405115"/>
                  </a:lnTo>
                  <a:lnTo>
                    <a:pt x="19587" y="404159"/>
                  </a:lnTo>
                  <a:lnTo>
                    <a:pt x="21020" y="404159"/>
                  </a:lnTo>
                  <a:lnTo>
                    <a:pt x="21975" y="405592"/>
                  </a:lnTo>
                  <a:lnTo>
                    <a:pt x="22931" y="406548"/>
                  </a:lnTo>
                  <a:lnTo>
                    <a:pt x="25320" y="406548"/>
                  </a:lnTo>
                  <a:lnTo>
                    <a:pt x="32963" y="404159"/>
                  </a:lnTo>
                  <a:lnTo>
                    <a:pt x="33441" y="403681"/>
                  </a:lnTo>
                  <a:lnTo>
                    <a:pt x="35352" y="401770"/>
                  </a:lnTo>
                  <a:lnTo>
                    <a:pt x="30575" y="402726"/>
                  </a:lnTo>
                  <a:lnTo>
                    <a:pt x="26753" y="404159"/>
                  </a:lnTo>
                  <a:lnTo>
                    <a:pt x="23886" y="404159"/>
                  </a:lnTo>
                  <a:lnTo>
                    <a:pt x="23886" y="402726"/>
                  </a:lnTo>
                  <a:lnTo>
                    <a:pt x="24842" y="401293"/>
                  </a:lnTo>
                  <a:lnTo>
                    <a:pt x="26275" y="399859"/>
                  </a:lnTo>
                  <a:lnTo>
                    <a:pt x="26753" y="397471"/>
                  </a:lnTo>
                  <a:lnTo>
                    <a:pt x="28186" y="396515"/>
                  </a:lnTo>
                  <a:lnTo>
                    <a:pt x="30097" y="396515"/>
                  </a:lnTo>
                  <a:lnTo>
                    <a:pt x="33441" y="396038"/>
                  </a:lnTo>
                  <a:lnTo>
                    <a:pt x="36307" y="395082"/>
                  </a:lnTo>
                  <a:lnTo>
                    <a:pt x="40607" y="395560"/>
                  </a:lnTo>
                  <a:lnTo>
                    <a:pt x="46817" y="396515"/>
                  </a:lnTo>
                  <a:lnTo>
                    <a:pt x="51117" y="398904"/>
                  </a:lnTo>
                  <a:lnTo>
                    <a:pt x="52550" y="398904"/>
                  </a:lnTo>
                  <a:lnTo>
                    <a:pt x="53983" y="397949"/>
                  </a:lnTo>
                  <a:lnTo>
                    <a:pt x="54939" y="397471"/>
                  </a:lnTo>
                  <a:lnTo>
                    <a:pt x="51595" y="396515"/>
                  </a:lnTo>
                  <a:lnTo>
                    <a:pt x="51595" y="395082"/>
                  </a:lnTo>
                  <a:lnTo>
                    <a:pt x="52073" y="394127"/>
                  </a:lnTo>
                  <a:lnTo>
                    <a:pt x="57328" y="392216"/>
                  </a:lnTo>
                  <a:lnTo>
                    <a:pt x="63060" y="391738"/>
                  </a:lnTo>
                  <a:lnTo>
                    <a:pt x="62105" y="389827"/>
                  </a:lnTo>
                  <a:lnTo>
                    <a:pt x="49206" y="392216"/>
                  </a:lnTo>
                  <a:lnTo>
                    <a:pt x="45862" y="390783"/>
                  </a:lnTo>
                  <a:lnTo>
                    <a:pt x="43473" y="390783"/>
                  </a:lnTo>
                  <a:lnTo>
                    <a:pt x="41563" y="391738"/>
                  </a:lnTo>
                  <a:lnTo>
                    <a:pt x="36785" y="392694"/>
                  </a:lnTo>
                  <a:lnTo>
                    <a:pt x="35830" y="392216"/>
                  </a:lnTo>
                  <a:lnTo>
                    <a:pt x="36785" y="389350"/>
                  </a:lnTo>
                  <a:lnTo>
                    <a:pt x="39651" y="384572"/>
                  </a:lnTo>
                  <a:lnTo>
                    <a:pt x="40129" y="383617"/>
                  </a:lnTo>
                  <a:lnTo>
                    <a:pt x="41563" y="382661"/>
                  </a:lnTo>
                  <a:lnTo>
                    <a:pt x="48728" y="379795"/>
                  </a:lnTo>
                  <a:lnTo>
                    <a:pt x="52550" y="376929"/>
                  </a:lnTo>
                  <a:lnTo>
                    <a:pt x="53983" y="376451"/>
                  </a:lnTo>
                  <a:lnTo>
                    <a:pt x="55894" y="376929"/>
                  </a:lnTo>
                  <a:lnTo>
                    <a:pt x="58283" y="376451"/>
                  </a:lnTo>
                  <a:lnTo>
                    <a:pt x="63060" y="377406"/>
                  </a:lnTo>
                  <a:lnTo>
                    <a:pt x="65449" y="381228"/>
                  </a:lnTo>
                  <a:lnTo>
                    <a:pt x="67360" y="382184"/>
                  </a:lnTo>
                  <a:lnTo>
                    <a:pt x="73570" y="386961"/>
                  </a:lnTo>
                  <a:lnTo>
                    <a:pt x="73093" y="385528"/>
                  </a:lnTo>
                  <a:lnTo>
                    <a:pt x="67838" y="379317"/>
                  </a:lnTo>
                  <a:lnTo>
                    <a:pt x="65927" y="377406"/>
                  </a:lnTo>
                  <a:lnTo>
                    <a:pt x="64016" y="374540"/>
                  </a:lnTo>
                  <a:lnTo>
                    <a:pt x="64493" y="371196"/>
                  </a:lnTo>
                  <a:lnTo>
                    <a:pt x="66405" y="369285"/>
                  </a:lnTo>
                  <a:lnTo>
                    <a:pt x="72615" y="368329"/>
                  </a:lnTo>
                  <a:lnTo>
                    <a:pt x="73570" y="366896"/>
                  </a:lnTo>
                  <a:lnTo>
                    <a:pt x="73570" y="364985"/>
                  </a:lnTo>
                  <a:lnTo>
                    <a:pt x="72615" y="363552"/>
                  </a:lnTo>
                  <a:lnTo>
                    <a:pt x="70704" y="363552"/>
                  </a:lnTo>
                  <a:lnTo>
                    <a:pt x="68793" y="363074"/>
                  </a:lnTo>
                  <a:lnTo>
                    <a:pt x="68315" y="360686"/>
                  </a:lnTo>
                  <a:lnTo>
                    <a:pt x="68793" y="359252"/>
                  </a:lnTo>
                  <a:lnTo>
                    <a:pt x="72615" y="356386"/>
                  </a:lnTo>
                  <a:lnTo>
                    <a:pt x="74526" y="355908"/>
                  </a:lnTo>
                  <a:lnTo>
                    <a:pt x="77870" y="354953"/>
                  </a:lnTo>
                  <a:lnTo>
                    <a:pt x="83603" y="356864"/>
                  </a:lnTo>
                  <a:lnTo>
                    <a:pt x="84080" y="357819"/>
                  </a:lnTo>
                  <a:lnTo>
                    <a:pt x="82170" y="360686"/>
                  </a:lnTo>
                  <a:lnTo>
                    <a:pt x="82647" y="362119"/>
                  </a:lnTo>
                  <a:lnTo>
                    <a:pt x="84080" y="362119"/>
                  </a:lnTo>
                  <a:lnTo>
                    <a:pt x="87424" y="357819"/>
                  </a:lnTo>
                  <a:lnTo>
                    <a:pt x="91246" y="357342"/>
                  </a:lnTo>
                  <a:lnTo>
                    <a:pt x="92680" y="356386"/>
                  </a:lnTo>
                  <a:lnTo>
                    <a:pt x="94590" y="355431"/>
                  </a:lnTo>
                  <a:lnTo>
                    <a:pt x="97457" y="359730"/>
                  </a:lnTo>
                  <a:lnTo>
                    <a:pt x="98412" y="361163"/>
                  </a:lnTo>
                  <a:lnTo>
                    <a:pt x="99368" y="361641"/>
                  </a:lnTo>
                  <a:lnTo>
                    <a:pt x="100323" y="364985"/>
                  </a:lnTo>
                  <a:lnTo>
                    <a:pt x="101279" y="364985"/>
                  </a:lnTo>
                  <a:lnTo>
                    <a:pt x="102234" y="363552"/>
                  </a:lnTo>
                  <a:lnTo>
                    <a:pt x="104623" y="362597"/>
                  </a:lnTo>
                  <a:lnTo>
                    <a:pt x="107489" y="362119"/>
                  </a:lnTo>
                  <a:lnTo>
                    <a:pt x="112266" y="363074"/>
                  </a:lnTo>
                  <a:lnTo>
                    <a:pt x="114655" y="362119"/>
                  </a:lnTo>
                  <a:lnTo>
                    <a:pt x="115611" y="362119"/>
                  </a:lnTo>
                  <a:lnTo>
                    <a:pt x="114655" y="359252"/>
                  </a:lnTo>
                  <a:lnTo>
                    <a:pt x="114177" y="358297"/>
                  </a:lnTo>
                  <a:lnTo>
                    <a:pt x="115133" y="355431"/>
                  </a:lnTo>
                  <a:lnTo>
                    <a:pt x="116088" y="354475"/>
                  </a:lnTo>
                  <a:lnTo>
                    <a:pt x="119432" y="352564"/>
                  </a:lnTo>
                  <a:lnTo>
                    <a:pt x="122777" y="351609"/>
                  </a:lnTo>
                  <a:lnTo>
                    <a:pt x="125165" y="349698"/>
                  </a:lnTo>
                  <a:lnTo>
                    <a:pt x="128031" y="348265"/>
                  </a:lnTo>
                  <a:lnTo>
                    <a:pt x="127554" y="346831"/>
                  </a:lnTo>
                  <a:lnTo>
                    <a:pt x="126598" y="345398"/>
                  </a:lnTo>
                  <a:lnTo>
                    <a:pt x="124687" y="345398"/>
                  </a:lnTo>
                  <a:lnTo>
                    <a:pt x="124210" y="344443"/>
                  </a:lnTo>
                  <a:lnTo>
                    <a:pt x="126121" y="342532"/>
                  </a:lnTo>
                  <a:lnTo>
                    <a:pt x="129465" y="340143"/>
                  </a:lnTo>
                  <a:lnTo>
                    <a:pt x="128987" y="339188"/>
                  </a:lnTo>
                  <a:lnTo>
                    <a:pt x="126598" y="338232"/>
                  </a:lnTo>
                  <a:lnTo>
                    <a:pt x="124687" y="338710"/>
                  </a:lnTo>
                  <a:lnTo>
                    <a:pt x="121821" y="340621"/>
                  </a:lnTo>
                  <a:lnTo>
                    <a:pt x="118955" y="343487"/>
                  </a:lnTo>
                  <a:lnTo>
                    <a:pt x="119910" y="344443"/>
                  </a:lnTo>
                  <a:lnTo>
                    <a:pt x="121343" y="346354"/>
                  </a:lnTo>
                  <a:lnTo>
                    <a:pt x="119432" y="349698"/>
                  </a:lnTo>
                  <a:lnTo>
                    <a:pt x="107489" y="357819"/>
                  </a:lnTo>
                  <a:lnTo>
                    <a:pt x="101756" y="360208"/>
                  </a:lnTo>
                  <a:lnTo>
                    <a:pt x="99368" y="359730"/>
                  </a:lnTo>
                  <a:lnTo>
                    <a:pt x="98412" y="357342"/>
                  </a:lnTo>
                  <a:lnTo>
                    <a:pt x="97457" y="355908"/>
                  </a:lnTo>
                  <a:lnTo>
                    <a:pt x="96024" y="352564"/>
                  </a:lnTo>
                  <a:lnTo>
                    <a:pt x="94113" y="352564"/>
                  </a:lnTo>
                  <a:lnTo>
                    <a:pt x="92680" y="353520"/>
                  </a:lnTo>
                  <a:lnTo>
                    <a:pt x="92202" y="352087"/>
                  </a:lnTo>
                  <a:lnTo>
                    <a:pt x="93157" y="348743"/>
                  </a:lnTo>
                  <a:lnTo>
                    <a:pt x="95068" y="345876"/>
                  </a:lnTo>
                  <a:lnTo>
                    <a:pt x="97935" y="343487"/>
                  </a:lnTo>
                  <a:lnTo>
                    <a:pt x="99368" y="341099"/>
                  </a:lnTo>
                  <a:lnTo>
                    <a:pt x="100801" y="336799"/>
                  </a:lnTo>
                  <a:lnTo>
                    <a:pt x="105578" y="332500"/>
                  </a:lnTo>
                  <a:lnTo>
                    <a:pt x="111789" y="322945"/>
                  </a:lnTo>
                  <a:lnTo>
                    <a:pt x="117044" y="319601"/>
                  </a:lnTo>
                  <a:lnTo>
                    <a:pt x="119432" y="315779"/>
                  </a:lnTo>
                  <a:lnTo>
                    <a:pt x="122299" y="314346"/>
                  </a:lnTo>
                  <a:lnTo>
                    <a:pt x="125165" y="311480"/>
                  </a:lnTo>
                  <a:lnTo>
                    <a:pt x="127076" y="311480"/>
                  </a:lnTo>
                  <a:lnTo>
                    <a:pt x="130898" y="309091"/>
                  </a:lnTo>
                  <a:lnTo>
                    <a:pt x="133287" y="305747"/>
                  </a:lnTo>
                  <a:lnTo>
                    <a:pt x="131853" y="305747"/>
                  </a:lnTo>
                  <a:lnTo>
                    <a:pt x="128509" y="307658"/>
                  </a:lnTo>
                  <a:lnTo>
                    <a:pt x="126598" y="308613"/>
                  </a:lnTo>
                  <a:lnTo>
                    <a:pt x="126598" y="305269"/>
                  </a:lnTo>
                  <a:lnTo>
                    <a:pt x="127554" y="301925"/>
                  </a:lnTo>
                  <a:lnTo>
                    <a:pt x="130420" y="299059"/>
                  </a:lnTo>
                  <a:lnTo>
                    <a:pt x="143319" y="290459"/>
                  </a:lnTo>
                  <a:lnTo>
                    <a:pt x="144752" y="291893"/>
                  </a:lnTo>
                  <a:lnTo>
                    <a:pt x="146185" y="294281"/>
                  </a:lnTo>
                  <a:lnTo>
                    <a:pt x="150485" y="293804"/>
                  </a:lnTo>
                  <a:lnTo>
                    <a:pt x="154784" y="288549"/>
                  </a:lnTo>
                  <a:lnTo>
                    <a:pt x="158606" y="283294"/>
                  </a:lnTo>
                  <a:lnTo>
                    <a:pt x="156695" y="284249"/>
                  </a:lnTo>
                  <a:lnTo>
                    <a:pt x="154307" y="286638"/>
                  </a:lnTo>
                  <a:lnTo>
                    <a:pt x="150485" y="289504"/>
                  </a:lnTo>
                  <a:lnTo>
                    <a:pt x="148574" y="289982"/>
                  </a:lnTo>
                  <a:lnTo>
                    <a:pt x="147619" y="289504"/>
                  </a:lnTo>
                  <a:lnTo>
                    <a:pt x="147141" y="287593"/>
                  </a:lnTo>
                  <a:lnTo>
                    <a:pt x="145707" y="287115"/>
                  </a:lnTo>
                  <a:lnTo>
                    <a:pt x="144274" y="287593"/>
                  </a:lnTo>
                  <a:lnTo>
                    <a:pt x="142841" y="285682"/>
                  </a:lnTo>
                  <a:lnTo>
                    <a:pt x="142841" y="282338"/>
                  </a:lnTo>
                  <a:lnTo>
                    <a:pt x="144274" y="277083"/>
                  </a:lnTo>
                  <a:lnTo>
                    <a:pt x="145707" y="273261"/>
                  </a:lnTo>
                  <a:lnTo>
                    <a:pt x="147141" y="270395"/>
                  </a:lnTo>
                  <a:lnTo>
                    <a:pt x="152873" y="262751"/>
                  </a:lnTo>
                  <a:lnTo>
                    <a:pt x="153829" y="258452"/>
                  </a:lnTo>
                  <a:lnTo>
                    <a:pt x="156695" y="256063"/>
                  </a:lnTo>
                  <a:lnTo>
                    <a:pt x="160039" y="256541"/>
                  </a:lnTo>
                  <a:lnTo>
                    <a:pt x="160995" y="256063"/>
                  </a:lnTo>
                  <a:lnTo>
                    <a:pt x="159562" y="253197"/>
                  </a:lnTo>
                  <a:lnTo>
                    <a:pt x="156218" y="251286"/>
                  </a:lnTo>
                  <a:lnTo>
                    <a:pt x="155740" y="249852"/>
                  </a:lnTo>
                  <a:lnTo>
                    <a:pt x="167683" y="246031"/>
                  </a:lnTo>
                  <a:lnTo>
                    <a:pt x="173416" y="246031"/>
                  </a:lnTo>
                  <a:lnTo>
                    <a:pt x="175327" y="244120"/>
                  </a:lnTo>
                  <a:lnTo>
                    <a:pt x="178193" y="243164"/>
                  </a:lnTo>
                  <a:lnTo>
                    <a:pt x="180582" y="240776"/>
                  </a:lnTo>
                  <a:lnTo>
                    <a:pt x="179626" y="239820"/>
                  </a:lnTo>
                  <a:lnTo>
                    <a:pt x="173894" y="241731"/>
                  </a:lnTo>
                  <a:lnTo>
                    <a:pt x="170072" y="242687"/>
                  </a:lnTo>
                  <a:lnTo>
                    <a:pt x="168638" y="242687"/>
                  </a:lnTo>
                  <a:lnTo>
                    <a:pt x="167205" y="243642"/>
                  </a:lnTo>
                  <a:lnTo>
                    <a:pt x="162428" y="243642"/>
                  </a:lnTo>
                  <a:lnTo>
                    <a:pt x="161472" y="234565"/>
                  </a:lnTo>
                  <a:lnTo>
                    <a:pt x="162428" y="229788"/>
                  </a:lnTo>
                  <a:lnTo>
                    <a:pt x="163861" y="229788"/>
                  </a:lnTo>
                  <a:lnTo>
                    <a:pt x="164339" y="225010"/>
                  </a:lnTo>
                  <a:lnTo>
                    <a:pt x="166250" y="222144"/>
                  </a:lnTo>
                  <a:lnTo>
                    <a:pt x="169116" y="221666"/>
                  </a:lnTo>
                  <a:lnTo>
                    <a:pt x="170549" y="220711"/>
                  </a:lnTo>
                  <a:lnTo>
                    <a:pt x="172460" y="217845"/>
                  </a:lnTo>
                  <a:lnTo>
                    <a:pt x="175804" y="218800"/>
                  </a:lnTo>
                  <a:lnTo>
                    <a:pt x="179149" y="217845"/>
                  </a:lnTo>
                  <a:lnTo>
                    <a:pt x="178193" y="216889"/>
                  </a:lnTo>
                  <a:lnTo>
                    <a:pt x="174371" y="215456"/>
                  </a:lnTo>
                  <a:lnTo>
                    <a:pt x="172938" y="212590"/>
                  </a:lnTo>
                  <a:lnTo>
                    <a:pt x="174371" y="211634"/>
                  </a:lnTo>
                  <a:lnTo>
                    <a:pt x="176282" y="210201"/>
                  </a:lnTo>
                  <a:lnTo>
                    <a:pt x="177715" y="210201"/>
                  </a:lnTo>
                  <a:lnTo>
                    <a:pt x="180582" y="204946"/>
                  </a:lnTo>
                  <a:lnTo>
                    <a:pt x="182015" y="203035"/>
                  </a:lnTo>
                  <a:lnTo>
                    <a:pt x="183926" y="203513"/>
                  </a:lnTo>
                  <a:lnTo>
                    <a:pt x="186792" y="201124"/>
                  </a:lnTo>
                  <a:lnTo>
                    <a:pt x="189181" y="202080"/>
                  </a:lnTo>
                  <a:lnTo>
                    <a:pt x="192047" y="200169"/>
                  </a:lnTo>
                  <a:lnTo>
                    <a:pt x="195391" y="199213"/>
                  </a:lnTo>
                  <a:lnTo>
                    <a:pt x="208290" y="199213"/>
                  </a:lnTo>
                  <a:lnTo>
                    <a:pt x="208290" y="196824"/>
                  </a:lnTo>
                  <a:lnTo>
                    <a:pt x="205901" y="196347"/>
                  </a:lnTo>
                  <a:lnTo>
                    <a:pt x="196347" y="195869"/>
                  </a:lnTo>
                  <a:lnTo>
                    <a:pt x="191569" y="195869"/>
                  </a:lnTo>
                  <a:lnTo>
                    <a:pt x="189659" y="196347"/>
                  </a:lnTo>
                  <a:lnTo>
                    <a:pt x="188703" y="195869"/>
                  </a:lnTo>
                  <a:lnTo>
                    <a:pt x="188703" y="194436"/>
                  </a:lnTo>
                  <a:lnTo>
                    <a:pt x="190614" y="192525"/>
                  </a:lnTo>
                  <a:lnTo>
                    <a:pt x="191569" y="190614"/>
                  </a:lnTo>
                  <a:lnTo>
                    <a:pt x="194914" y="184881"/>
                  </a:lnTo>
                  <a:lnTo>
                    <a:pt x="199213" y="181537"/>
                  </a:lnTo>
                  <a:lnTo>
                    <a:pt x="202079" y="182493"/>
                  </a:lnTo>
                  <a:lnTo>
                    <a:pt x="205424" y="185837"/>
                  </a:lnTo>
                  <a:lnTo>
                    <a:pt x="207812" y="186314"/>
                  </a:lnTo>
                  <a:lnTo>
                    <a:pt x="209245" y="187270"/>
                  </a:lnTo>
                  <a:lnTo>
                    <a:pt x="210679" y="192047"/>
                  </a:lnTo>
                  <a:lnTo>
                    <a:pt x="211634" y="192047"/>
                  </a:lnTo>
                  <a:lnTo>
                    <a:pt x="211156" y="187748"/>
                  </a:lnTo>
                  <a:lnTo>
                    <a:pt x="213545" y="183926"/>
                  </a:lnTo>
                  <a:lnTo>
                    <a:pt x="213067" y="182970"/>
                  </a:lnTo>
                  <a:lnTo>
                    <a:pt x="209723" y="184403"/>
                  </a:lnTo>
                  <a:lnTo>
                    <a:pt x="206857" y="182970"/>
                  </a:lnTo>
                  <a:lnTo>
                    <a:pt x="204946" y="180104"/>
                  </a:lnTo>
                  <a:lnTo>
                    <a:pt x="203991" y="177715"/>
                  </a:lnTo>
                  <a:lnTo>
                    <a:pt x="205424" y="175327"/>
                  </a:lnTo>
                  <a:lnTo>
                    <a:pt x="206857" y="173893"/>
                  </a:lnTo>
                  <a:lnTo>
                    <a:pt x="205901" y="172460"/>
                  </a:lnTo>
                  <a:lnTo>
                    <a:pt x="200646" y="176282"/>
                  </a:lnTo>
                  <a:lnTo>
                    <a:pt x="196825" y="177238"/>
                  </a:lnTo>
                  <a:lnTo>
                    <a:pt x="195391" y="176760"/>
                  </a:lnTo>
                  <a:lnTo>
                    <a:pt x="196347" y="172938"/>
                  </a:lnTo>
                  <a:lnTo>
                    <a:pt x="195869" y="170072"/>
                  </a:lnTo>
                  <a:lnTo>
                    <a:pt x="200646" y="163383"/>
                  </a:lnTo>
                  <a:lnTo>
                    <a:pt x="202557" y="162428"/>
                  </a:lnTo>
                  <a:lnTo>
                    <a:pt x="205424" y="162906"/>
                  </a:lnTo>
                  <a:lnTo>
                    <a:pt x="207812" y="164817"/>
                  </a:lnTo>
                  <a:lnTo>
                    <a:pt x="209723" y="164817"/>
                  </a:lnTo>
                  <a:lnTo>
                    <a:pt x="212112" y="163383"/>
                  </a:lnTo>
                  <a:lnTo>
                    <a:pt x="212112" y="161473"/>
                  </a:lnTo>
                  <a:lnTo>
                    <a:pt x="206857" y="160995"/>
                  </a:lnTo>
                  <a:lnTo>
                    <a:pt x="205424" y="159084"/>
                  </a:lnTo>
                  <a:lnTo>
                    <a:pt x="206379" y="157651"/>
                  </a:lnTo>
                  <a:lnTo>
                    <a:pt x="209723" y="156217"/>
                  </a:lnTo>
                  <a:lnTo>
                    <a:pt x="213067" y="152873"/>
                  </a:lnTo>
                  <a:lnTo>
                    <a:pt x="216889" y="151918"/>
                  </a:lnTo>
                  <a:lnTo>
                    <a:pt x="219756" y="150007"/>
                  </a:lnTo>
                  <a:lnTo>
                    <a:pt x="220233" y="150485"/>
                  </a:lnTo>
                  <a:lnTo>
                    <a:pt x="220711" y="151440"/>
                  </a:lnTo>
                  <a:lnTo>
                    <a:pt x="222144" y="159562"/>
                  </a:lnTo>
                  <a:lnTo>
                    <a:pt x="225010" y="166728"/>
                  </a:lnTo>
                  <a:lnTo>
                    <a:pt x="225966" y="166728"/>
                  </a:lnTo>
                  <a:lnTo>
                    <a:pt x="225010" y="160995"/>
                  </a:lnTo>
                  <a:lnTo>
                    <a:pt x="225966" y="159084"/>
                  </a:lnTo>
                  <a:lnTo>
                    <a:pt x="226921" y="158128"/>
                  </a:lnTo>
                  <a:lnTo>
                    <a:pt x="227399" y="156695"/>
                  </a:lnTo>
                  <a:lnTo>
                    <a:pt x="225966" y="156217"/>
                  </a:lnTo>
                  <a:lnTo>
                    <a:pt x="225010" y="153829"/>
                  </a:lnTo>
                  <a:lnTo>
                    <a:pt x="223100" y="147141"/>
                  </a:lnTo>
                  <a:lnTo>
                    <a:pt x="223577" y="145707"/>
                  </a:lnTo>
                  <a:lnTo>
                    <a:pt x="227399" y="141886"/>
                  </a:lnTo>
                  <a:lnTo>
                    <a:pt x="232176" y="140930"/>
                  </a:lnTo>
                  <a:lnTo>
                    <a:pt x="236954" y="143796"/>
                  </a:lnTo>
                  <a:lnTo>
                    <a:pt x="238387" y="143796"/>
                  </a:lnTo>
                  <a:lnTo>
                    <a:pt x="241253" y="142841"/>
                  </a:lnTo>
                  <a:lnTo>
                    <a:pt x="246031" y="140930"/>
                  </a:lnTo>
                  <a:lnTo>
                    <a:pt x="248897" y="139975"/>
                  </a:lnTo>
                  <a:lnTo>
                    <a:pt x="250330" y="139975"/>
                  </a:lnTo>
                  <a:lnTo>
                    <a:pt x="250808" y="139019"/>
                  </a:lnTo>
                  <a:lnTo>
                    <a:pt x="249375" y="138542"/>
                  </a:lnTo>
                  <a:lnTo>
                    <a:pt x="248897" y="137586"/>
                  </a:lnTo>
                  <a:lnTo>
                    <a:pt x="247942" y="137586"/>
                  </a:lnTo>
                  <a:lnTo>
                    <a:pt x="243642" y="138542"/>
                  </a:lnTo>
                  <a:lnTo>
                    <a:pt x="231221" y="138064"/>
                  </a:lnTo>
                  <a:lnTo>
                    <a:pt x="230266" y="137108"/>
                  </a:lnTo>
                  <a:lnTo>
                    <a:pt x="229788" y="134720"/>
                  </a:lnTo>
                  <a:lnTo>
                    <a:pt x="231221" y="131853"/>
                  </a:lnTo>
                  <a:lnTo>
                    <a:pt x="232654" y="130420"/>
                  </a:lnTo>
                  <a:lnTo>
                    <a:pt x="237432" y="127076"/>
                  </a:lnTo>
                  <a:lnTo>
                    <a:pt x="242209" y="127076"/>
                  </a:lnTo>
                  <a:lnTo>
                    <a:pt x="247464" y="121343"/>
                  </a:lnTo>
                  <a:lnTo>
                    <a:pt x="249375" y="117521"/>
                  </a:lnTo>
                  <a:lnTo>
                    <a:pt x="250330" y="111311"/>
                  </a:lnTo>
                  <a:lnTo>
                    <a:pt x="253674" y="106534"/>
                  </a:lnTo>
                  <a:lnTo>
                    <a:pt x="261318" y="103667"/>
                  </a:lnTo>
                  <a:lnTo>
                    <a:pt x="261796" y="102234"/>
                  </a:lnTo>
                  <a:lnTo>
                    <a:pt x="260840" y="99368"/>
                  </a:lnTo>
                  <a:lnTo>
                    <a:pt x="260840" y="94590"/>
                  </a:lnTo>
                  <a:lnTo>
                    <a:pt x="263229" y="89335"/>
                  </a:lnTo>
                  <a:lnTo>
                    <a:pt x="264662" y="87424"/>
                  </a:lnTo>
                  <a:lnTo>
                    <a:pt x="265140" y="86947"/>
                  </a:lnTo>
                  <a:lnTo>
                    <a:pt x="267051" y="88858"/>
                  </a:lnTo>
                  <a:lnTo>
                    <a:pt x="268962" y="92679"/>
                  </a:lnTo>
                  <a:lnTo>
                    <a:pt x="272306" y="95068"/>
                  </a:lnTo>
                  <a:lnTo>
                    <a:pt x="276605" y="95546"/>
                  </a:lnTo>
                  <a:lnTo>
                    <a:pt x="277561" y="94113"/>
                  </a:lnTo>
                  <a:lnTo>
                    <a:pt x="274217" y="92202"/>
                  </a:lnTo>
                  <a:lnTo>
                    <a:pt x="271828" y="89335"/>
                  </a:lnTo>
                  <a:lnTo>
                    <a:pt x="271350" y="86469"/>
                  </a:lnTo>
                  <a:lnTo>
                    <a:pt x="272783" y="84558"/>
                  </a:lnTo>
                  <a:lnTo>
                    <a:pt x="274694" y="85036"/>
                  </a:lnTo>
                  <a:lnTo>
                    <a:pt x="276605" y="84558"/>
                  </a:lnTo>
                  <a:lnTo>
                    <a:pt x="278994" y="82647"/>
                  </a:lnTo>
                  <a:lnTo>
                    <a:pt x="279472" y="81214"/>
                  </a:lnTo>
                  <a:lnTo>
                    <a:pt x="279472" y="79303"/>
                  </a:lnTo>
                  <a:lnTo>
                    <a:pt x="279949" y="77392"/>
                  </a:lnTo>
                  <a:lnTo>
                    <a:pt x="283294" y="72615"/>
                  </a:lnTo>
                  <a:lnTo>
                    <a:pt x="292848" y="69748"/>
                  </a:lnTo>
                  <a:lnTo>
                    <a:pt x="293326" y="71182"/>
                  </a:lnTo>
                  <a:lnTo>
                    <a:pt x="292848" y="79781"/>
                  </a:lnTo>
                  <a:lnTo>
                    <a:pt x="291893" y="85514"/>
                  </a:lnTo>
                  <a:lnTo>
                    <a:pt x="291893" y="89813"/>
                  </a:lnTo>
                  <a:lnTo>
                    <a:pt x="293804" y="85514"/>
                  </a:lnTo>
                  <a:lnTo>
                    <a:pt x="296192" y="74048"/>
                  </a:lnTo>
                  <a:lnTo>
                    <a:pt x="298103" y="68793"/>
                  </a:lnTo>
                  <a:lnTo>
                    <a:pt x="300492" y="65927"/>
                  </a:lnTo>
                  <a:lnTo>
                    <a:pt x="301925" y="64971"/>
                  </a:lnTo>
                  <a:lnTo>
                    <a:pt x="303358" y="63538"/>
                  </a:lnTo>
                  <a:lnTo>
                    <a:pt x="305269" y="62582"/>
                  </a:lnTo>
                  <a:lnTo>
                    <a:pt x="306224" y="63538"/>
                  </a:lnTo>
                  <a:lnTo>
                    <a:pt x="306702" y="66404"/>
                  </a:lnTo>
                  <a:lnTo>
                    <a:pt x="305747" y="76437"/>
                  </a:lnTo>
                  <a:lnTo>
                    <a:pt x="305747" y="79781"/>
                  </a:lnTo>
                  <a:lnTo>
                    <a:pt x="304314" y="84080"/>
                  </a:lnTo>
                  <a:lnTo>
                    <a:pt x="300014" y="93157"/>
                  </a:lnTo>
                  <a:lnTo>
                    <a:pt x="300014" y="94590"/>
                  </a:lnTo>
                  <a:lnTo>
                    <a:pt x="300970" y="94113"/>
                  </a:lnTo>
                  <a:lnTo>
                    <a:pt x="302881" y="92679"/>
                  </a:lnTo>
                  <a:lnTo>
                    <a:pt x="308613" y="83603"/>
                  </a:lnTo>
                  <a:lnTo>
                    <a:pt x="313868" y="84558"/>
                  </a:lnTo>
                  <a:lnTo>
                    <a:pt x="313868" y="84080"/>
                  </a:lnTo>
                  <a:lnTo>
                    <a:pt x="311957" y="81214"/>
                  </a:lnTo>
                  <a:lnTo>
                    <a:pt x="310047" y="78825"/>
                  </a:lnTo>
                  <a:lnTo>
                    <a:pt x="309569" y="75959"/>
                  </a:lnTo>
                  <a:lnTo>
                    <a:pt x="310047" y="67360"/>
                  </a:lnTo>
                  <a:lnTo>
                    <a:pt x="311480" y="64016"/>
                  </a:lnTo>
                  <a:lnTo>
                    <a:pt x="315779" y="64493"/>
                  </a:lnTo>
                  <a:lnTo>
                    <a:pt x="318168" y="64016"/>
                  </a:lnTo>
                  <a:lnTo>
                    <a:pt x="319601" y="65449"/>
                  </a:lnTo>
                  <a:lnTo>
                    <a:pt x="321990" y="65449"/>
                  </a:lnTo>
                  <a:lnTo>
                    <a:pt x="323901" y="59238"/>
                  </a:lnTo>
                  <a:lnTo>
                    <a:pt x="327245" y="58761"/>
                  </a:lnTo>
                  <a:lnTo>
                    <a:pt x="330589" y="63060"/>
                  </a:lnTo>
                  <a:lnTo>
                    <a:pt x="334411" y="65449"/>
                  </a:lnTo>
                  <a:lnTo>
                    <a:pt x="337277" y="69271"/>
                  </a:lnTo>
                  <a:lnTo>
                    <a:pt x="338232" y="68315"/>
                  </a:lnTo>
                  <a:lnTo>
                    <a:pt x="336799" y="59238"/>
                  </a:lnTo>
                  <a:lnTo>
                    <a:pt x="334888" y="55894"/>
                  </a:lnTo>
                  <a:lnTo>
                    <a:pt x="331066" y="54461"/>
                  </a:lnTo>
                  <a:lnTo>
                    <a:pt x="326767" y="50162"/>
                  </a:lnTo>
                  <a:lnTo>
                    <a:pt x="325812" y="48251"/>
                  </a:lnTo>
                  <a:lnTo>
                    <a:pt x="325812" y="46817"/>
                  </a:lnTo>
                  <a:lnTo>
                    <a:pt x="329633" y="45862"/>
                  </a:lnTo>
                  <a:lnTo>
                    <a:pt x="334411" y="47295"/>
                  </a:lnTo>
                  <a:lnTo>
                    <a:pt x="338710" y="43951"/>
                  </a:lnTo>
                  <a:lnTo>
                    <a:pt x="339666" y="44907"/>
                  </a:lnTo>
                  <a:lnTo>
                    <a:pt x="343010" y="42996"/>
                  </a:lnTo>
                  <a:lnTo>
                    <a:pt x="344921" y="45384"/>
                  </a:lnTo>
                  <a:lnTo>
                    <a:pt x="346354" y="44429"/>
                  </a:lnTo>
                  <a:lnTo>
                    <a:pt x="346831" y="41562"/>
                  </a:lnTo>
                  <a:lnTo>
                    <a:pt x="352087" y="39651"/>
                  </a:lnTo>
                  <a:lnTo>
                    <a:pt x="355431" y="41085"/>
                  </a:lnTo>
                  <a:lnTo>
                    <a:pt x="357342" y="42996"/>
                  </a:lnTo>
                  <a:lnTo>
                    <a:pt x="358297" y="46817"/>
                  </a:lnTo>
                  <a:lnTo>
                    <a:pt x="359253" y="53983"/>
                  </a:lnTo>
                  <a:lnTo>
                    <a:pt x="362119" y="57805"/>
                  </a:lnTo>
                  <a:lnTo>
                    <a:pt x="363552" y="59716"/>
                  </a:lnTo>
                  <a:lnTo>
                    <a:pt x="365463" y="60194"/>
                  </a:lnTo>
                  <a:lnTo>
                    <a:pt x="366419" y="58283"/>
                  </a:lnTo>
                  <a:lnTo>
                    <a:pt x="364508" y="55894"/>
                  </a:lnTo>
                  <a:lnTo>
                    <a:pt x="364030" y="53983"/>
                  </a:lnTo>
                  <a:lnTo>
                    <a:pt x="364985" y="48251"/>
                  </a:lnTo>
                  <a:lnTo>
                    <a:pt x="365941" y="46340"/>
                  </a:lnTo>
                  <a:lnTo>
                    <a:pt x="371673" y="38218"/>
                  </a:lnTo>
                  <a:lnTo>
                    <a:pt x="376451" y="33919"/>
                  </a:lnTo>
                  <a:lnTo>
                    <a:pt x="379317" y="33441"/>
                  </a:lnTo>
                  <a:lnTo>
                    <a:pt x="384095" y="23886"/>
                  </a:lnTo>
                  <a:lnTo>
                    <a:pt x="385528" y="21975"/>
                  </a:lnTo>
                  <a:lnTo>
                    <a:pt x="386483" y="21498"/>
                  </a:lnTo>
                  <a:lnTo>
                    <a:pt x="386483" y="19109"/>
                  </a:lnTo>
                  <a:lnTo>
                    <a:pt x="383617" y="17676"/>
                  </a:lnTo>
                  <a:lnTo>
                    <a:pt x="383617" y="14809"/>
                  </a:lnTo>
                  <a:lnTo>
                    <a:pt x="386961" y="10988"/>
                  </a:lnTo>
                  <a:lnTo>
                    <a:pt x="391261" y="4777"/>
                  </a:lnTo>
                  <a:lnTo>
                    <a:pt x="393649" y="4777"/>
                  </a:lnTo>
                  <a:lnTo>
                    <a:pt x="394604" y="6210"/>
                  </a:lnTo>
                  <a:lnTo>
                    <a:pt x="398904" y="9077"/>
                  </a:lnTo>
                  <a:lnTo>
                    <a:pt x="401770" y="11943"/>
                  </a:lnTo>
                  <a:lnTo>
                    <a:pt x="403204" y="13854"/>
                  </a:lnTo>
                  <a:lnTo>
                    <a:pt x="404637" y="13376"/>
                  </a:lnTo>
                  <a:lnTo>
                    <a:pt x="405592" y="10988"/>
                  </a:lnTo>
                  <a:lnTo>
                    <a:pt x="407026" y="10032"/>
                  </a:lnTo>
                  <a:lnTo>
                    <a:pt x="409414" y="10510"/>
                  </a:lnTo>
                  <a:lnTo>
                    <a:pt x="411325" y="11943"/>
                  </a:lnTo>
                  <a:lnTo>
                    <a:pt x="412280" y="12421"/>
                  </a:lnTo>
                  <a:lnTo>
                    <a:pt x="413236" y="13376"/>
                  </a:lnTo>
                  <a:lnTo>
                    <a:pt x="413714" y="15287"/>
                  </a:lnTo>
                  <a:lnTo>
                    <a:pt x="411325" y="17676"/>
                  </a:lnTo>
                  <a:lnTo>
                    <a:pt x="407503" y="23409"/>
                  </a:lnTo>
                  <a:lnTo>
                    <a:pt x="403681" y="29619"/>
                  </a:lnTo>
                  <a:lnTo>
                    <a:pt x="402248" y="32963"/>
                  </a:lnTo>
                  <a:lnTo>
                    <a:pt x="401293" y="42040"/>
                  </a:lnTo>
                  <a:lnTo>
                    <a:pt x="397949" y="47773"/>
                  </a:lnTo>
                  <a:lnTo>
                    <a:pt x="397949" y="52072"/>
                  </a:lnTo>
                  <a:lnTo>
                    <a:pt x="398904" y="53506"/>
                  </a:lnTo>
                  <a:lnTo>
                    <a:pt x="402248" y="52072"/>
                  </a:lnTo>
                  <a:lnTo>
                    <a:pt x="406548" y="46817"/>
                  </a:lnTo>
                  <a:lnTo>
                    <a:pt x="407503" y="41085"/>
                  </a:lnTo>
                  <a:lnTo>
                    <a:pt x="418013" y="25797"/>
                  </a:lnTo>
                  <a:lnTo>
                    <a:pt x="422791" y="17198"/>
                  </a:lnTo>
                  <a:lnTo>
                    <a:pt x="428045" y="10032"/>
                  </a:lnTo>
                  <a:lnTo>
                    <a:pt x="431390" y="8599"/>
                  </a:lnTo>
                  <a:lnTo>
                    <a:pt x="432345" y="13376"/>
                  </a:lnTo>
                  <a:lnTo>
                    <a:pt x="431390" y="19587"/>
                  </a:lnTo>
                  <a:lnTo>
                    <a:pt x="429001" y="23409"/>
                  </a:lnTo>
                  <a:lnTo>
                    <a:pt x="430912" y="25320"/>
                  </a:lnTo>
                  <a:lnTo>
                    <a:pt x="430434" y="30097"/>
                  </a:lnTo>
                  <a:lnTo>
                    <a:pt x="429957" y="32486"/>
                  </a:lnTo>
                  <a:lnTo>
                    <a:pt x="429479" y="35352"/>
                  </a:lnTo>
                  <a:lnTo>
                    <a:pt x="429479" y="37741"/>
                  </a:lnTo>
                  <a:lnTo>
                    <a:pt x="431390" y="36785"/>
                  </a:lnTo>
                  <a:lnTo>
                    <a:pt x="437600" y="32008"/>
                  </a:lnTo>
                  <a:lnTo>
                    <a:pt x="439033" y="26753"/>
                  </a:lnTo>
                  <a:lnTo>
                    <a:pt x="440945" y="22931"/>
                  </a:lnTo>
                  <a:lnTo>
                    <a:pt x="441422" y="19109"/>
                  </a:lnTo>
                  <a:lnTo>
                    <a:pt x="443811" y="15765"/>
                  </a:lnTo>
                  <a:lnTo>
                    <a:pt x="448588" y="15765"/>
                  </a:lnTo>
                  <a:lnTo>
                    <a:pt x="449066" y="14809"/>
                  </a:lnTo>
                  <a:lnTo>
                    <a:pt x="443333" y="10032"/>
                  </a:lnTo>
                  <a:lnTo>
                    <a:pt x="442377" y="8121"/>
                  </a:lnTo>
                  <a:lnTo>
                    <a:pt x="444288" y="5255"/>
                  </a:lnTo>
                  <a:lnTo>
                    <a:pt x="449543" y="0"/>
                  </a:lnTo>
                  <a:lnTo>
                    <a:pt x="452410" y="478"/>
                  </a:lnTo>
                  <a:lnTo>
                    <a:pt x="453843" y="1911"/>
                  </a:lnTo>
                  <a:lnTo>
                    <a:pt x="460531" y="2866"/>
                  </a:lnTo>
                  <a:lnTo>
                    <a:pt x="465309" y="6688"/>
                  </a:lnTo>
                  <a:lnTo>
                    <a:pt x="465309" y="12421"/>
                  </a:lnTo>
                  <a:lnTo>
                    <a:pt x="464353" y="14809"/>
                  </a:lnTo>
                  <a:lnTo>
                    <a:pt x="462920" y="16243"/>
                  </a:lnTo>
                  <a:lnTo>
                    <a:pt x="456709" y="20542"/>
                  </a:lnTo>
                  <a:lnTo>
                    <a:pt x="455754" y="22931"/>
                  </a:lnTo>
                  <a:lnTo>
                    <a:pt x="457665" y="23886"/>
                  </a:lnTo>
                  <a:lnTo>
                    <a:pt x="461964" y="21498"/>
                  </a:lnTo>
                  <a:lnTo>
                    <a:pt x="462920" y="23409"/>
                  </a:lnTo>
                  <a:lnTo>
                    <a:pt x="461487" y="28664"/>
                  </a:lnTo>
                  <a:lnTo>
                    <a:pt x="461487" y="35830"/>
                  </a:lnTo>
                  <a:lnTo>
                    <a:pt x="461009" y="40129"/>
                  </a:lnTo>
                  <a:lnTo>
                    <a:pt x="461009" y="44429"/>
                  </a:lnTo>
                  <a:lnTo>
                    <a:pt x="461487" y="46340"/>
                  </a:lnTo>
                  <a:lnTo>
                    <a:pt x="463398" y="37741"/>
                  </a:lnTo>
                  <a:lnTo>
                    <a:pt x="463875" y="35830"/>
                  </a:lnTo>
                  <a:lnTo>
                    <a:pt x="466264" y="32486"/>
                  </a:lnTo>
                  <a:lnTo>
                    <a:pt x="467220" y="26275"/>
                  </a:lnTo>
                  <a:lnTo>
                    <a:pt x="469608" y="18631"/>
                  </a:lnTo>
                  <a:lnTo>
                    <a:pt x="472475" y="13854"/>
                  </a:lnTo>
                  <a:lnTo>
                    <a:pt x="474386" y="12899"/>
                  </a:lnTo>
                  <a:lnTo>
                    <a:pt x="479640" y="12899"/>
                  </a:lnTo>
                  <a:lnTo>
                    <a:pt x="482029" y="14332"/>
                  </a:lnTo>
                  <a:lnTo>
                    <a:pt x="483940" y="18154"/>
                  </a:lnTo>
                  <a:lnTo>
                    <a:pt x="485373" y="20065"/>
                  </a:lnTo>
                  <a:lnTo>
                    <a:pt x="490150" y="21498"/>
                  </a:lnTo>
                  <a:lnTo>
                    <a:pt x="492061" y="23409"/>
                  </a:lnTo>
                  <a:lnTo>
                    <a:pt x="492061" y="24842"/>
                  </a:lnTo>
                  <a:lnTo>
                    <a:pt x="493495" y="24842"/>
                  </a:lnTo>
                  <a:lnTo>
                    <a:pt x="496361" y="21975"/>
                  </a:lnTo>
                  <a:lnTo>
                    <a:pt x="498750" y="21498"/>
                  </a:lnTo>
                  <a:lnTo>
                    <a:pt x="502094" y="25797"/>
                  </a:lnTo>
                  <a:lnTo>
                    <a:pt x="501616" y="29141"/>
                  </a:lnTo>
                  <a:lnTo>
                    <a:pt x="501616" y="30097"/>
                  </a:lnTo>
                  <a:lnTo>
                    <a:pt x="505916" y="30097"/>
                  </a:lnTo>
                  <a:lnTo>
                    <a:pt x="509259" y="31530"/>
                  </a:lnTo>
                  <a:lnTo>
                    <a:pt x="515948" y="38218"/>
                  </a:lnTo>
                  <a:lnTo>
                    <a:pt x="516425" y="41085"/>
                  </a:lnTo>
                  <a:lnTo>
                    <a:pt x="515948" y="44907"/>
                  </a:lnTo>
                  <a:lnTo>
                    <a:pt x="506871" y="49206"/>
                  </a:lnTo>
                  <a:lnTo>
                    <a:pt x="502571" y="53028"/>
                  </a:lnTo>
                  <a:lnTo>
                    <a:pt x="495883" y="54461"/>
                  </a:lnTo>
                  <a:lnTo>
                    <a:pt x="472952" y="51595"/>
                  </a:lnTo>
                  <a:lnTo>
                    <a:pt x="473430" y="54461"/>
                  </a:lnTo>
                  <a:lnTo>
                    <a:pt x="489195" y="60672"/>
                  </a:lnTo>
                  <a:lnTo>
                    <a:pt x="490150" y="62582"/>
                  </a:lnTo>
                  <a:lnTo>
                    <a:pt x="489673" y="66404"/>
                  </a:lnTo>
                  <a:lnTo>
                    <a:pt x="489673" y="69271"/>
                  </a:lnTo>
                  <a:lnTo>
                    <a:pt x="490150" y="71182"/>
                  </a:lnTo>
                  <a:lnTo>
                    <a:pt x="491106" y="73093"/>
                  </a:lnTo>
                  <a:lnTo>
                    <a:pt x="493017" y="74048"/>
                  </a:lnTo>
                  <a:lnTo>
                    <a:pt x="497316" y="73570"/>
                  </a:lnTo>
                  <a:lnTo>
                    <a:pt x="499227" y="74526"/>
                  </a:lnTo>
                  <a:lnTo>
                    <a:pt x="500182" y="73093"/>
                  </a:lnTo>
                  <a:lnTo>
                    <a:pt x="501138" y="67837"/>
                  </a:lnTo>
                  <a:lnTo>
                    <a:pt x="502094" y="66882"/>
                  </a:lnTo>
                  <a:lnTo>
                    <a:pt x="504482" y="68315"/>
                  </a:lnTo>
                  <a:lnTo>
                    <a:pt x="505438" y="73570"/>
                  </a:lnTo>
                  <a:lnTo>
                    <a:pt x="505916" y="74048"/>
                  </a:lnTo>
                  <a:lnTo>
                    <a:pt x="506871" y="70226"/>
                  </a:lnTo>
                  <a:lnTo>
                    <a:pt x="509259" y="70704"/>
                  </a:lnTo>
                  <a:lnTo>
                    <a:pt x="511648" y="70226"/>
                  </a:lnTo>
                  <a:lnTo>
                    <a:pt x="514514" y="71182"/>
                  </a:lnTo>
                  <a:lnTo>
                    <a:pt x="515470" y="77870"/>
                  </a:lnTo>
                  <a:lnTo>
                    <a:pt x="515470" y="80258"/>
                  </a:lnTo>
                  <a:lnTo>
                    <a:pt x="514993" y="82647"/>
                  </a:lnTo>
                  <a:lnTo>
                    <a:pt x="514514" y="83603"/>
                  </a:lnTo>
                  <a:lnTo>
                    <a:pt x="513082" y="84558"/>
                  </a:lnTo>
                  <a:lnTo>
                    <a:pt x="509737" y="84080"/>
                  </a:lnTo>
                  <a:lnTo>
                    <a:pt x="504960" y="81214"/>
                  </a:lnTo>
                  <a:lnTo>
                    <a:pt x="502094" y="78825"/>
                  </a:lnTo>
                  <a:lnTo>
                    <a:pt x="502094" y="78825"/>
                  </a:lnTo>
                  <a:lnTo>
                    <a:pt x="501138" y="78825"/>
                  </a:lnTo>
                  <a:lnTo>
                    <a:pt x="500661" y="79303"/>
                  </a:lnTo>
                  <a:lnTo>
                    <a:pt x="501138" y="81692"/>
                  </a:lnTo>
                  <a:lnTo>
                    <a:pt x="501138" y="83603"/>
                  </a:lnTo>
                  <a:lnTo>
                    <a:pt x="500661" y="85514"/>
                  </a:lnTo>
                  <a:lnTo>
                    <a:pt x="500182" y="87902"/>
                  </a:lnTo>
                  <a:lnTo>
                    <a:pt x="499227" y="89335"/>
                  </a:lnTo>
                  <a:lnTo>
                    <a:pt x="497316" y="91246"/>
                  </a:lnTo>
                  <a:lnTo>
                    <a:pt x="493972" y="93157"/>
                  </a:lnTo>
                  <a:lnTo>
                    <a:pt x="485373" y="96024"/>
                  </a:lnTo>
                  <a:lnTo>
                    <a:pt x="484418" y="97457"/>
                  </a:lnTo>
                  <a:lnTo>
                    <a:pt x="481552" y="106534"/>
                  </a:lnTo>
                  <a:lnTo>
                    <a:pt x="481073" y="107967"/>
                  </a:lnTo>
                  <a:lnTo>
                    <a:pt x="479640" y="108922"/>
                  </a:lnTo>
                  <a:lnTo>
                    <a:pt x="476774" y="110355"/>
                  </a:lnTo>
                  <a:lnTo>
                    <a:pt x="475341" y="108445"/>
                  </a:lnTo>
                  <a:lnTo>
                    <a:pt x="474386" y="105578"/>
                  </a:lnTo>
                  <a:lnTo>
                    <a:pt x="474386" y="102234"/>
                  </a:lnTo>
                  <a:lnTo>
                    <a:pt x="478207" y="96979"/>
                  </a:lnTo>
                  <a:lnTo>
                    <a:pt x="481552" y="92679"/>
                  </a:lnTo>
                  <a:lnTo>
                    <a:pt x="482029" y="91724"/>
                  </a:lnTo>
                  <a:lnTo>
                    <a:pt x="482029" y="91246"/>
                  </a:lnTo>
                  <a:lnTo>
                    <a:pt x="483940" y="87424"/>
                  </a:lnTo>
                  <a:lnTo>
                    <a:pt x="483940" y="87424"/>
                  </a:lnTo>
                  <a:lnTo>
                    <a:pt x="480118" y="76914"/>
                  </a:lnTo>
                  <a:lnTo>
                    <a:pt x="473430" y="73570"/>
                  </a:lnTo>
                  <a:lnTo>
                    <a:pt x="465786" y="68793"/>
                  </a:lnTo>
                  <a:lnTo>
                    <a:pt x="462920" y="66404"/>
                  </a:lnTo>
                  <a:lnTo>
                    <a:pt x="458620" y="61149"/>
                  </a:lnTo>
                  <a:lnTo>
                    <a:pt x="455754" y="56372"/>
                  </a:lnTo>
                  <a:lnTo>
                    <a:pt x="452888" y="55894"/>
                  </a:lnTo>
                  <a:lnTo>
                    <a:pt x="452410" y="56372"/>
                  </a:lnTo>
                  <a:lnTo>
                    <a:pt x="449543" y="57328"/>
                  </a:lnTo>
                  <a:lnTo>
                    <a:pt x="444766" y="61627"/>
                  </a:lnTo>
                  <a:lnTo>
                    <a:pt x="444766" y="61627"/>
                  </a:lnTo>
                  <a:lnTo>
                    <a:pt x="441900" y="64016"/>
                  </a:lnTo>
                  <a:lnTo>
                    <a:pt x="440466" y="64493"/>
                  </a:lnTo>
                  <a:lnTo>
                    <a:pt x="439989" y="64493"/>
                  </a:lnTo>
                  <a:lnTo>
                    <a:pt x="436645" y="63538"/>
                  </a:lnTo>
                  <a:lnTo>
                    <a:pt x="432823" y="63060"/>
                  </a:lnTo>
                  <a:lnTo>
                    <a:pt x="429479" y="63538"/>
                  </a:lnTo>
                  <a:lnTo>
                    <a:pt x="428523" y="64016"/>
                  </a:lnTo>
                  <a:lnTo>
                    <a:pt x="428523" y="64016"/>
                  </a:lnTo>
                  <a:lnTo>
                    <a:pt x="424224" y="71182"/>
                  </a:lnTo>
                  <a:lnTo>
                    <a:pt x="420880" y="74526"/>
                  </a:lnTo>
                  <a:lnTo>
                    <a:pt x="419446" y="75959"/>
                  </a:lnTo>
                  <a:lnTo>
                    <a:pt x="418013" y="77870"/>
                  </a:lnTo>
                  <a:lnTo>
                    <a:pt x="418013" y="78825"/>
                  </a:lnTo>
                  <a:lnTo>
                    <a:pt x="417058" y="81214"/>
                  </a:lnTo>
                  <a:lnTo>
                    <a:pt x="415625" y="90769"/>
                  </a:lnTo>
                  <a:lnTo>
                    <a:pt x="415147" y="92679"/>
                  </a:lnTo>
                  <a:lnTo>
                    <a:pt x="413236" y="96979"/>
                  </a:lnTo>
                  <a:lnTo>
                    <a:pt x="413236" y="99368"/>
                  </a:lnTo>
                  <a:lnTo>
                    <a:pt x="413236" y="99845"/>
                  </a:lnTo>
                  <a:lnTo>
                    <a:pt x="413236" y="107489"/>
                  </a:lnTo>
                  <a:lnTo>
                    <a:pt x="413236" y="111789"/>
                  </a:lnTo>
                  <a:lnTo>
                    <a:pt x="410847" y="115610"/>
                  </a:lnTo>
                  <a:lnTo>
                    <a:pt x="409414" y="117044"/>
                  </a:lnTo>
                  <a:lnTo>
                    <a:pt x="407503" y="117521"/>
                  </a:lnTo>
                  <a:lnTo>
                    <a:pt x="407503" y="117521"/>
                  </a:lnTo>
                  <a:lnTo>
                    <a:pt x="405115" y="118477"/>
                  </a:lnTo>
                  <a:lnTo>
                    <a:pt x="403204" y="120388"/>
                  </a:lnTo>
                  <a:lnTo>
                    <a:pt x="403204" y="120388"/>
                  </a:lnTo>
                  <a:lnTo>
                    <a:pt x="401770" y="123254"/>
                  </a:lnTo>
                  <a:lnTo>
                    <a:pt x="399860" y="129465"/>
                  </a:lnTo>
                  <a:lnTo>
                    <a:pt x="396993" y="131853"/>
                  </a:lnTo>
                  <a:lnTo>
                    <a:pt x="394127" y="131376"/>
                  </a:lnTo>
                  <a:lnTo>
                    <a:pt x="392216" y="128987"/>
                  </a:lnTo>
                  <a:lnTo>
                    <a:pt x="387916" y="127076"/>
                  </a:lnTo>
                  <a:lnTo>
                    <a:pt x="385050" y="126121"/>
                  </a:lnTo>
                  <a:lnTo>
                    <a:pt x="381228" y="123732"/>
                  </a:lnTo>
                  <a:lnTo>
                    <a:pt x="378362" y="121821"/>
                  </a:lnTo>
                  <a:lnTo>
                    <a:pt x="375495" y="121343"/>
                  </a:lnTo>
                  <a:lnTo>
                    <a:pt x="374062" y="123732"/>
                  </a:lnTo>
                  <a:lnTo>
                    <a:pt x="372629" y="126121"/>
                  </a:lnTo>
                  <a:lnTo>
                    <a:pt x="372629" y="126121"/>
                  </a:lnTo>
                  <a:lnTo>
                    <a:pt x="367852" y="127554"/>
                  </a:lnTo>
                  <a:lnTo>
                    <a:pt x="364985" y="128987"/>
                  </a:lnTo>
                  <a:lnTo>
                    <a:pt x="361163" y="129465"/>
                  </a:lnTo>
                  <a:lnTo>
                    <a:pt x="359730" y="128031"/>
                  </a:lnTo>
                  <a:lnTo>
                    <a:pt x="354953" y="126598"/>
                  </a:lnTo>
                  <a:lnTo>
                    <a:pt x="348742" y="125643"/>
                  </a:lnTo>
                  <a:lnTo>
                    <a:pt x="346831" y="125643"/>
                  </a:lnTo>
                  <a:lnTo>
                    <a:pt x="346354" y="122776"/>
                  </a:lnTo>
                  <a:lnTo>
                    <a:pt x="344443" y="118955"/>
                  </a:lnTo>
                  <a:lnTo>
                    <a:pt x="344443" y="118955"/>
                  </a:lnTo>
                  <a:lnTo>
                    <a:pt x="340143" y="111789"/>
                  </a:lnTo>
                  <a:lnTo>
                    <a:pt x="338710" y="109400"/>
                  </a:lnTo>
                  <a:lnTo>
                    <a:pt x="334888" y="103667"/>
                  </a:lnTo>
                  <a:lnTo>
                    <a:pt x="331066" y="97457"/>
                  </a:lnTo>
                  <a:lnTo>
                    <a:pt x="330589" y="97457"/>
                  </a:lnTo>
                  <a:lnTo>
                    <a:pt x="328200" y="97457"/>
                  </a:lnTo>
                  <a:lnTo>
                    <a:pt x="324378" y="97457"/>
                  </a:lnTo>
                  <a:lnTo>
                    <a:pt x="321512" y="98890"/>
                  </a:lnTo>
                  <a:lnTo>
                    <a:pt x="320079" y="100323"/>
                  </a:lnTo>
                  <a:lnTo>
                    <a:pt x="320079" y="101756"/>
                  </a:lnTo>
                  <a:lnTo>
                    <a:pt x="320079" y="102234"/>
                  </a:lnTo>
                  <a:lnTo>
                    <a:pt x="321512" y="107489"/>
                  </a:lnTo>
                  <a:lnTo>
                    <a:pt x="321034" y="108922"/>
                  </a:lnTo>
                  <a:lnTo>
                    <a:pt x="321034" y="108922"/>
                  </a:lnTo>
                  <a:lnTo>
                    <a:pt x="320079" y="109400"/>
                  </a:lnTo>
                  <a:lnTo>
                    <a:pt x="316735" y="107967"/>
                  </a:lnTo>
                  <a:lnTo>
                    <a:pt x="312435" y="107967"/>
                  </a:lnTo>
                  <a:lnTo>
                    <a:pt x="312435" y="107967"/>
                  </a:lnTo>
                  <a:lnTo>
                    <a:pt x="311480" y="109400"/>
                  </a:lnTo>
                  <a:lnTo>
                    <a:pt x="311480" y="1094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4" name="Freeform 5123">
              <a:extLst>
                <a:ext uri="{FF2B5EF4-FFF2-40B4-BE49-F238E27FC236}">
                  <a16:creationId xmlns:a16="http://schemas.microsoft.com/office/drawing/2014/main" id="{B56623B4-20FB-C3C4-FDC0-ED0D97341DDA}"/>
                </a:ext>
              </a:extLst>
            </p:cNvPr>
            <p:cNvSpPr/>
            <p:nvPr/>
          </p:nvSpPr>
          <p:spPr>
            <a:xfrm>
              <a:off x="6320054" y="2886561"/>
              <a:ext cx="28663" cy="18153"/>
            </a:xfrm>
            <a:custGeom>
              <a:avLst/>
              <a:gdLst>
                <a:gd name="csX0" fmla="*/ 28664 w 28663"/>
                <a:gd name="csY0" fmla="*/ 1433 h 18153"/>
                <a:gd name="csX1" fmla="*/ 28186 w 28663"/>
                <a:gd name="csY1" fmla="*/ 3344 h 18153"/>
                <a:gd name="csX2" fmla="*/ 27708 w 28663"/>
                <a:gd name="csY2" fmla="*/ 4777 h 18153"/>
                <a:gd name="csX3" fmla="*/ 25797 w 28663"/>
                <a:gd name="csY3" fmla="*/ 6688 h 18153"/>
                <a:gd name="csX4" fmla="*/ 21020 w 28663"/>
                <a:gd name="csY4" fmla="*/ 13854 h 18153"/>
                <a:gd name="csX5" fmla="*/ 18154 w 28663"/>
                <a:gd name="csY5" fmla="*/ 14810 h 18153"/>
                <a:gd name="csX6" fmla="*/ 17676 w 28663"/>
                <a:gd name="csY6" fmla="*/ 15765 h 18153"/>
                <a:gd name="csX7" fmla="*/ 16243 w 28663"/>
                <a:gd name="csY7" fmla="*/ 16721 h 18153"/>
                <a:gd name="csX8" fmla="*/ 12898 w 28663"/>
                <a:gd name="csY8" fmla="*/ 15765 h 18153"/>
                <a:gd name="csX9" fmla="*/ 11943 w 28663"/>
                <a:gd name="csY9" fmla="*/ 17198 h 18153"/>
                <a:gd name="csX10" fmla="*/ 10988 w 28663"/>
                <a:gd name="csY10" fmla="*/ 18154 h 18153"/>
                <a:gd name="csX11" fmla="*/ 8599 w 28663"/>
                <a:gd name="csY11" fmla="*/ 18154 h 18153"/>
                <a:gd name="csX12" fmla="*/ 7166 w 28663"/>
                <a:gd name="csY12" fmla="*/ 18154 h 18153"/>
                <a:gd name="csX13" fmla="*/ 3344 w 28663"/>
                <a:gd name="csY13" fmla="*/ 15287 h 18153"/>
                <a:gd name="csX14" fmla="*/ 955 w 28663"/>
                <a:gd name="csY14" fmla="*/ 12421 h 18153"/>
                <a:gd name="csX15" fmla="*/ 0 w 28663"/>
                <a:gd name="csY15" fmla="*/ 10032 h 18153"/>
                <a:gd name="csX16" fmla="*/ 3344 w 28663"/>
                <a:gd name="csY16" fmla="*/ 10510 h 18153"/>
                <a:gd name="csX17" fmla="*/ 4777 w 28663"/>
                <a:gd name="csY17" fmla="*/ 9555 h 18153"/>
                <a:gd name="csX18" fmla="*/ 6688 w 28663"/>
                <a:gd name="csY18" fmla="*/ 10032 h 18153"/>
                <a:gd name="csX19" fmla="*/ 8121 w 28663"/>
                <a:gd name="csY19" fmla="*/ 7644 h 18153"/>
                <a:gd name="csX20" fmla="*/ 11465 w 28663"/>
                <a:gd name="csY20" fmla="*/ 8121 h 18153"/>
                <a:gd name="csX21" fmla="*/ 17198 w 28663"/>
                <a:gd name="csY21" fmla="*/ 6210 h 18153"/>
                <a:gd name="csX22" fmla="*/ 19109 w 28663"/>
                <a:gd name="csY22" fmla="*/ 7166 h 18153"/>
                <a:gd name="csX23" fmla="*/ 23886 w 28663"/>
                <a:gd name="csY23" fmla="*/ 1433 h 18153"/>
                <a:gd name="csX24" fmla="*/ 25320 w 28663"/>
                <a:gd name="csY24" fmla="*/ 1433 h 18153"/>
                <a:gd name="csX25" fmla="*/ 27708 w 28663"/>
                <a:gd name="csY25" fmla="*/ 0 h 18153"/>
                <a:gd name="csX26" fmla="*/ 28664 w 28663"/>
                <a:gd name="csY26" fmla="*/ 1433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8663" h="18153">
                  <a:moveTo>
                    <a:pt x="28664" y="1433"/>
                  </a:moveTo>
                  <a:lnTo>
                    <a:pt x="28186" y="3344"/>
                  </a:lnTo>
                  <a:lnTo>
                    <a:pt x="27708" y="4777"/>
                  </a:lnTo>
                  <a:lnTo>
                    <a:pt x="25797" y="6688"/>
                  </a:lnTo>
                  <a:lnTo>
                    <a:pt x="21020" y="13854"/>
                  </a:lnTo>
                  <a:lnTo>
                    <a:pt x="18154" y="14810"/>
                  </a:lnTo>
                  <a:lnTo>
                    <a:pt x="17676" y="15765"/>
                  </a:lnTo>
                  <a:lnTo>
                    <a:pt x="16243" y="16721"/>
                  </a:lnTo>
                  <a:lnTo>
                    <a:pt x="12898" y="15765"/>
                  </a:lnTo>
                  <a:lnTo>
                    <a:pt x="11943" y="17198"/>
                  </a:lnTo>
                  <a:lnTo>
                    <a:pt x="10988" y="18154"/>
                  </a:lnTo>
                  <a:lnTo>
                    <a:pt x="8599" y="18154"/>
                  </a:lnTo>
                  <a:lnTo>
                    <a:pt x="7166" y="18154"/>
                  </a:lnTo>
                  <a:lnTo>
                    <a:pt x="3344" y="15287"/>
                  </a:lnTo>
                  <a:lnTo>
                    <a:pt x="955" y="12421"/>
                  </a:lnTo>
                  <a:lnTo>
                    <a:pt x="0" y="10032"/>
                  </a:lnTo>
                  <a:lnTo>
                    <a:pt x="3344" y="10510"/>
                  </a:lnTo>
                  <a:lnTo>
                    <a:pt x="4777" y="9555"/>
                  </a:lnTo>
                  <a:lnTo>
                    <a:pt x="6688" y="10032"/>
                  </a:lnTo>
                  <a:lnTo>
                    <a:pt x="8121" y="7644"/>
                  </a:lnTo>
                  <a:lnTo>
                    <a:pt x="11465" y="8121"/>
                  </a:lnTo>
                  <a:lnTo>
                    <a:pt x="17198" y="6210"/>
                  </a:lnTo>
                  <a:lnTo>
                    <a:pt x="19109" y="7166"/>
                  </a:lnTo>
                  <a:lnTo>
                    <a:pt x="23886" y="1433"/>
                  </a:lnTo>
                  <a:lnTo>
                    <a:pt x="25320" y="1433"/>
                  </a:lnTo>
                  <a:lnTo>
                    <a:pt x="27708" y="0"/>
                  </a:lnTo>
                  <a:lnTo>
                    <a:pt x="2866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5" name="Freeform 5124">
              <a:extLst>
                <a:ext uri="{FF2B5EF4-FFF2-40B4-BE49-F238E27FC236}">
                  <a16:creationId xmlns:a16="http://schemas.microsoft.com/office/drawing/2014/main" id="{B536B58C-2C49-A537-307A-9F2DFDA744B3}"/>
                </a:ext>
              </a:extLst>
            </p:cNvPr>
            <p:cNvSpPr/>
            <p:nvPr/>
          </p:nvSpPr>
          <p:spPr>
            <a:xfrm>
              <a:off x="6353017" y="2891816"/>
              <a:ext cx="8121" cy="11943"/>
            </a:xfrm>
            <a:custGeom>
              <a:avLst/>
              <a:gdLst>
                <a:gd name="csX0" fmla="*/ 7166 w 8121"/>
                <a:gd name="csY0" fmla="*/ 10032 h 11943"/>
                <a:gd name="csX1" fmla="*/ 3344 w 8121"/>
                <a:gd name="csY1" fmla="*/ 11943 h 11943"/>
                <a:gd name="csX2" fmla="*/ 956 w 8121"/>
                <a:gd name="csY2" fmla="*/ 10032 h 11943"/>
                <a:gd name="csX3" fmla="*/ 0 w 8121"/>
                <a:gd name="csY3" fmla="*/ 8121 h 11943"/>
                <a:gd name="csX4" fmla="*/ 0 w 8121"/>
                <a:gd name="csY4" fmla="*/ 3822 h 11943"/>
                <a:gd name="csX5" fmla="*/ 478 w 8121"/>
                <a:gd name="csY5" fmla="*/ 1433 h 11943"/>
                <a:gd name="csX6" fmla="*/ 2389 w 8121"/>
                <a:gd name="csY6" fmla="*/ 0 h 11943"/>
                <a:gd name="csX7" fmla="*/ 3344 w 8121"/>
                <a:gd name="csY7" fmla="*/ 955 h 11943"/>
                <a:gd name="csX8" fmla="*/ 3822 w 8121"/>
                <a:gd name="csY8" fmla="*/ 1911 h 11943"/>
                <a:gd name="csX9" fmla="*/ 5733 w 8121"/>
                <a:gd name="csY9" fmla="*/ 2866 h 11943"/>
                <a:gd name="csX10" fmla="*/ 8121 w 8121"/>
                <a:gd name="csY10" fmla="*/ 5255 h 11943"/>
                <a:gd name="csX11" fmla="*/ 7166 w 8121"/>
                <a:gd name="csY11" fmla="*/ 10032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121" h="11943">
                  <a:moveTo>
                    <a:pt x="7166" y="10032"/>
                  </a:moveTo>
                  <a:lnTo>
                    <a:pt x="3344" y="11943"/>
                  </a:lnTo>
                  <a:lnTo>
                    <a:pt x="956" y="10032"/>
                  </a:lnTo>
                  <a:lnTo>
                    <a:pt x="0" y="8121"/>
                  </a:lnTo>
                  <a:lnTo>
                    <a:pt x="0" y="3822"/>
                  </a:lnTo>
                  <a:lnTo>
                    <a:pt x="478" y="1433"/>
                  </a:lnTo>
                  <a:lnTo>
                    <a:pt x="2389" y="0"/>
                  </a:lnTo>
                  <a:lnTo>
                    <a:pt x="3344" y="955"/>
                  </a:lnTo>
                  <a:lnTo>
                    <a:pt x="3822" y="1911"/>
                  </a:lnTo>
                  <a:lnTo>
                    <a:pt x="5733" y="2866"/>
                  </a:lnTo>
                  <a:lnTo>
                    <a:pt x="8121" y="5255"/>
                  </a:lnTo>
                  <a:lnTo>
                    <a:pt x="7166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6" name="Freeform 5125">
              <a:extLst>
                <a:ext uri="{FF2B5EF4-FFF2-40B4-BE49-F238E27FC236}">
                  <a16:creationId xmlns:a16="http://schemas.microsoft.com/office/drawing/2014/main" id="{CB8BEEDF-EA89-E1DA-B566-3D4982828C53}"/>
                </a:ext>
              </a:extLst>
            </p:cNvPr>
            <p:cNvSpPr/>
            <p:nvPr/>
          </p:nvSpPr>
          <p:spPr>
            <a:xfrm>
              <a:off x="6338208" y="2898982"/>
              <a:ext cx="14331" cy="18153"/>
            </a:xfrm>
            <a:custGeom>
              <a:avLst/>
              <a:gdLst>
                <a:gd name="csX0" fmla="*/ 13854 w 14331"/>
                <a:gd name="csY0" fmla="*/ 3822 h 18153"/>
                <a:gd name="csX1" fmla="*/ 14332 w 14331"/>
                <a:gd name="csY1" fmla="*/ 6210 h 18153"/>
                <a:gd name="csX2" fmla="*/ 14332 w 14331"/>
                <a:gd name="csY2" fmla="*/ 8599 h 18153"/>
                <a:gd name="csX3" fmla="*/ 12421 w 14331"/>
                <a:gd name="csY3" fmla="*/ 11465 h 18153"/>
                <a:gd name="csX4" fmla="*/ 8121 w 14331"/>
                <a:gd name="csY4" fmla="*/ 15287 h 18153"/>
                <a:gd name="csX5" fmla="*/ 8599 w 14331"/>
                <a:gd name="csY5" fmla="*/ 16243 h 18153"/>
                <a:gd name="csX6" fmla="*/ 7166 w 14331"/>
                <a:gd name="csY6" fmla="*/ 17198 h 18153"/>
                <a:gd name="csX7" fmla="*/ 4777 w 14331"/>
                <a:gd name="csY7" fmla="*/ 18154 h 18153"/>
                <a:gd name="csX8" fmla="*/ 3822 w 14331"/>
                <a:gd name="csY8" fmla="*/ 17198 h 18153"/>
                <a:gd name="csX9" fmla="*/ 3822 w 14331"/>
                <a:gd name="csY9" fmla="*/ 13854 h 18153"/>
                <a:gd name="csX10" fmla="*/ 3344 w 14331"/>
                <a:gd name="csY10" fmla="*/ 12899 h 18153"/>
                <a:gd name="csX11" fmla="*/ 1911 w 14331"/>
                <a:gd name="csY11" fmla="*/ 14332 h 18153"/>
                <a:gd name="csX12" fmla="*/ 0 w 14331"/>
                <a:gd name="csY12" fmla="*/ 12421 h 18153"/>
                <a:gd name="csX13" fmla="*/ 0 w 14331"/>
                <a:gd name="csY13" fmla="*/ 10988 h 18153"/>
                <a:gd name="csX14" fmla="*/ 478 w 14331"/>
                <a:gd name="csY14" fmla="*/ 9555 h 18153"/>
                <a:gd name="csX15" fmla="*/ 1911 w 14331"/>
                <a:gd name="csY15" fmla="*/ 7166 h 18153"/>
                <a:gd name="csX16" fmla="*/ 4777 w 14331"/>
                <a:gd name="csY16" fmla="*/ 5733 h 18153"/>
                <a:gd name="csX17" fmla="*/ 6688 w 14331"/>
                <a:gd name="csY17" fmla="*/ 6210 h 18153"/>
                <a:gd name="csX18" fmla="*/ 12421 w 14331"/>
                <a:gd name="csY18" fmla="*/ 0 h 18153"/>
                <a:gd name="csX19" fmla="*/ 12899 w 14331"/>
                <a:gd name="csY19" fmla="*/ 1433 h 18153"/>
                <a:gd name="csX20" fmla="*/ 13854 w 14331"/>
                <a:gd name="csY20" fmla="*/ 3822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4331" h="18153">
                  <a:moveTo>
                    <a:pt x="13854" y="3822"/>
                  </a:moveTo>
                  <a:lnTo>
                    <a:pt x="14332" y="6210"/>
                  </a:lnTo>
                  <a:lnTo>
                    <a:pt x="14332" y="8599"/>
                  </a:lnTo>
                  <a:lnTo>
                    <a:pt x="12421" y="11465"/>
                  </a:lnTo>
                  <a:lnTo>
                    <a:pt x="8121" y="15287"/>
                  </a:lnTo>
                  <a:lnTo>
                    <a:pt x="8599" y="16243"/>
                  </a:lnTo>
                  <a:lnTo>
                    <a:pt x="7166" y="17198"/>
                  </a:lnTo>
                  <a:lnTo>
                    <a:pt x="4777" y="18154"/>
                  </a:lnTo>
                  <a:lnTo>
                    <a:pt x="3822" y="17198"/>
                  </a:lnTo>
                  <a:lnTo>
                    <a:pt x="3822" y="13854"/>
                  </a:lnTo>
                  <a:lnTo>
                    <a:pt x="3344" y="12899"/>
                  </a:lnTo>
                  <a:lnTo>
                    <a:pt x="1911" y="14332"/>
                  </a:lnTo>
                  <a:lnTo>
                    <a:pt x="0" y="12421"/>
                  </a:lnTo>
                  <a:lnTo>
                    <a:pt x="0" y="10988"/>
                  </a:lnTo>
                  <a:lnTo>
                    <a:pt x="478" y="9555"/>
                  </a:lnTo>
                  <a:lnTo>
                    <a:pt x="1911" y="7166"/>
                  </a:lnTo>
                  <a:lnTo>
                    <a:pt x="4777" y="5733"/>
                  </a:lnTo>
                  <a:lnTo>
                    <a:pt x="6688" y="6210"/>
                  </a:lnTo>
                  <a:lnTo>
                    <a:pt x="12421" y="0"/>
                  </a:lnTo>
                  <a:lnTo>
                    <a:pt x="12899" y="1433"/>
                  </a:lnTo>
                  <a:lnTo>
                    <a:pt x="1385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7" name="Freeform 5126">
              <a:extLst>
                <a:ext uri="{FF2B5EF4-FFF2-40B4-BE49-F238E27FC236}">
                  <a16:creationId xmlns:a16="http://schemas.microsoft.com/office/drawing/2014/main" id="{4C1215BA-7544-BA19-4CFC-031D047A9D10}"/>
                </a:ext>
              </a:extLst>
            </p:cNvPr>
            <p:cNvSpPr/>
            <p:nvPr/>
          </p:nvSpPr>
          <p:spPr>
            <a:xfrm>
              <a:off x="6272281" y="2917613"/>
              <a:ext cx="10032" cy="10987"/>
            </a:xfrm>
            <a:custGeom>
              <a:avLst/>
              <a:gdLst>
                <a:gd name="csX0" fmla="*/ 3344 w 10032"/>
                <a:gd name="csY0" fmla="*/ 2866 h 10987"/>
                <a:gd name="csX1" fmla="*/ 4299 w 10032"/>
                <a:gd name="csY1" fmla="*/ 3822 h 10987"/>
                <a:gd name="csX2" fmla="*/ 5255 w 10032"/>
                <a:gd name="csY2" fmla="*/ 3344 h 10987"/>
                <a:gd name="csX3" fmla="*/ 6210 w 10032"/>
                <a:gd name="csY3" fmla="*/ 3822 h 10987"/>
                <a:gd name="csX4" fmla="*/ 8121 w 10032"/>
                <a:gd name="csY4" fmla="*/ 6688 h 10987"/>
                <a:gd name="csX5" fmla="*/ 9555 w 10032"/>
                <a:gd name="csY5" fmla="*/ 7644 h 10987"/>
                <a:gd name="csX6" fmla="*/ 10032 w 10032"/>
                <a:gd name="csY6" fmla="*/ 9077 h 10987"/>
                <a:gd name="csX7" fmla="*/ 8121 w 10032"/>
                <a:gd name="csY7" fmla="*/ 10510 h 10987"/>
                <a:gd name="csX8" fmla="*/ 6210 w 10032"/>
                <a:gd name="csY8" fmla="*/ 10988 h 10987"/>
                <a:gd name="csX9" fmla="*/ 3822 w 10032"/>
                <a:gd name="csY9" fmla="*/ 10510 h 10987"/>
                <a:gd name="csX10" fmla="*/ 2866 w 10032"/>
                <a:gd name="csY10" fmla="*/ 8599 h 10987"/>
                <a:gd name="csX11" fmla="*/ 2389 w 10032"/>
                <a:gd name="csY11" fmla="*/ 5733 h 10987"/>
                <a:gd name="csX12" fmla="*/ 478 w 10032"/>
                <a:gd name="csY12" fmla="*/ 2866 h 10987"/>
                <a:gd name="csX13" fmla="*/ 0 w 10032"/>
                <a:gd name="csY13" fmla="*/ 478 h 10987"/>
                <a:gd name="csX14" fmla="*/ 1911 w 10032"/>
                <a:gd name="csY14" fmla="*/ 0 h 10987"/>
                <a:gd name="csX15" fmla="*/ 3344 w 10032"/>
                <a:gd name="csY15" fmla="*/ 2866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0032" h="10987">
                  <a:moveTo>
                    <a:pt x="3344" y="2866"/>
                  </a:moveTo>
                  <a:lnTo>
                    <a:pt x="4299" y="3822"/>
                  </a:lnTo>
                  <a:lnTo>
                    <a:pt x="5255" y="3344"/>
                  </a:lnTo>
                  <a:lnTo>
                    <a:pt x="6210" y="3822"/>
                  </a:lnTo>
                  <a:lnTo>
                    <a:pt x="8121" y="6688"/>
                  </a:lnTo>
                  <a:lnTo>
                    <a:pt x="9555" y="7644"/>
                  </a:lnTo>
                  <a:lnTo>
                    <a:pt x="10032" y="9077"/>
                  </a:lnTo>
                  <a:lnTo>
                    <a:pt x="8121" y="10510"/>
                  </a:lnTo>
                  <a:lnTo>
                    <a:pt x="6210" y="10988"/>
                  </a:lnTo>
                  <a:lnTo>
                    <a:pt x="3822" y="10510"/>
                  </a:lnTo>
                  <a:lnTo>
                    <a:pt x="2866" y="8599"/>
                  </a:lnTo>
                  <a:lnTo>
                    <a:pt x="2389" y="5733"/>
                  </a:lnTo>
                  <a:lnTo>
                    <a:pt x="478" y="2866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3344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8" name="Freeform 5127">
              <a:extLst>
                <a:ext uri="{FF2B5EF4-FFF2-40B4-BE49-F238E27FC236}">
                  <a16:creationId xmlns:a16="http://schemas.microsoft.com/office/drawing/2014/main" id="{96E26F28-BBE9-3881-9DB1-E7B3B5D43895}"/>
                </a:ext>
              </a:extLst>
            </p:cNvPr>
            <p:cNvSpPr/>
            <p:nvPr/>
          </p:nvSpPr>
          <p:spPr>
            <a:xfrm>
              <a:off x="6241706" y="2919046"/>
              <a:ext cx="31052" cy="37740"/>
            </a:xfrm>
            <a:custGeom>
              <a:avLst/>
              <a:gdLst>
                <a:gd name="csX0" fmla="*/ 23886 w 31052"/>
                <a:gd name="csY0" fmla="*/ 9555 h 37740"/>
                <a:gd name="csX1" fmla="*/ 25798 w 31052"/>
                <a:gd name="csY1" fmla="*/ 12421 h 37740"/>
                <a:gd name="csX2" fmla="*/ 27231 w 31052"/>
                <a:gd name="csY2" fmla="*/ 12421 h 37740"/>
                <a:gd name="csX3" fmla="*/ 27708 w 31052"/>
                <a:gd name="csY3" fmla="*/ 10988 h 37740"/>
                <a:gd name="csX4" fmla="*/ 28664 w 31052"/>
                <a:gd name="csY4" fmla="*/ 10510 h 37740"/>
                <a:gd name="csX5" fmla="*/ 31052 w 31052"/>
                <a:gd name="csY5" fmla="*/ 12421 h 37740"/>
                <a:gd name="csX6" fmla="*/ 30575 w 31052"/>
                <a:gd name="csY6" fmla="*/ 14810 h 37740"/>
                <a:gd name="csX7" fmla="*/ 27708 w 31052"/>
                <a:gd name="csY7" fmla="*/ 18154 h 37740"/>
                <a:gd name="csX8" fmla="*/ 25320 w 31052"/>
                <a:gd name="csY8" fmla="*/ 22931 h 37740"/>
                <a:gd name="csX9" fmla="*/ 22931 w 31052"/>
                <a:gd name="csY9" fmla="*/ 23886 h 37740"/>
                <a:gd name="csX10" fmla="*/ 21498 w 31052"/>
                <a:gd name="csY10" fmla="*/ 23409 h 37740"/>
                <a:gd name="csX11" fmla="*/ 19109 w 31052"/>
                <a:gd name="csY11" fmla="*/ 25797 h 37740"/>
                <a:gd name="csX12" fmla="*/ 17198 w 31052"/>
                <a:gd name="csY12" fmla="*/ 28664 h 37740"/>
                <a:gd name="csX13" fmla="*/ 14809 w 31052"/>
                <a:gd name="csY13" fmla="*/ 32008 h 37740"/>
                <a:gd name="csX14" fmla="*/ 14809 w 31052"/>
                <a:gd name="csY14" fmla="*/ 33919 h 37740"/>
                <a:gd name="csX15" fmla="*/ 14332 w 31052"/>
                <a:gd name="csY15" fmla="*/ 35352 h 37740"/>
                <a:gd name="csX16" fmla="*/ 7166 w 31052"/>
                <a:gd name="csY16" fmla="*/ 36785 h 37740"/>
                <a:gd name="csX17" fmla="*/ 4300 w 31052"/>
                <a:gd name="csY17" fmla="*/ 37741 h 37740"/>
                <a:gd name="csX18" fmla="*/ 1433 w 31052"/>
                <a:gd name="csY18" fmla="*/ 36307 h 37740"/>
                <a:gd name="csX19" fmla="*/ 0 w 31052"/>
                <a:gd name="csY19" fmla="*/ 34397 h 37740"/>
                <a:gd name="csX20" fmla="*/ 478 w 31052"/>
                <a:gd name="csY20" fmla="*/ 32963 h 37740"/>
                <a:gd name="csX21" fmla="*/ 3344 w 31052"/>
                <a:gd name="csY21" fmla="*/ 32486 h 37740"/>
                <a:gd name="csX22" fmla="*/ 3822 w 31052"/>
                <a:gd name="csY22" fmla="*/ 30097 h 37740"/>
                <a:gd name="csX23" fmla="*/ 4300 w 31052"/>
                <a:gd name="csY23" fmla="*/ 29142 h 37740"/>
                <a:gd name="csX24" fmla="*/ 5255 w 31052"/>
                <a:gd name="csY24" fmla="*/ 28186 h 37740"/>
                <a:gd name="csX25" fmla="*/ 5733 w 31052"/>
                <a:gd name="csY25" fmla="*/ 25320 h 37740"/>
                <a:gd name="csX26" fmla="*/ 7166 w 31052"/>
                <a:gd name="csY26" fmla="*/ 24842 h 37740"/>
                <a:gd name="csX27" fmla="*/ 9077 w 31052"/>
                <a:gd name="csY27" fmla="*/ 25320 h 37740"/>
                <a:gd name="csX28" fmla="*/ 10510 w 31052"/>
                <a:gd name="csY28" fmla="*/ 23409 h 37740"/>
                <a:gd name="csX29" fmla="*/ 11466 w 31052"/>
                <a:gd name="csY29" fmla="*/ 22931 h 37740"/>
                <a:gd name="csX30" fmla="*/ 12421 w 31052"/>
                <a:gd name="csY30" fmla="*/ 24842 h 37740"/>
                <a:gd name="csX31" fmla="*/ 12899 w 31052"/>
                <a:gd name="csY31" fmla="*/ 22453 h 37740"/>
                <a:gd name="csX32" fmla="*/ 12421 w 31052"/>
                <a:gd name="csY32" fmla="*/ 20542 h 37740"/>
                <a:gd name="csX33" fmla="*/ 12421 w 31052"/>
                <a:gd name="csY33" fmla="*/ 19109 h 37740"/>
                <a:gd name="csX34" fmla="*/ 15287 w 31052"/>
                <a:gd name="csY34" fmla="*/ 15287 h 37740"/>
                <a:gd name="csX35" fmla="*/ 16721 w 31052"/>
                <a:gd name="csY35" fmla="*/ 12421 h 37740"/>
                <a:gd name="csX36" fmla="*/ 18154 w 31052"/>
                <a:gd name="csY36" fmla="*/ 10988 h 37740"/>
                <a:gd name="csX37" fmla="*/ 20065 w 31052"/>
                <a:gd name="csY37" fmla="*/ 10988 h 37740"/>
                <a:gd name="csX38" fmla="*/ 20542 w 31052"/>
                <a:gd name="csY38" fmla="*/ 8599 h 37740"/>
                <a:gd name="csX39" fmla="*/ 20065 w 31052"/>
                <a:gd name="csY39" fmla="*/ 6211 h 37740"/>
                <a:gd name="csX40" fmla="*/ 20065 w 31052"/>
                <a:gd name="csY40" fmla="*/ 4300 h 37740"/>
                <a:gd name="csX41" fmla="*/ 21498 w 31052"/>
                <a:gd name="csY41" fmla="*/ 0 h 37740"/>
                <a:gd name="csX42" fmla="*/ 22931 w 31052"/>
                <a:gd name="csY42" fmla="*/ 0 h 37740"/>
                <a:gd name="csX43" fmla="*/ 23886 w 31052"/>
                <a:gd name="csY43" fmla="*/ 3822 h 37740"/>
                <a:gd name="csX44" fmla="*/ 23886 w 31052"/>
                <a:gd name="csY44" fmla="*/ 9555 h 37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31052" h="37740">
                  <a:moveTo>
                    <a:pt x="23886" y="9555"/>
                  </a:moveTo>
                  <a:lnTo>
                    <a:pt x="25798" y="12421"/>
                  </a:lnTo>
                  <a:lnTo>
                    <a:pt x="27231" y="12421"/>
                  </a:lnTo>
                  <a:lnTo>
                    <a:pt x="27708" y="10988"/>
                  </a:lnTo>
                  <a:lnTo>
                    <a:pt x="28664" y="10510"/>
                  </a:lnTo>
                  <a:lnTo>
                    <a:pt x="31052" y="12421"/>
                  </a:lnTo>
                  <a:lnTo>
                    <a:pt x="30575" y="14810"/>
                  </a:lnTo>
                  <a:lnTo>
                    <a:pt x="27708" y="18154"/>
                  </a:lnTo>
                  <a:lnTo>
                    <a:pt x="25320" y="22931"/>
                  </a:lnTo>
                  <a:lnTo>
                    <a:pt x="22931" y="23886"/>
                  </a:lnTo>
                  <a:lnTo>
                    <a:pt x="21498" y="23409"/>
                  </a:lnTo>
                  <a:lnTo>
                    <a:pt x="19109" y="25797"/>
                  </a:lnTo>
                  <a:lnTo>
                    <a:pt x="17198" y="28664"/>
                  </a:lnTo>
                  <a:lnTo>
                    <a:pt x="14809" y="32008"/>
                  </a:lnTo>
                  <a:lnTo>
                    <a:pt x="14809" y="33919"/>
                  </a:lnTo>
                  <a:lnTo>
                    <a:pt x="14332" y="35352"/>
                  </a:lnTo>
                  <a:lnTo>
                    <a:pt x="7166" y="36785"/>
                  </a:lnTo>
                  <a:lnTo>
                    <a:pt x="4300" y="37741"/>
                  </a:lnTo>
                  <a:lnTo>
                    <a:pt x="1433" y="36307"/>
                  </a:lnTo>
                  <a:lnTo>
                    <a:pt x="0" y="34397"/>
                  </a:lnTo>
                  <a:lnTo>
                    <a:pt x="478" y="32963"/>
                  </a:lnTo>
                  <a:lnTo>
                    <a:pt x="3344" y="32486"/>
                  </a:lnTo>
                  <a:lnTo>
                    <a:pt x="3822" y="30097"/>
                  </a:lnTo>
                  <a:lnTo>
                    <a:pt x="4300" y="29142"/>
                  </a:lnTo>
                  <a:lnTo>
                    <a:pt x="5255" y="28186"/>
                  </a:lnTo>
                  <a:lnTo>
                    <a:pt x="5733" y="25320"/>
                  </a:lnTo>
                  <a:lnTo>
                    <a:pt x="7166" y="24842"/>
                  </a:lnTo>
                  <a:lnTo>
                    <a:pt x="9077" y="25320"/>
                  </a:lnTo>
                  <a:lnTo>
                    <a:pt x="10510" y="23409"/>
                  </a:lnTo>
                  <a:lnTo>
                    <a:pt x="11466" y="22931"/>
                  </a:lnTo>
                  <a:lnTo>
                    <a:pt x="12421" y="24842"/>
                  </a:lnTo>
                  <a:lnTo>
                    <a:pt x="12899" y="22453"/>
                  </a:lnTo>
                  <a:lnTo>
                    <a:pt x="12421" y="20542"/>
                  </a:lnTo>
                  <a:lnTo>
                    <a:pt x="12421" y="19109"/>
                  </a:lnTo>
                  <a:lnTo>
                    <a:pt x="15287" y="15287"/>
                  </a:lnTo>
                  <a:lnTo>
                    <a:pt x="16721" y="12421"/>
                  </a:lnTo>
                  <a:lnTo>
                    <a:pt x="18154" y="10988"/>
                  </a:lnTo>
                  <a:lnTo>
                    <a:pt x="20065" y="10988"/>
                  </a:lnTo>
                  <a:lnTo>
                    <a:pt x="20542" y="8599"/>
                  </a:lnTo>
                  <a:lnTo>
                    <a:pt x="20065" y="6211"/>
                  </a:lnTo>
                  <a:lnTo>
                    <a:pt x="20065" y="4300"/>
                  </a:lnTo>
                  <a:lnTo>
                    <a:pt x="21498" y="0"/>
                  </a:lnTo>
                  <a:lnTo>
                    <a:pt x="22931" y="0"/>
                  </a:lnTo>
                  <a:lnTo>
                    <a:pt x="23886" y="3822"/>
                  </a:lnTo>
                  <a:lnTo>
                    <a:pt x="23886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9" name="Freeform 5128">
              <a:extLst>
                <a:ext uri="{FF2B5EF4-FFF2-40B4-BE49-F238E27FC236}">
                  <a16:creationId xmlns:a16="http://schemas.microsoft.com/office/drawing/2014/main" id="{8F6BD813-7600-8C96-F67A-32CBC6EE48E4}"/>
                </a:ext>
              </a:extLst>
            </p:cNvPr>
            <p:cNvSpPr/>
            <p:nvPr/>
          </p:nvSpPr>
          <p:spPr>
            <a:xfrm>
              <a:off x="6288524" y="2920002"/>
              <a:ext cx="8121" cy="9076"/>
            </a:xfrm>
            <a:custGeom>
              <a:avLst/>
              <a:gdLst>
                <a:gd name="csX0" fmla="*/ 7166 w 8121"/>
                <a:gd name="csY0" fmla="*/ 7644 h 9076"/>
                <a:gd name="csX1" fmla="*/ 6210 w 8121"/>
                <a:gd name="csY1" fmla="*/ 8599 h 9076"/>
                <a:gd name="csX2" fmla="*/ 4777 w 8121"/>
                <a:gd name="csY2" fmla="*/ 9077 h 9076"/>
                <a:gd name="csX3" fmla="*/ 3822 w 8121"/>
                <a:gd name="csY3" fmla="*/ 8599 h 9076"/>
                <a:gd name="csX4" fmla="*/ 2389 w 8121"/>
                <a:gd name="csY4" fmla="*/ 8121 h 9076"/>
                <a:gd name="csX5" fmla="*/ 956 w 8121"/>
                <a:gd name="csY5" fmla="*/ 8121 h 9076"/>
                <a:gd name="csX6" fmla="*/ 0 w 8121"/>
                <a:gd name="csY6" fmla="*/ 5733 h 9076"/>
                <a:gd name="csX7" fmla="*/ 0 w 8121"/>
                <a:gd name="csY7" fmla="*/ 3822 h 9076"/>
                <a:gd name="csX8" fmla="*/ 1433 w 8121"/>
                <a:gd name="csY8" fmla="*/ 1433 h 9076"/>
                <a:gd name="csX9" fmla="*/ 4777 w 8121"/>
                <a:gd name="csY9" fmla="*/ 0 h 9076"/>
                <a:gd name="csX10" fmla="*/ 7166 w 8121"/>
                <a:gd name="csY10" fmla="*/ 478 h 9076"/>
                <a:gd name="csX11" fmla="*/ 8121 w 8121"/>
                <a:gd name="csY11" fmla="*/ 1433 h 9076"/>
                <a:gd name="csX12" fmla="*/ 7166 w 8121"/>
                <a:gd name="csY12" fmla="*/ 7644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121" h="9076">
                  <a:moveTo>
                    <a:pt x="7166" y="7644"/>
                  </a:moveTo>
                  <a:lnTo>
                    <a:pt x="6210" y="8599"/>
                  </a:lnTo>
                  <a:lnTo>
                    <a:pt x="4777" y="9077"/>
                  </a:lnTo>
                  <a:lnTo>
                    <a:pt x="3822" y="8599"/>
                  </a:lnTo>
                  <a:lnTo>
                    <a:pt x="2389" y="8121"/>
                  </a:lnTo>
                  <a:lnTo>
                    <a:pt x="956" y="8121"/>
                  </a:lnTo>
                  <a:lnTo>
                    <a:pt x="0" y="5733"/>
                  </a:lnTo>
                  <a:lnTo>
                    <a:pt x="0" y="3822"/>
                  </a:lnTo>
                  <a:lnTo>
                    <a:pt x="1433" y="1433"/>
                  </a:lnTo>
                  <a:lnTo>
                    <a:pt x="4777" y="0"/>
                  </a:lnTo>
                  <a:lnTo>
                    <a:pt x="7166" y="478"/>
                  </a:lnTo>
                  <a:lnTo>
                    <a:pt x="8121" y="1433"/>
                  </a:lnTo>
                  <a:lnTo>
                    <a:pt x="7166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0" name="Freeform 5129">
              <a:extLst>
                <a:ext uri="{FF2B5EF4-FFF2-40B4-BE49-F238E27FC236}">
                  <a16:creationId xmlns:a16="http://schemas.microsoft.com/office/drawing/2014/main" id="{4AC3E80F-68BA-8BB7-6BD3-80C9BF3682DF}"/>
                </a:ext>
              </a:extLst>
            </p:cNvPr>
            <p:cNvSpPr/>
            <p:nvPr/>
          </p:nvSpPr>
          <p:spPr>
            <a:xfrm>
              <a:off x="6473405" y="2937200"/>
              <a:ext cx="6210" cy="7165"/>
            </a:xfrm>
            <a:custGeom>
              <a:avLst/>
              <a:gdLst>
                <a:gd name="csX0" fmla="*/ 4300 w 6210"/>
                <a:gd name="csY0" fmla="*/ 5733 h 7165"/>
                <a:gd name="csX1" fmla="*/ 478 w 6210"/>
                <a:gd name="csY1" fmla="*/ 7166 h 7165"/>
                <a:gd name="csX2" fmla="*/ 0 w 6210"/>
                <a:gd name="csY2" fmla="*/ 6210 h 7165"/>
                <a:gd name="csX3" fmla="*/ 955 w 6210"/>
                <a:gd name="csY3" fmla="*/ 4300 h 7165"/>
                <a:gd name="csX4" fmla="*/ 1911 w 6210"/>
                <a:gd name="csY4" fmla="*/ 0 h 7165"/>
                <a:gd name="csX5" fmla="*/ 3344 w 6210"/>
                <a:gd name="csY5" fmla="*/ 478 h 7165"/>
                <a:gd name="csX6" fmla="*/ 5255 w 6210"/>
                <a:gd name="csY6" fmla="*/ 1911 h 7165"/>
                <a:gd name="csX7" fmla="*/ 6211 w 6210"/>
                <a:gd name="csY7" fmla="*/ 3822 h 7165"/>
                <a:gd name="csX8" fmla="*/ 4300 w 6210"/>
                <a:gd name="csY8" fmla="*/ 5733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210" h="7165">
                  <a:moveTo>
                    <a:pt x="4300" y="5733"/>
                  </a:moveTo>
                  <a:lnTo>
                    <a:pt x="478" y="7166"/>
                  </a:lnTo>
                  <a:lnTo>
                    <a:pt x="0" y="6210"/>
                  </a:lnTo>
                  <a:lnTo>
                    <a:pt x="955" y="4300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5255" y="1911"/>
                  </a:lnTo>
                  <a:lnTo>
                    <a:pt x="6211" y="3822"/>
                  </a:lnTo>
                  <a:lnTo>
                    <a:pt x="4300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1" name="Freeform 5130">
              <a:extLst>
                <a:ext uri="{FF2B5EF4-FFF2-40B4-BE49-F238E27FC236}">
                  <a16:creationId xmlns:a16="http://schemas.microsoft.com/office/drawing/2014/main" id="{D6CF6BF0-FB95-644A-0558-380966AB109D}"/>
                </a:ext>
              </a:extLst>
            </p:cNvPr>
            <p:cNvSpPr/>
            <p:nvPr/>
          </p:nvSpPr>
          <p:spPr>
            <a:xfrm>
              <a:off x="6217342" y="2953443"/>
              <a:ext cx="24841" cy="30096"/>
            </a:xfrm>
            <a:custGeom>
              <a:avLst/>
              <a:gdLst>
                <a:gd name="csX0" fmla="*/ 13376 w 24841"/>
                <a:gd name="csY0" fmla="*/ 0 h 30096"/>
                <a:gd name="csX1" fmla="*/ 15765 w 24841"/>
                <a:gd name="csY1" fmla="*/ 2866 h 30096"/>
                <a:gd name="csX2" fmla="*/ 16721 w 24841"/>
                <a:gd name="csY2" fmla="*/ 2389 h 30096"/>
                <a:gd name="csX3" fmla="*/ 19109 w 24841"/>
                <a:gd name="csY3" fmla="*/ 1911 h 30096"/>
                <a:gd name="csX4" fmla="*/ 20542 w 24841"/>
                <a:gd name="csY4" fmla="*/ 2866 h 30096"/>
                <a:gd name="csX5" fmla="*/ 21975 w 24841"/>
                <a:gd name="csY5" fmla="*/ 4777 h 30096"/>
                <a:gd name="csX6" fmla="*/ 23409 w 24841"/>
                <a:gd name="csY6" fmla="*/ 4777 h 30096"/>
                <a:gd name="csX7" fmla="*/ 24364 w 24841"/>
                <a:gd name="csY7" fmla="*/ 7166 h 30096"/>
                <a:gd name="csX8" fmla="*/ 24842 w 24841"/>
                <a:gd name="csY8" fmla="*/ 10510 h 30096"/>
                <a:gd name="csX9" fmla="*/ 23886 w 24841"/>
                <a:gd name="csY9" fmla="*/ 12899 h 30096"/>
                <a:gd name="csX10" fmla="*/ 22453 w 24841"/>
                <a:gd name="csY10" fmla="*/ 13854 h 30096"/>
                <a:gd name="csX11" fmla="*/ 21975 w 24841"/>
                <a:gd name="csY11" fmla="*/ 16721 h 30096"/>
                <a:gd name="csX12" fmla="*/ 22453 w 24841"/>
                <a:gd name="csY12" fmla="*/ 20542 h 30096"/>
                <a:gd name="csX13" fmla="*/ 18631 w 24841"/>
                <a:gd name="csY13" fmla="*/ 21976 h 30096"/>
                <a:gd name="csX14" fmla="*/ 14809 w 24841"/>
                <a:gd name="csY14" fmla="*/ 22453 h 30096"/>
                <a:gd name="csX15" fmla="*/ 13376 w 24841"/>
                <a:gd name="csY15" fmla="*/ 20542 h 30096"/>
                <a:gd name="csX16" fmla="*/ 10032 w 24841"/>
                <a:gd name="csY16" fmla="*/ 23886 h 30096"/>
                <a:gd name="csX17" fmla="*/ 6688 w 24841"/>
                <a:gd name="csY17" fmla="*/ 29619 h 30096"/>
                <a:gd name="csX18" fmla="*/ 5255 w 24841"/>
                <a:gd name="csY18" fmla="*/ 30097 h 30096"/>
                <a:gd name="csX19" fmla="*/ 5255 w 24841"/>
                <a:gd name="csY19" fmla="*/ 28186 h 30096"/>
                <a:gd name="csX20" fmla="*/ 2866 w 24841"/>
                <a:gd name="csY20" fmla="*/ 27230 h 30096"/>
                <a:gd name="csX21" fmla="*/ 0 w 24841"/>
                <a:gd name="csY21" fmla="*/ 27230 h 30096"/>
                <a:gd name="csX22" fmla="*/ 0 w 24841"/>
                <a:gd name="csY22" fmla="*/ 25797 h 30096"/>
                <a:gd name="csX23" fmla="*/ 478 w 24841"/>
                <a:gd name="csY23" fmla="*/ 24842 h 30096"/>
                <a:gd name="csX24" fmla="*/ 2866 w 24841"/>
                <a:gd name="csY24" fmla="*/ 23886 h 30096"/>
                <a:gd name="csX25" fmla="*/ 3344 w 24841"/>
                <a:gd name="csY25" fmla="*/ 21020 h 30096"/>
                <a:gd name="csX26" fmla="*/ 2866 w 24841"/>
                <a:gd name="csY26" fmla="*/ 16243 h 30096"/>
                <a:gd name="csX27" fmla="*/ 3344 w 24841"/>
                <a:gd name="csY27" fmla="*/ 13854 h 30096"/>
                <a:gd name="csX28" fmla="*/ 3344 w 24841"/>
                <a:gd name="csY28" fmla="*/ 12421 h 30096"/>
                <a:gd name="csX29" fmla="*/ 5255 w 24841"/>
                <a:gd name="csY29" fmla="*/ 10510 h 30096"/>
                <a:gd name="csX30" fmla="*/ 10510 w 24841"/>
                <a:gd name="csY30" fmla="*/ 10988 h 30096"/>
                <a:gd name="csX31" fmla="*/ 11465 w 24841"/>
                <a:gd name="csY31" fmla="*/ 9555 h 30096"/>
                <a:gd name="csX32" fmla="*/ 10988 w 24841"/>
                <a:gd name="csY32" fmla="*/ 8121 h 30096"/>
                <a:gd name="csX33" fmla="*/ 8121 w 24841"/>
                <a:gd name="csY33" fmla="*/ 6210 h 30096"/>
                <a:gd name="csX34" fmla="*/ 8599 w 24841"/>
                <a:gd name="csY34" fmla="*/ 4777 h 30096"/>
                <a:gd name="csX35" fmla="*/ 10510 w 24841"/>
                <a:gd name="csY35" fmla="*/ 3822 h 30096"/>
                <a:gd name="csX36" fmla="*/ 12421 w 24841"/>
                <a:gd name="csY36" fmla="*/ 3344 h 30096"/>
                <a:gd name="csX37" fmla="*/ 12898 w 24841"/>
                <a:gd name="csY37" fmla="*/ 1433 h 30096"/>
                <a:gd name="csX38" fmla="*/ 13376 w 24841"/>
                <a:gd name="csY38" fmla="*/ 478 h 30096"/>
                <a:gd name="csX39" fmla="*/ 13376 w 24841"/>
                <a:gd name="csY39" fmla="*/ 0 h 300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4841" h="30096">
                  <a:moveTo>
                    <a:pt x="13376" y="0"/>
                  </a:moveTo>
                  <a:lnTo>
                    <a:pt x="15765" y="2866"/>
                  </a:lnTo>
                  <a:lnTo>
                    <a:pt x="16721" y="2389"/>
                  </a:lnTo>
                  <a:lnTo>
                    <a:pt x="19109" y="1911"/>
                  </a:lnTo>
                  <a:lnTo>
                    <a:pt x="20542" y="2866"/>
                  </a:lnTo>
                  <a:lnTo>
                    <a:pt x="21975" y="4777"/>
                  </a:lnTo>
                  <a:lnTo>
                    <a:pt x="23409" y="4777"/>
                  </a:lnTo>
                  <a:lnTo>
                    <a:pt x="24364" y="7166"/>
                  </a:lnTo>
                  <a:lnTo>
                    <a:pt x="24842" y="10510"/>
                  </a:lnTo>
                  <a:lnTo>
                    <a:pt x="23886" y="12899"/>
                  </a:lnTo>
                  <a:lnTo>
                    <a:pt x="22453" y="13854"/>
                  </a:lnTo>
                  <a:lnTo>
                    <a:pt x="21975" y="16721"/>
                  </a:lnTo>
                  <a:lnTo>
                    <a:pt x="22453" y="20542"/>
                  </a:lnTo>
                  <a:lnTo>
                    <a:pt x="18631" y="21976"/>
                  </a:lnTo>
                  <a:lnTo>
                    <a:pt x="14809" y="22453"/>
                  </a:lnTo>
                  <a:lnTo>
                    <a:pt x="13376" y="20542"/>
                  </a:lnTo>
                  <a:lnTo>
                    <a:pt x="10032" y="23886"/>
                  </a:lnTo>
                  <a:lnTo>
                    <a:pt x="6688" y="29619"/>
                  </a:lnTo>
                  <a:lnTo>
                    <a:pt x="5255" y="30097"/>
                  </a:lnTo>
                  <a:lnTo>
                    <a:pt x="5255" y="28186"/>
                  </a:lnTo>
                  <a:lnTo>
                    <a:pt x="2866" y="27230"/>
                  </a:lnTo>
                  <a:lnTo>
                    <a:pt x="0" y="27230"/>
                  </a:lnTo>
                  <a:lnTo>
                    <a:pt x="0" y="25797"/>
                  </a:lnTo>
                  <a:lnTo>
                    <a:pt x="478" y="24842"/>
                  </a:lnTo>
                  <a:lnTo>
                    <a:pt x="2866" y="23886"/>
                  </a:lnTo>
                  <a:lnTo>
                    <a:pt x="3344" y="21020"/>
                  </a:lnTo>
                  <a:lnTo>
                    <a:pt x="2866" y="16243"/>
                  </a:lnTo>
                  <a:lnTo>
                    <a:pt x="3344" y="13854"/>
                  </a:lnTo>
                  <a:lnTo>
                    <a:pt x="3344" y="12421"/>
                  </a:lnTo>
                  <a:lnTo>
                    <a:pt x="5255" y="10510"/>
                  </a:lnTo>
                  <a:lnTo>
                    <a:pt x="10510" y="10988"/>
                  </a:lnTo>
                  <a:lnTo>
                    <a:pt x="11465" y="9555"/>
                  </a:lnTo>
                  <a:lnTo>
                    <a:pt x="10988" y="8121"/>
                  </a:lnTo>
                  <a:lnTo>
                    <a:pt x="8121" y="6210"/>
                  </a:lnTo>
                  <a:lnTo>
                    <a:pt x="8599" y="4777"/>
                  </a:lnTo>
                  <a:lnTo>
                    <a:pt x="10510" y="3822"/>
                  </a:lnTo>
                  <a:lnTo>
                    <a:pt x="12421" y="3344"/>
                  </a:lnTo>
                  <a:lnTo>
                    <a:pt x="12898" y="1433"/>
                  </a:lnTo>
                  <a:lnTo>
                    <a:pt x="13376" y="478"/>
                  </a:lnTo>
                  <a:lnTo>
                    <a:pt x="1337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2" name="Freeform 5131">
              <a:extLst>
                <a:ext uri="{FF2B5EF4-FFF2-40B4-BE49-F238E27FC236}">
                  <a16:creationId xmlns:a16="http://schemas.microsoft.com/office/drawing/2014/main" id="{49888113-C374-AA89-2F20-520D4043CB7E}"/>
                </a:ext>
              </a:extLst>
            </p:cNvPr>
            <p:cNvSpPr/>
            <p:nvPr/>
          </p:nvSpPr>
          <p:spPr>
            <a:xfrm>
              <a:off x="6166225" y="2968730"/>
              <a:ext cx="45861" cy="56372"/>
            </a:xfrm>
            <a:custGeom>
              <a:avLst/>
              <a:gdLst>
                <a:gd name="csX0" fmla="*/ 30097 w 45861"/>
                <a:gd name="csY0" fmla="*/ 37263 h 56372"/>
                <a:gd name="csX1" fmla="*/ 30097 w 45861"/>
                <a:gd name="csY1" fmla="*/ 37741 h 56372"/>
                <a:gd name="csX2" fmla="*/ 32963 w 45861"/>
                <a:gd name="csY2" fmla="*/ 32963 h 56372"/>
                <a:gd name="csX3" fmla="*/ 35830 w 45861"/>
                <a:gd name="csY3" fmla="*/ 31530 h 56372"/>
                <a:gd name="csX4" fmla="*/ 36307 w 45861"/>
                <a:gd name="csY4" fmla="*/ 30097 h 56372"/>
                <a:gd name="csX5" fmla="*/ 37263 w 45861"/>
                <a:gd name="csY5" fmla="*/ 28186 h 56372"/>
                <a:gd name="csX6" fmla="*/ 37263 w 45861"/>
                <a:gd name="csY6" fmla="*/ 25798 h 56372"/>
                <a:gd name="csX7" fmla="*/ 37740 w 45861"/>
                <a:gd name="csY7" fmla="*/ 23409 h 56372"/>
                <a:gd name="csX8" fmla="*/ 39174 w 45861"/>
                <a:gd name="csY8" fmla="*/ 22931 h 56372"/>
                <a:gd name="csX9" fmla="*/ 40129 w 45861"/>
                <a:gd name="csY9" fmla="*/ 21976 h 56372"/>
                <a:gd name="csX10" fmla="*/ 41563 w 45861"/>
                <a:gd name="csY10" fmla="*/ 21976 h 56372"/>
                <a:gd name="csX11" fmla="*/ 43473 w 45861"/>
                <a:gd name="csY11" fmla="*/ 23409 h 56372"/>
                <a:gd name="csX12" fmla="*/ 44429 w 45861"/>
                <a:gd name="csY12" fmla="*/ 25320 h 56372"/>
                <a:gd name="csX13" fmla="*/ 45862 w 45861"/>
                <a:gd name="csY13" fmla="*/ 29619 h 56372"/>
                <a:gd name="csX14" fmla="*/ 44906 w 45861"/>
                <a:gd name="csY14" fmla="*/ 33919 h 56372"/>
                <a:gd name="csX15" fmla="*/ 41563 w 45861"/>
                <a:gd name="csY15" fmla="*/ 37263 h 56372"/>
                <a:gd name="csX16" fmla="*/ 38696 w 45861"/>
                <a:gd name="csY16" fmla="*/ 38696 h 56372"/>
                <a:gd name="csX17" fmla="*/ 35830 w 45861"/>
                <a:gd name="csY17" fmla="*/ 42518 h 56372"/>
                <a:gd name="csX18" fmla="*/ 34397 w 45861"/>
                <a:gd name="csY18" fmla="*/ 45384 h 56372"/>
                <a:gd name="csX19" fmla="*/ 32963 w 45861"/>
                <a:gd name="csY19" fmla="*/ 45862 h 56372"/>
                <a:gd name="csX20" fmla="*/ 32486 w 45861"/>
                <a:gd name="csY20" fmla="*/ 45862 h 56372"/>
                <a:gd name="csX21" fmla="*/ 31530 w 45861"/>
                <a:gd name="csY21" fmla="*/ 44907 h 56372"/>
                <a:gd name="csX22" fmla="*/ 30097 w 45861"/>
                <a:gd name="csY22" fmla="*/ 44907 h 56372"/>
                <a:gd name="csX23" fmla="*/ 28664 w 45861"/>
                <a:gd name="csY23" fmla="*/ 47773 h 56372"/>
                <a:gd name="csX24" fmla="*/ 23409 w 45861"/>
                <a:gd name="csY24" fmla="*/ 49684 h 56372"/>
                <a:gd name="csX25" fmla="*/ 21498 w 45861"/>
                <a:gd name="csY25" fmla="*/ 49206 h 56372"/>
                <a:gd name="csX26" fmla="*/ 21498 w 45861"/>
                <a:gd name="csY26" fmla="*/ 46340 h 56372"/>
                <a:gd name="csX27" fmla="*/ 20542 w 45861"/>
                <a:gd name="csY27" fmla="*/ 46818 h 56372"/>
                <a:gd name="csX28" fmla="*/ 18631 w 45861"/>
                <a:gd name="csY28" fmla="*/ 49684 h 56372"/>
                <a:gd name="csX29" fmla="*/ 16721 w 45861"/>
                <a:gd name="csY29" fmla="*/ 51117 h 56372"/>
                <a:gd name="csX30" fmla="*/ 15765 w 45861"/>
                <a:gd name="csY30" fmla="*/ 51117 h 56372"/>
                <a:gd name="csX31" fmla="*/ 13376 w 45861"/>
                <a:gd name="csY31" fmla="*/ 50162 h 56372"/>
                <a:gd name="csX32" fmla="*/ 7644 w 45861"/>
                <a:gd name="csY32" fmla="*/ 55417 h 56372"/>
                <a:gd name="csX33" fmla="*/ 1911 w 45861"/>
                <a:gd name="csY33" fmla="*/ 56372 h 56372"/>
                <a:gd name="csX34" fmla="*/ 0 w 45861"/>
                <a:gd name="csY34" fmla="*/ 55894 h 56372"/>
                <a:gd name="csX35" fmla="*/ 0 w 45861"/>
                <a:gd name="csY35" fmla="*/ 52550 h 56372"/>
                <a:gd name="csX36" fmla="*/ 3822 w 45861"/>
                <a:gd name="csY36" fmla="*/ 48251 h 56372"/>
                <a:gd name="csX37" fmla="*/ 6688 w 45861"/>
                <a:gd name="csY37" fmla="*/ 45384 h 56372"/>
                <a:gd name="csX38" fmla="*/ 16721 w 45861"/>
                <a:gd name="csY38" fmla="*/ 43473 h 56372"/>
                <a:gd name="csX39" fmla="*/ 23409 w 45861"/>
                <a:gd name="csY39" fmla="*/ 34874 h 56372"/>
                <a:gd name="csX40" fmla="*/ 24842 w 45861"/>
                <a:gd name="csY40" fmla="*/ 25320 h 56372"/>
                <a:gd name="csX41" fmla="*/ 26275 w 45861"/>
                <a:gd name="csY41" fmla="*/ 21976 h 56372"/>
                <a:gd name="csX42" fmla="*/ 25320 w 45861"/>
                <a:gd name="csY42" fmla="*/ 20065 h 56372"/>
                <a:gd name="csX43" fmla="*/ 23886 w 45861"/>
                <a:gd name="csY43" fmla="*/ 19587 h 56372"/>
                <a:gd name="csX44" fmla="*/ 23886 w 45861"/>
                <a:gd name="csY44" fmla="*/ 16721 h 56372"/>
                <a:gd name="csX45" fmla="*/ 24364 w 45861"/>
                <a:gd name="csY45" fmla="*/ 13377 h 56372"/>
                <a:gd name="csX46" fmla="*/ 27708 w 45861"/>
                <a:gd name="csY46" fmla="*/ 8599 h 56372"/>
                <a:gd name="csX47" fmla="*/ 29619 w 45861"/>
                <a:gd name="csY47" fmla="*/ 6688 h 56372"/>
                <a:gd name="csX48" fmla="*/ 32486 w 45861"/>
                <a:gd name="csY48" fmla="*/ 1433 h 56372"/>
                <a:gd name="csX49" fmla="*/ 33919 w 45861"/>
                <a:gd name="csY49" fmla="*/ 0 h 56372"/>
                <a:gd name="csX50" fmla="*/ 35830 w 45861"/>
                <a:gd name="csY50" fmla="*/ 0 h 56372"/>
                <a:gd name="csX51" fmla="*/ 37263 w 45861"/>
                <a:gd name="csY51" fmla="*/ 1433 h 56372"/>
                <a:gd name="csX52" fmla="*/ 37263 w 45861"/>
                <a:gd name="csY52" fmla="*/ 4300 h 56372"/>
                <a:gd name="csX53" fmla="*/ 34874 w 45861"/>
                <a:gd name="csY53" fmla="*/ 9555 h 56372"/>
                <a:gd name="csX54" fmla="*/ 31052 w 45861"/>
                <a:gd name="csY54" fmla="*/ 14332 h 56372"/>
                <a:gd name="csX55" fmla="*/ 31530 w 45861"/>
                <a:gd name="csY55" fmla="*/ 17676 h 56372"/>
                <a:gd name="csX56" fmla="*/ 32963 w 45861"/>
                <a:gd name="csY56" fmla="*/ 20065 h 56372"/>
                <a:gd name="csX57" fmla="*/ 33441 w 45861"/>
                <a:gd name="csY57" fmla="*/ 24842 h 56372"/>
                <a:gd name="csX58" fmla="*/ 33441 w 45861"/>
                <a:gd name="csY58" fmla="*/ 28664 h 56372"/>
                <a:gd name="csX59" fmla="*/ 30575 w 45861"/>
                <a:gd name="csY59" fmla="*/ 34874 h 56372"/>
                <a:gd name="csX60" fmla="*/ 30097 w 45861"/>
                <a:gd name="csY60" fmla="*/ 37263 h 56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45861" h="56372">
                  <a:moveTo>
                    <a:pt x="30097" y="37263"/>
                  </a:moveTo>
                  <a:lnTo>
                    <a:pt x="30097" y="37741"/>
                  </a:lnTo>
                  <a:lnTo>
                    <a:pt x="32963" y="32963"/>
                  </a:lnTo>
                  <a:lnTo>
                    <a:pt x="35830" y="31530"/>
                  </a:lnTo>
                  <a:lnTo>
                    <a:pt x="36307" y="30097"/>
                  </a:lnTo>
                  <a:lnTo>
                    <a:pt x="37263" y="28186"/>
                  </a:lnTo>
                  <a:lnTo>
                    <a:pt x="37263" y="25798"/>
                  </a:lnTo>
                  <a:lnTo>
                    <a:pt x="37740" y="23409"/>
                  </a:lnTo>
                  <a:lnTo>
                    <a:pt x="39174" y="22931"/>
                  </a:lnTo>
                  <a:lnTo>
                    <a:pt x="40129" y="21976"/>
                  </a:lnTo>
                  <a:lnTo>
                    <a:pt x="41563" y="21976"/>
                  </a:lnTo>
                  <a:lnTo>
                    <a:pt x="43473" y="23409"/>
                  </a:lnTo>
                  <a:lnTo>
                    <a:pt x="44429" y="25320"/>
                  </a:lnTo>
                  <a:lnTo>
                    <a:pt x="45862" y="29619"/>
                  </a:lnTo>
                  <a:lnTo>
                    <a:pt x="44906" y="33919"/>
                  </a:lnTo>
                  <a:lnTo>
                    <a:pt x="41563" y="37263"/>
                  </a:lnTo>
                  <a:lnTo>
                    <a:pt x="38696" y="38696"/>
                  </a:lnTo>
                  <a:lnTo>
                    <a:pt x="35830" y="42518"/>
                  </a:lnTo>
                  <a:lnTo>
                    <a:pt x="34397" y="45384"/>
                  </a:lnTo>
                  <a:lnTo>
                    <a:pt x="32963" y="45862"/>
                  </a:lnTo>
                  <a:lnTo>
                    <a:pt x="32486" y="45862"/>
                  </a:lnTo>
                  <a:lnTo>
                    <a:pt x="31530" y="44907"/>
                  </a:lnTo>
                  <a:lnTo>
                    <a:pt x="30097" y="44907"/>
                  </a:lnTo>
                  <a:lnTo>
                    <a:pt x="28664" y="47773"/>
                  </a:lnTo>
                  <a:lnTo>
                    <a:pt x="23409" y="49684"/>
                  </a:lnTo>
                  <a:lnTo>
                    <a:pt x="21498" y="49206"/>
                  </a:lnTo>
                  <a:lnTo>
                    <a:pt x="21498" y="46340"/>
                  </a:lnTo>
                  <a:lnTo>
                    <a:pt x="20542" y="46818"/>
                  </a:lnTo>
                  <a:lnTo>
                    <a:pt x="18631" y="49684"/>
                  </a:lnTo>
                  <a:lnTo>
                    <a:pt x="16721" y="51117"/>
                  </a:lnTo>
                  <a:lnTo>
                    <a:pt x="15765" y="51117"/>
                  </a:lnTo>
                  <a:lnTo>
                    <a:pt x="13376" y="50162"/>
                  </a:lnTo>
                  <a:lnTo>
                    <a:pt x="7644" y="55417"/>
                  </a:lnTo>
                  <a:lnTo>
                    <a:pt x="1911" y="56372"/>
                  </a:lnTo>
                  <a:lnTo>
                    <a:pt x="0" y="55894"/>
                  </a:lnTo>
                  <a:lnTo>
                    <a:pt x="0" y="52550"/>
                  </a:lnTo>
                  <a:lnTo>
                    <a:pt x="3822" y="48251"/>
                  </a:lnTo>
                  <a:lnTo>
                    <a:pt x="6688" y="45384"/>
                  </a:lnTo>
                  <a:lnTo>
                    <a:pt x="16721" y="43473"/>
                  </a:lnTo>
                  <a:lnTo>
                    <a:pt x="23409" y="34874"/>
                  </a:lnTo>
                  <a:lnTo>
                    <a:pt x="24842" y="25320"/>
                  </a:lnTo>
                  <a:lnTo>
                    <a:pt x="26275" y="21976"/>
                  </a:lnTo>
                  <a:lnTo>
                    <a:pt x="25320" y="20065"/>
                  </a:lnTo>
                  <a:lnTo>
                    <a:pt x="23886" y="19587"/>
                  </a:lnTo>
                  <a:lnTo>
                    <a:pt x="23886" y="16721"/>
                  </a:lnTo>
                  <a:lnTo>
                    <a:pt x="24364" y="13377"/>
                  </a:lnTo>
                  <a:lnTo>
                    <a:pt x="27708" y="8599"/>
                  </a:lnTo>
                  <a:lnTo>
                    <a:pt x="29619" y="6688"/>
                  </a:lnTo>
                  <a:lnTo>
                    <a:pt x="32486" y="1433"/>
                  </a:lnTo>
                  <a:lnTo>
                    <a:pt x="33919" y="0"/>
                  </a:lnTo>
                  <a:lnTo>
                    <a:pt x="35830" y="0"/>
                  </a:lnTo>
                  <a:lnTo>
                    <a:pt x="37263" y="1433"/>
                  </a:lnTo>
                  <a:lnTo>
                    <a:pt x="37263" y="4300"/>
                  </a:lnTo>
                  <a:lnTo>
                    <a:pt x="34874" y="9555"/>
                  </a:lnTo>
                  <a:lnTo>
                    <a:pt x="31052" y="14332"/>
                  </a:lnTo>
                  <a:lnTo>
                    <a:pt x="31530" y="17676"/>
                  </a:lnTo>
                  <a:lnTo>
                    <a:pt x="32963" y="20065"/>
                  </a:lnTo>
                  <a:lnTo>
                    <a:pt x="33441" y="24842"/>
                  </a:lnTo>
                  <a:lnTo>
                    <a:pt x="33441" y="28664"/>
                  </a:lnTo>
                  <a:lnTo>
                    <a:pt x="30575" y="34874"/>
                  </a:lnTo>
                  <a:lnTo>
                    <a:pt x="30097" y="3726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3" name="Freeform 5132">
              <a:extLst>
                <a:ext uri="{FF2B5EF4-FFF2-40B4-BE49-F238E27FC236}">
                  <a16:creationId xmlns:a16="http://schemas.microsoft.com/office/drawing/2014/main" id="{4AFA3E88-D7F4-95F2-646F-8F61C375277C}"/>
                </a:ext>
              </a:extLst>
            </p:cNvPr>
            <p:cNvSpPr/>
            <p:nvPr/>
          </p:nvSpPr>
          <p:spPr>
            <a:xfrm>
              <a:off x="6168614" y="2984018"/>
              <a:ext cx="20542" cy="20064"/>
            </a:xfrm>
            <a:custGeom>
              <a:avLst/>
              <a:gdLst>
                <a:gd name="csX0" fmla="*/ 16721 w 20542"/>
                <a:gd name="csY0" fmla="*/ 2866 h 20064"/>
                <a:gd name="csX1" fmla="*/ 19109 w 20542"/>
                <a:gd name="csY1" fmla="*/ 8121 h 20064"/>
                <a:gd name="csX2" fmla="*/ 20542 w 20542"/>
                <a:gd name="csY2" fmla="*/ 10988 h 20064"/>
                <a:gd name="csX3" fmla="*/ 19587 w 20542"/>
                <a:gd name="csY3" fmla="*/ 16721 h 20064"/>
                <a:gd name="csX4" fmla="*/ 17198 w 20542"/>
                <a:gd name="csY4" fmla="*/ 19587 h 20064"/>
                <a:gd name="csX5" fmla="*/ 13376 w 20542"/>
                <a:gd name="csY5" fmla="*/ 20065 h 20064"/>
                <a:gd name="csX6" fmla="*/ 10510 w 20542"/>
                <a:gd name="csY6" fmla="*/ 19587 h 20064"/>
                <a:gd name="csX7" fmla="*/ 8599 w 20542"/>
                <a:gd name="csY7" fmla="*/ 18154 h 20064"/>
                <a:gd name="csX8" fmla="*/ 8599 w 20542"/>
                <a:gd name="csY8" fmla="*/ 16721 h 20064"/>
                <a:gd name="csX9" fmla="*/ 7644 w 20542"/>
                <a:gd name="csY9" fmla="*/ 16243 h 20064"/>
                <a:gd name="csX10" fmla="*/ 4777 w 20542"/>
                <a:gd name="csY10" fmla="*/ 18154 h 20064"/>
                <a:gd name="csX11" fmla="*/ 2866 w 20542"/>
                <a:gd name="csY11" fmla="*/ 18631 h 20064"/>
                <a:gd name="csX12" fmla="*/ 956 w 20542"/>
                <a:gd name="csY12" fmla="*/ 17198 h 20064"/>
                <a:gd name="csX13" fmla="*/ 0 w 20542"/>
                <a:gd name="csY13" fmla="*/ 14810 h 20064"/>
                <a:gd name="csX14" fmla="*/ 2389 w 20542"/>
                <a:gd name="csY14" fmla="*/ 11465 h 20064"/>
                <a:gd name="csX15" fmla="*/ 3822 w 20542"/>
                <a:gd name="csY15" fmla="*/ 9555 h 20064"/>
                <a:gd name="csX16" fmla="*/ 6688 w 20542"/>
                <a:gd name="csY16" fmla="*/ 9555 h 20064"/>
                <a:gd name="csX17" fmla="*/ 7166 w 20542"/>
                <a:gd name="csY17" fmla="*/ 10510 h 20064"/>
                <a:gd name="csX18" fmla="*/ 8599 w 20542"/>
                <a:gd name="csY18" fmla="*/ 10510 h 20064"/>
                <a:gd name="csX19" fmla="*/ 9555 w 20542"/>
                <a:gd name="csY19" fmla="*/ 7644 h 20064"/>
                <a:gd name="csX20" fmla="*/ 9555 w 20542"/>
                <a:gd name="csY20" fmla="*/ 5733 h 20064"/>
                <a:gd name="csX21" fmla="*/ 10032 w 20542"/>
                <a:gd name="csY21" fmla="*/ 4777 h 20064"/>
                <a:gd name="csX22" fmla="*/ 13376 w 20542"/>
                <a:gd name="csY22" fmla="*/ 5733 h 20064"/>
                <a:gd name="csX23" fmla="*/ 13376 w 20542"/>
                <a:gd name="csY23" fmla="*/ 0 h 20064"/>
                <a:gd name="csX24" fmla="*/ 14809 w 20542"/>
                <a:gd name="csY24" fmla="*/ 0 h 20064"/>
                <a:gd name="csX25" fmla="*/ 15287 w 20542"/>
                <a:gd name="csY25" fmla="*/ 0 h 20064"/>
                <a:gd name="csX26" fmla="*/ 16243 w 20542"/>
                <a:gd name="csY26" fmla="*/ 956 h 20064"/>
                <a:gd name="csX27" fmla="*/ 16721 w 20542"/>
                <a:gd name="csY27" fmla="*/ 2866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0542" h="20064">
                  <a:moveTo>
                    <a:pt x="16721" y="2866"/>
                  </a:moveTo>
                  <a:lnTo>
                    <a:pt x="19109" y="8121"/>
                  </a:lnTo>
                  <a:lnTo>
                    <a:pt x="20542" y="10988"/>
                  </a:lnTo>
                  <a:lnTo>
                    <a:pt x="19587" y="16721"/>
                  </a:lnTo>
                  <a:lnTo>
                    <a:pt x="17198" y="19587"/>
                  </a:lnTo>
                  <a:lnTo>
                    <a:pt x="13376" y="20065"/>
                  </a:lnTo>
                  <a:lnTo>
                    <a:pt x="10510" y="19587"/>
                  </a:lnTo>
                  <a:lnTo>
                    <a:pt x="8599" y="18154"/>
                  </a:lnTo>
                  <a:lnTo>
                    <a:pt x="8599" y="16721"/>
                  </a:lnTo>
                  <a:lnTo>
                    <a:pt x="7644" y="16243"/>
                  </a:lnTo>
                  <a:lnTo>
                    <a:pt x="4777" y="18154"/>
                  </a:lnTo>
                  <a:lnTo>
                    <a:pt x="2866" y="18631"/>
                  </a:lnTo>
                  <a:lnTo>
                    <a:pt x="956" y="17198"/>
                  </a:lnTo>
                  <a:lnTo>
                    <a:pt x="0" y="14810"/>
                  </a:lnTo>
                  <a:lnTo>
                    <a:pt x="2389" y="11465"/>
                  </a:lnTo>
                  <a:lnTo>
                    <a:pt x="3822" y="9555"/>
                  </a:lnTo>
                  <a:lnTo>
                    <a:pt x="6688" y="9555"/>
                  </a:lnTo>
                  <a:lnTo>
                    <a:pt x="7166" y="10510"/>
                  </a:lnTo>
                  <a:lnTo>
                    <a:pt x="8599" y="10510"/>
                  </a:lnTo>
                  <a:lnTo>
                    <a:pt x="9555" y="7644"/>
                  </a:lnTo>
                  <a:lnTo>
                    <a:pt x="9555" y="5733"/>
                  </a:lnTo>
                  <a:lnTo>
                    <a:pt x="10032" y="4777"/>
                  </a:lnTo>
                  <a:lnTo>
                    <a:pt x="13376" y="5733"/>
                  </a:lnTo>
                  <a:lnTo>
                    <a:pt x="13376" y="0"/>
                  </a:lnTo>
                  <a:lnTo>
                    <a:pt x="14809" y="0"/>
                  </a:lnTo>
                  <a:lnTo>
                    <a:pt x="15287" y="0"/>
                  </a:lnTo>
                  <a:lnTo>
                    <a:pt x="16243" y="956"/>
                  </a:lnTo>
                  <a:lnTo>
                    <a:pt x="1672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4" name="Freeform 5133">
              <a:extLst>
                <a:ext uri="{FF2B5EF4-FFF2-40B4-BE49-F238E27FC236}">
                  <a16:creationId xmlns:a16="http://schemas.microsoft.com/office/drawing/2014/main" id="{AC2769F5-0C51-FF11-A6C7-67D4A2EB15CB}"/>
                </a:ext>
              </a:extLst>
            </p:cNvPr>
            <p:cNvSpPr/>
            <p:nvPr/>
          </p:nvSpPr>
          <p:spPr>
            <a:xfrm>
              <a:off x="6145683" y="3020325"/>
              <a:ext cx="18153" cy="13854"/>
            </a:xfrm>
            <a:custGeom>
              <a:avLst/>
              <a:gdLst>
                <a:gd name="csX0" fmla="*/ 13376 w 18153"/>
                <a:gd name="csY0" fmla="*/ 478 h 13854"/>
                <a:gd name="csX1" fmla="*/ 14332 w 18153"/>
                <a:gd name="csY1" fmla="*/ 1433 h 13854"/>
                <a:gd name="csX2" fmla="*/ 17676 w 18153"/>
                <a:gd name="csY2" fmla="*/ 955 h 13854"/>
                <a:gd name="csX3" fmla="*/ 18154 w 18153"/>
                <a:gd name="csY3" fmla="*/ 1433 h 13854"/>
                <a:gd name="csX4" fmla="*/ 17676 w 18153"/>
                <a:gd name="csY4" fmla="*/ 2866 h 13854"/>
                <a:gd name="csX5" fmla="*/ 16243 w 18153"/>
                <a:gd name="csY5" fmla="*/ 4300 h 13854"/>
                <a:gd name="csX6" fmla="*/ 13376 w 18153"/>
                <a:gd name="csY6" fmla="*/ 5255 h 13854"/>
                <a:gd name="csX7" fmla="*/ 12421 w 18153"/>
                <a:gd name="csY7" fmla="*/ 7644 h 13854"/>
                <a:gd name="csX8" fmla="*/ 11465 w 18153"/>
                <a:gd name="csY8" fmla="*/ 8121 h 13854"/>
                <a:gd name="csX9" fmla="*/ 9077 w 18153"/>
                <a:gd name="csY9" fmla="*/ 8121 h 13854"/>
                <a:gd name="csX10" fmla="*/ 7644 w 18153"/>
                <a:gd name="csY10" fmla="*/ 9077 h 13854"/>
                <a:gd name="csX11" fmla="*/ 5733 w 18153"/>
                <a:gd name="csY11" fmla="*/ 10988 h 13854"/>
                <a:gd name="csX12" fmla="*/ 4299 w 18153"/>
                <a:gd name="csY12" fmla="*/ 9555 h 13854"/>
                <a:gd name="csX13" fmla="*/ 3822 w 18153"/>
                <a:gd name="csY13" fmla="*/ 10510 h 13854"/>
                <a:gd name="csX14" fmla="*/ 3822 w 18153"/>
                <a:gd name="csY14" fmla="*/ 12421 h 13854"/>
                <a:gd name="csX15" fmla="*/ 2866 w 18153"/>
                <a:gd name="csY15" fmla="*/ 12899 h 13854"/>
                <a:gd name="csX16" fmla="*/ 478 w 18153"/>
                <a:gd name="csY16" fmla="*/ 13854 h 13854"/>
                <a:gd name="csX17" fmla="*/ 0 w 18153"/>
                <a:gd name="csY17" fmla="*/ 9077 h 13854"/>
                <a:gd name="csX18" fmla="*/ 955 w 18153"/>
                <a:gd name="csY18" fmla="*/ 7644 h 13854"/>
                <a:gd name="csX19" fmla="*/ 1911 w 18153"/>
                <a:gd name="csY19" fmla="*/ 5733 h 13854"/>
                <a:gd name="csX20" fmla="*/ 3344 w 18153"/>
                <a:gd name="csY20" fmla="*/ 5255 h 13854"/>
                <a:gd name="csX21" fmla="*/ 4299 w 18153"/>
                <a:gd name="csY21" fmla="*/ 5733 h 13854"/>
                <a:gd name="csX22" fmla="*/ 6688 w 18153"/>
                <a:gd name="csY22" fmla="*/ 1433 h 13854"/>
                <a:gd name="csX23" fmla="*/ 9555 w 18153"/>
                <a:gd name="csY23" fmla="*/ 0 h 13854"/>
                <a:gd name="csX24" fmla="*/ 11465 w 18153"/>
                <a:gd name="csY24" fmla="*/ 0 h 13854"/>
                <a:gd name="csX25" fmla="*/ 13376 w 18153"/>
                <a:gd name="csY25" fmla="*/ 478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8153" h="13854">
                  <a:moveTo>
                    <a:pt x="13376" y="478"/>
                  </a:moveTo>
                  <a:lnTo>
                    <a:pt x="14332" y="1433"/>
                  </a:lnTo>
                  <a:lnTo>
                    <a:pt x="17676" y="955"/>
                  </a:lnTo>
                  <a:lnTo>
                    <a:pt x="18154" y="1433"/>
                  </a:lnTo>
                  <a:lnTo>
                    <a:pt x="17676" y="2866"/>
                  </a:lnTo>
                  <a:lnTo>
                    <a:pt x="16243" y="4300"/>
                  </a:lnTo>
                  <a:lnTo>
                    <a:pt x="13376" y="5255"/>
                  </a:lnTo>
                  <a:lnTo>
                    <a:pt x="12421" y="7644"/>
                  </a:lnTo>
                  <a:lnTo>
                    <a:pt x="11465" y="8121"/>
                  </a:lnTo>
                  <a:lnTo>
                    <a:pt x="9077" y="8121"/>
                  </a:lnTo>
                  <a:lnTo>
                    <a:pt x="7644" y="9077"/>
                  </a:lnTo>
                  <a:lnTo>
                    <a:pt x="5733" y="10988"/>
                  </a:lnTo>
                  <a:lnTo>
                    <a:pt x="4299" y="9555"/>
                  </a:lnTo>
                  <a:lnTo>
                    <a:pt x="3822" y="10510"/>
                  </a:lnTo>
                  <a:lnTo>
                    <a:pt x="3822" y="12421"/>
                  </a:lnTo>
                  <a:lnTo>
                    <a:pt x="2866" y="12899"/>
                  </a:lnTo>
                  <a:lnTo>
                    <a:pt x="478" y="13854"/>
                  </a:lnTo>
                  <a:lnTo>
                    <a:pt x="0" y="9077"/>
                  </a:lnTo>
                  <a:lnTo>
                    <a:pt x="955" y="7644"/>
                  </a:lnTo>
                  <a:lnTo>
                    <a:pt x="1911" y="5733"/>
                  </a:lnTo>
                  <a:lnTo>
                    <a:pt x="3344" y="5255"/>
                  </a:lnTo>
                  <a:lnTo>
                    <a:pt x="4299" y="5733"/>
                  </a:lnTo>
                  <a:lnTo>
                    <a:pt x="6688" y="1433"/>
                  </a:lnTo>
                  <a:lnTo>
                    <a:pt x="9555" y="0"/>
                  </a:lnTo>
                  <a:lnTo>
                    <a:pt x="11465" y="0"/>
                  </a:lnTo>
                  <a:lnTo>
                    <a:pt x="1337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5" name="Freeform 5134">
              <a:extLst>
                <a:ext uri="{FF2B5EF4-FFF2-40B4-BE49-F238E27FC236}">
                  <a16:creationId xmlns:a16="http://schemas.microsoft.com/office/drawing/2014/main" id="{8A71C80D-CF1A-6336-08AA-A004AAC38E63}"/>
                </a:ext>
              </a:extLst>
            </p:cNvPr>
            <p:cNvSpPr/>
            <p:nvPr/>
          </p:nvSpPr>
          <p:spPr>
            <a:xfrm>
              <a:off x="6138039" y="3030357"/>
              <a:ext cx="5732" cy="11943"/>
            </a:xfrm>
            <a:custGeom>
              <a:avLst/>
              <a:gdLst>
                <a:gd name="csX0" fmla="*/ 2867 w 5732"/>
                <a:gd name="csY0" fmla="*/ 9555 h 11943"/>
                <a:gd name="csX1" fmla="*/ 0 w 5732"/>
                <a:gd name="csY1" fmla="*/ 11943 h 11943"/>
                <a:gd name="csX2" fmla="*/ 956 w 5732"/>
                <a:gd name="csY2" fmla="*/ 7644 h 11943"/>
                <a:gd name="csX3" fmla="*/ 2867 w 5732"/>
                <a:gd name="csY3" fmla="*/ 2866 h 11943"/>
                <a:gd name="csX4" fmla="*/ 4777 w 5732"/>
                <a:gd name="csY4" fmla="*/ 0 h 11943"/>
                <a:gd name="csX5" fmla="*/ 5733 w 5732"/>
                <a:gd name="csY5" fmla="*/ 955 h 11943"/>
                <a:gd name="csX6" fmla="*/ 5255 w 5732"/>
                <a:gd name="csY6" fmla="*/ 3344 h 11943"/>
                <a:gd name="csX7" fmla="*/ 5255 w 5732"/>
                <a:gd name="csY7" fmla="*/ 5733 h 11943"/>
                <a:gd name="csX8" fmla="*/ 4777 w 5732"/>
                <a:gd name="csY8" fmla="*/ 6688 h 11943"/>
                <a:gd name="csX9" fmla="*/ 2867 w 5732"/>
                <a:gd name="csY9" fmla="*/ 9555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11943">
                  <a:moveTo>
                    <a:pt x="2867" y="9555"/>
                  </a:moveTo>
                  <a:lnTo>
                    <a:pt x="0" y="11943"/>
                  </a:lnTo>
                  <a:lnTo>
                    <a:pt x="956" y="7644"/>
                  </a:lnTo>
                  <a:lnTo>
                    <a:pt x="2867" y="2866"/>
                  </a:lnTo>
                  <a:lnTo>
                    <a:pt x="4777" y="0"/>
                  </a:lnTo>
                  <a:lnTo>
                    <a:pt x="5733" y="955"/>
                  </a:lnTo>
                  <a:lnTo>
                    <a:pt x="5255" y="3344"/>
                  </a:lnTo>
                  <a:lnTo>
                    <a:pt x="5255" y="5733"/>
                  </a:lnTo>
                  <a:lnTo>
                    <a:pt x="4777" y="6688"/>
                  </a:lnTo>
                  <a:lnTo>
                    <a:pt x="2867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6" name="Freeform 5135">
              <a:extLst>
                <a:ext uri="{FF2B5EF4-FFF2-40B4-BE49-F238E27FC236}">
                  <a16:creationId xmlns:a16="http://schemas.microsoft.com/office/drawing/2014/main" id="{8BB98162-30E2-D5C8-64BC-E4CB1B5862E6}"/>
                </a:ext>
              </a:extLst>
            </p:cNvPr>
            <p:cNvSpPr/>
            <p:nvPr/>
          </p:nvSpPr>
          <p:spPr>
            <a:xfrm>
              <a:off x="6128007" y="3117304"/>
              <a:ext cx="6210" cy="8121"/>
            </a:xfrm>
            <a:custGeom>
              <a:avLst/>
              <a:gdLst>
                <a:gd name="csX0" fmla="*/ 1911 w 6210"/>
                <a:gd name="csY0" fmla="*/ 7644 h 8121"/>
                <a:gd name="csX1" fmla="*/ 0 w 6210"/>
                <a:gd name="csY1" fmla="*/ 8121 h 8121"/>
                <a:gd name="csX2" fmla="*/ 478 w 6210"/>
                <a:gd name="csY2" fmla="*/ 5733 h 8121"/>
                <a:gd name="csX3" fmla="*/ 1911 w 6210"/>
                <a:gd name="csY3" fmla="*/ 3822 h 8121"/>
                <a:gd name="csX4" fmla="*/ 2389 w 6210"/>
                <a:gd name="csY4" fmla="*/ 2866 h 8121"/>
                <a:gd name="csX5" fmla="*/ 2866 w 6210"/>
                <a:gd name="csY5" fmla="*/ 1433 h 8121"/>
                <a:gd name="csX6" fmla="*/ 4299 w 6210"/>
                <a:gd name="csY6" fmla="*/ 0 h 8121"/>
                <a:gd name="csX7" fmla="*/ 6210 w 6210"/>
                <a:gd name="csY7" fmla="*/ 1433 h 8121"/>
                <a:gd name="csX8" fmla="*/ 6210 w 6210"/>
                <a:gd name="csY8" fmla="*/ 4300 h 8121"/>
                <a:gd name="csX9" fmla="*/ 5255 w 6210"/>
                <a:gd name="csY9" fmla="*/ 6211 h 8121"/>
                <a:gd name="csX10" fmla="*/ 1911 w 6210"/>
                <a:gd name="csY10" fmla="*/ 7644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210" h="8121">
                  <a:moveTo>
                    <a:pt x="1911" y="7644"/>
                  </a:moveTo>
                  <a:lnTo>
                    <a:pt x="0" y="8121"/>
                  </a:lnTo>
                  <a:lnTo>
                    <a:pt x="478" y="5733"/>
                  </a:lnTo>
                  <a:lnTo>
                    <a:pt x="1911" y="3822"/>
                  </a:lnTo>
                  <a:lnTo>
                    <a:pt x="2389" y="2866"/>
                  </a:lnTo>
                  <a:lnTo>
                    <a:pt x="2866" y="1433"/>
                  </a:lnTo>
                  <a:lnTo>
                    <a:pt x="4299" y="0"/>
                  </a:lnTo>
                  <a:lnTo>
                    <a:pt x="6210" y="1433"/>
                  </a:lnTo>
                  <a:lnTo>
                    <a:pt x="6210" y="4300"/>
                  </a:lnTo>
                  <a:lnTo>
                    <a:pt x="5255" y="6211"/>
                  </a:lnTo>
                  <a:lnTo>
                    <a:pt x="1911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7" name="Freeform 5136">
              <a:extLst>
                <a:ext uri="{FF2B5EF4-FFF2-40B4-BE49-F238E27FC236}">
                  <a16:creationId xmlns:a16="http://schemas.microsoft.com/office/drawing/2014/main" id="{1B42698A-E2D9-552A-D6D0-6DEA93E1EAC9}"/>
                </a:ext>
              </a:extLst>
            </p:cNvPr>
            <p:cNvSpPr/>
            <p:nvPr/>
          </p:nvSpPr>
          <p:spPr>
            <a:xfrm>
              <a:off x="6130396" y="3126381"/>
              <a:ext cx="6688" cy="4777"/>
            </a:xfrm>
            <a:custGeom>
              <a:avLst/>
              <a:gdLst>
                <a:gd name="csX0" fmla="*/ 1433 w 6688"/>
                <a:gd name="csY0" fmla="*/ 4777 h 4777"/>
                <a:gd name="csX1" fmla="*/ 0 w 6688"/>
                <a:gd name="csY1" fmla="*/ 4777 h 4777"/>
                <a:gd name="csX2" fmla="*/ 0 w 6688"/>
                <a:gd name="csY2" fmla="*/ 3344 h 4777"/>
                <a:gd name="csX3" fmla="*/ 956 w 6688"/>
                <a:gd name="csY3" fmla="*/ 1433 h 4777"/>
                <a:gd name="csX4" fmla="*/ 2389 w 6688"/>
                <a:gd name="csY4" fmla="*/ 478 h 4777"/>
                <a:gd name="csX5" fmla="*/ 4299 w 6688"/>
                <a:gd name="csY5" fmla="*/ 0 h 4777"/>
                <a:gd name="csX6" fmla="*/ 6210 w 6688"/>
                <a:gd name="csY6" fmla="*/ 0 h 4777"/>
                <a:gd name="csX7" fmla="*/ 6688 w 6688"/>
                <a:gd name="csY7" fmla="*/ 956 h 4777"/>
                <a:gd name="csX8" fmla="*/ 5733 w 6688"/>
                <a:gd name="csY8" fmla="*/ 1911 h 4777"/>
                <a:gd name="csX9" fmla="*/ 1433 w 6688"/>
                <a:gd name="csY9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688" h="4777">
                  <a:moveTo>
                    <a:pt x="1433" y="4777"/>
                  </a:moveTo>
                  <a:lnTo>
                    <a:pt x="0" y="4777"/>
                  </a:lnTo>
                  <a:lnTo>
                    <a:pt x="0" y="3344"/>
                  </a:lnTo>
                  <a:lnTo>
                    <a:pt x="956" y="1433"/>
                  </a:lnTo>
                  <a:lnTo>
                    <a:pt x="2389" y="478"/>
                  </a:lnTo>
                  <a:lnTo>
                    <a:pt x="4299" y="0"/>
                  </a:lnTo>
                  <a:lnTo>
                    <a:pt x="6210" y="0"/>
                  </a:lnTo>
                  <a:lnTo>
                    <a:pt x="6688" y="956"/>
                  </a:lnTo>
                  <a:lnTo>
                    <a:pt x="5733" y="1911"/>
                  </a:lnTo>
                  <a:lnTo>
                    <a:pt x="1433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8" name="Freeform 5137">
              <a:extLst>
                <a:ext uri="{FF2B5EF4-FFF2-40B4-BE49-F238E27FC236}">
                  <a16:creationId xmlns:a16="http://schemas.microsoft.com/office/drawing/2014/main" id="{0AA53B7C-7572-B096-2221-40C044C4A7CF}"/>
                </a:ext>
              </a:extLst>
            </p:cNvPr>
            <p:cNvSpPr/>
            <p:nvPr/>
          </p:nvSpPr>
          <p:spPr>
            <a:xfrm>
              <a:off x="6117019" y="3139757"/>
              <a:ext cx="4777" cy="5255"/>
            </a:xfrm>
            <a:custGeom>
              <a:avLst/>
              <a:gdLst>
                <a:gd name="csX0" fmla="*/ 3822 w 4777"/>
                <a:gd name="csY0" fmla="*/ 3822 h 5255"/>
                <a:gd name="csX1" fmla="*/ 2866 w 4777"/>
                <a:gd name="csY1" fmla="*/ 5255 h 5255"/>
                <a:gd name="csX2" fmla="*/ 478 w 4777"/>
                <a:gd name="csY2" fmla="*/ 4777 h 5255"/>
                <a:gd name="csX3" fmla="*/ 0 w 4777"/>
                <a:gd name="csY3" fmla="*/ 3344 h 5255"/>
                <a:gd name="csX4" fmla="*/ 955 w 4777"/>
                <a:gd name="csY4" fmla="*/ 955 h 5255"/>
                <a:gd name="csX5" fmla="*/ 2389 w 4777"/>
                <a:gd name="csY5" fmla="*/ 0 h 5255"/>
                <a:gd name="csX6" fmla="*/ 4299 w 4777"/>
                <a:gd name="csY6" fmla="*/ 478 h 5255"/>
                <a:gd name="csX7" fmla="*/ 4777 w 4777"/>
                <a:gd name="csY7" fmla="*/ 1433 h 5255"/>
                <a:gd name="csX8" fmla="*/ 3822 w 4777"/>
                <a:gd name="csY8" fmla="*/ 3822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5255">
                  <a:moveTo>
                    <a:pt x="3822" y="3822"/>
                  </a:moveTo>
                  <a:lnTo>
                    <a:pt x="2866" y="5255"/>
                  </a:lnTo>
                  <a:lnTo>
                    <a:pt x="478" y="4777"/>
                  </a:lnTo>
                  <a:lnTo>
                    <a:pt x="0" y="3344"/>
                  </a:lnTo>
                  <a:lnTo>
                    <a:pt x="955" y="955"/>
                  </a:lnTo>
                  <a:lnTo>
                    <a:pt x="2389" y="0"/>
                  </a:lnTo>
                  <a:lnTo>
                    <a:pt x="4299" y="478"/>
                  </a:lnTo>
                  <a:lnTo>
                    <a:pt x="4777" y="1433"/>
                  </a:lnTo>
                  <a:lnTo>
                    <a:pt x="3822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9" name="Freeform 5138">
              <a:extLst>
                <a:ext uri="{FF2B5EF4-FFF2-40B4-BE49-F238E27FC236}">
                  <a16:creationId xmlns:a16="http://schemas.microsoft.com/office/drawing/2014/main" id="{C82BD7C6-A1D0-E8BD-C14E-EA45575E6CA4}"/>
                </a:ext>
              </a:extLst>
            </p:cNvPr>
            <p:cNvSpPr/>
            <p:nvPr/>
          </p:nvSpPr>
          <p:spPr>
            <a:xfrm>
              <a:off x="6096955" y="3171765"/>
              <a:ext cx="10032" cy="5732"/>
            </a:xfrm>
            <a:custGeom>
              <a:avLst/>
              <a:gdLst>
                <a:gd name="csX0" fmla="*/ 9555 w 10032"/>
                <a:gd name="csY0" fmla="*/ 4777 h 5732"/>
                <a:gd name="csX1" fmla="*/ 8599 w 10032"/>
                <a:gd name="csY1" fmla="*/ 5733 h 5732"/>
                <a:gd name="csX2" fmla="*/ 6210 w 10032"/>
                <a:gd name="csY2" fmla="*/ 4777 h 5732"/>
                <a:gd name="csX3" fmla="*/ 1433 w 10032"/>
                <a:gd name="csY3" fmla="*/ 5733 h 5732"/>
                <a:gd name="csX4" fmla="*/ 0 w 10032"/>
                <a:gd name="csY4" fmla="*/ 4300 h 5732"/>
                <a:gd name="csX5" fmla="*/ 1433 w 10032"/>
                <a:gd name="csY5" fmla="*/ 2389 h 5732"/>
                <a:gd name="csX6" fmla="*/ 5255 w 10032"/>
                <a:gd name="csY6" fmla="*/ 0 h 5732"/>
                <a:gd name="csX7" fmla="*/ 7644 w 10032"/>
                <a:gd name="csY7" fmla="*/ 0 h 5732"/>
                <a:gd name="csX8" fmla="*/ 10032 w 10032"/>
                <a:gd name="csY8" fmla="*/ 2866 h 5732"/>
                <a:gd name="csX9" fmla="*/ 9555 w 10032"/>
                <a:gd name="csY9" fmla="*/ 4777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032" h="5732">
                  <a:moveTo>
                    <a:pt x="9555" y="4777"/>
                  </a:moveTo>
                  <a:lnTo>
                    <a:pt x="8599" y="5733"/>
                  </a:lnTo>
                  <a:lnTo>
                    <a:pt x="6210" y="4777"/>
                  </a:lnTo>
                  <a:lnTo>
                    <a:pt x="1433" y="5733"/>
                  </a:lnTo>
                  <a:lnTo>
                    <a:pt x="0" y="4300"/>
                  </a:lnTo>
                  <a:lnTo>
                    <a:pt x="1433" y="2389"/>
                  </a:lnTo>
                  <a:lnTo>
                    <a:pt x="5255" y="0"/>
                  </a:lnTo>
                  <a:lnTo>
                    <a:pt x="7644" y="0"/>
                  </a:lnTo>
                  <a:lnTo>
                    <a:pt x="10032" y="2866"/>
                  </a:lnTo>
                  <a:lnTo>
                    <a:pt x="9555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0" name="Freeform 5139">
              <a:extLst>
                <a:ext uri="{FF2B5EF4-FFF2-40B4-BE49-F238E27FC236}">
                  <a16:creationId xmlns:a16="http://schemas.microsoft.com/office/drawing/2014/main" id="{20650F35-5654-6DCD-FE2E-8ADB6038F3F7}"/>
                </a:ext>
              </a:extLst>
            </p:cNvPr>
            <p:cNvSpPr/>
            <p:nvPr/>
          </p:nvSpPr>
          <p:spPr>
            <a:xfrm>
              <a:off x="6048226" y="3220971"/>
              <a:ext cx="10510" cy="5732"/>
            </a:xfrm>
            <a:custGeom>
              <a:avLst/>
              <a:gdLst>
                <a:gd name="csX0" fmla="*/ 3344 w 10510"/>
                <a:gd name="csY0" fmla="*/ 5733 h 5732"/>
                <a:gd name="csX1" fmla="*/ 1433 w 10510"/>
                <a:gd name="csY1" fmla="*/ 5733 h 5732"/>
                <a:gd name="csX2" fmla="*/ 0 w 10510"/>
                <a:gd name="csY2" fmla="*/ 4777 h 5732"/>
                <a:gd name="csX3" fmla="*/ 3344 w 10510"/>
                <a:gd name="csY3" fmla="*/ 2866 h 5732"/>
                <a:gd name="csX4" fmla="*/ 8121 w 10510"/>
                <a:gd name="csY4" fmla="*/ 1433 h 5732"/>
                <a:gd name="csX5" fmla="*/ 8599 w 10510"/>
                <a:gd name="csY5" fmla="*/ 0 h 5732"/>
                <a:gd name="csX6" fmla="*/ 9555 w 10510"/>
                <a:gd name="csY6" fmla="*/ 0 h 5732"/>
                <a:gd name="csX7" fmla="*/ 10032 w 10510"/>
                <a:gd name="csY7" fmla="*/ 1433 h 5732"/>
                <a:gd name="csX8" fmla="*/ 10510 w 10510"/>
                <a:gd name="csY8" fmla="*/ 3344 h 5732"/>
                <a:gd name="csX9" fmla="*/ 9555 w 10510"/>
                <a:gd name="csY9" fmla="*/ 4300 h 5732"/>
                <a:gd name="csX10" fmla="*/ 3344 w 10510"/>
                <a:gd name="csY10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0510" h="5732">
                  <a:moveTo>
                    <a:pt x="3344" y="5733"/>
                  </a:moveTo>
                  <a:lnTo>
                    <a:pt x="1433" y="5733"/>
                  </a:lnTo>
                  <a:lnTo>
                    <a:pt x="0" y="4777"/>
                  </a:lnTo>
                  <a:lnTo>
                    <a:pt x="3344" y="2866"/>
                  </a:lnTo>
                  <a:lnTo>
                    <a:pt x="8121" y="1433"/>
                  </a:lnTo>
                  <a:lnTo>
                    <a:pt x="8599" y="0"/>
                  </a:lnTo>
                  <a:lnTo>
                    <a:pt x="9555" y="0"/>
                  </a:lnTo>
                  <a:lnTo>
                    <a:pt x="10032" y="1433"/>
                  </a:lnTo>
                  <a:lnTo>
                    <a:pt x="10510" y="3344"/>
                  </a:lnTo>
                  <a:lnTo>
                    <a:pt x="9555" y="4300"/>
                  </a:lnTo>
                  <a:lnTo>
                    <a:pt x="3344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1" name="Freeform 5140">
              <a:extLst>
                <a:ext uri="{FF2B5EF4-FFF2-40B4-BE49-F238E27FC236}">
                  <a16:creationId xmlns:a16="http://schemas.microsoft.com/office/drawing/2014/main" id="{C82A6FE8-388E-A44C-1463-539880F07322}"/>
                </a:ext>
              </a:extLst>
            </p:cNvPr>
            <p:cNvSpPr/>
            <p:nvPr/>
          </p:nvSpPr>
          <p:spPr>
            <a:xfrm>
              <a:off x="6038671" y="3234826"/>
              <a:ext cx="6688" cy="5255"/>
            </a:xfrm>
            <a:custGeom>
              <a:avLst/>
              <a:gdLst>
                <a:gd name="csX0" fmla="*/ 5733 w 6688"/>
                <a:gd name="csY0" fmla="*/ 5255 h 5255"/>
                <a:gd name="csX1" fmla="*/ 3822 w 6688"/>
                <a:gd name="csY1" fmla="*/ 5255 h 5255"/>
                <a:gd name="csX2" fmla="*/ 1433 w 6688"/>
                <a:gd name="csY2" fmla="*/ 4777 h 5255"/>
                <a:gd name="csX3" fmla="*/ 0 w 6688"/>
                <a:gd name="csY3" fmla="*/ 3344 h 5255"/>
                <a:gd name="csX4" fmla="*/ 0 w 6688"/>
                <a:gd name="csY4" fmla="*/ 1911 h 5255"/>
                <a:gd name="csX5" fmla="*/ 2389 w 6688"/>
                <a:gd name="csY5" fmla="*/ 478 h 5255"/>
                <a:gd name="csX6" fmla="*/ 5255 w 6688"/>
                <a:gd name="csY6" fmla="*/ 0 h 5255"/>
                <a:gd name="csX7" fmla="*/ 6210 w 6688"/>
                <a:gd name="csY7" fmla="*/ 1433 h 5255"/>
                <a:gd name="csX8" fmla="*/ 6688 w 6688"/>
                <a:gd name="csY8" fmla="*/ 4300 h 5255"/>
                <a:gd name="csX9" fmla="*/ 5733 w 6688"/>
                <a:gd name="csY9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688" h="5255">
                  <a:moveTo>
                    <a:pt x="5733" y="5255"/>
                  </a:moveTo>
                  <a:lnTo>
                    <a:pt x="3822" y="5255"/>
                  </a:lnTo>
                  <a:lnTo>
                    <a:pt x="1433" y="4777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2389" y="478"/>
                  </a:lnTo>
                  <a:lnTo>
                    <a:pt x="5255" y="0"/>
                  </a:lnTo>
                  <a:lnTo>
                    <a:pt x="6210" y="1433"/>
                  </a:lnTo>
                  <a:lnTo>
                    <a:pt x="6688" y="4300"/>
                  </a:lnTo>
                  <a:lnTo>
                    <a:pt x="5733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2" name="Freeform 5141">
              <a:extLst>
                <a:ext uri="{FF2B5EF4-FFF2-40B4-BE49-F238E27FC236}">
                  <a16:creationId xmlns:a16="http://schemas.microsoft.com/office/drawing/2014/main" id="{E06691A9-BB7D-4777-E498-34025E4BA41F}"/>
                </a:ext>
              </a:extLst>
            </p:cNvPr>
            <p:cNvSpPr/>
            <p:nvPr/>
          </p:nvSpPr>
          <p:spPr>
            <a:xfrm>
              <a:off x="5978955" y="3323683"/>
              <a:ext cx="3344" cy="4777"/>
            </a:xfrm>
            <a:custGeom>
              <a:avLst/>
              <a:gdLst>
                <a:gd name="csX0" fmla="*/ 3344 w 3344"/>
                <a:gd name="csY0" fmla="*/ 4300 h 4777"/>
                <a:gd name="csX1" fmla="*/ 1433 w 3344"/>
                <a:gd name="csY1" fmla="*/ 4777 h 4777"/>
                <a:gd name="csX2" fmla="*/ 0 w 3344"/>
                <a:gd name="csY2" fmla="*/ 4300 h 4777"/>
                <a:gd name="csX3" fmla="*/ 478 w 3344"/>
                <a:gd name="csY3" fmla="*/ 478 h 4777"/>
                <a:gd name="csX4" fmla="*/ 956 w 3344"/>
                <a:gd name="csY4" fmla="*/ 0 h 4777"/>
                <a:gd name="csX5" fmla="*/ 2389 w 3344"/>
                <a:gd name="csY5" fmla="*/ 0 h 4777"/>
                <a:gd name="csX6" fmla="*/ 3344 w 3344"/>
                <a:gd name="csY6" fmla="*/ 1911 h 4777"/>
                <a:gd name="csX7" fmla="*/ 3344 w 3344"/>
                <a:gd name="csY7" fmla="*/ 430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4777">
                  <a:moveTo>
                    <a:pt x="3344" y="4300"/>
                  </a:moveTo>
                  <a:lnTo>
                    <a:pt x="1433" y="4777"/>
                  </a:lnTo>
                  <a:lnTo>
                    <a:pt x="0" y="4300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3344" y="1911"/>
                  </a:lnTo>
                  <a:lnTo>
                    <a:pt x="3344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3" name="Freeform 5142">
              <a:extLst>
                <a:ext uri="{FF2B5EF4-FFF2-40B4-BE49-F238E27FC236}">
                  <a16:creationId xmlns:a16="http://schemas.microsoft.com/office/drawing/2014/main" id="{7FAAC8BC-D816-F13E-9F11-BD62523869D3}"/>
                </a:ext>
              </a:extLst>
            </p:cNvPr>
            <p:cNvSpPr/>
            <p:nvPr/>
          </p:nvSpPr>
          <p:spPr>
            <a:xfrm>
              <a:off x="5981344" y="3351391"/>
              <a:ext cx="3344" cy="9554"/>
            </a:xfrm>
            <a:custGeom>
              <a:avLst/>
              <a:gdLst>
                <a:gd name="csX0" fmla="*/ 3344 w 3344"/>
                <a:gd name="csY0" fmla="*/ 5255 h 9554"/>
                <a:gd name="csX1" fmla="*/ 3344 w 3344"/>
                <a:gd name="csY1" fmla="*/ 9555 h 9554"/>
                <a:gd name="csX2" fmla="*/ 1433 w 3344"/>
                <a:gd name="csY2" fmla="*/ 9077 h 9554"/>
                <a:gd name="csX3" fmla="*/ 478 w 3344"/>
                <a:gd name="csY3" fmla="*/ 7644 h 9554"/>
                <a:gd name="csX4" fmla="*/ 478 w 3344"/>
                <a:gd name="csY4" fmla="*/ 6688 h 9554"/>
                <a:gd name="csX5" fmla="*/ 478 w 3344"/>
                <a:gd name="csY5" fmla="*/ 4300 h 9554"/>
                <a:gd name="csX6" fmla="*/ 0 w 3344"/>
                <a:gd name="csY6" fmla="*/ 1433 h 9554"/>
                <a:gd name="csX7" fmla="*/ 478 w 3344"/>
                <a:gd name="csY7" fmla="*/ 0 h 9554"/>
                <a:gd name="csX8" fmla="*/ 1433 w 3344"/>
                <a:gd name="csY8" fmla="*/ 0 h 9554"/>
                <a:gd name="csX9" fmla="*/ 2389 w 3344"/>
                <a:gd name="csY9" fmla="*/ 2389 h 9554"/>
                <a:gd name="csX10" fmla="*/ 3344 w 3344"/>
                <a:gd name="csY10" fmla="*/ 52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9554">
                  <a:moveTo>
                    <a:pt x="3344" y="5255"/>
                  </a:moveTo>
                  <a:lnTo>
                    <a:pt x="3344" y="9555"/>
                  </a:lnTo>
                  <a:lnTo>
                    <a:pt x="1433" y="9077"/>
                  </a:lnTo>
                  <a:lnTo>
                    <a:pt x="478" y="7644"/>
                  </a:lnTo>
                  <a:lnTo>
                    <a:pt x="478" y="6688"/>
                  </a:lnTo>
                  <a:lnTo>
                    <a:pt x="478" y="4300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2389" y="2389"/>
                  </a:lnTo>
                  <a:lnTo>
                    <a:pt x="3344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4" name="Freeform 5143">
              <a:extLst>
                <a:ext uri="{FF2B5EF4-FFF2-40B4-BE49-F238E27FC236}">
                  <a16:creationId xmlns:a16="http://schemas.microsoft.com/office/drawing/2014/main" id="{6F3FB73F-8FC9-CA5D-CD05-6396A242913C}"/>
                </a:ext>
              </a:extLst>
            </p:cNvPr>
            <p:cNvSpPr/>
            <p:nvPr/>
          </p:nvSpPr>
          <p:spPr>
            <a:xfrm>
              <a:off x="7471382" y="4157321"/>
              <a:ext cx="160516" cy="83125"/>
            </a:xfrm>
            <a:custGeom>
              <a:avLst/>
              <a:gdLst>
                <a:gd name="csX0" fmla="*/ 159562 w 160516"/>
                <a:gd name="csY0" fmla="*/ 52073 h 83125"/>
                <a:gd name="csX1" fmla="*/ 160517 w 160516"/>
                <a:gd name="csY1" fmla="*/ 52550 h 83125"/>
                <a:gd name="csX2" fmla="*/ 160517 w 160516"/>
                <a:gd name="csY2" fmla="*/ 53506 h 83125"/>
                <a:gd name="csX3" fmla="*/ 160517 w 160516"/>
                <a:gd name="csY3" fmla="*/ 54461 h 83125"/>
                <a:gd name="csX4" fmla="*/ 159562 w 160516"/>
                <a:gd name="csY4" fmla="*/ 56850 h 83125"/>
                <a:gd name="csX5" fmla="*/ 158606 w 160516"/>
                <a:gd name="csY5" fmla="*/ 58283 h 83125"/>
                <a:gd name="csX6" fmla="*/ 158606 w 160516"/>
                <a:gd name="csY6" fmla="*/ 58283 h 83125"/>
                <a:gd name="csX7" fmla="*/ 158128 w 160516"/>
                <a:gd name="csY7" fmla="*/ 61627 h 83125"/>
                <a:gd name="csX8" fmla="*/ 157173 w 160516"/>
                <a:gd name="csY8" fmla="*/ 67360 h 83125"/>
                <a:gd name="csX9" fmla="*/ 157173 w 160516"/>
                <a:gd name="csY9" fmla="*/ 68316 h 83125"/>
                <a:gd name="csX10" fmla="*/ 159562 w 160516"/>
                <a:gd name="csY10" fmla="*/ 71659 h 83125"/>
                <a:gd name="csX11" fmla="*/ 160517 w 160516"/>
                <a:gd name="csY11" fmla="*/ 74048 h 83125"/>
                <a:gd name="csX12" fmla="*/ 160517 w 160516"/>
                <a:gd name="csY12" fmla="*/ 74048 h 83125"/>
                <a:gd name="csX13" fmla="*/ 160517 w 160516"/>
                <a:gd name="csY13" fmla="*/ 75481 h 83125"/>
                <a:gd name="csX14" fmla="*/ 159562 w 160516"/>
                <a:gd name="csY14" fmla="*/ 78348 h 83125"/>
                <a:gd name="csX15" fmla="*/ 158606 w 160516"/>
                <a:gd name="csY15" fmla="*/ 81692 h 83125"/>
                <a:gd name="csX16" fmla="*/ 158128 w 160516"/>
                <a:gd name="csY16" fmla="*/ 82170 h 83125"/>
                <a:gd name="csX17" fmla="*/ 157651 w 160516"/>
                <a:gd name="csY17" fmla="*/ 82647 h 83125"/>
                <a:gd name="csX18" fmla="*/ 156695 w 160516"/>
                <a:gd name="csY18" fmla="*/ 82170 h 83125"/>
                <a:gd name="csX19" fmla="*/ 154306 w 160516"/>
                <a:gd name="csY19" fmla="*/ 81214 h 83125"/>
                <a:gd name="csX20" fmla="*/ 152396 w 160516"/>
                <a:gd name="csY20" fmla="*/ 81692 h 83125"/>
                <a:gd name="csX21" fmla="*/ 150007 w 160516"/>
                <a:gd name="csY21" fmla="*/ 82170 h 83125"/>
                <a:gd name="csX22" fmla="*/ 148096 w 160516"/>
                <a:gd name="csY22" fmla="*/ 82170 h 83125"/>
                <a:gd name="csX23" fmla="*/ 147619 w 160516"/>
                <a:gd name="csY23" fmla="*/ 82170 h 83125"/>
                <a:gd name="csX24" fmla="*/ 145707 w 160516"/>
                <a:gd name="csY24" fmla="*/ 81692 h 83125"/>
                <a:gd name="csX25" fmla="*/ 143319 w 160516"/>
                <a:gd name="csY25" fmla="*/ 83125 h 83125"/>
                <a:gd name="csX26" fmla="*/ 140930 w 160516"/>
                <a:gd name="csY26" fmla="*/ 82170 h 83125"/>
                <a:gd name="csX27" fmla="*/ 139497 w 160516"/>
                <a:gd name="csY27" fmla="*/ 81214 h 83125"/>
                <a:gd name="csX28" fmla="*/ 138542 w 160516"/>
                <a:gd name="csY28" fmla="*/ 79303 h 83125"/>
                <a:gd name="csX29" fmla="*/ 138064 w 160516"/>
                <a:gd name="csY29" fmla="*/ 78825 h 83125"/>
                <a:gd name="csX30" fmla="*/ 132808 w 160516"/>
                <a:gd name="csY30" fmla="*/ 81214 h 83125"/>
                <a:gd name="csX31" fmla="*/ 131853 w 160516"/>
                <a:gd name="csY31" fmla="*/ 81214 h 83125"/>
                <a:gd name="csX32" fmla="*/ 128509 w 160516"/>
                <a:gd name="csY32" fmla="*/ 80259 h 83125"/>
                <a:gd name="csX33" fmla="*/ 128509 w 160516"/>
                <a:gd name="csY33" fmla="*/ 80259 h 83125"/>
                <a:gd name="csX34" fmla="*/ 126121 w 160516"/>
                <a:gd name="csY34" fmla="*/ 78825 h 83125"/>
                <a:gd name="csX35" fmla="*/ 125165 w 160516"/>
                <a:gd name="csY35" fmla="*/ 78348 h 83125"/>
                <a:gd name="csX36" fmla="*/ 122776 w 160516"/>
                <a:gd name="csY36" fmla="*/ 78348 h 83125"/>
                <a:gd name="csX37" fmla="*/ 120388 w 160516"/>
                <a:gd name="csY37" fmla="*/ 77870 h 83125"/>
                <a:gd name="csX38" fmla="*/ 118955 w 160516"/>
                <a:gd name="csY38" fmla="*/ 77392 h 83125"/>
                <a:gd name="csX39" fmla="*/ 117999 w 160516"/>
                <a:gd name="csY39" fmla="*/ 76915 h 83125"/>
                <a:gd name="csX40" fmla="*/ 115133 w 160516"/>
                <a:gd name="csY40" fmla="*/ 77870 h 83125"/>
                <a:gd name="csX41" fmla="*/ 113699 w 160516"/>
                <a:gd name="csY41" fmla="*/ 77870 h 83125"/>
                <a:gd name="csX42" fmla="*/ 113699 w 160516"/>
                <a:gd name="csY42" fmla="*/ 77870 h 83125"/>
                <a:gd name="csX43" fmla="*/ 112744 w 160516"/>
                <a:gd name="csY43" fmla="*/ 77392 h 83125"/>
                <a:gd name="csX44" fmla="*/ 112266 w 160516"/>
                <a:gd name="csY44" fmla="*/ 75959 h 83125"/>
                <a:gd name="csX45" fmla="*/ 111789 w 160516"/>
                <a:gd name="csY45" fmla="*/ 74526 h 83125"/>
                <a:gd name="csX46" fmla="*/ 111789 w 160516"/>
                <a:gd name="csY46" fmla="*/ 74526 h 83125"/>
                <a:gd name="csX47" fmla="*/ 110833 w 160516"/>
                <a:gd name="csY47" fmla="*/ 73570 h 83125"/>
                <a:gd name="csX48" fmla="*/ 109400 w 160516"/>
                <a:gd name="csY48" fmla="*/ 73093 h 83125"/>
                <a:gd name="csX49" fmla="*/ 107012 w 160516"/>
                <a:gd name="csY49" fmla="*/ 74048 h 83125"/>
                <a:gd name="csX50" fmla="*/ 103667 w 160516"/>
                <a:gd name="csY50" fmla="*/ 75004 h 83125"/>
                <a:gd name="csX51" fmla="*/ 102712 w 160516"/>
                <a:gd name="csY51" fmla="*/ 75004 h 83125"/>
                <a:gd name="csX52" fmla="*/ 101756 w 160516"/>
                <a:gd name="csY52" fmla="*/ 74526 h 83125"/>
                <a:gd name="csX53" fmla="*/ 101278 w 160516"/>
                <a:gd name="csY53" fmla="*/ 74526 h 83125"/>
                <a:gd name="csX54" fmla="*/ 101278 w 160516"/>
                <a:gd name="csY54" fmla="*/ 74526 h 83125"/>
                <a:gd name="csX55" fmla="*/ 100801 w 160516"/>
                <a:gd name="csY55" fmla="*/ 73093 h 83125"/>
                <a:gd name="csX56" fmla="*/ 100801 w 160516"/>
                <a:gd name="csY56" fmla="*/ 73093 h 83125"/>
                <a:gd name="csX57" fmla="*/ 100323 w 160516"/>
                <a:gd name="csY57" fmla="*/ 72615 h 83125"/>
                <a:gd name="csX58" fmla="*/ 99846 w 160516"/>
                <a:gd name="csY58" fmla="*/ 72615 h 83125"/>
                <a:gd name="csX59" fmla="*/ 98412 w 160516"/>
                <a:gd name="csY59" fmla="*/ 72615 h 83125"/>
                <a:gd name="csX60" fmla="*/ 98412 w 160516"/>
                <a:gd name="csY60" fmla="*/ 72615 h 83125"/>
                <a:gd name="csX61" fmla="*/ 96501 w 160516"/>
                <a:gd name="csY61" fmla="*/ 71659 h 83125"/>
                <a:gd name="csX62" fmla="*/ 91724 w 160516"/>
                <a:gd name="csY62" fmla="*/ 69271 h 83125"/>
                <a:gd name="csX63" fmla="*/ 91246 w 160516"/>
                <a:gd name="csY63" fmla="*/ 68316 h 83125"/>
                <a:gd name="csX64" fmla="*/ 91246 w 160516"/>
                <a:gd name="csY64" fmla="*/ 65927 h 83125"/>
                <a:gd name="csX65" fmla="*/ 90769 w 160516"/>
                <a:gd name="csY65" fmla="*/ 64971 h 83125"/>
                <a:gd name="csX66" fmla="*/ 90291 w 160516"/>
                <a:gd name="csY66" fmla="*/ 64016 h 83125"/>
                <a:gd name="csX67" fmla="*/ 87902 w 160516"/>
                <a:gd name="csY67" fmla="*/ 63060 h 83125"/>
                <a:gd name="csX68" fmla="*/ 82647 w 160516"/>
                <a:gd name="csY68" fmla="*/ 61150 h 83125"/>
                <a:gd name="csX69" fmla="*/ 79781 w 160516"/>
                <a:gd name="csY69" fmla="*/ 60194 h 83125"/>
                <a:gd name="csX70" fmla="*/ 78825 w 160516"/>
                <a:gd name="csY70" fmla="*/ 60672 h 83125"/>
                <a:gd name="csX71" fmla="*/ 75959 w 160516"/>
                <a:gd name="csY71" fmla="*/ 61150 h 83125"/>
                <a:gd name="csX72" fmla="*/ 75003 w 160516"/>
                <a:gd name="csY72" fmla="*/ 62105 h 83125"/>
                <a:gd name="csX73" fmla="*/ 74526 w 160516"/>
                <a:gd name="csY73" fmla="*/ 62105 h 83125"/>
                <a:gd name="csX74" fmla="*/ 73092 w 160516"/>
                <a:gd name="csY74" fmla="*/ 62105 h 83125"/>
                <a:gd name="csX75" fmla="*/ 69271 w 160516"/>
                <a:gd name="csY75" fmla="*/ 60672 h 83125"/>
                <a:gd name="csX76" fmla="*/ 67360 w 160516"/>
                <a:gd name="csY76" fmla="*/ 60672 h 83125"/>
                <a:gd name="csX77" fmla="*/ 65926 w 160516"/>
                <a:gd name="csY77" fmla="*/ 61150 h 83125"/>
                <a:gd name="csX78" fmla="*/ 65926 w 160516"/>
                <a:gd name="csY78" fmla="*/ 61627 h 83125"/>
                <a:gd name="csX79" fmla="*/ 65449 w 160516"/>
                <a:gd name="csY79" fmla="*/ 61627 h 83125"/>
                <a:gd name="csX80" fmla="*/ 64016 w 160516"/>
                <a:gd name="csY80" fmla="*/ 62583 h 83125"/>
                <a:gd name="csX81" fmla="*/ 63060 w 160516"/>
                <a:gd name="csY81" fmla="*/ 62105 h 83125"/>
                <a:gd name="csX82" fmla="*/ 62582 w 160516"/>
                <a:gd name="csY82" fmla="*/ 61627 h 83125"/>
                <a:gd name="csX83" fmla="*/ 59716 w 160516"/>
                <a:gd name="csY83" fmla="*/ 61150 h 83125"/>
                <a:gd name="csX84" fmla="*/ 56850 w 160516"/>
                <a:gd name="csY84" fmla="*/ 60672 h 83125"/>
                <a:gd name="csX85" fmla="*/ 53028 w 160516"/>
                <a:gd name="csY85" fmla="*/ 59239 h 83125"/>
                <a:gd name="csX86" fmla="*/ 52550 w 160516"/>
                <a:gd name="csY86" fmla="*/ 57805 h 83125"/>
                <a:gd name="csX87" fmla="*/ 52073 w 160516"/>
                <a:gd name="csY87" fmla="*/ 56372 h 83125"/>
                <a:gd name="csX88" fmla="*/ 51117 w 160516"/>
                <a:gd name="csY88" fmla="*/ 55894 h 83125"/>
                <a:gd name="csX89" fmla="*/ 51117 w 160516"/>
                <a:gd name="csY89" fmla="*/ 55894 h 83125"/>
                <a:gd name="csX90" fmla="*/ 47295 w 160516"/>
                <a:gd name="csY90" fmla="*/ 56372 h 83125"/>
                <a:gd name="csX91" fmla="*/ 44428 w 160516"/>
                <a:gd name="csY91" fmla="*/ 54461 h 83125"/>
                <a:gd name="csX92" fmla="*/ 40607 w 160516"/>
                <a:gd name="csY92" fmla="*/ 52550 h 83125"/>
                <a:gd name="csX93" fmla="*/ 39174 w 160516"/>
                <a:gd name="csY93" fmla="*/ 51595 h 83125"/>
                <a:gd name="csX94" fmla="*/ 39174 w 160516"/>
                <a:gd name="csY94" fmla="*/ 51595 h 83125"/>
                <a:gd name="csX95" fmla="*/ 38218 w 160516"/>
                <a:gd name="csY95" fmla="*/ 51595 h 83125"/>
                <a:gd name="csX96" fmla="*/ 37263 w 160516"/>
                <a:gd name="csY96" fmla="*/ 51595 h 83125"/>
                <a:gd name="csX97" fmla="*/ 36307 w 160516"/>
                <a:gd name="csY97" fmla="*/ 52073 h 83125"/>
                <a:gd name="csX98" fmla="*/ 35830 w 160516"/>
                <a:gd name="csY98" fmla="*/ 52550 h 83125"/>
                <a:gd name="csX99" fmla="*/ 35352 w 160516"/>
                <a:gd name="csY99" fmla="*/ 52073 h 83125"/>
                <a:gd name="csX100" fmla="*/ 33919 w 160516"/>
                <a:gd name="csY100" fmla="*/ 51595 h 83125"/>
                <a:gd name="csX101" fmla="*/ 31052 w 160516"/>
                <a:gd name="csY101" fmla="*/ 50162 h 83125"/>
                <a:gd name="csX102" fmla="*/ 28186 w 160516"/>
                <a:gd name="csY102" fmla="*/ 48251 h 83125"/>
                <a:gd name="csX103" fmla="*/ 24842 w 160516"/>
                <a:gd name="csY103" fmla="*/ 45862 h 83125"/>
                <a:gd name="csX104" fmla="*/ 23409 w 160516"/>
                <a:gd name="csY104" fmla="*/ 44429 h 83125"/>
                <a:gd name="csX105" fmla="*/ 22931 w 160516"/>
                <a:gd name="csY105" fmla="*/ 43474 h 83125"/>
                <a:gd name="csX106" fmla="*/ 22931 w 160516"/>
                <a:gd name="csY106" fmla="*/ 43474 h 83125"/>
                <a:gd name="csX107" fmla="*/ 21975 w 160516"/>
                <a:gd name="csY107" fmla="*/ 42518 h 83125"/>
                <a:gd name="csX108" fmla="*/ 21975 w 160516"/>
                <a:gd name="csY108" fmla="*/ 42518 h 83125"/>
                <a:gd name="csX109" fmla="*/ 19109 w 160516"/>
                <a:gd name="csY109" fmla="*/ 41085 h 83125"/>
                <a:gd name="csX110" fmla="*/ 16721 w 160516"/>
                <a:gd name="csY110" fmla="*/ 40129 h 83125"/>
                <a:gd name="csX111" fmla="*/ 13854 w 160516"/>
                <a:gd name="csY111" fmla="*/ 38696 h 83125"/>
                <a:gd name="csX112" fmla="*/ 13376 w 160516"/>
                <a:gd name="csY112" fmla="*/ 38218 h 83125"/>
                <a:gd name="csX113" fmla="*/ 11943 w 160516"/>
                <a:gd name="csY113" fmla="*/ 37263 h 83125"/>
                <a:gd name="csX114" fmla="*/ 10510 w 160516"/>
                <a:gd name="csY114" fmla="*/ 36308 h 83125"/>
                <a:gd name="csX115" fmla="*/ 9077 w 160516"/>
                <a:gd name="csY115" fmla="*/ 35830 h 83125"/>
                <a:gd name="csX116" fmla="*/ 8599 w 160516"/>
                <a:gd name="csY116" fmla="*/ 36308 h 83125"/>
                <a:gd name="csX117" fmla="*/ 8121 w 160516"/>
                <a:gd name="csY117" fmla="*/ 37263 h 83125"/>
                <a:gd name="csX118" fmla="*/ 7166 w 160516"/>
                <a:gd name="csY118" fmla="*/ 36785 h 83125"/>
                <a:gd name="csX119" fmla="*/ 5255 w 160516"/>
                <a:gd name="csY119" fmla="*/ 35830 h 83125"/>
                <a:gd name="csX120" fmla="*/ 3344 w 160516"/>
                <a:gd name="csY120" fmla="*/ 34874 h 83125"/>
                <a:gd name="csX121" fmla="*/ 1911 w 160516"/>
                <a:gd name="csY121" fmla="*/ 33441 h 83125"/>
                <a:gd name="csX122" fmla="*/ 0 w 160516"/>
                <a:gd name="csY122" fmla="*/ 32486 h 83125"/>
                <a:gd name="csX123" fmla="*/ 0 w 160516"/>
                <a:gd name="csY123" fmla="*/ 31530 h 83125"/>
                <a:gd name="csX124" fmla="*/ 478 w 160516"/>
                <a:gd name="csY124" fmla="*/ 29142 h 83125"/>
                <a:gd name="csX125" fmla="*/ 1433 w 160516"/>
                <a:gd name="csY125" fmla="*/ 26753 h 83125"/>
                <a:gd name="csX126" fmla="*/ 2389 w 160516"/>
                <a:gd name="csY126" fmla="*/ 26275 h 83125"/>
                <a:gd name="csX127" fmla="*/ 3344 w 160516"/>
                <a:gd name="csY127" fmla="*/ 24842 h 83125"/>
                <a:gd name="csX128" fmla="*/ 3821 w 160516"/>
                <a:gd name="csY128" fmla="*/ 22453 h 83125"/>
                <a:gd name="csX129" fmla="*/ 3821 w 160516"/>
                <a:gd name="csY129" fmla="*/ 20065 h 83125"/>
                <a:gd name="csX130" fmla="*/ 5255 w 160516"/>
                <a:gd name="csY130" fmla="*/ 17198 h 83125"/>
                <a:gd name="csX131" fmla="*/ 6688 w 160516"/>
                <a:gd name="csY131" fmla="*/ 13854 h 83125"/>
                <a:gd name="csX132" fmla="*/ 9555 w 160516"/>
                <a:gd name="csY132" fmla="*/ 10032 h 83125"/>
                <a:gd name="csX133" fmla="*/ 10987 w 160516"/>
                <a:gd name="csY133" fmla="*/ 9077 h 83125"/>
                <a:gd name="csX134" fmla="*/ 12421 w 160516"/>
                <a:gd name="csY134" fmla="*/ 8121 h 83125"/>
                <a:gd name="csX135" fmla="*/ 12421 w 160516"/>
                <a:gd name="csY135" fmla="*/ 8121 h 83125"/>
                <a:gd name="csX136" fmla="*/ 15287 w 160516"/>
                <a:gd name="csY136" fmla="*/ 5733 h 83125"/>
                <a:gd name="csX137" fmla="*/ 15765 w 160516"/>
                <a:gd name="csY137" fmla="*/ 5255 h 83125"/>
                <a:gd name="csX138" fmla="*/ 16721 w 160516"/>
                <a:gd name="csY138" fmla="*/ 4777 h 83125"/>
                <a:gd name="csX139" fmla="*/ 18153 w 160516"/>
                <a:gd name="csY139" fmla="*/ 4300 h 83125"/>
                <a:gd name="csX140" fmla="*/ 18632 w 160516"/>
                <a:gd name="csY140" fmla="*/ 4777 h 83125"/>
                <a:gd name="csX141" fmla="*/ 19109 w 160516"/>
                <a:gd name="csY141" fmla="*/ 4777 h 83125"/>
                <a:gd name="csX142" fmla="*/ 19587 w 160516"/>
                <a:gd name="csY142" fmla="*/ 6211 h 83125"/>
                <a:gd name="csX143" fmla="*/ 20542 w 160516"/>
                <a:gd name="csY143" fmla="*/ 6688 h 83125"/>
                <a:gd name="csX144" fmla="*/ 21020 w 160516"/>
                <a:gd name="csY144" fmla="*/ 7166 h 83125"/>
                <a:gd name="csX145" fmla="*/ 21020 w 160516"/>
                <a:gd name="csY145" fmla="*/ 7644 h 83125"/>
                <a:gd name="csX146" fmla="*/ 21975 w 160516"/>
                <a:gd name="csY146" fmla="*/ 7166 h 83125"/>
                <a:gd name="csX147" fmla="*/ 22453 w 160516"/>
                <a:gd name="csY147" fmla="*/ 7166 h 83125"/>
                <a:gd name="csX148" fmla="*/ 23886 w 160516"/>
                <a:gd name="csY148" fmla="*/ 6211 h 83125"/>
                <a:gd name="csX149" fmla="*/ 23886 w 160516"/>
                <a:gd name="csY149" fmla="*/ 6211 h 83125"/>
                <a:gd name="csX150" fmla="*/ 26753 w 160516"/>
                <a:gd name="csY150" fmla="*/ 956 h 83125"/>
                <a:gd name="csX151" fmla="*/ 31530 w 160516"/>
                <a:gd name="csY151" fmla="*/ 0 h 83125"/>
                <a:gd name="csX152" fmla="*/ 35830 w 160516"/>
                <a:gd name="csY152" fmla="*/ 478 h 83125"/>
                <a:gd name="csX153" fmla="*/ 36307 w 160516"/>
                <a:gd name="csY153" fmla="*/ 478 h 83125"/>
                <a:gd name="csX154" fmla="*/ 39174 w 160516"/>
                <a:gd name="csY154" fmla="*/ 1433 h 83125"/>
                <a:gd name="csX155" fmla="*/ 39651 w 160516"/>
                <a:gd name="csY155" fmla="*/ 1911 h 83125"/>
                <a:gd name="csX156" fmla="*/ 40607 w 160516"/>
                <a:gd name="csY156" fmla="*/ 2867 h 83125"/>
                <a:gd name="csX157" fmla="*/ 41085 w 160516"/>
                <a:gd name="csY157" fmla="*/ 4777 h 83125"/>
                <a:gd name="csX158" fmla="*/ 41562 w 160516"/>
                <a:gd name="csY158" fmla="*/ 5733 h 83125"/>
                <a:gd name="csX159" fmla="*/ 42996 w 160516"/>
                <a:gd name="csY159" fmla="*/ 6688 h 83125"/>
                <a:gd name="csX160" fmla="*/ 48251 w 160516"/>
                <a:gd name="csY160" fmla="*/ 9555 h 83125"/>
                <a:gd name="csX161" fmla="*/ 51117 w 160516"/>
                <a:gd name="csY161" fmla="*/ 11943 h 83125"/>
                <a:gd name="csX162" fmla="*/ 53028 w 160516"/>
                <a:gd name="csY162" fmla="*/ 12899 h 83125"/>
                <a:gd name="csX163" fmla="*/ 55416 w 160516"/>
                <a:gd name="csY163" fmla="*/ 14810 h 83125"/>
                <a:gd name="csX164" fmla="*/ 58760 w 160516"/>
                <a:gd name="csY164" fmla="*/ 16243 h 83125"/>
                <a:gd name="csX165" fmla="*/ 61627 w 160516"/>
                <a:gd name="csY165" fmla="*/ 16243 h 83125"/>
                <a:gd name="csX166" fmla="*/ 63060 w 160516"/>
                <a:gd name="csY166" fmla="*/ 17676 h 83125"/>
                <a:gd name="csX167" fmla="*/ 65449 w 160516"/>
                <a:gd name="csY167" fmla="*/ 20065 h 83125"/>
                <a:gd name="csX168" fmla="*/ 65449 w 160516"/>
                <a:gd name="csY168" fmla="*/ 20065 h 83125"/>
                <a:gd name="csX169" fmla="*/ 67360 w 160516"/>
                <a:gd name="csY169" fmla="*/ 22453 h 83125"/>
                <a:gd name="csX170" fmla="*/ 69748 w 160516"/>
                <a:gd name="csY170" fmla="*/ 25320 h 83125"/>
                <a:gd name="csX171" fmla="*/ 71659 w 160516"/>
                <a:gd name="csY171" fmla="*/ 25320 h 83125"/>
                <a:gd name="csX172" fmla="*/ 74048 w 160516"/>
                <a:gd name="csY172" fmla="*/ 24364 h 83125"/>
                <a:gd name="csX173" fmla="*/ 76914 w 160516"/>
                <a:gd name="csY173" fmla="*/ 23409 h 83125"/>
                <a:gd name="csX174" fmla="*/ 78825 w 160516"/>
                <a:gd name="csY174" fmla="*/ 23886 h 83125"/>
                <a:gd name="csX175" fmla="*/ 80258 w 160516"/>
                <a:gd name="csY175" fmla="*/ 24364 h 83125"/>
                <a:gd name="csX176" fmla="*/ 80258 w 160516"/>
                <a:gd name="csY176" fmla="*/ 24364 h 83125"/>
                <a:gd name="csX177" fmla="*/ 80736 w 160516"/>
                <a:gd name="csY177" fmla="*/ 25798 h 83125"/>
                <a:gd name="csX178" fmla="*/ 81692 w 160516"/>
                <a:gd name="csY178" fmla="*/ 28186 h 83125"/>
                <a:gd name="csX179" fmla="*/ 82647 w 160516"/>
                <a:gd name="csY179" fmla="*/ 31052 h 83125"/>
                <a:gd name="csX180" fmla="*/ 84558 w 160516"/>
                <a:gd name="csY180" fmla="*/ 31530 h 83125"/>
                <a:gd name="csX181" fmla="*/ 85514 w 160516"/>
                <a:gd name="csY181" fmla="*/ 32486 h 83125"/>
                <a:gd name="csX182" fmla="*/ 86469 w 160516"/>
                <a:gd name="csY182" fmla="*/ 32963 h 83125"/>
                <a:gd name="csX183" fmla="*/ 87424 w 160516"/>
                <a:gd name="csY183" fmla="*/ 33919 h 83125"/>
                <a:gd name="csX184" fmla="*/ 91246 w 160516"/>
                <a:gd name="csY184" fmla="*/ 35830 h 83125"/>
                <a:gd name="csX185" fmla="*/ 91724 w 160516"/>
                <a:gd name="csY185" fmla="*/ 36785 h 83125"/>
                <a:gd name="csX186" fmla="*/ 92201 w 160516"/>
                <a:gd name="csY186" fmla="*/ 37263 h 83125"/>
                <a:gd name="csX187" fmla="*/ 93157 w 160516"/>
                <a:gd name="csY187" fmla="*/ 37741 h 83125"/>
                <a:gd name="csX188" fmla="*/ 94112 w 160516"/>
                <a:gd name="csY188" fmla="*/ 38218 h 83125"/>
                <a:gd name="csX189" fmla="*/ 95068 w 160516"/>
                <a:gd name="csY189" fmla="*/ 38218 h 83125"/>
                <a:gd name="csX190" fmla="*/ 99367 w 160516"/>
                <a:gd name="csY190" fmla="*/ 36785 h 83125"/>
                <a:gd name="csX191" fmla="*/ 100323 w 160516"/>
                <a:gd name="csY191" fmla="*/ 37263 h 83125"/>
                <a:gd name="csX192" fmla="*/ 101278 w 160516"/>
                <a:gd name="csY192" fmla="*/ 37263 h 83125"/>
                <a:gd name="csX193" fmla="*/ 101278 w 160516"/>
                <a:gd name="csY193" fmla="*/ 37263 h 83125"/>
                <a:gd name="csX194" fmla="*/ 101278 w 160516"/>
                <a:gd name="csY194" fmla="*/ 37741 h 83125"/>
                <a:gd name="csX195" fmla="*/ 100323 w 160516"/>
                <a:gd name="csY195" fmla="*/ 39652 h 83125"/>
                <a:gd name="csX196" fmla="*/ 99846 w 160516"/>
                <a:gd name="csY196" fmla="*/ 42040 h 83125"/>
                <a:gd name="csX197" fmla="*/ 100323 w 160516"/>
                <a:gd name="csY197" fmla="*/ 42996 h 83125"/>
                <a:gd name="csX198" fmla="*/ 102234 w 160516"/>
                <a:gd name="csY198" fmla="*/ 43474 h 83125"/>
                <a:gd name="csX199" fmla="*/ 106056 w 160516"/>
                <a:gd name="csY199" fmla="*/ 43951 h 83125"/>
                <a:gd name="csX200" fmla="*/ 111311 w 160516"/>
                <a:gd name="csY200" fmla="*/ 43951 h 83125"/>
                <a:gd name="csX201" fmla="*/ 113222 w 160516"/>
                <a:gd name="csY201" fmla="*/ 44907 h 83125"/>
                <a:gd name="csX202" fmla="*/ 114655 w 160516"/>
                <a:gd name="csY202" fmla="*/ 46818 h 83125"/>
                <a:gd name="csX203" fmla="*/ 116088 w 160516"/>
                <a:gd name="csY203" fmla="*/ 49684 h 83125"/>
                <a:gd name="csX204" fmla="*/ 117044 w 160516"/>
                <a:gd name="csY204" fmla="*/ 51117 h 83125"/>
                <a:gd name="csX205" fmla="*/ 117521 w 160516"/>
                <a:gd name="csY205" fmla="*/ 51595 h 83125"/>
                <a:gd name="csX206" fmla="*/ 118955 w 160516"/>
                <a:gd name="csY206" fmla="*/ 51117 h 83125"/>
                <a:gd name="csX207" fmla="*/ 119432 w 160516"/>
                <a:gd name="csY207" fmla="*/ 49684 h 83125"/>
                <a:gd name="csX208" fmla="*/ 119432 w 160516"/>
                <a:gd name="csY208" fmla="*/ 47773 h 83125"/>
                <a:gd name="csX209" fmla="*/ 120388 w 160516"/>
                <a:gd name="csY209" fmla="*/ 47295 h 83125"/>
                <a:gd name="csX210" fmla="*/ 121343 w 160516"/>
                <a:gd name="csY210" fmla="*/ 47773 h 83125"/>
                <a:gd name="csX211" fmla="*/ 122299 w 160516"/>
                <a:gd name="csY211" fmla="*/ 49206 h 83125"/>
                <a:gd name="csX212" fmla="*/ 124210 w 160516"/>
                <a:gd name="csY212" fmla="*/ 50639 h 83125"/>
                <a:gd name="csX213" fmla="*/ 126121 w 160516"/>
                <a:gd name="csY213" fmla="*/ 51117 h 83125"/>
                <a:gd name="csX214" fmla="*/ 127554 w 160516"/>
                <a:gd name="csY214" fmla="*/ 50639 h 83125"/>
                <a:gd name="csX215" fmla="*/ 128031 w 160516"/>
                <a:gd name="csY215" fmla="*/ 50162 h 83125"/>
                <a:gd name="csX216" fmla="*/ 128987 w 160516"/>
                <a:gd name="csY216" fmla="*/ 47773 h 83125"/>
                <a:gd name="csX217" fmla="*/ 129942 w 160516"/>
                <a:gd name="csY217" fmla="*/ 47295 h 83125"/>
                <a:gd name="csX218" fmla="*/ 131376 w 160516"/>
                <a:gd name="csY218" fmla="*/ 47773 h 83125"/>
                <a:gd name="csX219" fmla="*/ 131376 w 160516"/>
                <a:gd name="csY219" fmla="*/ 47773 h 83125"/>
                <a:gd name="csX220" fmla="*/ 132331 w 160516"/>
                <a:gd name="csY220" fmla="*/ 48251 h 83125"/>
                <a:gd name="csX221" fmla="*/ 132808 w 160516"/>
                <a:gd name="csY221" fmla="*/ 49206 h 83125"/>
                <a:gd name="csX222" fmla="*/ 134719 w 160516"/>
                <a:gd name="csY222" fmla="*/ 49684 h 83125"/>
                <a:gd name="csX223" fmla="*/ 136153 w 160516"/>
                <a:gd name="csY223" fmla="*/ 50162 h 83125"/>
                <a:gd name="csX224" fmla="*/ 138064 w 160516"/>
                <a:gd name="csY224" fmla="*/ 51117 h 83125"/>
                <a:gd name="csX225" fmla="*/ 140453 w 160516"/>
                <a:gd name="csY225" fmla="*/ 53028 h 83125"/>
                <a:gd name="csX226" fmla="*/ 143319 w 160516"/>
                <a:gd name="csY226" fmla="*/ 53028 h 83125"/>
                <a:gd name="csX227" fmla="*/ 147140 w 160516"/>
                <a:gd name="csY227" fmla="*/ 53028 h 83125"/>
                <a:gd name="csX228" fmla="*/ 148574 w 160516"/>
                <a:gd name="csY228" fmla="*/ 53028 h 83125"/>
                <a:gd name="csX229" fmla="*/ 150007 w 160516"/>
                <a:gd name="csY229" fmla="*/ 53506 h 83125"/>
                <a:gd name="csX230" fmla="*/ 151440 w 160516"/>
                <a:gd name="csY230" fmla="*/ 53028 h 83125"/>
                <a:gd name="csX231" fmla="*/ 154784 w 160516"/>
                <a:gd name="csY231" fmla="*/ 52073 h 83125"/>
                <a:gd name="csX232" fmla="*/ 156217 w 160516"/>
                <a:gd name="csY232" fmla="*/ 51595 h 83125"/>
                <a:gd name="csX233" fmla="*/ 158128 w 160516"/>
                <a:gd name="csY233" fmla="*/ 52073 h 83125"/>
                <a:gd name="csX234" fmla="*/ 159562 w 160516"/>
                <a:gd name="csY234" fmla="*/ 52073 h 83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</a:cxnLst>
              <a:rect l="l" t="t" r="r" b="b"/>
              <a:pathLst>
                <a:path w="160516" h="83125">
                  <a:moveTo>
                    <a:pt x="159562" y="52073"/>
                  </a:moveTo>
                  <a:lnTo>
                    <a:pt x="160517" y="52550"/>
                  </a:lnTo>
                  <a:lnTo>
                    <a:pt x="160517" y="53506"/>
                  </a:lnTo>
                  <a:lnTo>
                    <a:pt x="160517" y="54461"/>
                  </a:lnTo>
                  <a:lnTo>
                    <a:pt x="159562" y="56850"/>
                  </a:lnTo>
                  <a:lnTo>
                    <a:pt x="158606" y="58283"/>
                  </a:lnTo>
                  <a:lnTo>
                    <a:pt x="158606" y="58283"/>
                  </a:lnTo>
                  <a:lnTo>
                    <a:pt x="158128" y="61627"/>
                  </a:lnTo>
                  <a:lnTo>
                    <a:pt x="157173" y="67360"/>
                  </a:lnTo>
                  <a:lnTo>
                    <a:pt x="157173" y="68316"/>
                  </a:lnTo>
                  <a:lnTo>
                    <a:pt x="159562" y="71659"/>
                  </a:lnTo>
                  <a:lnTo>
                    <a:pt x="160517" y="74048"/>
                  </a:lnTo>
                  <a:lnTo>
                    <a:pt x="160517" y="74048"/>
                  </a:lnTo>
                  <a:lnTo>
                    <a:pt x="160517" y="75481"/>
                  </a:lnTo>
                  <a:lnTo>
                    <a:pt x="159562" y="78348"/>
                  </a:lnTo>
                  <a:lnTo>
                    <a:pt x="158606" y="81692"/>
                  </a:lnTo>
                  <a:lnTo>
                    <a:pt x="158128" y="82170"/>
                  </a:lnTo>
                  <a:lnTo>
                    <a:pt x="157651" y="82647"/>
                  </a:lnTo>
                  <a:lnTo>
                    <a:pt x="156695" y="82170"/>
                  </a:lnTo>
                  <a:lnTo>
                    <a:pt x="154306" y="81214"/>
                  </a:lnTo>
                  <a:lnTo>
                    <a:pt x="152396" y="81692"/>
                  </a:lnTo>
                  <a:lnTo>
                    <a:pt x="150007" y="82170"/>
                  </a:lnTo>
                  <a:lnTo>
                    <a:pt x="148096" y="82170"/>
                  </a:lnTo>
                  <a:lnTo>
                    <a:pt x="147619" y="82170"/>
                  </a:lnTo>
                  <a:lnTo>
                    <a:pt x="145707" y="81692"/>
                  </a:lnTo>
                  <a:lnTo>
                    <a:pt x="143319" y="83125"/>
                  </a:lnTo>
                  <a:lnTo>
                    <a:pt x="140930" y="82170"/>
                  </a:lnTo>
                  <a:lnTo>
                    <a:pt x="139497" y="81214"/>
                  </a:lnTo>
                  <a:lnTo>
                    <a:pt x="138542" y="79303"/>
                  </a:lnTo>
                  <a:lnTo>
                    <a:pt x="138064" y="78825"/>
                  </a:lnTo>
                  <a:lnTo>
                    <a:pt x="132808" y="81214"/>
                  </a:lnTo>
                  <a:lnTo>
                    <a:pt x="131853" y="81214"/>
                  </a:lnTo>
                  <a:lnTo>
                    <a:pt x="128509" y="80259"/>
                  </a:lnTo>
                  <a:lnTo>
                    <a:pt x="128509" y="80259"/>
                  </a:lnTo>
                  <a:lnTo>
                    <a:pt x="126121" y="78825"/>
                  </a:lnTo>
                  <a:lnTo>
                    <a:pt x="125165" y="78348"/>
                  </a:lnTo>
                  <a:lnTo>
                    <a:pt x="122776" y="78348"/>
                  </a:lnTo>
                  <a:lnTo>
                    <a:pt x="120388" y="77870"/>
                  </a:lnTo>
                  <a:lnTo>
                    <a:pt x="118955" y="77392"/>
                  </a:lnTo>
                  <a:lnTo>
                    <a:pt x="117999" y="76915"/>
                  </a:lnTo>
                  <a:lnTo>
                    <a:pt x="115133" y="77870"/>
                  </a:lnTo>
                  <a:lnTo>
                    <a:pt x="113699" y="77870"/>
                  </a:lnTo>
                  <a:lnTo>
                    <a:pt x="113699" y="77870"/>
                  </a:lnTo>
                  <a:lnTo>
                    <a:pt x="112744" y="77392"/>
                  </a:lnTo>
                  <a:lnTo>
                    <a:pt x="112266" y="75959"/>
                  </a:lnTo>
                  <a:lnTo>
                    <a:pt x="111789" y="74526"/>
                  </a:lnTo>
                  <a:lnTo>
                    <a:pt x="111789" y="74526"/>
                  </a:lnTo>
                  <a:lnTo>
                    <a:pt x="110833" y="73570"/>
                  </a:lnTo>
                  <a:lnTo>
                    <a:pt x="109400" y="73093"/>
                  </a:lnTo>
                  <a:lnTo>
                    <a:pt x="107012" y="74048"/>
                  </a:lnTo>
                  <a:lnTo>
                    <a:pt x="103667" y="75004"/>
                  </a:lnTo>
                  <a:lnTo>
                    <a:pt x="102712" y="75004"/>
                  </a:lnTo>
                  <a:lnTo>
                    <a:pt x="101756" y="74526"/>
                  </a:lnTo>
                  <a:lnTo>
                    <a:pt x="101278" y="74526"/>
                  </a:lnTo>
                  <a:lnTo>
                    <a:pt x="101278" y="74526"/>
                  </a:lnTo>
                  <a:lnTo>
                    <a:pt x="100801" y="73093"/>
                  </a:lnTo>
                  <a:lnTo>
                    <a:pt x="100801" y="73093"/>
                  </a:lnTo>
                  <a:lnTo>
                    <a:pt x="100323" y="72615"/>
                  </a:lnTo>
                  <a:lnTo>
                    <a:pt x="99846" y="72615"/>
                  </a:lnTo>
                  <a:lnTo>
                    <a:pt x="98412" y="72615"/>
                  </a:lnTo>
                  <a:lnTo>
                    <a:pt x="98412" y="72615"/>
                  </a:lnTo>
                  <a:lnTo>
                    <a:pt x="96501" y="71659"/>
                  </a:lnTo>
                  <a:lnTo>
                    <a:pt x="91724" y="69271"/>
                  </a:lnTo>
                  <a:lnTo>
                    <a:pt x="91246" y="68316"/>
                  </a:lnTo>
                  <a:lnTo>
                    <a:pt x="91246" y="65927"/>
                  </a:lnTo>
                  <a:lnTo>
                    <a:pt x="90769" y="64971"/>
                  </a:lnTo>
                  <a:lnTo>
                    <a:pt x="90291" y="64016"/>
                  </a:lnTo>
                  <a:lnTo>
                    <a:pt x="87902" y="63060"/>
                  </a:lnTo>
                  <a:lnTo>
                    <a:pt x="82647" y="61150"/>
                  </a:lnTo>
                  <a:lnTo>
                    <a:pt x="79781" y="60194"/>
                  </a:lnTo>
                  <a:lnTo>
                    <a:pt x="78825" y="60672"/>
                  </a:lnTo>
                  <a:lnTo>
                    <a:pt x="75959" y="61150"/>
                  </a:lnTo>
                  <a:lnTo>
                    <a:pt x="75003" y="62105"/>
                  </a:lnTo>
                  <a:lnTo>
                    <a:pt x="74526" y="62105"/>
                  </a:lnTo>
                  <a:lnTo>
                    <a:pt x="73092" y="62105"/>
                  </a:lnTo>
                  <a:lnTo>
                    <a:pt x="69271" y="60672"/>
                  </a:lnTo>
                  <a:lnTo>
                    <a:pt x="67360" y="60672"/>
                  </a:lnTo>
                  <a:lnTo>
                    <a:pt x="65926" y="61150"/>
                  </a:lnTo>
                  <a:lnTo>
                    <a:pt x="65926" y="61627"/>
                  </a:lnTo>
                  <a:lnTo>
                    <a:pt x="65449" y="61627"/>
                  </a:lnTo>
                  <a:lnTo>
                    <a:pt x="64016" y="62583"/>
                  </a:lnTo>
                  <a:lnTo>
                    <a:pt x="63060" y="62105"/>
                  </a:lnTo>
                  <a:lnTo>
                    <a:pt x="62582" y="61627"/>
                  </a:lnTo>
                  <a:lnTo>
                    <a:pt x="59716" y="61150"/>
                  </a:lnTo>
                  <a:lnTo>
                    <a:pt x="56850" y="60672"/>
                  </a:lnTo>
                  <a:lnTo>
                    <a:pt x="53028" y="59239"/>
                  </a:lnTo>
                  <a:lnTo>
                    <a:pt x="52550" y="57805"/>
                  </a:lnTo>
                  <a:lnTo>
                    <a:pt x="52073" y="56372"/>
                  </a:lnTo>
                  <a:lnTo>
                    <a:pt x="51117" y="55894"/>
                  </a:lnTo>
                  <a:lnTo>
                    <a:pt x="51117" y="55894"/>
                  </a:lnTo>
                  <a:lnTo>
                    <a:pt x="47295" y="56372"/>
                  </a:lnTo>
                  <a:lnTo>
                    <a:pt x="44428" y="54461"/>
                  </a:lnTo>
                  <a:lnTo>
                    <a:pt x="40607" y="52550"/>
                  </a:lnTo>
                  <a:lnTo>
                    <a:pt x="39174" y="51595"/>
                  </a:lnTo>
                  <a:lnTo>
                    <a:pt x="39174" y="51595"/>
                  </a:lnTo>
                  <a:lnTo>
                    <a:pt x="38218" y="51595"/>
                  </a:lnTo>
                  <a:lnTo>
                    <a:pt x="37263" y="51595"/>
                  </a:lnTo>
                  <a:lnTo>
                    <a:pt x="36307" y="52073"/>
                  </a:lnTo>
                  <a:lnTo>
                    <a:pt x="35830" y="52550"/>
                  </a:lnTo>
                  <a:lnTo>
                    <a:pt x="35352" y="52073"/>
                  </a:lnTo>
                  <a:lnTo>
                    <a:pt x="33919" y="51595"/>
                  </a:lnTo>
                  <a:lnTo>
                    <a:pt x="31052" y="50162"/>
                  </a:lnTo>
                  <a:lnTo>
                    <a:pt x="28186" y="48251"/>
                  </a:lnTo>
                  <a:lnTo>
                    <a:pt x="24842" y="45862"/>
                  </a:lnTo>
                  <a:lnTo>
                    <a:pt x="23409" y="44429"/>
                  </a:lnTo>
                  <a:lnTo>
                    <a:pt x="22931" y="43474"/>
                  </a:lnTo>
                  <a:lnTo>
                    <a:pt x="22931" y="43474"/>
                  </a:lnTo>
                  <a:lnTo>
                    <a:pt x="21975" y="42518"/>
                  </a:lnTo>
                  <a:lnTo>
                    <a:pt x="21975" y="42518"/>
                  </a:lnTo>
                  <a:lnTo>
                    <a:pt x="19109" y="41085"/>
                  </a:lnTo>
                  <a:lnTo>
                    <a:pt x="16721" y="40129"/>
                  </a:lnTo>
                  <a:lnTo>
                    <a:pt x="13854" y="38696"/>
                  </a:lnTo>
                  <a:lnTo>
                    <a:pt x="13376" y="38218"/>
                  </a:lnTo>
                  <a:lnTo>
                    <a:pt x="11943" y="37263"/>
                  </a:lnTo>
                  <a:lnTo>
                    <a:pt x="10510" y="36308"/>
                  </a:lnTo>
                  <a:lnTo>
                    <a:pt x="9077" y="35830"/>
                  </a:lnTo>
                  <a:lnTo>
                    <a:pt x="8599" y="36308"/>
                  </a:lnTo>
                  <a:lnTo>
                    <a:pt x="8121" y="37263"/>
                  </a:lnTo>
                  <a:lnTo>
                    <a:pt x="7166" y="36785"/>
                  </a:lnTo>
                  <a:lnTo>
                    <a:pt x="5255" y="35830"/>
                  </a:lnTo>
                  <a:lnTo>
                    <a:pt x="3344" y="34874"/>
                  </a:lnTo>
                  <a:lnTo>
                    <a:pt x="1911" y="33441"/>
                  </a:lnTo>
                  <a:lnTo>
                    <a:pt x="0" y="32486"/>
                  </a:lnTo>
                  <a:lnTo>
                    <a:pt x="0" y="31530"/>
                  </a:lnTo>
                  <a:lnTo>
                    <a:pt x="478" y="29142"/>
                  </a:lnTo>
                  <a:lnTo>
                    <a:pt x="1433" y="26753"/>
                  </a:lnTo>
                  <a:lnTo>
                    <a:pt x="2389" y="26275"/>
                  </a:lnTo>
                  <a:lnTo>
                    <a:pt x="3344" y="24842"/>
                  </a:lnTo>
                  <a:lnTo>
                    <a:pt x="3821" y="22453"/>
                  </a:lnTo>
                  <a:lnTo>
                    <a:pt x="3821" y="20065"/>
                  </a:lnTo>
                  <a:lnTo>
                    <a:pt x="5255" y="17198"/>
                  </a:lnTo>
                  <a:lnTo>
                    <a:pt x="6688" y="13854"/>
                  </a:lnTo>
                  <a:lnTo>
                    <a:pt x="9555" y="10032"/>
                  </a:lnTo>
                  <a:lnTo>
                    <a:pt x="10987" y="9077"/>
                  </a:lnTo>
                  <a:lnTo>
                    <a:pt x="12421" y="8121"/>
                  </a:lnTo>
                  <a:lnTo>
                    <a:pt x="12421" y="8121"/>
                  </a:lnTo>
                  <a:lnTo>
                    <a:pt x="15287" y="5733"/>
                  </a:lnTo>
                  <a:lnTo>
                    <a:pt x="15765" y="5255"/>
                  </a:lnTo>
                  <a:lnTo>
                    <a:pt x="16721" y="4777"/>
                  </a:lnTo>
                  <a:lnTo>
                    <a:pt x="18153" y="4300"/>
                  </a:lnTo>
                  <a:lnTo>
                    <a:pt x="18632" y="4777"/>
                  </a:lnTo>
                  <a:lnTo>
                    <a:pt x="19109" y="4777"/>
                  </a:lnTo>
                  <a:lnTo>
                    <a:pt x="19587" y="6211"/>
                  </a:lnTo>
                  <a:lnTo>
                    <a:pt x="20542" y="6688"/>
                  </a:lnTo>
                  <a:lnTo>
                    <a:pt x="21020" y="7166"/>
                  </a:lnTo>
                  <a:lnTo>
                    <a:pt x="21020" y="7644"/>
                  </a:lnTo>
                  <a:lnTo>
                    <a:pt x="21975" y="7166"/>
                  </a:lnTo>
                  <a:lnTo>
                    <a:pt x="22453" y="7166"/>
                  </a:lnTo>
                  <a:lnTo>
                    <a:pt x="23886" y="6211"/>
                  </a:lnTo>
                  <a:lnTo>
                    <a:pt x="23886" y="6211"/>
                  </a:lnTo>
                  <a:lnTo>
                    <a:pt x="26753" y="956"/>
                  </a:lnTo>
                  <a:lnTo>
                    <a:pt x="31530" y="0"/>
                  </a:lnTo>
                  <a:lnTo>
                    <a:pt x="35830" y="478"/>
                  </a:lnTo>
                  <a:lnTo>
                    <a:pt x="36307" y="478"/>
                  </a:lnTo>
                  <a:lnTo>
                    <a:pt x="39174" y="1433"/>
                  </a:lnTo>
                  <a:lnTo>
                    <a:pt x="39651" y="1911"/>
                  </a:lnTo>
                  <a:lnTo>
                    <a:pt x="40607" y="2867"/>
                  </a:lnTo>
                  <a:lnTo>
                    <a:pt x="41085" y="4777"/>
                  </a:lnTo>
                  <a:lnTo>
                    <a:pt x="41562" y="5733"/>
                  </a:lnTo>
                  <a:lnTo>
                    <a:pt x="42996" y="6688"/>
                  </a:lnTo>
                  <a:lnTo>
                    <a:pt x="48251" y="9555"/>
                  </a:lnTo>
                  <a:lnTo>
                    <a:pt x="51117" y="11943"/>
                  </a:lnTo>
                  <a:lnTo>
                    <a:pt x="53028" y="12899"/>
                  </a:lnTo>
                  <a:lnTo>
                    <a:pt x="55416" y="14810"/>
                  </a:lnTo>
                  <a:lnTo>
                    <a:pt x="58760" y="16243"/>
                  </a:lnTo>
                  <a:lnTo>
                    <a:pt x="61627" y="16243"/>
                  </a:lnTo>
                  <a:lnTo>
                    <a:pt x="63060" y="17676"/>
                  </a:lnTo>
                  <a:lnTo>
                    <a:pt x="65449" y="20065"/>
                  </a:lnTo>
                  <a:lnTo>
                    <a:pt x="65449" y="20065"/>
                  </a:lnTo>
                  <a:lnTo>
                    <a:pt x="67360" y="22453"/>
                  </a:lnTo>
                  <a:lnTo>
                    <a:pt x="69748" y="25320"/>
                  </a:lnTo>
                  <a:lnTo>
                    <a:pt x="71659" y="25320"/>
                  </a:lnTo>
                  <a:lnTo>
                    <a:pt x="74048" y="24364"/>
                  </a:lnTo>
                  <a:lnTo>
                    <a:pt x="76914" y="23409"/>
                  </a:lnTo>
                  <a:lnTo>
                    <a:pt x="78825" y="23886"/>
                  </a:lnTo>
                  <a:lnTo>
                    <a:pt x="80258" y="24364"/>
                  </a:lnTo>
                  <a:lnTo>
                    <a:pt x="80258" y="24364"/>
                  </a:lnTo>
                  <a:lnTo>
                    <a:pt x="80736" y="25798"/>
                  </a:lnTo>
                  <a:lnTo>
                    <a:pt x="81692" y="28186"/>
                  </a:lnTo>
                  <a:lnTo>
                    <a:pt x="82647" y="31052"/>
                  </a:lnTo>
                  <a:lnTo>
                    <a:pt x="84558" y="31530"/>
                  </a:lnTo>
                  <a:lnTo>
                    <a:pt x="85514" y="32486"/>
                  </a:lnTo>
                  <a:lnTo>
                    <a:pt x="86469" y="32963"/>
                  </a:lnTo>
                  <a:lnTo>
                    <a:pt x="87424" y="33919"/>
                  </a:lnTo>
                  <a:lnTo>
                    <a:pt x="91246" y="35830"/>
                  </a:lnTo>
                  <a:lnTo>
                    <a:pt x="91724" y="36785"/>
                  </a:lnTo>
                  <a:lnTo>
                    <a:pt x="92201" y="37263"/>
                  </a:lnTo>
                  <a:lnTo>
                    <a:pt x="93157" y="37741"/>
                  </a:lnTo>
                  <a:lnTo>
                    <a:pt x="94112" y="38218"/>
                  </a:lnTo>
                  <a:lnTo>
                    <a:pt x="95068" y="38218"/>
                  </a:lnTo>
                  <a:lnTo>
                    <a:pt x="99367" y="36785"/>
                  </a:lnTo>
                  <a:lnTo>
                    <a:pt x="100323" y="37263"/>
                  </a:lnTo>
                  <a:lnTo>
                    <a:pt x="101278" y="37263"/>
                  </a:lnTo>
                  <a:lnTo>
                    <a:pt x="101278" y="37263"/>
                  </a:lnTo>
                  <a:lnTo>
                    <a:pt x="101278" y="37741"/>
                  </a:lnTo>
                  <a:lnTo>
                    <a:pt x="100323" y="39652"/>
                  </a:lnTo>
                  <a:lnTo>
                    <a:pt x="99846" y="42040"/>
                  </a:lnTo>
                  <a:lnTo>
                    <a:pt x="100323" y="42996"/>
                  </a:lnTo>
                  <a:lnTo>
                    <a:pt x="102234" y="43474"/>
                  </a:lnTo>
                  <a:lnTo>
                    <a:pt x="106056" y="43951"/>
                  </a:lnTo>
                  <a:lnTo>
                    <a:pt x="111311" y="43951"/>
                  </a:lnTo>
                  <a:lnTo>
                    <a:pt x="113222" y="44907"/>
                  </a:lnTo>
                  <a:lnTo>
                    <a:pt x="114655" y="46818"/>
                  </a:lnTo>
                  <a:lnTo>
                    <a:pt x="116088" y="49684"/>
                  </a:lnTo>
                  <a:lnTo>
                    <a:pt x="117044" y="51117"/>
                  </a:lnTo>
                  <a:lnTo>
                    <a:pt x="117521" y="51595"/>
                  </a:lnTo>
                  <a:lnTo>
                    <a:pt x="118955" y="51117"/>
                  </a:lnTo>
                  <a:lnTo>
                    <a:pt x="119432" y="49684"/>
                  </a:lnTo>
                  <a:lnTo>
                    <a:pt x="119432" y="47773"/>
                  </a:lnTo>
                  <a:lnTo>
                    <a:pt x="120388" y="47295"/>
                  </a:lnTo>
                  <a:lnTo>
                    <a:pt x="121343" y="47773"/>
                  </a:lnTo>
                  <a:lnTo>
                    <a:pt x="122299" y="49206"/>
                  </a:lnTo>
                  <a:lnTo>
                    <a:pt x="124210" y="50639"/>
                  </a:lnTo>
                  <a:lnTo>
                    <a:pt x="126121" y="51117"/>
                  </a:lnTo>
                  <a:lnTo>
                    <a:pt x="127554" y="50639"/>
                  </a:lnTo>
                  <a:lnTo>
                    <a:pt x="128031" y="50162"/>
                  </a:lnTo>
                  <a:lnTo>
                    <a:pt x="128987" y="47773"/>
                  </a:lnTo>
                  <a:lnTo>
                    <a:pt x="129942" y="47295"/>
                  </a:lnTo>
                  <a:lnTo>
                    <a:pt x="131376" y="47773"/>
                  </a:lnTo>
                  <a:lnTo>
                    <a:pt x="131376" y="47773"/>
                  </a:lnTo>
                  <a:lnTo>
                    <a:pt x="132331" y="48251"/>
                  </a:lnTo>
                  <a:lnTo>
                    <a:pt x="132808" y="49206"/>
                  </a:lnTo>
                  <a:lnTo>
                    <a:pt x="134719" y="49684"/>
                  </a:lnTo>
                  <a:lnTo>
                    <a:pt x="136153" y="50162"/>
                  </a:lnTo>
                  <a:lnTo>
                    <a:pt x="138064" y="51117"/>
                  </a:lnTo>
                  <a:lnTo>
                    <a:pt x="140453" y="53028"/>
                  </a:lnTo>
                  <a:lnTo>
                    <a:pt x="143319" y="53028"/>
                  </a:lnTo>
                  <a:lnTo>
                    <a:pt x="147140" y="53028"/>
                  </a:lnTo>
                  <a:lnTo>
                    <a:pt x="148574" y="53028"/>
                  </a:lnTo>
                  <a:lnTo>
                    <a:pt x="150007" y="53506"/>
                  </a:lnTo>
                  <a:lnTo>
                    <a:pt x="151440" y="53028"/>
                  </a:lnTo>
                  <a:lnTo>
                    <a:pt x="154784" y="52073"/>
                  </a:lnTo>
                  <a:lnTo>
                    <a:pt x="156217" y="51595"/>
                  </a:lnTo>
                  <a:lnTo>
                    <a:pt x="158128" y="52073"/>
                  </a:lnTo>
                  <a:lnTo>
                    <a:pt x="159562" y="5207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5" name="Freeform 5144">
              <a:extLst>
                <a:ext uri="{FF2B5EF4-FFF2-40B4-BE49-F238E27FC236}">
                  <a16:creationId xmlns:a16="http://schemas.microsoft.com/office/drawing/2014/main" id="{589F0814-9F63-9BB4-DCFD-ED76F8588EBB}"/>
                </a:ext>
              </a:extLst>
            </p:cNvPr>
            <p:cNvSpPr/>
            <p:nvPr/>
          </p:nvSpPr>
          <p:spPr>
            <a:xfrm>
              <a:off x="9308729" y="5398462"/>
              <a:ext cx="115610" cy="165294"/>
            </a:xfrm>
            <a:custGeom>
              <a:avLst/>
              <a:gdLst>
                <a:gd name="csX0" fmla="*/ 10988 w 115610"/>
                <a:gd name="csY0" fmla="*/ 10988 h 165294"/>
                <a:gd name="csX1" fmla="*/ 11466 w 115610"/>
                <a:gd name="csY1" fmla="*/ 11943 h 165294"/>
                <a:gd name="csX2" fmla="*/ 12421 w 115610"/>
                <a:gd name="csY2" fmla="*/ 11465 h 165294"/>
                <a:gd name="csX3" fmla="*/ 13377 w 115610"/>
                <a:gd name="csY3" fmla="*/ 10032 h 165294"/>
                <a:gd name="csX4" fmla="*/ 14809 w 115610"/>
                <a:gd name="csY4" fmla="*/ 9077 h 165294"/>
                <a:gd name="csX5" fmla="*/ 14332 w 115610"/>
                <a:gd name="csY5" fmla="*/ 10988 h 165294"/>
                <a:gd name="csX6" fmla="*/ 15287 w 115610"/>
                <a:gd name="csY6" fmla="*/ 11465 h 165294"/>
                <a:gd name="csX7" fmla="*/ 19587 w 115610"/>
                <a:gd name="csY7" fmla="*/ 12898 h 165294"/>
                <a:gd name="csX8" fmla="*/ 20543 w 115610"/>
                <a:gd name="csY8" fmla="*/ 13854 h 165294"/>
                <a:gd name="csX9" fmla="*/ 21498 w 115610"/>
                <a:gd name="csY9" fmla="*/ 13854 h 165294"/>
                <a:gd name="csX10" fmla="*/ 21975 w 115610"/>
                <a:gd name="csY10" fmla="*/ 13376 h 165294"/>
                <a:gd name="csX11" fmla="*/ 22453 w 115610"/>
                <a:gd name="csY11" fmla="*/ 12898 h 165294"/>
                <a:gd name="csX12" fmla="*/ 24364 w 115610"/>
                <a:gd name="csY12" fmla="*/ 13854 h 165294"/>
                <a:gd name="csX13" fmla="*/ 27709 w 115610"/>
                <a:gd name="csY13" fmla="*/ 15765 h 165294"/>
                <a:gd name="csX14" fmla="*/ 28186 w 115610"/>
                <a:gd name="csY14" fmla="*/ 16243 h 165294"/>
                <a:gd name="csX15" fmla="*/ 27709 w 115610"/>
                <a:gd name="csY15" fmla="*/ 17198 h 165294"/>
                <a:gd name="csX16" fmla="*/ 28186 w 115610"/>
                <a:gd name="csY16" fmla="*/ 18154 h 165294"/>
                <a:gd name="csX17" fmla="*/ 28664 w 115610"/>
                <a:gd name="csY17" fmla="*/ 19109 h 165294"/>
                <a:gd name="csX18" fmla="*/ 29619 w 115610"/>
                <a:gd name="csY18" fmla="*/ 19587 h 165294"/>
                <a:gd name="csX19" fmla="*/ 31052 w 115610"/>
                <a:gd name="csY19" fmla="*/ 18154 h 165294"/>
                <a:gd name="csX20" fmla="*/ 32008 w 115610"/>
                <a:gd name="csY20" fmla="*/ 18154 h 165294"/>
                <a:gd name="csX21" fmla="*/ 32963 w 115610"/>
                <a:gd name="csY21" fmla="*/ 19587 h 165294"/>
                <a:gd name="csX22" fmla="*/ 33441 w 115610"/>
                <a:gd name="csY22" fmla="*/ 20542 h 165294"/>
                <a:gd name="csX23" fmla="*/ 33441 w 115610"/>
                <a:gd name="csY23" fmla="*/ 20542 h 165294"/>
                <a:gd name="csX24" fmla="*/ 33919 w 115610"/>
                <a:gd name="csY24" fmla="*/ 21498 h 165294"/>
                <a:gd name="csX25" fmla="*/ 34874 w 115610"/>
                <a:gd name="csY25" fmla="*/ 22453 h 165294"/>
                <a:gd name="csX26" fmla="*/ 36307 w 115610"/>
                <a:gd name="csY26" fmla="*/ 25320 h 165294"/>
                <a:gd name="csX27" fmla="*/ 36307 w 115610"/>
                <a:gd name="csY27" fmla="*/ 26275 h 165294"/>
                <a:gd name="csX28" fmla="*/ 35830 w 115610"/>
                <a:gd name="csY28" fmla="*/ 27230 h 165294"/>
                <a:gd name="csX29" fmla="*/ 37263 w 115610"/>
                <a:gd name="csY29" fmla="*/ 30097 h 165294"/>
                <a:gd name="csX30" fmla="*/ 36307 w 115610"/>
                <a:gd name="csY30" fmla="*/ 30097 h 165294"/>
                <a:gd name="csX31" fmla="*/ 33441 w 115610"/>
                <a:gd name="csY31" fmla="*/ 29619 h 165294"/>
                <a:gd name="csX32" fmla="*/ 33441 w 115610"/>
                <a:gd name="csY32" fmla="*/ 30097 h 165294"/>
                <a:gd name="csX33" fmla="*/ 35352 w 115610"/>
                <a:gd name="csY33" fmla="*/ 32008 h 165294"/>
                <a:gd name="csX34" fmla="*/ 36307 w 115610"/>
                <a:gd name="csY34" fmla="*/ 34874 h 165294"/>
                <a:gd name="csX35" fmla="*/ 37741 w 115610"/>
                <a:gd name="csY35" fmla="*/ 36785 h 165294"/>
                <a:gd name="csX36" fmla="*/ 41562 w 115610"/>
                <a:gd name="csY36" fmla="*/ 41562 h 165294"/>
                <a:gd name="csX37" fmla="*/ 41085 w 115610"/>
                <a:gd name="csY37" fmla="*/ 43473 h 165294"/>
                <a:gd name="csX38" fmla="*/ 41085 w 115610"/>
                <a:gd name="csY38" fmla="*/ 44906 h 165294"/>
                <a:gd name="csX39" fmla="*/ 40607 w 115610"/>
                <a:gd name="csY39" fmla="*/ 45862 h 165294"/>
                <a:gd name="csX40" fmla="*/ 42040 w 115610"/>
                <a:gd name="csY40" fmla="*/ 48728 h 165294"/>
                <a:gd name="csX41" fmla="*/ 41085 w 115610"/>
                <a:gd name="csY41" fmla="*/ 49206 h 165294"/>
                <a:gd name="csX42" fmla="*/ 40607 w 115610"/>
                <a:gd name="csY42" fmla="*/ 52072 h 165294"/>
                <a:gd name="csX43" fmla="*/ 39652 w 115610"/>
                <a:gd name="csY43" fmla="*/ 52550 h 165294"/>
                <a:gd name="csX44" fmla="*/ 40129 w 115610"/>
                <a:gd name="csY44" fmla="*/ 53505 h 165294"/>
                <a:gd name="csX45" fmla="*/ 41562 w 115610"/>
                <a:gd name="csY45" fmla="*/ 53983 h 165294"/>
                <a:gd name="csX46" fmla="*/ 42518 w 115610"/>
                <a:gd name="csY46" fmla="*/ 54461 h 165294"/>
                <a:gd name="csX47" fmla="*/ 43473 w 115610"/>
                <a:gd name="csY47" fmla="*/ 55417 h 165294"/>
                <a:gd name="csX48" fmla="*/ 43951 w 115610"/>
                <a:gd name="csY48" fmla="*/ 54461 h 165294"/>
                <a:gd name="csX49" fmla="*/ 44429 w 115610"/>
                <a:gd name="csY49" fmla="*/ 53983 h 165294"/>
                <a:gd name="csX50" fmla="*/ 46340 w 115610"/>
                <a:gd name="csY50" fmla="*/ 55417 h 165294"/>
                <a:gd name="csX51" fmla="*/ 50162 w 115610"/>
                <a:gd name="csY51" fmla="*/ 56850 h 165294"/>
                <a:gd name="csX52" fmla="*/ 51595 w 115610"/>
                <a:gd name="csY52" fmla="*/ 57328 h 165294"/>
                <a:gd name="csX53" fmla="*/ 52073 w 115610"/>
                <a:gd name="csY53" fmla="*/ 58283 h 165294"/>
                <a:gd name="csX54" fmla="*/ 52550 w 115610"/>
                <a:gd name="csY54" fmla="*/ 60671 h 165294"/>
                <a:gd name="csX55" fmla="*/ 53028 w 115610"/>
                <a:gd name="csY55" fmla="*/ 62105 h 165294"/>
                <a:gd name="csX56" fmla="*/ 54461 w 115610"/>
                <a:gd name="csY56" fmla="*/ 62105 h 165294"/>
                <a:gd name="csX57" fmla="*/ 56372 w 115610"/>
                <a:gd name="csY57" fmla="*/ 62105 h 165294"/>
                <a:gd name="csX58" fmla="*/ 56850 w 115610"/>
                <a:gd name="csY58" fmla="*/ 61149 h 165294"/>
                <a:gd name="csX59" fmla="*/ 56372 w 115610"/>
                <a:gd name="csY59" fmla="*/ 58283 h 165294"/>
                <a:gd name="csX60" fmla="*/ 55416 w 115610"/>
                <a:gd name="csY60" fmla="*/ 54461 h 165294"/>
                <a:gd name="csX61" fmla="*/ 55416 w 115610"/>
                <a:gd name="csY61" fmla="*/ 53028 h 165294"/>
                <a:gd name="csX62" fmla="*/ 55416 w 115610"/>
                <a:gd name="csY62" fmla="*/ 51595 h 165294"/>
                <a:gd name="csX63" fmla="*/ 54939 w 115610"/>
                <a:gd name="csY63" fmla="*/ 50162 h 165294"/>
                <a:gd name="csX64" fmla="*/ 54461 w 115610"/>
                <a:gd name="csY64" fmla="*/ 49206 h 165294"/>
                <a:gd name="csX65" fmla="*/ 53984 w 115610"/>
                <a:gd name="csY65" fmla="*/ 48251 h 165294"/>
                <a:gd name="csX66" fmla="*/ 53028 w 115610"/>
                <a:gd name="csY66" fmla="*/ 47295 h 165294"/>
                <a:gd name="csX67" fmla="*/ 53505 w 115610"/>
                <a:gd name="csY67" fmla="*/ 45862 h 165294"/>
                <a:gd name="csX68" fmla="*/ 54461 w 115610"/>
                <a:gd name="csY68" fmla="*/ 45384 h 165294"/>
                <a:gd name="csX69" fmla="*/ 55416 w 115610"/>
                <a:gd name="csY69" fmla="*/ 46340 h 165294"/>
                <a:gd name="csX70" fmla="*/ 55894 w 115610"/>
                <a:gd name="csY70" fmla="*/ 47773 h 165294"/>
                <a:gd name="csX71" fmla="*/ 59239 w 115610"/>
                <a:gd name="csY71" fmla="*/ 51595 h 165294"/>
                <a:gd name="csX72" fmla="*/ 60671 w 115610"/>
                <a:gd name="csY72" fmla="*/ 51595 h 165294"/>
                <a:gd name="csX73" fmla="*/ 61150 w 115610"/>
                <a:gd name="csY73" fmla="*/ 53028 h 165294"/>
                <a:gd name="csX74" fmla="*/ 62105 w 115610"/>
                <a:gd name="csY74" fmla="*/ 54461 h 165294"/>
                <a:gd name="csX75" fmla="*/ 63060 w 115610"/>
                <a:gd name="csY75" fmla="*/ 56372 h 165294"/>
                <a:gd name="csX76" fmla="*/ 64016 w 115610"/>
                <a:gd name="csY76" fmla="*/ 62105 h 165294"/>
                <a:gd name="csX77" fmla="*/ 64971 w 115610"/>
                <a:gd name="csY77" fmla="*/ 67360 h 165294"/>
                <a:gd name="csX78" fmla="*/ 67837 w 115610"/>
                <a:gd name="csY78" fmla="*/ 69748 h 165294"/>
                <a:gd name="csX79" fmla="*/ 67837 w 115610"/>
                <a:gd name="csY79" fmla="*/ 70704 h 165294"/>
                <a:gd name="csX80" fmla="*/ 66405 w 115610"/>
                <a:gd name="csY80" fmla="*/ 70226 h 165294"/>
                <a:gd name="csX81" fmla="*/ 65927 w 115610"/>
                <a:gd name="csY81" fmla="*/ 70226 h 165294"/>
                <a:gd name="csX82" fmla="*/ 65927 w 115610"/>
                <a:gd name="csY82" fmla="*/ 71182 h 165294"/>
                <a:gd name="csX83" fmla="*/ 67360 w 115610"/>
                <a:gd name="csY83" fmla="*/ 72137 h 165294"/>
                <a:gd name="csX84" fmla="*/ 69271 w 115610"/>
                <a:gd name="csY84" fmla="*/ 72615 h 165294"/>
                <a:gd name="csX85" fmla="*/ 70226 w 115610"/>
                <a:gd name="csY85" fmla="*/ 72615 h 165294"/>
                <a:gd name="csX86" fmla="*/ 71182 w 115610"/>
                <a:gd name="csY86" fmla="*/ 73093 h 165294"/>
                <a:gd name="csX87" fmla="*/ 77392 w 115610"/>
                <a:gd name="csY87" fmla="*/ 76437 h 165294"/>
                <a:gd name="csX88" fmla="*/ 80736 w 115610"/>
                <a:gd name="csY88" fmla="*/ 77870 h 165294"/>
                <a:gd name="csX89" fmla="*/ 88380 w 115610"/>
                <a:gd name="csY89" fmla="*/ 79781 h 165294"/>
                <a:gd name="csX90" fmla="*/ 90769 w 115610"/>
                <a:gd name="csY90" fmla="*/ 80258 h 165294"/>
                <a:gd name="csX91" fmla="*/ 91724 w 115610"/>
                <a:gd name="csY91" fmla="*/ 79781 h 165294"/>
                <a:gd name="csX92" fmla="*/ 94112 w 115610"/>
                <a:gd name="csY92" fmla="*/ 79303 h 165294"/>
                <a:gd name="csX93" fmla="*/ 96024 w 115610"/>
                <a:gd name="csY93" fmla="*/ 77870 h 165294"/>
                <a:gd name="csX94" fmla="*/ 97935 w 115610"/>
                <a:gd name="csY94" fmla="*/ 75959 h 165294"/>
                <a:gd name="csX95" fmla="*/ 99846 w 115610"/>
                <a:gd name="csY95" fmla="*/ 73570 h 165294"/>
                <a:gd name="csX96" fmla="*/ 101278 w 115610"/>
                <a:gd name="csY96" fmla="*/ 72137 h 165294"/>
                <a:gd name="csX97" fmla="*/ 103189 w 115610"/>
                <a:gd name="csY97" fmla="*/ 71182 h 165294"/>
                <a:gd name="csX98" fmla="*/ 104145 w 115610"/>
                <a:gd name="csY98" fmla="*/ 70704 h 165294"/>
                <a:gd name="csX99" fmla="*/ 105100 w 115610"/>
                <a:gd name="csY99" fmla="*/ 70226 h 165294"/>
                <a:gd name="csX100" fmla="*/ 110355 w 115610"/>
                <a:gd name="csY100" fmla="*/ 70226 h 165294"/>
                <a:gd name="csX101" fmla="*/ 112266 w 115610"/>
                <a:gd name="csY101" fmla="*/ 71659 h 165294"/>
                <a:gd name="csX102" fmla="*/ 114655 w 115610"/>
                <a:gd name="csY102" fmla="*/ 72615 h 165294"/>
                <a:gd name="csX103" fmla="*/ 115610 w 115610"/>
                <a:gd name="csY103" fmla="*/ 73093 h 165294"/>
                <a:gd name="csX104" fmla="*/ 115133 w 115610"/>
                <a:gd name="csY104" fmla="*/ 74526 h 165294"/>
                <a:gd name="csX105" fmla="*/ 113700 w 115610"/>
                <a:gd name="csY105" fmla="*/ 76914 h 165294"/>
                <a:gd name="csX106" fmla="*/ 112744 w 115610"/>
                <a:gd name="csY106" fmla="*/ 79303 h 165294"/>
                <a:gd name="csX107" fmla="*/ 111789 w 115610"/>
                <a:gd name="csY107" fmla="*/ 85036 h 165294"/>
                <a:gd name="csX108" fmla="*/ 111311 w 115610"/>
                <a:gd name="csY108" fmla="*/ 90291 h 165294"/>
                <a:gd name="csX109" fmla="*/ 110355 w 115610"/>
                <a:gd name="csY109" fmla="*/ 93157 h 165294"/>
                <a:gd name="csX110" fmla="*/ 108444 w 115610"/>
                <a:gd name="csY110" fmla="*/ 95068 h 165294"/>
                <a:gd name="csX111" fmla="*/ 106534 w 115610"/>
                <a:gd name="csY111" fmla="*/ 96024 h 165294"/>
                <a:gd name="csX112" fmla="*/ 104623 w 115610"/>
                <a:gd name="csY112" fmla="*/ 96979 h 165294"/>
                <a:gd name="csX113" fmla="*/ 103667 w 115610"/>
                <a:gd name="csY113" fmla="*/ 99845 h 165294"/>
                <a:gd name="csX114" fmla="*/ 103189 w 115610"/>
                <a:gd name="csY114" fmla="*/ 103667 h 165294"/>
                <a:gd name="csX115" fmla="*/ 103189 w 115610"/>
                <a:gd name="csY115" fmla="*/ 104623 h 165294"/>
                <a:gd name="csX116" fmla="*/ 104145 w 115610"/>
                <a:gd name="csY116" fmla="*/ 105578 h 165294"/>
                <a:gd name="csX117" fmla="*/ 104145 w 115610"/>
                <a:gd name="csY117" fmla="*/ 106534 h 165294"/>
                <a:gd name="csX118" fmla="*/ 103189 w 115610"/>
                <a:gd name="csY118" fmla="*/ 108922 h 165294"/>
                <a:gd name="csX119" fmla="*/ 102712 w 115610"/>
                <a:gd name="csY119" fmla="*/ 108444 h 165294"/>
                <a:gd name="csX120" fmla="*/ 101757 w 115610"/>
                <a:gd name="csY120" fmla="*/ 106534 h 165294"/>
                <a:gd name="csX121" fmla="*/ 100801 w 115610"/>
                <a:gd name="csY121" fmla="*/ 106056 h 165294"/>
                <a:gd name="csX122" fmla="*/ 97935 w 115610"/>
                <a:gd name="csY122" fmla="*/ 105578 h 165294"/>
                <a:gd name="csX123" fmla="*/ 95546 w 115610"/>
                <a:gd name="csY123" fmla="*/ 105100 h 165294"/>
                <a:gd name="csX124" fmla="*/ 93157 w 115610"/>
                <a:gd name="csY124" fmla="*/ 105100 h 165294"/>
                <a:gd name="csX125" fmla="*/ 91246 w 115610"/>
                <a:gd name="csY125" fmla="*/ 106056 h 165294"/>
                <a:gd name="csX126" fmla="*/ 87902 w 115610"/>
                <a:gd name="csY126" fmla="*/ 107489 h 165294"/>
                <a:gd name="csX127" fmla="*/ 86469 w 115610"/>
                <a:gd name="csY127" fmla="*/ 108444 h 165294"/>
                <a:gd name="csX128" fmla="*/ 85991 w 115610"/>
                <a:gd name="csY128" fmla="*/ 109400 h 165294"/>
                <a:gd name="csX129" fmla="*/ 84080 w 115610"/>
                <a:gd name="csY129" fmla="*/ 111789 h 165294"/>
                <a:gd name="csX130" fmla="*/ 84080 w 115610"/>
                <a:gd name="csY130" fmla="*/ 114655 h 165294"/>
                <a:gd name="csX131" fmla="*/ 84080 w 115610"/>
                <a:gd name="csY131" fmla="*/ 116566 h 165294"/>
                <a:gd name="csX132" fmla="*/ 84558 w 115610"/>
                <a:gd name="csY132" fmla="*/ 117521 h 165294"/>
                <a:gd name="csX133" fmla="*/ 87425 w 115610"/>
                <a:gd name="csY133" fmla="*/ 118954 h 165294"/>
                <a:gd name="csX134" fmla="*/ 84558 w 115610"/>
                <a:gd name="csY134" fmla="*/ 124687 h 165294"/>
                <a:gd name="csX135" fmla="*/ 82169 w 115610"/>
                <a:gd name="csY135" fmla="*/ 130420 h 165294"/>
                <a:gd name="csX136" fmla="*/ 80736 w 115610"/>
                <a:gd name="csY136" fmla="*/ 132331 h 165294"/>
                <a:gd name="csX137" fmla="*/ 78825 w 115610"/>
                <a:gd name="csY137" fmla="*/ 133764 h 165294"/>
                <a:gd name="csX138" fmla="*/ 77392 w 115610"/>
                <a:gd name="csY138" fmla="*/ 137108 h 165294"/>
                <a:gd name="csX139" fmla="*/ 74526 w 115610"/>
                <a:gd name="csY139" fmla="*/ 140452 h 165294"/>
                <a:gd name="csX140" fmla="*/ 73093 w 115610"/>
                <a:gd name="csY140" fmla="*/ 142841 h 165294"/>
                <a:gd name="csX141" fmla="*/ 71659 w 115610"/>
                <a:gd name="csY141" fmla="*/ 145230 h 165294"/>
                <a:gd name="csX142" fmla="*/ 70226 w 115610"/>
                <a:gd name="csY142" fmla="*/ 147618 h 165294"/>
                <a:gd name="csX143" fmla="*/ 67837 w 115610"/>
                <a:gd name="csY143" fmla="*/ 151440 h 165294"/>
                <a:gd name="csX144" fmla="*/ 66405 w 115610"/>
                <a:gd name="csY144" fmla="*/ 153829 h 165294"/>
                <a:gd name="csX145" fmla="*/ 64971 w 115610"/>
                <a:gd name="csY145" fmla="*/ 155740 h 165294"/>
                <a:gd name="csX146" fmla="*/ 62105 w 115610"/>
                <a:gd name="csY146" fmla="*/ 158128 h 165294"/>
                <a:gd name="csX147" fmla="*/ 59239 w 115610"/>
                <a:gd name="csY147" fmla="*/ 160517 h 165294"/>
                <a:gd name="csX148" fmla="*/ 54461 w 115610"/>
                <a:gd name="csY148" fmla="*/ 163861 h 165294"/>
                <a:gd name="csX149" fmla="*/ 53028 w 115610"/>
                <a:gd name="csY149" fmla="*/ 164817 h 165294"/>
                <a:gd name="csX150" fmla="*/ 51595 w 115610"/>
                <a:gd name="csY150" fmla="*/ 165294 h 165294"/>
                <a:gd name="csX151" fmla="*/ 49684 w 115610"/>
                <a:gd name="csY151" fmla="*/ 164339 h 165294"/>
                <a:gd name="csX152" fmla="*/ 49684 w 115610"/>
                <a:gd name="csY152" fmla="*/ 163383 h 165294"/>
                <a:gd name="csX153" fmla="*/ 49206 w 115610"/>
                <a:gd name="csY153" fmla="*/ 161473 h 165294"/>
                <a:gd name="csX154" fmla="*/ 48728 w 115610"/>
                <a:gd name="csY154" fmla="*/ 160517 h 165294"/>
                <a:gd name="csX155" fmla="*/ 46340 w 115610"/>
                <a:gd name="csY155" fmla="*/ 160039 h 165294"/>
                <a:gd name="csX156" fmla="*/ 43473 w 115610"/>
                <a:gd name="csY156" fmla="*/ 160995 h 165294"/>
                <a:gd name="csX157" fmla="*/ 42996 w 115610"/>
                <a:gd name="csY157" fmla="*/ 160995 h 165294"/>
                <a:gd name="csX158" fmla="*/ 42996 w 115610"/>
                <a:gd name="csY158" fmla="*/ 160517 h 165294"/>
                <a:gd name="csX159" fmla="*/ 42996 w 115610"/>
                <a:gd name="csY159" fmla="*/ 157173 h 165294"/>
                <a:gd name="csX160" fmla="*/ 43473 w 115610"/>
                <a:gd name="csY160" fmla="*/ 156695 h 165294"/>
                <a:gd name="csX161" fmla="*/ 42996 w 115610"/>
                <a:gd name="csY161" fmla="*/ 156217 h 165294"/>
                <a:gd name="csX162" fmla="*/ 42040 w 115610"/>
                <a:gd name="csY162" fmla="*/ 156217 h 165294"/>
                <a:gd name="csX163" fmla="*/ 42040 w 115610"/>
                <a:gd name="csY163" fmla="*/ 157173 h 165294"/>
                <a:gd name="csX164" fmla="*/ 42518 w 115610"/>
                <a:gd name="csY164" fmla="*/ 157651 h 165294"/>
                <a:gd name="csX165" fmla="*/ 40607 w 115610"/>
                <a:gd name="csY165" fmla="*/ 158606 h 165294"/>
                <a:gd name="csX166" fmla="*/ 38696 w 115610"/>
                <a:gd name="csY166" fmla="*/ 158606 h 165294"/>
                <a:gd name="csX167" fmla="*/ 38218 w 115610"/>
                <a:gd name="csY167" fmla="*/ 158128 h 165294"/>
                <a:gd name="csX168" fmla="*/ 38218 w 115610"/>
                <a:gd name="csY168" fmla="*/ 157651 h 165294"/>
                <a:gd name="csX169" fmla="*/ 38696 w 115610"/>
                <a:gd name="csY169" fmla="*/ 156695 h 165294"/>
                <a:gd name="csX170" fmla="*/ 39174 w 115610"/>
                <a:gd name="csY170" fmla="*/ 155740 h 165294"/>
                <a:gd name="csX171" fmla="*/ 42518 w 115610"/>
                <a:gd name="csY171" fmla="*/ 151918 h 165294"/>
                <a:gd name="csX172" fmla="*/ 45862 w 115610"/>
                <a:gd name="csY172" fmla="*/ 147141 h 165294"/>
                <a:gd name="csX173" fmla="*/ 48728 w 115610"/>
                <a:gd name="csY173" fmla="*/ 141408 h 165294"/>
                <a:gd name="csX174" fmla="*/ 49206 w 115610"/>
                <a:gd name="csY174" fmla="*/ 139019 h 165294"/>
                <a:gd name="csX175" fmla="*/ 50639 w 115610"/>
                <a:gd name="csY175" fmla="*/ 133764 h 165294"/>
                <a:gd name="csX176" fmla="*/ 49684 w 115610"/>
                <a:gd name="csY176" fmla="*/ 131376 h 165294"/>
                <a:gd name="csX177" fmla="*/ 48728 w 115610"/>
                <a:gd name="csY177" fmla="*/ 129465 h 165294"/>
                <a:gd name="csX178" fmla="*/ 45862 w 115610"/>
                <a:gd name="csY178" fmla="*/ 125643 h 165294"/>
                <a:gd name="csX179" fmla="*/ 41562 w 115610"/>
                <a:gd name="csY179" fmla="*/ 123732 h 165294"/>
                <a:gd name="csX180" fmla="*/ 39174 w 115610"/>
                <a:gd name="csY180" fmla="*/ 123254 h 165294"/>
                <a:gd name="csX181" fmla="*/ 36785 w 115610"/>
                <a:gd name="csY181" fmla="*/ 122299 h 165294"/>
                <a:gd name="csX182" fmla="*/ 34874 w 115610"/>
                <a:gd name="csY182" fmla="*/ 120388 h 165294"/>
                <a:gd name="csX183" fmla="*/ 32486 w 115610"/>
                <a:gd name="csY183" fmla="*/ 118477 h 165294"/>
                <a:gd name="csX184" fmla="*/ 28664 w 115610"/>
                <a:gd name="csY184" fmla="*/ 116566 h 165294"/>
                <a:gd name="csX185" fmla="*/ 24364 w 115610"/>
                <a:gd name="csY185" fmla="*/ 115133 h 165294"/>
                <a:gd name="csX186" fmla="*/ 21975 w 115610"/>
                <a:gd name="csY186" fmla="*/ 113222 h 165294"/>
                <a:gd name="csX187" fmla="*/ 21498 w 115610"/>
                <a:gd name="csY187" fmla="*/ 112266 h 165294"/>
                <a:gd name="csX188" fmla="*/ 21020 w 115610"/>
                <a:gd name="csY188" fmla="*/ 110833 h 165294"/>
                <a:gd name="csX189" fmla="*/ 21020 w 115610"/>
                <a:gd name="csY189" fmla="*/ 109400 h 165294"/>
                <a:gd name="csX190" fmla="*/ 21498 w 115610"/>
                <a:gd name="csY190" fmla="*/ 108444 h 165294"/>
                <a:gd name="csX191" fmla="*/ 21975 w 115610"/>
                <a:gd name="csY191" fmla="*/ 107489 h 165294"/>
                <a:gd name="csX192" fmla="*/ 22453 w 115610"/>
                <a:gd name="csY192" fmla="*/ 106534 h 165294"/>
                <a:gd name="csX193" fmla="*/ 27230 w 115610"/>
                <a:gd name="csY193" fmla="*/ 104145 h 165294"/>
                <a:gd name="csX194" fmla="*/ 32008 w 115610"/>
                <a:gd name="csY194" fmla="*/ 102712 h 165294"/>
                <a:gd name="csX195" fmla="*/ 32486 w 115610"/>
                <a:gd name="csY195" fmla="*/ 102712 h 165294"/>
                <a:gd name="csX196" fmla="*/ 33441 w 115610"/>
                <a:gd name="csY196" fmla="*/ 102712 h 165294"/>
                <a:gd name="csX197" fmla="*/ 34874 w 115610"/>
                <a:gd name="csY197" fmla="*/ 101756 h 165294"/>
                <a:gd name="csX198" fmla="*/ 36785 w 115610"/>
                <a:gd name="csY198" fmla="*/ 99845 h 165294"/>
                <a:gd name="csX199" fmla="*/ 37741 w 115610"/>
                <a:gd name="csY199" fmla="*/ 98412 h 165294"/>
                <a:gd name="csX200" fmla="*/ 37741 w 115610"/>
                <a:gd name="csY200" fmla="*/ 94112 h 165294"/>
                <a:gd name="csX201" fmla="*/ 38696 w 115610"/>
                <a:gd name="csY201" fmla="*/ 90291 h 165294"/>
                <a:gd name="csX202" fmla="*/ 39652 w 115610"/>
                <a:gd name="csY202" fmla="*/ 85513 h 165294"/>
                <a:gd name="csX203" fmla="*/ 41562 w 115610"/>
                <a:gd name="csY203" fmla="*/ 82647 h 165294"/>
                <a:gd name="csX204" fmla="*/ 42518 w 115610"/>
                <a:gd name="csY204" fmla="*/ 80736 h 165294"/>
                <a:gd name="csX205" fmla="*/ 41562 w 115610"/>
                <a:gd name="csY205" fmla="*/ 77870 h 165294"/>
                <a:gd name="csX206" fmla="*/ 42040 w 115610"/>
                <a:gd name="csY206" fmla="*/ 76914 h 165294"/>
                <a:gd name="csX207" fmla="*/ 42996 w 115610"/>
                <a:gd name="csY207" fmla="*/ 75959 h 165294"/>
                <a:gd name="csX208" fmla="*/ 43951 w 115610"/>
                <a:gd name="csY208" fmla="*/ 75481 h 165294"/>
                <a:gd name="csX209" fmla="*/ 42518 w 115610"/>
                <a:gd name="csY209" fmla="*/ 73093 h 165294"/>
                <a:gd name="csX210" fmla="*/ 40607 w 115610"/>
                <a:gd name="csY210" fmla="*/ 68793 h 165294"/>
                <a:gd name="csX211" fmla="*/ 40129 w 115610"/>
                <a:gd name="csY211" fmla="*/ 67360 h 165294"/>
                <a:gd name="csX212" fmla="*/ 40607 w 115610"/>
                <a:gd name="csY212" fmla="*/ 66404 h 165294"/>
                <a:gd name="csX213" fmla="*/ 41085 w 115610"/>
                <a:gd name="csY213" fmla="*/ 64971 h 165294"/>
                <a:gd name="csX214" fmla="*/ 39652 w 115610"/>
                <a:gd name="csY214" fmla="*/ 64971 h 165294"/>
                <a:gd name="csX215" fmla="*/ 39174 w 115610"/>
                <a:gd name="csY215" fmla="*/ 63538 h 165294"/>
                <a:gd name="csX216" fmla="*/ 37263 w 115610"/>
                <a:gd name="csY216" fmla="*/ 59716 h 165294"/>
                <a:gd name="csX217" fmla="*/ 37741 w 115610"/>
                <a:gd name="csY217" fmla="*/ 58761 h 165294"/>
                <a:gd name="csX218" fmla="*/ 38696 w 115610"/>
                <a:gd name="csY218" fmla="*/ 59238 h 165294"/>
                <a:gd name="csX219" fmla="*/ 40129 w 115610"/>
                <a:gd name="csY219" fmla="*/ 62105 h 165294"/>
                <a:gd name="csX220" fmla="*/ 40607 w 115610"/>
                <a:gd name="csY220" fmla="*/ 60671 h 165294"/>
                <a:gd name="csX221" fmla="*/ 41562 w 115610"/>
                <a:gd name="csY221" fmla="*/ 59716 h 165294"/>
                <a:gd name="csX222" fmla="*/ 42996 w 115610"/>
                <a:gd name="csY222" fmla="*/ 59238 h 165294"/>
                <a:gd name="csX223" fmla="*/ 43951 w 115610"/>
                <a:gd name="csY223" fmla="*/ 59238 h 165294"/>
                <a:gd name="csX224" fmla="*/ 41085 w 115610"/>
                <a:gd name="csY224" fmla="*/ 55894 h 165294"/>
                <a:gd name="csX225" fmla="*/ 40129 w 115610"/>
                <a:gd name="csY225" fmla="*/ 56372 h 165294"/>
                <a:gd name="csX226" fmla="*/ 38696 w 115610"/>
                <a:gd name="csY226" fmla="*/ 56850 h 165294"/>
                <a:gd name="csX227" fmla="*/ 37741 w 115610"/>
                <a:gd name="csY227" fmla="*/ 56850 h 165294"/>
                <a:gd name="csX228" fmla="*/ 36307 w 115610"/>
                <a:gd name="csY228" fmla="*/ 56850 h 165294"/>
                <a:gd name="csX229" fmla="*/ 34874 w 115610"/>
                <a:gd name="csY229" fmla="*/ 55894 h 165294"/>
                <a:gd name="csX230" fmla="*/ 34396 w 115610"/>
                <a:gd name="csY230" fmla="*/ 54461 h 165294"/>
                <a:gd name="csX231" fmla="*/ 33919 w 115610"/>
                <a:gd name="csY231" fmla="*/ 52072 h 165294"/>
                <a:gd name="csX232" fmla="*/ 33441 w 115610"/>
                <a:gd name="csY232" fmla="*/ 51117 h 165294"/>
                <a:gd name="csX233" fmla="*/ 29619 w 115610"/>
                <a:gd name="csY233" fmla="*/ 45862 h 165294"/>
                <a:gd name="csX234" fmla="*/ 30575 w 115610"/>
                <a:gd name="csY234" fmla="*/ 45862 h 165294"/>
                <a:gd name="csX235" fmla="*/ 33441 w 115610"/>
                <a:gd name="csY235" fmla="*/ 48251 h 165294"/>
                <a:gd name="csX236" fmla="*/ 34396 w 115610"/>
                <a:gd name="csY236" fmla="*/ 47295 h 165294"/>
                <a:gd name="csX237" fmla="*/ 34874 w 115610"/>
                <a:gd name="csY237" fmla="*/ 46340 h 165294"/>
                <a:gd name="csX238" fmla="*/ 34396 w 115610"/>
                <a:gd name="csY238" fmla="*/ 44906 h 165294"/>
                <a:gd name="csX239" fmla="*/ 33919 w 115610"/>
                <a:gd name="csY239" fmla="*/ 43951 h 165294"/>
                <a:gd name="csX240" fmla="*/ 32486 w 115610"/>
                <a:gd name="csY240" fmla="*/ 43473 h 165294"/>
                <a:gd name="csX241" fmla="*/ 32486 w 115610"/>
                <a:gd name="csY241" fmla="*/ 42040 h 165294"/>
                <a:gd name="csX242" fmla="*/ 33441 w 115610"/>
                <a:gd name="csY242" fmla="*/ 41085 h 165294"/>
                <a:gd name="csX243" fmla="*/ 33441 w 115610"/>
                <a:gd name="csY243" fmla="*/ 40129 h 165294"/>
                <a:gd name="csX244" fmla="*/ 31530 w 115610"/>
                <a:gd name="csY244" fmla="*/ 38696 h 165294"/>
                <a:gd name="csX245" fmla="*/ 31052 w 115610"/>
                <a:gd name="csY245" fmla="*/ 38218 h 165294"/>
                <a:gd name="csX246" fmla="*/ 30575 w 115610"/>
                <a:gd name="csY246" fmla="*/ 39174 h 165294"/>
                <a:gd name="csX247" fmla="*/ 31052 w 115610"/>
                <a:gd name="csY247" fmla="*/ 40129 h 165294"/>
                <a:gd name="csX248" fmla="*/ 30575 w 115610"/>
                <a:gd name="csY248" fmla="*/ 40607 h 165294"/>
                <a:gd name="csX249" fmla="*/ 26275 w 115610"/>
                <a:gd name="csY249" fmla="*/ 37740 h 165294"/>
                <a:gd name="csX250" fmla="*/ 24842 w 115610"/>
                <a:gd name="csY250" fmla="*/ 35352 h 165294"/>
                <a:gd name="csX251" fmla="*/ 23886 w 115610"/>
                <a:gd name="csY251" fmla="*/ 32963 h 165294"/>
                <a:gd name="csX252" fmla="*/ 23886 w 115610"/>
                <a:gd name="csY252" fmla="*/ 33919 h 165294"/>
                <a:gd name="csX253" fmla="*/ 23886 w 115610"/>
                <a:gd name="csY253" fmla="*/ 35352 h 165294"/>
                <a:gd name="csX254" fmla="*/ 25798 w 115610"/>
                <a:gd name="csY254" fmla="*/ 38218 h 165294"/>
                <a:gd name="csX255" fmla="*/ 28664 w 115610"/>
                <a:gd name="csY255" fmla="*/ 41085 h 165294"/>
                <a:gd name="csX256" fmla="*/ 29141 w 115610"/>
                <a:gd name="csY256" fmla="*/ 42040 h 165294"/>
                <a:gd name="csX257" fmla="*/ 28664 w 115610"/>
                <a:gd name="csY257" fmla="*/ 43473 h 165294"/>
                <a:gd name="csX258" fmla="*/ 27709 w 115610"/>
                <a:gd name="csY258" fmla="*/ 43473 h 165294"/>
                <a:gd name="csX259" fmla="*/ 26753 w 115610"/>
                <a:gd name="csY259" fmla="*/ 42996 h 165294"/>
                <a:gd name="csX260" fmla="*/ 25320 w 115610"/>
                <a:gd name="csY260" fmla="*/ 40129 h 165294"/>
                <a:gd name="csX261" fmla="*/ 24364 w 115610"/>
                <a:gd name="csY261" fmla="*/ 38696 h 165294"/>
                <a:gd name="csX262" fmla="*/ 13854 w 115610"/>
                <a:gd name="csY262" fmla="*/ 24364 h 165294"/>
                <a:gd name="csX263" fmla="*/ 15287 w 115610"/>
                <a:gd name="csY263" fmla="*/ 22931 h 165294"/>
                <a:gd name="csX264" fmla="*/ 17676 w 115610"/>
                <a:gd name="csY264" fmla="*/ 21020 h 165294"/>
                <a:gd name="csX265" fmla="*/ 17676 w 115610"/>
                <a:gd name="csY265" fmla="*/ 20542 h 165294"/>
                <a:gd name="csX266" fmla="*/ 18154 w 115610"/>
                <a:gd name="csY266" fmla="*/ 19587 h 165294"/>
                <a:gd name="csX267" fmla="*/ 17198 w 115610"/>
                <a:gd name="csY267" fmla="*/ 19587 h 165294"/>
                <a:gd name="csX268" fmla="*/ 16721 w 115610"/>
                <a:gd name="csY268" fmla="*/ 20064 h 165294"/>
                <a:gd name="csX269" fmla="*/ 15765 w 115610"/>
                <a:gd name="csY269" fmla="*/ 20542 h 165294"/>
                <a:gd name="csX270" fmla="*/ 14809 w 115610"/>
                <a:gd name="csY270" fmla="*/ 21498 h 165294"/>
                <a:gd name="csX271" fmla="*/ 13854 w 115610"/>
                <a:gd name="csY271" fmla="*/ 23409 h 165294"/>
                <a:gd name="csX272" fmla="*/ 13377 w 115610"/>
                <a:gd name="csY272" fmla="*/ 23409 h 165294"/>
                <a:gd name="csX273" fmla="*/ 11943 w 115610"/>
                <a:gd name="csY273" fmla="*/ 22453 h 165294"/>
                <a:gd name="csX274" fmla="*/ 11466 w 115610"/>
                <a:gd name="csY274" fmla="*/ 21498 h 165294"/>
                <a:gd name="csX275" fmla="*/ 11466 w 115610"/>
                <a:gd name="csY275" fmla="*/ 20542 h 165294"/>
                <a:gd name="csX276" fmla="*/ 11466 w 115610"/>
                <a:gd name="csY276" fmla="*/ 20064 h 165294"/>
                <a:gd name="csX277" fmla="*/ 10510 w 115610"/>
                <a:gd name="csY277" fmla="*/ 20064 h 165294"/>
                <a:gd name="csX278" fmla="*/ 9077 w 115610"/>
                <a:gd name="csY278" fmla="*/ 18154 h 165294"/>
                <a:gd name="csX279" fmla="*/ 8121 w 115610"/>
                <a:gd name="csY279" fmla="*/ 17198 h 165294"/>
                <a:gd name="csX280" fmla="*/ 9555 w 115610"/>
                <a:gd name="csY280" fmla="*/ 15287 h 165294"/>
                <a:gd name="csX281" fmla="*/ 9555 w 115610"/>
                <a:gd name="csY281" fmla="*/ 12898 h 165294"/>
                <a:gd name="csX282" fmla="*/ 8121 w 115610"/>
                <a:gd name="csY282" fmla="*/ 10510 h 165294"/>
                <a:gd name="csX283" fmla="*/ 6211 w 115610"/>
                <a:gd name="csY283" fmla="*/ 8121 h 165294"/>
                <a:gd name="csX284" fmla="*/ 2866 w 115610"/>
                <a:gd name="csY284" fmla="*/ 4299 h 165294"/>
                <a:gd name="csX285" fmla="*/ 0 w 115610"/>
                <a:gd name="csY285" fmla="*/ 478 h 165294"/>
                <a:gd name="csX286" fmla="*/ 3344 w 115610"/>
                <a:gd name="csY286" fmla="*/ 0 h 165294"/>
                <a:gd name="csX287" fmla="*/ 6688 w 115610"/>
                <a:gd name="csY287" fmla="*/ 0 h 165294"/>
                <a:gd name="csX288" fmla="*/ 5255 w 115610"/>
                <a:gd name="csY288" fmla="*/ 2389 h 165294"/>
                <a:gd name="csX289" fmla="*/ 5733 w 115610"/>
                <a:gd name="csY289" fmla="*/ 3822 h 165294"/>
                <a:gd name="csX290" fmla="*/ 6688 w 115610"/>
                <a:gd name="csY290" fmla="*/ 4777 h 165294"/>
                <a:gd name="csX291" fmla="*/ 9077 w 115610"/>
                <a:gd name="csY291" fmla="*/ 8121 h 165294"/>
                <a:gd name="csX292" fmla="*/ 9555 w 115610"/>
                <a:gd name="csY292" fmla="*/ 9077 h 165294"/>
                <a:gd name="csX293" fmla="*/ 10510 w 115610"/>
                <a:gd name="csY293" fmla="*/ 10510 h 165294"/>
                <a:gd name="csX294" fmla="*/ 10988 w 115610"/>
                <a:gd name="csY294" fmla="*/ 10988 h 165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</a:cxnLst>
              <a:rect l="l" t="t" r="r" b="b"/>
              <a:pathLst>
                <a:path w="115610" h="165294">
                  <a:moveTo>
                    <a:pt x="10988" y="10988"/>
                  </a:moveTo>
                  <a:lnTo>
                    <a:pt x="11466" y="11943"/>
                  </a:lnTo>
                  <a:lnTo>
                    <a:pt x="12421" y="11465"/>
                  </a:lnTo>
                  <a:lnTo>
                    <a:pt x="13377" y="10032"/>
                  </a:lnTo>
                  <a:lnTo>
                    <a:pt x="14809" y="9077"/>
                  </a:lnTo>
                  <a:lnTo>
                    <a:pt x="14332" y="10988"/>
                  </a:lnTo>
                  <a:lnTo>
                    <a:pt x="15287" y="11465"/>
                  </a:lnTo>
                  <a:lnTo>
                    <a:pt x="19587" y="12898"/>
                  </a:lnTo>
                  <a:lnTo>
                    <a:pt x="20543" y="13854"/>
                  </a:lnTo>
                  <a:lnTo>
                    <a:pt x="21498" y="13854"/>
                  </a:lnTo>
                  <a:lnTo>
                    <a:pt x="21975" y="13376"/>
                  </a:lnTo>
                  <a:lnTo>
                    <a:pt x="22453" y="12898"/>
                  </a:lnTo>
                  <a:lnTo>
                    <a:pt x="24364" y="13854"/>
                  </a:lnTo>
                  <a:lnTo>
                    <a:pt x="27709" y="15765"/>
                  </a:lnTo>
                  <a:lnTo>
                    <a:pt x="28186" y="16243"/>
                  </a:lnTo>
                  <a:lnTo>
                    <a:pt x="27709" y="17198"/>
                  </a:lnTo>
                  <a:lnTo>
                    <a:pt x="28186" y="18154"/>
                  </a:lnTo>
                  <a:lnTo>
                    <a:pt x="28664" y="19109"/>
                  </a:lnTo>
                  <a:lnTo>
                    <a:pt x="29619" y="19587"/>
                  </a:lnTo>
                  <a:lnTo>
                    <a:pt x="31052" y="18154"/>
                  </a:lnTo>
                  <a:lnTo>
                    <a:pt x="32008" y="18154"/>
                  </a:lnTo>
                  <a:lnTo>
                    <a:pt x="32963" y="19587"/>
                  </a:lnTo>
                  <a:lnTo>
                    <a:pt x="33441" y="20542"/>
                  </a:lnTo>
                  <a:lnTo>
                    <a:pt x="33441" y="20542"/>
                  </a:lnTo>
                  <a:lnTo>
                    <a:pt x="33919" y="21498"/>
                  </a:lnTo>
                  <a:lnTo>
                    <a:pt x="34874" y="22453"/>
                  </a:lnTo>
                  <a:lnTo>
                    <a:pt x="36307" y="25320"/>
                  </a:lnTo>
                  <a:lnTo>
                    <a:pt x="36307" y="26275"/>
                  </a:lnTo>
                  <a:lnTo>
                    <a:pt x="35830" y="27230"/>
                  </a:lnTo>
                  <a:lnTo>
                    <a:pt x="37263" y="30097"/>
                  </a:lnTo>
                  <a:lnTo>
                    <a:pt x="36307" y="30097"/>
                  </a:lnTo>
                  <a:lnTo>
                    <a:pt x="33441" y="29619"/>
                  </a:lnTo>
                  <a:lnTo>
                    <a:pt x="33441" y="30097"/>
                  </a:lnTo>
                  <a:lnTo>
                    <a:pt x="35352" y="32008"/>
                  </a:lnTo>
                  <a:lnTo>
                    <a:pt x="36307" y="34874"/>
                  </a:lnTo>
                  <a:lnTo>
                    <a:pt x="37741" y="36785"/>
                  </a:lnTo>
                  <a:lnTo>
                    <a:pt x="41562" y="41562"/>
                  </a:lnTo>
                  <a:lnTo>
                    <a:pt x="41085" y="43473"/>
                  </a:lnTo>
                  <a:lnTo>
                    <a:pt x="41085" y="44906"/>
                  </a:lnTo>
                  <a:lnTo>
                    <a:pt x="40607" y="45862"/>
                  </a:lnTo>
                  <a:lnTo>
                    <a:pt x="42040" y="48728"/>
                  </a:lnTo>
                  <a:lnTo>
                    <a:pt x="41085" y="49206"/>
                  </a:lnTo>
                  <a:lnTo>
                    <a:pt x="40607" y="52072"/>
                  </a:lnTo>
                  <a:lnTo>
                    <a:pt x="39652" y="52550"/>
                  </a:lnTo>
                  <a:lnTo>
                    <a:pt x="40129" y="53505"/>
                  </a:lnTo>
                  <a:lnTo>
                    <a:pt x="41562" y="53983"/>
                  </a:lnTo>
                  <a:lnTo>
                    <a:pt x="42518" y="54461"/>
                  </a:lnTo>
                  <a:lnTo>
                    <a:pt x="43473" y="55417"/>
                  </a:lnTo>
                  <a:lnTo>
                    <a:pt x="43951" y="54461"/>
                  </a:lnTo>
                  <a:lnTo>
                    <a:pt x="44429" y="53983"/>
                  </a:lnTo>
                  <a:lnTo>
                    <a:pt x="46340" y="55417"/>
                  </a:lnTo>
                  <a:lnTo>
                    <a:pt x="50162" y="56850"/>
                  </a:lnTo>
                  <a:lnTo>
                    <a:pt x="51595" y="57328"/>
                  </a:lnTo>
                  <a:lnTo>
                    <a:pt x="52073" y="58283"/>
                  </a:lnTo>
                  <a:lnTo>
                    <a:pt x="52550" y="60671"/>
                  </a:lnTo>
                  <a:lnTo>
                    <a:pt x="53028" y="62105"/>
                  </a:lnTo>
                  <a:lnTo>
                    <a:pt x="54461" y="62105"/>
                  </a:lnTo>
                  <a:lnTo>
                    <a:pt x="56372" y="62105"/>
                  </a:lnTo>
                  <a:lnTo>
                    <a:pt x="56850" y="61149"/>
                  </a:lnTo>
                  <a:lnTo>
                    <a:pt x="56372" y="58283"/>
                  </a:lnTo>
                  <a:lnTo>
                    <a:pt x="55416" y="54461"/>
                  </a:lnTo>
                  <a:lnTo>
                    <a:pt x="55416" y="53028"/>
                  </a:lnTo>
                  <a:lnTo>
                    <a:pt x="55416" y="51595"/>
                  </a:lnTo>
                  <a:lnTo>
                    <a:pt x="54939" y="50162"/>
                  </a:lnTo>
                  <a:lnTo>
                    <a:pt x="54461" y="49206"/>
                  </a:lnTo>
                  <a:lnTo>
                    <a:pt x="53984" y="48251"/>
                  </a:lnTo>
                  <a:lnTo>
                    <a:pt x="53028" y="47295"/>
                  </a:lnTo>
                  <a:lnTo>
                    <a:pt x="53505" y="45862"/>
                  </a:lnTo>
                  <a:lnTo>
                    <a:pt x="54461" y="45384"/>
                  </a:lnTo>
                  <a:lnTo>
                    <a:pt x="55416" y="46340"/>
                  </a:lnTo>
                  <a:lnTo>
                    <a:pt x="55894" y="47773"/>
                  </a:lnTo>
                  <a:lnTo>
                    <a:pt x="59239" y="51595"/>
                  </a:lnTo>
                  <a:lnTo>
                    <a:pt x="60671" y="51595"/>
                  </a:lnTo>
                  <a:lnTo>
                    <a:pt x="61150" y="53028"/>
                  </a:lnTo>
                  <a:lnTo>
                    <a:pt x="62105" y="54461"/>
                  </a:lnTo>
                  <a:lnTo>
                    <a:pt x="63060" y="56372"/>
                  </a:lnTo>
                  <a:lnTo>
                    <a:pt x="64016" y="62105"/>
                  </a:lnTo>
                  <a:lnTo>
                    <a:pt x="64971" y="67360"/>
                  </a:lnTo>
                  <a:lnTo>
                    <a:pt x="67837" y="69748"/>
                  </a:lnTo>
                  <a:lnTo>
                    <a:pt x="67837" y="70704"/>
                  </a:lnTo>
                  <a:lnTo>
                    <a:pt x="66405" y="70226"/>
                  </a:lnTo>
                  <a:lnTo>
                    <a:pt x="65927" y="70226"/>
                  </a:lnTo>
                  <a:lnTo>
                    <a:pt x="65927" y="71182"/>
                  </a:lnTo>
                  <a:lnTo>
                    <a:pt x="67360" y="72137"/>
                  </a:lnTo>
                  <a:lnTo>
                    <a:pt x="69271" y="72615"/>
                  </a:lnTo>
                  <a:lnTo>
                    <a:pt x="70226" y="72615"/>
                  </a:lnTo>
                  <a:lnTo>
                    <a:pt x="71182" y="73093"/>
                  </a:lnTo>
                  <a:lnTo>
                    <a:pt x="77392" y="76437"/>
                  </a:lnTo>
                  <a:lnTo>
                    <a:pt x="80736" y="77870"/>
                  </a:lnTo>
                  <a:lnTo>
                    <a:pt x="88380" y="79781"/>
                  </a:lnTo>
                  <a:lnTo>
                    <a:pt x="90769" y="80258"/>
                  </a:lnTo>
                  <a:lnTo>
                    <a:pt x="91724" y="79781"/>
                  </a:lnTo>
                  <a:lnTo>
                    <a:pt x="94112" y="79303"/>
                  </a:lnTo>
                  <a:lnTo>
                    <a:pt x="96024" y="77870"/>
                  </a:lnTo>
                  <a:lnTo>
                    <a:pt x="97935" y="75959"/>
                  </a:lnTo>
                  <a:lnTo>
                    <a:pt x="99846" y="73570"/>
                  </a:lnTo>
                  <a:lnTo>
                    <a:pt x="101278" y="72137"/>
                  </a:lnTo>
                  <a:lnTo>
                    <a:pt x="103189" y="71182"/>
                  </a:lnTo>
                  <a:lnTo>
                    <a:pt x="104145" y="70704"/>
                  </a:lnTo>
                  <a:lnTo>
                    <a:pt x="105100" y="70226"/>
                  </a:lnTo>
                  <a:lnTo>
                    <a:pt x="110355" y="70226"/>
                  </a:lnTo>
                  <a:lnTo>
                    <a:pt x="112266" y="71659"/>
                  </a:lnTo>
                  <a:lnTo>
                    <a:pt x="114655" y="72615"/>
                  </a:lnTo>
                  <a:lnTo>
                    <a:pt x="115610" y="73093"/>
                  </a:lnTo>
                  <a:lnTo>
                    <a:pt x="115133" y="74526"/>
                  </a:lnTo>
                  <a:lnTo>
                    <a:pt x="113700" y="76914"/>
                  </a:lnTo>
                  <a:lnTo>
                    <a:pt x="112744" y="79303"/>
                  </a:lnTo>
                  <a:lnTo>
                    <a:pt x="111789" y="85036"/>
                  </a:lnTo>
                  <a:lnTo>
                    <a:pt x="111311" y="90291"/>
                  </a:lnTo>
                  <a:lnTo>
                    <a:pt x="110355" y="93157"/>
                  </a:lnTo>
                  <a:lnTo>
                    <a:pt x="108444" y="95068"/>
                  </a:lnTo>
                  <a:lnTo>
                    <a:pt x="106534" y="96024"/>
                  </a:lnTo>
                  <a:lnTo>
                    <a:pt x="104623" y="96979"/>
                  </a:lnTo>
                  <a:lnTo>
                    <a:pt x="103667" y="99845"/>
                  </a:lnTo>
                  <a:lnTo>
                    <a:pt x="103189" y="103667"/>
                  </a:lnTo>
                  <a:lnTo>
                    <a:pt x="103189" y="104623"/>
                  </a:lnTo>
                  <a:lnTo>
                    <a:pt x="104145" y="105578"/>
                  </a:lnTo>
                  <a:lnTo>
                    <a:pt x="104145" y="106534"/>
                  </a:lnTo>
                  <a:lnTo>
                    <a:pt x="103189" y="108922"/>
                  </a:lnTo>
                  <a:lnTo>
                    <a:pt x="102712" y="108444"/>
                  </a:lnTo>
                  <a:lnTo>
                    <a:pt x="101757" y="106534"/>
                  </a:lnTo>
                  <a:lnTo>
                    <a:pt x="100801" y="106056"/>
                  </a:lnTo>
                  <a:lnTo>
                    <a:pt x="97935" y="105578"/>
                  </a:lnTo>
                  <a:lnTo>
                    <a:pt x="95546" y="105100"/>
                  </a:lnTo>
                  <a:lnTo>
                    <a:pt x="93157" y="105100"/>
                  </a:lnTo>
                  <a:lnTo>
                    <a:pt x="91246" y="106056"/>
                  </a:lnTo>
                  <a:lnTo>
                    <a:pt x="87902" y="107489"/>
                  </a:lnTo>
                  <a:lnTo>
                    <a:pt x="86469" y="108444"/>
                  </a:lnTo>
                  <a:lnTo>
                    <a:pt x="85991" y="109400"/>
                  </a:lnTo>
                  <a:lnTo>
                    <a:pt x="84080" y="111789"/>
                  </a:lnTo>
                  <a:lnTo>
                    <a:pt x="84080" y="114655"/>
                  </a:lnTo>
                  <a:lnTo>
                    <a:pt x="84080" y="116566"/>
                  </a:lnTo>
                  <a:lnTo>
                    <a:pt x="84558" y="117521"/>
                  </a:lnTo>
                  <a:lnTo>
                    <a:pt x="87425" y="118954"/>
                  </a:lnTo>
                  <a:lnTo>
                    <a:pt x="84558" y="124687"/>
                  </a:lnTo>
                  <a:lnTo>
                    <a:pt x="82169" y="130420"/>
                  </a:lnTo>
                  <a:lnTo>
                    <a:pt x="80736" y="132331"/>
                  </a:lnTo>
                  <a:lnTo>
                    <a:pt x="78825" y="133764"/>
                  </a:lnTo>
                  <a:lnTo>
                    <a:pt x="77392" y="137108"/>
                  </a:lnTo>
                  <a:lnTo>
                    <a:pt x="74526" y="140452"/>
                  </a:lnTo>
                  <a:lnTo>
                    <a:pt x="73093" y="142841"/>
                  </a:lnTo>
                  <a:lnTo>
                    <a:pt x="71659" y="145230"/>
                  </a:lnTo>
                  <a:lnTo>
                    <a:pt x="70226" y="147618"/>
                  </a:lnTo>
                  <a:lnTo>
                    <a:pt x="67837" y="151440"/>
                  </a:lnTo>
                  <a:lnTo>
                    <a:pt x="66405" y="153829"/>
                  </a:lnTo>
                  <a:lnTo>
                    <a:pt x="64971" y="155740"/>
                  </a:lnTo>
                  <a:lnTo>
                    <a:pt x="62105" y="158128"/>
                  </a:lnTo>
                  <a:lnTo>
                    <a:pt x="59239" y="160517"/>
                  </a:lnTo>
                  <a:lnTo>
                    <a:pt x="54461" y="163861"/>
                  </a:lnTo>
                  <a:lnTo>
                    <a:pt x="53028" y="164817"/>
                  </a:lnTo>
                  <a:lnTo>
                    <a:pt x="51595" y="165294"/>
                  </a:lnTo>
                  <a:lnTo>
                    <a:pt x="49684" y="164339"/>
                  </a:lnTo>
                  <a:lnTo>
                    <a:pt x="49684" y="163383"/>
                  </a:lnTo>
                  <a:lnTo>
                    <a:pt x="49206" y="161473"/>
                  </a:lnTo>
                  <a:lnTo>
                    <a:pt x="48728" y="160517"/>
                  </a:lnTo>
                  <a:lnTo>
                    <a:pt x="46340" y="160039"/>
                  </a:lnTo>
                  <a:lnTo>
                    <a:pt x="43473" y="160995"/>
                  </a:lnTo>
                  <a:lnTo>
                    <a:pt x="42996" y="160995"/>
                  </a:lnTo>
                  <a:lnTo>
                    <a:pt x="42996" y="160517"/>
                  </a:lnTo>
                  <a:lnTo>
                    <a:pt x="42996" y="157173"/>
                  </a:lnTo>
                  <a:lnTo>
                    <a:pt x="43473" y="156695"/>
                  </a:lnTo>
                  <a:lnTo>
                    <a:pt x="42996" y="156217"/>
                  </a:lnTo>
                  <a:lnTo>
                    <a:pt x="42040" y="156217"/>
                  </a:lnTo>
                  <a:lnTo>
                    <a:pt x="42040" y="157173"/>
                  </a:lnTo>
                  <a:lnTo>
                    <a:pt x="42518" y="157651"/>
                  </a:lnTo>
                  <a:lnTo>
                    <a:pt x="40607" y="158606"/>
                  </a:lnTo>
                  <a:lnTo>
                    <a:pt x="38696" y="158606"/>
                  </a:lnTo>
                  <a:lnTo>
                    <a:pt x="38218" y="158128"/>
                  </a:lnTo>
                  <a:lnTo>
                    <a:pt x="38218" y="157651"/>
                  </a:lnTo>
                  <a:lnTo>
                    <a:pt x="38696" y="156695"/>
                  </a:lnTo>
                  <a:lnTo>
                    <a:pt x="39174" y="155740"/>
                  </a:lnTo>
                  <a:lnTo>
                    <a:pt x="42518" y="151918"/>
                  </a:lnTo>
                  <a:lnTo>
                    <a:pt x="45862" y="147141"/>
                  </a:lnTo>
                  <a:lnTo>
                    <a:pt x="48728" y="141408"/>
                  </a:lnTo>
                  <a:lnTo>
                    <a:pt x="49206" y="139019"/>
                  </a:lnTo>
                  <a:lnTo>
                    <a:pt x="50639" y="133764"/>
                  </a:lnTo>
                  <a:lnTo>
                    <a:pt x="49684" y="131376"/>
                  </a:lnTo>
                  <a:lnTo>
                    <a:pt x="48728" y="129465"/>
                  </a:lnTo>
                  <a:lnTo>
                    <a:pt x="45862" y="125643"/>
                  </a:lnTo>
                  <a:lnTo>
                    <a:pt x="41562" y="123732"/>
                  </a:lnTo>
                  <a:lnTo>
                    <a:pt x="39174" y="123254"/>
                  </a:lnTo>
                  <a:lnTo>
                    <a:pt x="36785" y="122299"/>
                  </a:lnTo>
                  <a:lnTo>
                    <a:pt x="34874" y="120388"/>
                  </a:lnTo>
                  <a:lnTo>
                    <a:pt x="32486" y="118477"/>
                  </a:lnTo>
                  <a:lnTo>
                    <a:pt x="28664" y="116566"/>
                  </a:lnTo>
                  <a:lnTo>
                    <a:pt x="24364" y="115133"/>
                  </a:lnTo>
                  <a:lnTo>
                    <a:pt x="21975" y="113222"/>
                  </a:lnTo>
                  <a:lnTo>
                    <a:pt x="21498" y="112266"/>
                  </a:lnTo>
                  <a:lnTo>
                    <a:pt x="21020" y="110833"/>
                  </a:lnTo>
                  <a:lnTo>
                    <a:pt x="21020" y="109400"/>
                  </a:lnTo>
                  <a:lnTo>
                    <a:pt x="21498" y="108444"/>
                  </a:lnTo>
                  <a:lnTo>
                    <a:pt x="21975" y="107489"/>
                  </a:lnTo>
                  <a:lnTo>
                    <a:pt x="22453" y="106534"/>
                  </a:lnTo>
                  <a:lnTo>
                    <a:pt x="27230" y="104145"/>
                  </a:lnTo>
                  <a:lnTo>
                    <a:pt x="32008" y="102712"/>
                  </a:lnTo>
                  <a:lnTo>
                    <a:pt x="32486" y="102712"/>
                  </a:lnTo>
                  <a:lnTo>
                    <a:pt x="33441" y="102712"/>
                  </a:lnTo>
                  <a:lnTo>
                    <a:pt x="34874" y="101756"/>
                  </a:lnTo>
                  <a:lnTo>
                    <a:pt x="36785" y="99845"/>
                  </a:lnTo>
                  <a:lnTo>
                    <a:pt x="37741" y="98412"/>
                  </a:lnTo>
                  <a:lnTo>
                    <a:pt x="37741" y="94112"/>
                  </a:lnTo>
                  <a:lnTo>
                    <a:pt x="38696" y="90291"/>
                  </a:lnTo>
                  <a:lnTo>
                    <a:pt x="39652" y="85513"/>
                  </a:lnTo>
                  <a:lnTo>
                    <a:pt x="41562" y="82647"/>
                  </a:lnTo>
                  <a:lnTo>
                    <a:pt x="42518" y="80736"/>
                  </a:lnTo>
                  <a:lnTo>
                    <a:pt x="41562" y="77870"/>
                  </a:lnTo>
                  <a:lnTo>
                    <a:pt x="42040" y="76914"/>
                  </a:lnTo>
                  <a:lnTo>
                    <a:pt x="42996" y="75959"/>
                  </a:lnTo>
                  <a:lnTo>
                    <a:pt x="43951" y="75481"/>
                  </a:lnTo>
                  <a:lnTo>
                    <a:pt x="42518" y="73093"/>
                  </a:lnTo>
                  <a:lnTo>
                    <a:pt x="40607" y="68793"/>
                  </a:lnTo>
                  <a:lnTo>
                    <a:pt x="40129" y="67360"/>
                  </a:lnTo>
                  <a:lnTo>
                    <a:pt x="40607" y="66404"/>
                  </a:lnTo>
                  <a:lnTo>
                    <a:pt x="41085" y="64971"/>
                  </a:lnTo>
                  <a:lnTo>
                    <a:pt x="39652" y="64971"/>
                  </a:lnTo>
                  <a:lnTo>
                    <a:pt x="39174" y="63538"/>
                  </a:lnTo>
                  <a:lnTo>
                    <a:pt x="37263" y="59716"/>
                  </a:lnTo>
                  <a:lnTo>
                    <a:pt x="37741" y="58761"/>
                  </a:lnTo>
                  <a:lnTo>
                    <a:pt x="38696" y="59238"/>
                  </a:lnTo>
                  <a:lnTo>
                    <a:pt x="40129" y="62105"/>
                  </a:lnTo>
                  <a:lnTo>
                    <a:pt x="40607" y="60671"/>
                  </a:lnTo>
                  <a:lnTo>
                    <a:pt x="41562" y="59716"/>
                  </a:lnTo>
                  <a:lnTo>
                    <a:pt x="42996" y="59238"/>
                  </a:lnTo>
                  <a:lnTo>
                    <a:pt x="43951" y="59238"/>
                  </a:lnTo>
                  <a:lnTo>
                    <a:pt x="41085" y="55894"/>
                  </a:lnTo>
                  <a:lnTo>
                    <a:pt x="40129" y="56372"/>
                  </a:lnTo>
                  <a:lnTo>
                    <a:pt x="38696" y="56850"/>
                  </a:lnTo>
                  <a:lnTo>
                    <a:pt x="37741" y="56850"/>
                  </a:lnTo>
                  <a:lnTo>
                    <a:pt x="36307" y="56850"/>
                  </a:lnTo>
                  <a:lnTo>
                    <a:pt x="34874" y="55894"/>
                  </a:lnTo>
                  <a:lnTo>
                    <a:pt x="34396" y="54461"/>
                  </a:lnTo>
                  <a:lnTo>
                    <a:pt x="33919" y="52072"/>
                  </a:lnTo>
                  <a:lnTo>
                    <a:pt x="33441" y="51117"/>
                  </a:lnTo>
                  <a:lnTo>
                    <a:pt x="29619" y="45862"/>
                  </a:lnTo>
                  <a:lnTo>
                    <a:pt x="30575" y="45862"/>
                  </a:lnTo>
                  <a:lnTo>
                    <a:pt x="33441" y="48251"/>
                  </a:lnTo>
                  <a:lnTo>
                    <a:pt x="34396" y="47295"/>
                  </a:lnTo>
                  <a:lnTo>
                    <a:pt x="34874" y="46340"/>
                  </a:lnTo>
                  <a:lnTo>
                    <a:pt x="34396" y="44906"/>
                  </a:lnTo>
                  <a:lnTo>
                    <a:pt x="33919" y="43951"/>
                  </a:lnTo>
                  <a:lnTo>
                    <a:pt x="32486" y="43473"/>
                  </a:lnTo>
                  <a:lnTo>
                    <a:pt x="32486" y="42040"/>
                  </a:lnTo>
                  <a:lnTo>
                    <a:pt x="33441" y="41085"/>
                  </a:lnTo>
                  <a:lnTo>
                    <a:pt x="33441" y="40129"/>
                  </a:lnTo>
                  <a:lnTo>
                    <a:pt x="31530" y="38696"/>
                  </a:lnTo>
                  <a:lnTo>
                    <a:pt x="31052" y="38218"/>
                  </a:lnTo>
                  <a:lnTo>
                    <a:pt x="30575" y="39174"/>
                  </a:lnTo>
                  <a:lnTo>
                    <a:pt x="31052" y="40129"/>
                  </a:lnTo>
                  <a:lnTo>
                    <a:pt x="30575" y="40607"/>
                  </a:lnTo>
                  <a:lnTo>
                    <a:pt x="26275" y="37740"/>
                  </a:lnTo>
                  <a:lnTo>
                    <a:pt x="24842" y="35352"/>
                  </a:lnTo>
                  <a:lnTo>
                    <a:pt x="23886" y="32963"/>
                  </a:lnTo>
                  <a:lnTo>
                    <a:pt x="23886" y="33919"/>
                  </a:lnTo>
                  <a:lnTo>
                    <a:pt x="23886" y="35352"/>
                  </a:lnTo>
                  <a:lnTo>
                    <a:pt x="25798" y="38218"/>
                  </a:lnTo>
                  <a:lnTo>
                    <a:pt x="28664" y="41085"/>
                  </a:lnTo>
                  <a:lnTo>
                    <a:pt x="29141" y="42040"/>
                  </a:lnTo>
                  <a:lnTo>
                    <a:pt x="28664" y="43473"/>
                  </a:lnTo>
                  <a:lnTo>
                    <a:pt x="27709" y="43473"/>
                  </a:lnTo>
                  <a:lnTo>
                    <a:pt x="26753" y="42996"/>
                  </a:lnTo>
                  <a:lnTo>
                    <a:pt x="25320" y="40129"/>
                  </a:lnTo>
                  <a:lnTo>
                    <a:pt x="24364" y="38696"/>
                  </a:lnTo>
                  <a:lnTo>
                    <a:pt x="13854" y="24364"/>
                  </a:lnTo>
                  <a:lnTo>
                    <a:pt x="15287" y="22931"/>
                  </a:lnTo>
                  <a:lnTo>
                    <a:pt x="17676" y="21020"/>
                  </a:lnTo>
                  <a:lnTo>
                    <a:pt x="17676" y="20542"/>
                  </a:lnTo>
                  <a:lnTo>
                    <a:pt x="18154" y="19587"/>
                  </a:lnTo>
                  <a:lnTo>
                    <a:pt x="17198" y="19587"/>
                  </a:lnTo>
                  <a:lnTo>
                    <a:pt x="16721" y="20064"/>
                  </a:lnTo>
                  <a:lnTo>
                    <a:pt x="15765" y="20542"/>
                  </a:lnTo>
                  <a:lnTo>
                    <a:pt x="14809" y="21498"/>
                  </a:lnTo>
                  <a:lnTo>
                    <a:pt x="13854" y="23409"/>
                  </a:lnTo>
                  <a:lnTo>
                    <a:pt x="13377" y="23409"/>
                  </a:lnTo>
                  <a:lnTo>
                    <a:pt x="11943" y="22453"/>
                  </a:lnTo>
                  <a:lnTo>
                    <a:pt x="11466" y="21498"/>
                  </a:lnTo>
                  <a:lnTo>
                    <a:pt x="11466" y="20542"/>
                  </a:lnTo>
                  <a:lnTo>
                    <a:pt x="11466" y="20064"/>
                  </a:lnTo>
                  <a:lnTo>
                    <a:pt x="10510" y="20064"/>
                  </a:lnTo>
                  <a:lnTo>
                    <a:pt x="9077" y="18154"/>
                  </a:lnTo>
                  <a:lnTo>
                    <a:pt x="8121" y="17198"/>
                  </a:lnTo>
                  <a:lnTo>
                    <a:pt x="9555" y="15287"/>
                  </a:lnTo>
                  <a:lnTo>
                    <a:pt x="9555" y="12898"/>
                  </a:lnTo>
                  <a:lnTo>
                    <a:pt x="8121" y="10510"/>
                  </a:lnTo>
                  <a:lnTo>
                    <a:pt x="6211" y="8121"/>
                  </a:lnTo>
                  <a:lnTo>
                    <a:pt x="2866" y="4299"/>
                  </a:lnTo>
                  <a:lnTo>
                    <a:pt x="0" y="478"/>
                  </a:lnTo>
                  <a:lnTo>
                    <a:pt x="3344" y="0"/>
                  </a:lnTo>
                  <a:lnTo>
                    <a:pt x="6688" y="0"/>
                  </a:lnTo>
                  <a:lnTo>
                    <a:pt x="5255" y="2389"/>
                  </a:lnTo>
                  <a:lnTo>
                    <a:pt x="5733" y="3822"/>
                  </a:lnTo>
                  <a:lnTo>
                    <a:pt x="6688" y="4777"/>
                  </a:lnTo>
                  <a:lnTo>
                    <a:pt x="9077" y="8121"/>
                  </a:lnTo>
                  <a:lnTo>
                    <a:pt x="9555" y="9077"/>
                  </a:lnTo>
                  <a:lnTo>
                    <a:pt x="10510" y="10510"/>
                  </a:lnTo>
                  <a:lnTo>
                    <a:pt x="10988" y="109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6" name="Freeform 5145">
              <a:extLst>
                <a:ext uri="{FF2B5EF4-FFF2-40B4-BE49-F238E27FC236}">
                  <a16:creationId xmlns:a16="http://schemas.microsoft.com/office/drawing/2014/main" id="{85720E26-55AE-B240-6EFE-DC36A6E5FB83}"/>
                </a:ext>
              </a:extLst>
            </p:cNvPr>
            <p:cNvSpPr/>
            <p:nvPr/>
          </p:nvSpPr>
          <p:spPr>
            <a:xfrm>
              <a:off x="9360802" y="5434770"/>
              <a:ext cx="4299" cy="6210"/>
            </a:xfrm>
            <a:custGeom>
              <a:avLst/>
              <a:gdLst>
                <a:gd name="csX0" fmla="*/ 4300 w 4299"/>
                <a:gd name="csY0" fmla="*/ 4777 h 6210"/>
                <a:gd name="csX1" fmla="*/ 4300 w 4299"/>
                <a:gd name="csY1" fmla="*/ 6210 h 6210"/>
                <a:gd name="csX2" fmla="*/ 2866 w 4299"/>
                <a:gd name="csY2" fmla="*/ 5733 h 6210"/>
                <a:gd name="csX3" fmla="*/ 2389 w 4299"/>
                <a:gd name="csY3" fmla="*/ 4777 h 6210"/>
                <a:gd name="csX4" fmla="*/ 478 w 4299"/>
                <a:gd name="csY4" fmla="*/ 3822 h 6210"/>
                <a:gd name="csX5" fmla="*/ 0 w 4299"/>
                <a:gd name="csY5" fmla="*/ 3344 h 6210"/>
                <a:gd name="csX6" fmla="*/ 0 w 4299"/>
                <a:gd name="csY6" fmla="*/ 1433 h 6210"/>
                <a:gd name="csX7" fmla="*/ 955 w 4299"/>
                <a:gd name="csY7" fmla="*/ 478 h 6210"/>
                <a:gd name="csX8" fmla="*/ 955 w 4299"/>
                <a:gd name="csY8" fmla="*/ 0 h 6210"/>
                <a:gd name="csX9" fmla="*/ 1433 w 4299"/>
                <a:gd name="csY9" fmla="*/ 0 h 6210"/>
                <a:gd name="csX10" fmla="*/ 2389 w 4299"/>
                <a:gd name="csY10" fmla="*/ 956 h 6210"/>
                <a:gd name="csX11" fmla="*/ 3344 w 4299"/>
                <a:gd name="csY11" fmla="*/ 2389 h 6210"/>
                <a:gd name="csX12" fmla="*/ 4300 w 4299"/>
                <a:gd name="csY12" fmla="*/ 4777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6210">
                  <a:moveTo>
                    <a:pt x="4300" y="4777"/>
                  </a:moveTo>
                  <a:lnTo>
                    <a:pt x="4300" y="6210"/>
                  </a:lnTo>
                  <a:lnTo>
                    <a:pt x="2866" y="5733"/>
                  </a:lnTo>
                  <a:lnTo>
                    <a:pt x="2389" y="4777"/>
                  </a:lnTo>
                  <a:lnTo>
                    <a:pt x="478" y="3822"/>
                  </a:lnTo>
                  <a:lnTo>
                    <a:pt x="0" y="3344"/>
                  </a:lnTo>
                  <a:lnTo>
                    <a:pt x="0" y="1433"/>
                  </a:lnTo>
                  <a:lnTo>
                    <a:pt x="955" y="478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2389" y="956"/>
                  </a:lnTo>
                  <a:lnTo>
                    <a:pt x="3344" y="2389"/>
                  </a:lnTo>
                  <a:lnTo>
                    <a:pt x="4300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7" name="Freeform 5146">
              <a:extLst>
                <a:ext uri="{FF2B5EF4-FFF2-40B4-BE49-F238E27FC236}">
                  <a16:creationId xmlns:a16="http://schemas.microsoft.com/office/drawing/2014/main" id="{B2E6175B-238E-DD69-DBF4-59F5D57E428B}"/>
                </a:ext>
              </a:extLst>
            </p:cNvPr>
            <p:cNvSpPr/>
            <p:nvPr/>
          </p:nvSpPr>
          <p:spPr>
            <a:xfrm>
              <a:off x="9184997" y="5537004"/>
              <a:ext cx="156695" cy="153828"/>
            </a:xfrm>
            <a:custGeom>
              <a:avLst/>
              <a:gdLst>
                <a:gd name="csX0" fmla="*/ 131853 w 156695"/>
                <a:gd name="csY0" fmla="*/ 18631 h 153828"/>
                <a:gd name="csX1" fmla="*/ 134242 w 156695"/>
                <a:gd name="csY1" fmla="*/ 19109 h 153828"/>
                <a:gd name="csX2" fmla="*/ 136153 w 156695"/>
                <a:gd name="csY2" fmla="*/ 17198 h 153828"/>
                <a:gd name="csX3" fmla="*/ 138542 w 156695"/>
                <a:gd name="csY3" fmla="*/ 15765 h 153828"/>
                <a:gd name="csX4" fmla="*/ 140453 w 156695"/>
                <a:gd name="csY4" fmla="*/ 14332 h 153828"/>
                <a:gd name="csX5" fmla="*/ 144275 w 156695"/>
                <a:gd name="csY5" fmla="*/ 11943 h 153828"/>
                <a:gd name="csX6" fmla="*/ 145230 w 156695"/>
                <a:gd name="csY6" fmla="*/ 11465 h 153828"/>
                <a:gd name="csX7" fmla="*/ 147141 w 156695"/>
                <a:gd name="csY7" fmla="*/ 10988 h 153828"/>
                <a:gd name="csX8" fmla="*/ 148096 w 156695"/>
                <a:gd name="csY8" fmla="*/ 10510 h 153828"/>
                <a:gd name="csX9" fmla="*/ 149530 w 156695"/>
                <a:gd name="csY9" fmla="*/ 10032 h 153828"/>
                <a:gd name="csX10" fmla="*/ 148574 w 156695"/>
                <a:gd name="csY10" fmla="*/ 11943 h 153828"/>
                <a:gd name="csX11" fmla="*/ 147141 w 156695"/>
                <a:gd name="csY11" fmla="*/ 12421 h 153828"/>
                <a:gd name="csX12" fmla="*/ 147141 w 156695"/>
                <a:gd name="csY12" fmla="*/ 12898 h 153828"/>
                <a:gd name="csX13" fmla="*/ 147619 w 156695"/>
                <a:gd name="csY13" fmla="*/ 13854 h 153828"/>
                <a:gd name="csX14" fmla="*/ 146663 w 156695"/>
                <a:gd name="csY14" fmla="*/ 15287 h 153828"/>
                <a:gd name="csX15" fmla="*/ 146663 w 156695"/>
                <a:gd name="csY15" fmla="*/ 16721 h 153828"/>
                <a:gd name="csX16" fmla="*/ 145230 w 156695"/>
                <a:gd name="csY16" fmla="*/ 18631 h 153828"/>
                <a:gd name="csX17" fmla="*/ 147141 w 156695"/>
                <a:gd name="csY17" fmla="*/ 17676 h 153828"/>
                <a:gd name="csX18" fmla="*/ 148096 w 156695"/>
                <a:gd name="csY18" fmla="*/ 16721 h 153828"/>
                <a:gd name="csX19" fmla="*/ 147619 w 156695"/>
                <a:gd name="csY19" fmla="*/ 15765 h 153828"/>
                <a:gd name="csX20" fmla="*/ 148574 w 156695"/>
                <a:gd name="csY20" fmla="*/ 14332 h 153828"/>
                <a:gd name="csX21" fmla="*/ 150007 w 156695"/>
                <a:gd name="csY21" fmla="*/ 13854 h 153828"/>
                <a:gd name="csX22" fmla="*/ 149530 w 156695"/>
                <a:gd name="csY22" fmla="*/ 12898 h 153828"/>
                <a:gd name="csX23" fmla="*/ 149530 w 156695"/>
                <a:gd name="csY23" fmla="*/ 11943 h 153828"/>
                <a:gd name="csX24" fmla="*/ 150962 w 156695"/>
                <a:gd name="csY24" fmla="*/ 12421 h 153828"/>
                <a:gd name="csX25" fmla="*/ 151918 w 156695"/>
                <a:gd name="csY25" fmla="*/ 12421 h 153828"/>
                <a:gd name="csX26" fmla="*/ 152396 w 156695"/>
                <a:gd name="csY26" fmla="*/ 11943 h 153828"/>
                <a:gd name="csX27" fmla="*/ 153351 w 156695"/>
                <a:gd name="csY27" fmla="*/ 11943 h 153828"/>
                <a:gd name="csX28" fmla="*/ 153829 w 156695"/>
                <a:gd name="csY28" fmla="*/ 12421 h 153828"/>
                <a:gd name="csX29" fmla="*/ 155262 w 156695"/>
                <a:gd name="csY29" fmla="*/ 12421 h 153828"/>
                <a:gd name="csX30" fmla="*/ 154784 w 156695"/>
                <a:gd name="csY30" fmla="*/ 13854 h 153828"/>
                <a:gd name="csX31" fmla="*/ 153829 w 156695"/>
                <a:gd name="csY31" fmla="*/ 15287 h 153828"/>
                <a:gd name="csX32" fmla="*/ 153351 w 156695"/>
                <a:gd name="csY32" fmla="*/ 15765 h 153828"/>
                <a:gd name="csX33" fmla="*/ 151441 w 156695"/>
                <a:gd name="csY33" fmla="*/ 17198 h 153828"/>
                <a:gd name="csX34" fmla="*/ 150007 w 156695"/>
                <a:gd name="csY34" fmla="*/ 17676 h 153828"/>
                <a:gd name="csX35" fmla="*/ 151918 w 156695"/>
                <a:gd name="csY35" fmla="*/ 18154 h 153828"/>
                <a:gd name="csX36" fmla="*/ 154784 w 156695"/>
                <a:gd name="csY36" fmla="*/ 16243 h 153828"/>
                <a:gd name="csX37" fmla="*/ 156695 w 156695"/>
                <a:gd name="csY37" fmla="*/ 14332 h 153828"/>
                <a:gd name="csX38" fmla="*/ 156695 w 156695"/>
                <a:gd name="csY38" fmla="*/ 16721 h 153828"/>
                <a:gd name="csX39" fmla="*/ 155262 w 156695"/>
                <a:gd name="csY39" fmla="*/ 18631 h 153828"/>
                <a:gd name="csX40" fmla="*/ 153829 w 156695"/>
                <a:gd name="csY40" fmla="*/ 19587 h 153828"/>
                <a:gd name="csX41" fmla="*/ 152873 w 156695"/>
                <a:gd name="csY41" fmla="*/ 20064 h 153828"/>
                <a:gd name="csX42" fmla="*/ 151441 w 156695"/>
                <a:gd name="csY42" fmla="*/ 21020 h 153828"/>
                <a:gd name="csX43" fmla="*/ 150962 w 156695"/>
                <a:gd name="csY43" fmla="*/ 22453 h 153828"/>
                <a:gd name="csX44" fmla="*/ 150962 w 156695"/>
                <a:gd name="csY44" fmla="*/ 23409 h 153828"/>
                <a:gd name="csX45" fmla="*/ 150962 w 156695"/>
                <a:gd name="csY45" fmla="*/ 24364 h 153828"/>
                <a:gd name="csX46" fmla="*/ 152396 w 156695"/>
                <a:gd name="csY46" fmla="*/ 25797 h 153828"/>
                <a:gd name="csX47" fmla="*/ 150962 w 156695"/>
                <a:gd name="csY47" fmla="*/ 28186 h 153828"/>
                <a:gd name="csX48" fmla="*/ 152873 w 156695"/>
                <a:gd name="csY48" fmla="*/ 28186 h 153828"/>
                <a:gd name="csX49" fmla="*/ 153829 w 156695"/>
                <a:gd name="csY49" fmla="*/ 28664 h 153828"/>
                <a:gd name="csX50" fmla="*/ 154784 w 156695"/>
                <a:gd name="csY50" fmla="*/ 30097 h 153828"/>
                <a:gd name="csX51" fmla="*/ 154307 w 156695"/>
                <a:gd name="csY51" fmla="*/ 31530 h 153828"/>
                <a:gd name="csX52" fmla="*/ 153829 w 156695"/>
                <a:gd name="csY52" fmla="*/ 32486 h 153828"/>
                <a:gd name="csX53" fmla="*/ 150485 w 156695"/>
                <a:gd name="csY53" fmla="*/ 36307 h 153828"/>
                <a:gd name="csX54" fmla="*/ 149052 w 156695"/>
                <a:gd name="csY54" fmla="*/ 38218 h 153828"/>
                <a:gd name="csX55" fmla="*/ 147141 w 156695"/>
                <a:gd name="csY55" fmla="*/ 39651 h 153828"/>
                <a:gd name="csX56" fmla="*/ 147141 w 156695"/>
                <a:gd name="csY56" fmla="*/ 41562 h 153828"/>
                <a:gd name="csX57" fmla="*/ 146185 w 156695"/>
                <a:gd name="csY57" fmla="*/ 42996 h 153828"/>
                <a:gd name="csX58" fmla="*/ 141408 w 156695"/>
                <a:gd name="csY58" fmla="*/ 47773 h 153828"/>
                <a:gd name="csX59" fmla="*/ 140453 w 156695"/>
                <a:gd name="csY59" fmla="*/ 49206 h 153828"/>
                <a:gd name="csX60" fmla="*/ 136631 w 156695"/>
                <a:gd name="csY60" fmla="*/ 56850 h 153828"/>
                <a:gd name="csX61" fmla="*/ 133764 w 156695"/>
                <a:gd name="csY61" fmla="*/ 60194 h 153828"/>
                <a:gd name="csX62" fmla="*/ 132331 w 156695"/>
                <a:gd name="csY62" fmla="*/ 61627 h 153828"/>
                <a:gd name="csX63" fmla="*/ 130898 w 156695"/>
                <a:gd name="csY63" fmla="*/ 62582 h 153828"/>
                <a:gd name="csX64" fmla="*/ 127554 w 156695"/>
                <a:gd name="csY64" fmla="*/ 64016 h 153828"/>
                <a:gd name="csX65" fmla="*/ 125643 w 156695"/>
                <a:gd name="csY65" fmla="*/ 65927 h 153828"/>
                <a:gd name="csX66" fmla="*/ 123732 w 156695"/>
                <a:gd name="csY66" fmla="*/ 67360 h 153828"/>
                <a:gd name="csX67" fmla="*/ 121821 w 156695"/>
                <a:gd name="csY67" fmla="*/ 67837 h 153828"/>
                <a:gd name="csX68" fmla="*/ 122299 w 156695"/>
                <a:gd name="csY68" fmla="*/ 68315 h 153828"/>
                <a:gd name="csX69" fmla="*/ 123254 w 156695"/>
                <a:gd name="csY69" fmla="*/ 68793 h 153828"/>
                <a:gd name="csX70" fmla="*/ 124210 w 156695"/>
                <a:gd name="csY70" fmla="*/ 69748 h 153828"/>
                <a:gd name="csX71" fmla="*/ 123732 w 156695"/>
                <a:gd name="csY71" fmla="*/ 70704 h 153828"/>
                <a:gd name="csX72" fmla="*/ 122299 w 156695"/>
                <a:gd name="csY72" fmla="*/ 71659 h 153828"/>
                <a:gd name="csX73" fmla="*/ 120866 w 156695"/>
                <a:gd name="csY73" fmla="*/ 71659 h 153828"/>
                <a:gd name="csX74" fmla="*/ 119910 w 156695"/>
                <a:gd name="csY74" fmla="*/ 72615 h 153828"/>
                <a:gd name="csX75" fmla="*/ 123254 w 156695"/>
                <a:gd name="csY75" fmla="*/ 72137 h 153828"/>
                <a:gd name="csX76" fmla="*/ 124210 w 156695"/>
                <a:gd name="csY76" fmla="*/ 72615 h 153828"/>
                <a:gd name="csX77" fmla="*/ 124687 w 156695"/>
                <a:gd name="csY77" fmla="*/ 73570 h 153828"/>
                <a:gd name="csX78" fmla="*/ 124687 w 156695"/>
                <a:gd name="csY78" fmla="*/ 75003 h 153828"/>
                <a:gd name="csX79" fmla="*/ 125643 w 156695"/>
                <a:gd name="csY79" fmla="*/ 76437 h 153828"/>
                <a:gd name="csX80" fmla="*/ 128509 w 156695"/>
                <a:gd name="csY80" fmla="*/ 77392 h 153828"/>
                <a:gd name="csX81" fmla="*/ 130898 w 156695"/>
                <a:gd name="csY81" fmla="*/ 77870 h 153828"/>
                <a:gd name="csX82" fmla="*/ 131376 w 156695"/>
                <a:gd name="csY82" fmla="*/ 78347 h 153828"/>
                <a:gd name="csX83" fmla="*/ 131853 w 156695"/>
                <a:gd name="csY83" fmla="*/ 80736 h 153828"/>
                <a:gd name="csX84" fmla="*/ 131376 w 156695"/>
                <a:gd name="csY84" fmla="*/ 82169 h 153828"/>
                <a:gd name="csX85" fmla="*/ 130898 w 156695"/>
                <a:gd name="csY85" fmla="*/ 82647 h 153828"/>
                <a:gd name="csX86" fmla="*/ 129943 w 156695"/>
                <a:gd name="csY86" fmla="*/ 83125 h 153828"/>
                <a:gd name="csX87" fmla="*/ 128032 w 156695"/>
                <a:gd name="csY87" fmla="*/ 83125 h 153828"/>
                <a:gd name="csX88" fmla="*/ 126121 w 156695"/>
                <a:gd name="csY88" fmla="*/ 82647 h 153828"/>
                <a:gd name="csX89" fmla="*/ 124687 w 156695"/>
                <a:gd name="csY89" fmla="*/ 81214 h 153828"/>
                <a:gd name="csX90" fmla="*/ 120866 w 156695"/>
                <a:gd name="csY90" fmla="*/ 81692 h 153828"/>
                <a:gd name="csX91" fmla="*/ 119910 w 156695"/>
                <a:gd name="csY91" fmla="*/ 82169 h 153828"/>
                <a:gd name="csX92" fmla="*/ 118955 w 156695"/>
                <a:gd name="csY92" fmla="*/ 81692 h 153828"/>
                <a:gd name="csX93" fmla="*/ 121343 w 156695"/>
                <a:gd name="csY93" fmla="*/ 80258 h 153828"/>
                <a:gd name="csX94" fmla="*/ 120388 w 156695"/>
                <a:gd name="csY94" fmla="*/ 79303 h 153828"/>
                <a:gd name="csX95" fmla="*/ 119432 w 156695"/>
                <a:gd name="csY95" fmla="*/ 78825 h 153828"/>
                <a:gd name="csX96" fmla="*/ 118000 w 156695"/>
                <a:gd name="csY96" fmla="*/ 79303 h 153828"/>
                <a:gd name="csX97" fmla="*/ 117521 w 156695"/>
                <a:gd name="csY97" fmla="*/ 80258 h 153828"/>
                <a:gd name="csX98" fmla="*/ 117521 w 156695"/>
                <a:gd name="csY98" fmla="*/ 81692 h 153828"/>
                <a:gd name="csX99" fmla="*/ 116566 w 156695"/>
                <a:gd name="csY99" fmla="*/ 82169 h 153828"/>
                <a:gd name="csX100" fmla="*/ 115611 w 156695"/>
                <a:gd name="csY100" fmla="*/ 82647 h 153828"/>
                <a:gd name="csX101" fmla="*/ 114177 w 156695"/>
                <a:gd name="csY101" fmla="*/ 81692 h 153828"/>
                <a:gd name="csX102" fmla="*/ 112744 w 156695"/>
                <a:gd name="csY102" fmla="*/ 79781 h 153828"/>
                <a:gd name="csX103" fmla="*/ 110355 w 156695"/>
                <a:gd name="csY103" fmla="*/ 78347 h 153828"/>
                <a:gd name="csX104" fmla="*/ 110834 w 156695"/>
                <a:gd name="csY104" fmla="*/ 79303 h 153828"/>
                <a:gd name="csX105" fmla="*/ 112266 w 156695"/>
                <a:gd name="csY105" fmla="*/ 81692 h 153828"/>
                <a:gd name="csX106" fmla="*/ 113222 w 156695"/>
                <a:gd name="csY106" fmla="*/ 83125 h 153828"/>
                <a:gd name="csX107" fmla="*/ 111311 w 156695"/>
                <a:gd name="csY107" fmla="*/ 84558 h 153828"/>
                <a:gd name="csX108" fmla="*/ 109400 w 156695"/>
                <a:gd name="csY108" fmla="*/ 85513 h 153828"/>
                <a:gd name="csX109" fmla="*/ 107489 w 156695"/>
                <a:gd name="csY109" fmla="*/ 85991 h 153828"/>
                <a:gd name="csX110" fmla="*/ 106056 w 156695"/>
                <a:gd name="csY110" fmla="*/ 86947 h 153828"/>
                <a:gd name="csX111" fmla="*/ 104145 w 156695"/>
                <a:gd name="csY111" fmla="*/ 88380 h 153828"/>
                <a:gd name="csX112" fmla="*/ 102712 w 156695"/>
                <a:gd name="csY112" fmla="*/ 88858 h 153828"/>
                <a:gd name="csX113" fmla="*/ 100323 w 156695"/>
                <a:gd name="csY113" fmla="*/ 88858 h 153828"/>
                <a:gd name="csX114" fmla="*/ 98890 w 156695"/>
                <a:gd name="csY114" fmla="*/ 89335 h 153828"/>
                <a:gd name="csX115" fmla="*/ 97935 w 156695"/>
                <a:gd name="csY115" fmla="*/ 91246 h 153828"/>
                <a:gd name="csX116" fmla="*/ 96979 w 156695"/>
                <a:gd name="csY116" fmla="*/ 92202 h 153828"/>
                <a:gd name="csX117" fmla="*/ 94591 w 156695"/>
                <a:gd name="csY117" fmla="*/ 92679 h 153828"/>
                <a:gd name="csX118" fmla="*/ 95546 w 156695"/>
                <a:gd name="csY118" fmla="*/ 92679 h 153828"/>
                <a:gd name="csX119" fmla="*/ 96024 w 156695"/>
                <a:gd name="csY119" fmla="*/ 93635 h 153828"/>
                <a:gd name="csX120" fmla="*/ 94591 w 156695"/>
                <a:gd name="csY120" fmla="*/ 98890 h 153828"/>
                <a:gd name="csX121" fmla="*/ 94113 w 156695"/>
                <a:gd name="csY121" fmla="*/ 101278 h 153828"/>
                <a:gd name="csX122" fmla="*/ 93635 w 156695"/>
                <a:gd name="csY122" fmla="*/ 105100 h 153828"/>
                <a:gd name="csX123" fmla="*/ 92680 w 156695"/>
                <a:gd name="csY123" fmla="*/ 108922 h 153828"/>
                <a:gd name="csX124" fmla="*/ 89813 w 156695"/>
                <a:gd name="csY124" fmla="*/ 108922 h 153828"/>
                <a:gd name="csX125" fmla="*/ 90291 w 156695"/>
                <a:gd name="csY125" fmla="*/ 109878 h 153828"/>
                <a:gd name="csX126" fmla="*/ 92680 w 156695"/>
                <a:gd name="csY126" fmla="*/ 110833 h 153828"/>
                <a:gd name="csX127" fmla="*/ 92202 w 156695"/>
                <a:gd name="csY127" fmla="*/ 112266 h 153828"/>
                <a:gd name="csX128" fmla="*/ 89813 w 156695"/>
                <a:gd name="csY128" fmla="*/ 115133 h 153828"/>
                <a:gd name="csX129" fmla="*/ 88858 w 156695"/>
                <a:gd name="csY129" fmla="*/ 117044 h 153828"/>
                <a:gd name="csX130" fmla="*/ 87902 w 156695"/>
                <a:gd name="csY130" fmla="*/ 120865 h 153828"/>
                <a:gd name="csX131" fmla="*/ 85991 w 156695"/>
                <a:gd name="csY131" fmla="*/ 124687 h 153828"/>
                <a:gd name="csX132" fmla="*/ 84080 w 156695"/>
                <a:gd name="csY132" fmla="*/ 128987 h 153828"/>
                <a:gd name="csX133" fmla="*/ 84080 w 156695"/>
                <a:gd name="csY133" fmla="*/ 129465 h 153828"/>
                <a:gd name="csX134" fmla="*/ 84558 w 156695"/>
                <a:gd name="csY134" fmla="*/ 130898 h 153828"/>
                <a:gd name="csX135" fmla="*/ 85514 w 156695"/>
                <a:gd name="csY135" fmla="*/ 131853 h 153828"/>
                <a:gd name="csX136" fmla="*/ 85514 w 156695"/>
                <a:gd name="csY136" fmla="*/ 133286 h 153828"/>
                <a:gd name="csX137" fmla="*/ 85514 w 156695"/>
                <a:gd name="csY137" fmla="*/ 133764 h 153828"/>
                <a:gd name="csX138" fmla="*/ 84558 w 156695"/>
                <a:gd name="csY138" fmla="*/ 133764 h 153828"/>
                <a:gd name="csX139" fmla="*/ 83603 w 156695"/>
                <a:gd name="csY139" fmla="*/ 134242 h 153828"/>
                <a:gd name="csX140" fmla="*/ 78348 w 156695"/>
                <a:gd name="csY140" fmla="*/ 135675 h 153828"/>
                <a:gd name="csX141" fmla="*/ 76914 w 156695"/>
                <a:gd name="csY141" fmla="*/ 137108 h 153828"/>
                <a:gd name="csX142" fmla="*/ 75481 w 156695"/>
                <a:gd name="csY142" fmla="*/ 139497 h 153828"/>
                <a:gd name="csX143" fmla="*/ 73570 w 156695"/>
                <a:gd name="csY143" fmla="*/ 141408 h 153828"/>
                <a:gd name="csX144" fmla="*/ 68316 w 156695"/>
                <a:gd name="csY144" fmla="*/ 145707 h 153828"/>
                <a:gd name="csX145" fmla="*/ 65449 w 156695"/>
                <a:gd name="csY145" fmla="*/ 149529 h 153828"/>
                <a:gd name="csX146" fmla="*/ 64493 w 156695"/>
                <a:gd name="csY146" fmla="*/ 150962 h 153828"/>
                <a:gd name="csX147" fmla="*/ 64016 w 156695"/>
                <a:gd name="csY147" fmla="*/ 151440 h 153828"/>
                <a:gd name="csX148" fmla="*/ 56850 w 156695"/>
                <a:gd name="csY148" fmla="*/ 153351 h 153828"/>
                <a:gd name="csX149" fmla="*/ 52073 w 156695"/>
                <a:gd name="csY149" fmla="*/ 153829 h 153828"/>
                <a:gd name="csX150" fmla="*/ 49684 w 156695"/>
                <a:gd name="csY150" fmla="*/ 153351 h 153828"/>
                <a:gd name="csX151" fmla="*/ 46818 w 156695"/>
                <a:gd name="csY151" fmla="*/ 152396 h 153828"/>
                <a:gd name="csX152" fmla="*/ 45384 w 156695"/>
                <a:gd name="csY152" fmla="*/ 151918 h 153828"/>
                <a:gd name="csX153" fmla="*/ 42996 w 156695"/>
                <a:gd name="csY153" fmla="*/ 152396 h 153828"/>
                <a:gd name="csX154" fmla="*/ 41563 w 156695"/>
                <a:gd name="csY154" fmla="*/ 153351 h 153828"/>
                <a:gd name="csX155" fmla="*/ 39652 w 156695"/>
                <a:gd name="csY155" fmla="*/ 152396 h 153828"/>
                <a:gd name="csX156" fmla="*/ 37741 w 156695"/>
                <a:gd name="csY156" fmla="*/ 152873 h 153828"/>
                <a:gd name="csX157" fmla="*/ 37263 w 156695"/>
                <a:gd name="csY157" fmla="*/ 152396 h 153828"/>
                <a:gd name="csX158" fmla="*/ 36786 w 156695"/>
                <a:gd name="csY158" fmla="*/ 151440 h 153828"/>
                <a:gd name="csX159" fmla="*/ 37263 w 156695"/>
                <a:gd name="csY159" fmla="*/ 150007 h 153828"/>
                <a:gd name="csX160" fmla="*/ 36786 w 156695"/>
                <a:gd name="csY160" fmla="*/ 149051 h 153828"/>
                <a:gd name="csX161" fmla="*/ 35830 w 156695"/>
                <a:gd name="csY161" fmla="*/ 148096 h 153828"/>
                <a:gd name="csX162" fmla="*/ 34874 w 156695"/>
                <a:gd name="csY162" fmla="*/ 147141 h 153828"/>
                <a:gd name="csX163" fmla="*/ 33919 w 156695"/>
                <a:gd name="csY163" fmla="*/ 146663 h 153828"/>
                <a:gd name="csX164" fmla="*/ 32008 w 156695"/>
                <a:gd name="csY164" fmla="*/ 146185 h 153828"/>
                <a:gd name="csX165" fmla="*/ 28186 w 156695"/>
                <a:gd name="csY165" fmla="*/ 146663 h 153828"/>
                <a:gd name="csX166" fmla="*/ 27231 w 156695"/>
                <a:gd name="csY166" fmla="*/ 146663 h 153828"/>
                <a:gd name="csX167" fmla="*/ 24842 w 156695"/>
                <a:gd name="csY167" fmla="*/ 143319 h 153828"/>
                <a:gd name="csX168" fmla="*/ 23886 w 156695"/>
                <a:gd name="csY168" fmla="*/ 142363 h 153828"/>
                <a:gd name="csX169" fmla="*/ 21498 w 156695"/>
                <a:gd name="csY169" fmla="*/ 140930 h 153828"/>
                <a:gd name="csX170" fmla="*/ 20543 w 156695"/>
                <a:gd name="csY170" fmla="*/ 141408 h 153828"/>
                <a:gd name="csX171" fmla="*/ 18632 w 156695"/>
                <a:gd name="csY171" fmla="*/ 143319 h 153828"/>
                <a:gd name="csX172" fmla="*/ 17676 w 156695"/>
                <a:gd name="csY172" fmla="*/ 143319 h 153828"/>
                <a:gd name="csX173" fmla="*/ 12421 w 156695"/>
                <a:gd name="csY173" fmla="*/ 143796 h 153828"/>
                <a:gd name="csX174" fmla="*/ 7166 w 156695"/>
                <a:gd name="csY174" fmla="*/ 142841 h 153828"/>
                <a:gd name="csX175" fmla="*/ 5255 w 156695"/>
                <a:gd name="csY175" fmla="*/ 142363 h 153828"/>
                <a:gd name="csX176" fmla="*/ 4777 w 156695"/>
                <a:gd name="csY176" fmla="*/ 140452 h 153828"/>
                <a:gd name="csX177" fmla="*/ 9077 w 156695"/>
                <a:gd name="csY177" fmla="*/ 136153 h 153828"/>
                <a:gd name="csX178" fmla="*/ 7644 w 156695"/>
                <a:gd name="csY178" fmla="*/ 136631 h 153828"/>
                <a:gd name="csX179" fmla="*/ 5255 w 156695"/>
                <a:gd name="csY179" fmla="*/ 138542 h 153828"/>
                <a:gd name="csX180" fmla="*/ 3822 w 156695"/>
                <a:gd name="csY180" fmla="*/ 138064 h 153828"/>
                <a:gd name="csX181" fmla="*/ 5255 w 156695"/>
                <a:gd name="csY181" fmla="*/ 136153 h 153828"/>
                <a:gd name="csX182" fmla="*/ 5255 w 156695"/>
                <a:gd name="csY182" fmla="*/ 135197 h 153828"/>
                <a:gd name="csX183" fmla="*/ 4777 w 156695"/>
                <a:gd name="csY183" fmla="*/ 134242 h 153828"/>
                <a:gd name="csX184" fmla="*/ 2866 w 156695"/>
                <a:gd name="csY184" fmla="*/ 136153 h 153828"/>
                <a:gd name="csX185" fmla="*/ 478 w 156695"/>
                <a:gd name="csY185" fmla="*/ 136153 h 153828"/>
                <a:gd name="csX186" fmla="*/ 0 w 156695"/>
                <a:gd name="csY186" fmla="*/ 134719 h 153828"/>
                <a:gd name="csX187" fmla="*/ 478 w 156695"/>
                <a:gd name="csY187" fmla="*/ 132809 h 153828"/>
                <a:gd name="csX188" fmla="*/ 956 w 156695"/>
                <a:gd name="csY188" fmla="*/ 132331 h 153828"/>
                <a:gd name="csX189" fmla="*/ 7166 w 156695"/>
                <a:gd name="csY189" fmla="*/ 131376 h 153828"/>
                <a:gd name="csX190" fmla="*/ 9555 w 156695"/>
                <a:gd name="csY190" fmla="*/ 130898 h 153828"/>
                <a:gd name="csX191" fmla="*/ 10510 w 156695"/>
                <a:gd name="csY191" fmla="*/ 129465 h 153828"/>
                <a:gd name="csX192" fmla="*/ 6688 w 156695"/>
                <a:gd name="csY192" fmla="*/ 129465 h 153828"/>
                <a:gd name="csX193" fmla="*/ 6688 w 156695"/>
                <a:gd name="csY193" fmla="*/ 128031 h 153828"/>
                <a:gd name="csX194" fmla="*/ 7166 w 156695"/>
                <a:gd name="csY194" fmla="*/ 127076 h 153828"/>
                <a:gd name="csX195" fmla="*/ 10510 w 156695"/>
                <a:gd name="csY195" fmla="*/ 125165 h 153828"/>
                <a:gd name="csX196" fmla="*/ 8122 w 156695"/>
                <a:gd name="csY196" fmla="*/ 125643 h 153828"/>
                <a:gd name="csX197" fmla="*/ 5255 w 156695"/>
                <a:gd name="csY197" fmla="*/ 125165 h 153828"/>
                <a:gd name="csX198" fmla="*/ 5255 w 156695"/>
                <a:gd name="csY198" fmla="*/ 123254 h 153828"/>
                <a:gd name="csX199" fmla="*/ 6211 w 156695"/>
                <a:gd name="csY199" fmla="*/ 121821 h 153828"/>
                <a:gd name="csX200" fmla="*/ 9077 w 156695"/>
                <a:gd name="csY200" fmla="*/ 121821 h 153828"/>
                <a:gd name="csX201" fmla="*/ 8122 w 156695"/>
                <a:gd name="csY201" fmla="*/ 120865 h 153828"/>
                <a:gd name="csX202" fmla="*/ 8122 w 156695"/>
                <a:gd name="csY202" fmla="*/ 119432 h 153828"/>
                <a:gd name="csX203" fmla="*/ 8599 w 156695"/>
                <a:gd name="csY203" fmla="*/ 119432 h 153828"/>
                <a:gd name="csX204" fmla="*/ 11466 w 156695"/>
                <a:gd name="csY204" fmla="*/ 121343 h 153828"/>
                <a:gd name="csX205" fmla="*/ 13854 w 156695"/>
                <a:gd name="csY205" fmla="*/ 121821 h 153828"/>
                <a:gd name="csX206" fmla="*/ 12899 w 156695"/>
                <a:gd name="csY206" fmla="*/ 120388 h 153828"/>
                <a:gd name="csX207" fmla="*/ 12899 w 156695"/>
                <a:gd name="csY207" fmla="*/ 119432 h 153828"/>
                <a:gd name="csX208" fmla="*/ 13377 w 156695"/>
                <a:gd name="csY208" fmla="*/ 118954 h 153828"/>
                <a:gd name="csX209" fmla="*/ 15288 w 156695"/>
                <a:gd name="csY209" fmla="*/ 118954 h 153828"/>
                <a:gd name="csX210" fmla="*/ 14809 w 156695"/>
                <a:gd name="csY210" fmla="*/ 118477 h 153828"/>
                <a:gd name="csX211" fmla="*/ 12899 w 156695"/>
                <a:gd name="csY211" fmla="*/ 117999 h 153828"/>
                <a:gd name="csX212" fmla="*/ 10988 w 156695"/>
                <a:gd name="csY212" fmla="*/ 117044 h 153828"/>
                <a:gd name="csX213" fmla="*/ 10988 w 156695"/>
                <a:gd name="csY213" fmla="*/ 116088 h 153828"/>
                <a:gd name="csX214" fmla="*/ 10988 w 156695"/>
                <a:gd name="csY214" fmla="*/ 114655 h 153828"/>
                <a:gd name="csX215" fmla="*/ 12899 w 156695"/>
                <a:gd name="csY215" fmla="*/ 112744 h 153828"/>
                <a:gd name="csX216" fmla="*/ 14332 w 156695"/>
                <a:gd name="csY216" fmla="*/ 113700 h 153828"/>
                <a:gd name="csX217" fmla="*/ 15765 w 156695"/>
                <a:gd name="csY217" fmla="*/ 113222 h 153828"/>
                <a:gd name="csX218" fmla="*/ 14809 w 156695"/>
                <a:gd name="csY218" fmla="*/ 112744 h 153828"/>
                <a:gd name="csX219" fmla="*/ 13854 w 156695"/>
                <a:gd name="csY219" fmla="*/ 111311 h 153828"/>
                <a:gd name="csX220" fmla="*/ 14332 w 156695"/>
                <a:gd name="csY220" fmla="*/ 110355 h 153828"/>
                <a:gd name="csX221" fmla="*/ 18632 w 156695"/>
                <a:gd name="csY221" fmla="*/ 107011 h 153828"/>
                <a:gd name="csX222" fmla="*/ 19587 w 156695"/>
                <a:gd name="csY222" fmla="*/ 110355 h 153828"/>
                <a:gd name="csX223" fmla="*/ 20065 w 156695"/>
                <a:gd name="csY223" fmla="*/ 109400 h 153828"/>
                <a:gd name="csX224" fmla="*/ 20065 w 156695"/>
                <a:gd name="csY224" fmla="*/ 107967 h 153828"/>
                <a:gd name="csX225" fmla="*/ 19587 w 156695"/>
                <a:gd name="csY225" fmla="*/ 107011 h 153828"/>
                <a:gd name="csX226" fmla="*/ 19587 w 156695"/>
                <a:gd name="csY226" fmla="*/ 106056 h 153828"/>
                <a:gd name="csX227" fmla="*/ 20065 w 156695"/>
                <a:gd name="csY227" fmla="*/ 105578 h 153828"/>
                <a:gd name="csX228" fmla="*/ 21975 w 156695"/>
                <a:gd name="csY228" fmla="*/ 104623 h 153828"/>
                <a:gd name="csX229" fmla="*/ 24364 w 156695"/>
                <a:gd name="csY229" fmla="*/ 102234 h 153828"/>
                <a:gd name="csX230" fmla="*/ 26275 w 156695"/>
                <a:gd name="csY230" fmla="*/ 100801 h 153828"/>
                <a:gd name="csX231" fmla="*/ 27709 w 156695"/>
                <a:gd name="csY231" fmla="*/ 101756 h 153828"/>
                <a:gd name="csX232" fmla="*/ 28664 w 156695"/>
                <a:gd name="csY232" fmla="*/ 102712 h 153828"/>
                <a:gd name="csX233" fmla="*/ 28186 w 156695"/>
                <a:gd name="csY233" fmla="*/ 101756 h 153828"/>
                <a:gd name="csX234" fmla="*/ 27709 w 156695"/>
                <a:gd name="csY234" fmla="*/ 100801 h 153828"/>
                <a:gd name="csX235" fmla="*/ 27709 w 156695"/>
                <a:gd name="csY235" fmla="*/ 98412 h 153828"/>
                <a:gd name="csX236" fmla="*/ 30575 w 156695"/>
                <a:gd name="csY236" fmla="*/ 95068 h 153828"/>
                <a:gd name="csX237" fmla="*/ 34397 w 156695"/>
                <a:gd name="csY237" fmla="*/ 91724 h 153828"/>
                <a:gd name="csX238" fmla="*/ 37741 w 156695"/>
                <a:gd name="csY238" fmla="*/ 87902 h 153828"/>
                <a:gd name="csX239" fmla="*/ 39652 w 156695"/>
                <a:gd name="csY239" fmla="*/ 86469 h 153828"/>
                <a:gd name="csX240" fmla="*/ 43473 w 156695"/>
                <a:gd name="csY240" fmla="*/ 85036 h 153828"/>
                <a:gd name="csX241" fmla="*/ 45862 w 156695"/>
                <a:gd name="csY241" fmla="*/ 85991 h 153828"/>
                <a:gd name="csX242" fmla="*/ 46340 w 156695"/>
                <a:gd name="csY242" fmla="*/ 85513 h 153828"/>
                <a:gd name="csX243" fmla="*/ 50162 w 156695"/>
                <a:gd name="csY243" fmla="*/ 83125 h 153828"/>
                <a:gd name="csX244" fmla="*/ 51595 w 156695"/>
                <a:gd name="csY244" fmla="*/ 82647 h 153828"/>
                <a:gd name="csX245" fmla="*/ 53028 w 156695"/>
                <a:gd name="csY245" fmla="*/ 83125 h 153828"/>
                <a:gd name="csX246" fmla="*/ 53984 w 156695"/>
                <a:gd name="csY246" fmla="*/ 83603 h 153828"/>
                <a:gd name="csX247" fmla="*/ 53028 w 156695"/>
                <a:gd name="csY247" fmla="*/ 81214 h 153828"/>
                <a:gd name="csX248" fmla="*/ 53506 w 156695"/>
                <a:gd name="csY248" fmla="*/ 80258 h 153828"/>
                <a:gd name="csX249" fmla="*/ 56372 w 156695"/>
                <a:gd name="csY249" fmla="*/ 78347 h 153828"/>
                <a:gd name="csX250" fmla="*/ 60194 w 156695"/>
                <a:gd name="csY250" fmla="*/ 76437 h 153828"/>
                <a:gd name="csX251" fmla="*/ 63538 w 156695"/>
                <a:gd name="csY251" fmla="*/ 75481 h 153828"/>
                <a:gd name="csX252" fmla="*/ 65449 w 156695"/>
                <a:gd name="csY252" fmla="*/ 74526 h 153828"/>
                <a:gd name="csX253" fmla="*/ 66882 w 156695"/>
                <a:gd name="csY253" fmla="*/ 74526 h 153828"/>
                <a:gd name="csX254" fmla="*/ 66405 w 156695"/>
                <a:gd name="csY254" fmla="*/ 73093 h 153828"/>
                <a:gd name="csX255" fmla="*/ 66882 w 156695"/>
                <a:gd name="csY255" fmla="*/ 72137 h 153828"/>
                <a:gd name="csX256" fmla="*/ 67838 w 156695"/>
                <a:gd name="csY256" fmla="*/ 72615 h 153828"/>
                <a:gd name="csX257" fmla="*/ 68316 w 156695"/>
                <a:gd name="csY257" fmla="*/ 72137 h 153828"/>
                <a:gd name="csX258" fmla="*/ 67360 w 156695"/>
                <a:gd name="csY258" fmla="*/ 71659 h 153828"/>
                <a:gd name="csX259" fmla="*/ 70227 w 156695"/>
                <a:gd name="csY259" fmla="*/ 69748 h 153828"/>
                <a:gd name="csX260" fmla="*/ 72137 w 156695"/>
                <a:gd name="csY260" fmla="*/ 67360 h 153828"/>
                <a:gd name="csX261" fmla="*/ 73093 w 156695"/>
                <a:gd name="csY261" fmla="*/ 66882 h 153828"/>
                <a:gd name="csX262" fmla="*/ 73570 w 156695"/>
                <a:gd name="csY262" fmla="*/ 66404 h 153828"/>
                <a:gd name="csX263" fmla="*/ 75004 w 156695"/>
                <a:gd name="csY263" fmla="*/ 64971 h 153828"/>
                <a:gd name="csX264" fmla="*/ 75959 w 156695"/>
                <a:gd name="csY264" fmla="*/ 64493 h 153828"/>
                <a:gd name="csX265" fmla="*/ 76914 w 156695"/>
                <a:gd name="csY265" fmla="*/ 64493 h 153828"/>
                <a:gd name="csX266" fmla="*/ 77870 w 156695"/>
                <a:gd name="csY266" fmla="*/ 65449 h 153828"/>
                <a:gd name="csX267" fmla="*/ 77393 w 156695"/>
                <a:gd name="csY267" fmla="*/ 64016 h 153828"/>
                <a:gd name="csX268" fmla="*/ 75959 w 156695"/>
                <a:gd name="csY268" fmla="*/ 63538 h 153828"/>
                <a:gd name="csX269" fmla="*/ 77393 w 156695"/>
                <a:gd name="csY269" fmla="*/ 62582 h 153828"/>
                <a:gd name="csX270" fmla="*/ 79303 w 156695"/>
                <a:gd name="csY270" fmla="*/ 61627 h 153828"/>
                <a:gd name="csX271" fmla="*/ 80736 w 156695"/>
                <a:gd name="csY271" fmla="*/ 62105 h 153828"/>
                <a:gd name="csX272" fmla="*/ 82170 w 156695"/>
                <a:gd name="csY272" fmla="*/ 63060 h 153828"/>
                <a:gd name="csX273" fmla="*/ 80736 w 156695"/>
                <a:gd name="csY273" fmla="*/ 61627 h 153828"/>
                <a:gd name="csX274" fmla="*/ 80259 w 156695"/>
                <a:gd name="csY274" fmla="*/ 61149 h 153828"/>
                <a:gd name="csX275" fmla="*/ 82170 w 156695"/>
                <a:gd name="csY275" fmla="*/ 60194 h 153828"/>
                <a:gd name="csX276" fmla="*/ 83125 w 156695"/>
                <a:gd name="csY276" fmla="*/ 59716 h 153828"/>
                <a:gd name="csX277" fmla="*/ 84558 w 156695"/>
                <a:gd name="csY277" fmla="*/ 61627 h 153828"/>
                <a:gd name="csX278" fmla="*/ 84558 w 156695"/>
                <a:gd name="csY278" fmla="*/ 60194 h 153828"/>
                <a:gd name="csX279" fmla="*/ 84558 w 156695"/>
                <a:gd name="csY279" fmla="*/ 59238 h 153828"/>
                <a:gd name="csX280" fmla="*/ 86947 w 156695"/>
                <a:gd name="csY280" fmla="*/ 57328 h 153828"/>
                <a:gd name="csX281" fmla="*/ 89336 w 156695"/>
                <a:gd name="csY281" fmla="*/ 53983 h 153828"/>
                <a:gd name="csX282" fmla="*/ 90291 w 156695"/>
                <a:gd name="csY282" fmla="*/ 54939 h 153828"/>
                <a:gd name="csX283" fmla="*/ 90291 w 156695"/>
                <a:gd name="csY283" fmla="*/ 56372 h 153828"/>
                <a:gd name="csX284" fmla="*/ 90291 w 156695"/>
                <a:gd name="csY284" fmla="*/ 57805 h 153828"/>
                <a:gd name="csX285" fmla="*/ 90769 w 156695"/>
                <a:gd name="csY285" fmla="*/ 57328 h 153828"/>
                <a:gd name="csX286" fmla="*/ 90769 w 156695"/>
                <a:gd name="csY286" fmla="*/ 55894 h 153828"/>
                <a:gd name="csX287" fmla="*/ 90291 w 156695"/>
                <a:gd name="csY287" fmla="*/ 53505 h 153828"/>
                <a:gd name="csX288" fmla="*/ 93635 w 156695"/>
                <a:gd name="csY288" fmla="*/ 48728 h 153828"/>
                <a:gd name="csX289" fmla="*/ 94113 w 156695"/>
                <a:gd name="csY289" fmla="*/ 48251 h 153828"/>
                <a:gd name="csX290" fmla="*/ 95068 w 156695"/>
                <a:gd name="csY290" fmla="*/ 47773 h 153828"/>
                <a:gd name="csX291" fmla="*/ 96024 w 156695"/>
                <a:gd name="csY291" fmla="*/ 47773 h 153828"/>
                <a:gd name="csX292" fmla="*/ 95546 w 156695"/>
                <a:gd name="csY292" fmla="*/ 46817 h 153828"/>
                <a:gd name="csX293" fmla="*/ 95068 w 156695"/>
                <a:gd name="csY293" fmla="*/ 46340 h 153828"/>
                <a:gd name="csX294" fmla="*/ 95546 w 156695"/>
                <a:gd name="csY294" fmla="*/ 43473 h 153828"/>
                <a:gd name="csX295" fmla="*/ 96024 w 156695"/>
                <a:gd name="csY295" fmla="*/ 41085 h 153828"/>
                <a:gd name="csX296" fmla="*/ 96979 w 156695"/>
                <a:gd name="csY296" fmla="*/ 38218 h 153828"/>
                <a:gd name="csX297" fmla="*/ 98412 w 156695"/>
                <a:gd name="csY297" fmla="*/ 35830 h 153828"/>
                <a:gd name="csX298" fmla="*/ 99368 w 156695"/>
                <a:gd name="csY298" fmla="*/ 31052 h 153828"/>
                <a:gd name="csX299" fmla="*/ 100323 w 156695"/>
                <a:gd name="csY299" fmla="*/ 30575 h 153828"/>
                <a:gd name="csX300" fmla="*/ 103189 w 156695"/>
                <a:gd name="csY300" fmla="*/ 30097 h 153828"/>
                <a:gd name="csX301" fmla="*/ 104623 w 156695"/>
                <a:gd name="csY301" fmla="*/ 29619 h 153828"/>
                <a:gd name="csX302" fmla="*/ 106534 w 156695"/>
                <a:gd name="csY302" fmla="*/ 27708 h 153828"/>
                <a:gd name="csX303" fmla="*/ 108445 w 156695"/>
                <a:gd name="csY303" fmla="*/ 25320 h 153828"/>
                <a:gd name="csX304" fmla="*/ 109878 w 156695"/>
                <a:gd name="csY304" fmla="*/ 22931 h 153828"/>
                <a:gd name="csX305" fmla="*/ 111311 w 156695"/>
                <a:gd name="csY305" fmla="*/ 16721 h 153828"/>
                <a:gd name="csX306" fmla="*/ 112266 w 156695"/>
                <a:gd name="csY306" fmla="*/ 10988 h 153828"/>
                <a:gd name="csX307" fmla="*/ 115133 w 156695"/>
                <a:gd name="csY307" fmla="*/ 6210 h 153828"/>
                <a:gd name="csX308" fmla="*/ 118955 w 156695"/>
                <a:gd name="csY308" fmla="*/ 2866 h 153828"/>
                <a:gd name="csX309" fmla="*/ 122299 w 156695"/>
                <a:gd name="csY309" fmla="*/ 478 h 153828"/>
                <a:gd name="csX310" fmla="*/ 123732 w 156695"/>
                <a:gd name="csY310" fmla="*/ 0 h 153828"/>
                <a:gd name="csX311" fmla="*/ 126121 w 156695"/>
                <a:gd name="csY311" fmla="*/ 0 h 153828"/>
                <a:gd name="csX312" fmla="*/ 128509 w 156695"/>
                <a:gd name="csY312" fmla="*/ 478 h 153828"/>
                <a:gd name="csX313" fmla="*/ 124210 w 156695"/>
                <a:gd name="csY313" fmla="*/ 955 h 153828"/>
                <a:gd name="csX314" fmla="*/ 123732 w 156695"/>
                <a:gd name="csY314" fmla="*/ 2866 h 153828"/>
                <a:gd name="csX315" fmla="*/ 123732 w 156695"/>
                <a:gd name="csY315" fmla="*/ 4299 h 153828"/>
                <a:gd name="csX316" fmla="*/ 124210 w 156695"/>
                <a:gd name="csY316" fmla="*/ 5255 h 153828"/>
                <a:gd name="csX317" fmla="*/ 124687 w 156695"/>
                <a:gd name="csY317" fmla="*/ 6688 h 153828"/>
                <a:gd name="csX318" fmla="*/ 127076 w 156695"/>
                <a:gd name="csY318" fmla="*/ 7644 h 153828"/>
                <a:gd name="csX319" fmla="*/ 129465 w 156695"/>
                <a:gd name="csY319" fmla="*/ 8599 h 153828"/>
                <a:gd name="csX320" fmla="*/ 130420 w 156695"/>
                <a:gd name="csY320" fmla="*/ 10988 h 153828"/>
                <a:gd name="csX321" fmla="*/ 130420 w 156695"/>
                <a:gd name="csY321" fmla="*/ 13854 h 153828"/>
                <a:gd name="csX322" fmla="*/ 130898 w 156695"/>
                <a:gd name="csY322" fmla="*/ 16721 h 153828"/>
                <a:gd name="csX323" fmla="*/ 131853 w 156695"/>
                <a:gd name="csY323" fmla="*/ 18631 h 153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</a:cxnLst>
              <a:rect l="l" t="t" r="r" b="b"/>
              <a:pathLst>
                <a:path w="156695" h="153828">
                  <a:moveTo>
                    <a:pt x="131853" y="18631"/>
                  </a:moveTo>
                  <a:lnTo>
                    <a:pt x="134242" y="19109"/>
                  </a:lnTo>
                  <a:lnTo>
                    <a:pt x="136153" y="17198"/>
                  </a:lnTo>
                  <a:lnTo>
                    <a:pt x="138542" y="15765"/>
                  </a:lnTo>
                  <a:lnTo>
                    <a:pt x="140453" y="14332"/>
                  </a:lnTo>
                  <a:lnTo>
                    <a:pt x="144275" y="11943"/>
                  </a:lnTo>
                  <a:lnTo>
                    <a:pt x="145230" y="11465"/>
                  </a:lnTo>
                  <a:lnTo>
                    <a:pt x="147141" y="10988"/>
                  </a:lnTo>
                  <a:lnTo>
                    <a:pt x="148096" y="10510"/>
                  </a:lnTo>
                  <a:lnTo>
                    <a:pt x="149530" y="10032"/>
                  </a:lnTo>
                  <a:lnTo>
                    <a:pt x="148574" y="11943"/>
                  </a:lnTo>
                  <a:lnTo>
                    <a:pt x="147141" y="12421"/>
                  </a:lnTo>
                  <a:lnTo>
                    <a:pt x="147141" y="12898"/>
                  </a:lnTo>
                  <a:lnTo>
                    <a:pt x="147619" y="13854"/>
                  </a:lnTo>
                  <a:lnTo>
                    <a:pt x="146663" y="15287"/>
                  </a:lnTo>
                  <a:lnTo>
                    <a:pt x="146663" y="16721"/>
                  </a:lnTo>
                  <a:lnTo>
                    <a:pt x="145230" y="18631"/>
                  </a:lnTo>
                  <a:lnTo>
                    <a:pt x="147141" y="17676"/>
                  </a:lnTo>
                  <a:lnTo>
                    <a:pt x="148096" y="16721"/>
                  </a:lnTo>
                  <a:lnTo>
                    <a:pt x="147619" y="15765"/>
                  </a:lnTo>
                  <a:lnTo>
                    <a:pt x="148574" y="14332"/>
                  </a:lnTo>
                  <a:lnTo>
                    <a:pt x="150007" y="13854"/>
                  </a:lnTo>
                  <a:lnTo>
                    <a:pt x="149530" y="12898"/>
                  </a:lnTo>
                  <a:lnTo>
                    <a:pt x="149530" y="11943"/>
                  </a:lnTo>
                  <a:lnTo>
                    <a:pt x="150962" y="12421"/>
                  </a:lnTo>
                  <a:lnTo>
                    <a:pt x="151918" y="12421"/>
                  </a:lnTo>
                  <a:lnTo>
                    <a:pt x="152396" y="11943"/>
                  </a:lnTo>
                  <a:lnTo>
                    <a:pt x="153351" y="11943"/>
                  </a:lnTo>
                  <a:lnTo>
                    <a:pt x="153829" y="12421"/>
                  </a:lnTo>
                  <a:lnTo>
                    <a:pt x="155262" y="12421"/>
                  </a:lnTo>
                  <a:lnTo>
                    <a:pt x="154784" y="13854"/>
                  </a:lnTo>
                  <a:lnTo>
                    <a:pt x="153829" y="15287"/>
                  </a:lnTo>
                  <a:lnTo>
                    <a:pt x="153351" y="15765"/>
                  </a:lnTo>
                  <a:lnTo>
                    <a:pt x="151441" y="17198"/>
                  </a:lnTo>
                  <a:lnTo>
                    <a:pt x="150007" y="17676"/>
                  </a:lnTo>
                  <a:lnTo>
                    <a:pt x="151918" y="18154"/>
                  </a:lnTo>
                  <a:lnTo>
                    <a:pt x="154784" y="16243"/>
                  </a:lnTo>
                  <a:lnTo>
                    <a:pt x="156695" y="14332"/>
                  </a:lnTo>
                  <a:lnTo>
                    <a:pt x="156695" y="16721"/>
                  </a:lnTo>
                  <a:lnTo>
                    <a:pt x="155262" y="18631"/>
                  </a:lnTo>
                  <a:lnTo>
                    <a:pt x="153829" y="19587"/>
                  </a:lnTo>
                  <a:lnTo>
                    <a:pt x="152873" y="20064"/>
                  </a:lnTo>
                  <a:lnTo>
                    <a:pt x="151441" y="21020"/>
                  </a:lnTo>
                  <a:lnTo>
                    <a:pt x="150962" y="22453"/>
                  </a:lnTo>
                  <a:lnTo>
                    <a:pt x="150962" y="23409"/>
                  </a:lnTo>
                  <a:lnTo>
                    <a:pt x="150962" y="24364"/>
                  </a:lnTo>
                  <a:lnTo>
                    <a:pt x="152396" y="25797"/>
                  </a:lnTo>
                  <a:lnTo>
                    <a:pt x="150962" y="28186"/>
                  </a:lnTo>
                  <a:lnTo>
                    <a:pt x="152873" y="28186"/>
                  </a:lnTo>
                  <a:lnTo>
                    <a:pt x="153829" y="28664"/>
                  </a:lnTo>
                  <a:lnTo>
                    <a:pt x="154784" y="30097"/>
                  </a:lnTo>
                  <a:lnTo>
                    <a:pt x="154307" y="31530"/>
                  </a:lnTo>
                  <a:lnTo>
                    <a:pt x="153829" y="32486"/>
                  </a:lnTo>
                  <a:lnTo>
                    <a:pt x="150485" y="36307"/>
                  </a:lnTo>
                  <a:lnTo>
                    <a:pt x="149052" y="38218"/>
                  </a:lnTo>
                  <a:lnTo>
                    <a:pt x="147141" y="39651"/>
                  </a:lnTo>
                  <a:lnTo>
                    <a:pt x="147141" y="41562"/>
                  </a:lnTo>
                  <a:lnTo>
                    <a:pt x="146185" y="42996"/>
                  </a:lnTo>
                  <a:lnTo>
                    <a:pt x="141408" y="47773"/>
                  </a:lnTo>
                  <a:lnTo>
                    <a:pt x="140453" y="49206"/>
                  </a:lnTo>
                  <a:lnTo>
                    <a:pt x="136631" y="56850"/>
                  </a:lnTo>
                  <a:lnTo>
                    <a:pt x="133764" y="60194"/>
                  </a:lnTo>
                  <a:lnTo>
                    <a:pt x="132331" y="61627"/>
                  </a:lnTo>
                  <a:lnTo>
                    <a:pt x="130898" y="62582"/>
                  </a:lnTo>
                  <a:lnTo>
                    <a:pt x="127554" y="64016"/>
                  </a:lnTo>
                  <a:lnTo>
                    <a:pt x="125643" y="65927"/>
                  </a:lnTo>
                  <a:lnTo>
                    <a:pt x="123732" y="67360"/>
                  </a:lnTo>
                  <a:lnTo>
                    <a:pt x="121821" y="67837"/>
                  </a:lnTo>
                  <a:lnTo>
                    <a:pt x="122299" y="68315"/>
                  </a:lnTo>
                  <a:lnTo>
                    <a:pt x="123254" y="68793"/>
                  </a:lnTo>
                  <a:lnTo>
                    <a:pt x="124210" y="69748"/>
                  </a:lnTo>
                  <a:lnTo>
                    <a:pt x="123732" y="70704"/>
                  </a:lnTo>
                  <a:lnTo>
                    <a:pt x="122299" y="71659"/>
                  </a:lnTo>
                  <a:lnTo>
                    <a:pt x="120866" y="71659"/>
                  </a:lnTo>
                  <a:lnTo>
                    <a:pt x="119910" y="72615"/>
                  </a:lnTo>
                  <a:lnTo>
                    <a:pt x="123254" y="72137"/>
                  </a:lnTo>
                  <a:lnTo>
                    <a:pt x="124210" y="72615"/>
                  </a:lnTo>
                  <a:lnTo>
                    <a:pt x="124687" y="73570"/>
                  </a:lnTo>
                  <a:lnTo>
                    <a:pt x="124687" y="75003"/>
                  </a:lnTo>
                  <a:lnTo>
                    <a:pt x="125643" y="76437"/>
                  </a:lnTo>
                  <a:lnTo>
                    <a:pt x="128509" y="77392"/>
                  </a:lnTo>
                  <a:lnTo>
                    <a:pt x="130898" y="77870"/>
                  </a:lnTo>
                  <a:lnTo>
                    <a:pt x="131376" y="78347"/>
                  </a:lnTo>
                  <a:lnTo>
                    <a:pt x="131853" y="80736"/>
                  </a:lnTo>
                  <a:lnTo>
                    <a:pt x="131376" y="82169"/>
                  </a:lnTo>
                  <a:lnTo>
                    <a:pt x="130898" y="82647"/>
                  </a:lnTo>
                  <a:lnTo>
                    <a:pt x="129943" y="83125"/>
                  </a:lnTo>
                  <a:lnTo>
                    <a:pt x="128032" y="83125"/>
                  </a:lnTo>
                  <a:lnTo>
                    <a:pt x="126121" y="82647"/>
                  </a:lnTo>
                  <a:lnTo>
                    <a:pt x="124687" y="81214"/>
                  </a:lnTo>
                  <a:lnTo>
                    <a:pt x="120866" y="81692"/>
                  </a:lnTo>
                  <a:lnTo>
                    <a:pt x="119910" y="82169"/>
                  </a:lnTo>
                  <a:lnTo>
                    <a:pt x="118955" y="81692"/>
                  </a:lnTo>
                  <a:lnTo>
                    <a:pt x="121343" y="80258"/>
                  </a:lnTo>
                  <a:lnTo>
                    <a:pt x="120388" y="79303"/>
                  </a:lnTo>
                  <a:lnTo>
                    <a:pt x="119432" y="78825"/>
                  </a:lnTo>
                  <a:lnTo>
                    <a:pt x="118000" y="79303"/>
                  </a:lnTo>
                  <a:lnTo>
                    <a:pt x="117521" y="80258"/>
                  </a:lnTo>
                  <a:lnTo>
                    <a:pt x="117521" y="81692"/>
                  </a:lnTo>
                  <a:lnTo>
                    <a:pt x="116566" y="82169"/>
                  </a:lnTo>
                  <a:lnTo>
                    <a:pt x="115611" y="82647"/>
                  </a:lnTo>
                  <a:lnTo>
                    <a:pt x="114177" y="81692"/>
                  </a:lnTo>
                  <a:lnTo>
                    <a:pt x="112744" y="79781"/>
                  </a:lnTo>
                  <a:lnTo>
                    <a:pt x="110355" y="78347"/>
                  </a:lnTo>
                  <a:lnTo>
                    <a:pt x="110834" y="79303"/>
                  </a:lnTo>
                  <a:lnTo>
                    <a:pt x="112266" y="81692"/>
                  </a:lnTo>
                  <a:lnTo>
                    <a:pt x="113222" y="83125"/>
                  </a:lnTo>
                  <a:lnTo>
                    <a:pt x="111311" y="84558"/>
                  </a:lnTo>
                  <a:lnTo>
                    <a:pt x="109400" y="85513"/>
                  </a:lnTo>
                  <a:lnTo>
                    <a:pt x="107489" y="85991"/>
                  </a:lnTo>
                  <a:lnTo>
                    <a:pt x="106056" y="86947"/>
                  </a:lnTo>
                  <a:lnTo>
                    <a:pt x="104145" y="88380"/>
                  </a:lnTo>
                  <a:lnTo>
                    <a:pt x="102712" y="88858"/>
                  </a:lnTo>
                  <a:lnTo>
                    <a:pt x="100323" y="88858"/>
                  </a:lnTo>
                  <a:lnTo>
                    <a:pt x="98890" y="89335"/>
                  </a:lnTo>
                  <a:lnTo>
                    <a:pt x="97935" y="91246"/>
                  </a:lnTo>
                  <a:lnTo>
                    <a:pt x="96979" y="92202"/>
                  </a:lnTo>
                  <a:lnTo>
                    <a:pt x="94591" y="92679"/>
                  </a:lnTo>
                  <a:lnTo>
                    <a:pt x="95546" y="92679"/>
                  </a:lnTo>
                  <a:lnTo>
                    <a:pt x="96024" y="93635"/>
                  </a:lnTo>
                  <a:lnTo>
                    <a:pt x="94591" y="98890"/>
                  </a:lnTo>
                  <a:lnTo>
                    <a:pt x="94113" y="101278"/>
                  </a:lnTo>
                  <a:lnTo>
                    <a:pt x="93635" y="105100"/>
                  </a:lnTo>
                  <a:lnTo>
                    <a:pt x="92680" y="108922"/>
                  </a:lnTo>
                  <a:lnTo>
                    <a:pt x="89813" y="108922"/>
                  </a:lnTo>
                  <a:lnTo>
                    <a:pt x="90291" y="109878"/>
                  </a:lnTo>
                  <a:lnTo>
                    <a:pt x="92680" y="110833"/>
                  </a:lnTo>
                  <a:lnTo>
                    <a:pt x="92202" y="112266"/>
                  </a:lnTo>
                  <a:lnTo>
                    <a:pt x="89813" y="115133"/>
                  </a:lnTo>
                  <a:lnTo>
                    <a:pt x="88858" y="117044"/>
                  </a:lnTo>
                  <a:lnTo>
                    <a:pt x="87902" y="120865"/>
                  </a:lnTo>
                  <a:lnTo>
                    <a:pt x="85991" y="124687"/>
                  </a:lnTo>
                  <a:lnTo>
                    <a:pt x="84080" y="128987"/>
                  </a:lnTo>
                  <a:lnTo>
                    <a:pt x="84080" y="129465"/>
                  </a:lnTo>
                  <a:lnTo>
                    <a:pt x="84558" y="130898"/>
                  </a:lnTo>
                  <a:lnTo>
                    <a:pt x="85514" y="131853"/>
                  </a:lnTo>
                  <a:lnTo>
                    <a:pt x="85514" y="133286"/>
                  </a:lnTo>
                  <a:lnTo>
                    <a:pt x="85514" y="133764"/>
                  </a:lnTo>
                  <a:lnTo>
                    <a:pt x="84558" y="133764"/>
                  </a:lnTo>
                  <a:lnTo>
                    <a:pt x="83603" y="134242"/>
                  </a:lnTo>
                  <a:lnTo>
                    <a:pt x="78348" y="135675"/>
                  </a:lnTo>
                  <a:lnTo>
                    <a:pt x="76914" y="137108"/>
                  </a:lnTo>
                  <a:lnTo>
                    <a:pt x="75481" y="139497"/>
                  </a:lnTo>
                  <a:lnTo>
                    <a:pt x="73570" y="141408"/>
                  </a:lnTo>
                  <a:lnTo>
                    <a:pt x="68316" y="145707"/>
                  </a:lnTo>
                  <a:lnTo>
                    <a:pt x="65449" y="149529"/>
                  </a:lnTo>
                  <a:lnTo>
                    <a:pt x="64493" y="150962"/>
                  </a:lnTo>
                  <a:lnTo>
                    <a:pt x="64016" y="151440"/>
                  </a:lnTo>
                  <a:lnTo>
                    <a:pt x="56850" y="153351"/>
                  </a:lnTo>
                  <a:lnTo>
                    <a:pt x="52073" y="153829"/>
                  </a:lnTo>
                  <a:lnTo>
                    <a:pt x="49684" y="153351"/>
                  </a:lnTo>
                  <a:lnTo>
                    <a:pt x="46818" y="152396"/>
                  </a:lnTo>
                  <a:lnTo>
                    <a:pt x="45384" y="151918"/>
                  </a:lnTo>
                  <a:lnTo>
                    <a:pt x="42996" y="152396"/>
                  </a:lnTo>
                  <a:lnTo>
                    <a:pt x="41563" y="153351"/>
                  </a:lnTo>
                  <a:lnTo>
                    <a:pt x="39652" y="152396"/>
                  </a:lnTo>
                  <a:lnTo>
                    <a:pt x="37741" y="152873"/>
                  </a:lnTo>
                  <a:lnTo>
                    <a:pt x="37263" y="152396"/>
                  </a:lnTo>
                  <a:lnTo>
                    <a:pt x="36786" y="151440"/>
                  </a:lnTo>
                  <a:lnTo>
                    <a:pt x="37263" y="150007"/>
                  </a:lnTo>
                  <a:lnTo>
                    <a:pt x="36786" y="149051"/>
                  </a:lnTo>
                  <a:lnTo>
                    <a:pt x="35830" y="148096"/>
                  </a:lnTo>
                  <a:lnTo>
                    <a:pt x="34874" y="147141"/>
                  </a:lnTo>
                  <a:lnTo>
                    <a:pt x="33919" y="146663"/>
                  </a:lnTo>
                  <a:lnTo>
                    <a:pt x="32008" y="146185"/>
                  </a:lnTo>
                  <a:lnTo>
                    <a:pt x="28186" y="146663"/>
                  </a:lnTo>
                  <a:lnTo>
                    <a:pt x="27231" y="146663"/>
                  </a:lnTo>
                  <a:lnTo>
                    <a:pt x="24842" y="143319"/>
                  </a:lnTo>
                  <a:lnTo>
                    <a:pt x="23886" y="142363"/>
                  </a:lnTo>
                  <a:lnTo>
                    <a:pt x="21498" y="140930"/>
                  </a:lnTo>
                  <a:lnTo>
                    <a:pt x="20543" y="141408"/>
                  </a:lnTo>
                  <a:lnTo>
                    <a:pt x="18632" y="143319"/>
                  </a:lnTo>
                  <a:lnTo>
                    <a:pt x="17676" y="143319"/>
                  </a:lnTo>
                  <a:lnTo>
                    <a:pt x="12421" y="143796"/>
                  </a:lnTo>
                  <a:lnTo>
                    <a:pt x="7166" y="142841"/>
                  </a:lnTo>
                  <a:lnTo>
                    <a:pt x="5255" y="142363"/>
                  </a:lnTo>
                  <a:lnTo>
                    <a:pt x="4777" y="140452"/>
                  </a:lnTo>
                  <a:lnTo>
                    <a:pt x="9077" y="136153"/>
                  </a:lnTo>
                  <a:lnTo>
                    <a:pt x="7644" y="136631"/>
                  </a:lnTo>
                  <a:lnTo>
                    <a:pt x="5255" y="138542"/>
                  </a:lnTo>
                  <a:lnTo>
                    <a:pt x="3822" y="138064"/>
                  </a:lnTo>
                  <a:lnTo>
                    <a:pt x="5255" y="136153"/>
                  </a:lnTo>
                  <a:lnTo>
                    <a:pt x="5255" y="135197"/>
                  </a:lnTo>
                  <a:lnTo>
                    <a:pt x="4777" y="134242"/>
                  </a:lnTo>
                  <a:lnTo>
                    <a:pt x="2866" y="136153"/>
                  </a:lnTo>
                  <a:lnTo>
                    <a:pt x="478" y="136153"/>
                  </a:lnTo>
                  <a:lnTo>
                    <a:pt x="0" y="134719"/>
                  </a:lnTo>
                  <a:lnTo>
                    <a:pt x="478" y="132809"/>
                  </a:lnTo>
                  <a:lnTo>
                    <a:pt x="956" y="132331"/>
                  </a:lnTo>
                  <a:lnTo>
                    <a:pt x="7166" y="131376"/>
                  </a:lnTo>
                  <a:lnTo>
                    <a:pt x="9555" y="130898"/>
                  </a:lnTo>
                  <a:lnTo>
                    <a:pt x="10510" y="129465"/>
                  </a:lnTo>
                  <a:lnTo>
                    <a:pt x="6688" y="129465"/>
                  </a:lnTo>
                  <a:lnTo>
                    <a:pt x="6688" y="128031"/>
                  </a:lnTo>
                  <a:lnTo>
                    <a:pt x="7166" y="127076"/>
                  </a:lnTo>
                  <a:lnTo>
                    <a:pt x="10510" y="125165"/>
                  </a:lnTo>
                  <a:lnTo>
                    <a:pt x="8122" y="125643"/>
                  </a:lnTo>
                  <a:lnTo>
                    <a:pt x="5255" y="125165"/>
                  </a:lnTo>
                  <a:lnTo>
                    <a:pt x="5255" y="123254"/>
                  </a:lnTo>
                  <a:lnTo>
                    <a:pt x="6211" y="121821"/>
                  </a:lnTo>
                  <a:lnTo>
                    <a:pt x="9077" y="121821"/>
                  </a:lnTo>
                  <a:lnTo>
                    <a:pt x="8122" y="120865"/>
                  </a:lnTo>
                  <a:lnTo>
                    <a:pt x="8122" y="119432"/>
                  </a:lnTo>
                  <a:lnTo>
                    <a:pt x="8599" y="119432"/>
                  </a:lnTo>
                  <a:lnTo>
                    <a:pt x="11466" y="121343"/>
                  </a:lnTo>
                  <a:lnTo>
                    <a:pt x="13854" y="121821"/>
                  </a:lnTo>
                  <a:lnTo>
                    <a:pt x="12899" y="120388"/>
                  </a:lnTo>
                  <a:lnTo>
                    <a:pt x="12899" y="119432"/>
                  </a:lnTo>
                  <a:lnTo>
                    <a:pt x="13377" y="118954"/>
                  </a:lnTo>
                  <a:lnTo>
                    <a:pt x="15288" y="118954"/>
                  </a:lnTo>
                  <a:lnTo>
                    <a:pt x="14809" y="118477"/>
                  </a:lnTo>
                  <a:lnTo>
                    <a:pt x="12899" y="117999"/>
                  </a:lnTo>
                  <a:lnTo>
                    <a:pt x="10988" y="117044"/>
                  </a:lnTo>
                  <a:lnTo>
                    <a:pt x="10988" y="116088"/>
                  </a:lnTo>
                  <a:lnTo>
                    <a:pt x="10988" y="114655"/>
                  </a:lnTo>
                  <a:lnTo>
                    <a:pt x="12899" y="112744"/>
                  </a:lnTo>
                  <a:lnTo>
                    <a:pt x="14332" y="113700"/>
                  </a:lnTo>
                  <a:lnTo>
                    <a:pt x="15765" y="113222"/>
                  </a:lnTo>
                  <a:lnTo>
                    <a:pt x="14809" y="112744"/>
                  </a:lnTo>
                  <a:lnTo>
                    <a:pt x="13854" y="111311"/>
                  </a:lnTo>
                  <a:lnTo>
                    <a:pt x="14332" y="110355"/>
                  </a:lnTo>
                  <a:lnTo>
                    <a:pt x="18632" y="107011"/>
                  </a:lnTo>
                  <a:lnTo>
                    <a:pt x="19587" y="110355"/>
                  </a:lnTo>
                  <a:lnTo>
                    <a:pt x="20065" y="109400"/>
                  </a:lnTo>
                  <a:lnTo>
                    <a:pt x="20065" y="107967"/>
                  </a:lnTo>
                  <a:lnTo>
                    <a:pt x="19587" y="107011"/>
                  </a:lnTo>
                  <a:lnTo>
                    <a:pt x="19587" y="106056"/>
                  </a:lnTo>
                  <a:lnTo>
                    <a:pt x="20065" y="105578"/>
                  </a:lnTo>
                  <a:lnTo>
                    <a:pt x="21975" y="104623"/>
                  </a:lnTo>
                  <a:lnTo>
                    <a:pt x="24364" y="102234"/>
                  </a:lnTo>
                  <a:lnTo>
                    <a:pt x="26275" y="100801"/>
                  </a:lnTo>
                  <a:lnTo>
                    <a:pt x="27709" y="101756"/>
                  </a:lnTo>
                  <a:lnTo>
                    <a:pt x="28664" y="102712"/>
                  </a:lnTo>
                  <a:lnTo>
                    <a:pt x="28186" y="101756"/>
                  </a:lnTo>
                  <a:lnTo>
                    <a:pt x="27709" y="100801"/>
                  </a:lnTo>
                  <a:lnTo>
                    <a:pt x="27709" y="98412"/>
                  </a:lnTo>
                  <a:lnTo>
                    <a:pt x="30575" y="95068"/>
                  </a:lnTo>
                  <a:lnTo>
                    <a:pt x="34397" y="91724"/>
                  </a:lnTo>
                  <a:lnTo>
                    <a:pt x="37741" y="87902"/>
                  </a:lnTo>
                  <a:lnTo>
                    <a:pt x="39652" y="86469"/>
                  </a:lnTo>
                  <a:lnTo>
                    <a:pt x="43473" y="85036"/>
                  </a:lnTo>
                  <a:lnTo>
                    <a:pt x="45862" y="85991"/>
                  </a:lnTo>
                  <a:lnTo>
                    <a:pt x="46340" y="85513"/>
                  </a:lnTo>
                  <a:lnTo>
                    <a:pt x="50162" y="83125"/>
                  </a:lnTo>
                  <a:lnTo>
                    <a:pt x="51595" y="82647"/>
                  </a:lnTo>
                  <a:lnTo>
                    <a:pt x="53028" y="83125"/>
                  </a:lnTo>
                  <a:lnTo>
                    <a:pt x="53984" y="83603"/>
                  </a:lnTo>
                  <a:lnTo>
                    <a:pt x="53028" y="81214"/>
                  </a:lnTo>
                  <a:lnTo>
                    <a:pt x="53506" y="80258"/>
                  </a:lnTo>
                  <a:lnTo>
                    <a:pt x="56372" y="78347"/>
                  </a:lnTo>
                  <a:lnTo>
                    <a:pt x="60194" y="76437"/>
                  </a:lnTo>
                  <a:lnTo>
                    <a:pt x="63538" y="75481"/>
                  </a:lnTo>
                  <a:lnTo>
                    <a:pt x="65449" y="74526"/>
                  </a:lnTo>
                  <a:lnTo>
                    <a:pt x="66882" y="74526"/>
                  </a:lnTo>
                  <a:lnTo>
                    <a:pt x="66405" y="73093"/>
                  </a:lnTo>
                  <a:lnTo>
                    <a:pt x="66882" y="72137"/>
                  </a:lnTo>
                  <a:lnTo>
                    <a:pt x="67838" y="72615"/>
                  </a:lnTo>
                  <a:lnTo>
                    <a:pt x="68316" y="72137"/>
                  </a:lnTo>
                  <a:lnTo>
                    <a:pt x="67360" y="71659"/>
                  </a:lnTo>
                  <a:lnTo>
                    <a:pt x="70227" y="69748"/>
                  </a:lnTo>
                  <a:lnTo>
                    <a:pt x="72137" y="67360"/>
                  </a:lnTo>
                  <a:lnTo>
                    <a:pt x="73093" y="66882"/>
                  </a:lnTo>
                  <a:lnTo>
                    <a:pt x="73570" y="66404"/>
                  </a:lnTo>
                  <a:lnTo>
                    <a:pt x="75004" y="64971"/>
                  </a:lnTo>
                  <a:lnTo>
                    <a:pt x="75959" y="64493"/>
                  </a:lnTo>
                  <a:lnTo>
                    <a:pt x="76914" y="64493"/>
                  </a:lnTo>
                  <a:lnTo>
                    <a:pt x="77870" y="65449"/>
                  </a:lnTo>
                  <a:lnTo>
                    <a:pt x="77393" y="64016"/>
                  </a:lnTo>
                  <a:lnTo>
                    <a:pt x="75959" y="63538"/>
                  </a:lnTo>
                  <a:lnTo>
                    <a:pt x="77393" y="62582"/>
                  </a:lnTo>
                  <a:lnTo>
                    <a:pt x="79303" y="61627"/>
                  </a:lnTo>
                  <a:lnTo>
                    <a:pt x="80736" y="62105"/>
                  </a:lnTo>
                  <a:lnTo>
                    <a:pt x="82170" y="63060"/>
                  </a:lnTo>
                  <a:lnTo>
                    <a:pt x="80736" y="61627"/>
                  </a:lnTo>
                  <a:lnTo>
                    <a:pt x="80259" y="61149"/>
                  </a:lnTo>
                  <a:lnTo>
                    <a:pt x="82170" y="60194"/>
                  </a:lnTo>
                  <a:lnTo>
                    <a:pt x="83125" y="59716"/>
                  </a:lnTo>
                  <a:lnTo>
                    <a:pt x="84558" y="61627"/>
                  </a:lnTo>
                  <a:lnTo>
                    <a:pt x="84558" y="60194"/>
                  </a:lnTo>
                  <a:lnTo>
                    <a:pt x="84558" y="59238"/>
                  </a:lnTo>
                  <a:lnTo>
                    <a:pt x="86947" y="57328"/>
                  </a:lnTo>
                  <a:lnTo>
                    <a:pt x="89336" y="53983"/>
                  </a:lnTo>
                  <a:lnTo>
                    <a:pt x="90291" y="54939"/>
                  </a:lnTo>
                  <a:lnTo>
                    <a:pt x="90291" y="56372"/>
                  </a:lnTo>
                  <a:lnTo>
                    <a:pt x="90291" y="57805"/>
                  </a:lnTo>
                  <a:lnTo>
                    <a:pt x="90769" y="57328"/>
                  </a:lnTo>
                  <a:lnTo>
                    <a:pt x="90769" y="55894"/>
                  </a:lnTo>
                  <a:lnTo>
                    <a:pt x="90291" y="53505"/>
                  </a:lnTo>
                  <a:lnTo>
                    <a:pt x="93635" y="48728"/>
                  </a:lnTo>
                  <a:lnTo>
                    <a:pt x="94113" y="48251"/>
                  </a:lnTo>
                  <a:lnTo>
                    <a:pt x="95068" y="47773"/>
                  </a:lnTo>
                  <a:lnTo>
                    <a:pt x="96024" y="47773"/>
                  </a:lnTo>
                  <a:lnTo>
                    <a:pt x="95546" y="46817"/>
                  </a:lnTo>
                  <a:lnTo>
                    <a:pt x="95068" y="46340"/>
                  </a:lnTo>
                  <a:lnTo>
                    <a:pt x="95546" y="43473"/>
                  </a:lnTo>
                  <a:lnTo>
                    <a:pt x="96024" y="41085"/>
                  </a:lnTo>
                  <a:lnTo>
                    <a:pt x="96979" y="38218"/>
                  </a:lnTo>
                  <a:lnTo>
                    <a:pt x="98412" y="35830"/>
                  </a:lnTo>
                  <a:lnTo>
                    <a:pt x="99368" y="31052"/>
                  </a:lnTo>
                  <a:lnTo>
                    <a:pt x="100323" y="30575"/>
                  </a:lnTo>
                  <a:lnTo>
                    <a:pt x="103189" y="30097"/>
                  </a:lnTo>
                  <a:lnTo>
                    <a:pt x="104623" y="29619"/>
                  </a:lnTo>
                  <a:lnTo>
                    <a:pt x="106534" y="27708"/>
                  </a:lnTo>
                  <a:lnTo>
                    <a:pt x="108445" y="25320"/>
                  </a:lnTo>
                  <a:lnTo>
                    <a:pt x="109878" y="22931"/>
                  </a:lnTo>
                  <a:lnTo>
                    <a:pt x="111311" y="16721"/>
                  </a:lnTo>
                  <a:lnTo>
                    <a:pt x="112266" y="10988"/>
                  </a:lnTo>
                  <a:lnTo>
                    <a:pt x="115133" y="6210"/>
                  </a:lnTo>
                  <a:lnTo>
                    <a:pt x="118955" y="2866"/>
                  </a:lnTo>
                  <a:lnTo>
                    <a:pt x="122299" y="478"/>
                  </a:lnTo>
                  <a:lnTo>
                    <a:pt x="123732" y="0"/>
                  </a:lnTo>
                  <a:lnTo>
                    <a:pt x="126121" y="0"/>
                  </a:lnTo>
                  <a:lnTo>
                    <a:pt x="128509" y="478"/>
                  </a:lnTo>
                  <a:lnTo>
                    <a:pt x="124210" y="955"/>
                  </a:lnTo>
                  <a:lnTo>
                    <a:pt x="123732" y="2866"/>
                  </a:lnTo>
                  <a:lnTo>
                    <a:pt x="123732" y="4299"/>
                  </a:lnTo>
                  <a:lnTo>
                    <a:pt x="124210" y="5255"/>
                  </a:lnTo>
                  <a:lnTo>
                    <a:pt x="124687" y="6688"/>
                  </a:lnTo>
                  <a:lnTo>
                    <a:pt x="127076" y="7644"/>
                  </a:lnTo>
                  <a:lnTo>
                    <a:pt x="129465" y="8599"/>
                  </a:lnTo>
                  <a:lnTo>
                    <a:pt x="130420" y="10988"/>
                  </a:lnTo>
                  <a:lnTo>
                    <a:pt x="130420" y="13854"/>
                  </a:lnTo>
                  <a:lnTo>
                    <a:pt x="130898" y="16721"/>
                  </a:lnTo>
                  <a:lnTo>
                    <a:pt x="131853" y="1863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8" name="Freeform 5147">
              <a:extLst>
                <a:ext uri="{FF2B5EF4-FFF2-40B4-BE49-F238E27FC236}">
                  <a16:creationId xmlns:a16="http://schemas.microsoft.com/office/drawing/2014/main" id="{D2B36A3C-E5E8-2670-CA71-115FE5623A1B}"/>
                </a:ext>
              </a:extLst>
            </p:cNvPr>
            <p:cNvSpPr/>
            <p:nvPr/>
          </p:nvSpPr>
          <p:spPr>
            <a:xfrm>
              <a:off x="9330227" y="5542259"/>
              <a:ext cx="3343" cy="4777"/>
            </a:xfrm>
            <a:custGeom>
              <a:avLst/>
              <a:gdLst>
                <a:gd name="csX0" fmla="*/ 2389 w 3343"/>
                <a:gd name="csY0" fmla="*/ 3344 h 4777"/>
                <a:gd name="csX1" fmla="*/ 0 w 3343"/>
                <a:gd name="csY1" fmla="*/ 4777 h 4777"/>
                <a:gd name="csX2" fmla="*/ 0 w 3343"/>
                <a:gd name="csY2" fmla="*/ 3822 h 4777"/>
                <a:gd name="csX3" fmla="*/ 478 w 3343"/>
                <a:gd name="csY3" fmla="*/ 1911 h 4777"/>
                <a:gd name="csX4" fmla="*/ 1433 w 3343"/>
                <a:gd name="csY4" fmla="*/ 956 h 4777"/>
                <a:gd name="csX5" fmla="*/ 2389 w 3343"/>
                <a:gd name="csY5" fmla="*/ 956 h 4777"/>
                <a:gd name="csX6" fmla="*/ 3344 w 3343"/>
                <a:gd name="csY6" fmla="*/ 0 h 4777"/>
                <a:gd name="csX7" fmla="*/ 3344 w 3343"/>
                <a:gd name="csY7" fmla="*/ 1911 h 4777"/>
                <a:gd name="csX8" fmla="*/ 2389 w 3343"/>
                <a:gd name="csY8" fmla="*/ 3344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4777">
                  <a:moveTo>
                    <a:pt x="2389" y="3344"/>
                  </a:moveTo>
                  <a:lnTo>
                    <a:pt x="0" y="4777"/>
                  </a:lnTo>
                  <a:lnTo>
                    <a:pt x="0" y="3822"/>
                  </a:lnTo>
                  <a:lnTo>
                    <a:pt x="478" y="1911"/>
                  </a:lnTo>
                  <a:lnTo>
                    <a:pt x="1433" y="956"/>
                  </a:lnTo>
                  <a:lnTo>
                    <a:pt x="2389" y="956"/>
                  </a:lnTo>
                  <a:lnTo>
                    <a:pt x="3344" y="0"/>
                  </a:lnTo>
                  <a:lnTo>
                    <a:pt x="3344" y="1911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9" name="Freeform 5148">
              <a:extLst>
                <a:ext uri="{FF2B5EF4-FFF2-40B4-BE49-F238E27FC236}">
                  <a16:creationId xmlns:a16="http://schemas.microsoft.com/office/drawing/2014/main" id="{7CE92B04-C5B7-0BF8-9F47-310F7D8372B0}"/>
                </a:ext>
              </a:extLst>
            </p:cNvPr>
            <p:cNvSpPr/>
            <p:nvPr/>
          </p:nvSpPr>
          <p:spPr>
            <a:xfrm>
              <a:off x="9193597" y="5653092"/>
              <a:ext cx="2388" cy="2866"/>
            </a:xfrm>
            <a:custGeom>
              <a:avLst/>
              <a:gdLst>
                <a:gd name="csX0" fmla="*/ 1433 w 2388"/>
                <a:gd name="csY0" fmla="*/ 0 h 2866"/>
                <a:gd name="csX1" fmla="*/ 2389 w 2388"/>
                <a:gd name="csY1" fmla="*/ 2866 h 2866"/>
                <a:gd name="csX2" fmla="*/ 478 w 2388"/>
                <a:gd name="csY2" fmla="*/ 2389 h 2866"/>
                <a:gd name="csX3" fmla="*/ 0 w 2388"/>
                <a:gd name="csY3" fmla="*/ 1433 h 2866"/>
                <a:gd name="csX4" fmla="*/ 1433 w 2388"/>
                <a:gd name="csY4" fmla="*/ 0 h 2866"/>
                <a:gd name="csX5" fmla="*/ 1433 w 2388"/>
                <a:gd name="csY5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2866">
                  <a:moveTo>
                    <a:pt x="1433" y="0"/>
                  </a:moveTo>
                  <a:lnTo>
                    <a:pt x="2389" y="2866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0" name="Freeform 5149">
              <a:extLst>
                <a:ext uri="{FF2B5EF4-FFF2-40B4-BE49-F238E27FC236}">
                  <a16:creationId xmlns:a16="http://schemas.microsoft.com/office/drawing/2014/main" id="{96F007A8-CD2B-7947-D087-5A95BB66C696}"/>
                </a:ext>
              </a:extLst>
            </p:cNvPr>
            <p:cNvSpPr/>
            <p:nvPr/>
          </p:nvSpPr>
          <p:spPr>
            <a:xfrm>
              <a:off x="9186431" y="5664080"/>
              <a:ext cx="4299" cy="2866"/>
            </a:xfrm>
            <a:custGeom>
              <a:avLst/>
              <a:gdLst>
                <a:gd name="csX0" fmla="*/ 4300 w 4299"/>
                <a:gd name="csY0" fmla="*/ 956 h 2866"/>
                <a:gd name="csX1" fmla="*/ 3821 w 4299"/>
                <a:gd name="csY1" fmla="*/ 2389 h 2866"/>
                <a:gd name="csX2" fmla="*/ 3821 w 4299"/>
                <a:gd name="csY2" fmla="*/ 2866 h 2866"/>
                <a:gd name="csX3" fmla="*/ 2866 w 4299"/>
                <a:gd name="csY3" fmla="*/ 2866 h 2866"/>
                <a:gd name="csX4" fmla="*/ 1911 w 4299"/>
                <a:gd name="csY4" fmla="*/ 2866 h 2866"/>
                <a:gd name="csX5" fmla="*/ 955 w 4299"/>
                <a:gd name="csY5" fmla="*/ 2389 h 2866"/>
                <a:gd name="csX6" fmla="*/ 478 w 4299"/>
                <a:gd name="csY6" fmla="*/ 2389 h 2866"/>
                <a:gd name="csX7" fmla="*/ 0 w 4299"/>
                <a:gd name="csY7" fmla="*/ 2389 h 2866"/>
                <a:gd name="csX8" fmla="*/ 478 w 4299"/>
                <a:gd name="csY8" fmla="*/ 956 h 2866"/>
                <a:gd name="csX9" fmla="*/ 2866 w 4299"/>
                <a:gd name="csY9" fmla="*/ 0 h 2866"/>
                <a:gd name="csX10" fmla="*/ 3821 w 4299"/>
                <a:gd name="csY10" fmla="*/ 478 h 2866"/>
                <a:gd name="csX11" fmla="*/ 4300 w 4299"/>
                <a:gd name="csY11" fmla="*/ 95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2866">
                  <a:moveTo>
                    <a:pt x="4300" y="956"/>
                  </a:moveTo>
                  <a:lnTo>
                    <a:pt x="3821" y="2389"/>
                  </a:lnTo>
                  <a:lnTo>
                    <a:pt x="3821" y="2866"/>
                  </a:lnTo>
                  <a:lnTo>
                    <a:pt x="2866" y="2866"/>
                  </a:lnTo>
                  <a:lnTo>
                    <a:pt x="1911" y="2866"/>
                  </a:lnTo>
                  <a:lnTo>
                    <a:pt x="955" y="2389"/>
                  </a:lnTo>
                  <a:lnTo>
                    <a:pt x="478" y="2389"/>
                  </a:lnTo>
                  <a:lnTo>
                    <a:pt x="0" y="2389"/>
                  </a:lnTo>
                  <a:lnTo>
                    <a:pt x="478" y="956"/>
                  </a:lnTo>
                  <a:lnTo>
                    <a:pt x="2866" y="0"/>
                  </a:lnTo>
                  <a:lnTo>
                    <a:pt x="3821" y="478"/>
                  </a:lnTo>
                  <a:lnTo>
                    <a:pt x="430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1" name="Freeform 5150">
              <a:extLst>
                <a:ext uri="{FF2B5EF4-FFF2-40B4-BE49-F238E27FC236}">
                  <a16:creationId xmlns:a16="http://schemas.microsoft.com/office/drawing/2014/main" id="{C29280B3-F351-CFEF-E9BB-D5274AE05687}"/>
                </a:ext>
              </a:extLst>
            </p:cNvPr>
            <p:cNvSpPr/>
            <p:nvPr/>
          </p:nvSpPr>
          <p:spPr>
            <a:xfrm>
              <a:off x="9206018" y="5692266"/>
              <a:ext cx="14331" cy="15287"/>
            </a:xfrm>
            <a:custGeom>
              <a:avLst/>
              <a:gdLst>
                <a:gd name="csX0" fmla="*/ 12421 w 14331"/>
                <a:gd name="csY0" fmla="*/ 4777 h 15287"/>
                <a:gd name="csX1" fmla="*/ 12421 w 14331"/>
                <a:gd name="csY1" fmla="*/ 5733 h 15287"/>
                <a:gd name="csX2" fmla="*/ 10032 w 14331"/>
                <a:gd name="csY2" fmla="*/ 5255 h 15287"/>
                <a:gd name="csX3" fmla="*/ 10032 w 14331"/>
                <a:gd name="csY3" fmla="*/ 6210 h 15287"/>
                <a:gd name="csX4" fmla="*/ 11943 w 14331"/>
                <a:gd name="csY4" fmla="*/ 7166 h 15287"/>
                <a:gd name="csX5" fmla="*/ 12421 w 14331"/>
                <a:gd name="csY5" fmla="*/ 8121 h 15287"/>
                <a:gd name="csX6" fmla="*/ 14332 w 14331"/>
                <a:gd name="csY6" fmla="*/ 7644 h 15287"/>
                <a:gd name="csX7" fmla="*/ 14332 w 14331"/>
                <a:gd name="csY7" fmla="*/ 9077 h 15287"/>
                <a:gd name="csX8" fmla="*/ 14332 w 14331"/>
                <a:gd name="csY8" fmla="*/ 10032 h 15287"/>
                <a:gd name="csX9" fmla="*/ 12898 w 14331"/>
                <a:gd name="csY9" fmla="*/ 10988 h 15287"/>
                <a:gd name="csX10" fmla="*/ 9555 w 14331"/>
                <a:gd name="csY10" fmla="*/ 11465 h 15287"/>
                <a:gd name="csX11" fmla="*/ 7644 w 14331"/>
                <a:gd name="csY11" fmla="*/ 12898 h 15287"/>
                <a:gd name="csX12" fmla="*/ 5733 w 14331"/>
                <a:gd name="csY12" fmla="*/ 12898 h 15287"/>
                <a:gd name="csX13" fmla="*/ 5255 w 14331"/>
                <a:gd name="csY13" fmla="*/ 12898 h 15287"/>
                <a:gd name="csX14" fmla="*/ 2866 w 14331"/>
                <a:gd name="csY14" fmla="*/ 14809 h 15287"/>
                <a:gd name="csX15" fmla="*/ 478 w 14331"/>
                <a:gd name="csY15" fmla="*/ 15287 h 15287"/>
                <a:gd name="csX16" fmla="*/ 0 w 14331"/>
                <a:gd name="csY16" fmla="*/ 15287 h 15287"/>
                <a:gd name="csX17" fmla="*/ 0 w 14331"/>
                <a:gd name="csY17" fmla="*/ 13376 h 15287"/>
                <a:gd name="csX18" fmla="*/ 1911 w 14331"/>
                <a:gd name="csY18" fmla="*/ 11943 h 15287"/>
                <a:gd name="csX19" fmla="*/ 1911 w 14331"/>
                <a:gd name="csY19" fmla="*/ 10510 h 15287"/>
                <a:gd name="csX20" fmla="*/ 2389 w 14331"/>
                <a:gd name="csY20" fmla="*/ 9555 h 15287"/>
                <a:gd name="csX21" fmla="*/ 4300 w 14331"/>
                <a:gd name="csY21" fmla="*/ 8599 h 15287"/>
                <a:gd name="csX22" fmla="*/ 4300 w 14331"/>
                <a:gd name="csY22" fmla="*/ 7166 h 15287"/>
                <a:gd name="csX23" fmla="*/ 5255 w 14331"/>
                <a:gd name="csY23" fmla="*/ 5733 h 15287"/>
                <a:gd name="csX24" fmla="*/ 4777 w 14331"/>
                <a:gd name="csY24" fmla="*/ 2866 h 15287"/>
                <a:gd name="csX25" fmla="*/ 5255 w 14331"/>
                <a:gd name="csY25" fmla="*/ 478 h 15287"/>
                <a:gd name="csX26" fmla="*/ 8599 w 14331"/>
                <a:gd name="csY26" fmla="*/ 0 h 15287"/>
                <a:gd name="csX27" fmla="*/ 12421 w 14331"/>
                <a:gd name="csY27" fmla="*/ 4777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4331" h="15287">
                  <a:moveTo>
                    <a:pt x="12421" y="4777"/>
                  </a:moveTo>
                  <a:lnTo>
                    <a:pt x="12421" y="5733"/>
                  </a:lnTo>
                  <a:lnTo>
                    <a:pt x="10032" y="5255"/>
                  </a:lnTo>
                  <a:lnTo>
                    <a:pt x="10032" y="6210"/>
                  </a:lnTo>
                  <a:lnTo>
                    <a:pt x="11943" y="7166"/>
                  </a:lnTo>
                  <a:lnTo>
                    <a:pt x="12421" y="8121"/>
                  </a:lnTo>
                  <a:lnTo>
                    <a:pt x="14332" y="7644"/>
                  </a:lnTo>
                  <a:lnTo>
                    <a:pt x="14332" y="9077"/>
                  </a:lnTo>
                  <a:lnTo>
                    <a:pt x="14332" y="10032"/>
                  </a:lnTo>
                  <a:lnTo>
                    <a:pt x="12898" y="10988"/>
                  </a:lnTo>
                  <a:lnTo>
                    <a:pt x="9555" y="11465"/>
                  </a:lnTo>
                  <a:lnTo>
                    <a:pt x="7644" y="12898"/>
                  </a:lnTo>
                  <a:lnTo>
                    <a:pt x="5733" y="12898"/>
                  </a:lnTo>
                  <a:lnTo>
                    <a:pt x="5255" y="12898"/>
                  </a:lnTo>
                  <a:lnTo>
                    <a:pt x="2866" y="14809"/>
                  </a:lnTo>
                  <a:lnTo>
                    <a:pt x="478" y="15287"/>
                  </a:lnTo>
                  <a:lnTo>
                    <a:pt x="0" y="15287"/>
                  </a:lnTo>
                  <a:lnTo>
                    <a:pt x="0" y="13376"/>
                  </a:lnTo>
                  <a:lnTo>
                    <a:pt x="1911" y="11943"/>
                  </a:lnTo>
                  <a:lnTo>
                    <a:pt x="1911" y="10510"/>
                  </a:lnTo>
                  <a:lnTo>
                    <a:pt x="2389" y="9555"/>
                  </a:lnTo>
                  <a:lnTo>
                    <a:pt x="4300" y="8599"/>
                  </a:lnTo>
                  <a:lnTo>
                    <a:pt x="4300" y="7166"/>
                  </a:lnTo>
                  <a:lnTo>
                    <a:pt x="5255" y="5733"/>
                  </a:lnTo>
                  <a:lnTo>
                    <a:pt x="4777" y="2866"/>
                  </a:lnTo>
                  <a:lnTo>
                    <a:pt x="5255" y="478"/>
                  </a:lnTo>
                  <a:lnTo>
                    <a:pt x="8599" y="0"/>
                  </a:lnTo>
                  <a:lnTo>
                    <a:pt x="12421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2" name="Freeform 5151">
              <a:extLst>
                <a:ext uri="{FF2B5EF4-FFF2-40B4-BE49-F238E27FC236}">
                  <a16:creationId xmlns:a16="http://schemas.microsoft.com/office/drawing/2014/main" id="{D32A4DE2-5349-2F97-62AF-7852CEA6B4AA}"/>
                </a:ext>
              </a:extLst>
            </p:cNvPr>
            <p:cNvSpPr/>
            <p:nvPr/>
          </p:nvSpPr>
          <p:spPr>
            <a:xfrm>
              <a:off x="6996041" y="4240446"/>
              <a:ext cx="6688" cy="14809"/>
            </a:xfrm>
            <a:custGeom>
              <a:avLst/>
              <a:gdLst>
                <a:gd name="csX0" fmla="*/ 4300 w 6688"/>
                <a:gd name="csY0" fmla="*/ 13854 h 14809"/>
                <a:gd name="csX1" fmla="*/ 3821 w 6688"/>
                <a:gd name="csY1" fmla="*/ 14332 h 14809"/>
                <a:gd name="csX2" fmla="*/ 3821 w 6688"/>
                <a:gd name="csY2" fmla="*/ 14809 h 14809"/>
                <a:gd name="csX3" fmla="*/ 3344 w 6688"/>
                <a:gd name="csY3" fmla="*/ 14809 h 14809"/>
                <a:gd name="csX4" fmla="*/ 1911 w 6688"/>
                <a:gd name="csY4" fmla="*/ 14332 h 14809"/>
                <a:gd name="csX5" fmla="*/ 1911 w 6688"/>
                <a:gd name="csY5" fmla="*/ 14332 h 14809"/>
                <a:gd name="csX6" fmla="*/ 955 w 6688"/>
                <a:gd name="csY6" fmla="*/ 13376 h 14809"/>
                <a:gd name="csX7" fmla="*/ 1433 w 6688"/>
                <a:gd name="csY7" fmla="*/ 11943 h 14809"/>
                <a:gd name="csX8" fmla="*/ 1433 w 6688"/>
                <a:gd name="csY8" fmla="*/ 10032 h 14809"/>
                <a:gd name="csX9" fmla="*/ 1911 w 6688"/>
                <a:gd name="csY9" fmla="*/ 8121 h 14809"/>
                <a:gd name="csX10" fmla="*/ 1433 w 6688"/>
                <a:gd name="csY10" fmla="*/ 6210 h 14809"/>
                <a:gd name="csX11" fmla="*/ 478 w 6688"/>
                <a:gd name="csY11" fmla="*/ 5733 h 14809"/>
                <a:gd name="csX12" fmla="*/ 0 w 6688"/>
                <a:gd name="csY12" fmla="*/ 5733 h 14809"/>
                <a:gd name="csX13" fmla="*/ 0 w 6688"/>
                <a:gd name="csY13" fmla="*/ 5733 h 14809"/>
                <a:gd name="csX14" fmla="*/ 1433 w 6688"/>
                <a:gd name="csY14" fmla="*/ 2866 h 14809"/>
                <a:gd name="csX15" fmla="*/ 1911 w 6688"/>
                <a:gd name="csY15" fmla="*/ 2389 h 14809"/>
                <a:gd name="csX16" fmla="*/ 2866 w 6688"/>
                <a:gd name="csY16" fmla="*/ 2866 h 14809"/>
                <a:gd name="csX17" fmla="*/ 4300 w 6688"/>
                <a:gd name="csY17" fmla="*/ 2389 h 14809"/>
                <a:gd name="csX18" fmla="*/ 5255 w 6688"/>
                <a:gd name="csY18" fmla="*/ 956 h 14809"/>
                <a:gd name="csX19" fmla="*/ 5733 w 6688"/>
                <a:gd name="csY19" fmla="*/ 0 h 14809"/>
                <a:gd name="csX20" fmla="*/ 6210 w 6688"/>
                <a:gd name="csY20" fmla="*/ 0 h 14809"/>
                <a:gd name="csX21" fmla="*/ 6688 w 6688"/>
                <a:gd name="csY21" fmla="*/ 478 h 14809"/>
                <a:gd name="csX22" fmla="*/ 6688 w 6688"/>
                <a:gd name="csY22" fmla="*/ 2866 h 14809"/>
                <a:gd name="csX23" fmla="*/ 6688 w 6688"/>
                <a:gd name="csY23" fmla="*/ 4777 h 14809"/>
                <a:gd name="csX24" fmla="*/ 5733 w 6688"/>
                <a:gd name="csY24" fmla="*/ 10988 h 14809"/>
                <a:gd name="csX25" fmla="*/ 4777 w 6688"/>
                <a:gd name="csY25" fmla="*/ 11943 h 14809"/>
                <a:gd name="csX26" fmla="*/ 4300 w 6688"/>
                <a:gd name="csY26" fmla="*/ 12899 h 14809"/>
                <a:gd name="csX27" fmla="*/ 4300 w 6688"/>
                <a:gd name="csY27" fmla="*/ 13854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6688" h="14809">
                  <a:moveTo>
                    <a:pt x="4300" y="13854"/>
                  </a:moveTo>
                  <a:lnTo>
                    <a:pt x="3821" y="14332"/>
                  </a:lnTo>
                  <a:lnTo>
                    <a:pt x="3821" y="14809"/>
                  </a:lnTo>
                  <a:lnTo>
                    <a:pt x="3344" y="14809"/>
                  </a:lnTo>
                  <a:lnTo>
                    <a:pt x="1911" y="14332"/>
                  </a:lnTo>
                  <a:lnTo>
                    <a:pt x="1911" y="14332"/>
                  </a:lnTo>
                  <a:lnTo>
                    <a:pt x="955" y="13376"/>
                  </a:lnTo>
                  <a:lnTo>
                    <a:pt x="1433" y="11943"/>
                  </a:lnTo>
                  <a:lnTo>
                    <a:pt x="1433" y="10032"/>
                  </a:lnTo>
                  <a:lnTo>
                    <a:pt x="1911" y="8121"/>
                  </a:lnTo>
                  <a:lnTo>
                    <a:pt x="1433" y="6210"/>
                  </a:lnTo>
                  <a:lnTo>
                    <a:pt x="478" y="5733"/>
                  </a:lnTo>
                  <a:lnTo>
                    <a:pt x="0" y="5733"/>
                  </a:lnTo>
                  <a:lnTo>
                    <a:pt x="0" y="5733"/>
                  </a:lnTo>
                  <a:lnTo>
                    <a:pt x="1433" y="2866"/>
                  </a:lnTo>
                  <a:lnTo>
                    <a:pt x="1911" y="2389"/>
                  </a:lnTo>
                  <a:lnTo>
                    <a:pt x="2866" y="2866"/>
                  </a:lnTo>
                  <a:lnTo>
                    <a:pt x="4300" y="2389"/>
                  </a:lnTo>
                  <a:lnTo>
                    <a:pt x="5255" y="956"/>
                  </a:lnTo>
                  <a:lnTo>
                    <a:pt x="5733" y="0"/>
                  </a:lnTo>
                  <a:lnTo>
                    <a:pt x="6210" y="0"/>
                  </a:lnTo>
                  <a:lnTo>
                    <a:pt x="6688" y="478"/>
                  </a:lnTo>
                  <a:lnTo>
                    <a:pt x="6688" y="2866"/>
                  </a:lnTo>
                  <a:lnTo>
                    <a:pt x="6688" y="4777"/>
                  </a:lnTo>
                  <a:lnTo>
                    <a:pt x="5733" y="10988"/>
                  </a:lnTo>
                  <a:lnTo>
                    <a:pt x="4777" y="11943"/>
                  </a:lnTo>
                  <a:lnTo>
                    <a:pt x="4300" y="12899"/>
                  </a:lnTo>
                  <a:lnTo>
                    <a:pt x="4300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3" name="Freeform 5152">
              <a:extLst>
                <a:ext uri="{FF2B5EF4-FFF2-40B4-BE49-F238E27FC236}">
                  <a16:creationId xmlns:a16="http://schemas.microsoft.com/office/drawing/2014/main" id="{C22E2CD0-6E9F-91E6-E547-1EA7D2570B2E}"/>
                </a:ext>
              </a:extLst>
            </p:cNvPr>
            <p:cNvSpPr/>
            <p:nvPr/>
          </p:nvSpPr>
          <p:spPr>
            <a:xfrm>
              <a:off x="6998430" y="4261466"/>
              <a:ext cx="1432" cy="1910"/>
            </a:xfrm>
            <a:custGeom>
              <a:avLst/>
              <a:gdLst>
                <a:gd name="csX0" fmla="*/ 1433 w 1432"/>
                <a:gd name="csY0" fmla="*/ 1433 h 1910"/>
                <a:gd name="csX1" fmla="*/ 478 w 1432"/>
                <a:gd name="csY1" fmla="*/ 1911 h 1910"/>
                <a:gd name="csX2" fmla="*/ 0 w 1432"/>
                <a:gd name="csY2" fmla="*/ 1911 h 1910"/>
                <a:gd name="csX3" fmla="*/ 0 w 1432"/>
                <a:gd name="csY3" fmla="*/ 955 h 1910"/>
                <a:gd name="csX4" fmla="*/ 478 w 1432"/>
                <a:gd name="csY4" fmla="*/ 0 h 1910"/>
                <a:gd name="csX5" fmla="*/ 1433 w 1432"/>
                <a:gd name="csY5" fmla="*/ 0 h 1910"/>
                <a:gd name="csX6" fmla="*/ 1433 w 1432"/>
                <a:gd name="csY6" fmla="*/ 478 h 1910"/>
                <a:gd name="csX7" fmla="*/ 1433 w 1432"/>
                <a:gd name="csY7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2" h="1910">
                  <a:moveTo>
                    <a:pt x="1433" y="1433"/>
                  </a:moveTo>
                  <a:lnTo>
                    <a:pt x="478" y="1911"/>
                  </a:lnTo>
                  <a:lnTo>
                    <a:pt x="0" y="1911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433" y="478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4" name="Freeform 5153">
              <a:extLst>
                <a:ext uri="{FF2B5EF4-FFF2-40B4-BE49-F238E27FC236}">
                  <a16:creationId xmlns:a16="http://schemas.microsoft.com/office/drawing/2014/main" id="{126B2020-28C1-48AE-DC3A-9DA6A3FB3887}"/>
                </a:ext>
              </a:extLst>
            </p:cNvPr>
            <p:cNvSpPr/>
            <p:nvPr/>
          </p:nvSpPr>
          <p:spPr>
            <a:xfrm>
              <a:off x="6936325" y="4268154"/>
              <a:ext cx="134241" cy="160994"/>
            </a:xfrm>
            <a:custGeom>
              <a:avLst/>
              <a:gdLst>
                <a:gd name="csX0" fmla="*/ 50162 w 134241"/>
                <a:gd name="csY0" fmla="*/ 60194 h 160994"/>
                <a:gd name="csX1" fmla="*/ 50639 w 134241"/>
                <a:gd name="csY1" fmla="*/ 58761 h 160994"/>
                <a:gd name="csX2" fmla="*/ 49684 w 134241"/>
                <a:gd name="csY2" fmla="*/ 56850 h 160994"/>
                <a:gd name="csX3" fmla="*/ 47773 w 134241"/>
                <a:gd name="csY3" fmla="*/ 53983 h 160994"/>
                <a:gd name="csX4" fmla="*/ 46340 w 134241"/>
                <a:gd name="csY4" fmla="*/ 51595 h 160994"/>
                <a:gd name="csX5" fmla="*/ 44428 w 134241"/>
                <a:gd name="csY5" fmla="*/ 48728 h 160994"/>
                <a:gd name="csX6" fmla="*/ 43473 w 134241"/>
                <a:gd name="csY6" fmla="*/ 46817 h 160994"/>
                <a:gd name="csX7" fmla="*/ 42040 w 134241"/>
                <a:gd name="csY7" fmla="*/ 44907 h 160994"/>
                <a:gd name="csX8" fmla="*/ 42040 w 134241"/>
                <a:gd name="csY8" fmla="*/ 44907 h 160994"/>
                <a:gd name="csX9" fmla="*/ 42040 w 134241"/>
                <a:gd name="csY9" fmla="*/ 44907 h 160994"/>
                <a:gd name="csX10" fmla="*/ 42040 w 134241"/>
                <a:gd name="csY10" fmla="*/ 42040 h 160994"/>
                <a:gd name="csX11" fmla="*/ 42040 w 134241"/>
                <a:gd name="csY11" fmla="*/ 40607 h 160994"/>
                <a:gd name="csX12" fmla="*/ 42040 w 134241"/>
                <a:gd name="csY12" fmla="*/ 38218 h 160994"/>
                <a:gd name="csX13" fmla="*/ 43473 w 134241"/>
                <a:gd name="csY13" fmla="*/ 35352 h 160994"/>
                <a:gd name="csX14" fmla="*/ 45384 w 134241"/>
                <a:gd name="csY14" fmla="*/ 31530 h 160994"/>
                <a:gd name="csX15" fmla="*/ 46340 w 134241"/>
                <a:gd name="csY15" fmla="*/ 28664 h 160994"/>
                <a:gd name="csX16" fmla="*/ 47295 w 134241"/>
                <a:gd name="csY16" fmla="*/ 26753 h 160994"/>
                <a:gd name="csX17" fmla="*/ 47773 w 134241"/>
                <a:gd name="csY17" fmla="*/ 25320 h 160994"/>
                <a:gd name="csX18" fmla="*/ 48251 w 134241"/>
                <a:gd name="csY18" fmla="*/ 24842 h 160994"/>
                <a:gd name="csX19" fmla="*/ 48251 w 134241"/>
                <a:gd name="csY19" fmla="*/ 24364 h 160994"/>
                <a:gd name="csX20" fmla="*/ 48728 w 134241"/>
                <a:gd name="csY20" fmla="*/ 22931 h 160994"/>
                <a:gd name="csX21" fmla="*/ 48251 w 134241"/>
                <a:gd name="csY21" fmla="*/ 21498 h 160994"/>
                <a:gd name="csX22" fmla="*/ 47773 w 134241"/>
                <a:gd name="csY22" fmla="*/ 21020 h 160994"/>
                <a:gd name="csX23" fmla="*/ 47295 w 134241"/>
                <a:gd name="csY23" fmla="*/ 20542 h 160994"/>
                <a:gd name="csX24" fmla="*/ 49206 w 134241"/>
                <a:gd name="csY24" fmla="*/ 19587 h 160994"/>
                <a:gd name="csX25" fmla="*/ 51594 w 134241"/>
                <a:gd name="csY25" fmla="*/ 19109 h 160994"/>
                <a:gd name="csX26" fmla="*/ 52073 w 134241"/>
                <a:gd name="csY26" fmla="*/ 18632 h 160994"/>
                <a:gd name="csX27" fmla="*/ 53505 w 134241"/>
                <a:gd name="csY27" fmla="*/ 19109 h 160994"/>
                <a:gd name="csX28" fmla="*/ 55894 w 134241"/>
                <a:gd name="csY28" fmla="*/ 18632 h 160994"/>
                <a:gd name="csX29" fmla="*/ 57805 w 134241"/>
                <a:gd name="csY29" fmla="*/ 18154 h 160994"/>
                <a:gd name="csX30" fmla="*/ 57805 w 134241"/>
                <a:gd name="csY30" fmla="*/ 17676 h 160994"/>
                <a:gd name="csX31" fmla="*/ 57328 w 134241"/>
                <a:gd name="csY31" fmla="*/ 16243 h 160994"/>
                <a:gd name="csX32" fmla="*/ 56372 w 134241"/>
                <a:gd name="csY32" fmla="*/ 14810 h 160994"/>
                <a:gd name="csX33" fmla="*/ 56372 w 134241"/>
                <a:gd name="csY33" fmla="*/ 14810 h 160994"/>
                <a:gd name="csX34" fmla="*/ 53983 w 134241"/>
                <a:gd name="csY34" fmla="*/ 14810 h 160994"/>
                <a:gd name="csX35" fmla="*/ 53028 w 134241"/>
                <a:gd name="csY35" fmla="*/ 14332 h 160994"/>
                <a:gd name="csX36" fmla="*/ 53983 w 134241"/>
                <a:gd name="csY36" fmla="*/ 12421 h 160994"/>
                <a:gd name="csX37" fmla="*/ 53983 w 134241"/>
                <a:gd name="csY37" fmla="*/ 11466 h 160994"/>
                <a:gd name="csX38" fmla="*/ 53983 w 134241"/>
                <a:gd name="csY38" fmla="*/ 10988 h 160994"/>
                <a:gd name="csX39" fmla="*/ 53505 w 134241"/>
                <a:gd name="csY39" fmla="*/ 9555 h 160994"/>
                <a:gd name="csX40" fmla="*/ 53505 w 134241"/>
                <a:gd name="csY40" fmla="*/ 7644 h 160994"/>
                <a:gd name="csX41" fmla="*/ 53505 w 134241"/>
                <a:gd name="csY41" fmla="*/ 7644 h 160994"/>
                <a:gd name="csX42" fmla="*/ 53983 w 134241"/>
                <a:gd name="csY42" fmla="*/ 6688 h 160994"/>
                <a:gd name="csX43" fmla="*/ 53983 w 134241"/>
                <a:gd name="csY43" fmla="*/ 5733 h 160994"/>
                <a:gd name="csX44" fmla="*/ 53983 w 134241"/>
                <a:gd name="csY44" fmla="*/ 3822 h 160994"/>
                <a:gd name="csX45" fmla="*/ 53983 w 134241"/>
                <a:gd name="csY45" fmla="*/ 1911 h 160994"/>
                <a:gd name="csX46" fmla="*/ 54461 w 134241"/>
                <a:gd name="csY46" fmla="*/ 956 h 160994"/>
                <a:gd name="csX47" fmla="*/ 55416 w 134241"/>
                <a:gd name="csY47" fmla="*/ 478 h 160994"/>
                <a:gd name="csX48" fmla="*/ 56372 w 134241"/>
                <a:gd name="csY48" fmla="*/ 0 h 160994"/>
                <a:gd name="csX49" fmla="*/ 57328 w 134241"/>
                <a:gd name="csY49" fmla="*/ 0 h 160994"/>
                <a:gd name="csX50" fmla="*/ 57805 w 134241"/>
                <a:gd name="csY50" fmla="*/ 478 h 160994"/>
                <a:gd name="csX51" fmla="*/ 58283 w 134241"/>
                <a:gd name="csY51" fmla="*/ 1433 h 160994"/>
                <a:gd name="csX52" fmla="*/ 58283 w 134241"/>
                <a:gd name="csY52" fmla="*/ 1433 h 160994"/>
                <a:gd name="csX53" fmla="*/ 58283 w 134241"/>
                <a:gd name="csY53" fmla="*/ 1911 h 160994"/>
                <a:gd name="csX54" fmla="*/ 57805 w 134241"/>
                <a:gd name="csY54" fmla="*/ 1911 h 160994"/>
                <a:gd name="csX55" fmla="*/ 57805 w 134241"/>
                <a:gd name="csY55" fmla="*/ 1911 h 160994"/>
                <a:gd name="csX56" fmla="*/ 57328 w 134241"/>
                <a:gd name="csY56" fmla="*/ 2389 h 160994"/>
                <a:gd name="csX57" fmla="*/ 58283 w 134241"/>
                <a:gd name="csY57" fmla="*/ 3344 h 160994"/>
                <a:gd name="csX58" fmla="*/ 59239 w 134241"/>
                <a:gd name="csY58" fmla="*/ 4777 h 160994"/>
                <a:gd name="csX59" fmla="*/ 60194 w 134241"/>
                <a:gd name="csY59" fmla="*/ 4300 h 160994"/>
                <a:gd name="csX60" fmla="*/ 61149 w 134241"/>
                <a:gd name="csY60" fmla="*/ 3344 h 160994"/>
                <a:gd name="csX61" fmla="*/ 62105 w 134241"/>
                <a:gd name="csY61" fmla="*/ 2867 h 160994"/>
                <a:gd name="csX62" fmla="*/ 63060 w 134241"/>
                <a:gd name="csY62" fmla="*/ 1911 h 160994"/>
                <a:gd name="csX63" fmla="*/ 64016 w 134241"/>
                <a:gd name="csY63" fmla="*/ 956 h 160994"/>
                <a:gd name="csX64" fmla="*/ 64971 w 134241"/>
                <a:gd name="csY64" fmla="*/ 0 h 160994"/>
                <a:gd name="csX65" fmla="*/ 65449 w 134241"/>
                <a:gd name="csY65" fmla="*/ 0 h 160994"/>
                <a:gd name="csX66" fmla="*/ 65449 w 134241"/>
                <a:gd name="csY66" fmla="*/ 0 h 160994"/>
                <a:gd name="csX67" fmla="*/ 67837 w 134241"/>
                <a:gd name="csY67" fmla="*/ 5255 h 160994"/>
                <a:gd name="csX68" fmla="*/ 70704 w 134241"/>
                <a:gd name="csY68" fmla="*/ 10032 h 160994"/>
                <a:gd name="csX69" fmla="*/ 73570 w 134241"/>
                <a:gd name="csY69" fmla="*/ 12421 h 160994"/>
                <a:gd name="csX70" fmla="*/ 75959 w 134241"/>
                <a:gd name="csY70" fmla="*/ 16243 h 160994"/>
                <a:gd name="csX71" fmla="*/ 80258 w 134241"/>
                <a:gd name="csY71" fmla="*/ 19587 h 160994"/>
                <a:gd name="csX72" fmla="*/ 82169 w 134241"/>
                <a:gd name="csY72" fmla="*/ 21020 h 160994"/>
                <a:gd name="csX73" fmla="*/ 89813 w 134241"/>
                <a:gd name="csY73" fmla="*/ 22931 h 160994"/>
                <a:gd name="csX74" fmla="*/ 94112 w 134241"/>
                <a:gd name="csY74" fmla="*/ 23886 h 160994"/>
                <a:gd name="csX75" fmla="*/ 99846 w 134241"/>
                <a:gd name="csY75" fmla="*/ 24842 h 160994"/>
                <a:gd name="csX76" fmla="*/ 104145 w 134241"/>
                <a:gd name="csY76" fmla="*/ 26753 h 160994"/>
                <a:gd name="csX77" fmla="*/ 105578 w 134241"/>
                <a:gd name="csY77" fmla="*/ 26753 h 160994"/>
                <a:gd name="csX78" fmla="*/ 107489 w 134241"/>
                <a:gd name="csY78" fmla="*/ 26275 h 160994"/>
                <a:gd name="csX79" fmla="*/ 108922 w 134241"/>
                <a:gd name="csY79" fmla="*/ 26275 h 160994"/>
                <a:gd name="csX80" fmla="*/ 113222 w 134241"/>
                <a:gd name="csY80" fmla="*/ 28664 h 160994"/>
                <a:gd name="csX81" fmla="*/ 114177 w 134241"/>
                <a:gd name="csY81" fmla="*/ 31052 h 160994"/>
                <a:gd name="csX82" fmla="*/ 115610 w 134241"/>
                <a:gd name="csY82" fmla="*/ 32486 h 160994"/>
                <a:gd name="csX83" fmla="*/ 117044 w 134241"/>
                <a:gd name="csY83" fmla="*/ 34397 h 160994"/>
                <a:gd name="csX84" fmla="*/ 117999 w 134241"/>
                <a:gd name="csY84" fmla="*/ 36308 h 160994"/>
                <a:gd name="csX85" fmla="*/ 121343 w 134241"/>
                <a:gd name="csY85" fmla="*/ 39651 h 160994"/>
                <a:gd name="csX86" fmla="*/ 123732 w 134241"/>
                <a:gd name="csY86" fmla="*/ 42996 h 160994"/>
                <a:gd name="csX87" fmla="*/ 126121 w 134241"/>
                <a:gd name="csY87" fmla="*/ 45862 h 160994"/>
                <a:gd name="csX88" fmla="*/ 128031 w 134241"/>
                <a:gd name="csY88" fmla="*/ 47295 h 160994"/>
                <a:gd name="csX89" fmla="*/ 131376 w 134241"/>
                <a:gd name="csY89" fmla="*/ 47773 h 160994"/>
                <a:gd name="csX90" fmla="*/ 133764 w 134241"/>
                <a:gd name="csY90" fmla="*/ 48728 h 160994"/>
                <a:gd name="csX91" fmla="*/ 134242 w 134241"/>
                <a:gd name="csY91" fmla="*/ 50162 h 160994"/>
                <a:gd name="csX92" fmla="*/ 133764 w 134241"/>
                <a:gd name="csY92" fmla="*/ 52550 h 160994"/>
                <a:gd name="csX93" fmla="*/ 133287 w 134241"/>
                <a:gd name="csY93" fmla="*/ 54461 h 160994"/>
                <a:gd name="csX94" fmla="*/ 130898 w 134241"/>
                <a:gd name="csY94" fmla="*/ 57328 h 160994"/>
                <a:gd name="csX95" fmla="*/ 130420 w 134241"/>
                <a:gd name="csY95" fmla="*/ 59239 h 160994"/>
                <a:gd name="csX96" fmla="*/ 127554 w 134241"/>
                <a:gd name="csY96" fmla="*/ 62583 h 160994"/>
                <a:gd name="csX97" fmla="*/ 124687 w 134241"/>
                <a:gd name="csY97" fmla="*/ 68315 h 160994"/>
                <a:gd name="csX98" fmla="*/ 123732 w 134241"/>
                <a:gd name="csY98" fmla="*/ 69749 h 160994"/>
                <a:gd name="csX99" fmla="*/ 118955 w 134241"/>
                <a:gd name="csY99" fmla="*/ 72137 h 160994"/>
                <a:gd name="csX100" fmla="*/ 115610 w 134241"/>
                <a:gd name="csY100" fmla="*/ 75959 h 160994"/>
                <a:gd name="csX101" fmla="*/ 111311 w 134241"/>
                <a:gd name="csY101" fmla="*/ 81692 h 160994"/>
                <a:gd name="csX102" fmla="*/ 108444 w 134241"/>
                <a:gd name="csY102" fmla="*/ 87424 h 160994"/>
                <a:gd name="csX103" fmla="*/ 107012 w 134241"/>
                <a:gd name="csY103" fmla="*/ 89335 h 160994"/>
                <a:gd name="csX104" fmla="*/ 104623 w 134241"/>
                <a:gd name="csY104" fmla="*/ 89813 h 160994"/>
                <a:gd name="csX105" fmla="*/ 102712 w 134241"/>
                <a:gd name="csY105" fmla="*/ 89813 h 160994"/>
                <a:gd name="csX106" fmla="*/ 101756 w 134241"/>
                <a:gd name="csY106" fmla="*/ 89335 h 160994"/>
                <a:gd name="csX107" fmla="*/ 102234 w 134241"/>
                <a:gd name="csY107" fmla="*/ 87424 h 160994"/>
                <a:gd name="csX108" fmla="*/ 102712 w 134241"/>
                <a:gd name="csY108" fmla="*/ 85514 h 160994"/>
                <a:gd name="csX109" fmla="*/ 100801 w 134241"/>
                <a:gd name="csY109" fmla="*/ 85991 h 160994"/>
                <a:gd name="csX110" fmla="*/ 99846 w 134241"/>
                <a:gd name="csY110" fmla="*/ 86469 h 160994"/>
                <a:gd name="csX111" fmla="*/ 96501 w 134241"/>
                <a:gd name="csY111" fmla="*/ 90769 h 160994"/>
                <a:gd name="csX112" fmla="*/ 95068 w 134241"/>
                <a:gd name="csY112" fmla="*/ 92680 h 160994"/>
                <a:gd name="csX113" fmla="*/ 94590 w 134241"/>
                <a:gd name="csY113" fmla="*/ 95068 h 160994"/>
                <a:gd name="csX114" fmla="*/ 93635 w 134241"/>
                <a:gd name="csY114" fmla="*/ 97935 h 160994"/>
                <a:gd name="csX115" fmla="*/ 92680 w 134241"/>
                <a:gd name="csY115" fmla="*/ 100801 h 160994"/>
                <a:gd name="csX116" fmla="*/ 92201 w 134241"/>
                <a:gd name="csY116" fmla="*/ 103667 h 160994"/>
                <a:gd name="csX117" fmla="*/ 92201 w 134241"/>
                <a:gd name="csY117" fmla="*/ 104623 h 160994"/>
                <a:gd name="csX118" fmla="*/ 92680 w 134241"/>
                <a:gd name="csY118" fmla="*/ 107967 h 160994"/>
                <a:gd name="csX119" fmla="*/ 93157 w 134241"/>
                <a:gd name="csY119" fmla="*/ 111789 h 160994"/>
                <a:gd name="csX120" fmla="*/ 93635 w 134241"/>
                <a:gd name="csY120" fmla="*/ 113700 h 160994"/>
                <a:gd name="csX121" fmla="*/ 94112 w 134241"/>
                <a:gd name="csY121" fmla="*/ 116088 h 160994"/>
                <a:gd name="csX122" fmla="*/ 92680 w 134241"/>
                <a:gd name="csY122" fmla="*/ 117044 h 160994"/>
                <a:gd name="csX123" fmla="*/ 91246 w 134241"/>
                <a:gd name="csY123" fmla="*/ 117522 h 160994"/>
                <a:gd name="csX124" fmla="*/ 86469 w 134241"/>
                <a:gd name="csY124" fmla="*/ 117522 h 160994"/>
                <a:gd name="csX125" fmla="*/ 81214 w 134241"/>
                <a:gd name="csY125" fmla="*/ 118477 h 160994"/>
                <a:gd name="csX126" fmla="*/ 76914 w 134241"/>
                <a:gd name="csY126" fmla="*/ 119910 h 160994"/>
                <a:gd name="csX127" fmla="*/ 74526 w 134241"/>
                <a:gd name="csY127" fmla="*/ 121343 h 160994"/>
                <a:gd name="csX128" fmla="*/ 71182 w 134241"/>
                <a:gd name="csY128" fmla="*/ 124210 h 160994"/>
                <a:gd name="csX129" fmla="*/ 68793 w 134241"/>
                <a:gd name="csY129" fmla="*/ 132331 h 160994"/>
                <a:gd name="csX130" fmla="*/ 65449 w 134241"/>
                <a:gd name="csY130" fmla="*/ 135675 h 160994"/>
                <a:gd name="csX131" fmla="*/ 63538 w 134241"/>
                <a:gd name="csY131" fmla="*/ 136631 h 160994"/>
                <a:gd name="csX132" fmla="*/ 57805 w 134241"/>
                <a:gd name="csY132" fmla="*/ 136631 h 160994"/>
                <a:gd name="csX133" fmla="*/ 50162 w 134241"/>
                <a:gd name="csY133" fmla="*/ 137586 h 160994"/>
                <a:gd name="csX134" fmla="*/ 47773 w 134241"/>
                <a:gd name="csY134" fmla="*/ 138542 h 160994"/>
                <a:gd name="csX135" fmla="*/ 43473 w 134241"/>
                <a:gd name="csY135" fmla="*/ 143319 h 160994"/>
                <a:gd name="csX136" fmla="*/ 42996 w 134241"/>
                <a:gd name="csY136" fmla="*/ 144752 h 160994"/>
                <a:gd name="csX137" fmla="*/ 43951 w 134241"/>
                <a:gd name="csY137" fmla="*/ 146185 h 160994"/>
                <a:gd name="csX138" fmla="*/ 43951 w 134241"/>
                <a:gd name="csY138" fmla="*/ 147141 h 160994"/>
                <a:gd name="csX139" fmla="*/ 43473 w 134241"/>
                <a:gd name="csY139" fmla="*/ 148574 h 160994"/>
                <a:gd name="csX140" fmla="*/ 41562 w 134241"/>
                <a:gd name="csY140" fmla="*/ 151440 h 160994"/>
                <a:gd name="csX141" fmla="*/ 39651 w 134241"/>
                <a:gd name="csY141" fmla="*/ 153829 h 160994"/>
                <a:gd name="csX142" fmla="*/ 33441 w 134241"/>
                <a:gd name="csY142" fmla="*/ 155262 h 160994"/>
                <a:gd name="csX143" fmla="*/ 31530 w 134241"/>
                <a:gd name="csY143" fmla="*/ 154307 h 160994"/>
                <a:gd name="csX144" fmla="*/ 29619 w 134241"/>
                <a:gd name="csY144" fmla="*/ 153829 h 160994"/>
                <a:gd name="csX145" fmla="*/ 25798 w 134241"/>
                <a:gd name="csY145" fmla="*/ 153829 h 160994"/>
                <a:gd name="csX146" fmla="*/ 19587 w 134241"/>
                <a:gd name="csY146" fmla="*/ 154307 h 160994"/>
                <a:gd name="csX147" fmla="*/ 17198 w 134241"/>
                <a:gd name="csY147" fmla="*/ 156218 h 160994"/>
                <a:gd name="csX148" fmla="*/ 13854 w 134241"/>
                <a:gd name="csY148" fmla="*/ 157173 h 160994"/>
                <a:gd name="csX149" fmla="*/ 10510 w 134241"/>
                <a:gd name="csY149" fmla="*/ 159084 h 160994"/>
                <a:gd name="csX150" fmla="*/ 4300 w 134241"/>
                <a:gd name="csY150" fmla="*/ 159562 h 160994"/>
                <a:gd name="csX151" fmla="*/ 0 w 134241"/>
                <a:gd name="csY151" fmla="*/ 160995 h 160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</a:cxnLst>
              <a:rect l="l" t="t" r="r" b="b"/>
              <a:pathLst>
                <a:path w="134241" h="160994">
                  <a:moveTo>
                    <a:pt x="50162" y="60194"/>
                  </a:moveTo>
                  <a:lnTo>
                    <a:pt x="50639" y="58761"/>
                  </a:lnTo>
                  <a:lnTo>
                    <a:pt x="49684" y="56850"/>
                  </a:lnTo>
                  <a:lnTo>
                    <a:pt x="47773" y="53983"/>
                  </a:lnTo>
                  <a:lnTo>
                    <a:pt x="46340" y="51595"/>
                  </a:lnTo>
                  <a:lnTo>
                    <a:pt x="44428" y="48728"/>
                  </a:lnTo>
                  <a:lnTo>
                    <a:pt x="43473" y="46817"/>
                  </a:lnTo>
                  <a:lnTo>
                    <a:pt x="42040" y="44907"/>
                  </a:lnTo>
                  <a:lnTo>
                    <a:pt x="42040" y="44907"/>
                  </a:lnTo>
                  <a:lnTo>
                    <a:pt x="42040" y="44907"/>
                  </a:lnTo>
                  <a:lnTo>
                    <a:pt x="42040" y="42040"/>
                  </a:lnTo>
                  <a:lnTo>
                    <a:pt x="42040" y="40607"/>
                  </a:lnTo>
                  <a:lnTo>
                    <a:pt x="42040" y="38218"/>
                  </a:lnTo>
                  <a:lnTo>
                    <a:pt x="43473" y="35352"/>
                  </a:lnTo>
                  <a:lnTo>
                    <a:pt x="45384" y="31530"/>
                  </a:lnTo>
                  <a:lnTo>
                    <a:pt x="46340" y="28664"/>
                  </a:lnTo>
                  <a:lnTo>
                    <a:pt x="47295" y="26753"/>
                  </a:lnTo>
                  <a:lnTo>
                    <a:pt x="47773" y="25320"/>
                  </a:lnTo>
                  <a:lnTo>
                    <a:pt x="48251" y="24842"/>
                  </a:lnTo>
                  <a:lnTo>
                    <a:pt x="48251" y="24364"/>
                  </a:lnTo>
                  <a:lnTo>
                    <a:pt x="48728" y="22931"/>
                  </a:lnTo>
                  <a:lnTo>
                    <a:pt x="48251" y="21498"/>
                  </a:lnTo>
                  <a:lnTo>
                    <a:pt x="47773" y="21020"/>
                  </a:lnTo>
                  <a:lnTo>
                    <a:pt x="47295" y="20542"/>
                  </a:lnTo>
                  <a:lnTo>
                    <a:pt x="49206" y="19587"/>
                  </a:lnTo>
                  <a:lnTo>
                    <a:pt x="51594" y="19109"/>
                  </a:lnTo>
                  <a:lnTo>
                    <a:pt x="52073" y="18632"/>
                  </a:lnTo>
                  <a:lnTo>
                    <a:pt x="53505" y="19109"/>
                  </a:lnTo>
                  <a:lnTo>
                    <a:pt x="55894" y="18632"/>
                  </a:lnTo>
                  <a:lnTo>
                    <a:pt x="57805" y="18154"/>
                  </a:lnTo>
                  <a:lnTo>
                    <a:pt x="57805" y="17676"/>
                  </a:lnTo>
                  <a:lnTo>
                    <a:pt x="57328" y="16243"/>
                  </a:lnTo>
                  <a:lnTo>
                    <a:pt x="56372" y="14810"/>
                  </a:lnTo>
                  <a:lnTo>
                    <a:pt x="56372" y="14810"/>
                  </a:lnTo>
                  <a:lnTo>
                    <a:pt x="53983" y="14810"/>
                  </a:lnTo>
                  <a:lnTo>
                    <a:pt x="53028" y="14332"/>
                  </a:lnTo>
                  <a:lnTo>
                    <a:pt x="53983" y="12421"/>
                  </a:lnTo>
                  <a:lnTo>
                    <a:pt x="53983" y="11466"/>
                  </a:lnTo>
                  <a:lnTo>
                    <a:pt x="53983" y="10988"/>
                  </a:lnTo>
                  <a:lnTo>
                    <a:pt x="53505" y="9555"/>
                  </a:lnTo>
                  <a:lnTo>
                    <a:pt x="53505" y="7644"/>
                  </a:lnTo>
                  <a:lnTo>
                    <a:pt x="53505" y="7644"/>
                  </a:lnTo>
                  <a:lnTo>
                    <a:pt x="53983" y="6688"/>
                  </a:lnTo>
                  <a:lnTo>
                    <a:pt x="53983" y="5733"/>
                  </a:lnTo>
                  <a:lnTo>
                    <a:pt x="53983" y="3822"/>
                  </a:lnTo>
                  <a:lnTo>
                    <a:pt x="53983" y="1911"/>
                  </a:lnTo>
                  <a:lnTo>
                    <a:pt x="54461" y="956"/>
                  </a:lnTo>
                  <a:lnTo>
                    <a:pt x="55416" y="478"/>
                  </a:lnTo>
                  <a:lnTo>
                    <a:pt x="56372" y="0"/>
                  </a:lnTo>
                  <a:lnTo>
                    <a:pt x="57328" y="0"/>
                  </a:lnTo>
                  <a:lnTo>
                    <a:pt x="57805" y="478"/>
                  </a:lnTo>
                  <a:lnTo>
                    <a:pt x="58283" y="1433"/>
                  </a:lnTo>
                  <a:lnTo>
                    <a:pt x="58283" y="1433"/>
                  </a:lnTo>
                  <a:lnTo>
                    <a:pt x="58283" y="1911"/>
                  </a:lnTo>
                  <a:lnTo>
                    <a:pt x="57805" y="1911"/>
                  </a:lnTo>
                  <a:lnTo>
                    <a:pt x="57805" y="1911"/>
                  </a:lnTo>
                  <a:lnTo>
                    <a:pt x="57328" y="2389"/>
                  </a:lnTo>
                  <a:lnTo>
                    <a:pt x="58283" y="3344"/>
                  </a:lnTo>
                  <a:lnTo>
                    <a:pt x="59239" y="4777"/>
                  </a:lnTo>
                  <a:lnTo>
                    <a:pt x="60194" y="4300"/>
                  </a:lnTo>
                  <a:lnTo>
                    <a:pt x="61149" y="3344"/>
                  </a:lnTo>
                  <a:lnTo>
                    <a:pt x="62105" y="2867"/>
                  </a:lnTo>
                  <a:lnTo>
                    <a:pt x="63060" y="1911"/>
                  </a:lnTo>
                  <a:lnTo>
                    <a:pt x="64016" y="956"/>
                  </a:lnTo>
                  <a:lnTo>
                    <a:pt x="64971" y="0"/>
                  </a:lnTo>
                  <a:lnTo>
                    <a:pt x="65449" y="0"/>
                  </a:lnTo>
                  <a:lnTo>
                    <a:pt x="65449" y="0"/>
                  </a:lnTo>
                  <a:lnTo>
                    <a:pt x="67837" y="5255"/>
                  </a:lnTo>
                  <a:lnTo>
                    <a:pt x="70704" y="10032"/>
                  </a:lnTo>
                  <a:lnTo>
                    <a:pt x="73570" y="12421"/>
                  </a:lnTo>
                  <a:lnTo>
                    <a:pt x="75959" y="16243"/>
                  </a:lnTo>
                  <a:lnTo>
                    <a:pt x="80258" y="19587"/>
                  </a:lnTo>
                  <a:lnTo>
                    <a:pt x="82169" y="21020"/>
                  </a:lnTo>
                  <a:lnTo>
                    <a:pt x="89813" y="22931"/>
                  </a:lnTo>
                  <a:lnTo>
                    <a:pt x="94112" y="23886"/>
                  </a:lnTo>
                  <a:lnTo>
                    <a:pt x="99846" y="24842"/>
                  </a:lnTo>
                  <a:lnTo>
                    <a:pt x="104145" y="26753"/>
                  </a:lnTo>
                  <a:lnTo>
                    <a:pt x="105578" y="26753"/>
                  </a:lnTo>
                  <a:lnTo>
                    <a:pt x="107489" y="26275"/>
                  </a:lnTo>
                  <a:lnTo>
                    <a:pt x="108922" y="26275"/>
                  </a:lnTo>
                  <a:lnTo>
                    <a:pt x="113222" y="28664"/>
                  </a:lnTo>
                  <a:lnTo>
                    <a:pt x="114177" y="31052"/>
                  </a:lnTo>
                  <a:lnTo>
                    <a:pt x="115610" y="32486"/>
                  </a:lnTo>
                  <a:lnTo>
                    <a:pt x="117044" y="34397"/>
                  </a:lnTo>
                  <a:lnTo>
                    <a:pt x="117999" y="36308"/>
                  </a:lnTo>
                  <a:lnTo>
                    <a:pt x="121343" y="39651"/>
                  </a:lnTo>
                  <a:lnTo>
                    <a:pt x="123732" y="42996"/>
                  </a:lnTo>
                  <a:lnTo>
                    <a:pt x="126121" y="45862"/>
                  </a:lnTo>
                  <a:lnTo>
                    <a:pt x="128031" y="47295"/>
                  </a:lnTo>
                  <a:lnTo>
                    <a:pt x="131376" y="47773"/>
                  </a:lnTo>
                  <a:lnTo>
                    <a:pt x="133764" y="48728"/>
                  </a:lnTo>
                  <a:lnTo>
                    <a:pt x="134242" y="50162"/>
                  </a:lnTo>
                  <a:lnTo>
                    <a:pt x="133764" y="52550"/>
                  </a:lnTo>
                  <a:lnTo>
                    <a:pt x="133287" y="54461"/>
                  </a:lnTo>
                  <a:lnTo>
                    <a:pt x="130898" y="57328"/>
                  </a:lnTo>
                  <a:lnTo>
                    <a:pt x="130420" y="59239"/>
                  </a:lnTo>
                  <a:lnTo>
                    <a:pt x="127554" y="62583"/>
                  </a:lnTo>
                  <a:lnTo>
                    <a:pt x="124687" y="68315"/>
                  </a:lnTo>
                  <a:lnTo>
                    <a:pt x="123732" y="69749"/>
                  </a:lnTo>
                  <a:lnTo>
                    <a:pt x="118955" y="72137"/>
                  </a:lnTo>
                  <a:lnTo>
                    <a:pt x="115610" y="75959"/>
                  </a:lnTo>
                  <a:lnTo>
                    <a:pt x="111311" y="81692"/>
                  </a:lnTo>
                  <a:lnTo>
                    <a:pt x="108444" y="87424"/>
                  </a:lnTo>
                  <a:lnTo>
                    <a:pt x="107012" y="89335"/>
                  </a:lnTo>
                  <a:lnTo>
                    <a:pt x="104623" y="89813"/>
                  </a:lnTo>
                  <a:lnTo>
                    <a:pt x="102712" y="89813"/>
                  </a:lnTo>
                  <a:lnTo>
                    <a:pt x="101756" y="89335"/>
                  </a:lnTo>
                  <a:lnTo>
                    <a:pt x="102234" y="87424"/>
                  </a:lnTo>
                  <a:lnTo>
                    <a:pt x="102712" y="85514"/>
                  </a:lnTo>
                  <a:lnTo>
                    <a:pt x="100801" y="85991"/>
                  </a:lnTo>
                  <a:lnTo>
                    <a:pt x="99846" y="86469"/>
                  </a:lnTo>
                  <a:lnTo>
                    <a:pt x="96501" y="90769"/>
                  </a:lnTo>
                  <a:lnTo>
                    <a:pt x="95068" y="92680"/>
                  </a:lnTo>
                  <a:lnTo>
                    <a:pt x="94590" y="95068"/>
                  </a:lnTo>
                  <a:lnTo>
                    <a:pt x="93635" y="97935"/>
                  </a:lnTo>
                  <a:lnTo>
                    <a:pt x="92680" y="100801"/>
                  </a:lnTo>
                  <a:lnTo>
                    <a:pt x="92201" y="103667"/>
                  </a:lnTo>
                  <a:lnTo>
                    <a:pt x="92201" y="104623"/>
                  </a:lnTo>
                  <a:lnTo>
                    <a:pt x="92680" y="107967"/>
                  </a:lnTo>
                  <a:lnTo>
                    <a:pt x="93157" y="111789"/>
                  </a:lnTo>
                  <a:lnTo>
                    <a:pt x="93635" y="113700"/>
                  </a:lnTo>
                  <a:lnTo>
                    <a:pt x="94112" y="116088"/>
                  </a:lnTo>
                  <a:lnTo>
                    <a:pt x="92680" y="117044"/>
                  </a:lnTo>
                  <a:lnTo>
                    <a:pt x="91246" y="117522"/>
                  </a:lnTo>
                  <a:lnTo>
                    <a:pt x="86469" y="117522"/>
                  </a:lnTo>
                  <a:lnTo>
                    <a:pt x="81214" y="118477"/>
                  </a:lnTo>
                  <a:lnTo>
                    <a:pt x="76914" y="119910"/>
                  </a:lnTo>
                  <a:lnTo>
                    <a:pt x="74526" y="121343"/>
                  </a:lnTo>
                  <a:lnTo>
                    <a:pt x="71182" y="124210"/>
                  </a:lnTo>
                  <a:lnTo>
                    <a:pt x="68793" y="132331"/>
                  </a:lnTo>
                  <a:lnTo>
                    <a:pt x="65449" y="135675"/>
                  </a:lnTo>
                  <a:lnTo>
                    <a:pt x="63538" y="136631"/>
                  </a:lnTo>
                  <a:lnTo>
                    <a:pt x="57805" y="136631"/>
                  </a:lnTo>
                  <a:lnTo>
                    <a:pt x="50162" y="137586"/>
                  </a:lnTo>
                  <a:lnTo>
                    <a:pt x="47773" y="138542"/>
                  </a:lnTo>
                  <a:lnTo>
                    <a:pt x="43473" y="143319"/>
                  </a:lnTo>
                  <a:lnTo>
                    <a:pt x="42996" y="144752"/>
                  </a:lnTo>
                  <a:lnTo>
                    <a:pt x="43951" y="146185"/>
                  </a:lnTo>
                  <a:lnTo>
                    <a:pt x="43951" y="147141"/>
                  </a:lnTo>
                  <a:lnTo>
                    <a:pt x="43473" y="148574"/>
                  </a:lnTo>
                  <a:lnTo>
                    <a:pt x="41562" y="151440"/>
                  </a:lnTo>
                  <a:lnTo>
                    <a:pt x="39651" y="153829"/>
                  </a:lnTo>
                  <a:lnTo>
                    <a:pt x="33441" y="155262"/>
                  </a:lnTo>
                  <a:lnTo>
                    <a:pt x="31530" y="154307"/>
                  </a:lnTo>
                  <a:lnTo>
                    <a:pt x="29619" y="153829"/>
                  </a:lnTo>
                  <a:lnTo>
                    <a:pt x="25798" y="153829"/>
                  </a:lnTo>
                  <a:lnTo>
                    <a:pt x="19587" y="154307"/>
                  </a:lnTo>
                  <a:lnTo>
                    <a:pt x="17198" y="156218"/>
                  </a:lnTo>
                  <a:lnTo>
                    <a:pt x="13854" y="157173"/>
                  </a:lnTo>
                  <a:lnTo>
                    <a:pt x="10510" y="159084"/>
                  </a:lnTo>
                  <a:lnTo>
                    <a:pt x="4300" y="159562"/>
                  </a:lnTo>
                  <a:lnTo>
                    <a:pt x="0" y="16099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5" name="Freeform 5154">
              <a:extLst>
                <a:ext uri="{FF2B5EF4-FFF2-40B4-BE49-F238E27FC236}">
                  <a16:creationId xmlns:a16="http://schemas.microsoft.com/office/drawing/2014/main" id="{FC259C9A-0D5D-53F0-5970-979259A1600E}"/>
                </a:ext>
              </a:extLst>
            </p:cNvPr>
            <p:cNvSpPr/>
            <p:nvPr/>
          </p:nvSpPr>
          <p:spPr>
            <a:xfrm>
              <a:off x="6984576" y="4331215"/>
              <a:ext cx="955" cy="3821"/>
            </a:xfrm>
            <a:custGeom>
              <a:avLst/>
              <a:gdLst>
                <a:gd name="csX0" fmla="*/ 0 w 955"/>
                <a:gd name="csY0" fmla="*/ 3822 h 3821"/>
                <a:gd name="csX1" fmla="*/ 478 w 955"/>
                <a:gd name="csY1" fmla="*/ 1911 h 3821"/>
                <a:gd name="csX2" fmla="*/ 955 w 955"/>
                <a:gd name="csY2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3821">
                  <a:moveTo>
                    <a:pt x="0" y="3822"/>
                  </a:moveTo>
                  <a:lnTo>
                    <a:pt x="478" y="1911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6" name="Freeform 5155">
              <a:extLst>
                <a:ext uri="{FF2B5EF4-FFF2-40B4-BE49-F238E27FC236}">
                  <a16:creationId xmlns:a16="http://schemas.microsoft.com/office/drawing/2014/main" id="{483BAFCD-CDF0-1AD6-3C4E-0E9FB22CA83E}"/>
                </a:ext>
              </a:extLst>
            </p:cNvPr>
            <p:cNvSpPr/>
            <p:nvPr/>
          </p:nvSpPr>
          <p:spPr>
            <a:xfrm>
              <a:off x="6981232" y="4337425"/>
              <a:ext cx="2388" cy="6210"/>
            </a:xfrm>
            <a:custGeom>
              <a:avLst/>
              <a:gdLst>
                <a:gd name="csX0" fmla="*/ 0 w 2388"/>
                <a:gd name="csY0" fmla="*/ 6210 h 6210"/>
                <a:gd name="csX1" fmla="*/ 955 w 2388"/>
                <a:gd name="csY1" fmla="*/ 4300 h 6210"/>
                <a:gd name="csX2" fmla="*/ 1433 w 2388"/>
                <a:gd name="csY2" fmla="*/ 1911 h 6210"/>
                <a:gd name="csX3" fmla="*/ 2389 w 2388"/>
                <a:gd name="csY3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6210">
                  <a:moveTo>
                    <a:pt x="0" y="6210"/>
                  </a:moveTo>
                  <a:lnTo>
                    <a:pt x="955" y="4300"/>
                  </a:lnTo>
                  <a:lnTo>
                    <a:pt x="1433" y="1911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7" name="Freeform 5156">
              <a:extLst>
                <a:ext uri="{FF2B5EF4-FFF2-40B4-BE49-F238E27FC236}">
                  <a16:creationId xmlns:a16="http://schemas.microsoft.com/office/drawing/2014/main" id="{2F14C4E0-363B-7109-D396-072FCD67D19B}"/>
                </a:ext>
              </a:extLst>
            </p:cNvPr>
            <p:cNvSpPr/>
            <p:nvPr/>
          </p:nvSpPr>
          <p:spPr>
            <a:xfrm>
              <a:off x="6974066" y="4347935"/>
              <a:ext cx="5732" cy="17676"/>
            </a:xfrm>
            <a:custGeom>
              <a:avLst/>
              <a:gdLst>
                <a:gd name="csX0" fmla="*/ 0 w 5732"/>
                <a:gd name="csY0" fmla="*/ 17676 h 17676"/>
                <a:gd name="csX1" fmla="*/ 955 w 5732"/>
                <a:gd name="csY1" fmla="*/ 15287 h 17676"/>
                <a:gd name="csX2" fmla="*/ 1433 w 5732"/>
                <a:gd name="csY2" fmla="*/ 12899 h 17676"/>
                <a:gd name="csX3" fmla="*/ 2389 w 5732"/>
                <a:gd name="csY3" fmla="*/ 10988 h 17676"/>
                <a:gd name="csX4" fmla="*/ 2866 w 5732"/>
                <a:gd name="csY4" fmla="*/ 8599 h 17676"/>
                <a:gd name="csX5" fmla="*/ 3821 w 5732"/>
                <a:gd name="csY5" fmla="*/ 6688 h 17676"/>
                <a:gd name="csX6" fmla="*/ 4299 w 5732"/>
                <a:gd name="csY6" fmla="*/ 4300 h 17676"/>
                <a:gd name="csX7" fmla="*/ 5255 w 5732"/>
                <a:gd name="csY7" fmla="*/ 2389 h 17676"/>
                <a:gd name="csX8" fmla="*/ 5733 w 5732"/>
                <a:gd name="csY8" fmla="*/ 0 h 1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2" h="17676">
                  <a:moveTo>
                    <a:pt x="0" y="17676"/>
                  </a:moveTo>
                  <a:lnTo>
                    <a:pt x="955" y="15287"/>
                  </a:lnTo>
                  <a:lnTo>
                    <a:pt x="1433" y="12899"/>
                  </a:lnTo>
                  <a:lnTo>
                    <a:pt x="2389" y="10988"/>
                  </a:lnTo>
                  <a:lnTo>
                    <a:pt x="2866" y="8599"/>
                  </a:lnTo>
                  <a:lnTo>
                    <a:pt x="3821" y="6688"/>
                  </a:lnTo>
                  <a:lnTo>
                    <a:pt x="4299" y="4300"/>
                  </a:lnTo>
                  <a:lnTo>
                    <a:pt x="5255" y="2389"/>
                  </a:lnTo>
                  <a:lnTo>
                    <a:pt x="57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8" name="Freeform 5157">
              <a:extLst>
                <a:ext uri="{FF2B5EF4-FFF2-40B4-BE49-F238E27FC236}">
                  <a16:creationId xmlns:a16="http://schemas.microsoft.com/office/drawing/2014/main" id="{62EB3F4E-B7A9-AE7D-60ED-4BBEEA6B4291}"/>
                </a:ext>
              </a:extLst>
            </p:cNvPr>
            <p:cNvSpPr/>
            <p:nvPr/>
          </p:nvSpPr>
          <p:spPr>
            <a:xfrm>
              <a:off x="7046681" y="4352235"/>
              <a:ext cx="6210" cy="9076"/>
            </a:xfrm>
            <a:custGeom>
              <a:avLst/>
              <a:gdLst>
                <a:gd name="csX0" fmla="*/ 1433 w 6210"/>
                <a:gd name="csY0" fmla="*/ 9077 h 9076"/>
                <a:gd name="csX1" fmla="*/ 478 w 6210"/>
                <a:gd name="csY1" fmla="*/ 9077 h 9076"/>
                <a:gd name="csX2" fmla="*/ 0 w 6210"/>
                <a:gd name="csY2" fmla="*/ 9077 h 9076"/>
                <a:gd name="csX3" fmla="*/ 0 w 6210"/>
                <a:gd name="csY3" fmla="*/ 6688 h 9076"/>
                <a:gd name="csX4" fmla="*/ 2866 w 6210"/>
                <a:gd name="csY4" fmla="*/ 3822 h 9076"/>
                <a:gd name="csX5" fmla="*/ 4777 w 6210"/>
                <a:gd name="csY5" fmla="*/ 0 h 9076"/>
                <a:gd name="csX6" fmla="*/ 6211 w 6210"/>
                <a:gd name="csY6" fmla="*/ 3344 h 9076"/>
                <a:gd name="csX7" fmla="*/ 3822 w 6210"/>
                <a:gd name="csY7" fmla="*/ 5255 h 9076"/>
                <a:gd name="csX8" fmla="*/ 2389 w 6210"/>
                <a:gd name="csY8" fmla="*/ 8121 h 9076"/>
                <a:gd name="csX9" fmla="*/ 1433 w 6210"/>
                <a:gd name="csY9" fmla="*/ 9077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210" h="9076">
                  <a:moveTo>
                    <a:pt x="1433" y="9077"/>
                  </a:moveTo>
                  <a:lnTo>
                    <a:pt x="478" y="9077"/>
                  </a:lnTo>
                  <a:lnTo>
                    <a:pt x="0" y="9077"/>
                  </a:lnTo>
                  <a:lnTo>
                    <a:pt x="0" y="6688"/>
                  </a:lnTo>
                  <a:lnTo>
                    <a:pt x="2866" y="3822"/>
                  </a:lnTo>
                  <a:lnTo>
                    <a:pt x="4777" y="0"/>
                  </a:lnTo>
                  <a:lnTo>
                    <a:pt x="6211" y="3344"/>
                  </a:lnTo>
                  <a:lnTo>
                    <a:pt x="3822" y="5255"/>
                  </a:lnTo>
                  <a:lnTo>
                    <a:pt x="2389" y="8121"/>
                  </a:lnTo>
                  <a:lnTo>
                    <a:pt x="1433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9" name="Freeform 5158">
              <a:extLst>
                <a:ext uri="{FF2B5EF4-FFF2-40B4-BE49-F238E27FC236}">
                  <a16:creationId xmlns:a16="http://schemas.microsoft.com/office/drawing/2014/main" id="{3DDF93A0-B5FB-CA5E-C879-6F22CA018586}"/>
                </a:ext>
              </a:extLst>
            </p:cNvPr>
            <p:cNvSpPr/>
            <p:nvPr/>
          </p:nvSpPr>
          <p:spPr>
            <a:xfrm>
              <a:off x="4237154" y="4560525"/>
              <a:ext cx="115610" cy="43473"/>
            </a:xfrm>
            <a:custGeom>
              <a:avLst/>
              <a:gdLst>
                <a:gd name="csX0" fmla="*/ 2866 w 115610"/>
                <a:gd name="csY0" fmla="*/ 27708 h 43473"/>
                <a:gd name="csX1" fmla="*/ 2866 w 115610"/>
                <a:gd name="csY1" fmla="*/ 27708 h 43473"/>
                <a:gd name="csX2" fmla="*/ 2866 w 115610"/>
                <a:gd name="csY2" fmla="*/ 26753 h 43473"/>
                <a:gd name="csX3" fmla="*/ 2866 w 115610"/>
                <a:gd name="csY3" fmla="*/ 26753 h 43473"/>
                <a:gd name="csX4" fmla="*/ 2866 w 115610"/>
                <a:gd name="csY4" fmla="*/ 26275 h 43473"/>
                <a:gd name="csX5" fmla="*/ 2389 w 115610"/>
                <a:gd name="csY5" fmla="*/ 25320 h 43473"/>
                <a:gd name="csX6" fmla="*/ 1911 w 115610"/>
                <a:gd name="csY6" fmla="*/ 24842 h 43473"/>
                <a:gd name="csX7" fmla="*/ 1433 w 115610"/>
                <a:gd name="csY7" fmla="*/ 24364 h 43473"/>
                <a:gd name="csX8" fmla="*/ 0 w 115610"/>
                <a:gd name="csY8" fmla="*/ 23409 h 43473"/>
                <a:gd name="csX9" fmla="*/ 0 w 115610"/>
                <a:gd name="csY9" fmla="*/ 22931 h 43473"/>
                <a:gd name="csX10" fmla="*/ 0 w 115610"/>
                <a:gd name="csY10" fmla="*/ 22931 h 43473"/>
                <a:gd name="csX11" fmla="*/ 478 w 115610"/>
                <a:gd name="csY11" fmla="*/ 22453 h 43473"/>
                <a:gd name="csX12" fmla="*/ 3344 w 115610"/>
                <a:gd name="csY12" fmla="*/ 20542 h 43473"/>
                <a:gd name="csX13" fmla="*/ 3344 w 115610"/>
                <a:gd name="csY13" fmla="*/ 20542 h 43473"/>
                <a:gd name="csX14" fmla="*/ 3822 w 115610"/>
                <a:gd name="csY14" fmla="*/ 20065 h 43473"/>
                <a:gd name="csX15" fmla="*/ 3822 w 115610"/>
                <a:gd name="csY15" fmla="*/ 18632 h 43473"/>
                <a:gd name="csX16" fmla="*/ 3344 w 115610"/>
                <a:gd name="csY16" fmla="*/ 17198 h 43473"/>
                <a:gd name="csX17" fmla="*/ 3344 w 115610"/>
                <a:gd name="csY17" fmla="*/ 17198 h 43473"/>
                <a:gd name="csX18" fmla="*/ 2389 w 115610"/>
                <a:gd name="csY18" fmla="*/ 15287 h 43473"/>
                <a:gd name="csX19" fmla="*/ 2866 w 115610"/>
                <a:gd name="csY19" fmla="*/ 14332 h 43473"/>
                <a:gd name="csX20" fmla="*/ 4299 w 115610"/>
                <a:gd name="csY20" fmla="*/ 13376 h 43473"/>
                <a:gd name="csX21" fmla="*/ 5733 w 115610"/>
                <a:gd name="csY21" fmla="*/ 12421 h 43473"/>
                <a:gd name="csX22" fmla="*/ 5733 w 115610"/>
                <a:gd name="csY22" fmla="*/ 12421 h 43473"/>
                <a:gd name="csX23" fmla="*/ 6210 w 115610"/>
                <a:gd name="csY23" fmla="*/ 12421 h 43473"/>
                <a:gd name="csX24" fmla="*/ 5733 w 115610"/>
                <a:gd name="csY24" fmla="*/ 11466 h 43473"/>
                <a:gd name="csX25" fmla="*/ 4777 w 115610"/>
                <a:gd name="csY25" fmla="*/ 10988 h 43473"/>
                <a:gd name="csX26" fmla="*/ 3822 w 115610"/>
                <a:gd name="csY26" fmla="*/ 10032 h 43473"/>
                <a:gd name="csX27" fmla="*/ 2866 w 115610"/>
                <a:gd name="csY27" fmla="*/ 9555 h 43473"/>
                <a:gd name="csX28" fmla="*/ 2866 w 115610"/>
                <a:gd name="csY28" fmla="*/ 9555 h 43473"/>
                <a:gd name="csX29" fmla="*/ 1911 w 115610"/>
                <a:gd name="csY29" fmla="*/ 9555 h 43473"/>
                <a:gd name="csX30" fmla="*/ 1911 w 115610"/>
                <a:gd name="csY30" fmla="*/ 9555 h 43473"/>
                <a:gd name="csX31" fmla="*/ 1911 w 115610"/>
                <a:gd name="csY31" fmla="*/ 6210 h 43473"/>
                <a:gd name="csX32" fmla="*/ 1911 w 115610"/>
                <a:gd name="csY32" fmla="*/ 2389 h 43473"/>
                <a:gd name="csX33" fmla="*/ 1911 w 115610"/>
                <a:gd name="csY33" fmla="*/ 2389 h 43473"/>
                <a:gd name="csX34" fmla="*/ 2866 w 115610"/>
                <a:gd name="csY34" fmla="*/ 1911 h 43473"/>
                <a:gd name="csX35" fmla="*/ 3344 w 115610"/>
                <a:gd name="csY35" fmla="*/ 1433 h 43473"/>
                <a:gd name="csX36" fmla="*/ 3822 w 115610"/>
                <a:gd name="csY36" fmla="*/ 478 h 43473"/>
                <a:gd name="csX37" fmla="*/ 4777 w 115610"/>
                <a:gd name="csY37" fmla="*/ 0 h 43473"/>
                <a:gd name="csX38" fmla="*/ 6210 w 115610"/>
                <a:gd name="csY38" fmla="*/ 956 h 43473"/>
                <a:gd name="csX39" fmla="*/ 7644 w 115610"/>
                <a:gd name="csY39" fmla="*/ 1433 h 43473"/>
                <a:gd name="csX40" fmla="*/ 8121 w 115610"/>
                <a:gd name="csY40" fmla="*/ 1433 h 43473"/>
                <a:gd name="csX41" fmla="*/ 8599 w 115610"/>
                <a:gd name="csY41" fmla="*/ 956 h 43473"/>
                <a:gd name="csX42" fmla="*/ 9077 w 115610"/>
                <a:gd name="csY42" fmla="*/ 478 h 43473"/>
                <a:gd name="csX43" fmla="*/ 9077 w 115610"/>
                <a:gd name="csY43" fmla="*/ 0 h 43473"/>
                <a:gd name="csX44" fmla="*/ 10510 w 115610"/>
                <a:gd name="csY44" fmla="*/ 956 h 43473"/>
                <a:gd name="csX45" fmla="*/ 12898 w 115610"/>
                <a:gd name="csY45" fmla="*/ 2866 h 43473"/>
                <a:gd name="csX46" fmla="*/ 13376 w 115610"/>
                <a:gd name="csY46" fmla="*/ 3822 h 43473"/>
                <a:gd name="csX47" fmla="*/ 12898 w 115610"/>
                <a:gd name="csY47" fmla="*/ 4777 h 43473"/>
                <a:gd name="csX48" fmla="*/ 13854 w 115610"/>
                <a:gd name="csY48" fmla="*/ 6688 h 43473"/>
                <a:gd name="csX49" fmla="*/ 14809 w 115610"/>
                <a:gd name="csY49" fmla="*/ 7166 h 43473"/>
                <a:gd name="csX50" fmla="*/ 16243 w 115610"/>
                <a:gd name="csY50" fmla="*/ 6688 h 43473"/>
                <a:gd name="csX51" fmla="*/ 16721 w 115610"/>
                <a:gd name="csY51" fmla="*/ 7166 h 43473"/>
                <a:gd name="csX52" fmla="*/ 16721 w 115610"/>
                <a:gd name="csY52" fmla="*/ 7644 h 43473"/>
                <a:gd name="csX53" fmla="*/ 15765 w 115610"/>
                <a:gd name="csY53" fmla="*/ 8121 h 43473"/>
                <a:gd name="csX54" fmla="*/ 15765 w 115610"/>
                <a:gd name="csY54" fmla="*/ 10032 h 43473"/>
                <a:gd name="csX55" fmla="*/ 17676 w 115610"/>
                <a:gd name="csY55" fmla="*/ 10988 h 43473"/>
                <a:gd name="csX56" fmla="*/ 19109 w 115610"/>
                <a:gd name="csY56" fmla="*/ 11943 h 43473"/>
                <a:gd name="csX57" fmla="*/ 22453 w 115610"/>
                <a:gd name="csY57" fmla="*/ 11466 h 43473"/>
                <a:gd name="csX58" fmla="*/ 23886 w 115610"/>
                <a:gd name="csY58" fmla="*/ 11943 h 43473"/>
                <a:gd name="csX59" fmla="*/ 24842 w 115610"/>
                <a:gd name="csY59" fmla="*/ 11466 h 43473"/>
                <a:gd name="csX60" fmla="*/ 23886 w 115610"/>
                <a:gd name="csY60" fmla="*/ 10032 h 43473"/>
                <a:gd name="csX61" fmla="*/ 22453 w 115610"/>
                <a:gd name="csY61" fmla="*/ 8599 h 43473"/>
                <a:gd name="csX62" fmla="*/ 22453 w 115610"/>
                <a:gd name="csY62" fmla="*/ 8121 h 43473"/>
                <a:gd name="csX63" fmla="*/ 23409 w 115610"/>
                <a:gd name="csY63" fmla="*/ 8599 h 43473"/>
                <a:gd name="csX64" fmla="*/ 24364 w 115610"/>
                <a:gd name="csY64" fmla="*/ 9555 h 43473"/>
                <a:gd name="csX65" fmla="*/ 26275 w 115610"/>
                <a:gd name="csY65" fmla="*/ 10510 h 43473"/>
                <a:gd name="csX66" fmla="*/ 29619 w 115610"/>
                <a:gd name="csY66" fmla="*/ 13854 h 43473"/>
                <a:gd name="csX67" fmla="*/ 33441 w 115610"/>
                <a:gd name="csY67" fmla="*/ 14809 h 43473"/>
                <a:gd name="csX68" fmla="*/ 36307 w 115610"/>
                <a:gd name="csY68" fmla="*/ 14809 h 43473"/>
                <a:gd name="csX69" fmla="*/ 39174 w 115610"/>
                <a:gd name="csY69" fmla="*/ 14332 h 43473"/>
                <a:gd name="csX70" fmla="*/ 43473 w 115610"/>
                <a:gd name="csY70" fmla="*/ 12899 h 43473"/>
                <a:gd name="csX71" fmla="*/ 46817 w 115610"/>
                <a:gd name="csY71" fmla="*/ 10510 h 43473"/>
                <a:gd name="csX72" fmla="*/ 49206 w 115610"/>
                <a:gd name="csY72" fmla="*/ 9077 h 43473"/>
                <a:gd name="csX73" fmla="*/ 57805 w 115610"/>
                <a:gd name="csY73" fmla="*/ 6688 h 43473"/>
                <a:gd name="csX74" fmla="*/ 60671 w 115610"/>
                <a:gd name="csY74" fmla="*/ 4300 h 43473"/>
                <a:gd name="csX75" fmla="*/ 61627 w 115610"/>
                <a:gd name="csY75" fmla="*/ 4300 h 43473"/>
                <a:gd name="csX76" fmla="*/ 63060 w 115610"/>
                <a:gd name="csY76" fmla="*/ 3822 h 43473"/>
                <a:gd name="csX77" fmla="*/ 65449 w 115610"/>
                <a:gd name="csY77" fmla="*/ 1911 h 43473"/>
                <a:gd name="csX78" fmla="*/ 66882 w 115610"/>
                <a:gd name="csY78" fmla="*/ 478 h 43473"/>
                <a:gd name="csX79" fmla="*/ 68315 w 115610"/>
                <a:gd name="csY79" fmla="*/ 0 h 43473"/>
                <a:gd name="csX80" fmla="*/ 73093 w 115610"/>
                <a:gd name="csY80" fmla="*/ 478 h 43473"/>
                <a:gd name="csX81" fmla="*/ 75959 w 115610"/>
                <a:gd name="csY81" fmla="*/ 956 h 43473"/>
                <a:gd name="csX82" fmla="*/ 77870 w 115610"/>
                <a:gd name="csY82" fmla="*/ 956 h 43473"/>
                <a:gd name="csX83" fmla="*/ 79781 w 115610"/>
                <a:gd name="csY83" fmla="*/ 1433 h 43473"/>
                <a:gd name="csX84" fmla="*/ 80258 w 115610"/>
                <a:gd name="csY84" fmla="*/ 2389 h 43473"/>
                <a:gd name="csX85" fmla="*/ 81214 w 115610"/>
                <a:gd name="csY85" fmla="*/ 2866 h 43473"/>
                <a:gd name="csX86" fmla="*/ 85991 w 115610"/>
                <a:gd name="csY86" fmla="*/ 2866 h 43473"/>
                <a:gd name="csX87" fmla="*/ 89813 w 115610"/>
                <a:gd name="csY87" fmla="*/ 3344 h 43473"/>
                <a:gd name="csX88" fmla="*/ 97935 w 115610"/>
                <a:gd name="csY88" fmla="*/ 6210 h 43473"/>
                <a:gd name="csX89" fmla="*/ 103189 w 115610"/>
                <a:gd name="csY89" fmla="*/ 9555 h 43473"/>
                <a:gd name="csX90" fmla="*/ 105578 w 115610"/>
                <a:gd name="csY90" fmla="*/ 12899 h 43473"/>
                <a:gd name="csX91" fmla="*/ 112266 w 115610"/>
                <a:gd name="csY91" fmla="*/ 17198 h 43473"/>
                <a:gd name="csX92" fmla="*/ 111789 w 115610"/>
                <a:gd name="csY92" fmla="*/ 17198 h 43473"/>
                <a:gd name="csX93" fmla="*/ 111789 w 115610"/>
                <a:gd name="csY93" fmla="*/ 17198 h 43473"/>
                <a:gd name="csX94" fmla="*/ 110833 w 115610"/>
                <a:gd name="csY94" fmla="*/ 18632 h 43473"/>
                <a:gd name="csX95" fmla="*/ 110355 w 115610"/>
                <a:gd name="csY95" fmla="*/ 20065 h 43473"/>
                <a:gd name="csX96" fmla="*/ 111311 w 115610"/>
                <a:gd name="csY96" fmla="*/ 21020 h 43473"/>
                <a:gd name="csX97" fmla="*/ 111311 w 115610"/>
                <a:gd name="csY97" fmla="*/ 21020 h 43473"/>
                <a:gd name="csX98" fmla="*/ 111789 w 115610"/>
                <a:gd name="csY98" fmla="*/ 21498 h 43473"/>
                <a:gd name="csX99" fmla="*/ 111789 w 115610"/>
                <a:gd name="csY99" fmla="*/ 22453 h 43473"/>
                <a:gd name="csX100" fmla="*/ 112266 w 115610"/>
                <a:gd name="csY100" fmla="*/ 23409 h 43473"/>
                <a:gd name="csX101" fmla="*/ 112744 w 115610"/>
                <a:gd name="csY101" fmla="*/ 23886 h 43473"/>
                <a:gd name="csX102" fmla="*/ 114177 w 115610"/>
                <a:gd name="csY102" fmla="*/ 25798 h 43473"/>
                <a:gd name="csX103" fmla="*/ 115610 w 115610"/>
                <a:gd name="csY103" fmla="*/ 28186 h 43473"/>
                <a:gd name="csX104" fmla="*/ 115610 w 115610"/>
                <a:gd name="csY104" fmla="*/ 29619 h 43473"/>
                <a:gd name="csX105" fmla="*/ 115133 w 115610"/>
                <a:gd name="csY105" fmla="*/ 30097 h 43473"/>
                <a:gd name="csX106" fmla="*/ 114177 w 115610"/>
                <a:gd name="csY106" fmla="*/ 30575 h 43473"/>
                <a:gd name="csX107" fmla="*/ 112744 w 115610"/>
                <a:gd name="csY107" fmla="*/ 32008 h 43473"/>
                <a:gd name="csX108" fmla="*/ 112744 w 115610"/>
                <a:gd name="csY108" fmla="*/ 32008 h 43473"/>
                <a:gd name="csX109" fmla="*/ 112266 w 115610"/>
                <a:gd name="csY109" fmla="*/ 33441 h 43473"/>
                <a:gd name="csX110" fmla="*/ 112266 w 115610"/>
                <a:gd name="csY110" fmla="*/ 33441 h 43473"/>
                <a:gd name="csX111" fmla="*/ 112744 w 115610"/>
                <a:gd name="csY111" fmla="*/ 34397 h 43473"/>
                <a:gd name="csX112" fmla="*/ 108922 w 115610"/>
                <a:gd name="csY112" fmla="*/ 36785 h 43473"/>
                <a:gd name="csX113" fmla="*/ 107967 w 115610"/>
                <a:gd name="csY113" fmla="*/ 37263 h 43473"/>
                <a:gd name="csX114" fmla="*/ 107489 w 115610"/>
                <a:gd name="csY114" fmla="*/ 36785 h 43473"/>
                <a:gd name="csX115" fmla="*/ 107489 w 115610"/>
                <a:gd name="csY115" fmla="*/ 36785 h 43473"/>
                <a:gd name="csX116" fmla="*/ 106534 w 115610"/>
                <a:gd name="csY116" fmla="*/ 35830 h 43473"/>
                <a:gd name="csX117" fmla="*/ 106534 w 115610"/>
                <a:gd name="csY117" fmla="*/ 35830 h 43473"/>
                <a:gd name="csX118" fmla="*/ 105578 w 115610"/>
                <a:gd name="csY118" fmla="*/ 34874 h 43473"/>
                <a:gd name="csX119" fmla="*/ 105100 w 115610"/>
                <a:gd name="csY119" fmla="*/ 34397 h 43473"/>
                <a:gd name="csX120" fmla="*/ 105100 w 115610"/>
                <a:gd name="csY120" fmla="*/ 34397 h 43473"/>
                <a:gd name="csX121" fmla="*/ 104623 w 115610"/>
                <a:gd name="csY121" fmla="*/ 34397 h 43473"/>
                <a:gd name="csX122" fmla="*/ 104623 w 115610"/>
                <a:gd name="csY122" fmla="*/ 34397 h 43473"/>
                <a:gd name="csX123" fmla="*/ 104145 w 115610"/>
                <a:gd name="csY123" fmla="*/ 34874 h 43473"/>
                <a:gd name="csX124" fmla="*/ 104623 w 115610"/>
                <a:gd name="csY124" fmla="*/ 37263 h 43473"/>
                <a:gd name="csX125" fmla="*/ 104623 w 115610"/>
                <a:gd name="csY125" fmla="*/ 38218 h 43473"/>
                <a:gd name="csX126" fmla="*/ 103189 w 115610"/>
                <a:gd name="csY126" fmla="*/ 39174 h 43473"/>
                <a:gd name="csX127" fmla="*/ 101756 w 115610"/>
                <a:gd name="csY127" fmla="*/ 42996 h 43473"/>
                <a:gd name="csX128" fmla="*/ 101278 w 115610"/>
                <a:gd name="csY128" fmla="*/ 42518 h 43473"/>
                <a:gd name="csX129" fmla="*/ 96501 w 115610"/>
                <a:gd name="csY129" fmla="*/ 37263 h 43473"/>
                <a:gd name="csX130" fmla="*/ 92202 w 115610"/>
                <a:gd name="csY130" fmla="*/ 30575 h 43473"/>
                <a:gd name="csX131" fmla="*/ 91246 w 115610"/>
                <a:gd name="csY131" fmla="*/ 27708 h 43473"/>
                <a:gd name="csX132" fmla="*/ 92679 w 115610"/>
                <a:gd name="csY132" fmla="*/ 27708 h 43473"/>
                <a:gd name="csX133" fmla="*/ 93635 w 115610"/>
                <a:gd name="csY133" fmla="*/ 27708 h 43473"/>
                <a:gd name="csX134" fmla="*/ 94112 w 115610"/>
                <a:gd name="csY134" fmla="*/ 27231 h 43473"/>
                <a:gd name="csX135" fmla="*/ 94590 w 115610"/>
                <a:gd name="csY135" fmla="*/ 26275 h 43473"/>
                <a:gd name="csX136" fmla="*/ 94112 w 115610"/>
                <a:gd name="csY136" fmla="*/ 24364 h 43473"/>
                <a:gd name="csX137" fmla="*/ 96024 w 115610"/>
                <a:gd name="csY137" fmla="*/ 22931 h 43473"/>
                <a:gd name="csX138" fmla="*/ 96979 w 115610"/>
                <a:gd name="csY138" fmla="*/ 21975 h 43473"/>
                <a:gd name="csX139" fmla="*/ 97457 w 115610"/>
                <a:gd name="csY139" fmla="*/ 21975 h 43473"/>
                <a:gd name="csX140" fmla="*/ 98890 w 115610"/>
                <a:gd name="csY140" fmla="*/ 23886 h 43473"/>
                <a:gd name="csX141" fmla="*/ 100801 w 115610"/>
                <a:gd name="csY141" fmla="*/ 24842 h 43473"/>
                <a:gd name="csX142" fmla="*/ 103189 w 115610"/>
                <a:gd name="csY142" fmla="*/ 26275 h 43473"/>
                <a:gd name="csX143" fmla="*/ 104623 w 115610"/>
                <a:gd name="csY143" fmla="*/ 26753 h 43473"/>
                <a:gd name="csX144" fmla="*/ 102712 w 115610"/>
                <a:gd name="csY144" fmla="*/ 24842 h 43473"/>
                <a:gd name="csX145" fmla="*/ 99368 w 115610"/>
                <a:gd name="csY145" fmla="*/ 22931 h 43473"/>
                <a:gd name="csX146" fmla="*/ 98412 w 115610"/>
                <a:gd name="csY146" fmla="*/ 21975 h 43473"/>
                <a:gd name="csX147" fmla="*/ 97935 w 115610"/>
                <a:gd name="csY147" fmla="*/ 20065 h 43473"/>
                <a:gd name="csX148" fmla="*/ 96501 w 115610"/>
                <a:gd name="csY148" fmla="*/ 20542 h 43473"/>
                <a:gd name="csX149" fmla="*/ 96024 w 115610"/>
                <a:gd name="csY149" fmla="*/ 21498 h 43473"/>
                <a:gd name="csX150" fmla="*/ 95546 w 115610"/>
                <a:gd name="csY150" fmla="*/ 21975 h 43473"/>
                <a:gd name="csX151" fmla="*/ 94590 w 115610"/>
                <a:gd name="csY151" fmla="*/ 21498 h 43473"/>
                <a:gd name="csX152" fmla="*/ 94590 w 115610"/>
                <a:gd name="csY152" fmla="*/ 20542 h 43473"/>
                <a:gd name="csX153" fmla="*/ 92679 w 115610"/>
                <a:gd name="csY153" fmla="*/ 20542 h 43473"/>
                <a:gd name="csX154" fmla="*/ 92202 w 115610"/>
                <a:gd name="csY154" fmla="*/ 20065 h 43473"/>
                <a:gd name="csX155" fmla="*/ 91724 w 115610"/>
                <a:gd name="csY155" fmla="*/ 19587 h 43473"/>
                <a:gd name="csX156" fmla="*/ 92202 w 115610"/>
                <a:gd name="csY156" fmla="*/ 21020 h 43473"/>
                <a:gd name="csX157" fmla="*/ 92202 w 115610"/>
                <a:gd name="csY157" fmla="*/ 21498 h 43473"/>
                <a:gd name="csX158" fmla="*/ 92202 w 115610"/>
                <a:gd name="csY158" fmla="*/ 22453 h 43473"/>
                <a:gd name="csX159" fmla="*/ 91724 w 115610"/>
                <a:gd name="csY159" fmla="*/ 22453 h 43473"/>
                <a:gd name="csX160" fmla="*/ 91246 w 115610"/>
                <a:gd name="csY160" fmla="*/ 21498 h 43473"/>
                <a:gd name="csX161" fmla="*/ 90291 w 115610"/>
                <a:gd name="csY161" fmla="*/ 21020 h 43473"/>
                <a:gd name="csX162" fmla="*/ 89335 w 115610"/>
                <a:gd name="csY162" fmla="*/ 17676 h 43473"/>
                <a:gd name="csX163" fmla="*/ 87424 w 115610"/>
                <a:gd name="csY163" fmla="*/ 15765 h 43473"/>
                <a:gd name="csX164" fmla="*/ 86469 w 115610"/>
                <a:gd name="csY164" fmla="*/ 15287 h 43473"/>
                <a:gd name="csX165" fmla="*/ 85513 w 115610"/>
                <a:gd name="csY165" fmla="*/ 15287 h 43473"/>
                <a:gd name="csX166" fmla="*/ 84558 w 115610"/>
                <a:gd name="csY166" fmla="*/ 14332 h 43473"/>
                <a:gd name="csX167" fmla="*/ 83125 w 115610"/>
                <a:gd name="csY167" fmla="*/ 13376 h 43473"/>
                <a:gd name="csX168" fmla="*/ 80736 w 115610"/>
                <a:gd name="csY168" fmla="*/ 11943 h 43473"/>
                <a:gd name="csX169" fmla="*/ 78347 w 115610"/>
                <a:gd name="csY169" fmla="*/ 10988 h 43473"/>
                <a:gd name="csX170" fmla="*/ 75003 w 115610"/>
                <a:gd name="csY170" fmla="*/ 10510 h 43473"/>
                <a:gd name="csX171" fmla="*/ 71182 w 115610"/>
                <a:gd name="csY171" fmla="*/ 10510 h 43473"/>
                <a:gd name="csX172" fmla="*/ 69748 w 115610"/>
                <a:gd name="csY172" fmla="*/ 11466 h 43473"/>
                <a:gd name="csX173" fmla="*/ 68793 w 115610"/>
                <a:gd name="csY173" fmla="*/ 11943 h 43473"/>
                <a:gd name="csX174" fmla="*/ 68793 w 115610"/>
                <a:gd name="csY174" fmla="*/ 12421 h 43473"/>
                <a:gd name="csX175" fmla="*/ 66404 w 115610"/>
                <a:gd name="csY175" fmla="*/ 13376 h 43473"/>
                <a:gd name="csX176" fmla="*/ 65449 w 115610"/>
                <a:gd name="csY176" fmla="*/ 14809 h 43473"/>
                <a:gd name="csX177" fmla="*/ 64971 w 115610"/>
                <a:gd name="csY177" fmla="*/ 16243 h 43473"/>
                <a:gd name="csX178" fmla="*/ 63538 w 115610"/>
                <a:gd name="csY178" fmla="*/ 17198 h 43473"/>
                <a:gd name="csX179" fmla="*/ 64971 w 115610"/>
                <a:gd name="csY179" fmla="*/ 18154 h 43473"/>
                <a:gd name="csX180" fmla="*/ 57805 w 115610"/>
                <a:gd name="csY180" fmla="*/ 22453 h 43473"/>
                <a:gd name="csX181" fmla="*/ 56372 w 115610"/>
                <a:gd name="csY181" fmla="*/ 23409 h 43473"/>
                <a:gd name="csX182" fmla="*/ 53028 w 115610"/>
                <a:gd name="csY182" fmla="*/ 23886 h 43473"/>
                <a:gd name="csX183" fmla="*/ 52072 w 115610"/>
                <a:gd name="csY183" fmla="*/ 24364 h 43473"/>
                <a:gd name="csX184" fmla="*/ 51117 w 115610"/>
                <a:gd name="csY184" fmla="*/ 24842 h 43473"/>
                <a:gd name="csX185" fmla="*/ 50639 w 115610"/>
                <a:gd name="csY185" fmla="*/ 26275 h 43473"/>
                <a:gd name="csX186" fmla="*/ 51117 w 115610"/>
                <a:gd name="csY186" fmla="*/ 27708 h 43473"/>
                <a:gd name="csX187" fmla="*/ 52072 w 115610"/>
                <a:gd name="csY187" fmla="*/ 28664 h 43473"/>
                <a:gd name="csX188" fmla="*/ 53028 w 115610"/>
                <a:gd name="csY188" fmla="*/ 29141 h 43473"/>
                <a:gd name="csX189" fmla="*/ 54939 w 115610"/>
                <a:gd name="csY189" fmla="*/ 31530 h 43473"/>
                <a:gd name="csX190" fmla="*/ 58761 w 115610"/>
                <a:gd name="csY190" fmla="*/ 34874 h 43473"/>
                <a:gd name="csX191" fmla="*/ 59238 w 115610"/>
                <a:gd name="csY191" fmla="*/ 36307 h 43473"/>
                <a:gd name="csX192" fmla="*/ 59716 w 115610"/>
                <a:gd name="csY192" fmla="*/ 38218 h 43473"/>
                <a:gd name="csX193" fmla="*/ 58761 w 115610"/>
                <a:gd name="csY193" fmla="*/ 39174 h 43473"/>
                <a:gd name="csX194" fmla="*/ 57805 w 115610"/>
                <a:gd name="csY194" fmla="*/ 39174 h 43473"/>
                <a:gd name="csX195" fmla="*/ 54461 w 115610"/>
                <a:gd name="csY195" fmla="*/ 39651 h 43473"/>
                <a:gd name="csX196" fmla="*/ 53028 w 115610"/>
                <a:gd name="csY196" fmla="*/ 40129 h 43473"/>
                <a:gd name="csX197" fmla="*/ 52550 w 115610"/>
                <a:gd name="csY197" fmla="*/ 41563 h 43473"/>
                <a:gd name="csX198" fmla="*/ 51595 w 115610"/>
                <a:gd name="csY198" fmla="*/ 42040 h 43473"/>
                <a:gd name="csX199" fmla="*/ 46817 w 115610"/>
                <a:gd name="csY199" fmla="*/ 42996 h 43473"/>
                <a:gd name="csX200" fmla="*/ 43473 w 115610"/>
                <a:gd name="csY200" fmla="*/ 43473 h 43473"/>
                <a:gd name="csX201" fmla="*/ 42040 w 115610"/>
                <a:gd name="csY201" fmla="*/ 42040 h 43473"/>
                <a:gd name="csX202" fmla="*/ 42040 w 115610"/>
                <a:gd name="csY202" fmla="*/ 39174 h 43473"/>
                <a:gd name="csX203" fmla="*/ 39651 w 115610"/>
                <a:gd name="csY203" fmla="*/ 34397 h 43473"/>
                <a:gd name="csX204" fmla="*/ 39174 w 115610"/>
                <a:gd name="csY204" fmla="*/ 31052 h 43473"/>
                <a:gd name="csX205" fmla="*/ 38218 w 115610"/>
                <a:gd name="csY205" fmla="*/ 31052 h 43473"/>
                <a:gd name="csX206" fmla="*/ 37263 w 115610"/>
                <a:gd name="csY206" fmla="*/ 31530 h 43473"/>
                <a:gd name="csX207" fmla="*/ 36785 w 115610"/>
                <a:gd name="csY207" fmla="*/ 32486 h 43473"/>
                <a:gd name="csX208" fmla="*/ 36307 w 115610"/>
                <a:gd name="csY208" fmla="*/ 34874 h 43473"/>
                <a:gd name="csX209" fmla="*/ 35830 w 115610"/>
                <a:gd name="csY209" fmla="*/ 35830 h 43473"/>
                <a:gd name="csX210" fmla="*/ 34874 w 115610"/>
                <a:gd name="csY210" fmla="*/ 35830 h 43473"/>
                <a:gd name="csX211" fmla="*/ 32963 w 115610"/>
                <a:gd name="csY211" fmla="*/ 34874 h 43473"/>
                <a:gd name="csX212" fmla="*/ 30097 w 115610"/>
                <a:gd name="csY212" fmla="*/ 33919 h 43473"/>
                <a:gd name="csX213" fmla="*/ 26753 w 115610"/>
                <a:gd name="csY213" fmla="*/ 28664 h 43473"/>
                <a:gd name="csX214" fmla="*/ 26275 w 115610"/>
                <a:gd name="csY214" fmla="*/ 27708 h 43473"/>
                <a:gd name="csX215" fmla="*/ 25797 w 115610"/>
                <a:gd name="csY215" fmla="*/ 26275 h 43473"/>
                <a:gd name="csX216" fmla="*/ 23409 w 115610"/>
                <a:gd name="csY216" fmla="*/ 25798 h 43473"/>
                <a:gd name="csX217" fmla="*/ 21020 w 115610"/>
                <a:gd name="csY217" fmla="*/ 24842 h 43473"/>
                <a:gd name="csX218" fmla="*/ 18631 w 115610"/>
                <a:gd name="csY218" fmla="*/ 24842 h 43473"/>
                <a:gd name="csX219" fmla="*/ 17198 w 115610"/>
                <a:gd name="csY219" fmla="*/ 25320 h 43473"/>
                <a:gd name="csX220" fmla="*/ 16243 w 115610"/>
                <a:gd name="csY220" fmla="*/ 24842 h 43473"/>
                <a:gd name="csX221" fmla="*/ 15765 w 115610"/>
                <a:gd name="csY221" fmla="*/ 23409 h 43473"/>
                <a:gd name="csX222" fmla="*/ 13376 w 115610"/>
                <a:gd name="csY222" fmla="*/ 23886 h 43473"/>
                <a:gd name="csX223" fmla="*/ 10032 w 115610"/>
                <a:gd name="csY223" fmla="*/ 23886 h 43473"/>
                <a:gd name="csX224" fmla="*/ 7166 w 115610"/>
                <a:gd name="csY224" fmla="*/ 22931 h 43473"/>
                <a:gd name="csX225" fmla="*/ 4777 w 115610"/>
                <a:gd name="csY225" fmla="*/ 23409 h 43473"/>
                <a:gd name="csX226" fmla="*/ 3344 w 115610"/>
                <a:gd name="csY226" fmla="*/ 24364 h 43473"/>
                <a:gd name="csX227" fmla="*/ 3344 w 115610"/>
                <a:gd name="csY227" fmla="*/ 27231 h 43473"/>
                <a:gd name="csX228" fmla="*/ 2866 w 115610"/>
                <a:gd name="csY228" fmla="*/ 27708 h 43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</a:cxnLst>
              <a:rect l="l" t="t" r="r" b="b"/>
              <a:pathLst>
                <a:path w="115610" h="43473">
                  <a:moveTo>
                    <a:pt x="2866" y="27708"/>
                  </a:moveTo>
                  <a:lnTo>
                    <a:pt x="2866" y="27708"/>
                  </a:lnTo>
                  <a:lnTo>
                    <a:pt x="2866" y="26753"/>
                  </a:lnTo>
                  <a:lnTo>
                    <a:pt x="2866" y="26753"/>
                  </a:lnTo>
                  <a:lnTo>
                    <a:pt x="2866" y="26275"/>
                  </a:lnTo>
                  <a:lnTo>
                    <a:pt x="2389" y="25320"/>
                  </a:lnTo>
                  <a:lnTo>
                    <a:pt x="1911" y="24842"/>
                  </a:lnTo>
                  <a:lnTo>
                    <a:pt x="1433" y="24364"/>
                  </a:lnTo>
                  <a:lnTo>
                    <a:pt x="0" y="23409"/>
                  </a:lnTo>
                  <a:lnTo>
                    <a:pt x="0" y="22931"/>
                  </a:lnTo>
                  <a:lnTo>
                    <a:pt x="0" y="22931"/>
                  </a:lnTo>
                  <a:lnTo>
                    <a:pt x="478" y="22453"/>
                  </a:lnTo>
                  <a:lnTo>
                    <a:pt x="3344" y="20542"/>
                  </a:lnTo>
                  <a:lnTo>
                    <a:pt x="3344" y="20542"/>
                  </a:lnTo>
                  <a:lnTo>
                    <a:pt x="3822" y="20065"/>
                  </a:lnTo>
                  <a:lnTo>
                    <a:pt x="3822" y="18632"/>
                  </a:lnTo>
                  <a:lnTo>
                    <a:pt x="3344" y="17198"/>
                  </a:lnTo>
                  <a:lnTo>
                    <a:pt x="3344" y="17198"/>
                  </a:lnTo>
                  <a:lnTo>
                    <a:pt x="2389" y="15287"/>
                  </a:lnTo>
                  <a:lnTo>
                    <a:pt x="2866" y="14332"/>
                  </a:lnTo>
                  <a:lnTo>
                    <a:pt x="4299" y="13376"/>
                  </a:lnTo>
                  <a:lnTo>
                    <a:pt x="5733" y="12421"/>
                  </a:lnTo>
                  <a:lnTo>
                    <a:pt x="5733" y="12421"/>
                  </a:lnTo>
                  <a:lnTo>
                    <a:pt x="6210" y="12421"/>
                  </a:lnTo>
                  <a:lnTo>
                    <a:pt x="5733" y="11466"/>
                  </a:lnTo>
                  <a:lnTo>
                    <a:pt x="4777" y="10988"/>
                  </a:lnTo>
                  <a:lnTo>
                    <a:pt x="3822" y="10032"/>
                  </a:lnTo>
                  <a:lnTo>
                    <a:pt x="2866" y="9555"/>
                  </a:lnTo>
                  <a:lnTo>
                    <a:pt x="2866" y="9555"/>
                  </a:lnTo>
                  <a:lnTo>
                    <a:pt x="1911" y="9555"/>
                  </a:lnTo>
                  <a:lnTo>
                    <a:pt x="1911" y="9555"/>
                  </a:lnTo>
                  <a:lnTo>
                    <a:pt x="1911" y="6210"/>
                  </a:lnTo>
                  <a:lnTo>
                    <a:pt x="1911" y="2389"/>
                  </a:lnTo>
                  <a:lnTo>
                    <a:pt x="1911" y="2389"/>
                  </a:lnTo>
                  <a:lnTo>
                    <a:pt x="2866" y="1911"/>
                  </a:lnTo>
                  <a:lnTo>
                    <a:pt x="3344" y="1433"/>
                  </a:lnTo>
                  <a:lnTo>
                    <a:pt x="3822" y="478"/>
                  </a:lnTo>
                  <a:lnTo>
                    <a:pt x="4777" y="0"/>
                  </a:lnTo>
                  <a:lnTo>
                    <a:pt x="6210" y="956"/>
                  </a:lnTo>
                  <a:lnTo>
                    <a:pt x="7644" y="1433"/>
                  </a:lnTo>
                  <a:lnTo>
                    <a:pt x="8121" y="1433"/>
                  </a:lnTo>
                  <a:lnTo>
                    <a:pt x="8599" y="956"/>
                  </a:lnTo>
                  <a:lnTo>
                    <a:pt x="9077" y="478"/>
                  </a:lnTo>
                  <a:lnTo>
                    <a:pt x="9077" y="0"/>
                  </a:lnTo>
                  <a:lnTo>
                    <a:pt x="10510" y="956"/>
                  </a:lnTo>
                  <a:lnTo>
                    <a:pt x="12898" y="2866"/>
                  </a:lnTo>
                  <a:lnTo>
                    <a:pt x="13376" y="3822"/>
                  </a:lnTo>
                  <a:lnTo>
                    <a:pt x="12898" y="4777"/>
                  </a:lnTo>
                  <a:lnTo>
                    <a:pt x="13854" y="6688"/>
                  </a:lnTo>
                  <a:lnTo>
                    <a:pt x="14809" y="7166"/>
                  </a:lnTo>
                  <a:lnTo>
                    <a:pt x="16243" y="6688"/>
                  </a:lnTo>
                  <a:lnTo>
                    <a:pt x="16721" y="7166"/>
                  </a:lnTo>
                  <a:lnTo>
                    <a:pt x="16721" y="7644"/>
                  </a:lnTo>
                  <a:lnTo>
                    <a:pt x="15765" y="8121"/>
                  </a:lnTo>
                  <a:lnTo>
                    <a:pt x="15765" y="10032"/>
                  </a:lnTo>
                  <a:lnTo>
                    <a:pt x="17676" y="10988"/>
                  </a:lnTo>
                  <a:lnTo>
                    <a:pt x="19109" y="11943"/>
                  </a:lnTo>
                  <a:lnTo>
                    <a:pt x="22453" y="11466"/>
                  </a:lnTo>
                  <a:lnTo>
                    <a:pt x="23886" y="11943"/>
                  </a:lnTo>
                  <a:lnTo>
                    <a:pt x="24842" y="11466"/>
                  </a:lnTo>
                  <a:lnTo>
                    <a:pt x="23886" y="10032"/>
                  </a:lnTo>
                  <a:lnTo>
                    <a:pt x="22453" y="8599"/>
                  </a:lnTo>
                  <a:lnTo>
                    <a:pt x="22453" y="8121"/>
                  </a:lnTo>
                  <a:lnTo>
                    <a:pt x="23409" y="8599"/>
                  </a:lnTo>
                  <a:lnTo>
                    <a:pt x="24364" y="9555"/>
                  </a:lnTo>
                  <a:lnTo>
                    <a:pt x="26275" y="10510"/>
                  </a:lnTo>
                  <a:lnTo>
                    <a:pt x="29619" y="13854"/>
                  </a:lnTo>
                  <a:lnTo>
                    <a:pt x="33441" y="14809"/>
                  </a:lnTo>
                  <a:lnTo>
                    <a:pt x="36307" y="14809"/>
                  </a:lnTo>
                  <a:lnTo>
                    <a:pt x="39174" y="14332"/>
                  </a:lnTo>
                  <a:lnTo>
                    <a:pt x="43473" y="12899"/>
                  </a:lnTo>
                  <a:lnTo>
                    <a:pt x="46817" y="10510"/>
                  </a:lnTo>
                  <a:lnTo>
                    <a:pt x="49206" y="9077"/>
                  </a:lnTo>
                  <a:lnTo>
                    <a:pt x="57805" y="6688"/>
                  </a:lnTo>
                  <a:lnTo>
                    <a:pt x="60671" y="4300"/>
                  </a:lnTo>
                  <a:lnTo>
                    <a:pt x="61627" y="4300"/>
                  </a:lnTo>
                  <a:lnTo>
                    <a:pt x="63060" y="3822"/>
                  </a:lnTo>
                  <a:lnTo>
                    <a:pt x="65449" y="1911"/>
                  </a:lnTo>
                  <a:lnTo>
                    <a:pt x="66882" y="478"/>
                  </a:lnTo>
                  <a:lnTo>
                    <a:pt x="68315" y="0"/>
                  </a:lnTo>
                  <a:lnTo>
                    <a:pt x="73093" y="478"/>
                  </a:lnTo>
                  <a:lnTo>
                    <a:pt x="75959" y="956"/>
                  </a:lnTo>
                  <a:lnTo>
                    <a:pt x="77870" y="956"/>
                  </a:lnTo>
                  <a:lnTo>
                    <a:pt x="79781" y="1433"/>
                  </a:lnTo>
                  <a:lnTo>
                    <a:pt x="80258" y="2389"/>
                  </a:lnTo>
                  <a:lnTo>
                    <a:pt x="81214" y="2866"/>
                  </a:lnTo>
                  <a:lnTo>
                    <a:pt x="85991" y="2866"/>
                  </a:lnTo>
                  <a:lnTo>
                    <a:pt x="89813" y="3344"/>
                  </a:lnTo>
                  <a:lnTo>
                    <a:pt x="97935" y="6210"/>
                  </a:lnTo>
                  <a:lnTo>
                    <a:pt x="103189" y="9555"/>
                  </a:lnTo>
                  <a:lnTo>
                    <a:pt x="105578" y="12899"/>
                  </a:lnTo>
                  <a:lnTo>
                    <a:pt x="112266" y="17198"/>
                  </a:lnTo>
                  <a:lnTo>
                    <a:pt x="111789" y="17198"/>
                  </a:lnTo>
                  <a:lnTo>
                    <a:pt x="111789" y="17198"/>
                  </a:lnTo>
                  <a:lnTo>
                    <a:pt x="110833" y="18632"/>
                  </a:lnTo>
                  <a:lnTo>
                    <a:pt x="110355" y="20065"/>
                  </a:lnTo>
                  <a:lnTo>
                    <a:pt x="111311" y="21020"/>
                  </a:lnTo>
                  <a:lnTo>
                    <a:pt x="111311" y="21020"/>
                  </a:lnTo>
                  <a:lnTo>
                    <a:pt x="111789" y="21498"/>
                  </a:lnTo>
                  <a:lnTo>
                    <a:pt x="111789" y="22453"/>
                  </a:lnTo>
                  <a:lnTo>
                    <a:pt x="112266" y="23409"/>
                  </a:lnTo>
                  <a:lnTo>
                    <a:pt x="112744" y="23886"/>
                  </a:lnTo>
                  <a:lnTo>
                    <a:pt x="114177" y="25798"/>
                  </a:lnTo>
                  <a:lnTo>
                    <a:pt x="115610" y="28186"/>
                  </a:lnTo>
                  <a:lnTo>
                    <a:pt x="115610" y="29619"/>
                  </a:lnTo>
                  <a:lnTo>
                    <a:pt x="115133" y="30097"/>
                  </a:lnTo>
                  <a:lnTo>
                    <a:pt x="114177" y="30575"/>
                  </a:lnTo>
                  <a:lnTo>
                    <a:pt x="112744" y="32008"/>
                  </a:lnTo>
                  <a:lnTo>
                    <a:pt x="112744" y="32008"/>
                  </a:lnTo>
                  <a:lnTo>
                    <a:pt x="112266" y="33441"/>
                  </a:lnTo>
                  <a:lnTo>
                    <a:pt x="112266" y="33441"/>
                  </a:lnTo>
                  <a:lnTo>
                    <a:pt x="112744" y="34397"/>
                  </a:lnTo>
                  <a:lnTo>
                    <a:pt x="108922" y="36785"/>
                  </a:lnTo>
                  <a:lnTo>
                    <a:pt x="107967" y="37263"/>
                  </a:lnTo>
                  <a:lnTo>
                    <a:pt x="107489" y="36785"/>
                  </a:lnTo>
                  <a:lnTo>
                    <a:pt x="107489" y="36785"/>
                  </a:lnTo>
                  <a:lnTo>
                    <a:pt x="106534" y="35830"/>
                  </a:lnTo>
                  <a:lnTo>
                    <a:pt x="106534" y="35830"/>
                  </a:lnTo>
                  <a:lnTo>
                    <a:pt x="105578" y="34874"/>
                  </a:lnTo>
                  <a:lnTo>
                    <a:pt x="105100" y="34397"/>
                  </a:lnTo>
                  <a:lnTo>
                    <a:pt x="105100" y="34397"/>
                  </a:lnTo>
                  <a:lnTo>
                    <a:pt x="104623" y="34397"/>
                  </a:lnTo>
                  <a:lnTo>
                    <a:pt x="104623" y="34397"/>
                  </a:lnTo>
                  <a:lnTo>
                    <a:pt x="104145" y="34874"/>
                  </a:lnTo>
                  <a:lnTo>
                    <a:pt x="104623" y="37263"/>
                  </a:lnTo>
                  <a:lnTo>
                    <a:pt x="104623" y="38218"/>
                  </a:lnTo>
                  <a:lnTo>
                    <a:pt x="103189" y="39174"/>
                  </a:lnTo>
                  <a:lnTo>
                    <a:pt x="101756" y="42996"/>
                  </a:lnTo>
                  <a:lnTo>
                    <a:pt x="101278" y="42518"/>
                  </a:lnTo>
                  <a:lnTo>
                    <a:pt x="96501" y="37263"/>
                  </a:lnTo>
                  <a:lnTo>
                    <a:pt x="92202" y="30575"/>
                  </a:lnTo>
                  <a:lnTo>
                    <a:pt x="91246" y="27708"/>
                  </a:lnTo>
                  <a:lnTo>
                    <a:pt x="92679" y="27708"/>
                  </a:lnTo>
                  <a:lnTo>
                    <a:pt x="93635" y="27708"/>
                  </a:lnTo>
                  <a:lnTo>
                    <a:pt x="94112" y="27231"/>
                  </a:lnTo>
                  <a:lnTo>
                    <a:pt x="94590" y="26275"/>
                  </a:lnTo>
                  <a:lnTo>
                    <a:pt x="94112" y="24364"/>
                  </a:lnTo>
                  <a:lnTo>
                    <a:pt x="96024" y="22931"/>
                  </a:lnTo>
                  <a:lnTo>
                    <a:pt x="96979" y="21975"/>
                  </a:lnTo>
                  <a:lnTo>
                    <a:pt x="97457" y="21975"/>
                  </a:lnTo>
                  <a:lnTo>
                    <a:pt x="98890" y="23886"/>
                  </a:lnTo>
                  <a:lnTo>
                    <a:pt x="100801" y="24842"/>
                  </a:lnTo>
                  <a:lnTo>
                    <a:pt x="103189" y="26275"/>
                  </a:lnTo>
                  <a:lnTo>
                    <a:pt x="104623" y="26753"/>
                  </a:lnTo>
                  <a:lnTo>
                    <a:pt x="102712" y="24842"/>
                  </a:lnTo>
                  <a:lnTo>
                    <a:pt x="99368" y="22931"/>
                  </a:lnTo>
                  <a:lnTo>
                    <a:pt x="98412" y="21975"/>
                  </a:lnTo>
                  <a:lnTo>
                    <a:pt x="97935" y="20065"/>
                  </a:lnTo>
                  <a:lnTo>
                    <a:pt x="96501" y="20542"/>
                  </a:lnTo>
                  <a:lnTo>
                    <a:pt x="96024" y="21498"/>
                  </a:lnTo>
                  <a:lnTo>
                    <a:pt x="95546" y="21975"/>
                  </a:lnTo>
                  <a:lnTo>
                    <a:pt x="94590" y="21498"/>
                  </a:lnTo>
                  <a:lnTo>
                    <a:pt x="94590" y="20542"/>
                  </a:lnTo>
                  <a:lnTo>
                    <a:pt x="92679" y="20542"/>
                  </a:lnTo>
                  <a:lnTo>
                    <a:pt x="92202" y="20065"/>
                  </a:lnTo>
                  <a:lnTo>
                    <a:pt x="91724" y="19587"/>
                  </a:lnTo>
                  <a:lnTo>
                    <a:pt x="92202" y="21020"/>
                  </a:lnTo>
                  <a:lnTo>
                    <a:pt x="92202" y="21498"/>
                  </a:lnTo>
                  <a:lnTo>
                    <a:pt x="92202" y="22453"/>
                  </a:lnTo>
                  <a:lnTo>
                    <a:pt x="91724" y="22453"/>
                  </a:lnTo>
                  <a:lnTo>
                    <a:pt x="91246" y="21498"/>
                  </a:lnTo>
                  <a:lnTo>
                    <a:pt x="90291" y="21020"/>
                  </a:lnTo>
                  <a:lnTo>
                    <a:pt x="89335" y="17676"/>
                  </a:lnTo>
                  <a:lnTo>
                    <a:pt x="87424" y="15765"/>
                  </a:lnTo>
                  <a:lnTo>
                    <a:pt x="86469" y="15287"/>
                  </a:lnTo>
                  <a:lnTo>
                    <a:pt x="85513" y="15287"/>
                  </a:lnTo>
                  <a:lnTo>
                    <a:pt x="84558" y="14332"/>
                  </a:lnTo>
                  <a:lnTo>
                    <a:pt x="83125" y="13376"/>
                  </a:lnTo>
                  <a:lnTo>
                    <a:pt x="80736" y="11943"/>
                  </a:lnTo>
                  <a:lnTo>
                    <a:pt x="78347" y="10988"/>
                  </a:lnTo>
                  <a:lnTo>
                    <a:pt x="75003" y="10510"/>
                  </a:lnTo>
                  <a:lnTo>
                    <a:pt x="71182" y="10510"/>
                  </a:lnTo>
                  <a:lnTo>
                    <a:pt x="69748" y="11466"/>
                  </a:lnTo>
                  <a:lnTo>
                    <a:pt x="68793" y="11943"/>
                  </a:lnTo>
                  <a:lnTo>
                    <a:pt x="68793" y="12421"/>
                  </a:lnTo>
                  <a:lnTo>
                    <a:pt x="66404" y="13376"/>
                  </a:lnTo>
                  <a:lnTo>
                    <a:pt x="65449" y="14809"/>
                  </a:lnTo>
                  <a:lnTo>
                    <a:pt x="64971" y="16243"/>
                  </a:lnTo>
                  <a:lnTo>
                    <a:pt x="63538" y="17198"/>
                  </a:lnTo>
                  <a:lnTo>
                    <a:pt x="64971" y="18154"/>
                  </a:lnTo>
                  <a:lnTo>
                    <a:pt x="57805" y="22453"/>
                  </a:lnTo>
                  <a:lnTo>
                    <a:pt x="56372" y="23409"/>
                  </a:lnTo>
                  <a:lnTo>
                    <a:pt x="53028" y="23886"/>
                  </a:lnTo>
                  <a:lnTo>
                    <a:pt x="52072" y="24364"/>
                  </a:lnTo>
                  <a:lnTo>
                    <a:pt x="51117" y="24842"/>
                  </a:lnTo>
                  <a:lnTo>
                    <a:pt x="50639" y="26275"/>
                  </a:lnTo>
                  <a:lnTo>
                    <a:pt x="51117" y="27708"/>
                  </a:lnTo>
                  <a:lnTo>
                    <a:pt x="52072" y="28664"/>
                  </a:lnTo>
                  <a:lnTo>
                    <a:pt x="53028" y="29141"/>
                  </a:lnTo>
                  <a:lnTo>
                    <a:pt x="54939" y="31530"/>
                  </a:lnTo>
                  <a:lnTo>
                    <a:pt x="58761" y="34874"/>
                  </a:lnTo>
                  <a:lnTo>
                    <a:pt x="59238" y="36307"/>
                  </a:lnTo>
                  <a:lnTo>
                    <a:pt x="59716" y="38218"/>
                  </a:lnTo>
                  <a:lnTo>
                    <a:pt x="58761" y="39174"/>
                  </a:lnTo>
                  <a:lnTo>
                    <a:pt x="57805" y="39174"/>
                  </a:lnTo>
                  <a:lnTo>
                    <a:pt x="54461" y="39651"/>
                  </a:lnTo>
                  <a:lnTo>
                    <a:pt x="53028" y="40129"/>
                  </a:lnTo>
                  <a:lnTo>
                    <a:pt x="52550" y="41563"/>
                  </a:lnTo>
                  <a:lnTo>
                    <a:pt x="51595" y="42040"/>
                  </a:lnTo>
                  <a:lnTo>
                    <a:pt x="46817" y="42996"/>
                  </a:lnTo>
                  <a:lnTo>
                    <a:pt x="43473" y="43473"/>
                  </a:lnTo>
                  <a:lnTo>
                    <a:pt x="42040" y="42040"/>
                  </a:lnTo>
                  <a:lnTo>
                    <a:pt x="42040" y="39174"/>
                  </a:lnTo>
                  <a:lnTo>
                    <a:pt x="39651" y="34397"/>
                  </a:lnTo>
                  <a:lnTo>
                    <a:pt x="39174" y="31052"/>
                  </a:lnTo>
                  <a:lnTo>
                    <a:pt x="38218" y="31052"/>
                  </a:lnTo>
                  <a:lnTo>
                    <a:pt x="37263" y="31530"/>
                  </a:lnTo>
                  <a:lnTo>
                    <a:pt x="36785" y="32486"/>
                  </a:lnTo>
                  <a:lnTo>
                    <a:pt x="36307" y="34874"/>
                  </a:lnTo>
                  <a:lnTo>
                    <a:pt x="35830" y="35830"/>
                  </a:lnTo>
                  <a:lnTo>
                    <a:pt x="34874" y="35830"/>
                  </a:lnTo>
                  <a:lnTo>
                    <a:pt x="32963" y="34874"/>
                  </a:lnTo>
                  <a:lnTo>
                    <a:pt x="30097" y="33919"/>
                  </a:lnTo>
                  <a:lnTo>
                    <a:pt x="26753" y="28664"/>
                  </a:lnTo>
                  <a:lnTo>
                    <a:pt x="26275" y="27708"/>
                  </a:lnTo>
                  <a:lnTo>
                    <a:pt x="25797" y="26275"/>
                  </a:lnTo>
                  <a:lnTo>
                    <a:pt x="23409" y="25798"/>
                  </a:lnTo>
                  <a:lnTo>
                    <a:pt x="21020" y="24842"/>
                  </a:lnTo>
                  <a:lnTo>
                    <a:pt x="18631" y="24842"/>
                  </a:lnTo>
                  <a:lnTo>
                    <a:pt x="17198" y="25320"/>
                  </a:lnTo>
                  <a:lnTo>
                    <a:pt x="16243" y="24842"/>
                  </a:lnTo>
                  <a:lnTo>
                    <a:pt x="15765" y="23409"/>
                  </a:lnTo>
                  <a:lnTo>
                    <a:pt x="13376" y="23886"/>
                  </a:lnTo>
                  <a:lnTo>
                    <a:pt x="10032" y="23886"/>
                  </a:lnTo>
                  <a:lnTo>
                    <a:pt x="7166" y="22931"/>
                  </a:lnTo>
                  <a:lnTo>
                    <a:pt x="4777" y="23409"/>
                  </a:lnTo>
                  <a:lnTo>
                    <a:pt x="3344" y="24364"/>
                  </a:lnTo>
                  <a:lnTo>
                    <a:pt x="3344" y="27231"/>
                  </a:lnTo>
                  <a:lnTo>
                    <a:pt x="2866" y="2770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0" name="Freeform 5159">
              <a:extLst>
                <a:ext uri="{FF2B5EF4-FFF2-40B4-BE49-F238E27FC236}">
                  <a16:creationId xmlns:a16="http://schemas.microsoft.com/office/drawing/2014/main" id="{101D4B49-F227-0F1B-E580-DB4F9EFC598D}"/>
                </a:ext>
              </a:extLst>
            </p:cNvPr>
            <p:cNvSpPr/>
            <p:nvPr/>
          </p:nvSpPr>
          <p:spPr>
            <a:xfrm>
              <a:off x="4251008" y="4563391"/>
              <a:ext cx="1911" cy="1911"/>
            </a:xfrm>
            <a:custGeom>
              <a:avLst/>
              <a:gdLst>
                <a:gd name="csX0" fmla="*/ 1911 w 1911"/>
                <a:gd name="csY0" fmla="*/ 956 h 1911"/>
                <a:gd name="csX1" fmla="*/ 1911 w 1911"/>
                <a:gd name="csY1" fmla="*/ 1911 h 1911"/>
                <a:gd name="csX2" fmla="*/ 0 w 1911"/>
                <a:gd name="csY2" fmla="*/ 0 h 1911"/>
                <a:gd name="csX3" fmla="*/ 956 w 1911"/>
                <a:gd name="csY3" fmla="*/ 0 h 1911"/>
                <a:gd name="csX4" fmla="*/ 1433 w 1911"/>
                <a:gd name="csY4" fmla="*/ 0 h 1911"/>
                <a:gd name="csX5" fmla="*/ 1911 w 1911"/>
                <a:gd name="csY5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1911">
                  <a:moveTo>
                    <a:pt x="1911" y="956"/>
                  </a:moveTo>
                  <a:lnTo>
                    <a:pt x="1911" y="1911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1" name="Freeform 5160">
              <a:extLst>
                <a:ext uri="{FF2B5EF4-FFF2-40B4-BE49-F238E27FC236}">
                  <a16:creationId xmlns:a16="http://schemas.microsoft.com/office/drawing/2014/main" id="{0170E634-B910-8D76-1579-254633F578BE}"/>
                </a:ext>
              </a:extLst>
            </p:cNvPr>
            <p:cNvSpPr/>
            <p:nvPr/>
          </p:nvSpPr>
          <p:spPr>
            <a:xfrm>
              <a:off x="4317890" y="4581067"/>
              <a:ext cx="2388" cy="4299"/>
            </a:xfrm>
            <a:custGeom>
              <a:avLst/>
              <a:gdLst>
                <a:gd name="csX0" fmla="*/ 1433 w 2388"/>
                <a:gd name="csY0" fmla="*/ 3344 h 4299"/>
                <a:gd name="csX1" fmla="*/ 956 w 2388"/>
                <a:gd name="csY1" fmla="*/ 4300 h 4299"/>
                <a:gd name="csX2" fmla="*/ 0 w 2388"/>
                <a:gd name="csY2" fmla="*/ 2389 h 4299"/>
                <a:gd name="csX3" fmla="*/ 0 w 2388"/>
                <a:gd name="csY3" fmla="*/ 1911 h 4299"/>
                <a:gd name="csX4" fmla="*/ 0 w 2388"/>
                <a:gd name="csY4" fmla="*/ 478 h 4299"/>
                <a:gd name="csX5" fmla="*/ 956 w 2388"/>
                <a:gd name="csY5" fmla="*/ 0 h 4299"/>
                <a:gd name="csX6" fmla="*/ 1433 w 2388"/>
                <a:gd name="csY6" fmla="*/ 0 h 4299"/>
                <a:gd name="csX7" fmla="*/ 1911 w 2388"/>
                <a:gd name="csY7" fmla="*/ 478 h 4299"/>
                <a:gd name="csX8" fmla="*/ 2389 w 2388"/>
                <a:gd name="csY8" fmla="*/ 1911 h 4299"/>
                <a:gd name="csX9" fmla="*/ 1911 w 2388"/>
                <a:gd name="csY9" fmla="*/ 2867 h 4299"/>
                <a:gd name="csX10" fmla="*/ 1433 w 2388"/>
                <a:gd name="csY10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4299">
                  <a:moveTo>
                    <a:pt x="1433" y="3344"/>
                  </a:moveTo>
                  <a:lnTo>
                    <a:pt x="956" y="4300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389" y="1911"/>
                  </a:lnTo>
                  <a:lnTo>
                    <a:pt x="1911" y="2867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2" name="Freeform 5161">
              <a:extLst>
                <a:ext uri="{FF2B5EF4-FFF2-40B4-BE49-F238E27FC236}">
                  <a16:creationId xmlns:a16="http://schemas.microsoft.com/office/drawing/2014/main" id="{12487A73-3C19-E40D-1CFD-94481D6991F4}"/>
                </a:ext>
              </a:extLst>
            </p:cNvPr>
            <p:cNvSpPr/>
            <p:nvPr/>
          </p:nvSpPr>
          <p:spPr>
            <a:xfrm>
              <a:off x="4314546" y="4583934"/>
              <a:ext cx="1433" cy="1910"/>
            </a:xfrm>
            <a:custGeom>
              <a:avLst/>
              <a:gdLst>
                <a:gd name="csX0" fmla="*/ 1433 w 1433"/>
                <a:gd name="csY0" fmla="*/ 955 h 1910"/>
                <a:gd name="csX1" fmla="*/ 478 w 1433"/>
                <a:gd name="csY1" fmla="*/ 1911 h 1910"/>
                <a:gd name="csX2" fmla="*/ 0 w 1433"/>
                <a:gd name="csY2" fmla="*/ 955 h 1910"/>
                <a:gd name="csX3" fmla="*/ 478 w 1433"/>
                <a:gd name="csY3" fmla="*/ 0 h 1910"/>
                <a:gd name="csX4" fmla="*/ 956 w 1433"/>
                <a:gd name="csY4" fmla="*/ 0 h 1910"/>
                <a:gd name="csX5" fmla="*/ 1433 w 1433"/>
                <a:gd name="csY5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1910">
                  <a:moveTo>
                    <a:pt x="1433" y="955"/>
                  </a:moveTo>
                  <a:lnTo>
                    <a:pt x="478" y="1911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3" name="Freeform 5162">
              <a:extLst>
                <a:ext uri="{FF2B5EF4-FFF2-40B4-BE49-F238E27FC236}">
                  <a16:creationId xmlns:a16="http://schemas.microsoft.com/office/drawing/2014/main" id="{DCFA0244-2A03-EA4F-4BF4-D2F00837B607}"/>
                </a:ext>
              </a:extLst>
            </p:cNvPr>
            <p:cNvSpPr/>
            <p:nvPr/>
          </p:nvSpPr>
          <p:spPr>
            <a:xfrm>
              <a:off x="4260562" y="4596354"/>
              <a:ext cx="4777" cy="5254"/>
            </a:xfrm>
            <a:custGeom>
              <a:avLst/>
              <a:gdLst>
                <a:gd name="csX0" fmla="*/ 4777 w 4777"/>
                <a:gd name="csY0" fmla="*/ 5255 h 5254"/>
                <a:gd name="csX1" fmla="*/ 3822 w 4777"/>
                <a:gd name="csY1" fmla="*/ 5255 h 5254"/>
                <a:gd name="csX2" fmla="*/ 1433 w 4777"/>
                <a:gd name="csY2" fmla="*/ 4777 h 5254"/>
                <a:gd name="csX3" fmla="*/ 0 w 4777"/>
                <a:gd name="csY3" fmla="*/ 3344 h 5254"/>
                <a:gd name="csX4" fmla="*/ 0 w 4777"/>
                <a:gd name="csY4" fmla="*/ 2866 h 5254"/>
                <a:gd name="csX5" fmla="*/ 0 w 4777"/>
                <a:gd name="csY5" fmla="*/ 1911 h 5254"/>
                <a:gd name="csX6" fmla="*/ 956 w 4777"/>
                <a:gd name="csY6" fmla="*/ 478 h 5254"/>
                <a:gd name="csX7" fmla="*/ 1911 w 4777"/>
                <a:gd name="csY7" fmla="*/ 0 h 5254"/>
                <a:gd name="csX8" fmla="*/ 2389 w 4777"/>
                <a:gd name="csY8" fmla="*/ 0 h 5254"/>
                <a:gd name="csX9" fmla="*/ 3344 w 4777"/>
                <a:gd name="csY9" fmla="*/ 1911 h 5254"/>
                <a:gd name="csX10" fmla="*/ 2867 w 4777"/>
                <a:gd name="csY10" fmla="*/ 2389 h 5254"/>
                <a:gd name="csX11" fmla="*/ 2867 w 4777"/>
                <a:gd name="csY11" fmla="*/ 3822 h 5254"/>
                <a:gd name="csX12" fmla="*/ 4777 w 4777"/>
                <a:gd name="csY12" fmla="*/ 4300 h 5254"/>
                <a:gd name="csX13" fmla="*/ 4777 w 4777"/>
                <a:gd name="csY13" fmla="*/ 52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777" h="5254">
                  <a:moveTo>
                    <a:pt x="4777" y="5255"/>
                  </a:moveTo>
                  <a:lnTo>
                    <a:pt x="3822" y="5255"/>
                  </a:lnTo>
                  <a:lnTo>
                    <a:pt x="1433" y="4777"/>
                  </a:lnTo>
                  <a:lnTo>
                    <a:pt x="0" y="3344"/>
                  </a:lnTo>
                  <a:lnTo>
                    <a:pt x="0" y="2866"/>
                  </a:lnTo>
                  <a:lnTo>
                    <a:pt x="0" y="1911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3344" y="1911"/>
                  </a:lnTo>
                  <a:lnTo>
                    <a:pt x="2867" y="2389"/>
                  </a:lnTo>
                  <a:lnTo>
                    <a:pt x="2867" y="3822"/>
                  </a:lnTo>
                  <a:lnTo>
                    <a:pt x="4777" y="4300"/>
                  </a:lnTo>
                  <a:lnTo>
                    <a:pt x="4777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" name="Freeform 5163">
              <a:extLst>
                <a:ext uri="{FF2B5EF4-FFF2-40B4-BE49-F238E27FC236}">
                  <a16:creationId xmlns:a16="http://schemas.microsoft.com/office/drawing/2014/main" id="{1AB9EC6D-189F-4697-42A8-BE3BAE369D50}"/>
                </a:ext>
              </a:extLst>
            </p:cNvPr>
            <p:cNvSpPr/>
            <p:nvPr/>
          </p:nvSpPr>
          <p:spPr>
            <a:xfrm>
              <a:off x="4270595" y="4735374"/>
              <a:ext cx="250807" cy="336799"/>
            </a:xfrm>
            <a:custGeom>
              <a:avLst/>
              <a:gdLst>
                <a:gd name="csX0" fmla="*/ 214023 w 250807"/>
                <a:gd name="csY0" fmla="*/ 170549 h 336799"/>
                <a:gd name="csX1" fmla="*/ 214023 w 250807"/>
                <a:gd name="csY1" fmla="*/ 170549 h 336799"/>
                <a:gd name="csX2" fmla="*/ 213545 w 250807"/>
                <a:gd name="csY2" fmla="*/ 171505 h 336799"/>
                <a:gd name="csX3" fmla="*/ 213067 w 250807"/>
                <a:gd name="csY3" fmla="*/ 172461 h 336799"/>
                <a:gd name="csX4" fmla="*/ 213067 w 250807"/>
                <a:gd name="csY4" fmla="*/ 173894 h 336799"/>
                <a:gd name="csX5" fmla="*/ 213545 w 250807"/>
                <a:gd name="csY5" fmla="*/ 175327 h 336799"/>
                <a:gd name="csX6" fmla="*/ 213067 w 250807"/>
                <a:gd name="csY6" fmla="*/ 176760 h 336799"/>
                <a:gd name="csX7" fmla="*/ 212112 w 250807"/>
                <a:gd name="csY7" fmla="*/ 177715 h 336799"/>
                <a:gd name="csX8" fmla="*/ 212112 w 250807"/>
                <a:gd name="csY8" fmla="*/ 180104 h 336799"/>
                <a:gd name="csX9" fmla="*/ 212112 w 250807"/>
                <a:gd name="csY9" fmla="*/ 184404 h 336799"/>
                <a:gd name="csX10" fmla="*/ 212112 w 250807"/>
                <a:gd name="csY10" fmla="*/ 187270 h 336799"/>
                <a:gd name="csX11" fmla="*/ 212112 w 250807"/>
                <a:gd name="csY11" fmla="*/ 191570 h 336799"/>
                <a:gd name="csX12" fmla="*/ 212112 w 250807"/>
                <a:gd name="csY12" fmla="*/ 196347 h 336799"/>
                <a:gd name="csX13" fmla="*/ 212112 w 250807"/>
                <a:gd name="csY13" fmla="*/ 199213 h 336799"/>
                <a:gd name="csX14" fmla="*/ 212590 w 250807"/>
                <a:gd name="csY14" fmla="*/ 199213 h 336799"/>
                <a:gd name="csX15" fmla="*/ 213067 w 250807"/>
                <a:gd name="csY15" fmla="*/ 198736 h 336799"/>
                <a:gd name="csX16" fmla="*/ 213067 w 250807"/>
                <a:gd name="csY16" fmla="*/ 198736 h 336799"/>
                <a:gd name="csX17" fmla="*/ 214500 w 250807"/>
                <a:gd name="csY17" fmla="*/ 198258 h 336799"/>
                <a:gd name="csX18" fmla="*/ 215933 w 250807"/>
                <a:gd name="csY18" fmla="*/ 199691 h 336799"/>
                <a:gd name="csX19" fmla="*/ 217367 w 250807"/>
                <a:gd name="csY19" fmla="*/ 200169 h 336799"/>
                <a:gd name="csX20" fmla="*/ 217367 w 250807"/>
                <a:gd name="csY20" fmla="*/ 200169 h 336799"/>
                <a:gd name="csX21" fmla="*/ 218322 w 250807"/>
                <a:gd name="csY21" fmla="*/ 200646 h 336799"/>
                <a:gd name="csX22" fmla="*/ 219278 w 250807"/>
                <a:gd name="csY22" fmla="*/ 200169 h 336799"/>
                <a:gd name="csX23" fmla="*/ 220711 w 250807"/>
                <a:gd name="csY23" fmla="*/ 200169 h 336799"/>
                <a:gd name="csX24" fmla="*/ 223577 w 250807"/>
                <a:gd name="csY24" fmla="*/ 198736 h 336799"/>
                <a:gd name="csX25" fmla="*/ 223577 w 250807"/>
                <a:gd name="csY25" fmla="*/ 198736 h 336799"/>
                <a:gd name="csX26" fmla="*/ 225966 w 250807"/>
                <a:gd name="csY26" fmla="*/ 197780 h 336799"/>
                <a:gd name="csX27" fmla="*/ 225966 w 250807"/>
                <a:gd name="csY27" fmla="*/ 197780 h 336799"/>
                <a:gd name="csX28" fmla="*/ 228355 w 250807"/>
                <a:gd name="csY28" fmla="*/ 197780 h 336799"/>
                <a:gd name="csX29" fmla="*/ 231221 w 250807"/>
                <a:gd name="csY29" fmla="*/ 198258 h 336799"/>
                <a:gd name="csX30" fmla="*/ 231699 w 250807"/>
                <a:gd name="csY30" fmla="*/ 198258 h 336799"/>
                <a:gd name="csX31" fmla="*/ 233132 w 250807"/>
                <a:gd name="csY31" fmla="*/ 198258 h 336799"/>
                <a:gd name="csX32" fmla="*/ 235998 w 250807"/>
                <a:gd name="csY32" fmla="*/ 202557 h 336799"/>
                <a:gd name="csX33" fmla="*/ 237431 w 250807"/>
                <a:gd name="csY33" fmla="*/ 205424 h 336799"/>
                <a:gd name="csX34" fmla="*/ 239820 w 250807"/>
                <a:gd name="csY34" fmla="*/ 208768 h 336799"/>
                <a:gd name="csX35" fmla="*/ 241253 w 250807"/>
                <a:gd name="csY35" fmla="*/ 211156 h 336799"/>
                <a:gd name="csX36" fmla="*/ 244120 w 250807"/>
                <a:gd name="csY36" fmla="*/ 215456 h 336799"/>
                <a:gd name="csX37" fmla="*/ 246031 w 250807"/>
                <a:gd name="csY37" fmla="*/ 218800 h 336799"/>
                <a:gd name="csX38" fmla="*/ 248419 w 250807"/>
                <a:gd name="csY38" fmla="*/ 222622 h 336799"/>
                <a:gd name="csX39" fmla="*/ 250808 w 250807"/>
                <a:gd name="csY39" fmla="*/ 226921 h 336799"/>
                <a:gd name="csX40" fmla="*/ 250330 w 250807"/>
                <a:gd name="csY40" fmla="*/ 227877 h 336799"/>
                <a:gd name="csX41" fmla="*/ 249375 w 250807"/>
                <a:gd name="csY41" fmla="*/ 228833 h 336799"/>
                <a:gd name="csX42" fmla="*/ 249375 w 250807"/>
                <a:gd name="csY42" fmla="*/ 230266 h 336799"/>
                <a:gd name="csX43" fmla="*/ 248419 w 250807"/>
                <a:gd name="csY43" fmla="*/ 231221 h 336799"/>
                <a:gd name="csX44" fmla="*/ 247464 w 250807"/>
                <a:gd name="csY44" fmla="*/ 231699 h 336799"/>
                <a:gd name="csX45" fmla="*/ 246031 w 250807"/>
                <a:gd name="csY45" fmla="*/ 232654 h 336799"/>
                <a:gd name="csX46" fmla="*/ 245075 w 250807"/>
                <a:gd name="csY46" fmla="*/ 234087 h 336799"/>
                <a:gd name="csX47" fmla="*/ 245075 w 250807"/>
                <a:gd name="csY47" fmla="*/ 235521 h 336799"/>
                <a:gd name="csX48" fmla="*/ 245553 w 250807"/>
                <a:gd name="csY48" fmla="*/ 243164 h 336799"/>
                <a:gd name="csX49" fmla="*/ 245075 w 250807"/>
                <a:gd name="csY49" fmla="*/ 245553 h 336799"/>
                <a:gd name="csX50" fmla="*/ 244597 w 250807"/>
                <a:gd name="csY50" fmla="*/ 246986 h 336799"/>
                <a:gd name="csX51" fmla="*/ 243642 w 250807"/>
                <a:gd name="csY51" fmla="*/ 247942 h 336799"/>
                <a:gd name="csX52" fmla="*/ 243164 w 250807"/>
                <a:gd name="csY52" fmla="*/ 248897 h 336799"/>
                <a:gd name="csX53" fmla="*/ 244120 w 250807"/>
                <a:gd name="csY53" fmla="*/ 250808 h 336799"/>
                <a:gd name="csX54" fmla="*/ 245075 w 250807"/>
                <a:gd name="csY54" fmla="*/ 254152 h 336799"/>
                <a:gd name="csX55" fmla="*/ 246031 w 250807"/>
                <a:gd name="csY55" fmla="*/ 255108 h 336799"/>
                <a:gd name="csX56" fmla="*/ 246986 w 250807"/>
                <a:gd name="csY56" fmla="*/ 256541 h 336799"/>
                <a:gd name="csX57" fmla="*/ 247464 w 250807"/>
                <a:gd name="csY57" fmla="*/ 257974 h 336799"/>
                <a:gd name="csX58" fmla="*/ 246986 w 250807"/>
                <a:gd name="csY58" fmla="*/ 258452 h 336799"/>
                <a:gd name="csX59" fmla="*/ 245553 w 250807"/>
                <a:gd name="csY59" fmla="*/ 258929 h 336799"/>
                <a:gd name="csX60" fmla="*/ 244597 w 250807"/>
                <a:gd name="csY60" fmla="*/ 259885 h 336799"/>
                <a:gd name="csX61" fmla="*/ 244597 w 250807"/>
                <a:gd name="csY61" fmla="*/ 261796 h 336799"/>
                <a:gd name="csX62" fmla="*/ 243642 w 250807"/>
                <a:gd name="csY62" fmla="*/ 262751 h 336799"/>
                <a:gd name="csX63" fmla="*/ 242209 w 250807"/>
                <a:gd name="csY63" fmla="*/ 263707 h 336799"/>
                <a:gd name="csX64" fmla="*/ 241731 w 250807"/>
                <a:gd name="csY64" fmla="*/ 264662 h 336799"/>
                <a:gd name="csX65" fmla="*/ 240775 w 250807"/>
                <a:gd name="csY65" fmla="*/ 265618 h 336799"/>
                <a:gd name="csX66" fmla="*/ 240298 w 250807"/>
                <a:gd name="csY66" fmla="*/ 266095 h 336799"/>
                <a:gd name="csX67" fmla="*/ 239820 w 250807"/>
                <a:gd name="csY67" fmla="*/ 267529 h 336799"/>
                <a:gd name="csX68" fmla="*/ 239342 w 250807"/>
                <a:gd name="csY68" fmla="*/ 268484 h 336799"/>
                <a:gd name="csX69" fmla="*/ 237431 w 250807"/>
                <a:gd name="csY69" fmla="*/ 269440 h 336799"/>
                <a:gd name="csX70" fmla="*/ 237431 w 250807"/>
                <a:gd name="csY70" fmla="*/ 271351 h 336799"/>
                <a:gd name="csX71" fmla="*/ 237431 w 250807"/>
                <a:gd name="csY71" fmla="*/ 272784 h 336799"/>
                <a:gd name="csX72" fmla="*/ 238387 w 250807"/>
                <a:gd name="csY72" fmla="*/ 274217 h 336799"/>
                <a:gd name="csX73" fmla="*/ 241253 w 250807"/>
                <a:gd name="csY73" fmla="*/ 277083 h 336799"/>
                <a:gd name="csX74" fmla="*/ 241253 w 250807"/>
                <a:gd name="csY74" fmla="*/ 278039 h 336799"/>
                <a:gd name="csX75" fmla="*/ 239820 w 250807"/>
                <a:gd name="csY75" fmla="*/ 279472 h 336799"/>
                <a:gd name="csX76" fmla="*/ 238865 w 250807"/>
                <a:gd name="csY76" fmla="*/ 280905 h 336799"/>
                <a:gd name="csX77" fmla="*/ 236476 w 250807"/>
                <a:gd name="csY77" fmla="*/ 284727 h 336799"/>
                <a:gd name="csX78" fmla="*/ 236476 w 250807"/>
                <a:gd name="csY78" fmla="*/ 285682 h 336799"/>
                <a:gd name="csX79" fmla="*/ 236954 w 250807"/>
                <a:gd name="csY79" fmla="*/ 287116 h 336799"/>
                <a:gd name="csX80" fmla="*/ 240298 w 250807"/>
                <a:gd name="csY80" fmla="*/ 295237 h 336799"/>
                <a:gd name="csX81" fmla="*/ 241253 w 250807"/>
                <a:gd name="csY81" fmla="*/ 295715 h 336799"/>
                <a:gd name="csX82" fmla="*/ 242209 w 250807"/>
                <a:gd name="csY82" fmla="*/ 296192 h 336799"/>
                <a:gd name="csX83" fmla="*/ 244120 w 250807"/>
                <a:gd name="csY83" fmla="*/ 296192 h 336799"/>
                <a:gd name="csX84" fmla="*/ 246508 w 250807"/>
                <a:gd name="csY84" fmla="*/ 297148 h 336799"/>
                <a:gd name="csX85" fmla="*/ 247941 w 250807"/>
                <a:gd name="csY85" fmla="*/ 298103 h 336799"/>
                <a:gd name="csX86" fmla="*/ 247941 w 250807"/>
                <a:gd name="csY86" fmla="*/ 298581 h 336799"/>
                <a:gd name="csX87" fmla="*/ 247464 w 250807"/>
                <a:gd name="csY87" fmla="*/ 299059 h 336799"/>
                <a:gd name="csX88" fmla="*/ 246031 w 250807"/>
                <a:gd name="csY88" fmla="*/ 299536 h 336799"/>
                <a:gd name="csX89" fmla="*/ 244597 w 250807"/>
                <a:gd name="csY89" fmla="*/ 300492 h 336799"/>
                <a:gd name="csX90" fmla="*/ 244120 w 250807"/>
                <a:gd name="csY90" fmla="*/ 300970 h 336799"/>
                <a:gd name="csX91" fmla="*/ 244120 w 250807"/>
                <a:gd name="csY91" fmla="*/ 302403 h 336799"/>
                <a:gd name="csX92" fmla="*/ 244597 w 250807"/>
                <a:gd name="csY92" fmla="*/ 304314 h 336799"/>
                <a:gd name="csX93" fmla="*/ 243642 w 250807"/>
                <a:gd name="csY93" fmla="*/ 304792 h 336799"/>
                <a:gd name="csX94" fmla="*/ 242209 w 250807"/>
                <a:gd name="csY94" fmla="*/ 305747 h 336799"/>
                <a:gd name="csX95" fmla="*/ 240775 w 250807"/>
                <a:gd name="csY95" fmla="*/ 306702 h 336799"/>
                <a:gd name="csX96" fmla="*/ 239342 w 250807"/>
                <a:gd name="csY96" fmla="*/ 308613 h 336799"/>
                <a:gd name="csX97" fmla="*/ 237431 w 250807"/>
                <a:gd name="csY97" fmla="*/ 311002 h 336799"/>
                <a:gd name="csX98" fmla="*/ 237431 w 250807"/>
                <a:gd name="csY98" fmla="*/ 311002 h 336799"/>
                <a:gd name="csX99" fmla="*/ 236476 w 250807"/>
                <a:gd name="csY99" fmla="*/ 311958 h 336799"/>
                <a:gd name="csX100" fmla="*/ 235998 w 250807"/>
                <a:gd name="csY100" fmla="*/ 312913 h 336799"/>
                <a:gd name="csX101" fmla="*/ 235043 w 250807"/>
                <a:gd name="csY101" fmla="*/ 312913 h 336799"/>
                <a:gd name="csX102" fmla="*/ 232176 w 250807"/>
                <a:gd name="csY102" fmla="*/ 314824 h 336799"/>
                <a:gd name="csX103" fmla="*/ 232176 w 250807"/>
                <a:gd name="csY103" fmla="*/ 315779 h 336799"/>
                <a:gd name="csX104" fmla="*/ 232176 w 250807"/>
                <a:gd name="csY104" fmla="*/ 316735 h 336799"/>
                <a:gd name="csX105" fmla="*/ 233610 w 250807"/>
                <a:gd name="csY105" fmla="*/ 317212 h 336799"/>
                <a:gd name="csX106" fmla="*/ 234565 w 250807"/>
                <a:gd name="csY106" fmla="*/ 318646 h 336799"/>
                <a:gd name="csX107" fmla="*/ 234565 w 250807"/>
                <a:gd name="csY107" fmla="*/ 319601 h 336799"/>
                <a:gd name="csX108" fmla="*/ 234565 w 250807"/>
                <a:gd name="csY108" fmla="*/ 320557 h 336799"/>
                <a:gd name="csX109" fmla="*/ 234565 w 250807"/>
                <a:gd name="csY109" fmla="*/ 320557 h 336799"/>
                <a:gd name="csX110" fmla="*/ 234565 w 250807"/>
                <a:gd name="csY110" fmla="*/ 320557 h 336799"/>
                <a:gd name="csX111" fmla="*/ 233132 w 250807"/>
                <a:gd name="csY111" fmla="*/ 321990 h 336799"/>
                <a:gd name="csX112" fmla="*/ 231221 w 250807"/>
                <a:gd name="csY112" fmla="*/ 323423 h 336799"/>
                <a:gd name="csX113" fmla="*/ 228832 w 250807"/>
                <a:gd name="csY113" fmla="*/ 323423 h 336799"/>
                <a:gd name="csX114" fmla="*/ 227877 w 250807"/>
                <a:gd name="csY114" fmla="*/ 324378 h 336799"/>
                <a:gd name="csX115" fmla="*/ 227877 w 250807"/>
                <a:gd name="csY115" fmla="*/ 325812 h 336799"/>
                <a:gd name="csX116" fmla="*/ 227877 w 250807"/>
                <a:gd name="csY116" fmla="*/ 325812 h 336799"/>
                <a:gd name="csX117" fmla="*/ 228832 w 250807"/>
                <a:gd name="csY117" fmla="*/ 328200 h 336799"/>
                <a:gd name="csX118" fmla="*/ 228832 w 250807"/>
                <a:gd name="csY118" fmla="*/ 329633 h 336799"/>
                <a:gd name="csX119" fmla="*/ 228355 w 250807"/>
                <a:gd name="csY119" fmla="*/ 332022 h 336799"/>
                <a:gd name="csX120" fmla="*/ 226444 w 250807"/>
                <a:gd name="csY120" fmla="*/ 333933 h 336799"/>
                <a:gd name="csX121" fmla="*/ 223577 w 250807"/>
                <a:gd name="csY121" fmla="*/ 335366 h 336799"/>
                <a:gd name="csX122" fmla="*/ 221189 w 250807"/>
                <a:gd name="csY122" fmla="*/ 336322 h 336799"/>
                <a:gd name="csX123" fmla="*/ 219278 w 250807"/>
                <a:gd name="csY123" fmla="*/ 336322 h 336799"/>
                <a:gd name="csX124" fmla="*/ 219278 w 250807"/>
                <a:gd name="csY124" fmla="*/ 336322 h 336799"/>
                <a:gd name="csX125" fmla="*/ 217367 w 250807"/>
                <a:gd name="csY125" fmla="*/ 336322 h 336799"/>
                <a:gd name="csX126" fmla="*/ 216889 w 250807"/>
                <a:gd name="csY126" fmla="*/ 336799 h 336799"/>
                <a:gd name="csX127" fmla="*/ 214978 w 250807"/>
                <a:gd name="csY127" fmla="*/ 335366 h 336799"/>
                <a:gd name="csX128" fmla="*/ 208768 w 250807"/>
                <a:gd name="csY128" fmla="*/ 331067 h 336799"/>
                <a:gd name="csX129" fmla="*/ 206379 w 250807"/>
                <a:gd name="csY129" fmla="*/ 328678 h 336799"/>
                <a:gd name="csX130" fmla="*/ 203990 w 250807"/>
                <a:gd name="csY130" fmla="*/ 327723 h 336799"/>
                <a:gd name="csX131" fmla="*/ 198258 w 250807"/>
                <a:gd name="csY131" fmla="*/ 323901 h 336799"/>
                <a:gd name="csX132" fmla="*/ 197780 w 250807"/>
                <a:gd name="csY132" fmla="*/ 322945 h 336799"/>
                <a:gd name="csX133" fmla="*/ 197302 w 250807"/>
                <a:gd name="csY133" fmla="*/ 319124 h 336799"/>
                <a:gd name="csX134" fmla="*/ 196347 w 250807"/>
                <a:gd name="csY134" fmla="*/ 318168 h 336799"/>
                <a:gd name="csX135" fmla="*/ 194436 w 250807"/>
                <a:gd name="csY135" fmla="*/ 316735 h 336799"/>
                <a:gd name="csX136" fmla="*/ 189658 w 250807"/>
                <a:gd name="csY136" fmla="*/ 314824 h 336799"/>
                <a:gd name="csX137" fmla="*/ 187748 w 250807"/>
                <a:gd name="csY137" fmla="*/ 313868 h 336799"/>
                <a:gd name="csX138" fmla="*/ 185837 w 250807"/>
                <a:gd name="csY138" fmla="*/ 312435 h 336799"/>
                <a:gd name="csX139" fmla="*/ 182970 w 250807"/>
                <a:gd name="csY139" fmla="*/ 311002 h 336799"/>
                <a:gd name="csX140" fmla="*/ 180104 w 250807"/>
                <a:gd name="csY140" fmla="*/ 308613 h 336799"/>
                <a:gd name="csX141" fmla="*/ 178193 w 250807"/>
                <a:gd name="csY141" fmla="*/ 306702 h 336799"/>
                <a:gd name="csX142" fmla="*/ 175804 w 250807"/>
                <a:gd name="csY142" fmla="*/ 305747 h 336799"/>
                <a:gd name="csX143" fmla="*/ 169594 w 250807"/>
                <a:gd name="csY143" fmla="*/ 303836 h 336799"/>
                <a:gd name="csX144" fmla="*/ 166250 w 250807"/>
                <a:gd name="csY144" fmla="*/ 301925 h 336799"/>
                <a:gd name="csX145" fmla="*/ 160039 w 250807"/>
                <a:gd name="csY145" fmla="*/ 299536 h 336799"/>
                <a:gd name="csX146" fmla="*/ 157651 w 250807"/>
                <a:gd name="csY146" fmla="*/ 298103 h 336799"/>
                <a:gd name="csX147" fmla="*/ 150962 w 250807"/>
                <a:gd name="csY147" fmla="*/ 296192 h 336799"/>
                <a:gd name="csX148" fmla="*/ 149051 w 250807"/>
                <a:gd name="csY148" fmla="*/ 295237 h 336799"/>
                <a:gd name="csX149" fmla="*/ 142841 w 250807"/>
                <a:gd name="csY149" fmla="*/ 290460 h 336799"/>
                <a:gd name="csX150" fmla="*/ 138064 w 250807"/>
                <a:gd name="csY150" fmla="*/ 289026 h 336799"/>
                <a:gd name="csX151" fmla="*/ 134719 w 250807"/>
                <a:gd name="csY151" fmla="*/ 286638 h 336799"/>
                <a:gd name="csX152" fmla="*/ 123732 w 250807"/>
                <a:gd name="csY152" fmla="*/ 280905 h 336799"/>
                <a:gd name="csX153" fmla="*/ 121821 w 250807"/>
                <a:gd name="csY153" fmla="*/ 279472 h 336799"/>
                <a:gd name="csX154" fmla="*/ 120388 w 250807"/>
                <a:gd name="csY154" fmla="*/ 276605 h 336799"/>
                <a:gd name="csX155" fmla="*/ 117999 w 250807"/>
                <a:gd name="csY155" fmla="*/ 275172 h 336799"/>
                <a:gd name="csX156" fmla="*/ 115133 w 250807"/>
                <a:gd name="csY156" fmla="*/ 271351 h 336799"/>
                <a:gd name="csX157" fmla="*/ 111311 w 250807"/>
                <a:gd name="csY157" fmla="*/ 269440 h 336799"/>
                <a:gd name="csX158" fmla="*/ 107489 w 250807"/>
                <a:gd name="csY158" fmla="*/ 266573 h 336799"/>
                <a:gd name="csX159" fmla="*/ 106056 w 250807"/>
                <a:gd name="csY159" fmla="*/ 264185 h 336799"/>
                <a:gd name="csX160" fmla="*/ 103189 w 250807"/>
                <a:gd name="csY160" fmla="*/ 260840 h 336799"/>
                <a:gd name="csX161" fmla="*/ 102712 w 250807"/>
                <a:gd name="csY161" fmla="*/ 258929 h 336799"/>
                <a:gd name="csX162" fmla="*/ 100323 w 250807"/>
                <a:gd name="csY162" fmla="*/ 257019 h 336799"/>
                <a:gd name="csX163" fmla="*/ 99845 w 250807"/>
                <a:gd name="csY163" fmla="*/ 253675 h 336799"/>
                <a:gd name="csX164" fmla="*/ 98412 w 250807"/>
                <a:gd name="csY164" fmla="*/ 252241 h 336799"/>
                <a:gd name="csX165" fmla="*/ 99845 w 250807"/>
                <a:gd name="csY165" fmla="*/ 251286 h 336799"/>
                <a:gd name="csX166" fmla="*/ 100801 w 250807"/>
                <a:gd name="csY166" fmla="*/ 251286 h 336799"/>
                <a:gd name="csX167" fmla="*/ 102234 w 250807"/>
                <a:gd name="csY167" fmla="*/ 245553 h 336799"/>
                <a:gd name="csX168" fmla="*/ 101756 w 250807"/>
                <a:gd name="csY168" fmla="*/ 243164 h 336799"/>
                <a:gd name="csX169" fmla="*/ 97457 w 250807"/>
                <a:gd name="csY169" fmla="*/ 238387 h 336799"/>
                <a:gd name="csX170" fmla="*/ 96024 w 250807"/>
                <a:gd name="csY170" fmla="*/ 235998 h 336799"/>
                <a:gd name="csX171" fmla="*/ 95068 w 250807"/>
                <a:gd name="csY171" fmla="*/ 232654 h 336799"/>
                <a:gd name="csX172" fmla="*/ 93157 w 250807"/>
                <a:gd name="csY172" fmla="*/ 231221 h 336799"/>
                <a:gd name="csX173" fmla="*/ 90769 w 250807"/>
                <a:gd name="csY173" fmla="*/ 227399 h 336799"/>
                <a:gd name="csX174" fmla="*/ 89335 w 250807"/>
                <a:gd name="csY174" fmla="*/ 224055 h 336799"/>
                <a:gd name="csX175" fmla="*/ 86469 w 250807"/>
                <a:gd name="csY175" fmla="*/ 221667 h 336799"/>
                <a:gd name="csX176" fmla="*/ 85513 w 250807"/>
                <a:gd name="csY176" fmla="*/ 220711 h 336799"/>
                <a:gd name="csX177" fmla="*/ 85036 w 250807"/>
                <a:gd name="csY177" fmla="*/ 219756 h 336799"/>
                <a:gd name="csX178" fmla="*/ 83125 w 250807"/>
                <a:gd name="csY178" fmla="*/ 218800 h 336799"/>
                <a:gd name="csX179" fmla="*/ 83125 w 250807"/>
                <a:gd name="csY179" fmla="*/ 216412 h 336799"/>
                <a:gd name="csX180" fmla="*/ 81692 w 250807"/>
                <a:gd name="csY180" fmla="*/ 211634 h 336799"/>
                <a:gd name="csX181" fmla="*/ 79781 w 250807"/>
                <a:gd name="csY181" fmla="*/ 209246 h 336799"/>
                <a:gd name="csX182" fmla="*/ 73570 w 250807"/>
                <a:gd name="csY182" fmla="*/ 204468 h 336799"/>
                <a:gd name="csX183" fmla="*/ 73570 w 250807"/>
                <a:gd name="csY183" fmla="*/ 202557 h 336799"/>
                <a:gd name="csX184" fmla="*/ 73093 w 250807"/>
                <a:gd name="csY184" fmla="*/ 199691 h 336799"/>
                <a:gd name="csX185" fmla="*/ 71659 w 250807"/>
                <a:gd name="csY185" fmla="*/ 196347 h 336799"/>
                <a:gd name="csX186" fmla="*/ 64493 w 250807"/>
                <a:gd name="csY186" fmla="*/ 185837 h 336799"/>
                <a:gd name="csX187" fmla="*/ 62582 w 250807"/>
                <a:gd name="csY187" fmla="*/ 182493 h 336799"/>
                <a:gd name="csX188" fmla="*/ 60671 w 250807"/>
                <a:gd name="csY188" fmla="*/ 177238 h 336799"/>
                <a:gd name="csX189" fmla="*/ 59238 w 250807"/>
                <a:gd name="csY189" fmla="*/ 174371 h 336799"/>
                <a:gd name="csX190" fmla="*/ 57328 w 250807"/>
                <a:gd name="csY190" fmla="*/ 169116 h 336799"/>
                <a:gd name="csX191" fmla="*/ 54939 w 250807"/>
                <a:gd name="csY191" fmla="*/ 165295 h 336799"/>
                <a:gd name="csX192" fmla="*/ 53028 w 250807"/>
                <a:gd name="csY192" fmla="*/ 161950 h 336799"/>
                <a:gd name="csX193" fmla="*/ 51595 w 250807"/>
                <a:gd name="csY193" fmla="*/ 157651 h 336799"/>
                <a:gd name="csX194" fmla="*/ 51117 w 250807"/>
                <a:gd name="csY194" fmla="*/ 155262 h 336799"/>
                <a:gd name="csX195" fmla="*/ 47773 w 250807"/>
                <a:gd name="csY195" fmla="*/ 151440 h 336799"/>
                <a:gd name="csX196" fmla="*/ 46340 w 250807"/>
                <a:gd name="csY196" fmla="*/ 148096 h 336799"/>
                <a:gd name="csX197" fmla="*/ 42996 w 250807"/>
                <a:gd name="csY197" fmla="*/ 145230 h 336799"/>
                <a:gd name="csX198" fmla="*/ 40129 w 250807"/>
                <a:gd name="csY198" fmla="*/ 142841 h 336799"/>
                <a:gd name="csX199" fmla="*/ 39174 w 250807"/>
                <a:gd name="csY199" fmla="*/ 141408 h 336799"/>
                <a:gd name="csX200" fmla="*/ 34874 w 250807"/>
                <a:gd name="csY200" fmla="*/ 133764 h 336799"/>
                <a:gd name="csX201" fmla="*/ 34396 w 250807"/>
                <a:gd name="csY201" fmla="*/ 131376 h 336799"/>
                <a:gd name="csX202" fmla="*/ 31530 w 250807"/>
                <a:gd name="csY202" fmla="*/ 127076 h 336799"/>
                <a:gd name="csX203" fmla="*/ 28664 w 250807"/>
                <a:gd name="csY203" fmla="*/ 124210 h 336799"/>
                <a:gd name="csX204" fmla="*/ 26753 w 250807"/>
                <a:gd name="csY204" fmla="*/ 121821 h 336799"/>
                <a:gd name="csX205" fmla="*/ 24364 w 250807"/>
                <a:gd name="csY205" fmla="*/ 119432 h 336799"/>
                <a:gd name="csX206" fmla="*/ 10510 w 250807"/>
                <a:gd name="csY206" fmla="*/ 112744 h 336799"/>
                <a:gd name="csX207" fmla="*/ 5733 w 250807"/>
                <a:gd name="csY207" fmla="*/ 110356 h 336799"/>
                <a:gd name="csX208" fmla="*/ 3822 w 250807"/>
                <a:gd name="csY208" fmla="*/ 108923 h 336799"/>
                <a:gd name="csX209" fmla="*/ 3344 w 250807"/>
                <a:gd name="csY209" fmla="*/ 107012 h 336799"/>
                <a:gd name="csX210" fmla="*/ 3344 w 250807"/>
                <a:gd name="csY210" fmla="*/ 105578 h 336799"/>
                <a:gd name="csX211" fmla="*/ 4777 w 250807"/>
                <a:gd name="csY211" fmla="*/ 104623 h 336799"/>
                <a:gd name="csX212" fmla="*/ 7166 w 250807"/>
                <a:gd name="csY212" fmla="*/ 105100 h 336799"/>
                <a:gd name="csX213" fmla="*/ 8121 w 250807"/>
                <a:gd name="csY213" fmla="*/ 105100 h 336799"/>
                <a:gd name="csX214" fmla="*/ 9077 w 250807"/>
                <a:gd name="csY214" fmla="*/ 103190 h 336799"/>
                <a:gd name="csX215" fmla="*/ 9077 w 250807"/>
                <a:gd name="csY215" fmla="*/ 101279 h 336799"/>
                <a:gd name="csX216" fmla="*/ 8121 w 250807"/>
                <a:gd name="csY216" fmla="*/ 98412 h 336799"/>
                <a:gd name="csX217" fmla="*/ 3344 w 250807"/>
                <a:gd name="csY217" fmla="*/ 92680 h 336799"/>
                <a:gd name="csX218" fmla="*/ 3822 w 250807"/>
                <a:gd name="csY218" fmla="*/ 91724 h 336799"/>
                <a:gd name="csX219" fmla="*/ 4777 w 250807"/>
                <a:gd name="csY219" fmla="*/ 90291 h 336799"/>
                <a:gd name="csX220" fmla="*/ 2866 w 250807"/>
                <a:gd name="csY220" fmla="*/ 87425 h 336799"/>
                <a:gd name="csX221" fmla="*/ 955 w 250807"/>
                <a:gd name="csY221" fmla="*/ 85514 h 336799"/>
                <a:gd name="csX222" fmla="*/ 0 w 250807"/>
                <a:gd name="csY222" fmla="*/ 83603 h 336799"/>
                <a:gd name="csX223" fmla="*/ 1433 w 250807"/>
                <a:gd name="csY223" fmla="*/ 77392 h 336799"/>
                <a:gd name="csX224" fmla="*/ 2389 w 250807"/>
                <a:gd name="csY224" fmla="*/ 75959 h 336799"/>
                <a:gd name="csX225" fmla="*/ 9077 w 250807"/>
                <a:gd name="csY225" fmla="*/ 69271 h 336799"/>
                <a:gd name="csX226" fmla="*/ 10988 w 250807"/>
                <a:gd name="csY226" fmla="*/ 66405 h 336799"/>
                <a:gd name="csX227" fmla="*/ 13854 w 250807"/>
                <a:gd name="csY227" fmla="*/ 64971 h 336799"/>
                <a:gd name="csX228" fmla="*/ 16721 w 250807"/>
                <a:gd name="csY228" fmla="*/ 62583 h 336799"/>
                <a:gd name="csX229" fmla="*/ 20064 w 250807"/>
                <a:gd name="csY229" fmla="*/ 60672 h 336799"/>
                <a:gd name="csX230" fmla="*/ 20542 w 250807"/>
                <a:gd name="csY230" fmla="*/ 60672 h 336799"/>
                <a:gd name="csX231" fmla="*/ 21020 w 250807"/>
                <a:gd name="csY231" fmla="*/ 61150 h 336799"/>
                <a:gd name="csX232" fmla="*/ 21020 w 250807"/>
                <a:gd name="csY232" fmla="*/ 61150 h 336799"/>
                <a:gd name="csX233" fmla="*/ 21020 w 250807"/>
                <a:gd name="csY233" fmla="*/ 61627 h 336799"/>
                <a:gd name="csX234" fmla="*/ 21498 w 250807"/>
                <a:gd name="csY234" fmla="*/ 62583 h 336799"/>
                <a:gd name="csX235" fmla="*/ 21975 w 250807"/>
                <a:gd name="csY235" fmla="*/ 63060 h 336799"/>
                <a:gd name="csX236" fmla="*/ 21975 w 250807"/>
                <a:gd name="csY236" fmla="*/ 64016 h 336799"/>
                <a:gd name="csX237" fmla="*/ 22453 w 250807"/>
                <a:gd name="csY237" fmla="*/ 64493 h 336799"/>
                <a:gd name="csX238" fmla="*/ 22453 w 250807"/>
                <a:gd name="csY238" fmla="*/ 64493 h 336799"/>
                <a:gd name="csX239" fmla="*/ 22453 w 250807"/>
                <a:gd name="csY239" fmla="*/ 65449 h 336799"/>
                <a:gd name="csX240" fmla="*/ 22453 w 250807"/>
                <a:gd name="csY240" fmla="*/ 66405 h 336799"/>
                <a:gd name="csX241" fmla="*/ 21975 w 250807"/>
                <a:gd name="csY241" fmla="*/ 66882 h 336799"/>
                <a:gd name="csX242" fmla="*/ 22453 w 250807"/>
                <a:gd name="csY242" fmla="*/ 67838 h 336799"/>
                <a:gd name="csX243" fmla="*/ 22931 w 250807"/>
                <a:gd name="csY243" fmla="*/ 68793 h 336799"/>
                <a:gd name="csX244" fmla="*/ 22931 w 250807"/>
                <a:gd name="csY244" fmla="*/ 69271 h 336799"/>
                <a:gd name="csX245" fmla="*/ 22931 w 250807"/>
                <a:gd name="csY245" fmla="*/ 69749 h 336799"/>
                <a:gd name="csX246" fmla="*/ 21975 w 250807"/>
                <a:gd name="csY246" fmla="*/ 70226 h 336799"/>
                <a:gd name="csX247" fmla="*/ 21498 w 250807"/>
                <a:gd name="csY247" fmla="*/ 70704 h 336799"/>
                <a:gd name="csX248" fmla="*/ 20542 w 250807"/>
                <a:gd name="csY248" fmla="*/ 71659 h 336799"/>
                <a:gd name="csX249" fmla="*/ 19587 w 250807"/>
                <a:gd name="csY249" fmla="*/ 71659 h 336799"/>
                <a:gd name="csX250" fmla="*/ 18154 w 250807"/>
                <a:gd name="csY250" fmla="*/ 71182 h 336799"/>
                <a:gd name="csX251" fmla="*/ 16721 w 250807"/>
                <a:gd name="csY251" fmla="*/ 71659 h 336799"/>
                <a:gd name="csX252" fmla="*/ 16721 w 250807"/>
                <a:gd name="csY252" fmla="*/ 72615 h 336799"/>
                <a:gd name="csX253" fmla="*/ 16721 w 250807"/>
                <a:gd name="csY253" fmla="*/ 73570 h 336799"/>
                <a:gd name="csX254" fmla="*/ 16721 w 250807"/>
                <a:gd name="csY254" fmla="*/ 74526 h 336799"/>
                <a:gd name="csX255" fmla="*/ 17676 w 250807"/>
                <a:gd name="csY255" fmla="*/ 75004 h 336799"/>
                <a:gd name="csX256" fmla="*/ 19587 w 250807"/>
                <a:gd name="csY256" fmla="*/ 75481 h 336799"/>
                <a:gd name="csX257" fmla="*/ 17676 w 250807"/>
                <a:gd name="csY257" fmla="*/ 77392 h 336799"/>
                <a:gd name="csX258" fmla="*/ 16721 w 250807"/>
                <a:gd name="csY258" fmla="*/ 78825 h 336799"/>
                <a:gd name="csX259" fmla="*/ 17198 w 250807"/>
                <a:gd name="csY259" fmla="*/ 79303 h 336799"/>
                <a:gd name="csX260" fmla="*/ 18154 w 250807"/>
                <a:gd name="csY260" fmla="*/ 79781 h 336799"/>
                <a:gd name="csX261" fmla="*/ 19109 w 250807"/>
                <a:gd name="csY261" fmla="*/ 79781 h 336799"/>
                <a:gd name="csX262" fmla="*/ 21020 w 250807"/>
                <a:gd name="csY262" fmla="*/ 79303 h 336799"/>
                <a:gd name="csX263" fmla="*/ 21975 w 250807"/>
                <a:gd name="csY263" fmla="*/ 77870 h 336799"/>
                <a:gd name="csX264" fmla="*/ 22931 w 250807"/>
                <a:gd name="csY264" fmla="*/ 77392 h 336799"/>
                <a:gd name="csX265" fmla="*/ 23886 w 250807"/>
                <a:gd name="csY265" fmla="*/ 76915 h 336799"/>
                <a:gd name="csX266" fmla="*/ 25320 w 250807"/>
                <a:gd name="csY266" fmla="*/ 77392 h 336799"/>
                <a:gd name="csX267" fmla="*/ 26753 w 250807"/>
                <a:gd name="csY267" fmla="*/ 78348 h 336799"/>
                <a:gd name="csX268" fmla="*/ 27230 w 250807"/>
                <a:gd name="csY268" fmla="*/ 78825 h 336799"/>
                <a:gd name="csX269" fmla="*/ 29619 w 250807"/>
                <a:gd name="csY269" fmla="*/ 79781 h 336799"/>
                <a:gd name="csX270" fmla="*/ 30575 w 250807"/>
                <a:gd name="csY270" fmla="*/ 80259 h 336799"/>
                <a:gd name="csX271" fmla="*/ 32486 w 250807"/>
                <a:gd name="csY271" fmla="*/ 80259 h 336799"/>
                <a:gd name="csX272" fmla="*/ 33919 w 250807"/>
                <a:gd name="csY272" fmla="*/ 79781 h 336799"/>
                <a:gd name="csX273" fmla="*/ 34874 w 250807"/>
                <a:gd name="csY273" fmla="*/ 80736 h 336799"/>
                <a:gd name="csX274" fmla="*/ 36307 w 250807"/>
                <a:gd name="csY274" fmla="*/ 81214 h 336799"/>
                <a:gd name="csX275" fmla="*/ 36307 w 250807"/>
                <a:gd name="csY275" fmla="*/ 83603 h 336799"/>
                <a:gd name="csX276" fmla="*/ 37263 w 250807"/>
                <a:gd name="csY276" fmla="*/ 85514 h 336799"/>
                <a:gd name="csX277" fmla="*/ 38696 w 250807"/>
                <a:gd name="csY277" fmla="*/ 86947 h 336799"/>
                <a:gd name="csX278" fmla="*/ 40129 w 250807"/>
                <a:gd name="csY278" fmla="*/ 88380 h 336799"/>
                <a:gd name="csX279" fmla="*/ 41085 w 250807"/>
                <a:gd name="csY279" fmla="*/ 88858 h 336799"/>
                <a:gd name="csX280" fmla="*/ 42996 w 250807"/>
                <a:gd name="csY280" fmla="*/ 88858 h 336799"/>
                <a:gd name="csX281" fmla="*/ 44906 w 250807"/>
                <a:gd name="csY281" fmla="*/ 89335 h 336799"/>
                <a:gd name="csX282" fmla="*/ 45862 w 250807"/>
                <a:gd name="csY282" fmla="*/ 88858 h 336799"/>
                <a:gd name="csX283" fmla="*/ 46817 w 250807"/>
                <a:gd name="csY283" fmla="*/ 87902 h 336799"/>
                <a:gd name="csX284" fmla="*/ 46817 w 250807"/>
                <a:gd name="csY284" fmla="*/ 87425 h 336799"/>
                <a:gd name="csX285" fmla="*/ 46817 w 250807"/>
                <a:gd name="csY285" fmla="*/ 87425 h 336799"/>
                <a:gd name="csX286" fmla="*/ 48251 w 250807"/>
                <a:gd name="csY286" fmla="*/ 86947 h 336799"/>
                <a:gd name="csX287" fmla="*/ 48251 w 250807"/>
                <a:gd name="csY287" fmla="*/ 86469 h 336799"/>
                <a:gd name="csX288" fmla="*/ 47773 w 250807"/>
                <a:gd name="csY288" fmla="*/ 85514 h 336799"/>
                <a:gd name="csX289" fmla="*/ 48251 w 250807"/>
                <a:gd name="csY289" fmla="*/ 84558 h 336799"/>
                <a:gd name="csX290" fmla="*/ 49206 w 250807"/>
                <a:gd name="csY290" fmla="*/ 83603 h 336799"/>
                <a:gd name="csX291" fmla="*/ 51595 w 250807"/>
                <a:gd name="csY291" fmla="*/ 82170 h 336799"/>
                <a:gd name="csX292" fmla="*/ 52550 w 250807"/>
                <a:gd name="csY292" fmla="*/ 81692 h 336799"/>
                <a:gd name="csX293" fmla="*/ 53028 w 250807"/>
                <a:gd name="csY293" fmla="*/ 80736 h 336799"/>
                <a:gd name="csX294" fmla="*/ 53505 w 250807"/>
                <a:gd name="csY294" fmla="*/ 79781 h 336799"/>
                <a:gd name="csX295" fmla="*/ 53028 w 250807"/>
                <a:gd name="csY295" fmla="*/ 79303 h 336799"/>
                <a:gd name="csX296" fmla="*/ 52550 w 250807"/>
                <a:gd name="csY296" fmla="*/ 78348 h 336799"/>
                <a:gd name="csX297" fmla="*/ 53028 w 250807"/>
                <a:gd name="csY297" fmla="*/ 77392 h 336799"/>
                <a:gd name="csX298" fmla="*/ 53505 w 250807"/>
                <a:gd name="csY298" fmla="*/ 75959 h 336799"/>
                <a:gd name="csX299" fmla="*/ 54461 w 250807"/>
                <a:gd name="csY299" fmla="*/ 74526 h 336799"/>
                <a:gd name="csX300" fmla="*/ 54939 w 250807"/>
                <a:gd name="csY300" fmla="*/ 72137 h 336799"/>
                <a:gd name="csX301" fmla="*/ 55416 w 250807"/>
                <a:gd name="csY301" fmla="*/ 71182 h 336799"/>
                <a:gd name="csX302" fmla="*/ 56372 w 250807"/>
                <a:gd name="csY302" fmla="*/ 70704 h 336799"/>
                <a:gd name="csX303" fmla="*/ 56372 w 250807"/>
                <a:gd name="csY303" fmla="*/ 69749 h 336799"/>
                <a:gd name="csX304" fmla="*/ 56850 w 250807"/>
                <a:gd name="csY304" fmla="*/ 68793 h 336799"/>
                <a:gd name="csX305" fmla="*/ 57805 w 250807"/>
                <a:gd name="csY305" fmla="*/ 67360 h 336799"/>
                <a:gd name="csX306" fmla="*/ 57805 w 250807"/>
                <a:gd name="csY306" fmla="*/ 66405 h 336799"/>
                <a:gd name="csX307" fmla="*/ 58283 w 250807"/>
                <a:gd name="csY307" fmla="*/ 65449 h 336799"/>
                <a:gd name="csX308" fmla="*/ 58283 w 250807"/>
                <a:gd name="csY308" fmla="*/ 64016 h 336799"/>
                <a:gd name="csX309" fmla="*/ 59238 w 250807"/>
                <a:gd name="csY309" fmla="*/ 61150 h 336799"/>
                <a:gd name="csX310" fmla="*/ 59238 w 250807"/>
                <a:gd name="csY310" fmla="*/ 60672 h 336799"/>
                <a:gd name="csX311" fmla="*/ 59716 w 250807"/>
                <a:gd name="csY311" fmla="*/ 60672 h 336799"/>
                <a:gd name="csX312" fmla="*/ 60671 w 250807"/>
                <a:gd name="csY312" fmla="*/ 60672 h 336799"/>
                <a:gd name="csX313" fmla="*/ 61149 w 250807"/>
                <a:gd name="csY313" fmla="*/ 61150 h 336799"/>
                <a:gd name="csX314" fmla="*/ 61627 w 250807"/>
                <a:gd name="csY314" fmla="*/ 62105 h 336799"/>
                <a:gd name="csX315" fmla="*/ 61627 w 250807"/>
                <a:gd name="csY315" fmla="*/ 62105 h 336799"/>
                <a:gd name="csX316" fmla="*/ 62582 w 250807"/>
                <a:gd name="csY316" fmla="*/ 62105 h 336799"/>
                <a:gd name="csX317" fmla="*/ 63060 w 250807"/>
                <a:gd name="csY317" fmla="*/ 61627 h 336799"/>
                <a:gd name="csX318" fmla="*/ 63060 w 250807"/>
                <a:gd name="csY318" fmla="*/ 61150 h 336799"/>
                <a:gd name="csX319" fmla="*/ 62582 w 250807"/>
                <a:gd name="csY319" fmla="*/ 60672 h 336799"/>
                <a:gd name="csX320" fmla="*/ 62582 w 250807"/>
                <a:gd name="csY320" fmla="*/ 60194 h 336799"/>
                <a:gd name="csX321" fmla="*/ 62582 w 250807"/>
                <a:gd name="csY321" fmla="*/ 59716 h 336799"/>
                <a:gd name="csX322" fmla="*/ 64016 w 250807"/>
                <a:gd name="csY322" fmla="*/ 58761 h 336799"/>
                <a:gd name="csX323" fmla="*/ 64971 w 250807"/>
                <a:gd name="csY323" fmla="*/ 57328 h 336799"/>
                <a:gd name="csX324" fmla="*/ 67360 w 250807"/>
                <a:gd name="csY324" fmla="*/ 54461 h 336799"/>
                <a:gd name="csX325" fmla="*/ 69271 w 250807"/>
                <a:gd name="csY325" fmla="*/ 53028 h 336799"/>
                <a:gd name="csX326" fmla="*/ 73093 w 250807"/>
                <a:gd name="csY326" fmla="*/ 52073 h 336799"/>
                <a:gd name="csX327" fmla="*/ 75959 w 250807"/>
                <a:gd name="csY327" fmla="*/ 51117 h 336799"/>
                <a:gd name="csX328" fmla="*/ 78825 w 250807"/>
                <a:gd name="csY328" fmla="*/ 50162 h 336799"/>
                <a:gd name="csX329" fmla="*/ 83125 w 250807"/>
                <a:gd name="csY329" fmla="*/ 48728 h 336799"/>
                <a:gd name="csX330" fmla="*/ 88380 w 250807"/>
                <a:gd name="csY330" fmla="*/ 46818 h 336799"/>
                <a:gd name="csX331" fmla="*/ 92679 w 250807"/>
                <a:gd name="csY331" fmla="*/ 45384 h 336799"/>
                <a:gd name="csX332" fmla="*/ 96024 w 250807"/>
                <a:gd name="csY332" fmla="*/ 42996 h 336799"/>
                <a:gd name="csX333" fmla="*/ 98890 w 250807"/>
                <a:gd name="csY333" fmla="*/ 41563 h 336799"/>
                <a:gd name="csX334" fmla="*/ 101278 w 250807"/>
                <a:gd name="csY334" fmla="*/ 39652 h 336799"/>
                <a:gd name="csX335" fmla="*/ 104145 w 250807"/>
                <a:gd name="csY335" fmla="*/ 37741 h 336799"/>
                <a:gd name="csX336" fmla="*/ 108444 w 250807"/>
                <a:gd name="csY336" fmla="*/ 33441 h 336799"/>
                <a:gd name="csX337" fmla="*/ 110833 w 250807"/>
                <a:gd name="csY337" fmla="*/ 30575 h 336799"/>
                <a:gd name="csX338" fmla="*/ 113222 w 250807"/>
                <a:gd name="csY338" fmla="*/ 28186 h 336799"/>
                <a:gd name="csX339" fmla="*/ 114655 w 250807"/>
                <a:gd name="csY339" fmla="*/ 26753 h 336799"/>
                <a:gd name="csX340" fmla="*/ 115610 w 250807"/>
                <a:gd name="csY340" fmla="*/ 22931 h 336799"/>
                <a:gd name="csX341" fmla="*/ 117044 w 250807"/>
                <a:gd name="csY341" fmla="*/ 18632 h 336799"/>
                <a:gd name="csX342" fmla="*/ 117521 w 250807"/>
                <a:gd name="csY342" fmla="*/ 16721 h 336799"/>
                <a:gd name="csX343" fmla="*/ 117521 w 250807"/>
                <a:gd name="csY343" fmla="*/ 15765 h 336799"/>
                <a:gd name="csX344" fmla="*/ 118477 w 250807"/>
                <a:gd name="csY344" fmla="*/ 16243 h 336799"/>
                <a:gd name="csX345" fmla="*/ 118954 w 250807"/>
                <a:gd name="csY345" fmla="*/ 16721 h 336799"/>
                <a:gd name="csX346" fmla="*/ 118954 w 250807"/>
                <a:gd name="csY346" fmla="*/ 16721 h 336799"/>
                <a:gd name="csX347" fmla="*/ 119432 w 250807"/>
                <a:gd name="csY347" fmla="*/ 16721 h 336799"/>
                <a:gd name="csX348" fmla="*/ 120388 w 250807"/>
                <a:gd name="csY348" fmla="*/ 16721 h 336799"/>
                <a:gd name="csX349" fmla="*/ 120865 w 250807"/>
                <a:gd name="csY349" fmla="*/ 16721 h 336799"/>
                <a:gd name="csX350" fmla="*/ 120865 w 250807"/>
                <a:gd name="csY350" fmla="*/ 16243 h 336799"/>
                <a:gd name="csX351" fmla="*/ 120865 w 250807"/>
                <a:gd name="csY351" fmla="*/ 16243 h 336799"/>
                <a:gd name="csX352" fmla="*/ 120388 w 250807"/>
                <a:gd name="csY352" fmla="*/ 11943 h 336799"/>
                <a:gd name="csX353" fmla="*/ 120388 w 250807"/>
                <a:gd name="csY353" fmla="*/ 10988 h 336799"/>
                <a:gd name="csX354" fmla="*/ 120865 w 250807"/>
                <a:gd name="csY354" fmla="*/ 10032 h 336799"/>
                <a:gd name="csX355" fmla="*/ 120388 w 250807"/>
                <a:gd name="csY355" fmla="*/ 9077 h 336799"/>
                <a:gd name="csX356" fmla="*/ 119432 w 250807"/>
                <a:gd name="csY356" fmla="*/ 8599 h 336799"/>
                <a:gd name="csX357" fmla="*/ 117521 w 250807"/>
                <a:gd name="csY357" fmla="*/ 6688 h 336799"/>
                <a:gd name="csX358" fmla="*/ 116566 w 250807"/>
                <a:gd name="csY358" fmla="*/ 4777 h 336799"/>
                <a:gd name="csX359" fmla="*/ 116088 w 250807"/>
                <a:gd name="csY359" fmla="*/ 3822 h 336799"/>
                <a:gd name="csX360" fmla="*/ 114655 w 250807"/>
                <a:gd name="csY360" fmla="*/ 2867 h 336799"/>
                <a:gd name="csX361" fmla="*/ 113222 w 250807"/>
                <a:gd name="csY361" fmla="*/ 1911 h 336799"/>
                <a:gd name="csX362" fmla="*/ 113222 w 250807"/>
                <a:gd name="csY362" fmla="*/ 1433 h 336799"/>
                <a:gd name="csX363" fmla="*/ 114177 w 250807"/>
                <a:gd name="csY363" fmla="*/ 1433 h 336799"/>
                <a:gd name="csX364" fmla="*/ 116566 w 250807"/>
                <a:gd name="csY364" fmla="*/ 1911 h 336799"/>
                <a:gd name="csX365" fmla="*/ 117999 w 250807"/>
                <a:gd name="csY365" fmla="*/ 1911 h 336799"/>
                <a:gd name="csX366" fmla="*/ 118954 w 250807"/>
                <a:gd name="csY366" fmla="*/ 1911 h 336799"/>
                <a:gd name="csX367" fmla="*/ 120388 w 250807"/>
                <a:gd name="csY367" fmla="*/ 956 h 336799"/>
                <a:gd name="csX368" fmla="*/ 120388 w 250807"/>
                <a:gd name="csY368" fmla="*/ 956 h 336799"/>
                <a:gd name="csX369" fmla="*/ 121343 w 250807"/>
                <a:gd name="csY369" fmla="*/ 0 h 336799"/>
                <a:gd name="csX370" fmla="*/ 121343 w 250807"/>
                <a:gd name="csY370" fmla="*/ 0 h 336799"/>
                <a:gd name="csX371" fmla="*/ 122299 w 250807"/>
                <a:gd name="csY371" fmla="*/ 0 h 336799"/>
                <a:gd name="csX372" fmla="*/ 123254 w 250807"/>
                <a:gd name="csY372" fmla="*/ 0 h 336799"/>
                <a:gd name="csX373" fmla="*/ 124687 w 250807"/>
                <a:gd name="csY373" fmla="*/ 1433 h 336799"/>
                <a:gd name="csX374" fmla="*/ 125643 w 250807"/>
                <a:gd name="csY374" fmla="*/ 1911 h 336799"/>
                <a:gd name="csX375" fmla="*/ 127076 w 250807"/>
                <a:gd name="csY375" fmla="*/ 2389 h 336799"/>
                <a:gd name="csX376" fmla="*/ 128031 w 250807"/>
                <a:gd name="csY376" fmla="*/ 2867 h 336799"/>
                <a:gd name="csX377" fmla="*/ 128987 w 250807"/>
                <a:gd name="csY377" fmla="*/ 2867 h 336799"/>
                <a:gd name="csX378" fmla="*/ 129942 w 250807"/>
                <a:gd name="csY378" fmla="*/ 2867 h 336799"/>
                <a:gd name="csX379" fmla="*/ 129942 w 250807"/>
                <a:gd name="csY379" fmla="*/ 3822 h 336799"/>
                <a:gd name="csX380" fmla="*/ 130898 w 250807"/>
                <a:gd name="csY380" fmla="*/ 4777 h 336799"/>
                <a:gd name="csX381" fmla="*/ 131853 w 250807"/>
                <a:gd name="csY381" fmla="*/ 5255 h 336799"/>
                <a:gd name="csX382" fmla="*/ 133286 w 250807"/>
                <a:gd name="csY382" fmla="*/ 5733 h 336799"/>
                <a:gd name="csX383" fmla="*/ 134719 w 250807"/>
                <a:gd name="csY383" fmla="*/ 7166 h 336799"/>
                <a:gd name="csX384" fmla="*/ 135675 w 250807"/>
                <a:gd name="csY384" fmla="*/ 7644 h 336799"/>
                <a:gd name="csX385" fmla="*/ 136631 w 250807"/>
                <a:gd name="csY385" fmla="*/ 8599 h 336799"/>
                <a:gd name="csX386" fmla="*/ 137108 w 250807"/>
                <a:gd name="csY386" fmla="*/ 9077 h 336799"/>
                <a:gd name="csX387" fmla="*/ 137586 w 250807"/>
                <a:gd name="csY387" fmla="*/ 9555 h 336799"/>
                <a:gd name="csX388" fmla="*/ 137586 w 250807"/>
                <a:gd name="csY388" fmla="*/ 10510 h 336799"/>
                <a:gd name="csX389" fmla="*/ 138064 w 250807"/>
                <a:gd name="csY389" fmla="*/ 11466 h 336799"/>
                <a:gd name="csX390" fmla="*/ 138542 w 250807"/>
                <a:gd name="csY390" fmla="*/ 12899 h 336799"/>
                <a:gd name="csX391" fmla="*/ 139019 w 250807"/>
                <a:gd name="csY391" fmla="*/ 13854 h 336799"/>
                <a:gd name="csX392" fmla="*/ 139019 w 250807"/>
                <a:gd name="csY392" fmla="*/ 14332 h 336799"/>
                <a:gd name="csX393" fmla="*/ 139975 w 250807"/>
                <a:gd name="csY393" fmla="*/ 15765 h 336799"/>
                <a:gd name="csX394" fmla="*/ 140930 w 250807"/>
                <a:gd name="csY394" fmla="*/ 16721 h 336799"/>
                <a:gd name="csX395" fmla="*/ 140930 w 250807"/>
                <a:gd name="csY395" fmla="*/ 16721 h 336799"/>
                <a:gd name="csX396" fmla="*/ 141885 w 250807"/>
                <a:gd name="csY396" fmla="*/ 17198 h 336799"/>
                <a:gd name="csX397" fmla="*/ 144752 w 250807"/>
                <a:gd name="csY397" fmla="*/ 17676 h 336799"/>
                <a:gd name="csX398" fmla="*/ 144752 w 250807"/>
                <a:gd name="csY398" fmla="*/ 17676 h 336799"/>
                <a:gd name="csX399" fmla="*/ 145707 w 250807"/>
                <a:gd name="csY399" fmla="*/ 19109 h 336799"/>
                <a:gd name="csX400" fmla="*/ 147141 w 250807"/>
                <a:gd name="csY400" fmla="*/ 19587 h 336799"/>
                <a:gd name="csX401" fmla="*/ 148096 w 250807"/>
                <a:gd name="csY401" fmla="*/ 21020 h 336799"/>
                <a:gd name="csX402" fmla="*/ 149529 w 250807"/>
                <a:gd name="csY402" fmla="*/ 21020 h 336799"/>
                <a:gd name="csX403" fmla="*/ 150962 w 250807"/>
                <a:gd name="csY403" fmla="*/ 21020 h 336799"/>
                <a:gd name="csX404" fmla="*/ 152396 w 250807"/>
                <a:gd name="csY404" fmla="*/ 21976 h 336799"/>
                <a:gd name="csX405" fmla="*/ 153351 w 250807"/>
                <a:gd name="csY405" fmla="*/ 22931 h 336799"/>
                <a:gd name="csX406" fmla="*/ 154307 w 250807"/>
                <a:gd name="csY406" fmla="*/ 24364 h 336799"/>
                <a:gd name="csX407" fmla="*/ 154307 w 250807"/>
                <a:gd name="csY407" fmla="*/ 24364 h 336799"/>
                <a:gd name="csX408" fmla="*/ 155262 w 250807"/>
                <a:gd name="csY408" fmla="*/ 25320 h 336799"/>
                <a:gd name="csX409" fmla="*/ 155740 w 250807"/>
                <a:gd name="csY409" fmla="*/ 26753 h 336799"/>
                <a:gd name="csX410" fmla="*/ 155262 w 250807"/>
                <a:gd name="csY410" fmla="*/ 28664 h 336799"/>
                <a:gd name="csX411" fmla="*/ 155262 w 250807"/>
                <a:gd name="csY411" fmla="*/ 29142 h 336799"/>
                <a:gd name="csX412" fmla="*/ 155740 w 250807"/>
                <a:gd name="csY412" fmla="*/ 29619 h 336799"/>
                <a:gd name="csX413" fmla="*/ 155740 w 250807"/>
                <a:gd name="csY413" fmla="*/ 29619 h 336799"/>
                <a:gd name="csX414" fmla="*/ 156695 w 250807"/>
                <a:gd name="csY414" fmla="*/ 30575 h 336799"/>
                <a:gd name="csX415" fmla="*/ 158606 w 250807"/>
                <a:gd name="csY415" fmla="*/ 31530 h 336799"/>
                <a:gd name="csX416" fmla="*/ 160039 w 250807"/>
                <a:gd name="csY416" fmla="*/ 31052 h 336799"/>
                <a:gd name="csX417" fmla="*/ 160039 w 250807"/>
                <a:gd name="csY417" fmla="*/ 31052 h 336799"/>
                <a:gd name="csX418" fmla="*/ 160995 w 250807"/>
                <a:gd name="csY418" fmla="*/ 31530 h 336799"/>
                <a:gd name="csX419" fmla="*/ 161472 w 250807"/>
                <a:gd name="csY419" fmla="*/ 32486 h 336799"/>
                <a:gd name="csX420" fmla="*/ 161950 w 250807"/>
                <a:gd name="csY420" fmla="*/ 32963 h 336799"/>
                <a:gd name="csX421" fmla="*/ 162428 w 250807"/>
                <a:gd name="csY421" fmla="*/ 35352 h 336799"/>
                <a:gd name="csX422" fmla="*/ 162906 w 250807"/>
                <a:gd name="csY422" fmla="*/ 36785 h 336799"/>
                <a:gd name="csX423" fmla="*/ 162428 w 250807"/>
                <a:gd name="csY423" fmla="*/ 38218 h 336799"/>
                <a:gd name="csX424" fmla="*/ 161950 w 250807"/>
                <a:gd name="csY424" fmla="*/ 39174 h 336799"/>
                <a:gd name="csX425" fmla="*/ 162428 w 250807"/>
                <a:gd name="csY425" fmla="*/ 40607 h 336799"/>
                <a:gd name="csX426" fmla="*/ 162428 w 250807"/>
                <a:gd name="csY426" fmla="*/ 40607 h 336799"/>
                <a:gd name="csX427" fmla="*/ 164339 w 250807"/>
                <a:gd name="csY427" fmla="*/ 41085 h 336799"/>
                <a:gd name="csX428" fmla="*/ 165772 w 250807"/>
                <a:gd name="csY428" fmla="*/ 41563 h 336799"/>
                <a:gd name="csX429" fmla="*/ 166727 w 250807"/>
                <a:gd name="csY429" fmla="*/ 42518 h 336799"/>
                <a:gd name="csX430" fmla="*/ 167683 w 250807"/>
                <a:gd name="csY430" fmla="*/ 42518 h 336799"/>
                <a:gd name="csX431" fmla="*/ 169116 w 250807"/>
                <a:gd name="csY431" fmla="*/ 42518 h 336799"/>
                <a:gd name="csX432" fmla="*/ 171027 w 250807"/>
                <a:gd name="csY432" fmla="*/ 42518 h 336799"/>
                <a:gd name="csX433" fmla="*/ 172460 w 250807"/>
                <a:gd name="csY433" fmla="*/ 42040 h 336799"/>
                <a:gd name="csX434" fmla="*/ 172938 w 250807"/>
                <a:gd name="csY434" fmla="*/ 41563 h 336799"/>
                <a:gd name="csX435" fmla="*/ 173893 w 250807"/>
                <a:gd name="csY435" fmla="*/ 42040 h 336799"/>
                <a:gd name="csX436" fmla="*/ 175326 w 250807"/>
                <a:gd name="csY436" fmla="*/ 42518 h 336799"/>
                <a:gd name="csX437" fmla="*/ 175804 w 250807"/>
                <a:gd name="csY437" fmla="*/ 42518 h 336799"/>
                <a:gd name="csX438" fmla="*/ 177238 w 250807"/>
                <a:gd name="csY438" fmla="*/ 42996 h 336799"/>
                <a:gd name="csX439" fmla="*/ 179149 w 250807"/>
                <a:gd name="csY439" fmla="*/ 42518 h 336799"/>
                <a:gd name="csX440" fmla="*/ 181059 w 250807"/>
                <a:gd name="csY440" fmla="*/ 42518 h 336799"/>
                <a:gd name="csX441" fmla="*/ 182492 w 250807"/>
                <a:gd name="csY441" fmla="*/ 42040 h 336799"/>
                <a:gd name="csX442" fmla="*/ 184403 w 250807"/>
                <a:gd name="csY442" fmla="*/ 41085 h 336799"/>
                <a:gd name="csX443" fmla="*/ 184403 w 250807"/>
                <a:gd name="csY443" fmla="*/ 41085 h 336799"/>
                <a:gd name="csX444" fmla="*/ 185837 w 250807"/>
                <a:gd name="csY444" fmla="*/ 41085 h 336799"/>
                <a:gd name="csX445" fmla="*/ 186792 w 250807"/>
                <a:gd name="csY445" fmla="*/ 40607 h 336799"/>
                <a:gd name="csX446" fmla="*/ 187748 w 250807"/>
                <a:gd name="csY446" fmla="*/ 39652 h 336799"/>
                <a:gd name="csX447" fmla="*/ 189181 w 250807"/>
                <a:gd name="csY447" fmla="*/ 38218 h 336799"/>
                <a:gd name="csX448" fmla="*/ 190136 w 250807"/>
                <a:gd name="csY448" fmla="*/ 38218 h 336799"/>
                <a:gd name="csX449" fmla="*/ 191569 w 250807"/>
                <a:gd name="csY449" fmla="*/ 38696 h 336799"/>
                <a:gd name="csX450" fmla="*/ 193958 w 250807"/>
                <a:gd name="csY450" fmla="*/ 39652 h 336799"/>
                <a:gd name="csX451" fmla="*/ 195391 w 250807"/>
                <a:gd name="csY451" fmla="*/ 40607 h 336799"/>
                <a:gd name="csX452" fmla="*/ 195869 w 250807"/>
                <a:gd name="csY452" fmla="*/ 40607 h 336799"/>
                <a:gd name="csX453" fmla="*/ 196347 w 250807"/>
                <a:gd name="csY453" fmla="*/ 40607 h 336799"/>
                <a:gd name="csX454" fmla="*/ 197302 w 250807"/>
                <a:gd name="csY454" fmla="*/ 41563 h 336799"/>
                <a:gd name="csX455" fmla="*/ 199213 w 250807"/>
                <a:gd name="csY455" fmla="*/ 41563 h 336799"/>
                <a:gd name="csX456" fmla="*/ 201124 w 250807"/>
                <a:gd name="csY456" fmla="*/ 41085 h 336799"/>
                <a:gd name="csX457" fmla="*/ 203035 w 250807"/>
                <a:gd name="csY457" fmla="*/ 39652 h 336799"/>
                <a:gd name="csX458" fmla="*/ 204468 w 250807"/>
                <a:gd name="csY458" fmla="*/ 39652 h 336799"/>
                <a:gd name="csX459" fmla="*/ 205901 w 250807"/>
                <a:gd name="csY459" fmla="*/ 39174 h 336799"/>
                <a:gd name="csX460" fmla="*/ 206857 w 250807"/>
                <a:gd name="csY460" fmla="*/ 39174 h 336799"/>
                <a:gd name="csX461" fmla="*/ 211156 w 250807"/>
                <a:gd name="csY461" fmla="*/ 41563 h 336799"/>
                <a:gd name="csX462" fmla="*/ 212112 w 250807"/>
                <a:gd name="csY462" fmla="*/ 42518 h 336799"/>
                <a:gd name="csX463" fmla="*/ 213545 w 250807"/>
                <a:gd name="csY463" fmla="*/ 42996 h 336799"/>
                <a:gd name="csX464" fmla="*/ 214500 w 250807"/>
                <a:gd name="csY464" fmla="*/ 43474 h 336799"/>
                <a:gd name="csX465" fmla="*/ 216889 w 250807"/>
                <a:gd name="csY465" fmla="*/ 44429 h 336799"/>
                <a:gd name="csX466" fmla="*/ 217845 w 250807"/>
                <a:gd name="csY466" fmla="*/ 44907 h 336799"/>
                <a:gd name="csX467" fmla="*/ 219278 w 250807"/>
                <a:gd name="csY467" fmla="*/ 45384 h 336799"/>
                <a:gd name="csX468" fmla="*/ 220233 w 250807"/>
                <a:gd name="csY468" fmla="*/ 46340 h 336799"/>
                <a:gd name="csX469" fmla="*/ 221666 w 250807"/>
                <a:gd name="csY469" fmla="*/ 46818 h 336799"/>
                <a:gd name="csX470" fmla="*/ 223099 w 250807"/>
                <a:gd name="csY470" fmla="*/ 47295 h 336799"/>
                <a:gd name="csX471" fmla="*/ 223577 w 250807"/>
                <a:gd name="csY471" fmla="*/ 48251 h 336799"/>
                <a:gd name="csX472" fmla="*/ 223577 w 250807"/>
                <a:gd name="csY472" fmla="*/ 48728 h 336799"/>
                <a:gd name="csX473" fmla="*/ 223577 w 250807"/>
                <a:gd name="csY473" fmla="*/ 48728 h 336799"/>
                <a:gd name="csX474" fmla="*/ 222144 w 250807"/>
                <a:gd name="csY474" fmla="*/ 51117 h 336799"/>
                <a:gd name="csX475" fmla="*/ 222144 w 250807"/>
                <a:gd name="csY475" fmla="*/ 51117 h 336799"/>
                <a:gd name="csX476" fmla="*/ 219278 w 250807"/>
                <a:gd name="csY476" fmla="*/ 54939 h 336799"/>
                <a:gd name="csX477" fmla="*/ 216889 w 250807"/>
                <a:gd name="csY477" fmla="*/ 58761 h 336799"/>
                <a:gd name="csX478" fmla="*/ 212590 w 250807"/>
                <a:gd name="csY478" fmla="*/ 64493 h 336799"/>
                <a:gd name="csX479" fmla="*/ 210201 w 250807"/>
                <a:gd name="csY479" fmla="*/ 67360 h 336799"/>
                <a:gd name="csX480" fmla="*/ 210201 w 250807"/>
                <a:gd name="csY480" fmla="*/ 67360 h 336799"/>
                <a:gd name="csX481" fmla="*/ 211156 w 250807"/>
                <a:gd name="csY481" fmla="*/ 67838 h 336799"/>
                <a:gd name="csX482" fmla="*/ 214500 w 250807"/>
                <a:gd name="csY482" fmla="*/ 69271 h 336799"/>
                <a:gd name="csX483" fmla="*/ 215456 w 250807"/>
                <a:gd name="csY483" fmla="*/ 69271 h 336799"/>
                <a:gd name="csX484" fmla="*/ 216411 w 250807"/>
                <a:gd name="csY484" fmla="*/ 68793 h 336799"/>
                <a:gd name="csX485" fmla="*/ 217367 w 250807"/>
                <a:gd name="csY485" fmla="*/ 68316 h 336799"/>
                <a:gd name="csX486" fmla="*/ 217367 w 250807"/>
                <a:gd name="csY486" fmla="*/ 68316 h 336799"/>
                <a:gd name="csX487" fmla="*/ 218322 w 250807"/>
                <a:gd name="csY487" fmla="*/ 68316 h 336799"/>
                <a:gd name="csX488" fmla="*/ 218322 w 250807"/>
                <a:gd name="csY488" fmla="*/ 68316 h 336799"/>
                <a:gd name="csX489" fmla="*/ 218800 w 250807"/>
                <a:gd name="csY489" fmla="*/ 68793 h 336799"/>
                <a:gd name="csX490" fmla="*/ 220233 w 250807"/>
                <a:gd name="csY490" fmla="*/ 69271 h 336799"/>
                <a:gd name="csX491" fmla="*/ 220711 w 250807"/>
                <a:gd name="csY491" fmla="*/ 70704 h 336799"/>
                <a:gd name="csX492" fmla="*/ 221189 w 250807"/>
                <a:gd name="csY492" fmla="*/ 71182 h 336799"/>
                <a:gd name="csX493" fmla="*/ 221666 w 250807"/>
                <a:gd name="csY493" fmla="*/ 72615 h 336799"/>
                <a:gd name="csX494" fmla="*/ 223099 w 250807"/>
                <a:gd name="csY494" fmla="*/ 73093 h 336799"/>
                <a:gd name="csX495" fmla="*/ 224533 w 250807"/>
                <a:gd name="csY495" fmla="*/ 74526 h 336799"/>
                <a:gd name="csX496" fmla="*/ 225488 w 250807"/>
                <a:gd name="csY496" fmla="*/ 75959 h 336799"/>
                <a:gd name="csX497" fmla="*/ 225488 w 250807"/>
                <a:gd name="csY497" fmla="*/ 76915 h 336799"/>
                <a:gd name="csX498" fmla="*/ 225010 w 250807"/>
                <a:gd name="csY498" fmla="*/ 77392 h 336799"/>
                <a:gd name="csX499" fmla="*/ 224055 w 250807"/>
                <a:gd name="csY499" fmla="*/ 77392 h 336799"/>
                <a:gd name="csX500" fmla="*/ 224055 w 250807"/>
                <a:gd name="csY500" fmla="*/ 77392 h 336799"/>
                <a:gd name="csX501" fmla="*/ 222622 w 250807"/>
                <a:gd name="csY501" fmla="*/ 76915 h 336799"/>
                <a:gd name="csX502" fmla="*/ 222622 w 250807"/>
                <a:gd name="csY502" fmla="*/ 76915 h 336799"/>
                <a:gd name="csX503" fmla="*/ 221666 w 250807"/>
                <a:gd name="csY503" fmla="*/ 76915 h 336799"/>
                <a:gd name="csX504" fmla="*/ 221189 w 250807"/>
                <a:gd name="csY504" fmla="*/ 76915 h 336799"/>
                <a:gd name="csX505" fmla="*/ 220233 w 250807"/>
                <a:gd name="csY505" fmla="*/ 76915 h 336799"/>
                <a:gd name="csX506" fmla="*/ 218800 w 250807"/>
                <a:gd name="csY506" fmla="*/ 75959 h 336799"/>
                <a:gd name="csX507" fmla="*/ 218322 w 250807"/>
                <a:gd name="csY507" fmla="*/ 75004 h 336799"/>
                <a:gd name="csX508" fmla="*/ 216889 w 250807"/>
                <a:gd name="csY508" fmla="*/ 74048 h 336799"/>
                <a:gd name="csX509" fmla="*/ 216411 w 250807"/>
                <a:gd name="csY509" fmla="*/ 74526 h 336799"/>
                <a:gd name="csX510" fmla="*/ 214500 w 250807"/>
                <a:gd name="csY510" fmla="*/ 74526 h 336799"/>
                <a:gd name="csX511" fmla="*/ 212590 w 250807"/>
                <a:gd name="csY511" fmla="*/ 74526 h 336799"/>
                <a:gd name="csX512" fmla="*/ 212590 w 250807"/>
                <a:gd name="csY512" fmla="*/ 74526 h 336799"/>
                <a:gd name="csX513" fmla="*/ 210679 w 250807"/>
                <a:gd name="csY513" fmla="*/ 74526 h 336799"/>
                <a:gd name="csX514" fmla="*/ 210201 w 250807"/>
                <a:gd name="csY514" fmla="*/ 74526 h 336799"/>
                <a:gd name="csX515" fmla="*/ 209245 w 250807"/>
                <a:gd name="csY515" fmla="*/ 74526 h 336799"/>
                <a:gd name="csX516" fmla="*/ 209245 w 250807"/>
                <a:gd name="csY516" fmla="*/ 74526 h 336799"/>
                <a:gd name="csX517" fmla="*/ 207812 w 250807"/>
                <a:gd name="csY517" fmla="*/ 75481 h 336799"/>
                <a:gd name="csX518" fmla="*/ 206857 w 250807"/>
                <a:gd name="csY518" fmla="*/ 76915 h 336799"/>
                <a:gd name="csX519" fmla="*/ 205901 w 250807"/>
                <a:gd name="csY519" fmla="*/ 77870 h 336799"/>
                <a:gd name="csX520" fmla="*/ 205424 w 250807"/>
                <a:gd name="csY520" fmla="*/ 77870 h 336799"/>
                <a:gd name="csX521" fmla="*/ 202557 w 250807"/>
                <a:gd name="csY521" fmla="*/ 78348 h 336799"/>
                <a:gd name="csX522" fmla="*/ 202079 w 250807"/>
                <a:gd name="csY522" fmla="*/ 78348 h 336799"/>
                <a:gd name="csX523" fmla="*/ 200646 w 250807"/>
                <a:gd name="csY523" fmla="*/ 78348 h 336799"/>
                <a:gd name="csX524" fmla="*/ 200646 w 250807"/>
                <a:gd name="csY524" fmla="*/ 78348 h 336799"/>
                <a:gd name="csX525" fmla="*/ 199213 w 250807"/>
                <a:gd name="csY525" fmla="*/ 79303 h 336799"/>
                <a:gd name="csX526" fmla="*/ 198735 w 250807"/>
                <a:gd name="csY526" fmla="*/ 79303 h 336799"/>
                <a:gd name="csX527" fmla="*/ 198735 w 250807"/>
                <a:gd name="csY527" fmla="*/ 79303 h 336799"/>
                <a:gd name="csX528" fmla="*/ 197302 w 250807"/>
                <a:gd name="csY528" fmla="*/ 79303 h 336799"/>
                <a:gd name="csX529" fmla="*/ 196347 w 250807"/>
                <a:gd name="csY529" fmla="*/ 79303 h 336799"/>
                <a:gd name="csX530" fmla="*/ 196347 w 250807"/>
                <a:gd name="csY530" fmla="*/ 79303 h 336799"/>
                <a:gd name="csX531" fmla="*/ 194914 w 250807"/>
                <a:gd name="csY531" fmla="*/ 80259 h 336799"/>
                <a:gd name="csX532" fmla="*/ 192047 w 250807"/>
                <a:gd name="csY532" fmla="*/ 80259 h 336799"/>
                <a:gd name="csX533" fmla="*/ 188703 w 250807"/>
                <a:gd name="csY533" fmla="*/ 80736 h 336799"/>
                <a:gd name="csX534" fmla="*/ 188225 w 250807"/>
                <a:gd name="csY534" fmla="*/ 80736 h 336799"/>
                <a:gd name="csX535" fmla="*/ 186314 w 250807"/>
                <a:gd name="csY535" fmla="*/ 81692 h 336799"/>
                <a:gd name="csX536" fmla="*/ 185837 w 250807"/>
                <a:gd name="csY536" fmla="*/ 82170 h 336799"/>
                <a:gd name="csX537" fmla="*/ 183448 w 250807"/>
                <a:gd name="csY537" fmla="*/ 83125 h 336799"/>
                <a:gd name="csX538" fmla="*/ 180104 w 250807"/>
                <a:gd name="csY538" fmla="*/ 85036 h 336799"/>
                <a:gd name="csX539" fmla="*/ 178193 w 250807"/>
                <a:gd name="csY539" fmla="*/ 85991 h 336799"/>
                <a:gd name="csX540" fmla="*/ 175804 w 250807"/>
                <a:gd name="csY540" fmla="*/ 87902 h 336799"/>
                <a:gd name="csX541" fmla="*/ 173416 w 250807"/>
                <a:gd name="csY541" fmla="*/ 89813 h 336799"/>
                <a:gd name="csX542" fmla="*/ 171505 w 250807"/>
                <a:gd name="csY542" fmla="*/ 90769 h 336799"/>
                <a:gd name="csX543" fmla="*/ 171505 w 250807"/>
                <a:gd name="csY543" fmla="*/ 90769 h 336799"/>
                <a:gd name="csX544" fmla="*/ 168638 w 250807"/>
                <a:gd name="csY544" fmla="*/ 91247 h 336799"/>
                <a:gd name="csX545" fmla="*/ 167683 w 250807"/>
                <a:gd name="csY545" fmla="*/ 91724 h 336799"/>
                <a:gd name="csX546" fmla="*/ 167683 w 250807"/>
                <a:gd name="csY546" fmla="*/ 91724 h 336799"/>
                <a:gd name="csX547" fmla="*/ 167205 w 250807"/>
                <a:gd name="csY547" fmla="*/ 92680 h 336799"/>
                <a:gd name="csX548" fmla="*/ 167683 w 250807"/>
                <a:gd name="csY548" fmla="*/ 93157 h 336799"/>
                <a:gd name="csX549" fmla="*/ 167205 w 250807"/>
                <a:gd name="csY549" fmla="*/ 95068 h 336799"/>
                <a:gd name="csX550" fmla="*/ 166250 w 250807"/>
                <a:gd name="csY550" fmla="*/ 98412 h 336799"/>
                <a:gd name="csX551" fmla="*/ 166250 w 250807"/>
                <a:gd name="csY551" fmla="*/ 100323 h 336799"/>
                <a:gd name="csX552" fmla="*/ 165772 w 250807"/>
                <a:gd name="csY552" fmla="*/ 101279 h 336799"/>
                <a:gd name="csX553" fmla="*/ 164339 w 250807"/>
                <a:gd name="csY553" fmla="*/ 104145 h 336799"/>
                <a:gd name="csX554" fmla="*/ 162428 w 250807"/>
                <a:gd name="csY554" fmla="*/ 106534 h 336799"/>
                <a:gd name="csX555" fmla="*/ 161472 w 250807"/>
                <a:gd name="csY555" fmla="*/ 108445 h 336799"/>
                <a:gd name="csX556" fmla="*/ 160995 w 250807"/>
                <a:gd name="csY556" fmla="*/ 109400 h 336799"/>
                <a:gd name="csX557" fmla="*/ 161472 w 250807"/>
                <a:gd name="csY557" fmla="*/ 110833 h 336799"/>
                <a:gd name="csX558" fmla="*/ 161950 w 250807"/>
                <a:gd name="csY558" fmla="*/ 112744 h 336799"/>
                <a:gd name="csX559" fmla="*/ 162906 w 250807"/>
                <a:gd name="csY559" fmla="*/ 114177 h 336799"/>
                <a:gd name="csX560" fmla="*/ 162906 w 250807"/>
                <a:gd name="csY560" fmla="*/ 115133 h 336799"/>
                <a:gd name="csX561" fmla="*/ 162906 w 250807"/>
                <a:gd name="csY561" fmla="*/ 116088 h 336799"/>
                <a:gd name="csX562" fmla="*/ 161950 w 250807"/>
                <a:gd name="csY562" fmla="*/ 117522 h 336799"/>
                <a:gd name="csX563" fmla="*/ 160995 w 250807"/>
                <a:gd name="csY563" fmla="*/ 117999 h 336799"/>
                <a:gd name="csX564" fmla="*/ 160517 w 250807"/>
                <a:gd name="csY564" fmla="*/ 117999 h 336799"/>
                <a:gd name="csX565" fmla="*/ 159084 w 250807"/>
                <a:gd name="csY565" fmla="*/ 118477 h 336799"/>
                <a:gd name="csX566" fmla="*/ 159084 w 250807"/>
                <a:gd name="csY566" fmla="*/ 118477 h 336799"/>
                <a:gd name="csX567" fmla="*/ 155740 w 250807"/>
                <a:gd name="csY567" fmla="*/ 120388 h 336799"/>
                <a:gd name="csX568" fmla="*/ 151918 w 250807"/>
                <a:gd name="csY568" fmla="*/ 122777 h 336799"/>
                <a:gd name="csX569" fmla="*/ 151918 w 250807"/>
                <a:gd name="csY569" fmla="*/ 122777 h 336799"/>
                <a:gd name="csX570" fmla="*/ 150485 w 250807"/>
                <a:gd name="csY570" fmla="*/ 124210 h 336799"/>
                <a:gd name="csX571" fmla="*/ 150007 w 250807"/>
                <a:gd name="csY571" fmla="*/ 125643 h 336799"/>
                <a:gd name="csX572" fmla="*/ 149529 w 250807"/>
                <a:gd name="csY572" fmla="*/ 127554 h 336799"/>
                <a:gd name="csX573" fmla="*/ 149529 w 250807"/>
                <a:gd name="csY573" fmla="*/ 128509 h 336799"/>
                <a:gd name="csX574" fmla="*/ 150485 w 250807"/>
                <a:gd name="csY574" fmla="*/ 128987 h 336799"/>
                <a:gd name="csX575" fmla="*/ 150962 w 250807"/>
                <a:gd name="csY575" fmla="*/ 130898 h 336799"/>
                <a:gd name="csX576" fmla="*/ 150962 w 250807"/>
                <a:gd name="csY576" fmla="*/ 131854 h 336799"/>
                <a:gd name="csX577" fmla="*/ 150485 w 250807"/>
                <a:gd name="csY577" fmla="*/ 131854 h 336799"/>
                <a:gd name="csX578" fmla="*/ 150485 w 250807"/>
                <a:gd name="csY578" fmla="*/ 132331 h 336799"/>
                <a:gd name="csX579" fmla="*/ 149529 w 250807"/>
                <a:gd name="csY579" fmla="*/ 132331 h 336799"/>
                <a:gd name="csX580" fmla="*/ 148574 w 250807"/>
                <a:gd name="csY580" fmla="*/ 132331 h 336799"/>
                <a:gd name="csX581" fmla="*/ 148574 w 250807"/>
                <a:gd name="csY581" fmla="*/ 132331 h 336799"/>
                <a:gd name="csX582" fmla="*/ 147618 w 250807"/>
                <a:gd name="csY582" fmla="*/ 132809 h 336799"/>
                <a:gd name="csX583" fmla="*/ 147618 w 250807"/>
                <a:gd name="csY583" fmla="*/ 132809 h 336799"/>
                <a:gd name="csX584" fmla="*/ 147141 w 250807"/>
                <a:gd name="csY584" fmla="*/ 132809 h 336799"/>
                <a:gd name="csX585" fmla="*/ 146663 w 250807"/>
                <a:gd name="csY585" fmla="*/ 132809 h 336799"/>
                <a:gd name="csX586" fmla="*/ 146185 w 250807"/>
                <a:gd name="csY586" fmla="*/ 132809 h 336799"/>
                <a:gd name="csX587" fmla="*/ 146185 w 250807"/>
                <a:gd name="csY587" fmla="*/ 133764 h 336799"/>
                <a:gd name="csX588" fmla="*/ 146663 w 250807"/>
                <a:gd name="csY588" fmla="*/ 134242 h 336799"/>
                <a:gd name="csX589" fmla="*/ 146663 w 250807"/>
                <a:gd name="csY589" fmla="*/ 135198 h 336799"/>
                <a:gd name="csX590" fmla="*/ 146185 w 250807"/>
                <a:gd name="csY590" fmla="*/ 135675 h 336799"/>
                <a:gd name="csX591" fmla="*/ 145707 w 250807"/>
                <a:gd name="csY591" fmla="*/ 136153 h 336799"/>
                <a:gd name="csX592" fmla="*/ 146185 w 250807"/>
                <a:gd name="csY592" fmla="*/ 136631 h 336799"/>
                <a:gd name="csX593" fmla="*/ 146663 w 250807"/>
                <a:gd name="csY593" fmla="*/ 137108 h 336799"/>
                <a:gd name="csX594" fmla="*/ 147618 w 250807"/>
                <a:gd name="csY594" fmla="*/ 138064 h 336799"/>
                <a:gd name="csX595" fmla="*/ 149051 w 250807"/>
                <a:gd name="csY595" fmla="*/ 139497 h 336799"/>
                <a:gd name="csX596" fmla="*/ 150007 w 250807"/>
                <a:gd name="csY596" fmla="*/ 139975 h 336799"/>
                <a:gd name="csX597" fmla="*/ 150962 w 250807"/>
                <a:gd name="csY597" fmla="*/ 140453 h 336799"/>
                <a:gd name="csX598" fmla="*/ 151440 w 250807"/>
                <a:gd name="csY598" fmla="*/ 140930 h 336799"/>
                <a:gd name="csX599" fmla="*/ 150962 w 250807"/>
                <a:gd name="csY599" fmla="*/ 141886 h 336799"/>
                <a:gd name="csX600" fmla="*/ 150485 w 250807"/>
                <a:gd name="csY600" fmla="*/ 142364 h 336799"/>
                <a:gd name="csX601" fmla="*/ 150007 w 250807"/>
                <a:gd name="csY601" fmla="*/ 142364 h 336799"/>
                <a:gd name="csX602" fmla="*/ 150007 w 250807"/>
                <a:gd name="csY602" fmla="*/ 142841 h 336799"/>
                <a:gd name="csX603" fmla="*/ 150962 w 250807"/>
                <a:gd name="csY603" fmla="*/ 143797 h 336799"/>
                <a:gd name="csX604" fmla="*/ 151918 w 250807"/>
                <a:gd name="csY604" fmla="*/ 144752 h 336799"/>
                <a:gd name="csX605" fmla="*/ 152873 w 250807"/>
                <a:gd name="csY605" fmla="*/ 145707 h 336799"/>
                <a:gd name="csX606" fmla="*/ 153351 w 250807"/>
                <a:gd name="csY606" fmla="*/ 146663 h 336799"/>
                <a:gd name="csX607" fmla="*/ 153351 w 250807"/>
                <a:gd name="csY607" fmla="*/ 147619 h 336799"/>
                <a:gd name="csX608" fmla="*/ 154307 w 250807"/>
                <a:gd name="csY608" fmla="*/ 148574 h 336799"/>
                <a:gd name="csX609" fmla="*/ 154784 w 250807"/>
                <a:gd name="csY609" fmla="*/ 149530 h 336799"/>
                <a:gd name="csX610" fmla="*/ 154784 w 250807"/>
                <a:gd name="csY610" fmla="*/ 150485 h 336799"/>
                <a:gd name="csX611" fmla="*/ 155740 w 250807"/>
                <a:gd name="csY611" fmla="*/ 151440 h 336799"/>
                <a:gd name="csX612" fmla="*/ 156695 w 250807"/>
                <a:gd name="csY612" fmla="*/ 151918 h 336799"/>
                <a:gd name="csX613" fmla="*/ 157651 w 250807"/>
                <a:gd name="csY613" fmla="*/ 152396 h 336799"/>
                <a:gd name="csX614" fmla="*/ 158128 w 250807"/>
                <a:gd name="csY614" fmla="*/ 152873 h 336799"/>
                <a:gd name="csX615" fmla="*/ 158606 w 250807"/>
                <a:gd name="csY615" fmla="*/ 153829 h 336799"/>
                <a:gd name="csX616" fmla="*/ 158606 w 250807"/>
                <a:gd name="csY616" fmla="*/ 154784 h 336799"/>
                <a:gd name="csX617" fmla="*/ 159561 w 250807"/>
                <a:gd name="csY617" fmla="*/ 156218 h 336799"/>
                <a:gd name="csX618" fmla="*/ 161472 w 250807"/>
                <a:gd name="csY618" fmla="*/ 157173 h 336799"/>
                <a:gd name="csX619" fmla="*/ 162906 w 250807"/>
                <a:gd name="csY619" fmla="*/ 159084 h 336799"/>
                <a:gd name="csX620" fmla="*/ 163861 w 250807"/>
                <a:gd name="csY620" fmla="*/ 160517 h 336799"/>
                <a:gd name="csX621" fmla="*/ 165772 w 250807"/>
                <a:gd name="csY621" fmla="*/ 162428 h 336799"/>
                <a:gd name="csX622" fmla="*/ 166250 w 250807"/>
                <a:gd name="csY622" fmla="*/ 164817 h 336799"/>
                <a:gd name="csX623" fmla="*/ 163861 w 250807"/>
                <a:gd name="csY623" fmla="*/ 167205 h 336799"/>
                <a:gd name="csX624" fmla="*/ 161472 w 250807"/>
                <a:gd name="csY624" fmla="*/ 170072 h 336799"/>
                <a:gd name="csX625" fmla="*/ 165294 w 250807"/>
                <a:gd name="csY625" fmla="*/ 170072 h 336799"/>
                <a:gd name="csX626" fmla="*/ 165294 w 250807"/>
                <a:gd name="csY626" fmla="*/ 170072 h 336799"/>
                <a:gd name="csX627" fmla="*/ 169116 w 250807"/>
                <a:gd name="csY627" fmla="*/ 170072 h 336799"/>
                <a:gd name="csX628" fmla="*/ 169116 w 250807"/>
                <a:gd name="csY628" fmla="*/ 170072 h 336799"/>
                <a:gd name="csX629" fmla="*/ 173416 w 250807"/>
                <a:gd name="csY629" fmla="*/ 171027 h 336799"/>
                <a:gd name="csX630" fmla="*/ 176282 w 250807"/>
                <a:gd name="csY630" fmla="*/ 171505 h 336799"/>
                <a:gd name="csX631" fmla="*/ 177715 w 250807"/>
                <a:gd name="csY631" fmla="*/ 171983 h 336799"/>
                <a:gd name="csX632" fmla="*/ 179149 w 250807"/>
                <a:gd name="csY632" fmla="*/ 172938 h 336799"/>
                <a:gd name="csX633" fmla="*/ 179626 w 250807"/>
                <a:gd name="csY633" fmla="*/ 173894 h 336799"/>
                <a:gd name="csX634" fmla="*/ 180104 w 250807"/>
                <a:gd name="csY634" fmla="*/ 175327 h 336799"/>
                <a:gd name="csX635" fmla="*/ 180104 w 250807"/>
                <a:gd name="csY635" fmla="*/ 176760 h 336799"/>
                <a:gd name="csX636" fmla="*/ 182015 w 250807"/>
                <a:gd name="csY636" fmla="*/ 178193 h 336799"/>
                <a:gd name="csX637" fmla="*/ 181537 w 250807"/>
                <a:gd name="csY637" fmla="*/ 179149 h 336799"/>
                <a:gd name="csX638" fmla="*/ 181537 w 250807"/>
                <a:gd name="csY638" fmla="*/ 181060 h 336799"/>
                <a:gd name="csX639" fmla="*/ 182492 w 250807"/>
                <a:gd name="csY639" fmla="*/ 181060 h 336799"/>
                <a:gd name="csX640" fmla="*/ 187748 w 250807"/>
                <a:gd name="csY640" fmla="*/ 181060 h 336799"/>
                <a:gd name="csX641" fmla="*/ 193003 w 250807"/>
                <a:gd name="csY641" fmla="*/ 181060 h 336799"/>
                <a:gd name="csX642" fmla="*/ 193958 w 250807"/>
                <a:gd name="csY642" fmla="*/ 181060 h 336799"/>
                <a:gd name="csX643" fmla="*/ 198258 w 250807"/>
                <a:gd name="csY643" fmla="*/ 180582 h 336799"/>
                <a:gd name="csX644" fmla="*/ 198735 w 250807"/>
                <a:gd name="csY644" fmla="*/ 180582 h 336799"/>
                <a:gd name="csX645" fmla="*/ 200646 w 250807"/>
                <a:gd name="csY645" fmla="*/ 180104 h 336799"/>
                <a:gd name="csX646" fmla="*/ 203035 w 250807"/>
                <a:gd name="csY646" fmla="*/ 178193 h 336799"/>
                <a:gd name="csX647" fmla="*/ 204468 w 250807"/>
                <a:gd name="csY647" fmla="*/ 177715 h 336799"/>
                <a:gd name="csX648" fmla="*/ 205901 w 250807"/>
                <a:gd name="csY648" fmla="*/ 176760 h 336799"/>
                <a:gd name="csX649" fmla="*/ 207334 w 250807"/>
                <a:gd name="csY649" fmla="*/ 174849 h 336799"/>
                <a:gd name="csX650" fmla="*/ 208768 w 250807"/>
                <a:gd name="csY650" fmla="*/ 173894 h 336799"/>
                <a:gd name="csX651" fmla="*/ 209723 w 250807"/>
                <a:gd name="csY651" fmla="*/ 172938 h 336799"/>
                <a:gd name="csX652" fmla="*/ 210201 w 250807"/>
                <a:gd name="csY652" fmla="*/ 172938 h 336799"/>
                <a:gd name="csX653" fmla="*/ 211634 w 250807"/>
                <a:gd name="csY653" fmla="*/ 171983 h 336799"/>
                <a:gd name="csX654" fmla="*/ 212112 w 250807"/>
                <a:gd name="csY654" fmla="*/ 171027 h 336799"/>
                <a:gd name="csX655" fmla="*/ 213067 w 250807"/>
                <a:gd name="csY655" fmla="*/ 171027 h 336799"/>
                <a:gd name="csX656" fmla="*/ 214023 w 250807"/>
                <a:gd name="csY656" fmla="*/ 170549 h 336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</a:cxnLst>
              <a:rect l="l" t="t" r="r" b="b"/>
              <a:pathLst>
                <a:path w="250807" h="336799">
                  <a:moveTo>
                    <a:pt x="214023" y="170549"/>
                  </a:moveTo>
                  <a:lnTo>
                    <a:pt x="214023" y="170549"/>
                  </a:lnTo>
                  <a:lnTo>
                    <a:pt x="213545" y="171505"/>
                  </a:lnTo>
                  <a:lnTo>
                    <a:pt x="213067" y="172461"/>
                  </a:lnTo>
                  <a:lnTo>
                    <a:pt x="213067" y="173894"/>
                  </a:lnTo>
                  <a:lnTo>
                    <a:pt x="213545" y="175327"/>
                  </a:lnTo>
                  <a:lnTo>
                    <a:pt x="213067" y="176760"/>
                  </a:lnTo>
                  <a:lnTo>
                    <a:pt x="212112" y="177715"/>
                  </a:lnTo>
                  <a:lnTo>
                    <a:pt x="212112" y="180104"/>
                  </a:lnTo>
                  <a:lnTo>
                    <a:pt x="212112" y="184404"/>
                  </a:lnTo>
                  <a:lnTo>
                    <a:pt x="212112" y="187270"/>
                  </a:lnTo>
                  <a:lnTo>
                    <a:pt x="212112" y="191570"/>
                  </a:lnTo>
                  <a:lnTo>
                    <a:pt x="212112" y="196347"/>
                  </a:lnTo>
                  <a:lnTo>
                    <a:pt x="212112" y="199213"/>
                  </a:lnTo>
                  <a:lnTo>
                    <a:pt x="212590" y="199213"/>
                  </a:lnTo>
                  <a:lnTo>
                    <a:pt x="213067" y="198736"/>
                  </a:lnTo>
                  <a:lnTo>
                    <a:pt x="213067" y="198736"/>
                  </a:lnTo>
                  <a:lnTo>
                    <a:pt x="214500" y="198258"/>
                  </a:lnTo>
                  <a:lnTo>
                    <a:pt x="215933" y="199691"/>
                  </a:lnTo>
                  <a:lnTo>
                    <a:pt x="217367" y="200169"/>
                  </a:lnTo>
                  <a:lnTo>
                    <a:pt x="217367" y="200169"/>
                  </a:lnTo>
                  <a:lnTo>
                    <a:pt x="218322" y="200646"/>
                  </a:lnTo>
                  <a:lnTo>
                    <a:pt x="219278" y="200169"/>
                  </a:lnTo>
                  <a:lnTo>
                    <a:pt x="220711" y="200169"/>
                  </a:lnTo>
                  <a:lnTo>
                    <a:pt x="223577" y="198736"/>
                  </a:lnTo>
                  <a:lnTo>
                    <a:pt x="223577" y="198736"/>
                  </a:lnTo>
                  <a:lnTo>
                    <a:pt x="225966" y="197780"/>
                  </a:lnTo>
                  <a:lnTo>
                    <a:pt x="225966" y="197780"/>
                  </a:lnTo>
                  <a:lnTo>
                    <a:pt x="228355" y="197780"/>
                  </a:lnTo>
                  <a:lnTo>
                    <a:pt x="231221" y="198258"/>
                  </a:lnTo>
                  <a:lnTo>
                    <a:pt x="231699" y="198258"/>
                  </a:lnTo>
                  <a:lnTo>
                    <a:pt x="233132" y="198258"/>
                  </a:lnTo>
                  <a:lnTo>
                    <a:pt x="235998" y="202557"/>
                  </a:lnTo>
                  <a:lnTo>
                    <a:pt x="237431" y="205424"/>
                  </a:lnTo>
                  <a:lnTo>
                    <a:pt x="239820" y="208768"/>
                  </a:lnTo>
                  <a:lnTo>
                    <a:pt x="241253" y="211156"/>
                  </a:lnTo>
                  <a:lnTo>
                    <a:pt x="244120" y="215456"/>
                  </a:lnTo>
                  <a:lnTo>
                    <a:pt x="246031" y="218800"/>
                  </a:lnTo>
                  <a:lnTo>
                    <a:pt x="248419" y="222622"/>
                  </a:lnTo>
                  <a:lnTo>
                    <a:pt x="250808" y="226921"/>
                  </a:lnTo>
                  <a:lnTo>
                    <a:pt x="250330" y="227877"/>
                  </a:lnTo>
                  <a:lnTo>
                    <a:pt x="249375" y="228833"/>
                  </a:lnTo>
                  <a:lnTo>
                    <a:pt x="249375" y="230266"/>
                  </a:lnTo>
                  <a:lnTo>
                    <a:pt x="248419" y="231221"/>
                  </a:lnTo>
                  <a:lnTo>
                    <a:pt x="247464" y="231699"/>
                  </a:lnTo>
                  <a:lnTo>
                    <a:pt x="246031" y="232654"/>
                  </a:lnTo>
                  <a:lnTo>
                    <a:pt x="245075" y="234087"/>
                  </a:lnTo>
                  <a:lnTo>
                    <a:pt x="245075" y="235521"/>
                  </a:lnTo>
                  <a:lnTo>
                    <a:pt x="245553" y="243164"/>
                  </a:lnTo>
                  <a:lnTo>
                    <a:pt x="245075" y="245553"/>
                  </a:lnTo>
                  <a:lnTo>
                    <a:pt x="244597" y="246986"/>
                  </a:lnTo>
                  <a:lnTo>
                    <a:pt x="243642" y="247942"/>
                  </a:lnTo>
                  <a:lnTo>
                    <a:pt x="243164" y="248897"/>
                  </a:lnTo>
                  <a:lnTo>
                    <a:pt x="244120" y="250808"/>
                  </a:lnTo>
                  <a:lnTo>
                    <a:pt x="245075" y="254152"/>
                  </a:lnTo>
                  <a:lnTo>
                    <a:pt x="246031" y="255108"/>
                  </a:lnTo>
                  <a:lnTo>
                    <a:pt x="246986" y="256541"/>
                  </a:lnTo>
                  <a:lnTo>
                    <a:pt x="247464" y="257974"/>
                  </a:lnTo>
                  <a:lnTo>
                    <a:pt x="246986" y="258452"/>
                  </a:lnTo>
                  <a:lnTo>
                    <a:pt x="245553" y="258929"/>
                  </a:lnTo>
                  <a:lnTo>
                    <a:pt x="244597" y="259885"/>
                  </a:lnTo>
                  <a:lnTo>
                    <a:pt x="244597" y="261796"/>
                  </a:lnTo>
                  <a:lnTo>
                    <a:pt x="243642" y="262751"/>
                  </a:lnTo>
                  <a:lnTo>
                    <a:pt x="242209" y="263707"/>
                  </a:lnTo>
                  <a:lnTo>
                    <a:pt x="241731" y="264662"/>
                  </a:lnTo>
                  <a:lnTo>
                    <a:pt x="240775" y="265618"/>
                  </a:lnTo>
                  <a:lnTo>
                    <a:pt x="240298" y="266095"/>
                  </a:lnTo>
                  <a:lnTo>
                    <a:pt x="239820" y="267529"/>
                  </a:lnTo>
                  <a:lnTo>
                    <a:pt x="239342" y="268484"/>
                  </a:lnTo>
                  <a:lnTo>
                    <a:pt x="237431" y="269440"/>
                  </a:lnTo>
                  <a:lnTo>
                    <a:pt x="237431" y="271351"/>
                  </a:lnTo>
                  <a:lnTo>
                    <a:pt x="237431" y="272784"/>
                  </a:lnTo>
                  <a:lnTo>
                    <a:pt x="238387" y="274217"/>
                  </a:lnTo>
                  <a:lnTo>
                    <a:pt x="241253" y="277083"/>
                  </a:lnTo>
                  <a:lnTo>
                    <a:pt x="241253" y="278039"/>
                  </a:lnTo>
                  <a:lnTo>
                    <a:pt x="239820" y="279472"/>
                  </a:lnTo>
                  <a:lnTo>
                    <a:pt x="238865" y="280905"/>
                  </a:lnTo>
                  <a:lnTo>
                    <a:pt x="236476" y="284727"/>
                  </a:lnTo>
                  <a:lnTo>
                    <a:pt x="236476" y="285682"/>
                  </a:lnTo>
                  <a:lnTo>
                    <a:pt x="236954" y="287116"/>
                  </a:lnTo>
                  <a:lnTo>
                    <a:pt x="240298" y="295237"/>
                  </a:lnTo>
                  <a:lnTo>
                    <a:pt x="241253" y="295715"/>
                  </a:lnTo>
                  <a:lnTo>
                    <a:pt x="242209" y="296192"/>
                  </a:lnTo>
                  <a:lnTo>
                    <a:pt x="244120" y="296192"/>
                  </a:lnTo>
                  <a:lnTo>
                    <a:pt x="246508" y="297148"/>
                  </a:lnTo>
                  <a:lnTo>
                    <a:pt x="247941" y="298103"/>
                  </a:lnTo>
                  <a:lnTo>
                    <a:pt x="247941" y="298581"/>
                  </a:lnTo>
                  <a:lnTo>
                    <a:pt x="247464" y="299059"/>
                  </a:lnTo>
                  <a:lnTo>
                    <a:pt x="246031" y="299536"/>
                  </a:lnTo>
                  <a:lnTo>
                    <a:pt x="244597" y="300492"/>
                  </a:lnTo>
                  <a:lnTo>
                    <a:pt x="244120" y="300970"/>
                  </a:lnTo>
                  <a:lnTo>
                    <a:pt x="244120" y="302403"/>
                  </a:lnTo>
                  <a:lnTo>
                    <a:pt x="244597" y="304314"/>
                  </a:lnTo>
                  <a:lnTo>
                    <a:pt x="243642" y="304792"/>
                  </a:lnTo>
                  <a:lnTo>
                    <a:pt x="242209" y="305747"/>
                  </a:lnTo>
                  <a:lnTo>
                    <a:pt x="240775" y="306702"/>
                  </a:lnTo>
                  <a:lnTo>
                    <a:pt x="239342" y="308613"/>
                  </a:lnTo>
                  <a:lnTo>
                    <a:pt x="237431" y="311002"/>
                  </a:lnTo>
                  <a:lnTo>
                    <a:pt x="237431" y="311002"/>
                  </a:lnTo>
                  <a:lnTo>
                    <a:pt x="236476" y="311958"/>
                  </a:lnTo>
                  <a:lnTo>
                    <a:pt x="235998" y="312913"/>
                  </a:lnTo>
                  <a:lnTo>
                    <a:pt x="235043" y="312913"/>
                  </a:lnTo>
                  <a:lnTo>
                    <a:pt x="232176" y="314824"/>
                  </a:lnTo>
                  <a:lnTo>
                    <a:pt x="232176" y="315779"/>
                  </a:lnTo>
                  <a:lnTo>
                    <a:pt x="232176" y="316735"/>
                  </a:lnTo>
                  <a:lnTo>
                    <a:pt x="233610" y="317212"/>
                  </a:lnTo>
                  <a:lnTo>
                    <a:pt x="234565" y="318646"/>
                  </a:lnTo>
                  <a:lnTo>
                    <a:pt x="234565" y="319601"/>
                  </a:lnTo>
                  <a:lnTo>
                    <a:pt x="234565" y="320557"/>
                  </a:lnTo>
                  <a:lnTo>
                    <a:pt x="234565" y="320557"/>
                  </a:lnTo>
                  <a:lnTo>
                    <a:pt x="234565" y="320557"/>
                  </a:lnTo>
                  <a:lnTo>
                    <a:pt x="233132" y="321990"/>
                  </a:lnTo>
                  <a:lnTo>
                    <a:pt x="231221" y="323423"/>
                  </a:lnTo>
                  <a:lnTo>
                    <a:pt x="228832" y="323423"/>
                  </a:lnTo>
                  <a:lnTo>
                    <a:pt x="227877" y="324378"/>
                  </a:lnTo>
                  <a:lnTo>
                    <a:pt x="227877" y="325812"/>
                  </a:lnTo>
                  <a:lnTo>
                    <a:pt x="227877" y="325812"/>
                  </a:lnTo>
                  <a:lnTo>
                    <a:pt x="228832" y="328200"/>
                  </a:lnTo>
                  <a:lnTo>
                    <a:pt x="228832" y="329633"/>
                  </a:lnTo>
                  <a:lnTo>
                    <a:pt x="228355" y="332022"/>
                  </a:lnTo>
                  <a:lnTo>
                    <a:pt x="226444" y="333933"/>
                  </a:lnTo>
                  <a:lnTo>
                    <a:pt x="223577" y="335366"/>
                  </a:lnTo>
                  <a:lnTo>
                    <a:pt x="221189" y="336322"/>
                  </a:lnTo>
                  <a:lnTo>
                    <a:pt x="219278" y="336322"/>
                  </a:lnTo>
                  <a:lnTo>
                    <a:pt x="219278" y="336322"/>
                  </a:lnTo>
                  <a:lnTo>
                    <a:pt x="217367" y="336322"/>
                  </a:lnTo>
                  <a:lnTo>
                    <a:pt x="216889" y="336799"/>
                  </a:lnTo>
                  <a:lnTo>
                    <a:pt x="214978" y="335366"/>
                  </a:lnTo>
                  <a:lnTo>
                    <a:pt x="208768" y="331067"/>
                  </a:lnTo>
                  <a:lnTo>
                    <a:pt x="206379" y="328678"/>
                  </a:lnTo>
                  <a:lnTo>
                    <a:pt x="203990" y="327723"/>
                  </a:lnTo>
                  <a:lnTo>
                    <a:pt x="198258" y="323901"/>
                  </a:lnTo>
                  <a:lnTo>
                    <a:pt x="197780" y="322945"/>
                  </a:lnTo>
                  <a:lnTo>
                    <a:pt x="197302" y="319124"/>
                  </a:lnTo>
                  <a:lnTo>
                    <a:pt x="196347" y="318168"/>
                  </a:lnTo>
                  <a:lnTo>
                    <a:pt x="194436" y="316735"/>
                  </a:lnTo>
                  <a:lnTo>
                    <a:pt x="189658" y="314824"/>
                  </a:lnTo>
                  <a:lnTo>
                    <a:pt x="187748" y="313868"/>
                  </a:lnTo>
                  <a:lnTo>
                    <a:pt x="185837" y="312435"/>
                  </a:lnTo>
                  <a:lnTo>
                    <a:pt x="182970" y="311002"/>
                  </a:lnTo>
                  <a:lnTo>
                    <a:pt x="180104" y="308613"/>
                  </a:lnTo>
                  <a:lnTo>
                    <a:pt x="178193" y="306702"/>
                  </a:lnTo>
                  <a:lnTo>
                    <a:pt x="175804" y="305747"/>
                  </a:lnTo>
                  <a:lnTo>
                    <a:pt x="169594" y="303836"/>
                  </a:lnTo>
                  <a:lnTo>
                    <a:pt x="166250" y="301925"/>
                  </a:lnTo>
                  <a:lnTo>
                    <a:pt x="160039" y="299536"/>
                  </a:lnTo>
                  <a:lnTo>
                    <a:pt x="157651" y="298103"/>
                  </a:lnTo>
                  <a:lnTo>
                    <a:pt x="150962" y="296192"/>
                  </a:lnTo>
                  <a:lnTo>
                    <a:pt x="149051" y="295237"/>
                  </a:lnTo>
                  <a:lnTo>
                    <a:pt x="142841" y="290460"/>
                  </a:lnTo>
                  <a:lnTo>
                    <a:pt x="138064" y="289026"/>
                  </a:lnTo>
                  <a:lnTo>
                    <a:pt x="134719" y="286638"/>
                  </a:lnTo>
                  <a:lnTo>
                    <a:pt x="123732" y="280905"/>
                  </a:lnTo>
                  <a:lnTo>
                    <a:pt x="121821" y="279472"/>
                  </a:lnTo>
                  <a:lnTo>
                    <a:pt x="120388" y="276605"/>
                  </a:lnTo>
                  <a:lnTo>
                    <a:pt x="117999" y="275172"/>
                  </a:lnTo>
                  <a:lnTo>
                    <a:pt x="115133" y="271351"/>
                  </a:lnTo>
                  <a:lnTo>
                    <a:pt x="111311" y="269440"/>
                  </a:lnTo>
                  <a:lnTo>
                    <a:pt x="107489" y="266573"/>
                  </a:lnTo>
                  <a:lnTo>
                    <a:pt x="106056" y="264185"/>
                  </a:lnTo>
                  <a:lnTo>
                    <a:pt x="103189" y="260840"/>
                  </a:lnTo>
                  <a:lnTo>
                    <a:pt x="102712" y="258929"/>
                  </a:lnTo>
                  <a:lnTo>
                    <a:pt x="100323" y="257019"/>
                  </a:lnTo>
                  <a:lnTo>
                    <a:pt x="99845" y="253675"/>
                  </a:lnTo>
                  <a:lnTo>
                    <a:pt x="98412" y="252241"/>
                  </a:lnTo>
                  <a:lnTo>
                    <a:pt x="99845" y="251286"/>
                  </a:lnTo>
                  <a:lnTo>
                    <a:pt x="100801" y="251286"/>
                  </a:lnTo>
                  <a:lnTo>
                    <a:pt x="102234" y="245553"/>
                  </a:lnTo>
                  <a:lnTo>
                    <a:pt x="101756" y="243164"/>
                  </a:lnTo>
                  <a:lnTo>
                    <a:pt x="97457" y="238387"/>
                  </a:lnTo>
                  <a:lnTo>
                    <a:pt x="96024" y="235998"/>
                  </a:lnTo>
                  <a:lnTo>
                    <a:pt x="95068" y="232654"/>
                  </a:lnTo>
                  <a:lnTo>
                    <a:pt x="93157" y="231221"/>
                  </a:lnTo>
                  <a:lnTo>
                    <a:pt x="90769" y="227399"/>
                  </a:lnTo>
                  <a:lnTo>
                    <a:pt x="89335" y="224055"/>
                  </a:lnTo>
                  <a:lnTo>
                    <a:pt x="86469" y="221667"/>
                  </a:lnTo>
                  <a:lnTo>
                    <a:pt x="85513" y="220711"/>
                  </a:lnTo>
                  <a:lnTo>
                    <a:pt x="85036" y="219756"/>
                  </a:lnTo>
                  <a:lnTo>
                    <a:pt x="83125" y="218800"/>
                  </a:lnTo>
                  <a:lnTo>
                    <a:pt x="83125" y="216412"/>
                  </a:lnTo>
                  <a:lnTo>
                    <a:pt x="81692" y="211634"/>
                  </a:lnTo>
                  <a:lnTo>
                    <a:pt x="79781" y="209246"/>
                  </a:lnTo>
                  <a:lnTo>
                    <a:pt x="73570" y="204468"/>
                  </a:lnTo>
                  <a:lnTo>
                    <a:pt x="73570" y="202557"/>
                  </a:lnTo>
                  <a:lnTo>
                    <a:pt x="73093" y="199691"/>
                  </a:lnTo>
                  <a:lnTo>
                    <a:pt x="71659" y="196347"/>
                  </a:lnTo>
                  <a:lnTo>
                    <a:pt x="64493" y="185837"/>
                  </a:lnTo>
                  <a:lnTo>
                    <a:pt x="62582" y="182493"/>
                  </a:lnTo>
                  <a:lnTo>
                    <a:pt x="60671" y="177238"/>
                  </a:lnTo>
                  <a:lnTo>
                    <a:pt x="59238" y="174371"/>
                  </a:lnTo>
                  <a:lnTo>
                    <a:pt x="57328" y="169116"/>
                  </a:lnTo>
                  <a:lnTo>
                    <a:pt x="54939" y="165295"/>
                  </a:lnTo>
                  <a:lnTo>
                    <a:pt x="53028" y="161950"/>
                  </a:lnTo>
                  <a:lnTo>
                    <a:pt x="51595" y="157651"/>
                  </a:lnTo>
                  <a:lnTo>
                    <a:pt x="51117" y="155262"/>
                  </a:lnTo>
                  <a:lnTo>
                    <a:pt x="47773" y="151440"/>
                  </a:lnTo>
                  <a:lnTo>
                    <a:pt x="46340" y="148096"/>
                  </a:lnTo>
                  <a:lnTo>
                    <a:pt x="42996" y="145230"/>
                  </a:lnTo>
                  <a:lnTo>
                    <a:pt x="40129" y="142841"/>
                  </a:lnTo>
                  <a:lnTo>
                    <a:pt x="39174" y="141408"/>
                  </a:lnTo>
                  <a:lnTo>
                    <a:pt x="34874" y="133764"/>
                  </a:lnTo>
                  <a:lnTo>
                    <a:pt x="34396" y="131376"/>
                  </a:lnTo>
                  <a:lnTo>
                    <a:pt x="31530" y="127076"/>
                  </a:lnTo>
                  <a:lnTo>
                    <a:pt x="28664" y="124210"/>
                  </a:lnTo>
                  <a:lnTo>
                    <a:pt x="26753" y="121821"/>
                  </a:lnTo>
                  <a:lnTo>
                    <a:pt x="24364" y="119432"/>
                  </a:lnTo>
                  <a:lnTo>
                    <a:pt x="10510" y="112744"/>
                  </a:lnTo>
                  <a:lnTo>
                    <a:pt x="5733" y="110356"/>
                  </a:lnTo>
                  <a:lnTo>
                    <a:pt x="3822" y="108923"/>
                  </a:lnTo>
                  <a:lnTo>
                    <a:pt x="3344" y="107012"/>
                  </a:lnTo>
                  <a:lnTo>
                    <a:pt x="3344" y="105578"/>
                  </a:lnTo>
                  <a:lnTo>
                    <a:pt x="4777" y="104623"/>
                  </a:lnTo>
                  <a:lnTo>
                    <a:pt x="7166" y="105100"/>
                  </a:lnTo>
                  <a:lnTo>
                    <a:pt x="8121" y="105100"/>
                  </a:lnTo>
                  <a:lnTo>
                    <a:pt x="9077" y="103190"/>
                  </a:lnTo>
                  <a:lnTo>
                    <a:pt x="9077" y="101279"/>
                  </a:lnTo>
                  <a:lnTo>
                    <a:pt x="8121" y="98412"/>
                  </a:lnTo>
                  <a:lnTo>
                    <a:pt x="3344" y="92680"/>
                  </a:lnTo>
                  <a:lnTo>
                    <a:pt x="3822" y="91724"/>
                  </a:lnTo>
                  <a:lnTo>
                    <a:pt x="4777" y="90291"/>
                  </a:lnTo>
                  <a:lnTo>
                    <a:pt x="2866" y="87425"/>
                  </a:lnTo>
                  <a:lnTo>
                    <a:pt x="955" y="85514"/>
                  </a:lnTo>
                  <a:lnTo>
                    <a:pt x="0" y="83603"/>
                  </a:lnTo>
                  <a:lnTo>
                    <a:pt x="1433" y="77392"/>
                  </a:lnTo>
                  <a:lnTo>
                    <a:pt x="2389" y="75959"/>
                  </a:lnTo>
                  <a:lnTo>
                    <a:pt x="9077" y="69271"/>
                  </a:lnTo>
                  <a:lnTo>
                    <a:pt x="10988" y="66405"/>
                  </a:lnTo>
                  <a:lnTo>
                    <a:pt x="13854" y="64971"/>
                  </a:lnTo>
                  <a:lnTo>
                    <a:pt x="16721" y="62583"/>
                  </a:lnTo>
                  <a:lnTo>
                    <a:pt x="20064" y="60672"/>
                  </a:lnTo>
                  <a:lnTo>
                    <a:pt x="20542" y="60672"/>
                  </a:lnTo>
                  <a:lnTo>
                    <a:pt x="21020" y="61150"/>
                  </a:lnTo>
                  <a:lnTo>
                    <a:pt x="21020" y="61150"/>
                  </a:lnTo>
                  <a:lnTo>
                    <a:pt x="21020" y="61627"/>
                  </a:lnTo>
                  <a:lnTo>
                    <a:pt x="21498" y="62583"/>
                  </a:lnTo>
                  <a:lnTo>
                    <a:pt x="21975" y="63060"/>
                  </a:lnTo>
                  <a:lnTo>
                    <a:pt x="21975" y="64016"/>
                  </a:lnTo>
                  <a:lnTo>
                    <a:pt x="22453" y="64493"/>
                  </a:lnTo>
                  <a:lnTo>
                    <a:pt x="22453" y="64493"/>
                  </a:lnTo>
                  <a:lnTo>
                    <a:pt x="22453" y="65449"/>
                  </a:lnTo>
                  <a:lnTo>
                    <a:pt x="22453" y="66405"/>
                  </a:lnTo>
                  <a:lnTo>
                    <a:pt x="21975" y="66882"/>
                  </a:lnTo>
                  <a:lnTo>
                    <a:pt x="22453" y="67838"/>
                  </a:lnTo>
                  <a:lnTo>
                    <a:pt x="22931" y="68793"/>
                  </a:lnTo>
                  <a:lnTo>
                    <a:pt x="22931" y="69271"/>
                  </a:lnTo>
                  <a:lnTo>
                    <a:pt x="22931" y="69749"/>
                  </a:lnTo>
                  <a:lnTo>
                    <a:pt x="21975" y="70226"/>
                  </a:lnTo>
                  <a:lnTo>
                    <a:pt x="21498" y="70704"/>
                  </a:lnTo>
                  <a:lnTo>
                    <a:pt x="20542" y="71659"/>
                  </a:lnTo>
                  <a:lnTo>
                    <a:pt x="19587" y="71659"/>
                  </a:lnTo>
                  <a:lnTo>
                    <a:pt x="18154" y="71182"/>
                  </a:lnTo>
                  <a:lnTo>
                    <a:pt x="16721" y="71659"/>
                  </a:lnTo>
                  <a:lnTo>
                    <a:pt x="16721" y="72615"/>
                  </a:lnTo>
                  <a:lnTo>
                    <a:pt x="16721" y="73570"/>
                  </a:lnTo>
                  <a:lnTo>
                    <a:pt x="16721" y="74526"/>
                  </a:lnTo>
                  <a:lnTo>
                    <a:pt x="17676" y="75004"/>
                  </a:lnTo>
                  <a:lnTo>
                    <a:pt x="19587" y="75481"/>
                  </a:lnTo>
                  <a:lnTo>
                    <a:pt x="17676" y="77392"/>
                  </a:lnTo>
                  <a:lnTo>
                    <a:pt x="16721" y="78825"/>
                  </a:lnTo>
                  <a:lnTo>
                    <a:pt x="17198" y="79303"/>
                  </a:lnTo>
                  <a:lnTo>
                    <a:pt x="18154" y="79781"/>
                  </a:lnTo>
                  <a:lnTo>
                    <a:pt x="19109" y="79781"/>
                  </a:lnTo>
                  <a:lnTo>
                    <a:pt x="21020" y="79303"/>
                  </a:lnTo>
                  <a:lnTo>
                    <a:pt x="21975" y="77870"/>
                  </a:lnTo>
                  <a:lnTo>
                    <a:pt x="22931" y="77392"/>
                  </a:lnTo>
                  <a:lnTo>
                    <a:pt x="23886" y="76915"/>
                  </a:lnTo>
                  <a:lnTo>
                    <a:pt x="25320" y="77392"/>
                  </a:lnTo>
                  <a:lnTo>
                    <a:pt x="26753" y="78348"/>
                  </a:lnTo>
                  <a:lnTo>
                    <a:pt x="27230" y="78825"/>
                  </a:lnTo>
                  <a:lnTo>
                    <a:pt x="29619" y="79781"/>
                  </a:lnTo>
                  <a:lnTo>
                    <a:pt x="30575" y="80259"/>
                  </a:lnTo>
                  <a:lnTo>
                    <a:pt x="32486" y="80259"/>
                  </a:lnTo>
                  <a:lnTo>
                    <a:pt x="33919" y="79781"/>
                  </a:lnTo>
                  <a:lnTo>
                    <a:pt x="34874" y="80736"/>
                  </a:lnTo>
                  <a:lnTo>
                    <a:pt x="36307" y="81214"/>
                  </a:lnTo>
                  <a:lnTo>
                    <a:pt x="36307" y="83603"/>
                  </a:lnTo>
                  <a:lnTo>
                    <a:pt x="37263" y="85514"/>
                  </a:lnTo>
                  <a:lnTo>
                    <a:pt x="38696" y="86947"/>
                  </a:lnTo>
                  <a:lnTo>
                    <a:pt x="40129" y="88380"/>
                  </a:lnTo>
                  <a:lnTo>
                    <a:pt x="41085" y="88858"/>
                  </a:lnTo>
                  <a:lnTo>
                    <a:pt x="42996" y="88858"/>
                  </a:lnTo>
                  <a:lnTo>
                    <a:pt x="44906" y="89335"/>
                  </a:lnTo>
                  <a:lnTo>
                    <a:pt x="45862" y="88858"/>
                  </a:lnTo>
                  <a:lnTo>
                    <a:pt x="46817" y="87902"/>
                  </a:lnTo>
                  <a:lnTo>
                    <a:pt x="46817" y="87425"/>
                  </a:lnTo>
                  <a:lnTo>
                    <a:pt x="46817" y="87425"/>
                  </a:lnTo>
                  <a:lnTo>
                    <a:pt x="48251" y="86947"/>
                  </a:lnTo>
                  <a:lnTo>
                    <a:pt x="48251" y="86469"/>
                  </a:lnTo>
                  <a:lnTo>
                    <a:pt x="47773" y="85514"/>
                  </a:lnTo>
                  <a:lnTo>
                    <a:pt x="48251" y="84558"/>
                  </a:lnTo>
                  <a:lnTo>
                    <a:pt x="49206" y="83603"/>
                  </a:lnTo>
                  <a:lnTo>
                    <a:pt x="51595" y="82170"/>
                  </a:lnTo>
                  <a:lnTo>
                    <a:pt x="52550" y="81692"/>
                  </a:lnTo>
                  <a:lnTo>
                    <a:pt x="53028" y="80736"/>
                  </a:lnTo>
                  <a:lnTo>
                    <a:pt x="53505" y="79781"/>
                  </a:lnTo>
                  <a:lnTo>
                    <a:pt x="53028" y="79303"/>
                  </a:lnTo>
                  <a:lnTo>
                    <a:pt x="52550" y="78348"/>
                  </a:lnTo>
                  <a:lnTo>
                    <a:pt x="53028" y="77392"/>
                  </a:lnTo>
                  <a:lnTo>
                    <a:pt x="53505" y="75959"/>
                  </a:lnTo>
                  <a:lnTo>
                    <a:pt x="54461" y="74526"/>
                  </a:lnTo>
                  <a:lnTo>
                    <a:pt x="54939" y="72137"/>
                  </a:lnTo>
                  <a:lnTo>
                    <a:pt x="55416" y="71182"/>
                  </a:lnTo>
                  <a:lnTo>
                    <a:pt x="56372" y="70704"/>
                  </a:lnTo>
                  <a:lnTo>
                    <a:pt x="56372" y="69749"/>
                  </a:lnTo>
                  <a:lnTo>
                    <a:pt x="56850" y="68793"/>
                  </a:lnTo>
                  <a:lnTo>
                    <a:pt x="57805" y="67360"/>
                  </a:lnTo>
                  <a:lnTo>
                    <a:pt x="57805" y="66405"/>
                  </a:lnTo>
                  <a:lnTo>
                    <a:pt x="58283" y="65449"/>
                  </a:lnTo>
                  <a:lnTo>
                    <a:pt x="58283" y="64016"/>
                  </a:lnTo>
                  <a:lnTo>
                    <a:pt x="59238" y="61150"/>
                  </a:lnTo>
                  <a:lnTo>
                    <a:pt x="59238" y="60672"/>
                  </a:lnTo>
                  <a:lnTo>
                    <a:pt x="59716" y="60672"/>
                  </a:lnTo>
                  <a:lnTo>
                    <a:pt x="60671" y="60672"/>
                  </a:lnTo>
                  <a:lnTo>
                    <a:pt x="61149" y="61150"/>
                  </a:lnTo>
                  <a:lnTo>
                    <a:pt x="61627" y="62105"/>
                  </a:lnTo>
                  <a:lnTo>
                    <a:pt x="61627" y="62105"/>
                  </a:lnTo>
                  <a:lnTo>
                    <a:pt x="62582" y="62105"/>
                  </a:lnTo>
                  <a:lnTo>
                    <a:pt x="63060" y="61627"/>
                  </a:lnTo>
                  <a:lnTo>
                    <a:pt x="63060" y="61150"/>
                  </a:lnTo>
                  <a:lnTo>
                    <a:pt x="62582" y="60672"/>
                  </a:lnTo>
                  <a:lnTo>
                    <a:pt x="62582" y="60194"/>
                  </a:lnTo>
                  <a:lnTo>
                    <a:pt x="62582" y="59716"/>
                  </a:lnTo>
                  <a:lnTo>
                    <a:pt x="64016" y="58761"/>
                  </a:lnTo>
                  <a:lnTo>
                    <a:pt x="64971" y="57328"/>
                  </a:lnTo>
                  <a:lnTo>
                    <a:pt x="67360" y="54461"/>
                  </a:lnTo>
                  <a:lnTo>
                    <a:pt x="69271" y="53028"/>
                  </a:lnTo>
                  <a:lnTo>
                    <a:pt x="73093" y="52073"/>
                  </a:lnTo>
                  <a:lnTo>
                    <a:pt x="75959" y="51117"/>
                  </a:lnTo>
                  <a:lnTo>
                    <a:pt x="78825" y="50162"/>
                  </a:lnTo>
                  <a:lnTo>
                    <a:pt x="83125" y="48728"/>
                  </a:lnTo>
                  <a:lnTo>
                    <a:pt x="88380" y="46818"/>
                  </a:lnTo>
                  <a:lnTo>
                    <a:pt x="92679" y="45384"/>
                  </a:lnTo>
                  <a:lnTo>
                    <a:pt x="96024" y="42996"/>
                  </a:lnTo>
                  <a:lnTo>
                    <a:pt x="98890" y="41563"/>
                  </a:lnTo>
                  <a:lnTo>
                    <a:pt x="101278" y="39652"/>
                  </a:lnTo>
                  <a:lnTo>
                    <a:pt x="104145" y="37741"/>
                  </a:lnTo>
                  <a:lnTo>
                    <a:pt x="108444" y="33441"/>
                  </a:lnTo>
                  <a:lnTo>
                    <a:pt x="110833" y="30575"/>
                  </a:lnTo>
                  <a:lnTo>
                    <a:pt x="113222" y="28186"/>
                  </a:lnTo>
                  <a:lnTo>
                    <a:pt x="114655" y="26753"/>
                  </a:lnTo>
                  <a:lnTo>
                    <a:pt x="115610" y="22931"/>
                  </a:lnTo>
                  <a:lnTo>
                    <a:pt x="117044" y="18632"/>
                  </a:lnTo>
                  <a:lnTo>
                    <a:pt x="117521" y="16721"/>
                  </a:lnTo>
                  <a:lnTo>
                    <a:pt x="117521" y="15765"/>
                  </a:lnTo>
                  <a:lnTo>
                    <a:pt x="118477" y="16243"/>
                  </a:lnTo>
                  <a:lnTo>
                    <a:pt x="118954" y="16721"/>
                  </a:lnTo>
                  <a:lnTo>
                    <a:pt x="118954" y="16721"/>
                  </a:lnTo>
                  <a:lnTo>
                    <a:pt x="119432" y="16721"/>
                  </a:lnTo>
                  <a:lnTo>
                    <a:pt x="120388" y="16721"/>
                  </a:lnTo>
                  <a:lnTo>
                    <a:pt x="120865" y="16721"/>
                  </a:lnTo>
                  <a:lnTo>
                    <a:pt x="120865" y="16243"/>
                  </a:lnTo>
                  <a:lnTo>
                    <a:pt x="120865" y="16243"/>
                  </a:lnTo>
                  <a:lnTo>
                    <a:pt x="120388" y="11943"/>
                  </a:lnTo>
                  <a:lnTo>
                    <a:pt x="120388" y="10988"/>
                  </a:lnTo>
                  <a:lnTo>
                    <a:pt x="120865" y="10032"/>
                  </a:lnTo>
                  <a:lnTo>
                    <a:pt x="120388" y="9077"/>
                  </a:lnTo>
                  <a:lnTo>
                    <a:pt x="119432" y="8599"/>
                  </a:lnTo>
                  <a:lnTo>
                    <a:pt x="117521" y="6688"/>
                  </a:lnTo>
                  <a:lnTo>
                    <a:pt x="116566" y="4777"/>
                  </a:lnTo>
                  <a:lnTo>
                    <a:pt x="116088" y="3822"/>
                  </a:lnTo>
                  <a:lnTo>
                    <a:pt x="114655" y="2867"/>
                  </a:lnTo>
                  <a:lnTo>
                    <a:pt x="113222" y="1911"/>
                  </a:lnTo>
                  <a:lnTo>
                    <a:pt x="113222" y="1433"/>
                  </a:lnTo>
                  <a:lnTo>
                    <a:pt x="114177" y="1433"/>
                  </a:lnTo>
                  <a:lnTo>
                    <a:pt x="116566" y="1911"/>
                  </a:lnTo>
                  <a:lnTo>
                    <a:pt x="117999" y="1911"/>
                  </a:lnTo>
                  <a:lnTo>
                    <a:pt x="118954" y="1911"/>
                  </a:lnTo>
                  <a:lnTo>
                    <a:pt x="120388" y="956"/>
                  </a:lnTo>
                  <a:lnTo>
                    <a:pt x="120388" y="956"/>
                  </a:lnTo>
                  <a:lnTo>
                    <a:pt x="121343" y="0"/>
                  </a:lnTo>
                  <a:lnTo>
                    <a:pt x="121343" y="0"/>
                  </a:lnTo>
                  <a:lnTo>
                    <a:pt x="122299" y="0"/>
                  </a:lnTo>
                  <a:lnTo>
                    <a:pt x="123254" y="0"/>
                  </a:lnTo>
                  <a:lnTo>
                    <a:pt x="124687" y="1433"/>
                  </a:lnTo>
                  <a:lnTo>
                    <a:pt x="125643" y="1911"/>
                  </a:lnTo>
                  <a:lnTo>
                    <a:pt x="127076" y="2389"/>
                  </a:lnTo>
                  <a:lnTo>
                    <a:pt x="128031" y="2867"/>
                  </a:lnTo>
                  <a:lnTo>
                    <a:pt x="128987" y="2867"/>
                  </a:lnTo>
                  <a:lnTo>
                    <a:pt x="129942" y="2867"/>
                  </a:lnTo>
                  <a:lnTo>
                    <a:pt x="129942" y="3822"/>
                  </a:lnTo>
                  <a:lnTo>
                    <a:pt x="130898" y="4777"/>
                  </a:lnTo>
                  <a:lnTo>
                    <a:pt x="131853" y="5255"/>
                  </a:lnTo>
                  <a:lnTo>
                    <a:pt x="133286" y="5733"/>
                  </a:lnTo>
                  <a:lnTo>
                    <a:pt x="134719" y="7166"/>
                  </a:lnTo>
                  <a:lnTo>
                    <a:pt x="135675" y="7644"/>
                  </a:lnTo>
                  <a:lnTo>
                    <a:pt x="136631" y="8599"/>
                  </a:lnTo>
                  <a:lnTo>
                    <a:pt x="137108" y="9077"/>
                  </a:lnTo>
                  <a:lnTo>
                    <a:pt x="137586" y="9555"/>
                  </a:lnTo>
                  <a:lnTo>
                    <a:pt x="137586" y="10510"/>
                  </a:lnTo>
                  <a:lnTo>
                    <a:pt x="138064" y="11466"/>
                  </a:lnTo>
                  <a:lnTo>
                    <a:pt x="138542" y="12899"/>
                  </a:lnTo>
                  <a:lnTo>
                    <a:pt x="139019" y="13854"/>
                  </a:lnTo>
                  <a:lnTo>
                    <a:pt x="139019" y="14332"/>
                  </a:lnTo>
                  <a:lnTo>
                    <a:pt x="139975" y="15765"/>
                  </a:lnTo>
                  <a:lnTo>
                    <a:pt x="140930" y="16721"/>
                  </a:lnTo>
                  <a:lnTo>
                    <a:pt x="140930" y="16721"/>
                  </a:lnTo>
                  <a:lnTo>
                    <a:pt x="141885" y="17198"/>
                  </a:lnTo>
                  <a:lnTo>
                    <a:pt x="144752" y="17676"/>
                  </a:lnTo>
                  <a:lnTo>
                    <a:pt x="144752" y="17676"/>
                  </a:lnTo>
                  <a:lnTo>
                    <a:pt x="145707" y="19109"/>
                  </a:lnTo>
                  <a:lnTo>
                    <a:pt x="147141" y="19587"/>
                  </a:lnTo>
                  <a:lnTo>
                    <a:pt x="148096" y="21020"/>
                  </a:lnTo>
                  <a:lnTo>
                    <a:pt x="149529" y="21020"/>
                  </a:lnTo>
                  <a:lnTo>
                    <a:pt x="150962" y="21020"/>
                  </a:lnTo>
                  <a:lnTo>
                    <a:pt x="152396" y="21976"/>
                  </a:lnTo>
                  <a:lnTo>
                    <a:pt x="153351" y="22931"/>
                  </a:lnTo>
                  <a:lnTo>
                    <a:pt x="154307" y="24364"/>
                  </a:lnTo>
                  <a:lnTo>
                    <a:pt x="154307" y="24364"/>
                  </a:lnTo>
                  <a:lnTo>
                    <a:pt x="155262" y="25320"/>
                  </a:lnTo>
                  <a:lnTo>
                    <a:pt x="155740" y="26753"/>
                  </a:lnTo>
                  <a:lnTo>
                    <a:pt x="155262" y="28664"/>
                  </a:lnTo>
                  <a:lnTo>
                    <a:pt x="155262" y="29142"/>
                  </a:lnTo>
                  <a:lnTo>
                    <a:pt x="155740" y="29619"/>
                  </a:lnTo>
                  <a:lnTo>
                    <a:pt x="155740" y="29619"/>
                  </a:lnTo>
                  <a:lnTo>
                    <a:pt x="156695" y="30575"/>
                  </a:lnTo>
                  <a:lnTo>
                    <a:pt x="158606" y="31530"/>
                  </a:lnTo>
                  <a:lnTo>
                    <a:pt x="160039" y="31052"/>
                  </a:lnTo>
                  <a:lnTo>
                    <a:pt x="160039" y="31052"/>
                  </a:lnTo>
                  <a:lnTo>
                    <a:pt x="160995" y="31530"/>
                  </a:lnTo>
                  <a:lnTo>
                    <a:pt x="161472" y="32486"/>
                  </a:lnTo>
                  <a:lnTo>
                    <a:pt x="161950" y="32963"/>
                  </a:lnTo>
                  <a:lnTo>
                    <a:pt x="162428" y="35352"/>
                  </a:lnTo>
                  <a:lnTo>
                    <a:pt x="162906" y="36785"/>
                  </a:lnTo>
                  <a:lnTo>
                    <a:pt x="162428" y="38218"/>
                  </a:lnTo>
                  <a:lnTo>
                    <a:pt x="161950" y="39174"/>
                  </a:lnTo>
                  <a:lnTo>
                    <a:pt x="162428" y="40607"/>
                  </a:lnTo>
                  <a:lnTo>
                    <a:pt x="162428" y="40607"/>
                  </a:lnTo>
                  <a:lnTo>
                    <a:pt x="164339" y="41085"/>
                  </a:lnTo>
                  <a:lnTo>
                    <a:pt x="165772" y="41563"/>
                  </a:lnTo>
                  <a:lnTo>
                    <a:pt x="166727" y="42518"/>
                  </a:lnTo>
                  <a:lnTo>
                    <a:pt x="167683" y="42518"/>
                  </a:lnTo>
                  <a:lnTo>
                    <a:pt x="169116" y="42518"/>
                  </a:lnTo>
                  <a:lnTo>
                    <a:pt x="171027" y="42518"/>
                  </a:lnTo>
                  <a:lnTo>
                    <a:pt x="172460" y="42040"/>
                  </a:lnTo>
                  <a:lnTo>
                    <a:pt x="172938" y="41563"/>
                  </a:lnTo>
                  <a:lnTo>
                    <a:pt x="173893" y="42040"/>
                  </a:lnTo>
                  <a:lnTo>
                    <a:pt x="175326" y="42518"/>
                  </a:lnTo>
                  <a:lnTo>
                    <a:pt x="175804" y="42518"/>
                  </a:lnTo>
                  <a:lnTo>
                    <a:pt x="177238" y="42996"/>
                  </a:lnTo>
                  <a:lnTo>
                    <a:pt x="179149" y="42518"/>
                  </a:lnTo>
                  <a:lnTo>
                    <a:pt x="181059" y="42518"/>
                  </a:lnTo>
                  <a:lnTo>
                    <a:pt x="182492" y="42040"/>
                  </a:lnTo>
                  <a:lnTo>
                    <a:pt x="184403" y="41085"/>
                  </a:lnTo>
                  <a:lnTo>
                    <a:pt x="184403" y="41085"/>
                  </a:lnTo>
                  <a:lnTo>
                    <a:pt x="185837" y="41085"/>
                  </a:lnTo>
                  <a:lnTo>
                    <a:pt x="186792" y="40607"/>
                  </a:lnTo>
                  <a:lnTo>
                    <a:pt x="187748" y="39652"/>
                  </a:lnTo>
                  <a:lnTo>
                    <a:pt x="189181" y="38218"/>
                  </a:lnTo>
                  <a:lnTo>
                    <a:pt x="190136" y="38218"/>
                  </a:lnTo>
                  <a:lnTo>
                    <a:pt x="191569" y="38696"/>
                  </a:lnTo>
                  <a:lnTo>
                    <a:pt x="193958" y="39652"/>
                  </a:lnTo>
                  <a:lnTo>
                    <a:pt x="195391" y="40607"/>
                  </a:lnTo>
                  <a:lnTo>
                    <a:pt x="195869" y="40607"/>
                  </a:lnTo>
                  <a:lnTo>
                    <a:pt x="196347" y="40607"/>
                  </a:lnTo>
                  <a:lnTo>
                    <a:pt x="197302" y="41563"/>
                  </a:lnTo>
                  <a:lnTo>
                    <a:pt x="199213" y="41563"/>
                  </a:lnTo>
                  <a:lnTo>
                    <a:pt x="201124" y="41085"/>
                  </a:lnTo>
                  <a:lnTo>
                    <a:pt x="203035" y="39652"/>
                  </a:lnTo>
                  <a:lnTo>
                    <a:pt x="204468" y="39652"/>
                  </a:lnTo>
                  <a:lnTo>
                    <a:pt x="205901" y="39174"/>
                  </a:lnTo>
                  <a:lnTo>
                    <a:pt x="206857" y="39174"/>
                  </a:lnTo>
                  <a:lnTo>
                    <a:pt x="211156" y="41563"/>
                  </a:lnTo>
                  <a:lnTo>
                    <a:pt x="212112" y="42518"/>
                  </a:lnTo>
                  <a:lnTo>
                    <a:pt x="213545" y="42996"/>
                  </a:lnTo>
                  <a:lnTo>
                    <a:pt x="214500" y="43474"/>
                  </a:lnTo>
                  <a:lnTo>
                    <a:pt x="216889" y="44429"/>
                  </a:lnTo>
                  <a:lnTo>
                    <a:pt x="217845" y="44907"/>
                  </a:lnTo>
                  <a:lnTo>
                    <a:pt x="219278" y="45384"/>
                  </a:lnTo>
                  <a:lnTo>
                    <a:pt x="220233" y="46340"/>
                  </a:lnTo>
                  <a:lnTo>
                    <a:pt x="221666" y="46818"/>
                  </a:lnTo>
                  <a:lnTo>
                    <a:pt x="223099" y="47295"/>
                  </a:lnTo>
                  <a:lnTo>
                    <a:pt x="223577" y="48251"/>
                  </a:lnTo>
                  <a:lnTo>
                    <a:pt x="223577" y="48728"/>
                  </a:lnTo>
                  <a:lnTo>
                    <a:pt x="223577" y="48728"/>
                  </a:lnTo>
                  <a:lnTo>
                    <a:pt x="222144" y="51117"/>
                  </a:lnTo>
                  <a:lnTo>
                    <a:pt x="222144" y="51117"/>
                  </a:lnTo>
                  <a:lnTo>
                    <a:pt x="219278" y="54939"/>
                  </a:lnTo>
                  <a:lnTo>
                    <a:pt x="216889" y="58761"/>
                  </a:lnTo>
                  <a:lnTo>
                    <a:pt x="212590" y="64493"/>
                  </a:lnTo>
                  <a:lnTo>
                    <a:pt x="210201" y="67360"/>
                  </a:lnTo>
                  <a:lnTo>
                    <a:pt x="210201" y="67360"/>
                  </a:lnTo>
                  <a:lnTo>
                    <a:pt x="211156" y="67838"/>
                  </a:lnTo>
                  <a:lnTo>
                    <a:pt x="214500" y="69271"/>
                  </a:lnTo>
                  <a:lnTo>
                    <a:pt x="215456" y="69271"/>
                  </a:lnTo>
                  <a:lnTo>
                    <a:pt x="216411" y="68793"/>
                  </a:lnTo>
                  <a:lnTo>
                    <a:pt x="217367" y="68316"/>
                  </a:lnTo>
                  <a:lnTo>
                    <a:pt x="217367" y="68316"/>
                  </a:lnTo>
                  <a:lnTo>
                    <a:pt x="218322" y="68316"/>
                  </a:lnTo>
                  <a:lnTo>
                    <a:pt x="218322" y="68316"/>
                  </a:lnTo>
                  <a:lnTo>
                    <a:pt x="218800" y="68793"/>
                  </a:lnTo>
                  <a:lnTo>
                    <a:pt x="220233" y="69271"/>
                  </a:lnTo>
                  <a:lnTo>
                    <a:pt x="220711" y="70704"/>
                  </a:lnTo>
                  <a:lnTo>
                    <a:pt x="221189" y="71182"/>
                  </a:lnTo>
                  <a:lnTo>
                    <a:pt x="221666" y="72615"/>
                  </a:lnTo>
                  <a:lnTo>
                    <a:pt x="223099" y="73093"/>
                  </a:lnTo>
                  <a:lnTo>
                    <a:pt x="224533" y="74526"/>
                  </a:lnTo>
                  <a:lnTo>
                    <a:pt x="225488" y="75959"/>
                  </a:lnTo>
                  <a:lnTo>
                    <a:pt x="225488" y="76915"/>
                  </a:lnTo>
                  <a:lnTo>
                    <a:pt x="225010" y="77392"/>
                  </a:lnTo>
                  <a:lnTo>
                    <a:pt x="224055" y="77392"/>
                  </a:lnTo>
                  <a:lnTo>
                    <a:pt x="224055" y="77392"/>
                  </a:lnTo>
                  <a:lnTo>
                    <a:pt x="222622" y="76915"/>
                  </a:lnTo>
                  <a:lnTo>
                    <a:pt x="222622" y="76915"/>
                  </a:lnTo>
                  <a:lnTo>
                    <a:pt x="221666" y="76915"/>
                  </a:lnTo>
                  <a:lnTo>
                    <a:pt x="221189" y="76915"/>
                  </a:lnTo>
                  <a:lnTo>
                    <a:pt x="220233" y="76915"/>
                  </a:lnTo>
                  <a:lnTo>
                    <a:pt x="218800" y="75959"/>
                  </a:lnTo>
                  <a:lnTo>
                    <a:pt x="218322" y="75004"/>
                  </a:lnTo>
                  <a:lnTo>
                    <a:pt x="216889" y="74048"/>
                  </a:lnTo>
                  <a:lnTo>
                    <a:pt x="216411" y="74526"/>
                  </a:lnTo>
                  <a:lnTo>
                    <a:pt x="214500" y="74526"/>
                  </a:lnTo>
                  <a:lnTo>
                    <a:pt x="212590" y="74526"/>
                  </a:lnTo>
                  <a:lnTo>
                    <a:pt x="212590" y="74526"/>
                  </a:lnTo>
                  <a:lnTo>
                    <a:pt x="210679" y="74526"/>
                  </a:lnTo>
                  <a:lnTo>
                    <a:pt x="210201" y="74526"/>
                  </a:lnTo>
                  <a:lnTo>
                    <a:pt x="209245" y="74526"/>
                  </a:lnTo>
                  <a:lnTo>
                    <a:pt x="209245" y="74526"/>
                  </a:lnTo>
                  <a:lnTo>
                    <a:pt x="207812" y="75481"/>
                  </a:lnTo>
                  <a:lnTo>
                    <a:pt x="206857" y="76915"/>
                  </a:lnTo>
                  <a:lnTo>
                    <a:pt x="205901" y="77870"/>
                  </a:lnTo>
                  <a:lnTo>
                    <a:pt x="205424" y="77870"/>
                  </a:lnTo>
                  <a:lnTo>
                    <a:pt x="202557" y="78348"/>
                  </a:lnTo>
                  <a:lnTo>
                    <a:pt x="202079" y="78348"/>
                  </a:lnTo>
                  <a:lnTo>
                    <a:pt x="200646" y="78348"/>
                  </a:lnTo>
                  <a:lnTo>
                    <a:pt x="200646" y="78348"/>
                  </a:lnTo>
                  <a:lnTo>
                    <a:pt x="199213" y="79303"/>
                  </a:lnTo>
                  <a:lnTo>
                    <a:pt x="198735" y="79303"/>
                  </a:lnTo>
                  <a:lnTo>
                    <a:pt x="198735" y="79303"/>
                  </a:lnTo>
                  <a:lnTo>
                    <a:pt x="197302" y="79303"/>
                  </a:lnTo>
                  <a:lnTo>
                    <a:pt x="196347" y="79303"/>
                  </a:lnTo>
                  <a:lnTo>
                    <a:pt x="196347" y="79303"/>
                  </a:lnTo>
                  <a:lnTo>
                    <a:pt x="194914" y="80259"/>
                  </a:lnTo>
                  <a:lnTo>
                    <a:pt x="192047" y="80259"/>
                  </a:lnTo>
                  <a:lnTo>
                    <a:pt x="188703" y="80736"/>
                  </a:lnTo>
                  <a:lnTo>
                    <a:pt x="188225" y="80736"/>
                  </a:lnTo>
                  <a:lnTo>
                    <a:pt x="186314" y="81692"/>
                  </a:lnTo>
                  <a:lnTo>
                    <a:pt x="185837" y="82170"/>
                  </a:lnTo>
                  <a:lnTo>
                    <a:pt x="183448" y="83125"/>
                  </a:lnTo>
                  <a:lnTo>
                    <a:pt x="180104" y="85036"/>
                  </a:lnTo>
                  <a:lnTo>
                    <a:pt x="178193" y="85991"/>
                  </a:lnTo>
                  <a:lnTo>
                    <a:pt x="175804" y="87902"/>
                  </a:lnTo>
                  <a:lnTo>
                    <a:pt x="173416" y="89813"/>
                  </a:lnTo>
                  <a:lnTo>
                    <a:pt x="171505" y="90769"/>
                  </a:lnTo>
                  <a:lnTo>
                    <a:pt x="171505" y="90769"/>
                  </a:lnTo>
                  <a:lnTo>
                    <a:pt x="168638" y="91247"/>
                  </a:lnTo>
                  <a:lnTo>
                    <a:pt x="167683" y="91724"/>
                  </a:lnTo>
                  <a:lnTo>
                    <a:pt x="167683" y="91724"/>
                  </a:lnTo>
                  <a:lnTo>
                    <a:pt x="167205" y="92680"/>
                  </a:lnTo>
                  <a:lnTo>
                    <a:pt x="167683" y="93157"/>
                  </a:lnTo>
                  <a:lnTo>
                    <a:pt x="167205" y="95068"/>
                  </a:lnTo>
                  <a:lnTo>
                    <a:pt x="166250" y="98412"/>
                  </a:lnTo>
                  <a:lnTo>
                    <a:pt x="166250" y="100323"/>
                  </a:lnTo>
                  <a:lnTo>
                    <a:pt x="165772" y="101279"/>
                  </a:lnTo>
                  <a:lnTo>
                    <a:pt x="164339" y="104145"/>
                  </a:lnTo>
                  <a:lnTo>
                    <a:pt x="162428" y="106534"/>
                  </a:lnTo>
                  <a:lnTo>
                    <a:pt x="161472" y="108445"/>
                  </a:lnTo>
                  <a:lnTo>
                    <a:pt x="160995" y="109400"/>
                  </a:lnTo>
                  <a:lnTo>
                    <a:pt x="161472" y="110833"/>
                  </a:lnTo>
                  <a:lnTo>
                    <a:pt x="161950" y="112744"/>
                  </a:lnTo>
                  <a:lnTo>
                    <a:pt x="162906" y="114177"/>
                  </a:lnTo>
                  <a:lnTo>
                    <a:pt x="162906" y="115133"/>
                  </a:lnTo>
                  <a:lnTo>
                    <a:pt x="162906" y="116088"/>
                  </a:lnTo>
                  <a:lnTo>
                    <a:pt x="161950" y="117522"/>
                  </a:lnTo>
                  <a:lnTo>
                    <a:pt x="160995" y="117999"/>
                  </a:lnTo>
                  <a:lnTo>
                    <a:pt x="160517" y="117999"/>
                  </a:lnTo>
                  <a:lnTo>
                    <a:pt x="159084" y="118477"/>
                  </a:lnTo>
                  <a:lnTo>
                    <a:pt x="159084" y="118477"/>
                  </a:lnTo>
                  <a:lnTo>
                    <a:pt x="155740" y="120388"/>
                  </a:lnTo>
                  <a:lnTo>
                    <a:pt x="151918" y="122777"/>
                  </a:lnTo>
                  <a:lnTo>
                    <a:pt x="151918" y="122777"/>
                  </a:lnTo>
                  <a:lnTo>
                    <a:pt x="150485" y="124210"/>
                  </a:lnTo>
                  <a:lnTo>
                    <a:pt x="150007" y="125643"/>
                  </a:lnTo>
                  <a:lnTo>
                    <a:pt x="149529" y="127554"/>
                  </a:lnTo>
                  <a:lnTo>
                    <a:pt x="149529" y="128509"/>
                  </a:lnTo>
                  <a:lnTo>
                    <a:pt x="150485" y="128987"/>
                  </a:lnTo>
                  <a:lnTo>
                    <a:pt x="150962" y="130898"/>
                  </a:lnTo>
                  <a:lnTo>
                    <a:pt x="150962" y="131854"/>
                  </a:lnTo>
                  <a:lnTo>
                    <a:pt x="150485" y="131854"/>
                  </a:lnTo>
                  <a:lnTo>
                    <a:pt x="150485" y="132331"/>
                  </a:lnTo>
                  <a:lnTo>
                    <a:pt x="149529" y="132331"/>
                  </a:lnTo>
                  <a:lnTo>
                    <a:pt x="148574" y="132331"/>
                  </a:lnTo>
                  <a:lnTo>
                    <a:pt x="148574" y="132331"/>
                  </a:lnTo>
                  <a:lnTo>
                    <a:pt x="147618" y="132809"/>
                  </a:lnTo>
                  <a:lnTo>
                    <a:pt x="147618" y="132809"/>
                  </a:lnTo>
                  <a:lnTo>
                    <a:pt x="147141" y="132809"/>
                  </a:lnTo>
                  <a:lnTo>
                    <a:pt x="146663" y="132809"/>
                  </a:lnTo>
                  <a:lnTo>
                    <a:pt x="146185" y="132809"/>
                  </a:lnTo>
                  <a:lnTo>
                    <a:pt x="146185" y="133764"/>
                  </a:lnTo>
                  <a:lnTo>
                    <a:pt x="146663" y="134242"/>
                  </a:lnTo>
                  <a:lnTo>
                    <a:pt x="146663" y="135198"/>
                  </a:lnTo>
                  <a:lnTo>
                    <a:pt x="146185" y="135675"/>
                  </a:lnTo>
                  <a:lnTo>
                    <a:pt x="145707" y="136153"/>
                  </a:lnTo>
                  <a:lnTo>
                    <a:pt x="146185" y="136631"/>
                  </a:lnTo>
                  <a:lnTo>
                    <a:pt x="146663" y="137108"/>
                  </a:lnTo>
                  <a:lnTo>
                    <a:pt x="147618" y="138064"/>
                  </a:lnTo>
                  <a:lnTo>
                    <a:pt x="149051" y="139497"/>
                  </a:lnTo>
                  <a:lnTo>
                    <a:pt x="150007" y="139975"/>
                  </a:lnTo>
                  <a:lnTo>
                    <a:pt x="150962" y="140453"/>
                  </a:lnTo>
                  <a:lnTo>
                    <a:pt x="151440" y="140930"/>
                  </a:lnTo>
                  <a:lnTo>
                    <a:pt x="150962" y="141886"/>
                  </a:lnTo>
                  <a:lnTo>
                    <a:pt x="150485" y="142364"/>
                  </a:lnTo>
                  <a:lnTo>
                    <a:pt x="150007" y="142364"/>
                  </a:lnTo>
                  <a:lnTo>
                    <a:pt x="150007" y="142841"/>
                  </a:lnTo>
                  <a:lnTo>
                    <a:pt x="150962" y="143797"/>
                  </a:lnTo>
                  <a:lnTo>
                    <a:pt x="151918" y="144752"/>
                  </a:lnTo>
                  <a:lnTo>
                    <a:pt x="152873" y="145707"/>
                  </a:lnTo>
                  <a:lnTo>
                    <a:pt x="153351" y="146663"/>
                  </a:lnTo>
                  <a:lnTo>
                    <a:pt x="153351" y="147619"/>
                  </a:lnTo>
                  <a:lnTo>
                    <a:pt x="154307" y="148574"/>
                  </a:lnTo>
                  <a:lnTo>
                    <a:pt x="154784" y="149530"/>
                  </a:lnTo>
                  <a:lnTo>
                    <a:pt x="154784" y="150485"/>
                  </a:lnTo>
                  <a:lnTo>
                    <a:pt x="155740" y="151440"/>
                  </a:lnTo>
                  <a:lnTo>
                    <a:pt x="156695" y="151918"/>
                  </a:lnTo>
                  <a:lnTo>
                    <a:pt x="157651" y="152396"/>
                  </a:lnTo>
                  <a:lnTo>
                    <a:pt x="158128" y="152873"/>
                  </a:lnTo>
                  <a:lnTo>
                    <a:pt x="158606" y="153829"/>
                  </a:lnTo>
                  <a:lnTo>
                    <a:pt x="158606" y="154784"/>
                  </a:lnTo>
                  <a:lnTo>
                    <a:pt x="159561" y="156218"/>
                  </a:lnTo>
                  <a:lnTo>
                    <a:pt x="161472" y="157173"/>
                  </a:lnTo>
                  <a:lnTo>
                    <a:pt x="162906" y="159084"/>
                  </a:lnTo>
                  <a:lnTo>
                    <a:pt x="163861" y="160517"/>
                  </a:lnTo>
                  <a:lnTo>
                    <a:pt x="165772" y="162428"/>
                  </a:lnTo>
                  <a:lnTo>
                    <a:pt x="166250" y="164817"/>
                  </a:lnTo>
                  <a:lnTo>
                    <a:pt x="163861" y="167205"/>
                  </a:lnTo>
                  <a:lnTo>
                    <a:pt x="161472" y="170072"/>
                  </a:lnTo>
                  <a:lnTo>
                    <a:pt x="165294" y="170072"/>
                  </a:lnTo>
                  <a:lnTo>
                    <a:pt x="165294" y="170072"/>
                  </a:lnTo>
                  <a:lnTo>
                    <a:pt x="169116" y="170072"/>
                  </a:lnTo>
                  <a:lnTo>
                    <a:pt x="169116" y="170072"/>
                  </a:lnTo>
                  <a:lnTo>
                    <a:pt x="173416" y="171027"/>
                  </a:lnTo>
                  <a:lnTo>
                    <a:pt x="176282" y="171505"/>
                  </a:lnTo>
                  <a:lnTo>
                    <a:pt x="177715" y="171983"/>
                  </a:lnTo>
                  <a:lnTo>
                    <a:pt x="179149" y="172938"/>
                  </a:lnTo>
                  <a:lnTo>
                    <a:pt x="179626" y="173894"/>
                  </a:lnTo>
                  <a:lnTo>
                    <a:pt x="180104" y="175327"/>
                  </a:lnTo>
                  <a:lnTo>
                    <a:pt x="180104" y="176760"/>
                  </a:lnTo>
                  <a:lnTo>
                    <a:pt x="182015" y="178193"/>
                  </a:lnTo>
                  <a:lnTo>
                    <a:pt x="181537" y="179149"/>
                  </a:lnTo>
                  <a:lnTo>
                    <a:pt x="181537" y="181060"/>
                  </a:lnTo>
                  <a:lnTo>
                    <a:pt x="182492" y="181060"/>
                  </a:lnTo>
                  <a:lnTo>
                    <a:pt x="187748" y="181060"/>
                  </a:lnTo>
                  <a:lnTo>
                    <a:pt x="193003" y="181060"/>
                  </a:lnTo>
                  <a:lnTo>
                    <a:pt x="193958" y="181060"/>
                  </a:lnTo>
                  <a:lnTo>
                    <a:pt x="198258" y="180582"/>
                  </a:lnTo>
                  <a:lnTo>
                    <a:pt x="198735" y="180582"/>
                  </a:lnTo>
                  <a:lnTo>
                    <a:pt x="200646" y="180104"/>
                  </a:lnTo>
                  <a:lnTo>
                    <a:pt x="203035" y="178193"/>
                  </a:lnTo>
                  <a:lnTo>
                    <a:pt x="204468" y="177715"/>
                  </a:lnTo>
                  <a:lnTo>
                    <a:pt x="205901" y="176760"/>
                  </a:lnTo>
                  <a:lnTo>
                    <a:pt x="207334" y="174849"/>
                  </a:lnTo>
                  <a:lnTo>
                    <a:pt x="208768" y="173894"/>
                  </a:lnTo>
                  <a:lnTo>
                    <a:pt x="209723" y="172938"/>
                  </a:lnTo>
                  <a:lnTo>
                    <a:pt x="210201" y="172938"/>
                  </a:lnTo>
                  <a:lnTo>
                    <a:pt x="211634" y="171983"/>
                  </a:lnTo>
                  <a:lnTo>
                    <a:pt x="212112" y="171027"/>
                  </a:lnTo>
                  <a:lnTo>
                    <a:pt x="213067" y="171027"/>
                  </a:lnTo>
                  <a:lnTo>
                    <a:pt x="214023" y="17054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" name="Freeform 5164">
              <a:extLst>
                <a:ext uri="{FF2B5EF4-FFF2-40B4-BE49-F238E27FC236}">
                  <a16:creationId xmlns:a16="http://schemas.microsoft.com/office/drawing/2014/main" id="{E06109EB-2B94-0C01-3D96-9A7992EE55E4}"/>
                </a:ext>
              </a:extLst>
            </p:cNvPr>
            <p:cNvSpPr/>
            <p:nvPr/>
          </p:nvSpPr>
          <p:spPr>
            <a:xfrm>
              <a:off x="8921769" y="4940320"/>
              <a:ext cx="11465" cy="5732"/>
            </a:xfrm>
            <a:custGeom>
              <a:avLst/>
              <a:gdLst>
                <a:gd name="csX0" fmla="*/ 6688 w 11465"/>
                <a:gd name="csY0" fmla="*/ 2866 h 5732"/>
                <a:gd name="csX1" fmla="*/ 10032 w 11465"/>
                <a:gd name="csY1" fmla="*/ 3822 h 5732"/>
                <a:gd name="csX2" fmla="*/ 11466 w 11465"/>
                <a:gd name="csY2" fmla="*/ 5255 h 5732"/>
                <a:gd name="csX3" fmla="*/ 10032 w 11465"/>
                <a:gd name="csY3" fmla="*/ 5733 h 5732"/>
                <a:gd name="csX4" fmla="*/ 7166 w 11465"/>
                <a:gd name="csY4" fmla="*/ 5733 h 5732"/>
                <a:gd name="csX5" fmla="*/ 6688 w 11465"/>
                <a:gd name="csY5" fmla="*/ 5255 h 5732"/>
                <a:gd name="csX6" fmla="*/ 3822 w 11465"/>
                <a:gd name="csY6" fmla="*/ 4777 h 5732"/>
                <a:gd name="csX7" fmla="*/ 3344 w 11465"/>
                <a:gd name="csY7" fmla="*/ 3344 h 5732"/>
                <a:gd name="csX8" fmla="*/ 1911 w 11465"/>
                <a:gd name="csY8" fmla="*/ 3822 h 5732"/>
                <a:gd name="csX9" fmla="*/ 2389 w 11465"/>
                <a:gd name="csY9" fmla="*/ 2866 h 5732"/>
                <a:gd name="csX10" fmla="*/ 955 w 11465"/>
                <a:gd name="csY10" fmla="*/ 1911 h 5732"/>
                <a:gd name="csX11" fmla="*/ 478 w 11465"/>
                <a:gd name="csY11" fmla="*/ 478 h 5732"/>
                <a:gd name="csX12" fmla="*/ 0 w 11465"/>
                <a:gd name="csY12" fmla="*/ 0 h 5732"/>
                <a:gd name="csX13" fmla="*/ 2389 w 11465"/>
                <a:gd name="csY13" fmla="*/ 956 h 5732"/>
                <a:gd name="csX14" fmla="*/ 6688 w 11465"/>
                <a:gd name="csY14" fmla="*/ 2866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1465" h="5732">
                  <a:moveTo>
                    <a:pt x="6688" y="2866"/>
                  </a:moveTo>
                  <a:lnTo>
                    <a:pt x="10032" y="3822"/>
                  </a:lnTo>
                  <a:lnTo>
                    <a:pt x="11466" y="5255"/>
                  </a:lnTo>
                  <a:lnTo>
                    <a:pt x="10032" y="5733"/>
                  </a:lnTo>
                  <a:lnTo>
                    <a:pt x="7166" y="5733"/>
                  </a:lnTo>
                  <a:lnTo>
                    <a:pt x="6688" y="5255"/>
                  </a:lnTo>
                  <a:lnTo>
                    <a:pt x="3822" y="4777"/>
                  </a:lnTo>
                  <a:lnTo>
                    <a:pt x="3344" y="3344"/>
                  </a:lnTo>
                  <a:lnTo>
                    <a:pt x="1911" y="3822"/>
                  </a:lnTo>
                  <a:lnTo>
                    <a:pt x="2389" y="2866"/>
                  </a:lnTo>
                  <a:lnTo>
                    <a:pt x="955" y="1911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2389" y="956"/>
                  </a:lnTo>
                  <a:lnTo>
                    <a:pt x="6688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6" name="Freeform 5165">
              <a:extLst>
                <a:ext uri="{FF2B5EF4-FFF2-40B4-BE49-F238E27FC236}">
                  <a16:creationId xmlns:a16="http://schemas.microsoft.com/office/drawing/2014/main" id="{40AEDF6A-1275-BE68-F06B-88B4C5691A33}"/>
                </a:ext>
              </a:extLst>
            </p:cNvPr>
            <p:cNvSpPr/>
            <p:nvPr/>
          </p:nvSpPr>
          <p:spPr>
            <a:xfrm>
              <a:off x="8938011" y="4940320"/>
              <a:ext cx="5254" cy="1911"/>
            </a:xfrm>
            <a:custGeom>
              <a:avLst/>
              <a:gdLst>
                <a:gd name="csX0" fmla="*/ 5255 w 5254"/>
                <a:gd name="csY0" fmla="*/ 956 h 1911"/>
                <a:gd name="csX1" fmla="*/ 4777 w 5254"/>
                <a:gd name="csY1" fmla="*/ 1911 h 1911"/>
                <a:gd name="csX2" fmla="*/ 4300 w 5254"/>
                <a:gd name="csY2" fmla="*/ 1433 h 1911"/>
                <a:gd name="csX3" fmla="*/ 1911 w 5254"/>
                <a:gd name="csY3" fmla="*/ 1911 h 1911"/>
                <a:gd name="csX4" fmla="*/ 955 w 5254"/>
                <a:gd name="csY4" fmla="*/ 1911 h 1911"/>
                <a:gd name="csX5" fmla="*/ 478 w 5254"/>
                <a:gd name="csY5" fmla="*/ 956 h 1911"/>
                <a:gd name="csX6" fmla="*/ 0 w 5254"/>
                <a:gd name="csY6" fmla="*/ 478 h 1911"/>
                <a:gd name="csX7" fmla="*/ 1911 w 5254"/>
                <a:gd name="csY7" fmla="*/ 956 h 1911"/>
                <a:gd name="csX8" fmla="*/ 1911 w 5254"/>
                <a:gd name="csY8" fmla="*/ 0 h 1911"/>
                <a:gd name="csX9" fmla="*/ 4300 w 5254"/>
                <a:gd name="csY9" fmla="*/ 478 h 1911"/>
                <a:gd name="csX10" fmla="*/ 5255 w 5254"/>
                <a:gd name="csY10" fmla="*/ 956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4" h="1911">
                  <a:moveTo>
                    <a:pt x="5255" y="956"/>
                  </a:moveTo>
                  <a:lnTo>
                    <a:pt x="4777" y="1911"/>
                  </a:lnTo>
                  <a:lnTo>
                    <a:pt x="4300" y="1433"/>
                  </a:lnTo>
                  <a:lnTo>
                    <a:pt x="1911" y="1911"/>
                  </a:lnTo>
                  <a:lnTo>
                    <a:pt x="955" y="1911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1911" y="956"/>
                  </a:lnTo>
                  <a:lnTo>
                    <a:pt x="1911" y="0"/>
                  </a:lnTo>
                  <a:lnTo>
                    <a:pt x="4300" y="478"/>
                  </a:lnTo>
                  <a:lnTo>
                    <a:pt x="52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7" name="Freeform 5166">
              <a:extLst>
                <a:ext uri="{FF2B5EF4-FFF2-40B4-BE49-F238E27FC236}">
                  <a16:creationId xmlns:a16="http://schemas.microsoft.com/office/drawing/2014/main" id="{1545C036-7C16-12AB-30E0-1C82B0F88580}"/>
                </a:ext>
              </a:extLst>
            </p:cNvPr>
            <p:cNvSpPr/>
            <p:nvPr/>
          </p:nvSpPr>
          <p:spPr>
            <a:xfrm>
              <a:off x="8873996" y="4926465"/>
              <a:ext cx="2388" cy="1433"/>
            </a:xfrm>
            <a:custGeom>
              <a:avLst/>
              <a:gdLst>
                <a:gd name="csX0" fmla="*/ 2389 w 2388"/>
                <a:gd name="csY0" fmla="*/ 0 h 1433"/>
                <a:gd name="csX1" fmla="*/ 1911 w 2388"/>
                <a:gd name="csY1" fmla="*/ 1433 h 1433"/>
                <a:gd name="csX2" fmla="*/ 478 w 2388"/>
                <a:gd name="csY2" fmla="*/ 956 h 1433"/>
                <a:gd name="csX3" fmla="*/ 0 w 2388"/>
                <a:gd name="csY3" fmla="*/ 956 h 1433"/>
                <a:gd name="csX4" fmla="*/ 478 w 2388"/>
                <a:gd name="csY4" fmla="*/ 0 h 1433"/>
                <a:gd name="csX5" fmla="*/ 1911 w 2388"/>
                <a:gd name="csY5" fmla="*/ 0 h 1433"/>
                <a:gd name="csX6" fmla="*/ 2389 w 2388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433">
                  <a:moveTo>
                    <a:pt x="2389" y="0"/>
                  </a:moveTo>
                  <a:lnTo>
                    <a:pt x="1911" y="1433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8" name="Freeform 5167">
              <a:extLst>
                <a:ext uri="{FF2B5EF4-FFF2-40B4-BE49-F238E27FC236}">
                  <a16:creationId xmlns:a16="http://schemas.microsoft.com/office/drawing/2014/main" id="{0275A932-0940-32F1-8ED7-90B91D3D081B}"/>
                </a:ext>
              </a:extLst>
            </p:cNvPr>
            <p:cNvSpPr/>
            <p:nvPr/>
          </p:nvSpPr>
          <p:spPr>
            <a:xfrm>
              <a:off x="8873996" y="4910700"/>
              <a:ext cx="10032" cy="9076"/>
            </a:xfrm>
            <a:custGeom>
              <a:avLst/>
              <a:gdLst>
                <a:gd name="csX0" fmla="*/ 5733 w 10032"/>
                <a:gd name="csY0" fmla="*/ 5733 h 9076"/>
                <a:gd name="csX1" fmla="*/ 6688 w 10032"/>
                <a:gd name="csY1" fmla="*/ 5733 h 9076"/>
                <a:gd name="csX2" fmla="*/ 8121 w 10032"/>
                <a:gd name="csY2" fmla="*/ 4300 h 9076"/>
                <a:gd name="csX3" fmla="*/ 9555 w 10032"/>
                <a:gd name="csY3" fmla="*/ 4300 h 9076"/>
                <a:gd name="csX4" fmla="*/ 10032 w 10032"/>
                <a:gd name="csY4" fmla="*/ 4777 h 9076"/>
                <a:gd name="csX5" fmla="*/ 8599 w 10032"/>
                <a:gd name="csY5" fmla="*/ 9077 h 9076"/>
                <a:gd name="csX6" fmla="*/ 7644 w 10032"/>
                <a:gd name="csY6" fmla="*/ 8599 h 9076"/>
                <a:gd name="csX7" fmla="*/ 3344 w 10032"/>
                <a:gd name="csY7" fmla="*/ 7166 h 9076"/>
                <a:gd name="csX8" fmla="*/ 3344 w 10032"/>
                <a:gd name="csY8" fmla="*/ 5255 h 9076"/>
                <a:gd name="csX9" fmla="*/ 2389 w 10032"/>
                <a:gd name="csY9" fmla="*/ 4777 h 9076"/>
                <a:gd name="csX10" fmla="*/ 1433 w 10032"/>
                <a:gd name="csY10" fmla="*/ 3344 h 9076"/>
                <a:gd name="csX11" fmla="*/ 0 w 10032"/>
                <a:gd name="csY11" fmla="*/ 1433 h 9076"/>
                <a:gd name="csX12" fmla="*/ 0 w 10032"/>
                <a:gd name="csY12" fmla="*/ 0 h 9076"/>
                <a:gd name="csX13" fmla="*/ 478 w 10032"/>
                <a:gd name="csY13" fmla="*/ 478 h 9076"/>
                <a:gd name="csX14" fmla="*/ 1433 w 10032"/>
                <a:gd name="csY14" fmla="*/ 1911 h 9076"/>
                <a:gd name="csX15" fmla="*/ 5255 w 10032"/>
                <a:gd name="csY15" fmla="*/ 4300 h 9076"/>
                <a:gd name="csX16" fmla="*/ 5255 w 10032"/>
                <a:gd name="csY16" fmla="*/ 5255 h 9076"/>
                <a:gd name="csX17" fmla="*/ 5733 w 10032"/>
                <a:gd name="csY17" fmla="*/ 5733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032" h="9076">
                  <a:moveTo>
                    <a:pt x="5733" y="5733"/>
                  </a:moveTo>
                  <a:lnTo>
                    <a:pt x="6688" y="5733"/>
                  </a:lnTo>
                  <a:lnTo>
                    <a:pt x="8121" y="4300"/>
                  </a:lnTo>
                  <a:lnTo>
                    <a:pt x="9555" y="4300"/>
                  </a:lnTo>
                  <a:lnTo>
                    <a:pt x="10032" y="4777"/>
                  </a:lnTo>
                  <a:lnTo>
                    <a:pt x="8599" y="9077"/>
                  </a:lnTo>
                  <a:lnTo>
                    <a:pt x="7644" y="8599"/>
                  </a:lnTo>
                  <a:lnTo>
                    <a:pt x="3344" y="7166"/>
                  </a:lnTo>
                  <a:lnTo>
                    <a:pt x="3344" y="5255"/>
                  </a:lnTo>
                  <a:lnTo>
                    <a:pt x="2389" y="4777"/>
                  </a:lnTo>
                  <a:lnTo>
                    <a:pt x="1433" y="3344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478" y="478"/>
                  </a:lnTo>
                  <a:lnTo>
                    <a:pt x="1433" y="1911"/>
                  </a:lnTo>
                  <a:lnTo>
                    <a:pt x="5255" y="4300"/>
                  </a:lnTo>
                  <a:lnTo>
                    <a:pt x="5255" y="5255"/>
                  </a:lnTo>
                  <a:lnTo>
                    <a:pt x="5733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9" name="Freeform 5168">
              <a:extLst>
                <a:ext uri="{FF2B5EF4-FFF2-40B4-BE49-F238E27FC236}">
                  <a16:creationId xmlns:a16="http://schemas.microsoft.com/office/drawing/2014/main" id="{D9A5EEC1-A655-7890-476C-ADAA5AFD9823}"/>
                </a:ext>
              </a:extLst>
            </p:cNvPr>
            <p:cNvSpPr/>
            <p:nvPr/>
          </p:nvSpPr>
          <p:spPr>
            <a:xfrm>
              <a:off x="8866830" y="4904012"/>
              <a:ext cx="9554" cy="6688"/>
            </a:xfrm>
            <a:custGeom>
              <a:avLst/>
              <a:gdLst>
                <a:gd name="csX0" fmla="*/ 1911 w 9554"/>
                <a:gd name="csY0" fmla="*/ 0 h 6688"/>
                <a:gd name="csX1" fmla="*/ 4777 w 9554"/>
                <a:gd name="csY1" fmla="*/ 1911 h 6688"/>
                <a:gd name="csX2" fmla="*/ 6211 w 9554"/>
                <a:gd name="csY2" fmla="*/ 1433 h 6688"/>
                <a:gd name="csX3" fmla="*/ 7166 w 9554"/>
                <a:gd name="csY3" fmla="*/ 1433 h 6688"/>
                <a:gd name="csX4" fmla="*/ 9077 w 9554"/>
                <a:gd name="csY4" fmla="*/ 3344 h 6688"/>
                <a:gd name="csX5" fmla="*/ 9077 w 9554"/>
                <a:gd name="csY5" fmla="*/ 4299 h 6688"/>
                <a:gd name="csX6" fmla="*/ 9555 w 9554"/>
                <a:gd name="csY6" fmla="*/ 5733 h 6688"/>
                <a:gd name="csX7" fmla="*/ 9077 w 9554"/>
                <a:gd name="csY7" fmla="*/ 6210 h 6688"/>
                <a:gd name="csX8" fmla="*/ 8121 w 9554"/>
                <a:gd name="csY8" fmla="*/ 6688 h 6688"/>
                <a:gd name="csX9" fmla="*/ 8599 w 9554"/>
                <a:gd name="csY9" fmla="*/ 6210 h 6688"/>
                <a:gd name="csX10" fmla="*/ 7644 w 9554"/>
                <a:gd name="csY10" fmla="*/ 5733 h 6688"/>
                <a:gd name="csX11" fmla="*/ 5255 w 9554"/>
                <a:gd name="csY11" fmla="*/ 5733 h 6688"/>
                <a:gd name="csX12" fmla="*/ 2866 w 9554"/>
                <a:gd name="csY12" fmla="*/ 5255 h 6688"/>
                <a:gd name="csX13" fmla="*/ 478 w 9554"/>
                <a:gd name="csY13" fmla="*/ 5255 h 6688"/>
                <a:gd name="csX14" fmla="*/ 1433 w 9554"/>
                <a:gd name="csY14" fmla="*/ 4299 h 6688"/>
                <a:gd name="csX15" fmla="*/ 1433 w 9554"/>
                <a:gd name="csY15" fmla="*/ 3822 h 6688"/>
                <a:gd name="csX16" fmla="*/ 0 w 9554"/>
                <a:gd name="csY16" fmla="*/ 1911 h 6688"/>
                <a:gd name="csX17" fmla="*/ 0 w 9554"/>
                <a:gd name="csY17" fmla="*/ 955 h 6688"/>
                <a:gd name="csX18" fmla="*/ 478 w 9554"/>
                <a:gd name="csY18" fmla="*/ 478 h 6688"/>
                <a:gd name="csX19" fmla="*/ 1433 w 9554"/>
                <a:gd name="csY19" fmla="*/ 0 h 6688"/>
                <a:gd name="csX20" fmla="*/ 1911 w 9554"/>
                <a:gd name="csY20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9554" h="6688">
                  <a:moveTo>
                    <a:pt x="1911" y="0"/>
                  </a:moveTo>
                  <a:lnTo>
                    <a:pt x="4777" y="1911"/>
                  </a:lnTo>
                  <a:lnTo>
                    <a:pt x="6211" y="1433"/>
                  </a:lnTo>
                  <a:lnTo>
                    <a:pt x="7166" y="1433"/>
                  </a:lnTo>
                  <a:lnTo>
                    <a:pt x="9077" y="3344"/>
                  </a:lnTo>
                  <a:lnTo>
                    <a:pt x="9077" y="4299"/>
                  </a:lnTo>
                  <a:lnTo>
                    <a:pt x="9555" y="5733"/>
                  </a:lnTo>
                  <a:lnTo>
                    <a:pt x="9077" y="6210"/>
                  </a:lnTo>
                  <a:lnTo>
                    <a:pt x="8121" y="6688"/>
                  </a:lnTo>
                  <a:lnTo>
                    <a:pt x="8599" y="6210"/>
                  </a:lnTo>
                  <a:lnTo>
                    <a:pt x="7644" y="5733"/>
                  </a:lnTo>
                  <a:lnTo>
                    <a:pt x="5255" y="5733"/>
                  </a:lnTo>
                  <a:lnTo>
                    <a:pt x="2866" y="5255"/>
                  </a:lnTo>
                  <a:lnTo>
                    <a:pt x="478" y="5255"/>
                  </a:lnTo>
                  <a:lnTo>
                    <a:pt x="1433" y="4299"/>
                  </a:lnTo>
                  <a:lnTo>
                    <a:pt x="1433" y="3822"/>
                  </a:lnTo>
                  <a:lnTo>
                    <a:pt x="0" y="1911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0" name="Freeform 5169">
              <a:extLst>
                <a:ext uri="{FF2B5EF4-FFF2-40B4-BE49-F238E27FC236}">
                  <a16:creationId xmlns:a16="http://schemas.microsoft.com/office/drawing/2014/main" id="{6648B1E6-60B2-DAA9-D818-5F8D166B99FE}"/>
                </a:ext>
              </a:extLst>
            </p:cNvPr>
            <p:cNvSpPr/>
            <p:nvPr/>
          </p:nvSpPr>
          <p:spPr>
            <a:xfrm>
              <a:off x="8860619" y="4901624"/>
              <a:ext cx="5255" cy="5732"/>
            </a:xfrm>
            <a:custGeom>
              <a:avLst/>
              <a:gdLst>
                <a:gd name="csX0" fmla="*/ 4777 w 5255"/>
                <a:gd name="csY0" fmla="*/ 5255 h 5732"/>
                <a:gd name="csX1" fmla="*/ 4300 w 5255"/>
                <a:gd name="csY1" fmla="*/ 5733 h 5732"/>
                <a:gd name="csX2" fmla="*/ 3344 w 5255"/>
                <a:gd name="csY2" fmla="*/ 5255 h 5732"/>
                <a:gd name="csX3" fmla="*/ 0 w 5255"/>
                <a:gd name="csY3" fmla="*/ 2866 h 5732"/>
                <a:gd name="csX4" fmla="*/ 478 w 5255"/>
                <a:gd name="csY4" fmla="*/ 955 h 5732"/>
                <a:gd name="csX5" fmla="*/ 1911 w 5255"/>
                <a:gd name="csY5" fmla="*/ 0 h 5732"/>
                <a:gd name="csX6" fmla="*/ 4300 w 5255"/>
                <a:gd name="csY6" fmla="*/ 955 h 5732"/>
                <a:gd name="csX7" fmla="*/ 4777 w 5255"/>
                <a:gd name="csY7" fmla="*/ 2866 h 5732"/>
                <a:gd name="csX8" fmla="*/ 5255 w 5255"/>
                <a:gd name="csY8" fmla="*/ 3344 h 5732"/>
                <a:gd name="csX9" fmla="*/ 4777 w 5255"/>
                <a:gd name="csY9" fmla="*/ 5255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255" h="5732">
                  <a:moveTo>
                    <a:pt x="4777" y="5255"/>
                  </a:moveTo>
                  <a:lnTo>
                    <a:pt x="4300" y="5733"/>
                  </a:lnTo>
                  <a:lnTo>
                    <a:pt x="3344" y="5255"/>
                  </a:lnTo>
                  <a:lnTo>
                    <a:pt x="0" y="2866"/>
                  </a:lnTo>
                  <a:lnTo>
                    <a:pt x="478" y="955"/>
                  </a:lnTo>
                  <a:lnTo>
                    <a:pt x="1911" y="0"/>
                  </a:lnTo>
                  <a:lnTo>
                    <a:pt x="4300" y="955"/>
                  </a:lnTo>
                  <a:lnTo>
                    <a:pt x="4777" y="2866"/>
                  </a:lnTo>
                  <a:lnTo>
                    <a:pt x="5255" y="3344"/>
                  </a:lnTo>
                  <a:lnTo>
                    <a:pt x="4777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1" name="Freeform 5170">
              <a:extLst>
                <a:ext uri="{FF2B5EF4-FFF2-40B4-BE49-F238E27FC236}">
                  <a16:creationId xmlns:a16="http://schemas.microsoft.com/office/drawing/2014/main" id="{4868263F-8F21-3A74-33D3-3E4747063300}"/>
                </a:ext>
              </a:extLst>
            </p:cNvPr>
            <p:cNvSpPr/>
            <p:nvPr/>
          </p:nvSpPr>
          <p:spPr>
            <a:xfrm>
              <a:off x="8908392" y="4897324"/>
              <a:ext cx="9554" cy="4777"/>
            </a:xfrm>
            <a:custGeom>
              <a:avLst/>
              <a:gdLst>
                <a:gd name="csX0" fmla="*/ 2389 w 9554"/>
                <a:gd name="csY0" fmla="*/ 0 h 4777"/>
                <a:gd name="csX1" fmla="*/ 3344 w 9554"/>
                <a:gd name="csY1" fmla="*/ 0 h 4777"/>
                <a:gd name="csX2" fmla="*/ 5733 w 9554"/>
                <a:gd name="csY2" fmla="*/ 0 h 4777"/>
                <a:gd name="csX3" fmla="*/ 6688 w 9554"/>
                <a:gd name="csY3" fmla="*/ 956 h 4777"/>
                <a:gd name="csX4" fmla="*/ 7644 w 9554"/>
                <a:gd name="csY4" fmla="*/ 1433 h 4777"/>
                <a:gd name="csX5" fmla="*/ 8599 w 9554"/>
                <a:gd name="csY5" fmla="*/ 1911 h 4777"/>
                <a:gd name="csX6" fmla="*/ 9555 w 9554"/>
                <a:gd name="csY6" fmla="*/ 2389 h 4777"/>
                <a:gd name="csX7" fmla="*/ 9555 w 9554"/>
                <a:gd name="csY7" fmla="*/ 2866 h 4777"/>
                <a:gd name="csX8" fmla="*/ 9077 w 9554"/>
                <a:gd name="csY8" fmla="*/ 3344 h 4777"/>
                <a:gd name="csX9" fmla="*/ 8599 w 9554"/>
                <a:gd name="csY9" fmla="*/ 3822 h 4777"/>
                <a:gd name="csX10" fmla="*/ 9077 w 9554"/>
                <a:gd name="csY10" fmla="*/ 4300 h 4777"/>
                <a:gd name="csX11" fmla="*/ 8122 w 9554"/>
                <a:gd name="csY11" fmla="*/ 4300 h 4777"/>
                <a:gd name="csX12" fmla="*/ 6688 w 9554"/>
                <a:gd name="csY12" fmla="*/ 4777 h 4777"/>
                <a:gd name="csX13" fmla="*/ 4777 w 9554"/>
                <a:gd name="csY13" fmla="*/ 3822 h 4777"/>
                <a:gd name="csX14" fmla="*/ 3822 w 9554"/>
                <a:gd name="csY14" fmla="*/ 3822 h 4777"/>
                <a:gd name="csX15" fmla="*/ 3822 w 9554"/>
                <a:gd name="csY15" fmla="*/ 2866 h 4777"/>
                <a:gd name="csX16" fmla="*/ 2389 w 9554"/>
                <a:gd name="csY16" fmla="*/ 1433 h 4777"/>
                <a:gd name="csX17" fmla="*/ 0 w 9554"/>
                <a:gd name="csY17" fmla="*/ 956 h 4777"/>
                <a:gd name="csX18" fmla="*/ 956 w 9554"/>
                <a:gd name="csY18" fmla="*/ 0 h 4777"/>
                <a:gd name="csX19" fmla="*/ 2389 w 9554"/>
                <a:gd name="csY19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9554" h="4777">
                  <a:moveTo>
                    <a:pt x="2389" y="0"/>
                  </a:moveTo>
                  <a:lnTo>
                    <a:pt x="3344" y="0"/>
                  </a:lnTo>
                  <a:lnTo>
                    <a:pt x="5733" y="0"/>
                  </a:lnTo>
                  <a:lnTo>
                    <a:pt x="6688" y="956"/>
                  </a:lnTo>
                  <a:lnTo>
                    <a:pt x="7644" y="1433"/>
                  </a:lnTo>
                  <a:lnTo>
                    <a:pt x="8599" y="1911"/>
                  </a:lnTo>
                  <a:lnTo>
                    <a:pt x="9555" y="2389"/>
                  </a:lnTo>
                  <a:lnTo>
                    <a:pt x="9555" y="2866"/>
                  </a:lnTo>
                  <a:lnTo>
                    <a:pt x="9077" y="3344"/>
                  </a:lnTo>
                  <a:lnTo>
                    <a:pt x="8599" y="3822"/>
                  </a:lnTo>
                  <a:lnTo>
                    <a:pt x="9077" y="4300"/>
                  </a:lnTo>
                  <a:lnTo>
                    <a:pt x="8122" y="4300"/>
                  </a:lnTo>
                  <a:lnTo>
                    <a:pt x="6688" y="4777"/>
                  </a:lnTo>
                  <a:lnTo>
                    <a:pt x="4777" y="3822"/>
                  </a:lnTo>
                  <a:lnTo>
                    <a:pt x="3822" y="3822"/>
                  </a:lnTo>
                  <a:lnTo>
                    <a:pt x="3822" y="2866"/>
                  </a:lnTo>
                  <a:lnTo>
                    <a:pt x="2389" y="1433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2" name="Freeform 5171">
              <a:extLst>
                <a:ext uri="{FF2B5EF4-FFF2-40B4-BE49-F238E27FC236}">
                  <a16:creationId xmlns:a16="http://schemas.microsoft.com/office/drawing/2014/main" id="{349C7E86-88ED-CF4A-FF89-90D26932A965}"/>
                </a:ext>
              </a:extLst>
            </p:cNvPr>
            <p:cNvSpPr/>
            <p:nvPr/>
          </p:nvSpPr>
          <p:spPr>
            <a:xfrm>
              <a:off x="8723511" y="4887292"/>
              <a:ext cx="8121" cy="4777"/>
            </a:xfrm>
            <a:custGeom>
              <a:avLst/>
              <a:gdLst>
                <a:gd name="csX0" fmla="*/ 7644 w 8121"/>
                <a:gd name="csY0" fmla="*/ 3822 h 4777"/>
                <a:gd name="csX1" fmla="*/ 8121 w 8121"/>
                <a:gd name="csY1" fmla="*/ 4777 h 4777"/>
                <a:gd name="csX2" fmla="*/ 5255 w 8121"/>
                <a:gd name="csY2" fmla="*/ 3344 h 4777"/>
                <a:gd name="csX3" fmla="*/ 2389 w 8121"/>
                <a:gd name="csY3" fmla="*/ 1911 h 4777"/>
                <a:gd name="csX4" fmla="*/ 955 w 8121"/>
                <a:gd name="csY4" fmla="*/ 1433 h 4777"/>
                <a:gd name="csX5" fmla="*/ 0 w 8121"/>
                <a:gd name="csY5" fmla="*/ 0 h 4777"/>
                <a:gd name="csX6" fmla="*/ 1911 w 8121"/>
                <a:gd name="csY6" fmla="*/ 955 h 4777"/>
                <a:gd name="csX7" fmla="*/ 4777 w 8121"/>
                <a:gd name="csY7" fmla="*/ 1911 h 4777"/>
                <a:gd name="csX8" fmla="*/ 7644 w 8121"/>
                <a:gd name="csY8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21" h="4777">
                  <a:moveTo>
                    <a:pt x="7644" y="3822"/>
                  </a:moveTo>
                  <a:lnTo>
                    <a:pt x="8121" y="4777"/>
                  </a:lnTo>
                  <a:lnTo>
                    <a:pt x="5255" y="3344"/>
                  </a:lnTo>
                  <a:lnTo>
                    <a:pt x="2389" y="1911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1911" y="955"/>
                  </a:lnTo>
                  <a:lnTo>
                    <a:pt x="4777" y="1911"/>
                  </a:lnTo>
                  <a:lnTo>
                    <a:pt x="7644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3" name="Freeform 5172">
              <a:extLst>
                <a:ext uri="{FF2B5EF4-FFF2-40B4-BE49-F238E27FC236}">
                  <a16:creationId xmlns:a16="http://schemas.microsoft.com/office/drawing/2014/main" id="{F33ED802-C046-377F-AEE3-9CD4D0E1873A}"/>
                </a:ext>
              </a:extLst>
            </p:cNvPr>
            <p:cNvSpPr/>
            <p:nvPr/>
          </p:nvSpPr>
          <p:spPr>
            <a:xfrm>
              <a:off x="8878295" y="4887292"/>
              <a:ext cx="2866" cy="7165"/>
            </a:xfrm>
            <a:custGeom>
              <a:avLst/>
              <a:gdLst>
                <a:gd name="csX0" fmla="*/ 1911 w 2866"/>
                <a:gd name="csY0" fmla="*/ 5733 h 7165"/>
                <a:gd name="csX1" fmla="*/ 2389 w 2866"/>
                <a:gd name="csY1" fmla="*/ 7166 h 7165"/>
                <a:gd name="csX2" fmla="*/ 955 w 2866"/>
                <a:gd name="csY2" fmla="*/ 5733 h 7165"/>
                <a:gd name="csX3" fmla="*/ 1433 w 2866"/>
                <a:gd name="csY3" fmla="*/ 3822 h 7165"/>
                <a:gd name="csX4" fmla="*/ 1433 w 2866"/>
                <a:gd name="csY4" fmla="*/ 3344 h 7165"/>
                <a:gd name="csX5" fmla="*/ 1433 w 2866"/>
                <a:gd name="csY5" fmla="*/ 2866 h 7165"/>
                <a:gd name="csX6" fmla="*/ 0 w 2866"/>
                <a:gd name="csY6" fmla="*/ 1911 h 7165"/>
                <a:gd name="csX7" fmla="*/ 955 w 2866"/>
                <a:gd name="csY7" fmla="*/ 478 h 7165"/>
                <a:gd name="csX8" fmla="*/ 1911 w 2866"/>
                <a:gd name="csY8" fmla="*/ 0 h 7165"/>
                <a:gd name="csX9" fmla="*/ 2389 w 2866"/>
                <a:gd name="csY9" fmla="*/ 0 h 7165"/>
                <a:gd name="csX10" fmla="*/ 2389 w 2866"/>
                <a:gd name="csY10" fmla="*/ 1911 h 7165"/>
                <a:gd name="csX11" fmla="*/ 2866 w 2866"/>
                <a:gd name="csY11" fmla="*/ 2866 h 7165"/>
                <a:gd name="csX12" fmla="*/ 1911 w 2866"/>
                <a:gd name="csY12" fmla="*/ 5733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866" h="7165">
                  <a:moveTo>
                    <a:pt x="1911" y="5733"/>
                  </a:moveTo>
                  <a:lnTo>
                    <a:pt x="2389" y="7166"/>
                  </a:lnTo>
                  <a:lnTo>
                    <a:pt x="955" y="5733"/>
                  </a:lnTo>
                  <a:lnTo>
                    <a:pt x="1433" y="3822"/>
                  </a:lnTo>
                  <a:lnTo>
                    <a:pt x="1433" y="3344"/>
                  </a:lnTo>
                  <a:lnTo>
                    <a:pt x="1433" y="2866"/>
                  </a:lnTo>
                  <a:lnTo>
                    <a:pt x="0" y="1911"/>
                  </a:lnTo>
                  <a:lnTo>
                    <a:pt x="955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389" y="1911"/>
                  </a:lnTo>
                  <a:lnTo>
                    <a:pt x="2866" y="2866"/>
                  </a:lnTo>
                  <a:lnTo>
                    <a:pt x="1911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4" name="Freeform 5173">
              <a:extLst>
                <a:ext uri="{FF2B5EF4-FFF2-40B4-BE49-F238E27FC236}">
                  <a16:creationId xmlns:a16="http://schemas.microsoft.com/office/drawing/2014/main" id="{8142D354-C41A-AC66-DB17-0A9FB3B5F99C}"/>
                </a:ext>
              </a:extLst>
            </p:cNvPr>
            <p:cNvSpPr/>
            <p:nvPr/>
          </p:nvSpPr>
          <p:spPr>
            <a:xfrm>
              <a:off x="8725899" y="4886336"/>
              <a:ext cx="5254" cy="1910"/>
            </a:xfrm>
            <a:custGeom>
              <a:avLst/>
              <a:gdLst>
                <a:gd name="csX0" fmla="*/ 5255 w 5254"/>
                <a:gd name="csY0" fmla="*/ 1911 h 1910"/>
                <a:gd name="csX1" fmla="*/ 4300 w 5254"/>
                <a:gd name="csY1" fmla="*/ 1911 h 1910"/>
                <a:gd name="csX2" fmla="*/ 955 w 5254"/>
                <a:gd name="csY2" fmla="*/ 956 h 1910"/>
                <a:gd name="csX3" fmla="*/ 0 w 5254"/>
                <a:gd name="csY3" fmla="*/ 0 h 1910"/>
                <a:gd name="csX4" fmla="*/ 4300 w 5254"/>
                <a:gd name="csY4" fmla="*/ 0 h 1910"/>
                <a:gd name="csX5" fmla="*/ 5255 w 5254"/>
                <a:gd name="csY5" fmla="*/ 478 h 1910"/>
                <a:gd name="csX6" fmla="*/ 5255 w 5254"/>
                <a:gd name="csY6" fmla="*/ 1433 h 1910"/>
                <a:gd name="csX7" fmla="*/ 5255 w 5254"/>
                <a:gd name="csY7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1910">
                  <a:moveTo>
                    <a:pt x="5255" y="1911"/>
                  </a:moveTo>
                  <a:lnTo>
                    <a:pt x="4300" y="1911"/>
                  </a:lnTo>
                  <a:lnTo>
                    <a:pt x="955" y="956"/>
                  </a:lnTo>
                  <a:lnTo>
                    <a:pt x="0" y="0"/>
                  </a:lnTo>
                  <a:lnTo>
                    <a:pt x="4300" y="0"/>
                  </a:lnTo>
                  <a:lnTo>
                    <a:pt x="5255" y="478"/>
                  </a:lnTo>
                  <a:lnTo>
                    <a:pt x="5255" y="1433"/>
                  </a:lnTo>
                  <a:lnTo>
                    <a:pt x="52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5" name="Freeform 5174">
              <a:extLst>
                <a:ext uri="{FF2B5EF4-FFF2-40B4-BE49-F238E27FC236}">
                  <a16:creationId xmlns:a16="http://schemas.microsoft.com/office/drawing/2014/main" id="{5DCA3CF6-6995-F772-1A25-21392EC8734A}"/>
                </a:ext>
              </a:extLst>
            </p:cNvPr>
            <p:cNvSpPr/>
            <p:nvPr/>
          </p:nvSpPr>
          <p:spPr>
            <a:xfrm>
              <a:off x="8814279" y="4833786"/>
              <a:ext cx="5732" cy="6210"/>
            </a:xfrm>
            <a:custGeom>
              <a:avLst/>
              <a:gdLst>
                <a:gd name="csX0" fmla="*/ 4777 w 5732"/>
                <a:gd name="csY0" fmla="*/ 6210 h 6210"/>
                <a:gd name="csX1" fmla="*/ 4300 w 5732"/>
                <a:gd name="csY1" fmla="*/ 6210 h 6210"/>
                <a:gd name="csX2" fmla="*/ 3822 w 5732"/>
                <a:gd name="csY2" fmla="*/ 5733 h 6210"/>
                <a:gd name="csX3" fmla="*/ 1911 w 5732"/>
                <a:gd name="csY3" fmla="*/ 4777 h 6210"/>
                <a:gd name="csX4" fmla="*/ 0 w 5732"/>
                <a:gd name="csY4" fmla="*/ 2866 h 6210"/>
                <a:gd name="csX5" fmla="*/ 0 w 5732"/>
                <a:gd name="csY5" fmla="*/ 956 h 6210"/>
                <a:gd name="csX6" fmla="*/ 478 w 5732"/>
                <a:gd name="csY6" fmla="*/ 0 h 6210"/>
                <a:gd name="csX7" fmla="*/ 1433 w 5732"/>
                <a:gd name="csY7" fmla="*/ 0 h 6210"/>
                <a:gd name="csX8" fmla="*/ 5733 w 5732"/>
                <a:gd name="csY8" fmla="*/ 2389 h 6210"/>
                <a:gd name="csX9" fmla="*/ 5733 w 5732"/>
                <a:gd name="csY9" fmla="*/ 2866 h 6210"/>
                <a:gd name="csX10" fmla="*/ 5733 w 5732"/>
                <a:gd name="csY10" fmla="*/ 5255 h 6210"/>
                <a:gd name="csX11" fmla="*/ 4777 w 5732"/>
                <a:gd name="csY11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32" h="6210">
                  <a:moveTo>
                    <a:pt x="4777" y="6210"/>
                  </a:moveTo>
                  <a:lnTo>
                    <a:pt x="4300" y="6210"/>
                  </a:lnTo>
                  <a:lnTo>
                    <a:pt x="3822" y="5733"/>
                  </a:lnTo>
                  <a:lnTo>
                    <a:pt x="1911" y="4777"/>
                  </a:lnTo>
                  <a:lnTo>
                    <a:pt x="0" y="2866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5733" y="2389"/>
                  </a:lnTo>
                  <a:lnTo>
                    <a:pt x="5733" y="2866"/>
                  </a:lnTo>
                  <a:lnTo>
                    <a:pt x="5733" y="5255"/>
                  </a:lnTo>
                  <a:lnTo>
                    <a:pt x="4777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6" name="Freeform 5175">
              <a:extLst>
                <a:ext uri="{FF2B5EF4-FFF2-40B4-BE49-F238E27FC236}">
                  <a16:creationId xmlns:a16="http://schemas.microsoft.com/office/drawing/2014/main" id="{B6CFB60E-48C5-AC43-2CB2-CF818643D5D1}"/>
                </a:ext>
              </a:extLst>
            </p:cNvPr>
            <p:cNvSpPr/>
            <p:nvPr/>
          </p:nvSpPr>
          <p:spPr>
            <a:xfrm>
              <a:off x="8951866" y="4833308"/>
              <a:ext cx="24841" cy="25797"/>
            </a:xfrm>
            <a:custGeom>
              <a:avLst/>
              <a:gdLst>
                <a:gd name="csX0" fmla="*/ 24842 w 24841"/>
                <a:gd name="csY0" fmla="*/ 22453 h 25797"/>
                <a:gd name="csX1" fmla="*/ 24364 w 24841"/>
                <a:gd name="csY1" fmla="*/ 23886 h 25797"/>
                <a:gd name="csX2" fmla="*/ 23886 w 24841"/>
                <a:gd name="csY2" fmla="*/ 24364 h 25797"/>
                <a:gd name="csX3" fmla="*/ 23408 w 24841"/>
                <a:gd name="csY3" fmla="*/ 23886 h 25797"/>
                <a:gd name="csX4" fmla="*/ 21498 w 24841"/>
                <a:gd name="csY4" fmla="*/ 24364 h 25797"/>
                <a:gd name="csX5" fmla="*/ 21020 w 24841"/>
                <a:gd name="csY5" fmla="*/ 24842 h 25797"/>
                <a:gd name="csX6" fmla="*/ 20064 w 24841"/>
                <a:gd name="csY6" fmla="*/ 25798 h 25797"/>
                <a:gd name="csX7" fmla="*/ 18153 w 24841"/>
                <a:gd name="csY7" fmla="*/ 25320 h 25797"/>
                <a:gd name="csX8" fmla="*/ 16242 w 24841"/>
                <a:gd name="csY8" fmla="*/ 24842 h 25797"/>
                <a:gd name="csX9" fmla="*/ 14332 w 24841"/>
                <a:gd name="csY9" fmla="*/ 23886 h 25797"/>
                <a:gd name="csX10" fmla="*/ 12421 w 24841"/>
                <a:gd name="csY10" fmla="*/ 22931 h 25797"/>
                <a:gd name="csX11" fmla="*/ 10987 w 24841"/>
                <a:gd name="csY11" fmla="*/ 21020 h 25797"/>
                <a:gd name="csX12" fmla="*/ 10032 w 24841"/>
                <a:gd name="csY12" fmla="*/ 19587 h 25797"/>
                <a:gd name="csX13" fmla="*/ 10510 w 24841"/>
                <a:gd name="csY13" fmla="*/ 17198 h 25797"/>
                <a:gd name="csX14" fmla="*/ 9555 w 24841"/>
                <a:gd name="csY14" fmla="*/ 15287 h 25797"/>
                <a:gd name="csX15" fmla="*/ 6688 w 24841"/>
                <a:gd name="csY15" fmla="*/ 14332 h 25797"/>
                <a:gd name="csX16" fmla="*/ 5733 w 24841"/>
                <a:gd name="csY16" fmla="*/ 13854 h 25797"/>
                <a:gd name="csX17" fmla="*/ 4299 w 24841"/>
                <a:gd name="csY17" fmla="*/ 11943 h 25797"/>
                <a:gd name="csX18" fmla="*/ 3344 w 24841"/>
                <a:gd name="csY18" fmla="*/ 10988 h 25797"/>
                <a:gd name="csX19" fmla="*/ 1433 w 24841"/>
                <a:gd name="csY19" fmla="*/ 9555 h 25797"/>
                <a:gd name="csX20" fmla="*/ 955 w 24841"/>
                <a:gd name="csY20" fmla="*/ 8599 h 25797"/>
                <a:gd name="csX21" fmla="*/ 0 w 24841"/>
                <a:gd name="csY21" fmla="*/ 6688 h 25797"/>
                <a:gd name="csX22" fmla="*/ 0 w 24841"/>
                <a:gd name="csY22" fmla="*/ 5255 h 25797"/>
                <a:gd name="csX23" fmla="*/ 478 w 24841"/>
                <a:gd name="csY23" fmla="*/ 1433 h 25797"/>
                <a:gd name="csX24" fmla="*/ 478 w 24841"/>
                <a:gd name="csY24" fmla="*/ 0 h 25797"/>
                <a:gd name="csX25" fmla="*/ 1433 w 24841"/>
                <a:gd name="csY25" fmla="*/ 0 h 25797"/>
                <a:gd name="csX26" fmla="*/ 1910 w 24841"/>
                <a:gd name="csY26" fmla="*/ 478 h 25797"/>
                <a:gd name="csX27" fmla="*/ 3344 w 24841"/>
                <a:gd name="csY27" fmla="*/ 1433 h 25797"/>
                <a:gd name="csX28" fmla="*/ 5733 w 24841"/>
                <a:gd name="csY28" fmla="*/ 1433 h 25797"/>
                <a:gd name="csX29" fmla="*/ 7644 w 24841"/>
                <a:gd name="csY29" fmla="*/ 2867 h 25797"/>
                <a:gd name="csX30" fmla="*/ 9555 w 24841"/>
                <a:gd name="csY30" fmla="*/ 5733 h 25797"/>
                <a:gd name="csX31" fmla="*/ 9555 w 24841"/>
                <a:gd name="csY31" fmla="*/ 6688 h 25797"/>
                <a:gd name="csX32" fmla="*/ 10032 w 24841"/>
                <a:gd name="csY32" fmla="*/ 7644 h 25797"/>
                <a:gd name="csX33" fmla="*/ 11943 w 24841"/>
                <a:gd name="csY33" fmla="*/ 8599 h 25797"/>
                <a:gd name="csX34" fmla="*/ 12898 w 24841"/>
                <a:gd name="csY34" fmla="*/ 9555 h 25797"/>
                <a:gd name="csX35" fmla="*/ 14809 w 24841"/>
                <a:gd name="csY35" fmla="*/ 12421 h 25797"/>
                <a:gd name="csX36" fmla="*/ 15765 w 24841"/>
                <a:gd name="csY36" fmla="*/ 13377 h 25797"/>
                <a:gd name="csX37" fmla="*/ 17198 w 24841"/>
                <a:gd name="csY37" fmla="*/ 13377 h 25797"/>
                <a:gd name="csX38" fmla="*/ 18153 w 24841"/>
                <a:gd name="csY38" fmla="*/ 13854 h 25797"/>
                <a:gd name="csX39" fmla="*/ 20064 w 24841"/>
                <a:gd name="csY39" fmla="*/ 15287 h 25797"/>
                <a:gd name="csX40" fmla="*/ 21975 w 24841"/>
                <a:gd name="csY40" fmla="*/ 16721 h 25797"/>
                <a:gd name="csX41" fmla="*/ 23408 w 24841"/>
                <a:gd name="csY41" fmla="*/ 18632 h 25797"/>
                <a:gd name="csX42" fmla="*/ 23886 w 24841"/>
                <a:gd name="csY42" fmla="*/ 20065 h 25797"/>
                <a:gd name="csX43" fmla="*/ 24842 w 24841"/>
                <a:gd name="csY43" fmla="*/ 22453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4841" h="25797">
                  <a:moveTo>
                    <a:pt x="24842" y="22453"/>
                  </a:moveTo>
                  <a:lnTo>
                    <a:pt x="24364" y="23886"/>
                  </a:lnTo>
                  <a:lnTo>
                    <a:pt x="23886" y="24364"/>
                  </a:lnTo>
                  <a:lnTo>
                    <a:pt x="23408" y="23886"/>
                  </a:lnTo>
                  <a:lnTo>
                    <a:pt x="21498" y="24364"/>
                  </a:lnTo>
                  <a:lnTo>
                    <a:pt x="21020" y="24842"/>
                  </a:lnTo>
                  <a:lnTo>
                    <a:pt x="20064" y="25798"/>
                  </a:lnTo>
                  <a:lnTo>
                    <a:pt x="18153" y="25320"/>
                  </a:lnTo>
                  <a:lnTo>
                    <a:pt x="16242" y="24842"/>
                  </a:lnTo>
                  <a:lnTo>
                    <a:pt x="14332" y="23886"/>
                  </a:lnTo>
                  <a:lnTo>
                    <a:pt x="12421" y="22931"/>
                  </a:lnTo>
                  <a:lnTo>
                    <a:pt x="10987" y="21020"/>
                  </a:lnTo>
                  <a:lnTo>
                    <a:pt x="10032" y="19587"/>
                  </a:lnTo>
                  <a:lnTo>
                    <a:pt x="10510" y="17198"/>
                  </a:lnTo>
                  <a:lnTo>
                    <a:pt x="9555" y="15287"/>
                  </a:lnTo>
                  <a:lnTo>
                    <a:pt x="6688" y="14332"/>
                  </a:lnTo>
                  <a:lnTo>
                    <a:pt x="5733" y="13854"/>
                  </a:lnTo>
                  <a:lnTo>
                    <a:pt x="4299" y="11943"/>
                  </a:lnTo>
                  <a:lnTo>
                    <a:pt x="3344" y="10988"/>
                  </a:lnTo>
                  <a:lnTo>
                    <a:pt x="1433" y="9555"/>
                  </a:lnTo>
                  <a:lnTo>
                    <a:pt x="955" y="8599"/>
                  </a:lnTo>
                  <a:lnTo>
                    <a:pt x="0" y="6688"/>
                  </a:lnTo>
                  <a:lnTo>
                    <a:pt x="0" y="5255"/>
                  </a:lnTo>
                  <a:lnTo>
                    <a:pt x="478" y="1433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0" y="478"/>
                  </a:lnTo>
                  <a:lnTo>
                    <a:pt x="3344" y="1433"/>
                  </a:lnTo>
                  <a:lnTo>
                    <a:pt x="5733" y="1433"/>
                  </a:lnTo>
                  <a:lnTo>
                    <a:pt x="7644" y="2867"/>
                  </a:lnTo>
                  <a:lnTo>
                    <a:pt x="9555" y="5733"/>
                  </a:lnTo>
                  <a:lnTo>
                    <a:pt x="9555" y="6688"/>
                  </a:lnTo>
                  <a:lnTo>
                    <a:pt x="10032" y="7644"/>
                  </a:lnTo>
                  <a:lnTo>
                    <a:pt x="11943" y="8599"/>
                  </a:lnTo>
                  <a:lnTo>
                    <a:pt x="12898" y="9555"/>
                  </a:lnTo>
                  <a:lnTo>
                    <a:pt x="14809" y="12421"/>
                  </a:lnTo>
                  <a:lnTo>
                    <a:pt x="15765" y="13377"/>
                  </a:lnTo>
                  <a:lnTo>
                    <a:pt x="17198" y="13377"/>
                  </a:lnTo>
                  <a:lnTo>
                    <a:pt x="18153" y="13854"/>
                  </a:lnTo>
                  <a:lnTo>
                    <a:pt x="20064" y="15287"/>
                  </a:lnTo>
                  <a:lnTo>
                    <a:pt x="21975" y="16721"/>
                  </a:lnTo>
                  <a:lnTo>
                    <a:pt x="23408" y="18632"/>
                  </a:lnTo>
                  <a:lnTo>
                    <a:pt x="23886" y="20065"/>
                  </a:lnTo>
                  <a:lnTo>
                    <a:pt x="24842" y="2245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7" name="Freeform 5176">
              <a:extLst>
                <a:ext uri="{FF2B5EF4-FFF2-40B4-BE49-F238E27FC236}">
                  <a16:creationId xmlns:a16="http://schemas.microsoft.com/office/drawing/2014/main" id="{686376D8-9A5B-4240-161A-D9DB75A9466D}"/>
                </a:ext>
              </a:extLst>
            </p:cNvPr>
            <p:cNvSpPr/>
            <p:nvPr/>
          </p:nvSpPr>
          <p:spPr>
            <a:xfrm>
              <a:off x="8798992" y="4828531"/>
              <a:ext cx="4299" cy="4299"/>
            </a:xfrm>
            <a:custGeom>
              <a:avLst/>
              <a:gdLst>
                <a:gd name="csX0" fmla="*/ 3344 w 4299"/>
                <a:gd name="csY0" fmla="*/ 4300 h 4299"/>
                <a:gd name="csX1" fmla="*/ 2389 w 4299"/>
                <a:gd name="csY1" fmla="*/ 4300 h 4299"/>
                <a:gd name="csX2" fmla="*/ 478 w 4299"/>
                <a:gd name="csY2" fmla="*/ 2867 h 4299"/>
                <a:gd name="csX3" fmla="*/ 0 w 4299"/>
                <a:gd name="csY3" fmla="*/ 1911 h 4299"/>
                <a:gd name="csX4" fmla="*/ 0 w 4299"/>
                <a:gd name="csY4" fmla="*/ 956 h 4299"/>
                <a:gd name="csX5" fmla="*/ 2389 w 4299"/>
                <a:gd name="csY5" fmla="*/ 0 h 4299"/>
                <a:gd name="csX6" fmla="*/ 3821 w 4299"/>
                <a:gd name="csY6" fmla="*/ 956 h 4299"/>
                <a:gd name="csX7" fmla="*/ 4299 w 4299"/>
                <a:gd name="csY7" fmla="*/ 3344 h 4299"/>
                <a:gd name="csX8" fmla="*/ 3344 w 4299"/>
                <a:gd name="csY8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4299">
                  <a:moveTo>
                    <a:pt x="3344" y="4300"/>
                  </a:moveTo>
                  <a:lnTo>
                    <a:pt x="2389" y="4300"/>
                  </a:lnTo>
                  <a:lnTo>
                    <a:pt x="478" y="2867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2389" y="0"/>
                  </a:lnTo>
                  <a:lnTo>
                    <a:pt x="3821" y="956"/>
                  </a:lnTo>
                  <a:lnTo>
                    <a:pt x="4299" y="3344"/>
                  </a:lnTo>
                  <a:lnTo>
                    <a:pt x="3344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8" name="Freeform 5177">
              <a:extLst>
                <a:ext uri="{FF2B5EF4-FFF2-40B4-BE49-F238E27FC236}">
                  <a16:creationId xmlns:a16="http://schemas.microsoft.com/office/drawing/2014/main" id="{47106A9B-4AC2-496E-B877-B3220B42359D}"/>
                </a:ext>
              </a:extLst>
            </p:cNvPr>
            <p:cNvSpPr/>
            <p:nvPr/>
          </p:nvSpPr>
          <p:spPr>
            <a:xfrm>
              <a:off x="8948521" y="4825187"/>
              <a:ext cx="3822" cy="7643"/>
            </a:xfrm>
            <a:custGeom>
              <a:avLst/>
              <a:gdLst>
                <a:gd name="csX0" fmla="*/ 1911 w 3822"/>
                <a:gd name="csY0" fmla="*/ 7644 h 7643"/>
                <a:gd name="csX1" fmla="*/ 1433 w 3822"/>
                <a:gd name="csY1" fmla="*/ 7644 h 7643"/>
                <a:gd name="csX2" fmla="*/ 956 w 3822"/>
                <a:gd name="csY2" fmla="*/ 5733 h 7643"/>
                <a:gd name="csX3" fmla="*/ 478 w 3822"/>
                <a:gd name="csY3" fmla="*/ 3822 h 7643"/>
                <a:gd name="csX4" fmla="*/ 478 w 3822"/>
                <a:gd name="csY4" fmla="*/ 2389 h 7643"/>
                <a:gd name="csX5" fmla="*/ 0 w 3822"/>
                <a:gd name="csY5" fmla="*/ 1911 h 7643"/>
                <a:gd name="csX6" fmla="*/ 1433 w 3822"/>
                <a:gd name="csY6" fmla="*/ 478 h 7643"/>
                <a:gd name="csX7" fmla="*/ 1911 w 3822"/>
                <a:gd name="csY7" fmla="*/ 0 h 7643"/>
                <a:gd name="csX8" fmla="*/ 2866 w 3822"/>
                <a:gd name="csY8" fmla="*/ 955 h 7643"/>
                <a:gd name="csX9" fmla="*/ 2866 w 3822"/>
                <a:gd name="csY9" fmla="*/ 2389 h 7643"/>
                <a:gd name="csX10" fmla="*/ 3822 w 3822"/>
                <a:gd name="csY10" fmla="*/ 3822 h 7643"/>
                <a:gd name="csX11" fmla="*/ 2866 w 3822"/>
                <a:gd name="csY11" fmla="*/ 6688 h 7643"/>
                <a:gd name="csX12" fmla="*/ 1911 w 3822"/>
                <a:gd name="csY12" fmla="*/ 764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822" h="7643">
                  <a:moveTo>
                    <a:pt x="1911" y="7644"/>
                  </a:moveTo>
                  <a:lnTo>
                    <a:pt x="1433" y="7644"/>
                  </a:lnTo>
                  <a:lnTo>
                    <a:pt x="956" y="5733"/>
                  </a:lnTo>
                  <a:lnTo>
                    <a:pt x="478" y="3822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866" y="955"/>
                  </a:lnTo>
                  <a:lnTo>
                    <a:pt x="2866" y="2389"/>
                  </a:lnTo>
                  <a:lnTo>
                    <a:pt x="3822" y="3822"/>
                  </a:lnTo>
                  <a:lnTo>
                    <a:pt x="2866" y="6688"/>
                  </a:lnTo>
                  <a:lnTo>
                    <a:pt x="1911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9" name="Freeform 5178">
              <a:extLst>
                <a:ext uri="{FF2B5EF4-FFF2-40B4-BE49-F238E27FC236}">
                  <a16:creationId xmlns:a16="http://schemas.microsoft.com/office/drawing/2014/main" id="{09EF3564-4F58-E98A-47DC-D4796E55EFDE}"/>
                </a:ext>
              </a:extLst>
            </p:cNvPr>
            <p:cNvSpPr/>
            <p:nvPr/>
          </p:nvSpPr>
          <p:spPr>
            <a:xfrm>
              <a:off x="8776539" y="4816588"/>
              <a:ext cx="3822" cy="3822"/>
            </a:xfrm>
            <a:custGeom>
              <a:avLst/>
              <a:gdLst>
                <a:gd name="csX0" fmla="*/ 2866 w 3822"/>
                <a:gd name="csY0" fmla="*/ 3344 h 3822"/>
                <a:gd name="csX1" fmla="*/ 1433 w 3822"/>
                <a:gd name="csY1" fmla="*/ 3822 h 3822"/>
                <a:gd name="csX2" fmla="*/ 478 w 3822"/>
                <a:gd name="csY2" fmla="*/ 3822 h 3822"/>
                <a:gd name="csX3" fmla="*/ 0 w 3822"/>
                <a:gd name="csY3" fmla="*/ 2389 h 3822"/>
                <a:gd name="csX4" fmla="*/ 478 w 3822"/>
                <a:gd name="csY4" fmla="*/ 1433 h 3822"/>
                <a:gd name="csX5" fmla="*/ 1911 w 3822"/>
                <a:gd name="csY5" fmla="*/ 478 h 3822"/>
                <a:gd name="csX6" fmla="*/ 2389 w 3822"/>
                <a:gd name="csY6" fmla="*/ 0 h 3822"/>
                <a:gd name="csX7" fmla="*/ 3344 w 3822"/>
                <a:gd name="csY7" fmla="*/ 956 h 3822"/>
                <a:gd name="csX8" fmla="*/ 3822 w 3822"/>
                <a:gd name="csY8" fmla="*/ 1911 h 3822"/>
                <a:gd name="csX9" fmla="*/ 2866 w 3822"/>
                <a:gd name="csY9" fmla="*/ 3344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2" h="3822">
                  <a:moveTo>
                    <a:pt x="2866" y="3344"/>
                  </a:moveTo>
                  <a:lnTo>
                    <a:pt x="1433" y="3822"/>
                  </a:lnTo>
                  <a:lnTo>
                    <a:pt x="478" y="3822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3344" y="956"/>
                  </a:lnTo>
                  <a:lnTo>
                    <a:pt x="3822" y="1911"/>
                  </a:lnTo>
                  <a:lnTo>
                    <a:pt x="28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0" name="Freeform 5179">
              <a:extLst>
                <a:ext uri="{FF2B5EF4-FFF2-40B4-BE49-F238E27FC236}">
                  <a16:creationId xmlns:a16="http://schemas.microsoft.com/office/drawing/2014/main" id="{3F35BB2A-FC76-AEEE-2E00-5169F854FCE4}"/>
                </a:ext>
              </a:extLst>
            </p:cNvPr>
            <p:cNvSpPr/>
            <p:nvPr/>
          </p:nvSpPr>
          <p:spPr>
            <a:xfrm>
              <a:off x="8825267" y="4810377"/>
              <a:ext cx="80735" cy="38218"/>
            </a:xfrm>
            <a:custGeom>
              <a:avLst/>
              <a:gdLst>
                <a:gd name="csX0" fmla="*/ 71181 w 80735"/>
                <a:gd name="csY0" fmla="*/ 1911 h 38218"/>
                <a:gd name="csX1" fmla="*/ 72137 w 80735"/>
                <a:gd name="csY1" fmla="*/ 2389 h 38218"/>
                <a:gd name="csX2" fmla="*/ 75003 w 80735"/>
                <a:gd name="csY2" fmla="*/ 478 h 38218"/>
                <a:gd name="csX3" fmla="*/ 76914 w 80735"/>
                <a:gd name="csY3" fmla="*/ 1911 h 38218"/>
                <a:gd name="csX4" fmla="*/ 78825 w 80735"/>
                <a:gd name="csY4" fmla="*/ 2389 h 38218"/>
                <a:gd name="csX5" fmla="*/ 80736 w 80735"/>
                <a:gd name="csY5" fmla="*/ 2867 h 38218"/>
                <a:gd name="csX6" fmla="*/ 79781 w 80735"/>
                <a:gd name="csY6" fmla="*/ 5255 h 38218"/>
                <a:gd name="csX7" fmla="*/ 80258 w 80735"/>
                <a:gd name="csY7" fmla="*/ 6688 h 38218"/>
                <a:gd name="csX8" fmla="*/ 80736 w 80735"/>
                <a:gd name="csY8" fmla="*/ 8121 h 38218"/>
                <a:gd name="csX9" fmla="*/ 80736 w 80735"/>
                <a:gd name="csY9" fmla="*/ 10032 h 38218"/>
                <a:gd name="csX10" fmla="*/ 79781 w 80735"/>
                <a:gd name="csY10" fmla="*/ 11466 h 38218"/>
                <a:gd name="csX11" fmla="*/ 77870 w 80735"/>
                <a:gd name="csY11" fmla="*/ 13854 h 38218"/>
                <a:gd name="csX12" fmla="*/ 76914 w 80735"/>
                <a:gd name="csY12" fmla="*/ 14332 h 38218"/>
                <a:gd name="csX13" fmla="*/ 75959 w 80735"/>
                <a:gd name="csY13" fmla="*/ 14332 h 38218"/>
                <a:gd name="csX14" fmla="*/ 73092 w 80735"/>
                <a:gd name="csY14" fmla="*/ 14810 h 38218"/>
                <a:gd name="csX15" fmla="*/ 72615 w 80735"/>
                <a:gd name="csY15" fmla="*/ 15765 h 38218"/>
                <a:gd name="csX16" fmla="*/ 72615 w 80735"/>
                <a:gd name="csY16" fmla="*/ 17198 h 38218"/>
                <a:gd name="csX17" fmla="*/ 74526 w 80735"/>
                <a:gd name="csY17" fmla="*/ 19109 h 38218"/>
                <a:gd name="csX18" fmla="*/ 75481 w 80735"/>
                <a:gd name="csY18" fmla="*/ 21020 h 38218"/>
                <a:gd name="csX19" fmla="*/ 74526 w 80735"/>
                <a:gd name="csY19" fmla="*/ 22931 h 38218"/>
                <a:gd name="csX20" fmla="*/ 72137 w 80735"/>
                <a:gd name="csY20" fmla="*/ 24364 h 38218"/>
                <a:gd name="csX21" fmla="*/ 70226 w 80735"/>
                <a:gd name="csY21" fmla="*/ 24842 h 38218"/>
                <a:gd name="csX22" fmla="*/ 66882 w 80735"/>
                <a:gd name="csY22" fmla="*/ 24364 h 38218"/>
                <a:gd name="csX23" fmla="*/ 63060 w 80735"/>
                <a:gd name="csY23" fmla="*/ 24842 h 38218"/>
                <a:gd name="csX24" fmla="*/ 62582 w 80735"/>
                <a:gd name="csY24" fmla="*/ 25320 h 38218"/>
                <a:gd name="csX25" fmla="*/ 62582 w 80735"/>
                <a:gd name="csY25" fmla="*/ 26753 h 38218"/>
                <a:gd name="csX26" fmla="*/ 62105 w 80735"/>
                <a:gd name="csY26" fmla="*/ 27231 h 38218"/>
                <a:gd name="csX27" fmla="*/ 61149 w 80735"/>
                <a:gd name="csY27" fmla="*/ 28186 h 38218"/>
                <a:gd name="csX28" fmla="*/ 59716 w 80735"/>
                <a:gd name="csY28" fmla="*/ 30097 h 38218"/>
                <a:gd name="csX29" fmla="*/ 57328 w 80735"/>
                <a:gd name="csY29" fmla="*/ 31530 h 38218"/>
                <a:gd name="csX30" fmla="*/ 54939 w 80735"/>
                <a:gd name="csY30" fmla="*/ 32963 h 38218"/>
                <a:gd name="csX31" fmla="*/ 53983 w 80735"/>
                <a:gd name="csY31" fmla="*/ 32963 h 38218"/>
                <a:gd name="csX32" fmla="*/ 51594 w 80735"/>
                <a:gd name="csY32" fmla="*/ 33441 h 38218"/>
                <a:gd name="csX33" fmla="*/ 49206 w 80735"/>
                <a:gd name="csY33" fmla="*/ 33919 h 38218"/>
                <a:gd name="csX34" fmla="*/ 48251 w 80735"/>
                <a:gd name="csY34" fmla="*/ 34874 h 38218"/>
                <a:gd name="csX35" fmla="*/ 47295 w 80735"/>
                <a:gd name="csY35" fmla="*/ 35352 h 38218"/>
                <a:gd name="csX36" fmla="*/ 44906 w 80735"/>
                <a:gd name="csY36" fmla="*/ 36308 h 38218"/>
                <a:gd name="csX37" fmla="*/ 42517 w 80735"/>
                <a:gd name="csY37" fmla="*/ 37741 h 38218"/>
                <a:gd name="csX38" fmla="*/ 41562 w 80735"/>
                <a:gd name="csY38" fmla="*/ 37741 h 38218"/>
                <a:gd name="csX39" fmla="*/ 36785 w 80735"/>
                <a:gd name="csY39" fmla="*/ 38218 h 38218"/>
                <a:gd name="csX40" fmla="*/ 30097 w 80735"/>
                <a:gd name="csY40" fmla="*/ 38218 h 38218"/>
                <a:gd name="csX41" fmla="*/ 28186 w 80735"/>
                <a:gd name="csY41" fmla="*/ 38218 h 38218"/>
                <a:gd name="csX42" fmla="*/ 26275 w 80735"/>
                <a:gd name="csY42" fmla="*/ 38218 h 38218"/>
                <a:gd name="csX43" fmla="*/ 25319 w 80735"/>
                <a:gd name="csY43" fmla="*/ 37741 h 38218"/>
                <a:gd name="csX44" fmla="*/ 22931 w 80735"/>
                <a:gd name="csY44" fmla="*/ 34874 h 38218"/>
                <a:gd name="csX45" fmla="*/ 21020 w 80735"/>
                <a:gd name="csY45" fmla="*/ 34397 h 38218"/>
                <a:gd name="csX46" fmla="*/ 18631 w 80735"/>
                <a:gd name="csY46" fmla="*/ 34397 h 38218"/>
                <a:gd name="csX47" fmla="*/ 15765 w 80735"/>
                <a:gd name="csY47" fmla="*/ 34874 h 38218"/>
                <a:gd name="csX48" fmla="*/ 15287 w 80735"/>
                <a:gd name="csY48" fmla="*/ 34874 h 38218"/>
                <a:gd name="csX49" fmla="*/ 9555 w 80735"/>
                <a:gd name="csY49" fmla="*/ 31052 h 38218"/>
                <a:gd name="csX50" fmla="*/ 7644 w 80735"/>
                <a:gd name="csY50" fmla="*/ 30575 h 38218"/>
                <a:gd name="csX51" fmla="*/ 5733 w 80735"/>
                <a:gd name="csY51" fmla="*/ 29619 h 38218"/>
                <a:gd name="csX52" fmla="*/ 3344 w 80735"/>
                <a:gd name="csY52" fmla="*/ 29142 h 38218"/>
                <a:gd name="csX53" fmla="*/ 1433 w 80735"/>
                <a:gd name="csY53" fmla="*/ 28664 h 38218"/>
                <a:gd name="csX54" fmla="*/ 0 w 80735"/>
                <a:gd name="csY54" fmla="*/ 26753 h 38218"/>
                <a:gd name="csX55" fmla="*/ 478 w 80735"/>
                <a:gd name="csY55" fmla="*/ 24364 h 38218"/>
                <a:gd name="csX56" fmla="*/ 1910 w 80735"/>
                <a:gd name="csY56" fmla="*/ 23409 h 38218"/>
                <a:gd name="csX57" fmla="*/ 4777 w 80735"/>
                <a:gd name="csY57" fmla="*/ 23886 h 38218"/>
                <a:gd name="csX58" fmla="*/ 5733 w 80735"/>
                <a:gd name="csY58" fmla="*/ 23886 h 38218"/>
                <a:gd name="csX59" fmla="*/ 6688 w 80735"/>
                <a:gd name="csY59" fmla="*/ 23409 h 38218"/>
                <a:gd name="csX60" fmla="*/ 7644 w 80735"/>
                <a:gd name="csY60" fmla="*/ 23409 h 38218"/>
                <a:gd name="csX61" fmla="*/ 9076 w 80735"/>
                <a:gd name="csY61" fmla="*/ 23886 h 38218"/>
                <a:gd name="csX62" fmla="*/ 13376 w 80735"/>
                <a:gd name="csY62" fmla="*/ 23409 h 38218"/>
                <a:gd name="csX63" fmla="*/ 15765 w 80735"/>
                <a:gd name="csY63" fmla="*/ 24364 h 38218"/>
                <a:gd name="csX64" fmla="*/ 18153 w 80735"/>
                <a:gd name="csY64" fmla="*/ 24842 h 38218"/>
                <a:gd name="csX65" fmla="*/ 20542 w 80735"/>
                <a:gd name="csY65" fmla="*/ 25320 h 38218"/>
                <a:gd name="csX66" fmla="*/ 22931 w 80735"/>
                <a:gd name="csY66" fmla="*/ 24842 h 38218"/>
                <a:gd name="csX67" fmla="*/ 25797 w 80735"/>
                <a:gd name="csY67" fmla="*/ 23886 h 38218"/>
                <a:gd name="csX68" fmla="*/ 26753 w 80735"/>
                <a:gd name="csY68" fmla="*/ 24364 h 38218"/>
                <a:gd name="csX69" fmla="*/ 29619 w 80735"/>
                <a:gd name="csY69" fmla="*/ 24364 h 38218"/>
                <a:gd name="csX70" fmla="*/ 32485 w 80735"/>
                <a:gd name="csY70" fmla="*/ 22931 h 38218"/>
                <a:gd name="csX71" fmla="*/ 33441 w 80735"/>
                <a:gd name="csY71" fmla="*/ 17198 h 38218"/>
                <a:gd name="csX72" fmla="*/ 33919 w 80735"/>
                <a:gd name="csY72" fmla="*/ 15287 h 38218"/>
                <a:gd name="csX73" fmla="*/ 34874 w 80735"/>
                <a:gd name="csY73" fmla="*/ 14810 h 38218"/>
                <a:gd name="csX74" fmla="*/ 35352 w 80735"/>
                <a:gd name="csY74" fmla="*/ 14810 h 38218"/>
                <a:gd name="csX75" fmla="*/ 36307 w 80735"/>
                <a:gd name="csY75" fmla="*/ 15765 h 38218"/>
                <a:gd name="csX76" fmla="*/ 35352 w 80735"/>
                <a:gd name="csY76" fmla="*/ 17198 h 38218"/>
                <a:gd name="csX77" fmla="*/ 34874 w 80735"/>
                <a:gd name="csY77" fmla="*/ 18154 h 38218"/>
                <a:gd name="csX78" fmla="*/ 34396 w 80735"/>
                <a:gd name="csY78" fmla="*/ 20065 h 38218"/>
                <a:gd name="csX79" fmla="*/ 35352 w 80735"/>
                <a:gd name="csY79" fmla="*/ 22453 h 38218"/>
                <a:gd name="csX80" fmla="*/ 36785 w 80735"/>
                <a:gd name="csY80" fmla="*/ 24364 h 38218"/>
                <a:gd name="csX81" fmla="*/ 39174 w 80735"/>
                <a:gd name="csY81" fmla="*/ 24364 h 38218"/>
                <a:gd name="csX82" fmla="*/ 41085 w 80735"/>
                <a:gd name="csY82" fmla="*/ 23409 h 38218"/>
                <a:gd name="csX83" fmla="*/ 43473 w 80735"/>
                <a:gd name="csY83" fmla="*/ 22931 h 38218"/>
                <a:gd name="csX84" fmla="*/ 45384 w 80735"/>
                <a:gd name="csY84" fmla="*/ 23886 h 38218"/>
                <a:gd name="csX85" fmla="*/ 47773 w 80735"/>
                <a:gd name="csY85" fmla="*/ 23886 h 38218"/>
                <a:gd name="csX86" fmla="*/ 48728 w 80735"/>
                <a:gd name="csY86" fmla="*/ 23409 h 38218"/>
                <a:gd name="csX87" fmla="*/ 49683 w 80735"/>
                <a:gd name="csY87" fmla="*/ 22931 h 38218"/>
                <a:gd name="csX88" fmla="*/ 51117 w 80735"/>
                <a:gd name="csY88" fmla="*/ 22931 h 38218"/>
                <a:gd name="csX89" fmla="*/ 52072 w 80735"/>
                <a:gd name="csY89" fmla="*/ 22453 h 38218"/>
                <a:gd name="csX90" fmla="*/ 53505 w 80735"/>
                <a:gd name="csY90" fmla="*/ 20542 h 38218"/>
                <a:gd name="csX91" fmla="*/ 54461 w 80735"/>
                <a:gd name="csY91" fmla="*/ 18154 h 38218"/>
                <a:gd name="csX92" fmla="*/ 55894 w 80735"/>
                <a:gd name="csY92" fmla="*/ 16721 h 38218"/>
                <a:gd name="csX93" fmla="*/ 59238 w 80735"/>
                <a:gd name="csY93" fmla="*/ 13854 h 38218"/>
                <a:gd name="csX94" fmla="*/ 60671 w 80735"/>
                <a:gd name="csY94" fmla="*/ 13376 h 38218"/>
                <a:gd name="csX95" fmla="*/ 61627 w 80735"/>
                <a:gd name="csY95" fmla="*/ 13376 h 38218"/>
                <a:gd name="csX96" fmla="*/ 64493 w 80735"/>
                <a:gd name="csY96" fmla="*/ 13376 h 38218"/>
                <a:gd name="csX97" fmla="*/ 66404 w 80735"/>
                <a:gd name="csY97" fmla="*/ 12421 h 38218"/>
                <a:gd name="csX98" fmla="*/ 66404 w 80735"/>
                <a:gd name="csY98" fmla="*/ 10510 h 38218"/>
                <a:gd name="csX99" fmla="*/ 65926 w 80735"/>
                <a:gd name="csY99" fmla="*/ 8121 h 38218"/>
                <a:gd name="csX100" fmla="*/ 64015 w 80735"/>
                <a:gd name="csY100" fmla="*/ 2867 h 38218"/>
                <a:gd name="csX101" fmla="*/ 63538 w 80735"/>
                <a:gd name="csY101" fmla="*/ 1911 h 38218"/>
                <a:gd name="csX102" fmla="*/ 64015 w 80735"/>
                <a:gd name="csY102" fmla="*/ 956 h 38218"/>
                <a:gd name="csX103" fmla="*/ 64493 w 80735"/>
                <a:gd name="csY103" fmla="*/ 0 h 38218"/>
                <a:gd name="csX104" fmla="*/ 66882 w 80735"/>
                <a:gd name="csY104" fmla="*/ 0 h 38218"/>
                <a:gd name="csX105" fmla="*/ 69271 w 80735"/>
                <a:gd name="csY105" fmla="*/ 478 h 38218"/>
                <a:gd name="csX106" fmla="*/ 70226 w 80735"/>
                <a:gd name="csY106" fmla="*/ 1433 h 38218"/>
                <a:gd name="csX107" fmla="*/ 71181 w 80735"/>
                <a:gd name="csY107" fmla="*/ 1911 h 38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</a:cxnLst>
              <a:rect l="l" t="t" r="r" b="b"/>
              <a:pathLst>
                <a:path w="80735" h="38218">
                  <a:moveTo>
                    <a:pt x="71181" y="1911"/>
                  </a:moveTo>
                  <a:lnTo>
                    <a:pt x="72137" y="2389"/>
                  </a:lnTo>
                  <a:lnTo>
                    <a:pt x="75003" y="478"/>
                  </a:lnTo>
                  <a:lnTo>
                    <a:pt x="76914" y="1911"/>
                  </a:lnTo>
                  <a:lnTo>
                    <a:pt x="78825" y="2389"/>
                  </a:lnTo>
                  <a:lnTo>
                    <a:pt x="80736" y="2867"/>
                  </a:lnTo>
                  <a:lnTo>
                    <a:pt x="79781" y="5255"/>
                  </a:lnTo>
                  <a:lnTo>
                    <a:pt x="80258" y="6688"/>
                  </a:lnTo>
                  <a:lnTo>
                    <a:pt x="80736" y="8121"/>
                  </a:lnTo>
                  <a:lnTo>
                    <a:pt x="80736" y="10032"/>
                  </a:lnTo>
                  <a:lnTo>
                    <a:pt x="79781" y="11466"/>
                  </a:lnTo>
                  <a:lnTo>
                    <a:pt x="77870" y="13854"/>
                  </a:lnTo>
                  <a:lnTo>
                    <a:pt x="76914" y="14332"/>
                  </a:lnTo>
                  <a:lnTo>
                    <a:pt x="75959" y="14332"/>
                  </a:lnTo>
                  <a:lnTo>
                    <a:pt x="73092" y="14810"/>
                  </a:lnTo>
                  <a:lnTo>
                    <a:pt x="72615" y="15765"/>
                  </a:lnTo>
                  <a:lnTo>
                    <a:pt x="72615" y="17198"/>
                  </a:lnTo>
                  <a:lnTo>
                    <a:pt x="74526" y="19109"/>
                  </a:lnTo>
                  <a:lnTo>
                    <a:pt x="75481" y="21020"/>
                  </a:lnTo>
                  <a:lnTo>
                    <a:pt x="74526" y="22931"/>
                  </a:lnTo>
                  <a:lnTo>
                    <a:pt x="72137" y="24364"/>
                  </a:lnTo>
                  <a:lnTo>
                    <a:pt x="70226" y="24842"/>
                  </a:lnTo>
                  <a:lnTo>
                    <a:pt x="66882" y="24364"/>
                  </a:lnTo>
                  <a:lnTo>
                    <a:pt x="63060" y="24842"/>
                  </a:lnTo>
                  <a:lnTo>
                    <a:pt x="62582" y="25320"/>
                  </a:lnTo>
                  <a:lnTo>
                    <a:pt x="62582" y="26753"/>
                  </a:lnTo>
                  <a:lnTo>
                    <a:pt x="62105" y="27231"/>
                  </a:lnTo>
                  <a:lnTo>
                    <a:pt x="61149" y="28186"/>
                  </a:lnTo>
                  <a:lnTo>
                    <a:pt x="59716" y="30097"/>
                  </a:lnTo>
                  <a:lnTo>
                    <a:pt x="57328" y="31530"/>
                  </a:lnTo>
                  <a:lnTo>
                    <a:pt x="54939" y="32963"/>
                  </a:lnTo>
                  <a:lnTo>
                    <a:pt x="53983" y="32963"/>
                  </a:lnTo>
                  <a:lnTo>
                    <a:pt x="51594" y="33441"/>
                  </a:lnTo>
                  <a:lnTo>
                    <a:pt x="49206" y="33919"/>
                  </a:lnTo>
                  <a:lnTo>
                    <a:pt x="48251" y="34874"/>
                  </a:lnTo>
                  <a:lnTo>
                    <a:pt x="47295" y="35352"/>
                  </a:lnTo>
                  <a:lnTo>
                    <a:pt x="44906" y="36308"/>
                  </a:lnTo>
                  <a:lnTo>
                    <a:pt x="42517" y="37741"/>
                  </a:lnTo>
                  <a:lnTo>
                    <a:pt x="41562" y="37741"/>
                  </a:lnTo>
                  <a:lnTo>
                    <a:pt x="36785" y="38218"/>
                  </a:lnTo>
                  <a:lnTo>
                    <a:pt x="30097" y="38218"/>
                  </a:lnTo>
                  <a:lnTo>
                    <a:pt x="28186" y="38218"/>
                  </a:lnTo>
                  <a:lnTo>
                    <a:pt x="26275" y="38218"/>
                  </a:lnTo>
                  <a:lnTo>
                    <a:pt x="25319" y="37741"/>
                  </a:lnTo>
                  <a:lnTo>
                    <a:pt x="22931" y="34874"/>
                  </a:lnTo>
                  <a:lnTo>
                    <a:pt x="21020" y="34397"/>
                  </a:lnTo>
                  <a:lnTo>
                    <a:pt x="18631" y="34397"/>
                  </a:lnTo>
                  <a:lnTo>
                    <a:pt x="15765" y="34874"/>
                  </a:lnTo>
                  <a:lnTo>
                    <a:pt x="15287" y="34874"/>
                  </a:lnTo>
                  <a:lnTo>
                    <a:pt x="9555" y="31052"/>
                  </a:lnTo>
                  <a:lnTo>
                    <a:pt x="7644" y="30575"/>
                  </a:lnTo>
                  <a:lnTo>
                    <a:pt x="5733" y="29619"/>
                  </a:lnTo>
                  <a:lnTo>
                    <a:pt x="3344" y="29142"/>
                  </a:lnTo>
                  <a:lnTo>
                    <a:pt x="1433" y="28664"/>
                  </a:lnTo>
                  <a:lnTo>
                    <a:pt x="0" y="26753"/>
                  </a:lnTo>
                  <a:lnTo>
                    <a:pt x="478" y="24364"/>
                  </a:lnTo>
                  <a:lnTo>
                    <a:pt x="1910" y="23409"/>
                  </a:lnTo>
                  <a:lnTo>
                    <a:pt x="4777" y="23886"/>
                  </a:lnTo>
                  <a:lnTo>
                    <a:pt x="5733" y="23886"/>
                  </a:lnTo>
                  <a:lnTo>
                    <a:pt x="6688" y="23409"/>
                  </a:lnTo>
                  <a:lnTo>
                    <a:pt x="7644" y="23409"/>
                  </a:lnTo>
                  <a:lnTo>
                    <a:pt x="9076" y="23886"/>
                  </a:lnTo>
                  <a:lnTo>
                    <a:pt x="13376" y="23409"/>
                  </a:lnTo>
                  <a:lnTo>
                    <a:pt x="15765" y="24364"/>
                  </a:lnTo>
                  <a:lnTo>
                    <a:pt x="18153" y="24842"/>
                  </a:lnTo>
                  <a:lnTo>
                    <a:pt x="20542" y="25320"/>
                  </a:lnTo>
                  <a:lnTo>
                    <a:pt x="22931" y="24842"/>
                  </a:lnTo>
                  <a:lnTo>
                    <a:pt x="25797" y="23886"/>
                  </a:lnTo>
                  <a:lnTo>
                    <a:pt x="26753" y="24364"/>
                  </a:lnTo>
                  <a:lnTo>
                    <a:pt x="29619" y="24364"/>
                  </a:lnTo>
                  <a:lnTo>
                    <a:pt x="32485" y="22931"/>
                  </a:lnTo>
                  <a:lnTo>
                    <a:pt x="33441" y="17198"/>
                  </a:lnTo>
                  <a:lnTo>
                    <a:pt x="33919" y="15287"/>
                  </a:lnTo>
                  <a:lnTo>
                    <a:pt x="34874" y="14810"/>
                  </a:lnTo>
                  <a:lnTo>
                    <a:pt x="35352" y="14810"/>
                  </a:lnTo>
                  <a:lnTo>
                    <a:pt x="36307" y="15765"/>
                  </a:lnTo>
                  <a:lnTo>
                    <a:pt x="35352" y="17198"/>
                  </a:lnTo>
                  <a:lnTo>
                    <a:pt x="34874" y="18154"/>
                  </a:lnTo>
                  <a:lnTo>
                    <a:pt x="34396" y="20065"/>
                  </a:lnTo>
                  <a:lnTo>
                    <a:pt x="35352" y="22453"/>
                  </a:lnTo>
                  <a:lnTo>
                    <a:pt x="36785" y="24364"/>
                  </a:lnTo>
                  <a:lnTo>
                    <a:pt x="39174" y="24364"/>
                  </a:lnTo>
                  <a:lnTo>
                    <a:pt x="41085" y="23409"/>
                  </a:lnTo>
                  <a:lnTo>
                    <a:pt x="43473" y="22931"/>
                  </a:lnTo>
                  <a:lnTo>
                    <a:pt x="45384" y="23886"/>
                  </a:lnTo>
                  <a:lnTo>
                    <a:pt x="47773" y="23886"/>
                  </a:lnTo>
                  <a:lnTo>
                    <a:pt x="48728" y="23409"/>
                  </a:lnTo>
                  <a:lnTo>
                    <a:pt x="49683" y="22931"/>
                  </a:lnTo>
                  <a:lnTo>
                    <a:pt x="51117" y="22931"/>
                  </a:lnTo>
                  <a:lnTo>
                    <a:pt x="52072" y="22453"/>
                  </a:lnTo>
                  <a:lnTo>
                    <a:pt x="53505" y="20542"/>
                  </a:lnTo>
                  <a:lnTo>
                    <a:pt x="54461" y="18154"/>
                  </a:lnTo>
                  <a:lnTo>
                    <a:pt x="55894" y="16721"/>
                  </a:lnTo>
                  <a:lnTo>
                    <a:pt x="59238" y="13854"/>
                  </a:lnTo>
                  <a:lnTo>
                    <a:pt x="60671" y="13376"/>
                  </a:lnTo>
                  <a:lnTo>
                    <a:pt x="61627" y="13376"/>
                  </a:lnTo>
                  <a:lnTo>
                    <a:pt x="64493" y="13376"/>
                  </a:lnTo>
                  <a:lnTo>
                    <a:pt x="66404" y="12421"/>
                  </a:lnTo>
                  <a:lnTo>
                    <a:pt x="66404" y="10510"/>
                  </a:lnTo>
                  <a:lnTo>
                    <a:pt x="65926" y="8121"/>
                  </a:lnTo>
                  <a:lnTo>
                    <a:pt x="64015" y="2867"/>
                  </a:lnTo>
                  <a:lnTo>
                    <a:pt x="63538" y="1911"/>
                  </a:lnTo>
                  <a:lnTo>
                    <a:pt x="64015" y="956"/>
                  </a:lnTo>
                  <a:lnTo>
                    <a:pt x="64493" y="0"/>
                  </a:lnTo>
                  <a:lnTo>
                    <a:pt x="66882" y="0"/>
                  </a:lnTo>
                  <a:lnTo>
                    <a:pt x="69271" y="478"/>
                  </a:lnTo>
                  <a:lnTo>
                    <a:pt x="70226" y="1433"/>
                  </a:lnTo>
                  <a:lnTo>
                    <a:pt x="7118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1" name="Freeform 5180">
              <a:extLst>
                <a:ext uri="{FF2B5EF4-FFF2-40B4-BE49-F238E27FC236}">
                  <a16:creationId xmlns:a16="http://schemas.microsoft.com/office/drawing/2014/main" id="{09E87EC0-F2EC-DC58-9123-3C19C87318BB}"/>
                </a:ext>
              </a:extLst>
            </p:cNvPr>
            <p:cNvSpPr/>
            <p:nvPr/>
          </p:nvSpPr>
          <p:spPr>
            <a:xfrm>
              <a:off x="8929412" y="4807511"/>
              <a:ext cx="1433" cy="1433"/>
            </a:xfrm>
            <a:custGeom>
              <a:avLst/>
              <a:gdLst>
                <a:gd name="csX0" fmla="*/ 1433 w 1433"/>
                <a:gd name="csY0" fmla="*/ 956 h 1433"/>
                <a:gd name="csX1" fmla="*/ 1433 w 1433"/>
                <a:gd name="csY1" fmla="*/ 1433 h 1433"/>
                <a:gd name="csX2" fmla="*/ 0 w 1433"/>
                <a:gd name="csY2" fmla="*/ 956 h 1433"/>
                <a:gd name="csX3" fmla="*/ 956 w 1433"/>
                <a:gd name="csY3" fmla="*/ 0 h 1433"/>
                <a:gd name="csX4" fmla="*/ 1433 w 1433"/>
                <a:gd name="csY4" fmla="*/ 0 h 1433"/>
                <a:gd name="csX5" fmla="*/ 1433 w 1433"/>
                <a:gd name="csY5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1433">
                  <a:moveTo>
                    <a:pt x="1433" y="956"/>
                  </a:moveTo>
                  <a:lnTo>
                    <a:pt x="1433" y="1433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2" name="Freeform 5181">
              <a:extLst>
                <a:ext uri="{FF2B5EF4-FFF2-40B4-BE49-F238E27FC236}">
                  <a16:creationId xmlns:a16="http://schemas.microsoft.com/office/drawing/2014/main" id="{942BE4A0-B3F8-BF59-5579-866D3C79533E}"/>
                </a:ext>
              </a:extLst>
            </p:cNvPr>
            <p:cNvSpPr/>
            <p:nvPr/>
          </p:nvSpPr>
          <p:spPr>
            <a:xfrm>
              <a:off x="8908870" y="4789357"/>
              <a:ext cx="2388" cy="3343"/>
            </a:xfrm>
            <a:custGeom>
              <a:avLst/>
              <a:gdLst>
                <a:gd name="csX0" fmla="*/ 2389 w 2388"/>
                <a:gd name="csY0" fmla="*/ 1911 h 3343"/>
                <a:gd name="csX1" fmla="*/ 1910 w 2388"/>
                <a:gd name="csY1" fmla="*/ 3344 h 3343"/>
                <a:gd name="csX2" fmla="*/ 955 w 2388"/>
                <a:gd name="csY2" fmla="*/ 2389 h 3343"/>
                <a:gd name="csX3" fmla="*/ 0 w 2388"/>
                <a:gd name="csY3" fmla="*/ 955 h 3343"/>
                <a:gd name="csX4" fmla="*/ 478 w 2388"/>
                <a:gd name="csY4" fmla="*/ 478 h 3343"/>
                <a:gd name="csX5" fmla="*/ 1910 w 2388"/>
                <a:gd name="csY5" fmla="*/ 0 h 3343"/>
                <a:gd name="csX6" fmla="*/ 2389 w 2388"/>
                <a:gd name="csY6" fmla="*/ 1911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3343">
                  <a:moveTo>
                    <a:pt x="2389" y="1911"/>
                  </a:moveTo>
                  <a:lnTo>
                    <a:pt x="1910" y="3344"/>
                  </a:lnTo>
                  <a:lnTo>
                    <a:pt x="955" y="2389"/>
                  </a:lnTo>
                  <a:lnTo>
                    <a:pt x="0" y="955"/>
                  </a:lnTo>
                  <a:lnTo>
                    <a:pt x="478" y="478"/>
                  </a:lnTo>
                  <a:lnTo>
                    <a:pt x="1910" y="0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3" name="Freeform 5182">
              <a:extLst>
                <a:ext uri="{FF2B5EF4-FFF2-40B4-BE49-F238E27FC236}">
                  <a16:creationId xmlns:a16="http://schemas.microsoft.com/office/drawing/2014/main" id="{612778EA-C129-2F8D-1BCA-AB5090665858}"/>
                </a:ext>
              </a:extLst>
            </p:cNvPr>
            <p:cNvSpPr/>
            <p:nvPr/>
          </p:nvSpPr>
          <p:spPr>
            <a:xfrm>
              <a:off x="8897404" y="4786013"/>
              <a:ext cx="2866" cy="2866"/>
            </a:xfrm>
            <a:custGeom>
              <a:avLst/>
              <a:gdLst>
                <a:gd name="csX0" fmla="*/ 2866 w 2866"/>
                <a:gd name="csY0" fmla="*/ 1911 h 2866"/>
                <a:gd name="csX1" fmla="*/ 2389 w 2866"/>
                <a:gd name="csY1" fmla="*/ 2866 h 2866"/>
                <a:gd name="csX2" fmla="*/ 1911 w 2866"/>
                <a:gd name="csY2" fmla="*/ 2866 h 2866"/>
                <a:gd name="csX3" fmla="*/ 0 w 2866"/>
                <a:gd name="csY3" fmla="*/ 956 h 2866"/>
                <a:gd name="csX4" fmla="*/ 0 w 2866"/>
                <a:gd name="csY4" fmla="*/ 478 h 2866"/>
                <a:gd name="csX5" fmla="*/ 0 w 2866"/>
                <a:gd name="csY5" fmla="*/ 0 h 2866"/>
                <a:gd name="csX6" fmla="*/ 1911 w 2866"/>
                <a:gd name="csY6" fmla="*/ 1433 h 2866"/>
                <a:gd name="csX7" fmla="*/ 2866 w 2866"/>
                <a:gd name="csY7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866">
                  <a:moveTo>
                    <a:pt x="2866" y="1911"/>
                  </a:moveTo>
                  <a:lnTo>
                    <a:pt x="2389" y="2866"/>
                  </a:lnTo>
                  <a:lnTo>
                    <a:pt x="1911" y="286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1433"/>
                  </a:lnTo>
                  <a:lnTo>
                    <a:pt x="28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4" name="Freeform 5183">
              <a:extLst>
                <a:ext uri="{FF2B5EF4-FFF2-40B4-BE49-F238E27FC236}">
                  <a16:creationId xmlns:a16="http://schemas.microsoft.com/office/drawing/2014/main" id="{B10C4245-4334-33DE-60F9-68055E7ABE2F}"/>
                </a:ext>
              </a:extLst>
            </p:cNvPr>
            <p:cNvSpPr/>
            <p:nvPr/>
          </p:nvSpPr>
          <p:spPr>
            <a:xfrm>
              <a:off x="8896449" y="4783624"/>
              <a:ext cx="1911" cy="1910"/>
            </a:xfrm>
            <a:custGeom>
              <a:avLst/>
              <a:gdLst>
                <a:gd name="csX0" fmla="*/ 956 w 1911"/>
                <a:gd name="csY0" fmla="*/ 1911 h 1910"/>
                <a:gd name="csX1" fmla="*/ 478 w 1911"/>
                <a:gd name="csY1" fmla="*/ 1911 h 1910"/>
                <a:gd name="csX2" fmla="*/ 0 w 1911"/>
                <a:gd name="csY2" fmla="*/ 478 h 1910"/>
                <a:gd name="csX3" fmla="*/ 478 w 1911"/>
                <a:gd name="csY3" fmla="*/ 0 h 1910"/>
                <a:gd name="csX4" fmla="*/ 1911 w 1911"/>
                <a:gd name="csY4" fmla="*/ 478 h 1910"/>
                <a:gd name="csX5" fmla="*/ 1911 w 1911"/>
                <a:gd name="csY5" fmla="*/ 1911 h 1910"/>
                <a:gd name="csX6" fmla="*/ 956 w 1911"/>
                <a:gd name="csY6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0">
                  <a:moveTo>
                    <a:pt x="956" y="1911"/>
                  </a:move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1911" y="1911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5" name="Freeform 5184">
              <a:extLst>
                <a:ext uri="{FF2B5EF4-FFF2-40B4-BE49-F238E27FC236}">
                  <a16:creationId xmlns:a16="http://schemas.microsoft.com/office/drawing/2014/main" id="{454FAD73-CC6B-7B73-387A-188B28ED85B6}"/>
                </a:ext>
              </a:extLst>
            </p:cNvPr>
            <p:cNvSpPr/>
            <p:nvPr/>
          </p:nvSpPr>
          <p:spPr>
            <a:xfrm>
              <a:off x="8677171" y="4781713"/>
              <a:ext cx="198257" cy="146662"/>
            </a:xfrm>
            <a:custGeom>
              <a:avLst/>
              <a:gdLst>
                <a:gd name="csX0" fmla="*/ 2389 w 198257"/>
                <a:gd name="csY0" fmla="*/ 0 h 146662"/>
                <a:gd name="csX1" fmla="*/ 2389 w 198257"/>
                <a:gd name="csY1" fmla="*/ 0 h 146662"/>
                <a:gd name="csX2" fmla="*/ 2866 w 198257"/>
                <a:gd name="csY2" fmla="*/ 0 h 146662"/>
                <a:gd name="csX3" fmla="*/ 4777 w 198257"/>
                <a:gd name="csY3" fmla="*/ 0 h 146662"/>
                <a:gd name="csX4" fmla="*/ 6688 w 198257"/>
                <a:gd name="csY4" fmla="*/ 478 h 146662"/>
                <a:gd name="csX5" fmla="*/ 16242 w 198257"/>
                <a:gd name="csY5" fmla="*/ 4300 h 146662"/>
                <a:gd name="csX6" fmla="*/ 19109 w 198257"/>
                <a:gd name="csY6" fmla="*/ 5733 h 146662"/>
                <a:gd name="csX7" fmla="*/ 20542 w 198257"/>
                <a:gd name="csY7" fmla="*/ 6210 h 146662"/>
                <a:gd name="csX8" fmla="*/ 21498 w 198257"/>
                <a:gd name="csY8" fmla="*/ 6210 h 146662"/>
                <a:gd name="csX9" fmla="*/ 22453 w 198257"/>
                <a:gd name="csY9" fmla="*/ 6210 h 146662"/>
                <a:gd name="csX10" fmla="*/ 26753 w 198257"/>
                <a:gd name="csY10" fmla="*/ 8599 h 146662"/>
                <a:gd name="csX11" fmla="*/ 33441 w 198257"/>
                <a:gd name="csY11" fmla="*/ 10510 h 146662"/>
                <a:gd name="csX12" fmla="*/ 40607 w 198257"/>
                <a:gd name="csY12" fmla="*/ 12899 h 146662"/>
                <a:gd name="csX13" fmla="*/ 42517 w 198257"/>
                <a:gd name="csY13" fmla="*/ 13376 h 146662"/>
                <a:gd name="csX14" fmla="*/ 44906 w 198257"/>
                <a:gd name="csY14" fmla="*/ 13376 h 146662"/>
                <a:gd name="csX15" fmla="*/ 50162 w 198257"/>
                <a:gd name="csY15" fmla="*/ 14332 h 146662"/>
                <a:gd name="csX16" fmla="*/ 52550 w 198257"/>
                <a:gd name="csY16" fmla="*/ 14810 h 146662"/>
                <a:gd name="csX17" fmla="*/ 56372 w 198257"/>
                <a:gd name="csY17" fmla="*/ 17198 h 146662"/>
                <a:gd name="csX18" fmla="*/ 58283 w 198257"/>
                <a:gd name="csY18" fmla="*/ 18154 h 146662"/>
                <a:gd name="csX19" fmla="*/ 60194 w 198257"/>
                <a:gd name="csY19" fmla="*/ 19587 h 146662"/>
                <a:gd name="csX20" fmla="*/ 62582 w 198257"/>
                <a:gd name="csY20" fmla="*/ 21020 h 146662"/>
                <a:gd name="csX21" fmla="*/ 63538 w 198257"/>
                <a:gd name="csY21" fmla="*/ 21498 h 146662"/>
                <a:gd name="csX22" fmla="*/ 64493 w 198257"/>
                <a:gd name="csY22" fmla="*/ 21976 h 146662"/>
                <a:gd name="csX23" fmla="*/ 67360 w 198257"/>
                <a:gd name="csY23" fmla="*/ 21976 h 146662"/>
                <a:gd name="csX24" fmla="*/ 69748 w 198257"/>
                <a:gd name="csY24" fmla="*/ 21498 h 146662"/>
                <a:gd name="csX25" fmla="*/ 70704 w 198257"/>
                <a:gd name="csY25" fmla="*/ 21976 h 146662"/>
                <a:gd name="csX26" fmla="*/ 71659 w 198257"/>
                <a:gd name="csY26" fmla="*/ 21976 h 146662"/>
                <a:gd name="csX27" fmla="*/ 72615 w 198257"/>
                <a:gd name="csY27" fmla="*/ 22453 h 146662"/>
                <a:gd name="csX28" fmla="*/ 73092 w 198257"/>
                <a:gd name="csY28" fmla="*/ 23409 h 146662"/>
                <a:gd name="csX29" fmla="*/ 74526 w 198257"/>
                <a:gd name="csY29" fmla="*/ 24842 h 146662"/>
                <a:gd name="csX30" fmla="*/ 76914 w 198257"/>
                <a:gd name="csY30" fmla="*/ 25798 h 146662"/>
                <a:gd name="csX31" fmla="*/ 78825 w 198257"/>
                <a:gd name="csY31" fmla="*/ 27231 h 146662"/>
                <a:gd name="csX32" fmla="*/ 80736 w 198257"/>
                <a:gd name="csY32" fmla="*/ 28664 h 146662"/>
                <a:gd name="csX33" fmla="*/ 82169 w 198257"/>
                <a:gd name="csY33" fmla="*/ 30097 h 146662"/>
                <a:gd name="csX34" fmla="*/ 84080 w 198257"/>
                <a:gd name="csY34" fmla="*/ 31530 h 146662"/>
                <a:gd name="csX35" fmla="*/ 85991 w 198257"/>
                <a:gd name="csY35" fmla="*/ 32008 h 146662"/>
                <a:gd name="csX36" fmla="*/ 88858 w 198257"/>
                <a:gd name="csY36" fmla="*/ 32008 h 146662"/>
                <a:gd name="csX37" fmla="*/ 97456 w 198257"/>
                <a:gd name="csY37" fmla="*/ 40129 h 146662"/>
                <a:gd name="csX38" fmla="*/ 97935 w 198257"/>
                <a:gd name="csY38" fmla="*/ 41563 h 146662"/>
                <a:gd name="csX39" fmla="*/ 97935 w 198257"/>
                <a:gd name="csY39" fmla="*/ 46340 h 146662"/>
                <a:gd name="csX40" fmla="*/ 96979 w 198257"/>
                <a:gd name="csY40" fmla="*/ 50639 h 146662"/>
                <a:gd name="csX41" fmla="*/ 98890 w 198257"/>
                <a:gd name="csY41" fmla="*/ 52073 h 146662"/>
                <a:gd name="csX42" fmla="*/ 101756 w 198257"/>
                <a:gd name="csY42" fmla="*/ 52550 h 146662"/>
                <a:gd name="csX43" fmla="*/ 106056 w 198257"/>
                <a:gd name="csY43" fmla="*/ 53028 h 146662"/>
                <a:gd name="csX44" fmla="*/ 109878 w 198257"/>
                <a:gd name="csY44" fmla="*/ 54461 h 146662"/>
                <a:gd name="csX45" fmla="*/ 122299 w 198257"/>
                <a:gd name="csY45" fmla="*/ 60194 h 146662"/>
                <a:gd name="csX46" fmla="*/ 124210 w 198257"/>
                <a:gd name="csY46" fmla="*/ 60672 h 146662"/>
                <a:gd name="csX47" fmla="*/ 126598 w 198257"/>
                <a:gd name="csY47" fmla="*/ 60672 h 146662"/>
                <a:gd name="csX48" fmla="*/ 129465 w 198257"/>
                <a:gd name="csY48" fmla="*/ 60672 h 146662"/>
                <a:gd name="csX49" fmla="*/ 129942 w 198257"/>
                <a:gd name="csY49" fmla="*/ 60672 h 146662"/>
                <a:gd name="csX50" fmla="*/ 131853 w 198257"/>
                <a:gd name="csY50" fmla="*/ 61627 h 146662"/>
                <a:gd name="csX51" fmla="*/ 132808 w 198257"/>
                <a:gd name="csY51" fmla="*/ 62583 h 146662"/>
                <a:gd name="csX52" fmla="*/ 134719 w 198257"/>
                <a:gd name="csY52" fmla="*/ 64493 h 146662"/>
                <a:gd name="csX53" fmla="*/ 136153 w 198257"/>
                <a:gd name="csY53" fmla="*/ 66405 h 146662"/>
                <a:gd name="csX54" fmla="*/ 137108 w 198257"/>
                <a:gd name="csY54" fmla="*/ 66882 h 146662"/>
                <a:gd name="csX55" fmla="*/ 137586 w 198257"/>
                <a:gd name="csY55" fmla="*/ 67360 h 146662"/>
                <a:gd name="csX56" fmla="*/ 138063 w 198257"/>
                <a:gd name="csY56" fmla="*/ 68315 h 146662"/>
                <a:gd name="csX57" fmla="*/ 138542 w 198257"/>
                <a:gd name="csY57" fmla="*/ 71659 h 146662"/>
                <a:gd name="csX58" fmla="*/ 138542 w 198257"/>
                <a:gd name="csY58" fmla="*/ 73570 h 146662"/>
                <a:gd name="csX59" fmla="*/ 138063 w 198257"/>
                <a:gd name="csY59" fmla="*/ 74048 h 146662"/>
                <a:gd name="csX60" fmla="*/ 135675 w 198257"/>
                <a:gd name="csY60" fmla="*/ 74526 h 146662"/>
                <a:gd name="csX61" fmla="*/ 128987 w 198257"/>
                <a:gd name="csY61" fmla="*/ 75004 h 146662"/>
                <a:gd name="csX62" fmla="*/ 124210 w 198257"/>
                <a:gd name="csY62" fmla="*/ 74526 h 146662"/>
                <a:gd name="csX63" fmla="*/ 120865 w 198257"/>
                <a:gd name="csY63" fmla="*/ 76437 h 146662"/>
                <a:gd name="csX64" fmla="*/ 120865 w 198257"/>
                <a:gd name="csY64" fmla="*/ 77392 h 146662"/>
                <a:gd name="csX65" fmla="*/ 120865 w 198257"/>
                <a:gd name="csY65" fmla="*/ 78348 h 146662"/>
                <a:gd name="csX66" fmla="*/ 123731 w 198257"/>
                <a:gd name="csY66" fmla="*/ 82647 h 146662"/>
                <a:gd name="csX67" fmla="*/ 125642 w 198257"/>
                <a:gd name="csY67" fmla="*/ 86469 h 146662"/>
                <a:gd name="csX68" fmla="*/ 127076 w 198257"/>
                <a:gd name="csY68" fmla="*/ 87902 h 146662"/>
                <a:gd name="csX69" fmla="*/ 128987 w 198257"/>
                <a:gd name="csY69" fmla="*/ 89335 h 146662"/>
                <a:gd name="csX70" fmla="*/ 130897 w 198257"/>
                <a:gd name="csY70" fmla="*/ 90769 h 146662"/>
                <a:gd name="csX71" fmla="*/ 132331 w 198257"/>
                <a:gd name="csY71" fmla="*/ 92680 h 146662"/>
                <a:gd name="csX72" fmla="*/ 136153 w 198257"/>
                <a:gd name="csY72" fmla="*/ 95546 h 146662"/>
                <a:gd name="csX73" fmla="*/ 138063 w 198257"/>
                <a:gd name="csY73" fmla="*/ 96501 h 146662"/>
                <a:gd name="csX74" fmla="*/ 140452 w 198257"/>
                <a:gd name="csY74" fmla="*/ 97457 h 146662"/>
                <a:gd name="csX75" fmla="*/ 144274 w 198257"/>
                <a:gd name="csY75" fmla="*/ 99846 h 146662"/>
                <a:gd name="csX76" fmla="*/ 144752 w 198257"/>
                <a:gd name="csY76" fmla="*/ 100801 h 146662"/>
                <a:gd name="csX77" fmla="*/ 145707 w 198257"/>
                <a:gd name="csY77" fmla="*/ 104145 h 146662"/>
                <a:gd name="csX78" fmla="*/ 146185 w 198257"/>
                <a:gd name="csY78" fmla="*/ 106056 h 146662"/>
                <a:gd name="csX79" fmla="*/ 146185 w 198257"/>
                <a:gd name="csY79" fmla="*/ 107012 h 146662"/>
                <a:gd name="csX80" fmla="*/ 146663 w 198257"/>
                <a:gd name="csY80" fmla="*/ 107967 h 146662"/>
                <a:gd name="csX81" fmla="*/ 150007 w 198257"/>
                <a:gd name="csY81" fmla="*/ 109878 h 146662"/>
                <a:gd name="csX82" fmla="*/ 150485 w 198257"/>
                <a:gd name="csY82" fmla="*/ 110356 h 146662"/>
                <a:gd name="csX83" fmla="*/ 151918 w 198257"/>
                <a:gd name="csY83" fmla="*/ 115133 h 146662"/>
                <a:gd name="csX84" fmla="*/ 153351 w 198257"/>
                <a:gd name="csY84" fmla="*/ 117044 h 146662"/>
                <a:gd name="csX85" fmla="*/ 155262 w 198257"/>
                <a:gd name="csY85" fmla="*/ 117999 h 146662"/>
                <a:gd name="csX86" fmla="*/ 157173 w 198257"/>
                <a:gd name="csY86" fmla="*/ 117999 h 146662"/>
                <a:gd name="csX87" fmla="*/ 163383 w 198257"/>
                <a:gd name="csY87" fmla="*/ 116566 h 146662"/>
                <a:gd name="csX88" fmla="*/ 164338 w 198257"/>
                <a:gd name="csY88" fmla="*/ 116566 h 146662"/>
                <a:gd name="csX89" fmla="*/ 165294 w 198257"/>
                <a:gd name="csY89" fmla="*/ 116566 h 146662"/>
                <a:gd name="csX90" fmla="*/ 166249 w 198257"/>
                <a:gd name="csY90" fmla="*/ 117522 h 146662"/>
                <a:gd name="csX91" fmla="*/ 166727 w 198257"/>
                <a:gd name="csY91" fmla="*/ 119432 h 146662"/>
                <a:gd name="csX92" fmla="*/ 165772 w 198257"/>
                <a:gd name="csY92" fmla="*/ 121821 h 146662"/>
                <a:gd name="csX93" fmla="*/ 165294 w 198257"/>
                <a:gd name="csY93" fmla="*/ 123732 h 146662"/>
                <a:gd name="csX94" fmla="*/ 166727 w 198257"/>
                <a:gd name="csY94" fmla="*/ 125165 h 146662"/>
                <a:gd name="csX95" fmla="*/ 169594 w 198257"/>
                <a:gd name="csY95" fmla="*/ 126598 h 146662"/>
                <a:gd name="csX96" fmla="*/ 171027 w 198257"/>
                <a:gd name="csY96" fmla="*/ 127076 h 146662"/>
                <a:gd name="csX97" fmla="*/ 176282 w 198257"/>
                <a:gd name="csY97" fmla="*/ 127554 h 146662"/>
                <a:gd name="csX98" fmla="*/ 178670 w 198257"/>
                <a:gd name="csY98" fmla="*/ 127554 h 146662"/>
                <a:gd name="csX99" fmla="*/ 180581 w 198257"/>
                <a:gd name="csY99" fmla="*/ 128031 h 146662"/>
                <a:gd name="csX100" fmla="*/ 181537 w 198257"/>
                <a:gd name="csY100" fmla="*/ 128509 h 146662"/>
                <a:gd name="csX101" fmla="*/ 181059 w 198257"/>
                <a:gd name="csY101" fmla="*/ 129465 h 146662"/>
                <a:gd name="csX102" fmla="*/ 179626 w 198257"/>
                <a:gd name="csY102" fmla="*/ 129942 h 146662"/>
                <a:gd name="csX103" fmla="*/ 178670 w 198257"/>
                <a:gd name="csY103" fmla="*/ 130420 h 146662"/>
                <a:gd name="csX104" fmla="*/ 176760 w 198257"/>
                <a:gd name="csY104" fmla="*/ 130898 h 146662"/>
                <a:gd name="csX105" fmla="*/ 176760 w 198257"/>
                <a:gd name="csY105" fmla="*/ 131854 h 146662"/>
                <a:gd name="csX106" fmla="*/ 177715 w 198257"/>
                <a:gd name="csY106" fmla="*/ 133287 h 146662"/>
                <a:gd name="csX107" fmla="*/ 178670 w 198257"/>
                <a:gd name="csY107" fmla="*/ 134720 h 146662"/>
                <a:gd name="csX108" fmla="*/ 179626 w 198257"/>
                <a:gd name="csY108" fmla="*/ 135197 h 146662"/>
                <a:gd name="csX109" fmla="*/ 180581 w 198257"/>
                <a:gd name="csY109" fmla="*/ 135675 h 146662"/>
                <a:gd name="csX110" fmla="*/ 182970 w 198257"/>
                <a:gd name="csY110" fmla="*/ 136153 h 146662"/>
                <a:gd name="csX111" fmla="*/ 185359 w 198257"/>
                <a:gd name="csY111" fmla="*/ 136631 h 146662"/>
                <a:gd name="csX112" fmla="*/ 186792 w 198257"/>
                <a:gd name="csY112" fmla="*/ 137586 h 146662"/>
                <a:gd name="csX113" fmla="*/ 188225 w 198257"/>
                <a:gd name="csY113" fmla="*/ 138064 h 146662"/>
                <a:gd name="csX114" fmla="*/ 192047 w 198257"/>
                <a:gd name="csY114" fmla="*/ 138064 h 146662"/>
                <a:gd name="csX115" fmla="*/ 194436 w 198257"/>
                <a:gd name="csY115" fmla="*/ 139019 h 146662"/>
                <a:gd name="csX116" fmla="*/ 198258 w 198257"/>
                <a:gd name="csY116" fmla="*/ 139019 h 146662"/>
                <a:gd name="csX117" fmla="*/ 194913 w 198257"/>
                <a:gd name="csY117" fmla="*/ 140453 h 146662"/>
                <a:gd name="csX118" fmla="*/ 193958 w 198257"/>
                <a:gd name="csY118" fmla="*/ 140453 h 146662"/>
                <a:gd name="csX119" fmla="*/ 190136 w 198257"/>
                <a:gd name="csY119" fmla="*/ 139975 h 146662"/>
                <a:gd name="csX120" fmla="*/ 189181 w 198257"/>
                <a:gd name="csY120" fmla="*/ 140930 h 146662"/>
                <a:gd name="csX121" fmla="*/ 191092 w 198257"/>
                <a:gd name="csY121" fmla="*/ 142363 h 146662"/>
                <a:gd name="csX122" fmla="*/ 193002 w 198257"/>
                <a:gd name="csY122" fmla="*/ 143319 h 146662"/>
                <a:gd name="csX123" fmla="*/ 193958 w 198257"/>
                <a:gd name="csY123" fmla="*/ 143797 h 146662"/>
                <a:gd name="csX124" fmla="*/ 193480 w 198257"/>
                <a:gd name="csY124" fmla="*/ 144752 h 146662"/>
                <a:gd name="csX125" fmla="*/ 190614 w 198257"/>
                <a:gd name="csY125" fmla="*/ 146185 h 146662"/>
                <a:gd name="csX126" fmla="*/ 189658 w 198257"/>
                <a:gd name="csY126" fmla="*/ 146185 h 146662"/>
                <a:gd name="csX127" fmla="*/ 187747 w 198257"/>
                <a:gd name="csY127" fmla="*/ 146663 h 146662"/>
                <a:gd name="csX128" fmla="*/ 183926 w 198257"/>
                <a:gd name="csY128" fmla="*/ 145707 h 146662"/>
                <a:gd name="csX129" fmla="*/ 181537 w 198257"/>
                <a:gd name="csY129" fmla="*/ 145230 h 146662"/>
                <a:gd name="csX130" fmla="*/ 181059 w 198257"/>
                <a:gd name="csY130" fmla="*/ 143797 h 146662"/>
                <a:gd name="csX131" fmla="*/ 180104 w 198257"/>
                <a:gd name="csY131" fmla="*/ 143319 h 146662"/>
                <a:gd name="csX132" fmla="*/ 178193 w 198257"/>
                <a:gd name="csY132" fmla="*/ 141886 h 146662"/>
                <a:gd name="csX133" fmla="*/ 176282 w 198257"/>
                <a:gd name="csY133" fmla="*/ 140930 h 146662"/>
                <a:gd name="csX134" fmla="*/ 174371 w 198257"/>
                <a:gd name="csY134" fmla="*/ 140453 h 146662"/>
                <a:gd name="csX135" fmla="*/ 171983 w 198257"/>
                <a:gd name="csY135" fmla="*/ 140453 h 146662"/>
                <a:gd name="csX136" fmla="*/ 168161 w 198257"/>
                <a:gd name="csY136" fmla="*/ 139975 h 146662"/>
                <a:gd name="csX137" fmla="*/ 160039 w 198257"/>
                <a:gd name="csY137" fmla="*/ 139019 h 146662"/>
                <a:gd name="csX138" fmla="*/ 158128 w 198257"/>
                <a:gd name="csY138" fmla="*/ 138542 h 146662"/>
                <a:gd name="csX139" fmla="*/ 155740 w 198257"/>
                <a:gd name="csY139" fmla="*/ 137586 h 146662"/>
                <a:gd name="csX140" fmla="*/ 154306 w 198257"/>
                <a:gd name="csY140" fmla="*/ 137108 h 146662"/>
                <a:gd name="csX141" fmla="*/ 153351 w 198257"/>
                <a:gd name="csY141" fmla="*/ 137586 h 146662"/>
                <a:gd name="csX142" fmla="*/ 150007 w 198257"/>
                <a:gd name="csY142" fmla="*/ 138064 h 146662"/>
                <a:gd name="csX143" fmla="*/ 149051 w 198257"/>
                <a:gd name="csY143" fmla="*/ 138064 h 146662"/>
                <a:gd name="csX144" fmla="*/ 146663 w 198257"/>
                <a:gd name="csY144" fmla="*/ 136631 h 146662"/>
                <a:gd name="csX145" fmla="*/ 144752 w 198257"/>
                <a:gd name="csY145" fmla="*/ 136631 h 146662"/>
                <a:gd name="csX146" fmla="*/ 143796 w 198257"/>
                <a:gd name="csY146" fmla="*/ 136631 h 146662"/>
                <a:gd name="csX147" fmla="*/ 142841 w 198257"/>
                <a:gd name="csY147" fmla="*/ 136631 h 146662"/>
                <a:gd name="csX148" fmla="*/ 139497 w 198257"/>
                <a:gd name="csY148" fmla="*/ 136153 h 146662"/>
                <a:gd name="csX149" fmla="*/ 137108 w 198257"/>
                <a:gd name="csY149" fmla="*/ 135675 h 146662"/>
                <a:gd name="csX150" fmla="*/ 135197 w 198257"/>
                <a:gd name="csY150" fmla="*/ 134720 h 146662"/>
                <a:gd name="csX151" fmla="*/ 133764 w 198257"/>
                <a:gd name="csY151" fmla="*/ 133764 h 146662"/>
                <a:gd name="csX152" fmla="*/ 132808 w 198257"/>
                <a:gd name="csY152" fmla="*/ 132809 h 146662"/>
                <a:gd name="csX153" fmla="*/ 131376 w 198257"/>
                <a:gd name="csY153" fmla="*/ 130420 h 146662"/>
                <a:gd name="csX154" fmla="*/ 129942 w 198257"/>
                <a:gd name="csY154" fmla="*/ 128509 h 146662"/>
                <a:gd name="csX155" fmla="*/ 127554 w 198257"/>
                <a:gd name="csY155" fmla="*/ 126598 h 146662"/>
                <a:gd name="csX156" fmla="*/ 123254 w 198257"/>
                <a:gd name="csY156" fmla="*/ 123732 h 146662"/>
                <a:gd name="csX157" fmla="*/ 122299 w 198257"/>
                <a:gd name="csY157" fmla="*/ 123254 h 146662"/>
                <a:gd name="csX158" fmla="*/ 120388 w 198257"/>
                <a:gd name="csY158" fmla="*/ 120865 h 146662"/>
                <a:gd name="csX159" fmla="*/ 120388 w 198257"/>
                <a:gd name="csY159" fmla="*/ 118955 h 146662"/>
                <a:gd name="csX160" fmla="*/ 120865 w 198257"/>
                <a:gd name="csY160" fmla="*/ 117044 h 146662"/>
                <a:gd name="csX161" fmla="*/ 119910 w 198257"/>
                <a:gd name="csY161" fmla="*/ 117999 h 146662"/>
                <a:gd name="csX162" fmla="*/ 118954 w 198257"/>
                <a:gd name="csY162" fmla="*/ 117522 h 146662"/>
                <a:gd name="csX163" fmla="*/ 115610 w 198257"/>
                <a:gd name="csY163" fmla="*/ 116566 h 146662"/>
                <a:gd name="csX164" fmla="*/ 114655 w 198257"/>
                <a:gd name="csY164" fmla="*/ 115133 h 146662"/>
                <a:gd name="csX165" fmla="*/ 112266 w 198257"/>
                <a:gd name="csY165" fmla="*/ 111789 h 146662"/>
                <a:gd name="csX166" fmla="*/ 110833 w 198257"/>
                <a:gd name="csY166" fmla="*/ 109400 h 146662"/>
                <a:gd name="csX167" fmla="*/ 107967 w 198257"/>
                <a:gd name="csY167" fmla="*/ 106056 h 146662"/>
                <a:gd name="csX168" fmla="*/ 107011 w 198257"/>
                <a:gd name="csY168" fmla="*/ 104145 h 146662"/>
                <a:gd name="csX169" fmla="*/ 105578 w 198257"/>
                <a:gd name="csY169" fmla="*/ 102234 h 146662"/>
                <a:gd name="csX170" fmla="*/ 104622 w 198257"/>
                <a:gd name="csY170" fmla="*/ 101756 h 146662"/>
                <a:gd name="csX171" fmla="*/ 104145 w 198257"/>
                <a:gd name="csY171" fmla="*/ 100801 h 146662"/>
                <a:gd name="csX172" fmla="*/ 103667 w 198257"/>
                <a:gd name="csY172" fmla="*/ 99846 h 146662"/>
                <a:gd name="csX173" fmla="*/ 102712 w 198257"/>
                <a:gd name="csY173" fmla="*/ 99368 h 146662"/>
                <a:gd name="csX174" fmla="*/ 97935 w 198257"/>
                <a:gd name="csY174" fmla="*/ 97935 h 146662"/>
                <a:gd name="csX175" fmla="*/ 97456 w 198257"/>
                <a:gd name="csY175" fmla="*/ 97457 h 146662"/>
                <a:gd name="csX176" fmla="*/ 96501 w 198257"/>
                <a:gd name="csY176" fmla="*/ 96979 h 146662"/>
                <a:gd name="csX177" fmla="*/ 93157 w 198257"/>
                <a:gd name="csY177" fmla="*/ 96979 h 146662"/>
                <a:gd name="csX178" fmla="*/ 91246 w 198257"/>
                <a:gd name="csY178" fmla="*/ 96501 h 146662"/>
                <a:gd name="csX179" fmla="*/ 87902 w 198257"/>
                <a:gd name="csY179" fmla="*/ 95546 h 146662"/>
                <a:gd name="csX180" fmla="*/ 85991 w 198257"/>
                <a:gd name="csY180" fmla="*/ 95068 h 146662"/>
                <a:gd name="csX181" fmla="*/ 83603 w 198257"/>
                <a:gd name="csY181" fmla="*/ 94590 h 146662"/>
                <a:gd name="csX182" fmla="*/ 81692 w 198257"/>
                <a:gd name="csY182" fmla="*/ 94113 h 146662"/>
                <a:gd name="csX183" fmla="*/ 80736 w 198257"/>
                <a:gd name="csY183" fmla="*/ 93635 h 146662"/>
                <a:gd name="csX184" fmla="*/ 79781 w 198257"/>
                <a:gd name="csY184" fmla="*/ 93157 h 146662"/>
                <a:gd name="csX185" fmla="*/ 79303 w 198257"/>
                <a:gd name="csY185" fmla="*/ 91247 h 146662"/>
                <a:gd name="csX186" fmla="*/ 77392 w 198257"/>
                <a:gd name="csY186" fmla="*/ 91247 h 146662"/>
                <a:gd name="csX187" fmla="*/ 75959 w 198257"/>
                <a:gd name="csY187" fmla="*/ 90769 h 146662"/>
                <a:gd name="csX188" fmla="*/ 74048 w 198257"/>
                <a:gd name="csY188" fmla="*/ 90291 h 146662"/>
                <a:gd name="csX189" fmla="*/ 72137 w 198257"/>
                <a:gd name="csY189" fmla="*/ 89813 h 146662"/>
                <a:gd name="csX190" fmla="*/ 71181 w 198257"/>
                <a:gd name="csY190" fmla="*/ 90769 h 146662"/>
                <a:gd name="csX191" fmla="*/ 70704 w 198257"/>
                <a:gd name="csY191" fmla="*/ 92202 h 146662"/>
                <a:gd name="csX192" fmla="*/ 70226 w 198257"/>
                <a:gd name="csY192" fmla="*/ 92202 h 146662"/>
                <a:gd name="csX193" fmla="*/ 69271 w 198257"/>
                <a:gd name="csY193" fmla="*/ 91724 h 146662"/>
                <a:gd name="csX194" fmla="*/ 68793 w 198257"/>
                <a:gd name="csY194" fmla="*/ 91724 h 146662"/>
                <a:gd name="csX195" fmla="*/ 67360 w 198257"/>
                <a:gd name="csY195" fmla="*/ 92680 h 146662"/>
                <a:gd name="csX196" fmla="*/ 66882 w 198257"/>
                <a:gd name="csY196" fmla="*/ 93635 h 146662"/>
                <a:gd name="csX197" fmla="*/ 64971 w 198257"/>
                <a:gd name="csY197" fmla="*/ 93635 h 146662"/>
                <a:gd name="csX198" fmla="*/ 61627 w 198257"/>
                <a:gd name="csY198" fmla="*/ 92680 h 146662"/>
                <a:gd name="csX199" fmla="*/ 60194 w 198257"/>
                <a:gd name="csY199" fmla="*/ 91724 h 146662"/>
                <a:gd name="csX200" fmla="*/ 58760 w 198257"/>
                <a:gd name="csY200" fmla="*/ 90769 h 146662"/>
                <a:gd name="csX201" fmla="*/ 57805 w 198257"/>
                <a:gd name="csY201" fmla="*/ 89813 h 146662"/>
                <a:gd name="csX202" fmla="*/ 56849 w 198257"/>
                <a:gd name="csY202" fmla="*/ 88858 h 146662"/>
                <a:gd name="csX203" fmla="*/ 55416 w 198257"/>
                <a:gd name="csY203" fmla="*/ 87902 h 146662"/>
                <a:gd name="csX204" fmla="*/ 57328 w 198257"/>
                <a:gd name="csY204" fmla="*/ 89813 h 146662"/>
                <a:gd name="csX205" fmla="*/ 61149 w 198257"/>
                <a:gd name="csY205" fmla="*/ 96979 h 146662"/>
                <a:gd name="csX206" fmla="*/ 60194 w 198257"/>
                <a:gd name="csY206" fmla="*/ 96979 h 146662"/>
                <a:gd name="csX207" fmla="*/ 59238 w 198257"/>
                <a:gd name="csY207" fmla="*/ 96979 h 146662"/>
                <a:gd name="csX208" fmla="*/ 60194 w 198257"/>
                <a:gd name="csY208" fmla="*/ 98412 h 146662"/>
                <a:gd name="csX209" fmla="*/ 58760 w 198257"/>
                <a:gd name="csY209" fmla="*/ 98412 h 146662"/>
                <a:gd name="csX210" fmla="*/ 57805 w 198257"/>
                <a:gd name="csY210" fmla="*/ 98412 h 146662"/>
                <a:gd name="csX211" fmla="*/ 55416 w 198257"/>
                <a:gd name="csY211" fmla="*/ 97935 h 146662"/>
                <a:gd name="csX212" fmla="*/ 53505 w 198257"/>
                <a:gd name="csY212" fmla="*/ 97457 h 146662"/>
                <a:gd name="csX213" fmla="*/ 52550 w 198257"/>
                <a:gd name="csY213" fmla="*/ 97935 h 146662"/>
                <a:gd name="csX214" fmla="*/ 53028 w 198257"/>
                <a:gd name="csY214" fmla="*/ 98412 h 146662"/>
                <a:gd name="csX215" fmla="*/ 53983 w 198257"/>
                <a:gd name="csY215" fmla="*/ 99846 h 146662"/>
                <a:gd name="csX216" fmla="*/ 54461 w 198257"/>
                <a:gd name="csY216" fmla="*/ 101279 h 146662"/>
                <a:gd name="csX217" fmla="*/ 51117 w 198257"/>
                <a:gd name="csY217" fmla="*/ 102234 h 146662"/>
                <a:gd name="csX218" fmla="*/ 48251 w 198257"/>
                <a:gd name="csY218" fmla="*/ 102712 h 146662"/>
                <a:gd name="csX219" fmla="*/ 44428 w 198257"/>
                <a:gd name="csY219" fmla="*/ 103667 h 146662"/>
                <a:gd name="csX220" fmla="*/ 40607 w 198257"/>
                <a:gd name="csY220" fmla="*/ 103667 h 146662"/>
                <a:gd name="csX221" fmla="*/ 38696 w 198257"/>
                <a:gd name="csY221" fmla="*/ 103190 h 146662"/>
                <a:gd name="csX222" fmla="*/ 36785 w 198257"/>
                <a:gd name="csY222" fmla="*/ 102712 h 146662"/>
                <a:gd name="csX223" fmla="*/ 34874 w 198257"/>
                <a:gd name="csY223" fmla="*/ 103190 h 146662"/>
                <a:gd name="csX224" fmla="*/ 32963 w 198257"/>
                <a:gd name="csY224" fmla="*/ 103667 h 146662"/>
                <a:gd name="csX225" fmla="*/ 31530 w 198257"/>
                <a:gd name="csY225" fmla="*/ 103667 h 146662"/>
                <a:gd name="csX226" fmla="*/ 30574 w 198257"/>
                <a:gd name="csY226" fmla="*/ 102712 h 146662"/>
                <a:gd name="csX227" fmla="*/ 30097 w 198257"/>
                <a:gd name="csY227" fmla="*/ 101756 h 146662"/>
                <a:gd name="csX228" fmla="*/ 29619 w 198257"/>
                <a:gd name="csY228" fmla="*/ 100801 h 146662"/>
                <a:gd name="csX229" fmla="*/ 28186 w 198257"/>
                <a:gd name="csY229" fmla="*/ 101279 h 146662"/>
                <a:gd name="csX230" fmla="*/ 26753 w 198257"/>
                <a:gd name="csY230" fmla="*/ 101279 h 146662"/>
                <a:gd name="csX231" fmla="*/ 29141 w 198257"/>
                <a:gd name="csY231" fmla="*/ 101279 h 146662"/>
                <a:gd name="csX232" fmla="*/ 29619 w 198257"/>
                <a:gd name="csY232" fmla="*/ 102234 h 146662"/>
                <a:gd name="csX233" fmla="*/ 30574 w 198257"/>
                <a:gd name="csY233" fmla="*/ 103667 h 146662"/>
                <a:gd name="csX234" fmla="*/ 32008 w 198257"/>
                <a:gd name="csY234" fmla="*/ 104623 h 146662"/>
                <a:gd name="csX235" fmla="*/ 33919 w 198257"/>
                <a:gd name="csY235" fmla="*/ 104145 h 146662"/>
                <a:gd name="csX236" fmla="*/ 38218 w 198257"/>
                <a:gd name="csY236" fmla="*/ 104145 h 146662"/>
                <a:gd name="csX237" fmla="*/ 42517 w 198257"/>
                <a:gd name="csY237" fmla="*/ 106056 h 146662"/>
                <a:gd name="csX238" fmla="*/ 43473 w 198257"/>
                <a:gd name="csY238" fmla="*/ 106056 h 146662"/>
                <a:gd name="csX239" fmla="*/ 44428 w 198257"/>
                <a:gd name="csY239" fmla="*/ 106534 h 146662"/>
                <a:gd name="csX240" fmla="*/ 46817 w 198257"/>
                <a:gd name="csY240" fmla="*/ 108445 h 146662"/>
                <a:gd name="csX241" fmla="*/ 48728 w 198257"/>
                <a:gd name="csY241" fmla="*/ 109878 h 146662"/>
                <a:gd name="csX242" fmla="*/ 49683 w 198257"/>
                <a:gd name="csY242" fmla="*/ 111789 h 146662"/>
                <a:gd name="csX243" fmla="*/ 50162 w 198257"/>
                <a:gd name="csY243" fmla="*/ 112744 h 146662"/>
                <a:gd name="csX244" fmla="*/ 50162 w 198257"/>
                <a:gd name="csY244" fmla="*/ 114655 h 146662"/>
                <a:gd name="csX245" fmla="*/ 49683 w 198257"/>
                <a:gd name="csY245" fmla="*/ 115611 h 146662"/>
                <a:gd name="csX246" fmla="*/ 46817 w 198257"/>
                <a:gd name="csY246" fmla="*/ 116566 h 146662"/>
                <a:gd name="csX247" fmla="*/ 43951 w 198257"/>
                <a:gd name="csY247" fmla="*/ 117999 h 146662"/>
                <a:gd name="csX248" fmla="*/ 39651 w 198257"/>
                <a:gd name="csY248" fmla="*/ 119910 h 146662"/>
                <a:gd name="csX249" fmla="*/ 35352 w 198257"/>
                <a:gd name="csY249" fmla="*/ 122299 h 146662"/>
                <a:gd name="csX250" fmla="*/ 33441 w 198257"/>
                <a:gd name="csY250" fmla="*/ 121821 h 146662"/>
                <a:gd name="csX251" fmla="*/ 31052 w 198257"/>
                <a:gd name="csY251" fmla="*/ 120388 h 146662"/>
                <a:gd name="csX252" fmla="*/ 30574 w 198257"/>
                <a:gd name="csY252" fmla="*/ 119910 h 146662"/>
                <a:gd name="csX253" fmla="*/ 28186 w 198257"/>
                <a:gd name="csY253" fmla="*/ 119432 h 146662"/>
                <a:gd name="csX254" fmla="*/ 27230 w 198257"/>
                <a:gd name="csY254" fmla="*/ 119432 h 146662"/>
                <a:gd name="csX255" fmla="*/ 21975 w 198257"/>
                <a:gd name="csY255" fmla="*/ 119910 h 146662"/>
                <a:gd name="csX256" fmla="*/ 17198 w 198257"/>
                <a:gd name="csY256" fmla="*/ 119910 h 146662"/>
                <a:gd name="csX257" fmla="*/ 15287 w 198257"/>
                <a:gd name="csY257" fmla="*/ 119910 h 146662"/>
                <a:gd name="csX258" fmla="*/ 12898 w 198257"/>
                <a:gd name="csY258" fmla="*/ 119432 h 146662"/>
                <a:gd name="csX259" fmla="*/ 10987 w 198257"/>
                <a:gd name="csY259" fmla="*/ 118955 h 146662"/>
                <a:gd name="csX260" fmla="*/ 8599 w 198257"/>
                <a:gd name="csY260" fmla="*/ 119432 h 146662"/>
                <a:gd name="csX261" fmla="*/ 7166 w 198257"/>
                <a:gd name="csY261" fmla="*/ 119910 h 146662"/>
                <a:gd name="csX262" fmla="*/ 5255 w 198257"/>
                <a:gd name="csY262" fmla="*/ 120388 h 146662"/>
                <a:gd name="csX263" fmla="*/ 2389 w 198257"/>
                <a:gd name="csY263" fmla="*/ 118477 h 146662"/>
                <a:gd name="csX264" fmla="*/ 2389 w 198257"/>
                <a:gd name="csY264" fmla="*/ 117999 h 146662"/>
                <a:gd name="csX265" fmla="*/ 2389 w 198257"/>
                <a:gd name="csY265" fmla="*/ 114177 h 146662"/>
                <a:gd name="csX266" fmla="*/ 2389 w 198257"/>
                <a:gd name="csY266" fmla="*/ 110833 h 146662"/>
                <a:gd name="csX267" fmla="*/ 2389 w 198257"/>
                <a:gd name="csY267" fmla="*/ 107012 h 146662"/>
                <a:gd name="csX268" fmla="*/ 2389 w 198257"/>
                <a:gd name="csY268" fmla="*/ 103190 h 146662"/>
                <a:gd name="csX269" fmla="*/ 2389 w 198257"/>
                <a:gd name="csY269" fmla="*/ 99368 h 146662"/>
                <a:gd name="csX270" fmla="*/ 2389 w 198257"/>
                <a:gd name="csY270" fmla="*/ 95546 h 146662"/>
                <a:gd name="csX271" fmla="*/ 2389 w 198257"/>
                <a:gd name="csY271" fmla="*/ 92202 h 146662"/>
                <a:gd name="csX272" fmla="*/ 2389 w 198257"/>
                <a:gd name="csY272" fmla="*/ 88380 h 146662"/>
                <a:gd name="csX273" fmla="*/ 2389 w 198257"/>
                <a:gd name="csY273" fmla="*/ 84558 h 146662"/>
                <a:gd name="csX274" fmla="*/ 2389 w 198257"/>
                <a:gd name="csY274" fmla="*/ 81214 h 146662"/>
                <a:gd name="csX275" fmla="*/ 2389 w 198257"/>
                <a:gd name="csY275" fmla="*/ 77870 h 146662"/>
                <a:gd name="csX276" fmla="*/ 955 w 198257"/>
                <a:gd name="csY276" fmla="*/ 76915 h 146662"/>
                <a:gd name="csX277" fmla="*/ 0 w 198257"/>
                <a:gd name="csY277" fmla="*/ 75004 h 146662"/>
                <a:gd name="csX278" fmla="*/ 478 w 198257"/>
                <a:gd name="csY278" fmla="*/ 72615 h 146662"/>
                <a:gd name="csX279" fmla="*/ 1433 w 198257"/>
                <a:gd name="csY279" fmla="*/ 69749 h 146662"/>
                <a:gd name="csX280" fmla="*/ 2389 w 198257"/>
                <a:gd name="csY280" fmla="*/ 67838 h 146662"/>
                <a:gd name="csX281" fmla="*/ 2389 w 198257"/>
                <a:gd name="csY281" fmla="*/ 66405 h 146662"/>
                <a:gd name="csX282" fmla="*/ 2389 w 198257"/>
                <a:gd name="csY282" fmla="*/ 62583 h 146662"/>
                <a:gd name="csX283" fmla="*/ 2389 w 198257"/>
                <a:gd name="csY283" fmla="*/ 58761 h 146662"/>
                <a:gd name="csX284" fmla="*/ 2389 w 198257"/>
                <a:gd name="csY284" fmla="*/ 54939 h 146662"/>
                <a:gd name="csX285" fmla="*/ 2389 w 198257"/>
                <a:gd name="csY285" fmla="*/ 51595 h 146662"/>
                <a:gd name="csX286" fmla="*/ 2389 w 198257"/>
                <a:gd name="csY286" fmla="*/ 47773 h 146662"/>
                <a:gd name="csX287" fmla="*/ 2389 w 198257"/>
                <a:gd name="csY287" fmla="*/ 43951 h 146662"/>
                <a:gd name="csX288" fmla="*/ 2389 w 198257"/>
                <a:gd name="csY288" fmla="*/ 40129 h 146662"/>
                <a:gd name="csX289" fmla="*/ 2389 w 198257"/>
                <a:gd name="csY289" fmla="*/ 36785 h 146662"/>
                <a:gd name="csX290" fmla="*/ 2389 w 198257"/>
                <a:gd name="csY290" fmla="*/ 32963 h 146662"/>
                <a:gd name="csX291" fmla="*/ 2389 w 198257"/>
                <a:gd name="csY291" fmla="*/ 29142 h 146662"/>
                <a:gd name="csX292" fmla="*/ 2389 w 198257"/>
                <a:gd name="csY292" fmla="*/ 25798 h 146662"/>
                <a:gd name="csX293" fmla="*/ 2389 w 198257"/>
                <a:gd name="csY293" fmla="*/ 21976 h 146662"/>
                <a:gd name="csX294" fmla="*/ 2389 w 198257"/>
                <a:gd name="csY294" fmla="*/ 18154 h 146662"/>
                <a:gd name="csX295" fmla="*/ 2389 w 198257"/>
                <a:gd name="csY295" fmla="*/ 14332 h 146662"/>
                <a:gd name="csX296" fmla="*/ 2389 w 198257"/>
                <a:gd name="csY296" fmla="*/ 10988 h 146662"/>
                <a:gd name="csX297" fmla="*/ 2389 w 198257"/>
                <a:gd name="csY297" fmla="*/ 7166 h 146662"/>
                <a:gd name="csX298" fmla="*/ 2389 w 198257"/>
                <a:gd name="csY298" fmla="*/ 3344 h 146662"/>
                <a:gd name="csX299" fmla="*/ 2389 w 198257"/>
                <a:gd name="csY299" fmla="*/ 1433 h 146662"/>
                <a:gd name="csX300" fmla="*/ 2389 w 198257"/>
                <a:gd name="csY300" fmla="*/ 0 h 146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</a:cxnLst>
              <a:rect l="l" t="t" r="r" b="b"/>
              <a:pathLst>
                <a:path w="198257" h="146662">
                  <a:moveTo>
                    <a:pt x="2389" y="0"/>
                  </a:moveTo>
                  <a:lnTo>
                    <a:pt x="2389" y="0"/>
                  </a:lnTo>
                  <a:lnTo>
                    <a:pt x="2866" y="0"/>
                  </a:lnTo>
                  <a:lnTo>
                    <a:pt x="4777" y="0"/>
                  </a:lnTo>
                  <a:lnTo>
                    <a:pt x="6688" y="478"/>
                  </a:lnTo>
                  <a:lnTo>
                    <a:pt x="16242" y="4300"/>
                  </a:lnTo>
                  <a:lnTo>
                    <a:pt x="19109" y="5733"/>
                  </a:lnTo>
                  <a:lnTo>
                    <a:pt x="20542" y="6210"/>
                  </a:lnTo>
                  <a:lnTo>
                    <a:pt x="21498" y="6210"/>
                  </a:lnTo>
                  <a:lnTo>
                    <a:pt x="22453" y="6210"/>
                  </a:lnTo>
                  <a:lnTo>
                    <a:pt x="26753" y="8599"/>
                  </a:lnTo>
                  <a:lnTo>
                    <a:pt x="33441" y="10510"/>
                  </a:lnTo>
                  <a:lnTo>
                    <a:pt x="40607" y="12899"/>
                  </a:lnTo>
                  <a:lnTo>
                    <a:pt x="42517" y="13376"/>
                  </a:lnTo>
                  <a:lnTo>
                    <a:pt x="44906" y="13376"/>
                  </a:lnTo>
                  <a:lnTo>
                    <a:pt x="50162" y="14332"/>
                  </a:lnTo>
                  <a:lnTo>
                    <a:pt x="52550" y="14810"/>
                  </a:lnTo>
                  <a:lnTo>
                    <a:pt x="56372" y="17198"/>
                  </a:lnTo>
                  <a:lnTo>
                    <a:pt x="58283" y="18154"/>
                  </a:lnTo>
                  <a:lnTo>
                    <a:pt x="60194" y="19587"/>
                  </a:lnTo>
                  <a:lnTo>
                    <a:pt x="62582" y="21020"/>
                  </a:lnTo>
                  <a:lnTo>
                    <a:pt x="63538" y="21498"/>
                  </a:lnTo>
                  <a:lnTo>
                    <a:pt x="64493" y="21976"/>
                  </a:lnTo>
                  <a:lnTo>
                    <a:pt x="67360" y="21976"/>
                  </a:lnTo>
                  <a:lnTo>
                    <a:pt x="69748" y="21498"/>
                  </a:lnTo>
                  <a:lnTo>
                    <a:pt x="70704" y="21976"/>
                  </a:lnTo>
                  <a:lnTo>
                    <a:pt x="71659" y="21976"/>
                  </a:lnTo>
                  <a:lnTo>
                    <a:pt x="72615" y="22453"/>
                  </a:lnTo>
                  <a:lnTo>
                    <a:pt x="73092" y="23409"/>
                  </a:lnTo>
                  <a:lnTo>
                    <a:pt x="74526" y="24842"/>
                  </a:lnTo>
                  <a:lnTo>
                    <a:pt x="76914" y="25798"/>
                  </a:lnTo>
                  <a:lnTo>
                    <a:pt x="78825" y="27231"/>
                  </a:lnTo>
                  <a:lnTo>
                    <a:pt x="80736" y="28664"/>
                  </a:lnTo>
                  <a:lnTo>
                    <a:pt x="82169" y="30097"/>
                  </a:lnTo>
                  <a:lnTo>
                    <a:pt x="84080" y="31530"/>
                  </a:lnTo>
                  <a:lnTo>
                    <a:pt x="85991" y="32008"/>
                  </a:lnTo>
                  <a:lnTo>
                    <a:pt x="88858" y="32008"/>
                  </a:lnTo>
                  <a:lnTo>
                    <a:pt x="97456" y="40129"/>
                  </a:lnTo>
                  <a:lnTo>
                    <a:pt x="97935" y="41563"/>
                  </a:lnTo>
                  <a:lnTo>
                    <a:pt x="97935" y="46340"/>
                  </a:lnTo>
                  <a:lnTo>
                    <a:pt x="96979" y="50639"/>
                  </a:lnTo>
                  <a:lnTo>
                    <a:pt x="98890" y="52073"/>
                  </a:lnTo>
                  <a:lnTo>
                    <a:pt x="101756" y="52550"/>
                  </a:lnTo>
                  <a:lnTo>
                    <a:pt x="106056" y="53028"/>
                  </a:lnTo>
                  <a:lnTo>
                    <a:pt x="109878" y="54461"/>
                  </a:lnTo>
                  <a:lnTo>
                    <a:pt x="122299" y="60194"/>
                  </a:lnTo>
                  <a:lnTo>
                    <a:pt x="124210" y="60672"/>
                  </a:lnTo>
                  <a:lnTo>
                    <a:pt x="126598" y="60672"/>
                  </a:lnTo>
                  <a:lnTo>
                    <a:pt x="129465" y="60672"/>
                  </a:lnTo>
                  <a:lnTo>
                    <a:pt x="129942" y="60672"/>
                  </a:lnTo>
                  <a:lnTo>
                    <a:pt x="131853" y="61627"/>
                  </a:lnTo>
                  <a:lnTo>
                    <a:pt x="132808" y="62583"/>
                  </a:lnTo>
                  <a:lnTo>
                    <a:pt x="134719" y="64493"/>
                  </a:lnTo>
                  <a:lnTo>
                    <a:pt x="136153" y="66405"/>
                  </a:lnTo>
                  <a:lnTo>
                    <a:pt x="137108" y="66882"/>
                  </a:lnTo>
                  <a:lnTo>
                    <a:pt x="137586" y="67360"/>
                  </a:lnTo>
                  <a:lnTo>
                    <a:pt x="138063" y="68315"/>
                  </a:lnTo>
                  <a:lnTo>
                    <a:pt x="138542" y="71659"/>
                  </a:lnTo>
                  <a:lnTo>
                    <a:pt x="138542" y="73570"/>
                  </a:lnTo>
                  <a:lnTo>
                    <a:pt x="138063" y="74048"/>
                  </a:lnTo>
                  <a:lnTo>
                    <a:pt x="135675" y="74526"/>
                  </a:lnTo>
                  <a:lnTo>
                    <a:pt x="128987" y="75004"/>
                  </a:lnTo>
                  <a:lnTo>
                    <a:pt x="124210" y="74526"/>
                  </a:lnTo>
                  <a:lnTo>
                    <a:pt x="120865" y="76437"/>
                  </a:lnTo>
                  <a:lnTo>
                    <a:pt x="120865" y="77392"/>
                  </a:lnTo>
                  <a:lnTo>
                    <a:pt x="120865" y="78348"/>
                  </a:lnTo>
                  <a:lnTo>
                    <a:pt x="123731" y="82647"/>
                  </a:lnTo>
                  <a:lnTo>
                    <a:pt x="125642" y="86469"/>
                  </a:lnTo>
                  <a:lnTo>
                    <a:pt x="127076" y="87902"/>
                  </a:lnTo>
                  <a:lnTo>
                    <a:pt x="128987" y="89335"/>
                  </a:lnTo>
                  <a:lnTo>
                    <a:pt x="130897" y="90769"/>
                  </a:lnTo>
                  <a:lnTo>
                    <a:pt x="132331" y="92680"/>
                  </a:lnTo>
                  <a:lnTo>
                    <a:pt x="136153" y="95546"/>
                  </a:lnTo>
                  <a:lnTo>
                    <a:pt x="138063" y="96501"/>
                  </a:lnTo>
                  <a:lnTo>
                    <a:pt x="140452" y="97457"/>
                  </a:lnTo>
                  <a:lnTo>
                    <a:pt x="144274" y="99846"/>
                  </a:lnTo>
                  <a:lnTo>
                    <a:pt x="144752" y="100801"/>
                  </a:lnTo>
                  <a:lnTo>
                    <a:pt x="145707" y="104145"/>
                  </a:lnTo>
                  <a:lnTo>
                    <a:pt x="146185" y="106056"/>
                  </a:lnTo>
                  <a:lnTo>
                    <a:pt x="146185" y="107012"/>
                  </a:lnTo>
                  <a:lnTo>
                    <a:pt x="146663" y="107967"/>
                  </a:lnTo>
                  <a:lnTo>
                    <a:pt x="150007" y="109878"/>
                  </a:lnTo>
                  <a:lnTo>
                    <a:pt x="150485" y="110356"/>
                  </a:lnTo>
                  <a:lnTo>
                    <a:pt x="151918" y="115133"/>
                  </a:lnTo>
                  <a:lnTo>
                    <a:pt x="153351" y="117044"/>
                  </a:lnTo>
                  <a:lnTo>
                    <a:pt x="155262" y="117999"/>
                  </a:lnTo>
                  <a:lnTo>
                    <a:pt x="157173" y="117999"/>
                  </a:lnTo>
                  <a:lnTo>
                    <a:pt x="163383" y="116566"/>
                  </a:lnTo>
                  <a:lnTo>
                    <a:pt x="164338" y="116566"/>
                  </a:lnTo>
                  <a:lnTo>
                    <a:pt x="165294" y="116566"/>
                  </a:lnTo>
                  <a:lnTo>
                    <a:pt x="166249" y="117522"/>
                  </a:lnTo>
                  <a:lnTo>
                    <a:pt x="166727" y="119432"/>
                  </a:lnTo>
                  <a:lnTo>
                    <a:pt x="165772" y="121821"/>
                  </a:lnTo>
                  <a:lnTo>
                    <a:pt x="165294" y="123732"/>
                  </a:lnTo>
                  <a:lnTo>
                    <a:pt x="166727" y="125165"/>
                  </a:lnTo>
                  <a:lnTo>
                    <a:pt x="169594" y="126598"/>
                  </a:lnTo>
                  <a:lnTo>
                    <a:pt x="171027" y="127076"/>
                  </a:lnTo>
                  <a:lnTo>
                    <a:pt x="176282" y="127554"/>
                  </a:lnTo>
                  <a:lnTo>
                    <a:pt x="178670" y="127554"/>
                  </a:lnTo>
                  <a:lnTo>
                    <a:pt x="180581" y="128031"/>
                  </a:lnTo>
                  <a:lnTo>
                    <a:pt x="181537" y="128509"/>
                  </a:lnTo>
                  <a:lnTo>
                    <a:pt x="181059" y="129465"/>
                  </a:lnTo>
                  <a:lnTo>
                    <a:pt x="179626" y="129942"/>
                  </a:lnTo>
                  <a:lnTo>
                    <a:pt x="178670" y="130420"/>
                  </a:lnTo>
                  <a:lnTo>
                    <a:pt x="176760" y="130898"/>
                  </a:lnTo>
                  <a:lnTo>
                    <a:pt x="176760" y="131854"/>
                  </a:lnTo>
                  <a:lnTo>
                    <a:pt x="177715" y="133287"/>
                  </a:lnTo>
                  <a:lnTo>
                    <a:pt x="178670" y="134720"/>
                  </a:lnTo>
                  <a:lnTo>
                    <a:pt x="179626" y="135197"/>
                  </a:lnTo>
                  <a:lnTo>
                    <a:pt x="180581" y="135675"/>
                  </a:lnTo>
                  <a:lnTo>
                    <a:pt x="182970" y="136153"/>
                  </a:lnTo>
                  <a:lnTo>
                    <a:pt x="185359" y="136631"/>
                  </a:lnTo>
                  <a:lnTo>
                    <a:pt x="186792" y="137586"/>
                  </a:lnTo>
                  <a:lnTo>
                    <a:pt x="188225" y="138064"/>
                  </a:lnTo>
                  <a:lnTo>
                    <a:pt x="192047" y="138064"/>
                  </a:lnTo>
                  <a:lnTo>
                    <a:pt x="194436" y="139019"/>
                  </a:lnTo>
                  <a:lnTo>
                    <a:pt x="198258" y="139019"/>
                  </a:lnTo>
                  <a:lnTo>
                    <a:pt x="194913" y="140453"/>
                  </a:lnTo>
                  <a:lnTo>
                    <a:pt x="193958" y="140453"/>
                  </a:lnTo>
                  <a:lnTo>
                    <a:pt x="190136" y="139975"/>
                  </a:lnTo>
                  <a:lnTo>
                    <a:pt x="189181" y="140930"/>
                  </a:lnTo>
                  <a:lnTo>
                    <a:pt x="191092" y="142363"/>
                  </a:lnTo>
                  <a:lnTo>
                    <a:pt x="193002" y="143319"/>
                  </a:lnTo>
                  <a:lnTo>
                    <a:pt x="193958" y="143797"/>
                  </a:lnTo>
                  <a:lnTo>
                    <a:pt x="193480" y="144752"/>
                  </a:lnTo>
                  <a:lnTo>
                    <a:pt x="190614" y="146185"/>
                  </a:lnTo>
                  <a:lnTo>
                    <a:pt x="189658" y="146185"/>
                  </a:lnTo>
                  <a:lnTo>
                    <a:pt x="187747" y="146663"/>
                  </a:lnTo>
                  <a:lnTo>
                    <a:pt x="183926" y="145707"/>
                  </a:lnTo>
                  <a:lnTo>
                    <a:pt x="181537" y="145230"/>
                  </a:lnTo>
                  <a:lnTo>
                    <a:pt x="181059" y="143797"/>
                  </a:lnTo>
                  <a:lnTo>
                    <a:pt x="180104" y="143319"/>
                  </a:lnTo>
                  <a:lnTo>
                    <a:pt x="178193" y="141886"/>
                  </a:lnTo>
                  <a:lnTo>
                    <a:pt x="176282" y="140930"/>
                  </a:lnTo>
                  <a:lnTo>
                    <a:pt x="174371" y="140453"/>
                  </a:lnTo>
                  <a:lnTo>
                    <a:pt x="171983" y="140453"/>
                  </a:lnTo>
                  <a:lnTo>
                    <a:pt x="168161" y="139975"/>
                  </a:lnTo>
                  <a:lnTo>
                    <a:pt x="160039" y="139019"/>
                  </a:lnTo>
                  <a:lnTo>
                    <a:pt x="158128" y="138542"/>
                  </a:lnTo>
                  <a:lnTo>
                    <a:pt x="155740" y="137586"/>
                  </a:lnTo>
                  <a:lnTo>
                    <a:pt x="154306" y="137108"/>
                  </a:lnTo>
                  <a:lnTo>
                    <a:pt x="153351" y="137586"/>
                  </a:lnTo>
                  <a:lnTo>
                    <a:pt x="150007" y="138064"/>
                  </a:lnTo>
                  <a:lnTo>
                    <a:pt x="149051" y="138064"/>
                  </a:lnTo>
                  <a:lnTo>
                    <a:pt x="146663" y="136631"/>
                  </a:lnTo>
                  <a:lnTo>
                    <a:pt x="144752" y="136631"/>
                  </a:lnTo>
                  <a:lnTo>
                    <a:pt x="143796" y="136631"/>
                  </a:lnTo>
                  <a:lnTo>
                    <a:pt x="142841" y="136631"/>
                  </a:lnTo>
                  <a:lnTo>
                    <a:pt x="139497" y="136153"/>
                  </a:lnTo>
                  <a:lnTo>
                    <a:pt x="137108" y="135675"/>
                  </a:lnTo>
                  <a:lnTo>
                    <a:pt x="135197" y="134720"/>
                  </a:lnTo>
                  <a:lnTo>
                    <a:pt x="133764" y="133764"/>
                  </a:lnTo>
                  <a:lnTo>
                    <a:pt x="132808" y="132809"/>
                  </a:lnTo>
                  <a:lnTo>
                    <a:pt x="131376" y="130420"/>
                  </a:lnTo>
                  <a:lnTo>
                    <a:pt x="129942" y="128509"/>
                  </a:lnTo>
                  <a:lnTo>
                    <a:pt x="127554" y="126598"/>
                  </a:lnTo>
                  <a:lnTo>
                    <a:pt x="123254" y="123732"/>
                  </a:lnTo>
                  <a:lnTo>
                    <a:pt x="122299" y="123254"/>
                  </a:lnTo>
                  <a:lnTo>
                    <a:pt x="120388" y="120865"/>
                  </a:lnTo>
                  <a:lnTo>
                    <a:pt x="120388" y="118955"/>
                  </a:lnTo>
                  <a:lnTo>
                    <a:pt x="120865" y="117044"/>
                  </a:lnTo>
                  <a:lnTo>
                    <a:pt x="119910" y="117999"/>
                  </a:lnTo>
                  <a:lnTo>
                    <a:pt x="118954" y="117522"/>
                  </a:lnTo>
                  <a:lnTo>
                    <a:pt x="115610" y="116566"/>
                  </a:lnTo>
                  <a:lnTo>
                    <a:pt x="114655" y="115133"/>
                  </a:lnTo>
                  <a:lnTo>
                    <a:pt x="112266" y="111789"/>
                  </a:lnTo>
                  <a:lnTo>
                    <a:pt x="110833" y="109400"/>
                  </a:lnTo>
                  <a:lnTo>
                    <a:pt x="107967" y="106056"/>
                  </a:lnTo>
                  <a:lnTo>
                    <a:pt x="107011" y="104145"/>
                  </a:lnTo>
                  <a:lnTo>
                    <a:pt x="105578" y="102234"/>
                  </a:lnTo>
                  <a:lnTo>
                    <a:pt x="104622" y="101756"/>
                  </a:lnTo>
                  <a:lnTo>
                    <a:pt x="104145" y="100801"/>
                  </a:lnTo>
                  <a:lnTo>
                    <a:pt x="103667" y="99846"/>
                  </a:lnTo>
                  <a:lnTo>
                    <a:pt x="102712" y="99368"/>
                  </a:lnTo>
                  <a:lnTo>
                    <a:pt x="97935" y="97935"/>
                  </a:lnTo>
                  <a:lnTo>
                    <a:pt x="97456" y="97457"/>
                  </a:lnTo>
                  <a:lnTo>
                    <a:pt x="96501" y="96979"/>
                  </a:lnTo>
                  <a:lnTo>
                    <a:pt x="93157" y="96979"/>
                  </a:lnTo>
                  <a:lnTo>
                    <a:pt x="91246" y="96501"/>
                  </a:lnTo>
                  <a:lnTo>
                    <a:pt x="87902" y="95546"/>
                  </a:lnTo>
                  <a:lnTo>
                    <a:pt x="85991" y="95068"/>
                  </a:lnTo>
                  <a:lnTo>
                    <a:pt x="83603" y="94590"/>
                  </a:lnTo>
                  <a:lnTo>
                    <a:pt x="81692" y="94113"/>
                  </a:lnTo>
                  <a:lnTo>
                    <a:pt x="80736" y="93635"/>
                  </a:lnTo>
                  <a:lnTo>
                    <a:pt x="79781" y="93157"/>
                  </a:lnTo>
                  <a:lnTo>
                    <a:pt x="79303" y="91247"/>
                  </a:lnTo>
                  <a:lnTo>
                    <a:pt x="77392" y="91247"/>
                  </a:lnTo>
                  <a:lnTo>
                    <a:pt x="75959" y="90769"/>
                  </a:lnTo>
                  <a:lnTo>
                    <a:pt x="74048" y="90291"/>
                  </a:lnTo>
                  <a:lnTo>
                    <a:pt x="72137" y="89813"/>
                  </a:lnTo>
                  <a:lnTo>
                    <a:pt x="71181" y="90769"/>
                  </a:lnTo>
                  <a:lnTo>
                    <a:pt x="70704" y="92202"/>
                  </a:lnTo>
                  <a:lnTo>
                    <a:pt x="70226" y="92202"/>
                  </a:lnTo>
                  <a:lnTo>
                    <a:pt x="69271" y="91724"/>
                  </a:lnTo>
                  <a:lnTo>
                    <a:pt x="68793" y="91724"/>
                  </a:lnTo>
                  <a:lnTo>
                    <a:pt x="67360" y="92680"/>
                  </a:lnTo>
                  <a:lnTo>
                    <a:pt x="66882" y="93635"/>
                  </a:lnTo>
                  <a:lnTo>
                    <a:pt x="64971" y="93635"/>
                  </a:lnTo>
                  <a:lnTo>
                    <a:pt x="61627" y="92680"/>
                  </a:lnTo>
                  <a:lnTo>
                    <a:pt x="60194" y="91724"/>
                  </a:lnTo>
                  <a:lnTo>
                    <a:pt x="58760" y="90769"/>
                  </a:lnTo>
                  <a:lnTo>
                    <a:pt x="57805" y="89813"/>
                  </a:lnTo>
                  <a:lnTo>
                    <a:pt x="56849" y="88858"/>
                  </a:lnTo>
                  <a:lnTo>
                    <a:pt x="55416" y="87902"/>
                  </a:lnTo>
                  <a:lnTo>
                    <a:pt x="57328" y="89813"/>
                  </a:lnTo>
                  <a:lnTo>
                    <a:pt x="61149" y="96979"/>
                  </a:lnTo>
                  <a:lnTo>
                    <a:pt x="60194" y="96979"/>
                  </a:lnTo>
                  <a:lnTo>
                    <a:pt x="59238" y="96979"/>
                  </a:lnTo>
                  <a:lnTo>
                    <a:pt x="60194" y="98412"/>
                  </a:lnTo>
                  <a:lnTo>
                    <a:pt x="58760" y="98412"/>
                  </a:lnTo>
                  <a:lnTo>
                    <a:pt x="57805" y="98412"/>
                  </a:lnTo>
                  <a:lnTo>
                    <a:pt x="55416" y="97935"/>
                  </a:lnTo>
                  <a:lnTo>
                    <a:pt x="53505" y="97457"/>
                  </a:lnTo>
                  <a:lnTo>
                    <a:pt x="52550" y="97935"/>
                  </a:lnTo>
                  <a:lnTo>
                    <a:pt x="53028" y="98412"/>
                  </a:lnTo>
                  <a:lnTo>
                    <a:pt x="53983" y="99846"/>
                  </a:lnTo>
                  <a:lnTo>
                    <a:pt x="54461" y="101279"/>
                  </a:lnTo>
                  <a:lnTo>
                    <a:pt x="51117" y="102234"/>
                  </a:lnTo>
                  <a:lnTo>
                    <a:pt x="48251" y="102712"/>
                  </a:lnTo>
                  <a:lnTo>
                    <a:pt x="44428" y="103667"/>
                  </a:lnTo>
                  <a:lnTo>
                    <a:pt x="40607" y="103667"/>
                  </a:lnTo>
                  <a:lnTo>
                    <a:pt x="38696" y="103190"/>
                  </a:lnTo>
                  <a:lnTo>
                    <a:pt x="36785" y="102712"/>
                  </a:lnTo>
                  <a:lnTo>
                    <a:pt x="34874" y="103190"/>
                  </a:lnTo>
                  <a:lnTo>
                    <a:pt x="32963" y="103667"/>
                  </a:lnTo>
                  <a:lnTo>
                    <a:pt x="31530" y="103667"/>
                  </a:lnTo>
                  <a:lnTo>
                    <a:pt x="30574" y="102712"/>
                  </a:lnTo>
                  <a:lnTo>
                    <a:pt x="30097" y="101756"/>
                  </a:lnTo>
                  <a:lnTo>
                    <a:pt x="29619" y="100801"/>
                  </a:lnTo>
                  <a:lnTo>
                    <a:pt x="28186" y="101279"/>
                  </a:lnTo>
                  <a:lnTo>
                    <a:pt x="26753" y="101279"/>
                  </a:lnTo>
                  <a:lnTo>
                    <a:pt x="29141" y="101279"/>
                  </a:lnTo>
                  <a:lnTo>
                    <a:pt x="29619" y="102234"/>
                  </a:lnTo>
                  <a:lnTo>
                    <a:pt x="30574" y="103667"/>
                  </a:lnTo>
                  <a:lnTo>
                    <a:pt x="32008" y="104623"/>
                  </a:lnTo>
                  <a:lnTo>
                    <a:pt x="33919" y="104145"/>
                  </a:lnTo>
                  <a:lnTo>
                    <a:pt x="38218" y="104145"/>
                  </a:lnTo>
                  <a:lnTo>
                    <a:pt x="42517" y="106056"/>
                  </a:lnTo>
                  <a:lnTo>
                    <a:pt x="43473" y="106056"/>
                  </a:lnTo>
                  <a:lnTo>
                    <a:pt x="44428" y="106534"/>
                  </a:lnTo>
                  <a:lnTo>
                    <a:pt x="46817" y="108445"/>
                  </a:lnTo>
                  <a:lnTo>
                    <a:pt x="48728" y="109878"/>
                  </a:lnTo>
                  <a:lnTo>
                    <a:pt x="49683" y="111789"/>
                  </a:lnTo>
                  <a:lnTo>
                    <a:pt x="50162" y="112744"/>
                  </a:lnTo>
                  <a:lnTo>
                    <a:pt x="50162" y="114655"/>
                  </a:lnTo>
                  <a:lnTo>
                    <a:pt x="49683" y="115611"/>
                  </a:lnTo>
                  <a:lnTo>
                    <a:pt x="46817" y="116566"/>
                  </a:lnTo>
                  <a:lnTo>
                    <a:pt x="43951" y="117999"/>
                  </a:lnTo>
                  <a:lnTo>
                    <a:pt x="39651" y="119910"/>
                  </a:lnTo>
                  <a:lnTo>
                    <a:pt x="35352" y="122299"/>
                  </a:lnTo>
                  <a:lnTo>
                    <a:pt x="33441" y="121821"/>
                  </a:lnTo>
                  <a:lnTo>
                    <a:pt x="31052" y="120388"/>
                  </a:lnTo>
                  <a:lnTo>
                    <a:pt x="30574" y="119910"/>
                  </a:lnTo>
                  <a:lnTo>
                    <a:pt x="28186" y="119432"/>
                  </a:lnTo>
                  <a:lnTo>
                    <a:pt x="27230" y="119432"/>
                  </a:lnTo>
                  <a:lnTo>
                    <a:pt x="21975" y="119910"/>
                  </a:lnTo>
                  <a:lnTo>
                    <a:pt x="17198" y="119910"/>
                  </a:lnTo>
                  <a:lnTo>
                    <a:pt x="15287" y="119910"/>
                  </a:lnTo>
                  <a:lnTo>
                    <a:pt x="12898" y="119432"/>
                  </a:lnTo>
                  <a:lnTo>
                    <a:pt x="10987" y="118955"/>
                  </a:lnTo>
                  <a:lnTo>
                    <a:pt x="8599" y="119432"/>
                  </a:lnTo>
                  <a:lnTo>
                    <a:pt x="7166" y="119910"/>
                  </a:lnTo>
                  <a:lnTo>
                    <a:pt x="5255" y="120388"/>
                  </a:lnTo>
                  <a:lnTo>
                    <a:pt x="2389" y="118477"/>
                  </a:lnTo>
                  <a:lnTo>
                    <a:pt x="2389" y="117999"/>
                  </a:lnTo>
                  <a:lnTo>
                    <a:pt x="2389" y="114177"/>
                  </a:lnTo>
                  <a:lnTo>
                    <a:pt x="2389" y="110833"/>
                  </a:lnTo>
                  <a:lnTo>
                    <a:pt x="2389" y="107012"/>
                  </a:lnTo>
                  <a:lnTo>
                    <a:pt x="2389" y="103190"/>
                  </a:lnTo>
                  <a:lnTo>
                    <a:pt x="2389" y="99368"/>
                  </a:lnTo>
                  <a:lnTo>
                    <a:pt x="2389" y="95546"/>
                  </a:lnTo>
                  <a:lnTo>
                    <a:pt x="2389" y="92202"/>
                  </a:lnTo>
                  <a:lnTo>
                    <a:pt x="2389" y="88380"/>
                  </a:lnTo>
                  <a:lnTo>
                    <a:pt x="2389" y="84558"/>
                  </a:lnTo>
                  <a:lnTo>
                    <a:pt x="2389" y="81214"/>
                  </a:lnTo>
                  <a:lnTo>
                    <a:pt x="2389" y="77870"/>
                  </a:lnTo>
                  <a:lnTo>
                    <a:pt x="955" y="76915"/>
                  </a:lnTo>
                  <a:lnTo>
                    <a:pt x="0" y="75004"/>
                  </a:lnTo>
                  <a:lnTo>
                    <a:pt x="478" y="72615"/>
                  </a:lnTo>
                  <a:lnTo>
                    <a:pt x="1433" y="69749"/>
                  </a:lnTo>
                  <a:lnTo>
                    <a:pt x="2389" y="67838"/>
                  </a:lnTo>
                  <a:lnTo>
                    <a:pt x="2389" y="66405"/>
                  </a:lnTo>
                  <a:lnTo>
                    <a:pt x="2389" y="62583"/>
                  </a:lnTo>
                  <a:lnTo>
                    <a:pt x="2389" y="58761"/>
                  </a:lnTo>
                  <a:lnTo>
                    <a:pt x="2389" y="54939"/>
                  </a:lnTo>
                  <a:lnTo>
                    <a:pt x="2389" y="51595"/>
                  </a:lnTo>
                  <a:lnTo>
                    <a:pt x="2389" y="47773"/>
                  </a:lnTo>
                  <a:lnTo>
                    <a:pt x="2389" y="43951"/>
                  </a:lnTo>
                  <a:lnTo>
                    <a:pt x="2389" y="40129"/>
                  </a:lnTo>
                  <a:lnTo>
                    <a:pt x="2389" y="36785"/>
                  </a:lnTo>
                  <a:lnTo>
                    <a:pt x="2389" y="32963"/>
                  </a:lnTo>
                  <a:lnTo>
                    <a:pt x="2389" y="29142"/>
                  </a:lnTo>
                  <a:lnTo>
                    <a:pt x="2389" y="25798"/>
                  </a:lnTo>
                  <a:lnTo>
                    <a:pt x="2389" y="21976"/>
                  </a:lnTo>
                  <a:lnTo>
                    <a:pt x="2389" y="18154"/>
                  </a:lnTo>
                  <a:lnTo>
                    <a:pt x="2389" y="14332"/>
                  </a:lnTo>
                  <a:lnTo>
                    <a:pt x="2389" y="10988"/>
                  </a:lnTo>
                  <a:lnTo>
                    <a:pt x="2389" y="7166"/>
                  </a:lnTo>
                  <a:lnTo>
                    <a:pt x="2389" y="3344"/>
                  </a:lnTo>
                  <a:lnTo>
                    <a:pt x="2389" y="1433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6" name="Freeform 5185">
              <a:extLst>
                <a:ext uri="{FF2B5EF4-FFF2-40B4-BE49-F238E27FC236}">
                  <a16:creationId xmlns:a16="http://schemas.microsoft.com/office/drawing/2014/main" id="{DBC9E42A-BC7A-A837-EE79-0DB7E9AFA3C6}"/>
                </a:ext>
              </a:extLst>
            </p:cNvPr>
            <p:cNvSpPr/>
            <p:nvPr/>
          </p:nvSpPr>
          <p:spPr>
            <a:xfrm>
              <a:off x="8873040" y="4781236"/>
              <a:ext cx="47294" cy="40607"/>
            </a:xfrm>
            <a:custGeom>
              <a:avLst/>
              <a:gdLst>
                <a:gd name="csX0" fmla="*/ 44428 w 47294"/>
                <a:gd name="csY0" fmla="*/ 39174 h 40607"/>
                <a:gd name="csX1" fmla="*/ 42517 w 47294"/>
                <a:gd name="csY1" fmla="*/ 40607 h 40607"/>
                <a:gd name="csX2" fmla="*/ 41562 w 47294"/>
                <a:gd name="csY2" fmla="*/ 39651 h 40607"/>
                <a:gd name="csX3" fmla="*/ 40607 w 47294"/>
                <a:gd name="csY3" fmla="*/ 38218 h 40607"/>
                <a:gd name="csX4" fmla="*/ 39651 w 47294"/>
                <a:gd name="csY4" fmla="*/ 37263 h 40607"/>
                <a:gd name="csX5" fmla="*/ 38696 w 47294"/>
                <a:gd name="csY5" fmla="*/ 34874 h 40607"/>
                <a:gd name="csX6" fmla="*/ 38696 w 47294"/>
                <a:gd name="csY6" fmla="*/ 33441 h 40607"/>
                <a:gd name="csX7" fmla="*/ 38696 w 47294"/>
                <a:gd name="csY7" fmla="*/ 32008 h 40607"/>
                <a:gd name="csX8" fmla="*/ 38696 w 47294"/>
                <a:gd name="csY8" fmla="*/ 30575 h 40607"/>
                <a:gd name="csX9" fmla="*/ 38218 w 47294"/>
                <a:gd name="csY9" fmla="*/ 28186 h 40607"/>
                <a:gd name="csX10" fmla="*/ 36785 w 47294"/>
                <a:gd name="csY10" fmla="*/ 25320 h 40607"/>
                <a:gd name="csX11" fmla="*/ 32008 w 47294"/>
                <a:gd name="csY11" fmla="*/ 19587 h 40607"/>
                <a:gd name="csX12" fmla="*/ 30574 w 47294"/>
                <a:gd name="csY12" fmla="*/ 18154 h 40607"/>
                <a:gd name="csX13" fmla="*/ 28664 w 47294"/>
                <a:gd name="csY13" fmla="*/ 16721 h 40607"/>
                <a:gd name="csX14" fmla="*/ 27708 w 47294"/>
                <a:gd name="csY14" fmla="*/ 16243 h 40607"/>
                <a:gd name="csX15" fmla="*/ 25319 w 47294"/>
                <a:gd name="csY15" fmla="*/ 16243 h 40607"/>
                <a:gd name="csX16" fmla="*/ 24364 w 47294"/>
                <a:gd name="csY16" fmla="*/ 15765 h 40607"/>
                <a:gd name="csX17" fmla="*/ 22453 w 47294"/>
                <a:gd name="csY17" fmla="*/ 14809 h 40607"/>
                <a:gd name="csX18" fmla="*/ 21020 w 47294"/>
                <a:gd name="csY18" fmla="*/ 13854 h 40607"/>
                <a:gd name="csX19" fmla="*/ 16721 w 47294"/>
                <a:gd name="csY19" fmla="*/ 10510 h 40607"/>
                <a:gd name="csX20" fmla="*/ 14332 w 47294"/>
                <a:gd name="csY20" fmla="*/ 9555 h 40607"/>
                <a:gd name="csX21" fmla="*/ 13376 w 47294"/>
                <a:gd name="csY21" fmla="*/ 8121 h 40607"/>
                <a:gd name="csX22" fmla="*/ 6688 w 47294"/>
                <a:gd name="csY22" fmla="*/ 4299 h 40607"/>
                <a:gd name="csX23" fmla="*/ 4777 w 47294"/>
                <a:gd name="csY23" fmla="*/ 3344 h 40607"/>
                <a:gd name="csX24" fmla="*/ 2389 w 47294"/>
                <a:gd name="csY24" fmla="*/ 3344 h 40607"/>
                <a:gd name="csX25" fmla="*/ 0 w 47294"/>
                <a:gd name="csY25" fmla="*/ 2866 h 40607"/>
                <a:gd name="csX26" fmla="*/ 1910 w 47294"/>
                <a:gd name="csY26" fmla="*/ 2389 h 40607"/>
                <a:gd name="csX27" fmla="*/ 1910 w 47294"/>
                <a:gd name="csY27" fmla="*/ 956 h 40607"/>
                <a:gd name="csX28" fmla="*/ 1910 w 47294"/>
                <a:gd name="csY28" fmla="*/ 0 h 40607"/>
                <a:gd name="csX29" fmla="*/ 5255 w 47294"/>
                <a:gd name="csY29" fmla="*/ 1911 h 40607"/>
                <a:gd name="csX30" fmla="*/ 8599 w 47294"/>
                <a:gd name="csY30" fmla="*/ 3822 h 40607"/>
                <a:gd name="csX31" fmla="*/ 9555 w 47294"/>
                <a:gd name="csY31" fmla="*/ 5255 h 40607"/>
                <a:gd name="csX32" fmla="*/ 11465 w 47294"/>
                <a:gd name="csY32" fmla="*/ 5255 h 40607"/>
                <a:gd name="csX33" fmla="*/ 14809 w 47294"/>
                <a:gd name="csY33" fmla="*/ 6688 h 40607"/>
                <a:gd name="csX34" fmla="*/ 16721 w 47294"/>
                <a:gd name="csY34" fmla="*/ 7644 h 40607"/>
                <a:gd name="csX35" fmla="*/ 19109 w 47294"/>
                <a:gd name="csY35" fmla="*/ 9077 h 40607"/>
                <a:gd name="csX36" fmla="*/ 21020 w 47294"/>
                <a:gd name="csY36" fmla="*/ 10510 h 40607"/>
                <a:gd name="csX37" fmla="*/ 25797 w 47294"/>
                <a:gd name="csY37" fmla="*/ 11943 h 40607"/>
                <a:gd name="csX38" fmla="*/ 26275 w 47294"/>
                <a:gd name="csY38" fmla="*/ 12421 h 40607"/>
                <a:gd name="csX39" fmla="*/ 28664 w 47294"/>
                <a:gd name="csY39" fmla="*/ 14809 h 40607"/>
                <a:gd name="csX40" fmla="*/ 31530 w 47294"/>
                <a:gd name="csY40" fmla="*/ 17198 h 40607"/>
                <a:gd name="csX41" fmla="*/ 32485 w 47294"/>
                <a:gd name="csY41" fmla="*/ 18154 h 40607"/>
                <a:gd name="csX42" fmla="*/ 45384 w 47294"/>
                <a:gd name="csY42" fmla="*/ 27708 h 40607"/>
                <a:gd name="csX43" fmla="*/ 47295 w 47294"/>
                <a:gd name="csY43" fmla="*/ 30097 h 40607"/>
                <a:gd name="csX44" fmla="*/ 47295 w 47294"/>
                <a:gd name="csY44" fmla="*/ 32008 h 40607"/>
                <a:gd name="csX45" fmla="*/ 47295 w 47294"/>
                <a:gd name="csY45" fmla="*/ 32963 h 40607"/>
                <a:gd name="csX46" fmla="*/ 45862 w 47294"/>
                <a:gd name="csY46" fmla="*/ 34397 h 40607"/>
                <a:gd name="csX47" fmla="*/ 45862 w 47294"/>
                <a:gd name="csY47" fmla="*/ 36307 h 40607"/>
                <a:gd name="csX48" fmla="*/ 45384 w 47294"/>
                <a:gd name="csY48" fmla="*/ 37740 h 40607"/>
                <a:gd name="csX49" fmla="*/ 44428 w 47294"/>
                <a:gd name="csY49" fmla="*/ 39174 h 40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47294" h="40607">
                  <a:moveTo>
                    <a:pt x="44428" y="39174"/>
                  </a:moveTo>
                  <a:lnTo>
                    <a:pt x="42517" y="40607"/>
                  </a:lnTo>
                  <a:lnTo>
                    <a:pt x="41562" y="39651"/>
                  </a:lnTo>
                  <a:lnTo>
                    <a:pt x="40607" y="38218"/>
                  </a:lnTo>
                  <a:lnTo>
                    <a:pt x="39651" y="37263"/>
                  </a:lnTo>
                  <a:lnTo>
                    <a:pt x="38696" y="34874"/>
                  </a:lnTo>
                  <a:lnTo>
                    <a:pt x="38696" y="33441"/>
                  </a:lnTo>
                  <a:lnTo>
                    <a:pt x="38696" y="32008"/>
                  </a:lnTo>
                  <a:lnTo>
                    <a:pt x="38696" y="30575"/>
                  </a:lnTo>
                  <a:lnTo>
                    <a:pt x="38218" y="28186"/>
                  </a:lnTo>
                  <a:lnTo>
                    <a:pt x="36785" y="25320"/>
                  </a:lnTo>
                  <a:lnTo>
                    <a:pt x="32008" y="19587"/>
                  </a:lnTo>
                  <a:lnTo>
                    <a:pt x="30574" y="18154"/>
                  </a:lnTo>
                  <a:lnTo>
                    <a:pt x="28664" y="16721"/>
                  </a:lnTo>
                  <a:lnTo>
                    <a:pt x="27708" y="16243"/>
                  </a:lnTo>
                  <a:lnTo>
                    <a:pt x="25319" y="16243"/>
                  </a:lnTo>
                  <a:lnTo>
                    <a:pt x="24364" y="15765"/>
                  </a:lnTo>
                  <a:lnTo>
                    <a:pt x="22453" y="14809"/>
                  </a:lnTo>
                  <a:lnTo>
                    <a:pt x="21020" y="13854"/>
                  </a:lnTo>
                  <a:lnTo>
                    <a:pt x="16721" y="10510"/>
                  </a:lnTo>
                  <a:lnTo>
                    <a:pt x="14332" y="9555"/>
                  </a:lnTo>
                  <a:lnTo>
                    <a:pt x="13376" y="8121"/>
                  </a:lnTo>
                  <a:lnTo>
                    <a:pt x="6688" y="4299"/>
                  </a:lnTo>
                  <a:lnTo>
                    <a:pt x="4777" y="3344"/>
                  </a:lnTo>
                  <a:lnTo>
                    <a:pt x="2389" y="3344"/>
                  </a:lnTo>
                  <a:lnTo>
                    <a:pt x="0" y="2866"/>
                  </a:lnTo>
                  <a:lnTo>
                    <a:pt x="1910" y="2389"/>
                  </a:lnTo>
                  <a:lnTo>
                    <a:pt x="1910" y="956"/>
                  </a:lnTo>
                  <a:lnTo>
                    <a:pt x="1910" y="0"/>
                  </a:lnTo>
                  <a:lnTo>
                    <a:pt x="5255" y="1911"/>
                  </a:lnTo>
                  <a:lnTo>
                    <a:pt x="8599" y="3822"/>
                  </a:lnTo>
                  <a:lnTo>
                    <a:pt x="9555" y="5255"/>
                  </a:lnTo>
                  <a:lnTo>
                    <a:pt x="11465" y="5255"/>
                  </a:lnTo>
                  <a:lnTo>
                    <a:pt x="14809" y="6688"/>
                  </a:lnTo>
                  <a:lnTo>
                    <a:pt x="16721" y="7644"/>
                  </a:lnTo>
                  <a:lnTo>
                    <a:pt x="19109" y="9077"/>
                  </a:lnTo>
                  <a:lnTo>
                    <a:pt x="21020" y="10510"/>
                  </a:lnTo>
                  <a:lnTo>
                    <a:pt x="25797" y="11943"/>
                  </a:lnTo>
                  <a:lnTo>
                    <a:pt x="26275" y="12421"/>
                  </a:lnTo>
                  <a:lnTo>
                    <a:pt x="28664" y="14809"/>
                  </a:lnTo>
                  <a:lnTo>
                    <a:pt x="31530" y="17198"/>
                  </a:lnTo>
                  <a:lnTo>
                    <a:pt x="32485" y="18154"/>
                  </a:lnTo>
                  <a:lnTo>
                    <a:pt x="45384" y="27708"/>
                  </a:lnTo>
                  <a:lnTo>
                    <a:pt x="47295" y="30097"/>
                  </a:lnTo>
                  <a:lnTo>
                    <a:pt x="47295" y="32008"/>
                  </a:lnTo>
                  <a:lnTo>
                    <a:pt x="47295" y="32963"/>
                  </a:lnTo>
                  <a:lnTo>
                    <a:pt x="45862" y="34397"/>
                  </a:lnTo>
                  <a:lnTo>
                    <a:pt x="45862" y="36307"/>
                  </a:lnTo>
                  <a:lnTo>
                    <a:pt x="45384" y="37740"/>
                  </a:lnTo>
                  <a:lnTo>
                    <a:pt x="44428" y="3917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7" name="Freeform 5186">
              <a:extLst>
                <a:ext uri="{FF2B5EF4-FFF2-40B4-BE49-F238E27FC236}">
                  <a16:creationId xmlns:a16="http://schemas.microsoft.com/office/drawing/2014/main" id="{A3EB1D67-D808-26A8-D0A4-7830B9BB9528}"/>
                </a:ext>
              </a:extLst>
            </p:cNvPr>
            <p:cNvSpPr/>
            <p:nvPr/>
          </p:nvSpPr>
          <p:spPr>
            <a:xfrm>
              <a:off x="8857753" y="4777892"/>
              <a:ext cx="9554" cy="5254"/>
            </a:xfrm>
            <a:custGeom>
              <a:avLst/>
              <a:gdLst>
                <a:gd name="csX0" fmla="*/ 9555 w 9554"/>
                <a:gd name="csY0" fmla="*/ 4777 h 5254"/>
                <a:gd name="csX1" fmla="*/ 5255 w 9554"/>
                <a:gd name="csY1" fmla="*/ 5255 h 5254"/>
                <a:gd name="csX2" fmla="*/ 3822 w 9554"/>
                <a:gd name="csY2" fmla="*/ 4777 h 5254"/>
                <a:gd name="csX3" fmla="*/ 2866 w 9554"/>
                <a:gd name="csY3" fmla="*/ 3822 h 5254"/>
                <a:gd name="csX4" fmla="*/ 1433 w 9554"/>
                <a:gd name="csY4" fmla="*/ 1911 h 5254"/>
                <a:gd name="csX5" fmla="*/ 478 w 9554"/>
                <a:gd name="csY5" fmla="*/ 1911 h 5254"/>
                <a:gd name="csX6" fmla="*/ 0 w 9554"/>
                <a:gd name="csY6" fmla="*/ 1433 h 5254"/>
                <a:gd name="csX7" fmla="*/ 2866 w 9554"/>
                <a:gd name="csY7" fmla="*/ 0 h 5254"/>
                <a:gd name="csX8" fmla="*/ 5255 w 9554"/>
                <a:gd name="csY8" fmla="*/ 0 h 5254"/>
                <a:gd name="csX9" fmla="*/ 9077 w 9554"/>
                <a:gd name="csY9" fmla="*/ 1433 h 5254"/>
                <a:gd name="csX10" fmla="*/ 9555 w 9554"/>
                <a:gd name="csY10" fmla="*/ 1911 h 5254"/>
                <a:gd name="csX11" fmla="*/ 9555 w 9554"/>
                <a:gd name="csY11" fmla="*/ 2866 h 5254"/>
                <a:gd name="csX12" fmla="*/ 9555 w 9554"/>
                <a:gd name="csY12" fmla="*/ 4300 h 5254"/>
                <a:gd name="csX13" fmla="*/ 9555 w 9554"/>
                <a:gd name="csY13" fmla="*/ 4777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554" h="5254">
                  <a:moveTo>
                    <a:pt x="9555" y="4777"/>
                  </a:moveTo>
                  <a:lnTo>
                    <a:pt x="5255" y="5255"/>
                  </a:lnTo>
                  <a:lnTo>
                    <a:pt x="3822" y="4777"/>
                  </a:lnTo>
                  <a:lnTo>
                    <a:pt x="2866" y="3822"/>
                  </a:lnTo>
                  <a:lnTo>
                    <a:pt x="1433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2866" y="0"/>
                  </a:lnTo>
                  <a:lnTo>
                    <a:pt x="5255" y="0"/>
                  </a:lnTo>
                  <a:lnTo>
                    <a:pt x="9077" y="1433"/>
                  </a:lnTo>
                  <a:lnTo>
                    <a:pt x="9555" y="1911"/>
                  </a:lnTo>
                  <a:lnTo>
                    <a:pt x="9555" y="2866"/>
                  </a:lnTo>
                  <a:lnTo>
                    <a:pt x="9555" y="4300"/>
                  </a:lnTo>
                  <a:lnTo>
                    <a:pt x="9555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8" name="Freeform 5187">
              <a:extLst>
                <a:ext uri="{FF2B5EF4-FFF2-40B4-BE49-F238E27FC236}">
                  <a16:creationId xmlns:a16="http://schemas.microsoft.com/office/drawing/2014/main" id="{AFF010A3-46E0-B752-E49F-E28E526A3363}"/>
                </a:ext>
              </a:extLst>
            </p:cNvPr>
            <p:cNvSpPr/>
            <p:nvPr/>
          </p:nvSpPr>
          <p:spPr>
            <a:xfrm>
              <a:off x="8813324" y="4775025"/>
              <a:ext cx="2866" cy="1910"/>
            </a:xfrm>
            <a:custGeom>
              <a:avLst/>
              <a:gdLst>
                <a:gd name="csX0" fmla="*/ 2866 w 2866"/>
                <a:gd name="csY0" fmla="*/ 955 h 1910"/>
                <a:gd name="csX1" fmla="*/ 2389 w 2866"/>
                <a:gd name="csY1" fmla="*/ 1911 h 1910"/>
                <a:gd name="csX2" fmla="*/ 955 w 2866"/>
                <a:gd name="csY2" fmla="*/ 1911 h 1910"/>
                <a:gd name="csX3" fmla="*/ 0 w 2866"/>
                <a:gd name="csY3" fmla="*/ 1433 h 1910"/>
                <a:gd name="csX4" fmla="*/ 1433 w 2866"/>
                <a:gd name="csY4" fmla="*/ 1433 h 1910"/>
                <a:gd name="csX5" fmla="*/ 1910 w 2866"/>
                <a:gd name="csY5" fmla="*/ 478 h 1910"/>
                <a:gd name="csX6" fmla="*/ 2389 w 2866"/>
                <a:gd name="csY6" fmla="*/ 0 h 1910"/>
                <a:gd name="csX7" fmla="*/ 2866 w 2866"/>
                <a:gd name="csY7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1910">
                  <a:moveTo>
                    <a:pt x="2866" y="955"/>
                  </a:moveTo>
                  <a:lnTo>
                    <a:pt x="2389" y="1911"/>
                  </a:lnTo>
                  <a:lnTo>
                    <a:pt x="955" y="1911"/>
                  </a:lnTo>
                  <a:lnTo>
                    <a:pt x="0" y="1433"/>
                  </a:lnTo>
                  <a:lnTo>
                    <a:pt x="1433" y="1433"/>
                  </a:lnTo>
                  <a:lnTo>
                    <a:pt x="1910" y="478"/>
                  </a:lnTo>
                  <a:lnTo>
                    <a:pt x="2389" y="0"/>
                  </a:lnTo>
                  <a:lnTo>
                    <a:pt x="286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9" name="Freeform 5188">
              <a:extLst>
                <a:ext uri="{FF2B5EF4-FFF2-40B4-BE49-F238E27FC236}">
                  <a16:creationId xmlns:a16="http://schemas.microsoft.com/office/drawing/2014/main" id="{D6D6D5C4-4F57-A4E5-0F6F-44B16FCB2714}"/>
                </a:ext>
              </a:extLst>
            </p:cNvPr>
            <p:cNvSpPr/>
            <p:nvPr/>
          </p:nvSpPr>
          <p:spPr>
            <a:xfrm>
              <a:off x="8789438" y="4769770"/>
              <a:ext cx="18153" cy="4777"/>
            </a:xfrm>
            <a:custGeom>
              <a:avLst/>
              <a:gdLst>
                <a:gd name="csX0" fmla="*/ 10987 w 18153"/>
                <a:gd name="csY0" fmla="*/ 478 h 4777"/>
                <a:gd name="csX1" fmla="*/ 17198 w 18153"/>
                <a:gd name="csY1" fmla="*/ 1433 h 4777"/>
                <a:gd name="csX2" fmla="*/ 17676 w 18153"/>
                <a:gd name="csY2" fmla="*/ 1433 h 4777"/>
                <a:gd name="csX3" fmla="*/ 17676 w 18153"/>
                <a:gd name="csY3" fmla="*/ 956 h 4777"/>
                <a:gd name="csX4" fmla="*/ 18153 w 18153"/>
                <a:gd name="csY4" fmla="*/ 956 h 4777"/>
                <a:gd name="csX5" fmla="*/ 18153 w 18153"/>
                <a:gd name="csY5" fmla="*/ 956 h 4777"/>
                <a:gd name="csX6" fmla="*/ 18153 w 18153"/>
                <a:gd name="csY6" fmla="*/ 1911 h 4777"/>
                <a:gd name="csX7" fmla="*/ 17198 w 18153"/>
                <a:gd name="csY7" fmla="*/ 2389 h 4777"/>
                <a:gd name="csX8" fmla="*/ 16242 w 18153"/>
                <a:gd name="csY8" fmla="*/ 2389 h 4777"/>
                <a:gd name="csX9" fmla="*/ 15287 w 18153"/>
                <a:gd name="csY9" fmla="*/ 2389 h 4777"/>
                <a:gd name="csX10" fmla="*/ 13376 w 18153"/>
                <a:gd name="csY10" fmla="*/ 4300 h 4777"/>
                <a:gd name="csX11" fmla="*/ 12421 w 18153"/>
                <a:gd name="csY11" fmla="*/ 3822 h 4777"/>
                <a:gd name="csX12" fmla="*/ 10510 w 18153"/>
                <a:gd name="csY12" fmla="*/ 4300 h 4777"/>
                <a:gd name="csX13" fmla="*/ 8121 w 18153"/>
                <a:gd name="csY13" fmla="*/ 4300 h 4777"/>
                <a:gd name="csX14" fmla="*/ 4299 w 18153"/>
                <a:gd name="csY14" fmla="*/ 3822 h 4777"/>
                <a:gd name="csX15" fmla="*/ 3344 w 18153"/>
                <a:gd name="csY15" fmla="*/ 4300 h 4777"/>
                <a:gd name="csX16" fmla="*/ 2389 w 18153"/>
                <a:gd name="csY16" fmla="*/ 4300 h 4777"/>
                <a:gd name="csX17" fmla="*/ 955 w 18153"/>
                <a:gd name="csY17" fmla="*/ 4777 h 4777"/>
                <a:gd name="csX18" fmla="*/ 478 w 18153"/>
                <a:gd name="csY18" fmla="*/ 4777 h 4777"/>
                <a:gd name="csX19" fmla="*/ 0 w 18153"/>
                <a:gd name="csY19" fmla="*/ 3822 h 4777"/>
                <a:gd name="csX20" fmla="*/ 0 w 18153"/>
                <a:gd name="csY20" fmla="*/ 3344 h 4777"/>
                <a:gd name="csX21" fmla="*/ 1433 w 18153"/>
                <a:gd name="csY21" fmla="*/ 2867 h 4777"/>
                <a:gd name="csX22" fmla="*/ 1433 w 18153"/>
                <a:gd name="csY22" fmla="*/ 1433 h 4777"/>
                <a:gd name="csX23" fmla="*/ 2866 w 18153"/>
                <a:gd name="csY23" fmla="*/ 478 h 4777"/>
                <a:gd name="csX24" fmla="*/ 4777 w 18153"/>
                <a:gd name="csY24" fmla="*/ 478 h 4777"/>
                <a:gd name="csX25" fmla="*/ 6688 w 18153"/>
                <a:gd name="csY25" fmla="*/ 0 h 4777"/>
                <a:gd name="csX26" fmla="*/ 10987 w 18153"/>
                <a:gd name="csY26" fmla="*/ 478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8153" h="4777">
                  <a:moveTo>
                    <a:pt x="10987" y="478"/>
                  </a:moveTo>
                  <a:lnTo>
                    <a:pt x="17198" y="1433"/>
                  </a:lnTo>
                  <a:lnTo>
                    <a:pt x="17676" y="1433"/>
                  </a:lnTo>
                  <a:lnTo>
                    <a:pt x="17676" y="956"/>
                  </a:lnTo>
                  <a:lnTo>
                    <a:pt x="18153" y="956"/>
                  </a:lnTo>
                  <a:lnTo>
                    <a:pt x="18153" y="956"/>
                  </a:lnTo>
                  <a:lnTo>
                    <a:pt x="18153" y="1911"/>
                  </a:lnTo>
                  <a:lnTo>
                    <a:pt x="17198" y="2389"/>
                  </a:lnTo>
                  <a:lnTo>
                    <a:pt x="16242" y="2389"/>
                  </a:lnTo>
                  <a:lnTo>
                    <a:pt x="15287" y="2389"/>
                  </a:lnTo>
                  <a:lnTo>
                    <a:pt x="13376" y="4300"/>
                  </a:lnTo>
                  <a:lnTo>
                    <a:pt x="12421" y="3822"/>
                  </a:lnTo>
                  <a:lnTo>
                    <a:pt x="10510" y="4300"/>
                  </a:lnTo>
                  <a:lnTo>
                    <a:pt x="8121" y="4300"/>
                  </a:lnTo>
                  <a:lnTo>
                    <a:pt x="4299" y="3822"/>
                  </a:lnTo>
                  <a:lnTo>
                    <a:pt x="3344" y="4300"/>
                  </a:lnTo>
                  <a:lnTo>
                    <a:pt x="2389" y="4300"/>
                  </a:lnTo>
                  <a:lnTo>
                    <a:pt x="955" y="4777"/>
                  </a:lnTo>
                  <a:lnTo>
                    <a:pt x="478" y="4777"/>
                  </a:lnTo>
                  <a:lnTo>
                    <a:pt x="0" y="3822"/>
                  </a:lnTo>
                  <a:lnTo>
                    <a:pt x="0" y="3344"/>
                  </a:lnTo>
                  <a:lnTo>
                    <a:pt x="1433" y="2867"/>
                  </a:lnTo>
                  <a:lnTo>
                    <a:pt x="1433" y="1433"/>
                  </a:lnTo>
                  <a:lnTo>
                    <a:pt x="2866" y="478"/>
                  </a:lnTo>
                  <a:lnTo>
                    <a:pt x="4777" y="478"/>
                  </a:lnTo>
                  <a:lnTo>
                    <a:pt x="6688" y="0"/>
                  </a:lnTo>
                  <a:lnTo>
                    <a:pt x="1098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0" name="Freeform 5189">
              <a:extLst>
                <a:ext uri="{FF2B5EF4-FFF2-40B4-BE49-F238E27FC236}">
                  <a16:creationId xmlns:a16="http://schemas.microsoft.com/office/drawing/2014/main" id="{54E976B3-B290-563C-D5F6-CB7D0AA35EBA}"/>
                </a:ext>
              </a:extLst>
            </p:cNvPr>
            <p:cNvSpPr/>
            <p:nvPr/>
          </p:nvSpPr>
          <p:spPr>
            <a:xfrm>
              <a:off x="8849632" y="4759260"/>
              <a:ext cx="4299" cy="3822"/>
            </a:xfrm>
            <a:custGeom>
              <a:avLst/>
              <a:gdLst>
                <a:gd name="csX0" fmla="*/ 4300 w 4299"/>
                <a:gd name="csY0" fmla="*/ 3344 h 3822"/>
                <a:gd name="csX1" fmla="*/ 4300 w 4299"/>
                <a:gd name="csY1" fmla="*/ 3822 h 3822"/>
                <a:gd name="csX2" fmla="*/ 2866 w 4299"/>
                <a:gd name="csY2" fmla="*/ 3822 h 3822"/>
                <a:gd name="csX3" fmla="*/ 2389 w 4299"/>
                <a:gd name="csY3" fmla="*/ 3822 h 3822"/>
                <a:gd name="csX4" fmla="*/ 0 w 4299"/>
                <a:gd name="csY4" fmla="*/ 1911 h 3822"/>
                <a:gd name="csX5" fmla="*/ 0 w 4299"/>
                <a:gd name="csY5" fmla="*/ 956 h 3822"/>
                <a:gd name="csX6" fmla="*/ 478 w 4299"/>
                <a:gd name="csY6" fmla="*/ 0 h 3822"/>
                <a:gd name="csX7" fmla="*/ 1433 w 4299"/>
                <a:gd name="csY7" fmla="*/ 0 h 3822"/>
                <a:gd name="csX8" fmla="*/ 3344 w 4299"/>
                <a:gd name="csY8" fmla="*/ 956 h 3822"/>
                <a:gd name="csX9" fmla="*/ 4300 w 4299"/>
                <a:gd name="csY9" fmla="*/ 3344 h 3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3822">
                  <a:moveTo>
                    <a:pt x="4300" y="3344"/>
                  </a:moveTo>
                  <a:lnTo>
                    <a:pt x="4300" y="3822"/>
                  </a:lnTo>
                  <a:lnTo>
                    <a:pt x="2866" y="3822"/>
                  </a:lnTo>
                  <a:lnTo>
                    <a:pt x="2389" y="3822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3344" y="956"/>
                  </a:lnTo>
                  <a:lnTo>
                    <a:pt x="430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1" name="Freeform 5190">
              <a:extLst>
                <a:ext uri="{FF2B5EF4-FFF2-40B4-BE49-F238E27FC236}">
                  <a16:creationId xmlns:a16="http://schemas.microsoft.com/office/drawing/2014/main" id="{7D29AD0B-28C1-EECE-4E98-C6FDE27BE189}"/>
                </a:ext>
              </a:extLst>
            </p:cNvPr>
            <p:cNvSpPr/>
            <p:nvPr/>
          </p:nvSpPr>
          <p:spPr>
            <a:xfrm>
              <a:off x="8298809" y="4349368"/>
              <a:ext cx="1911" cy="2388"/>
            </a:xfrm>
            <a:custGeom>
              <a:avLst/>
              <a:gdLst>
                <a:gd name="csX0" fmla="*/ 1911 w 1911"/>
                <a:gd name="csY0" fmla="*/ 956 h 2388"/>
                <a:gd name="csX1" fmla="*/ 956 w 1911"/>
                <a:gd name="csY1" fmla="*/ 2389 h 2388"/>
                <a:gd name="csX2" fmla="*/ 0 w 1911"/>
                <a:gd name="csY2" fmla="*/ 2389 h 2388"/>
                <a:gd name="csX3" fmla="*/ 478 w 1911"/>
                <a:gd name="csY3" fmla="*/ 1911 h 2388"/>
                <a:gd name="csX4" fmla="*/ 1433 w 1911"/>
                <a:gd name="csY4" fmla="*/ 0 h 2388"/>
                <a:gd name="csX5" fmla="*/ 1911 w 1911"/>
                <a:gd name="csY5" fmla="*/ 0 h 2388"/>
                <a:gd name="csX6" fmla="*/ 1911 w 1911"/>
                <a:gd name="csY6" fmla="*/ 956 h 2388"/>
                <a:gd name="csX7" fmla="*/ 1911 w 1911"/>
                <a:gd name="csY7" fmla="*/ 956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2388">
                  <a:moveTo>
                    <a:pt x="1911" y="956"/>
                  </a:moveTo>
                  <a:lnTo>
                    <a:pt x="956" y="2389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1911" y="956"/>
                  </a:lnTo>
                  <a:lnTo>
                    <a:pt x="191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2" name="Freeform 5191">
              <a:extLst>
                <a:ext uri="{FF2B5EF4-FFF2-40B4-BE49-F238E27FC236}">
                  <a16:creationId xmlns:a16="http://schemas.microsoft.com/office/drawing/2014/main" id="{5D78EC80-5FC7-6421-AF44-0FE7530AB9AA}"/>
                </a:ext>
              </a:extLst>
            </p:cNvPr>
            <p:cNvSpPr/>
            <p:nvPr/>
          </p:nvSpPr>
          <p:spPr>
            <a:xfrm>
              <a:off x="8301198" y="4356057"/>
              <a:ext cx="2388" cy="2388"/>
            </a:xfrm>
            <a:custGeom>
              <a:avLst/>
              <a:gdLst>
                <a:gd name="csX0" fmla="*/ 956 w 2388"/>
                <a:gd name="csY0" fmla="*/ 2389 h 2388"/>
                <a:gd name="csX1" fmla="*/ 956 w 2388"/>
                <a:gd name="csY1" fmla="*/ 2389 h 2388"/>
                <a:gd name="csX2" fmla="*/ 0 w 2388"/>
                <a:gd name="csY2" fmla="*/ 2389 h 2388"/>
                <a:gd name="csX3" fmla="*/ 956 w 2388"/>
                <a:gd name="csY3" fmla="*/ 478 h 2388"/>
                <a:gd name="csX4" fmla="*/ 1911 w 2388"/>
                <a:gd name="csY4" fmla="*/ 0 h 2388"/>
                <a:gd name="csX5" fmla="*/ 2389 w 2388"/>
                <a:gd name="csY5" fmla="*/ 478 h 2388"/>
                <a:gd name="csX6" fmla="*/ 956 w 2388"/>
                <a:gd name="csY6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956" y="2389"/>
                  </a:moveTo>
                  <a:lnTo>
                    <a:pt x="956" y="2389"/>
                  </a:lnTo>
                  <a:lnTo>
                    <a:pt x="0" y="2389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95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3" name="Freeform 5192">
              <a:extLst>
                <a:ext uri="{FF2B5EF4-FFF2-40B4-BE49-F238E27FC236}">
                  <a16:creationId xmlns:a16="http://schemas.microsoft.com/office/drawing/2014/main" id="{A6D9711F-411D-DD09-B43A-23DB7EBD87E1}"/>
                </a:ext>
              </a:extLst>
            </p:cNvPr>
            <p:cNvSpPr/>
            <p:nvPr/>
          </p:nvSpPr>
          <p:spPr>
            <a:xfrm>
              <a:off x="8290688" y="4377076"/>
              <a:ext cx="3343" cy="2388"/>
            </a:xfrm>
            <a:custGeom>
              <a:avLst/>
              <a:gdLst>
                <a:gd name="csX0" fmla="*/ 2866 w 3343"/>
                <a:gd name="csY0" fmla="*/ 478 h 2388"/>
                <a:gd name="csX1" fmla="*/ 3344 w 3343"/>
                <a:gd name="csY1" fmla="*/ 2389 h 2388"/>
                <a:gd name="csX2" fmla="*/ 1911 w 3343"/>
                <a:gd name="csY2" fmla="*/ 2389 h 2388"/>
                <a:gd name="csX3" fmla="*/ 0 w 3343"/>
                <a:gd name="csY3" fmla="*/ 1433 h 2388"/>
                <a:gd name="csX4" fmla="*/ 0 w 3343"/>
                <a:gd name="csY4" fmla="*/ 956 h 2388"/>
                <a:gd name="csX5" fmla="*/ 0 w 3343"/>
                <a:gd name="csY5" fmla="*/ 478 h 2388"/>
                <a:gd name="csX6" fmla="*/ 478 w 3343"/>
                <a:gd name="csY6" fmla="*/ 0 h 2388"/>
                <a:gd name="csX7" fmla="*/ 2866 w 3343"/>
                <a:gd name="csY7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3" h="2388">
                  <a:moveTo>
                    <a:pt x="2866" y="478"/>
                  </a:moveTo>
                  <a:lnTo>
                    <a:pt x="3344" y="2389"/>
                  </a:lnTo>
                  <a:lnTo>
                    <a:pt x="1911" y="2389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4" name="Freeform 5193">
              <a:extLst>
                <a:ext uri="{FF2B5EF4-FFF2-40B4-BE49-F238E27FC236}">
                  <a16:creationId xmlns:a16="http://schemas.microsoft.com/office/drawing/2014/main" id="{673624A8-B23D-4FAA-D27C-E6A156C52449}"/>
                </a:ext>
              </a:extLst>
            </p:cNvPr>
            <p:cNvSpPr/>
            <p:nvPr/>
          </p:nvSpPr>
          <p:spPr>
            <a:xfrm>
              <a:off x="8286866" y="4381376"/>
              <a:ext cx="1433" cy="2866"/>
            </a:xfrm>
            <a:custGeom>
              <a:avLst/>
              <a:gdLst>
                <a:gd name="csX0" fmla="*/ 1433 w 1433"/>
                <a:gd name="csY0" fmla="*/ 1911 h 2866"/>
                <a:gd name="csX1" fmla="*/ 1433 w 1433"/>
                <a:gd name="csY1" fmla="*/ 2866 h 2866"/>
                <a:gd name="csX2" fmla="*/ 478 w 1433"/>
                <a:gd name="csY2" fmla="*/ 2389 h 2866"/>
                <a:gd name="csX3" fmla="*/ 0 w 1433"/>
                <a:gd name="csY3" fmla="*/ 1433 h 2866"/>
                <a:gd name="csX4" fmla="*/ 0 w 1433"/>
                <a:gd name="csY4" fmla="*/ 478 h 2866"/>
                <a:gd name="csX5" fmla="*/ 478 w 1433"/>
                <a:gd name="csY5" fmla="*/ 0 h 2866"/>
                <a:gd name="csX6" fmla="*/ 1433 w 1433"/>
                <a:gd name="csY6" fmla="*/ 478 h 2866"/>
                <a:gd name="csX7" fmla="*/ 1433 w 1433"/>
                <a:gd name="csY7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2866">
                  <a:moveTo>
                    <a:pt x="1433" y="1911"/>
                  </a:moveTo>
                  <a:lnTo>
                    <a:pt x="1433" y="2866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5" name="Freeform 5194">
              <a:extLst>
                <a:ext uri="{FF2B5EF4-FFF2-40B4-BE49-F238E27FC236}">
                  <a16:creationId xmlns:a16="http://schemas.microsoft.com/office/drawing/2014/main" id="{FC730F27-CC70-65E3-817F-EF16AD88B0BC}"/>
                </a:ext>
              </a:extLst>
            </p:cNvPr>
            <p:cNvSpPr/>
            <p:nvPr/>
          </p:nvSpPr>
          <p:spPr>
            <a:xfrm>
              <a:off x="8299765" y="4384720"/>
              <a:ext cx="3343" cy="3344"/>
            </a:xfrm>
            <a:custGeom>
              <a:avLst/>
              <a:gdLst>
                <a:gd name="csX0" fmla="*/ 1910 w 3343"/>
                <a:gd name="csY0" fmla="*/ 1911 h 3344"/>
                <a:gd name="csX1" fmla="*/ 478 w 3343"/>
                <a:gd name="csY1" fmla="*/ 3344 h 3344"/>
                <a:gd name="csX2" fmla="*/ 0 w 3343"/>
                <a:gd name="csY2" fmla="*/ 2866 h 3344"/>
                <a:gd name="csX3" fmla="*/ 478 w 3343"/>
                <a:gd name="csY3" fmla="*/ 1433 h 3344"/>
                <a:gd name="csX4" fmla="*/ 478 w 3343"/>
                <a:gd name="csY4" fmla="*/ 956 h 3344"/>
                <a:gd name="csX5" fmla="*/ 955 w 3343"/>
                <a:gd name="csY5" fmla="*/ 0 h 3344"/>
                <a:gd name="csX6" fmla="*/ 2389 w 3343"/>
                <a:gd name="csY6" fmla="*/ 0 h 3344"/>
                <a:gd name="csX7" fmla="*/ 3344 w 3343"/>
                <a:gd name="csY7" fmla="*/ 956 h 3344"/>
                <a:gd name="csX8" fmla="*/ 1910 w 3343"/>
                <a:gd name="csY8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3344">
                  <a:moveTo>
                    <a:pt x="1910" y="1911"/>
                  </a:moveTo>
                  <a:lnTo>
                    <a:pt x="478" y="3344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478" y="956"/>
                  </a:lnTo>
                  <a:lnTo>
                    <a:pt x="955" y="0"/>
                  </a:lnTo>
                  <a:lnTo>
                    <a:pt x="2389" y="0"/>
                  </a:lnTo>
                  <a:lnTo>
                    <a:pt x="3344" y="956"/>
                  </a:lnTo>
                  <a:lnTo>
                    <a:pt x="191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6" name="Freeform 5195">
              <a:extLst>
                <a:ext uri="{FF2B5EF4-FFF2-40B4-BE49-F238E27FC236}">
                  <a16:creationId xmlns:a16="http://schemas.microsoft.com/office/drawing/2014/main" id="{BCDAA898-73BF-066F-B249-D1AFFD89264B}"/>
                </a:ext>
              </a:extLst>
            </p:cNvPr>
            <p:cNvSpPr/>
            <p:nvPr/>
          </p:nvSpPr>
          <p:spPr>
            <a:xfrm>
              <a:off x="8258680" y="4391886"/>
              <a:ext cx="86947" cy="113699"/>
            </a:xfrm>
            <a:custGeom>
              <a:avLst/>
              <a:gdLst>
                <a:gd name="csX0" fmla="*/ 26753 w 86947"/>
                <a:gd name="csY0" fmla="*/ 0 h 113699"/>
                <a:gd name="csX1" fmla="*/ 29620 w 86947"/>
                <a:gd name="csY1" fmla="*/ 956 h 113699"/>
                <a:gd name="csX2" fmla="*/ 36308 w 86947"/>
                <a:gd name="csY2" fmla="*/ 4777 h 113699"/>
                <a:gd name="csX3" fmla="*/ 38697 w 86947"/>
                <a:gd name="csY3" fmla="*/ 5733 h 113699"/>
                <a:gd name="csX4" fmla="*/ 41563 w 86947"/>
                <a:gd name="csY4" fmla="*/ 6210 h 113699"/>
                <a:gd name="csX5" fmla="*/ 43474 w 86947"/>
                <a:gd name="csY5" fmla="*/ 6210 h 113699"/>
                <a:gd name="csX6" fmla="*/ 45384 w 86947"/>
                <a:gd name="csY6" fmla="*/ 5733 h 113699"/>
                <a:gd name="csX7" fmla="*/ 45862 w 86947"/>
                <a:gd name="csY7" fmla="*/ 4777 h 113699"/>
                <a:gd name="csX8" fmla="*/ 47295 w 86947"/>
                <a:gd name="csY8" fmla="*/ 2389 h 113699"/>
                <a:gd name="csX9" fmla="*/ 48729 w 86947"/>
                <a:gd name="csY9" fmla="*/ 2389 h 113699"/>
                <a:gd name="csX10" fmla="*/ 49684 w 86947"/>
                <a:gd name="csY10" fmla="*/ 3344 h 113699"/>
                <a:gd name="csX11" fmla="*/ 50162 w 86947"/>
                <a:gd name="csY11" fmla="*/ 4299 h 113699"/>
                <a:gd name="csX12" fmla="*/ 50640 w 86947"/>
                <a:gd name="csY12" fmla="*/ 5733 h 113699"/>
                <a:gd name="csX13" fmla="*/ 50162 w 86947"/>
                <a:gd name="csY13" fmla="*/ 7166 h 113699"/>
                <a:gd name="csX14" fmla="*/ 48729 w 86947"/>
                <a:gd name="csY14" fmla="*/ 9077 h 113699"/>
                <a:gd name="csX15" fmla="*/ 48251 w 86947"/>
                <a:gd name="csY15" fmla="*/ 10510 h 113699"/>
                <a:gd name="csX16" fmla="*/ 47295 w 86947"/>
                <a:gd name="csY16" fmla="*/ 16721 h 113699"/>
                <a:gd name="csX17" fmla="*/ 47295 w 86947"/>
                <a:gd name="csY17" fmla="*/ 18154 h 113699"/>
                <a:gd name="csX18" fmla="*/ 47773 w 86947"/>
                <a:gd name="csY18" fmla="*/ 20065 h 113699"/>
                <a:gd name="csX19" fmla="*/ 49206 w 86947"/>
                <a:gd name="csY19" fmla="*/ 22453 h 113699"/>
                <a:gd name="csX20" fmla="*/ 49684 w 86947"/>
                <a:gd name="csY20" fmla="*/ 23409 h 113699"/>
                <a:gd name="csX21" fmla="*/ 51595 w 86947"/>
                <a:gd name="csY21" fmla="*/ 24364 h 113699"/>
                <a:gd name="csX22" fmla="*/ 52073 w 86947"/>
                <a:gd name="csY22" fmla="*/ 24842 h 113699"/>
                <a:gd name="csX23" fmla="*/ 52073 w 86947"/>
                <a:gd name="csY23" fmla="*/ 26275 h 113699"/>
                <a:gd name="csX24" fmla="*/ 52550 w 86947"/>
                <a:gd name="csY24" fmla="*/ 27708 h 113699"/>
                <a:gd name="csX25" fmla="*/ 53506 w 86947"/>
                <a:gd name="csY25" fmla="*/ 27708 h 113699"/>
                <a:gd name="csX26" fmla="*/ 54939 w 86947"/>
                <a:gd name="csY26" fmla="*/ 28664 h 113699"/>
                <a:gd name="csX27" fmla="*/ 54461 w 86947"/>
                <a:gd name="csY27" fmla="*/ 29619 h 113699"/>
                <a:gd name="csX28" fmla="*/ 53506 w 86947"/>
                <a:gd name="csY28" fmla="*/ 31052 h 113699"/>
                <a:gd name="csX29" fmla="*/ 53028 w 86947"/>
                <a:gd name="csY29" fmla="*/ 34397 h 113699"/>
                <a:gd name="csX30" fmla="*/ 48729 w 86947"/>
                <a:gd name="csY30" fmla="*/ 41563 h 113699"/>
                <a:gd name="csX31" fmla="*/ 48729 w 86947"/>
                <a:gd name="csY31" fmla="*/ 42996 h 113699"/>
                <a:gd name="csX32" fmla="*/ 47295 w 86947"/>
                <a:gd name="csY32" fmla="*/ 46340 h 113699"/>
                <a:gd name="csX33" fmla="*/ 43951 w 86947"/>
                <a:gd name="csY33" fmla="*/ 46817 h 113699"/>
                <a:gd name="csX34" fmla="*/ 40129 w 86947"/>
                <a:gd name="csY34" fmla="*/ 48251 h 113699"/>
                <a:gd name="csX35" fmla="*/ 38218 w 86947"/>
                <a:gd name="csY35" fmla="*/ 49206 h 113699"/>
                <a:gd name="csX36" fmla="*/ 36308 w 86947"/>
                <a:gd name="csY36" fmla="*/ 51117 h 113699"/>
                <a:gd name="csX37" fmla="*/ 35830 w 86947"/>
                <a:gd name="csY37" fmla="*/ 53028 h 113699"/>
                <a:gd name="csX38" fmla="*/ 36308 w 86947"/>
                <a:gd name="csY38" fmla="*/ 53983 h 113699"/>
                <a:gd name="csX39" fmla="*/ 36786 w 86947"/>
                <a:gd name="csY39" fmla="*/ 54939 h 113699"/>
                <a:gd name="csX40" fmla="*/ 36786 w 86947"/>
                <a:gd name="csY40" fmla="*/ 55894 h 113699"/>
                <a:gd name="csX41" fmla="*/ 36308 w 86947"/>
                <a:gd name="csY41" fmla="*/ 56850 h 113699"/>
                <a:gd name="csX42" fmla="*/ 34397 w 86947"/>
                <a:gd name="csY42" fmla="*/ 58761 h 113699"/>
                <a:gd name="csX43" fmla="*/ 33441 w 86947"/>
                <a:gd name="csY43" fmla="*/ 60672 h 113699"/>
                <a:gd name="csX44" fmla="*/ 32963 w 86947"/>
                <a:gd name="csY44" fmla="*/ 61149 h 113699"/>
                <a:gd name="csX45" fmla="*/ 32486 w 86947"/>
                <a:gd name="csY45" fmla="*/ 62105 h 113699"/>
                <a:gd name="csX46" fmla="*/ 32486 w 86947"/>
                <a:gd name="csY46" fmla="*/ 63538 h 113699"/>
                <a:gd name="csX47" fmla="*/ 33441 w 86947"/>
                <a:gd name="csY47" fmla="*/ 64493 h 113699"/>
                <a:gd name="csX48" fmla="*/ 35352 w 86947"/>
                <a:gd name="csY48" fmla="*/ 68315 h 113699"/>
                <a:gd name="csX49" fmla="*/ 37741 w 86947"/>
                <a:gd name="csY49" fmla="*/ 72137 h 113699"/>
                <a:gd name="csX50" fmla="*/ 38218 w 86947"/>
                <a:gd name="csY50" fmla="*/ 72615 h 113699"/>
                <a:gd name="csX51" fmla="*/ 38218 w 86947"/>
                <a:gd name="csY51" fmla="*/ 73570 h 113699"/>
                <a:gd name="csX52" fmla="*/ 37263 w 86947"/>
                <a:gd name="csY52" fmla="*/ 74526 h 113699"/>
                <a:gd name="csX53" fmla="*/ 37263 w 86947"/>
                <a:gd name="csY53" fmla="*/ 76437 h 113699"/>
                <a:gd name="csX54" fmla="*/ 37741 w 86947"/>
                <a:gd name="csY54" fmla="*/ 78347 h 113699"/>
                <a:gd name="csX55" fmla="*/ 39652 w 86947"/>
                <a:gd name="csY55" fmla="*/ 82647 h 113699"/>
                <a:gd name="csX56" fmla="*/ 39652 w 86947"/>
                <a:gd name="csY56" fmla="*/ 84080 h 113699"/>
                <a:gd name="csX57" fmla="*/ 40607 w 86947"/>
                <a:gd name="csY57" fmla="*/ 85036 h 113699"/>
                <a:gd name="csX58" fmla="*/ 41563 w 86947"/>
                <a:gd name="csY58" fmla="*/ 85991 h 113699"/>
                <a:gd name="csX59" fmla="*/ 42518 w 86947"/>
                <a:gd name="csY59" fmla="*/ 86947 h 113699"/>
                <a:gd name="csX60" fmla="*/ 45862 w 86947"/>
                <a:gd name="csY60" fmla="*/ 87902 h 113699"/>
                <a:gd name="csX61" fmla="*/ 47295 w 86947"/>
                <a:gd name="csY61" fmla="*/ 88380 h 113699"/>
                <a:gd name="csX62" fmla="*/ 48729 w 86947"/>
                <a:gd name="csY62" fmla="*/ 88380 h 113699"/>
                <a:gd name="csX63" fmla="*/ 49206 w 86947"/>
                <a:gd name="csY63" fmla="*/ 87424 h 113699"/>
                <a:gd name="csX64" fmla="*/ 50162 w 86947"/>
                <a:gd name="csY64" fmla="*/ 87424 h 113699"/>
                <a:gd name="csX65" fmla="*/ 49684 w 86947"/>
                <a:gd name="csY65" fmla="*/ 86469 h 113699"/>
                <a:gd name="csX66" fmla="*/ 48251 w 86947"/>
                <a:gd name="csY66" fmla="*/ 85036 h 113699"/>
                <a:gd name="csX67" fmla="*/ 48251 w 86947"/>
                <a:gd name="csY67" fmla="*/ 84558 h 113699"/>
                <a:gd name="csX68" fmla="*/ 49206 w 86947"/>
                <a:gd name="csY68" fmla="*/ 83603 h 113699"/>
                <a:gd name="csX69" fmla="*/ 50162 w 86947"/>
                <a:gd name="csY69" fmla="*/ 83603 h 113699"/>
                <a:gd name="csX70" fmla="*/ 52073 w 86947"/>
                <a:gd name="csY70" fmla="*/ 82170 h 113699"/>
                <a:gd name="csX71" fmla="*/ 53984 w 86947"/>
                <a:gd name="csY71" fmla="*/ 81214 h 113699"/>
                <a:gd name="csX72" fmla="*/ 56850 w 86947"/>
                <a:gd name="csY72" fmla="*/ 81214 h 113699"/>
                <a:gd name="csX73" fmla="*/ 59716 w 86947"/>
                <a:gd name="csY73" fmla="*/ 81692 h 113699"/>
                <a:gd name="csX74" fmla="*/ 61627 w 86947"/>
                <a:gd name="csY74" fmla="*/ 82647 h 113699"/>
                <a:gd name="csX75" fmla="*/ 63061 w 86947"/>
                <a:gd name="csY75" fmla="*/ 83603 h 113699"/>
                <a:gd name="csX76" fmla="*/ 64493 w 86947"/>
                <a:gd name="csY76" fmla="*/ 85513 h 113699"/>
                <a:gd name="csX77" fmla="*/ 65927 w 86947"/>
                <a:gd name="csY77" fmla="*/ 87902 h 113699"/>
                <a:gd name="csX78" fmla="*/ 65927 w 86947"/>
                <a:gd name="csY78" fmla="*/ 88858 h 113699"/>
                <a:gd name="csX79" fmla="*/ 65449 w 86947"/>
                <a:gd name="csY79" fmla="*/ 89813 h 113699"/>
                <a:gd name="csX80" fmla="*/ 65449 w 86947"/>
                <a:gd name="csY80" fmla="*/ 91246 h 113699"/>
                <a:gd name="csX81" fmla="*/ 66405 w 86947"/>
                <a:gd name="csY81" fmla="*/ 91724 h 113699"/>
                <a:gd name="csX82" fmla="*/ 68793 w 86947"/>
                <a:gd name="csY82" fmla="*/ 91724 h 113699"/>
                <a:gd name="csX83" fmla="*/ 70227 w 86947"/>
                <a:gd name="csY83" fmla="*/ 90291 h 113699"/>
                <a:gd name="csX84" fmla="*/ 70227 w 86947"/>
                <a:gd name="csY84" fmla="*/ 88380 h 113699"/>
                <a:gd name="csX85" fmla="*/ 69271 w 86947"/>
                <a:gd name="csY85" fmla="*/ 87424 h 113699"/>
                <a:gd name="csX86" fmla="*/ 69749 w 86947"/>
                <a:gd name="csY86" fmla="*/ 86469 h 113699"/>
                <a:gd name="csX87" fmla="*/ 70704 w 86947"/>
                <a:gd name="csY87" fmla="*/ 85991 h 113699"/>
                <a:gd name="csX88" fmla="*/ 71659 w 86947"/>
                <a:gd name="csY88" fmla="*/ 86469 h 113699"/>
                <a:gd name="csX89" fmla="*/ 73093 w 86947"/>
                <a:gd name="csY89" fmla="*/ 87902 h 113699"/>
                <a:gd name="csX90" fmla="*/ 76915 w 86947"/>
                <a:gd name="csY90" fmla="*/ 88858 h 113699"/>
                <a:gd name="csX91" fmla="*/ 77870 w 86947"/>
                <a:gd name="csY91" fmla="*/ 88858 h 113699"/>
                <a:gd name="csX92" fmla="*/ 78825 w 86947"/>
                <a:gd name="csY92" fmla="*/ 89335 h 113699"/>
                <a:gd name="csX93" fmla="*/ 80259 w 86947"/>
                <a:gd name="csY93" fmla="*/ 90291 h 113699"/>
                <a:gd name="csX94" fmla="*/ 81214 w 86947"/>
                <a:gd name="csY94" fmla="*/ 90769 h 113699"/>
                <a:gd name="csX95" fmla="*/ 80259 w 86947"/>
                <a:gd name="csY95" fmla="*/ 92202 h 113699"/>
                <a:gd name="csX96" fmla="*/ 76437 w 86947"/>
                <a:gd name="csY96" fmla="*/ 92679 h 113699"/>
                <a:gd name="csX97" fmla="*/ 75004 w 86947"/>
                <a:gd name="csY97" fmla="*/ 93635 h 113699"/>
                <a:gd name="csX98" fmla="*/ 76437 w 86947"/>
                <a:gd name="csY98" fmla="*/ 96024 h 113699"/>
                <a:gd name="csX99" fmla="*/ 78348 w 86947"/>
                <a:gd name="csY99" fmla="*/ 97935 h 113699"/>
                <a:gd name="csX100" fmla="*/ 79304 w 86947"/>
                <a:gd name="csY100" fmla="*/ 99368 h 113699"/>
                <a:gd name="csX101" fmla="*/ 80736 w 86947"/>
                <a:gd name="csY101" fmla="*/ 100801 h 113699"/>
                <a:gd name="csX102" fmla="*/ 80259 w 86947"/>
                <a:gd name="csY102" fmla="*/ 102234 h 113699"/>
                <a:gd name="csX103" fmla="*/ 79781 w 86947"/>
                <a:gd name="csY103" fmla="*/ 103667 h 113699"/>
                <a:gd name="csX104" fmla="*/ 81692 w 86947"/>
                <a:gd name="csY104" fmla="*/ 103667 h 113699"/>
                <a:gd name="csX105" fmla="*/ 83125 w 86947"/>
                <a:gd name="csY105" fmla="*/ 103667 h 113699"/>
                <a:gd name="csX106" fmla="*/ 85514 w 86947"/>
                <a:gd name="csY106" fmla="*/ 105100 h 113699"/>
                <a:gd name="csX107" fmla="*/ 85991 w 86947"/>
                <a:gd name="csY107" fmla="*/ 105100 h 113699"/>
                <a:gd name="csX108" fmla="*/ 86947 w 86947"/>
                <a:gd name="csY108" fmla="*/ 105100 h 113699"/>
                <a:gd name="csX109" fmla="*/ 86947 w 86947"/>
                <a:gd name="csY109" fmla="*/ 109400 h 113699"/>
                <a:gd name="csX110" fmla="*/ 85514 w 86947"/>
                <a:gd name="csY110" fmla="*/ 113700 h 113699"/>
                <a:gd name="csX111" fmla="*/ 83125 w 86947"/>
                <a:gd name="csY111" fmla="*/ 113222 h 113699"/>
                <a:gd name="csX112" fmla="*/ 81692 w 86947"/>
                <a:gd name="csY112" fmla="*/ 111311 h 113699"/>
                <a:gd name="csX113" fmla="*/ 82170 w 86947"/>
                <a:gd name="csY113" fmla="*/ 109400 h 113699"/>
                <a:gd name="csX114" fmla="*/ 83125 w 86947"/>
                <a:gd name="csY114" fmla="*/ 107489 h 113699"/>
                <a:gd name="csX115" fmla="*/ 82647 w 86947"/>
                <a:gd name="csY115" fmla="*/ 107011 h 113699"/>
                <a:gd name="csX116" fmla="*/ 81214 w 86947"/>
                <a:gd name="csY116" fmla="*/ 107011 h 113699"/>
                <a:gd name="csX117" fmla="*/ 80259 w 86947"/>
                <a:gd name="csY117" fmla="*/ 107489 h 113699"/>
                <a:gd name="csX118" fmla="*/ 78825 w 86947"/>
                <a:gd name="csY118" fmla="*/ 107489 h 113699"/>
                <a:gd name="csX119" fmla="*/ 76915 w 86947"/>
                <a:gd name="csY119" fmla="*/ 107489 h 113699"/>
                <a:gd name="csX120" fmla="*/ 72138 w 86947"/>
                <a:gd name="csY120" fmla="*/ 105100 h 113699"/>
                <a:gd name="csX121" fmla="*/ 70704 w 86947"/>
                <a:gd name="csY121" fmla="*/ 105100 h 113699"/>
                <a:gd name="csX122" fmla="*/ 70227 w 86947"/>
                <a:gd name="csY122" fmla="*/ 103667 h 113699"/>
                <a:gd name="csX123" fmla="*/ 70227 w 86947"/>
                <a:gd name="csY123" fmla="*/ 101756 h 113699"/>
                <a:gd name="csX124" fmla="*/ 68316 w 86947"/>
                <a:gd name="csY124" fmla="*/ 99368 h 113699"/>
                <a:gd name="csX125" fmla="*/ 67838 w 86947"/>
                <a:gd name="csY125" fmla="*/ 98412 h 113699"/>
                <a:gd name="csX126" fmla="*/ 67360 w 86947"/>
                <a:gd name="csY126" fmla="*/ 97457 h 113699"/>
                <a:gd name="csX127" fmla="*/ 62105 w 86947"/>
                <a:gd name="csY127" fmla="*/ 94590 h 113699"/>
                <a:gd name="csX128" fmla="*/ 61627 w 86947"/>
                <a:gd name="csY128" fmla="*/ 94113 h 113699"/>
                <a:gd name="csX129" fmla="*/ 60194 w 86947"/>
                <a:gd name="csY129" fmla="*/ 92202 h 113699"/>
                <a:gd name="csX130" fmla="*/ 56372 w 86947"/>
                <a:gd name="csY130" fmla="*/ 88858 h 113699"/>
                <a:gd name="csX131" fmla="*/ 55417 w 86947"/>
                <a:gd name="csY131" fmla="*/ 88380 h 113699"/>
                <a:gd name="csX132" fmla="*/ 53984 w 86947"/>
                <a:gd name="csY132" fmla="*/ 88380 h 113699"/>
                <a:gd name="csX133" fmla="*/ 53506 w 86947"/>
                <a:gd name="csY133" fmla="*/ 89335 h 113699"/>
                <a:gd name="csX134" fmla="*/ 53984 w 86947"/>
                <a:gd name="csY134" fmla="*/ 90291 h 113699"/>
                <a:gd name="csX135" fmla="*/ 54461 w 86947"/>
                <a:gd name="csY135" fmla="*/ 91724 h 113699"/>
                <a:gd name="csX136" fmla="*/ 54461 w 86947"/>
                <a:gd name="csY136" fmla="*/ 92679 h 113699"/>
                <a:gd name="csX137" fmla="*/ 54461 w 86947"/>
                <a:gd name="csY137" fmla="*/ 93635 h 113699"/>
                <a:gd name="csX138" fmla="*/ 56372 w 86947"/>
                <a:gd name="csY138" fmla="*/ 95068 h 113699"/>
                <a:gd name="csX139" fmla="*/ 56372 w 86947"/>
                <a:gd name="csY139" fmla="*/ 96024 h 113699"/>
                <a:gd name="csX140" fmla="*/ 57806 w 86947"/>
                <a:gd name="csY140" fmla="*/ 98412 h 113699"/>
                <a:gd name="csX141" fmla="*/ 57806 w 86947"/>
                <a:gd name="csY141" fmla="*/ 100801 h 113699"/>
                <a:gd name="csX142" fmla="*/ 56372 w 86947"/>
                <a:gd name="csY142" fmla="*/ 102234 h 113699"/>
                <a:gd name="csX143" fmla="*/ 54461 w 86947"/>
                <a:gd name="csY143" fmla="*/ 100801 h 113699"/>
                <a:gd name="csX144" fmla="*/ 54461 w 86947"/>
                <a:gd name="csY144" fmla="*/ 99845 h 113699"/>
                <a:gd name="csX145" fmla="*/ 54461 w 86947"/>
                <a:gd name="csY145" fmla="*/ 98890 h 113699"/>
                <a:gd name="csX146" fmla="*/ 52550 w 86947"/>
                <a:gd name="csY146" fmla="*/ 96501 h 113699"/>
                <a:gd name="csX147" fmla="*/ 52073 w 86947"/>
                <a:gd name="csY147" fmla="*/ 96024 h 113699"/>
                <a:gd name="csX148" fmla="*/ 48729 w 86947"/>
                <a:gd name="csY148" fmla="*/ 93635 h 113699"/>
                <a:gd name="csX149" fmla="*/ 45862 w 86947"/>
                <a:gd name="csY149" fmla="*/ 91246 h 113699"/>
                <a:gd name="csX150" fmla="*/ 40129 w 86947"/>
                <a:gd name="csY150" fmla="*/ 88380 h 113699"/>
                <a:gd name="csX151" fmla="*/ 39174 w 86947"/>
                <a:gd name="csY151" fmla="*/ 87902 h 113699"/>
                <a:gd name="csX152" fmla="*/ 38218 w 86947"/>
                <a:gd name="csY152" fmla="*/ 88380 h 113699"/>
                <a:gd name="csX153" fmla="*/ 37263 w 86947"/>
                <a:gd name="csY153" fmla="*/ 88858 h 113699"/>
                <a:gd name="csX154" fmla="*/ 34397 w 86947"/>
                <a:gd name="csY154" fmla="*/ 90291 h 113699"/>
                <a:gd name="csX155" fmla="*/ 33441 w 86947"/>
                <a:gd name="csY155" fmla="*/ 91246 h 113699"/>
                <a:gd name="csX156" fmla="*/ 33441 w 86947"/>
                <a:gd name="csY156" fmla="*/ 92679 h 113699"/>
                <a:gd name="csX157" fmla="*/ 31531 w 86947"/>
                <a:gd name="csY157" fmla="*/ 93635 h 113699"/>
                <a:gd name="csX158" fmla="*/ 28664 w 86947"/>
                <a:gd name="csY158" fmla="*/ 93635 h 113699"/>
                <a:gd name="csX159" fmla="*/ 26275 w 86947"/>
                <a:gd name="csY159" fmla="*/ 93157 h 113699"/>
                <a:gd name="csX160" fmla="*/ 24842 w 86947"/>
                <a:gd name="csY160" fmla="*/ 91724 h 113699"/>
                <a:gd name="csX161" fmla="*/ 23409 w 86947"/>
                <a:gd name="csY161" fmla="*/ 91724 h 113699"/>
                <a:gd name="csX162" fmla="*/ 21498 w 86947"/>
                <a:gd name="csY162" fmla="*/ 89335 h 113699"/>
                <a:gd name="csX163" fmla="*/ 19109 w 86947"/>
                <a:gd name="csY163" fmla="*/ 88858 h 113699"/>
                <a:gd name="csX164" fmla="*/ 17676 w 86947"/>
                <a:gd name="csY164" fmla="*/ 90769 h 113699"/>
                <a:gd name="csX165" fmla="*/ 17199 w 86947"/>
                <a:gd name="csY165" fmla="*/ 87424 h 113699"/>
                <a:gd name="csX166" fmla="*/ 17199 w 86947"/>
                <a:gd name="csY166" fmla="*/ 83603 h 113699"/>
                <a:gd name="csX167" fmla="*/ 17676 w 86947"/>
                <a:gd name="csY167" fmla="*/ 82647 h 113699"/>
                <a:gd name="csX168" fmla="*/ 18632 w 86947"/>
                <a:gd name="csY168" fmla="*/ 81692 h 113699"/>
                <a:gd name="csX169" fmla="*/ 22931 w 86947"/>
                <a:gd name="csY169" fmla="*/ 77870 h 113699"/>
                <a:gd name="csX170" fmla="*/ 23409 w 86947"/>
                <a:gd name="csY170" fmla="*/ 76914 h 113699"/>
                <a:gd name="csX171" fmla="*/ 23409 w 86947"/>
                <a:gd name="csY171" fmla="*/ 75004 h 113699"/>
                <a:gd name="csX172" fmla="*/ 22454 w 86947"/>
                <a:gd name="csY172" fmla="*/ 73570 h 113699"/>
                <a:gd name="csX173" fmla="*/ 20543 w 86947"/>
                <a:gd name="csY173" fmla="*/ 73093 h 113699"/>
                <a:gd name="csX174" fmla="*/ 18632 w 86947"/>
                <a:gd name="csY174" fmla="*/ 72615 h 113699"/>
                <a:gd name="csX175" fmla="*/ 17676 w 86947"/>
                <a:gd name="csY175" fmla="*/ 71659 h 113699"/>
                <a:gd name="csX176" fmla="*/ 16243 w 86947"/>
                <a:gd name="csY176" fmla="*/ 70704 h 113699"/>
                <a:gd name="csX177" fmla="*/ 15765 w 86947"/>
                <a:gd name="csY177" fmla="*/ 72615 h 113699"/>
                <a:gd name="csX178" fmla="*/ 16243 w 86947"/>
                <a:gd name="csY178" fmla="*/ 75959 h 113699"/>
                <a:gd name="csX179" fmla="*/ 16721 w 86947"/>
                <a:gd name="csY179" fmla="*/ 77870 h 113699"/>
                <a:gd name="csX180" fmla="*/ 15765 w 86947"/>
                <a:gd name="csY180" fmla="*/ 78825 h 113699"/>
                <a:gd name="csX181" fmla="*/ 14810 w 86947"/>
                <a:gd name="csY181" fmla="*/ 78825 h 113699"/>
                <a:gd name="csX182" fmla="*/ 13377 w 86947"/>
                <a:gd name="csY182" fmla="*/ 78825 h 113699"/>
                <a:gd name="csX183" fmla="*/ 12421 w 86947"/>
                <a:gd name="csY183" fmla="*/ 77870 h 113699"/>
                <a:gd name="csX184" fmla="*/ 11943 w 86947"/>
                <a:gd name="csY184" fmla="*/ 75959 h 113699"/>
                <a:gd name="csX185" fmla="*/ 10510 w 86947"/>
                <a:gd name="csY185" fmla="*/ 74526 h 113699"/>
                <a:gd name="csX186" fmla="*/ 9555 w 86947"/>
                <a:gd name="csY186" fmla="*/ 72137 h 113699"/>
                <a:gd name="csX187" fmla="*/ 9077 w 86947"/>
                <a:gd name="csY187" fmla="*/ 72137 h 113699"/>
                <a:gd name="csX188" fmla="*/ 7644 w 86947"/>
                <a:gd name="csY188" fmla="*/ 72137 h 113699"/>
                <a:gd name="csX189" fmla="*/ 6211 w 86947"/>
                <a:gd name="csY189" fmla="*/ 71182 h 113699"/>
                <a:gd name="csX190" fmla="*/ 5733 w 86947"/>
                <a:gd name="csY190" fmla="*/ 68793 h 113699"/>
                <a:gd name="csX191" fmla="*/ 5733 w 86947"/>
                <a:gd name="csY191" fmla="*/ 66404 h 113699"/>
                <a:gd name="csX192" fmla="*/ 4777 w 86947"/>
                <a:gd name="csY192" fmla="*/ 64016 h 113699"/>
                <a:gd name="csX193" fmla="*/ 3822 w 86947"/>
                <a:gd name="csY193" fmla="*/ 62105 h 113699"/>
                <a:gd name="csX194" fmla="*/ 3344 w 86947"/>
                <a:gd name="csY194" fmla="*/ 60194 h 113699"/>
                <a:gd name="csX195" fmla="*/ 2867 w 86947"/>
                <a:gd name="csY195" fmla="*/ 52550 h 113699"/>
                <a:gd name="csX196" fmla="*/ 2389 w 86947"/>
                <a:gd name="csY196" fmla="*/ 52072 h 113699"/>
                <a:gd name="csX197" fmla="*/ 1911 w 86947"/>
                <a:gd name="csY197" fmla="*/ 51595 h 113699"/>
                <a:gd name="csX198" fmla="*/ 956 w 86947"/>
                <a:gd name="csY198" fmla="*/ 50639 h 113699"/>
                <a:gd name="csX199" fmla="*/ 0 w 86947"/>
                <a:gd name="csY199" fmla="*/ 49684 h 113699"/>
                <a:gd name="csX200" fmla="*/ 0 w 86947"/>
                <a:gd name="csY200" fmla="*/ 48728 h 113699"/>
                <a:gd name="csX201" fmla="*/ 478 w 86947"/>
                <a:gd name="csY201" fmla="*/ 44906 h 113699"/>
                <a:gd name="csX202" fmla="*/ 478 w 86947"/>
                <a:gd name="csY202" fmla="*/ 43951 h 113699"/>
                <a:gd name="csX203" fmla="*/ 1433 w 86947"/>
                <a:gd name="csY203" fmla="*/ 43473 h 113699"/>
                <a:gd name="csX204" fmla="*/ 2389 w 86947"/>
                <a:gd name="csY204" fmla="*/ 44429 h 113699"/>
                <a:gd name="csX205" fmla="*/ 3344 w 86947"/>
                <a:gd name="csY205" fmla="*/ 45384 h 113699"/>
                <a:gd name="csX206" fmla="*/ 4300 w 86947"/>
                <a:gd name="csY206" fmla="*/ 45862 h 113699"/>
                <a:gd name="csX207" fmla="*/ 5255 w 86947"/>
                <a:gd name="csY207" fmla="*/ 46340 h 113699"/>
                <a:gd name="csX208" fmla="*/ 7166 w 86947"/>
                <a:gd name="csY208" fmla="*/ 48251 h 113699"/>
                <a:gd name="csX209" fmla="*/ 8122 w 86947"/>
                <a:gd name="csY209" fmla="*/ 48728 h 113699"/>
                <a:gd name="csX210" fmla="*/ 10033 w 86947"/>
                <a:gd name="csY210" fmla="*/ 48728 h 113699"/>
                <a:gd name="csX211" fmla="*/ 11466 w 86947"/>
                <a:gd name="csY211" fmla="*/ 48251 h 113699"/>
                <a:gd name="csX212" fmla="*/ 11943 w 86947"/>
                <a:gd name="csY212" fmla="*/ 47773 h 113699"/>
                <a:gd name="csX213" fmla="*/ 12421 w 86947"/>
                <a:gd name="csY213" fmla="*/ 46817 h 113699"/>
                <a:gd name="csX214" fmla="*/ 12421 w 86947"/>
                <a:gd name="csY214" fmla="*/ 45384 h 113699"/>
                <a:gd name="csX215" fmla="*/ 10988 w 86947"/>
                <a:gd name="csY215" fmla="*/ 42040 h 113699"/>
                <a:gd name="csX216" fmla="*/ 10988 w 86947"/>
                <a:gd name="csY216" fmla="*/ 39651 h 113699"/>
                <a:gd name="csX217" fmla="*/ 10988 w 86947"/>
                <a:gd name="csY217" fmla="*/ 37740 h 113699"/>
                <a:gd name="csX218" fmla="*/ 10988 w 86947"/>
                <a:gd name="csY218" fmla="*/ 35352 h 113699"/>
                <a:gd name="csX219" fmla="*/ 12899 w 86947"/>
                <a:gd name="csY219" fmla="*/ 31530 h 113699"/>
                <a:gd name="csX220" fmla="*/ 12899 w 86947"/>
                <a:gd name="csY220" fmla="*/ 29141 h 113699"/>
                <a:gd name="csX221" fmla="*/ 12899 w 86947"/>
                <a:gd name="csY221" fmla="*/ 25797 h 113699"/>
                <a:gd name="csX222" fmla="*/ 13377 w 86947"/>
                <a:gd name="csY222" fmla="*/ 23886 h 113699"/>
                <a:gd name="csX223" fmla="*/ 13377 w 86947"/>
                <a:gd name="csY223" fmla="*/ 22453 h 113699"/>
                <a:gd name="csX224" fmla="*/ 11943 w 86947"/>
                <a:gd name="csY224" fmla="*/ 20542 h 113699"/>
                <a:gd name="csX225" fmla="*/ 11943 w 86947"/>
                <a:gd name="csY225" fmla="*/ 18631 h 113699"/>
                <a:gd name="csX226" fmla="*/ 14810 w 86947"/>
                <a:gd name="csY226" fmla="*/ 8599 h 113699"/>
                <a:gd name="csX227" fmla="*/ 15765 w 86947"/>
                <a:gd name="csY227" fmla="*/ 6688 h 113699"/>
                <a:gd name="csX228" fmla="*/ 16243 w 86947"/>
                <a:gd name="csY228" fmla="*/ 4777 h 113699"/>
                <a:gd name="csX229" fmla="*/ 16721 w 86947"/>
                <a:gd name="csY229" fmla="*/ 2389 h 113699"/>
                <a:gd name="csX230" fmla="*/ 18632 w 86947"/>
                <a:gd name="csY230" fmla="*/ 1433 h 113699"/>
                <a:gd name="csX231" fmla="*/ 21020 w 86947"/>
                <a:gd name="csY231" fmla="*/ 478 h 113699"/>
                <a:gd name="csX232" fmla="*/ 21976 w 86947"/>
                <a:gd name="csY232" fmla="*/ 478 h 113699"/>
                <a:gd name="csX233" fmla="*/ 22931 w 86947"/>
                <a:gd name="csY233" fmla="*/ 478 h 113699"/>
                <a:gd name="csX234" fmla="*/ 25798 w 86947"/>
                <a:gd name="csY234" fmla="*/ 0 h 113699"/>
                <a:gd name="csX235" fmla="*/ 26753 w 86947"/>
                <a:gd name="csY235" fmla="*/ 0 h 113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</a:cxnLst>
              <a:rect l="l" t="t" r="r" b="b"/>
              <a:pathLst>
                <a:path w="86947" h="113699">
                  <a:moveTo>
                    <a:pt x="26753" y="0"/>
                  </a:moveTo>
                  <a:lnTo>
                    <a:pt x="29620" y="956"/>
                  </a:lnTo>
                  <a:lnTo>
                    <a:pt x="36308" y="4777"/>
                  </a:lnTo>
                  <a:lnTo>
                    <a:pt x="38697" y="5733"/>
                  </a:lnTo>
                  <a:lnTo>
                    <a:pt x="41563" y="6210"/>
                  </a:lnTo>
                  <a:lnTo>
                    <a:pt x="43474" y="6210"/>
                  </a:lnTo>
                  <a:lnTo>
                    <a:pt x="45384" y="5733"/>
                  </a:lnTo>
                  <a:lnTo>
                    <a:pt x="45862" y="4777"/>
                  </a:lnTo>
                  <a:lnTo>
                    <a:pt x="47295" y="2389"/>
                  </a:lnTo>
                  <a:lnTo>
                    <a:pt x="48729" y="2389"/>
                  </a:lnTo>
                  <a:lnTo>
                    <a:pt x="49684" y="3344"/>
                  </a:lnTo>
                  <a:lnTo>
                    <a:pt x="50162" y="4299"/>
                  </a:lnTo>
                  <a:lnTo>
                    <a:pt x="50640" y="5733"/>
                  </a:lnTo>
                  <a:lnTo>
                    <a:pt x="50162" y="7166"/>
                  </a:lnTo>
                  <a:lnTo>
                    <a:pt x="48729" y="9077"/>
                  </a:lnTo>
                  <a:lnTo>
                    <a:pt x="48251" y="10510"/>
                  </a:lnTo>
                  <a:lnTo>
                    <a:pt x="47295" y="16721"/>
                  </a:lnTo>
                  <a:lnTo>
                    <a:pt x="47295" y="18154"/>
                  </a:lnTo>
                  <a:lnTo>
                    <a:pt x="47773" y="20065"/>
                  </a:lnTo>
                  <a:lnTo>
                    <a:pt x="49206" y="22453"/>
                  </a:lnTo>
                  <a:lnTo>
                    <a:pt x="49684" y="23409"/>
                  </a:lnTo>
                  <a:lnTo>
                    <a:pt x="51595" y="24364"/>
                  </a:lnTo>
                  <a:lnTo>
                    <a:pt x="52073" y="24842"/>
                  </a:lnTo>
                  <a:lnTo>
                    <a:pt x="52073" y="26275"/>
                  </a:lnTo>
                  <a:lnTo>
                    <a:pt x="52550" y="27708"/>
                  </a:lnTo>
                  <a:lnTo>
                    <a:pt x="53506" y="27708"/>
                  </a:lnTo>
                  <a:lnTo>
                    <a:pt x="54939" y="28664"/>
                  </a:lnTo>
                  <a:lnTo>
                    <a:pt x="54461" y="29619"/>
                  </a:lnTo>
                  <a:lnTo>
                    <a:pt x="53506" y="31052"/>
                  </a:lnTo>
                  <a:lnTo>
                    <a:pt x="53028" y="34397"/>
                  </a:lnTo>
                  <a:lnTo>
                    <a:pt x="48729" y="41563"/>
                  </a:lnTo>
                  <a:lnTo>
                    <a:pt x="48729" y="42996"/>
                  </a:lnTo>
                  <a:lnTo>
                    <a:pt x="47295" y="46340"/>
                  </a:lnTo>
                  <a:lnTo>
                    <a:pt x="43951" y="46817"/>
                  </a:lnTo>
                  <a:lnTo>
                    <a:pt x="40129" y="48251"/>
                  </a:lnTo>
                  <a:lnTo>
                    <a:pt x="38218" y="49206"/>
                  </a:lnTo>
                  <a:lnTo>
                    <a:pt x="36308" y="51117"/>
                  </a:lnTo>
                  <a:lnTo>
                    <a:pt x="35830" y="53028"/>
                  </a:lnTo>
                  <a:lnTo>
                    <a:pt x="36308" y="53983"/>
                  </a:lnTo>
                  <a:lnTo>
                    <a:pt x="36786" y="54939"/>
                  </a:lnTo>
                  <a:lnTo>
                    <a:pt x="36786" y="55894"/>
                  </a:lnTo>
                  <a:lnTo>
                    <a:pt x="36308" y="56850"/>
                  </a:lnTo>
                  <a:lnTo>
                    <a:pt x="34397" y="58761"/>
                  </a:lnTo>
                  <a:lnTo>
                    <a:pt x="33441" y="60672"/>
                  </a:lnTo>
                  <a:lnTo>
                    <a:pt x="32963" y="61149"/>
                  </a:lnTo>
                  <a:lnTo>
                    <a:pt x="32486" y="62105"/>
                  </a:lnTo>
                  <a:lnTo>
                    <a:pt x="32486" y="63538"/>
                  </a:lnTo>
                  <a:lnTo>
                    <a:pt x="33441" y="64493"/>
                  </a:lnTo>
                  <a:lnTo>
                    <a:pt x="35352" y="68315"/>
                  </a:lnTo>
                  <a:lnTo>
                    <a:pt x="37741" y="72137"/>
                  </a:lnTo>
                  <a:lnTo>
                    <a:pt x="38218" y="72615"/>
                  </a:lnTo>
                  <a:lnTo>
                    <a:pt x="38218" y="73570"/>
                  </a:lnTo>
                  <a:lnTo>
                    <a:pt x="37263" y="74526"/>
                  </a:lnTo>
                  <a:lnTo>
                    <a:pt x="37263" y="76437"/>
                  </a:lnTo>
                  <a:lnTo>
                    <a:pt x="37741" y="78347"/>
                  </a:lnTo>
                  <a:lnTo>
                    <a:pt x="39652" y="82647"/>
                  </a:lnTo>
                  <a:lnTo>
                    <a:pt x="39652" y="84080"/>
                  </a:lnTo>
                  <a:lnTo>
                    <a:pt x="40607" y="85036"/>
                  </a:lnTo>
                  <a:lnTo>
                    <a:pt x="41563" y="85991"/>
                  </a:lnTo>
                  <a:lnTo>
                    <a:pt x="42518" y="86947"/>
                  </a:lnTo>
                  <a:lnTo>
                    <a:pt x="45862" y="87902"/>
                  </a:lnTo>
                  <a:lnTo>
                    <a:pt x="47295" y="88380"/>
                  </a:lnTo>
                  <a:lnTo>
                    <a:pt x="48729" y="88380"/>
                  </a:lnTo>
                  <a:lnTo>
                    <a:pt x="49206" y="87424"/>
                  </a:lnTo>
                  <a:lnTo>
                    <a:pt x="50162" y="87424"/>
                  </a:lnTo>
                  <a:lnTo>
                    <a:pt x="49684" y="86469"/>
                  </a:lnTo>
                  <a:lnTo>
                    <a:pt x="48251" y="85036"/>
                  </a:lnTo>
                  <a:lnTo>
                    <a:pt x="48251" y="84558"/>
                  </a:lnTo>
                  <a:lnTo>
                    <a:pt x="49206" y="83603"/>
                  </a:lnTo>
                  <a:lnTo>
                    <a:pt x="50162" y="83603"/>
                  </a:lnTo>
                  <a:lnTo>
                    <a:pt x="52073" y="82170"/>
                  </a:lnTo>
                  <a:lnTo>
                    <a:pt x="53984" y="81214"/>
                  </a:lnTo>
                  <a:lnTo>
                    <a:pt x="56850" y="81214"/>
                  </a:lnTo>
                  <a:lnTo>
                    <a:pt x="59716" y="81692"/>
                  </a:lnTo>
                  <a:lnTo>
                    <a:pt x="61627" y="82647"/>
                  </a:lnTo>
                  <a:lnTo>
                    <a:pt x="63061" y="83603"/>
                  </a:lnTo>
                  <a:lnTo>
                    <a:pt x="64493" y="85513"/>
                  </a:lnTo>
                  <a:lnTo>
                    <a:pt x="65927" y="87902"/>
                  </a:lnTo>
                  <a:lnTo>
                    <a:pt x="65927" y="88858"/>
                  </a:lnTo>
                  <a:lnTo>
                    <a:pt x="65449" y="89813"/>
                  </a:lnTo>
                  <a:lnTo>
                    <a:pt x="65449" y="91246"/>
                  </a:lnTo>
                  <a:lnTo>
                    <a:pt x="66405" y="91724"/>
                  </a:lnTo>
                  <a:lnTo>
                    <a:pt x="68793" y="91724"/>
                  </a:lnTo>
                  <a:lnTo>
                    <a:pt x="70227" y="90291"/>
                  </a:lnTo>
                  <a:lnTo>
                    <a:pt x="70227" y="88380"/>
                  </a:lnTo>
                  <a:lnTo>
                    <a:pt x="69271" y="87424"/>
                  </a:lnTo>
                  <a:lnTo>
                    <a:pt x="69749" y="86469"/>
                  </a:lnTo>
                  <a:lnTo>
                    <a:pt x="70704" y="85991"/>
                  </a:lnTo>
                  <a:lnTo>
                    <a:pt x="71659" y="86469"/>
                  </a:lnTo>
                  <a:lnTo>
                    <a:pt x="73093" y="87902"/>
                  </a:lnTo>
                  <a:lnTo>
                    <a:pt x="76915" y="88858"/>
                  </a:lnTo>
                  <a:lnTo>
                    <a:pt x="77870" y="88858"/>
                  </a:lnTo>
                  <a:lnTo>
                    <a:pt x="78825" y="89335"/>
                  </a:lnTo>
                  <a:lnTo>
                    <a:pt x="80259" y="90291"/>
                  </a:lnTo>
                  <a:lnTo>
                    <a:pt x="81214" y="90769"/>
                  </a:lnTo>
                  <a:lnTo>
                    <a:pt x="80259" y="92202"/>
                  </a:lnTo>
                  <a:lnTo>
                    <a:pt x="76437" y="92679"/>
                  </a:lnTo>
                  <a:lnTo>
                    <a:pt x="75004" y="93635"/>
                  </a:lnTo>
                  <a:lnTo>
                    <a:pt x="76437" y="96024"/>
                  </a:lnTo>
                  <a:lnTo>
                    <a:pt x="78348" y="97935"/>
                  </a:lnTo>
                  <a:lnTo>
                    <a:pt x="79304" y="99368"/>
                  </a:lnTo>
                  <a:lnTo>
                    <a:pt x="80736" y="100801"/>
                  </a:lnTo>
                  <a:lnTo>
                    <a:pt x="80259" y="102234"/>
                  </a:lnTo>
                  <a:lnTo>
                    <a:pt x="79781" y="103667"/>
                  </a:lnTo>
                  <a:lnTo>
                    <a:pt x="81692" y="103667"/>
                  </a:lnTo>
                  <a:lnTo>
                    <a:pt x="83125" y="103667"/>
                  </a:lnTo>
                  <a:lnTo>
                    <a:pt x="85514" y="105100"/>
                  </a:lnTo>
                  <a:lnTo>
                    <a:pt x="85991" y="105100"/>
                  </a:lnTo>
                  <a:lnTo>
                    <a:pt x="86947" y="105100"/>
                  </a:lnTo>
                  <a:lnTo>
                    <a:pt x="86947" y="109400"/>
                  </a:lnTo>
                  <a:lnTo>
                    <a:pt x="85514" y="113700"/>
                  </a:lnTo>
                  <a:lnTo>
                    <a:pt x="83125" y="113222"/>
                  </a:lnTo>
                  <a:lnTo>
                    <a:pt x="81692" y="111311"/>
                  </a:lnTo>
                  <a:lnTo>
                    <a:pt x="82170" y="109400"/>
                  </a:lnTo>
                  <a:lnTo>
                    <a:pt x="83125" y="107489"/>
                  </a:lnTo>
                  <a:lnTo>
                    <a:pt x="82647" y="107011"/>
                  </a:lnTo>
                  <a:lnTo>
                    <a:pt x="81214" y="107011"/>
                  </a:lnTo>
                  <a:lnTo>
                    <a:pt x="80259" y="107489"/>
                  </a:lnTo>
                  <a:lnTo>
                    <a:pt x="78825" y="107489"/>
                  </a:lnTo>
                  <a:lnTo>
                    <a:pt x="76915" y="107489"/>
                  </a:lnTo>
                  <a:lnTo>
                    <a:pt x="72138" y="105100"/>
                  </a:lnTo>
                  <a:lnTo>
                    <a:pt x="70704" y="105100"/>
                  </a:lnTo>
                  <a:lnTo>
                    <a:pt x="70227" y="103667"/>
                  </a:lnTo>
                  <a:lnTo>
                    <a:pt x="70227" y="101756"/>
                  </a:lnTo>
                  <a:lnTo>
                    <a:pt x="68316" y="99368"/>
                  </a:lnTo>
                  <a:lnTo>
                    <a:pt x="67838" y="98412"/>
                  </a:lnTo>
                  <a:lnTo>
                    <a:pt x="67360" y="97457"/>
                  </a:lnTo>
                  <a:lnTo>
                    <a:pt x="62105" y="94590"/>
                  </a:lnTo>
                  <a:lnTo>
                    <a:pt x="61627" y="94113"/>
                  </a:lnTo>
                  <a:lnTo>
                    <a:pt x="60194" y="92202"/>
                  </a:lnTo>
                  <a:lnTo>
                    <a:pt x="56372" y="88858"/>
                  </a:lnTo>
                  <a:lnTo>
                    <a:pt x="55417" y="88380"/>
                  </a:lnTo>
                  <a:lnTo>
                    <a:pt x="53984" y="88380"/>
                  </a:lnTo>
                  <a:lnTo>
                    <a:pt x="53506" y="89335"/>
                  </a:lnTo>
                  <a:lnTo>
                    <a:pt x="53984" y="90291"/>
                  </a:lnTo>
                  <a:lnTo>
                    <a:pt x="54461" y="91724"/>
                  </a:lnTo>
                  <a:lnTo>
                    <a:pt x="54461" y="92679"/>
                  </a:lnTo>
                  <a:lnTo>
                    <a:pt x="54461" y="93635"/>
                  </a:lnTo>
                  <a:lnTo>
                    <a:pt x="56372" y="95068"/>
                  </a:lnTo>
                  <a:lnTo>
                    <a:pt x="56372" y="96024"/>
                  </a:lnTo>
                  <a:lnTo>
                    <a:pt x="57806" y="98412"/>
                  </a:lnTo>
                  <a:lnTo>
                    <a:pt x="57806" y="100801"/>
                  </a:lnTo>
                  <a:lnTo>
                    <a:pt x="56372" y="102234"/>
                  </a:lnTo>
                  <a:lnTo>
                    <a:pt x="54461" y="100801"/>
                  </a:lnTo>
                  <a:lnTo>
                    <a:pt x="54461" y="99845"/>
                  </a:lnTo>
                  <a:lnTo>
                    <a:pt x="54461" y="98890"/>
                  </a:lnTo>
                  <a:lnTo>
                    <a:pt x="52550" y="96501"/>
                  </a:lnTo>
                  <a:lnTo>
                    <a:pt x="52073" y="96024"/>
                  </a:lnTo>
                  <a:lnTo>
                    <a:pt x="48729" y="93635"/>
                  </a:lnTo>
                  <a:lnTo>
                    <a:pt x="45862" y="91246"/>
                  </a:lnTo>
                  <a:lnTo>
                    <a:pt x="40129" y="88380"/>
                  </a:lnTo>
                  <a:lnTo>
                    <a:pt x="39174" y="87902"/>
                  </a:lnTo>
                  <a:lnTo>
                    <a:pt x="38218" y="88380"/>
                  </a:lnTo>
                  <a:lnTo>
                    <a:pt x="37263" y="88858"/>
                  </a:lnTo>
                  <a:lnTo>
                    <a:pt x="34397" y="90291"/>
                  </a:lnTo>
                  <a:lnTo>
                    <a:pt x="33441" y="91246"/>
                  </a:lnTo>
                  <a:lnTo>
                    <a:pt x="33441" y="92679"/>
                  </a:lnTo>
                  <a:lnTo>
                    <a:pt x="31531" y="93635"/>
                  </a:lnTo>
                  <a:lnTo>
                    <a:pt x="28664" y="93635"/>
                  </a:lnTo>
                  <a:lnTo>
                    <a:pt x="26275" y="93157"/>
                  </a:lnTo>
                  <a:lnTo>
                    <a:pt x="24842" y="91724"/>
                  </a:lnTo>
                  <a:lnTo>
                    <a:pt x="23409" y="91724"/>
                  </a:lnTo>
                  <a:lnTo>
                    <a:pt x="21498" y="89335"/>
                  </a:lnTo>
                  <a:lnTo>
                    <a:pt x="19109" y="88858"/>
                  </a:lnTo>
                  <a:lnTo>
                    <a:pt x="17676" y="90769"/>
                  </a:lnTo>
                  <a:lnTo>
                    <a:pt x="17199" y="87424"/>
                  </a:lnTo>
                  <a:lnTo>
                    <a:pt x="17199" y="83603"/>
                  </a:lnTo>
                  <a:lnTo>
                    <a:pt x="17676" y="82647"/>
                  </a:lnTo>
                  <a:lnTo>
                    <a:pt x="18632" y="81692"/>
                  </a:lnTo>
                  <a:lnTo>
                    <a:pt x="22931" y="77870"/>
                  </a:lnTo>
                  <a:lnTo>
                    <a:pt x="23409" y="76914"/>
                  </a:lnTo>
                  <a:lnTo>
                    <a:pt x="23409" y="75004"/>
                  </a:lnTo>
                  <a:lnTo>
                    <a:pt x="22454" y="73570"/>
                  </a:lnTo>
                  <a:lnTo>
                    <a:pt x="20543" y="73093"/>
                  </a:lnTo>
                  <a:lnTo>
                    <a:pt x="18632" y="72615"/>
                  </a:lnTo>
                  <a:lnTo>
                    <a:pt x="17676" y="71659"/>
                  </a:lnTo>
                  <a:lnTo>
                    <a:pt x="16243" y="70704"/>
                  </a:lnTo>
                  <a:lnTo>
                    <a:pt x="15765" y="72615"/>
                  </a:lnTo>
                  <a:lnTo>
                    <a:pt x="16243" y="75959"/>
                  </a:lnTo>
                  <a:lnTo>
                    <a:pt x="16721" y="77870"/>
                  </a:lnTo>
                  <a:lnTo>
                    <a:pt x="15765" y="78825"/>
                  </a:lnTo>
                  <a:lnTo>
                    <a:pt x="14810" y="78825"/>
                  </a:lnTo>
                  <a:lnTo>
                    <a:pt x="13377" y="78825"/>
                  </a:lnTo>
                  <a:lnTo>
                    <a:pt x="12421" y="77870"/>
                  </a:lnTo>
                  <a:lnTo>
                    <a:pt x="11943" y="75959"/>
                  </a:lnTo>
                  <a:lnTo>
                    <a:pt x="10510" y="74526"/>
                  </a:lnTo>
                  <a:lnTo>
                    <a:pt x="9555" y="72137"/>
                  </a:lnTo>
                  <a:lnTo>
                    <a:pt x="9077" y="72137"/>
                  </a:lnTo>
                  <a:lnTo>
                    <a:pt x="7644" y="72137"/>
                  </a:lnTo>
                  <a:lnTo>
                    <a:pt x="6211" y="71182"/>
                  </a:lnTo>
                  <a:lnTo>
                    <a:pt x="5733" y="68793"/>
                  </a:lnTo>
                  <a:lnTo>
                    <a:pt x="5733" y="66404"/>
                  </a:lnTo>
                  <a:lnTo>
                    <a:pt x="4777" y="64016"/>
                  </a:lnTo>
                  <a:lnTo>
                    <a:pt x="3822" y="62105"/>
                  </a:lnTo>
                  <a:lnTo>
                    <a:pt x="3344" y="60194"/>
                  </a:lnTo>
                  <a:lnTo>
                    <a:pt x="2867" y="52550"/>
                  </a:lnTo>
                  <a:lnTo>
                    <a:pt x="2389" y="52072"/>
                  </a:lnTo>
                  <a:lnTo>
                    <a:pt x="1911" y="51595"/>
                  </a:lnTo>
                  <a:lnTo>
                    <a:pt x="956" y="50639"/>
                  </a:lnTo>
                  <a:lnTo>
                    <a:pt x="0" y="49684"/>
                  </a:lnTo>
                  <a:lnTo>
                    <a:pt x="0" y="48728"/>
                  </a:lnTo>
                  <a:lnTo>
                    <a:pt x="478" y="44906"/>
                  </a:lnTo>
                  <a:lnTo>
                    <a:pt x="478" y="43951"/>
                  </a:lnTo>
                  <a:lnTo>
                    <a:pt x="1433" y="43473"/>
                  </a:lnTo>
                  <a:lnTo>
                    <a:pt x="2389" y="44429"/>
                  </a:lnTo>
                  <a:lnTo>
                    <a:pt x="3344" y="45384"/>
                  </a:lnTo>
                  <a:lnTo>
                    <a:pt x="4300" y="45862"/>
                  </a:lnTo>
                  <a:lnTo>
                    <a:pt x="5255" y="46340"/>
                  </a:lnTo>
                  <a:lnTo>
                    <a:pt x="7166" y="48251"/>
                  </a:lnTo>
                  <a:lnTo>
                    <a:pt x="8122" y="48728"/>
                  </a:lnTo>
                  <a:lnTo>
                    <a:pt x="10033" y="48728"/>
                  </a:lnTo>
                  <a:lnTo>
                    <a:pt x="11466" y="48251"/>
                  </a:lnTo>
                  <a:lnTo>
                    <a:pt x="11943" y="47773"/>
                  </a:lnTo>
                  <a:lnTo>
                    <a:pt x="12421" y="46817"/>
                  </a:lnTo>
                  <a:lnTo>
                    <a:pt x="12421" y="45384"/>
                  </a:lnTo>
                  <a:lnTo>
                    <a:pt x="10988" y="42040"/>
                  </a:lnTo>
                  <a:lnTo>
                    <a:pt x="10988" y="39651"/>
                  </a:lnTo>
                  <a:lnTo>
                    <a:pt x="10988" y="37740"/>
                  </a:lnTo>
                  <a:lnTo>
                    <a:pt x="10988" y="35352"/>
                  </a:lnTo>
                  <a:lnTo>
                    <a:pt x="12899" y="31530"/>
                  </a:lnTo>
                  <a:lnTo>
                    <a:pt x="12899" y="29141"/>
                  </a:lnTo>
                  <a:lnTo>
                    <a:pt x="12899" y="25797"/>
                  </a:lnTo>
                  <a:lnTo>
                    <a:pt x="13377" y="23886"/>
                  </a:lnTo>
                  <a:lnTo>
                    <a:pt x="13377" y="22453"/>
                  </a:lnTo>
                  <a:lnTo>
                    <a:pt x="11943" y="20542"/>
                  </a:lnTo>
                  <a:lnTo>
                    <a:pt x="11943" y="18631"/>
                  </a:lnTo>
                  <a:lnTo>
                    <a:pt x="14810" y="8599"/>
                  </a:lnTo>
                  <a:lnTo>
                    <a:pt x="15765" y="6688"/>
                  </a:lnTo>
                  <a:lnTo>
                    <a:pt x="16243" y="4777"/>
                  </a:lnTo>
                  <a:lnTo>
                    <a:pt x="16721" y="2389"/>
                  </a:lnTo>
                  <a:lnTo>
                    <a:pt x="18632" y="1433"/>
                  </a:lnTo>
                  <a:lnTo>
                    <a:pt x="21020" y="478"/>
                  </a:lnTo>
                  <a:lnTo>
                    <a:pt x="21976" y="478"/>
                  </a:lnTo>
                  <a:lnTo>
                    <a:pt x="22931" y="478"/>
                  </a:lnTo>
                  <a:lnTo>
                    <a:pt x="25798" y="0"/>
                  </a:lnTo>
                  <a:lnTo>
                    <a:pt x="2675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7" name="Freeform 5196">
              <a:extLst>
                <a:ext uri="{FF2B5EF4-FFF2-40B4-BE49-F238E27FC236}">
                  <a16:creationId xmlns:a16="http://schemas.microsoft.com/office/drawing/2014/main" id="{AB6DFE17-B231-5068-4115-75C2A81E98F6}"/>
                </a:ext>
              </a:extLst>
            </p:cNvPr>
            <p:cNvSpPr/>
            <p:nvPr/>
          </p:nvSpPr>
          <p:spPr>
            <a:xfrm>
              <a:off x="8299765" y="4459246"/>
              <a:ext cx="4299" cy="7643"/>
            </a:xfrm>
            <a:custGeom>
              <a:avLst/>
              <a:gdLst>
                <a:gd name="csX0" fmla="*/ 3821 w 4299"/>
                <a:gd name="csY0" fmla="*/ 956 h 7643"/>
                <a:gd name="csX1" fmla="*/ 4299 w 4299"/>
                <a:gd name="csY1" fmla="*/ 1433 h 7643"/>
                <a:gd name="csX2" fmla="*/ 3821 w 4299"/>
                <a:gd name="csY2" fmla="*/ 1433 h 7643"/>
                <a:gd name="csX3" fmla="*/ 3821 w 4299"/>
                <a:gd name="csY3" fmla="*/ 1911 h 7643"/>
                <a:gd name="csX4" fmla="*/ 2866 w 4299"/>
                <a:gd name="csY4" fmla="*/ 2867 h 7643"/>
                <a:gd name="csX5" fmla="*/ 3821 w 4299"/>
                <a:gd name="csY5" fmla="*/ 5733 h 7643"/>
                <a:gd name="csX6" fmla="*/ 3344 w 4299"/>
                <a:gd name="csY6" fmla="*/ 7644 h 7643"/>
                <a:gd name="csX7" fmla="*/ 1910 w 4299"/>
                <a:gd name="csY7" fmla="*/ 7644 h 7643"/>
                <a:gd name="csX8" fmla="*/ 1433 w 4299"/>
                <a:gd name="csY8" fmla="*/ 7166 h 7643"/>
                <a:gd name="csX9" fmla="*/ 1910 w 4299"/>
                <a:gd name="csY9" fmla="*/ 6210 h 7643"/>
                <a:gd name="csX10" fmla="*/ 1910 w 4299"/>
                <a:gd name="csY10" fmla="*/ 6210 h 7643"/>
                <a:gd name="csX11" fmla="*/ 1910 w 4299"/>
                <a:gd name="csY11" fmla="*/ 4777 h 7643"/>
                <a:gd name="csX12" fmla="*/ 955 w 4299"/>
                <a:gd name="csY12" fmla="*/ 4300 h 7643"/>
                <a:gd name="csX13" fmla="*/ 478 w 4299"/>
                <a:gd name="csY13" fmla="*/ 2389 h 7643"/>
                <a:gd name="csX14" fmla="*/ 0 w 4299"/>
                <a:gd name="csY14" fmla="*/ 1911 h 7643"/>
                <a:gd name="csX15" fmla="*/ 0 w 4299"/>
                <a:gd name="csY15" fmla="*/ 478 h 7643"/>
                <a:gd name="csX16" fmla="*/ 2866 w 4299"/>
                <a:gd name="csY16" fmla="*/ 0 h 7643"/>
                <a:gd name="csX17" fmla="*/ 3821 w 4299"/>
                <a:gd name="csY17" fmla="*/ 956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299" h="7643">
                  <a:moveTo>
                    <a:pt x="3821" y="956"/>
                  </a:moveTo>
                  <a:lnTo>
                    <a:pt x="4299" y="1433"/>
                  </a:lnTo>
                  <a:lnTo>
                    <a:pt x="3821" y="1433"/>
                  </a:lnTo>
                  <a:lnTo>
                    <a:pt x="3821" y="1911"/>
                  </a:lnTo>
                  <a:lnTo>
                    <a:pt x="2866" y="2867"/>
                  </a:lnTo>
                  <a:lnTo>
                    <a:pt x="3821" y="5733"/>
                  </a:lnTo>
                  <a:lnTo>
                    <a:pt x="3344" y="7644"/>
                  </a:lnTo>
                  <a:lnTo>
                    <a:pt x="1910" y="7644"/>
                  </a:lnTo>
                  <a:lnTo>
                    <a:pt x="1433" y="7166"/>
                  </a:lnTo>
                  <a:lnTo>
                    <a:pt x="1910" y="6210"/>
                  </a:lnTo>
                  <a:lnTo>
                    <a:pt x="1910" y="6210"/>
                  </a:lnTo>
                  <a:lnTo>
                    <a:pt x="1910" y="4777"/>
                  </a:lnTo>
                  <a:lnTo>
                    <a:pt x="955" y="4300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2866" y="0"/>
                  </a:lnTo>
                  <a:lnTo>
                    <a:pt x="3821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8" name="Freeform 5197">
              <a:extLst>
                <a:ext uri="{FF2B5EF4-FFF2-40B4-BE49-F238E27FC236}">
                  <a16:creationId xmlns:a16="http://schemas.microsoft.com/office/drawing/2014/main" id="{4FA88107-E761-7057-4D91-D843A8BEC126}"/>
                </a:ext>
              </a:extLst>
            </p:cNvPr>
            <p:cNvSpPr/>
            <p:nvPr/>
          </p:nvSpPr>
          <p:spPr>
            <a:xfrm>
              <a:off x="8302154" y="4474533"/>
              <a:ext cx="4299" cy="4299"/>
            </a:xfrm>
            <a:custGeom>
              <a:avLst/>
              <a:gdLst>
                <a:gd name="csX0" fmla="*/ 4299 w 4299"/>
                <a:gd name="csY0" fmla="*/ 3344 h 4299"/>
                <a:gd name="csX1" fmla="*/ 4299 w 4299"/>
                <a:gd name="csY1" fmla="*/ 4300 h 4299"/>
                <a:gd name="csX2" fmla="*/ 0 w 4299"/>
                <a:gd name="csY2" fmla="*/ 1433 h 4299"/>
                <a:gd name="csX3" fmla="*/ 0 w 4299"/>
                <a:gd name="csY3" fmla="*/ 956 h 4299"/>
                <a:gd name="csX4" fmla="*/ 0 w 4299"/>
                <a:gd name="csY4" fmla="*/ 478 h 4299"/>
                <a:gd name="csX5" fmla="*/ 0 w 4299"/>
                <a:gd name="csY5" fmla="*/ 0 h 4299"/>
                <a:gd name="csX6" fmla="*/ 4299 w 4299"/>
                <a:gd name="csY6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99" h="4299">
                  <a:moveTo>
                    <a:pt x="4299" y="3344"/>
                  </a:moveTo>
                  <a:lnTo>
                    <a:pt x="4299" y="4300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29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9" name="Freeform 5198">
              <a:extLst>
                <a:ext uri="{FF2B5EF4-FFF2-40B4-BE49-F238E27FC236}">
                  <a16:creationId xmlns:a16="http://schemas.microsoft.com/office/drawing/2014/main" id="{7A51325F-AD11-21BB-2614-75C6E91C5DE9}"/>
                </a:ext>
              </a:extLst>
            </p:cNvPr>
            <p:cNvSpPr/>
            <p:nvPr/>
          </p:nvSpPr>
          <p:spPr>
            <a:xfrm>
              <a:off x="8343716" y="4477400"/>
              <a:ext cx="7165" cy="10510"/>
            </a:xfrm>
            <a:custGeom>
              <a:avLst/>
              <a:gdLst>
                <a:gd name="csX0" fmla="*/ 6211 w 7165"/>
                <a:gd name="csY0" fmla="*/ 8599 h 10510"/>
                <a:gd name="csX1" fmla="*/ 5733 w 7165"/>
                <a:gd name="csY1" fmla="*/ 9555 h 10510"/>
                <a:gd name="csX2" fmla="*/ 4777 w 7165"/>
                <a:gd name="csY2" fmla="*/ 9077 h 10510"/>
                <a:gd name="csX3" fmla="*/ 3822 w 7165"/>
                <a:gd name="csY3" fmla="*/ 9077 h 10510"/>
                <a:gd name="csX4" fmla="*/ 2389 w 7165"/>
                <a:gd name="csY4" fmla="*/ 10510 h 10510"/>
                <a:gd name="csX5" fmla="*/ 0 w 7165"/>
                <a:gd name="csY5" fmla="*/ 9077 h 10510"/>
                <a:gd name="csX6" fmla="*/ 0 w 7165"/>
                <a:gd name="csY6" fmla="*/ 7644 h 10510"/>
                <a:gd name="csX7" fmla="*/ 1433 w 7165"/>
                <a:gd name="csY7" fmla="*/ 5733 h 10510"/>
                <a:gd name="csX8" fmla="*/ 1433 w 7165"/>
                <a:gd name="csY8" fmla="*/ 1911 h 10510"/>
                <a:gd name="csX9" fmla="*/ 1911 w 7165"/>
                <a:gd name="csY9" fmla="*/ 956 h 10510"/>
                <a:gd name="csX10" fmla="*/ 2866 w 7165"/>
                <a:gd name="csY10" fmla="*/ 478 h 10510"/>
                <a:gd name="csX11" fmla="*/ 3344 w 7165"/>
                <a:gd name="csY11" fmla="*/ 0 h 10510"/>
                <a:gd name="csX12" fmla="*/ 5255 w 7165"/>
                <a:gd name="csY12" fmla="*/ 2389 h 10510"/>
                <a:gd name="csX13" fmla="*/ 5733 w 7165"/>
                <a:gd name="csY13" fmla="*/ 2867 h 10510"/>
                <a:gd name="csX14" fmla="*/ 7166 w 7165"/>
                <a:gd name="csY14" fmla="*/ 3822 h 10510"/>
                <a:gd name="csX15" fmla="*/ 6688 w 7165"/>
                <a:gd name="csY15" fmla="*/ 6211 h 10510"/>
                <a:gd name="csX16" fmla="*/ 7166 w 7165"/>
                <a:gd name="csY16" fmla="*/ 7644 h 10510"/>
                <a:gd name="csX17" fmla="*/ 6211 w 7165"/>
                <a:gd name="csY17" fmla="*/ 8599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7165" h="10510">
                  <a:moveTo>
                    <a:pt x="6211" y="8599"/>
                  </a:moveTo>
                  <a:lnTo>
                    <a:pt x="5733" y="9555"/>
                  </a:lnTo>
                  <a:lnTo>
                    <a:pt x="4777" y="9077"/>
                  </a:lnTo>
                  <a:lnTo>
                    <a:pt x="3822" y="9077"/>
                  </a:lnTo>
                  <a:lnTo>
                    <a:pt x="2389" y="10510"/>
                  </a:lnTo>
                  <a:lnTo>
                    <a:pt x="0" y="9077"/>
                  </a:lnTo>
                  <a:lnTo>
                    <a:pt x="0" y="7644"/>
                  </a:lnTo>
                  <a:lnTo>
                    <a:pt x="1433" y="5733"/>
                  </a:lnTo>
                  <a:lnTo>
                    <a:pt x="1433" y="1911"/>
                  </a:lnTo>
                  <a:lnTo>
                    <a:pt x="1911" y="956"/>
                  </a:lnTo>
                  <a:lnTo>
                    <a:pt x="2866" y="478"/>
                  </a:lnTo>
                  <a:lnTo>
                    <a:pt x="3344" y="0"/>
                  </a:lnTo>
                  <a:lnTo>
                    <a:pt x="5255" y="2389"/>
                  </a:lnTo>
                  <a:lnTo>
                    <a:pt x="5733" y="2867"/>
                  </a:lnTo>
                  <a:lnTo>
                    <a:pt x="7166" y="3822"/>
                  </a:lnTo>
                  <a:lnTo>
                    <a:pt x="6688" y="6211"/>
                  </a:lnTo>
                  <a:lnTo>
                    <a:pt x="7166" y="7644"/>
                  </a:lnTo>
                  <a:lnTo>
                    <a:pt x="6211" y="85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0" name="Freeform 5199">
              <a:extLst>
                <a:ext uri="{FF2B5EF4-FFF2-40B4-BE49-F238E27FC236}">
                  <a16:creationId xmlns:a16="http://schemas.microsoft.com/office/drawing/2014/main" id="{272EAC4B-7456-84D6-CE9B-D41BC91B67A1}"/>
                </a:ext>
              </a:extLst>
            </p:cNvPr>
            <p:cNvSpPr/>
            <p:nvPr/>
          </p:nvSpPr>
          <p:spPr>
            <a:xfrm>
              <a:off x="8265368" y="4481699"/>
              <a:ext cx="3344" cy="3344"/>
            </a:xfrm>
            <a:custGeom>
              <a:avLst/>
              <a:gdLst>
                <a:gd name="csX0" fmla="*/ 3344 w 3344"/>
                <a:gd name="csY0" fmla="*/ 1911 h 3344"/>
                <a:gd name="csX1" fmla="*/ 3344 w 3344"/>
                <a:gd name="csY1" fmla="*/ 3344 h 3344"/>
                <a:gd name="csX2" fmla="*/ 0 w 3344"/>
                <a:gd name="csY2" fmla="*/ 1433 h 3344"/>
                <a:gd name="csX3" fmla="*/ 0 w 3344"/>
                <a:gd name="csY3" fmla="*/ 478 h 3344"/>
                <a:gd name="csX4" fmla="*/ 0 w 3344"/>
                <a:gd name="csY4" fmla="*/ 0 h 3344"/>
                <a:gd name="csX5" fmla="*/ 478 w 3344"/>
                <a:gd name="csY5" fmla="*/ 0 h 3344"/>
                <a:gd name="csX6" fmla="*/ 2389 w 3344"/>
                <a:gd name="csY6" fmla="*/ 478 h 3344"/>
                <a:gd name="csX7" fmla="*/ 3344 w 3344"/>
                <a:gd name="csY7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3344">
                  <a:moveTo>
                    <a:pt x="3344" y="1911"/>
                  </a:moveTo>
                  <a:lnTo>
                    <a:pt x="3344" y="3344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1" name="Freeform 5200">
              <a:extLst>
                <a:ext uri="{FF2B5EF4-FFF2-40B4-BE49-F238E27FC236}">
                  <a16:creationId xmlns:a16="http://schemas.microsoft.com/office/drawing/2014/main" id="{AA281D3E-0724-D4C4-18F5-69B0995202F9}"/>
                </a:ext>
              </a:extLst>
            </p:cNvPr>
            <p:cNvSpPr/>
            <p:nvPr/>
          </p:nvSpPr>
          <p:spPr>
            <a:xfrm>
              <a:off x="8299287" y="4486954"/>
              <a:ext cx="6210" cy="6688"/>
            </a:xfrm>
            <a:custGeom>
              <a:avLst/>
              <a:gdLst>
                <a:gd name="csX0" fmla="*/ 1911 w 6210"/>
                <a:gd name="csY0" fmla="*/ 478 h 6688"/>
                <a:gd name="csX1" fmla="*/ 3344 w 6210"/>
                <a:gd name="csY1" fmla="*/ 478 h 6688"/>
                <a:gd name="csX2" fmla="*/ 3822 w 6210"/>
                <a:gd name="csY2" fmla="*/ 478 h 6688"/>
                <a:gd name="csX3" fmla="*/ 6211 w 6210"/>
                <a:gd name="csY3" fmla="*/ 1911 h 6688"/>
                <a:gd name="csX4" fmla="*/ 5733 w 6210"/>
                <a:gd name="csY4" fmla="*/ 2867 h 6688"/>
                <a:gd name="csX5" fmla="*/ 6211 w 6210"/>
                <a:gd name="csY5" fmla="*/ 3822 h 6688"/>
                <a:gd name="csX6" fmla="*/ 4777 w 6210"/>
                <a:gd name="csY6" fmla="*/ 5733 h 6688"/>
                <a:gd name="csX7" fmla="*/ 4777 w 6210"/>
                <a:gd name="csY7" fmla="*/ 6211 h 6688"/>
                <a:gd name="csX8" fmla="*/ 3822 w 6210"/>
                <a:gd name="csY8" fmla="*/ 6688 h 6688"/>
                <a:gd name="csX9" fmla="*/ 1433 w 6210"/>
                <a:gd name="csY9" fmla="*/ 5255 h 6688"/>
                <a:gd name="csX10" fmla="*/ 478 w 6210"/>
                <a:gd name="csY10" fmla="*/ 4777 h 6688"/>
                <a:gd name="csX11" fmla="*/ 0 w 6210"/>
                <a:gd name="csY11" fmla="*/ 2867 h 6688"/>
                <a:gd name="csX12" fmla="*/ 1433 w 6210"/>
                <a:gd name="csY12" fmla="*/ 0 h 6688"/>
                <a:gd name="csX13" fmla="*/ 1911 w 6210"/>
                <a:gd name="csY13" fmla="*/ 47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210" h="6688">
                  <a:moveTo>
                    <a:pt x="1911" y="478"/>
                  </a:moveTo>
                  <a:lnTo>
                    <a:pt x="3344" y="478"/>
                  </a:lnTo>
                  <a:lnTo>
                    <a:pt x="3822" y="478"/>
                  </a:lnTo>
                  <a:lnTo>
                    <a:pt x="6211" y="1911"/>
                  </a:lnTo>
                  <a:lnTo>
                    <a:pt x="5733" y="2867"/>
                  </a:lnTo>
                  <a:lnTo>
                    <a:pt x="6211" y="3822"/>
                  </a:lnTo>
                  <a:lnTo>
                    <a:pt x="4777" y="5733"/>
                  </a:lnTo>
                  <a:lnTo>
                    <a:pt x="4777" y="6211"/>
                  </a:lnTo>
                  <a:lnTo>
                    <a:pt x="3822" y="6688"/>
                  </a:lnTo>
                  <a:lnTo>
                    <a:pt x="1433" y="5255"/>
                  </a:lnTo>
                  <a:lnTo>
                    <a:pt x="478" y="4777"/>
                  </a:lnTo>
                  <a:lnTo>
                    <a:pt x="0" y="2867"/>
                  </a:lnTo>
                  <a:lnTo>
                    <a:pt x="1433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2" name="Freeform 5201">
              <a:extLst>
                <a:ext uri="{FF2B5EF4-FFF2-40B4-BE49-F238E27FC236}">
                  <a16:creationId xmlns:a16="http://schemas.microsoft.com/office/drawing/2014/main" id="{98E3279B-504E-BCEB-E1DB-175761110A13}"/>
                </a:ext>
              </a:extLst>
            </p:cNvPr>
            <p:cNvSpPr/>
            <p:nvPr/>
          </p:nvSpPr>
          <p:spPr>
            <a:xfrm>
              <a:off x="8270146" y="4487910"/>
              <a:ext cx="23886" cy="24364"/>
            </a:xfrm>
            <a:custGeom>
              <a:avLst/>
              <a:gdLst>
                <a:gd name="csX0" fmla="*/ 7166 w 23886"/>
                <a:gd name="csY0" fmla="*/ 956 h 24364"/>
                <a:gd name="csX1" fmla="*/ 8122 w 23886"/>
                <a:gd name="csY1" fmla="*/ 956 h 24364"/>
                <a:gd name="csX2" fmla="*/ 11466 w 23886"/>
                <a:gd name="csY2" fmla="*/ 478 h 24364"/>
                <a:gd name="csX3" fmla="*/ 12899 w 23886"/>
                <a:gd name="csY3" fmla="*/ 478 h 24364"/>
                <a:gd name="csX4" fmla="*/ 13854 w 23886"/>
                <a:gd name="csY4" fmla="*/ 1911 h 24364"/>
                <a:gd name="csX5" fmla="*/ 14809 w 23886"/>
                <a:gd name="csY5" fmla="*/ 1911 h 24364"/>
                <a:gd name="csX6" fmla="*/ 15765 w 23886"/>
                <a:gd name="csY6" fmla="*/ 2389 h 24364"/>
                <a:gd name="csX7" fmla="*/ 17198 w 23886"/>
                <a:gd name="csY7" fmla="*/ 1433 h 24364"/>
                <a:gd name="csX8" fmla="*/ 18632 w 23886"/>
                <a:gd name="csY8" fmla="*/ 2867 h 24364"/>
                <a:gd name="csX9" fmla="*/ 20065 w 23886"/>
                <a:gd name="csY9" fmla="*/ 4777 h 24364"/>
                <a:gd name="csX10" fmla="*/ 21975 w 23886"/>
                <a:gd name="csY10" fmla="*/ 6210 h 24364"/>
                <a:gd name="csX11" fmla="*/ 23409 w 23886"/>
                <a:gd name="csY11" fmla="*/ 7166 h 24364"/>
                <a:gd name="csX12" fmla="*/ 23886 w 23886"/>
                <a:gd name="csY12" fmla="*/ 8121 h 24364"/>
                <a:gd name="csX13" fmla="*/ 22931 w 23886"/>
                <a:gd name="csY13" fmla="*/ 9555 h 24364"/>
                <a:gd name="csX14" fmla="*/ 22454 w 23886"/>
                <a:gd name="csY14" fmla="*/ 10988 h 24364"/>
                <a:gd name="csX15" fmla="*/ 22454 w 23886"/>
                <a:gd name="csY15" fmla="*/ 12899 h 24364"/>
                <a:gd name="csX16" fmla="*/ 23886 w 23886"/>
                <a:gd name="csY16" fmla="*/ 16243 h 24364"/>
                <a:gd name="csX17" fmla="*/ 23409 w 23886"/>
                <a:gd name="csY17" fmla="*/ 17198 h 24364"/>
                <a:gd name="csX18" fmla="*/ 22454 w 23886"/>
                <a:gd name="csY18" fmla="*/ 18632 h 24364"/>
                <a:gd name="csX19" fmla="*/ 21498 w 23886"/>
                <a:gd name="csY19" fmla="*/ 20542 h 24364"/>
                <a:gd name="csX20" fmla="*/ 21498 w 23886"/>
                <a:gd name="csY20" fmla="*/ 21020 h 24364"/>
                <a:gd name="csX21" fmla="*/ 21020 w 23886"/>
                <a:gd name="csY21" fmla="*/ 21498 h 24364"/>
                <a:gd name="csX22" fmla="*/ 21020 w 23886"/>
                <a:gd name="csY22" fmla="*/ 22453 h 24364"/>
                <a:gd name="csX23" fmla="*/ 20065 w 23886"/>
                <a:gd name="csY23" fmla="*/ 22453 h 24364"/>
                <a:gd name="csX24" fmla="*/ 19587 w 23886"/>
                <a:gd name="csY24" fmla="*/ 22453 h 24364"/>
                <a:gd name="csX25" fmla="*/ 19109 w 23886"/>
                <a:gd name="csY25" fmla="*/ 22931 h 24364"/>
                <a:gd name="csX26" fmla="*/ 17676 w 23886"/>
                <a:gd name="csY26" fmla="*/ 24364 h 24364"/>
                <a:gd name="csX27" fmla="*/ 16243 w 23886"/>
                <a:gd name="csY27" fmla="*/ 23886 h 24364"/>
                <a:gd name="csX28" fmla="*/ 15288 w 23886"/>
                <a:gd name="csY28" fmla="*/ 23409 h 24364"/>
                <a:gd name="csX29" fmla="*/ 15288 w 23886"/>
                <a:gd name="csY29" fmla="*/ 22453 h 24364"/>
                <a:gd name="csX30" fmla="*/ 14809 w 23886"/>
                <a:gd name="csY30" fmla="*/ 21976 h 24364"/>
                <a:gd name="csX31" fmla="*/ 14332 w 23886"/>
                <a:gd name="csY31" fmla="*/ 21498 h 24364"/>
                <a:gd name="csX32" fmla="*/ 12421 w 23886"/>
                <a:gd name="csY32" fmla="*/ 20065 h 24364"/>
                <a:gd name="csX33" fmla="*/ 11466 w 23886"/>
                <a:gd name="csY33" fmla="*/ 18632 h 24364"/>
                <a:gd name="csX34" fmla="*/ 11466 w 23886"/>
                <a:gd name="csY34" fmla="*/ 17198 h 24364"/>
                <a:gd name="csX35" fmla="*/ 10988 w 23886"/>
                <a:gd name="csY35" fmla="*/ 16243 h 24364"/>
                <a:gd name="csX36" fmla="*/ 10510 w 23886"/>
                <a:gd name="csY36" fmla="*/ 15287 h 24364"/>
                <a:gd name="csX37" fmla="*/ 9077 w 23886"/>
                <a:gd name="csY37" fmla="*/ 14332 h 24364"/>
                <a:gd name="csX38" fmla="*/ 8599 w 23886"/>
                <a:gd name="csY38" fmla="*/ 13376 h 24364"/>
                <a:gd name="csX39" fmla="*/ 8599 w 23886"/>
                <a:gd name="csY39" fmla="*/ 12421 h 24364"/>
                <a:gd name="csX40" fmla="*/ 8599 w 23886"/>
                <a:gd name="csY40" fmla="*/ 10032 h 24364"/>
                <a:gd name="csX41" fmla="*/ 6688 w 23886"/>
                <a:gd name="csY41" fmla="*/ 7166 h 24364"/>
                <a:gd name="csX42" fmla="*/ 6211 w 23886"/>
                <a:gd name="csY42" fmla="*/ 6688 h 24364"/>
                <a:gd name="csX43" fmla="*/ 4777 w 23886"/>
                <a:gd name="csY43" fmla="*/ 5733 h 24364"/>
                <a:gd name="csX44" fmla="*/ 3344 w 23886"/>
                <a:gd name="csY44" fmla="*/ 4777 h 24364"/>
                <a:gd name="csX45" fmla="*/ 2866 w 23886"/>
                <a:gd name="csY45" fmla="*/ 3822 h 24364"/>
                <a:gd name="csX46" fmla="*/ 2389 w 23886"/>
                <a:gd name="csY46" fmla="*/ 2389 h 24364"/>
                <a:gd name="csX47" fmla="*/ 1911 w 23886"/>
                <a:gd name="csY47" fmla="*/ 1911 h 24364"/>
                <a:gd name="csX48" fmla="*/ 956 w 23886"/>
                <a:gd name="csY48" fmla="*/ 2389 h 24364"/>
                <a:gd name="csX49" fmla="*/ 0 w 23886"/>
                <a:gd name="csY49" fmla="*/ 1911 h 24364"/>
                <a:gd name="csX50" fmla="*/ 478 w 23886"/>
                <a:gd name="csY50" fmla="*/ 956 h 24364"/>
                <a:gd name="csX51" fmla="*/ 1433 w 23886"/>
                <a:gd name="csY51" fmla="*/ 0 h 24364"/>
                <a:gd name="csX52" fmla="*/ 2389 w 23886"/>
                <a:gd name="csY52" fmla="*/ 0 h 24364"/>
                <a:gd name="csX53" fmla="*/ 6211 w 23886"/>
                <a:gd name="csY53" fmla="*/ 478 h 24364"/>
                <a:gd name="csX54" fmla="*/ 7166 w 23886"/>
                <a:gd name="csY54" fmla="*/ 956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23886" h="24364">
                  <a:moveTo>
                    <a:pt x="7166" y="956"/>
                  </a:moveTo>
                  <a:lnTo>
                    <a:pt x="8122" y="956"/>
                  </a:lnTo>
                  <a:lnTo>
                    <a:pt x="11466" y="478"/>
                  </a:lnTo>
                  <a:lnTo>
                    <a:pt x="12899" y="478"/>
                  </a:lnTo>
                  <a:lnTo>
                    <a:pt x="13854" y="1911"/>
                  </a:lnTo>
                  <a:lnTo>
                    <a:pt x="14809" y="1911"/>
                  </a:lnTo>
                  <a:lnTo>
                    <a:pt x="15765" y="2389"/>
                  </a:lnTo>
                  <a:lnTo>
                    <a:pt x="17198" y="1433"/>
                  </a:lnTo>
                  <a:lnTo>
                    <a:pt x="18632" y="2867"/>
                  </a:lnTo>
                  <a:lnTo>
                    <a:pt x="20065" y="4777"/>
                  </a:lnTo>
                  <a:lnTo>
                    <a:pt x="21975" y="6210"/>
                  </a:lnTo>
                  <a:lnTo>
                    <a:pt x="23409" y="7166"/>
                  </a:lnTo>
                  <a:lnTo>
                    <a:pt x="23886" y="8121"/>
                  </a:lnTo>
                  <a:lnTo>
                    <a:pt x="22931" y="9555"/>
                  </a:lnTo>
                  <a:lnTo>
                    <a:pt x="22454" y="10988"/>
                  </a:lnTo>
                  <a:lnTo>
                    <a:pt x="22454" y="12899"/>
                  </a:lnTo>
                  <a:lnTo>
                    <a:pt x="23886" y="16243"/>
                  </a:lnTo>
                  <a:lnTo>
                    <a:pt x="23409" y="17198"/>
                  </a:lnTo>
                  <a:lnTo>
                    <a:pt x="22454" y="18632"/>
                  </a:lnTo>
                  <a:lnTo>
                    <a:pt x="21498" y="20542"/>
                  </a:lnTo>
                  <a:lnTo>
                    <a:pt x="21498" y="21020"/>
                  </a:lnTo>
                  <a:lnTo>
                    <a:pt x="21020" y="21498"/>
                  </a:lnTo>
                  <a:lnTo>
                    <a:pt x="21020" y="22453"/>
                  </a:lnTo>
                  <a:lnTo>
                    <a:pt x="20065" y="22453"/>
                  </a:lnTo>
                  <a:lnTo>
                    <a:pt x="19587" y="22453"/>
                  </a:lnTo>
                  <a:lnTo>
                    <a:pt x="19109" y="22931"/>
                  </a:lnTo>
                  <a:lnTo>
                    <a:pt x="17676" y="24364"/>
                  </a:lnTo>
                  <a:lnTo>
                    <a:pt x="16243" y="23886"/>
                  </a:lnTo>
                  <a:lnTo>
                    <a:pt x="15288" y="23409"/>
                  </a:lnTo>
                  <a:lnTo>
                    <a:pt x="15288" y="22453"/>
                  </a:lnTo>
                  <a:lnTo>
                    <a:pt x="14809" y="21976"/>
                  </a:lnTo>
                  <a:lnTo>
                    <a:pt x="14332" y="21498"/>
                  </a:lnTo>
                  <a:lnTo>
                    <a:pt x="12421" y="20065"/>
                  </a:lnTo>
                  <a:lnTo>
                    <a:pt x="11466" y="18632"/>
                  </a:lnTo>
                  <a:lnTo>
                    <a:pt x="11466" y="17198"/>
                  </a:lnTo>
                  <a:lnTo>
                    <a:pt x="10988" y="16243"/>
                  </a:lnTo>
                  <a:lnTo>
                    <a:pt x="10510" y="15287"/>
                  </a:lnTo>
                  <a:lnTo>
                    <a:pt x="9077" y="14332"/>
                  </a:lnTo>
                  <a:lnTo>
                    <a:pt x="8599" y="13376"/>
                  </a:lnTo>
                  <a:lnTo>
                    <a:pt x="8599" y="12421"/>
                  </a:lnTo>
                  <a:lnTo>
                    <a:pt x="8599" y="10032"/>
                  </a:lnTo>
                  <a:lnTo>
                    <a:pt x="6688" y="7166"/>
                  </a:lnTo>
                  <a:lnTo>
                    <a:pt x="6211" y="6688"/>
                  </a:lnTo>
                  <a:lnTo>
                    <a:pt x="4777" y="5733"/>
                  </a:lnTo>
                  <a:lnTo>
                    <a:pt x="3344" y="4777"/>
                  </a:lnTo>
                  <a:lnTo>
                    <a:pt x="2866" y="3822"/>
                  </a:lnTo>
                  <a:lnTo>
                    <a:pt x="2389" y="2389"/>
                  </a:lnTo>
                  <a:lnTo>
                    <a:pt x="1911" y="1911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6211" y="478"/>
                  </a:lnTo>
                  <a:lnTo>
                    <a:pt x="71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3" name="Freeform 5202">
              <a:extLst>
                <a:ext uri="{FF2B5EF4-FFF2-40B4-BE49-F238E27FC236}">
                  <a16:creationId xmlns:a16="http://schemas.microsoft.com/office/drawing/2014/main" id="{08EE03FD-F52A-58D2-256B-B683297BA228}"/>
                </a:ext>
              </a:extLst>
            </p:cNvPr>
            <p:cNvSpPr/>
            <p:nvPr/>
          </p:nvSpPr>
          <p:spPr>
            <a:xfrm>
              <a:off x="8321741" y="4495554"/>
              <a:ext cx="8598" cy="7643"/>
            </a:xfrm>
            <a:custGeom>
              <a:avLst/>
              <a:gdLst>
                <a:gd name="csX0" fmla="*/ 6688 w 8598"/>
                <a:gd name="csY0" fmla="*/ 4777 h 7643"/>
                <a:gd name="csX1" fmla="*/ 8599 w 8598"/>
                <a:gd name="csY1" fmla="*/ 7644 h 7643"/>
                <a:gd name="csX2" fmla="*/ 6688 w 8598"/>
                <a:gd name="csY2" fmla="*/ 5733 h 7643"/>
                <a:gd name="csX3" fmla="*/ 4777 w 8598"/>
                <a:gd name="csY3" fmla="*/ 4299 h 7643"/>
                <a:gd name="csX4" fmla="*/ 2389 w 8598"/>
                <a:gd name="csY4" fmla="*/ 1911 h 7643"/>
                <a:gd name="csX5" fmla="*/ 955 w 8598"/>
                <a:gd name="csY5" fmla="*/ 1433 h 7643"/>
                <a:gd name="csX6" fmla="*/ 0 w 8598"/>
                <a:gd name="csY6" fmla="*/ 955 h 7643"/>
                <a:gd name="csX7" fmla="*/ 478 w 8598"/>
                <a:gd name="csY7" fmla="*/ 0 h 7643"/>
                <a:gd name="csX8" fmla="*/ 1433 w 8598"/>
                <a:gd name="csY8" fmla="*/ 0 h 7643"/>
                <a:gd name="csX9" fmla="*/ 1911 w 8598"/>
                <a:gd name="csY9" fmla="*/ 0 h 7643"/>
                <a:gd name="csX10" fmla="*/ 5255 w 8598"/>
                <a:gd name="csY10" fmla="*/ 3822 h 7643"/>
                <a:gd name="csX11" fmla="*/ 6688 w 8598"/>
                <a:gd name="csY11" fmla="*/ 4777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598" h="7643">
                  <a:moveTo>
                    <a:pt x="6688" y="4777"/>
                  </a:moveTo>
                  <a:lnTo>
                    <a:pt x="8599" y="7644"/>
                  </a:lnTo>
                  <a:lnTo>
                    <a:pt x="6688" y="5733"/>
                  </a:lnTo>
                  <a:lnTo>
                    <a:pt x="4777" y="4299"/>
                  </a:lnTo>
                  <a:lnTo>
                    <a:pt x="2389" y="1911"/>
                  </a:lnTo>
                  <a:lnTo>
                    <a:pt x="955" y="1433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5255" y="3822"/>
                  </a:lnTo>
                  <a:lnTo>
                    <a:pt x="668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4" name="Freeform 5203">
              <a:extLst>
                <a:ext uri="{FF2B5EF4-FFF2-40B4-BE49-F238E27FC236}">
                  <a16:creationId xmlns:a16="http://schemas.microsoft.com/office/drawing/2014/main" id="{77288932-C257-5DAA-8C29-CFB3709846EA}"/>
                </a:ext>
              </a:extLst>
            </p:cNvPr>
            <p:cNvSpPr/>
            <p:nvPr/>
          </p:nvSpPr>
          <p:spPr>
            <a:xfrm>
              <a:off x="8334639" y="4503675"/>
              <a:ext cx="3822" cy="5732"/>
            </a:xfrm>
            <a:custGeom>
              <a:avLst/>
              <a:gdLst>
                <a:gd name="csX0" fmla="*/ 3822 w 3822"/>
                <a:gd name="csY0" fmla="*/ 3822 h 5732"/>
                <a:gd name="csX1" fmla="*/ 3822 w 3822"/>
                <a:gd name="csY1" fmla="*/ 5733 h 5732"/>
                <a:gd name="csX2" fmla="*/ 2866 w 3822"/>
                <a:gd name="csY2" fmla="*/ 5255 h 5732"/>
                <a:gd name="csX3" fmla="*/ 478 w 3822"/>
                <a:gd name="csY3" fmla="*/ 1911 h 5732"/>
                <a:gd name="csX4" fmla="*/ 0 w 3822"/>
                <a:gd name="csY4" fmla="*/ 478 h 5732"/>
                <a:gd name="csX5" fmla="*/ 478 w 3822"/>
                <a:gd name="csY5" fmla="*/ 0 h 5732"/>
                <a:gd name="csX6" fmla="*/ 2389 w 3822"/>
                <a:gd name="csY6" fmla="*/ 956 h 5732"/>
                <a:gd name="csX7" fmla="*/ 3822 w 3822"/>
                <a:gd name="csY7" fmla="*/ 3822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2" h="5732">
                  <a:moveTo>
                    <a:pt x="3822" y="3822"/>
                  </a:moveTo>
                  <a:lnTo>
                    <a:pt x="3822" y="5733"/>
                  </a:lnTo>
                  <a:lnTo>
                    <a:pt x="2866" y="5255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956"/>
                  </a:lnTo>
                  <a:lnTo>
                    <a:pt x="3822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5" name="Freeform 5204">
              <a:extLst>
                <a:ext uri="{FF2B5EF4-FFF2-40B4-BE49-F238E27FC236}">
                  <a16:creationId xmlns:a16="http://schemas.microsoft.com/office/drawing/2014/main" id="{8887E79C-4DAD-41F1-6A39-338D740EFD45}"/>
                </a:ext>
              </a:extLst>
            </p:cNvPr>
            <p:cNvSpPr/>
            <p:nvPr/>
          </p:nvSpPr>
          <p:spPr>
            <a:xfrm>
              <a:off x="8301676" y="4504153"/>
              <a:ext cx="4299" cy="10032"/>
            </a:xfrm>
            <a:custGeom>
              <a:avLst/>
              <a:gdLst>
                <a:gd name="csX0" fmla="*/ 3344 w 4299"/>
                <a:gd name="csY0" fmla="*/ 5255 h 10032"/>
                <a:gd name="csX1" fmla="*/ 4300 w 4299"/>
                <a:gd name="csY1" fmla="*/ 1911 h 10032"/>
                <a:gd name="csX2" fmla="*/ 3822 w 4299"/>
                <a:gd name="csY2" fmla="*/ 478 h 10032"/>
                <a:gd name="csX3" fmla="*/ 4300 w 4299"/>
                <a:gd name="csY3" fmla="*/ 0 h 10032"/>
                <a:gd name="csX4" fmla="*/ 3344 w 4299"/>
                <a:gd name="csY4" fmla="*/ 0 h 10032"/>
                <a:gd name="csX5" fmla="*/ 1433 w 4299"/>
                <a:gd name="csY5" fmla="*/ 956 h 10032"/>
                <a:gd name="csX6" fmla="*/ 1433 w 4299"/>
                <a:gd name="csY6" fmla="*/ 3822 h 10032"/>
                <a:gd name="csX7" fmla="*/ 478 w 4299"/>
                <a:gd name="csY7" fmla="*/ 4777 h 10032"/>
                <a:gd name="csX8" fmla="*/ 0 w 4299"/>
                <a:gd name="csY8" fmla="*/ 5733 h 10032"/>
                <a:gd name="csX9" fmla="*/ 0 w 4299"/>
                <a:gd name="csY9" fmla="*/ 6688 h 10032"/>
                <a:gd name="csX10" fmla="*/ 956 w 4299"/>
                <a:gd name="csY10" fmla="*/ 7166 h 10032"/>
                <a:gd name="csX11" fmla="*/ 478 w 4299"/>
                <a:gd name="csY11" fmla="*/ 8599 h 10032"/>
                <a:gd name="csX12" fmla="*/ 1911 w 4299"/>
                <a:gd name="csY12" fmla="*/ 10032 h 10032"/>
                <a:gd name="csX13" fmla="*/ 3344 w 4299"/>
                <a:gd name="csY13" fmla="*/ 5255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10032">
                  <a:moveTo>
                    <a:pt x="3344" y="5255"/>
                  </a:moveTo>
                  <a:lnTo>
                    <a:pt x="4300" y="1911"/>
                  </a:lnTo>
                  <a:lnTo>
                    <a:pt x="3822" y="478"/>
                  </a:lnTo>
                  <a:lnTo>
                    <a:pt x="4300" y="0"/>
                  </a:lnTo>
                  <a:lnTo>
                    <a:pt x="3344" y="0"/>
                  </a:lnTo>
                  <a:lnTo>
                    <a:pt x="1433" y="956"/>
                  </a:lnTo>
                  <a:lnTo>
                    <a:pt x="1433" y="3822"/>
                  </a:lnTo>
                  <a:lnTo>
                    <a:pt x="478" y="4777"/>
                  </a:lnTo>
                  <a:lnTo>
                    <a:pt x="0" y="5733"/>
                  </a:lnTo>
                  <a:lnTo>
                    <a:pt x="0" y="6688"/>
                  </a:lnTo>
                  <a:lnTo>
                    <a:pt x="956" y="7166"/>
                  </a:lnTo>
                  <a:lnTo>
                    <a:pt x="478" y="8599"/>
                  </a:lnTo>
                  <a:lnTo>
                    <a:pt x="1911" y="10032"/>
                  </a:lnTo>
                  <a:lnTo>
                    <a:pt x="3344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6" name="Freeform 5205">
              <a:extLst>
                <a:ext uri="{FF2B5EF4-FFF2-40B4-BE49-F238E27FC236}">
                  <a16:creationId xmlns:a16="http://schemas.microsoft.com/office/drawing/2014/main" id="{C3F99BB8-6B6D-EEE7-D2ED-2E98FF192452}"/>
                </a:ext>
              </a:extLst>
            </p:cNvPr>
            <p:cNvSpPr/>
            <p:nvPr/>
          </p:nvSpPr>
          <p:spPr>
            <a:xfrm>
              <a:off x="8307886" y="4505108"/>
              <a:ext cx="1433" cy="1910"/>
            </a:xfrm>
            <a:custGeom>
              <a:avLst/>
              <a:gdLst>
                <a:gd name="csX0" fmla="*/ 1433 w 1433"/>
                <a:gd name="csY0" fmla="*/ 1433 h 1910"/>
                <a:gd name="csX1" fmla="*/ 955 w 1433"/>
                <a:gd name="csY1" fmla="*/ 1911 h 1910"/>
                <a:gd name="csX2" fmla="*/ 478 w 1433"/>
                <a:gd name="csY2" fmla="*/ 1911 h 1910"/>
                <a:gd name="csX3" fmla="*/ 0 w 1433"/>
                <a:gd name="csY3" fmla="*/ 478 h 1910"/>
                <a:gd name="csX4" fmla="*/ 955 w 1433"/>
                <a:gd name="csY4" fmla="*/ 0 h 1910"/>
                <a:gd name="csX5" fmla="*/ 955 w 1433"/>
                <a:gd name="csY5" fmla="*/ 0 h 1910"/>
                <a:gd name="csX6" fmla="*/ 1433 w 1433"/>
                <a:gd name="csY6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1910">
                  <a:moveTo>
                    <a:pt x="1433" y="1433"/>
                  </a:moveTo>
                  <a:lnTo>
                    <a:pt x="955" y="1911"/>
                  </a:lnTo>
                  <a:lnTo>
                    <a:pt x="478" y="1911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7" name="Freeform 5206">
              <a:extLst>
                <a:ext uri="{FF2B5EF4-FFF2-40B4-BE49-F238E27FC236}">
                  <a16:creationId xmlns:a16="http://schemas.microsoft.com/office/drawing/2014/main" id="{FB89C957-3BB0-E318-FC61-41E176B2DAA1}"/>
                </a:ext>
              </a:extLst>
            </p:cNvPr>
            <p:cNvSpPr/>
            <p:nvPr/>
          </p:nvSpPr>
          <p:spPr>
            <a:xfrm>
              <a:off x="8326040" y="4505108"/>
              <a:ext cx="17675" cy="15765"/>
            </a:xfrm>
            <a:custGeom>
              <a:avLst/>
              <a:gdLst>
                <a:gd name="csX0" fmla="*/ 10987 w 17675"/>
                <a:gd name="csY0" fmla="*/ 5733 h 15765"/>
                <a:gd name="csX1" fmla="*/ 14809 w 17675"/>
                <a:gd name="csY1" fmla="*/ 8121 h 15765"/>
                <a:gd name="csX2" fmla="*/ 17676 w 17675"/>
                <a:gd name="csY2" fmla="*/ 11465 h 15765"/>
                <a:gd name="csX3" fmla="*/ 17676 w 17675"/>
                <a:gd name="csY3" fmla="*/ 14332 h 15765"/>
                <a:gd name="csX4" fmla="*/ 17676 w 17675"/>
                <a:gd name="csY4" fmla="*/ 15765 h 15765"/>
                <a:gd name="csX5" fmla="*/ 16242 w 17675"/>
                <a:gd name="csY5" fmla="*/ 14332 h 15765"/>
                <a:gd name="csX6" fmla="*/ 13854 w 17675"/>
                <a:gd name="csY6" fmla="*/ 12421 h 15765"/>
                <a:gd name="csX7" fmla="*/ 11943 w 17675"/>
                <a:gd name="csY7" fmla="*/ 12421 h 15765"/>
                <a:gd name="csX8" fmla="*/ 11465 w 17675"/>
                <a:gd name="csY8" fmla="*/ 11943 h 15765"/>
                <a:gd name="csX9" fmla="*/ 11465 w 17675"/>
                <a:gd name="csY9" fmla="*/ 10988 h 15765"/>
                <a:gd name="csX10" fmla="*/ 10510 w 17675"/>
                <a:gd name="csY10" fmla="*/ 10032 h 15765"/>
                <a:gd name="csX11" fmla="*/ 10032 w 17675"/>
                <a:gd name="csY11" fmla="*/ 9555 h 15765"/>
                <a:gd name="csX12" fmla="*/ 9076 w 17675"/>
                <a:gd name="csY12" fmla="*/ 9077 h 15765"/>
                <a:gd name="csX13" fmla="*/ 7644 w 17675"/>
                <a:gd name="csY13" fmla="*/ 7166 h 15765"/>
                <a:gd name="csX14" fmla="*/ 6210 w 17675"/>
                <a:gd name="csY14" fmla="*/ 7166 h 15765"/>
                <a:gd name="csX15" fmla="*/ 5255 w 17675"/>
                <a:gd name="csY15" fmla="*/ 7166 h 15765"/>
                <a:gd name="csX16" fmla="*/ 2866 w 17675"/>
                <a:gd name="csY16" fmla="*/ 10510 h 15765"/>
                <a:gd name="csX17" fmla="*/ 0 w 17675"/>
                <a:gd name="csY17" fmla="*/ 12421 h 15765"/>
                <a:gd name="csX18" fmla="*/ 0 w 17675"/>
                <a:gd name="csY18" fmla="*/ 11465 h 15765"/>
                <a:gd name="csX19" fmla="*/ 955 w 17675"/>
                <a:gd name="csY19" fmla="*/ 9077 h 15765"/>
                <a:gd name="csX20" fmla="*/ 1910 w 17675"/>
                <a:gd name="csY20" fmla="*/ 4777 h 15765"/>
                <a:gd name="csX21" fmla="*/ 2389 w 17675"/>
                <a:gd name="csY21" fmla="*/ 3822 h 15765"/>
                <a:gd name="csX22" fmla="*/ 1910 w 17675"/>
                <a:gd name="csY22" fmla="*/ 1911 h 15765"/>
                <a:gd name="csX23" fmla="*/ 1433 w 17675"/>
                <a:gd name="csY23" fmla="*/ 0 h 15765"/>
                <a:gd name="csX24" fmla="*/ 3821 w 17675"/>
                <a:gd name="csY24" fmla="*/ 955 h 15765"/>
                <a:gd name="csX25" fmla="*/ 6210 w 17675"/>
                <a:gd name="csY25" fmla="*/ 1911 h 15765"/>
                <a:gd name="csX26" fmla="*/ 8121 w 17675"/>
                <a:gd name="csY26" fmla="*/ 2866 h 15765"/>
                <a:gd name="csX27" fmla="*/ 8121 w 17675"/>
                <a:gd name="csY27" fmla="*/ 3344 h 15765"/>
                <a:gd name="csX28" fmla="*/ 10987 w 17675"/>
                <a:gd name="csY28" fmla="*/ 5733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7675" h="15765">
                  <a:moveTo>
                    <a:pt x="10987" y="5733"/>
                  </a:moveTo>
                  <a:lnTo>
                    <a:pt x="14809" y="8121"/>
                  </a:lnTo>
                  <a:lnTo>
                    <a:pt x="17676" y="11465"/>
                  </a:lnTo>
                  <a:lnTo>
                    <a:pt x="17676" y="14332"/>
                  </a:lnTo>
                  <a:lnTo>
                    <a:pt x="17676" y="15765"/>
                  </a:lnTo>
                  <a:lnTo>
                    <a:pt x="16242" y="14332"/>
                  </a:lnTo>
                  <a:lnTo>
                    <a:pt x="13854" y="12421"/>
                  </a:lnTo>
                  <a:lnTo>
                    <a:pt x="11943" y="12421"/>
                  </a:lnTo>
                  <a:lnTo>
                    <a:pt x="11465" y="11943"/>
                  </a:lnTo>
                  <a:lnTo>
                    <a:pt x="11465" y="10988"/>
                  </a:lnTo>
                  <a:lnTo>
                    <a:pt x="10510" y="10032"/>
                  </a:lnTo>
                  <a:lnTo>
                    <a:pt x="10032" y="9555"/>
                  </a:lnTo>
                  <a:lnTo>
                    <a:pt x="9076" y="9077"/>
                  </a:lnTo>
                  <a:lnTo>
                    <a:pt x="7644" y="7166"/>
                  </a:lnTo>
                  <a:lnTo>
                    <a:pt x="6210" y="7166"/>
                  </a:lnTo>
                  <a:lnTo>
                    <a:pt x="5255" y="7166"/>
                  </a:lnTo>
                  <a:lnTo>
                    <a:pt x="2866" y="10510"/>
                  </a:lnTo>
                  <a:lnTo>
                    <a:pt x="0" y="12421"/>
                  </a:lnTo>
                  <a:lnTo>
                    <a:pt x="0" y="11465"/>
                  </a:lnTo>
                  <a:lnTo>
                    <a:pt x="955" y="9077"/>
                  </a:lnTo>
                  <a:lnTo>
                    <a:pt x="1910" y="4777"/>
                  </a:lnTo>
                  <a:lnTo>
                    <a:pt x="2389" y="3822"/>
                  </a:lnTo>
                  <a:lnTo>
                    <a:pt x="1910" y="1911"/>
                  </a:lnTo>
                  <a:lnTo>
                    <a:pt x="1433" y="0"/>
                  </a:lnTo>
                  <a:lnTo>
                    <a:pt x="3821" y="955"/>
                  </a:lnTo>
                  <a:lnTo>
                    <a:pt x="6210" y="1911"/>
                  </a:lnTo>
                  <a:lnTo>
                    <a:pt x="8121" y="2866"/>
                  </a:lnTo>
                  <a:lnTo>
                    <a:pt x="8121" y="3344"/>
                  </a:lnTo>
                  <a:lnTo>
                    <a:pt x="10987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8" name="Freeform 5207">
              <a:extLst>
                <a:ext uri="{FF2B5EF4-FFF2-40B4-BE49-F238E27FC236}">
                  <a16:creationId xmlns:a16="http://schemas.microsoft.com/office/drawing/2014/main" id="{9EDBB7ED-A4FD-EA7D-104E-CF8711AB18A3}"/>
                </a:ext>
              </a:extLst>
            </p:cNvPr>
            <p:cNvSpPr/>
            <p:nvPr/>
          </p:nvSpPr>
          <p:spPr>
            <a:xfrm>
              <a:off x="8348493" y="4505586"/>
              <a:ext cx="29141" cy="28186"/>
            </a:xfrm>
            <a:custGeom>
              <a:avLst/>
              <a:gdLst>
                <a:gd name="csX0" fmla="*/ 19109 w 29141"/>
                <a:gd name="csY0" fmla="*/ 956 h 28186"/>
                <a:gd name="csX1" fmla="*/ 20543 w 29141"/>
                <a:gd name="csY1" fmla="*/ 2389 h 28186"/>
                <a:gd name="csX2" fmla="*/ 20543 w 29141"/>
                <a:gd name="csY2" fmla="*/ 3344 h 28186"/>
                <a:gd name="csX3" fmla="*/ 20543 w 29141"/>
                <a:gd name="csY3" fmla="*/ 4777 h 28186"/>
                <a:gd name="csX4" fmla="*/ 21020 w 29141"/>
                <a:gd name="csY4" fmla="*/ 5255 h 28186"/>
                <a:gd name="csX5" fmla="*/ 22453 w 29141"/>
                <a:gd name="csY5" fmla="*/ 5255 h 28186"/>
                <a:gd name="csX6" fmla="*/ 23886 w 29141"/>
                <a:gd name="csY6" fmla="*/ 5733 h 28186"/>
                <a:gd name="csX7" fmla="*/ 24842 w 29141"/>
                <a:gd name="csY7" fmla="*/ 7166 h 28186"/>
                <a:gd name="csX8" fmla="*/ 24364 w 29141"/>
                <a:gd name="csY8" fmla="*/ 8121 h 28186"/>
                <a:gd name="csX9" fmla="*/ 24364 w 29141"/>
                <a:gd name="csY9" fmla="*/ 9555 h 28186"/>
                <a:gd name="csX10" fmla="*/ 23409 w 29141"/>
                <a:gd name="csY10" fmla="*/ 11466 h 28186"/>
                <a:gd name="csX11" fmla="*/ 23409 w 29141"/>
                <a:gd name="csY11" fmla="*/ 14809 h 28186"/>
                <a:gd name="csX12" fmla="*/ 23886 w 29141"/>
                <a:gd name="csY12" fmla="*/ 15765 h 28186"/>
                <a:gd name="csX13" fmla="*/ 23886 w 29141"/>
                <a:gd name="csY13" fmla="*/ 16721 h 28186"/>
                <a:gd name="csX14" fmla="*/ 23886 w 29141"/>
                <a:gd name="csY14" fmla="*/ 18154 h 28186"/>
                <a:gd name="csX15" fmla="*/ 24364 w 29141"/>
                <a:gd name="csY15" fmla="*/ 19109 h 28186"/>
                <a:gd name="csX16" fmla="*/ 25798 w 29141"/>
                <a:gd name="csY16" fmla="*/ 21975 h 28186"/>
                <a:gd name="csX17" fmla="*/ 26275 w 29141"/>
                <a:gd name="csY17" fmla="*/ 22931 h 28186"/>
                <a:gd name="csX18" fmla="*/ 25798 w 29141"/>
                <a:gd name="csY18" fmla="*/ 23886 h 28186"/>
                <a:gd name="csX19" fmla="*/ 25320 w 29141"/>
                <a:gd name="csY19" fmla="*/ 24364 h 28186"/>
                <a:gd name="csX20" fmla="*/ 26753 w 29141"/>
                <a:gd name="csY20" fmla="*/ 24842 h 28186"/>
                <a:gd name="csX21" fmla="*/ 28186 w 29141"/>
                <a:gd name="csY21" fmla="*/ 25798 h 28186"/>
                <a:gd name="csX22" fmla="*/ 29141 w 29141"/>
                <a:gd name="csY22" fmla="*/ 27708 h 28186"/>
                <a:gd name="csX23" fmla="*/ 28664 w 29141"/>
                <a:gd name="csY23" fmla="*/ 28186 h 28186"/>
                <a:gd name="csX24" fmla="*/ 27709 w 29141"/>
                <a:gd name="csY24" fmla="*/ 26753 h 28186"/>
                <a:gd name="csX25" fmla="*/ 26753 w 29141"/>
                <a:gd name="csY25" fmla="*/ 26753 h 28186"/>
                <a:gd name="csX26" fmla="*/ 22931 w 29141"/>
                <a:gd name="csY26" fmla="*/ 26753 h 28186"/>
                <a:gd name="csX27" fmla="*/ 20543 w 29141"/>
                <a:gd name="csY27" fmla="*/ 26275 h 28186"/>
                <a:gd name="csX28" fmla="*/ 18632 w 29141"/>
                <a:gd name="csY28" fmla="*/ 26275 h 28186"/>
                <a:gd name="csX29" fmla="*/ 17198 w 29141"/>
                <a:gd name="csY29" fmla="*/ 23886 h 28186"/>
                <a:gd name="csX30" fmla="*/ 15765 w 29141"/>
                <a:gd name="csY30" fmla="*/ 23886 h 28186"/>
                <a:gd name="csX31" fmla="*/ 14809 w 29141"/>
                <a:gd name="csY31" fmla="*/ 22453 h 28186"/>
                <a:gd name="csX32" fmla="*/ 12898 w 29141"/>
                <a:gd name="csY32" fmla="*/ 20065 h 28186"/>
                <a:gd name="csX33" fmla="*/ 12421 w 29141"/>
                <a:gd name="csY33" fmla="*/ 18632 h 28186"/>
                <a:gd name="csX34" fmla="*/ 13854 w 29141"/>
                <a:gd name="csY34" fmla="*/ 17198 h 28186"/>
                <a:gd name="csX35" fmla="*/ 14332 w 29141"/>
                <a:gd name="csY35" fmla="*/ 16243 h 28186"/>
                <a:gd name="csX36" fmla="*/ 13854 w 29141"/>
                <a:gd name="csY36" fmla="*/ 14809 h 28186"/>
                <a:gd name="csX37" fmla="*/ 12898 w 29141"/>
                <a:gd name="csY37" fmla="*/ 14809 h 28186"/>
                <a:gd name="csX38" fmla="*/ 11943 w 29141"/>
                <a:gd name="csY38" fmla="*/ 14809 h 28186"/>
                <a:gd name="csX39" fmla="*/ 10510 w 29141"/>
                <a:gd name="csY39" fmla="*/ 13376 h 28186"/>
                <a:gd name="csX40" fmla="*/ 10032 w 29141"/>
                <a:gd name="csY40" fmla="*/ 12421 h 28186"/>
                <a:gd name="csX41" fmla="*/ 9077 w 29141"/>
                <a:gd name="csY41" fmla="*/ 11943 h 28186"/>
                <a:gd name="csX42" fmla="*/ 7644 w 29141"/>
                <a:gd name="csY42" fmla="*/ 10032 h 28186"/>
                <a:gd name="csX43" fmla="*/ 5733 w 29141"/>
                <a:gd name="csY43" fmla="*/ 9555 h 28186"/>
                <a:gd name="csX44" fmla="*/ 4777 w 29141"/>
                <a:gd name="csY44" fmla="*/ 9077 h 28186"/>
                <a:gd name="csX45" fmla="*/ 3344 w 29141"/>
                <a:gd name="csY45" fmla="*/ 7644 h 28186"/>
                <a:gd name="csX46" fmla="*/ 1911 w 29141"/>
                <a:gd name="csY46" fmla="*/ 6210 h 28186"/>
                <a:gd name="csX47" fmla="*/ 955 w 29141"/>
                <a:gd name="csY47" fmla="*/ 2866 h 28186"/>
                <a:gd name="csX48" fmla="*/ 0 w 29141"/>
                <a:gd name="csY48" fmla="*/ 0 h 28186"/>
                <a:gd name="csX49" fmla="*/ 5733 w 29141"/>
                <a:gd name="csY49" fmla="*/ 956 h 28186"/>
                <a:gd name="csX50" fmla="*/ 10988 w 29141"/>
                <a:gd name="csY50" fmla="*/ 478 h 28186"/>
                <a:gd name="csX51" fmla="*/ 17198 w 29141"/>
                <a:gd name="csY51" fmla="*/ 0 h 28186"/>
                <a:gd name="csX52" fmla="*/ 19109 w 29141"/>
                <a:gd name="csY52" fmla="*/ 956 h 28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29141" h="28186">
                  <a:moveTo>
                    <a:pt x="19109" y="956"/>
                  </a:moveTo>
                  <a:lnTo>
                    <a:pt x="20543" y="2389"/>
                  </a:lnTo>
                  <a:lnTo>
                    <a:pt x="20543" y="3344"/>
                  </a:lnTo>
                  <a:lnTo>
                    <a:pt x="20543" y="4777"/>
                  </a:lnTo>
                  <a:lnTo>
                    <a:pt x="21020" y="5255"/>
                  </a:lnTo>
                  <a:lnTo>
                    <a:pt x="22453" y="5255"/>
                  </a:lnTo>
                  <a:lnTo>
                    <a:pt x="23886" y="5733"/>
                  </a:lnTo>
                  <a:lnTo>
                    <a:pt x="24842" y="7166"/>
                  </a:lnTo>
                  <a:lnTo>
                    <a:pt x="24364" y="8121"/>
                  </a:lnTo>
                  <a:lnTo>
                    <a:pt x="24364" y="9555"/>
                  </a:lnTo>
                  <a:lnTo>
                    <a:pt x="23409" y="11466"/>
                  </a:lnTo>
                  <a:lnTo>
                    <a:pt x="23409" y="14809"/>
                  </a:lnTo>
                  <a:lnTo>
                    <a:pt x="23886" y="15765"/>
                  </a:lnTo>
                  <a:lnTo>
                    <a:pt x="23886" y="16721"/>
                  </a:lnTo>
                  <a:lnTo>
                    <a:pt x="23886" y="18154"/>
                  </a:lnTo>
                  <a:lnTo>
                    <a:pt x="24364" y="19109"/>
                  </a:lnTo>
                  <a:lnTo>
                    <a:pt x="25798" y="21975"/>
                  </a:lnTo>
                  <a:lnTo>
                    <a:pt x="26275" y="22931"/>
                  </a:lnTo>
                  <a:lnTo>
                    <a:pt x="25798" y="23886"/>
                  </a:lnTo>
                  <a:lnTo>
                    <a:pt x="25320" y="24364"/>
                  </a:lnTo>
                  <a:lnTo>
                    <a:pt x="26753" y="24842"/>
                  </a:lnTo>
                  <a:lnTo>
                    <a:pt x="28186" y="25798"/>
                  </a:lnTo>
                  <a:lnTo>
                    <a:pt x="29141" y="27708"/>
                  </a:lnTo>
                  <a:lnTo>
                    <a:pt x="28664" y="28186"/>
                  </a:lnTo>
                  <a:lnTo>
                    <a:pt x="27709" y="26753"/>
                  </a:lnTo>
                  <a:lnTo>
                    <a:pt x="26753" y="26753"/>
                  </a:lnTo>
                  <a:lnTo>
                    <a:pt x="22931" y="26753"/>
                  </a:lnTo>
                  <a:lnTo>
                    <a:pt x="20543" y="26275"/>
                  </a:lnTo>
                  <a:lnTo>
                    <a:pt x="18632" y="26275"/>
                  </a:lnTo>
                  <a:lnTo>
                    <a:pt x="17198" y="23886"/>
                  </a:lnTo>
                  <a:lnTo>
                    <a:pt x="15765" y="23886"/>
                  </a:lnTo>
                  <a:lnTo>
                    <a:pt x="14809" y="22453"/>
                  </a:lnTo>
                  <a:lnTo>
                    <a:pt x="12898" y="20065"/>
                  </a:lnTo>
                  <a:lnTo>
                    <a:pt x="12421" y="18632"/>
                  </a:lnTo>
                  <a:lnTo>
                    <a:pt x="13854" y="17198"/>
                  </a:lnTo>
                  <a:lnTo>
                    <a:pt x="14332" y="16243"/>
                  </a:lnTo>
                  <a:lnTo>
                    <a:pt x="13854" y="14809"/>
                  </a:lnTo>
                  <a:lnTo>
                    <a:pt x="12898" y="14809"/>
                  </a:lnTo>
                  <a:lnTo>
                    <a:pt x="11943" y="14809"/>
                  </a:lnTo>
                  <a:lnTo>
                    <a:pt x="10510" y="13376"/>
                  </a:lnTo>
                  <a:lnTo>
                    <a:pt x="10032" y="12421"/>
                  </a:lnTo>
                  <a:lnTo>
                    <a:pt x="9077" y="11943"/>
                  </a:lnTo>
                  <a:lnTo>
                    <a:pt x="7644" y="10032"/>
                  </a:lnTo>
                  <a:lnTo>
                    <a:pt x="5733" y="9555"/>
                  </a:lnTo>
                  <a:lnTo>
                    <a:pt x="4777" y="9077"/>
                  </a:lnTo>
                  <a:lnTo>
                    <a:pt x="3344" y="7644"/>
                  </a:lnTo>
                  <a:lnTo>
                    <a:pt x="1911" y="6210"/>
                  </a:lnTo>
                  <a:lnTo>
                    <a:pt x="955" y="2866"/>
                  </a:lnTo>
                  <a:lnTo>
                    <a:pt x="0" y="0"/>
                  </a:lnTo>
                  <a:lnTo>
                    <a:pt x="5733" y="956"/>
                  </a:lnTo>
                  <a:lnTo>
                    <a:pt x="10988" y="478"/>
                  </a:lnTo>
                  <a:lnTo>
                    <a:pt x="17198" y="0"/>
                  </a:lnTo>
                  <a:lnTo>
                    <a:pt x="1910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9" name="Freeform 5208">
              <a:extLst>
                <a:ext uri="{FF2B5EF4-FFF2-40B4-BE49-F238E27FC236}">
                  <a16:creationId xmlns:a16="http://schemas.microsoft.com/office/drawing/2014/main" id="{F399F6A8-681F-05A7-0712-20DE3937F7B1}"/>
                </a:ext>
              </a:extLst>
            </p:cNvPr>
            <p:cNvSpPr/>
            <p:nvPr/>
          </p:nvSpPr>
          <p:spPr>
            <a:xfrm>
              <a:off x="8311708" y="4507019"/>
              <a:ext cx="4777" cy="3821"/>
            </a:xfrm>
            <a:custGeom>
              <a:avLst/>
              <a:gdLst>
                <a:gd name="csX0" fmla="*/ 4299 w 4777"/>
                <a:gd name="csY0" fmla="*/ 3344 h 3821"/>
                <a:gd name="csX1" fmla="*/ 3344 w 4777"/>
                <a:gd name="csY1" fmla="*/ 3822 h 3821"/>
                <a:gd name="csX2" fmla="*/ 1433 w 4777"/>
                <a:gd name="csY2" fmla="*/ 1911 h 3821"/>
                <a:gd name="csX3" fmla="*/ 0 w 4777"/>
                <a:gd name="csY3" fmla="*/ 956 h 3821"/>
                <a:gd name="csX4" fmla="*/ 0 w 4777"/>
                <a:gd name="csY4" fmla="*/ 478 h 3821"/>
                <a:gd name="csX5" fmla="*/ 955 w 4777"/>
                <a:gd name="csY5" fmla="*/ 0 h 3821"/>
                <a:gd name="csX6" fmla="*/ 3344 w 4777"/>
                <a:gd name="csY6" fmla="*/ 0 h 3821"/>
                <a:gd name="csX7" fmla="*/ 4777 w 4777"/>
                <a:gd name="csY7" fmla="*/ 1433 h 3821"/>
                <a:gd name="csX8" fmla="*/ 4777 w 4777"/>
                <a:gd name="csY8" fmla="*/ 1911 h 3821"/>
                <a:gd name="csX9" fmla="*/ 4299 w 4777"/>
                <a:gd name="csY9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3821">
                  <a:moveTo>
                    <a:pt x="4299" y="3344"/>
                  </a:moveTo>
                  <a:lnTo>
                    <a:pt x="3344" y="3822"/>
                  </a:lnTo>
                  <a:lnTo>
                    <a:pt x="1433" y="1911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3344" y="0"/>
                  </a:lnTo>
                  <a:lnTo>
                    <a:pt x="4777" y="1433"/>
                  </a:lnTo>
                  <a:lnTo>
                    <a:pt x="4777" y="1911"/>
                  </a:lnTo>
                  <a:lnTo>
                    <a:pt x="429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0" name="Freeform 5209">
              <a:extLst>
                <a:ext uri="{FF2B5EF4-FFF2-40B4-BE49-F238E27FC236}">
                  <a16:creationId xmlns:a16="http://schemas.microsoft.com/office/drawing/2014/main" id="{67757009-9A27-1D4E-252F-52AC2F162D9B}"/>
                </a:ext>
              </a:extLst>
            </p:cNvPr>
            <p:cNvSpPr/>
            <p:nvPr/>
          </p:nvSpPr>
          <p:spPr>
            <a:xfrm>
              <a:off x="8260591" y="4510363"/>
              <a:ext cx="9554" cy="5732"/>
            </a:xfrm>
            <a:custGeom>
              <a:avLst/>
              <a:gdLst>
                <a:gd name="csX0" fmla="*/ 4777 w 9554"/>
                <a:gd name="csY0" fmla="*/ 2866 h 5732"/>
                <a:gd name="csX1" fmla="*/ 5733 w 9554"/>
                <a:gd name="csY1" fmla="*/ 2866 h 5732"/>
                <a:gd name="csX2" fmla="*/ 6688 w 9554"/>
                <a:gd name="csY2" fmla="*/ 2866 h 5732"/>
                <a:gd name="csX3" fmla="*/ 7644 w 9554"/>
                <a:gd name="csY3" fmla="*/ 1911 h 5732"/>
                <a:gd name="csX4" fmla="*/ 8122 w 9554"/>
                <a:gd name="csY4" fmla="*/ 2866 h 5732"/>
                <a:gd name="csX5" fmla="*/ 9555 w 9554"/>
                <a:gd name="csY5" fmla="*/ 4300 h 5732"/>
                <a:gd name="csX6" fmla="*/ 9077 w 9554"/>
                <a:gd name="csY6" fmla="*/ 5733 h 5732"/>
                <a:gd name="csX7" fmla="*/ 7644 w 9554"/>
                <a:gd name="csY7" fmla="*/ 5733 h 5732"/>
                <a:gd name="csX8" fmla="*/ 6211 w 9554"/>
                <a:gd name="csY8" fmla="*/ 5255 h 5732"/>
                <a:gd name="csX9" fmla="*/ 4777 w 9554"/>
                <a:gd name="csY9" fmla="*/ 5733 h 5732"/>
                <a:gd name="csX10" fmla="*/ 2866 w 9554"/>
                <a:gd name="csY10" fmla="*/ 5733 h 5732"/>
                <a:gd name="csX11" fmla="*/ 1911 w 9554"/>
                <a:gd name="csY11" fmla="*/ 4300 h 5732"/>
                <a:gd name="csX12" fmla="*/ 956 w 9554"/>
                <a:gd name="csY12" fmla="*/ 2389 h 5732"/>
                <a:gd name="csX13" fmla="*/ 0 w 9554"/>
                <a:gd name="csY13" fmla="*/ 1911 h 5732"/>
                <a:gd name="csX14" fmla="*/ 478 w 9554"/>
                <a:gd name="csY14" fmla="*/ 1433 h 5732"/>
                <a:gd name="csX15" fmla="*/ 956 w 9554"/>
                <a:gd name="csY15" fmla="*/ 478 h 5732"/>
                <a:gd name="csX16" fmla="*/ 478 w 9554"/>
                <a:gd name="csY16" fmla="*/ 478 h 5732"/>
                <a:gd name="csX17" fmla="*/ 478 w 9554"/>
                <a:gd name="csY17" fmla="*/ 0 h 5732"/>
                <a:gd name="csX18" fmla="*/ 956 w 9554"/>
                <a:gd name="csY18" fmla="*/ 0 h 5732"/>
                <a:gd name="csX19" fmla="*/ 1433 w 9554"/>
                <a:gd name="csY19" fmla="*/ 0 h 5732"/>
                <a:gd name="csX20" fmla="*/ 2389 w 9554"/>
                <a:gd name="csY20" fmla="*/ 956 h 5732"/>
                <a:gd name="csX21" fmla="*/ 4300 w 9554"/>
                <a:gd name="csY21" fmla="*/ 1911 h 5732"/>
                <a:gd name="csX22" fmla="*/ 4777 w 9554"/>
                <a:gd name="csY22" fmla="*/ 2866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9554" h="5732">
                  <a:moveTo>
                    <a:pt x="4777" y="2866"/>
                  </a:moveTo>
                  <a:lnTo>
                    <a:pt x="5733" y="2866"/>
                  </a:lnTo>
                  <a:lnTo>
                    <a:pt x="6688" y="2866"/>
                  </a:lnTo>
                  <a:lnTo>
                    <a:pt x="7644" y="1911"/>
                  </a:lnTo>
                  <a:lnTo>
                    <a:pt x="8122" y="2866"/>
                  </a:lnTo>
                  <a:lnTo>
                    <a:pt x="9555" y="4300"/>
                  </a:lnTo>
                  <a:lnTo>
                    <a:pt x="9077" y="5733"/>
                  </a:lnTo>
                  <a:lnTo>
                    <a:pt x="7644" y="5733"/>
                  </a:lnTo>
                  <a:lnTo>
                    <a:pt x="6211" y="5255"/>
                  </a:lnTo>
                  <a:lnTo>
                    <a:pt x="4777" y="5733"/>
                  </a:lnTo>
                  <a:lnTo>
                    <a:pt x="2866" y="5733"/>
                  </a:lnTo>
                  <a:lnTo>
                    <a:pt x="1911" y="4300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956" y="478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2389" y="956"/>
                  </a:lnTo>
                  <a:lnTo>
                    <a:pt x="4300" y="1911"/>
                  </a:lnTo>
                  <a:lnTo>
                    <a:pt x="4777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1" name="Freeform 5210">
              <a:extLst>
                <a:ext uri="{FF2B5EF4-FFF2-40B4-BE49-F238E27FC236}">
                  <a16:creationId xmlns:a16="http://schemas.microsoft.com/office/drawing/2014/main" id="{AE33AFFB-EC93-54FC-F860-0F6AA9E2BAD4}"/>
                </a:ext>
              </a:extLst>
            </p:cNvPr>
            <p:cNvSpPr/>
            <p:nvPr/>
          </p:nvSpPr>
          <p:spPr>
            <a:xfrm>
              <a:off x="8260591" y="4516574"/>
              <a:ext cx="4299" cy="5732"/>
            </a:xfrm>
            <a:custGeom>
              <a:avLst/>
              <a:gdLst>
                <a:gd name="csX0" fmla="*/ 3822 w 4299"/>
                <a:gd name="csY0" fmla="*/ 5255 h 5732"/>
                <a:gd name="csX1" fmla="*/ 2389 w 4299"/>
                <a:gd name="csY1" fmla="*/ 5733 h 5732"/>
                <a:gd name="csX2" fmla="*/ 1911 w 4299"/>
                <a:gd name="csY2" fmla="*/ 5255 h 5732"/>
                <a:gd name="csX3" fmla="*/ 1433 w 4299"/>
                <a:gd name="csY3" fmla="*/ 4300 h 5732"/>
                <a:gd name="csX4" fmla="*/ 1433 w 4299"/>
                <a:gd name="csY4" fmla="*/ 3822 h 5732"/>
                <a:gd name="csX5" fmla="*/ 0 w 4299"/>
                <a:gd name="csY5" fmla="*/ 478 h 5732"/>
                <a:gd name="csX6" fmla="*/ 1433 w 4299"/>
                <a:gd name="csY6" fmla="*/ 0 h 5732"/>
                <a:gd name="csX7" fmla="*/ 1911 w 4299"/>
                <a:gd name="csY7" fmla="*/ 478 h 5732"/>
                <a:gd name="csX8" fmla="*/ 2866 w 4299"/>
                <a:gd name="csY8" fmla="*/ 956 h 5732"/>
                <a:gd name="csX9" fmla="*/ 3822 w 4299"/>
                <a:gd name="csY9" fmla="*/ 956 h 5732"/>
                <a:gd name="csX10" fmla="*/ 4300 w 4299"/>
                <a:gd name="csY10" fmla="*/ 1911 h 5732"/>
                <a:gd name="csX11" fmla="*/ 4300 w 4299"/>
                <a:gd name="csY11" fmla="*/ 2867 h 5732"/>
                <a:gd name="csX12" fmla="*/ 4300 w 4299"/>
                <a:gd name="csY12" fmla="*/ 3344 h 5732"/>
                <a:gd name="csX13" fmla="*/ 3822 w 4299"/>
                <a:gd name="csY13" fmla="*/ 5255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5732">
                  <a:moveTo>
                    <a:pt x="3822" y="5255"/>
                  </a:moveTo>
                  <a:lnTo>
                    <a:pt x="2389" y="5733"/>
                  </a:lnTo>
                  <a:lnTo>
                    <a:pt x="1911" y="5255"/>
                  </a:lnTo>
                  <a:lnTo>
                    <a:pt x="1433" y="4300"/>
                  </a:lnTo>
                  <a:lnTo>
                    <a:pt x="1433" y="3822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866" y="956"/>
                  </a:lnTo>
                  <a:lnTo>
                    <a:pt x="3822" y="956"/>
                  </a:lnTo>
                  <a:lnTo>
                    <a:pt x="4300" y="1911"/>
                  </a:lnTo>
                  <a:lnTo>
                    <a:pt x="4300" y="2867"/>
                  </a:lnTo>
                  <a:lnTo>
                    <a:pt x="4300" y="3344"/>
                  </a:lnTo>
                  <a:lnTo>
                    <a:pt x="3822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2" name="Freeform 5211">
              <a:extLst>
                <a:ext uri="{FF2B5EF4-FFF2-40B4-BE49-F238E27FC236}">
                  <a16:creationId xmlns:a16="http://schemas.microsoft.com/office/drawing/2014/main" id="{D83808E5-64FD-4197-D3AD-95760852AE2A}"/>
                </a:ext>
              </a:extLst>
            </p:cNvPr>
            <p:cNvSpPr/>
            <p:nvPr/>
          </p:nvSpPr>
          <p:spPr>
            <a:xfrm>
              <a:off x="8301198" y="4518007"/>
              <a:ext cx="24842" cy="26753"/>
            </a:xfrm>
            <a:custGeom>
              <a:avLst/>
              <a:gdLst>
                <a:gd name="csX0" fmla="*/ 11943 w 24842"/>
                <a:gd name="csY0" fmla="*/ 5255 h 26753"/>
                <a:gd name="csX1" fmla="*/ 13854 w 24842"/>
                <a:gd name="csY1" fmla="*/ 6211 h 26753"/>
                <a:gd name="csX2" fmla="*/ 16243 w 24842"/>
                <a:gd name="csY2" fmla="*/ 5255 h 26753"/>
                <a:gd name="csX3" fmla="*/ 18632 w 24842"/>
                <a:gd name="csY3" fmla="*/ 5733 h 26753"/>
                <a:gd name="csX4" fmla="*/ 20543 w 24842"/>
                <a:gd name="csY4" fmla="*/ 6688 h 26753"/>
                <a:gd name="csX5" fmla="*/ 19587 w 24842"/>
                <a:gd name="csY5" fmla="*/ 7644 h 26753"/>
                <a:gd name="csX6" fmla="*/ 19587 w 24842"/>
                <a:gd name="csY6" fmla="*/ 8599 h 26753"/>
                <a:gd name="csX7" fmla="*/ 23886 w 24842"/>
                <a:gd name="csY7" fmla="*/ 6688 h 26753"/>
                <a:gd name="csX8" fmla="*/ 24842 w 24842"/>
                <a:gd name="csY8" fmla="*/ 6688 h 26753"/>
                <a:gd name="csX9" fmla="*/ 24842 w 24842"/>
                <a:gd name="csY9" fmla="*/ 8599 h 26753"/>
                <a:gd name="csX10" fmla="*/ 24842 w 24842"/>
                <a:gd name="csY10" fmla="*/ 10032 h 26753"/>
                <a:gd name="csX11" fmla="*/ 24364 w 24842"/>
                <a:gd name="csY11" fmla="*/ 11466 h 26753"/>
                <a:gd name="csX12" fmla="*/ 23409 w 24842"/>
                <a:gd name="csY12" fmla="*/ 12899 h 26753"/>
                <a:gd name="csX13" fmla="*/ 21975 w 24842"/>
                <a:gd name="csY13" fmla="*/ 14332 h 26753"/>
                <a:gd name="csX14" fmla="*/ 20543 w 24842"/>
                <a:gd name="csY14" fmla="*/ 15287 h 26753"/>
                <a:gd name="csX15" fmla="*/ 18632 w 24842"/>
                <a:gd name="csY15" fmla="*/ 16243 h 26753"/>
                <a:gd name="csX16" fmla="*/ 17676 w 24842"/>
                <a:gd name="csY16" fmla="*/ 16721 h 26753"/>
                <a:gd name="csX17" fmla="*/ 17676 w 24842"/>
                <a:gd name="csY17" fmla="*/ 17676 h 26753"/>
                <a:gd name="csX18" fmla="*/ 17676 w 24842"/>
                <a:gd name="csY18" fmla="*/ 18632 h 26753"/>
                <a:gd name="csX19" fmla="*/ 17198 w 24842"/>
                <a:gd name="csY19" fmla="*/ 19587 h 26753"/>
                <a:gd name="csX20" fmla="*/ 15288 w 24842"/>
                <a:gd name="csY20" fmla="*/ 20065 h 26753"/>
                <a:gd name="csX21" fmla="*/ 12421 w 24842"/>
                <a:gd name="csY21" fmla="*/ 21976 h 26753"/>
                <a:gd name="csX22" fmla="*/ 5733 w 24842"/>
                <a:gd name="csY22" fmla="*/ 23409 h 26753"/>
                <a:gd name="csX23" fmla="*/ 4300 w 24842"/>
                <a:gd name="csY23" fmla="*/ 24364 h 26753"/>
                <a:gd name="csX24" fmla="*/ 2866 w 24842"/>
                <a:gd name="csY24" fmla="*/ 25320 h 26753"/>
                <a:gd name="csX25" fmla="*/ 1911 w 24842"/>
                <a:gd name="csY25" fmla="*/ 26275 h 26753"/>
                <a:gd name="csX26" fmla="*/ 956 w 24842"/>
                <a:gd name="csY26" fmla="*/ 26753 h 26753"/>
                <a:gd name="csX27" fmla="*/ 478 w 24842"/>
                <a:gd name="csY27" fmla="*/ 26275 h 26753"/>
                <a:gd name="csX28" fmla="*/ 478 w 24842"/>
                <a:gd name="csY28" fmla="*/ 25798 h 26753"/>
                <a:gd name="csX29" fmla="*/ 1433 w 24842"/>
                <a:gd name="csY29" fmla="*/ 23409 h 26753"/>
                <a:gd name="csX30" fmla="*/ 1433 w 24842"/>
                <a:gd name="csY30" fmla="*/ 21976 h 26753"/>
                <a:gd name="csX31" fmla="*/ 956 w 24842"/>
                <a:gd name="csY31" fmla="*/ 21020 h 26753"/>
                <a:gd name="csX32" fmla="*/ 1433 w 24842"/>
                <a:gd name="csY32" fmla="*/ 19109 h 26753"/>
                <a:gd name="csX33" fmla="*/ 2389 w 24842"/>
                <a:gd name="csY33" fmla="*/ 16721 h 26753"/>
                <a:gd name="csX34" fmla="*/ 2866 w 24842"/>
                <a:gd name="csY34" fmla="*/ 14810 h 26753"/>
                <a:gd name="csX35" fmla="*/ 2866 w 24842"/>
                <a:gd name="csY35" fmla="*/ 10510 h 26753"/>
                <a:gd name="csX36" fmla="*/ 3822 w 24842"/>
                <a:gd name="csY36" fmla="*/ 4777 h 26753"/>
                <a:gd name="csX37" fmla="*/ 3822 w 24842"/>
                <a:gd name="csY37" fmla="*/ 3822 h 26753"/>
                <a:gd name="csX38" fmla="*/ 3344 w 24842"/>
                <a:gd name="csY38" fmla="*/ 3344 h 26753"/>
                <a:gd name="csX39" fmla="*/ 956 w 24842"/>
                <a:gd name="csY39" fmla="*/ 2389 h 26753"/>
                <a:gd name="csX40" fmla="*/ 0 w 24842"/>
                <a:gd name="csY40" fmla="*/ 1911 h 26753"/>
                <a:gd name="csX41" fmla="*/ 0 w 24842"/>
                <a:gd name="csY41" fmla="*/ 956 h 26753"/>
                <a:gd name="csX42" fmla="*/ 956 w 24842"/>
                <a:gd name="csY42" fmla="*/ 0 h 26753"/>
                <a:gd name="csX43" fmla="*/ 2389 w 24842"/>
                <a:gd name="csY43" fmla="*/ 0 h 26753"/>
                <a:gd name="csX44" fmla="*/ 3822 w 24842"/>
                <a:gd name="csY44" fmla="*/ 956 h 26753"/>
                <a:gd name="csX45" fmla="*/ 7644 w 24842"/>
                <a:gd name="csY45" fmla="*/ 2389 h 26753"/>
                <a:gd name="csX46" fmla="*/ 10032 w 24842"/>
                <a:gd name="csY46" fmla="*/ 3822 h 26753"/>
                <a:gd name="csX47" fmla="*/ 11943 w 24842"/>
                <a:gd name="csY47" fmla="*/ 5255 h 26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24842" h="26753">
                  <a:moveTo>
                    <a:pt x="11943" y="5255"/>
                  </a:moveTo>
                  <a:lnTo>
                    <a:pt x="13854" y="6211"/>
                  </a:lnTo>
                  <a:lnTo>
                    <a:pt x="16243" y="5255"/>
                  </a:lnTo>
                  <a:lnTo>
                    <a:pt x="18632" y="5733"/>
                  </a:lnTo>
                  <a:lnTo>
                    <a:pt x="20543" y="6688"/>
                  </a:lnTo>
                  <a:lnTo>
                    <a:pt x="19587" y="7644"/>
                  </a:lnTo>
                  <a:lnTo>
                    <a:pt x="19587" y="8599"/>
                  </a:lnTo>
                  <a:lnTo>
                    <a:pt x="23886" y="6688"/>
                  </a:lnTo>
                  <a:lnTo>
                    <a:pt x="24842" y="6688"/>
                  </a:lnTo>
                  <a:lnTo>
                    <a:pt x="24842" y="8599"/>
                  </a:lnTo>
                  <a:lnTo>
                    <a:pt x="24842" y="10032"/>
                  </a:lnTo>
                  <a:lnTo>
                    <a:pt x="24364" y="11466"/>
                  </a:lnTo>
                  <a:lnTo>
                    <a:pt x="23409" y="12899"/>
                  </a:lnTo>
                  <a:lnTo>
                    <a:pt x="21975" y="14332"/>
                  </a:lnTo>
                  <a:lnTo>
                    <a:pt x="20543" y="15287"/>
                  </a:lnTo>
                  <a:lnTo>
                    <a:pt x="18632" y="16243"/>
                  </a:lnTo>
                  <a:lnTo>
                    <a:pt x="17676" y="16721"/>
                  </a:lnTo>
                  <a:lnTo>
                    <a:pt x="17676" y="17676"/>
                  </a:lnTo>
                  <a:lnTo>
                    <a:pt x="17676" y="18632"/>
                  </a:lnTo>
                  <a:lnTo>
                    <a:pt x="17198" y="19587"/>
                  </a:lnTo>
                  <a:lnTo>
                    <a:pt x="15288" y="20065"/>
                  </a:lnTo>
                  <a:lnTo>
                    <a:pt x="12421" y="21976"/>
                  </a:lnTo>
                  <a:lnTo>
                    <a:pt x="5733" y="23409"/>
                  </a:lnTo>
                  <a:lnTo>
                    <a:pt x="4300" y="24364"/>
                  </a:lnTo>
                  <a:lnTo>
                    <a:pt x="2866" y="25320"/>
                  </a:lnTo>
                  <a:lnTo>
                    <a:pt x="1911" y="26275"/>
                  </a:lnTo>
                  <a:lnTo>
                    <a:pt x="956" y="26753"/>
                  </a:lnTo>
                  <a:lnTo>
                    <a:pt x="478" y="26275"/>
                  </a:lnTo>
                  <a:lnTo>
                    <a:pt x="478" y="25798"/>
                  </a:lnTo>
                  <a:lnTo>
                    <a:pt x="1433" y="23409"/>
                  </a:lnTo>
                  <a:lnTo>
                    <a:pt x="1433" y="21976"/>
                  </a:lnTo>
                  <a:lnTo>
                    <a:pt x="956" y="21020"/>
                  </a:lnTo>
                  <a:lnTo>
                    <a:pt x="1433" y="19109"/>
                  </a:lnTo>
                  <a:lnTo>
                    <a:pt x="2389" y="16721"/>
                  </a:lnTo>
                  <a:lnTo>
                    <a:pt x="2866" y="14810"/>
                  </a:lnTo>
                  <a:lnTo>
                    <a:pt x="2866" y="10510"/>
                  </a:lnTo>
                  <a:lnTo>
                    <a:pt x="3822" y="4777"/>
                  </a:lnTo>
                  <a:lnTo>
                    <a:pt x="3822" y="3822"/>
                  </a:lnTo>
                  <a:lnTo>
                    <a:pt x="3344" y="3344"/>
                  </a:lnTo>
                  <a:lnTo>
                    <a:pt x="956" y="2389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3822" y="956"/>
                  </a:lnTo>
                  <a:lnTo>
                    <a:pt x="7644" y="2389"/>
                  </a:lnTo>
                  <a:lnTo>
                    <a:pt x="10032" y="3822"/>
                  </a:lnTo>
                  <a:lnTo>
                    <a:pt x="11943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3" name="Freeform 5212">
              <a:extLst>
                <a:ext uri="{FF2B5EF4-FFF2-40B4-BE49-F238E27FC236}">
                  <a16:creationId xmlns:a16="http://schemas.microsoft.com/office/drawing/2014/main" id="{58842736-D45F-1977-DE17-52DCE715AFBA}"/>
                </a:ext>
              </a:extLst>
            </p:cNvPr>
            <p:cNvSpPr/>
            <p:nvPr/>
          </p:nvSpPr>
          <p:spPr>
            <a:xfrm>
              <a:off x="8357093" y="4521351"/>
              <a:ext cx="2866" cy="3344"/>
            </a:xfrm>
            <a:custGeom>
              <a:avLst/>
              <a:gdLst>
                <a:gd name="csX0" fmla="*/ 2866 w 2866"/>
                <a:gd name="csY0" fmla="*/ 2389 h 3344"/>
                <a:gd name="csX1" fmla="*/ 2389 w 2866"/>
                <a:gd name="csY1" fmla="*/ 3344 h 3344"/>
                <a:gd name="csX2" fmla="*/ 1910 w 2866"/>
                <a:gd name="csY2" fmla="*/ 2867 h 3344"/>
                <a:gd name="csX3" fmla="*/ 955 w 2866"/>
                <a:gd name="csY3" fmla="*/ 2389 h 3344"/>
                <a:gd name="csX4" fmla="*/ 478 w 2866"/>
                <a:gd name="csY4" fmla="*/ 956 h 3344"/>
                <a:gd name="csX5" fmla="*/ 0 w 2866"/>
                <a:gd name="csY5" fmla="*/ 0 h 3344"/>
                <a:gd name="csX6" fmla="*/ 1433 w 2866"/>
                <a:gd name="csY6" fmla="*/ 478 h 3344"/>
                <a:gd name="csX7" fmla="*/ 1910 w 2866"/>
                <a:gd name="csY7" fmla="*/ 1433 h 3344"/>
                <a:gd name="csX8" fmla="*/ 2866 w 2866"/>
                <a:gd name="csY8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3344">
                  <a:moveTo>
                    <a:pt x="2866" y="2389"/>
                  </a:moveTo>
                  <a:lnTo>
                    <a:pt x="2389" y="3344"/>
                  </a:lnTo>
                  <a:lnTo>
                    <a:pt x="1910" y="2867"/>
                  </a:lnTo>
                  <a:lnTo>
                    <a:pt x="955" y="2389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1910" y="1433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4" name="Freeform 5213">
              <a:extLst>
                <a:ext uri="{FF2B5EF4-FFF2-40B4-BE49-F238E27FC236}">
                  <a16:creationId xmlns:a16="http://schemas.microsoft.com/office/drawing/2014/main" id="{0B8018A0-8E6C-40AC-4814-878B05FE1401}"/>
                </a:ext>
              </a:extLst>
            </p:cNvPr>
            <p:cNvSpPr/>
            <p:nvPr/>
          </p:nvSpPr>
          <p:spPr>
            <a:xfrm>
              <a:off x="8349927" y="4521829"/>
              <a:ext cx="5254" cy="3821"/>
            </a:xfrm>
            <a:custGeom>
              <a:avLst/>
              <a:gdLst>
                <a:gd name="csX0" fmla="*/ 4777 w 5254"/>
                <a:gd name="csY0" fmla="*/ 3822 h 3821"/>
                <a:gd name="csX1" fmla="*/ 2389 w 5254"/>
                <a:gd name="csY1" fmla="*/ 3822 h 3821"/>
                <a:gd name="csX2" fmla="*/ 1433 w 5254"/>
                <a:gd name="csY2" fmla="*/ 2866 h 3821"/>
                <a:gd name="csX3" fmla="*/ 0 w 5254"/>
                <a:gd name="csY3" fmla="*/ 478 h 3821"/>
                <a:gd name="csX4" fmla="*/ 1433 w 5254"/>
                <a:gd name="csY4" fmla="*/ 0 h 3821"/>
                <a:gd name="csX5" fmla="*/ 2866 w 5254"/>
                <a:gd name="csY5" fmla="*/ 0 h 3821"/>
                <a:gd name="csX6" fmla="*/ 4299 w 5254"/>
                <a:gd name="csY6" fmla="*/ 955 h 3821"/>
                <a:gd name="csX7" fmla="*/ 5255 w 5254"/>
                <a:gd name="csY7" fmla="*/ 2389 h 3821"/>
                <a:gd name="csX8" fmla="*/ 4777 w 5254"/>
                <a:gd name="csY8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4" h="3821">
                  <a:moveTo>
                    <a:pt x="4777" y="3822"/>
                  </a:moveTo>
                  <a:lnTo>
                    <a:pt x="2389" y="3822"/>
                  </a:lnTo>
                  <a:lnTo>
                    <a:pt x="1433" y="2866"/>
                  </a:lnTo>
                  <a:lnTo>
                    <a:pt x="0" y="478"/>
                  </a:lnTo>
                  <a:lnTo>
                    <a:pt x="1433" y="0"/>
                  </a:lnTo>
                  <a:lnTo>
                    <a:pt x="2866" y="0"/>
                  </a:lnTo>
                  <a:lnTo>
                    <a:pt x="4299" y="955"/>
                  </a:lnTo>
                  <a:lnTo>
                    <a:pt x="5255" y="2389"/>
                  </a:lnTo>
                  <a:lnTo>
                    <a:pt x="4777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5" name="Freeform 5214">
              <a:extLst>
                <a:ext uri="{FF2B5EF4-FFF2-40B4-BE49-F238E27FC236}">
                  <a16:creationId xmlns:a16="http://schemas.microsoft.com/office/drawing/2014/main" id="{B6F69C00-1B20-ED1C-DAAF-DCE9D8FB1FC1}"/>
                </a:ext>
              </a:extLst>
            </p:cNvPr>
            <p:cNvSpPr/>
            <p:nvPr/>
          </p:nvSpPr>
          <p:spPr>
            <a:xfrm>
              <a:off x="8348971" y="4524695"/>
              <a:ext cx="19109" cy="27708"/>
            </a:xfrm>
            <a:custGeom>
              <a:avLst/>
              <a:gdLst>
                <a:gd name="csX0" fmla="*/ 5255 w 19109"/>
                <a:gd name="csY0" fmla="*/ 3344 h 27708"/>
                <a:gd name="csX1" fmla="*/ 6688 w 19109"/>
                <a:gd name="csY1" fmla="*/ 4300 h 27708"/>
                <a:gd name="csX2" fmla="*/ 8122 w 19109"/>
                <a:gd name="csY2" fmla="*/ 3822 h 27708"/>
                <a:gd name="csX3" fmla="*/ 10032 w 19109"/>
                <a:gd name="csY3" fmla="*/ 2389 h 27708"/>
                <a:gd name="csX4" fmla="*/ 12421 w 19109"/>
                <a:gd name="csY4" fmla="*/ 2866 h 27708"/>
                <a:gd name="csX5" fmla="*/ 13377 w 19109"/>
                <a:gd name="csY5" fmla="*/ 5255 h 27708"/>
                <a:gd name="csX6" fmla="*/ 14332 w 19109"/>
                <a:gd name="csY6" fmla="*/ 5733 h 27708"/>
                <a:gd name="csX7" fmla="*/ 14332 w 19109"/>
                <a:gd name="csY7" fmla="*/ 7166 h 27708"/>
                <a:gd name="csX8" fmla="*/ 14332 w 19109"/>
                <a:gd name="csY8" fmla="*/ 10510 h 27708"/>
                <a:gd name="csX9" fmla="*/ 13854 w 19109"/>
                <a:gd name="csY9" fmla="*/ 13854 h 27708"/>
                <a:gd name="csX10" fmla="*/ 14332 w 19109"/>
                <a:gd name="csY10" fmla="*/ 14332 h 27708"/>
                <a:gd name="csX11" fmla="*/ 15288 w 19109"/>
                <a:gd name="csY11" fmla="*/ 14809 h 27708"/>
                <a:gd name="csX12" fmla="*/ 16243 w 19109"/>
                <a:gd name="csY12" fmla="*/ 15765 h 27708"/>
                <a:gd name="csX13" fmla="*/ 16721 w 19109"/>
                <a:gd name="csY13" fmla="*/ 16721 h 27708"/>
                <a:gd name="csX14" fmla="*/ 17198 w 19109"/>
                <a:gd name="csY14" fmla="*/ 17676 h 27708"/>
                <a:gd name="csX15" fmla="*/ 17676 w 19109"/>
                <a:gd name="csY15" fmla="*/ 20065 h 27708"/>
                <a:gd name="csX16" fmla="*/ 18632 w 19109"/>
                <a:gd name="csY16" fmla="*/ 21975 h 27708"/>
                <a:gd name="csX17" fmla="*/ 19109 w 19109"/>
                <a:gd name="csY17" fmla="*/ 22453 h 27708"/>
                <a:gd name="csX18" fmla="*/ 18632 w 19109"/>
                <a:gd name="csY18" fmla="*/ 23409 h 27708"/>
                <a:gd name="csX19" fmla="*/ 16721 w 19109"/>
                <a:gd name="csY19" fmla="*/ 23409 h 27708"/>
                <a:gd name="csX20" fmla="*/ 16243 w 19109"/>
                <a:gd name="csY20" fmla="*/ 23886 h 27708"/>
                <a:gd name="csX21" fmla="*/ 16721 w 19109"/>
                <a:gd name="csY21" fmla="*/ 24842 h 27708"/>
                <a:gd name="csX22" fmla="*/ 15765 w 19109"/>
                <a:gd name="csY22" fmla="*/ 24364 h 27708"/>
                <a:gd name="csX23" fmla="*/ 14332 w 19109"/>
                <a:gd name="csY23" fmla="*/ 22453 h 27708"/>
                <a:gd name="csX24" fmla="*/ 13377 w 19109"/>
                <a:gd name="csY24" fmla="*/ 21498 h 27708"/>
                <a:gd name="csX25" fmla="*/ 13854 w 19109"/>
                <a:gd name="csY25" fmla="*/ 24842 h 27708"/>
                <a:gd name="csX26" fmla="*/ 14332 w 19109"/>
                <a:gd name="csY26" fmla="*/ 26275 h 27708"/>
                <a:gd name="csX27" fmla="*/ 14332 w 19109"/>
                <a:gd name="csY27" fmla="*/ 27708 h 27708"/>
                <a:gd name="csX28" fmla="*/ 12421 w 19109"/>
                <a:gd name="csY28" fmla="*/ 26275 h 27708"/>
                <a:gd name="csX29" fmla="*/ 10032 w 19109"/>
                <a:gd name="csY29" fmla="*/ 25798 h 27708"/>
                <a:gd name="csX30" fmla="*/ 9077 w 19109"/>
                <a:gd name="csY30" fmla="*/ 25320 h 27708"/>
                <a:gd name="csX31" fmla="*/ 9555 w 19109"/>
                <a:gd name="csY31" fmla="*/ 22931 h 27708"/>
                <a:gd name="csX32" fmla="*/ 9555 w 19109"/>
                <a:gd name="csY32" fmla="*/ 21975 h 27708"/>
                <a:gd name="csX33" fmla="*/ 8599 w 19109"/>
                <a:gd name="csY33" fmla="*/ 20065 h 27708"/>
                <a:gd name="csX34" fmla="*/ 9555 w 19109"/>
                <a:gd name="csY34" fmla="*/ 15765 h 27708"/>
                <a:gd name="csX35" fmla="*/ 9555 w 19109"/>
                <a:gd name="csY35" fmla="*/ 14809 h 27708"/>
                <a:gd name="csX36" fmla="*/ 9555 w 19109"/>
                <a:gd name="csY36" fmla="*/ 13854 h 27708"/>
                <a:gd name="csX37" fmla="*/ 8599 w 19109"/>
                <a:gd name="csY37" fmla="*/ 11943 h 27708"/>
                <a:gd name="csX38" fmla="*/ 7166 w 19109"/>
                <a:gd name="csY38" fmla="*/ 10510 h 27708"/>
                <a:gd name="csX39" fmla="*/ 6211 w 19109"/>
                <a:gd name="csY39" fmla="*/ 10510 h 27708"/>
                <a:gd name="csX40" fmla="*/ 3822 w 19109"/>
                <a:gd name="csY40" fmla="*/ 11466 h 27708"/>
                <a:gd name="csX41" fmla="*/ 2866 w 19109"/>
                <a:gd name="csY41" fmla="*/ 11466 h 27708"/>
                <a:gd name="csX42" fmla="*/ 1911 w 19109"/>
                <a:gd name="csY42" fmla="*/ 7166 h 27708"/>
                <a:gd name="csX43" fmla="*/ 956 w 19109"/>
                <a:gd name="csY43" fmla="*/ 2866 h 27708"/>
                <a:gd name="csX44" fmla="*/ 478 w 19109"/>
                <a:gd name="csY44" fmla="*/ 1911 h 27708"/>
                <a:gd name="csX45" fmla="*/ 0 w 19109"/>
                <a:gd name="csY45" fmla="*/ 956 h 27708"/>
                <a:gd name="csX46" fmla="*/ 478 w 19109"/>
                <a:gd name="csY46" fmla="*/ 0 h 27708"/>
                <a:gd name="csX47" fmla="*/ 1433 w 19109"/>
                <a:gd name="csY47" fmla="*/ 478 h 27708"/>
                <a:gd name="csX48" fmla="*/ 2389 w 19109"/>
                <a:gd name="csY48" fmla="*/ 1433 h 27708"/>
                <a:gd name="csX49" fmla="*/ 3822 w 19109"/>
                <a:gd name="csY49" fmla="*/ 1911 h 27708"/>
                <a:gd name="csX50" fmla="*/ 4777 w 19109"/>
                <a:gd name="csY50" fmla="*/ 2389 h 27708"/>
                <a:gd name="csX51" fmla="*/ 5255 w 19109"/>
                <a:gd name="csY51" fmla="*/ 3344 h 27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19109" h="27708">
                  <a:moveTo>
                    <a:pt x="5255" y="3344"/>
                  </a:moveTo>
                  <a:lnTo>
                    <a:pt x="6688" y="4300"/>
                  </a:lnTo>
                  <a:lnTo>
                    <a:pt x="8122" y="3822"/>
                  </a:lnTo>
                  <a:lnTo>
                    <a:pt x="10032" y="2389"/>
                  </a:lnTo>
                  <a:lnTo>
                    <a:pt x="12421" y="2866"/>
                  </a:lnTo>
                  <a:lnTo>
                    <a:pt x="13377" y="5255"/>
                  </a:lnTo>
                  <a:lnTo>
                    <a:pt x="14332" y="5733"/>
                  </a:lnTo>
                  <a:lnTo>
                    <a:pt x="14332" y="7166"/>
                  </a:lnTo>
                  <a:lnTo>
                    <a:pt x="14332" y="10510"/>
                  </a:lnTo>
                  <a:lnTo>
                    <a:pt x="13854" y="13854"/>
                  </a:lnTo>
                  <a:lnTo>
                    <a:pt x="14332" y="14332"/>
                  </a:lnTo>
                  <a:lnTo>
                    <a:pt x="15288" y="14809"/>
                  </a:lnTo>
                  <a:lnTo>
                    <a:pt x="16243" y="15765"/>
                  </a:lnTo>
                  <a:lnTo>
                    <a:pt x="16721" y="16721"/>
                  </a:lnTo>
                  <a:lnTo>
                    <a:pt x="17198" y="17676"/>
                  </a:lnTo>
                  <a:lnTo>
                    <a:pt x="17676" y="20065"/>
                  </a:lnTo>
                  <a:lnTo>
                    <a:pt x="18632" y="21975"/>
                  </a:lnTo>
                  <a:lnTo>
                    <a:pt x="19109" y="22453"/>
                  </a:lnTo>
                  <a:lnTo>
                    <a:pt x="18632" y="23409"/>
                  </a:lnTo>
                  <a:lnTo>
                    <a:pt x="16721" y="23409"/>
                  </a:lnTo>
                  <a:lnTo>
                    <a:pt x="16243" y="23886"/>
                  </a:lnTo>
                  <a:lnTo>
                    <a:pt x="16721" y="24842"/>
                  </a:lnTo>
                  <a:lnTo>
                    <a:pt x="15765" y="24364"/>
                  </a:lnTo>
                  <a:lnTo>
                    <a:pt x="14332" y="22453"/>
                  </a:lnTo>
                  <a:lnTo>
                    <a:pt x="13377" y="21498"/>
                  </a:lnTo>
                  <a:lnTo>
                    <a:pt x="13854" y="24842"/>
                  </a:lnTo>
                  <a:lnTo>
                    <a:pt x="14332" y="26275"/>
                  </a:lnTo>
                  <a:lnTo>
                    <a:pt x="14332" y="27708"/>
                  </a:lnTo>
                  <a:lnTo>
                    <a:pt x="12421" y="26275"/>
                  </a:lnTo>
                  <a:lnTo>
                    <a:pt x="10032" y="25798"/>
                  </a:lnTo>
                  <a:lnTo>
                    <a:pt x="9077" y="25320"/>
                  </a:lnTo>
                  <a:lnTo>
                    <a:pt x="9555" y="22931"/>
                  </a:lnTo>
                  <a:lnTo>
                    <a:pt x="9555" y="21975"/>
                  </a:lnTo>
                  <a:lnTo>
                    <a:pt x="8599" y="20065"/>
                  </a:lnTo>
                  <a:lnTo>
                    <a:pt x="9555" y="15765"/>
                  </a:lnTo>
                  <a:lnTo>
                    <a:pt x="9555" y="14809"/>
                  </a:lnTo>
                  <a:lnTo>
                    <a:pt x="9555" y="13854"/>
                  </a:lnTo>
                  <a:lnTo>
                    <a:pt x="8599" y="11943"/>
                  </a:lnTo>
                  <a:lnTo>
                    <a:pt x="7166" y="10510"/>
                  </a:lnTo>
                  <a:lnTo>
                    <a:pt x="6211" y="10510"/>
                  </a:lnTo>
                  <a:lnTo>
                    <a:pt x="3822" y="11466"/>
                  </a:lnTo>
                  <a:lnTo>
                    <a:pt x="2866" y="11466"/>
                  </a:lnTo>
                  <a:lnTo>
                    <a:pt x="1911" y="7166"/>
                  </a:lnTo>
                  <a:lnTo>
                    <a:pt x="956" y="2866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2389" y="1433"/>
                  </a:lnTo>
                  <a:lnTo>
                    <a:pt x="3822" y="1911"/>
                  </a:lnTo>
                  <a:lnTo>
                    <a:pt x="4777" y="2389"/>
                  </a:lnTo>
                  <a:lnTo>
                    <a:pt x="52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6" name="Freeform 5215">
              <a:extLst>
                <a:ext uri="{FF2B5EF4-FFF2-40B4-BE49-F238E27FC236}">
                  <a16:creationId xmlns:a16="http://schemas.microsoft.com/office/drawing/2014/main" id="{5A8C23A1-D801-9F3B-84D6-103BF4844B23}"/>
                </a:ext>
              </a:extLst>
            </p:cNvPr>
            <p:cNvSpPr/>
            <p:nvPr/>
          </p:nvSpPr>
          <p:spPr>
            <a:xfrm>
              <a:off x="8258202" y="4524695"/>
              <a:ext cx="2866" cy="2866"/>
            </a:xfrm>
            <a:custGeom>
              <a:avLst/>
              <a:gdLst>
                <a:gd name="csX0" fmla="*/ 2389 w 2866"/>
                <a:gd name="csY0" fmla="*/ 0 h 2866"/>
                <a:gd name="csX1" fmla="*/ 2866 w 2866"/>
                <a:gd name="csY1" fmla="*/ 956 h 2866"/>
                <a:gd name="csX2" fmla="*/ 2389 w 2866"/>
                <a:gd name="csY2" fmla="*/ 2389 h 2866"/>
                <a:gd name="csX3" fmla="*/ 1911 w 2866"/>
                <a:gd name="csY3" fmla="*/ 2866 h 2866"/>
                <a:gd name="csX4" fmla="*/ 1433 w 2866"/>
                <a:gd name="csY4" fmla="*/ 2389 h 2866"/>
                <a:gd name="csX5" fmla="*/ 0 w 2866"/>
                <a:gd name="csY5" fmla="*/ 1911 h 2866"/>
                <a:gd name="csX6" fmla="*/ 0 w 2866"/>
                <a:gd name="csY6" fmla="*/ 956 h 2866"/>
                <a:gd name="csX7" fmla="*/ 478 w 2866"/>
                <a:gd name="csY7" fmla="*/ 956 h 2866"/>
                <a:gd name="csX8" fmla="*/ 1911 w 2866"/>
                <a:gd name="csY8" fmla="*/ 478 h 2866"/>
                <a:gd name="csX9" fmla="*/ 2389 w 2866"/>
                <a:gd name="csY9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2866">
                  <a:moveTo>
                    <a:pt x="2389" y="0"/>
                  </a:moveTo>
                  <a:lnTo>
                    <a:pt x="2866" y="956"/>
                  </a:lnTo>
                  <a:lnTo>
                    <a:pt x="2389" y="2389"/>
                  </a:lnTo>
                  <a:lnTo>
                    <a:pt x="1911" y="2866"/>
                  </a:lnTo>
                  <a:lnTo>
                    <a:pt x="1433" y="2389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478" y="956"/>
                  </a:lnTo>
                  <a:lnTo>
                    <a:pt x="1911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7" name="Freeform 5216">
              <a:extLst>
                <a:ext uri="{FF2B5EF4-FFF2-40B4-BE49-F238E27FC236}">
                  <a16:creationId xmlns:a16="http://schemas.microsoft.com/office/drawing/2014/main" id="{BB31EFE2-7FE7-33CE-AB96-25977DECF37F}"/>
                </a:ext>
              </a:extLst>
            </p:cNvPr>
            <p:cNvSpPr/>
            <p:nvPr/>
          </p:nvSpPr>
          <p:spPr>
            <a:xfrm>
              <a:off x="8208518" y="4528039"/>
              <a:ext cx="48728" cy="54938"/>
            </a:xfrm>
            <a:custGeom>
              <a:avLst/>
              <a:gdLst>
                <a:gd name="csX0" fmla="*/ 1433 w 48728"/>
                <a:gd name="csY0" fmla="*/ 53506 h 54938"/>
                <a:gd name="csX1" fmla="*/ 0 w 48728"/>
                <a:gd name="csY1" fmla="*/ 54939 h 54938"/>
                <a:gd name="csX2" fmla="*/ 0 w 48728"/>
                <a:gd name="csY2" fmla="*/ 53028 h 54938"/>
                <a:gd name="csX3" fmla="*/ 478 w 48728"/>
                <a:gd name="csY3" fmla="*/ 51595 h 54938"/>
                <a:gd name="csX4" fmla="*/ 2389 w 48728"/>
                <a:gd name="csY4" fmla="*/ 48251 h 54938"/>
                <a:gd name="csX5" fmla="*/ 3822 w 48728"/>
                <a:gd name="csY5" fmla="*/ 47295 h 54938"/>
                <a:gd name="csX6" fmla="*/ 5733 w 48728"/>
                <a:gd name="csY6" fmla="*/ 44906 h 54938"/>
                <a:gd name="csX7" fmla="*/ 7166 w 48728"/>
                <a:gd name="csY7" fmla="*/ 43951 h 54938"/>
                <a:gd name="csX8" fmla="*/ 10033 w 48728"/>
                <a:gd name="csY8" fmla="*/ 41563 h 54938"/>
                <a:gd name="csX9" fmla="*/ 12899 w 48728"/>
                <a:gd name="csY9" fmla="*/ 38696 h 54938"/>
                <a:gd name="csX10" fmla="*/ 13854 w 48728"/>
                <a:gd name="csY10" fmla="*/ 38696 h 54938"/>
                <a:gd name="csX11" fmla="*/ 14810 w 48728"/>
                <a:gd name="csY11" fmla="*/ 38696 h 54938"/>
                <a:gd name="csX12" fmla="*/ 15765 w 48728"/>
                <a:gd name="csY12" fmla="*/ 38218 h 54938"/>
                <a:gd name="csX13" fmla="*/ 17676 w 48728"/>
                <a:gd name="csY13" fmla="*/ 36785 h 54938"/>
                <a:gd name="csX14" fmla="*/ 21976 w 48728"/>
                <a:gd name="csY14" fmla="*/ 32008 h 54938"/>
                <a:gd name="csX15" fmla="*/ 25798 w 48728"/>
                <a:gd name="csY15" fmla="*/ 28664 h 54938"/>
                <a:gd name="csX16" fmla="*/ 29620 w 48728"/>
                <a:gd name="csY16" fmla="*/ 24364 h 54938"/>
                <a:gd name="csX17" fmla="*/ 31531 w 48728"/>
                <a:gd name="csY17" fmla="*/ 22931 h 54938"/>
                <a:gd name="csX18" fmla="*/ 32008 w 48728"/>
                <a:gd name="csY18" fmla="*/ 22453 h 54938"/>
                <a:gd name="csX19" fmla="*/ 35830 w 48728"/>
                <a:gd name="csY19" fmla="*/ 18631 h 54938"/>
                <a:gd name="csX20" fmla="*/ 36786 w 48728"/>
                <a:gd name="csY20" fmla="*/ 17676 h 54938"/>
                <a:gd name="csX21" fmla="*/ 37741 w 48728"/>
                <a:gd name="csY21" fmla="*/ 17198 h 54938"/>
                <a:gd name="csX22" fmla="*/ 38697 w 48728"/>
                <a:gd name="csY22" fmla="*/ 16721 h 54938"/>
                <a:gd name="csX23" fmla="*/ 39652 w 48728"/>
                <a:gd name="csY23" fmla="*/ 16243 h 54938"/>
                <a:gd name="csX24" fmla="*/ 40607 w 48728"/>
                <a:gd name="csY24" fmla="*/ 14332 h 54938"/>
                <a:gd name="csX25" fmla="*/ 41563 w 48728"/>
                <a:gd name="csY25" fmla="*/ 12421 h 54938"/>
                <a:gd name="csX26" fmla="*/ 41085 w 48728"/>
                <a:gd name="csY26" fmla="*/ 10988 h 54938"/>
                <a:gd name="csX27" fmla="*/ 40129 w 48728"/>
                <a:gd name="csY27" fmla="*/ 9555 h 54938"/>
                <a:gd name="csX28" fmla="*/ 41085 w 48728"/>
                <a:gd name="csY28" fmla="*/ 7166 h 54938"/>
                <a:gd name="csX29" fmla="*/ 42040 w 48728"/>
                <a:gd name="csY29" fmla="*/ 5733 h 54938"/>
                <a:gd name="csX30" fmla="*/ 44429 w 48728"/>
                <a:gd name="csY30" fmla="*/ 956 h 54938"/>
                <a:gd name="csX31" fmla="*/ 44907 w 48728"/>
                <a:gd name="csY31" fmla="*/ 0 h 54938"/>
                <a:gd name="csX32" fmla="*/ 46340 w 48728"/>
                <a:gd name="csY32" fmla="*/ 956 h 54938"/>
                <a:gd name="csX33" fmla="*/ 46340 w 48728"/>
                <a:gd name="csY33" fmla="*/ 1433 h 54938"/>
                <a:gd name="csX34" fmla="*/ 45862 w 48728"/>
                <a:gd name="csY34" fmla="*/ 3822 h 54938"/>
                <a:gd name="csX35" fmla="*/ 45862 w 48728"/>
                <a:gd name="csY35" fmla="*/ 4777 h 54938"/>
                <a:gd name="csX36" fmla="*/ 46340 w 48728"/>
                <a:gd name="csY36" fmla="*/ 5733 h 54938"/>
                <a:gd name="csX37" fmla="*/ 45384 w 48728"/>
                <a:gd name="csY37" fmla="*/ 7166 h 54938"/>
                <a:gd name="csX38" fmla="*/ 47295 w 48728"/>
                <a:gd name="csY38" fmla="*/ 11943 h 54938"/>
                <a:gd name="csX39" fmla="*/ 48729 w 48728"/>
                <a:gd name="csY39" fmla="*/ 14809 h 54938"/>
                <a:gd name="csX40" fmla="*/ 48729 w 48728"/>
                <a:gd name="csY40" fmla="*/ 15765 h 54938"/>
                <a:gd name="csX41" fmla="*/ 46818 w 48728"/>
                <a:gd name="csY41" fmla="*/ 17198 h 54938"/>
                <a:gd name="csX42" fmla="*/ 45862 w 48728"/>
                <a:gd name="csY42" fmla="*/ 18154 h 54938"/>
                <a:gd name="csX43" fmla="*/ 43474 w 48728"/>
                <a:gd name="csY43" fmla="*/ 18631 h 54938"/>
                <a:gd name="csX44" fmla="*/ 42518 w 48728"/>
                <a:gd name="csY44" fmla="*/ 19109 h 54938"/>
                <a:gd name="csX45" fmla="*/ 40607 w 48728"/>
                <a:gd name="csY45" fmla="*/ 20065 h 54938"/>
                <a:gd name="csX46" fmla="*/ 39652 w 48728"/>
                <a:gd name="csY46" fmla="*/ 21975 h 54938"/>
                <a:gd name="csX47" fmla="*/ 39652 w 48728"/>
                <a:gd name="csY47" fmla="*/ 22931 h 54938"/>
                <a:gd name="csX48" fmla="*/ 38697 w 48728"/>
                <a:gd name="csY48" fmla="*/ 23886 h 54938"/>
                <a:gd name="csX49" fmla="*/ 33919 w 48728"/>
                <a:gd name="csY49" fmla="*/ 24842 h 54938"/>
                <a:gd name="csX50" fmla="*/ 32008 w 48728"/>
                <a:gd name="csY50" fmla="*/ 25797 h 54938"/>
                <a:gd name="csX51" fmla="*/ 31052 w 48728"/>
                <a:gd name="csY51" fmla="*/ 26275 h 54938"/>
                <a:gd name="csX52" fmla="*/ 30097 w 48728"/>
                <a:gd name="csY52" fmla="*/ 27708 h 54938"/>
                <a:gd name="csX53" fmla="*/ 30575 w 48728"/>
                <a:gd name="csY53" fmla="*/ 29141 h 54938"/>
                <a:gd name="csX54" fmla="*/ 26753 w 48728"/>
                <a:gd name="csY54" fmla="*/ 35352 h 54938"/>
                <a:gd name="csX55" fmla="*/ 25320 w 48728"/>
                <a:gd name="csY55" fmla="*/ 37263 h 54938"/>
                <a:gd name="csX56" fmla="*/ 23886 w 48728"/>
                <a:gd name="csY56" fmla="*/ 38696 h 54938"/>
                <a:gd name="csX57" fmla="*/ 22454 w 48728"/>
                <a:gd name="csY57" fmla="*/ 39651 h 54938"/>
                <a:gd name="csX58" fmla="*/ 20065 w 48728"/>
                <a:gd name="csY58" fmla="*/ 40129 h 54938"/>
                <a:gd name="csX59" fmla="*/ 18154 w 48728"/>
                <a:gd name="csY59" fmla="*/ 41563 h 54938"/>
                <a:gd name="csX60" fmla="*/ 16721 w 48728"/>
                <a:gd name="csY60" fmla="*/ 43473 h 54938"/>
                <a:gd name="csX61" fmla="*/ 15288 w 48728"/>
                <a:gd name="csY61" fmla="*/ 45384 h 54938"/>
                <a:gd name="csX62" fmla="*/ 12899 w 48728"/>
                <a:gd name="csY62" fmla="*/ 46817 h 54938"/>
                <a:gd name="csX63" fmla="*/ 10988 w 48728"/>
                <a:gd name="csY63" fmla="*/ 48251 h 54938"/>
                <a:gd name="csX64" fmla="*/ 9077 w 48728"/>
                <a:gd name="csY64" fmla="*/ 49206 h 54938"/>
                <a:gd name="csX65" fmla="*/ 6688 w 48728"/>
                <a:gd name="csY65" fmla="*/ 49684 h 54938"/>
                <a:gd name="csX66" fmla="*/ 6211 w 48728"/>
                <a:gd name="csY66" fmla="*/ 50639 h 54938"/>
                <a:gd name="csX67" fmla="*/ 5733 w 48728"/>
                <a:gd name="csY67" fmla="*/ 51595 h 54938"/>
                <a:gd name="csX68" fmla="*/ 4777 w 48728"/>
                <a:gd name="csY68" fmla="*/ 52072 h 54938"/>
                <a:gd name="csX69" fmla="*/ 3822 w 48728"/>
                <a:gd name="csY69" fmla="*/ 52550 h 54938"/>
                <a:gd name="csX70" fmla="*/ 1433 w 48728"/>
                <a:gd name="csY70" fmla="*/ 53506 h 54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48728" h="54938">
                  <a:moveTo>
                    <a:pt x="1433" y="53506"/>
                  </a:moveTo>
                  <a:lnTo>
                    <a:pt x="0" y="54939"/>
                  </a:lnTo>
                  <a:lnTo>
                    <a:pt x="0" y="53028"/>
                  </a:lnTo>
                  <a:lnTo>
                    <a:pt x="478" y="51595"/>
                  </a:lnTo>
                  <a:lnTo>
                    <a:pt x="2389" y="48251"/>
                  </a:lnTo>
                  <a:lnTo>
                    <a:pt x="3822" y="47295"/>
                  </a:lnTo>
                  <a:lnTo>
                    <a:pt x="5733" y="44906"/>
                  </a:lnTo>
                  <a:lnTo>
                    <a:pt x="7166" y="43951"/>
                  </a:lnTo>
                  <a:lnTo>
                    <a:pt x="10033" y="41563"/>
                  </a:lnTo>
                  <a:lnTo>
                    <a:pt x="12899" y="38696"/>
                  </a:lnTo>
                  <a:lnTo>
                    <a:pt x="13854" y="38696"/>
                  </a:lnTo>
                  <a:lnTo>
                    <a:pt x="14810" y="38696"/>
                  </a:lnTo>
                  <a:lnTo>
                    <a:pt x="15765" y="38218"/>
                  </a:lnTo>
                  <a:lnTo>
                    <a:pt x="17676" y="36785"/>
                  </a:lnTo>
                  <a:lnTo>
                    <a:pt x="21976" y="32008"/>
                  </a:lnTo>
                  <a:lnTo>
                    <a:pt x="25798" y="28664"/>
                  </a:lnTo>
                  <a:lnTo>
                    <a:pt x="29620" y="24364"/>
                  </a:lnTo>
                  <a:lnTo>
                    <a:pt x="31531" y="22931"/>
                  </a:lnTo>
                  <a:lnTo>
                    <a:pt x="32008" y="22453"/>
                  </a:lnTo>
                  <a:lnTo>
                    <a:pt x="35830" y="18631"/>
                  </a:lnTo>
                  <a:lnTo>
                    <a:pt x="36786" y="17676"/>
                  </a:lnTo>
                  <a:lnTo>
                    <a:pt x="37741" y="17198"/>
                  </a:lnTo>
                  <a:lnTo>
                    <a:pt x="38697" y="16721"/>
                  </a:lnTo>
                  <a:lnTo>
                    <a:pt x="39652" y="16243"/>
                  </a:lnTo>
                  <a:lnTo>
                    <a:pt x="40607" y="14332"/>
                  </a:lnTo>
                  <a:lnTo>
                    <a:pt x="41563" y="12421"/>
                  </a:lnTo>
                  <a:lnTo>
                    <a:pt x="41085" y="10988"/>
                  </a:lnTo>
                  <a:lnTo>
                    <a:pt x="40129" y="9555"/>
                  </a:lnTo>
                  <a:lnTo>
                    <a:pt x="41085" y="7166"/>
                  </a:lnTo>
                  <a:lnTo>
                    <a:pt x="42040" y="5733"/>
                  </a:lnTo>
                  <a:lnTo>
                    <a:pt x="44429" y="956"/>
                  </a:lnTo>
                  <a:lnTo>
                    <a:pt x="44907" y="0"/>
                  </a:lnTo>
                  <a:lnTo>
                    <a:pt x="46340" y="956"/>
                  </a:lnTo>
                  <a:lnTo>
                    <a:pt x="46340" y="1433"/>
                  </a:lnTo>
                  <a:lnTo>
                    <a:pt x="45862" y="3822"/>
                  </a:lnTo>
                  <a:lnTo>
                    <a:pt x="45862" y="4777"/>
                  </a:lnTo>
                  <a:lnTo>
                    <a:pt x="46340" y="5733"/>
                  </a:lnTo>
                  <a:lnTo>
                    <a:pt x="45384" y="7166"/>
                  </a:lnTo>
                  <a:lnTo>
                    <a:pt x="47295" y="11943"/>
                  </a:lnTo>
                  <a:lnTo>
                    <a:pt x="48729" y="14809"/>
                  </a:lnTo>
                  <a:lnTo>
                    <a:pt x="48729" y="15765"/>
                  </a:lnTo>
                  <a:lnTo>
                    <a:pt x="46818" y="17198"/>
                  </a:lnTo>
                  <a:lnTo>
                    <a:pt x="45862" y="18154"/>
                  </a:lnTo>
                  <a:lnTo>
                    <a:pt x="43474" y="18631"/>
                  </a:lnTo>
                  <a:lnTo>
                    <a:pt x="42518" y="19109"/>
                  </a:lnTo>
                  <a:lnTo>
                    <a:pt x="40607" y="20065"/>
                  </a:lnTo>
                  <a:lnTo>
                    <a:pt x="39652" y="21975"/>
                  </a:lnTo>
                  <a:lnTo>
                    <a:pt x="39652" y="22931"/>
                  </a:lnTo>
                  <a:lnTo>
                    <a:pt x="38697" y="23886"/>
                  </a:lnTo>
                  <a:lnTo>
                    <a:pt x="33919" y="24842"/>
                  </a:lnTo>
                  <a:lnTo>
                    <a:pt x="32008" y="25797"/>
                  </a:lnTo>
                  <a:lnTo>
                    <a:pt x="31052" y="26275"/>
                  </a:lnTo>
                  <a:lnTo>
                    <a:pt x="30097" y="27708"/>
                  </a:lnTo>
                  <a:lnTo>
                    <a:pt x="30575" y="29141"/>
                  </a:lnTo>
                  <a:lnTo>
                    <a:pt x="26753" y="35352"/>
                  </a:lnTo>
                  <a:lnTo>
                    <a:pt x="25320" y="37263"/>
                  </a:lnTo>
                  <a:lnTo>
                    <a:pt x="23886" y="38696"/>
                  </a:lnTo>
                  <a:lnTo>
                    <a:pt x="22454" y="39651"/>
                  </a:lnTo>
                  <a:lnTo>
                    <a:pt x="20065" y="40129"/>
                  </a:lnTo>
                  <a:lnTo>
                    <a:pt x="18154" y="41563"/>
                  </a:lnTo>
                  <a:lnTo>
                    <a:pt x="16721" y="43473"/>
                  </a:lnTo>
                  <a:lnTo>
                    <a:pt x="15288" y="45384"/>
                  </a:lnTo>
                  <a:lnTo>
                    <a:pt x="12899" y="46817"/>
                  </a:lnTo>
                  <a:lnTo>
                    <a:pt x="10988" y="48251"/>
                  </a:lnTo>
                  <a:lnTo>
                    <a:pt x="9077" y="49206"/>
                  </a:lnTo>
                  <a:lnTo>
                    <a:pt x="6688" y="49684"/>
                  </a:lnTo>
                  <a:lnTo>
                    <a:pt x="6211" y="50639"/>
                  </a:lnTo>
                  <a:lnTo>
                    <a:pt x="5733" y="51595"/>
                  </a:lnTo>
                  <a:lnTo>
                    <a:pt x="4777" y="52072"/>
                  </a:lnTo>
                  <a:lnTo>
                    <a:pt x="3822" y="52550"/>
                  </a:lnTo>
                  <a:lnTo>
                    <a:pt x="1433" y="5350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8" name="Freeform 5217">
              <a:extLst>
                <a:ext uri="{FF2B5EF4-FFF2-40B4-BE49-F238E27FC236}">
                  <a16:creationId xmlns:a16="http://schemas.microsoft.com/office/drawing/2014/main" id="{80F41A6F-C5E2-24D8-2185-7FA1D16DB7DE}"/>
                </a:ext>
              </a:extLst>
            </p:cNvPr>
            <p:cNvSpPr/>
            <p:nvPr/>
          </p:nvSpPr>
          <p:spPr>
            <a:xfrm>
              <a:off x="8337028" y="4529472"/>
              <a:ext cx="1911" cy="2388"/>
            </a:xfrm>
            <a:custGeom>
              <a:avLst/>
              <a:gdLst>
                <a:gd name="csX0" fmla="*/ 956 w 1911"/>
                <a:gd name="csY0" fmla="*/ 0 h 2388"/>
                <a:gd name="csX1" fmla="*/ 1911 w 1911"/>
                <a:gd name="csY1" fmla="*/ 2389 h 2388"/>
                <a:gd name="csX2" fmla="*/ 478 w 1911"/>
                <a:gd name="csY2" fmla="*/ 2389 h 2388"/>
                <a:gd name="csX3" fmla="*/ 0 w 1911"/>
                <a:gd name="csY3" fmla="*/ 478 h 2388"/>
                <a:gd name="csX4" fmla="*/ 478 w 1911"/>
                <a:gd name="csY4" fmla="*/ 0 h 2388"/>
                <a:gd name="csX5" fmla="*/ 956 w 1911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2388">
                  <a:moveTo>
                    <a:pt x="956" y="0"/>
                  </a:moveTo>
                  <a:lnTo>
                    <a:pt x="1911" y="2389"/>
                  </a:lnTo>
                  <a:lnTo>
                    <a:pt x="478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9" name="Freeform 5218">
              <a:extLst>
                <a:ext uri="{FF2B5EF4-FFF2-40B4-BE49-F238E27FC236}">
                  <a16:creationId xmlns:a16="http://schemas.microsoft.com/office/drawing/2014/main" id="{81097D0F-5004-F94C-E7D8-25002018F3AB}"/>
                </a:ext>
              </a:extLst>
            </p:cNvPr>
            <p:cNvSpPr/>
            <p:nvPr/>
          </p:nvSpPr>
          <p:spPr>
            <a:xfrm>
              <a:off x="8329384" y="4529472"/>
              <a:ext cx="14331" cy="33918"/>
            </a:xfrm>
            <a:custGeom>
              <a:avLst/>
              <a:gdLst>
                <a:gd name="csX0" fmla="*/ 955 w 14331"/>
                <a:gd name="csY0" fmla="*/ 33441 h 33918"/>
                <a:gd name="csX1" fmla="*/ 0 w 14331"/>
                <a:gd name="csY1" fmla="*/ 33919 h 33918"/>
                <a:gd name="csX2" fmla="*/ 0 w 14331"/>
                <a:gd name="csY2" fmla="*/ 32963 h 33918"/>
                <a:gd name="csX3" fmla="*/ 0 w 14331"/>
                <a:gd name="csY3" fmla="*/ 31052 h 33918"/>
                <a:gd name="csX4" fmla="*/ 1433 w 14331"/>
                <a:gd name="csY4" fmla="*/ 25320 h 33918"/>
                <a:gd name="csX5" fmla="*/ 1433 w 14331"/>
                <a:gd name="csY5" fmla="*/ 23886 h 33918"/>
                <a:gd name="csX6" fmla="*/ 3822 w 14331"/>
                <a:gd name="csY6" fmla="*/ 21020 h 33918"/>
                <a:gd name="csX7" fmla="*/ 5255 w 14331"/>
                <a:gd name="csY7" fmla="*/ 17676 h 33918"/>
                <a:gd name="csX8" fmla="*/ 7644 w 14331"/>
                <a:gd name="csY8" fmla="*/ 14809 h 33918"/>
                <a:gd name="csX9" fmla="*/ 8121 w 14331"/>
                <a:gd name="csY9" fmla="*/ 12899 h 33918"/>
                <a:gd name="csX10" fmla="*/ 10032 w 14331"/>
                <a:gd name="csY10" fmla="*/ 10032 h 33918"/>
                <a:gd name="csX11" fmla="*/ 11943 w 14331"/>
                <a:gd name="csY11" fmla="*/ 5733 h 33918"/>
                <a:gd name="csX12" fmla="*/ 11943 w 14331"/>
                <a:gd name="csY12" fmla="*/ 4300 h 33918"/>
                <a:gd name="csX13" fmla="*/ 12421 w 14331"/>
                <a:gd name="csY13" fmla="*/ 3822 h 33918"/>
                <a:gd name="csX14" fmla="*/ 12898 w 14331"/>
                <a:gd name="csY14" fmla="*/ 2389 h 33918"/>
                <a:gd name="csX15" fmla="*/ 12898 w 14331"/>
                <a:gd name="csY15" fmla="*/ 1433 h 33918"/>
                <a:gd name="csX16" fmla="*/ 14332 w 14331"/>
                <a:gd name="csY16" fmla="*/ 0 h 33918"/>
                <a:gd name="csX17" fmla="*/ 14332 w 14331"/>
                <a:gd name="csY17" fmla="*/ 956 h 33918"/>
                <a:gd name="csX18" fmla="*/ 14332 w 14331"/>
                <a:gd name="csY18" fmla="*/ 2866 h 33918"/>
                <a:gd name="csX19" fmla="*/ 14332 w 14331"/>
                <a:gd name="csY19" fmla="*/ 4300 h 33918"/>
                <a:gd name="csX20" fmla="*/ 14332 w 14331"/>
                <a:gd name="csY20" fmla="*/ 4777 h 33918"/>
                <a:gd name="csX21" fmla="*/ 14332 w 14331"/>
                <a:gd name="csY21" fmla="*/ 6210 h 33918"/>
                <a:gd name="csX22" fmla="*/ 13854 w 14331"/>
                <a:gd name="csY22" fmla="*/ 9555 h 33918"/>
                <a:gd name="csX23" fmla="*/ 14332 w 14331"/>
                <a:gd name="csY23" fmla="*/ 12899 h 33918"/>
                <a:gd name="csX24" fmla="*/ 13377 w 14331"/>
                <a:gd name="csY24" fmla="*/ 16243 h 33918"/>
                <a:gd name="csX25" fmla="*/ 12421 w 14331"/>
                <a:gd name="csY25" fmla="*/ 17676 h 33918"/>
                <a:gd name="csX26" fmla="*/ 10988 w 14331"/>
                <a:gd name="csY26" fmla="*/ 18632 h 33918"/>
                <a:gd name="csX27" fmla="*/ 9077 w 14331"/>
                <a:gd name="csY27" fmla="*/ 19587 h 33918"/>
                <a:gd name="csX28" fmla="*/ 7644 w 14331"/>
                <a:gd name="csY28" fmla="*/ 21020 h 33918"/>
                <a:gd name="csX29" fmla="*/ 6211 w 14331"/>
                <a:gd name="csY29" fmla="*/ 22931 h 33918"/>
                <a:gd name="csX30" fmla="*/ 6211 w 14331"/>
                <a:gd name="csY30" fmla="*/ 24842 h 33918"/>
                <a:gd name="csX31" fmla="*/ 3344 w 14331"/>
                <a:gd name="csY31" fmla="*/ 31052 h 33918"/>
                <a:gd name="csX32" fmla="*/ 955 w 14331"/>
                <a:gd name="csY32" fmla="*/ 33441 h 3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4331" h="33918">
                  <a:moveTo>
                    <a:pt x="955" y="33441"/>
                  </a:moveTo>
                  <a:lnTo>
                    <a:pt x="0" y="33919"/>
                  </a:lnTo>
                  <a:lnTo>
                    <a:pt x="0" y="32963"/>
                  </a:lnTo>
                  <a:lnTo>
                    <a:pt x="0" y="31052"/>
                  </a:lnTo>
                  <a:lnTo>
                    <a:pt x="1433" y="25320"/>
                  </a:lnTo>
                  <a:lnTo>
                    <a:pt x="1433" y="23886"/>
                  </a:lnTo>
                  <a:lnTo>
                    <a:pt x="3822" y="21020"/>
                  </a:lnTo>
                  <a:lnTo>
                    <a:pt x="5255" y="17676"/>
                  </a:lnTo>
                  <a:lnTo>
                    <a:pt x="7644" y="14809"/>
                  </a:lnTo>
                  <a:lnTo>
                    <a:pt x="8121" y="12899"/>
                  </a:lnTo>
                  <a:lnTo>
                    <a:pt x="10032" y="10032"/>
                  </a:lnTo>
                  <a:lnTo>
                    <a:pt x="11943" y="5733"/>
                  </a:lnTo>
                  <a:lnTo>
                    <a:pt x="11943" y="4300"/>
                  </a:lnTo>
                  <a:lnTo>
                    <a:pt x="12421" y="3822"/>
                  </a:lnTo>
                  <a:lnTo>
                    <a:pt x="12898" y="2389"/>
                  </a:lnTo>
                  <a:lnTo>
                    <a:pt x="12898" y="1433"/>
                  </a:lnTo>
                  <a:lnTo>
                    <a:pt x="14332" y="0"/>
                  </a:lnTo>
                  <a:lnTo>
                    <a:pt x="14332" y="956"/>
                  </a:lnTo>
                  <a:lnTo>
                    <a:pt x="14332" y="2866"/>
                  </a:lnTo>
                  <a:lnTo>
                    <a:pt x="14332" y="4300"/>
                  </a:lnTo>
                  <a:lnTo>
                    <a:pt x="14332" y="4777"/>
                  </a:lnTo>
                  <a:lnTo>
                    <a:pt x="14332" y="6210"/>
                  </a:lnTo>
                  <a:lnTo>
                    <a:pt x="13854" y="9555"/>
                  </a:lnTo>
                  <a:lnTo>
                    <a:pt x="14332" y="12899"/>
                  </a:lnTo>
                  <a:lnTo>
                    <a:pt x="13377" y="16243"/>
                  </a:lnTo>
                  <a:lnTo>
                    <a:pt x="12421" y="17676"/>
                  </a:lnTo>
                  <a:lnTo>
                    <a:pt x="10988" y="18632"/>
                  </a:lnTo>
                  <a:lnTo>
                    <a:pt x="9077" y="19587"/>
                  </a:lnTo>
                  <a:lnTo>
                    <a:pt x="7644" y="21020"/>
                  </a:lnTo>
                  <a:lnTo>
                    <a:pt x="6211" y="22931"/>
                  </a:lnTo>
                  <a:lnTo>
                    <a:pt x="6211" y="24842"/>
                  </a:lnTo>
                  <a:lnTo>
                    <a:pt x="3344" y="31052"/>
                  </a:lnTo>
                  <a:lnTo>
                    <a:pt x="955" y="3344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0" name="Freeform 5219">
              <a:extLst>
                <a:ext uri="{FF2B5EF4-FFF2-40B4-BE49-F238E27FC236}">
                  <a16:creationId xmlns:a16="http://schemas.microsoft.com/office/drawing/2014/main" id="{F780AFFD-2C4E-D2E5-0A0C-F84EB566AB03}"/>
                </a:ext>
              </a:extLst>
            </p:cNvPr>
            <p:cNvSpPr/>
            <p:nvPr/>
          </p:nvSpPr>
          <p:spPr>
            <a:xfrm>
              <a:off x="8311230" y="4534727"/>
              <a:ext cx="22931" cy="35352"/>
            </a:xfrm>
            <a:custGeom>
              <a:avLst/>
              <a:gdLst>
                <a:gd name="csX0" fmla="*/ 14332 w 22931"/>
                <a:gd name="csY0" fmla="*/ 35352 h 35352"/>
                <a:gd name="csX1" fmla="*/ 12899 w 22931"/>
                <a:gd name="csY1" fmla="*/ 35352 h 35352"/>
                <a:gd name="csX2" fmla="*/ 11466 w 22931"/>
                <a:gd name="csY2" fmla="*/ 35352 h 35352"/>
                <a:gd name="csX3" fmla="*/ 10510 w 22931"/>
                <a:gd name="csY3" fmla="*/ 34397 h 35352"/>
                <a:gd name="csX4" fmla="*/ 9077 w 22931"/>
                <a:gd name="csY4" fmla="*/ 30575 h 35352"/>
                <a:gd name="csX5" fmla="*/ 7166 w 22931"/>
                <a:gd name="csY5" fmla="*/ 29619 h 35352"/>
                <a:gd name="csX6" fmla="*/ 5255 w 22931"/>
                <a:gd name="csY6" fmla="*/ 29142 h 35352"/>
                <a:gd name="csX7" fmla="*/ 3822 w 22931"/>
                <a:gd name="csY7" fmla="*/ 28186 h 35352"/>
                <a:gd name="csX8" fmla="*/ 2867 w 22931"/>
                <a:gd name="csY8" fmla="*/ 27709 h 35352"/>
                <a:gd name="csX9" fmla="*/ 0 w 22931"/>
                <a:gd name="csY9" fmla="*/ 23886 h 35352"/>
                <a:gd name="csX10" fmla="*/ 0 w 22931"/>
                <a:gd name="csY10" fmla="*/ 21498 h 35352"/>
                <a:gd name="csX11" fmla="*/ 478 w 22931"/>
                <a:gd name="csY11" fmla="*/ 20065 h 35352"/>
                <a:gd name="csX12" fmla="*/ 1433 w 22931"/>
                <a:gd name="csY12" fmla="*/ 19109 h 35352"/>
                <a:gd name="csX13" fmla="*/ 2389 w 22931"/>
                <a:gd name="csY13" fmla="*/ 18632 h 35352"/>
                <a:gd name="csX14" fmla="*/ 4777 w 22931"/>
                <a:gd name="csY14" fmla="*/ 18632 h 35352"/>
                <a:gd name="csX15" fmla="*/ 6211 w 22931"/>
                <a:gd name="csY15" fmla="*/ 18154 h 35352"/>
                <a:gd name="csX16" fmla="*/ 9077 w 22931"/>
                <a:gd name="csY16" fmla="*/ 16721 h 35352"/>
                <a:gd name="csX17" fmla="*/ 9077 w 22931"/>
                <a:gd name="csY17" fmla="*/ 15765 h 35352"/>
                <a:gd name="csX18" fmla="*/ 9077 w 22931"/>
                <a:gd name="csY18" fmla="*/ 12899 h 35352"/>
                <a:gd name="csX19" fmla="*/ 8599 w 22931"/>
                <a:gd name="csY19" fmla="*/ 10988 h 35352"/>
                <a:gd name="csX20" fmla="*/ 8122 w 22931"/>
                <a:gd name="csY20" fmla="*/ 9077 h 35352"/>
                <a:gd name="csX21" fmla="*/ 9077 w 22931"/>
                <a:gd name="csY21" fmla="*/ 8121 h 35352"/>
                <a:gd name="csX22" fmla="*/ 10033 w 22931"/>
                <a:gd name="csY22" fmla="*/ 7166 h 35352"/>
                <a:gd name="csX23" fmla="*/ 10988 w 22931"/>
                <a:gd name="csY23" fmla="*/ 5255 h 35352"/>
                <a:gd name="csX24" fmla="*/ 10988 w 22931"/>
                <a:gd name="csY24" fmla="*/ 4300 h 35352"/>
                <a:gd name="csX25" fmla="*/ 10988 w 22931"/>
                <a:gd name="csY25" fmla="*/ 2867 h 35352"/>
                <a:gd name="csX26" fmla="*/ 11466 w 22931"/>
                <a:gd name="csY26" fmla="*/ 1911 h 35352"/>
                <a:gd name="csX27" fmla="*/ 12421 w 22931"/>
                <a:gd name="csY27" fmla="*/ 1433 h 35352"/>
                <a:gd name="csX28" fmla="*/ 16243 w 22931"/>
                <a:gd name="csY28" fmla="*/ 0 h 35352"/>
                <a:gd name="csX29" fmla="*/ 16721 w 22931"/>
                <a:gd name="csY29" fmla="*/ 0 h 35352"/>
                <a:gd name="csX30" fmla="*/ 21976 w 22931"/>
                <a:gd name="csY30" fmla="*/ 1433 h 35352"/>
                <a:gd name="csX31" fmla="*/ 22931 w 22931"/>
                <a:gd name="csY31" fmla="*/ 3344 h 35352"/>
                <a:gd name="csX32" fmla="*/ 22931 w 22931"/>
                <a:gd name="csY32" fmla="*/ 3822 h 35352"/>
                <a:gd name="csX33" fmla="*/ 21976 w 22931"/>
                <a:gd name="csY33" fmla="*/ 6211 h 35352"/>
                <a:gd name="csX34" fmla="*/ 21498 w 22931"/>
                <a:gd name="csY34" fmla="*/ 7644 h 35352"/>
                <a:gd name="csX35" fmla="*/ 20065 w 22931"/>
                <a:gd name="csY35" fmla="*/ 9555 h 35352"/>
                <a:gd name="csX36" fmla="*/ 18632 w 22931"/>
                <a:gd name="csY36" fmla="*/ 12421 h 35352"/>
                <a:gd name="csX37" fmla="*/ 17676 w 22931"/>
                <a:gd name="csY37" fmla="*/ 15765 h 35352"/>
                <a:gd name="csX38" fmla="*/ 17199 w 22931"/>
                <a:gd name="csY38" fmla="*/ 17198 h 35352"/>
                <a:gd name="csX39" fmla="*/ 15288 w 22931"/>
                <a:gd name="csY39" fmla="*/ 19587 h 35352"/>
                <a:gd name="csX40" fmla="*/ 14810 w 22931"/>
                <a:gd name="csY40" fmla="*/ 20543 h 35352"/>
                <a:gd name="csX41" fmla="*/ 14810 w 22931"/>
                <a:gd name="csY41" fmla="*/ 23409 h 35352"/>
                <a:gd name="csX42" fmla="*/ 14810 w 22931"/>
                <a:gd name="csY42" fmla="*/ 24364 h 35352"/>
                <a:gd name="csX43" fmla="*/ 14810 w 22931"/>
                <a:gd name="csY43" fmla="*/ 25320 h 35352"/>
                <a:gd name="csX44" fmla="*/ 17676 w 22931"/>
                <a:gd name="csY44" fmla="*/ 30097 h 35352"/>
                <a:gd name="csX45" fmla="*/ 18154 w 22931"/>
                <a:gd name="csY45" fmla="*/ 30575 h 35352"/>
                <a:gd name="csX46" fmla="*/ 18154 w 22931"/>
                <a:gd name="csY46" fmla="*/ 31530 h 35352"/>
                <a:gd name="csX47" fmla="*/ 17676 w 22931"/>
                <a:gd name="csY47" fmla="*/ 32486 h 35352"/>
                <a:gd name="csX48" fmla="*/ 16243 w 22931"/>
                <a:gd name="csY48" fmla="*/ 34397 h 35352"/>
                <a:gd name="csX49" fmla="*/ 15765 w 22931"/>
                <a:gd name="csY49" fmla="*/ 34874 h 35352"/>
                <a:gd name="csX50" fmla="*/ 14332 w 22931"/>
                <a:gd name="csY50" fmla="*/ 35352 h 35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2931" h="35352">
                  <a:moveTo>
                    <a:pt x="14332" y="35352"/>
                  </a:moveTo>
                  <a:lnTo>
                    <a:pt x="12899" y="35352"/>
                  </a:lnTo>
                  <a:lnTo>
                    <a:pt x="11466" y="35352"/>
                  </a:lnTo>
                  <a:lnTo>
                    <a:pt x="10510" y="34397"/>
                  </a:lnTo>
                  <a:lnTo>
                    <a:pt x="9077" y="30575"/>
                  </a:lnTo>
                  <a:lnTo>
                    <a:pt x="7166" y="29619"/>
                  </a:lnTo>
                  <a:lnTo>
                    <a:pt x="5255" y="29142"/>
                  </a:lnTo>
                  <a:lnTo>
                    <a:pt x="3822" y="28186"/>
                  </a:lnTo>
                  <a:lnTo>
                    <a:pt x="2867" y="27709"/>
                  </a:lnTo>
                  <a:lnTo>
                    <a:pt x="0" y="23886"/>
                  </a:lnTo>
                  <a:lnTo>
                    <a:pt x="0" y="21498"/>
                  </a:lnTo>
                  <a:lnTo>
                    <a:pt x="478" y="20065"/>
                  </a:lnTo>
                  <a:lnTo>
                    <a:pt x="1433" y="19109"/>
                  </a:lnTo>
                  <a:lnTo>
                    <a:pt x="2389" y="18632"/>
                  </a:lnTo>
                  <a:lnTo>
                    <a:pt x="4777" y="18632"/>
                  </a:lnTo>
                  <a:lnTo>
                    <a:pt x="6211" y="18154"/>
                  </a:lnTo>
                  <a:lnTo>
                    <a:pt x="9077" y="16721"/>
                  </a:lnTo>
                  <a:lnTo>
                    <a:pt x="9077" y="15765"/>
                  </a:lnTo>
                  <a:lnTo>
                    <a:pt x="9077" y="12899"/>
                  </a:lnTo>
                  <a:lnTo>
                    <a:pt x="8599" y="10988"/>
                  </a:lnTo>
                  <a:lnTo>
                    <a:pt x="8122" y="9077"/>
                  </a:lnTo>
                  <a:lnTo>
                    <a:pt x="9077" y="8121"/>
                  </a:lnTo>
                  <a:lnTo>
                    <a:pt x="10033" y="7166"/>
                  </a:lnTo>
                  <a:lnTo>
                    <a:pt x="10988" y="5255"/>
                  </a:lnTo>
                  <a:lnTo>
                    <a:pt x="10988" y="4300"/>
                  </a:lnTo>
                  <a:lnTo>
                    <a:pt x="10988" y="2867"/>
                  </a:lnTo>
                  <a:lnTo>
                    <a:pt x="11466" y="1911"/>
                  </a:lnTo>
                  <a:lnTo>
                    <a:pt x="12421" y="1433"/>
                  </a:lnTo>
                  <a:lnTo>
                    <a:pt x="16243" y="0"/>
                  </a:lnTo>
                  <a:lnTo>
                    <a:pt x="16721" y="0"/>
                  </a:lnTo>
                  <a:lnTo>
                    <a:pt x="21976" y="1433"/>
                  </a:lnTo>
                  <a:lnTo>
                    <a:pt x="22931" y="3344"/>
                  </a:lnTo>
                  <a:lnTo>
                    <a:pt x="22931" y="3822"/>
                  </a:lnTo>
                  <a:lnTo>
                    <a:pt x="21976" y="6211"/>
                  </a:lnTo>
                  <a:lnTo>
                    <a:pt x="21498" y="7644"/>
                  </a:lnTo>
                  <a:lnTo>
                    <a:pt x="20065" y="9555"/>
                  </a:lnTo>
                  <a:lnTo>
                    <a:pt x="18632" y="12421"/>
                  </a:lnTo>
                  <a:lnTo>
                    <a:pt x="17676" y="15765"/>
                  </a:lnTo>
                  <a:lnTo>
                    <a:pt x="17199" y="17198"/>
                  </a:lnTo>
                  <a:lnTo>
                    <a:pt x="15288" y="19587"/>
                  </a:lnTo>
                  <a:lnTo>
                    <a:pt x="14810" y="20543"/>
                  </a:lnTo>
                  <a:lnTo>
                    <a:pt x="14810" y="23409"/>
                  </a:lnTo>
                  <a:lnTo>
                    <a:pt x="14810" y="24364"/>
                  </a:lnTo>
                  <a:lnTo>
                    <a:pt x="14810" y="25320"/>
                  </a:lnTo>
                  <a:lnTo>
                    <a:pt x="17676" y="30097"/>
                  </a:lnTo>
                  <a:lnTo>
                    <a:pt x="18154" y="30575"/>
                  </a:lnTo>
                  <a:lnTo>
                    <a:pt x="18154" y="31530"/>
                  </a:lnTo>
                  <a:lnTo>
                    <a:pt x="17676" y="32486"/>
                  </a:lnTo>
                  <a:lnTo>
                    <a:pt x="16243" y="34397"/>
                  </a:lnTo>
                  <a:lnTo>
                    <a:pt x="15765" y="34874"/>
                  </a:lnTo>
                  <a:lnTo>
                    <a:pt x="14332" y="3535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1" name="Freeform 5220">
              <a:extLst>
                <a:ext uri="{FF2B5EF4-FFF2-40B4-BE49-F238E27FC236}">
                  <a16:creationId xmlns:a16="http://schemas.microsoft.com/office/drawing/2014/main" id="{1E6D70CE-DE09-351D-A8E8-734732EBEC4F}"/>
                </a:ext>
              </a:extLst>
            </p:cNvPr>
            <p:cNvSpPr/>
            <p:nvPr/>
          </p:nvSpPr>
          <p:spPr>
            <a:xfrm>
              <a:off x="8313619" y="4539505"/>
              <a:ext cx="4299" cy="5732"/>
            </a:xfrm>
            <a:custGeom>
              <a:avLst/>
              <a:gdLst>
                <a:gd name="csX0" fmla="*/ 2389 w 4299"/>
                <a:gd name="csY0" fmla="*/ 4777 h 5732"/>
                <a:gd name="csX1" fmla="*/ 1911 w 4299"/>
                <a:gd name="csY1" fmla="*/ 4777 h 5732"/>
                <a:gd name="csX2" fmla="*/ 1433 w 4299"/>
                <a:gd name="csY2" fmla="*/ 4777 h 5732"/>
                <a:gd name="csX3" fmla="*/ 0 w 4299"/>
                <a:gd name="csY3" fmla="*/ 5733 h 5732"/>
                <a:gd name="csX4" fmla="*/ 0 w 4299"/>
                <a:gd name="csY4" fmla="*/ 4300 h 5732"/>
                <a:gd name="csX5" fmla="*/ 0 w 4299"/>
                <a:gd name="csY5" fmla="*/ 2389 h 5732"/>
                <a:gd name="csX6" fmla="*/ 1911 w 4299"/>
                <a:gd name="csY6" fmla="*/ 478 h 5732"/>
                <a:gd name="csX7" fmla="*/ 2389 w 4299"/>
                <a:gd name="csY7" fmla="*/ 0 h 5732"/>
                <a:gd name="csX8" fmla="*/ 2867 w 4299"/>
                <a:gd name="csY8" fmla="*/ 0 h 5732"/>
                <a:gd name="csX9" fmla="*/ 3344 w 4299"/>
                <a:gd name="csY9" fmla="*/ 0 h 5732"/>
                <a:gd name="csX10" fmla="*/ 3822 w 4299"/>
                <a:gd name="csY10" fmla="*/ 478 h 5732"/>
                <a:gd name="csX11" fmla="*/ 4300 w 4299"/>
                <a:gd name="csY11" fmla="*/ 1433 h 5732"/>
                <a:gd name="csX12" fmla="*/ 2867 w 4299"/>
                <a:gd name="csY12" fmla="*/ 4300 h 5732"/>
                <a:gd name="csX13" fmla="*/ 2389 w 4299"/>
                <a:gd name="csY13" fmla="*/ 4777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5732">
                  <a:moveTo>
                    <a:pt x="2389" y="4777"/>
                  </a:moveTo>
                  <a:lnTo>
                    <a:pt x="1911" y="4777"/>
                  </a:lnTo>
                  <a:lnTo>
                    <a:pt x="1433" y="4777"/>
                  </a:lnTo>
                  <a:lnTo>
                    <a:pt x="0" y="5733"/>
                  </a:lnTo>
                  <a:lnTo>
                    <a:pt x="0" y="4300"/>
                  </a:lnTo>
                  <a:lnTo>
                    <a:pt x="0" y="2389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2867" y="0"/>
                  </a:lnTo>
                  <a:lnTo>
                    <a:pt x="3344" y="0"/>
                  </a:lnTo>
                  <a:lnTo>
                    <a:pt x="3822" y="478"/>
                  </a:lnTo>
                  <a:lnTo>
                    <a:pt x="4300" y="1433"/>
                  </a:lnTo>
                  <a:lnTo>
                    <a:pt x="2867" y="4300"/>
                  </a:lnTo>
                  <a:lnTo>
                    <a:pt x="2389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2" name="Freeform 5221">
              <a:extLst>
                <a:ext uri="{FF2B5EF4-FFF2-40B4-BE49-F238E27FC236}">
                  <a16:creationId xmlns:a16="http://schemas.microsoft.com/office/drawing/2014/main" id="{8778879E-1C31-E63F-75F5-29FF7A9CFBBB}"/>
                </a:ext>
              </a:extLst>
            </p:cNvPr>
            <p:cNvSpPr/>
            <p:nvPr/>
          </p:nvSpPr>
          <p:spPr>
            <a:xfrm>
              <a:off x="8348493" y="4539982"/>
              <a:ext cx="1911" cy="1910"/>
            </a:xfrm>
            <a:custGeom>
              <a:avLst/>
              <a:gdLst>
                <a:gd name="csX0" fmla="*/ 478 w 1911"/>
                <a:gd name="csY0" fmla="*/ 1911 h 1910"/>
                <a:gd name="csX1" fmla="*/ 0 w 1911"/>
                <a:gd name="csY1" fmla="*/ 1911 h 1910"/>
                <a:gd name="csX2" fmla="*/ 955 w 1911"/>
                <a:gd name="csY2" fmla="*/ 0 h 1910"/>
                <a:gd name="csX3" fmla="*/ 1911 w 1911"/>
                <a:gd name="csY3" fmla="*/ 0 h 1910"/>
                <a:gd name="csX4" fmla="*/ 1911 w 1911"/>
                <a:gd name="csY4" fmla="*/ 478 h 1910"/>
                <a:gd name="csX5" fmla="*/ 1911 w 1911"/>
                <a:gd name="csY5" fmla="*/ 1433 h 1910"/>
                <a:gd name="csX6" fmla="*/ 478 w 1911"/>
                <a:gd name="csY6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0">
                  <a:moveTo>
                    <a:pt x="478" y="1911"/>
                  </a:moveTo>
                  <a:lnTo>
                    <a:pt x="0" y="1911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1911" y="478"/>
                  </a:lnTo>
                  <a:lnTo>
                    <a:pt x="1911" y="1433"/>
                  </a:lnTo>
                  <a:lnTo>
                    <a:pt x="47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3" name="Freeform 5222">
              <a:extLst>
                <a:ext uri="{FF2B5EF4-FFF2-40B4-BE49-F238E27FC236}">
                  <a16:creationId xmlns:a16="http://schemas.microsoft.com/office/drawing/2014/main" id="{625C24AB-A986-A0E2-F71F-3EDF263B83B9}"/>
                </a:ext>
              </a:extLst>
            </p:cNvPr>
            <p:cNvSpPr/>
            <p:nvPr/>
          </p:nvSpPr>
          <p:spPr>
            <a:xfrm>
              <a:off x="8258680" y="4540938"/>
              <a:ext cx="4777" cy="3821"/>
            </a:xfrm>
            <a:custGeom>
              <a:avLst/>
              <a:gdLst>
                <a:gd name="csX0" fmla="*/ 3344 w 4777"/>
                <a:gd name="csY0" fmla="*/ 2866 h 3821"/>
                <a:gd name="csX1" fmla="*/ 478 w 4777"/>
                <a:gd name="csY1" fmla="*/ 3822 h 3821"/>
                <a:gd name="csX2" fmla="*/ 0 w 4777"/>
                <a:gd name="csY2" fmla="*/ 1911 h 3821"/>
                <a:gd name="csX3" fmla="*/ 1911 w 4777"/>
                <a:gd name="csY3" fmla="*/ 0 h 3821"/>
                <a:gd name="csX4" fmla="*/ 3822 w 4777"/>
                <a:gd name="csY4" fmla="*/ 955 h 3821"/>
                <a:gd name="csX5" fmla="*/ 4777 w 4777"/>
                <a:gd name="csY5" fmla="*/ 1433 h 3821"/>
                <a:gd name="csX6" fmla="*/ 4300 w 4777"/>
                <a:gd name="csY6" fmla="*/ 1911 h 3821"/>
                <a:gd name="csX7" fmla="*/ 3344 w 4777"/>
                <a:gd name="csY7" fmla="*/ 286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7" h="3821">
                  <a:moveTo>
                    <a:pt x="3344" y="2866"/>
                  </a:moveTo>
                  <a:lnTo>
                    <a:pt x="478" y="3822"/>
                  </a:lnTo>
                  <a:lnTo>
                    <a:pt x="0" y="1911"/>
                  </a:lnTo>
                  <a:lnTo>
                    <a:pt x="1911" y="0"/>
                  </a:lnTo>
                  <a:lnTo>
                    <a:pt x="3822" y="955"/>
                  </a:lnTo>
                  <a:lnTo>
                    <a:pt x="4777" y="1433"/>
                  </a:lnTo>
                  <a:lnTo>
                    <a:pt x="4300" y="1911"/>
                  </a:lnTo>
                  <a:lnTo>
                    <a:pt x="3344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4" name="Freeform 5223">
              <a:extLst>
                <a:ext uri="{FF2B5EF4-FFF2-40B4-BE49-F238E27FC236}">
                  <a16:creationId xmlns:a16="http://schemas.microsoft.com/office/drawing/2014/main" id="{37A88EAC-0399-C333-3D3E-39DB22ED005E}"/>
                </a:ext>
              </a:extLst>
            </p:cNvPr>
            <p:cNvSpPr/>
            <p:nvPr/>
          </p:nvSpPr>
          <p:spPr>
            <a:xfrm>
              <a:off x="8372380" y="4544760"/>
              <a:ext cx="4299" cy="10032"/>
            </a:xfrm>
            <a:custGeom>
              <a:avLst/>
              <a:gdLst>
                <a:gd name="csX0" fmla="*/ 3822 w 4299"/>
                <a:gd name="csY0" fmla="*/ 9555 h 10032"/>
                <a:gd name="csX1" fmla="*/ 3344 w 4299"/>
                <a:gd name="csY1" fmla="*/ 10032 h 10032"/>
                <a:gd name="csX2" fmla="*/ 3344 w 4299"/>
                <a:gd name="csY2" fmla="*/ 9077 h 10032"/>
                <a:gd name="csX3" fmla="*/ 1911 w 4299"/>
                <a:gd name="csY3" fmla="*/ 8121 h 10032"/>
                <a:gd name="csX4" fmla="*/ 955 w 4299"/>
                <a:gd name="csY4" fmla="*/ 6688 h 10032"/>
                <a:gd name="csX5" fmla="*/ 0 w 4299"/>
                <a:gd name="csY5" fmla="*/ 6210 h 10032"/>
                <a:gd name="csX6" fmla="*/ 478 w 4299"/>
                <a:gd name="csY6" fmla="*/ 4777 h 10032"/>
                <a:gd name="csX7" fmla="*/ 478 w 4299"/>
                <a:gd name="csY7" fmla="*/ 2389 h 10032"/>
                <a:gd name="csX8" fmla="*/ 1911 w 4299"/>
                <a:gd name="csY8" fmla="*/ 1433 h 10032"/>
                <a:gd name="csX9" fmla="*/ 2389 w 4299"/>
                <a:gd name="csY9" fmla="*/ 956 h 10032"/>
                <a:gd name="csX10" fmla="*/ 3344 w 4299"/>
                <a:gd name="csY10" fmla="*/ 0 h 10032"/>
                <a:gd name="csX11" fmla="*/ 3344 w 4299"/>
                <a:gd name="csY11" fmla="*/ 0 h 10032"/>
                <a:gd name="csX12" fmla="*/ 3822 w 4299"/>
                <a:gd name="csY12" fmla="*/ 956 h 10032"/>
                <a:gd name="csX13" fmla="*/ 2866 w 4299"/>
                <a:gd name="csY13" fmla="*/ 3822 h 10032"/>
                <a:gd name="csX14" fmla="*/ 4300 w 4299"/>
                <a:gd name="csY14" fmla="*/ 6688 h 10032"/>
                <a:gd name="csX15" fmla="*/ 3822 w 4299"/>
                <a:gd name="csY15" fmla="*/ 9077 h 10032"/>
                <a:gd name="csX16" fmla="*/ 3822 w 4299"/>
                <a:gd name="csY16" fmla="*/ 9077 h 10032"/>
                <a:gd name="csX17" fmla="*/ 3822 w 4299"/>
                <a:gd name="csY17" fmla="*/ 9555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299" h="10032">
                  <a:moveTo>
                    <a:pt x="3822" y="9555"/>
                  </a:moveTo>
                  <a:lnTo>
                    <a:pt x="3344" y="10032"/>
                  </a:lnTo>
                  <a:lnTo>
                    <a:pt x="3344" y="9077"/>
                  </a:lnTo>
                  <a:lnTo>
                    <a:pt x="1911" y="8121"/>
                  </a:lnTo>
                  <a:lnTo>
                    <a:pt x="955" y="6688"/>
                  </a:lnTo>
                  <a:lnTo>
                    <a:pt x="0" y="6210"/>
                  </a:lnTo>
                  <a:lnTo>
                    <a:pt x="478" y="4777"/>
                  </a:lnTo>
                  <a:lnTo>
                    <a:pt x="478" y="2389"/>
                  </a:lnTo>
                  <a:lnTo>
                    <a:pt x="1911" y="1433"/>
                  </a:lnTo>
                  <a:lnTo>
                    <a:pt x="2389" y="956"/>
                  </a:lnTo>
                  <a:lnTo>
                    <a:pt x="3344" y="0"/>
                  </a:lnTo>
                  <a:lnTo>
                    <a:pt x="3344" y="0"/>
                  </a:lnTo>
                  <a:lnTo>
                    <a:pt x="3822" y="956"/>
                  </a:lnTo>
                  <a:lnTo>
                    <a:pt x="2866" y="3822"/>
                  </a:lnTo>
                  <a:lnTo>
                    <a:pt x="4300" y="6688"/>
                  </a:lnTo>
                  <a:lnTo>
                    <a:pt x="3822" y="9077"/>
                  </a:lnTo>
                  <a:lnTo>
                    <a:pt x="3822" y="9077"/>
                  </a:lnTo>
                  <a:lnTo>
                    <a:pt x="3822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5" name="Freeform 5224">
              <a:extLst>
                <a:ext uri="{FF2B5EF4-FFF2-40B4-BE49-F238E27FC236}">
                  <a16:creationId xmlns:a16="http://schemas.microsoft.com/office/drawing/2014/main" id="{DEE08677-EAD7-9B3B-8D48-5DD3D502BD90}"/>
                </a:ext>
              </a:extLst>
            </p:cNvPr>
            <p:cNvSpPr/>
            <p:nvPr/>
          </p:nvSpPr>
          <p:spPr>
            <a:xfrm>
              <a:off x="8338939" y="4550015"/>
              <a:ext cx="15765" cy="10510"/>
            </a:xfrm>
            <a:custGeom>
              <a:avLst/>
              <a:gdLst>
                <a:gd name="csX0" fmla="*/ 15765 w 15765"/>
                <a:gd name="csY0" fmla="*/ 6688 h 10510"/>
                <a:gd name="csX1" fmla="*/ 15287 w 15765"/>
                <a:gd name="csY1" fmla="*/ 7644 h 10510"/>
                <a:gd name="csX2" fmla="*/ 13854 w 15765"/>
                <a:gd name="csY2" fmla="*/ 7644 h 10510"/>
                <a:gd name="csX3" fmla="*/ 13377 w 15765"/>
                <a:gd name="csY3" fmla="*/ 7644 h 10510"/>
                <a:gd name="csX4" fmla="*/ 11943 w 15765"/>
                <a:gd name="csY4" fmla="*/ 9077 h 10510"/>
                <a:gd name="csX5" fmla="*/ 10988 w 15765"/>
                <a:gd name="csY5" fmla="*/ 9555 h 10510"/>
                <a:gd name="csX6" fmla="*/ 6211 w 15765"/>
                <a:gd name="csY6" fmla="*/ 10510 h 10510"/>
                <a:gd name="csX7" fmla="*/ 2389 w 15765"/>
                <a:gd name="csY7" fmla="*/ 10032 h 10510"/>
                <a:gd name="csX8" fmla="*/ 1433 w 15765"/>
                <a:gd name="csY8" fmla="*/ 9077 h 10510"/>
                <a:gd name="csX9" fmla="*/ 478 w 15765"/>
                <a:gd name="csY9" fmla="*/ 7166 h 10510"/>
                <a:gd name="csX10" fmla="*/ 0 w 15765"/>
                <a:gd name="csY10" fmla="*/ 6210 h 10510"/>
                <a:gd name="csX11" fmla="*/ 955 w 15765"/>
                <a:gd name="csY11" fmla="*/ 5255 h 10510"/>
                <a:gd name="csX12" fmla="*/ 1911 w 15765"/>
                <a:gd name="csY12" fmla="*/ 4300 h 10510"/>
                <a:gd name="csX13" fmla="*/ 5255 w 15765"/>
                <a:gd name="csY13" fmla="*/ 2867 h 10510"/>
                <a:gd name="csX14" fmla="*/ 5733 w 15765"/>
                <a:gd name="csY14" fmla="*/ 1911 h 10510"/>
                <a:gd name="csX15" fmla="*/ 7166 w 15765"/>
                <a:gd name="csY15" fmla="*/ 478 h 10510"/>
                <a:gd name="csX16" fmla="*/ 10510 w 15765"/>
                <a:gd name="csY16" fmla="*/ 0 h 10510"/>
                <a:gd name="csX17" fmla="*/ 10988 w 15765"/>
                <a:gd name="csY17" fmla="*/ 478 h 10510"/>
                <a:gd name="csX18" fmla="*/ 11466 w 15765"/>
                <a:gd name="csY18" fmla="*/ 478 h 10510"/>
                <a:gd name="csX19" fmla="*/ 11943 w 15765"/>
                <a:gd name="csY19" fmla="*/ 478 h 10510"/>
                <a:gd name="csX20" fmla="*/ 13377 w 15765"/>
                <a:gd name="csY20" fmla="*/ 1911 h 10510"/>
                <a:gd name="csX21" fmla="*/ 15287 w 15765"/>
                <a:gd name="csY21" fmla="*/ 2389 h 10510"/>
                <a:gd name="csX22" fmla="*/ 14809 w 15765"/>
                <a:gd name="csY22" fmla="*/ 5255 h 10510"/>
                <a:gd name="csX23" fmla="*/ 15287 w 15765"/>
                <a:gd name="csY23" fmla="*/ 6210 h 10510"/>
                <a:gd name="csX24" fmla="*/ 15765 w 15765"/>
                <a:gd name="csY24" fmla="*/ 6688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5765" h="10510">
                  <a:moveTo>
                    <a:pt x="15765" y="6688"/>
                  </a:moveTo>
                  <a:lnTo>
                    <a:pt x="15287" y="7644"/>
                  </a:lnTo>
                  <a:lnTo>
                    <a:pt x="13854" y="7644"/>
                  </a:lnTo>
                  <a:lnTo>
                    <a:pt x="13377" y="7644"/>
                  </a:lnTo>
                  <a:lnTo>
                    <a:pt x="11943" y="9077"/>
                  </a:lnTo>
                  <a:lnTo>
                    <a:pt x="10988" y="9555"/>
                  </a:lnTo>
                  <a:lnTo>
                    <a:pt x="6211" y="10510"/>
                  </a:lnTo>
                  <a:lnTo>
                    <a:pt x="2389" y="10032"/>
                  </a:lnTo>
                  <a:lnTo>
                    <a:pt x="1433" y="9077"/>
                  </a:lnTo>
                  <a:lnTo>
                    <a:pt x="478" y="7166"/>
                  </a:lnTo>
                  <a:lnTo>
                    <a:pt x="0" y="6210"/>
                  </a:lnTo>
                  <a:lnTo>
                    <a:pt x="955" y="5255"/>
                  </a:lnTo>
                  <a:lnTo>
                    <a:pt x="1911" y="4300"/>
                  </a:lnTo>
                  <a:lnTo>
                    <a:pt x="5255" y="2867"/>
                  </a:lnTo>
                  <a:lnTo>
                    <a:pt x="5733" y="1911"/>
                  </a:lnTo>
                  <a:lnTo>
                    <a:pt x="7166" y="478"/>
                  </a:lnTo>
                  <a:lnTo>
                    <a:pt x="10510" y="0"/>
                  </a:lnTo>
                  <a:lnTo>
                    <a:pt x="10988" y="478"/>
                  </a:lnTo>
                  <a:lnTo>
                    <a:pt x="11466" y="478"/>
                  </a:lnTo>
                  <a:lnTo>
                    <a:pt x="11943" y="478"/>
                  </a:lnTo>
                  <a:lnTo>
                    <a:pt x="13377" y="1911"/>
                  </a:lnTo>
                  <a:lnTo>
                    <a:pt x="15287" y="2389"/>
                  </a:lnTo>
                  <a:lnTo>
                    <a:pt x="14809" y="5255"/>
                  </a:lnTo>
                  <a:lnTo>
                    <a:pt x="15287" y="6210"/>
                  </a:lnTo>
                  <a:lnTo>
                    <a:pt x="15765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6" name="Freeform 5225">
              <a:extLst>
                <a:ext uri="{FF2B5EF4-FFF2-40B4-BE49-F238E27FC236}">
                  <a16:creationId xmlns:a16="http://schemas.microsoft.com/office/drawing/2014/main" id="{61AF652C-AA76-A51F-A80B-37ED6BD7B551}"/>
                </a:ext>
              </a:extLst>
            </p:cNvPr>
            <p:cNvSpPr/>
            <p:nvPr/>
          </p:nvSpPr>
          <p:spPr>
            <a:xfrm>
              <a:off x="8365214" y="4550015"/>
              <a:ext cx="3343" cy="4299"/>
            </a:xfrm>
            <a:custGeom>
              <a:avLst/>
              <a:gdLst>
                <a:gd name="csX0" fmla="*/ 2866 w 3343"/>
                <a:gd name="csY0" fmla="*/ 3344 h 4299"/>
                <a:gd name="csX1" fmla="*/ 3344 w 3343"/>
                <a:gd name="csY1" fmla="*/ 4300 h 4299"/>
                <a:gd name="csX2" fmla="*/ 478 w 3343"/>
                <a:gd name="csY2" fmla="*/ 1911 h 4299"/>
                <a:gd name="csX3" fmla="*/ 0 w 3343"/>
                <a:gd name="csY3" fmla="*/ 0 h 4299"/>
                <a:gd name="csX4" fmla="*/ 955 w 3343"/>
                <a:gd name="csY4" fmla="*/ 0 h 4299"/>
                <a:gd name="csX5" fmla="*/ 1911 w 3343"/>
                <a:gd name="csY5" fmla="*/ 956 h 4299"/>
                <a:gd name="csX6" fmla="*/ 2866 w 3343"/>
                <a:gd name="csY6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3" h="4299">
                  <a:moveTo>
                    <a:pt x="2866" y="3344"/>
                  </a:moveTo>
                  <a:lnTo>
                    <a:pt x="3344" y="4300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911" y="956"/>
                  </a:lnTo>
                  <a:lnTo>
                    <a:pt x="28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7" name="Freeform 5226">
              <a:extLst>
                <a:ext uri="{FF2B5EF4-FFF2-40B4-BE49-F238E27FC236}">
                  <a16:creationId xmlns:a16="http://schemas.microsoft.com/office/drawing/2014/main" id="{1922FE52-1183-4615-2E9C-FF1A75D74BF4}"/>
                </a:ext>
              </a:extLst>
            </p:cNvPr>
            <p:cNvSpPr/>
            <p:nvPr/>
          </p:nvSpPr>
          <p:spPr>
            <a:xfrm>
              <a:off x="8382412" y="4551926"/>
              <a:ext cx="3344" cy="5254"/>
            </a:xfrm>
            <a:custGeom>
              <a:avLst/>
              <a:gdLst>
                <a:gd name="csX0" fmla="*/ 1433 w 3344"/>
                <a:gd name="csY0" fmla="*/ 5255 h 5254"/>
                <a:gd name="csX1" fmla="*/ 956 w 3344"/>
                <a:gd name="csY1" fmla="*/ 5255 h 5254"/>
                <a:gd name="csX2" fmla="*/ 0 w 3344"/>
                <a:gd name="csY2" fmla="*/ 3822 h 5254"/>
                <a:gd name="csX3" fmla="*/ 0 w 3344"/>
                <a:gd name="csY3" fmla="*/ 2389 h 5254"/>
                <a:gd name="csX4" fmla="*/ 1433 w 3344"/>
                <a:gd name="csY4" fmla="*/ 0 h 5254"/>
                <a:gd name="csX5" fmla="*/ 2866 w 3344"/>
                <a:gd name="csY5" fmla="*/ 1911 h 5254"/>
                <a:gd name="csX6" fmla="*/ 2389 w 3344"/>
                <a:gd name="csY6" fmla="*/ 2866 h 5254"/>
                <a:gd name="csX7" fmla="*/ 2389 w 3344"/>
                <a:gd name="csY7" fmla="*/ 3344 h 5254"/>
                <a:gd name="csX8" fmla="*/ 3344 w 3344"/>
                <a:gd name="csY8" fmla="*/ 4777 h 5254"/>
                <a:gd name="csX9" fmla="*/ 2866 w 3344"/>
                <a:gd name="csY9" fmla="*/ 5255 h 5254"/>
                <a:gd name="csX10" fmla="*/ 1433 w 3344"/>
                <a:gd name="csY10" fmla="*/ 52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5254">
                  <a:moveTo>
                    <a:pt x="1433" y="5255"/>
                  </a:moveTo>
                  <a:lnTo>
                    <a:pt x="956" y="5255"/>
                  </a:lnTo>
                  <a:lnTo>
                    <a:pt x="0" y="3822"/>
                  </a:lnTo>
                  <a:lnTo>
                    <a:pt x="0" y="2389"/>
                  </a:lnTo>
                  <a:lnTo>
                    <a:pt x="1433" y="0"/>
                  </a:lnTo>
                  <a:lnTo>
                    <a:pt x="2866" y="1911"/>
                  </a:lnTo>
                  <a:lnTo>
                    <a:pt x="2389" y="2866"/>
                  </a:lnTo>
                  <a:lnTo>
                    <a:pt x="2389" y="3344"/>
                  </a:lnTo>
                  <a:lnTo>
                    <a:pt x="3344" y="4777"/>
                  </a:lnTo>
                  <a:lnTo>
                    <a:pt x="2866" y="5255"/>
                  </a:lnTo>
                  <a:lnTo>
                    <a:pt x="1433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8" name="Freeform 5227">
              <a:extLst>
                <a:ext uri="{FF2B5EF4-FFF2-40B4-BE49-F238E27FC236}">
                  <a16:creationId xmlns:a16="http://schemas.microsoft.com/office/drawing/2014/main" id="{6FDF074D-AC66-4CF6-1CFF-5D8DFF43DA6F}"/>
                </a:ext>
              </a:extLst>
            </p:cNvPr>
            <p:cNvSpPr/>
            <p:nvPr/>
          </p:nvSpPr>
          <p:spPr>
            <a:xfrm>
              <a:off x="8301198" y="4557181"/>
              <a:ext cx="93157" cy="75959"/>
            </a:xfrm>
            <a:custGeom>
              <a:avLst/>
              <a:gdLst>
                <a:gd name="csX0" fmla="*/ 81214 w 93157"/>
                <a:gd name="csY0" fmla="*/ 8121 h 75959"/>
                <a:gd name="csX1" fmla="*/ 83125 w 93157"/>
                <a:gd name="csY1" fmla="*/ 9077 h 75959"/>
                <a:gd name="csX2" fmla="*/ 85036 w 93157"/>
                <a:gd name="csY2" fmla="*/ 9077 h 75959"/>
                <a:gd name="csX3" fmla="*/ 85036 w 93157"/>
                <a:gd name="csY3" fmla="*/ 11943 h 75959"/>
                <a:gd name="csX4" fmla="*/ 85514 w 93157"/>
                <a:gd name="csY4" fmla="*/ 12421 h 75959"/>
                <a:gd name="csX5" fmla="*/ 87425 w 93157"/>
                <a:gd name="csY5" fmla="*/ 14810 h 75959"/>
                <a:gd name="csX6" fmla="*/ 87425 w 93157"/>
                <a:gd name="csY6" fmla="*/ 16721 h 75959"/>
                <a:gd name="csX7" fmla="*/ 86469 w 93157"/>
                <a:gd name="csY7" fmla="*/ 18632 h 75959"/>
                <a:gd name="csX8" fmla="*/ 85514 w 93157"/>
                <a:gd name="csY8" fmla="*/ 19587 h 75959"/>
                <a:gd name="csX9" fmla="*/ 84080 w 93157"/>
                <a:gd name="csY9" fmla="*/ 21020 h 75959"/>
                <a:gd name="csX10" fmla="*/ 84080 w 93157"/>
                <a:gd name="csY10" fmla="*/ 21498 h 75959"/>
                <a:gd name="csX11" fmla="*/ 84558 w 93157"/>
                <a:gd name="csY11" fmla="*/ 21976 h 75959"/>
                <a:gd name="csX12" fmla="*/ 86947 w 93157"/>
                <a:gd name="csY12" fmla="*/ 22453 h 75959"/>
                <a:gd name="csX13" fmla="*/ 88380 w 93157"/>
                <a:gd name="csY13" fmla="*/ 23409 h 75959"/>
                <a:gd name="csX14" fmla="*/ 88858 w 93157"/>
                <a:gd name="csY14" fmla="*/ 26275 h 75959"/>
                <a:gd name="csX15" fmla="*/ 90291 w 93157"/>
                <a:gd name="csY15" fmla="*/ 28664 h 75959"/>
                <a:gd name="csX16" fmla="*/ 90291 w 93157"/>
                <a:gd name="csY16" fmla="*/ 29619 h 75959"/>
                <a:gd name="csX17" fmla="*/ 89813 w 93157"/>
                <a:gd name="csY17" fmla="*/ 33441 h 75959"/>
                <a:gd name="csX18" fmla="*/ 89813 w 93157"/>
                <a:gd name="csY18" fmla="*/ 35352 h 75959"/>
                <a:gd name="csX19" fmla="*/ 91246 w 93157"/>
                <a:gd name="csY19" fmla="*/ 36785 h 75959"/>
                <a:gd name="csX20" fmla="*/ 92202 w 93157"/>
                <a:gd name="csY20" fmla="*/ 37263 h 75959"/>
                <a:gd name="csX21" fmla="*/ 92680 w 93157"/>
                <a:gd name="csY21" fmla="*/ 38218 h 75959"/>
                <a:gd name="csX22" fmla="*/ 93157 w 93157"/>
                <a:gd name="csY22" fmla="*/ 40607 h 75959"/>
                <a:gd name="csX23" fmla="*/ 93157 w 93157"/>
                <a:gd name="csY23" fmla="*/ 44429 h 75959"/>
                <a:gd name="csX24" fmla="*/ 92680 w 93157"/>
                <a:gd name="csY24" fmla="*/ 45862 h 75959"/>
                <a:gd name="csX25" fmla="*/ 92202 w 93157"/>
                <a:gd name="csY25" fmla="*/ 47295 h 75959"/>
                <a:gd name="csX26" fmla="*/ 89813 w 93157"/>
                <a:gd name="csY26" fmla="*/ 50162 h 75959"/>
                <a:gd name="csX27" fmla="*/ 86947 w 93157"/>
                <a:gd name="csY27" fmla="*/ 52550 h 75959"/>
                <a:gd name="csX28" fmla="*/ 85514 w 93157"/>
                <a:gd name="csY28" fmla="*/ 52550 h 75959"/>
                <a:gd name="csX29" fmla="*/ 85036 w 93157"/>
                <a:gd name="csY29" fmla="*/ 53028 h 75959"/>
                <a:gd name="csX30" fmla="*/ 85991 w 93157"/>
                <a:gd name="csY30" fmla="*/ 55417 h 75959"/>
                <a:gd name="csX31" fmla="*/ 85514 w 93157"/>
                <a:gd name="csY31" fmla="*/ 60194 h 75959"/>
                <a:gd name="csX32" fmla="*/ 85036 w 93157"/>
                <a:gd name="csY32" fmla="*/ 63060 h 75959"/>
                <a:gd name="csX33" fmla="*/ 84080 w 93157"/>
                <a:gd name="csY33" fmla="*/ 61627 h 75959"/>
                <a:gd name="csX34" fmla="*/ 83603 w 93157"/>
                <a:gd name="csY34" fmla="*/ 59716 h 75959"/>
                <a:gd name="csX35" fmla="*/ 82647 w 93157"/>
                <a:gd name="csY35" fmla="*/ 55417 h 75959"/>
                <a:gd name="csX36" fmla="*/ 82170 w 93157"/>
                <a:gd name="csY36" fmla="*/ 53506 h 75959"/>
                <a:gd name="csX37" fmla="*/ 81214 w 93157"/>
                <a:gd name="csY37" fmla="*/ 51595 h 75959"/>
                <a:gd name="csX38" fmla="*/ 80736 w 93157"/>
                <a:gd name="csY38" fmla="*/ 50162 h 75959"/>
                <a:gd name="csX39" fmla="*/ 79303 w 93157"/>
                <a:gd name="csY39" fmla="*/ 48251 h 75959"/>
                <a:gd name="csX40" fmla="*/ 77870 w 93157"/>
                <a:gd name="csY40" fmla="*/ 44429 h 75959"/>
                <a:gd name="csX41" fmla="*/ 76914 w 93157"/>
                <a:gd name="csY41" fmla="*/ 44907 h 75959"/>
                <a:gd name="csX42" fmla="*/ 75004 w 93157"/>
                <a:gd name="csY42" fmla="*/ 45862 h 75959"/>
                <a:gd name="csX43" fmla="*/ 74526 w 93157"/>
                <a:gd name="csY43" fmla="*/ 46340 h 75959"/>
                <a:gd name="csX44" fmla="*/ 74526 w 93157"/>
                <a:gd name="csY44" fmla="*/ 47773 h 75959"/>
                <a:gd name="csX45" fmla="*/ 74048 w 93157"/>
                <a:gd name="csY45" fmla="*/ 48728 h 75959"/>
                <a:gd name="csX46" fmla="*/ 72137 w 93157"/>
                <a:gd name="csY46" fmla="*/ 50162 h 75959"/>
                <a:gd name="csX47" fmla="*/ 70704 w 93157"/>
                <a:gd name="csY47" fmla="*/ 52073 h 75959"/>
                <a:gd name="csX48" fmla="*/ 69271 w 93157"/>
                <a:gd name="csY48" fmla="*/ 54461 h 75959"/>
                <a:gd name="csX49" fmla="*/ 68793 w 93157"/>
                <a:gd name="csY49" fmla="*/ 56372 h 75959"/>
                <a:gd name="csX50" fmla="*/ 70227 w 93157"/>
                <a:gd name="csY50" fmla="*/ 57805 h 75959"/>
                <a:gd name="csX51" fmla="*/ 71182 w 93157"/>
                <a:gd name="csY51" fmla="*/ 58283 h 75959"/>
                <a:gd name="csX52" fmla="*/ 72615 w 93157"/>
                <a:gd name="csY52" fmla="*/ 59716 h 75959"/>
                <a:gd name="csX53" fmla="*/ 73093 w 93157"/>
                <a:gd name="csY53" fmla="*/ 60194 h 75959"/>
                <a:gd name="csX54" fmla="*/ 74526 w 93157"/>
                <a:gd name="csY54" fmla="*/ 64493 h 75959"/>
                <a:gd name="csX55" fmla="*/ 74526 w 93157"/>
                <a:gd name="csY55" fmla="*/ 69271 h 75959"/>
                <a:gd name="csX56" fmla="*/ 73570 w 93157"/>
                <a:gd name="csY56" fmla="*/ 71182 h 75959"/>
                <a:gd name="csX57" fmla="*/ 70704 w 93157"/>
                <a:gd name="csY57" fmla="*/ 75004 h 75959"/>
                <a:gd name="csX58" fmla="*/ 68316 w 93157"/>
                <a:gd name="csY58" fmla="*/ 75959 h 75959"/>
                <a:gd name="csX59" fmla="*/ 67360 w 93157"/>
                <a:gd name="csY59" fmla="*/ 75481 h 75959"/>
                <a:gd name="csX60" fmla="*/ 66405 w 93157"/>
                <a:gd name="csY60" fmla="*/ 73093 h 75959"/>
                <a:gd name="csX61" fmla="*/ 65927 w 93157"/>
                <a:gd name="csY61" fmla="*/ 72137 h 75959"/>
                <a:gd name="csX62" fmla="*/ 66882 w 93157"/>
                <a:gd name="csY62" fmla="*/ 70226 h 75959"/>
                <a:gd name="csX63" fmla="*/ 66882 w 93157"/>
                <a:gd name="csY63" fmla="*/ 68315 h 75959"/>
                <a:gd name="csX64" fmla="*/ 65927 w 93157"/>
                <a:gd name="csY64" fmla="*/ 67360 h 75959"/>
                <a:gd name="csX65" fmla="*/ 64971 w 93157"/>
                <a:gd name="csY65" fmla="*/ 67838 h 75959"/>
                <a:gd name="csX66" fmla="*/ 64971 w 93157"/>
                <a:gd name="csY66" fmla="*/ 67838 h 75959"/>
                <a:gd name="csX67" fmla="*/ 63061 w 93157"/>
                <a:gd name="csY67" fmla="*/ 70226 h 75959"/>
                <a:gd name="csX68" fmla="*/ 62105 w 93157"/>
                <a:gd name="csY68" fmla="*/ 71182 h 75959"/>
                <a:gd name="csX69" fmla="*/ 61150 w 93157"/>
                <a:gd name="csY69" fmla="*/ 71182 h 75959"/>
                <a:gd name="csX70" fmla="*/ 60194 w 93157"/>
                <a:gd name="csY70" fmla="*/ 71182 h 75959"/>
                <a:gd name="csX71" fmla="*/ 53984 w 93157"/>
                <a:gd name="csY71" fmla="*/ 68793 h 75959"/>
                <a:gd name="csX72" fmla="*/ 49684 w 93157"/>
                <a:gd name="csY72" fmla="*/ 66405 h 75959"/>
                <a:gd name="csX73" fmla="*/ 45862 w 93157"/>
                <a:gd name="csY73" fmla="*/ 64493 h 75959"/>
                <a:gd name="csX74" fmla="*/ 42996 w 93157"/>
                <a:gd name="csY74" fmla="*/ 61149 h 75959"/>
                <a:gd name="csX75" fmla="*/ 42518 w 93157"/>
                <a:gd name="csY75" fmla="*/ 59239 h 75959"/>
                <a:gd name="csX76" fmla="*/ 42518 w 93157"/>
                <a:gd name="csY76" fmla="*/ 56850 h 75959"/>
                <a:gd name="csX77" fmla="*/ 41563 w 93157"/>
                <a:gd name="csY77" fmla="*/ 53028 h 75959"/>
                <a:gd name="csX78" fmla="*/ 41085 w 93157"/>
                <a:gd name="csY78" fmla="*/ 52073 h 75959"/>
                <a:gd name="csX79" fmla="*/ 41085 w 93157"/>
                <a:gd name="csY79" fmla="*/ 50639 h 75959"/>
                <a:gd name="csX80" fmla="*/ 42518 w 93157"/>
                <a:gd name="csY80" fmla="*/ 48728 h 75959"/>
                <a:gd name="csX81" fmla="*/ 43951 w 93157"/>
                <a:gd name="csY81" fmla="*/ 47295 h 75959"/>
                <a:gd name="csX82" fmla="*/ 44907 w 93157"/>
                <a:gd name="csY82" fmla="*/ 46817 h 75959"/>
                <a:gd name="csX83" fmla="*/ 45384 w 93157"/>
                <a:gd name="csY83" fmla="*/ 45862 h 75959"/>
                <a:gd name="csX84" fmla="*/ 45862 w 93157"/>
                <a:gd name="csY84" fmla="*/ 44429 h 75959"/>
                <a:gd name="csX85" fmla="*/ 45862 w 93157"/>
                <a:gd name="csY85" fmla="*/ 43474 h 75959"/>
                <a:gd name="csX86" fmla="*/ 45384 w 93157"/>
                <a:gd name="csY86" fmla="*/ 42518 h 75959"/>
                <a:gd name="csX87" fmla="*/ 42996 w 93157"/>
                <a:gd name="csY87" fmla="*/ 40129 h 75959"/>
                <a:gd name="csX88" fmla="*/ 41085 w 93157"/>
                <a:gd name="csY88" fmla="*/ 38696 h 75959"/>
                <a:gd name="csX89" fmla="*/ 36786 w 93157"/>
                <a:gd name="csY89" fmla="*/ 37263 h 75959"/>
                <a:gd name="csX90" fmla="*/ 35830 w 93157"/>
                <a:gd name="csY90" fmla="*/ 36308 h 75959"/>
                <a:gd name="csX91" fmla="*/ 34874 w 93157"/>
                <a:gd name="csY91" fmla="*/ 35830 h 75959"/>
                <a:gd name="csX92" fmla="*/ 33919 w 93157"/>
                <a:gd name="csY92" fmla="*/ 35352 h 75959"/>
                <a:gd name="csX93" fmla="*/ 32963 w 93157"/>
                <a:gd name="csY93" fmla="*/ 35352 h 75959"/>
                <a:gd name="csX94" fmla="*/ 31530 w 93157"/>
                <a:gd name="csY94" fmla="*/ 35830 h 75959"/>
                <a:gd name="csX95" fmla="*/ 31052 w 93157"/>
                <a:gd name="csY95" fmla="*/ 36785 h 75959"/>
                <a:gd name="csX96" fmla="*/ 31530 w 93157"/>
                <a:gd name="csY96" fmla="*/ 37741 h 75959"/>
                <a:gd name="csX97" fmla="*/ 31052 w 93157"/>
                <a:gd name="csY97" fmla="*/ 38218 h 75959"/>
                <a:gd name="csX98" fmla="*/ 29620 w 93157"/>
                <a:gd name="csY98" fmla="*/ 42996 h 75959"/>
                <a:gd name="csX99" fmla="*/ 27231 w 93157"/>
                <a:gd name="csY99" fmla="*/ 42040 h 75959"/>
                <a:gd name="csX100" fmla="*/ 25320 w 93157"/>
                <a:gd name="csY100" fmla="*/ 41085 h 75959"/>
                <a:gd name="csX101" fmla="*/ 24842 w 93157"/>
                <a:gd name="csY101" fmla="*/ 40129 h 75959"/>
                <a:gd name="csX102" fmla="*/ 24364 w 93157"/>
                <a:gd name="csY102" fmla="*/ 39174 h 75959"/>
                <a:gd name="csX103" fmla="*/ 24364 w 93157"/>
                <a:gd name="csY103" fmla="*/ 38218 h 75959"/>
                <a:gd name="csX104" fmla="*/ 23886 w 93157"/>
                <a:gd name="csY104" fmla="*/ 37741 h 75959"/>
                <a:gd name="csX105" fmla="*/ 22931 w 93157"/>
                <a:gd name="csY105" fmla="*/ 39174 h 75959"/>
                <a:gd name="csX106" fmla="*/ 21498 w 93157"/>
                <a:gd name="csY106" fmla="*/ 40607 h 75959"/>
                <a:gd name="csX107" fmla="*/ 20065 w 93157"/>
                <a:gd name="csY107" fmla="*/ 41085 h 75959"/>
                <a:gd name="csX108" fmla="*/ 18632 w 93157"/>
                <a:gd name="csY108" fmla="*/ 41085 h 75959"/>
                <a:gd name="csX109" fmla="*/ 18154 w 93157"/>
                <a:gd name="csY109" fmla="*/ 40607 h 75959"/>
                <a:gd name="csX110" fmla="*/ 17676 w 93157"/>
                <a:gd name="csY110" fmla="*/ 37263 h 75959"/>
                <a:gd name="csX111" fmla="*/ 16243 w 93157"/>
                <a:gd name="csY111" fmla="*/ 36308 h 75959"/>
                <a:gd name="csX112" fmla="*/ 14332 w 93157"/>
                <a:gd name="csY112" fmla="*/ 36785 h 75959"/>
                <a:gd name="csX113" fmla="*/ 11943 w 93157"/>
                <a:gd name="csY113" fmla="*/ 38218 h 75959"/>
                <a:gd name="csX114" fmla="*/ 11466 w 93157"/>
                <a:gd name="csY114" fmla="*/ 39174 h 75959"/>
                <a:gd name="csX115" fmla="*/ 10988 w 93157"/>
                <a:gd name="csY115" fmla="*/ 40129 h 75959"/>
                <a:gd name="csX116" fmla="*/ 8122 w 93157"/>
                <a:gd name="csY116" fmla="*/ 44429 h 75959"/>
                <a:gd name="csX117" fmla="*/ 6688 w 93157"/>
                <a:gd name="csY117" fmla="*/ 47295 h 75959"/>
                <a:gd name="csX118" fmla="*/ 5255 w 93157"/>
                <a:gd name="csY118" fmla="*/ 50639 h 75959"/>
                <a:gd name="csX119" fmla="*/ 4777 w 93157"/>
                <a:gd name="csY119" fmla="*/ 51595 h 75959"/>
                <a:gd name="csX120" fmla="*/ 3822 w 93157"/>
                <a:gd name="csY120" fmla="*/ 52073 h 75959"/>
                <a:gd name="csX121" fmla="*/ 2389 w 93157"/>
                <a:gd name="csY121" fmla="*/ 52073 h 75959"/>
                <a:gd name="csX122" fmla="*/ 1433 w 93157"/>
                <a:gd name="csY122" fmla="*/ 51117 h 75959"/>
                <a:gd name="csX123" fmla="*/ 0 w 93157"/>
                <a:gd name="csY123" fmla="*/ 49206 h 75959"/>
                <a:gd name="csX124" fmla="*/ 478 w 93157"/>
                <a:gd name="csY124" fmla="*/ 46817 h 75959"/>
                <a:gd name="csX125" fmla="*/ 1911 w 93157"/>
                <a:gd name="csY125" fmla="*/ 45384 h 75959"/>
                <a:gd name="csX126" fmla="*/ 2866 w 93157"/>
                <a:gd name="csY126" fmla="*/ 43951 h 75959"/>
                <a:gd name="csX127" fmla="*/ 4300 w 93157"/>
                <a:gd name="csY127" fmla="*/ 38696 h 75959"/>
                <a:gd name="csX128" fmla="*/ 4300 w 93157"/>
                <a:gd name="csY128" fmla="*/ 36785 h 75959"/>
                <a:gd name="csX129" fmla="*/ 4777 w 93157"/>
                <a:gd name="csY129" fmla="*/ 35830 h 75959"/>
                <a:gd name="csX130" fmla="*/ 6688 w 93157"/>
                <a:gd name="csY130" fmla="*/ 33441 h 75959"/>
                <a:gd name="csX131" fmla="*/ 8599 w 93157"/>
                <a:gd name="csY131" fmla="*/ 32008 h 75959"/>
                <a:gd name="csX132" fmla="*/ 9555 w 93157"/>
                <a:gd name="csY132" fmla="*/ 31530 h 75959"/>
                <a:gd name="csX133" fmla="*/ 13854 w 93157"/>
                <a:gd name="csY133" fmla="*/ 30575 h 75959"/>
                <a:gd name="csX134" fmla="*/ 15288 w 93157"/>
                <a:gd name="csY134" fmla="*/ 30097 h 75959"/>
                <a:gd name="csX135" fmla="*/ 17676 w 93157"/>
                <a:gd name="csY135" fmla="*/ 30097 h 75959"/>
                <a:gd name="csX136" fmla="*/ 20065 w 93157"/>
                <a:gd name="csY136" fmla="*/ 29619 h 75959"/>
                <a:gd name="csX137" fmla="*/ 21498 w 93157"/>
                <a:gd name="csY137" fmla="*/ 28186 h 75959"/>
                <a:gd name="csX138" fmla="*/ 21975 w 93157"/>
                <a:gd name="csY138" fmla="*/ 27231 h 75959"/>
                <a:gd name="csX139" fmla="*/ 21975 w 93157"/>
                <a:gd name="csY139" fmla="*/ 25798 h 75959"/>
                <a:gd name="csX140" fmla="*/ 21975 w 93157"/>
                <a:gd name="csY140" fmla="*/ 24842 h 75959"/>
                <a:gd name="csX141" fmla="*/ 22931 w 93157"/>
                <a:gd name="csY141" fmla="*/ 24364 h 75959"/>
                <a:gd name="csX142" fmla="*/ 23886 w 93157"/>
                <a:gd name="csY142" fmla="*/ 23409 h 75959"/>
                <a:gd name="csX143" fmla="*/ 24842 w 93157"/>
                <a:gd name="csY143" fmla="*/ 22931 h 75959"/>
                <a:gd name="csX144" fmla="*/ 27709 w 93157"/>
                <a:gd name="csY144" fmla="*/ 22453 h 75959"/>
                <a:gd name="csX145" fmla="*/ 28664 w 93157"/>
                <a:gd name="csY145" fmla="*/ 21976 h 75959"/>
                <a:gd name="csX146" fmla="*/ 29141 w 93157"/>
                <a:gd name="csY146" fmla="*/ 21020 h 75959"/>
                <a:gd name="csX147" fmla="*/ 30575 w 93157"/>
                <a:gd name="csY147" fmla="*/ 19587 h 75959"/>
                <a:gd name="csX148" fmla="*/ 31530 w 93157"/>
                <a:gd name="csY148" fmla="*/ 20065 h 75959"/>
                <a:gd name="csX149" fmla="*/ 32963 w 93157"/>
                <a:gd name="csY149" fmla="*/ 20542 h 75959"/>
                <a:gd name="csX150" fmla="*/ 35352 w 93157"/>
                <a:gd name="csY150" fmla="*/ 21020 h 75959"/>
                <a:gd name="csX151" fmla="*/ 37263 w 93157"/>
                <a:gd name="csY151" fmla="*/ 22453 h 75959"/>
                <a:gd name="csX152" fmla="*/ 38696 w 93157"/>
                <a:gd name="csY152" fmla="*/ 24364 h 75959"/>
                <a:gd name="csX153" fmla="*/ 38696 w 93157"/>
                <a:gd name="csY153" fmla="*/ 25320 h 75959"/>
                <a:gd name="csX154" fmla="*/ 39174 w 93157"/>
                <a:gd name="csY154" fmla="*/ 28664 h 75959"/>
                <a:gd name="csX155" fmla="*/ 38696 w 93157"/>
                <a:gd name="csY155" fmla="*/ 29619 h 75959"/>
                <a:gd name="csX156" fmla="*/ 36786 w 93157"/>
                <a:gd name="csY156" fmla="*/ 31052 h 75959"/>
                <a:gd name="csX157" fmla="*/ 37741 w 93157"/>
                <a:gd name="csY157" fmla="*/ 31530 h 75959"/>
                <a:gd name="csX158" fmla="*/ 40129 w 93157"/>
                <a:gd name="csY158" fmla="*/ 30097 h 75959"/>
                <a:gd name="csX159" fmla="*/ 41563 w 93157"/>
                <a:gd name="csY159" fmla="*/ 29619 h 75959"/>
                <a:gd name="csX160" fmla="*/ 44907 w 93157"/>
                <a:gd name="csY160" fmla="*/ 28664 h 75959"/>
                <a:gd name="csX161" fmla="*/ 45384 w 93157"/>
                <a:gd name="csY161" fmla="*/ 28186 h 75959"/>
                <a:gd name="csX162" fmla="*/ 46340 w 93157"/>
                <a:gd name="csY162" fmla="*/ 27231 h 75959"/>
                <a:gd name="csX163" fmla="*/ 47295 w 93157"/>
                <a:gd name="csY163" fmla="*/ 25320 h 75959"/>
                <a:gd name="csX164" fmla="*/ 48251 w 93157"/>
                <a:gd name="csY164" fmla="*/ 22931 h 75959"/>
                <a:gd name="csX165" fmla="*/ 48729 w 93157"/>
                <a:gd name="csY165" fmla="*/ 21976 h 75959"/>
                <a:gd name="csX166" fmla="*/ 49684 w 93157"/>
                <a:gd name="csY166" fmla="*/ 21498 h 75959"/>
                <a:gd name="csX167" fmla="*/ 50639 w 93157"/>
                <a:gd name="csY167" fmla="*/ 21498 h 75959"/>
                <a:gd name="csX168" fmla="*/ 53984 w 93157"/>
                <a:gd name="csY168" fmla="*/ 22931 h 75959"/>
                <a:gd name="csX169" fmla="*/ 55895 w 93157"/>
                <a:gd name="csY169" fmla="*/ 21976 h 75959"/>
                <a:gd name="csX170" fmla="*/ 56850 w 93157"/>
                <a:gd name="csY170" fmla="*/ 19587 h 75959"/>
                <a:gd name="csX171" fmla="*/ 57328 w 93157"/>
                <a:gd name="csY171" fmla="*/ 16243 h 75959"/>
                <a:gd name="csX172" fmla="*/ 57805 w 93157"/>
                <a:gd name="csY172" fmla="*/ 15287 h 75959"/>
                <a:gd name="csX173" fmla="*/ 58761 w 93157"/>
                <a:gd name="csY173" fmla="*/ 14810 h 75959"/>
                <a:gd name="csX174" fmla="*/ 60194 w 93157"/>
                <a:gd name="csY174" fmla="*/ 14810 h 75959"/>
                <a:gd name="csX175" fmla="*/ 62582 w 93157"/>
                <a:gd name="csY175" fmla="*/ 16243 h 75959"/>
                <a:gd name="csX176" fmla="*/ 64493 w 93157"/>
                <a:gd name="csY176" fmla="*/ 16243 h 75959"/>
                <a:gd name="csX177" fmla="*/ 64971 w 93157"/>
                <a:gd name="csY177" fmla="*/ 15287 h 75959"/>
                <a:gd name="csX178" fmla="*/ 65449 w 93157"/>
                <a:gd name="csY178" fmla="*/ 13376 h 75959"/>
                <a:gd name="csX179" fmla="*/ 66405 w 93157"/>
                <a:gd name="csY179" fmla="*/ 13376 h 75959"/>
                <a:gd name="csX180" fmla="*/ 68793 w 93157"/>
                <a:gd name="csY180" fmla="*/ 14332 h 75959"/>
                <a:gd name="csX181" fmla="*/ 71182 w 93157"/>
                <a:gd name="csY181" fmla="*/ 13854 h 75959"/>
                <a:gd name="csX182" fmla="*/ 72137 w 93157"/>
                <a:gd name="csY182" fmla="*/ 11466 h 75959"/>
                <a:gd name="csX183" fmla="*/ 71659 w 93157"/>
                <a:gd name="csY183" fmla="*/ 9077 h 75959"/>
                <a:gd name="csX184" fmla="*/ 69748 w 93157"/>
                <a:gd name="csY184" fmla="*/ 1911 h 75959"/>
                <a:gd name="csX185" fmla="*/ 70704 w 93157"/>
                <a:gd name="csY185" fmla="*/ 0 h 75959"/>
                <a:gd name="csX186" fmla="*/ 71659 w 93157"/>
                <a:gd name="csY186" fmla="*/ 0 h 75959"/>
                <a:gd name="csX187" fmla="*/ 74048 w 93157"/>
                <a:gd name="csY187" fmla="*/ 1911 h 75959"/>
                <a:gd name="csX188" fmla="*/ 78825 w 93157"/>
                <a:gd name="csY188" fmla="*/ 4777 h 75959"/>
                <a:gd name="csX189" fmla="*/ 80259 w 93157"/>
                <a:gd name="csY189" fmla="*/ 6210 h 75959"/>
                <a:gd name="csX190" fmla="*/ 81214 w 93157"/>
                <a:gd name="csY190" fmla="*/ 8121 h 75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</a:cxnLst>
              <a:rect l="l" t="t" r="r" b="b"/>
              <a:pathLst>
                <a:path w="93157" h="75959">
                  <a:moveTo>
                    <a:pt x="81214" y="8121"/>
                  </a:moveTo>
                  <a:lnTo>
                    <a:pt x="83125" y="9077"/>
                  </a:lnTo>
                  <a:lnTo>
                    <a:pt x="85036" y="9077"/>
                  </a:lnTo>
                  <a:lnTo>
                    <a:pt x="85036" y="11943"/>
                  </a:lnTo>
                  <a:lnTo>
                    <a:pt x="85514" y="12421"/>
                  </a:lnTo>
                  <a:lnTo>
                    <a:pt x="87425" y="14810"/>
                  </a:lnTo>
                  <a:lnTo>
                    <a:pt x="87425" y="16721"/>
                  </a:lnTo>
                  <a:lnTo>
                    <a:pt x="86469" y="18632"/>
                  </a:lnTo>
                  <a:lnTo>
                    <a:pt x="85514" y="19587"/>
                  </a:lnTo>
                  <a:lnTo>
                    <a:pt x="84080" y="21020"/>
                  </a:lnTo>
                  <a:lnTo>
                    <a:pt x="84080" y="21498"/>
                  </a:lnTo>
                  <a:lnTo>
                    <a:pt x="84558" y="21976"/>
                  </a:lnTo>
                  <a:lnTo>
                    <a:pt x="86947" y="22453"/>
                  </a:lnTo>
                  <a:lnTo>
                    <a:pt x="88380" y="23409"/>
                  </a:lnTo>
                  <a:lnTo>
                    <a:pt x="88858" y="26275"/>
                  </a:lnTo>
                  <a:lnTo>
                    <a:pt x="90291" y="28664"/>
                  </a:lnTo>
                  <a:lnTo>
                    <a:pt x="90291" y="29619"/>
                  </a:lnTo>
                  <a:lnTo>
                    <a:pt x="89813" y="33441"/>
                  </a:lnTo>
                  <a:lnTo>
                    <a:pt x="89813" y="35352"/>
                  </a:lnTo>
                  <a:lnTo>
                    <a:pt x="91246" y="36785"/>
                  </a:lnTo>
                  <a:lnTo>
                    <a:pt x="92202" y="37263"/>
                  </a:lnTo>
                  <a:lnTo>
                    <a:pt x="92680" y="38218"/>
                  </a:lnTo>
                  <a:lnTo>
                    <a:pt x="93157" y="40607"/>
                  </a:lnTo>
                  <a:lnTo>
                    <a:pt x="93157" y="44429"/>
                  </a:lnTo>
                  <a:lnTo>
                    <a:pt x="92680" y="45862"/>
                  </a:lnTo>
                  <a:lnTo>
                    <a:pt x="92202" y="47295"/>
                  </a:lnTo>
                  <a:lnTo>
                    <a:pt x="89813" y="50162"/>
                  </a:lnTo>
                  <a:lnTo>
                    <a:pt x="86947" y="52550"/>
                  </a:lnTo>
                  <a:lnTo>
                    <a:pt x="85514" y="52550"/>
                  </a:lnTo>
                  <a:lnTo>
                    <a:pt x="85036" y="53028"/>
                  </a:lnTo>
                  <a:lnTo>
                    <a:pt x="85991" y="55417"/>
                  </a:lnTo>
                  <a:lnTo>
                    <a:pt x="85514" y="60194"/>
                  </a:lnTo>
                  <a:lnTo>
                    <a:pt x="85036" y="63060"/>
                  </a:lnTo>
                  <a:lnTo>
                    <a:pt x="84080" y="61627"/>
                  </a:lnTo>
                  <a:lnTo>
                    <a:pt x="83603" y="59716"/>
                  </a:lnTo>
                  <a:lnTo>
                    <a:pt x="82647" y="55417"/>
                  </a:lnTo>
                  <a:lnTo>
                    <a:pt x="82170" y="53506"/>
                  </a:lnTo>
                  <a:lnTo>
                    <a:pt x="81214" y="51595"/>
                  </a:lnTo>
                  <a:lnTo>
                    <a:pt x="80736" y="50162"/>
                  </a:lnTo>
                  <a:lnTo>
                    <a:pt x="79303" y="48251"/>
                  </a:lnTo>
                  <a:lnTo>
                    <a:pt x="77870" y="44429"/>
                  </a:lnTo>
                  <a:lnTo>
                    <a:pt x="76914" y="44907"/>
                  </a:lnTo>
                  <a:lnTo>
                    <a:pt x="75004" y="45862"/>
                  </a:lnTo>
                  <a:lnTo>
                    <a:pt x="74526" y="46340"/>
                  </a:lnTo>
                  <a:lnTo>
                    <a:pt x="74526" y="47773"/>
                  </a:lnTo>
                  <a:lnTo>
                    <a:pt x="74048" y="48728"/>
                  </a:lnTo>
                  <a:lnTo>
                    <a:pt x="72137" y="50162"/>
                  </a:lnTo>
                  <a:lnTo>
                    <a:pt x="70704" y="52073"/>
                  </a:lnTo>
                  <a:lnTo>
                    <a:pt x="69271" y="54461"/>
                  </a:lnTo>
                  <a:lnTo>
                    <a:pt x="68793" y="56372"/>
                  </a:lnTo>
                  <a:lnTo>
                    <a:pt x="70227" y="57805"/>
                  </a:lnTo>
                  <a:lnTo>
                    <a:pt x="71182" y="58283"/>
                  </a:lnTo>
                  <a:lnTo>
                    <a:pt x="72615" y="59716"/>
                  </a:lnTo>
                  <a:lnTo>
                    <a:pt x="73093" y="60194"/>
                  </a:lnTo>
                  <a:lnTo>
                    <a:pt x="74526" y="64493"/>
                  </a:lnTo>
                  <a:lnTo>
                    <a:pt x="74526" y="69271"/>
                  </a:lnTo>
                  <a:lnTo>
                    <a:pt x="73570" y="71182"/>
                  </a:lnTo>
                  <a:lnTo>
                    <a:pt x="70704" y="75004"/>
                  </a:lnTo>
                  <a:lnTo>
                    <a:pt x="68316" y="75959"/>
                  </a:lnTo>
                  <a:lnTo>
                    <a:pt x="67360" y="75481"/>
                  </a:lnTo>
                  <a:lnTo>
                    <a:pt x="66405" y="73093"/>
                  </a:lnTo>
                  <a:lnTo>
                    <a:pt x="65927" y="72137"/>
                  </a:lnTo>
                  <a:lnTo>
                    <a:pt x="66882" y="70226"/>
                  </a:lnTo>
                  <a:lnTo>
                    <a:pt x="66882" y="68315"/>
                  </a:lnTo>
                  <a:lnTo>
                    <a:pt x="65927" y="67360"/>
                  </a:lnTo>
                  <a:lnTo>
                    <a:pt x="64971" y="67838"/>
                  </a:lnTo>
                  <a:lnTo>
                    <a:pt x="64971" y="67838"/>
                  </a:lnTo>
                  <a:lnTo>
                    <a:pt x="63061" y="70226"/>
                  </a:lnTo>
                  <a:lnTo>
                    <a:pt x="62105" y="71182"/>
                  </a:lnTo>
                  <a:lnTo>
                    <a:pt x="61150" y="71182"/>
                  </a:lnTo>
                  <a:lnTo>
                    <a:pt x="60194" y="71182"/>
                  </a:lnTo>
                  <a:lnTo>
                    <a:pt x="53984" y="68793"/>
                  </a:lnTo>
                  <a:lnTo>
                    <a:pt x="49684" y="66405"/>
                  </a:lnTo>
                  <a:lnTo>
                    <a:pt x="45862" y="64493"/>
                  </a:lnTo>
                  <a:lnTo>
                    <a:pt x="42996" y="61149"/>
                  </a:lnTo>
                  <a:lnTo>
                    <a:pt x="42518" y="59239"/>
                  </a:lnTo>
                  <a:lnTo>
                    <a:pt x="42518" y="56850"/>
                  </a:lnTo>
                  <a:lnTo>
                    <a:pt x="41563" y="53028"/>
                  </a:lnTo>
                  <a:lnTo>
                    <a:pt x="41085" y="52073"/>
                  </a:lnTo>
                  <a:lnTo>
                    <a:pt x="41085" y="50639"/>
                  </a:lnTo>
                  <a:lnTo>
                    <a:pt x="42518" y="48728"/>
                  </a:lnTo>
                  <a:lnTo>
                    <a:pt x="43951" y="47295"/>
                  </a:lnTo>
                  <a:lnTo>
                    <a:pt x="44907" y="46817"/>
                  </a:lnTo>
                  <a:lnTo>
                    <a:pt x="45384" y="45862"/>
                  </a:lnTo>
                  <a:lnTo>
                    <a:pt x="45862" y="44429"/>
                  </a:lnTo>
                  <a:lnTo>
                    <a:pt x="45862" y="43474"/>
                  </a:lnTo>
                  <a:lnTo>
                    <a:pt x="45384" y="42518"/>
                  </a:lnTo>
                  <a:lnTo>
                    <a:pt x="42996" y="40129"/>
                  </a:lnTo>
                  <a:lnTo>
                    <a:pt x="41085" y="38696"/>
                  </a:lnTo>
                  <a:lnTo>
                    <a:pt x="36786" y="37263"/>
                  </a:lnTo>
                  <a:lnTo>
                    <a:pt x="35830" y="36308"/>
                  </a:lnTo>
                  <a:lnTo>
                    <a:pt x="34874" y="35830"/>
                  </a:lnTo>
                  <a:lnTo>
                    <a:pt x="33919" y="35352"/>
                  </a:lnTo>
                  <a:lnTo>
                    <a:pt x="32963" y="35352"/>
                  </a:lnTo>
                  <a:lnTo>
                    <a:pt x="31530" y="35830"/>
                  </a:lnTo>
                  <a:lnTo>
                    <a:pt x="31052" y="36785"/>
                  </a:lnTo>
                  <a:lnTo>
                    <a:pt x="31530" y="37741"/>
                  </a:lnTo>
                  <a:lnTo>
                    <a:pt x="31052" y="38218"/>
                  </a:lnTo>
                  <a:lnTo>
                    <a:pt x="29620" y="42996"/>
                  </a:lnTo>
                  <a:lnTo>
                    <a:pt x="27231" y="42040"/>
                  </a:lnTo>
                  <a:lnTo>
                    <a:pt x="25320" y="41085"/>
                  </a:lnTo>
                  <a:lnTo>
                    <a:pt x="24842" y="40129"/>
                  </a:lnTo>
                  <a:lnTo>
                    <a:pt x="24364" y="39174"/>
                  </a:lnTo>
                  <a:lnTo>
                    <a:pt x="24364" y="38218"/>
                  </a:lnTo>
                  <a:lnTo>
                    <a:pt x="23886" y="37741"/>
                  </a:lnTo>
                  <a:lnTo>
                    <a:pt x="22931" y="39174"/>
                  </a:lnTo>
                  <a:lnTo>
                    <a:pt x="21498" y="40607"/>
                  </a:lnTo>
                  <a:lnTo>
                    <a:pt x="20065" y="41085"/>
                  </a:lnTo>
                  <a:lnTo>
                    <a:pt x="18632" y="41085"/>
                  </a:lnTo>
                  <a:lnTo>
                    <a:pt x="18154" y="40607"/>
                  </a:lnTo>
                  <a:lnTo>
                    <a:pt x="17676" y="37263"/>
                  </a:lnTo>
                  <a:lnTo>
                    <a:pt x="16243" y="36308"/>
                  </a:lnTo>
                  <a:lnTo>
                    <a:pt x="14332" y="36785"/>
                  </a:lnTo>
                  <a:lnTo>
                    <a:pt x="11943" y="38218"/>
                  </a:lnTo>
                  <a:lnTo>
                    <a:pt x="11466" y="39174"/>
                  </a:lnTo>
                  <a:lnTo>
                    <a:pt x="10988" y="40129"/>
                  </a:lnTo>
                  <a:lnTo>
                    <a:pt x="8122" y="44429"/>
                  </a:lnTo>
                  <a:lnTo>
                    <a:pt x="6688" y="47295"/>
                  </a:lnTo>
                  <a:lnTo>
                    <a:pt x="5255" y="50639"/>
                  </a:lnTo>
                  <a:lnTo>
                    <a:pt x="4777" y="51595"/>
                  </a:lnTo>
                  <a:lnTo>
                    <a:pt x="3822" y="52073"/>
                  </a:lnTo>
                  <a:lnTo>
                    <a:pt x="2389" y="52073"/>
                  </a:lnTo>
                  <a:lnTo>
                    <a:pt x="1433" y="51117"/>
                  </a:lnTo>
                  <a:lnTo>
                    <a:pt x="0" y="49206"/>
                  </a:lnTo>
                  <a:lnTo>
                    <a:pt x="478" y="46817"/>
                  </a:lnTo>
                  <a:lnTo>
                    <a:pt x="1911" y="45384"/>
                  </a:lnTo>
                  <a:lnTo>
                    <a:pt x="2866" y="43951"/>
                  </a:lnTo>
                  <a:lnTo>
                    <a:pt x="4300" y="38696"/>
                  </a:lnTo>
                  <a:lnTo>
                    <a:pt x="4300" y="36785"/>
                  </a:lnTo>
                  <a:lnTo>
                    <a:pt x="4777" y="35830"/>
                  </a:lnTo>
                  <a:lnTo>
                    <a:pt x="6688" y="33441"/>
                  </a:lnTo>
                  <a:lnTo>
                    <a:pt x="8599" y="32008"/>
                  </a:lnTo>
                  <a:lnTo>
                    <a:pt x="9555" y="31530"/>
                  </a:lnTo>
                  <a:lnTo>
                    <a:pt x="13854" y="30575"/>
                  </a:lnTo>
                  <a:lnTo>
                    <a:pt x="15288" y="30097"/>
                  </a:lnTo>
                  <a:lnTo>
                    <a:pt x="17676" y="30097"/>
                  </a:lnTo>
                  <a:lnTo>
                    <a:pt x="20065" y="29619"/>
                  </a:lnTo>
                  <a:lnTo>
                    <a:pt x="21498" y="28186"/>
                  </a:lnTo>
                  <a:lnTo>
                    <a:pt x="21975" y="27231"/>
                  </a:lnTo>
                  <a:lnTo>
                    <a:pt x="21975" y="25798"/>
                  </a:lnTo>
                  <a:lnTo>
                    <a:pt x="21975" y="24842"/>
                  </a:lnTo>
                  <a:lnTo>
                    <a:pt x="22931" y="24364"/>
                  </a:lnTo>
                  <a:lnTo>
                    <a:pt x="23886" y="23409"/>
                  </a:lnTo>
                  <a:lnTo>
                    <a:pt x="24842" y="22931"/>
                  </a:lnTo>
                  <a:lnTo>
                    <a:pt x="27709" y="22453"/>
                  </a:lnTo>
                  <a:lnTo>
                    <a:pt x="28664" y="21976"/>
                  </a:lnTo>
                  <a:lnTo>
                    <a:pt x="29141" y="21020"/>
                  </a:lnTo>
                  <a:lnTo>
                    <a:pt x="30575" y="19587"/>
                  </a:lnTo>
                  <a:lnTo>
                    <a:pt x="31530" y="20065"/>
                  </a:lnTo>
                  <a:lnTo>
                    <a:pt x="32963" y="20542"/>
                  </a:lnTo>
                  <a:lnTo>
                    <a:pt x="35352" y="21020"/>
                  </a:lnTo>
                  <a:lnTo>
                    <a:pt x="37263" y="22453"/>
                  </a:lnTo>
                  <a:lnTo>
                    <a:pt x="38696" y="24364"/>
                  </a:lnTo>
                  <a:lnTo>
                    <a:pt x="38696" y="25320"/>
                  </a:lnTo>
                  <a:lnTo>
                    <a:pt x="39174" y="28664"/>
                  </a:lnTo>
                  <a:lnTo>
                    <a:pt x="38696" y="29619"/>
                  </a:lnTo>
                  <a:lnTo>
                    <a:pt x="36786" y="31052"/>
                  </a:lnTo>
                  <a:lnTo>
                    <a:pt x="37741" y="31530"/>
                  </a:lnTo>
                  <a:lnTo>
                    <a:pt x="40129" y="30097"/>
                  </a:lnTo>
                  <a:lnTo>
                    <a:pt x="41563" y="29619"/>
                  </a:lnTo>
                  <a:lnTo>
                    <a:pt x="44907" y="28664"/>
                  </a:lnTo>
                  <a:lnTo>
                    <a:pt x="45384" y="28186"/>
                  </a:lnTo>
                  <a:lnTo>
                    <a:pt x="46340" y="27231"/>
                  </a:lnTo>
                  <a:lnTo>
                    <a:pt x="47295" y="25320"/>
                  </a:lnTo>
                  <a:lnTo>
                    <a:pt x="48251" y="22931"/>
                  </a:lnTo>
                  <a:lnTo>
                    <a:pt x="48729" y="21976"/>
                  </a:lnTo>
                  <a:lnTo>
                    <a:pt x="49684" y="21498"/>
                  </a:lnTo>
                  <a:lnTo>
                    <a:pt x="50639" y="21498"/>
                  </a:lnTo>
                  <a:lnTo>
                    <a:pt x="53984" y="22931"/>
                  </a:lnTo>
                  <a:lnTo>
                    <a:pt x="55895" y="21976"/>
                  </a:lnTo>
                  <a:lnTo>
                    <a:pt x="56850" y="19587"/>
                  </a:lnTo>
                  <a:lnTo>
                    <a:pt x="57328" y="16243"/>
                  </a:lnTo>
                  <a:lnTo>
                    <a:pt x="57805" y="15287"/>
                  </a:lnTo>
                  <a:lnTo>
                    <a:pt x="58761" y="14810"/>
                  </a:lnTo>
                  <a:lnTo>
                    <a:pt x="60194" y="14810"/>
                  </a:lnTo>
                  <a:lnTo>
                    <a:pt x="62582" y="16243"/>
                  </a:lnTo>
                  <a:lnTo>
                    <a:pt x="64493" y="16243"/>
                  </a:lnTo>
                  <a:lnTo>
                    <a:pt x="64971" y="15287"/>
                  </a:lnTo>
                  <a:lnTo>
                    <a:pt x="65449" y="13376"/>
                  </a:lnTo>
                  <a:lnTo>
                    <a:pt x="66405" y="13376"/>
                  </a:lnTo>
                  <a:lnTo>
                    <a:pt x="68793" y="14332"/>
                  </a:lnTo>
                  <a:lnTo>
                    <a:pt x="71182" y="13854"/>
                  </a:lnTo>
                  <a:lnTo>
                    <a:pt x="72137" y="11466"/>
                  </a:lnTo>
                  <a:lnTo>
                    <a:pt x="71659" y="9077"/>
                  </a:lnTo>
                  <a:lnTo>
                    <a:pt x="69748" y="1911"/>
                  </a:lnTo>
                  <a:lnTo>
                    <a:pt x="70704" y="0"/>
                  </a:lnTo>
                  <a:lnTo>
                    <a:pt x="71659" y="0"/>
                  </a:lnTo>
                  <a:lnTo>
                    <a:pt x="74048" y="1911"/>
                  </a:lnTo>
                  <a:lnTo>
                    <a:pt x="78825" y="4777"/>
                  </a:lnTo>
                  <a:lnTo>
                    <a:pt x="80259" y="6210"/>
                  </a:lnTo>
                  <a:lnTo>
                    <a:pt x="81214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9" name="Freeform 5228">
              <a:extLst>
                <a:ext uri="{FF2B5EF4-FFF2-40B4-BE49-F238E27FC236}">
                  <a16:creationId xmlns:a16="http://schemas.microsoft.com/office/drawing/2014/main" id="{11C194C4-6114-9031-45DF-BB2FC1CEB9D0}"/>
                </a:ext>
              </a:extLst>
            </p:cNvPr>
            <p:cNvSpPr/>
            <p:nvPr/>
          </p:nvSpPr>
          <p:spPr>
            <a:xfrm>
              <a:off x="8380979" y="4557181"/>
              <a:ext cx="1432" cy="3821"/>
            </a:xfrm>
            <a:custGeom>
              <a:avLst/>
              <a:gdLst>
                <a:gd name="csX0" fmla="*/ 955 w 1432"/>
                <a:gd name="csY0" fmla="*/ 3344 h 3821"/>
                <a:gd name="csX1" fmla="*/ 478 w 1432"/>
                <a:gd name="csY1" fmla="*/ 3822 h 3821"/>
                <a:gd name="csX2" fmla="*/ 0 w 1432"/>
                <a:gd name="csY2" fmla="*/ 2867 h 3821"/>
                <a:gd name="csX3" fmla="*/ 478 w 1432"/>
                <a:gd name="csY3" fmla="*/ 478 h 3821"/>
                <a:gd name="csX4" fmla="*/ 955 w 1432"/>
                <a:gd name="csY4" fmla="*/ 0 h 3821"/>
                <a:gd name="csX5" fmla="*/ 1433 w 1432"/>
                <a:gd name="csY5" fmla="*/ 1433 h 3821"/>
                <a:gd name="csX6" fmla="*/ 955 w 1432"/>
                <a:gd name="csY6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3821">
                  <a:moveTo>
                    <a:pt x="955" y="3344"/>
                  </a:moveTo>
                  <a:lnTo>
                    <a:pt x="478" y="3822"/>
                  </a:lnTo>
                  <a:lnTo>
                    <a:pt x="0" y="2867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433" y="1433"/>
                  </a:lnTo>
                  <a:lnTo>
                    <a:pt x="9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0" name="Freeform 5229">
              <a:extLst>
                <a:ext uri="{FF2B5EF4-FFF2-40B4-BE49-F238E27FC236}">
                  <a16:creationId xmlns:a16="http://schemas.microsoft.com/office/drawing/2014/main" id="{4B17E112-54A2-9D63-6B9A-F45F7FA17EE7}"/>
                </a:ext>
              </a:extLst>
            </p:cNvPr>
            <p:cNvSpPr/>
            <p:nvPr/>
          </p:nvSpPr>
          <p:spPr>
            <a:xfrm>
              <a:off x="8332728" y="4566258"/>
              <a:ext cx="4299" cy="2866"/>
            </a:xfrm>
            <a:custGeom>
              <a:avLst/>
              <a:gdLst>
                <a:gd name="csX0" fmla="*/ 4300 w 4299"/>
                <a:gd name="csY0" fmla="*/ 478 h 2866"/>
                <a:gd name="csX1" fmla="*/ 4300 w 4299"/>
                <a:gd name="csY1" fmla="*/ 2389 h 2866"/>
                <a:gd name="csX2" fmla="*/ 2389 w 4299"/>
                <a:gd name="csY2" fmla="*/ 2866 h 2866"/>
                <a:gd name="csX3" fmla="*/ 956 w 4299"/>
                <a:gd name="csY3" fmla="*/ 2866 h 2866"/>
                <a:gd name="csX4" fmla="*/ 0 w 4299"/>
                <a:gd name="csY4" fmla="*/ 1433 h 2866"/>
                <a:gd name="csX5" fmla="*/ 0 w 4299"/>
                <a:gd name="csY5" fmla="*/ 956 h 2866"/>
                <a:gd name="csX6" fmla="*/ 956 w 4299"/>
                <a:gd name="csY6" fmla="*/ 956 h 2866"/>
                <a:gd name="csX7" fmla="*/ 2867 w 4299"/>
                <a:gd name="csY7" fmla="*/ 0 h 2866"/>
                <a:gd name="csX8" fmla="*/ 3344 w 4299"/>
                <a:gd name="csY8" fmla="*/ 0 h 2866"/>
                <a:gd name="csX9" fmla="*/ 4300 w 4299"/>
                <a:gd name="csY9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299" h="2866">
                  <a:moveTo>
                    <a:pt x="4300" y="478"/>
                  </a:moveTo>
                  <a:lnTo>
                    <a:pt x="4300" y="2389"/>
                  </a:lnTo>
                  <a:lnTo>
                    <a:pt x="2389" y="2866"/>
                  </a:lnTo>
                  <a:lnTo>
                    <a:pt x="956" y="2866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956" y="956"/>
                  </a:lnTo>
                  <a:lnTo>
                    <a:pt x="2867" y="0"/>
                  </a:lnTo>
                  <a:lnTo>
                    <a:pt x="3344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1" name="Freeform 5230">
              <a:extLst>
                <a:ext uri="{FF2B5EF4-FFF2-40B4-BE49-F238E27FC236}">
                  <a16:creationId xmlns:a16="http://schemas.microsoft.com/office/drawing/2014/main" id="{4E80366F-B494-85C1-4030-D151C481B625}"/>
                </a:ext>
              </a:extLst>
            </p:cNvPr>
            <p:cNvSpPr/>
            <p:nvPr/>
          </p:nvSpPr>
          <p:spPr>
            <a:xfrm>
              <a:off x="8355659" y="4566735"/>
              <a:ext cx="3343" cy="2866"/>
            </a:xfrm>
            <a:custGeom>
              <a:avLst/>
              <a:gdLst>
                <a:gd name="csX0" fmla="*/ 3344 w 3343"/>
                <a:gd name="csY0" fmla="*/ 1911 h 2866"/>
                <a:gd name="csX1" fmla="*/ 2389 w 3343"/>
                <a:gd name="csY1" fmla="*/ 2867 h 2866"/>
                <a:gd name="csX2" fmla="*/ 478 w 3343"/>
                <a:gd name="csY2" fmla="*/ 1911 h 2866"/>
                <a:gd name="csX3" fmla="*/ 0 w 3343"/>
                <a:gd name="csY3" fmla="*/ 1433 h 2866"/>
                <a:gd name="csX4" fmla="*/ 0 w 3343"/>
                <a:gd name="csY4" fmla="*/ 478 h 2866"/>
                <a:gd name="csX5" fmla="*/ 955 w 3343"/>
                <a:gd name="csY5" fmla="*/ 0 h 2866"/>
                <a:gd name="csX6" fmla="*/ 1911 w 3343"/>
                <a:gd name="csY6" fmla="*/ 0 h 2866"/>
                <a:gd name="csX7" fmla="*/ 2866 w 3343"/>
                <a:gd name="csY7" fmla="*/ 956 h 2866"/>
                <a:gd name="csX8" fmla="*/ 3344 w 3343"/>
                <a:gd name="csY8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2866">
                  <a:moveTo>
                    <a:pt x="3344" y="1911"/>
                  </a:moveTo>
                  <a:lnTo>
                    <a:pt x="2389" y="2867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2866" y="956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2" name="Freeform 5231">
              <a:extLst>
                <a:ext uri="{FF2B5EF4-FFF2-40B4-BE49-F238E27FC236}">
                  <a16:creationId xmlns:a16="http://schemas.microsoft.com/office/drawing/2014/main" id="{A1207C04-FC90-F26B-5213-6BB9A5547142}"/>
                </a:ext>
              </a:extLst>
            </p:cNvPr>
            <p:cNvSpPr/>
            <p:nvPr/>
          </p:nvSpPr>
          <p:spPr>
            <a:xfrm>
              <a:off x="8209474" y="4583934"/>
              <a:ext cx="1432" cy="1910"/>
            </a:xfrm>
            <a:custGeom>
              <a:avLst/>
              <a:gdLst>
                <a:gd name="csX0" fmla="*/ 1433 w 1432"/>
                <a:gd name="csY0" fmla="*/ 1433 h 1910"/>
                <a:gd name="csX1" fmla="*/ 0 w 1432"/>
                <a:gd name="csY1" fmla="*/ 1911 h 1910"/>
                <a:gd name="csX2" fmla="*/ 0 w 1432"/>
                <a:gd name="csY2" fmla="*/ 955 h 1910"/>
                <a:gd name="csX3" fmla="*/ 0 w 1432"/>
                <a:gd name="csY3" fmla="*/ 0 h 1910"/>
                <a:gd name="csX4" fmla="*/ 955 w 1432"/>
                <a:gd name="csY4" fmla="*/ 0 h 1910"/>
                <a:gd name="csX5" fmla="*/ 1433 w 1432"/>
                <a:gd name="csY5" fmla="*/ 478 h 1910"/>
                <a:gd name="csX6" fmla="*/ 1433 w 1432"/>
                <a:gd name="csY6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1910">
                  <a:moveTo>
                    <a:pt x="1433" y="1433"/>
                  </a:moveTo>
                  <a:lnTo>
                    <a:pt x="0" y="1911"/>
                  </a:lnTo>
                  <a:lnTo>
                    <a:pt x="0" y="955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433" y="478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3" name="Freeform 5232">
              <a:extLst>
                <a:ext uri="{FF2B5EF4-FFF2-40B4-BE49-F238E27FC236}">
                  <a16:creationId xmlns:a16="http://schemas.microsoft.com/office/drawing/2014/main" id="{C4E8EE47-6B3F-05A6-7936-E93BFCDBDB05}"/>
                </a:ext>
              </a:extLst>
            </p:cNvPr>
            <p:cNvSpPr/>
            <p:nvPr/>
          </p:nvSpPr>
          <p:spPr>
            <a:xfrm>
              <a:off x="8203263" y="4588233"/>
              <a:ext cx="2388" cy="4777"/>
            </a:xfrm>
            <a:custGeom>
              <a:avLst/>
              <a:gdLst>
                <a:gd name="csX0" fmla="*/ 2389 w 2388"/>
                <a:gd name="csY0" fmla="*/ 3344 h 4777"/>
                <a:gd name="csX1" fmla="*/ 1433 w 2388"/>
                <a:gd name="csY1" fmla="*/ 4777 h 4777"/>
                <a:gd name="csX2" fmla="*/ 0 w 2388"/>
                <a:gd name="csY2" fmla="*/ 3344 h 4777"/>
                <a:gd name="csX3" fmla="*/ 478 w 2388"/>
                <a:gd name="csY3" fmla="*/ 956 h 4777"/>
                <a:gd name="csX4" fmla="*/ 478 w 2388"/>
                <a:gd name="csY4" fmla="*/ 478 h 4777"/>
                <a:gd name="csX5" fmla="*/ 2389 w 2388"/>
                <a:gd name="csY5" fmla="*/ 0 h 4777"/>
                <a:gd name="csX6" fmla="*/ 2389 w 2388"/>
                <a:gd name="csY6" fmla="*/ 3344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4777">
                  <a:moveTo>
                    <a:pt x="2389" y="3344"/>
                  </a:moveTo>
                  <a:lnTo>
                    <a:pt x="1433" y="4777"/>
                  </a:lnTo>
                  <a:lnTo>
                    <a:pt x="0" y="3344"/>
                  </a:lnTo>
                  <a:lnTo>
                    <a:pt x="478" y="956"/>
                  </a:lnTo>
                  <a:lnTo>
                    <a:pt x="478" y="478"/>
                  </a:lnTo>
                  <a:lnTo>
                    <a:pt x="2389" y="0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4" name="Freeform 5233">
              <a:extLst>
                <a:ext uri="{FF2B5EF4-FFF2-40B4-BE49-F238E27FC236}">
                  <a16:creationId xmlns:a16="http://schemas.microsoft.com/office/drawing/2014/main" id="{EAF4FFC7-0D57-E299-3C25-238E0BB85B05}"/>
                </a:ext>
              </a:extLst>
            </p:cNvPr>
            <p:cNvSpPr/>
            <p:nvPr/>
          </p:nvSpPr>
          <p:spPr>
            <a:xfrm>
              <a:off x="8318874" y="4599699"/>
              <a:ext cx="2866" cy="2388"/>
            </a:xfrm>
            <a:custGeom>
              <a:avLst/>
              <a:gdLst>
                <a:gd name="csX0" fmla="*/ 2866 w 2866"/>
                <a:gd name="csY0" fmla="*/ 478 h 2388"/>
                <a:gd name="csX1" fmla="*/ 2866 w 2866"/>
                <a:gd name="csY1" fmla="*/ 956 h 2388"/>
                <a:gd name="csX2" fmla="*/ 2866 w 2866"/>
                <a:gd name="csY2" fmla="*/ 1433 h 2388"/>
                <a:gd name="csX3" fmla="*/ 955 w 2866"/>
                <a:gd name="csY3" fmla="*/ 2389 h 2388"/>
                <a:gd name="csX4" fmla="*/ 0 w 2866"/>
                <a:gd name="csY4" fmla="*/ 2389 h 2388"/>
                <a:gd name="csX5" fmla="*/ 0 w 2866"/>
                <a:gd name="csY5" fmla="*/ 956 h 2388"/>
                <a:gd name="csX6" fmla="*/ 478 w 2866"/>
                <a:gd name="csY6" fmla="*/ 478 h 2388"/>
                <a:gd name="csX7" fmla="*/ 1433 w 2866"/>
                <a:gd name="csY7" fmla="*/ 956 h 2388"/>
                <a:gd name="csX8" fmla="*/ 2389 w 2866"/>
                <a:gd name="csY8" fmla="*/ 0 h 2388"/>
                <a:gd name="csX9" fmla="*/ 2866 w 2866"/>
                <a:gd name="csY9" fmla="*/ 478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2388">
                  <a:moveTo>
                    <a:pt x="2866" y="478"/>
                  </a:moveTo>
                  <a:lnTo>
                    <a:pt x="2866" y="956"/>
                  </a:lnTo>
                  <a:lnTo>
                    <a:pt x="2866" y="1433"/>
                  </a:lnTo>
                  <a:lnTo>
                    <a:pt x="955" y="2389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433" y="956"/>
                  </a:lnTo>
                  <a:lnTo>
                    <a:pt x="2389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5" name="Freeform 5234">
              <a:extLst>
                <a:ext uri="{FF2B5EF4-FFF2-40B4-BE49-F238E27FC236}">
                  <a16:creationId xmlns:a16="http://schemas.microsoft.com/office/drawing/2014/main" id="{21D09DB2-1FCE-F666-D1AF-66CFB849D29D}"/>
                </a:ext>
              </a:extLst>
            </p:cNvPr>
            <p:cNvSpPr/>
            <p:nvPr/>
          </p:nvSpPr>
          <p:spPr>
            <a:xfrm>
              <a:off x="8376202" y="4604476"/>
              <a:ext cx="1910" cy="4777"/>
            </a:xfrm>
            <a:custGeom>
              <a:avLst/>
              <a:gdLst>
                <a:gd name="csX0" fmla="*/ 1910 w 1910"/>
                <a:gd name="csY0" fmla="*/ 3822 h 4777"/>
                <a:gd name="csX1" fmla="*/ 1910 w 1910"/>
                <a:gd name="csY1" fmla="*/ 4777 h 4777"/>
                <a:gd name="csX2" fmla="*/ 478 w 1910"/>
                <a:gd name="csY2" fmla="*/ 2389 h 4777"/>
                <a:gd name="csX3" fmla="*/ 0 w 1910"/>
                <a:gd name="csY3" fmla="*/ 1911 h 4777"/>
                <a:gd name="csX4" fmla="*/ 478 w 1910"/>
                <a:gd name="csY4" fmla="*/ 0 h 4777"/>
                <a:gd name="csX5" fmla="*/ 1910 w 1910"/>
                <a:gd name="csY5" fmla="*/ 956 h 4777"/>
                <a:gd name="csX6" fmla="*/ 1910 w 1910"/>
                <a:gd name="csY6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4777">
                  <a:moveTo>
                    <a:pt x="1910" y="3822"/>
                  </a:moveTo>
                  <a:lnTo>
                    <a:pt x="1910" y="4777"/>
                  </a:lnTo>
                  <a:lnTo>
                    <a:pt x="478" y="2389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1910" y="956"/>
                  </a:lnTo>
                  <a:lnTo>
                    <a:pt x="1910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6" name="Freeform 5235">
              <a:extLst>
                <a:ext uri="{FF2B5EF4-FFF2-40B4-BE49-F238E27FC236}">
                  <a16:creationId xmlns:a16="http://schemas.microsoft.com/office/drawing/2014/main" id="{AE449FC9-4311-E308-F136-089486A1B69E}"/>
                </a:ext>
              </a:extLst>
            </p:cNvPr>
            <p:cNvSpPr/>
            <p:nvPr/>
          </p:nvSpPr>
          <p:spPr>
            <a:xfrm>
              <a:off x="8299287" y="4612597"/>
              <a:ext cx="10032" cy="5732"/>
            </a:xfrm>
            <a:custGeom>
              <a:avLst/>
              <a:gdLst>
                <a:gd name="csX0" fmla="*/ 5733 w 10032"/>
                <a:gd name="csY0" fmla="*/ 5733 h 5732"/>
                <a:gd name="csX1" fmla="*/ 3822 w 10032"/>
                <a:gd name="csY1" fmla="*/ 5733 h 5732"/>
                <a:gd name="csX2" fmla="*/ 2867 w 10032"/>
                <a:gd name="csY2" fmla="*/ 5733 h 5732"/>
                <a:gd name="csX3" fmla="*/ 1433 w 10032"/>
                <a:gd name="csY3" fmla="*/ 3822 h 5732"/>
                <a:gd name="csX4" fmla="*/ 1433 w 10032"/>
                <a:gd name="csY4" fmla="*/ 3344 h 5732"/>
                <a:gd name="csX5" fmla="*/ 0 w 10032"/>
                <a:gd name="csY5" fmla="*/ 2389 h 5732"/>
                <a:gd name="csX6" fmla="*/ 478 w 10032"/>
                <a:gd name="csY6" fmla="*/ 1433 h 5732"/>
                <a:gd name="csX7" fmla="*/ 1911 w 10032"/>
                <a:gd name="csY7" fmla="*/ 955 h 5732"/>
                <a:gd name="csX8" fmla="*/ 4777 w 10032"/>
                <a:gd name="csY8" fmla="*/ 0 h 5732"/>
                <a:gd name="csX9" fmla="*/ 9555 w 10032"/>
                <a:gd name="csY9" fmla="*/ 1911 h 5732"/>
                <a:gd name="csX10" fmla="*/ 10033 w 10032"/>
                <a:gd name="csY10" fmla="*/ 2389 h 5732"/>
                <a:gd name="csX11" fmla="*/ 8599 w 10032"/>
                <a:gd name="csY11" fmla="*/ 2866 h 5732"/>
                <a:gd name="csX12" fmla="*/ 7644 w 10032"/>
                <a:gd name="csY12" fmla="*/ 4777 h 5732"/>
                <a:gd name="csX13" fmla="*/ 5733 w 10032"/>
                <a:gd name="csY13" fmla="*/ 5733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0032" h="5732">
                  <a:moveTo>
                    <a:pt x="5733" y="5733"/>
                  </a:moveTo>
                  <a:lnTo>
                    <a:pt x="3822" y="5733"/>
                  </a:lnTo>
                  <a:lnTo>
                    <a:pt x="2867" y="5733"/>
                  </a:lnTo>
                  <a:lnTo>
                    <a:pt x="1433" y="3822"/>
                  </a:lnTo>
                  <a:lnTo>
                    <a:pt x="1433" y="3344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1911" y="955"/>
                  </a:lnTo>
                  <a:lnTo>
                    <a:pt x="4777" y="0"/>
                  </a:lnTo>
                  <a:lnTo>
                    <a:pt x="9555" y="1911"/>
                  </a:lnTo>
                  <a:lnTo>
                    <a:pt x="10033" y="2389"/>
                  </a:lnTo>
                  <a:lnTo>
                    <a:pt x="8599" y="2866"/>
                  </a:lnTo>
                  <a:lnTo>
                    <a:pt x="7644" y="4777"/>
                  </a:lnTo>
                  <a:lnTo>
                    <a:pt x="5733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7" name="Freeform 5236">
              <a:extLst>
                <a:ext uri="{FF2B5EF4-FFF2-40B4-BE49-F238E27FC236}">
                  <a16:creationId xmlns:a16="http://schemas.microsoft.com/office/drawing/2014/main" id="{EAB8BD67-4F5C-CF19-23E7-63CDE0F86113}"/>
                </a:ext>
              </a:extLst>
            </p:cNvPr>
            <p:cNvSpPr/>
            <p:nvPr/>
          </p:nvSpPr>
          <p:spPr>
            <a:xfrm>
              <a:off x="8280656" y="4624063"/>
              <a:ext cx="10987" cy="4299"/>
            </a:xfrm>
            <a:custGeom>
              <a:avLst/>
              <a:gdLst>
                <a:gd name="csX0" fmla="*/ 5733 w 10987"/>
                <a:gd name="csY0" fmla="*/ 478 h 4299"/>
                <a:gd name="csX1" fmla="*/ 6688 w 10987"/>
                <a:gd name="csY1" fmla="*/ 1911 h 4299"/>
                <a:gd name="csX2" fmla="*/ 8121 w 10987"/>
                <a:gd name="csY2" fmla="*/ 1433 h 4299"/>
                <a:gd name="csX3" fmla="*/ 10510 w 10987"/>
                <a:gd name="csY3" fmla="*/ 1911 h 4299"/>
                <a:gd name="csX4" fmla="*/ 10987 w 10987"/>
                <a:gd name="csY4" fmla="*/ 2389 h 4299"/>
                <a:gd name="csX5" fmla="*/ 10987 w 10987"/>
                <a:gd name="csY5" fmla="*/ 2867 h 4299"/>
                <a:gd name="csX6" fmla="*/ 8599 w 10987"/>
                <a:gd name="csY6" fmla="*/ 4300 h 4299"/>
                <a:gd name="csX7" fmla="*/ 7166 w 10987"/>
                <a:gd name="csY7" fmla="*/ 2867 h 4299"/>
                <a:gd name="csX8" fmla="*/ 4299 w 10987"/>
                <a:gd name="csY8" fmla="*/ 3822 h 4299"/>
                <a:gd name="csX9" fmla="*/ 2866 w 10987"/>
                <a:gd name="csY9" fmla="*/ 3344 h 4299"/>
                <a:gd name="csX10" fmla="*/ 1433 w 10987"/>
                <a:gd name="csY10" fmla="*/ 3822 h 4299"/>
                <a:gd name="csX11" fmla="*/ 0 w 10987"/>
                <a:gd name="csY11" fmla="*/ 2867 h 4299"/>
                <a:gd name="csX12" fmla="*/ 478 w 10987"/>
                <a:gd name="csY12" fmla="*/ 1911 h 4299"/>
                <a:gd name="csX13" fmla="*/ 3344 w 10987"/>
                <a:gd name="csY13" fmla="*/ 0 h 4299"/>
                <a:gd name="csX14" fmla="*/ 5733 w 10987"/>
                <a:gd name="csY14" fmla="*/ 478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0987" h="4299">
                  <a:moveTo>
                    <a:pt x="5733" y="478"/>
                  </a:moveTo>
                  <a:lnTo>
                    <a:pt x="6688" y="1911"/>
                  </a:lnTo>
                  <a:lnTo>
                    <a:pt x="8121" y="1433"/>
                  </a:lnTo>
                  <a:lnTo>
                    <a:pt x="10510" y="1911"/>
                  </a:lnTo>
                  <a:lnTo>
                    <a:pt x="10987" y="2389"/>
                  </a:lnTo>
                  <a:lnTo>
                    <a:pt x="10987" y="2867"/>
                  </a:lnTo>
                  <a:lnTo>
                    <a:pt x="8599" y="4300"/>
                  </a:lnTo>
                  <a:lnTo>
                    <a:pt x="7166" y="2867"/>
                  </a:lnTo>
                  <a:lnTo>
                    <a:pt x="4299" y="3822"/>
                  </a:lnTo>
                  <a:lnTo>
                    <a:pt x="2866" y="3344"/>
                  </a:lnTo>
                  <a:lnTo>
                    <a:pt x="1433" y="3822"/>
                  </a:lnTo>
                  <a:lnTo>
                    <a:pt x="0" y="2867"/>
                  </a:lnTo>
                  <a:lnTo>
                    <a:pt x="478" y="1911"/>
                  </a:lnTo>
                  <a:lnTo>
                    <a:pt x="3344" y="0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8" name="Freeform 5237">
              <a:extLst>
                <a:ext uri="{FF2B5EF4-FFF2-40B4-BE49-F238E27FC236}">
                  <a16:creationId xmlns:a16="http://schemas.microsoft.com/office/drawing/2014/main" id="{36A4EF66-FCF4-1055-00E0-6BCB4567C742}"/>
                </a:ext>
              </a:extLst>
            </p:cNvPr>
            <p:cNvSpPr/>
            <p:nvPr/>
          </p:nvSpPr>
          <p:spPr>
            <a:xfrm>
              <a:off x="8260113" y="4637917"/>
              <a:ext cx="8121" cy="5254"/>
            </a:xfrm>
            <a:custGeom>
              <a:avLst/>
              <a:gdLst>
                <a:gd name="csX0" fmla="*/ 8121 w 8121"/>
                <a:gd name="csY0" fmla="*/ 1433 h 5254"/>
                <a:gd name="csX1" fmla="*/ 7644 w 8121"/>
                <a:gd name="csY1" fmla="*/ 2866 h 5254"/>
                <a:gd name="csX2" fmla="*/ 7166 w 8121"/>
                <a:gd name="csY2" fmla="*/ 3344 h 5254"/>
                <a:gd name="csX3" fmla="*/ 6211 w 8121"/>
                <a:gd name="csY3" fmla="*/ 2866 h 5254"/>
                <a:gd name="csX4" fmla="*/ 5733 w 8121"/>
                <a:gd name="csY4" fmla="*/ 2389 h 5254"/>
                <a:gd name="csX5" fmla="*/ 5255 w 8121"/>
                <a:gd name="csY5" fmla="*/ 3344 h 5254"/>
                <a:gd name="csX6" fmla="*/ 3822 w 8121"/>
                <a:gd name="csY6" fmla="*/ 3344 h 5254"/>
                <a:gd name="csX7" fmla="*/ 2389 w 8121"/>
                <a:gd name="csY7" fmla="*/ 4777 h 5254"/>
                <a:gd name="csX8" fmla="*/ 955 w 8121"/>
                <a:gd name="csY8" fmla="*/ 5255 h 5254"/>
                <a:gd name="csX9" fmla="*/ 0 w 8121"/>
                <a:gd name="csY9" fmla="*/ 4777 h 5254"/>
                <a:gd name="csX10" fmla="*/ 0 w 8121"/>
                <a:gd name="csY10" fmla="*/ 3822 h 5254"/>
                <a:gd name="csX11" fmla="*/ 2866 w 8121"/>
                <a:gd name="csY11" fmla="*/ 1911 h 5254"/>
                <a:gd name="csX12" fmla="*/ 4777 w 8121"/>
                <a:gd name="csY12" fmla="*/ 1433 h 5254"/>
                <a:gd name="csX13" fmla="*/ 6688 w 8121"/>
                <a:gd name="csY13" fmla="*/ 0 h 5254"/>
                <a:gd name="csX14" fmla="*/ 7644 w 8121"/>
                <a:gd name="csY14" fmla="*/ 0 h 5254"/>
                <a:gd name="csX15" fmla="*/ 8121 w 8121"/>
                <a:gd name="csY15" fmla="*/ 956 h 5254"/>
                <a:gd name="csX16" fmla="*/ 8121 w 8121"/>
                <a:gd name="csY16" fmla="*/ 1433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121" h="5254">
                  <a:moveTo>
                    <a:pt x="8121" y="1433"/>
                  </a:moveTo>
                  <a:lnTo>
                    <a:pt x="7644" y="2866"/>
                  </a:lnTo>
                  <a:lnTo>
                    <a:pt x="7166" y="3344"/>
                  </a:lnTo>
                  <a:lnTo>
                    <a:pt x="6211" y="2866"/>
                  </a:lnTo>
                  <a:lnTo>
                    <a:pt x="5733" y="2389"/>
                  </a:lnTo>
                  <a:lnTo>
                    <a:pt x="5255" y="3344"/>
                  </a:lnTo>
                  <a:lnTo>
                    <a:pt x="3822" y="3344"/>
                  </a:lnTo>
                  <a:lnTo>
                    <a:pt x="2389" y="4777"/>
                  </a:lnTo>
                  <a:lnTo>
                    <a:pt x="955" y="5255"/>
                  </a:lnTo>
                  <a:lnTo>
                    <a:pt x="0" y="4777"/>
                  </a:lnTo>
                  <a:lnTo>
                    <a:pt x="0" y="3822"/>
                  </a:lnTo>
                  <a:lnTo>
                    <a:pt x="2866" y="1911"/>
                  </a:lnTo>
                  <a:lnTo>
                    <a:pt x="4777" y="1433"/>
                  </a:lnTo>
                  <a:lnTo>
                    <a:pt x="6688" y="0"/>
                  </a:lnTo>
                  <a:lnTo>
                    <a:pt x="7644" y="0"/>
                  </a:lnTo>
                  <a:lnTo>
                    <a:pt x="8121" y="956"/>
                  </a:lnTo>
                  <a:lnTo>
                    <a:pt x="812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9" name="Freeform 5238">
              <a:extLst>
                <a:ext uri="{FF2B5EF4-FFF2-40B4-BE49-F238E27FC236}">
                  <a16:creationId xmlns:a16="http://schemas.microsoft.com/office/drawing/2014/main" id="{EE41E2D6-4791-CFDC-2704-1E0CE5A6D2CC}"/>
                </a:ext>
              </a:extLst>
            </p:cNvPr>
            <p:cNvSpPr/>
            <p:nvPr/>
          </p:nvSpPr>
          <p:spPr>
            <a:xfrm>
              <a:off x="7090154" y="4012569"/>
              <a:ext cx="336321" cy="279949"/>
            </a:xfrm>
            <a:custGeom>
              <a:avLst/>
              <a:gdLst>
                <a:gd name="csX0" fmla="*/ 243642 w 336321"/>
                <a:gd name="csY0" fmla="*/ 166250 h 279949"/>
                <a:gd name="csX1" fmla="*/ 240298 w 336321"/>
                <a:gd name="csY1" fmla="*/ 171983 h 279949"/>
                <a:gd name="csX2" fmla="*/ 239342 w 336321"/>
                <a:gd name="csY2" fmla="*/ 172938 h 279949"/>
                <a:gd name="csX3" fmla="*/ 233610 w 336321"/>
                <a:gd name="csY3" fmla="*/ 175804 h 279949"/>
                <a:gd name="csX4" fmla="*/ 228355 w 336321"/>
                <a:gd name="csY4" fmla="*/ 178671 h 279949"/>
                <a:gd name="csX5" fmla="*/ 228355 w 336321"/>
                <a:gd name="csY5" fmla="*/ 178671 h 279949"/>
                <a:gd name="csX6" fmla="*/ 227399 w 336321"/>
                <a:gd name="csY6" fmla="*/ 180104 h 279949"/>
                <a:gd name="csX7" fmla="*/ 225966 w 336321"/>
                <a:gd name="csY7" fmla="*/ 182493 h 279949"/>
                <a:gd name="csX8" fmla="*/ 225010 w 336321"/>
                <a:gd name="csY8" fmla="*/ 185837 h 279949"/>
                <a:gd name="csX9" fmla="*/ 224055 w 336321"/>
                <a:gd name="csY9" fmla="*/ 187270 h 279949"/>
                <a:gd name="csX10" fmla="*/ 224055 w 336321"/>
                <a:gd name="csY10" fmla="*/ 187270 h 279949"/>
                <a:gd name="csX11" fmla="*/ 220233 w 336321"/>
                <a:gd name="csY11" fmla="*/ 190614 h 279949"/>
                <a:gd name="csX12" fmla="*/ 219278 w 336321"/>
                <a:gd name="csY12" fmla="*/ 193480 h 279949"/>
                <a:gd name="csX13" fmla="*/ 219278 w 336321"/>
                <a:gd name="csY13" fmla="*/ 193480 h 279949"/>
                <a:gd name="csX14" fmla="*/ 218800 w 336321"/>
                <a:gd name="csY14" fmla="*/ 194914 h 279949"/>
                <a:gd name="csX15" fmla="*/ 218800 w 336321"/>
                <a:gd name="csY15" fmla="*/ 194914 h 279949"/>
                <a:gd name="csX16" fmla="*/ 215934 w 336321"/>
                <a:gd name="csY16" fmla="*/ 195869 h 279949"/>
                <a:gd name="csX17" fmla="*/ 214978 w 336321"/>
                <a:gd name="csY17" fmla="*/ 196347 h 279949"/>
                <a:gd name="csX18" fmla="*/ 212112 w 336321"/>
                <a:gd name="csY18" fmla="*/ 196825 h 279949"/>
                <a:gd name="csX19" fmla="*/ 207335 w 336321"/>
                <a:gd name="csY19" fmla="*/ 197302 h 279949"/>
                <a:gd name="csX20" fmla="*/ 205901 w 336321"/>
                <a:gd name="csY20" fmla="*/ 197780 h 279949"/>
                <a:gd name="csX21" fmla="*/ 205424 w 336321"/>
                <a:gd name="csY21" fmla="*/ 197780 h 279949"/>
                <a:gd name="csX22" fmla="*/ 199214 w 336321"/>
                <a:gd name="csY22" fmla="*/ 200169 h 279949"/>
                <a:gd name="csX23" fmla="*/ 199214 w 336321"/>
                <a:gd name="csY23" fmla="*/ 200169 h 279949"/>
                <a:gd name="csX24" fmla="*/ 197780 w 336321"/>
                <a:gd name="csY24" fmla="*/ 200169 h 279949"/>
                <a:gd name="csX25" fmla="*/ 196347 w 336321"/>
                <a:gd name="csY25" fmla="*/ 199691 h 279949"/>
                <a:gd name="csX26" fmla="*/ 195391 w 336321"/>
                <a:gd name="csY26" fmla="*/ 199213 h 279949"/>
                <a:gd name="csX27" fmla="*/ 195391 w 336321"/>
                <a:gd name="csY27" fmla="*/ 199213 h 279949"/>
                <a:gd name="csX28" fmla="*/ 194436 w 336321"/>
                <a:gd name="csY28" fmla="*/ 197780 h 279949"/>
                <a:gd name="csX29" fmla="*/ 194436 w 336321"/>
                <a:gd name="csY29" fmla="*/ 195391 h 279949"/>
                <a:gd name="csX30" fmla="*/ 193003 w 336321"/>
                <a:gd name="csY30" fmla="*/ 194436 h 279949"/>
                <a:gd name="csX31" fmla="*/ 193003 w 336321"/>
                <a:gd name="csY31" fmla="*/ 194436 h 279949"/>
                <a:gd name="csX32" fmla="*/ 191569 w 336321"/>
                <a:gd name="csY32" fmla="*/ 193958 h 279949"/>
                <a:gd name="csX33" fmla="*/ 189659 w 336321"/>
                <a:gd name="csY33" fmla="*/ 193958 h 279949"/>
                <a:gd name="csX34" fmla="*/ 188226 w 336321"/>
                <a:gd name="csY34" fmla="*/ 194914 h 279949"/>
                <a:gd name="csX35" fmla="*/ 186792 w 336321"/>
                <a:gd name="csY35" fmla="*/ 195869 h 279949"/>
                <a:gd name="csX36" fmla="*/ 185837 w 336321"/>
                <a:gd name="csY36" fmla="*/ 196347 h 279949"/>
                <a:gd name="csX37" fmla="*/ 184882 w 336321"/>
                <a:gd name="csY37" fmla="*/ 197302 h 279949"/>
                <a:gd name="csX38" fmla="*/ 184403 w 336321"/>
                <a:gd name="csY38" fmla="*/ 197302 h 279949"/>
                <a:gd name="csX39" fmla="*/ 182971 w 336321"/>
                <a:gd name="csY39" fmla="*/ 200646 h 279949"/>
                <a:gd name="csX40" fmla="*/ 179626 w 336321"/>
                <a:gd name="csY40" fmla="*/ 204946 h 279949"/>
                <a:gd name="csX41" fmla="*/ 176282 w 336321"/>
                <a:gd name="csY41" fmla="*/ 208290 h 279949"/>
                <a:gd name="csX42" fmla="*/ 174849 w 336321"/>
                <a:gd name="csY42" fmla="*/ 209245 h 279949"/>
                <a:gd name="csX43" fmla="*/ 174371 w 336321"/>
                <a:gd name="csY43" fmla="*/ 210201 h 279949"/>
                <a:gd name="csX44" fmla="*/ 174371 w 336321"/>
                <a:gd name="csY44" fmla="*/ 210201 h 279949"/>
                <a:gd name="csX45" fmla="*/ 173416 w 336321"/>
                <a:gd name="csY45" fmla="*/ 211156 h 279949"/>
                <a:gd name="csX46" fmla="*/ 173416 w 336321"/>
                <a:gd name="csY46" fmla="*/ 211156 h 279949"/>
                <a:gd name="csX47" fmla="*/ 172460 w 336321"/>
                <a:gd name="csY47" fmla="*/ 212112 h 279949"/>
                <a:gd name="csX48" fmla="*/ 172460 w 336321"/>
                <a:gd name="csY48" fmla="*/ 212112 h 279949"/>
                <a:gd name="csX49" fmla="*/ 171505 w 336321"/>
                <a:gd name="csY49" fmla="*/ 215456 h 279949"/>
                <a:gd name="csX50" fmla="*/ 171027 w 336321"/>
                <a:gd name="csY50" fmla="*/ 218800 h 279949"/>
                <a:gd name="csX51" fmla="*/ 171505 w 336321"/>
                <a:gd name="csY51" fmla="*/ 219278 h 279949"/>
                <a:gd name="csX52" fmla="*/ 171983 w 336321"/>
                <a:gd name="csY52" fmla="*/ 219756 h 279949"/>
                <a:gd name="csX53" fmla="*/ 173894 w 336321"/>
                <a:gd name="csY53" fmla="*/ 220711 h 279949"/>
                <a:gd name="csX54" fmla="*/ 176760 w 336321"/>
                <a:gd name="csY54" fmla="*/ 222144 h 279949"/>
                <a:gd name="csX55" fmla="*/ 180104 w 336321"/>
                <a:gd name="csY55" fmla="*/ 223100 h 279949"/>
                <a:gd name="csX56" fmla="*/ 180104 w 336321"/>
                <a:gd name="csY56" fmla="*/ 223100 h 279949"/>
                <a:gd name="csX57" fmla="*/ 182971 w 336321"/>
                <a:gd name="csY57" fmla="*/ 223100 h 279949"/>
                <a:gd name="csX58" fmla="*/ 183926 w 336321"/>
                <a:gd name="csY58" fmla="*/ 224055 h 279949"/>
                <a:gd name="csX59" fmla="*/ 184882 w 336321"/>
                <a:gd name="csY59" fmla="*/ 224533 h 279949"/>
                <a:gd name="csX60" fmla="*/ 184882 w 336321"/>
                <a:gd name="csY60" fmla="*/ 225488 h 279949"/>
                <a:gd name="csX61" fmla="*/ 184882 w 336321"/>
                <a:gd name="csY61" fmla="*/ 227877 h 279949"/>
                <a:gd name="csX62" fmla="*/ 184403 w 336321"/>
                <a:gd name="csY62" fmla="*/ 230743 h 279949"/>
                <a:gd name="csX63" fmla="*/ 183448 w 336321"/>
                <a:gd name="csY63" fmla="*/ 233610 h 279949"/>
                <a:gd name="csX64" fmla="*/ 183448 w 336321"/>
                <a:gd name="csY64" fmla="*/ 233610 h 279949"/>
                <a:gd name="csX65" fmla="*/ 183448 w 336321"/>
                <a:gd name="csY65" fmla="*/ 235043 h 279949"/>
                <a:gd name="csX66" fmla="*/ 183926 w 336321"/>
                <a:gd name="csY66" fmla="*/ 236954 h 279949"/>
                <a:gd name="csX67" fmla="*/ 183926 w 336321"/>
                <a:gd name="csY67" fmla="*/ 236954 h 279949"/>
                <a:gd name="csX68" fmla="*/ 187270 w 336321"/>
                <a:gd name="csY68" fmla="*/ 240776 h 279949"/>
                <a:gd name="csX69" fmla="*/ 188226 w 336321"/>
                <a:gd name="csY69" fmla="*/ 241253 h 279949"/>
                <a:gd name="csX70" fmla="*/ 190614 w 336321"/>
                <a:gd name="csY70" fmla="*/ 241253 h 279949"/>
                <a:gd name="csX71" fmla="*/ 192048 w 336321"/>
                <a:gd name="csY71" fmla="*/ 241253 h 279949"/>
                <a:gd name="csX72" fmla="*/ 193003 w 336321"/>
                <a:gd name="csY72" fmla="*/ 240776 h 279949"/>
                <a:gd name="csX73" fmla="*/ 193003 w 336321"/>
                <a:gd name="csY73" fmla="*/ 240776 h 279949"/>
                <a:gd name="csX74" fmla="*/ 193958 w 336321"/>
                <a:gd name="csY74" fmla="*/ 241253 h 279949"/>
                <a:gd name="csX75" fmla="*/ 194436 w 336321"/>
                <a:gd name="csY75" fmla="*/ 241731 h 279949"/>
                <a:gd name="csX76" fmla="*/ 194914 w 336321"/>
                <a:gd name="csY76" fmla="*/ 242687 h 279949"/>
                <a:gd name="csX77" fmla="*/ 194914 w 336321"/>
                <a:gd name="csY77" fmla="*/ 246509 h 279949"/>
                <a:gd name="csX78" fmla="*/ 195869 w 336321"/>
                <a:gd name="csY78" fmla="*/ 248419 h 279949"/>
                <a:gd name="csX79" fmla="*/ 197780 w 336321"/>
                <a:gd name="csY79" fmla="*/ 250808 h 279949"/>
                <a:gd name="csX80" fmla="*/ 199214 w 336321"/>
                <a:gd name="csY80" fmla="*/ 253675 h 279949"/>
                <a:gd name="csX81" fmla="*/ 200646 w 336321"/>
                <a:gd name="csY81" fmla="*/ 257018 h 279949"/>
                <a:gd name="csX82" fmla="*/ 202080 w 336321"/>
                <a:gd name="csY82" fmla="*/ 259885 h 279949"/>
                <a:gd name="csX83" fmla="*/ 202557 w 336321"/>
                <a:gd name="csY83" fmla="*/ 261318 h 279949"/>
                <a:gd name="csX84" fmla="*/ 201602 w 336321"/>
                <a:gd name="csY84" fmla="*/ 261796 h 279949"/>
                <a:gd name="csX85" fmla="*/ 201124 w 336321"/>
                <a:gd name="csY85" fmla="*/ 262751 h 279949"/>
                <a:gd name="csX86" fmla="*/ 201124 w 336321"/>
                <a:gd name="csY86" fmla="*/ 263707 h 279949"/>
                <a:gd name="csX87" fmla="*/ 201124 w 336321"/>
                <a:gd name="csY87" fmla="*/ 264662 h 279949"/>
                <a:gd name="csX88" fmla="*/ 201124 w 336321"/>
                <a:gd name="csY88" fmla="*/ 265140 h 279949"/>
                <a:gd name="csX89" fmla="*/ 201602 w 336321"/>
                <a:gd name="csY89" fmla="*/ 266095 h 279949"/>
                <a:gd name="csX90" fmla="*/ 202557 w 336321"/>
                <a:gd name="csY90" fmla="*/ 266573 h 279949"/>
                <a:gd name="csX91" fmla="*/ 202557 w 336321"/>
                <a:gd name="csY91" fmla="*/ 267051 h 279949"/>
                <a:gd name="csX92" fmla="*/ 201124 w 336321"/>
                <a:gd name="csY92" fmla="*/ 267529 h 279949"/>
                <a:gd name="csX93" fmla="*/ 200169 w 336321"/>
                <a:gd name="csY93" fmla="*/ 267529 h 279949"/>
                <a:gd name="csX94" fmla="*/ 199214 w 336321"/>
                <a:gd name="csY94" fmla="*/ 268006 h 279949"/>
                <a:gd name="csX95" fmla="*/ 197780 w 336321"/>
                <a:gd name="csY95" fmla="*/ 269440 h 279949"/>
                <a:gd name="csX96" fmla="*/ 196825 w 336321"/>
                <a:gd name="csY96" fmla="*/ 269917 h 279949"/>
                <a:gd name="csX97" fmla="*/ 195869 w 336321"/>
                <a:gd name="csY97" fmla="*/ 269917 h 279949"/>
                <a:gd name="csX98" fmla="*/ 194914 w 336321"/>
                <a:gd name="csY98" fmla="*/ 269917 h 279949"/>
                <a:gd name="csX99" fmla="*/ 193480 w 336321"/>
                <a:gd name="csY99" fmla="*/ 269440 h 279949"/>
                <a:gd name="csX100" fmla="*/ 193003 w 336321"/>
                <a:gd name="csY100" fmla="*/ 269440 h 279949"/>
                <a:gd name="csX101" fmla="*/ 193003 w 336321"/>
                <a:gd name="csY101" fmla="*/ 268484 h 279949"/>
                <a:gd name="csX102" fmla="*/ 193003 w 336321"/>
                <a:gd name="csY102" fmla="*/ 267051 h 279949"/>
                <a:gd name="csX103" fmla="*/ 192525 w 336321"/>
                <a:gd name="csY103" fmla="*/ 266573 h 279949"/>
                <a:gd name="csX104" fmla="*/ 191569 w 336321"/>
                <a:gd name="csY104" fmla="*/ 266573 h 279949"/>
                <a:gd name="csX105" fmla="*/ 187270 w 336321"/>
                <a:gd name="csY105" fmla="*/ 268006 h 279949"/>
                <a:gd name="csX106" fmla="*/ 183926 w 336321"/>
                <a:gd name="csY106" fmla="*/ 268962 h 279949"/>
                <a:gd name="csX107" fmla="*/ 183926 w 336321"/>
                <a:gd name="csY107" fmla="*/ 268962 h 279949"/>
                <a:gd name="csX108" fmla="*/ 182971 w 336321"/>
                <a:gd name="csY108" fmla="*/ 269917 h 279949"/>
                <a:gd name="csX109" fmla="*/ 182971 w 336321"/>
                <a:gd name="csY109" fmla="*/ 269917 h 279949"/>
                <a:gd name="csX110" fmla="*/ 182015 w 336321"/>
                <a:gd name="csY110" fmla="*/ 270873 h 279949"/>
                <a:gd name="csX111" fmla="*/ 180582 w 336321"/>
                <a:gd name="csY111" fmla="*/ 271350 h 279949"/>
                <a:gd name="csX112" fmla="*/ 177716 w 336321"/>
                <a:gd name="csY112" fmla="*/ 271350 h 279949"/>
                <a:gd name="csX113" fmla="*/ 176282 w 336321"/>
                <a:gd name="csY113" fmla="*/ 271350 h 279949"/>
                <a:gd name="csX114" fmla="*/ 174371 w 336321"/>
                <a:gd name="csY114" fmla="*/ 270395 h 279949"/>
                <a:gd name="csX115" fmla="*/ 174371 w 336321"/>
                <a:gd name="csY115" fmla="*/ 270395 h 279949"/>
                <a:gd name="csX116" fmla="*/ 172938 w 336321"/>
                <a:gd name="csY116" fmla="*/ 269440 h 279949"/>
                <a:gd name="csX117" fmla="*/ 170550 w 336321"/>
                <a:gd name="csY117" fmla="*/ 269440 h 279949"/>
                <a:gd name="csX118" fmla="*/ 166728 w 336321"/>
                <a:gd name="csY118" fmla="*/ 269440 h 279949"/>
                <a:gd name="csX119" fmla="*/ 164339 w 336321"/>
                <a:gd name="csY119" fmla="*/ 269440 h 279949"/>
                <a:gd name="csX120" fmla="*/ 162906 w 336321"/>
                <a:gd name="csY120" fmla="*/ 268962 h 279949"/>
                <a:gd name="csX121" fmla="*/ 162906 w 336321"/>
                <a:gd name="csY121" fmla="*/ 268962 h 279949"/>
                <a:gd name="csX122" fmla="*/ 161473 w 336321"/>
                <a:gd name="csY122" fmla="*/ 269440 h 279949"/>
                <a:gd name="csX123" fmla="*/ 160039 w 336321"/>
                <a:gd name="csY123" fmla="*/ 268962 h 279949"/>
                <a:gd name="csX124" fmla="*/ 159084 w 336321"/>
                <a:gd name="csY124" fmla="*/ 269440 h 279949"/>
                <a:gd name="csX125" fmla="*/ 158607 w 336321"/>
                <a:gd name="csY125" fmla="*/ 269440 h 279949"/>
                <a:gd name="csX126" fmla="*/ 158607 w 336321"/>
                <a:gd name="csY126" fmla="*/ 269440 h 279949"/>
                <a:gd name="csX127" fmla="*/ 158128 w 336321"/>
                <a:gd name="csY127" fmla="*/ 268484 h 279949"/>
                <a:gd name="csX128" fmla="*/ 157651 w 336321"/>
                <a:gd name="csY128" fmla="*/ 268484 h 279949"/>
                <a:gd name="csX129" fmla="*/ 157173 w 336321"/>
                <a:gd name="csY129" fmla="*/ 268962 h 279949"/>
                <a:gd name="csX130" fmla="*/ 156695 w 336321"/>
                <a:gd name="csY130" fmla="*/ 268962 h 279949"/>
                <a:gd name="csX131" fmla="*/ 156695 w 336321"/>
                <a:gd name="csY131" fmla="*/ 268962 h 279949"/>
                <a:gd name="csX132" fmla="*/ 156695 w 336321"/>
                <a:gd name="csY132" fmla="*/ 269440 h 279949"/>
                <a:gd name="csX133" fmla="*/ 156218 w 336321"/>
                <a:gd name="csY133" fmla="*/ 275650 h 279949"/>
                <a:gd name="csX134" fmla="*/ 153829 w 336321"/>
                <a:gd name="csY134" fmla="*/ 275650 h 279949"/>
                <a:gd name="csX135" fmla="*/ 151918 w 336321"/>
                <a:gd name="csY135" fmla="*/ 275650 h 279949"/>
                <a:gd name="csX136" fmla="*/ 149530 w 336321"/>
                <a:gd name="csY136" fmla="*/ 275650 h 279949"/>
                <a:gd name="csX137" fmla="*/ 147619 w 336321"/>
                <a:gd name="csY137" fmla="*/ 276128 h 279949"/>
                <a:gd name="csX138" fmla="*/ 146663 w 336321"/>
                <a:gd name="csY138" fmla="*/ 276605 h 279949"/>
                <a:gd name="csX139" fmla="*/ 145230 w 336321"/>
                <a:gd name="csY139" fmla="*/ 277561 h 279949"/>
                <a:gd name="csX140" fmla="*/ 145230 w 336321"/>
                <a:gd name="csY140" fmla="*/ 277561 h 279949"/>
                <a:gd name="csX141" fmla="*/ 145230 w 336321"/>
                <a:gd name="csY141" fmla="*/ 278994 h 279949"/>
                <a:gd name="csX142" fmla="*/ 144275 w 336321"/>
                <a:gd name="csY142" fmla="*/ 279950 h 279949"/>
                <a:gd name="csX143" fmla="*/ 143319 w 336321"/>
                <a:gd name="csY143" fmla="*/ 278516 h 279949"/>
                <a:gd name="csX144" fmla="*/ 142841 w 336321"/>
                <a:gd name="csY144" fmla="*/ 278039 h 279949"/>
                <a:gd name="csX145" fmla="*/ 142364 w 336321"/>
                <a:gd name="csY145" fmla="*/ 278516 h 279949"/>
                <a:gd name="csX146" fmla="*/ 140930 w 336321"/>
                <a:gd name="csY146" fmla="*/ 278516 h 279949"/>
                <a:gd name="csX147" fmla="*/ 139497 w 336321"/>
                <a:gd name="csY147" fmla="*/ 276605 h 279949"/>
                <a:gd name="csX148" fmla="*/ 138542 w 336321"/>
                <a:gd name="csY148" fmla="*/ 278516 h 279949"/>
                <a:gd name="csX149" fmla="*/ 135675 w 336321"/>
                <a:gd name="csY149" fmla="*/ 278516 h 279949"/>
                <a:gd name="csX150" fmla="*/ 135198 w 336321"/>
                <a:gd name="csY150" fmla="*/ 277561 h 279949"/>
                <a:gd name="csX151" fmla="*/ 135198 w 336321"/>
                <a:gd name="csY151" fmla="*/ 276605 h 279949"/>
                <a:gd name="csX152" fmla="*/ 133287 w 336321"/>
                <a:gd name="csY152" fmla="*/ 277083 h 279949"/>
                <a:gd name="csX153" fmla="*/ 132331 w 336321"/>
                <a:gd name="csY153" fmla="*/ 276128 h 279949"/>
                <a:gd name="csX154" fmla="*/ 131853 w 336321"/>
                <a:gd name="csY154" fmla="*/ 274694 h 279949"/>
                <a:gd name="csX155" fmla="*/ 131376 w 336321"/>
                <a:gd name="csY155" fmla="*/ 274217 h 279949"/>
                <a:gd name="csX156" fmla="*/ 130898 w 336321"/>
                <a:gd name="csY156" fmla="*/ 273739 h 279949"/>
                <a:gd name="csX157" fmla="*/ 129465 w 336321"/>
                <a:gd name="csY157" fmla="*/ 273261 h 279949"/>
                <a:gd name="csX158" fmla="*/ 128509 w 336321"/>
                <a:gd name="csY158" fmla="*/ 271350 h 279949"/>
                <a:gd name="csX159" fmla="*/ 128509 w 336321"/>
                <a:gd name="csY159" fmla="*/ 269440 h 279949"/>
                <a:gd name="csX160" fmla="*/ 128032 w 336321"/>
                <a:gd name="csY160" fmla="*/ 267529 h 279949"/>
                <a:gd name="csX161" fmla="*/ 125643 w 336321"/>
                <a:gd name="csY161" fmla="*/ 259885 h 279949"/>
                <a:gd name="csX162" fmla="*/ 124210 w 336321"/>
                <a:gd name="csY162" fmla="*/ 258929 h 279949"/>
                <a:gd name="csX163" fmla="*/ 116566 w 336321"/>
                <a:gd name="csY163" fmla="*/ 257974 h 279949"/>
                <a:gd name="csX164" fmla="*/ 116088 w 336321"/>
                <a:gd name="csY164" fmla="*/ 256541 h 279949"/>
                <a:gd name="csX165" fmla="*/ 116566 w 336321"/>
                <a:gd name="csY165" fmla="*/ 252719 h 279949"/>
                <a:gd name="csX166" fmla="*/ 116088 w 336321"/>
                <a:gd name="csY166" fmla="*/ 250330 h 279949"/>
                <a:gd name="csX167" fmla="*/ 113700 w 336321"/>
                <a:gd name="csY167" fmla="*/ 247464 h 279949"/>
                <a:gd name="csX168" fmla="*/ 113222 w 336321"/>
                <a:gd name="csY168" fmla="*/ 245553 h 279949"/>
                <a:gd name="csX169" fmla="*/ 110834 w 336321"/>
                <a:gd name="csY169" fmla="*/ 243642 h 279949"/>
                <a:gd name="csX170" fmla="*/ 108923 w 336321"/>
                <a:gd name="csY170" fmla="*/ 243164 h 279949"/>
                <a:gd name="csX171" fmla="*/ 107012 w 336321"/>
                <a:gd name="csY171" fmla="*/ 243164 h 279949"/>
                <a:gd name="csX172" fmla="*/ 105578 w 336321"/>
                <a:gd name="csY172" fmla="*/ 244120 h 279949"/>
                <a:gd name="csX173" fmla="*/ 105100 w 336321"/>
                <a:gd name="csY173" fmla="*/ 245075 h 279949"/>
                <a:gd name="csX174" fmla="*/ 109400 w 336321"/>
                <a:gd name="csY174" fmla="*/ 244598 h 279949"/>
                <a:gd name="csX175" fmla="*/ 110355 w 336321"/>
                <a:gd name="csY175" fmla="*/ 245075 h 279949"/>
                <a:gd name="csX176" fmla="*/ 111789 w 336321"/>
                <a:gd name="csY176" fmla="*/ 246031 h 279949"/>
                <a:gd name="csX177" fmla="*/ 110355 w 336321"/>
                <a:gd name="csY177" fmla="*/ 246031 h 279949"/>
                <a:gd name="csX178" fmla="*/ 108923 w 336321"/>
                <a:gd name="csY178" fmla="*/ 245553 h 279949"/>
                <a:gd name="csX179" fmla="*/ 107012 w 336321"/>
                <a:gd name="csY179" fmla="*/ 245553 h 279949"/>
                <a:gd name="csX180" fmla="*/ 100323 w 336321"/>
                <a:gd name="csY180" fmla="*/ 246509 h 279949"/>
                <a:gd name="csX181" fmla="*/ 96024 w 336321"/>
                <a:gd name="csY181" fmla="*/ 247942 h 279949"/>
                <a:gd name="csX182" fmla="*/ 90769 w 336321"/>
                <a:gd name="csY182" fmla="*/ 247464 h 279949"/>
                <a:gd name="csX183" fmla="*/ 83603 w 336321"/>
                <a:gd name="csY183" fmla="*/ 248897 h 279949"/>
                <a:gd name="csX184" fmla="*/ 78348 w 336321"/>
                <a:gd name="csY184" fmla="*/ 248897 h 279949"/>
                <a:gd name="csX185" fmla="*/ 75959 w 336321"/>
                <a:gd name="csY185" fmla="*/ 251286 h 279949"/>
                <a:gd name="csX186" fmla="*/ 74526 w 336321"/>
                <a:gd name="csY186" fmla="*/ 250808 h 279949"/>
                <a:gd name="csX187" fmla="*/ 73570 w 336321"/>
                <a:gd name="csY187" fmla="*/ 250330 h 279949"/>
                <a:gd name="csX188" fmla="*/ 65927 w 336321"/>
                <a:gd name="csY188" fmla="*/ 248419 h 279949"/>
                <a:gd name="csX189" fmla="*/ 65449 w 336321"/>
                <a:gd name="csY189" fmla="*/ 247464 h 279949"/>
                <a:gd name="csX190" fmla="*/ 64016 w 336321"/>
                <a:gd name="csY190" fmla="*/ 246986 h 279949"/>
                <a:gd name="csX191" fmla="*/ 62582 w 336321"/>
                <a:gd name="csY191" fmla="*/ 247942 h 279949"/>
                <a:gd name="csX192" fmla="*/ 61627 w 336321"/>
                <a:gd name="csY192" fmla="*/ 247942 h 279949"/>
                <a:gd name="csX193" fmla="*/ 57328 w 336321"/>
                <a:gd name="csY193" fmla="*/ 247464 h 279949"/>
                <a:gd name="csX194" fmla="*/ 53984 w 336321"/>
                <a:gd name="csY194" fmla="*/ 247942 h 279949"/>
                <a:gd name="csX195" fmla="*/ 53028 w 336321"/>
                <a:gd name="csY195" fmla="*/ 248897 h 279949"/>
                <a:gd name="csX196" fmla="*/ 52550 w 336321"/>
                <a:gd name="csY196" fmla="*/ 250808 h 279949"/>
                <a:gd name="csX197" fmla="*/ 48729 w 336321"/>
                <a:gd name="csY197" fmla="*/ 250330 h 279949"/>
                <a:gd name="csX198" fmla="*/ 46340 w 336321"/>
                <a:gd name="csY198" fmla="*/ 249852 h 279949"/>
                <a:gd name="csX199" fmla="*/ 42996 w 336321"/>
                <a:gd name="csY199" fmla="*/ 250330 h 279949"/>
                <a:gd name="csX200" fmla="*/ 36307 w 336321"/>
                <a:gd name="csY200" fmla="*/ 249852 h 279949"/>
                <a:gd name="csX201" fmla="*/ 34397 w 336321"/>
                <a:gd name="csY201" fmla="*/ 249852 h 279949"/>
                <a:gd name="csX202" fmla="*/ 32008 w 336321"/>
                <a:gd name="csY202" fmla="*/ 251286 h 279949"/>
                <a:gd name="csX203" fmla="*/ 31052 w 336321"/>
                <a:gd name="csY203" fmla="*/ 251763 h 279949"/>
                <a:gd name="csX204" fmla="*/ 29620 w 336321"/>
                <a:gd name="csY204" fmla="*/ 252241 h 279949"/>
                <a:gd name="csX205" fmla="*/ 28186 w 336321"/>
                <a:gd name="csY205" fmla="*/ 251286 h 279949"/>
                <a:gd name="csX206" fmla="*/ 27231 w 336321"/>
                <a:gd name="csY206" fmla="*/ 250330 h 279949"/>
                <a:gd name="csX207" fmla="*/ 26275 w 336321"/>
                <a:gd name="csY207" fmla="*/ 250808 h 279949"/>
                <a:gd name="csX208" fmla="*/ 24842 w 336321"/>
                <a:gd name="csY208" fmla="*/ 251763 h 279949"/>
                <a:gd name="csX209" fmla="*/ 21498 w 336321"/>
                <a:gd name="csY209" fmla="*/ 252241 h 279949"/>
                <a:gd name="csX210" fmla="*/ 18154 w 336321"/>
                <a:gd name="csY210" fmla="*/ 252241 h 279949"/>
                <a:gd name="csX211" fmla="*/ 14332 w 336321"/>
                <a:gd name="csY211" fmla="*/ 251286 h 279949"/>
                <a:gd name="csX212" fmla="*/ 14809 w 336321"/>
                <a:gd name="csY212" fmla="*/ 250808 h 279949"/>
                <a:gd name="csX213" fmla="*/ 15288 w 336321"/>
                <a:gd name="csY213" fmla="*/ 249375 h 279949"/>
                <a:gd name="csX214" fmla="*/ 15765 w 336321"/>
                <a:gd name="csY214" fmla="*/ 243164 h 279949"/>
                <a:gd name="csX215" fmla="*/ 16721 w 336321"/>
                <a:gd name="csY215" fmla="*/ 241253 h 279949"/>
                <a:gd name="csX216" fmla="*/ 16243 w 336321"/>
                <a:gd name="csY216" fmla="*/ 239820 h 279949"/>
                <a:gd name="csX217" fmla="*/ 16721 w 336321"/>
                <a:gd name="csY217" fmla="*/ 239820 h 279949"/>
                <a:gd name="csX218" fmla="*/ 16721 w 336321"/>
                <a:gd name="csY218" fmla="*/ 239820 h 279949"/>
                <a:gd name="csX219" fmla="*/ 18154 w 336321"/>
                <a:gd name="csY219" fmla="*/ 238387 h 279949"/>
                <a:gd name="csX220" fmla="*/ 18154 w 336321"/>
                <a:gd name="csY220" fmla="*/ 237909 h 279949"/>
                <a:gd name="csX221" fmla="*/ 18632 w 336321"/>
                <a:gd name="csY221" fmla="*/ 235043 h 279949"/>
                <a:gd name="csX222" fmla="*/ 19109 w 336321"/>
                <a:gd name="csY222" fmla="*/ 231699 h 279949"/>
                <a:gd name="csX223" fmla="*/ 20065 w 336321"/>
                <a:gd name="csY223" fmla="*/ 230266 h 279949"/>
                <a:gd name="csX224" fmla="*/ 20065 w 336321"/>
                <a:gd name="csY224" fmla="*/ 230266 h 279949"/>
                <a:gd name="csX225" fmla="*/ 20543 w 336321"/>
                <a:gd name="csY225" fmla="*/ 230266 h 279949"/>
                <a:gd name="csX226" fmla="*/ 24842 w 336321"/>
                <a:gd name="csY226" fmla="*/ 228355 h 279949"/>
                <a:gd name="csX227" fmla="*/ 25798 w 336321"/>
                <a:gd name="csY227" fmla="*/ 227399 h 279949"/>
                <a:gd name="csX228" fmla="*/ 27709 w 336321"/>
                <a:gd name="csY228" fmla="*/ 227877 h 279949"/>
                <a:gd name="csX229" fmla="*/ 28186 w 336321"/>
                <a:gd name="csY229" fmla="*/ 227399 h 279949"/>
                <a:gd name="csX230" fmla="*/ 28186 w 336321"/>
                <a:gd name="csY230" fmla="*/ 226444 h 279949"/>
                <a:gd name="csX231" fmla="*/ 29141 w 336321"/>
                <a:gd name="csY231" fmla="*/ 225011 h 279949"/>
                <a:gd name="csX232" fmla="*/ 29141 w 336321"/>
                <a:gd name="csY232" fmla="*/ 225011 h 279949"/>
                <a:gd name="csX233" fmla="*/ 30575 w 336321"/>
                <a:gd name="csY233" fmla="*/ 224055 h 279949"/>
                <a:gd name="csX234" fmla="*/ 32008 w 336321"/>
                <a:gd name="csY234" fmla="*/ 223577 h 279949"/>
                <a:gd name="csX235" fmla="*/ 35830 w 336321"/>
                <a:gd name="csY235" fmla="*/ 223100 h 279949"/>
                <a:gd name="csX236" fmla="*/ 38218 w 336321"/>
                <a:gd name="csY236" fmla="*/ 222144 h 279949"/>
                <a:gd name="csX237" fmla="*/ 38696 w 336321"/>
                <a:gd name="csY237" fmla="*/ 222144 h 279949"/>
                <a:gd name="csX238" fmla="*/ 44907 w 336321"/>
                <a:gd name="csY238" fmla="*/ 222144 h 279949"/>
                <a:gd name="csX239" fmla="*/ 46340 w 336321"/>
                <a:gd name="csY239" fmla="*/ 221667 h 279949"/>
                <a:gd name="csX240" fmla="*/ 46340 w 336321"/>
                <a:gd name="csY240" fmla="*/ 221667 h 279949"/>
                <a:gd name="csX241" fmla="*/ 46818 w 336321"/>
                <a:gd name="csY241" fmla="*/ 217845 h 279949"/>
                <a:gd name="csX242" fmla="*/ 46818 w 336321"/>
                <a:gd name="csY242" fmla="*/ 217845 h 279949"/>
                <a:gd name="csX243" fmla="*/ 47773 w 336321"/>
                <a:gd name="csY243" fmla="*/ 217367 h 279949"/>
                <a:gd name="csX244" fmla="*/ 47773 w 336321"/>
                <a:gd name="csY244" fmla="*/ 217367 h 279949"/>
                <a:gd name="csX245" fmla="*/ 47773 w 336321"/>
                <a:gd name="csY245" fmla="*/ 214978 h 279949"/>
                <a:gd name="csX246" fmla="*/ 47773 w 336321"/>
                <a:gd name="csY246" fmla="*/ 213068 h 279949"/>
                <a:gd name="csX247" fmla="*/ 47773 w 336321"/>
                <a:gd name="csY247" fmla="*/ 213068 h 279949"/>
                <a:gd name="csX248" fmla="*/ 49206 w 336321"/>
                <a:gd name="csY248" fmla="*/ 212112 h 279949"/>
                <a:gd name="csX249" fmla="*/ 48729 w 336321"/>
                <a:gd name="csY249" fmla="*/ 211634 h 279949"/>
                <a:gd name="csX250" fmla="*/ 48251 w 336321"/>
                <a:gd name="csY250" fmla="*/ 210679 h 279949"/>
                <a:gd name="csX251" fmla="*/ 46818 w 336321"/>
                <a:gd name="csY251" fmla="*/ 209723 h 279949"/>
                <a:gd name="csX252" fmla="*/ 46340 w 336321"/>
                <a:gd name="csY252" fmla="*/ 209723 h 279949"/>
                <a:gd name="csX253" fmla="*/ 41085 w 336321"/>
                <a:gd name="csY253" fmla="*/ 210201 h 279949"/>
                <a:gd name="csX254" fmla="*/ 39174 w 336321"/>
                <a:gd name="csY254" fmla="*/ 210201 h 279949"/>
                <a:gd name="csX255" fmla="*/ 38218 w 336321"/>
                <a:gd name="csY255" fmla="*/ 209723 h 279949"/>
                <a:gd name="csX256" fmla="*/ 38218 w 336321"/>
                <a:gd name="csY256" fmla="*/ 209723 h 279949"/>
                <a:gd name="csX257" fmla="*/ 38218 w 336321"/>
                <a:gd name="csY257" fmla="*/ 209245 h 279949"/>
                <a:gd name="csX258" fmla="*/ 38218 w 336321"/>
                <a:gd name="csY258" fmla="*/ 208768 h 279949"/>
                <a:gd name="csX259" fmla="*/ 38218 w 336321"/>
                <a:gd name="csY259" fmla="*/ 207335 h 279949"/>
                <a:gd name="csX260" fmla="*/ 39174 w 336321"/>
                <a:gd name="csY260" fmla="*/ 205902 h 279949"/>
                <a:gd name="csX261" fmla="*/ 39174 w 336321"/>
                <a:gd name="csY261" fmla="*/ 204468 h 279949"/>
                <a:gd name="csX262" fmla="*/ 38696 w 336321"/>
                <a:gd name="csY262" fmla="*/ 198258 h 279949"/>
                <a:gd name="csX263" fmla="*/ 37741 w 336321"/>
                <a:gd name="csY263" fmla="*/ 194436 h 279949"/>
                <a:gd name="csX264" fmla="*/ 38218 w 336321"/>
                <a:gd name="csY264" fmla="*/ 190136 h 279949"/>
                <a:gd name="csX265" fmla="*/ 38218 w 336321"/>
                <a:gd name="csY265" fmla="*/ 189181 h 279949"/>
                <a:gd name="csX266" fmla="*/ 38218 w 336321"/>
                <a:gd name="csY266" fmla="*/ 189181 h 279949"/>
                <a:gd name="csX267" fmla="*/ 37263 w 336321"/>
                <a:gd name="csY267" fmla="*/ 189181 h 279949"/>
                <a:gd name="csX268" fmla="*/ 34397 w 336321"/>
                <a:gd name="csY268" fmla="*/ 189659 h 279949"/>
                <a:gd name="csX269" fmla="*/ 34397 w 336321"/>
                <a:gd name="csY269" fmla="*/ 189659 h 279949"/>
                <a:gd name="csX270" fmla="*/ 31530 w 336321"/>
                <a:gd name="csY270" fmla="*/ 186792 h 279949"/>
                <a:gd name="csX271" fmla="*/ 30097 w 336321"/>
                <a:gd name="csY271" fmla="*/ 185837 h 279949"/>
                <a:gd name="csX272" fmla="*/ 25798 w 336321"/>
                <a:gd name="csY272" fmla="*/ 184404 h 279949"/>
                <a:gd name="csX273" fmla="*/ 23886 w 336321"/>
                <a:gd name="csY273" fmla="*/ 184404 h 279949"/>
                <a:gd name="csX274" fmla="*/ 21020 w 336321"/>
                <a:gd name="csY274" fmla="*/ 182970 h 279949"/>
                <a:gd name="csX275" fmla="*/ 18154 w 336321"/>
                <a:gd name="csY275" fmla="*/ 180582 h 279949"/>
                <a:gd name="csX276" fmla="*/ 15765 w 336321"/>
                <a:gd name="csY276" fmla="*/ 178193 h 279949"/>
                <a:gd name="csX277" fmla="*/ 15765 w 336321"/>
                <a:gd name="csY277" fmla="*/ 178193 h 279949"/>
                <a:gd name="csX278" fmla="*/ 14809 w 336321"/>
                <a:gd name="csY278" fmla="*/ 176282 h 279949"/>
                <a:gd name="csX279" fmla="*/ 14332 w 336321"/>
                <a:gd name="csY279" fmla="*/ 176282 h 279949"/>
                <a:gd name="csX280" fmla="*/ 13377 w 336321"/>
                <a:gd name="csY280" fmla="*/ 173416 h 279949"/>
                <a:gd name="csX281" fmla="*/ 10032 w 336321"/>
                <a:gd name="csY281" fmla="*/ 168161 h 279949"/>
                <a:gd name="csX282" fmla="*/ 10032 w 336321"/>
                <a:gd name="csY282" fmla="*/ 166728 h 279949"/>
                <a:gd name="csX283" fmla="*/ 9555 w 336321"/>
                <a:gd name="csY283" fmla="*/ 166250 h 279949"/>
                <a:gd name="csX284" fmla="*/ 6211 w 336321"/>
                <a:gd name="csY284" fmla="*/ 162428 h 279949"/>
                <a:gd name="csX285" fmla="*/ 3822 w 336321"/>
                <a:gd name="csY285" fmla="*/ 160039 h 279949"/>
                <a:gd name="csX286" fmla="*/ 0 w 336321"/>
                <a:gd name="csY286" fmla="*/ 155740 h 279949"/>
                <a:gd name="csX287" fmla="*/ 0 w 336321"/>
                <a:gd name="csY287" fmla="*/ 155740 h 279949"/>
                <a:gd name="csX288" fmla="*/ 7644 w 336321"/>
                <a:gd name="csY288" fmla="*/ 158129 h 279949"/>
                <a:gd name="csX289" fmla="*/ 13377 w 336321"/>
                <a:gd name="csY289" fmla="*/ 160039 h 279949"/>
                <a:gd name="csX290" fmla="*/ 22931 w 336321"/>
                <a:gd name="csY290" fmla="*/ 162906 h 279949"/>
                <a:gd name="csX291" fmla="*/ 30575 w 336321"/>
                <a:gd name="csY291" fmla="*/ 164817 h 279949"/>
                <a:gd name="csX292" fmla="*/ 32486 w 336321"/>
                <a:gd name="csY292" fmla="*/ 165295 h 279949"/>
                <a:gd name="csX293" fmla="*/ 53984 w 336321"/>
                <a:gd name="csY293" fmla="*/ 163384 h 279949"/>
                <a:gd name="csX294" fmla="*/ 62105 w 336321"/>
                <a:gd name="csY294" fmla="*/ 164817 h 279949"/>
                <a:gd name="csX295" fmla="*/ 64493 w 336321"/>
                <a:gd name="csY295" fmla="*/ 165772 h 279949"/>
                <a:gd name="csX296" fmla="*/ 64971 w 336321"/>
                <a:gd name="csY296" fmla="*/ 165295 h 279949"/>
                <a:gd name="csX297" fmla="*/ 66405 w 336321"/>
                <a:gd name="csY297" fmla="*/ 164339 h 279949"/>
                <a:gd name="csX298" fmla="*/ 67838 w 336321"/>
                <a:gd name="csY298" fmla="*/ 163384 h 279949"/>
                <a:gd name="csX299" fmla="*/ 70704 w 336321"/>
                <a:gd name="csY299" fmla="*/ 162428 h 279949"/>
                <a:gd name="csX300" fmla="*/ 73093 w 336321"/>
                <a:gd name="csY300" fmla="*/ 161950 h 279949"/>
                <a:gd name="csX301" fmla="*/ 76914 w 336321"/>
                <a:gd name="csY301" fmla="*/ 161950 h 279949"/>
                <a:gd name="csX302" fmla="*/ 79303 w 336321"/>
                <a:gd name="csY302" fmla="*/ 161950 h 279949"/>
                <a:gd name="csX303" fmla="*/ 81214 w 336321"/>
                <a:gd name="csY303" fmla="*/ 162428 h 279949"/>
                <a:gd name="csX304" fmla="*/ 84558 w 336321"/>
                <a:gd name="csY304" fmla="*/ 161950 h 279949"/>
                <a:gd name="csX305" fmla="*/ 85991 w 336321"/>
                <a:gd name="csY305" fmla="*/ 161950 h 279949"/>
                <a:gd name="csX306" fmla="*/ 91724 w 336321"/>
                <a:gd name="csY306" fmla="*/ 160039 h 279949"/>
                <a:gd name="csX307" fmla="*/ 96024 w 336321"/>
                <a:gd name="csY307" fmla="*/ 159084 h 279949"/>
                <a:gd name="csX308" fmla="*/ 101757 w 336321"/>
                <a:gd name="csY308" fmla="*/ 157651 h 279949"/>
                <a:gd name="csX309" fmla="*/ 106056 w 336321"/>
                <a:gd name="csY309" fmla="*/ 156218 h 279949"/>
                <a:gd name="csX310" fmla="*/ 107012 w 336321"/>
                <a:gd name="csY310" fmla="*/ 155740 h 279949"/>
                <a:gd name="csX311" fmla="*/ 107967 w 336321"/>
                <a:gd name="csY311" fmla="*/ 154784 h 279949"/>
                <a:gd name="csX312" fmla="*/ 108445 w 336321"/>
                <a:gd name="csY312" fmla="*/ 153829 h 279949"/>
                <a:gd name="csX313" fmla="*/ 107489 w 336321"/>
                <a:gd name="csY313" fmla="*/ 151918 h 279949"/>
                <a:gd name="csX314" fmla="*/ 107012 w 336321"/>
                <a:gd name="csY314" fmla="*/ 150485 h 279949"/>
                <a:gd name="csX315" fmla="*/ 107967 w 336321"/>
                <a:gd name="csY315" fmla="*/ 149052 h 279949"/>
                <a:gd name="csX316" fmla="*/ 108445 w 336321"/>
                <a:gd name="csY316" fmla="*/ 146185 h 279949"/>
                <a:gd name="csX317" fmla="*/ 108445 w 336321"/>
                <a:gd name="csY317" fmla="*/ 142363 h 279949"/>
                <a:gd name="csX318" fmla="*/ 107967 w 336321"/>
                <a:gd name="csY318" fmla="*/ 139975 h 279949"/>
                <a:gd name="csX319" fmla="*/ 109400 w 336321"/>
                <a:gd name="csY319" fmla="*/ 136153 h 279949"/>
                <a:gd name="csX320" fmla="*/ 110355 w 336321"/>
                <a:gd name="csY320" fmla="*/ 133764 h 279949"/>
                <a:gd name="csX321" fmla="*/ 112266 w 336321"/>
                <a:gd name="csY321" fmla="*/ 132809 h 279949"/>
                <a:gd name="csX322" fmla="*/ 113700 w 336321"/>
                <a:gd name="csY322" fmla="*/ 131854 h 279949"/>
                <a:gd name="csX323" fmla="*/ 114177 w 336321"/>
                <a:gd name="csY323" fmla="*/ 131376 h 279949"/>
                <a:gd name="csX324" fmla="*/ 114655 w 336321"/>
                <a:gd name="csY324" fmla="*/ 130898 h 279949"/>
                <a:gd name="csX325" fmla="*/ 117044 w 336321"/>
                <a:gd name="csY325" fmla="*/ 128031 h 279949"/>
                <a:gd name="csX326" fmla="*/ 117044 w 336321"/>
                <a:gd name="csY326" fmla="*/ 127554 h 279949"/>
                <a:gd name="csX327" fmla="*/ 118955 w 336321"/>
                <a:gd name="csY327" fmla="*/ 126121 h 279949"/>
                <a:gd name="csX328" fmla="*/ 120866 w 336321"/>
                <a:gd name="csY328" fmla="*/ 125643 h 279949"/>
                <a:gd name="csX329" fmla="*/ 122777 w 336321"/>
                <a:gd name="csY329" fmla="*/ 125643 h 279949"/>
                <a:gd name="csX330" fmla="*/ 124687 w 336321"/>
                <a:gd name="csY330" fmla="*/ 126598 h 279949"/>
                <a:gd name="csX331" fmla="*/ 128032 w 336321"/>
                <a:gd name="csY331" fmla="*/ 127554 h 279949"/>
                <a:gd name="csX332" fmla="*/ 131376 w 336321"/>
                <a:gd name="csY332" fmla="*/ 127076 h 279949"/>
                <a:gd name="csX333" fmla="*/ 134242 w 336321"/>
                <a:gd name="csY333" fmla="*/ 126121 h 279949"/>
                <a:gd name="csX334" fmla="*/ 135198 w 336321"/>
                <a:gd name="csY334" fmla="*/ 125165 h 279949"/>
                <a:gd name="csX335" fmla="*/ 137109 w 336321"/>
                <a:gd name="csY335" fmla="*/ 124688 h 279949"/>
                <a:gd name="csX336" fmla="*/ 136631 w 336321"/>
                <a:gd name="csY336" fmla="*/ 123732 h 279949"/>
                <a:gd name="csX337" fmla="*/ 135198 w 336321"/>
                <a:gd name="csY337" fmla="*/ 123254 h 279949"/>
                <a:gd name="csX338" fmla="*/ 134242 w 336321"/>
                <a:gd name="csY338" fmla="*/ 122299 h 279949"/>
                <a:gd name="csX339" fmla="*/ 133764 w 336321"/>
                <a:gd name="csY339" fmla="*/ 121343 h 279949"/>
                <a:gd name="csX340" fmla="*/ 134720 w 336321"/>
                <a:gd name="csY340" fmla="*/ 120388 h 279949"/>
                <a:gd name="csX341" fmla="*/ 137109 w 336321"/>
                <a:gd name="csY341" fmla="*/ 120388 h 279949"/>
                <a:gd name="csX342" fmla="*/ 142364 w 336321"/>
                <a:gd name="csY342" fmla="*/ 117522 h 279949"/>
                <a:gd name="csX343" fmla="*/ 144752 w 336321"/>
                <a:gd name="csY343" fmla="*/ 115611 h 279949"/>
                <a:gd name="csX344" fmla="*/ 145230 w 336321"/>
                <a:gd name="csY344" fmla="*/ 115133 h 279949"/>
                <a:gd name="csX345" fmla="*/ 146185 w 336321"/>
                <a:gd name="csY345" fmla="*/ 114655 h 279949"/>
                <a:gd name="csX346" fmla="*/ 148574 w 336321"/>
                <a:gd name="csY346" fmla="*/ 115611 h 279949"/>
                <a:gd name="csX347" fmla="*/ 150962 w 336321"/>
                <a:gd name="csY347" fmla="*/ 116088 h 279949"/>
                <a:gd name="csX348" fmla="*/ 152396 w 336321"/>
                <a:gd name="csY348" fmla="*/ 115133 h 279949"/>
                <a:gd name="csX349" fmla="*/ 153829 w 336321"/>
                <a:gd name="csY349" fmla="*/ 115133 h 279949"/>
                <a:gd name="csX350" fmla="*/ 155262 w 336321"/>
                <a:gd name="csY350" fmla="*/ 115611 h 279949"/>
                <a:gd name="csX351" fmla="*/ 156218 w 336321"/>
                <a:gd name="csY351" fmla="*/ 117044 h 279949"/>
                <a:gd name="csX352" fmla="*/ 157651 w 336321"/>
                <a:gd name="csY352" fmla="*/ 117999 h 279949"/>
                <a:gd name="csX353" fmla="*/ 159084 w 336321"/>
                <a:gd name="csY353" fmla="*/ 118477 h 279949"/>
                <a:gd name="csX354" fmla="*/ 161473 w 336321"/>
                <a:gd name="csY354" fmla="*/ 117999 h 279949"/>
                <a:gd name="csX355" fmla="*/ 163384 w 336321"/>
                <a:gd name="csY355" fmla="*/ 116088 h 279949"/>
                <a:gd name="csX356" fmla="*/ 165772 w 336321"/>
                <a:gd name="csY356" fmla="*/ 114177 h 279949"/>
                <a:gd name="csX357" fmla="*/ 167683 w 336321"/>
                <a:gd name="csY357" fmla="*/ 112266 h 279949"/>
                <a:gd name="csX358" fmla="*/ 167205 w 336321"/>
                <a:gd name="csY358" fmla="*/ 105578 h 279949"/>
                <a:gd name="csX359" fmla="*/ 166728 w 336321"/>
                <a:gd name="csY359" fmla="*/ 101279 h 279949"/>
                <a:gd name="csX360" fmla="*/ 167683 w 336321"/>
                <a:gd name="csY360" fmla="*/ 99368 h 279949"/>
                <a:gd name="csX361" fmla="*/ 169116 w 336321"/>
                <a:gd name="csY361" fmla="*/ 97935 h 279949"/>
                <a:gd name="csX362" fmla="*/ 170072 w 336321"/>
                <a:gd name="csY362" fmla="*/ 96024 h 279949"/>
                <a:gd name="csX363" fmla="*/ 170072 w 336321"/>
                <a:gd name="csY363" fmla="*/ 94113 h 279949"/>
                <a:gd name="csX364" fmla="*/ 171027 w 336321"/>
                <a:gd name="csY364" fmla="*/ 92680 h 279949"/>
                <a:gd name="csX365" fmla="*/ 171983 w 336321"/>
                <a:gd name="csY365" fmla="*/ 88858 h 279949"/>
                <a:gd name="csX366" fmla="*/ 171983 w 336321"/>
                <a:gd name="csY366" fmla="*/ 88858 h 279949"/>
                <a:gd name="csX367" fmla="*/ 173416 w 336321"/>
                <a:gd name="csY367" fmla="*/ 87902 h 279949"/>
                <a:gd name="csX368" fmla="*/ 175805 w 336321"/>
                <a:gd name="csY368" fmla="*/ 86947 h 279949"/>
                <a:gd name="csX369" fmla="*/ 180104 w 336321"/>
                <a:gd name="csY369" fmla="*/ 86947 h 279949"/>
                <a:gd name="csX370" fmla="*/ 183448 w 336321"/>
                <a:gd name="csY370" fmla="*/ 85036 h 279949"/>
                <a:gd name="csX371" fmla="*/ 186792 w 336321"/>
                <a:gd name="csY371" fmla="*/ 83125 h 279949"/>
                <a:gd name="csX372" fmla="*/ 187270 w 336321"/>
                <a:gd name="csY372" fmla="*/ 81214 h 279949"/>
                <a:gd name="csX373" fmla="*/ 186314 w 336321"/>
                <a:gd name="csY373" fmla="*/ 79303 h 279949"/>
                <a:gd name="csX374" fmla="*/ 184403 w 336321"/>
                <a:gd name="csY374" fmla="*/ 75959 h 279949"/>
                <a:gd name="csX375" fmla="*/ 182971 w 336321"/>
                <a:gd name="csY375" fmla="*/ 73570 h 279949"/>
                <a:gd name="csX376" fmla="*/ 179149 w 336321"/>
                <a:gd name="csY376" fmla="*/ 69749 h 279949"/>
                <a:gd name="csX377" fmla="*/ 179626 w 336321"/>
                <a:gd name="csY377" fmla="*/ 67360 h 279949"/>
                <a:gd name="csX378" fmla="*/ 179626 w 336321"/>
                <a:gd name="csY378" fmla="*/ 67360 h 279949"/>
                <a:gd name="csX379" fmla="*/ 181537 w 336321"/>
                <a:gd name="csY379" fmla="*/ 66405 h 279949"/>
                <a:gd name="csX380" fmla="*/ 186792 w 336321"/>
                <a:gd name="csY380" fmla="*/ 67838 h 279949"/>
                <a:gd name="csX381" fmla="*/ 188226 w 336321"/>
                <a:gd name="csY381" fmla="*/ 68315 h 279949"/>
                <a:gd name="csX382" fmla="*/ 190137 w 336321"/>
                <a:gd name="csY382" fmla="*/ 68793 h 279949"/>
                <a:gd name="csX383" fmla="*/ 194914 w 336321"/>
                <a:gd name="csY383" fmla="*/ 68793 h 279949"/>
                <a:gd name="csX384" fmla="*/ 198735 w 336321"/>
                <a:gd name="csY384" fmla="*/ 67838 h 279949"/>
                <a:gd name="csX385" fmla="*/ 202557 w 336321"/>
                <a:gd name="csY385" fmla="*/ 66405 h 279949"/>
                <a:gd name="csX386" fmla="*/ 203513 w 336321"/>
                <a:gd name="csY386" fmla="*/ 64971 h 279949"/>
                <a:gd name="csX387" fmla="*/ 203513 w 336321"/>
                <a:gd name="csY387" fmla="*/ 63060 h 279949"/>
                <a:gd name="csX388" fmla="*/ 203513 w 336321"/>
                <a:gd name="csY388" fmla="*/ 61627 h 279949"/>
                <a:gd name="csX389" fmla="*/ 203513 w 336321"/>
                <a:gd name="csY389" fmla="*/ 59239 h 279949"/>
                <a:gd name="csX390" fmla="*/ 202080 w 336321"/>
                <a:gd name="csY390" fmla="*/ 58283 h 279949"/>
                <a:gd name="csX391" fmla="*/ 201124 w 336321"/>
                <a:gd name="csY391" fmla="*/ 56850 h 279949"/>
                <a:gd name="csX392" fmla="*/ 201124 w 336321"/>
                <a:gd name="csY392" fmla="*/ 55894 h 279949"/>
                <a:gd name="csX393" fmla="*/ 202080 w 336321"/>
                <a:gd name="csY393" fmla="*/ 55417 h 279949"/>
                <a:gd name="csX394" fmla="*/ 203035 w 336321"/>
                <a:gd name="csY394" fmla="*/ 54461 h 279949"/>
                <a:gd name="csX395" fmla="*/ 203991 w 336321"/>
                <a:gd name="csY395" fmla="*/ 52550 h 279949"/>
                <a:gd name="csX396" fmla="*/ 205901 w 336321"/>
                <a:gd name="csY396" fmla="*/ 50162 h 279949"/>
                <a:gd name="csX397" fmla="*/ 207335 w 336321"/>
                <a:gd name="csY397" fmla="*/ 48251 h 279949"/>
                <a:gd name="csX398" fmla="*/ 208768 w 336321"/>
                <a:gd name="csY398" fmla="*/ 47295 h 279949"/>
                <a:gd name="csX399" fmla="*/ 210679 w 336321"/>
                <a:gd name="csY399" fmla="*/ 46340 h 279949"/>
                <a:gd name="csX400" fmla="*/ 211634 w 336321"/>
                <a:gd name="csY400" fmla="*/ 44429 h 279949"/>
                <a:gd name="csX401" fmla="*/ 212590 w 336321"/>
                <a:gd name="csY401" fmla="*/ 43474 h 279949"/>
                <a:gd name="csX402" fmla="*/ 213545 w 336321"/>
                <a:gd name="csY402" fmla="*/ 42040 h 279949"/>
                <a:gd name="csX403" fmla="*/ 214023 w 336321"/>
                <a:gd name="csY403" fmla="*/ 41563 h 279949"/>
                <a:gd name="csX404" fmla="*/ 213545 w 336321"/>
                <a:gd name="csY404" fmla="*/ 40607 h 279949"/>
                <a:gd name="csX405" fmla="*/ 213067 w 336321"/>
                <a:gd name="csY405" fmla="*/ 40129 h 279949"/>
                <a:gd name="csX406" fmla="*/ 212590 w 336321"/>
                <a:gd name="csY406" fmla="*/ 39174 h 279949"/>
                <a:gd name="csX407" fmla="*/ 212590 w 336321"/>
                <a:gd name="csY407" fmla="*/ 38218 h 279949"/>
                <a:gd name="csX408" fmla="*/ 213067 w 336321"/>
                <a:gd name="csY408" fmla="*/ 37263 h 279949"/>
                <a:gd name="csX409" fmla="*/ 213545 w 336321"/>
                <a:gd name="csY409" fmla="*/ 36308 h 279949"/>
                <a:gd name="csX410" fmla="*/ 213067 w 336321"/>
                <a:gd name="csY410" fmla="*/ 35352 h 279949"/>
                <a:gd name="csX411" fmla="*/ 213067 w 336321"/>
                <a:gd name="csY411" fmla="*/ 33441 h 279949"/>
                <a:gd name="csX412" fmla="*/ 212112 w 336321"/>
                <a:gd name="csY412" fmla="*/ 32486 h 279949"/>
                <a:gd name="csX413" fmla="*/ 211157 w 336321"/>
                <a:gd name="csY413" fmla="*/ 29619 h 279949"/>
                <a:gd name="csX414" fmla="*/ 210201 w 336321"/>
                <a:gd name="csY414" fmla="*/ 27231 h 279949"/>
                <a:gd name="csX415" fmla="*/ 209246 w 336321"/>
                <a:gd name="csY415" fmla="*/ 25798 h 279949"/>
                <a:gd name="csX416" fmla="*/ 208290 w 336321"/>
                <a:gd name="csY416" fmla="*/ 24842 h 279949"/>
                <a:gd name="csX417" fmla="*/ 205901 w 336321"/>
                <a:gd name="csY417" fmla="*/ 23409 h 279949"/>
                <a:gd name="csX418" fmla="*/ 205901 w 336321"/>
                <a:gd name="csY418" fmla="*/ 23409 h 279949"/>
                <a:gd name="csX419" fmla="*/ 205424 w 336321"/>
                <a:gd name="csY419" fmla="*/ 22453 h 279949"/>
                <a:gd name="csX420" fmla="*/ 206379 w 336321"/>
                <a:gd name="csY420" fmla="*/ 20542 h 279949"/>
                <a:gd name="csX421" fmla="*/ 207812 w 336321"/>
                <a:gd name="csY421" fmla="*/ 19587 h 279949"/>
                <a:gd name="csX422" fmla="*/ 210679 w 336321"/>
                <a:gd name="csY422" fmla="*/ 16721 h 279949"/>
                <a:gd name="csX423" fmla="*/ 212590 w 336321"/>
                <a:gd name="csY423" fmla="*/ 14810 h 279949"/>
                <a:gd name="csX424" fmla="*/ 214023 w 336321"/>
                <a:gd name="csY424" fmla="*/ 13376 h 279949"/>
                <a:gd name="csX425" fmla="*/ 215934 w 336321"/>
                <a:gd name="csY425" fmla="*/ 13854 h 279949"/>
                <a:gd name="csX426" fmla="*/ 216889 w 336321"/>
                <a:gd name="csY426" fmla="*/ 13854 h 279949"/>
                <a:gd name="csX427" fmla="*/ 217845 w 336321"/>
                <a:gd name="csY427" fmla="*/ 12421 h 279949"/>
                <a:gd name="csX428" fmla="*/ 219756 w 336321"/>
                <a:gd name="csY428" fmla="*/ 11466 h 279949"/>
                <a:gd name="csX429" fmla="*/ 223100 w 336321"/>
                <a:gd name="csY429" fmla="*/ 9077 h 279949"/>
                <a:gd name="csX430" fmla="*/ 224533 w 336321"/>
                <a:gd name="csY430" fmla="*/ 7644 h 279949"/>
                <a:gd name="csX431" fmla="*/ 226444 w 336321"/>
                <a:gd name="csY431" fmla="*/ 6688 h 279949"/>
                <a:gd name="csX432" fmla="*/ 227877 w 336321"/>
                <a:gd name="csY432" fmla="*/ 6688 h 279949"/>
                <a:gd name="csX433" fmla="*/ 229788 w 336321"/>
                <a:gd name="csY433" fmla="*/ 6210 h 279949"/>
                <a:gd name="csX434" fmla="*/ 232176 w 336321"/>
                <a:gd name="csY434" fmla="*/ 5255 h 279949"/>
                <a:gd name="csX435" fmla="*/ 233610 w 336321"/>
                <a:gd name="csY435" fmla="*/ 4777 h 279949"/>
                <a:gd name="csX436" fmla="*/ 236476 w 336321"/>
                <a:gd name="csY436" fmla="*/ 4300 h 279949"/>
                <a:gd name="csX437" fmla="*/ 241253 w 336321"/>
                <a:gd name="csY437" fmla="*/ 4300 h 279949"/>
                <a:gd name="csX438" fmla="*/ 243642 w 336321"/>
                <a:gd name="csY438" fmla="*/ 3822 h 279949"/>
                <a:gd name="csX439" fmla="*/ 249375 w 336321"/>
                <a:gd name="csY439" fmla="*/ 3344 h 279949"/>
                <a:gd name="csX440" fmla="*/ 255585 w 336321"/>
                <a:gd name="csY440" fmla="*/ 3344 h 279949"/>
                <a:gd name="csX441" fmla="*/ 256541 w 336321"/>
                <a:gd name="csY441" fmla="*/ 3344 h 279949"/>
                <a:gd name="csX442" fmla="*/ 259407 w 336321"/>
                <a:gd name="csY442" fmla="*/ 4300 h 279949"/>
                <a:gd name="csX443" fmla="*/ 261318 w 336321"/>
                <a:gd name="csY443" fmla="*/ 4777 h 279949"/>
                <a:gd name="csX444" fmla="*/ 261796 w 336321"/>
                <a:gd name="csY444" fmla="*/ 4777 h 279949"/>
                <a:gd name="csX445" fmla="*/ 265140 w 336321"/>
                <a:gd name="csY445" fmla="*/ 2867 h 279949"/>
                <a:gd name="csX446" fmla="*/ 269440 w 336321"/>
                <a:gd name="csY446" fmla="*/ 956 h 279949"/>
                <a:gd name="csX447" fmla="*/ 271828 w 336321"/>
                <a:gd name="csY447" fmla="*/ 0 h 279949"/>
                <a:gd name="csX448" fmla="*/ 271828 w 336321"/>
                <a:gd name="csY448" fmla="*/ 0 h 279949"/>
                <a:gd name="csX449" fmla="*/ 272783 w 336321"/>
                <a:gd name="csY449" fmla="*/ 0 h 279949"/>
                <a:gd name="csX450" fmla="*/ 274694 w 336321"/>
                <a:gd name="csY450" fmla="*/ 0 h 279949"/>
                <a:gd name="csX451" fmla="*/ 276128 w 336321"/>
                <a:gd name="csY451" fmla="*/ 478 h 279949"/>
                <a:gd name="csX452" fmla="*/ 277561 w 336321"/>
                <a:gd name="csY452" fmla="*/ 1433 h 279949"/>
                <a:gd name="csX453" fmla="*/ 278517 w 336321"/>
                <a:gd name="csY453" fmla="*/ 1911 h 279949"/>
                <a:gd name="csX454" fmla="*/ 279949 w 336321"/>
                <a:gd name="csY454" fmla="*/ 1433 h 279949"/>
                <a:gd name="csX455" fmla="*/ 281860 w 336321"/>
                <a:gd name="csY455" fmla="*/ 956 h 279949"/>
                <a:gd name="csX456" fmla="*/ 283771 w 336321"/>
                <a:gd name="csY456" fmla="*/ 1433 h 279949"/>
                <a:gd name="csX457" fmla="*/ 287593 w 336321"/>
                <a:gd name="csY457" fmla="*/ 2867 h 279949"/>
                <a:gd name="csX458" fmla="*/ 287593 w 336321"/>
                <a:gd name="csY458" fmla="*/ 2867 h 279949"/>
                <a:gd name="csX459" fmla="*/ 288549 w 336321"/>
                <a:gd name="csY459" fmla="*/ 3344 h 279949"/>
                <a:gd name="csX460" fmla="*/ 289504 w 336321"/>
                <a:gd name="csY460" fmla="*/ 6688 h 279949"/>
                <a:gd name="csX461" fmla="*/ 289982 w 336321"/>
                <a:gd name="csY461" fmla="*/ 7166 h 279949"/>
                <a:gd name="csX462" fmla="*/ 292371 w 336321"/>
                <a:gd name="csY462" fmla="*/ 6210 h 279949"/>
                <a:gd name="csX463" fmla="*/ 294281 w 336321"/>
                <a:gd name="csY463" fmla="*/ 6688 h 279949"/>
                <a:gd name="csX464" fmla="*/ 296192 w 336321"/>
                <a:gd name="csY464" fmla="*/ 7644 h 279949"/>
                <a:gd name="csX465" fmla="*/ 297626 w 336321"/>
                <a:gd name="csY465" fmla="*/ 8599 h 279949"/>
                <a:gd name="csX466" fmla="*/ 298581 w 336321"/>
                <a:gd name="csY466" fmla="*/ 9555 h 279949"/>
                <a:gd name="csX467" fmla="*/ 299537 w 336321"/>
                <a:gd name="csY467" fmla="*/ 11466 h 279949"/>
                <a:gd name="csX468" fmla="*/ 300014 w 336321"/>
                <a:gd name="csY468" fmla="*/ 12899 h 279949"/>
                <a:gd name="csX469" fmla="*/ 300014 w 336321"/>
                <a:gd name="csY469" fmla="*/ 14810 h 279949"/>
                <a:gd name="csX470" fmla="*/ 300014 w 336321"/>
                <a:gd name="csY470" fmla="*/ 19587 h 279949"/>
                <a:gd name="csX471" fmla="*/ 299537 w 336321"/>
                <a:gd name="csY471" fmla="*/ 20542 h 279949"/>
                <a:gd name="csX472" fmla="*/ 299059 w 336321"/>
                <a:gd name="csY472" fmla="*/ 21498 h 279949"/>
                <a:gd name="csX473" fmla="*/ 299059 w 336321"/>
                <a:gd name="csY473" fmla="*/ 21976 h 279949"/>
                <a:gd name="csX474" fmla="*/ 299059 w 336321"/>
                <a:gd name="csY474" fmla="*/ 22453 h 279949"/>
                <a:gd name="csX475" fmla="*/ 299537 w 336321"/>
                <a:gd name="csY475" fmla="*/ 22931 h 279949"/>
                <a:gd name="csX476" fmla="*/ 300970 w 336321"/>
                <a:gd name="csY476" fmla="*/ 23409 h 279949"/>
                <a:gd name="csX477" fmla="*/ 301925 w 336321"/>
                <a:gd name="csY477" fmla="*/ 23886 h 279949"/>
                <a:gd name="csX478" fmla="*/ 302881 w 336321"/>
                <a:gd name="csY478" fmla="*/ 24364 h 279949"/>
                <a:gd name="csX479" fmla="*/ 303836 w 336321"/>
                <a:gd name="csY479" fmla="*/ 27231 h 279949"/>
                <a:gd name="csX480" fmla="*/ 304314 w 336321"/>
                <a:gd name="csY480" fmla="*/ 27708 h 279949"/>
                <a:gd name="csX481" fmla="*/ 305747 w 336321"/>
                <a:gd name="csY481" fmla="*/ 27708 h 279949"/>
                <a:gd name="csX482" fmla="*/ 308613 w 336321"/>
                <a:gd name="csY482" fmla="*/ 26753 h 279949"/>
                <a:gd name="csX483" fmla="*/ 310524 w 336321"/>
                <a:gd name="csY483" fmla="*/ 25798 h 279949"/>
                <a:gd name="csX484" fmla="*/ 311480 w 336321"/>
                <a:gd name="csY484" fmla="*/ 25798 h 279949"/>
                <a:gd name="csX485" fmla="*/ 311958 w 336321"/>
                <a:gd name="csY485" fmla="*/ 28186 h 279949"/>
                <a:gd name="csX486" fmla="*/ 313390 w 336321"/>
                <a:gd name="csY486" fmla="*/ 29142 h 279949"/>
                <a:gd name="csX487" fmla="*/ 315301 w 336321"/>
                <a:gd name="csY487" fmla="*/ 30575 h 279949"/>
                <a:gd name="csX488" fmla="*/ 315779 w 336321"/>
                <a:gd name="csY488" fmla="*/ 31052 h 279949"/>
                <a:gd name="csX489" fmla="*/ 318168 w 336321"/>
                <a:gd name="csY489" fmla="*/ 32008 h 279949"/>
                <a:gd name="csX490" fmla="*/ 322467 w 336321"/>
                <a:gd name="csY490" fmla="*/ 33441 h 279949"/>
                <a:gd name="csX491" fmla="*/ 326289 w 336321"/>
                <a:gd name="csY491" fmla="*/ 34397 h 279949"/>
                <a:gd name="csX492" fmla="*/ 329633 w 336321"/>
                <a:gd name="csY492" fmla="*/ 34874 h 279949"/>
                <a:gd name="csX493" fmla="*/ 331067 w 336321"/>
                <a:gd name="csY493" fmla="*/ 34874 h 279949"/>
                <a:gd name="csX494" fmla="*/ 332022 w 336321"/>
                <a:gd name="csY494" fmla="*/ 34874 h 279949"/>
                <a:gd name="csX495" fmla="*/ 334888 w 336321"/>
                <a:gd name="csY495" fmla="*/ 34874 h 279949"/>
                <a:gd name="csX496" fmla="*/ 336322 w 336321"/>
                <a:gd name="csY496" fmla="*/ 34397 h 279949"/>
                <a:gd name="csX497" fmla="*/ 336322 w 336321"/>
                <a:gd name="csY497" fmla="*/ 34397 h 279949"/>
                <a:gd name="csX498" fmla="*/ 336322 w 336321"/>
                <a:gd name="csY498" fmla="*/ 34397 h 279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</a:cxnLst>
              <a:rect l="l" t="t" r="r" b="b"/>
              <a:pathLst>
                <a:path w="336321" h="279949">
                  <a:moveTo>
                    <a:pt x="243642" y="166250"/>
                  </a:moveTo>
                  <a:lnTo>
                    <a:pt x="240298" y="171983"/>
                  </a:lnTo>
                  <a:lnTo>
                    <a:pt x="239342" y="172938"/>
                  </a:lnTo>
                  <a:lnTo>
                    <a:pt x="233610" y="175804"/>
                  </a:lnTo>
                  <a:lnTo>
                    <a:pt x="228355" y="178671"/>
                  </a:lnTo>
                  <a:lnTo>
                    <a:pt x="228355" y="178671"/>
                  </a:lnTo>
                  <a:lnTo>
                    <a:pt x="227399" y="180104"/>
                  </a:lnTo>
                  <a:lnTo>
                    <a:pt x="225966" y="182493"/>
                  </a:lnTo>
                  <a:lnTo>
                    <a:pt x="225010" y="185837"/>
                  </a:lnTo>
                  <a:lnTo>
                    <a:pt x="224055" y="187270"/>
                  </a:lnTo>
                  <a:lnTo>
                    <a:pt x="224055" y="187270"/>
                  </a:lnTo>
                  <a:lnTo>
                    <a:pt x="220233" y="190614"/>
                  </a:lnTo>
                  <a:lnTo>
                    <a:pt x="219278" y="193480"/>
                  </a:lnTo>
                  <a:lnTo>
                    <a:pt x="219278" y="193480"/>
                  </a:lnTo>
                  <a:lnTo>
                    <a:pt x="218800" y="194914"/>
                  </a:lnTo>
                  <a:lnTo>
                    <a:pt x="218800" y="194914"/>
                  </a:lnTo>
                  <a:lnTo>
                    <a:pt x="215934" y="195869"/>
                  </a:lnTo>
                  <a:lnTo>
                    <a:pt x="214978" y="196347"/>
                  </a:lnTo>
                  <a:lnTo>
                    <a:pt x="212112" y="196825"/>
                  </a:lnTo>
                  <a:lnTo>
                    <a:pt x="207335" y="197302"/>
                  </a:lnTo>
                  <a:lnTo>
                    <a:pt x="205901" y="197780"/>
                  </a:lnTo>
                  <a:lnTo>
                    <a:pt x="205424" y="197780"/>
                  </a:lnTo>
                  <a:lnTo>
                    <a:pt x="199214" y="200169"/>
                  </a:lnTo>
                  <a:lnTo>
                    <a:pt x="199214" y="200169"/>
                  </a:lnTo>
                  <a:lnTo>
                    <a:pt x="197780" y="200169"/>
                  </a:lnTo>
                  <a:lnTo>
                    <a:pt x="196347" y="199691"/>
                  </a:lnTo>
                  <a:lnTo>
                    <a:pt x="195391" y="199213"/>
                  </a:lnTo>
                  <a:lnTo>
                    <a:pt x="195391" y="199213"/>
                  </a:lnTo>
                  <a:lnTo>
                    <a:pt x="194436" y="197780"/>
                  </a:lnTo>
                  <a:lnTo>
                    <a:pt x="194436" y="195391"/>
                  </a:lnTo>
                  <a:lnTo>
                    <a:pt x="193003" y="194436"/>
                  </a:lnTo>
                  <a:lnTo>
                    <a:pt x="193003" y="194436"/>
                  </a:lnTo>
                  <a:lnTo>
                    <a:pt x="191569" y="193958"/>
                  </a:lnTo>
                  <a:lnTo>
                    <a:pt x="189659" y="193958"/>
                  </a:lnTo>
                  <a:lnTo>
                    <a:pt x="188226" y="194914"/>
                  </a:lnTo>
                  <a:lnTo>
                    <a:pt x="186792" y="195869"/>
                  </a:lnTo>
                  <a:lnTo>
                    <a:pt x="185837" y="196347"/>
                  </a:lnTo>
                  <a:lnTo>
                    <a:pt x="184882" y="197302"/>
                  </a:lnTo>
                  <a:lnTo>
                    <a:pt x="184403" y="197302"/>
                  </a:lnTo>
                  <a:lnTo>
                    <a:pt x="182971" y="200646"/>
                  </a:lnTo>
                  <a:lnTo>
                    <a:pt x="179626" y="204946"/>
                  </a:lnTo>
                  <a:lnTo>
                    <a:pt x="176282" y="208290"/>
                  </a:lnTo>
                  <a:lnTo>
                    <a:pt x="174849" y="209245"/>
                  </a:lnTo>
                  <a:lnTo>
                    <a:pt x="174371" y="210201"/>
                  </a:lnTo>
                  <a:lnTo>
                    <a:pt x="174371" y="210201"/>
                  </a:lnTo>
                  <a:lnTo>
                    <a:pt x="173416" y="211156"/>
                  </a:lnTo>
                  <a:lnTo>
                    <a:pt x="173416" y="211156"/>
                  </a:lnTo>
                  <a:lnTo>
                    <a:pt x="172460" y="212112"/>
                  </a:lnTo>
                  <a:lnTo>
                    <a:pt x="172460" y="212112"/>
                  </a:lnTo>
                  <a:lnTo>
                    <a:pt x="171505" y="215456"/>
                  </a:lnTo>
                  <a:lnTo>
                    <a:pt x="171027" y="218800"/>
                  </a:lnTo>
                  <a:lnTo>
                    <a:pt x="171505" y="219278"/>
                  </a:lnTo>
                  <a:lnTo>
                    <a:pt x="171983" y="219756"/>
                  </a:lnTo>
                  <a:lnTo>
                    <a:pt x="173894" y="220711"/>
                  </a:lnTo>
                  <a:lnTo>
                    <a:pt x="176760" y="222144"/>
                  </a:lnTo>
                  <a:lnTo>
                    <a:pt x="180104" y="223100"/>
                  </a:lnTo>
                  <a:lnTo>
                    <a:pt x="180104" y="223100"/>
                  </a:lnTo>
                  <a:lnTo>
                    <a:pt x="182971" y="223100"/>
                  </a:lnTo>
                  <a:lnTo>
                    <a:pt x="183926" y="224055"/>
                  </a:lnTo>
                  <a:lnTo>
                    <a:pt x="184882" y="224533"/>
                  </a:lnTo>
                  <a:lnTo>
                    <a:pt x="184882" y="225488"/>
                  </a:lnTo>
                  <a:lnTo>
                    <a:pt x="184882" y="227877"/>
                  </a:lnTo>
                  <a:lnTo>
                    <a:pt x="184403" y="230743"/>
                  </a:lnTo>
                  <a:lnTo>
                    <a:pt x="183448" y="233610"/>
                  </a:lnTo>
                  <a:lnTo>
                    <a:pt x="183448" y="233610"/>
                  </a:lnTo>
                  <a:lnTo>
                    <a:pt x="183448" y="235043"/>
                  </a:lnTo>
                  <a:lnTo>
                    <a:pt x="183926" y="236954"/>
                  </a:lnTo>
                  <a:lnTo>
                    <a:pt x="183926" y="236954"/>
                  </a:lnTo>
                  <a:lnTo>
                    <a:pt x="187270" y="240776"/>
                  </a:lnTo>
                  <a:lnTo>
                    <a:pt x="188226" y="241253"/>
                  </a:lnTo>
                  <a:lnTo>
                    <a:pt x="190614" y="241253"/>
                  </a:lnTo>
                  <a:lnTo>
                    <a:pt x="192048" y="241253"/>
                  </a:lnTo>
                  <a:lnTo>
                    <a:pt x="193003" y="240776"/>
                  </a:lnTo>
                  <a:lnTo>
                    <a:pt x="193003" y="240776"/>
                  </a:lnTo>
                  <a:lnTo>
                    <a:pt x="193958" y="241253"/>
                  </a:lnTo>
                  <a:lnTo>
                    <a:pt x="194436" y="241731"/>
                  </a:lnTo>
                  <a:lnTo>
                    <a:pt x="194914" y="242687"/>
                  </a:lnTo>
                  <a:lnTo>
                    <a:pt x="194914" y="246509"/>
                  </a:lnTo>
                  <a:lnTo>
                    <a:pt x="195869" y="248419"/>
                  </a:lnTo>
                  <a:lnTo>
                    <a:pt x="197780" y="250808"/>
                  </a:lnTo>
                  <a:lnTo>
                    <a:pt x="199214" y="253675"/>
                  </a:lnTo>
                  <a:lnTo>
                    <a:pt x="200646" y="257018"/>
                  </a:lnTo>
                  <a:lnTo>
                    <a:pt x="202080" y="259885"/>
                  </a:lnTo>
                  <a:lnTo>
                    <a:pt x="202557" y="261318"/>
                  </a:lnTo>
                  <a:lnTo>
                    <a:pt x="201602" y="261796"/>
                  </a:lnTo>
                  <a:lnTo>
                    <a:pt x="201124" y="262751"/>
                  </a:lnTo>
                  <a:lnTo>
                    <a:pt x="201124" y="263707"/>
                  </a:lnTo>
                  <a:lnTo>
                    <a:pt x="201124" y="264662"/>
                  </a:lnTo>
                  <a:lnTo>
                    <a:pt x="201124" y="265140"/>
                  </a:lnTo>
                  <a:lnTo>
                    <a:pt x="201602" y="266095"/>
                  </a:lnTo>
                  <a:lnTo>
                    <a:pt x="202557" y="266573"/>
                  </a:lnTo>
                  <a:lnTo>
                    <a:pt x="202557" y="267051"/>
                  </a:lnTo>
                  <a:lnTo>
                    <a:pt x="201124" y="267529"/>
                  </a:lnTo>
                  <a:lnTo>
                    <a:pt x="200169" y="267529"/>
                  </a:lnTo>
                  <a:lnTo>
                    <a:pt x="199214" y="268006"/>
                  </a:lnTo>
                  <a:lnTo>
                    <a:pt x="197780" y="269440"/>
                  </a:lnTo>
                  <a:lnTo>
                    <a:pt x="196825" y="269917"/>
                  </a:lnTo>
                  <a:lnTo>
                    <a:pt x="195869" y="269917"/>
                  </a:lnTo>
                  <a:lnTo>
                    <a:pt x="194914" y="269917"/>
                  </a:lnTo>
                  <a:lnTo>
                    <a:pt x="193480" y="269440"/>
                  </a:lnTo>
                  <a:lnTo>
                    <a:pt x="193003" y="269440"/>
                  </a:lnTo>
                  <a:lnTo>
                    <a:pt x="193003" y="268484"/>
                  </a:lnTo>
                  <a:lnTo>
                    <a:pt x="193003" y="267051"/>
                  </a:lnTo>
                  <a:lnTo>
                    <a:pt x="192525" y="266573"/>
                  </a:lnTo>
                  <a:lnTo>
                    <a:pt x="191569" y="266573"/>
                  </a:lnTo>
                  <a:lnTo>
                    <a:pt x="187270" y="268006"/>
                  </a:lnTo>
                  <a:lnTo>
                    <a:pt x="183926" y="268962"/>
                  </a:lnTo>
                  <a:lnTo>
                    <a:pt x="183926" y="268962"/>
                  </a:lnTo>
                  <a:lnTo>
                    <a:pt x="182971" y="269917"/>
                  </a:lnTo>
                  <a:lnTo>
                    <a:pt x="182971" y="269917"/>
                  </a:lnTo>
                  <a:lnTo>
                    <a:pt x="182015" y="270873"/>
                  </a:lnTo>
                  <a:lnTo>
                    <a:pt x="180582" y="271350"/>
                  </a:lnTo>
                  <a:lnTo>
                    <a:pt x="177716" y="271350"/>
                  </a:lnTo>
                  <a:lnTo>
                    <a:pt x="176282" y="271350"/>
                  </a:lnTo>
                  <a:lnTo>
                    <a:pt x="174371" y="270395"/>
                  </a:lnTo>
                  <a:lnTo>
                    <a:pt x="174371" y="270395"/>
                  </a:lnTo>
                  <a:lnTo>
                    <a:pt x="172938" y="269440"/>
                  </a:lnTo>
                  <a:lnTo>
                    <a:pt x="170550" y="269440"/>
                  </a:lnTo>
                  <a:lnTo>
                    <a:pt x="166728" y="269440"/>
                  </a:lnTo>
                  <a:lnTo>
                    <a:pt x="164339" y="269440"/>
                  </a:lnTo>
                  <a:lnTo>
                    <a:pt x="162906" y="268962"/>
                  </a:lnTo>
                  <a:lnTo>
                    <a:pt x="162906" y="268962"/>
                  </a:lnTo>
                  <a:lnTo>
                    <a:pt x="161473" y="269440"/>
                  </a:lnTo>
                  <a:lnTo>
                    <a:pt x="160039" y="268962"/>
                  </a:lnTo>
                  <a:lnTo>
                    <a:pt x="159084" y="269440"/>
                  </a:lnTo>
                  <a:lnTo>
                    <a:pt x="158607" y="269440"/>
                  </a:lnTo>
                  <a:lnTo>
                    <a:pt x="158607" y="269440"/>
                  </a:lnTo>
                  <a:lnTo>
                    <a:pt x="158128" y="268484"/>
                  </a:lnTo>
                  <a:lnTo>
                    <a:pt x="157651" y="268484"/>
                  </a:lnTo>
                  <a:lnTo>
                    <a:pt x="157173" y="268962"/>
                  </a:lnTo>
                  <a:lnTo>
                    <a:pt x="156695" y="268962"/>
                  </a:lnTo>
                  <a:lnTo>
                    <a:pt x="156695" y="268962"/>
                  </a:lnTo>
                  <a:lnTo>
                    <a:pt x="156695" y="269440"/>
                  </a:lnTo>
                  <a:lnTo>
                    <a:pt x="156218" y="275650"/>
                  </a:lnTo>
                  <a:lnTo>
                    <a:pt x="153829" y="275650"/>
                  </a:lnTo>
                  <a:lnTo>
                    <a:pt x="151918" y="275650"/>
                  </a:lnTo>
                  <a:lnTo>
                    <a:pt x="149530" y="275650"/>
                  </a:lnTo>
                  <a:lnTo>
                    <a:pt x="147619" y="276128"/>
                  </a:lnTo>
                  <a:lnTo>
                    <a:pt x="146663" y="276605"/>
                  </a:lnTo>
                  <a:lnTo>
                    <a:pt x="145230" y="277561"/>
                  </a:lnTo>
                  <a:lnTo>
                    <a:pt x="145230" y="277561"/>
                  </a:lnTo>
                  <a:lnTo>
                    <a:pt x="145230" y="278994"/>
                  </a:lnTo>
                  <a:lnTo>
                    <a:pt x="144275" y="279950"/>
                  </a:lnTo>
                  <a:lnTo>
                    <a:pt x="143319" y="278516"/>
                  </a:lnTo>
                  <a:lnTo>
                    <a:pt x="142841" y="278039"/>
                  </a:lnTo>
                  <a:lnTo>
                    <a:pt x="142364" y="278516"/>
                  </a:lnTo>
                  <a:lnTo>
                    <a:pt x="140930" y="278516"/>
                  </a:lnTo>
                  <a:lnTo>
                    <a:pt x="139497" y="276605"/>
                  </a:lnTo>
                  <a:lnTo>
                    <a:pt x="138542" y="278516"/>
                  </a:lnTo>
                  <a:lnTo>
                    <a:pt x="135675" y="278516"/>
                  </a:lnTo>
                  <a:lnTo>
                    <a:pt x="135198" y="277561"/>
                  </a:lnTo>
                  <a:lnTo>
                    <a:pt x="135198" y="276605"/>
                  </a:lnTo>
                  <a:lnTo>
                    <a:pt x="133287" y="277083"/>
                  </a:lnTo>
                  <a:lnTo>
                    <a:pt x="132331" y="276128"/>
                  </a:lnTo>
                  <a:lnTo>
                    <a:pt x="131853" y="274694"/>
                  </a:lnTo>
                  <a:lnTo>
                    <a:pt x="131376" y="274217"/>
                  </a:lnTo>
                  <a:lnTo>
                    <a:pt x="130898" y="273739"/>
                  </a:lnTo>
                  <a:lnTo>
                    <a:pt x="129465" y="273261"/>
                  </a:lnTo>
                  <a:lnTo>
                    <a:pt x="128509" y="271350"/>
                  </a:lnTo>
                  <a:lnTo>
                    <a:pt x="128509" y="269440"/>
                  </a:lnTo>
                  <a:lnTo>
                    <a:pt x="128032" y="267529"/>
                  </a:lnTo>
                  <a:lnTo>
                    <a:pt x="125643" y="259885"/>
                  </a:lnTo>
                  <a:lnTo>
                    <a:pt x="124210" y="258929"/>
                  </a:lnTo>
                  <a:lnTo>
                    <a:pt x="116566" y="257974"/>
                  </a:lnTo>
                  <a:lnTo>
                    <a:pt x="116088" y="256541"/>
                  </a:lnTo>
                  <a:lnTo>
                    <a:pt x="116566" y="252719"/>
                  </a:lnTo>
                  <a:lnTo>
                    <a:pt x="116088" y="250330"/>
                  </a:lnTo>
                  <a:lnTo>
                    <a:pt x="113700" y="247464"/>
                  </a:lnTo>
                  <a:lnTo>
                    <a:pt x="113222" y="245553"/>
                  </a:lnTo>
                  <a:lnTo>
                    <a:pt x="110834" y="243642"/>
                  </a:lnTo>
                  <a:lnTo>
                    <a:pt x="108923" y="243164"/>
                  </a:lnTo>
                  <a:lnTo>
                    <a:pt x="107012" y="243164"/>
                  </a:lnTo>
                  <a:lnTo>
                    <a:pt x="105578" y="244120"/>
                  </a:lnTo>
                  <a:lnTo>
                    <a:pt x="105100" y="245075"/>
                  </a:lnTo>
                  <a:lnTo>
                    <a:pt x="109400" y="244598"/>
                  </a:lnTo>
                  <a:lnTo>
                    <a:pt x="110355" y="245075"/>
                  </a:lnTo>
                  <a:lnTo>
                    <a:pt x="111789" y="246031"/>
                  </a:lnTo>
                  <a:lnTo>
                    <a:pt x="110355" y="246031"/>
                  </a:lnTo>
                  <a:lnTo>
                    <a:pt x="108923" y="245553"/>
                  </a:lnTo>
                  <a:lnTo>
                    <a:pt x="107012" y="245553"/>
                  </a:lnTo>
                  <a:lnTo>
                    <a:pt x="100323" y="246509"/>
                  </a:lnTo>
                  <a:lnTo>
                    <a:pt x="96024" y="247942"/>
                  </a:lnTo>
                  <a:lnTo>
                    <a:pt x="90769" y="247464"/>
                  </a:lnTo>
                  <a:lnTo>
                    <a:pt x="83603" y="248897"/>
                  </a:lnTo>
                  <a:lnTo>
                    <a:pt x="78348" y="248897"/>
                  </a:lnTo>
                  <a:lnTo>
                    <a:pt x="75959" y="251286"/>
                  </a:lnTo>
                  <a:lnTo>
                    <a:pt x="74526" y="250808"/>
                  </a:lnTo>
                  <a:lnTo>
                    <a:pt x="73570" y="250330"/>
                  </a:lnTo>
                  <a:lnTo>
                    <a:pt x="65927" y="248419"/>
                  </a:lnTo>
                  <a:lnTo>
                    <a:pt x="65449" y="247464"/>
                  </a:lnTo>
                  <a:lnTo>
                    <a:pt x="64016" y="246986"/>
                  </a:lnTo>
                  <a:lnTo>
                    <a:pt x="62582" y="247942"/>
                  </a:lnTo>
                  <a:lnTo>
                    <a:pt x="61627" y="247942"/>
                  </a:lnTo>
                  <a:lnTo>
                    <a:pt x="57328" y="247464"/>
                  </a:lnTo>
                  <a:lnTo>
                    <a:pt x="53984" y="247942"/>
                  </a:lnTo>
                  <a:lnTo>
                    <a:pt x="53028" y="248897"/>
                  </a:lnTo>
                  <a:lnTo>
                    <a:pt x="52550" y="250808"/>
                  </a:lnTo>
                  <a:lnTo>
                    <a:pt x="48729" y="250330"/>
                  </a:lnTo>
                  <a:lnTo>
                    <a:pt x="46340" y="249852"/>
                  </a:lnTo>
                  <a:lnTo>
                    <a:pt x="42996" y="250330"/>
                  </a:lnTo>
                  <a:lnTo>
                    <a:pt x="36307" y="249852"/>
                  </a:lnTo>
                  <a:lnTo>
                    <a:pt x="34397" y="249852"/>
                  </a:lnTo>
                  <a:lnTo>
                    <a:pt x="32008" y="251286"/>
                  </a:lnTo>
                  <a:lnTo>
                    <a:pt x="31052" y="251763"/>
                  </a:lnTo>
                  <a:lnTo>
                    <a:pt x="29620" y="252241"/>
                  </a:lnTo>
                  <a:lnTo>
                    <a:pt x="28186" y="251286"/>
                  </a:lnTo>
                  <a:lnTo>
                    <a:pt x="27231" y="250330"/>
                  </a:lnTo>
                  <a:lnTo>
                    <a:pt x="26275" y="250808"/>
                  </a:lnTo>
                  <a:lnTo>
                    <a:pt x="24842" y="251763"/>
                  </a:lnTo>
                  <a:lnTo>
                    <a:pt x="21498" y="252241"/>
                  </a:lnTo>
                  <a:lnTo>
                    <a:pt x="18154" y="252241"/>
                  </a:lnTo>
                  <a:lnTo>
                    <a:pt x="14332" y="251286"/>
                  </a:lnTo>
                  <a:lnTo>
                    <a:pt x="14809" y="250808"/>
                  </a:lnTo>
                  <a:lnTo>
                    <a:pt x="15288" y="249375"/>
                  </a:lnTo>
                  <a:lnTo>
                    <a:pt x="15765" y="243164"/>
                  </a:lnTo>
                  <a:lnTo>
                    <a:pt x="16721" y="241253"/>
                  </a:lnTo>
                  <a:lnTo>
                    <a:pt x="16243" y="239820"/>
                  </a:lnTo>
                  <a:lnTo>
                    <a:pt x="16721" y="239820"/>
                  </a:lnTo>
                  <a:lnTo>
                    <a:pt x="16721" y="239820"/>
                  </a:lnTo>
                  <a:lnTo>
                    <a:pt x="18154" y="238387"/>
                  </a:lnTo>
                  <a:lnTo>
                    <a:pt x="18154" y="237909"/>
                  </a:lnTo>
                  <a:lnTo>
                    <a:pt x="18632" y="235043"/>
                  </a:lnTo>
                  <a:lnTo>
                    <a:pt x="19109" y="231699"/>
                  </a:lnTo>
                  <a:lnTo>
                    <a:pt x="20065" y="230266"/>
                  </a:lnTo>
                  <a:lnTo>
                    <a:pt x="20065" y="230266"/>
                  </a:lnTo>
                  <a:lnTo>
                    <a:pt x="20543" y="230266"/>
                  </a:lnTo>
                  <a:lnTo>
                    <a:pt x="24842" y="228355"/>
                  </a:lnTo>
                  <a:lnTo>
                    <a:pt x="25798" y="227399"/>
                  </a:lnTo>
                  <a:lnTo>
                    <a:pt x="27709" y="227877"/>
                  </a:lnTo>
                  <a:lnTo>
                    <a:pt x="28186" y="227399"/>
                  </a:lnTo>
                  <a:lnTo>
                    <a:pt x="28186" y="226444"/>
                  </a:lnTo>
                  <a:lnTo>
                    <a:pt x="29141" y="225011"/>
                  </a:lnTo>
                  <a:lnTo>
                    <a:pt x="29141" y="225011"/>
                  </a:lnTo>
                  <a:lnTo>
                    <a:pt x="30575" y="224055"/>
                  </a:lnTo>
                  <a:lnTo>
                    <a:pt x="32008" y="223577"/>
                  </a:lnTo>
                  <a:lnTo>
                    <a:pt x="35830" y="223100"/>
                  </a:lnTo>
                  <a:lnTo>
                    <a:pt x="38218" y="222144"/>
                  </a:lnTo>
                  <a:lnTo>
                    <a:pt x="38696" y="222144"/>
                  </a:lnTo>
                  <a:lnTo>
                    <a:pt x="44907" y="222144"/>
                  </a:lnTo>
                  <a:lnTo>
                    <a:pt x="46340" y="221667"/>
                  </a:lnTo>
                  <a:lnTo>
                    <a:pt x="46340" y="221667"/>
                  </a:lnTo>
                  <a:lnTo>
                    <a:pt x="46818" y="217845"/>
                  </a:lnTo>
                  <a:lnTo>
                    <a:pt x="46818" y="217845"/>
                  </a:lnTo>
                  <a:lnTo>
                    <a:pt x="47773" y="217367"/>
                  </a:lnTo>
                  <a:lnTo>
                    <a:pt x="47773" y="217367"/>
                  </a:lnTo>
                  <a:lnTo>
                    <a:pt x="47773" y="214978"/>
                  </a:lnTo>
                  <a:lnTo>
                    <a:pt x="47773" y="213068"/>
                  </a:lnTo>
                  <a:lnTo>
                    <a:pt x="47773" y="213068"/>
                  </a:lnTo>
                  <a:lnTo>
                    <a:pt x="49206" y="212112"/>
                  </a:lnTo>
                  <a:lnTo>
                    <a:pt x="48729" y="211634"/>
                  </a:lnTo>
                  <a:lnTo>
                    <a:pt x="48251" y="210679"/>
                  </a:lnTo>
                  <a:lnTo>
                    <a:pt x="46818" y="209723"/>
                  </a:lnTo>
                  <a:lnTo>
                    <a:pt x="46340" y="209723"/>
                  </a:lnTo>
                  <a:lnTo>
                    <a:pt x="41085" y="210201"/>
                  </a:lnTo>
                  <a:lnTo>
                    <a:pt x="39174" y="210201"/>
                  </a:lnTo>
                  <a:lnTo>
                    <a:pt x="38218" y="209723"/>
                  </a:lnTo>
                  <a:lnTo>
                    <a:pt x="38218" y="209723"/>
                  </a:lnTo>
                  <a:lnTo>
                    <a:pt x="38218" y="209245"/>
                  </a:lnTo>
                  <a:lnTo>
                    <a:pt x="38218" y="208768"/>
                  </a:lnTo>
                  <a:lnTo>
                    <a:pt x="38218" y="207335"/>
                  </a:lnTo>
                  <a:lnTo>
                    <a:pt x="39174" y="205902"/>
                  </a:lnTo>
                  <a:lnTo>
                    <a:pt x="39174" y="204468"/>
                  </a:lnTo>
                  <a:lnTo>
                    <a:pt x="38696" y="198258"/>
                  </a:lnTo>
                  <a:lnTo>
                    <a:pt x="37741" y="194436"/>
                  </a:lnTo>
                  <a:lnTo>
                    <a:pt x="38218" y="190136"/>
                  </a:lnTo>
                  <a:lnTo>
                    <a:pt x="38218" y="189181"/>
                  </a:lnTo>
                  <a:lnTo>
                    <a:pt x="38218" y="189181"/>
                  </a:lnTo>
                  <a:lnTo>
                    <a:pt x="37263" y="189181"/>
                  </a:lnTo>
                  <a:lnTo>
                    <a:pt x="34397" y="189659"/>
                  </a:lnTo>
                  <a:lnTo>
                    <a:pt x="34397" y="189659"/>
                  </a:lnTo>
                  <a:lnTo>
                    <a:pt x="31530" y="186792"/>
                  </a:lnTo>
                  <a:lnTo>
                    <a:pt x="30097" y="185837"/>
                  </a:lnTo>
                  <a:lnTo>
                    <a:pt x="25798" y="184404"/>
                  </a:lnTo>
                  <a:lnTo>
                    <a:pt x="23886" y="184404"/>
                  </a:lnTo>
                  <a:lnTo>
                    <a:pt x="21020" y="182970"/>
                  </a:lnTo>
                  <a:lnTo>
                    <a:pt x="18154" y="180582"/>
                  </a:lnTo>
                  <a:lnTo>
                    <a:pt x="15765" y="178193"/>
                  </a:lnTo>
                  <a:lnTo>
                    <a:pt x="15765" y="178193"/>
                  </a:lnTo>
                  <a:lnTo>
                    <a:pt x="14809" y="176282"/>
                  </a:lnTo>
                  <a:lnTo>
                    <a:pt x="14332" y="176282"/>
                  </a:lnTo>
                  <a:lnTo>
                    <a:pt x="13377" y="173416"/>
                  </a:lnTo>
                  <a:lnTo>
                    <a:pt x="10032" y="168161"/>
                  </a:lnTo>
                  <a:lnTo>
                    <a:pt x="10032" y="166728"/>
                  </a:lnTo>
                  <a:lnTo>
                    <a:pt x="9555" y="166250"/>
                  </a:lnTo>
                  <a:lnTo>
                    <a:pt x="6211" y="162428"/>
                  </a:lnTo>
                  <a:lnTo>
                    <a:pt x="3822" y="160039"/>
                  </a:lnTo>
                  <a:lnTo>
                    <a:pt x="0" y="155740"/>
                  </a:lnTo>
                  <a:lnTo>
                    <a:pt x="0" y="155740"/>
                  </a:lnTo>
                  <a:lnTo>
                    <a:pt x="7644" y="158129"/>
                  </a:lnTo>
                  <a:lnTo>
                    <a:pt x="13377" y="160039"/>
                  </a:lnTo>
                  <a:lnTo>
                    <a:pt x="22931" y="162906"/>
                  </a:lnTo>
                  <a:lnTo>
                    <a:pt x="30575" y="164817"/>
                  </a:lnTo>
                  <a:lnTo>
                    <a:pt x="32486" y="165295"/>
                  </a:lnTo>
                  <a:lnTo>
                    <a:pt x="53984" y="163384"/>
                  </a:lnTo>
                  <a:lnTo>
                    <a:pt x="62105" y="164817"/>
                  </a:lnTo>
                  <a:lnTo>
                    <a:pt x="64493" y="165772"/>
                  </a:lnTo>
                  <a:lnTo>
                    <a:pt x="64971" y="165295"/>
                  </a:lnTo>
                  <a:lnTo>
                    <a:pt x="66405" y="164339"/>
                  </a:lnTo>
                  <a:lnTo>
                    <a:pt x="67838" y="163384"/>
                  </a:lnTo>
                  <a:lnTo>
                    <a:pt x="70704" y="162428"/>
                  </a:lnTo>
                  <a:lnTo>
                    <a:pt x="73093" y="161950"/>
                  </a:lnTo>
                  <a:lnTo>
                    <a:pt x="76914" y="161950"/>
                  </a:lnTo>
                  <a:lnTo>
                    <a:pt x="79303" y="161950"/>
                  </a:lnTo>
                  <a:lnTo>
                    <a:pt x="81214" y="162428"/>
                  </a:lnTo>
                  <a:lnTo>
                    <a:pt x="84558" y="161950"/>
                  </a:lnTo>
                  <a:lnTo>
                    <a:pt x="85991" y="161950"/>
                  </a:lnTo>
                  <a:lnTo>
                    <a:pt x="91724" y="160039"/>
                  </a:lnTo>
                  <a:lnTo>
                    <a:pt x="96024" y="159084"/>
                  </a:lnTo>
                  <a:lnTo>
                    <a:pt x="101757" y="157651"/>
                  </a:lnTo>
                  <a:lnTo>
                    <a:pt x="106056" y="156218"/>
                  </a:lnTo>
                  <a:lnTo>
                    <a:pt x="107012" y="155740"/>
                  </a:lnTo>
                  <a:lnTo>
                    <a:pt x="107967" y="154784"/>
                  </a:lnTo>
                  <a:lnTo>
                    <a:pt x="108445" y="153829"/>
                  </a:lnTo>
                  <a:lnTo>
                    <a:pt x="107489" y="151918"/>
                  </a:lnTo>
                  <a:lnTo>
                    <a:pt x="107012" y="150485"/>
                  </a:lnTo>
                  <a:lnTo>
                    <a:pt x="107967" y="149052"/>
                  </a:lnTo>
                  <a:lnTo>
                    <a:pt x="108445" y="146185"/>
                  </a:lnTo>
                  <a:lnTo>
                    <a:pt x="108445" y="142363"/>
                  </a:lnTo>
                  <a:lnTo>
                    <a:pt x="107967" y="139975"/>
                  </a:lnTo>
                  <a:lnTo>
                    <a:pt x="109400" y="136153"/>
                  </a:lnTo>
                  <a:lnTo>
                    <a:pt x="110355" y="133764"/>
                  </a:lnTo>
                  <a:lnTo>
                    <a:pt x="112266" y="132809"/>
                  </a:lnTo>
                  <a:lnTo>
                    <a:pt x="113700" y="131854"/>
                  </a:lnTo>
                  <a:lnTo>
                    <a:pt x="114177" y="131376"/>
                  </a:lnTo>
                  <a:lnTo>
                    <a:pt x="114655" y="130898"/>
                  </a:lnTo>
                  <a:lnTo>
                    <a:pt x="117044" y="128031"/>
                  </a:lnTo>
                  <a:lnTo>
                    <a:pt x="117044" y="127554"/>
                  </a:lnTo>
                  <a:lnTo>
                    <a:pt x="118955" y="126121"/>
                  </a:lnTo>
                  <a:lnTo>
                    <a:pt x="120866" y="125643"/>
                  </a:lnTo>
                  <a:lnTo>
                    <a:pt x="122777" y="125643"/>
                  </a:lnTo>
                  <a:lnTo>
                    <a:pt x="124687" y="126598"/>
                  </a:lnTo>
                  <a:lnTo>
                    <a:pt x="128032" y="127554"/>
                  </a:lnTo>
                  <a:lnTo>
                    <a:pt x="131376" y="127076"/>
                  </a:lnTo>
                  <a:lnTo>
                    <a:pt x="134242" y="126121"/>
                  </a:lnTo>
                  <a:lnTo>
                    <a:pt x="135198" y="125165"/>
                  </a:lnTo>
                  <a:lnTo>
                    <a:pt x="137109" y="124688"/>
                  </a:lnTo>
                  <a:lnTo>
                    <a:pt x="136631" y="123732"/>
                  </a:lnTo>
                  <a:lnTo>
                    <a:pt x="135198" y="123254"/>
                  </a:lnTo>
                  <a:lnTo>
                    <a:pt x="134242" y="122299"/>
                  </a:lnTo>
                  <a:lnTo>
                    <a:pt x="133764" y="121343"/>
                  </a:lnTo>
                  <a:lnTo>
                    <a:pt x="134720" y="120388"/>
                  </a:lnTo>
                  <a:lnTo>
                    <a:pt x="137109" y="120388"/>
                  </a:lnTo>
                  <a:lnTo>
                    <a:pt x="142364" y="117522"/>
                  </a:lnTo>
                  <a:lnTo>
                    <a:pt x="144752" y="115611"/>
                  </a:lnTo>
                  <a:lnTo>
                    <a:pt x="145230" y="115133"/>
                  </a:lnTo>
                  <a:lnTo>
                    <a:pt x="146185" y="114655"/>
                  </a:lnTo>
                  <a:lnTo>
                    <a:pt x="148574" y="115611"/>
                  </a:lnTo>
                  <a:lnTo>
                    <a:pt x="150962" y="116088"/>
                  </a:lnTo>
                  <a:lnTo>
                    <a:pt x="152396" y="115133"/>
                  </a:lnTo>
                  <a:lnTo>
                    <a:pt x="153829" y="115133"/>
                  </a:lnTo>
                  <a:lnTo>
                    <a:pt x="155262" y="115611"/>
                  </a:lnTo>
                  <a:lnTo>
                    <a:pt x="156218" y="117044"/>
                  </a:lnTo>
                  <a:lnTo>
                    <a:pt x="157651" y="117999"/>
                  </a:lnTo>
                  <a:lnTo>
                    <a:pt x="159084" y="118477"/>
                  </a:lnTo>
                  <a:lnTo>
                    <a:pt x="161473" y="117999"/>
                  </a:lnTo>
                  <a:lnTo>
                    <a:pt x="163384" y="116088"/>
                  </a:lnTo>
                  <a:lnTo>
                    <a:pt x="165772" y="114177"/>
                  </a:lnTo>
                  <a:lnTo>
                    <a:pt x="167683" y="112266"/>
                  </a:lnTo>
                  <a:lnTo>
                    <a:pt x="167205" y="105578"/>
                  </a:lnTo>
                  <a:lnTo>
                    <a:pt x="166728" y="101279"/>
                  </a:lnTo>
                  <a:lnTo>
                    <a:pt x="167683" y="99368"/>
                  </a:lnTo>
                  <a:lnTo>
                    <a:pt x="169116" y="97935"/>
                  </a:lnTo>
                  <a:lnTo>
                    <a:pt x="170072" y="96024"/>
                  </a:lnTo>
                  <a:lnTo>
                    <a:pt x="170072" y="94113"/>
                  </a:lnTo>
                  <a:lnTo>
                    <a:pt x="171027" y="92680"/>
                  </a:lnTo>
                  <a:lnTo>
                    <a:pt x="171983" y="88858"/>
                  </a:lnTo>
                  <a:lnTo>
                    <a:pt x="171983" y="88858"/>
                  </a:lnTo>
                  <a:lnTo>
                    <a:pt x="173416" y="87902"/>
                  </a:lnTo>
                  <a:lnTo>
                    <a:pt x="175805" y="86947"/>
                  </a:lnTo>
                  <a:lnTo>
                    <a:pt x="180104" y="86947"/>
                  </a:lnTo>
                  <a:lnTo>
                    <a:pt x="183448" y="85036"/>
                  </a:lnTo>
                  <a:lnTo>
                    <a:pt x="186792" y="83125"/>
                  </a:lnTo>
                  <a:lnTo>
                    <a:pt x="187270" y="81214"/>
                  </a:lnTo>
                  <a:lnTo>
                    <a:pt x="186314" y="79303"/>
                  </a:lnTo>
                  <a:lnTo>
                    <a:pt x="184403" y="75959"/>
                  </a:lnTo>
                  <a:lnTo>
                    <a:pt x="182971" y="73570"/>
                  </a:lnTo>
                  <a:lnTo>
                    <a:pt x="179149" y="69749"/>
                  </a:lnTo>
                  <a:lnTo>
                    <a:pt x="179626" y="67360"/>
                  </a:lnTo>
                  <a:lnTo>
                    <a:pt x="179626" y="67360"/>
                  </a:lnTo>
                  <a:lnTo>
                    <a:pt x="181537" y="66405"/>
                  </a:lnTo>
                  <a:lnTo>
                    <a:pt x="186792" y="67838"/>
                  </a:lnTo>
                  <a:lnTo>
                    <a:pt x="188226" y="68315"/>
                  </a:lnTo>
                  <a:lnTo>
                    <a:pt x="190137" y="68793"/>
                  </a:lnTo>
                  <a:lnTo>
                    <a:pt x="194914" y="68793"/>
                  </a:lnTo>
                  <a:lnTo>
                    <a:pt x="198735" y="67838"/>
                  </a:lnTo>
                  <a:lnTo>
                    <a:pt x="202557" y="66405"/>
                  </a:lnTo>
                  <a:lnTo>
                    <a:pt x="203513" y="64971"/>
                  </a:lnTo>
                  <a:lnTo>
                    <a:pt x="203513" y="63060"/>
                  </a:lnTo>
                  <a:lnTo>
                    <a:pt x="203513" y="61627"/>
                  </a:lnTo>
                  <a:lnTo>
                    <a:pt x="203513" y="59239"/>
                  </a:lnTo>
                  <a:lnTo>
                    <a:pt x="202080" y="58283"/>
                  </a:lnTo>
                  <a:lnTo>
                    <a:pt x="201124" y="56850"/>
                  </a:lnTo>
                  <a:lnTo>
                    <a:pt x="201124" y="55894"/>
                  </a:lnTo>
                  <a:lnTo>
                    <a:pt x="202080" y="55417"/>
                  </a:lnTo>
                  <a:lnTo>
                    <a:pt x="203035" y="54461"/>
                  </a:lnTo>
                  <a:lnTo>
                    <a:pt x="203991" y="52550"/>
                  </a:lnTo>
                  <a:lnTo>
                    <a:pt x="205901" y="50162"/>
                  </a:lnTo>
                  <a:lnTo>
                    <a:pt x="207335" y="48251"/>
                  </a:lnTo>
                  <a:lnTo>
                    <a:pt x="208768" y="47295"/>
                  </a:lnTo>
                  <a:lnTo>
                    <a:pt x="210679" y="46340"/>
                  </a:lnTo>
                  <a:lnTo>
                    <a:pt x="211634" y="44429"/>
                  </a:lnTo>
                  <a:lnTo>
                    <a:pt x="212590" y="43474"/>
                  </a:lnTo>
                  <a:lnTo>
                    <a:pt x="213545" y="42040"/>
                  </a:lnTo>
                  <a:lnTo>
                    <a:pt x="214023" y="41563"/>
                  </a:lnTo>
                  <a:lnTo>
                    <a:pt x="213545" y="40607"/>
                  </a:lnTo>
                  <a:lnTo>
                    <a:pt x="213067" y="40129"/>
                  </a:lnTo>
                  <a:lnTo>
                    <a:pt x="212590" y="39174"/>
                  </a:lnTo>
                  <a:lnTo>
                    <a:pt x="212590" y="38218"/>
                  </a:lnTo>
                  <a:lnTo>
                    <a:pt x="213067" y="37263"/>
                  </a:lnTo>
                  <a:lnTo>
                    <a:pt x="213545" y="36308"/>
                  </a:lnTo>
                  <a:lnTo>
                    <a:pt x="213067" y="35352"/>
                  </a:lnTo>
                  <a:lnTo>
                    <a:pt x="213067" y="33441"/>
                  </a:lnTo>
                  <a:lnTo>
                    <a:pt x="212112" y="32486"/>
                  </a:lnTo>
                  <a:lnTo>
                    <a:pt x="211157" y="29619"/>
                  </a:lnTo>
                  <a:lnTo>
                    <a:pt x="210201" y="27231"/>
                  </a:lnTo>
                  <a:lnTo>
                    <a:pt x="209246" y="25798"/>
                  </a:lnTo>
                  <a:lnTo>
                    <a:pt x="208290" y="24842"/>
                  </a:lnTo>
                  <a:lnTo>
                    <a:pt x="205901" y="23409"/>
                  </a:lnTo>
                  <a:lnTo>
                    <a:pt x="205901" y="23409"/>
                  </a:lnTo>
                  <a:lnTo>
                    <a:pt x="205424" y="22453"/>
                  </a:lnTo>
                  <a:lnTo>
                    <a:pt x="206379" y="20542"/>
                  </a:lnTo>
                  <a:lnTo>
                    <a:pt x="207812" y="19587"/>
                  </a:lnTo>
                  <a:lnTo>
                    <a:pt x="210679" y="16721"/>
                  </a:lnTo>
                  <a:lnTo>
                    <a:pt x="212590" y="14810"/>
                  </a:lnTo>
                  <a:lnTo>
                    <a:pt x="214023" y="13376"/>
                  </a:lnTo>
                  <a:lnTo>
                    <a:pt x="215934" y="13854"/>
                  </a:lnTo>
                  <a:lnTo>
                    <a:pt x="216889" y="13854"/>
                  </a:lnTo>
                  <a:lnTo>
                    <a:pt x="217845" y="12421"/>
                  </a:lnTo>
                  <a:lnTo>
                    <a:pt x="219756" y="11466"/>
                  </a:lnTo>
                  <a:lnTo>
                    <a:pt x="223100" y="9077"/>
                  </a:lnTo>
                  <a:lnTo>
                    <a:pt x="224533" y="7644"/>
                  </a:lnTo>
                  <a:lnTo>
                    <a:pt x="226444" y="6688"/>
                  </a:lnTo>
                  <a:lnTo>
                    <a:pt x="227877" y="6688"/>
                  </a:lnTo>
                  <a:lnTo>
                    <a:pt x="229788" y="6210"/>
                  </a:lnTo>
                  <a:lnTo>
                    <a:pt x="232176" y="5255"/>
                  </a:lnTo>
                  <a:lnTo>
                    <a:pt x="233610" y="4777"/>
                  </a:lnTo>
                  <a:lnTo>
                    <a:pt x="236476" y="4300"/>
                  </a:lnTo>
                  <a:lnTo>
                    <a:pt x="241253" y="4300"/>
                  </a:lnTo>
                  <a:lnTo>
                    <a:pt x="243642" y="3822"/>
                  </a:lnTo>
                  <a:lnTo>
                    <a:pt x="249375" y="3344"/>
                  </a:lnTo>
                  <a:lnTo>
                    <a:pt x="255585" y="3344"/>
                  </a:lnTo>
                  <a:lnTo>
                    <a:pt x="256541" y="3344"/>
                  </a:lnTo>
                  <a:lnTo>
                    <a:pt x="259407" y="4300"/>
                  </a:lnTo>
                  <a:lnTo>
                    <a:pt x="261318" y="4777"/>
                  </a:lnTo>
                  <a:lnTo>
                    <a:pt x="261796" y="4777"/>
                  </a:lnTo>
                  <a:lnTo>
                    <a:pt x="265140" y="2867"/>
                  </a:lnTo>
                  <a:lnTo>
                    <a:pt x="269440" y="956"/>
                  </a:lnTo>
                  <a:lnTo>
                    <a:pt x="271828" y="0"/>
                  </a:lnTo>
                  <a:lnTo>
                    <a:pt x="271828" y="0"/>
                  </a:lnTo>
                  <a:lnTo>
                    <a:pt x="272783" y="0"/>
                  </a:lnTo>
                  <a:lnTo>
                    <a:pt x="274694" y="0"/>
                  </a:lnTo>
                  <a:lnTo>
                    <a:pt x="276128" y="478"/>
                  </a:lnTo>
                  <a:lnTo>
                    <a:pt x="277561" y="1433"/>
                  </a:lnTo>
                  <a:lnTo>
                    <a:pt x="278517" y="1911"/>
                  </a:lnTo>
                  <a:lnTo>
                    <a:pt x="279949" y="1433"/>
                  </a:lnTo>
                  <a:lnTo>
                    <a:pt x="281860" y="956"/>
                  </a:lnTo>
                  <a:lnTo>
                    <a:pt x="283771" y="1433"/>
                  </a:lnTo>
                  <a:lnTo>
                    <a:pt x="287593" y="2867"/>
                  </a:lnTo>
                  <a:lnTo>
                    <a:pt x="287593" y="2867"/>
                  </a:lnTo>
                  <a:lnTo>
                    <a:pt x="288549" y="3344"/>
                  </a:lnTo>
                  <a:lnTo>
                    <a:pt x="289504" y="6688"/>
                  </a:lnTo>
                  <a:lnTo>
                    <a:pt x="289982" y="7166"/>
                  </a:lnTo>
                  <a:lnTo>
                    <a:pt x="292371" y="6210"/>
                  </a:lnTo>
                  <a:lnTo>
                    <a:pt x="294281" y="6688"/>
                  </a:lnTo>
                  <a:lnTo>
                    <a:pt x="296192" y="7644"/>
                  </a:lnTo>
                  <a:lnTo>
                    <a:pt x="297626" y="8599"/>
                  </a:lnTo>
                  <a:lnTo>
                    <a:pt x="298581" y="9555"/>
                  </a:lnTo>
                  <a:lnTo>
                    <a:pt x="299537" y="11466"/>
                  </a:lnTo>
                  <a:lnTo>
                    <a:pt x="300014" y="12899"/>
                  </a:lnTo>
                  <a:lnTo>
                    <a:pt x="300014" y="14810"/>
                  </a:lnTo>
                  <a:lnTo>
                    <a:pt x="300014" y="19587"/>
                  </a:lnTo>
                  <a:lnTo>
                    <a:pt x="299537" y="20542"/>
                  </a:lnTo>
                  <a:lnTo>
                    <a:pt x="299059" y="21498"/>
                  </a:lnTo>
                  <a:lnTo>
                    <a:pt x="299059" y="21976"/>
                  </a:lnTo>
                  <a:lnTo>
                    <a:pt x="299059" y="22453"/>
                  </a:lnTo>
                  <a:lnTo>
                    <a:pt x="299537" y="22931"/>
                  </a:lnTo>
                  <a:lnTo>
                    <a:pt x="300970" y="23409"/>
                  </a:lnTo>
                  <a:lnTo>
                    <a:pt x="301925" y="23886"/>
                  </a:lnTo>
                  <a:lnTo>
                    <a:pt x="302881" y="24364"/>
                  </a:lnTo>
                  <a:lnTo>
                    <a:pt x="303836" y="27231"/>
                  </a:lnTo>
                  <a:lnTo>
                    <a:pt x="304314" y="27708"/>
                  </a:lnTo>
                  <a:lnTo>
                    <a:pt x="305747" y="27708"/>
                  </a:lnTo>
                  <a:lnTo>
                    <a:pt x="308613" y="26753"/>
                  </a:lnTo>
                  <a:lnTo>
                    <a:pt x="310524" y="25798"/>
                  </a:lnTo>
                  <a:lnTo>
                    <a:pt x="311480" y="25798"/>
                  </a:lnTo>
                  <a:lnTo>
                    <a:pt x="311958" y="28186"/>
                  </a:lnTo>
                  <a:lnTo>
                    <a:pt x="313390" y="29142"/>
                  </a:lnTo>
                  <a:lnTo>
                    <a:pt x="315301" y="30575"/>
                  </a:lnTo>
                  <a:lnTo>
                    <a:pt x="315779" y="31052"/>
                  </a:lnTo>
                  <a:lnTo>
                    <a:pt x="318168" y="32008"/>
                  </a:lnTo>
                  <a:lnTo>
                    <a:pt x="322467" y="33441"/>
                  </a:lnTo>
                  <a:lnTo>
                    <a:pt x="326289" y="34397"/>
                  </a:lnTo>
                  <a:lnTo>
                    <a:pt x="329633" y="34874"/>
                  </a:lnTo>
                  <a:lnTo>
                    <a:pt x="331067" y="34874"/>
                  </a:lnTo>
                  <a:lnTo>
                    <a:pt x="332022" y="34874"/>
                  </a:lnTo>
                  <a:lnTo>
                    <a:pt x="334888" y="34874"/>
                  </a:lnTo>
                  <a:lnTo>
                    <a:pt x="336322" y="34397"/>
                  </a:lnTo>
                  <a:lnTo>
                    <a:pt x="336322" y="34397"/>
                  </a:lnTo>
                  <a:lnTo>
                    <a:pt x="336322" y="3439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0" name="Freeform 5239">
              <a:extLst>
                <a:ext uri="{FF2B5EF4-FFF2-40B4-BE49-F238E27FC236}">
                  <a16:creationId xmlns:a16="http://schemas.microsoft.com/office/drawing/2014/main" id="{E748690E-8711-184B-D0F3-804DB58F773A}"/>
                </a:ext>
              </a:extLst>
            </p:cNvPr>
            <p:cNvSpPr/>
            <p:nvPr/>
          </p:nvSpPr>
          <p:spPr>
            <a:xfrm>
              <a:off x="7333796" y="4173564"/>
              <a:ext cx="2866" cy="5254"/>
            </a:xfrm>
            <a:custGeom>
              <a:avLst/>
              <a:gdLst>
                <a:gd name="csX0" fmla="*/ 2866 w 2866"/>
                <a:gd name="csY0" fmla="*/ 0 h 5254"/>
                <a:gd name="csX1" fmla="*/ 2866 w 2866"/>
                <a:gd name="csY1" fmla="*/ 0 h 5254"/>
                <a:gd name="csX2" fmla="*/ 2389 w 2866"/>
                <a:gd name="csY2" fmla="*/ 1433 h 5254"/>
                <a:gd name="csX3" fmla="*/ 0 w 2866"/>
                <a:gd name="csY3" fmla="*/ 52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66" h="5254">
                  <a:moveTo>
                    <a:pt x="2866" y="0"/>
                  </a:moveTo>
                  <a:lnTo>
                    <a:pt x="2866" y="0"/>
                  </a:lnTo>
                  <a:lnTo>
                    <a:pt x="2389" y="1433"/>
                  </a:lnTo>
                  <a:lnTo>
                    <a:pt x="0" y="52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1" name="Freeform 5240">
              <a:extLst>
                <a:ext uri="{FF2B5EF4-FFF2-40B4-BE49-F238E27FC236}">
                  <a16:creationId xmlns:a16="http://schemas.microsoft.com/office/drawing/2014/main" id="{C2113BD1-E3F0-6F4B-2D86-D38D37D1B3F7}"/>
                </a:ext>
              </a:extLst>
            </p:cNvPr>
            <p:cNvSpPr/>
            <p:nvPr/>
          </p:nvSpPr>
          <p:spPr>
            <a:xfrm>
              <a:off x="7336662" y="4046966"/>
              <a:ext cx="89813" cy="126598"/>
            </a:xfrm>
            <a:custGeom>
              <a:avLst/>
              <a:gdLst>
                <a:gd name="csX0" fmla="*/ 89813 w 89813"/>
                <a:gd name="csY0" fmla="*/ 0 h 126598"/>
                <a:gd name="csX1" fmla="*/ 87902 w 89813"/>
                <a:gd name="csY1" fmla="*/ 1433 h 126598"/>
                <a:gd name="csX2" fmla="*/ 85514 w 89813"/>
                <a:gd name="csY2" fmla="*/ 2866 h 126598"/>
                <a:gd name="csX3" fmla="*/ 82647 w 89813"/>
                <a:gd name="csY3" fmla="*/ 4300 h 126598"/>
                <a:gd name="csX4" fmla="*/ 79781 w 89813"/>
                <a:gd name="csY4" fmla="*/ 5733 h 126598"/>
                <a:gd name="csX5" fmla="*/ 78348 w 89813"/>
                <a:gd name="csY5" fmla="*/ 6688 h 126598"/>
                <a:gd name="csX6" fmla="*/ 77393 w 89813"/>
                <a:gd name="csY6" fmla="*/ 7166 h 126598"/>
                <a:gd name="csX7" fmla="*/ 75004 w 89813"/>
                <a:gd name="csY7" fmla="*/ 8599 h 126598"/>
                <a:gd name="csX8" fmla="*/ 74526 w 89813"/>
                <a:gd name="csY8" fmla="*/ 9555 h 126598"/>
                <a:gd name="csX9" fmla="*/ 74048 w 89813"/>
                <a:gd name="csY9" fmla="*/ 10988 h 126598"/>
                <a:gd name="csX10" fmla="*/ 74048 w 89813"/>
                <a:gd name="csY10" fmla="*/ 11466 h 126598"/>
                <a:gd name="csX11" fmla="*/ 74048 w 89813"/>
                <a:gd name="csY11" fmla="*/ 11466 h 126598"/>
                <a:gd name="csX12" fmla="*/ 72138 w 89813"/>
                <a:gd name="csY12" fmla="*/ 12421 h 126598"/>
                <a:gd name="csX13" fmla="*/ 72138 w 89813"/>
                <a:gd name="csY13" fmla="*/ 12421 h 126598"/>
                <a:gd name="csX14" fmla="*/ 69749 w 89813"/>
                <a:gd name="csY14" fmla="*/ 13376 h 126598"/>
                <a:gd name="csX15" fmla="*/ 69271 w 89813"/>
                <a:gd name="csY15" fmla="*/ 13854 h 126598"/>
                <a:gd name="csX16" fmla="*/ 69271 w 89813"/>
                <a:gd name="csY16" fmla="*/ 13854 h 126598"/>
                <a:gd name="csX17" fmla="*/ 69271 w 89813"/>
                <a:gd name="csY17" fmla="*/ 14332 h 126598"/>
                <a:gd name="csX18" fmla="*/ 68316 w 89813"/>
                <a:gd name="csY18" fmla="*/ 15765 h 126598"/>
                <a:gd name="csX19" fmla="*/ 65927 w 89813"/>
                <a:gd name="csY19" fmla="*/ 16721 h 126598"/>
                <a:gd name="csX20" fmla="*/ 64493 w 89813"/>
                <a:gd name="csY20" fmla="*/ 16721 h 126598"/>
                <a:gd name="csX21" fmla="*/ 63538 w 89813"/>
                <a:gd name="csY21" fmla="*/ 16721 h 126598"/>
                <a:gd name="csX22" fmla="*/ 57806 w 89813"/>
                <a:gd name="csY22" fmla="*/ 18632 h 126598"/>
                <a:gd name="csX23" fmla="*/ 54939 w 89813"/>
                <a:gd name="csY23" fmla="*/ 18632 h 126598"/>
                <a:gd name="csX24" fmla="*/ 53028 w 89813"/>
                <a:gd name="csY24" fmla="*/ 19587 h 126598"/>
                <a:gd name="csX25" fmla="*/ 51595 w 89813"/>
                <a:gd name="csY25" fmla="*/ 21020 h 126598"/>
                <a:gd name="csX26" fmla="*/ 48729 w 89813"/>
                <a:gd name="csY26" fmla="*/ 21975 h 126598"/>
                <a:gd name="csX27" fmla="*/ 46340 w 89813"/>
                <a:gd name="csY27" fmla="*/ 21975 h 126598"/>
                <a:gd name="csX28" fmla="*/ 43474 w 89813"/>
                <a:gd name="csY28" fmla="*/ 21498 h 126598"/>
                <a:gd name="csX29" fmla="*/ 39652 w 89813"/>
                <a:gd name="csY29" fmla="*/ 20065 h 126598"/>
                <a:gd name="csX30" fmla="*/ 38218 w 89813"/>
                <a:gd name="csY30" fmla="*/ 19109 h 126598"/>
                <a:gd name="csX31" fmla="*/ 36786 w 89813"/>
                <a:gd name="csY31" fmla="*/ 19109 h 126598"/>
                <a:gd name="csX32" fmla="*/ 33441 w 89813"/>
                <a:gd name="csY32" fmla="*/ 19109 h 126598"/>
                <a:gd name="csX33" fmla="*/ 30097 w 89813"/>
                <a:gd name="csY33" fmla="*/ 18154 h 126598"/>
                <a:gd name="csX34" fmla="*/ 26275 w 89813"/>
                <a:gd name="csY34" fmla="*/ 17198 h 126598"/>
                <a:gd name="csX35" fmla="*/ 24365 w 89813"/>
                <a:gd name="csY35" fmla="*/ 17198 h 126598"/>
                <a:gd name="csX36" fmla="*/ 20543 w 89813"/>
                <a:gd name="csY36" fmla="*/ 16243 h 126598"/>
                <a:gd name="csX37" fmla="*/ 18154 w 89813"/>
                <a:gd name="csY37" fmla="*/ 17198 h 126598"/>
                <a:gd name="csX38" fmla="*/ 15765 w 89813"/>
                <a:gd name="csY38" fmla="*/ 18154 h 126598"/>
                <a:gd name="csX39" fmla="*/ 15288 w 89813"/>
                <a:gd name="csY39" fmla="*/ 18154 h 126598"/>
                <a:gd name="csX40" fmla="*/ 13854 w 89813"/>
                <a:gd name="csY40" fmla="*/ 18632 h 126598"/>
                <a:gd name="csX41" fmla="*/ 13854 w 89813"/>
                <a:gd name="csY41" fmla="*/ 18632 h 126598"/>
                <a:gd name="csX42" fmla="*/ 12421 w 89813"/>
                <a:gd name="csY42" fmla="*/ 21498 h 126598"/>
                <a:gd name="csX43" fmla="*/ 11466 w 89813"/>
                <a:gd name="csY43" fmla="*/ 22453 h 126598"/>
                <a:gd name="csX44" fmla="*/ 10988 w 89813"/>
                <a:gd name="csY44" fmla="*/ 23886 h 126598"/>
                <a:gd name="csX45" fmla="*/ 10510 w 89813"/>
                <a:gd name="csY45" fmla="*/ 24842 h 126598"/>
                <a:gd name="csX46" fmla="*/ 10988 w 89813"/>
                <a:gd name="csY46" fmla="*/ 25798 h 126598"/>
                <a:gd name="csX47" fmla="*/ 10988 w 89813"/>
                <a:gd name="csY47" fmla="*/ 25798 h 126598"/>
                <a:gd name="csX48" fmla="*/ 12899 w 89813"/>
                <a:gd name="csY48" fmla="*/ 26753 h 126598"/>
                <a:gd name="csX49" fmla="*/ 13854 w 89813"/>
                <a:gd name="csY49" fmla="*/ 27708 h 126598"/>
                <a:gd name="csX50" fmla="*/ 14332 w 89813"/>
                <a:gd name="csY50" fmla="*/ 29141 h 126598"/>
                <a:gd name="csX51" fmla="*/ 13377 w 89813"/>
                <a:gd name="csY51" fmla="*/ 30097 h 126598"/>
                <a:gd name="csX52" fmla="*/ 12899 w 89813"/>
                <a:gd name="csY52" fmla="*/ 30575 h 126598"/>
                <a:gd name="csX53" fmla="*/ 12899 w 89813"/>
                <a:gd name="csY53" fmla="*/ 31530 h 126598"/>
                <a:gd name="csX54" fmla="*/ 12899 w 89813"/>
                <a:gd name="csY54" fmla="*/ 32008 h 126598"/>
                <a:gd name="csX55" fmla="*/ 13377 w 89813"/>
                <a:gd name="csY55" fmla="*/ 32486 h 126598"/>
                <a:gd name="csX56" fmla="*/ 13854 w 89813"/>
                <a:gd name="csY56" fmla="*/ 32486 h 126598"/>
                <a:gd name="csX57" fmla="*/ 16721 w 89813"/>
                <a:gd name="csY57" fmla="*/ 32963 h 126598"/>
                <a:gd name="csX58" fmla="*/ 18632 w 89813"/>
                <a:gd name="csY58" fmla="*/ 32963 h 126598"/>
                <a:gd name="csX59" fmla="*/ 19587 w 89813"/>
                <a:gd name="csY59" fmla="*/ 33441 h 126598"/>
                <a:gd name="csX60" fmla="*/ 19587 w 89813"/>
                <a:gd name="csY60" fmla="*/ 34397 h 126598"/>
                <a:gd name="csX61" fmla="*/ 19109 w 89813"/>
                <a:gd name="csY61" fmla="*/ 35352 h 126598"/>
                <a:gd name="csX62" fmla="*/ 16243 w 89813"/>
                <a:gd name="csY62" fmla="*/ 36785 h 126598"/>
                <a:gd name="csX63" fmla="*/ 14810 w 89813"/>
                <a:gd name="csY63" fmla="*/ 37741 h 126598"/>
                <a:gd name="csX64" fmla="*/ 14810 w 89813"/>
                <a:gd name="csY64" fmla="*/ 37741 h 126598"/>
                <a:gd name="csX65" fmla="*/ 13854 w 89813"/>
                <a:gd name="csY65" fmla="*/ 39174 h 126598"/>
                <a:gd name="csX66" fmla="*/ 14332 w 89813"/>
                <a:gd name="csY66" fmla="*/ 40129 h 126598"/>
                <a:gd name="csX67" fmla="*/ 14810 w 89813"/>
                <a:gd name="csY67" fmla="*/ 41085 h 126598"/>
                <a:gd name="csX68" fmla="*/ 15765 w 89813"/>
                <a:gd name="csY68" fmla="*/ 42040 h 126598"/>
                <a:gd name="csX69" fmla="*/ 17199 w 89813"/>
                <a:gd name="csY69" fmla="*/ 42996 h 126598"/>
                <a:gd name="csX70" fmla="*/ 17676 w 89813"/>
                <a:gd name="csY70" fmla="*/ 43951 h 126598"/>
                <a:gd name="csX71" fmla="*/ 17199 w 89813"/>
                <a:gd name="csY71" fmla="*/ 44907 h 126598"/>
                <a:gd name="csX72" fmla="*/ 16721 w 89813"/>
                <a:gd name="csY72" fmla="*/ 46340 h 126598"/>
                <a:gd name="csX73" fmla="*/ 15765 w 89813"/>
                <a:gd name="csY73" fmla="*/ 48251 h 126598"/>
                <a:gd name="csX74" fmla="*/ 15288 w 89813"/>
                <a:gd name="csY74" fmla="*/ 48728 h 126598"/>
                <a:gd name="csX75" fmla="*/ 14332 w 89813"/>
                <a:gd name="csY75" fmla="*/ 49684 h 126598"/>
                <a:gd name="csX76" fmla="*/ 14332 w 89813"/>
                <a:gd name="csY76" fmla="*/ 50162 h 126598"/>
                <a:gd name="csX77" fmla="*/ 14810 w 89813"/>
                <a:gd name="csY77" fmla="*/ 50639 h 126598"/>
                <a:gd name="csX78" fmla="*/ 15765 w 89813"/>
                <a:gd name="csY78" fmla="*/ 51595 h 126598"/>
                <a:gd name="csX79" fmla="*/ 15765 w 89813"/>
                <a:gd name="csY79" fmla="*/ 51595 h 126598"/>
                <a:gd name="csX80" fmla="*/ 17199 w 89813"/>
                <a:gd name="csY80" fmla="*/ 53028 h 126598"/>
                <a:gd name="csX81" fmla="*/ 17199 w 89813"/>
                <a:gd name="csY81" fmla="*/ 53028 h 126598"/>
                <a:gd name="csX82" fmla="*/ 19109 w 89813"/>
                <a:gd name="csY82" fmla="*/ 54461 h 126598"/>
                <a:gd name="csX83" fmla="*/ 20065 w 89813"/>
                <a:gd name="csY83" fmla="*/ 54461 h 126598"/>
                <a:gd name="csX84" fmla="*/ 20065 w 89813"/>
                <a:gd name="csY84" fmla="*/ 54461 h 126598"/>
                <a:gd name="csX85" fmla="*/ 20543 w 89813"/>
                <a:gd name="csY85" fmla="*/ 54939 h 126598"/>
                <a:gd name="csX86" fmla="*/ 21020 w 89813"/>
                <a:gd name="csY86" fmla="*/ 56372 h 126598"/>
                <a:gd name="csX87" fmla="*/ 21020 w 89813"/>
                <a:gd name="csY87" fmla="*/ 57805 h 126598"/>
                <a:gd name="csX88" fmla="*/ 20543 w 89813"/>
                <a:gd name="csY88" fmla="*/ 58761 h 126598"/>
                <a:gd name="csX89" fmla="*/ 21498 w 89813"/>
                <a:gd name="csY89" fmla="*/ 59716 h 126598"/>
                <a:gd name="csX90" fmla="*/ 24365 w 89813"/>
                <a:gd name="csY90" fmla="*/ 59716 h 126598"/>
                <a:gd name="csX91" fmla="*/ 24365 w 89813"/>
                <a:gd name="csY91" fmla="*/ 59716 h 126598"/>
                <a:gd name="csX92" fmla="*/ 26275 w 89813"/>
                <a:gd name="csY92" fmla="*/ 60194 h 126598"/>
                <a:gd name="csX93" fmla="*/ 26275 w 89813"/>
                <a:gd name="csY93" fmla="*/ 60194 h 126598"/>
                <a:gd name="csX94" fmla="*/ 27231 w 89813"/>
                <a:gd name="csY94" fmla="*/ 59716 h 126598"/>
                <a:gd name="csX95" fmla="*/ 27709 w 89813"/>
                <a:gd name="csY95" fmla="*/ 60194 h 126598"/>
                <a:gd name="csX96" fmla="*/ 27231 w 89813"/>
                <a:gd name="csY96" fmla="*/ 63060 h 126598"/>
                <a:gd name="csX97" fmla="*/ 27709 w 89813"/>
                <a:gd name="csY97" fmla="*/ 64971 h 126598"/>
                <a:gd name="csX98" fmla="*/ 28186 w 89813"/>
                <a:gd name="csY98" fmla="*/ 65927 h 126598"/>
                <a:gd name="csX99" fmla="*/ 28186 w 89813"/>
                <a:gd name="csY99" fmla="*/ 65927 h 126598"/>
                <a:gd name="csX100" fmla="*/ 30097 w 89813"/>
                <a:gd name="csY100" fmla="*/ 66405 h 126598"/>
                <a:gd name="csX101" fmla="*/ 33919 w 89813"/>
                <a:gd name="csY101" fmla="*/ 66405 h 126598"/>
                <a:gd name="csX102" fmla="*/ 34397 w 89813"/>
                <a:gd name="csY102" fmla="*/ 66405 h 126598"/>
                <a:gd name="csX103" fmla="*/ 36308 w 89813"/>
                <a:gd name="csY103" fmla="*/ 67360 h 126598"/>
                <a:gd name="csX104" fmla="*/ 36308 w 89813"/>
                <a:gd name="csY104" fmla="*/ 67360 h 126598"/>
                <a:gd name="csX105" fmla="*/ 39174 w 89813"/>
                <a:gd name="csY105" fmla="*/ 68315 h 126598"/>
                <a:gd name="csX106" fmla="*/ 40607 w 89813"/>
                <a:gd name="csY106" fmla="*/ 69271 h 126598"/>
                <a:gd name="csX107" fmla="*/ 41085 w 89813"/>
                <a:gd name="csY107" fmla="*/ 70226 h 126598"/>
                <a:gd name="csX108" fmla="*/ 41085 w 89813"/>
                <a:gd name="csY108" fmla="*/ 71659 h 126598"/>
                <a:gd name="csX109" fmla="*/ 39652 w 89813"/>
                <a:gd name="csY109" fmla="*/ 73093 h 126598"/>
                <a:gd name="csX110" fmla="*/ 39652 w 89813"/>
                <a:gd name="csY110" fmla="*/ 73093 h 126598"/>
                <a:gd name="csX111" fmla="*/ 37263 w 89813"/>
                <a:gd name="csY111" fmla="*/ 74048 h 126598"/>
                <a:gd name="csX112" fmla="*/ 36786 w 89813"/>
                <a:gd name="csY112" fmla="*/ 74048 h 126598"/>
                <a:gd name="csX113" fmla="*/ 35830 w 89813"/>
                <a:gd name="csY113" fmla="*/ 74526 h 126598"/>
                <a:gd name="csX114" fmla="*/ 33441 w 89813"/>
                <a:gd name="csY114" fmla="*/ 75481 h 126598"/>
                <a:gd name="csX115" fmla="*/ 29142 w 89813"/>
                <a:gd name="csY115" fmla="*/ 77392 h 126598"/>
                <a:gd name="csX116" fmla="*/ 27709 w 89813"/>
                <a:gd name="csY116" fmla="*/ 78348 h 126598"/>
                <a:gd name="csX117" fmla="*/ 27231 w 89813"/>
                <a:gd name="csY117" fmla="*/ 78825 h 126598"/>
                <a:gd name="csX118" fmla="*/ 25798 w 89813"/>
                <a:gd name="csY118" fmla="*/ 80258 h 126598"/>
                <a:gd name="csX119" fmla="*/ 24842 w 89813"/>
                <a:gd name="csY119" fmla="*/ 81214 h 126598"/>
                <a:gd name="csX120" fmla="*/ 24842 w 89813"/>
                <a:gd name="csY120" fmla="*/ 81214 h 126598"/>
                <a:gd name="csX121" fmla="*/ 24842 w 89813"/>
                <a:gd name="csY121" fmla="*/ 82647 h 126598"/>
                <a:gd name="csX122" fmla="*/ 26275 w 89813"/>
                <a:gd name="csY122" fmla="*/ 86469 h 126598"/>
                <a:gd name="csX123" fmla="*/ 26275 w 89813"/>
                <a:gd name="csY123" fmla="*/ 87902 h 126598"/>
                <a:gd name="csX124" fmla="*/ 25320 w 89813"/>
                <a:gd name="csY124" fmla="*/ 92202 h 126598"/>
                <a:gd name="csX125" fmla="*/ 24842 w 89813"/>
                <a:gd name="csY125" fmla="*/ 93635 h 126598"/>
                <a:gd name="csX126" fmla="*/ 25320 w 89813"/>
                <a:gd name="csY126" fmla="*/ 94590 h 126598"/>
                <a:gd name="csX127" fmla="*/ 26753 w 89813"/>
                <a:gd name="csY127" fmla="*/ 95068 h 126598"/>
                <a:gd name="csX128" fmla="*/ 26753 w 89813"/>
                <a:gd name="csY128" fmla="*/ 96024 h 126598"/>
                <a:gd name="csX129" fmla="*/ 27231 w 89813"/>
                <a:gd name="csY129" fmla="*/ 96979 h 126598"/>
                <a:gd name="csX130" fmla="*/ 24842 w 89813"/>
                <a:gd name="csY130" fmla="*/ 98412 h 126598"/>
                <a:gd name="csX131" fmla="*/ 21976 w 89813"/>
                <a:gd name="csY131" fmla="*/ 99846 h 126598"/>
                <a:gd name="csX132" fmla="*/ 21976 w 89813"/>
                <a:gd name="csY132" fmla="*/ 99846 h 126598"/>
                <a:gd name="csX133" fmla="*/ 21498 w 89813"/>
                <a:gd name="csY133" fmla="*/ 99846 h 126598"/>
                <a:gd name="csX134" fmla="*/ 21498 w 89813"/>
                <a:gd name="csY134" fmla="*/ 99846 h 126598"/>
                <a:gd name="csX135" fmla="*/ 19109 w 89813"/>
                <a:gd name="csY135" fmla="*/ 102234 h 126598"/>
                <a:gd name="csX136" fmla="*/ 14810 w 89813"/>
                <a:gd name="csY136" fmla="*/ 107489 h 126598"/>
                <a:gd name="csX137" fmla="*/ 14810 w 89813"/>
                <a:gd name="csY137" fmla="*/ 107489 h 126598"/>
                <a:gd name="csX138" fmla="*/ 12421 w 89813"/>
                <a:gd name="csY138" fmla="*/ 109400 h 126598"/>
                <a:gd name="csX139" fmla="*/ 12421 w 89813"/>
                <a:gd name="csY139" fmla="*/ 109400 h 126598"/>
                <a:gd name="csX140" fmla="*/ 12421 w 89813"/>
                <a:gd name="csY140" fmla="*/ 110355 h 126598"/>
                <a:gd name="csX141" fmla="*/ 12421 w 89813"/>
                <a:gd name="csY141" fmla="*/ 111311 h 126598"/>
                <a:gd name="csX142" fmla="*/ 12899 w 89813"/>
                <a:gd name="csY142" fmla="*/ 112744 h 126598"/>
                <a:gd name="csX143" fmla="*/ 13377 w 89813"/>
                <a:gd name="csY143" fmla="*/ 113700 h 126598"/>
                <a:gd name="csX144" fmla="*/ 12421 w 89813"/>
                <a:gd name="csY144" fmla="*/ 115133 h 126598"/>
                <a:gd name="csX145" fmla="*/ 10988 w 89813"/>
                <a:gd name="csY145" fmla="*/ 116566 h 126598"/>
                <a:gd name="csX146" fmla="*/ 7644 w 89813"/>
                <a:gd name="csY146" fmla="*/ 117999 h 126598"/>
                <a:gd name="csX147" fmla="*/ 3822 w 89813"/>
                <a:gd name="csY147" fmla="*/ 118955 h 126598"/>
                <a:gd name="csX148" fmla="*/ 2389 w 89813"/>
                <a:gd name="csY148" fmla="*/ 119910 h 126598"/>
                <a:gd name="csX149" fmla="*/ 956 w 89813"/>
                <a:gd name="csY149" fmla="*/ 123254 h 126598"/>
                <a:gd name="csX150" fmla="*/ 0 w 89813"/>
                <a:gd name="csY150" fmla="*/ 126598 h 126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</a:cxnLst>
              <a:rect l="l" t="t" r="r" b="b"/>
              <a:pathLst>
                <a:path w="89813" h="126598">
                  <a:moveTo>
                    <a:pt x="89813" y="0"/>
                  </a:moveTo>
                  <a:lnTo>
                    <a:pt x="87902" y="1433"/>
                  </a:lnTo>
                  <a:lnTo>
                    <a:pt x="85514" y="2866"/>
                  </a:lnTo>
                  <a:lnTo>
                    <a:pt x="82647" y="4300"/>
                  </a:lnTo>
                  <a:lnTo>
                    <a:pt x="79781" y="5733"/>
                  </a:lnTo>
                  <a:lnTo>
                    <a:pt x="78348" y="6688"/>
                  </a:lnTo>
                  <a:lnTo>
                    <a:pt x="77393" y="7166"/>
                  </a:lnTo>
                  <a:lnTo>
                    <a:pt x="75004" y="8599"/>
                  </a:lnTo>
                  <a:lnTo>
                    <a:pt x="74526" y="9555"/>
                  </a:lnTo>
                  <a:lnTo>
                    <a:pt x="74048" y="10988"/>
                  </a:lnTo>
                  <a:lnTo>
                    <a:pt x="74048" y="11466"/>
                  </a:lnTo>
                  <a:lnTo>
                    <a:pt x="74048" y="11466"/>
                  </a:lnTo>
                  <a:lnTo>
                    <a:pt x="72138" y="12421"/>
                  </a:lnTo>
                  <a:lnTo>
                    <a:pt x="72138" y="12421"/>
                  </a:lnTo>
                  <a:lnTo>
                    <a:pt x="69749" y="13376"/>
                  </a:lnTo>
                  <a:lnTo>
                    <a:pt x="69271" y="13854"/>
                  </a:lnTo>
                  <a:lnTo>
                    <a:pt x="69271" y="13854"/>
                  </a:lnTo>
                  <a:lnTo>
                    <a:pt x="69271" y="14332"/>
                  </a:lnTo>
                  <a:lnTo>
                    <a:pt x="68316" y="15765"/>
                  </a:lnTo>
                  <a:lnTo>
                    <a:pt x="65927" y="16721"/>
                  </a:lnTo>
                  <a:lnTo>
                    <a:pt x="64493" y="16721"/>
                  </a:lnTo>
                  <a:lnTo>
                    <a:pt x="63538" y="16721"/>
                  </a:lnTo>
                  <a:lnTo>
                    <a:pt x="57806" y="18632"/>
                  </a:lnTo>
                  <a:lnTo>
                    <a:pt x="54939" y="18632"/>
                  </a:lnTo>
                  <a:lnTo>
                    <a:pt x="53028" y="19587"/>
                  </a:lnTo>
                  <a:lnTo>
                    <a:pt x="51595" y="21020"/>
                  </a:lnTo>
                  <a:lnTo>
                    <a:pt x="48729" y="21975"/>
                  </a:lnTo>
                  <a:lnTo>
                    <a:pt x="46340" y="21975"/>
                  </a:lnTo>
                  <a:lnTo>
                    <a:pt x="43474" y="21498"/>
                  </a:lnTo>
                  <a:lnTo>
                    <a:pt x="39652" y="20065"/>
                  </a:lnTo>
                  <a:lnTo>
                    <a:pt x="38218" y="19109"/>
                  </a:lnTo>
                  <a:lnTo>
                    <a:pt x="36786" y="19109"/>
                  </a:lnTo>
                  <a:lnTo>
                    <a:pt x="33441" y="19109"/>
                  </a:lnTo>
                  <a:lnTo>
                    <a:pt x="30097" y="18154"/>
                  </a:lnTo>
                  <a:lnTo>
                    <a:pt x="26275" y="17198"/>
                  </a:lnTo>
                  <a:lnTo>
                    <a:pt x="24365" y="17198"/>
                  </a:lnTo>
                  <a:lnTo>
                    <a:pt x="20543" y="16243"/>
                  </a:lnTo>
                  <a:lnTo>
                    <a:pt x="18154" y="17198"/>
                  </a:lnTo>
                  <a:lnTo>
                    <a:pt x="15765" y="18154"/>
                  </a:lnTo>
                  <a:lnTo>
                    <a:pt x="15288" y="18154"/>
                  </a:lnTo>
                  <a:lnTo>
                    <a:pt x="13854" y="18632"/>
                  </a:lnTo>
                  <a:lnTo>
                    <a:pt x="13854" y="18632"/>
                  </a:lnTo>
                  <a:lnTo>
                    <a:pt x="12421" y="21498"/>
                  </a:lnTo>
                  <a:lnTo>
                    <a:pt x="11466" y="22453"/>
                  </a:lnTo>
                  <a:lnTo>
                    <a:pt x="10988" y="23886"/>
                  </a:lnTo>
                  <a:lnTo>
                    <a:pt x="10510" y="24842"/>
                  </a:lnTo>
                  <a:lnTo>
                    <a:pt x="10988" y="25798"/>
                  </a:lnTo>
                  <a:lnTo>
                    <a:pt x="10988" y="25798"/>
                  </a:lnTo>
                  <a:lnTo>
                    <a:pt x="12899" y="26753"/>
                  </a:lnTo>
                  <a:lnTo>
                    <a:pt x="13854" y="27708"/>
                  </a:lnTo>
                  <a:lnTo>
                    <a:pt x="14332" y="29141"/>
                  </a:lnTo>
                  <a:lnTo>
                    <a:pt x="13377" y="30097"/>
                  </a:lnTo>
                  <a:lnTo>
                    <a:pt x="12899" y="30575"/>
                  </a:lnTo>
                  <a:lnTo>
                    <a:pt x="12899" y="31530"/>
                  </a:lnTo>
                  <a:lnTo>
                    <a:pt x="12899" y="32008"/>
                  </a:lnTo>
                  <a:lnTo>
                    <a:pt x="13377" y="32486"/>
                  </a:lnTo>
                  <a:lnTo>
                    <a:pt x="13854" y="32486"/>
                  </a:lnTo>
                  <a:lnTo>
                    <a:pt x="16721" y="32963"/>
                  </a:lnTo>
                  <a:lnTo>
                    <a:pt x="18632" y="32963"/>
                  </a:lnTo>
                  <a:lnTo>
                    <a:pt x="19587" y="33441"/>
                  </a:lnTo>
                  <a:lnTo>
                    <a:pt x="19587" y="34397"/>
                  </a:lnTo>
                  <a:lnTo>
                    <a:pt x="19109" y="35352"/>
                  </a:lnTo>
                  <a:lnTo>
                    <a:pt x="16243" y="36785"/>
                  </a:lnTo>
                  <a:lnTo>
                    <a:pt x="14810" y="37741"/>
                  </a:lnTo>
                  <a:lnTo>
                    <a:pt x="14810" y="37741"/>
                  </a:lnTo>
                  <a:lnTo>
                    <a:pt x="13854" y="39174"/>
                  </a:lnTo>
                  <a:lnTo>
                    <a:pt x="14332" y="40129"/>
                  </a:lnTo>
                  <a:lnTo>
                    <a:pt x="14810" y="41085"/>
                  </a:lnTo>
                  <a:lnTo>
                    <a:pt x="15765" y="42040"/>
                  </a:lnTo>
                  <a:lnTo>
                    <a:pt x="17199" y="42996"/>
                  </a:lnTo>
                  <a:lnTo>
                    <a:pt x="17676" y="43951"/>
                  </a:lnTo>
                  <a:lnTo>
                    <a:pt x="17199" y="44907"/>
                  </a:lnTo>
                  <a:lnTo>
                    <a:pt x="16721" y="46340"/>
                  </a:lnTo>
                  <a:lnTo>
                    <a:pt x="15765" y="48251"/>
                  </a:lnTo>
                  <a:lnTo>
                    <a:pt x="15288" y="48728"/>
                  </a:lnTo>
                  <a:lnTo>
                    <a:pt x="14332" y="49684"/>
                  </a:lnTo>
                  <a:lnTo>
                    <a:pt x="14332" y="50162"/>
                  </a:lnTo>
                  <a:lnTo>
                    <a:pt x="14810" y="50639"/>
                  </a:lnTo>
                  <a:lnTo>
                    <a:pt x="15765" y="51595"/>
                  </a:lnTo>
                  <a:lnTo>
                    <a:pt x="15765" y="51595"/>
                  </a:lnTo>
                  <a:lnTo>
                    <a:pt x="17199" y="53028"/>
                  </a:lnTo>
                  <a:lnTo>
                    <a:pt x="17199" y="53028"/>
                  </a:lnTo>
                  <a:lnTo>
                    <a:pt x="19109" y="54461"/>
                  </a:lnTo>
                  <a:lnTo>
                    <a:pt x="20065" y="54461"/>
                  </a:lnTo>
                  <a:lnTo>
                    <a:pt x="20065" y="54461"/>
                  </a:lnTo>
                  <a:lnTo>
                    <a:pt x="20543" y="54939"/>
                  </a:lnTo>
                  <a:lnTo>
                    <a:pt x="21020" y="56372"/>
                  </a:lnTo>
                  <a:lnTo>
                    <a:pt x="21020" y="57805"/>
                  </a:lnTo>
                  <a:lnTo>
                    <a:pt x="20543" y="58761"/>
                  </a:lnTo>
                  <a:lnTo>
                    <a:pt x="21498" y="59716"/>
                  </a:lnTo>
                  <a:lnTo>
                    <a:pt x="24365" y="59716"/>
                  </a:lnTo>
                  <a:lnTo>
                    <a:pt x="24365" y="59716"/>
                  </a:lnTo>
                  <a:lnTo>
                    <a:pt x="26275" y="60194"/>
                  </a:lnTo>
                  <a:lnTo>
                    <a:pt x="26275" y="60194"/>
                  </a:lnTo>
                  <a:lnTo>
                    <a:pt x="27231" y="59716"/>
                  </a:lnTo>
                  <a:lnTo>
                    <a:pt x="27709" y="60194"/>
                  </a:lnTo>
                  <a:lnTo>
                    <a:pt x="27231" y="63060"/>
                  </a:lnTo>
                  <a:lnTo>
                    <a:pt x="27709" y="64971"/>
                  </a:lnTo>
                  <a:lnTo>
                    <a:pt x="28186" y="65927"/>
                  </a:lnTo>
                  <a:lnTo>
                    <a:pt x="28186" y="65927"/>
                  </a:lnTo>
                  <a:lnTo>
                    <a:pt x="30097" y="66405"/>
                  </a:lnTo>
                  <a:lnTo>
                    <a:pt x="33919" y="66405"/>
                  </a:lnTo>
                  <a:lnTo>
                    <a:pt x="34397" y="66405"/>
                  </a:lnTo>
                  <a:lnTo>
                    <a:pt x="36308" y="67360"/>
                  </a:lnTo>
                  <a:lnTo>
                    <a:pt x="36308" y="67360"/>
                  </a:lnTo>
                  <a:lnTo>
                    <a:pt x="39174" y="68315"/>
                  </a:lnTo>
                  <a:lnTo>
                    <a:pt x="40607" y="69271"/>
                  </a:lnTo>
                  <a:lnTo>
                    <a:pt x="41085" y="70226"/>
                  </a:lnTo>
                  <a:lnTo>
                    <a:pt x="41085" y="71659"/>
                  </a:lnTo>
                  <a:lnTo>
                    <a:pt x="39652" y="73093"/>
                  </a:lnTo>
                  <a:lnTo>
                    <a:pt x="39652" y="73093"/>
                  </a:lnTo>
                  <a:lnTo>
                    <a:pt x="37263" y="74048"/>
                  </a:lnTo>
                  <a:lnTo>
                    <a:pt x="36786" y="74048"/>
                  </a:lnTo>
                  <a:lnTo>
                    <a:pt x="35830" y="74526"/>
                  </a:lnTo>
                  <a:lnTo>
                    <a:pt x="33441" y="75481"/>
                  </a:lnTo>
                  <a:lnTo>
                    <a:pt x="29142" y="77392"/>
                  </a:lnTo>
                  <a:lnTo>
                    <a:pt x="27709" y="78348"/>
                  </a:lnTo>
                  <a:lnTo>
                    <a:pt x="27231" y="78825"/>
                  </a:lnTo>
                  <a:lnTo>
                    <a:pt x="25798" y="80258"/>
                  </a:lnTo>
                  <a:lnTo>
                    <a:pt x="24842" y="81214"/>
                  </a:lnTo>
                  <a:lnTo>
                    <a:pt x="24842" y="81214"/>
                  </a:lnTo>
                  <a:lnTo>
                    <a:pt x="24842" y="82647"/>
                  </a:lnTo>
                  <a:lnTo>
                    <a:pt x="26275" y="86469"/>
                  </a:lnTo>
                  <a:lnTo>
                    <a:pt x="26275" y="87902"/>
                  </a:lnTo>
                  <a:lnTo>
                    <a:pt x="25320" y="92202"/>
                  </a:lnTo>
                  <a:lnTo>
                    <a:pt x="24842" y="93635"/>
                  </a:lnTo>
                  <a:lnTo>
                    <a:pt x="25320" y="94590"/>
                  </a:lnTo>
                  <a:lnTo>
                    <a:pt x="26753" y="95068"/>
                  </a:lnTo>
                  <a:lnTo>
                    <a:pt x="26753" y="96024"/>
                  </a:lnTo>
                  <a:lnTo>
                    <a:pt x="27231" y="96979"/>
                  </a:lnTo>
                  <a:lnTo>
                    <a:pt x="24842" y="98412"/>
                  </a:lnTo>
                  <a:lnTo>
                    <a:pt x="21976" y="99846"/>
                  </a:lnTo>
                  <a:lnTo>
                    <a:pt x="21976" y="99846"/>
                  </a:lnTo>
                  <a:lnTo>
                    <a:pt x="21498" y="99846"/>
                  </a:lnTo>
                  <a:lnTo>
                    <a:pt x="21498" y="99846"/>
                  </a:lnTo>
                  <a:lnTo>
                    <a:pt x="19109" y="102234"/>
                  </a:lnTo>
                  <a:lnTo>
                    <a:pt x="14810" y="107489"/>
                  </a:lnTo>
                  <a:lnTo>
                    <a:pt x="14810" y="107489"/>
                  </a:lnTo>
                  <a:lnTo>
                    <a:pt x="12421" y="109400"/>
                  </a:lnTo>
                  <a:lnTo>
                    <a:pt x="12421" y="109400"/>
                  </a:lnTo>
                  <a:lnTo>
                    <a:pt x="12421" y="110355"/>
                  </a:lnTo>
                  <a:lnTo>
                    <a:pt x="12421" y="111311"/>
                  </a:lnTo>
                  <a:lnTo>
                    <a:pt x="12899" y="112744"/>
                  </a:lnTo>
                  <a:lnTo>
                    <a:pt x="13377" y="113700"/>
                  </a:lnTo>
                  <a:lnTo>
                    <a:pt x="12421" y="115133"/>
                  </a:lnTo>
                  <a:lnTo>
                    <a:pt x="10988" y="116566"/>
                  </a:lnTo>
                  <a:lnTo>
                    <a:pt x="7644" y="117999"/>
                  </a:lnTo>
                  <a:lnTo>
                    <a:pt x="3822" y="118955"/>
                  </a:lnTo>
                  <a:lnTo>
                    <a:pt x="2389" y="119910"/>
                  </a:lnTo>
                  <a:lnTo>
                    <a:pt x="956" y="123254"/>
                  </a:lnTo>
                  <a:lnTo>
                    <a:pt x="0" y="12659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2" name="Freeform 5241">
              <a:extLst>
                <a:ext uri="{FF2B5EF4-FFF2-40B4-BE49-F238E27FC236}">
                  <a16:creationId xmlns:a16="http://schemas.microsoft.com/office/drawing/2014/main" id="{AABDD00D-8307-25A1-B810-64A1231BAC37}"/>
                </a:ext>
              </a:extLst>
            </p:cNvPr>
            <p:cNvSpPr/>
            <p:nvPr/>
          </p:nvSpPr>
          <p:spPr>
            <a:xfrm>
              <a:off x="6163837" y="3570192"/>
              <a:ext cx="93157" cy="129942"/>
            </a:xfrm>
            <a:custGeom>
              <a:avLst/>
              <a:gdLst>
                <a:gd name="csX0" fmla="*/ 93157 w 93157"/>
                <a:gd name="csY0" fmla="*/ 129942 h 129942"/>
                <a:gd name="csX1" fmla="*/ 93157 w 93157"/>
                <a:gd name="csY1" fmla="*/ 128987 h 129942"/>
                <a:gd name="csX2" fmla="*/ 92679 w 93157"/>
                <a:gd name="csY2" fmla="*/ 127076 h 129942"/>
                <a:gd name="csX3" fmla="*/ 88858 w 93157"/>
                <a:gd name="csY3" fmla="*/ 123254 h 129942"/>
                <a:gd name="csX4" fmla="*/ 88380 w 93157"/>
                <a:gd name="csY4" fmla="*/ 121343 h 129942"/>
                <a:gd name="csX5" fmla="*/ 88380 w 93157"/>
                <a:gd name="csY5" fmla="*/ 120865 h 129942"/>
                <a:gd name="csX6" fmla="*/ 87902 w 93157"/>
                <a:gd name="csY6" fmla="*/ 119910 h 129942"/>
                <a:gd name="csX7" fmla="*/ 86947 w 93157"/>
                <a:gd name="csY7" fmla="*/ 118955 h 129942"/>
                <a:gd name="csX8" fmla="*/ 83603 w 93157"/>
                <a:gd name="csY8" fmla="*/ 118477 h 129942"/>
                <a:gd name="csX9" fmla="*/ 83125 w 93157"/>
                <a:gd name="csY9" fmla="*/ 118477 h 129942"/>
                <a:gd name="csX10" fmla="*/ 82170 w 93157"/>
                <a:gd name="csY10" fmla="*/ 117999 h 129942"/>
                <a:gd name="csX11" fmla="*/ 80736 w 93157"/>
                <a:gd name="csY11" fmla="*/ 117044 h 129942"/>
                <a:gd name="csX12" fmla="*/ 78825 w 93157"/>
                <a:gd name="csY12" fmla="*/ 116566 h 129942"/>
                <a:gd name="csX13" fmla="*/ 78825 w 93157"/>
                <a:gd name="csY13" fmla="*/ 116088 h 129942"/>
                <a:gd name="csX14" fmla="*/ 77870 w 93157"/>
                <a:gd name="csY14" fmla="*/ 115133 h 129942"/>
                <a:gd name="csX15" fmla="*/ 77392 w 93157"/>
                <a:gd name="csY15" fmla="*/ 115133 h 129942"/>
                <a:gd name="csX16" fmla="*/ 76914 w 93157"/>
                <a:gd name="csY16" fmla="*/ 115610 h 129942"/>
                <a:gd name="csX17" fmla="*/ 76437 w 93157"/>
                <a:gd name="csY17" fmla="*/ 116088 h 129942"/>
                <a:gd name="csX18" fmla="*/ 74526 w 93157"/>
                <a:gd name="csY18" fmla="*/ 117044 h 129942"/>
                <a:gd name="csX19" fmla="*/ 73570 w 93157"/>
                <a:gd name="csY19" fmla="*/ 116566 h 129942"/>
                <a:gd name="csX20" fmla="*/ 72615 w 93157"/>
                <a:gd name="csY20" fmla="*/ 116088 h 129942"/>
                <a:gd name="csX21" fmla="*/ 71659 w 93157"/>
                <a:gd name="csY21" fmla="*/ 114655 h 129942"/>
                <a:gd name="csX22" fmla="*/ 70704 w 93157"/>
                <a:gd name="csY22" fmla="*/ 113222 h 129942"/>
                <a:gd name="csX23" fmla="*/ 69271 w 93157"/>
                <a:gd name="csY23" fmla="*/ 113222 h 129942"/>
                <a:gd name="csX24" fmla="*/ 68793 w 93157"/>
                <a:gd name="csY24" fmla="*/ 112266 h 129942"/>
                <a:gd name="csX25" fmla="*/ 68793 w 93157"/>
                <a:gd name="csY25" fmla="*/ 111789 h 129942"/>
                <a:gd name="csX26" fmla="*/ 71182 w 93157"/>
                <a:gd name="csY26" fmla="*/ 110833 h 129942"/>
                <a:gd name="csX27" fmla="*/ 71659 w 93157"/>
                <a:gd name="csY27" fmla="*/ 109878 h 129942"/>
                <a:gd name="csX28" fmla="*/ 71182 w 93157"/>
                <a:gd name="csY28" fmla="*/ 107967 h 129942"/>
                <a:gd name="csX29" fmla="*/ 71182 w 93157"/>
                <a:gd name="csY29" fmla="*/ 107489 h 129942"/>
                <a:gd name="csX30" fmla="*/ 70226 w 93157"/>
                <a:gd name="csY30" fmla="*/ 108445 h 129942"/>
                <a:gd name="csX31" fmla="*/ 67838 w 93157"/>
                <a:gd name="csY31" fmla="*/ 108922 h 129942"/>
                <a:gd name="csX32" fmla="*/ 66404 w 93157"/>
                <a:gd name="csY32" fmla="*/ 108922 h 129942"/>
                <a:gd name="csX33" fmla="*/ 65449 w 93157"/>
                <a:gd name="csY33" fmla="*/ 108922 h 129942"/>
                <a:gd name="csX34" fmla="*/ 60194 w 93157"/>
                <a:gd name="csY34" fmla="*/ 105578 h 129942"/>
                <a:gd name="csX35" fmla="*/ 56850 w 93157"/>
                <a:gd name="csY35" fmla="*/ 104623 h 129942"/>
                <a:gd name="csX36" fmla="*/ 54461 w 93157"/>
                <a:gd name="csY36" fmla="*/ 104145 h 129942"/>
                <a:gd name="csX37" fmla="*/ 54461 w 93157"/>
                <a:gd name="csY37" fmla="*/ 104623 h 129942"/>
                <a:gd name="csX38" fmla="*/ 55416 w 93157"/>
                <a:gd name="csY38" fmla="*/ 106534 h 129942"/>
                <a:gd name="csX39" fmla="*/ 56850 w 93157"/>
                <a:gd name="csY39" fmla="*/ 108922 h 129942"/>
                <a:gd name="csX40" fmla="*/ 56850 w 93157"/>
                <a:gd name="csY40" fmla="*/ 109400 h 129942"/>
                <a:gd name="csX41" fmla="*/ 54939 w 93157"/>
                <a:gd name="csY41" fmla="*/ 110355 h 129942"/>
                <a:gd name="csX42" fmla="*/ 53983 w 93157"/>
                <a:gd name="csY42" fmla="*/ 110833 h 129942"/>
                <a:gd name="csX43" fmla="*/ 52550 w 93157"/>
                <a:gd name="csY43" fmla="*/ 111789 h 129942"/>
                <a:gd name="csX44" fmla="*/ 51595 w 93157"/>
                <a:gd name="csY44" fmla="*/ 113222 h 129942"/>
                <a:gd name="csX45" fmla="*/ 50639 w 93157"/>
                <a:gd name="csY45" fmla="*/ 113700 h 129942"/>
                <a:gd name="csX46" fmla="*/ 49684 w 93157"/>
                <a:gd name="csY46" fmla="*/ 113222 h 129942"/>
                <a:gd name="csX47" fmla="*/ 49206 w 93157"/>
                <a:gd name="csY47" fmla="*/ 112744 h 129942"/>
                <a:gd name="csX48" fmla="*/ 46817 w 93157"/>
                <a:gd name="csY48" fmla="*/ 109400 h 129942"/>
                <a:gd name="csX49" fmla="*/ 43951 w 93157"/>
                <a:gd name="csY49" fmla="*/ 106534 h 129942"/>
                <a:gd name="csX50" fmla="*/ 43951 w 93157"/>
                <a:gd name="csY50" fmla="*/ 106056 h 129942"/>
                <a:gd name="csX51" fmla="*/ 42996 w 93157"/>
                <a:gd name="csY51" fmla="*/ 105578 h 129942"/>
                <a:gd name="csX52" fmla="*/ 41563 w 93157"/>
                <a:gd name="csY52" fmla="*/ 105100 h 129942"/>
                <a:gd name="csX53" fmla="*/ 41563 w 93157"/>
                <a:gd name="csY53" fmla="*/ 104145 h 129942"/>
                <a:gd name="csX54" fmla="*/ 42040 w 93157"/>
                <a:gd name="csY54" fmla="*/ 103189 h 129942"/>
                <a:gd name="csX55" fmla="*/ 42996 w 93157"/>
                <a:gd name="csY55" fmla="*/ 102712 h 129942"/>
                <a:gd name="csX56" fmla="*/ 44429 w 93157"/>
                <a:gd name="csY56" fmla="*/ 102234 h 129942"/>
                <a:gd name="csX57" fmla="*/ 44906 w 93157"/>
                <a:gd name="csY57" fmla="*/ 101756 h 129942"/>
                <a:gd name="csX58" fmla="*/ 44906 w 93157"/>
                <a:gd name="csY58" fmla="*/ 100801 h 129942"/>
                <a:gd name="csX59" fmla="*/ 45384 w 93157"/>
                <a:gd name="csY59" fmla="*/ 99845 h 129942"/>
                <a:gd name="csX60" fmla="*/ 45384 w 93157"/>
                <a:gd name="csY60" fmla="*/ 99845 h 129942"/>
                <a:gd name="csX61" fmla="*/ 44429 w 93157"/>
                <a:gd name="csY61" fmla="*/ 98412 h 129942"/>
                <a:gd name="csX62" fmla="*/ 42996 w 93157"/>
                <a:gd name="csY62" fmla="*/ 97457 h 129942"/>
                <a:gd name="csX63" fmla="*/ 38696 w 93157"/>
                <a:gd name="csY63" fmla="*/ 98412 h 129942"/>
                <a:gd name="csX64" fmla="*/ 37263 w 93157"/>
                <a:gd name="csY64" fmla="*/ 98890 h 129942"/>
                <a:gd name="csX65" fmla="*/ 36785 w 93157"/>
                <a:gd name="csY65" fmla="*/ 98412 h 129942"/>
                <a:gd name="csX66" fmla="*/ 36307 w 93157"/>
                <a:gd name="csY66" fmla="*/ 97457 h 129942"/>
                <a:gd name="csX67" fmla="*/ 34874 w 93157"/>
                <a:gd name="csY67" fmla="*/ 96979 h 129942"/>
                <a:gd name="csX68" fmla="*/ 33441 w 93157"/>
                <a:gd name="csY68" fmla="*/ 96024 h 129942"/>
                <a:gd name="csX69" fmla="*/ 32008 w 93157"/>
                <a:gd name="csY69" fmla="*/ 95068 h 129942"/>
                <a:gd name="csX70" fmla="*/ 30097 w 93157"/>
                <a:gd name="csY70" fmla="*/ 95068 h 129942"/>
                <a:gd name="csX71" fmla="*/ 26753 w 93157"/>
                <a:gd name="csY71" fmla="*/ 93635 h 129942"/>
                <a:gd name="csX72" fmla="*/ 25320 w 93157"/>
                <a:gd name="csY72" fmla="*/ 93635 h 129942"/>
                <a:gd name="csX73" fmla="*/ 24364 w 93157"/>
                <a:gd name="csY73" fmla="*/ 93157 h 129942"/>
                <a:gd name="csX74" fmla="*/ 23409 w 93157"/>
                <a:gd name="csY74" fmla="*/ 92202 h 129942"/>
                <a:gd name="csX75" fmla="*/ 22931 w 93157"/>
                <a:gd name="csY75" fmla="*/ 91246 h 129942"/>
                <a:gd name="csX76" fmla="*/ 22453 w 93157"/>
                <a:gd name="csY76" fmla="*/ 88858 h 129942"/>
                <a:gd name="csX77" fmla="*/ 20065 w 93157"/>
                <a:gd name="csY77" fmla="*/ 87902 h 129942"/>
                <a:gd name="csX78" fmla="*/ 17198 w 93157"/>
                <a:gd name="csY78" fmla="*/ 87424 h 129942"/>
                <a:gd name="csX79" fmla="*/ 17198 w 93157"/>
                <a:gd name="csY79" fmla="*/ 87424 h 129942"/>
                <a:gd name="csX80" fmla="*/ 17198 w 93157"/>
                <a:gd name="csY80" fmla="*/ 89813 h 129942"/>
                <a:gd name="csX81" fmla="*/ 17198 w 93157"/>
                <a:gd name="csY81" fmla="*/ 90769 h 129942"/>
                <a:gd name="csX82" fmla="*/ 15287 w 93157"/>
                <a:gd name="csY82" fmla="*/ 91724 h 129942"/>
                <a:gd name="csX83" fmla="*/ 13854 w 93157"/>
                <a:gd name="csY83" fmla="*/ 91724 h 129942"/>
                <a:gd name="csX84" fmla="*/ 13376 w 93157"/>
                <a:gd name="csY84" fmla="*/ 91724 h 129942"/>
                <a:gd name="csX85" fmla="*/ 13854 w 93157"/>
                <a:gd name="csY85" fmla="*/ 91246 h 129942"/>
                <a:gd name="csX86" fmla="*/ 15765 w 93157"/>
                <a:gd name="csY86" fmla="*/ 87424 h 129942"/>
                <a:gd name="csX87" fmla="*/ 16721 w 93157"/>
                <a:gd name="csY87" fmla="*/ 85036 h 129942"/>
                <a:gd name="csX88" fmla="*/ 17676 w 93157"/>
                <a:gd name="csY88" fmla="*/ 80258 h 129942"/>
                <a:gd name="csX89" fmla="*/ 16243 w 93157"/>
                <a:gd name="csY89" fmla="*/ 76914 h 129942"/>
                <a:gd name="csX90" fmla="*/ 16243 w 93157"/>
                <a:gd name="csY90" fmla="*/ 75003 h 129942"/>
                <a:gd name="csX91" fmla="*/ 15287 w 93157"/>
                <a:gd name="csY91" fmla="*/ 74526 h 129942"/>
                <a:gd name="csX92" fmla="*/ 11943 w 93157"/>
                <a:gd name="csY92" fmla="*/ 72615 h 129942"/>
                <a:gd name="csX93" fmla="*/ 11943 w 93157"/>
                <a:gd name="csY93" fmla="*/ 72615 h 129942"/>
                <a:gd name="csX94" fmla="*/ 11465 w 93157"/>
                <a:gd name="csY94" fmla="*/ 72137 h 129942"/>
                <a:gd name="csX95" fmla="*/ 12421 w 93157"/>
                <a:gd name="csY95" fmla="*/ 69748 h 129942"/>
                <a:gd name="csX96" fmla="*/ 11943 w 93157"/>
                <a:gd name="csY96" fmla="*/ 68793 h 129942"/>
                <a:gd name="csX97" fmla="*/ 10988 w 93157"/>
                <a:gd name="csY97" fmla="*/ 67360 h 129942"/>
                <a:gd name="csX98" fmla="*/ 10032 w 93157"/>
                <a:gd name="csY98" fmla="*/ 65449 h 129942"/>
                <a:gd name="csX99" fmla="*/ 9555 w 93157"/>
                <a:gd name="csY99" fmla="*/ 63538 h 129942"/>
                <a:gd name="csX100" fmla="*/ 10988 w 93157"/>
                <a:gd name="csY100" fmla="*/ 61627 h 129942"/>
                <a:gd name="csX101" fmla="*/ 11465 w 93157"/>
                <a:gd name="csY101" fmla="*/ 59716 h 129942"/>
                <a:gd name="csX102" fmla="*/ 11943 w 93157"/>
                <a:gd name="csY102" fmla="*/ 57805 h 129942"/>
                <a:gd name="csX103" fmla="*/ 12421 w 93157"/>
                <a:gd name="csY103" fmla="*/ 56372 h 129942"/>
                <a:gd name="csX104" fmla="*/ 12421 w 93157"/>
                <a:gd name="csY104" fmla="*/ 56372 h 129942"/>
                <a:gd name="csX105" fmla="*/ 11465 w 93157"/>
                <a:gd name="csY105" fmla="*/ 55417 h 129942"/>
                <a:gd name="csX106" fmla="*/ 11465 w 93157"/>
                <a:gd name="csY106" fmla="*/ 53983 h 129942"/>
                <a:gd name="csX107" fmla="*/ 11465 w 93157"/>
                <a:gd name="csY107" fmla="*/ 52550 h 129942"/>
                <a:gd name="csX108" fmla="*/ 10988 w 93157"/>
                <a:gd name="csY108" fmla="*/ 51117 h 129942"/>
                <a:gd name="csX109" fmla="*/ 10988 w 93157"/>
                <a:gd name="csY109" fmla="*/ 51117 h 129942"/>
                <a:gd name="csX110" fmla="*/ 9555 w 93157"/>
                <a:gd name="csY110" fmla="*/ 50162 h 129942"/>
                <a:gd name="csX111" fmla="*/ 9077 w 93157"/>
                <a:gd name="csY111" fmla="*/ 49206 h 129942"/>
                <a:gd name="csX112" fmla="*/ 8599 w 93157"/>
                <a:gd name="csY112" fmla="*/ 47773 h 129942"/>
                <a:gd name="csX113" fmla="*/ 8599 w 93157"/>
                <a:gd name="csY113" fmla="*/ 45862 h 129942"/>
                <a:gd name="csX114" fmla="*/ 10032 w 93157"/>
                <a:gd name="csY114" fmla="*/ 42996 h 129942"/>
                <a:gd name="csX115" fmla="*/ 7644 w 93157"/>
                <a:gd name="csY115" fmla="*/ 39651 h 129942"/>
                <a:gd name="csX116" fmla="*/ 2389 w 93157"/>
                <a:gd name="csY116" fmla="*/ 35352 h 129942"/>
                <a:gd name="csX117" fmla="*/ 0 w 93157"/>
                <a:gd name="csY117" fmla="*/ 32486 h 129942"/>
                <a:gd name="csX118" fmla="*/ 478 w 93157"/>
                <a:gd name="csY118" fmla="*/ 31052 h 129942"/>
                <a:gd name="csX119" fmla="*/ 1433 w 93157"/>
                <a:gd name="csY119" fmla="*/ 29141 h 129942"/>
                <a:gd name="csX120" fmla="*/ 3344 w 93157"/>
                <a:gd name="csY120" fmla="*/ 28186 h 129942"/>
                <a:gd name="csX121" fmla="*/ 4777 w 93157"/>
                <a:gd name="csY121" fmla="*/ 25797 h 129942"/>
                <a:gd name="csX122" fmla="*/ 5733 w 93157"/>
                <a:gd name="csY122" fmla="*/ 22931 h 129942"/>
                <a:gd name="csX123" fmla="*/ 5733 w 93157"/>
                <a:gd name="csY123" fmla="*/ 22453 h 129942"/>
                <a:gd name="csX124" fmla="*/ 5733 w 93157"/>
                <a:gd name="csY124" fmla="*/ 20065 h 129942"/>
                <a:gd name="csX125" fmla="*/ 3344 w 93157"/>
                <a:gd name="csY125" fmla="*/ 11943 h 129942"/>
                <a:gd name="csX126" fmla="*/ 2866 w 93157"/>
                <a:gd name="csY126" fmla="*/ 9555 h 129942"/>
                <a:gd name="csX127" fmla="*/ 2866 w 93157"/>
                <a:gd name="csY127" fmla="*/ 9555 h 129942"/>
                <a:gd name="csX128" fmla="*/ 2866 w 93157"/>
                <a:gd name="csY128" fmla="*/ 7166 h 129942"/>
                <a:gd name="csX129" fmla="*/ 2866 w 93157"/>
                <a:gd name="csY129" fmla="*/ 6688 h 129942"/>
                <a:gd name="csX130" fmla="*/ 7166 w 93157"/>
                <a:gd name="csY130" fmla="*/ 8599 h 129942"/>
                <a:gd name="csX131" fmla="*/ 9077 w 93157"/>
                <a:gd name="csY131" fmla="*/ 9555 h 129942"/>
                <a:gd name="csX132" fmla="*/ 9077 w 93157"/>
                <a:gd name="csY132" fmla="*/ 8121 h 129942"/>
                <a:gd name="csX133" fmla="*/ 8599 w 93157"/>
                <a:gd name="csY133" fmla="*/ 7166 h 129942"/>
                <a:gd name="csX134" fmla="*/ 8599 w 93157"/>
                <a:gd name="csY134" fmla="*/ 5733 h 129942"/>
                <a:gd name="csX135" fmla="*/ 8599 w 93157"/>
                <a:gd name="csY135" fmla="*/ 3822 h 129942"/>
                <a:gd name="csX136" fmla="*/ 4299 w 93157"/>
                <a:gd name="csY136" fmla="*/ 2866 h 129942"/>
                <a:gd name="csX137" fmla="*/ 1911 w 93157"/>
                <a:gd name="csY137" fmla="*/ 2389 h 129942"/>
                <a:gd name="csX138" fmla="*/ 1433 w 93157"/>
                <a:gd name="csY138" fmla="*/ 955 h 129942"/>
                <a:gd name="csX139" fmla="*/ 1911 w 93157"/>
                <a:gd name="csY139" fmla="*/ 0 h 129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</a:cxnLst>
              <a:rect l="l" t="t" r="r" b="b"/>
              <a:pathLst>
                <a:path w="93157" h="129942">
                  <a:moveTo>
                    <a:pt x="93157" y="129942"/>
                  </a:moveTo>
                  <a:lnTo>
                    <a:pt x="93157" y="128987"/>
                  </a:lnTo>
                  <a:lnTo>
                    <a:pt x="92679" y="127076"/>
                  </a:lnTo>
                  <a:lnTo>
                    <a:pt x="88858" y="123254"/>
                  </a:lnTo>
                  <a:lnTo>
                    <a:pt x="88380" y="121343"/>
                  </a:lnTo>
                  <a:lnTo>
                    <a:pt x="88380" y="120865"/>
                  </a:lnTo>
                  <a:lnTo>
                    <a:pt x="87902" y="119910"/>
                  </a:lnTo>
                  <a:lnTo>
                    <a:pt x="86947" y="118955"/>
                  </a:lnTo>
                  <a:lnTo>
                    <a:pt x="83603" y="118477"/>
                  </a:lnTo>
                  <a:lnTo>
                    <a:pt x="83125" y="118477"/>
                  </a:lnTo>
                  <a:lnTo>
                    <a:pt x="82170" y="117999"/>
                  </a:lnTo>
                  <a:lnTo>
                    <a:pt x="80736" y="117044"/>
                  </a:lnTo>
                  <a:lnTo>
                    <a:pt x="78825" y="116566"/>
                  </a:lnTo>
                  <a:lnTo>
                    <a:pt x="78825" y="116088"/>
                  </a:lnTo>
                  <a:lnTo>
                    <a:pt x="77870" y="115133"/>
                  </a:lnTo>
                  <a:lnTo>
                    <a:pt x="77392" y="115133"/>
                  </a:lnTo>
                  <a:lnTo>
                    <a:pt x="76914" y="115610"/>
                  </a:lnTo>
                  <a:lnTo>
                    <a:pt x="76437" y="116088"/>
                  </a:lnTo>
                  <a:lnTo>
                    <a:pt x="74526" y="117044"/>
                  </a:lnTo>
                  <a:lnTo>
                    <a:pt x="73570" y="116566"/>
                  </a:lnTo>
                  <a:lnTo>
                    <a:pt x="72615" y="116088"/>
                  </a:lnTo>
                  <a:lnTo>
                    <a:pt x="71659" y="114655"/>
                  </a:lnTo>
                  <a:lnTo>
                    <a:pt x="70704" y="113222"/>
                  </a:lnTo>
                  <a:lnTo>
                    <a:pt x="69271" y="113222"/>
                  </a:lnTo>
                  <a:lnTo>
                    <a:pt x="68793" y="112266"/>
                  </a:lnTo>
                  <a:lnTo>
                    <a:pt x="68793" y="111789"/>
                  </a:lnTo>
                  <a:lnTo>
                    <a:pt x="71182" y="110833"/>
                  </a:lnTo>
                  <a:lnTo>
                    <a:pt x="71659" y="109878"/>
                  </a:lnTo>
                  <a:lnTo>
                    <a:pt x="71182" y="107967"/>
                  </a:lnTo>
                  <a:lnTo>
                    <a:pt x="71182" y="107489"/>
                  </a:lnTo>
                  <a:lnTo>
                    <a:pt x="70226" y="108445"/>
                  </a:lnTo>
                  <a:lnTo>
                    <a:pt x="67838" y="108922"/>
                  </a:lnTo>
                  <a:lnTo>
                    <a:pt x="66404" y="108922"/>
                  </a:lnTo>
                  <a:lnTo>
                    <a:pt x="65449" y="108922"/>
                  </a:lnTo>
                  <a:lnTo>
                    <a:pt x="60194" y="105578"/>
                  </a:lnTo>
                  <a:lnTo>
                    <a:pt x="56850" y="104623"/>
                  </a:lnTo>
                  <a:lnTo>
                    <a:pt x="54461" y="104145"/>
                  </a:lnTo>
                  <a:lnTo>
                    <a:pt x="54461" y="104623"/>
                  </a:lnTo>
                  <a:lnTo>
                    <a:pt x="55416" y="106534"/>
                  </a:lnTo>
                  <a:lnTo>
                    <a:pt x="56850" y="108922"/>
                  </a:lnTo>
                  <a:lnTo>
                    <a:pt x="56850" y="109400"/>
                  </a:lnTo>
                  <a:lnTo>
                    <a:pt x="54939" y="110355"/>
                  </a:lnTo>
                  <a:lnTo>
                    <a:pt x="53983" y="110833"/>
                  </a:lnTo>
                  <a:lnTo>
                    <a:pt x="52550" y="111789"/>
                  </a:lnTo>
                  <a:lnTo>
                    <a:pt x="51595" y="113222"/>
                  </a:lnTo>
                  <a:lnTo>
                    <a:pt x="50639" y="113700"/>
                  </a:lnTo>
                  <a:lnTo>
                    <a:pt x="49684" y="113222"/>
                  </a:lnTo>
                  <a:lnTo>
                    <a:pt x="49206" y="112744"/>
                  </a:lnTo>
                  <a:lnTo>
                    <a:pt x="46817" y="109400"/>
                  </a:lnTo>
                  <a:lnTo>
                    <a:pt x="43951" y="106534"/>
                  </a:lnTo>
                  <a:lnTo>
                    <a:pt x="43951" y="106056"/>
                  </a:lnTo>
                  <a:lnTo>
                    <a:pt x="42996" y="105578"/>
                  </a:lnTo>
                  <a:lnTo>
                    <a:pt x="41563" y="105100"/>
                  </a:lnTo>
                  <a:lnTo>
                    <a:pt x="41563" y="104145"/>
                  </a:lnTo>
                  <a:lnTo>
                    <a:pt x="42040" y="103189"/>
                  </a:lnTo>
                  <a:lnTo>
                    <a:pt x="42996" y="102712"/>
                  </a:lnTo>
                  <a:lnTo>
                    <a:pt x="44429" y="102234"/>
                  </a:lnTo>
                  <a:lnTo>
                    <a:pt x="44906" y="101756"/>
                  </a:lnTo>
                  <a:lnTo>
                    <a:pt x="44906" y="100801"/>
                  </a:lnTo>
                  <a:lnTo>
                    <a:pt x="45384" y="99845"/>
                  </a:lnTo>
                  <a:lnTo>
                    <a:pt x="45384" y="99845"/>
                  </a:lnTo>
                  <a:lnTo>
                    <a:pt x="44429" y="98412"/>
                  </a:lnTo>
                  <a:lnTo>
                    <a:pt x="42996" y="97457"/>
                  </a:lnTo>
                  <a:lnTo>
                    <a:pt x="38696" y="98412"/>
                  </a:lnTo>
                  <a:lnTo>
                    <a:pt x="37263" y="98890"/>
                  </a:lnTo>
                  <a:lnTo>
                    <a:pt x="36785" y="98412"/>
                  </a:lnTo>
                  <a:lnTo>
                    <a:pt x="36307" y="97457"/>
                  </a:lnTo>
                  <a:lnTo>
                    <a:pt x="34874" y="96979"/>
                  </a:lnTo>
                  <a:lnTo>
                    <a:pt x="33441" y="96024"/>
                  </a:lnTo>
                  <a:lnTo>
                    <a:pt x="32008" y="95068"/>
                  </a:lnTo>
                  <a:lnTo>
                    <a:pt x="30097" y="95068"/>
                  </a:lnTo>
                  <a:lnTo>
                    <a:pt x="26753" y="93635"/>
                  </a:lnTo>
                  <a:lnTo>
                    <a:pt x="25320" y="93635"/>
                  </a:lnTo>
                  <a:lnTo>
                    <a:pt x="24364" y="93157"/>
                  </a:lnTo>
                  <a:lnTo>
                    <a:pt x="23409" y="92202"/>
                  </a:lnTo>
                  <a:lnTo>
                    <a:pt x="22931" y="91246"/>
                  </a:lnTo>
                  <a:lnTo>
                    <a:pt x="22453" y="88858"/>
                  </a:lnTo>
                  <a:lnTo>
                    <a:pt x="20065" y="87902"/>
                  </a:lnTo>
                  <a:lnTo>
                    <a:pt x="17198" y="87424"/>
                  </a:lnTo>
                  <a:lnTo>
                    <a:pt x="17198" y="87424"/>
                  </a:lnTo>
                  <a:lnTo>
                    <a:pt x="17198" y="89813"/>
                  </a:lnTo>
                  <a:lnTo>
                    <a:pt x="17198" y="90769"/>
                  </a:lnTo>
                  <a:lnTo>
                    <a:pt x="15287" y="91724"/>
                  </a:lnTo>
                  <a:lnTo>
                    <a:pt x="13854" y="91724"/>
                  </a:lnTo>
                  <a:lnTo>
                    <a:pt x="13376" y="91724"/>
                  </a:lnTo>
                  <a:lnTo>
                    <a:pt x="13854" y="91246"/>
                  </a:lnTo>
                  <a:lnTo>
                    <a:pt x="15765" y="87424"/>
                  </a:lnTo>
                  <a:lnTo>
                    <a:pt x="16721" y="85036"/>
                  </a:lnTo>
                  <a:lnTo>
                    <a:pt x="17676" y="80258"/>
                  </a:lnTo>
                  <a:lnTo>
                    <a:pt x="16243" y="76914"/>
                  </a:lnTo>
                  <a:lnTo>
                    <a:pt x="16243" y="75003"/>
                  </a:lnTo>
                  <a:lnTo>
                    <a:pt x="15287" y="74526"/>
                  </a:lnTo>
                  <a:lnTo>
                    <a:pt x="11943" y="72615"/>
                  </a:lnTo>
                  <a:lnTo>
                    <a:pt x="11943" y="72615"/>
                  </a:lnTo>
                  <a:lnTo>
                    <a:pt x="11465" y="72137"/>
                  </a:lnTo>
                  <a:lnTo>
                    <a:pt x="12421" y="69748"/>
                  </a:lnTo>
                  <a:lnTo>
                    <a:pt x="11943" y="68793"/>
                  </a:lnTo>
                  <a:lnTo>
                    <a:pt x="10988" y="67360"/>
                  </a:lnTo>
                  <a:lnTo>
                    <a:pt x="10032" y="65449"/>
                  </a:lnTo>
                  <a:lnTo>
                    <a:pt x="9555" y="63538"/>
                  </a:lnTo>
                  <a:lnTo>
                    <a:pt x="10988" y="61627"/>
                  </a:lnTo>
                  <a:lnTo>
                    <a:pt x="11465" y="59716"/>
                  </a:lnTo>
                  <a:lnTo>
                    <a:pt x="11943" y="57805"/>
                  </a:lnTo>
                  <a:lnTo>
                    <a:pt x="12421" y="56372"/>
                  </a:lnTo>
                  <a:lnTo>
                    <a:pt x="12421" y="56372"/>
                  </a:lnTo>
                  <a:lnTo>
                    <a:pt x="11465" y="55417"/>
                  </a:lnTo>
                  <a:lnTo>
                    <a:pt x="11465" y="53983"/>
                  </a:lnTo>
                  <a:lnTo>
                    <a:pt x="11465" y="52550"/>
                  </a:lnTo>
                  <a:lnTo>
                    <a:pt x="10988" y="51117"/>
                  </a:lnTo>
                  <a:lnTo>
                    <a:pt x="10988" y="51117"/>
                  </a:lnTo>
                  <a:lnTo>
                    <a:pt x="9555" y="50162"/>
                  </a:lnTo>
                  <a:lnTo>
                    <a:pt x="9077" y="49206"/>
                  </a:lnTo>
                  <a:lnTo>
                    <a:pt x="8599" y="47773"/>
                  </a:lnTo>
                  <a:lnTo>
                    <a:pt x="8599" y="45862"/>
                  </a:lnTo>
                  <a:lnTo>
                    <a:pt x="10032" y="42996"/>
                  </a:lnTo>
                  <a:lnTo>
                    <a:pt x="7644" y="39651"/>
                  </a:lnTo>
                  <a:lnTo>
                    <a:pt x="2389" y="35352"/>
                  </a:lnTo>
                  <a:lnTo>
                    <a:pt x="0" y="32486"/>
                  </a:lnTo>
                  <a:lnTo>
                    <a:pt x="478" y="31052"/>
                  </a:lnTo>
                  <a:lnTo>
                    <a:pt x="1433" y="29141"/>
                  </a:lnTo>
                  <a:lnTo>
                    <a:pt x="3344" y="28186"/>
                  </a:lnTo>
                  <a:lnTo>
                    <a:pt x="4777" y="25797"/>
                  </a:lnTo>
                  <a:lnTo>
                    <a:pt x="5733" y="22931"/>
                  </a:lnTo>
                  <a:lnTo>
                    <a:pt x="5733" y="22453"/>
                  </a:lnTo>
                  <a:lnTo>
                    <a:pt x="5733" y="20065"/>
                  </a:lnTo>
                  <a:lnTo>
                    <a:pt x="3344" y="11943"/>
                  </a:lnTo>
                  <a:lnTo>
                    <a:pt x="2866" y="9555"/>
                  </a:lnTo>
                  <a:lnTo>
                    <a:pt x="2866" y="9555"/>
                  </a:lnTo>
                  <a:lnTo>
                    <a:pt x="2866" y="7166"/>
                  </a:lnTo>
                  <a:lnTo>
                    <a:pt x="2866" y="6688"/>
                  </a:lnTo>
                  <a:lnTo>
                    <a:pt x="7166" y="8599"/>
                  </a:lnTo>
                  <a:lnTo>
                    <a:pt x="9077" y="9555"/>
                  </a:lnTo>
                  <a:lnTo>
                    <a:pt x="9077" y="8121"/>
                  </a:lnTo>
                  <a:lnTo>
                    <a:pt x="8599" y="7166"/>
                  </a:lnTo>
                  <a:lnTo>
                    <a:pt x="8599" y="5733"/>
                  </a:lnTo>
                  <a:lnTo>
                    <a:pt x="8599" y="3822"/>
                  </a:lnTo>
                  <a:lnTo>
                    <a:pt x="4299" y="2866"/>
                  </a:lnTo>
                  <a:lnTo>
                    <a:pt x="1911" y="2389"/>
                  </a:lnTo>
                  <a:lnTo>
                    <a:pt x="1433" y="955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3" name="Freeform 5242">
              <a:extLst>
                <a:ext uri="{FF2B5EF4-FFF2-40B4-BE49-F238E27FC236}">
                  <a16:creationId xmlns:a16="http://schemas.microsoft.com/office/drawing/2014/main" id="{156FFC8D-6846-2F5B-0D5B-C1AF143C8215}"/>
                </a:ext>
              </a:extLst>
            </p:cNvPr>
            <p:cNvSpPr/>
            <p:nvPr/>
          </p:nvSpPr>
          <p:spPr>
            <a:xfrm>
              <a:off x="6333908" y="3709689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0 w 477"/>
                <a:gd name="csY1" fmla="*/ 0 h 477"/>
                <a:gd name="csX2" fmla="*/ 478 w 4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0" y="0"/>
                  </a:lnTo>
                  <a:lnTo>
                    <a:pt x="478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4" name="Freeform 5243">
              <a:extLst>
                <a:ext uri="{FF2B5EF4-FFF2-40B4-BE49-F238E27FC236}">
                  <a16:creationId xmlns:a16="http://schemas.microsoft.com/office/drawing/2014/main" id="{A7B77C81-0D76-784F-82A2-08D3D26CDC4F}"/>
                </a:ext>
              </a:extLst>
            </p:cNvPr>
            <p:cNvSpPr/>
            <p:nvPr/>
          </p:nvSpPr>
          <p:spPr>
            <a:xfrm>
              <a:off x="6335341" y="3556337"/>
              <a:ext cx="22453" cy="86469"/>
            </a:xfrm>
            <a:custGeom>
              <a:avLst/>
              <a:gdLst>
                <a:gd name="csX0" fmla="*/ 0 w 22453"/>
                <a:gd name="csY0" fmla="*/ 956 h 86469"/>
                <a:gd name="csX1" fmla="*/ 0 w 22453"/>
                <a:gd name="csY1" fmla="*/ 956 h 86469"/>
                <a:gd name="csX2" fmla="*/ 956 w 22453"/>
                <a:gd name="csY2" fmla="*/ 0 h 86469"/>
                <a:gd name="csX3" fmla="*/ 2389 w 22453"/>
                <a:gd name="csY3" fmla="*/ 0 h 86469"/>
                <a:gd name="csX4" fmla="*/ 3822 w 22453"/>
                <a:gd name="csY4" fmla="*/ 956 h 86469"/>
                <a:gd name="csX5" fmla="*/ 4777 w 22453"/>
                <a:gd name="csY5" fmla="*/ 1433 h 86469"/>
                <a:gd name="csX6" fmla="*/ 4777 w 22453"/>
                <a:gd name="csY6" fmla="*/ 1433 h 86469"/>
                <a:gd name="csX7" fmla="*/ 5255 w 22453"/>
                <a:gd name="csY7" fmla="*/ 1911 h 86469"/>
                <a:gd name="csX8" fmla="*/ 5255 w 22453"/>
                <a:gd name="csY8" fmla="*/ 2866 h 86469"/>
                <a:gd name="csX9" fmla="*/ 6211 w 22453"/>
                <a:gd name="csY9" fmla="*/ 2866 h 86469"/>
                <a:gd name="csX10" fmla="*/ 7644 w 22453"/>
                <a:gd name="csY10" fmla="*/ 3344 h 86469"/>
                <a:gd name="csX11" fmla="*/ 10032 w 22453"/>
                <a:gd name="csY11" fmla="*/ 4777 h 86469"/>
                <a:gd name="csX12" fmla="*/ 11943 w 22453"/>
                <a:gd name="csY12" fmla="*/ 5733 h 86469"/>
                <a:gd name="csX13" fmla="*/ 11943 w 22453"/>
                <a:gd name="csY13" fmla="*/ 5733 h 86469"/>
                <a:gd name="csX14" fmla="*/ 13377 w 22453"/>
                <a:gd name="csY14" fmla="*/ 7644 h 86469"/>
                <a:gd name="csX15" fmla="*/ 13854 w 22453"/>
                <a:gd name="csY15" fmla="*/ 9555 h 86469"/>
                <a:gd name="csX16" fmla="*/ 13854 w 22453"/>
                <a:gd name="csY16" fmla="*/ 11943 h 86469"/>
                <a:gd name="csX17" fmla="*/ 13854 w 22453"/>
                <a:gd name="csY17" fmla="*/ 13377 h 86469"/>
                <a:gd name="csX18" fmla="*/ 14332 w 22453"/>
                <a:gd name="csY18" fmla="*/ 13854 h 86469"/>
                <a:gd name="csX19" fmla="*/ 16243 w 22453"/>
                <a:gd name="csY19" fmla="*/ 24364 h 86469"/>
                <a:gd name="csX20" fmla="*/ 20065 w 22453"/>
                <a:gd name="csY20" fmla="*/ 34397 h 86469"/>
                <a:gd name="csX21" fmla="*/ 21498 w 22453"/>
                <a:gd name="csY21" fmla="*/ 39174 h 86469"/>
                <a:gd name="csX22" fmla="*/ 21976 w 22453"/>
                <a:gd name="csY22" fmla="*/ 42040 h 86469"/>
                <a:gd name="csX23" fmla="*/ 22453 w 22453"/>
                <a:gd name="csY23" fmla="*/ 45384 h 86469"/>
                <a:gd name="csX24" fmla="*/ 22453 w 22453"/>
                <a:gd name="csY24" fmla="*/ 48251 h 86469"/>
                <a:gd name="csX25" fmla="*/ 22453 w 22453"/>
                <a:gd name="csY25" fmla="*/ 49684 h 86469"/>
                <a:gd name="csX26" fmla="*/ 22453 w 22453"/>
                <a:gd name="csY26" fmla="*/ 51595 h 86469"/>
                <a:gd name="csX27" fmla="*/ 21498 w 22453"/>
                <a:gd name="csY27" fmla="*/ 52550 h 86469"/>
                <a:gd name="csX28" fmla="*/ 13854 w 22453"/>
                <a:gd name="csY28" fmla="*/ 55894 h 86469"/>
                <a:gd name="csX29" fmla="*/ 12899 w 22453"/>
                <a:gd name="csY29" fmla="*/ 57328 h 86469"/>
                <a:gd name="csX30" fmla="*/ 10510 w 22453"/>
                <a:gd name="csY30" fmla="*/ 59716 h 86469"/>
                <a:gd name="csX31" fmla="*/ 8599 w 22453"/>
                <a:gd name="csY31" fmla="*/ 62583 h 86469"/>
                <a:gd name="csX32" fmla="*/ 8121 w 22453"/>
                <a:gd name="csY32" fmla="*/ 63538 h 86469"/>
                <a:gd name="csX33" fmla="*/ 8121 w 22453"/>
                <a:gd name="csY33" fmla="*/ 64016 h 86469"/>
                <a:gd name="csX34" fmla="*/ 8599 w 22453"/>
                <a:gd name="csY34" fmla="*/ 64971 h 86469"/>
                <a:gd name="csX35" fmla="*/ 10988 w 22453"/>
                <a:gd name="csY35" fmla="*/ 66405 h 86469"/>
                <a:gd name="csX36" fmla="*/ 13854 w 22453"/>
                <a:gd name="csY36" fmla="*/ 67360 h 86469"/>
                <a:gd name="csX37" fmla="*/ 14332 w 22453"/>
                <a:gd name="csY37" fmla="*/ 68315 h 86469"/>
                <a:gd name="csX38" fmla="*/ 16243 w 22453"/>
                <a:gd name="csY38" fmla="*/ 69271 h 86469"/>
                <a:gd name="csX39" fmla="*/ 17198 w 22453"/>
                <a:gd name="csY39" fmla="*/ 70226 h 86469"/>
                <a:gd name="csX40" fmla="*/ 17676 w 22453"/>
                <a:gd name="csY40" fmla="*/ 71182 h 86469"/>
                <a:gd name="csX41" fmla="*/ 17676 w 22453"/>
                <a:gd name="csY41" fmla="*/ 73093 h 86469"/>
                <a:gd name="csX42" fmla="*/ 16721 w 22453"/>
                <a:gd name="csY42" fmla="*/ 75959 h 86469"/>
                <a:gd name="csX43" fmla="*/ 16721 w 22453"/>
                <a:gd name="csY43" fmla="*/ 77870 h 86469"/>
                <a:gd name="csX44" fmla="*/ 16243 w 22453"/>
                <a:gd name="csY44" fmla="*/ 79303 h 86469"/>
                <a:gd name="csX45" fmla="*/ 15287 w 22453"/>
                <a:gd name="csY45" fmla="*/ 80736 h 86469"/>
                <a:gd name="csX46" fmla="*/ 15287 w 22453"/>
                <a:gd name="csY46" fmla="*/ 83603 h 86469"/>
                <a:gd name="csX47" fmla="*/ 16721 w 22453"/>
                <a:gd name="csY47" fmla="*/ 86469 h 864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22453" h="86469">
                  <a:moveTo>
                    <a:pt x="0" y="956"/>
                  </a:moveTo>
                  <a:lnTo>
                    <a:pt x="0" y="956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3822" y="956"/>
                  </a:lnTo>
                  <a:lnTo>
                    <a:pt x="4777" y="1433"/>
                  </a:lnTo>
                  <a:lnTo>
                    <a:pt x="4777" y="1433"/>
                  </a:lnTo>
                  <a:lnTo>
                    <a:pt x="5255" y="1911"/>
                  </a:lnTo>
                  <a:lnTo>
                    <a:pt x="5255" y="2866"/>
                  </a:lnTo>
                  <a:lnTo>
                    <a:pt x="6211" y="2866"/>
                  </a:lnTo>
                  <a:lnTo>
                    <a:pt x="7644" y="3344"/>
                  </a:lnTo>
                  <a:lnTo>
                    <a:pt x="10032" y="4777"/>
                  </a:lnTo>
                  <a:lnTo>
                    <a:pt x="11943" y="5733"/>
                  </a:lnTo>
                  <a:lnTo>
                    <a:pt x="11943" y="5733"/>
                  </a:lnTo>
                  <a:lnTo>
                    <a:pt x="13377" y="7644"/>
                  </a:lnTo>
                  <a:lnTo>
                    <a:pt x="13854" y="9555"/>
                  </a:lnTo>
                  <a:lnTo>
                    <a:pt x="13854" y="11943"/>
                  </a:lnTo>
                  <a:lnTo>
                    <a:pt x="13854" y="13377"/>
                  </a:lnTo>
                  <a:lnTo>
                    <a:pt x="14332" y="13854"/>
                  </a:lnTo>
                  <a:lnTo>
                    <a:pt x="16243" y="24364"/>
                  </a:lnTo>
                  <a:lnTo>
                    <a:pt x="20065" y="34397"/>
                  </a:lnTo>
                  <a:lnTo>
                    <a:pt x="21498" y="39174"/>
                  </a:lnTo>
                  <a:lnTo>
                    <a:pt x="21976" y="42040"/>
                  </a:lnTo>
                  <a:lnTo>
                    <a:pt x="22453" y="45384"/>
                  </a:lnTo>
                  <a:lnTo>
                    <a:pt x="22453" y="48251"/>
                  </a:lnTo>
                  <a:lnTo>
                    <a:pt x="22453" y="49684"/>
                  </a:lnTo>
                  <a:lnTo>
                    <a:pt x="22453" y="51595"/>
                  </a:lnTo>
                  <a:lnTo>
                    <a:pt x="21498" y="52550"/>
                  </a:lnTo>
                  <a:lnTo>
                    <a:pt x="13854" y="55894"/>
                  </a:lnTo>
                  <a:lnTo>
                    <a:pt x="12899" y="57328"/>
                  </a:lnTo>
                  <a:lnTo>
                    <a:pt x="10510" y="59716"/>
                  </a:lnTo>
                  <a:lnTo>
                    <a:pt x="8599" y="62583"/>
                  </a:lnTo>
                  <a:lnTo>
                    <a:pt x="8121" y="63538"/>
                  </a:lnTo>
                  <a:lnTo>
                    <a:pt x="8121" y="64016"/>
                  </a:lnTo>
                  <a:lnTo>
                    <a:pt x="8599" y="64971"/>
                  </a:lnTo>
                  <a:lnTo>
                    <a:pt x="10988" y="66405"/>
                  </a:lnTo>
                  <a:lnTo>
                    <a:pt x="13854" y="67360"/>
                  </a:lnTo>
                  <a:lnTo>
                    <a:pt x="14332" y="68315"/>
                  </a:lnTo>
                  <a:lnTo>
                    <a:pt x="16243" y="69271"/>
                  </a:lnTo>
                  <a:lnTo>
                    <a:pt x="17198" y="70226"/>
                  </a:lnTo>
                  <a:lnTo>
                    <a:pt x="17676" y="71182"/>
                  </a:lnTo>
                  <a:lnTo>
                    <a:pt x="17676" y="73093"/>
                  </a:lnTo>
                  <a:lnTo>
                    <a:pt x="16721" y="75959"/>
                  </a:lnTo>
                  <a:lnTo>
                    <a:pt x="16721" y="77870"/>
                  </a:lnTo>
                  <a:lnTo>
                    <a:pt x="16243" y="79303"/>
                  </a:lnTo>
                  <a:lnTo>
                    <a:pt x="15287" y="80736"/>
                  </a:lnTo>
                  <a:lnTo>
                    <a:pt x="15287" y="83603"/>
                  </a:lnTo>
                  <a:lnTo>
                    <a:pt x="16721" y="8646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5" name="Freeform 5244">
              <a:extLst>
                <a:ext uri="{FF2B5EF4-FFF2-40B4-BE49-F238E27FC236}">
                  <a16:creationId xmlns:a16="http://schemas.microsoft.com/office/drawing/2014/main" id="{2815E6BF-8171-3273-434A-F5C3B8E6AC35}"/>
                </a:ext>
              </a:extLst>
            </p:cNvPr>
            <p:cNvSpPr/>
            <p:nvPr/>
          </p:nvSpPr>
          <p:spPr>
            <a:xfrm>
              <a:off x="4765523" y="3766061"/>
              <a:ext cx="2388" cy="8121"/>
            </a:xfrm>
            <a:custGeom>
              <a:avLst/>
              <a:gdLst>
                <a:gd name="csX0" fmla="*/ 2389 w 2388"/>
                <a:gd name="csY0" fmla="*/ 6688 h 8121"/>
                <a:gd name="csX1" fmla="*/ 478 w 2388"/>
                <a:gd name="csY1" fmla="*/ 8121 h 8121"/>
                <a:gd name="csX2" fmla="*/ 0 w 2388"/>
                <a:gd name="csY2" fmla="*/ 7166 h 8121"/>
                <a:gd name="csX3" fmla="*/ 0 w 2388"/>
                <a:gd name="csY3" fmla="*/ 6688 h 8121"/>
                <a:gd name="csX4" fmla="*/ 956 w 2388"/>
                <a:gd name="csY4" fmla="*/ 4777 h 8121"/>
                <a:gd name="csX5" fmla="*/ 956 w 2388"/>
                <a:gd name="csY5" fmla="*/ 4299 h 8121"/>
                <a:gd name="csX6" fmla="*/ 0 w 2388"/>
                <a:gd name="csY6" fmla="*/ 956 h 8121"/>
                <a:gd name="csX7" fmla="*/ 0 w 2388"/>
                <a:gd name="csY7" fmla="*/ 0 h 8121"/>
                <a:gd name="csX8" fmla="*/ 478 w 2388"/>
                <a:gd name="csY8" fmla="*/ 0 h 8121"/>
                <a:gd name="csX9" fmla="*/ 1911 w 2388"/>
                <a:gd name="csY9" fmla="*/ 478 h 8121"/>
                <a:gd name="csX10" fmla="*/ 1911 w 2388"/>
                <a:gd name="csY10" fmla="*/ 1433 h 8121"/>
                <a:gd name="csX11" fmla="*/ 1433 w 2388"/>
                <a:gd name="csY11" fmla="*/ 3822 h 8121"/>
                <a:gd name="csX12" fmla="*/ 1911 w 2388"/>
                <a:gd name="csY12" fmla="*/ 5255 h 8121"/>
                <a:gd name="csX13" fmla="*/ 2389 w 2388"/>
                <a:gd name="csY13" fmla="*/ 6210 h 8121"/>
                <a:gd name="csX14" fmla="*/ 2389 w 2388"/>
                <a:gd name="csY14" fmla="*/ 6688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388" h="8121">
                  <a:moveTo>
                    <a:pt x="2389" y="6688"/>
                  </a:moveTo>
                  <a:lnTo>
                    <a:pt x="478" y="8121"/>
                  </a:lnTo>
                  <a:lnTo>
                    <a:pt x="0" y="7166"/>
                  </a:lnTo>
                  <a:lnTo>
                    <a:pt x="0" y="6688"/>
                  </a:lnTo>
                  <a:lnTo>
                    <a:pt x="956" y="4777"/>
                  </a:lnTo>
                  <a:lnTo>
                    <a:pt x="956" y="429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911" y="478"/>
                  </a:lnTo>
                  <a:lnTo>
                    <a:pt x="1911" y="1433"/>
                  </a:lnTo>
                  <a:lnTo>
                    <a:pt x="1433" y="3822"/>
                  </a:lnTo>
                  <a:lnTo>
                    <a:pt x="1911" y="5255"/>
                  </a:lnTo>
                  <a:lnTo>
                    <a:pt x="2389" y="6210"/>
                  </a:lnTo>
                  <a:lnTo>
                    <a:pt x="2389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6" name="Freeform 5245">
              <a:extLst>
                <a:ext uri="{FF2B5EF4-FFF2-40B4-BE49-F238E27FC236}">
                  <a16:creationId xmlns:a16="http://schemas.microsoft.com/office/drawing/2014/main" id="{13210C6E-11D0-F955-BA41-64D1643F4DDE}"/>
                </a:ext>
              </a:extLst>
            </p:cNvPr>
            <p:cNvSpPr/>
            <p:nvPr/>
          </p:nvSpPr>
          <p:spPr>
            <a:xfrm>
              <a:off x="4768389" y="3773704"/>
              <a:ext cx="1911" cy="1433"/>
            </a:xfrm>
            <a:custGeom>
              <a:avLst/>
              <a:gdLst>
                <a:gd name="csX0" fmla="*/ 1911 w 1911"/>
                <a:gd name="csY0" fmla="*/ 1433 h 1433"/>
                <a:gd name="csX1" fmla="*/ 1433 w 1911"/>
                <a:gd name="csY1" fmla="*/ 1433 h 1433"/>
                <a:gd name="csX2" fmla="*/ 0 w 1911"/>
                <a:gd name="csY2" fmla="*/ 956 h 1433"/>
                <a:gd name="csX3" fmla="*/ 478 w 1911"/>
                <a:gd name="csY3" fmla="*/ 478 h 1433"/>
                <a:gd name="csX4" fmla="*/ 956 w 1911"/>
                <a:gd name="csY4" fmla="*/ 0 h 1433"/>
                <a:gd name="csX5" fmla="*/ 1911 w 1911"/>
                <a:gd name="csY5" fmla="*/ 0 h 1433"/>
                <a:gd name="csX6" fmla="*/ 1911 w 1911"/>
                <a:gd name="csY6" fmla="*/ 0 h 1433"/>
                <a:gd name="csX7" fmla="*/ 1911 w 1911"/>
                <a:gd name="csY7" fmla="*/ 956 h 1433"/>
                <a:gd name="csX8" fmla="*/ 1911 w 1911"/>
                <a:gd name="csY8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1433">
                  <a:moveTo>
                    <a:pt x="1911" y="1433"/>
                  </a:moveTo>
                  <a:lnTo>
                    <a:pt x="1433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1911" y="956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7" name="Freeform 5246">
              <a:extLst>
                <a:ext uri="{FF2B5EF4-FFF2-40B4-BE49-F238E27FC236}">
                  <a16:creationId xmlns:a16="http://schemas.microsoft.com/office/drawing/2014/main" id="{2E4ABA19-E98E-C381-9EE9-19242D92E33E}"/>
                </a:ext>
              </a:extLst>
            </p:cNvPr>
            <p:cNvSpPr/>
            <p:nvPr/>
          </p:nvSpPr>
          <p:spPr>
            <a:xfrm>
              <a:off x="4549589" y="4393797"/>
              <a:ext cx="32963" cy="10988"/>
            </a:xfrm>
            <a:custGeom>
              <a:avLst/>
              <a:gdLst>
                <a:gd name="csX0" fmla="*/ 22931 w 32963"/>
                <a:gd name="csY0" fmla="*/ 1433 h 10988"/>
                <a:gd name="csX1" fmla="*/ 23409 w 32963"/>
                <a:gd name="csY1" fmla="*/ 1911 h 10988"/>
                <a:gd name="csX2" fmla="*/ 23886 w 32963"/>
                <a:gd name="csY2" fmla="*/ 1911 h 10988"/>
                <a:gd name="csX3" fmla="*/ 23409 w 32963"/>
                <a:gd name="csY3" fmla="*/ 956 h 10988"/>
                <a:gd name="csX4" fmla="*/ 23886 w 32963"/>
                <a:gd name="csY4" fmla="*/ 956 h 10988"/>
                <a:gd name="csX5" fmla="*/ 27708 w 32963"/>
                <a:gd name="csY5" fmla="*/ 1433 h 10988"/>
                <a:gd name="csX6" fmla="*/ 30097 w 32963"/>
                <a:gd name="csY6" fmla="*/ 2389 h 10988"/>
                <a:gd name="csX7" fmla="*/ 32486 w 32963"/>
                <a:gd name="csY7" fmla="*/ 2867 h 10988"/>
                <a:gd name="csX8" fmla="*/ 32963 w 32963"/>
                <a:gd name="csY8" fmla="*/ 5255 h 10988"/>
                <a:gd name="csX9" fmla="*/ 31052 w 32963"/>
                <a:gd name="csY9" fmla="*/ 6211 h 10988"/>
                <a:gd name="csX10" fmla="*/ 29619 w 32963"/>
                <a:gd name="csY10" fmla="*/ 7644 h 10988"/>
                <a:gd name="csX11" fmla="*/ 28664 w 32963"/>
                <a:gd name="csY11" fmla="*/ 9077 h 10988"/>
                <a:gd name="csX12" fmla="*/ 25798 w 32963"/>
                <a:gd name="csY12" fmla="*/ 10510 h 10988"/>
                <a:gd name="csX13" fmla="*/ 22453 w 32963"/>
                <a:gd name="csY13" fmla="*/ 10988 h 10988"/>
                <a:gd name="csX14" fmla="*/ 20542 w 32963"/>
                <a:gd name="csY14" fmla="*/ 10988 h 10988"/>
                <a:gd name="csX15" fmla="*/ 19587 w 32963"/>
                <a:gd name="csY15" fmla="*/ 10988 h 10988"/>
                <a:gd name="csX16" fmla="*/ 18632 w 32963"/>
                <a:gd name="csY16" fmla="*/ 10510 h 10988"/>
                <a:gd name="csX17" fmla="*/ 17198 w 32963"/>
                <a:gd name="csY17" fmla="*/ 10988 h 10988"/>
                <a:gd name="csX18" fmla="*/ 15287 w 32963"/>
                <a:gd name="csY18" fmla="*/ 10032 h 10988"/>
                <a:gd name="csX19" fmla="*/ 13376 w 32963"/>
                <a:gd name="csY19" fmla="*/ 10510 h 10988"/>
                <a:gd name="csX20" fmla="*/ 10032 w 32963"/>
                <a:gd name="csY20" fmla="*/ 10032 h 10988"/>
                <a:gd name="csX21" fmla="*/ 8599 w 32963"/>
                <a:gd name="csY21" fmla="*/ 10988 h 10988"/>
                <a:gd name="csX22" fmla="*/ 7644 w 32963"/>
                <a:gd name="csY22" fmla="*/ 10988 h 10988"/>
                <a:gd name="csX23" fmla="*/ 6210 w 32963"/>
                <a:gd name="csY23" fmla="*/ 10988 h 10988"/>
                <a:gd name="csX24" fmla="*/ 5255 w 32963"/>
                <a:gd name="csY24" fmla="*/ 10510 h 10988"/>
                <a:gd name="csX25" fmla="*/ 2389 w 32963"/>
                <a:gd name="csY25" fmla="*/ 10510 h 10988"/>
                <a:gd name="csX26" fmla="*/ 1433 w 32963"/>
                <a:gd name="csY26" fmla="*/ 10032 h 10988"/>
                <a:gd name="csX27" fmla="*/ 1911 w 32963"/>
                <a:gd name="csY27" fmla="*/ 7166 h 10988"/>
                <a:gd name="csX28" fmla="*/ 1911 w 32963"/>
                <a:gd name="csY28" fmla="*/ 5733 h 10988"/>
                <a:gd name="csX29" fmla="*/ 1433 w 32963"/>
                <a:gd name="csY29" fmla="*/ 4300 h 10988"/>
                <a:gd name="csX30" fmla="*/ 478 w 32963"/>
                <a:gd name="csY30" fmla="*/ 3822 h 10988"/>
                <a:gd name="csX31" fmla="*/ 0 w 32963"/>
                <a:gd name="csY31" fmla="*/ 2867 h 10988"/>
                <a:gd name="csX32" fmla="*/ 1433 w 32963"/>
                <a:gd name="csY32" fmla="*/ 2389 h 10988"/>
                <a:gd name="csX33" fmla="*/ 1911 w 32963"/>
                <a:gd name="csY33" fmla="*/ 1433 h 10988"/>
                <a:gd name="csX34" fmla="*/ 2389 w 32963"/>
                <a:gd name="csY34" fmla="*/ 478 h 10988"/>
                <a:gd name="csX35" fmla="*/ 3344 w 32963"/>
                <a:gd name="csY35" fmla="*/ 0 h 10988"/>
                <a:gd name="csX36" fmla="*/ 4300 w 32963"/>
                <a:gd name="csY36" fmla="*/ 0 h 10988"/>
                <a:gd name="csX37" fmla="*/ 9077 w 32963"/>
                <a:gd name="csY37" fmla="*/ 478 h 10988"/>
                <a:gd name="csX38" fmla="*/ 21498 w 32963"/>
                <a:gd name="csY38" fmla="*/ 956 h 10988"/>
                <a:gd name="csX39" fmla="*/ 22453 w 32963"/>
                <a:gd name="csY39" fmla="*/ 956 h 10988"/>
                <a:gd name="csX40" fmla="*/ 22931 w 32963"/>
                <a:gd name="csY40" fmla="*/ 1433 h 109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32963" h="10988">
                  <a:moveTo>
                    <a:pt x="22931" y="1433"/>
                  </a:moveTo>
                  <a:lnTo>
                    <a:pt x="23409" y="1911"/>
                  </a:lnTo>
                  <a:lnTo>
                    <a:pt x="23886" y="1911"/>
                  </a:lnTo>
                  <a:lnTo>
                    <a:pt x="23409" y="956"/>
                  </a:lnTo>
                  <a:lnTo>
                    <a:pt x="23886" y="956"/>
                  </a:lnTo>
                  <a:lnTo>
                    <a:pt x="27708" y="1433"/>
                  </a:lnTo>
                  <a:lnTo>
                    <a:pt x="30097" y="2389"/>
                  </a:lnTo>
                  <a:lnTo>
                    <a:pt x="32486" y="2867"/>
                  </a:lnTo>
                  <a:lnTo>
                    <a:pt x="32963" y="5255"/>
                  </a:lnTo>
                  <a:lnTo>
                    <a:pt x="31052" y="6211"/>
                  </a:lnTo>
                  <a:lnTo>
                    <a:pt x="29619" y="7644"/>
                  </a:lnTo>
                  <a:lnTo>
                    <a:pt x="28664" y="9077"/>
                  </a:lnTo>
                  <a:lnTo>
                    <a:pt x="25798" y="10510"/>
                  </a:lnTo>
                  <a:lnTo>
                    <a:pt x="22453" y="10988"/>
                  </a:lnTo>
                  <a:lnTo>
                    <a:pt x="20542" y="10988"/>
                  </a:lnTo>
                  <a:lnTo>
                    <a:pt x="19587" y="10988"/>
                  </a:lnTo>
                  <a:lnTo>
                    <a:pt x="18632" y="10510"/>
                  </a:lnTo>
                  <a:lnTo>
                    <a:pt x="17198" y="10988"/>
                  </a:lnTo>
                  <a:lnTo>
                    <a:pt x="15287" y="10032"/>
                  </a:lnTo>
                  <a:lnTo>
                    <a:pt x="13376" y="10510"/>
                  </a:lnTo>
                  <a:lnTo>
                    <a:pt x="10032" y="10032"/>
                  </a:lnTo>
                  <a:lnTo>
                    <a:pt x="8599" y="10988"/>
                  </a:lnTo>
                  <a:lnTo>
                    <a:pt x="7644" y="10988"/>
                  </a:lnTo>
                  <a:lnTo>
                    <a:pt x="6210" y="10988"/>
                  </a:lnTo>
                  <a:lnTo>
                    <a:pt x="5255" y="10510"/>
                  </a:lnTo>
                  <a:lnTo>
                    <a:pt x="2389" y="10510"/>
                  </a:lnTo>
                  <a:lnTo>
                    <a:pt x="1433" y="10032"/>
                  </a:lnTo>
                  <a:lnTo>
                    <a:pt x="1911" y="7166"/>
                  </a:lnTo>
                  <a:lnTo>
                    <a:pt x="1911" y="5733"/>
                  </a:lnTo>
                  <a:lnTo>
                    <a:pt x="1433" y="4300"/>
                  </a:lnTo>
                  <a:lnTo>
                    <a:pt x="478" y="3822"/>
                  </a:lnTo>
                  <a:lnTo>
                    <a:pt x="0" y="2867"/>
                  </a:lnTo>
                  <a:lnTo>
                    <a:pt x="1433" y="2389"/>
                  </a:lnTo>
                  <a:lnTo>
                    <a:pt x="1911" y="1433"/>
                  </a:lnTo>
                  <a:lnTo>
                    <a:pt x="2389" y="478"/>
                  </a:lnTo>
                  <a:lnTo>
                    <a:pt x="3344" y="0"/>
                  </a:lnTo>
                  <a:lnTo>
                    <a:pt x="4300" y="0"/>
                  </a:lnTo>
                  <a:lnTo>
                    <a:pt x="9077" y="478"/>
                  </a:lnTo>
                  <a:lnTo>
                    <a:pt x="21498" y="956"/>
                  </a:lnTo>
                  <a:lnTo>
                    <a:pt x="22453" y="956"/>
                  </a:lnTo>
                  <a:lnTo>
                    <a:pt x="2293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8" name="Freeform 5247">
              <a:extLst>
                <a:ext uri="{FF2B5EF4-FFF2-40B4-BE49-F238E27FC236}">
                  <a16:creationId xmlns:a16="http://schemas.microsoft.com/office/drawing/2014/main" id="{E77DACD2-90B6-BF32-0F33-78D15BCF1F3E}"/>
                </a:ext>
              </a:extLst>
            </p:cNvPr>
            <p:cNvSpPr/>
            <p:nvPr/>
          </p:nvSpPr>
          <p:spPr>
            <a:xfrm>
              <a:off x="4583508" y="4400485"/>
              <a:ext cx="5254" cy="1433"/>
            </a:xfrm>
            <a:custGeom>
              <a:avLst/>
              <a:gdLst>
                <a:gd name="csX0" fmla="*/ 2866 w 5254"/>
                <a:gd name="csY0" fmla="*/ 1433 h 1433"/>
                <a:gd name="csX1" fmla="*/ 1433 w 5254"/>
                <a:gd name="csY1" fmla="*/ 1433 h 1433"/>
                <a:gd name="csX2" fmla="*/ 0 w 5254"/>
                <a:gd name="csY2" fmla="*/ 1433 h 1433"/>
                <a:gd name="csX3" fmla="*/ 0 w 5254"/>
                <a:gd name="csY3" fmla="*/ 478 h 1433"/>
                <a:gd name="csX4" fmla="*/ 1911 w 5254"/>
                <a:gd name="csY4" fmla="*/ 0 h 1433"/>
                <a:gd name="csX5" fmla="*/ 3822 w 5254"/>
                <a:gd name="csY5" fmla="*/ 0 h 1433"/>
                <a:gd name="csX6" fmla="*/ 5255 w 5254"/>
                <a:gd name="csY6" fmla="*/ 478 h 1433"/>
                <a:gd name="csX7" fmla="*/ 5255 w 5254"/>
                <a:gd name="csY7" fmla="*/ 478 h 1433"/>
                <a:gd name="csX8" fmla="*/ 2866 w 5254"/>
                <a:gd name="csY8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4" h="1433">
                  <a:moveTo>
                    <a:pt x="2866" y="1433"/>
                  </a:moveTo>
                  <a:lnTo>
                    <a:pt x="1433" y="1433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3822" y="0"/>
                  </a:lnTo>
                  <a:lnTo>
                    <a:pt x="5255" y="478"/>
                  </a:lnTo>
                  <a:lnTo>
                    <a:pt x="5255" y="478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9" name="Freeform 5248">
              <a:extLst>
                <a:ext uri="{FF2B5EF4-FFF2-40B4-BE49-F238E27FC236}">
                  <a16:creationId xmlns:a16="http://schemas.microsoft.com/office/drawing/2014/main" id="{288A79BE-251E-852D-BC76-0C25BD4DEDFE}"/>
                </a:ext>
              </a:extLst>
            </p:cNvPr>
            <p:cNvSpPr/>
            <p:nvPr/>
          </p:nvSpPr>
          <p:spPr>
            <a:xfrm>
              <a:off x="4536690" y="4401441"/>
              <a:ext cx="1433" cy="955"/>
            </a:xfrm>
            <a:custGeom>
              <a:avLst/>
              <a:gdLst>
                <a:gd name="csX0" fmla="*/ 956 w 1433"/>
                <a:gd name="csY0" fmla="*/ 956 h 955"/>
                <a:gd name="csX1" fmla="*/ 956 w 1433"/>
                <a:gd name="csY1" fmla="*/ 956 h 955"/>
                <a:gd name="csX2" fmla="*/ 478 w 1433"/>
                <a:gd name="csY2" fmla="*/ 956 h 955"/>
                <a:gd name="csX3" fmla="*/ 478 w 1433"/>
                <a:gd name="csY3" fmla="*/ 956 h 955"/>
                <a:gd name="csX4" fmla="*/ 478 w 1433"/>
                <a:gd name="csY4" fmla="*/ 956 h 955"/>
                <a:gd name="csX5" fmla="*/ 0 w 1433"/>
                <a:gd name="csY5" fmla="*/ 478 h 955"/>
                <a:gd name="csX6" fmla="*/ 0 w 1433"/>
                <a:gd name="csY6" fmla="*/ 478 h 955"/>
                <a:gd name="csX7" fmla="*/ 0 w 1433"/>
                <a:gd name="csY7" fmla="*/ 0 h 955"/>
                <a:gd name="csX8" fmla="*/ 0 w 1433"/>
                <a:gd name="csY8" fmla="*/ 0 h 955"/>
                <a:gd name="csX9" fmla="*/ 1433 w 1433"/>
                <a:gd name="csY9" fmla="*/ 0 h 955"/>
                <a:gd name="csX10" fmla="*/ 1433 w 1433"/>
                <a:gd name="csY10" fmla="*/ 0 h 955"/>
                <a:gd name="csX11" fmla="*/ 1433 w 1433"/>
                <a:gd name="csY11" fmla="*/ 0 h 955"/>
                <a:gd name="csX12" fmla="*/ 1433 w 1433"/>
                <a:gd name="csY12" fmla="*/ 478 h 955"/>
                <a:gd name="csX13" fmla="*/ 1433 w 1433"/>
                <a:gd name="csY13" fmla="*/ 478 h 955"/>
                <a:gd name="csX14" fmla="*/ 1433 w 1433"/>
                <a:gd name="csY14" fmla="*/ 956 h 955"/>
                <a:gd name="csX15" fmla="*/ 1433 w 1433"/>
                <a:gd name="csY15" fmla="*/ 956 h 955"/>
                <a:gd name="csX16" fmla="*/ 956 w 1433"/>
                <a:gd name="csY16" fmla="*/ 956 h 955"/>
                <a:gd name="csX17" fmla="*/ 956 w 1433"/>
                <a:gd name="csY17" fmla="*/ 956 h 955"/>
                <a:gd name="csX18" fmla="*/ 956 w 1433"/>
                <a:gd name="csY18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433" h="955">
                  <a:moveTo>
                    <a:pt x="956" y="956"/>
                  </a:moveTo>
                  <a:lnTo>
                    <a:pt x="956" y="956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1433" y="478"/>
                  </a:lnTo>
                  <a:lnTo>
                    <a:pt x="1433" y="478"/>
                  </a:lnTo>
                  <a:lnTo>
                    <a:pt x="1433" y="956"/>
                  </a:lnTo>
                  <a:lnTo>
                    <a:pt x="1433" y="956"/>
                  </a:lnTo>
                  <a:lnTo>
                    <a:pt x="956" y="956"/>
                  </a:lnTo>
                  <a:lnTo>
                    <a:pt x="956" y="956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0" name="Freeform 5249">
              <a:extLst>
                <a:ext uri="{FF2B5EF4-FFF2-40B4-BE49-F238E27FC236}">
                  <a16:creationId xmlns:a16="http://schemas.microsoft.com/office/drawing/2014/main" id="{1D8AEA07-9800-80D1-5705-87EC836DE1C1}"/>
                </a:ext>
              </a:extLst>
            </p:cNvPr>
            <p:cNvSpPr/>
            <p:nvPr/>
          </p:nvSpPr>
          <p:spPr>
            <a:xfrm>
              <a:off x="6561785" y="4132001"/>
              <a:ext cx="6688" cy="8121"/>
            </a:xfrm>
            <a:custGeom>
              <a:avLst/>
              <a:gdLst>
                <a:gd name="csX0" fmla="*/ 3344 w 6688"/>
                <a:gd name="csY0" fmla="*/ 6210 h 8121"/>
                <a:gd name="csX1" fmla="*/ 3344 w 6688"/>
                <a:gd name="csY1" fmla="*/ 6210 h 8121"/>
                <a:gd name="csX2" fmla="*/ 955 w 6688"/>
                <a:gd name="csY2" fmla="*/ 8121 h 8121"/>
                <a:gd name="csX3" fmla="*/ 478 w 6688"/>
                <a:gd name="csY3" fmla="*/ 6210 h 8121"/>
                <a:gd name="csX4" fmla="*/ 0 w 6688"/>
                <a:gd name="csY4" fmla="*/ 5733 h 8121"/>
                <a:gd name="csX5" fmla="*/ 3822 w 6688"/>
                <a:gd name="csY5" fmla="*/ 2389 h 8121"/>
                <a:gd name="csX6" fmla="*/ 5733 w 6688"/>
                <a:gd name="csY6" fmla="*/ 0 h 8121"/>
                <a:gd name="csX7" fmla="*/ 6688 w 6688"/>
                <a:gd name="csY7" fmla="*/ 956 h 8121"/>
                <a:gd name="csX8" fmla="*/ 6688 w 6688"/>
                <a:gd name="csY8" fmla="*/ 1433 h 8121"/>
                <a:gd name="csX9" fmla="*/ 3344 w 6688"/>
                <a:gd name="csY9" fmla="*/ 4777 h 8121"/>
                <a:gd name="csX10" fmla="*/ 3344 w 6688"/>
                <a:gd name="csY10" fmla="*/ 6210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8" h="8121">
                  <a:moveTo>
                    <a:pt x="3344" y="6210"/>
                  </a:moveTo>
                  <a:lnTo>
                    <a:pt x="3344" y="6210"/>
                  </a:lnTo>
                  <a:lnTo>
                    <a:pt x="955" y="8121"/>
                  </a:lnTo>
                  <a:lnTo>
                    <a:pt x="478" y="6210"/>
                  </a:lnTo>
                  <a:lnTo>
                    <a:pt x="0" y="5733"/>
                  </a:lnTo>
                  <a:lnTo>
                    <a:pt x="3822" y="2389"/>
                  </a:lnTo>
                  <a:lnTo>
                    <a:pt x="5733" y="0"/>
                  </a:lnTo>
                  <a:lnTo>
                    <a:pt x="6688" y="956"/>
                  </a:lnTo>
                  <a:lnTo>
                    <a:pt x="6688" y="1433"/>
                  </a:lnTo>
                  <a:lnTo>
                    <a:pt x="3344" y="4777"/>
                  </a:lnTo>
                  <a:lnTo>
                    <a:pt x="3344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1" name="Freeform 5250">
              <a:extLst>
                <a:ext uri="{FF2B5EF4-FFF2-40B4-BE49-F238E27FC236}">
                  <a16:creationId xmlns:a16="http://schemas.microsoft.com/office/drawing/2014/main" id="{8C58A281-F382-21EC-0C44-1631A6CD4EF7}"/>
                </a:ext>
              </a:extLst>
            </p:cNvPr>
            <p:cNvSpPr/>
            <p:nvPr/>
          </p:nvSpPr>
          <p:spPr>
            <a:xfrm>
              <a:off x="6575162" y="4111937"/>
              <a:ext cx="13853" cy="25319"/>
            </a:xfrm>
            <a:custGeom>
              <a:avLst/>
              <a:gdLst>
                <a:gd name="csX0" fmla="*/ 13376 w 13853"/>
                <a:gd name="csY0" fmla="*/ 2867 h 25319"/>
                <a:gd name="csX1" fmla="*/ 13854 w 13853"/>
                <a:gd name="csY1" fmla="*/ 6211 h 25319"/>
                <a:gd name="csX2" fmla="*/ 13376 w 13853"/>
                <a:gd name="csY2" fmla="*/ 9077 h 25319"/>
                <a:gd name="csX3" fmla="*/ 13376 w 13853"/>
                <a:gd name="csY3" fmla="*/ 11466 h 25319"/>
                <a:gd name="csX4" fmla="*/ 13854 w 13853"/>
                <a:gd name="csY4" fmla="*/ 16243 h 25319"/>
                <a:gd name="csX5" fmla="*/ 12421 w 13853"/>
                <a:gd name="csY5" fmla="*/ 18154 h 25319"/>
                <a:gd name="csX6" fmla="*/ 11943 w 13853"/>
                <a:gd name="csY6" fmla="*/ 20543 h 25319"/>
                <a:gd name="csX7" fmla="*/ 11465 w 13853"/>
                <a:gd name="csY7" fmla="*/ 22453 h 25319"/>
                <a:gd name="csX8" fmla="*/ 10987 w 13853"/>
                <a:gd name="csY8" fmla="*/ 22453 h 25319"/>
                <a:gd name="csX9" fmla="*/ 8121 w 13853"/>
                <a:gd name="csY9" fmla="*/ 23409 h 25319"/>
                <a:gd name="csX10" fmla="*/ 4777 w 13853"/>
                <a:gd name="csY10" fmla="*/ 24842 h 25319"/>
                <a:gd name="csX11" fmla="*/ 955 w 13853"/>
                <a:gd name="csY11" fmla="*/ 25320 h 25319"/>
                <a:gd name="csX12" fmla="*/ 478 w 13853"/>
                <a:gd name="csY12" fmla="*/ 24842 h 25319"/>
                <a:gd name="csX13" fmla="*/ 0 w 13853"/>
                <a:gd name="csY13" fmla="*/ 24364 h 25319"/>
                <a:gd name="csX14" fmla="*/ 1433 w 13853"/>
                <a:gd name="csY14" fmla="*/ 21020 h 25319"/>
                <a:gd name="csX15" fmla="*/ 1910 w 13853"/>
                <a:gd name="csY15" fmla="*/ 19587 h 25319"/>
                <a:gd name="csX16" fmla="*/ 3344 w 13853"/>
                <a:gd name="csY16" fmla="*/ 18154 h 25319"/>
                <a:gd name="csX17" fmla="*/ 5733 w 13853"/>
                <a:gd name="csY17" fmla="*/ 17198 h 25319"/>
                <a:gd name="csX18" fmla="*/ 6688 w 13853"/>
                <a:gd name="csY18" fmla="*/ 16721 h 25319"/>
                <a:gd name="csX19" fmla="*/ 6688 w 13853"/>
                <a:gd name="csY19" fmla="*/ 16243 h 25319"/>
                <a:gd name="csX20" fmla="*/ 5255 w 13853"/>
                <a:gd name="csY20" fmla="*/ 15287 h 25319"/>
                <a:gd name="csX21" fmla="*/ 3821 w 13853"/>
                <a:gd name="csY21" fmla="*/ 14810 h 25319"/>
                <a:gd name="csX22" fmla="*/ 2389 w 13853"/>
                <a:gd name="csY22" fmla="*/ 15287 h 25319"/>
                <a:gd name="csX23" fmla="*/ 1910 w 13853"/>
                <a:gd name="csY23" fmla="*/ 15287 h 25319"/>
                <a:gd name="csX24" fmla="*/ 1910 w 13853"/>
                <a:gd name="csY24" fmla="*/ 14810 h 25319"/>
                <a:gd name="csX25" fmla="*/ 2389 w 13853"/>
                <a:gd name="csY25" fmla="*/ 14332 h 25319"/>
                <a:gd name="csX26" fmla="*/ 2389 w 13853"/>
                <a:gd name="csY26" fmla="*/ 13377 h 25319"/>
                <a:gd name="csX27" fmla="*/ 2389 w 13853"/>
                <a:gd name="csY27" fmla="*/ 11466 h 25319"/>
                <a:gd name="csX28" fmla="*/ 2389 w 13853"/>
                <a:gd name="csY28" fmla="*/ 11466 h 25319"/>
                <a:gd name="csX29" fmla="*/ 1910 w 13853"/>
                <a:gd name="csY29" fmla="*/ 9555 h 25319"/>
                <a:gd name="csX30" fmla="*/ 1910 w 13853"/>
                <a:gd name="csY30" fmla="*/ 8121 h 25319"/>
                <a:gd name="csX31" fmla="*/ 2866 w 13853"/>
                <a:gd name="csY31" fmla="*/ 5255 h 25319"/>
                <a:gd name="csX32" fmla="*/ 2866 w 13853"/>
                <a:gd name="csY32" fmla="*/ 4300 h 25319"/>
                <a:gd name="csX33" fmla="*/ 3344 w 13853"/>
                <a:gd name="csY33" fmla="*/ 3344 h 25319"/>
                <a:gd name="csX34" fmla="*/ 3821 w 13853"/>
                <a:gd name="csY34" fmla="*/ 1433 h 25319"/>
                <a:gd name="csX35" fmla="*/ 3821 w 13853"/>
                <a:gd name="csY35" fmla="*/ 1433 h 25319"/>
                <a:gd name="csX36" fmla="*/ 6688 w 13853"/>
                <a:gd name="csY36" fmla="*/ 0 h 25319"/>
                <a:gd name="csX37" fmla="*/ 8599 w 13853"/>
                <a:gd name="csY37" fmla="*/ 478 h 25319"/>
                <a:gd name="csX38" fmla="*/ 10032 w 13853"/>
                <a:gd name="csY38" fmla="*/ 478 h 25319"/>
                <a:gd name="csX39" fmla="*/ 10510 w 13853"/>
                <a:gd name="csY39" fmla="*/ 956 h 25319"/>
                <a:gd name="csX40" fmla="*/ 10510 w 13853"/>
                <a:gd name="csY40" fmla="*/ 1911 h 25319"/>
                <a:gd name="csX41" fmla="*/ 12421 w 13853"/>
                <a:gd name="csY41" fmla="*/ 2867 h 25319"/>
                <a:gd name="csX42" fmla="*/ 13376 w 13853"/>
                <a:gd name="csY42" fmla="*/ 2867 h 25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13853" h="25319">
                  <a:moveTo>
                    <a:pt x="13376" y="2867"/>
                  </a:moveTo>
                  <a:lnTo>
                    <a:pt x="13854" y="6211"/>
                  </a:lnTo>
                  <a:lnTo>
                    <a:pt x="13376" y="9077"/>
                  </a:lnTo>
                  <a:lnTo>
                    <a:pt x="13376" y="11466"/>
                  </a:lnTo>
                  <a:lnTo>
                    <a:pt x="13854" y="16243"/>
                  </a:lnTo>
                  <a:lnTo>
                    <a:pt x="12421" y="18154"/>
                  </a:lnTo>
                  <a:lnTo>
                    <a:pt x="11943" y="20543"/>
                  </a:lnTo>
                  <a:lnTo>
                    <a:pt x="11465" y="22453"/>
                  </a:lnTo>
                  <a:lnTo>
                    <a:pt x="10987" y="22453"/>
                  </a:lnTo>
                  <a:lnTo>
                    <a:pt x="8121" y="23409"/>
                  </a:lnTo>
                  <a:lnTo>
                    <a:pt x="4777" y="24842"/>
                  </a:lnTo>
                  <a:lnTo>
                    <a:pt x="955" y="25320"/>
                  </a:lnTo>
                  <a:lnTo>
                    <a:pt x="478" y="24842"/>
                  </a:lnTo>
                  <a:lnTo>
                    <a:pt x="0" y="24364"/>
                  </a:lnTo>
                  <a:lnTo>
                    <a:pt x="1433" y="21020"/>
                  </a:lnTo>
                  <a:lnTo>
                    <a:pt x="1910" y="19587"/>
                  </a:lnTo>
                  <a:lnTo>
                    <a:pt x="3344" y="18154"/>
                  </a:lnTo>
                  <a:lnTo>
                    <a:pt x="5733" y="17198"/>
                  </a:lnTo>
                  <a:lnTo>
                    <a:pt x="6688" y="16721"/>
                  </a:lnTo>
                  <a:lnTo>
                    <a:pt x="6688" y="16243"/>
                  </a:lnTo>
                  <a:lnTo>
                    <a:pt x="5255" y="15287"/>
                  </a:lnTo>
                  <a:lnTo>
                    <a:pt x="3821" y="14810"/>
                  </a:lnTo>
                  <a:lnTo>
                    <a:pt x="2389" y="15287"/>
                  </a:lnTo>
                  <a:lnTo>
                    <a:pt x="1910" y="15287"/>
                  </a:lnTo>
                  <a:lnTo>
                    <a:pt x="1910" y="14810"/>
                  </a:lnTo>
                  <a:lnTo>
                    <a:pt x="2389" y="14332"/>
                  </a:lnTo>
                  <a:lnTo>
                    <a:pt x="2389" y="13377"/>
                  </a:lnTo>
                  <a:lnTo>
                    <a:pt x="2389" y="11466"/>
                  </a:lnTo>
                  <a:lnTo>
                    <a:pt x="2389" y="11466"/>
                  </a:lnTo>
                  <a:lnTo>
                    <a:pt x="1910" y="9555"/>
                  </a:lnTo>
                  <a:lnTo>
                    <a:pt x="1910" y="8121"/>
                  </a:lnTo>
                  <a:lnTo>
                    <a:pt x="2866" y="5255"/>
                  </a:lnTo>
                  <a:lnTo>
                    <a:pt x="2866" y="4300"/>
                  </a:lnTo>
                  <a:lnTo>
                    <a:pt x="3344" y="3344"/>
                  </a:lnTo>
                  <a:lnTo>
                    <a:pt x="3821" y="1433"/>
                  </a:lnTo>
                  <a:lnTo>
                    <a:pt x="3821" y="1433"/>
                  </a:lnTo>
                  <a:lnTo>
                    <a:pt x="6688" y="0"/>
                  </a:lnTo>
                  <a:lnTo>
                    <a:pt x="8599" y="478"/>
                  </a:lnTo>
                  <a:lnTo>
                    <a:pt x="10032" y="478"/>
                  </a:lnTo>
                  <a:lnTo>
                    <a:pt x="10510" y="956"/>
                  </a:lnTo>
                  <a:lnTo>
                    <a:pt x="10510" y="1911"/>
                  </a:lnTo>
                  <a:lnTo>
                    <a:pt x="12421" y="2867"/>
                  </a:lnTo>
                  <a:lnTo>
                    <a:pt x="13376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2" name="Freeform 5251">
              <a:extLst>
                <a:ext uri="{FF2B5EF4-FFF2-40B4-BE49-F238E27FC236}">
                  <a16:creationId xmlns:a16="http://schemas.microsoft.com/office/drawing/2014/main" id="{716C6941-08AF-579A-F65B-8EE96CD24D7C}"/>
                </a:ext>
              </a:extLst>
            </p:cNvPr>
            <p:cNvSpPr/>
            <p:nvPr/>
          </p:nvSpPr>
          <p:spPr>
            <a:xfrm>
              <a:off x="8484169" y="4679002"/>
              <a:ext cx="955" cy="955"/>
            </a:xfrm>
            <a:custGeom>
              <a:avLst/>
              <a:gdLst>
                <a:gd name="csX0" fmla="*/ 955 w 955"/>
                <a:gd name="csY0" fmla="*/ 956 h 955"/>
                <a:gd name="csX1" fmla="*/ 478 w 955"/>
                <a:gd name="csY1" fmla="*/ 956 h 955"/>
                <a:gd name="csX2" fmla="*/ 0 w 955"/>
                <a:gd name="csY2" fmla="*/ 956 h 955"/>
                <a:gd name="csX3" fmla="*/ 0 w 955"/>
                <a:gd name="csY3" fmla="*/ 478 h 955"/>
                <a:gd name="csX4" fmla="*/ 478 w 955"/>
                <a:gd name="csY4" fmla="*/ 478 h 955"/>
                <a:gd name="csX5" fmla="*/ 955 w 955"/>
                <a:gd name="csY5" fmla="*/ 0 h 955"/>
                <a:gd name="csX6" fmla="*/ 955 w 955"/>
                <a:gd name="csY6" fmla="*/ 478 h 955"/>
                <a:gd name="csX7" fmla="*/ 955 w 955"/>
                <a:gd name="csY7" fmla="*/ 478 h 955"/>
                <a:gd name="csX8" fmla="*/ 955 w 955"/>
                <a:gd name="csY8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55" h="955">
                  <a:moveTo>
                    <a:pt x="955" y="956"/>
                  </a:moveTo>
                  <a:lnTo>
                    <a:pt x="478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955" y="478"/>
                  </a:lnTo>
                  <a:lnTo>
                    <a:pt x="955" y="478"/>
                  </a:lnTo>
                  <a:lnTo>
                    <a:pt x="955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3" name="Freeform 5252">
              <a:extLst>
                <a:ext uri="{FF2B5EF4-FFF2-40B4-BE49-F238E27FC236}">
                  <a16:creationId xmlns:a16="http://schemas.microsoft.com/office/drawing/2014/main" id="{3734B478-C686-D800-33FA-476009914206}"/>
                </a:ext>
              </a:extLst>
            </p:cNvPr>
            <p:cNvSpPr/>
            <p:nvPr/>
          </p:nvSpPr>
          <p:spPr>
            <a:xfrm>
              <a:off x="4641313" y="5089849"/>
              <a:ext cx="166727" cy="163383"/>
            </a:xfrm>
            <a:custGeom>
              <a:avLst/>
              <a:gdLst>
                <a:gd name="csX0" fmla="*/ 88858 w 166727"/>
                <a:gd name="csY0" fmla="*/ 17198 h 163383"/>
                <a:gd name="csX1" fmla="*/ 89335 w 166727"/>
                <a:gd name="csY1" fmla="*/ 18154 h 163383"/>
                <a:gd name="csX2" fmla="*/ 89813 w 166727"/>
                <a:gd name="csY2" fmla="*/ 19587 h 163383"/>
                <a:gd name="csX3" fmla="*/ 90291 w 166727"/>
                <a:gd name="csY3" fmla="*/ 20065 h 163383"/>
                <a:gd name="csX4" fmla="*/ 91246 w 166727"/>
                <a:gd name="csY4" fmla="*/ 21020 h 163383"/>
                <a:gd name="csX5" fmla="*/ 91724 w 166727"/>
                <a:gd name="csY5" fmla="*/ 21976 h 163383"/>
                <a:gd name="csX6" fmla="*/ 92202 w 166727"/>
                <a:gd name="csY6" fmla="*/ 22931 h 163383"/>
                <a:gd name="csX7" fmla="*/ 92202 w 166727"/>
                <a:gd name="csY7" fmla="*/ 23886 h 163383"/>
                <a:gd name="csX8" fmla="*/ 92202 w 166727"/>
                <a:gd name="csY8" fmla="*/ 25320 h 163383"/>
                <a:gd name="csX9" fmla="*/ 92680 w 166727"/>
                <a:gd name="csY9" fmla="*/ 26275 h 163383"/>
                <a:gd name="csX10" fmla="*/ 93157 w 166727"/>
                <a:gd name="csY10" fmla="*/ 26753 h 163383"/>
                <a:gd name="csX11" fmla="*/ 94113 w 166727"/>
                <a:gd name="csY11" fmla="*/ 27231 h 163383"/>
                <a:gd name="csX12" fmla="*/ 94590 w 166727"/>
                <a:gd name="csY12" fmla="*/ 28186 h 163383"/>
                <a:gd name="csX13" fmla="*/ 94113 w 166727"/>
                <a:gd name="csY13" fmla="*/ 28664 h 163383"/>
                <a:gd name="csX14" fmla="*/ 94113 w 166727"/>
                <a:gd name="csY14" fmla="*/ 29619 h 163383"/>
                <a:gd name="csX15" fmla="*/ 94590 w 166727"/>
                <a:gd name="csY15" fmla="*/ 30097 h 163383"/>
                <a:gd name="csX16" fmla="*/ 94113 w 166727"/>
                <a:gd name="csY16" fmla="*/ 30575 h 163383"/>
                <a:gd name="csX17" fmla="*/ 94590 w 166727"/>
                <a:gd name="csY17" fmla="*/ 31052 h 163383"/>
                <a:gd name="csX18" fmla="*/ 95068 w 166727"/>
                <a:gd name="csY18" fmla="*/ 31530 h 163383"/>
                <a:gd name="csX19" fmla="*/ 95546 w 166727"/>
                <a:gd name="csY19" fmla="*/ 32963 h 163383"/>
                <a:gd name="csX20" fmla="*/ 95546 w 166727"/>
                <a:gd name="csY20" fmla="*/ 35830 h 163383"/>
                <a:gd name="csX21" fmla="*/ 95068 w 166727"/>
                <a:gd name="csY21" fmla="*/ 37263 h 163383"/>
                <a:gd name="csX22" fmla="*/ 94590 w 166727"/>
                <a:gd name="csY22" fmla="*/ 38218 h 163383"/>
                <a:gd name="csX23" fmla="*/ 94590 w 166727"/>
                <a:gd name="csY23" fmla="*/ 39174 h 163383"/>
                <a:gd name="csX24" fmla="*/ 94590 w 166727"/>
                <a:gd name="csY24" fmla="*/ 40129 h 163383"/>
                <a:gd name="csX25" fmla="*/ 94113 w 166727"/>
                <a:gd name="csY25" fmla="*/ 41085 h 163383"/>
                <a:gd name="csX26" fmla="*/ 93157 w 166727"/>
                <a:gd name="csY26" fmla="*/ 42518 h 163383"/>
                <a:gd name="csX27" fmla="*/ 93635 w 166727"/>
                <a:gd name="csY27" fmla="*/ 43474 h 163383"/>
                <a:gd name="csX28" fmla="*/ 93635 w 166727"/>
                <a:gd name="csY28" fmla="*/ 44429 h 163383"/>
                <a:gd name="csX29" fmla="*/ 93635 w 166727"/>
                <a:gd name="csY29" fmla="*/ 45862 h 163383"/>
                <a:gd name="csX30" fmla="*/ 94113 w 166727"/>
                <a:gd name="csY30" fmla="*/ 46817 h 163383"/>
                <a:gd name="csX31" fmla="*/ 93635 w 166727"/>
                <a:gd name="csY31" fmla="*/ 47773 h 163383"/>
                <a:gd name="csX32" fmla="*/ 93157 w 166727"/>
                <a:gd name="csY32" fmla="*/ 48728 h 163383"/>
                <a:gd name="csX33" fmla="*/ 93157 w 166727"/>
                <a:gd name="csY33" fmla="*/ 49684 h 163383"/>
                <a:gd name="csX34" fmla="*/ 93635 w 166727"/>
                <a:gd name="csY34" fmla="*/ 50639 h 163383"/>
                <a:gd name="csX35" fmla="*/ 93157 w 166727"/>
                <a:gd name="csY35" fmla="*/ 52073 h 163383"/>
                <a:gd name="csX36" fmla="*/ 92680 w 166727"/>
                <a:gd name="csY36" fmla="*/ 52550 h 163383"/>
                <a:gd name="csX37" fmla="*/ 92680 w 166727"/>
                <a:gd name="csY37" fmla="*/ 53506 h 163383"/>
                <a:gd name="csX38" fmla="*/ 93157 w 166727"/>
                <a:gd name="csY38" fmla="*/ 54461 h 163383"/>
                <a:gd name="csX39" fmla="*/ 94590 w 166727"/>
                <a:gd name="csY39" fmla="*/ 54939 h 163383"/>
                <a:gd name="csX40" fmla="*/ 95546 w 166727"/>
                <a:gd name="csY40" fmla="*/ 55417 h 163383"/>
                <a:gd name="csX41" fmla="*/ 96024 w 166727"/>
                <a:gd name="csY41" fmla="*/ 55417 h 163383"/>
                <a:gd name="csX42" fmla="*/ 96979 w 166727"/>
                <a:gd name="csY42" fmla="*/ 54461 h 163383"/>
                <a:gd name="csX43" fmla="*/ 96979 w 166727"/>
                <a:gd name="csY43" fmla="*/ 54461 h 163383"/>
                <a:gd name="csX44" fmla="*/ 97935 w 166727"/>
                <a:gd name="csY44" fmla="*/ 54461 h 163383"/>
                <a:gd name="csX45" fmla="*/ 99368 w 166727"/>
                <a:gd name="csY45" fmla="*/ 54939 h 163383"/>
                <a:gd name="csX46" fmla="*/ 100801 w 166727"/>
                <a:gd name="csY46" fmla="*/ 55894 h 163383"/>
                <a:gd name="csX47" fmla="*/ 102712 w 166727"/>
                <a:gd name="csY47" fmla="*/ 56372 h 163383"/>
                <a:gd name="csX48" fmla="*/ 104145 w 166727"/>
                <a:gd name="csY48" fmla="*/ 56372 h 163383"/>
                <a:gd name="csX49" fmla="*/ 105578 w 166727"/>
                <a:gd name="csY49" fmla="*/ 56850 h 163383"/>
                <a:gd name="csX50" fmla="*/ 105578 w 166727"/>
                <a:gd name="csY50" fmla="*/ 56850 h 163383"/>
                <a:gd name="csX51" fmla="*/ 107489 w 166727"/>
                <a:gd name="csY51" fmla="*/ 56372 h 163383"/>
                <a:gd name="csX52" fmla="*/ 109400 w 166727"/>
                <a:gd name="csY52" fmla="*/ 56850 h 163383"/>
                <a:gd name="csX53" fmla="*/ 111311 w 166727"/>
                <a:gd name="csY53" fmla="*/ 57328 h 163383"/>
                <a:gd name="csX54" fmla="*/ 113222 w 166727"/>
                <a:gd name="csY54" fmla="*/ 57805 h 163383"/>
                <a:gd name="csX55" fmla="*/ 115133 w 166727"/>
                <a:gd name="csY55" fmla="*/ 57805 h 163383"/>
                <a:gd name="csX56" fmla="*/ 116566 w 166727"/>
                <a:gd name="csY56" fmla="*/ 57805 h 163383"/>
                <a:gd name="csX57" fmla="*/ 116566 w 166727"/>
                <a:gd name="csY57" fmla="*/ 57805 h 163383"/>
                <a:gd name="csX58" fmla="*/ 117999 w 166727"/>
                <a:gd name="csY58" fmla="*/ 56850 h 163383"/>
                <a:gd name="csX59" fmla="*/ 119432 w 166727"/>
                <a:gd name="csY59" fmla="*/ 57328 h 163383"/>
                <a:gd name="csX60" fmla="*/ 119432 w 166727"/>
                <a:gd name="csY60" fmla="*/ 56850 h 163383"/>
                <a:gd name="csX61" fmla="*/ 120388 w 166727"/>
                <a:gd name="csY61" fmla="*/ 55894 h 163383"/>
                <a:gd name="csX62" fmla="*/ 120865 w 166727"/>
                <a:gd name="csY62" fmla="*/ 54939 h 163383"/>
                <a:gd name="csX63" fmla="*/ 121343 w 166727"/>
                <a:gd name="csY63" fmla="*/ 54461 h 163383"/>
                <a:gd name="csX64" fmla="*/ 121821 w 166727"/>
                <a:gd name="csY64" fmla="*/ 54461 h 163383"/>
                <a:gd name="csX65" fmla="*/ 122777 w 166727"/>
                <a:gd name="csY65" fmla="*/ 53983 h 163383"/>
                <a:gd name="csX66" fmla="*/ 124210 w 166727"/>
                <a:gd name="csY66" fmla="*/ 54461 h 163383"/>
                <a:gd name="csX67" fmla="*/ 124687 w 166727"/>
                <a:gd name="csY67" fmla="*/ 55894 h 163383"/>
                <a:gd name="csX68" fmla="*/ 126598 w 166727"/>
                <a:gd name="csY68" fmla="*/ 56850 h 163383"/>
                <a:gd name="csX69" fmla="*/ 127076 w 166727"/>
                <a:gd name="csY69" fmla="*/ 57805 h 163383"/>
                <a:gd name="csX70" fmla="*/ 128031 w 166727"/>
                <a:gd name="csY70" fmla="*/ 57805 h 163383"/>
                <a:gd name="csX71" fmla="*/ 130420 w 166727"/>
                <a:gd name="csY71" fmla="*/ 58283 h 163383"/>
                <a:gd name="csX72" fmla="*/ 131853 w 166727"/>
                <a:gd name="csY72" fmla="*/ 57805 h 163383"/>
                <a:gd name="csX73" fmla="*/ 133764 w 166727"/>
                <a:gd name="csY73" fmla="*/ 58761 h 163383"/>
                <a:gd name="csX74" fmla="*/ 134720 w 166727"/>
                <a:gd name="csY74" fmla="*/ 58761 h 163383"/>
                <a:gd name="csX75" fmla="*/ 135675 w 166727"/>
                <a:gd name="csY75" fmla="*/ 59239 h 163383"/>
                <a:gd name="csX76" fmla="*/ 136631 w 166727"/>
                <a:gd name="csY76" fmla="*/ 60672 h 163383"/>
                <a:gd name="csX77" fmla="*/ 137108 w 166727"/>
                <a:gd name="csY77" fmla="*/ 62583 h 163383"/>
                <a:gd name="csX78" fmla="*/ 137586 w 166727"/>
                <a:gd name="csY78" fmla="*/ 64016 h 163383"/>
                <a:gd name="csX79" fmla="*/ 139019 w 166727"/>
                <a:gd name="csY79" fmla="*/ 64493 h 163383"/>
                <a:gd name="csX80" fmla="*/ 139497 w 166727"/>
                <a:gd name="csY80" fmla="*/ 65449 h 163383"/>
                <a:gd name="csX81" fmla="*/ 139497 w 166727"/>
                <a:gd name="csY81" fmla="*/ 66882 h 163383"/>
                <a:gd name="csX82" fmla="*/ 138542 w 166727"/>
                <a:gd name="csY82" fmla="*/ 68315 h 163383"/>
                <a:gd name="csX83" fmla="*/ 139019 w 166727"/>
                <a:gd name="csY83" fmla="*/ 69749 h 163383"/>
                <a:gd name="csX84" fmla="*/ 139497 w 166727"/>
                <a:gd name="csY84" fmla="*/ 71182 h 163383"/>
                <a:gd name="csX85" fmla="*/ 139497 w 166727"/>
                <a:gd name="csY85" fmla="*/ 72615 h 163383"/>
                <a:gd name="csX86" fmla="*/ 139975 w 166727"/>
                <a:gd name="csY86" fmla="*/ 74048 h 163383"/>
                <a:gd name="csX87" fmla="*/ 140453 w 166727"/>
                <a:gd name="csY87" fmla="*/ 75004 h 163383"/>
                <a:gd name="csX88" fmla="*/ 140930 w 166727"/>
                <a:gd name="csY88" fmla="*/ 76915 h 163383"/>
                <a:gd name="csX89" fmla="*/ 140930 w 166727"/>
                <a:gd name="csY89" fmla="*/ 78348 h 163383"/>
                <a:gd name="csX90" fmla="*/ 141408 w 166727"/>
                <a:gd name="csY90" fmla="*/ 79303 h 163383"/>
                <a:gd name="csX91" fmla="*/ 141408 w 166727"/>
                <a:gd name="csY91" fmla="*/ 80258 h 163383"/>
                <a:gd name="csX92" fmla="*/ 140930 w 166727"/>
                <a:gd name="csY92" fmla="*/ 81214 h 163383"/>
                <a:gd name="csX93" fmla="*/ 140930 w 166727"/>
                <a:gd name="csY93" fmla="*/ 82647 h 163383"/>
                <a:gd name="csX94" fmla="*/ 140930 w 166727"/>
                <a:gd name="csY94" fmla="*/ 83603 h 163383"/>
                <a:gd name="csX95" fmla="*/ 141408 w 166727"/>
                <a:gd name="csY95" fmla="*/ 84558 h 163383"/>
                <a:gd name="csX96" fmla="*/ 142841 w 166727"/>
                <a:gd name="csY96" fmla="*/ 85514 h 163383"/>
                <a:gd name="csX97" fmla="*/ 142841 w 166727"/>
                <a:gd name="csY97" fmla="*/ 87902 h 163383"/>
                <a:gd name="csX98" fmla="*/ 142841 w 166727"/>
                <a:gd name="csY98" fmla="*/ 89335 h 163383"/>
                <a:gd name="csX99" fmla="*/ 143319 w 166727"/>
                <a:gd name="csY99" fmla="*/ 90769 h 163383"/>
                <a:gd name="csX100" fmla="*/ 144274 w 166727"/>
                <a:gd name="csY100" fmla="*/ 91724 h 163383"/>
                <a:gd name="csX101" fmla="*/ 146185 w 166727"/>
                <a:gd name="csY101" fmla="*/ 91724 h 163383"/>
                <a:gd name="csX102" fmla="*/ 147619 w 166727"/>
                <a:gd name="csY102" fmla="*/ 92202 h 163383"/>
                <a:gd name="csX103" fmla="*/ 148096 w 166727"/>
                <a:gd name="csY103" fmla="*/ 92202 h 163383"/>
                <a:gd name="csX104" fmla="*/ 150007 w 166727"/>
                <a:gd name="csY104" fmla="*/ 91724 h 163383"/>
                <a:gd name="csX105" fmla="*/ 150007 w 166727"/>
                <a:gd name="csY105" fmla="*/ 91724 h 163383"/>
                <a:gd name="csX106" fmla="*/ 151918 w 166727"/>
                <a:gd name="csY106" fmla="*/ 91247 h 163383"/>
                <a:gd name="csX107" fmla="*/ 153351 w 166727"/>
                <a:gd name="csY107" fmla="*/ 90769 h 163383"/>
                <a:gd name="csX108" fmla="*/ 155262 w 166727"/>
                <a:gd name="csY108" fmla="*/ 89813 h 163383"/>
                <a:gd name="csX109" fmla="*/ 157173 w 166727"/>
                <a:gd name="csY109" fmla="*/ 88858 h 163383"/>
                <a:gd name="csX110" fmla="*/ 158128 w 166727"/>
                <a:gd name="csY110" fmla="*/ 88380 h 163383"/>
                <a:gd name="csX111" fmla="*/ 159084 w 166727"/>
                <a:gd name="csY111" fmla="*/ 87902 h 163383"/>
                <a:gd name="csX112" fmla="*/ 160995 w 166727"/>
                <a:gd name="csY112" fmla="*/ 88858 h 163383"/>
                <a:gd name="csX113" fmla="*/ 162906 w 166727"/>
                <a:gd name="csY113" fmla="*/ 89813 h 163383"/>
                <a:gd name="csX114" fmla="*/ 164339 w 166727"/>
                <a:gd name="csY114" fmla="*/ 91247 h 163383"/>
                <a:gd name="csX115" fmla="*/ 166728 w 166727"/>
                <a:gd name="csY115" fmla="*/ 92680 h 163383"/>
                <a:gd name="csX116" fmla="*/ 166250 w 166727"/>
                <a:gd name="csY116" fmla="*/ 93157 h 163383"/>
                <a:gd name="csX117" fmla="*/ 166250 w 166727"/>
                <a:gd name="csY117" fmla="*/ 93157 h 163383"/>
                <a:gd name="csX118" fmla="*/ 165294 w 166727"/>
                <a:gd name="csY118" fmla="*/ 94590 h 163383"/>
                <a:gd name="csX119" fmla="*/ 165294 w 166727"/>
                <a:gd name="csY119" fmla="*/ 96024 h 163383"/>
                <a:gd name="csX120" fmla="*/ 165772 w 166727"/>
                <a:gd name="csY120" fmla="*/ 97935 h 163383"/>
                <a:gd name="csX121" fmla="*/ 165294 w 166727"/>
                <a:gd name="csY121" fmla="*/ 102234 h 163383"/>
                <a:gd name="csX122" fmla="*/ 163384 w 166727"/>
                <a:gd name="csY122" fmla="*/ 108922 h 163383"/>
                <a:gd name="csX123" fmla="*/ 162428 w 166727"/>
                <a:gd name="csY123" fmla="*/ 113222 h 163383"/>
                <a:gd name="csX124" fmla="*/ 162906 w 166727"/>
                <a:gd name="csY124" fmla="*/ 114177 h 163383"/>
                <a:gd name="csX125" fmla="*/ 161950 w 166727"/>
                <a:gd name="csY125" fmla="*/ 116088 h 163383"/>
                <a:gd name="csX126" fmla="*/ 159562 w 166727"/>
                <a:gd name="csY126" fmla="*/ 120388 h 163383"/>
                <a:gd name="csX127" fmla="*/ 159562 w 166727"/>
                <a:gd name="csY127" fmla="*/ 120388 h 163383"/>
                <a:gd name="csX128" fmla="*/ 159084 w 166727"/>
                <a:gd name="csY128" fmla="*/ 123254 h 163383"/>
                <a:gd name="csX129" fmla="*/ 159084 w 166727"/>
                <a:gd name="csY129" fmla="*/ 131854 h 163383"/>
                <a:gd name="csX130" fmla="*/ 158128 w 166727"/>
                <a:gd name="csY130" fmla="*/ 138064 h 163383"/>
                <a:gd name="csX131" fmla="*/ 156695 w 166727"/>
                <a:gd name="csY131" fmla="*/ 142363 h 163383"/>
                <a:gd name="csX132" fmla="*/ 155262 w 166727"/>
                <a:gd name="csY132" fmla="*/ 144752 h 163383"/>
                <a:gd name="csX133" fmla="*/ 155262 w 166727"/>
                <a:gd name="csY133" fmla="*/ 144752 h 163383"/>
                <a:gd name="csX134" fmla="*/ 154784 w 166727"/>
                <a:gd name="csY134" fmla="*/ 144752 h 163383"/>
                <a:gd name="csX135" fmla="*/ 153829 w 166727"/>
                <a:gd name="csY135" fmla="*/ 145230 h 163383"/>
                <a:gd name="csX136" fmla="*/ 153829 w 166727"/>
                <a:gd name="csY136" fmla="*/ 145230 h 163383"/>
                <a:gd name="csX137" fmla="*/ 152873 w 166727"/>
                <a:gd name="csY137" fmla="*/ 145707 h 163383"/>
                <a:gd name="csX138" fmla="*/ 152396 w 166727"/>
                <a:gd name="csY138" fmla="*/ 147141 h 163383"/>
                <a:gd name="csX139" fmla="*/ 151440 w 166727"/>
                <a:gd name="csY139" fmla="*/ 148096 h 163383"/>
                <a:gd name="csX140" fmla="*/ 150007 w 166727"/>
                <a:gd name="csY140" fmla="*/ 149052 h 163383"/>
                <a:gd name="csX141" fmla="*/ 149052 w 166727"/>
                <a:gd name="csY141" fmla="*/ 149529 h 163383"/>
                <a:gd name="csX142" fmla="*/ 149052 w 166727"/>
                <a:gd name="csY142" fmla="*/ 150007 h 163383"/>
                <a:gd name="csX143" fmla="*/ 149052 w 166727"/>
                <a:gd name="csY143" fmla="*/ 150485 h 163383"/>
                <a:gd name="csX144" fmla="*/ 149052 w 166727"/>
                <a:gd name="csY144" fmla="*/ 150485 h 163383"/>
                <a:gd name="csX145" fmla="*/ 147619 w 166727"/>
                <a:gd name="csY145" fmla="*/ 150963 h 163383"/>
                <a:gd name="csX146" fmla="*/ 144752 w 166727"/>
                <a:gd name="csY146" fmla="*/ 151440 h 163383"/>
                <a:gd name="csX147" fmla="*/ 143319 w 166727"/>
                <a:gd name="csY147" fmla="*/ 152396 h 163383"/>
                <a:gd name="csX148" fmla="*/ 142841 w 166727"/>
                <a:gd name="csY148" fmla="*/ 153351 h 163383"/>
                <a:gd name="csX149" fmla="*/ 141886 w 166727"/>
                <a:gd name="csY149" fmla="*/ 154307 h 163383"/>
                <a:gd name="csX150" fmla="*/ 140453 w 166727"/>
                <a:gd name="csY150" fmla="*/ 155262 h 163383"/>
                <a:gd name="csX151" fmla="*/ 139975 w 166727"/>
                <a:gd name="csY151" fmla="*/ 156218 h 163383"/>
                <a:gd name="csX152" fmla="*/ 139975 w 166727"/>
                <a:gd name="csY152" fmla="*/ 157651 h 163383"/>
                <a:gd name="csX153" fmla="*/ 139019 w 166727"/>
                <a:gd name="csY153" fmla="*/ 159084 h 163383"/>
                <a:gd name="csX154" fmla="*/ 139019 w 166727"/>
                <a:gd name="csY154" fmla="*/ 159084 h 163383"/>
                <a:gd name="csX155" fmla="*/ 137586 w 166727"/>
                <a:gd name="csY155" fmla="*/ 160517 h 163383"/>
                <a:gd name="csX156" fmla="*/ 137586 w 166727"/>
                <a:gd name="csY156" fmla="*/ 160517 h 163383"/>
                <a:gd name="csX157" fmla="*/ 136153 w 166727"/>
                <a:gd name="csY157" fmla="*/ 160517 h 163383"/>
                <a:gd name="csX158" fmla="*/ 134720 w 166727"/>
                <a:gd name="csY158" fmla="*/ 159562 h 163383"/>
                <a:gd name="csX159" fmla="*/ 132809 w 166727"/>
                <a:gd name="csY159" fmla="*/ 158606 h 163383"/>
                <a:gd name="csX160" fmla="*/ 130420 w 166727"/>
                <a:gd name="csY160" fmla="*/ 158129 h 163383"/>
                <a:gd name="csX161" fmla="*/ 128509 w 166727"/>
                <a:gd name="csY161" fmla="*/ 158606 h 163383"/>
                <a:gd name="csX162" fmla="*/ 127076 w 166727"/>
                <a:gd name="csY162" fmla="*/ 159562 h 163383"/>
                <a:gd name="csX163" fmla="*/ 127076 w 166727"/>
                <a:gd name="csY163" fmla="*/ 159562 h 163383"/>
                <a:gd name="csX164" fmla="*/ 125643 w 166727"/>
                <a:gd name="csY164" fmla="*/ 160995 h 163383"/>
                <a:gd name="csX165" fmla="*/ 125643 w 166727"/>
                <a:gd name="csY165" fmla="*/ 160995 h 163383"/>
                <a:gd name="csX166" fmla="*/ 124687 w 166727"/>
                <a:gd name="csY166" fmla="*/ 162906 h 163383"/>
                <a:gd name="csX167" fmla="*/ 124687 w 166727"/>
                <a:gd name="csY167" fmla="*/ 162906 h 163383"/>
                <a:gd name="csX168" fmla="*/ 123254 w 166727"/>
                <a:gd name="csY168" fmla="*/ 163384 h 163383"/>
                <a:gd name="csX169" fmla="*/ 121821 w 166727"/>
                <a:gd name="csY169" fmla="*/ 161950 h 163383"/>
                <a:gd name="csX170" fmla="*/ 119910 w 166727"/>
                <a:gd name="csY170" fmla="*/ 161473 h 163383"/>
                <a:gd name="csX171" fmla="*/ 119432 w 166727"/>
                <a:gd name="csY171" fmla="*/ 161473 h 163383"/>
                <a:gd name="csX172" fmla="*/ 117521 w 166727"/>
                <a:gd name="csY172" fmla="*/ 161950 h 163383"/>
                <a:gd name="csX173" fmla="*/ 116088 w 166727"/>
                <a:gd name="csY173" fmla="*/ 161950 h 163383"/>
                <a:gd name="csX174" fmla="*/ 114655 w 166727"/>
                <a:gd name="csY174" fmla="*/ 160995 h 163383"/>
                <a:gd name="csX175" fmla="*/ 114655 w 166727"/>
                <a:gd name="csY175" fmla="*/ 160995 h 163383"/>
                <a:gd name="csX176" fmla="*/ 112744 w 166727"/>
                <a:gd name="csY176" fmla="*/ 160995 h 163383"/>
                <a:gd name="csX177" fmla="*/ 109878 w 166727"/>
                <a:gd name="csY177" fmla="*/ 161473 h 163383"/>
                <a:gd name="csX178" fmla="*/ 104145 w 166727"/>
                <a:gd name="csY178" fmla="*/ 160517 h 163383"/>
                <a:gd name="csX179" fmla="*/ 96024 w 166727"/>
                <a:gd name="csY179" fmla="*/ 158606 h 163383"/>
                <a:gd name="csX180" fmla="*/ 88858 w 166727"/>
                <a:gd name="csY180" fmla="*/ 157651 h 163383"/>
                <a:gd name="csX181" fmla="*/ 80258 w 166727"/>
                <a:gd name="csY181" fmla="*/ 158129 h 163383"/>
                <a:gd name="csX182" fmla="*/ 79303 w 166727"/>
                <a:gd name="csY182" fmla="*/ 155740 h 163383"/>
                <a:gd name="csX183" fmla="*/ 79781 w 166727"/>
                <a:gd name="csY183" fmla="*/ 154784 h 163383"/>
                <a:gd name="csX184" fmla="*/ 81214 w 166727"/>
                <a:gd name="csY184" fmla="*/ 153829 h 163383"/>
                <a:gd name="csX185" fmla="*/ 81214 w 166727"/>
                <a:gd name="csY185" fmla="*/ 153829 h 163383"/>
                <a:gd name="csX186" fmla="*/ 82170 w 166727"/>
                <a:gd name="csY186" fmla="*/ 152396 h 163383"/>
                <a:gd name="csX187" fmla="*/ 82647 w 166727"/>
                <a:gd name="csY187" fmla="*/ 151440 h 163383"/>
                <a:gd name="csX188" fmla="*/ 83603 w 166727"/>
                <a:gd name="csY188" fmla="*/ 150485 h 163383"/>
                <a:gd name="csX189" fmla="*/ 83603 w 166727"/>
                <a:gd name="csY189" fmla="*/ 150485 h 163383"/>
                <a:gd name="csX190" fmla="*/ 85036 w 166727"/>
                <a:gd name="csY190" fmla="*/ 149529 h 163383"/>
                <a:gd name="csX191" fmla="*/ 85991 w 166727"/>
                <a:gd name="csY191" fmla="*/ 149052 h 163383"/>
                <a:gd name="csX192" fmla="*/ 85514 w 166727"/>
                <a:gd name="csY192" fmla="*/ 148574 h 163383"/>
                <a:gd name="csX193" fmla="*/ 85991 w 166727"/>
                <a:gd name="csY193" fmla="*/ 147619 h 163383"/>
                <a:gd name="csX194" fmla="*/ 86947 w 166727"/>
                <a:gd name="csY194" fmla="*/ 147141 h 163383"/>
                <a:gd name="csX195" fmla="*/ 87424 w 166727"/>
                <a:gd name="csY195" fmla="*/ 146663 h 163383"/>
                <a:gd name="csX196" fmla="*/ 87424 w 166727"/>
                <a:gd name="csY196" fmla="*/ 145230 h 163383"/>
                <a:gd name="csX197" fmla="*/ 87902 w 166727"/>
                <a:gd name="csY197" fmla="*/ 144752 h 163383"/>
                <a:gd name="csX198" fmla="*/ 87902 w 166727"/>
                <a:gd name="csY198" fmla="*/ 144752 h 163383"/>
                <a:gd name="csX199" fmla="*/ 88380 w 166727"/>
                <a:gd name="csY199" fmla="*/ 144274 h 163383"/>
                <a:gd name="csX200" fmla="*/ 88380 w 166727"/>
                <a:gd name="csY200" fmla="*/ 144274 h 163383"/>
                <a:gd name="csX201" fmla="*/ 88380 w 166727"/>
                <a:gd name="csY201" fmla="*/ 143797 h 163383"/>
                <a:gd name="csX202" fmla="*/ 88380 w 166727"/>
                <a:gd name="csY202" fmla="*/ 141408 h 163383"/>
                <a:gd name="csX203" fmla="*/ 88380 w 166727"/>
                <a:gd name="csY203" fmla="*/ 139497 h 163383"/>
                <a:gd name="csX204" fmla="*/ 88380 w 166727"/>
                <a:gd name="csY204" fmla="*/ 138064 h 163383"/>
                <a:gd name="csX205" fmla="*/ 88380 w 166727"/>
                <a:gd name="csY205" fmla="*/ 138064 h 163383"/>
                <a:gd name="csX206" fmla="*/ 89335 w 166727"/>
                <a:gd name="csY206" fmla="*/ 137108 h 163383"/>
                <a:gd name="csX207" fmla="*/ 89335 w 166727"/>
                <a:gd name="csY207" fmla="*/ 136631 h 163383"/>
                <a:gd name="csX208" fmla="*/ 89813 w 166727"/>
                <a:gd name="csY208" fmla="*/ 136153 h 163383"/>
                <a:gd name="csX209" fmla="*/ 89813 w 166727"/>
                <a:gd name="csY209" fmla="*/ 135197 h 163383"/>
                <a:gd name="csX210" fmla="*/ 90769 w 166727"/>
                <a:gd name="csY210" fmla="*/ 134720 h 163383"/>
                <a:gd name="csX211" fmla="*/ 93157 w 166727"/>
                <a:gd name="csY211" fmla="*/ 132809 h 163383"/>
                <a:gd name="csX212" fmla="*/ 94590 w 166727"/>
                <a:gd name="csY212" fmla="*/ 131854 h 163383"/>
                <a:gd name="csX213" fmla="*/ 94590 w 166727"/>
                <a:gd name="csY213" fmla="*/ 131854 h 163383"/>
                <a:gd name="csX214" fmla="*/ 94590 w 166727"/>
                <a:gd name="csY214" fmla="*/ 131376 h 163383"/>
                <a:gd name="csX215" fmla="*/ 94590 w 166727"/>
                <a:gd name="csY215" fmla="*/ 130898 h 163383"/>
                <a:gd name="csX216" fmla="*/ 94590 w 166727"/>
                <a:gd name="csY216" fmla="*/ 130898 h 163383"/>
                <a:gd name="csX217" fmla="*/ 95068 w 166727"/>
                <a:gd name="csY217" fmla="*/ 129942 h 163383"/>
                <a:gd name="csX218" fmla="*/ 96501 w 166727"/>
                <a:gd name="csY218" fmla="*/ 127554 h 163383"/>
                <a:gd name="csX219" fmla="*/ 96979 w 166727"/>
                <a:gd name="csY219" fmla="*/ 126121 h 163383"/>
                <a:gd name="csX220" fmla="*/ 96979 w 166727"/>
                <a:gd name="csY220" fmla="*/ 125643 h 163383"/>
                <a:gd name="csX221" fmla="*/ 97457 w 166727"/>
                <a:gd name="csY221" fmla="*/ 125165 h 163383"/>
                <a:gd name="csX222" fmla="*/ 99846 w 166727"/>
                <a:gd name="csY222" fmla="*/ 123732 h 163383"/>
                <a:gd name="csX223" fmla="*/ 100801 w 166727"/>
                <a:gd name="csY223" fmla="*/ 122299 h 163383"/>
                <a:gd name="csX224" fmla="*/ 100801 w 166727"/>
                <a:gd name="csY224" fmla="*/ 121343 h 163383"/>
                <a:gd name="csX225" fmla="*/ 100323 w 166727"/>
                <a:gd name="csY225" fmla="*/ 119910 h 163383"/>
                <a:gd name="csX226" fmla="*/ 99368 w 166727"/>
                <a:gd name="csY226" fmla="*/ 118477 h 163383"/>
                <a:gd name="csX227" fmla="*/ 95546 w 166727"/>
                <a:gd name="csY227" fmla="*/ 114655 h 163383"/>
                <a:gd name="csX228" fmla="*/ 93157 w 166727"/>
                <a:gd name="csY228" fmla="*/ 112744 h 163383"/>
                <a:gd name="csX229" fmla="*/ 89335 w 166727"/>
                <a:gd name="csY229" fmla="*/ 111311 h 163383"/>
                <a:gd name="csX230" fmla="*/ 87424 w 166727"/>
                <a:gd name="csY230" fmla="*/ 110833 h 163383"/>
                <a:gd name="csX231" fmla="*/ 85991 w 166727"/>
                <a:gd name="csY231" fmla="*/ 111311 h 163383"/>
                <a:gd name="csX232" fmla="*/ 85036 w 166727"/>
                <a:gd name="csY232" fmla="*/ 110833 h 163383"/>
                <a:gd name="csX233" fmla="*/ 83603 w 166727"/>
                <a:gd name="csY233" fmla="*/ 109400 h 163383"/>
                <a:gd name="csX234" fmla="*/ 81692 w 166727"/>
                <a:gd name="csY234" fmla="*/ 108445 h 163383"/>
                <a:gd name="csX235" fmla="*/ 77870 w 166727"/>
                <a:gd name="csY235" fmla="*/ 107489 h 163383"/>
                <a:gd name="csX236" fmla="*/ 68793 w 166727"/>
                <a:gd name="csY236" fmla="*/ 103190 h 163383"/>
                <a:gd name="csX237" fmla="*/ 64971 w 166727"/>
                <a:gd name="csY237" fmla="*/ 100801 h 163383"/>
                <a:gd name="csX238" fmla="*/ 63538 w 166727"/>
                <a:gd name="csY238" fmla="*/ 99368 h 163383"/>
                <a:gd name="csX239" fmla="*/ 60194 w 166727"/>
                <a:gd name="csY239" fmla="*/ 96979 h 163383"/>
                <a:gd name="csX240" fmla="*/ 54939 w 166727"/>
                <a:gd name="csY240" fmla="*/ 93635 h 163383"/>
                <a:gd name="csX241" fmla="*/ 50162 w 166727"/>
                <a:gd name="csY241" fmla="*/ 92202 h 163383"/>
                <a:gd name="csX242" fmla="*/ 47295 w 166727"/>
                <a:gd name="csY242" fmla="*/ 92202 h 163383"/>
                <a:gd name="csX243" fmla="*/ 42518 w 166727"/>
                <a:gd name="csY243" fmla="*/ 91247 h 163383"/>
                <a:gd name="csX244" fmla="*/ 35830 w 166727"/>
                <a:gd name="csY244" fmla="*/ 88858 h 163383"/>
                <a:gd name="csX245" fmla="*/ 32008 w 166727"/>
                <a:gd name="csY245" fmla="*/ 86947 h 163383"/>
                <a:gd name="csX246" fmla="*/ 31052 w 166727"/>
                <a:gd name="csY246" fmla="*/ 85036 h 163383"/>
                <a:gd name="csX247" fmla="*/ 28664 w 166727"/>
                <a:gd name="csY247" fmla="*/ 83125 h 163383"/>
                <a:gd name="csX248" fmla="*/ 24842 w 166727"/>
                <a:gd name="csY248" fmla="*/ 81214 h 163383"/>
                <a:gd name="csX249" fmla="*/ 22931 w 166727"/>
                <a:gd name="csY249" fmla="*/ 79781 h 163383"/>
                <a:gd name="csX250" fmla="*/ 22453 w 166727"/>
                <a:gd name="csY250" fmla="*/ 79303 h 163383"/>
                <a:gd name="csX251" fmla="*/ 21498 w 166727"/>
                <a:gd name="csY251" fmla="*/ 78348 h 163383"/>
                <a:gd name="csX252" fmla="*/ 19109 w 166727"/>
                <a:gd name="csY252" fmla="*/ 77392 h 163383"/>
                <a:gd name="csX253" fmla="*/ 16721 w 166727"/>
                <a:gd name="csY253" fmla="*/ 75481 h 163383"/>
                <a:gd name="csX254" fmla="*/ 14332 w 166727"/>
                <a:gd name="csY254" fmla="*/ 73093 h 163383"/>
                <a:gd name="csX255" fmla="*/ 11466 w 166727"/>
                <a:gd name="csY255" fmla="*/ 69749 h 163383"/>
                <a:gd name="csX256" fmla="*/ 8599 w 166727"/>
                <a:gd name="csY256" fmla="*/ 64493 h 163383"/>
                <a:gd name="csX257" fmla="*/ 5733 w 166727"/>
                <a:gd name="csY257" fmla="*/ 61149 h 163383"/>
                <a:gd name="csX258" fmla="*/ 2389 w 166727"/>
                <a:gd name="csY258" fmla="*/ 59239 h 163383"/>
                <a:gd name="csX259" fmla="*/ 478 w 166727"/>
                <a:gd name="csY259" fmla="*/ 58283 h 163383"/>
                <a:gd name="csX260" fmla="*/ 478 w 166727"/>
                <a:gd name="csY260" fmla="*/ 57805 h 163383"/>
                <a:gd name="csX261" fmla="*/ 0 w 166727"/>
                <a:gd name="csY261" fmla="*/ 56850 h 163383"/>
                <a:gd name="csX262" fmla="*/ 478 w 166727"/>
                <a:gd name="csY262" fmla="*/ 55894 h 163383"/>
                <a:gd name="csX263" fmla="*/ 1911 w 166727"/>
                <a:gd name="csY263" fmla="*/ 52073 h 163383"/>
                <a:gd name="csX264" fmla="*/ 3344 w 166727"/>
                <a:gd name="csY264" fmla="*/ 46817 h 163383"/>
                <a:gd name="csX265" fmla="*/ 5255 w 166727"/>
                <a:gd name="csY265" fmla="*/ 41085 h 163383"/>
                <a:gd name="csX266" fmla="*/ 7644 w 166727"/>
                <a:gd name="csY266" fmla="*/ 34397 h 163383"/>
                <a:gd name="csX267" fmla="*/ 7644 w 166727"/>
                <a:gd name="csY267" fmla="*/ 29619 h 163383"/>
                <a:gd name="csX268" fmla="*/ 7644 w 166727"/>
                <a:gd name="csY268" fmla="*/ 24842 h 163383"/>
                <a:gd name="csX269" fmla="*/ 10510 w 166727"/>
                <a:gd name="csY269" fmla="*/ 20542 h 163383"/>
                <a:gd name="csX270" fmla="*/ 12421 w 166727"/>
                <a:gd name="csY270" fmla="*/ 17676 h 163383"/>
                <a:gd name="csX271" fmla="*/ 14332 w 166727"/>
                <a:gd name="csY271" fmla="*/ 14810 h 163383"/>
                <a:gd name="csX272" fmla="*/ 16243 w 166727"/>
                <a:gd name="csY272" fmla="*/ 10032 h 163383"/>
                <a:gd name="csX273" fmla="*/ 17676 w 166727"/>
                <a:gd name="csY273" fmla="*/ 7166 h 163383"/>
                <a:gd name="csX274" fmla="*/ 22453 w 166727"/>
                <a:gd name="csY274" fmla="*/ 6210 h 163383"/>
                <a:gd name="csX275" fmla="*/ 30575 w 166727"/>
                <a:gd name="csY275" fmla="*/ 4777 h 163383"/>
                <a:gd name="csX276" fmla="*/ 34874 w 166727"/>
                <a:gd name="csY276" fmla="*/ 3822 h 163383"/>
                <a:gd name="csX277" fmla="*/ 43473 w 166727"/>
                <a:gd name="csY277" fmla="*/ 1911 h 163383"/>
                <a:gd name="csX278" fmla="*/ 52550 w 166727"/>
                <a:gd name="csY278" fmla="*/ 478 h 163383"/>
                <a:gd name="csX279" fmla="*/ 61627 w 166727"/>
                <a:gd name="csY279" fmla="*/ 0 h 163383"/>
                <a:gd name="csX280" fmla="*/ 70704 w 166727"/>
                <a:gd name="csY280" fmla="*/ 0 h 163383"/>
                <a:gd name="csX281" fmla="*/ 77392 w 166727"/>
                <a:gd name="csY281" fmla="*/ 3822 h 163383"/>
                <a:gd name="csX282" fmla="*/ 82647 w 166727"/>
                <a:gd name="csY282" fmla="*/ 7166 h 163383"/>
                <a:gd name="csX283" fmla="*/ 88380 w 166727"/>
                <a:gd name="csY283" fmla="*/ 10510 h 163383"/>
                <a:gd name="csX284" fmla="*/ 88858 w 166727"/>
                <a:gd name="csY284" fmla="*/ 10988 h 163383"/>
                <a:gd name="csX285" fmla="*/ 89335 w 166727"/>
                <a:gd name="csY285" fmla="*/ 13854 h 163383"/>
                <a:gd name="csX286" fmla="*/ 88858 w 166727"/>
                <a:gd name="csY286" fmla="*/ 17198 h 163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</a:cxnLst>
              <a:rect l="l" t="t" r="r" b="b"/>
              <a:pathLst>
                <a:path w="166727" h="163383">
                  <a:moveTo>
                    <a:pt x="88858" y="17198"/>
                  </a:moveTo>
                  <a:lnTo>
                    <a:pt x="89335" y="18154"/>
                  </a:lnTo>
                  <a:lnTo>
                    <a:pt x="89813" y="19587"/>
                  </a:lnTo>
                  <a:lnTo>
                    <a:pt x="90291" y="20065"/>
                  </a:lnTo>
                  <a:lnTo>
                    <a:pt x="91246" y="21020"/>
                  </a:lnTo>
                  <a:lnTo>
                    <a:pt x="91724" y="21976"/>
                  </a:lnTo>
                  <a:lnTo>
                    <a:pt x="92202" y="22931"/>
                  </a:lnTo>
                  <a:lnTo>
                    <a:pt x="92202" y="23886"/>
                  </a:lnTo>
                  <a:lnTo>
                    <a:pt x="92202" y="25320"/>
                  </a:lnTo>
                  <a:lnTo>
                    <a:pt x="92680" y="26275"/>
                  </a:lnTo>
                  <a:lnTo>
                    <a:pt x="93157" y="26753"/>
                  </a:lnTo>
                  <a:lnTo>
                    <a:pt x="94113" y="27231"/>
                  </a:lnTo>
                  <a:lnTo>
                    <a:pt x="94590" y="28186"/>
                  </a:lnTo>
                  <a:lnTo>
                    <a:pt x="94113" y="28664"/>
                  </a:lnTo>
                  <a:lnTo>
                    <a:pt x="94113" y="29619"/>
                  </a:lnTo>
                  <a:lnTo>
                    <a:pt x="94590" y="30097"/>
                  </a:lnTo>
                  <a:lnTo>
                    <a:pt x="94113" y="30575"/>
                  </a:lnTo>
                  <a:lnTo>
                    <a:pt x="94590" y="31052"/>
                  </a:lnTo>
                  <a:lnTo>
                    <a:pt x="95068" y="31530"/>
                  </a:lnTo>
                  <a:lnTo>
                    <a:pt x="95546" y="32963"/>
                  </a:lnTo>
                  <a:lnTo>
                    <a:pt x="95546" y="35830"/>
                  </a:lnTo>
                  <a:lnTo>
                    <a:pt x="95068" y="37263"/>
                  </a:lnTo>
                  <a:lnTo>
                    <a:pt x="94590" y="38218"/>
                  </a:lnTo>
                  <a:lnTo>
                    <a:pt x="94590" y="39174"/>
                  </a:lnTo>
                  <a:lnTo>
                    <a:pt x="94590" y="40129"/>
                  </a:lnTo>
                  <a:lnTo>
                    <a:pt x="94113" y="41085"/>
                  </a:lnTo>
                  <a:lnTo>
                    <a:pt x="93157" y="42518"/>
                  </a:lnTo>
                  <a:lnTo>
                    <a:pt x="93635" y="43474"/>
                  </a:lnTo>
                  <a:lnTo>
                    <a:pt x="93635" y="44429"/>
                  </a:lnTo>
                  <a:lnTo>
                    <a:pt x="93635" y="45862"/>
                  </a:lnTo>
                  <a:lnTo>
                    <a:pt x="94113" y="46817"/>
                  </a:lnTo>
                  <a:lnTo>
                    <a:pt x="93635" y="47773"/>
                  </a:lnTo>
                  <a:lnTo>
                    <a:pt x="93157" y="48728"/>
                  </a:lnTo>
                  <a:lnTo>
                    <a:pt x="93157" y="49684"/>
                  </a:lnTo>
                  <a:lnTo>
                    <a:pt x="93635" y="50639"/>
                  </a:lnTo>
                  <a:lnTo>
                    <a:pt x="93157" y="52073"/>
                  </a:lnTo>
                  <a:lnTo>
                    <a:pt x="92680" y="52550"/>
                  </a:lnTo>
                  <a:lnTo>
                    <a:pt x="92680" y="53506"/>
                  </a:lnTo>
                  <a:lnTo>
                    <a:pt x="93157" y="54461"/>
                  </a:lnTo>
                  <a:lnTo>
                    <a:pt x="94590" y="54939"/>
                  </a:lnTo>
                  <a:lnTo>
                    <a:pt x="95546" y="55417"/>
                  </a:lnTo>
                  <a:lnTo>
                    <a:pt x="96024" y="55417"/>
                  </a:lnTo>
                  <a:lnTo>
                    <a:pt x="96979" y="54461"/>
                  </a:lnTo>
                  <a:lnTo>
                    <a:pt x="96979" y="54461"/>
                  </a:lnTo>
                  <a:lnTo>
                    <a:pt x="97935" y="54461"/>
                  </a:lnTo>
                  <a:lnTo>
                    <a:pt x="99368" y="54939"/>
                  </a:lnTo>
                  <a:lnTo>
                    <a:pt x="100801" y="55894"/>
                  </a:lnTo>
                  <a:lnTo>
                    <a:pt x="102712" y="56372"/>
                  </a:lnTo>
                  <a:lnTo>
                    <a:pt x="104145" y="56372"/>
                  </a:lnTo>
                  <a:lnTo>
                    <a:pt x="105578" y="56850"/>
                  </a:lnTo>
                  <a:lnTo>
                    <a:pt x="105578" y="56850"/>
                  </a:lnTo>
                  <a:lnTo>
                    <a:pt x="107489" y="56372"/>
                  </a:lnTo>
                  <a:lnTo>
                    <a:pt x="109400" y="56850"/>
                  </a:lnTo>
                  <a:lnTo>
                    <a:pt x="111311" y="57328"/>
                  </a:lnTo>
                  <a:lnTo>
                    <a:pt x="113222" y="57805"/>
                  </a:lnTo>
                  <a:lnTo>
                    <a:pt x="115133" y="57805"/>
                  </a:lnTo>
                  <a:lnTo>
                    <a:pt x="116566" y="57805"/>
                  </a:lnTo>
                  <a:lnTo>
                    <a:pt x="116566" y="57805"/>
                  </a:lnTo>
                  <a:lnTo>
                    <a:pt x="117999" y="56850"/>
                  </a:lnTo>
                  <a:lnTo>
                    <a:pt x="119432" y="57328"/>
                  </a:lnTo>
                  <a:lnTo>
                    <a:pt x="119432" y="56850"/>
                  </a:lnTo>
                  <a:lnTo>
                    <a:pt x="120388" y="55894"/>
                  </a:lnTo>
                  <a:lnTo>
                    <a:pt x="120865" y="54939"/>
                  </a:lnTo>
                  <a:lnTo>
                    <a:pt x="121343" y="54461"/>
                  </a:lnTo>
                  <a:lnTo>
                    <a:pt x="121821" y="54461"/>
                  </a:lnTo>
                  <a:lnTo>
                    <a:pt x="122777" y="53983"/>
                  </a:lnTo>
                  <a:lnTo>
                    <a:pt x="124210" y="54461"/>
                  </a:lnTo>
                  <a:lnTo>
                    <a:pt x="124687" y="55894"/>
                  </a:lnTo>
                  <a:lnTo>
                    <a:pt x="126598" y="56850"/>
                  </a:lnTo>
                  <a:lnTo>
                    <a:pt x="127076" y="57805"/>
                  </a:lnTo>
                  <a:lnTo>
                    <a:pt x="128031" y="57805"/>
                  </a:lnTo>
                  <a:lnTo>
                    <a:pt x="130420" y="58283"/>
                  </a:lnTo>
                  <a:lnTo>
                    <a:pt x="131853" y="57805"/>
                  </a:lnTo>
                  <a:lnTo>
                    <a:pt x="133764" y="58761"/>
                  </a:lnTo>
                  <a:lnTo>
                    <a:pt x="134720" y="58761"/>
                  </a:lnTo>
                  <a:lnTo>
                    <a:pt x="135675" y="59239"/>
                  </a:lnTo>
                  <a:lnTo>
                    <a:pt x="136631" y="60672"/>
                  </a:lnTo>
                  <a:lnTo>
                    <a:pt x="137108" y="62583"/>
                  </a:lnTo>
                  <a:lnTo>
                    <a:pt x="137586" y="64016"/>
                  </a:lnTo>
                  <a:lnTo>
                    <a:pt x="139019" y="64493"/>
                  </a:lnTo>
                  <a:lnTo>
                    <a:pt x="139497" y="65449"/>
                  </a:lnTo>
                  <a:lnTo>
                    <a:pt x="139497" y="66882"/>
                  </a:lnTo>
                  <a:lnTo>
                    <a:pt x="138542" y="68315"/>
                  </a:lnTo>
                  <a:lnTo>
                    <a:pt x="139019" y="69749"/>
                  </a:lnTo>
                  <a:lnTo>
                    <a:pt x="139497" y="71182"/>
                  </a:lnTo>
                  <a:lnTo>
                    <a:pt x="139497" y="72615"/>
                  </a:lnTo>
                  <a:lnTo>
                    <a:pt x="139975" y="74048"/>
                  </a:lnTo>
                  <a:lnTo>
                    <a:pt x="140453" y="75004"/>
                  </a:lnTo>
                  <a:lnTo>
                    <a:pt x="140930" y="76915"/>
                  </a:lnTo>
                  <a:lnTo>
                    <a:pt x="140930" y="78348"/>
                  </a:lnTo>
                  <a:lnTo>
                    <a:pt x="141408" y="79303"/>
                  </a:lnTo>
                  <a:lnTo>
                    <a:pt x="141408" y="80258"/>
                  </a:lnTo>
                  <a:lnTo>
                    <a:pt x="140930" y="81214"/>
                  </a:lnTo>
                  <a:lnTo>
                    <a:pt x="140930" y="82647"/>
                  </a:lnTo>
                  <a:lnTo>
                    <a:pt x="140930" y="83603"/>
                  </a:lnTo>
                  <a:lnTo>
                    <a:pt x="141408" y="84558"/>
                  </a:lnTo>
                  <a:lnTo>
                    <a:pt x="142841" y="85514"/>
                  </a:lnTo>
                  <a:lnTo>
                    <a:pt x="142841" y="87902"/>
                  </a:lnTo>
                  <a:lnTo>
                    <a:pt x="142841" y="89335"/>
                  </a:lnTo>
                  <a:lnTo>
                    <a:pt x="143319" y="90769"/>
                  </a:lnTo>
                  <a:lnTo>
                    <a:pt x="144274" y="91724"/>
                  </a:lnTo>
                  <a:lnTo>
                    <a:pt x="146185" y="91724"/>
                  </a:lnTo>
                  <a:lnTo>
                    <a:pt x="147619" y="92202"/>
                  </a:lnTo>
                  <a:lnTo>
                    <a:pt x="148096" y="92202"/>
                  </a:lnTo>
                  <a:lnTo>
                    <a:pt x="150007" y="91724"/>
                  </a:lnTo>
                  <a:lnTo>
                    <a:pt x="150007" y="91724"/>
                  </a:lnTo>
                  <a:lnTo>
                    <a:pt x="151918" y="91247"/>
                  </a:lnTo>
                  <a:lnTo>
                    <a:pt x="153351" y="90769"/>
                  </a:lnTo>
                  <a:lnTo>
                    <a:pt x="155262" y="89813"/>
                  </a:lnTo>
                  <a:lnTo>
                    <a:pt x="157173" y="88858"/>
                  </a:lnTo>
                  <a:lnTo>
                    <a:pt x="158128" y="88380"/>
                  </a:lnTo>
                  <a:lnTo>
                    <a:pt x="159084" y="87902"/>
                  </a:lnTo>
                  <a:lnTo>
                    <a:pt x="160995" y="88858"/>
                  </a:lnTo>
                  <a:lnTo>
                    <a:pt x="162906" y="89813"/>
                  </a:lnTo>
                  <a:lnTo>
                    <a:pt x="164339" y="91247"/>
                  </a:lnTo>
                  <a:lnTo>
                    <a:pt x="166728" y="92680"/>
                  </a:lnTo>
                  <a:lnTo>
                    <a:pt x="166250" y="93157"/>
                  </a:lnTo>
                  <a:lnTo>
                    <a:pt x="166250" y="93157"/>
                  </a:lnTo>
                  <a:lnTo>
                    <a:pt x="165294" y="94590"/>
                  </a:lnTo>
                  <a:lnTo>
                    <a:pt x="165294" y="96024"/>
                  </a:lnTo>
                  <a:lnTo>
                    <a:pt x="165772" y="97935"/>
                  </a:lnTo>
                  <a:lnTo>
                    <a:pt x="165294" y="102234"/>
                  </a:lnTo>
                  <a:lnTo>
                    <a:pt x="163384" y="108922"/>
                  </a:lnTo>
                  <a:lnTo>
                    <a:pt x="162428" y="113222"/>
                  </a:lnTo>
                  <a:lnTo>
                    <a:pt x="162906" y="114177"/>
                  </a:lnTo>
                  <a:lnTo>
                    <a:pt x="161950" y="116088"/>
                  </a:lnTo>
                  <a:lnTo>
                    <a:pt x="159562" y="120388"/>
                  </a:lnTo>
                  <a:lnTo>
                    <a:pt x="159562" y="120388"/>
                  </a:lnTo>
                  <a:lnTo>
                    <a:pt x="159084" y="123254"/>
                  </a:lnTo>
                  <a:lnTo>
                    <a:pt x="159084" y="131854"/>
                  </a:lnTo>
                  <a:lnTo>
                    <a:pt x="158128" y="138064"/>
                  </a:lnTo>
                  <a:lnTo>
                    <a:pt x="156695" y="142363"/>
                  </a:lnTo>
                  <a:lnTo>
                    <a:pt x="155262" y="144752"/>
                  </a:lnTo>
                  <a:lnTo>
                    <a:pt x="155262" y="144752"/>
                  </a:lnTo>
                  <a:lnTo>
                    <a:pt x="154784" y="144752"/>
                  </a:lnTo>
                  <a:lnTo>
                    <a:pt x="153829" y="145230"/>
                  </a:lnTo>
                  <a:lnTo>
                    <a:pt x="153829" y="145230"/>
                  </a:lnTo>
                  <a:lnTo>
                    <a:pt x="152873" y="145707"/>
                  </a:lnTo>
                  <a:lnTo>
                    <a:pt x="152396" y="147141"/>
                  </a:lnTo>
                  <a:lnTo>
                    <a:pt x="151440" y="148096"/>
                  </a:lnTo>
                  <a:lnTo>
                    <a:pt x="150007" y="149052"/>
                  </a:lnTo>
                  <a:lnTo>
                    <a:pt x="149052" y="149529"/>
                  </a:lnTo>
                  <a:lnTo>
                    <a:pt x="149052" y="150007"/>
                  </a:lnTo>
                  <a:lnTo>
                    <a:pt x="149052" y="150485"/>
                  </a:lnTo>
                  <a:lnTo>
                    <a:pt x="149052" y="150485"/>
                  </a:lnTo>
                  <a:lnTo>
                    <a:pt x="147619" y="150963"/>
                  </a:lnTo>
                  <a:lnTo>
                    <a:pt x="144752" y="151440"/>
                  </a:lnTo>
                  <a:lnTo>
                    <a:pt x="143319" y="152396"/>
                  </a:lnTo>
                  <a:lnTo>
                    <a:pt x="142841" y="153351"/>
                  </a:lnTo>
                  <a:lnTo>
                    <a:pt x="141886" y="154307"/>
                  </a:lnTo>
                  <a:lnTo>
                    <a:pt x="140453" y="155262"/>
                  </a:lnTo>
                  <a:lnTo>
                    <a:pt x="139975" y="156218"/>
                  </a:lnTo>
                  <a:lnTo>
                    <a:pt x="139975" y="157651"/>
                  </a:lnTo>
                  <a:lnTo>
                    <a:pt x="139019" y="159084"/>
                  </a:lnTo>
                  <a:lnTo>
                    <a:pt x="139019" y="159084"/>
                  </a:lnTo>
                  <a:lnTo>
                    <a:pt x="137586" y="160517"/>
                  </a:lnTo>
                  <a:lnTo>
                    <a:pt x="137586" y="160517"/>
                  </a:lnTo>
                  <a:lnTo>
                    <a:pt x="136153" y="160517"/>
                  </a:lnTo>
                  <a:lnTo>
                    <a:pt x="134720" y="159562"/>
                  </a:lnTo>
                  <a:lnTo>
                    <a:pt x="132809" y="158606"/>
                  </a:lnTo>
                  <a:lnTo>
                    <a:pt x="130420" y="158129"/>
                  </a:lnTo>
                  <a:lnTo>
                    <a:pt x="128509" y="158606"/>
                  </a:lnTo>
                  <a:lnTo>
                    <a:pt x="127076" y="159562"/>
                  </a:lnTo>
                  <a:lnTo>
                    <a:pt x="127076" y="159562"/>
                  </a:lnTo>
                  <a:lnTo>
                    <a:pt x="125643" y="160995"/>
                  </a:lnTo>
                  <a:lnTo>
                    <a:pt x="125643" y="160995"/>
                  </a:lnTo>
                  <a:lnTo>
                    <a:pt x="124687" y="162906"/>
                  </a:lnTo>
                  <a:lnTo>
                    <a:pt x="124687" y="162906"/>
                  </a:lnTo>
                  <a:lnTo>
                    <a:pt x="123254" y="163384"/>
                  </a:lnTo>
                  <a:lnTo>
                    <a:pt x="121821" y="161950"/>
                  </a:lnTo>
                  <a:lnTo>
                    <a:pt x="119910" y="161473"/>
                  </a:lnTo>
                  <a:lnTo>
                    <a:pt x="119432" y="161473"/>
                  </a:lnTo>
                  <a:lnTo>
                    <a:pt x="117521" y="161950"/>
                  </a:lnTo>
                  <a:lnTo>
                    <a:pt x="116088" y="161950"/>
                  </a:lnTo>
                  <a:lnTo>
                    <a:pt x="114655" y="160995"/>
                  </a:lnTo>
                  <a:lnTo>
                    <a:pt x="114655" y="160995"/>
                  </a:lnTo>
                  <a:lnTo>
                    <a:pt x="112744" y="160995"/>
                  </a:lnTo>
                  <a:lnTo>
                    <a:pt x="109878" y="161473"/>
                  </a:lnTo>
                  <a:lnTo>
                    <a:pt x="104145" y="160517"/>
                  </a:lnTo>
                  <a:lnTo>
                    <a:pt x="96024" y="158606"/>
                  </a:lnTo>
                  <a:lnTo>
                    <a:pt x="88858" y="157651"/>
                  </a:lnTo>
                  <a:lnTo>
                    <a:pt x="80258" y="158129"/>
                  </a:lnTo>
                  <a:lnTo>
                    <a:pt x="79303" y="155740"/>
                  </a:lnTo>
                  <a:lnTo>
                    <a:pt x="79781" y="154784"/>
                  </a:lnTo>
                  <a:lnTo>
                    <a:pt x="81214" y="153829"/>
                  </a:lnTo>
                  <a:lnTo>
                    <a:pt x="81214" y="153829"/>
                  </a:lnTo>
                  <a:lnTo>
                    <a:pt x="82170" y="152396"/>
                  </a:lnTo>
                  <a:lnTo>
                    <a:pt x="82647" y="151440"/>
                  </a:lnTo>
                  <a:lnTo>
                    <a:pt x="83603" y="150485"/>
                  </a:lnTo>
                  <a:lnTo>
                    <a:pt x="83603" y="150485"/>
                  </a:lnTo>
                  <a:lnTo>
                    <a:pt x="85036" y="149529"/>
                  </a:lnTo>
                  <a:lnTo>
                    <a:pt x="85991" y="149052"/>
                  </a:lnTo>
                  <a:lnTo>
                    <a:pt x="85514" y="148574"/>
                  </a:lnTo>
                  <a:lnTo>
                    <a:pt x="85991" y="147619"/>
                  </a:lnTo>
                  <a:lnTo>
                    <a:pt x="86947" y="147141"/>
                  </a:lnTo>
                  <a:lnTo>
                    <a:pt x="87424" y="146663"/>
                  </a:lnTo>
                  <a:lnTo>
                    <a:pt x="87424" y="145230"/>
                  </a:lnTo>
                  <a:lnTo>
                    <a:pt x="87902" y="144752"/>
                  </a:lnTo>
                  <a:lnTo>
                    <a:pt x="87902" y="144752"/>
                  </a:lnTo>
                  <a:lnTo>
                    <a:pt x="88380" y="144274"/>
                  </a:lnTo>
                  <a:lnTo>
                    <a:pt x="88380" y="144274"/>
                  </a:lnTo>
                  <a:lnTo>
                    <a:pt x="88380" y="143797"/>
                  </a:lnTo>
                  <a:lnTo>
                    <a:pt x="88380" y="141408"/>
                  </a:lnTo>
                  <a:lnTo>
                    <a:pt x="88380" y="139497"/>
                  </a:lnTo>
                  <a:lnTo>
                    <a:pt x="88380" y="138064"/>
                  </a:lnTo>
                  <a:lnTo>
                    <a:pt x="88380" y="138064"/>
                  </a:lnTo>
                  <a:lnTo>
                    <a:pt x="89335" y="137108"/>
                  </a:lnTo>
                  <a:lnTo>
                    <a:pt x="89335" y="136631"/>
                  </a:lnTo>
                  <a:lnTo>
                    <a:pt x="89813" y="136153"/>
                  </a:lnTo>
                  <a:lnTo>
                    <a:pt x="89813" y="135197"/>
                  </a:lnTo>
                  <a:lnTo>
                    <a:pt x="90769" y="134720"/>
                  </a:lnTo>
                  <a:lnTo>
                    <a:pt x="93157" y="132809"/>
                  </a:lnTo>
                  <a:lnTo>
                    <a:pt x="94590" y="131854"/>
                  </a:lnTo>
                  <a:lnTo>
                    <a:pt x="94590" y="131854"/>
                  </a:lnTo>
                  <a:lnTo>
                    <a:pt x="94590" y="131376"/>
                  </a:lnTo>
                  <a:lnTo>
                    <a:pt x="94590" y="130898"/>
                  </a:lnTo>
                  <a:lnTo>
                    <a:pt x="94590" y="130898"/>
                  </a:lnTo>
                  <a:lnTo>
                    <a:pt x="95068" y="129942"/>
                  </a:lnTo>
                  <a:lnTo>
                    <a:pt x="96501" y="127554"/>
                  </a:lnTo>
                  <a:lnTo>
                    <a:pt x="96979" y="126121"/>
                  </a:lnTo>
                  <a:lnTo>
                    <a:pt x="96979" y="125643"/>
                  </a:lnTo>
                  <a:lnTo>
                    <a:pt x="97457" y="125165"/>
                  </a:lnTo>
                  <a:lnTo>
                    <a:pt x="99846" y="123732"/>
                  </a:lnTo>
                  <a:lnTo>
                    <a:pt x="100801" y="122299"/>
                  </a:lnTo>
                  <a:lnTo>
                    <a:pt x="100801" y="121343"/>
                  </a:lnTo>
                  <a:lnTo>
                    <a:pt x="100323" y="119910"/>
                  </a:lnTo>
                  <a:lnTo>
                    <a:pt x="99368" y="118477"/>
                  </a:lnTo>
                  <a:lnTo>
                    <a:pt x="95546" y="114655"/>
                  </a:lnTo>
                  <a:lnTo>
                    <a:pt x="93157" y="112744"/>
                  </a:lnTo>
                  <a:lnTo>
                    <a:pt x="89335" y="111311"/>
                  </a:lnTo>
                  <a:lnTo>
                    <a:pt x="87424" y="110833"/>
                  </a:lnTo>
                  <a:lnTo>
                    <a:pt x="85991" y="111311"/>
                  </a:lnTo>
                  <a:lnTo>
                    <a:pt x="85036" y="110833"/>
                  </a:lnTo>
                  <a:lnTo>
                    <a:pt x="83603" y="109400"/>
                  </a:lnTo>
                  <a:lnTo>
                    <a:pt x="81692" y="108445"/>
                  </a:lnTo>
                  <a:lnTo>
                    <a:pt x="77870" y="107489"/>
                  </a:lnTo>
                  <a:lnTo>
                    <a:pt x="68793" y="103190"/>
                  </a:lnTo>
                  <a:lnTo>
                    <a:pt x="64971" y="100801"/>
                  </a:lnTo>
                  <a:lnTo>
                    <a:pt x="63538" y="99368"/>
                  </a:lnTo>
                  <a:lnTo>
                    <a:pt x="60194" y="96979"/>
                  </a:lnTo>
                  <a:lnTo>
                    <a:pt x="54939" y="93635"/>
                  </a:lnTo>
                  <a:lnTo>
                    <a:pt x="50162" y="92202"/>
                  </a:lnTo>
                  <a:lnTo>
                    <a:pt x="47295" y="92202"/>
                  </a:lnTo>
                  <a:lnTo>
                    <a:pt x="42518" y="91247"/>
                  </a:lnTo>
                  <a:lnTo>
                    <a:pt x="35830" y="88858"/>
                  </a:lnTo>
                  <a:lnTo>
                    <a:pt x="32008" y="86947"/>
                  </a:lnTo>
                  <a:lnTo>
                    <a:pt x="31052" y="85036"/>
                  </a:lnTo>
                  <a:lnTo>
                    <a:pt x="28664" y="83125"/>
                  </a:lnTo>
                  <a:lnTo>
                    <a:pt x="24842" y="81214"/>
                  </a:lnTo>
                  <a:lnTo>
                    <a:pt x="22931" y="79781"/>
                  </a:lnTo>
                  <a:lnTo>
                    <a:pt x="22453" y="79303"/>
                  </a:lnTo>
                  <a:lnTo>
                    <a:pt x="21498" y="78348"/>
                  </a:lnTo>
                  <a:lnTo>
                    <a:pt x="19109" y="77392"/>
                  </a:lnTo>
                  <a:lnTo>
                    <a:pt x="16721" y="75481"/>
                  </a:lnTo>
                  <a:lnTo>
                    <a:pt x="14332" y="73093"/>
                  </a:lnTo>
                  <a:lnTo>
                    <a:pt x="11466" y="69749"/>
                  </a:lnTo>
                  <a:lnTo>
                    <a:pt x="8599" y="64493"/>
                  </a:lnTo>
                  <a:lnTo>
                    <a:pt x="5733" y="61149"/>
                  </a:lnTo>
                  <a:lnTo>
                    <a:pt x="2389" y="59239"/>
                  </a:lnTo>
                  <a:lnTo>
                    <a:pt x="478" y="58283"/>
                  </a:lnTo>
                  <a:lnTo>
                    <a:pt x="478" y="57805"/>
                  </a:lnTo>
                  <a:lnTo>
                    <a:pt x="0" y="56850"/>
                  </a:lnTo>
                  <a:lnTo>
                    <a:pt x="478" y="55894"/>
                  </a:lnTo>
                  <a:lnTo>
                    <a:pt x="1911" y="52073"/>
                  </a:lnTo>
                  <a:lnTo>
                    <a:pt x="3344" y="46817"/>
                  </a:lnTo>
                  <a:lnTo>
                    <a:pt x="5255" y="41085"/>
                  </a:lnTo>
                  <a:lnTo>
                    <a:pt x="7644" y="34397"/>
                  </a:lnTo>
                  <a:lnTo>
                    <a:pt x="7644" y="29619"/>
                  </a:lnTo>
                  <a:lnTo>
                    <a:pt x="7644" y="24842"/>
                  </a:lnTo>
                  <a:lnTo>
                    <a:pt x="10510" y="20542"/>
                  </a:lnTo>
                  <a:lnTo>
                    <a:pt x="12421" y="17676"/>
                  </a:lnTo>
                  <a:lnTo>
                    <a:pt x="14332" y="14810"/>
                  </a:lnTo>
                  <a:lnTo>
                    <a:pt x="16243" y="10032"/>
                  </a:lnTo>
                  <a:lnTo>
                    <a:pt x="17676" y="7166"/>
                  </a:lnTo>
                  <a:lnTo>
                    <a:pt x="22453" y="6210"/>
                  </a:lnTo>
                  <a:lnTo>
                    <a:pt x="30575" y="4777"/>
                  </a:lnTo>
                  <a:lnTo>
                    <a:pt x="34874" y="3822"/>
                  </a:lnTo>
                  <a:lnTo>
                    <a:pt x="43473" y="1911"/>
                  </a:lnTo>
                  <a:lnTo>
                    <a:pt x="52550" y="478"/>
                  </a:lnTo>
                  <a:lnTo>
                    <a:pt x="61627" y="0"/>
                  </a:lnTo>
                  <a:lnTo>
                    <a:pt x="70704" y="0"/>
                  </a:lnTo>
                  <a:lnTo>
                    <a:pt x="77392" y="3822"/>
                  </a:lnTo>
                  <a:lnTo>
                    <a:pt x="82647" y="7166"/>
                  </a:lnTo>
                  <a:lnTo>
                    <a:pt x="88380" y="10510"/>
                  </a:lnTo>
                  <a:lnTo>
                    <a:pt x="88858" y="10988"/>
                  </a:lnTo>
                  <a:lnTo>
                    <a:pt x="89335" y="13854"/>
                  </a:lnTo>
                  <a:lnTo>
                    <a:pt x="88858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4" name="Freeform 5253">
              <a:extLst>
                <a:ext uri="{FF2B5EF4-FFF2-40B4-BE49-F238E27FC236}">
                  <a16:creationId xmlns:a16="http://schemas.microsoft.com/office/drawing/2014/main" id="{970FA9F9-6A6A-33A8-83E5-2C99B6E933D3}"/>
                </a:ext>
              </a:extLst>
            </p:cNvPr>
            <p:cNvSpPr/>
            <p:nvPr/>
          </p:nvSpPr>
          <p:spPr>
            <a:xfrm>
              <a:off x="6890463" y="4244268"/>
              <a:ext cx="16720" cy="32007"/>
            </a:xfrm>
            <a:custGeom>
              <a:avLst/>
              <a:gdLst>
                <a:gd name="csX0" fmla="*/ 955 w 16720"/>
                <a:gd name="csY0" fmla="*/ 27708 h 32007"/>
                <a:gd name="csX1" fmla="*/ 1433 w 16720"/>
                <a:gd name="csY1" fmla="*/ 26275 h 32007"/>
                <a:gd name="csX2" fmla="*/ 1433 w 16720"/>
                <a:gd name="csY2" fmla="*/ 25320 h 32007"/>
                <a:gd name="csX3" fmla="*/ 478 w 16720"/>
                <a:gd name="csY3" fmla="*/ 19587 h 32007"/>
                <a:gd name="csX4" fmla="*/ 0 w 16720"/>
                <a:gd name="csY4" fmla="*/ 15287 h 32007"/>
                <a:gd name="csX5" fmla="*/ 0 w 16720"/>
                <a:gd name="csY5" fmla="*/ 14332 h 32007"/>
                <a:gd name="csX6" fmla="*/ 955 w 16720"/>
                <a:gd name="csY6" fmla="*/ 13376 h 32007"/>
                <a:gd name="csX7" fmla="*/ 1910 w 16720"/>
                <a:gd name="csY7" fmla="*/ 10988 h 32007"/>
                <a:gd name="csX8" fmla="*/ 2866 w 16720"/>
                <a:gd name="csY8" fmla="*/ 8599 h 32007"/>
                <a:gd name="csX9" fmla="*/ 4777 w 16720"/>
                <a:gd name="csY9" fmla="*/ 3822 h 32007"/>
                <a:gd name="csX10" fmla="*/ 6688 w 16720"/>
                <a:gd name="csY10" fmla="*/ 1433 h 32007"/>
                <a:gd name="csX11" fmla="*/ 10032 w 16720"/>
                <a:gd name="csY11" fmla="*/ 0 h 32007"/>
                <a:gd name="csX12" fmla="*/ 12421 w 16720"/>
                <a:gd name="csY12" fmla="*/ 2867 h 32007"/>
                <a:gd name="csX13" fmla="*/ 15287 w 16720"/>
                <a:gd name="csY13" fmla="*/ 5255 h 32007"/>
                <a:gd name="csX14" fmla="*/ 15765 w 16720"/>
                <a:gd name="csY14" fmla="*/ 7644 h 32007"/>
                <a:gd name="csX15" fmla="*/ 15287 w 16720"/>
                <a:gd name="csY15" fmla="*/ 9555 h 32007"/>
                <a:gd name="csX16" fmla="*/ 14332 w 16720"/>
                <a:gd name="csY16" fmla="*/ 12899 h 32007"/>
                <a:gd name="csX17" fmla="*/ 14809 w 16720"/>
                <a:gd name="csY17" fmla="*/ 14332 h 32007"/>
                <a:gd name="csX18" fmla="*/ 14809 w 16720"/>
                <a:gd name="csY18" fmla="*/ 15287 h 32007"/>
                <a:gd name="csX19" fmla="*/ 15765 w 16720"/>
                <a:gd name="csY19" fmla="*/ 17676 h 32007"/>
                <a:gd name="csX20" fmla="*/ 16721 w 16720"/>
                <a:gd name="csY20" fmla="*/ 20542 h 32007"/>
                <a:gd name="csX21" fmla="*/ 16721 w 16720"/>
                <a:gd name="csY21" fmla="*/ 22453 h 32007"/>
                <a:gd name="csX22" fmla="*/ 16242 w 16720"/>
                <a:gd name="csY22" fmla="*/ 23886 h 32007"/>
                <a:gd name="csX23" fmla="*/ 15287 w 16720"/>
                <a:gd name="csY23" fmla="*/ 25320 h 32007"/>
                <a:gd name="csX24" fmla="*/ 12898 w 16720"/>
                <a:gd name="csY24" fmla="*/ 30097 h 32007"/>
                <a:gd name="csX25" fmla="*/ 12421 w 16720"/>
                <a:gd name="csY25" fmla="*/ 30575 h 32007"/>
                <a:gd name="csX26" fmla="*/ 10032 w 16720"/>
                <a:gd name="csY26" fmla="*/ 31052 h 32007"/>
                <a:gd name="csX27" fmla="*/ 8121 w 16720"/>
                <a:gd name="csY27" fmla="*/ 31530 h 32007"/>
                <a:gd name="csX28" fmla="*/ 6688 w 16720"/>
                <a:gd name="csY28" fmla="*/ 32008 h 32007"/>
                <a:gd name="csX29" fmla="*/ 5255 w 16720"/>
                <a:gd name="csY29" fmla="*/ 32008 h 32007"/>
                <a:gd name="csX30" fmla="*/ 3821 w 16720"/>
                <a:gd name="csY30" fmla="*/ 32008 h 32007"/>
                <a:gd name="csX31" fmla="*/ 3344 w 16720"/>
                <a:gd name="csY31" fmla="*/ 31530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6720" h="32007">
                  <a:moveTo>
                    <a:pt x="955" y="27708"/>
                  </a:moveTo>
                  <a:lnTo>
                    <a:pt x="1433" y="26275"/>
                  </a:lnTo>
                  <a:lnTo>
                    <a:pt x="1433" y="25320"/>
                  </a:lnTo>
                  <a:lnTo>
                    <a:pt x="478" y="19587"/>
                  </a:lnTo>
                  <a:lnTo>
                    <a:pt x="0" y="15287"/>
                  </a:lnTo>
                  <a:lnTo>
                    <a:pt x="0" y="14332"/>
                  </a:lnTo>
                  <a:lnTo>
                    <a:pt x="955" y="13376"/>
                  </a:lnTo>
                  <a:lnTo>
                    <a:pt x="1910" y="10988"/>
                  </a:lnTo>
                  <a:lnTo>
                    <a:pt x="2866" y="8599"/>
                  </a:lnTo>
                  <a:lnTo>
                    <a:pt x="4777" y="3822"/>
                  </a:lnTo>
                  <a:lnTo>
                    <a:pt x="6688" y="1433"/>
                  </a:lnTo>
                  <a:lnTo>
                    <a:pt x="10032" y="0"/>
                  </a:lnTo>
                  <a:lnTo>
                    <a:pt x="12421" y="2867"/>
                  </a:lnTo>
                  <a:lnTo>
                    <a:pt x="15287" y="5255"/>
                  </a:lnTo>
                  <a:lnTo>
                    <a:pt x="15765" y="7644"/>
                  </a:lnTo>
                  <a:lnTo>
                    <a:pt x="15287" y="9555"/>
                  </a:lnTo>
                  <a:lnTo>
                    <a:pt x="14332" y="12899"/>
                  </a:lnTo>
                  <a:lnTo>
                    <a:pt x="14809" y="14332"/>
                  </a:lnTo>
                  <a:lnTo>
                    <a:pt x="14809" y="15287"/>
                  </a:lnTo>
                  <a:lnTo>
                    <a:pt x="15765" y="17676"/>
                  </a:lnTo>
                  <a:lnTo>
                    <a:pt x="16721" y="20542"/>
                  </a:lnTo>
                  <a:lnTo>
                    <a:pt x="16721" y="22453"/>
                  </a:lnTo>
                  <a:lnTo>
                    <a:pt x="16242" y="23886"/>
                  </a:lnTo>
                  <a:lnTo>
                    <a:pt x="15287" y="25320"/>
                  </a:lnTo>
                  <a:lnTo>
                    <a:pt x="12898" y="30097"/>
                  </a:lnTo>
                  <a:lnTo>
                    <a:pt x="12421" y="30575"/>
                  </a:lnTo>
                  <a:lnTo>
                    <a:pt x="10032" y="31052"/>
                  </a:lnTo>
                  <a:lnTo>
                    <a:pt x="8121" y="31530"/>
                  </a:lnTo>
                  <a:lnTo>
                    <a:pt x="6688" y="32008"/>
                  </a:lnTo>
                  <a:lnTo>
                    <a:pt x="5255" y="32008"/>
                  </a:lnTo>
                  <a:lnTo>
                    <a:pt x="3821" y="32008"/>
                  </a:lnTo>
                  <a:lnTo>
                    <a:pt x="3344" y="3153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5" name="Freeform 5254">
              <a:extLst>
                <a:ext uri="{FF2B5EF4-FFF2-40B4-BE49-F238E27FC236}">
                  <a16:creationId xmlns:a16="http://schemas.microsoft.com/office/drawing/2014/main" id="{0A5E0191-945E-326C-190C-86595103DC8E}"/>
                </a:ext>
              </a:extLst>
            </p:cNvPr>
            <p:cNvSpPr/>
            <p:nvPr/>
          </p:nvSpPr>
          <p:spPr>
            <a:xfrm>
              <a:off x="6411778" y="3734531"/>
              <a:ext cx="32008" cy="74525"/>
            </a:xfrm>
            <a:custGeom>
              <a:avLst/>
              <a:gdLst>
                <a:gd name="csX0" fmla="*/ 0 w 32008"/>
                <a:gd name="csY0" fmla="*/ 0 h 74525"/>
                <a:gd name="csX1" fmla="*/ 1911 w 32008"/>
                <a:gd name="csY1" fmla="*/ 0 h 74525"/>
                <a:gd name="csX2" fmla="*/ 3344 w 32008"/>
                <a:gd name="csY2" fmla="*/ 478 h 74525"/>
                <a:gd name="csX3" fmla="*/ 5255 w 32008"/>
                <a:gd name="csY3" fmla="*/ 1433 h 74525"/>
                <a:gd name="csX4" fmla="*/ 7166 w 32008"/>
                <a:gd name="csY4" fmla="*/ 2866 h 74525"/>
                <a:gd name="csX5" fmla="*/ 7644 w 32008"/>
                <a:gd name="csY5" fmla="*/ 4300 h 74525"/>
                <a:gd name="csX6" fmla="*/ 9077 w 32008"/>
                <a:gd name="csY6" fmla="*/ 5733 h 74525"/>
                <a:gd name="csX7" fmla="*/ 10510 w 32008"/>
                <a:gd name="csY7" fmla="*/ 8121 h 74525"/>
                <a:gd name="csX8" fmla="*/ 11943 w 32008"/>
                <a:gd name="csY8" fmla="*/ 11465 h 74525"/>
                <a:gd name="csX9" fmla="*/ 12421 w 32008"/>
                <a:gd name="csY9" fmla="*/ 12899 h 74525"/>
                <a:gd name="csX10" fmla="*/ 12899 w 32008"/>
                <a:gd name="csY10" fmla="*/ 14810 h 74525"/>
                <a:gd name="csX11" fmla="*/ 13854 w 32008"/>
                <a:gd name="csY11" fmla="*/ 17198 h 74525"/>
                <a:gd name="csX12" fmla="*/ 16243 w 32008"/>
                <a:gd name="csY12" fmla="*/ 19109 h 74525"/>
                <a:gd name="csX13" fmla="*/ 16721 w 32008"/>
                <a:gd name="csY13" fmla="*/ 19587 h 74525"/>
                <a:gd name="csX14" fmla="*/ 17676 w 32008"/>
                <a:gd name="csY14" fmla="*/ 21498 h 74525"/>
                <a:gd name="csX15" fmla="*/ 19587 w 32008"/>
                <a:gd name="csY15" fmla="*/ 24842 h 74525"/>
                <a:gd name="csX16" fmla="*/ 21020 w 32008"/>
                <a:gd name="csY16" fmla="*/ 26275 h 74525"/>
                <a:gd name="csX17" fmla="*/ 22454 w 32008"/>
                <a:gd name="csY17" fmla="*/ 28186 h 74525"/>
                <a:gd name="csX18" fmla="*/ 23409 w 32008"/>
                <a:gd name="csY18" fmla="*/ 29619 h 74525"/>
                <a:gd name="csX19" fmla="*/ 24364 w 32008"/>
                <a:gd name="csY19" fmla="*/ 31052 h 74525"/>
                <a:gd name="csX20" fmla="*/ 26753 w 32008"/>
                <a:gd name="csY20" fmla="*/ 32963 h 74525"/>
                <a:gd name="csX21" fmla="*/ 28664 w 32008"/>
                <a:gd name="csY21" fmla="*/ 34874 h 74525"/>
                <a:gd name="csX22" fmla="*/ 30097 w 32008"/>
                <a:gd name="csY22" fmla="*/ 39652 h 74525"/>
                <a:gd name="csX23" fmla="*/ 31052 w 32008"/>
                <a:gd name="csY23" fmla="*/ 42040 h 74525"/>
                <a:gd name="csX24" fmla="*/ 32008 w 32008"/>
                <a:gd name="csY24" fmla="*/ 43473 h 74525"/>
                <a:gd name="csX25" fmla="*/ 31530 w 32008"/>
                <a:gd name="csY25" fmla="*/ 47295 h 74525"/>
                <a:gd name="csX26" fmla="*/ 32008 w 32008"/>
                <a:gd name="csY26" fmla="*/ 48728 h 74525"/>
                <a:gd name="csX27" fmla="*/ 31052 w 32008"/>
                <a:gd name="csY27" fmla="*/ 51117 h 74525"/>
                <a:gd name="csX28" fmla="*/ 29620 w 32008"/>
                <a:gd name="csY28" fmla="*/ 56850 h 74525"/>
                <a:gd name="csX29" fmla="*/ 29141 w 32008"/>
                <a:gd name="csY29" fmla="*/ 61149 h 74525"/>
                <a:gd name="csX30" fmla="*/ 29620 w 32008"/>
                <a:gd name="csY30" fmla="*/ 63538 h 74525"/>
                <a:gd name="csX31" fmla="*/ 29620 w 32008"/>
                <a:gd name="csY31" fmla="*/ 64971 h 74525"/>
                <a:gd name="csX32" fmla="*/ 30097 w 32008"/>
                <a:gd name="csY32" fmla="*/ 65927 h 74525"/>
                <a:gd name="csX33" fmla="*/ 30097 w 32008"/>
                <a:gd name="csY33" fmla="*/ 67837 h 74525"/>
                <a:gd name="csX34" fmla="*/ 30575 w 32008"/>
                <a:gd name="csY34" fmla="*/ 69749 h 74525"/>
                <a:gd name="csX35" fmla="*/ 29620 w 32008"/>
                <a:gd name="csY35" fmla="*/ 70226 h 74525"/>
                <a:gd name="csX36" fmla="*/ 29141 w 32008"/>
                <a:gd name="csY36" fmla="*/ 70704 h 74525"/>
                <a:gd name="csX37" fmla="*/ 28664 w 32008"/>
                <a:gd name="csY37" fmla="*/ 70704 h 74525"/>
                <a:gd name="csX38" fmla="*/ 29620 w 32008"/>
                <a:gd name="csY38" fmla="*/ 71659 h 74525"/>
                <a:gd name="csX39" fmla="*/ 30575 w 32008"/>
                <a:gd name="csY39" fmla="*/ 73093 h 74525"/>
                <a:gd name="csX40" fmla="*/ 31530 w 32008"/>
                <a:gd name="csY40" fmla="*/ 74526 h 74525"/>
                <a:gd name="csX41" fmla="*/ 31530 w 32008"/>
                <a:gd name="csY41" fmla="*/ 74526 h 74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32008" h="74525">
                  <a:moveTo>
                    <a:pt x="0" y="0"/>
                  </a:moveTo>
                  <a:lnTo>
                    <a:pt x="1911" y="0"/>
                  </a:lnTo>
                  <a:lnTo>
                    <a:pt x="3344" y="478"/>
                  </a:lnTo>
                  <a:lnTo>
                    <a:pt x="5255" y="1433"/>
                  </a:lnTo>
                  <a:lnTo>
                    <a:pt x="7166" y="2866"/>
                  </a:lnTo>
                  <a:lnTo>
                    <a:pt x="7644" y="4300"/>
                  </a:lnTo>
                  <a:lnTo>
                    <a:pt x="9077" y="5733"/>
                  </a:lnTo>
                  <a:lnTo>
                    <a:pt x="10510" y="8121"/>
                  </a:lnTo>
                  <a:lnTo>
                    <a:pt x="11943" y="11465"/>
                  </a:lnTo>
                  <a:lnTo>
                    <a:pt x="12421" y="12899"/>
                  </a:lnTo>
                  <a:lnTo>
                    <a:pt x="12899" y="14810"/>
                  </a:lnTo>
                  <a:lnTo>
                    <a:pt x="13854" y="17198"/>
                  </a:lnTo>
                  <a:lnTo>
                    <a:pt x="16243" y="19109"/>
                  </a:lnTo>
                  <a:lnTo>
                    <a:pt x="16721" y="19587"/>
                  </a:lnTo>
                  <a:lnTo>
                    <a:pt x="17676" y="21498"/>
                  </a:lnTo>
                  <a:lnTo>
                    <a:pt x="19587" y="24842"/>
                  </a:lnTo>
                  <a:lnTo>
                    <a:pt x="21020" y="26275"/>
                  </a:lnTo>
                  <a:lnTo>
                    <a:pt x="22454" y="28186"/>
                  </a:lnTo>
                  <a:lnTo>
                    <a:pt x="23409" y="29619"/>
                  </a:lnTo>
                  <a:lnTo>
                    <a:pt x="24364" y="31052"/>
                  </a:lnTo>
                  <a:lnTo>
                    <a:pt x="26753" y="32963"/>
                  </a:lnTo>
                  <a:lnTo>
                    <a:pt x="28664" y="34874"/>
                  </a:lnTo>
                  <a:lnTo>
                    <a:pt x="30097" y="39652"/>
                  </a:lnTo>
                  <a:lnTo>
                    <a:pt x="31052" y="42040"/>
                  </a:lnTo>
                  <a:lnTo>
                    <a:pt x="32008" y="43473"/>
                  </a:lnTo>
                  <a:lnTo>
                    <a:pt x="31530" y="47295"/>
                  </a:lnTo>
                  <a:lnTo>
                    <a:pt x="32008" y="48728"/>
                  </a:lnTo>
                  <a:lnTo>
                    <a:pt x="31052" y="51117"/>
                  </a:lnTo>
                  <a:lnTo>
                    <a:pt x="29620" y="56850"/>
                  </a:lnTo>
                  <a:lnTo>
                    <a:pt x="29141" y="61149"/>
                  </a:lnTo>
                  <a:lnTo>
                    <a:pt x="29620" y="63538"/>
                  </a:lnTo>
                  <a:lnTo>
                    <a:pt x="29620" y="64971"/>
                  </a:lnTo>
                  <a:lnTo>
                    <a:pt x="30097" y="65927"/>
                  </a:lnTo>
                  <a:lnTo>
                    <a:pt x="30097" y="67837"/>
                  </a:lnTo>
                  <a:lnTo>
                    <a:pt x="30575" y="69749"/>
                  </a:lnTo>
                  <a:lnTo>
                    <a:pt x="29620" y="70226"/>
                  </a:lnTo>
                  <a:lnTo>
                    <a:pt x="29141" y="70704"/>
                  </a:lnTo>
                  <a:lnTo>
                    <a:pt x="28664" y="70704"/>
                  </a:lnTo>
                  <a:lnTo>
                    <a:pt x="29620" y="71659"/>
                  </a:lnTo>
                  <a:lnTo>
                    <a:pt x="30575" y="73093"/>
                  </a:lnTo>
                  <a:lnTo>
                    <a:pt x="31530" y="74526"/>
                  </a:lnTo>
                  <a:lnTo>
                    <a:pt x="31530" y="7452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6" name="Freeform 5255">
              <a:extLst>
                <a:ext uri="{FF2B5EF4-FFF2-40B4-BE49-F238E27FC236}">
                  <a16:creationId xmlns:a16="http://schemas.microsoft.com/office/drawing/2014/main" id="{D6994A41-03DA-416A-C31B-9300C5AAD28C}"/>
                </a:ext>
              </a:extLst>
            </p:cNvPr>
            <p:cNvSpPr/>
            <p:nvPr/>
          </p:nvSpPr>
          <p:spPr>
            <a:xfrm>
              <a:off x="6403179" y="3736441"/>
              <a:ext cx="2388" cy="4777"/>
            </a:xfrm>
            <a:custGeom>
              <a:avLst/>
              <a:gdLst>
                <a:gd name="csX0" fmla="*/ 0 w 2388"/>
                <a:gd name="csY0" fmla="*/ 4777 h 4777"/>
                <a:gd name="csX1" fmla="*/ 955 w 2388"/>
                <a:gd name="csY1" fmla="*/ 3822 h 4777"/>
                <a:gd name="csX2" fmla="*/ 1910 w 2388"/>
                <a:gd name="csY2" fmla="*/ 2389 h 4777"/>
                <a:gd name="csX3" fmla="*/ 2389 w 2388"/>
                <a:gd name="csY3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4777">
                  <a:moveTo>
                    <a:pt x="0" y="4777"/>
                  </a:moveTo>
                  <a:lnTo>
                    <a:pt x="955" y="3822"/>
                  </a:lnTo>
                  <a:lnTo>
                    <a:pt x="1910" y="2389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7" name="Freeform 5256">
              <a:extLst>
                <a:ext uri="{FF2B5EF4-FFF2-40B4-BE49-F238E27FC236}">
                  <a16:creationId xmlns:a16="http://schemas.microsoft.com/office/drawing/2014/main" id="{FE315079-CD38-2146-F93E-12CC8CAEC159}"/>
                </a:ext>
              </a:extLst>
            </p:cNvPr>
            <p:cNvSpPr/>
            <p:nvPr/>
          </p:nvSpPr>
          <p:spPr>
            <a:xfrm>
              <a:off x="6380726" y="3746474"/>
              <a:ext cx="1911" cy="2388"/>
            </a:xfrm>
            <a:custGeom>
              <a:avLst/>
              <a:gdLst>
                <a:gd name="csX0" fmla="*/ 0 w 1911"/>
                <a:gd name="csY0" fmla="*/ 2389 h 2388"/>
                <a:gd name="csX1" fmla="*/ 478 w 1911"/>
                <a:gd name="csY1" fmla="*/ 2389 h 2388"/>
                <a:gd name="csX2" fmla="*/ 1911 w 1911"/>
                <a:gd name="csY2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2388">
                  <a:moveTo>
                    <a:pt x="0" y="2389"/>
                  </a:moveTo>
                  <a:lnTo>
                    <a:pt x="478" y="2389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8" name="Freeform 5257">
              <a:extLst>
                <a:ext uri="{FF2B5EF4-FFF2-40B4-BE49-F238E27FC236}">
                  <a16:creationId xmlns:a16="http://schemas.microsoft.com/office/drawing/2014/main" id="{50AF4FF6-9ACD-0190-7C18-BE13B95FAD34}"/>
                </a:ext>
              </a:extLst>
            </p:cNvPr>
            <p:cNvSpPr/>
            <p:nvPr/>
          </p:nvSpPr>
          <p:spPr>
            <a:xfrm>
              <a:off x="6338208" y="3740263"/>
              <a:ext cx="3344" cy="2388"/>
            </a:xfrm>
            <a:custGeom>
              <a:avLst/>
              <a:gdLst>
                <a:gd name="csX0" fmla="*/ 0 w 3344"/>
                <a:gd name="csY0" fmla="*/ 2389 h 2388"/>
                <a:gd name="csX1" fmla="*/ 2866 w 3344"/>
                <a:gd name="csY1" fmla="*/ 1433 h 2388"/>
                <a:gd name="csX2" fmla="*/ 2866 w 3344"/>
                <a:gd name="csY2" fmla="*/ 1433 h 2388"/>
                <a:gd name="csX3" fmla="*/ 3344 w 3344"/>
                <a:gd name="csY3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" h="2388">
                  <a:moveTo>
                    <a:pt x="0" y="2389"/>
                  </a:moveTo>
                  <a:lnTo>
                    <a:pt x="2866" y="1433"/>
                  </a:lnTo>
                  <a:lnTo>
                    <a:pt x="2866" y="1433"/>
                  </a:lnTo>
                  <a:lnTo>
                    <a:pt x="334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9" name="Freeform 5258">
              <a:extLst>
                <a:ext uri="{FF2B5EF4-FFF2-40B4-BE49-F238E27FC236}">
                  <a16:creationId xmlns:a16="http://schemas.microsoft.com/office/drawing/2014/main" id="{002543FD-6F0C-E984-C5BF-D338E1D1BEC2}"/>
                </a:ext>
              </a:extLst>
            </p:cNvPr>
            <p:cNvSpPr/>
            <p:nvPr/>
          </p:nvSpPr>
          <p:spPr>
            <a:xfrm>
              <a:off x="6285180" y="3743130"/>
              <a:ext cx="52072" cy="49206"/>
            </a:xfrm>
            <a:custGeom>
              <a:avLst/>
              <a:gdLst>
                <a:gd name="csX0" fmla="*/ 0 w 52072"/>
                <a:gd name="csY0" fmla="*/ 49206 h 49206"/>
                <a:gd name="csX1" fmla="*/ 956 w 52072"/>
                <a:gd name="csY1" fmla="*/ 48251 h 49206"/>
                <a:gd name="csX2" fmla="*/ 5255 w 52072"/>
                <a:gd name="csY2" fmla="*/ 47295 h 49206"/>
                <a:gd name="csX3" fmla="*/ 7166 w 52072"/>
                <a:gd name="csY3" fmla="*/ 48251 h 49206"/>
                <a:gd name="csX4" fmla="*/ 8121 w 52072"/>
                <a:gd name="csY4" fmla="*/ 48251 h 49206"/>
                <a:gd name="csX5" fmla="*/ 9077 w 52072"/>
                <a:gd name="csY5" fmla="*/ 47295 h 49206"/>
                <a:gd name="csX6" fmla="*/ 9555 w 52072"/>
                <a:gd name="csY6" fmla="*/ 46818 h 49206"/>
                <a:gd name="csX7" fmla="*/ 9555 w 52072"/>
                <a:gd name="csY7" fmla="*/ 46340 h 49206"/>
                <a:gd name="csX8" fmla="*/ 10032 w 52072"/>
                <a:gd name="csY8" fmla="*/ 45384 h 49206"/>
                <a:gd name="csX9" fmla="*/ 11943 w 52072"/>
                <a:gd name="csY9" fmla="*/ 44907 h 49206"/>
                <a:gd name="csX10" fmla="*/ 15765 w 52072"/>
                <a:gd name="csY10" fmla="*/ 45384 h 49206"/>
                <a:gd name="csX11" fmla="*/ 17198 w 52072"/>
                <a:gd name="csY11" fmla="*/ 44429 h 49206"/>
                <a:gd name="csX12" fmla="*/ 18154 w 52072"/>
                <a:gd name="csY12" fmla="*/ 43951 h 49206"/>
                <a:gd name="csX13" fmla="*/ 18154 w 52072"/>
                <a:gd name="csY13" fmla="*/ 42518 h 49206"/>
                <a:gd name="csX14" fmla="*/ 18632 w 52072"/>
                <a:gd name="csY14" fmla="*/ 41562 h 49206"/>
                <a:gd name="csX15" fmla="*/ 20065 w 52072"/>
                <a:gd name="csY15" fmla="*/ 41085 h 49206"/>
                <a:gd name="csX16" fmla="*/ 20065 w 52072"/>
                <a:gd name="csY16" fmla="*/ 40129 h 49206"/>
                <a:gd name="csX17" fmla="*/ 20065 w 52072"/>
                <a:gd name="csY17" fmla="*/ 39174 h 49206"/>
                <a:gd name="csX18" fmla="*/ 21020 w 52072"/>
                <a:gd name="csY18" fmla="*/ 36785 h 49206"/>
                <a:gd name="csX19" fmla="*/ 21498 w 52072"/>
                <a:gd name="csY19" fmla="*/ 35830 h 49206"/>
                <a:gd name="csX20" fmla="*/ 21976 w 52072"/>
                <a:gd name="csY20" fmla="*/ 35352 h 49206"/>
                <a:gd name="csX21" fmla="*/ 23409 w 52072"/>
                <a:gd name="csY21" fmla="*/ 34874 h 49206"/>
                <a:gd name="csX22" fmla="*/ 24842 w 52072"/>
                <a:gd name="csY22" fmla="*/ 33441 h 49206"/>
                <a:gd name="csX23" fmla="*/ 24364 w 52072"/>
                <a:gd name="csY23" fmla="*/ 32008 h 49206"/>
                <a:gd name="csX24" fmla="*/ 24842 w 52072"/>
                <a:gd name="csY24" fmla="*/ 31053 h 49206"/>
                <a:gd name="csX25" fmla="*/ 26753 w 52072"/>
                <a:gd name="csY25" fmla="*/ 28664 h 49206"/>
                <a:gd name="csX26" fmla="*/ 28186 w 52072"/>
                <a:gd name="csY26" fmla="*/ 26275 h 49206"/>
                <a:gd name="csX27" fmla="*/ 28186 w 52072"/>
                <a:gd name="csY27" fmla="*/ 25320 h 49206"/>
                <a:gd name="csX28" fmla="*/ 28186 w 52072"/>
                <a:gd name="csY28" fmla="*/ 24364 h 49206"/>
                <a:gd name="csX29" fmla="*/ 29142 w 52072"/>
                <a:gd name="csY29" fmla="*/ 23409 h 49206"/>
                <a:gd name="csX30" fmla="*/ 30575 w 52072"/>
                <a:gd name="csY30" fmla="*/ 21976 h 49206"/>
                <a:gd name="csX31" fmla="*/ 32008 w 52072"/>
                <a:gd name="csY31" fmla="*/ 17198 h 49206"/>
                <a:gd name="csX32" fmla="*/ 32963 w 52072"/>
                <a:gd name="csY32" fmla="*/ 16721 h 49206"/>
                <a:gd name="csX33" fmla="*/ 33919 w 52072"/>
                <a:gd name="csY33" fmla="*/ 15765 h 49206"/>
                <a:gd name="csX34" fmla="*/ 34874 w 52072"/>
                <a:gd name="csY34" fmla="*/ 14810 h 49206"/>
                <a:gd name="csX35" fmla="*/ 34874 w 52072"/>
                <a:gd name="csY35" fmla="*/ 11943 h 49206"/>
                <a:gd name="csX36" fmla="*/ 35830 w 52072"/>
                <a:gd name="csY36" fmla="*/ 10988 h 49206"/>
                <a:gd name="csX37" fmla="*/ 37263 w 52072"/>
                <a:gd name="csY37" fmla="*/ 10032 h 49206"/>
                <a:gd name="csX38" fmla="*/ 38696 w 52072"/>
                <a:gd name="csY38" fmla="*/ 8599 h 49206"/>
                <a:gd name="csX39" fmla="*/ 39652 w 52072"/>
                <a:gd name="csY39" fmla="*/ 6688 h 49206"/>
                <a:gd name="csX40" fmla="*/ 40607 w 52072"/>
                <a:gd name="csY40" fmla="*/ 6211 h 49206"/>
                <a:gd name="csX41" fmla="*/ 42040 w 52072"/>
                <a:gd name="csY41" fmla="*/ 5733 h 49206"/>
                <a:gd name="csX42" fmla="*/ 42996 w 52072"/>
                <a:gd name="csY42" fmla="*/ 5255 h 49206"/>
                <a:gd name="csX43" fmla="*/ 44429 w 52072"/>
                <a:gd name="csY43" fmla="*/ 4777 h 49206"/>
                <a:gd name="csX44" fmla="*/ 45862 w 52072"/>
                <a:gd name="csY44" fmla="*/ 5255 h 49206"/>
                <a:gd name="csX45" fmla="*/ 46818 w 52072"/>
                <a:gd name="csY45" fmla="*/ 4777 h 49206"/>
                <a:gd name="csX46" fmla="*/ 48251 w 52072"/>
                <a:gd name="csY46" fmla="*/ 3822 h 49206"/>
                <a:gd name="csX47" fmla="*/ 51595 w 52072"/>
                <a:gd name="csY47" fmla="*/ 956 h 49206"/>
                <a:gd name="csX48" fmla="*/ 52073 w 52072"/>
                <a:gd name="csY48" fmla="*/ 0 h 49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52072" h="49206">
                  <a:moveTo>
                    <a:pt x="0" y="49206"/>
                  </a:moveTo>
                  <a:lnTo>
                    <a:pt x="956" y="48251"/>
                  </a:lnTo>
                  <a:lnTo>
                    <a:pt x="5255" y="47295"/>
                  </a:lnTo>
                  <a:lnTo>
                    <a:pt x="7166" y="48251"/>
                  </a:lnTo>
                  <a:lnTo>
                    <a:pt x="8121" y="48251"/>
                  </a:lnTo>
                  <a:lnTo>
                    <a:pt x="9077" y="47295"/>
                  </a:lnTo>
                  <a:lnTo>
                    <a:pt x="9555" y="46818"/>
                  </a:lnTo>
                  <a:lnTo>
                    <a:pt x="9555" y="46340"/>
                  </a:lnTo>
                  <a:lnTo>
                    <a:pt x="10032" y="45384"/>
                  </a:lnTo>
                  <a:lnTo>
                    <a:pt x="11943" y="44907"/>
                  </a:lnTo>
                  <a:lnTo>
                    <a:pt x="15765" y="45384"/>
                  </a:lnTo>
                  <a:lnTo>
                    <a:pt x="17198" y="44429"/>
                  </a:lnTo>
                  <a:lnTo>
                    <a:pt x="18154" y="43951"/>
                  </a:lnTo>
                  <a:lnTo>
                    <a:pt x="18154" y="42518"/>
                  </a:lnTo>
                  <a:lnTo>
                    <a:pt x="18632" y="41562"/>
                  </a:lnTo>
                  <a:lnTo>
                    <a:pt x="20065" y="41085"/>
                  </a:lnTo>
                  <a:lnTo>
                    <a:pt x="20065" y="40129"/>
                  </a:lnTo>
                  <a:lnTo>
                    <a:pt x="20065" y="39174"/>
                  </a:lnTo>
                  <a:lnTo>
                    <a:pt x="21020" y="36785"/>
                  </a:lnTo>
                  <a:lnTo>
                    <a:pt x="21498" y="35830"/>
                  </a:lnTo>
                  <a:lnTo>
                    <a:pt x="21976" y="35352"/>
                  </a:lnTo>
                  <a:lnTo>
                    <a:pt x="23409" y="34874"/>
                  </a:lnTo>
                  <a:lnTo>
                    <a:pt x="24842" y="33441"/>
                  </a:lnTo>
                  <a:lnTo>
                    <a:pt x="24364" y="32008"/>
                  </a:lnTo>
                  <a:lnTo>
                    <a:pt x="24842" y="31053"/>
                  </a:lnTo>
                  <a:lnTo>
                    <a:pt x="26753" y="28664"/>
                  </a:lnTo>
                  <a:lnTo>
                    <a:pt x="28186" y="26275"/>
                  </a:lnTo>
                  <a:lnTo>
                    <a:pt x="28186" y="25320"/>
                  </a:lnTo>
                  <a:lnTo>
                    <a:pt x="28186" y="24364"/>
                  </a:lnTo>
                  <a:lnTo>
                    <a:pt x="29142" y="23409"/>
                  </a:lnTo>
                  <a:lnTo>
                    <a:pt x="30575" y="21976"/>
                  </a:lnTo>
                  <a:lnTo>
                    <a:pt x="32008" y="17198"/>
                  </a:lnTo>
                  <a:lnTo>
                    <a:pt x="32963" y="16721"/>
                  </a:lnTo>
                  <a:lnTo>
                    <a:pt x="33919" y="15765"/>
                  </a:lnTo>
                  <a:lnTo>
                    <a:pt x="34874" y="14810"/>
                  </a:lnTo>
                  <a:lnTo>
                    <a:pt x="34874" y="11943"/>
                  </a:lnTo>
                  <a:lnTo>
                    <a:pt x="35830" y="10988"/>
                  </a:lnTo>
                  <a:lnTo>
                    <a:pt x="37263" y="10032"/>
                  </a:lnTo>
                  <a:lnTo>
                    <a:pt x="38696" y="8599"/>
                  </a:lnTo>
                  <a:lnTo>
                    <a:pt x="39652" y="6688"/>
                  </a:lnTo>
                  <a:lnTo>
                    <a:pt x="40607" y="6211"/>
                  </a:lnTo>
                  <a:lnTo>
                    <a:pt x="42040" y="5733"/>
                  </a:lnTo>
                  <a:lnTo>
                    <a:pt x="42996" y="5255"/>
                  </a:lnTo>
                  <a:lnTo>
                    <a:pt x="44429" y="4777"/>
                  </a:lnTo>
                  <a:lnTo>
                    <a:pt x="45862" y="5255"/>
                  </a:lnTo>
                  <a:lnTo>
                    <a:pt x="46818" y="4777"/>
                  </a:lnTo>
                  <a:lnTo>
                    <a:pt x="48251" y="3822"/>
                  </a:lnTo>
                  <a:lnTo>
                    <a:pt x="51595" y="956"/>
                  </a:lnTo>
                  <a:lnTo>
                    <a:pt x="5207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0" name="Freeform 5259">
              <a:extLst>
                <a:ext uri="{FF2B5EF4-FFF2-40B4-BE49-F238E27FC236}">
                  <a16:creationId xmlns:a16="http://schemas.microsoft.com/office/drawing/2014/main" id="{A1939A4A-A86C-C231-C03D-18151DF50FD9}"/>
                </a:ext>
              </a:extLst>
            </p:cNvPr>
            <p:cNvSpPr/>
            <p:nvPr/>
          </p:nvSpPr>
          <p:spPr>
            <a:xfrm>
              <a:off x="6309544" y="3822433"/>
              <a:ext cx="1433" cy="477"/>
            </a:xfrm>
            <a:custGeom>
              <a:avLst/>
              <a:gdLst>
                <a:gd name="csX0" fmla="*/ 1433 w 1433"/>
                <a:gd name="csY0" fmla="*/ 478 h 477"/>
                <a:gd name="csX1" fmla="*/ 1433 w 1433"/>
                <a:gd name="csY1" fmla="*/ 478 h 477"/>
                <a:gd name="csX2" fmla="*/ 0 w 1433"/>
                <a:gd name="csY2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3" h="477">
                  <a:moveTo>
                    <a:pt x="1433" y="478"/>
                  </a:moveTo>
                  <a:lnTo>
                    <a:pt x="1433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1" name="Freeform 5260">
              <a:extLst>
                <a:ext uri="{FF2B5EF4-FFF2-40B4-BE49-F238E27FC236}">
                  <a16:creationId xmlns:a16="http://schemas.microsoft.com/office/drawing/2014/main" id="{0AA87A43-BCC6-A895-5576-CE773463946C}"/>
                </a:ext>
              </a:extLst>
            </p:cNvPr>
            <p:cNvSpPr/>
            <p:nvPr/>
          </p:nvSpPr>
          <p:spPr>
            <a:xfrm>
              <a:off x="6333908" y="3814311"/>
              <a:ext cx="139019" cy="40129"/>
            </a:xfrm>
            <a:custGeom>
              <a:avLst/>
              <a:gdLst>
                <a:gd name="csX0" fmla="*/ 139019 w 139019"/>
                <a:gd name="csY0" fmla="*/ 0 h 40129"/>
                <a:gd name="csX1" fmla="*/ 139019 w 139019"/>
                <a:gd name="csY1" fmla="*/ 0 h 40129"/>
                <a:gd name="csX2" fmla="*/ 138542 w 139019"/>
                <a:gd name="csY2" fmla="*/ 1433 h 40129"/>
                <a:gd name="csX3" fmla="*/ 138542 w 139019"/>
                <a:gd name="csY3" fmla="*/ 2389 h 40129"/>
                <a:gd name="csX4" fmla="*/ 137586 w 139019"/>
                <a:gd name="csY4" fmla="*/ 7166 h 40129"/>
                <a:gd name="csX5" fmla="*/ 137108 w 139019"/>
                <a:gd name="csY5" fmla="*/ 8599 h 40129"/>
                <a:gd name="csX6" fmla="*/ 136153 w 139019"/>
                <a:gd name="csY6" fmla="*/ 10510 h 40129"/>
                <a:gd name="csX7" fmla="*/ 126120 w 139019"/>
                <a:gd name="csY7" fmla="*/ 12899 h 40129"/>
                <a:gd name="csX8" fmla="*/ 126599 w 139019"/>
                <a:gd name="csY8" fmla="*/ 11466 h 40129"/>
                <a:gd name="csX9" fmla="*/ 126120 w 139019"/>
                <a:gd name="csY9" fmla="*/ 10032 h 40129"/>
                <a:gd name="csX10" fmla="*/ 126120 w 139019"/>
                <a:gd name="csY10" fmla="*/ 8599 h 40129"/>
                <a:gd name="csX11" fmla="*/ 127076 w 139019"/>
                <a:gd name="csY11" fmla="*/ 7166 h 40129"/>
                <a:gd name="csX12" fmla="*/ 124688 w 139019"/>
                <a:gd name="csY12" fmla="*/ 6688 h 40129"/>
                <a:gd name="csX13" fmla="*/ 123732 w 139019"/>
                <a:gd name="csY13" fmla="*/ 7166 h 40129"/>
                <a:gd name="csX14" fmla="*/ 122777 w 139019"/>
                <a:gd name="csY14" fmla="*/ 8599 h 40129"/>
                <a:gd name="csX15" fmla="*/ 123254 w 139019"/>
                <a:gd name="csY15" fmla="*/ 11466 h 40129"/>
                <a:gd name="csX16" fmla="*/ 122299 w 139019"/>
                <a:gd name="csY16" fmla="*/ 12899 h 40129"/>
                <a:gd name="csX17" fmla="*/ 121821 w 139019"/>
                <a:gd name="csY17" fmla="*/ 13854 h 40129"/>
                <a:gd name="csX18" fmla="*/ 121821 w 139019"/>
                <a:gd name="csY18" fmla="*/ 15765 h 40129"/>
                <a:gd name="csX19" fmla="*/ 121343 w 139019"/>
                <a:gd name="csY19" fmla="*/ 16721 h 40129"/>
                <a:gd name="csX20" fmla="*/ 121343 w 139019"/>
                <a:gd name="csY20" fmla="*/ 17676 h 40129"/>
                <a:gd name="csX21" fmla="*/ 122777 w 139019"/>
                <a:gd name="csY21" fmla="*/ 17198 h 40129"/>
                <a:gd name="csX22" fmla="*/ 121821 w 139019"/>
                <a:gd name="csY22" fmla="*/ 19109 h 40129"/>
                <a:gd name="csX23" fmla="*/ 118954 w 139019"/>
                <a:gd name="csY23" fmla="*/ 22453 h 40129"/>
                <a:gd name="csX24" fmla="*/ 117999 w 139019"/>
                <a:gd name="csY24" fmla="*/ 24364 h 40129"/>
                <a:gd name="csX25" fmla="*/ 117999 w 139019"/>
                <a:gd name="csY25" fmla="*/ 32486 h 40129"/>
                <a:gd name="csX26" fmla="*/ 117044 w 139019"/>
                <a:gd name="csY26" fmla="*/ 37263 h 40129"/>
                <a:gd name="csX27" fmla="*/ 116566 w 139019"/>
                <a:gd name="csY27" fmla="*/ 38218 h 40129"/>
                <a:gd name="csX28" fmla="*/ 113700 w 139019"/>
                <a:gd name="csY28" fmla="*/ 38696 h 40129"/>
                <a:gd name="csX29" fmla="*/ 112744 w 139019"/>
                <a:gd name="csY29" fmla="*/ 38218 h 40129"/>
                <a:gd name="csX30" fmla="*/ 109400 w 139019"/>
                <a:gd name="csY30" fmla="*/ 37741 h 40129"/>
                <a:gd name="csX31" fmla="*/ 106056 w 139019"/>
                <a:gd name="csY31" fmla="*/ 36308 h 40129"/>
                <a:gd name="csX32" fmla="*/ 104145 w 139019"/>
                <a:gd name="csY32" fmla="*/ 33919 h 40129"/>
                <a:gd name="csX33" fmla="*/ 102712 w 139019"/>
                <a:gd name="csY33" fmla="*/ 32008 h 40129"/>
                <a:gd name="csX34" fmla="*/ 99845 w 139019"/>
                <a:gd name="csY34" fmla="*/ 32963 h 40129"/>
                <a:gd name="csX35" fmla="*/ 99368 w 139019"/>
                <a:gd name="csY35" fmla="*/ 32963 h 40129"/>
                <a:gd name="csX36" fmla="*/ 98412 w 139019"/>
                <a:gd name="csY36" fmla="*/ 32008 h 40129"/>
                <a:gd name="csX37" fmla="*/ 96501 w 139019"/>
                <a:gd name="csY37" fmla="*/ 31530 h 40129"/>
                <a:gd name="csX38" fmla="*/ 93635 w 139019"/>
                <a:gd name="csY38" fmla="*/ 31530 h 40129"/>
                <a:gd name="csX39" fmla="*/ 87424 w 139019"/>
                <a:gd name="csY39" fmla="*/ 28186 h 40129"/>
                <a:gd name="csX40" fmla="*/ 86947 w 139019"/>
                <a:gd name="csY40" fmla="*/ 27708 h 40129"/>
                <a:gd name="csX41" fmla="*/ 82170 w 139019"/>
                <a:gd name="csY41" fmla="*/ 28186 h 40129"/>
                <a:gd name="csX42" fmla="*/ 75004 w 139019"/>
                <a:gd name="csY42" fmla="*/ 29619 h 40129"/>
                <a:gd name="csX43" fmla="*/ 69749 w 139019"/>
                <a:gd name="csY43" fmla="*/ 31530 h 40129"/>
                <a:gd name="csX44" fmla="*/ 64016 w 139019"/>
                <a:gd name="csY44" fmla="*/ 35352 h 40129"/>
                <a:gd name="csX45" fmla="*/ 61627 w 139019"/>
                <a:gd name="csY45" fmla="*/ 37741 h 40129"/>
                <a:gd name="csX46" fmla="*/ 59239 w 139019"/>
                <a:gd name="csY46" fmla="*/ 39174 h 40129"/>
                <a:gd name="csX47" fmla="*/ 55417 w 139019"/>
                <a:gd name="csY47" fmla="*/ 40129 h 40129"/>
                <a:gd name="csX48" fmla="*/ 48728 w 139019"/>
                <a:gd name="csY48" fmla="*/ 39651 h 40129"/>
                <a:gd name="csX49" fmla="*/ 42040 w 139019"/>
                <a:gd name="csY49" fmla="*/ 38696 h 40129"/>
                <a:gd name="csX50" fmla="*/ 34397 w 139019"/>
                <a:gd name="csY50" fmla="*/ 37263 h 40129"/>
                <a:gd name="csX51" fmla="*/ 30097 w 139019"/>
                <a:gd name="csY51" fmla="*/ 37741 h 40129"/>
                <a:gd name="csX52" fmla="*/ 24842 w 139019"/>
                <a:gd name="csY52" fmla="*/ 37263 h 40129"/>
                <a:gd name="csX53" fmla="*/ 16721 w 139019"/>
                <a:gd name="csY53" fmla="*/ 35830 h 40129"/>
                <a:gd name="csX54" fmla="*/ 10510 w 139019"/>
                <a:gd name="csY54" fmla="*/ 34874 h 40129"/>
                <a:gd name="csX55" fmla="*/ 4300 w 139019"/>
                <a:gd name="csY55" fmla="*/ 36308 h 40129"/>
                <a:gd name="csX56" fmla="*/ 3344 w 139019"/>
                <a:gd name="csY56" fmla="*/ 35352 h 40129"/>
                <a:gd name="csX57" fmla="*/ 3344 w 139019"/>
                <a:gd name="csY57" fmla="*/ 34397 h 40129"/>
                <a:gd name="csX58" fmla="*/ 3344 w 139019"/>
                <a:gd name="csY58" fmla="*/ 33441 h 40129"/>
                <a:gd name="csX59" fmla="*/ 4300 w 139019"/>
                <a:gd name="csY59" fmla="*/ 32008 h 40129"/>
                <a:gd name="csX60" fmla="*/ 5733 w 139019"/>
                <a:gd name="csY60" fmla="*/ 31530 h 40129"/>
                <a:gd name="csX61" fmla="*/ 6210 w 139019"/>
                <a:gd name="csY61" fmla="*/ 30575 h 40129"/>
                <a:gd name="csX62" fmla="*/ 6688 w 139019"/>
                <a:gd name="csY62" fmla="*/ 30097 h 40129"/>
                <a:gd name="csX63" fmla="*/ 4777 w 139019"/>
                <a:gd name="csY63" fmla="*/ 28664 h 40129"/>
                <a:gd name="csX64" fmla="*/ 1433 w 139019"/>
                <a:gd name="csY64" fmla="*/ 27231 h 40129"/>
                <a:gd name="csX65" fmla="*/ 0 w 139019"/>
                <a:gd name="csY65" fmla="*/ 25798 h 40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139019" h="40129">
                  <a:moveTo>
                    <a:pt x="139019" y="0"/>
                  </a:moveTo>
                  <a:lnTo>
                    <a:pt x="139019" y="0"/>
                  </a:lnTo>
                  <a:lnTo>
                    <a:pt x="138542" y="1433"/>
                  </a:lnTo>
                  <a:lnTo>
                    <a:pt x="138542" y="2389"/>
                  </a:lnTo>
                  <a:lnTo>
                    <a:pt x="137586" y="7166"/>
                  </a:lnTo>
                  <a:lnTo>
                    <a:pt x="137108" y="8599"/>
                  </a:lnTo>
                  <a:lnTo>
                    <a:pt x="136153" y="10510"/>
                  </a:lnTo>
                  <a:lnTo>
                    <a:pt x="126120" y="12899"/>
                  </a:lnTo>
                  <a:lnTo>
                    <a:pt x="126599" y="11466"/>
                  </a:lnTo>
                  <a:lnTo>
                    <a:pt x="126120" y="10032"/>
                  </a:lnTo>
                  <a:lnTo>
                    <a:pt x="126120" y="8599"/>
                  </a:lnTo>
                  <a:lnTo>
                    <a:pt x="127076" y="7166"/>
                  </a:lnTo>
                  <a:lnTo>
                    <a:pt x="124688" y="6688"/>
                  </a:lnTo>
                  <a:lnTo>
                    <a:pt x="123732" y="7166"/>
                  </a:lnTo>
                  <a:lnTo>
                    <a:pt x="122777" y="8599"/>
                  </a:lnTo>
                  <a:lnTo>
                    <a:pt x="123254" y="11466"/>
                  </a:lnTo>
                  <a:lnTo>
                    <a:pt x="122299" y="12899"/>
                  </a:lnTo>
                  <a:lnTo>
                    <a:pt x="121821" y="13854"/>
                  </a:lnTo>
                  <a:lnTo>
                    <a:pt x="121821" y="15765"/>
                  </a:lnTo>
                  <a:lnTo>
                    <a:pt x="121343" y="16721"/>
                  </a:lnTo>
                  <a:lnTo>
                    <a:pt x="121343" y="17676"/>
                  </a:lnTo>
                  <a:lnTo>
                    <a:pt x="122777" y="17198"/>
                  </a:lnTo>
                  <a:lnTo>
                    <a:pt x="121821" y="19109"/>
                  </a:lnTo>
                  <a:lnTo>
                    <a:pt x="118954" y="22453"/>
                  </a:lnTo>
                  <a:lnTo>
                    <a:pt x="117999" y="24364"/>
                  </a:lnTo>
                  <a:lnTo>
                    <a:pt x="117999" y="32486"/>
                  </a:lnTo>
                  <a:lnTo>
                    <a:pt x="117044" y="37263"/>
                  </a:lnTo>
                  <a:lnTo>
                    <a:pt x="116566" y="38218"/>
                  </a:lnTo>
                  <a:lnTo>
                    <a:pt x="113700" y="38696"/>
                  </a:lnTo>
                  <a:lnTo>
                    <a:pt x="112744" y="38218"/>
                  </a:lnTo>
                  <a:lnTo>
                    <a:pt x="109400" y="37741"/>
                  </a:lnTo>
                  <a:lnTo>
                    <a:pt x="106056" y="36308"/>
                  </a:lnTo>
                  <a:lnTo>
                    <a:pt x="104145" y="33919"/>
                  </a:lnTo>
                  <a:lnTo>
                    <a:pt x="102712" y="32008"/>
                  </a:lnTo>
                  <a:lnTo>
                    <a:pt x="99845" y="32963"/>
                  </a:lnTo>
                  <a:lnTo>
                    <a:pt x="99368" y="32963"/>
                  </a:lnTo>
                  <a:lnTo>
                    <a:pt x="98412" y="32008"/>
                  </a:lnTo>
                  <a:lnTo>
                    <a:pt x="96501" y="31530"/>
                  </a:lnTo>
                  <a:lnTo>
                    <a:pt x="93635" y="31530"/>
                  </a:lnTo>
                  <a:lnTo>
                    <a:pt x="87424" y="28186"/>
                  </a:lnTo>
                  <a:lnTo>
                    <a:pt x="86947" y="27708"/>
                  </a:lnTo>
                  <a:lnTo>
                    <a:pt x="82170" y="28186"/>
                  </a:lnTo>
                  <a:lnTo>
                    <a:pt x="75004" y="29619"/>
                  </a:lnTo>
                  <a:lnTo>
                    <a:pt x="69749" y="31530"/>
                  </a:lnTo>
                  <a:lnTo>
                    <a:pt x="64016" y="35352"/>
                  </a:lnTo>
                  <a:lnTo>
                    <a:pt x="61627" y="37741"/>
                  </a:lnTo>
                  <a:lnTo>
                    <a:pt x="59239" y="39174"/>
                  </a:lnTo>
                  <a:lnTo>
                    <a:pt x="55417" y="40129"/>
                  </a:lnTo>
                  <a:lnTo>
                    <a:pt x="48728" y="39651"/>
                  </a:lnTo>
                  <a:lnTo>
                    <a:pt x="42040" y="38696"/>
                  </a:lnTo>
                  <a:lnTo>
                    <a:pt x="34397" y="37263"/>
                  </a:lnTo>
                  <a:lnTo>
                    <a:pt x="30097" y="37741"/>
                  </a:lnTo>
                  <a:lnTo>
                    <a:pt x="24842" y="37263"/>
                  </a:lnTo>
                  <a:lnTo>
                    <a:pt x="16721" y="35830"/>
                  </a:lnTo>
                  <a:lnTo>
                    <a:pt x="10510" y="34874"/>
                  </a:lnTo>
                  <a:lnTo>
                    <a:pt x="4300" y="36308"/>
                  </a:lnTo>
                  <a:lnTo>
                    <a:pt x="3344" y="35352"/>
                  </a:lnTo>
                  <a:lnTo>
                    <a:pt x="3344" y="34397"/>
                  </a:lnTo>
                  <a:lnTo>
                    <a:pt x="3344" y="33441"/>
                  </a:lnTo>
                  <a:lnTo>
                    <a:pt x="4300" y="32008"/>
                  </a:lnTo>
                  <a:lnTo>
                    <a:pt x="5733" y="31530"/>
                  </a:lnTo>
                  <a:lnTo>
                    <a:pt x="6210" y="30575"/>
                  </a:lnTo>
                  <a:lnTo>
                    <a:pt x="6688" y="30097"/>
                  </a:lnTo>
                  <a:lnTo>
                    <a:pt x="4777" y="28664"/>
                  </a:lnTo>
                  <a:lnTo>
                    <a:pt x="1433" y="27231"/>
                  </a:lnTo>
                  <a:lnTo>
                    <a:pt x="0" y="2579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2" name="Freeform 5261">
              <a:extLst>
                <a:ext uri="{FF2B5EF4-FFF2-40B4-BE49-F238E27FC236}">
                  <a16:creationId xmlns:a16="http://schemas.microsoft.com/office/drawing/2014/main" id="{9CA45C5B-65E8-F302-7CD3-8231F69DC2A3}"/>
                </a:ext>
              </a:extLst>
            </p:cNvPr>
            <p:cNvSpPr/>
            <p:nvPr/>
          </p:nvSpPr>
          <p:spPr>
            <a:xfrm>
              <a:off x="6454296" y="3812878"/>
              <a:ext cx="477" cy="1433"/>
            </a:xfrm>
            <a:custGeom>
              <a:avLst/>
              <a:gdLst>
                <a:gd name="csX0" fmla="*/ 478 w 477"/>
                <a:gd name="csY0" fmla="*/ 1433 h 1433"/>
                <a:gd name="csX1" fmla="*/ 478 w 477"/>
                <a:gd name="csY1" fmla="*/ 1433 h 1433"/>
                <a:gd name="csX2" fmla="*/ 0 w 477"/>
                <a:gd name="csY2" fmla="*/ 956 h 1433"/>
                <a:gd name="csX3" fmla="*/ 0 w 477"/>
                <a:gd name="csY3" fmla="*/ 478 h 1433"/>
                <a:gd name="csX4" fmla="*/ 0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478" y="1433"/>
                  </a:moveTo>
                  <a:lnTo>
                    <a:pt x="478" y="1433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3" name="Freeform 5262">
              <a:extLst>
                <a:ext uri="{FF2B5EF4-FFF2-40B4-BE49-F238E27FC236}">
                  <a16:creationId xmlns:a16="http://schemas.microsoft.com/office/drawing/2014/main" id="{0CCE16CD-3772-15E6-79E5-416D2F89C641}"/>
                </a:ext>
              </a:extLst>
            </p:cNvPr>
            <p:cNvSpPr/>
            <p:nvPr/>
          </p:nvSpPr>
          <p:spPr>
            <a:xfrm>
              <a:off x="6257471" y="3790425"/>
              <a:ext cx="81691" cy="99367"/>
            </a:xfrm>
            <a:custGeom>
              <a:avLst/>
              <a:gdLst>
                <a:gd name="csX0" fmla="*/ 956 w 81691"/>
                <a:gd name="csY0" fmla="*/ 6210 h 99367"/>
                <a:gd name="csX1" fmla="*/ 1433 w 81691"/>
                <a:gd name="csY1" fmla="*/ 6210 h 99367"/>
                <a:gd name="csX2" fmla="*/ 3344 w 81691"/>
                <a:gd name="csY2" fmla="*/ 5733 h 99367"/>
                <a:gd name="csX3" fmla="*/ 3822 w 81691"/>
                <a:gd name="csY3" fmla="*/ 4777 h 99367"/>
                <a:gd name="csX4" fmla="*/ 4300 w 81691"/>
                <a:gd name="csY4" fmla="*/ 4300 h 99367"/>
                <a:gd name="csX5" fmla="*/ 4777 w 81691"/>
                <a:gd name="csY5" fmla="*/ 4300 h 99367"/>
                <a:gd name="csX6" fmla="*/ 5733 w 81691"/>
                <a:gd name="csY6" fmla="*/ 4777 h 99367"/>
                <a:gd name="csX7" fmla="*/ 7166 w 81691"/>
                <a:gd name="csY7" fmla="*/ 4777 h 99367"/>
                <a:gd name="csX8" fmla="*/ 8599 w 81691"/>
                <a:gd name="csY8" fmla="*/ 4300 h 99367"/>
                <a:gd name="csX9" fmla="*/ 9555 w 81691"/>
                <a:gd name="csY9" fmla="*/ 3822 h 99367"/>
                <a:gd name="csX10" fmla="*/ 10988 w 81691"/>
                <a:gd name="csY10" fmla="*/ 3344 h 99367"/>
                <a:gd name="csX11" fmla="*/ 11466 w 81691"/>
                <a:gd name="csY11" fmla="*/ 2867 h 99367"/>
                <a:gd name="csX12" fmla="*/ 11943 w 81691"/>
                <a:gd name="csY12" fmla="*/ 2389 h 99367"/>
                <a:gd name="csX13" fmla="*/ 13376 w 81691"/>
                <a:gd name="csY13" fmla="*/ 478 h 99367"/>
                <a:gd name="csX14" fmla="*/ 15287 w 81691"/>
                <a:gd name="csY14" fmla="*/ 0 h 99367"/>
                <a:gd name="csX15" fmla="*/ 17198 w 81691"/>
                <a:gd name="csY15" fmla="*/ 478 h 99367"/>
                <a:gd name="csX16" fmla="*/ 20065 w 81691"/>
                <a:gd name="csY16" fmla="*/ 956 h 99367"/>
                <a:gd name="csX17" fmla="*/ 21498 w 81691"/>
                <a:gd name="csY17" fmla="*/ 478 h 99367"/>
                <a:gd name="csX18" fmla="*/ 26275 w 81691"/>
                <a:gd name="csY18" fmla="*/ 956 h 99367"/>
                <a:gd name="csX19" fmla="*/ 27231 w 81691"/>
                <a:gd name="csY19" fmla="*/ 1433 h 99367"/>
                <a:gd name="csX20" fmla="*/ 27708 w 81691"/>
                <a:gd name="csY20" fmla="*/ 1911 h 99367"/>
                <a:gd name="csX21" fmla="*/ 28664 w 81691"/>
                <a:gd name="csY21" fmla="*/ 3344 h 99367"/>
                <a:gd name="csX22" fmla="*/ 30097 w 81691"/>
                <a:gd name="csY22" fmla="*/ 5255 h 99367"/>
                <a:gd name="csX23" fmla="*/ 31530 w 81691"/>
                <a:gd name="csY23" fmla="*/ 6210 h 99367"/>
                <a:gd name="csX24" fmla="*/ 33441 w 81691"/>
                <a:gd name="csY24" fmla="*/ 7166 h 99367"/>
                <a:gd name="csX25" fmla="*/ 34397 w 81691"/>
                <a:gd name="csY25" fmla="*/ 8121 h 99367"/>
                <a:gd name="csX26" fmla="*/ 35830 w 81691"/>
                <a:gd name="csY26" fmla="*/ 10510 h 99367"/>
                <a:gd name="csX27" fmla="*/ 36785 w 81691"/>
                <a:gd name="csY27" fmla="*/ 11466 h 99367"/>
                <a:gd name="csX28" fmla="*/ 37263 w 81691"/>
                <a:gd name="csY28" fmla="*/ 11466 h 99367"/>
                <a:gd name="csX29" fmla="*/ 37741 w 81691"/>
                <a:gd name="csY29" fmla="*/ 10988 h 99367"/>
                <a:gd name="csX30" fmla="*/ 37741 w 81691"/>
                <a:gd name="csY30" fmla="*/ 10988 h 99367"/>
                <a:gd name="csX31" fmla="*/ 38218 w 81691"/>
                <a:gd name="csY31" fmla="*/ 10988 h 99367"/>
                <a:gd name="csX32" fmla="*/ 38218 w 81691"/>
                <a:gd name="csY32" fmla="*/ 11943 h 99367"/>
                <a:gd name="csX33" fmla="*/ 38218 w 81691"/>
                <a:gd name="csY33" fmla="*/ 13376 h 99367"/>
                <a:gd name="csX34" fmla="*/ 38218 w 81691"/>
                <a:gd name="csY34" fmla="*/ 14810 h 99367"/>
                <a:gd name="csX35" fmla="*/ 38218 w 81691"/>
                <a:gd name="csY35" fmla="*/ 16721 h 99367"/>
                <a:gd name="csX36" fmla="*/ 38696 w 81691"/>
                <a:gd name="csY36" fmla="*/ 17198 h 99367"/>
                <a:gd name="csX37" fmla="*/ 38218 w 81691"/>
                <a:gd name="csY37" fmla="*/ 17676 h 99367"/>
                <a:gd name="csX38" fmla="*/ 38218 w 81691"/>
                <a:gd name="csY38" fmla="*/ 18154 h 99367"/>
                <a:gd name="csX39" fmla="*/ 38696 w 81691"/>
                <a:gd name="csY39" fmla="*/ 18154 h 99367"/>
                <a:gd name="csX40" fmla="*/ 40129 w 81691"/>
                <a:gd name="csY40" fmla="*/ 19587 h 99367"/>
                <a:gd name="csX41" fmla="*/ 41563 w 81691"/>
                <a:gd name="csY41" fmla="*/ 21020 h 99367"/>
                <a:gd name="csX42" fmla="*/ 42996 w 81691"/>
                <a:gd name="csY42" fmla="*/ 21976 h 99367"/>
                <a:gd name="csX43" fmla="*/ 44907 w 81691"/>
                <a:gd name="csY43" fmla="*/ 22931 h 99367"/>
                <a:gd name="csX44" fmla="*/ 45862 w 81691"/>
                <a:gd name="csY44" fmla="*/ 22931 h 99367"/>
                <a:gd name="csX45" fmla="*/ 47295 w 81691"/>
                <a:gd name="csY45" fmla="*/ 24364 h 99367"/>
                <a:gd name="csX46" fmla="*/ 50162 w 81691"/>
                <a:gd name="csY46" fmla="*/ 25320 h 99367"/>
                <a:gd name="csX47" fmla="*/ 51117 w 81691"/>
                <a:gd name="csY47" fmla="*/ 25320 h 99367"/>
                <a:gd name="csX48" fmla="*/ 52073 w 81691"/>
                <a:gd name="csY48" fmla="*/ 25798 h 99367"/>
                <a:gd name="csX49" fmla="*/ 52550 w 81691"/>
                <a:gd name="csY49" fmla="*/ 26753 h 99367"/>
                <a:gd name="csX50" fmla="*/ 52550 w 81691"/>
                <a:gd name="csY50" fmla="*/ 27231 h 99367"/>
                <a:gd name="csX51" fmla="*/ 52073 w 81691"/>
                <a:gd name="csY51" fmla="*/ 27708 h 99367"/>
                <a:gd name="csX52" fmla="*/ 51117 w 81691"/>
                <a:gd name="csY52" fmla="*/ 28664 h 99367"/>
                <a:gd name="csX53" fmla="*/ 51117 w 81691"/>
                <a:gd name="csY53" fmla="*/ 29619 h 99367"/>
                <a:gd name="csX54" fmla="*/ 50639 w 81691"/>
                <a:gd name="csY54" fmla="*/ 29619 h 99367"/>
                <a:gd name="csX55" fmla="*/ 50162 w 81691"/>
                <a:gd name="csY55" fmla="*/ 30097 h 99367"/>
                <a:gd name="csX56" fmla="*/ 49684 w 81691"/>
                <a:gd name="csY56" fmla="*/ 30097 h 99367"/>
                <a:gd name="csX57" fmla="*/ 49684 w 81691"/>
                <a:gd name="csY57" fmla="*/ 30575 h 99367"/>
                <a:gd name="csX58" fmla="*/ 50162 w 81691"/>
                <a:gd name="csY58" fmla="*/ 31052 h 99367"/>
                <a:gd name="csX59" fmla="*/ 51117 w 81691"/>
                <a:gd name="csY59" fmla="*/ 31530 h 99367"/>
                <a:gd name="csX60" fmla="*/ 52073 w 81691"/>
                <a:gd name="csY60" fmla="*/ 32008 h 99367"/>
                <a:gd name="csX61" fmla="*/ 53506 w 81691"/>
                <a:gd name="csY61" fmla="*/ 32486 h 99367"/>
                <a:gd name="csX62" fmla="*/ 53506 w 81691"/>
                <a:gd name="csY62" fmla="*/ 32963 h 99367"/>
                <a:gd name="csX63" fmla="*/ 53028 w 81691"/>
                <a:gd name="csY63" fmla="*/ 33441 h 99367"/>
                <a:gd name="csX64" fmla="*/ 51595 w 81691"/>
                <a:gd name="csY64" fmla="*/ 33441 h 99367"/>
                <a:gd name="csX65" fmla="*/ 50162 w 81691"/>
                <a:gd name="csY65" fmla="*/ 33919 h 99367"/>
                <a:gd name="csX66" fmla="*/ 49684 w 81691"/>
                <a:gd name="csY66" fmla="*/ 33919 h 99367"/>
                <a:gd name="csX67" fmla="*/ 49684 w 81691"/>
                <a:gd name="csY67" fmla="*/ 34874 h 99367"/>
                <a:gd name="csX68" fmla="*/ 53028 w 81691"/>
                <a:gd name="csY68" fmla="*/ 35830 h 99367"/>
                <a:gd name="csX69" fmla="*/ 54461 w 81691"/>
                <a:gd name="csY69" fmla="*/ 36785 h 99367"/>
                <a:gd name="csX70" fmla="*/ 55417 w 81691"/>
                <a:gd name="csY70" fmla="*/ 37741 h 99367"/>
                <a:gd name="csX71" fmla="*/ 57328 w 81691"/>
                <a:gd name="csY71" fmla="*/ 38696 h 99367"/>
                <a:gd name="csX72" fmla="*/ 60672 w 81691"/>
                <a:gd name="csY72" fmla="*/ 38696 h 99367"/>
                <a:gd name="csX73" fmla="*/ 63060 w 81691"/>
                <a:gd name="csY73" fmla="*/ 40129 h 99367"/>
                <a:gd name="csX74" fmla="*/ 64493 w 81691"/>
                <a:gd name="csY74" fmla="*/ 42040 h 99367"/>
                <a:gd name="csX75" fmla="*/ 66405 w 81691"/>
                <a:gd name="csY75" fmla="*/ 41563 h 99367"/>
                <a:gd name="csX76" fmla="*/ 69271 w 81691"/>
                <a:gd name="csY76" fmla="*/ 38696 h 99367"/>
                <a:gd name="csX77" fmla="*/ 72615 w 81691"/>
                <a:gd name="csY77" fmla="*/ 37741 h 99367"/>
                <a:gd name="csX78" fmla="*/ 75481 w 81691"/>
                <a:gd name="csY78" fmla="*/ 39174 h 99367"/>
                <a:gd name="csX79" fmla="*/ 76915 w 81691"/>
                <a:gd name="csY79" fmla="*/ 40607 h 99367"/>
                <a:gd name="csX80" fmla="*/ 76915 w 81691"/>
                <a:gd name="csY80" fmla="*/ 41563 h 99367"/>
                <a:gd name="csX81" fmla="*/ 76437 w 81691"/>
                <a:gd name="csY81" fmla="*/ 41563 h 99367"/>
                <a:gd name="csX82" fmla="*/ 75004 w 81691"/>
                <a:gd name="csY82" fmla="*/ 41563 h 99367"/>
                <a:gd name="csX83" fmla="*/ 73570 w 81691"/>
                <a:gd name="csY83" fmla="*/ 42040 h 99367"/>
                <a:gd name="csX84" fmla="*/ 72615 w 81691"/>
                <a:gd name="csY84" fmla="*/ 43474 h 99367"/>
                <a:gd name="csX85" fmla="*/ 72137 w 81691"/>
                <a:gd name="csY85" fmla="*/ 44907 h 99367"/>
                <a:gd name="csX86" fmla="*/ 73093 w 81691"/>
                <a:gd name="csY86" fmla="*/ 46340 h 99367"/>
                <a:gd name="csX87" fmla="*/ 74048 w 81691"/>
                <a:gd name="csY87" fmla="*/ 47295 h 99367"/>
                <a:gd name="csX88" fmla="*/ 75481 w 81691"/>
                <a:gd name="csY88" fmla="*/ 47773 h 99367"/>
                <a:gd name="csX89" fmla="*/ 75959 w 81691"/>
                <a:gd name="csY89" fmla="*/ 48728 h 99367"/>
                <a:gd name="csX90" fmla="*/ 75959 w 81691"/>
                <a:gd name="csY90" fmla="*/ 49684 h 99367"/>
                <a:gd name="csX91" fmla="*/ 76437 w 81691"/>
                <a:gd name="csY91" fmla="*/ 49684 h 99367"/>
                <a:gd name="csX92" fmla="*/ 75959 w 81691"/>
                <a:gd name="csY92" fmla="*/ 50162 h 99367"/>
                <a:gd name="csX93" fmla="*/ 75004 w 81691"/>
                <a:gd name="csY93" fmla="*/ 51117 h 99367"/>
                <a:gd name="csX94" fmla="*/ 74526 w 81691"/>
                <a:gd name="csY94" fmla="*/ 52073 h 99367"/>
                <a:gd name="csX95" fmla="*/ 74526 w 81691"/>
                <a:gd name="csY95" fmla="*/ 53983 h 99367"/>
                <a:gd name="csX96" fmla="*/ 71659 w 81691"/>
                <a:gd name="csY96" fmla="*/ 55417 h 99367"/>
                <a:gd name="csX97" fmla="*/ 70704 w 81691"/>
                <a:gd name="csY97" fmla="*/ 55417 h 99367"/>
                <a:gd name="csX98" fmla="*/ 70226 w 81691"/>
                <a:gd name="csY98" fmla="*/ 56372 h 99367"/>
                <a:gd name="csX99" fmla="*/ 69749 w 81691"/>
                <a:gd name="csY99" fmla="*/ 59239 h 99367"/>
                <a:gd name="csX100" fmla="*/ 69749 w 81691"/>
                <a:gd name="csY100" fmla="*/ 61149 h 99367"/>
                <a:gd name="csX101" fmla="*/ 70226 w 81691"/>
                <a:gd name="csY101" fmla="*/ 62583 h 99367"/>
                <a:gd name="csX102" fmla="*/ 70226 w 81691"/>
                <a:gd name="csY102" fmla="*/ 63060 h 99367"/>
                <a:gd name="csX103" fmla="*/ 71182 w 81691"/>
                <a:gd name="csY103" fmla="*/ 64016 h 99367"/>
                <a:gd name="csX104" fmla="*/ 72137 w 81691"/>
                <a:gd name="csY104" fmla="*/ 65927 h 99367"/>
                <a:gd name="csX105" fmla="*/ 72615 w 81691"/>
                <a:gd name="csY105" fmla="*/ 67838 h 99367"/>
                <a:gd name="csX106" fmla="*/ 73570 w 81691"/>
                <a:gd name="csY106" fmla="*/ 69749 h 99367"/>
                <a:gd name="csX107" fmla="*/ 76437 w 81691"/>
                <a:gd name="csY107" fmla="*/ 71182 h 99367"/>
                <a:gd name="csX108" fmla="*/ 77870 w 81691"/>
                <a:gd name="csY108" fmla="*/ 72137 h 99367"/>
                <a:gd name="csX109" fmla="*/ 78825 w 81691"/>
                <a:gd name="csY109" fmla="*/ 73570 h 99367"/>
                <a:gd name="csX110" fmla="*/ 79781 w 81691"/>
                <a:gd name="csY110" fmla="*/ 74526 h 99367"/>
                <a:gd name="csX111" fmla="*/ 81692 w 81691"/>
                <a:gd name="csY111" fmla="*/ 75959 h 99367"/>
                <a:gd name="csX112" fmla="*/ 81692 w 81691"/>
                <a:gd name="csY112" fmla="*/ 77392 h 99367"/>
                <a:gd name="csX113" fmla="*/ 81214 w 81691"/>
                <a:gd name="csY113" fmla="*/ 78348 h 99367"/>
                <a:gd name="csX114" fmla="*/ 80736 w 81691"/>
                <a:gd name="csY114" fmla="*/ 78825 h 99367"/>
                <a:gd name="csX115" fmla="*/ 79781 w 81691"/>
                <a:gd name="csY115" fmla="*/ 80258 h 99367"/>
                <a:gd name="csX116" fmla="*/ 78348 w 81691"/>
                <a:gd name="csY116" fmla="*/ 81214 h 99367"/>
                <a:gd name="csX117" fmla="*/ 76437 w 81691"/>
                <a:gd name="csY117" fmla="*/ 83603 h 99367"/>
                <a:gd name="csX118" fmla="*/ 73570 w 81691"/>
                <a:gd name="csY118" fmla="*/ 83603 h 99367"/>
                <a:gd name="csX119" fmla="*/ 73093 w 81691"/>
                <a:gd name="csY119" fmla="*/ 84081 h 99367"/>
                <a:gd name="csX120" fmla="*/ 71659 w 81691"/>
                <a:gd name="csY120" fmla="*/ 84558 h 99367"/>
                <a:gd name="csX121" fmla="*/ 71182 w 81691"/>
                <a:gd name="csY121" fmla="*/ 85991 h 99367"/>
                <a:gd name="csX122" fmla="*/ 71659 w 81691"/>
                <a:gd name="csY122" fmla="*/ 86947 h 99367"/>
                <a:gd name="csX123" fmla="*/ 71659 w 81691"/>
                <a:gd name="csY123" fmla="*/ 87902 h 99367"/>
                <a:gd name="csX124" fmla="*/ 71182 w 81691"/>
                <a:gd name="csY124" fmla="*/ 89813 h 99367"/>
                <a:gd name="csX125" fmla="*/ 72137 w 81691"/>
                <a:gd name="csY125" fmla="*/ 92202 h 99367"/>
                <a:gd name="csX126" fmla="*/ 73093 w 81691"/>
                <a:gd name="csY126" fmla="*/ 93157 h 99367"/>
                <a:gd name="csX127" fmla="*/ 73093 w 81691"/>
                <a:gd name="csY127" fmla="*/ 93635 h 99367"/>
                <a:gd name="csX128" fmla="*/ 73093 w 81691"/>
                <a:gd name="csY128" fmla="*/ 94590 h 99367"/>
                <a:gd name="csX129" fmla="*/ 71182 w 81691"/>
                <a:gd name="csY129" fmla="*/ 96501 h 99367"/>
                <a:gd name="csX130" fmla="*/ 70704 w 81691"/>
                <a:gd name="csY130" fmla="*/ 97457 h 99367"/>
                <a:gd name="csX131" fmla="*/ 69271 w 81691"/>
                <a:gd name="csY131" fmla="*/ 97935 h 99367"/>
                <a:gd name="csX132" fmla="*/ 68793 w 81691"/>
                <a:gd name="csY132" fmla="*/ 97457 h 99367"/>
                <a:gd name="csX133" fmla="*/ 67838 w 81691"/>
                <a:gd name="csY133" fmla="*/ 96979 h 99367"/>
                <a:gd name="csX134" fmla="*/ 67360 w 81691"/>
                <a:gd name="csY134" fmla="*/ 96501 h 99367"/>
                <a:gd name="csX135" fmla="*/ 65449 w 81691"/>
                <a:gd name="csY135" fmla="*/ 97457 h 99367"/>
                <a:gd name="csX136" fmla="*/ 63538 w 81691"/>
                <a:gd name="csY136" fmla="*/ 97935 h 99367"/>
                <a:gd name="csX137" fmla="*/ 62105 w 81691"/>
                <a:gd name="csY137" fmla="*/ 97457 h 99367"/>
                <a:gd name="csX138" fmla="*/ 60672 w 81691"/>
                <a:gd name="csY138" fmla="*/ 97457 h 99367"/>
                <a:gd name="csX139" fmla="*/ 59716 w 81691"/>
                <a:gd name="csY139" fmla="*/ 97935 h 99367"/>
                <a:gd name="csX140" fmla="*/ 58761 w 81691"/>
                <a:gd name="csY140" fmla="*/ 97935 h 99367"/>
                <a:gd name="csX141" fmla="*/ 57328 w 81691"/>
                <a:gd name="csY141" fmla="*/ 98890 h 99367"/>
                <a:gd name="csX142" fmla="*/ 54939 w 81691"/>
                <a:gd name="csY142" fmla="*/ 99368 h 99367"/>
                <a:gd name="csX143" fmla="*/ 53983 w 81691"/>
                <a:gd name="csY143" fmla="*/ 99368 h 99367"/>
                <a:gd name="csX144" fmla="*/ 53506 w 81691"/>
                <a:gd name="csY144" fmla="*/ 98412 h 99367"/>
                <a:gd name="csX145" fmla="*/ 53028 w 81691"/>
                <a:gd name="csY145" fmla="*/ 97457 h 99367"/>
                <a:gd name="csX146" fmla="*/ 53028 w 81691"/>
                <a:gd name="csY146" fmla="*/ 96979 h 99367"/>
                <a:gd name="csX147" fmla="*/ 54939 w 81691"/>
                <a:gd name="csY147" fmla="*/ 96024 h 99367"/>
                <a:gd name="csX148" fmla="*/ 54939 w 81691"/>
                <a:gd name="csY148" fmla="*/ 95068 h 99367"/>
                <a:gd name="csX149" fmla="*/ 57328 w 81691"/>
                <a:gd name="csY149" fmla="*/ 90769 h 99367"/>
                <a:gd name="csX150" fmla="*/ 57805 w 81691"/>
                <a:gd name="csY150" fmla="*/ 89335 h 99367"/>
                <a:gd name="csX151" fmla="*/ 57805 w 81691"/>
                <a:gd name="csY151" fmla="*/ 88858 h 99367"/>
                <a:gd name="csX152" fmla="*/ 56850 w 81691"/>
                <a:gd name="csY152" fmla="*/ 88858 h 99367"/>
                <a:gd name="csX153" fmla="*/ 55894 w 81691"/>
                <a:gd name="csY153" fmla="*/ 88858 h 99367"/>
                <a:gd name="csX154" fmla="*/ 50639 w 81691"/>
                <a:gd name="csY154" fmla="*/ 86947 h 99367"/>
                <a:gd name="csX155" fmla="*/ 50639 w 81691"/>
                <a:gd name="csY155" fmla="*/ 85036 h 99367"/>
                <a:gd name="csX156" fmla="*/ 49206 w 81691"/>
                <a:gd name="csY156" fmla="*/ 84081 h 99367"/>
                <a:gd name="csX157" fmla="*/ 47295 w 81691"/>
                <a:gd name="csY157" fmla="*/ 83125 h 99367"/>
                <a:gd name="csX158" fmla="*/ 47295 w 81691"/>
                <a:gd name="csY158" fmla="*/ 81692 h 99367"/>
                <a:gd name="csX159" fmla="*/ 45384 w 81691"/>
                <a:gd name="csY159" fmla="*/ 79781 h 99367"/>
                <a:gd name="csX160" fmla="*/ 43951 w 81691"/>
                <a:gd name="csY160" fmla="*/ 78348 h 99367"/>
                <a:gd name="csX161" fmla="*/ 42040 w 81691"/>
                <a:gd name="csY161" fmla="*/ 77870 h 99367"/>
                <a:gd name="csX162" fmla="*/ 40607 w 81691"/>
                <a:gd name="csY162" fmla="*/ 76915 h 99367"/>
                <a:gd name="csX163" fmla="*/ 39651 w 81691"/>
                <a:gd name="csY163" fmla="*/ 76437 h 99367"/>
                <a:gd name="csX164" fmla="*/ 39174 w 81691"/>
                <a:gd name="csY164" fmla="*/ 75481 h 99367"/>
                <a:gd name="csX165" fmla="*/ 39174 w 81691"/>
                <a:gd name="csY165" fmla="*/ 75004 h 99367"/>
                <a:gd name="csX166" fmla="*/ 38696 w 81691"/>
                <a:gd name="csY166" fmla="*/ 74526 h 99367"/>
                <a:gd name="csX167" fmla="*/ 38218 w 81691"/>
                <a:gd name="csY167" fmla="*/ 74526 h 99367"/>
                <a:gd name="csX168" fmla="*/ 36785 w 81691"/>
                <a:gd name="csY168" fmla="*/ 75004 h 99367"/>
                <a:gd name="csX169" fmla="*/ 35352 w 81691"/>
                <a:gd name="csY169" fmla="*/ 75959 h 99367"/>
                <a:gd name="csX170" fmla="*/ 34874 w 81691"/>
                <a:gd name="csY170" fmla="*/ 76437 h 99367"/>
                <a:gd name="csX171" fmla="*/ 35352 w 81691"/>
                <a:gd name="csY171" fmla="*/ 77392 h 99367"/>
                <a:gd name="csX172" fmla="*/ 35830 w 81691"/>
                <a:gd name="csY172" fmla="*/ 78348 h 99367"/>
                <a:gd name="csX173" fmla="*/ 35830 w 81691"/>
                <a:gd name="csY173" fmla="*/ 79303 h 99367"/>
                <a:gd name="csX174" fmla="*/ 35352 w 81691"/>
                <a:gd name="csY174" fmla="*/ 79781 h 99367"/>
                <a:gd name="csX175" fmla="*/ 32486 w 81691"/>
                <a:gd name="csY175" fmla="*/ 82170 h 99367"/>
                <a:gd name="csX176" fmla="*/ 32008 w 81691"/>
                <a:gd name="csY176" fmla="*/ 82647 h 99367"/>
                <a:gd name="csX177" fmla="*/ 32486 w 81691"/>
                <a:gd name="csY177" fmla="*/ 83603 h 99367"/>
                <a:gd name="csX178" fmla="*/ 32008 w 81691"/>
                <a:gd name="csY178" fmla="*/ 84081 h 99367"/>
                <a:gd name="csX179" fmla="*/ 29619 w 81691"/>
                <a:gd name="csY179" fmla="*/ 85036 h 99367"/>
                <a:gd name="csX180" fmla="*/ 29619 w 81691"/>
                <a:gd name="csY180" fmla="*/ 84558 h 99367"/>
                <a:gd name="csX181" fmla="*/ 29619 w 81691"/>
                <a:gd name="csY181" fmla="*/ 83603 h 99367"/>
                <a:gd name="csX182" fmla="*/ 28186 w 81691"/>
                <a:gd name="csY182" fmla="*/ 82170 h 99367"/>
                <a:gd name="csX183" fmla="*/ 26275 w 81691"/>
                <a:gd name="csY183" fmla="*/ 81692 h 99367"/>
                <a:gd name="csX184" fmla="*/ 21976 w 81691"/>
                <a:gd name="csY184" fmla="*/ 78825 h 99367"/>
                <a:gd name="csX185" fmla="*/ 20065 w 81691"/>
                <a:gd name="csY185" fmla="*/ 78348 h 99367"/>
                <a:gd name="csX186" fmla="*/ 18632 w 81691"/>
                <a:gd name="csY186" fmla="*/ 77870 h 99367"/>
                <a:gd name="csX187" fmla="*/ 16243 w 81691"/>
                <a:gd name="csY187" fmla="*/ 76915 h 99367"/>
                <a:gd name="csX188" fmla="*/ 15287 w 81691"/>
                <a:gd name="csY188" fmla="*/ 76437 h 99367"/>
                <a:gd name="csX189" fmla="*/ 13854 w 81691"/>
                <a:gd name="csY189" fmla="*/ 75481 h 99367"/>
                <a:gd name="csX190" fmla="*/ 11466 w 81691"/>
                <a:gd name="csY190" fmla="*/ 72137 h 99367"/>
                <a:gd name="csX191" fmla="*/ 9077 w 81691"/>
                <a:gd name="csY191" fmla="*/ 70704 h 99367"/>
                <a:gd name="csX192" fmla="*/ 7644 w 81691"/>
                <a:gd name="csY192" fmla="*/ 69749 h 99367"/>
                <a:gd name="csX193" fmla="*/ 7166 w 81691"/>
                <a:gd name="csY193" fmla="*/ 68793 h 99367"/>
                <a:gd name="csX194" fmla="*/ 6688 w 81691"/>
                <a:gd name="csY194" fmla="*/ 67838 h 99367"/>
                <a:gd name="csX195" fmla="*/ 6688 w 81691"/>
                <a:gd name="csY195" fmla="*/ 67360 h 99367"/>
                <a:gd name="csX196" fmla="*/ 8121 w 81691"/>
                <a:gd name="csY196" fmla="*/ 66405 h 99367"/>
                <a:gd name="csX197" fmla="*/ 9077 w 81691"/>
                <a:gd name="csY197" fmla="*/ 65927 h 99367"/>
                <a:gd name="csX198" fmla="*/ 10032 w 81691"/>
                <a:gd name="csY198" fmla="*/ 65927 h 99367"/>
                <a:gd name="csX199" fmla="*/ 10988 w 81691"/>
                <a:gd name="csY199" fmla="*/ 66882 h 99367"/>
                <a:gd name="csX200" fmla="*/ 11943 w 81691"/>
                <a:gd name="csY200" fmla="*/ 66882 h 99367"/>
                <a:gd name="csX201" fmla="*/ 12421 w 81691"/>
                <a:gd name="csY201" fmla="*/ 65927 h 99367"/>
                <a:gd name="csX202" fmla="*/ 12899 w 81691"/>
                <a:gd name="csY202" fmla="*/ 64971 h 99367"/>
                <a:gd name="csX203" fmla="*/ 12899 w 81691"/>
                <a:gd name="csY203" fmla="*/ 63060 h 99367"/>
                <a:gd name="csX204" fmla="*/ 10510 w 81691"/>
                <a:gd name="csY204" fmla="*/ 59716 h 99367"/>
                <a:gd name="csX205" fmla="*/ 8121 w 81691"/>
                <a:gd name="csY205" fmla="*/ 57328 h 99367"/>
                <a:gd name="csX206" fmla="*/ 8121 w 81691"/>
                <a:gd name="csY206" fmla="*/ 56850 h 99367"/>
                <a:gd name="csX207" fmla="*/ 8599 w 81691"/>
                <a:gd name="csY207" fmla="*/ 56372 h 99367"/>
                <a:gd name="csX208" fmla="*/ 9077 w 81691"/>
                <a:gd name="csY208" fmla="*/ 55894 h 99367"/>
                <a:gd name="csX209" fmla="*/ 10032 w 81691"/>
                <a:gd name="csY209" fmla="*/ 56372 h 99367"/>
                <a:gd name="csX210" fmla="*/ 11943 w 81691"/>
                <a:gd name="csY210" fmla="*/ 56372 h 99367"/>
                <a:gd name="csX211" fmla="*/ 13854 w 81691"/>
                <a:gd name="csY211" fmla="*/ 55894 h 99367"/>
                <a:gd name="csX212" fmla="*/ 14810 w 81691"/>
                <a:gd name="csY212" fmla="*/ 55417 h 99367"/>
                <a:gd name="csX213" fmla="*/ 14810 w 81691"/>
                <a:gd name="csY213" fmla="*/ 54939 h 99367"/>
                <a:gd name="csX214" fmla="*/ 13854 w 81691"/>
                <a:gd name="csY214" fmla="*/ 53983 h 99367"/>
                <a:gd name="csX215" fmla="*/ 11466 w 81691"/>
                <a:gd name="csY215" fmla="*/ 52073 h 99367"/>
                <a:gd name="csX216" fmla="*/ 9555 w 81691"/>
                <a:gd name="csY216" fmla="*/ 50162 h 99367"/>
                <a:gd name="csX217" fmla="*/ 7644 w 81691"/>
                <a:gd name="csY217" fmla="*/ 48728 h 99367"/>
                <a:gd name="csX218" fmla="*/ 6210 w 81691"/>
                <a:gd name="csY218" fmla="*/ 48251 h 99367"/>
                <a:gd name="csX219" fmla="*/ 5733 w 81691"/>
                <a:gd name="csY219" fmla="*/ 47295 h 99367"/>
                <a:gd name="csX220" fmla="*/ 5255 w 81691"/>
                <a:gd name="csY220" fmla="*/ 46817 h 99367"/>
                <a:gd name="csX221" fmla="*/ 5733 w 81691"/>
                <a:gd name="csY221" fmla="*/ 45384 h 99367"/>
                <a:gd name="csX222" fmla="*/ 5733 w 81691"/>
                <a:gd name="csY222" fmla="*/ 43474 h 99367"/>
                <a:gd name="csX223" fmla="*/ 6210 w 81691"/>
                <a:gd name="csY223" fmla="*/ 42518 h 99367"/>
                <a:gd name="csX224" fmla="*/ 7644 w 81691"/>
                <a:gd name="csY224" fmla="*/ 40607 h 99367"/>
                <a:gd name="csX225" fmla="*/ 9077 w 81691"/>
                <a:gd name="csY225" fmla="*/ 38218 h 99367"/>
                <a:gd name="csX226" fmla="*/ 9555 w 81691"/>
                <a:gd name="csY226" fmla="*/ 35830 h 99367"/>
                <a:gd name="csX227" fmla="*/ 10032 w 81691"/>
                <a:gd name="csY227" fmla="*/ 33919 h 99367"/>
                <a:gd name="csX228" fmla="*/ 10032 w 81691"/>
                <a:gd name="csY228" fmla="*/ 33441 h 99367"/>
                <a:gd name="csX229" fmla="*/ 9077 w 81691"/>
                <a:gd name="csY229" fmla="*/ 32963 h 99367"/>
                <a:gd name="csX230" fmla="*/ 7644 w 81691"/>
                <a:gd name="csY230" fmla="*/ 32486 h 99367"/>
                <a:gd name="csX231" fmla="*/ 5733 w 81691"/>
                <a:gd name="csY231" fmla="*/ 32963 h 99367"/>
                <a:gd name="csX232" fmla="*/ 3822 w 81691"/>
                <a:gd name="csY232" fmla="*/ 33919 h 99367"/>
                <a:gd name="csX233" fmla="*/ 3344 w 81691"/>
                <a:gd name="csY233" fmla="*/ 33919 h 99367"/>
                <a:gd name="csX234" fmla="*/ 2867 w 81691"/>
                <a:gd name="csY234" fmla="*/ 32963 h 99367"/>
                <a:gd name="csX235" fmla="*/ 3344 w 81691"/>
                <a:gd name="csY235" fmla="*/ 32486 h 99367"/>
                <a:gd name="csX236" fmla="*/ 3822 w 81691"/>
                <a:gd name="csY236" fmla="*/ 32486 h 99367"/>
                <a:gd name="csX237" fmla="*/ 4300 w 81691"/>
                <a:gd name="csY237" fmla="*/ 32486 h 99367"/>
                <a:gd name="csX238" fmla="*/ 4777 w 81691"/>
                <a:gd name="csY238" fmla="*/ 32486 h 99367"/>
                <a:gd name="csX239" fmla="*/ 4777 w 81691"/>
                <a:gd name="csY239" fmla="*/ 32486 h 99367"/>
                <a:gd name="csX240" fmla="*/ 5255 w 81691"/>
                <a:gd name="csY240" fmla="*/ 31052 h 99367"/>
                <a:gd name="csX241" fmla="*/ 4300 w 81691"/>
                <a:gd name="csY241" fmla="*/ 26753 h 99367"/>
                <a:gd name="csX242" fmla="*/ 5733 w 81691"/>
                <a:gd name="csY242" fmla="*/ 26275 h 99367"/>
                <a:gd name="csX243" fmla="*/ 5733 w 81691"/>
                <a:gd name="csY243" fmla="*/ 25798 h 99367"/>
                <a:gd name="csX244" fmla="*/ 5733 w 81691"/>
                <a:gd name="csY244" fmla="*/ 25320 h 99367"/>
                <a:gd name="csX245" fmla="*/ 7166 w 81691"/>
                <a:gd name="csY245" fmla="*/ 26275 h 99367"/>
                <a:gd name="csX246" fmla="*/ 9077 w 81691"/>
                <a:gd name="csY246" fmla="*/ 26275 h 99367"/>
                <a:gd name="csX247" fmla="*/ 10510 w 81691"/>
                <a:gd name="csY247" fmla="*/ 25798 h 99367"/>
                <a:gd name="csX248" fmla="*/ 10988 w 81691"/>
                <a:gd name="csY248" fmla="*/ 25798 h 99367"/>
                <a:gd name="csX249" fmla="*/ 10988 w 81691"/>
                <a:gd name="csY249" fmla="*/ 25320 h 99367"/>
                <a:gd name="csX250" fmla="*/ 10988 w 81691"/>
                <a:gd name="csY250" fmla="*/ 24842 h 99367"/>
                <a:gd name="csX251" fmla="*/ 10510 w 81691"/>
                <a:gd name="csY251" fmla="*/ 24364 h 99367"/>
                <a:gd name="csX252" fmla="*/ 10510 w 81691"/>
                <a:gd name="csY252" fmla="*/ 24364 h 99367"/>
                <a:gd name="csX253" fmla="*/ 10032 w 81691"/>
                <a:gd name="csY253" fmla="*/ 23886 h 99367"/>
                <a:gd name="csX254" fmla="*/ 9555 w 81691"/>
                <a:gd name="csY254" fmla="*/ 23409 h 99367"/>
                <a:gd name="csX255" fmla="*/ 8599 w 81691"/>
                <a:gd name="csY255" fmla="*/ 23409 h 99367"/>
                <a:gd name="csX256" fmla="*/ 4777 w 81691"/>
                <a:gd name="csY256" fmla="*/ 21976 h 99367"/>
                <a:gd name="csX257" fmla="*/ 3344 w 81691"/>
                <a:gd name="csY257" fmla="*/ 20065 h 99367"/>
                <a:gd name="csX258" fmla="*/ 3344 w 81691"/>
                <a:gd name="csY258" fmla="*/ 18632 h 99367"/>
                <a:gd name="csX259" fmla="*/ 3822 w 81691"/>
                <a:gd name="csY259" fmla="*/ 17676 h 99367"/>
                <a:gd name="csX260" fmla="*/ 4300 w 81691"/>
                <a:gd name="csY260" fmla="*/ 17198 h 99367"/>
                <a:gd name="csX261" fmla="*/ 4300 w 81691"/>
                <a:gd name="csY261" fmla="*/ 16721 h 99367"/>
                <a:gd name="csX262" fmla="*/ 1911 w 81691"/>
                <a:gd name="csY262" fmla="*/ 16243 h 99367"/>
                <a:gd name="csX263" fmla="*/ 1433 w 81691"/>
                <a:gd name="csY263" fmla="*/ 14810 h 99367"/>
                <a:gd name="csX264" fmla="*/ 1911 w 81691"/>
                <a:gd name="csY264" fmla="*/ 13376 h 99367"/>
                <a:gd name="csX265" fmla="*/ 956 w 81691"/>
                <a:gd name="csY265" fmla="*/ 10510 h 99367"/>
                <a:gd name="csX266" fmla="*/ 0 w 81691"/>
                <a:gd name="csY266" fmla="*/ 8599 h 99367"/>
                <a:gd name="csX267" fmla="*/ 956 w 81691"/>
                <a:gd name="csY267" fmla="*/ 8121 h 99367"/>
                <a:gd name="csX268" fmla="*/ 956 w 81691"/>
                <a:gd name="csY268" fmla="*/ 6688 h 99367"/>
                <a:gd name="csX269" fmla="*/ 956 w 81691"/>
                <a:gd name="csY269" fmla="*/ 6210 h 99367"/>
                <a:gd name="csX270" fmla="*/ 956 w 81691"/>
                <a:gd name="csY270" fmla="*/ 6210 h 99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</a:cxnLst>
              <a:rect l="l" t="t" r="r" b="b"/>
              <a:pathLst>
                <a:path w="81691" h="99367">
                  <a:moveTo>
                    <a:pt x="956" y="6210"/>
                  </a:moveTo>
                  <a:lnTo>
                    <a:pt x="1433" y="6210"/>
                  </a:lnTo>
                  <a:lnTo>
                    <a:pt x="3344" y="5733"/>
                  </a:lnTo>
                  <a:lnTo>
                    <a:pt x="3822" y="4777"/>
                  </a:lnTo>
                  <a:lnTo>
                    <a:pt x="4300" y="4300"/>
                  </a:lnTo>
                  <a:lnTo>
                    <a:pt x="4777" y="4300"/>
                  </a:lnTo>
                  <a:lnTo>
                    <a:pt x="5733" y="4777"/>
                  </a:lnTo>
                  <a:lnTo>
                    <a:pt x="7166" y="4777"/>
                  </a:lnTo>
                  <a:lnTo>
                    <a:pt x="8599" y="4300"/>
                  </a:lnTo>
                  <a:lnTo>
                    <a:pt x="9555" y="3822"/>
                  </a:lnTo>
                  <a:lnTo>
                    <a:pt x="10988" y="3344"/>
                  </a:lnTo>
                  <a:lnTo>
                    <a:pt x="11466" y="2867"/>
                  </a:lnTo>
                  <a:lnTo>
                    <a:pt x="11943" y="2389"/>
                  </a:lnTo>
                  <a:lnTo>
                    <a:pt x="13376" y="478"/>
                  </a:lnTo>
                  <a:lnTo>
                    <a:pt x="15287" y="0"/>
                  </a:lnTo>
                  <a:lnTo>
                    <a:pt x="17198" y="478"/>
                  </a:lnTo>
                  <a:lnTo>
                    <a:pt x="20065" y="956"/>
                  </a:lnTo>
                  <a:lnTo>
                    <a:pt x="21498" y="478"/>
                  </a:lnTo>
                  <a:lnTo>
                    <a:pt x="26275" y="956"/>
                  </a:lnTo>
                  <a:lnTo>
                    <a:pt x="27231" y="1433"/>
                  </a:lnTo>
                  <a:lnTo>
                    <a:pt x="27708" y="1911"/>
                  </a:lnTo>
                  <a:lnTo>
                    <a:pt x="28664" y="3344"/>
                  </a:lnTo>
                  <a:lnTo>
                    <a:pt x="30097" y="5255"/>
                  </a:lnTo>
                  <a:lnTo>
                    <a:pt x="31530" y="6210"/>
                  </a:lnTo>
                  <a:lnTo>
                    <a:pt x="33441" y="7166"/>
                  </a:lnTo>
                  <a:lnTo>
                    <a:pt x="34397" y="8121"/>
                  </a:lnTo>
                  <a:lnTo>
                    <a:pt x="35830" y="10510"/>
                  </a:lnTo>
                  <a:lnTo>
                    <a:pt x="36785" y="11466"/>
                  </a:lnTo>
                  <a:lnTo>
                    <a:pt x="37263" y="11466"/>
                  </a:lnTo>
                  <a:lnTo>
                    <a:pt x="37741" y="10988"/>
                  </a:lnTo>
                  <a:lnTo>
                    <a:pt x="37741" y="10988"/>
                  </a:lnTo>
                  <a:lnTo>
                    <a:pt x="38218" y="10988"/>
                  </a:lnTo>
                  <a:lnTo>
                    <a:pt x="38218" y="11943"/>
                  </a:lnTo>
                  <a:lnTo>
                    <a:pt x="38218" y="13376"/>
                  </a:lnTo>
                  <a:lnTo>
                    <a:pt x="38218" y="14810"/>
                  </a:lnTo>
                  <a:lnTo>
                    <a:pt x="38218" y="16721"/>
                  </a:lnTo>
                  <a:lnTo>
                    <a:pt x="38696" y="17198"/>
                  </a:lnTo>
                  <a:lnTo>
                    <a:pt x="38218" y="17676"/>
                  </a:lnTo>
                  <a:lnTo>
                    <a:pt x="38218" y="18154"/>
                  </a:lnTo>
                  <a:lnTo>
                    <a:pt x="38696" y="18154"/>
                  </a:lnTo>
                  <a:lnTo>
                    <a:pt x="40129" y="19587"/>
                  </a:lnTo>
                  <a:lnTo>
                    <a:pt x="41563" y="21020"/>
                  </a:lnTo>
                  <a:lnTo>
                    <a:pt x="42996" y="21976"/>
                  </a:lnTo>
                  <a:lnTo>
                    <a:pt x="44907" y="22931"/>
                  </a:lnTo>
                  <a:lnTo>
                    <a:pt x="45862" y="22931"/>
                  </a:lnTo>
                  <a:lnTo>
                    <a:pt x="47295" y="24364"/>
                  </a:lnTo>
                  <a:lnTo>
                    <a:pt x="50162" y="25320"/>
                  </a:lnTo>
                  <a:lnTo>
                    <a:pt x="51117" y="25320"/>
                  </a:lnTo>
                  <a:lnTo>
                    <a:pt x="52073" y="25798"/>
                  </a:lnTo>
                  <a:lnTo>
                    <a:pt x="52550" y="26753"/>
                  </a:lnTo>
                  <a:lnTo>
                    <a:pt x="52550" y="27231"/>
                  </a:lnTo>
                  <a:lnTo>
                    <a:pt x="52073" y="27708"/>
                  </a:lnTo>
                  <a:lnTo>
                    <a:pt x="51117" y="28664"/>
                  </a:lnTo>
                  <a:lnTo>
                    <a:pt x="51117" y="29619"/>
                  </a:lnTo>
                  <a:lnTo>
                    <a:pt x="50639" y="29619"/>
                  </a:lnTo>
                  <a:lnTo>
                    <a:pt x="50162" y="30097"/>
                  </a:lnTo>
                  <a:lnTo>
                    <a:pt x="49684" y="30097"/>
                  </a:lnTo>
                  <a:lnTo>
                    <a:pt x="49684" y="30575"/>
                  </a:lnTo>
                  <a:lnTo>
                    <a:pt x="50162" y="31052"/>
                  </a:lnTo>
                  <a:lnTo>
                    <a:pt x="51117" y="31530"/>
                  </a:lnTo>
                  <a:lnTo>
                    <a:pt x="52073" y="32008"/>
                  </a:lnTo>
                  <a:lnTo>
                    <a:pt x="53506" y="32486"/>
                  </a:lnTo>
                  <a:lnTo>
                    <a:pt x="53506" y="32963"/>
                  </a:lnTo>
                  <a:lnTo>
                    <a:pt x="53028" y="33441"/>
                  </a:lnTo>
                  <a:lnTo>
                    <a:pt x="51595" y="33441"/>
                  </a:lnTo>
                  <a:lnTo>
                    <a:pt x="50162" y="33919"/>
                  </a:lnTo>
                  <a:lnTo>
                    <a:pt x="49684" y="33919"/>
                  </a:lnTo>
                  <a:lnTo>
                    <a:pt x="49684" y="34874"/>
                  </a:lnTo>
                  <a:lnTo>
                    <a:pt x="53028" y="35830"/>
                  </a:lnTo>
                  <a:lnTo>
                    <a:pt x="54461" y="36785"/>
                  </a:lnTo>
                  <a:lnTo>
                    <a:pt x="55417" y="37741"/>
                  </a:lnTo>
                  <a:lnTo>
                    <a:pt x="57328" y="38696"/>
                  </a:lnTo>
                  <a:lnTo>
                    <a:pt x="60672" y="38696"/>
                  </a:lnTo>
                  <a:lnTo>
                    <a:pt x="63060" y="40129"/>
                  </a:lnTo>
                  <a:lnTo>
                    <a:pt x="64493" y="42040"/>
                  </a:lnTo>
                  <a:lnTo>
                    <a:pt x="66405" y="41563"/>
                  </a:lnTo>
                  <a:lnTo>
                    <a:pt x="69271" y="38696"/>
                  </a:lnTo>
                  <a:lnTo>
                    <a:pt x="72615" y="37741"/>
                  </a:lnTo>
                  <a:lnTo>
                    <a:pt x="75481" y="39174"/>
                  </a:lnTo>
                  <a:lnTo>
                    <a:pt x="76915" y="40607"/>
                  </a:lnTo>
                  <a:lnTo>
                    <a:pt x="76915" y="41563"/>
                  </a:lnTo>
                  <a:lnTo>
                    <a:pt x="76437" y="41563"/>
                  </a:lnTo>
                  <a:lnTo>
                    <a:pt x="75004" y="41563"/>
                  </a:lnTo>
                  <a:lnTo>
                    <a:pt x="73570" y="42040"/>
                  </a:lnTo>
                  <a:lnTo>
                    <a:pt x="72615" y="43474"/>
                  </a:lnTo>
                  <a:lnTo>
                    <a:pt x="72137" y="44907"/>
                  </a:lnTo>
                  <a:lnTo>
                    <a:pt x="73093" y="46340"/>
                  </a:lnTo>
                  <a:lnTo>
                    <a:pt x="74048" y="47295"/>
                  </a:lnTo>
                  <a:lnTo>
                    <a:pt x="75481" y="47773"/>
                  </a:lnTo>
                  <a:lnTo>
                    <a:pt x="75959" y="48728"/>
                  </a:lnTo>
                  <a:lnTo>
                    <a:pt x="75959" y="49684"/>
                  </a:lnTo>
                  <a:lnTo>
                    <a:pt x="76437" y="49684"/>
                  </a:lnTo>
                  <a:lnTo>
                    <a:pt x="75959" y="50162"/>
                  </a:lnTo>
                  <a:lnTo>
                    <a:pt x="75004" y="51117"/>
                  </a:lnTo>
                  <a:lnTo>
                    <a:pt x="74526" y="52073"/>
                  </a:lnTo>
                  <a:lnTo>
                    <a:pt x="74526" y="53983"/>
                  </a:lnTo>
                  <a:lnTo>
                    <a:pt x="71659" y="55417"/>
                  </a:lnTo>
                  <a:lnTo>
                    <a:pt x="70704" y="55417"/>
                  </a:lnTo>
                  <a:lnTo>
                    <a:pt x="70226" y="56372"/>
                  </a:lnTo>
                  <a:lnTo>
                    <a:pt x="69749" y="59239"/>
                  </a:lnTo>
                  <a:lnTo>
                    <a:pt x="69749" y="61149"/>
                  </a:lnTo>
                  <a:lnTo>
                    <a:pt x="70226" y="62583"/>
                  </a:lnTo>
                  <a:lnTo>
                    <a:pt x="70226" y="63060"/>
                  </a:lnTo>
                  <a:lnTo>
                    <a:pt x="71182" y="64016"/>
                  </a:lnTo>
                  <a:lnTo>
                    <a:pt x="72137" y="65927"/>
                  </a:lnTo>
                  <a:lnTo>
                    <a:pt x="72615" y="67838"/>
                  </a:lnTo>
                  <a:lnTo>
                    <a:pt x="73570" y="69749"/>
                  </a:lnTo>
                  <a:lnTo>
                    <a:pt x="76437" y="71182"/>
                  </a:lnTo>
                  <a:lnTo>
                    <a:pt x="77870" y="72137"/>
                  </a:lnTo>
                  <a:lnTo>
                    <a:pt x="78825" y="73570"/>
                  </a:lnTo>
                  <a:lnTo>
                    <a:pt x="79781" y="74526"/>
                  </a:lnTo>
                  <a:lnTo>
                    <a:pt x="81692" y="75959"/>
                  </a:lnTo>
                  <a:lnTo>
                    <a:pt x="81692" y="77392"/>
                  </a:lnTo>
                  <a:lnTo>
                    <a:pt x="81214" y="78348"/>
                  </a:lnTo>
                  <a:lnTo>
                    <a:pt x="80736" y="78825"/>
                  </a:lnTo>
                  <a:lnTo>
                    <a:pt x="79781" y="80258"/>
                  </a:lnTo>
                  <a:lnTo>
                    <a:pt x="78348" y="81214"/>
                  </a:lnTo>
                  <a:lnTo>
                    <a:pt x="76437" y="83603"/>
                  </a:lnTo>
                  <a:lnTo>
                    <a:pt x="73570" y="83603"/>
                  </a:lnTo>
                  <a:lnTo>
                    <a:pt x="73093" y="84081"/>
                  </a:lnTo>
                  <a:lnTo>
                    <a:pt x="71659" y="84558"/>
                  </a:lnTo>
                  <a:lnTo>
                    <a:pt x="71182" y="85991"/>
                  </a:lnTo>
                  <a:lnTo>
                    <a:pt x="71659" y="86947"/>
                  </a:lnTo>
                  <a:lnTo>
                    <a:pt x="71659" y="87902"/>
                  </a:lnTo>
                  <a:lnTo>
                    <a:pt x="71182" y="89813"/>
                  </a:lnTo>
                  <a:lnTo>
                    <a:pt x="72137" y="92202"/>
                  </a:lnTo>
                  <a:lnTo>
                    <a:pt x="73093" y="93157"/>
                  </a:lnTo>
                  <a:lnTo>
                    <a:pt x="73093" y="93635"/>
                  </a:lnTo>
                  <a:lnTo>
                    <a:pt x="73093" y="94590"/>
                  </a:lnTo>
                  <a:lnTo>
                    <a:pt x="71182" y="96501"/>
                  </a:lnTo>
                  <a:lnTo>
                    <a:pt x="70704" y="97457"/>
                  </a:lnTo>
                  <a:lnTo>
                    <a:pt x="69271" y="97935"/>
                  </a:lnTo>
                  <a:lnTo>
                    <a:pt x="68793" y="97457"/>
                  </a:lnTo>
                  <a:lnTo>
                    <a:pt x="67838" y="96979"/>
                  </a:lnTo>
                  <a:lnTo>
                    <a:pt x="67360" y="96501"/>
                  </a:lnTo>
                  <a:lnTo>
                    <a:pt x="65449" y="97457"/>
                  </a:lnTo>
                  <a:lnTo>
                    <a:pt x="63538" y="97935"/>
                  </a:lnTo>
                  <a:lnTo>
                    <a:pt x="62105" y="97457"/>
                  </a:lnTo>
                  <a:lnTo>
                    <a:pt x="60672" y="97457"/>
                  </a:lnTo>
                  <a:lnTo>
                    <a:pt x="59716" y="97935"/>
                  </a:lnTo>
                  <a:lnTo>
                    <a:pt x="58761" y="97935"/>
                  </a:lnTo>
                  <a:lnTo>
                    <a:pt x="57328" y="98890"/>
                  </a:lnTo>
                  <a:lnTo>
                    <a:pt x="54939" y="99368"/>
                  </a:lnTo>
                  <a:lnTo>
                    <a:pt x="53983" y="99368"/>
                  </a:lnTo>
                  <a:lnTo>
                    <a:pt x="53506" y="98412"/>
                  </a:lnTo>
                  <a:lnTo>
                    <a:pt x="53028" y="97457"/>
                  </a:lnTo>
                  <a:lnTo>
                    <a:pt x="53028" y="96979"/>
                  </a:lnTo>
                  <a:lnTo>
                    <a:pt x="54939" y="96024"/>
                  </a:lnTo>
                  <a:lnTo>
                    <a:pt x="54939" y="95068"/>
                  </a:lnTo>
                  <a:lnTo>
                    <a:pt x="57328" y="90769"/>
                  </a:lnTo>
                  <a:lnTo>
                    <a:pt x="57805" y="89335"/>
                  </a:lnTo>
                  <a:lnTo>
                    <a:pt x="57805" y="88858"/>
                  </a:lnTo>
                  <a:lnTo>
                    <a:pt x="56850" y="88858"/>
                  </a:lnTo>
                  <a:lnTo>
                    <a:pt x="55894" y="88858"/>
                  </a:lnTo>
                  <a:lnTo>
                    <a:pt x="50639" y="86947"/>
                  </a:lnTo>
                  <a:lnTo>
                    <a:pt x="50639" y="85036"/>
                  </a:lnTo>
                  <a:lnTo>
                    <a:pt x="49206" y="84081"/>
                  </a:lnTo>
                  <a:lnTo>
                    <a:pt x="47295" y="83125"/>
                  </a:lnTo>
                  <a:lnTo>
                    <a:pt x="47295" y="81692"/>
                  </a:lnTo>
                  <a:lnTo>
                    <a:pt x="45384" y="79781"/>
                  </a:lnTo>
                  <a:lnTo>
                    <a:pt x="43951" y="78348"/>
                  </a:lnTo>
                  <a:lnTo>
                    <a:pt x="42040" y="77870"/>
                  </a:lnTo>
                  <a:lnTo>
                    <a:pt x="40607" y="76915"/>
                  </a:lnTo>
                  <a:lnTo>
                    <a:pt x="39651" y="76437"/>
                  </a:lnTo>
                  <a:lnTo>
                    <a:pt x="39174" y="75481"/>
                  </a:lnTo>
                  <a:lnTo>
                    <a:pt x="39174" y="75004"/>
                  </a:lnTo>
                  <a:lnTo>
                    <a:pt x="38696" y="74526"/>
                  </a:lnTo>
                  <a:lnTo>
                    <a:pt x="38218" y="74526"/>
                  </a:lnTo>
                  <a:lnTo>
                    <a:pt x="36785" y="75004"/>
                  </a:lnTo>
                  <a:lnTo>
                    <a:pt x="35352" y="75959"/>
                  </a:lnTo>
                  <a:lnTo>
                    <a:pt x="34874" y="76437"/>
                  </a:lnTo>
                  <a:lnTo>
                    <a:pt x="35352" y="77392"/>
                  </a:lnTo>
                  <a:lnTo>
                    <a:pt x="35830" y="78348"/>
                  </a:lnTo>
                  <a:lnTo>
                    <a:pt x="35830" y="79303"/>
                  </a:lnTo>
                  <a:lnTo>
                    <a:pt x="35352" y="79781"/>
                  </a:lnTo>
                  <a:lnTo>
                    <a:pt x="32486" y="82170"/>
                  </a:lnTo>
                  <a:lnTo>
                    <a:pt x="32008" y="82647"/>
                  </a:lnTo>
                  <a:lnTo>
                    <a:pt x="32486" y="83603"/>
                  </a:lnTo>
                  <a:lnTo>
                    <a:pt x="32008" y="84081"/>
                  </a:lnTo>
                  <a:lnTo>
                    <a:pt x="29619" y="85036"/>
                  </a:lnTo>
                  <a:lnTo>
                    <a:pt x="29619" y="84558"/>
                  </a:lnTo>
                  <a:lnTo>
                    <a:pt x="29619" y="83603"/>
                  </a:lnTo>
                  <a:lnTo>
                    <a:pt x="28186" y="82170"/>
                  </a:lnTo>
                  <a:lnTo>
                    <a:pt x="26275" y="81692"/>
                  </a:lnTo>
                  <a:lnTo>
                    <a:pt x="21976" y="78825"/>
                  </a:lnTo>
                  <a:lnTo>
                    <a:pt x="20065" y="78348"/>
                  </a:lnTo>
                  <a:lnTo>
                    <a:pt x="18632" y="77870"/>
                  </a:lnTo>
                  <a:lnTo>
                    <a:pt x="16243" y="76915"/>
                  </a:lnTo>
                  <a:lnTo>
                    <a:pt x="15287" y="76437"/>
                  </a:lnTo>
                  <a:lnTo>
                    <a:pt x="13854" y="75481"/>
                  </a:lnTo>
                  <a:lnTo>
                    <a:pt x="11466" y="72137"/>
                  </a:lnTo>
                  <a:lnTo>
                    <a:pt x="9077" y="70704"/>
                  </a:lnTo>
                  <a:lnTo>
                    <a:pt x="7644" y="69749"/>
                  </a:lnTo>
                  <a:lnTo>
                    <a:pt x="7166" y="68793"/>
                  </a:lnTo>
                  <a:lnTo>
                    <a:pt x="6688" y="67838"/>
                  </a:lnTo>
                  <a:lnTo>
                    <a:pt x="6688" y="67360"/>
                  </a:lnTo>
                  <a:lnTo>
                    <a:pt x="8121" y="66405"/>
                  </a:lnTo>
                  <a:lnTo>
                    <a:pt x="9077" y="65927"/>
                  </a:lnTo>
                  <a:lnTo>
                    <a:pt x="10032" y="65927"/>
                  </a:lnTo>
                  <a:lnTo>
                    <a:pt x="10988" y="66882"/>
                  </a:lnTo>
                  <a:lnTo>
                    <a:pt x="11943" y="66882"/>
                  </a:lnTo>
                  <a:lnTo>
                    <a:pt x="12421" y="65927"/>
                  </a:lnTo>
                  <a:lnTo>
                    <a:pt x="12899" y="64971"/>
                  </a:lnTo>
                  <a:lnTo>
                    <a:pt x="12899" y="63060"/>
                  </a:lnTo>
                  <a:lnTo>
                    <a:pt x="10510" y="59716"/>
                  </a:lnTo>
                  <a:lnTo>
                    <a:pt x="8121" y="57328"/>
                  </a:lnTo>
                  <a:lnTo>
                    <a:pt x="8121" y="56850"/>
                  </a:lnTo>
                  <a:lnTo>
                    <a:pt x="8599" y="56372"/>
                  </a:lnTo>
                  <a:lnTo>
                    <a:pt x="9077" y="55894"/>
                  </a:lnTo>
                  <a:lnTo>
                    <a:pt x="10032" y="56372"/>
                  </a:lnTo>
                  <a:lnTo>
                    <a:pt x="11943" y="56372"/>
                  </a:lnTo>
                  <a:lnTo>
                    <a:pt x="13854" y="55894"/>
                  </a:lnTo>
                  <a:lnTo>
                    <a:pt x="14810" y="55417"/>
                  </a:lnTo>
                  <a:lnTo>
                    <a:pt x="14810" y="54939"/>
                  </a:lnTo>
                  <a:lnTo>
                    <a:pt x="13854" y="53983"/>
                  </a:lnTo>
                  <a:lnTo>
                    <a:pt x="11466" y="52073"/>
                  </a:lnTo>
                  <a:lnTo>
                    <a:pt x="9555" y="50162"/>
                  </a:lnTo>
                  <a:lnTo>
                    <a:pt x="7644" y="48728"/>
                  </a:lnTo>
                  <a:lnTo>
                    <a:pt x="6210" y="48251"/>
                  </a:lnTo>
                  <a:lnTo>
                    <a:pt x="5733" y="47295"/>
                  </a:lnTo>
                  <a:lnTo>
                    <a:pt x="5255" y="46817"/>
                  </a:lnTo>
                  <a:lnTo>
                    <a:pt x="5733" y="45384"/>
                  </a:lnTo>
                  <a:lnTo>
                    <a:pt x="5733" y="43474"/>
                  </a:lnTo>
                  <a:lnTo>
                    <a:pt x="6210" y="42518"/>
                  </a:lnTo>
                  <a:lnTo>
                    <a:pt x="7644" y="40607"/>
                  </a:lnTo>
                  <a:lnTo>
                    <a:pt x="9077" y="38218"/>
                  </a:lnTo>
                  <a:lnTo>
                    <a:pt x="9555" y="35830"/>
                  </a:lnTo>
                  <a:lnTo>
                    <a:pt x="10032" y="33919"/>
                  </a:lnTo>
                  <a:lnTo>
                    <a:pt x="10032" y="33441"/>
                  </a:lnTo>
                  <a:lnTo>
                    <a:pt x="9077" y="32963"/>
                  </a:lnTo>
                  <a:lnTo>
                    <a:pt x="7644" y="32486"/>
                  </a:lnTo>
                  <a:lnTo>
                    <a:pt x="5733" y="32963"/>
                  </a:lnTo>
                  <a:lnTo>
                    <a:pt x="3822" y="33919"/>
                  </a:lnTo>
                  <a:lnTo>
                    <a:pt x="3344" y="33919"/>
                  </a:lnTo>
                  <a:lnTo>
                    <a:pt x="2867" y="32963"/>
                  </a:lnTo>
                  <a:lnTo>
                    <a:pt x="3344" y="32486"/>
                  </a:lnTo>
                  <a:lnTo>
                    <a:pt x="3822" y="32486"/>
                  </a:lnTo>
                  <a:lnTo>
                    <a:pt x="4300" y="32486"/>
                  </a:lnTo>
                  <a:lnTo>
                    <a:pt x="4777" y="32486"/>
                  </a:lnTo>
                  <a:lnTo>
                    <a:pt x="4777" y="32486"/>
                  </a:lnTo>
                  <a:lnTo>
                    <a:pt x="5255" y="31052"/>
                  </a:lnTo>
                  <a:lnTo>
                    <a:pt x="4300" y="26753"/>
                  </a:lnTo>
                  <a:lnTo>
                    <a:pt x="5733" y="26275"/>
                  </a:lnTo>
                  <a:lnTo>
                    <a:pt x="5733" y="25798"/>
                  </a:lnTo>
                  <a:lnTo>
                    <a:pt x="5733" y="25320"/>
                  </a:lnTo>
                  <a:lnTo>
                    <a:pt x="7166" y="26275"/>
                  </a:lnTo>
                  <a:lnTo>
                    <a:pt x="9077" y="26275"/>
                  </a:lnTo>
                  <a:lnTo>
                    <a:pt x="10510" y="25798"/>
                  </a:lnTo>
                  <a:lnTo>
                    <a:pt x="10988" y="25798"/>
                  </a:lnTo>
                  <a:lnTo>
                    <a:pt x="10988" y="25320"/>
                  </a:lnTo>
                  <a:lnTo>
                    <a:pt x="10988" y="24842"/>
                  </a:lnTo>
                  <a:lnTo>
                    <a:pt x="10510" y="24364"/>
                  </a:lnTo>
                  <a:lnTo>
                    <a:pt x="10510" y="24364"/>
                  </a:lnTo>
                  <a:lnTo>
                    <a:pt x="10032" y="23886"/>
                  </a:lnTo>
                  <a:lnTo>
                    <a:pt x="9555" y="23409"/>
                  </a:lnTo>
                  <a:lnTo>
                    <a:pt x="8599" y="23409"/>
                  </a:lnTo>
                  <a:lnTo>
                    <a:pt x="4777" y="21976"/>
                  </a:lnTo>
                  <a:lnTo>
                    <a:pt x="3344" y="20065"/>
                  </a:lnTo>
                  <a:lnTo>
                    <a:pt x="3344" y="18632"/>
                  </a:lnTo>
                  <a:lnTo>
                    <a:pt x="3822" y="17676"/>
                  </a:lnTo>
                  <a:lnTo>
                    <a:pt x="4300" y="17198"/>
                  </a:lnTo>
                  <a:lnTo>
                    <a:pt x="4300" y="16721"/>
                  </a:lnTo>
                  <a:lnTo>
                    <a:pt x="1911" y="16243"/>
                  </a:lnTo>
                  <a:lnTo>
                    <a:pt x="1433" y="14810"/>
                  </a:lnTo>
                  <a:lnTo>
                    <a:pt x="1911" y="13376"/>
                  </a:lnTo>
                  <a:lnTo>
                    <a:pt x="956" y="10510"/>
                  </a:lnTo>
                  <a:lnTo>
                    <a:pt x="0" y="8599"/>
                  </a:lnTo>
                  <a:lnTo>
                    <a:pt x="956" y="8121"/>
                  </a:lnTo>
                  <a:lnTo>
                    <a:pt x="956" y="6688"/>
                  </a:lnTo>
                  <a:lnTo>
                    <a:pt x="956" y="6210"/>
                  </a:lnTo>
                  <a:lnTo>
                    <a:pt x="956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4" name="Freeform 5263">
              <a:extLst>
                <a:ext uri="{FF2B5EF4-FFF2-40B4-BE49-F238E27FC236}">
                  <a16:creationId xmlns:a16="http://schemas.microsoft.com/office/drawing/2014/main" id="{C941641A-A8D3-286D-0B46-5D75FC4CE808}"/>
                </a:ext>
              </a:extLst>
            </p:cNvPr>
            <p:cNvSpPr/>
            <p:nvPr/>
          </p:nvSpPr>
          <p:spPr>
            <a:xfrm>
              <a:off x="6950657" y="2136526"/>
              <a:ext cx="12898" cy="20542"/>
            </a:xfrm>
            <a:custGeom>
              <a:avLst/>
              <a:gdLst>
                <a:gd name="csX0" fmla="*/ 9555 w 12898"/>
                <a:gd name="csY0" fmla="*/ 20542 h 20542"/>
                <a:gd name="csX1" fmla="*/ 0 w 12898"/>
                <a:gd name="csY1" fmla="*/ 14332 h 20542"/>
                <a:gd name="csX2" fmla="*/ 955 w 12898"/>
                <a:gd name="csY2" fmla="*/ 11465 h 20542"/>
                <a:gd name="csX3" fmla="*/ 1911 w 12898"/>
                <a:gd name="csY3" fmla="*/ 10032 h 20542"/>
                <a:gd name="csX4" fmla="*/ 1911 w 12898"/>
                <a:gd name="csY4" fmla="*/ 7166 h 20542"/>
                <a:gd name="csX5" fmla="*/ 955 w 12898"/>
                <a:gd name="csY5" fmla="*/ 4777 h 20542"/>
                <a:gd name="csX6" fmla="*/ 1433 w 12898"/>
                <a:gd name="csY6" fmla="*/ 0 h 20542"/>
                <a:gd name="csX7" fmla="*/ 7644 w 12898"/>
                <a:gd name="csY7" fmla="*/ 3822 h 20542"/>
                <a:gd name="csX8" fmla="*/ 8121 w 12898"/>
                <a:gd name="csY8" fmla="*/ 4777 h 20542"/>
                <a:gd name="csX9" fmla="*/ 11943 w 12898"/>
                <a:gd name="csY9" fmla="*/ 7644 h 20542"/>
                <a:gd name="csX10" fmla="*/ 12898 w 12898"/>
                <a:gd name="csY10" fmla="*/ 11943 h 20542"/>
                <a:gd name="csX11" fmla="*/ 12421 w 12898"/>
                <a:gd name="csY11" fmla="*/ 14810 h 20542"/>
                <a:gd name="csX12" fmla="*/ 9555 w 12898"/>
                <a:gd name="csY12" fmla="*/ 20542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2898" h="20542">
                  <a:moveTo>
                    <a:pt x="9555" y="20542"/>
                  </a:moveTo>
                  <a:lnTo>
                    <a:pt x="0" y="14332"/>
                  </a:lnTo>
                  <a:lnTo>
                    <a:pt x="955" y="11465"/>
                  </a:lnTo>
                  <a:lnTo>
                    <a:pt x="1911" y="10032"/>
                  </a:lnTo>
                  <a:lnTo>
                    <a:pt x="1911" y="7166"/>
                  </a:lnTo>
                  <a:lnTo>
                    <a:pt x="955" y="4777"/>
                  </a:lnTo>
                  <a:lnTo>
                    <a:pt x="1433" y="0"/>
                  </a:lnTo>
                  <a:lnTo>
                    <a:pt x="7644" y="3822"/>
                  </a:lnTo>
                  <a:lnTo>
                    <a:pt x="8121" y="4777"/>
                  </a:lnTo>
                  <a:lnTo>
                    <a:pt x="11943" y="7644"/>
                  </a:lnTo>
                  <a:lnTo>
                    <a:pt x="12898" y="11943"/>
                  </a:lnTo>
                  <a:lnTo>
                    <a:pt x="12421" y="14810"/>
                  </a:lnTo>
                  <a:lnTo>
                    <a:pt x="9555" y="205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5" name="Freeform 5264">
              <a:extLst>
                <a:ext uri="{FF2B5EF4-FFF2-40B4-BE49-F238E27FC236}">
                  <a16:creationId xmlns:a16="http://schemas.microsoft.com/office/drawing/2014/main" id="{759857FA-BF15-C52A-0944-7504CDA115F4}"/>
                </a:ext>
              </a:extLst>
            </p:cNvPr>
            <p:cNvSpPr/>
            <p:nvPr/>
          </p:nvSpPr>
          <p:spPr>
            <a:xfrm>
              <a:off x="6903839" y="2735598"/>
              <a:ext cx="122776" cy="166249"/>
            </a:xfrm>
            <a:custGeom>
              <a:avLst/>
              <a:gdLst>
                <a:gd name="csX0" fmla="*/ 2866 w 122776"/>
                <a:gd name="csY0" fmla="*/ 80736 h 166249"/>
                <a:gd name="csX1" fmla="*/ 956 w 122776"/>
                <a:gd name="csY1" fmla="*/ 85991 h 166249"/>
                <a:gd name="csX2" fmla="*/ 0 w 122776"/>
                <a:gd name="csY2" fmla="*/ 88858 h 166249"/>
                <a:gd name="csX3" fmla="*/ 0 w 122776"/>
                <a:gd name="csY3" fmla="*/ 95068 h 166249"/>
                <a:gd name="csX4" fmla="*/ 0 w 122776"/>
                <a:gd name="csY4" fmla="*/ 97935 h 166249"/>
                <a:gd name="csX5" fmla="*/ 1433 w 122776"/>
                <a:gd name="csY5" fmla="*/ 105578 h 166249"/>
                <a:gd name="csX6" fmla="*/ 2866 w 122776"/>
                <a:gd name="csY6" fmla="*/ 109878 h 166249"/>
                <a:gd name="csX7" fmla="*/ 4777 w 122776"/>
                <a:gd name="csY7" fmla="*/ 112266 h 166249"/>
                <a:gd name="csX8" fmla="*/ 7166 w 122776"/>
                <a:gd name="csY8" fmla="*/ 114655 h 166249"/>
                <a:gd name="csX9" fmla="*/ 10032 w 122776"/>
                <a:gd name="csY9" fmla="*/ 115133 h 166249"/>
                <a:gd name="csX10" fmla="*/ 14809 w 122776"/>
                <a:gd name="csY10" fmla="*/ 114655 h 166249"/>
                <a:gd name="csX11" fmla="*/ 19587 w 122776"/>
                <a:gd name="csY11" fmla="*/ 111789 h 166249"/>
                <a:gd name="csX12" fmla="*/ 24842 w 122776"/>
                <a:gd name="csY12" fmla="*/ 113700 h 166249"/>
                <a:gd name="csX13" fmla="*/ 29141 w 122776"/>
                <a:gd name="csY13" fmla="*/ 114177 h 166249"/>
                <a:gd name="csX14" fmla="*/ 38218 w 122776"/>
                <a:gd name="csY14" fmla="*/ 111311 h 166249"/>
                <a:gd name="csX15" fmla="*/ 39174 w 122776"/>
                <a:gd name="csY15" fmla="*/ 112266 h 166249"/>
                <a:gd name="csX16" fmla="*/ 37741 w 122776"/>
                <a:gd name="csY16" fmla="*/ 115133 h 166249"/>
                <a:gd name="csX17" fmla="*/ 37263 w 122776"/>
                <a:gd name="csY17" fmla="*/ 119910 h 166249"/>
                <a:gd name="csX18" fmla="*/ 39174 w 122776"/>
                <a:gd name="csY18" fmla="*/ 123254 h 166249"/>
                <a:gd name="csX19" fmla="*/ 41085 w 122776"/>
                <a:gd name="csY19" fmla="*/ 122777 h 166249"/>
                <a:gd name="csX20" fmla="*/ 43473 w 122776"/>
                <a:gd name="csY20" fmla="*/ 123254 h 166249"/>
                <a:gd name="csX21" fmla="*/ 42518 w 122776"/>
                <a:gd name="csY21" fmla="*/ 125643 h 166249"/>
                <a:gd name="csX22" fmla="*/ 48729 w 122776"/>
                <a:gd name="csY22" fmla="*/ 131376 h 166249"/>
                <a:gd name="csX23" fmla="*/ 53984 w 122776"/>
                <a:gd name="csY23" fmla="*/ 135197 h 166249"/>
                <a:gd name="csX24" fmla="*/ 52550 w 122776"/>
                <a:gd name="csY24" fmla="*/ 136153 h 166249"/>
                <a:gd name="csX25" fmla="*/ 49206 w 122776"/>
                <a:gd name="csY25" fmla="*/ 134242 h 166249"/>
                <a:gd name="csX26" fmla="*/ 47295 w 122776"/>
                <a:gd name="csY26" fmla="*/ 135197 h 166249"/>
                <a:gd name="csX27" fmla="*/ 47773 w 122776"/>
                <a:gd name="csY27" fmla="*/ 138064 h 166249"/>
                <a:gd name="csX28" fmla="*/ 44429 w 122776"/>
                <a:gd name="csY28" fmla="*/ 137108 h 166249"/>
                <a:gd name="csX29" fmla="*/ 42518 w 122776"/>
                <a:gd name="csY29" fmla="*/ 139019 h 166249"/>
                <a:gd name="csX30" fmla="*/ 42518 w 122776"/>
                <a:gd name="csY30" fmla="*/ 142363 h 166249"/>
                <a:gd name="csX31" fmla="*/ 42996 w 122776"/>
                <a:gd name="csY31" fmla="*/ 144752 h 166249"/>
                <a:gd name="csX32" fmla="*/ 42996 w 122776"/>
                <a:gd name="csY32" fmla="*/ 147141 h 166249"/>
                <a:gd name="csX33" fmla="*/ 40129 w 122776"/>
                <a:gd name="csY33" fmla="*/ 147618 h 166249"/>
                <a:gd name="csX34" fmla="*/ 38696 w 122776"/>
                <a:gd name="csY34" fmla="*/ 149052 h 166249"/>
                <a:gd name="csX35" fmla="*/ 45384 w 122776"/>
                <a:gd name="csY35" fmla="*/ 152396 h 166249"/>
                <a:gd name="csX36" fmla="*/ 54939 w 122776"/>
                <a:gd name="csY36" fmla="*/ 155262 h 166249"/>
                <a:gd name="csX37" fmla="*/ 57328 w 122776"/>
                <a:gd name="csY37" fmla="*/ 156218 h 166249"/>
                <a:gd name="csX38" fmla="*/ 61150 w 122776"/>
                <a:gd name="csY38" fmla="*/ 159084 h 166249"/>
                <a:gd name="csX39" fmla="*/ 62582 w 122776"/>
                <a:gd name="csY39" fmla="*/ 160039 h 166249"/>
                <a:gd name="csX40" fmla="*/ 63061 w 122776"/>
                <a:gd name="csY40" fmla="*/ 158128 h 166249"/>
                <a:gd name="csX41" fmla="*/ 63538 w 122776"/>
                <a:gd name="csY41" fmla="*/ 156695 h 166249"/>
                <a:gd name="csX42" fmla="*/ 67838 w 122776"/>
                <a:gd name="csY42" fmla="*/ 160039 h 166249"/>
                <a:gd name="csX43" fmla="*/ 71659 w 122776"/>
                <a:gd name="csY43" fmla="*/ 160517 h 166249"/>
                <a:gd name="csX44" fmla="*/ 75481 w 122776"/>
                <a:gd name="csY44" fmla="*/ 160517 h 166249"/>
                <a:gd name="csX45" fmla="*/ 84080 w 122776"/>
                <a:gd name="csY45" fmla="*/ 159084 h 166249"/>
                <a:gd name="csX46" fmla="*/ 84558 w 122776"/>
                <a:gd name="csY46" fmla="*/ 160039 h 166249"/>
                <a:gd name="csX47" fmla="*/ 84558 w 122776"/>
                <a:gd name="csY47" fmla="*/ 161950 h 166249"/>
                <a:gd name="csX48" fmla="*/ 86469 w 122776"/>
                <a:gd name="csY48" fmla="*/ 163384 h 166249"/>
                <a:gd name="csX49" fmla="*/ 88858 w 122776"/>
                <a:gd name="csY49" fmla="*/ 162906 h 166249"/>
                <a:gd name="csX50" fmla="*/ 89336 w 122776"/>
                <a:gd name="csY50" fmla="*/ 161473 h 166249"/>
                <a:gd name="csX51" fmla="*/ 92202 w 122776"/>
                <a:gd name="csY51" fmla="*/ 163384 h 166249"/>
                <a:gd name="csX52" fmla="*/ 92680 w 122776"/>
                <a:gd name="csY52" fmla="*/ 161950 h 166249"/>
                <a:gd name="csX53" fmla="*/ 93157 w 122776"/>
                <a:gd name="csY53" fmla="*/ 160995 h 166249"/>
                <a:gd name="csX54" fmla="*/ 98890 w 122776"/>
                <a:gd name="csY54" fmla="*/ 166250 h 166249"/>
                <a:gd name="csX55" fmla="*/ 100323 w 122776"/>
                <a:gd name="csY55" fmla="*/ 166250 h 166249"/>
                <a:gd name="csX56" fmla="*/ 101757 w 122776"/>
                <a:gd name="csY56" fmla="*/ 164817 h 166249"/>
                <a:gd name="csX57" fmla="*/ 98890 w 122776"/>
                <a:gd name="csY57" fmla="*/ 160517 h 166249"/>
                <a:gd name="csX58" fmla="*/ 96979 w 122776"/>
                <a:gd name="csY58" fmla="*/ 160039 h 166249"/>
                <a:gd name="csX59" fmla="*/ 95546 w 122776"/>
                <a:gd name="csY59" fmla="*/ 158128 h 166249"/>
                <a:gd name="csX60" fmla="*/ 97935 w 122776"/>
                <a:gd name="csY60" fmla="*/ 156695 h 166249"/>
                <a:gd name="csX61" fmla="*/ 100801 w 122776"/>
                <a:gd name="csY61" fmla="*/ 157173 h 166249"/>
                <a:gd name="csX62" fmla="*/ 101757 w 122776"/>
                <a:gd name="csY62" fmla="*/ 159084 h 166249"/>
                <a:gd name="csX63" fmla="*/ 102712 w 122776"/>
                <a:gd name="csY63" fmla="*/ 161473 h 166249"/>
                <a:gd name="csX64" fmla="*/ 103189 w 122776"/>
                <a:gd name="csY64" fmla="*/ 161950 h 166249"/>
                <a:gd name="csX65" fmla="*/ 113222 w 122776"/>
                <a:gd name="csY65" fmla="*/ 164817 h 166249"/>
                <a:gd name="csX66" fmla="*/ 115133 w 122776"/>
                <a:gd name="csY66" fmla="*/ 163861 h 166249"/>
                <a:gd name="csX67" fmla="*/ 115611 w 122776"/>
                <a:gd name="csY67" fmla="*/ 162428 h 166249"/>
                <a:gd name="csX68" fmla="*/ 119432 w 122776"/>
                <a:gd name="csY68" fmla="*/ 160995 h 166249"/>
                <a:gd name="csX69" fmla="*/ 122777 w 122776"/>
                <a:gd name="csY69" fmla="*/ 157173 h 166249"/>
                <a:gd name="csX70" fmla="*/ 121343 w 122776"/>
                <a:gd name="csY70" fmla="*/ 155262 h 166249"/>
                <a:gd name="csX71" fmla="*/ 119910 w 122776"/>
                <a:gd name="csY71" fmla="*/ 153829 h 166249"/>
                <a:gd name="csX72" fmla="*/ 111789 w 122776"/>
                <a:gd name="csY72" fmla="*/ 149052 h 166249"/>
                <a:gd name="csX73" fmla="*/ 108445 w 122776"/>
                <a:gd name="csY73" fmla="*/ 146185 h 166249"/>
                <a:gd name="csX74" fmla="*/ 99368 w 122776"/>
                <a:gd name="csY74" fmla="*/ 136153 h 166249"/>
                <a:gd name="csX75" fmla="*/ 91246 w 122776"/>
                <a:gd name="csY75" fmla="*/ 122777 h 166249"/>
                <a:gd name="csX76" fmla="*/ 86947 w 122776"/>
                <a:gd name="csY76" fmla="*/ 113700 h 166249"/>
                <a:gd name="csX77" fmla="*/ 82647 w 122776"/>
                <a:gd name="csY77" fmla="*/ 103190 h 166249"/>
                <a:gd name="csX78" fmla="*/ 81692 w 122776"/>
                <a:gd name="csY78" fmla="*/ 97457 h 166249"/>
                <a:gd name="csX79" fmla="*/ 79781 w 122776"/>
                <a:gd name="csY79" fmla="*/ 92679 h 166249"/>
                <a:gd name="csX80" fmla="*/ 76437 w 122776"/>
                <a:gd name="csY80" fmla="*/ 88858 h 166249"/>
                <a:gd name="csX81" fmla="*/ 77870 w 122776"/>
                <a:gd name="csY81" fmla="*/ 84080 h 166249"/>
                <a:gd name="csX82" fmla="*/ 78825 w 122776"/>
                <a:gd name="csY82" fmla="*/ 78348 h 166249"/>
                <a:gd name="csX83" fmla="*/ 80736 w 122776"/>
                <a:gd name="csY83" fmla="*/ 74048 h 166249"/>
                <a:gd name="csX84" fmla="*/ 80736 w 122776"/>
                <a:gd name="csY84" fmla="*/ 71659 h 166249"/>
                <a:gd name="csX85" fmla="*/ 78825 w 122776"/>
                <a:gd name="csY85" fmla="*/ 66404 h 166249"/>
                <a:gd name="csX86" fmla="*/ 78348 w 122776"/>
                <a:gd name="csY86" fmla="*/ 62583 h 166249"/>
                <a:gd name="csX87" fmla="*/ 77870 w 122776"/>
                <a:gd name="csY87" fmla="*/ 60672 h 166249"/>
                <a:gd name="csX88" fmla="*/ 77870 w 122776"/>
                <a:gd name="csY88" fmla="*/ 57328 h 166249"/>
                <a:gd name="csX89" fmla="*/ 78825 w 122776"/>
                <a:gd name="csY89" fmla="*/ 54939 h 166249"/>
                <a:gd name="csX90" fmla="*/ 78825 w 122776"/>
                <a:gd name="csY90" fmla="*/ 52072 h 166249"/>
                <a:gd name="csX91" fmla="*/ 79303 w 122776"/>
                <a:gd name="csY91" fmla="*/ 50639 h 166249"/>
                <a:gd name="csX92" fmla="*/ 82647 w 122776"/>
                <a:gd name="csY92" fmla="*/ 49206 h 166249"/>
                <a:gd name="csX93" fmla="*/ 84558 w 122776"/>
                <a:gd name="csY93" fmla="*/ 44429 h 166249"/>
                <a:gd name="csX94" fmla="*/ 85036 w 122776"/>
                <a:gd name="csY94" fmla="*/ 41563 h 166249"/>
                <a:gd name="csX95" fmla="*/ 85036 w 122776"/>
                <a:gd name="csY95" fmla="*/ 38696 h 166249"/>
                <a:gd name="csX96" fmla="*/ 86947 w 122776"/>
                <a:gd name="csY96" fmla="*/ 37263 h 166249"/>
                <a:gd name="csX97" fmla="*/ 92202 w 122776"/>
                <a:gd name="csY97" fmla="*/ 37263 h 166249"/>
                <a:gd name="csX98" fmla="*/ 92680 w 122776"/>
                <a:gd name="csY98" fmla="*/ 36307 h 166249"/>
                <a:gd name="csX99" fmla="*/ 94113 w 122776"/>
                <a:gd name="csY99" fmla="*/ 33919 h 166249"/>
                <a:gd name="csX100" fmla="*/ 94113 w 122776"/>
                <a:gd name="csY100" fmla="*/ 30097 h 166249"/>
                <a:gd name="csX101" fmla="*/ 93635 w 122776"/>
                <a:gd name="csY101" fmla="*/ 25320 h 166249"/>
                <a:gd name="csX102" fmla="*/ 94113 w 122776"/>
                <a:gd name="csY102" fmla="*/ 22453 h 166249"/>
                <a:gd name="csX103" fmla="*/ 96979 w 122776"/>
                <a:gd name="csY103" fmla="*/ 17198 h 166249"/>
                <a:gd name="csX104" fmla="*/ 98412 w 122776"/>
                <a:gd name="csY104" fmla="*/ 15765 h 166249"/>
                <a:gd name="csX105" fmla="*/ 98890 w 122776"/>
                <a:gd name="csY105" fmla="*/ 11943 h 166249"/>
                <a:gd name="csX106" fmla="*/ 97457 w 122776"/>
                <a:gd name="csY106" fmla="*/ 10510 h 166249"/>
                <a:gd name="csX107" fmla="*/ 93157 w 122776"/>
                <a:gd name="csY107" fmla="*/ 8121 h 166249"/>
                <a:gd name="csX108" fmla="*/ 86469 w 122776"/>
                <a:gd name="csY108" fmla="*/ 7644 h 166249"/>
                <a:gd name="csX109" fmla="*/ 76914 w 122776"/>
                <a:gd name="csY109" fmla="*/ 5255 h 166249"/>
                <a:gd name="csX110" fmla="*/ 73093 w 122776"/>
                <a:gd name="csY110" fmla="*/ 1911 h 166249"/>
                <a:gd name="csX111" fmla="*/ 69271 w 122776"/>
                <a:gd name="csY111" fmla="*/ 478 h 166249"/>
                <a:gd name="csX112" fmla="*/ 66882 w 122776"/>
                <a:gd name="csY112" fmla="*/ 0 h 166249"/>
                <a:gd name="csX113" fmla="*/ 64493 w 122776"/>
                <a:gd name="csY113" fmla="*/ 956 h 166249"/>
                <a:gd name="csX114" fmla="*/ 57328 w 122776"/>
                <a:gd name="csY114" fmla="*/ 5733 h 166249"/>
                <a:gd name="csX115" fmla="*/ 54939 w 122776"/>
                <a:gd name="csY115" fmla="*/ 6688 h 166249"/>
                <a:gd name="csX116" fmla="*/ 52550 w 122776"/>
                <a:gd name="csY116" fmla="*/ 7166 h 166249"/>
                <a:gd name="csX117" fmla="*/ 48251 w 122776"/>
                <a:gd name="csY117" fmla="*/ 5733 h 166249"/>
                <a:gd name="csX118" fmla="*/ 45862 w 122776"/>
                <a:gd name="csY118" fmla="*/ 6210 h 166249"/>
                <a:gd name="csX119" fmla="*/ 43473 w 122776"/>
                <a:gd name="csY119" fmla="*/ 8121 h 166249"/>
                <a:gd name="csX120" fmla="*/ 41085 w 122776"/>
                <a:gd name="csY120" fmla="*/ 9555 h 166249"/>
                <a:gd name="csX121" fmla="*/ 38218 w 122776"/>
                <a:gd name="csY121" fmla="*/ 10510 h 166249"/>
                <a:gd name="csX122" fmla="*/ 35830 w 122776"/>
                <a:gd name="csY122" fmla="*/ 12899 h 166249"/>
                <a:gd name="csX123" fmla="*/ 34874 w 122776"/>
                <a:gd name="csY123" fmla="*/ 15287 h 166249"/>
                <a:gd name="csX124" fmla="*/ 34874 w 122776"/>
                <a:gd name="csY124" fmla="*/ 17676 h 166249"/>
                <a:gd name="csX125" fmla="*/ 35830 w 122776"/>
                <a:gd name="csY125" fmla="*/ 23886 h 166249"/>
                <a:gd name="csX126" fmla="*/ 35830 w 122776"/>
                <a:gd name="csY126" fmla="*/ 26275 h 166249"/>
                <a:gd name="csX127" fmla="*/ 38218 w 122776"/>
                <a:gd name="csY127" fmla="*/ 29619 h 166249"/>
                <a:gd name="csX128" fmla="*/ 35830 w 122776"/>
                <a:gd name="csY128" fmla="*/ 30575 h 166249"/>
                <a:gd name="csX129" fmla="*/ 33441 w 122776"/>
                <a:gd name="csY129" fmla="*/ 29619 h 166249"/>
                <a:gd name="csX130" fmla="*/ 31530 w 122776"/>
                <a:gd name="csY130" fmla="*/ 29619 h 166249"/>
                <a:gd name="csX131" fmla="*/ 29141 w 122776"/>
                <a:gd name="csY131" fmla="*/ 30575 h 166249"/>
                <a:gd name="csX132" fmla="*/ 27231 w 122776"/>
                <a:gd name="csY132" fmla="*/ 32008 h 166249"/>
                <a:gd name="csX133" fmla="*/ 22454 w 122776"/>
                <a:gd name="csY133" fmla="*/ 37263 h 166249"/>
                <a:gd name="csX134" fmla="*/ 21975 w 122776"/>
                <a:gd name="csY134" fmla="*/ 38696 h 166249"/>
                <a:gd name="csX135" fmla="*/ 21498 w 122776"/>
                <a:gd name="csY135" fmla="*/ 40607 h 166249"/>
                <a:gd name="csX136" fmla="*/ 22931 w 122776"/>
                <a:gd name="csY136" fmla="*/ 42518 h 166249"/>
                <a:gd name="csX137" fmla="*/ 24842 w 122776"/>
                <a:gd name="csY137" fmla="*/ 43951 h 166249"/>
                <a:gd name="csX138" fmla="*/ 29141 w 122776"/>
                <a:gd name="csY138" fmla="*/ 44907 h 166249"/>
                <a:gd name="csX139" fmla="*/ 27709 w 122776"/>
                <a:gd name="csY139" fmla="*/ 47773 h 166249"/>
                <a:gd name="csX140" fmla="*/ 27709 w 122776"/>
                <a:gd name="csY140" fmla="*/ 49684 h 166249"/>
                <a:gd name="csX141" fmla="*/ 28186 w 122776"/>
                <a:gd name="csY141" fmla="*/ 52072 h 166249"/>
                <a:gd name="csX142" fmla="*/ 25798 w 122776"/>
                <a:gd name="csY142" fmla="*/ 55894 h 166249"/>
                <a:gd name="csX143" fmla="*/ 25320 w 122776"/>
                <a:gd name="csY143" fmla="*/ 58761 h 166249"/>
                <a:gd name="csX144" fmla="*/ 25320 w 122776"/>
                <a:gd name="csY144" fmla="*/ 61627 h 166249"/>
                <a:gd name="csX145" fmla="*/ 24364 w 122776"/>
                <a:gd name="csY145" fmla="*/ 64971 h 166249"/>
                <a:gd name="csX146" fmla="*/ 23409 w 122776"/>
                <a:gd name="csY146" fmla="*/ 66882 h 166249"/>
                <a:gd name="csX147" fmla="*/ 22931 w 122776"/>
                <a:gd name="csY147" fmla="*/ 67838 h 166249"/>
                <a:gd name="csX148" fmla="*/ 20543 w 122776"/>
                <a:gd name="csY148" fmla="*/ 69749 h 166249"/>
                <a:gd name="csX149" fmla="*/ 19109 w 122776"/>
                <a:gd name="csY149" fmla="*/ 73093 h 166249"/>
                <a:gd name="csX150" fmla="*/ 17676 w 122776"/>
                <a:gd name="csY150" fmla="*/ 75959 h 166249"/>
                <a:gd name="csX151" fmla="*/ 16243 w 122776"/>
                <a:gd name="csY151" fmla="*/ 77392 h 166249"/>
                <a:gd name="csX152" fmla="*/ 12421 w 122776"/>
                <a:gd name="csY152" fmla="*/ 76914 h 166249"/>
                <a:gd name="csX153" fmla="*/ 9077 w 122776"/>
                <a:gd name="csY153" fmla="*/ 75959 h 166249"/>
                <a:gd name="csX154" fmla="*/ 7166 w 122776"/>
                <a:gd name="csY154" fmla="*/ 76437 h 166249"/>
                <a:gd name="csX155" fmla="*/ 4300 w 122776"/>
                <a:gd name="csY155" fmla="*/ 78825 h 166249"/>
                <a:gd name="csX156" fmla="*/ 2866 w 122776"/>
                <a:gd name="csY156" fmla="*/ 80736 h 166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</a:cxnLst>
              <a:rect l="l" t="t" r="r" b="b"/>
              <a:pathLst>
                <a:path w="122776" h="166249">
                  <a:moveTo>
                    <a:pt x="2866" y="80736"/>
                  </a:moveTo>
                  <a:lnTo>
                    <a:pt x="956" y="85991"/>
                  </a:lnTo>
                  <a:lnTo>
                    <a:pt x="0" y="88858"/>
                  </a:lnTo>
                  <a:lnTo>
                    <a:pt x="0" y="95068"/>
                  </a:lnTo>
                  <a:lnTo>
                    <a:pt x="0" y="97935"/>
                  </a:lnTo>
                  <a:lnTo>
                    <a:pt x="1433" y="105578"/>
                  </a:lnTo>
                  <a:lnTo>
                    <a:pt x="2866" y="109878"/>
                  </a:lnTo>
                  <a:lnTo>
                    <a:pt x="4777" y="112266"/>
                  </a:lnTo>
                  <a:lnTo>
                    <a:pt x="7166" y="114655"/>
                  </a:lnTo>
                  <a:lnTo>
                    <a:pt x="10032" y="115133"/>
                  </a:lnTo>
                  <a:lnTo>
                    <a:pt x="14809" y="114655"/>
                  </a:lnTo>
                  <a:lnTo>
                    <a:pt x="19587" y="111789"/>
                  </a:lnTo>
                  <a:lnTo>
                    <a:pt x="24842" y="113700"/>
                  </a:lnTo>
                  <a:lnTo>
                    <a:pt x="29141" y="114177"/>
                  </a:lnTo>
                  <a:lnTo>
                    <a:pt x="38218" y="111311"/>
                  </a:lnTo>
                  <a:lnTo>
                    <a:pt x="39174" y="112266"/>
                  </a:lnTo>
                  <a:lnTo>
                    <a:pt x="37741" y="115133"/>
                  </a:lnTo>
                  <a:lnTo>
                    <a:pt x="37263" y="119910"/>
                  </a:lnTo>
                  <a:lnTo>
                    <a:pt x="39174" y="123254"/>
                  </a:lnTo>
                  <a:lnTo>
                    <a:pt x="41085" y="122777"/>
                  </a:lnTo>
                  <a:lnTo>
                    <a:pt x="43473" y="123254"/>
                  </a:lnTo>
                  <a:lnTo>
                    <a:pt x="42518" y="125643"/>
                  </a:lnTo>
                  <a:lnTo>
                    <a:pt x="48729" y="131376"/>
                  </a:lnTo>
                  <a:lnTo>
                    <a:pt x="53984" y="135197"/>
                  </a:lnTo>
                  <a:lnTo>
                    <a:pt x="52550" y="136153"/>
                  </a:lnTo>
                  <a:lnTo>
                    <a:pt x="49206" y="134242"/>
                  </a:lnTo>
                  <a:lnTo>
                    <a:pt x="47295" y="135197"/>
                  </a:lnTo>
                  <a:lnTo>
                    <a:pt x="47773" y="138064"/>
                  </a:lnTo>
                  <a:lnTo>
                    <a:pt x="44429" y="137108"/>
                  </a:lnTo>
                  <a:lnTo>
                    <a:pt x="42518" y="139019"/>
                  </a:lnTo>
                  <a:lnTo>
                    <a:pt x="42518" y="142363"/>
                  </a:lnTo>
                  <a:lnTo>
                    <a:pt x="42996" y="144752"/>
                  </a:lnTo>
                  <a:lnTo>
                    <a:pt x="42996" y="147141"/>
                  </a:lnTo>
                  <a:lnTo>
                    <a:pt x="40129" y="147618"/>
                  </a:lnTo>
                  <a:lnTo>
                    <a:pt x="38696" y="149052"/>
                  </a:lnTo>
                  <a:lnTo>
                    <a:pt x="45384" y="152396"/>
                  </a:lnTo>
                  <a:lnTo>
                    <a:pt x="54939" y="155262"/>
                  </a:lnTo>
                  <a:lnTo>
                    <a:pt x="57328" y="156218"/>
                  </a:lnTo>
                  <a:lnTo>
                    <a:pt x="61150" y="159084"/>
                  </a:lnTo>
                  <a:lnTo>
                    <a:pt x="62582" y="160039"/>
                  </a:lnTo>
                  <a:lnTo>
                    <a:pt x="63061" y="158128"/>
                  </a:lnTo>
                  <a:lnTo>
                    <a:pt x="63538" y="156695"/>
                  </a:lnTo>
                  <a:lnTo>
                    <a:pt x="67838" y="160039"/>
                  </a:lnTo>
                  <a:lnTo>
                    <a:pt x="71659" y="160517"/>
                  </a:lnTo>
                  <a:lnTo>
                    <a:pt x="75481" y="160517"/>
                  </a:lnTo>
                  <a:lnTo>
                    <a:pt x="84080" y="159084"/>
                  </a:lnTo>
                  <a:lnTo>
                    <a:pt x="84558" y="160039"/>
                  </a:lnTo>
                  <a:lnTo>
                    <a:pt x="84558" y="161950"/>
                  </a:lnTo>
                  <a:lnTo>
                    <a:pt x="86469" y="163384"/>
                  </a:lnTo>
                  <a:lnTo>
                    <a:pt x="88858" y="162906"/>
                  </a:lnTo>
                  <a:lnTo>
                    <a:pt x="89336" y="161473"/>
                  </a:lnTo>
                  <a:lnTo>
                    <a:pt x="92202" y="163384"/>
                  </a:lnTo>
                  <a:lnTo>
                    <a:pt x="92680" y="161950"/>
                  </a:lnTo>
                  <a:lnTo>
                    <a:pt x="93157" y="160995"/>
                  </a:lnTo>
                  <a:lnTo>
                    <a:pt x="98890" y="166250"/>
                  </a:lnTo>
                  <a:lnTo>
                    <a:pt x="100323" y="166250"/>
                  </a:lnTo>
                  <a:lnTo>
                    <a:pt x="101757" y="164817"/>
                  </a:lnTo>
                  <a:lnTo>
                    <a:pt x="98890" y="160517"/>
                  </a:lnTo>
                  <a:lnTo>
                    <a:pt x="96979" y="160039"/>
                  </a:lnTo>
                  <a:lnTo>
                    <a:pt x="95546" y="158128"/>
                  </a:lnTo>
                  <a:lnTo>
                    <a:pt x="97935" y="156695"/>
                  </a:lnTo>
                  <a:lnTo>
                    <a:pt x="100801" y="157173"/>
                  </a:lnTo>
                  <a:lnTo>
                    <a:pt x="101757" y="159084"/>
                  </a:lnTo>
                  <a:lnTo>
                    <a:pt x="102712" y="161473"/>
                  </a:lnTo>
                  <a:lnTo>
                    <a:pt x="103189" y="161950"/>
                  </a:lnTo>
                  <a:lnTo>
                    <a:pt x="113222" y="164817"/>
                  </a:lnTo>
                  <a:lnTo>
                    <a:pt x="115133" y="163861"/>
                  </a:lnTo>
                  <a:lnTo>
                    <a:pt x="115611" y="162428"/>
                  </a:lnTo>
                  <a:lnTo>
                    <a:pt x="119432" y="160995"/>
                  </a:lnTo>
                  <a:lnTo>
                    <a:pt x="122777" y="157173"/>
                  </a:lnTo>
                  <a:lnTo>
                    <a:pt x="121343" y="155262"/>
                  </a:lnTo>
                  <a:lnTo>
                    <a:pt x="119910" y="153829"/>
                  </a:lnTo>
                  <a:lnTo>
                    <a:pt x="111789" y="149052"/>
                  </a:lnTo>
                  <a:lnTo>
                    <a:pt x="108445" y="146185"/>
                  </a:lnTo>
                  <a:lnTo>
                    <a:pt x="99368" y="136153"/>
                  </a:lnTo>
                  <a:lnTo>
                    <a:pt x="91246" y="122777"/>
                  </a:lnTo>
                  <a:lnTo>
                    <a:pt x="86947" y="113700"/>
                  </a:lnTo>
                  <a:lnTo>
                    <a:pt x="82647" y="103190"/>
                  </a:lnTo>
                  <a:lnTo>
                    <a:pt x="81692" y="97457"/>
                  </a:lnTo>
                  <a:lnTo>
                    <a:pt x="79781" y="92679"/>
                  </a:lnTo>
                  <a:lnTo>
                    <a:pt x="76437" y="88858"/>
                  </a:lnTo>
                  <a:lnTo>
                    <a:pt x="77870" y="84080"/>
                  </a:lnTo>
                  <a:lnTo>
                    <a:pt x="78825" y="78348"/>
                  </a:lnTo>
                  <a:lnTo>
                    <a:pt x="80736" y="74048"/>
                  </a:lnTo>
                  <a:lnTo>
                    <a:pt x="80736" y="71659"/>
                  </a:lnTo>
                  <a:lnTo>
                    <a:pt x="78825" y="66404"/>
                  </a:lnTo>
                  <a:lnTo>
                    <a:pt x="78348" y="62583"/>
                  </a:lnTo>
                  <a:lnTo>
                    <a:pt x="77870" y="60672"/>
                  </a:lnTo>
                  <a:lnTo>
                    <a:pt x="77870" y="57328"/>
                  </a:lnTo>
                  <a:lnTo>
                    <a:pt x="78825" y="54939"/>
                  </a:lnTo>
                  <a:lnTo>
                    <a:pt x="78825" y="52072"/>
                  </a:lnTo>
                  <a:lnTo>
                    <a:pt x="79303" y="50639"/>
                  </a:lnTo>
                  <a:lnTo>
                    <a:pt x="82647" y="49206"/>
                  </a:lnTo>
                  <a:lnTo>
                    <a:pt x="84558" y="44429"/>
                  </a:lnTo>
                  <a:lnTo>
                    <a:pt x="85036" y="41563"/>
                  </a:lnTo>
                  <a:lnTo>
                    <a:pt x="85036" y="38696"/>
                  </a:lnTo>
                  <a:lnTo>
                    <a:pt x="86947" y="37263"/>
                  </a:lnTo>
                  <a:lnTo>
                    <a:pt x="92202" y="37263"/>
                  </a:lnTo>
                  <a:lnTo>
                    <a:pt x="92680" y="36307"/>
                  </a:lnTo>
                  <a:lnTo>
                    <a:pt x="94113" y="33919"/>
                  </a:lnTo>
                  <a:lnTo>
                    <a:pt x="94113" y="30097"/>
                  </a:lnTo>
                  <a:lnTo>
                    <a:pt x="93635" y="25320"/>
                  </a:lnTo>
                  <a:lnTo>
                    <a:pt x="94113" y="22453"/>
                  </a:lnTo>
                  <a:lnTo>
                    <a:pt x="96979" y="17198"/>
                  </a:lnTo>
                  <a:lnTo>
                    <a:pt x="98412" y="15765"/>
                  </a:lnTo>
                  <a:lnTo>
                    <a:pt x="98890" y="11943"/>
                  </a:lnTo>
                  <a:lnTo>
                    <a:pt x="97457" y="10510"/>
                  </a:lnTo>
                  <a:lnTo>
                    <a:pt x="93157" y="8121"/>
                  </a:lnTo>
                  <a:lnTo>
                    <a:pt x="86469" y="7644"/>
                  </a:lnTo>
                  <a:lnTo>
                    <a:pt x="76914" y="5255"/>
                  </a:lnTo>
                  <a:lnTo>
                    <a:pt x="73093" y="1911"/>
                  </a:lnTo>
                  <a:lnTo>
                    <a:pt x="69271" y="478"/>
                  </a:lnTo>
                  <a:lnTo>
                    <a:pt x="66882" y="0"/>
                  </a:lnTo>
                  <a:lnTo>
                    <a:pt x="64493" y="956"/>
                  </a:lnTo>
                  <a:lnTo>
                    <a:pt x="57328" y="5733"/>
                  </a:lnTo>
                  <a:lnTo>
                    <a:pt x="54939" y="6688"/>
                  </a:lnTo>
                  <a:lnTo>
                    <a:pt x="52550" y="7166"/>
                  </a:lnTo>
                  <a:lnTo>
                    <a:pt x="48251" y="5733"/>
                  </a:lnTo>
                  <a:lnTo>
                    <a:pt x="45862" y="6210"/>
                  </a:lnTo>
                  <a:lnTo>
                    <a:pt x="43473" y="8121"/>
                  </a:lnTo>
                  <a:lnTo>
                    <a:pt x="41085" y="9555"/>
                  </a:lnTo>
                  <a:lnTo>
                    <a:pt x="38218" y="10510"/>
                  </a:lnTo>
                  <a:lnTo>
                    <a:pt x="35830" y="12899"/>
                  </a:lnTo>
                  <a:lnTo>
                    <a:pt x="34874" y="15287"/>
                  </a:lnTo>
                  <a:lnTo>
                    <a:pt x="34874" y="17676"/>
                  </a:lnTo>
                  <a:lnTo>
                    <a:pt x="35830" y="23886"/>
                  </a:lnTo>
                  <a:lnTo>
                    <a:pt x="35830" y="26275"/>
                  </a:lnTo>
                  <a:lnTo>
                    <a:pt x="38218" y="29619"/>
                  </a:lnTo>
                  <a:lnTo>
                    <a:pt x="35830" y="30575"/>
                  </a:lnTo>
                  <a:lnTo>
                    <a:pt x="33441" y="29619"/>
                  </a:lnTo>
                  <a:lnTo>
                    <a:pt x="31530" y="29619"/>
                  </a:lnTo>
                  <a:lnTo>
                    <a:pt x="29141" y="30575"/>
                  </a:lnTo>
                  <a:lnTo>
                    <a:pt x="27231" y="32008"/>
                  </a:lnTo>
                  <a:lnTo>
                    <a:pt x="22454" y="37263"/>
                  </a:lnTo>
                  <a:lnTo>
                    <a:pt x="21975" y="38696"/>
                  </a:lnTo>
                  <a:lnTo>
                    <a:pt x="21498" y="40607"/>
                  </a:lnTo>
                  <a:lnTo>
                    <a:pt x="22931" y="42518"/>
                  </a:lnTo>
                  <a:lnTo>
                    <a:pt x="24842" y="43951"/>
                  </a:lnTo>
                  <a:lnTo>
                    <a:pt x="29141" y="44907"/>
                  </a:lnTo>
                  <a:lnTo>
                    <a:pt x="27709" y="47773"/>
                  </a:lnTo>
                  <a:lnTo>
                    <a:pt x="27709" y="49684"/>
                  </a:lnTo>
                  <a:lnTo>
                    <a:pt x="28186" y="52072"/>
                  </a:lnTo>
                  <a:lnTo>
                    <a:pt x="25798" y="55894"/>
                  </a:lnTo>
                  <a:lnTo>
                    <a:pt x="25320" y="58761"/>
                  </a:lnTo>
                  <a:lnTo>
                    <a:pt x="25320" y="61627"/>
                  </a:lnTo>
                  <a:lnTo>
                    <a:pt x="24364" y="64971"/>
                  </a:lnTo>
                  <a:lnTo>
                    <a:pt x="23409" y="66882"/>
                  </a:lnTo>
                  <a:lnTo>
                    <a:pt x="22931" y="67838"/>
                  </a:lnTo>
                  <a:lnTo>
                    <a:pt x="20543" y="69749"/>
                  </a:lnTo>
                  <a:lnTo>
                    <a:pt x="19109" y="73093"/>
                  </a:lnTo>
                  <a:lnTo>
                    <a:pt x="17676" y="75959"/>
                  </a:lnTo>
                  <a:lnTo>
                    <a:pt x="16243" y="77392"/>
                  </a:lnTo>
                  <a:lnTo>
                    <a:pt x="12421" y="76914"/>
                  </a:lnTo>
                  <a:lnTo>
                    <a:pt x="9077" y="75959"/>
                  </a:lnTo>
                  <a:lnTo>
                    <a:pt x="7166" y="76437"/>
                  </a:lnTo>
                  <a:lnTo>
                    <a:pt x="4300" y="78825"/>
                  </a:lnTo>
                  <a:lnTo>
                    <a:pt x="2866" y="8073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6" name="Freeform 5265">
              <a:extLst>
                <a:ext uri="{FF2B5EF4-FFF2-40B4-BE49-F238E27FC236}">
                  <a16:creationId xmlns:a16="http://schemas.microsoft.com/office/drawing/2014/main" id="{2105FFF5-408E-330D-E740-BEFA72D6CAB6}"/>
                </a:ext>
              </a:extLst>
            </p:cNvPr>
            <p:cNvSpPr/>
            <p:nvPr/>
          </p:nvSpPr>
          <p:spPr>
            <a:xfrm>
              <a:off x="6919127" y="2158023"/>
              <a:ext cx="32485" cy="25797"/>
            </a:xfrm>
            <a:custGeom>
              <a:avLst/>
              <a:gdLst>
                <a:gd name="csX0" fmla="*/ 6688 w 32485"/>
                <a:gd name="csY0" fmla="*/ 22931 h 25797"/>
                <a:gd name="csX1" fmla="*/ 7644 w 32485"/>
                <a:gd name="csY1" fmla="*/ 23886 h 25797"/>
                <a:gd name="csX2" fmla="*/ 8599 w 32485"/>
                <a:gd name="csY2" fmla="*/ 25320 h 25797"/>
                <a:gd name="csX3" fmla="*/ 12898 w 32485"/>
                <a:gd name="csY3" fmla="*/ 25797 h 25797"/>
                <a:gd name="csX4" fmla="*/ 25797 w 32485"/>
                <a:gd name="csY4" fmla="*/ 24364 h 25797"/>
                <a:gd name="csX5" fmla="*/ 28664 w 32485"/>
                <a:gd name="csY5" fmla="*/ 20542 h 25797"/>
                <a:gd name="csX6" fmla="*/ 31052 w 32485"/>
                <a:gd name="csY6" fmla="*/ 20065 h 25797"/>
                <a:gd name="csX7" fmla="*/ 32485 w 32485"/>
                <a:gd name="csY7" fmla="*/ 15765 h 25797"/>
                <a:gd name="csX8" fmla="*/ 25319 w 32485"/>
                <a:gd name="csY8" fmla="*/ 9555 h 25797"/>
                <a:gd name="csX9" fmla="*/ 22453 w 32485"/>
                <a:gd name="csY9" fmla="*/ 4777 h 25797"/>
                <a:gd name="csX10" fmla="*/ 21975 w 32485"/>
                <a:gd name="csY10" fmla="*/ 955 h 25797"/>
                <a:gd name="csX11" fmla="*/ 19109 w 32485"/>
                <a:gd name="csY11" fmla="*/ 0 h 25797"/>
                <a:gd name="csX12" fmla="*/ 12898 w 32485"/>
                <a:gd name="csY12" fmla="*/ 955 h 25797"/>
                <a:gd name="csX13" fmla="*/ 10032 w 32485"/>
                <a:gd name="csY13" fmla="*/ 7166 h 25797"/>
                <a:gd name="csX14" fmla="*/ 9555 w 32485"/>
                <a:gd name="csY14" fmla="*/ 10032 h 25797"/>
                <a:gd name="csX15" fmla="*/ 7166 w 32485"/>
                <a:gd name="csY15" fmla="*/ 12421 h 25797"/>
                <a:gd name="csX16" fmla="*/ 955 w 32485"/>
                <a:gd name="csY16" fmla="*/ 14810 h 25797"/>
                <a:gd name="csX17" fmla="*/ 0 w 32485"/>
                <a:gd name="csY17" fmla="*/ 16243 h 25797"/>
                <a:gd name="csX18" fmla="*/ 2866 w 32485"/>
                <a:gd name="csY18" fmla="*/ 21498 h 25797"/>
                <a:gd name="csX19" fmla="*/ 6688 w 32485"/>
                <a:gd name="csY19" fmla="*/ 22931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2485" h="25797">
                  <a:moveTo>
                    <a:pt x="6688" y="22931"/>
                  </a:moveTo>
                  <a:lnTo>
                    <a:pt x="7644" y="23886"/>
                  </a:lnTo>
                  <a:lnTo>
                    <a:pt x="8599" y="25320"/>
                  </a:lnTo>
                  <a:lnTo>
                    <a:pt x="12898" y="25797"/>
                  </a:lnTo>
                  <a:lnTo>
                    <a:pt x="25797" y="24364"/>
                  </a:lnTo>
                  <a:lnTo>
                    <a:pt x="28664" y="20542"/>
                  </a:lnTo>
                  <a:lnTo>
                    <a:pt x="31052" y="20065"/>
                  </a:lnTo>
                  <a:lnTo>
                    <a:pt x="32485" y="15765"/>
                  </a:lnTo>
                  <a:lnTo>
                    <a:pt x="25319" y="9555"/>
                  </a:lnTo>
                  <a:lnTo>
                    <a:pt x="22453" y="4777"/>
                  </a:lnTo>
                  <a:lnTo>
                    <a:pt x="21975" y="955"/>
                  </a:lnTo>
                  <a:lnTo>
                    <a:pt x="19109" y="0"/>
                  </a:lnTo>
                  <a:lnTo>
                    <a:pt x="12898" y="955"/>
                  </a:lnTo>
                  <a:lnTo>
                    <a:pt x="10032" y="7166"/>
                  </a:lnTo>
                  <a:lnTo>
                    <a:pt x="9555" y="10032"/>
                  </a:lnTo>
                  <a:lnTo>
                    <a:pt x="7166" y="12421"/>
                  </a:lnTo>
                  <a:lnTo>
                    <a:pt x="955" y="14810"/>
                  </a:lnTo>
                  <a:lnTo>
                    <a:pt x="0" y="16243"/>
                  </a:lnTo>
                  <a:lnTo>
                    <a:pt x="2866" y="21498"/>
                  </a:lnTo>
                  <a:lnTo>
                    <a:pt x="6688" y="2293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7" name="Freeform 5266">
              <a:extLst>
                <a:ext uri="{FF2B5EF4-FFF2-40B4-BE49-F238E27FC236}">
                  <a16:creationId xmlns:a16="http://schemas.microsoft.com/office/drawing/2014/main" id="{880A3D4B-869B-F4C4-206B-D539DB92D131}"/>
                </a:ext>
              </a:extLst>
            </p:cNvPr>
            <p:cNvSpPr/>
            <p:nvPr/>
          </p:nvSpPr>
          <p:spPr>
            <a:xfrm>
              <a:off x="6983621" y="2023781"/>
              <a:ext cx="61626" cy="52072"/>
            </a:xfrm>
            <a:custGeom>
              <a:avLst/>
              <a:gdLst>
                <a:gd name="csX0" fmla="*/ 5255 w 61626"/>
                <a:gd name="csY0" fmla="*/ 45862 h 52072"/>
                <a:gd name="csX1" fmla="*/ 14332 w 61626"/>
                <a:gd name="csY1" fmla="*/ 41562 h 52072"/>
                <a:gd name="csX2" fmla="*/ 17676 w 61626"/>
                <a:gd name="csY2" fmla="*/ 47295 h 52072"/>
                <a:gd name="csX3" fmla="*/ 21020 w 61626"/>
                <a:gd name="csY3" fmla="*/ 47295 h 52072"/>
                <a:gd name="csX4" fmla="*/ 23886 w 61626"/>
                <a:gd name="csY4" fmla="*/ 44907 h 52072"/>
                <a:gd name="csX5" fmla="*/ 26753 w 61626"/>
                <a:gd name="csY5" fmla="*/ 40129 h 52072"/>
                <a:gd name="csX6" fmla="*/ 33441 w 61626"/>
                <a:gd name="csY6" fmla="*/ 47295 h 52072"/>
                <a:gd name="csX7" fmla="*/ 39651 w 61626"/>
                <a:gd name="csY7" fmla="*/ 52072 h 52072"/>
                <a:gd name="csX8" fmla="*/ 45862 w 61626"/>
                <a:gd name="csY8" fmla="*/ 48251 h 52072"/>
                <a:gd name="csX9" fmla="*/ 48728 w 61626"/>
                <a:gd name="csY9" fmla="*/ 44907 h 52072"/>
                <a:gd name="csX10" fmla="*/ 50639 w 61626"/>
                <a:gd name="csY10" fmla="*/ 37741 h 52072"/>
                <a:gd name="csX11" fmla="*/ 48728 w 61626"/>
                <a:gd name="csY11" fmla="*/ 32008 h 52072"/>
                <a:gd name="csX12" fmla="*/ 47295 w 61626"/>
                <a:gd name="csY12" fmla="*/ 24364 h 52072"/>
                <a:gd name="csX13" fmla="*/ 57805 w 61626"/>
                <a:gd name="csY13" fmla="*/ 21976 h 52072"/>
                <a:gd name="csX14" fmla="*/ 61627 w 61626"/>
                <a:gd name="csY14" fmla="*/ 18154 h 52072"/>
                <a:gd name="csX15" fmla="*/ 58760 w 61626"/>
                <a:gd name="csY15" fmla="*/ 12421 h 52072"/>
                <a:gd name="csX16" fmla="*/ 50639 w 61626"/>
                <a:gd name="csY16" fmla="*/ 10032 h 52072"/>
                <a:gd name="csX17" fmla="*/ 47773 w 61626"/>
                <a:gd name="csY17" fmla="*/ 7644 h 52072"/>
                <a:gd name="csX18" fmla="*/ 46340 w 61626"/>
                <a:gd name="csY18" fmla="*/ 2389 h 52072"/>
                <a:gd name="csX19" fmla="*/ 44906 w 61626"/>
                <a:gd name="csY19" fmla="*/ 0 h 52072"/>
                <a:gd name="csX20" fmla="*/ 39651 w 61626"/>
                <a:gd name="csY20" fmla="*/ 2866 h 52072"/>
                <a:gd name="csX21" fmla="*/ 37740 w 61626"/>
                <a:gd name="csY21" fmla="*/ 3822 h 52072"/>
                <a:gd name="csX22" fmla="*/ 32485 w 61626"/>
                <a:gd name="csY22" fmla="*/ 3344 h 52072"/>
                <a:gd name="csX23" fmla="*/ 30097 w 61626"/>
                <a:gd name="csY23" fmla="*/ 6688 h 52072"/>
                <a:gd name="csX24" fmla="*/ 24842 w 61626"/>
                <a:gd name="csY24" fmla="*/ 17676 h 52072"/>
                <a:gd name="csX25" fmla="*/ 18631 w 61626"/>
                <a:gd name="csY25" fmla="*/ 21976 h 52072"/>
                <a:gd name="csX26" fmla="*/ 13854 w 61626"/>
                <a:gd name="csY26" fmla="*/ 32008 h 52072"/>
                <a:gd name="csX27" fmla="*/ 6210 w 61626"/>
                <a:gd name="csY27" fmla="*/ 29142 h 52072"/>
                <a:gd name="csX28" fmla="*/ 0 w 61626"/>
                <a:gd name="csY28" fmla="*/ 31052 h 52072"/>
                <a:gd name="csX29" fmla="*/ 2389 w 61626"/>
                <a:gd name="csY29" fmla="*/ 41085 h 52072"/>
                <a:gd name="csX30" fmla="*/ 5255 w 61626"/>
                <a:gd name="csY30" fmla="*/ 45862 h 52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61626" h="52072">
                  <a:moveTo>
                    <a:pt x="5255" y="45862"/>
                  </a:moveTo>
                  <a:lnTo>
                    <a:pt x="14332" y="41562"/>
                  </a:lnTo>
                  <a:lnTo>
                    <a:pt x="17676" y="47295"/>
                  </a:lnTo>
                  <a:lnTo>
                    <a:pt x="21020" y="47295"/>
                  </a:lnTo>
                  <a:lnTo>
                    <a:pt x="23886" y="44907"/>
                  </a:lnTo>
                  <a:lnTo>
                    <a:pt x="26753" y="40129"/>
                  </a:lnTo>
                  <a:lnTo>
                    <a:pt x="33441" y="47295"/>
                  </a:lnTo>
                  <a:lnTo>
                    <a:pt x="39651" y="52072"/>
                  </a:lnTo>
                  <a:lnTo>
                    <a:pt x="45862" y="48251"/>
                  </a:lnTo>
                  <a:lnTo>
                    <a:pt x="48728" y="44907"/>
                  </a:lnTo>
                  <a:lnTo>
                    <a:pt x="50639" y="37741"/>
                  </a:lnTo>
                  <a:lnTo>
                    <a:pt x="48728" y="32008"/>
                  </a:lnTo>
                  <a:lnTo>
                    <a:pt x="47295" y="24364"/>
                  </a:lnTo>
                  <a:lnTo>
                    <a:pt x="57805" y="21976"/>
                  </a:lnTo>
                  <a:lnTo>
                    <a:pt x="61627" y="18154"/>
                  </a:lnTo>
                  <a:lnTo>
                    <a:pt x="58760" y="12421"/>
                  </a:lnTo>
                  <a:lnTo>
                    <a:pt x="50639" y="10032"/>
                  </a:lnTo>
                  <a:lnTo>
                    <a:pt x="47773" y="7644"/>
                  </a:lnTo>
                  <a:lnTo>
                    <a:pt x="46340" y="2389"/>
                  </a:lnTo>
                  <a:lnTo>
                    <a:pt x="44906" y="0"/>
                  </a:lnTo>
                  <a:lnTo>
                    <a:pt x="39651" y="2866"/>
                  </a:lnTo>
                  <a:lnTo>
                    <a:pt x="37740" y="3822"/>
                  </a:lnTo>
                  <a:lnTo>
                    <a:pt x="32485" y="3344"/>
                  </a:lnTo>
                  <a:lnTo>
                    <a:pt x="30097" y="6688"/>
                  </a:lnTo>
                  <a:lnTo>
                    <a:pt x="24842" y="17676"/>
                  </a:lnTo>
                  <a:lnTo>
                    <a:pt x="18631" y="21976"/>
                  </a:lnTo>
                  <a:lnTo>
                    <a:pt x="13854" y="32008"/>
                  </a:lnTo>
                  <a:lnTo>
                    <a:pt x="6210" y="29142"/>
                  </a:lnTo>
                  <a:lnTo>
                    <a:pt x="0" y="31052"/>
                  </a:lnTo>
                  <a:lnTo>
                    <a:pt x="2389" y="41085"/>
                  </a:lnTo>
                  <a:lnTo>
                    <a:pt x="5255" y="4586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8" name="Freeform 5267">
              <a:extLst>
                <a:ext uri="{FF2B5EF4-FFF2-40B4-BE49-F238E27FC236}">
                  <a16:creationId xmlns:a16="http://schemas.microsoft.com/office/drawing/2014/main" id="{3DCCB273-BCE7-5307-F6D2-A947BF6F1778}"/>
                </a:ext>
              </a:extLst>
            </p:cNvPr>
            <p:cNvSpPr/>
            <p:nvPr/>
          </p:nvSpPr>
          <p:spPr>
            <a:xfrm>
              <a:off x="6955434" y="2078242"/>
              <a:ext cx="72614" cy="55894"/>
            </a:xfrm>
            <a:custGeom>
              <a:avLst/>
              <a:gdLst>
                <a:gd name="csX0" fmla="*/ 6688 w 72614"/>
                <a:gd name="csY0" fmla="*/ 38218 h 55894"/>
                <a:gd name="csX1" fmla="*/ 9555 w 72614"/>
                <a:gd name="csY1" fmla="*/ 38696 h 55894"/>
                <a:gd name="csX2" fmla="*/ 11466 w 72614"/>
                <a:gd name="csY2" fmla="*/ 40607 h 55894"/>
                <a:gd name="csX3" fmla="*/ 12421 w 72614"/>
                <a:gd name="csY3" fmla="*/ 43473 h 55894"/>
                <a:gd name="csX4" fmla="*/ 21498 w 72614"/>
                <a:gd name="csY4" fmla="*/ 42040 h 55894"/>
                <a:gd name="csX5" fmla="*/ 29619 w 72614"/>
                <a:gd name="csY5" fmla="*/ 47295 h 55894"/>
                <a:gd name="csX6" fmla="*/ 32963 w 72614"/>
                <a:gd name="csY6" fmla="*/ 54939 h 55894"/>
                <a:gd name="csX7" fmla="*/ 36307 w 72614"/>
                <a:gd name="csY7" fmla="*/ 55894 h 55894"/>
                <a:gd name="csX8" fmla="*/ 44907 w 72614"/>
                <a:gd name="csY8" fmla="*/ 55417 h 55894"/>
                <a:gd name="csX9" fmla="*/ 54939 w 72614"/>
                <a:gd name="csY9" fmla="*/ 52073 h 55894"/>
                <a:gd name="csX10" fmla="*/ 70226 w 72614"/>
                <a:gd name="csY10" fmla="*/ 41563 h 55894"/>
                <a:gd name="csX11" fmla="*/ 72615 w 72614"/>
                <a:gd name="csY11" fmla="*/ 37263 h 55894"/>
                <a:gd name="csX12" fmla="*/ 69748 w 72614"/>
                <a:gd name="csY12" fmla="*/ 34397 h 55894"/>
                <a:gd name="csX13" fmla="*/ 56850 w 72614"/>
                <a:gd name="csY13" fmla="*/ 23886 h 55894"/>
                <a:gd name="csX14" fmla="*/ 48251 w 72614"/>
                <a:gd name="csY14" fmla="*/ 13854 h 55894"/>
                <a:gd name="csX15" fmla="*/ 42040 w 72614"/>
                <a:gd name="csY15" fmla="*/ 10032 h 55894"/>
                <a:gd name="csX16" fmla="*/ 28186 w 72614"/>
                <a:gd name="csY16" fmla="*/ 10988 h 55894"/>
                <a:gd name="csX17" fmla="*/ 13376 w 72614"/>
                <a:gd name="csY17" fmla="*/ 0 h 55894"/>
                <a:gd name="csX18" fmla="*/ 11943 w 72614"/>
                <a:gd name="csY18" fmla="*/ 478 h 55894"/>
                <a:gd name="csX19" fmla="*/ 7644 w 72614"/>
                <a:gd name="csY19" fmla="*/ 15287 h 55894"/>
                <a:gd name="csX20" fmla="*/ 6688 w 72614"/>
                <a:gd name="csY20" fmla="*/ 24842 h 55894"/>
                <a:gd name="csX21" fmla="*/ 3821 w 72614"/>
                <a:gd name="csY21" fmla="*/ 24842 h 55894"/>
                <a:gd name="csX22" fmla="*/ 0 w 72614"/>
                <a:gd name="csY22" fmla="*/ 28186 h 55894"/>
                <a:gd name="csX23" fmla="*/ 478 w 72614"/>
                <a:gd name="csY23" fmla="*/ 34874 h 55894"/>
                <a:gd name="csX24" fmla="*/ 6688 w 72614"/>
                <a:gd name="csY24" fmla="*/ 38218 h 5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72614" h="55894">
                  <a:moveTo>
                    <a:pt x="6688" y="38218"/>
                  </a:moveTo>
                  <a:lnTo>
                    <a:pt x="9555" y="38696"/>
                  </a:lnTo>
                  <a:lnTo>
                    <a:pt x="11466" y="40607"/>
                  </a:lnTo>
                  <a:lnTo>
                    <a:pt x="12421" y="43473"/>
                  </a:lnTo>
                  <a:lnTo>
                    <a:pt x="21498" y="42040"/>
                  </a:lnTo>
                  <a:lnTo>
                    <a:pt x="29619" y="47295"/>
                  </a:lnTo>
                  <a:lnTo>
                    <a:pt x="32963" y="54939"/>
                  </a:lnTo>
                  <a:lnTo>
                    <a:pt x="36307" y="55894"/>
                  </a:lnTo>
                  <a:lnTo>
                    <a:pt x="44907" y="55417"/>
                  </a:lnTo>
                  <a:lnTo>
                    <a:pt x="54939" y="52073"/>
                  </a:lnTo>
                  <a:lnTo>
                    <a:pt x="70226" y="41563"/>
                  </a:lnTo>
                  <a:lnTo>
                    <a:pt x="72615" y="37263"/>
                  </a:lnTo>
                  <a:lnTo>
                    <a:pt x="69748" y="34397"/>
                  </a:lnTo>
                  <a:lnTo>
                    <a:pt x="56850" y="23886"/>
                  </a:lnTo>
                  <a:lnTo>
                    <a:pt x="48251" y="13854"/>
                  </a:lnTo>
                  <a:lnTo>
                    <a:pt x="42040" y="10032"/>
                  </a:lnTo>
                  <a:lnTo>
                    <a:pt x="28186" y="10988"/>
                  </a:lnTo>
                  <a:lnTo>
                    <a:pt x="13376" y="0"/>
                  </a:lnTo>
                  <a:lnTo>
                    <a:pt x="11943" y="478"/>
                  </a:lnTo>
                  <a:lnTo>
                    <a:pt x="7644" y="15287"/>
                  </a:lnTo>
                  <a:lnTo>
                    <a:pt x="6688" y="24842"/>
                  </a:lnTo>
                  <a:lnTo>
                    <a:pt x="3821" y="24842"/>
                  </a:lnTo>
                  <a:lnTo>
                    <a:pt x="0" y="28186"/>
                  </a:lnTo>
                  <a:lnTo>
                    <a:pt x="478" y="34874"/>
                  </a:lnTo>
                  <a:lnTo>
                    <a:pt x="6688" y="3821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9" name="Freeform 5268">
              <a:extLst>
                <a:ext uri="{FF2B5EF4-FFF2-40B4-BE49-F238E27FC236}">
                  <a16:creationId xmlns:a16="http://schemas.microsoft.com/office/drawing/2014/main" id="{1132EA71-0374-EF5B-E9DC-615651DB7054}"/>
                </a:ext>
              </a:extLst>
            </p:cNvPr>
            <p:cNvSpPr/>
            <p:nvPr/>
          </p:nvSpPr>
          <p:spPr>
            <a:xfrm>
              <a:off x="7032349" y="1987474"/>
              <a:ext cx="29618" cy="20064"/>
            </a:xfrm>
            <a:custGeom>
              <a:avLst/>
              <a:gdLst>
                <a:gd name="csX0" fmla="*/ 955 w 29618"/>
                <a:gd name="csY0" fmla="*/ 20065 h 20064"/>
                <a:gd name="csX1" fmla="*/ 7644 w 29618"/>
                <a:gd name="csY1" fmla="*/ 17676 h 20064"/>
                <a:gd name="csX2" fmla="*/ 28664 w 29618"/>
                <a:gd name="csY2" fmla="*/ 11943 h 20064"/>
                <a:gd name="csX3" fmla="*/ 28664 w 29618"/>
                <a:gd name="csY3" fmla="*/ 9555 h 20064"/>
                <a:gd name="csX4" fmla="*/ 29619 w 29618"/>
                <a:gd name="csY4" fmla="*/ 3822 h 20064"/>
                <a:gd name="csX5" fmla="*/ 26753 w 29618"/>
                <a:gd name="csY5" fmla="*/ 0 h 20064"/>
                <a:gd name="csX6" fmla="*/ 4300 w 29618"/>
                <a:gd name="csY6" fmla="*/ 3344 h 20064"/>
                <a:gd name="csX7" fmla="*/ 1433 w 29618"/>
                <a:gd name="csY7" fmla="*/ 7166 h 20064"/>
                <a:gd name="csX8" fmla="*/ 478 w 29618"/>
                <a:gd name="csY8" fmla="*/ 13376 h 20064"/>
                <a:gd name="csX9" fmla="*/ 0 w 29618"/>
                <a:gd name="csY9" fmla="*/ 16721 h 20064"/>
                <a:gd name="csX10" fmla="*/ 0 w 29618"/>
                <a:gd name="csY10" fmla="*/ 18154 h 20064"/>
                <a:gd name="csX11" fmla="*/ 955 w 29618"/>
                <a:gd name="csY11" fmla="*/ 20065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9618" h="20064">
                  <a:moveTo>
                    <a:pt x="955" y="20065"/>
                  </a:moveTo>
                  <a:lnTo>
                    <a:pt x="7644" y="17676"/>
                  </a:lnTo>
                  <a:lnTo>
                    <a:pt x="28664" y="11943"/>
                  </a:lnTo>
                  <a:lnTo>
                    <a:pt x="28664" y="9555"/>
                  </a:lnTo>
                  <a:lnTo>
                    <a:pt x="29619" y="3822"/>
                  </a:lnTo>
                  <a:lnTo>
                    <a:pt x="26753" y="0"/>
                  </a:lnTo>
                  <a:lnTo>
                    <a:pt x="4300" y="3344"/>
                  </a:lnTo>
                  <a:lnTo>
                    <a:pt x="1433" y="7166"/>
                  </a:lnTo>
                  <a:lnTo>
                    <a:pt x="478" y="13376"/>
                  </a:lnTo>
                  <a:lnTo>
                    <a:pt x="0" y="16721"/>
                  </a:lnTo>
                  <a:lnTo>
                    <a:pt x="0" y="18154"/>
                  </a:lnTo>
                  <a:lnTo>
                    <a:pt x="955" y="200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0" name="Freeform 5269">
              <a:extLst>
                <a:ext uri="{FF2B5EF4-FFF2-40B4-BE49-F238E27FC236}">
                  <a16:creationId xmlns:a16="http://schemas.microsoft.com/office/drawing/2014/main" id="{68DB63C5-4A35-11ED-7DFB-F53ECD7B73D1}"/>
                </a:ext>
              </a:extLst>
            </p:cNvPr>
            <p:cNvSpPr/>
            <p:nvPr/>
          </p:nvSpPr>
          <p:spPr>
            <a:xfrm>
              <a:off x="6808771" y="2100218"/>
              <a:ext cx="100323" cy="93157"/>
            </a:xfrm>
            <a:custGeom>
              <a:avLst/>
              <a:gdLst>
                <a:gd name="csX0" fmla="*/ 48251 w 100323"/>
                <a:gd name="csY0" fmla="*/ 46340 h 93157"/>
                <a:gd name="csX1" fmla="*/ 39174 w 100323"/>
                <a:gd name="csY1" fmla="*/ 47295 h 93157"/>
                <a:gd name="csX2" fmla="*/ 35830 w 100323"/>
                <a:gd name="csY2" fmla="*/ 41562 h 93157"/>
                <a:gd name="csX3" fmla="*/ 34874 w 100323"/>
                <a:gd name="csY3" fmla="*/ 40607 h 93157"/>
                <a:gd name="csX4" fmla="*/ 32963 w 100323"/>
                <a:gd name="csY4" fmla="*/ 41562 h 93157"/>
                <a:gd name="csX5" fmla="*/ 31052 w 100323"/>
                <a:gd name="csY5" fmla="*/ 43473 h 93157"/>
                <a:gd name="csX6" fmla="*/ 24842 w 100323"/>
                <a:gd name="csY6" fmla="*/ 44907 h 93157"/>
                <a:gd name="csX7" fmla="*/ 20065 w 100323"/>
                <a:gd name="csY7" fmla="*/ 48251 h 93157"/>
                <a:gd name="csX8" fmla="*/ 14810 w 100323"/>
                <a:gd name="csY8" fmla="*/ 54461 h 93157"/>
                <a:gd name="csX9" fmla="*/ 0 w 100323"/>
                <a:gd name="csY9" fmla="*/ 69749 h 93157"/>
                <a:gd name="csX10" fmla="*/ 1911 w 100323"/>
                <a:gd name="csY10" fmla="*/ 74526 h 93157"/>
                <a:gd name="csX11" fmla="*/ 3822 w 100323"/>
                <a:gd name="csY11" fmla="*/ 76914 h 93157"/>
                <a:gd name="csX12" fmla="*/ 6688 w 100323"/>
                <a:gd name="csY12" fmla="*/ 82647 h 93157"/>
                <a:gd name="csX13" fmla="*/ 11943 w 100323"/>
                <a:gd name="csY13" fmla="*/ 82647 h 93157"/>
                <a:gd name="csX14" fmla="*/ 13854 w 100323"/>
                <a:gd name="csY14" fmla="*/ 81692 h 93157"/>
                <a:gd name="csX15" fmla="*/ 15765 w 100323"/>
                <a:gd name="csY15" fmla="*/ 77392 h 93157"/>
                <a:gd name="csX16" fmla="*/ 19587 w 100323"/>
                <a:gd name="csY16" fmla="*/ 75959 h 93157"/>
                <a:gd name="csX17" fmla="*/ 24842 w 100323"/>
                <a:gd name="csY17" fmla="*/ 76437 h 93157"/>
                <a:gd name="csX18" fmla="*/ 26275 w 100323"/>
                <a:gd name="csY18" fmla="*/ 79303 h 93157"/>
                <a:gd name="csX19" fmla="*/ 21498 w 100323"/>
                <a:gd name="csY19" fmla="*/ 85991 h 93157"/>
                <a:gd name="csX20" fmla="*/ 19587 w 100323"/>
                <a:gd name="csY20" fmla="*/ 90291 h 93157"/>
                <a:gd name="csX21" fmla="*/ 21498 w 100323"/>
                <a:gd name="csY21" fmla="*/ 93157 h 93157"/>
                <a:gd name="csX22" fmla="*/ 25798 w 100323"/>
                <a:gd name="csY22" fmla="*/ 92679 h 93157"/>
                <a:gd name="csX23" fmla="*/ 27231 w 100323"/>
                <a:gd name="csY23" fmla="*/ 91246 h 93157"/>
                <a:gd name="csX24" fmla="*/ 28664 w 100323"/>
                <a:gd name="csY24" fmla="*/ 88858 h 93157"/>
                <a:gd name="csX25" fmla="*/ 30097 w 100323"/>
                <a:gd name="csY25" fmla="*/ 87902 h 93157"/>
                <a:gd name="csX26" fmla="*/ 34397 w 100323"/>
                <a:gd name="csY26" fmla="*/ 91724 h 93157"/>
                <a:gd name="csX27" fmla="*/ 36308 w 100323"/>
                <a:gd name="csY27" fmla="*/ 90291 h 93157"/>
                <a:gd name="csX28" fmla="*/ 37263 w 100323"/>
                <a:gd name="csY28" fmla="*/ 85036 h 93157"/>
                <a:gd name="csX29" fmla="*/ 37741 w 100323"/>
                <a:gd name="csY29" fmla="*/ 82647 h 93157"/>
                <a:gd name="csX30" fmla="*/ 38218 w 100323"/>
                <a:gd name="csY30" fmla="*/ 81214 h 93157"/>
                <a:gd name="csX31" fmla="*/ 42518 w 100323"/>
                <a:gd name="csY31" fmla="*/ 85036 h 93157"/>
                <a:gd name="csX32" fmla="*/ 44429 w 100323"/>
                <a:gd name="csY32" fmla="*/ 85514 h 93157"/>
                <a:gd name="csX33" fmla="*/ 46340 w 100323"/>
                <a:gd name="csY33" fmla="*/ 84558 h 93157"/>
                <a:gd name="csX34" fmla="*/ 46818 w 100323"/>
                <a:gd name="csY34" fmla="*/ 79781 h 93157"/>
                <a:gd name="csX35" fmla="*/ 46340 w 100323"/>
                <a:gd name="csY35" fmla="*/ 75959 h 93157"/>
                <a:gd name="csX36" fmla="*/ 45862 w 100323"/>
                <a:gd name="csY36" fmla="*/ 73570 h 93157"/>
                <a:gd name="csX37" fmla="*/ 45384 w 100323"/>
                <a:gd name="csY37" fmla="*/ 72615 h 93157"/>
                <a:gd name="csX38" fmla="*/ 40607 w 100323"/>
                <a:gd name="csY38" fmla="*/ 71182 h 93157"/>
                <a:gd name="csX39" fmla="*/ 40129 w 100323"/>
                <a:gd name="csY39" fmla="*/ 69749 h 93157"/>
                <a:gd name="csX40" fmla="*/ 42996 w 100323"/>
                <a:gd name="csY40" fmla="*/ 64016 h 93157"/>
                <a:gd name="csX41" fmla="*/ 44429 w 100323"/>
                <a:gd name="csY41" fmla="*/ 62583 h 93157"/>
                <a:gd name="csX42" fmla="*/ 58283 w 100323"/>
                <a:gd name="csY42" fmla="*/ 61627 h 93157"/>
                <a:gd name="csX43" fmla="*/ 62583 w 100323"/>
                <a:gd name="csY43" fmla="*/ 56372 h 93157"/>
                <a:gd name="csX44" fmla="*/ 61627 w 100323"/>
                <a:gd name="csY44" fmla="*/ 51117 h 93157"/>
                <a:gd name="csX45" fmla="*/ 63538 w 100323"/>
                <a:gd name="csY45" fmla="*/ 48251 h 93157"/>
                <a:gd name="csX46" fmla="*/ 72138 w 100323"/>
                <a:gd name="csY46" fmla="*/ 45384 h 93157"/>
                <a:gd name="csX47" fmla="*/ 85514 w 100323"/>
                <a:gd name="csY47" fmla="*/ 43473 h 93157"/>
                <a:gd name="csX48" fmla="*/ 89336 w 100323"/>
                <a:gd name="csY48" fmla="*/ 36785 h 93157"/>
                <a:gd name="csX49" fmla="*/ 100323 w 100323"/>
                <a:gd name="csY49" fmla="*/ 27231 h 93157"/>
                <a:gd name="csX50" fmla="*/ 97935 w 100323"/>
                <a:gd name="csY50" fmla="*/ 21498 h 93157"/>
                <a:gd name="csX51" fmla="*/ 95546 w 100323"/>
                <a:gd name="csY51" fmla="*/ 21020 h 93157"/>
                <a:gd name="csX52" fmla="*/ 84558 w 100323"/>
                <a:gd name="csY52" fmla="*/ 4300 h 93157"/>
                <a:gd name="csX53" fmla="*/ 82647 w 100323"/>
                <a:gd name="csY53" fmla="*/ 1433 h 93157"/>
                <a:gd name="csX54" fmla="*/ 75004 w 100323"/>
                <a:gd name="csY54" fmla="*/ 1911 h 93157"/>
                <a:gd name="csX55" fmla="*/ 72138 w 100323"/>
                <a:gd name="csY55" fmla="*/ 0 h 93157"/>
                <a:gd name="csX56" fmla="*/ 68793 w 100323"/>
                <a:gd name="csY56" fmla="*/ 478 h 93157"/>
                <a:gd name="csX57" fmla="*/ 56850 w 100323"/>
                <a:gd name="csY57" fmla="*/ 7166 h 93157"/>
                <a:gd name="csX58" fmla="*/ 51595 w 100323"/>
                <a:gd name="csY58" fmla="*/ 11943 h 93157"/>
                <a:gd name="csX59" fmla="*/ 49684 w 100323"/>
                <a:gd name="csY59" fmla="*/ 24364 h 93157"/>
                <a:gd name="csX60" fmla="*/ 50640 w 100323"/>
                <a:gd name="csY60" fmla="*/ 30575 h 93157"/>
                <a:gd name="csX61" fmla="*/ 50162 w 100323"/>
                <a:gd name="csY61" fmla="*/ 41562 h 93157"/>
                <a:gd name="csX62" fmla="*/ 48251 w 100323"/>
                <a:gd name="csY62" fmla="*/ 46340 h 93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100323" h="93157">
                  <a:moveTo>
                    <a:pt x="48251" y="46340"/>
                  </a:moveTo>
                  <a:lnTo>
                    <a:pt x="39174" y="47295"/>
                  </a:lnTo>
                  <a:lnTo>
                    <a:pt x="35830" y="41562"/>
                  </a:lnTo>
                  <a:lnTo>
                    <a:pt x="34874" y="40607"/>
                  </a:lnTo>
                  <a:lnTo>
                    <a:pt x="32963" y="41562"/>
                  </a:lnTo>
                  <a:lnTo>
                    <a:pt x="31052" y="43473"/>
                  </a:lnTo>
                  <a:lnTo>
                    <a:pt x="24842" y="44907"/>
                  </a:lnTo>
                  <a:lnTo>
                    <a:pt x="20065" y="48251"/>
                  </a:lnTo>
                  <a:lnTo>
                    <a:pt x="14810" y="54461"/>
                  </a:lnTo>
                  <a:lnTo>
                    <a:pt x="0" y="69749"/>
                  </a:lnTo>
                  <a:lnTo>
                    <a:pt x="1911" y="74526"/>
                  </a:lnTo>
                  <a:lnTo>
                    <a:pt x="3822" y="76914"/>
                  </a:lnTo>
                  <a:lnTo>
                    <a:pt x="6688" y="82647"/>
                  </a:lnTo>
                  <a:lnTo>
                    <a:pt x="11943" y="82647"/>
                  </a:lnTo>
                  <a:lnTo>
                    <a:pt x="13854" y="81692"/>
                  </a:lnTo>
                  <a:lnTo>
                    <a:pt x="15765" y="77392"/>
                  </a:lnTo>
                  <a:lnTo>
                    <a:pt x="19587" y="75959"/>
                  </a:lnTo>
                  <a:lnTo>
                    <a:pt x="24842" y="76437"/>
                  </a:lnTo>
                  <a:lnTo>
                    <a:pt x="26275" y="79303"/>
                  </a:lnTo>
                  <a:lnTo>
                    <a:pt x="21498" y="85991"/>
                  </a:lnTo>
                  <a:lnTo>
                    <a:pt x="19587" y="90291"/>
                  </a:lnTo>
                  <a:lnTo>
                    <a:pt x="21498" y="93157"/>
                  </a:lnTo>
                  <a:lnTo>
                    <a:pt x="25798" y="92679"/>
                  </a:lnTo>
                  <a:lnTo>
                    <a:pt x="27231" y="91246"/>
                  </a:lnTo>
                  <a:lnTo>
                    <a:pt x="28664" y="88858"/>
                  </a:lnTo>
                  <a:lnTo>
                    <a:pt x="30097" y="87902"/>
                  </a:lnTo>
                  <a:lnTo>
                    <a:pt x="34397" y="91724"/>
                  </a:lnTo>
                  <a:lnTo>
                    <a:pt x="36308" y="90291"/>
                  </a:lnTo>
                  <a:lnTo>
                    <a:pt x="37263" y="85036"/>
                  </a:lnTo>
                  <a:lnTo>
                    <a:pt x="37741" y="82647"/>
                  </a:lnTo>
                  <a:lnTo>
                    <a:pt x="38218" y="81214"/>
                  </a:lnTo>
                  <a:lnTo>
                    <a:pt x="42518" y="85036"/>
                  </a:lnTo>
                  <a:lnTo>
                    <a:pt x="44429" y="85514"/>
                  </a:lnTo>
                  <a:lnTo>
                    <a:pt x="46340" y="84558"/>
                  </a:lnTo>
                  <a:lnTo>
                    <a:pt x="46818" y="79781"/>
                  </a:lnTo>
                  <a:lnTo>
                    <a:pt x="46340" y="75959"/>
                  </a:lnTo>
                  <a:lnTo>
                    <a:pt x="45862" y="73570"/>
                  </a:lnTo>
                  <a:lnTo>
                    <a:pt x="45384" y="72615"/>
                  </a:lnTo>
                  <a:lnTo>
                    <a:pt x="40607" y="71182"/>
                  </a:lnTo>
                  <a:lnTo>
                    <a:pt x="40129" y="69749"/>
                  </a:lnTo>
                  <a:lnTo>
                    <a:pt x="42996" y="64016"/>
                  </a:lnTo>
                  <a:lnTo>
                    <a:pt x="44429" y="62583"/>
                  </a:lnTo>
                  <a:lnTo>
                    <a:pt x="58283" y="61627"/>
                  </a:lnTo>
                  <a:lnTo>
                    <a:pt x="62583" y="56372"/>
                  </a:lnTo>
                  <a:lnTo>
                    <a:pt x="61627" y="51117"/>
                  </a:lnTo>
                  <a:lnTo>
                    <a:pt x="63538" y="48251"/>
                  </a:lnTo>
                  <a:lnTo>
                    <a:pt x="72138" y="45384"/>
                  </a:lnTo>
                  <a:lnTo>
                    <a:pt x="85514" y="43473"/>
                  </a:lnTo>
                  <a:lnTo>
                    <a:pt x="89336" y="36785"/>
                  </a:lnTo>
                  <a:lnTo>
                    <a:pt x="100323" y="27231"/>
                  </a:lnTo>
                  <a:lnTo>
                    <a:pt x="97935" y="21498"/>
                  </a:lnTo>
                  <a:lnTo>
                    <a:pt x="95546" y="21020"/>
                  </a:lnTo>
                  <a:lnTo>
                    <a:pt x="84558" y="4300"/>
                  </a:lnTo>
                  <a:lnTo>
                    <a:pt x="82647" y="1433"/>
                  </a:lnTo>
                  <a:lnTo>
                    <a:pt x="75004" y="1911"/>
                  </a:lnTo>
                  <a:lnTo>
                    <a:pt x="72138" y="0"/>
                  </a:lnTo>
                  <a:lnTo>
                    <a:pt x="68793" y="478"/>
                  </a:lnTo>
                  <a:lnTo>
                    <a:pt x="56850" y="7166"/>
                  </a:lnTo>
                  <a:lnTo>
                    <a:pt x="51595" y="11943"/>
                  </a:lnTo>
                  <a:lnTo>
                    <a:pt x="49684" y="24364"/>
                  </a:lnTo>
                  <a:lnTo>
                    <a:pt x="50640" y="30575"/>
                  </a:lnTo>
                  <a:lnTo>
                    <a:pt x="50162" y="41562"/>
                  </a:lnTo>
                  <a:lnTo>
                    <a:pt x="48251" y="4634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1" name="Freeform 5270">
              <a:extLst>
                <a:ext uri="{FF2B5EF4-FFF2-40B4-BE49-F238E27FC236}">
                  <a16:creationId xmlns:a16="http://schemas.microsoft.com/office/drawing/2014/main" id="{07CE517A-A634-9B6D-25DD-F8BEAB912CE2}"/>
                </a:ext>
              </a:extLst>
            </p:cNvPr>
            <p:cNvSpPr/>
            <p:nvPr/>
          </p:nvSpPr>
          <p:spPr>
            <a:xfrm>
              <a:off x="6882819" y="2071554"/>
              <a:ext cx="11465" cy="15287"/>
            </a:xfrm>
            <a:custGeom>
              <a:avLst/>
              <a:gdLst>
                <a:gd name="csX0" fmla="*/ 478 w 11465"/>
                <a:gd name="csY0" fmla="*/ 10510 h 15287"/>
                <a:gd name="csX1" fmla="*/ 2867 w 11465"/>
                <a:gd name="csY1" fmla="*/ 14810 h 15287"/>
                <a:gd name="csX2" fmla="*/ 4777 w 11465"/>
                <a:gd name="csY2" fmla="*/ 15287 h 15287"/>
                <a:gd name="csX3" fmla="*/ 7644 w 11465"/>
                <a:gd name="csY3" fmla="*/ 14810 h 15287"/>
                <a:gd name="csX4" fmla="*/ 8122 w 11465"/>
                <a:gd name="csY4" fmla="*/ 11943 h 15287"/>
                <a:gd name="csX5" fmla="*/ 11466 w 11465"/>
                <a:gd name="csY5" fmla="*/ 7644 h 15287"/>
                <a:gd name="csX6" fmla="*/ 10033 w 11465"/>
                <a:gd name="csY6" fmla="*/ 2389 h 15287"/>
                <a:gd name="csX7" fmla="*/ 6688 w 11465"/>
                <a:gd name="csY7" fmla="*/ 0 h 15287"/>
                <a:gd name="csX8" fmla="*/ 4300 w 11465"/>
                <a:gd name="csY8" fmla="*/ 478 h 15287"/>
                <a:gd name="csX9" fmla="*/ 2867 w 11465"/>
                <a:gd name="csY9" fmla="*/ 1911 h 15287"/>
                <a:gd name="csX10" fmla="*/ 2389 w 11465"/>
                <a:gd name="csY10" fmla="*/ 3344 h 15287"/>
                <a:gd name="csX11" fmla="*/ 1911 w 11465"/>
                <a:gd name="csY11" fmla="*/ 5255 h 15287"/>
                <a:gd name="csX12" fmla="*/ 0 w 11465"/>
                <a:gd name="csY12" fmla="*/ 5733 h 15287"/>
                <a:gd name="csX13" fmla="*/ 0 w 11465"/>
                <a:gd name="csY13" fmla="*/ 8121 h 15287"/>
                <a:gd name="csX14" fmla="*/ 478 w 11465"/>
                <a:gd name="csY14" fmla="*/ 10510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1465" h="15287">
                  <a:moveTo>
                    <a:pt x="478" y="10510"/>
                  </a:moveTo>
                  <a:lnTo>
                    <a:pt x="2867" y="14810"/>
                  </a:lnTo>
                  <a:lnTo>
                    <a:pt x="4777" y="15287"/>
                  </a:lnTo>
                  <a:lnTo>
                    <a:pt x="7644" y="14810"/>
                  </a:lnTo>
                  <a:lnTo>
                    <a:pt x="8122" y="11943"/>
                  </a:lnTo>
                  <a:lnTo>
                    <a:pt x="11466" y="7644"/>
                  </a:lnTo>
                  <a:lnTo>
                    <a:pt x="10033" y="2389"/>
                  </a:lnTo>
                  <a:lnTo>
                    <a:pt x="6688" y="0"/>
                  </a:lnTo>
                  <a:lnTo>
                    <a:pt x="4300" y="478"/>
                  </a:lnTo>
                  <a:lnTo>
                    <a:pt x="2867" y="1911"/>
                  </a:lnTo>
                  <a:lnTo>
                    <a:pt x="2389" y="3344"/>
                  </a:lnTo>
                  <a:lnTo>
                    <a:pt x="1911" y="5255"/>
                  </a:lnTo>
                  <a:lnTo>
                    <a:pt x="0" y="5733"/>
                  </a:lnTo>
                  <a:lnTo>
                    <a:pt x="0" y="8121"/>
                  </a:lnTo>
                  <a:lnTo>
                    <a:pt x="478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2" name="Freeform 5271">
              <a:extLst>
                <a:ext uri="{FF2B5EF4-FFF2-40B4-BE49-F238E27FC236}">
                  <a16:creationId xmlns:a16="http://schemas.microsoft.com/office/drawing/2014/main" id="{635CC814-8420-0FA3-C63F-E68D1A9BB8BD}"/>
                </a:ext>
              </a:extLst>
            </p:cNvPr>
            <p:cNvSpPr/>
            <p:nvPr/>
          </p:nvSpPr>
          <p:spPr>
            <a:xfrm>
              <a:off x="6841257" y="2957742"/>
              <a:ext cx="39651" cy="39651"/>
            </a:xfrm>
            <a:custGeom>
              <a:avLst/>
              <a:gdLst>
                <a:gd name="csX0" fmla="*/ 13377 w 39651"/>
                <a:gd name="csY0" fmla="*/ 478 h 39651"/>
                <a:gd name="csX1" fmla="*/ 10988 w 39651"/>
                <a:gd name="csY1" fmla="*/ 956 h 39651"/>
                <a:gd name="csX2" fmla="*/ 6688 w 39651"/>
                <a:gd name="csY2" fmla="*/ 4300 h 39651"/>
                <a:gd name="csX3" fmla="*/ 2389 w 39651"/>
                <a:gd name="csY3" fmla="*/ 8599 h 39651"/>
                <a:gd name="csX4" fmla="*/ 478 w 39651"/>
                <a:gd name="csY4" fmla="*/ 12899 h 39651"/>
                <a:gd name="csX5" fmla="*/ 478 w 39651"/>
                <a:gd name="csY5" fmla="*/ 17198 h 39651"/>
                <a:gd name="csX6" fmla="*/ 0 w 39651"/>
                <a:gd name="csY6" fmla="*/ 21498 h 39651"/>
                <a:gd name="csX7" fmla="*/ 0 w 39651"/>
                <a:gd name="csY7" fmla="*/ 24364 h 39651"/>
                <a:gd name="csX8" fmla="*/ 478 w 39651"/>
                <a:gd name="csY8" fmla="*/ 27231 h 39651"/>
                <a:gd name="csX9" fmla="*/ 478 w 39651"/>
                <a:gd name="csY9" fmla="*/ 29142 h 39651"/>
                <a:gd name="csX10" fmla="*/ 3344 w 39651"/>
                <a:gd name="csY10" fmla="*/ 36307 h 39651"/>
                <a:gd name="csX11" fmla="*/ 7644 w 39651"/>
                <a:gd name="csY11" fmla="*/ 39651 h 39651"/>
                <a:gd name="csX12" fmla="*/ 12421 w 39651"/>
                <a:gd name="csY12" fmla="*/ 39651 h 39651"/>
                <a:gd name="csX13" fmla="*/ 17676 w 39651"/>
                <a:gd name="csY13" fmla="*/ 37741 h 39651"/>
                <a:gd name="csX14" fmla="*/ 26753 w 39651"/>
                <a:gd name="csY14" fmla="*/ 33441 h 39651"/>
                <a:gd name="csX15" fmla="*/ 31052 w 39651"/>
                <a:gd name="csY15" fmla="*/ 27708 h 39651"/>
                <a:gd name="csX16" fmla="*/ 32486 w 39651"/>
                <a:gd name="csY16" fmla="*/ 23886 h 39651"/>
                <a:gd name="csX17" fmla="*/ 35830 w 39651"/>
                <a:gd name="csY17" fmla="*/ 20065 h 39651"/>
                <a:gd name="csX18" fmla="*/ 36785 w 39651"/>
                <a:gd name="csY18" fmla="*/ 21498 h 39651"/>
                <a:gd name="csX19" fmla="*/ 37263 w 39651"/>
                <a:gd name="csY19" fmla="*/ 24364 h 39651"/>
                <a:gd name="csX20" fmla="*/ 38218 w 39651"/>
                <a:gd name="csY20" fmla="*/ 23886 h 39651"/>
                <a:gd name="csX21" fmla="*/ 39652 w 39651"/>
                <a:gd name="csY21" fmla="*/ 21976 h 39651"/>
                <a:gd name="csX22" fmla="*/ 39174 w 39651"/>
                <a:gd name="csY22" fmla="*/ 17198 h 39651"/>
                <a:gd name="csX23" fmla="*/ 37263 w 39651"/>
                <a:gd name="csY23" fmla="*/ 13376 h 39651"/>
                <a:gd name="csX24" fmla="*/ 33919 w 39651"/>
                <a:gd name="csY24" fmla="*/ 10510 h 39651"/>
                <a:gd name="csX25" fmla="*/ 18632 w 39651"/>
                <a:gd name="csY25" fmla="*/ 0 h 39651"/>
                <a:gd name="csX26" fmla="*/ 13377 w 39651"/>
                <a:gd name="csY26" fmla="*/ 478 h 396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9651" h="39651">
                  <a:moveTo>
                    <a:pt x="13377" y="478"/>
                  </a:moveTo>
                  <a:lnTo>
                    <a:pt x="10988" y="956"/>
                  </a:lnTo>
                  <a:lnTo>
                    <a:pt x="6688" y="4300"/>
                  </a:lnTo>
                  <a:lnTo>
                    <a:pt x="2389" y="8599"/>
                  </a:lnTo>
                  <a:lnTo>
                    <a:pt x="478" y="12899"/>
                  </a:lnTo>
                  <a:lnTo>
                    <a:pt x="478" y="17198"/>
                  </a:lnTo>
                  <a:lnTo>
                    <a:pt x="0" y="21498"/>
                  </a:lnTo>
                  <a:lnTo>
                    <a:pt x="0" y="24364"/>
                  </a:lnTo>
                  <a:lnTo>
                    <a:pt x="478" y="27231"/>
                  </a:lnTo>
                  <a:lnTo>
                    <a:pt x="478" y="29142"/>
                  </a:lnTo>
                  <a:lnTo>
                    <a:pt x="3344" y="36307"/>
                  </a:lnTo>
                  <a:lnTo>
                    <a:pt x="7644" y="39651"/>
                  </a:lnTo>
                  <a:lnTo>
                    <a:pt x="12421" y="39651"/>
                  </a:lnTo>
                  <a:lnTo>
                    <a:pt x="17676" y="37741"/>
                  </a:lnTo>
                  <a:lnTo>
                    <a:pt x="26753" y="33441"/>
                  </a:lnTo>
                  <a:lnTo>
                    <a:pt x="31052" y="27708"/>
                  </a:lnTo>
                  <a:lnTo>
                    <a:pt x="32486" y="23886"/>
                  </a:lnTo>
                  <a:lnTo>
                    <a:pt x="35830" y="20065"/>
                  </a:lnTo>
                  <a:lnTo>
                    <a:pt x="36785" y="21498"/>
                  </a:lnTo>
                  <a:lnTo>
                    <a:pt x="37263" y="24364"/>
                  </a:lnTo>
                  <a:lnTo>
                    <a:pt x="38218" y="23886"/>
                  </a:lnTo>
                  <a:lnTo>
                    <a:pt x="39652" y="21976"/>
                  </a:lnTo>
                  <a:lnTo>
                    <a:pt x="39174" y="17198"/>
                  </a:lnTo>
                  <a:lnTo>
                    <a:pt x="37263" y="13376"/>
                  </a:lnTo>
                  <a:lnTo>
                    <a:pt x="33919" y="10510"/>
                  </a:lnTo>
                  <a:lnTo>
                    <a:pt x="18632" y="0"/>
                  </a:lnTo>
                  <a:lnTo>
                    <a:pt x="133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3" name="Freeform 5272">
              <a:extLst>
                <a:ext uri="{FF2B5EF4-FFF2-40B4-BE49-F238E27FC236}">
                  <a16:creationId xmlns:a16="http://schemas.microsoft.com/office/drawing/2014/main" id="{14869D5C-93A3-3B46-21EB-FD7B65AC8C8A}"/>
                </a:ext>
              </a:extLst>
            </p:cNvPr>
            <p:cNvSpPr/>
            <p:nvPr/>
          </p:nvSpPr>
          <p:spPr>
            <a:xfrm>
              <a:off x="6774375" y="2108817"/>
              <a:ext cx="75003" cy="45384"/>
            </a:xfrm>
            <a:custGeom>
              <a:avLst/>
              <a:gdLst>
                <a:gd name="csX0" fmla="*/ 9555 w 75003"/>
                <a:gd name="csY0" fmla="*/ 32963 h 45384"/>
                <a:gd name="csX1" fmla="*/ 14332 w 75003"/>
                <a:gd name="csY1" fmla="*/ 35352 h 45384"/>
                <a:gd name="csX2" fmla="*/ 21020 w 75003"/>
                <a:gd name="csY2" fmla="*/ 32008 h 45384"/>
                <a:gd name="csX3" fmla="*/ 21975 w 75003"/>
                <a:gd name="csY3" fmla="*/ 34874 h 45384"/>
                <a:gd name="csX4" fmla="*/ 22931 w 75003"/>
                <a:gd name="csY4" fmla="*/ 41562 h 45384"/>
                <a:gd name="csX5" fmla="*/ 24364 w 75003"/>
                <a:gd name="csY5" fmla="*/ 45384 h 45384"/>
                <a:gd name="csX6" fmla="*/ 29141 w 75003"/>
                <a:gd name="csY6" fmla="*/ 44429 h 45384"/>
                <a:gd name="csX7" fmla="*/ 32008 w 75003"/>
                <a:gd name="csY7" fmla="*/ 42518 h 45384"/>
                <a:gd name="csX8" fmla="*/ 33919 w 75003"/>
                <a:gd name="csY8" fmla="*/ 34874 h 45384"/>
                <a:gd name="csX9" fmla="*/ 34874 w 75003"/>
                <a:gd name="csY9" fmla="*/ 32963 h 45384"/>
                <a:gd name="csX10" fmla="*/ 41562 w 75003"/>
                <a:gd name="csY10" fmla="*/ 32486 h 45384"/>
                <a:gd name="csX11" fmla="*/ 44429 w 75003"/>
                <a:gd name="csY11" fmla="*/ 27708 h 45384"/>
                <a:gd name="csX12" fmla="*/ 45384 w 75003"/>
                <a:gd name="csY12" fmla="*/ 26753 h 45384"/>
                <a:gd name="csX13" fmla="*/ 47295 w 75003"/>
                <a:gd name="csY13" fmla="*/ 27708 h 45384"/>
                <a:gd name="csX14" fmla="*/ 49684 w 75003"/>
                <a:gd name="csY14" fmla="*/ 20065 h 45384"/>
                <a:gd name="csX15" fmla="*/ 51595 w 75003"/>
                <a:gd name="csY15" fmla="*/ 18631 h 45384"/>
                <a:gd name="csX16" fmla="*/ 53505 w 75003"/>
                <a:gd name="csY16" fmla="*/ 12421 h 45384"/>
                <a:gd name="csX17" fmla="*/ 55416 w 75003"/>
                <a:gd name="csY17" fmla="*/ 10032 h 45384"/>
                <a:gd name="csX18" fmla="*/ 56850 w 75003"/>
                <a:gd name="csY18" fmla="*/ 10988 h 45384"/>
                <a:gd name="csX19" fmla="*/ 62105 w 75003"/>
                <a:gd name="csY19" fmla="*/ 21020 h 45384"/>
                <a:gd name="csX20" fmla="*/ 73570 w 75003"/>
                <a:gd name="csY20" fmla="*/ 25320 h 45384"/>
                <a:gd name="csX21" fmla="*/ 75003 w 75003"/>
                <a:gd name="csY21" fmla="*/ 24842 h 45384"/>
                <a:gd name="csX22" fmla="*/ 75003 w 75003"/>
                <a:gd name="csY22" fmla="*/ 15287 h 45384"/>
                <a:gd name="csX23" fmla="*/ 72137 w 75003"/>
                <a:gd name="csY23" fmla="*/ 8599 h 45384"/>
                <a:gd name="csX24" fmla="*/ 70226 w 75003"/>
                <a:gd name="csY24" fmla="*/ 5255 h 45384"/>
                <a:gd name="csX25" fmla="*/ 68316 w 75003"/>
                <a:gd name="csY25" fmla="*/ 3822 h 45384"/>
                <a:gd name="csX26" fmla="*/ 65927 w 75003"/>
                <a:gd name="csY26" fmla="*/ 3344 h 45384"/>
                <a:gd name="csX27" fmla="*/ 59239 w 75003"/>
                <a:gd name="csY27" fmla="*/ 4777 h 45384"/>
                <a:gd name="csX28" fmla="*/ 50162 w 75003"/>
                <a:gd name="csY28" fmla="*/ 0 h 45384"/>
                <a:gd name="csX29" fmla="*/ 48251 w 75003"/>
                <a:gd name="csY29" fmla="*/ 0 h 45384"/>
                <a:gd name="csX30" fmla="*/ 42040 w 75003"/>
                <a:gd name="csY30" fmla="*/ 4300 h 45384"/>
                <a:gd name="csX31" fmla="*/ 37263 w 75003"/>
                <a:gd name="csY31" fmla="*/ 10988 h 45384"/>
                <a:gd name="csX32" fmla="*/ 28186 w 75003"/>
                <a:gd name="csY32" fmla="*/ 13376 h 45384"/>
                <a:gd name="csX33" fmla="*/ 4300 w 75003"/>
                <a:gd name="csY33" fmla="*/ 22453 h 45384"/>
                <a:gd name="csX34" fmla="*/ 0 w 75003"/>
                <a:gd name="csY34" fmla="*/ 27231 h 45384"/>
                <a:gd name="csX35" fmla="*/ 4777 w 75003"/>
                <a:gd name="csY35" fmla="*/ 28664 h 45384"/>
                <a:gd name="csX36" fmla="*/ 9555 w 75003"/>
                <a:gd name="csY36" fmla="*/ 32963 h 45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75003" h="45384">
                  <a:moveTo>
                    <a:pt x="9555" y="32963"/>
                  </a:moveTo>
                  <a:lnTo>
                    <a:pt x="14332" y="35352"/>
                  </a:lnTo>
                  <a:lnTo>
                    <a:pt x="21020" y="32008"/>
                  </a:lnTo>
                  <a:lnTo>
                    <a:pt x="21975" y="34874"/>
                  </a:lnTo>
                  <a:lnTo>
                    <a:pt x="22931" y="41562"/>
                  </a:lnTo>
                  <a:lnTo>
                    <a:pt x="24364" y="45384"/>
                  </a:lnTo>
                  <a:lnTo>
                    <a:pt x="29141" y="44429"/>
                  </a:lnTo>
                  <a:lnTo>
                    <a:pt x="32008" y="42518"/>
                  </a:lnTo>
                  <a:lnTo>
                    <a:pt x="33919" y="34874"/>
                  </a:lnTo>
                  <a:lnTo>
                    <a:pt x="34874" y="32963"/>
                  </a:lnTo>
                  <a:lnTo>
                    <a:pt x="41562" y="32486"/>
                  </a:lnTo>
                  <a:lnTo>
                    <a:pt x="44429" y="27708"/>
                  </a:lnTo>
                  <a:lnTo>
                    <a:pt x="45384" y="26753"/>
                  </a:lnTo>
                  <a:lnTo>
                    <a:pt x="47295" y="27708"/>
                  </a:lnTo>
                  <a:lnTo>
                    <a:pt x="49684" y="20065"/>
                  </a:lnTo>
                  <a:lnTo>
                    <a:pt x="51595" y="18631"/>
                  </a:lnTo>
                  <a:lnTo>
                    <a:pt x="53505" y="12421"/>
                  </a:lnTo>
                  <a:lnTo>
                    <a:pt x="55416" y="10032"/>
                  </a:lnTo>
                  <a:lnTo>
                    <a:pt x="56850" y="10988"/>
                  </a:lnTo>
                  <a:lnTo>
                    <a:pt x="62105" y="21020"/>
                  </a:lnTo>
                  <a:lnTo>
                    <a:pt x="73570" y="25320"/>
                  </a:lnTo>
                  <a:lnTo>
                    <a:pt x="75003" y="24842"/>
                  </a:lnTo>
                  <a:lnTo>
                    <a:pt x="75003" y="15287"/>
                  </a:lnTo>
                  <a:lnTo>
                    <a:pt x="72137" y="8599"/>
                  </a:lnTo>
                  <a:lnTo>
                    <a:pt x="70226" y="5255"/>
                  </a:lnTo>
                  <a:lnTo>
                    <a:pt x="68316" y="3822"/>
                  </a:lnTo>
                  <a:lnTo>
                    <a:pt x="65927" y="3344"/>
                  </a:lnTo>
                  <a:lnTo>
                    <a:pt x="59239" y="4777"/>
                  </a:lnTo>
                  <a:lnTo>
                    <a:pt x="50162" y="0"/>
                  </a:lnTo>
                  <a:lnTo>
                    <a:pt x="48251" y="0"/>
                  </a:lnTo>
                  <a:lnTo>
                    <a:pt x="42040" y="4300"/>
                  </a:lnTo>
                  <a:lnTo>
                    <a:pt x="37263" y="10988"/>
                  </a:lnTo>
                  <a:lnTo>
                    <a:pt x="28186" y="13376"/>
                  </a:lnTo>
                  <a:lnTo>
                    <a:pt x="4300" y="22453"/>
                  </a:lnTo>
                  <a:lnTo>
                    <a:pt x="0" y="27231"/>
                  </a:lnTo>
                  <a:lnTo>
                    <a:pt x="4777" y="28664"/>
                  </a:lnTo>
                  <a:lnTo>
                    <a:pt x="9555" y="3296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4" name="Freeform 5273">
              <a:extLst>
                <a:ext uri="{FF2B5EF4-FFF2-40B4-BE49-F238E27FC236}">
                  <a16:creationId xmlns:a16="http://schemas.microsoft.com/office/drawing/2014/main" id="{3EB35751-9340-26C0-E056-F65402C71611}"/>
                </a:ext>
              </a:extLst>
            </p:cNvPr>
            <p:cNvSpPr/>
            <p:nvPr/>
          </p:nvSpPr>
          <p:spPr>
            <a:xfrm>
              <a:off x="6877087" y="2191942"/>
              <a:ext cx="26752" cy="18631"/>
            </a:xfrm>
            <a:custGeom>
              <a:avLst/>
              <a:gdLst>
                <a:gd name="csX0" fmla="*/ 19587 w 26752"/>
                <a:gd name="csY0" fmla="*/ 17198 h 18631"/>
                <a:gd name="csX1" fmla="*/ 26753 w 26752"/>
                <a:gd name="csY1" fmla="*/ 18631 h 18631"/>
                <a:gd name="csX2" fmla="*/ 26753 w 26752"/>
                <a:gd name="csY2" fmla="*/ 17198 h 18631"/>
                <a:gd name="csX3" fmla="*/ 26275 w 26752"/>
                <a:gd name="csY3" fmla="*/ 15765 h 18631"/>
                <a:gd name="csX4" fmla="*/ 24364 w 26752"/>
                <a:gd name="csY4" fmla="*/ 12899 h 18631"/>
                <a:gd name="csX5" fmla="*/ 22931 w 26752"/>
                <a:gd name="csY5" fmla="*/ 10988 h 18631"/>
                <a:gd name="csX6" fmla="*/ 22931 w 26752"/>
                <a:gd name="csY6" fmla="*/ 9077 h 18631"/>
                <a:gd name="csX7" fmla="*/ 22931 w 26752"/>
                <a:gd name="csY7" fmla="*/ 5255 h 18631"/>
                <a:gd name="csX8" fmla="*/ 16721 w 26752"/>
                <a:gd name="csY8" fmla="*/ 0 h 18631"/>
                <a:gd name="csX9" fmla="*/ 11466 w 26752"/>
                <a:gd name="csY9" fmla="*/ 5255 h 18631"/>
                <a:gd name="csX10" fmla="*/ 7644 w 26752"/>
                <a:gd name="csY10" fmla="*/ 6688 h 18631"/>
                <a:gd name="csX11" fmla="*/ 0 w 26752"/>
                <a:gd name="csY11" fmla="*/ 12421 h 18631"/>
                <a:gd name="csX12" fmla="*/ 7166 w 26752"/>
                <a:gd name="csY12" fmla="*/ 18154 h 18631"/>
                <a:gd name="csX13" fmla="*/ 19587 w 26752"/>
                <a:gd name="csY13" fmla="*/ 17198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6752" h="18631">
                  <a:moveTo>
                    <a:pt x="19587" y="17198"/>
                  </a:moveTo>
                  <a:lnTo>
                    <a:pt x="26753" y="18631"/>
                  </a:lnTo>
                  <a:lnTo>
                    <a:pt x="26753" y="17198"/>
                  </a:lnTo>
                  <a:lnTo>
                    <a:pt x="26275" y="15765"/>
                  </a:lnTo>
                  <a:lnTo>
                    <a:pt x="24364" y="12899"/>
                  </a:lnTo>
                  <a:lnTo>
                    <a:pt x="22931" y="10988"/>
                  </a:lnTo>
                  <a:lnTo>
                    <a:pt x="22931" y="9077"/>
                  </a:lnTo>
                  <a:lnTo>
                    <a:pt x="22931" y="5255"/>
                  </a:lnTo>
                  <a:lnTo>
                    <a:pt x="16721" y="0"/>
                  </a:lnTo>
                  <a:lnTo>
                    <a:pt x="11466" y="5255"/>
                  </a:lnTo>
                  <a:lnTo>
                    <a:pt x="7644" y="6688"/>
                  </a:lnTo>
                  <a:lnTo>
                    <a:pt x="0" y="12421"/>
                  </a:lnTo>
                  <a:lnTo>
                    <a:pt x="7166" y="18154"/>
                  </a:lnTo>
                  <a:lnTo>
                    <a:pt x="19587" y="1719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5" name="Freeform 5274">
              <a:extLst>
                <a:ext uri="{FF2B5EF4-FFF2-40B4-BE49-F238E27FC236}">
                  <a16:creationId xmlns:a16="http://schemas.microsoft.com/office/drawing/2014/main" id="{3A4D9EAE-AEAC-6A4A-77BB-F6A7077B87FE}"/>
                </a:ext>
              </a:extLst>
            </p:cNvPr>
            <p:cNvSpPr/>
            <p:nvPr/>
          </p:nvSpPr>
          <p:spPr>
            <a:xfrm>
              <a:off x="6866577" y="2177610"/>
              <a:ext cx="14809" cy="18153"/>
            </a:xfrm>
            <a:custGeom>
              <a:avLst/>
              <a:gdLst>
                <a:gd name="csX0" fmla="*/ 9555 w 14809"/>
                <a:gd name="csY0" fmla="*/ 16721 h 18153"/>
                <a:gd name="csX1" fmla="*/ 10032 w 14809"/>
                <a:gd name="csY1" fmla="*/ 12899 h 18153"/>
                <a:gd name="csX2" fmla="*/ 14809 w 14809"/>
                <a:gd name="csY2" fmla="*/ 6210 h 18153"/>
                <a:gd name="csX3" fmla="*/ 14809 w 14809"/>
                <a:gd name="csY3" fmla="*/ 4777 h 18153"/>
                <a:gd name="csX4" fmla="*/ 13854 w 14809"/>
                <a:gd name="csY4" fmla="*/ 1433 h 18153"/>
                <a:gd name="csX5" fmla="*/ 6210 w 14809"/>
                <a:gd name="csY5" fmla="*/ 0 h 18153"/>
                <a:gd name="csX6" fmla="*/ 0 w 14809"/>
                <a:gd name="csY6" fmla="*/ 7644 h 18153"/>
                <a:gd name="csX7" fmla="*/ 478 w 14809"/>
                <a:gd name="csY7" fmla="*/ 10032 h 18153"/>
                <a:gd name="csX8" fmla="*/ 8121 w 14809"/>
                <a:gd name="csY8" fmla="*/ 18154 h 18153"/>
                <a:gd name="csX9" fmla="*/ 9555 w 14809"/>
                <a:gd name="csY9" fmla="*/ 16721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809" h="18153">
                  <a:moveTo>
                    <a:pt x="9555" y="16721"/>
                  </a:moveTo>
                  <a:lnTo>
                    <a:pt x="10032" y="12899"/>
                  </a:lnTo>
                  <a:lnTo>
                    <a:pt x="14809" y="6210"/>
                  </a:lnTo>
                  <a:lnTo>
                    <a:pt x="14809" y="4777"/>
                  </a:lnTo>
                  <a:lnTo>
                    <a:pt x="13854" y="1433"/>
                  </a:lnTo>
                  <a:lnTo>
                    <a:pt x="6210" y="0"/>
                  </a:lnTo>
                  <a:lnTo>
                    <a:pt x="0" y="7644"/>
                  </a:lnTo>
                  <a:lnTo>
                    <a:pt x="478" y="10032"/>
                  </a:lnTo>
                  <a:lnTo>
                    <a:pt x="8121" y="18154"/>
                  </a:lnTo>
                  <a:lnTo>
                    <a:pt x="9555" y="167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6" name="Freeform 5275">
              <a:extLst>
                <a:ext uri="{FF2B5EF4-FFF2-40B4-BE49-F238E27FC236}">
                  <a16:creationId xmlns:a16="http://schemas.microsoft.com/office/drawing/2014/main" id="{DF09E4BC-9E86-D541-E9EB-30AC0AF43923}"/>
                </a:ext>
              </a:extLst>
            </p:cNvPr>
            <p:cNvSpPr/>
            <p:nvPr/>
          </p:nvSpPr>
          <p:spPr>
            <a:xfrm>
              <a:off x="7123595" y="2068688"/>
              <a:ext cx="57805" cy="57805"/>
            </a:xfrm>
            <a:custGeom>
              <a:avLst/>
              <a:gdLst>
                <a:gd name="csX0" fmla="*/ 11943 w 57805"/>
                <a:gd name="csY0" fmla="*/ 26753 h 57805"/>
                <a:gd name="csX1" fmla="*/ 5733 w 57805"/>
                <a:gd name="csY1" fmla="*/ 35352 h 57805"/>
                <a:gd name="csX2" fmla="*/ 1433 w 57805"/>
                <a:gd name="csY2" fmla="*/ 40129 h 57805"/>
                <a:gd name="csX3" fmla="*/ 0 w 57805"/>
                <a:gd name="csY3" fmla="*/ 43473 h 57805"/>
                <a:gd name="csX4" fmla="*/ 4777 w 57805"/>
                <a:gd name="csY4" fmla="*/ 50162 h 57805"/>
                <a:gd name="csX5" fmla="*/ 9555 w 57805"/>
                <a:gd name="csY5" fmla="*/ 55894 h 57805"/>
                <a:gd name="csX6" fmla="*/ 13377 w 57805"/>
                <a:gd name="csY6" fmla="*/ 57805 h 57805"/>
                <a:gd name="csX7" fmla="*/ 16721 w 57805"/>
                <a:gd name="csY7" fmla="*/ 57328 h 57805"/>
                <a:gd name="csX8" fmla="*/ 40129 w 57805"/>
                <a:gd name="csY8" fmla="*/ 51117 h 57805"/>
                <a:gd name="csX9" fmla="*/ 49206 w 57805"/>
                <a:gd name="csY9" fmla="*/ 43951 h 57805"/>
                <a:gd name="csX10" fmla="*/ 57805 w 57805"/>
                <a:gd name="csY10" fmla="*/ 31052 h 57805"/>
                <a:gd name="csX11" fmla="*/ 56372 w 57805"/>
                <a:gd name="csY11" fmla="*/ 26753 h 57805"/>
                <a:gd name="csX12" fmla="*/ 56372 w 57805"/>
                <a:gd name="csY12" fmla="*/ 21976 h 57805"/>
                <a:gd name="csX13" fmla="*/ 56850 w 57805"/>
                <a:gd name="csY13" fmla="*/ 16721 h 57805"/>
                <a:gd name="csX14" fmla="*/ 55416 w 57805"/>
                <a:gd name="csY14" fmla="*/ 11943 h 57805"/>
                <a:gd name="csX15" fmla="*/ 52550 w 57805"/>
                <a:gd name="csY15" fmla="*/ 6210 h 57805"/>
                <a:gd name="csX16" fmla="*/ 49684 w 57805"/>
                <a:gd name="csY16" fmla="*/ 3344 h 57805"/>
                <a:gd name="csX17" fmla="*/ 45384 w 57805"/>
                <a:gd name="csY17" fmla="*/ 0 h 57805"/>
                <a:gd name="csX18" fmla="*/ 40607 w 57805"/>
                <a:gd name="csY18" fmla="*/ 0 h 57805"/>
                <a:gd name="csX19" fmla="*/ 35352 w 57805"/>
                <a:gd name="csY19" fmla="*/ 2389 h 57805"/>
                <a:gd name="csX20" fmla="*/ 34397 w 57805"/>
                <a:gd name="csY20" fmla="*/ 6210 h 57805"/>
                <a:gd name="csX21" fmla="*/ 33441 w 57805"/>
                <a:gd name="csY21" fmla="*/ 10510 h 57805"/>
                <a:gd name="csX22" fmla="*/ 32486 w 57805"/>
                <a:gd name="csY22" fmla="*/ 19109 h 57805"/>
                <a:gd name="csX23" fmla="*/ 31052 w 57805"/>
                <a:gd name="csY23" fmla="*/ 23409 h 57805"/>
                <a:gd name="csX24" fmla="*/ 26275 w 57805"/>
                <a:gd name="csY24" fmla="*/ 25320 h 57805"/>
                <a:gd name="csX25" fmla="*/ 21498 w 57805"/>
                <a:gd name="csY25" fmla="*/ 25320 h 57805"/>
                <a:gd name="csX26" fmla="*/ 11943 w 57805"/>
                <a:gd name="csY26" fmla="*/ 26753 h 57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7805" h="57805">
                  <a:moveTo>
                    <a:pt x="11943" y="26753"/>
                  </a:moveTo>
                  <a:lnTo>
                    <a:pt x="5733" y="35352"/>
                  </a:lnTo>
                  <a:lnTo>
                    <a:pt x="1433" y="40129"/>
                  </a:lnTo>
                  <a:lnTo>
                    <a:pt x="0" y="43473"/>
                  </a:lnTo>
                  <a:lnTo>
                    <a:pt x="4777" y="50162"/>
                  </a:lnTo>
                  <a:lnTo>
                    <a:pt x="9555" y="55894"/>
                  </a:lnTo>
                  <a:lnTo>
                    <a:pt x="13377" y="57805"/>
                  </a:lnTo>
                  <a:lnTo>
                    <a:pt x="16721" y="57328"/>
                  </a:lnTo>
                  <a:lnTo>
                    <a:pt x="40129" y="51117"/>
                  </a:lnTo>
                  <a:lnTo>
                    <a:pt x="49206" y="43951"/>
                  </a:lnTo>
                  <a:lnTo>
                    <a:pt x="57805" y="31052"/>
                  </a:lnTo>
                  <a:lnTo>
                    <a:pt x="56372" y="26753"/>
                  </a:lnTo>
                  <a:lnTo>
                    <a:pt x="56372" y="21976"/>
                  </a:lnTo>
                  <a:lnTo>
                    <a:pt x="56850" y="16721"/>
                  </a:lnTo>
                  <a:lnTo>
                    <a:pt x="55416" y="11943"/>
                  </a:lnTo>
                  <a:lnTo>
                    <a:pt x="52550" y="6210"/>
                  </a:lnTo>
                  <a:lnTo>
                    <a:pt x="49684" y="3344"/>
                  </a:lnTo>
                  <a:lnTo>
                    <a:pt x="45384" y="0"/>
                  </a:lnTo>
                  <a:lnTo>
                    <a:pt x="40607" y="0"/>
                  </a:lnTo>
                  <a:lnTo>
                    <a:pt x="35352" y="2389"/>
                  </a:lnTo>
                  <a:lnTo>
                    <a:pt x="34397" y="6210"/>
                  </a:lnTo>
                  <a:lnTo>
                    <a:pt x="33441" y="10510"/>
                  </a:lnTo>
                  <a:lnTo>
                    <a:pt x="32486" y="19109"/>
                  </a:lnTo>
                  <a:lnTo>
                    <a:pt x="31052" y="23409"/>
                  </a:lnTo>
                  <a:lnTo>
                    <a:pt x="26275" y="25320"/>
                  </a:lnTo>
                  <a:lnTo>
                    <a:pt x="21498" y="25320"/>
                  </a:lnTo>
                  <a:lnTo>
                    <a:pt x="11943" y="2675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7" name="Freeform 5276">
              <a:extLst>
                <a:ext uri="{FF2B5EF4-FFF2-40B4-BE49-F238E27FC236}">
                  <a16:creationId xmlns:a16="http://schemas.microsoft.com/office/drawing/2014/main" id="{F482CBC1-A357-2A39-6270-3E6D63737EDB}"/>
                </a:ext>
              </a:extLst>
            </p:cNvPr>
            <p:cNvSpPr/>
            <p:nvPr/>
          </p:nvSpPr>
          <p:spPr>
            <a:xfrm>
              <a:off x="6988875" y="2162801"/>
              <a:ext cx="27707" cy="32007"/>
            </a:xfrm>
            <a:custGeom>
              <a:avLst/>
              <a:gdLst>
                <a:gd name="csX0" fmla="*/ 0 w 27707"/>
                <a:gd name="csY0" fmla="*/ 28186 h 32007"/>
                <a:gd name="csX1" fmla="*/ 1433 w 27707"/>
                <a:gd name="csY1" fmla="*/ 30097 h 32007"/>
                <a:gd name="csX2" fmla="*/ 9555 w 27707"/>
                <a:gd name="csY2" fmla="*/ 31052 h 32007"/>
                <a:gd name="csX3" fmla="*/ 24842 w 27707"/>
                <a:gd name="csY3" fmla="*/ 32008 h 32007"/>
                <a:gd name="csX4" fmla="*/ 26753 w 27707"/>
                <a:gd name="csY4" fmla="*/ 29141 h 32007"/>
                <a:gd name="csX5" fmla="*/ 26753 w 27707"/>
                <a:gd name="csY5" fmla="*/ 24842 h 32007"/>
                <a:gd name="csX6" fmla="*/ 27708 w 27707"/>
                <a:gd name="csY6" fmla="*/ 18631 h 32007"/>
                <a:gd name="csX7" fmla="*/ 27708 w 27707"/>
                <a:gd name="csY7" fmla="*/ 5733 h 32007"/>
                <a:gd name="csX8" fmla="*/ 26753 w 27707"/>
                <a:gd name="csY8" fmla="*/ 1911 h 32007"/>
                <a:gd name="csX9" fmla="*/ 24364 w 27707"/>
                <a:gd name="csY9" fmla="*/ 0 h 32007"/>
                <a:gd name="csX10" fmla="*/ 19587 w 27707"/>
                <a:gd name="csY10" fmla="*/ 478 h 32007"/>
                <a:gd name="csX11" fmla="*/ 18632 w 27707"/>
                <a:gd name="csY11" fmla="*/ 4300 h 32007"/>
                <a:gd name="csX12" fmla="*/ 5733 w 27707"/>
                <a:gd name="csY12" fmla="*/ 2866 h 32007"/>
                <a:gd name="csX13" fmla="*/ 5255 w 27707"/>
                <a:gd name="csY13" fmla="*/ 5255 h 32007"/>
                <a:gd name="csX14" fmla="*/ 5733 w 27707"/>
                <a:gd name="csY14" fmla="*/ 17676 h 32007"/>
                <a:gd name="csX15" fmla="*/ 4300 w 27707"/>
                <a:gd name="csY15" fmla="*/ 21976 h 32007"/>
                <a:gd name="csX16" fmla="*/ 0 w 27707"/>
                <a:gd name="csY16" fmla="*/ 28186 h 3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7707" h="32007">
                  <a:moveTo>
                    <a:pt x="0" y="28186"/>
                  </a:moveTo>
                  <a:lnTo>
                    <a:pt x="1433" y="30097"/>
                  </a:lnTo>
                  <a:lnTo>
                    <a:pt x="9555" y="31052"/>
                  </a:lnTo>
                  <a:lnTo>
                    <a:pt x="24842" y="32008"/>
                  </a:lnTo>
                  <a:lnTo>
                    <a:pt x="26753" y="29141"/>
                  </a:lnTo>
                  <a:lnTo>
                    <a:pt x="26753" y="24842"/>
                  </a:lnTo>
                  <a:lnTo>
                    <a:pt x="27708" y="18631"/>
                  </a:lnTo>
                  <a:lnTo>
                    <a:pt x="27708" y="5733"/>
                  </a:lnTo>
                  <a:lnTo>
                    <a:pt x="26753" y="1911"/>
                  </a:lnTo>
                  <a:lnTo>
                    <a:pt x="24364" y="0"/>
                  </a:lnTo>
                  <a:lnTo>
                    <a:pt x="19587" y="478"/>
                  </a:lnTo>
                  <a:lnTo>
                    <a:pt x="18632" y="4300"/>
                  </a:lnTo>
                  <a:lnTo>
                    <a:pt x="5733" y="2866"/>
                  </a:lnTo>
                  <a:lnTo>
                    <a:pt x="5255" y="5255"/>
                  </a:lnTo>
                  <a:lnTo>
                    <a:pt x="5733" y="17676"/>
                  </a:lnTo>
                  <a:lnTo>
                    <a:pt x="4300" y="21976"/>
                  </a:lnTo>
                  <a:lnTo>
                    <a:pt x="0" y="2818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8" name="Freeform 5277">
              <a:extLst>
                <a:ext uri="{FF2B5EF4-FFF2-40B4-BE49-F238E27FC236}">
                  <a16:creationId xmlns:a16="http://schemas.microsoft.com/office/drawing/2014/main" id="{93D170D9-A3EE-8DE3-A196-37BCBE4E5B89}"/>
                </a:ext>
              </a:extLst>
            </p:cNvPr>
            <p:cNvSpPr/>
            <p:nvPr/>
          </p:nvSpPr>
          <p:spPr>
            <a:xfrm>
              <a:off x="6974066" y="2167578"/>
              <a:ext cx="10032" cy="10510"/>
            </a:xfrm>
            <a:custGeom>
              <a:avLst/>
              <a:gdLst>
                <a:gd name="csX0" fmla="*/ 4299 w 10032"/>
                <a:gd name="csY0" fmla="*/ 10510 h 10510"/>
                <a:gd name="csX1" fmla="*/ 10032 w 10032"/>
                <a:gd name="csY1" fmla="*/ 5255 h 10510"/>
                <a:gd name="csX2" fmla="*/ 9076 w 10032"/>
                <a:gd name="csY2" fmla="*/ 2389 h 10510"/>
                <a:gd name="csX3" fmla="*/ 7644 w 10032"/>
                <a:gd name="csY3" fmla="*/ 955 h 10510"/>
                <a:gd name="csX4" fmla="*/ 5255 w 10032"/>
                <a:gd name="csY4" fmla="*/ 0 h 10510"/>
                <a:gd name="csX5" fmla="*/ 2389 w 10032"/>
                <a:gd name="csY5" fmla="*/ 2866 h 10510"/>
                <a:gd name="csX6" fmla="*/ 0 w 10032"/>
                <a:gd name="csY6" fmla="*/ 7166 h 10510"/>
                <a:gd name="csX7" fmla="*/ 1433 w 10032"/>
                <a:gd name="csY7" fmla="*/ 10510 h 10510"/>
                <a:gd name="csX8" fmla="*/ 4299 w 10032"/>
                <a:gd name="csY8" fmla="*/ 10510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0032" h="10510">
                  <a:moveTo>
                    <a:pt x="4299" y="10510"/>
                  </a:moveTo>
                  <a:lnTo>
                    <a:pt x="10032" y="5255"/>
                  </a:lnTo>
                  <a:lnTo>
                    <a:pt x="9076" y="2389"/>
                  </a:lnTo>
                  <a:lnTo>
                    <a:pt x="7644" y="955"/>
                  </a:lnTo>
                  <a:lnTo>
                    <a:pt x="5255" y="0"/>
                  </a:lnTo>
                  <a:lnTo>
                    <a:pt x="2389" y="2866"/>
                  </a:lnTo>
                  <a:lnTo>
                    <a:pt x="0" y="7166"/>
                  </a:lnTo>
                  <a:lnTo>
                    <a:pt x="1433" y="10510"/>
                  </a:lnTo>
                  <a:lnTo>
                    <a:pt x="4299" y="105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9" name="Freeform 5278">
              <a:extLst>
                <a:ext uri="{FF2B5EF4-FFF2-40B4-BE49-F238E27FC236}">
                  <a16:creationId xmlns:a16="http://schemas.microsoft.com/office/drawing/2014/main" id="{A12CE3BA-85DE-6119-5291-C650C78E416C}"/>
                </a:ext>
              </a:extLst>
            </p:cNvPr>
            <p:cNvSpPr/>
            <p:nvPr/>
          </p:nvSpPr>
          <p:spPr>
            <a:xfrm>
              <a:off x="7046203" y="2044324"/>
              <a:ext cx="14809" cy="12898"/>
            </a:xfrm>
            <a:custGeom>
              <a:avLst/>
              <a:gdLst>
                <a:gd name="csX0" fmla="*/ 9555 w 14809"/>
                <a:gd name="csY0" fmla="*/ 12899 h 12898"/>
                <a:gd name="csX1" fmla="*/ 13854 w 14809"/>
                <a:gd name="csY1" fmla="*/ 11465 h 12898"/>
                <a:gd name="csX2" fmla="*/ 14809 w 14809"/>
                <a:gd name="csY2" fmla="*/ 9077 h 12898"/>
                <a:gd name="csX3" fmla="*/ 12898 w 14809"/>
                <a:gd name="csY3" fmla="*/ 3822 h 12898"/>
                <a:gd name="csX4" fmla="*/ 9077 w 14809"/>
                <a:gd name="csY4" fmla="*/ 0 h 12898"/>
                <a:gd name="csX5" fmla="*/ 5255 w 14809"/>
                <a:gd name="csY5" fmla="*/ 955 h 12898"/>
                <a:gd name="csX6" fmla="*/ 478 w 14809"/>
                <a:gd name="csY6" fmla="*/ 4777 h 12898"/>
                <a:gd name="csX7" fmla="*/ 0 w 14809"/>
                <a:gd name="csY7" fmla="*/ 7644 h 12898"/>
                <a:gd name="csX8" fmla="*/ 1911 w 14809"/>
                <a:gd name="csY8" fmla="*/ 10510 h 12898"/>
                <a:gd name="csX9" fmla="*/ 9555 w 14809"/>
                <a:gd name="csY9" fmla="*/ 12899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809" h="12898">
                  <a:moveTo>
                    <a:pt x="9555" y="12899"/>
                  </a:moveTo>
                  <a:lnTo>
                    <a:pt x="13854" y="11465"/>
                  </a:lnTo>
                  <a:lnTo>
                    <a:pt x="14809" y="9077"/>
                  </a:lnTo>
                  <a:lnTo>
                    <a:pt x="12898" y="3822"/>
                  </a:lnTo>
                  <a:lnTo>
                    <a:pt x="9077" y="0"/>
                  </a:lnTo>
                  <a:lnTo>
                    <a:pt x="5255" y="955"/>
                  </a:lnTo>
                  <a:lnTo>
                    <a:pt x="478" y="4777"/>
                  </a:lnTo>
                  <a:lnTo>
                    <a:pt x="0" y="7644"/>
                  </a:lnTo>
                  <a:lnTo>
                    <a:pt x="1911" y="10510"/>
                  </a:lnTo>
                  <a:lnTo>
                    <a:pt x="9555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0" name="Freeform 5279">
              <a:extLst>
                <a:ext uri="{FF2B5EF4-FFF2-40B4-BE49-F238E27FC236}">
                  <a16:creationId xmlns:a16="http://schemas.microsoft.com/office/drawing/2014/main" id="{18534762-C583-AC35-DCF3-951CBAB41306}"/>
                </a:ext>
              </a:extLst>
            </p:cNvPr>
            <p:cNvSpPr/>
            <p:nvPr/>
          </p:nvSpPr>
          <p:spPr>
            <a:xfrm>
              <a:off x="7018494" y="2077765"/>
              <a:ext cx="33918" cy="41084"/>
            </a:xfrm>
            <a:custGeom>
              <a:avLst/>
              <a:gdLst>
                <a:gd name="csX0" fmla="*/ 19109 w 33918"/>
                <a:gd name="csY0" fmla="*/ 2866 h 41084"/>
                <a:gd name="csX1" fmla="*/ 17676 w 33918"/>
                <a:gd name="csY1" fmla="*/ 478 h 41084"/>
                <a:gd name="csX2" fmla="*/ 16243 w 33918"/>
                <a:gd name="csY2" fmla="*/ 0 h 41084"/>
                <a:gd name="csX3" fmla="*/ 8599 w 33918"/>
                <a:gd name="csY3" fmla="*/ 10510 h 41084"/>
                <a:gd name="csX4" fmla="*/ 3822 w 33918"/>
                <a:gd name="csY4" fmla="*/ 8599 h 41084"/>
                <a:gd name="csX5" fmla="*/ 0 w 33918"/>
                <a:gd name="csY5" fmla="*/ 11943 h 41084"/>
                <a:gd name="csX6" fmla="*/ 3822 w 33918"/>
                <a:gd name="csY6" fmla="*/ 23886 h 41084"/>
                <a:gd name="csX7" fmla="*/ 10510 w 33918"/>
                <a:gd name="csY7" fmla="*/ 26753 h 41084"/>
                <a:gd name="csX8" fmla="*/ 14332 w 33918"/>
                <a:gd name="csY8" fmla="*/ 37741 h 41084"/>
                <a:gd name="csX9" fmla="*/ 21020 w 33918"/>
                <a:gd name="csY9" fmla="*/ 41085 h 41084"/>
                <a:gd name="csX10" fmla="*/ 28186 w 33918"/>
                <a:gd name="csY10" fmla="*/ 40607 h 41084"/>
                <a:gd name="csX11" fmla="*/ 32486 w 33918"/>
                <a:gd name="csY11" fmla="*/ 39174 h 41084"/>
                <a:gd name="csX12" fmla="*/ 33919 w 33918"/>
                <a:gd name="csY12" fmla="*/ 33441 h 41084"/>
                <a:gd name="csX13" fmla="*/ 33441 w 33918"/>
                <a:gd name="csY13" fmla="*/ 25797 h 41084"/>
                <a:gd name="csX14" fmla="*/ 31530 w 33918"/>
                <a:gd name="csY14" fmla="*/ 21976 h 41084"/>
                <a:gd name="csX15" fmla="*/ 30575 w 33918"/>
                <a:gd name="csY15" fmla="*/ 15287 h 41084"/>
                <a:gd name="csX16" fmla="*/ 27709 w 33918"/>
                <a:gd name="csY16" fmla="*/ 9077 h 41084"/>
                <a:gd name="csX17" fmla="*/ 25320 w 33918"/>
                <a:gd name="csY17" fmla="*/ 6688 h 41084"/>
                <a:gd name="csX18" fmla="*/ 19109 w 33918"/>
                <a:gd name="csY18" fmla="*/ 2866 h 41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3918" h="41084">
                  <a:moveTo>
                    <a:pt x="19109" y="2866"/>
                  </a:moveTo>
                  <a:lnTo>
                    <a:pt x="17676" y="478"/>
                  </a:lnTo>
                  <a:lnTo>
                    <a:pt x="16243" y="0"/>
                  </a:lnTo>
                  <a:lnTo>
                    <a:pt x="8599" y="10510"/>
                  </a:lnTo>
                  <a:lnTo>
                    <a:pt x="3822" y="8599"/>
                  </a:lnTo>
                  <a:lnTo>
                    <a:pt x="0" y="11943"/>
                  </a:lnTo>
                  <a:lnTo>
                    <a:pt x="3822" y="23886"/>
                  </a:lnTo>
                  <a:lnTo>
                    <a:pt x="10510" y="26753"/>
                  </a:lnTo>
                  <a:lnTo>
                    <a:pt x="14332" y="37741"/>
                  </a:lnTo>
                  <a:lnTo>
                    <a:pt x="21020" y="41085"/>
                  </a:lnTo>
                  <a:lnTo>
                    <a:pt x="28186" y="40607"/>
                  </a:lnTo>
                  <a:lnTo>
                    <a:pt x="32486" y="39174"/>
                  </a:lnTo>
                  <a:lnTo>
                    <a:pt x="33919" y="33441"/>
                  </a:lnTo>
                  <a:lnTo>
                    <a:pt x="33441" y="25797"/>
                  </a:lnTo>
                  <a:lnTo>
                    <a:pt x="31530" y="21976"/>
                  </a:lnTo>
                  <a:lnTo>
                    <a:pt x="30575" y="15287"/>
                  </a:lnTo>
                  <a:lnTo>
                    <a:pt x="27709" y="9077"/>
                  </a:lnTo>
                  <a:lnTo>
                    <a:pt x="25320" y="6688"/>
                  </a:lnTo>
                  <a:lnTo>
                    <a:pt x="19109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1" name="Freeform 5280">
              <a:extLst>
                <a:ext uri="{FF2B5EF4-FFF2-40B4-BE49-F238E27FC236}">
                  <a16:creationId xmlns:a16="http://schemas.microsoft.com/office/drawing/2014/main" id="{3914A470-C371-A3EA-C4B3-79D1071394D1}"/>
                </a:ext>
              </a:extLst>
            </p:cNvPr>
            <p:cNvSpPr/>
            <p:nvPr/>
          </p:nvSpPr>
          <p:spPr>
            <a:xfrm>
              <a:off x="7059579" y="2104040"/>
              <a:ext cx="58283" cy="53505"/>
            </a:xfrm>
            <a:custGeom>
              <a:avLst/>
              <a:gdLst>
                <a:gd name="csX0" fmla="*/ 478 w 58283"/>
                <a:gd name="csY0" fmla="*/ 31530 h 53505"/>
                <a:gd name="csX1" fmla="*/ 0 w 58283"/>
                <a:gd name="csY1" fmla="*/ 36307 h 53505"/>
                <a:gd name="csX2" fmla="*/ 478 w 58283"/>
                <a:gd name="csY2" fmla="*/ 42040 h 53505"/>
                <a:gd name="csX3" fmla="*/ 956 w 58283"/>
                <a:gd name="csY3" fmla="*/ 43951 h 53505"/>
                <a:gd name="csX4" fmla="*/ 7166 w 58283"/>
                <a:gd name="csY4" fmla="*/ 52072 h 53505"/>
                <a:gd name="csX5" fmla="*/ 11943 w 58283"/>
                <a:gd name="csY5" fmla="*/ 50162 h 53505"/>
                <a:gd name="csX6" fmla="*/ 19587 w 58283"/>
                <a:gd name="csY6" fmla="*/ 44907 h 53505"/>
                <a:gd name="csX7" fmla="*/ 28186 w 58283"/>
                <a:gd name="csY7" fmla="*/ 51595 h 53505"/>
                <a:gd name="csX8" fmla="*/ 34874 w 58283"/>
                <a:gd name="csY8" fmla="*/ 53506 h 53505"/>
                <a:gd name="csX9" fmla="*/ 39652 w 58283"/>
                <a:gd name="csY9" fmla="*/ 43951 h 53505"/>
                <a:gd name="csX10" fmla="*/ 45862 w 58283"/>
                <a:gd name="csY10" fmla="*/ 40607 h 53505"/>
                <a:gd name="csX11" fmla="*/ 47295 w 58283"/>
                <a:gd name="csY11" fmla="*/ 34874 h 53505"/>
                <a:gd name="csX12" fmla="*/ 49206 w 58283"/>
                <a:gd name="csY12" fmla="*/ 32963 h 53505"/>
                <a:gd name="csX13" fmla="*/ 55417 w 58283"/>
                <a:gd name="csY13" fmla="*/ 31530 h 53505"/>
                <a:gd name="csX14" fmla="*/ 55895 w 58283"/>
                <a:gd name="csY14" fmla="*/ 23886 h 53505"/>
                <a:gd name="csX15" fmla="*/ 57328 w 58283"/>
                <a:gd name="csY15" fmla="*/ 18631 h 53505"/>
                <a:gd name="csX16" fmla="*/ 58283 w 58283"/>
                <a:gd name="csY16" fmla="*/ 11465 h 53505"/>
                <a:gd name="csX17" fmla="*/ 56850 w 58283"/>
                <a:gd name="csY17" fmla="*/ 6688 h 53505"/>
                <a:gd name="csX18" fmla="*/ 55895 w 58283"/>
                <a:gd name="csY18" fmla="*/ 3344 h 53505"/>
                <a:gd name="csX19" fmla="*/ 50640 w 58283"/>
                <a:gd name="csY19" fmla="*/ 955 h 53505"/>
                <a:gd name="csX20" fmla="*/ 45862 w 58283"/>
                <a:gd name="csY20" fmla="*/ 0 h 53505"/>
                <a:gd name="csX21" fmla="*/ 40129 w 58283"/>
                <a:gd name="csY21" fmla="*/ 3822 h 53505"/>
                <a:gd name="csX22" fmla="*/ 30097 w 58283"/>
                <a:gd name="csY22" fmla="*/ 7644 h 53505"/>
                <a:gd name="csX23" fmla="*/ 23409 w 58283"/>
                <a:gd name="csY23" fmla="*/ 10510 h 53505"/>
                <a:gd name="csX24" fmla="*/ 19587 w 58283"/>
                <a:gd name="csY24" fmla="*/ 10510 h 53505"/>
                <a:gd name="csX25" fmla="*/ 18632 w 58283"/>
                <a:gd name="csY25" fmla="*/ 6688 h 53505"/>
                <a:gd name="csX26" fmla="*/ 15765 w 58283"/>
                <a:gd name="csY26" fmla="*/ 5255 h 53505"/>
                <a:gd name="csX27" fmla="*/ 8599 w 58283"/>
                <a:gd name="csY27" fmla="*/ 6688 h 53505"/>
                <a:gd name="csX28" fmla="*/ 5733 w 58283"/>
                <a:gd name="csY28" fmla="*/ 9077 h 53505"/>
                <a:gd name="csX29" fmla="*/ 5255 w 58283"/>
                <a:gd name="csY29" fmla="*/ 12421 h 53505"/>
                <a:gd name="csX30" fmla="*/ 3822 w 58283"/>
                <a:gd name="csY30" fmla="*/ 14332 h 53505"/>
                <a:gd name="csX31" fmla="*/ 1911 w 58283"/>
                <a:gd name="csY31" fmla="*/ 20542 h 53505"/>
                <a:gd name="csX32" fmla="*/ 478 w 58283"/>
                <a:gd name="csY32" fmla="*/ 31530 h 53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58283" h="53505">
                  <a:moveTo>
                    <a:pt x="478" y="31530"/>
                  </a:moveTo>
                  <a:lnTo>
                    <a:pt x="0" y="36307"/>
                  </a:lnTo>
                  <a:lnTo>
                    <a:pt x="478" y="42040"/>
                  </a:lnTo>
                  <a:lnTo>
                    <a:pt x="956" y="43951"/>
                  </a:lnTo>
                  <a:lnTo>
                    <a:pt x="7166" y="52072"/>
                  </a:lnTo>
                  <a:lnTo>
                    <a:pt x="11943" y="50162"/>
                  </a:lnTo>
                  <a:lnTo>
                    <a:pt x="19587" y="44907"/>
                  </a:lnTo>
                  <a:lnTo>
                    <a:pt x="28186" y="51595"/>
                  </a:lnTo>
                  <a:lnTo>
                    <a:pt x="34874" y="53506"/>
                  </a:lnTo>
                  <a:lnTo>
                    <a:pt x="39652" y="43951"/>
                  </a:lnTo>
                  <a:lnTo>
                    <a:pt x="45862" y="40607"/>
                  </a:lnTo>
                  <a:lnTo>
                    <a:pt x="47295" y="34874"/>
                  </a:lnTo>
                  <a:lnTo>
                    <a:pt x="49206" y="32963"/>
                  </a:lnTo>
                  <a:lnTo>
                    <a:pt x="55417" y="31530"/>
                  </a:lnTo>
                  <a:lnTo>
                    <a:pt x="55895" y="23886"/>
                  </a:lnTo>
                  <a:lnTo>
                    <a:pt x="57328" y="18631"/>
                  </a:lnTo>
                  <a:lnTo>
                    <a:pt x="58283" y="11465"/>
                  </a:lnTo>
                  <a:lnTo>
                    <a:pt x="56850" y="6688"/>
                  </a:lnTo>
                  <a:lnTo>
                    <a:pt x="55895" y="3344"/>
                  </a:lnTo>
                  <a:lnTo>
                    <a:pt x="50640" y="955"/>
                  </a:lnTo>
                  <a:lnTo>
                    <a:pt x="45862" y="0"/>
                  </a:lnTo>
                  <a:lnTo>
                    <a:pt x="40129" y="3822"/>
                  </a:lnTo>
                  <a:lnTo>
                    <a:pt x="30097" y="7644"/>
                  </a:lnTo>
                  <a:lnTo>
                    <a:pt x="23409" y="10510"/>
                  </a:lnTo>
                  <a:lnTo>
                    <a:pt x="19587" y="10510"/>
                  </a:lnTo>
                  <a:lnTo>
                    <a:pt x="18632" y="6688"/>
                  </a:lnTo>
                  <a:lnTo>
                    <a:pt x="15765" y="5255"/>
                  </a:lnTo>
                  <a:lnTo>
                    <a:pt x="8599" y="6688"/>
                  </a:lnTo>
                  <a:lnTo>
                    <a:pt x="5733" y="9077"/>
                  </a:lnTo>
                  <a:lnTo>
                    <a:pt x="5255" y="12421"/>
                  </a:lnTo>
                  <a:lnTo>
                    <a:pt x="3822" y="14332"/>
                  </a:lnTo>
                  <a:lnTo>
                    <a:pt x="1911" y="20542"/>
                  </a:lnTo>
                  <a:lnTo>
                    <a:pt x="478" y="3153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2" name="Freeform 5281">
              <a:extLst>
                <a:ext uri="{FF2B5EF4-FFF2-40B4-BE49-F238E27FC236}">
                  <a16:creationId xmlns:a16="http://schemas.microsoft.com/office/drawing/2014/main" id="{98D8C5FC-FC50-78F8-FFAA-C7E19123D7F3}"/>
                </a:ext>
              </a:extLst>
            </p:cNvPr>
            <p:cNvSpPr/>
            <p:nvPr/>
          </p:nvSpPr>
          <p:spPr>
            <a:xfrm>
              <a:off x="7043337" y="2907103"/>
              <a:ext cx="39651" cy="41562"/>
            </a:xfrm>
            <a:custGeom>
              <a:avLst/>
              <a:gdLst>
                <a:gd name="csX0" fmla="*/ 22931 w 39651"/>
                <a:gd name="csY0" fmla="*/ 40129 h 41562"/>
                <a:gd name="csX1" fmla="*/ 24842 w 39651"/>
                <a:gd name="csY1" fmla="*/ 40607 h 41562"/>
                <a:gd name="csX2" fmla="*/ 26753 w 39651"/>
                <a:gd name="csY2" fmla="*/ 41085 h 41562"/>
                <a:gd name="csX3" fmla="*/ 28664 w 39651"/>
                <a:gd name="csY3" fmla="*/ 41085 h 41562"/>
                <a:gd name="csX4" fmla="*/ 30574 w 39651"/>
                <a:gd name="csY4" fmla="*/ 40129 h 41562"/>
                <a:gd name="csX5" fmla="*/ 34396 w 39651"/>
                <a:gd name="csY5" fmla="*/ 41563 h 41562"/>
                <a:gd name="csX6" fmla="*/ 36785 w 39651"/>
                <a:gd name="csY6" fmla="*/ 40129 h 41562"/>
                <a:gd name="csX7" fmla="*/ 39174 w 39651"/>
                <a:gd name="csY7" fmla="*/ 39652 h 41562"/>
                <a:gd name="csX8" fmla="*/ 39651 w 39651"/>
                <a:gd name="csY8" fmla="*/ 36307 h 41562"/>
                <a:gd name="csX9" fmla="*/ 39651 w 39651"/>
                <a:gd name="csY9" fmla="*/ 31052 h 41562"/>
                <a:gd name="csX10" fmla="*/ 39174 w 39651"/>
                <a:gd name="csY10" fmla="*/ 28664 h 41562"/>
                <a:gd name="csX11" fmla="*/ 38218 w 39651"/>
                <a:gd name="csY11" fmla="*/ 27231 h 41562"/>
                <a:gd name="csX12" fmla="*/ 33919 w 39651"/>
                <a:gd name="csY12" fmla="*/ 23886 h 41562"/>
                <a:gd name="csX13" fmla="*/ 29619 w 39651"/>
                <a:gd name="csY13" fmla="*/ 19587 h 41562"/>
                <a:gd name="csX14" fmla="*/ 22931 w 39651"/>
                <a:gd name="csY14" fmla="*/ 14810 h 41562"/>
                <a:gd name="csX15" fmla="*/ 21020 w 39651"/>
                <a:gd name="csY15" fmla="*/ 11943 h 41562"/>
                <a:gd name="csX16" fmla="*/ 19109 w 39651"/>
                <a:gd name="csY16" fmla="*/ 8599 h 41562"/>
                <a:gd name="csX17" fmla="*/ 16721 w 39651"/>
                <a:gd name="csY17" fmla="*/ 5733 h 41562"/>
                <a:gd name="csX18" fmla="*/ 12421 w 39651"/>
                <a:gd name="csY18" fmla="*/ 1911 h 41562"/>
                <a:gd name="csX19" fmla="*/ 11465 w 39651"/>
                <a:gd name="csY19" fmla="*/ 478 h 41562"/>
                <a:gd name="csX20" fmla="*/ 10510 w 39651"/>
                <a:gd name="csY20" fmla="*/ 0 h 41562"/>
                <a:gd name="csX21" fmla="*/ 6210 w 39651"/>
                <a:gd name="csY21" fmla="*/ 1911 h 41562"/>
                <a:gd name="csX22" fmla="*/ 3821 w 39651"/>
                <a:gd name="csY22" fmla="*/ 5733 h 41562"/>
                <a:gd name="csX23" fmla="*/ 2866 w 39651"/>
                <a:gd name="csY23" fmla="*/ 6211 h 41562"/>
                <a:gd name="csX24" fmla="*/ 955 w 39651"/>
                <a:gd name="csY24" fmla="*/ 8121 h 41562"/>
                <a:gd name="csX25" fmla="*/ 0 w 39651"/>
                <a:gd name="csY25" fmla="*/ 10988 h 41562"/>
                <a:gd name="csX26" fmla="*/ 1910 w 39651"/>
                <a:gd name="csY26" fmla="*/ 16721 h 41562"/>
                <a:gd name="csX27" fmla="*/ 2389 w 39651"/>
                <a:gd name="csY27" fmla="*/ 18154 h 41562"/>
                <a:gd name="csX28" fmla="*/ 3344 w 39651"/>
                <a:gd name="csY28" fmla="*/ 20542 h 41562"/>
                <a:gd name="csX29" fmla="*/ 4299 w 39651"/>
                <a:gd name="csY29" fmla="*/ 22453 h 41562"/>
                <a:gd name="csX30" fmla="*/ 9555 w 39651"/>
                <a:gd name="csY30" fmla="*/ 31052 h 41562"/>
                <a:gd name="csX31" fmla="*/ 10510 w 39651"/>
                <a:gd name="csY31" fmla="*/ 31530 h 41562"/>
                <a:gd name="csX32" fmla="*/ 11943 w 39651"/>
                <a:gd name="csY32" fmla="*/ 30097 h 41562"/>
                <a:gd name="csX33" fmla="*/ 13376 w 39651"/>
                <a:gd name="csY33" fmla="*/ 29142 h 41562"/>
                <a:gd name="csX34" fmla="*/ 15765 w 39651"/>
                <a:gd name="csY34" fmla="*/ 30575 h 41562"/>
                <a:gd name="csX35" fmla="*/ 18153 w 39651"/>
                <a:gd name="csY35" fmla="*/ 31052 h 41562"/>
                <a:gd name="csX36" fmla="*/ 20542 w 39651"/>
                <a:gd name="csY36" fmla="*/ 32486 h 41562"/>
                <a:gd name="csX37" fmla="*/ 21975 w 39651"/>
                <a:gd name="csY37" fmla="*/ 36307 h 41562"/>
                <a:gd name="csX38" fmla="*/ 21975 w 39651"/>
                <a:gd name="csY38" fmla="*/ 39174 h 41562"/>
                <a:gd name="csX39" fmla="*/ 22931 w 39651"/>
                <a:gd name="csY39" fmla="*/ 40129 h 415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9651" h="41562">
                  <a:moveTo>
                    <a:pt x="22931" y="40129"/>
                  </a:moveTo>
                  <a:lnTo>
                    <a:pt x="24842" y="40607"/>
                  </a:lnTo>
                  <a:lnTo>
                    <a:pt x="26753" y="41085"/>
                  </a:lnTo>
                  <a:lnTo>
                    <a:pt x="28664" y="41085"/>
                  </a:lnTo>
                  <a:lnTo>
                    <a:pt x="30574" y="40129"/>
                  </a:lnTo>
                  <a:lnTo>
                    <a:pt x="34396" y="41563"/>
                  </a:lnTo>
                  <a:lnTo>
                    <a:pt x="36785" y="40129"/>
                  </a:lnTo>
                  <a:lnTo>
                    <a:pt x="39174" y="39652"/>
                  </a:lnTo>
                  <a:lnTo>
                    <a:pt x="39651" y="36307"/>
                  </a:lnTo>
                  <a:lnTo>
                    <a:pt x="39651" y="31052"/>
                  </a:lnTo>
                  <a:lnTo>
                    <a:pt x="39174" y="28664"/>
                  </a:lnTo>
                  <a:lnTo>
                    <a:pt x="38218" y="27231"/>
                  </a:lnTo>
                  <a:lnTo>
                    <a:pt x="33919" y="23886"/>
                  </a:lnTo>
                  <a:lnTo>
                    <a:pt x="29619" y="19587"/>
                  </a:lnTo>
                  <a:lnTo>
                    <a:pt x="22931" y="14810"/>
                  </a:lnTo>
                  <a:lnTo>
                    <a:pt x="21020" y="11943"/>
                  </a:lnTo>
                  <a:lnTo>
                    <a:pt x="19109" y="8599"/>
                  </a:lnTo>
                  <a:lnTo>
                    <a:pt x="16721" y="5733"/>
                  </a:lnTo>
                  <a:lnTo>
                    <a:pt x="12421" y="1911"/>
                  </a:lnTo>
                  <a:lnTo>
                    <a:pt x="11465" y="478"/>
                  </a:lnTo>
                  <a:lnTo>
                    <a:pt x="10510" y="0"/>
                  </a:lnTo>
                  <a:lnTo>
                    <a:pt x="6210" y="1911"/>
                  </a:lnTo>
                  <a:lnTo>
                    <a:pt x="3821" y="5733"/>
                  </a:lnTo>
                  <a:lnTo>
                    <a:pt x="2866" y="6211"/>
                  </a:lnTo>
                  <a:lnTo>
                    <a:pt x="955" y="8121"/>
                  </a:lnTo>
                  <a:lnTo>
                    <a:pt x="0" y="10988"/>
                  </a:lnTo>
                  <a:lnTo>
                    <a:pt x="1910" y="16721"/>
                  </a:lnTo>
                  <a:lnTo>
                    <a:pt x="2389" y="18154"/>
                  </a:lnTo>
                  <a:lnTo>
                    <a:pt x="3344" y="20542"/>
                  </a:lnTo>
                  <a:lnTo>
                    <a:pt x="4299" y="22453"/>
                  </a:lnTo>
                  <a:lnTo>
                    <a:pt x="9555" y="31052"/>
                  </a:lnTo>
                  <a:lnTo>
                    <a:pt x="10510" y="31530"/>
                  </a:lnTo>
                  <a:lnTo>
                    <a:pt x="11943" y="30097"/>
                  </a:lnTo>
                  <a:lnTo>
                    <a:pt x="13376" y="29142"/>
                  </a:lnTo>
                  <a:lnTo>
                    <a:pt x="15765" y="30575"/>
                  </a:lnTo>
                  <a:lnTo>
                    <a:pt x="18153" y="31052"/>
                  </a:lnTo>
                  <a:lnTo>
                    <a:pt x="20542" y="32486"/>
                  </a:lnTo>
                  <a:lnTo>
                    <a:pt x="21975" y="36307"/>
                  </a:lnTo>
                  <a:lnTo>
                    <a:pt x="21975" y="39174"/>
                  </a:lnTo>
                  <a:lnTo>
                    <a:pt x="22931" y="4012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3" name="Freeform 5282">
              <a:extLst>
                <a:ext uri="{FF2B5EF4-FFF2-40B4-BE49-F238E27FC236}">
                  <a16:creationId xmlns:a16="http://schemas.microsoft.com/office/drawing/2014/main" id="{20E06B66-E1E5-3BDC-9559-A1D2D5B862E9}"/>
                </a:ext>
              </a:extLst>
            </p:cNvPr>
            <p:cNvSpPr/>
            <p:nvPr/>
          </p:nvSpPr>
          <p:spPr>
            <a:xfrm>
              <a:off x="6949701" y="2476191"/>
              <a:ext cx="301447" cy="265139"/>
            </a:xfrm>
            <a:custGeom>
              <a:avLst/>
              <a:gdLst>
                <a:gd name="csX0" fmla="*/ 226921 w 301447"/>
                <a:gd name="csY0" fmla="*/ 41085 h 265139"/>
                <a:gd name="csX1" fmla="*/ 224533 w 301447"/>
                <a:gd name="csY1" fmla="*/ 41085 h 265139"/>
                <a:gd name="csX2" fmla="*/ 222144 w 301447"/>
                <a:gd name="csY2" fmla="*/ 42040 h 265139"/>
                <a:gd name="csX3" fmla="*/ 217367 w 301447"/>
                <a:gd name="csY3" fmla="*/ 46340 h 265139"/>
                <a:gd name="csX4" fmla="*/ 212590 w 301447"/>
                <a:gd name="csY4" fmla="*/ 50162 h 265139"/>
                <a:gd name="csX5" fmla="*/ 193959 w 301447"/>
                <a:gd name="csY5" fmla="*/ 55417 h 265139"/>
                <a:gd name="csX6" fmla="*/ 182971 w 301447"/>
                <a:gd name="csY6" fmla="*/ 61149 h 265139"/>
                <a:gd name="csX7" fmla="*/ 179149 w 301447"/>
                <a:gd name="csY7" fmla="*/ 60672 h 265139"/>
                <a:gd name="csX8" fmla="*/ 172938 w 301447"/>
                <a:gd name="csY8" fmla="*/ 61627 h 265139"/>
                <a:gd name="csX9" fmla="*/ 168161 w 301447"/>
                <a:gd name="csY9" fmla="*/ 60672 h 265139"/>
                <a:gd name="csX10" fmla="*/ 159562 w 301447"/>
                <a:gd name="csY10" fmla="*/ 56850 h 265139"/>
                <a:gd name="csX11" fmla="*/ 154784 w 301447"/>
                <a:gd name="csY11" fmla="*/ 56372 h 265139"/>
                <a:gd name="csX12" fmla="*/ 147619 w 301447"/>
                <a:gd name="csY12" fmla="*/ 57805 h 265139"/>
                <a:gd name="csX13" fmla="*/ 146663 w 301447"/>
                <a:gd name="csY13" fmla="*/ 58283 h 265139"/>
                <a:gd name="csX14" fmla="*/ 144275 w 301447"/>
                <a:gd name="csY14" fmla="*/ 61149 h 265139"/>
                <a:gd name="csX15" fmla="*/ 144275 w 301447"/>
                <a:gd name="csY15" fmla="*/ 66404 h 265139"/>
                <a:gd name="csX16" fmla="*/ 144752 w 301447"/>
                <a:gd name="csY16" fmla="*/ 70226 h 265139"/>
                <a:gd name="csX17" fmla="*/ 143797 w 301447"/>
                <a:gd name="csY17" fmla="*/ 72137 h 265139"/>
                <a:gd name="csX18" fmla="*/ 142364 w 301447"/>
                <a:gd name="csY18" fmla="*/ 73570 h 265139"/>
                <a:gd name="csX19" fmla="*/ 139975 w 301447"/>
                <a:gd name="csY19" fmla="*/ 74048 h 265139"/>
                <a:gd name="csX20" fmla="*/ 138542 w 301447"/>
                <a:gd name="csY20" fmla="*/ 71182 h 265139"/>
                <a:gd name="csX21" fmla="*/ 136153 w 301447"/>
                <a:gd name="csY21" fmla="*/ 70704 h 265139"/>
                <a:gd name="csX22" fmla="*/ 129465 w 301447"/>
                <a:gd name="csY22" fmla="*/ 71659 h 265139"/>
                <a:gd name="csX23" fmla="*/ 126121 w 301447"/>
                <a:gd name="csY23" fmla="*/ 74048 h 265139"/>
                <a:gd name="csX24" fmla="*/ 124688 w 301447"/>
                <a:gd name="csY24" fmla="*/ 80259 h 265139"/>
                <a:gd name="csX25" fmla="*/ 119432 w 301447"/>
                <a:gd name="csY25" fmla="*/ 83125 h 265139"/>
                <a:gd name="csX26" fmla="*/ 110834 w 301447"/>
                <a:gd name="csY26" fmla="*/ 85991 h 265139"/>
                <a:gd name="csX27" fmla="*/ 106056 w 301447"/>
                <a:gd name="csY27" fmla="*/ 88380 h 265139"/>
                <a:gd name="csX28" fmla="*/ 104145 w 301447"/>
                <a:gd name="csY28" fmla="*/ 88858 h 265139"/>
                <a:gd name="csX29" fmla="*/ 101757 w 301447"/>
                <a:gd name="csY29" fmla="*/ 89813 h 265139"/>
                <a:gd name="csX30" fmla="*/ 96979 w 301447"/>
                <a:gd name="csY30" fmla="*/ 95546 h 265139"/>
                <a:gd name="csX31" fmla="*/ 92680 w 301447"/>
                <a:gd name="csY31" fmla="*/ 99846 h 265139"/>
                <a:gd name="csX32" fmla="*/ 85514 w 301447"/>
                <a:gd name="csY32" fmla="*/ 104145 h 265139"/>
                <a:gd name="csX33" fmla="*/ 85514 w 301447"/>
                <a:gd name="csY33" fmla="*/ 107489 h 265139"/>
                <a:gd name="csX34" fmla="*/ 85991 w 301447"/>
                <a:gd name="csY34" fmla="*/ 109400 h 265139"/>
                <a:gd name="csX35" fmla="*/ 79781 w 301447"/>
                <a:gd name="csY35" fmla="*/ 115611 h 265139"/>
                <a:gd name="csX36" fmla="*/ 78348 w 301447"/>
                <a:gd name="csY36" fmla="*/ 119432 h 265139"/>
                <a:gd name="csX37" fmla="*/ 76915 w 301447"/>
                <a:gd name="csY37" fmla="*/ 126598 h 265139"/>
                <a:gd name="csX38" fmla="*/ 76437 w 301447"/>
                <a:gd name="csY38" fmla="*/ 127554 h 265139"/>
                <a:gd name="csX39" fmla="*/ 70227 w 301447"/>
                <a:gd name="csY39" fmla="*/ 125165 h 265139"/>
                <a:gd name="csX40" fmla="*/ 65927 w 301447"/>
                <a:gd name="csY40" fmla="*/ 124210 h 265139"/>
                <a:gd name="csX41" fmla="*/ 64016 w 301447"/>
                <a:gd name="csY41" fmla="*/ 125165 h 265139"/>
                <a:gd name="csX42" fmla="*/ 61150 w 301447"/>
                <a:gd name="csY42" fmla="*/ 126598 h 265139"/>
                <a:gd name="csX43" fmla="*/ 60672 w 301447"/>
                <a:gd name="csY43" fmla="*/ 128509 h 265139"/>
                <a:gd name="csX44" fmla="*/ 61150 w 301447"/>
                <a:gd name="csY44" fmla="*/ 131853 h 265139"/>
                <a:gd name="csX45" fmla="*/ 62105 w 301447"/>
                <a:gd name="csY45" fmla="*/ 134242 h 265139"/>
                <a:gd name="csX46" fmla="*/ 55895 w 301447"/>
                <a:gd name="csY46" fmla="*/ 144752 h 265139"/>
                <a:gd name="csX47" fmla="*/ 54461 w 301447"/>
                <a:gd name="csY47" fmla="*/ 144752 h 265139"/>
                <a:gd name="csX48" fmla="*/ 52073 w 301447"/>
                <a:gd name="csY48" fmla="*/ 141886 h 265139"/>
                <a:gd name="csX49" fmla="*/ 50162 w 301447"/>
                <a:gd name="csY49" fmla="*/ 139975 h 265139"/>
                <a:gd name="csX50" fmla="*/ 47773 w 301447"/>
                <a:gd name="csY50" fmla="*/ 138542 h 265139"/>
                <a:gd name="csX51" fmla="*/ 45384 w 301447"/>
                <a:gd name="csY51" fmla="*/ 138064 h 265139"/>
                <a:gd name="csX52" fmla="*/ 42996 w 301447"/>
                <a:gd name="csY52" fmla="*/ 139975 h 265139"/>
                <a:gd name="csX53" fmla="*/ 40607 w 301447"/>
                <a:gd name="csY53" fmla="*/ 142841 h 265139"/>
                <a:gd name="csX54" fmla="*/ 41085 w 301447"/>
                <a:gd name="csY54" fmla="*/ 145230 h 265139"/>
                <a:gd name="csX55" fmla="*/ 42040 w 301447"/>
                <a:gd name="csY55" fmla="*/ 147618 h 265139"/>
                <a:gd name="csX56" fmla="*/ 44429 w 301447"/>
                <a:gd name="csY56" fmla="*/ 151440 h 265139"/>
                <a:gd name="csX57" fmla="*/ 51117 w 301447"/>
                <a:gd name="csY57" fmla="*/ 150962 h 265139"/>
                <a:gd name="csX58" fmla="*/ 53028 w 301447"/>
                <a:gd name="csY58" fmla="*/ 153829 h 265139"/>
                <a:gd name="csX59" fmla="*/ 54461 w 301447"/>
                <a:gd name="csY59" fmla="*/ 154784 h 265139"/>
                <a:gd name="csX60" fmla="*/ 48729 w 301447"/>
                <a:gd name="csY60" fmla="*/ 159084 h 265139"/>
                <a:gd name="csX61" fmla="*/ 42996 w 301447"/>
                <a:gd name="csY61" fmla="*/ 165772 h 265139"/>
                <a:gd name="csX62" fmla="*/ 37741 w 301447"/>
                <a:gd name="csY62" fmla="*/ 175804 h 265139"/>
                <a:gd name="csX63" fmla="*/ 36308 w 301447"/>
                <a:gd name="csY63" fmla="*/ 177715 h 265139"/>
                <a:gd name="csX64" fmla="*/ 36786 w 301447"/>
                <a:gd name="csY64" fmla="*/ 180104 h 265139"/>
                <a:gd name="csX65" fmla="*/ 37741 w 301447"/>
                <a:gd name="csY65" fmla="*/ 182493 h 265139"/>
                <a:gd name="csX66" fmla="*/ 39652 w 301447"/>
                <a:gd name="csY66" fmla="*/ 183448 h 265139"/>
                <a:gd name="csX67" fmla="*/ 43474 w 301447"/>
                <a:gd name="csY67" fmla="*/ 183448 h 265139"/>
                <a:gd name="csX68" fmla="*/ 47295 w 301447"/>
                <a:gd name="csY68" fmla="*/ 186792 h 265139"/>
                <a:gd name="csX69" fmla="*/ 46340 w 301447"/>
                <a:gd name="csY69" fmla="*/ 187748 h 265139"/>
                <a:gd name="csX70" fmla="*/ 32963 w 301447"/>
                <a:gd name="csY70" fmla="*/ 190614 h 265139"/>
                <a:gd name="csX71" fmla="*/ 31531 w 301447"/>
                <a:gd name="csY71" fmla="*/ 191569 h 265139"/>
                <a:gd name="csX72" fmla="*/ 25320 w 301447"/>
                <a:gd name="csY72" fmla="*/ 207335 h 265139"/>
                <a:gd name="csX73" fmla="*/ 23409 w 301447"/>
                <a:gd name="csY73" fmla="*/ 211156 h 265139"/>
                <a:gd name="csX74" fmla="*/ 21498 w 301447"/>
                <a:gd name="csY74" fmla="*/ 213545 h 265139"/>
                <a:gd name="csX75" fmla="*/ 19587 w 301447"/>
                <a:gd name="csY75" fmla="*/ 217367 h 265139"/>
                <a:gd name="csX76" fmla="*/ 17676 w 301447"/>
                <a:gd name="csY76" fmla="*/ 222622 h 265139"/>
                <a:gd name="csX77" fmla="*/ 16721 w 301447"/>
                <a:gd name="csY77" fmla="*/ 223100 h 265139"/>
                <a:gd name="csX78" fmla="*/ 12421 w 301447"/>
                <a:gd name="csY78" fmla="*/ 224055 h 265139"/>
                <a:gd name="csX79" fmla="*/ 8599 w 301447"/>
                <a:gd name="csY79" fmla="*/ 227399 h 265139"/>
                <a:gd name="csX80" fmla="*/ 4300 w 301447"/>
                <a:gd name="csY80" fmla="*/ 231221 h 265139"/>
                <a:gd name="csX81" fmla="*/ 1911 w 301447"/>
                <a:gd name="csY81" fmla="*/ 232654 h 265139"/>
                <a:gd name="csX82" fmla="*/ 0 w 301447"/>
                <a:gd name="csY82" fmla="*/ 235043 h 265139"/>
                <a:gd name="csX83" fmla="*/ 1911 w 301447"/>
                <a:gd name="csY83" fmla="*/ 239342 h 265139"/>
                <a:gd name="csX84" fmla="*/ 9077 w 301447"/>
                <a:gd name="csY84" fmla="*/ 249375 h 265139"/>
                <a:gd name="csX85" fmla="*/ 7644 w 301447"/>
                <a:gd name="csY85" fmla="*/ 253674 h 265139"/>
                <a:gd name="csX86" fmla="*/ 10988 w 301447"/>
                <a:gd name="csY86" fmla="*/ 261796 h 265139"/>
                <a:gd name="csX87" fmla="*/ 16243 w 301447"/>
                <a:gd name="csY87" fmla="*/ 257496 h 265139"/>
                <a:gd name="csX88" fmla="*/ 20065 w 301447"/>
                <a:gd name="csY88" fmla="*/ 255585 h 265139"/>
                <a:gd name="csX89" fmla="*/ 24842 w 301447"/>
                <a:gd name="csY89" fmla="*/ 255108 h 265139"/>
                <a:gd name="csX90" fmla="*/ 30097 w 301447"/>
                <a:gd name="csY90" fmla="*/ 259407 h 265139"/>
                <a:gd name="csX91" fmla="*/ 35830 w 301447"/>
                <a:gd name="csY91" fmla="*/ 261318 h 265139"/>
                <a:gd name="csX92" fmla="*/ 45384 w 301447"/>
                <a:gd name="csY92" fmla="*/ 262274 h 265139"/>
                <a:gd name="csX93" fmla="*/ 49206 w 301447"/>
                <a:gd name="csY93" fmla="*/ 264184 h 265139"/>
                <a:gd name="csX94" fmla="*/ 53028 w 301447"/>
                <a:gd name="csY94" fmla="*/ 265140 h 265139"/>
                <a:gd name="csX95" fmla="*/ 57328 w 301447"/>
                <a:gd name="csY95" fmla="*/ 264662 h 265139"/>
                <a:gd name="csX96" fmla="*/ 63538 w 301447"/>
                <a:gd name="csY96" fmla="*/ 260840 h 265139"/>
                <a:gd name="csX97" fmla="*/ 66882 w 301447"/>
                <a:gd name="csY97" fmla="*/ 251763 h 265139"/>
                <a:gd name="csX98" fmla="*/ 73570 w 301447"/>
                <a:gd name="csY98" fmla="*/ 245075 h 265139"/>
                <a:gd name="csX99" fmla="*/ 75004 w 301447"/>
                <a:gd name="csY99" fmla="*/ 242209 h 265139"/>
                <a:gd name="csX100" fmla="*/ 73570 w 301447"/>
                <a:gd name="csY100" fmla="*/ 236476 h 265139"/>
                <a:gd name="csX101" fmla="*/ 70227 w 301447"/>
                <a:gd name="csY101" fmla="*/ 232176 h 265139"/>
                <a:gd name="csX102" fmla="*/ 70704 w 301447"/>
                <a:gd name="csY102" fmla="*/ 230266 h 265139"/>
                <a:gd name="csX103" fmla="*/ 73570 w 301447"/>
                <a:gd name="csY103" fmla="*/ 231221 h 265139"/>
                <a:gd name="csX104" fmla="*/ 76437 w 301447"/>
                <a:gd name="csY104" fmla="*/ 234565 h 265139"/>
                <a:gd name="csX105" fmla="*/ 77393 w 301447"/>
                <a:gd name="csY105" fmla="*/ 235043 h 265139"/>
                <a:gd name="csX106" fmla="*/ 79304 w 301447"/>
                <a:gd name="csY106" fmla="*/ 235043 h 265139"/>
                <a:gd name="csX107" fmla="*/ 81214 w 301447"/>
                <a:gd name="csY107" fmla="*/ 232654 h 265139"/>
                <a:gd name="csX108" fmla="*/ 81692 w 301447"/>
                <a:gd name="csY108" fmla="*/ 229788 h 265139"/>
                <a:gd name="csX109" fmla="*/ 81214 w 301447"/>
                <a:gd name="csY109" fmla="*/ 226444 h 265139"/>
                <a:gd name="csX110" fmla="*/ 79781 w 301447"/>
                <a:gd name="csY110" fmla="*/ 221667 h 265139"/>
                <a:gd name="csX111" fmla="*/ 79781 w 301447"/>
                <a:gd name="csY111" fmla="*/ 218800 h 265139"/>
                <a:gd name="csX112" fmla="*/ 93157 w 301447"/>
                <a:gd name="csY112" fmla="*/ 211156 h 265139"/>
                <a:gd name="csX113" fmla="*/ 96502 w 301447"/>
                <a:gd name="csY113" fmla="*/ 204468 h 265139"/>
                <a:gd name="csX114" fmla="*/ 97457 w 301447"/>
                <a:gd name="csY114" fmla="*/ 200646 h 265139"/>
                <a:gd name="csX115" fmla="*/ 96979 w 301447"/>
                <a:gd name="csY115" fmla="*/ 197780 h 265139"/>
                <a:gd name="csX116" fmla="*/ 95546 w 301447"/>
                <a:gd name="csY116" fmla="*/ 191569 h 265139"/>
                <a:gd name="csX117" fmla="*/ 94113 w 301447"/>
                <a:gd name="csY117" fmla="*/ 188703 h 265139"/>
                <a:gd name="csX118" fmla="*/ 95068 w 301447"/>
                <a:gd name="csY118" fmla="*/ 186315 h 265139"/>
                <a:gd name="csX119" fmla="*/ 102712 w 301447"/>
                <a:gd name="csY119" fmla="*/ 188703 h 265139"/>
                <a:gd name="csX120" fmla="*/ 105100 w 301447"/>
                <a:gd name="csY120" fmla="*/ 187270 h 265139"/>
                <a:gd name="csX121" fmla="*/ 106056 w 301447"/>
                <a:gd name="csY121" fmla="*/ 185837 h 265139"/>
                <a:gd name="csX122" fmla="*/ 107012 w 301447"/>
                <a:gd name="csY122" fmla="*/ 182970 h 265139"/>
                <a:gd name="csX123" fmla="*/ 107012 w 301447"/>
                <a:gd name="csY123" fmla="*/ 178671 h 265139"/>
                <a:gd name="csX124" fmla="*/ 107489 w 301447"/>
                <a:gd name="csY124" fmla="*/ 174849 h 265139"/>
                <a:gd name="csX125" fmla="*/ 108923 w 301447"/>
                <a:gd name="csY125" fmla="*/ 172938 h 265139"/>
                <a:gd name="csX126" fmla="*/ 116088 w 301447"/>
                <a:gd name="csY126" fmla="*/ 178671 h 265139"/>
                <a:gd name="csX127" fmla="*/ 117522 w 301447"/>
                <a:gd name="csY127" fmla="*/ 178671 h 265139"/>
                <a:gd name="csX128" fmla="*/ 118955 w 301447"/>
                <a:gd name="csY128" fmla="*/ 176760 h 265139"/>
                <a:gd name="csX129" fmla="*/ 119432 w 301447"/>
                <a:gd name="csY129" fmla="*/ 174849 h 265139"/>
                <a:gd name="csX130" fmla="*/ 118477 w 301447"/>
                <a:gd name="csY130" fmla="*/ 172938 h 265139"/>
                <a:gd name="csX131" fmla="*/ 118955 w 301447"/>
                <a:gd name="csY131" fmla="*/ 169594 h 265139"/>
                <a:gd name="csX132" fmla="*/ 123732 w 301447"/>
                <a:gd name="csY132" fmla="*/ 169594 h 265139"/>
                <a:gd name="csX133" fmla="*/ 125643 w 301447"/>
                <a:gd name="csY133" fmla="*/ 168639 h 265139"/>
                <a:gd name="csX134" fmla="*/ 128509 w 301447"/>
                <a:gd name="csY134" fmla="*/ 165772 h 265139"/>
                <a:gd name="csX135" fmla="*/ 129943 w 301447"/>
                <a:gd name="csY135" fmla="*/ 162906 h 265139"/>
                <a:gd name="csX136" fmla="*/ 132809 w 301447"/>
                <a:gd name="csY136" fmla="*/ 160517 h 265139"/>
                <a:gd name="csX137" fmla="*/ 133764 w 301447"/>
                <a:gd name="csY137" fmla="*/ 158606 h 265139"/>
                <a:gd name="csX138" fmla="*/ 132809 w 301447"/>
                <a:gd name="csY138" fmla="*/ 155262 h 265139"/>
                <a:gd name="csX139" fmla="*/ 128509 w 301447"/>
                <a:gd name="csY139" fmla="*/ 153829 h 265139"/>
                <a:gd name="csX140" fmla="*/ 129465 w 301447"/>
                <a:gd name="csY140" fmla="*/ 151440 h 265139"/>
                <a:gd name="csX141" fmla="*/ 133287 w 301447"/>
                <a:gd name="csY141" fmla="*/ 148096 h 265139"/>
                <a:gd name="csX142" fmla="*/ 134720 w 301447"/>
                <a:gd name="csY142" fmla="*/ 147618 h 265139"/>
                <a:gd name="csX143" fmla="*/ 137109 w 301447"/>
                <a:gd name="csY143" fmla="*/ 148096 h 265139"/>
                <a:gd name="csX144" fmla="*/ 138064 w 301447"/>
                <a:gd name="csY144" fmla="*/ 147141 h 265139"/>
                <a:gd name="csX145" fmla="*/ 140453 w 301447"/>
                <a:gd name="csY145" fmla="*/ 143797 h 265139"/>
                <a:gd name="csX146" fmla="*/ 142364 w 301447"/>
                <a:gd name="csY146" fmla="*/ 139975 h 265139"/>
                <a:gd name="csX147" fmla="*/ 146663 w 301447"/>
                <a:gd name="csY147" fmla="*/ 136153 h 265139"/>
                <a:gd name="csX148" fmla="*/ 148574 w 301447"/>
                <a:gd name="csY148" fmla="*/ 131853 h 265139"/>
                <a:gd name="csX149" fmla="*/ 150963 w 301447"/>
                <a:gd name="csY149" fmla="*/ 129465 h 265139"/>
                <a:gd name="csX150" fmla="*/ 153352 w 301447"/>
                <a:gd name="csY150" fmla="*/ 129465 h 265139"/>
                <a:gd name="csX151" fmla="*/ 155740 w 301447"/>
                <a:gd name="csY151" fmla="*/ 128987 h 265139"/>
                <a:gd name="csX152" fmla="*/ 164817 w 301447"/>
                <a:gd name="csY152" fmla="*/ 121343 h 265139"/>
                <a:gd name="csX153" fmla="*/ 184404 w 301447"/>
                <a:gd name="csY153" fmla="*/ 110355 h 265139"/>
                <a:gd name="csX154" fmla="*/ 189659 w 301447"/>
                <a:gd name="csY154" fmla="*/ 108445 h 265139"/>
                <a:gd name="csX155" fmla="*/ 196347 w 301447"/>
                <a:gd name="csY155" fmla="*/ 103667 h 265139"/>
                <a:gd name="csX156" fmla="*/ 198736 w 301447"/>
                <a:gd name="csY156" fmla="*/ 103190 h 265139"/>
                <a:gd name="csX157" fmla="*/ 208291 w 301447"/>
                <a:gd name="csY157" fmla="*/ 99846 h 265139"/>
                <a:gd name="csX158" fmla="*/ 217845 w 301447"/>
                <a:gd name="csY158" fmla="*/ 95068 h 265139"/>
                <a:gd name="csX159" fmla="*/ 226921 w 301447"/>
                <a:gd name="csY159" fmla="*/ 91246 h 265139"/>
                <a:gd name="csX160" fmla="*/ 235521 w 301447"/>
                <a:gd name="csY160" fmla="*/ 86469 h 265139"/>
                <a:gd name="csX161" fmla="*/ 248419 w 301447"/>
                <a:gd name="csY161" fmla="*/ 80259 h 265139"/>
                <a:gd name="csX162" fmla="*/ 256063 w 301447"/>
                <a:gd name="csY162" fmla="*/ 75481 h 265139"/>
                <a:gd name="csX163" fmla="*/ 260841 w 301447"/>
                <a:gd name="csY163" fmla="*/ 73570 h 265139"/>
                <a:gd name="csX164" fmla="*/ 265140 w 301447"/>
                <a:gd name="csY164" fmla="*/ 71182 h 265139"/>
                <a:gd name="csX165" fmla="*/ 269917 w 301447"/>
                <a:gd name="csY165" fmla="*/ 66882 h 265139"/>
                <a:gd name="csX166" fmla="*/ 278039 w 301447"/>
                <a:gd name="csY166" fmla="*/ 61149 h 265139"/>
                <a:gd name="csX167" fmla="*/ 285682 w 301447"/>
                <a:gd name="csY167" fmla="*/ 57328 h 265139"/>
                <a:gd name="csX168" fmla="*/ 287116 w 301447"/>
                <a:gd name="csY168" fmla="*/ 55417 h 265139"/>
                <a:gd name="csX169" fmla="*/ 293804 w 301447"/>
                <a:gd name="csY169" fmla="*/ 44907 h 265139"/>
                <a:gd name="csX170" fmla="*/ 300492 w 301447"/>
                <a:gd name="csY170" fmla="*/ 35352 h 265139"/>
                <a:gd name="csX171" fmla="*/ 299537 w 301447"/>
                <a:gd name="csY171" fmla="*/ 32008 h 265139"/>
                <a:gd name="csX172" fmla="*/ 300014 w 301447"/>
                <a:gd name="csY172" fmla="*/ 28186 h 265139"/>
                <a:gd name="csX173" fmla="*/ 301448 w 301447"/>
                <a:gd name="csY173" fmla="*/ 24364 h 265139"/>
                <a:gd name="csX174" fmla="*/ 300492 w 301447"/>
                <a:gd name="csY174" fmla="*/ 20542 h 265139"/>
                <a:gd name="csX175" fmla="*/ 300014 w 301447"/>
                <a:gd name="csY175" fmla="*/ 18154 h 265139"/>
                <a:gd name="csX176" fmla="*/ 296670 w 301447"/>
                <a:gd name="csY176" fmla="*/ 11466 h 265139"/>
                <a:gd name="csX177" fmla="*/ 292371 w 301447"/>
                <a:gd name="csY177" fmla="*/ 6688 h 265139"/>
                <a:gd name="csX178" fmla="*/ 282816 w 301447"/>
                <a:gd name="csY178" fmla="*/ 1911 h 265139"/>
                <a:gd name="csX179" fmla="*/ 275650 w 301447"/>
                <a:gd name="csY179" fmla="*/ 0 h 265139"/>
                <a:gd name="csX180" fmla="*/ 273262 w 301447"/>
                <a:gd name="csY180" fmla="*/ 478 h 265139"/>
                <a:gd name="csX181" fmla="*/ 268007 w 301447"/>
                <a:gd name="csY181" fmla="*/ 4300 h 265139"/>
                <a:gd name="csX182" fmla="*/ 259407 w 301447"/>
                <a:gd name="csY182" fmla="*/ 7166 h 265139"/>
                <a:gd name="csX183" fmla="*/ 249853 w 301447"/>
                <a:gd name="csY183" fmla="*/ 15765 h 265139"/>
                <a:gd name="csX184" fmla="*/ 244120 w 301447"/>
                <a:gd name="csY184" fmla="*/ 21498 h 265139"/>
                <a:gd name="csX185" fmla="*/ 242209 w 301447"/>
                <a:gd name="csY185" fmla="*/ 26275 h 265139"/>
                <a:gd name="csX186" fmla="*/ 240298 w 301447"/>
                <a:gd name="csY186" fmla="*/ 32008 h 265139"/>
                <a:gd name="csX187" fmla="*/ 237909 w 301447"/>
                <a:gd name="csY187" fmla="*/ 34397 h 265139"/>
                <a:gd name="csX188" fmla="*/ 235521 w 301447"/>
                <a:gd name="csY188" fmla="*/ 34874 h 265139"/>
                <a:gd name="csX189" fmla="*/ 233610 w 301447"/>
                <a:gd name="csY189" fmla="*/ 35352 h 265139"/>
                <a:gd name="csX190" fmla="*/ 229310 w 301447"/>
                <a:gd name="csY190" fmla="*/ 39652 h 265139"/>
                <a:gd name="csX191" fmla="*/ 226921 w 301447"/>
                <a:gd name="csY191" fmla="*/ 41085 h 265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</a:cxnLst>
              <a:rect l="l" t="t" r="r" b="b"/>
              <a:pathLst>
                <a:path w="301447" h="265139">
                  <a:moveTo>
                    <a:pt x="226921" y="41085"/>
                  </a:moveTo>
                  <a:lnTo>
                    <a:pt x="224533" y="41085"/>
                  </a:lnTo>
                  <a:lnTo>
                    <a:pt x="222144" y="42040"/>
                  </a:lnTo>
                  <a:lnTo>
                    <a:pt x="217367" y="46340"/>
                  </a:lnTo>
                  <a:lnTo>
                    <a:pt x="212590" y="50162"/>
                  </a:lnTo>
                  <a:lnTo>
                    <a:pt x="193959" y="55417"/>
                  </a:lnTo>
                  <a:lnTo>
                    <a:pt x="182971" y="61149"/>
                  </a:lnTo>
                  <a:lnTo>
                    <a:pt x="179149" y="60672"/>
                  </a:lnTo>
                  <a:lnTo>
                    <a:pt x="172938" y="61627"/>
                  </a:lnTo>
                  <a:lnTo>
                    <a:pt x="168161" y="60672"/>
                  </a:lnTo>
                  <a:lnTo>
                    <a:pt x="159562" y="56850"/>
                  </a:lnTo>
                  <a:lnTo>
                    <a:pt x="154784" y="56372"/>
                  </a:lnTo>
                  <a:lnTo>
                    <a:pt x="147619" y="57805"/>
                  </a:lnTo>
                  <a:lnTo>
                    <a:pt x="146663" y="58283"/>
                  </a:lnTo>
                  <a:lnTo>
                    <a:pt x="144275" y="61149"/>
                  </a:lnTo>
                  <a:lnTo>
                    <a:pt x="144275" y="66404"/>
                  </a:lnTo>
                  <a:lnTo>
                    <a:pt x="144752" y="70226"/>
                  </a:lnTo>
                  <a:lnTo>
                    <a:pt x="143797" y="72137"/>
                  </a:lnTo>
                  <a:lnTo>
                    <a:pt x="142364" y="73570"/>
                  </a:lnTo>
                  <a:lnTo>
                    <a:pt x="139975" y="74048"/>
                  </a:lnTo>
                  <a:lnTo>
                    <a:pt x="138542" y="71182"/>
                  </a:lnTo>
                  <a:lnTo>
                    <a:pt x="136153" y="70704"/>
                  </a:lnTo>
                  <a:lnTo>
                    <a:pt x="129465" y="71659"/>
                  </a:lnTo>
                  <a:lnTo>
                    <a:pt x="126121" y="74048"/>
                  </a:lnTo>
                  <a:lnTo>
                    <a:pt x="124688" y="80259"/>
                  </a:lnTo>
                  <a:lnTo>
                    <a:pt x="119432" y="83125"/>
                  </a:lnTo>
                  <a:lnTo>
                    <a:pt x="110834" y="85991"/>
                  </a:lnTo>
                  <a:lnTo>
                    <a:pt x="106056" y="88380"/>
                  </a:lnTo>
                  <a:lnTo>
                    <a:pt x="104145" y="88858"/>
                  </a:lnTo>
                  <a:lnTo>
                    <a:pt x="101757" y="89813"/>
                  </a:lnTo>
                  <a:lnTo>
                    <a:pt x="96979" y="95546"/>
                  </a:lnTo>
                  <a:lnTo>
                    <a:pt x="92680" y="99846"/>
                  </a:lnTo>
                  <a:lnTo>
                    <a:pt x="85514" y="104145"/>
                  </a:lnTo>
                  <a:lnTo>
                    <a:pt x="85514" y="107489"/>
                  </a:lnTo>
                  <a:lnTo>
                    <a:pt x="85991" y="109400"/>
                  </a:lnTo>
                  <a:lnTo>
                    <a:pt x="79781" y="115611"/>
                  </a:lnTo>
                  <a:lnTo>
                    <a:pt x="78348" y="119432"/>
                  </a:lnTo>
                  <a:lnTo>
                    <a:pt x="76915" y="126598"/>
                  </a:lnTo>
                  <a:lnTo>
                    <a:pt x="76437" y="127554"/>
                  </a:lnTo>
                  <a:lnTo>
                    <a:pt x="70227" y="125165"/>
                  </a:lnTo>
                  <a:lnTo>
                    <a:pt x="65927" y="124210"/>
                  </a:lnTo>
                  <a:lnTo>
                    <a:pt x="64016" y="125165"/>
                  </a:lnTo>
                  <a:lnTo>
                    <a:pt x="61150" y="126598"/>
                  </a:lnTo>
                  <a:lnTo>
                    <a:pt x="60672" y="128509"/>
                  </a:lnTo>
                  <a:lnTo>
                    <a:pt x="61150" y="131853"/>
                  </a:lnTo>
                  <a:lnTo>
                    <a:pt x="62105" y="134242"/>
                  </a:lnTo>
                  <a:lnTo>
                    <a:pt x="55895" y="144752"/>
                  </a:lnTo>
                  <a:lnTo>
                    <a:pt x="54461" y="144752"/>
                  </a:lnTo>
                  <a:lnTo>
                    <a:pt x="52073" y="141886"/>
                  </a:lnTo>
                  <a:lnTo>
                    <a:pt x="50162" y="139975"/>
                  </a:lnTo>
                  <a:lnTo>
                    <a:pt x="47773" y="138542"/>
                  </a:lnTo>
                  <a:lnTo>
                    <a:pt x="45384" y="138064"/>
                  </a:lnTo>
                  <a:lnTo>
                    <a:pt x="42996" y="139975"/>
                  </a:lnTo>
                  <a:lnTo>
                    <a:pt x="40607" y="142841"/>
                  </a:lnTo>
                  <a:lnTo>
                    <a:pt x="41085" y="145230"/>
                  </a:lnTo>
                  <a:lnTo>
                    <a:pt x="42040" y="147618"/>
                  </a:lnTo>
                  <a:lnTo>
                    <a:pt x="44429" y="151440"/>
                  </a:lnTo>
                  <a:lnTo>
                    <a:pt x="51117" y="150962"/>
                  </a:lnTo>
                  <a:lnTo>
                    <a:pt x="53028" y="153829"/>
                  </a:lnTo>
                  <a:lnTo>
                    <a:pt x="54461" y="154784"/>
                  </a:lnTo>
                  <a:lnTo>
                    <a:pt x="48729" y="159084"/>
                  </a:lnTo>
                  <a:lnTo>
                    <a:pt x="42996" y="165772"/>
                  </a:lnTo>
                  <a:lnTo>
                    <a:pt x="37741" y="175804"/>
                  </a:lnTo>
                  <a:lnTo>
                    <a:pt x="36308" y="177715"/>
                  </a:lnTo>
                  <a:lnTo>
                    <a:pt x="36786" y="180104"/>
                  </a:lnTo>
                  <a:lnTo>
                    <a:pt x="37741" y="182493"/>
                  </a:lnTo>
                  <a:lnTo>
                    <a:pt x="39652" y="183448"/>
                  </a:lnTo>
                  <a:lnTo>
                    <a:pt x="43474" y="183448"/>
                  </a:lnTo>
                  <a:lnTo>
                    <a:pt x="47295" y="186792"/>
                  </a:lnTo>
                  <a:lnTo>
                    <a:pt x="46340" y="187748"/>
                  </a:lnTo>
                  <a:lnTo>
                    <a:pt x="32963" y="190614"/>
                  </a:lnTo>
                  <a:lnTo>
                    <a:pt x="31531" y="191569"/>
                  </a:lnTo>
                  <a:lnTo>
                    <a:pt x="25320" y="207335"/>
                  </a:lnTo>
                  <a:lnTo>
                    <a:pt x="23409" y="211156"/>
                  </a:lnTo>
                  <a:lnTo>
                    <a:pt x="21498" y="213545"/>
                  </a:lnTo>
                  <a:lnTo>
                    <a:pt x="19587" y="217367"/>
                  </a:lnTo>
                  <a:lnTo>
                    <a:pt x="17676" y="222622"/>
                  </a:lnTo>
                  <a:lnTo>
                    <a:pt x="16721" y="223100"/>
                  </a:lnTo>
                  <a:lnTo>
                    <a:pt x="12421" y="224055"/>
                  </a:lnTo>
                  <a:lnTo>
                    <a:pt x="8599" y="227399"/>
                  </a:lnTo>
                  <a:lnTo>
                    <a:pt x="4300" y="231221"/>
                  </a:lnTo>
                  <a:lnTo>
                    <a:pt x="1911" y="232654"/>
                  </a:lnTo>
                  <a:lnTo>
                    <a:pt x="0" y="235043"/>
                  </a:lnTo>
                  <a:lnTo>
                    <a:pt x="1911" y="239342"/>
                  </a:lnTo>
                  <a:lnTo>
                    <a:pt x="9077" y="249375"/>
                  </a:lnTo>
                  <a:lnTo>
                    <a:pt x="7644" y="253674"/>
                  </a:lnTo>
                  <a:lnTo>
                    <a:pt x="10988" y="261796"/>
                  </a:lnTo>
                  <a:lnTo>
                    <a:pt x="16243" y="257496"/>
                  </a:lnTo>
                  <a:lnTo>
                    <a:pt x="20065" y="255585"/>
                  </a:lnTo>
                  <a:lnTo>
                    <a:pt x="24842" y="255108"/>
                  </a:lnTo>
                  <a:lnTo>
                    <a:pt x="30097" y="259407"/>
                  </a:lnTo>
                  <a:lnTo>
                    <a:pt x="35830" y="261318"/>
                  </a:lnTo>
                  <a:lnTo>
                    <a:pt x="45384" y="262274"/>
                  </a:lnTo>
                  <a:lnTo>
                    <a:pt x="49206" y="264184"/>
                  </a:lnTo>
                  <a:lnTo>
                    <a:pt x="53028" y="265140"/>
                  </a:lnTo>
                  <a:lnTo>
                    <a:pt x="57328" y="264662"/>
                  </a:lnTo>
                  <a:lnTo>
                    <a:pt x="63538" y="260840"/>
                  </a:lnTo>
                  <a:lnTo>
                    <a:pt x="66882" y="251763"/>
                  </a:lnTo>
                  <a:lnTo>
                    <a:pt x="73570" y="245075"/>
                  </a:lnTo>
                  <a:lnTo>
                    <a:pt x="75004" y="242209"/>
                  </a:lnTo>
                  <a:lnTo>
                    <a:pt x="73570" y="236476"/>
                  </a:lnTo>
                  <a:lnTo>
                    <a:pt x="70227" y="232176"/>
                  </a:lnTo>
                  <a:lnTo>
                    <a:pt x="70704" y="230266"/>
                  </a:lnTo>
                  <a:lnTo>
                    <a:pt x="73570" y="231221"/>
                  </a:lnTo>
                  <a:lnTo>
                    <a:pt x="76437" y="234565"/>
                  </a:lnTo>
                  <a:lnTo>
                    <a:pt x="77393" y="235043"/>
                  </a:lnTo>
                  <a:lnTo>
                    <a:pt x="79304" y="235043"/>
                  </a:lnTo>
                  <a:lnTo>
                    <a:pt x="81214" y="232654"/>
                  </a:lnTo>
                  <a:lnTo>
                    <a:pt x="81692" y="229788"/>
                  </a:lnTo>
                  <a:lnTo>
                    <a:pt x="81214" y="226444"/>
                  </a:lnTo>
                  <a:lnTo>
                    <a:pt x="79781" y="221667"/>
                  </a:lnTo>
                  <a:lnTo>
                    <a:pt x="79781" y="218800"/>
                  </a:lnTo>
                  <a:lnTo>
                    <a:pt x="93157" y="211156"/>
                  </a:lnTo>
                  <a:lnTo>
                    <a:pt x="96502" y="204468"/>
                  </a:lnTo>
                  <a:lnTo>
                    <a:pt x="97457" y="200646"/>
                  </a:lnTo>
                  <a:lnTo>
                    <a:pt x="96979" y="197780"/>
                  </a:lnTo>
                  <a:lnTo>
                    <a:pt x="95546" y="191569"/>
                  </a:lnTo>
                  <a:lnTo>
                    <a:pt x="94113" y="188703"/>
                  </a:lnTo>
                  <a:lnTo>
                    <a:pt x="95068" y="186315"/>
                  </a:lnTo>
                  <a:lnTo>
                    <a:pt x="102712" y="188703"/>
                  </a:lnTo>
                  <a:lnTo>
                    <a:pt x="105100" y="187270"/>
                  </a:lnTo>
                  <a:lnTo>
                    <a:pt x="106056" y="185837"/>
                  </a:lnTo>
                  <a:lnTo>
                    <a:pt x="107012" y="182970"/>
                  </a:lnTo>
                  <a:lnTo>
                    <a:pt x="107012" y="178671"/>
                  </a:lnTo>
                  <a:lnTo>
                    <a:pt x="107489" y="174849"/>
                  </a:lnTo>
                  <a:lnTo>
                    <a:pt x="108923" y="172938"/>
                  </a:lnTo>
                  <a:lnTo>
                    <a:pt x="116088" y="178671"/>
                  </a:lnTo>
                  <a:lnTo>
                    <a:pt x="117522" y="178671"/>
                  </a:lnTo>
                  <a:lnTo>
                    <a:pt x="118955" y="176760"/>
                  </a:lnTo>
                  <a:lnTo>
                    <a:pt x="119432" y="174849"/>
                  </a:lnTo>
                  <a:lnTo>
                    <a:pt x="118477" y="172938"/>
                  </a:lnTo>
                  <a:lnTo>
                    <a:pt x="118955" y="169594"/>
                  </a:lnTo>
                  <a:lnTo>
                    <a:pt x="123732" y="169594"/>
                  </a:lnTo>
                  <a:lnTo>
                    <a:pt x="125643" y="168639"/>
                  </a:lnTo>
                  <a:lnTo>
                    <a:pt x="128509" y="165772"/>
                  </a:lnTo>
                  <a:lnTo>
                    <a:pt x="129943" y="162906"/>
                  </a:lnTo>
                  <a:lnTo>
                    <a:pt x="132809" y="160517"/>
                  </a:lnTo>
                  <a:lnTo>
                    <a:pt x="133764" y="158606"/>
                  </a:lnTo>
                  <a:lnTo>
                    <a:pt x="132809" y="155262"/>
                  </a:lnTo>
                  <a:lnTo>
                    <a:pt x="128509" y="153829"/>
                  </a:lnTo>
                  <a:lnTo>
                    <a:pt x="129465" y="151440"/>
                  </a:lnTo>
                  <a:lnTo>
                    <a:pt x="133287" y="148096"/>
                  </a:lnTo>
                  <a:lnTo>
                    <a:pt x="134720" y="147618"/>
                  </a:lnTo>
                  <a:lnTo>
                    <a:pt x="137109" y="148096"/>
                  </a:lnTo>
                  <a:lnTo>
                    <a:pt x="138064" y="147141"/>
                  </a:lnTo>
                  <a:lnTo>
                    <a:pt x="140453" y="143797"/>
                  </a:lnTo>
                  <a:lnTo>
                    <a:pt x="142364" y="139975"/>
                  </a:lnTo>
                  <a:lnTo>
                    <a:pt x="146663" y="136153"/>
                  </a:lnTo>
                  <a:lnTo>
                    <a:pt x="148574" y="131853"/>
                  </a:lnTo>
                  <a:lnTo>
                    <a:pt x="150963" y="129465"/>
                  </a:lnTo>
                  <a:lnTo>
                    <a:pt x="153352" y="129465"/>
                  </a:lnTo>
                  <a:lnTo>
                    <a:pt x="155740" y="128987"/>
                  </a:lnTo>
                  <a:lnTo>
                    <a:pt x="164817" y="121343"/>
                  </a:lnTo>
                  <a:lnTo>
                    <a:pt x="184404" y="110355"/>
                  </a:lnTo>
                  <a:lnTo>
                    <a:pt x="189659" y="108445"/>
                  </a:lnTo>
                  <a:lnTo>
                    <a:pt x="196347" y="103667"/>
                  </a:lnTo>
                  <a:lnTo>
                    <a:pt x="198736" y="103190"/>
                  </a:lnTo>
                  <a:lnTo>
                    <a:pt x="208291" y="99846"/>
                  </a:lnTo>
                  <a:lnTo>
                    <a:pt x="217845" y="95068"/>
                  </a:lnTo>
                  <a:lnTo>
                    <a:pt x="226921" y="91246"/>
                  </a:lnTo>
                  <a:lnTo>
                    <a:pt x="235521" y="86469"/>
                  </a:lnTo>
                  <a:lnTo>
                    <a:pt x="248419" y="80259"/>
                  </a:lnTo>
                  <a:lnTo>
                    <a:pt x="256063" y="75481"/>
                  </a:lnTo>
                  <a:lnTo>
                    <a:pt x="260841" y="73570"/>
                  </a:lnTo>
                  <a:lnTo>
                    <a:pt x="265140" y="71182"/>
                  </a:lnTo>
                  <a:lnTo>
                    <a:pt x="269917" y="66882"/>
                  </a:lnTo>
                  <a:lnTo>
                    <a:pt x="278039" y="61149"/>
                  </a:lnTo>
                  <a:lnTo>
                    <a:pt x="285682" y="57328"/>
                  </a:lnTo>
                  <a:lnTo>
                    <a:pt x="287116" y="55417"/>
                  </a:lnTo>
                  <a:lnTo>
                    <a:pt x="293804" y="44907"/>
                  </a:lnTo>
                  <a:lnTo>
                    <a:pt x="300492" y="35352"/>
                  </a:lnTo>
                  <a:lnTo>
                    <a:pt x="299537" y="32008"/>
                  </a:lnTo>
                  <a:lnTo>
                    <a:pt x="300014" y="28186"/>
                  </a:lnTo>
                  <a:lnTo>
                    <a:pt x="301448" y="24364"/>
                  </a:lnTo>
                  <a:lnTo>
                    <a:pt x="300492" y="20542"/>
                  </a:lnTo>
                  <a:lnTo>
                    <a:pt x="300014" y="18154"/>
                  </a:lnTo>
                  <a:lnTo>
                    <a:pt x="296670" y="11466"/>
                  </a:lnTo>
                  <a:lnTo>
                    <a:pt x="292371" y="6688"/>
                  </a:lnTo>
                  <a:lnTo>
                    <a:pt x="282816" y="1911"/>
                  </a:lnTo>
                  <a:lnTo>
                    <a:pt x="275650" y="0"/>
                  </a:lnTo>
                  <a:lnTo>
                    <a:pt x="273262" y="478"/>
                  </a:lnTo>
                  <a:lnTo>
                    <a:pt x="268007" y="4300"/>
                  </a:lnTo>
                  <a:lnTo>
                    <a:pt x="259407" y="7166"/>
                  </a:lnTo>
                  <a:lnTo>
                    <a:pt x="249853" y="15765"/>
                  </a:lnTo>
                  <a:lnTo>
                    <a:pt x="244120" y="21498"/>
                  </a:lnTo>
                  <a:lnTo>
                    <a:pt x="242209" y="26275"/>
                  </a:lnTo>
                  <a:lnTo>
                    <a:pt x="240298" y="32008"/>
                  </a:lnTo>
                  <a:lnTo>
                    <a:pt x="237909" y="34397"/>
                  </a:lnTo>
                  <a:lnTo>
                    <a:pt x="235521" y="34874"/>
                  </a:lnTo>
                  <a:lnTo>
                    <a:pt x="233610" y="35352"/>
                  </a:lnTo>
                  <a:lnTo>
                    <a:pt x="229310" y="39652"/>
                  </a:lnTo>
                  <a:lnTo>
                    <a:pt x="226921" y="4108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4" name="Freeform 5283">
              <a:extLst>
                <a:ext uri="{FF2B5EF4-FFF2-40B4-BE49-F238E27FC236}">
                  <a16:creationId xmlns:a16="http://schemas.microsoft.com/office/drawing/2014/main" id="{B13E044B-C229-1366-512F-6E9E80285F86}"/>
                </a:ext>
              </a:extLst>
            </p:cNvPr>
            <p:cNvSpPr/>
            <p:nvPr/>
          </p:nvSpPr>
          <p:spPr>
            <a:xfrm>
              <a:off x="7014195" y="2148946"/>
              <a:ext cx="44429" cy="42040"/>
            </a:xfrm>
            <a:custGeom>
              <a:avLst/>
              <a:gdLst>
                <a:gd name="csX0" fmla="*/ 1433 w 44429"/>
                <a:gd name="csY0" fmla="*/ 0 h 42040"/>
                <a:gd name="csX1" fmla="*/ 0 w 44429"/>
                <a:gd name="csY1" fmla="*/ 2866 h 42040"/>
                <a:gd name="csX2" fmla="*/ 1433 w 44429"/>
                <a:gd name="csY2" fmla="*/ 5255 h 42040"/>
                <a:gd name="csX3" fmla="*/ 3822 w 44429"/>
                <a:gd name="csY3" fmla="*/ 10988 h 42040"/>
                <a:gd name="csX4" fmla="*/ 4300 w 44429"/>
                <a:gd name="csY4" fmla="*/ 13854 h 42040"/>
                <a:gd name="csX5" fmla="*/ 4300 w 44429"/>
                <a:gd name="csY5" fmla="*/ 18154 h 42040"/>
                <a:gd name="csX6" fmla="*/ 5255 w 44429"/>
                <a:gd name="csY6" fmla="*/ 32486 h 42040"/>
                <a:gd name="csX7" fmla="*/ 6688 w 44429"/>
                <a:gd name="csY7" fmla="*/ 36307 h 42040"/>
                <a:gd name="csX8" fmla="*/ 7644 w 44429"/>
                <a:gd name="csY8" fmla="*/ 38696 h 42040"/>
                <a:gd name="csX9" fmla="*/ 15765 w 44429"/>
                <a:gd name="csY9" fmla="*/ 42040 h 42040"/>
                <a:gd name="csX10" fmla="*/ 18632 w 44429"/>
                <a:gd name="csY10" fmla="*/ 40129 h 42040"/>
                <a:gd name="csX11" fmla="*/ 22931 w 44429"/>
                <a:gd name="csY11" fmla="*/ 32486 h 42040"/>
                <a:gd name="csX12" fmla="*/ 24842 w 44429"/>
                <a:gd name="csY12" fmla="*/ 32008 h 42040"/>
                <a:gd name="csX13" fmla="*/ 25320 w 44429"/>
                <a:gd name="csY13" fmla="*/ 26753 h 42040"/>
                <a:gd name="csX14" fmla="*/ 25320 w 44429"/>
                <a:gd name="csY14" fmla="*/ 21498 h 42040"/>
                <a:gd name="csX15" fmla="*/ 27709 w 44429"/>
                <a:gd name="csY15" fmla="*/ 19109 h 42040"/>
                <a:gd name="csX16" fmla="*/ 44429 w 44429"/>
                <a:gd name="csY16" fmla="*/ 16721 h 42040"/>
                <a:gd name="csX17" fmla="*/ 42040 w 44429"/>
                <a:gd name="csY17" fmla="*/ 11466 h 42040"/>
                <a:gd name="csX18" fmla="*/ 39174 w 44429"/>
                <a:gd name="csY18" fmla="*/ 8599 h 42040"/>
                <a:gd name="csX19" fmla="*/ 29142 w 44429"/>
                <a:gd name="csY19" fmla="*/ 3344 h 42040"/>
                <a:gd name="csX20" fmla="*/ 10033 w 44429"/>
                <a:gd name="csY20" fmla="*/ 2389 h 42040"/>
                <a:gd name="csX21" fmla="*/ 1433 w 44429"/>
                <a:gd name="csY21" fmla="*/ 0 h 42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4429" h="42040">
                  <a:moveTo>
                    <a:pt x="1433" y="0"/>
                  </a:moveTo>
                  <a:lnTo>
                    <a:pt x="0" y="2866"/>
                  </a:lnTo>
                  <a:lnTo>
                    <a:pt x="1433" y="5255"/>
                  </a:lnTo>
                  <a:lnTo>
                    <a:pt x="3822" y="10988"/>
                  </a:lnTo>
                  <a:lnTo>
                    <a:pt x="4300" y="13854"/>
                  </a:lnTo>
                  <a:lnTo>
                    <a:pt x="4300" y="18154"/>
                  </a:lnTo>
                  <a:lnTo>
                    <a:pt x="5255" y="32486"/>
                  </a:lnTo>
                  <a:lnTo>
                    <a:pt x="6688" y="36307"/>
                  </a:lnTo>
                  <a:lnTo>
                    <a:pt x="7644" y="38696"/>
                  </a:lnTo>
                  <a:lnTo>
                    <a:pt x="15765" y="42040"/>
                  </a:lnTo>
                  <a:lnTo>
                    <a:pt x="18632" y="40129"/>
                  </a:lnTo>
                  <a:lnTo>
                    <a:pt x="22931" y="32486"/>
                  </a:lnTo>
                  <a:lnTo>
                    <a:pt x="24842" y="32008"/>
                  </a:lnTo>
                  <a:lnTo>
                    <a:pt x="25320" y="26753"/>
                  </a:lnTo>
                  <a:lnTo>
                    <a:pt x="25320" y="21498"/>
                  </a:lnTo>
                  <a:lnTo>
                    <a:pt x="27709" y="19109"/>
                  </a:lnTo>
                  <a:lnTo>
                    <a:pt x="44429" y="16721"/>
                  </a:lnTo>
                  <a:lnTo>
                    <a:pt x="42040" y="11466"/>
                  </a:lnTo>
                  <a:lnTo>
                    <a:pt x="39174" y="8599"/>
                  </a:lnTo>
                  <a:lnTo>
                    <a:pt x="29142" y="3344"/>
                  </a:lnTo>
                  <a:lnTo>
                    <a:pt x="10033" y="2389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5" name="Freeform 5284">
              <a:extLst>
                <a:ext uri="{FF2B5EF4-FFF2-40B4-BE49-F238E27FC236}">
                  <a16:creationId xmlns:a16="http://schemas.microsoft.com/office/drawing/2014/main" id="{557C89F5-8508-6A32-5F6B-8D6CB67E6EBE}"/>
                </a:ext>
              </a:extLst>
            </p:cNvPr>
            <p:cNvSpPr/>
            <p:nvPr/>
          </p:nvSpPr>
          <p:spPr>
            <a:xfrm>
              <a:off x="7074867" y="2079676"/>
              <a:ext cx="29618" cy="20064"/>
            </a:xfrm>
            <a:custGeom>
              <a:avLst/>
              <a:gdLst>
                <a:gd name="csX0" fmla="*/ 15287 w 29618"/>
                <a:gd name="csY0" fmla="*/ 20065 h 20064"/>
                <a:gd name="csX1" fmla="*/ 21498 w 29618"/>
                <a:gd name="csY1" fmla="*/ 17676 h 20064"/>
                <a:gd name="csX2" fmla="*/ 27708 w 29618"/>
                <a:gd name="csY2" fmla="*/ 10988 h 20064"/>
                <a:gd name="csX3" fmla="*/ 29619 w 29618"/>
                <a:gd name="csY3" fmla="*/ 6210 h 20064"/>
                <a:gd name="csX4" fmla="*/ 27708 w 29618"/>
                <a:gd name="csY4" fmla="*/ 0 h 20064"/>
                <a:gd name="csX5" fmla="*/ 10510 w 29618"/>
                <a:gd name="csY5" fmla="*/ 1911 h 20064"/>
                <a:gd name="csX6" fmla="*/ 1433 w 29618"/>
                <a:gd name="csY6" fmla="*/ 10032 h 20064"/>
                <a:gd name="csX7" fmla="*/ 478 w 29618"/>
                <a:gd name="csY7" fmla="*/ 12421 h 20064"/>
                <a:gd name="csX8" fmla="*/ 0 w 29618"/>
                <a:gd name="csY8" fmla="*/ 13854 h 20064"/>
                <a:gd name="csX9" fmla="*/ 5255 w 29618"/>
                <a:gd name="csY9" fmla="*/ 17198 h 20064"/>
                <a:gd name="csX10" fmla="*/ 15287 w 29618"/>
                <a:gd name="csY10" fmla="*/ 20065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9618" h="20064">
                  <a:moveTo>
                    <a:pt x="15287" y="20065"/>
                  </a:moveTo>
                  <a:lnTo>
                    <a:pt x="21498" y="17676"/>
                  </a:lnTo>
                  <a:lnTo>
                    <a:pt x="27708" y="10988"/>
                  </a:lnTo>
                  <a:lnTo>
                    <a:pt x="29619" y="6210"/>
                  </a:lnTo>
                  <a:lnTo>
                    <a:pt x="27708" y="0"/>
                  </a:lnTo>
                  <a:lnTo>
                    <a:pt x="10510" y="1911"/>
                  </a:lnTo>
                  <a:lnTo>
                    <a:pt x="1433" y="10032"/>
                  </a:lnTo>
                  <a:lnTo>
                    <a:pt x="478" y="12421"/>
                  </a:lnTo>
                  <a:lnTo>
                    <a:pt x="0" y="13854"/>
                  </a:lnTo>
                  <a:lnTo>
                    <a:pt x="5255" y="17198"/>
                  </a:lnTo>
                  <a:lnTo>
                    <a:pt x="15287" y="200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6" name="Freeform 5285">
              <a:extLst>
                <a:ext uri="{FF2B5EF4-FFF2-40B4-BE49-F238E27FC236}">
                  <a16:creationId xmlns:a16="http://schemas.microsoft.com/office/drawing/2014/main" id="{54649A60-FE65-5ADC-85CA-22C11AA2F788}"/>
                </a:ext>
              </a:extLst>
            </p:cNvPr>
            <p:cNvSpPr/>
            <p:nvPr/>
          </p:nvSpPr>
          <p:spPr>
            <a:xfrm>
              <a:off x="7115474" y="2004672"/>
              <a:ext cx="32963" cy="15287"/>
            </a:xfrm>
            <a:custGeom>
              <a:avLst/>
              <a:gdLst>
                <a:gd name="csX0" fmla="*/ 8121 w 32963"/>
                <a:gd name="csY0" fmla="*/ 9077 h 15287"/>
                <a:gd name="csX1" fmla="*/ 9077 w 32963"/>
                <a:gd name="csY1" fmla="*/ 10988 h 15287"/>
                <a:gd name="csX2" fmla="*/ 15287 w 32963"/>
                <a:gd name="csY2" fmla="*/ 13854 h 15287"/>
                <a:gd name="csX3" fmla="*/ 28186 w 32963"/>
                <a:gd name="csY3" fmla="*/ 15287 h 15287"/>
                <a:gd name="csX4" fmla="*/ 30575 w 32963"/>
                <a:gd name="csY4" fmla="*/ 13854 h 15287"/>
                <a:gd name="csX5" fmla="*/ 32963 w 32963"/>
                <a:gd name="csY5" fmla="*/ 8599 h 15287"/>
                <a:gd name="csX6" fmla="*/ 32963 w 32963"/>
                <a:gd name="csY6" fmla="*/ 7166 h 15287"/>
                <a:gd name="csX7" fmla="*/ 31530 w 32963"/>
                <a:gd name="csY7" fmla="*/ 3822 h 15287"/>
                <a:gd name="csX8" fmla="*/ 13376 w 32963"/>
                <a:gd name="csY8" fmla="*/ 0 h 15287"/>
                <a:gd name="csX9" fmla="*/ 3344 w 32963"/>
                <a:gd name="csY9" fmla="*/ 1433 h 15287"/>
                <a:gd name="csX10" fmla="*/ 0 w 32963"/>
                <a:gd name="csY10" fmla="*/ 5255 h 15287"/>
                <a:gd name="csX11" fmla="*/ 8121 w 32963"/>
                <a:gd name="csY11" fmla="*/ 7644 h 15287"/>
                <a:gd name="csX12" fmla="*/ 8121 w 32963"/>
                <a:gd name="csY12" fmla="*/ 9077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2963" h="15287">
                  <a:moveTo>
                    <a:pt x="8121" y="9077"/>
                  </a:moveTo>
                  <a:lnTo>
                    <a:pt x="9077" y="10988"/>
                  </a:lnTo>
                  <a:lnTo>
                    <a:pt x="15287" y="13854"/>
                  </a:lnTo>
                  <a:lnTo>
                    <a:pt x="28186" y="15287"/>
                  </a:lnTo>
                  <a:lnTo>
                    <a:pt x="30575" y="13854"/>
                  </a:lnTo>
                  <a:lnTo>
                    <a:pt x="32963" y="8599"/>
                  </a:lnTo>
                  <a:lnTo>
                    <a:pt x="32963" y="7166"/>
                  </a:lnTo>
                  <a:lnTo>
                    <a:pt x="31530" y="3822"/>
                  </a:lnTo>
                  <a:lnTo>
                    <a:pt x="13376" y="0"/>
                  </a:lnTo>
                  <a:lnTo>
                    <a:pt x="3344" y="1433"/>
                  </a:lnTo>
                  <a:lnTo>
                    <a:pt x="0" y="5255"/>
                  </a:lnTo>
                  <a:lnTo>
                    <a:pt x="8121" y="7644"/>
                  </a:lnTo>
                  <a:lnTo>
                    <a:pt x="8121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7" name="Freeform 5286">
              <a:extLst>
                <a:ext uri="{FF2B5EF4-FFF2-40B4-BE49-F238E27FC236}">
                  <a16:creationId xmlns:a16="http://schemas.microsoft.com/office/drawing/2014/main" id="{ACE63E54-D08B-0406-5809-6A757085B626}"/>
                </a:ext>
              </a:extLst>
            </p:cNvPr>
            <p:cNvSpPr/>
            <p:nvPr/>
          </p:nvSpPr>
          <p:spPr>
            <a:xfrm>
              <a:off x="7052413" y="2189553"/>
              <a:ext cx="19587" cy="20542"/>
            </a:xfrm>
            <a:custGeom>
              <a:avLst/>
              <a:gdLst>
                <a:gd name="csX0" fmla="*/ 0 w 19587"/>
                <a:gd name="csY0" fmla="*/ 14332 h 20542"/>
                <a:gd name="csX1" fmla="*/ 3344 w 19587"/>
                <a:gd name="csY1" fmla="*/ 16243 h 20542"/>
                <a:gd name="csX2" fmla="*/ 4777 w 19587"/>
                <a:gd name="csY2" fmla="*/ 18154 h 20542"/>
                <a:gd name="csX3" fmla="*/ 5255 w 19587"/>
                <a:gd name="csY3" fmla="*/ 19587 h 20542"/>
                <a:gd name="csX4" fmla="*/ 8122 w 19587"/>
                <a:gd name="csY4" fmla="*/ 20542 h 20542"/>
                <a:gd name="csX5" fmla="*/ 14810 w 19587"/>
                <a:gd name="csY5" fmla="*/ 17198 h 20542"/>
                <a:gd name="csX6" fmla="*/ 19587 w 19587"/>
                <a:gd name="csY6" fmla="*/ 13376 h 20542"/>
                <a:gd name="csX7" fmla="*/ 17199 w 19587"/>
                <a:gd name="csY7" fmla="*/ 3822 h 20542"/>
                <a:gd name="csX8" fmla="*/ 11943 w 19587"/>
                <a:gd name="csY8" fmla="*/ 0 h 20542"/>
                <a:gd name="csX9" fmla="*/ 1433 w 19587"/>
                <a:gd name="csY9" fmla="*/ 6688 h 20542"/>
                <a:gd name="csX10" fmla="*/ 478 w 19587"/>
                <a:gd name="csY10" fmla="*/ 8121 h 20542"/>
                <a:gd name="csX11" fmla="*/ 0 w 19587"/>
                <a:gd name="csY11" fmla="*/ 14332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9587" h="20542">
                  <a:moveTo>
                    <a:pt x="0" y="14332"/>
                  </a:moveTo>
                  <a:lnTo>
                    <a:pt x="3344" y="16243"/>
                  </a:lnTo>
                  <a:lnTo>
                    <a:pt x="4777" y="18154"/>
                  </a:lnTo>
                  <a:lnTo>
                    <a:pt x="5255" y="19587"/>
                  </a:lnTo>
                  <a:lnTo>
                    <a:pt x="8122" y="20542"/>
                  </a:lnTo>
                  <a:lnTo>
                    <a:pt x="14810" y="17198"/>
                  </a:lnTo>
                  <a:lnTo>
                    <a:pt x="19587" y="13376"/>
                  </a:lnTo>
                  <a:lnTo>
                    <a:pt x="17199" y="3822"/>
                  </a:lnTo>
                  <a:lnTo>
                    <a:pt x="11943" y="0"/>
                  </a:lnTo>
                  <a:lnTo>
                    <a:pt x="1433" y="6688"/>
                  </a:lnTo>
                  <a:lnTo>
                    <a:pt x="478" y="8121"/>
                  </a:lnTo>
                  <a:lnTo>
                    <a:pt x="0" y="143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8" name="Freeform 5287">
              <a:extLst>
                <a:ext uri="{FF2B5EF4-FFF2-40B4-BE49-F238E27FC236}">
                  <a16:creationId xmlns:a16="http://schemas.microsoft.com/office/drawing/2014/main" id="{D3EF5C65-2B93-5BC4-F66D-C7EEC3238525}"/>
                </a:ext>
              </a:extLst>
            </p:cNvPr>
            <p:cNvSpPr/>
            <p:nvPr/>
          </p:nvSpPr>
          <p:spPr>
            <a:xfrm>
              <a:off x="6165747" y="3528151"/>
              <a:ext cx="170549" cy="42517"/>
            </a:xfrm>
            <a:custGeom>
              <a:avLst/>
              <a:gdLst>
                <a:gd name="csX0" fmla="*/ 0 w 170549"/>
                <a:gd name="csY0" fmla="*/ 42040 h 42517"/>
                <a:gd name="csX1" fmla="*/ 478 w 170549"/>
                <a:gd name="csY1" fmla="*/ 42518 h 42517"/>
                <a:gd name="csX2" fmla="*/ 3344 w 170549"/>
                <a:gd name="csY2" fmla="*/ 42518 h 42517"/>
                <a:gd name="csX3" fmla="*/ 10032 w 170549"/>
                <a:gd name="csY3" fmla="*/ 39652 h 42517"/>
                <a:gd name="csX4" fmla="*/ 21020 w 170549"/>
                <a:gd name="csY4" fmla="*/ 35830 h 42517"/>
                <a:gd name="csX5" fmla="*/ 33441 w 170549"/>
                <a:gd name="csY5" fmla="*/ 32486 h 42517"/>
                <a:gd name="csX6" fmla="*/ 36308 w 170549"/>
                <a:gd name="csY6" fmla="*/ 32008 h 42517"/>
                <a:gd name="csX7" fmla="*/ 39174 w 170549"/>
                <a:gd name="csY7" fmla="*/ 31530 h 42517"/>
                <a:gd name="csX8" fmla="*/ 40129 w 170549"/>
                <a:gd name="csY8" fmla="*/ 30097 h 42517"/>
                <a:gd name="csX9" fmla="*/ 41085 w 170549"/>
                <a:gd name="csY9" fmla="*/ 29142 h 42517"/>
                <a:gd name="csX10" fmla="*/ 42518 w 170549"/>
                <a:gd name="csY10" fmla="*/ 26753 h 42517"/>
                <a:gd name="csX11" fmla="*/ 46340 w 170549"/>
                <a:gd name="csY11" fmla="*/ 22931 h 42517"/>
                <a:gd name="csX12" fmla="*/ 53028 w 170549"/>
                <a:gd name="csY12" fmla="*/ 21976 h 42517"/>
                <a:gd name="csX13" fmla="*/ 55417 w 170549"/>
                <a:gd name="csY13" fmla="*/ 20065 h 42517"/>
                <a:gd name="csX14" fmla="*/ 60194 w 170549"/>
                <a:gd name="csY14" fmla="*/ 17676 h 42517"/>
                <a:gd name="csX15" fmla="*/ 71659 w 170549"/>
                <a:gd name="csY15" fmla="*/ 14810 h 42517"/>
                <a:gd name="csX16" fmla="*/ 76437 w 170549"/>
                <a:gd name="csY16" fmla="*/ 14332 h 42517"/>
                <a:gd name="csX17" fmla="*/ 81214 w 170549"/>
                <a:gd name="csY17" fmla="*/ 14332 h 42517"/>
                <a:gd name="csX18" fmla="*/ 85514 w 170549"/>
                <a:gd name="csY18" fmla="*/ 16243 h 42517"/>
                <a:gd name="csX19" fmla="*/ 89813 w 170549"/>
                <a:gd name="csY19" fmla="*/ 19109 h 42517"/>
                <a:gd name="csX20" fmla="*/ 90769 w 170549"/>
                <a:gd name="csY20" fmla="*/ 20542 h 42517"/>
                <a:gd name="csX21" fmla="*/ 88380 w 170549"/>
                <a:gd name="csY21" fmla="*/ 19587 h 42517"/>
                <a:gd name="csX22" fmla="*/ 85036 w 170549"/>
                <a:gd name="csY22" fmla="*/ 17198 h 42517"/>
                <a:gd name="csX23" fmla="*/ 83603 w 170549"/>
                <a:gd name="csY23" fmla="*/ 17198 h 42517"/>
                <a:gd name="csX24" fmla="*/ 86469 w 170549"/>
                <a:gd name="csY24" fmla="*/ 24364 h 42517"/>
                <a:gd name="csX25" fmla="*/ 88380 w 170549"/>
                <a:gd name="csY25" fmla="*/ 26753 h 42517"/>
                <a:gd name="csX26" fmla="*/ 91724 w 170549"/>
                <a:gd name="csY26" fmla="*/ 28664 h 42517"/>
                <a:gd name="csX27" fmla="*/ 94113 w 170549"/>
                <a:gd name="csY27" fmla="*/ 29619 h 42517"/>
                <a:gd name="csX28" fmla="*/ 102712 w 170549"/>
                <a:gd name="csY28" fmla="*/ 28186 h 42517"/>
                <a:gd name="csX29" fmla="*/ 106056 w 170549"/>
                <a:gd name="csY29" fmla="*/ 26753 h 42517"/>
                <a:gd name="csX30" fmla="*/ 106534 w 170549"/>
                <a:gd name="csY30" fmla="*/ 26275 h 42517"/>
                <a:gd name="csX31" fmla="*/ 107012 w 170549"/>
                <a:gd name="csY31" fmla="*/ 26275 h 42517"/>
                <a:gd name="csX32" fmla="*/ 107489 w 170549"/>
                <a:gd name="csY32" fmla="*/ 26275 h 42517"/>
                <a:gd name="csX33" fmla="*/ 113222 w 170549"/>
                <a:gd name="csY33" fmla="*/ 26753 h 42517"/>
                <a:gd name="csX34" fmla="*/ 118477 w 170549"/>
                <a:gd name="csY34" fmla="*/ 27231 h 42517"/>
                <a:gd name="csX35" fmla="*/ 127554 w 170549"/>
                <a:gd name="csY35" fmla="*/ 27708 h 42517"/>
                <a:gd name="csX36" fmla="*/ 137108 w 170549"/>
                <a:gd name="csY36" fmla="*/ 28186 h 42517"/>
                <a:gd name="csX37" fmla="*/ 147141 w 170549"/>
                <a:gd name="csY37" fmla="*/ 28664 h 42517"/>
                <a:gd name="csX38" fmla="*/ 157651 w 170549"/>
                <a:gd name="csY38" fmla="*/ 29142 h 42517"/>
                <a:gd name="csX39" fmla="*/ 168639 w 170549"/>
                <a:gd name="csY39" fmla="*/ 29619 h 42517"/>
                <a:gd name="csX40" fmla="*/ 169594 w 170549"/>
                <a:gd name="csY40" fmla="*/ 29142 h 42517"/>
                <a:gd name="csX41" fmla="*/ 169594 w 170549"/>
                <a:gd name="csY41" fmla="*/ 29142 h 42517"/>
                <a:gd name="csX42" fmla="*/ 168639 w 170549"/>
                <a:gd name="csY42" fmla="*/ 27708 h 42517"/>
                <a:gd name="csX43" fmla="*/ 167683 w 170549"/>
                <a:gd name="csY43" fmla="*/ 24842 h 42517"/>
                <a:gd name="csX44" fmla="*/ 167683 w 170549"/>
                <a:gd name="csY44" fmla="*/ 22931 h 42517"/>
                <a:gd name="csX45" fmla="*/ 168161 w 170549"/>
                <a:gd name="csY45" fmla="*/ 21498 h 42517"/>
                <a:gd name="csX46" fmla="*/ 168161 w 170549"/>
                <a:gd name="csY46" fmla="*/ 20542 h 42517"/>
                <a:gd name="csX47" fmla="*/ 170549 w 170549"/>
                <a:gd name="csY47" fmla="*/ 14332 h 42517"/>
                <a:gd name="csX48" fmla="*/ 170549 w 170549"/>
                <a:gd name="csY48" fmla="*/ 12899 h 42517"/>
                <a:gd name="csX49" fmla="*/ 168639 w 170549"/>
                <a:gd name="csY49" fmla="*/ 11465 h 42517"/>
                <a:gd name="csX50" fmla="*/ 168639 w 170549"/>
                <a:gd name="csY50" fmla="*/ 11465 h 42517"/>
                <a:gd name="csX51" fmla="*/ 166728 w 170549"/>
                <a:gd name="csY51" fmla="*/ 10032 h 42517"/>
                <a:gd name="csX52" fmla="*/ 165772 w 170549"/>
                <a:gd name="csY52" fmla="*/ 7166 h 42517"/>
                <a:gd name="csX53" fmla="*/ 165295 w 170549"/>
                <a:gd name="csY53" fmla="*/ 7166 h 42517"/>
                <a:gd name="csX54" fmla="*/ 160995 w 170549"/>
                <a:gd name="csY54" fmla="*/ 7166 h 42517"/>
                <a:gd name="csX55" fmla="*/ 157173 w 170549"/>
                <a:gd name="csY55" fmla="*/ 7166 h 42517"/>
                <a:gd name="csX56" fmla="*/ 155740 w 170549"/>
                <a:gd name="csY56" fmla="*/ 7166 h 42517"/>
                <a:gd name="csX57" fmla="*/ 151918 w 170549"/>
                <a:gd name="csY57" fmla="*/ 5733 h 42517"/>
                <a:gd name="csX58" fmla="*/ 148096 w 170549"/>
                <a:gd name="csY58" fmla="*/ 3822 h 42517"/>
                <a:gd name="csX59" fmla="*/ 148096 w 170549"/>
                <a:gd name="csY59" fmla="*/ 3822 h 42517"/>
                <a:gd name="csX60" fmla="*/ 145230 w 170549"/>
                <a:gd name="csY60" fmla="*/ 2866 h 42517"/>
                <a:gd name="csX61" fmla="*/ 143319 w 170549"/>
                <a:gd name="csY61" fmla="*/ 1433 h 42517"/>
                <a:gd name="csX62" fmla="*/ 142364 w 170549"/>
                <a:gd name="csY62" fmla="*/ 478 h 42517"/>
                <a:gd name="csX63" fmla="*/ 140453 w 170549"/>
                <a:gd name="csY63" fmla="*/ 478 h 42517"/>
                <a:gd name="csX64" fmla="*/ 140453 w 170549"/>
                <a:gd name="csY64" fmla="*/ 478 h 42517"/>
                <a:gd name="csX65" fmla="*/ 139019 w 170549"/>
                <a:gd name="csY65" fmla="*/ 478 h 42517"/>
                <a:gd name="csX66" fmla="*/ 139019 w 170549"/>
                <a:gd name="csY66" fmla="*/ 478 h 42517"/>
                <a:gd name="csX67" fmla="*/ 139019 w 170549"/>
                <a:gd name="csY67" fmla="*/ 5733 h 42517"/>
                <a:gd name="csX68" fmla="*/ 138064 w 170549"/>
                <a:gd name="csY68" fmla="*/ 10988 h 42517"/>
                <a:gd name="csX69" fmla="*/ 134242 w 170549"/>
                <a:gd name="csY69" fmla="*/ 11943 h 42517"/>
                <a:gd name="csX70" fmla="*/ 132331 w 170549"/>
                <a:gd name="csY70" fmla="*/ 11943 h 42517"/>
                <a:gd name="csX71" fmla="*/ 129942 w 170549"/>
                <a:gd name="csY71" fmla="*/ 10510 h 42517"/>
                <a:gd name="csX72" fmla="*/ 128032 w 170549"/>
                <a:gd name="csY72" fmla="*/ 10510 h 42517"/>
                <a:gd name="csX73" fmla="*/ 126598 w 170549"/>
                <a:gd name="csY73" fmla="*/ 9555 h 42517"/>
                <a:gd name="csX74" fmla="*/ 131854 w 170549"/>
                <a:gd name="csY74" fmla="*/ 3344 h 42517"/>
                <a:gd name="csX75" fmla="*/ 133764 w 170549"/>
                <a:gd name="csY75" fmla="*/ 0 h 42517"/>
                <a:gd name="csX76" fmla="*/ 132331 w 170549"/>
                <a:gd name="csY76" fmla="*/ 0 h 42517"/>
                <a:gd name="csX77" fmla="*/ 132331 w 170549"/>
                <a:gd name="csY77" fmla="*/ 0 h 42517"/>
                <a:gd name="csX78" fmla="*/ 131376 w 170549"/>
                <a:gd name="csY78" fmla="*/ 1911 h 42517"/>
                <a:gd name="csX79" fmla="*/ 128032 w 170549"/>
                <a:gd name="csY79" fmla="*/ 5733 h 42517"/>
                <a:gd name="csX80" fmla="*/ 125165 w 170549"/>
                <a:gd name="csY80" fmla="*/ 9077 h 42517"/>
                <a:gd name="csX81" fmla="*/ 122299 w 170549"/>
                <a:gd name="csY81" fmla="*/ 10510 h 42517"/>
                <a:gd name="csX82" fmla="*/ 116566 w 170549"/>
                <a:gd name="csY82" fmla="*/ 10510 h 42517"/>
                <a:gd name="csX83" fmla="*/ 114177 w 170549"/>
                <a:gd name="csY83" fmla="*/ 11465 h 42517"/>
                <a:gd name="csX84" fmla="*/ 113700 w 170549"/>
                <a:gd name="csY84" fmla="*/ 14332 h 42517"/>
                <a:gd name="csX85" fmla="*/ 113700 w 170549"/>
                <a:gd name="csY85" fmla="*/ 17198 h 42517"/>
                <a:gd name="csX86" fmla="*/ 111789 w 170549"/>
                <a:gd name="csY86" fmla="*/ 20542 h 42517"/>
                <a:gd name="csX87" fmla="*/ 109878 w 170549"/>
                <a:gd name="csY87" fmla="*/ 23409 h 42517"/>
                <a:gd name="csX88" fmla="*/ 107012 w 170549"/>
                <a:gd name="csY88" fmla="*/ 26275 h 42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</a:cxnLst>
              <a:rect l="l" t="t" r="r" b="b"/>
              <a:pathLst>
                <a:path w="170549" h="42517">
                  <a:moveTo>
                    <a:pt x="0" y="42040"/>
                  </a:moveTo>
                  <a:lnTo>
                    <a:pt x="478" y="42518"/>
                  </a:lnTo>
                  <a:lnTo>
                    <a:pt x="3344" y="42518"/>
                  </a:lnTo>
                  <a:lnTo>
                    <a:pt x="10032" y="39652"/>
                  </a:lnTo>
                  <a:lnTo>
                    <a:pt x="21020" y="35830"/>
                  </a:lnTo>
                  <a:lnTo>
                    <a:pt x="33441" y="32486"/>
                  </a:lnTo>
                  <a:lnTo>
                    <a:pt x="36308" y="32008"/>
                  </a:lnTo>
                  <a:lnTo>
                    <a:pt x="39174" y="31530"/>
                  </a:lnTo>
                  <a:lnTo>
                    <a:pt x="40129" y="30097"/>
                  </a:lnTo>
                  <a:lnTo>
                    <a:pt x="41085" y="29142"/>
                  </a:lnTo>
                  <a:lnTo>
                    <a:pt x="42518" y="26753"/>
                  </a:lnTo>
                  <a:lnTo>
                    <a:pt x="46340" y="22931"/>
                  </a:lnTo>
                  <a:lnTo>
                    <a:pt x="53028" y="21976"/>
                  </a:lnTo>
                  <a:lnTo>
                    <a:pt x="55417" y="20065"/>
                  </a:lnTo>
                  <a:lnTo>
                    <a:pt x="60194" y="17676"/>
                  </a:lnTo>
                  <a:lnTo>
                    <a:pt x="71659" y="14810"/>
                  </a:lnTo>
                  <a:lnTo>
                    <a:pt x="76437" y="14332"/>
                  </a:lnTo>
                  <a:lnTo>
                    <a:pt x="81214" y="14332"/>
                  </a:lnTo>
                  <a:lnTo>
                    <a:pt x="85514" y="16243"/>
                  </a:lnTo>
                  <a:lnTo>
                    <a:pt x="89813" y="19109"/>
                  </a:lnTo>
                  <a:lnTo>
                    <a:pt x="90769" y="20542"/>
                  </a:lnTo>
                  <a:lnTo>
                    <a:pt x="88380" y="19587"/>
                  </a:lnTo>
                  <a:lnTo>
                    <a:pt x="85036" y="17198"/>
                  </a:lnTo>
                  <a:lnTo>
                    <a:pt x="83603" y="17198"/>
                  </a:lnTo>
                  <a:lnTo>
                    <a:pt x="86469" y="24364"/>
                  </a:lnTo>
                  <a:lnTo>
                    <a:pt x="88380" y="26753"/>
                  </a:lnTo>
                  <a:lnTo>
                    <a:pt x="91724" y="28664"/>
                  </a:lnTo>
                  <a:lnTo>
                    <a:pt x="94113" y="29619"/>
                  </a:lnTo>
                  <a:lnTo>
                    <a:pt x="102712" y="28186"/>
                  </a:lnTo>
                  <a:lnTo>
                    <a:pt x="106056" y="26753"/>
                  </a:lnTo>
                  <a:lnTo>
                    <a:pt x="106534" y="26275"/>
                  </a:lnTo>
                  <a:lnTo>
                    <a:pt x="107012" y="26275"/>
                  </a:lnTo>
                  <a:lnTo>
                    <a:pt x="107489" y="26275"/>
                  </a:lnTo>
                  <a:lnTo>
                    <a:pt x="113222" y="26753"/>
                  </a:lnTo>
                  <a:lnTo>
                    <a:pt x="118477" y="27231"/>
                  </a:lnTo>
                  <a:lnTo>
                    <a:pt x="127554" y="27708"/>
                  </a:lnTo>
                  <a:lnTo>
                    <a:pt x="137108" y="28186"/>
                  </a:lnTo>
                  <a:lnTo>
                    <a:pt x="147141" y="28664"/>
                  </a:lnTo>
                  <a:lnTo>
                    <a:pt x="157651" y="29142"/>
                  </a:lnTo>
                  <a:lnTo>
                    <a:pt x="168639" y="29619"/>
                  </a:lnTo>
                  <a:lnTo>
                    <a:pt x="169594" y="29142"/>
                  </a:lnTo>
                  <a:lnTo>
                    <a:pt x="169594" y="29142"/>
                  </a:lnTo>
                  <a:lnTo>
                    <a:pt x="168639" y="27708"/>
                  </a:lnTo>
                  <a:lnTo>
                    <a:pt x="167683" y="24842"/>
                  </a:lnTo>
                  <a:lnTo>
                    <a:pt x="167683" y="22931"/>
                  </a:lnTo>
                  <a:lnTo>
                    <a:pt x="168161" y="21498"/>
                  </a:lnTo>
                  <a:lnTo>
                    <a:pt x="168161" y="20542"/>
                  </a:lnTo>
                  <a:lnTo>
                    <a:pt x="170549" y="14332"/>
                  </a:lnTo>
                  <a:lnTo>
                    <a:pt x="170549" y="12899"/>
                  </a:lnTo>
                  <a:lnTo>
                    <a:pt x="168639" y="11465"/>
                  </a:lnTo>
                  <a:lnTo>
                    <a:pt x="168639" y="11465"/>
                  </a:lnTo>
                  <a:lnTo>
                    <a:pt x="166728" y="10032"/>
                  </a:lnTo>
                  <a:lnTo>
                    <a:pt x="165772" y="7166"/>
                  </a:lnTo>
                  <a:lnTo>
                    <a:pt x="165295" y="7166"/>
                  </a:lnTo>
                  <a:lnTo>
                    <a:pt x="160995" y="7166"/>
                  </a:lnTo>
                  <a:lnTo>
                    <a:pt x="157173" y="7166"/>
                  </a:lnTo>
                  <a:lnTo>
                    <a:pt x="155740" y="7166"/>
                  </a:lnTo>
                  <a:lnTo>
                    <a:pt x="151918" y="5733"/>
                  </a:lnTo>
                  <a:lnTo>
                    <a:pt x="148096" y="3822"/>
                  </a:lnTo>
                  <a:lnTo>
                    <a:pt x="148096" y="3822"/>
                  </a:lnTo>
                  <a:lnTo>
                    <a:pt x="145230" y="2866"/>
                  </a:lnTo>
                  <a:lnTo>
                    <a:pt x="143319" y="1433"/>
                  </a:lnTo>
                  <a:lnTo>
                    <a:pt x="142364" y="478"/>
                  </a:lnTo>
                  <a:lnTo>
                    <a:pt x="140453" y="478"/>
                  </a:lnTo>
                  <a:lnTo>
                    <a:pt x="140453" y="478"/>
                  </a:lnTo>
                  <a:lnTo>
                    <a:pt x="139019" y="478"/>
                  </a:lnTo>
                  <a:lnTo>
                    <a:pt x="139019" y="478"/>
                  </a:lnTo>
                  <a:lnTo>
                    <a:pt x="139019" y="5733"/>
                  </a:lnTo>
                  <a:lnTo>
                    <a:pt x="138064" y="10988"/>
                  </a:lnTo>
                  <a:lnTo>
                    <a:pt x="134242" y="11943"/>
                  </a:lnTo>
                  <a:lnTo>
                    <a:pt x="132331" y="11943"/>
                  </a:lnTo>
                  <a:lnTo>
                    <a:pt x="129942" y="10510"/>
                  </a:lnTo>
                  <a:lnTo>
                    <a:pt x="128032" y="10510"/>
                  </a:lnTo>
                  <a:lnTo>
                    <a:pt x="126598" y="9555"/>
                  </a:lnTo>
                  <a:lnTo>
                    <a:pt x="131854" y="3344"/>
                  </a:lnTo>
                  <a:lnTo>
                    <a:pt x="133764" y="0"/>
                  </a:lnTo>
                  <a:lnTo>
                    <a:pt x="132331" y="0"/>
                  </a:lnTo>
                  <a:lnTo>
                    <a:pt x="132331" y="0"/>
                  </a:lnTo>
                  <a:lnTo>
                    <a:pt x="131376" y="1911"/>
                  </a:lnTo>
                  <a:lnTo>
                    <a:pt x="128032" y="5733"/>
                  </a:lnTo>
                  <a:lnTo>
                    <a:pt x="125165" y="9077"/>
                  </a:lnTo>
                  <a:lnTo>
                    <a:pt x="122299" y="10510"/>
                  </a:lnTo>
                  <a:lnTo>
                    <a:pt x="116566" y="10510"/>
                  </a:lnTo>
                  <a:lnTo>
                    <a:pt x="114177" y="11465"/>
                  </a:lnTo>
                  <a:lnTo>
                    <a:pt x="113700" y="14332"/>
                  </a:lnTo>
                  <a:lnTo>
                    <a:pt x="113700" y="17198"/>
                  </a:lnTo>
                  <a:lnTo>
                    <a:pt x="111789" y="20542"/>
                  </a:lnTo>
                  <a:lnTo>
                    <a:pt x="109878" y="23409"/>
                  </a:lnTo>
                  <a:lnTo>
                    <a:pt x="107012" y="2627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9" name="Freeform 5288">
              <a:extLst>
                <a:ext uri="{FF2B5EF4-FFF2-40B4-BE49-F238E27FC236}">
                  <a16:creationId xmlns:a16="http://schemas.microsoft.com/office/drawing/2014/main" id="{9F70C850-F3DD-BB9A-8CF9-404E50FE7B7B}"/>
                </a:ext>
              </a:extLst>
            </p:cNvPr>
            <p:cNvSpPr/>
            <p:nvPr/>
          </p:nvSpPr>
          <p:spPr>
            <a:xfrm>
              <a:off x="6919605" y="2855031"/>
              <a:ext cx="19109" cy="24364"/>
            </a:xfrm>
            <a:custGeom>
              <a:avLst/>
              <a:gdLst>
                <a:gd name="csX0" fmla="*/ 19109 w 19109"/>
                <a:gd name="csY0" fmla="*/ 13854 h 24364"/>
                <a:gd name="csX1" fmla="*/ 19109 w 19109"/>
                <a:gd name="csY1" fmla="*/ 10510 h 24364"/>
                <a:gd name="csX2" fmla="*/ 18153 w 19109"/>
                <a:gd name="csY2" fmla="*/ 9077 h 24364"/>
                <a:gd name="csX3" fmla="*/ 16721 w 19109"/>
                <a:gd name="csY3" fmla="*/ 9555 h 24364"/>
                <a:gd name="csX4" fmla="*/ 15287 w 19109"/>
                <a:gd name="csY4" fmla="*/ 6210 h 24364"/>
                <a:gd name="csX5" fmla="*/ 13376 w 19109"/>
                <a:gd name="csY5" fmla="*/ 2389 h 24364"/>
                <a:gd name="csX6" fmla="*/ 10987 w 19109"/>
                <a:gd name="csY6" fmla="*/ 478 h 24364"/>
                <a:gd name="csX7" fmla="*/ 10032 w 19109"/>
                <a:gd name="csY7" fmla="*/ 0 h 24364"/>
                <a:gd name="csX8" fmla="*/ 9555 w 19109"/>
                <a:gd name="csY8" fmla="*/ 956 h 24364"/>
                <a:gd name="csX9" fmla="*/ 10032 w 19109"/>
                <a:gd name="csY9" fmla="*/ 2866 h 24364"/>
                <a:gd name="csX10" fmla="*/ 7644 w 19109"/>
                <a:gd name="csY10" fmla="*/ 956 h 24364"/>
                <a:gd name="csX11" fmla="*/ 5733 w 19109"/>
                <a:gd name="csY11" fmla="*/ 956 h 24364"/>
                <a:gd name="csX12" fmla="*/ 1433 w 19109"/>
                <a:gd name="csY12" fmla="*/ 2866 h 24364"/>
                <a:gd name="csX13" fmla="*/ 0 w 19109"/>
                <a:gd name="csY13" fmla="*/ 4300 h 24364"/>
                <a:gd name="csX14" fmla="*/ 478 w 19109"/>
                <a:gd name="csY14" fmla="*/ 6688 h 24364"/>
                <a:gd name="csX15" fmla="*/ 955 w 19109"/>
                <a:gd name="csY15" fmla="*/ 7644 h 24364"/>
                <a:gd name="csX16" fmla="*/ 3821 w 19109"/>
                <a:gd name="csY16" fmla="*/ 9555 h 24364"/>
                <a:gd name="csX17" fmla="*/ 6210 w 19109"/>
                <a:gd name="csY17" fmla="*/ 8599 h 24364"/>
                <a:gd name="csX18" fmla="*/ 10032 w 19109"/>
                <a:gd name="csY18" fmla="*/ 12421 h 24364"/>
                <a:gd name="csX19" fmla="*/ 10987 w 19109"/>
                <a:gd name="csY19" fmla="*/ 16243 h 24364"/>
                <a:gd name="csX20" fmla="*/ 11943 w 19109"/>
                <a:gd name="csY20" fmla="*/ 18154 h 24364"/>
                <a:gd name="csX21" fmla="*/ 14332 w 19109"/>
                <a:gd name="csY21" fmla="*/ 19587 h 24364"/>
                <a:gd name="csX22" fmla="*/ 15287 w 19109"/>
                <a:gd name="csY22" fmla="*/ 21976 h 24364"/>
                <a:gd name="csX23" fmla="*/ 15765 w 19109"/>
                <a:gd name="csY23" fmla="*/ 24364 h 24364"/>
                <a:gd name="csX24" fmla="*/ 17676 w 19109"/>
                <a:gd name="csY24" fmla="*/ 23886 h 24364"/>
                <a:gd name="csX25" fmla="*/ 17198 w 19109"/>
                <a:gd name="csY25" fmla="*/ 22931 h 24364"/>
                <a:gd name="csX26" fmla="*/ 16243 w 19109"/>
                <a:gd name="csY26" fmla="*/ 21020 h 24364"/>
                <a:gd name="csX27" fmla="*/ 16721 w 19109"/>
                <a:gd name="csY27" fmla="*/ 19109 h 24364"/>
                <a:gd name="csX28" fmla="*/ 19109 w 19109"/>
                <a:gd name="csY28" fmla="*/ 13854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9109" h="24364">
                  <a:moveTo>
                    <a:pt x="19109" y="13854"/>
                  </a:moveTo>
                  <a:lnTo>
                    <a:pt x="19109" y="10510"/>
                  </a:lnTo>
                  <a:lnTo>
                    <a:pt x="18153" y="9077"/>
                  </a:lnTo>
                  <a:lnTo>
                    <a:pt x="16721" y="9555"/>
                  </a:lnTo>
                  <a:lnTo>
                    <a:pt x="15287" y="6210"/>
                  </a:lnTo>
                  <a:lnTo>
                    <a:pt x="13376" y="2389"/>
                  </a:lnTo>
                  <a:lnTo>
                    <a:pt x="10987" y="478"/>
                  </a:lnTo>
                  <a:lnTo>
                    <a:pt x="10032" y="0"/>
                  </a:lnTo>
                  <a:lnTo>
                    <a:pt x="9555" y="956"/>
                  </a:lnTo>
                  <a:lnTo>
                    <a:pt x="10032" y="2866"/>
                  </a:lnTo>
                  <a:lnTo>
                    <a:pt x="7644" y="956"/>
                  </a:lnTo>
                  <a:lnTo>
                    <a:pt x="5733" y="956"/>
                  </a:lnTo>
                  <a:lnTo>
                    <a:pt x="1433" y="2866"/>
                  </a:lnTo>
                  <a:lnTo>
                    <a:pt x="0" y="4300"/>
                  </a:lnTo>
                  <a:lnTo>
                    <a:pt x="478" y="6688"/>
                  </a:lnTo>
                  <a:lnTo>
                    <a:pt x="955" y="7644"/>
                  </a:lnTo>
                  <a:lnTo>
                    <a:pt x="3821" y="9555"/>
                  </a:lnTo>
                  <a:lnTo>
                    <a:pt x="6210" y="8599"/>
                  </a:lnTo>
                  <a:lnTo>
                    <a:pt x="10032" y="12421"/>
                  </a:lnTo>
                  <a:lnTo>
                    <a:pt x="10987" y="16243"/>
                  </a:lnTo>
                  <a:lnTo>
                    <a:pt x="11943" y="18154"/>
                  </a:lnTo>
                  <a:lnTo>
                    <a:pt x="14332" y="19587"/>
                  </a:lnTo>
                  <a:lnTo>
                    <a:pt x="15287" y="21976"/>
                  </a:lnTo>
                  <a:lnTo>
                    <a:pt x="15765" y="24364"/>
                  </a:lnTo>
                  <a:lnTo>
                    <a:pt x="17676" y="23886"/>
                  </a:lnTo>
                  <a:lnTo>
                    <a:pt x="17198" y="22931"/>
                  </a:lnTo>
                  <a:lnTo>
                    <a:pt x="16243" y="21020"/>
                  </a:lnTo>
                  <a:lnTo>
                    <a:pt x="16721" y="19109"/>
                  </a:lnTo>
                  <a:lnTo>
                    <a:pt x="19109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0" name="Freeform 5289">
              <a:extLst>
                <a:ext uri="{FF2B5EF4-FFF2-40B4-BE49-F238E27FC236}">
                  <a16:creationId xmlns:a16="http://schemas.microsoft.com/office/drawing/2014/main" id="{72FBD75E-02C1-8747-4298-E48F37A5E6E0}"/>
                </a:ext>
              </a:extLst>
            </p:cNvPr>
            <p:cNvSpPr/>
            <p:nvPr/>
          </p:nvSpPr>
          <p:spPr>
            <a:xfrm>
              <a:off x="7729356" y="2184298"/>
              <a:ext cx="138541" cy="137586"/>
            </a:xfrm>
            <a:custGeom>
              <a:avLst/>
              <a:gdLst>
                <a:gd name="csX0" fmla="*/ 89813 w 138541"/>
                <a:gd name="csY0" fmla="*/ 0 h 137586"/>
                <a:gd name="csX1" fmla="*/ 80258 w 138541"/>
                <a:gd name="csY1" fmla="*/ 1433 h 137586"/>
                <a:gd name="csX2" fmla="*/ 66405 w 138541"/>
                <a:gd name="csY2" fmla="*/ 6688 h 137586"/>
                <a:gd name="csX3" fmla="*/ 63538 w 138541"/>
                <a:gd name="csY3" fmla="*/ 6210 h 137586"/>
                <a:gd name="csX4" fmla="*/ 61149 w 138541"/>
                <a:gd name="csY4" fmla="*/ 7644 h 137586"/>
                <a:gd name="csX5" fmla="*/ 55416 w 138541"/>
                <a:gd name="csY5" fmla="*/ 6210 h 137586"/>
                <a:gd name="csX6" fmla="*/ 48251 w 138541"/>
                <a:gd name="csY6" fmla="*/ 6688 h 137586"/>
                <a:gd name="csX7" fmla="*/ 45862 w 138541"/>
                <a:gd name="csY7" fmla="*/ 10032 h 137586"/>
                <a:gd name="csX8" fmla="*/ 44907 w 138541"/>
                <a:gd name="csY8" fmla="*/ 13376 h 137586"/>
                <a:gd name="csX9" fmla="*/ 43951 w 138541"/>
                <a:gd name="csY9" fmla="*/ 14810 h 137586"/>
                <a:gd name="csX10" fmla="*/ 38218 w 138541"/>
                <a:gd name="csY10" fmla="*/ 7644 h 137586"/>
                <a:gd name="csX11" fmla="*/ 37263 w 138541"/>
                <a:gd name="csY11" fmla="*/ 8599 h 137586"/>
                <a:gd name="csX12" fmla="*/ 34874 w 138541"/>
                <a:gd name="csY12" fmla="*/ 14332 h 137586"/>
                <a:gd name="csX13" fmla="*/ 32963 w 138541"/>
                <a:gd name="csY13" fmla="*/ 16721 h 137586"/>
                <a:gd name="csX14" fmla="*/ 25319 w 138541"/>
                <a:gd name="csY14" fmla="*/ 23886 h 137586"/>
                <a:gd name="csX15" fmla="*/ 23409 w 138541"/>
                <a:gd name="csY15" fmla="*/ 35352 h 137586"/>
                <a:gd name="csX16" fmla="*/ 19109 w 138541"/>
                <a:gd name="csY16" fmla="*/ 42996 h 137586"/>
                <a:gd name="csX17" fmla="*/ 15287 w 138541"/>
                <a:gd name="csY17" fmla="*/ 48728 h 137586"/>
                <a:gd name="csX18" fmla="*/ 6688 w 138541"/>
                <a:gd name="csY18" fmla="*/ 55894 h 137586"/>
                <a:gd name="csX19" fmla="*/ 0 w 138541"/>
                <a:gd name="csY19" fmla="*/ 69271 h 137586"/>
                <a:gd name="csX20" fmla="*/ 3821 w 138541"/>
                <a:gd name="csY20" fmla="*/ 73093 h 137586"/>
                <a:gd name="csX21" fmla="*/ 8121 w 138541"/>
                <a:gd name="csY21" fmla="*/ 72615 h 137586"/>
                <a:gd name="csX22" fmla="*/ 13854 w 138541"/>
                <a:gd name="csY22" fmla="*/ 73570 h 137586"/>
                <a:gd name="csX23" fmla="*/ 22931 w 138541"/>
                <a:gd name="csY23" fmla="*/ 78825 h 137586"/>
                <a:gd name="csX24" fmla="*/ 24842 w 138541"/>
                <a:gd name="csY24" fmla="*/ 87902 h 137586"/>
                <a:gd name="csX25" fmla="*/ 28186 w 138541"/>
                <a:gd name="csY25" fmla="*/ 96501 h 137586"/>
                <a:gd name="csX26" fmla="*/ 31052 w 138541"/>
                <a:gd name="csY26" fmla="*/ 99368 h 137586"/>
                <a:gd name="csX27" fmla="*/ 31052 w 138541"/>
                <a:gd name="csY27" fmla="*/ 104145 h 137586"/>
                <a:gd name="csX28" fmla="*/ 31530 w 138541"/>
                <a:gd name="csY28" fmla="*/ 105578 h 137586"/>
                <a:gd name="csX29" fmla="*/ 34396 w 138541"/>
                <a:gd name="csY29" fmla="*/ 109400 h 137586"/>
                <a:gd name="csX30" fmla="*/ 38696 w 138541"/>
                <a:gd name="csY30" fmla="*/ 112744 h 137586"/>
                <a:gd name="csX31" fmla="*/ 41085 w 138541"/>
                <a:gd name="csY31" fmla="*/ 112744 h 137586"/>
                <a:gd name="csX32" fmla="*/ 46817 w 138541"/>
                <a:gd name="csY32" fmla="*/ 107967 h 137586"/>
                <a:gd name="csX33" fmla="*/ 48728 w 138541"/>
                <a:gd name="csY33" fmla="*/ 108445 h 137586"/>
                <a:gd name="csX34" fmla="*/ 52073 w 138541"/>
                <a:gd name="csY34" fmla="*/ 116566 h 137586"/>
                <a:gd name="csX35" fmla="*/ 53983 w 138541"/>
                <a:gd name="csY35" fmla="*/ 117521 h 137586"/>
                <a:gd name="csX36" fmla="*/ 64971 w 138541"/>
                <a:gd name="csY36" fmla="*/ 116088 h 137586"/>
                <a:gd name="csX37" fmla="*/ 66882 w 138541"/>
                <a:gd name="csY37" fmla="*/ 117521 h 137586"/>
                <a:gd name="csX38" fmla="*/ 74048 w 138541"/>
                <a:gd name="csY38" fmla="*/ 118955 h 137586"/>
                <a:gd name="csX39" fmla="*/ 75481 w 138541"/>
                <a:gd name="csY39" fmla="*/ 120865 h 137586"/>
                <a:gd name="csX40" fmla="*/ 76437 w 138541"/>
                <a:gd name="csY40" fmla="*/ 123732 h 137586"/>
                <a:gd name="csX41" fmla="*/ 83125 w 138541"/>
                <a:gd name="csY41" fmla="*/ 129942 h 137586"/>
                <a:gd name="csX42" fmla="*/ 88858 w 138541"/>
                <a:gd name="csY42" fmla="*/ 134242 h 137586"/>
                <a:gd name="csX43" fmla="*/ 91724 w 138541"/>
                <a:gd name="csY43" fmla="*/ 133764 h 137586"/>
                <a:gd name="csX44" fmla="*/ 96024 w 138541"/>
                <a:gd name="csY44" fmla="*/ 135675 h 137586"/>
                <a:gd name="csX45" fmla="*/ 98890 w 138541"/>
                <a:gd name="csY45" fmla="*/ 134720 h 137586"/>
                <a:gd name="csX46" fmla="*/ 103189 w 138541"/>
                <a:gd name="csY46" fmla="*/ 137108 h 137586"/>
                <a:gd name="csX47" fmla="*/ 106056 w 138541"/>
                <a:gd name="csY47" fmla="*/ 137586 h 137586"/>
                <a:gd name="csX48" fmla="*/ 114177 w 138541"/>
                <a:gd name="csY48" fmla="*/ 134720 h 137586"/>
                <a:gd name="csX49" fmla="*/ 126598 w 138541"/>
                <a:gd name="csY49" fmla="*/ 133286 h 137586"/>
                <a:gd name="csX50" fmla="*/ 128509 w 138541"/>
                <a:gd name="csY50" fmla="*/ 131376 h 137586"/>
                <a:gd name="csX51" fmla="*/ 136153 w 138541"/>
                <a:gd name="csY51" fmla="*/ 121343 h 137586"/>
                <a:gd name="csX52" fmla="*/ 135675 w 138541"/>
                <a:gd name="csY52" fmla="*/ 117044 h 137586"/>
                <a:gd name="csX53" fmla="*/ 133764 w 138541"/>
                <a:gd name="csY53" fmla="*/ 108445 h 137586"/>
                <a:gd name="csX54" fmla="*/ 132331 w 138541"/>
                <a:gd name="csY54" fmla="*/ 107489 h 137586"/>
                <a:gd name="csX55" fmla="*/ 128031 w 138541"/>
                <a:gd name="csY55" fmla="*/ 105100 h 137586"/>
                <a:gd name="csX56" fmla="*/ 123732 w 138541"/>
                <a:gd name="csY56" fmla="*/ 95546 h 137586"/>
                <a:gd name="csX57" fmla="*/ 118477 w 138541"/>
                <a:gd name="csY57" fmla="*/ 89335 h 137586"/>
                <a:gd name="csX58" fmla="*/ 119910 w 138541"/>
                <a:gd name="csY58" fmla="*/ 87902 h 137586"/>
                <a:gd name="csX59" fmla="*/ 120865 w 138541"/>
                <a:gd name="csY59" fmla="*/ 87902 h 137586"/>
                <a:gd name="csX60" fmla="*/ 125165 w 138541"/>
                <a:gd name="csY60" fmla="*/ 91246 h 137586"/>
                <a:gd name="csX61" fmla="*/ 128509 w 138541"/>
                <a:gd name="csY61" fmla="*/ 90769 h 137586"/>
                <a:gd name="csX62" fmla="*/ 131376 w 138541"/>
                <a:gd name="csY62" fmla="*/ 86469 h 137586"/>
                <a:gd name="csX63" fmla="*/ 131853 w 138541"/>
                <a:gd name="csY63" fmla="*/ 80258 h 137586"/>
                <a:gd name="csX64" fmla="*/ 131853 w 138541"/>
                <a:gd name="csY64" fmla="*/ 72615 h 137586"/>
                <a:gd name="csX65" fmla="*/ 131853 w 138541"/>
                <a:gd name="csY65" fmla="*/ 69748 h 137586"/>
                <a:gd name="csX66" fmla="*/ 132331 w 138541"/>
                <a:gd name="csY66" fmla="*/ 67360 h 137586"/>
                <a:gd name="csX67" fmla="*/ 132808 w 138541"/>
                <a:gd name="csY67" fmla="*/ 62105 h 137586"/>
                <a:gd name="csX68" fmla="*/ 133287 w 138541"/>
                <a:gd name="csY68" fmla="*/ 55894 h 137586"/>
                <a:gd name="csX69" fmla="*/ 133764 w 138541"/>
                <a:gd name="csY69" fmla="*/ 53506 h 137586"/>
                <a:gd name="csX70" fmla="*/ 134242 w 138541"/>
                <a:gd name="csY70" fmla="*/ 52072 h 137586"/>
                <a:gd name="csX71" fmla="*/ 135675 w 138541"/>
                <a:gd name="csY71" fmla="*/ 44907 h 137586"/>
                <a:gd name="csX72" fmla="*/ 138542 w 138541"/>
                <a:gd name="csY72" fmla="*/ 41085 h 137586"/>
                <a:gd name="csX73" fmla="*/ 136631 w 138541"/>
                <a:gd name="csY73" fmla="*/ 33441 h 137586"/>
                <a:gd name="csX74" fmla="*/ 133764 w 138541"/>
                <a:gd name="csY74" fmla="*/ 28186 h 137586"/>
                <a:gd name="csX75" fmla="*/ 132331 w 138541"/>
                <a:gd name="csY75" fmla="*/ 26275 h 137586"/>
                <a:gd name="csX76" fmla="*/ 128509 w 138541"/>
                <a:gd name="csY76" fmla="*/ 23886 h 137586"/>
                <a:gd name="csX77" fmla="*/ 127076 w 138541"/>
                <a:gd name="csY77" fmla="*/ 21020 h 137586"/>
                <a:gd name="csX78" fmla="*/ 125165 w 138541"/>
                <a:gd name="csY78" fmla="*/ 19109 h 137586"/>
                <a:gd name="csX79" fmla="*/ 123732 w 138541"/>
                <a:gd name="csY79" fmla="*/ 16243 h 137586"/>
                <a:gd name="csX80" fmla="*/ 115133 w 138541"/>
                <a:gd name="csY80" fmla="*/ 12899 h 137586"/>
                <a:gd name="csX81" fmla="*/ 109878 w 138541"/>
                <a:gd name="csY81" fmla="*/ 12421 h 137586"/>
                <a:gd name="csX82" fmla="*/ 108444 w 138541"/>
                <a:gd name="csY82" fmla="*/ 13376 h 137586"/>
                <a:gd name="csX83" fmla="*/ 107012 w 138541"/>
                <a:gd name="csY83" fmla="*/ 16721 h 137586"/>
                <a:gd name="csX84" fmla="*/ 107967 w 138541"/>
                <a:gd name="csY84" fmla="*/ 22931 h 137586"/>
                <a:gd name="csX85" fmla="*/ 104623 w 138541"/>
                <a:gd name="csY85" fmla="*/ 29619 h 137586"/>
                <a:gd name="csX86" fmla="*/ 103189 w 138541"/>
                <a:gd name="csY86" fmla="*/ 31052 h 137586"/>
                <a:gd name="csX87" fmla="*/ 98890 w 138541"/>
                <a:gd name="csY87" fmla="*/ 28186 h 137586"/>
                <a:gd name="csX88" fmla="*/ 95068 w 138541"/>
                <a:gd name="csY88" fmla="*/ 32963 h 137586"/>
                <a:gd name="csX89" fmla="*/ 92201 w 138541"/>
                <a:gd name="csY89" fmla="*/ 40607 h 137586"/>
                <a:gd name="csX90" fmla="*/ 90769 w 138541"/>
                <a:gd name="csY90" fmla="*/ 42518 h 137586"/>
                <a:gd name="csX91" fmla="*/ 89813 w 138541"/>
                <a:gd name="csY91" fmla="*/ 41085 h 137586"/>
                <a:gd name="csX92" fmla="*/ 90291 w 138541"/>
                <a:gd name="csY92" fmla="*/ 33441 h 137586"/>
                <a:gd name="csX93" fmla="*/ 93157 w 138541"/>
                <a:gd name="csY93" fmla="*/ 28664 h 137586"/>
                <a:gd name="csX94" fmla="*/ 94112 w 138541"/>
                <a:gd name="csY94" fmla="*/ 22453 h 137586"/>
                <a:gd name="csX95" fmla="*/ 96024 w 138541"/>
                <a:gd name="csY95" fmla="*/ 17198 h 137586"/>
                <a:gd name="csX96" fmla="*/ 98412 w 138541"/>
                <a:gd name="csY96" fmla="*/ 15287 h 137586"/>
                <a:gd name="csX97" fmla="*/ 96024 w 138541"/>
                <a:gd name="csY97" fmla="*/ 7644 h 137586"/>
                <a:gd name="csX98" fmla="*/ 91246 w 138541"/>
                <a:gd name="csY98" fmla="*/ 955 h 137586"/>
                <a:gd name="csX99" fmla="*/ 89813 w 138541"/>
                <a:gd name="csY99" fmla="*/ 0 h 137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</a:cxnLst>
              <a:rect l="l" t="t" r="r" b="b"/>
              <a:pathLst>
                <a:path w="138541" h="137586">
                  <a:moveTo>
                    <a:pt x="89813" y="0"/>
                  </a:moveTo>
                  <a:lnTo>
                    <a:pt x="80258" y="1433"/>
                  </a:lnTo>
                  <a:lnTo>
                    <a:pt x="66405" y="6688"/>
                  </a:lnTo>
                  <a:lnTo>
                    <a:pt x="63538" y="6210"/>
                  </a:lnTo>
                  <a:lnTo>
                    <a:pt x="61149" y="7644"/>
                  </a:lnTo>
                  <a:lnTo>
                    <a:pt x="55416" y="6210"/>
                  </a:lnTo>
                  <a:lnTo>
                    <a:pt x="48251" y="6688"/>
                  </a:lnTo>
                  <a:lnTo>
                    <a:pt x="45862" y="10032"/>
                  </a:lnTo>
                  <a:lnTo>
                    <a:pt x="44907" y="13376"/>
                  </a:lnTo>
                  <a:lnTo>
                    <a:pt x="43951" y="14810"/>
                  </a:lnTo>
                  <a:lnTo>
                    <a:pt x="38218" y="7644"/>
                  </a:lnTo>
                  <a:lnTo>
                    <a:pt x="37263" y="8599"/>
                  </a:lnTo>
                  <a:lnTo>
                    <a:pt x="34874" y="14332"/>
                  </a:lnTo>
                  <a:lnTo>
                    <a:pt x="32963" y="16721"/>
                  </a:lnTo>
                  <a:lnTo>
                    <a:pt x="25319" y="23886"/>
                  </a:lnTo>
                  <a:lnTo>
                    <a:pt x="23409" y="35352"/>
                  </a:lnTo>
                  <a:lnTo>
                    <a:pt x="19109" y="42996"/>
                  </a:lnTo>
                  <a:lnTo>
                    <a:pt x="15287" y="48728"/>
                  </a:lnTo>
                  <a:lnTo>
                    <a:pt x="6688" y="55894"/>
                  </a:lnTo>
                  <a:lnTo>
                    <a:pt x="0" y="69271"/>
                  </a:lnTo>
                  <a:lnTo>
                    <a:pt x="3821" y="73093"/>
                  </a:lnTo>
                  <a:lnTo>
                    <a:pt x="8121" y="72615"/>
                  </a:lnTo>
                  <a:lnTo>
                    <a:pt x="13854" y="73570"/>
                  </a:lnTo>
                  <a:lnTo>
                    <a:pt x="22931" y="78825"/>
                  </a:lnTo>
                  <a:lnTo>
                    <a:pt x="24842" y="87902"/>
                  </a:lnTo>
                  <a:lnTo>
                    <a:pt x="28186" y="96501"/>
                  </a:lnTo>
                  <a:lnTo>
                    <a:pt x="31052" y="99368"/>
                  </a:lnTo>
                  <a:lnTo>
                    <a:pt x="31052" y="104145"/>
                  </a:lnTo>
                  <a:lnTo>
                    <a:pt x="31530" y="105578"/>
                  </a:lnTo>
                  <a:lnTo>
                    <a:pt x="34396" y="109400"/>
                  </a:lnTo>
                  <a:lnTo>
                    <a:pt x="38696" y="112744"/>
                  </a:lnTo>
                  <a:lnTo>
                    <a:pt x="41085" y="112744"/>
                  </a:lnTo>
                  <a:lnTo>
                    <a:pt x="46817" y="107967"/>
                  </a:lnTo>
                  <a:lnTo>
                    <a:pt x="48728" y="108445"/>
                  </a:lnTo>
                  <a:lnTo>
                    <a:pt x="52073" y="116566"/>
                  </a:lnTo>
                  <a:lnTo>
                    <a:pt x="53983" y="117521"/>
                  </a:lnTo>
                  <a:lnTo>
                    <a:pt x="64971" y="116088"/>
                  </a:lnTo>
                  <a:lnTo>
                    <a:pt x="66882" y="117521"/>
                  </a:lnTo>
                  <a:lnTo>
                    <a:pt x="74048" y="118955"/>
                  </a:lnTo>
                  <a:lnTo>
                    <a:pt x="75481" y="120865"/>
                  </a:lnTo>
                  <a:lnTo>
                    <a:pt x="76437" y="123732"/>
                  </a:lnTo>
                  <a:lnTo>
                    <a:pt x="83125" y="129942"/>
                  </a:lnTo>
                  <a:lnTo>
                    <a:pt x="88858" y="134242"/>
                  </a:lnTo>
                  <a:lnTo>
                    <a:pt x="91724" y="133764"/>
                  </a:lnTo>
                  <a:lnTo>
                    <a:pt x="96024" y="135675"/>
                  </a:lnTo>
                  <a:lnTo>
                    <a:pt x="98890" y="134720"/>
                  </a:lnTo>
                  <a:lnTo>
                    <a:pt x="103189" y="137108"/>
                  </a:lnTo>
                  <a:lnTo>
                    <a:pt x="106056" y="137586"/>
                  </a:lnTo>
                  <a:lnTo>
                    <a:pt x="114177" y="134720"/>
                  </a:lnTo>
                  <a:lnTo>
                    <a:pt x="126598" y="133286"/>
                  </a:lnTo>
                  <a:lnTo>
                    <a:pt x="128509" y="131376"/>
                  </a:lnTo>
                  <a:lnTo>
                    <a:pt x="136153" y="121343"/>
                  </a:lnTo>
                  <a:lnTo>
                    <a:pt x="135675" y="117044"/>
                  </a:lnTo>
                  <a:lnTo>
                    <a:pt x="133764" y="108445"/>
                  </a:lnTo>
                  <a:lnTo>
                    <a:pt x="132331" y="107489"/>
                  </a:lnTo>
                  <a:lnTo>
                    <a:pt x="128031" y="105100"/>
                  </a:lnTo>
                  <a:lnTo>
                    <a:pt x="123732" y="95546"/>
                  </a:lnTo>
                  <a:lnTo>
                    <a:pt x="118477" y="89335"/>
                  </a:lnTo>
                  <a:lnTo>
                    <a:pt x="119910" y="87902"/>
                  </a:lnTo>
                  <a:lnTo>
                    <a:pt x="120865" y="87902"/>
                  </a:lnTo>
                  <a:lnTo>
                    <a:pt x="125165" y="91246"/>
                  </a:lnTo>
                  <a:lnTo>
                    <a:pt x="128509" y="90769"/>
                  </a:lnTo>
                  <a:lnTo>
                    <a:pt x="131376" y="86469"/>
                  </a:lnTo>
                  <a:lnTo>
                    <a:pt x="131853" y="80258"/>
                  </a:lnTo>
                  <a:lnTo>
                    <a:pt x="131853" y="72615"/>
                  </a:lnTo>
                  <a:lnTo>
                    <a:pt x="131853" y="69748"/>
                  </a:lnTo>
                  <a:lnTo>
                    <a:pt x="132331" y="67360"/>
                  </a:lnTo>
                  <a:lnTo>
                    <a:pt x="132808" y="62105"/>
                  </a:lnTo>
                  <a:lnTo>
                    <a:pt x="133287" y="55894"/>
                  </a:lnTo>
                  <a:lnTo>
                    <a:pt x="133764" y="53506"/>
                  </a:lnTo>
                  <a:lnTo>
                    <a:pt x="134242" y="52072"/>
                  </a:lnTo>
                  <a:lnTo>
                    <a:pt x="135675" y="44907"/>
                  </a:lnTo>
                  <a:lnTo>
                    <a:pt x="138542" y="41085"/>
                  </a:lnTo>
                  <a:lnTo>
                    <a:pt x="136631" y="33441"/>
                  </a:lnTo>
                  <a:lnTo>
                    <a:pt x="133764" y="28186"/>
                  </a:lnTo>
                  <a:lnTo>
                    <a:pt x="132331" y="26275"/>
                  </a:lnTo>
                  <a:lnTo>
                    <a:pt x="128509" y="23886"/>
                  </a:lnTo>
                  <a:lnTo>
                    <a:pt x="127076" y="21020"/>
                  </a:lnTo>
                  <a:lnTo>
                    <a:pt x="125165" y="19109"/>
                  </a:lnTo>
                  <a:lnTo>
                    <a:pt x="123732" y="16243"/>
                  </a:lnTo>
                  <a:lnTo>
                    <a:pt x="115133" y="12899"/>
                  </a:lnTo>
                  <a:lnTo>
                    <a:pt x="109878" y="12421"/>
                  </a:lnTo>
                  <a:lnTo>
                    <a:pt x="108444" y="13376"/>
                  </a:lnTo>
                  <a:lnTo>
                    <a:pt x="107012" y="16721"/>
                  </a:lnTo>
                  <a:lnTo>
                    <a:pt x="107967" y="22931"/>
                  </a:lnTo>
                  <a:lnTo>
                    <a:pt x="104623" y="29619"/>
                  </a:lnTo>
                  <a:lnTo>
                    <a:pt x="103189" y="31052"/>
                  </a:lnTo>
                  <a:lnTo>
                    <a:pt x="98890" y="28186"/>
                  </a:lnTo>
                  <a:lnTo>
                    <a:pt x="95068" y="32963"/>
                  </a:lnTo>
                  <a:lnTo>
                    <a:pt x="92201" y="40607"/>
                  </a:lnTo>
                  <a:lnTo>
                    <a:pt x="90769" y="42518"/>
                  </a:lnTo>
                  <a:lnTo>
                    <a:pt x="89813" y="41085"/>
                  </a:lnTo>
                  <a:lnTo>
                    <a:pt x="90291" y="33441"/>
                  </a:lnTo>
                  <a:lnTo>
                    <a:pt x="93157" y="28664"/>
                  </a:lnTo>
                  <a:lnTo>
                    <a:pt x="94112" y="22453"/>
                  </a:lnTo>
                  <a:lnTo>
                    <a:pt x="96024" y="17198"/>
                  </a:lnTo>
                  <a:lnTo>
                    <a:pt x="98412" y="15287"/>
                  </a:lnTo>
                  <a:lnTo>
                    <a:pt x="96024" y="7644"/>
                  </a:lnTo>
                  <a:lnTo>
                    <a:pt x="91246" y="955"/>
                  </a:lnTo>
                  <a:lnTo>
                    <a:pt x="8981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1" name="Freeform 5290">
              <a:extLst>
                <a:ext uri="{FF2B5EF4-FFF2-40B4-BE49-F238E27FC236}">
                  <a16:creationId xmlns:a16="http://schemas.microsoft.com/office/drawing/2014/main" id="{0ADCC2DD-6E97-5A72-52EF-FE6755B4A6C2}"/>
                </a:ext>
              </a:extLst>
            </p:cNvPr>
            <p:cNvSpPr/>
            <p:nvPr/>
          </p:nvSpPr>
          <p:spPr>
            <a:xfrm>
              <a:off x="7773785" y="2532085"/>
              <a:ext cx="25797" cy="13854"/>
            </a:xfrm>
            <a:custGeom>
              <a:avLst/>
              <a:gdLst>
                <a:gd name="csX0" fmla="*/ 25320 w 25797"/>
                <a:gd name="csY0" fmla="*/ 6211 h 13854"/>
                <a:gd name="csX1" fmla="*/ 25798 w 25797"/>
                <a:gd name="csY1" fmla="*/ 3344 h 13854"/>
                <a:gd name="csX2" fmla="*/ 24365 w 25797"/>
                <a:gd name="csY2" fmla="*/ 1911 h 13854"/>
                <a:gd name="csX3" fmla="*/ 19109 w 25797"/>
                <a:gd name="csY3" fmla="*/ 0 h 13854"/>
                <a:gd name="csX4" fmla="*/ 16721 w 25797"/>
                <a:gd name="csY4" fmla="*/ 2389 h 13854"/>
                <a:gd name="csX5" fmla="*/ 9555 w 25797"/>
                <a:gd name="csY5" fmla="*/ 956 h 13854"/>
                <a:gd name="csX6" fmla="*/ 5733 w 25797"/>
                <a:gd name="csY6" fmla="*/ 4300 h 13854"/>
                <a:gd name="csX7" fmla="*/ 1433 w 25797"/>
                <a:gd name="csY7" fmla="*/ 1433 h 13854"/>
                <a:gd name="csX8" fmla="*/ 478 w 25797"/>
                <a:gd name="csY8" fmla="*/ 3344 h 13854"/>
                <a:gd name="csX9" fmla="*/ 0 w 25797"/>
                <a:gd name="csY9" fmla="*/ 6688 h 13854"/>
                <a:gd name="csX10" fmla="*/ 7166 w 25797"/>
                <a:gd name="csY10" fmla="*/ 8599 h 13854"/>
                <a:gd name="csX11" fmla="*/ 10510 w 25797"/>
                <a:gd name="csY11" fmla="*/ 10988 h 13854"/>
                <a:gd name="csX12" fmla="*/ 15765 w 25797"/>
                <a:gd name="csY12" fmla="*/ 11465 h 13854"/>
                <a:gd name="csX13" fmla="*/ 19587 w 25797"/>
                <a:gd name="csY13" fmla="*/ 13854 h 13854"/>
                <a:gd name="csX14" fmla="*/ 20543 w 25797"/>
                <a:gd name="csY14" fmla="*/ 9555 h 13854"/>
                <a:gd name="csX15" fmla="*/ 20543 w 25797"/>
                <a:gd name="csY15" fmla="*/ 7166 h 13854"/>
                <a:gd name="csX16" fmla="*/ 23409 w 25797"/>
                <a:gd name="csY16" fmla="*/ 5255 h 13854"/>
                <a:gd name="csX17" fmla="*/ 25320 w 25797"/>
                <a:gd name="csY17" fmla="*/ 6211 h 1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5797" h="13854">
                  <a:moveTo>
                    <a:pt x="25320" y="6211"/>
                  </a:moveTo>
                  <a:lnTo>
                    <a:pt x="25798" y="3344"/>
                  </a:lnTo>
                  <a:lnTo>
                    <a:pt x="24365" y="1911"/>
                  </a:lnTo>
                  <a:lnTo>
                    <a:pt x="19109" y="0"/>
                  </a:lnTo>
                  <a:lnTo>
                    <a:pt x="16721" y="2389"/>
                  </a:lnTo>
                  <a:lnTo>
                    <a:pt x="9555" y="956"/>
                  </a:lnTo>
                  <a:lnTo>
                    <a:pt x="5733" y="4300"/>
                  </a:lnTo>
                  <a:lnTo>
                    <a:pt x="1433" y="1433"/>
                  </a:lnTo>
                  <a:lnTo>
                    <a:pt x="478" y="3344"/>
                  </a:lnTo>
                  <a:lnTo>
                    <a:pt x="0" y="6688"/>
                  </a:lnTo>
                  <a:lnTo>
                    <a:pt x="7166" y="8599"/>
                  </a:lnTo>
                  <a:lnTo>
                    <a:pt x="10510" y="10988"/>
                  </a:lnTo>
                  <a:lnTo>
                    <a:pt x="15765" y="11465"/>
                  </a:lnTo>
                  <a:lnTo>
                    <a:pt x="19587" y="13854"/>
                  </a:lnTo>
                  <a:lnTo>
                    <a:pt x="20543" y="9555"/>
                  </a:lnTo>
                  <a:lnTo>
                    <a:pt x="20543" y="7166"/>
                  </a:lnTo>
                  <a:lnTo>
                    <a:pt x="23409" y="5255"/>
                  </a:lnTo>
                  <a:lnTo>
                    <a:pt x="25320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2" name="Freeform 5291">
              <a:extLst>
                <a:ext uri="{FF2B5EF4-FFF2-40B4-BE49-F238E27FC236}">
                  <a16:creationId xmlns:a16="http://schemas.microsoft.com/office/drawing/2014/main" id="{00894240-5F01-A984-63BE-E996EDA39AC2}"/>
                </a:ext>
              </a:extLst>
            </p:cNvPr>
            <p:cNvSpPr/>
            <p:nvPr/>
          </p:nvSpPr>
          <p:spPr>
            <a:xfrm>
              <a:off x="7801971" y="2528264"/>
              <a:ext cx="6688" cy="12898"/>
            </a:xfrm>
            <a:custGeom>
              <a:avLst/>
              <a:gdLst>
                <a:gd name="csX0" fmla="*/ 2866 w 6688"/>
                <a:gd name="csY0" fmla="*/ 0 h 12898"/>
                <a:gd name="csX1" fmla="*/ 1911 w 6688"/>
                <a:gd name="csY1" fmla="*/ 955 h 12898"/>
                <a:gd name="csX2" fmla="*/ 1911 w 6688"/>
                <a:gd name="csY2" fmla="*/ 2389 h 12898"/>
                <a:gd name="csX3" fmla="*/ 0 w 6688"/>
                <a:gd name="csY3" fmla="*/ 7644 h 12898"/>
                <a:gd name="csX4" fmla="*/ 0 w 6688"/>
                <a:gd name="csY4" fmla="*/ 11465 h 12898"/>
                <a:gd name="csX5" fmla="*/ 478 w 6688"/>
                <a:gd name="csY5" fmla="*/ 12421 h 12898"/>
                <a:gd name="csX6" fmla="*/ 1433 w 6688"/>
                <a:gd name="csY6" fmla="*/ 12899 h 12898"/>
                <a:gd name="csX7" fmla="*/ 2389 w 6688"/>
                <a:gd name="csY7" fmla="*/ 11943 h 12898"/>
                <a:gd name="csX8" fmla="*/ 4777 w 6688"/>
                <a:gd name="csY8" fmla="*/ 9077 h 12898"/>
                <a:gd name="csX9" fmla="*/ 6688 w 6688"/>
                <a:gd name="csY9" fmla="*/ 3822 h 12898"/>
                <a:gd name="csX10" fmla="*/ 6211 w 6688"/>
                <a:gd name="csY10" fmla="*/ 2866 h 12898"/>
                <a:gd name="csX11" fmla="*/ 5255 w 6688"/>
                <a:gd name="csY11" fmla="*/ 955 h 12898"/>
                <a:gd name="csX12" fmla="*/ 2866 w 6688"/>
                <a:gd name="csY12" fmla="*/ 0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688" h="12898">
                  <a:moveTo>
                    <a:pt x="2866" y="0"/>
                  </a:moveTo>
                  <a:lnTo>
                    <a:pt x="1911" y="955"/>
                  </a:lnTo>
                  <a:lnTo>
                    <a:pt x="1911" y="2389"/>
                  </a:lnTo>
                  <a:lnTo>
                    <a:pt x="0" y="7644"/>
                  </a:lnTo>
                  <a:lnTo>
                    <a:pt x="0" y="11465"/>
                  </a:lnTo>
                  <a:lnTo>
                    <a:pt x="478" y="12421"/>
                  </a:lnTo>
                  <a:lnTo>
                    <a:pt x="1433" y="12899"/>
                  </a:lnTo>
                  <a:lnTo>
                    <a:pt x="2389" y="11943"/>
                  </a:lnTo>
                  <a:lnTo>
                    <a:pt x="4777" y="9077"/>
                  </a:lnTo>
                  <a:lnTo>
                    <a:pt x="6688" y="3822"/>
                  </a:lnTo>
                  <a:lnTo>
                    <a:pt x="6211" y="2866"/>
                  </a:lnTo>
                  <a:lnTo>
                    <a:pt x="5255" y="955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3" name="Freeform 5292">
              <a:extLst>
                <a:ext uri="{FF2B5EF4-FFF2-40B4-BE49-F238E27FC236}">
                  <a16:creationId xmlns:a16="http://schemas.microsoft.com/office/drawing/2014/main" id="{80FB503D-C1C8-263B-EE93-89D1EAEEEE30}"/>
                </a:ext>
              </a:extLst>
            </p:cNvPr>
            <p:cNvSpPr/>
            <p:nvPr/>
          </p:nvSpPr>
          <p:spPr>
            <a:xfrm>
              <a:off x="7865031" y="2233027"/>
              <a:ext cx="7643" cy="10032"/>
            </a:xfrm>
            <a:custGeom>
              <a:avLst/>
              <a:gdLst>
                <a:gd name="csX0" fmla="*/ 478 w 7643"/>
                <a:gd name="csY0" fmla="*/ 2866 h 10032"/>
                <a:gd name="csX1" fmla="*/ 0 w 7643"/>
                <a:gd name="csY1" fmla="*/ 10032 h 10032"/>
                <a:gd name="csX2" fmla="*/ 4299 w 7643"/>
                <a:gd name="csY2" fmla="*/ 8599 h 10032"/>
                <a:gd name="csX3" fmla="*/ 7644 w 7643"/>
                <a:gd name="csY3" fmla="*/ 2866 h 10032"/>
                <a:gd name="csX4" fmla="*/ 4777 w 7643"/>
                <a:gd name="csY4" fmla="*/ 1911 h 10032"/>
                <a:gd name="csX5" fmla="*/ 3344 w 7643"/>
                <a:gd name="csY5" fmla="*/ 0 h 10032"/>
                <a:gd name="csX6" fmla="*/ 955 w 7643"/>
                <a:gd name="csY6" fmla="*/ 955 h 10032"/>
                <a:gd name="csX7" fmla="*/ 478 w 7643"/>
                <a:gd name="csY7" fmla="*/ 2866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643" h="10032">
                  <a:moveTo>
                    <a:pt x="478" y="2866"/>
                  </a:moveTo>
                  <a:lnTo>
                    <a:pt x="0" y="10032"/>
                  </a:lnTo>
                  <a:lnTo>
                    <a:pt x="4299" y="8599"/>
                  </a:lnTo>
                  <a:lnTo>
                    <a:pt x="7644" y="2866"/>
                  </a:lnTo>
                  <a:lnTo>
                    <a:pt x="4777" y="1911"/>
                  </a:lnTo>
                  <a:lnTo>
                    <a:pt x="3344" y="0"/>
                  </a:lnTo>
                  <a:lnTo>
                    <a:pt x="955" y="955"/>
                  </a:lnTo>
                  <a:lnTo>
                    <a:pt x="478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4" name="Freeform 5293">
              <a:extLst>
                <a:ext uri="{FF2B5EF4-FFF2-40B4-BE49-F238E27FC236}">
                  <a16:creationId xmlns:a16="http://schemas.microsoft.com/office/drawing/2014/main" id="{EC7F173D-D6A2-48EC-5659-56288AA1C7F6}"/>
                </a:ext>
              </a:extLst>
            </p:cNvPr>
            <p:cNvSpPr/>
            <p:nvPr/>
          </p:nvSpPr>
          <p:spPr>
            <a:xfrm>
              <a:off x="7813436" y="2501033"/>
              <a:ext cx="5732" cy="9554"/>
            </a:xfrm>
            <a:custGeom>
              <a:avLst/>
              <a:gdLst>
                <a:gd name="csX0" fmla="*/ 0 w 5732"/>
                <a:gd name="csY0" fmla="*/ 956 h 9554"/>
                <a:gd name="csX1" fmla="*/ 478 w 5732"/>
                <a:gd name="csY1" fmla="*/ 5733 h 9554"/>
                <a:gd name="csX2" fmla="*/ 2389 w 5732"/>
                <a:gd name="csY2" fmla="*/ 9077 h 9554"/>
                <a:gd name="csX3" fmla="*/ 4777 w 5732"/>
                <a:gd name="csY3" fmla="*/ 9555 h 9554"/>
                <a:gd name="csX4" fmla="*/ 5733 w 5732"/>
                <a:gd name="csY4" fmla="*/ 8121 h 9554"/>
                <a:gd name="csX5" fmla="*/ 1433 w 5732"/>
                <a:gd name="csY5" fmla="*/ 0 h 9554"/>
                <a:gd name="csX6" fmla="*/ 0 w 5732"/>
                <a:gd name="csY6" fmla="*/ 956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32" h="9554">
                  <a:moveTo>
                    <a:pt x="0" y="956"/>
                  </a:moveTo>
                  <a:lnTo>
                    <a:pt x="478" y="5733"/>
                  </a:lnTo>
                  <a:lnTo>
                    <a:pt x="2389" y="9077"/>
                  </a:lnTo>
                  <a:lnTo>
                    <a:pt x="4777" y="9555"/>
                  </a:lnTo>
                  <a:lnTo>
                    <a:pt x="5733" y="8121"/>
                  </a:lnTo>
                  <a:lnTo>
                    <a:pt x="1433" y="0"/>
                  </a:lnTo>
                  <a:lnTo>
                    <a:pt x="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5" name="Freeform 5294">
              <a:extLst>
                <a:ext uri="{FF2B5EF4-FFF2-40B4-BE49-F238E27FC236}">
                  <a16:creationId xmlns:a16="http://schemas.microsoft.com/office/drawing/2014/main" id="{7CD4C409-4DBA-CE44-C782-4042C2F15034}"/>
                </a:ext>
              </a:extLst>
            </p:cNvPr>
            <p:cNvSpPr/>
            <p:nvPr/>
          </p:nvSpPr>
          <p:spPr>
            <a:xfrm>
              <a:off x="8011216" y="2448961"/>
              <a:ext cx="8121" cy="8599"/>
            </a:xfrm>
            <a:custGeom>
              <a:avLst/>
              <a:gdLst>
                <a:gd name="csX0" fmla="*/ 6210 w 8121"/>
                <a:gd name="csY0" fmla="*/ 1433 h 8599"/>
                <a:gd name="csX1" fmla="*/ 4300 w 8121"/>
                <a:gd name="csY1" fmla="*/ 0 h 8599"/>
                <a:gd name="csX2" fmla="*/ 1911 w 8121"/>
                <a:gd name="csY2" fmla="*/ 0 h 8599"/>
                <a:gd name="csX3" fmla="*/ 0 w 8121"/>
                <a:gd name="csY3" fmla="*/ 4777 h 8599"/>
                <a:gd name="csX4" fmla="*/ 478 w 8121"/>
                <a:gd name="csY4" fmla="*/ 8599 h 8599"/>
                <a:gd name="csX5" fmla="*/ 2866 w 8121"/>
                <a:gd name="csY5" fmla="*/ 8599 h 8599"/>
                <a:gd name="csX6" fmla="*/ 8121 w 8121"/>
                <a:gd name="csY6" fmla="*/ 6688 h 8599"/>
                <a:gd name="csX7" fmla="*/ 7644 w 8121"/>
                <a:gd name="csY7" fmla="*/ 3822 h 8599"/>
                <a:gd name="csX8" fmla="*/ 7166 w 8121"/>
                <a:gd name="csY8" fmla="*/ 2389 h 8599"/>
                <a:gd name="csX9" fmla="*/ 6210 w 8121"/>
                <a:gd name="csY9" fmla="*/ 1433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121" h="8599">
                  <a:moveTo>
                    <a:pt x="6210" y="1433"/>
                  </a:moveTo>
                  <a:lnTo>
                    <a:pt x="4300" y="0"/>
                  </a:lnTo>
                  <a:lnTo>
                    <a:pt x="1911" y="0"/>
                  </a:lnTo>
                  <a:lnTo>
                    <a:pt x="0" y="4777"/>
                  </a:lnTo>
                  <a:lnTo>
                    <a:pt x="478" y="8599"/>
                  </a:lnTo>
                  <a:lnTo>
                    <a:pt x="2866" y="8599"/>
                  </a:lnTo>
                  <a:lnTo>
                    <a:pt x="8121" y="6688"/>
                  </a:lnTo>
                  <a:lnTo>
                    <a:pt x="7644" y="3822"/>
                  </a:lnTo>
                  <a:lnTo>
                    <a:pt x="7166" y="2389"/>
                  </a:lnTo>
                  <a:lnTo>
                    <a:pt x="62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6" name="Freeform 5295">
              <a:extLst>
                <a:ext uri="{FF2B5EF4-FFF2-40B4-BE49-F238E27FC236}">
                  <a16:creationId xmlns:a16="http://schemas.microsoft.com/office/drawing/2014/main" id="{8B7C73C0-F000-4691-44D8-4F9C7CAD6648}"/>
                </a:ext>
              </a:extLst>
            </p:cNvPr>
            <p:cNvSpPr/>
            <p:nvPr/>
          </p:nvSpPr>
          <p:spPr>
            <a:xfrm>
              <a:off x="7852610" y="2259780"/>
              <a:ext cx="120388" cy="137108"/>
            </a:xfrm>
            <a:custGeom>
              <a:avLst/>
              <a:gdLst>
                <a:gd name="csX0" fmla="*/ 19587 w 120388"/>
                <a:gd name="csY0" fmla="*/ 76914 h 137108"/>
                <a:gd name="csX1" fmla="*/ 19109 w 120388"/>
                <a:gd name="csY1" fmla="*/ 82170 h 137108"/>
                <a:gd name="csX2" fmla="*/ 18632 w 120388"/>
                <a:gd name="csY2" fmla="*/ 85514 h 137108"/>
                <a:gd name="csX3" fmla="*/ 17676 w 120388"/>
                <a:gd name="csY3" fmla="*/ 88380 h 137108"/>
                <a:gd name="csX4" fmla="*/ 16721 w 120388"/>
                <a:gd name="csY4" fmla="*/ 91724 h 137108"/>
                <a:gd name="csX5" fmla="*/ 15288 w 120388"/>
                <a:gd name="csY5" fmla="*/ 99846 h 137108"/>
                <a:gd name="csX6" fmla="*/ 14810 w 120388"/>
                <a:gd name="csY6" fmla="*/ 103190 h 137108"/>
                <a:gd name="csX7" fmla="*/ 7644 w 120388"/>
                <a:gd name="csY7" fmla="*/ 112744 h 137108"/>
                <a:gd name="csX8" fmla="*/ 5255 w 120388"/>
                <a:gd name="csY8" fmla="*/ 117521 h 137108"/>
                <a:gd name="csX9" fmla="*/ 3344 w 120388"/>
                <a:gd name="csY9" fmla="*/ 126121 h 137108"/>
                <a:gd name="csX10" fmla="*/ 0 w 120388"/>
                <a:gd name="csY10" fmla="*/ 129942 h 137108"/>
                <a:gd name="csX11" fmla="*/ 2389 w 120388"/>
                <a:gd name="csY11" fmla="*/ 133287 h 137108"/>
                <a:gd name="csX12" fmla="*/ 4300 w 120388"/>
                <a:gd name="csY12" fmla="*/ 135675 h 137108"/>
                <a:gd name="csX13" fmla="*/ 10988 w 120388"/>
                <a:gd name="csY13" fmla="*/ 137108 h 137108"/>
                <a:gd name="csX14" fmla="*/ 15765 w 120388"/>
                <a:gd name="csY14" fmla="*/ 135675 h 137108"/>
                <a:gd name="csX15" fmla="*/ 24842 w 120388"/>
                <a:gd name="csY15" fmla="*/ 129465 h 137108"/>
                <a:gd name="csX16" fmla="*/ 34874 w 120388"/>
                <a:gd name="csY16" fmla="*/ 120866 h 137108"/>
                <a:gd name="csX17" fmla="*/ 38218 w 120388"/>
                <a:gd name="csY17" fmla="*/ 116566 h 137108"/>
                <a:gd name="csX18" fmla="*/ 47773 w 120388"/>
                <a:gd name="csY18" fmla="*/ 116566 h 137108"/>
                <a:gd name="csX19" fmla="*/ 57328 w 120388"/>
                <a:gd name="csY19" fmla="*/ 115611 h 137108"/>
                <a:gd name="csX20" fmla="*/ 65927 w 120388"/>
                <a:gd name="csY20" fmla="*/ 113700 h 137108"/>
                <a:gd name="csX21" fmla="*/ 67360 w 120388"/>
                <a:gd name="csY21" fmla="*/ 115611 h 137108"/>
                <a:gd name="csX22" fmla="*/ 68316 w 120388"/>
                <a:gd name="csY22" fmla="*/ 116566 h 137108"/>
                <a:gd name="csX23" fmla="*/ 69749 w 120388"/>
                <a:gd name="csY23" fmla="*/ 117044 h 137108"/>
                <a:gd name="csX24" fmla="*/ 74048 w 120388"/>
                <a:gd name="csY24" fmla="*/ 110833 h 137108"/>
                <a:gd name="csX25" fmla="*/ 87902 w 120388"/>
                <a:gd name="csY25" fmla="*/ 110833 h 137108"/>
                <a:gd name="csX26" fmla="*/ 99368 w 120388"/>
                <a:gd name="csY26" fmla="*/ 103667 h 137108"/>
                <a:gd name="csX27" fmla="*/ 103668 w 120388"/>
                <a:gd name="csY27" fmla="*/ 102712 h 137108"/>
                <a:gd name="csX28" fmla="*/ 108445 w 120388"/>
                <a:gd name="csY28" fmla="*/ 103190 h 137108"/>
                <a:gd name="csX29" fmla="*/ 109878 w 120388"/>
                <a:gd name="csY29" fmla="*/ 102234 h 137108"/>
                <a:gd name="csX30" fmla="*/ 119432 w 120388"/>
                <a:gd name="csY30" fmla="*/ 88858 h 137108"/>
                <a:gd name="csX31" fmla="*/ 120388 w 120388"/>
                <a:gd name="csY31" fmla="*/ 80259 h 137108"/>
                <a:gd name="csX32" fmla="*/ 119432 w 120388"/>
                <a:gd name="csY32" fmla="*/ 73570 h 137108"/>
                <a:gd name="csX33" fmla="*/ 118477 w 120388"/>
                <a:gd name="csY33" fmla="*/ 67360 h 137108"/>
                <a:gd name="csX34" fmla="*/ 117522 w 120388"/>
                <a:gd name="csY34" fmla="*/ 63060 h 137108"/>
                <a:gd name="csX35" fmla="*/ 116088 w 120388"/>
                <a:gd name="csY35" fmla="*/ 59238 h 137108"/>
                <a:gd name="csX36" fmla="*/ 113700 w 120388"/>
                <a:gd name="csY36" fmla="*/ 56850 h 137108"/>
                <a:gd name="csX37" fmla="*/ 110834 w 120388"/>
                <a:gd name="csY37" fmla="*/ 55894 h 137108"/>
                <a:gd name="csX38" fmla="*/ 106056 w 120388"/>
                <a:gd name="csY38" fmla="*/ 57805 h 137108"/>
                <a:gd name="csX39" fmla="*/ 102712 w 120388"/>
                <a:gd name="csY39" fmla="*/ 53506 h 137108"/>
                <a:gd name="csX40" fmla="*/ 103190 w 120388"/>
                <a:gd name="csY40" fmla="*/ 49684 h 137108"/>
                <a:gd name="csX41" fmla="*/ 102712 w 120388"/>
                <a:gd name="csY41" fmla="*/ 45862 h 137108"/>
                <a:gd name="csX42" fmla="*/ 101757 w 120388"/>
                <a:gd name="csY42" fmla="*/ 44429 h 137108"/>
                <a:gd name="csX43" fmla="*/ 95546 w 120388"/>
                <a:gd name="csY43" fmla="*/ 41085 h 137108"/>
                <a:gd name="csX44" fmla="*/ 93635 w 120388"/>
                <a:gd name="csY44" fmla="*/ 36307 h 137108"/>
                <a:gd name="csX45" fmla="*/ 92202 w 120388"/>
                <a:gd name="csY45" fmla="*/ 30575 h 137108"/>
                <a:gd name="csX46" fmla="*/ 89813 w 120388"/>
                <a:gd name="csY46" fmla="*/ 27708 h 137108"/>
                <a:gd name="csX47" fmla="*/ 86947 w 120388"/>
                <a:gd name="csY47" fmla="*/ 27708 h 137108"/>
                <a:gd name="csX48" fmla="*/ 82170 w 120388"/>
                <a:gd name="csY48" fmla="*/ 30097 h 137108"/>
                <a:gd name="csX49" fmla="*/ 77870 w 120388"/>
                <a:gd name="csY49" fmla="*/ 35352 h 137108"/>
                <a:gd name="csX50" fmla="*/ 75004 w 120388"/>
                <a:gd name="csY50" fmla="*/ 36785 h 137108"/>
                <a:gd name="csX51" fmla="*/ 72615 w 120388"/>
                <a:gd name="csY51" fmla="*/ 36785 h 137108"/>
                <a:gd name="csX52" fmla="*/ 70704 w 120388"/>
                <a:gd name="csY52" fmla="*/ 41085 h 137108"/>
                <a:gd name="csX53" fmla="*/ 68793 w 120388"/>
                <a:gd name="csY53" fmla="*/ 46818 h 137108"/>
                <a:gd name="csX54" fmla="*/ 65449 w 120388"/>
                <a:gd name="csY54" fmla="*/ 54461 h 137108"/>
                <a:gd name="csX55" fmla="*/ 62105 w 120388"/>
                <a:gd name="csY55" fmla="*/ 57805 h 137108"/>
                <a:gd name="csX56" fmla="*/ 62583 w 120388"/>
                <a:gd name="csY56" fmla="*/ 53983 h 137108"/>
                <a:gd name="csX57" fmla="*/ 68793 w 120388"/>
                <a:gd name="csY57" fmla="*/ 32008 h 137108"/>
                <a:gd name="csX58" fmla="*/ 69749 w 120388"/>
                <a:gd name="csY58" fmla="*/ 25320 h 137108"/>
                <a:gd name="csX59" fmla="*/ 71659 w 120388"/>
                <a:gd name="csY59" fmla="*/ 17676 h 137108"/>
                <a:gd name="csX60" fmla="*/ 72615 w 120388"/>
                <a:gd name="csY60" fmla="*/ 16243 h 137108"/>
                <a:gd name="csX61" fmla="*/ 75004 w 120388"/>
                <a:gd name="csY61" fmla="*/ 14810 h 137108"/>
                <a:gd name="csX62" fmla="*/ 75481 w 120388"/>
                <a:gd name="csY62" fmla="*/ 13376 h 137108"/>
                <a:gd name="csX63" fmla="*/ 74526 w 120388"/>
                <a:gd name="csY63" fmla="*/ 10032 h 137108"/>
                <a:gd name="csX64" fmla="*/ 69749 w 120388"/>
                <a:gd name="csY64" fmla="*/ 4300 h 137108"/>
                <a:gd name="csX65" fmla="*/ 62105 w 120388"/>
                <a:gd name="csY65" fmla="*/ 0 h 137108"/>
                <a:gd name="csX66" fmla="*/ 59716 w 120388"/>
                <a:gd name="csY66" fmla="*/ 478 h 137108"/>
                <a:gd name="csX67" fmla="*/ 58283 w 120388"/>
                <a:gd name="csY67" fmla="*/ 1911 h 137108"/>
                <a:gd name="csX68" fmla="*/ 57328 w 120388"/>
                <a:gd name="csY68" fmla="*/ 6210 h 137108"/>
                <a:gd name="csX69" fmla="*/ 57328 w 120388"/>
                <a:gd name="csY69" fmla="*/ 11943 h 137108"/>
                <a:gd name="csX70" fmla="*/ 58761 w 120388"/>
                <a:gd name="csY70" fmla="*/ 17676 h 137108"/>
                <a:gd name="csX71" fmla="*/ 56372 w 120388"/>
                <a:gd name="csY71" fmla="*/ 17676 h 137108"/>
                <a:gd name="csX72" fmla="*/ 53984 w 120388"/>
                <a:gd name="csY72" fmla="*/ 16721 h 137108"/>
                <a:gd name="csX73" fmla="*/ 52073 w 120388"/>
                <a:gd name="csY73" fmla="*/ 11943 h 137108"/>
                <a:gd name="csX74" fmla="*/ 50640 w 120388"/>
                <a:gd name="csY74" fmla="*/ 6210 h 137108"/>
                <a:gd name="csX75" fmla="*/ 49206 w 120388"/>
                <a:gd name="csY75" fmla="*/ 6210 h 137108"/>
                <a:gd name="csX76" fmla="*/ 46818 w 120388"/>
                <a:gd name="csY76" fmla="*/ 7166 h 137108"/>
                <a:gd name="csX77" fmla="*/ 45862 w 120388"/>
                <a:gd name="csY77" fmla="*/ 8121 h 137108"/>
                <a:gd name="csX78" fmla="*/ 44907 w 120388"/>
                <a:gd name="csY78" fmla="*/ 11943 h 137108"/>
                <a:gd name="csX79" fmla="*/ 44907 w 120388"/>
                <a:gd name="csY79" fmla="*/ 17676 h 137108"/>
                <a:gd name="csX80" fmla="*/ 40129 w 120388"/>
                <a:gd name="csY80" fmla="*/ 20065 h 137108"/>
                <a:gd name="csX81" fmla="*/ 37741 w 120388"/>
                <a:gd name="csY81" fmla="*/ 22453 h 137108"/>
                <a:gd name="csX82" fmla="*/ 37263 w 120388"/>
                <a:gd name="csY82" fmla="*/ 27231 h 137108"/>
                <a:gd name="csX83" fmla="*/ 35352 w 120388"/>
                <a:gd name="csY83" fmla="*/ 30575 h 137108"/>
                <a:gd name="csX84" fmla="*/ 35352 w 120388"/>
                <a:gd name="csY84" fmla="*/ 32963 h 137108"/>
                <a:gd name="csX85" fmla="*/ 34874 w 120388"/>
                <a:gd name="csY85" fmla="*/ 40129 h 137108"/>
                <a:gd name="csX86" fmla="*/ 33441 w 120388"/>
                <a:gd name="csY86" fmla="*/ 41563 h 137108"/>
                <a:gd name="csX87" fmla="*/ 32008 w 120388"/>
                <a:gd name="csY87" fmla="*/ 43951 h 137108"/>
                <a:gd name="csX88" fmla="*/ 31531 w 120388"/>
                <a:gd name="csY88" fmla="*/ 49206 h 137108"/>
                <a:gd name="csX89" fmla="*/ 31052 w 120388"/>
                <a:gd name="csY89" fmla="*/ 52073 h 137108"/>
                <a:gd name="csX90" fmla="*/ 32008 w 120388"/>
                <a:gd name="csY90" fmla="*/ 59716 h 137108"/>
                <a:gd name="csX91" fmla="*/ 33441 w 120388"/>
                <a:gd name="csY91" fmla="*/ 62105 h 137108"/>
                <a:gd name="csX92" fmla="*/ 31531 w 120388"/>
                <a:gd name="csY92" fmla="*/ 62583 h 137108"/>
                <a:gd name="csX93" fmla="*/ 26753 w 120388"/>
                <a:gd name="csY93" fmla="*/ 61149 h 137108"/>
                <a:gd name="csX94" fmla="*/ 24365 w 120388"/>
                <a:gd name="csY94" fmla="*/ 62105 h 137108"/>
                <a:gd name="csX95" fmla="*/ 22454 w 120388"/>
                <a:gd name="csY95" fmla="*/ 65449 h 137108"/>
                <a:gd name="csX96" fmla="*/ 20065 w 120388"/>
                <a:gd name="csY96" fmla="*/ 72137 h 137108"/>
                <a:gd name="csX97" fmla="*/ 19587 w 120388"/>
                <a:gd name="csY97" fmla="*/ 76914 h 137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</a:cxnLst>
              <a:rect l="l" t="t" r="r" b="b"/>
              <a:pathLst>
                <a:path w="120388" h="137108">
                  <a:moveTo>
                    <a:pt x="19587" y="76914"/>
                  </a:moveTo>
                  <a:lnTo>
                    <a:pt x="19109" y="82170"/>
                  </a:lnTo>
                  <a:lnTo>
                    <a:pt x="18632" y="85514"/>
                  </a:lnTo>
                  <a:lnTo>
                    <a:pt x="17676" y="88380"/>
                  </a:lnTo>
                  <a:lnTo>
                    <a:pt x="16721" y="91724"/>
                  </a:lnTo>
                  <a:lnTo>
                    <a:pt x="15288" y="99846"/>
                  </a:lnTo>
                  <a:lnTo>
                    <a:pt x="14810" y="103190"/>
                  </a:lnTo>
                  <a:lnTo>
                    <a:pt x="7644" y="112744"/>
                  </a:lnTo>
                  <a:lnTo>
                    <a:pt x="5255" y="117521"/>
                  </a:lnTo>
                  <a:lnTo>
                    <a:pt x="3344" y="126121"/>
                  </a:lnTo>
                  <a:lnTo>
                    <a:pt x="0" y="129942"/>
                  </a:lnTo>
                  <a:lnTo>
                    <a:pt x="2389" y="133287"/>
                  </a:lnTo>
                  <a:lnTo>
                    <a:pt x="4300" y="135675"/>
                  </a:lnTo>
                  <a:lnTo>
                    <a:pt x="10988" y="137108"/>
                  </a:lnTo>
                  <a:lnTo>
                    <a:pt x="15765" y="135675"/>
                  </a:lnTo>
                  <a:lnTo>
                    <a:pt x="24842" y="129465"/>
                  </a:lnTo>
                  <a:lnTo>
                    <a:pt x="34874" y="120866"/>
                  </a:lnTo>
                  <a:lnTo>
                    <a:pt x="38218" y="116566"/>
                  </a:lnTo>
                  <a:lnTo>
                    <a:pt x="47773" y="116566"/>
                  </a:lnTo>
                  <a:lnTo>
                    <a:pt x="57328" y="115611"/>
                  </a:lnTo>
                  <a:lnTo>
                    <a:pt x="65927" y="113700"/>
                  </a:lnTo>
                  <a:lnTo>
                    <a:pt x="67360" y="115611"/>
                  </a:lnTo>
                  <a:lnTo>
                    <a:pt x="68316" y="116566"/>
                  </a:lnTo>
                  <a:lnTo>
                    <a:pt x="69749" y="117044"/>
                  </a:lnTo>
                  <a:lnTo>
                    <a:pt x="74048" y="110833"/>
                  </a:lnTo>
                  <a:lnTo>
                    <a:pt x="87902" y="110833"/>
                  </a:lnTo>
                  <a:lnTo>
                    <a:pt x="99368" y="103667"/>
                  </a:lnTo>
                  <a:lnTo>
                    <a:pt x="103668" y="102712"/>
                  </a:lnTo>
                  <a:lnTo>
                    <a:pt x="108445" y="103190"/>
                  </a:lnTo>
                  <a:lnTo>
                    <a:pt x="109878" y="102234"/>
                  </a:lnTo>
                  <a:lnTo>
                    <a:pt x="119432" y="88858"/>
                  </a:lnTo>
                  <a:lnTo>
                    <a:pt x="120388" y="80259"/>
                  </a:lnTo>
                  <a:lnTo>
                    <a:pt x="119432" y="73570"/>
                  </a:lnTo>
                  <a:lnTo>
                    <a:pt x="118477" y="67360"/>
                  </a:lnTo>
                  <a:lnTo>
                    <a:pt x="117522" y="63060"/>
                  </a:lnTo>
                  <a:lnTo>
                    <a:pt x="116088" y="59238"/>
                  </a:lnTo>
                  <a:lnTo>
                    <a:pt x="113700" y="56850"/>
                  </a:lnTo>
                  <a:lnTo>
                    <a:pt x="110834" y="55894"/>
                  </a:lnTo>
                  <a:lnTo>
                    <a:pt x="106056" y="57805"/>
                  </a:lnTo>
                  <a:lnTo>
                    <a:pt x="102712" y="53506"/>
                  </a:lnTo>
                  <a:lnTo>
                    <a:pt x="103190" y="49684"/>
                  </a:lnTo>
                  <a:lnTo>
                    <a:pt x="102712" y="45862"/>
                  </a:lnTo>
                  <a:lnTo>
                    <a:pt x="101757" y="44429"/>
                  </a:lnTo>
                  <a:lnTo>
                    <a:pt x="95546" y="41085"/>
                  </a:lnTo>
                  <a:lnTo>
                    <a:pt x="93635" y="36307"/>
                  </a:lnTo>
                  <a:lnTo>
                    <a:pt x="92202" y="30575"/>
                  </a:lnTo>
                  <a:lnTo>
                    <a:pt x="89813" y="27708"/>
                  </a:lnTo>
                  <a:lnTo>
                    <a:pt x="86947" y="27708"/>
                  </a:lnTo>
                  <a:lnTo>
                    <a:pt x="82170" y="30097"/>
                  </a:lnTo>
                  <a:lnTo>
                    <a:pt x="77870" y="35352"/>
                  </a:lnTo>
                  <a:lnTo>
                    <a:pt x="75004" y="36785"/>
                  </a:lnTo>
                  <a:lnTo>
                    <a:pt x="72615" y="36785"/>
                  </a:lnTo>
                  <a:lnTo>
                    <a:pt x="70704" y="41085"/>
                  </a:lnTo>
                  <a:lnTo>
                    <a:pt x="68793" y="46818"/>
                  </a:lnTo>
                  <a:lnTo>
                    <a:pt x="65449" y="54461"/>
                  </a:lnTo>
                  <a:lnTo>
                    <a:pt x="62105" y="57805"/>
                  </a:lnTo>
                  <a:lnTo>
                    <a:pt x="62583" y="53983"/>
                  </a:lnTo>
                  <a:lnTo>
                    <a:pt x="68793" y="32008"/>
                  </a:lnTo>
                  <a:lnTo>
                    <a:pt x="69749" y="25320"/>
                  </a:lnTo>
                  <a:lnTo>
                    <a:pt x="71659" y="17676"/>
                  </a:lnTo>
                  <a:lnTo>
                    <a:pt x="72615" y="16243"/>
                  </a:lnTo>
                  <a:lnTo>
                    <a:pt x="75004" y="14810"/>
                  </a:lnTo>
                  <a:lnTo>
                    <a:pt x="75481" y="13376"/>
                  </a:lnTo>
                  <a:lnTo>
                    <a:pt x="74526" y="10032"/>
                  </a:lnTo>
                  <a:lnTo>
                    <a:pt x="69749" y="4300"/>
                  </a:lnTo>
                  <a:lnTo>
                    <a:pt x="62105" y="0"/>
                  </a:lnTo>
                  <a:lnTo>
                    <a:pt x="59716" y="478"/>
                  </a:lnTo>
                  <a:lnTo>
                    <a:pt x="58283" y="1911"/>
                  </a:lnTo>
                  <a:lnTo>
                    <a:pt x="57328" y="6210"/>
                  </a:lnTo>
                  <a:lnTo>
                    <a:pt x="57328" y="11943"/>
                  </a:lnTo>
                  <a:lnTo>
                    <a:pt x="58761" y="17676"/>
                  </a:lnTo>
                  <a:lnTo>
                    <a:pt x="56372" y="17676"/>
                  </a:lnTo>
                  <a:lnTo>
                    <a:pt x="53984" y="16721"/>
                  </a:lnTo>
                  <a:lnTo>
                    <a:pt x="52073" y="11943"/>
                  </a:lnTo>
                  <a:lnTo>
                    <a:pt x="50640" y="6210"/>
                  </a:lnTo>
                  <a:lnTo>
                    <a:pt x="49206" y="6210"/>
                  </a:lnTo>
                  <a:lnTo>
                    <a:pt x="46818" y="7166"/>
                  </a:lnTo>
                  <a:lnTo>
                    <a:pt x="45862" y="8121"/>
                  </a:lnTo>
                  <a:lnTo>
                    <a:pt x="44907" y="11943"/>
                  </a:lnTo>
                  <a:lnTo>
                    <a:pt x="44907" y="17676"/>
                  </a:lnTo>
                  <a:lnTo>
                    <a:pt x="40129" y="20065"/>
                  </a:lnTo>
                  <a:lnTo>
                    <a:pt x="37741" y="22453"/>
                  </a:lnTo>
                  <a:lnTo>
                    <a:pt x="37263" y="27231"/>
                  </a:lnTo>
                  <a:lnTo>
                    <a:pt x="35352" y="30575"/>
                  </a:lnTo>
                  <a:lnTo>
                    <a:pt x="35352" y="32963"/>
                  </a:lnTo>
                  <a:lnTo>
                    <a:pt x="34874" y="40129"/>
                  </a:lnTo>
                  <a:lnTo>
                    <a:pt x="33441" y="41563"/>
                  </a:lnTo>
                  <a:lnTo>
                    <a:pt x="32008" y="43951"/>
                  </a:lnTo>
                  <a:lnTo>
                    <a:pt x="31531" y="49206"/>
                  </a:lnTo>
                  <a:lnTo>
                    <a:pt x="31052" y="52073"/>
                  </a:lnTo>
                  <a:lnTo>
                    <a:pt x="32008" y="59716"/>
                  </a:lnTo>
                  <a:lnTo>
                    <a:pt x="33441" y="62105"/>
                  </a:lnTo>
                  <a:lnTo>
                    <a:pt x="31531" y="62583"/>
                  </a:lnTo>
                  <a:lnTo>
                    <a:pt x="26753" y="61149"/>
                  </a:lnTo>
                  <a:lnTo>
                    <a:pt x="24365" y="62105"/>
                  </a:lnTo>
                  <a:lnTo>
                    <a:pt x="22454" y="65449"/>
                  </a:lnTo>
                  <a:lnTo>
                    <a:pt x="20065" y="72137"/>
                  </a:lnTo>
                  <a:lnTo>
                    <a:pt x="19587" y="7691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7" name="Freeform 5296">
              <a:extLst>
                <a:ext uri="{FF2B5EF4-FFF2-40B4-BE49-F238E27FC236}">
                  <a16:creationId xmlns:a16="http://schemas.microsoft.com/office/drawing/2014/main" id="{82C53884-1331-B8CA-CA1A-9398B87E5B78}"/>
                </a:ext>
              </a:extLst>
            </p:cNvPr>
            <p:cNvSpPr/>
            <p:nvPr/>
          </p:nvSpPr>
          <p:spPr>
            <a:xfrm>
              <a:off x="7986374" y="2362969"/>
              <a:ext cx="13854" cy="12898"/>
            </a:xfrm>
            <a:custGeom>
              <a:avLst/>
              <a:gdLst>
                <a:gd name="csX0" fmla="*/ 4777 w 13854"/>
                <a:gd name="csY0" fmla="*/ 11943 h 12898"/>
                <a:gd name="csX1" fmla="*/ 8599 w 13854"/>
                <a:gd name="csY1" fmla="*/ 8599 h 12898"/>
                <a:gd name="csX2" fmla="*/ 9555 w 13854"/>
                <a:gd name="csY2" fmla="*/ 7166 h 12898"/>
                <a:gd name="csX3" fmla="*/ 12899 w 13854"/>
                <a:gd name="csY3" fmla="*/ 6688 h 12898"/>
                <a:gd name="csX4" fmla="*/ 13854 w 13854"/>
                <a:gd name="csY4" fmla="*/ 6688 h 12898"/>
                <a:gd name="csX5" fmla="*/ 13854 w 13854"/>
                <a:gd name="csY5" fmla="*/ 4300 h 12898"/>
                <a:gd name="csX6" fmla="*/ 13377 w 13854"/>
                <a:gd name="csY6" fmla="*/ 2389 h 12898"/>
                <a:gd name="csX7" fmla="*/ 11943 w 13854"/>
                <a:gd name="csY7" fmla="*/ 478 h 12898"/>
                <a:gd name="csX8" fmla="*/ 8599 w 13854"/>
                <a:gd name="csY8" fmla="*/ 0 h 12898"/>
                <a:gd name="csX9" fmla="*/ 6211 w 13854"/>
                <a:gd name="csY9" fmla="*/ 6210 h 12898"/>
                <a:gd name="csX10" fmla="*/ 478 w 13854"/>
                <a:gd name="csY10" fmla="*/ 6688 h 12898"/>
                <a:gd name="csX11" fmla="*/ 0 w 13854"/>
                <a:gd name="csY11" fmla="*/ 10988 h 12898"/>
                <a:gd name="csX12" fmla="*/ 2389 w 13854"/>
                <a:gd name="csY12" fmla="*/ 12899 h 12898"/>
                <a:gd name="csX13" fmla="*/ 4777 w 13854"/>
                <a:gd name="csY13" fmla="*/ 11943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3854" h="12898">
                  <a:moveTo>
                    <a:pt x="4777" y="11943"/>
                  </a:moveTo>
                  <a:lnTo>
                    <a:pt x="8599" y="8599"/>
                  </a:lnTo>
                  <a:lnTo>
                    <a:pt x="9555" y="7166"/>
                  </a:lnTo>
                  <a:lnTo>
                    <a:pt x="12899" y="6688"/>
                  </a:lnTo>
                  <a:lnTo>
                    <a:pt x="13854" y="6688"/>
                  </a:lnTo>
                  <a:lnTo>
                    <a:pt x="13854" y="4300"/>
                  </a:lnTo>
                  <a:lnTo>
                    <a:pt x="13377" y="2389"/>
                  </a:lnTo>
                  <a:lnTo>
                    <a:pt x="11943" y="478"/>
                  </a:lnTo>
                  <a:lnTo>
                    <a:pt x="8599" y="0"/>
                  </a:lnTo>
                  <a:lnTo>
                    <a:pt x="6211" y="6210"/>
                  </a:lnTo>
                  <a:lnTo>
                    <a:pt x="478" y="6688"/>
                  </a:lnTo>
                  <a:lnTo>
                    <a:pt x="0" y="10988"/>
                  </a:lnTo>
                  <a:lnTo>
                    <a:pt x="2389" y="12899"/>
                  </a:lnTo>
                  <a:lnTo>
                    <a:pt x="4777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8" name="Freeform 5297">
              <a:extLst>
                <a:ext uri="{FF2B5EF4-FFF2-40B4-BE49-F238E27FC236}">
                  <a16:creationId xmlns:a16="http://schemas.microsoft.com/office/drawing/2014/main" id="{98D46098-8E9E-1926-3587-2605810B8396}"/>
                </a:ext>
              </a:extLst>
            </p:cNvPr>
            <p:cNvSpPr/>
            <p:nvPr/>
          </p:nvSpPr>
          <p:spPr>
            <a:xfrm>
              <a:off x="7689704" y="2196719"/>
              <a:ext cx="54461" cy="38696"/>
            </a:xfrm>
            <a:custGeom>
              <a:avLst/>
              <a:gdLst>
                <a:gd name="csX0" fmla="*/ 50162 w 54461"/>
                <a:gd name="csY0" fmla="*/ 24364 h 38696"/>
                <a:gd name="csX1" fmla="*/ 54461 w 54461"/>
                <a:gd name="csY1" fmla="*/ 15287 h 38696"/>
                <a:gd name="csX2" fmla="*/ 47773 w 54461"/>
                <a:gd name="csY2" fmla="*/ 11466 h 38696"/>
                <a:gd name="csX3" fmla="*/ 30097 w 54461"/>
                <a:gd name="csY3" fmla="*/ 5733 h 38696"/>
                <a:gd name="csX4" fmla="*/ 21975 w 54461"/>
                <a:gd name="csY4" fmla="*/ 478 h 38696"/>
                <a:gd name="csX5" fmla="*/ 13377 w 54461"/>
                <a:gd name="csY5" fmla="*/ 0 h 38696"/>
                <a:gd name="csX6" fmla="*/ 7166 w 54461"/>
                <a:gd name="csY6" fmla="*/ 0 h 38696"/>
                <a:gd name="csX7" fmla="*/ 3344 w 54461"/>
                <a:gd name="csY7" fmla="*/ 2389 h 38696"/>
                <a:gd name="csX8" fmla="*/ 0 w 54461"/>
                <a:gd name="csY8" fmla="*/ 7166 h 38696"/>
                <a:gd name="csX9" fmla="*/ 956 w 54461"/>
                <a:gd name="csY9" fmla="*/ 15287 h 38696"/>
                <a:gd name="csX10" fmla="*/ 6211 w 54461"/>
                <a:gd name="csY10" fmla="*/ 22453 h 38696"/>
                <a:gd name="csX11" fmla="*/ 12421 w 54461"/>
                <a:gd name="csY11" fmla="*/ 27231 h 38696"/>
                <a:gd name="csX12" fmla="*/ 21498 w 54461"/>
                <a:gd name="csY12" fmla="*/ 37741 h 38696"/>
                <a:gd name="csX13" fmla="*/ 27231 w 54461"/>
                <a:gd name="csY13" fmla="*/ 38696 h 38696"/>
                <a:gd name="csX14" fmla="*/ 32008 w 54461"/>
                <a:gd name="csY14" fmla="*/ 37741 h 38696"/>
                <a:gd name="csX15" fmla="*/ 36786 w 54461"/>
                <a:gd name="csY15" fmla="*/ 35830 h 38696"/>
                <a:gd name="csX16" fmla="*/ 41563 w 54461"/>
                <a:gd name="csY16" fmla="*/ 32486 h 38696"/>
                <a:gd name="csX17" fmla="*/ 45862 w 54461"/>
                <a:gd name="csY17" fmla="*/ 27708 h 38696"/>
                <a:gd name="csX18" fmla="*/ 50162 w 54461"/>
                <a:gd name="csY18" fmla="*/ 24364 h 386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54461" h="38696">
                  <a:moveTo>
                    <a:pt x="50162" y="24364"/>
                  </a:moveTo>
                  <a:lnTo>
                    <a:pt x="54461" y="15287"/>
                  </a:lnTo>
                  <a:lnTo>
                    <a:pt x="47773" y="11466"/>
                  </a:lnTo>
                  <a:lnTo>
                    <a:pt x="30097" y="5733"/>
                  </a:lnTo>
                  <a:lnTo>
                    <a:pt x="21975" y="478"/>
                  </a:lnTo>
                  <a:lnTo>
                    <a:pt x="13377" y="0"/>
                  </a:lnTo>
                  <a:lnTo>
                    <a:pt x="7166" y="0"/>
                  </a:lnTo>
                  <a:lnTo>
                    <a:pt x="3344" y="2389"/>
                  </a:lnTo>
                  <a:lnTo>
                    <a:pt x="0" y="7166"/>
                  </a:lnTo>
                  <a:lnTo>
                    <a:pt x="956" y="15287"/>
                  </a:lnTo>
                  <a:lnTo>
                    <a:pt x="6211" y="22453"/>
                  </a:lnTo>
                  <a:lnTo>
                    <a:pt x="12421" y="27231"/>
                  </a:lnTo>
                  <a:lnTo>
                    <a:pt x="21498" y="37741"/>
                  </a:lnTo>
                  <a:lnTo>
                    <a:pt x="27231" y="38696"/>
                  </a:lnTo>
                  <a:lnTo>
                    <a:pt x="32008" y="37741"/>
                  </a:lnTo>
                  <a:lnTo>
                    <a:pt x="36786" y="35830"/>
                  </a:lnTo>
                  <a:lnTo>
                    <a:pt x="41563" y="32486"/>
                  </a:lnTo>
                  <a:lnTo>
                    <a:pt x="45862" y="27708"/>
                  </a:lnTo>
                  <a:lnTo>
                    <a:pt x="50162" y="2436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9" name="Freeform 5298">
              <a:extLst>
                <a:ext uri="{FF2B5EF4-FFF2-40B4-BE49-F238E27FC236}">
                  <a16:creationId xmlns:a16="http://schemas.microsoft.com/office/drawing/2014/main" id="{0043548B-F911-D786-9866-708A8939E349}"/>
                </a:ext>
              </a:extLst>
            </p:cNvPr>
            <p:cNvSpPr/>
            <p:nvPr/>
          </p:nvSpPr>
          <p:spPr>
            <a:xfrm>
              <a:off x="7594158" y="2628587"/>
              <a:ext cx="17198" cy="10987"/>
            </a:xfrm>
            <a:custGeom>
              <a:avLst/>
              <a:gdLst>
                <a:gd name="csX0" fmla="*/ 8599 w 17198"/>
                <a:gd name="csY0" fmla="*/ 10032 h 10987"/>
                <a:gd name="csX1" fmla="*/ 13377 w 17198"/>
                <a:gd name="csY1" fmla="*/ 10988 h 10987"/>
                <a:gd name="csX2" fmla="*/ 15288 w 17198"/>
                <a:gd name="csY2" fmla="*/ 9077 h 10987"/>
                <a:gd name="csX3" fmla="*/ 17198 w 17198"/>
                <a:gd name="csY3" fmla="*/ 3344 h 10987"/>
                <a:gd name="csX4" fmla="*/ 15765 w 17198"/>
                <a:gd name="csY4" fmla="*/ 478 h 10987"/>
                <a:gd name="csX5" fmla="*/ 14809 w 17198"/>
                <a:gd name="csY5" fmla="*/ 0 h 10987"/>
                <a:gd name="csX6" fmla="*/ 9555 w 17198"/>
                <a:gd name="csY6" fmla="*/ 1911 h 10987"/>
                <a:gd name="csX7" fmla="*/ 8122 w 17198"/>
                <a:gd name="csY7" fmla="*/ 478 h 10987"/>
                <a:gd name="csX8" fmla="*/ 7166 w 17198"/>
                <a:gd name="csY8" fmla="*/ 0 h 10987"/>
                <a:gd name="csX9" fmla="*/ 5255 w 17198"/>
                <a:gd name="csY9" fmla="*/ 1911 h 10987"/>
                <a:gd name="csX10" fmla="*/ 1433 w 17198"/>
                <a:gd name="csY10" fmla="*/ 3822 h 10987"/>
                <a:gd name="csX11" fmla="*/ 0 w 17198"/>
                <a:gd name="csY11" fmla="*/ 6688 h 10987"/>
                <a:gd name="csX12" fmla="*/ 2866 w 17198"/>
                <a:gd name="csY12" fmla="*/ 9555 h 10987"/>
                <a:gd name="csX13" fmla="*/ 8599 w 17198"/>
                <a:gd name="csY13" fmla="*/ 10032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7198" h="10987">
                  <a:moveTo>
                    <a:pt x="8599" y="10032"/>
                  </a:moveTo>
                  <a:lnTo>
                    <a:pt x="13377" y="10988"/>
                  </a:lnTo>
                  <a:lnTo>
                    <a:pt x="15288" y="9077"/>
                  </a:lnTo>
                  <a:lnTo>
                    <a:pt x="17198" y="3344"/>
                  </a:lnTo>
                  <a:lnTo>
                    <a:pt x="15765" y="478"/>
                  </a:lnTo>
                  <a:lnTo>
                    <a:pt x="14809" y="0"/>
                  </a:lnTo>
                  <a:lnTo>
                    <a:pt x="9555" y="1911"/>
                  </a:lnTo>
                  <a:lnTo>
                    <a:pt x="8122" y="478"/>
                  </a:lnTo>
                  <a:lnTo>
                    <a:pt x="7166" y="0"/>
                  </a:lnTo>
                  <a:lnTo>
                    <a:pt x="5255" y="1911"/>
                  </a:lnTo>
                  <a:lnTo>
                    <a:pt x="1433" y="3822"/>
                  </a:lnTo>
                  <a:lnTo>
                    <a:pt x="0" y="6688"/>
                  </a:lnTo>
                  <a:lnTo>
                    <a:pt x="2866" y="9555"/>
                  </a:lnTo>
                  <a:lnTo>
                    <a:pt x="8599" y="1003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0" name="Freeform 5299">
              <a:extLst>
                <a:ext uri="{FF2B5EF4-FFF2-40B4-BE49-F238E27FC236}">
                  <a16:creationId xmlns:a16="http://schemas.microsoft.com/office/drawing/2014/main" id="{E6F15923-8CE6-05E6-60F3-90C53F9A1F33}"/>
                </a:ext>
              </a:extLst>
            </p:cNvPr>
            <p:cNvSpPr/>
            <p:nvPr/>
          </p:nvSpPr>
          <p:spPr>
            <a:xfrm>
              <a:off x="8692936" y="3555382"/>
              <a:ext cx="60671" cy="241731"/>
            </a:xfrm>
            <a:custGeom>
              <a:avLst/>
              <a:gdLst>
                <a:gd name="csX0" fmla="*/ 60194 w 60671"/>
                <a:gd name="csY0" fmla="*/ 162428 h 241731"/>
                <a:gd name="csX1" fmla="*/ 58283 w 60671"/>
                <a:gd name="csY1" fmla="*/ 160995 h 241731"/>
                <a:gd name="csX2" fmla="*/ 54939 w 60671"/>
                <a:gd name="csY2" fmla="*/ 157651 h 241731"/>
                <a:gd name="csX3" fmla="*/ 53028 w 60671"/>
                <a:gd name="csY3" fmla="*/ 153829 h 241731"/>
                <a:gd name="csX4" fmla="*/ 52073 w 60671"/>
                <a:gd name="csY4" fmla="*/ 150485 h 241731"/>
                <a:gd name="csX5" fmla="*/ 51117 w 60671"/>
                <a:gd name="csY5" fmla="*/ 147141 h 241731"/>
                <a:gd name="csX6" fmla="*/ 50639 w 60671"/>
                <a:gd name="csY6" fmla="*/ 143797 h 241731"/>
                <a:gd name="csX7" fmla="*/ 49206 w 60671"/>
                <a:gd name="csY7" fmla="*/ 140452 h 241731"/>
                <a:gd name="csX8" fmla="*/ 47295 w 60671"/>
                <a:gd name="csY8" fmla="*/ 134242 h 241731"/>
                <a:gd name="csX9" fmla="*/ 42996 w 60671"/>
                <a:gd name="csY9" fmla="*/ 123254 h 241731"/>
                <a:gd name="csX10" fmla="*/ 41085 w 60671"/>
                <a:gd name="csY10" fmla="*/ 116566 h 241731"/>
                <a:gd name="csX11" fmla="*/ 37263 w 60671"/>
                <a:gd name="csY11" fmla="*/ 95546 h 241731"/>
                <a:gd name="csX12" fmla="*/ 36307 w 60671"/>
                <a:gd name="csY12" fmla="*/ 94590 h 241731"/>
                <a:gd name="csX13" fmla="*/ 35830 w 60671"/>
                <a:gd name="csY13" fmla="*/ 94113 h 241731"/>
                <a:gd name="csX14" fmla="*/ 35830 w 60671"/>
                <a:gd name="csY14" fmla="*/ 90769 h 241731"/>
                <a:gd name="csX15" fmla="*/ 35830 w 60671"/>
                <a:gd name="csY15" fmla="*/ 88858 h 241731"/>
                <a:gd name="csX16" fmla="*/ 34874 w 60671"/>
                <a:gd name="csY16" fmla="*/ 87424 h 241731"/>
                <a:gd name="csX17" fmla="*/ 32963 w 60671"/>
                <a:gd name="csY17" fmla="*/ 85514 h 241731"/>
                <a:gd name="csX18" fmla="*/ 32486 w 60671"/>
                <a:gd name="csY18" fmla="*/ 84080 h 241731"/>
                <a:gd name="csX19" fmla="*/ 32486 w 60671"/>
                <a:gd name="csY19" fmla="*/ 80736 h 241731"/>
                <a:gd name="csX20" fmla="*/ 31530 w 60671"/>
                <a:gd name="csY20" fmla="*/ 77870 h 241731"/>
                <a:gd name="csX21" fmla="*/ 30575 w 60671"/>
                <a:gd name="csY21" fmla="*/ 75003 h 241731"/>
                <a:gd name="csX22" fmla="*/ 29620 w 60671"/>
                <a:gd name="csY22" fmla="*/ 70704 h 241731"/>
                <a:gd name="csX23" fmla="*/ 30097 w 60671"/>
                <a:gd name="csY23" fmla="*/ 63060 h 241731"/>
                <a:gd name="csX24" fmla="*/ 30575 w 60671"/>
                <a:gd name="csY24" fmla="*/ 60194 h 241731"/>
                <a:gd name="csX25" fmla="*/ 32008 w 60671"/>
                <a:gd name="csY25" fmla="*/ 59238 h 241731"/>
                <a:gd name="csX26" fmla="*/ 32486 w 60671"/>
                <a:gd name="csY26" fmla="*/ 57805 h 241731"/>
                <a:gd name="csX27" fmla="*/ 32963 w 60671"/>
                <a:gd name="csY27" fmla="*/ 55417 h 241731"/>
                <a:gd name="csX28" fmla="*/ 33441 w 60671"/>
                <a:gd name="csY28" fmla="*/ 52550 h 241731"/>
                <a:gd name="csX29" fmla="*/ 32963 w 60671"/>
                <a:gd name="csY29" fmla="*/ 44907 h 241731"/>
                <a:gd name="csX30" fmla="*/ 32486 w 60671"/>
                <a:gd name="csY30" fmla="*/ 39651 h 241731"/>
                <a:gd name="csX31" fmla="*/ 32008 w 60671"/>
                <a:gd name="csY31" fmla="*/ 37263 h 241731"/>
                <a:gd name="csX32" fmla="*/ 31052 w 60671"/>
                <a:gd name="csY32" fmla="*/ 34396 h 241731"/>
                <a:gd name="csX33" fmla="*/ 28664 w 60671"/>
                <a:gd name="csY33" fmla="*/ 28664 h 241731"/>
                <a:gd name="csX34" fmla="*/ 24842 w 60671"/>
                <a:gd name="csY34" fmla="*/ 19587 h 241731"/>
                <a:gd name="csX35" fmla="*/ 25320 w 60671"/>
                <a:gd name="csY35" fmla="*/ 19109 h 241731"/>
                <a:gd name="csX36" fmla="*/ 24842 w 60671"/>
                <a:gd name="csY36" fmla="*/ 16721 h 241731"/>
                <a:gd name="csX37" fmla="*/ 25320 w 60671"/>
                <a:gd name="csY37" fmla="*/ 14332 h 241731"/>
                <a:gd name="csX38" fmla="*/ 25798 w 60671"/>
                <a:gd name="csY38" fmla="*/ 11943 h 241731"/>
                <a:gd name="csX39" fmla="*/ 26275 w 60671"/>
                <a:gd name="csY39" fmla="*/ 10510 h 241731"/>
                <a:gd name="csX40" fmla="*/ 26275 w 60671"/>
                <a:gd name="csY40" fmla="*/ 8599 h 241731"/>
                <a:gd name="csX41" fmla="*/ 21975 w 60671"/>
                <a:gd name="csY41" fmla="*/ 955 h 241731"/>
                <a:gd name="csX42" fmla="*/ 20543 w 60671"/>
                <a:gd name="csY42" fmla="*/ 0 h 241731"/>
                <a:gd name="csX43" fmla="*/ 20065 w 60671"/>
                <a:gd name="csY43" fmla="*/ 1911 h 241731"/>
                <a:gd name="csX44" fmla="*/ 19109 w 60671"/>
                <a:gd name="csY44" fmla="*/ 3822 h 241731"/>
                <a:gd name="csX45" fmla="*/ 17676 w 60671"/>
                <a:gd name="csY45" fmla="*/ 4300 h 241731"/>
                <a:gd name="csX46" fmla="*/ 13377 w 60671"/>
                <a:gd name="csY46" fmla="*/ 4300 h 241731"/>
                <a:gd name="csX47" fmla="*/ 16243 w 60671"/>
                <a:gd name="csY47" fmla="*/ 8599 h 241731"/>
                <a:gd name="csX48" fmla="*/ 20065 w 60671"/>
                <a:gd name="csY48" fmla="*/ 13854 h 241731"/>
                <a:gd name="csX49" fmla="*/ 21020 w 60671"/>
                <a:gd name="csY49" fmla="*/ 16243 h 241731"/>
                <a:gd name="csX50" fmla="*/ 20543 w 60671"/>
                <a:gd name="csY50" fmla="*/ 18631 h 241731"/>
                <a:gd name="csX51" fmla="*/ 19587 w 60671"/>
                <a:gd name="csY51" fmla="*/ 21020 h 241731"/>
                <a:gd name="csX52" fmla="*/ 20543 w 60671"/>
                <a:gd name="csY52" fmla="*/ 21498 h 241731"/>
                <a:gd name="csX53" fmla="*/ 20543 w 60671"/>
                <a:gd name="csY53" fmla="*/ 22931 h 241731"/>
                <a:gd name="csX54" fmla="*/ 17676 w 60671"/>
                <a:gd name="csY54" fmla="*/ 23886 h 241731"/>
                <a:gd name="csX55" fmla="*/ 17198 w 60671"/>
                <a:gd name="csY55" fmla="*/ 25797 h 241731"/>
                <a:gd name="csX56" fmla="*/ 18632 w 60671"/>
                <a:gd name="csY56" fmla="*/ 27230 h 241731"/>
                <a:gd name="csX57" fmla="*/ 17198 w 60671"/>
                <a:gd name="csY57" fmla="*/ 30097 h 241731"/>
                <a:gd name="csX58" fmla="*/ 15288 w 60671"/>
                <a:gd name="csY58" fmla="*/ 31052 h 241731"/>
                <a:gd name="csX59" fmla="*/ 14332 w 60671"/>
                <a:gd name="csY59" fmla="*/ 31530 h 241731"/>
                <a:gd name="csX60" fmla="*/ 13377 w 60671"/>
                <a:gd name="csY60" fmla="*/ 31052 h 241731"/>
                <a:gd name="csX61" fmla="*/ 10510 w 60671"/>
                <a:gd name="csY61" fmla="*/ 28664 h 241731"/>
                <a:gd name="csX62" fmla="*/ 9555 w 60671"/>
                <a:gd name="csY62" fmla="*/ 28664 h 241731"/>
                <a:gd name="csX63" fmla="*/ 6211 w 60671"/>
                <a:gd name="csY63" fmla="*/ 29619 h 241731"/>
                <a:gd name="csX64" fmla="*/ 3822 w 60671"/>
                <a:gd name="csY64" fmla="*/ 32008 h 241731"/>
                <a:gd name="csX65" fmla="*/ 3344 w 60671"/>
                <a:gd name="csY65" fmla="*/ 33441 h 241731"/>
                <a:gd name="csX66" fmla="*/ 3822 w 60671"/>
                <a:gd name="csY66" fmla="*/ 39174 h 241731"/>
                <a:gd name="csX67" fmla="*/ 4300 w 60671"/>
                <a:gd name="csY67" fmla="*/ 42518 h 241731"/>
                <a:gd name="csX68" fmla="*/ 3822 w 60671"/>
                <a:gd name="csY68" fmla="*/ 49684 h 241731"/>
                <a:gd name="csX69" fmla="*/ 2866 w 60671"/>
                <a:gd name="csY69" fmla="*/ 56850 h 241731"/>
                <a:gd name="csX70" fmla="*/ 1911 w 60671"/>
                <a:gd name="csY70" fmla="*/ 59716 h 241731"/>
                <a:gd name="csX71" fmla="*/ 478 w 60671"/>
                <a:gd name="csY71" fmla="*/ 62583 h 241731"/>
                <a:gd name="csX72" fmla="*/ 0 w 60671"/>
                <a:gd name="csY72" fmla="*/ 65449 h 241731"/>
                <a:gd name="csX73" fmla="*/ 478 w 60671"/>
                <a:gd name="csY73" fmla="*/ 75481 h 241731"/>
                <a:gd name="csX74" fmla="*/ 1433 w 60671"/>
                <a:gd name="csY74" fmla="*/ 77870 h 241731"/>
                <a:gd name="csX75" fmla="*/ 2866 w 60671"/>
                <a:gd name="csY75" fmla="*/ 79781 h 241731"/>
                <a:gd name="csX76" fmla="*/ 2389 w 60671"/>
                <a:gd name="csY76" fmla="*/ 80736 h 241731"/>
                <a:gd name="csX77" fmla="*/ 1433 w 60671"/>
                <a:gd name="csY77" fmla="*/ 81214 h 241731"/>
                <a:gd name="csX78" fmla="*/ 2389 w 60671"/>
                <a:gd name="csY78" fmla="*/ 82647 h 241731"/>
                <a:gd name="csX79" fmla="*/ 4300 w 60671"/>
                <a:gd name="csY79" fmla="*/ 84080 h 241731"/>
                <a:gd name="csX80" fmla="*/ 7166 w 60671"/>
                <a:gd name="csY80" fmla="*/ 87424 h 241731"/>
                <a:gd name="csX81" fmla="*/ 8599 w 60671"/>
                <a:gd name="csY81" fmla="*/ 90291 h 241731"/>
                <a:gd name="csX82" fmla="*/ 10988 w 60671"/>
                <a:gd name="csY82" fmla="*/ 96024 h 241731"/>
                <a:gd name="csX83" fmla="*/ 10988 w 60671"/>
                <a:gd name="csY83" fmla="*/ 102712 h 241731"/>
                <a:gd name="csX84" fmla="*/ 9555 w 60671"/>
                <a:gd name="csY84" fmla="*/ 105578 h 241731"/>
                <a:gd name="csX85" fmla="*/ 9077 w 60671"/>
                <a:gd name="csY85" fmla="*/ 108922 h 241731"/>
                <a:gd name="csX86" fmla="*/ 8122 w 60671"/>
                <a:gd name="csY86" fmla="*/ 113222 h 241731"/>
                <a:gd name="csX87" fmla="*/ 8122 w 60671"/>
                <a:gd name="csY87" fmla="*/ 116566 h 241731"/>
                <a:gd name="csX88" fmla="*/ 9555 w 60671"/>
                <a:gd name="csY88" fmla="*/ 122299 h 241731"/>
                <a:gd name="csX89" fmla="*/ 10032 w 60671"/>
                <a:gd name="csY89" fmla="*/ 125165 h 241731"/>
                <a:gd name="csX90" fmla="*/ 9555 w 60671"/>
                <a:gd name="csY90" fmla="*/ 143319 h 241731"/>
                <a:gd name="csX91" fmla="*/ 9077 w 60671"/>
                <a:gd name="csY91" fmla="*/ 146663 h 241731"/>
                <a:gd name="csX92" fmla="*/ 8122 w 60671"/>
                <a:gd name="csY92" fmla="*/ 150485 h 241731"/>
                <a:gd name="csX93" fmla="*/ 7166 w 60671"/>
                <a:gd name="csY93" fmla="*/ 156695 h 241731"/>
                <a:gd name="csX94" fmla="*/ 6211 w 60671"/>
                <a:gd name="csY94" fmla="*/ 159562 h 241731"/>
                <a:gd name="csX95" fmla="*/ 4300 w 60671"/>
                <a:gd name="csY95" fmla="*/ 165772 h 241731"/>
                <a:gd name="csX96" fmla="*/ 4300 w 60671"/>
                <a:gd name="csY96" fmla="*/ 167205 h 241731"/>
                <a:gd name="csX97" fmla="*/ 4777 w 60671"/>
                <a:gd name="csY97" fmla="*/ 168638 h 241731"/>
                <a:gd name="csX98" fmla="*/ 7166 w 60671"/>
                <a:gd name="csY98" fmla="*/ 173416 h 241731"/>
                <a:gd name="csX99" fmla="*/ 9555 w 60671"/>
                <a:gd name="csY99" fmla="*/ 178671 h 241731"/>
                <a:gd name="csX100" fmla="*/ 10510 w 60671"/>
                <a:gd name="csY100" fmla="*/ 185837 h 241731"/>
                <a:gd name="csX101" fmla="*/ 10032 w 60671"/>
                <a:gd name="csY101" fmla="*/ 189181 h 241731"/>
                <a:gd name="csX102" fmla="*/ 8122 w 60671"/>
                <a:gd name="csY102" fmla="*/ 191570 h 241731"/>
                <a:gd name="csX103" fmla="*/ 7166 w 60671"/>
                <a:gd name="csY103" fmla="*/ 194436 h 241731"/>
                <a:gd name="csX104" fmla="*/ 6211 w 60671"/>
                <a:gd name="csY104" fmla="*/ 197302 h 241731"/>
                <a:gd name="csX105" fmla="*/ 6211 w 60671"/>
                <a:gd name="csY105" fmla="*/ 198735 h 241731"/>
                <a:gd name="csX106" fmla="*/ 6688 w 60671"/>
                <a:gd name="csY106" fmla="*/ 203990 h 241731"/>
                <a:gd name="csX107" fmla="*/ 7166 w 60671"/>
                <a:gd name="csY107" fmla="*/ 206857 h 241731"/>
                <a:gd name="csX108" fmla="*/ 7644 w 60671"/>
                <a:gd name="csY108" fmla="*/ 209246 h 241731"/>
                <a:gd name="csX109" fmla="*/ 7166 w 60671"/>
                <a:gd name="csY109" fmla="*/ 212589 h 241731"/>
                <a:gd name="csX110" fmla="*/ 4300 w 60671"/>
                <a:gd name="csY110" fmla="*/ 221189 h 241731"/>
                <a:gd name="csX111" fmla="*/ 3344 w 60671"/>
                <a:gd name="csY111" fmla="*/ 227877 h 241731"/>
                <a:gd name="csX112" fmla="*/ 5255 w 60671"/>
                <a:gd name="csY112" fmla="*/ 235043 h 241731"/>
                <a:gd name="csX113" fmla="*/ 5255 w 60671"/>
                <a:gd name="csY113" fmla="*/ 237431 h 241731"/>
                <a:gd name="csX114" fmla="*/ 6211 w 60671"/>
                <a:gd name="csY114" fmla="*/ 239342 h 241731"/>
                <a:gd name="csX115" fmla="*/ 7166 w 60671"/>
                <a:gd name="csY115" fmla="*/ 240776 h 241731"/>
                <a:gd name="csX116" fmla="*/ 8122 w 60671"/>
                <a:gd name="csY116" fmla="*/ 241731 h 241731"/>
                <a:gd name="csX117" fmla="*/ 10032 w 60671"/>
                <a:gd name="csY117" fmla="*/ 239342 h 241731"/>
                <a:gd name="csX118" fmla="*/ 10988 w 60671"/>
                <a:gd name="csY118" fmla="*/ 237431 h 241731"/>
                <a:gd name="csX119" fmla="*/ 12899 w 60671"/>
                <a:gd name="csY119" fmla="*/ 230266 h 241731"/>
                <a:gd name="csX120" fmla="*/ 13854 w 60671"/>
                <a:gd name="csY120" fmla="*/ 227399 h 241731"/>
                <a:gd name="csX121" fmla="*/ 14809 w 60671"/>
                <a:gd name="csY121" fmla="*/ 225011 h 241731"/>
                <a:gd name="csX122" fmla="*/ 16243 w 60671"/>
                <a:gd name="csY122" fmla="*/ 222622 h 241731"/>
                <a:gd name="csX123" fmla="*/ 18154 w 60671"/>
                <a:gd name="csY123" fmla="*/ 221189 h 241731"/>
                <a:gd name="csX124" fmla="*/ 19587 w 60671"/>
                <a:gd name="csY124" fmla="*/ 220711 h 241731"/>
                <a:gd name="csX125" fmla="*/ 20543 w 60671"/>
                <a:gd name="csY125" fmla="*/ 220711 h 241731"/>
                <a:gd name="csX126" fmla="*/ 21498 w 60671"/>
                <a:gd name="csY126" fmla="*/ 222144 h 241731"/>
                <a:gd name="csX127" fmla="*/ 22454 w 60671"/>
                <a:gd name="csY127" fmla="*/ 223100 h 241731"/>
                <a:gd name="csX128" fmla="*/ 23409 w 60671"/>
                <a:gd name="csY128" fmla="*/ 223577 h 241731"/>
                <a:gd name="csX129" fmla="*/ 27709 w 60671"/>
                <a:gd name="csY129" fmla="*/ 224055 h 241731"/>
                <a:gd name="csX130" fmla="*/ 32486 w 60671"/>
                <a:gd name="csY130" fmla="*/ 225011 h 241731"/>
                <a:gd name="csX131" fmla="*/ 33441 w 60671"/>
                <a:gd name="csY131" fmla="*/ 226921 h 241731"/>
                <a:gd name="csX132" fmla="*/ 33919 w 60671"/>
                <a:gd name="csY132" fmla="*/ 230266 h 241731"/>
                <a:gd name="csX133" fmla="*/ 34874 w 60671"/>
                <a:gd name="csY133" fmla="*/ 233610 h 241731"/>
                <a:gd name="csX134" fmla="*/ 35352 w 60671"/>
                <a:gd name="csY134" fmla="*/ 238865 h 241731"/>
                <a:gd name="csX135" fmla="*/ 35830 w 60671"/>
                <a:gd name="csY135" fmla="*/ 237909 h 241731"/>
                <a:gd name="csX136" fmla="*/ 36307 w 60671"/>
                <a:gd name="csY136" fmla="*/ 236476 h 241731"/>
                <a:gd name="csX137" fmla="*/ 36307 w 60671"/>
                <a:gd name="csY137" fmla="*/ 235043 h 241731"/>
                <a:gd name="csX138" fmla="*/ 36786 w 60671"/>
                <a:gd name="csY138" fmla="*/ 233610 h 241731"/>
                <a:gd name="csX139" fmla="*/ 38218 w 60671"/>
                <a:gd name="csY139" fmla="*/ 230266 h 241731"/>
                <a:gd name="csX140" fmla="*/ 38218 w 60671"/>
                <a:gd name="csY140" fmla="*/ 228832 h 241731"/>
                <a:gd name="csX141" fmla="*/ 37263 w 60671"/>
                <a:gd name="csY141" fmla="*/ 224533 h 241731"/>
                <a:gd name="csX142" fmla="*/ 36307 w 60671"/>
                <a:gd name="csY142" fmla="*/ 219755 h 241731"/>
                <a:gd name="csX143" fmla="*/ 35352 w 60671"/>
                <a:gd name="csY143" fmla="*/ 218800 h 241731"/>
                <a:gd name="csX144" fmla="*/ 34397 w 60671"/>
                <a:gd name="csY144" fmla="*/ 218322 h 241731"/>
                <a:gd name="csX145" fmla="*/ 32963 w 60671"/>
                <a:gd name="csY145" fmla="*/ 218322 h 241731"/>
                <a:gd name="csX146" fmla="*/ 31052 w 60671"/>
                <a:gd name="csY146" fmla="*/ 218800 h 241731"/>
                <a:gd name="csX147" fmla="*/ 30097 w 60671"/>
                <a:gd name="csY147" fmla="*/ 217367 h 241731"/>
                <a:gd name="csX148" fmla="*/ 28664 w 60671"/>
                <a:gd name="csY148" fmla="*/ 213067 h 241731"/>
                <a:gd name="csX149" fmla="*/ 26753 w 60671"/>
                <a:gd name="csY149" fmla="*/ 207335 h 241731"/>
                <a:gd name="csX150" fmla="*/ 25320 w 60671"/>
                <a:gd name="csY150" fmla="*/ 204468 h 241731"/>
                <a:gd name="csX151" fmla="*/ 24842 w 60671"/>
                <a:gd name="csY151" fmla="*/ 203513 h 241731"/>
                <a:gd name="csX152" fmla="*/ 23886 w 60671"/>
                <a:gd name="csY152" fmla="*/ 202557 h 241731"/>
                <a:gd name="csX153" fmla="*/ 22931 w 60671"/>
                <a:gd name="csY153" fmla="*/ 202080 h 241731"/>
                <a:gd name="csX154" fmla="*/ 21498 w 60671"/>
                <a:gd name="csY154" fmla="*/ 201124 h 241731"/>
                <a:gd name="csX155" fmla="*/ 20065 w 60671"/>
                <a:gd name="csY155" fmla="*/ 198735 h 241731"/>
                <a:gd name="csX156" fmla="*/ 18154 w 60671"/>
                <a:gd name="csY156" fmla="*/ 194914 h 241731"/>
                <a:gd name="csX157" fmla="*/ 17676 w 60671"/>
                <a:gd name="csY157" fmla="*/ 193480 h 241731"/>
                <a:gd name="csX158" fmla="*/ 17676 w 60671"/>
                <a:gd name="csY158" fmla="*/ 189659 h 241731"/>
                <a:gd name="csX159" fmla="*/ 18154 w 60671"/>
                <a:gd name="csY159" fmla="*/ 184404 h 241731"/>
                <a:gd name="csX160" fmla="*/ 19587 w 60671"/>
                <a:gd name="csY160" fmla="*/ 179626 h 241731"/>
                <a:gd name="csX161" fmla="*/ 26275 w 60671"/>
                <a:gd name="csY161" fmla="*/ 161473 h 241731"/>
                <a:gd name="csX162" fmla="*/ 27231 w 60671"/>
                <a:gd name="csY162" fmla="*/ 156217 h 241731"/>
                <a:gd name="csX163" fmla="*/ 28664 w 60671"/>
                <a:gd name="csY163" fmla="*/ 153351 h 241731"/>
                <a:gd name="csX164" fmla="*/ 31530 w 60671"/>
                <a:gd name="csY164" fmla="*/ 151918 h 241731"/>
                <a:gd name="csX165" fmla="*/ 34397 w 60671"/>
                <a:gd name="csY165" fmla="*/ 150963 h 241731"/>
                <a:gd name="csX166" fmla="*/ 41085 w 60671"/>
                <a:gd name="csY166" fmla="*/ 150485 h 241731"/>
                <a:gd name="csX167" fmla="*/ 42996 w 60671"/>
                <a:gd name="csY167" fmla="*/ 150485 h 241731"/>
                <a:gd name="csX168" fmla="*/ 45862 w 60671"/>
                <a:gd name="csY168" fmla="*/ 151440 h 241731"/>
                <a:gd name="csX169" fmla="*/ 47295 w 60671"/>
                <a:gd name="csY169" fmla="*/ 151918 h 241731"/>
                <a:gd name="csX170" fmla="*/ 48729 w 60671"/>
                <a:gd name="csY170" fmla="*/ 153351 h 241731"/>
                <a:gd name="csX171" fmla="*/ 52073 w 60671"/>
                <a:gd name="csY171" fmla="*/ 157173 h 241731"/>
                <a:gd name="csX172" fmla="*/ 54461 w 60671"/>
                <a:gd name="csY172" fmla="*/ 159562 h 241731"/>
                <a:gd name="csX173" fmla="*/ 57328 w 60671"/>
                <a:gd name="csY173" fmla="*/ 161950 h 241731"/>
                <a:gd name="csX174" fmla="*/ 58761 w 60671"/>
                <a:gd name="csY174" fmla="*/ 163861 h 241731"/>
                <a:gd name="csX175" fmla="*/ 59716 w 60671"/>
                <a:gd name="csY175" fmla="*/ 167683 h 241731"/>
                <a:gd name="csX176" fmla="*/ 60672 w 60671"/>
                <a:gd name="csY176" fmla="*/ 169116 h 241731"/>
                <a:gd name="csX177" fmla="*/ 60672 w 60671"/>
                <a:gd name="csY177" fmla="*/ 163861 h 241731"/>
                <a:gd name="csX178" fmla="*/ 60194 w 60671"/>
                <a:gd name="csY178" fmla="*/ 162428 h 241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</a:cxnLst>
              <a:rect l="l" t="t" r="r" b="b"/>
              <a:pathLst>
                <a:path w="60671" h="241731">
                  <a:moveTo>
                    <a:pt x="60194" y="162428"/>
                  </a:moveTo>
                  <a:lnTo>
                    <a:pt x="58283" y="160995"/>
                  </a:lnTo>
                  <a:lnTo>
                    <a:pt x="54939" y="157651"/>
                  </a:lnTo>
                  <a:lnTo>
                    <a:pt x="53028" y="153829"/>
                  </a:lnTo>
                  <a:lnTo>
                    <a:pt x="52073" y="150485"/>
                  </a:lnTo>
                  <a:lnTo>
                    <a:pt x="51117" y="147141"/>
                  </a:lnTo>
                  <a:lnTo>
                    <a:pt x="50639" y="143797"/>
                  </a:lnTo>
                  <a:lnTo>
                    <a:pt x="49206" y="140452"/>
                  </a:lnTo>
                  <a:lnTo>
                    <a:pt x="47295" y="134242"/>
                  </a:lnTo>
                  <a:lnTo>
                    <a:pt x="42996" y="123254"/>
                  </a:lnTo>
                  <a:lnTo>
                    <a:pt x="41085" y="116566"/>
                  </a:lnTo>
                  <a:lnTo>
                    <a:pt x="37263" y="95546"/>
                  </a:lnTo>
                  <a:lnTo>
                    <a:pt x="36307" y="94590"/>
                  </a:lnTo>
                  <a:lnTo>
                    <a:pt x="35830" y="94113"/>
                  </a:lnTo>
                  <a:lnTo>
                    <a:pt x="35830" y="90769"/>
                  </a:lnTo>
                  <a:lnTo>
                    <a:pt x="35830" y="88858"/>
                  </a:lnTo>
                  <a:lnTo>
                    <a:pt x="34874" y="87424"/>
                  </a:lnTo>
                  <a:lnTo>
                    <a:pt x="32963" y="85514"/>
                  </a:lnTo>
                  <a:lnTo>
                    <a:pt x="32486" y="84080"/>
                  </a:lnTo>
                  <a:lnTo>
                    <a:pt x="32486" y="80736"/>
                  </a:lnTo>
                  <a:lnTo>
                    <a:pt x="31530" y="77870"/>
                  </a:lnTo>
                  <a:lnTo>
                    <a:pt x="30575" y="75003"/>
                  </a:lnTo>
                  <a:lnTo>
                    <a:pt x="29620" y="70704"/>
                  </a:lnTo>
                  <a:lnTo>
                    <a:pt x="30097" y="63060"/>
                  </a:lnTo>
                  <a:lnTo>
                    <a:pt x="30575" y="60194"/>
                  </a:lnTo>
                  <a:lnTo>
                    <a:pt x="32008" y="59238"/>
                  </a:lnTo>
                  <a:lnTo>
                    <a:pt x="32486" y="57805"/>
                  </a:lnTo>
                  <a:lnTo>
                    <a:pt x="32963" y="55417"/>
                  </a:lnTo>
                  <a:lnTo>
                    <a:pt x="33441" y="52550"/>
                  </a:lnTo>
                  <a:lnTo>
                    <a:pt x="32963" y="44907"/>
                  </a:lnTo>
                  <a:lnTo>
                    <a:pt x="32486" y="39651"/>
                  </a:lnTo>
                  <a:lnTo>
                    <a:pt x="32008" y="37263"/>
                  </a:lnTo>
                  <a:lnTo>
                    <a:pt x="31052" y="34396"/>
                  </a:lnTo>
                  <a:lnTo>
                    <a:pt x="28664" y="28664"/>
                  </a:lnTo>
                  <a:lnTo>
                    <a:pt x="24842" y="19587"/>
                  </a:lnTo>
                  <a:lnTo>
                    <a:pt x="25320" y="19109"/>
                  </a:lnTo>
                  <a:lnTo>
                    <a:pt x="24842" y="16721"/>
                  </a:lnTo>
                  <a:lnTo>
                    <a:pt x="25320" y="14332"/>
                  </a:lnTo>
                  <a:lnTo>
                    <a:pt x="25798" y="11943"/>
                  </a:lnTo>
                  <a:lnTo>
                    <a:pt x="26275" y="10510"/>
                  </a:lnTo>
                  <a:lnTo>
                    <a:pt x="26275" y="8599"/>
                  </a:lnTo>
                  <a:lnTo>
                    <a:pt x="21975" y="955"/>
                  </a:lnTo>
                  <a:lnTo>
                    <a:pt x="20543" y="0"/>
                  </a:lnTo>
                  <a:lnTo>
                    <a:pt x="20065" y="1911"/>
                  </a:lnTo>
                  <a:lnTo>
                    <a:pt x="19109" y="3822"/>
                  </a:lnTo>
                  <a:lnTo>
                    <a:pt x="17676" y="4300"/>
                  </a:lnTo>
                  <a:lnTo>
                    <a:pt x="13377" y="4300"/>
                  </a:lnTo>
                  <a:lnTo>
                    <a:pt x="16243" y="8599"/>
                  </a:lnTo>
                  <a:lnTo>
                    <a:pt x="20065" y="13854"/>
                  </a:lnTo>
                  <a:lnTo>
                    <a:pt x="21020" y="16243"/>
                  </a:lnTo>
                  <a:lnTo>
                    <a:pt x="20543" y="18631"/>
                  </a:lnTo>
                  <a:lnTo>
                    <a:pt x="19587" y="21020"/>
                  </a:lnTo>
                  <a:lnTo>
                    <a:pt x="20543" y="21498"/>
                  </a:lnTo>
                  <a:lnTo>
                    <a:pt x="20543" y="22931"/>
                  </a:lnTo>
                  <a:lnTo>
                    <a:pt x="17676" y="23886"/>
                  </a:lnTo>
                  <a:lnTo>
                    <a:pt x="17198" y="25797"/>
                  </a:lnTo>
                  <a:lnTo>
                    <a:pt x="18632" y="27230"/>
                  </a:lnTo>
                  <a:lnTo>
                    <a:pt x="17198" y="30097"/>
                  </a:lnTo>
                  <a:lnTo>
                    <a:pt x="15288" y="31052"/>
                  </a:lnTo>
                  <a:lnTo>
                    <a:pt x="14332" y="31530"/>
                  </a:lnTo>
                  <a:lnTo>
                    <a:pt x="13377" y="31052"/>
                  </a:lnTo>
                  <a:lnTo>
                    <a:pt x="10510" y="28664"/>
                  </a:lnTo>
                  <a:lnTo>
                    <a:pt x="9555" y="28664"/>
                  </a:lnTo>
                  <a:lnTo>
                    <a:pt x="6211" y="29619"/>
                  </a:lnTo>
                  <a:lnTo>
                    <a:pt x="3822" y="32008"/>
                  </a:lnTo>
                  <a:lnTo>
                    <a:pt x="3344" y="33441"/>
                  </a:lnTo>
                  <a:lnTo>
                    <a:pt x="3822" y="39174"/>
                  </a:lnTo>
                  <a:lnTo>
                    <a:pt x="4300" y="42518"/>
                  </a:lnTo>
                  <a:lnTo>
                    <a:pt x="3822" y="49684"/>
                  </a:lnTo>
                  <a:lnTo>
                    <a:pt x="2866" y="56850"/>
                  </a:lnTo>
                  <a:lnTo>
                    <a:pt x="1911" y="59716"/>
                  </a:lnTo>
                  <a:lnTo>
                    <a:pt x="478" y="62583"/>
                  </a:lnTo>
                  <a:lnTo>
                    <a:pt x="0" y="65449"/>
                  </a:lnTo>
                  <a:lnTo>
                    <a:pt x="478" y="75481"/>
                  </a:lnTo>
                  <a:lnTo>
                    <a:pt x="1433" y="77870"/>
                  </a:lnTo>
                  <a:lnTo>
                    <a:pt x="2866" y="79781"/>
                  </a:lnTo>
                  <a:lnTo>
                    <a:pt x="2389" y="80736"/>
                  </a:lnTo>
                  <a:lnTo>
                    <a:pt x="1433" y="81214"/>
                  </a:lnTo>
                  <a:lnTo>
                    <a:pt x="2389" y="82647"/>
                  </a:lnTo>
                  <a:lnTo>
                    <a:pt x="4300" y="84080"/>
                  </a:lnTo>
                  <a:lnTo>
                    <a:pt x="7166" y="87424"/>
                  </a:lnTo>
                  <a:lnTo>
                    <a:pt x="8599" y="90291"/>
                  </a:lnTo>
                  <a:lnTo>
                    <a:pt x="10988" y="96024"/>
                  </a:lnTo>
                  <a:lnTo>
                    <a:pt x="10988" y="102712"/>
                  </a:lnTo>
                  <a:lnTo>
                    <a:pt x="9555" y="105578"/>
                  </a:lnTo>
                  <a:lnTo>
                    <a:pt x="9077" y="108922"/>
                  </a:lnTo>
                  <a:lnTo>
                    <a:pt x="8122" y="113222"/>
                  </a:lnTo>
                  <a:lnTo>
                    <a:pt x="8122" y="116566"/>
                  </a:lnTo>
                  <a:lnTo>
                    <a:pt x="9555" y="122299"/>
                  </a:lnTo>
                  <a:lnTo>
                    <a:pt x="10032" y="125165"/>
                  </a:lnTo>
                  <a:lnTo>
                    <a:pt x="9555" y="143319"/>
                  </a:lnTo>
                  <a:lnTo>
                    <a:pt x="9077" y="146663"/>
                  </a:lnTo>
                  <a:lnTo>
                    <a:pt x="8122" y="150485"/>
                  </a:lnTo>
                  <a:lnTo>
                    <a:pt x="7166" y="156695"/>
                  </a:lnTo>
                  <a:lnTo>
                    <a:pt x="6211" y="159562"/>
                  </a:lnTo>
                  <a:lnTo>
                    <a:pt x="4300" y="165772"/>
                  </a:lnTo>
                  <a:lnTo>
                    <a:pt x="4300" y="167205"/>
                  </a:lnTo>
                  <a:lnTo>
                    <a:pt x="4777" y="168638"/>
                  </a:lnTo>
                  <a:lnTo>
                    <a:pt x="7166" y="173416"/>
                  </a:lnTo>
                  <a:lnTo>
                    <a:pt x="9555" y="178671"/>
                  </a:lnTo>
                  <a:lnTo>
                    <a:pt x="10510" y="185837"/>
                  </a:lnTo>
                  <a:lnTo>
                    <a:pt x="10032" y="189181"/>
                  </a:lnTo>
                  <a:lnTo>
                    <a:pt x="8122" y="191570"/>
                  </a:lnTo>
                  <a:lnTo>
                    <a:pt x="7166" y="194436"/>
                  </a:lnTo>
                  <a:lnTo>
                    <a:pt x="6211" y="197302"/>
                  </a:lnTo>
                  <a:lnTo>
                    <a:pt x="6211" y="198735"/>
                  </a:lnTo>
                  <a:lnTo>
                    <a:pt x="6688" y="203990"/>
                  </a:lnTo>
                  <a:lnTo>
                    <a:pt x="7166" y="206857"/>
                  </a:lnTo>
                  <a:lnTo>
                    <a:pt x="7644" y="209246"/>
                  </a:lnTo>
                  <a:lnTo>
                    <a:pt x="7166" y="212589"/>
                  </a:lnTo>
                  <a:lnTo>
                    <a:pt x="4300" y="221189"/>
                  </a:lnTo>
                  <a:lnTo>
                    <a:pt x="3344" y="227877"/>
                  </a:lnTo>
                  <a:lnTo>
                    <a:pt x="5255" y="235043"/>
                  </a:lnTo>
                  <a:lnTo>
                    <a:pt x="5255" y="237431"/>
                  </a:lnTo>
                  <a:lnTo>
                    <a:pt x="6211" y="239342"/>
                  </a:lnTo>
                  <a:lnTo>
                    <a:pt x="7166" y="240776"/>
                  </a:lnTo>
                  <a:lnTo>
                    <a:pt x="8122" y="241731"/>
                  </a:lnTo>
                  <a:lnTo>
                    <a:pt x="10032" y="239342"/>
                  </a:lnTo>
                  <a:lnTo>
                    <a:pt x="10988" y="237431"/>
                  </a:lnTo>
                  <a:lnTo>
                    <a:pt x="12899" y="230266"/>
                  </a:lnTo>
                  <a:lnTo>
                    <a:pt x="13854" y="227399"/>
                  </a:lnTo>
                  <a:lnTo>
                    <a:pt x="14809" y="225011"/>
                  </a:lnTo>
                  <a:lnTo>
                    <a:pt x="16243" y="222622"/>
                  </a:lnTo>
                  <a:lnTo>
                    <a:pt x="18154" y="221189"/>
                  </a:lnTo>
                  <a:lnTo>
                    <a:pt x="19587" y="220711"/>
                  </a:lnTo>
                  <a:lnTo>
                    <a:pt x="20543" y="220711"/>
                  </a:lnTo>
                  <a:lnTo>
                    <a:pt x="21498" y="222144"/>
                  </a:lnTo>
                  <a:lnTo>
                    <a:pt x="22454" y="223100"/>
                  </a:lnTo>
                  <a:lnTo>
                    <a:pt x="23409" y="223577"/>
                  </a:lnTo>
                  <a:lnTo>
                    <a:pt x="27709" y="224055"/>
                  </a:lnTo>
                  <a:lnTo>
                    <a:pt x="32486" y="225011"/>
                  </a:lnTo>
                  <a:lnTo>
                    <a:pt x="33441" y="226921"/>
                  </a:lnTo>
                  <a:lnTo>
                    <a:pt x="33919" y="230266"/>
                  </a:lnTo>
                  <a:lnTo>
                    <a:pt x="34874" y="233610"/>
                  </a:lnTo>
                  <a:lnTo>
                    <a:pt x="35352" y="238865"/>
                  </a:lnTo>
                  <a:lnTo>
                    <a:pt x="35830" y="237909"/>
                  </a:lnTo>
                  <a:lnTo>
                    <a:pt x="36307" y="236476"/>
                  </a:lnTo>
                  <a:lnTo>
                    <a:pt x="36307" y="235043"/>
                  </a:lnTo>
                  <a:lnTo>
                    <a:pt x="36786" y="233610"/>
                  </a:lnTo>
                  <a:lnTo>
                    <a:pt x="38218" y="230266"/>
                  </a:lnTo>
                  <a:lnTo>
                    <a:pt x="38218" y="228832"/>
                  </a:lnTo>
                  <a:lnTo>
                    <a:pt x="37263" y="224533"/>
                  </a:lnTo>
                  <a:lnTo>
                    <a:pt x="36307" y="219755"/>
                  </a:lnTo>
                  <a:lnTo>
                    <a:pt x="35352" y="218800"/>
                  </a:lnTo>
                  <a:lnTo>
                    <a:pt x="34397" y="218322"/>
                  </a:lnTo>
                  <a:lnTo>
                    <a:pt x="32963" y="218322"/>
                  </a:lnTo>
                  <a:lnTo>
                    <a:pt x="31052" y="218800"/>
                  </a:lnTo>
                  <a:lnTo>
                    <a:pt x="30097" y="217367"/>
                  </a:lnTo>
                  <a:lnTo>
                    <a:pt x="28664" y="213067"/>
                  </a:lnTo>
                  <a:lnTo>
                    <a:pt x="26753" y="207335"/>
                  </a:lnTo>
                  <a:lnTo>
                    <a:pt x="25320" y="204468"/>
                  </a:lnTo>
                  <a:lnTo>
                    <a:pt x="24842" y="203513"/>
                  </a:lnTo>
                  <a:lnTo>
                    <a:pt x="23886" y="202557"/>
                  </a:lnTo>
                  <a:lnTo>
                    <a:pt x="22931" y="202080"/>
                  </a:lnTo>
                  <a:lnTo>
                    <a:pt x="21498" y="201124"/>
                  </a:lnTo>
                  <a:lnTo>
                    <a:pt x="20065" y="198735"/>
                  </a:lnTo>
                  <a:lnTo>
                    <a:pt x="18154" y="194914"/>
                  </a:lnTo>
                  <a:lnTo>
                    <a:pt x="17676" y="193480"/>
                  </a:lnTo>
                  <a:lnTo>
                    <a:pt x="17676" y="189659"/>
                  </a:lnTo>
                  <a:lnTo>
                    <a:pt x="18154" y="184404"/>
                  </a:lnTo>
                  <a:lnTo>
                    <a:pt x="19587" y="179626"/>
                  </a:lnTo>
                  <a:lnTo>
                    <a:pt x="26275" y="161473"/>
                  </a:lnTo>
                  <a:lnTo>
                    <a:pt x="27231" y="156217"/>
                  </a:lnTo>
                  <a:lnTo>
                    <a:pt x="28664" y="153351"/>
                  </a:lnTo>
                  <a:lnTo>
                    <a:pt x="31530" y="151918"/>
                  </a:lnTo>
                  <a:lnTo>
                    <a:pt x="34397" y="150963"/>
                  </a:lnTo>
                  <a:lnTo>
                    <a:pt x="41085" y="150485"/>
                  </a:lnTo>
                  <a:lnTo>
                    <a:pt x="42996" y="150485"/>
                  </a:lnTo>
                  <a:lnTo>
                    <a:pt x="45862" y="151440"/>
                  </a:lnTo>
                  <a:lnTo>
                    <a:pt x="47295" y="151918"/>
                  </a:lnTo>
                  <a:lnTo>
                    <a:pt x="48729" y="153351"/>
                  </a:lnTo>
                  <a:lnTo>
                    <a:pt x="52073" y="157173"/>
                  </a:lnTo>
                  <a:lnTo>
                    <a:pt x="54461" y="159562"/>
                  </a:lnTo>
                  <a:lnTo>
                    <a:pt x="57328" y="161950"/>
                  </a:lnTo>
                  <a:lnTo>
                    <a:pt x="58761" y="163861"/>
                  </a:lnTo>
                  <a:lnTo>
                    <a:pt x="59716" y="167683"/>
                  </a:lnTo>
                  <a:lnTo>
                    <a:pt x="60672" y="169116"/>
                  </a:lnTo>
                  <a:lnTo>
                    <a:pt x="60672" y="163861"/>
                  </a:lnTo>
                  <a:lnTo>
                    <a:pt x="60194" y="16242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1" name="Freeform 5300">
              <a:extLst>
                <a:ext uri="{FF2B5EF4-FFF2-40B4-BE49-F238E27FC236}">
                  <a16:creationId xmlns:a16="http://schemas.microsoft.com/office/drawing/2014/main" id="{14570A5A-4F3F-6D0B-02D9-FEC782F9074A}"/>
                </a:ext>
              </a:extLst>
            </p:cNvPr>
            <p:cNvSpPr/>
            <p:nvPr/>
          </p:nvSpPr>
          <p:spPr>
            <a:xfrm>
              <a:off x="7557373" y="2661550"/>
              <a:ext cx="9554" cy="7643"/>
            </a:xfrm>
            <a:custGeom>
              <a:avLst/>
              <a:gdLst>
                <a:gd name="csX0" fmla="*/ 6210 w 9554"/>
                <a:gd name="csY0" fmla="*/ 7644 h 7643"/>
                <a:gd name="csX1" fmla="*/ 7166 w 9554"/>
                <a:gd name="csY1" fmla="*/ 3822 h 7643"/>
                <a:gd name="csX2" fmla="*/ 9555 w 9554"/>
                <a:gd name="csY2" fmla="*/ 0 h 7643"/>
                <a:gd name="csX3" fmla="*/ 5733 w 9554"/>
                <a:gd name="csY3" fmla="*/ 0 h 7643"/>
                <a:gd name="csX4" fmla="*/ 2866 w 9554"/>
                <a:gd name="csY4" fmla="*/ 1433 h 7643"/>
                <a:gd name="csX5" fmla="*/ 0 w 9554"/>
                <a:gd name="csY5" fmla="*/ 3822 h 7643"/>
                <a:gd name="csX6" fmla="*/ 478 w 9554"/>
                <a:gd name="csY6" fmla="*/ 5733 h 7643"/>
                <a:gd name="csX7" fmla="*/ 6210 w 9554"/>
                <a:gd name="csY7" fmla="*/ 764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4" h="7643">
                  <a:moveTo>
                    <a:pt x="6210" y="7644"/>
                  </a:moveTo>
                  <a:lnTo>
                    <a:pt x="7166" y="3822"/>
                  </a:lnTo>
                  <a:lnTo>
                    <a:pt x="9555" y="0"/>
                  </a:lnTo>
                  <a:lnTo>
                    <a:pt x="5733" y="0"/>
                  </a:lnTo>
                  <a:lnTo>
                    <a:pt x="2866" y="1433"/>
                  </a:lnTo>
                  <a:lnTo>
                    <a:pt x="0" y="3822"/>
                  </a:lnTo>
                  <a:lnTo>
                    <a:pt x="478" y="5733"/>
                  </a:lnTo>
                  <a:lnTo>
                    <a:pt x="6210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2" name="Freeform 5301">
              <a:extLst>
                <a:ext uri="{FF2B5EF4-FFF2-40B4-BE49-F238E27FC236}">
                  <a16:creationId xmlns:a16="http://schemas.microsoft.com/office/drawing/2014/main" id="{93D79A69-213B-D106-EA71-77E346B38053}"/>
                </a:ext>
              </a:extLst>
            </p:cNvPr>
            <p:cNvSpPr/>
            <p:nvPr/>
          </p:nvSpPr>
          <p:spPr>
            <a:xfrm>
              <a:off x="7526321" y="2685914"/>
              <a:ext cx="15764" cy="7643"/>
            </a:xfrm>
            <a:custGeom>
              <a:avLst/>
              <a:gdLst>
                <a:gd name="csX0" fmla="*/ 11466 w 15764"/>
                <a:gd name="csY0" fmla="*/ 7644 h 7643"/>
                <a:gd name="csX1" fmla="*/ 12421 w 15764"/>
                <a:gd name="csY1" fmla="*/ 6688 h 7643"/>
                <a:gd name="csX2" fmla="*/ 13376 w 15764"/>
                <a:gd name="csY2" fmla="*/ 6688 h 7643"/>
                <a:gd name="csX3" fmla="*/ 14332 w 15764"/>
                <a:gd name="csY3" fmla="*/ 5255 h 7643"/>
                <a:gd name="csX4" fmla="*/ 15765 w 15764"/>
                <a:gd name="csY4" fmla="*/ 4300 h 7643"/>
                <a:gd name="csX5" fmla="*/ 13376 w 15764"/>
                <a:gd name="csY5" fmla="*/ 1911 h 7643"/>
                <a:gd name="csX6" fmla="*/ 6210 w 15764"/>
                <a:gd name="csY6" fmla="*/ 0 h 7643"/>
                <a:gd name="csX7" fmla="*/ 1433 w 15764"/>
                <a:gd name="csY7" fmla="*/ 1433 h 7643"/>
                <a:gd name="csX8" fmla="*/ 0 w 15764"/>
                <a:gd name="csY8" fmla="*/ 3822 h 7643"/>
                <a:gd name="csX9" fmla="*/ 6688 w 15764"/>
                <a:gd name="csY9" fmla="*/ 5255 h 7643"/>
                <a:gd name="csX10" fmla="*/ 11466 w 15764"/>
                <a:gd name="csY10" fmla="*/ 764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5764" h="7643">
                  <a:moveTo>
                    <a:pt x="11466" y="7644"/>
                  </a:moveTo>
                  <a:lnTo>
                    <a:pt x="12421" y="6688"/>
                  </a:lnTo>
                  <a:lnTo>
                    <a:pt x="13376" y="6688"/>
                  </a:lnTo>
                  <a:lnTo>
                    <a:pt x="14332" y="5255"/>
                  </a:lnTo>
                  <a:lnTo>
                    <a:pt x="15765" y="4300"/>
                  </a:lnTo>
                  <a:lnTo>
                    <a:pt x="13376" y="1911"/>
                  </a:lnTo>
                  <a:lnTo>
                    <a:pt x="6210" y="0"/>
                  </a:lnTo>
                  <a:lnTo>
                    <a:pt x="1433" y="1433"/>
                  </a:lnTo>
                  <a:lnTo>
                    <a:pt x="0" y="3822"/>
                  </a:lnTo>
                  <a:lnTo>
                    <a:pt x="6688" y="5255"/>
                  </a:lnTo>
                  <a:lnTo>
                    <a:pt x="11466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3" name="Freeform 5302">
              <a:extLst>
                <a:ext uri="{FF2B5EF4-FFF2-40B4-BE49-F238E27FC236}">
                  <a16:creationId xmlns:a16="http://schemas.microsoft.com/office/drawing/2014/main" id="{0691650F-91B8-056E-BB50-FC8263E670A6}"/>
                </a:ext>
              </a:extLst>
            </p:cNvPr>
            <p:cNvSpPr/>
            <p:nvPr/>
          </p:nvSpPr>
          <p:spPr>
            <a:xfrm>
              <a:off x="7698781" y="2058656"/>
              <a:ext cx="125643" cy="142363"/>
            </a:xfrm>
            <a:custGeom>
              <a:avLst/>
              <a:gdLst>
                <a:gd name="csX0" fmla="*/ 2389 w 125643"/>
                <a:gd name="csY0" fmla="*/ 114655 h 142363"/>
                <a:gd name="csX1" fmla="*/ 7166 w 125643"/>
                <a:gd name="csY1" fmla="*/ 117044 h 142363"/>
                <a:gd name="csX2" fmla="*/ 11466 w 125643"/>
                <a:gd name="csY2" fmla="*/ 119910 h 142363"/>
                <a:gd name="csX3" fmla="*/ 13377 w 125643"/>
                <a:gd name="csY3" fmla="*/ 124687 h 142363"/>
                <a:gd name="csX4" fmla="*/ 29141 w 125643"/>
                <a:gd name="csY4" fmla="*/ 132809 h 142363"/>
                <a:gd name="csX5" fmla="*/ 42040 w 125643"/>
                <a:gd name="csY5" fmla="*/ 142363 h 142363"/>
                <a:gd name="csX6" fmla="*/ 46340 w 125643"/>
                <a:gd name="csY6" fmla="*/ 142363 h 142363"/>
                <a:gd name="csX7" fmla="*/ 55416 w 125643"/>
                <a:gd name="csY7" fmla="*/ 135675 h 142363"/>
                <a:gd name="csX8" fmla="*/ 60194 w 125643"/>
                <a:gd name="csY8" fmla="*/ 129942 h 142363"/>
                <a:gd name="csX9" fmla="*/ 62105 w 125643"/>
                <a:gd name="csY9" fmla="*/ 130420 h 142363"/>
                <a:gd name="csX10" fmla="*/ 68316 w 125643"/>
                <a:gd name="csY10" fmla="*/ 127554 h 142363"/>
                <a:gd name="csX11" fmla="*/ 85991 w 125643"/>
                <a:gd name="csY11" fmla="*/ 124687 h 142363"/>
                <a:gd name="csX12" fmla="*/ 112266 w 125643"/>
                <a:gd name="csY12" fmla="*/ 117999 h 142363"/>
                <a:gd name="csX13" fmla="*/ 114655 w 125643"/>
                <a:gd name="csY13" fmla="*/ 114655 h 142363"/>
                <a:gd name="csX14" fmla="*/ 117044 w 125643"/>
                <a:gd name="csY14" fmla="*/ 108922 h 142363"/>
                <a:gd name="csX15" fmla="*/ 114177 w 125643"/>
                <a:gd name="csY15" fmla="*/ 107011 h 142363"/>
                <a:gd name="csX16" fmla="*/ 113700 w 125643"/>
                <a:gd name="csY16" fmla="*/ 104623 h 142363"/>
                <a:gd name="csX17" fmla="*/ 110833 w 125643"/>
                <a:gd name="csY17" fmla="*/ 90291 h 142363"/>
                <a:gd name="csX18" fmla="*/ 109878 w 125643"/>
                <a:gd name="csY18" fmla="*/ 87425 h 142363"/>
                <a:gd name="csX19" fmla="*/ 108923 w 125643"/>
                <a:gd name="csY19" fmla="*/ 85991 h 142363"/>
                <a:gd name="csX20" fmla="*/ 110833 w 125643"/>
                <a:gd name="csY20" fmla="*/ 76914 h 142363"/>
                <a:gd name="csX21" fmla="*/ 112744 w 125643"/>
                <a:gd name="csY21" fmla="*/ 72615 h 142363"/>
                <a:gd name="csX22" fmla="*/ 121821 w 125643"/>
                <a:gd name="csY22" fmla="*/ 69748 h 142363"/>
                <a:gd name="csX23" fmla="*/ 123254 w 125643"/>
                <a:gd name="csY23" fmla="*/ 67360 h 142363"/>
                <a:gd name="csX24" fmla="*/ 125643 w 125643"/>
                <a:gd name="csY24" fmla="*/ 67838 h 142363"/>
                <a:gd name="csX25" fmla="*/ 125643 w 125643"/>
                <a:gd name="csY25" fmla="*/ 60194 h 142363"/>
                <a:gd name="csX26" fmla="*/ 125165 w 125643"/>
                <a:gd name="csY26" fmla="*/ 56372 h 142363"/>
                <a:gd name="csX27" fmla="*/ 122299 w 125643"/>
                <a:gd name="csY27" fmla="*/ 53028 h 142363"/>
                <a:gd name="csX28" fmla="*/ 116566 w 125643"/>
                <a:gd name="csY28" fmla="*/ 51595 h 142363"/>
                <a:gd name="csX29" fmla="*/ 103667 w 125643"/>
                <a:gd name="csY29" fmla="*/ 38218 h 142363"/>
                <a:gd name="csX30" fmla="*/ 102712 w 125643"/>
                <a:gd name="csY30" fmla="*/ 33919 h 142363"/>
                <a:gd name="csX31" fmla="*/ 99846 w 125643"/>
                <a:gd name="csY31" fmla="*/ 29619 h 142363"/>
                <a:gd name="csX32" fmla="*/ 99368 w 125643"/>
                <a:gd name="csY32" fmla="*/ 24364 h 142363"/>
                <a:gd name="csX33" fmla="*/ 97935 w 125643"/>
                <a:gd name="csY33" fmla="*/ 21498 h 142363"/>
                <a:gd name="csX34" fmla="*/ 92680 w 125643"/>
                <a:gd name="csY34" fmla="*/ 11465 h 142363"/>
                <a:gd name="csX35" fmla="*/ 90291 w 125643"/>
                <a:gd name="csY35" fmla="*/ 10510 h 142363"/>
                <a:gd name="csX36" fmla="*/ 88380 w 125643"/>
                <a:gd name="csY36" fmla="*/ 8121 h 142363"/>
                <a:gd name="csX37" fmla="*/ 86947 w 125643"/>
                <a:gd name="csY37" fmla="*/ 2389 h 142363"/>
                <a:gd name="csX38" fmla="*/ 84558 w 125643"/>
                <a:gd name="csY38" fmla="*/ 0 h 142363"/>
                <a:gd name="csX39" fmla="*/ 72137 w 125643"/>
                <a:gd name="csY39" fmla="*/ 955 h 142363"/>
                <a:gd name="csX40" fmla="*/ 70226 w 125643"/>
                <a:gd name="csY40" fmla="*/ 10988 h 142363"/>
                <a:gd name="csX41" fmla="*/ 65927 w 125643"/>
                <a:gd name="csY41" fmla="*/ 16721 h 142363"/>
                <a:gd name="csX42" fmla="*/ 61150 w 125643"/>
                <a:gd name="csY42" fmla="*/ 19587 h 142363"/>
                <a:gd name="csX43" fmla="*/ 56372 w 125643"/>
                <a:gd name="csY43" fmla="*/ 20542 h 142363"/>
                <a:gd name="csX44" fmla="*/ 52073 w 125643"/>
                <a:gd name="csY44" fmla="*/ 22931 h 142363"/>
                <a:gd name="csX45" fmla="*/ 46818 w 125643"/>
                <a:gd name="csY45" fmla="*/ 26275 h 142363"/>
                <a:gd name="csX46" fmla="*/ 42040 w 125643"/>
                <a:gd name="csY46" fmla="*/ 28664 h 142363"/>
                <a:gd name="csX47" fmla="*/ 39174 w 125643"/>
                <a:gd name="csY47" fmla="*/ 28664 h 142363"/>
                <a:gd name="csX48" fmla="*/ 36307 w 125643"/>
                <a:gd name="csY48" fmla="*/ 29619 h 142363"/>
                <a:gd name="csX49" fmla="*/ 30575 w 125643"/>
                <a:gd name="csY49" fmla="*/ 34397 h 142363"/>
                <a:gd name="csX50" fmla="*/ 28186 w 125643"/>
                <a:gd name="csY50" fmla="*/ 41562 h 142363"/>
                <a:gd name="csX51" fmla="*/ 24842 w 125643"/>
                <a:gd name="csY51" fmla="*/ 45384 h 142363"/>
                <a:gd name="csX52" fmla="*/ 23409 w 125643"/>
                <a:gd name="csY52" fmla="*/ 47773 h 142363"/>
                <a:gd name="csX53" fmla="*/ 21498 w 125643"/>
                <a:gd name="csY53" fmla="*/ 54939 h 142363"/>
                <a:gd name="csX54" fmla="*/ 21020 w 125643"/>
                <a:gd name="csY54" fmla="*/ 58283 h 142363"/>
                <a:gd name="csX55" fmla="*/ 24842 w 125643"/>
                <a:gd name="csY55" fmla="*/ 59716 h 142363"/>
                <a:gd name="csX56" fmla="*/ 34396 w 125643"/>
                <a:gd name="csY56" fmla="*/ 57328 h 142363"/>
                <a:gd name="csX57" fmla="*/ 28664 w 125643"/>
                <a:gd name="csY57" fmla="*/ 67360 h 142363"/>
                <a:gd name="csX58" fmla="*/ 25798 w 125643"/>
                <a:gd name="csY58" fmla="*/ 76437 h 142363"/>
                <a:gd name="csX59" fmla="*/ 21020 w 125643"/>
                <a:gd name="csY59" fmla="*/ 85991 h 142363"/>
                <a:gd name="csX60" fmla="*/ 14332 w 125643"/>
                <a:gd name="csY60" fmla="*/ 89813 h 142363"/>
                <a:gd name="csX61" fmla="*/ 7644 w 125643"/>
                <a:gd name="csY61" fmla="*/ 92202 h 142363"/>
                <a:gd name="csX62" fmla="*/ 3344 w 125643"/>
                <a:gd name="csY62" fmla="*/ 98890 h 142363"/>
                <a:gd name="csX63" fmla="*/ 0 w 125643"/>
                <a:gd name="csY63" fmla="*/ 105100 h 142363"/>
                <a:gd name="csX64" fmla="*/ 2389 w 125643"/>
                <a:gd name="csY64" fmla="*/ 114655 h 142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125643" h="142363">
                  <a:moveTo>
                    <a:pt x="2389" y="114655"/>
                  </a:moveTo>
                  <a:lnTo>
                    <a:pt x="7166" y="117044"/>
                  </a:lnTo>
                  <a:lnTo>
                    <a:pt x="11466" y="119910"/>
                  </a:lnTo>
                  <a:lnTo>
                    <a:pt x="13377" y="124687"/>
                  </a:lnTo>
                  <a:lnTo>
                    <a:pt x="29141" y="132809"/>
                  </a:lnTo>
                  <a:lnTo>
                    <a:pt x="42040" y="142363"/>
                  </a:lnTo>
                  <a:lnTo>
                    <a:pt x="46340" y="142363"/>
                  </a:lnTo>
                  <a:lnTo>
                    <a:pt x="55416" y="135675"/>
                  </a:lnTo>
                  <a:lnTo>
                    <a:pt x="60194" y="129942"/>
                  </a:lnTo>
                  <a:lnTo>
                    <a:pt x="62105" y="130420"/>
                  </a:lnTo>
                  <a:lnTo>
                    <a:pt x="68316" y="127554"/>
                  </a:lnTo>
                  <a:lnTo>
                    <a:pt x="85991" y="124687"/>
                  </a:lnTo>
                  <a:lnTo>
                    <a:pt x="112266" y="117999"/>
                  </a:lnTo>
                  <a:lnTo>
                    <a:pt x="114655" y="114655"/>
                  </a:lnTo>
                  <a:lnTo>
                    <a:pt x="117044" y="108922"/>
                  </a:lnTo>
                  <a:lnTo>
                    <a:pt x="114177" y="107011"/>
                  </a:lnTo>
                  <a:lnTo>
                    <a:pt x="113700" y="104623"/>
                  </a:lnTo>
                  <a:lnTo>
                    <a:pt x="110833" y="90291"/>
                  </a:lnTo>
                  <a:lnTo>
                    <a:pt x="109878" y="87425"/>
                  </a:lnTo>
                  <a:lnTo>
                    <a:pt x="108923" y="85991"/>
                  </a:lnTo>
                  <a:lnTo>
                    <a:pt x="110833" y="76914"/>
                  </a:lnTo>
                  <a:lnTo>
                    <a:pt x="112744" y="72615"/>
                  </a:lnTo>
                  <a:lnTo>
                    <a:pt x="121821" y="69748"/>
                  </a:lnTo>
                  <a:lnTo>
                    <a:pt x="123254" y="67360"/>
                  </a:lnTo>
                  <a:lnTo>
                    <a:pt x="125643" y="67838"/>
                  </a:lnTo>
                  <a:lnTo>
                    <a:pt x="125643" y="60194"/>
                  </a:lnTo>
                  <a:lnTo>
                    <a:pt x="125165" y="56372"/>
                  </a:lnTo>
                  <a:lnTo>
                    <a:pt x="122299" y="53028"/>
                  </a:lnTo>
                  <a:lnTo>
                    <a:pt x="116566" y="51595"/>
                  </a:lnTo>
                  <a:lnTo>
                    <a:pt x="103667" y="38218"/>
                  </a:lnTo>
                  <a:lnTo>
                    <a:pt x="102712" y="33919"/>
                  </a:lnTo>
                  <a:lnTo>
                    <a:pt x="99846" y="29619"/>
                  </a:lnTo>
                  <a:lnTo>
                    <a:pt x="99368" y="24364"/>
                  </a:lnTo>
                  <a:lnTo>
                    <a:pt x="97935" y="21498"/>
                  </a:lnTo>
                  <a:lnTo>
                    <a:pt x="92680" y="11465"/>
                  </a:lnTo>
                  <a:lnTo>
                    <a:pt x="90291" y="10510"/>
                  </a:lnTo>
                  <a:lnTo>
                    <a:pt x="88380" y="8121"/>
                  </a:lnTo>
                  <a:lnTo>
                    <a:pt x="86947" y="2389"/>
                  </a:lnTo>
                  <a:lnTo>
                    <a:pt x="84558" y="0"/>
                  </a:lnTo>
                  <a:lnTo>
                    <a:pt x="72137" y="955"/>
                  </a:lnTo>
                  <a:lnTo>
                    <a:pt x="70226" y="10988"/>
                  </a:lnTo>
                  <a:lnTo>
                    <a:pt x="65927" y="16721"/>
                  </a:lnTo>
                  <a:lnTo>
                    <a:pt x="61150" y="19587"/>
                  </a:lnTo>
                  <a:lnTo>
                    <a:pt x="56372" y="20542"/>
                  </a:lnTo>
                  <a:lnTo>
                    <a:pt x="52073" y="22931"/>
                  </a:lnTo>
                  <a:lnTo>
                    <a:pt x="46818" y="26275"/>
                  </a:lnTo>
                  <a:lnTo>
                    <a:pt x="42040" y="28664"/>
                  </a:lnTo>
                  <a:lnTo>
                    <a:pt x="39174" y="28664"/>
                  </a:lnTo>
                  <a:lnTo>
                    <a:pt x="36307" y="29619"/>
                  </a:lnTo>
                  <a:lnTo>
                    <a:pt x="30575" y="34397"/>
                  </a:lnTo>
                  <a:lnTo>
                    <a:pt x="28186" y="41562"/>
                  </a:lnTo>
                  <a:lnTo>
                    <a:pt x="24842" y="45384"/>
                  </a:lnTo>
                  <a:lnTo>
                    <a:pt x="23409" y="47773"/>
                  </a:lnTo>
                  <a:lnTo>
                    <a:pt x="21498" y="54939"/>
                  </a:lnTo>
                  <a:lnTo>
                    <a:pt x="21020" y="58283"/>
                  </a:lnTo>
                  <a:lnTo>
                    <a:pt x="24842" y="59716"/>
                  </a:lnTo>
                  <a:lnTo>
                    <a:pt x="34396" y="57328"/>
                  </a:lnTo>
                  <a:lnTo>
                    <a:pt x="28664" y="67360"/>
                  </a:lnTo>
                  <a:lnTo>
                    <a:pt x="25798" y="76437"/>
                  </a:lnTo>
                  <a:lnTo>
                    <a:pt x="21020" y="85991"/>
                  </a:lnTo>
                  <a:lnTo>
                    <a:pt x="14332" y="89813"/>
                  </a:lnTo>
                  <a:lnTo>
                    <a:pt x="7644" y="92202"/>
                  </a:lnTo>
                  <a:lnTo>
                    <a:pt x="3344" y="98890"/>
                  </a:lnTo>
                  <a:lnTo>
                    <a:pt x="0" y="105100"/>
                  </a:lnTo>
                  <a:lnTo>
                    <a:pt x="2389" y="1146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4" name="Freeform 5303">
              <a:extLst>
                <a:ext uri="{FF2B5EF4-FFF2-40B4-BE49-F238E27FC236}">
                  <a16:creationId xmlns:a16="http://schemas.microsoft.com/office/drawing/2014/main" id="{0ACD4655-37EF-CE2A-CBD3-598ABDC6BEB5}"/>
                </a:ext>
              </a:extLst>
            </p:cNvPr>
            <p:cNvSpPr/>
            <p:nvPr/>
          </p:nvSpPr>
          <p:spPr>
            <a:xfrm>
              <a:off x="7994018" y="2376346"/>
              <a:ext cx="25319" cy="11943"/>
            </a:xfrm>
            <a:custGeom>
              <a:avLst/>
              <a:gdLst>
                <a:gd name="csX0" fmla="*/ 0 w 25319"/>
                <a:gd name="csY0" fmla="*/ 4777 h 11943"/>
                <a:gd name="csX1" fmla="*/ 11465 w 25319"/>
                <a:gd name="csY1" fmla="*/ 8599 h 11943"/>
                <a:gd name="csX2" fmla="*/ 18631 w 25319"/>
                <a:gd name="csY2" fmla="*/ 8121 h 11943"/>
                <a:gd name="csX3" fmla="*/ 21020 w 25319"/>
                <a:gd name="csY3" fmla="*/ 11943 h 11943"/>
                <a:gd name="csX4" fmla="*/ 23886 w 25319"/>
                <a:gd name="csY4" fmla="*/ 9555 h 11943"/>
                <a:gd name="csX5" fmla="*/ 25319 w 25319"/>
                <a:gd name="csY5" fmla="*/ 5255 h 11943"/>
                <a:gd name="csX6" fmla="*/ 22931 w 25319"/>
                <a:gd name="csY6" fmla="*/ 478 h 11943"/>
                <a:gd name="csX7" fmla="*/ 21498 w 25319"/>
                <a:gd name="csY7" fmla="*/ 0 h 11943"/>
                <a:gd name="csX8" fmla="*/ 3344 w 25319"/>
                <a:gd name="csY8" fmla="*/ 1911 h 11943"/>
                <a:gd name="csX9" fmla="*/ 0 w 25319"/>
                <a:gd name="csY9" fmla="*/ 4777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5319" h="11943">
                  <a:moveTo>
                    <a:pt x="0" y="4777"/>
                  </a:moveTo>
                  <a:lnTo>
                    <a:pt x="11465" y="8599"/>
                  </a:lnTo>
                  <a:lnTo>
                    <a:pt x="18631" y="8121"/>
                  </a:lnTo>
                  <a:lnTo>
                    <a:pt x="21020" y="11943"/>
                  </a:lnTo>
                  <a:lnTo>
                    <a:pt x="23886" y="9555"/>
                  </a:lnTo>
                  <a:lnTo>
                    <a:pt x="25319" y="5255"/>
                  </a:lnTo>
                  <a:lnTo>
                    <a:pt x="22931" y="478"/>
                  </a:lnTo>
                  <a:lnTo>
                    <a:pt x="21498" y="0"/>
                  </a:lnTo>
                  <a:lnTo>
                    <a:pt x="3344" y="1911"/>
                  </a:lnTo>
                  <a:lnTo>
                    <a:pt x="0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5" name="Freeform 5304">
              <a:extLst>
                <a:ext uri="{FF2B5EF4-FFF2-40B4-BE49-F238E27FC236}">
                  <a16:creationId xmlns:a16="http://schemas.microsoft.com/office/drawing/2014/main" id="{E1E65427-CF69-AFBD-6CF0-36B18E27524B}"/>
                </a:ext>
              </a:extLst>
            </p:cNvPr>
            <p:cNvSpPr/>
            <p:nvPr/>
          </p:nvSpPr>
          <p:spPr>
            <a:xfrm>
              <a:off x="7772829" y="2460426"/>
              <a:ext cx="25797" cy="19109"/>
            </a:xfrm>
            <a:custGeom>
              <a:avLst/>
              <a:gdLst>
                <a:gd name="csX0" fmla="*/ 8599 w 25797"/>
                <a:gd name="csY0" fmla="*/ 15287 h 19109"/>
                <a:gd name="csX1" fmla="*/ 10032 w 25797"/>
                <a:gd name="csY1" fmla="*/ 17676 h 19109"/>
                <a:gd name="csX2" fmla="*/ 11943 w 25797"/>
                <a:gd name="csY2" fmla="*/ 19109 h 19109"/>
                <a:gd name="csX3" fmla="*/ 16721 w 25797"/>
                <a:gd name="csY3" fmla="*/ 16721 h 19109"/>
                <a:gd name="csX4" fmla="*/ 18632 w 25797"/>
                <a:gd name="csY4" fmla="*/ 17676 h 19109"/>
                <a:gd name="csX5" fmla="*/ 19587 w 25797"/>
                <a:gd name="csY5" fmla="*/ 16243 h 19109"/>
                <a:gd name="csX6" fmla="*/ 20543 w 25797"/>
                <a:gd name="csY6" fmla="*/ 14810 h 19109"/>
                <a:gd name="csX7" fmla="*/ 22931 w 25797"/>
                <a:gd name="csY7" fmla="*/ 10988 h 19109"/>
                <a:gd name="csX8" fmla="*/ 25798 w 25797"/>
                <a:gd name="csY8" fmla="*/ 6210 h 19109"/>
                <a:gd name="csX9" fmla="*/ 25798 w 25797"/>
                <a:gd name="csY9" fmla="*/ 4300 h 19109"/>
                <a:gd name="csX10" fmla="*/ 25320 w 25797"/>
                <a:gd name="csY10" fmla="*/ 0 h 19109"/>
                <a:gd name="csX11" fmla="*/ 11943 w 25797"/>
                <a:gd name="csY11" fmla="*/ 9077 h 19109"/>
                <a:gd name="csX12" fmla="*/ 3344 w 25797"/>
                <a:gd name="csY12" fmla="*/ 12421 h 19109"/>
                <a:gd name="csX13" fmla="*/ 0 w 25797"/>
                <a:gd name="csY13" fmla="*/ 15287 h 19109"/>
                <a:gd name="csX14" fmla="*/ 1911 w 25797"/>
                <a:gd name="csY14" fmla="*/ 15765 h 19109"/>
                <a:gd name="csX15" fmla="*/ 8599 w 25797"/>
                <a:gd name="csY15" fmla="*/ 15287 h 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5797" h="19109">
                  <a:moveTo>
                    <a:pt x="8599" y="15287"/>
                  </a:moveTo>
                  <a:lnTo>
                    <a:pt x="10032" y="17676"/>
                  </a:lnTo>
                  <a:lnTo>
                    <a:pt x="11943" y="19109"/>
                  </a:lnTo>
                  <a:lnTo>
                    <a:pt x="16721" y="16721"/>
                  </a:lnTo>
                  <a:lnTo>
                    <a:pt x="18632" y="17676"/>
                  </a:lnTo>
                  <a:lnTo>
                    <a:pt x="19587" y="16243"/>
                  </a:lnTo>
                  <a:lnTo>
                    <a:pt x="20543" y="14810"/>
                  </a:lnTo>
                  <a:lnTo>
                    <a:pt x="22931" y="10988"/>
                  </a:lnTo>
                  <a:lnTo>
                    <a:pt x="25798" y="6210"/>
                  </a:lnTo>
                  <a:lnTo>
                    <a:pt x="25798" y="4300"/>
                  </a:lnTo>
                  <a:lnTo>
                    <a:pt x="25320" y="0"/>
                  </a:lnTo>
                  <a:lnTo>
                    <a:pt x="11943" y="9077"/>
                  </a:lnTo>
                  <a:lnTo>
                    <a:pt x="3344" y="12421"/>
                  </a:lnTo>
                  <a:lnTo>
                    <a:pt x="0" y="15287"/>
                  </a:lnTo>
                  <a:lnTo>
                    <a:pt x="1911" y="15765"/>
                  </a:lnTo>
                  <a:lnTo>
                    <a:pt x="8599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6" name="Freeform 5305">
              <a:extLst>
                <a:ext uri="{FF2B5EF4-FFF2-40B4-BE49-F238E27FC236}">
                  <a16:creationId xmlns:a16="http://schemas.microsoft.com/office/drawing/2014/main" id="{19459BC0-8F28-172E-E71F-409931D3FC61}"/>
                </a:ext>
              </a:extLst>
            </p:cNvPr>
            <p:cNvSpPr/>
            <p:nvPr/>
          </p:nvSpPr>
          <p:spPr>
            <a:xfrm>
              <a:off x="7666774" y="2066777"/>
              <a:ext cx="32962" cy="17675"/>
            </a:xfrm>
            <a:custGeom>
              <a:avLst/>
              <a:gdLst>
                <a:gd name="csX0" fmla="*/ 1433 w 32962"/>
                <a:gd name="csY0" fmla="*/ 11943 h 17675"/>
                <a:gd name="csX1" fmla="*/ 25797 w 32962"/>
                <a:gd name="csY1" fmla="*/ 17676 h 17675"/>
                <a:gd name="csX2" fmla="*/ 32963 w 32962"/>
                <a:gd name="csY2" fmla="*/ 8599 h 17675"/>
                <a:gd name="csX3" fmla="*/ 31052 w 32962"/>
                <a:gd name="csY3" fmla="*/ 3344 h 17675"/>
                <a:gd name="csX4" fmla="*/ 23886 w 32962"/>
                <a:gd name="csY4" fmla="*/ 1433 h 17675"/>
                <a:gd name="csX5" fmla="*/ 3344 w 32962"/>
                <a:gd name="csY5" fmla="*/ 0 h 17675"/>
                <a:gd name="csX6" fmla="*/ 0 w 32962"/>
                <a:gd name="csY6" fmla="*/ 4777 h 17675"/>
                <a:gd name="csX7" fmla="*/ 0 w 32962"/>
                <a:gd name="csY7" fmla="*/ 7644 h 17675"/>
                <a:gd name="csX8" fmla="*/ 1433 w 32962"/>
                <a:gd name="csY8" fmla="*/ 11943 h 17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2962" h="17675">
                  <a:moveTo>
                    <a:pt x="1433" y="11943"/>
                  </a:moveTo>
                  <a:lnTo>
                    <a:pt x="25797" y="17676"/>
                  </a:lnTo>
                  <a:lnTo>
                    <a:pt x="32963" y="8599"/>
                  </a:lnTo>
                  <a:lnTo>
                    <a:pt x="31052" y="3344"/>
                  </a:lnTo>
                  <a:lnTo>
                    <a:pt x="23886" y="1433"/>
                  </a:lnTo>
                  <a:lnTo>
                    <a:pt x="3344" y="0"/>
                  </a:lnTo>
                  <a:lnTo>
                    <a:pt x="0" y="4777"/>
                  </a:lnTo>
                  <a:lnTo>
                    <a:pt x="0" y="7644"/>
                  </a:lnTo>
                  <a:lnTo>
                    <a:pt x="1433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7" name="Freeform 5306">
              <a:extLst>
                <a:ext uri="{FF2B5EF4-FFF2-40B4-BE49-F238E27FC236}">
                  <a16:creationId xmlns:a16="http://schemas.microsoft.com/office/drawing/2014/main" id="{91B787AA-C263-5941-1DBC-6C7E00F53EBA}"/>
                </a:ext>
              </a:extLst>
            </p:cNvPr>
            <p:cNvSpPr/>
            <p:nvPr/>
          </p:nvSpPr>
          <p:spPr>
            <a:xfrm>
              <a:off x="8569682" y="2566960"/>
              <a:ext cx="14331" cy="33918"/>
            </a:xfrm>
            <a:custGeom>
              <a:avLst/>
              <a:gdLst>
                <a:gd name="csX0" fmla="*/ 10032 w 14331"/>
                <a:gd name="csY0" fmla="*/ 32008 h 33918"/>
                <a:gd name="csX1" fmla="*/ 11465 w 14331"/>
                <a:gd name="csY1" fmla="*/ 29619 h 33918"/>
                <a:gd name="csX2" fmla="*/ 10510 w 14331"/>
                <a:gd name="csY2" fmla="*/ 26275 h 33918"/>
                <a:gd name="csX3" fmla="*/ 10987 w 14331"/>
                <a:gd name="csY3" fmla="*/ 23886 h 33918"/>
                <a:gd name="csX4" fmla="*/ 14332 w 14331"/>
                <a:gd name="csY4" fmla="*/ 17676 h 33918"/>
                <a:gd name="csX5" fmla="*/ 13854 w 14331"/>
                <a:gd name="csY5" fmla="*/ 16243 h 33918"/>
                <a:gd name="csX6" fmla="*/ 9076 w 14331"/>
                <a:gd name="csY6" fmla="*/ 10988 h 33918"/>
                <a:gd name="csX7" fmla="*/ 8121 w 14331"/>
                <a:gd name="csY7" fmla="*/ 8599 h 33918"/>
                <a:gd name="csX8" fmla="*/ 6688 w 14331"/>
                <a:gd name="csY8" fmla="*/ 3344 h 33918"/>
                <a:gd name="csX9" fmla="*/ 5255 w 14331"/>
                <a:gd name="csY9" fmla="*/ 0 h 33918"/>
                <a:gd name="csX10" fmla="*/ 3344 w 14331"/>
                <a:gd name="csY10" fmla="*/ 5733 h 33918"/>
                <a:gd name="csX11" fmla="*/ 2866 w 14331"/>
                <a:gd name="csY11" fmla="*/ 10032 h 33918"/>
                <a:gd name="csX12" fmla="*/ 2389 w 14331"/>
                <a:gd name="csY12" fmla="*/ 15287 h 33918"/>
                <a:gd name="csX13" fmla="*/ 2866 w 14331"/>
                <a:gd name="csY13" fmla="*/ 19587 h 33918"/>
                <a:gd name="csX14" fmla="*/ 1433 w 14331"/>
                <a:gd name="csY14" fmla="*/ 25797 h 33918"/>
                <a:gd name="csX15" fmla="*/ 478 w 14331"/>
                <a:gd name="csY15" fmla="*/ 27708 h 33918"/>
                <a:gd name="csX16" fmla="*/ 0 w 14331"/>
                <a:gd name="csY16" fmla="*/ 33441 h 33918"/>
                <a:gd name="csX17" fmla="*/ 6210 w 14331"/>
                <a:gd name="csY17" fmla="*/ 33919 h 33918"/>
                <a:gd name="csX18" fmla="*/ 10032 w 14331"/>
                <a:gd name="csY18" fmla="*/ 32008 h 3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4331" h="33918">
                  <a:moveTo>
                    <a:pt x="10032" y="32008"/>
                  </a:moveTo>
                  <a:lnTo>
                    <a:pt x="11465" y="29619"/>
                  </a:lnTo>
                  <a:lnTo>
                    <a:pt x="10510" y="26275"/>
                  </a:lnTo>
                  <a:lnTo>
                    <a:pt x="10987" y="23886"/>
                  </a:lnTo>
                  <a:lnTo>
                    <a:pt x="14332" y="17676"/>
                  </a:lnTo>
                  <a:lnTo>
                    <a:pt x="13854" y="16243"/>
                  </a:lnTo>
                  <a:lnTo>
                    <a:pt x="9076" y="10988"/>
                  </a:lnTo>
                  <a:lnTo>
                    <a:pt x="8121" y="8599"/>
                  </a:lnTo>
                  <a:lnTo>
                    <a:pt x="6688" y="3344"/>
                  </a:lnTo>
                  <a:lnTo>
                    <a:pt x="5255" y="0"/>
                  </a:lnTo>
                  <a:lnTo>
                    <a:pt x="3344" y="5733"/>
                  </a:lnTo>
                  <a:lnTo>
                    <a:pt x="2866" y="10032"/>
                  </a:lnTo>
                  <a:lnTo>
                    <a:pt x="2389" y="15287"/>
                  </a:lnTo>
                  <a:lnTo>
                    <a:pt x="2866" y="19587"/>
                  </a:lnTo>
                  <a:lnTo>
                    <a:pt x="1433" y="25797"/>
                  </a:lnTo>
                  <a:lnTo>
                    <a:pt x="478" y="27708"/>
                  </a:lnTo>
                  <a:lnTo>
                    <a:pt x="0" y="33441"/>
                  </a:lnTo>
                  <a:lnTo>
                    <a:pt x="6210" y="33919"/>
                  </a:lnTo>
                  <a:lnTo>
                    <a:pt x="10032" y="320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8" name="Freeform 5307">
              <a:extLst>
                <a:ext uri="{FF2B5EF4-FFF2-40B4-BE49-F238E27FC236}">
                  <a16:creationId xmlns:a16="http://schemas.microsoft.com/office/drawing/2014/main" id="{9B62DF63-2FDA-0FCC-0AD0-CA8892A03286}"/>
                </a:ext>
              </a:extLst>
            </p:cNvPr>
            <p:cNvSpPr/>
            <p:nvPr/>
          </p:nvSpPr>
          <p:spPr>
            <a:xfrm>
              <a:off x="8599779" y="2540207"/>
              <a:ext cx="166727" cy="111788"/>
            </a:xfrm>
            <a:custGeom>
              <a:avLst/>
              <a:gdLst>
                <a:gd name="csX0" fmla="*/ 956 w 166727"/>
                <a:gd name="csY0" fmla="*/ 71182 h 111788"/>
                <a:gd name="csX1" fmla="*/ 5255 w 166727"/>
                <a:gd name="csY1" fmla="*/ 78825 h 111788"/>
                <a:gd name="csX2" fmla="*/ 9555 w 166727"/>
                <a:gd name="csY2" fmla="*/ 84080 h 111788"/>
                <a:gd name="csX3" fmla="*/ 11943 w 166727"/>
                <a:gd name="csY3" fmla="*/ 85036 h 111788"/>
                <a:gd name="csX4" fmla="*/ 14332 w 166727"/>
                <a:gd name="csY4" fmla="*/ 86947 h 111788"/>
                <a:gd name="csX5" fmla="*/ 19109 w 166727"/>
                <a:gd name="csY5" fmla="*/ 96979 h 111788"/>
                <a:gd name="csX6" fmla="*/ 20543 w 166727"/>
                <a:gd name="csY6" fmla="*/ 99845 h 111788"/>
                <a:gd name="csX7" fmla="*/ 22454 w 166727"/>
                <a:gd name="csY7" fmla="*/ 101756 h 111788"/>
                <a:gd name="csX8" fmla="*/ 37741 w 166727"/>
                <a:gd name="csY8" fmla="*/ 108445 h 111788"/>
                <a:gd name="csX9" fmla="*/ 40129 w 166727"/>
                <a:gd name="csY9" fmla="*/ 110356 h 111788"/>
                <a:gd name="csX10" fmla="*/ 42518 w 166727"/>
                <a:gd name="csY10" fmla="*/ 111789 h 111788"/>
                <a:gd name="csX11" fmla="*/ 44907 w 166727"/>
                <a:gd name="csY11" fmla="*/ 111311 h 111788"/>
                <a:gd name="csX12" fmla="*/ 46818 w 166727"/>
                <a:gd name="csY12" fmla="*/ 109400 h 111788"/>
                <a:gd name="csX13" fmla="*/ 49206 w 166727"/>
                <a:gd name="csY13" fmla="*/ 105100 h 111788"/>
                <a:gd name="csX14" fmla="*/ 50639 w 166727"/>
                <a:gd name="csY14" fmla="*/ 98890 h 111788"/>
                <a:gd name="csX15" fmla="*/ 51117 w 166727"/>
                <a:gd name="csY15" fmla="*/ 94590 h 111788"/>
                <a:gd name="csX16" fmla="*/ 52550 w 166727"/>
                <a:gd name="csY16" fmla="*/ 91724 h 111788"/>
                <a:gd name="csX17" fmla="*/ 53984 w 166727"/>
                <a:gd name="csY17" fmla="*/ 90291 h 111788"/>
                <a:gd name="csX18" fmla="*/ 55416 w 166727"/>
                <a:gd name="csY18" fmla="*/ 90291 h 111788"/>
                <a:gd name="csX19" fmla="*/ 60672 w 166727"/>
                <a:gd name="csY19" fmla="*/ 95068 h 111788"/>
                <a:gd name="csX20" fmla="*/ 65449 w 166727"/>
                <a:gd name="csY20" fmla="*/ 98412 h 111788"/>
                <a:gd name="csX21" fmla="*/ 69748 w 166727"/>
                <a:gd name="csY21" fmla="*/ 97935 h 111788"/>
                <a:gd name="csX22" fmla="*/ 73570 w 166727"/>
                <a:gd name="csY22" fmla="*/ 96024 h 111788"/>
                <a:gd name="csX23" fmla="*/ 86469 w 166727"/>
                <a:gd name="csY23" fmla="*/ 93157 h 111788"/>
                <a:gd name="csX24" fmla="*/ 90769 w 166727"/>
                <a:gd name="csY24" fmla="*/ 91246 h 111788"/>
                <a:gd name="csX25" fmla="*/ 95068 w 166727"/>
                <a:gd name="csY25" fmla="*/ 88858 h 111788"/>
                <a:gd name="csX26" fmla="*/ 99846 w 166727"/>
                <a:gd name="csY26" fmla="*/ 88380 h 111788"/>
                <a:gd name="csX27" fmla="*/ 101757 w 166727"/>
                <a:gd name="csY27" fmla="*/ 91246 h 111788"/>
                <a:gd name="csX28" fmla="*/ 103668 w 166727"/>
                <a:gd name="csY28" fmla="*/ 94590 h 111788"/>
                <a:gd name="csX29" fmla="*/ 105578 w 166727"/>
                <a:gd name="csY29" fmla="*/ 98412 h 111788"/>
                <a:gd name="csX30" fmla="*/ 107489 w 166727"/>
                <a:gd name="csY30" fmla="*/ 99845 h 111788"/>
                <a:gd name="csX31" fmla="*/ 109400 w 166727"/>
                <a:gd name="csY31" fmla="*/ 100323 h 111788"/>
                <a:gd name="csX32" fmla="*/ 112266 w 166727"/>
                <a:gd name="csY32" fmla="*/ 98890 h 111788"/>
                <a:gd name="csX33" fmla="*/ 115611 w 166727"/>
                <a:gd name="csY33" fmla="*/ 96979 h 111788"/>
                <a:gd name="csX34" fmla="*/ 122299 w 166727"/>
                <a:gd name="csY34" fmla="*/ 89813 h 111788"/>
                <a:gd name="csX35" fmla="*/ 118477 w 166727"/>
                <a:gd name="csY35" fmla="*/ 83125 h 111788"/>
                <a:gd name="csX36" fmla="*/ 113700 w 166727"/>
                <a:gd name="csY36" fmla="*/ 80258 h 111788"/>
                <a:gd name="csX37" fmla="*/ 112266 w 166727"/>
                <a:gd name="csY37" fmla="*/ 78348 h 111788"/>
                <a:gd name="csX38" fmla="*/ 105100 w 166727"/>
                <a:gd name="csY38" fmla="*/ 63060 h 111788"/>
                <a:gd name="csX39" fmla="*/ 104145 w 166727"/>
                <a:gd name="csY39" fmla="*/ 59716 h 111788"/>
                <a:gd name="csX40" fmla="*/ 103189 w 166727"/>
                <a:gd name="csY40" fmla="*/ 54939 h 111788"/>
                <a:gd name="csX41" fmla="*/ 101757 w 166727"/>
                <a:gd name="csY41" fmla="*/ 40129 h 111788"/>
                <a:gd name="csX42" fmla="*/ 106056 w 166727"/>
                <a:gd name="csY42" fmla="*/ 37741 h 111788"/>
                <a:gd name="csX43" fmla="*/ 110834 w 166727"/>
                <a:gd name="csY43" fmla="*/ 35830 h 111788"/>
                <a:gd name="csX44" fmla="*/ 118477 w 166727"/>
                <a:gd name="csY44" fmla="*/ 36307 h 111788"/>
                <a:gd name="csX45" fmla="*/ 119910 w 166727"/>
                <a:gd name="csY45" fmla="*/ 40129 h 111788"/>
                <a:gd name="csX46" fmla="*/ 119432 w 166727"/>
                <a:gd name="csY46" fmla="*/ 42040 h 111788"/>
                <a:gd name="csX47" fmla="*/ 117044 w 166727"/>
                <a:gd name="csY47" fmla="*/ 46817 h 111788"/>
                <a:gd name="csX48" fmla="*/ 114655 w 166727"/>
                <a:gd name="csY48" fmla="*/ 48728 h 111788"/>
                <a:gd name="csX49" fmla="*/ 113700 w 166727"/>
                <a:gd name="csY49" fmla="*/ 55894 h 111788"/>
                <a:gd name="csX50" fmla="*/ 114655 w 166727"/>
                <a:gd name="csY50" fmla="*/ 63538 h 111788"/>
                <a:gd name="csX51" fmla="*/ 116088 w 166727"/>
                <a:gd name="csY51" fmla="*/ 68793 h 111788"/>
                <a:gd name="csX52" fmla="*/ 118477 w 166727"/>
                <a:gd name="csY52" fmla="*/ 72137 h 111788"/>
                <a:gd name="csX53" fmla="*/ 123254 w 166727"/>
                <a:gd name="csY53" fmla="*/ 79303 h 111788"/>
                <a:gd name="csX54" fmla="*/ 127554 w 166727"/>
                <a:gd name="csY54" fmla="*/ 81692 h 111788"/>
                <a:gd name="csX55" fmla="*/ 132331 w 166727"/>
                <a:gd name="csY55" fmla="*/ 81692 h 111788"/>
                <a:gd name="csX56" fmla="*/ 139975 w 166727"/>
                <a:gd name="csY56" fmla="*/ 84558 h 111788"/>
                <a:gd name="csX57" fmla="*/ 143796 w 166727"/>
                <a:gd name="csY57" fmla="*/ 83603 h 111788"/>
                <a:gd name="csX58" fmla="*/ 147619 w 166727"/>
                <a:gd name="csY58" fmla="*/ 80258 h 111788"/>
                <a:gd name="csX59" fmla="*/ 157173 w 166727"/>
                <a:gd name="csY59" fmla="*/ 68793 h 111788"/>
                <a:gd name="csX60" fmla="*/ 155740 w 166727"/>
                <a:gd name="csY60" fmla="*/ 64493 h 111788"/>
                <a:gd name="csX61" fmla="*/ 153829 w 166727"/>
                <a:gd name="csY61" fmla="*/ 61627 h 111788"/>
                <a:gd name="csX62" fmla="*/ 155740 w 166727"/>
                <a:gd name="csY62" fmla="*/ 58283 h 111788"/>
                <a:gd name="csX63" fmla="*/ 160039 w 166727"/>
                <a:gd name="csY63" fmla="*/ 52550 h 111788"/>
                <a:gd name="csX64" fmla="*/ 166728 w 166727"/>
                <a:gd name="csY64" fmla="*/ 49684 h 111788"/>
                <a:gd name="csX65" fmla="*/ 165772 w 166727"/>
                <a:gd name="csY65" fmla="*/ 47295 h 111788"/>
                <a:gd name="csX66" fmla="*/ 164339 w 166727"/>
                <a:gd name="csY66" fmla="*/ 45862 h 111788"/>
                <a:gd name="csX67" fmla="*/ 133287 w 166727"/>
                <a:gd name="csY67" fmla="*/ 25320 h 111788"/>
                <a:gd name="csX68" fmla="*/ 130898 w 166727"/>
                <a:gd name="csY68" fmla="*/ 25320 h 111788"/>
                <a:gd name="csX69" fmla="*/ 126121 w 166727"/>
                <a:gd name="csY69" fmla="*/ 28186 h 111788"/>
                <a:gd name="csX70" fmla="*/ 123732 w 166727"/>
                <a:gd name="csY70" fmla="*/ 29142 h 111788"/>
                <a:gd name="csX71" fmla="*/ 118477 w 166727"/>
                <a:gd name="csY71" fmla="*/ 28186 h 111788"/>
                <a:gd name="csX72" fmla="*/ 113222 w 166727"/>
                <a:gd name="csY72" fmla="*/ 25320 h 111788"/>
                <a:gd name="csX73" fmla="*/ 108923 w 166727"/>
                <a:gd name="csY73" fmla="*/ 22453 h 111788"/>
                <a:gd name="csX74" fmla="*/ 99846 w 166727"/>
                <a:gd name="csY74" fmla="*/ 11943 h 111788"/>
                <a:gd name="csX75" fmla="*/ 95068 w 166727"/>
                <a:gd name="csY75" fmla="*/ 7166 h 111788"/>
                <a:gd name="csX76" fmla="*/ 89813 w 166727"/>
                <a:gd name="csY76" fmla="*/ 4777 h 111788"/>
                <a:gd name="csX77" fmla="*/ 85991 w 166727"/>
                <a:gd name="csY77" fmla="*/ 10032 h 111788"/>
                <a:gd name="csX78" fmla="*/ 80736 w 166727"/>
                <a:gd name="csY78" fmla="*/ 15765 h 111788"/>
                <a:gd name="csX79" fmla="*/ 79781 w 166727"/>
                <a:gd name="csY79" fmla="*/ 17676 h 111788"/>
                <a:gd name="csX80" fmla="*/ 79303 w 166727"/>
                <a:gd name="csY80" fmla="*/ 20542 h 111788"/>
                <a:gd name="csX81" fmla="*/ 78825 w 166727"/>
                <a:gd name="csY81" fmla="*/ 24842 h 111788"/>
                <a:gd name="csX82" fmla="*/ 78825 w 166727"/>
                <a:gd name="csY82" fmla="*/ 30097 h 111788"/>
                <a:gd name="csX83" fmla="*/ 78825 w 166727"/>
                <a:gd name="csY83" fmla="*/ 33919 h 111788"/>
                <a:gd name="csX84" fmla="*/ 78825 w 166727"/>
                <a:gd name="csY84" fmla="*/ 37263 h 111788"/>
                <a:gd name="csX85" fmla="*/ 77870 w 166727"/>
                <a:gd name="csY85" fmla="*/ 41085 h 111788"/>
                <a:gd name="csX86" fmla="*/ 76437 w 166727"/>
                <a:gd name="csY86" fmla="*/ 42518 h 111788"/>
                <a:gd name="csX87" fmla="*/ 73570 w 166727"/>
                <a:gd name="csY87" fmla="*/ 42040 h 111788"/>
                <a:gd name="csX88" fmla="*/ 72137 w 166727"/>
                <a:gd name="csY88" fmla="*/ 41562 h 111788"/>
                <a:gd name="csX89" fmla="*/ 71182 w 166727"/>
                <a:gd name="csY89" fmla="*/ 40129 h 111788"/>
                <a:gd name="csX90" fmla="*/ 70227 w 166727"/>
                <a:gd name="csY90" fmla="*/ 38218 h 111788"/>
                <a:gd name="csX91" fmla="*/ 67838 w 166727"/>
                <a:gd name="csY91" fmla="*/ 30097 h 111788"/>
                <a:gd name="csX92" fmla="*/ 65927 w 166727"/>
                <a:gd name="csY92" fmla="*/ 28186 h 111788"/>
                <a:gd name="csX93" fmla="*/ 63538 w 166727"/>
                <a:gd name="csY93" fmla="*/ 29142 h 111788"/>
                <a:gd name="csX94" fmla="*/ 61150 w 166727"/>
                <a:gd name="csY94" fmla="*/ 27708 h 111788"/>
                <a:gd name="csX95" fmla="*/ 55416 w 166727"/>
                <a:gd name="csY95" fmla="*/ 18631 h 111788"/>
                <a:gd name="csX96" fmla="*/ 51117 w 166727"/>
                <a:gd name="csY96" fmla="*/ 13854 h 111788"/>
                <a:gd name="csX97" fmla="*/ 44429 w 166727"/>
                <a:gd name="csY97" fmla="*/ 9077 h 111788"/>
                <a:gd name="csX98" fmla="*/ 42518 w 166727"/>
                <a:gd name="csY98" fmla="*/ 6688 h 111788"/>
                <a:gd name="csX99" fmla="*/ 40607 w 166727"/>
                <a:gd name="csY99" fmla="*/ 2866 h 111788"/>
                <a:gd name="csX100" fmla="*/ 38696 w 166727"/>
                <a:gd name="csY100" fmla="*/ 0 h 111788"/>
                <a:gd name="csX101" fmla="*/ 36786 w 166727"/>
                <a:gd name="csY101" fmla="*/ 0 h 111788"/>
                <a:gd name="csX102" fmla="*/ 29141 w 166727"/>
                <a:gd name="csY102" fmla="*/ 5255 h 111788"/>
                <a:gd name="csX103" fmla="*/ 24842 w 166727"/>
                <a:gd name="csY103" fmla="*/ 6210 h 111788"/>
                <a:gd name="csX104" fmla="*/ 22454 w 166727"/>
                <a:gd name="csY104" fmla="*/ 9077 h 111788"/>
                <a:gd name="csX105" fmla="*/ 21498 w 166727"/>
                <a:gd name="csY105" fmla="*/ 11465 h 111788"/>
                <a:gd name="csX106" fmla="*/ 20065 w 166727"/>
                <a:gd name="csY106" fmla="*/ 12899 h 111788"/>
                <a:gd name="csX107" fmla="*/ 16243 w 166727"/>
                <a:gd name="csY107" fmla="*/ 13854 h 111788"/>
                <a:gd name="csX108" fmla="*/ 13377 w 166727"/>
                <a:gd name="csY108" fmla="*/ 15765 h 111788"/>
                <a:gd name="csX109" fmla="*/ 11943 w 166727"/>
                <a:gd name="csY109" fmla="*/ 18631 h 111788"/>
                <a:gd name="csX110" fmla="*/ 10510 w 166727"/>
                <a:gd name="csY110" fmla="*/ 21976 h 111788"/>
                <a:gd name="csX111" fmla="*/ 12421 w 166727"/>
                <a:gd name="csY111" fmla="*/ 28186 h 111788"/>
                <a:gd name="csX112" fmla="*/ 14809 w 166727"/>
                <a:gd name="csY112" fmla="*/ 32963 h 111788"/>
                <a:gd name="csX113" fmla="*/ 8122 w 166727"/>
                <a:gd name="csY113" fmla="*/ 31530 h 111788"/>
                <a:gd name="csX114" fmla="*/ 6211 w 166727"/>
                <a:gd name="csY114" fmla="*/ 33919 h 111788"/>
                <a:gd name="csX115" fmla="*/ 5255 w 166727"/>
                <a:gd name="csY115" fmla="*/ 48251 h 111788"/>
                <a:gd name="csX116" fmla="*/ 6688 w 166727"/>
                <a:gd name="csY116" fmla="*/ 63060 h 111788"/>
                <a:gd name="csX117" fmla="*/ 4300 w 166727"/>
                <a:gd name="csY117" fmla="*/ 63060 h 111788"/>
                <a:gd name="csX118" fmla="*/ 478 w 166727"/>
                <a:gd name="csY118" fmla="*/ 61627 h 111788"/>
                <a:gd name="csX119" fmla="*/ 0 w 166727"/>
                <a:gd name="csY119" fmla="*/ 64493 h 111788"/>
                <a:gd name="csX120" fmla="*/ 0 w 166727"/>
                <a:gd name="csY120" fmla="*/ 68315 h 111788"/>
                <a:gd name="csX121" fmla="*/ 956 w 166727"/>
                <a:gd name="csY121" fmla="*/ 71182 h 111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</a:cxnLst>
              <a:rect l="l" t="t" r="r" b="b"/>
              <a:pathLst>
                <a:path w="166727" h="111788">
                  <a:moveTo>
                    <a:pt x="956" y="71182"/>
                  </a:moveTo>
                  <a:lnTo>
                    <a:pt x="5255" y="78825"/>
                  </a:lnTo>
                  <a:lnTo>
                    <a:pt x="9555" y="84080"/>
                  </a:lnTo>
                  <a:lnTo>
                    <a:pt x="11943" y="85036"/>
                  </a:lnTo>
                  <a:lnTo>
                    <a:pt x="14332" y="86947"/>
                  </a:lnTo>
                  <a:lnTo>
                    <a:pt x="19109" y="96979"/>
                  </a:lnTo>
                  <a:lnTo>
                    <a:pt x="20543" y="99845"/>
                  </a:lnTo>
                  <a:lnTo>
                    <a:pt x="22454" y="101756"/>
                  </a:lnTo>
                  <a:lnTo>
                    <a:pt x="37741" y="108445"/>
                  </a:lnTo>
                  <a:lnTo>
                    <a:pt x="40129" y="110356"/>
                  </a:lnTo>
                  <a:lnTo>
                    <a:pt x="42518" y="111789"/>
                  </a:lnTo>
                  <a:lnTo>
                    <a:pt x="44907" y="111311"/>
                  </a:lnTo>
                  <a:lnTo>
                    <a:pt x="46818" y="109400"/>
                  </a:lnTo>
                  <a:lnTo>
                    <a:pt x="49206" y="105100"/>
                  </a:lnTo>
                  <a:lnTo>
                    <a:pt x="50639" y="98890"/>
                  </a:lnTo>
                  <a:lnTo>
                    <a:pt x="51117" y="94590"/>
                  </a:lnTo>
                  <a:lnTo>
                    <a:pt x="52550" y="91724"/>
                  </a:lnTo>
                  <a:lnTo>
                    <a:pt x="53984" y="90291"/>
                  </a:lnTo>
                  <a:lnTo>
                    <a:pt x="55416" y="90291"/>
                  </a:lnTo>
                  <a:lnTo>
                    <a:pt x="60672" y="95068"/>
                  </a:lnTo>
                  <a:lnTo>
                    <a:pt x="65449" y="98412"/>
                  </a:lnTo>
                  <a:lnTo>
                    <a:pt x="69748" y="97935"/>
                  </a:lnTo>
                  <a:lnTo>
                    <a:pt x="73570" y="96024"/>
                  </a:lnTo>
                  <a:lnTo>
                    <a:pt x="86469" y="93157"/>
                  </a:lnTo>
                  <a:lnTo>
                    <a:pt x="90769" y="91246"/>
                  </a:lnTo>
                  <a:lnTo>
                    <a:pt x="95068" y="88858"/>
                  </a:lnTo>
                  <a:lnTo>
                    <a:pt x="99846" y="88380"/>
                  </a:lnTo>
                  <a:lnTo>
                    <a:pt x="101757" y="91246"/>
                  </a:lnTo>
                  <a:lnTo>
                    <a:pt x="103668" y="94590"/>
                  </a:lnTo>
                  <a:lnTo>
                    <a:pt x="105578" y="98412"/>
                  </a:lnTo>
                  <a:lnTo>
                    <a:pt x="107489" y="99845"/>
                  </a:lnTo>
                  <a:lnTo>
                    <a:pt x="109400" y="100323"/>
                  </a:lnTo>
                  <a:lnTo>
                    <a:pt x="112266" y="98890"/>
                  </a:lnTo>
                  <a:lnTo>
                    <a:pt x="115611" y="96979"/>
                  </a:lnTo>
                  <a:lnTo>
                    <a:pt x="122299" y="89813"/>
                  </a:lnTo>
                  <a:lnTo>
                    <a:pt x="118477" y="83125"/>
                  </a:lnTo>
                  <a:lnTo>
                    <a:pt x="113700" y="80258"/>
                  </a:lnTo>
                  <a:lnTo>
                    <a:pt x="112266" y="78348"/>
                  </a:lnTo>
                  <a:lnTo>
                    <a:pt x="105100" y="63060"/>
                  </a:lnTo>
                  <a:lnTo>
                    <a:pt x="104145" y="59716"/>
                  </a:lnTo>
                  <a:lnTo>
                    <a:pt x="103189" y="54939"/>
                  </a:lnTo>
                  <a:lnTo>
                    <a:pt x="101757" y="40129"/>
                  </a:lnTo>
                  <a:lnTo>
                    <a:pt x="106056" y="37741"/>
                  </a:lnTo>
                  <a:lnTo>
                    <a:pt x="110834" y="35830"/>
                  </a:lnTo>
                  <a:lnTo>
                    <a:pt x="118477" y="36307"/>
                  </a:lnTo>
                  <a:lnTo>
                    <a:pt x="119910" y="40129"/>
                  </a:lnTo>
                  <a:lnTo>
                    <a:pt x="119432" y="42040"/>
                  </a:lnTo>
                  <a:lnTo>
                    <a:pt x="117044" y="46817"/>
                  </a:lnTo>
                  <a:lnTo>
                    <a:pt x="114655" y="48728"/>
                  </a:lnTo>
                  <a:lnTo>
                    <a:pt x="113700" y="55894"/>
                  </a:lnTo>
                  <a:lnTo>
                    <a:pt x="114655" y="63538"/>
                  </a:lnTo>
                  <a:lnTo>
                    <a:pt x="116088" y="68793"/>
                  </a:lnTo>
                  <a:lnTo>
                    <a:pt x="118477" y="72137"/>
                  </a:lnTo>
                  <a:lnTo>
                    <a:pt x="123254" y="79303"/>
                  </a:lnTo>
                  <a:lnTo>
                    <a:pt x="127554" y="81692"/>
                  </a:lnTo>
                  <a:lnTo>
                    <a:pt x="132331" y="81692"/>
                  </a:lnTo>
                  <a:lnTo>
                    <a:pt x="139975" y="84558"/>
                  </a:lnTo>
                  <a:lnTo>
                    <a:pt x="143796" y="83603"/>
                  </a:lnTo>
                  <a:lnTo>
                    <a:pt x="147619" y="80258"/>
                  </a:lnTo>
                  <a:lnTo>
                    <a:pt x="157173" y="68793"/>
                  </a:lnTo>
                  <a:lnTo>
                    <a:pt x="155740" y="64493"/>
                  </a:lnTo>
                  <a:lnTo>
                    <a:pt x="153829" y="61627"/>
                  </a:lnTo>
                  <a:lnTo>
                    <a:pt x="155740" y="58283"/>
                  </a:lnTo>
                  <a:lnTo>
                    <a:pt x="160039" y="52550"/>
                  </a:lnTo>
                  <a:lnTo>
                    <a:pt x="166728" y="49684"/>
                  </a:lnTo>
                  <a:lnTo>
                    <a:pt x="165772" y="47295"/>
                  </a:lnTo>
                  <a:lnTo>
                    <a:pt x="164339" y="45862"/>
                  </a:lnTo>
                  <a:lnTo>
                    <a:pt x="133287" y="25320"/>
                  </a:lnTo>
                  <a:lnTo>
                    <a:pt x="130898" y="25320"/>
                  </a:lnTo>
                  <a:lnTo>
                    <a:pt x="126121" y="28186"/>
                  </a:lnTo>
                  <a:lnTo>
                    <a:pt x="123732" y="29142"/>
                  </a:lnTo>
                  <a:lnTo>
                    <a:pt x="118477" y="28186"/>
                  </a:lnTo>
                  <a:lnTo>
                    <a:pt x="113222" y="25320"/>
                  </a:lnTo>
                  <a:lnTo>
                    <a:pt x="108923" y="22453"/>
                  </a:lnTo>
                  <a:lnTo>
                    <a:pt x="99846" y="11943"/>
                  </a:lnTo>
                  <a:lnTo>
                    <a:pt x="95068" y="7166"/>
                  </a:lnTo>
                  <a:lnTo>
                    <a:pt x="89813" y="4777"/>
                  </a:lnTo>
                  <a:lnTo>
                    <a:pt x="85991" y="10032"/>
                  </a:lnTo>
                  <a:lnTo>
                    <a:pt x="80736" y="15765"/>
                  </a:lnTo>
                  <a:lnTo>
                    <a:pt x="79781" y="17676"/>
                  </a:lnTo>
                  <a:lnTo>
                    <a:pt x="79303" y="20542"/>
                  </a:lnTo>
                  <a:lnTo>
                    <a:pt x="78825" y="24842"/>
                  </a:lnTo>
                  <a:lnTo>
                    <a:pt x="78825" y="30097"/>
                  </a:lnTo>
                  <a:lnTo>
                    <a:pt x="78825" y="33919"/>
                  </a:lnTo>
                  <a:lnTo>
                    <a:pt x="78825" y="37263"/>
                  </a:lnTo>
                  <a:lnTo>
                    <a:pt x="77870" y="41085"/>
                  </a:lnTo>
                  <a:lnTo>
                    <a:pt x="76437" y="42518"/>
                  </a:lnTo>
                  <a:lnTo>
                    <a:pt x="73570" y="42040"/>
                  </a:lnTo>
                  <a:lnTo>
                    <a:pt x="72137" y="41562"/>
                  </a:lnTo>
                  <a:lnTo>
                    <a:pt x="71182" y="40129"/>
                  </a:lnTo>
                  <a:lnTo>
                    <a:pt x="70227" y="38218"/>
                  </a:lnTo>
                  <a:lnTo>
                    <a:pt x="67838" y="30097"/>
                  </a:lnTo>
                  <a:lnTo>
                    <a:pt x="65927" y="28186"/>
                  </a:lnTo>
                  <a:lnTo>
                    <a:pt x="63538" y="29142"/>
                  </a:lnTo>
                  <a:lnTo>
                    <a:pt x="61150" y="27708"/>
                  </a:lnTo>
                  <a:lnTo>
                    <a:pt x="55416" y="18631"/>
                  </a:lnTo>
                  <a:lnTo>
                    <a:pt x="51117" y="13854"/>
                  </a:lnTo>
                  <a:lnTo>
                    <a:pt x="44429" y="9077"/>
                  </a:lnTo>
                  <a:lnTo>
                    <a:pt x="42518" y="6688"/>
                  </a:lnTo>
                  <a:lnTo>
                    <a:pt x="40607" y="2866"/>
                  </a:lnTo>
                  <a:lnTo>
                    <a:pt x="38696" y="0"/>
                  </a:lnTo>
                  <a:lnTo>
                    <a:pt x="36786" y="0"/>
                  </a:lnTo>
                  <a:lnTo>
                    <a:pt x="29141" y="5255"/>
                  </a:lnTo>
                  <a:lnTo>
                    <a:pt x="24842" y="6210"/>
                  </a:lnTo>
                  <a:lnTo>
                    <a:pt x="22454" y="9077"/>
                  </a:lnTo>
                  <a:lnTo>
                    <a:pt x="21498" y="11465"/>
                  </a:lnTo>
                  <a:lnTo>
                    <a:pt x="20065" y="12899"/>
                  </a:lnTo>
                  <a:lnTo>
                    <a:pt x="16243" y="13854"/>
                  </a:lnTo>
                  <a:lnTo>
                    <a:pt x="13377" y="15765"/>
                  </a:lnTo>
                  <a:lnTo>
                    <a:pt x="11943" y="18631"/>
                  </a:lnTo>
                  <a:lnTo>
                    <a:pt x="10510" y="21976"/>
                  </a:lnTo>
                  <a:lnTo>
                    <a:pt x="12421" y="28186"/>
                  </a:lnTo>
                  <a:lnTo>
                    <a:pt x="14809" y="32963"/>
                  </a:lnTo>
                  <a:lnTo>
                    <a:pt x="8122" y="31530"/>
                  </a:lnTo>
                  <a:lnTo>
                    <a:pt x="6211" y="33919"/>
                  </a:lnTo>
                  <a:lnTo>
                    <a:pt x="5255" y="48251"/>
                  </a:lnTo>
                  <a:lnTo>
                    <a:pt x="6688" y="63060"/>
                  </a:lnTo>
                  <a:lnTo>
                    <a:pt x="4300" y="63060"/>
                  </a:lnTo>
                  <a:lnTo>
                    <a:pt x="478" y="61627"/>
                  </a:lnTo>
                  <a:lnTo>
                    <a:pt x="0" y="64493"/>
                  </a:lnTo>
                  <a:lnTo>
                    <a:pt x="0" y="68315"/>
                  </a:lnTo>
                  <a:lnTo>
                    <a:pt x="956" y="7118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9" name="Freeform 5308">
              <a:extLst>
                <a:ext uri="{FF2B5EF4-FFF2-40B4-BE49-F238E27FC236}">
                  <a16:creationId xmlns:a16="http://schemas.microsoft.com/office/drawing/2014/main" id="{4865F8B3-A0DD-E6C4-9AF1-F7FAA5C6ADB9}"/>
                </a:ext>
              </a:extLst>
            </p:cNvPr>
            <p:cNvSpPr/>
            <p:nvPr/>
          </p:nvSpPr>
          <p:spPr>
            <a:xfrm>
              <a:off x="9065565" y="2881306"/>
              <a:ext cx="5254" cy="7165"/>
            </a:xfrm>
            <a:custGeom>
              <a:avLst/>
              <a:gdLst>
                <a:gd name="csX0" fmla="*/ 4300 w 5254"/>
                <a:gd name="csY0" fmla="*/ 7166 h 7165"/>
                <a:gd name="csX1" fmla="*/ 5255 w 5254"/>
                <a:gd name="csY1" fmla="*/ 6210 h 7165"/>
                <a:gd name="csX2" fmla="*/ 3822 w 5254"/>
                <a:gd name="csY2" fmla="*/ 2866 h 7165"/>
                <a:gd name="csX3" fmla="*/ 2389 w 5254"/>
                <a:gd name="csY3" fmla="*/ 956 h 7165"/>
                <a:gd name="csX4" fmla="*/ 0 w 5254"/>
                <a:gd name="csY4" fmla="*/ 0 h 7165"/>
                <a:gd name="csX5" fmla="*/ 0 w 5254"/>
                <a:gd name="csY5" fmla="*/ 956 h 7165"/>
                <a:gd name="csX6" fmla="*/ 0 w 5254"/>
                <a:gd name="csY6" fmla="*/ 4777 h 7165"/>
                <a:gd name="csX7" fmla="*/ 956 w 5254"/>
                <a:gd name="csY7" fmla="*/ 6688 h 7165"/>
                <a:gd name="csX8" fmla="*/ 4300 w 5254"/>
                <a:gd name="csY8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4" h="7165">
                  <a:moveTo>
                    <a:pt x="4300" y="7166"/>
                  </a:moveTo>
                  <a:lnTo>
                    <a:pt x="5255" y="6210"/>
                  </a:lnTo>
                  <a:lnTo>
                    <a:pt x="3822" y="2866"/>
                  </a:lnTo>
                  <a:lnTo>
                    <a:pt x="2389" y="956"/>
                  </a:lnTo>
                  <a:lnTo>
                    <a:pt x="0" y="0"/>
                  </a:lnTo>
                  <a:lnTo>
                    <a:pt x="0" y="956"/>
                  </a:lnTo>
                  <a:lnTo>
                    <a:pt x="0" y="4777"/>
                  </a:lnTo>
                  <a:lnTo>
                    <a:pt x="956" y="6688"/>
                  </a:lnTo>
                  <a:lnTo>
                    <a:pt x="4300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0" name="Freeform 5309">
              <a:extLst>
                <a:ext uri="{FF2B5EF4-FFF2-40B4-BE49-F238E27FC236}">
                  <a16:creationId xmlns:a16="http://schemas.microsoft.com/office/drawing/2014/main" id="{6A1FF827-2DED-95A5-72B8-94C20FBCA22F}"/>
                </a:ext>
              </a:extLst>
            </p:cNvPr>
            <p:cNvSpPr/>
            <p:nvPr/>
          </p:nvSpPr>
          <p:spPr>
            <a:xfrm>
              <a:off x="8826700" y="2494823"/>
              <a:ext cx="20064" cy="10510"/>
            </a:xfrm>
            <a:custGeom>
              <a:avLst/>
              <a:gdLst>
                <a:gd name="csX0" fmla="*/ 15765 w 20064"/>
                <a:gd name="csY0" fmla="*/ 8121 h 10510"/>
                <a:gd name="csX1" fmla="*/ 17198 w 20064"/>
                <a:gd name="csY1" fmla="*/ 2866 h 10510"/>
                <a:gd name="csX2" fmla="*/ 20065 w 20064"/>
                <a:gd name="csY2" fmla="*/ 0 h 10510"/>
                <a:gd name="csX3" fmla="*/ 6211 w 20064"/>
                <a:gd name="csY3" fmla="*/ 2866 h 10510"/>
                <a:gd name="csX4" fmla="*/ 956 w 20064"/>
                <a:gd name="csY4" fmla="*/ 8121 h 10510"/>
                <a:gd name="csX5" fmla="*/ 0 w 20064"/>
                <a:gd name="csY5" fmla="*/ 10510 h 10510"/>
                <a:gd name="csX6" fmla="*/ 14809 w 20064"/>
                <a:gd name="csY6" fmla="*/ 9555 h 10510"/>
                <a:gd name="csX7" fmla="*/ 15765 w 20064"/>
                <a:gd name="csY7" fmla="*/ 8121 h 10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064" h="10510">
                  <a:moveTo>
                    <a:pt x="15765" y="8121"/>
                  </a:moveTo>
                  <a:lnTo>
                    <a:pt x="17198" y="2866"/>
                  </a:lnTo>
                  <a:lnTo>
                    <a:pt x="20065" y="0"/>
                  </a:lnTo>
                  <a:lnTo>
                    <a:pt x="6211" y="2866"/>
                  </a:lnTo>
                  <a:lnTo>
                    <a:pt x="956" y="8121"/>
                  </a:lnTo>
                  <a:lnTo>
                    <a:pt x="0" y="10510"/>
                  </a:lnTo>
                  <a:lnTo>
                    <a:pt x="14809" y="9555"/>
                  </a:lnTo>
                  <a:lnTo>
                    <a:pt x="15765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1" name="Freeform 5310">
              <a:extLst>
                <a:ext uri="{FF2B5EF4-FFF2-40B4-BE49-F238E27FC236}">
                  <a16:creationId xmlns:a16="http://schemas.microsoft.com/office/drawing/2014/main" id="{BEE64B2A-247A-4879-7292-5E48E5B4D6E7}"/>
                </a:ext>
              </a:extLst>
            </p:cNvPr>
            <p:cNvSpPr/>
            <p:nvPr/>
          </p:nvSpPr>
          <p:spPr>
            <a:xfrm>
              <a:off x="8782272" y="2586069"/>
              <a:ext cx="92679" cy="57805"/>
            </a:xfrm>
            <a:custGeom>
              <a:avLst/>
              <a:gdLst>
                <a:gd name="csX0" fmla="*/ 15287 w 92679"/>
                <a:gd name="csY0" fmla="*/ 37263 h 57805"/>
                <a:gd name="csX1" fmla="*/ 19587 w 92679"/>
                <a:gd name="csY1" fmla="*/ 42040 h 57805"/>
                <a:gd name="csX2" fmla="*/ 21498 w 92679"/>
                <a:gd name="csY2" fmla="*/ 42996 h 57805"/>
                <a:gd name="csX3" fmla="*/ 29141 w 92679"/>
                <a:gd name="csY3" fmla="*/ 44907 h 57805"/>
                <a:gd name="csX4" fmla="*/ 31530 w 92679"/>
                <a:gd name="csY4" fmla="*/ 46817 h 57805"/>
                <a:gd name="csX5" fmla="*/ 35830 w 92679"/>
                <a:gd name="csY5" fmla="*/ 52072 h 57805"/>
                <a:gd name="csX6" fmla="*/ 38218 w 92679"/>
                <a:gd name="csY6" fmla="*/ 53983 h 57805"/>
                <a:gd name="csX7" fmla="*/ 42517 w 92679"/>
                <a:gd name="csY7" fmla="*/ 55894 h 57805"/>
                <a:gd name="csX8" fmla="*/ 57328 w 92679"/>
                <a:gd name="csY8" fmla="*/ 57805 h 57805"/>
                <a:gd name="csX9" fmla="*/ 68315 w 92679"/>
                <a:gd name="csY9" fmla="*/ 57805 h 57805"/>
                <a:gd name="csX10" fmla="*/ 73092 w 92679"/>
                <a:gd name="csY10" fmla="*/ 55894 h 57805"/>
                <a:gd name="csX11" fmla="*/ 82647 w 92679"/>
                <a:gd name="csY11" fmla="*/ 51117 h 57805"/>
                <a:gd name="csX12" fmla="*/ 87424 w 92679"/>
                <a:gd name="csY12" fmla="*/ 47773 h 57805"/>
                <a:gd name="csX13" fmla="*/ 88858 w 92679"/>
                <a:gd name="csY13" fmla="*/ 45862 h 57805"/>
                <a:gd name="csX14" fmla="*/ 92679 w 92679"/>
                <a:gd name="csY14" fmla="*/ 30575 h 57805"/>
                <a:gd name="csX15" fmla="*/ 91246 w 92679"/>
                <a:gd name="csY15" fmla="*/ 30575 h 57805"/>
                <a:gd name="csX16" fmla="*/ 89813 w 92679"/>
                <a:gd name="csY16" fmla="*/ 31052 h 57805"/>
                <a:gd name="csX17" fmla="*/ 88380 w 92679"/>
                <a:gd name="csY17" fmla="*/ 33441 h 57805"/>
                <a:gd name="csX18" fmla="*/ 86469 w 92679"/>
                <a:gd name="csY18" fmla="*/ 34874 h 57805"/>
                <a:gd name="csX19" fmla="*/ 84558 w 92679"/>
                <a:gd name="csY19" fmla="*/ 32486 h 57805"/>
                <a:gd name="csX20" fmla="*/ 81692 w 92679"/>
                <a:gd name="csY20" fmla="*/ 30097 h 57805"/>
                <a:gd name="csX21" fmla="*/ 78347 w 92679"/>
                <a:gd name="csY21" fmla="*/ 26275 h 57805"/>
                <a:gd name="csX22" fmla="*/ 69271 w 92679"/>
                <a:gd name="csY22" fmla="*/ 24364 h 57805"/>
                <a:gd name="csX23" fmla="*/ 57805 w 92679"/>
                <a:gd name="csY23" fmla="*/ 23409 h 57805"/>
                <a:gd name="csX24" fmla="*/ 53983 w 92679"/>
                <a:gd name="csY24" fmla="*/ 25797 h 57805"/>
                <a:gd name="csX25" fmla="*/ 48251 w 92679"/>
                <a:gd name="csY25" fmla="*/ 25320 h 57805"/>
                <a:gd name="csX26" fmla="*/ 45862 w 92679"/>
                <a:gd name="csY26" fmla="*/ 22453 h 57805"/>
                <a:gd name="csX27" fmla="*/ 46340 w 92679"/>
                <a:gd name="csY27" fmla="*/ 20065 h 57805"/>
                <a:gd name="csX28" fmla="*/ 46817 w 92679"/>
                <a:gd name="csY28" fmla="*/ 18154 h 57805"/>
                <a:gd name="csX29" fmla="*/ 46340 w 92679"/>
                <a:gd name="csY29" fmla="*/ 14332 h 57805"/>
                <a:gd name="csX30" fmla="*/ 44906 w 92679"/>
                <a:gd name="csY30" fmla="*/ 12421 h 57805"/>
                <a:gd name="csX31" fmla="*/ 26275 w 92679"/>
                <a:gd name="csY31" fmla="*/ 10510 h 57805"/>
                <a:gd name="csX32" fmla="*/ 25319 w 92679"/>
                <a:gd name="csY32" fmla="*/ 10510 h 57805"/>
                <a:gd name="csX33" fmla="*/ 17676 w 92679"/>
                <a:gd name="csY33" fmla="*/ 15765 h 57805"/>
                <a:gd name="csX34" fmla="*/ 12421 w 92679"/>
                <a:gd name="csY34" fmla="*/ 15287 h 57805"/>
                <a:gd name="csX35" fmla="*/ 11465 w 92679"/>
                <a:gd name="csY35" fmla="*/ 11465 h 57805"/>
                <a:gd name="csX36" fmla="*/ 11465 w 92679"/>
                <a:gd name="csY36" fmla="*/ 5255 h 57805"/>
                <a:gd name="csX37" fmla="*/ 7644 w 92679"/>
                <a:gd name="csY37" fmla="*/ 0 h 57805"/>
                <a:gd name="csX38" fmla="*/ 5733 w 92679"/>
                <a:gd name="csY38" fmla="*/ 1911 h 57805"/>
                <a:gd name="csX39" fmla="*/ 3821 w 92679"/>
                <a:gd name="csY39" fmla="*/ 7644 h 57805"/>
                <a:gd name="csX40" fmla="*/ 1910 w 92679"/>
                <a:gd name="csY40" fmla="*/ 13854 h 57805"/>
                <a:gd name="csX41" fmla="*/ 478 w 92679"/>
                <a:gd name="csY41" fmla="*/ 21020 h 57805"/>
                <a:gd name="csX42" fmla="*/ 0 w 92679"/>
                <a:gd name="csY42" fmla="*/ 27708 h 57805"/>
                <a:gd name="csX43" fmla="*/ 10510 w 92679"/>
                <a:gd name="csY43" fmla="*/ 33919 h 57805"/>
                <a:gd name="csX44" fmla="*/ 15287 w 92679"/>
                <a:gd name="csY44" fmla="*/ 37263 h 57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92679" h="57805">
                  <a:moveTo>
                    <a:pt x="15287" y="37263"/>
                  </a:moveTo>
                  <a:lnTo>
                    <a:pt x="19587" y="42040"/>
                  </a:lnTo>
                  <a:lnTo>
                    <a:pt x="21498" y="42996"/>
                  </a:lnTo>
                  <a:lnTo>
                    <a:pt x="29141" y="44907"/>
                  </a:lnTo>
                  <a:lnTo>
                    <a:pt x="31530" y="46817"/>
                  </a:lnTo>
                  <a:lnTo>
                    <a:pt x="35830" y="52072"/>
                  </a:lnTo>
                  <a:lnTo>
                    <a:pt x="38218" y="53983"/>
                  </a:lnTo>
                  <a:lnTo>
                    <a:pt x="42517" y="55894"/>
                  </a:lnTo>
                  <a:lnTo>
                    <a:pt x="57328" y="57805"/>
                  </a:lnTo>
                  <a:lnTo>
                    <a:pt x="68315" y="57805"/>
                  </a:lnTo>
                  <a:lnTo>
                    <a:pt x="73092" y="55894"/>
                  </a:lnTo>
                  <a:lnTo>
                    <a:pt x="82647" y="51117"/>
                  </a:lnTo>
                  <a:lnTo>
                    <a:pt x="87424" y="47773"/>
                  </a:lnTo>
                  <a:lnTo>
                    <a:pt x="88858" y="45862"/>
                  </a:lnTo>
                  <a:lnTo>
                    <a:pt x="92679" y="30575"/>
                  </a:lnTo>
                  <a:lnTo>
                    <a:pt x="91246" y="30575"/>
                  </a:lnTo>
                  <a:lnTo>
                    <a:pt x="89813" y="31052"/>
                  </a:lnTo>
                  <a:lnTo>
                    <a:pt x="88380" y="33441"/>
                  </a:lnTo>
                  <a:lnTo>
                    <a:pt x="86469" y="34874"/>
                  </a:lnTo>
                  <a:lnTo>
                    <a:pt x="84558" y="32486"/>
                  </a:lnTo>
                  <a:lnTo>
                    <a:pt x="81692" y="30097"/>
                  </a:lnTo>
                  <a:lnTo>
                    <a:pt x="78347" y="26275"/>
                  </a:lnTo>
                  <a:lnTo>
                    <a:pt x="69271" y="24364"/>
                  </a:lnTo>
                  <a:lnTo>
                    <a:pt x="57805" y="23409"/>
                  </a:lnTo>
                  <a:lnTo>
                    <a:pt x="53983" y="25797"/>
                  </a:lnTo>
                  <a:lnTo>
                    <a:pt x="48251" y="25320"/>
                  </a:lnTo>
                  <a:lnTo>
                    <a:pt x="45862" y="22453"/>
                  </a:lnTo>
                  <a:lnTo>
                    <a:pt x="46340" y="20065"/>
                  </a:lnTo>
                  <a:lnTo>
                    <a:pt x="46817" y="18154"/>
                  </a:lnTo>
                  <a:lnTo>
                    <a:pt x="46340" y="14332"/>
                  </a:lnTo>
                  <a:lnTo>
                    <a:pt x="44906" y="12421"/>
                  </a:lnTo>
                  <a:lnTo>
                    <a:pt x="26275" y="10510"/>
                  </a:lnTo>
                  <a:lnTo>
                    <a:pt x="25319" y="10510"/>
                  </a:lnTo>
                  <a:lnTo>
                    <a:pt x="17676" y="15765"/>
                  </a:lnTo>
                  <a:lnTo>
                    <a:pt x="12421" y="15287"/>
                  </a:lnTo>
                  <a:lnTo>
                    <a:pt x="11465" y="11465"/>
                  </a:lnTo>
                  <a:lnTo>
                    <a:pt x="11465" y="5255"/>
                  </a:lnTo>
                  <a:lnTo>
                    <a:pt x="7644" y="0"/>
                  </a:lnTo>
                  <a:lnTo>
                    <a:pt x="5733" y="1911"/>
                  </a:lnTo>
                  <a:lnTo>
                    <a:pt x="3821" y="7644"/>
                  </a:lnTo>
                  <a:lnTo>
                    <a:pt x="1910" y="13854"/>
                  </a:lnTo>
                  <a:lnTo>
                    <a:pt x="478" y="21020"/>
                  </a:lnTo>
                  <a:lnTo>
                    <a:pt x="0" y="27708"/>
                  </a:lnTo>
                  <a:lnTo>
                    <a:pt x="10510" y="33919"/>
                  </a:lnTo>
                  <a:lnTo>
                    <a:pt x="15287" y="3726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2" name="Freeform 5311">
              <a:extLst>
                <a:ext uri="{FF2B5EF4-FFF2-40B4-BE49-F238E27FC236}">
                  <a16:creationId xmlns:a16="http://schemas.microsoft.com/office/drawing/2014/main" id="{BFF9ACE4-3F1F-09D3-4B42-BE7CC8340E47}"/>
                </a:ext>
              </a:extLst>
            </p:cNvPr>
            <p:cNvSpPr/>
            <p:nvPr/>
          </p:nvSpPr>
          <p:spPr>
            <a:xfrm>
              <a:off x="8909348" y="2540685"/>
              <a:ext cx="6210" cy="8121"/>
            </a:xfrm>
            <a:custGeom>
              <a:avLst/>
              <a:gdLst>
                <a:gd name="csX0" fmla="*/ 6210 w 6210"/>
                <a:gd name="csY0" fmla="*/ 5255 h 8121"/>
                <a:gd name="csX1" fmla="*/ 5733 w 6210"/>
                <a:gd name="csY1" fmla="*/ 2389 h 8121"/>
                <a:gd name="csX2" fmla="*/ 5255 w 6210"/>
                <a:gd name="csY2" fmla="*/ 478 h 8121"/>
                <a:gd name="csX3" fmla="*/ 4777 w 6210"/>
                <a:gd name="csY3" fmla="*/ 0 h 8121"/>
                <a:gd name="csX4" fmla="*/ 1433 w 6210"/>
                <a:gd name="csY4" fmla="*/ 1433 h 8121"/>
                <a:gd name="csX5" fmla="*/ 0 w 6210"/>
                <a:gd name="csY5" fmla="*/ 3822 h 8121"/>
                <a:gd name="csX6" fmla="*/ 4300 w 6210"/>
                <a:gd name="csY6" fmla="*/ 8121 h 8121"/>
                <a:gd name="csX7" fmla="*/ 6210 w 6210"/>
                <a:gd name="csY7" fmla="*/ 5255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8121">
                  <a:moveTo>
                    <a:pt x="6210" y="5255"/>
                  </a:moveTo>
                  <a:lnTo>
                    <a:pt x="5733" y="2389"/>
                  </a:lnTo>
                  <a:lnTo>
                    <a:pt x="5255" y="478"/>
                  </a:lnTo>
                  <a:lnTo>
                    <a:pt x="4777" y="0"/>
                  </a:lnTo>
                  <a:lnTo>
                    <a:pt x="1433" y="1433"/>
                  </a:lnTo>
                  <a:lnTo>
                    <a:pt x="0" y="3822"/>
                  </a:lnTo>
                  <a:lnTo>
                    <a:pt x="4300" y="8121"/>
                  </a:lnTo>
                  <a:lnTo>
                    <a:pt x="6210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3" name="Freeform 5312">
              <a:extLst>
                <a:ext uri="{FF2B5EF4-FFF2-40B4-BE49-F238E27FC236}">
                  <a16:creationId xmlns:a16="http://schemas.microsoft.com/office/drawing/2014/main" id="{AA5180D4-CAEA-9A8F-0D44-17AD3A94128B}"/>
                </a:ext>
              </a:extLst>
            </p:cNvPr>
            <p:cNvSpPr/>
            <p:nvPr/>
          </p:nvSpPr>
          <p:spPr>
            <a:xfrm>
              <a:off x="9426251" y="2844043"/>
              <a:ext cx="76914" cy="43473"/>
            </a:xfrm>
            <a:custGeom>
              <a:avLst/>
              <a:gdLst>
                <a:gd name="csX0" fmla="*/ 3344 w 76914"/>
                <a:gd name="csY0" fmla="*/ 43473 h 43473"/>
                <a:gd name="csX1" fmla="*/ 4300 w 76914"/>
                <a:gd name="csY1" fmla="*/ 43473 h 43473"/>
                <a:gd name="csX2" fmla="*/ 10032 w 76914"/>
                <a:gd name="csY2" fmla="*/ 40607 h 43473"/>
                <a:gd name="csX3" fmla="*/ 20065 w 76914"/>
                <a:gd name="csY3" fmla="*/ 39174 h 43473"/>
                <a:gd name="csX4" fmla="*/ 24842 w 76914"/>
                <a:gd name="csY4" fmla="*/ 35352 h 43473"/>
                <a:gd name="csX5" fmla="*/ 27231 w 76914"/>
                <a:gd name="csY5" fmla="*/ 33919 h 43473"/>
                <a:gd name="csX6" fmla="*/ 32486 w 76914"/>
                <a:gd name="csY6" fmla="*/ 35352 h 43473"/>
                <a:gd name="csX7" fmla="*/ 36786 w 76914"/>
                <a:gd name="csY7" fmla="*/ 38218 h 43473"/>
                <a:gd name="csX8" fmla="*/ 38696 w 76914"/>
                <a:gd name="csY8" fmla="*/ 38218 h 43473"/>
                <a:gd name="csX9" fmla="*/ 43951 w 76914"/>
                <a:gd name="csY9" fmla="*/ 37263 h 43473"/>
                <a:gd name="csX10" fmla="*/ 56372 w 76914"/>
                <a:gd name="csY10" fmla="*/ 32963 h 43473"/>
                <a:gd name="csX11" fmla="*/ 65449 w 76914"/>
                <a:gd name="csY11" fmla="*/ 31530 h 43473"/>
                <a:gd name="csX12" fmla="*/ 70227 w 76914"/>
                <a:gd name="csY12" fmla="*/ 30097 h 43473"/>
                <a:gd name="csX13" fmla="*/ 76437 w 76914"/>
                <a:gd name="csY13" fmla="*/ 24364 h 43473"/>
                <a:gd name="csX14" fmla="*/ 76914 w 76914"/>
                <a:gd name="csY14" fmla="*/ 21498 h 43473"/>
                <a:gd name="csX15" fmla="*/ 75959 w 76914"/>
                <a:gd name="csY15" fmla="*/ 19109 h 43473"/>
                <a:gd name="csX16" fmla="*/ 75004 w 76914"/>
                <a:gd name="csY16" fmla="*/ 18154 h 43473"/>
                <a:gd name="csX17" fmla="*/ 70227 w 76914"/>
                <a:gd name="csY17" fmla="*/ 14809 h 43473"/>
                <a:gd name="csX18" fmla="*/ 67360 w 76914"/>
                <a:gd name="csY18" fmla="*/ 11943 h 43473"/>
                <a:gd name="csX19" fmla="*/ 65449 w 76914"/>
                <a:gd name="csY19" fmla="*/ 9077 h 43473"/>
                <a:gd name="csX20" fmla="*/ 64016 w 76914"/>
                <a:gd name="csY20" fmla="*/ 7644 h 43473"/>
                <a:gd name="csX21" fmla="*/ 62582 w 76914"/>
                <a:gd name="csY21" fmla="*/ 6688 h 43473"/>
                <a:gd name="csX22" fmla="*/ 59716 w 76914"/>
                <a:gd name="csY22" fmla="*/ 3822 h 43473"/>
                <a:gd name="csX23" fmla="*/ 58283 w 76914"/>
                <a:gd name="csY23" fmla="*/ 3344 h 43473"/>
                <a:gd name="csX24" fmla="*/ 49206 w 76914"/>
                <a:gd name="csY24" fmla="*/ 955 h 43473"/>
                <a:gd name="csX25" fmla="*/ 46818 w 76914"/>
                <a:gd name="csY25" fmla="*/ 0 h 43473"/>
                <a:gd name="csX26" fmla="*/ 44907 w 76914"/>
                <a:gd name="csY26" fmla="*/ 0 h 43473"/>
                <a:gd name="csX27" fmla="*/ 42040 w 76914"/>
                <a:gd name="csY27" fmla="*/ 1433 h 43473"/>
                <a:gd name="csX28" fmla="*/ 39174 w 76914"/>
                <a:gd name="csY28" fmla="*/ 1911 h 43473"/>
                <a:gd name="csX29" fmla="*/ 36307 w 76914"/>
                <a:gd name="csY29" fmla="*/ 955 h 43473"/>
                <a:gd name="csX30" fmla="*/ 33441 w 76914"/>
                <a:gd name="csY30" fmla="*/ 955 h 43473"/>
                <a:gd name="csX31" fmla="*/ 30097 w 76914"/>
                <a:gd name="csY31" fmla="*/ 2389 h 43473"/>
                <a:gd name="csX32" fmla="*/ 27231 w 76914"/>
                <a:gd name="csY32" fmla="*/ 3344 h 43473"/>
                <a:gd name="csX33" fmla="*/ 24842 w 76914"/>
                <a:gd name="csY33" fmla="*/ 4300 h 43473"/>
                <a:gd name="csX34" fmla="*/ 21498 w 76914"/>
                <a:gd name="csY34" fmla="*/ 7644 h 43473"/>
                <a:gd name="csX35" fmla="*/ 18154 w 76914"/>
                <a:gd name="csY35" fmla="*/ 8599 h 43473"/>
                <a:gd name="csX36" fmla="*/ 11943 w 76914"/>
                <a:gd name="csY36" fmla="*/ 15287 h 43473"/>
                <a:gd name="csX37" fmla="*/ 5255 w 76914"/>
                <a:gd name="csY37" fmla="*/ 21020 h 43473"/>
                <a:gd name="csX38" fmla="*/ 3822 w 76914"/>
                <a:gd name="csY38" fmla="*/ 23886 h 43473"/>
                <a:gd name="csX39" fmla="*/ 956 w 76914"/>
                <a:gd name="csY39" fmla="*/ 27708 h 43473"/>
                <a:gd name="csX40" fmla="*/ 0 w 76914"/>
                <a:gd name="csY40" fmla="*/ 31052 h 43473"/>
                <a:gd name="csX41" fmla="*/ 478 w 76914"/>
                <a:gd name="csY41" fmla="*/ 33919 h 43473"/>
                <a:gd name="csX42" fmla="*/ 3344 w 76914"/>
                <a:gd name="csY42" fmla="*/ 43473 h 43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76914" h="43473">
                  <a:moveTo>
                    <a:pt x="3344" y="43473"/>
                  </a:moveTo>
                  <a:lnTo>
                    <a:pt x="4300" y="43473"/>
                  </a:lnTo>
                  <a:lnTo>
                    <a:pt x="10032" y="40607"/>
                  </a:lnTo>
                  <a:lnTo>
                    <a:pt x="20065" y="39174"/>
                  </a:lnTo>
                  <a:lnTo>
                    <a:pt x="24842" y="35352"/>
                  </a:lnTo>
                  <a:lnTo>
                    <a:pt x="27231" y="33919"/>
                  </a:lnTo>
                  <a:lnTo>
                    <a:pt x="32486" y="35352"/>
                  </a:lnTo>
                  <a:lnTo>
                    <a:pt x="36786" y="38218"/>
                  </a:lnTo>
                  <a:lnTo>
                    <a:pt x="38696" y="38218"/>
                  </a:lnTo>
                  <a:lnTo>
                    <a:pt x="43951" y="37263"/>
                  </a:lnTo>
                  <a:lnTo>
                    <a:pt x="56372" y="32963"/>
                  </a:lnTo>
                  <a:lnTo>
                    <a:pt x="65449" y="31530"/>
                  </a:lnTo>
                  <a:lnTo>
                    <a:pt x="70227" y="30097"/>
                  </a:lnTo>
                  <a:lnTo>
                    <a:pt x="76437" y="24364"/>
                  </a:lnTo>
                  <a:lnTo>
                    <a:pt x="76914" y="21498"/>
                  </a:lnTo>
                  <a:lnTo>
                    <a:pt x="75959" y="19109"/>
                  </a:lnTo>
                  <a:lnTo>
                    <a:pt x="75004" y="18154"/>
                  </a:lnTo>
                  <a:lnTo>
                    <a:pt x="70227" y="14809"/>
                  </a:lnTo>
                  <a:lnTo>
                    <a:pt x="67360" y="11943"/>
                  </a:lnTo>
                  <a:lnTo>
                    <a:pt x="65449" y="9077"/>
                  </a:lnTo>
                  <a:lnTo>
                    <a:pt x="64016" y="7644"/>
                  </a:lnTo>
                  <a:lnTo>
                    <a:pt x="62582" y="6688"/>
                  </a:lnTo>
                  <a:lnTo>
                    <a:pt x="59716" y="3822"/>
                  </a:lnTo>
                  <a:lnTo>
                    <a:pt x="58283" y="3344"/>
                  </a:lnTo>
                  <a:lnTo>
                    <a:pt x="49206" y="955"/>
                  </a:lnTo>
                  <a:lnTo>
                    <a:pt x="46818" y="0"/>
                  </a:lnTo>
                  <a:lnTo>
                    <a:pt x="44907" y="0"/>
                  </a:lnTo>
                  <a:lnTo>
                    <a:pt x="42040" y="1433"/>
                  </a:lnTo>
                  <a:lnTo>
                    <a:pt x="39174" y="1911"/>
                  </a:lnTo>
                  <a:lnTo>
                    <a:pt x="36307" y="955"/>
                  </a:lnTo>
                  <a:lnTo>
                    <a:pt x="33441" y="955"/>
                  </a:lnTo>
                  <a:lnTo>
                    <a:pt x="30097" y="2389"/>
                  </a:lnTo>
                  <a:lnTo>
                    <a:pt x="27231" y="3344"/>
                  </a:lnTo>
                  <a:lnTo>
                    <a:pt x="24842" y="4300"/>
                  </a:lnTo>
                  <a:lnTo>
                    <a:pt x="21498" y="7644"/>
                  </a:lnTo>
                  <a:lnTo>
                    <a:pt x="18154" y="8599"/>
                  </a:lnTo>
                  <a:lnTo>
                    <a:pt x="11943" y="15287"/>
                  </a:lnTo>
                  <a:lnTo>
                    <a:pt x="5255" y="21020"/>
                  </a:lnTo>
                  <a:lnTo>
                    <a:pt x="3822" y="23886"/>
                  </a:lnTo>
                  <a:lnTo>
                    <a:pt x="956" y="27708"/>
                  </a:lnTo>
                  <a:lnTo>
                    <a:pt x="0" y="31052"/>
                  </a:lnTo>
                  <a:lnTo>
                    <a:pt x="478" y="33919"/>
                  </a:lnTo>
                  <a:lnTo>
                    <a:pt x="3344" y="4347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4" name="Freeform 5313">
              <a:extLst>
                <a:ext uri="{FF2B5EF4-FFF2-40B4-BE49-F238E27FC236}">
                  <a16:creationId xmlns:a16="http://schemas.microsoft.com/office/drawing/2014/main" id="{DD3FDE8D-1799-0B72-0487-91FBF74650DD}"/>
                </a:ext>
              </a:extLst>
            </p:cNvPr>
            <p:cNvSpPr/>
            <p:nvPr/>
          </p:nvSpPr>
          <p:spPr>
            <a:xfrm>
              <a:off x="9077986" y="2951054"/>
              <a:ext cx="10988" cy="38218"/>
            </a:xfrm>
            <a:custGeom>
              <a:avLst/>
              <a:gdLst>
                <a:gd name="csX0" fmla="*/ 956 w 10988"/>
                <a:gd name="csY0" fmla="*/ 22931 h 38218"/>
                <a:gd name="csX1" fmla="*/ 1433 w 10988"/>
                <a:gd name="csY1" fmla="*/ 27708 h 38218"/>
                <a:gd name="csX2" fmla="*/ 2389 w 10988"/>
                <a:gd name="csY2" fmla="*/ 29142 h 38218"/>
                <a:gd name="csX3" fmla="*/ 5733 w 10988"/>
                <a:gd name="csY3" fmla="*/ 31052 h 38218"/>
                <a:gd name="csX4" fmla="*/ 7644 w 10988"/>
                <a:gd name="csY4" fmla="*/ 33441 h 38218"/>
                <a:gd name="csX5" fmla="*/ 7644 w 10988"/>
                <a:gd name="csY5" fmla="*/ 34874 h 38218"/>
                <a:gd name="csX6" fmla="*/ 6688 w 10988"/>
                <a:gd name="csY6" fmla="*/ 38218 h 38218"/>
                <a:gd name="csX7" fmla="*/ 7644 w 10988"/>
                <a:gd name="csY7" fmla="*/ 38218 h 38218"/>
                <a:gd name="csX8" fmla="*/ 8599 w 10988"/>
                <a:gd name="csY8" fmla="*/ 36785 h 38218"/>
                <a:gd name="csX9" fmla="*/ 8599 w 10988"/>
                <a:gd name="csY9" fmla="*/ 34874 h 38218"/>
                <a:gd name="csX10" fmla="*/ 8599 w 10988"/>
                <a:gd name="csY10" fmla="*/ 32486 h 38218"/>
                <a:gd name="csX11" fmla="*/ 6211 w 10988"/>
                <a:gd name="csY11" fmla="*/ 27708 h 38218"/>
                <a:gd name="csX12" fmla="*/ 6211 w 10988"/>
                <a:gd name="csY12" fmla="*/ 23409 h 38218"/>
                <a:gd name="csX13" fmla="*/ 5733 w 10988"/>
                <a:gd name="csY13" fmla="*/ 18154 h 38218"/>
                <a:gd name="csX14" fmla="*/ 5733 w 10988"/>
                <a:gd name="csY14" fmla="*/ 14332 h 38218"/>
                <a:gd name="csX15" fmla="*/ 5733 w 10988"/>
                <a:gd name="csY15" fmla="*/ 11943 h 38218"/>
                <a:gd name="csX16" fmla="*/ 9077 w 10988"/>
                <a:gd name="csY16" fmla="*/ 10988 h 38218"/>
                <a:gd name="csX17" fmla="*/ 10510 w 10988"/>
                <a:gd name="csY17" fmla="*/ 7644 h 38218"/>
                <a:gd name="csX18" fmla="*/ 10988 w 10988"/>
                <a:gd name="csY18" fmla="*/ 2866 h 38218"/>
                <a:gd name="csX19" fmla="*/ 9077 w 10988"/>
                <a:gd name="csY19" fmla="*/ 478 h 38218"/>
                <a:gd name="csX20" fmla="*/ 8599 w 10988"/>
                <a:gd name="csY20" fmla="*/ 0 h 38218"/>
                <a:gd name="csX21" fmla="*/ 6688 w 10988"/>
                <a:gd name="csY21" fmla="*/ 2389 h 38218"/>
                <a:gd name="csX22" fmla="*/ 4777 w 10988"/>
                <a:gd name="csY22" fmla="*/ 5255 h 38218"/>
                <a:gd name="csX23" fmla="*/ 956 w 10988"/>
                <a:gd name="csY23" fmla="*/ 9077 h 38218"/>
                <a:gd name="csX24" fmla="*/ 0 w 10988"/>
                <a:gd name="csY24" fmla="*/ 12421 h 38218"/>
                <a:gd name="csX25" fmla="*/ 1911 w 10988"/>
                <a:gd name="csY25" fmla="*/ 16243 h 38218"/>
                <a:gd name="csX26" fmla="*/ 956 w 10988"/>
                <a:gd name="csY26" fmla="*/ 22931 h 38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0988" h="38218">
                  <a:moveTo>
                    <a:pt x="956" y="22931"/>
                  </a:moveTo>
                  <a:lnTo>
                    <a:pt x="1433" y="27708"/>
                  </a:lnTo>
                  <a:lnTo>
                    <a:pt x="2389" y="29142"/>
                  </a:lnTo>
                  <a:lnTo>
                    <a:pt x="5733" y="31052"/>
                  </a:lnTo>
                  <a:lnTo>
                    <a:pt x="7644" y="33441"/>
                  </a:lnTo>
                  <a:lnTo>
                    <a:pt x="7644" y="34874"/>
                  </a:lnTo>
                  <a:lnTo>
                    <a:pt x="6688" y="38218"/>
                  </a:lnTo>
                  <a:lnTo>
                    <a:pt x="7644" y="38218"/>
                  </a:lnTo>
                  <a:lnTo>
                    <a:pt x="8599" y="36785"/>
                  </a:lnTo>
                  <a:lnTo>
                    <a:pt x="8599" y="34874"/>
                  </a:lnTo>
                  <a:lnTo>
                    <a:pt x="8599" y="32486"/>
                  </a:lnTo>
                  <a:lnTo>
                    <a:pt x="6211" y="27708"/>
                  </a:lnTo>
                  <a:lnTo>
                    <a:pt x="6211" y="23409"/>
                  </a:lnTo>
                  <a:lnTo>
                    <a:pt x="5733" y="18154"/>
                  </a:lnTo>
                  <a:lnTo>
                    <a:pt x="5733" y="14332"/>
                  </a:lnTo>
                  <a:lnTo>
                    <a:pt x="5733" y="11943"/>
                  </a:lnTo>
                  <a:lnTo>
                    <a:pt x="9077" y="10988"/>
                  </a:lnTo>
                  <a:lnTo>
                    <a:pt x="10510" y="7644"/>
                  </a:lnTo>
                  <a:lnTo>
                    <a:pt x="10988" y="2866"/>
                  </a:lnTo>
                  <a:lnTo>
                    <a:pt x="9077" y="478"/>
                  </a:lnTo>
                  <a:lnTo>
                    <a:pt x="8599" y="0"/>
                  </a:lnTo>
                  <a:lnTo>
                    <a:pt x="6688" y="2389"/>
                  </a:lnTo>
                  <a:lnTo>
                    <a:pt x="4777" y="5255"/>
                  </a:lnTo>
                  <a:lnTo>
                    <a:pt x="956" y="9077"/>
                  </a:lnTo>
                  <a:lnTo>
                    <a:pt x="0" y="12421"/>
                  </a:lnTo>
                  <a:lnTo>
                    <a:pt x="1911" y="16243"/>
                  </a:lnTo>
                  <a:lnTo>
                    <a:pt x="956" y="2293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5" name="Freeform 5314">
              <a:extLst>
                <a:ext uri="{FF2B5EF4-FFF2-40B4-BE49-F238E27FC236}">
                  <a16:creationId xmlns:a16="http://schemas.microsoft.com/office/drawing/2014/main" id="{457F7176-3C4B-DA1E-F8B6-A515A120D112}"/>
                </a:ext>
              </a:extLst>
            </p:cNvPr>
            <p:cNvSpPr/>
            <p:nvPr/>
          </p:nvSpPr>
          <p:spPr>
            <a:xfrm>
              <a:off x="9211272" y="2931467"/>
              <a:ext cx="32485" cy="23408"/>
            </a:xfrm>
            <a:custGeom>
              <a:avLst/>
              <a:gdLst>
                <a:gd name="csX0" fmla="*/ 3822 w 32485"/>
                <a:gd name="csY0" fmla="*/ 12899 h 23408"/>
                <a:gd name="csX1" fmla="*/ 7166 w 32485"/>
                <a:gd name="csY1" fmla="*/ 15765 h 23408"/>
                <a:gd name="csX2" fmla="*/ 10988 w 32485"/>
                <a:gd name="csY2" fmla="*/ 18631 h 23408"/>
                <a:gd name="csX3" fmla="*/ 22454 w 32485"/>
                <a:gd name="csY3" fmla="*/ 23409 h 23408"/>
                <a:gd name="csX4" fmla="*/ 27709 w 32485"/>
                <a:gd name="csY4" fmla="*/ 22931 h 23408"/>
                <a:gd name="csX5" fmla="*/ 28664 w 32485"/>
                <a:gd name="csY5" fmla="*/ 21976 h 23408"/>
                <a:gd name="csX6" fmla="*/ 29141 w 32485"/>
                <a:gd name="csY6" fmla="*/ 20542 h 23408"/>
                <a:gd name="csX7" fmla="*/ 30097 w 32485"/>
                <a:gd name="csY7" fmla="*/ 14810 h 23408"/>
                <a:gd name="csX8" fmla="*/ 30575 w 32485"/>
                <a:gd name="csY8" fmla="*/ 12899 h 23408"/>
                <a:gd name="csX9" fmla="*/ 32008 w 32485"/>
                <a:gd name="csY9" fmla="*/ 12421 h 23408"/>
                <a:gd name="csX10" fmla="*/ 32486 w 32485"/>
                <a:gd name="csY10" fmla="*/ 9555 h 23408"/>
                <a:gd name="csX11" fmla="*/ 32486 w 32485"/>
                <a:gd name="csY11" fmla="*/ 8599 h 23408"/>
                <a:gd name="csX12" fmla="*/ 31530 w 32485"/>
                <a:gd name="csY12" fmla="*/ 7166 h 23408"/>
                <a:gd name="csX13" fmla="*/ 10988 w 32485"/>
                <a:gd name="csY13" fmla="*/ 0 h 23408"/>
                <a:gd name="csX14" fmla="*/ 8122 w 32485"/>
                <a:gd name="csY14" fmla="*/ 478 h 23408"/>
                <a:gd name="csX15" fmla="*/ 5255 w 32485"/>
                <a:gd name="csY15" fmla="*/ 2389 h 23408"/>
                <a:gd name="csX16" fmla="*/ 1433 w 32485"/>
                <a:gd name="csY16" fmla="*/ 6210 h 23408"/>
                <a:gd name="csX17" fmla="*/ 478 w 32485"/>
                <a:gd name="csY17" fmla="*/ 7644 h 23408"/>
                <a:gd name="csX18" fmla="*/ 0 w 32485"/>
                <a:gd name="csY18" fmla="*/ 9555 h 23408"/>
                <a:gd name="csX19" fmla="*/ 478 w 32485"/>
                <a:gd name="csY19" fmla="*/ 10510 h 23408"/>
                <a:gd name="csX20" fmla="*/ 3822 w 32485"/>
                <a:gd name="csY20" fmla="*/ 12899 h 23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32485" h="23408">
                  <a:moveTo>
                    <a:pt x="3822" y="12899"/>
                  </a:moveTo>
                  <a:lnTo>
                    <a:pt x="7166" y="15765"/>
                  </a:lnTo>
                  <a:lnTo>
                    <a:pt x="10988" y="18631"/>
                  </a:lnTo>
                  <a:lnTo>
                    <a:pt x="22454" y="23409"/>
                  </a:lnTo>
                  <a:lnTo>
                    <a:pt x="27709" y="22931"/>
                  </a:lnTo>
                  <a:lnTo>
                    <a:pt x="28664" y="21976"/>
                  </a:lnTo>
                  <a:lnTo>
                    <a:pt x="29141" y="20542"/>
                  </a:lnTo>
                  <a:lnTo>
                    <a:pt x="30097" y="14810"/>
                  </a:lnTo>
                  <a:lnTo>
                    <a:pt x="30575" y="12899"/>
                  </a:lnTo>
                  <a:lnTo>
                    <a:pt x="32008" y="12421"/>
                  </a:lnTo>
                  <a:lnTo>
                    <a:pt x="32486" y="9555"/>
                  </a:lnTo>
                  <a:lnTo>
                    <a:pt x="32486" y="8599"/>
                  </a:lnTo>
                  <a:lnTo>
                    <a:pt x="31530" y="7166"/>
                  </a:lnTo>
                  <a:lnTo>
                    <a:pt x="10988" y="0"/>
                  </a:lnTo>
                  <a:lnTo>
                    <a:pt x="8122" y="478"/>
                  </a:lnTo>
                  <a:lnTo>
                    <a:pt x="5255" y="2389"/>
                  </a:lnTo>
                  <a:lnTo>
                    <a:pt x="1433" y="6210"/>
                  </a:lnTo>
                  <a:lnTo>
                    <a:pt x="478" y="7644"/>
                  </a:lnTo>
                  <a:lnTo>
                    <a:pt x="0" y="9555"/>
                  </a:lnTo>
                  <a:lnTo>
                    <a:pt x="478" y="10510"/>
                  </a:lnTo>
                  <a:lnTo>
                    <a:pt x="3822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6" name="Freeform 5315">
              <a:extLst>
                <a:ext uri="{FF2B5EF4-FFF2-40B4-BE49-F238E27FC236}">
                  <a16:creationId xmlns:a16="http://schemas.microsoft.com/office/drawing/2014/main" id="{01CF5CE4-4349-1B15-00E7-0175B00C4AE2}"/>
                </a:ext>
              </a:extLst>
            </p:cNvPr>
            <p:cNvSpPr/>
            <p:nvPr/>
          </p:nvSpPr>
          <p:spPr>
            <a:xfrm>
              <a:off x="8104374" y="2505810"/>
              <a:ext cx="13376" cy="15287"/>
            </a:xfrm>
            <a:custGeom>
              <a:avLst/>
              <a:gdLst>
                <a:gd name="csX0" fmla="*/ 3344 w 13376"/>
                <a:gd name="csY0" fmla="*/ 7166 h 15287"/>
                <a:gd name="csX1" fmla="*/ 6210 w 13376"/>
                <a:gd name="csY1" fmla="*/ 8121 h 15287"/>
                <a:gd name="csX2" fmla="*/ 8121 w 13376"/>
                <a:gd name="csY2" fmla="*/ 12421 h 15287"/>
                <a:gd name="csX3" fmla="*/ 10987 w 13376"/>
                <a:gd name="csY3" fmla="*/ 15287 h 15287"/>
                <a:gd name="csX4" fmla="*/ 11943 w 13376"/>
                <a:gd name="csY4" fmla="*/ 14810 h 15287"/>
                <a:gd name="csX5" fmla="*/ 11943 w 13376"/>
                <a:gd name="csY5" fmla="*/ 12421 h 15287"/>
                <a:gd name="csX6" fmla="*/ 12421 w 13376"/>
                <a:gd name="csY6" fmla="*/ 11466 h 15287"/>
                <a:gd name="csX7" fmla="*/ 13376 w 13376"/>
                <a:gd name="csY7" fmla="*/ 10510 h 15287"/>
                <a:gd name="csX8" fmla="*/ 12898 w 13376"/>
                <a:gd name="csY8" fmla="*/ 7166 h 15287"/>
                <a:gd name="csX9" fmla="*/ 10032 w 13376"/>
                <a:gd name="csY9" fmla="*/ 1911 h 15287"/>
                <a:gd name="csX10" fmla="*/ 8121 w 13376"/>
                <a:gd name="csY10" fmla="*/ 0 h 15287"/>
                <a:gd name="csX11" fmla="*/ 6210 w 13376"/>
                <a:gd name="csY11" fmla="*/ 1911 h 15287"/>
                <a:gd name="csX12" fmla="*/ 478 w 13376"/>
                <a:gd name="csY12" fmla="*/ 956 h 15287"/>
                <a:gd name="csX13" fmla="*/ 0 w 13376"/>
                <a:gd name="csY13" fmla="*/ 1433 h 15287"/>
                <a:gd name="csX14" fmla="*/ 478 w 13376"/>
                <a:gd name="csY14" fmla="*/ 3344 h 15287"/>
                <a:gd name="csX15" fmla="*/ 3344 w 13376"/>
                <a:gd name="csY15" fmla="*/ 7166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376" h="15287">
                  <a:moveTo>
                    <a:pt x="3344" y="7166"/>
                  </a:moveTo>
                  <a:lnTo>
                    <a:pt x="6210" y="8121"/>
                  </a:lnTo>
                  <a:lnTo>
                    <a:pt x="8121" y="12421"/>
                  </a:lnTo>
                  <a:lnTo>
                    <a:pt x="10987" y="15287"/>
                  </a:lnTo>
                  <a:lnTo>
                    <a:pt x="11943" y="14810"/>
                  </a:lnTo>
                  <a:lnTo>
                    <a:pt x="11943" y="12421"/>
                  </a:lnTo>
                  <a:lnTo>
                    <a:pt x="12421" y="11466"/>
                  </a:lnTo>
                  <a:lnTo>
                    <a:pt x="13376" y="10510"/>
                  </a:lnTo>
                  <a:lnTo>
                    <a:pt x="12898" y="7166"/>
                  </a:lnTo>
                  <a:lnTo>
                    <a:pt x="10032" y="1911"/>
                  </a:lnTo>
                  <a:lnTo>
                    <a:pt x="8121" y="0"/>
                  </a:lnTo>
                  <a:lnTo>
                    <a:pt x="6210" y="1911"/>
                  </a:lnTo>
                  <a:lnTo>
                    <a:pt x="478" y="956"/>
                  </a:lnTo>
                  <a:lnTo>
                    <a:pt x="0" y="1433"/>
                  </a:lnTo>
                  <a:lnTo>
                    <a:pt x="478" y="3344"/>
                  </a:lnTo>
                  <a:lnTo>
                    <a:pt x="3344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7" name="Freeform 5316">
              <a:extLst>
                <a:ext uri="{FF2B5EF4-FFF2-40B4-BE49-F238E27FC236}">
                  <a16:creationId xmlns:a16="http://schemas.microsoft.com/office/drawing/2014/main" id="{9354F65C-03D9-F264-71EC-9437F0E2CC58}"/>
                </a:ext>
              </a:extLst>
            </p:cNvPr>
            <p:cNvSpPr/>
            <p:nvPr/>
          </p:nvSpPr>
          <p:spPr>
            <a:xfrm>
              <a:off x="8568726" y="2679226"/>
              <a:ext cx="17198" cy="24364"/>
            </a:xfrm>
            <a:custGeom>
              <a:avLst/>
              <a:gdLst>
                <a:gd name="csX0" fmla="*/ 956 w 17198"/>
                <a:gd name="csY0" fmla="*/ 4777 h 24364"/>
                <a:gd name="csX1" fmla="*/ 4777 w 17198"/>
                <a:gd name="csY1" fmla="*/ 8599 h 24364"/>
                <a:gd name="csX2" fmla="*/ 6211 w 17198"/>
                <a:gd name="csY2" fmla="*/ 12899 h 24364"/>
                <a:gd name="csX3" fmla="*/ 12899 w 17198"/>
                <a:gd name="csY3" fmla="*/ 21498 h 24364"/>
                <a:gd name="csX4" fmla="*/ 14332 w 17198"/>
                <a:gd name="csY4" fmla="*/ 24364 h 24364"/>
                <a:gd name="csX5" fmla="*/ 15765 w 17198"/>
                <a:gd name="csY5" fmla="*/ 22453 h 24364"/>
                <a:gd name="csX6" fmla="*/ 17198 w 17198"/>
                <a:gd name="csY6" fmla="*/ 17676 h 24364"/>
                <a:gd name="csX7" fmla="*/ 12899 w 17198"/>
                <a:gd name="csY7" fmla="*/ 10988 h 24364"/>
                <a:gd name="csX8" fmla="*/ 4777 w 17198"/>
                <a:gd name="csY8" fmla="*/ 2389 h 24364"/>
                <a:gd name="csX9" fmla="*/ 0 w 17198"/>
                <a:gd name="csY9" fmla="*/ 0 h 24364"/>
                <a:gd name="csX10" fmla="*/ 0 w 17198"/>
                <a:gd name="csY10" fmla="*/ 3344 h 24364"/>
                <a:gd name="csX11" fmla="*/ 956 w 17198"/>
                <a:gd name="csY11" fmla="*/ 4777 h 2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7198" h="24364">
                  <a:moveTo>
                    <a:pt x="956" y="4777"/>
                  </a:moveTo>
                  <a:lnTo>
                    <a:pt x="4777" y="8599"/>
                  </a:lnTo>
                  <a:lnTo>
                    <a:pt x="6211" y="12899"/>
                  </a:lnTo>
                  <a:lnTo>
                    <a:pt x="12899" y="21498"/>
                  </a:lnTo>
                  <a:lnTo>
                    <a:pt x="14332" y="24364"/>
                  </a:lnTo>
                  <a:lnTo>
                    <a:pt x="15765" y="22453"/>
                  </a:lnTo>
                  <a:lnTo>
                    <a:pt x="17198" y="17676"/>
                  </a:lnTo>
                  <a:lnTo>
                    <a:pt x="12899" y="10988"/>
                  </a:lnTo>
                  <a:lnTo>
                    <a:pt x="4777" y="2389"/>
                  </a:lnTo>
                  <a:lnTo>
                    <a:pt x="0" y="0"/>
                  </a:lnTo>
                  <a:lnTo>
                    <a:pt x="0" y="3344"/>
                  </a:lnTo>
                  <a:lnTo>
                    <a:pt x="95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8" name="Freeform 5317">
              <a:extLst>
                <a:ext uri="{FF2B5EF4-FFF2-40B4-BE49-F238E27FC236}">
                  <a16:creationId xmlns:a16="http://schemas.microsoft.com/office/drawing/2014/main" id="{581BACC7-4EB2-E9B9-7A76-BB685626C64A}"/>
                </a:ext>
              </a:extLst>
            </p:cNvPr>
            <p:cNvSpPr/>
            <p:nvPr/>
          </p:nvSpPr>
          <p:spPr>
            <a:xfrm>
              <a:off x="8349448" y="2699769"/>
              <a:ext cx="6210" cy="6210"/>
            </a:xfrm>
            <a:custGeom>
              <a:avLst/>
              <a:gdLst>
                <a:gd name="csX0" fmla="*/ 2867 w 6210"/>
                <a:gd name="csY0" fmla="*/ 6210 h 6210"/>
                <a:gd name="csX1" fmla="*/ 4300 w 6210"/>
                <a:gd name="csY1" fmla="*/ 6210 h 6210"/>
                <a:gd name="csX2" fmla="*/ 6211 w 6210"/>
                <a:gd name="csY2" fmla="*/ 3344 h 6210"/>
                <a:gd name="csX3" fmla="*/ 5733 w 6210"/>
                <a:gd name="csY3" fmla="*/ 2866 h 6210"/>
                <a:gd name="csX4" fmla="*/ 4300 w 6210"/>
                <a:gd name="csY4" fmla="*/ 478 h 6210"/>
                <a:gd name="csX5" fmla="*/ 1911 w 6210"/>
                <a:gd name="csY5" fmla="*/ 0 h 6210"/>
                <a:gd name="csX6" fmla="*/ 0 w 6210"/>
                <a:gd name="csY6" fmla="*/ 956 h 6210"/>
                <a:gd name="csX7" fmla="*/ 0 w 6210"/>
                <a:gd name="csY7" fmla="*/ 1911 h 6210"/>
                <a:gd name="csX8" fmla="*/ 478 w 6210"/>
                <a:gd name="csY8" fmla="*/ 4300 h 6210"/>
                <a:gd name="csX9" fmla="*/ 2867 w 6210"/>
                <a:gd name="csY9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210" h="6210">
                  <a:moveTo>
                    <a:pt x="2867" y="6210"/>
                  </a:moveTo>
                  <a:lnTo>
                    <a:pt x="4300" y="6210"/>
                  </a:lnTo>
                  <a:lnTo>
                    <a:pt x="6211" y="3344"/>
                  </a:lnTo>
                  <a:lnTo>
                    <a:pt x="5733" y="2866"/>
                  </a:lnTo>
                  <a:lnTo>
                    <a:pt x="4300" y="478"/>
                  </a:lnTo>
                  <a:lnTo>
                    <a:pt x="1911" y="0"/>
                  </a:lnTo>
                  <a:lnTo>
                    <a:pt x="0" y="956"/>
                  </a:lnTo>
                  <a:lnTo>
                    <a:pt x="0" y="1911"/>
                  </a:lnTo>
                  <a:lnTo>
                    <a:pt x="478" y="4300"/>
                  </a:lnTo>
                  <a:lnTo>
                    <a:pt x="2867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9" name="Freeform 5318">
              <a:extLst>
                <a:ext uri="{FF2B5EF4-FFF2-40B4-BE49-F238E27FC236}">
                  <a16:creationId xmlns:a16="http://schemas.microsoft.com/office/drawing/2014/main" id="{C5BB2B13-C483-C8C4-5BE1-106B3A5203AF}"/>
                </a:ext>
              </a:extLst>
            </p:cNvPr>
            <p:cNvSpPr/>
            <p:nvPr/>
          </p:nvSpPr>
          <p:spPr>
            <a:xfrm>
              <a:off x="8653762" y="2701679"/>
              <a:ext cx="75480" cy="44428"/>
            </a:xfrm>
            <a:custGeom>
              <a:avLst/>
              <a:gdLst>
                <a:gd name="csX0" fmla="*/ 0 w 75480"/>
                <a:gd name="csY0" fmla="*/ 31530 h 44428"/>
                <a:gd name="csX1" fmla="*/ 1911 w 75480"/>
                <a:gd name="csY1" fmla="*/ 35830 h 44428"/>
                <a:gd name="csX2" fmla="*/ 4777 w 75480"/>
                <a:gd name="csY2" fmla="*/ 35830 h 44428"/>
                <a:gd name="csX3" fmla="*/ 6688 w 75480"/>
                <a:gd name="csY3" fmla="*/ 35830 h 44428"/>
                <a:gd name="csX4" fmla="*/ 14332 w 75480"/>
                <a:gd name="csY4" fmla="*/ 31052 h 44428"/>
                <a:gd name="csX5" fmla="*/ 19587 w 75480"/>
                <a:gd name="csY5" fmla="*/ 30097 h 44428"/>
                <a:gd name="csX6" fmla="*/ 21498 w 75480"/>
                <a:gd name="csY6" fmla="*/ 30097 h 44428"/>
                <a:gd name="csX7" fmla="*/ 29619 w 75480"/>
                <a:gd name="csY7" fmla="*/ 33919 h 44428"/>
                <a:gd name="csX8" fmla="*/ 38218 w 75480"/>
                <a:gd name="csY8" fmla="*/ 38696 h 44428"/>
                <a:gd name="csX9" fmla="*/ 48251 w 75480"/>
                <a:gd name="csY9" fmla="*/ 40607 h 44428"/>
                <a:gd name="csX10" fmla="*/ 52550 w 75480"/>
                <a:gd name="csY10" fmla="*/ 42518 h 44428"/>
                <a:gd name="csX11" fmla="*/ 57805 w 75480"/>
                <a:gd name="csY11" fmla="*/ 42518 h 44428"/>
                <a:gd name="csX12" fmla="*/ 62582 w 75480"/>
                <a:gd name="csY12" fmla="*/ 42996 h 44428"/>
                <a:gd name="csX13" fmla="*/ 69748 w 75480"/>
                <a:gd name="csY13" fmla="*/ 44429 h 44428"/>
                <a:gd name="csX14" fmla="*/ 75003 w 75480"/>
                <a:gd name="csY14" fmla="*/ 43951 h 44428"/>
                <a:gd name="csX15" fmla="*/ 75481 w 75480"/>
                <a:gd name="csY15" fmla="*/ 42996 h 44428"/>
                <a:gd name="csX16" fmla="*/ 75003 w 75480"/>
                <a:gd name="csY16" fmla="*/ 29619 h 44428"/>
                <a:gd name="csX17" fmla="*/ 74048 w 75480"/>
                <a:gd name="csY17" fmla="*/ 25320 h 44428"/>
                <a:gd name="csX18" fmla="*/ 72615 w 75480"/>
                <a:gd name="csY18" fmla="*/ 22453 h 44428"/>
                <a:gd name="csX19" fmla="*/ 58760 w 75480"/>
                <a:gd name="csY19" fmla="*/ 7166 h 44428"/>
                <a:gd name="csX20" fmla="*/ 54461 w 75480"/>
                <a:gd name="csY20" fmla="*/ 3822 h 44428"/>
                <a:gd name="csX21" fmla="*/ 49684 w 75480"/>
                <a:gd name="csY21" fmla="*/ 956 h 44428"/>
                <a:gd name="csX22" fmla="*/ 44428 w 75480"/>
                <a:gd name="csY22" fmla="*/ 0 h 44428"/>
                <a:gd name="csX23" fmla="*/ 39651 w 75480"/>
                <a:gd name="csY23" fmla="*/ 478 h 44428"/>
                <a:gd name="csX24" fmla="*/ 32485 w 75480"/>
                <a:gd name="csY24" fmla="*/ 2866 h 44428"/>
                <a:gd name="csX25" fmla="*/ 30097 w 75480"/>
                <a:gd name="csY25" fmla="*/ 2389 h 44428"/>
                <a:gd name="csX26" fmla="*/ 27708 w 75480"/>
                <a:gd name="csY26" fmla="*/ 2866 h 44428"/>
                <a:gd name="csX27" fmla="*/ 25798 w 75480"/>
                <a:gd name="csY27" fmla="*/ 5255 h 44428"/>
                <a:gd name="csX28" fmla="*/ 23886 w 75480"/>
                <a:gd name="csY28" fmla="*/ 9077 h 44428"/>
                <a:gd name="csX29" fmla="*/ 20064 w 75480"/>
                <a:gd name="csY29" fmla="*/ 18631 h 44428"/>
                <a:gd name="csX30" fmla="*/ 18153 w 75480"/>
                <a:gd name="csY30" fmla="*/ 22453 h 44428"/>
                <a:gd name="csX31" fmla="*/ 13854 w 75480"/>
                <a:gd name="csY31" fmla="*/ 27708 h 44428"/>
                <a:gd name="csX32" fmla="*/ 9555 w 75480"/>
                <a:gd name="csY32" fmla="*/ 29619 h 44428"/>
                <a:gd name="csX33" fmla="*/ 4777 w 75480"/>
                <a:gd name="csY33" fmla="*/ 30097 h 44428"/>
                <a:gd name="csX34" fmla="*/ 0 w 75480"/>
                <a:gd name="csY34" fmla="*/ 31530 h 44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75480" h="44428">
                  <a:moveTo>
                    <a:pt x="0" y="31530"/>
                  </a:moveTo>
                  <a:lnTo>
                    <a:pt x="1911" y="35830"/>
                  </a:lnTo>
                  <a:lnTo>
                    <a:pt x="4777" y="35830"/>
                  </a:lnTo>
                  <a:lnTo>
                    <a:pt x="6688" y="35830"/>
                  </a:lnTo>
                  <a:lnTo>
                    <a:pt x="14332" y="31052"/>
                  </a:lnTo>
                  <a:lnTo>
                    <a:pt x="19587" y="30097"/>
                  </a:lnTo>
                  <a:lnTo>
                    <a:pt x="21498" y="30097"/>
                  </a:lnTo>
                  <a:lnTo>
                    <a:pt x="29619" y="33919"/>
                  </a:lnTo>
                  <a:lnTo>
                    <a:pt x="38218" y="38696"/>
                  </a:lnTo>
                  <a:lnTo>
                    <a:pt x="48251" y="40607"/>
                  </a:lnTo>
                  <a:lnTo>
                    <a:pt x="52550" y="42518"/>
                  </a:lnTo>
                  <a:lnTo>
                    <a:pt x="57805" y="42518"/>
                  </a:lnTo>
                  <a:lnTo>
                    <a:pt x="62582" y="42996"/>
                  </a:lnTo>
                  <a:lnTo>
                    <a:pt x="69748" y="44429"/>
                  </a:lnTo>
                  <a:lnTo>
                    <a:pt x="75003" y="43951"/>
                  </a:lnTo>
                  <a:lnTo>
                    <a:pt x="75481" y="42996"/>
                  </a:lnTo>
                  <a:lnTo>
                    <a:pt x="75003" y="29619"/>
                  </a:lnTo>
                  <a:lnTo>
                    <a:pt x="74048" y="25320"/>
                  </a:lnTo>
                  <a:lnTo>
                    <a:pt x="72615" y="22453"/>
                  </a:lnTo>
                  <a:lnTo>
                    <a:pt x="58760" y="7166"/>
                  </a:lnTo>
                  <a:lnTo>
                    <a:pt x="54461" y="3822"/>
                  </a:lnTo>
                  <a:lnTo>
                    <a:pt x="49684" y="956"/>
                  </a:lnTo>
                  <a:lnTo>
                    <a:pt x="44428" y="0"/>
                  </a:lnTo>
                  <a:lnTo>
                    <a:pt x="39651" y="478"/>
                  </a:lnTo>
                  <a:lnTo>
                    <a:pt x="32485" y="2866"/>
                  </a:lnTo>
                  <a:lnTo>
                    <a:pt x="30097" y="2389"/>
                  </a:lnTo>
                  <a:lnTo>
                    <a:pt x="27708" y="2866"/>
                  </a:lnTo>
                  <a:lnTo>
                    <a:pt x="25798" y="5255"/>
                  </a:lnTo>
                  <a:lnTo>
                    <a:pt x="23886" y="9077"/>
                  </a:lnTo>
                  <a:lnTo>
                    <a:pt x="20064" y="18631"/>
                  </a:lnTo>
                  <a:lnTo>
                    <a:pt x="18153" y="22453"/>
                  </a:lnTo>
                  <a:lnTo>
                    <a:pt x="13854" y="27708"/>
                  </a:lnTo>
                  <a:lnTo>
                    <a:pt x="9555" y="29619"/>
                  </a:lnTo>
                  <a:lnTo>
                    <a:pt x="4777" y="30097"/>
                  </a:lnTo>
                  <a:lnTo>
                    <a:pt x="0" y="3153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0" name="Freeform 5319">
              <a:extLst>
                <a:ext uri="{FF2B5EF4-FFF2-40B4-BE49-F238E27FC236}">
                  <a16:creationId xmlns:a16="http://schemas.microsoft.com/office/drawing/2014/main" id="{15F47F8B-B399-15D0-E6F3-92A1B3AED92D}"/>
                </a:ext>
              </a:extLst>
            </p:cNvPr>
            <p:cNvSpPr/>
            <p:nvPr/>
          </p:nvSpPr>
          <p:spPr>
            <a:xfrm>
              <a:off x="8256291" y="2749452"/>
              <a:ext cx="12421" cy="7643"/>
            </a:xfrm>
            <a:custGeom>
              <a:avLst/>
              <a:gdLst>
                <a:gd name="csX0" fmla="*/ 7166 w 12421"/>
                <a:gd name="csY0" fmla="*/ 7644 h 7643"/>
                <a:gd name="csX1" fmla="*/ 12421 w 12421"/>
                <a:gd name="csY1" fmla="*/ 4777 h 7643"/>
                <a:gd name="csX2" fmla="*/ 11943 w 12421"/>
                <a:gd name="csY2" fmla="*/ 3822 h 7643"/>
                <a:gd name="csX3" fmla="*/ 8599 w 12421"/>
                <a:gd name="csY3" fmla="*/ 956 h 7643"/>
                <a:gd name="csX4" fmla="*/ 6688 w 12421"/>
                <a:gd name="csY4" fmla="*/ 0 h 7643"/>
                <a:gd name="csX5" fmla="*/ 2389 w 12421"/>
                <a:gd name="csY5" fmla="*/ 956 h 7643"/>
                <a:gd name="csX6" fmla="*/ 0 w 12421"/>
                <a:gd name="csY6" fmla="*/ 2866 h 7643"/>
                <a:gd name="csX7" fmla="*/ 2867 w 12421"/>
                <a:gd name="csY7" fmla="*/ 7644 h 7643"/>
                <a:gd name="csX8" fmla="*/ 7166 w 12421"/>
                <a:gd name="csY8" fmla="*/ 764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2421" h="7643">
                  <a:moveTo>
                    <a:pt x="7166" y="7644"/>
                  </a:moveTo>
                  <a:lnTo>
                    <a:pt x="12421" y="4777"/>
                  </a:lnTo>
                  <a:lnTo>
                    <a:pt x="11943" y="3822"/>
                  </a:lnTo>
                  <a:lnTo>
                    <a:pt x="8599" y="956"/>
                  </a:lnTo>
                  <a:lnTo>
                    <a:pt x="6688" y="0"/>
                  </a:lnTo>
                  <a:lnTo>
                    <a:pt x="2389" y="956"/>
                  </a:lnTo>
                  <a:lnTo>
                    <a:pt x="0" y="2866"/>
                  </a:lnTo>
                  <a:lnTo>
                    <a:pt x="2867" y="7644"/>
                  </a:lnTo>
                  <a:lnTo>
                    <a:pt x="7166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1" name="Freeform 5320">
              <a:extLst>
                <a:ext uri="{FF2B5EF4-FFF2-40B4-BE49-F238E27FC236}">
                  <a16:creationId xmlns:a16="http://schemas.microsoft.com/office/drawing/2014/main" id="{B2ED4025-B901-79D7-4E0E-5BF6C88BC149}"/>
                </a:ext>
              </a:extLst>
            </p:cNvPr>
            <p:cNvSpPr/>
            <p:nvPr/>
          </p:nvSpPr>
          <p:spPr>
            <a:xfrm>
              <a:off x="8661884" y="2677793"/>
              <a:ext cx="20064" cy="23408"/>
            </a:xfrm>
            <a:custGeom>
              <a:avLst/>
              <a:gdLst>
                <a:gd name="csX0" fmla="*/ 6211 w 20064"/>
                <a:gd name="csY0" fmla="*/ 23409 h 23408"/>
                <a:gd name="csX1" fmla="*/ 8122 w 20064"/>
                <a:gd name="csY1" fmla="*/ 23409 h 23408"/>
                <a:gd name="csX2" fmla="*/ 18154 w 20064"/>
                <a:gd name="csY2" fmla="*/ 18154 h 23408"/>
                <a:gd name="csX3" fmla="*/ 19109 w 20064"/>
                <a:gd name="csY3" fmla="*/ 14810 h 23408"/>
                <a:gd name="csX4" fmla="*/ 20065 w 20064"/>
                <a:gd name="csY4" fmla="*/ 7166 h 23408"/>
                <a:gd name="csX5" fmla="*/ 19587 w 20064"/>
                <a:gd name="csY5" fmla="*/ 4300 h 23408"/>
                <a:gd name="csX6" fmla="*/ 18632 w 20064"/>
                <a:gd name="csY6" fmla="*/ 1911 h 23408"/>
                <a:gd name="csX7" fmla="*/ 17198 w 20064"/>
                <a:gd name="csY7" fmla="*/ 478 h 23408"/>
                <a:gd name="csX8" fmla="*/ 15288 w 20064"/>
                <a:gd name="csY8" fmla="*/ 0 h 23408"/>
                <a:gd name="csX9" fmla="*/ 6211 w 20064"/>
                <a:gd name="csY9" fmla="*/ 478 h 23408"/>
                <a:gd name="csX10" fmla="*/ 4300 w 20064"/>
                <a:gd name="csY10" fmla="*/ 956 h 23408"/>
                <a:gd name="csX11" fmla="*/ 1911 w 20064"/>
                <a:gd name="csY11" fmla="*/ 2389 h 23408"/>
                <a:gd name="csX12" fmla="*/ 0 w 20064"/>
                <a:gd name="csY12" fmla="*/ 5733 h 23408"/>
                <a:gd name="csX13" fmla="*/ 1911 w 20064"/>
                <a:gd name="csY13" fmla="*/ 17676 h 23408"/>
                <a:gd name="csX14" fmla="*/ 6211 w 20064"/>
                <a:gd name="csY14" fmla="*/ 23409 h 23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0064" h="23408">
                  <a:moveTo>
                    <a:pt x="6211" y="23409"/>
                  </a:moveTo>
                  <a:lnTo>
                    <a:pt x="8122" y="23409"/>
                  </a:lnTo>
                  <a:lnTo>
                    <a:pt x="18154" y="18154"/>
                  </a:lnTo>
                  <a:lnTo>
                    <a:pt x="19109" y="14810"/>
                  </a:lnTo>
                  <a:lnTo>
                    <a:pt x="20065" y="7166"/>
                  </a:lnTo>
                  <a:lnTo>
                    <a:pt x="19587" y="4300"/>
                  </a:lnTo>
                  <a:lnTo>
                    <a:pt x="18632" y="1911"/>
                  </a:lnTo>
                  <a:lnTo>
                    <a:pt x="17198" y="478"/>
                  </a:lnTo>
                  <a:lnTo>
                    <a:pt x="15288" y="0"/>
                  </a:lnTo>
                  <a:lnTo>
                    <a:pt x="6211" y="478"/>
                  </a:lnTo>
                  <a:lnTo>
                    <a:pt x="4300" y="956"/>
                  </a:lnTo>
                  <a:lnTo>
                    <a:pt x="1911" y="2389"/>
                  </a:lnTo>
                  <a:lnTo>
                    <a:pt x="0" y="5733"/>
                  </a:lnTo>
                  <a:lnTo>
                    <a:pt x="1911" y="17676"/>
                  </a:lnTo>
                  <a:lnTo>
                    <a:pt x="6211" y="2340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2" name="Freeform 5321">
              <a:extLst>
                <a:ext uri="{FF2B5EF4-FFF2-40B4-BE49-F238E27FC236}">
                  <a16:creationId xmlns:a16="http://schemas.microsoft.com/office/drawing/2014/main" id="{EA270BFC-CD24-2052-983E-997902D704AF}"/>
                </a:ext>
              </a:extLst>
            </p:cNvPr>
            <p:cNvSpPr/>
            <p:nvPr/>
          </p:nvSpPr>
          <p:spPr>
            <a:xfrm>
              <a:off x="7516289" y="2685437"/>
              <a:ext cx="7643" cy="6688"/>
            </a:xfrm>
            <a:custGeom>
              <a:avLst/>
              <a:gdLst>
                <a:gd name="csX0" fmla="*/ 2866 w 7643"/>
                <a:gd name="csY0" fmla="*/ 5733 h 6688"/>
                <a:gd name="csX1" fmla="*/ 5733 w 7643"/>
                <a:gd name="csY1" fmla="*/ 6688 h 6688"/>
                <a:gd name="csX2" fmla="*/ 7644 w 7643"/>
                <a:gd name="csY2" fmla="*/ 4777 h 6688"/>
                <a:gd name="csX3" fmla="*/ 7166 w 7643"/>
                <a:gd name="csY3" fmla="*/ 3344 h 6688"/>
                <a:gd name="csX4" fmla="*/ 5733 w 7643"/>
                <a:gd name="csY4" fmla="*/ 956 h 6688"/>
                <a:gd name="csX5" fmla="*/ 3821 w 7643"/>
                <a:gd name="csY5" fmla="*/ 0 h 6688"/>
                <a:gd name="csX6" fmla="*/ 955 w 7643"/>
                <a:gd name="csY6" fmla="*/ 478 h 6688"/>
                <a:gd name="csX7" fmla="*/ 0 w 7643"/>
                <a:gd name="csY7" fmla="*/ 1911 h 6688"/>
                <a:gd name="csX8" fmla="*/ 955 w 7643"/>
                <a:gd name="csY8" fmla="*/ 3822 h 6688"/>
                <a:gd name="csX9" fmla="*/ 2866 w 7643"/>
                <a:gd name="csY9" fmla="*/ 5733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643" h="6688">
                  <a:moveTo>
                    <a:pt x="2866" y="5733"/>
                  </a:moveTo>
                  <a:lnTo>
                    <a:pt x="5733" y="6688"/>
                  </a:lnTo>
                  <a:lnTo>
                    <a:pt x="7644" y="4777"/>
                  </a:lnTo>
                  <a:lnTo>
                    <a:pt x="7166" y="3344"/>
                  </a:lnTo>
                  <a:lnTo>
                    <a:pt x="5733" y="956"/>
                  </a:lnTo>
                  <a:lnTo>
                    <a:pt x="3821" y="0"/>
                  </a:lnTo>
                  <a:lnTo>
                    <a:pt x="955" y="478"/>
                  </a:lnTo>
                  <a:lnTo>
                    <a:pt x="0" y="1911"/>
                  </a:lnTo>
                  <a:lnTo>
                    <a:pt x="955" y="3822"/>
                  </a:lnTo>
                  <a:lnTo>
                    <a:pt x="2866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3" name="Freeform 5322">
              <a:extLst>
                <a:ext uri="{FF2B5EF4-FFF2-40B4-BE49-F238E27FC236}">
                  <a16:creationId xmlns:a16="http://schemas.microsoft.com/office/drawing/2014/main" id="{3534B323-7B18-BB6F-D6E3-13369EAC4FED}"/>
                </a:ext>
              </a:extLst>
            </p:cNvPr>
            <p:cNvSpPr/>
            <p:nvPr/>
          </p:nvSpPr>
          <p:spPr>
            <a:xfrm>
              <a:off x="8601690" y="2844520"/>
              <a:ext cx="18153" cy="9554"/>
            </a:xfrm>
            <a:custGeom>
              <a:avLst/>
              <a:gdLst>
                <a:gd name="csX0" fmla="*/ 15287 w 18153"/>
                <a:gd name="csY0" fmla="*/ 0 h 9554"/>
                <a:gd name="csX1" fmla="*/ 4300 w 18153"/>
                <a:gd name="csY1" fmla="*/ 478 h 9554"/>
                <a:gd name="csX2" fmla="*/ 2389 w 18153"/>
                <a:gd name="csY2" fmla="*/ 1911 h 9554"/>
                <a:gd name="csX3" fmla="*/ 1433 w 18153"/>
                <a:gd name="csY3" fmla="*/ 1911 h 9554"/>
                <a:gd name="csX4" fmla="*/ 478 w 18153"/>
                <a:gd name="csY4" fmla="*/ 2389 h 9554"/>
                <a:gd name="csX5" fmla="*/ 0 w 18153"/>
                <a:gd name="csY5" fmla="*/ 3344 h 9554"/>
                <a:gd name="csX6" fmla="*/ 478 w 18153"/>
                <a:gd name="csY6" fmla="*/ 4777 h 9554"/>
                <a:gd name="csX7" fmla="*/ 4300 w 18153"/>
                <a:gd name="csY7" fmla="*/ 7644 h 9554"/>
                <a:gd name="csX8" fmla="*/ 5733 w 18153"/>
                <a:gd name="csY8" fmla="*/ 7166 h 9554"/>
                <a:gd name="csX9" fmla="*/ 6688 w 18153"/>
                <a:gd name="csY9" fmla="*/ 6211 h 9554"/>
                <a:gd name="csX10" fmla="*/ 8121 w 18153"/>
                <a:gd name="csY10" fmla="*/ 6211 h 9554"/>
                <a:gd name="csX11" fmla="*/ 9077 w 18153"/>
                <a:gd name="csY11" fmla="*/ 6688 h 9554"/>
                <a:gd name="csX12" fmla="*/ 10988 w 18153"/>
                <a:gd name="csY12" fmla="*/ 8599 h 9554"/>
                <a:gd name="csX13" fmla="*/ 12898 w 18153"/>
                <a:gd name="csY13" fmla="*/ 9555 h 9554"/>
                <a:gd name="csX14" fmla="*/ 18154 w 18153"/>
                <a:gd name="csY14" fmla="*/ 4777 h 9554"/>
                <a:gd name="csX15" fmla="*/ 17198 w 18153"/>
                <a:gd name="csY15" fmla="*/ 2389 h 9554"/>
                <a:gd name="csX16" fmla="*/ 15765 w 18153"/>
                <a:gd name="csY16" fmla="*/ 478 h 9554"/>
                <a:gd name="csX17" fmla="*/ 15287 w 18153"/>
                <a:gd name="csY17" fmla="*/ 0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8153" h="9554">
                  <a:moveTo>
                    <a:pt x="15287" y="0"/>
                  </a:moveTo>
                  <a:lnTo>
                    <a:pt x="4300" y="478"/>
                  </a:lnTo>
                  <a:lnTo>
                    <a:pt x="2389" y="1911"/>
                  </a:lnTo>
                  <a:lnTo>
                    <a:pt x="1433" y="1911"/>
                  </a:lnTo>
                  <a:lnTo>
                    <a:pt x="478" y="2389"/>
                  </a:lnTo>
                  <a:lnTo>
                    <a:pt x="0" y="3344"/>
                  </a:lnTo>
                  <a:lnTo>
                    <a:pt x="478" y="4777"/>
                  </a:lnTo>
                  <a:lnTo>
                    <a:pt x="4300" y="7644"/>
                  </a:lnTo>
                  <a:lnTo>
                    <a:pt x="5733" y="7166"/>
                  </a:lnTo>
                  <a:lnTo>
                    <a:pt x="6688" y="6211"/>
                  </a:lnTo>
                  <a:lnTo>
                    <a:pt x="8121" y="6211"/>
                  </a:lnTo>
                  <a:lnTo>
                    <a:pt x="9077" y="6688"/>
                  </a:lnTo>
                  <a:lnTo>
                    <a:pt x="10988" y="8599"/>
                  </a:lnTo>
                  <a:lnTo>
                    <a:pt x="12898" y="9555"/>
                  </a:lnTo>
                  <a:lnTo>
                    <a:pt x="18154" y="4777"/>
                  </a:lnTo>
                  <a:lnTo>
                    <a:pt x="17198" y="2389"/>
                  </a:lnTo>
                  <a:lnTo>
                    <a:pt x="15765" y="478"/>
                  </a:lnTo>
                  <a:lnTo>
                    <a:pt x="1528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4" name="Freeform 5323">
              <a:extLst>
                <a:ext uri="{FF2B5EF4-FFF2-40B4-BE49-F238E27FC236}">
                  <a16:creationId xmlns:a16="http://schemas.microsoft.com/office/drawing/2014/main" id="{84F772B3-9350-0A1C-5E69-8398D1BC929F}"/>
                </a:ext>
              </a:extLst>
            </p:cNvPr>
            <p:cNvSpPr/>
            <p:nvPr/>
          </p:nvSpPr>
          <p:spPr>
            <a:xfrm>
              <a:off x="9170665" y="3526240"/>
              <a:ext cx="18153" cy="20542"/>
            </a:xfrm>
            <a:custGeom>
              <a:avLst/>
              <a:gdLst>
                <a:gd name="csX0" fmla="*/ 14332 w 18153"/>
                <a:gd name="csY0" fmla="*/ 12421 h 20542"/>
                <a:gd name="csX1" fmla="*/ 12899 w 18153"/>
                <a:gd name="csY1" fmla="*/ 10988 h 20542"/>
                <a:gd name="csX2" fmla="*/ 10032 w 18153"/>
                <a:gd name="csY2" fmla="*/ 5733 h 20542"/>
                <a:gd name="csX3" fmla="*/ 9555 w 18153"/>
                <a:gd name="csY3" fmla="*/ 3344 h 20542"/>
                <a:gd name="csX4" fmla="*/ 10510 w 18153"/>
                <a:gd name="csY4" fmla="*/ 956 h 20542"/>
                <a:gd name="csX5" fmla="*/ 9077 w 18153"/>
                <a:gd name="csY5" fmla="*/ 478 h 20542"/>
                <a:gd name="csX6" fmla="*/ 3822 w 18153"/>
                <a:gd name="csY6" fmla="*/ 0 h 20542"/>
                <a:gd name="csX7" fmla="*/ 1911 w 18153"/>
                <a:gd name="csY7" fmla="*/ 1433 h 20542"/>
                <a:gd name="csX8" fmla="*/ 0 w 18153"/>
                <a:gd name="csY8" fmla="*/ 1433 h 20542"/>
                <a:gd name="csX9" fmla="*/ 4777 w 18153"/>
                <a:gd name="csY9" fmla="*/ 4777 h 20542"/>
                <a:gd name="csX10" fmla="*/ 6211 w 18153"/>
                <a:gd name="csY10" fmla="*/ 6688 h 20542"/>
                <a:gd name="csX11" fmla="*/ 6688 w 18153"/>
                <a:gd name="csY11" fmla="*/ 8599 h 20542"/>
                <a:gd name="csX12" fmla="*/ 7644 w 18153"/>
                <a:gd name="csY12" fmla="*/ 10032 h 20542"/>
                <a:gd name="csX13" fmla="*/ 9555 w 18153"/>
                <a:gd name="csY13" fmla="*/ 12899 h 20542"/>
                <a:gd name="csX14" fmla="*/ 11466 w 18153"/>
                <a:gd name="csY14" fmla="*/ 15287 h 20542"/>
                <a:gd name="csX15" fmla="*/ 12421 w 18153"/>
                <a:gd name="csY15" fmla="*/ 16243 h 20542"/>
                <a:gd name="csX16" fmla="*/ 14332 w 18153"/>
                <a:gd name="csY16" fmla="*/ 16243 h 20542"/>
                <a:gd name="csX17" fmla="*/ 15288 w 18153"/>
                <a:gd name="csY17" fmla="*/ 18154 h 20542"/>
                <a:gd name="csX18" fmla="*/ 17676 w 18153"/>
                <a:gd name="csY18" fmla="*/ 20542 h 20542"/>
                <a:gd name="csX19" fmla="*/ 18154 w 18153"/>
                <a:gd name="csY19" fmla="*/ 16243 h 20542"/>
                <a:gd name="csX20" fmla="*/ 16243 w 18153"/>
                <a:gd name="csY20" fmla="*/ 13854 h 20542"/>
                <a:gd name="csX21" fmla="*/ 14332 w 18153"/>
                <a:gd name="csY21" fmla="*/ 12421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8153" h="20542">
                  <a:moveTo>
                    <a:pt x="14332" y="12421"/>
                  </a:moveTo>
                  <a:lnTo>
                    <a:pt x="12899" y="10988"/>
                  </a:lnTo>
                  <a:lnTo>
                    <a:pt x="10032" y="5733"/>
                  </a:lnTo>
                  <a:lnTo>
                    <a:pt x="9555" y="3344"/>
                  </a:lnTo>
                  <a:lnTo>
                    <a:pt x="10510" y="956"/>
                  </a:lnTo>
                  <a:lnTo>
                    <a:pt x="9077" y="478"/>
                  </a:lnTo>
                  <a:lnTo>
                    <a:pt x="3822" y="0"/>
                  </a:lnTo>
                  <a:lnTo>
                    <a:pt x="1911" y="1433"/>
                  </a:lnTo>
                  <a:lnTo>
                    <a:pt x="0" y="1433"/>
                  </a:lnTo>
                  <a:lnTo>
                    <a:pt x="4777" y="4777"/>
                  </a:lnTo>
                  <a:lnTo>
                    <a:pt x="6211" y="6688"/>
                  </a:lnTo>
                  <a:lnTo>
                    <a:pt x="6688" y="8599"/>
                  </a:lnTo>
                  <a:lnTo>
                    <a:pt x="7644" y="10032"/>
                  </a:lnTo>
                  <a:lnTo>
                    <a:pt x="9555" y="12899"/>
                  </a:lnTo>
                  <a:lnTo>
                    <a:pt x="11466" y="15287"/>
                  </a:lnTo>
                  <a:lnTo>
                    <a:pt x="12421" y="16243"/>
                  </a:lnTo>
                  <a:lnTo>
                    <a:pt x="14332" y="16243"/>
                  </a:lnTo>
                  <a:lnTo>
                    <a:pt x="15288" y="18154"/>
                  </a:lnTo>
                  <a:lnTo>
                    <a:pt x="17676" y="20542"/>
                  </a:lnTo>
                  <a:lnTo>
                    <a:pt x="18154" y="16243"/>
                  </a:lnTo>
                  <a:lnTo>
                    <a:pt x="16243" y="13854"/>
                  </a:lnTo>
                  <a:lnTo>
                    <a:pt x="14332" y="124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5" name="Freeform 5324">
              <a:extLst>
                <a:ext uri="{FF2B5EF4-FFF2-40B4-BE49-F238E27FC236}">
                  <a16:creationId xmlns:a16="http://schemas.microsoft.com/office/drawing/2014/main" id="{6157B196-274E-7D5B-DE06-1680BCAE9ADC}"/>
                </a:ext>
              </a:extLst>
            </p:cNvPr>
            <p:cNvSpPr/>
            <p:nvPr/>
          </p:nvSpPr>
          <p:spPr>
            <a:xfrm>
              <a:off x="8949955" y="3696312"/>
              <a:ext cx="5732" cy="10509"/>
            </a:xfrm>
            <a:custGeom>
              <a:avLst/>
              <a:gdLst>
                <a:gd name="csX0" fmla="*/ 0 w 5732"/>
                <a:gd name="csY0" fmla="*/ 7644 h 10509"/>
                <a:gd name="csX1" fmla="*/ 0 w 5732"/>
                <a:gd name="csY1" fmla="*/ 10032 h 10509"/>
                <a:gd name="csX2" fmla="*/ 1911 w 5732"/>
                <a:gd name="csY2" fmla="*/ 10510 h 10509"/>
                <a:gd name="csX3" fmla="*/ 3821 w 5732"/>
                <a:gd name="csY3" fmla="*/ 9555 h 10509"/>
                <a:gd name="csX4" fmla="*/ 4300 w 5732"/>
                <a:gd name="csY4" fmla="*/ 8599 h 10509"/>
                <a:gd name="csX5" fmla="*/ 3821 w 5732"/>
                <a:gd name="csY5" fmla="*/ 5255 h 10509"/>
                <a:gd name="csX6" fmla="*/ 5255 w 5732"/>
                <a:gd name="csY6" fmla="*/ 2389 h 10509"/>
                <a:gd name="csX7" fmla="*/ 5733 w 5732"/>
                <a:gd name="csY7" fmla="*/ 478 h 10509"/>
                <a:gd name="csX8" fmla="*/ 4300 w 5732"/>
                <a:gd name="csY8" fmla="*/ 0 h 10509"/>
                <a:gd name="csX9" fmla="*/ 0 w 5732"/>
                <a:gd name="csY9" fmla="*/ 7644 h 1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10509">
                  <a:moveTo>
                    <a:pt x="0" y="7644"/>
                  </a:moveTo>
                  <a:lnTo>
                    <a:pt x="0" y="10032"/>
                  </a:lnTo>
                  <a:lnTo>
                    <a:pt x="1911" y="10510"/>
                  </a:lnTo>
                  <a:lnTo>
                    <a:pt x="3821" y="9555"/>
                  </a:lnTo>
                  <a:lnTo>
                    <a:pt x="4300" y="8599"/>
                  </a:lnTo>
                  <a:lnTo>
                    <a:pt x="3821" y="5255"/>
                  </a:lnTo>
                  <a:lnTo>
                    <a:pt x="5255" y="2389"/>
                  </a:lnTo>
                  <a:lnTo>
                    <a:pt x="5733" y="478"/>
                  </a:lnTo>
                  <a:lnTo>
                    <a:pt x="4300" y="0"/>
                  </a:lnTo>
                  <a:lnTo>
                    <a:pt x="0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6" name="Freeform 5325">
              <a:extLst>
                <a:ext uri="{FF2B5EF4-FFF2-40B4-BE49-F238E27FC236}">
                  <a16:creationId xmlns:a16="http://schemas.microsoft.com/office/drawing/2014/main" id="{601DF4CD-5356-5B11-DFF0-B8779D90D488}"/>
                </a:ext>
              </a:extLst>
            </p:cNvPr>
            <p:cNvSpPr/>
            <p:nvPr/>
          </p:nvSpPr>
          <p:spPr>
            <a:xfrm>
              <a:off x="8917469" y="3746952"/>
              <a:ext cx="2388" cy="2866"/>
            </a:xfrm>
            <a:custGeom>
              <a:avLst/>
              <a:gdLst>
                <a:gd name="csX0" fmla="*/ 1433 w 2388"/>
                <a:gd name="csY0" fmla="*/ 478 h 2866"/>
                <a:gd name="csX1" fmla="*/ 0 w 2388"/>
                <a:gd name="csY1" fmla="*/ 2389 h 2866"/>
                <a:gd name="csX2" fmla="*/ 478 w 2388"/>
                <a:gd name="csY2" fmla="*/ 2389 h 2866"/>
                <a:gd name="csX3" fmla="*/ 1433 w 2388"/>
                <a:gd name="csY3" fmla="*/ 2866 h 2866"/>
                <a:gd name="csX4" fmla="*/ 2389 w 2388"/>
                <a:gd name="csY4" fmla="*/ 1433 h 2866"/>
                <a:gd name="csX5" fmla="*/ 1911 w 2388"/>
                <a:gd name="csY5" fmla="*/ 0 h 2866"/>
                <a:gd name="csX6" fmla="*/ 1433 w 2388"/>
                <a:gd name="csY6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866">
                  <a:moveTo>
                    <a:pt x="1433" y="478"/>
                  </a:moveTo>
                  <a:lnTo>
                    <a:pt x="0" y="2389"/>
                  </a:lnTo>
                  <a:lnTo>
                    <a:pt x="478" y="2389"/>
                  </a:lnTo>
                  <a:lnTo>
                    <a:pt x="1433" y="2866"/>
                  </a:lnTo>
                  <a:lnTo>
                    <a:pt x="2389" y="1433"/>
                  </a:lnTo>
                  <a:lnTo>
                    <a:pt x="1911" y="0"/>
                  </a:lnTo>
                  <a:lnTo>
                    <a:pt x="14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7" name="Freeform 5326">
              <a:extLst>
                <a:ext uri="{FF2B5EF4-FFF2-40B4-BE49-F238E27FC236}">
                  <a16:creationId xmlns:a16="http://schemas.microsoft.com/office/drawing/2014/main" id="{D128BCD8-B41B-A59D-0D4C-7D155FE492F1}"/>
                </a:ext>
              </a:extLst>
            </p:cNvPr>
            <p:cNvSpPr/>
            <p:nvPr/>
          </p:nvSpPr>
          <p:spPr>
            <a:xfrm>
              <a:off x="8961420" y="3664304"/>
              <a:ext cx="18630" cy="21020"/>
            </a:xfrm>
            <a:custGeom>
              <a:avLst/>
              <a:gdLst>
                <a:gd name="csX0" fmla="*/ 16242 w 18630"/>
                <a:gd name="csY0" fmla="*/ 478 h 21020"/>
                <a:gd name="csX1" fmla="*/ 13854 w 18630"/>
                <a:gd name="csY1" fmla="*/ 2866 h 21020"/>
                <a:gd name="csX2" fmla="*/ 11465 w 18630"/>
                <a:gd name="csY2" fmla="*/ 8599 h 21020"/>
                <a:gd name="csX3" fmla="*/ 9555 w 18630"/>
                <a:gd name="csY3" fmla="*/ 10988 h 21020"/>
                <a:gd name="csX4" fmla="*/ 4777 w 18630"/>
                <a:gd name="csY4" fmla="*/ 11943 h 21020"/>
                <a:gd name="csX5" fmla="*/ 2389 w 18630"/>
                <a:gd name="csY5" fmla="*/ 13854 h 21020"/>
                <a:gd name="csX6" fmla="*/ 478 w 18630"/>
                <a:gd name="csY6" fmla="*/ 13854 h 21020"/>
                <a:gd name="csX7" fmla="*/ 0 w 18630"/>
                <a:gd name="csY7" fmla="*/ 14810 h 21020"/>
                <a:gd name="csX8" fmla="*/ 955 w 18630"/>
                <a:gd name="csY8" fmla="*/ 16243 h 21020"/>
                <a:gd name="csX9" fmla="*/ 955 w 18630"/>
                <a:gd name="csY9" fmla="*/ 19587 h 21020"/>
                <a:gd name="csX10" fmla="*/ 1910 w 18630"/>
                <a:gd name="csY10" fmla="*/ 20542 h 21020"/>
                <a:gd name="csX11" fmla="*/ 3821 w 18630"/>
                <a:gd name="csY11" fmla="*/ 21020 h 21020"/>
                <a:gd name="csX12" fmla="*/ 5255 w 18630"/>
                <a:gd name="csY12" fmla="*/ 20065 h 21020"/>
                <a:gd name="csX13" fmla="*/ 6210 w 18630"/>
                <a:gd name="csY13" fmla="*/ 18154 h 21020"/>
                <a:gd name="csX14" fmla="*/ 8121 w 18630"/>
                <a:gd name="csY14" fmla="*/ 17198 h 21020"/>
                <a:gd name="csX15" fmla="*/ 11943 w 18630"/>
                <a:gd name="csY15" fmla="*/ 16243 h 21020"/>
                <a:gd name="csX16" fmla="*/ 14332 w 18630"/>
                <a:gd name="csY16" fmla="*/ 13377 h 21020"/>
                <a:gd name="csX17" fmla="*/ 16721 w 18630"/>
                <a:gd name="csY17" fmla="*/ 9555 h 21020"/>
                <a:gd name="csX18" fmla="*/ 18153 w 18630"/>
                <a:gd name="csY18" fmla="*/ 6211 h 21020"/>
                <a:gd name="csX19" fmla="*/ 18631 w 18630"/>
                <a:gd name="csY19" fmla="*/ 2866 h 21020"/>
                <a:gd name="csX20" fmla="*/ 18153 w 18630"/>
                <a:gd name="csY20" fmla="*/ 0 h 21020"/>
                <a:gd name="csX21" fmla="*/ 16242 w 18630"/>
                <a:gd name="csY21" fmla="*/ 478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8630" h="21020">
                  <a:moveTo>
                    <a:pt x="16242" y="478"/>
                  </a:moveTo>
                  <a:lnTo>
                    <a:pt x="13854" y="2866"/>
                  </a:lnTo>
                  <a:lnTo>
                    <a:pt x="11465" y="8599"/>
                  </a:lnTo>
                  <a:lnTo>
                    <a:pt x="9555" y="10988"/>
                  </a:lnTo>
                  <a:lnTo>
                    <a:pt x="4777" y="11943"/>
                  </a:lnTo>
                  <a:lnTo>
                    <a:pt x="2389" y="13854"/>
                  </a:lnTo>
                  <a:lnTo>
                    <a:pt x="478" y="13854"/>
                  </a:lnTo>
                  <a:lnTo>
                    <a:pt x="0" y="14810"/>
                  </a:lnTo>
                  <a:lnTo>
                    <a:pt x="955" y="16243"/>
                  </a:lnTo>
                  <a:lnTo>
                    <a:pt x="955" y="19587"/>
                  </a:lnTo>
                  <a:lnTo>
                    <a:pt x="1910" y="20542"/>
                  </a:lnTo>
                  <a:lnTo>
                    <a:pt x="3821" y="21020"/>
                  </a:lnTo>
                  <a:lnTo>
                    <a:pt x="5255" y="20065"/>
                  </a:lnTo>
                  <a:lnTo>
                    <a:pt x="6210" y="18154"/>
                  </a:lnTo>
                  <a:lnTo>
                    <a:pt x="8121" y="17198"/>
                  </a:lnTo>
                  <a:lnTo>
                    <a:pt x="11943" y="16243"/>
                  </a:lnTo>
                  <a:lnTo>
                    <a:pt x="14332" y="13377"/>
                  </a:lnTo>
                  <a:lnTo>
                    <a:pt x="16721" y="9555"/>
                  </a:lnTo>
                  <a:lnTo>
                    <a:pt x="18153" y="6211"/>
                  </a:lnTo>
                  <a:lnTo>
                    <a:pt x="18631" y="2866"/>
                  </a:lnTo>
                  <a:lnTo>
                    <a:pt x="18153" y="0"/>
                  </a:lnTo>
                  <a:lnTo>
                    <a:pt x="16242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8" name="Freeform 5327">
              <a:extLst>
                <a:ext uri="{FF2B5EF4-FFF2-40B4-BE49-F238E27FC236}">
                  <a16:creationId xmlns:a16="http://schemas.microsoft.com/office/drawing/2014/main" id="{AC6BC044-D6B9-9786-9D43-F0ABC201741E}"/>
                </a:ext>
              </a:extLst>
            </p:cNvPr>
            <p:cNvSpPr/>
            <p:nvPr/>
          </p:nvSpPr>
          <p:spPr>
            <a:xfrm>
              <a:off x="8980530" y="3661916"/>
              <a:ext cx="6687" cy="6688"/>
            </a:xfrm>
            <a:custGeom>
              <a:avLst/>
              <a:gdLst>
                <a:gd name="csX0" fmla="*/ 4299 w 6687"/>
                <a:gd name="csY0" fmla="*/ 0 h 6688"/>
                <a:gd name="csX1" fmla="*/ 955 w 6687"/>
                <a:gd name="csY1" fmla="*/ 2389 h 6688"/>
                <a:gd name="csX2" fmla="*/ 0 w 6687"/>
                <a:gd name="csY2" fmla="*/ 3822 h 6688"/>
                <a:gd name="csX3" fmla="*/ 955 w 6687"/>
                <a:gd name="csY3" fmla="*/ 4777 h 6688"/>
                <a:gd name="csX4" fmla="*/ 3344 w 6687"/>
                <a:gd name="csY4" fmla="*/ 6211 h 6688"/>
                <a:gd name="csX5" fmla="*/ 4299 w 6687"/>
                <a:gd name="csY5" fmla="*/ 6688 h 6688"/>
                <a:gd name="csX6" fmla="*/ 4777 w 6687"/>
                <a:gd name="csY6" fmla="*/ 5733 h 6688"/>
                <a:gd name="csX7" fmla="*/ 6688 w 6687"/>
                <a:gd name="csY7" fmla="*/ 3344 h 6688"/>
                <a:gd name="csX8" fmla="*/ 6688 w 6687"/>
                <a:gd name="csY8" fmla="*/ 478 h 6688"/>
                <a:gd name="csX9" fmla="*/ 5733 w 6687"/>
                <a:gd name="csY9" fmla="*/ 0 h 6688"/>
                <a:gd name="csX10" fmla="*/ 4299 w 6687"/>
                <a:gd name="csY10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687" h="6688">
                  <a:moveTo>
                    <a:pt x="4299" y="0"/>
                  </a:moveTo>
                  <a:lnTo>
                    <a:pt x="955" y="2389"/>
                  </a:lnTo>
                  <a:lnTo>
                    <a:pt x="0" y="3822"/>
                  </a:lnTo>
                  <a:lnTo>
                    <a:pt x="955" y="4777"/>
                  </a:lnTo>
                  <a:lnTo>
                    <a:pt x="3344" y="6211"/>
                  </a:lnTo>
                  <a:lnTo>
                    <a:pt x="4299" y="6688"/>
                  </a:lnTo>
                  <a:lnTo>
                    <a:pt x="4777" y="5733"/>
                  </a:lnTo>
                  <a:lnTo>
                    <a:pt x="6688" y="3344"/>
                  </a:lnTo>
                  <a:lnTo>
                    <a:pt x="6688" y="478"/>
                  </a:lnTo>
                  <a:lnTo>
                    <a:pt x="5733" y="0"/>
                  </a:lnTo>
                  <a:lnTo>
                    <a:pt x="429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9" name="Freeform 5328">
              <a:extLst>
                <a:ext uri="{FF2B5EF4-FFF2-40B4-BE49-F238E27FC236}">
                  <a16:creationId xmlns:a16="http://schemas.microsoft.com/office/drawing/2014/main" id="{EB3D6840-C668-1B15-4109-CFA260988BEC}"/>
                </a:ext>
              </a:extLst>
            </p:cNvPr>
            <p:cNvSpPr/>
            <p:nvPr/>
          </p:nvSpPr>
          <p:spPr>
            <a:xfrm>
              <a:off x="8966675" y="3660005"/>
              <a:ext cx="3821" cy="3344"/>
            </a:xfrm>
            <a:custGeom>
              <a:avLst/>
              <a:gdLst>
                <a:gd name="csX0" fmla="*/ 1911 w 3821"/>
                <a:gd name="csY0" fmla="*/ 3344 h 3344"/>
                <a:gd name="csX1" fmla="*/ 3821 w 3821"/>
                <a:gd name="csY1" fmla="*/ 2866 h 3344"/>
                <a:gd name="csX2" fmla="*/ 3821 w 3821"/>
                <a:gd name="csY2" fmla="*/ 2389 h 3344"/>
                <a:gd name="csX3" fmla="*/ 3344 w 3821"/>
                <a:gd name="csY3" fmla="*/ 478 h 3344"/>
                <a:gd name="csX4" fmla="*/ 1911 w 3821"/>
                <a:gd name="csY4" fmla="*/ 0 h 3344"/>
                <a:gd name="csX5" fmla="*/ 0 w 3821"/>
                <a:gd name="csY5" fmla="*/ 478 h 3344"/>
                <a:gd name="csX6" fmla="*/ 478 w 3821"/>
                <a:gd name="csY6" fmla="*/ 1911 h 3344"/>
                <a:gd name="csX7" fmla="*/ 955 w 3821"/>
                <a:gd name="csY7" fmla="*/ 2389 h 3344"/>
                <a:gd name="csX8" fmla="*/ 1911 w 3821"/>
                <a:gd name="csY8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3344">
                  <a:moveTo>
                    <a:pt x="1911" y="3344"/>
                  </a:moveTo>
                  <a:lnTo>
                    <a:pt x="3821" y="2866"/>
                  </a:lnTo>
                  <a:lnTo>
                    <a:pt x="3821" y="2389"/>
                  </a:lnTo>
                  <a:lnTo>
                    <a:pt x="3344" y="478"/>
                  </a:lnTo>
                  <a:lnTo>
                    <a:pt x="1911" y="0"/>
                  </a:lnTo>
                  <a:lnTo>
                    <a:pt x="0" y="478"/>
                  </a:lnTo>
                  <a:lnTo>
                    <a:pt x="478" y="1911"/>
                  </a:lnTo>
                  <a:lnTo>
                    <a:pt x="955" y="2389"/>
                  </a:lnTo>
                  <a:lnTo>
                    <a:pt x="1911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0" name="Freeform 5329">
              <a:extLst>
                <a:ext uri="{FF2B5EF4-FFF2-40B4-BE49-F238E27FC236}">
                  <a16:creationId xmlns:a16="http://schemas.microsoft.com/office/drawing/2014/main" id="{93C37E40-9236-053D-613A-596EB26C525C}"/>
                </a:ext>
              </a:extLst>
            </p:cNvPr>
            <p:cNvSpPr/>
            <p:nvPr/>
          </p:nvSpPr>
          <p:spPr>
            <a:xfrm>
              <a:off x="8892627" y="3764628"/>
              <a:ext cx="10987" cy="9554"/>
            </a:xfrm>
            <a:custGeom>
              <a:avLst/>
              <a:gdLst>
                <a:gd name="csX0" fmla="*/ 8599 w 10987"/>
                <a:gd name="csY0" fmla="*/ 955 h 9554"/>
                <a:gd name="csX1" fmla="*/ 6210 w 10987"/>
                <a:gd name="csY1" fmla="*/ 3822 h 9554"/>
                <a:gd name="csX2" fmla="*/ 2866 w 10987"/>
                <a:gd name="csY2" fmla="*/ 7644 h 9554"/>
                <a:gd name="csX3" fmla="*/ 0 w 10987"/>
                <a:gd name="csY3" fmla="*/ 8121 h 9554"/>
                <a:gd name="csX4" fmla="*/ 0 w 10987"/>
                <a:gd name="csY4" fmla="*/ 8599 h 9554"/>
                <a:gd name="csX5" fmla="*/ 478 w 10987"/>
                <a:gd name="csY5" fmla="*/ 9555 h 9554"/>
                <a:gd name="csX6" fmla="*/ 1911 w 10987"/>
                <a:gd name="csY6" fmla="*/ 9555 h 9554"/>
                <a:gd name="csX7" fmla="*/ 5733 w 10987"/>
                <a:gd name="csY7" fmla="*/ 6688 h 9554"/>
                <a:gd name="csX8" fmla="*/ 10987 w 10987"/>
                <a:gd name="csY8" fmla="*/ 0 h 9554"/>
                <a:gd name="csX9" fmla="*/ 10032 w 10987"/>
                <a:gd name="csY9" fmla="*/ 0 h 9554"/>
                <a:gd name="csX10" fmla="*/ 8599 w 10987"/>
                <a:gd name="csY10" fmla="*/ 9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0987" h="9554">
                  <a:moveTo>
                    <a:pt x="8599" y="955"/>
                  </a:moveTo>
                  <a:lnTo>
                    <a:pt x="6210" y="3822"/>
                  </a:lnTo>
                  <a:lnTo>
                    <a:pt x="2866" y="7644"/>
                  </a:lnTo>
                  <a:lnTo>
                    <a:pt x="0" y="8121"/>
                  </a:lnTo>
                  <a:lnTo>
                    <a:pt x="0" y="8599"/>
                  </a:lnTo>
                  <a:lnTo>
                    <a:pt x="478" y="9555"/>
                  </a:lnTo>
                  <a:lnTo>
                    <a:pt x="1911" y="9555"/>
                  </a:lnTo>
                  <a:lnTo>
                    <a:pt x="5733" y="6688"/>
                  </a:lnTo>
                  <a:lnTo>
                    <a:pt x="10987" y="0"/>
                  </a:lnTo>
                  <a:lnTo>
                    <a:pt x="10032" y="0"/>
                  </a:lnTo>
                  <a:lnTo>
                    <a:pt x="8599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1" name="Freeform 5330">
              <a:extLst>
                <a:ext uri="{FF2B5EF4-FFF2-40B4-BE49-F238E27FC236}">
                  <a16:creationId xmlns:a16="http://schemas.microsoft.com/office/drawing/2014/main" id="{5AC0138D-8BCB-64DC-EC6A-B6075C8F258D}"/>
                </a:ext>
              </a:extLst>
            </p:cNvPr>
            <p:cNvSpPr/>
            <p:nvPr/>
          </p:nvSpPr>
          <p:spPr>
            <a:xfrm>
              <a:off x="8937534" y="3716854"/>
              <a:ext cx="4777" cy="4777"/>
            </a:xfrm>
            <a:custGeom>
              <a:avLst/>
              <a:gdLst>
                <a:gd name="csX0" fmla="*/ 2866 w 4777"/>
                <a:gd name="csY0" fmla="*/ 0 h 4777"/>
                <a:gd name="csX1" fmla="*/ 1910 w 4777"/>
                <a:gd name="csY1" fmla="*/ 2389 h 4777"/>
                <a:gd name="csX2" fmla="*/ 0 w 4777"/>
                <a:gd name="csY2" fmla="*/ 3822 h 4777"/>
                <a:gd name="csX3" fmla="*/ 0 w 4777"/>
                <a:gd name="csY3" fmla="*/ 4300 h 4777"/>
                <a:gd name="csX4" fmla="*/ 955 w 4777"/>
                <a:gd name="csY4" fmla="*/ 4777 h 4777"/>
                <a:gd name="csX5" fmla="*/ 1910 w 4777"/>
                <a:gd name="csY5" fmla="*/ 3344 h 4777"/>
                <a:gd name="csX6" fmla="*/ 4299 w 4777"/>
                <a:gd name="csY6" fmla="*/ 1433 h 4777"/>
                <a:gd name="csX7" fmla="*/ 4777 w 4777"/>
                <a:gd name="csY7" fmla="*/ 478 h 4777"/>
                <a:gd name="csX8" fmla="*/ 4299 w 4777"/>
                <a:gd name="csY8" fmla="*/ 0 h 4777"/>
                <a:gd name="csX9" fmla="*/ 2866 w 4777"/>
                <a:gd name="csY9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4777">
                  <a:moveTo>
                    <a:pt x="2866" y="0"/>
                  </a:moveTo>
                  <a:lnTo>
                    <a:pt x="1910" y="2389"/>
                  </a:lnTo>
                  <a:lnTo>
                    <a:pt x="0" y="3822"/>
                  </a:lnTo>
                  <a:lnTo>
                    <a:pt x="0" y="4300"/>
                  </a:lnTo>
                  <a:lnTo>
                    <a:pt x="955" y="4777"/>
                  </a:lnTo>
                  <a:lnTo>
                    <a:pt x="1910" y="3344"/>
                  </a:lnTo>
                  <a:lnTo>
                    <a:pt x="4299" y="1433"/>
                  </a:lnTo>
                  <a:lnTo>
                    <a:pt x="4777" y="478"/>
                  </a:lnTo>
                  <a:lnTo>
                    <a:pt x="4299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2" name="Freeform 5331">
              <a:extLst>
                <a:ext uri="{FF2B5EF4-FFF2-40B4-BE49-F238E27FC236}">
                  <a16:creationId xmlns:a16="http://schemas.microsoft.com/office/drawing/2014/main" id="{7341C4BF-CBC5-E3A0-0A3F-41640787FF77}"/>
                </a:ext>
              </a:extLst>
            </p:cNvPr>
            <p:cNvSpPr/>
            <p:nvPr/>
          </p:nvSpPr>
          <p:spPr>
            <a:xfrm>
              <a:off x="8779405" y="3860173"/>
              <a:ext cx="1911" cy="955"/>
            </a:xfrm>
            <a:custGeom>
              <a:avLst/>
              <a:gdLst>
                <a:gd name="csX0" fmla="*/ 478 w 1911"/>
                <a:gd name="csY0" fmla="*/ 478 h 955"/>
                <a:gd name="csX1" fmla="*/ 0 w 1911"/>
                <a:gd name="csY1" fmla="*/ 478 h 955"/>
                <a:gd name="csX2" fmla="*/ 478 w 1911"/>
                <a:gd name="csY2" fmla="*/ 955 h 955"/>
                <a:gd name="csX3" fmla="*/ 478 w 1911"/>
                <a:gd name="csY3" fmla="*/ 955 h 955"/>
                <a:gd name="csX4" fmla="*/ 956 w 1911"/>
                <a:gd name="csY4" fmla="*/ 478 h 955"/>
                <a:gd name="csX5" fmla="*/ 1433 w 1911"/>
                <a:gd name="csY5" fmla="*/ 478 h 955"/>
                <a:gd name="csX6" fmla="*/ 1911 w 1911"/>
                <a:gd name="csY6" fmla="*/ 0 h 955"/>
                <a:gd name="csX7" fmla="*/ 1433 w 1911"/>
                <a:gd name="csY7" fmla="*/ 0 h 955"/>
                <a:gd name="csX8" fmla="*/ 478 w 1911"/>
                <a:gd name="csY8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955">
                  <a:moveTo>
                    <a:pt x="478" y="478"/>
                  </a:moveTo>
                  <a:lnTo>
                    <a:pt x="0" y="478"/>
                  </a:lnTo>
                  <a:lnTo>
                    <a:pt x="478" y="955"/>
                  </a:lnTo>
                  <a:lnTo>
                    <a:pt x="478" y="955"/>
                  </a:lnTo>
                  <a:lnTo>
                    <a:pt x="956" y="478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1433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3" name="Freeform 5332">
              <a:extLst>
                <a:ext uri="{FF2B5EF4-FFF2-40B4-BE49-F238E27FC236}">
                  <a16:creationId xmlns:a16="http://schemas.microsoft.com/office/drawing/2014/main" id="{DBA472FB-8A59-5FB5-4337-3B305B597E80}"/>
                </a:ext>
              </a:extLst>
            </p:cNvPr>
            <p:cNvSpPr/>
            <p:nvPr/>
          </p:nvSpPr>
          <p:spPr>
            <a:xfrm>
              <a:off x="8784660" y="3854918"/>
              <a:ext cx="1432" cy="955"/>
            </a:xfrm>
            <a:custGeom>
              <a:avLst/>
              <a:gdLst>
                <a:gd name="csX0" fmla="*/ 955 w 1432"/>
                <a:gd name="csY0" fmla="*/ 0 h 955"/>
                <a:gd name="csX1" fmla="*/ 478 w 1432"/>
                <a:gd name="csY1" fmla="*/ 0 h 955"/>
                <a:gd name="csX2" fmla="*/ 0 w 1432"/>
                <a:gd name="csY2" fmla="*/ 478 h 955"/>
                <a:gd name="csX3" fmla="*/ 0 w 1432"/>
                <a:gd name="csY3" fmla="*/ 478 h 955"/>
                <a:gd name="csX4" fmla="*/ 0 w 1432"/>
                <a:gd name="csY4" fmla="*/ 956 h 955"/>
                <a:gd name="csX5" fmla="*/ 955 w 1432"/>
                <a:gd name="csY5" fmla="*/ 956 h 955"/>
                <a:gd name="csX6" fmla="*/ 1433 w 1432"/>
                <a:gd name="csY6" fmla="*/ 956 h 955"/>
                <a:gd name="csX7" fmla="*/ 1433 w 1432"/>
                <a:gd name="csY7" fmla="*/ 478 h 955"/>
                <a:gd name="csX8" fmla="*/ 955 w 1432"/>
                <a:gd name="csY8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2" h="955">
                  <a:moveTo>
                    <a:pt x="955" y="0"/>
                  </a:moveTo>
                  <a:lnTo>
                    <a:pt x="478" y="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0" y="956"/>
                  </a:lnTo>
                  <a:lnTo>
                    <a:pt x="955" y="956"/>
                  </a:lnTo>
                  <a:lnTo>
                    <a:pt x="1433" y="956"/>
                  </a:lnTo>
                  <a:lnTo>
                    <a:pt x="1433" y="478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4" name="Freeform 5333">
              <a:extLst>
                <a:ext uri="{FF2B5EF4-FFF2-40B4-BE49-F238E27FC236}">
                  <a16:creationId xmlns:a16="http://schemas.microsoft.com/office/drawing/2014/main" id="{F132CC64-5FC4-850A-5E16-B8F5B05FAAA2}"/>
                </a:ext>
              </a:extLst>
            </p:cNvPr>
            <p:cNvSpPr/>
            <p:nvPr/>
          </p:nvSpPr>
          <p:spPr>
            <a:xfrm>
              <a:off x="8767940" y="3833420"/>
              <a:ext cx="22453" cy="21020"/>
            </a:xfrm>
            <a:custGeom>
              <a:avLst/>
              <a:gdLst>
                <a:gd name="csX0" fmla="*/ 15287 w 22453"/>
                <a:gd name="csY0" fmla="*/ 478 h 21020"/>
                <a:gd name="csX1" fmla="*/ 13376 w 22453"/>
                <a:gd name="csY1" fmla="*/ 0 h 21020"/>
                <a:gd name="csX2" fmla="*/ 10032 w 22453"/>
                <a:gd name="csY2" fmla="*/ 5733 h 21020"/>
                <a:gd name="csX3" fmla="*/ 9076 w 22453"/>
                <a:gd name="csY3" fmla="*/ 6688 h 21020"/>
                <a:gd name="csX4" fmla="*/ 8121 w 22453"/>
                <a:gd name="csY4" fmla="*/ 8121 h 21020"/>
                <a:gd name="csX5" fmla="*/ 6688 w 22453"/>
                <a:gd name="csY5" fmla="*/ 9555 h 21020"/>
                <a:gd name="csX6" fmla="*/ 6210 w 22453"/>
                <a:gd name="csY6" fmla="*/ 10988 h 21020"/>
                <a:gd name="csX7" fmla="*/ 4777 w 22453"/>
                <a:gd name="csY7" fmla="*/ 12899 h 21020"/>
                <a:gd name="csX8" fmla="*/ 478 w 22453"/>
                <a:gd name="csY8" fmla="*/ 16243 h 21020"/>
                <a:gd name="csX9" fmla="*/ 0 w 22453"/>
                <a:gd name="csY9" fmla="*/ 17676 h 21020"/>
                <a:gd name="csX10" fmla="*/ 0 w 22453"/>
                <a:gd name="csY10" fmla="*/ 19587 h 21020"/>
                <a:gd name="csX11" fmla="*/ 2389 w 22453"/>
                <a:gd name="csY11" fmla="*/ 21020 h 21020"/>
                <a:gd name="csX12" fmla="*/ 2866 w 22453"/>
                <a:gd name="csY12" fmla="*/ 16721 h 21020"/>
                <a:gd name="csX13" fmla="*/ 6688 w 22453"/>
                <a:gd name="csY13" fmla="*/ 14332 h 21020"/>
                <a:gd name="csX14" fmla="*/ 9076 w 22453"/>
                <a:gd name="csY14" fmla="*/ 11466 h 21020"/>
                <a:gd name="csX15" fmla="*/ 9555 w 22453"/>
                <a:gd name="csY15" fmla="*/ 10032 h 21020"/>
                <a:gd name="csX16" fmla="*/ 13376 w 22453"/>
                <a:gd name="csY16" fmla="*/ 6688 h 21020"/>
                <a:gd name="csX17" fmla="*/ 14332 w 22453"/>
                <a:gd name="csY17" fmla="*/ 6210 h 21020"/>
                <a:gd name="csX18" fmla="*/ 17198 w 22453"/>
                <a:gd name="csY18" fmla="*/ 5733 h 21020"/>
                <a:gd name="csX19" fmla="*/ 19587 w 22453"/>
                <a:gd name="csY19" fmla="*/ 3344 h 21020"/>
                <a:gd name="csX20" fmla="*/ 21498 w 22453"/>
                <a:gd name="csY20" fmla="*/ 3344 h 21020"/>
                <a:gd name="csX21" fmla="*/ 22453 w 22453"/>
                <a:gd name="csY21" fmla="*/ 1433 h 21020"/>
                <a:gd name="csX22" fmla="*/ 18153 w 22453"/>
                <a:gd name="csY22" fmla="*/ 1911 h 21020"/>
                <a:gd name="csX23" fmla="*/ 15287 w 22453"/>
                <a:gd name="csY23" fmla="*/ 478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2453" h="21020">
                  <a:moveTo>
                    <a:pt x="15287" y="478"/>
                  </a:moveTo>
                  <a:lnTo>
                    <a:pt x="13376" y="0"/>
                  </a:lnTo>
                  <a:lnTo>
                    <a:pt x="10032" y="5733"/>
                  </a:lnTo>
                  <a:lnTo>
                    <a:pt x="9076" y="6688"/>
                  </a:lnTo>
                  <a:lnTo>
                    <a:pt x="8121" y="8121"/>
                  </a:lnTo>
                  <a:lnTo>
                    <a:pt x="6688" y="9555"/>
                  </a:lnTo>
                  <a:lnTo>
                    <a:pt x="6210" y="10988"/>
                  </a:lnTo>
                  <a:lnTo>
                    <a:pt x="4777" y="12899"/>
                  </a:lnTo>
                  <a:lnTo>
                    <a:pt x="478" y="16243"/>
                  </a:lnTo>
                  <a:lnTo>
                    <a:pt x="0" y="17676"/>
                  </a:lnTo>
                  <a:lnTo>
                    <a:pt x="0" y="19587"/>
                  </a:lnTo>
                  <a:lnTo>
                    <a:pt x="2389" y="21020"/>
                  </a:lnTo>
                  <a:lnTo>
                    <a:pt x="2866" y="16721"/>
                  </a:lnTo>
                  <a:lnTo>
                    <a:pt x="6688" y="14332"/>
                  </a:lnTo>
                  <a:lnTo>
                    <a:pt x="9076" y="11466"/>
                  </a:lnTo>
                  <a:lnTo>
                    <a:pt x="9555" y="10032"/>
                  </a:lnTo>
                  <a:lnTo>
                    <a:pt x="13376" y="6688"/>
                  </a:lnTo>
                  <a:lnTo>
                    <a:pt x="14332" y="6210"/>
                  </a:lnTo>
                  <a:lnTo>
                    <a:pt x="17198" y="5733"/>
                  </a:lnTo>
                  <a:lnTo>
                    <a:pt x="19587" y="3344"/>
                  </a:lnTo>
                  <a:lnTo>
                    <a:pt x="21498" y="3344"/>
                  </a:lnTo>
                  <a:lnTo>
                    <a:pt x="22453" y="1433"/>
                  </a:lnTo>
                  <a:lnTo>
                    <a:pt x="18153" y="1911"/>
                  </a:lnTo>
                  <a:lnTo>
                    <a:pt x="1528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5" name="Freeform 5334">
              <a:extLst>
                <a:ext uri="{FF2B5EF4-FFF2-40B4-BE49-F238E27FC236}">
                  <a16:creationId xmlns:a16="http://schemas.microsoft.com/office/drawing/2014/main" id="{B7EAE1DC-20D5-FF76-4B00-26EFB429E77C}"/>
                </a:ext>
              </a:extLst>
            </p:cNvPr>
            <p:cNvSpPr/>
            <p:nvPr/>
          </p:nvSpPr>
          <p:spPr>
            <a:xfrm>
              <a:off x="8776539" y="3859696"/>
              <a:ext cx="1433" cy="955"/>
            </a:xfrm>
            <a:custGeom>
              <a:avLst/>
              <a:gdLst>
                <a:gd name="csX0" fmla="*/ 956 w 1433"/>
                <a:gd name="csY0" fmla="*/ 0 h 955"/>
                <a:gd name="csX1" fmla="*/ 956 w 1433"/>
                <a:gd name="csY1" fmla="*/ 0 h 955"/>
                <a:gd name="csX2" fmla="*/ 478 w 1433"/>
                <a:gd name="csY2" fmla="*/ 478 h 955"/>
                <a:gd name="csX3" fmla="*/ 0 w 1433"/>
                <a:gd name="csY3" fmla="*/ 0 h 955"/>
                <a:gd name="csX4" fmla="*/ 0 w 1433"/>
                <a:gd name="csY4" fmla="*/ 0 h 955"/>
                <a:gd name="csX5" fmla="*/ 0 w 1433"/>
                <a:gd name="csY5" fmla="*/ 478 h 955"/>
                <a:gd name="csX6" fmla="*/ 0 w 1433"/>
                <a:gd name="csY6" fmla="*/ 478 h 955"/>
                <a:gd name="csX7" fmla="*/ 478 w 1433"/>
                <a:gd name="csY7" fmla="*/ 956 h 955"/>
                <a:gd name="csX8" fmla="*/ 478 w 1433"/>
                <a:gd name="csY8" fmla="*/ 956 h 955"/>
                <a:gd name="csX9" fmla="*/ 956 w 1433"/>
                <a:gd name="csY9" fmla="*/ 956 h 955"/>
                <a:gd name="csX10" fmla="*/ 956 w 1433"/>
                <a:gd name="csY10" fmla="*/ 956 h 955"/>
                <a:gd name="csX11" fmla="*/ 1433 w 1433"/>
                <a:gd name="csY11" fmla="*/ 956 h 955"/>
                <a:gd name="csX12" fmla="*/ 1433 w 1433"/>
                <a:gd name="csY12" fmla="*/ 478 h 955"/>
                <a:gd name="csX13" fmla="*/ 956 w 1433"/>
                <a:gd name="csY1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433" h="955">
                  <a:moveTo>
                    <a:pt x="956" y="0"/>
                  </a:moveTo>
                  <a:lnTo>
                    <a:pt x="956" y="0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956" y="956"/>
                  </a:lnTo>
                  <a:lnTo>
                    <a:pt x="956" y="956"/>
                  </a:lnTo>
                  <a:lnTo>
                    <a:pt x="1433" y="956"/>
                  </a:lnTo>
                  <a:lnTo>
                    <a:pt x="1433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6" name="Freeform 5335">
              <a:extLst>
                <a:ext uri="{FF2B5EF4-FFF2-40B4-BE49-F238E27FC236}">
                  <a16:creationId xmlns:a16="http://schemas.microsoft.com/office/drawing/2014/main" id="{CC1E04FC-22CE-E526-DFF2-BE57093411C6}"/>
                </a:ext>
              </a:extLst>
            </p:cNvPr>
            <p:cNvSpPr/>
            <p:nvPr/>
          </p:nvSpPr>
          <p:spPr>
            <a:xfrm>
              <a:off x="8797081" y="3807145"/>
              <a:ext cx="38218" cy="28663"/>
            </a:xfrm>
            <a:custGeom>
              <a:avLst/>
              <a:gdLst>
                <a:gd name="csX0" fmla="*/ 38218 w 38218"/>
                <a:gd name="csY0" fmla="*/ 1911 h 28663"/>
                <a:gd name="csX1" fmla="*/ 38218 w 38218"/>
                <a:gd name="csY1" fmla="*/ 956 h 28663"/>
                <a:gd name="csX2" fmla="*/ 37741 w 38218"/>
                <a:gd name="csY2" fmla="*/ 478 h 28663"/>
                <a:gd name="csX3" fmla="*/ 36785 w 38218"/>
                <a:gd name="csY3" fmla="*/ 0 h 28663"/>
                <a:gd name="csX4" fmla="*/ 35830 w 38218"/>
                <a:gd name="csY4" fmla="*/ 478 h 28663"/>
                <a:gd name="csX5" fmla="*/ 33919 w 38218"/>
                <a:gd name="csY5" fmla="*/ 1433 h 28663"/>
                <a:gd name="csX6" fmla="*/ 28186 w 38218"/>
                <a:gd name="csY6" fmla="*/ 6688 h 28663"/>
                <a:gd name="csX7" fmla="*/ 24364 w 38218"/>
                <a:gd name="csY7" fmla="*/ 7166 h 28663"/>
                <a:gd name="csX8" fmla="*/ 22931 w 38218"/>
                <a:gd name="csY8" fmla="*/ 7166 h 28663"/>
                <a:gd name="csX9" fmla="*/ 21020 w 38218"/>
                <a:gd name="csY9" fmla="*/ 3822 h 28663"/>
                <a:gd name="csX10" fmla="*/ 20064 w 38218"/>
                <a:gd name="csY10" fmla="*/ 3822 h 28663"/>
                <a:gd name="csX11" fmla="*/ 19109 w 38218"/>
                <a:gd name="csY11" fmla="*/ 5733 h 28663"/>
                <a:gd name="csX12" fmla="*/ 19587 w 38218"/>
                <a:gd name="csY12" fmla="*/ 7644 h 28663"/>
                <a:gd name="csX13" fmla="*/ 17198 w 38218"/>
                <a:gd name="csY13" fmla="*/ 8599 h 28663"/>
                <a:gd name="csX14" fmla="*/ 14809 w 38218"/>
                <a:gd name="csY14" fmla="*/ 11466 h 28663"/>
                <a:gd name="csX15" fmla="*/ 12898 w 38218"/>
                <a:gd name="csY15" fmla="*/ 11943 h 28663"/>
                <a:gd name="csX16" fmla="*/ 10510 w 38218"/>
                <a:gd name="csY16" fmla="*/ 15287 h 28663"/>
                <a:gd name="csX17" fmla="*/ 6688 w 38218"/>
                <a:gd name="csY17" fmla="*/ 17198 h 28663"/>
                <a:gd name="csX18" fmla="*/ 4777 w 38218"/>
                <a:gd name="csY18" fmla="*/ 19587 h 28663"/>
                <a:gd name="csX19" fmla="*/ 4777 w 38218"/>
                <a:gd name="csY19" fmla="*/ 22453 h 28663"/>
                <a:gd name="csX20" fmla="*/ 1433 w 38218"/>
                <a:gd name="csY20" fmla="*/ 24842 h 28663"/>
                <a:gd name="csX21" fmla="*/ 478 w 38218"/>
                <a:gd name="csY21" fmla="*/ 26275 h 28663"/>
                <a:gd name="csX22" fmla="*/ 0 w 38218"/>
                <a:gd name="csY22" fmla="*/ 28664 h 28663"/>
                <a:gd name="csX23" fmla="*/ 3821 w 38218"/>
                <a:gd name="csY23" fmla="*/ 25798 h 28663"/>
                <a:gd name="csX24" fmla="*/ 5733 w 38218"/>
                <a:gd name="csY24" fmla="*/ 24842 h 28663"/>
                <a:gd name="csX25" fmla="*/ 8121 w 38218"/>
                <a:gd name="csY25" fmla="*/ 21976 h 28663"/>
                <a:gd name="csX26" fmla="*/ 12898 w 38218"/>
                <a:gd name="csY26" fmla="*/ 17676 h 28663"/>
                <a:gd name="csX27" fmla="*/ 13854 w 38218"/>
                <a:gd name="csY27" fmla="*/ 16721 h 28663"/>
                <a:gd name="csX28" fmla="*/ 14332 w 38218"/>
                <a:gd name="csY28" fmla="*/ 15287 h 28663"/>
                <a:gd name="csX29" fmla="*/ 14809 w 38218"/>
                <a:gd name="csY29" fmla="*/ 14332 h 28663"/>
                <a:gd name="csX30" fmla="*/ 17198 w 38218"/>
                <a:gd name="csY30" fmla="*/ 14810 h 28663"/>
                <a:gd name="csX31" fmla="*/ 20064 w 38218"/>
                <a:gd name="csY31" fmla="*/ 13854 h 28663"/>
                <a:gd name="csX32" fmla="*/ 21975 w 38218"/>
                <a:gd name="csY32" fmla="*/ 11943 h 28663"/>
                <a:gd name="csX33" fmla="*/ 26753 w 38218"/>
                <a:gd name="csY33" fmla="*/ 8121 h 28663"/>
                <a:gd name="csX34" fmla="*/ 30097 w 38218"/>
                <a:gd name="csY34" fmla="*/ 7166 h 28663"/>
                <a:gd name="csX35" fmla="*/ 33441 w 38218"/>
                <a:gd name="csY35" fmla="*/ 5733 h 28663"/>
                <a:gd name="csX36" fmla="*/ 37263 w 38218"/>
                <a:gd name="csY36" fmla="*/ 5255 h 28663"/>
                <a:gd name="csX37" fmla="*/ 38218 w 38218"/>
                <a:gd name="csY37" fmla="*/ 4300 h 28663"/>
                <a:gd name="csX38" fmla="*/ 37741 w 38218"/>
                <a:gd name="csY38" fmla="*/ 2867 h 28663"/>
                <a:gd name="csX39" fmla="*/ 38218 w 38218"/>
                <a:gd name="csY39" fmla="*/ 1911 h 2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8218" h="28663">
                  <a:moveTo>
                    <a:pt x="38218" y="1911"/>
                  </a:moveTo>
                  <a:lnTo>
                    <a:pt x="38218" y="956"/>
                  </a:lnTo>
                  <a:lnTo>
                    <a:pt x="37741" y="478"/>
                  </a:lnTo>
                  <a:lnTo>
                    <a:pt x="36785" y="0"/>
                  </a:lnTo>
                  <a:lnTo>
                    <a:pt x="35830" y="478"/>
                  </a:lnTo>
                  <a:lnTo>
                    <a:pt x="33919" y="1433"/>
                  </a:lnTo>
                  <a:lnTo>
                    <a:pt x="28186" y="6688"/>
                  </a:lnTo>
                  <a:lnTo>
                    <a:pt x="24364" y="7166"/>
                  </a:lnTo>
                  <a:lnTo>
                    <a:pt x="22931" y="7166"/>
                  </a:lnTo>
                  <a:lnTo>
                    <a:pt x="21020" y="3822"/>
                  </a:lnTo>
                  <a:lnTo>
                    <a:pt x="20064" y="3822"/>
                  </a:lnTo>
                  <a:lnTo>
                    <a:pt x="19109" y="5733"/>
                  </a:lnTo>
                  <a:lnTo>
                    <a:pt x="19587" y="7644"/>
                  </a:lnTo>
                  <a:lnTo>
                    <a:pt x="17198" y="8599"/>
                  </a:lnTo>
                  <a:lnTo>
                    <a:pt x="14809" y="11466"/>
                  </a:lnTo>
                  <a:lnTo>
                    <a:pt x="12898" y="11943"/>
                  </a:lnTo>
                  <a:lnTo>
                    <a:pt x="10510" y="15287"/>
                  </a:lnTo>
                  <a:lnTo>
                    <a:pt x="6688" y="17198"/>
                  </a:lnTo>
                  <a:lnTo>
                    <a:pt x="4777" y="19587"/>
                  </a:lnTo>
                  <a:lnTo>
                    <a:pt x="4777" y="22453"/>
                  </a:lnTo>
                  <a:lnTo>
                    <a:pt x="1433" y="24842"/>
                  </a:lnTo>
                  <a:lnTo>
                    <a:pt x="478" y="26275"/>
                  </a:lnTo>
                  <a:lnTo>
                    <a:pt x="0" y="28664"/>
                  </a:lnTo>
                  <a:lnTo>
                    <a:pt x="3821" y="25798"/>
                  </a:lnTo>
                  <a:lnTo>
                    <a:pt x="5733" y="24842"/>
                  </a:lnTo>
                  <a:lnTo>
                    <a:pt x="8121" y="21976"/>
                  </a:lnTo>
                  <a:lnTo>
                    <a:pt x="12898" y="17676"/>
                  </a:lnTo>
                  <a:lnTo>
                    <a:pt x="13854" y="16721"/>
                  </a:lnTo>
                  <a:lnTo>
                    <a:pt x="14332" y="15287"/>
                  </a:lnTo>
                  <a:lnTo>
                    <a:pt x="14809" y="14332"/>
                  </a:lnTo>
                  <a:lnTo>
                    <a:pt x="17198" y="14810"/>
                  </a:lnTo>
                  <a:lnTo>
                    <a:pt x="20064" y="13854"/>
                  </a:lnTo>
                  <a:lnTo>
                    <a:pt x="21975" y="11943"/>
                  </a:lnTo>
                  <a:lnTo>
                    <a:pt x="26753" y="8121"/>
                  </a:lnTo>
                  <a:lnTo>
                    <a:pt x="30097" y="7166"/>
                  </a:lnTo>
                  <a:lnTo>
                    <a:pt x="33441" y="5733"/>
                  </a:lnTo>
                  <a:lnTo>
                    <a:pt x="37263" y="5255"/>
                  </a:lnTo>
                  <a:lnTo>
                    <a:pt x="38218" y="4300"/>
                  </a:lnTo>
                  <a:lnTo>
                    <a:pt x="37741" y="2867"/>
                  </a:lnTo>
                  <a:lnTo>
                    <a:pt x="3821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7" name="Freeform 5336">
              <a:extLst>
                <a:ext uri="{FF2B5EF4-FFF2-40B4-BE49-F238E27FC236}">
                  <a16:creationId xmlns:a16="http://schemas.microsoft.com/office/drawing/2014/main" id="{B6998D40-150A-74F9-B6CC-293DC60ACDD3}"/>
                </a:ext>
              </a:extLst>
            </p:cNvPr>
            <p:cNvSpPr/>
            <p:nvPr/>
          </p:nvSpPr>
          <p:spPr>
            <a:xfrm>
              <a:off x="8847243" y="3789469"/>
              <a:ext cx="21975" cy="16242"/>
            </a:xfrm>
            <a:custGeom>
              <a:avLst/>
              <a:gdLst>
                <a:gd name="csX0" fmla="*/ 17198 w 21975"/>
                <a:gd name="csY0" fmla="*/ 0 h 16242"/>
                <a:gd name="csX1" fmla="*/ 10510 w 21975"/>
                <a:gd name="csY1" fmla="*/ 4777 h 16242"/>
                <a:gd name="csX2" fmla="*/ 7166 w 21975"/>
                <a:gd name="csY2" fmla="*/ 8599 h 16242"/>
                <a:gd name="csX3" fmla="*/ 4777 w 21975"/>
                <a:gd name="csY3" fmla="*/ 9555 h 16242"/>
                <a:gd name="csX4" fmla="*/ 0 w 21975"/>
                <a:gd name="csY4" fmla="*/ 16243 h 16242"/>
                <a:gd name="csX5" fmla="*/ 1911 w 21975"/>
                <a:gd name="csY5" fmla="*/ 16243 h 16242"/>
                <a:gd name="csX6" fmla="*/ 4777 w 21975"/>
                <a:gd name="csY6" fmla="*/ 14810 h 16242"/>
                <a:gd name="csX7" fmla="*/ 9077 w 21975"/>
                <a:gd name="csY7" fmla="*/ 10988 h 16242"/>
                <a:gd name="csX8" fmla="*/ 10510 w 21975"/>
                <a:gd name="csY8" fmla="*/ 10032 h 16242"/>
                <a:gd name="csX9" fmla="*/ 12421 w 21975"/>
                <a:gd name="csY9" fmla="*/ 9555 h 16242"/>
                <a:gd name="csX10" fmla="*/ 15287 w 21975"/>
                <a:gd name="csY10" fmla="*/ 7166 h 16242"/>
                <a:gd name="csX11" fmla="*/ 15765 w 21975"/>
                <a:gd name="csY11" fmla="*/ 5255 h 16242"/>
                <a:gd name="csX12" fmla="*/ 21975 w 21975"/>
                <a:gd name="csY12" fmla="*/ 0 h 16242"/>
                <a:gd name="csX13" fmla="*/ 18153 w 21975"/>
                <a:gd name="csY13" fmla="*/ 0 h 16242"/>
                <a:gd name="csX14" fmla="*/ 17198 w 21975"/>
                <a:gd name="csY14" fmla="*/ 0 h 16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1975" h="16242">
                  <a:moveTo>
                    <a:pt x="17198" y="0"/>
                  </a:moveTo>
                  <a:lnTo>
                    <a:pt x="10510" y="4777"/>
                  </a:lnTo>
                  <a:lnTo>
                    <a:pt x="7166" y="8599"/>
                  </a:lnTo>
                  <a:lnTo>
                    <a:pt x="4777" y="9555"/>
                  </a:lnTo>
                  <a:lnTo>
                    <a:pt x="0" y="16243"/>
                  </a:lnTo>
                  <a:lnTo>
                    <a:pt x="1911" y="16243"/>
                  </a:lnTo>
                  <a:lnTo>
                    <a:pt x="4777" y="14810"/>
                  </a:lnTo>
                  <a:lnTo>
                    <a:pt x="9077" y="10988"/>
                  </a:lnTo>
                  <a:lnTo>
                    <a:pt x="10510" y="10032"/>
                  </a:lnTo>
                  <a:lnTo>
                    <a:pt x="12421" y="9555"/>
                  </a:lnTo>
                  <a:lnTo>
                    <a:pt x="15287" y="7166"/>
                  </a:lnTo>
                  <a:lnTo>
                    <a:pt x="15765" y="5255"/>
                  </a:lnTo>
                  <a:lnTo>
                    <a:pt x="21975" y="0"/>
                  </a:lnTo>
                  <a:lnTo>
                    <a:pt x="18153" y="0"/>
                  </a:lnTo>
                  <a:lnTo>
                    <a:pt x="1719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8" name="Freeform 5337">
              <a:extLst>
                <a:ext uri="{FF2B5EF4-FFF2-40B4-BE49-F238E27FC236}">
                  <a16:creationId xmlns:a16="http://schemas.microsoft.com/office/drawing/2014/main" id="{6FFCAECB-B2E2-0494-9735-0F9632F80E81}"/>
                </a:ext>
              </a:extLst>
            </p:cNvPr>
            <p:cNvSpPr/>
            <p:nvPr/>
          </p:nvSpPr>
          <p:spPr>
            <a:xfrm>
              <a:off x="8791348" y="3849663"/>
              <a:ext cx="5733" cy="3821"/>
            </a:xfrm>
            <a:custGeom>
              <a:avLst/>
              <a:gdLst>
                <a:gd name="csX0" fmla="*/ 4300 w 5733"/>
                <a:gd name="csY0" fmla="*/ 0 h 3821"/>
                <a:gd name="csX1" fmla="*/ 0 w 5733"/>
                <a:gd name="csY1" fmla="*/ 1433 h 3821"/>
                <a:gd name="csX2" fmla="*/ 0 w 5733"/>
                <a:gd name="csY2" fmla="*/ 1911 h 3821"/>
                <a:gd name="csX3" fmla="*/ 0 w 5733"/>
                <a:gd name="csY3" fmla="*/ 3344 h 3821"/>
                <a:gd name="csX4" fmla="*/ 1433 w 5733"/>
                <a:gd name="csY4" fmla="*/ 3822 h 3821"/>
                <a:gd name="csX5" fmla="*/ 1911 w 5733"/>
                <a:gd name="csY5" fmla="*/ 2866 h 3821"/>
                <a:gd name="csX6" fmla="*/ 5733 w 5733"/>
                <a:gd name="csY6" fmla="*/ 1433 h 3821"/>
                <a:gd name="csX7" fmla="*/ 5255 w 5733"/>
                <a:gd name="csY7" fmla="*/ 956 h 3821"/>
                <a:gd name="csX8" fmla="*/ 4300 w 5733"/>
                <a:gd name="csY8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733" h="3821">
                  <a:moveTo>
                    <a:pt x="4300" y="0"/>
                  </a:moveTo>
                  <a:lnTo>
                    <a:pt x="0" y="1433"/>
                  </a:lnTo>
                  <a:lnTo>
                    <a:pt x="0" y="1911"/>
                  </a:lnTo>
                  <a:lnTo>
                    <a:pt x="0" y="3344"/>
                  </a:lnTo>
                  <a:lnTo>
                    <a:pt x="1433" y="3822"/>
                  </a:lnTo>
                  <a:lnTo>
                    <a:pt x="1911" y="2866"/>
                  </a:lnTo>
                  <a:lnTo>
                    <a:pt x="5733" y="1433"/>
                  </a:lnTo>
                  <a:lnTo>
                    <a:pt x="5255" y="956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9" name="Freeform 5338">
              <a:extLst>
                <a:ext uri="{FF2B5EF4-FFF2-40B4-BE49-F238E27FC236}">
                  <a16:creationId xmlns:a16="http://schemas.microsoft.com/office/drawing/2014/main" id="{4B540F6B-0380-8F66-92C8-5FE5E14CC4AA}"/>
                </a:ext>
              </a:extLst>
            </p:cNvPr>
            <p:cNvSpPr/>
            <p:nvPr/>
          </p:nvSpPr>
          <p:spPr>
            <a:xfrm>
              <a:off x="8867785" y="3398209"/>
              <a:ext cx="5255" cy="5254"/>
            </a:xfrm>
            <a:custGeom>
              <a:avLst/>
              <a:gdLst>
                <a:gd name="csX0" fmla="*/ 3822 w 5255"/>
                <a:gd name="csY0" fmla="*/ 0 h 5254"/>
                <a:gd name="csX1" fmla="*/ 2389 w 5255"/>
                <a:gd name="csY1" fmla="*/ 1911 h 5254"/>
                <a:gd name="csX2" fmla="*/ 0 w 5255"/>
                <a:gd name="csY2" fmla="*/ 3822 h 5254"/>
                <a:gd name="csX3" fmla="*/ 0 w 5255"/>
                <a:gd name="csY3" fmla="*/ 4300 h 5254"/>
                <a:gd name="csX4" fmla="*/ 956 w 5255"/>
                <a:gd name="csY4" fmla="*/ 5255 h 5254"/>
                <a:gd name="csX5" fmla="*/ 2389 w 5255"/>
                <a:gd name="csY5" fmla="*/ 4777 h 5254"/>
                <a:gd name="csX6" fmla="*/ 5255 w 5255"/>
                <a:gd name="csY6" fmla="*/ 1911 h 5254"/>
                <a:gd name="csX7" fmla="*/ 4777 w 5255"/>
                <a:gd name="csY7" fmla="*/ 955 h 5254"/>
                <a:gd name="csX8" fmla="*/ 3822 w 5255"/>
                <a:gd name="csY8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5" h="5254">
                  <a:moveTo>
                    <a:pt x="3822" y="0"/>
                  </a:moveTo>
                  <a:lnTo>
                    <a:pt x="2389" y="1911"/>
                  </a:lnTo>
                  <a:lnTo>
                    <a:pt x="0" y="3822"/>
                  </a:lnTo>
                  <a:lnTo>
                    <a:pt x="0" y="4300"/>
                  </a:lnTo>
                  <a:lnTo>
                    <a:pt x="956" y="5255"/>
                  </a:lnTo>
                  <a:lnTo>
                    <a:pt x="2389" y="4777"/>
                  </a:lnTo>
                  <a:lnTo>
                    <a:pt x="5255" y="1911"/>
                  </a:lnTo>
                  <a:lnTo>
                    <a:pt x="4777" y="955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0" name="Freeform 5339">
              <a:extLst>
                <a:ext uri="{FF2B5EF4-FFF2-40B4-BE49-F238E27FC236}">
                  <a16:creationId xmlns:a16="http://schemas.microsoft.com/office/drawing/2014/main" id="{733C9384-AEA3-8857-FE70-01EFBA8C6400}"/>
                </a:ext>
              </a:extLst>
            </p:cNvPr>
            <p:cNvSpPr/>
            <p:nvPr/>
          </p:nvSpPr>
          <p:spPr>
            <a:xfrm>
              <a:off x="9124804" y="3395820"/>
              <a:ext cx="24364" cy="24841"/>
            </a:xfrm>
            <a:custGeom>
              <a:avLst/>
              <a:gdLst>
                <a:gd name="csX0" fmla="*/ 22453 w 24364"/>
                <a:gd name="csY0" fmla="*/ 0 h 24841"/>
                <a:gd name="csX1" fmla="*/ 21498 w 24364"/>
                <a:gd name="csY1" fmla="*/ 0 h 24841"/>
                <a:gd name="csX2" fmla="*/ 15287 w 24364"/>
                <a:gd name="csY2" fmla="*/ 4300 h 24841"/>
                <a:gd name="csX3" fmla="*/ 6688 w 24364"/>
                <a:gd name="csY3" fmla="*/ 7166 h 24841"/>
                <a:gd name="csX4" fmla="*/ 6688 w 24364"/>
                <a:gd name="csY4" fmla="*/ 9077 h 24841"/>
                <a:gd name="csX5" fmla="*/ 7166 w 24364"/>
                <a:gd name="csY5" fmla="*/ 10510 h 24841"/>
                <a:gd name="csX6" fmla="*/ 5733 w 24364"/>
                <a:gd name="csY6" fmla="*/ 14809 h 24841"/>
                <a:gd name="csX7" fmla="*/ 2866 w 24364"/>
                <a:gd name="csY7" fmla="*/ 20542 h 24841"/>
                <a:gd name="csX8" fmla="*/ 0 w 24364"/>
                <a:gd name="csY8" fmla="*/ 22453 h 24841"/>
                <a:gd name="csX9" fmla="*/ 0 w 24364"/>
                <a:gd name="csY9" fmla="*/ 23886 h 24841"/>
                <a:gd name="csX10" fmla="*/ 478 w 24364"/>
                <a:gd name="csY10" fmla="*/ 24364 h 24841"/>
                <a:gd name="csX11" fmla="*/ 955 w 24364"/>
                <a:gd name="csY11" fmla="*/ 24842 h 24841"/>
                <a:gd name="csX12" fmla="*/ 3822 w 24364"/>
                <a:gd name="csY12" fmla="*/ 21975 h 24841"/>
                <a:gd name="csX13" fmla="*/ 10510 w 24364"/>
                <a:gd name="csY13" fmla="*/ 16721 h 24841"/>
                <a:gd name="csX14" fmla="*/ 16721 w 24364"/>
                <a:gd name="csY14" fmla="*/ 13376 h 24841"/>
                <a:gd name="csX15" fmla="*/ 23409 w 24364"/>
                <a:gd name="csY15" fmla="*/ 11943 h 24841"/>
                <a:gd name="csX16" fmla="*/ 24364 w 24364"/>
                <a:gd name="csY16" fmla="*/ 9077 h 24841"/>
                <a:gd name="csX17" fmla="*/ 23886 w 24364"/>
                <a:gd name="csY17" fmla="*/ 3822 h 24841"/>
                <a:gd name="csX18" fmla="*/ 22453 w 24364"/>
                <a:gd name="csY18" fmla="*/ 0 h 24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4364" h="24841">
                  <a:moveTo>
                    <a:pt x="22453" y="0"/>
                  </a:moveTo>
                  <a:lnTo>
                    <a:pt x="21498" y="0"/>
                  </a:lnTo>
                  <a:lnTo>
                    <a:pt x="15287" y="4300"/>
                  </a:lnTo>
                  <a:lnTo>
                    <a:pt x="6688" y="7166"/>
                  </a:lnTo>
                  <a:lnTo>
                    <a:pt x="6688" y="9077"/>
                  </a:lnTo>
                  <a:lnTo>
                    <a:pt x="7166" y="10510"/>
                  </a:lnTo>
                  <a:lnTo>
                    <a:pt x="5733" y="14809"/>
                  </a:lnTo>
                  <a:lnTo>
                    <a:pt x="2866" y="20542"/>
                  </a:lnTo>
                  <a:lnTo>
                    <a:pt x="0" y="22453"/>
                  </a:lnTo>
                  <a:lnTo>
                    <a:pt x="0" y="23886"/>
                  </a:lnTo>
                  <a:lnTo>
                    <a:pt x="478" y="24364"/>
                  </a:lnTo>
                  <a:lnTo>
                    <a:pt x="955" y="24842"/>
                  </a:lnTo>
                  <a:lnTo>
                    <a:pt x="3822" y="21975"/>
                  </a:lnTo>
                  <a:lnTo>
                    <a:pt x="10510" y="16721"/>
                  </a:lnTo>
                  <a:lnTo>
                    <a:pt x="16721" y="13376"/>
                  </a:lnTo>
                  <a:lnTo>
                    <a:pt x="23409" y="11943"/>
                  </a:lnTo>
                  <a:lnTo>
                    <a:pt x="24364" y="9077"/>
                  </a:lnTo>
                  <a:lnTo>
                    <a:pt x="23886" y="3822"/>
                  </a:lnTo>
                  <a:lnTo>
                    <a:pt x="2245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1" name="Freeform 5340">
              <a:extLst>
                <a:ext uri="{FF2B5EF4-FFF2-40B4-BE49-F238E27FC236}">
                  <a16:creationId xmlns:a16="http://schemas.microsoft.com/office/drawing/2014/main" id="{5FFAC83F-33F0-8F7D-A08E-41B99399A955}"/>
                </a:ext>
              </a:extLst>
            </p:cNvPr>
            <p:cNvSpPr/>
            <p:nvPr/>
          </p:nvSpPr>
          <p:spPr>
            <a:xfrm>
              <a:off x="7392557" y="2725088"/>
              <a:ext cx="13376" cy="7165"/>
            </a:xfrm>
            <a:custGeom>
              <a:avLst/>
              <a:gdLst>
                <a:gd name="csX0" fmla="*/ 955 w 13376"/>
                <a:gd name="csY0" fmla="*/ 0 h 7165"/>
                <a:gd name="csX1" fmla="*/ 0 w 13376"/>
                <a:gd name="csY1" fmla="*/ 1911 h 7165"/>
                <a:gd name="csX2" fmla="*/ 2866 w 13376"/>
                <a:gd name="csY2" fmla="*/ 4777 h 7165"/>
                <a:gd name="csX3" fmla="*/ 11466 w 13376"/>
                <a:gd name="csY3" fmla="*/ 7166 h 7165"/>
                <a:gd name="csX4" fmla="*/ 13376 w 13376"/>
                <a:gd name="csY4" fmla="*/ 6688 h 7165"/>
                <a:gd name="csX5" fmla="*/ 3344 w 13376"/>
                <a:gd name="csY5" fmla="*/ 0 h 7165"/>
                <a:gd name="csX6" fmla="*/ 955 w 13376"/>
                <a:gd name="csY6" fmla="*/ 0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76" h="7165">
                  <a:moveTo>
                    <a:pt x="955" y="0"/>
                  </a:moveTo>
                  <a:lnTo>
                    <a:pt x="0" y="1911"/>
                  </a:lnTo>
                  <a:lnTo>
                    <a:pt x="2866" y="4777"/>
                  </a:lnTo>
                  <a:lnTo>
                    <a:pt x="11466" y="7166"/>
                  </a:lnTo>
                  <a:lnTo>
                    <a:pt x="13376" y="6688"/>
                  </a:lnTo>
                  <a:lnTo>
                    <a:pt x="3344" y="0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2" name="Freeform 5341">
              <a:extLst>
                <a:ext uri="{FF2B5EF4-FFF2-40B4-BE49-F238E27FC236}">
                  <a16:creationId xmlns:a16="http://schemas.microsoft.com/office/drawing/2014/main" id="{8423E7BE-FD9C-0051-B1F1-9683742BB8B3}"/>
                </a:ext>
              </a:extLst>
            </p:cNvPr>
            <p:cNvSpPr/>
            <p:nvPr/>
          </p:nvSpPr>
          <p:spPr>
            <a:xfrm>
              <a:off x="7377747" y="2723655"/>
              <a:ext cx="14331" cy="9076"/>
            </a:xfrm>
            <a:custGeom>
              <a:avLst/>
              <a:gdLst>
                <a:gd name="csX0" fmla="*/ 9555 w 14331"/>
                <a:gd name="csY0" fmla="*/ 7644 h 9076"/>
                <a:gd name="csX1" fmla="*/ 10987 w 14331"/>
                <a:gd name="csY1" fmla="*/ 6210 h 9076"/>
                <a:gd name="csX2" fmla="*/ 14332 w 14331"/>
                <a:gd name="csY2" fmla="*/ 1433 h 9076"/>
                <a:gd name="csX3" fmla="*/ 13854 w 14331"/>
                <a:gd name="csY3" fmla="*/ 956 h 9076"/>
                <a:gd name="csX4" fmla="*/ 11943 w 14331"/>
                <a:gd name="csY4" fmla="*/ 0 h 9076"/>
                <a:gd name="csX5" fmla="*/ 4777 w 14331"/>
                <a:gd name="csY5" fmla="*/ 2389 h 9076"/>
                <a:gd name="csX6" fmla="*/ 955 w 14331"/>
                <a:gd name="csY6" fmla="*/ 6210 h 9076"/>
                <a:gd name="csX7" fmla="*/ 0 w 14331"/>
                <a:gd name="csY7" fmla="*/ 9077 h 9076"/>
                <a:gd name="csX8" fmla="*/ 3344 w 14331"/>
                <a:gd name="csY8" fmla="*/ 7644 h 9076"/>
                <a:gd name="csX9" fmla="*/ 9555 w 14331"/>
                <a:gd name="csY9" fmla="*/ 7644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331" h="9076">
                  <a:moveTo>
                    <a:pt x="9555" y="7644"/>
                  </a:moveTo>
                  <a:lnTo>
                    <a:pt x="10987" y="6210"/>
                  </a:lnTo>
                  <a:lnTo>
                    <a:pt x="14332" y="1433"/>
                  </a:lnTo>
                  <a:lnTo>
                    <a:pt x="13854" y="956"/>
                  </a:lnTo>
                  <a:lnTo>
                    <a:pt x="11943" y="0"/>
                  </a:lnTo>
                  <a:lnTo>
                    <a:pt x="4777" y="2389"/>
                  </a:lnTo>
                  <a:lnTo>
                    <a:pt x="955" y="6210"/>
                  </a:lnTo>
                  <a:lnTo>
                    <a:pt x="0" y="9077"/>
                  </a:lnTo>
                  <a:lnTo>
                    <a:pt x="3344" y="7644"/>
                  </a:lnTo>
                  <a:lnTo>
                    <a:pt x="9555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3" name="Freeform 5342">
              <a:extLst>
                <a:ext uri="{FF2B5EF4-FFF2-40B4-BE49-F238E27FC236}">
                  <a16:creationId xmlns:a16="http://schemas.microsoft.com/office/drawing/2014/main" id="{E66E851C-8C5B-7774-2E78-192B470BC384}"/>
                </a:ext>
              </a:extLst>
            </p:cNvPr>
            <p:cNvSpPr/>
            <p:nvPr/>
          </p:nvSpPr>
          <p:spPr>
            <a:xfrm>
              <a:off x="7353383" y="2751841"/>
              <a:ext cx="16720" cy="16720"/>
            </a:xfrm>
            <a:custGeom>
              <a:avLst/>
              <a:gdLst>
                <a:gd name="csX0" fmla="*/ 6688 w 16720"/>
                <a:gd name="csY0" fmla="*/ 13854 h 16720"/>
                <a:gd name="csX1" fmla="*/ 9555 w 16720"/>
                <a:gd name="csY1" fmla="*/ 15765 h 16720"/>
                <a:gd name="csX2" fmla="*/ 10510 w 16720"/>
                <a:gd name="csY2" fmla="*/ 16721 h 16720"/>
                <a:gd name="csX3" fmla="*/ 10988 w 16720"/>
                <a:gd name="csY3" fmla="*/ 16243 h 16720"/>
                <a:gd name="csX4" fmla="*/ 11943 w 16720"/>
                <a:gd name="csY4" fmla="*/ 13854 h 16720"/>
                <a:gd name="csX5" fmla="*/ 10988 w 16720"/>
                <a:gd name="csY5" fmla="*/ 12421 h 16720"/>
                <a:gd name="csX6" fmla="*/ 10510 w 16720"/>
                <a:gd name="csY6" fmla="*/ 10032 h 16720"/>
                <a:gd name="csX7" fmla="*/ 12421 w 16720"/>
                <a:gd name="csY7" fmla="*/ 6211 h 16720"/>
                <a:gd name="csX8" fmla="*/ 16721 w 16720"/>
                <a:gd name="csY8" fmla="*/ 4300 h 16720"/>
                <a:gd name="csX9" fmla="*/ 12421 w 16720"/>
                <a:gd name="csY9" fmla="*/ 1433 h 16720"/>
                <a:gd name="csX10" fmla="*/ 9555 w 16720"/>
                <a:gd name="csY10" fmla="*/ 478 h 16720"/>
                <a:gd name="csX11" fmla="*/ 6211 w 16720"/>
                <a:gd name="csY11" fmla="*/ 0 h 16720"/>
                <a:gd name="csX12" fmla="*/ 1911 w 16720"/>
                <a:gd name="csY12" fmla="*/ 1433 h 16720"/>
                <a:gd name="csX13" fmla="*/ 478 w 16720"/>
                <a:gd name="csY13" fmla="*/ 3344 h 16720"/>
                <a:gd name="csX14" fmla="*/ 0 w 16720"/>
                <a:gd name="csY14" fmla="*/ 6688 h 16720"/>
                <a:gd name="csX15" fmla="*/ 1433 w 16720"/>
                <a:gd name="csY15" fmla="*/ 9555 h 16720"/>
                <a:gd name="csX16" fmla="*/ 6688 w 16720"/>
                <a:gd name="csY16" fmla="*/ 13854 h 16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6720" h="16720">
                  <a:moveTo>
                    <a:pt x="6688" y="13854"/>
                  </a:moveTo>
                  <a:lnTo>
                    <a:pt x="9555" y="15765"/>
                  </a:lnTo>
                  <a:lnTo>
                    <a:pt x="10510" y="16721"/>
                  </a:lnTo>
                  <a:lnTo>
                    <a:pt x="10988" y="16243"/>
                  </a:lnTo>
                  <a:lnTo>
                    <a:pt x="11943" y="13854"/>
                  </a:lnTo>
                  <a:lnTo>
                    <a:pt x="10988" y="12421"/>
                  </a:lnTo>
                  <a:lnTo>
                    <a:pt x="10510" y="10032"/>
                  </a:lnTo>
                  <a:lnTo>
                    <a:pt x="12421" y="6211"/>
                  </a:lnTo>
                  <a:lnTo>
                    <a:pt x="16721" y="4300"/>
                  </a:lnTo>
                  <a:lnTo>
                    <a:pt x="12421" y="1433"/>
                  </a:lnTo>
                  <a:lnTo>
                    <a:pt x="9555" y="478"/>
                  </a:lnTo>
                  <a:lnTo>
                    <a:pt x="6211" y="0"/>
                  </a:lnTo>
                  <a:lnTo>
                    <a:pt x="1911" y="1433"/>
                  </a:lnTo>
                  <a:lnTo>
                    <a:pt x="478" y="3344"/>
                  </a:lnTo>
                  <a:lnTo>
                    <a:pt x="0" y="6688"/>
                  </a:lnTo>
                  <a:lnTo>
                    <a:pt x="1433" y="9555"/>
                  </a:lnTo>
                  <a:lnTo>
                    <a:pt x="6688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4" name="Freeform 5343">
              <a:extLst>
                <a:ext uri="{FF2B5EF4-FFF2-40B4-BE49-F238E27FC236}">
                  <a16:creationId xmlns:a16="http://schemas.microsoft.com/office/drawing/2014/main" id="{01B885C8-5A9D-D167-5269-412C629E1B2B}"/>
                </a:ext>
              </a:extLst>
            </p:cNvPr>
            <p:cNvSpPr/>
            <p:nvPr/>
          </p:nvSpPr>
          <p:spPr>
            <a:xfrm>
              <a:off x="7270258" y="2727477"/>
              <a:ext cx="33918" cy="30097"/>
            </a:xfrm>
            <a:custGeom>
              <a:avLst/>
              <a:gdLst>
                <a:gd name="csX0" fmla="*/ 3821 w 33918"/>
                <a:gd name="csY0" fmla="*/ 29142 h 30097"/>
                <a:gd name="csX1" fmla="*/ 7644 w 33918"/>
                <a:gd name="csY1" fmla="*/ 29619 h 30097"/>
                <a:gd name="csX2" fmla="*/ 9076 w 33918"/>
                <a:gd name="csY2" fmla="*/ 29619 h 30097"/>
                <a:gd name="csX3" fmla="*/ 14809 w 33918"/>
                <a:gd name="csY3" fmla="*/ 26753 h 30097"/>
                <a:gd name="csX4" fmla="*/ 19109 w 33918"/>
                <a:gd name="csY4" fmla="*/ 25320 h 30097"/>
                <a:gd name="csX5" fmla="*/ 28664 w 33918"/>
                <a:gd name="csY5" fmla="*/ 22453 h 30097"/>
                <a:gd name="csX6" fmla="*/ 33919 w 33918"/>
                <a:gd name="csY6" fmla="*/ 21498 h 30097"/>
                <a:gd name="csX7" fmla="*/ 33919 w 33918"/>
                <a:gd name="csY7" fmla="*/ 18632 h 30097"/>
                <a:gd name="csX8" fmla="*/ 32963 w 33918"/>
                <a:gd name="csY8" fmla="*/ 14810 h 30097"/>
                <a:gd name="csX9" fmla="*/ 30097 w 33918"/>
                <a:gd name="csY9" fmla="*/ 10988 h 30097"/>
                <a:gd name="csX10" fmla="*/ 28664 w 33918"/>
                <a:gd name="csY10" fmla="*/ 9077 h 30097"/>
                <a:gd name="csX11" fmla="*/ 26275 w 33918"/>
                <a:gd name="csY11" fmla="*/ 4300 h 30097"/>
                <a:gd name="csX12" fmla="*/ 24364 w 33918"/>
                <a:gd name="csY12" fmla="*/ 2389 h 30097"/>
                <a:gd name="csX13" fmla="*/ 21975 w 33918"/>
                <a:gd name="csY13" fmla="*/ 956 h 30097"/>
                <a:gd name="csX14" fmla="*/ 20542 w 33918"/>
                <a:gd name="csY14" fmla="*/ 0 h 30097"/>
                <a:gd name="csX15" fmla="*/ 8599 w 33918"/>
                <a:gd name="csY15" fmla="*/ 2389 h 30097"/>
                <a:gd name="csX16" fmla="*/ 4777 w 33918"/>
                <a:gd name="csY16" fmla="*/ 4300 h 30097"/>
                <a:gd name="csX17" fmla="*/ 1433 w 33918"/>
                <a:gd name="csY17" fmla="*/ 10032 h 30097"/>
                <a:gd name="csX18" fmla="*/ 1910 w 33918"/>
                <a:gd name="csY18" fmla="*/ 18632 h 30097"/>
                <a:gd name="csX19" fmla="*/ 1433 w 33918"/>
                <a:gd name="csY19" fmla="*/ 21976 h 30097"/>
                <a:gd name="csX20" fmla="*/ 478 w 33918"/>
                <a:gd name="csY20" fmla="*/ 24842 h 30097"/>
                <a:gd name="csX21" fmla="*/ 0 w 33918"/>
                <a:gd name="csY21" fmla="*/ 27231 h 30097"/>
                <a:gd name="csX22" fmla="*/ 2389 w 33918"/>
                <a:gd name="csY22" fmla="*/ 30097 h 30097"/>
                <a:gd name="csX23" fmla="*/ 3821 w 33918"/>
                <a:gd name="csY23" fmla="*/ 29142 h 300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33918" h="30097">
                  <a:moveTo>
                    <a:pt x="3821" y="29142"/>
                  </a:moveTo>
                  <a:lnTo>
                    <a:pt x="7644" y="29619"/>
                  </a:lnTo>
                  <a:lnTo>
                    <a:pt x="9076" y="29619"/>
                  </a:lnTo>
                  <a:lnTo>
                    <a:pt x="14809" y="26753"/>
                  </a:lnTo>
                  <a:lnTo>
                    <a:pt x="19109" y="25320"/>
                  </a:lnTo>
                  <a:lnTo>
                    <a:pt x="28664" y="22453"/>
                  </a:lnTo>
                  <a:lnTo>
                    <a:pt x="33919" y="21498"/>
                  </a:lnTo>
                  <a:lnTo>
                    <a:pt x="33919" y="18632"/>
                  </a:lnTo>
                  <a:lnTo>
                    <a:pt x="32963" y="14810"/>
                  </a:lnTo>
                  <a:lnTo>
                    <a:pt x="30097" y="10988"/>
                  </a:lnTo>
                  <a:lnTo>
                    <a:pt x="28664" y="9077"/>
                  </a:lnTo>
                  <a:lnTo>
                    <a:pt x="26275" y="4300"/>
                  </a:lnTo>
                  <a:lnTo>
                    <a:pt x="24364" y="2389"/>
                  </a:lnTo>
                  <a:lnTo>
                    <a:pt x="21975" y="956"/>
                  </a:lnTo>
                  <a:lnTo>
                    <a:pt x="20542" y="0"/>
                  </a:lnTo>
                  <a:lnTo>
                    <a:pt x="8599" y="2389"/>
                  </a:lnTo>
                  <a:lnTo>
                    <a:pt x="4777" y="4300"/>
                  </a:lnTo>
                  <a:lnTo>
                    <a:pt x="1433" y="10032"/>
                  </a:lnTo>
                  <a:lnTo>
                    <a:pt x="1910" y="18632"/>
                  </a:lnTo>
                  <a:lnTo>
                    <a:pt x="1433" y="21976"/>
                  </a:lnTo>
                  <a:lnTo>
                    <a:pt x="478" y="24842"/>
                  </a:lnTo>
                  <a:lnTo>
                    <a:pt x="0" y="27231"/>
                  </a:lnTo>
                  <a:lnTo>
                    <a:pt x="2389" y="30097"/>
                  </a:lnTo>
                  <a:lnTo>
                    <a:pt x="3821" y="291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5" name="Freeform 5344">
              <a:extLst>
                <a:ext uri="{FF2B5EF4-FFF2-40B4-BE49-F238E27FC236}">
                  <a16:creationId xmlns:a16="http://schemas.microsoft.com/office/drawing/2014/main" id="{54025F0F-F080-CA0A-F26A-E9686BD217A9}"/>
                </a:ext>
              </a:extLst>
            </p:cNvPr>
            <p:cNvSpPr/>
            <p:nvPr/>
          </p:nvSpPr>
          <p:spPr>
            <a:xfrm>
              <a:off x="7443196" y="2754230"/>
              <a:ext cx="18153" cy="23886"/>
            </a:xfrm>
            <a:custGeom>
              <a:avLst/>
              <a:gdLst>
                <a:gd name="csX0" fmla="*/ 4777 w 18153"/>
                <a:gd name="csY0" fmla="*/ 21020 h 23886"/>
                <a:gd name="csX1" fmla="*/ 15765 w 18153"/>
                <a:gd name="csY1" fmla="*/ 23886 h 23886"/>
                <a:gd name="csX2" fmla="*/ 17198 w 18153"/>
                <a:gd name="csY2" fmla="*/ 22931 h 23886"/>
                <a:gd name="csX3" fmla="*/ 17676 w 18153"/>
                <a:gd name="csY3" fmla="*/ 20065 h 23886"/>
                <a:gd name="csX4" fmla="*/ 18154 w 18153"/>
                <a:gd name="csY4" fmla="*/ 10988 h 23886"/>
                <a:gd name="csX5" fmla="*/ 15287 w 18153"/>
                <a:gd name="csY5" fmla="*/ 6688 h 23886"/>
                <a:gd name="csX6" fmla="*/ 14332 w 18153"/>
                <a:gd name="csY6" fmla="*/ 3344 h 23886"/>
                <a:gd name="csX7" fmla="*/ 10510 w 18153"/>
                <a:gd name="csY7" fmla="*/ 0 h 23886"/>
                <a:gd name="csX8" fmla="*/ 478 w 18153"/>
                <a:gd name="csY8" fmla="*/ 12421 h 23886"/>
                <a:gd name="csX9" fmla="*/ 0 w 18153"/>
                <a:gd name="csY9" fmla="*/ 15287 h 23886"/>
                <a:gd name="csX10" fmla="*/ 955 w 18153"/>
                <a:gd name="csY10" fmla="*/ 18154 h 23886"/>
                <a:gd name="csX11" fmla="*/ 4777 w 18153"/>
                <a:gd name="csY11" fmla="*/ 21020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8153" h="23886">
                  <a:moveTo>
                    <a:pt x="4777" y="21020"/>
                  </a:moveTo>
                  <a:lnTo>
                    <a:pt x="15765" y="23886"/>
                  </a:lnTo>
                  <a:lnTo>
                    <a:pt x="17198" y="22931"/>
                  </a:lnTo>
                  <a:lnTo>
                    <a:pt x="17676" y="20065"/>
                  </a:lnTo>
                  <a:lnTo>
                    <a:pt x="18154" y="10988"/>
                  </a:lnTo>
                  <a:lnTo>
                    <a:pt x="15287" y="6688"/>
                  </a:lnTo>
                  <a:lnTo>
                    <a:pt x="14332" y="3344"/>
                  </a:lnTo>
                  <a:lnTo>
                    <a:pt x="10510" y="0"/>
                  </a:lnTo>
                  <a:lnTo>
                    <a:pt x="478" y="12421"/>
                  </a:lnTo>
                  <a:lnTo>
                    <a:pt x="0" y="15287"/>
                  </a:lnTo>
                  <a:lnTo>
                    <a:pt x="955" y="18154"/>
                  </a:lnTo>
                  <a:lnTo>
                    <a:pt x="4777" y="2102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6" name="Freeform 5345">
              <a:extLst>
                <a:ext uri="{FF2B5EF4-FFF2-40B4-BE49-F238E27FC236}">
                  <a16:creationId xmlns:a16="http://schemas.microsoft.com/office/drawing/2014/main" id="{8F81B633-1E4E-8FFF-C3F4-E31B45F6D8B0}"/>
                </a:ext>
              </a:extLst>
            </p:cNvPr>
            <p:cNvSpPr/>
            <p:nvPr/>
          </p:nvSpPr>
          <p:spPr>
            <a:xfrm>
              <a:off x="9204107" y="3541528"/>
              <a:ext cx="12899" cy="10987"/>
            </a:xfrm>
            <a:custGeom>
              <a:avLst/>
              <a:gdLst>
                <a:gd name="csX0" fmla="*/ 9077 w 12899"/>
                <a:gd name="csY0" fmla="*/ 5255 h 10987"/>
                <a:gd name="csX1" fmla="*/ 5733 w 12899"/>
                <a:gd name="csY1" fmla="*/ 2866 h 10987"/>
                <a:gd name="csX2" fmla="*/ 3344 w 12899"/>
                <a:gd name="csY2" fmla="*/ 1911 h 10987"/>
                <a:gd name="csX3" fmla="*/ 1433 w 12899"/>
                <a:gd name="csY3" fmla="*/ 0 h 10987"/>
                <a:gd name="csX4" fmla="*/ 0 w 12899"/>
                <a:gd name="csY4" fmla="*/ 0 h 10987"/>
                <a:gd name="csX5" fmla="*/ 956 w 12899"/>
                <a:gd name="csY5" fmla="*/ 1911 h 10987"/>
                <a:gd name="csX6" fmla="*/ 4777 w 12899"/>
                <a:gd name="csY6" fmla="*/ 5255 h 10987"/>
                <a:gd name="csX7" fmla="*/ 12899 w 12899"/>
                <a:gd name="csY7" fmla="*/ 10988 h 10987"/>
                <a:gd name="csX8" fmla="*/ 11943 w 12899"/>
                <a:gd name="csY8" fmla="*/ 9555 h 10987"/>
                <a:gd name="csX9" fmla="*/ 9077 w 12899"/>
                <a:gd name="csY9" fmla="*/ 5255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899" h="10987">
                  <a:moveTo>
                    <a:pt x="9077" y="5255"/>
                  </a:moveTo>
                  <a:lnTo>
                    <a:pt x="5733" y="2866"/>
                  </a:lnTo>
                  <a:lnTo>
                    <a:pt x="3344" y="1911"/>
                  </a:lnTo>
                  <a:lnTo>
                    <a:pt x="1433" y="0"/>
                  </a:lnTo>
                  <a:lnTo>
                    <a:pt x="0" y="0"/>
                  </a:lnTo>
                  <a:lnTo>
                    <a:pt x="956" y="1911"/>
                  </a:lnTo>
                  <a:lnTo>
                    <a:pt x="4777" y="5255"/>
                  </a:lnTo>
                  <a:lnTo>
                    <a:pt x="12899" y="10988"/>
                  </a:lnTo>
                  <a:lnTo>
                    <a:pt x="11943" y="9555"/>
                  </a:lnTo>
                  <a:lnTo>
                    <a:pt x="9077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7" name="Freeform 5346">
              <a:extLst>
                <a:ext uri="{FF2B5EF4-FFF2-40B4-BE49-F238E27FC236}">
                  <a16:creationId xmlns:a16="http://schemas.microsoft.com/office/drawing/2014/main" id="{7375FCB2-3575-F190-FD14-818141D467C7}"/>
                </a:ext>
              </a:extLst>
            </p:cNvPr>
            <p:cNvSpPr/>
            <p:nvPr/>
          </p:nvSpPr>
          <p:spPr>
            <a:xfrm>
              <a:off x="7408322" y="2782893"/>
              <a:ext cx="29619" cy="21020"/>
            </a:xfrm>
            <a:custGeom>
              <a:avLst/>
              <a:gdLst>
                <a:gd name="csX0" fmla="*/ 10033 w 29619"/>
                <a:gd name="csY0" fmla="*/ 3822 h 21020"/>
                <a:gd name="csX1" fmla="*/ 7644 w 29619"/>
                <a:gd name="csY1" fmla="*/ 8599 h 21020"/>
                <a:gd name="csX2" fmla="*/ 5255 w 29619"/>
                <a:gd name="csY2" fmla="*/ 11465 h 21020"/>
                <a:gd name="csX3" fmla="*/ 478 w 29619"/>
                <a:gd name="csY3" fmla="*/ 15765 h 21020"/>
                <a:gd name="csX4" fmla="*/ 0 w 29619"/>
                <a:gd name="csY4" fmla="*/ 18631 h 21020"/>
                <a:gd name="csX5" fmla="*/ 478 w 29619"/>
                <a:gd name="csY5" fmla="*/ 20065 h 21020"/>
                <a:gd name="csX6" fmla="*/ 5255 w 29619"/>
                <a:gd name="csY6" fmla="*/ 21020 h 21020"/>
                <a:gd name="csX7" fmla="*/ 14810 w 29619"/>
                <a:gd name="csY7" fmla="*/ 20542 h 21020"/>
                <a:gd name="csX8" fmla="*/ 17676 w 29619"/>
                <a:gd name="csY8" fmla="*/ 19109 h 21020"/>
                <a:gd name="csX9" fmla="*/ 22454 w 29619"/>
                <a:gd name="csY9" fmla="*/ 14332 h 21020"/>
                <a:gd name="csX10" fmla="*/ 25320 w 29619"/>
                <a:gd name="csY10" fmla="*/ 12899 h 21020"/>
                <a:gd name="csX11" fmla="*/ 29620 w 29619"/>
                <a:gd name="csY11" fmla="*/ 8599 h 21020"/>
                <a:gd name="csX12" fmla="*/ 29142 w 29619"/>
                <a:gd name="csY12" fmla="*/ 7644 h 21020"/>
                <a:gd name="csX13" fmla="*/ 27709 w 29619"/>
                <a:gd name="csY13" fmla="*/ 4777 h 21020"/>
                <a:gd name="csX14" fmla="*/ 17199 w 29619"/>
                <a:gd name="csY14" fmla="*/ 0 h 21020"/>
                <a:gd name="csX15" fmla="*/ 13854 w 29619"/>
                <a:gd name="csY15" fmla="*/ 0 h 21020"/>
                <a:gd name="csX16" fmla="*/ 10033 w 29619"/>
                <a:gd name="csY16" fmla="*/ 3822 h 2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9619" h="21020">
                  <a:moveTo>
                    <a:pt x="10033" y="3822"/>
                  </a:moveTo>
                  <a:lnTo>
                    <a:pt x="7644" y="8599"/>
                  </a:lnTo>
                  <a:lnTo>
                    <a:pt x="5255" y="11465"/>
                  </a:lnTo>
                  <a:lnTo>
                    <a:pt x="478" y="15765"/>
                  </a:lnTo>
                  <a:lnTo>
                    <a:pt x="0" y="18631"/>
                  </a:lnTo>
                  <a:lnTo>
                    <a:pt x="478" y="20065"/>
                  </a:lnTo>
                  <a:lnTo>
                    <a:pt x="5255" y="21020"/>
                  </a:lnTo>
                  <a:lnTo>
                    <a:pt x="14810" y="20542"/>
                  </a:lnTo>
                  <a:lnTo>
                    <a:pt x="17676" y="19109"/>
                  </a:lnTo>
                  <a:lnTo>
                    <a:pt x="22454" y="14332"/>
                  </a:lnTo>
                  <a:lnTo>
                    <a:pt x="25320" y="12899"/>
                  </a:lnTo>
                  <a:lnTo>
                    <a:pt x="29620" y="8599"/>
                  </a:lnTo>
                  <a:lnTo>
                    <a:pt x="29142" y="7644"/>
                  </a:lnTo>
                  <a:lnTo>
                    <a:pt x="27709" y="4777"/>
                  </a:lnTo>
                  <a:lnTo>
                    <a:pt x="17199" y="0"/>
                  </a:lnTo>
                  <a:lnTo>
                    <a:pt x="13854" y="0"/>
                  </a:lnTo>
                  <a:lnTo>
                    <a:pt x="100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8" name="Freeform 5347">
              <a:extLst>
                <a:ext uri="{FF2B5EF4-FFF2-40B4-BE49-F238E27FC236}">
                  <a16:creationId xmlns:a16="http://schemas.microsoft.com/office/drawing/2014/main" id="{60F52680-0156-D4BC-B1BB-861B39E7D452}"/>
                </a:ext>
              </a:extLst>
            </p:cNvPr>
            <p:cNvSpPr/>
            <p:nvPr/>
          </p:nvSpPr>
          <p:spPr>
            <a:xfrm>
              <a:off x="8595002" y="3533884"/>
              <a:ext cx="9076" cy="5732"/>
            </a:xfrm>
            <a:custGeom>
              <a:avLst/>
              <a:gdLst>
                <a:gd name="csX0" fmla="*/ 5733 w 9076"/>
                <a:gd name="csY0" fmla="*/ 478 h 5732"/>
                <a:gd name="csX1" fmla="*/ 1433 w 9076"/>
                <a:gd name="csY1" fmla="*/ 2866 h 5732"/>
                <a:gd name="csX2" fmla="*/ 0 w 9076"/>
                <a:gd name="csY2" fmla="*/ 4777 h 5732"/>
                <a:gd name="csX3" fmla="*/ 956 w 9076"/>
                <a:gd name="csY3" fmla="*/ 5255 h 5732"/>
                <a:gd name="csX4" fmla="*/ 3822 w 9076"/>
                <a:gd name="csY4" fmla="*/ 4777 h 5732"/>
                <a:gd name="csX5" fmla="*/ 4777 w 9076"/>
                <a:gd name="csY5" fmla="*/ 5733 h 5732"/>
                <a:gd name="csX6" fmla="*/ 6688 w 9076"/>
                <a:gd name="csY6" fmla="*/ 5733 h 5732"/>
                <a:gd name="csX7" fmla="*/ 9077 w 9076"/>
                <a:gd name="csY7" fmla="*/ 0 h 5732"/>
                <a:gd name="csX8" fmla="*/ 8599 w 9076"/>
                <a:gd name="csY8" fmla="*/ 0 h 5732"/>
                <a:gd name="csX9" fmla="*/ 7166 w 9076"/>
                <a:gd name="csY9" fmla="*/ 478 h 5732"/>
                <a:gd name="csX10" fmla="*/ 5733 w 9076"/>
                <a:gd name="csY10" fmla="*/ 478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076" h="5732">
                  <a:moveTo>
                    <a:pt x="5733" y="478"/>
                  </a:moveTo>
                  <a:lnTo>
                    <a:pt x="1433" y="2866"/>
                  </a:lnTo>
                  <a:lnTo>
                    <a:pt x="0" y="4777"/>
                  </a:lnTo>
                  <a:lnTo>
                    <a:pt x="956" y="5255"/>
                  </a:lnTo>
                  <a:lnTo>
                    <a:pt x="3822" y="4777"/>
                  </a:lnTo>
                  <a:lnTo>
                    <a:pt x="4777" y="5733"/>
                  </a:lnTo>
                  <a:lnTo>
                    <a:pt x="6688" y="5733"/>
                  </a:lnTo>
                  <a:lnTo>
                    <a:pt x="9077" y="0"/>
                  </a:lnTo>
                  <a:lnTo>
                    <a:pt x="8599" y="0"/>
                  </a:lnTo>
                  <a:lnTo>
                    <a:pt x="7166" y="478"/>
                  </a:lnTo>
                  <a:lnTo>
                    <a:pt x="5733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9" name="Freeform 5348">
              <a:extLst>
                <a:ext uri="{FF2B5EF4-FFF2-40B4-BE49-F238E27FC236}">
                  <a16:creationId xmlns:a16="http://schemas.microsoft.com/office/drawing/2014/main" id="{507804EB-BB4D-D9BA-B8D2-86B2A65EE1C7}"/>
                </a:ext>
              </a:extLst>
            </p:cNvPr>
            <p:cNvSpPr/>
            <p:nvPr/>
          </p:nvSpPr>
          <p:spPr>
            <a:xfrm>
              <a:off x="8605034" y="3531018"/>
              <a:ext cx="19587" cy="17198"/>
            </a:xfrm>
            <a:custGeom>
              <a:avLst/>
              <a:gdLst>
                <a:gd name="csX0" fmla="*/ 15765 w 19587"/>
                <a:gd name="csY0" fmla="*/ 4300 h 17198"/>
                <a:gd name="csX1" fmla="*/ 14332 w 19587"/>
                <a:gd name="csY1" fmla="*/ 3344 h 17198"/>
                <a:gd name="csX2" fmla="*/ 13854 w 19587"/>
                <a:gd name="csY2" fmla="*/ 2866 h 17198"/>
                <a:gd name="csX3" fmla="*/ 7166 w 19587"/>
                <a:gd name="csY3" fmla="*/ 0 h 17198"/>
                <a:gd name="csX4" fmla="*/ 6211 w 19587"/>
                <a:gd name="csY4" fmla="*/ 956 h 17198"/>
                <a:gd name="csX5" fmla="*/ 4300 w 19587"/>
                <a:gd name="csY5" fmla="*/ 5733 h 17198"/>
                <a:gd name="csX6" fmla="*/ 3344 w 19587"/>
                <a:gd name="csY6" fmla="*/ 6210 h 17198"/>
                <a:gd name="csX7" fmla="*/ 956 w 19587"/>
                <a:gd name="csY7" fmla="*/ 9555 h 17198"/>
                <a:gd name="csX8" fmla="*/ 0 w 19587"/>
                <a:gd name="csY8" fmla="*/ 12899 h 17198"/>
                <a:gd name="csX9" fmla="*/ 956 w 19587"/>
                <a:gd name="csY9" fmla="*/ 12899 h 17198"/>
                <a:gd name="csX10" fmla="*/ 4777 w 19587"/>
                <a:gd name="csY10" fmla="*/ 10032 h 17198"/>
                <a:gd name="csX11" fmla="*/ 6211 w 19587"/>
                <a:gd name="csY11" fmla="*/ 11465 h 17198"/>
                <a:gd name="csX12" fmla="*/ 8599 w 19587"/>
                <a:gd name="csY12" fmla="*/ 17198 h 17198"/>
                <a:gd name="csX13" fmla="*/ 10033 w 19587"/>
                <a:gd name="csY13" fmla="*/ 16721 h 17198"/>
                <a:gd name="csX14" fmla="*/ 10988 w 19587"/>
                <a:gd name="csY14" fmla="*/ 15765 h 17198"/>
                <a:gd name="csX15" fmla="*/ 12899 w 19587"/>
                <a:gd name="csY15" fmla="*/ 14332 h 17198"/>
                <a:gd name="csX16" fmla="*/ 14810 w 19587"/>
                <a:gd name="csY16" fmla="*/ 12899 h 17198"/>
                <a:gd name="csX17" fmla="*/ 15288 w 19587"/>
                <a:gd name="csY17" fmla="*/ 11943 h 17198"/>
                <a:gd name="csX18" fmla="*/ 15765 w 19587"/>
                <a:gd name="csY18" fmla="*/ 9077 h 17198"/>
                <a:gd name="csX19" fmla="*/ 17199 w 19587"/>
                <a:gd name="csY19" fmla="*/ 6688 h 17198"/>
                <a:gd name="csX20" fmla="*/ 19587 w 19587"/>
                <a:gd name="csY20" fmla="*/ 5255 h 17198"/>
                <a:gd name="csX21" fmla="*/ 18632 w 19587"/>
                <a:gd name="csY21" fmla="*/ 4300 h 17198"/>
                <a:gd name="csX22" fmla="*/ 15765 w 19587"/>
                <a:gd name="csY22" fmla="*/ 4300 h 17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9587" h="17198">
                  <a:moveTo>
                    <a:pt x="15765" y="4300"/>
                  </a:moveTo>
                  <a:lnTo>
                    <a:pt x="14332" y="3344"/>
                  </a:lnTo>
                  <a:lnTo>
                    <a:pt x="13854" y="2866"/>
                  </a:lnTo>
                  <a:lnTo>
                    <a:pt x="7166" y="0"/>
                  </a:lnTo>
                  <a:lnTo>
                    <a:pt x="6211" y="956"/>
                  </a:lnTo>
                  <a:lnTo>
                    <a:pt x="4300" y="5733"/>
                  </a:lnTo>
                  <a:lnTo>
                    <a:pt x="3344" y="6210"/>
                  </a:lnTo>
                  <a:lnTo>
                    <a:pt x="956" y="9555"/>
                  </a:lnTo>
                  <a:lnTo>
                    <a:pt x="0" y="12899"/>
                  </a:lnTo>
                  <a:lnTo>
                    <a:pt x="956" y="12899"/>
                  </a:lnTo>
                  <a:lnTo>
                    <a:pt x="4777" y="10032"/>
                  </a:lnTo>
                  <a:lnTo>
                    <a:pt x="6211" y="11465"/>
                  </a:lnTo>
                  <a:lnTo>
                    <a:pt x="8599" y="17198"/>
                  </a:lnTo>
                  <a:lnTo>
                    <a:pt x="10033" y="16721"/>
                  </a:lnTo>
                  <a:lnTo>
                    <a:pt x="10988" y="15765"/>
                  </a:lnTo>
                  <a:lnTo>
                    <a:pt x="12899" y="14332"/>
                  </a:lnTo>
                  <a:lnTo>
                    <a:pt x="14810" y="12899"/>
                  </a:lnTo>
                  <a:lnTo>
                    <a:pt x="15288" y="11943"/>
                  </a:lnTo>
                  <a:lnTo>
                    <a:pt x="15765" y="9077"/>
                  </a:lnTo>
                  <a:lnTo>
                    <a:pt x="17199" y="6688"/>
                  </a:lnTo>
                  <a:lnTo>
                    <a:pt x="19587" y="5255"/>
                  </a:lnTo>
                  <a:lnTo>
                    <a:pt x="18632" y="4300"/>
                  </a:lnTo>
                  <a:lnTo>
                    <a:pt x="15765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0" name="Freeform 5349">
              <a:extLst>
                <a:ext uri="{FF2B5EF4-FFF2-40B4-BE49-F238E27FC236}">
                  <a16:creationId xmlns:a16="http://schemas.microsoft.com/office/drawing/2014/main" id="{977F4ECE-024C-20B7-FFE5-946757C17AD1}"/>
                </a:ext>
              </a:extLst>
            </p:cNvPr>
            <p:cNvSpPr/>
            <p:nvPr/>
          </p:nvSpPr>
          <p:spPr>
            <a:xfrm>
              <a:off x="6426110" y="2416475"/>
              <a:ext cx="3230884" cy="1498637"/>
            </a:xfrm>
            <a:custGeom>
              <a:avLst/>
              <a:gdLst>
                <a:gd name="csX0" fmla="*/ 345399 w 3230884"/>
                <a:gd name="csY0" fmla="*/ 1464241 h 1498637"/>
                <a:gd name="csX1" fmla="*/ 345399 w 3230884"/>
                <a:gd name="csY1" fmla="*/ 1464241 h 1498637"/>
                <a:gd name="csX2" fmla="*/ 346831 w 3230884"/>
                <a:gd name="csY2" fmla="*/ 1460897 h 1498637"/>
                <a:gd name="csX3" fmla="*/ 347310 w 3230884"/>
                <a:gd name="csY3" fmla="*/ 1460897 h 1498637"/>
                <a:gd name="csX4" fmla="*/ 348742 w 3230884"/>
                <a:gd name="csY4" fmla="*/ 1461374 h 1498637"/>
                <a:gd name="csX5" fmla="*/ 351609 w 3230884"/>
                <a:gd name="csY5" fmla="*/ 1462330 h 1498637"/>
                <a:gd name="csX6" fmla="*/ 353042 w 3230884"/>
                <a:gd name="csY6" fmla="*/ 1462808 h 1498637"/>
                <a:gd name="csX7" fmla="*/ 353997 w 3230884"/>
                <a:gd name="csY7" fmla="*/ 1463285 h 1498637"/>
                <a:gd name="csX8" fmla="*/ 356864 w 3230884"/>
                <a:gd name="csY8" fmla="*/ 1466152 h 1498637"/>
                <a:gd name="csX9" fmla="*/ 356864 w 3230884"/>
                <a:gd name="csY9" fmla="*/ 1466630 h 1498637"/>
                <a:gd name="csX10" fmla="*/ 361163 w 3230884"/>
                <a:gd name="csY10" fmla="*/ 1466152 h 1498637"/>
                <a:gd name="csX11" fmla="*/ 363074 w 3230884"/>
                <a:gd name="csY11" fmla="*/ 1466630 h 1498637"/>
                <a:gd name="csX12" fmla="*/ 364030 w 3230884"/>
                <a:gd name="csY12" fmla="*/ 1467107 h 1498637"/>
                <a:gd name="csX13" fmla="*/ 364508 w 3230884"/>
                <a:gd name="csY13" fmla="*/ 1467585 h 1498637"/>
                <a:gd name="csX14" fmla="*/ 363552 w 3230884"/>
                <a:gd name="csY14" fmla="*/ 1470451 h 1498637"/>
                <a:gd name="csX15" fmla="*/ 362597 w 3230884"/>
                <a:gd name="csY15" fmla="*/ 1473795 h 1498637"/>
                <a:gd name="csX16" fmla="*/ 362597 w 3230884"/>
                <a:gd name="csY16" fmla="*/ 1474273 h 1498637"/>
                <a:gd name="csX17" fmla="*/ 364508 w 3230884"/>
                <a:gd name="csY17" fmla="*/ 1475229 h 1498637"/>
                <a:gd name="csX18" fmla="*/ 366896 w 3230884"/>
                <a:gd name="csY18" fmla="*/ 1476662 h 1498637"/>
                <a:gd name="csX19" fmla="*/ 368329 w 3230884"/>
                <a:gd name="csY19" fmla="*/ 1477617 h 1498637"/>
                <a:gd name="csX20" fmla="*/ 368807 w 3230884"/>
                <a:gd name="csY20" fmla="*/ 1478573 h 1498637"/>
                <a:gd name="csX21" fmla="*/ 370718 w 3230884"/>
                <a:gd name="csY21" fmla="*/ 1479050 h 1498637"/>
                <a:gd name="csX22" fmla="*/ 373107 w 3230884"/>
                <a:gd name="csY22" fmla="*/ 1479528 h 1498637"/>
                <a:gd name="csX23" fmla="*/ 374062 w 3230884"/>
                <a:gd name="csY23" fmla="*/ 1479528 h 1498637"/>
                <a:gd name="csX24" fmla="*/ 375018 w 3230884"/>
                <a:gd name="csY24" fmla="*/ 1480484 h 1498637"/>
                <a:gd name="csX25" fmla="*/ 377884 w 3230884"/>
                <a:gd name="csY25" fmla="*/ 1481917 h 1498637"/>
                <a:gd name="csX26" fmla="*/ 378362 w 3230884"/>
                <a:gd name="csY26" fmla="*/ 1481917 h 1498637"/>
                <a:gd name="csX27" fmla="*/ 380751 w 3230884"/>
                <a:gd name="csY27" fmla="*/ 1482395 h 1498637"/>
                <a:gd name="csX28" fmla="*/ 380751 w 3230884"/>
                <a:gd name="csY28" fmla="*/ 1483828 h 1498637"/>
                <a:gd name="csX29" fmla="*/ 380751 w 3230884"/>
                <a:gd name="csY29" fmla="*/ 1483828 h 1498637"/>
                <a:gd name="csX30" fmla="*/ 381228 w 3230884"/>
                <a:gd name="csY30" fmla="*/ 1484306 h 1498637"/>
                <a:gd name="csX31" fmla="*/ 382184 w 3230884"/>
                <a:gd name="csY31" fmla="*/ 1484306 h 1498637"/>
                <a:gd name="csX32" fmla="*/ 383617 w 3230884"/>
                <a:gd name="csY32" fmla="*/ 1483350 h 1498637"/>
                <a:gd name="csX33" fmla="*/ 384572 w 3230884"/>
                <a:gd name="csY33" fmla="*/ 1483828 h 1498637"/>
                <a:gd name="csX34" fmla="*/ 386483 w 3230884"/>
                <a:gd name="csY34" fmla="*/ 1485739 h 1498637"/>
                <a:gd name="csX35" fmla="*/ 388394 w 3230884"/>
                <a:gd name="csY35" fmla="*/ 1487172 h 1498637"/>
                <a:gd name="csX36" fmla="*/ 389349 w 3230884"/>
                <a:gd name="csY36" fmla="*/ 1488605 h 1498637"/>
                <a:gd name="csX37" fmla="*/ 389827 w 3230884"/>
                <a:gd name="csY37" fmla="*/ 1489560 h 1498637"/>
                <a:gd name="csX38" fmla="*/ 389827 w 3230884"/>
                <a:gd name="csY38" fmla="*/ 1489560 h 1498637"/>
                <a:gd name="csX39" fmla="*/ 390783 w 3230884"/>
                <a:gd name="csY39" fmla="*/ 1490038 h 1498637"/>
                <a:gd name="csX40" fmla="*/ 390783 w 3230884"/>
                <a:gd name="csY40" fmla="*/ 1490038 h 1498637"/>
                <a:gd name="csX41" fmla="*/ 392694 w 3230884"/>
                <a:gd name="csY41" fmla="*/ 1490994 h 1498637"/>
                <a:gd name="csX42" fmla="*/ 393649 w 3230884"/>
                <a:gd name="csY42" fmla="*/ 1492427 h 1498637"/>
                <a:gd name="csX43" fmla="*/ 393649 w 3230884"/>
                <a:gd name="csY43" fmla="*/ 1492427 h 1498637"/>
                <a:gd name="csX44" fmla="*/ 394604 w 3230884"/>
                <a:gd name="csY44" fmla="*/ 1494815 h 1498637"/>
                <a:gd name="csX45" fmla="*/ 395083 w 3230884"/>
                <a:gd name="csY45" fmla="*/ 1495771 h 1498637"/>
                <a:gd name="csX46" fmla="*/ 395083 w 3230884"/>
                <a:gd name="csY46" fmla="*/ 1495771 h 1498637"/>
                <a:gd name="csX47" fmla="*/ 396038 w 3230884"/>
                <a:gd name="csY47" fmla="*/ 1496726 h 1498637"/>
                <a:gd name="csX48" fmla="*/ 399860 w 3230884"/>
                <a:gd name="csY48" fmla="*/ 1498160 h 1498637"/>
                <a:gd name="csX49" fmla="*/ 401293 w 3230884"/>
                <a:gd name="csY49" fmla="*/ 1498160 h 1498637"/>
                <a:gd name="csX50" fmla="*/ 405592 w 3230884"/>
                <a:gd name="csY50" fmla="*/ 1498637 h 1498637"/>
                <a:gd name="csX51" fmla="*/ 407026 w 3230884"/>
                <a:gd name="csY51" fmla="*/ 1498637 h 1498637"/>
                <a:gd name="csX52" fmla="*/ 407026 w 3230884"/>
                <a:gd name="csY52" fmla="*/ 1498637 h 1498637"/>
                <a:gd name="csX53" fmla="*/ 408936 w 3230884"/>
                <a:gd name="csY53" fmla="*/ 1495771 h 1498637"/>
                <a:gd name="csX54" fmla="*/ 408936 w 3230884"/>
                <a:gd name="csY54" fmla="*/ 1495293 h 1498637"/>
                <a:gd name="csX55" fmla="*/ 410847 w 3230884"/>
                <a:gd name="csY55" fmla="*/ 1492427 h 1498637"/>
                <a:gd name="csX56" fmla="*/ 412281 w 3230884"/>
                <a:gd name="csY56" fmla="*/ 1491949 h 1498637"/>
                <a:gd name="csX57" fmla="*/ 415625 w 3230884"/>
                <a:gd name="csY57" fmla="*/ 1490516 h 1498637"/>
                <a:gd name="csX58" fmla="*/ 417536 w 3230884"/>
                <a:gd name="csY58" fmla="*/ 1489083 h 1498637"/>
                <a:gd name="csX59" fmla="*/ 417536 w 3230884"/>
                <a:gd name="csY59" fmla="*/ 1489083 h 1498637"/>
                <a:gd name="csX60" fmla="*/ 418013 w 3230884"/>
                <a:gd name="csY60" fmla="*/ 1487649 h 1498637"/>
                <a:gd name="csX61" fmla="*/ 419924 w 3230884"/>
                <a:gd name="csY61" fmla="*/ 1484783 h 1498637"/>
                <a:gd name="csX62" fmla="*/ 420880 w 3230884"/>
                <a:gd name="csY62" fmla="*/ 1483350 h 1498637"/>
                <a:gd name="csX63" fmla="*/ 418969 w 3230884"/>
                <a:gd name="csY63" fmla="*/ 1481917 h 1498637"/>
                <a:gd name="csX64" fmla="*/ 418013 w 3230884"/>
                <a:gd name="csY64" fmla="*/ 1481439 h 1498637"/>
                <a:gd name="csX65" fmla="*/ 417058 w 3230884"/>
                <a:gd name="csY65" fmla="*/ 1480484 h 1498637"/>
                <a:gd name="csX66" fmla="*/ 415625 w 3230884"/>
                <a:gd name="csY66" fmla="*/ 1477617 h 1498637"/>
                <a:gd name="csX67" fmla="*/ 414192 w 3230884"/>
                <a:gd name="csY67" fmla="*/ 1474751 h 1498637"/>
                <a:gd name="csX68" fmla="*/ 411325 w 3230884"/>
                <a:gd name="csY68" fmla="*/ 1470929 h 1498637"/>
                <a:gd name="csX69" fmla="*/ 406070 w 3230884"/>
                <a:gd name="csY69" fmla="*/ 1464241 h 1498637"/>
                <a:gd name="csX70" fmla="*/ 405115 w 3230884"/>
                <a:gd name="csY70" fmla="*/ 1463763 h 1498637"/>
                <a:gd name="csX71" fmla="*/ 404159 w 3230884"/>
                <a:gd name="csY71" fmla="*/ 1462808 h 1498637"/>
                <a:gd name="csX72" fmla="*/ 403681 w 3230884"/>
                <a:gd name="csY72" fmla="*/ 1459464 h 1498637"/>
                <a:gd name="csX73" fmla="*/ 402249 w 3230884"/>
                <a:gd name="csY73" fmla="*/ 1457075 h 1498637"/>
                <a:gd name="csX74" fmla="*/ 400338 w 3230884"/>
                <a:gd name="csY74" fmla="*/ 1455642 h 1498637"/>
                <a:gd name="csX75" fmla="*/ 399382 w 3230884"/>
                <a:gd name="csY75" fmla="*/ 1454686 h 1498637"/>
                <a:gd name="csX76" fmla="*/ 398904 w 3230884"/>
                <a:gd name="csY76" fmla="*/ 1453731 h 1498637"/>
                <a:gd name="csX77" fmla="*/ 399860 w 3230884"/>
                <a:gd name="csY77" fmla="*/ 1449431 h 1498637"/>
                <a:gd name="csX78" fmla="*/ 399860 w 3230884"/>
                <a:gd name="csY78" fmla="*/ 1447998 h 1498637"/>
                <a:gd name="csX79" fmla="*/ 399382 w 3230884"/>
                <a:gd name="csY79" fmla="*/ 1445132 h 1498637"/>
                <a:gd name="csX80" fmla="*/ 399860 w 3230884"/>
                <a:gd name="csY80" fmla="*/ 1442265 h 1498637"/>
                <a:gd name="csX81" fmla="*/ 400815 w 3230884"/>
                <a:gd name="csY81" fmla="*/ 1437966 h 1498637"/>
                <a:gd name="csX82" fmla="*/ 402249 w 3230884"/>
                <a:gd name="csY82" fmla="*/ 1434622 h 1498637"/>
                <a:gd name="csX83" fmla="*/ 402726 w 3230884"/>
                <a:gd name="csY83" fmla="*/ 1432711 h 1498637"/>
                <a:gd name="csX84" fmla="*/ 400815 w 3230884"/>
                <a:gd name="csY84" fmla="*/ 1434144 h 1498637"/>
                <a:gd name="csX85" fmla="*/ 398904 w 3230884"/>
                <a:gd name="csY85" fmla="*/ 1440832 h 1498637"/>
                <a:gd name="csX86" fmla="*/ 398426 w 3230884"/>
                <a:gd name="csY86" fmla="*/ 1435099 h 1498637"/>
                <a:gd name="csX87" fmla="*/ 396993 w 3230884"/>
                <a:gd name="csY87" fmla="*/ 1429844 h 1498637"/>
                <a:gd name="csX88" fmla="*/ 396038 w 3230884"/>
                <a:gd name="csY88" fmla="*/ 1426978 h 1498637"/>
                <a:gd name="csX89" fmla="*/ 394127 w 3230884"/>
                <a:gd name="csY89" fmla="*/ 1425067 h 1498637"/>
                <a:gd name="csX90" fmla="*/ 392216 w 3230884"/>
                <a:gd name="csY90" fmla="*/ 1423156 h 1498637"/>
                <a:gd name="csX91" fmla="*/ 390305 w 3230884"/>
                <a:gd name="csY91" fmla="*/ 1421245 h 1498637"/>
                <a:gd name="csX92" fmla="*/ 387917 w 3230884"/>
                <a:gd name="csY92" fmla="*/ 1419812 h 1498637"/>
                <a:gd name="csX93" fmla="*/ 384572 w 3230884"/>
                <a:gd name="csY93" fmla="*/ 1419334 h 1498637"/>
                <a:gd name="csX94" fmla="*/ 384095 w 3230884"/>
                <a:gd name="csY94" fmla="*/ 1418379 h 1498637"/>
                <a:gd name="csX95" fmla="*/ 384095 w 3230884"/>
                <a:gd name="csY95" fmla="*/ 1416946 h 1498637"/>
                <a:gd name="csX96" fmla="*/ 384095 w 3230884"/>
                <a:gd name="csY96" fmla="*/ 1415512 h 1498637"/>
                <a:gd name="csX97" fmla="*/ 385050 w 3230884"/>
                <a:gd name="csY97" fmla="*/ 1413124 h 1498637"/>
                <a:gd name="csX98" fmla="*/ 386483 w 3230884"/>
                <a:gd name="csY98" fmla="*/ 1411691 h 1498637"/>
                <a:gd name="csX99" fmla="*/ 388872 w 3230884"/>
                <a:gd name="csY99" fmla="*/ 1409780 h 1498637"/>
                <a:gd name="csX100" fmla="*/ 389349 w 3230884"/>
                <a:gd name="csY100" fmla="*/ 1408824 h 1498637"/>
                <a:gd name="csX101" fmla="*/ 389827 w 3230884"/>
                <a:gd name="csY101" fmla="*/ 1407391 h 1498637"/>
                <a:gd name="csX102" fmla="*/ 390305 w 3230884"/>
                <a:gd name="csY102" fmla="*/ 1408346 h 1498637"/>
                <a:gd name="csX103" fmla="*/ 391261 w 3230884"/>
                <a:gd name="csY103" fmla="*/ 1408824 h 1498637"/>
                <a:gd name="csX104" fmla="*/ 392216 w 3230884"/>
                <a:gd name="csY104" fmla="*/ 1406913 h 1498637"/>
                <a:gd name="csX105" fmla="*/ 392694 w 3230884"/>
                <a:gd name="csY105" fmla="*/ 1405002 h 1498637"/>
                <a:gd name="csX106" fmla="*/ 394127 w 3230884"/>
                <a:gd name="csY106" fmla="*/ 1403569 h 1498637"/>
                <a:gd name="csX107" fmla="*/ 395560 w 3230884"/>
                <a:gd name="csY107" fmla="*/ 1400703 h 1498637"/>
                <a:gd name="csX108" fmla="*/ 396515 w 3230884"/>
                <a:gd name="csY108" fmla="*/ 1398792 h 1498637"/>
                <a:gd name="csX109" fmla="*/ 397471 w 3230884"/>
                <a:gd name="csY109" fmla="*/ 1396881 h 1498637"/>
                <a:gd name="csX110" fmla="*/ 397949 w 3230884"/>
                <a:gd name="csY110" fmla="*/ 1393537 h 1498637"/>
                <a:gd name="csX111" fmla="*/ 398904 w 3230884"/>
                <a:gd name="csY111" fmla="*/ 1393059 h 1498637"/>
                <a:gd name="csX112" fmla="*/ 399382 w 3230884"/>
                <a:gd name="csY112" fmla="*/ 1392581 h 1498637"/>
                <a:gd name="csX113" fmla="*/ 399860 w 3230884"/>
                <a:gd name="csY113" fmla="*/ 1391626 h 1498637"/>
                <a:gd name="csX114" fmla="*/ 400338 w 3230884"/>
                <a:gd name="csY114" fmla="*/ 1390670 h 1498637"/>
                <a:gd name="csX115" fmla="*/ 399860 w 3230884"/>
                <a:gd name="csY115" fmla="*/ 1388760 h 1498637"/>
                <a:gd name="csX116" fmla="*/ 398904 w 3230884"/>
                <a:gd name="csY116" fmla="*/ 1386849 h 1498637"/>
                <a:gd name="csX117" fmla="*/ 399382 w 3230884"/>
                <a:gd name="csY117" fmla="*/ 1386849 h 1498637"/>
                <a:gd name="csX118" fmla="*/ 399860 w 3230884"/>
                <a:gd name="csY118" fmla="*/ 1386849 h 1498637"/>
                <a:gd name="csX119" fmla="*/ 401293 w 3230884"/>
                <a:gd name="csY119" fmla="*/ 1387804 h 1498637"/>
                <a:gd name="csX120" fmla="*/ 402249 w 3230884"/>
                <a:gd name="csY120" fmla="*/ 1389237 h 1498637"/>
                <a:gd name="csX121" fmla="*/ 402726 w 3230884"/>
                <a:gd name="csY121" fmla="*/ 1387326 h 1498637"/>
                <a:gd name="csX122" fmla="*/ 403681 w 3230884"/>
                <a:gd name="csY122" fmla="*/ 1386849 h 1498637"/>
                <a:gd name="csX123" fmla="*/ 405115 w 3230884"/>
                <a:gd name="csY123" fmla="*/ 1387326 h 1498637"/>
                <a:gd name="csX124" fmla="*/ 406070 w 3230884"/>
                <a:gd name="csY124" fmla="*/ 1387326 h 1498637"/>
                <a:gd name="csX125" fmla="*/ 410370 w 3230884"/>
                <a:gd name="csY125" fmla="*/ 1385893 h 1498637"/>
                <a:gd name="csX126" fmla="*/ 412758 w 3230884"/>
                <a:gd name="csY126" fmla="*/ 1385416 h 1498637"/>
                <a:gd name="csX127" fmla="*/ 414669 w 3230884"/>
                <a:gd name="csY127" fmla="*/ 1384460 h 1498637"/>
                <a:gd name="csX128" fmla="*/ 418969 w 3230884"/>
                <a:gd name="csY128" fmla="*/ 1380160 h 1498637"/>
                <a:gd name="csX129" fmla="*/ 420402 w 3230884"/>
                <a:gd name="csY129" fmla="*/ 1380160 h 1498637"/>
                <a:gd name="csX130" fmla="*/ 421358 w 3230884"/>
                <a:gd name="csY130" fmla="*/ 1380160 h 1498637"/>
                <a:gd name="csX131" fmla="*/ 422313 w 3230884"/>
                <a:gd name="csY131" fmla="*/ 1381116 h 1498637"/>
                <a:gd name="csX132" fmla="*/ 423268 w 3230884"/>
                <a:gd name="csY132" fmla="*/ 1381594 h 1498637"/>
                <a:gd name="csX133" fmla="*/ 424224 w 3230884"/>
                <a:gd name="csY133" fmla="*/ 1381116 h 1498637"/>
                <a:gd name="csX134" fmla="*/ 424224 w 3230884"/>
                <a:gd name="csY134" fmla="*/ 1380638 h 1498637"/>
                <a:gd name="csX135" fmla="*/ 423268 w 3230884"/>
                <a:gd name="csY135" fmla="*/ 1379205 h 1498637"/>
                <a:gd name="csX136" fmla="*/ 423268 w 3230884"/>
                <a:gd name="csY136" fmla="*/ 1377772 h 1498637"/>
                <a:gd name="csX137" fmla="*/ 423268 w 3230884"/>
                <a:gd name="csY137" fmla="*/ 1376339 h 1498637"/>
                <a:gd name="csX138" fmla="*/ 424224 w 3230884"/>
                <a:gd name="csY138" fmla="*/ 1375861 h 1498637"/>
                <a:gd name="csX139" fmla="*/ 425657 w 3230884"/>
                <a:gd name="csY139" fmla="*/ 1375861 h 1498637"/>
                <a:gd name="csX140" fmla="*/ 430912 w 3230884"/>
                <a:gd name="csY140" fmla="*/ 1373472 h 1498637"/>
                <a:gd name="csX141" fmla="*/ 431390 w 3230884"/>
                <a:gd name="csY141" fmla="*/ 1372517 h 1498637"/>
                <a:gd name="csX142" fmla="*/ 431868 w 3230884"/>
                <a:gd name="csY142" fmla="*/ 1371084 h 1498637"/>
                <a:gd name="csX143" fmla="*/ 434256 w 3230884"/>
                <a:gd name="csY143" fmla="*/ 1371084 h 1498637"/>
                <a:gd name="csX144" fmla="*/ 433779 w 3230884"/>
                <a:gd name="csY144" fmla="*/ 1369651 h 1498637"/>
                <a:gd name="csX145" fmla="*/ 432823 w 3230884"/>
                <a:gd name="csY145" fmla="*/ 1369173 h 1498637"/>
                <a:gd name="csX146" fmla="*/ 428524 w 3230884"/>
                <a:gd name="csY146" fmla="*/ 1366784 h 1498637"/>
                <a:gd name="csX147" fmla="*/ 424702 w 3230884"/>
                <a:gd name="csY147" fmla="*/ 1365351 h 1498637"/>
                <a:gd name="csX148" fmla="*/ 421835 w 3230884"/>
                <a:gd name="csY148" fmla="*/ 1363440 h 1498637"/>
                <a:gd name="csX149" fmla="*/ 421358 w 3230884"/>
                <a:gd name="csY149" fmla="*/ 1363440 h 1498637"/>
                <a:gd name="csX150" fmla="*/ 420402 w 3230884"/>
                <a:gd name="csY150" fmla="*/ 1362485 h 1498637"/>
                <a:gd name="csX151" fmla="*/ 419447 w 3230884"/>
                <a:gd name="csY151" fmla="*/ 1361529 h 1498637"/>
                <a:gd name="csX152" fmla="*/ 419447 w 3230884"/>
                <a:gd name="csY152" fmla="*/ 1360096 h 1498637"/>
                <a:gd name="csX153" fmla="*/ 419924 w 3230884"/>
                <a:gd name="csY153" fmla="*/ 1359140 h 1498637"/>
                <a:gd name="csX154" fmla="*/ 420402 w 3230884"/>
                <a:gd name="csY154" fmla="*/ 1358663 h 1498637"/>
                <a:gd name="csX155" fmla="*/ 421358 w 3230884"/>
                <a:gd name="csY155" fmla="*/ 1358185 h 1498637"/>
                <a:gd name="csX156" fmla="*/ 421358 w 3230884"/>
                <a:gd name="csY156" fmla="*/ 1358185 h 1498637"/>
                <a:gd name="csX157" fmla="*/ 422313 w 3230884"/>
                <a:gd name="csY157" fmla="*/ 1358663 h 1498637"/>
                <a:gd name="csX158" fmla="*/ 423268 w 3230884"/>
                <a:gd name="csY158" fmla="*/ 1359140 h 1498637"/>
                <a:gd name="csX159" fmla="*/ 424702 w 3230884"/>
                <a:gd name="csY159" fmla="*/ 1359618 h 1498637"/>
                <a:gd name="csX160" fmla="*/ 425179 w 3230884"/>
                <a:gd name="csY160" fmla="*/ 1359618 h 1498637"/>
                <a:gd name="csX161" fmla="*/ 427090 w 3230884"/>
                <a:gd name="csY161" fmla="*/ 1360096 h 1498637"/>
                <a:gd name="csX162" fmla="*/ 427090 w 3230884"/>
                <a:gd name="csY162" fmla="*/ 1360096 h 1498637"/>
                <a:gd name="csX163" fmla="*/ 428524 w 3230884"/>
                <a:gd name="csY163" fmla="*/ 1359618 h 1498637"/>
                <a:gd name="csX164" fmla="*/ 428524 w 3230884"/>
                <a:gd name="csY164" fmla="*/ 1359618 h 1498637"/>
                <a:gd name="csX165" fmla="*/ 428524 w 3230884"/>
                <a:gd name="csY165" fmla="*/ 1358185 h 1498637"/>
                <a:gd name="csX166" fmla="*/ 426135 w 3230884"/>
                <a:gd name="csY166" fmla="*/ 1353408 h 1498637"/>
                <a:gd name="csX167" fmla="*/ 423746 w 3230884"/>
                <a:gd name="csY167" fmla="*/ 1349586 h 1498637"/>
                <a:gd name="csX168" fmla="*/ 421358 w 3230884"/>
                <a:gd name="csY168" fmla="*/ 1345286 h 1498637"/>
                <a:gd name="csX169" fmla="*/ 420402 w 3230884"/>
                <a:gd name="csY169" fmla="*/ 1343375 h 1498637"/>
                <a:gd name="csX170" fmla="*/ 417536 w 3230884"/>
                <a:gd name="csY170" fmla="*/ 1340031 h 1498637"/>
                <a:gd name="csX171" fmla="*/ 415147 w 3230884"/>
                <a:gd name="csY171" fmla="*/ 1336209 h 1498637"/>
                <a:gd name="csX172" fmla="*/ 412758 w 3230884"/>
                <a:gd name="csY172" fmla="*/ 1333343 h 1498637"/>
                <a:gd name="csX173" fmla="*/ 411803 w 3230884"/>
                <a:gd name="csY173" fmla="*/ 1332388 h 1498637"/>
                <a:gd name="csX174" fmla="*/ 408459 w 3230884"/>
                <a:gd name="csY174" fmla="*/ 1331910 h 1498637"/>
                <a:gd name="csX175" fmla="*/ 401770 w 3230884"/>
                <a:gd name="csY175" fmla="*/ 1330954 h 1498637"/>
                <a:gd name="csX176" fmla="*/ 399382 w 3230884"/>
                <a:gd name="csY176" fmla="*/ 1330477 h 1498637"/>
                <a:gd name="csX177" fmla="*/ 397471 w 3230884"/>
                <a:gd name="csY177" fmla="*/ 1331432 h 1498637"/>
                <a:gd name="csX178" fmla="*/ 395560 w 3230884"/>
                <a:gd name="csY178" fmla="*/ 1332388 h 1498637"/>
                <a:gd name="csX179" fmla="*/ 395560 w 3230884"/>
                <a:gd name="csY179" fmla="*/ 1332388 h 1498637"/>
                <a:gd name="csX180" fmla="*/ 393649 w 3230884"/>
                <a:gd name="csY180" fmla="*/ 1330954 h 1498637"/>
                <a:gd name="csX181" fmla="*/ 393649 w 3230884"/>
                <a:gd name="csY181" fmla="*/ 1330954 h 1498637"/>
                <a:gd name="csX182" fmla="*/ 392216 w 3230884"/>
                <a:gd name="csY182" fmla="*/ 1328566 h 1498637"/>
                <a:gd name="csX183" fmla="*/ 391738 w 3230884"/>
                <a:gd name="csY183" fmla="*/ 1326655 h 1498637"/>
                <a:gd name="csX184" fmla="*/ 391738 w 3230884"/>
                <a:gd name="csY184" fmla="*/ 1324744 h 1498637"/>
                <a:gd name="csX185" fmla="*/ 392216 w 3230884"/>
                <a:gd name="csY185" fmla="*/ 1321877 h 1498637"/>
                <a:gd name="csX186" fmla="*/ 390783 w 3230884"/>
                <a:gd name="csY186" fmla="*/ 1319011 h 1498637"/>
                <a:gd name="csX187" fmla="*/ 389827 w 3230884"/>
                <a:gd name="csY187" fmla="*/ 1317578 h 1498637"/>
                <a:gd name="csX188" fmla="*/ 386961 w 3230884"/>
                <a:gd name="csY188" fmla="*/ 1316622 h 1498637"/>
                <a:gd name="csX189" fmla="*/ 383139 w 3230884"/>
                <a:gd name="csY189" fmla="*/ 1314234 h 1498637"/>
                <a:gd name="csX190" fmla="*/ 383139 w 3230884"/>
                <a:gd name="csY190" fmla="*/ 1314234 h 1498637"/>
                <a:gd name="csX191" fmla="*/ 381706 w 3230884"/>
                <a:gd name="csY191" fmla="*/ 1309456 h 1498637"/>
                <a:gd name="csX192" fmla="*/ 383617 w 3230884"/>
                <a:gd name="csY192" fmla="*/ 1303246 h 1498637"/>
                <a:gd name="csX193" fmla="*/ 383617 w 3230884"/>
                <a:gd name="csY193" fmla="*/ 1303246 h 1498637"/>
                <a:gd name="csX194" fmla="*/ 386961 w 3230884"/>
                <a:gd name="csY194" fmla="*/ 1298946 h 1498637"/>
                <a:gd name="csX195" fmla="*/ 386961 w 3230884"/>
                <a:gd name="csY195" fmla="*/ 1298946 h 1498637"/>
                <a:gd name="csX196" fmla="*/ 387917 w 3230884"/>
                <a:gd name="csY196" fmla="*/ 1297991 h 1498637"/>
                <a:gd name="csX197" fmla="*/ 388872 w 3230884"/>
                <a:gd name="csY197" fmla="*/ 1297036 h 1498637"/>
                <a:gd name="csX198" fmla="*/ 388872 w 3230884"/>
                <a:gd name="csY198" fmla="*/ 1297036 h 1498637"/>
                <a:gd name="csX199" fmla="*/ 389349 w 3230884"/>
                <a:gd name="csY199" fmla="*/ 1296080 h 1498637"/>
                <a:gd name="csX200" fmla="*/ 389827 w 3230884"/>
                <a:gd name="csY200" fmla="*/ 1295125 h 1498637"/>
                <a:gd name="csX201" fmla="*/ 390305 w 3230884"/>
                <a:gd name="csY201" fmla="*/ 1293691 h 1498637"/>
                <a:gd name="csX202" fmla="*/ 390305 w 3230884"/>
                <a:gd name="csY202" fmla="*/ 1292258 h 1498637"/>
                <a:gd name="csX203" fmla="*/ 388872 w 3230884"/>
                <a:gd name="csY203" fmla="*/ 1290825 h 1498637"/>
                <a:gd name="csX204" fmla="*/ 386961 w 3230884"/>
                <a:gd name="csY204" fmla="*/ 1289392 h 1498637"/>
                <a:gd name="csX205" fmla="*/ 385528 w 3230884"/>
                <a:gd name="csY205" fmla="*/ 1287959 h 1498637"/>
                <a:gd name="csX206" fmla="*/ 386006 w 3230884"/>
                <a:gd name="csY206" fmla="*/ 1284137 h 1498637"/>
                <a:gd name="csX207" fmla="*/ 387438 w 3230884"/>
                <a:gd name="csY207" fmla="*/ 1278404 h 1498637"/>
                <a:gd name="csX208" fmla="*/ 387438 w 3230884"/>
                <a:gd name="csY208" fmla="*/ 1278404 h 1498637"/>
                <a:gd name="csX209" fmla="*/ 389349 w 3230884"/>
                <a:gd name="csY209" fmla="*/ 1274104 h 1498637"/>
                <a:gd name="csX210" fmla="*/ 389349 w 3230884"/>
                <a:gd name="csY210" fmla="*/ 1274104 h 1498637"/>
                <a:gd name="csX211" fmla="*/ 392216 w 3230884"/>
                <a:gd name="csY211" fmla="*/ 1271716 h 1498637"/>
                <a:gd name="csX212" fmla="*/ 394604 w 3230884"/>
                <a:gd name="csY212" fmla="*/ 1269805 h 1498637"/>
                <a:gd name="csX213" fmla="*/ 394604 w 3230884"/>
                <a:gd name="csY213" fmla="*/ 1269805 h 1498637"/>
                <a:gd name="csX214" fmla="*/ 395560 w 3230884"/>
                <a:gd name="csY214" fmla="*/ 1268372 h 1498637"/>
                <a:gd name="csX215" fmla="*/ 395560 w 3230884"/>
                <a:gd name="csY215" fmla="*/ 1265983 h 1498637"/>
                <a:gd name="csX216" fmla="*/ 395560 w 3230884"/>
                <a:gd name="csY216" fmla="*/ 1264072 h 1498637"/>
                <a:gd name="csX217" fmla="*/ 395560 w 3230884"/>
                <a:gd name="csY217" fmla="*/ 1263595 h 1498637"/>
                <a:gd name="csX218" fmla="*/ 396038 w 3230884"/>
                <a:gd name="csY218" fmla="*/ 1262161 h 1498637"/>
                <a:gd name="csX219" fmla="*/ 396515 w 3230884"/>
                <a:gd name="csY219" fmla="*/ 1261683 h 1498637"/>
                <a:gd name="csX220" fmla="*/ 396993 w 3230884"/>
                <a:gd name="csY220" fmla="*/ 1261206 h 1498637"/>
                <a:gd name="csX221" fmla="*/ 397949 w 3230884"/>
                <a:gd name="csY221" fmla="*/ 1259773 h 1498637"/>
                <a:gd name="csX222" fmla="*/ 399860 w 3230884"/>
                <a:gd name="csY222" fmla="*/ 1258817 h 1498637"/>
                <a:gd name="csX223" fmla="*/ 401770 w 3230884"/>
                <a:gd name="csY223" fmla="*/ 1258339 h 1498637"/>
                <a:gd name="csX224" fmla="*/ 403681 w 3230884"/>
                <a:gd name="csY224" fmla="*/ 1259295 h 1498637"/>
                <a:gd name="csX225" fmla="*/ 406548 w 3230884"/>
                <a:gd name="csY225" fmla="*/ 1262161 h 1498637"/>
                <a:gd name="csX226" fmla="*/ 410847 w 3230884"/>
                <a:gd name="csY226" fmla="*/ 1267416 h 1498637"/>
                <a:gd name="csX227" fmla="*/ 413236 w 3230884"/>
                <a:gd name="csY227" fmla="*/ 1270760 h 1498637"/>
                <a:gd name="csX228" fmla="*/ 414192 w 3230884"/>
                <a:gd name="csY228" fmla="*/ 1271716 h 1498637"/>
                <a:gd name="csX229" fmla="*/ 416102 w 3230884"/>
                <a:gd name="csY229" fmla="*/ 1274104 h 1498637"/>
                <a:gd name="csX230" fmla="*/ 418013 w 3230884"/>
                <a:gd name="csY230" fmla="*/ 1275060 h 1498637"/>
                <a:gd name="csX231" fmla="*/ 421358 w 3230884"/>
                <a:gd name="csY231" fmla="*/ 1273627 h 1498637"/>
                <a:gd name="csX232" fmla="*/ 424702 w 3230884"/>
                <a:gd name="csY232" fmla="*/ 1272194 h 1498637"/>
                <a:gd name="csX233" fmla="*/ 425657 w 3230884"/>
                <a:gd name="csY233" fmla="*/ 1271238 h 1498637"/>
                <a:gd name="csX234" fmla="*/ 426135 w 3230884"/>
                <a:gd name="csY234" fmla="*/ 1269805 h 1498637"/>
                <a:gd name="csX235" fmla="*/ 425657 w 3230884"/>
                <a:gd name="csY235" fmla="*/ 1267416 h 1498637"/>
                <a:gd name="csX236" fmla="*/ 425657 w 3230884"/>
                <a:gd name="csY236" fmla="*/ 1266939 h 1498637"/>
                <a:gd name="csX237" fmla="*/ 425179 w 3230884"/>
                <a:gd name="csY237" fmla="*/ 1265505 h 1498637"/>
                <a:gd name="csX238" fmla="*/ 424224 w 3230884"/>
                <a:gd name="csY238" fmla="*/ 1263595 h 1498637"/>
                <a:gd name="csX239" fmla="*/ 423268 w 3230884"/>
                <a:gd name="csY239" fmla="*/ 1260250 h 1498637"/>
                <a:gd name="csX240" fmla="*/ 423268 w 3230884"/>
                <a:gd name="csY240" fmla="*/ 1259773 h 1498637"/>
                <a:gd name="csX241" fmla="*/ 422791 w 3230884"/>
                <a:gd name="csY241" fmla="*/ 1254518 h 1498637"/>
                <a:gd name="csX242" fmla="*/ 421835 w 3230884"/>
                <a:gd name="csY242" fmla="*/ 1252607 h 1498637"/>
                <a:gd name="csX243" fmla="*/ 422313 w 3230884"/>
                <a:gd name="csY243" fmla="*/ 1252607 h 1498637"/>
                <a:gd name="csX244" fmla="*/ 424224 w 3230884"/>
                <a:gd name="csY244" fmla="*/ 1252607 h 1498637"/>
                <a:gd name="csX245" fmla="*/ 425657 w 3230884"/>
                <a:gd name="csY245" fmla="*/ 1253084 h 1498637"/>
                <a:gd name="csX246" fmla="*/ 427568 w 3230884"/>
                <a:gd name="csY246" fmla="*/ 1251651 h 1498637"/>
                <a:gd name="csX247" fmla="*/ 430434 w 3230884"/>
                <a:gd name="csY247" fmla="*/ 1249263 h 1498637"/>
                <a:gd name="csX248" fmla="*/ 435690 w 3230884"/>
                <a:gd name="csY248" fmla="*/ 1245918 h 1498637"/>
                <a:gd name="csX249" fmla="*/ 435690 w 3230884"/>
                <a:gd name="csY249" fmla="*/ 1245918 h 1498637"/>
                <a:gd name="csX250" fmla="*/ 436645 w 3230884"/>
                <a:gd name="csY250" fmla="*/ 1243530 h 1498637"/>
                <a:gd name="csX251" fmla="*/ 437600 w 3230884"/>
                <a:gd name="csY251" fmla="*/ 1240663 h 1498637"/>
                <a:gd name="csX252" fmla="*/ 439033 w 3230884"/>
                <a:gd name="csY252" fmla="*/ 1239230 h 1498637"/>
                <a:gd name="csX253" fmla="*/ 442377 w 3230884"/>
                <a:gd name="csY253" fmla="*/ 1238753 h 1498637"/>
                <a:gd name="csX254" fmla="*/ 445722 w 3230884"/>
                <a:gd name="csY254" fmla="*/ 1237797 h 1498637"/>
                <a:gd name="csX255" fmla="*/ 446677 w 3230884"/>
                <a:gd name="csY255" fmla="*/ 1236842 h 1498637"/>
                <a:gd name="csX256" fmla="*/ 447633 w 3230884"/>
                <a:gd name="csY256" fmla="*/ 1235886 h 1498637"/>
                <a:gd name="csX257" fmla="*/ 451454 w 3230884"/>
                <a:gd name="csY257" fmla="*/ 1233975 h 1498637"/>
                <a:gd name="csX258" fmla="*/ 454321 w 3230884"/>
                <a:gd name="csY258" fmla="*/ 1233020 h 1498637"/>
                <a:gd name="csX259" fmla="*/ 455276 w 3230884"/>
                <a:gd name="csY259" fmla="*/ 1232064 h 1498637"/>
                <a:gd name="csX260" fmla="*/ 456232 w 3230884"/>
                <a:gd name="csY260" fmla="*/ 1230631 h 1498637"/>
                <a:gd name="csX261" fmla="*/ 459576 w 3230884"/>
                <a:gd name="csY261" fmla="*/ 1226809 h 1498637"/>
                <a:gd name="csX262" fmla="*/ 461965 w 3230884"/>
                <a:gd name="csY262" fmla="*/ 1224421 h 1498637"/>
                <a:gd name="csX263" fmla="*/ 461965 w 3230884"/>
                <a:gd name="csY263" fmla="*/ 1224421 h 1498637"/>
                <a:gd name="csX264" fmla="*/ 462920 w 3230884"/>
                <a:gd name="csY264" fmla="*/ 1223465 h 1498637"/>
                <a:gd name="csX265" fmla="*/ 464353 w 3230884"/>
                <a:gd name="csY265" fmla="*/ 1222032 h 1498637"/>
                <a:gd name="csX266" fmla="*/ 464831 w 3230884"/>
                <a:gd name="csY266" fmla="*/ 1220599 h 1498637"/>
                <a:gd name="csX267" fmla="*/ 464831 w 3230884"/>
                <a:gd name="csY267" fmla="*/ 1220121 h 1498637"/>
                <a:gd name="csX268" fmla="*/ 466742 w 3230884"/>
                <a:gd name="csY268" fmla="*/ 1220599 h 1498637"/>
                <a:gd name="csX269" fmla="*/ 469608 w 3230884"/>
                <a:gd name="csY269" fmla="*/ 1221554 h 1498637"/>
                <a:gd name="csX270" fmla="*/ 472475 w 3230884"/>
                <a:gd name="csY270" fmla="*/ 1222510 h 1498637"/>
                <a:gd name="csX271" fmla="*/ 474386 w 3230884"/>
                <a:gd name="csY271" fmla="*/ 1224421 h 1498637"/>
                <a:gd name="csX272" fmla="*/ 474863 w 3230884"/>
                <a:gd name="csY272" fmla="*/ 1225854 h 1498637"/>
                <a:gd name="csX273" fmla="*/ 474863 w 3230884"/>
                <a:gd name="csY273" fmla="*/ 1225854 h 1498637"/>
                <a:gd name="csX274" fmla="*/ 474863 w 3230884"/>
                <a:gd name="csY274" fmla="*/ 1227287 h 1498637"/>
                <a:gd name="csX275" fmla="*/ 474863 w 3230884"/>
                <a:gd name="csY275" fmla="*/ 1227287 h 1498637"/>
                <a:gd name="csX276" fmla="*/ 475818 w 3230884"/>
                <a:gd name="csY276" fmla="*/ 1227765 h 1498637"/>
                <a:gd name="csX277" fmla="*/ 476774 w 3230884"/>
                <a:gd name="csY277" fmla="*/ 1227765 h 1498637"/>
                <a:gd name="csX278" fmla="*/ 478207 w 3230884"/>
                <a:gd name="csY278" fmla="*/ 1227765 h 1498637"/>
                <a:gd name="csX279" fmla="*/ 478207 w 3230884"/>
                <a:gd name="csY279" fmla="*/ 1227287 h 1498637"/>
                <a:gd name="csX280" fmla="*/ 481074 w 3230884"/>
                <a:gd name="csY280" fmla="*/ 1227287 h 1498637"/>
                <a:gd name="csX281" fmla="*/ 484418 w 3230884"/>
                <a:gd name="csY281" fmla="*/ 1225376 h 1498637"/>
                <a:gd name="csX282" fmla="*/ 486806 w 3230884"/>
                <a:gd name="csY282" fmla="*/ 1223465 h 1498637"/>
                <a:gd name="csX283" fmla="*/ 488717 w 3230884"/>
                <a:gd name="csY283" fmla="*/ 1222032 h 1498637"/>
                <a:gd name="csX284" fmla="*/ 493017 w 3230884"/>
                <a:gd name="csY284" fmla="*/ 1221076 h 1498637"/>
                <a:gd name="csX285" fmla="*/ 493017 w 3230884"/>
                <a:gd name="csY285" fmla="*/ 1221076 h 1498637"/>
                <a:gd name="csX286" fmla="*/ 495406 w 3230884"/>
                <a:gd name="csY286" fmla="*/ 1221554 h 1498637"/>
                <a:gd name="csX287" fmla="*/ 497316 w 3230884"/>
                <a:gd name="csY287" fmla="*/ 1224421 h 1498637"/>
                <a:gd name="csX288" fmla="*/ 498750 w 3230884"/>
                <a:gd name="csY288" fmla="*/ 1226809 h 1498637"/>
                <a:gd name="csX289" fmla="*/ 498750 w 3230884"/>
                <a:gd name="csY289" fmla="*/ 1226809 h 1498637"/>
                <a:gd name="csX290" fmla="*/ 500183 w 3230884"/>
                <a:gd name="csY290" fmla="*/ 1227287 h 1498637"/>
                <a:gd name="csX291" fmla="*/ 500183 w 3230884"/>
                <a:gd name="csY291" fmla="*/ 1227287 h 1498637"/>
                <a:gd name="csX292" fmla="*/ 501138 w 3230884"/>
                <a:gd name="csY292" fmla="*/ 1227765 h 1498637"/>
                <a:gd name="csX293" fmla="*/ 501616 w 3230884"/>
                <a:gd name="csY293" fmla="*/ 1227765 h 1498637"/>
                <a:gd name="csX294" fmla="*/ 503527 w 3230884"/>
                <a:gd name="csY294" fmla="*/ 1227287 h 1498637"/>
                <a:gd name="csX295" fmla="*/ 503527 w 3230884"/>
                <a:gd name="csY295" fmla="*/ 1227287 h 1498637"/>
                <a:gd name="csX296" fmla="*/ 504960 w 3230884"/>
                <a:gd name="csY296" fmla="*/ 1227287 h 1498637"/>
                <a:gd name="csX297" fmla="*/ 506871 w 3230884"/>
                <a:gd name="csY297" fmla="*/ 1227765 h 1498637"/>
                <a:gd name="csX298" fmla="*/ 506871 w 3230884"/>
                <a:gd name="csY298" fmla="*/ 1227765 h 1498637"/>
                <a:gd name="csX299" fmla="*/ 509259 w 3230884"/>
                <a:gd name="csY299" fmla="*/ 1228242 h 1498637"/>
                <a:gd name="csX300" fmla="*/ 513082 w 3230884"/>
                <a:gd name="csY300" fmla="*/ 1227287 h 1498637"/>
                <a:gd name="csX301" fmla="*/ 513559 w 3230884"/>
                <a:gd name="csY301" fmla="*/ 1227287 h 1498637"/>
                <a:gd name="csX302" fmla="*/ 515470 w 3230884"/>
                <a:gd name="csY302" fmla="*/ 1227287 h 1498637"/>
                <a:gd name="csX303" fmla="*/ 517381 w 3230884"/>
                <a:gd name="csY303" fmla="*/ 1228720 h 1498637"/>
                <a:gd name="csX304" fmla="*/ 519292 w 3230884"/>
                <a:gd name="csY304" fmla="*/ 1230153 h 1498637"/>
                <a:gd name="csX305" fmla="*/ 522159 w 3230884"/>
                <a:gd name="csY305" fmla="*/ 1233975 h 1498637"/>
                <a:gd name="csX306" fmla="*/ 522159 w 3230884"/>
                <a:gd name="csY306" fmla="*/ 1233975 h 1498637"/>
                <a:gd name="csX307" fmla="*/ 524070 w 3230884"/>
                <a:gd name="csY307" fmla="*/ 1235408 h 1498637"/>
                <a:gd name="csX308" fmla="*/ 527413 w 3230884"/>
                <a:gd name="csY308" fmla="*/ 1236842 h 1498637"/>
                <a:gd name="csX309" fmla="*/ 529324 w 3230884"/>
                <a:gd name="csY309" fmla="*/ 1238275 h 1498637"/>
                <a:gd name="csX310" fmla="*/ 531236 w 3230884"/>
                <a:gd name="csY310" fmla="*/ 1240186 h 1498637"/>
                <a:gd name="csX311" fmla="*/ 532191 w 3230884"/>
                <a:gd name="csY311" fmla="*/ 1241619 h 1498637"/>
                <a:gd name="csX312" fmla="*/ 534579 w 3230884"/>
                <a:gd name="csY312" fmla="*/ 1244008 h 1498637"/>
                <a:gd name="csX313" fmla="*/ 536968 w 3230884"/>
                <a:gd name="csY313" fmla="*/ 1247829 h 1498637"/>
                <a:gd name="csX314" fmla="*/ 537446 w 3230884"/>
                <a:gd name="csY314" fmla="*/ 1250696 h 1498637"/>
                <a:gd name="csX315" fmla="*/ 537923 w 3230884"/>
                <a:gd name="csY315" fmla="*/ 1253562 h 1498637"/>
                <a:gd name="csX316" fmla="*/ 538879 w 3230884"/>
                <a:gd name="csY316" fmla="*/ 1254518 h 1498637"/>
                <a:gd name="csX317" fmla="*/ 538879 w 3230884"/>
                <a:gd name="csY317" fmla="*/ 1254518 h 1498637"/>
                <a:gd name="csX318" fmla="*/ 539357 w 3230884"/>
                <a:gd name="csY318" fmla="*/ 1254995 h 1498637"/>
                <a:gd name="csX319" fmla="*/ 539357 w 3230884"/>
                <a:gd name="csY319" fmla="*/ 1254995 h 1498637"/>
                <a:gd name="csX320" fmla="*/ 540312 w 3230884"/>
                <a:gd name="csY320" fmla="*/ 1254518 h 1498637"/>
                <a:gd name="csX321" fmla="*/ 541268 w 3230884"/>
                <a:gd name="csY321" fmla="*/ 1253084 h 1498637"/>
                <a:gd name="csX322" fmla="*/ 541268 w 3230884"/>
                <a:gd name="csY322" fmla="*/ 1251174 h 1498637"/>
                <a:gd name="csX323" fmla="*/ 541268 w 3230884"/>
                <a:gd name="csY323" fmla="*/ 1247829 h 1498637"/>
                <a:gd name="csX324" fmla="*/ 540312 w 3230884"/>
                <a:gd name="csY324" fmla="*/ 1244963 h 1498637"/>
                <a:gd name="csX325" fmla="*/ 539834 w 3230884"/>
                <a:gd name="csY325" fmla="*/ 1244008 h 1498637"/>
                <a:gd name="csX326" fmla="*/ 539357 w 3230884"/>
                <a:gd name="csY326" fmla="*/ 1243052 h 1498637"/>
                <a:gd name="csX327" fmla="*/ 539834 w 3230884"/>
                <a:gd name="csY327" fmla="*/ 1241619 h 1498637"/>
                <a:gd name="csX328" fmla="*/ 541268 w 3230884"/>
                <a:gd name="csY328" fmla="*/ 1241141 h 1498637"/>
                <a:gd name="csX329" fmla="*/ 543179 w 3230884"/>
                <a:gd name="csY329" fmla="*/ 1241619 h 1498637"/>
                <a:gd name="csX330" fmla="*/ 545567 w 3230884"/>
                <a:gd name="csY330" fmla="*/ 1243052 h 1498637"/>
                <a:gd name="csX331" fmla="*/ 548434 w 3230884"/>
                <a:gd name="csY331" fmla="*/ 1245441 h 1498637"/>
                <a:gd name="csX332" fmla="*/ 552255 w 3230884"/>
                <a:gd name="csY332" fmla="*/ 1248785 h 1498637"/>
                <a:gd name="csX333" fmla="*/ 555600 w 3230884"/>
                <a:gd name="csY333" fmla="*/ 1251174 h 1498637"/>
                <a:gd name="csX334" fmla="*/ 558943 w 3230884"/>
                <a:gd name="csY334" fmla="*/ 1253084 h 1498637"/>
                <a:gd name="csX335" fmla="*/ 561810 w 3230884"/>
                <a:gd name="csY335" fmla="*/ 1253562 h 1498637"/>
                <a:gd name="csX336" fmla="*/ 564198 w 3230884"/>
                <a:gd name="csY336" fmla="*/ 1253084 h 1498637"/>
                <a:gd name="csX337" fmla="*/ 564198 w 3230884"/>
                <a:gd name="csY337" fmla="*/ 1253084 h 1498637"/>
                <a:gd name="csX338" fmla="*/ 566587 w 3230884"/>
                <a:gd name="csY338" fmla="*/ 1251651 h 1498637"/>
                <a:gd name="csX339" fmla="*/ 568976 w 3230884"/>
                <a:gd name="csY339" fmla="*/ 1249740 h 1498637"/>
                <a:gd name="csX340" fmla="*/ 570409 w 3230884"/>
                <a:gd name="csY340" fmla="*/ 1247829 h 1498637"/>
                <a:gd name="csX341" fmla="*/ 570887 w 3230884"/>
                <a:gd name="csY341" fmla="*/ 1245918 h 1498637"/>
                <a:gd name="csX342" fmla="*/ 570887 w 3230884"/>
                <a:gd name="csY342" fmla="*/ 1245918 h 1498637"/>
                <a:gd name="csX343" fmla="*/ 574709 w 3230884"/>
                <a:gd name="csY343" fmla="*/ 1243530 h 1498637"/>
                <a:gd name="csX344" fmla="*/ 574709 w 3230884"/>
                <a:gd name="csY344" fmla="*/ 1243530 h 1498637"/>
                <a:gd name="csX345" fmla="*/ 578053 w 3230884"/>
                <a:gd name="csY345" fmla="*/ 1241141 h 1498637"/>
                <a:gd name="csX346" fmla="*/ 579486 w 3230884"/>
                <a:gd name="csY346" fmla="*/ 1241619 h 1498637"/>
                <a:gd name="csX347" fmla="*/ 580441 w 3230884"/>
                <a:gd name="csY347" fmla="*/ 1242097 h 1498637"/>
                <a:gd name="csX348" fmla="*/ 580441 w 3230884"/>
                <a:gd name="csY348" fmla="*/ 1242097 h 1498637"/>
                <a:gd name="csX349" fmla="*/ 583786 w 3230884"/>
                <a:gd name="csY349" fmla="*/ 1240663 h 1498637"/>
                <a:gd name="csX350" fmla="*/ 585219 w 3230884"/>
                <a:gd name="csY350" fmla="*/ 1240186 h 1498637"/>
                <a:gd name="csX351" fmla="*/ 587607 w 3230884"/>
                <a:gd name="csY351" fmla="*/ 1239708 h 1498637"/>
                <a:gd name="csX352" fmla="*/ 588085 w 3230884"/>
                <a:gd name="csY352" fmla="*/ 1239708 h 1498637"/>
                <a:gd name="csX353" fmla="*/ 591429 w 3230884"/>
                <a:gd name="csY353" fmla="*/ 1240663 h 1498637"/>
                <a:gd name="csX354" fmla="*/ 594296 w 3230884"/>
                <a:gd name="csY354" fmla="*/ 1243052 h 1498637"/>
                <a:gd name="csX355" fmla="*/ 594296 w 3230884"/>
                <a:gd name="csY355" fmla="*/ 1243052 h 1498637"/>
                <a:gd name="csX356" fmla="*/ 596684 w 3230884"/>
                <a:gd name="csY356" fmla="*/ 1244485 h 1498637"/>
                <a:gd name="csX357" fmla="*/ 599073 w 3230884"/>
                <a:gd name="csY357" fmla="*/ 1244485 h 1498637"/>
                <a:gd name="csX358" fmla="*/ 600984 w 3230884"/>
                <a:gd name="csY358" fmla="*/ 1243530 h 1498637"/>
                <a:gd name="csX359" fmla="*/ 602417 w 3230884"/>
                <a:gd name="csY359" fmla="*/ 1242097 h 1498637"/>
                <a:gd name="csX360" fmla="*/ 603373 w 3230884"/>
                <a:gd name="csY360" fmla="*/ 1240186 h 1498637"/>
                <a:gd name="csX361" fmla="*/ 604328 w 3230884"/>
                <a:gd name="csY361" fmla="*/ 1238753 h 1498637"/>
                <a:gd name="csX362" fmla="*/ 604805 w 3230884"/>
                <a:gd name="csY362" fmla="*/ 1238753 h 1498637"/>
                <a:gd name="csX363" fmla="*/ 608627 w 3230884"/>
                <a:gd name="csY363" fmla="*/ 1239708 h 1498637"/>
                <a:gd name="csX364" fmla="*/ 611494 w 3230884"/>
                <a:gd name="csY364" fmla="*/ 1239230 h 1498637"/>
                <a:gd name="csX365" fmla="*/ 611494 w 3230884"/>
                <a:gd name="csY365" fmla="*/ 1239230 h 1498637"/>
                <a:gd name="csX366" fmla="*/ 611494 w 3230884"/>
                <a:gd name="csY366" fmla="*/ 1239230 h 1498637"/>
                <a:gd name="csX367" fmla="*/ 614838 w 3230884"/>
                <a:gd name="csY367" fmla="*/ 1239708 h 1498637"/>
                <a:gd name="csX368" fmla="*/ 614838 w 3230884"/>
                <a:gd name="csY368" fmla="*/ 1239708 h 1498637"/>
                <a:gd name="csX369" fmla="*/ 618660 w 3230884"/>
                <a:gd name="csY369" fmla="*/ 1242574 h 1498637"/>
                <a:gd name="csX370" fmla="*/ 621048 w 3230884"/>
                <a:gd name="csY370" fmla="*/ 1245441 h 1498637"/>
                <a:gd name="csX371" fmla="*/ 623915 w 3230884"/>
                <a:gd name="csY371" fmla="*/ 1249263 h 1498637"/>
                <a:gd name="csX372" fmla="*/ 625348 w 3230884"/>
                <a:gd name="csY372" fmla="*/ 1250218 h 1498637"/>
                <a:gd name="csX373" fmla="*/ 625348 w 3230884"/>
                <a:gd name="csY373" fmla="*/ 1250218 h 1498637"/>
                <a:gd name="csX374" fmla="*/ 627259 w 3230884"/>
                <a:gd name="csY374" fmla="*/ 1250696 h 1498637"/>
                <a:gd name="csX375" fmla="*/ 629170 w 3230884"/>
                <a:gd name="csY375" fmla="*/ 1251174 h 1498637"/>
                <a:gd name="csX376" fmla="*/ 631080 w 3230884"/>
                <a:gd name="csY376" fmla="*/ 1251651 h 1498637"/>
                <a:gd name="csX377" fmla="*/ 636814 w 3230884"/>
                <a:gd name="csY377" fmla="*/ 1252607 h 1498637"/>
                <a:gd name="csX378" fmla="*/ 637291 w 3230884"/>
                <a:gd name="csY378" fmla="*/ 1253084 h 1498637"/>
                <a:gd name="csX379" fmla="*/ 638246 w 3230884"/>
                <a:gd name="csY379" fmla="*/ 1253562 h 1498637"/>
                <a:gd name="csX380" fmla="*/ 637769 w 3230884"/>
                <a:gd name="csY380" fmla="*/ 1255473 h 1498637"/>
                <a:gd name="csX381" fmla="*/ 638246 w 3230884"/>
                <a:gd name="csY381" fmla="*/ 1255951 h 1498637"/>
                <a:gd name="csX382" fmla="*/ 638246 w 3230884"/>
                <a:gd name="csY382" fmla="*/ 1255951 h 1498637"/>
                <a:gd name="csX383" fmla="*/ 642546 w 3230884"/>
                <a:gd name="csY383" fmla="*/ 1254518 h 1498637"/>
                <a:gd name="csX384" fmla="*/ 642546 w 3230884"/>
                <a:gd name="csY384" fmla="*/ 1254518 h 1498637"/>
                <a:gd name="csX385" fmla="*/ 643980 w 3230884"/>
                <a:gd name="csY385" fmla="*/ 1253562 h 1498637"/>
                <a:gd name="csX386" fmla="*/ 645412 w 3230884"/>
                <a:gd name="csY386" fmla="*/ 1250218 h 1498637"/>
                <a:gd name="csX387" fmla="*/ 646368 w 3230884"/>
                <a:gd name="csY387" fmla="*/ 1247352 h 1498637"/>
                <a:gd name="csX388" fmla="*/ 647801 w 3230884"/>
                <a:gd name="csY388" fmla="*/ 1245918 h 1498637"/>
                <a:gd name="csX389" fmla="*/ 648757 w 3230884"/>
                <a:gd name="csY389" fmla="*/ 1245918 h 1498637"/>
                <a:gd name="csX390" fmla="*/ 649712 w 3230884"/>
                <a:gd name="csY390" fmla="*/ 1246396 h 1498637"/>
                <a:gd name="csX391" fmla="*/ 651145 w 3230884"/>
                <a:gd name="csY391" fmla="*/ 1248307 h 1498637"/>
                <a:gd name="csX392" fmla="*/ 651145 w 3230884"/>
                <a:gd name="csY392" fmla="*/ 1248307 h 1498637"/>
                <a:gd name="csX393" fmla="*/ 653057 w 3230884"/>
                <a:gd name="csY393" fmla="*/ 1250218 h 1498637"/>
                <a:gd name="csX394" fmla="*/ 655923 w 3230884"/>
                <a:gd name="csY394" fmla="*/ 1250696 h 1498637"/>
                <a:gd name="csX395" fmla="*/ 657356 w 3230884"/>
                <a:gd name="csY395" fmla="*/ 1251174 h 1498637"/>
                <a:gd name="csX396" fmla="*/ 657834 w 3230884"/>
                <a:gd name="csY396" fmla="*/ 1251174 h 1498637"/>
                <a:gd name="csX397" fmla="*/ 660222 w 3230884"/>
                <a:gd name="csY397" fmla="*/ 1251174 h 1498637"/>
                <a:gd name="csX398" fmla="*/ 665955 w 3230884"/>
                <a:gd name="csY398" fmla="*/ 1250218 h 1498637"/>
                <a:gd name="csX399" fmla="*/ 671687 w 3230884"/>
                <a:gd name="csY399" fmla="*/ 1247829 h 1498637"/>
                <a:gd name="csX400" fmla="*/ 675032 w 3230884"/>
                <a:gd name="csY400" fmla="*/ 1245441 h 1498637"/>
                <a:gd name="csX401" fmla="*/ 676465 w 3230884"/>
                <a:gd name="csY401" fmla="*/ 1241619 h 1498637"/>
                <a:gd name="csX402" fmla="*/ 677421 w 3230884"/>
                <a:gd name="csY402" fmla="*/ 1237797 h 1498637"/>
                <a:gd name="csX403" fmla="*/ 677421 w 3230884"/>
                <a:gd name="csY403" fmla="*/ 1237319 h 1498637"/>
                <a:gd name="csX404" fmla="*/ 678853 w 3230884"/>
                <a:gd name="csY404" fmla="*/ 1234931 h 1498637"/>
                <a:gd name="csX405" fmla="*/ 678376 w 3230884"/>
                <a:gd name="csY405" fmla="*/ 1232064 h 1498637"/>
                <a:gd name="csX406" fmla="*/ 675510 w 3230884"/>
                <a:gd name="csY406" fmla="*/ 1229676 h 1498637"/>
                <a:gd name="csX407" fmla="*/ 674554 w 3230884"/>
                <a:gd name="csY407" fmla="*/ 1228720 h 1498637"/>
                <a:gd name="csX408" fmla="*/ 667866 w 3230884"/>
                <a:gd name="csY408" fmla="*/ 1227287 h 1498637"/>
                <a:gd name="csX409" fmla="*/ 667388 w 3230884"/>
                <a:gd name="csY409" fmla="*/ 1226332 h 1498637"/>
                <a:gd name="csX410" fmla="*/ 666910 w 3230884"/>
                <a:gd name="csY410" fmla="*/ 1225854 h 1498637"/>
                <a:gd name="csX411" fmla="*/ 659744 w 3230884"/>
                <a:gd name="csY411" fmla="*/ 1223465 h 1498637"/>
                <a:gd name="csX412" fmla="*/ 656878 w 3230884"/>
                <a:gd name="csY412" fmla="*/ 1222510 h 1498637"/>
                <a:gd name="csX413" fmla="*/ 656878 w 3230884"/>
                <a:gd name="csY413" fmla="*/ 1222510 h 1498637"/>
                <a:gd name="csX414" fmla="*/ 655923 w 3230884"/>
                <a:gd name="csY414" fmla="*/ 1221076 h 1498637"/>
                <a:gd name="csX415" fmla="*/ 654967 w 3230884"/>
                <a:gd name="csY415" fmla="*/ 1219166 h 1498637"/>
                <a:gd name="csX416" fmla="*/ 653057 w 3230884"/>
                <a:gd name="csY416" fmla="*/ 1217255 h 1498637"/>
                <a:gd name="csX417" fmla="*/ 648757 w 3230884"/>
                <a:gd name="csY417" fmla="*/ 1215822 h 1498637"/>
                <a:gd name="csX418" fmla="*/ 648279 w 3230884"/>
                <a:gd name="csY418" fmla="*/ 1214388 h 1498637"/>
                <a:gd name="csX419" fmla="*/ 648757 w 3230884"/>
                <a:gd name="csY419" fmla="*/ 1213433 h 1498637"/>
                <a:gd name="csX420" fmla="*/ 648757 w 3230884"/>
                <a:gd name="csY420" fmla="*/ 1212955 h 1498637"/>
                <a:gd name="csX421" fmla="*/ 651145 w 3230884"/>
                <a:gd name="csY421" fmla="*/ 1212000 h 1498637"/>
                <a:gd name="csX422" fmla="*/ 652101 w 3230884"/>
                <a:gd name="csY422" fmla="*/ 1211522 h 1498637"/>
                <a:gd name="csX423" fmla="*/ 655923 w 3230884"/>
                <a:gd name="csY423" fmla="*/ 1208656 h 1498637"/>
                <a:gd name="csX424" fmla="*/ 657356 w 3230884"/>
                <a:gd name="csY424" fmla="*/ 1208178 h 1498637"/>
                <a:gd name="csX425" fmla="*/ 660700 w 3230884"/>
                <a:gd name="csY425" fmla="*/ 1207700 h 1498637"/>
                <a:gd name="csX426" fmla="*/ 664044 w 3230884"/>
                <a:gd name="csY426" fmla="*/ 1205311 h 1498637"/>
                <a:gd name="csX427" fmla="*/ 665955 w 3230884"/>
                <a:gd name="csY427" fmla="*/ 1203878 h 1498637"/>
                <a:gd name="csX428" fmla="*/ 665955 w 3230884"/>
                <a:gd name="csY428" fmla="*/ 1203878 h 1498637"/>
                <a:gd name="csX429" fmla="*/ 667388 w 3230884"/>
                <a:gd name="csY429" fmla="*/ 1202445 h 1498637"/>
                <a:gd name="csX430" fmla="*/ 666910 w 3230884"/>
                <a:gd name="csY430" fmla="*/ 1200534 h 1498637"/>
                <a:gd name="csX431" fmla="*/ 666910 w 3230884"/>
                <a:gd name="csY431" fmla="*/ 1200534 h 1498637"/>
                <a:gd name="csX432" fmla="*/ 663566 w 3230884"/>
                <a:gd name="csY432" fmla="*/ 1195279 h 1498637"/>
                <a:gd name="csX433" fmla="*/ 662611 w 3230884"/>
                <a:gd name="csY433" fmla="*/ 1192413 h 1498637"/>
                <a:gd name="csX434" fmla="*/ 663089 w 3230884"/>
                <a:gd name="csY434" fmla="*/ 1191935 h 1498637"/>
                <a:gd name="csX435" fmla="*/ 663566 w 3230884"/>
                <a:gd name="csY435" fmla="*/ 1190024 h 1498637"/>
                <a:gd name="csX436" fmla="*/ 663566 w 3230884"/>
                <a:gd name="csY436" fmla="*/ 1190024 h 1498637"/>
                <a:gd name="csX437" fmla="*/ 665000 w 3230884"/>
                <a:gd name="csY437" fmla="*/ 1188113 h 1498637"/>
                <a:gd name="csX438" fmla="*/ 666433 w 3230884"/>
                <a:gd name="csY438" fmla="*/ 1186680 h 1498637"/>
                <a:gd name="csX439" fmla="*/ 667388 w 3230884"/>
                <a:gd name="csY439" fmla="*/ 1184769 h 1498637"/>
                <a:gd name="csX440" fmla="*/ 668344 w 3230884"/>
                <a:gd name="csY440" fmla="*/ 1183336 h 1498637"/>
                <a:gd name="csX441" fmla="*/ 671210 w 3230884"/>
                <a:gd name="csY441" fmla="*/ 1182858 h 1498637"/>
                <a:gd name="csX442" fmla="*/ 675032 w 3230884"/>
                <a:gd name="csY442" fmla="*/ 1182858 h 1498637"/>
                <a:gd name="csX443" fmla="*/ 675510 w 3230884"/>
                <a:gd name="csY443" fmla="*/ 1182858 h 1498637"/>
                <a:gd name="csX444" fmla="*/ 677898 w 3230884"/>
                <a:gd name="csY444" fmla="*/ 1183336 h 1498637"/>
                <a:gd name="csX445" fmla="*/ 681720 w 3230884"/>
                <a:gd name="csY445" fmla="*/ 1183336 h 1498637"/>
                <a:gd name="csX446" fmla="*/ 685064 w 3230884"/>
                <a:gd name="csY446" fmla="*/ 1183814 h 1498637"/>
                <a:gd name="csX447" fmla="*/ 686498 w 3230884"/>
                <a:gd name="csY447" fmla="*/ 1184291 h 1498637"/>
                <a:gd name="csX448" fmla="*/ 687930 w 3230884"/>
                <a:gd name="csY448" fmla="*/ 1183336 h 1498637"/>
                <a:gd name="csX449" fmla="*/ 688886 w 3230884"/>
                <a:gd name="csY449" fmla="*/ 1182381 h 1498637"/>
                <a:gd name="csX450" fmla="*/ 688886 w 3230884"/>
                <a:gd name="csY450" fmla="*/ 1180947 h 1498637"/>
                <a:gd name="csX451" fmla="*/ 687453 w 3230884"/>
                <a:gd name="csY451" fmla="*/ 1179036 h 1498637"/>
                <a:gd name="csX452" fmla="*/ 682675 w 3230884"/>
                <a:gd name="csY452" fmla="*/ 1177125 h 1498637"/>
                <a:gd name="csX453" fmla="*/ 680287 w 3230884"/>
                <a:gd name="csY453" fmla="*/ 1175692 h 1498637"/>
                <a:gd name="csX454" fmla="*/ 678853 w 3230884"/>
                <a:gd name="csY454" fmla="*/ 1175692 h 1498637"/>
                <a:gd name="csX455" fmla="*/ 675987 w 3230884"/>
                <a:gd name="csY455" fmla="*/ 1175215 h 1498637"/>
                <a:gd name="csX456" fmla="*/ 675987 w 3230884"/>
                <a:gd name="csY456" fmla="*/ 1175215 h 1498637"/>
                <a:gd name="csX457" fmla="*/ 673599 w 3230884"/>
                <a:gd name="csY457" fmla="*/ 1174259 h 1498637"/>
                <a:gd name="csX458" fmla="*/ 671210 w 3230884"/>
                <a:gd name="csY458" fmla="*/ 1173781 h 1498637"/>
                <a:gd name="csX459" fmla="*/ 670732 w 3230884"/>
                <a:gd name="csY459" fmla="*/ 1172348 h 1498637"/>
                <a:gd name="csX460" fmla="*/ 671210 w 3230884"/>
                <a:gd name="csY460" fmla="*/ 1169960 h 1498637"/>
                <a:gd name="csX461" fmla="*/ 671687 w 3230884"/>
                <a:gd name="csY461" fmla="*/ 1169004 h 1498637"/>
                <a:gd name="csX462" fmla="*/ 673599 w 3230884"/>
                <a:gd name="csY462" fmla="*/ 1168526 h 1498637"/>
                <a:gd name="csX463" fmla="*/ 675032 w 3230884"/>
                <a:gd name="csY463" fmla="*/ 1168526 h 1498637"/>
                <a:gd name="csX464" fmla="*/ 675987 w 3230884"/>
                <a:gd name="csY464" fmla="*/ 1168526 h 1498637"/>
                <a:gd name="csX465" fmla="*/ 677421 w 3230884"/>
                <a:gd name="csY465" fmla="*/ 1168049 h 1498637"/>
                <a:gd name="csX466" fmla="*/ 677898 w 3230884"/>
                <a:gd name="csY466" fmla="*/ 1167093 h 1498637"/>
                <a:gd name="csX467" fmla="*/ 677898 w 3230884"/>
                <a:gd name="csY467" fmla="*/ 1167093 h 1498637"/>
                <a:gd name="csX468" fmla="*/ 677898 w 3230884"/>
                <a:gd name="csY468" fmla="*/ 1167093 h 1498637"/>
                <a:gd name="csX469" fmla="*/ 677898 w 3230884"/>
                <a:gd name="csY469" fmla="*/ 1166615 h 1498637"/>
                <a:gd name="csX470" fmla="*/ 677421 w 3230884"/>
                <a:gd name="csY470" fmla="*/ 1165660 h 1498637"/>
                <a:gd name="csX471" fmla="*/ 676465 w 3230884"/>
                <a:gd name="csY471" fmla="*/ 1164704 h 1498637"/>
                <a:gd name="csX472" fmla="*/ 675510 w 3230884"/>
                <a:gd name="csY472" fmla="*/ 1164704 h 1498637"/>
                <a:gd name="csX473" fmla="*/ 675510 w 3230884"/>
                <a:gd name="csY473" fmla="*/ 1164704 h 1498637"/>
                <a:gd name="csX474" fmla="*/ 674076 w 3230884"/>
                <a:gd name="csY474" fmla="*/ 1165182 h 1498637"/>
                <a:gd name="csX475" fmla="*/ 674076 w 3230884"/>
                <a:gd name="csY475" fmla="*/ 1165182 h 1498637"/>
                <a:gd name="csX476" fmla="*/ 672166 w 3230884"/>
                <a:gd name="csY476" fmla="*/ 1165660 h 1498637"/>
                <a:gd name="csX477" fmla="*/ 669299 w 3230884"/>
                <a:gd name="csY477" fmla="*/ 1164704 h 1498637"/>
                <a:gd name="csX478" fmla="*/ 666910 w 3230884"/>
                <a:gd name="csY478" fmla="*/ 1163749 h 1498637"/>
                <a:gd name="csX479" fmla="*/ 666910 w 3230884"/>
                <a:gd name="csY479" fmla="*/ 1162316 h 1498637"/>
                <a:gd name="csX480" fmla="*/ 668821 w 3230884"/>
                <a:gd name="csY480" fmla="*/ 1160883 h 1498637"/>
                <a:gd name="csX481" fmla="*/ 669777 w 3230884"/>
                <a:gd name="csY481" fmla="*/ 1159449 h 1498637"/>
                <a:gd name="csX482" fmla="*/ 669777 w 3230884"/>
                <a:gd name="csY482" fmla="*/ 1157539 h 1498637"/>
                <a:gd name="csX483" fmla="*/ 669777 w 3230884"/>
                <a:gd name="csY483" fmla="*/ 1155628 h 1498637"/>
                <a:gd name="csX484" fmla="*/ 669777 w 3230884"/>
                <a:gd name="csY484" fmla="*/ 1155150 h 1498637"/>
                <a:gd name="csX485" fmla="*/ 670255 w 3230884"/>
                <a:gd name="csY485" fmla="*/ 1153239 h 1498637"/>
                <a:gd name="csX486" fmla="*/ 670255 w 3230884"/>
                <a:gd name="csY486" fmla="*/ 1153239 h 1498637"/>
                <a:gd name="csX487" fmla="*/ 671687 w 3230884"/>
                <a:gd name="csY487" fmla="*/ 1151328 h 1498637"/>
                <a:gd name="csX488" fmla="*/ 674076 w 3230884"/>
                <a:gd name="csY488" fmla="*/ 1150373 h 1498637"/>
                <a:gd name="csX489" fmla="*/ 679332 w 3230884"/>
                <a:gd name="csY489" fmla="*/ 1152283 h 1498637"/>
                <a:gd name="csX490" fmla="*/ 685542 w 3230884"/>
                <a:gd name="csY490" fmla="*/ 1153717 h 1498637"/>
                <a:gd name="csX491" fmla="*/ 686975 w 3230884"/>
                <a:gd name="csY491" fmla="*/ 1153239 h 1498637"/>
                <a:gd name="csX492" fmla="*/ 686975 w 3230884"/>
                <a:gd name="csY492" fmla="*/ 1153239 h 1498637"/>
                <a:gd name="csX493" fmla="*/ 686975 w 3230884"/>
                <a:gd name="csY493" fmla="*/ 1153239 h 1498637"/>
                <a:gd name="csX494" fmla="*/ 686975 w 3230884"/>
                <a:gd name="csY494" fmla="*/ 1152761 h 1498637"/>
                <a:gd name="csX495" fmla="*/ 686975 w 3230884"/>
                <a:gd name="csY495" fmla="*/ 1152761 h 1498637"/>
                <a:gd name="csX496" fmla="*/ 687930 w 3230884"/>
                <a:gd name="csY496" fmla="*/ 1151806 h 1498637"/>
                <a:gd name="csX497" fmla="*/ 697007 w 3230884"/>
                <a:gd name="csY497" fmla="*/ 1151806 h 1498637"/>
                <a:gd name="csX498" fmla="*/ 698918 w 3230884"/>
                <a:gd name="csY498" fmla="*/ 1150850 h 1498637"/>
                <a:gd name="csX499" fmla="*/ 699396 w 3230884"/>
                <a:gd name="csY499" fmla="*/ 1149895 h 1498637"/>
                <a:gd name="csX500" fmla="*/ 700829 w 3230884"/>
                <a:gd name="csY500" fmla="*/ 1149895 h 1498637"/>
                <a:gd name="csX501" fmla="*/ 708473 w 3230884"/>
                <a:gd name="csY501" fmla="*/ 1148939 h 1498637"/>
                <a:gd name="csX502" fmla="*/ 708473 w 3230884"/>
                <a:gd name="csY502" fmla="*/ 1148939 h 1498637"/>
                <a:gd name="csX503" fmla="*/ 709428 w 3230884"/>
                <a:gd name="csY503" fmla="*/ 1147506 h 1498637"/>
                <a:gd name="csX504" fmla="*/ 710862 w 3230884"/>
                <a:gd name="csY504" fmla="*/ 1146551 h 1498637"/>
                <a:gd name="csX505" fmla="*/ 710862 w 3230884"/>
                <a:gd name="csY505" fmla="*/ 1146551 h 1498637"/>
                <a:gd name="csX506" fmla="*/ 712773 w 3230884"/>
                <a:gd name="csY506" fmla="*/ 1146551 h 1498637"/>
                <a:gd name="csX507" fmla="*/ 715161 w 3230884"/>
                <a:gd name="csY507" fmla="*/ 1146551 h 1498637"/>
                <a:gd name="csX508" fmla="*/ 717550 w 3230884"/>
                <a:gd name="csY508" fmla="*/ 1145595 h 1498637"/>
                <a:gd name="csX509" fmla="*/ 718505 w 3230884"/>
                <a:gd name="csY509" fmla="*/ 1145118 h 1498637"/>
                <a:gd name="csX510" fmla="*/ 718983 w 3230884"/>
                <a:gd name="csY510" fmla="*/ 1145118 h 1498637"/>
                <a:gd name="csX511" fmla="*/ 720894 w 3230884"/>
                <a:gd name="csY511" fmla="*/ 1144640 h 1498637"/>
                <a:gd name="csX512" fmla="*/ 721371 w 3230884"/>
                <a:gd name="csY512" fmla="*/ 1144640 h 1498637"/>
                <a:gd name="csX513" fmla="*/ 723760 w 3230884"/>
                <a:gd name="csY513" fmla="*/ 1144640 h 1498637"/>
                <a:gd name="csX514" fmla="*/ 726626 w 3230884"/>
                <a:gd name="csY514" fmla="*/ 1143684 h 1498637"/>
                <a:gd name="csX515" fmla="*/ 727582 w 3230884"/>
                <a:gd name="csY515" fmla="*/ 1143207 h 1498637"/>
                <a:gd name="csX516" fmla="*/ 728060 w 3230884"/>
                <a:gd name="csY516" fmla="*/ 1142729 h 1498637"/>
                <a:gd name="csX517" fmla="*/ 730926 w 3230884"/>
                <a:gd name="csY517" fmla="*/ 1141296 h 1498637"/>
                <a:gd name="csX518" fmla="*/ 735703 w 3230884"/>
                <a:gd name="csY518" fmla="*/ 1140340 h 1498637"/>
                <a:gd name="csX519" fmla="*/ 737137 w 3230884"/>
                <a:gd name="csY519" fmla="*/ 1140818 h 1498637"/>
                <a:gd name="csX520" fmla="*/ 739525 w 3230884"/>
                <a:gd name="csY520" fmla="*/ 1141296 h 1498637"/>
                <a:gd name="csX521" fmla="*/ 742869 w 3230884"/>
                <a:gd name="csY521" fmla="*/ 1140340 h 1498637"/>
                <a:gd name="csX522" fmla="*/ 745258 w 3230884"/>
                <a:gd name="csY522" fmla="*/ 1139862 h 1498637"/>
                <a:gd name="csX523" fmla="*/ 746691 w 3230884"/>
                <a:gd name="csY523" fmla="*/ 1140340 h 1498637"/>
                <a:gd name="csX524" fmla="*/ 748124 w 3230884"/>
                <a:gd name="csY524" fmla="*/ 1141296 h 1498637"/>
                <a:gd name="csX525" fmla="*/ 748602 w 3230884"/>
                <a:gd name="csY525" fmla="*/ 1141296 h 1498637"/>
                <a:gd name="csX526" fmla="*/ 749558 w 3230884"/>
                <a:gd name="csY526" fmla="*/ 1140818 h 1498637"/>
                <a:gd name="csX527" fmla="*/ 750513 w 3230884"/>
                <a:gd name="csY527" fmla="*/ 1138429 h 1498637"/>
                <a:gd name="csX528" fmla="*/ 750513 w 3230884"/>
                <a:gd name="csY528" fmla="*/ 1138429 h 1498637"/>
                <a:gd name="csX529" fmla="*/ 751469 w 3230884"/>
                <a:gd name="csY529" fmla="*/ 1136041 h 1498637"/>
                <a:gd name="csX530" fmla="*/ 752901 w 3230884"/>
                <a:gd name="csY530" fmla="*/ 1135085 h 1498637"/>
                <a:gd name="csX531" fmla="*/ 754335 w 3230884"/>
                <a:gd name="csY531" fmla="*/ 1134608 h 1498637"/>
                <a:gd name="csX532" fmla="*/ 755290 w 3230884"/>
                <a:gd name="csY532" fmla="*/ 1133652 h 1498637"/>
                <a:gd name="csX533" fmla="*/ 756246 w 3230884"/>
                <a:gd name="csY533" fmla="*/ 1132697 h 1498637"/>
                <a:gd name="csX534" fmla="*/ 760546 w 3230884"/>
                <a:gd name="csY534" fmla="*/ 1132697 h 1498637"/>
                <a:gd name="csX535" fmla="*/ 764845 w 3230884"/>
                <a:gd name="csY535" fmla="*/ 1130308 h 1498637"/>
                <a:gd name="csX536" fmla="*/ 765323 w 3230884"/>
                <a:gd name="csY536" fmla="*/ 1131263 h 1498637"/>
                <a:gd name="csX537" fmla="*/ 771055 w 3230884"/>
                <a:gd name="csY537" fmla="*/ 1131263 h 1498637"/>
                <a:gd name="csX538" fmla="*/ 777266 w 3230884"/>
                <a:gd name="csY538" fmla="*/ 1129830 h 1498637"/>
                <a:gd name="csX539" fmla="*/ 781565 w 3230884"/>
                <a:gd name="csY539" fmla="*/ 1128875 h 1498637"/>
                <a:gd name="csX540" fmla="*/ 786821 w 3230884"/>
                <a:gd name="csY540" fmla="*/ 1127919 h 1498637"/>
                <a:gd name="csX541" fmla="*/ 788254 w 3230884"/>
                <a:gd name="csY541" fmla="*/ 1127442 h 1498637"/>
                <a:gd name="csX542" fmla="*/ 791120 w 3230884"/>
                <a:gd name="csY542" fmla="*/ 1126008 h 1498637"/>
                <a:gd name="csX543" fmla="*/ 794942 w 3230884"/>
                <a:gd name="csY543" fmla="*/ 1125531 h 1498637"/>
                <a:gd name="csX544" fmla="*/ 795897 w 3230884"/>
                <a:gd name="csY544" fmla="*/ 1125531 h 1498637"/>
                <a:gd name="csX545" fmla="*/ 800197 w 3230884"/>
                <a:gd name="csY545" fmla="*/ 1124575 h 1498637"/>
                <a:gd name="csX546" fmla="*/ 802585 w 3230884"/>
                <a:gd name="csY546" fmla="*/ 1122664 h 1498637"/>
                <a:gd name="csX547" fmla="*/ 803063 w 3230884"/>
                <a:gd name="csY547" fmla="*/ 1122664 h 1498637"/>
                <a:gd name="csX548" fmla="*/ 804974 w 3230884"/>
                <a:gd name="csY548" fmla="*/ 1122187 h 1498637"/>
                <a:gd name="csX549" fmla="*/ 807363 w 3230884"/>
                <a:gd name="csY549" fmla="*/ 1122187 h 1498637"/>
                <a:gd name="csX550" fmla="*/ 807363 w 3230884"/>
                <a:gd name="csY550" fmla="*/ 1122187 h 1498637"/>
                <a:gd name="csX551" fmla="*/ 809274 w 3230884"/>
                <a:gd name="csY551" fmla="*/ 1121709 h 1498637"/>
                <a:gd name="csX552" fmla="*/ 809274 w 3230884"/>
                <a:gd name="csY552" fmla="*/ 1121231 h 1498637"/>
                <a:gd name="csX553" fmla="*/ 810229 w 3230884"/>
                <a:gd name="csY553" fmla="*/ 1120753 h 1498637"/>
                <a:gd name="csX554" fmla="*/ 810229 w 3230884"/>
                <a:gd name="csY554" fmla="*/ 1120753 h 1498637"/>
                <a:gd name="csX555" fmla="*/ 810707 w 3230884"/>
                <a:gd name="csY555" fmla="*/ 1120276 h 1498637"/>
                <a:gd name="csX556" fmla="*/ 810707 w 3230884"/>
                <a:gd name="csY556" fmla="*/ 1118842 h 1498637"/>
                <a:gd name="csX557" fmla="*/ 810707 w 3230884"/>
                <a:gd name="csY557" fmla="*/ 1116932 h 1498637"/>
                <a:gd name="csX558" fmla="*/ 810229 w 3230884"/>
                <a:gd name="csY558" fmla="*/ 1115498 h 1498637"/>
                <a:gd name="csX559" fmla="*/ 812140 w 3230884"/>
                <a:gd name="csY559" fmla="*/ 1115021 h 1498637"/>
                <a:gd name="csX560" fmla="*/ 815006 w 3230884"/>
                <a:gd name="csY560" fmla="*/ 1114543 h 1498637"/>
                <a:gd name="csX561" fmla="*/ 816440 w 3230884"/>
                <a:gd name="csY561" fmla="*/ 1114065 h 1498637"/>
                <a:gd name="csX562" fmla="*/ 816440 w 3230884"/>
                <a:gd name="csY562" fmla="*/ 1114065 h 1498637"/>
                <a:gd name="csX563" fmla="*/ 820262 w 3230884"/>
                <a:gd name="csY563" fmla="*/ 1110721 h 1498637"/>
                <a:gd name="csX564" fmla="*/ 822650 w 3230884"/>
                <a:gd name="csY564" fmla="*/ 1109288 h 1498637"/>
                <a:gd name="csX565" fmla="*/ 825517 w 3230884"/>
                <a:gd name="csY565" fmla="*/ 1108332 h 1498637"/>
                <a:gd name="csX566" fmla="*/ 830772 w 3230884"/>
                <a:gd name="csY566" fmla="*/ 1108810 h 1498637"/>
                <a:gd name="csX567" fmla="*/ 835549 w 3230884"/>
                <a:gd name="csY567" fmla="*/ 1109288 h 1498637"/>
                <a:gd name="csX568" fmla="*/ 840804 w 3230884"/>
                <a:gd name="csY568" fmla="*/ 1111199 h 1498637"/>
                <a:gd name="csX569" fmla="*/ 843192 w 3230884"/>
                <a:gd name="csY569" fmla="*/ 1113110 h 1498637"/>
                <a:gd name="csX570" fmla="*/ 845581 w 3230884"/>
                <a:gd name="csY570" fmla="*/ 1114543 h 1498637"/>
                <a:gd name="csX571" fmla="*/ 847492 w 3230884"/>
                <a:gd name="csY571" fmla="*/ 1115021 h 1498637"/>
                <a:gd name="csX572" fmla="*/ 849403 w 3230884"/>
                <a:gd name="csY572" fmla="*/ 1115498 h 1498637"/>
                <a:gd name="csX573" fmla="*/ 851792 w 3230884"/>
                <a:gd name="csY573" fmla="*/ 1115021 h 1498637"/>
                <a:gd name="csX574" fmla="*/ 853225 w 3230884"/>
                <a:gd name="csY574" fmla="*/ 1114065 h 1498637"/>
                <a:gd name="csX575" fmla="*/ 854180 w 3230884"/>
                <a:gd name="csY575" fmla="*/ 1112632 h 1498637"/>
                <a:gd name="csX576" fmla="*/ 855613 w 3230884"/>
                <a:gd name="csY576" fmla="*/ 1111676 h 1498637"/>
                <a:gd name="csX577" fmla="*/ 860391 w 3230884"/>
                <a:gd name="csY577" fmla="*/ 1111199 h 1498637"/>
                <a:gd name="csX578" fmla="*/ 861346 w 3230884"/>
                <a:gd name="csY578" fmla="*/ 1112632 h 1498637"/>
                <a:gd name="csX579" fmla="*/ 863735 w 3230884"/>
                <a:gd name="csY579" fmla="*/ 1116932 h 1498637"/>
                <a:gd name="csX580" fmla="*/ 865646 w 3230884"/>
                <a:gd name="csY580" fmla="*/ 1122187 h 1498637"/>
                <a:gd name="csX581" fmla="*/ 868035 w 3230884"/>
                <a:gd name="csY581" fmla="*/ 1129830 h 1498637"/>
                <a:gd name="csX582" fmla="*/ 869468 w 3230884"/>
                <a:gd name="csY582" fmla="*/ 1133174 h 1498637"/>
                <a:gd name="csX583" fmla="*/ 868990 w 3230884"/>
                <a:gd name="csY583" fmla="*/ 1134608 h 1498637"/>
                <a:gd name="csX584" fmla="*/ 868512 w 3230884"/>
                <a:gd name="csY584" fmla="*/ 1135085 h 1498637"/>
                <a:gd name="csX585" fmla="*/ 868512 w 3230884"/>
                <a:gd name="csY585" fmla="*/ 1137952 h 1498637"/>
                <a:gd name="csX586" fmla="*/ 868512 w 3230884"/>
                <a:gd name="csY586" fmla="*/ 1140818 h 1498637"/>
                <a:gd name="csX587" fmla="*/ 866601 w 3230884"/>
                <a:gd name="csY587" fmla="*/ 1144162 h 1498637"/>
                <a:gd name="csX588" fmla="*/ 867557 w 3230884"/>
                <a:gd name="csY588" fmla="*/ 1145595 h 1498637"/>
                <a:gd name="csX589" fmla="*/ 867557 w 3230884"/>
                <a:gd name="csY589" fmla="*/ 1145595 h 1498637"/>
                <a:gd name="csX590" fmla="*/ 872334 w 3230884"/>
                <a:gd name="csY590" fmla="*/ 1147028 h 1498637"/>
                <a:gd name="csX591" fmla="*/ 879022 w 3230884"/>
                <a:gd name="csY591" fmla="*/ 1146551 h 1498637"/>
                <a:gd name="csX592" fmla="*/ 883322 w 3230884"/>
                <a:gd name="csY592" fmla="*/ 1145118 h 1498637"/>
                <a:gd name="csX593" fmla="*/ 885711 w 3230884"/>
                <a:gd name="csY593" fmla="*/ 1145595 h 1498637"/>
                <a:gd name="csX594" fmla="*/ 886188 w 3230884"/>
                <a:gd name="csY594" fmla="*/ 1145118 h 1498637"/>
                <a:gd name="csX595" fmla="*/ 886666 w 3230884"/>
                <a:gd name="csY595" fmla="*/ 1144640 h 1498637"/>
                <a:gd name="csX596" fmla="*/ 886666 w 3230884"/>
                <a:gd name="csY596" fmla="*/ 1144640 h 1498637"/>
                <a:gd name="csX597" fmla="*/ 887622 w 3230884"/>
                <a:gd name="csY597" fmla="*/ 1142251 h 1498637"/>
                <a:gd name="csX598" fmla="*/ 889054 w 3230884"/>
                <a:gd name="csY598" fmla="*/ 1141774 h 1498637"/>
                <a:gd name="csX599" fmla="*/ 890965 w 3230884"/>
                <a:gd name="csY599" fmla="*/ 1143684 h 1498637"/>
                <a:gd name="csX600" fmla="*/ 891921 w 3230884"/>
                <a:gd name="csY600" fmla="*/ 1146551 h 1498637"/>
                <a:gd name="csX601" fmla="*/ 891921 w 3230884"/>
                <a:gd name="csY601" fmla="*/ 1146551 h 1498637"/>
                <a:gd name="csX602" fmla="*/ 892876 w 3230884"/>
                <a:gd name="csY602" fmla="*/ 1147984 h 1498637"/>
                <a:gd name="csX603" fmla="*/ 892876 w 3230884"/>
                <a:gd name="csY603" fmla="*/ 1150373 h 1498637"/>
                <a:gd name="csX604" fmla="*/ 892876 w 3230884"/>
                <a:gd name="csY604" fmla="*/ 1150373 h 1498637"/>
                <a:gd name="csX605" fmla="*/ 893354 w 3230884"/>
                <a:gd name="csY605" fmla="*/ 1153239 h 1498637"/>
                <a:gd name="csX606" fmla="*/ 894310 w 3230884"/>
                <a:gd name="csY606" fmla="*/ 1153717 h 1498637"/>
                <a:gd name="csX607" fmla="*/ 895743 w 3230884"/>
                <a:gd name="csY607" fmla="*/ 1152761 h 1498637"/>
                <a:gd name="csX608" fmla="*/ 895743 w 3230884"/>
                <a:gd name="csY608" fmla="*/ 1152761 h 1498637"/>
                <a:gd name="csX609" fmla="*/ 897176 w 3230884"/>
                <a:gd name="csY609" fmla="*/ 1152283 h 1498637"/>
                <a:gd name="csX610" fmla="*/ 897176 w 3230884"/>
                <a:gd name="csY610" fmla="*/ 1152283 h 1498637"/>
                <a:gd name="csX611" fmla="*/ 897176 w 3230884"/>
                <a:gd name="csY611" fmla="*/ 1151328 h 1498637"/>
                <a:gd name="csX612" fmla="*/ 897176 w 3230884"/>
                <a:gd name="csY612" fmla="*/ 1151328 h 1498637"/>
                <a:gd name="csX613" fmla="*/ 896699 w 3230884"/>
                <a:gd name="csY613" fmla="*/ 1150373 h 1498637"/>
                <a:gd name="csX614" fmla="*/ 896699 w 3230884"/>
                <a:gd name="csY614" fmla="*/ 1149417 h 1498637"/>
                <a:gd name="csX615" fmla="*/ 896699 w 3230884"/>
                <a:gd name="csY615" fmla="*/ 1148939 h 1498637"/>
                <a:gd name="csX616" fmla="*/ 897176 w 3230884"/>
                <a:gd name="csY616" fmla="*/ 1148462 h 1498637"/>
                <a:gd name="csX617" fmla="*/ 897654 w 3230884"/>
                <a:gd name="csY617" fmla="*/ 1147984 h 1498637"/>
                <a:gd name="csX618" fmla="*/ 900042 w 3230884"/>
                <a:gd name="csY618" fmla="*/ 1147984 h 1498637"/>
                <a:gd name="csX619" fmla="*/ 903386 w 3230884"/>
                <a:gd name="csY619" fmla="*/ 1148462 h 1498637"/>
                <a:gd name="csX620" fmla="*/ 907686 w 3230884"/>
                <a:gd name="csY620" fmla="*/ 1152761 h 1498637"/>
                <a:gd name="csX621" fmla="*/ 907686 w 3230884"/>
                <a:gd name="csY621" fmla="*/ 1152761 h 1498637"/>
                <a:gd name="csX622" fmla="*/ 909597 w 3230884"/>
                <a:gd name="csY622" fmla="*/ 1153239 h 1498637"/>
                <a:gd name="csX623" fmla="*/ 910552 w 3230884"/>
                <a:gd name="csY623" fmla="*/ 1153239 h 1498637"/>
                <a:gd name="csX624" fmla="*/ 912941 w 3230884"/>
                <a:gd name="csY624" fmla="*/ 1153239 h 1498637"/>
                <a:gd name="csX625" fmla="*/ 912941 w 3230884"/>
                <a:gd name="csY625" fmla="*/ 1153239 h 1498637"/>
                <a:gd name="csX626" fmla="*/ 915329 w 3230884"/>
                <a:gd name="csY626" fmla="*/ 1151806 h 1498637"/>
                <a:gd name="csX627" fmla="*/ 916763 w 3230884"/>
                <a:gd name="csY627" fmla="*/ 1150850 h 1498637"/>
                <a:gd name="csX628" fmla="*/ 917718 w 3230884"/>
                <a:gd name="csY628" fmla="*/ 1149895 h 1498637"/>
                <a:gd name="csX629" fmla="*/ 918674 w 3230884"/>
                <a:gd name="csY629" fmla="*/ 1149895 h 1498637"/>
                <a:gd name="csX630" fmla="*/ 919152 w 3230884"/>
                <a:gd name="csY630" fmla="*/ 1150850 h 1498637"/>
                <a:gd name="csX631" fmla="*/ 919629 w 3230884"/>
                <a:gd name="csY631" fmla="*/ 1152283 h 1498637"/>
                <a:gd name="csX632" fmla="*/ 918674 w 3230884"/>
                <a:gd name="csY632" fmla="*/ 1154194 h 1498637"/>
                <a:gd name="csX633" fmla="*/ 917718 w 3230884"/>
                <a:gd name="csY633" fmla="*/ 1155150 h 1498637"/>
                <a:gd name="csX634" fmla="*/ 916285 w 3230884"/>
                <a:gd name="csY634" fmla="*/ 1156105 h 1498637"/>
                <a:gd name="csX635" fmla="*/ 912941 w 3230884"/>
                <a:gd name="csY635" fmla="*/ 1158016 h 1498637"/>
                <a:gd name="csX636" fmla="*/ 911508 w 3230884"/>
                <a:gd name="csY636" fmla="*/ 1160883 h 1498637"/>
                <a:gd name="csX637" fmla="*/ 911030 w 3230884"/>
                <a:gd name="csY637" fmla="*/ 1164227 h 1498637"/>
                <a:gd name="csX638" fmla="*/ 911508 w 3230884"/>
                <a:gd name="csY638" fmla="*/ 1166138 h 1498637"/>
                <a:gd name="csX639" fmla="*/ 912463 w 3230884"/>
                <a:gd name="csY639" fmla="*/ 1167093 h 1498637"/>
                <a:gd name="csX640" fmla="*/ 912463 w 3230884"/>
                <a:gd name="csY640" fmla="*/ 1168526 h 1498637"/>
                <a:gd name="csX641" fmla="*/ 912463 w 3230884"/>
                <a:gd name="csY641" fmla="*/ 1168526 h 1498637"/>
                <a:gd name="csX642" fmla="*/ 913419 w 3230884"/>
                <a:gd name="csY642" fmla="*/ 1169004 h 1498637"/>
                <a:gd name="csX643" fmla="*/ 913897 w 3230884"/>
                <a:gd name="csY643" fmla="*/ 1168526 h 1498637"/>
                <a:gd name="csX644" fmla="*/ 914374 w 3230884"/>
                <a:gd name="csY644" fmla="*/ 1168526 h 1498637"/>
                <a:gd name="csX645" fmla="*/ 918196 w 3230884"/>
                <a:gd name="csY645" fmla="*/ 1165182 h 1498637"/>
                <a:gd name="csX646" fmla="*/ 919629 w 3230884"/>
                <a:gd name="csY646" fmla="*/ 1164227 h 1498637"/>
                <a:gd name="csX647" fmla="*/ 922495 w 3230884"/>
                <a:gd name="csY647" fmla="*/ 1163749 h 1498637"/>
                <a:gd name="csX648" fmla="*/ 926318 w 3230884"/>
                <a:gd name="csY648" fmla="*/ 1163749 h 1498637"/>
                <a:gd name="csX649" fmla="*/ 929184 w 3230884"/>
                <a:gd name="csY649" fmla="*/ 1165182 h 1498637"/>
                <a:gd name="csX650" fmla="*/ 930617 w 3230884"/>
                <a:gd name="csY650" fmla="*/ 1166615 h 1498637"/>
                <a:gd name="csX651" fmla="*/ 932050 w 3230884"/>
                <a:gd name="csY651" fmla="*/ 1167571 h 1498637"/>
                <a:gd name="csX652" fmla="*/ 933006 w 3230884"/>
                <a:gd name="csY652" fmla="*/ 1167093 h 1498637"/>
                <a:gd name="csX653" fmla="*/ 933483 w 3230884"/>
                <a:gd name="csY653" fmla="*/ 1165660 h 1498637"/>
                <a:gd name="csX654" fmla="*/ 933483 w 3230884"/>
                <a:gd name="csY654" fmla="*/ 1164227 h 1498637"/>
                <a:gd name="csX655" fmla="*/ 933961 w 3230884"/>
                <a:gd name="csY655" fmla="*/ 1163271 h 1498637"/>
                <a:gd name="csX656" fmla="*/ 933961 w 3230884"/>
                <a:gd name="csY656" fmla="*/ 1162794 h 1498637"/>
                <a:gd name="csX657" fmla="*/ 938738 w 3230884"/>
                <a:gd name="csY657" fmla="*/ 1159449 h 1498637"/>
                <a:gd name="csX658" fmla="*/ 941605 w 3230884"/>
                <a:gd name="csY658" fmla="*/ 1157539 h 1498637"/>
                <a:gd name="csX659" fmla="*/ 942560 w 3230884"/>
                <a:gd name="csY659" fmla="*/ 1157061 h 1498637"/>
                <a:gd name="csX660" fmla="*/ 944471 w 3230884"/>
                <a:gd name="csY660" fmla="*/ 1157539 h 1498637"/>
                <a:gd name="csX661" fmla="*/ 945904 w 3230884"/>
                <a:gd name="csY661" fmla="*/ 1157539 h 1498637"/>
                <a:gd name="csX662" fmla="*/ 949249 w 3230884"/>
                <a:gd name="csY662" fmla="*/ 1155150 h 1498637"/>
                <a:gd name="csX663" fmla="*/ 951159 w 3230884"/>
                <a:gd name="csY663" fmla="*/ 1153717 h 1498637"/>
                <a:gd name="csX664" fmla="*/ 952593 w 3230884"/>
                <a:gd name="csY664" fmla="*/ 1152761 h 1498637"/>
                <a:gd name="csX665" fmla="*/ 952593 w 3230884"/>
                <a:gd name="csY665" fmla="*/ 1151328 h 1498637"/>
                <a:gd name="csX666" fmla="*/ 952593 w 3230884"/>
                <a:gd name="csY666" fmla="*/ 1149895 h 1498637"/>
                <a:gd name="csX667" fmla="*/ 952593 w 3230884"/>
                <a:gd name="csY667" fmla="*/ 1149895 h 1498637"/>
                <a:gd name="csX668" fmla="*/ 953070 w 3230884"/>
                <a:gd name="csY668" fmla="*/ 1149417 h 1498637"/>
                <a:gd name="csX669" fmla="*/ 953548 w 3230884"/>
                <a:gd name="csY669" fmla="*/ 1149417 h 1498637"/>
                <a:gd name="csX670" fmla="*/ 957848 w 3230884"/>
                <a:gd name="csY670" fmla="*/ 1148939 h 1498637"/>
                <a:gd name="csX671" fmla="*/ 958803 w 3230884"/>
                <a:gd name="csY671" fmla="*/ 1148462 h 1498637"/>
                <a:gd name="csX672" fmla="*/ 962147 w 3230884"/>
                <a:gd name="csY672" fmla="*/ 1147028 h 1498637"/>
                <a:gd name="csX673" fmla="*/ 967402 w 3230884"/>
                <a:gd name="csY673" fmla="*/ 1144162 h 1498637"/>
                <a:gd name="csX674" fmla="*/ 968358 w 3230884"/>
                <a:gd name="csY674" fmla="*/ 1143207 h 1498637"/>
                <a:gd name="csX675" fmla="*/ 969791 w 3230884"/>
                <a:gd name="csY675" fmla="*/ 1142251 h 1498637"/>
                <a:gd name="csX676" fmla="*/ 974568 w 3230884"/>
                <a:gd name="csY676" fmla="*/ 1141774 h 1498637"/>
                <a:gd name="csX677" fmla="*/ 975524 w 3230884"/>
                <a:gd name="csY677" fmla="*/ 1141296 h 1498637"/>
                <a:gd name="csX678" fmla="*/ 976957 w 3230884"/>
                <a:gd name="csY678" fmla="*/ 1139862 h 1498637"/>
                <a:gd name="csX679" fmla="*/ 979823 w 3230884"/>
                <a:gd name="csY679" fmla="*/ 1138429 h 1498637"/>
                <a:gd name="csX680" fmla="*/ 981256 w 3230884"/>
                <a:gd name="csY680" fmla="*/ 1138429 h 1498637"/>
                <a:gd name="csX681" fmla="*/ 980301 w 3230884"/>
                <a:gd name="csY681" fmla="*/ 1142251 h 1498637"/>
                <a:gd name="csX682" fmla="*/ 978868 w 3230884"/>
                <a:gd name="csY682" fmla="*/ 1146551 h 1498637"/>
                <a:gd name="csX683" fmla="*/ 977913 w 3230884"/>
                <a:gd name="csY683" fmla="*/ 1147506 h 1498637"/>
                <a:gd name="csX684" fmla="*/ 977913 w 3230884"/>
                <a:gd name="csY684" fmla="*/ 1147506 h 1498637"/>
                <a:gd name="csX685" fmla="*/ 973135 w 3230884"/>
                <a:gd name="csY685" fmla="*/ 1147506 h 1498637"/>
                <a:gd name="csX686" fmla="*/ 973135 w 3230884"/>
                <a:gd name="csY686" fmla="*/ 1147506 h 1498637"/>
                <a:gd name="csX687" fmla="*/ 973135 w 3230884"/>
                <a:gd name="csY687" fmla="*/ 1148462 h 1498637"/>
                <a:gd name="csX688" fmla="*/ 973613 w 3230884"/>
                <a:gd name="csY688" fmla="*/ 1150373 h 1498637"/>
                <a:gd name="csX689" fmla="*/ 974568 w 3230884"/>
                <a:gd name="csY689" fmla="*/ 1151328 h 1498637"/>
                <a:gd name="csX690" fmla="*/ 975046 w 3230884"/>
                <a:gd name="csY690" fmla="*/ 1152283 h 1498637"/>
                <a:gd name="csX691" fmla="*/ 976001 w 3230884"/>
                <a:gd name="csY691" fmla="*/ 1153717 h 1498637"/>
                <a:gd name="csX692" fmla="*/ 980779 w 3230884"/>
                <a:gd name="csY692" fmla="*/ 1157539 h 1498637"/>
                <a:gd name="csX693" fmla="*/ 986989 w 3230884"/>
                <a:gd name="csY693" fmla="*/ 1162316 h 1498637"/>
                <a:gd name="csX694" fmla="*/ 993677 w 3230884"/>
                <a:gd name="csY694" fmla="*/ 1167571 h 1498637"/>
                <a:gd name="csX695" fmla="*/ 998455 w 3230884"/>
                <a:gd name="csY695" fmla="*/ 1170915 h 1498637"/>
                <a:gd name="csX696" fmla="*/ 1000366 w 3230884"/>
                <a:gd name="csY696" fmla="*/ 1172826 h 1498637"/>
                <a:gd name="csX697" fmla="*/ 1001799 w 3230884"/>
                <a:gd name="csY697" fmla="*/ 1174259 h 1498637"/>
                <a:gd name="csX698" fmla="*/ 1001799 w 3230884"/>
                <a:gd name="csY698" fmla="*/ 1174259 h 1498637"/>
                <a:gd name="csX699" fmla="*/ 1005143 w 3230884"/>
                <a:gd name="csY699" fmla="*/ 1179514 h 1498637"/>
                <a:gd name="csX700" fmla="*/ 1008487 w 3230884"/>
                <a:gd name="csY700" fmla="*/ 1184769 h 1498637"/>
                <a:gd name="csX701" fmla="*/ 1013742 w 3230884"/>
                <a:gd name="csY701" fmla="*/ 1193368 h 1498637"/>
                <a:gd name="csX702" fmla="*/ 1018520 w 3230884"/>
                <a:gd name="csY702" fmla="*/ 1201967 h 1498637"/>
                <a:gd name="csX703" fmla="*/ 1024252 w 3230884"/>
                <a:gd name="csY703" fmla="*/ 1211044 h 1498637"/>
                <a:gd name="csX704" fmla="*/ 1024252 w 3230884"/>
                <a:gd name="csY704" fmla="*/ 1211044 h 1498637"/>
                <a:gd name="csX705" fmla="*/ 1027118 w 3230884"/>
                <a:gd name="csY705" fmla="*/ 1216299 h 1498637"/>
                <a:gd name="csX706" fmla="*/ 1033329 w 3230884"/>
                <a:gd name="csY706" fmla="*/ 1227287 h 1498637"/>
                <a:gd name="csX707" fmla="*/ 1035240 w 3230884"/>
                <a:gd name="csY707" fmla="*/ 1230631 h 1498637"/>
                <a:gd name="csX708" fmla="*/ 1038584 w 3230884"/>
                <a:gd name="csY708" fmla="*/ 1236842 h 1498637"/>
                <a:gd name="csX709" fmla="*/ 1041450 w 3230884"/>
                <a:gd name="csY709" fmla="*/ 1242574 h 1498637"/>
                <a:gd name="csX710" fmla="*/ 1043839 w 3230884"/>
                <a:gd name="csY710" fmla="*/ 1247829 h 1498637"/>
                <a:gd name="csX711" fmla="*/ 1045272 w 3230884"/>
                <a:gd name="csY711" fmla="*/ 1248307 h 1498637"/>
                <a:gd name="csX712" fmla="*/ 1045272 w 3230884"/>
                <a:gd name="csY712" fmla="*/ 1246874 h 1498637"/>
                <a:gd name="csX713" fmla="*/ 1045750 w 3230884"/>
                <a:gd name="csY713" fmla="*/ 1245918 h 1498637"/>
                <a:gd name="csX714" fmla="*/ 1045750 w 3230884"/>
                <a:gd name="csY714" fmla="*/ 1245918 h 1498637"/>
                <a:gd name="csX715" fmla="*/ 1046705 w 3230884"/>
                <a:gd name="csY715" fmla="*/ 1245441 h 1498637"/>
                <a:gd name="csX716" fmla="*/ 1048616 w 3230884"/>
                <a:gd name="csY716" fmla="*/ 1244008 h 1498637"/>
                <a:gd name="csX717" fmla="*/ 1049094 w 3230884"/>
                <a:gd name="csY717" fmla="*/ 1243530 h 1498637"/>
                <a:gd name="csX718" fmla="*/ 1049572 w 3230884"/>
                <a:gd name="csY718" fmla="*/ 1243530 h 1498637"/>
                <a:gd name="csX719" fmla="*/ 1051005 w 3230884"/>
                <a:gd name="csY719" fmla="*/ 1244008 h 1498637"/>
                <a:gd name="csX720" fmla="*/ 1052438 w 3230884"/>
                <a:gd name="csY720" fmla="*/ 1243052 h 1498637"/>
                <a:gd name="csX721" fmla="*/ 1052916 w 3230884"/>
                <a:gd name="csY721" fmla="*/ 1242097 h 1498637"/>
                <a:gd name="csX722" fmla="*/ 1052916 w 3230884"/>
                <a:gd name="csY722" fmla="*/ 1241619 h 1498637"/>
                <a:gd name="csX723" fmla="*/ 1052438 w 3230884"/>
                <a:gd name="csY723" fmla="*/ 1238753 h 1498637"/>
                <a:gd name="csX724" fmla="*/ 1052438 w 3230884"/>
                <a:gd name="csY724" fmla="*/ 1237797 h 1498637"/>
                <a:gd name="csX725" fmla="*/ 1052438 w 3230884"/>
                <a:gd name="csY725" fmla="*/ 1237319 h 1498637"/>
                <a:gd name="csX726" fmla="*/ 1052916 w 3230884"/>
                <a:gd name="csY726" fmla="*/ 1236364 h 1498637"/>
                <a:gd name="csX727" fmla="*/ 1052916 w 3230884"/>
                <a:gd name="csY727" fmla="*/ 1236364 h 1498637"/>
                <a:gd name="csX728" fmla="*/ 1053871 w 3230884"/>
                <a:gd name="csY728" fmla="*/ 1235886 h 1498637"/>
                <a:gd name="csX729" fmla="*/ 1054827 w 3230884"/>
                <a:gd name="csY729" fmla="*/ 1235408 h 1498637"/>
                <a:gd name="csX730" fmla="*/ 1056260 w 3230884"/>
                <a:gd name="csY730" fmla="*/ 1234931 h 1498637"/>
                <a:gd name="csX731" fmla="*/ 1056738 w 3230884"/>
                <a:gd name="csY731" fmla="*/ 1233497 h 1498637"/>
                <a:gd name="csX732" fmla="*/ 1056738 w 3230884"/>
                <a:gd name="csY732" fmla="*/ 1233497 h 1498637"/>
                <a:gd name="csX733" fmla="*/ 1057216 w 3230884"/>
                <a:gd name="csY733" fmla="*/ 1233497 h 1498637"/>
                <a:gd name="csX734" fmla="*/ 1058648 w 3230884"/>
                <a:gd name="csY734" fmla="*/ 1233020 h 1498637"/>
                <a:gd name="csX735" fmla="*/ 1060082 w 3230884"/>
                <a:gd name="csY735" fmla="*/ 1233497 h 1498637"/>
                <a:gd name="csX736" fmla="*/ 1061515 w 3230884"/>
                <a:gd name="csY736" fmla="*/ 1233497 h 1498637"/>
                <a:gd name="csX737" fmla="*/ 1062470 w 3230884"/>
                <a:gd name="csY737" fmla="*/ 1234453 h 1498637"/>
                <a:gd name="csX738" fmla="*/ 1063426 w 3230884"/>
                <a:gd name="csY738" fmla="*/ 1235886 h 1498637"/>
                <a:gd name="csX739" fmla="*/ 1064381 w 3230884"/>
                <a:gd name="csY739" fmla="*/ 1235886 h 1498637"/>
                <a:gd name="csX740" fmla="*/ 1064381 w 3230884"/>
                <a:gd name="csY740" fmla="*/ 1235886 h 1498637"/>
                <a:gd name="csX741" fmla="*/ 1066292 w 3230884"/>
                <a:gd name="csY741" fmla="*/ 1235886 h 1498637"/>
                <a:gd name="csX742" fmla="*/ 1066770 w 3230884"/>
                <a:gd name="csY742" fmla="*/ 1237319 h 1498637"/>
                <a:gd name="csX743" fmla="*/ 1066292 w 3230884"/>
                <a:gd name="csY743" fmla="*/ 1239230 h 1498637"/>
                <a:gd name="csX744" fmla="*/ 1065337 w 3230884"/>
                <a:gd name="csY744" fmla="*/ 1241141 h 1498637"/>
                <a:gd name="csX745" fmla="*/ 1065337 w 3230884"/>
                <a:gd name="csY745" fmla="*/ 1242574 h 1498637"/>
                <a:gd name="csX746" fmla="*/ 1065337 w 3230884"/>
                <a:gd name="csY746" fmla="*/ 1242574 h 1498637"/>
                <a:gd name="csX747" fmla="*/ 1066292 w 3230884"/>
                <a:gd name="csY747" fmla="*/ 1243052 h 1498637"/>
                <a:gd name="csX748" fmla="*/ 1066770 w 3230884"/>
                <a:gd name="csY748" fmla="*/ 1243052 h 1498637"/>
                <a:gd name="csX749" fmla="*/ 1070114 w 3230884"/>
                <a:gd name="csY749" fmla="*/ 1242574 h 1498637"/>
                <a:gd name="csX750" fmla="*/ 1071547 w 3230884"/>
                <a:gd name="csY750" fmla="*/ 1242574 h 1498637"/>
                <a:gd name="csX751" fmla="*/ 1072025 w 3230884"/>
                <a:gd name="csY751" fmla="*/ 1244008 h 1498637"/>
                <a:gd name="csX752" fmla="*/ 1072503 w 3230884"/>
                <a:gd name="csY752" fmla="*/ 1244963 h 1498637"/>
                <a:gd name="csX753" fmla="*/ 1072503 w 3230884"/>
                <a:gd name="csY753" fmla="*/ 1245441 h 1498637"/>
                <a:gd name="csX754" fmla="*/ 1072980 w 3230884"/>
                <a:gd name="csY754" fmla="*/ 1246396 h 1498637"/>
                <a:gd name="csX755" fmla="*/ 1072503 w 3230884"/>
                <a:gd name="csY755" fmla="*/ 1248307 h 1498637"/>
                <a:gd name="csX756" fmla="*/ 1072980 w 3230884"/>
                <a:gd name="csY756" fmla="*/ 1248785 h 1498637"/>
                <a:gd name="csX757" fmla="*/ 1072980 w 3230884"/>
                <a:gd name="csY757" fmla="*/ 1248785 h 1498637"/>
                <a:gd name="csX758" fmla="*/ 1076325 w 3230884"/>
                <a:gd name="csY758" fmla="*/ 1248785 h 1498637"/>
                <a:gd name="csX759" fmla="*/ 1078713 w 3230884"/>
                <a:gd name="csY759" fmla="*/ 1248307 h 1498637"/>
                <a:gd name="csX760" fmla="*/ 1082535 w 3230884"/>
                <a:gd name="csY760" fmla="*/ 1248307 h 1498637"/>
                <a:gd name="csX761" fmla="*/ 1085879 w 3230884"/>
                <a:gd name="csY761" fmla="*/ 1249740 h 1498637"/>
                <a:gd name="csX762" fmla="*/ 1087790 w 3230884"/>
                <a:gd name="csY762" fmla="*/ 1249740 h 1498637"/>
                <a:gd name="csX763" fmla="*/ 1090179 w 3230884"/>
                <a:gd name="csY763" fmla="*/ 1248785 h 1498637"/>
                <a:gd name="csX764" fmla="*/ 1093523 w 3230884"/>
                <a:gd name="csY764" fmla="*/ 1249263 h 1498637"/>
                <a:gd name="csX765" fmla="*/ 1093523 w 3230884"/>
                <a:gd name="csY765" fmla="*/ 1249263 h 1498637"/>
                <a:gd name="csX766" fmla="*/ 1095911 w 3230884"/>
                <a:gd name="csY766" fmla="*/ 1248307 h 1498637"/>
                <a:gd name="csX767" fmla="*/ 1097345 w 3230884"/>
                <a:gd name="csY767" fmla="*/ 1246396 h 1498637"/>
                <a:gd name="csX768" fmla="*/ 1097345 w 3230884"/>
                <a:gd name="csY768" fmla="*/ 1246396 h 1498637"/>
                <a:gd name="csX769" fmla="*/ 1097823 w 3230884"/>
                <a:gd name="csY769" fmla="*/ 1245441 h 1498637"/>
                <a:gd name="csX770" fmla="*/ 1098778 w 3230884"/>
                <a:gd name="csY770" fmla="*/ 1244485 h 1498637"/>
                <a:gd name="csX771" fmla="*/ 1102122 w 3230884"/>
                <a:gd name="csY771" fmla="*/ 1244485 h 1498637"/>
                <a:gd name="csX772" fmla="*/ 1104033 w 3230884"/>
                <a:gd name="csY772" fmla="*/ 1244485 h 1498637"/>
                <a:gd name="csX773" fmla="*/ 1105466 w 3230884"/>
                <a:gd name="csY773" fmla="*/ 1242574 h 1498637"/>
                <a:gd name="csX774" fmla="*/ 1106899 w 3230884"/>
                <a:gd name="csY774" fmla="*/ 1241619 h 1498637"/>
                <a:gd name="csX775" fmla="*/ 1108810 w 3230884"/>
                <a:gd name="csY775" fmla="*/ 1241619 h 1498637"/>
                <a:gd name="csX776" fmla="*/ 1110721 w 3230884"/>
                <a:gd name="csY776" fmla="*/ 1241619 h 1498637"/>
                <a:gd name="csX777" fmla="*/ 1110721 w 3230884"/>
                <a:gd name="csY777" fmla="*/ 1241619 h 1498637"/>
                <a:gd name="csX778" fmla="*/ 1115021 w 3230884"/>
                <a:gd name="csY778" fmla="*/ 1243530 h 1498637"/>
                <a:gd name="csX779" fmla="*/ 1117887 w 3230884"/>
                <a:gd name="csY779" fmla="*/ 1244485 h 1498637"/>
                <a:gd name="csX780" fmla="*/ 1120753 w 3230884"/>
                <a:gd name="csY780" fmla="*/ 1246874 h 1498637"/>
                <a:gd name="csX781" fmla="*/ 1122187 w 3230884"/>
                <a:gd name="csY781" fmla="*/ 1247829 h 1498637"/>
                <a:gd name="csX782" fmla="*/ 1123620 w 3230884"/>
                <a:gd name="csY782" fmla="*/ 1250696 h 1498637"/>
                <a:gd name="csX783" fmla="*/ 1125530 w 3230884"/>
                <a:gd name="csY783" fmla="*/ 1253084 h 1498637"/>
                <a:gd name="csX784" fmla="*/ 1126964 w 3230884"/>
                <a:gd name="csY784" fmla="*/ 1254995 h 1498637"/>
                <a:gd name="csX785" fmla="*/ 1127442 w 3230884"/>
                <a:gd name="csY785" fmla="*/ 1257384 h 1498637"/>
                <a:gd name="csX786" fmla="*/ 1128397 w 3230884"/>
                <a:gd name="csY786" fmla="*/ 1261683 h 1498637"/>
                <a:gd name="csX787" fmla="*/ 1129830 w 3230884"/>
                <a:gd name="csY787" fmla="*/ 1263117 h 1498637"/>
                <a:gd name="csX788" fmla="*/ 1131264 w 3230884"/>
                <a:gd name="csY788" fmla="*/ 1263117 h 1498637"/>
                <a:gd name="csX789" fmla="*/ 1133175 w 3230884"/>
                <a:gd name="csY789" fmla="*/ 1264072 h 1498637"/>
                <a:gd name="csX790" fmla="*/ 1135563 w 3230884"/>
                <a:gd name="csY790" fmla="*/ 1264072 h 1498637"/>
                <a:gd name="csX791" fmla="*/ 1135563 w 3230884"/>
                <a:gd name="csY791" fmla="*/ 1264072 h 1498637"/>
                <a:gd name="csX792" fmla="*/ 1139862 w 3230884"/>
                <a:gd name="csY792" fmla="*/ 1267416 h 1498637"/>
                <a:gd name="csX793" fmla="*/ 1141773 w 3230884"/>
                <a:gd name="csY793" fmla="*/ 1267416 h 1498637"/>
                <a:gd name="csX794" fmla="*/ 1142729 w 3230884"/>
                <a:gd name="csY794" fmla="*/ 1268372 h 1498637"/>
                <a:gd name="csX795" fmla="*/ 1143207 w 3230884"/>
                <a:gd name="csY795" fmla="*/ 1269805 h 1498637"/>
                <a:gd name="csX796" fmla="*/ 1143207 w 3230884"/>
                <a:gd name="csY796" fmla="*/ 1269805 h 1498637"/>
                <a:gd name="csX797" fmla="*/ 1143207 w 3230884"/>
                <a:gd name="csY797" fmla="*/ 1270283 h 1498637"/>
                <a:gd name="csX798" fmla="*/ 1142729 w 3230884"/>
                <a:gd name="csY798" fmla="*/ 1271238 h 1498637"/>
                <a:gd name="csX799" fmla="*/ 1143207 w 3230884"/>
                <a:gd name="csY799" fmla="*/ 1273149 h 1498637"/>
                <a:gd name="csX800" fmla="*/ 1143207 w 3230884"/>
                <a:gd name="csY800" fmla="*/ 1273149 h 1498637"/>
                <a:gd name="csX801" fmla="*/ 1144640 w 3230884"/>
                <a:gd name="csY801" fmla="*/ 1275060 h 1498637"/>
                <a:gd name="csX802" fmla="*/ 1146073 w 3230884"/>
                <a:gd name="csY802" fmla="*/ 1276971 h 1498637"/>
                <a:gd name="csX803" fmla="*/ 1147506 w 3230884"/>
                <a:gd name="csY803" fmla="*/ 1279360 h 1498637"/>
                <a:gd name="csX804" fmla="*/ 1147984 w 3230884"/>
                <a:gd name="csY804" fmla="*/ 1280793 h 1498637"/>
                <a:gd name="csX805" fmla="*/ 1147984 w 3230884"/>
                <a:gd name="csY805" fmla="*/ 1280793 h 1498637"/>
                <a:gd name="csX806" fmla="*/ 1148939 w 3230884"/>
                <a:gd name="csY806" fmla="*/ 1281270 h 1498637"/>
                <a:gd name="csX807" fmla="*/ 1150373 w 3230884"/>
                <a:gd name="csY807" fmla="*/ 1280793 h 1498637"/>
                <a:gd name="csX808" fmla="*/ 1153239 w 3230884"/>
                <a:gd name="csY808" fmla="*/ 1281270 h 1498637"/>
                <a:gd name="csX809" fmla="*/ 1160405 w 3230884"/>
                <a:gd name="csY809" fmla="*/ 1282226 h 1498637"/>
                <a:gd name="csX810" fmla="*/ 1161838 w 3230884"/>
                <a:gd name="csY810" fmla="*/ 1282704 h 1498637"/>
                <a:gd name="csX811" fmla="*/ 1162316 w 3230884"/>
                <a:gd name="csY811" fmla="*/ 1284137 h 1498637"/>
                <a:gd name="csX812" fmla="*/ 1163749 w 3230884"/>
                <a:gd name="csY812" fmla="*/ 1284137 h 1498637"/>
                <a:gd name="csX813" fmla="*/ 1164705 w 3230884"/>
                <a:gd name="csY813" fmla="*/ 1284137 h 1498637"/>
                <a:gd name="csX814" fmla="*/ 1166616 w 3230884"/>
                <a:gd name="csY814" fmla="*/ 1284137 h 1498637"/>
                <a:gd name="csX815" fmla="*/ 1166616 w 3230884"/>
                <a:gd name="csY815" fmla="*/ 1284137 h 1498637"/>
                <a:gd name="csX816" fmla="*/ 1168049 w 3230884"/>
                <a:gd name="csY816" fmla="*/ 1282704 h 1498637"/>
                <a:gd name="csX817" fmla="*/ 1169004 w 3230884"/>
                <a:gd name="csY817" fmla="*/ 1281748 h 1498637"/>
                <a:gd name="csX818" fmla="*/ 1171393 w 3230884"/>
                <a:gd name="csY818" fmla="*/ 1280315 h 1498637"/>
                <a:gd name="csX819" fmla="*/ 1173303 w 3230884"/>
                <a:gd name="csY819" fmla="*/ 1278404 h 1498637"/>
                <a:gd name="csX820" fmla="*/ 1175214 w 3230884"/>
                <a:gd name="csY820" fmla="*/ 1276493 h 1498637"/>
                <a:gd name="csX821" fmla="*/ 1176648 w 3230884"/>
                <a:gd name="csY821" fmla="*/ 1276493 h 1498637"/>
                <a:gd name="csX822" fmla="*/ 1177603 w 3230884"/>
                <a:gd name="csY822" fmla="*/ 1276971 h 1498637"/>
                <a:gd name="csX823" fmla="*/ 1177603 w 3230884"/>
                <a:gd name="csY823" fmla="*/ 1278404 h 1498637"/>
                <a:gd name="csX824" fmla="*/ 1177603 w 3230884"/>
                <a:gd name="csY824" fmla="*/ 1278404 h 1498637"/>
                <a:gd name="csX825" fmla="*/ 1176170 w 3230884"/>
                <a:gd name="csY825" fmla="*/ 1279837 h 1498637"/>
                <a:gd name="csX826" fmla="*/ 1175214 w 3230884"/>
                <a:gd name="csY826" fmla="*/ 1280793 h 1498637"/>
                <a:gd name="csX827" fmla="*/ 1175214 w 3230884"/>
                <a:gd name="csY827" fmla="*/ 1282226 h 1498637"/>
                <a:gd name="csX828" fmla="*/ 1175692 w 3230884"/>
                <a:gd name="csY828" fmla="*/ 1282226 h 1498637"/>
                <a:gd name="csX829" fmla="*/ 1177125 w 3230884"/>
                <a:gd name="csY829" fmla="*/ 1282226 h 1498637"/>
                <a:gd name="csX830" fmla="*/ 1179037 w 3230884"/>
                <a:gd name="csY830" fmla="*/ 1284137 h 1498637"/>
                <a:gd name="csX831" fmla="*/ 1181903 w 3230884"/>
                <a:gd name="csY831" fmla="*/ 1288914 h 1498637"/>
                <a:gd name="csX832" fmla="*/ 1182858 w 3230884"/>
                <a:gd name="csY832" fmla="*/ 1289870 h 1498637"/>
                <a:gd name="csX833" fmla="*/ 1184291 w 3230884"/>
                <a:gd name="csY833" fmla="*/ 1290825 h 1498637"/>
                <a:gd name="csX834" fmla="*/ 1185725 w 3230884"/>
                <a:gd name="csY834" fmla="*/ 1291303 h 1498637"/>
                <a:gd name="csX835" fmla="*/ 1187635 w 3230884"/>
                <a:gd name="csY835" fmla="*/ 1291781 h 1498637"/>
                <a:gd name="csX836" fmla="*/ 1188591 w 3230884"/>
                <a:gd name="csY836" fmla="*/ 1293691 h 1498637"/>
                <a:gd name="csX837" fmla="*/ 1189069 w 3230884"/>
                <a:gd name="csY837" fmla="*/ 1295602 h 1498637"/>
                <a:gd name="csX838" fmla="*/ 1189069 w 3230884"/>
                <a:gd name="csY838" fmla="*/ 1295602 h 1498637"/>
                <a:gd name="csX839" fmla="*/ 1189546 w 3230884"/>
                <a:gd name="csY839" fmla="*/ 1295602 h 1498637"/>
                <a:gd name="csX840" fmla="*/ 1190980 w 3230884"/>
                <a:gd name="csY840" fmla="*/ 1295602 h 1498637"/>
                <a:gd name="csX841" fmla="*/ 1190980 w 3230884"/>
                <a:gd name="csY841" fmla="*/ 1295602 h 1498637"/>
                <a:gd name="csX842" fmla="*/ 1192413 w 3230884"/>
                <a:gd name="csY842" fmla="*/ 1295602 h 1498637"/>
                <a:gd name="csX843" fmla="*/ 1192891 w 3230884"/>
                <a:gd name="csY843" fmla="*/ 1294647 h 1498637"/>
                <a:gd name="csX844" fmla="*/ 1193368 w 3230884"/>
                <a:gd name="csY844" fmla="*/ 1294647 h 1498637"/>
                <a:gd name="csX845" fmla="*/ 1194324 w 3230884"/>
                <a:gd name="csY845" fmla="*/ 1294169 h 1498637"/>
                <a:gd name="csX846" fmla="*/ 1196235 w 3230884"/>
                <a:gd name="csY846" fmla="*/ 1293691 h 1498637"/>
                <a:gd name="csX847" fmla="*/ 1198146 w 3230884"/>
                <a:gd name="csY847" fmla="*/ 1293214 h 1498637"/>
                <a:gd name="csX848" fmla="*/ 1199101 w 3230884"/>
                <a:gd name="csY848" fmla="*/ 1293214 h 1498637"/>
                <a:gd name="csX849" fmla="*/ 1199101 w 3230884"/>
                <a:gd name="csY849" fmla="*/ 1293691 h 1498637"/>
                <a:gd name="csX850" fmla="*/ 1199101 w 3230884"/>
                <a:gd name="csY850" fmla="*/ 1293691 h 1498637"/>
                <a:gd name="csX851" fmla="*/ 1201490 w 3230884"/>
                <a:gd name="csY851" fmla="*/ 1293214 h 1498637"/>
                <a:gd name="csX852" fmla="*/ 1201490 w 3230884"/>
                <a:gd name="csY852" fmla="*/ 1293214 h 1498637"/>
                <a:gd name="csX853" fmla="*/ 1201490 w 3230884"/>
                <a:gd name="csY853" fmla="*/ 1293214 h 1498637"/>
                <a:gd name="csX854" fmla="*/ 1202445 w 3230884"/>
                <a:gd name="csY854" fmla="*/ 1292736 h 1498637"/>
                <a:gd name="csX855" fmla="*/ 1203401 w 3230884"/>
                <a:gd name="csY855" fmla="*/ 1291781 h 1498637"/>
                <a:gd name="csX856" fmla="*/ 1204834 w 3230884"/>
                <a:gd name="csY856" fmla="*/ 1290825 h 1498637"/>
                <a:gd name="csX857" fmla="*/ 1205312 w 3230884"/>
                <a:gd name="csY857" fmla="*/ 1289870 h 1498637"/>
                <a:gd name="csX858" fmla="*/ 1205312 w 3230884"/>
                <a:gd name="csY858" fmla="*/ 1287481 h 1498637"/>
                <a:gd name="csX859" fmla="*/ 1206267 w 3230884"/>
                <a:gd name="csY859" fmla="*/ 1285570 h 1498637"/>
                <a:gd name="csX860" fmla="*/ 1206744 w 3230884"/>
                <a:gd name="csY860" fmla="*/ 1285570 h 1498637"/>
                <a:gd name="csX861" fmla="*/ 1209133 w 3230884"/>
                <a:gd name="csY861" fmla="*/ 1284615 h 1498637"/>
                <a:gd name="csX862" fmla="*/ 1210567 w 3230884"/>
                <a:gd name="csY862" fmla="*/ 1284615 h 1498637"/>
                <a:gd name="csX863" fmla="*/ 1211522 w 3230884"/>
                <a:gd name="csY863" fmla="*/ 1284615 h 1498637"/>
                <a:gd name="csX864" fmla="*/ 1213433 w 3230884"/>
                <a:gd name="csY864" fmla="*/ 1284615 h 1498637"/>
                <a:gd name="csX865" fmla="*/ 1215344 w 3230884"/>
                <a:gd name="csY865" fmla="*/ 1284615 h 1498637"/>
                <a:gd name="csX866" fmla="*/ 1216299 w 3230884"/>
                <a:gd name="csY866" fmla="*/ 1285092 h 1498637"/>
                <a:gd name="csX867" fmla="*/ 1217255 w 3230884"/>
                <a:gd name="csY867" fmla="*/ 1285570 h 1498637"/>
                <a:gd name="csX868" fmla="*/ 1217732 w 3230884"/>
                <a:gd name="csY868" fmla="*/ 1285570 h 1498637"/>
                <a:gd name="csX869" fmla="*/ 1219166 w 3230884"/>
                <a:gd name="csY869" fmla="*/ 1285570 h 1498637"/>
                <a:gd name="csX870" fmla="*/ 1219644 w 3230884"/>
                <a:gd name="csY870" fmla="*/ 1284615 h 1498637"/>
                <a:gd name="csX871" fmla="*/ 1219644 w 3230884"/>
                <a:gd name="csY871" fmla="*/ 1283181 h 1498637"/>
                <a:gd name="csX872" fmla="*/ 1220599 w 3230884"/>
                <a:gd name="csY872" fmla="*/ 1282704 h 1498637"/>
                <a:gd name="csX873" fmla="*/ 1220599 w 3230884"/>
                <a:gd name="csY873" fmla="*/ 1283181 h 1498637"/>
                <a:gd name="csX874" fmla="*/ 1221555 w 3230884"/>
                <a:gd name="csY874" fmla="*/ 1283659 h 1498637"/>
                <a:gd name="csX875" fmla="*/ 1222032 w 3230884"/>
                <a:gd name="csY875" fmla="*/ 1284615 h 1498637"/>
                <a:gd name="csX876" fmla="*/ 1222510 w 3230884"/>
                <a:gd name="csY876" fmla="*/ 1284615 h 1498637"/>
                <a:gd name="csX877" fmla="*/ 1222987 w 3230884"/>
                <a:gd name="csY877" fmla="*/ 1284615 h 1498637"/>
                <a:gd name="csX878" fmla="*/ 1222987 w 3230884"/>
                <a:gd name="csY878" fmla="*/ 1284615 h 1498637"/>
                <a:gd name="csX879" fmla="*/ 1224898 w 3230884"/>
                <a:gd name="csY879" fmla="*/ 1284137 h 1498637"/>
                <a:gd name="csX880" fmla="*/ 1225854 w 3230884"/>
                <a:gd name="csY880" fmla="*/ 1283181 h 1498637"/>
                <a:gd name="csX881" fmla="*/ 1226332 w 3230884"/>
                <a:gd name="csY881" fmla="*/ 1281270 h 1498637"/>
                <a:gd name="csX882" fmla="*/ 1227287 w 3230884"/>
                <a:gd name="csY882" fmla="*/ 1280315 h 1498637"/>
                <a:gd name="csX883" fmla="*/ 1227287 w 3230884"/>
                <a:gd name="csY883" fmla="*/ 1280315 h 1498637"/>
                <a:gd name="csX884" fmla="*/ 1228242 w 3230884"/>
                <a:gd name="csY884" fmla="*/ 1280793 h 1498637"/>
                <a:gd name="csX885" fmla="*/ 1228720 w 3230884"/>
                <a:gd name="csY885" fmla="*/ 1280793 h 1498637"/>
                <a:gd name="csX886" fmla="*/ 1230153 w 3230884"/>
                <a:gd name="csY886" fmla="*/ 1280793 h 1498637"/>
                <a:gd name="csX887" fmla="*/ 1232064 w 3230884"/>
                <a:gd name="csY887" fmla="*/ 1279360 h 1498637"/>
                <a:gd name="csX888" fmla="*/ 1233975 w 3230884"/>
                <a:gd name="csY888" fmla="*/ 1278404 h 1498637"/>
                <a:gd name="csX889" fmla="*/ 1233975 w 3230884"/>
                <a:gd name="csY889" fmla="*/ 1278404 h 1498637"/>
                <a:gd name="csX890" fmla="*/ 1235408 w 3230884"/>
                <a:gd name="csY890" fmla="*/ 1277926 h 1498637"/>
                <a:gd name="csX891" fmla="*/ 1235886 w 3230884"/>
                <a:gd name="csY891" fmla="*/ 1276971 h 1498637"/>
                <a:gd name="csX892" fmla="*/ 1234931 w 3230884"/>
                <a:gd name="csY892" fmla="*/ 1275060 h 1498637"/>
                <a:gd name="csX893" fmla="*/ 1235408 w 3230884"/>
                <a:gd name="csY893" fmla="*/ 1272671 h 1498637"/>
                <a:gd name="csX894" fmla="*/ 1237319 w 3230884"/>
                <a:gd name="csY894" fmla="*/ 1271716 h 1498637"/>
                <a:gd name="csX895" fmla="*/ 1237319 w 3230884"/>
                <a:gd name="csY895" fmla="*/ 1271716 h 1498637"/>
                <a:gd name="csX896" fmla="*/ 1239708 w 3230884"/>
                <a:gd name="csY896" fmla="*/ 1271238 h 1498637"/>
                <a:gd name="csX897" fmla="*/ 1239708 w 3230884"/>
                <a:gd name="csY897" fmla="*/ 1271238 h 1498637"/>
                <a:gd name="csX898" fmla="*/ 1241619 w 3230884"/>
                <a:gd name="csY898" fmla="*/ 1270283 h 1498637"/>
                <a:gd name="csX899" fmla="*/ 1242574 w 3230884"/>
                <a:gd name="csY899" fmla="*/ 1267894 h 1498637"/>
                <a:gd name="csX900" fmla="*/ 1242574 w 3230884"/>
                <a:gd name="csY900" fmla="*/ 1267894 h 1498637"/>
                <a:gd name="csX901" fmla="*/ 1243530 w 3230884"/>
                <a:gd name="csY901" fmla="*/ 1267416 h 1498637"/>
                <a:gd name="csX902" fmla="*/ 1243530 w 3230884"/>
                <a:gd name="csY902" fmla="*/ 1267416 h 1498637"/>
                <a:gd name="csX903" fmla="*/ 1244485 w 3230884"/>
                <a:gd name="csY903" fmla="*/ 1266939 h 1498637"/>
                <a:gd name="csX904" fmla="*/ 1245919 w 3230884"/>
                <a:gd name="csY904" fmla="*/ 1266939 h 1498637"/>
                <a:gd name="csX905" fmla="*/ 1246874 w 3230884"/>
                <a:gd name="csY905" fmla="*/ 1266939 h 1498637"/>
                <a:gd name="csX906" fmla="*/ 1248307 w 3230884"/>
                <a:gd name="csY906" fmla="*/ 1265983 h 1498637"/>
                <a:gd name="csX907" fmla="*/ 1249740 w 3230884"/>
                <a:gd name="csY907" fmla="*/ 1265505 h 1498637"/>
                <a:gd name="csX908" fmla="*/ 1250218 w 3230884"/>
                <a:gd name="csY908" fmla="*/ 1265028 h 1498637"/>
                <a:gd name="csX909" fmla="*/ 1252607 w 3230884"/>
                <a:gd name="csY909" fmla="*/ 1264072 h 1498637"/>
                <a:gd name="csX910" fmla="*/ 1252607 w 3230884"/>
                <a:gd name="csY910" fmla="*/ 1264072 h 1498637"/>
                <a:gd name="csX911" fmla="*/ 1253085 w 3230884"/>
                <a:gd name="csY911" fmla="*/ 1264072 h 1498637"/>
                <a:gd name="csX912" fmla="*/ 1255473 w 3230884"/>
                <a:gd name="csY912" fmla="*/ 1263595 h 1498637"/>
                <a:gd name="csX913" fmla="*/ 1255473 w 3230884"/>
                <a:gd name="csY913" fmla="*/ 1263595 h 1498637"/>
                <a:gd name="csX914" fmla="*/ 1255473 w 3230884"/>
                <a:gd name="csY914" fmla="*/ 1263595 h 1498637"/>
                <a:gd name="csX915" fmla="*/ 1256428 w 3230884"/>
                <a:gd name="csY915" fmla="*/ 1262639 h 1498637"/>
                <a:gd name="csX916" fmla="*/ 1257384 w 3230884"/>
                <a:gd name="csY916" fmla="*/ 1261206 h 1498637"/>
                <a:gd name="csX917" fmla="*/ 1257384 w 3230884"/>
                <a:gd name="csY917" fmla="*/ 1261206 h 1498637"/>
                <a:gd name="csX918" fmla="*/ 1258817 w 3230884"/>
                <a:gd name="csY918" fmla="*/ 1260728 h 1498637"/>
                <a:gd name="csX919" fmla="*/ 1258817 w 3230884"/>
                <a:gd name="csY919" fmla="*/ 1260728 h 1498637"/>
                <a:gd name="csX920" fmla="*/ 1260728 w 3230884"/>
                <a:gd name="csY920" fmla="*/ 1259773 h 1498637"/>
                <a:gd name="csX921" fmla="*/ 1262639 w 3230884"/>
                <a:gd name="csY921" fmla="*/ 1258339 h 1498637"/>
                <a:gd name="csX922" fmla="*/ 1262639 w 3230884"/>
                <a:gd name="csY922" fmla="*/ 1258339 h 1498637"/>
                <a:gd name="csX923" fmla="*/ 1263594 w 3230884"/>
                <a:gd name="csY923" fmla="*/ 1257862 h 1498637"/>
                <a:gd name="csX924" fmla="*/ 1266939 w 3230884"/>
                <a:gd name="csY924" fmla="*/ 1257384 h 1498637"/>
                <a:gd name="csX925" fmla="*/ 1267894 w 3230884"/>
                <a:gd name="csY925" fmla="*/ 1256906 h 1498637"/>
                <a:gd name="csX926" fmla="*/ 1268849 w 3230884"/>
                <a:gd name="csY926" fmla="*/ 1256906 h 1498637"/>
                <a:gd name="csX927" fmla="*/ 1270283 w 3230884"/>
                <a:gd name="csY927" fmla="*/ 1256906 h 1498637"/>
                <a:gd name="csX928" fmla="*/ 1270283 w 3230884"/>
                <a:gd name="csY928" fmla="*/ 1256906 h 1498637"/>
                <a:gd name="csX929" fmla="*/ 1271238 w 3230884"/>
                <a:gd name="csY929" fmla="*/ 1254995 h 1498637"/>
                <a:gd name="csX930" fmla="*/ 1272671 w 3230884"/>
                <a:gd name="csY930" fmla="*/ 1254040 h 1498637"/>
                <a:gd name="csX931" fmla="*/ 1272671 w 3230884"/>
                <a:gd name="csY931" fmla="*/ 1254040 h 1498637"/>
                <a:gd name="csX932" fmla="*/ 1274105 w 3230884"/>
                <a:gd name="csY932" fmla="*/ 1253562 h 1498637"/>
                <a:gd name="csX933" fmla="*/ 1274582 w 3230884"/>
                <a:gd name="csY933" fmla="*/ 1252607 h 1498637"/>
                <a:gd name="csX934" fmla="*/ 1276015 w 3230884"/>
                <a:gd name="csY934" fmla="*/ 1251174 h 1498637"/>
                <a:gd name="csX935" fmla="*/ 1277926 w 3230884"/>
                <a:gd name="csY935" fmla="*/ 1250218 h 1498637"/>
                <a:gd name="csX936" fmla="*/ 1278404 w 3230884"/>
                <a:gd name="csY936" fmla="*/ 1250218 h 1498637"/>
                <a:gd name="csX937" fmla="*/ 1281271 w 3230884"/>
                <a:gd name="csY937" fmla="*/ 1250218 h 1498637"/>
                <a:gd name="csX938" fmla="*/ 1281271 w 3230884"/>
                <a:gd name="csY938" fmla="*/ 1250218 h 1498637"/>
                <a:gd name="csX939" fmla="*/ 1284137 w 3230884"/>
                <a:gd name="csY939" fmla="*/ 1250218 h 1498637"/>
                <a:gd name="csX940" fmla="*/ 1285570 w 3230884"/>
                <a:gd name="csY940" fmla="*/ 1250218 h 1498637"/>
                <a:gd name="csX941" fmla="*/ 1286048 w 3230884"/>
                <a:gd name="csY941" fmla="*/ 1250218 h 1498637"/>
                <a:gd name="csX942" fmla="*/ 1287003 w 3230884"/>
                <a:gd name="csY942" fmla="*/ 1247829 h 1498637"/>
                <a:gd name="csX943" fmla="*/ 1287481 w 3230884"/>
                <a:gd name="csY943" fmla="*/ 1246874 h 1498637"/>
                <a:gd name="csX944" fmla="*/ 1287958 w 3230884"/>
                <a:gd name="csY944" fmla="*/ 1245918 h 1498637"/>
                <a:gd name="csX945" fmla="*/ 1287958 w 3230884"/>
                <a:gd name="csY945" fmla="*/ 1245918 h 1498637"/>
                <a:gd name="csX946" fmla="*/ 1288914 w 3230884"/>
                <a:gd name="csY946" fmla="*/ 1245441 h 1498637"/>
                <a:gd name="csX947" fmla="*/ 1288914 w 3230884"/>
                <a:gd name="csY947" fmla="*/ 1245441 h 1498637"/>
                <a:gd name="csX948" fmla="*/ 1290347 w 3230884"/>
                <a:gd name="csY948" fmla="*/ 1247352 h 1498637"/>
                <a:gd name="csX949" fmla="*/ 1291781 w 3230884"/>
                <a:gd name="csY949" fmla="*/ 1248307 h 1498637"/>
                <a:gd name="csX950" fmla="*/ 1293692 w 3230884"/>
                <a:gd name="csY950" fmla="*/ 1249263 h 1498637"/>
                <a:gd name="csX951" fmla="*/ 1294647 w 3230884"/>
                <a:gd name="csY951" fmla="*/ 1250218 h 1498637"/>
                <a:gd name="csX952" fmla="*/ 1295603 w 3230884"/>
                <a:gd name="csY952" fmla="*/ 1250696 h 1498637"/>
                <a:gd name="csX953" fmla="*/ 1296558 w 3230884"/>
                <a:gd name="csY953" fmla="*/ 1249740 h 1498637"/>
                <a:gd name="csX954" fmla="*/ 1297513 w 3230884"/>
                <a:gd name="csY954" fmla="*/ 1247829 h 1498637"/>
                <a:gd name="csX955" fmla="*/ 1297513 w 3230884"/>
                <a:gd name="csY955" fmla="*/ 1247829 h 1498637"/>
                <a:gd name="csX956" fmla="*/ 1298946 w 3230884"/>
                <a:gd name="csY956" fmla="*/ 1247352 h 1498637"/>
                <a:gd name="csX957" fmla="*/ 1300858 w 3230884"/>
                <a:gd name="csY957" fmla="*/ 1247829 h 1498637"/>
                <a:gd name="csX958" fmla="*/ 1301335 w 3230884"/>
                <a:gd name="csY958" fmla="*/ 1248785 h 1498637"/>
                <a:gd name="csX959" fmla="*/ 1301335 w 3230884"/>
                <a:gd name="csY959" fmla="*/ 1249740 h 1498637"/>
                <a:gd name="csX960" fmla="*/ 1301813 w 3230884"/>
                <a:gd name="csY960" fmla="*/ 1251174 h 1498637"/>
                <a:gd name="csX961" fmla="*/ 1303724 w 3230884"/>
                <a:gd name="csY961" fmla="*/ 1252607 h 1498637"/>
                <a:gd name="csX962" fmla="*/ 1304201 w 3230884"/>
                <a:gd name="csY962" fmla="*/ 1252607 h 1498637"/>
                <a:gd name="csX963" fmla="*/ 1306112 w 3230884"/>
                <a:gd name="csY963" fmla="*/ 1252607 h 1498637"/>
                <a:gd name="csX964" fmla="*/ 1307068 w 3230884"/>
                <a:gd name="csY964" fmla="*/ 1252607 h 1498637"/>
                <a:gd name="csX965" fmla="*/ 1309456 w 3230884"/>
                <a:gd name="csY965" fmla="*/ 1252607 h 1498637"/>
                <a:gd name="csX966" fmla="*/ 1311845 w 3230884"/>
                <a:gd name="csY966" fmla="*/ 1253084 h 1498637"/>
                <a:gd name="csX967" fmla="*/ 1314234 w 3230884"/>
                <a:gd name="csY967" fmla="*/ 1253562 h 1498637"/>
                <a:gd name="csX968" fmla="*/ 1314712 w 3230884"/>
                <a:gd name="csY968" fmla="*/ 1253562 h 1498637"/>
                <a:gd name="csX969" fmla="*/ 1317578 w 3230884"/>
                <a:gd name="csY969" fmla="*/ 1253562 h 1498637"/>
                <a:gd name="csX970" fmla="*/ 1321400 w 3230884"/>
                <a:gd name="csY970" fmla="*/ 1254040 h 1498637"/>
                <a:gd name="csX971" fmla="*/ 1323311 w 3230884"/>
                <a:gd name="csY971" fmla="*/ 1253562 h 1498637"/>
                <a:gd name="csX972" fmla="*/ 1326655 w 3230884"/>
                <a:gd name="csY972" fmla="*/ 1254040 h 1498637"/>
                <a:gd name="csX973" fmla="*/ 1327133 w 3230884"/>
                <a:gd name="csY973" fmla="*/ 1255473 h 1498637"/>
                <a:gd name="csX974" fmla="*/ 1328088 w 3230884"/>
                <a:gd name="csY974" fmla="*/ 1258339 h 1498637"/>
                <a:gd name="csX975" fmla="*/ 1328565 w 3230884"/>
                <a:gd name="csY975" fmla="*/ 1261206 h 1498637"/>
                <a:gd name="csX976" fmla="*/ 1328565 w 3230884"/>
                <a:gd name="csY976" fmla="*/ 1263595 h 1498637"/>
                <a:gd name="csX977" fmla="*/ 1329521 w 3230884"/>
                <a:gd name="csY977" fmla="*/ 1265028 h 1498637"/>
                <a:gd name="csX978" fmla="*/ 1330954 w 3230884"/>
                <a:gd name="csY978" fmla="*/ 1265505 h 1498637"/>
                <a:gd name="csX979" fmla="*/ 1331432 w 3230884"/>
                <a:gd name="csY979" fmla="*/ 1266461 h 1498637"/>
                <a:gd name="csX980" fmla="*/ 1332865 w 3230884"/>
                <a:gd name="csY980" fmla="*/ 1267416 h 1498637"/>
                <a:gd name="csX981" fmla="*/ 1333821 w 3230884"/>
                <a:gd name="csY981" fmla="*/ 1269327 h 1498637"/>
                <a:gd name="csX982" fmla="*/ 1334776 w 3230884"/>
                <a:gd name="csY982" fmla="*/ 1269327 h 1498637"/>
                <a:gd name="csX983" fmla="*/ 1335254 w 3230884"/>
                <a:gd name="csY983" fmla="*/ 1269327 h 1498637"/>
                <a:gd name="csX984" fmla="*/ 1335731 w 3230884"/>
                <a:gd name="csY984" fmla="*/ 1268849 h 1498637"/>
                <a:gd name="csX985" fmla="*/ 1336210 w 3230884"/>
                <a:gd name="csY985" fmla="*/ 1268849 h 1498637"/>
                <a:gd name="csX986" fmla="*/ 1337642 w 3230884"/>
                <a:gd name="csY986" fmla="*/ 1268849 h 1498637"/>
                <a:gd name="csX987" fmla="*/ 1340031 w 3230884"/>
                <a:gd name="csY987" fmla="*/ 1268849 h 1498637"/>
                <a:gd name="csX988" fmla="*/ 1341942 w 3230884"/>
                <a:gd name="csY988" fmla="*/ 1269805 h 1498637"/>
                <a:gd name="csX989" fmla="*/ 1342420 w 3230884"/>
                <a:gd name="csY989" fmla="*/ 1271238 h 1498637"/>
                <a:gd name="csX990" fmla="*/ 1343853 w 3230884"/>
                <a:gd name="csY990" fmla="*/ 1271716 h 1498637"/>
                <a:gd name="csX991" fmla="*/ 1343853 w 3230884"/>
                <a:gd name="csY991" fmla="*/ 1271716 h 1498637"/>
                <a:gd name="csX992" fmla="*/ 1344808 w 3230884"/>
                <a:gd name="csY992" fmla="*/ 1271716 h 1498637"/>
                <a:gd name="csX993" fmla="*/ 1344808 w 3230884"/>
                <a:gd name="csY993" fmla="*/ 1271716 h 1498637"/>
                <a:gd name="csX994" fmla="*/ 1348153 w 3230884"/>
                <a:gd name="csY994" fmla="*/ 1271716 h 1498637"/>
                <a:gd name="csX995" fmla="*/ 1349108 w 3230884"/>
                <a:gd name="csY995" fmla="*/ 1271716 h 1498637"/>
                <a:gd name="csX996" fmla="*/ 1350063 w 3230884"/>
                <a:gd name="csY996" fmla="*/ 1272194 h 1498637"/>
                <a:gd name="csX997" fmla="*/ 1350542 w 3230884"/>
                <a:gd name="csY997" fmla="*/ 1272194 h 1498637"/>
                <a:gd name="csX998" fmla="*/ 1351974 w 3230884"/>
                <a:gd name="csY998" fmla="*/ 1272671 h 1498637"/>
                <a:gd name="csX999" fmla="*/ 1352930 w 3230884"/>
                <a:gd name="csY999" fmla="*/ 1271716 h 1498637"/>
                <a:gd name="csX1000" fmla="*/ 1352930 w 3230884"/>
                <a:gd name="csY1000" fmla="*/ 1271716 h 1498637"/>
                <a:gd name="csX1001" fmla="*/ 1355319 w 3230884"/>
                <a:gd name="csY1001" fmla="*/ 1270760 h 1498637"/>
                <a:gd name="csX1002" fmla="*/ 1355796 w 3230884"/>
                <a:gd name="csY1002" fmla="*/ 1270760 h 1498637"/>
                <a:gd name="csX1003" fmla="*/ 1357229 w 3230884"/>
                <a:gd name="csY1003" fmla="*/ 1269805 h 1498637"/>
                <a:gd name="csX1004" fmla="*/ 1357229 w 3230884"/>
                <a:gd name="csY1004" fmla="*/ 1269805 h 1498637"/>
                <a:gd name="csX1005" fmla="*/ 1358185 w 3230884"/>
                <a:gd name="csY1005" fmla="*/ 1269805 h 1498637"/>
                <a:gd name="csX1006" fmla="*/ 1359140 w 3230884"/>
                <a:gd name="csY1006" fmla="*/ 1270283 h 1498637"/>
                <a:gd name="csX1007" fmla="*/ 1360096 w 3230884"/>
                <a:gd name="csY1007" fmla="*/ 1271238 h 1498637"/>
                <a:gd name="csX1008" fmla="*/ 1360096 w 3230884"/>
                <a:gd name="csY1008" fmla="*/ 1271238 h 1498637"/>
                <a:gd name="csX1009" fmla="*/ 1361051 w 3230884"/>
                <a:gd name="csY1009" fmla="*/ 1270760 h 1498637"/>
                <a:gd name="csX1010" fmla="*/ 1361529 w 3230884"/>
                <a:gd name="csY1010" fmla="*/ 1269805 h 1498637"/>
                <a:gd name="csX1011" fmla="*/ 1362007 w 3230884"/>
                <a:gd name="csY1011" fmla="*/ 1269805 h 1498637"/>
                <a:gd name="csX1012" fmla="*/ 1362485 w 3230884"/>
                <a:gd name="csY1012" fmla="*/ 1269805 h 1498637"/>
                <a:gd name="csX1013" fmla="*/ 1363440 w 3230884"/>
                <a:gd name="csY1013" fmla="*/ 1270283 h 1498637"/>
                <a:gd name="csX1014" fmla="*/ 1365829 w 3230884"/>
                <a:gd name="csY1014" fmla="*/ 1271238 h 1498637"/>
                <a:gd name="csX1015" fmla="*/ 1367740 w 3230884"/>
                <a:gd name="csY1015" fmla="*/ 1272671 h 1498637"/>
                <a:gd name="csX1016" fmla="*/ 1367740 w 3230884"/>
                <a:gd name="csY1016" fmla="*/ 1272671 h 1498637"/>
                <a:gd name="csX1017" fmla="*/ 1368695 w 3230884"/>
                <a:gd name="csY1017" fmla="*/ 1273149 h 1498637"/>
                <a:gd name="csX1018" fmla="*/ 1370606 w 3230884"/>
                <a:gd name="csY1018" fmla="*/ 1272671 h 1498637"/>
                <a:gd name="csX1019" fmla="*/ 1371561 w 3230884"/>
                <a:gd name="csY1019" fmla="*/ 1272194 h 1498637"/>
                <a:gd name="csX1020" fmla="*/ 1372039 w 3230884"/>
                <a:gd name="csY1020" fmla="*/ 1273149 h 1498637"/>
                <a:gd name="csX1021" fmla="*/ 1372995 w 3230884"/>
                <a:gd name="csY1021" fmla="*/ 1273627 h 1498637"/>
                <a:gd name="csX1022" fmla="*/ 1373472 w 3230884"/>
                <a:gd name="csY1022" fmla="*/ 1273627 h 1498637"/>
                <a:gd name="csX1023" fmla="*/ 1373950 w 3230884"/>
                <a:gd name="csY1023" fmla="*/ 1272671 h 1498637"/>
                <a:gd name="csX1024" fmla="*/ 1373950 w 3230884"/>
                <a:gd name="csY1024" fmla="*/ 1272671 h 1498637"/>
                <a:gd name="csX1025" fmla="*/ 1375383 w 3230884"/>
                <a:gd name="csY1025" fmla="*/ 1272671 h 1498637"/>
                <a:gd name="csX1026" fmla="*/ 1375383 w 3230884"/>
                <a:gd name="csY1026" fmla="*/ 1272671 h 1498637"/>
                <a:gd name="csX1027" fmla="*/ 1380638 w 3230884"/>
                <a:gd name="csY1027" fmla="*/ 1273149 h 1498637"/>
                <a:gd name="csX1028" fmla="*/ 1382072 w 3230884"/>
                <a:gd name="csY1028" fmla="*/ 1274582 h 1498637"/>
                <a:gd name="csX1029" fmla="*/ 1383027 w 3230884"/>
                <a:gd name="csY1029" fmla="*/ 1275538 h 1498637"/>
                <a:gd name="csX1030" fmla="*/ 1383983 w 3230884"/>
                <a:gd name="csY1030" fmla="*/ 1276493 h 1498637"/>
                <a:gd name="csX1031" fmla="*/ 1385415 w 3230884"/>
                <a:gd name="csY1031" fmla="*/ 1277449 h 1498637"/>
                <a:gd name="csX1032" fmla="*/ 1385415 w 3230884"/>
                <a:gd name="csY1032" fmla="*/ 1277449 h 1498637"/>
                <a:gd name="csX1033" fmla="*/ 1388282 w 3230884"/>
                <a:gd name="csY1033" fmla="*/ 1277449 h 1498637"/>
                <a:gd name="csX1034" fmla="*/ 1389237 w 3230884"/>
                <a:gd name="csY1034" fmla="*/ 1276493 h 1498637"/>
                <a:gd name="csX1035" fmla="*/ 1392104 w 3230884"/>
                <a:gd name="csY1035" fmla="*/ 1274582 h 1498637"/>
                <a:gd name="csX1036" fmla="*/ 1393059 w 3230884"/>
                <a:gd name="csY1036" fmla="*/ 1272671 h 1498637"/>
                <a:gd name="csX1037" fmla="*/ 1394015 w 3230884"/>
                <a:gd name="csY1037" fmla="*/ 1271716 h 1498637"/>
                <a:gd name="csX1038" fmla="*/ 1394015 w 3230884"/>
                <a:gd name="csY1038" fmla="*/ 1271716 h 1498637"/>
                <a:gd name="csX1039" fmla="*/ 1395448 w 3230884"/>
                <a:gd name="csY1039" fmla="*/ 1271716 h 1498637"/>
                <a:gd name="csX1040" fmla="*/ 1396881 w 3230884"/>
                <a:gd name="csY1040" fmla="*/ 1271716 h 1498637"/>
                <a:gd name="csX1041" fmla="*/ 1397836 w 3230884"/>
                <a:gd name="csY1041" fmla="*/ 1271716 h 1498637"/>
                <a:gd name="csX1042" fmla="*/ 1397836 w 3230884"/>
                <a:gd name="csY1042" fmla="*/ 1271716 h 1498637"/>
                <a:gd name="csX1043" fmla="*/ 1399747 w 3230884"/>
                <a:gd name="csY1043" fmla="*/ 1270283 h 1498637"/>
                <a:gd name="csX1044" fmla="*/ 1401181 w 3230884"/>
                <a:gd name="csY1044" fmla="*/ 1269805 h 1498637"/>
                <a:gd name="csX1045" fmla="*/ 1403092 w 3230884"/>
                <a:gd name="csY1045" fmla="*/ 1267894 h 1498637"/>
                <a:gd name="csX1046" fmla="*/ 1403569 w 3230884"/>
                <a:gd name="csY1046" fmla="*/ 1266939 h 1498637"/>
                <a:gd name="csX1047" fmla="*/ 1404525 w 3230884"/>
                <a:gd name="csY1047" fmla="*/ 1265028 h 1498637"/>
                <a:gd name="csX1048" fmla="*/ 1405002 w 3230884"/>
                <a:gd name="csY1048" fmla="*/ 1263595 h 1498637"/>
                <a:gd name="csX1049" fmla="*/ 1405958 w 3230884"/>
                <a:gd name="csY1049" fmla="*/ 1261206 h 1498637"/>
                <a:gd name="csX1050" fmla="*/ 1406436 w 3230884"/>
                <a:gd name="csY1050" fmla="*/ 1257862 h 1498637"/>
                <a:gd name="csX1051" fmla="*/ 1406913 w 3230884"/>
                <a:gd name="csY1051" fmla="*/ 1255951 h 1498637"/>
                <a:gd name="csX1052" fmla="*/ 1406436 w 3230884"/>
                <a:gd name="csY1052" fmla="*/ 1254995 h 1498637"/>
                <a:gd name="csX1053" fmla="*/ 1405480 w 3230884"/>
                <a:gd name="csY1053" fmla="*/ 1254040 h 1498637"/>
                <a:gd name="csX1054" fmla="*/ 1404047 w 3230884"/>
                <a:gd name="csY1054" fmla="*/ 1254040 h 1498637"/>
                <a:gd name="csX1055" fmla="*/ 1402614 w 3230884"/>
                <a:gd name="csY1055" fmla="*/ 1253084 h 1498637"/>
                <a:gd name="csX1056" fmla="*/ 1401658 w 3230884"/>
                <a:gd name="csY1056" fmla="*/ 1251651 h 1498637"/>
                <a:gd name="csX1057" fmla="*/ 1401181 w 3230884"/>
                <a:gd name="csY1057" fmla="*/ 1250218 h 1498637"/>
                <a:gd name="csX1058" fmla="*/ 1400225 w 3230884"/>
                <a:gd name="csY1058" fmla="*/ 1248307 h 1498637"/>
                <a:gd name="csX1059" fmla="*/ 1400225 w 3230884"/>
                <a:gd name="csY1059" fmla="*/ 1246874 h 1498637"/>
                <a:gd name="csX1060" fmla="*/ 1400225 w 3230884"/>
                <a:gd name="csY1060" fmla="*/ 1245441 h 1498637"/>
                <a:gd name="csX1061" fmla="*/ 1399270 w 3230884"/>
                <a:gd name="csY1061" fmla="*/ 1244485 h 1498637"/>
                <a:gd name="csX1062" fmla="*/ 1398314 w 3230884"/>
                <a:gd name="csY1062" fmla="*/ 1243052 h 1498637"/>
                <a:gd name="csX1063" fmla="*/ 1397359 w 3230884"/>
                <a:gd name="csY1063" fmla="*/ 1242097 h 1498637"/>
                <a:gd name="csX1064" fmla="*/ 1397836 w 3230884"/>
                <a:gd name="csY1064" fmla="*/ 1240186 h 1498637"/>
                <a:gd name="csX1065" fmla="*/ 1399270 w 3230884"/>
                <a:gd name="csY1065" fmla="*/ 1236842 h 1498637"/>
                <a:gd name="csX1066" fmla="*/ 1399270 w 3230884"/>
                <a:gd name="csY1066" fmla="*/ 1235408 h 1498637"/>
                <a:gd name="csX1067" fmla="*/ 1399747 w 3230884"/>
                <a:gd name="csY1067" fmla="*/ 1234453 h 1498637"/>
                <a:gd name="csX1068" fmla="*/ 1399270 w 3230884"/>
                <a:gd name="csY1068" fmla="*/ 1233497 h 1498637"/>
                <a:gd name="csX1069" fmla="*/ 1399747 w 3230884"/>
                <a:gd name="csY1069" fmla="*/ 1231587 h 1498637"/>
                <a:gd name="csX1070" fmla="*/ 1400703 w 3230884"/>
                <a:gd name="csY1070" fmla="*/ 1230631 h 1498637"/>
                <a:gd name="csX1071" fmla="*/ 1401658 w 3230884"/>
                <a:gd name="csY1071" fmla="*/ 1228242 h 1498637"/>
                <a:gd name="csX1072" fmla="*/ 1401658 w 3230884"/>
                <a:gd name="csY1072" fmla="*/ 1228242 h 1498637"/>
                <a:gd name="csX1073" fmla="*/ 1403092 w 3230884"/>
                <a:gd name="csY1073" fmla="*/ 1227287 h 1498637"/>
                <a:gd name="csX1074" fmla="*/ 1403092 w 3230884"/>
                <a:gd name="csY1074" fmla="*/ 1227287 h 1498637"/>
                <a:gd name="csX1075" fmla="*/ 1404525 w 3230884"/>
                <a:gd name="csY1075" fmla="*/ 1227287 h 1498637"/>
                <a:gd name="csX1076" fmla="*/ 1404525 w 3230884"/>
                <a:gd name="csY1076" fmla="*/ 1227287 h 1498637"/>
                <a:gd name="csX1077" fmla="*/ 1405480 w 3230884"/>
                <a:gd name="csY1077" fmla="*/ 1226809 h 1498637"/>
                <a:gd name="csX1078" fmla="*/ 1405480 w 3230884"/>
                <a:gd name="csY1078" fmla="*/ 1224898 h 1498637"/>
                <a:gd name="csX1079" fmla="*/ 1406436 w 3230884"/>
                <a:gd name="csY1079" fmla="*/ 1222988 h 1498637"/>
                <a:gd name="csX1080" fmla="*/ 1406913 w 3230884"/>
                <a:gd name="csY1080" fmla="*/ 1222032 h 1498637"/>
                <a:gd name="csX1081" fmla="*/ 1407869 w 3230884"/>
                <a:gd name="csY1081" fmla="*/ 1220599 h 1498637"/>
                <a:gd name="csX1082" fmla="*/ 1407869 w 3230884"/>
                <a:gd name="csY1082" fmla="*/ 1220599 h 1498637"/>
                <a:gd name="csX1083" fmla="*/ 1408824 w 3230884"/>
                <a:gd name="csY1083" fmla="*/ 1220121 h 1498637"/>
                <a:gd name="csX1084" fmla="*/ 1413602 w 3230884"/>
                <a:gd name="csY1084" fmla="*/ 1218210 h 1498637"/>
                <a:gd name="csX1085" fmla="*/ 1415990 w 3230884"/>
                <a:gd name="csY1085" fmla="*/ 1215344 h 1498637"/>
                <a:gd name="csX1086" fmla="*/ 1416945 w 3230884"/>
                <a:gd name="csY1086" fmla="*/ 1213433 h 1498637"/>
                <a:gd name="csX1087" fmla="*/ 1417901 w 3230884"/>
                <a:gd name="csY1087" fmla="*/ 1210089 h 1498637"/>
                <a:gd name="csX1088" fmla="*/ 1418856 w 3230884"/>
                <a:gd name="csY1088" fmla="*/ 1208656 h 1498637"/>
                <a:gd name="csX1089" fmla="*/ 1418856 w 3230884"/>
                <a:gd name="csY1089" fmla="*/ 1209133 h 1498637"/>
                <a:gd name="csX1090" fmla="*/ 1419812 w 3230884"/>
                <a:gd name="csY1090" fmla="*/ 1209133 h 1498637"/>
                <a:gd name="csX1091" fmla="*/ 1421245 w 3230884"/>
                <a:gd name="csY1091" fmla="*/ 1211522 h 1498637"/>
                <a:gd name="csX1092" fmla="*/ 1422679 w 3230884"/>
                <a:gd name="csY1092" fmla="*/ 1211522 h 1498637"/>
                <a:gd name="csX1093" fmla="*/ 1424111 w 3230884"/>
                <a:gd name="csY1093" fmla="*/ 1212477 h 1498637"/>
                <a:gd name="csX1094" fmla="*/ 1428889 w 3230884"/>
                <a:gd name="csY1094" fmla="*/ 1214388 h 1498637"/>
                <a:gd name="csX1095" fmla="*/ 1431277 w 3230884"/>
                <a:gd name="csY1095" fmla="*/ 1215344 h 1498637"/>
                <a:gd name="csX1096" fmla="*/ 1432711 w 3230884"/>
                <a:gd name="csY1096" fmla="*/ 1215344 h 1498637"/>
                <a:gd name="csX1097" fmla="*/ 1435099 w 3230884"/>
                <a:gd name="csY1097" fmla="*/ 1216299 h 1498637"/>
                <a:gd name="csX1098" fmla="*/ 1436533 w 3230884"/>
                <a:gd name="csY1098" fmla="*/ 1217255 h 1498637"/>
                <a:gd name="csX1099" fmla="*/ 1438921 w 3230884"/>
                <a:gd name="csY1099" fmla="*/ 1219643 h 1498637"/>
                <a:gd name="csX1100" fmla="*/ 1439399 w 3230884"/>
                <a:gd name="csY1100" fmla="*/ 1219643 h 1498637"/>
                <a:gd name="csX1101" fmla="*/ 1441310 w 3230884"/>
                <a:gd name="csY1101" fmla="*/ 1220121 h 1498637"/>
                <a:gd name="csX1102" fmla="*/ 1445132 w 3230884"/>
                <a:gd name="csY1102" fmla="*/ 1220121 h 1498637"/>
                <a:gd name="csX1103" fmla="*/ 1449909 w 3230884"/>
                <a:gd name="csY1103" fmla="*/ 1220599 h 1498637"/>
                <a:gd name="csX1104" fmla="*/ 1451342 w 3230884"/>
                <a:gd name="csY1104" fmla="*/ 1220599 h 1498637"/>
                <a:gd name="csX1105" fmla="*/ 1454686 w 3230884"/>
                <a:gd name="csY1105" fmla="*/ 1222510 h 1498637"/>
                <a:gd name="csX1106" fmla="*/ 1458508 w 3230884"/>
                <a:gd name="csY1106" fmla="*/ 1223943 h 1498637"/>
                <a:gd name="csX1107" fmla="*/ 1462330 w 3230884"/>
                <a:gd name="csY1107" fmla="*/ 1225376 h 1498637"/>
                <a:gd name="csX1108" fmla="*/ 1464718 w 3230884"/>
                <a:gd name="csY1108" fmla="*/ 1226809 h 1498637"/>
                <a:gd name="csX1109" fmla="*/ 1466629 w 3230884"/>
                <a:gd name="csY1109" fmla="*/ 1227765 h 1498637"/>
                <a:gd name="csX1110" fmla="*/ 1468063 w 3230884"/>
                <a:gd name="csY1110" fmla="*/ 1228242 h 1498637"/>
                <a:gd name="csX1111" fmla="*/ 1468063 w 3230884"/>
                <a:gd name="csY1111" fmla="*/ 1228242 h 1498637"/>
                <a:gd name="csX1112" fmla="*/ 1469496 w 3230884"/>
                <a:gd name="csY1112" fmla="*/ 1227765 h 1498637"/>
                <a:gd name="csX1113" fmla="*/ 1471884 w 3230884"/>
                <a:gd name="csY1113" fmla="*/ 1227765 h 1498637"/>
                <a:gd name="csX1114" fmla="*/ 1476662 w 3230884"/>
                <a:gd name="csY1114" fmla="*/ 1229198 h 1498637"/>
                <a:gd name="csX1115" fmla="*/ 1480006 w 3230884"/>
                <a:gd name="csY1115" fmla="*/ 1230631 h 1498637"/>
                <a:gd name="csX1116" fmla="*/ 1482395 w 3230884"/>
                <a:gd name="csY1116" fmla="*/ 1231109 h 1498637"/>
                <a:gd name="csX1117" fmla="*/ 1483350 w 3230884"/>
                <a:gd name="csY1117" fmla="*/ 1232542 h 1498637"/>
                <a:gd name="csX1118" fmla="*/ 1483350 w 3230884"/>
                <a:gd name="csY1118" fmla="*/ 1233975 h 1498637"/>
                <a:gd name="csX1119" fmla="*/ 1482872 w 3230884"/>
                <a:gd name="csY1119" fmla="*/ 1235408 h 1498637"/>
                <a:gd name="csX1120" fmla="*/ 1483350 w 3230884"/>
                <a:gd name="csY1120" fmla="*/ 1238275 h 1498637"/>
                <a:gd name="csX1121" fmla="*/ 1484306 w 3230884"/>
                <a:gd name="csY1121" fmla="*/ 1240186 h 1498637"/>
                <a:gd name="csX1122" fmla="*/ 1484306 w 3230884"/>
                <a:gd name="csY1122" fmla="*/ 1242097 h 1498637"/>
                <a:gd name="csX1123" fmla="*/ 1484783 w 3230884"/>
                <a:gd name="csY1123" fmla="*/ 1244485 h 1498637"/>
                <a:gd name="csX1124" fmla="*/ 1484783 w 3230884"/>
                <a:gd name="csY1124" fmla="*/ 1246396 h 1498637"/>
                <a:gd name="csX1125" fmla="*/ 1484783 w 3230884"/>
                <a:gd name="csY1125" fmla="*/ 1247352 h 1498637"/>
                <a:gd name="csX1126" fmla="*/ 1485739 w 3230884"/>
                <a:gd name="csY1126" fmla="*/ 1248307 h 1498637"/>
                <a:gd name="csX1127" fmla="*/ 1486694 w 3230884"/>
                <a:gd name="csY1127" fmla="*/ 1249740 h 1498637"/>
                <a:gd name="csX1128" fmla="*/ 1486216 w 3230884"/>
                <a:gd name="csY1128" fmla="*/ 1251174 h 1498637"/>
                <a:gd name="csX1129" fmla="*/ 1485739 w 3230884"/>
                <a:gd name="csY1129" fmla="*/ 1252129 h 1498637"/>
                <a:gd name="csX1130" fmla="*/ 1486216 w 3230884"/>
                <a:gd name="csY1130" fmla="*/ 1253562 h 1498637"/>
                <a:gd name="csX1131" fmla="*/ 1487172 w 3230884"/>
                <a:gd name="csY1131" fmla="*/ 1254518 h 1498637"/>
                <a:gd name="csX1132" fmla="*/ 1487172 w 3230884"/>
                <a:gd name="csY1132" fmla="*/ 1254518 h 1498637"/>
                <a:gd name="csX1133" fmla="*/ 1488127 w 3230884"/>
                <a:gd name="csY1133" fmla="*/ 1254995 h 1498637"/>
                <a:gd name="csX1134" fmla="*/ 1489561 w 3230884"/>
                <a:gd name="csY1134" fmla="*/ 1254995 h 1498637"/>
                <a:gd name="csX1135" fmla="*/ 1490993 w 3230884"/>
                <a:gd name="csY1135" fmla="*/ 1256906 h 1498637"/>
                <a:gd name="csX1136" fmla="*/ 1493860 w 3230884"/>
                <a:gd name="csY1136" fmla="*/ 1259295 h 1498637"/>
                <a:gd name="csX1137" fmla="*/ 1495293 w 3230884"/>
                <a:gd name="csY1137" fmla="*/ 1259773 h 1498637"/>
                <a:gd name="csX1138" fmla="*/ 1497204 w 3230884"/>
                <a:gd name="csY1138" fmla="*/ 1260728 h 1498637"/>
                <a:gd name="csX1139" fmla="*/ 1497682 w 3230884"/>
                <a:gd name="csY1139" fmla="*/ 1260728 h 1498637"/>
                <a:gd name="csX1140" fmla="*/ 1501026 w 3230884"/>
                <a:gd name="csY1140" fmla="*/ 1261683 h 1498637"/>
                <a:gd name="csX1141" fmla="*/ 1503415 w 3230884"/>
                <a:gd name="csY1141" fmla="*/ 1261683 h 1498637"/>
                <a:gd name="csX1142" fmla="*/ 1504848 w 3230884"/>
                <a:gd name="csY1142" fmla="*/ 1262639 h 1498637"/>
                <a:gd name="csX1143" fmla="*/ 1506281 w 3230884"/>
                <a:gd name="csY1143" fmla="*/ 1264550 h 1498637"/>
                <a:gd name="csX1144" fmla="*/ 1506281 w 3230884"/>
                <a:gd name="csY1144" fmla="*/ 1264550 h 1498637"/>
                <a:gd name="csX1145" fmla="*/ 1508670 w 3230884"/>
                <a:gd name="csY1145" fmla="*/ 1264550 h 1498637"/>
                <a:gd name="csX1146" fmla="*/ 1510103 w 3230884"/>
                <a:gd name="csY1146" fmla="*/ 1265505 h 1498637"/>
                <a:gd name="csX1147" fmla="*/ 1512491 w 3230884"/>
                <a:gd name="csY1147" fmla="*/ 1265983 h 1498637"/>
                <a:gd name="csX1148" fmla="*/ 1514402 w 3230884"/>
                <a:gd name="csY1148" fmla="*/ 1265505 h 1498637"/>
                <a:gd name="csX1149" fmla="*/ 1514880 w 3230884"/>
                <a:gd name="csY1149" fmla="*/ 1265505 h 1498637"/>
                <a:gd name="csX1150" fmla="*/ 1515836 w 3230884"/>
                <a:gd name="csY1150" fmla="*/ 1265028 h 1498637"/>
                <a:gd name="csX1151" fmla="*/ 1516313 w 3230884"/>
                <a:gd name="csY1151" fmla="*/ 1265028 h 1498637"/>
                <a:gd name="csX1152" fmla="*/ 1516313 w 3230884"/>
                <a:gd name="csY1152" fmla="*/ 1265028 h 1498637"/>
                <a:gd name="csX1153" fmla="*/ 1517269 w 3230884"/>
                <a:gd name="csY1153" fmla="*/ 1265028 h 1498637"/>
                <a:gd name="csX1154" fmla="*/ 1519180 w 3230884"/>
                <a:gd name="csY1154" fmla="*/ 1265505 h 1498637"/>
                <a:gd name="csX1155" fmla="*/ 1521568 w 3230884"/>
                <a:gd name="csY1155" fmla="*/ 1265505 h 1498637"/>
                <a:gd name="csX1156" fmla="*/ 1523479 w 3230884"/>
                <a:gd name="csY1156" fmla="*/ 1265028 h 1498637"/>
                <a:gd name="csX1157" fmla="*/ 1524913 w 3230884"/>
                <a:gd name="csY1157" fmla="*/ 1264072 h 1498637"/>
                <a:gd name="csX1158" fmla="*/ 1525390 w 3230884"/>
                <a:gd name="csY1158" fmla="*/ 1264072 h 1498637"/>
                <a:gd name="csX1159" fmla="*/ 1526823 w 3230884"/>
                <a:gd name="csY1159" fmla="*/ 1262161 h 1498637"/>
                <a:gd name="csX1160" fmla="*/ 1528734 w 3230884"/>
                <a:gd name="csY1160" fmla="*/ 1261683 h 1498637"/>
                <a:gd name="csX1161" fmla="*/ 1529212 w 3230884"/>
                <a:gd name="csY1161" fmla="*/ 1261206 h 1498637"/>
                <a:gd name="csX1162" fmla="*/ 1531123 w 3230884"/>
                <a:gd name="csY1162" fmla="*/ 1261206 h 1498637"/>
                <a:gd name="csX1163" fmla="*/ 1531600 w 3230884"/>
                <a:gd name="csY1163" fmla="*/ 1261206 h 1498637"/>
                <a:gd name="csX1164" fmla="*/ 1533034 w 3230884"/>
                <a:gd name="csY1164" fmla="*/ 1260250 h 1498637"/>
                <a:gd name="csX1165" fmla="*/ 1533512 w 3230884"/>
                <a:gd name="csY1165" fmla="*/ 1260250 h 1498637"/>
                <a:gd name="csX1166" fmla="*/ 1539245 w 3230884"/>
                <a:gd name="csY1166" fmla="*/ 1259295 h 1498637"/>
                <a:gd name="csX1167" fmla="*/ 1541633 w 3230884"/>
                <a:gd name="csY1167" fmla="*/ 1258817 h 1498637"/>
                <a:gd name="csX1168" fmla="*/ 1543544 w 3230884"/>
                <a:gd name="csY1168" fmla="*/ 1257862 h 1498637"/>
                <a:gd name="csX1169" fmla="*/ 1544977 w 3230884"/>
                <a:gd name="csY1169" fmla="*/ 1256906 h 1498637"/>
                <a:gd name="csX1170" fmla="*/ 1547366 w 3230884"/>
                <a:gd name="csY1170" fmla="*/ 1256429 h 1498637"/>
                <a:gd name="csX1171" fmla="*/ 1550710 w 3230884"/>
                <a:gd name="csY1171" fmla="*/ 1257384 h 1498637"/>
                <a:gd name="csX1172" fmla="*/ 1553577 w 3230884"/>
                <a:gd name="csY1172" fmla="*/ 1258339 h 1498637"/>
                <a:gd name="csX1173" fmla="*/ 1553577 w 3230884"/>
                <a:gd name="csY1173" fmla="*/ 1258339 h 1498637"/>
                <a:gd name="csX1174" fmla="*/ 1557398 w 3230884"/>
                <a:gd name="csY1174" fmla="*/ 1258339 h 1498637"/>
                <a:gd name="csX1175" fmla="*/ 1559309 w 3230884"/>
                <a:gd name="csY1175" fmla="*/ 1259773 h 1498637"/>
                <a:gd name="csX1176" fmla="*/ 1561220 w 3230884"/>
                <a:gd name="csY1176" fmla="*/ 1260728 h 1498637"/>
                <a:gd name="csX1177" fmla="*/ 1561220 w 3230884"/>
                <a:gd name="csY1177" fmla="*/ 1260728 h 1498637"/>
                <a:gd name="csX1178" fmla="*/ 1564086 w 3230884"/>
                <a:gd name="csY1178" fmla="*/ 1261206 h 1498637"/>
                <a:gd name="csX1179" fmla="*/ 1566953 w 3230884"/>
                <a:gd name="csY1179" fmla="*/ 1261206 h 1498637"/>
                <a:gd name="csX1180" fmla="*/ 1570297 w 3230884"/>
                <a:gd name="csY1180" fmla="*/ 1260728 h 1498637"/>
                <a:gd name="csX1181" fmla="*/ 1570775 w 3230884"/>
                <a:gd name="csY1181" fmla="*/ 1260728 h 1498637"/>
                <a:gd name="csX1182" fmla="*/ 1571252 w 3230884"/>
                <a:gd name="csY1182" fmla="*/ 1260728 h 1498637"/>
                <a:gd name="csX1183" fmla="*/ 1573641 w 3230884"/>
                <a:gd name="csY1183" fmla="*/ 1261206 h 1498637"/>
                <a:gd name="csX1184" fmla="*/ 1576507 w 3230884"/>
                <a:gd name="csY1184" fmla="*/ 1263117 h 1498637"/>
                <a:gd name="csX1185" fmla="*/ 1578418 w 3230884"/>
                <a:gd name="csY1185" fmla="*/ 1264550 h 1498637"/>
                <a:gd name="csX1186" fmla="*/ 1580329 w 3230884"/>
                <a:gd name="csY1186" fmla="*/ 1267416 h 1498637"/>
                <a:gd name="csX1187" fmla="*/ 1582240 w 3230884"/>
                <a:gd name="csY1187" fmla="*/ 1268849 h 1498637"/>
                <a:gd name="csX1188" fmla="*/ 1584151 w 3230884"/>
                <a:gd name="csY1188" fmla="*/ 1270283 h 1498637"/>
                <a:gd name="csX1189" fmla="*/ 1584151 w 3230884"/>
                <a:gd name="csY1189" fmla="*/ 1270283 h 1498637"/>
                <a:gd name="csX1190" fmla="*/ 1586539 w 3230884"/>
                <a:gd name="csY1190" fmla="*/ 1270283 h 1498637"/>
                <a:gd name="csX1191" fmla="*/ 1591795 w 3230884"/>
                <a:gd name="csY1191" fmla="*/ 1270283 h 1498637"/>
                <a:gd name="csX1192" fmla="*/ 1592272 w 3230884"/>
                <a:gd name="csY1192" fmla="*/ 1270283 h 1498637"/>
                <a:gd name="csX1193" fmla="*/ 1595139 w 3230884"/>
                <a:gd name="csY1193" fmla="*/ 1271238 h 1498637"/>
                <a:gd name="csX1194" fmla="*/ 1597527 w 3230884"/>
                <a:gd name="csY1194" fmla="*/ 1271716 h 1498637"/>
                <a:gd name="csX1195" fmla="*/ 1598005 w 3230884"/>
                <a:gd name="csY1195" fmla="*/ 1272194 h 1498637"/>
                <a:gd name="csX1196" fmla="*/ 1598005 w 3230884"/>
                <a:gd name="csY1196" fmla="*/ 1274104 h 1498637"/>
                <a:gd name="csX1197" fmla="*/ 1598005 w 3230884"/>
                <a:gd name="csY1197" fmla="*/ 1277449 h 1498637"/>
                <a:gd name="csX1198" fmla="*/ 1598005 w 3230884"/>
                <a:gd name="csY1198" fmla="*/ 1278882 h 1498637"/>
                <a:gd name="csX1199" fmla="*/ 1598483 w 3230884"/>
                <a:gd name="csY1199" fmla="*/ 1279837 h 1498637"/>
                <a:gd name="csX1200" fmla="*/ 1598961 w 3230884"/>
                <a:gd name="csY1200" fmla="*/ 1279837 h 1498637"/>
                <a:gd name="csX1201" fmla="*/ 1599438 w 3230884"/>
                <a:gd name="csY1201" fmla="*/ 1279837 h 1498637"/>
                <a:gd name="csX1202" fmla="*/ 1599916 w 3230884"/>
                <a:gd name="csY1202" fmla="*/ 1281270 h 1498637"/>
                <a:gd name="csX1203" fmla="*/ 1601349 w 3230884"/>
                <a:gd name="csY1203" fmla="*/ 1282226 h 1498637"/>
                <a:gd name="csX1204" fmla="*/ 1603738 w 3230884"/>
                <a:gd name="csY1204" fmla="*/ 1283181 h 1498637"/>
                <a:gd name="csX1205" fmla="*/ 1607560 w 3230884"/>
                <a:gd name="csY1205" fmla="*/ 1287003 h 1498637"/>
                <a:gd name="csX1206" fmla="*/ 1609471 w 3230884"/>
                <a:gd name="csY1206" fmla="*/ 1288436 h 1498637"/>
                <a:gd name="csX1207" fmla="*/ 1609948 w 3230884"/>
                <a:gd name="csY1207" fmla="*/ 1288436 h 1498637"/>
                <a:gd name="csX1208" fmla="*/ 1611382 w 3230884"/>
                <a:gd name="csY1208" fmla="*/ 1288914 h 1498637"/>
                <a:gd name="csX1209" fmla="*/ 1612337 w 3230884"/>
                <a:gd name="csY1209" fmla="*/ 1288914 h 1498637"/>
                <a:gd name="csX1210" fmla="*/ 1613770 w 3230884"/>
                <a:gd name="csY1210" fmla="*/ 1288436 h 1498637"/>
                <a:gd name="csX1211" fmla="*/ 1617592 w 3230884"/>
                <a:gd name="csY1211" fmla="*/ 1288436 h 1498637"/>
                <a:gd name="csX1212" fmla="*/ 1623803 w 3230884"/>
                <a:gd name="csY1212" fmla="*/ 1288436 h 1498637"/>
                <a:gd name="csX1213" fmla="*/ 1623803 w 3230884"/>
                <a:gd name="csY1213" fmla="*/ 1288436 h 1498637"/>
                <a:gd name="csX1214" fmla="*/ 1628102 w 3230884"/>
                <a:gd name="csY1214" fmla="*/ 1289870 h 1498637"/>
                <a:gd name="csX1215" fmla="*/ 1629535 w 3230884"/>
                <a:gd name="csY1215" fmla="*/ 1290347 h 1498637"/>
                <a:gd name="csX1216" fmla="*/ 1633835 w 3230884"/>
                <a:gd name="csY1216" fmla="*/ 1291303 h 1498637"/>
                <a:gd name="csX1217" fmla="*/ 1638612 w 3230884"/>
                <a:gd name="csY1217" fmla="*/ 1292258 h 1498637"/>
                <a:gd name="csX1218" fmla="*/ 1639090 w 3230884"/>
                <a:gd name="csY1218" fmla="*/ 1292258 h 1498637"/>
                <a:gd name="csX1219" fmla="*/ 1642912 w 3230884"/>
                <a:gd name="csY1219" fmla="*/ 1293214 h 1498637"/>
                <a:gd name="csX1220" fmla="*/ 1642912 w 3230884"/>
                <a:gd name="csY1220" fmla="*/ 1293214 h 1498637"/>
                <a:gd name="csX1221" fmla="*/ 1642912 w 3230884"/>
                <a:gd name="csY1221" fmla="*/ 1293214 h 1498637"/>
                <a:gd name="csX1222" fmla="*/ 1645300 w 3230884"/>
                <a:gd name="csY1222" fmla="*/ 1291781 h 1498637"/>
                <a:gd name="csX1223" fmla="*/ 1645300 w 3230884"/>
                <a:gd name="csY1223" fmla="*/ 1291781 h 1498637"/>
                <a:gd name="csX1224" fmla="*/ 1647211 w 3230884"/>
                <a:gd name="csY1224" fmla="*/ 1291781 h 1498637"/>
                <a:gd name="csX1225" fmla="*/ 1649600 w 3230884"/>
                <a:gd name="csY1225" fmla="*/ 1292736 h 1498637"/>
                <a:gd name="csX1226" fmla="*/ 1651511 w 3230884"/>
                <a:gd name="csY1226" fmla="*/ 1294169 h 1498637"/>
                <a:gd name="csX1227" fmla="*/ 1652944 w 3230884"/>
                <a:gd name="csY1227" fmla="*/ 1294169 h 1498637"/>
                <a:gd name="csX1228" fmla="*/ 1652944 w 3230884"/>
                <a:gd name="csY1228" fmla="*/ 1294169 h 1498637"/>
                <a:gd name="csX1229" fmla="*/ 1655333 w 3230884"/>
                <a:gd name="csY1229" fmla="*/ 1293214 h 1498637"/>
                <a:gd name="csX1230" fmla="*/ 1662976 w 3230884"/>
                <a:gd name="csY1230" fmla="*/ 1289392 h 1498637"/>
                <a:gd name="csX1231" fmla="*/ 1665365 w 3230884"/>
                <a:gd name="csY1231" fmla="*/ 1287959 h 1498637"/>
                <a:gd name="csX1232" fmla="*/ 1667276 w 3230884"/>
                <a:gd name="csY1232" fmla="*/ 1288436 h 1498637"/>
                <a:gd name="csX1233" fmla="*/ 1667276 w 3230884"/>
                <a:gd name="csY1233" fmla="*/ 1288436 h 1498637"/>
                <a:gd name="csX1234" fmla="*/ 1668709 w 3230884"/>
                <a:gd name="csY1234" fmla="*/ 1287959 h 1498637"/>
                <a:gd name="csX1235" fmla="*/ 1670142 w 3230884"/>
                <a:gd name="csY1235" fmla="*/ 1287481 h 1498637"/>
                <a:gd name="csX1236" fmla="*/ 1672053 w 3230884"/>
                <a:gd name="csY1236" fmla="*/ 1287003 h 1498637"/>
                <a:gd name="csX1237" fmla="*/ 1673486 w 3230884"/>
                <a:gd name="csY1237" fmla="*/ 1287003 h 1498637"/>
                <a:gd name="csX1238" fmla="*/ 1675398 w 3230884"/>
                <a:gd name="csY1238" fmla="*/ 1286525 h 1498637"/>
                <a:gd name="csX1239" fmla="*/ 1677308 w 3230884"/>
                <a:gd name="csY1239" fmla="*/ 1286525 h 1498637"/>
                <a:gd name="csX1240" fmla="*/ 1680175 w 3230884"/>
                <a:gd name="csY1240" fmla="*/ 1286048 h 1498637"/>
                <a:gd name="csX1241" fmla="*/ 1685907 w 3230884"/>
                <a:gd name="csY1241" fmla="*/ 1283659 h 1498637"/>
                <a:gd name="csX1242" fmla="*/ 1688296 w 3230884"/>
                <a:gd name="csY1242" fmla="*/ 1283181 h 1498637"/>
                <a:gd name="csX1243" fmla="*/ 1688774 w 3230884"/>
                <a:gd name="csY1243" fmla="*/ 1283181 h 1498637"/>
                <a:gd name="csX1244" fmla="*/ 1692596 w 3230884"/>
                <a:gd name="csY1244" fmla="*/ 1283659 h 1498637"/>
                <a:gd name="csX1245" fmla="*/ 1692596 w 3230884"/>
                <a:gd name="csY1245" fmla="*/ 1283659 h 1498637"/>
                <a:gd name="csX1246" fmla="*/ 1694507 w 3230884"/>
                <a:gd name="csY1246" fmla="*/ 1283181 h 1498637"/>
                <a:gd name="csX1247" fmla="*/ 1694507 w 3230884"/>
                <a:gd name="csY1247" fmla="*/ 1283181 h 1498637"/>
                <a:gd name="csX1248" fmla="*/ 1696895 w 3230884"/>
                <a:gd name="csY1248" fmla="*/ 1282226 h 1498637"/>
                <a:gd name="csX1249" fmla="*/ 1699284 w 3230884"/>
                <a:gd name="csY1249" fmla="*/ 1280793 h 1498637"/>
                <a:gd name="csX1250" fmla="*/ 1699284 w 3230884"/>
                <a:gd name="csY1250" fmla="*/ 1280793 h 1498637"/>
                <a:gd name="csX1251" fmla="*/ 1700239 w 3230884"/>
                <a:gd name="csY1251" fmla="*/ 1278882 h 1498637"/>
                <a:gd name="csX1252" fmla="*/ 1701673 w 3230884"/>
                <a:gd name="csY1252" fmla="*/ 1275538 h 1498637"/>
                <a:gd name="csX1253" fmla="*/ 1704539 w 3230884"/>
                <a:gd name="csY1253" fmla="*/ 1273627 h 1498637"/>
                <a:gd name="csX1254" fmla="*/ 1707405 w 3230884"/>
                <a:gd name="csY1254" fmla="*/ 1271716 h 1498637"/>
                <a:gd name="csX1255" fmla="*/ 1709794 w 3230884"/>
                <a:gd name="csY1255" fmla="*/ 1269805 h 1498637"/>
                <a:gd name="csX1256" fmla="*/ 1713138 w 3230884"/>
                <a:gd name="csY1256" fmla="*/ 1268372 h 1498637"/>
                <a:gd name="csX1257" fmla="*/ 1713616 w 3230884"/>
                <a:gd name="csY1257" fmla="*/ 1267894 h 1498637"/>
                <a:gd name="csX1258" fmla="*/ 1716005 w 3230884"/>
                <a:gd name="csY1258" fmla="*/ 1266939 h 1498637"/>
                <a:gd name="csX1259" fmla="*/ 1719826 w 3230884"/>
                <a:gd name="csY1259" fmla="*/ 1264072 h 1498637"/>
                <a:gd name="csX1260" fmla="*/ 1719826 w 3230884"/>
                <a:gd name="csY1260" fmla="*/ 1264072 h 1498637"/>
                <a:gd name="csX1261" fmla="*/ 1722692 w 3230884"/>
                <a:gd name="csY1261" fmla="*/ 1262639 h 1498637"/>
                <a:gd name="csX1262" fmla="*/ 1722692 w 3230884"/>
                <a:gd name="csY1262" fmla="*/ 1262639 h 1498637"/>
                <a:gd name="csX1263" fmla="*/ 1724126 w 3230884"/>
                <a:gd name="csY1263" fmla="*/ 1262161 h 1498637"/>
                <a:gd name="csX1264" fmla="*/ 1726037 w 3230884"/>
                <a:gd name="csY1264" fmla="*/ 1262639 h 1498637"/>
                <a:gd name="csX1265" fmla="*/ 1729381 w 3230884"/>
                <a:gd name="csY1265" fmla="*/ 1263117 h 1498637"/>
                <a:gd name="csX1266" fmla="*/ 1731769 w 3230884"/>
                <a:gd name="csY1266" fmla="*/ 1263117 h 1498637"/>
                <a:gd name="csX1267" fmla="*/ 1731769 w 3230884"/>
                <a:gd name="csY1267" fmla="*/ 1263117 h 1498637"/>
                <a:gd name="csX1268" fmla="*/ 1733203 w 3230884"/>
                <a:gd name="csY1268" fmla="*/ 1263595 h 1498637"/>
                <a:gd name="csX1269" fmla="*/ 1735591 w 3230884"/>
                <a:gd name="csY1269" fmla="*/ 1265028 h 1498637"/>
                <a:gd name="csX1270" fmla="*/ 1737980 w 3230884"/>
                <a:gd name="csY1270" fmla="*/ 1265983 h 1498637"/>
                <a:gd name="csX1271" fmla="*/ 1739891 w 3230884"/>
                <a:gd name="csY1271" fmla="*/ 1268372 h 1498637"/>
                <a:gd name="csX1272" fmla="*/ 1743712 w 3230884"/>
                <a:gd name="csY1272" fmla="*/ 1271238 h 1498637"/>
                <a:gd name="csX1273" fmla="*/ 1745146 w 3230884"/>
                <a:gd name="csY1273" fmla="*/ 1272671 h 1498637"/>
                <a:gd name="csX1274" fmla="*/ 1746579 w 3230884"/>
                <a:gd name="csY1274" fmla="*/ 1273149 h 1498637"/>
                <a:gd name="csX1275" fmla="*/ 1749923 w 3230884"/>
                <a:gd name="csY1275" fmla="*/ 1273149 h 1498637"/>
                <a:gd name="csX1276" fmla="*/ 1752312 w 3230884"/>
                <a:gd name="csY1276" fmla="*/ 1273149 h 1498637"/>
                <a:gd name="csX1277" fmla="*/ 1753745 w 3230884"/>
                <a:gd name="csY1277" fmla="*/ 1272671 h 1498637"/>
                <a:gd name="csX1278" fmla="*/ 1756612 w 3230884"/>
                <a:gd name="csY1278" fmla="*/ 1271238 h 1498637"/>
                <a:gd name="csX1279" fmla="*/ 1757089 w 3230884"/>
                <a:gd name="csY1279" fmla="*/ 1271238 h 1498637"/>
                <a:gd name="csX1280" fmla="*/ 1760433 w 3230884"/>
                <a:gd name="csY1280" fmla="*/ 1269805 h 1498637"/>
                <a:gd name="csX1281" fmla="*/ 1760911 w 3230884"/>
                <a:gd name="csY1281" fmla="*/ 1269805 h 1498637"/>
                <a:gd name="csX1282" fmla="*/ 1762344 w 3230884"/>
                <a:gd name="csY1282" fmla="*/ 1269805 h 1498637"/>
                <a:gd name="csX1283" fmla="*/ 1764733 w 3230884"/>
                <a:gd name="csY1283" fmla="*/ 1270760 h 1498637"/>
                <a:gd name="csX1284" fmla="*/ 1769032 w 3230884"/>
                <a:gd name="csY1284" fmla="*/ 1272194 h 1498637"/>
                <a:gd name="csX1285" fmla="*/ 1770465 w 3230884"/>
                <a:gd name="csY1285" fmla="*/ 1273627 h 1498637"/>
                <a:gd name="csX1286" fmla="*/ 1771421 w 3230884"/>
                <a:gd name="csY1286" fmla="*/ 1275060 h 1498637"/>
                <a:gd name="csX1287" fmla="*/ 1771421 w 3230884"/>
                <a:gd name="csY1287" fmla="*/ 1275060 h 1498637"/>
                <a:gd name="csX1288" fmla="*/ 1775721 w 3230884"/>
                <a:gd name="csY1288" fmla="*/ 1277449 h 1498637"/>
                <a:gd name="csX1289" fmla="*/ 1778109 w 3230884"/>
                <a:gd name="csY1289" fmla="*/ 1278404 h 1498637"/>
                <a:gd name="csX1290" fmla="*/ 1778109 w 3230884"/>
                <a:gd name="csY1290" fmla="*/ 1278404 h 1498637"/>
                <a:gd name="csX1291" fmla="*/ 1782408 w 3230884"/>
                <a:gd name="csY1291" fmla="*/ 1280315 h 1498637"/>
                <a:gd name="csX1292" fmla="*/ 1787186 w 3230884"/>
                <a:gd name="csY1292" fmla="*/ 1280793 h 1498637"/>
                <a:gd name="csX1293" fmla="*/ 1791485 w 3230884"/>
                <a:gd name="csY1293" fmla="*/ 1283181 h 1498637"/>
                <a:gd name="csX1294" fmla="*/ 1793874 w 3230884"/>
                <a:gd name="csY1294" fmla="*/ 1283659 h 1498637"/>
                <a:gd name="csX1295" fmla="*/ 1794830 w 3230884"/>
                <a:gd name="csY1295" fmla="*/ 1283659 h 1498637"/>
                <a:gd name="csX1296" fmla="*/ 1801518 w 3230884"/>
                <a:gd name="csY1296" fmla="*/ 1278404 h 1498637"/>
                <a:gd name="csX1297" fmla="*/ 1806773 w 3230884"/>
                <a:gd name="csY1297" fmla="*/ 1274582 h 1498637"/>
                <a:gd name="csX1298" fmla="*/ 1808206 w 3230884"/>
                <a:gd name="csY1298" fmla="*/ 1273627 h 1498637"/>
                <a:gd name="csX1299" fmla="*/ 1812506 w 3230884"/>
                <a:gd name="csY1299" fmla="*/ 1271238 h 1498637"/>
                <a:gd name="csX1300" fmla="*/ 1812506 w 3230884"/>
                <a:gd name="csY1300" fmla="*/ 1271238 h 1498637"/>
                <a:gd name="csX1301" fmla="*/ 1816805 w 3230884"/>
                <a:gd name="csY1301" fmla="*/ 1270760 h 1498637"/>
                <a:gd name="csX1302" fmla="*/ 1818238 w 3230884"/>
                <a:gd name="csY1302" fmla="*/ 1270283 h 1498637"/>
                <a:gd name="csX1303" fmla="*/ 1820149 w 3230884"/>
                <a:gd name="csY1303" fmla="*/ 1269805 h 1498637"/>
                <a:gd name="csX1304" fmla="*/ 1820627 w 3230884"/>
                <a:gd name="csY1304" fmla="*/ 1269805 h 1498637"/>
                <a:gd name="csX1305" fmla="*/ 1822538 w 3230884"/>
                <a:gd name="csY1305" fmla="*/ 1267894 h 1498637"/>
                <a:gd name="csX1306" fmla="*/ 1823971 w 3230884"/>
                <a:gd name="csY1306" fmla="*/ 1265505 h 1498637"/>
                <a:gd name="csX1307" fmla="*/ 1824449 w 3230884"/>
                <a:gd name="csY1307" fmla="*/ 1262161 h 1498637"/>
                <a:gd name="csX1308" fmla="*/ 1823494 w 3230884"/>
                <a:gd name="csY1308" fmla="*/ 1259773 h 1498637"/>
                <a:gd name="csX1309" fmla="*/ 1821105 w 3230884"/>
                <a:gd name="csY1309" fmla="*/ 1259295 h 1498637"/>
                <a:gd name="csX1310" fmla="*/ 1821105 w 3230884"/>
                <a:gd name="csY1310" fmla="*/ 1259295 h 1498637"/>
                <a:gd name="csX1311" fmla="*/ 1820627 w 3230884"/>
                <a:gd name="csY1311" fmla="*/ 1258339 h 1498637"/>
                <a:gd name="csX1312" fmla="*/ 1820627 w 3230884"/>
                <a:gd name="csY1312" fmla="*/ 1258339 h 1498637"/>
                <a:gd name="csX1313" fmla="*/ 1821583 w 3230884"/>
                <a:gd name="csY1313" fmla="*/ 1257862 h 1498637"/>
                <a:gd name="csX1314" fmla="*/ 1821583 w 3230884"/>
                <a:gd name="csY1314" fmla="*/ 1257862 h 1498637"/>
                <a:gd name="csX1315" fmla="*/ 1822538 w 3230884"/>
                <a:gd name="csY1315" fmla="*/ 1256429 h 1498637"/>
                <a:gd name="csX1316" fmla="*/ 1823015 w 3230884"/>
                <a:gd name="csY1316" fmla="*/ 1254040 h 1498637"/>
                <a:gd name="csX1317" fmla="*/ 1824449 w 3230884"/>
                <a:gd name="csY1317" fmla="*/ 1252129 h 1498637"/>
                <a:gd name="csX1318" fmla="*/ 1824449 w 3230884"/>
                <a:gd name="csY1318" fmla="*/ 1252129 h 1498637"/>
                <a:gd name="csX1319" fmla="*/ 1826360 w 3230884"/>
                <a:gd name="csY1319" fmla="*/ 1250218 h 1498637"/>
                <a:gd name="csX1320" fmla="*/ 1827315 w 3230884"/>
                <a:gd name="csY1320" fmla="*/ 1247829 h 1498637"/>
                <a:gd name="csX1321" fmla="*/ 1827793 w 3230884"/>
                <a:gd name="csY1321" fmla="*/ 1245441 h 1498637"/>
                <a:gd name="csX1322" fmla="*/ 1828749 w 3230884"/>
                <a:gd name="csY1322" fmla="*/ 1243052 h 1498637"/>
                <a:gd name="csX1323" fmla="*/ 1831137 w 3230884"/>
                <a:gd name="csY1323" fmla="*/ 1240663 h 1498637"/>
                <a:gd name="csX1324" fmla="*/ 1832092 w 3230884"/>
                <a:gd name="csY1324" fmla="*/ 1238275 h 1498637"/>
                <a:gd name="csX1325" fmla="*/ 1832570 w 3230884"/>
                <a:gd name="csY1325" fmla="*/ 1236364 h 1498637"/>
                <a:gd name="csX1326" fmla="*/ 1832570 w 3230884"/>
                <a:gd name="csY1326" fmla="*/ 1236364 h 1498637"/>
                <a:gd name="csX1327" fmla="*/ 1833526 w 3230884"/>
                <a:gd name="csY1327" fmla="*/ 1233975 h 1498637"/>
                <a:gd name="csX1328" fmla="*/ 1833526 w 3230884"/>
                <a:gd name="csY1328" fmla="*/ 1233497 h 1498637"/>
                <a:gd name="csX1329" fmla="*/ 1836392 w 3230884"/>
                <a:gd name="csY1329" fmla="*/ 1229198 h 1498637"/>
                <a:gd name="csX1330" fmla="*/ 1838781 w 3230884"/>
                <a:gd name="csY1330" fmla="*/ 1223943 h 1498637"/>
                <a:gd name="csX1331" fmla="*/ 1842125 w 3230884"/>
                <a:gd name="csY1331" fmla="*/ 1220599 h 1498637"/>
                <a:gd name="csX1332" fmla="*/ 1847380 w 3230884"/>
                <a:gd name="csY1332" fmla="*/ 1216777 h 1498637"/>
                <a:gd name="csX1333" fmla="*/ 1847380 w 3230884"/>
                <a:gd name="csY1333" fmla="*/ 1216777 h 1498637"/>
                <a:gd name="csX1334" fmla="*/ 1850724 w 3230884"/>
                <a:gd name="csY1334" fmla="*/ 1212955 h 1498637"/>
                <a:gd name="csX1335" fmla="*/ 1852157 w 3230884"/>
                <a:gd name="csY1335" fmla="*/ 1209611 h 1498637"/>
                <a:gd name="csX1336" fmla="*/ 1852157 w 3230884"/>
                <a:gd name="csY1336" fmla="*/ 1206267 h 1498637"/>
                <a:gd name="csX1337" fmla="*/ 1850246 w 3230884"/>
                <a:gd name="csY1337" fmla="*/ 1203401 h 1498637"/>
                <a:gd name="csX1338" fmla="*/ 1850246 w 3230884"/>
                <a:gd name="csY1338" fmla="*/ 1200534 h 1498637"/>
                <a:gd name="csX1339" fmla="*/ 1851202 w 3230884"/>
                <a:gd name="csY1339" fmla="*/ 1197668 h 1498637"/>
                <a:gd name="csX1340" fmla="*/ 1850246 w 3230884"/>
                <a:gd name="csY1340" fmla="*/ 1195279 h 1498637"/>
                <a:gd name="csX1341" fmla="*/ 1847380 w 3230884"/>
                <a:gd name="csY1341" fmla="*/ 1193846 h 1498637"/>
                <a:gd name="csX1342" fmla="*/ 1844513 w 3230884"/>
                <a:gd name="csY1342" fmla="*/ 1193846 h 1498637"/>
                <a:gd name="csX1343" fmla="*/ 1840692 w 3230884"/>
                <a:gd name="csY1343" fmla="*/ 1194324 h 1498637"/>
                <a:gd name="csX1344" fmla="*/ 1838781 w 3230884"/>
                <a:gd name="csY1344" fmla="*/ 1193368 h 1498637"/>
                <a:gd name="csX1345" fmla="*/ 1838303 w 3230884"/>
                <a:gd name="csY1345" fmla="*/ 1190980 h 1498637"/>
                <a:gd name="csX1346" fmla="*/ 1838303 w 3230884"/>
                <a:gd name="csY1346" fmla="*/ 1190980 h 1498637"/>
                <a:gd name="csX1347" fmla="*/ 1839258 w 3230884"/>
                <a:gd name="csY1347" fmla="*/ 1189069 h 1498637"/>
                <a:gd name="csX1348" fmla="*/ 1841647 w 3230884"/>
                <a:gd name="csY1348" fmla="*/ 1187158 h 1498637"/>
                <a:gd name="csX1349" fmla="*/ 1845469 w 3230884"/>
                <a:gd name="csY1349" fmla="*/ 1183336 h 1498637"/>
                <a:gd name="csX1350" fmla="*/ 1845469 w 3230884"/>
                <a:gd name="csY1350" fmla="*/ 1183336 h 1498637"/>
                <a:gd name="csX1351" fmla="*/ 1851202 w 3230884"/>
                <a:gd name="csY1351" fmla="*/ 1177125 h 1498637"/>
                <a:gd name="csX1352" fmla="*/ 1851202 w 3230884"/>
                <a:gd name="csY1352" fmla="*/ 1177125 h 1498637"/>
                <a:gd name="csX1353" fmla="*/ 1856935 w 3230884"/>
                <a:gd name="csY1353" fmla="*/ 1173781 h 1498637"/>
                <a:gd name="csX1354" fmla="*/ 1857890 w 3230884"/>
                <a:gd name="csY1354" fmla="*/ 1173781 h 1498637"/>
                <a:gd name="csX1355" fmla="*/ 1865056 w 3230884"/>
                <a:gd name="csY1355" fmla="*/ 1172826 h 1498637"/>
                <a:gd name="csX1356" fmla="*/ 1871744 w 3230884"/>
                <a:gd name="csY1356" fmla="*/ 1170915 h 1498637"/>
                <a:gd name="csX1357" fmla="*/ 1878910 w 3230884"/>
                <a:gd name="csY1357" fmla="*/ 1169004 h 1498637"/>
                <a:gd name="csX1358" fmla="*/ 1883687 w 3230884"/>
                <a:gd name="csY1358" fmla="*/ 1167571 h 1498637"/>
                <a:gd name="csX1359" fmla="*/ 1884643 w 3230884"/>
                <a:gd name="csY1359" fmla="*/ 1168526 h 1498637"/>
                <a:gd name="csX1360" fmla="*/ 1887031 w 3230884"/>
                <a:gd name="csY1360" fmla="*/ 1168526 h 1498637"/>
                <a:gd name="csX1361" fmla="*/ 1891809 w 3230884"/>
                <a:gd name="csY1361" fmla="*/ 1168049 h 1498637"/>
                <a:gd name="csX1362" fmla="*/ 1896108 w 3230884"/>
                <a:gd name="csY1362" fmla="*/ 1167571 h 1498637"/>
                <a:gd name="csX1363" fmla="*/ 1896108 w 3230884"/>
                <a:gd name="csY1363" fmla="*/ 1167093 h 1498637"/>
                <a:gd name="csX1364" fmla="*/ 1899930 w 3230884"/>
                <a:gd name="csY1364" fmla="*/ 1166138 h 1498637"/>
                <a:gd name="csX1365" fmla="*/ 1902797 w 3230884"/>
                <a:gd name="csY1365" fmla="*/ 1165660 h 1498637"/>
                <a:gd name="csX1366" fmla="*/ 1905185 w 3230884"/>
                <a:gd name="csY1366" fmla="*/ 1166138 h 1498637"/>
                <a:gd name="csX1367" fmla="*/ 1906618 w 3230884"/>
                <a:gd name="csY1367" fmla="*/ 1166615 h 1498637"/>
                <a:gd name="csX1368" fmla="*/ 1907574 w 3230884"/>
                <a:gd name="csY1368" fmla="*/ 1166615 h 1498637"/>
                <a:gd name="csX1369" fmla="*/ 1907574 w 3230884"/>
                <a:gd name="csY1369" fmla="*/ 1166615 h 1498637"/>
                <a:gd name="csX1370" fmla="*/ 1908052 w 3230884"/>
                <a:gd name="csY1370" fmla="*/ 1166615 h 1498637"/>
                <a:gd name="csX1371" fmla="*/ 1909007 w 3230884"/>
                <a:gd name="csY1371" fmla="*/ 1166138 h 1498637"/>
                <a:gd name="csX1372" fmla="*/ 1909007 w 3230884"/>
                <a:gd name="csY1372" fmla="*/ 1166138 h 1498637"/>
                <a:gd name="csX1373" fmla="*/ 1911395 w 3230884"/>
                <a:gd name="csY1373" fmla="*/ 1167093 h 1498637"/>
                <a:gd name="csX1374" fmla="*/ 1916651 w 3230884"/>
                <a:gd name="csY1374" fmla="*/ 1169960 h 1498637"/>
                <a:gd name="csX1375" fmla="*/ 1919517 w 3230884"/>
                <a:gd name="csY1375" fmla="*/ 1171393 h 1498637"/>
                <a:gd name="csX1376" fmla="*/ 1919517 w 3230884"/>
                <a:gd name="csY1376" fmla="*/ 1171393 h 1498637"/>
                <a:gd name="csX1377" fmla="*/ 1920950 w 3230884"/>
                <a:gd name="csY1377" fmla="*/ 1171393 h 1498637"/>
                <a:gd name="csX1378" fmla="*/ 1920950 w 3230884"/>
                <a:gd name="csY1378" fmla="*/ 1171393 h 1498637"/>
                <a:gd name="csX1379" fmla="*/ 1922383 w 3230884"/>
                <a:gd name="csY1379" fmla="*/ 1172348 h 1498637"/>
                <a:gd name="csX1380" fmla="*/ 1923817 w 3230884"/>
                <a:gd name="csY1380" fmla="*/ 1174259 h 1498637"/>
                <a:gd name="csX1381" fmla="*/ 1925727 w 3230884"/>
                <a:gd name="csY1381" fmla="*/ 1175692 h 1498637"/>
                <a:gd name="csX1382" fmla="*/ 1925727 w 3230884"/>
                <a:gd name="csY1382" fmla="*/ 1175692 h 1498637"/>
                <a:gd name="csX1383" fmla="*/ 1929072 w 3230884"/>
                <a:gd name="csY1383" fmla="*/ 1176170 h 1498637"/>
                <a:gd name="csX1384" fmla="*/ 1932893 w 3230884"/>
                <a:gd name="csY1384" fmla="*/ 1178559 h 1498637"/>
                <a:gd name="csX1385" fmla="*/ 1932893 w 3230884"/>
                <a:gd name="csY1385" fmla="*/ 1178559 h 1498637"/>
                <a:gd name="csX1386" fmla="*/ 1933849 w 3230884"/>
                <a:gd name="csY1386" fmla="*/ 1178559 h 1498637"/>
                <a:gd name="csX1387" fmla="*/ 1934327 w 3230884"/>
                <a:gd name="csY1387" fmla="*/ 1178559 h 1498637"/>
                <a:gd name="csX1388" fmla="*/ 1934327 w 3230884"/>
                <a:gd name="csY1388" fmla="*/ 1177125 h 1498637"/>
                <a:gd name="csX1389" fmla="*/ 1935760 w 3230884"/>
                <a:gd name="csY1389" fmla="*/ 1176648 h 1498637"/>
                <a:gd name="csX1390" fmla="*/ 1938149 w 3230884"/>
                <a:gd name="csY1390" fmla="*/ 1176170 h 1498637"/>
                <a:gd name="csX1391" fmla="*/ 1940059 w 3230884"/>
                <a:gd name="csY1391" fmla="*/ 1177125 h 1498637"/>
                <a:gd name="csX1392" fmla="*/ 1941015 w 3230884"/>
                <a:gd name="csY1392" fmla="*/ 1177603 h 1498637"/>
                <a:gd name="csX1393" fmla="*/ 1944836 w 3230884"/>
                <a:gd name="csY1393" fmla="*/ 1179992 h 1498637"/>
                <a:gd name="csX1394" fmla="*/ 1945315 w 3230884"/>
                <a:gd name="csY1394" fmla="*/ 1179992 h 1498637"/>
                <a:gd name="csX1395" fmla="*/ 1947225 w 3230884"/>
                <a:gd name="csY1395" fmla="*/ 1180947 h 1498637"/>
                <a:gd name="csX1396" fmla="*/ 1947225 w 3230884"/>
                <a:gd name="csY1396" fmla="*/ 1180947 h 1498637"/>
                <a:gd name="csX1397" fmla="*/ 1948181 w 3230884"/>
                <a:gd name="csY1397" fmla="*/ 1180947 h 1498637"/>
                <a:gd name="csX1398" fmla="*/ 1948181 w 3230884"/>
                <a:gd name="csY1398" fmla="*/ 1180947 h 1498637"/>
                <a:gd name="csX1399" fmla="*/ 1949136 w 3230884"/>
                <a:gd name="csY1399" fmla="*/ 1181425 h 1498637"/>
                <a:gd name="csX1400" fmla="*/ 1950092 w 3230884"/>
                <a:gd name="csY1400" fmla="*/ 1182381 h 1498637"/>
                <a:gd name="csX1401" fmla="*/ 1950092 w 3230884"/>
                <a:gd name="csY1401" fmla="*/ 1183814 h 1498637"/>
                <a:gd name="csX1402" fmla="*/ 1950092 w 3230884"/>
                <a:gd name="csY1402" fmla="*/ 1184769 h 1498637"/>
                <a:gd name="csX1403" fmla="*/ 1951047 w 3230884"/>
                <a:gd name="csY1403" fmla="*/ 1185725 h 1498637"/>
                <a:gd name="csX1404" fmla="*/ 1951047 w 3230884"/>
                <a:gd name="csY1404" fmla="*/ 1185725 h 1498637"/>
                <a:gd name="csX1405" fmla="*/ 1952002 w 3230884"/>
                <a:gd name="csY1405" fmla="*/ 1185725 h 1498637"/>
                <a:gd name="csX1406" fmla="*/ 1953913 w 3230884"/>
                <a:gd name="csY1406" fmla="*/ 1186202 h 1498637"/>
                <a:gd name="csX1407" fmla="*/ 1954869 w 3230884"/>
                <a:gd name="csY1407" fmla="*/ 1188591 h 1498637"/>
                <a:gd name="csX1408" fmla="*/ 1956302 w 3230884"/>
                <a:gd name="csY1408" fmla="*/ 1189546 h 1498637"/>
                <a:gd name="csX1409" fmla="*/ 1956302 w 3230884"/>
                <a:gd name="csY1409" fmla="*/ 1189546 h 1498637"/>
                <a:gd name="csX1410" fmla="*/ 1956302 w 3230884"/>
                <a:gd name="csY1410" fmla="*/ 1189546 h 1498637"/>
                <a:gd name="csX1411" fmla="*/ 1957258 w 3230884"/>
                <a:gd name="csY1411" fmla="*/ 1190502 h 1498637"/>
                <a:gd name="csX1412" fmla="*/ 1957258 w 3230884"/>
                <a:gd name="csY1412" fmla="*/ 1190980 h 1498637"/>
                <a:gd name="csX1413" fmla="*/ 1957258 w 3230884"/>
                <a:gd name="csY1413" fmla="*/ 1191935 h 1498637"/>
                <a:gd name="csX1414" fmla="*/ 1957258 w 3230884"/>
                <a:gd name="csY1414" fmla="*/ 1192413 h 1498637"/>
                <a:gd name="csX1415" fmla="*/ 1956780 w 3230884"/>
                <a:gd name="csY1415" fmla="*/ 1193368 h 1498637"/>
                <a:gd name="csX1416" fmla="*/ 1956780 w 3230884"/>
                <a:gd name="csY1416" fmla="*/ 1194324 h 1498637"/>
                <a:gd name="csX1417" fmla="*/ 1957258 w 3230884"/>
                <a:gd name="csY1417" fmla="*/ 1195279 h 1498637"/>
                <a:gd name="csX1418" fmla="*/ 1959168 w 3230884"/>
                <a:gd name="csY1418" fmla="*/ 1196235 h 1498637"/>
                <a:gd name="csX1419" fmla="*/ 1960124 w 3230884"/>
                <a:gd name="csY1419" fmla="*/ 1196712 h 1498637"/>
                <a:gd name="csX1420" fmla="*/ 1960124 w 3230884"/>
                <a:gd name="csY1420" fmla="*/ 1198146 h 1498637"/>
                <a:gd name="csX1421" fmla="*/ 1960124 w 3230884"/>
                <a:gd name="csY1421" fmla="*/ 1198146 h 1498637"/>
                <a:gd name="csX1422" fmla="*/ 1961079 w 3230884"/>
                <a:gd name="csY1422" fmla="*/ 1199101 h 1498637"/>
                <a:gd name="csX1423" fmla="*/ 1961079 w 3230884"/>
                <a:gd name="csY1423" fmla="*/ 1199101 h 1498637"/>
                <a:gd name="csX1424" fmla="*/ 1962513 w 3230884"/>
                <a:gd name="csY1424" fmla="*/ 1200534 h 1498637"/>
                <a:gd name="csX1425" fmla="*/ 1962990 w 3230884"/>
                <a:gd name="csY1425" fmla="*/ 1201490 h 1498637"/>
                <a:gd name="csX1426" fmla="*/ 1962513 w 3230884"/>
                <a:gd name="csY1426" fmla="*/ 1202445 h 1498637"/>
                <a:gd name="csX1427" fmla="*/ 1962990 w 3230884"/>
                <a:gd name="csY1427" fmla="*/ 1203401 h 1498637"/>
                <a:gd name="csX1428" fmla="*/ 1963946 w 3230884"/>
                <a:gd name="csY1428" fmla="*/ 1203878 h 1498637"/>
                <a:gd name="csX1429" fmla="*/ 1963946 w 3230884"/>
                <a:gd name="csY1429" fmla="*/ 1205789 h 1498637"/>
                <a:gd name="csX1430" fmla="*/ 1963946 w 3230884"/>
                <a:gd name="csY1430" fmla="*/ 1207222 h 1498637"/>
                <a:gd name="csX1431" fmla="*/ 1965379 w 3230884"/>
                <a:gd name="csY1431" fmla="*/ 1208656 h 1498637"/>
                <a:gd name="csX1432" fmla="*/ 1965379 w 3230884"/>
                <a:gd name="csY1432" fmla="*/ 1211522 h 1498637"/>
                <a:gd name="csX1433" fmla="*/ 1966334 w 3230884"/>
                <a:gd name="csY1433" fmla="*/ 1214388 h 1498637"/>
                <a:gd name="csX1434" fmla="*/ 1969201 w 3230884"/>
                <a:gd name="csY1434" fmla="*/ 1218688 h 1498637"/>
                <a:gd name="csX1435" fmla="*/ 1970156 w 3230884"/>
                <a:gd name="csY1435" fmla="*/ 1221076 h 1498637"/>
                <a:gd name="csX1436" fmla="*/ 1969679 w 3230884"/>
                <a:gd name="csY1436" fmla="*/ 1223943 h 1498637"/>
                <a:gd name="csX1437" fmla="*/ 1970156 w 3230884"/>
                <a:gd name="csY1437" fmla="*/ 1224898 h 1498637"/>
                <a:gd name="csX1438" fmla="*/ 1970634 w 3230884"/>
                <a:gd name="csY1438" fmla="*/ 1224898 h 1498637"/>
                <a:gd name="csX1439" fmla="*/ 1971590 w 3230884"/>
                <a:gd name="csY1439" fmla="*/ 1225376 h 1498637"/>
                <a:gd name="csX1440" fmla="*/ 1972067 w 3230884"/>
                <a:gd name="csY1440" fmla="*/ 1226809 h 1498637"/>
                <a:gd name="csX1441" fmla="*/ 1972067 w 3230884"/>
                <a:gd name="csY1441" fmla="*/ 1228242 h 1498637"/>
                <a:gd name="csX1442" fmla="*/ 1972545 w 3230884"/>
                <a:gd name="csY1442" fmla="*/ 1229676 h 1498637"/>
                <a:gd name="csX1443" fmla="*/ 1973023 w 3230884"/>
                <a:gd name="csY1443" fmla="*/ 1230631 h 1498637"/>
                <a:gd name="csX1444" fmla="*/ 1972545 w 3230884"/>
                <a:gd name="csY1444" fmla="*/ 1232542 h 1498637"/>
                <a:gd name="csX1445" fmla="*/ 1973023 w 3230884"/>
                <a:gd name="csY1445" fmla="*/ 1233975 h 1498637"/>
                <a:gd name="csX1446" fmla="*/ 1973978 w 3230884"/>
                <a:gd name="csY1446" fmla="*/ 1234931 h 1498637"/>
                <a:gd name="csX1447" fmla="*/ 1974456 w 3230884"/>
                <a:gd name="csY1447" fmla="*/ 1236364 h 1498637"/>
                <a:gd name="csX1448" fmla="*/ 1974456 w 3230884"/>
                <a:gd name="csY1448" fmla="*/ 1238753 h 1498637"/>
                <a:gd name="csX1449" fmla="*/ 1976367 w 3230884"/>
                <a:gd name="csY1449" fmla="*/ 1241619 h 1498637"/>
                <a:gd name="csX1450" fmla="*/ 1980189 w 3230884"/>
                <a:gd name="csY1450" fmla="*/ 1246396 h 1498637"/>
                <a:gd name="csX1451" fmla="*/ 1982100 w 3230884"/>
                <a:gd name="csY1451" fmla="*/ 1249740 h 1498637"/>
                <a:gd name="csX1452" fmla="*/ 1983055 w 3230884"/>
                <a:gd name="csY1452" fmla="*/ 1252129 h 1498637"/>
                <a:gd name="csX1453" fmla="*/ 1983055 w 3230884"/>
                <a:gd name="csY1453" fmla="*/ 1254518 h 1498637"/>
                <a:gd name="csX1454" fmla="*/ 1982100 w 3230884"/>
                <a:gd name="csY1454" fmla="*/ 1255951 h 1498637"/>
                <a:gd name="csX1455" fmla="*/ 1982100 w 3230884"/>
                <a:gd name="csY1455" fmla="*/ 1256906 h 1498637"/>
                <a:gd name="csX1456" fmla="*/ 1983055 w 3230884"/>
                <a:gd name="csY1456" fmla="*/ 1257862 h 1498637"/>
                <a:gd name="csX1457" fmla="*/ 1983055 w 3230884"/>
                <a:gd name="csY1457" fmla="*/ 1258817 h 1498637"/>
                <a:gd name="csX1458" fmla="*/ 1982577 w 3230884"/>
                <a:gd name="csY1458" fmla="*/ 1260250 h 1498637"/>
                <a:gd name="csX1459" fmla="*/ 1984011 w 3230884"/>
                <a:gd name="csY1459" fmla="*/ 1261683 h 1498637"/>
                <a:gd name="csX1460" fmla="*/ 1987832 w 3230884"/>
                <a:gd name="csY1460" fmla="*/ 1264072 h 1498637"/>
                <a:gd name="csX1461" fmla="*/ 1986399 w 3230884"/>
                <a:gd name="csY1461" fmla="*/ 1267894 h 1498637"/>
                <a:gd name="csX1462" fmla="*/ 1985922 w 3230884"/>
                <a:gd name="csY1462" fmla="*/ 1270760 h 1498637"/>
                <a:gd name="csX1463" fmla="*/ 1985922 w 3230884"/>
                <a:gd name="csY1463" fmla="*/ 1273627 h 1498637"/>
                <a:gd name="csX1464" fmla="*/ 1986877 w 3230884"/>
                <a:gd name="csY1464" fmla="*/ 1275538 h 1498637"/>
                <a:gd name="csX1465" fmla="*/ 1988788 w 3230884"/>
                <a:gd name="csY1465" fmla="*/ 1276493 h 1498637"/>
                <a:gd name="csX1466" fmla="*/ 1989743 w 3230884"/>
                <a:gd name="csY1466" fmla="*/ 1277926 h 1498637"/>
                <a:gd name="csX1467" fmla="*/ 1990221 w 3230884"/>
                <a:gd name="csY1467" fmla="*/ 1279360 h 1498637"/>
                <a:gd name="csX1468" fmla="*/ 1992132 w 3230884"/>
                <a:gd name="csY1468" fmla="*/ 1280315 h 1498637"/>
                <a:gd name="csX1469" fmla="*/ 1993088 w 3230884"/>
                <a:gd name="csY1469" fmla="*/ 1280793 h 1498637"/>
                <a:gd name="csX1470" fmla="*/ 1995954 w 3230884"/>
                <a:gd name="csY1470" fmla="*/ 1282226 h 1498637"/>
                <a:gd name="csX1471" fmla="*/ 1995954 w 3230884"/>
                <a:gd name="csY1471" fmla="*/ 1282226 h 1498637"/>
                <a:gd name="csX1472" fmla="*/ 2000731 w 3230884"/>
                <a:gd name="csY1472" fmla="*/ 1282226 h 1498637"/>
                <a:gd name="csX1473" fmla="*/ 2000731 w 3230884"/>
                <a:gd name="csY1473" fmla="*/ 1282226 h 1498637"/>
                <a:gd name="csX1474" fmla="*/ 2006464 w 3230884"/>
                <a:gd name="csY1474" fmla="*/ 1281270 h 1498637"/>
                <a:gd name="csX1475" fmla="*/ 2009808 w 3230884"/>
                <a:gd name="csY1475" fmla="*/ 1281270 h 1498637"/>
                <a:gd name="csX1476" fmla="*/ 2009808 w 3230884"/>
                <a:gd name="csY1476" fmla="*/ 1281270 h 1498637"/>
                <a:gd name="csX1477" fmla="*/ 2010286 w 3230884"/>
                <a:gd name="csY1477" fmla="*/ 1281270 h 1498637"/>
                <a:gd name="csX1478" fmla="*/ 2011241 w 3230884"/>
                <a:gd name="csY1478" fmla="*/ 1281748 h 1498637"/>
                <a:gd name="csX1479" fmla="*/ 2011719 w 3230884"/>
                <a:gd name="csY1479" fmla="*/ 1282704 h 1498637"/>
                <a:gd name="csX1480" fmla="*/ 2011241 w 3230884"/>
                <a:gd name="csY1480" fmla="*/ 1284137 h 1498637"/>
                <a:gd name="csX1481" fmla="*/ 2012197 w 3230884"/>
                <a:gd name="csY1481" fmla="*/ 1285092 h 1498637"/>
                <a:gd name="csX1482" fmla="*/ 2012197 w 3230884"/>
                <a:gd name="csY1482" fmla="*/ 1285092 h 1498637"/>
                <a:gd name="csX1483" fmla="*/ 2014585 w 3230884"/>
                <a:gd name="csY1483" fmla="*/ 1285570 h 1498637"/>
                <a:gd name="csX1484" fmla="*/ 2016018 w 3230884"/>
                <a:gd name="csY1484" fmla="*/ 1286048 h 1498637"/>
                <a:gd name="csX1485" fmla="*/ 2016974 w 3230884"/>
                <a:gd name="csY1485" fmla="*/ 1287481 h 1498637"/>
                <a:gd name="csX1486" fmla="*/ 2016974 w 3230884"/>
                <a:gd name="csY1486" fmla="*/ 1287481 h 1498637"/>
                <a:gd name="csX1487" fmla="*/ 2017929 w 3230884"/>
                <a:gd name="csY1487" fmla="*/ 1287959 h 1498637"/>
                <a:gd name="csX1488" fmla="*/ 2017929 w 3230884"/>
                <a:gd name="csY1488" fmla="*/ 1287959 h 1498637"/>
                <a:gd name="csX1489" fmla="*/ 2019363 w 3230884"/>
                <a:gd name="csY1489" fmla="*/ 1287481 h 1498637"/>
                <a:gd name="csX1490" fmla="*/ 2019363 w 3230884"/>
                <a:gd name="csY1490" fmla="*/ 1287481 h 1498637"/>
                <a:gd name="csX1491" fmla="*/ 2019840 w 3230884"/>
                <a:gd name="csY1491" fmla="*/ 1287481 h 1498637"/>
                <a:gd name="csX1492" fmla="*/ 2020796 w 3230884"/>
                <a:gd name="csY1492" fmla="*/ 1287481 h 1498637"/>
                <a:gd name="csX1493" fmla="*/ 2020796 w 3230884"/>
                <a:gd name="csY1493" fmla="*/ 1287481 h 1498637"/>
                <a:gd name="csX1494" fmla="*/ 2021273 w 3230884"/>
                <a:gd name="csY1494" fmla="*/ 1287481 h 1498637"/>
                <a:gd name="csX1495" fmla="*/ 2021751 w 3230884"/>
                <a:gd name="csY1495" fmla="*/ 1287959 h 1498637"/>
                <a:gd name="csX1496" fmla="*/ 2021751 w 3230884"/>
                <a:gd name="csY1496" fmla="*/ 1287959 h 1498637"/>
                <a:gd name="csX1497" fmla="*/ 2022707 w 3230884"/>
                <a:gd name="csY1497" fmla="*/ 1287959 h 1498637"/>
                <a:gd name="csX1498" fmla="*/ 2023184 w 3230884"/>
                <a:gd name="csY1498" fmla="*/ 1287003 h 1498637"/>
                <a:gd name="csX1499" fmla="*/ 2023662 w 3230884"/>
                <a:gd name="csY1499" fmla="*/ 1287003 h 1498637"/>
                <a:gd name="csX1500" fmla="*/ 2024618 w 3230884"/>
                <a:gd name="csY1500" fmla="*/ 1287003 h 1498637"/>
                <a:gd name="csX1501" fmla="*/ 2025573 w 3230884"/>
                <a:gd name="csY1501" fmla="*/ 1287003 h 1498637"/>
                <a:gd name="csX1502" fmla="*/ 2026529 w 3230884"/>
                <a:gd name="csY1502" fmla="*/ 1288914 h 1498637"/>
                <a:gd name="csX1503" fmla="*/ 2027484 w 3230884"/>
                <a:gd name="csY1503" fmla="*/ 1289870 h 1498637"/>
                <a:gd name="csX1504" fmla="*/ 2028917 w 3230884"/>
                <a:gd name="csY1504" fmla="*/ 1290347 h 1498637"/>
                <a:gd name="csX1505" fmla="*/ 2031306 w 3230884"/>
                <a:gd name="csY1505" fmla="*/ 1292258 h 1498637"/>
                <a:gd name="csX1506" fmla="*/ 2036561 w 3230884"/>
                <a:gd name="csY1506" fmla="*/ 1298469 h 1498637"/>
                <a:gd name="csX1507" fmla="*/ 2039427 w 3230884"/>
                <a:gd name="csY1507" fmla="*/ 1300857 h 1498637"/>
                <a:gd name="csX1508" fmla="*/ 2042771 w 3230884"/>
                <a:gd name="csY1508" fmla="*/ 1301335 h 1498637"/>
                <a:gd name="csX1509" fmla="*/ 2046593 w 3230884"/>
                <a:gd name="csY1509" fmla="*/ 1301813 h 1498637"/>
                <a:gd name="csX1510" fmla="*/ 2048026 w 3230884"/>
                <a:gd name="csY1510" fmla="*/ 1304202 h 1498637"/>
                <a:gd name="csX1511" fmla="*/ 2046593 w 3230884"/>
                <a:gd name="csY1511" fmla="*/ 1306590 h 1498637"/>
                <a:gd name="csX1512" fmla="*/ 2046593 w 3230884"/>
                <a:gd name="csY1512" fmla="*/ 1308979 h 1498637"/>
                <a:gd name="csX1513" fmla="*/ 2047548 w 3230884"/>
                <a:gd name="csY1513" fmla="*/ 1309456 h 1498637"/>
                <a:gd name="csX1514" fmla="*/ 2048504 w 3230884"/>
                <a:gd name="csY1514" fmla="*/ 1312323 h 1498637"/>
                <a:gd name="csX1515" fmla="*/ 2050415 w 3230884"/>
                <a:gd name="csY1515" fmla="*/ 1313756 h 1498637"/>
                <a:gd name="csX1516" fmla="*/ 2050893 w 3230884"/>
                <a:gd name="csY1516" fmla="*/ 1314711 h 1498637"/>
                <a:gd name="csX1517" fmla="*/ 2051370 w 3230884"/>
                <a:gd name="csY1517" fmla="*/ 1316145 h 1498637"/>
                <a:gd name="csX1518" fmla="*/ 2051370 w 3230884"/>
                <a:gd name="csY1518" fmla="*/ 1318533 h 1498637"/>
                <a:gd name="csX1519" fmla="*/ 2049937 w 3230884"/>
                <a:gd name="csY1519" fmla="*/ 1321877 h 1498637"/>
                <a:gd name="csX1520" fmla="*/ 2049937 w 3230884"/>
                <a:gd name="csY1520" fmla="*/ 1324744 h 1498637"/>
                <a:gd name="csX1521" fmla="*/ 2052326 w 3230884"/>
                <a:gd name="csY1521" fmla="*/ 1327132 h 1498637"/>
                <a:gd name="csX1522" fmla="*/ 2053759 w 3230884"/>
                <a:gd name="csY1522" fmla="*/ 1329521 h 1498637"/>
                <a:gd name="csX1523" fmla="*/ 2054237 w 3230884"/>
                <a:gd name="csY1523" fmla="*/ 1331910 h 1498637"/>
                <a:gd name="csX1524" fmla="*/ 2054714 w 3230884"/>
                <a:gd name="csY1524" fmla="*/ 1333343 h 1498637"/>
                <a:gd name="csX1525" fmla="*/ 2055670 w 3230884"/>
                <a:gd name="csY1525" fmla="*/ 1333343 h 1498637"/>
                <a:gd name="csX1526" fmla="*/ 2055670 w 3230884"/>
                <a:gd name="csY1526" fmla="*/ 1333343 h 1498637"/>
                <a:gd name="csX1527" fmla="*/ 2057581 w 3230884"/>
                <a:gd name="csY1527" fmla="*/ 1333343 h 1498637"/>
                <a:gd name="csX1528" fmla="*/ 2061880 w 3230884"/>
                <a:gd name="csY1528" fmla="*/ 1332388 h 1498637"/>
                <a:gd name="csX1529" fmla="*/ 2064747 w 3230884"/>
                <a:gd name="csY1529" fmla="*/ 1332865 h 1498637"/>
                <a:gd name="csX1530" fmla="*/ 2066657 w 3230884"/>
                <a:gd name="csY1530" fmla="*/ 1333821 h 1498637"/>
                <a:gd name="csX1531" fmla="*/ 2066657 w 3230884"/>
                <a:gd name="csY1531" fmla="*/ 1333821 h 1498637"/>
                <a:gd name="csX1532" fmla="*/ 2070957 w 3230884"/>
                <a:gd name="csY1532" fmla="*/ 1333821 h 1498637"/>
                <a:gd name="csX1533" fmla="*/ 2078123 w 3230884"/>
                <a:gd name="csY1533" fmla="*/ 1332865 h 1498637"/>
                <a:gd name="csX1534" fmla="*/ 2082900 w 3230884"/>
                <a:gd name="csY1534" fmla="*/ 1332388 h 1498637"/>
                <a:gd name="csX1535" fmla="*/ 2084811 w 3230884"/>
                <a:gd name="csY1535" fmla="*/ 1332865 h 1498637"/>
                <a:gd name="csX1536" fmla="*/ 2086245 w 3230884"/>
                <a:gd name="csY1536" fmla="*/ 1331432 h 1498637"/>
                <a:gd name="csX1537" fmla="*/ 2087678 w 3230884"/>
                <a:gd name="csY1537" fmla="*/ 1328088 h 1498637"/>
                <a:gd name="csX1538" fmla="*/ 2089111 w 3230884"/>
                <a:gd name="csY1538" fmla="*/ 1326655 h 1498637"/>
                <a:gd name="csX1539" fmla="*/ 2089589 w 3230884"/>
                <a:gd name="csY1539" fmla="*/ 1326655 h 1498637"/>
                <a:gd name="csX1540" fmla="*/ 2090544 w 3230884"/>
                <a:gd name="csY1540" fmla="*/ 1326655 h 1498637"/>
                <a:gd name="csX1541" fmla="*/ 2090544 w 3230884"/>
                <a:gd name="csY1541" fmla="*/ 1326655 h 1498637"/>
                <a:gd name="csX1542" fmla="*/ 2092455 w 3230884"/>
                <a:gd name="csY1542" fmla="*/ 1325699 h 1498637"/>
                <a:gd name="csX1543" fmla="*/ 2095321 w 3230884"/>
                <a:gd name="csY1543" fmla="*/ 1323311 h 1498637"/>
                <a:gd name="csX1544" fmla="*/ 2095321 w 3230884"/>
                <a:gd name="csY1544" fmla="*/ 1323311 h 1498637"/>
                <a:gd name="csX1545" fmla="*/ 2097710 w 3230884"/>
                <a:gd name="csY1545" fmla="*/ 1322355 h 1498637"/>
                <a:gd name="csX1546" fmla="*/ 2098188 w 3230884"/>
                <a:gd name="csY1546" fmla="*/ 1322355 h 1498637"/>
                <a:gd name="csX1547" fmla="*/ 2101054 w 3230884"/>
                <a:gd name="csY1547" fmla="*/ 1322355 h 1498637"/>
                <a:gd name="csX1548" fmla="*/ 2104398 w 3230884"/>
                <a:gd name="csY1548" fmla="*/ 1322833 h 1498637"/>
                <a:gd name="csX1549" fmla="*/ 2106309 w 3230884"/>
                <a:gd name="csY1549" fmla="*/ 1321877 h 1498637"/>
                <a:gd name="csX1550" fmla="*/ 2108220 w 3230884"/>
                <a:gd name="csY1550" fmla="*/ 1319489 h 1498637"/>
                <a:gd name="csX1551" fmla="*/ 2112042 w 3230884"/>
                <a:gd name="csY1551" fmla="*/ 1318056 h 1498637"/>
                <a:gd name="csX1552" fmla="*/ 2119208 w 3230884"/>
                <a:gd name="csY1552" fmla="*/ 1315667 h 1498637"/>
                <a:gd name="csX1553" fmla="*/ 2120641 w 3230884"/>
                <a:gd name="csY1553" fmla="*/ 1315189 h 1498637"/>
                <a:gd name="csX1554" fmla="*/ 2121596 w 3230884"/>
                <a:gd name="csY1554" fmla="*/ 1315189 h 1498637"/>
                <a:gd name="csX1555" fmla="*/ 2123985 w 3230884"/>
                <a:gd name="csY1555" fmla="*/ 1315667 h 1498637"/>
                <a:gd name="csX1556" fmla="*/ 2125896 w 3230884"/>
                <a:gd name="csY1556" fmla="*/ 1316145 h 1498637"/>
                <a:gd name="csX1557" fmla="*/ 2125896 w 3230884"/>
                <a:gd name="csY1557" fmla="*/ 1316622 h 1498637"/>
                <a:gd name="csX1558" fmla="*/ 2128285 w 3230884"/>
                <a:gd name="csY1558" fmla="*/ 1318533 h 1498637"/>
                <a:gd name="csX1559" fmla="*/ 2128285 w 3230884"/>
                <a:gd name="csY1559" fmla="*/ 1319489 h 1498637"/>
                <a:gd name="csX1560" fmla="*/ 2128285 w 3230884"/>
                <a:gd name="csY1560" fmla="*/ 1320922 h 1498637"/>
                <a:gd name="csX1561" fmla="*/ 2127807 w 3230884"/>
                <a:gd name="csY1561" fmla="*/ 1321877 h 1498637"/>
                <a:gd name="csX1562" fmla="*/ 2126852 w 3230884"/>
                <a:gd name="csY1562" fmla="*/ 1322833 h 1498637"/>
                <a:gd name="csX1563" fmla="*/ 2126374 w 3230884"/>
                <a:gd name="csY1563" fmla="*/ 1324744 h 1498637"/>
                <a:gd name="csX1564" fmla="*/ 2126852 w 3230884"/>
                <a:gd name="csY1564" fmla="*/ 1325699 h 1498637"/>
                <a:gd name="csX1565" fmla="*/ 2127807 w 3230884"/>
                <a:gd name="csY1565" fmla="*/ 1328566 h 1498637"/>
                <a:gd name="csX1566" fmla="*/ 2127807 w 3230884"/>
                <a:gd name="csY1566" fmla="*/ 1328566 h 1498637"/>
                <a:gd name="csX1567" fmla="*/ 2128762 w 3230884"/>
                <a:gd name="csY1567" fmla="*/ 1330477 h 1498637"/>
                <a:gd name="csX1568" fmla="*/ 2129718 w 3230884"/>
                <a:gd name="csY1568" fmla="*/ 1332865 h 1498637"/>
                <a:gd name="csX1569" fmla="*/ 2129241 w 3230884"/>
                <a:gd name="csY1569" fmla="*/ 1333821 h 1498637"/>
                <a:gd name="csX1570" fmla="*/ 2128762 w 3230884"/>
                <a:gd name="csY1570" fmla="*/ 1335254 h 1498637"/>
                <a:gd name="csX1571" fmla="*/ 2126852 w 3230884"/>
                <a:gd name="csY1571" fmla="*/ 1338120 h 1498637"/>
                <a:gd name="csX1572" fmla="*/ 2125896 w 3230884"/>
                <a:gd name="csY1572" fmla="*/ 1339076 h 1498637"/>
                <a:gd name="csX1573" fmla="*/ 2125896 w 3230884"/>
                <a:gd name="csY1573" fmla="*/ 1339076 h 1498637"/>
                <a:gd name="csX1574" fmla="*/ 2124463 w 3230884"/>
                <a:gd name="csY1574" fmla="*/ 1340031 h 1498637"/>
                <a:gd name="csX1575" fmla="*/ 2122552 w 3230884"/>
                <a:gd name="csY1575" fmla="*/ 1340509 h 1498637"/>
                <a:gd name="csX1576" fmla="*/ 2122552 w 3230884"/>
                <a:gd name="csY1576" fmla="*/ 1340509 h 1498637"/>
                <a:gd name="csX1577" fmla="*/ 2121596 w 3230884"/>
                <a:gd name="csY1577" fmla="*/ 1340509 h 1498637"/>
                <a:gd name="csX1578" fmla="*/ 2120641 w 3230884"/>
                <a:gd name="csY1578" fmla="*/ 1340987 h 1498637"/>
                <a:gd name="csX1579" fmla="*/ 2120164 w 3230884"/>
                <a:gd name="csY1579" fmla="*/ 1341942 h 1498637"/>
                <a:gd name="csX1580" fmla="*/ 2119208 w 3230884"/>
                <a:gd name="csY1580" fmla="*/ 1342897 h 1498637"/>
                <a:gd name="csX1581" fmla="*/ 2118253 w 3230884"/>
                <a:gd name="csY1581" fmla="*/ 1343853 h 1498637"/>
                <a:gd name="csX1582" fmla="*/ 2118253 w 3230884"/>
                <a:gd name="csY1582" fmla="*/ 1345286 h 1498637"/>
                <a:gd name="csX1583" fmla="*/ 2118730 w 3230884"/>
                <a:gd name="csY1583" fmla="*/ 1346719 h 1498637"/>
                <a:gd name="csX1584" fmla="*/ 2118730 w 3230884"/>
                <a:gd name="csY1584" fmla="*/ 1348630 h 1498637"/>
                <a:gd name="csX1585" fmla="*/ 2117775 w 3230884"/>
                <a:gd name="csY1585" fmla="*/ 1350063 h 1498637"/>
                <a:gd name="csX1586" fmla="*/ 2116819 w 3230884"/>
                <a:gd name="csY1586" fmla="*/ 1352930 h 1498637"/>
                <a:gd name="csX1587" fmla="*/ 2116341 w 3230884"/>
                <a:gd name="csY1587" fmla="*/ 1353408 h 1498637"/>
                <a:gd name="csX1588" fmla="*/ 2115864 w 3230884"/>
                <a:gd name="csY1588" fmla="*/ 1355319 h 1498637"/>
                <a:gd name="csX1589" fmla="*/ 2115864 w 3230884"/>
                <a:gd name="csY1589" fmla="*/ 1355796 h 1498637"/>
                <a:gd name="csX1590" fmla="*/ 2115386 w 3230884"/>
                <a:gd name="csY1590" fmla="*/ 1359618 h 1498637"/>
                <a:gd name="csX1591" fmla="*/ 2113953 w 3230884"/>
                <a:gd name="csY1591" fmla="*/ 1362485 h 1498637"/>
                <a:gd name="csX1592" fmla="*/ 2112042 w 3230884"/>
                <a:gd name="csY1592" fmla="*/ 1365351 h 1498637"/>
                <a:gd name="csX1593" fmla="*/ 2112520 w 3230884"/>
                <a:gd name="csY1593" fmla="*/ 1367262 h 1498637"/>
                <a:gd name="csX1594" fmla="*/ 2112998 w 3230884"/>
                <a:gd name="csY1594" fmla="*/ 1368695 h 1498637"/>
                <a:gd name="csX1595" fmla="*/ 2112520 w 3230884"/>
                <a:gd name="csY1595" fmla="*/ 1369651 h 1498637"/>
                <a:gd name="csX1596" fmla="*/ 2112520 w 3230884"/>
                <a:gd name="csY1596" fmla="*/ 1370128 h 1498637"/>
                <a:gd name="csX1597" fmla="*/ 2112042 w 3230884"/>
                <a:gd name="csY1597" fmla="*/ 1372039 h 1498637"/>
                <a:gd name="csX1598" fmla="*/ 2111564 w 3230884"/>
                <a:gd name="csY1598" fmla="*/ 1372517 h 1498637"/>
                <a:gd name="csX1599" fmla="*/ 2110131 w 3230884"/>
                <a:gd name="csY1599" fmla="*/ 1373472 h 1498637"/>
                <a:gd name="csX1600" fmla="*/ 2109176 w 3230884"/>
                <a:gd name="csY1600" fmla="*/ 1374905 h 1498637"/>
                <a:gd name="csX1601" fmla="*/ 2109176 w 3230884"/>
                <a:gd name="csY1601" fmla="*/ 1376816 h 1498637"/>
                <a:gd name="csX1602" fmla="*/ 2108698 w 3230884"/>
                <a:gd name="csY1602" fmla="*/ 1378250 h 1498637"/>
                <a:gd name="csX1603" fmla="*/ 2107743 w 3230884"/>
                <a:gd name="csY1603" fmla="*/ 1379683 h 1498637"/>
                <a:gd name="csX1604" fmla="*/ 2107265 w 3230884"/>
                <a:gd name="csY1604" fmla="*/ 1380638 h 1498637"/>
                <a:gd name="csX1605" fmla="*/ 2105832 w 3230884"/>
                <a:gd name="csY1605" fmla="*/ 1381116 h 1498637"/>
                <a:gd name="csX1606" fmla="*/ 2105354 w 3230884"/>
                <a:gd name="csY1606" fmla="*/ 1381594 h 1498637"/>
                <a:gd name="csX1607" fmla="*/ 2104876 w 3230884"/>
                <a:gd name="csY1607" fmla="*/ 1383504 h 1498637"/>
                <a:gd name="csX1608" fmla="*/ 2104398 w 3230884"/>
                <a:gd name="csY1608" fmla="*/ 1384938 h 1498637"/>
                <a:gd name="csX1609" fmla="*/ 2103921 w 3230884"/>
                <a:gd name="csY1609" fmla="*/ 1385893 h 1498637"/>
                <a:gd name="csX1610" fmla="*/ 2104398 w 3230884"/>
                <a:gd name="csY1610" fmla="*/ 1387326 h 1498637"/>
                <a:gd name="csX1611" fmla="*/ 2103921 w 3230884"/>
                <a:gd name="csY1611" fmla="*/ 1388760 h 1498637"/>
                <a:gd name="csX1612" fmla="*/ 2102010 w 3230884"/>
                <a:gd name="csY1612" fmla="*/ 1389715 h 1498637"/>
                <a:gd name="csX1613" fmla="*/ 2101054 w 3230884"/>
                <a:gd name="csY1613" fmla="*/ 1390193 h 1498637"/>
                <a:gd name="csX1614" fmla="*/ 2100577 w 3230884"/>
                <a:gd name="csY1614" fmla="*/ 1390193 h 1498637"/>
                <a:gd name="csX1615" fmla="*/ 2100577 w 3230884"/>
                <a:gd name="csY1615" fmla="*/ 1390193 h 1498637"/>
                <a:gd name="csX1616" fmla="*/ 2098666 w 3230884"/>
                <a:gd name="csY1616" fmla="*/ 1391626 h 1498637"/>
                <a:gd name="csX1617" fmla="*/ 2097232 w 3230884"/>
                <a:gd name="csY1617" fmla="*/ 1395926 h 1498637"/>
                <a:gd name="csX1618" fmla="*/ 2097232 w 3230884"/>
                <a:gd name="csY1618" fmla="*/ 1398792 h 1498637"/>
                <a:gd name="csX1619" fmla="*/ 2097232 w 3230884"/>
                <a:gd name="csY1619" fmla="*/ 1401181 h 1498637"/>
                <a:gd name="csX1620" fmla="*/ 2095321 w 3230884"/>
                <a:gd name="csY1620" fmla="*/ 1402614 h 1498637"/>
                <a:gd name="csX1621" fmla="*/ 2093888 w 3230884"/>
                <a:gd name="csY1621" fmla="*/ 1403569 h 1498637"/>
                <a:gd name="csX1622" fmla="*/ 2093888 w 3230884"/>
                <a:gd name="csY1622" fmla="*/ 1403569 h 1498637"/>
                <a:gd name="csX1623" fmla="*/ 2092933 w 3230884"/>
                <a:gd name="csY1623" fmla="*/ 1403092 h 1498637"/>
                <a:gd name="csX1624" fmla="*/ 2092933 w 3230884"/>
                <a:gd name="csY1624" fmla="*/ 1403092 h 1498637"/>
                <a:gd name="csX1625" fmla="*/ 2091977 w 3230884"/>
                <a:gd name="csY1625" fmla="*/ 1402614 h 1498637"/>
                <a:gd name="csX1626" fmla="*/ 2089589 w 3230884"/>
                <a:gd name="csY1626" fmla="*/ 1402136 h 1498637"/>
                <a:gd name="csX1627" fmla="*/ 2088633 w 3230884"/>
                <a:gd name="csY1627" fmla="*/ 1402136 h 1498637"/>
                <a:gd name="csX1628" fmla="*/ 2086245 w 3230884"/>
                <a:gd name="csY1628" fmla="*/ 1401181 h 1498637"/>
                <a:gd name="csX1629" fmla="*/ 2082423 w 3230884"/>
                <a:gd name="csY1629" fmla="*/ 1400225 h 1498637"/>
                <a:gd name="csX1630" fmla="*/ 2079079 w 3230884"/>
                <a:gd name="csY1630" fmla="*/ 1399270 h 1498637"/>
                <a:gd name="csX1631" fmla="*/ 2076690 w 3230884"/>
                <a:gd name="csY1631" fmla="*/ 1398314 h 1498637"/>
                <a:gd name="csX1632" fmla="*/ 2074779 w 3230884"/>
                <a:gd name="csY1632" fmla="*/ 1397836 h 1498637"/>
                <a:gd name="csX1633" fmla="*/ 2073346 w 3230884"/>
                <a:gd name="csY1633" fmla="*/ 1397359 h 1498637"/>
                <a:gd name="csX1634" fmla="*/ 2072391 w 3230884"/>
                <a:gd name="csY1634" fmla="*/ 1395926 h 1498637"/>
                <a:gd name="csX1635" fmla="*/ 2072391 w 3230884"/>
                <a:gd name="csY1635" fmla="*/ 1395926 h 1498637"/>
                <a:gd name="csX1636" fmla="*/ 2071435 w 3230884"/>
                <a:gd name="csY1636" fmla="*/ 1396403 h 1498637"/>
                <a:gd name="csX1637" fmla="*/ 2070002 w 3230884"/>
                <a:gd name="csY1637" fmla="*/ 1398314 h 1498637"/>
                <a:gd name="csX1638" fmla="*/ 2068568 w 3230884"/>
                <a:gd name="csY1638" fmla="*/ 1399270 h 1498637"/>
                <a:gd name="csX1639" fmla="*/ 2067613 w 3230884"/>
                <a:gd name="csY1639" fmla="*/ 1400703 h 1498637"/>
                <a:gd name="csX1640" fmla="*/ 2067136 w 3230884"/>
                <a:gd name="csY1640" fmla="*/ 1402136 h 1498637"/>
                <a:gd name="csX1641" fmla="*/ 2065225 w 3230884"/>
                <a:gd name="csY1641" fmla="*/ 1404047 h 1498637"/>
                <a:gd name="csX1642" fmla="*/ 2064269 w 3230884"/>
                <a:gd name="csY1642" fmla="*/ 1404525 h 1498637"/>
                <a:gd name="csX1643" fmla="*/ 2060925 w 3230884"/>
                <a:gd name="csY1643" fmla="*/ 1405958 h 1498637"/>
                <a:gd name="csX1644" fmla="*/ 2059970 w 3230884"/>
                <a:gd name="csY1644" fmla="*/ 1406435 h 1498637"/>
                <a:gd name="csX1645" fmla="*/ 2057103 w 3230884"/>
                <a:gd name="csY1645" fmla="*/ 1406435 h 1498637"/>
                <a:gd name="csX1646" fmla="*/ 2057103 w 3230884"/>
                <a:gd name="csY1646" fmla="*/ 1406435 h 1498637"/>
                <a:gd name="csX1647" fmla="*/ 2056148 w 3230884"/>
                <a:gd name="csY1647" fmla="*/ 1406913 h 1498637"/>
                <a:gd name="csX1648" fmla="*/ 2055192 w 3230884"/>
                <a:gd name="csY1648" fmla="*/ 1408346 h 1498637"/>
                <a:gd name="csX1649" fmla="*/ 2054714 w 3230884"/>
                <a:gd name="csY1649" fmla="*/ 1409302 h 1498637"/>
                <a:gd name="csX1650" fmla="*/ 2055670 w 3230884"/>
                <a:gd name="csY1650" fmla="*/ 1410735 h 1498637"/>
                <a:gd name="csX1651" fmla="*/ 2056625 w 3230884"/>
                <a:gd name="csY1651" fmla="*/ 1413124 h 1498637"/>
                <a:gd name="csX1652" fmla="*/ 2057103 w 3230884"/>
                <a:gd name="csY1652" fmla="*/ 1414557 h 1498637"/>
                <a:gd name="csX1653" fmla="*/ 2058059 w 3230884"/>
                <a:gd name="csY1653" fmla="*/ 1417901 h 1498637"/>
                <a:gd name="csX1654" fmla="*/ 2060447 w 3230884"/>
                <a:gd name="csY1654" fmla="*/ 1427933 h 1498637"/>
                <a:gd name="csX1655" fmla="*/ 2059492 w 3230884"/>
                <a:gd name="csY1655" fmla="*/ 1429844 h 1498637"/>
                <a:gd name="csX1656" fmla="*/ 2059014 w 3230884"/>
                <a:gd name="csY1656" fmla="*/ 1437010 h 1498637"/>
                <a:gd name="csX1657" fmla="*/ 2059014 w 3230884"/>
                <a:gd name="csY1657" fmla="*/ 1438443 h 1498637"/>
                <a:gd name="csX1658" fmla="*/ 2059014 w 3230884"/>
                <a:gd name="csY1658" fmla="*/ 1440832 h 1498637"/>
                <a:gd name="csX1659" fmla="*/ 2059014 w 3230884"/>
                <a:gd name="csY1659" fmla="*/ 1442265 h 1498637"/>
                <a:gd name="csX1660" fmla="*/ 2059014 w 3230884"/>
                <a:gd name="csY1660" fmla="*/ 1442265 h 1498637"/>
                <a:gd name="csX1661" fmla="*/ 2059492 w 3230884"/>
                <a:gd name="csY1661" fmla="*/ 1442743 h 1498637"/>
                <a:gd name="csX1662" fmla="*/ 2059492 w 3230884"/>
                <a:gd name="csY1662" fmla="*/ 1442743 h 1498637"/>
                <a:gd name="csX1663" fmla="*/ 2060447 w 3230884"/>
                <a:gd name="csY1663" fmla="*/ 1443221 h 1498637"/>
                <a:gd name="csX1664" fmla="*/ 2060447 w 3230884"/>
                <a:gd name="csY1664" fmla="*/ 1444176 h 1498637"/>
                <a:gd name="csX1665" fmla="*/ 2060447 w 3230884"/>
                <a:gd name="csY1665" fmla="*/ 1445132 h 1498637"/>
                <a:gd name="csX1666" fmla="*/ 2059970 w 3230884"/>
                <a:gd name="csY1666" fmla="*/ 1446565 h 1498637"/>
                <a:gd name="csX1667" fmla="*/ 2059492 w 3230884"/>
                <a:gd name="csY1667" fmla="*/ 1448476 h 1498637"/>
                <a:gd name="csX1668" fmla="*/ 2059014 w 3230884"/>
                <a:gd name="csY1668" fmla="*/ 1451342 h 1498637"/>
                <a:gd name="csX1669" fmla="*/ 2058059 w 3230884"/>
                <a:gd name="csY1669" fmla="*/ 1452298 h 1498637"/>
                <a:gd name="csX1670" fmla="*/ 2057581 w 3230884"/>
                <a:gd name="csY1670" fmla="*/ 1453253 h 1498637"/>
                <a:gd name="csX1671" fmla="*/ 2057103 w 3230884"/>
                <a:gd name="csY1671" fmla="*/ 1453731 h 1498637"/>
                <a:gd name="csX1672" fmla="*/ 2057103 w 3230884"/>
                <a:gd name="csY1672" fmla="*/ 1455642 h 1498637"/>
                <a:gd name="csX1673" fmla="*/ 2056625 w 3230884"/>
                <a:gd name="csY1673" fmla="*/ 1457075 h 1498637"/>
                <a:gd name="csX1674" fmla="*/ 2055670 w 3230884"/>
                <a:gd name="csY1674" fmla="*/ 1457553 h 1498637"/>
                <a:gd name="csX1675" fmla="*/ 2054237 w 3230884"/>
                <a:gd name="csY1675" fmla="*/ 1458508 h 1498637"/>
                <a:gd name="csX1676" fmla="*/ 2053281 w 3230884"/>
                <a:gd name="csY1676" fmla="*/ 1458030 h 1498637"/>
                <a:gd name="csX1677" fmla="*/ 2052804 w 3230884"/>
                <a:gd name="csY1677" fmla="*/ 1458030 h 1498637"/>
                <a:gd name="csX1678" fmla="*/ 2051370 w 3230884"/>
                <a:gd name="csY1678" fmla="*/ 1458030 h 1498637"/>
                <a:gd name="csX1679" fmla="*/ 2049937 w 3230884"/>
                <a:gd name="csY1679" fmla="*/ 1458986 h 1498637"/>
                <a:gd name="csX1680" fmla="*/ 2047071 w 3230884"/>
                <a:gd name="csY1680" fmla="*/ 1459464 h 1498637"/>
                <a:gd name="csX1681" fmla="*/ 2045160 w 3230884"/>
                <a:gd name="csY1681" fmla="*/ 1459941 h 1498637"/>
                <a:gd name="csX1682" fmla="*/ 2044682 w 3230884"/>
                <a:gd name="csY1682" fmla="*/ 1460897 h 1498637"/>
                <a:gd name="csX1683" fmla="*/ 2044204 w 3230884"/>
                <a:gd name="csY1683" fmla="*/ 1461374 h 1498637"/>
                <a:gd name="csX1684" fmla="*/ 2043727 w 3230884"/>
                <a:gd name="csY1684" fmla="*/ 1462330 h 1498637"/>
                <a:gd name="csX1685" fmla="*/ 2044204 w 3230884"/>
                <a:gd name="csY1685" fmla="*/ 1462330 h 1498637"/>
                <a:gd name="csX1686" fmla="*/ 2044204 w 3230884"/>
                <a:gd name="csY1686" fmla="*/ 1462330 h 1498637"/>
                <a:gd name="csX1687" fmla="*/ 2045638 w 3230884"/>
                <a:gd name="csY1687" fmla="*/ 1462808 h 1498637"/>
                <a:gd name="csX1688" fmla="*/ 2046115 w 3230884"/>
                <a:gd name="csY1688" fmla="*/ 1462808 h 1498637"/>
                <a:gd name="csX1689" fmla="*/ 2047071 w 3230884"/>
                <a:gd name="csY1689" fmla="*/ 1464241 h 1498637"/>
                <a:gd name="csX1690" fmla="*/ 2047071 w 3230884"/>
                <a:gd name="csY1690" fmla="*/ 1465196 h 1498637"/>
                <a:gd name="csX1691" fmla="*/ 2046115 w 3230884"/>
                <a:gd name="csY1691" fmla="*/ 1466152 h 1498637"/>
                <a:gd name="csX1692" fmla="*/ 2046115 w 3230884"/>
                <a:gd name="csY1692" fmla="*/ 1466152 h 1498637"/>
                <a:gd name="csX1693" fmla="*/ 2046115 w 3230884"/>
                <a:gd name="csY1693" fmla="*/ 1466152 h 1498637"/>
                <a:gd name="csX1694" fmla="*/ 2046593 w 3230884"/>
                <a:gd name="csY1694" fmla="*/ 1467585 h 1498637"/>
                <a:gd name="csX1695" fmla="*/ 2048026 w 3230884"/>
                <a:gd name="csY1695" fmla="*/ 1469018 h 1498637"/>
                <a:gd name="csX1696" fmla="*/ 2048504 w 3230884"/>
                <a:gd name="csY1696" fmla="*/ 1469974 h 1498637"/>
                <a:gd name="csX1697" fmla="*/ 2048504 w 3230884"/>
                <a:gd name="csY1697" fmla="*/ 1471407 h 1498637"/>
                <a:gd name="csX1698" fmla="*/ 2048504 w 3230884"/>
                <a:gd name="csY1698" fmla="*/ 1471407 h 1498637"/>
                <a:gd name="csX1699" fmla="*/ 2049459 w 3230884"/>
                <a:gd name="csY1699" fmla="*/ 1471884 h 1498637"/>
                <a:gd name="csX1700" fmla="*/ 2049937 w 3230884"/>
                <a:gd name="csY1700" fmla="*/ 1471407 h 1498637"/>
                <a:gd name="csX1701" fmla="*/ 2052326 w 3230884"/>
                <a:gd name="csY1701" fmla="*/ 1466630 h 1498637"/>
                <a:gd name="csX1702" fmla="*/ 2049459 w 3230884"/>
                <a:gd name="csY1702" fmla="*/ 1463285 h 1498637"/>
                <a:gd name="csX1703" fmla="*/ 2050415 w 3230884"/>
                <a:gd name="csY1703" fmla="*/ 1462808 h 1498637"/>
                <a:gd name="csX1704" fmla="*/ 2054237 w 3230884"/>
                <a:gd name="csY1704" fmla="*/ 1463763 h 1498637"/>
                <a:gd name="csX1705" fmla="*/ 2056148 w 3230884"/>
                <a:gd name="csY1705" fmla="*/ 1463285 h 1498637"/>
                <a:gd name="csX1706" fmla="*/ 2058536 w 3230884"/>
                <a:gd name="csY1706" fmla="*/ 1463763 h 1498637"/>
                <a:gd name="csX1707" fmla="*/ 2060447 w 3230884"/>
                <a:gd name="csY1707" fmla="*/ 1462330 h 1498637"/>
                <a:gd name="csX1708" fmla="*/ 2061403 w 3230884"/>
                <a:gd name="csY1708" fmla="*/ 1460419 h 1498637"/>
                <a:gd name="csX1709" fmla="*/ 2063314 w 3230884"/>
                <a:gd name="csY1709" fmla="*/ 1458986 h 1498637"/>
                <a:gd name="csX1710" fmla="*/ 2065702 w 3230884"/>
                <a:gd name="csY1710" fmla="*/ 1454686 h 1498637"/>
                <a:gd name="csX1711" fmla="*/ 2069524 w 3230884"/>
                <a:gd name="csY1711" fmla="*/ 1449909 h 1498637"/>
                <a:gd name="csX1712" fmla="*/ 2071435 w 3230884"/>
                <a:gd name="csY1712" fmla="*/ 1448476 h 1498637"/>
                <a:gd name="csX1713" fmla="*/ 2074302 w 3230884"/>
                <a:gd name="csY1713" fmla="*/ 1447042 h 1498637"/>
                <a:gd name="csX1714" fmla="*/ 2074779 w 3230884"/>
                <a:gd name="csY1714" fmla="*/ 1447520 h 1498637"/>
                <a:gd name="csX1715" fmla="*/ 2075734 w 3230884"/>
                <a:gd name="csY1715" fmla="*/ 1447520 h 1498637"/>
                <a:gd name="csX1716" fmla="*/ 2073346 w 3230884"/>
                <a:gd name="csY1716" fmla="*/ 1450387 h 1498637"/>
                <a:gd name="csX1717" fmla="*/ 2072391 w 3230884"/>
                <a:gd name="csY1717" fmla="*/ 1452298 h 1498637"/>
                <a:gd name="csX1718" fmla="*/ 2074302 w 3230884"/>
                <a:gd name="csY1718" fmla="*/ 1452298 h 1498637"/>
                <a:gd name="csX1719" fmla="*/ 2075734 w 3230884"/>
                <a:gd name="csY1719" fmla="*/ 1451820 h 1498637"/>
                <a:gd name="csX1720" fmla="*/ 2080034 w 3230884"/>
                <a:gd name="csY1720" fmla="*/ 1448476 h 1498637"/>
                <a:gd name="csX1721" fmla="*/ 2081468 w 3230884"/>
                <a:gd name="csY1721" fmla="*/ 1447042 h 1498637"/>
                <a:gd name="csX1722" fmla="*/ 2081945 w 3230884"/>
                <a:gd name="csY1722" fmla="*/ 1448953 h 1498637"/>
                <a:gd name="csX1723" fmla="*/ 2081468 w 3230884"/>
                <a:gd name="csY1723" fmla="*/ 1457553 h 1498637"/>
                <a:gd name="csX1724" fmla="*/ 2084811 w 3230884"/>
                <a:gd name="csY1724" fmla="*/ 1457075 h 1498637"/>
                <a:gd name="csX1725" fmla="*/ 2086722 w 3230884"/>
                <a:gd name="csY1725" fmla="*/ 1458030 h 1498637"/>
                <a:gd name="csX1726" fmla="*/ 2089111 w 3230884"/>
                <a:gd name="csY1726" fmla="*/ 1458030 h 1498637"/>
                <a:gd name="csX1727" fmla="*/ 2092455 w 3230884"/>
                <a:gd name="csY1727" fmla="*/ 1459941 h 1498637"/>
                <a:gd name="csX1728" fmla="*/ 2093411 w 3230884"/>
                <a:gd name="csY1728" fmla="*/ 1459464 h 1498637"/>
                <a:gd name="csX1729" fmla="*/ 2094844 w 3230884"/>
                <a:gd name="csY1729" fmla="*/ 1459464 h 1498637"/>
                <a:gd name="csX1730" fmla="*/ 2096277 w 3230884"/>
                <a:gd name="csY1730" fmla="*/ 1461374 h 1498637"/>
                <a:gd name="csX1731" fmla="*/ 2098188 w 3230884"/>
                <a:gd name="csY1731" fmla="*/ 1462330 h 1498637"/>
                <a:gd name="csX1732" fmla="*/ 2101532 w 3230884"/>
                <a:gd name="csY1732" fmla="*/ 1460419 h 1498637"/>
                <a:gd name="csX1733" fmla="*/ 2106787 w 3230884"/>
                <a:gd name="csY1733" fmla="*/ 1458986 h 1498637"/>
                <a:gd name="csX1734" fmla="*/ 2109176 w 3230884"/>
                <a:gd name="csY1734" fmla="*/ 1458986 h 1498637"/>
                <a:gd name="csX1735" fmla="*/ 2115386 w 3230884"/>
                <a:gd name="csY1735" fmla="*/ 1456119 h 1498637"/>
                <a:gd name="csX1736" fmla="*/ 2118253 w 3230884"/>
                <a:gd name="csY1736" fmla="*/ 1453731 h 1498637"/>
                <a:gd name="csX1737" fmla="*/ 2128762 w 3230884"/>
                <a:gd name="csY1737" fmla="*/ 1447520 h 1498637"/>
                <a:gd name="csX1738" fmla="*/ 2133062 w 3230884"/>
                <a:gd name="csY1738" fmla="*/ 1444176 h 1498637"/>
                <a:gd name="csX1739" fmla="*/ 2137362 w 3230884"/>
                <a:gd name="csY1739" fmla="*/ 1441788 h 1498637"/>
                <a:gd name="csX1740" fmla="*/ 2139750 w 3230884"/>
                <a:gd name="csY1740" fmla="*/ 1437488 h 1498637"/>
                <a:gd name="csX1741" fmla="*/ 2144528 w 3230884"/>
                <a:gd name="csY1741" fmla="*/ 1434144 h 1498637"/>
                <a:gd name="csX1742" fmla="*/ 2144528 w 3230884"/>
                <a:gd name="csY1742" fmla="*/ 1432233 h 1498637"/>
                <a:gd name="csX1743" fmla="*/ 2145483 w 3230884"/>
                <a:gd name="csY1743" fmla="*/ 1430322 h 1498637"/>
                <a:gd name="csX1744" fmla="*/ 2152171 w 3230884"/>
                <a:gd name="csY1744" fmla="*/ 1420290 h 1498637"/>
                <a:gd name="csX1745" fmla="*/ 2154560 w 3230884"/>
                <a:gd name="csY1745" fmla="*/ 1418379 h 1498637"/>
                <a:gd name="csX1746" fmla="*/ 2157426 w 3230884"/>
                <a:gd name="csY1746" fmla="*/ 1417423 h 1498637"/>
                <a:gd name="csX1747" fmla="*/ 2158860 w 3230884"/>
                <a:gd name="csY1747" fmla="*/ 1415512 h 1498637"/>
                <a:gd name="csX1748" fmla="*/ 2159815 w 3230884"/>
                <a:gd name="csY1748" fmla="*/ 1412646 h 1498637"/>
                <a:gd name="csX1749" fmla="*/ 2163637 w 3230884"/>
                <a:gd name="csY1749" fmla="*/ 1408824 h 1498637"/>
                <a:gd name="csX1750" fmla="*/ 2166503 w 3230884"/>
                <a:gd name="csY1750" fmla="*/ 1405002 h 1498637"/>
                <a:gd name="csX1751" fmla="*/ 2169369 w 3230884"/>
                <a:gd name="csY1751" fmla="*/ 1402136 h 1498637"/>
                <a:gd name="csX1752" fmla="*/ 2170803 w 3230884"/>
                <a:gd name="csY1752" fmla="*/ 1399747 h 1498637"/>
                <a:gd name="csX1753" fmla="*/ 2177491 w 3230884"/>
                <a:gd name="csY1753" fmla="*/ 1394015 h 1498637"/>
                <a:gd name="csX1754" fmla="*/ 2182746 w 3230884"/>
                <a:gd name="csY1754" fmla="*/ 1387804 h 1498637"/>
                <a:gd name="csX1755" fmla="*/ 2188001 w 3230884"/>
                <a:gd name="csY1755" fmla="*/ 1383027 h 1498637"/>
                <a:gd name="csX1756" fmla="*/ 2189912 w 3230884"/>
                <a:gd name="csY1756" fmla="*/ 1380160 h 1498637"/>
                <a:gd name="csX1757" fmla="*/ 2196600 w 3230884"/>
                <a:gd name="csY1757" fmla="*/ 1372039 h 1498637"/>
                <a:gd name="csX1758" fmla="*/ 2198511 w 3230884"/>
                <a:gd name="csY1758" fmla="*/ 1366306 h 1498637"/>
                <a:gd name="csX1759" fmla="*/ 2200900 w 3230884"/>
                <a:gd name="csY1759" fmla="*/ 1364395 h 1498637"/>
                <a:gd name="csX1760" fmla="*/ 2201855 w 3230884"/>
                <a:gd name="csY1760" fmla="*/ 1358663 h 1498637"/>
                <a:gd name="csX1761" fmla="*/ 2204244 w 3230884"/>
                <a:gd name="csY1761" fmla="*/ 1354841 h 1498637"/>
                <a:gd name="csX1762" fmla="*/ 2204721 w 3230884"/>
                <a:gd name="csY1762" fmla="*/ 1352930 h 1498637"/>
                <a:gd name="csX1763" fmla="*/ 2205677 w 3230884"/>
                <a:gd name="csY1763" fmla="*/ 1350541 h 1498637"/>
                <a:gd name="csX1764" fmla="*/ 2214276 w 3230884"/>
                <a:gd name="csY1764" fmla="*/ 1341942 h 1498637"/>
                <a:gd name="csX1765" fmla="*/ 2217620 w 3230884"/>
                <a:gd name="csY1765" fmla="*/ 1335254 h 1498637"/>
                <a:gd name="csX1766" fmla="*/ 2221442 w 3230884"/>
                <a:gd name="csY1766" fmla="*/ 1328088 h 1498637"/>
                <a:gd name="csX1767" fmla="*/ 2224308 w 3230884"/>
                <a:gd name="csY1767" fmla="*/ 1325699 h 1498637"/>
                <a:gd name="csX1768" fmla="*/ 2227653 w 3230884"/>
                <a:gd name="csY1768" fmla="*/ 1322833 h 1498637"/>
                <a:gd name="csX1769" fmla="*/ 2229086 w 3230884"/>
                <a:gd name="csY1769" fmla="*/ 1320444 h 1498637"/>
                <a:gd name="csX1770" fmla="*/ 2233863 w 3230884"/>
                <a:gd name="csY1770" fmla="*/ 1316622 h 1498637"/>
                <a:gd name="csX1771" fmla="*/ 2236251 w 3230884"/>
                <a:gd name="csY1771" fmla="*/ 1313756 h 1498637"/>
                <a:gd name="csX1772" fmla="*/ 2237207 w 3230884"/>
                <a:gd name="csY1772" fmla="*/ 1310890 h 1498637"/>
                <a:gd name="csX1773" fmla="*/ 2238162 w 3230884"/>
                <a:gd name="csY1773" fmla="*/ 1304202 h 1498637"/>
                <a:gd name="csX1774" fmla="*/ 2241507 w 3230884"/>
                <a:gd name="csY1774" fmla="*/ 1298946 h 1498637"/>
                <a:gd name="csX1775" fmla="*/ 2240551 w 3230884"/>
                <a:gd name="csY1775" fmla="*/ 1297991 h 1498637"/>
                <a:gd name="csX1776" fmla="*/ 2240074 w 3230884"/>
                <a:gd name="csY1776" fmla="*/ 1296558 h 1498637"/>
                <a:gd name="csX1777" fmla="*/ 2240551 w 3230884"/>
                <a:gd name="csY1777" fmla="*/ 1294647 h 1498637"/>
                <a:gd name="csX1778" fmla="*/ 2241029 w 3230884"/>
                <a:gd name="csY1778" fmla="*/ 1293691 h 1498637"/>
                <a:gd name="csX1779" fmla="*/ 2241029 w 3230884"/>
                <a:gd name="csY1779" fmla="*/ 1291781 h 1498637"/>
                <a:gd name="csX1780" fmla="*/ 2241985 w 3230884"/>
                <a:gd name="csY1780" fmla="*/ 1289870 h 1498637"/>
                <a:gd name="csX1781" fmla="*/ 2242462 w 3230884"/>
                <a:gd name="csY1781" fmla="*/ 1288914 h 1498637"/>
                <a:gd name="csX1782" fmla="*/ 2244373 w 3230884"/>
                <a:gd name="csY1782" fmla="*/ 1281270 h 1498637"/>
                <a:gd name="csX1783" fmla="*/ 2243896 w 3230884"/>
                <a:gd name="csY1783" fmla="*/ 1276493 h 1498637"/>
                <a:gd name="csX1784" fmla="*/ 2242940 w 3230884"/>
                <a:gd name="csY1784" fmla="*/ 1275060 h 1498637"/>
                <a:gd name="csX1785" fmla="*/ 2242940 w 3230884"/>
                <a:gd name="csY1785" fmla="*/ 1272671 h 1498637"/>
                <a:gd name="csX1786" fmla="*/ 2245328 w 3230884"/>
                <a:gd name="csY1786" fmla="*/ 1268849 h 1498637"/>
                <a:gd name="csX1787" fmla="*/ 2246284 w 3230884"/>
                <a:gd name="csY1787" fmla="*/ 1268372 h 1498637"/>
                <a:gd name="csX1788" fmla="*/ 2246284 w 3230884"/>
                <a:gd name="csY1788" fmla="*/ 1267894 h 1498637"/>
                <a:gd name="csX1789" fmla="*/ 2245328 w 3230884"/>
                <a:gd name="csY1789" fmla="*/ 1266939 h 1498637"/>
                <a:gd name="csX1790" fmla="*/ 2244373 w 3230884"/>
                <a:gd name="csY1790" fmla="*/ 1266461 h 1498637"/>
                <a:gd name="csX1791" fmla="*/ 2243417 w 3230884"/>
                <a:gd name="csY1791" fmla="*/ 1254518 h 1498637"/>
                <a:gd name="csX1792" fmla="*/ 2244373 w 3230884"/>
                <a:gd name="csY1792" fmla="*/ 1247352 h 1498637"/>
                <a:gd name="csX1793" fmla="*/ 2246762 w 3230884"/>
                <a:gd name="csY1793" fmla="*/ 1241619 h 1498637"/>
                <a:gd name="csX1794" fmla="*/ 2247239 w 3230884"/>
                <a:gd name="csY1794" fmla="*/ 1239708 h 1498637"/>
                <a:gd name="csX1795" fmla="*/ 2247717 w 3230884"/>
                <a:gd name="csY1795" fmla="*/ 1234931 h 1498637"/>
                <a:gd name="csX1796" fmla="*/ 2250583 w 3230884"/>
                <a:gd name="csY1796" fmla="*/ 1229198 h 1498637"/>
                <a:gd name="csX1797" fmla="*/ 2252494 w 3230884"/>
                <a:gd name="csY1797" fmla="*/ 1223465 h 1498637"/>
                <a:gd name="csX1798" fmla="*/ 2256316 w 3230884"/>
                <a:gd name="csY1798" fmla="*/ 1220121 h 1498637"/>
                <a:gd name="csX1799" fmla="*/ 2258705 w 3230884"/>
                <a:gd name="csY1799" fmla="*/ 1216299 h 1498637"/>
                <a:gd name="csX1800" fmla="*/ 2261094 w 3230884"/>
                <a:gd name="csY1800" fmla="*/ 1214388 h 1498637"/>
                <a:gd name="csX1801" fmla="*/ 2261571 w 3230884"/>
                <a:gd name="csY1801" fmla="*/ 1210567 h 1498637"/>
                <a:gd name="csX1802" fmla="*/ 2263482 w 3230884"/>
                <a:gd name="csY1802" fmla="*/ 1207222 h 1498637"/>
                <a:gd name="csX1803" fmla="*/ 2262049 w 3230884"/>
                <a:gd name="csY1803" fmla="*/ 1205311 h 1498637"/>
                <a:gd name="csX1804" fmla="*/ 2260138 w 3230884"/>
                <a:gd name="csY1804" fmla="*/ 1204356 h 1498637"/>
                <a:gd name="csX1805" fmla="*/ 2257272 w 3230884"/>
                <a:gd name="csY1805" fmla="*/ 1201490 h 1498637"/>
                <a:gd name="csX1806" fmla="*/ 2256316 w 3230884"/>
                <a:gd name="csY1806" fmla="*/ 1199579 h 1498637"/>
                <a:gd name="csX1807" fmla="*/ 2258705 w 3230884"/>
                <a:gd name="csY1807" fmla="*/ 1195757 h 1498637"/>
                <a:gd name="csX1808" fmla="*/ 2259183 w 3230884"/>
                <a:gd name="csY1808" fmla="*/ 1192890 h 1498637"/>
                <a:gd name="csX1809" fmla="*/ 2258705 w 3230884"/>
                <a:gd name="csY1809" fmla="*/ 1187158 h 1498637"/>
                <a:gd name="csX1810" fmla="*/ 2255361 w 3230884"/>
                <a:gd name="csY1810" fmla="*/ 1185725 h 1498637"/>
                <a:gd name="csX1811" fmla="*/ 2251062 w 3230884"/>
                <a:gd name="csY1811" fmla="*/ 1181425 h 1498637"/>
                <a:gd name="csX1812" fmla="*/ 2250583 w 3230884"/>
                <a:gd name="csY1812" fmla="*/ 1179992 h 1498637"/>
                <a:gd name="csX1813" fmla="*/ 2251539 w 3230884"/>
                <a:gd name="csY1813" fmla="*/ 1179514 h 1498637"/>
                <a:gd name="csX1814" fmla="*/ 2257272 w 3230884"/>
                <a:gd name="csY1814" fmla="*/ 1181903 h 1498637"/>
                <a:gd name="csX1815" fmla="*/ 2260138 w 3230884"/>
                <a:gd name="csY1815" fmla="*/ 1179514 h 1498637"/>
                <a:gd name="csX1816" fmla="*/ 2261571 w 3230884"/>
                <a:gd name="csY1816" fmla="*/ 1177125 h 1498637"/>
                <a:gd name="csX1817" fmla="*/ 2261094 w 3230884"/>
                <a:gd name="csY1817" fmla="*/ 1173781 h 1498637"/>
                <a:gd name="csX1818" fmla="*/ 2258227 w 3230884"/>
                <a:gd name="csY1818" fmla="*/ 1172348 h 1498637"/>
                <a:gd name="csX1819" fmla="*/ 2253928 w 3230884"/>
                <a:gd name="csY1819" fmla="*/ 1168526 h 1498637"/>
                <a:gd name="csX1820" fmla="*/ 2253928 w 3230884"/>
                <a:gd name="csY1820" fmla="*/ 1167571 h 1498637"/>
                <a:gd name="csX1821" fmla="*/ 2247717 w 3230884"/>
                <a:gd name="csY1821" fmla="*/ 1164227 h 1498637"/>
                <a:gd name="csX1822" fmla="*/ 2241029 w 3230884"/>
                <a:gd name="csY1822" fmla="*/ 1157539 h 1498637"/>
                <a:gd name="csX1823" fmla="*/ 2238640 w 3230884"/>
                <a:gd name="csY1823" fmla="*/ 1151806 h 1498637"/>
                <a:gd name="csX1824" fmla="*/ 2237207 w 3230884"/>
                <a:gd name="csY1824" fmla="*/ 1150373 h 1498637"/>
                <a:gd name="csX1825" fmla="*/ 2230997 w 3230884"/>
                <a:gd name="csY1825" fmla="*/ 1145595 h 1498637"/>
                <a:gd name="csX1826" fmla="*/ 2230041 w 3230884"/>
                <a:gd name="csY1826" fmla="*/ 1144162 h 1498637"/>
                <a:gd name="csX1827" fmla="*/ 2228130 w 3230884"/>
                <a:gd name="csY1827" fmla="*/ 1143207 h 1498637"/>
                <a:gd name="csX1828" fmla="*/ 2220487 w 3230884"/>
                <a:gd name="csY1828" fmla="*/ 1146073 h 1498637"/>
                <a:gd name="csX1829" fmla="*/ 2216187 w 3230884"/>
                <a:gd name="csY1829" fmla="*/ 1145118 h 1498637"/>
                <a:gd name="csX1830" fmla="*/ 2208066 w 3230884"/>
                <a:gd name="csY1830" fmla="*/ 1142251 h 1498637"/>
                <a:gd name="csX1831" fmla="*/ 2207110 w 3230884"/>
                <a:gd name="csY1831" fmla="*/ 1142729 h 1498637"/>
                <a:gd name="csX1832" fmla="*/ 2208543 w 3230884"/>
                <a:gd name="csY1832" fmla="*/ 1145118 h 1498637"/>
                <a:gd name="csX1833" fmla="*/ 2208066 w 3230884"/>
                <a:gd name="csY1833" fmla="*/ 1147506 h 1498637"/>
                <a:gd name="csX1834" fmla="*/ 2208543 w 3230884"/>
                <a:gd name="csY1834" fmla="*/ 1150373 h 1498637"/>
                <a:gd name="csX1835" fmla="*/ 2208066 w 3230884"/>
                <a:gd name="csY1835" fmla="*/ 1156105 h 1498637"/>
                <a:gd name="csX1836" fmla="*/ 2207588 w 3230884"/>
                <a:gd name="csY1836" fmla="*/ 1159927 h 1498637"/>
                <a:gd name="csX1837" fmla="*/ 2204244 w 3230884"/>
                <a:gd name="csY1837" fmla="*/ 1165182 h 1498637"/>
                <a:gd name="csX1838" fmla="*/ 2203289 w 3230884"/>
                <a:gd name="csY1838" fmla="*/ 1166138 h 1498637"/>
                <a:gd name="csX1839" fmla="*/ 2200422 w 3230884"/>
                <a:gd name="csY1839" fmla="*/ 1166615 h 1498637"/>
                <a:gd name="csX1840" fmla="*/ 2198989 w 3230884"/>
                <a:gd name="csY1840" fmla="*/ 1166615 h 1498637"/>
                <a:gd name="csX1841" fmla="*/ 2199944 w 3230884"/>
                <a:gd name="csY1841" fmla="*/ 1164227 h 1498637"/>
                <a:gd name="csX1842" fmla="*/ 2202333 w 3230884"/>
                <a:gd name="csY1842" fmla="*/ 1161838 h 1498637"/>
                <a:gd name="csX1843" fmla="*/ 2205677 w 3230884"/>
                <a:gd name="csY1843" fmla="*/ 1157539 h 1498637"/>
                <a:gd name="csX1844" fmla="*/ 2205677 w 3230884"/>
                <a:gd name="csY1844" fmla="*/ 1153717 h 1498637"/>
                <a:gd name="csX1845" fmla="*/ 2204721 w 3230884"/>
                <a:gd name="csY1845" fmla="*/ 1153239 h 1498637"/>
                <a:gd name="csX1846" fmla="*/ 2204244 w 3230884"/>
                <a:gd name="csY1846" fmla="*/ 1153239 h 1498637"/>
                <a:gd name="csX1847" fmla="*/ 2201855 w 3230884"/>
                <a:gd name="csY1847" fmla="*/ 1154672 h 1498637"/>
                <a:gd name="csX1848" fmla="*/ 2199467 w 3230884"/>
                <a:gd name="csY1848" fmla="*/ 1160405 h 1498637"/>
                <a:gd name="csX1849" fmla="*/ 2193256 w 3230884"/>
                <a:gd name="csY1849" fmla="*/ 1164227 h 1498637"/>
                <a:gd name="csX1850" fmla="*/ 2188957 w 3230884"/>
                <a:gd name="csY1850" fmla="*/ 1165660 h 1498637"/>
                <a:gd name="csX1851" fmla="*/ 2180835 w 3230884"/>
                <a:gd name="csY1851" fmla="*/ 1166138 h 1498637"/>
                <a:gd name="csX1852" fmla="*/ 2179402 w 3230884"/>
                <a:gd name="csY1852" fmla="*/ 1165660 h 1498637"/>
                <a:gd name="csX1853" fmla="*/ 2178924 w 3230884"/>
                <a:gd name="csY1853" fmla="*/ 1164704 h 1498637"/>
                <a:gd name="csX1854" fmla="*/ 2180835 w 3230884"/>
                <a:gd name="csY1854" fmla="*/ 1163271 h 1498637"/>
                <a:gd name="csX1855" fmla="*/ 2184657 w 3230884"/>
                <a:gd name="csY1855" fmla="*/ 1160883 h 1498637"/>
                <a:gd name="csX1856" fmla="*/ 2187046 w 3230884"/>
                <a:gd name="csY1856" fmla="*/ 1156105 h 1498637"/>
                <a:gd name="csX1857" fmla="*/ 2189912 w 3230884"/>
                <a:gd name="csY1857" fmla="*/ 1155150 h 1498637"/>
                <a:gd name="csX1858" fmla="*/ 2190867 w 3230884"/>
                <a:gd name="csY1858" fmla="*/ 1153717 h 1498637"/>
                <a:gd name="csX1859" fmla="*/ 2186568 w 3230884"/>
                <a:gd name="csY1859" fmla="*/ 1152761 h 1498637"/>
                <a:gd name="csX1860" fmla="*/ 2183701 w 3230884"/>
                <a:gd name="csY1860" fmla="*/ 1150850 h 1498637"/>
                <a:gd name="csX1861" fmla="*/ 2181313 w 3230884"/>
                <a:gd name="csY1861" fmla="*/ 1148939 h 1498637"/>
                <a:gd name="csX1862" fmla="*/ 2182268 w 3230884"/>
                <a:gd name="csY1862" fmla="*/ 1147984 h 1498637"/>
                <a:gd name="csX1863" fmla="*/ 2183224 w 3230884"/>
                <a:gd name="csY1863" fmla="*/ 1147984 h 1498637"/>
                <a:gd name="csX1864" fmla="*/ 2184657 w 3230884"/>
                <a:gd name="csY1864" fmla="*/ 1147028 h 1498637"/>
                <a:gd name="csX1865" fmla="*/ 2187523 w 3230884"/>
                <a:gd name="csY1865" fmla="*/ 1143207 h 1498637"/>
                <a:gd name="csX1866" fmla="*/ 2184657 w 3230884"/>
                <a:gd name="csY1866" fmla="*/ 1142729 h 1498637"/>
                <a:gd name="csX1867" fmla="*/ 2181791 w 3230884"/>
                <a:gd name="csY1867" fmla="*/ 1143207 h 1498637"/>
                <a:gd name="csX1868" fmla="*/ 2177013 w 3230884"/>
                <a:gd name="csY1868" fmla="*/ 1146073 h 1498637"/>
                <a:gd name="csX1869" fmla="*/ 2176535 w 3230884"/>
                <a:gd name="csY1869" fmla="*/ 1147984 h 1498637"/>
                <a:gd name="csX1870" fmla="*/ 2177969 w 3230884"/>
                <a:gd name="csY1870" fmla="*/ 1150373 h 1498637"/>
                <a:gd name="csX1871" fmla="*/ 2179402 w 3230884"/>
                <a:gd name="csY1871" fmla="*/ 1151328 h 1498637"/>
                <a:gd name="csX1872" fmla="*/ 2177491 w 3230884"/>
                <a:gd name="csY1872" fmla="*/ 1157539 h 1498637"/>
                <a:gd name="csX1873" fmla="*/ 2174625 w 3230884"/>
                <a:gd name="csY1873" fmla="*/ 1156583 h 1498637"/>
                <a:gd name="csX1874" fmla="*/ 2172236 w 3230884"/>
                <a:gd name="csY1874" fmla="*/ 1157061 h 1498637"/>
                <a:gd name="csX1875" fmla="*/ 2170325 w 3230884"/>
                <a:gd name="csY1875" fmla="*/ 1158494 h 1498637"/>
                <a:gd name="csX1876" fmla="*/ 2168892 w 3230884"/>
                <a:gd name="csY1876" fmla="*/ 1158016 h 1498637"/>
                <a:gd name="csX1877" fmla="*/ 2167936 w 3230884"/>
                <a:gd name="csY1877" fmla="*/ 1154194 h 1498637"/>
                <a:gd name="csX1878" fmla="*/ 2168892 w 3230884"/>
                <a:gd name="csY1878" fmla="*/ 1149895 h 1498637"/>
                <a:gd name="csX1879" fmla="*/ 2169848 w 3230884"/>
                <a:gd name="csY1879" fmla="*/ 1140818 h 1498637"/>
                <a:gd name="csX1880" fmla="*/ 2170803 w 3230884"/>
                <a:gd name="csY1880" fmla="*/ 1137952 h 1498637"/>
                <a:gd name="csX1881" fmla="*/ 2170803 w 3230884"/>
                <a:gd name="csY1881" fmla="*/ 1134608 h 1498637"/>
                <a:gd name="csX1882" fmla="*/ 2170325 w 3230884"/>
                <a:gd name="csY1882" fmla="*/ 1132697 h 1498637"/>
                <a:gd name="csX1883" fmla="*/ 2168892 w 3230884"/>
                <a:gd name="csY1883" fmla="*/ 1132697 h 1498637"/>
                <a:gd name="csX1884" fmla="*/ 2166025 w 3230884"/>
                <a:gd name="csY1884" fmla="*/ 1132697 h 1498637"/>
                <a:gd name="csX1885" fmla="*/ 2159337 w 3230884"/>
                <a:gd name="csY1885" fmla="*/ 1132697 h 1498637"/>
                <a:gd name="csX1886" fmla="*/ 2151694 w 3230884"/>
                <a:gd name="csY1886" fmla="*/ 1133652 h 1498637"/>
                <a:gd name="csX1887" fmla="*/ 2143572 w 3230884"/>
                <a:gd name="csY1887" fmla="*/ 1130308 h 1498637"/>
                <a:gd name="csX1888" fmla="*/ 2141184 w 3230884"/>
                <a:gd name="csY1888" fmla="*/ 1129830 h 1498637"/>
                <a:gd name="csX1889" fmla="*/ 2139750 w 3230884"/>
                <a:gd name="csY1889" fmla="*/ 1129353 h 1498637"/>
                <a:gd name="csX1890" fmla="*/ 2138795 w 3230884"/>
                <a:gd name="csY1890" fmla="*/ 1125531 h 1498637"/>
                <a:gd name="csX1891" fmla="*/ 2139273 w 3230884"/>
                <a:gd name="csY1891" fmla="*/ 1123620 h 1498637"/>
                <a:gd name="csX1892" fmla="*/ 2139750 w 3230884"/>
                <a:gd name="csY1892" fmla="*/ 1122664 h 1498637"/>
                <a:gd name="csX1893" fmla="*/ 2145483 w 3230884"/>
                <a:gd name="csY1893" fmla="*/ 1116932 h 1498637"/>
                <a:gd name="csX1894" fmla="*/ 2149783 w 3230884"/>
                <a:gd name="csY1894" fmla="*/ 1115498 h 1498637"/>
                <a:gd name="csX1895" fmla="*/ 2157904 w 3230884"/>
                <a:gd name="csY1895" fmla="*/ 1109288 h 1498637"/>
                <a:gd name="csX1896" fmla="*/ 2161726 w 3230884"/>
                <a:gd name="csY1896" fmla="*/ 1104511 h 1498637"/>
                <a:gd name="csX1897" fmla="*/ 2163637 w 3230884"/>
                <a:gd name="csY1897" fmla="*/ 1102122 h 1498637"/>
                <a:gd name="csX1898" fmla="*/ 2170325 w 3230884"/>
                <a:gd name="csY1898" fmla="*/ 1098778 h 1498637"/>
                <a:gd name="csX1899" fmla="*/ 2174625 w 3230884"/>
                <a:gd name="csY1899" fmla="*/ 1095434 h 1498637"/>
                <a:gd name="csX1900" fmla="*/ 2178446 w 3230884"/>
                <a:gd name="csY1900" fmla="*/ 1092090 h 1498637"/>
                <a:gd name="csX1901" fmla="*/ 2182268 w 3230884"/>
                <a:gd name="csY1901" fmla="*/ 1089223 h 1498637"/>
                <a:gd name="csX1902" fmla="*/ 2185612 w 3230884"/>
                <a:gd name="csY1902" fmla="*/ 1084924 h 1498637"/>
                <a:gd name="csX1903" fmla="*/ 2188001 w 3230884"/>
                <a:gd name="csY1903" fmla="*/ 1083968 h 1498637"/>
                <a:gd name="csX1904" fmla="*/ 2195644 w 3230884"/>
                <a:gd name="csY1904" fmla="*/ 1074414 h 1498637"/>
                <a:gd name="csX1905" fmla="*/ 2197078 w 3230884"/>
                <a:gd name="csY1905" fmla="*/ 1072503 h 1498637"/>
                <a:gd name="csX1906" fmla="*/ 2198033 w 3230884"/>
                <a:gd name="csY1906" fmla="*/ 1069636 h 1498637"/>
                <a:gd name="csX1907" fmla="*/ 2198511 w 3230884"/>
                <a:gd name="csY1907" fmla="*/ 1068203 h 1498637"/>
                <a:gd name="csX1908" fmla="*/ 2207588 w 3230884"/>
                <a:gd name="csY1908" fmla="*/ 1056738 h 1498637"/>
                <a:gd name="csX1909" fmla="*/ 2213321 w 3230884"/>
                <a:gd name="csY1909" fmla="*/ 1052916 h 1498637"/>
                <a:gd name="csX1910" fmla="*/ 2217620 w 3230884"/>
                <a:gd name="csY1910" fmla="*/ 1047183 h 1498637"/>
                <a:gd name="csX1911" fmla="*/ 2222875 w 3230884"/>
                <a:gd name="csY1911" fmla="*/ 1044794 h 1498637"/>
                <a:gd name="csX1912" fmla="*/ 2224308 w 3230884"/>
                <a:gd name="csY1912" fmla="*/ 1043839 h 1498637"/>
                <a:gd name="csX1913" fmla="*/ 2226219 w 3230884"/>
                <a:gd name="csY1913" fmla="*/ 1040495 h 1498637"/>
                <a:gd name="csX1914" fmla="*/ 2230041 w 3230884"/>
                <a:gd name="csY1914" fmla="*/ 1038584 h 1498637"/>
                <a:gd name="csX1915" fmla="*/ 2230997 w 3230884"/>
                <a:gd name="csY1915" fmla="*/ 1037151 h 1498637"/>
                <a:gd name="csX1916" fmla="*/ 2233863 w 3230884"/>
                <a:gd name="csY1916" fmla="*/ 1032851 h 1498637"/>
                <a:gd name="csX1917" fmla="*/ 2242940 w 3230884"/>
                <a:gd name="csY1917" fmla="*/ 1028074 h 1498637"/>
                <a:gd name="csX1918" fmla="*/ 2243896 w 3230884"/>
                <a:gd name="csY1918" fmla="*/ 1026641 h 1498637"/>
                <a:gd name="csX1919" fmla="*/ 2247717 w 3230884"/>
                <a:gd name="csY1919" fmla="*/ 1014697 h 1498637"/>
                <a:gd name="csX1920" fmla="*/ 2249628 w 3230884"/>
                <a:gd name="csY1920" fmla="*/ 1011353 h 1498637"/>
                <a:gd name="csX1921" fmla="*/ 2253450 w 3230884"/>
                <a:gd name="csY1921" fmla="*/ 1007531 h 1498637"/>
                <a:gd name="csX1922" fmla="*/ 2260616 w 3230884"/>
                <a:gd name="csY1922" fmla="*/ 1003710 h 1498637"/>
                <a:gd name="csX1923" fmla="*/ 2265871 w 3230884"/>
                <a:gd name="csY1923" fmla="*/ 999410 h 1498637"/>
                <a:gd name="csX1924" fmla="*/ 2268737 w 3230884"/>
                <a:gd name="csY1924" fmla="*/ 996066 h 1498637"/>
                <a:gd name="csX1925" fmla="*/ 2273992 w 3230884"/>
                <a:gd name="csY1925" fmla="*/ 986989 h 1498637"/>
                <a:gd name="csX1926" fmla="*/ 2280203 w 3230884"/>
                <a:gd name="csY1926" fmla="*/ 981734 h 1498637"/>
                <a:gd name="csX1927" fmla="*/ 2284980 w 3230884"/>
                <a:gd name="csY1927" fmla="*/ 978868 h 1498637"/>
                <a:gd name="csX1928" fmla="*/ 2297401 w 3230884"/>
                <a:gd name="csY1928" fmla="*/ 974090 h 1498637"/>
                <a:gd name="csX1929" fmla="*/ 2303612 w 3230884"/>
                <a:gd name="csY1929" fmla="*/ 975046 h 1498637"/>
                <a:gd name="csX1930" fmla="*/ 2310778 w 3230884"/>
                <a:gd name="csY1930" fmla="*/ 972657 h 1498637"/>
                <a:gd name="csX1931" fmla="*/ 2315555 w 3230884"/>
                <a:gd name="csY1931" fmla="*/ 972657 h 1498637"/>
                <a:gd name="csX1932" fmla="*/ 2322721 w 3230884"/>
                <a:gd name="csY1932" fmla="*/ 974090 h 1498637"/>
                <a:gd name="csX1933" fmla="*/ 2344219 w 3230884"/>
                <a:gd name="csY1933" fmla="*/ 972657 h 1498637"/>
                <a:gd name="csX1934" fmla="*/ 2348040 w 3230884"/>
                <a:gd name="csY1934" fmla="*/ 974090 h 1498637"/>
                <a:gd name="csX1935" fmla="*/ 2349474 w 3230884"/>
                <a:gd name="csY1935" fmla="*/ 975524 h 1498637"/>
                <a:gd name="csX1936" fmla="*/ 2351385 w 3230884"/>
                <a:gd name="csY1936" fmla="*/ 980301 h 1498637"/>
                <a:gd name="csX1937" fmla="*/ 2353773 w 3230884"/>
                <a:gd name="csY1937" fmla="*/ 981256 h 1498637"/>
                <a:gd name="csX1938" fmla="*/ 2358551 w 3230884"/>
                <a:gd name="csY1938" fmla="*/ 979345 h 1498637"/>
                <a:gd name="csX1939" fmla="*/ 2361895 w 3230884"/>
                <a:gd name="csY1939" fmla="*/ 971702 h 1498637"/>
                <a:gd name="csX1940" fmla="*/ 2363806 w 3230884"/>
                <a:gd name="csY1940" fmla="*/ 971224 h 1498637"/>
                <a:gd name="csX1941" fmla="*/ 2369060 w 3230884"/>
                <a:gd name="csY1941" fmla="*/ 974090 h 1498637"/>
                <a:gd name="csX1942" fmla="*/ 2373360 w 3230884"/>
                <a:gd name="csY1942" fmla="*/ 974090 h 1498637"/>
                <a:gd name="csX1943" fmla="*/ 2382915 w 3230884"/>
                <a:gd name="csY1943" fmla="*/ 977912 h 1498637"/>
                <a:gd name="csX1944" fmla="*/ 2386259 w 3230884"/>
                <a:gd name="csY1944" fmla="*/ 976957 h 1498637"/>
                <a:gd name="csX1945" fmla="*/ 2390081 w 3230884"/>
                <a:gd name="csY1945" fmla="*/ 973613 h 1498637"/>
                <a:gd name="csX1946" fmla="*/ 2397724 w 3230884"/>
                <a:gd name="csY1946" fmla="*/ 972657 h 1498637"/>
                <a:gd name="csX1947" fmla="*/ 2402502 w 3230884"/>
                <a:gd name="csY1947" fmla="*/ 977912 h 1498637"/>
                <a:gd name="csX1948" fmla="*/ 2406801 w 3230884"/>
                <a:gd name="csY1948" fmla="*/ 977912 h 1498637"/>
                <a:gd name="csX1949" fmla="*/ 2410623 w 3230884"/>
                <a:gd name="csY1949" fmla="*/ 976957 h 1498637"/>
                <a:gd name="csX1950" fmla="*/ 2411579 w 3230884"/>
                <a:gd name="csY1950" fmla="*/ 974090 h 1498637"/>
                <a:gd name="csX1951" fmla="*/ 2410145 w 3230884"/>
                <a:gd name="csY1951" fmla="*/ 973135 h 1498637"/>
                <a:gd name="csX1952" fmla="*/ 2407279 w 3230884"/>
                <a:gd name="csY1952" fmla="*/ 974090 h 1498637"/>
                <a:gd name="csX1953" fmla="*/ 2406801 w 3230884"/>
                <a:gd name="csY1953" fmla="*/ 971224 h 1498637"/>
                <a:gd name="csX1954" fmla="*/ 2408234 w 3230884"/>
                <a:gd name="csY1954" fmla="*/ 968358 h 1498637"/>
                <a:gd name="csX1955" fmla="*/ 2411101 w 3230884"/>
                <a:gd name="csY1955" fmla="*/ 970268 h 1498637"/>
                <a:gd name="csX1956" fmla="*/ 2414922 w 3230884"/>
                <a:gd name="csY1956" fmla="*/ 970268 h 1498637"/>
                <a:gd name="csX1957" fmla="*/ 2416356 w 3230884"/>
                <a:gd name="csY1957" fmla="*/ 969791 h 1498637"/>
                <a:gd name="csX1958" fmla="*/ 2415878 w 3230884"/>
                <a:gd name="csY1958" fmla="*/ 968358 h 1498637"/>
                <a:gd name="csX1959" fmla="*/ 2414922 w 3230884"/>
                <a:gd name="csY1959" fmla="*/ 967402 h 1498637"/>
                <a:gd name="csX1960" fmla="*/ 2413490 w 3230884"/>
                <a:gd name="csY1960" fmla="*/ 964536 h 1498637"/>
                <a:gd name="csX1961" fmla="*/ 2418267 w 3230884"/>
                <a:gd name="csY1961" fmla="*/ 961192 h 1498637"/>
                <a:gd name="csX1962" fmla="*/ 2420655 w 3230884"/>
                <a:gd name="csY1962" fmla="*/ 960236 h 1498637"/>
                <a:gd name="csX1963" fmla="*/ 2424955 w 3230884"/>
                <a:gd name="csY1963" fmla="*/ 959759 h 1498637"/>
                <a:gd name="csX1964" fmla="*/ 2436420 w 3230884"/>
                <a:gd name="csY1964" fmla="*/ 964058 h 1498637"/>
                <a:gd name="csX1965" fmla="*/ 2438809 w 3230884"/>
                <a:gd name="csY1965" fmla="*/ 964536 h 1498637"/>
                <a:gd name="csX1966" fmla="*/ 2441197 w 3230884"/>
                <a:gd name="csY1966" fmla="*/ 966447 h 1498637"/>
                <a:gd name="csX1967" fmla="*/ 2445497 w 3230884"/>
                <a:gd name="csY1967" fmla="*/ 967402 h 1498637"/>
                <a:gd name="csX1968" fmla="*/ 2443109 w 3230884"/>
                <a:gd name="csY1968" fmla="*/ 968358 h 1498637"/>
                <a:gd name="csX1969" fmla="*/ 2441675 w 3230884"/>
                <a:gd name="csY1969" fmla="*/ 969791 h 1498637"/>
                <a:gd name="csX1970" fmla="*/ 2444542 w 3230884"/>
                <a:gd name="csY1970" fmla="*/ 969313 h 1498637"/>
                <a:gd name="csX1971" fmla="*/ 2446931 w 3230884"/>
                <a:gd name="csY1971" fmla="*/ 970746 h 1498637"/>
                <a:gd name="csX1972" fmla="*/ 2448363 w 3230884"/>
                <a:gd name="csY1972" fmla="*/ 970746 h 1498637"/>
                <a:gd name="csX1973" fmla="*/ 2449319 w 3230884"/>
                <a:gd name="csY1973" fmla="*/ 970268 h 1498637"/>
                <a:gd name="csX1974" fmla="*/ 2450274 w 3230884"/>
                <a:gd name="csY1974" fmla="*/ 968835 h 1498637"/>
                <a:gd name="csX1975" fmla="*/ 2451708 w 3230884"/>
                <a:gd name="csY1975" fmla="*/ 966924 h 1498637"/>
                <a:gd name="csX1976" fmla="*/ 2452663 w 3230884"/>
                <a:gd name="csY1976" fmla="*/ 966447 h 1498637"/>
                <a:gd name="csX1977" fmla="*/ 2455529 w 3230884"/>
                <a:gd name="csY1977" fmla="*/ 966447 h 1498637"/>
                <a:gd name="csX1978" fmla="*/ 2458874 w 3230884"/>
                <a:gd name="csY1978" fmla="*/ 967402 h 1498637"/>
                <a:gd name="csX1979" fmla="*/ 2461740 w 3230884"/>
                <a:gd name="csY1979" fmla="*/ 968358 h 1498637"/>
                <a:gd name="csX1980" fmla="*/ 2467950 w 3230884"/>
                <a:gd name="csY1980" fmla="*/ 976001 h 1498637"/>
                <a:gd name="csX1981" fmla="*/ 2470817 w 3230884"/>
                <a:gd name="csY1981" fmla="*/ 976957 h 1498637"/>
                <a:gd name="csX1982" fmla="*/ 2474161 w 3230884"/>
                <a:gd name="csY1982" fmla="*/ 976957 h 1498637"/>
                <a:gd name="csX1983" fmla="*/ 2475116 w 3230884"/>
                <a:gd name="csY1983" fmla="*/ 977434 h 1498637"/>
                <a:gd name="csX1984" fmla="*/ 2477027 w 3230884"/>
                <a:gd name="csY1984" fmla="*/ 979345 h 1498637"/>
                <a:gd name="csX1985" fmla="*/ 2471772 w 3230884"/>
                <a:gd name="csY1985" fmla="*/ 981734 h 1498637"/>
                <a:gd name="csX1986" fmla="*/ 2466517 w 3230884"/>
                <a:gd name="csY1986" fmla="*/ 982212 h 1498637"/>
                <a:gd name="csX1987" fmla="*/ 2462218 w 3230884"/>
                <a:gd name="csY1987" fmla="*/ 981256 h 1498637"/>
                <a:gd name="csX1988" fmla="*/ 2454574 w 3230884"/>
                <a:gd name="csY1988" fmla="*/ 984123 h 1498637"/>
                <a:gd name="csX1989" fmla="*/ 2458396 w 3230884"/>
                <a:gd name="csY1989" fmla="*/ 991766 h 1498637"/>
                <a:gd name="csX1990" fmla="*/ 2466040 w 3230884"/>
                <a:gd name="csY1990" fmla="*/ 991766 h 1498637"/>
                <a:gd name="csX1991" fmla="*/ 2473683 w 3230884"/>
                <a:gd name="csY1991" fmla="*/ 990333 h 1498637"/>
                <a:gd name="csX1992" fmla="*/ 2475116 w 3230884"/>
                <a:gd name="csY1992" fmla="*/ 987467 h 1498637"/>
                <a:gd name="csX1993" fmla="*/ 2478461 w 3230884"/>
                <a:gd name="csY1993" fmla="*/ 986034 h 1498637"/>
                <a:gd name="csX1994" fmla="*/ 2479893 w 3230884"/>
                <a:gd name="csY1994" fmla="*/ 986511 h 1498637"/>
                <a:gd name="csX1995" fmla="*/ 2483238 w 3230884"/>
                <a:gd name="csY1995" fmla="*/ 988900 h 1498637"/>
                <a:gd name="csX1996" fmla="*/ 2488015 w 3230884"/>
                <a:gd name="csY1996" fmla="*/ 989855 h 1498637"/>
                <a:gd name="csX1997" fmla="*/ 2489448 w 3230884"/>
                <a:gd name="csY1997" fmla="*/ 989378 h 1498637"/>
                <a:gd name="csX1998" fmla="*/ 2493270 w 3230884"/>
                <a:gd name="csY1998" fmla="*/ 984123 h 1498637"/>
                <a:gd name="csX1999" fmla="*/ 2495659 w 3230884"/>
                <a:gd name="csY1999" fmla="*/ 983645 h 1498637"/>
                <a:gd name="csX2000" fmla="*/ 2497092 w 3230884"/>
                <a:gd name="csY2000" fmla="*/ 984123 h 1498637"/>
                <a:gd name="csX2001" fmla="*/ 2499003 w 3230884"/>
                <a:gd name="csY2001" fmla="*/ 979823 h 1498637"/>
                <a:gd name="csX2002" fmla="*/ 2505691 w 3230884"/>
                <a:gd name="csY2002" fmla="*/ 979345 h 1498637"/>
                <a:gd name="csX2003" fmla="*/ 2509513 w 3230884"/>
                <a:gd name="csY2003" fmla="*/ 983167 h 1498637"/>
                <a:gd name="csX2004" fmla="*/ 2511902 w 3230884"/>
                <a:gd name="csY2004" fmla="*/ 984600 h 1498637"/>
                <a:gd name="csX2005" fmla="*/ 2516679 w 3230884"/>
                <a:gd name="csY2005" fmla="*/ 983167 h 1498637"/>
                <a:gd name="csX2006" fmla="*/ 2519068 w 3230884"/>
                <a:gd name="csY2006" fmla="*/ 980779 h 1498637"/>
                <a:gd name="csX2007" fmla="*/ 2520500 w 3230884"/>
                <a:gd name="csY2007" fmla="*/ 979345 h 1498637"/>
                <a:gd name="csX2008" fmla="*/ 2525278 w 3230884"/>
                <a:gd name="csY2008" fmla="*/ 982212 h 1498637"/>
                <a:gd name="csX2009" fmla="*/ 2528145 w 3230884"/>
                <a:gd name="csY2009" fmla="*/ 980779 h 1498637"/>
                <a:gd name="csX2010" fmla="*/ 2531966 w 3230884"/>
                <a:gd name="csY2010" fmla="*/ 980301 h 1498637"/>
                <a:gd name="csX2011" fmla="*/ 2534355 w 3230884"/>
                <a:gd name="csY2011" fmla="*/ 980301 h 1498637"/>
                <a:gd name="csX2012" fmla="*/ 2534355 w 3230884"/>
                <a:gd name="csY2012" fmla="*/ 977434 h 1498637"/>
                <a:gd name="csX2013" fmla="*/ 2534832 w 3230884"/>
                <a:gd name="csY2013" fmla="*/ 974568 h 1498637"/>
                <a:gd name="csX2014" fmla="*/ 2531011 w 3230884"/>
                <a:gd name="csY2014" fmla="*/ 971224 h 1498637"/>
                <a:gd name="csX2015" fmla="*/ 2522889 w 3230884"/>
                <a:gd name="csY2015" fmla="*/ 967880 h 1498637"/>
                <a:gd name="csX2016" fmla="*/ 2518590 w 3230884"/>
                <a:gd name="csY2016" fmla="*/ 970268 h 1498637"/>
                <a:gd name="csX2017" fmla="*/ 2517157 w 3230884"/>
                <a:gd name="csY2017" fmla="*/ 970268 h 1498637"/>
                <a:gd name="csX2018" fmla="*/ 2515723 w 3230884"/>
                <a:gd name="csY2018" fmla="*/ 970268 h 1498637"/>
                <a:gd name="csX2019" fmla="*/ 2514768 w 3230884"/>
                <a:gd name="csY2019" fmla="*/ 968358 h 1498637"/>
                <a:gd name="csX2020" fmla="*/ 2515723 w 3230884"/>
                <a:gd name="csY2020" fmla="*/ 965969 h 1498637"/>
                <a:gd name="csX2021" fmla="*/ 2516679 w 3230884"/>
                <a:gd name="csY2021" fmla="*/ 963580 h 1498637"/>
                <a:gd name="csX2022" fmla="*/ 2516679 w 3230884"/>
                <a:gd name="csY2022" fmla="*/ 961192 h 1498637"/>
                <a:gd name="csX2023" fmla="*/ 2517157 w 3230884"/>
                <a:gd name="csY2023" fmla="*/ 957370 h 1498637"/>
                <a:gd name="csX2024" fmla="*/ 2519068 w 3230884"/>
                <a:gd name="csY2024" fmla="*/ 955937 h 1498637"/>
                <a:gd name="csX2025" fmla="*/ 2520500 w 3230884"/>
                <a:gd name="csY2025" fmla="*/ 955459 h 1498637"/>
                <a:gd name="csX2026" fmla="*/ 2522889 w 3230884"/>
                <a:gd name="csY2026" fmla="*/ 947815 h 1498637"/>
                <a:gd name="csX2027" fmla="*/ 2531011 w 3230884"/>
                <a:gd name="csY2027" fmla="*/ 937783 h 1498637"/>
                <a:gd name="csX2028" fmla="*/ 2540088 w 3230884"/>
                <a:gd name="csY2028" fmla="*/ 931095 h 1498637"/>
                <a:gd name="csX2029" fmla="*/ 2545820 w 3230884"/>
                <a:gd name="csY2029" fmla="*/ 926317 h 1498637"/>
                <a:gd name="csX2030" fmla="*/ 2548209 w 3230884"/>
                <a:gd name="csY2030" fmla="*/ 922973 h 1498637"/>
                <a:gd name="csX2031" fmla="*/ 2552509 w 3230884"/>
                <a:gd name="csY2031" fmla="*/ 914852 h 1498637"/>
                <a:gd name="csX2032" fmla="*/ 2558241 w 3230884"/>
                <a:gd name="csY2032" fmla="*/ 908641 h 1498637"/>
                <a:gd name="csX2033" fmla="*/ 2560630 w 3230884"/>
                <a:gd name="csY2033" fmla="*/ 906731 h 1498637"/>
                <a:gd name="csX2034" fmla="*/ 2563496 w 3230884"/>
                <a:gd name="csY2034" fmla="*/ 904342 h 1498637"/>
                <a:gd name="csX2035" fmla="*/ 2564930 w 3230884"/>
                <a:gd name="csY2035" fmla="*/ 896220 h 1498637"/>
                <a:gd name="csX2036" fmla="*/ 2566841 w 3230884"/>
                <a:gd name="csY2036" fmla="*/ 894787 h 1498637"/>
                <a:gd name="csX2037" fmla="*/ 2568752 w 3230884"/>
                <a:gd name="csY2037" fmla="*/ 893354 h 1498637"/>
                <a:gd name="csX2038" fmla="*/ 2572573 w 3230884"/>
                <a:gd name="csY2038" fmla="*/ 889054 h 1498637"/>
                <a:gd name="csX2039" fmla="*/ 2578306 w 3230884"/>
                <a:gd name="csY2039" fmla="*/ 886188 h 1498637"/>
                <a:gd name="csX2040" fmla="*/ 2580217 w 3230884"/>
                <a:gd name="csY2040" fmla="*/ 884277 h 1498637"/>
                <a:gd name="csX2041" fmla="*/ 2586905 w 3230884"/>
                <a:gd name="csY2041" fmla="*/ 884277 h 1498637"/>
                <a:gd name="csX2042" fmla="*/ 2592160 w 3230884"/>
                <a:gd name="csY2042" fmla="*/ 886188 h 1498637"/>
                <a:gd name="csX2043" fmla="*/ 2594071 w 3230884"/>
                <a:gd name="csY2043" fmla="*/ 885710 h 1498637"/>
                <a:gd name="csX2044" fmla="*/ 2597415 w 3230884"/>
                <a:gd name="csY2044" fmla="*/ 883322 h 1498637"/>
                <a:gd name="csX2045" fmla="*/ 2601714 w 3230884"/>
                <a:gd name="csY2045" fmla="*/ 883800 h 1498637"/>
                <a:gd name="csX2046" fmla="*/ 2607448 w 3230884"/>
                <a:gd name="csY2046" fmla="*/ 882366 h 1498637"/>
                <a:gd name="csX2047" fmla="*/ 2612225 w 3230884"/>
                <a:gd name="csY2047" fmla="*/ 879500 h 1498637"/>
                <a:gd name="csX2048" fmla="*/ 2614614 w 3230884"/>
                <a:gd name="csY2048" fmla="*/ 879022 h 1498637"/>
                <a:gd name="csX2049" fmla="*/ 2616525 w 3230884"/>
                <a:gd name="csY2049" fmla="*/ 879978 h 1498637"/>
                <a:gd name="csX2050" fmla="*/ 2618913 w 3230884"/>
                <a:gd name="csY2050" fmla="*/ 883800 h 1498637"/>
                <a:gd name="csX2051" fmla="*/ 2620346 w 3230884"/>
                <a:gd name="csY2051" fmla="*/ 884755 h 1498637"/>
                <a:gd name="csX2052" fmla="*/ 2621779 w 3230884"/>
                <a:gd name="csY2052" fmla="*/ 887144 h 1498637"/>
                <a:gd name="csX2053" fmla="*/ 2625123 w 3230884"/>
                <a:gd name="csY2053" fmla="*/ 885710 h 1498637"/>
                <a:gd name="csX2054" fmla="*/ 2634200 w 3230884"/>
                <a:gd name="csY2054" fmla="*/ 880455 h 1498637"/>
                <a:gd name="csX2055" fmla="*/ 2635156 w 3230884"/>
                <a:gd name="csY2055" fmla="*/ 880455 h 1498637"/>
                <a:gd name="csX2056" fmla="*/ 2636589 w 3230884"/>
                <a:gd name="csY2056" fmla="*/ 880455 h 1498637"/>
                <a:gd name="csX2057" fmla="*/ 2637067 w 3230884"/>
                <a:gd name="csY2057" fmla="*/ 882844 h 1498637"/>
                <a:gd name="csX2058" fmla="*/ 2637067 w 3230884"/>
                <a:gd name="csY2058" fmla="*/ 884277 h 1498637"/>
                <a:gd name="csX2059" fmla="*/ 2635634 w 3230884"/>
                <a:gd name="csY2059" fmla="*/ 890010 h 1498637"/>
                <a:gd name="csX2060" fmla="*/ 2633723 w 3230884"/>
                <a:gd name="csY2060" fmla="*/ 894310 h 1498637"/>
                <a:gd name="csX2061" fmla="*/ 2629423 w 3230884"/>
                <a:gd name="csY2061" fmla="*/ 902431 h 1498637"/>
                <a:gd name="csX2062" fmla="*/ 2628468 w 3230884"/>
                <a:gd name="csY2062" fmla="*/ 903386 h 1498637"/>
                <a:gd name="csX2063" fmla="*/ 2628945 w 3230884"/>
                <a:gd name="csY2063" fmla="*/ 905775 h 1498637"/>
                <a:gd name="csX2064" fmla="*/ 2629423 w 3230884"/>
                <a:gd name="csY2064" fmla="*/ 909597 h 1498637"/>
                <a:gd name="csX2065" fmla="*/ 2627512 w 3230884"/>
                <a:gd name="csY2065" fmla="*/ 913896 h 1498637"/>
                <a:gd name="csX2066" fmla="*/ 2626557 w 3230884"/>
                <a:gd name="csY2066" fmla="*/ 916285 h 1498637"/>
                <a:gd name="csX2067" fmla="*/ 2628468 w 3230884"/>
                <a:gd name="csY2067" fmla="*/ 916763 h 1498637"/>
                <a:gd name="csX2068" fmla="*/ 2630856 w 3230884"/>
                <a:gd name="csY2068" fmla="*/ 914374 h 1498637"/>
                <a:gd name="csX2069" fmla="*/ 2634200 w 3230884"/>
                <a:gd name="csY2069" fmla="*/ 912941 h 1498637"/>
                <a:gd name="csX2070" fmla="*/ 2636111 w 3230884"/>
                <a:gd name="csY2070" fmla="*/ 912941 h 1498637"/>
                <a:gd name="csX2071" fmla="*/ 2638022 w 3230884"/>
                <a:gd name="csY2071" fmla="*/ 913419 h 1498637"/>
                <a:gd name="csX2072" fmla="*/ 2635156 w 3230884"/>
                <a:gd name="csY2072" fmla="*/ 921062 h 1498637"/>
                <a:gd name="csX2073" fmla="*/ 2634678 w 3230884"/>
                <a:gd name="csY2073" fmla="*/ 924884 h 1498637"/>
                <a:gd name="csX2074" fmla="*/ 2634200 w 3230884"/>
                <a:gd name="csY2074" fmla="*/ 926317 h 1498637"/>
                <a:gd name="csX2075" fmla="*/ 2634200 w 3230884"/>
                <a:gd name="csY2075" fmla="*/ 928228 h 1498637"/>
                <a:gd name="csX2076" fmla="*/ 2636111 w 3230884"/>
                <a:gd name="csY2076" fmla="*/ 926795 h 1498637"/>
                <a:gd name="csX2077" fmla="*/ 2638022 w 3230884"/>
                <a:gd name="csY2077" fmla="*/ 925362 h 1498637"/>
                <a:gd name="csX2078" fmla="*/ 2639933 w 3230884"/>
                <a:gd name="csY2078" fmla="*/ 924407 h 1498637"/>
                <a:gd name="csX2079" fmla="*/ 2645666 w 3230884"/>
                <a:gd name="csY2079" fmla="*/ 923929 h 1498637"/>
                <a:gd name="csX2080" fmla="*/ 2648532 w 3230884"/>
                <a:gd name="csY2080" fmla="*/ 918674 h 1498637"/>
                <a:gd name="csX2081" fmla="*/ 2650921 w 3230884"/>
                <a:gd name="csY2081" fmla="*/ 915807 h 1498637"/>
                <a:gd name="csX2082" fmla="*/ 2673852 w 3230884"/>
                <a:gd name="csY2082" fmla="*/ 894310 h 1498637"/>
                <a:gd name="csX2083" fmla="*/ 2678151 w 3230884"/>
                <a:gd name="csY2083" fmla="*/ 889532 h 1498637"/>
                <a:gd name="csX2084" fmla="*/ 2680062 w 3230884"/>
                <a:gd name="csY2084" fmla="*/ 889054 h 1498637"/>
                <a:gd name="csX2085" fmla="*/ 2682451 w 3230884"/>
                <a:gd name="csY2085" fmla="*/ 890010 h 1498637"/>
                <a:gd name="csX2086" fmla="*/ 2683884 w 3230884"/>
                <a:gd name="csY2086" fmla="*/ 890010 h 1498637"/>
                <a:gd name="csX2087" fmla="*/ 2684362 w 3230884"/>
                <a:gd name="csY2087" fmla="*/ 888099 h 1498637"/>
                <a:gd name="csX2088" fmla="*/ 2685317 w 3230884"/>
                <a:gd name="csY2088" fmla="*/ 887621 h 1498637"/>
                <a:gd name="csX2089" fmla="*/ 2687228 w 3230884"/>
                <a:gd name="csY2089" fmla="*/ 888099 h 1498637"/>
                <a:gd name="csX2090" fmla="*/ 2688662 w 3230884"/>
                <a:gd name="csY2090" fmla="*/ 891921 h 1498637"/>
                <a:gd name="csX2091" fmla="*/ 2690094 w 3230884"/>
                <a:gd name="csY2091" fmla="*/ 893832 h 1498637"/>
                <a:gd name="csX2092" fmla="*/ 2691050 w 3230884"/>
                <a:gd name="csY2092" fmla="*/ 893832 h 1498637"/>
                <a:gd name="csX2093" fmla="*/ 2691528 w 3230884"/>
                <a:gd name="csY2093" fmla="*/ 892876 h 1498637"/>
                <a:gd name="csX2094" fmla="*/ 2692961 w 3230884"/>
                <a:gd name="csY2094" fmla="*/ 891443 h 1498637"/>
                <a:gd name="csX2095" fmla="*/ 2693916 w 3230884"/>
                <a:gd name="csY2095" fmla="*/ 890010 h 1498637"/>
                <a:gd name="csX2096" fmla="*/ 2695350 w 3230884"/>
                <a:gd name="csY2096" fmla="*/ 888099 h 1498637"/>
                <a:gd name="csX2097" fmla="*/ 2694394 w 3230884"/>
                <a:gd name="csY2097" fmla="*/ 886666 h 1498637"/>
                <a:gd name="csX2098" fmla="*/ 2690094 w 3230884"/>
                <a:gd name="csY2098" fmla="*/ 884755 h 1498637"/>
                <a:gd name="csX2099" fmla="*/ 2690573 w 3230884"/>
                <a:gd name="csY2099" fmla="*/ 880455 h 1498637"/>
                <a:gd name="csX2100" fmla="*/ 2692483 w 3230884"/>
                <a:gd name="csY2100" fmla="*/ 874723 h 1498637"/>
                <a:gd name="csX2101" fmla="*/ 2692483 w 3230884"/>
                <a:gd name="csY2101" fmla="*/ 870423 h 1498637"/>
                <a:gd name="csX2102" fmla="*/ 2693439 w 3230884"/>
                <a:gd name="csY2102" fmla="*/ 866601 h 1498637"/>
                <a:gd name="csX2103" fmla="*/ 2694394 w 3230884"/>
                <a:gd name="csY2103" fmla="*/ 864213 h 1498637"/>
                <a:gd name="csX2104" fmla="*/ 2695350 w 3230884"/>
                <a:gd name="csY2104" fmla="*/ 863257 h 1498637"/>
                <a:gd name="csX2105" fmla="*/ 2695828 w 3230884"/>
                <a:gd name="csY2105" fmla="*/ 861824 h 1498637"/>
                <a:gd name="csX2106" fmla="*/ 2694872 w 3230884"/>
                <a:gd name="csY2106" fmla="*/ 858958 h 1498637"/>
                <a:gd name="csX2107" fmla="*/ 2695828 w 3230884"/>
                <a:gd name="csY2107" fmla="*/ 856569 h 1498637"/>
                <a:gd name="csX2108" fmla="*/ 2696783 w 3230884"/>
                <a:gd name="csY2108" fmla="*/ 855136 h 1498637"/>
                <a:gd name="csX2109" fmla="*/ 2714937 w 3230884"/>
                <a:gd name="csY2109" fmla="*/ 849403 h 1498637"/>
                <a:gd name="csX2110" fmla="*/ 2718281 w 3230884"/>
                <a:gd name="csY2110" fmla="*/ 848925 h 1498637"/>
                <a:gd name="csX2111" fmla="*/ 2721147 w 3230884"/>
                <a:gd name="csY2111" fmla="*/ 849881 h 1498637"/>
                <a:gd name="csX2112" fmla="*/ 2725447 w 3230884"/>
                <a:gd name="csY2112" fmla="*/ 854180 h 1498637"/>
                <a:gd name="csX2113" fmla="*/ 2730701 w 3230884"/>
                <a:gd name="csY2113" fmla="*/ 856091 h 1498637"/>
                <a:gd name="csX2114" fmla="*/ 2737390 w 3230884"/>
                <a:gd name="csY2114" fmla="*/ 857047 h 1498637"/>
                <a:gd name="csX2115" fmla="*/ 2737867 w 3230884"/>
                <a:gd name="csY2115" fmla="*/ 858958 h 1498637"/>
                <a:gd name="csX2116" fmla="*/ 2735479 w 3230884"/>
                <a:gd name="csY2116" fmla="*/ 858480 h 1498637"/>
                <a:gd name="csX2117" fmla="*/ 2734046 w 3230884"/>
                <a:gd name="csY2117" fmla="*/ 858958 h 1498637"/>
                <a:gd name="csX2118" fmla="*/ 2734046 w 3230884"/>
                <a:gd name="csY2118" fmla="*/ 860868 h 1498637"/>
                <a:gd name="csX2119" fmla="*/ 2734046 w 3230884"/>
                <a:gd name="csY2119" fmla="*/ 861824 h 1498637"/>
                <a:gd name="csX2120" fmla="*/ 2732135 w 3230884"/>
                <a:gd name="csY2120" fmla="*/ 860391 h 1498637"/>
                <a:gd name="csX2121" fmla="*/ 2727358 w 3230884"/>
                <a:gd name="csY2121" fmla="*/ 859435 h 1498637"/>
                <a:gd name="csX2122" fmla="*/ 2723058 w 3230884"/>
                <a:gd name="csY2122" fmla="*/ 858002 h 1498637"/>
                <a:gd name="csX2123" fmla="*/ 2721625 w 3230884"/>
                <a:gd name="csY2123" fmla="*/ 858002 h 1498637"/>
                <a:gd name="csX2124" fmla="*/ 2715414 w 3230884"/>
                <a:gd name="csY2124" fmla="*/ 862779 h 1498637"/>
                <a:gd name="csX2125" fmla="*/ 2713981 w 3230884"/>
                <a:gd name="csY2125" fmla="*/ 865168 h 1498637"/>
                <a:gd name="csX2126" fmla="*/ 2711115 w 3230884"/>
                <a:gd name="csY2126" fmla="*/ 874723 h 1498637"/>
                <a:gd name="csX2127" fmla="*/ 2711115 w 3230884"/>
                <a:gd name="csY2127" fmla="*/ 881411 h 1498637"/>
                <a:gd name="csX2128" fmla="*/ 2710159 w 3230884"/>
                <a:gd name="csY2128" fmla="*/ 887621 h 1498637"/>
                <a:gd name="csX2129" fmla="*/ 2707771 w 3230884"/>
                <a:gd name="csY2129" fmla="*/ 890488 h 1498637"/>
                <a:gd name="csX2130" fmla="*/ 2706815 w 3230884"/>
                <a:gd name="csY2130" fmla="*/ 893354 h 1498637"/>
                <a:gd name="csX2131" fmla="*/ 2705860 w 3230884"/>
                <a:gd name="csY2131" fmla="*/ 897176 h 1498637"/>
                <a:gd name="csX2132" fmla="*/ 2709204 w 3230884"/>
                <a:gd name="csY2132" fmla="*/ 898609 h 1498637"/>
                <a:gd name="csX2133" fmla="*/ 2709682 w 3230884"/>
                <a:gd name="csY2133" fmla="*/ 900042 h 1498637"/>
                <a:gd name="csX2134" fmla="*/ 2710159 w 3230884"/>
                <a:gd name="csY2134" fmla="*/ 901475 h 1498637"/>
                <a:gd name="csX2135" fmla="*/ 2707771 w 3230884"/>
                <a:gd name="csY2135" fmla="*/ 905297 h 1498637"/>
                <a:gd name="csX2136" fmla="*/ 2702516 w 3230884"/>
                <a:gd name="csY2136" fmla="*/ 910552 h 1498637"/>
                <a:gd name="csX2137" fmla="*/ 2701560 w 3230884"/>
                <a:gd name="csY2137" fmla="*/ 911508 h 1498637"/>
                <a:gd name="csX2138" fmla="*/ 2701082 w 3230884"/>
                <a:gd name="csY2138" fmla="*/ 913419 h 1498637"/>
                <a:gd name="csX2139" fmla="*/ 2703949 w 3230884"/>
                <a:gd name="csY2139" fmla="*/ 917718 h 1498637"/>
                <a:gd name="csX2140" fmla="*/ 2701560 w 3230884"/>
                <a:gd name="csY2140" fmla="*/ 919152 h 1498637"/>
                <a:gd name="csX2141" fmla="*/ 2699171 w 3230884"/>
                <a:gd name="csY2141" fmla="*/ 920107 h 1498637"/>
                <a:gd name="csX2142" fmla="*/ 2697260 w 3230884"/>
                <a:gd name="csY2142" fmla="*/ 922018 h 1498637"/>
                <a:gd name="csX2143" fmla="*/ 2689617 w 3230884"/>
                <a:gd name="csY2143" fmla="*/ 922496 h 1498637"/>
                <a:gd name="csX2144" fmla="*/ 2684362 w 3230884"/>
                <a:gd name="csY2144" fmla="*/ 927273 h 1498637"/>
                <a:gd name="csX2145" fmla="*/ 2675285 w 3230884"/>
                <a:gd name="csY2145" fmla="*/ 931573 h 1498637"/>
                <a:gd name="csX2146" fmla="*/ 2671463 w 3230884"/>
                <a:gd name="csY2146" fmla="*/ 934439 h 1498637"/>
                <a:gd name="csX2147" fmla="*/ 2670030 w 3230884"/>
                <a:gd name="csY2147" fmla="*/ 935872 h 1498637"/>
                <a:gd name="csX2148" fmla="*/ 2667164 w 3230884"/>
                <a:gd name="csY2148" fmla="*/ 943038 h 1498637"/>
                <a:gd name="csX2149" fmla="*/ 2665253 w 3230884"/>
                <a:gd name="csY2149" fmla="*/ 945904 h 1498637"/>
                <a:gd name="csX2150" fmla="*/ 2659520 w 3230884"/>
                <a:gd name="csY2150" fmla="*/ 950682 h 1498637"/>
                <a:gd name="csX2151" fmla="*/ 2654743 w 3230884"/>
                <a:gd name="csY2151" fmla="*/ 956892 h 1498637"/>
                <a:gd name="csX2152" fmla="*/ 2647577 w 3230884"/>
                <a:gd name="csY2152" fmla="*/ 965014 h 1498637"/>
                <a:gd name="csX2153" fmla="*/ 2644710 w 3230884"/>
                <a:gd name="csY2153" fmla="*/ 965969 h 1498637"/>
                <a:gd name="csX2154" fmla="*/ 2641366 w 3230884"/>
                <a:gd name="csY2154" fmla="*/ 967880 h 1498637"/>
                <a:gd name="csX2155" fmla="*/ 2637544 w 3230884"/>
                <a:gd name="csY2155" fmla="*/ 973135 h 1498637"/>
                <a:gd name="csX2156" fmla="*/ 2627512 w 3230884"/>
                <a:gd name="csY2156" fmla="*/ 982689 h 1498637"/>
                <a:gd name="csX2157" fmla="*/ 2622257 w 3230884"/>
                <a:gd name="csY2157" fmla="*/ 994155 h 1498637"/>
                <a:gd name="csX2158" fmla="*/ 2619868 w 3230884"/>
                <a:gd name="csY2158" fmla="*/ 997977 h 1498637"/>
                <a:gd name="csX2159" fmla="*/ 2617002 w 3230884"/>
                <a:gd name="csY2159" fmla="*/ 1000843 h 1498637"/>
                <a:gd name="csX2160" fmla="*/ 2615091 w 3230884"/>
                <a:gd name="csY2160" fmla="*/ 1004187 h 1498637"/>
                <a:gd name="csX2161" fmla="*/ 2611269 w 3230884"/>
                <a:gd name="csY2161" fmla="*/ 1007531 h 1498637"/>
                <a:gd name="csX2162" fmla="*/ 2604581 w 3230884"/>
                <a:gd name="csY2162" fmla="*/ 1012309 h 1498637"/>
                <a:gd name="csX2163" fmla="*/ 2599804 w 3230884"/>
                <a:gd name="csY2163" fmla="*/ 1016608 h 1498637"/>
                <a:gd name="csX2164" fmla="*/ 2597415 w 3230884"/>
                <a:gd name="csY2164" fmla="*/ 1018997 h 1498637"/>
                <a:gd name="csX2165" fmla="*/ 2596460 w 3230884"/>
                <a:gd name="csY2165" fmla="*/ 1021863 h 1498637"/>
                <a:gd name="csX2166" fmla="*/ 2595027 w 3230884"/>
                <a:gd name="csY2166" fmla="*/ 1020908 h 1498637"/>
                <a:gd name="csX2167" fmla="*/ 2590249 w 3230884"/>
                <a:gd name="csY2167" fmla="*/ 1022341 h 1498637"/>
                <a:gd name="csX2168" fmla="*/ 2584039 w 3230884"/>
                <a:gd name="csY2168" fmla="*/ 1021386 h 1498637"/>
                <a:gd name="csX2169" fmla="*/ 2580217 w 3230884"/>
                <a:gd name="csY2169" fmla="*/ 1029029 h 1498637"/>
                <a:gd name="csX2170" fmla="*/ 2575439 w 3230884"/>
                <a:gd name="csY2170" fmla="*/ 1029507 h 1498637"/>
                <a:gd name="csX2171" fmla="*/ 2570662 w 3230884"/>
                <a:gd name="csY2171" fmla="*/ 1027596 h 1498637"/>
                <a:gd name="csX2172" fmla="*/ 2568752 w 3230884"/>
                <a:gd name="csY2172" fmla="*/ 1028552 h 1498637"/>
                <a:gd name="csX2173" fmla="*/ 2567796 w 3230884"/>
                <a:gd name="csY2173" fmla="*/ 1029507 h 1498637"/>
                <a:gd name="csX2174" fmla="*/ 2566841 w 3230884"/>
                <a:gd name="csY2174" fmla="*/ 1030462 h 1498637"/>
                <a:gd name="csX2175" fmla="*/ 2569229 w 3230884"/>
                <a:gd name="csY2175" fmla="*/ 1032851 h 1498637"/>
                <a:gd name="csX2176" fmla="*/ 2570184 w 3230884"/>
                <a:gd name="csY2176" fmla="*/ 1035240 h 1498637"/>
                <a:gd name="csX2177" fmla="*/ 2570184 w 3230884"/>
                <a:gd name="csY2177" fmla="*/ 1037151 h 1498637"/>
                <a:gd name="csX2178" fmla="*/ 2570662 w 3230884"/>
                <a:gd name="csY2178" fmla="*/ 1040017 h 1498637"/>
                <a:gd name="csX2179" fmla="*/ 2568273 w 3230884"/>
                <a:gd name="csY2179" fmla="*/ 1046228 h 1498637"/>
                <a:gd name="csX2180" fmla="*/ 2565885 w 3230884"/>
                <a:gd name="csY2180" fmla="*/ 1050527 h 1498637"/>
                <a:gd name="csX2181" fmla="*/ 2561586 w 3230884"/>
                <a:gd name="csY2181" fmla="*/ 1055304 h 1498637"/>
                <a:gd name="csX2182" fmla="*/ 2552509 w 3230884"/>
                <a:gd name="csY2182" fmla="*/ 1062948 h 1498637"/>
                <a:gd name="csX2183" fmla="*/ 2551553 w 3230884"/>
                <a:gd name="csY2183" fmla="*/ 1063904 h 1498637"/>
                <a:gd name="csX2184" fmla="*/ 2551075 w 3230884"/>
                <a:gd name="csY2184" fmla="*/ 1065814 h 1498637"/>
                <a:gd name="csX2185" fmla="*/ 2545820 w 3230884"/>
                <a:gd name="csY2185" fmla="*/ 1086357 h 1498637"/>
                <a:gd name="csX2186" fmla="*/ 2544387 w 3230884"/>
                <a:gd name="csY2186" fmla="*/ 1095434 h 1498637"/>
                <a:gd name="csX2187" fmla="*/ 2542476 w 3230884"/>
                <a:gd name="csY2187" fmla="*/ 1109766 h 1498637"/>
                <a:gd name="csX2188" fmla="*/ 2542476 w 3230884"/>
                <a:gd name="csY2188" fmla="*/ 1114543 h 1498637"/>
                <a:gd name="csX2189" fmla="*/ 2543909 w 3230884"/>
                <a:gd name="csY2189" fmla="*/ 1125053 h 1498637"/>
                <a:gd name="csX2190" fmla="*/ 2545343 w 3230884"/>
                <a:gd name="csY2190" fmla="*/ 1135563 h 1498637"/>
                <a:gd name="csX2191" fmla="*/ 2549164 w 3230884"/>
                <a:gd name="csY2191" fmla="*/ 1154194 h 1498637"/>
                <a:gd name="csX2192" fmla="*/ 2550120 w 3230884"/>
                <a:gd name="csY2192" fmla="*/ 1159927 h 1498637"/>
                <a:gd name="csX2193" fmla="*/ 2552986 w 3230884"/>
                <a:gd name="csY2193" fmla="*/ 1182381 h 1498637"/>
                <a:gd name="csX2194" fmla="*/ 2553464 w 3230884"/>
                <a:gd name="csY2194" fmla="*/ 1186680 h 1498637"/>
                <a:gd name="csX2195" fmla="*/ 2554420 w 3230884"/>
                <a:gd name="csY2195" fmla="*/ 1190024 h 1498637"/>
                <a:gd name="csX2196" fmla="*/ 2555853 w 3230884"/>
                <a:gd name="csY2196" fmla="*/ 1193846 h 1498637"/>
                <a:gd name="csX2197" fmla="*/ 2558241 w 3230884"/>
                <a:gd name="csY2197" fmla="*/ 1197190 h 1498637"/>
                <a:gd name="csX2198" fmla="*/ 2558719 w 3230884"/>
                <a:gd name="csY2198" fmla="*/ 1201490 h 1498637"/>
                <a:gd name="csX2199" fmla="*/ 2561107 w 3230884"/>
                <a:gd name="csY2199" fmla="*/ 1214866 h 1498637"/>
                <a:gd name="csX2200" fmla="*/ 2561107 w 3230884"/>
                <a:gd name="csY2200" fmla="*/ 1227765 h 1498637"/>
                <a:gd name="csX2201" fmla="*/ 2561586 w 3230884"/>
                <a:gd name="csY2201" fmla="*/ 1230631 h 1498637"/>
                <a:gd name="csX2202" fmla="*/ 2562063 w 3230884"/>
                <a:gd name="csY2202" fmla="*/ 1232542 h 1498637"/>
                <a:gd name="csX2203" fmla="*/ 2564452 w 3230884"/>
                <a:gd name="csY2203" fmla="*/ 1234931 h 1498637"/>
                <a:gd name="csX2204" fmla="*/ 2565407 w 3230884"/>
                <a:gd name="csY2204" fmla="*/ 1237797 h 1498637"/>
                <a:gd name="csX2205" fmla="*/ 2565407 w 3230884"/>
                <a:gd name="csY2205" fmla="*/ 1240186 h 1498637"/>
                <a:gd name="csX2206" fmla="*/ 2565885 w 3230884"/>
                <a:gd name="csY2206" fmla="*/ 1242574 h 1498637"/>
                <a:gd name="csX2207" fmla="*/ 2567796 w 3230884"/>
                <a:gd name="csY2207" fmla="*/ 1241141 h 1498637"/>
                <a:gd name="csX2208" fmla="*/ 2574962 w 3230884"/>
                <a:gd name="csY2208" fmla="*/ 1235408 h 1498637"/>
                <a:gd name="csX2209" fmla="*/ 2580695 w 3230884"/>
                <a:gd name="csY2209" fmla="*/ 1229676 h 1498637"/>
                <a:gd name="csX2210" fmla="*/ 2581650 w 3230884"/>
                <a:gd name="csY2210" fmla="*/ 1227765 h 1498637"/>
                <a:gd name="csX2211" fmla="*/ 2583561 w 3230884"/>
                <a:gd name="csY2211" fmla="*/ 1225854 h 1498637"/>
                <a:gd name="csX2212" fmla="*/ 2587383 w 3230884"/>
                <a:gd name="csY2212" fmla="*/ 1223943 h 1498637"/>
                <a:gd name="csX2213" fmla="*/ 2593116 w 3230884"/>
                <a:gd name="csY2213" fmla="*/ 1217732 h 1498637"/>
                <a:gd name="csX2214" fmla="*/ 2597415 w 3230884"/>
                <a:gd name="csY2214" fmla="*/ 1209611 h 1498637"/>
                <a:gd name="csX2215" fmla="*/ 2600282 w 3230884"/>
                <a:gd name="csY2215" fmla="*/ 1203401 h 1498637"/>
                <a:gd name="csX2216" fmla="*/ 2600759 w 3230884"/>
                <a:gd name="csY2216" fmla="*/ 1201012 h 1498637"/>
                <a:gd name="csX2217" fmla="*/ 2600759 w 3230884"/>
                <a:gd name="csY2217" fmla="*/ 1198623 h 1498637"/>
                <a:gd name="csX2218" fmla="*/ 2600282 w 3230884"/>
                <a:gd name="csY2218" fmla="*/ 1193846 h 1498637"/>
                <a:gd name="csX2219" fmla="*/ 2601714 w 3230884"/>
                <a:gd name="csY2219" fmla="*/ 1191935 h 1498637"/>
                <a:gd name="csX2220" fmla="*/ 2603148 w 3230884"/>
                <a:gd name="csY2220" fmla="*/ 1186202 h 1498637"/>
                <a:gd name="csX2221" fmla="*/ 2602193 w 3230884"/>
                <a:gd name="csY2221" fmla="*/ 1184769 h 1498637"/>
                <a:gd name="csX2222" fmla="*/ 2599326 w 3230884"/>
                <a:gd name="csY2222" fmla="*/ 1183814 h 1498637"/>
                <a:gd name="csX2223" fmla="*/ 2600282 w 3230884"/>
                <a:gd name="csY2223" fmla="*/ 1181425 h 1498637"/>
                <a:gd name="csX2224" fmla="*/ 2602193 w 3230884"/>
                <a:gd name="csY2224" fmla="*/ 1180947 h 1498637"/>
                <a:gd name="csX2225" fmla="*/ 2603626 w 3230884"/>
                <a:gd name="csY2225" fmla="*/ 1181903 h 1498637"/>
                <a:gd name="csX2226" fmla="*/ 2604581 w 3230884"/>
                <a:gd name="csY2226" fmla="*/ 1184291 h 1498637"/>
                <a:gd name="csX2227" fmla="*/ 2605537 w 3230884"/>
                <a:gd name="csY2227" fmla="*/ 1185247 h 1498637"/>
                <a:gd name="csX2228" fmla="*/ 2609836 w 3230884"/>
                <a:gd name="csY2228" fmla="*/ 1180947 h 1498637"/>
                <a:gd name="csX2229" fmla="*/ 2613180 w 3230884"/>
                <a:gd name="csY2229" fmla="*/ 1179036 h 1498637"/>
                <a:gd name="csX2230" fmla="*/ 2622257 w 3230884"/>
                <a:gd name="csY2230" fmla="*/ 1175215 h 1498637"/>
                <a:gd name="csX2231" fmla="*/ 2626079 w 3230884"/>
                <a:gd name="csY2231" fmla="*/ 1175692 h 1498637"/>
                <a:gd name="csX2232" fmla="*/ 2629423 w 3230884"/>
                <a:gd name="csY2232" fmla="*/ 1178559 h 1498637"/>
                <a:gd name="csX2233" fmla="*/ 2630856 w 3230884"/>
                <a:gd name="csY2233" fmla="*/ 1178559 h 1498637"/>
                <a:gd name="csX2234" fmla="*/ 2630378 w 3230884"/>
                <a:gd name="csY2234" fmla="*/ 1174259 h 1498637"/>
                <a:gd name="csX2235" fmla="*/ 2628468 w 3230884"/>
                <a:gd name="csY2235" fmla="*/ 1170915 h 1498637"/>
                <a:gd name="csX2236" fmla="*/ 2628468 w 3230884"/>
                <a:gd name="csY2236" fmla="*/ 1169004 h 1498637"/>
                <a:gd name="csX2237" fmla="*/ 2629423 w 3230884"/>
                <a:gd name="csY2237" fmla="*/ 1165660 h 1498637"/>
                <a:gd name="csX2238" fmla="*/ 2628945 w 3230884"/>
                <a:gd name="csY2238" fmla="*/ 1163749 h 1498637"/>
                <a:gd name="csX2239" fmla="*/ 2627990 w 3230884"/>
                <a:gd name="csY2239" fmla="*/ 1161838 h 1498637"/>
                <a:gd name="csX2240" fmla="*/ 2627512 w 3230884"/>
                <a:gd name="csY2240" fmla="*/ 1158494 h 1498637"/>
                <a:gd name="csX2241" fmla="*/ 2628945 w 3230884"/>
                <a:gd name="csY2241" fmla="*/ 1151806 h 1498637"/>
                <a:gd name="csX2242" fmla="*/ 2630856 w 3230884"/>
                <a:gd name="csY2242" fmla="*/ 1147984 h 1498637"/>
                <a:gd name="csX2243" fmla="*/ 2631812 w 3230884"/>
                <a:gd name="csY2243" fmla="*/ 1146073 h 1498637"/>
                <a:gd name="csX2244" fmla="*/ 2636111 w 3230884"/>
                <a:gd name="csY2244" fmla="*/ 1143207 h 1498637"/>
                <a:gd name="csX2245" fmla="*/ 2640889 w 3230884"/>
                <a:gd name="csY2245" fmla="*/ 1138429 h 1498637"/>
                <a:gd name="csX2246" fmla="*/ 2646144 w 3230884"/>
                <a:gd name="csY2246" fmla="*/ 1135085 h 1498637"/>
                <a:gd name="csX2247" fmla="*/ 2649010 w 3230884"/>
                <a:gd name="csY2247" fmla="*/ 1134130 h 1498637"/>
                <a:gd name="csX2248" fmla="*/ 2652832 w 3230884"/>
                <a:gd name="csY2248" fmla="*/ 1133174 h 1498637"/>
                <a:gd name="csX2249" fmla="*/ 2656176 w 3230884"/>
                <a:gd name="csY2249" fmla="*/ 1136041 h 1498637"/>
                <a:gd name="csX2250" fmla="*/ 2662864 w 3230884"/>
                <a:gd name="csY2250" fmla="*/ 1136041 h 1498637"/>
                <a:gd name="csX2251" fmla="*/ 2664775 w 3230884"/>
                <a:gd name="csY2251" fmla="*/ 1135563 h 1498637"/>
                <a:gd name="csX2252" fmla="*/ 2669552 w 3230884"/>
                <a:gd name="csY2252" fmla="*/ 1130786 h 1498637"/>
                <a:gd name="csX2253" fmla="*/ 2672419 w 3230884"/>
                <a:gd name="csY2253" fmla="*/ 1128397 h 1498637"/>
                <a:gd name="csX2254" fmla="*/ 2671941 w 3230884"/>
                <a:gd name="csY2254" fmla="*/ 1124097 h 1498637"/>
                <a:gd name="csX2255" fmla="*/ 2670030 w 3230884"/>
                <a:gd name="csY2255" fmla="*/ 1120753 h 1498637"/>
                <a:gd name="csX2256" fmla="*/ 2666686 w 3230884"/>
                <a:gd name="csY2256" fmla="*/ 1116454 h 1498637"/>
                <a:gd name="csX2257" fmla="*/ 2666208 w 3230884"/>
                <a:gd name="csY2257" fmla="*/ 1114065 h 1498637"/>
                <a:gd name="csX2258" fmla="*/ 2664775 w 3230884"/>
                <a:gd name="csY2258" fmla="*/ 1109288 h 1498637"/>
                <a:gd name="csX2259" fmla="*/ 2664775 w 3230884"/>
                <a:gd name="csY2259" fmla="*/ 1104988 h 1498637"/>
                <a:gd name="csX2260" fmla="*/ 2665730 w 3230884"/>
                <a:gd name="csY2260" fmla="*/ 1099733 h 1498637"/>
                <a:gd name="csX2261" fmla="*/ 2668597 w 3230884"/>
                <a:gd name="csY2261" fmla="*/ 1094001 h 1498637"/>
                <a:gd name="csX2262" fmla="*/ 2671941 w 3230884"/>
                <a:gd name="csY2262" fmla="*/ 1085879 h 1498637"/>
                <a:gd name="csX2263" fmla="*/ 2672896 w 3230884"/>
                <a:gd name="csY2263" fmla="*/ 1084446 h 1498637"/>
                <a:gd name="csX2264" fmla="*/ 2676718 w 3230884"/>
                <a:gd name="csY2264" fmla="*/ 1082535 h 1498637"/>
                <a:gd name="csX2265" fmla="*/ 2679585 w 3230884"/>
                <a:gd name="csY2265" fmla="*/ 1081102 h 1498637"/>
                <a:gd name="csX2266" fmla="*/ 2680540 w 3230884"/>
                <a:gd name="csY2266" fmla="*/ 1080146 h 1498637"/>
                <a:gd name="csX2267" fmla="*/ 2680062 w 3230884"/>
                <a:gd name="csY2267" fmla="*/ 1075847 h 1498637"/>
                <a:gd name="csX2268" fmla="*/ 2681973 w 3230884"/>
                <a:gd name="csY2268" fmla="*/ 1073936 h 1498637"/>
                <a:gd name="csX2269" fmla="*/ 2683407 w 3230884"/>
                <a:gd name="csY2269" fmla="*/ 1072503 h 1498637"/>
                <a:gd name="csX2270" fmla="*/ 2687706 w 3230884"/>
                <a:gd name="csY2270" fmla="*/ 1072980 h 1498637"/>
                <a:gd name="csX2271" fmla="*/ 2689139 w 3230884"/>
                <a:gd name="csY2271" fmla="*/ 1072025 h 1498637"/>
                <a:gd name="csX2272" fmla="*/ 2691050 w 3230884"/>
                <a:gd name="csY2272" fmla="*/ 1071547 h 1498637"/>
                <a:gd name="csX2273" fmla="*/ 2689617 w 3230884"/>
                <a:gd name="csY2273" fmla="*/ 1073936 h 1498637"/>
                <a:gd name="csX2274" fmla="*/ 2688184 w 3230884"/>
                <a:gd name="csY2274" fmla="*/ 1075847 h 1498637"/>
                <a:gd name="csX2275" fmla="*/ 2684362 w 3230884"/>
                <a:gd name="csY2275" fmla="*/ 1077758 h 1498637"/>
                <a:gd name="csX2276" fmla="*/ 2682928 w 3230884"/>
                <a:gd name="csY2276" fmla="*/ 1081102 h 1498637"/>
                <a:gd name="csX2277" fmla="*/ 2686751 w 3230884"/>
                <a:gd name="csY2277" fmla="*/ 1086357 h 1498637"/>
                <a:gd name="csX2278" fmla="*/ 2689617 w 3230884"/>
                <a:gd name="csY2278" fmla="*/ 1087790 h 1498637"/>
                <a:gd name="csX2279" fmla="*/ 2691050 w 3230884"/>
                <a:gd name="csY2279" fmla="*/ 1087312 h 1498637"/>
                <a:gd name="csX2280" fmla="*/ 2693916 w 3230884"/>
                <a:gd name="csY2280" fmla="*/ 1084446 h 1498637"/>
                <a:gd name="csX2281" fmla="*/ 2695350 w 3230884"/>
                <a:gd name="csY2281" fmla="*/ 1083013 h 1498637"/>
                <a:gd name="csX2282" fmla="*/ 2696783 w 3230884"/>
                <a:gd name="csY2282" fmla="*/ 1081102 h 1498637"/>
                <a:gd name="csX2283" fmla="*/ 2695828 w 3230884"/>
                <a:gd name="csY2283" fmla="*/ 1073936 h 1498637"/>
                <a:gd name="csX2284" fmla="*/ 2694872 w 3230884"/>
                <a:gd name="csY2284" fmla="*/ 1070114 h 1498637"/>
                <a:gd name="csX2285" fmla="*/ 2695350 w 3230884"/>
                <a:gd name="csY2285" fmla="*/ 1066292 h 1498637"/>
                <a:gd name="csX2286" fmla="*/ 2693439 w 3230884"/>
                <a:gd name="csY2286" fmla="*/ 1064859 h 1498637"/>
                <a:gd name="csX2287" fmla="*/ 2691050 w 3230884"/>
                <a:gd name="csY2287" fmla="*/ 1064381 h 1498637"/>
                <a:gd name="csX2288" fmla="*/ 2688662 w 3230884"/>
                <a:gd name="csY2288" fmla="*/ 1064859 h 1498637"/>
                <a:gd name="csX2289" fmla="*/ 2687228 w 3230884"/>
                <a:gd name="csY2289" fmla="*/ 1063904 h 1498637"/>
                <a:gd name="csX2290" fmla="*/ 2686273 w 3230884"/>
                <a:gd name="csY2290" fmla="*/ 1061993 h 1498637"/>
                <a:gd name="csX2291" fmla="*/ 2685795 w 3230884"/>
                <a:gd name="csY2291" fmla="*/ 1060082 h 1498637"/>
                <a:gd name="csX2292" fmla="*/ 2686273 w 3230884"/>
                <a:gd name="csY2292" fmla="*/ 1054827 h 1498637"/>
                <a:gd name="csX2293" fmla="*/ 2686273 w 3230884"/>
                <a:gd name="csY2293" fmla="*/ 1052438 h 1498637"/>
                <a:gd name="csX2294" fmla="*/ 2685317 w 3230884"/>
                <a:gd name="csY2294" fmla="*/ 1047661 h 1498637"/>
                <a:gd name="csX2295" fmla="*/ 2685317 w 3230884"/>
                <a:gd name="csY2295" fmla="*/ 1046228 h 1498637"/>
                <a:gd name="csX2296" fmla="*/ 2685795 w 3230884"/>
                <a:gd name="csY2296" fmla="*/ 1043839 h 1498637"/>
                <a:gd name="csX2297" fmla="*/ 2689139 w 3230884"/>
                <a:gd name="csY2297" fmla="*/ 1039539 h 1498637"/>
                <a:gd name="csX2298" fmla="*/ 2692005 w 3230884"/>
                <a:gd name="csY2298" fmla="*/ 1036673 h 1498637"/>
                <a:gd name="csX2299" fmla="*/ 2693916 w 3230884"/>
                <a:gd name="csY2299" fmla="*/ 1034284 h 1498637"/>
                <a:gd name="csX2300" fmla="*/ 2694394 w 3230884"/>
                <a:gd name="csY2300" fmla="*/ 1032851 h 1498637"/>
                <a:gd name="csX2301" fmla="*/ 2694394 w 3230884"/>
                <a:gd name="csY2301" fmla="*/ 1029029 h 1498637"/>
                <a:gd name="csX2302" fmla="*/ 2692961 w 3230884"/>
                <a:gd name="csY2302" fmla="*/ 1027596 h 1498637"/>
                <a:gd name="csX2303" fmla="*/ 2684362 w 3230884"/>
                <a:gd name="csY2303" fmla="*/ 1023774 h 1498637"/>
                <a:gd name="csX2304" fmla="*/ 2683407 w 3230884"/>
                <a:gd name="csY2304" fmla="*/ 1023774 h 1498637"/>
                <a:gd name="csX2305" fmla="*/ 2680540 w 3230884"/>
                <a:gd name="csY2305" fmla="*/ 1025207 h 1498637"/>
                <a:gd name="csX2306" fmla="*/ 2679585 w 3230884"/>
                <a:gd name="csY2306" fmla="*/ 1029985 h 1498637"/>
                <a:gd name="csX2307" fmla="*/ 2678151 w 3230884"/>
                <a:gd name="csY2307" fmla="*/ 1031418 h 1498637"/>
                <a:gd name="csX2308" fmla="*/ 2678151 w 3230884"/>
                <a:gd name="csY2308" fmla="*/ 1030940 h 1498637"/>
                <a:gd name="csX2309" fmla="*/ 2678151 w 3230884"/>
                <a:gd name="csY2309" fmla="*/ 1029507 h 1498637"/>
                <a:gd name="csX2310" fmla="*/ 2674330 w 3230884"/>
                <a:gd name="csY2310" fmla="*/ 1028074 h 1498637"/>
                <a:gd name="csX2311" fmla="*/ 2671941 w 3230884"/>
                <a:gd name="csY2311" fmla="*/ 1026163 h 1498637"/>
                <a:gd name="csX2312" fmla="*/ 2670985 w 3230884"/>
                <a:gd name="csY2312" fmla="*/ 1024730 h 1498637"/>
                <a:gd name="csX2313" fmla="*/ 2670030 w 3230884"/>
                <a:gd name="csY2313" fmla="*/ 1022819 h 1498637"/>
                <a:gd name="csX2314" fmla="*/ 2669552 w 3230884"/>
                <a:gd name="csY2314" fmla="*/ 1019475 h 1498637"/>
                <a:gd name="csX2315" fmla="*/ 2670985 w 3230884"/>
                <a:gd name="csY2315" fmla="*/ 1012787 h 1498637"/>
                <a:gd name="csX2316" fmla="*/ 2672896 w 3230884"/>
                <a:gd name="csY2316" fmla="*/ 1006576 h 1498637"/>
                <a:gd name="csX2317" fmla="*/ 2679107 w 3230884"/>
                <a:gd name="csY2317" fmla="*/ 997499 h 1498637"/>
                <a:gd name="csX2318" fmla="*/ 2682928 w 3230884"/>
                <a:gd name="csY2318" fmla="*/ 994155 h 1498637"/>
                <a:gd name="csX2319" fmla="*/ 2687228 w 3230884"/>
                <a:gd name="csY2319" fmla="*/ 989378 h 1498637"/>
                <a:gd name="csX2320" fmla="*/ 2688662 w 3230884"/>
                <a:gd name="csY2320" fmla="*/ 988422 h 1498637"/>
                <a:gd name="csX2321" fmla="*/ 2689617 w 3230884"/>
                <a:gd name="csY2321" fmla="*/ 987467 h 1498637"/>
                <a:gd name="csX2322" fmla="*/ 2690094 w 3230884"/>
                <a:gd name="csY2322" fmla="*/ 986511 h 1498637"/>
                <a:gd name="csX2323" fmla="*/ 2688662 w 3230884"/>
                <a:gd name="csY2323" fmla="*/ 983167 h 1498637"/>
                <a:gd name="csX2324" fmla="*/ 2689617 w 3230884"/>
                <a:gd name="csY2324" fmla="*/ 982212 h 1498637"/>
                <a:gd name="csX2325" fmla="*/ 2690094 w 3230884"/>
                <a:gd name="csY2325" fmla="*/ 982212 h 1498637"/>
                <a:gd name="csX2326" fmla="*/ 2691528 w 3230884"/>
                <a:gd name="csY2326" fmla="*/ 982689 h 1498637"/>
                <a:gd name="csX2327" fmla="*/ 2695350 w 3230884"/>
                <a:gd name="csY2327" fmla="*/ 976479 h 1498637"/>
                <a:gd name="csX2328" fmla="*/ 2695350 w 3230884"/>
                <a:gd name="csY2328" fmla="*/ 968835 h 1498637"/>
                <a:gd name="csX2329" fmla="*/ 2696305 w 3230884"/>
                <a:gd name="csY2329" fmla="*/ 962147 h 1498637"/>
                <a:gd name="csX2330" fmla="*/ 2697260 w 3230884"/>
                <a:gd name="csY2330" fmla="*/ 959281 h 1498637"/>
                <a:gd name="csX2331" fmla="*/ 2698216 w 3230884"/>
                <a:gd name="csY2331" fmla="*/ 957370 h 1498637"/>
                <a:gd name="csX2332" fmla="*/ 2699649 w 3230884"/>
                <a:gd name="csY2332" fmla="*/ 955459 h 1498637"/>
                <a:gd name="csX2333" fmla="*/ 2701560 w 3230884"/>
                <a:gd name="csY2333" fmla="*/ 954503 h 1498637"/>
                <a:gd name="csX2334" fmla="*/ 2703949 w 3230884"/>
                <a:gd name="csY2334" fmla="*/ 952115 h 1498637"/>
                <a:gd name="csX2335" fmla="*/ 2704904 w 3230884"/>
                <a:gd name="csY2335" fmla="*/ 950204 h 1498637"/>
                <a:gd name="csX2336" fmla="*/ 2705382 w 3230884"/>
                <a:gd name="csY2336" fmla="*/ 949726 h 1498637"/>
                <a:gd name="csX2337" fmla="*/ 2708248 w 3230884"/>
                <a:gd name="csY2337" fmla="*/ 950204 h 1498637"/>
                <a:gd name="csX2338" fmla="*/ 2710159 w 3230884"/>
                <a:gd name="csY2338" fmla="*/ 950682 h 1498637"/>
                <a:gd name="csX2339" fmla="*/ 2712548 w 3230884"/>
                <a:gd name="csY2339" fmla="*/ 952115 h 1498637"/>
                <a:gd name="csX2340" fmla="*/ 2712070 w 3230884"/>
                <a:gd name="csY2340" fmla="*/ 954981 h 1498637"/>
                <a:gd name="csX2341" fmla="*/ 2714937 w 3230884"/>
                <a:gd name="csY2341" fmla="*/ 952593 h 1498637"/>
                <a:gd name="csX2342" fmla="*/ 2717325 w 3230884"/>
                <a:gd name="csY2342" fmla="*/ 949248 h 1498637"/>
                <a:gd name="csX2343" fmla="*/ 2718758 w 3230884"/>
                <a:gd name="csY2343" fmla="*/ 948771 h 1498637"/>
                <a:gd name="csX2344" fmla="*/ 2720192 w 3230884"/>
                <a:gd name="csY2344" fmla="*/ 949248 h 1498637"/>
                <a:gd name="csX2345" fmla="*/ 2723058 w 3230884"/>
                <a:gd name="csY2345" fmla="*/ 951637 h 1498637"/>
                <a:gd name="csX2346" fmla="*/ 2725447 w 3230884"/>
                <a:gd name="csY2346" fmla="*/ 955937 h 1498637"/>
                <a:gd name="csX2347" fmla="*/ 2726880 w 3230884"/>
                <a:gd name="csY2347" fmla="*/ 957370 h 1498637"/>
                <a:gd name="csX2348" fmla="*/ 2728791 w 3230884"/>
                <a:gd name="csY2348" fmla="*/ 956892 h 1498637"/>
                <a:gd name="csX2349" fmla="*/ 2730224 w 3230884"/>
                <a:gd name="csY2349" fmla="*/ 956414 h 1498637"/>
                <a:gd name="csX2350" fmla="*/ 2731180 w 3230884"/>
                <a:gd name="csY2350" fmla="*/ 953548 h 1498637"/>
                <a:gd name="csX2351" fmla="*/ 2731180 w 3230884"/>
                <a:gd name="csY2351" fmla="*/ 947815 h 1498637"/>
                <a:gd name="csX2352" fmla="*/ 2733568 w 3230884"/>
                <a:gd name="csY2352" fmla="*/ 946860 h 1498637"/>
                <a:gd name="csX2353" fmla="*/ 2735479 w 3230884"/>
                <a:gd name="csY2353" fmla="*/ 946382 h 1498637"/>
                <a:gd name="csX2354" fmla="*/ 2737867 w 3230884"/>
                <a:gd name="csY2354" fmla="*/ 943993 h 1498637"/>
                <a:gd name="csX2355" fmla="*/ 2741212 w 3230884"/>
                <a:gd name="csY2355" fmla="*/ 943038 h 1498637"/>
                <a:gd name="csX2356" fmla="*/ 2748378 w 3230884"/>
                <a:gd name="csY2356" fmla="*/ 938261 h 1498637"/>
                <a:gd name="csX2357" fmla="*/ 2753155 w 3230884"/>
                <a:gd name="csY2357" fmla="*/ 933961 h 1498637"/>
                <a:gd name="csX2358" fmla="*/ 2756499 w 3230884"/>
                <a:gd name="csY2358" fmla="*/ 933483 h 1498637"/>
                <a:gd name="csX2359" fmla="*/ 2755544 w 3230884"/>
                <a:gd name="csY2359" fmla="*/ 936350 h 1498637"/>
                <a:gd name="csX2360" fmla="*/ 2755544 w 3230884"/>
                <a:gd name="csY2360" fmla="*/ 938738 h 1498637"/>
                <a:gd name="csX2361" fmla="*/ 2754110 w 3230884"/>
                <a:gd name="csY2361" fmla="*/ 944949 h 1498637"/>
                <a:gd name="csX2362" fmla="*/ 2752677 w 3230884"/>
                <a:gd name="csY2362" fmla="*/ 948293 h 1498637"/>
                <a:gd name="csX2363" fmla="*/ 2752199 w 3230884"/>
                <a:gd name="csY2363" fmla="*/ 952115 h 1498637"/>
                <a:gd name="csX2364" fmla="*/ 2752677 w 3230884"/>
                <a:gd name="csY2364" fmla="*/ 954026 h 1498637"/>
                <a:gd name="csX2365" fmla="*/ 2753155 w 3230884"/>
                <a:gd name="csY2365" fmla="*/ 956892 h 1498637"/>
                <a:gd name="csX2366" fmla="*/ 2755066 w 3230884"/>
                <a:gd name="csY2366" fmla="*/ 956892 h 1498637"/>
                <a:gd name="csX2367" fmla="*/ 2756021 w 3230884"/>
                <a:gd name="csY2367" fmla="*/ 955937 h 1498637"/>
                <a:gd name="csX2368" fmla="*/ 2758410 w 3230884"/>
                <a:gd name="csY2368" fmla="*/ 953548 h 1498637"/>
                <a:gd name="csX2369" fmla="*/ 2768920 w 3230884"/>
                <a:gd name="csY2369" fmla="*/ 940172 h 1498637"/>
                <a:gd name="csX2370" fmla="*/ 2773697 w 3230884"/>
                <a:gd name="csY2370" fmla="*/ 936350 h 1498637"/>
                <a:gd name="csX2371" fmla="*/ 2781819 w 3230884"/>
                <a:gd name="csY2371" fmla="*/ 934439 h 1498637"/>
                <a:gd name="csX2372" fmla="*/ 2784207 w 3230884"/>
                <a:gd name="csY2372" fmla="*/ 933006 h 1498637"/>
                <a:gd name="csX2373" fmla="*/ 2791851 w 3230884"/>
                <a:gd name="csY2373" fmla="*/ 930617 h 1498637"/>
                <a:gd name="csX2374" fmla="*/ 2798539 w 3230884"/>
                <a:gd name="csY2374" fmla="*/ 929661 h 1498637"/>
                <a:gd name="csX2375" fmla="*/ 2802361 w 3230884"/>
                <a:gd name="csY2375" fmla="*/ 930617 h 1498637"/>
                <a:gd name="csX2376" fmla="*/ 2804749 w 3230884"/>
                <a:gd name="csY2376" fmla="*/ 930617 h 1498637"/>
                <a:gd name="csX2377" fmla="*/ 2813349 w 3230884"/>
                <a:gd name="csY2377" fmla="*/ 929661 h 1498637"/>
                <a:gd name="csX2378" fmla="*/ 2814304 w 3230884"/>
                <a:gd name="csY2378" fmla="*/ 931095 h 1498637"/>
                <a:gd name="csX2379" fmla="*/ 2821470 w 3230884"/>
                <a:gd name="csY2379" fmla="*/ 935394 h 1498637"/>
                <a:gd name="csX2380" fmla="*/ 2825292 w 3230884"/>
                <a:gd name="csY2380" fmla="*/ 941605 h 1498637"/>
                <a:gd name="csX2381" fmla="*/ 2825770 w 3230884"/>
                <a:gd name="csY2381" fmla="*/ 942082 h 1498637"/>
                <a:gd name="csX2382" fmla="*/ 2826725 w 3230884"/>
                <a:gd name="csY2382" fmla="*/ 943516 h 1498637"/>
                <a:gd name="csX2383" fmla="*/ 2826725 w 3230884"/>
                <a:gd name="csY2383" fmla="*/ 945904 h 1498637"/>
                <a:gd name="csX2384" fmla="*/ 2827681 w 3230884"/>
                <a:gd name="csY2384" fmla="*/ 947815 h 1498637"/>
                <a:gd name="csX2385" fmla="*/ 2828636 w 3230884"/>
                <a:gd name="csY2385" fmla="*/ 948771 h 1498637"/>
                <a:gd name="csX2386" fmla="*/ 2831980 w 3230884"/>
                <a:gd name="csY2386" fmla="*/ 952115 h 1498637"/>
                <a:gd name="csX2387" fmla="*/ 2835802 w 3230884"/>
                <a:gd name="csY2387" fmla="*/ 952593 h 1498637"/>
                <a:gd name="csX2388" fmla="*/ 2836758 w 3230884"/>
                <a:gd name="csY2388" fmla="*/ 951159 h 1498637"/>
                <a:gd name="csX2389" fmla="*/ 2837235 w 3230884"/>
                <a:gd name="csY2389" fmla="*/ 949726 h 1498637"/>
                <a:gd name="csX2390" fmla="*/ 2839146 w 3230884"/>
                <a:gd name="csY2390" fmla="*/ 942082 h 1498637"/>
                <a:gd name="csX2391" fmla="*/ 2840579 w 3230884"/>
                <a:gd name="csY2391" fmla="*/ 938738 h 1498637"/>
                <a:gd name="csX2392" fmla="*/ 2840579 w 3230884"/>
                <a:gd name="csY2392" fmla="*/ 936827 h 1498637"/>
                <a:gd name="csX2393" fmla="*/ 2841057 w 3230884"/>
                <a:gd name="csY2393" fmla="*/ 935394 h 1498637"/>
                <a:gd name="csX2394" fmla="*/ 2844879 w 3230884"/>
                <a:gd name="csY2394" fmla="*/ 933483 h 1498637"/>
                <a:gd name="csX2395" fmla="*/ 2847745 w 3230884"/>
                <a:gd name="csY2395" fmla="*/ 932528 h 1498637"/>
                <a:gd name="csX2396" fmla="*/ 2858256 w 3230884"/>
                <a:gd name="csY2396" fmla="*/ 924884 h 1498637"/>
                <a:gd name="csX2397" fmla="*/ 2863033 w 3230884"/>
                <a:gd name="csY2397" fmla="*/ 920585 h 1498637"/>
                <a:gd name="csX2398" fmla="*/ 2865421 w 3230884"/>
                <a:gd name="csY2398" fmla="*/ 920585 h 1498637"/>
                <a:gd name="csX2399" fmla="*/ 2866854 w 3230884"/>
                <a:gd name="csY2399" fmla="*/ 919629 h 1498637"/>
                <a:gd name="csX2400" fmla="*/ 2868288 w 3230884"/>
                <a:gd name="csY2400" fmla="*/ 918196 h 1498637"/>
                <a:gd name="csX2401" fmla="*/ 2869721 w 3230884"/>
                <a:gd name="csY2401" fmla="*/ 917718 h 1498637"/>
                <a:gd name="csX2402" fmla="*/ 2872587 w 3230884"/>
                <a:gd name="csY2402" fmla="*/ 914852 h 1498637"/>
                <a:gd name="csX2403" fmla="*/ 2876409 w 3230884"/>
                <a:gd name="csY2403" fmla="*/ 912463 h 1498637"/>
                <a:gd name="csX2404" fmla="*/ 2875931 w 3230884"/>
                <a:gd name="csY2404" fmla="*/ 910075 h 1498637"/>
                <a:gd name="csX2405" fmla="*/ 2876409 w 3230884"/>
                <a:gd name="csY2405" fmla="*/ 908164 h 1498637"/>
                <a:gd name="csX2406" fmla="*/ 2878320 w 3230884"/>
                <a:gd name="csY2406" fmla="*/ 907686 h 1498637"/>
                <a:gd name="csX2407" fmla="*/ 2880231 w 3230884"/>
                <a:gd name="csY2407" fmla="*/ 907208 h 1498637"/>
                <a:gd name="csX2408" fmla="*/ 2882142 w 3230884"/>
                <a:gd name="csY2408" fmla="*/ 905297 h 1498637"/>
                <a:gd name="csX2409" fmla="*/ 2882142 w 3230884"/>
                <a:gd name="csY2409" fmla="*/ 903386 h 1498637"/>
                <a:gd name="csX2410" fmla="*/ 2883097 w 3230884"/>
                <a:gd name="csY2410" fmla="*/ 902909 h 1498637"/>
                <a:gd name="csX2411" fmla="*/ 2884053 w 3230884"/>
                <a:gd name="csY2411" fmla="*/ 902909 h 1498637"/>
                <a:gd name="csX2412" fmla="*/ 2885486 w 3230884"/>
                <a:gd name="csY2412" fmla="*/ 903386 h 1498637"/>
                <a:gd name="csX2413" fmla="*/ 2886442 w 3230884"/>
                <a:gd name="csY2413" fmla="*/ 902909 h 1498637"/>
                <a:gd name="csX2414" fmla="*/ 2885008 w 3230884"/>
                <a:gd name="csY2414" fmla="*/ 900520 h 1498637"/>
                <a:gd name="csX2415" fmla="*/ 2884531 w 3230884"/>
                <a:gd name="csY2415" fmla="*/ 898131 h 1498637"/>
                <a:gd name="csX2416" fmla="*/ 2885486 w 3230884"/>
                <a:gd name="csY2416" fmla="*/ 896698 h 1498637"/>
                <a:gd name="csX2417" fmla="*/ 2889308 w 3230884"/>
                <a:gd name="csY2417" fmla="*/ 899087 h 1498637"/>
                <a:gd name="csX2418" fmla="*/ 2891219 w 3230884"/>
                <a:gd name="csY2418" fmla="*/ 899087 h 1498637"/>
                <a:gd name="csX2419" fmla="*/ 2895996 w 3230884"/>
                <a:gd name="csY2419" fmla="*/ 893354 h 1498637"/>
                <a:gd name="csX2420" fmla="*/ 2900774 w 3230884"/>
                <a:gd name="csY2420" fmla="*/ 887621 h 1498637"/>
                <a:gd name="csX2421" fmla="*/ 2904595 w 3230884"/>
                <a:gd name="csY2421" fmla="*/ 889054 h 1498637"/>
                <a:gd name="csX2422" fmla="*/ 2910806 w 3230884"/>
                <a:gd name="csY2422" fmla="*/ 884277 h 1498637"/>
                <a:gd name="csX2423" fmla="*/ 2913672 w 3230884"/>
                <a:gd name="csY2423" fmla="*/ 883322 h 1498637"/>
                <a:gd name="csX2424" fmla="*/ 2918449 w 3230884"/>
                <a:gd name="csY2424" fmla="*/ 883322 h 1498637"/>
                <a:gd name="csX2425" fmla="*/ 2920360 w 3230884"/>
                <a:gd name="csY2425" fmla="*/ 881411 h 1498637"/>
                <a:gd name="csX2426" fmla="*/ 2922271 w 3230884"/>
                <a:gd name="csY2426" fmla="*/ 878545 h 1498637"/>
                <a:gd name="csX2427" fmla="*/ 2924182 w 3230884"/>
                <a:gd name="csY2427" fmla="*/ 879022 h 1498637"/>
                <a:gd name="csX2428" fmla="*/ 2931826 w 3230884"/>
                <a:gd name="csY2428" fmla="*/ 875200 h 1498637"/>
                <a:gd name="csX2429" fmla="*/ 2933259 w 3230884"/>
                <a:gd name="csY2429" fmla="*/ 872334 h 1498637"/>
                <a:gd name="csX2430" fmla="*/ 2935170 w 3230884"/>
                <a:gd name="csY2430" fmla="*/ 871856 h 1498637"/>
                <a:gd name="csX2431" fmla="*/ 2936603 w 3230884"/>
                <a:gd name="csY2431" fmla="*/ 871379 h 1498637"/>
                <a:gd name="csX2432" fmla="*/ 2940425 w 3230884"/>
                <a:gd name="csY2432" fmla="*/ 869468 h 1498637"/>
                <a:gd name="csX2433" fmla="*/ 2954279 w 3230884"/>
                <a:gd name="csY2433" fmla="*/ 862779 h 1498637"/>
                <a:gd name="csX2434" fmla="*/ 2956668 w 3230884"/>
                <a:gd name="csY2434" fmla="*/ 860391 h 1498637"/>
                <a:gd name="csX2435" fmla="*/ 2961923 w 3230884"/>
                <a:gd name="csY2435" fmla="*/ 856569 h 1498637"/>
                <a:gd name="csX2436" fmla="*/ 2965745 w 3230884"/>
                <a:gd name="csY2436" fmla="*/ 855613 h 1498637"/>
                <a:gd name="csX2437" fmla="*/ 2971000 w 3230884"/>
                <a:gd name="csY2437" fmla="*/ 854658 h 1498637"/>
                <a:gd name="csX2438" fmla="*/ 2971477 w 3230884"/>
                <a:gd name="csY2438" fmla="*/ 853225 h 1498637"/>
                <a:gd name="csX2439" fmla="*/ 2967656 w 3230884"/>
                <a:gd name="csY2439" fmla="*/ 851792 h 1498637"/>
                <a:gd name="csX2440" fmla="*/ 2967177 w 3230884"/>
                <a:gd name="csY2440" fmla="*/ 850836 h 1498637"/>
                <a:gd name="csX2441" fmla="*/ 2967177 w 3230884"/>
                <a:gd name="csY2441" fmla="*/ 849403 h 1498637"/>
                <a:gd name="csX2442" fmla="*/ 2967656 w 3230884"/>
                <a:gd name="csY2442" fmla="*/ 847970 h 1498637"/>
                <a:gd name="csX2443" fmla="*/ 2968133 w 3230884"/>
                <a:gd name="csY2443" fmla="*/ 846059 h 1498637"/>
                <a:gd name="csX2444" fmla="*/ 2969566 w 3230884"/>
                <a:gd name="csY2444" fmla="*/ 845581 h 1498637"/>
                <a:gd name="csX2445" fmla="*/ 2971000 w 3230884"/>
                <a:gd name="csY2445" fmla="*/ 847014 h 1498637"/>
                <a:gd name="csX2446" fmla="*/ 2972911 w 3230884"/>
                <a:gd name="csY2446" fmla="*/ 847014 h 1498637"/>
                <a:gd name="csX2447" fmla="*/ 2973388 w 3230884"/>
                <a:gd name="csY2447" fmla="*/ 845581 h 1498637"/>
                <a:gd name="csX2448" fmla="*/ 2974343 w 3230884"/>
                <a:gd name="csY2448" fmla="*/ 845581 h 1498637"/>
                <a:gd name="csX2449" fmla="*/ 2974822 w 3230884"/>
                <a:gd name="csY2449" fmla="*/ 847492 h 1498637"/>
                <a:gd name="csX2450" fmla="*/ 2973866 w 3230884"/>
                <a:gd name="csY2450" fmla="*/ 849403 h 1498637"/>
                <a:gd name="csX2451" fmla="*/ 2973388 w 3230884"/>
                <a:gd name="csY2451" fmla="*/ 851314 h 1498637"/>
                <a:gd name="csX2452" fmla="*/ 2973388 w 3230884"/>
                <a:gd name="csY2452" fmla="*/ 853225 h 1498637"/>
                <a:gd name="csX2453" fmla="*/ 2974822 w 3230884"/>
                <a:gd name="csY2453" fmla="*/ 853703 h 1498637"/>
                <a:gd name="csX2454" fmla="*/ 2981032 w 3230884"/>
                <a:gd name="csY2454" fmla="*/ 853703 h 1498637"/>
                <a:gd name="csX2455" fmla="*/ 2987720 w 3230884"/>
                <a:gd name="csY2455" fmla="*/ 855136 h 1498637"/>
                <a:gd name="csX2456" fmla="*/ 3006829 w 3230884"/>
                <a:gd name="csY2456" fmla="*/ 862779 h 1498637"/>
                <a:gd name="csX2457" fmla="*/ 3008263 w 3230884"/>
                <a:gd name="csY2457" fmla="*/ 863735 h 1498637"/>
                <a:gd name="csX2458" fmla="*/ 3009696 w 3230884"/>
                <a:gd name="csY2458" fmla="*/ 863735 h 1498637"/>
                <a:gd name="csX2459" fmla="*/ 3010173 w 3230884"/>
                <a:gd name="csY2459" fmla="*/ 860868 h 1498637"/>
                <a:gd name="csX2460" fmla="*/ 3010651 w 3230884"/>
                <a:gd name="csY2460" fmla="*/ 858002 h 1498637"/>
                <a:gd name="csX2461" fmla="*/ 3013040 w 3230884"/>
                <a:gd name="csY2461" fmla="*/ 856569 h 1498637"/>
                <a:gd name="csX2462" fmla="*/ 3016861 w 3230884"/>
                <a:gd name="csY2462" fmla="*/ 852269 h 1498637"/>
                <a:gd name="csX2463" fmla="*/ 3018772 w 3230884"/>
                <a:gd name="csY2463" fmla="*/ 849403 h 1498637"/>
                <a:gd name="csX2464" fmla="*/ 3018772 w 3230884"/>
                <a:gd name="csY2464" fmla="*/ 846059 h 1498637"/>
                <a:gd name="csX2465" fmla="*/ 3017339 w 3230884"/>
                <a:gd name="csY2465" fmla="*/ 842715 h 1498637"/>
                <a:gd name="csX2466" fmla="*/ 3014950 w 3230884"/>
                <a:gd name="csY2466" fmla="*/ 841759 h 1498637"/>
                <a:gd name="csX2467" fmla="*/ 3013518 w 3230884"/>
                <a:gd name="csY2467" fmla="*/ 839371 h 1498637"/>
                <a:gd name="csX2468" fmla="*/ 3012562 w 3230884"/>
                <a:gd name="csY2468" fmla="*/ 836982 h 1498637"/>
                <a:gd name="csX2469" fmla="*/ 3013995 w 3230884"/>
                <a:gd name="csY2469" fmla="*/ 834593 h 1498637"/>
                <a:gd name="csX2470" fmla="*/ 3015429 w 3230884"/>
                <a:gd name="csY2470" fmla="*/ 834116 h 1498637"/>
                <a:gd name="csX2471" fmla="*/ 3014950 w 3230884"/>
                <a:gd name="csY2471" fmla="*/ 831249 h 1498637"/>
                <a:gd name="csX2472" fmla="*/ 3013995 w 3230884"/>
                <a:gd name="csY2472" fmla="*/ 829338 h 1498637"/>
                <a:gd name="csX2473" fmla="*/ 3007784 w 3230884"/>
                <a:gd name="csY2473" fmla="*/ 825994 h 1498637"/>
                <a:gd name="csX2474" fmla="*/ 3005874 w 3230884"/>
                <a:gd name="csY2474" fmla="*/ 823128 h 1498637"/>
                <a:gd name="csX2475" fmla="*/ 3005874 w 3230884"/>
                <a:gd name="csY2475" fmla="*/ 821217 h 1498637"/>
                <a:gd name="csX2476" fmla="*/ 3003007 w 3230884"/>
                <a:gd name="csY2476" fmla="*/ 815484 h 1498637"/>
                <a:gd name="csX2477" fmla="*/ 3003007 w 3230884"/>
                <a:gd name="csY2477" fmla="*/ 816440 h 1498637"/>
                <a:gd name="csX2478" fmla="*/ 3003007 w 3230884"/>
                <a:gd name="csY2478" fmla="*/ 819306 h 1498637"/>
                <a:gd name="csX2479" fmla="*/ 3002052 w 3230884"/>
                <a:gd name="csY2479" fmla="*/ 821217 h 1498637"/>
                <a:gd name="csX2480" fmla="*/ 3001097 w 3230884"/>
                <a:gd name="csY2480" fmla="*/ 820739 h 1498637"/>
                <a:gd name="csX2481" fmla="*/ 3000619 w 3230884"/>
                <a:gd name="csY2481" fmla="*/ 819306 h 1498637"/>
                <a:gd name="csX2482" fmla="*/ 3001574 w 3230884"/>
                <a:gd name="csY2482" fmla="*/ 815962 h 1498637"/>
                <a:gd name="csX2483" fmla="*/ 3000619 w 3230884"/>
                <a:gd name="csY2483" fmla="*/ 814529 h 1498637"/>
                <a:gd name="csX2484" fmla="*/ 2996797 w 3230884"/>
                <a:gd name="csY2484" fmla="*/ 814051 h 1498637"/>
                <a:gd name="csX2485" fmla="*/ 2996319 w 3230884"/>
                <a:gd name="csY2485" fmla="*/ 812618 h 1498637"/>
                <a:gd name="csX2486" fmla="*/ 3000141 w 3230884"/>
                <a:gd name="csY2486" fmla="*/ 810707 h 1498637"/>
                <a:gd name="csX2487" fmla="*/ 3001097 w 3230884"/>
                <a:gd name="csY2487" fmla="*/ 810707 h 1498637"/>
                <a:gd name="csX2488" fmla="*/ 3002052 w 3230884"/>
                <a:gd name="csY2488" fmla="*/ 810229 h 1498637"/>
                <a:gd name="csX2489" fmla="*/ 3001097 w 3230884"/>
                <a:gd name="csY2489" fmla="*/ 803063 h 1498637"/>
                <a:gd name="csX2490" fmla="*/ 3000619 w 3230884"/>
                <a:gd name="csY2490" fmla="*/ 797808 h 1498637"/>
                <a:gd name="csX2491" fmla="*/ 2998230 w 3230884"/>
                <a:gd name="csY2491" fmla="*/ 797331 h 1498637"/>
                <a:gd name="csX2492" fmla="*/ 2996319 w 3230884"/>
                <a:gd name="csY2492" fmla="*/ 795897 h 1498637"/>
                <a:gd name="csX2493" fmla="*/ 2996797 w 3230884"/>
                <a:gd name="csY2493" fmla="*/ 792553 h 1498637"/>
                <a:gd name="csX2494" fmla="*/ 2996797 w 3230884"/>
                <a:gd name="csY2494" fmla="*/ 791120 h 1498637"/>
                <a:gd name="csX2495" fmla="*/ 2994886 w 3230884"/>
                <a:gd name="csY2495" fmla="*/ 785387 h 1498637"/>
                <a:gd name="csX2496" fmla="*/ 2993931 w 3230884"/>
                <a:gd name="csY2496" fmla="*/ 783476 h 1498637"/>
                <a:gd name="csX2497" fmla="*/ 2992020 w 3230884"/>
                <a:gd name="csY2497" fmla="*/ 781088 h 1498637"/>
                <a:gd name="csX2498" fmla="*/ 2990586 w 3230884"/>
                <a:gd name="csY2498" fmla="*/ 783476 h 1498637"/>
                <a:gd name="csX2499" fmla="*/ 2990109 w 3230884"/>
                <a:gd name="csY2499" fmla="*/ 786820 h 1498637"/>
                <a:gd name="csX2500" fmla="*/ 2988198 w 3230884"/>
                <a:gd name="csY2500" fmla="*/ 787298 h 1498637"/>
                <a:gd name="csX2501" fmla="*/ 2986765 w 3230884"/>
                <a:gd name="csY2501" fmla="*/ 787298 h 1498637"/>
                <a:gd name="csX2502" fmla="*/ 2981509 w 3230884"/>
                <a:gd name="csY2502" fmla="*/ 783476 h 1498637"/>
                <a:gd name="csX2503" fmla="*/ 2976254 w 3230884"/>
                <a:gd name="csY2503" fmla="*/ 777744 h 1498637"/>
                <a:gd name="csX2504" fmla="*/ 2975777 w 3230884"/>
                <a:gd name="csY2504" fmla="*/ 772489 h 1498637"/>
                <a:gd name="csX2505" fmla="*/ 2976732 w 3230884"/>
                <a:gd name="csY2505" fmla="*/ 765323 h 1498637"/>
                <a:gd name="csX2506" fmla="*/ 2976254 w 3230884"/>
                <a:gd name="csY2506" fmla="*/ 764367 h 1498637"/>
                <a:gd name="csX2507" fmla="*/ 2975299 w 3230884"/>
                <a:gd name="csY2507" fmla="*/ 763889 h 1498637"/>
                <a:gd name="csX2508" fmla="*/ 2968611 w 3230884"/>
                <a:gd name="csY2508" fmla="*/ 766278 h 1498637"/>
                <a:gd name="csX2509" fmla="*/ 2964789 w 3230884"/>
                <a:gd name="csY2509" fmla="*/ 769622 h 1498637"/>
                <a:gd name="csX2510" fmla="*/ 2962400 w 3230884"/>
                <a:gd name="csY2510" fmla="*/ 770100 h 1498637"/>
                <a:gd name="csX2511" fmla="*/ 2958101 w 3230884"/>
                <a:gd name="csY2511" fmla="*/ 767711 h 1498637"/>
                <a:gd name="csX2512" fmla="*/ 2950457 w 3230884"/>
                <a:gd name="csY2512" fmla="*/ 772011 h 1498637"/>
                <a:gd name="csX2513" fmla="*/ 2952368 w 3230884"/>
                <a:gd name="csY2513" fmla="*/ 769622 h 1498637"/>
                <a:gd name="csX2514" fmla="*/ 2953324 w 3230884"/>
                <a:gd name="csY2514" fmla="*/ 768667 h 1498637"/>
                <a:gd name="csX2515" fmla="*/ 2954757 w 3230884"/>
                <a:gd name="csY2515" fmla="*/ 766756 h 1498637"/>
                <a:gd name="csX2516" fmla="*/ 2953801 w 3230884"/>
                <a:gd name="csY2516" fmla="*/ 763412 h 1498637"/>
                <a:gd name="csX2517" fmla="*/ 2952846 w 3230884"/>
                <a:gd name="csY2517" fmla="*/ 761023 h 1498637"/>
                <a:gd name="csX2518" fmla="*/ 2951413 w 3230884"/>
                <a:gd name="csY2518" fmla="*/ 759112 h 1498637"/>
                <a:gd name="csX2519" fmla="*/ 2949024 w 3230884"/>
                <a:gd name="csY2519" fmla="*/ 758157 h 1498637"/>
                <a:gd name="csX2520" fmla="*/ 2946635 w 3230884"/>
                <a:gd name="csY2520" fmla="*/ 760068 h 1498637"/>
                <a:gd name="csX2521" fmla="*/ 2945202 w 3230884"/>
                <a:gd name="csY2521" fmla="*/ 761501 h 1498637"/>
                <a:gd name="csX2522" fmla="*/ 2941381 w 3230884"/>
                <a:gd name="csY2522" fmla="*/ 763412 h 1498637"/>
                <a:gd name="csX2523" fmla="*/ 2934692 w 3230884"/>
                <a:gd name="csY2523" fmla="*/ 764845 h 1498637"/>
                <a:gd name="csX2524" fmla="*/ 2929915 w 3230884"/>
                <a:gd name="csY2524" fmla="*/ 764845 h 1498637"/>
                <a:gd name="csX2525" fmla="*/ 2922271 w 3230884"/>
                <a:gd name="csY2525" fmla="*/ 767711 h 1498637"/>
                <a:gd name="csX2526" fmla="*/ 2918927 w 3230884"/>
                <a:gd name="csY2526" fmla="*/ 767711 h 1498637"/>
                <a:gd name="csX2527" fmla="*/ 2929915 w 3230884"/>
                <a:gd name="csY2527" fmla="*/ 763889 h 1498637"/>
                <a:gd name="csX2528" fmla="*/ 2935647 w 3230884"/>
                <a:gd name="csY2528" fmla="*/ 763412 h 1498637"/>
                <a:gd name="csX2529" fmla="*/ 2943769 w 3230884"/>
                <a:gd name="csY2529" fmla="*/ 761023 h 1498637"/>
                <a:gd name="csX2530" fmla="*/ 2949024 w 3230884"/>
                <a:gd name="csY2530" fmla="*/ 755768 h 1498637"/>
                <a:gd name="csX2531" fmla="*/ 2956190 w 3230884"/>
                <a:gd name="csY2531" fmla="*/ 760545 h 1498637"/>
                <a:gd name="csX2532" fmla="*/ 2959056 w 3230884"/>
                <a:gd name="csY2532" fmla="*/ 761023 h 1498637"/>
                <a:gd name="csX2533" fmla="*/ 2964311 w 3230884"/>
                <a:gd name="csY2533" fmla="*/ 760545 h 1498637"/>
                <a:gd name="csX2534" fmla="*/ 2969089 w 3230884"/>
                <a:gd name="csY2534" fmla="*/ 763412 h 1498637"/>
                <a:gd name="csX2535" fmla="*/ 2970522 w 3230884"/>
                <a:gd name="csY2535" fmla="*/ 762456 h 1498637"/>
                <a:gd name="csX2536" fmla="*/ 2971955 w 3230884"/>
                <a:gd name="csY2536" fmla="*/ 760068 h 1498637"/>
                <a:gd name="csX2537" fmla="*/ 2970044 w 3230884"/>
                <a:gd name="csY2537" fmla="*/ 756246 h 1498637"/>
                <a:gd name="csX2538" fmla="*/ 2968611 w 3230884"/>
                <a:gd name="csY2538" fmla="*/ 754335 h 1498637"/>
                <a:gd name="csX2539" fmla="*/ 2966700 w 3230884"/>
                <a:gd name="csY2539" fmla="*/ 753379 h 1498637"/>
                <a:gd name="csX2540" fmla="*/ 2960490 w 3230884"/>
                <a:gd name="csY2540" fmla="*/ 753857 h 1498637"/>
                <a:gd name="csX2541" fmla="*/ 2956668 w 3230884"/>
                <a:gd name="csY2541" fmla="*/ 752902 h 1498637"/>
                <a:gd name="csX2542" fmla="*/ 2954757 w 3230884"/>
                <a:gd name="csY2542" fmla="*/ 751946 h 1498637"/>
                <a:gd name="csX2543" fmla="*/ 2956190 w 3230884"/>
                <a:gd name="csY2543" fmla="*/ 750991 h 1498637"/>
                <a:gd name="csX2544" fmla="*/ 2960012 w 3230884"/>
                <a:gd name="csY2544" fmla="*/ 752424 h 1498637"/>
                <a:gd name="csX2545" fmla="*/ 2965267 w 3230884"/>
                <a:gd name="csY2545" fmla="*/ 750513 h 1498637"/>
                <a:gd name="csX2546" fmla="*/ 2971477 w 3230884"/>
                <a:gd name="csY2546" fmla="*/ 753379 h 1498637"/>
                <a:gd name="csX2547" fmla="*/ 2972433 w 3230884"/>
                <a:gd name="csY2547" fmla="*/ 756246 h 1498637"/>
                <a:gd name="csX2548" fmla="*/ 2974343 w 3230884"/>
                <a:gd name="csY2548" fmla="*/ 757201 h 1498637"/>
                <a:gd name="csX2549" fmla="*/ 2979121 w 3230884"/>
                <a:gd name="csY2549" fmla="*/ 763889 h 1498637"/>
                <a:gd name="csX2550" fmla="*/ 2982465 w 3230884"/>
                <a:gd name="csY2550" fmla="*/ 766278 h 1498637"/>
                <a:gd name="csX2551" fmla="*/ 2992975 w 3230884"/>
                <a:gd name="csY2551" fmla="*/ 768189 h 1498637"/>
                <a:gd name="csX2552" fmla="*/ 2997752 w 3230884"/>
                <a:gd name="csY2552" fmla="*/ 771055 h 1498637"/>
                <a:gd name="csX2553" fmla="*/ 3001574 w 3230884"/>
                <a:gd name="csY2553" fmla="*/ 770100 h 1498637"/>
                <a:gd name="csX2554" fmla="*/ 3010173 w 3230884"/>
                <a:gd name="csY2554" fmla="*/ 763412 h 1498637"/>
                <a:gd name="csX2555" fmla="*/ 3016384 w 3230884"/>
                <a:gd name="csY2555" fmla="*/ 761979 h 1498637"/>
                <a:gd name="csX2556" fmla="*/ 3020206 w 3230884"/>
                <a:gd name="csY2556" fmla="*/ 757679 h 1498637"/>
                <a:gd name="csX2557" fmla="*/ 3023550 w 3230884"/>
                <a:gd name="csY2557" fmla="*/ 752902 h 1498637"/>
                <a:gd name="csX2558" fmla="*/ 3027372 w 3230884"/>
                <a:gd name="csY2558" fmla="*/ 751468 h 1498637"/>
                <a:gd name="csX2559" fmla="*/ 3033104 w 3230884"/>
                <a:gd name="csY2559" fmla="*/ 746213 h 1498637"/>
                <a:gd name="csX2560" fmla="*/ 3034538 w 3230884"/>
                <a:gd name="csY2560" fmla="*/ 743825 h 1498637"/>
                <a:gd name="csX2561" fmla="*/ 3036926 w 3230884"/>
                <a:gd name="csY2561" fmla="*/ 737614 h 1498637"/>
                <a:gd name="csX2562" fmla="*/ 3037882 w 3230884"/>
                <a:gd name="csY2562" fmla="*/ 734748 h 1498637"/>
                <a:gd name="csX2563" fmla="*/ 3040270 w 3230884"/>
                <a:gd name="csY2563" fmla="*/ 731882 h 1498637"/>
                <a:gd name="csX2564" fmla="*/ 3040270 w 3230884"/>
                <a:gd name="csY2564" fmla="*/ 729015 h 1498637"/>
                <a:gd name="csX2565" fmla="*/ 3039793 w 3230884"/>
                <a:gd name="csY2565" fmla="*/ 726626 h 1498637"/>
                <a:gd name="csX2566" fmla="*/ 3037882 w 3230884"/>
                <a:gd name="csY2566" fmla="*/ 724238 h 1498637"/>
                <a:gd name="csX2567" fmla="*/ 3034538 w 3230884"/>
                <a:gd name="csY2567" fmla="*/ 720894 h 1498637"/>
                <a:gd name="csX2568" fmla="*/ 3032627 w 3230884"/>
                <a:gd name="csY2568" fmla="*/ 718983 h 1498637"/>
                <a:gd name="csX2569" fmla="*/ 3031193 w 3230884"/>
                <a:gd name="csY2569" fmla="*/ 714683 h 1498637"/>
                <a:gd name="csX2570" fmla="*/ 3031671 w 3230884"/>
                <a:gd name="csY2570" fmla="*/ 709428 h 1498637"/>
                <a:gd name="csX2571" fmla="*/ 3032149 w 3230884"/>
                <a:gd name="csY2571" fmla="*/ 705606 h 1498637"/>
                <a:gd name="csX2572" fmla="*/ 3033582 w 3230884"/>
                <a:gd name="csY2572" fmla="*/ 702262 h 1498637"/>
                <a:gd name="csX2573" fmla="*/ 3035015 w 3230884"/>
                <a:gd name="csY2573" fmla="*/ 704651 h 1498637"/>
                <a:gd name="csX2574" fmla="*/ 3038837 w 3230884"/>
                <a:gd name="csY2574" fmla="*/ 704173 h 1498637"/>
                <a:gd name="csX2575" fmla="*/ 3040748 w 3230884"/>
                <a:gd name="csY2575" fmla="*/ 703218 h 1498637"/>
                <a:gd name="csX2576" fmla="*/ 3040748 w 3230884"/>
                <a:gd name="csY2576" fmla="*/ 700351 h 1498637"/>
                <a:gd name="csX2577" fmla="*/ 3040270 w 3230884"/>
                <a:gd name="csY2577" fmla="*/ 697485 h 1498637"/>
                <a:gd name="csX2578" fmla="*/ 3041226 w 3230884"/>
                <a:gd name="csY2578" fmla="*/ 696530 h 1498637"/>
                <a:gd name="csX2579" fmla="*/ 3043137 w 3230884"/>
                <a:gd name="csY2579" fmla="*/ 696530 h 1498637"/>
                <a:gd name="csX2580" fmla="*/ 3043614 w 3230884"/>
                <a:gd name="csY2580" fmla="*/ 694619 h 1498637"/>
                <a:gd name="csX2581" fmla="*/ 3044092 w 3230884"/>
                <a:gd name="csY2581" fmla="*/ 693663 h 1498637"/>
                <a:gd name="csX2582" fmla="*/ 3045048 w 3230884"/>
                <a:gd name="csY2582" fmla="*/ 694619 h 1498637"/>
                <a:gd name="csX2583" fmla="*/ 3045048 w 3230884"/>
                <a:gd name="csY2583" fmla="*/ 699874 h 1498637"/>
                <a:gd name="csX2584" fmla="*/ 3046481 w 3230884"/>
                <a:gd name="csY2584" fmla="*/ 701307 h 1498637"/>
                <a:gd name="csX2585" fmla="*/ 3048870 w 3230884"/>
                <a:gd name="csY2585" fmla="*/ 702262 h 1498637"/>
                <a:gd name="csX2586" fmla="*/ 3049825 w 3230884"/>
                <a:gd name="csY2586" fmla="*/ 701785 h 1498637"/>
                <a:gd name="csX2587" fmla="*/ 3050780 w 3230884"/>
                <a:gd name="csY2587" fmla="*/ 701307 h 1498637"/>
                <a:gd name="csX2588" fmla="*/ 3051736 w 3230884"/>
                <a:gd name="csY2588" fmla="*/ 699874 h 1498637"/>
                <a:gd name="csX2589" fmla="*/ 3054602 w 3230884"/>
                <a:gd name="csY2589" fmla="*/ 694619 h 1498637"/>
                <a:gd name="csX2590" fmla="*/ 3056513 w 3230884"/>
                <a:gd name="csY2590" fmla="*/ 692230 h 1498637"/>
                <a:gd name="csX2591" fmla="*/ 3056036 w 3230884"/>
                <a:gd name="csY2591" fmla="*/ 696052 h 1498637"/>
                <a:gd name="csX2592" fmla="*/ 3055080 w 3230884"/>
                <a:gd name="csY2592" fmla="*/ 701307 h 1498637"/>
                <a:gd name="csX2593" fmla="*/ 3054602 w 3230884"/>
                <a:gd name="csY2593" fmla="*/ 702740 h 1498637"/>
                <a:gd name="csX2594" fmla="*/ 3053169 w 3230884"/>
                <a:gd name="csY2594" fmla="*/ 704651 h 1498637"/>
                <a:gd name="csX2595" fmla="*/ 3052214 w 3230884"/>
                <a:gd name="csY2595" fmla="*/ 708473 h 1498637"/>
                <a:gd name="csX2596" fmla="*/ 3052214 w 3230884"/>
                <a:gd name="csY2596" fmla="*/ 709906 h 1498637"/>
                <a:gd name="csX2597" fmla="*/ 3049825 w 3230884"/>
                <a:gd name="csY2597" fmla="*/ 708473 h 1498637"/>
                <a:gd name="csX2598" fmla="*/ 3048391 w 3230884"/>
                <a:gd name="csY2598" fmla="*/ 708951 h 1498637"/>
                <a:gd name="csX2599" fmla="*/ 3049347 w 3230884"/>
                <a:gd name="csY2599" fmla="*/ 713250 h 1498637"/>
                <a:gd name="csX2600" fmla="*/ 3051258 w 3230884"/>
                <a:gd name="csY2600" fmla="*/ 716594 h 1498637"/>
                <a:gd name="csX2601" fmla="*/ 3053169 w 3230884"/>
                <a:gd name="csY2601" fmla="*/ 719461 h 1498637"/>
                <a:gd name="csX2602" fmla="*/ 3055557 w 3230884"/>
                <a:gd name="csY2602" fmla="*/ 721372 h 1498637"/>
                <a:gd name="csX2603" fmla="*/ 3056513 w 3230884"/>
                <a:gd name="csY2603" fmla="*/ 721372 h 1498637"/>
                <a:gd name="csX2604" fmla="*/ 3056991 w 3230884"/>
                <a:gd name="csY2604" fmla="*/ 721849 h 1498637"/>
                <a:gd name="csX2605" fmla="*/ 3056991 w 3230884"/>
                <a:gd name="csY2605" fmla="*/ 723760 h 1498637"/>
                <a:gd name="csX2606" fmla="*/ 3056513 w 3230884"/>
                <a:gd name="csY2606" fmla="*/ 728538 h 1498637"/>
                <a:gd name="csX2607" fmla="*/ 3056991 w 3230884"/>
                <a:gd name="csY2607" fmla="*/ 730926 h 1498637"/>
                <a:gd name="csX2608" fmla="*/ 3058424 w 3230884"/>
                <a:gd name="csY2608" fmla="*/ 732837 h 1498637"/>
                <a:gd name="csX2609" fmla="*/ 3060813 w 3230884"/>
                <a:gd name="csY2609" fmla="*/ 733315 h 1498637"/>
                <a:gd name="csX2610" fmla="*/ 3072756 w 3230884"/>
                <a:gd name="csY2610" fmla="*/ 732837 h 1498637"/>
                <a:gd name="csX2611" fmla="*/ 3077055 w 3230884"/>
                <a:gd name="csY2611" fmla="*/ 732359 h 1498637"/>
                <a:gd name="csX2612" fmla="*/ 3083266 w 3230884"/>
                <a:gd name="csY2612" fmla="*/ 728060 h 1498637"/>
                <a:gd name="csX2613" fmla="*/ 3085655 w 3230884"/>
                <a:gd name="csY2613" fmla="*/ 727582 h 1498637"/>
                <a:gd name="csX2614" fmla="*/ 3088043 w 3230884"/>
                <a:gd name="csY2614" fmla="*/ 728060 h 1498637"/>
                <a:gd name="csX2615" fmla="*/ 3095687 w 3230884"/>
                <a:gd name="csY2615" fmla="*/ 730448 h 1498637"/>
                <a:gd name="csX2616" fmla="*/ 3104764 w 3230884"/>
                <a:gd name="csY2616" fmla="*/ 733792 h 1498637"/>
                <a:gd name="csX2617" fmla="*/ 3108108 w 3230884"/>
                <a:gd name="csY2617" fmla="*/ 739047 h 1498637"/>
                <a:gd name="csX2618" fmla="*/ 3109541 w 3230884"/>
                <a:gd name="csY2618" fmla="*/ 744303 h 1498637"/>
                <a:gd name="csX2619" fmla="*/ 3110019 w 3230884"/>
                <a:gd name="csY2619" fmla="*/ 749558 h 1498637"/>
                <a:gd name="csX2620" fmla="*/ 3109541 w 3230884"/>
                <a:gd name="csY2620" fmla="*/ 751946 h 1498637"/>
                <a:gd name="csX2621" fmla="*/ 3109541 w 3230884"/>
                <a:gd name="csY2621" fmla="*/ 753857 h 1498637"/>
                <a:gd name="csX2622" fmla="*/ 3111930 w 3230884"/>
                <a:gd name="csY2622" fmla="*/ 756724 h 1498637"/>
                <a:gd name="csX2623" fmla="*/ 3116229 w 3230884"/>
                <a:gd name="csY2623" fmla="*/ 760068 h 1498637"/>
                <a:gd name="csX2624" fmla="*/ 3116707 w 3230884"/>
                <a:gd name="csY2624" fmla="*/ 760545 h 1498637"/>
                <a:gd name="csX2625" fmla="*/ 3117662 w 3230884"/>
                <a:gd name="csY2625" fmla="*/ 761979 h 1498637"/>
                <a:gd name="csX2626" fmla="*/ 3118618 w 3230884"/>
                <a:gd name="csY2626" fmla="*/ 762456 h 1498637"/>
                <a:gd name="csX2627" fmla="*/ 3121484 w 3230884"/>
                <a:gd name="csY2627" fmla="*/ 762934 h 1498637"/>
                <a:gd name="csX2628" fmla="*/ 3123395 w 3230884"/>
                <a:gd name="csY2628" fmla="*/ 762456 h 1498637"/>
                <a:gd name="csX2629" fmla="*/ 3125784 w 3230884"/>
                <a:gd name="csY2629" fmla="*/ 761979 h 1498637"/>
                <a:gd name="csX2630" fmla="*/ 3129605 w 3230884"/>
                <a:gd name="csY2630" fmla="*/ 763889 h 1498637"/>
                <a:gd name="csX2631" fmla="*/ 3134861 w 3230884"/>
                <a:gd name="csY2631" fmla="*/ 766278 h 1498637"/>
                <a:gd name="csX2632" fmla="*/ 3139638 w 3230884"/>
                <a:gd name="csY2632" fmla="*/ 769622 h 1498637"/>
                <a:gd name="csX2633" fmla="*/ 3142027 w 3230884"/>
                <a:gd name="csY2633" fmla="*/ 772011 h 1498637"/>
                <a:gd name="csX2634" fmla="*/ 3146326 w 3230884"/>
                <a:gd name="csY2634" fmla="*/ 777744 h 1498637"/>
                <a:gd name="csX2635" fmla="*/ 3148237 w 3230884"/>
                <a:gd name="csY2635" fmla="*/ 779177 h 1498637"/>
                <a:gd name="csX2636" fmla="*/ 3151582 w 3230884"/>
                <a:gd name="csY2636" fmla="*/ 781088 h 1498637"/>
                <a:gd name="csX2637" fmla="*/ 3153014 w 3230884"/>
                <a:gd name="csY2637" fmla="*/ 781565 h 1498637"/>
                <a:gd name="csX2638" fmla="*/ 3153970 w 3230884"/>
                <a:gd name="csY2638" fmla="*/ 781088 h 1498637"/>
                <a:gd name="csX2639" fmla="*/ 3156836 w 3230884"/>
                <a:gd name="csY2639" fmla="*/ 778699 h 1498637"/>
                <a:gd name="csX2640" fmla="*/ 3158269 w 3230884"/>
                <a:gd name="csY2640" fmla="*/ 776310 h 1498637"/>
                <a:gd name="csX2641" fmla="*/ 3159703 w 3230884"/>
                <a:gd name="csY2641" fmla="*/ 773922 h 1498637"/>
                <a:gd name="csX2642" fmla="*/ 3159703 w 3230884"/>
                <a:gd name="csY2642" fmla="*/ 775833 h 1498637"/>
                <a:gd name="csX2643" fmla="*/ 3159703 w 3230884"/>
                <a:gd name="csY2643" fmla="*/ 777744 h 1498637"/>
                <a:gd name="csX2644" fmla="*/ 3158747 w 3230884"/>
                <a:gd name="csY2644" fmla="*/ 779177 h 1498637"/>
                <a:gd name="csX2645" fmla="*/ 3158747 w 3230884"/>
                <a:gd name="csY2645" fmla="*/ 781565 h 1498637"/>
                <a:gd name="csX2646" fmla="*/ 3160658 w 3230884"/>
                <a:gd name="csY2646" fmla="*/ 784432 h 1498637"/>
                <a:gd name="csX2647" fmla="*/ 3163047 w 3230884"/>
                <a:gd name="csY2647" fmla="*/ 784910 h 1498637"/>
                <a:gd name="csX2648" fmla="*/ 3165913 w 3230884"/>
                <a:gd name="csY2648" fmla="*/ 783954 h 1498637"/>
                <a:gd name="csX2649" fmla="*/ 3166869 w 3230884"/>
                <a:gd name="csY2649" fmla="*/ 782999 h 1498637"/>
                <a:gd name="csX2650" fmla="*/ 3167824 w 3230884"/>
                <a:gd name="csY2650" fmla="*/ 781088 h 1498637"/>
                <a:gd name="csX2651" fmla="*/ 3166869 w 3230884"/>
                <a:gd name="csY2651" fmla="*/ 775355 h 1498637"/>
                <a:gd name="csX2652" fmla="*/ 3167824 w 3230884"/>
                <a:gd name="csY2652" fmla="*/ 774399 h 1498637"/>
                <a:gd name="csX2653" fmla="*/ 3170212 w 3230884"/>
                <a:gd name="csY2653" fmla="*/ 775355 h 1498637"/>
                <a:gd name="csX2654" fmla="*/ 3170691 w 3230884"/>
                <a:gd name="csY2654" fmla="*/ 777266 h 1498637"/>
                <a:gd name="csX2655" fmla="*/ 3171168 w 3230884"/>
                <a:gd name="csY2655" fmla="*/ 779177 h 1498637"/>
                <a:gd name="csX2656" fmla="*/ 3172124 w 3230884"/>
                <a:gd name="csY2656" fmla="*/ 779654 h 1498637"/>
                <a:gd name="csX2657" fmla="*/ 3177857 w 3230884"/>
                <a:gd name="csY2657" fmla="*/ 779177 h 1498637"/>
                <a:gd name="csX2658" fmla="*/ 3178334 w 3230884"/>
                <a:gd name="csY2658" fmla="*/ 778221 h 1498637"/>
                <a:gd name="csX2659" fmla="*/ 3177857 w 3230884"/>
                <a:gd name="csY2659" fmla="*/ 776788 h 1498637"/>
                <a:gd name="csX2660" fmla="*/ 3177378 w 3230884"/>
                <a:gd name="csY2660" fmla="*/ 774877 h 1498637"/>
                <a:gd name="csX2661" fmla="*/ 3176423 w 3230884"/>
                <a:gd name="csY2661" fmla="*/ 773444 h 1498637"/>
                <a:gd name="csX2662" fmla="*/ 3173557 w 3230884"/>
                <a:gd name="csY2662" fmla="*/ 772011 h 1498637"/>
                <a:gd name="csX2663" fmla="*/ 3171168 w 3230884"/>
                <a:gd name="csY2663" fmla="*/ 771055 h 1498637"/>
                <a:gd name="csX2664" fmla="*/ 3168780 w 3230884"/>
                <a:gd name="csY2664" fmla="*/ 771055 h 1498637"/>
                <a:gd name="csX2665" fmla="*/ 3167824 w 3230884"/>
                <a:gd name="csY2665" fmla="*/ 770100 h 1498637"/>
                <a:gd name="csX2666" fmla="*/ 3168302 w 3230884"/>
                <a:gd name="csY2666" fmla="*/ 768667 h 1498637"/>
                <a:gd name="csX2667" fmla="*/ 3167346 w 3230884"/>
                <a:gd name="csY2667" fmla="*/ 766756 h 1498637"/>
                <a:gd name="csX2668" fmla="*/ 3167824 w 3230884"/>
                <a:gd name="csY2668" fmla="*/ 765800 h 1498637"/>
                <a:gd name="csX2669" fmla="*/ 3169735 w 3230884"/>
                <a:gd name="csY2669" fmla="*/ 764367 h 1498637"/>
                <a:gd name="csX2670" fmla="*/ 3169735 w 3230884"/>
                <a:gd name="csY2670" fmla="*/ 763412 h 1498637"/>
                <a:gd name="csX2671" fmla="*/ 3167824 w 3230884"/>
                <a:gd name="csY2671" fmla="*/ 761501 h 1498637"/>
                <a:gd name="csX2672" fmla="*/ 3165913 w 3230884"/>
                <a:gd name="csY2672" fmla="*/ 761023 h 1498637"/>
                <a:gd name="csX2673" fmla="*/ 3164480 w 3230884"/>
                <a:gd name="csY2673" fmla="*/ 761979 h 1498637"/>
                <a:gd name="csX2674" fmla="*/ 3164958 w 3230884"/>
                <a:gd name="csY2674" fmla="*/ 760545 h 1498637"/>
                <a:gd name="csX2675" fmla="*/ 3165913 w 3230884"/>
                <a:gd name="csY2675" fmla="*/ 759590 h 1498637"/>
                <a:gd name="csX2676" fmla="*/ 3167824 w 3230884"/>
                <a:gd name="csY2676" fmla="*/ 759112 h 1498637"/>
                <a:gd name="csX2677" fmla="*/ 3170212 w 3230884"/>
                <a:gd name="csY2677" fmla="*/ 759112 h 1498637"/>
                <a:gd name="csX2678" fmla="*/ 3174035 w 3230884"/>
                <a:gd name="csY2678" fmla="*/ 758157 h 1498637"/>
                <a:gd name="csX2679" fmla="*/ 3177857 w 3230884"/>
                <a:gd name="csY2679" fmla="*/ 755768 h 1498637"/>
                <a:gd name="csX2680" fmla="*/ 3179767 w 3230884"/>
                <a:gd name="csY2680" fmla="*/ 754335 h 1498637"/>
                <a:gd name="csX2681" fmla="*/ 3181678 w 3230884"/>
                <a:gd name="csY2681" fmla="*/ 751946 h 1498637"/>
                <a:gd name="csX2682" fmla="*/ 3181200 w 3230884"/>
                <a:gd name="csY2682" fmla="*/ 748602 h 1498637"/>
                <a:gd name="csX2683" fmla="*/ 3180245 w 3230884"/>
                <a:gd name="csY2683" fmla="*/ 745258 h 1498637"/>
                <a:gd name="csX2684" fmla="*/ 3178334 w 3230884"/>
                <a:gd name="csY2684" fmla="*/ 744303 h 1498637"/>
                <a:gd name="csX2685" fmla="*/ 3176423 w 3230884"/>
                <a:gd name="csY2685" fmla="*/ 744780 h 1498637"/>
                <a:gd name="csX2686" fmla="*/ 3174512 w 3230884"/>
                <a:gd name="csY2686" fmla="*/ 744303 h 1498637"/>
                <a:gd name="csX2687" fmla="*/ 3172601 w 3230884"/>
                <a:gd name="csY2687" fmla="*/ 743347 h 1498637"/>
                <a:gd name="csX2688" fmla="*/ 3179767 w 3230884"/>
                <a:gd name="csY2688" fmla="*/ 742392 h 1498637"/>
                <a:gd name="csX2689" fmla="*/ 3180245 w 3230884"/>
                <a:gd name="csY2689" fmla="*/ 740958 h 1498637"/>
                <a:gd name="csX2690" fmla="*/ 3181678 w 3230884"/>
                <a:gd name="csY2690" fmla="*/ 735703 h 1498637"/>
                <a:gd name="csX2691" fmla="*/ 3181200 w 3230884"/>
                <a:gd name="csY2691" fmla="*/ 734270 h 1498637"/>
                <a:gd name="csX2692" fmla="*/ 3179767 w 3230884"/>
                <a:gd name="csY2692" fmla="*/ 734748 h 1498637"/>
                <a:gd name="csX2693" fmla="*/ 3177378 w 3230884"/>
                <a:gd name="csY2693" fmla="*/ 734748 h 1498637"/>
                <a:gd name="csX2694" fmla="*/ 3177857 w 3230884"/>
                <a:gd name="csY2694" fmla="*/ 733792 h 1498637"/>
                <a:gd name="csX2695" fmla="*/ 3178812 w 3230884"/>
                <a:gd name="csY2695" fmla="*/ 732837 h 1498637"/>
                <a:gd name="csX2696" fmla="*/ 3174990 w 3230884"/>
                <a:gd name="csY2696" fmla="*/ 727582 h 1498637"/>
                <a:gd name="csX2697" fmla="*/ 3170212 w 3230884"/>
                <a:gd name="csY2697" fmla="*/ 724716 h 1498637"/>
                <a:gd name="csX2698" fmla="*/ 3171646 w 3230884"/>
                <a:gd name="csY2698" fmla="*/ 724238 h 1498637"/>
                <a:gd name="csX2699" fmla="*/ 3173557 w 3230884"/>
                <a:gd name="csY2699" fmla="*/ 724238 h 1498637"/>
                <a:gd name="csX2700" fmla="*/ 3177378 w 3230884"/>
                <a:gd name="csY2700" fmla="*/ 725193 h 1498637"/>
                <a:gd name="csX2701" fmla="*/ 3179289 w 3230884"/>
                <a:gd name="csY2701" fmla="*/ 727582 h 1498637"/>
                <a:gd name="csX2702" fmla="*/ 3180245 w 3230884"/>
                <a:gd name="csY2702" fmla="*/ 729015 h 1498637"/>
                <a:gd name="csX2703" fmla="*/ 3181200 w 3230884"/>
                <a:gd name="csY2703" fmla="*/ 729493 h 1498637"/>
                <a:gd name="csX2704" fmla="*/ 3183112 w 3230884"/>
                <a:gd name="csY2704" fmla="*/ 729493 h 1498637"/>
                <a:gd name="csX2705" fmla="*/ 3186455 w 3230884"/>
                <a:gd name="csY2705" fmla="*/ 730448 h 1498637"/>
                <a:gd name="csX2706" fmla="*/ 3186933 w 3230884"/>
                <a:gd name="csY2706" fmla="*/ 732359 h 1498637"/>
                <a:gd name="csX2707" fmla="*/ 3187889 w 3230884"/>
                <a:gd name="csY2707" fmla="*/ 732837 h 1498637"/>
                <a:gd name="csX2708" fmla="*/ 3189800 w 3230884"/>
                <a:gd name="csY2708" fmla="*/ 731882 h 1498637"/>
                <a:gd name="csX2709" fmla="*/ 3196488 w 3230884"/>
                <a:gd name="csY2709" fmla="*/ 730926 h 1498637"/>
                <a:gd name="csX2710" fmla="*/ 3198399 w 3230884"/>
                <a:gd name="csY2710" fmla="*/ 731404 h 1498637"/>
                <a:gd name="csX2711" fmla="*/ 3201265 w 3230884"/>
                <a:gd name="csY2711" fmla="*/ 732359 h 1498637"/>
                <a:gd name="csX2712" fmla="*/ 3202221 w 3230884"/>
                <a:gd name="csY2712" fmla="*/ 732359 h 1498637"/>
                <a:gd name="csX2713" fmla="*/ 3203654 w 3230884"/>
                <a:gd name="csY2713" fmla="*/ 731882 h 1498637"/>
                <a:gd name="csX2714" fmla="*/ 3204609 w 3230884"/>
                <a:gd name="csY2714" fmla="*/ 730448 h 1498637"/>
                <a:gd name="csX2715" fmla="*/ 3203176 w 3230884"/>
                <a:gd name="csY2715" fmla="*/ 726626 h 1498637"/>
                <a:gd name="csX2716" fmla="*/ 3199832 w 3230884"/>
                <a:gd name="csY2716" fmla="*/ 723760 h 1498637"/>
                <a:gd name="csX2717" fmla="*/ 3197443 w 3230884"/>
                <a:gd name="csY2717" fmla="*/ 721372 h 1498637"/>
                <a:gd name="csX2718" fmla="*/ 3196488 w 3230884"/>
                <a:gd name="csY2718" fmla="*/ 719461 h 1498637"/>
                <a:gd name="csX2719" fmla="*/ 3197443 w 3230884"/>
                <a:gd name="csY2719" fmla="*/ 718983 h 1498637"/>
                <a:gd name="csX2720" fmla="*/ 3198399 w 3230884"/>
                <a:gd name="csY2720" fmla="*/ 718983 h 1498637"/>
                <a:gd name="csX2721" fmla="*/ 3201265 w 3230884"/>
                <a:gd name="csY2721" fmla="*/ 721849 h 1498637"/>
                <a:gd name="csX2722" fmla="*/ 3203176 w 3230884"/>
                <a:gd name="csY2722" fmla="*/ 723760 h 1498637"/>
                <a:gd name="csX2723" fmla="*/ 3205565 w 3230884"/>
                <a:gd name="csY2723" fmla="*/ 725193 h 1498637"/>
                <a:gd name="csX2724" fmla="*/ 3207476 w 3230884"/>
                <a:gd name="csY2724" fmla="*/ 726149 h 1498637"/>
                <a:gd name="csX2725" fmla="*/ 3212253 w 3230884"/>
                <a:gd name="csY2725" fmla="*/ 727104 h 1498637"/>
                <a:gd name="csX2726" fmla="*/ 3214164 w 3230884"/>
                <a:gd name="csY2726" fmla="*/ 725671 h 1498637"/>
                <a:gd name="csX2727" fmla="*/ 3214642 w 3230884"/>
                <a:gd name="csY2727" fmla="*/ 723282 h 1498637"/>
                <a:gd name="csX2728" fmla="*/ 3214164 w 3230884"/>
                <a:gd name="csY2728" fmla="*/ 718027 h 1498637"/>
                <a:gd name="csX2729" fmla="*/ 3214642 w 3230884"/>
                <a:gd name="csY2729" fmla="*/ 716594 h 1498637"/>
                <a:gd name="csX2730" fmla="*/ 3217508 w 3230884"/>
                <a:gd name="csY2730" fmla="*/ 713728 h 1498637"/>
                <a:gd name="csX2731" fmla="*/ 3222285 w 3230884"/>
                <a:gd name="csY2731" fmla="*/ 709906 h 1498637"/>
                <a:gd name="csX2732" fmla="*/ 3225630 w 3230884"/>
                <a:gd name="csY2732" fmla="*/ 708951 h 1498637"/>
                <a:gd name="csX2733" fmla="*/ 3226585 w 3230884"/>
                <a:gd name="csY2733" fmla="*/ 708951 h 1498637"/>
                <a:gd name="csX2734" fmla="*/ 3227540 w 3230884"/>
                <a:gd name="csY2734" fmla="*/ 709906 h 1498637"/>
                <a:gd name="csX2735" fmla="*/ 3228973 w 3230884"/>
                <a:gd name="csY2735" fmla="*/ 710384 h 1498637"/>
                <a:gd name="csX2736" fmla="*/ 3230884 w 3230884"/>
                <a:gd name="csY2736" fmla="*/ 707995 h 1498637"/>
                <a:gd name="csX2737" fmla="*/ 3229929 w 3230884"/>
                <a:gd name="csY2737" fmla="*/ 704173 h 1498637"/>
                <a:gd name="csX2738" fmla="*/ 3227540 w 3230884"/>
                <a:gd name="csY2738" fmla="*/ 703218 h 1498637"/>
                <a:gd name="csX2739" fmla="*/ 3220852 w 3230884"/>
                <a:gd name="csY2739" fmla="*/ 702740 h 1498637"/>
                <a:gd name="csX2740" fmla="*/ 3221807 w 3230884"/>
                <a:gd name="csY2740" fmla="*/ 701307 h 1498637"/>
                <a:gd name="csX2741" fmla="*/ 3221330 w 3230884"/>
                <a:gd name="csY2741" fmla="*/ 699874 h 1498637"/>
                <a:gd name="csX2742" fmla="*/ 3220852 w 3230884"/>
                <a:gd name="csY2742" fmla="*/ 697963 h 1498637"/>
                <a:gd name="csX2743" fmla="*/ 3219419 w 3230884"/>
                <a:gd name="csY2743" fmla="*/ 697007 h 1498637"/>
                <a:gd name="csX2744" fmla="*/ 3218464 w 3230884"/>
                <a:gd name="csY2744" fmla="*/ 697007 h 1498637"/>
                <a:gd name="csX2745" fmla="*/ 3216075 w 3230884"/>
                <a:gd name="csY2745" fmla="*/ 697963 h 1498637"/>
                <a:gd name="csX2746" fmla="*/ 3213686 w 3230884"/>
                <a:gd name="csY2746" fmla="*/ 699396 h 1498637"/>
                <a:gd name="csX2747" fmla="*/ 3214642 w 3230884"/>
                <a:gd name="csY2747" fmla="*/ 697485 h 1498637"/>
                <a:gd name="csX2748" fmla="*/ 3216075 w 3230884"/>
                <a:gd name="csY2748" fmla="*/ 696052 h 1498637"/>
                <a:gd name="csX2749" fmla="*/ 3215597 w 3230884"/>
                <a:gd name="csY2749" fmla="*/ 695096 h 1498637"/>
                <a:gd name="csX2750" fmla="*/ 3214642 w 3230884"/>
                <a:gd name="csY2750" fmla="*/ 694141 h 1498637"/>
                <a:gd name="csX2751" fmla="*/ 3206998 w 3230884"/>
                <a:gd name="csY2751" fmla="*/ 686497 h 1498637"/>
                <a:gd name="csX2752" fmla="*/ 3202698 w 3230884"/>
                <a:gd name="csY2752" fmla="*/ 683631 h 1498637"/>
                <a:gd name="csX2753" fmla="*/ 3198399 w 3230884"/>
                <a:gd name="csY2753" fmla="*/ 679809 h 1498637"/>
                <a:gd name="csX2754" fmla="*/ 3194577 w 3230884"/>
                <a:gd name="csY2754" fmla="*/ 673121 h 1498637"/>
                <a:gd name="csX2755" fmla="*/ 3189800 w 3230884"/>
                <a:gd name="csY2755" fmla="*/ 667866 h 1498637"/>
                <a:gd name="csX2756" fmla="*/ 3185023 w 3230884"/>
                <a:gd name="csY2756" fmla="*/ 665955 h 1498637"/>
                <a:gd name="csX2757" fmla="*/ 3180245 w 3230884"/>
                <a:gd name="csY2757" fmla="*/ 666433 h 1498637"/>
                <a:gd name="csX2758" fmla="*/ 3176901 w 3230884"/>
                <a:gd name="csY2758" fmla="*/ 664999 h 1498637"/>
                <a:gd name="csX2759" fmla="*/ 3173557 w 3230884"/>
                <a:gd name="csY2759" fmla="*/ 663566 h 1498637"/>
                <a:gd name="csX2760" fmla="*/ 3165913 w 3230884"/>
                <a:gd name="csY2760" fmla="*/ 661655 h 1498637"/>
                <a:gd name="csX2761" fmla="*/ 3165913 w 3230884"/>
                <a:gd name="csY2761" fmla="*/ 663089 h 1498637"/>
                <a:gd name="csX2762" fmla="*/ 3174512 w 3230884"/>
                <a:gd name="csY2762" fmla="*/ 665955 h 1498637"/>
                <a:gd name="csX2763" fmla="*/ 3175468 w 3230884"/>
                <a:gd name="csY2763" fmla="*/ 666910 h 1498637"/>
                <a:gd name="csX2764" fmla="*/ 3174990 w 3230884"/>
                <a:gd name="csY2764" fmla="*/ 667866 h 1498637"/>
                <a:gd name="csX2765" fmla="*/ 3173079 w 3230884"/>
                <a:gd name="csY2765" fmla="*/ 668344 h 1498637"/>
                <a:gd name="csX2766" fmla="*/ 3166869 w 3230884"/>
                <a:gd name="csY2766" fmla="*/ 667388 h 1498637"/>
                <a:gd name="csX2767" fmla="*/ 3164958 w 3230884"/>
                <a:gd name="csY2767" fmla="*/ 666910 h 1498637"/>
                <a:gd name="csX2768" fmla="*/ 3163047 w 3230884"/>
                <a:gd name="csY2768" fmla="*/ 664999 h 1498637"/>
                <a:gd name="csX2769" fmla="*/ 3162091 w 3230884"/>
                <a:gd name="csY2769" fmla="*/ 664999 h 1498637"/>
                <a:gd name="csX2770" fmla="*/ 3161614 w 3230884"/>
                <a:gd name="csY2770" fmla="*/ 666433 h 1498637"/>
                <a:gd name="csX2771" fmla="*/ 3161614 w 3230884"/>
                <a:gd name="csY2771" fmla="*/ 668821 h 1498637"/>
                <a:gd name="csX2772" fmla="*/ 3162569 w 3230884"/>
                <a:gd name="csY2772" fmla="*/ 671210 h 1498637"/>
                <a:gd name="csX2773" fmla="*/ 3161136 w 3230884"/>
                <a:gd name="csY2773" fmla="*/ 672165 h 1498637"/>
                <a:gd name="csX2774" fmla="*/ 3159225 w 3230884"/>
                <a:gd name="csY2774" fmla="*/ 671688 h 1498637"/>
                <a:gd name="csX2775" fmla="*/ 3159225 w 3230884"/>
                <a:gd name="csY2775" fmla="*/ 668821 h 1498637"/>
                <a:gd name="csX2776" fmla="*/ 3159703 w 3230884"/>
                <a:gd name="csY2776" fmla="*/ 666910 h 1498637"/>
                <a:gd name="csX2777" fmla="*/ 3161614 w 3230884"/>
                <a:gd name="csY2777" fmla="*/ 663089 h 1498637"/>
                <a:gd name="csX2778" fmla="*/ 3162569 w 3230884"/>
                <a:gd name="csY2778" fmla="*/ 662133 h 1498637"/>
                <a:gd name="csX2779" fmla="*/ 3163047 w 3230884"/>
                <a:gd name="csY2779" fmla="*/ 661655 h 1498637"/>
                <a:gd name="csX2780" fmla="*/ 3156359 w 3230884"/>
                <a:gd name="csY2780" fmla="*/ 659744 h 1498637"/>
                <a:gd name="csX2781" fmla="*/ 3154448 w 3230884"/>
                <a:gd name="csY2781" fmla="*/ 658789 h 1498637"/>
                <a:gd name="csX2782" fmla="*/ 3152537 w 3230884"/>
                <a:gd name="csY2782" fmla="*/ 657833 h 1498637"/>
                <a:gd name="csX2783" fmla="*/ 3148715 w 3230884"/>
                <a:gd name="csY2783" fmla="*/ 659744 h 1498637"/>
                <a:gd name="csX2784" fmla="*/ 3137250 w 3230884"/>
                <a:gd name="csY2784" fmla="*/ 660222 h 1498637"/>
                <a:gd name="csX2785" fmla="*/ 3135339 w 3230884"/>
                <a:gd name="csY2785" fmla="*/ 660700 h 1498637"/>
                <a:gd name="csX2786" fmla="*/ 3135339 w 3230884"/>
                <a:gd name="csY2786" fmla="*/ 661655 h 1498637"/>
                <a:gd name="csX2787" fmla="*/ 3135816 w 3230884"/>
                <a:gd name="csY2787" fmla="*/ 662611 h 1498637"/>
                <a:gd name="csX2788" fmla="*/ 3137727 w 3230884"/>
                <a:gd name="csY2788" fmla="*/ 663089 h 1498637"/>
                <a:gd name="csX2789" fmla="*/ 3139638 w 3230884"/>
                <a:gd name="csY2789" fmla="*/ 663089 h 1498637"/>
                <a:gd name="csX2790" fmla="*/ 3140593 w 3230884"/>
                <a:gd name="csY2790" fmla="*/ 664522 h 1498637"/>
                <a:gd name="csX2791" fmla="*/ 3142982 w 3230884"/>
                <a:gd name="csY2791" fmla="*/ 665477 h 1498637"/>
                <a:gd name="csX2792" fmla="*/ 3144416 w 3230884"/>
                <a:gd name="csY2792" fmla="*/ 667388 h 1498637"/>
                <a:gd name="csX2793" fmla="*/ 3145371 w 3230884"/>
                <a:gd name="csY2793" fmla="*/ 670732 h 1498637"/>
                <a:gd name="csX2794" fmla="*/ 3145848 w 3230884"/>
                <a:gd name="csY2794" fmla="*/ 672643 h 1498637"/>
                <a:gd name="csX2795" fmla="*/ 3146326 w 3230884"/>
                <a:gd name="csY2795" fmla="*/ 675032 h 1498637"/>
                <a:gd name="csX2796" fmla="*/ 3144893 w 3230884"/>
                <a:gd name="csY2796" fmla="*/ 679331 h 1498637"/>
                <a:gd name="csX2797" fmla="*/ 3143460 w 3230884"/>
                <a:gd name="csY2797" fmla="*/ 680765 h 1498637"/>
                <a:gd name="csX2798" fmla="*/ 3141549 w 3230884"/>
                <a:gd name="csY2798" fmla="*/ 681720 h 1498637"/>
                <a:gd name="csX2799" fmla="*/ 3142505 w 3230884"/>
                <a:gd name="csY2799" fmla="*/ 684109 h 1498637"/>
                <a:gd name="csX2800" fmla="*/ 3144416 w 3230884"/>
                <a:gd name="csY2800" fmla="*/ 686019 h 1498637"/>
                <a:gd name="csX2801" fmla="*/ 3147759 w 3230884"/>
                <a:gd name="csY2801" fmla="*/ 686975 h 1498637"/>
                <a:gd name="csX2802" fmla="*/ 3149193 w 3230884"/>
                <a:gd name="csY2802" fmla="*/ 688408 h 1498637"/>
                <a:gd name="csX2803" fmla="*/ 3150626 w 3230884"/>
                <a:gd name="csY2803" fmla="*/ 690797 h 1498637"/>
                <a:gd name="csX2804" fmla="*/ 3149670 w 3230884"/>
                <a:gd name="csY2804" fmla="*/ 694141 h 1498637"/>
                <a:gd name="csX2805" fmla="*/ 3148237 w 3230884"/>
                <a:gd name="csY2805" fmla="*/ 696530 h 1498637"/>
                <a:gd name="csX2806" fmla="*/ 3147282 w 3230884"/>
                <a:gd name="csY2806" fmla="*/ 697485 h 1498637"/>
                <a:gd name="csX2807" fmla="*/ 3146326 w 3230884"/>
                <a:gd name="csY2807" fmla="*/ 699396 h 1498637"/>
                <a:gd name="csX2808" fmla="*/ 3145848 w 3230884"/>
                <a:gd name="csY2808" fmla="*/ 699874 h 1498637"/>
                <a:gd name="csX2809" fmla="*/ 3144893 w 3230884"/>
                <a:gd name="csY2809" fmla="*/ 699874 h 1498637"/>
                <a:gd name="csX2810" fmla="*/ 3145848 w 3230884"/>
                <a:gd name="csY2810" fmla="*/ 693185 h 1498637"/>
                <a:gd name="csX2811" fmla="*/ 3144416 w 3230884"/>
                <a:gd name="csY2811" fmla="*/ 688886 h 1498637"/>
                <a:gd name="csX2812" fmla="*/ 3142027 w 3230884"/>
                <a:gd name="csY2812" fmla="*/ 689841 h 1498637"/>
                <a:gd name="csX2813" fmla="*/ 3141071 w 3230884"/>
                <a:gd name="csY2813" fmla="*/ 691275 h 1498637"/>
                <a:gd name="csX2814" fmla="*/ 3139160 w 3230884"/>
                <a:gd name="csY2814" fmla="*/ 694619 h 1498637"/>
                <a:gd name="csX2815" fmla="*/ 3138205 w 3230884"/>
                <a:gd name="csY2815" fmla="*/ 695096 h 1498637"/>
                <a:gd name="csX2816" fmla="*/ 3137727 w 3230884"/>
                <a:gd name="csY2816" fmla="*/ 693663 h 1498637"/>
                <a:gd name="csX2817" fmla="*/ 3137250 w 3230884"/>
                <a:gd name="csY2817" fmla="*/ 690797 h 1498637"/>
                <a:gd name="csX2818" fmla="*/ 3136771 w 3230884"/>
                <a:gd name="csY2818" fmla="*/ 687931 h 1498637"/>
                <a:gd name="csX2819" fmla="*/ 3136294 w 3230884"/>
                <a:gd name="csY2819" fmla="*/ 686019 h 1498637"/>
                <a:gd name="csX2820" fmla="*/ 3133905 w 3230884"/>
                <a:gd name="csY2820" fmla="*/ 684109 h 1498637"/>
                <a:gd name="csX2821" fmla="*/ 3132950 w 3230884"/>
                <a:gd name="csY2821" fmla="*/ 683153 h 1498637"/>
                <a:gd name="csX2822" fmla="*/ 3129128 w 3230884"/>
                <a:gd name="csY2822" fmla="*/ 682675 h 1498637"/>
                <a:gd name="csX2823" fmla="*/ 3127695 w 3230884"/>
                <a:gd name="csY2823" fmla="*/ 682198 h 1498637"/>
                <a:gd name="csX2824" fmla="*/ 3129128 w 3230884"/>
                <a:gd name="csY2824" fmla="*/ 677420 h 1498637"/>
                <a:gd name="csX2825" fmla="*/ 3131039 w 3230884"/>
                <a:gd name="csY2825" fmla="*/ 674554 h 1498637"/>
                <a:gd name="csX2826" fmla="*/ 3130561 w 3230884"/>
                <a:gd name="csY2826" fmla="*/ 668821 h 1498637"/>
                <a:gd name="csX2827" fmla="*/ 3129605 w 3230884"/>
                <a:gd name="csY2827" fmla="*/ 666433 h 1498637"/>
                <a:gd name="csX2828" fmla="*/ 3128650 w 3230884"/>
                <a:gd name="csY2828" fmla="*/ 664999 h 1498637"/>
                <a:gd name="csX2829" fmla="*/ 3127695 w 3230884"/>
                <a:gd name="csY2829" fmla="*/ 660222 h 1498637"/>
                <a:gd name="csX2830" fmla="*/ 3127695 w 3230884"/>
                <a:gd name="csY2830" fmla="*/ 655445 h 1498637"/>
                <a:gd name="csX2831" fmla="*/ 3129128 w 3230884"/>
                <a:gd name="csY2831" fmla="*/ 652101 h 1498637"/>
                <a:gd name="csX2832" fmla="*/ 3129128 w 3230884"/>
                <a:gd name="csY2832" fmla="*/ 648279 h 1498637"/>
                <a:gd name="csX2833" fmla="*/ 3128173 w 3230884"/>
                <a:gd name="csY2833" fmla="*/ 645412 h 1498637"/>
                <a:gd name="csX2834" fmla="*/ 3126262 w 3230884"/>
                <a:gd name="csY2834" fmla="*/ 644457 h 1498637"/>
                <a:gd name="csX2835" fmla="*/ 3125306 w 3230884"/>
                <a:gd name="csY2835" fmla="*/ 645412 h 1498637"/>
                <a:gd name="csX2836" fmla="*/ 3123873 w 3230884"/>
                <a:gd name="csY2836" fmla="*/ 647324 h 1498637"/>
                <a:gd name="csX2837" fmla="*/ 3123395 w 3230884"/>
                <a:gd name="csY2837" fmla="*/ 647801 h 1498637"/>
                <a:gd name="csX2838" fmla="*/ 3119096 w 3230884"/>
                <a:gd name="csY2838" fmla="*/ 648279 h 1498637"/>
                <a:gd name="csX2839" fmla="*/ 3121962 w 3230884"/>
                <a:gd name="csY2839" fmla="*/ 643979 h 1498637"/>
                <a:gd name="csX2840" fmla="*/ 3121484 w 3230884"/>
                <a:gd name="csY2840" fmla="*/ 640158 h 1498637"/>
                <a:gd name="csX2841" fmla="*/ 3121007 w 3230884"/>
                <a:gd name="csY2841" fmla="*/ 638247 h 1498637"/>
                <a:gd name="csX2842" fmla="*/ 3120051 w 3230884"/>
                <a:gd name="csY2842" fmla="*/ 636336 h 1498637"/>
                <a:gd name="csX2843" fmla="*/ 3119573 w 3230884"/>
                <a:gd name="csY2843" fmla="*/ 632992 h 1498637"/>
                <a:gd name="csX2844" fmla="*/ 3088521 w 3230884"/>
                <a:gd name="csY2844" fmla="*/ 611494 h 1498637"/>
                <a:gd name="csX2845" fmla="*/ 3083266 w 3230884"/>
                <a:gd name="csY2845" fmla="*/ 608627 h 1498637"/>
                <a:gd name="csX2846" fmla="*/ 3080877 w 3230884"/>
                <a:gd name="csY2846" fmla="*/ 606239 h 1498637"/>
                <a:gd name="csX2847" fmla="*/ 3078489 w 3230884"/>
                <a:gd name="csY2847" fmla="*/ 605283 h 1498637"/>
                <a:gd name="csX2848" fmla="*/ 3076578 w 3230884"/>
                <a:gd name="csY2848" fmla="*/ 605761 h 1498637"/>
                <a:gd name="csX2849" fmla="*/ 3075145 w 3230884"/>
                <a:gd name="csY2849" fmla="*/ 606239 h 1498637"/>
                <a:gd name="csX2850" fmla="*/ 3074189 w 3230884"/>
                <a:gd name="csY2850" fmla="*/ 605761 h 1498637"/>
                <a:gd name="csX2851" fmla="*/ 3075145 w 3230884"/>
                <a:gd name="csY2851" fmla="*/ 603372 h 1498637"/>
                <a:gd name="csX2852" fmla="*/ 3076100 w 3230884"/>
                <a:gd name="csY2852" fmla="*/ 602895 h 1498637"/>
                <a:gd name="csX2853" fmla="*/ 3073234 w 3230884"/>
                <a:gd name="csY2853" fmla="*/ 599551 h 1498637"/>
                <a:gd name="csX2854" fmla="*/ 3061768 w 3230884"/>
                <a:gd name="csY2854" fmla="*/ 590474 h 1498637"/>
                <a:gd name="csX2855" fmla="*/ 3059379 w 3230884"/>
                <a:gd name="csY2855" fmla="*/ 589518 h 1498637"/>
                <a:gd name="csX2856" fmla="*/ 3061291 w 3230884"/>
                <a:gd name="csY2856" fmla="*/ 591907 h 1498637"/>
                <a:gd name="csX2857" fmla="*/ 3069412 w 3230884"/>
                <a:gd name="csY2857" fmla="*/ 598595 h 1498637"/>
                <a:gd name="csX2858" fmla="*/ 3070845 w 3230884"/>
                <a:gd name="csY2858" fmla="*/ 600984 h 1498637"/>
                <a:gd name="csX2859" fmla="*/ 3068456 w 3230884"/>
                <a:gd name="csY2859" fmla="*/ 603372 h 1498637"/>
                <a:gd name="csX2860" fmla="*/ 3065590 w 3230884"/>
                <a:gd name="csY2860" fmla="*/ 604328 h 1498637"/>
                <a:gd name="csX2861" fmla="*/ 3066545 w 3230884"/>
                <a:gd name="csY2861" fmla="*/ 601461 h 1498637"/>
                <a:gd name="csX2862" fmla="*/ 3066068 w 3230884"/>
                <a:gd name="csY2862" fmla="*/ 598117 h 1498637"/>
                <a:gd name="csX2863" fmla="*/ 3065112 w 3230884"/>
                <a:gd name="csY2863" fmla="*/ 596684 h 1498637"/>
                <a:gd name="csX2864" fmla="*/ 3062246 w 3230884"/>
                <a:gd name="csY2864" fmla="*/ 594296 h 1498637"/>
                <a:gd name="csX2865" fmla="*/ 3057468 w 3230884"/>
                <a:gd name="csY2865" fmla="*/ 592862 h 1498637"/>
                <a:gd name="csX2866" fmla="*/ 3053169 w 3230884"/>
                <a:gd name="csY2866" fmla="*/ 590474 h 1498637"/>
                <a:gd name="csX2867" fmla="*/ 3052214 w 3230884"/>
                <a:gd name="csY2867" fmla="*/ 588085 h 1498637"/>
                <a:gd name="csX2868" fmla="*/ 3051736 w 3230884"/>
                <a:gd name="csY2868" fmla="*/ 584741 h 1498637"/>
                <a:gd name="csX2869" fmla="*/ 3054602 w 3230884"/>
                <a:gd name="csY2869" fmla="*/ 587607 h 1498637"/>
                <a:gd name="csX2870" fmla="*/ 3056036 w 3230884"/>
                <a:gd name="csY2870" fmla="*/ 588563 h 1498637"/>
                <a:gd name="csX2871" fmla="*/ 3053169 w 3230884"/>
                <a:gd name="csY2871" fmla="*/ 584263 h 1498637"/>
                <a:gd name="csX2872" fmla="*/ 3049347 w 3230884"/>
                <a:gd name="csY2872" fmla="*/ 579964 h 1498637"/>
                <a:gd name="csX2873" fmla="*/ 3041704 w 3230884"/>
                <a:gd name="csY2873" fmla="*/ 576619 h 1498637"/>
                <a:gd name="csX2874" fmla="*/ 3039793 w 3230884"/>
                <a:gd name="csY2874" fmla="*/ 575186 h 1498637"/>
                <a:gd name="csX2875" fmla="*/ 3037882 w 3230884"/>
                <a:gd name="csY2875" fmla="*/ 572320 h 1498637"/>
                <a:gd name="csX2876" fmla="*/ 3036926 w 3230884"/>
                <a:gd name="csY2876" fmla="*/ 571842 h 1498637"/>
                <a:gd name="csX2877" fmla="*/ 3035493 w 3230884"/>
                <a:gd name="csY2877" fmla="*/ 572320 h 1498637"/>
                <a:gd name="csX2878" fmla="*/ 3031193 w 3230884"/>
                <a:gd name="csY2878" fmla="*/ 570887 h 1498637"/>
                <a:gd name="csX2879" fmla="*/ 3027372 w 3230884"/>
                <a:gd name="csY2879" fmla="*/ 568498 h 1498637"/>
                <a:gd name="csX2880" fmla="*/ 3024505 w 3230884"/>
                <a:gd name="csY2880" fmla="*/ 567065 h 1498637"/>
                <a:gd name="csX2881" fmla="*/ 3013040 w 3230884"/>
                <a:gd name="csY2881" fmla="*/ 554644 h 1498637"/>
                <a:gd name="csX2882" fmla="*/ 3006352 w 3230884"/>
                <a:gd name="csY2882" fmla="*/ 552733 h 1498637"/>
                <a:gd name="csX2883" fmla="*/ 3005874 w 3230884"/>
                <a:gd name="csY2883" fmla="*/ 550822 h 1498637"/>
                <a:gd name="csX2884" fmla="*/ 3005396 w 3230884"/>
                <a:gd name="csY2884" fmla="*/ 549389 h 1498637"/>
                <a:gd name="csX2885" fmla="*/ 3004441 w 3230884"/>
                <a:gd name="csY2885" fmla="*/ 547956 h 1498637"/>
                <a:gd name="csX2886" fmla="*/ 2996319 w 3230884"/>
                <a:gd name="csY2886" fmla="*/ 544612 h 1498637"/>
                <a:gd name="csX2887" fmla="*/ 2986287 w 3230884"/>
                <a:gd name="csY2887" fmla="*/ 542223 h 1498637"/>
                <a:gd name="csX2888" fmla="*/ 2975777 w 3230884"/>
                <a:gd name="csY2888" fmla="*/ 536490 h 1498637"/>
                <a:gd name="csX2889" fmla="*/ 2966222 w 3230884"/>
                <a:gd name="csY2889" fmla="*/ 534579 h 1498637"/>
                <a:gd name="csX2890" fmla="*/ 2956190 w 3230884"/>
                <a:gd name="csY2890" fmla="*/ 527891 h 1498637"/>
                <a:gd name="csX2891" fmla="*/ 2949979 w 3230884"/>
                <a:gd name="csY2891" fmla="*/ 523114 h 1498637"/>
                <a:gd name="csX2892" fmla="*/ 2946158 w 3230884"/>
                <a:gd name="csY2892" fmla="*/ 521203 h 1498637"/>
                <a:gd name="csX2893" fmla="*/ 2942813 w 3230884"/>
                <a:gd name="csY2893" fmla="*/ 520725 h 1498637"/>
                <a:gd name="csX2894" fmla="*/ 2933736 w 3230884"/>
                <a:gd name="csY2894" fmla="*/ 523114 h 1498637"/>
                <a:gd name="csX2895" fmla="*/ 2923704 w 3230884"/>
                <a:gd name="csY2895" fmla="*/ 523591 h 1498637"/>
                <a:gd name="csX2896" fmla="*/ 2914627 w 3230884"/>
                <a:gd name="csY2896" fmla="*/ 522158 h 1498637"/>
                <a:gd name="csX2897" fmla="*/ 2906984 w 3230884"/>
                <a:gd name="csY2897" fmla="*/ 522636 h 1498637"/>
                <a:gd name="csX2898" fmla="*/ 2903162 w 3230884"/>
                <a:gd name="csY2898" fmla="*/ 521681 h 1498637"/>
                <a:gd name="csX2899" fmla="*/ 2896951 w 3230884"/>
                <a:gd name="csY2899" fmla="*/ 518814 h 1498637"/>
                <a:gd name="csX2900" fmla="*/ 2895518 w 3230884"/>
                <a:gd name="csY2900" fmla="*/ 519770 h 1498637"/>
                <a:gd name="csX2901" fmla="*/ 2894085 w 3230884"/>
                <a:gd name="csY2901" fmla="*/ 525025 h 1498637"/>
                <a:gd name="csX2902" fmla="*/ 2889308 w 3230884"/>
                <a:gd name="csY2902" fmla="*/ 523114 h 1498637"/>
                <a:gd name="csX2903" fmla="*/ 2885963 w 3230884"/>
                <a:gd name="csY2903" fmla="*/ 520247 h 1498637"/>
                <a:gd name="csX2904" fmla="*/ 2879753 w 3230884"/>
                <a:gd name="csY2904" fmla="*/ 517381 h 1498637"/>
                <a:gd name="csX2905" fmla="*/ 2867810 w 3230884"/>
                <a:gd name="csY2905" fmla="*/ 515948 h 1498637"/>
                <a:gd name="csX2906" fmla="*/ 2853478 w 3230884"/>
                <a:gd name="csY2906" fmla="*/ 511648 h 1498637"/>
                <a:gd name="csX2907" fmla="*/ 2846312 w 3230884"/>
                <a:gd name="csY2907" fmla="*/ 510693 h 1498637"/>
                <a:gd name="csX2908" fmla="*/ 2838669 w 3230884"/>
                <a:gd name="csY2908" fmla="*/ 510215 h 1498637"/>
                <a:gd name="csX2909" fmla="*/ 2839146 w 3230884"/>
                <a:gd name="csY2909" fmla="*/ 519292 h 1498637"/>
                <a:gd name="csX2910" fmla="*/ 2839146 w 3230884"/>
                <a:gd name="csY2910" fmla="*/ 523591 h 1498637"/>
                <a:gd name="csX2911" fmla="*/ 2836280 w 3230884"/>
                <a:gd name="csY2911" fmla="*/ 528847 h 1498637"/>
                <a:gd name="csX2912" fmla="*/ 2832936 w 3230884"/>
                <a:gd name="csY2912" fmla="*/ 532668 h 1498637"/>
                <a:gd name="csX2913" fmla="*/ 2831980 w 3230884"/>
                <a:gd name="csY2913" fmla="*/ 535535 h 1498637"/>
                <a:gd name="csX2914" fmla="*/ 2840579 w 3230884"/>
                <a:gd name="csY2914" fmla="*/ 537923 h 1498637"/>
                <a:gd name="csX2915" fmla="*/ 2842968 w 3230884"/>
                <a:gd name="csY2915" fmla="*/ 547956 h 1498637"/>
                <a:gd name="csX2916" fmla="*/ 2846312 w 3230884"/>
                <a:gd name="csY2916" fmla="*/ 554166 h 1498637"/>
                <a:gd name="csX2917" fmla="*/ 2848701 w 3230884"/>
                <a:gd name="csY2917" fmla="*/ 560854 h 1498637"/>
                <a:gd name="csX2918" fmla="*/ 2848701 w 3230884"/>
                <a:gd name="csY2918" fmla="*/ 565632 h 1498637"/>
                <a:gd name="csX2919" fmla="*/ 2839624 w 3230884"/>
                <a:gd name="csY2919" fmla="*/ 576619 h 1498637"/>
                <a:gd name="csX2920" fmla="*/ 2830069 w 3230884"/>
                <a:gd name="csY2920" fmla="*/ 578053 h 1498637"/>
                <a:gd name="csX2921" fmla="*/ 2820992 w 3230884"/>
                <a:gd name="csY2921" fmla="*/ 578530 h 1498637"/>
                <a:gd name="csX2922" fmla="*/ 2817171 w 3230884"/>
                <a:gd name="csY2922" fmla="*/ 571842 h 1498637"/>
                <a:gd name="csX2923" fmla="*/ 2815260 w 3230884"/>
                <a:gd name="csY2923" fmla="*/ 563721 h 1498637"/>
                <a:gd name="csX2924" fmla="*/ 2808094 w 3230884"/>
                <a:gd name="csY2924" fmla="*/ 559421 h 1498637"/>
                <a:gd name="csX2925" fmla="*/ 2800928 w 3230884"/>
                <a:gd name="csY2925" fmla="*/ 556077 h 1498637"/>
                <a:gd name="csX2926" fmla="*/ 2797584 w 3230884"/>
                <a:gd name="csY2926" fmla="*/ 555599 h 1498637"/>
                <a:gd name="csX2927" fmla="*/ 2795195 w 3230884"/>
                <a:gd name="csY2927" fmla="*/ 553689 h 1498637"/>
                <a:gd name="csX2928" fmla="*/ 2793762 w 3230884"/>
                <a:gd name="csY2928" fmla="*/ 544612 h 1498637"/>
                <a:gd name="csX2929" fmla="*/ 2792329 w 3230884"/>
                <a:gd name="csY2929" fmla="*/ 537923 h 1498637"/>
                <a:gd name="csX2930" fmla="*/ 2790418 w 3230884"/>
                <a:gd name="csY2930" fmla="*/ 535535 h 1498637"/>
                <a:gd name="csX2931" fmla="*/ 2788507 w 3230884"/>
                <a:gd name="csY2931" fmla="*/ 531713 h 1498637"/>
                <a:gd name="csX2932" fmla="*/ 2786596 w 3230884"/>
                <a:gd name="csY2932" fmla="*/ 530280 h 1498637"/>
                <a:gd name="csX2933" fmla="*/ 2781819 w 3230884"/>
                <a:gd name="csY2933" fmla="*/ 529324 h 1498637"/>
                <a:gd name="csX2934" fmla="*/ 2770831 w 3230884"/>
                <a:gd name="csY2934" fmla="*/ 539357 h 1498637"/>
                <a:gd name="csX2935" fmla="*/ 2767009 w 3230884"/>
                <a:gd name="csY2935" fmla="*/ 542223 h 1498637"/>
                <a:gd name="csX2936" fmla="*/ 2766054 w 3230884"/>
                <a:gd name="csY2936" fmla="*/ 542223 h 1498637"/>
                <a:gd name="csX2937" fmla="*/ 2749333 w 3230884"/>
                <a:gd name="csY2937" fmla="*/ 539834 h 1498637"/>
                <a:gd name="csX2938" fmla="*/ 2745033 w 3230884"/>
                <a:gd name="csY2938" fmla="*/ 537446 h 1498637"/>
                <a:gd name="csX2939" fmla="*/ 2720192 w 3230884"/>
                <a:gd name="csY2939" fmla="*/ 536490 h 1498637"/>
                <a:gd name="csX2940" fmla="*/ 2713026 w 3230884"/>
                <a:gd name="csY2940" fmla="*/ 530757 h 1498637"/>
                <a:gd name="csX2941" fmla="*/ 2708726 w 3230884"/>
                <a:gd name="csY2941" fmla="*/ 529802 h 1498637"/>
                <a:gd name="csX2942" fmla="*/ 2703949 w 3230884"/>
                <a:gd name="csY2942" fmla="*/ 531713 h 1498637"/>
                <a:gd name="csX2943" fmla="*/ 2700127 w 3230884"/>
                <a:gd name="csY2943" fmla="*/ 532191 h 1498637"/>
                <a:gd name="csX2944" fmla="*/ 2693916 w 3230884"/>
                <a:gd name="csY2944" fmla="*/ 530757 h 1498637"/>
                <a:gd name="csX2945" fmla="*/ 2689139 w 3230884"/>
                <a:gd name="csY2945" fmla="*/ 532668 h 1498637"/>
                <a:gd name="csX2946" fmla="*/ 2677674 w 3230884"/>
                <a:gd name="csY2946" fmla="*/ 534102 h 1498637"/>
                <a:gd name="csX2947" fmla="*/ 2673374 w 3230884"/>
                <a:gd name="csY2947" fmla="*/ 536490 h 1498637"/>
                <a:gd name="csX2948" fmla="*/ 2669075 w 3230884"/>
                <a:gd name="csY2948" fmla="*/ 539834 h 1498637"/>
                <a:gd name="csX2949" fmla="*/ 2660953 w 3230884"/>
                <a:gd name="csY2949" fmla="*/ 548433 h 1498637"/>
                <a:gd name="csX2950" fmla="*/ 2659998 w 3230884"/>
                <a:gd name="csY2950" fmla="*/ 552255 h 1498637"/>
                <a:gd name="csX2951" fmla="*/ 2659998 w 3230884"/>
                <a:gd name="csY2951" fmla="*/ 557510 h 1498637"/>
                <a:gd name="csX2952" fmla="*/ 2661431 w 3230884"/>
                <a:gd name="csY2952" fmla="*/ 564676 h 1498637"/>
                <a:gd name="csX2953" fmla="*/ 2661431 w 3230884"/>
                <a:gd name="csY2953" fmla="*/ 572320 h 1498637"/>
                <a:gd name="csX2954" fmla="*/ 2660475 w 3230884"/>
                <a:gd name="csY2954" fmla="*/ 575186 h 1498637"/>
                <a:gd name="csX2955" fmla="*/ 2657609 w 3230884"/>
                <a:gd name="csY2955" fmla="*/ 576619 h 1498637"/>
                <a:gd name="csX2956" fmla="*/ 2655221 w 3230884"/>
                <a:gd name="csY2956" fmla="*/ 585219 h 1498637"/>
                <a:gd name="csX2957" fmla="*/ 2652354 w 3230884"/>
                <a:gd name="csY2957" fmla="*/ 589518 h 1498637"/>
                <a:gd name="csX2958" fmla="*/ 2647577 w 3230884"/>
                <a:gd name="csY2958" fmla="*/ 590951 h 1498637"/>
                <a:gd name="csX2959" fmla="*/ 2650443 w 3230884"/>
                <a:gd name="csY2959" fmla="*/ 587607 h 1498637"/>
                <a:gd name="csX2960" fmla="*/ 2652832 w 3230884"/>
                <a:gd name="csY2960" fmla="*/ 585219 h 1498637"/>
                <a:gd name="csX2961" fmla="*/ 2657132 w 3230884"/>
                <a:gd name="csY2961" fmla="*/ 572320 h 1498637"/>
                <a:gd name="csX2962" fmla="*/ 2656653 w 3230884"/>
                <a:gd name="csY2962" fmla="*/ 568498 h 1498637"/>
                <a:gd name="csX2963" fmla="*/ 2653309 w 3230884"/>
                <a:gd name="csY2963" fmla="*/ 565632 h 1498637"/>
                <a:gd name="csX2964" fmla="*/ 2650921 w 3230884"/>
                <a:gd name="csY2964" fmla="*/ 562765 h 1498637"/>
                <a:gd name="csX2965" fmla="*/ 2649966 w 3230884"/>
                <a:gd name="csY2965" fmla="*/ 550822 h 1498637"/>
                <a:gd name="csX2966" fmla="*/ 2649010 w 3230884"/>
                <a:gd name="csY2966" fmla="*/ 544134 h 1498637"/>
                <a:gd name="csX2967" fmla="*/ 2648532 w 3230884"/>
                <a:gd name="csY2967" fmla="*/ 536490 h 1498637"/>
                <a:gd name="csX2968" fmla="*/ 2645188 w 3230884"/>
                <a:gd name="csY2968" fmla="*/ 534102 h 1498637"/>
                <a:gd name="csX2969" fmla="*/ 2632767 w 3230884"/>
                <a:gd name="csY2969" fmla="*/ 530280 h 1498637"/>
                <a:gd name="csX2970" fmla="*/ 2627512 w 3230884"/>
                <a:gd name="csY2970" fmla="*/ 527413 h 1498637"/>
                <a:gd name="csX2971" fmla="*/ 2625123 w 3230884"/>
                <a:gd name="csY2971" fmla="*/ 522636 h 1498637"/>
                <a:gd name="csX2972" fmla="*/ 2627512 w 3230884"/>
                <a:gd name="csY2972" fmla="*/ 516426 h 1498637"/>
                <a:gd name="csX2973" fmla="*/ 2627512 w 3230884"/>
                <a:gd name="csY2973" fmla="*/ 511648 h 1498637"/>
                <a:gd name="csX2974" fmla="*/ 2628468 w 3230884"/>
                <a:gd name="csY2974" fmla="*/ 507349 h 1498637"/>
                <a:gd name="csX2975" fmla="*/ 2630378 w 3230884"/>
                <a:gd name="csY2975" fmla="*/ 504005 h 1498637"/>
                <a:gd name="csX2976" fmla="*/ 2630856 w 3230884"/>
                <a:gd name="csY2976" fmla="*/ 499227 h 1498637"/>
                <a:gd name="csX2977" fmla="*/ 2629901 w 3230884"/>
                <a:gd name="csY2977" fmla="*/ 493017 h 1498637"/>
                <a:gd name="csX2978" fmla="*/ 2628945 w 3230884"/>
                <a:gd name="csY2978" fmla="*/ 488717 h 1498637"/>
                <a:gd name="csX2979" fmla="*/ 2626557 w 3230884"/>
                <a:gd name="csY2979" fmla="*/ 482984 h 1498637"/>
                <a:gd name="csX2980" fmla="*/ 2625123 w 3230884"/>
                <a:gd name="csY2980" fmla="*/ 480596 h 1498637"/>
                <a:gd name="csX2981" fmla="*/ 2617957 w 3230884"/>
                <a:gd name="csY2981" fmla="*/ 472952 h 1498637"/>
                <a:gd name="csX2982" fmla="*/ 2605059 w 3230884"/>
                <a:gd name="csY2982" fmla="*/ 464831 h 1498637"/>
                <a:gd name="csX2983" fmla="*/ 2591682 w 3230884"/>
                <a:gd name="csY2983" fmla="*/ 459098 h 1498637"/>
                <a:gd name="csX2984" fmla="*/ 2580217 w 3230884"/>
                <a:gd name="csY2984" fmla="*/ 457187 h 1498637"/>
                <a:gd name="csX2985" fmla="*/ 2564930 w 3230884"/>
                <a:gd name="csY2985" fmla="*/ 456232 h 1498637"/>
                <a:gd name="csX2986" fmla="*/ 2549164 w 3230884"/>
                <a:gd name="csY2986" fmla="*/ 456232 h 1498637"/>
                <a:gd name="csX2987" fmla="*/ 2543432 w 3230884"/>
                <a:gd name="csY2987" fmla="*/ 459098 h 1498637"/>
                <a:gd name="csX2988" fmla="*/ 2531966 w 3230884"/>
                <a:gd name="csY2988" fmla="*/ 459576 h 1498637"/>
                <a:gd name="csX2989" fmla="*/ 2520023 w 3230884"/>
                <a:gd name="csY2989" fmla="*/ 462920 h 1498637"/>
                <a:gd name="csX2990" fmla="*/ 2507602 w 3230884"/>
                <a:gd name="csY2990" fmla="*/ 468175 h 1498637"/>
                <a:gd name="csX2991" fmla="*/ 2500914 w 3230884"/>
                <a:gd name="csY2991" fmla="*/ 468175 h 1498637"/>
                <a:gd name="csX2992" fmla="*/ 2488015 w 3230884"/>
                <a:gd name="csY2992" fmla="*/ 470564 h 1498637"/>
                <a:gd name="csX2993" fmla="*/ 2482282 w 3230884"/>
                <a:gd name="csY2993" fmla="*/ 470564 h 1498637"/>
                <a:gd name="csX2994" fmla="*/ 2467473 w 3230884"/>
                <a:gd name="csY2994" fmla="*/ 462442 h 1498637"/>
                <a:gd name="csX2995" fmla="*/ 2471772 w 3230884"/>
                <a:gd name="csY2995" fmla="*/ 461009 h 1498637"/>
                <a:gd name="csX2996" fmla="*/ 2473683 w 3230884"/>
                <a:gd name="csY2996" fmla="*/ 460053 h 1498637"/>
                <a:gd name="csX2997" fmla="*/ 2466995 w 3230884"/>
                <a:gd name="csY2997" fmla="*/ 449066 h 1498637"/>
                <a:gd name="csX2998" fmla="*/ 2463651 w 3230884"/>
                <a:gd name="csY2998" fmla="*/ 445244 h 1498637"/>
                <a:gd name="csX2999" fmla="*/ 2455052 w 3230884"/>
                <a:gd name="csY2999" fmla="*/ 440467 h 1498637"/>
                <a:gd name="csX3000" fmla="*/ 2451708 w 3230884"/>
                <a:gd name="csY3000" fmla="*/ 439989 h 1498637"/>
                <a:gd name="csX3001" fmla="*/ 2448841 w 3230884"/>
                <a:gd name="csY3001" fmla="*/ 440944 h 1498637"/>
                <a:gd name="csX3002" fmla="*/ 2436898 w 3230884"/>
                <a:gd name="csY3002" fmla="*/ 446199 h 1498637"/>
                <a:gd name="csX3003" fmla="*/ 2434032 w 3230884"/>
                <a:gd name="csY3003" fmla="*/ 448588 h 1498637"/>
                <a:gd name="csX3004" fmla="*/ 2439765 w 3230884"/>
                <a:gd name="csY3004" fmla="*/ 442377 h 1498637"/>
                <a:gd name="csX3005" fmla="*/ 2442631 w 3230884"/>
                <a:gd name="csY3005" fmla="*/ 439511 h 1498637"/>
                <a:gd name="csX3006" fmla="*/ 2445497 w 3230884"/>
                <a:gd name="csY3006" fmla="*/ 435689 h 1498637"/>
                <a:gd name="csX3007" fmla="*/ 2445020 w 3230884"/>
                <a:gd name="csY3007" fmla="*/ 433301 h 1498637"/>
                <a:gd name="csX3008" fmla="*/ 2444064 w 3230884"/>
                <a:gd name="csY3008" fmla="*/ 431867 h 1498637"/>
                <a:gd name="csX3009" fmla="*/ 2433554 w 3230884"/>
                <a:gd name="csY3009" fmla="*/ 432345 h 1498637"/>
                <a:gd name="csX3010" fmla="*/ 2432599 w 3230884"/>
                <a:gd name="csY3010" fmla="*/ 431867 h 1498637"/>
                <a:gd name="csX3011" fmla="*/ 2430688 w 3230884"/>
                <a:gd name="csY3011" fmla="*/ 428523 h 1498637"/>
                <a:gd name="csX3012" fmla="*/ 2429254 w 3230884"/>
                <a:gd name="csY3012" fmla="*/ 427090 h 1498637"/>
                <a:gd name="csX3013" fmla="*/ 2422566 w 3230884"/>
                <a:gd name="csY3013" fmla="*/ 423746 h 1498637"/>
                <a:gd name="csX3014" fmla="*/ 2417311 w 3230884"/>
                <a:gd name="csY3014" fmla="*/ 422313 h 1498637"/>
                <a:gd name="csX3015" fmla="*/ 2412056 w 3230884"/>
                <a:gd name="csY3015" fmla="*/ 422313 h 1498637"/>
                <a:gd name="csX3016" fmla="*/ 2411101 w 3230884"/>
                <a:gd name="csY3016" fmla="*/ 420880 h 1498637"/>
                <a:gd name="csX3017" fmla="*/ 2411579 w 3230884"/>
                <a:gd name="csY3017" fmla="*/ 418969 h 1498637"/>
                <a:gd name="csX3018" fmla="*/ 2411579 w 3230884"/>
                <a:gd name="csY3018" fmla="*/ 418013 h 1498637"/>
                <a:gd name="csX3019" fmla="*/ 2413490 w 3230884"/>
                <a:gd name="csY3019" fmla="*/ 416102 h 1498637"/>
                <a:gd name="csX3020" fmla="*/ 2418267 w 3230884"/>
                <a:gd name="csY3020" fmla="*/ 414191 h 1498637"/>
                <a:gd name="csX3021" fmla="*/ 2429732 w 3230884"/>
                <a:gd name="csY3021" fmla="*/ 413236 h 1498637"/>
                <a:gd name="csX3022" fmla="*/ 2432599 w 3230884"/>
                <a:gd name="csY3022" fmla="*/ 410370 h 1498637"/>
                <a:gd name="csX3023" fmla="*/ 2432121 w 3230884"/>
                <a:gd name="csY3023" fmla="*/ 407025 h 1498637"/>
                <a:gd name="csX3024" fmla="*/ 2431643 w 3230884"/>
                <a:gd name="csY3024" fmla="*/ 404637 h 1498637"/>
                <a:gd name="csX3025" fmla="*/ 2427821 w 3230884"/>
                <a:gd name="csY3025" fmla="*/ 398426 h 1498637"/>
                <a:gd name="csX3026" fmla="*/ 2422566 w 3230884"/>
                <a:gd name="csY3026" fmla="*/ 394127 h 1498637"/>
                <a:gd name="csX3027" fmla="*/ 2411579 w 3230884"/>
                <a:gd name="csY3027" fmla="*/ 388872 h 1498637"/>
                <a:gd name="csX3028" fmla="*/ 2400590 w 3230884"/>
                <a:gd name="csY3028" fmla="*/ 385528 h 1498637"/>
                <a:gd name="csX3029" fmla="*/ 2381481 w 3230884"/>
                <a:gd name="csY3029" fmla="*/ 383617 h 1498637"/>
                <a:gd name="csX3030" fmla="*/ 2378137 w 3230884"/>
                <a:gd name="csY3030" fmla="*/ 384572 h 1498637"/>
                <a:gd name="csX3031" fmla="*/ 2375271 w 3230884"/>
                <a:gd name="csY3031" fmla="*/ 386961 h 1498637"/>
                <a:gd name="csX3032" fmla="*/ 2370972 w 3230884"/>
                <a:gd name="csY3032" fmla="*/ 392216 h 1498637"/>
                <a:gd name="csX3033" fmla="*/ 2360461 w 3230884"/>
                <a:gd name="csY3033" fmla="*/ 408459 h 1498637"/>
                <a:gd name="csX3034" fmla="*/ 2354251 w 3230884"/>
                <a:gd name="csY3034" fmla="*/ 415147 h 1498637"/>
                <a:gd name="csX3035" fmla="*/ 2348996 w 3230884"/>
                <a:gd name="csY3035" fmla="*/ 418969 h 1498637"/>
                <a:gd name="csX3036" fmla="*/ 2337053 w 3230884"/>
                <a:gd name="csY3036" fmla="*/ 421835 h 1498637"/>
                <a:gd name="csX3037" fmla="*/ 2334664 w 3230884"/>
                <a:gd name="csY3037" fmla="*/ 421357 h 1498637"/>
                <a:gd name="csX3038" fmla="*/ 2332753 w 3230884"/>
                <a:gd name="csY3038" fmla="*/ 418491 h 1498637"/>
                <a:gd name="csX3039" fmla="*/ 2333708 w 3230884"/>
                <a:gd name="csY3039" fmla="*/ 416102 h 1498637"/>
                <a:gd name="csX3040" fmla="*/ 2334664 w 3230884"/>
                <a:gd name="csY3040" fmla="*/ 413714 h 1498637"/>
                <a:gd name="csX3041" fmla="*/ 2334664 w 3230884"/>
                <a:gd name="csY3041" fmla="*/ 412758 h 1498637"/>
                <a:gd name="csX3042" fmla="*/ 2334186 w 3230884"/>
                <a:gd name="csY3042" fmla="*/ 409892 h 1498637"/>
                <a:gd name="csX3043" fmla="*/ 2334186 w 3230884"/>
                <a:gd name="csY3043" fmla="*/ 408459 h 1498637"/>
                <a:gd name="csX3044" fmla="*/ 2335619 w 3230884"/>
                <a:gd name="csY3044" fmla="*/ 408459 h 1498637"/>
                <a:gd name="csX3045" fmla="*/ 2338486 w 3230884"/>
                <a:gd name="csY3045" fmla="*/ 410370 h 1498637"/>
                <a:gd name="csX3046" fmla="*/ 2341352 w 3230884"/>
                <a:gd name="csY3046" fmla="*/ 410370 h 1498637"/>
                <a:gd name="csX3047" fmla="*/ 2348040 w 3230884"/>
                <a:gd name="csY3047" fmla="*/ 407503 h 1498637"/>
                <a:gd name="csX3048" fmla="*/ 2348040 w 3230884"/>
                <a:gd name="csY3048" fmla="*/ 402726 h 1498637"/>
                <a:gd name="csX3049" fmla="*/ 2346129 w 3230884"/>
                <a:gd name="csY3049" fmla="*/ 400337 h 1498637"/>
                <a:gd name="csX3050" fmla="*/ 2347085 w 3230884"/>
                <a:gd name="csY3050" fmla="*/ 393649 h 1498637"/>
                <a:gd name="csX3051" fmla="*/ 2347085 w 3230884"/>
                <a:gd name="csY3051" fmla="*/ 391738 h 1498637"/>
                <a:gd name="csX3052" fmla="*/ 2348040 w 3230884"/>
                <a:gd name="csY3052" fmla="*/ 390783 h 1498637"/>
                <a:gd name="csX3053" fmla="*/ 2348996 w 3230884"/>
                <a:gd name="csY3053" fmla="*/ 390783 h 1498637"/>
                <a:gd name="csX3054" fmla="*/ 2353773 w 3230884"/>
                <a:gd name="csY3054" fmla="*/ 395560 h 1498637"/>
                <a:gd name="csX3055" fmla="*/ 2355684 w 3230884"/>
                <a:gd name="csY3055" fmla="*/ 395560 h 1498637"/>
                <a:gd name="csX3056" fmla="*/ 2357595 w 3230884"/>
                <a:gd name="csY3056" fmla="*/ 396038 h 1498637"/>
                <a:gd name="csX3057" fmla="*/ 2353295 w 3230884"/>
                <a:gd name="csY3057" fmla="*/ 407025 h 1498637"/>
                <a:gd name="csX3058" fmla="*/ 2355206 w 3230884"/>
                <a:gd name="csY3058" fmla="*/ 407503 h 1498637"/>
                <a:gd name="csX3059" fmla="*/ 2360939 w 3230884"/>
                <a:gd name="csY3059" fmla="*/ 401770 h 1498637"/>
                <a:gd name="csX3060" fmla="*/ 2364761 w 3230884"/>
                <a:gd name="csY3060" fmla="*/ 396993 h 1498637"/>
                <a:gd name="csX3061" fmla="*/ 2369060 w 3230884"/>
                <a:gd name="csY3061" fmla="*/ 389827 h 1498637"/>
                <a:gd name="csX3062" fmla="*/ 2369538 w 3230884"/>
                <a:gd name="csY3062" fmla="*/ 386483 h 1498637"/>
                <a:gd name="csX3063" fmla="*/ 2364761 w 3230884"/>
                <a:gd name="csY3063" fmla="*/ 386005 h 1498637"/>
                <a:gd name="csX3064" fmla="*/ 2333708 w 3230884"/>
                <a:gd name="csY3064" fmla="*/ 388872 h 1498637"/>
                <a:gd name="csX3065" fmla="*/ 2322721 w 3230884"/>
                <a:gd name="csY3065" fmla="*/ 393649 h 1498637"/>
                <a:gd name="csX3066" fmla="*/ 2319376 w 3230884"/>
                <a:gd name="csY3066" fmla="*/ 392694 h 1498637"/>
                <a:gd name="csX3067" fmla="*/ 2316510 w 3230884"/>
                <a:gd name="csY3067" fmla="*/ 388872 h 1498637"/>
                <a:gd name="csX3068" fmla="*/ 2320332 w 3230884"/>
                <a:gd name="csY3068" fmla="*/ 388394 h 1498637"/>
                <a:gd name="csX3069" fmla="*/ 2325110 w 3230884"/>
                <a:gd name="csY3069" fmla="*/ 386005 h 1498637"/>
                <a:gd name="csX3070" fmla="*/ 2328931 w 3230884"/>
                <a:gd name="csY3070" fmla="*/ 381228 h 1498637"/>
                <a:gd name="csX3071" fmla="*/ 2331320 w 3230884"/>
                <a:gd name="csY3071" fmla="*/ 380273 h 1498637"/>
                <a:gd name="csX3072" fmla="*/ 2337530 w 3230884"/>
                <a:gd name="csY3072" fmla="*/ 380750 h 1498637"/>
                <a:gd name="csX3073" fmla="*/ 2342308 w 3230884"/>
                <a:gd name="csY3073" fmla="*/ 382661 h 1498637"/>
                <a:gd name="csX3074" fmla="*/ 2357595 w 3230884"/>
                <a:gd name="csY3074" fmla="*/ 383139 h 1498637"/>
                <a:gd name="csX3075" fmla="*/ 2358072 w 3230884"/>
                <a:gd name="csY3075" fmla="*/ 377884 h 1498637"/>
                <a:gd name="csX3076" fmla="*/ 2354729 w 3230884"/>
                <a:gd name="csY3076" fmla="*/ 375973 h 1498637"/>
                <a:gd name="csX3077" fmla="*/ 2347085 w 3230884"/>
                <a:gd name="csY3077" fmla="*/ 374540 h 1498637"/>
                <a:gd name="csX3078" fmla="*/ 2342785 w 3230884"/>
                <a:gd name="csY3078" fmla="*/ 371674 h 1498637"/>
                <a:gd name="csX3079" fmla="*/ 2337053 w 3230884"/>
                <a:gd name="csY3079" fmla="*/ 370240 h 1498637"/>
                <a:gd name="csX3080" fmla="*/ 2324631 w 3230884"/>
                <a:gd name="csY3080" fmla="*/ 367374 h 1498637"/>
                <a:gd name="csX3081" fmla="*/ 2319376 w 3230884"/>
                <a:gd name="csY3081" fmla="*/ 365463 h 1498637"/>
                <a:gd name="csX3082" fmla="*/ 2306956 w 3230884"/>
                <a:gd name="csY3082" fmla="*/ 363552 h 1498637"/>
                <a:gd name="csX3083" fmla="*/ 2303612 w 3230884"/>
                <a:gd name="csY3083" fmla="*/ 362119 h 1498637"/>
                <a:gd name="csX3084" fmla="*/ 2274948 w 3230884"/>
                <a:gd name="csY3084" fmla="*/ 360686 h 1498637"/>
                <a:gd name="csX3085" fmla="*/ 2263960 w 3230884"/>
                <a:gd name="csY3085" fmla="*/ 356864 h 1498637"/>
                <a:gd name="csX3086" fmla="*/ 2260138 w 3230884"/>
                <a:gd name="csY3086" fmla="*/ 352564 h 1498637"/>
                <a:gd name="csX3087" fmla="*/ 2250106 w 3230884"/>
                <a:gd name="csY3087" fmla="*/ 350176 h 1498637"/>
                <a:gd name="csX3088" fmla="*/ 2248195 w 3230884"/>
                <a:gd name="csY3088" fmla="*/ 350176 h 1498637"/>
                <a:gd name="csX3089" fmla="*/ 2247239 w 3230884"/>
                <a:gd name="csY3089" fmla="*/ 351609 h 1498637"/>
                <a:gd name="csX3090" fmla="*/ 2246762 w 3230884"/>
                <a:gd name="csY3090" fmla="*/ 353520 h 1498637"/>
                <a:gd name="csX3091" fmla="*/ 2253450 w 3230884"/>
                <a:gd name="csY3091" fmla="*/ 361163 h 1498637"/>
                <a:gd name="csX3092" fmla="*/ 2253450 w 3230884"/>
                <a:gd name="csY3092" fmla="*/ 366418 h 1498637"/>
                <a:gd name="csX3093" fmla="*/ 2255361 w 3230884"/>
                <a:gd name="csY3093" fmla="*/ 368807 h 1498637"/>
                <a:gd name="csX3094" fmla="*/ 2248195 w 3230884"/>
                <a:gd name="csY3094" fmla="*/ 373107 h 1498637"/>
                <a:gd name="csX3095" fmla="*/ 2242940 w 3230884"/>
                <a:gd name="csY3095" fmla="*/ 374540 h 1498637"/>
                <a:gd name="csX3096" fmla="*/ 2226219 w 3230884"/>
                <a:gd name="csY3096" fmla="*/ 374540 h 1498637"/>
                <a:gd name="csX3097" fmla="*/ 2223353 w 3230884"/>
                <a:gd name="csY3097" fmla="*/ 376451 h 1498637"/>
                <a:gd name="csX3098" fmla="*/ 2217142 w 3230884"/>
                <a:gd name="csY3098" fmla="*/ 384572 h 1498637"/>
                <a:gd name="csX3099" fmla="*/ 2217142 w 3230884"/>
                <a:gd name="csY3099" fmla="*/ 388394 h 1498637"/>
                <a:gd name="csX3100" fmla="*/ 2217620 w 3230884"/>
                <a:gd name="csY3100" fmla="*/ 394604 h 1498637"/>
                <a:gd name="csX3101" fmla="*/ 2222875 w 3230884"/>
                <a:gd name="csY3101" fmla="*/ 394604 h 1498637"/>
                <a:gd name="csX3102" fmla="*/ 2224308 w 3230884"/>
                <a:gd name="csY3102" fmla="*/ 391738 h 1498637"/>
                <a:gd name="csX3103" fmla="*/ 2226219 w 3230884"/>
                <a:gd name="csY3103" fmla="*/ 390783 h 1498637"/>
                <a:gd name="csX3104" fmla="*/ 2236730 w 3230884"/>
                <a:gd name="csY3104" fmla="*/ 391738 h 1498637"/>
                <a:gd name="csX3105" fmla="*/ 2237685 w 3230884"/>
                <a:gd name="csY3105" fmla="*/ 392694 h 1498637"/>
                <a:gd name="csX3106" fmla="*/ 2234341 w 3230884"/>
                <a:gd name="csY3106" fmla="*/ 394604 h 1498637"/>
                <a:gd name="csX3107" fmla="*/ 2230997 w 3230884"/>
                <a:gd name="csY3107" fmla="*/ 395082 h 1498637"/>
                <a:gd name="csX3108" fmla="*/ 2226697 w 3230884"/>
                <a:gd name="csY3108" fmla="*/ 404159 h 1498637"/>
                <a:gd name="csX3109" fmla="*/ 2221442 w 3230884"/>
                <a:gd name="csY3109" fmla="*/ 407025 h 1498637"/>
                <a:gd name="csX3110" fmla="*/ 2225264 w 3230884"/>
                <a:gd name="csY3110" fmla="*/ 408459 h 1498637"/>
                <a:gd name="csX3111" fmla="*/ 2228608 w 3230884"/>
                <a:gd name="csY3111" fmla="*/ 410847 h 1498637"/>
                <a:gd name="csX3112" fmla="*/ 2228130 w 3230884"/>
                <a:gd name="csY3112" fmla="*/ 421357 h 1498637"/>
                <a:gd name="csX3113" fmla="*/ 2232908 w 3230884"/>
                <a:gd name="csY3113" fmla="*/ 429957 h 1498637"/>
                <a:gd name="csX3114" fmla="*/ 2233863 w 3230884"/>
                <a:gd name="csY3114" fmla="*/ 433778 h 1498637"/>
                <a:gd name="csX3115" fmla="*/ 2226697 w 3230884"/>
                <a:gd name="csY3115" fmla="*/ 433778 h 1498637"/>
                <a:gd name="csX3116" fmla="*/ 2220487 w 3230884"/>
                <a:gd name="csY3116" fmla="*/ 436167 h 1498637"/>
                <a:gd name="csX3117" fmla="*/ 2218098 w 3230884"/>
                <a:gd name="csY3117" fmla="*/ 436167 h 1498637"/>
                <a:gd name="csX3118" fmla="*/ 2214276 w 3230884"/>
                <a:gd name="csY3118" fmla="*/ 429957 h 1498637"/>
                <a:gd name="csX3119" fmla="*/ 2209976 w 3230884"/>
                <a:gd name="csY3119" fmla="*/ 425657 h 1498637"/>
                <a:gd name="csX3120" fmla="*/ 2207588 w 3230884"/>
                <a:gd name="csY3120" fmla="*/ 425179 h 1498637"/>
                <a:gd name="csX3121" fmla="*/ 2204721 w 3230884"/>
                <a:gd name="csY3121" fmla="*/ 429479 h 1498637"/>
                <a:gd name="csX3122" fmla="*/ 2200422 w 3230884"/>
                <a:gd name="csY3122" fmla="*/ 427090 h 1498637"/>
                <a:gd name="csX3123" fmla="*/ 2198989 w 3230884"/>
                <a:gd name="csY3123" fmla="*/ 427568 h 1498637"/>
                <a:gd name="csX3124" fmla="*/ 2196600 w 3230884"/>
                <a:gd name="csY3124" fmla="*/ 429479 h 1498637"/>
                <a:gd name="csX3125" fmla="*/ 2195167 w 3230884"/>
                <a:gd name="csY3125" fmla="*/ 431390 h 1498637"/>
                <a:gd name="csX3126" fmla="*/ 2194212 w 3230884"/>
                <a:gd name="csY3126" fmla="*/ 435211 h 1498637"/>
                <a:gd name="csX3127" fmla="*/ 2192778 w 3230884"/>
                <a:gd name="csY3127" fmla="*/ 437123 h 1498637"/>
                <a:gd name="csX3128" fmla="*/ 2192778 w 3230884"/>
                <a:gd name="csY3128" fmla="*/ 439511 h 1498637"/>
                <a:gd name="csX3129" fmla="*/ 2194689 w 3230884"/>
                <a:gd name="csY3129" fmla="*/ 440944 h 1498637"/>
                <a:gd name="csX3130" fmla="*/ 2196123 w 3230884"/>
                <a:gd name="csY3130" fmla="*/ 440944 h 1498637"/>
                <a:gd name="csX3131" fmla="*/ 2200422 w 3230884"/>
                <a:gd name="csY3131" fmla="*/ 442855 h 1498637"/>
                <a:gd name="csX3132" fmla="*/ 2196123 w 3230884"/>
                <a:gd name="csY3132" fmla="*/ 444288 h 1498637"/>
                <a:gd name="csX3133" fmla="*/ 2195167 w 3230884"/>
                <a:gd name="csY3133" fmla="*/ 445244 h 1498637"/>
                <a:gd name="csX3134" fmla="*/ 2194689 w 3230884"/>
                <a:gd name="csY3134" fmla="*/ 446677 h 1498637"/>
                <a:gd name="csX3135" fmla="*/ 2191345 w 3230884"/>
                <a:gd name="csY3135" fmla="*/ 448588 h 1498637"/>
                <a:gd name="csX3136" fmla="*/ 2192301 w 3230884"/>
                <a:gd name="csY3136" fmla="*/ 450499 h 1498637"/>
                <a:gd name="csX3137" fmla="*/ 2193734 w 3230884"/>
                <a:gd name="csY3137" fmla="*/ 451932 h 1498637"/>
                <a:gd name="csX3138" fmla="*/ 2194212 w 3230884"/>
                <a:gd name="csY3138" fmla="*/ 453365 h 1498637"/>
                <a:gd name="csX3139" fmla="*/ 2193256 w 3230884"/>
                <a:gd name="csY3139" fmla="*/ 453843 h 1498637"/>
                <a:gd name="csX3140" fmla="*/ 2190390 w 3230884"/>
                <a:gd name="csY3140" fmla="*/ 452410 h 1498637"/>
                <a:gd name="csX3141" fmla="*/ 2187523 w 3230884"/>
                <a:gd name="csY3141" fmla="*/ 449543 h 1498637"/>
                <a:gd name="csX3142" fmla="*/ 2182746 w 3230884"/>
                <a:gd name="csY3142" fmla="*/ 444766 h 1498637"/>
                <a:gd name="csX3143" fmla="*/ 2180835 w 3230884"/>
                <a:gd name="csY3143" fmla="*/ 440944 h 1498637"/>
                <a:gd name="csX3144" fmla="*/ 2177013 w 3230884"/>
                <a:gd name="csY3144" fmla="*/ 438078 h 1498637"/>
                <a:gd name="csX3145" fmla="*/ 2162682 w 3230884"/>
                <a:gd name="csY3145" fmla="*/ 429001 h 1498637"/>
                <a:gd name="csX3146" fmla="*/ 2156471 w 3230884"/>
                <a:gd name="csY3146" fmla="*/ 426135 h 1498637"/>
                <a:gd name="csX3147" fmla="*/ 2152649 w 3230884"/>
                <a:gd name="csY3147" fmla="*/ 425657 h 1498637"/>
                <a:gd name="csX3148" fmla="*/ 2145961 w 3230884"/>
                <a:gd name="csY3148" fmla="*/ 426612 h 1498637"/>
                <a:gd name="csX3149" fmla="*/ 2142139 w 3230884"/>
                <a:gd name="csY3149" fmla="*/ 430434 h 1498637"/>
                <a:gd name="csX3150" fmla="*/ 2135451 w 3230884"/>
                <a:gd name="csY3150" fmla="*/ 432345 h 1498637"/>
                <a:gd name="csX3151" fmla="*/ 2131151 w 3230884"/>
                <a:gd name="csY3151" fmla="*/ 435211 h 1498637"/>
                <a:gd name="csX3152" fmla="*/ 2128762 w 3230884"/>
                <a:gd name="csY3152" fmla="*/ 439511 h 1498637"/>
                <a:gd name="csX3153" fmla="*/ 2116819 w 3230884"/>
                <a:gd name="csY3153" fmla="*/ 439989 h 1498637"/>
                <a:gd name="csX3154" fmla="*/ 2108698 w 3230884"/>
                <a:gd name="csY3154" fmla="*/ 436645 h 1498637"/>
                <a:gd name="csX3155" fmla="*/ 2103443 w 3230884"/>
                <a:gd name="csY3155" fmla="*/ 433778 h 1498637"/>
                <a:gd name="csX3156" fmla="*/ 2097710 w 3230884"/>
                <a:gd name="csY3156" fmla="*/ 427090 h 1498637"/>
                <a:gd name="csX3157" fmla="*/ 2091977 w 3230884"/>
                <a:gd name="csY3157" fmla="*/ 418491 h 1498637"/>
                <a:gd name="csX3158" fmla="*/ 2091500 w 3230884"/>
                <a:gd name="csY3158" fmla="*/ 417536 h 1498637"/>
                <a:gd name="csX3159" fmla="*/ 2090544 w 3230884"/>
                <a:gd name="csY3159" fmla="*/ 415625 h 1498637"/>
                <a:gd name="csX3160" fmla="*/ 2089589 w 3230884"/>
                <a:gd name="csY3160" fmla="*/ 411803 h 1498637"/>
                <a:gd name="csX3161" fmla="*/ 2088155 w 3230884"/>
                <a:gd name="csY3161" fmla="*/ 408459 h 1498637"/>
                <a:gd name="csX3162" fmla="*/ 2086722 w 3230884"/>
                <a:gd name="csY3162" fmla="*/ 410370 h 1498637"/>
                <a:gd name="csX3163" fmla="*/ 2081945 w 3230884"/>
                <a:gd name="csY3163" fmla="*/ 419924 h 1498637"/>
                <a:gd name="csX3164" fmla="*/ 2080034 w 3230884"/>
                <a:gd name="csY3164" fmla="*/ 424702 h 1498637"/>
                <a:gd name="csX3165" fmla="*/ 2077168 w 3230884"/>
                <a:gd name="csY3165" fmla="*/ 434256 h 1498637"/>
                <a:gd name="csX3166" fmla="*/ 2075257 w 3230884"/>
                <a:gd name="csY3166" fmla="*/ 441422 h 1498637"/>
                <a:gd name="csX3167" fmla="*/ 2075257 w 3230884"/>
                <a:gd name="csY3167" fmla="*/ 444766 h 1498637"/>
                <a:gd name="csX3168" fmla="*/ 2076212 w 3230884"/>
                <a:gd name="csY3168" fmla="*/ 447632 h 1498637"/>
                <a:gd name="csX3169" fmla="*/ 2073346 w 3230884"/>
                <a:gd name="csY3169" fmla="*/ 450021 h 1498637"/>
                <a:gd name="csX3170" fmla="*/ 2070957 w 3230884"/>
                <a:gd name="csY3170" fmla="*/ 455754 h 1498637"/>
                <a:gd name="csX3171" fmla="*/ 2066657 w 3230884"/>
                <a:gd name="csY3171" fmla="*/ 466742 h 1498637"/>
                <a:gd name="csX3172" fmla="*/ 2064269 w 3230884"/>
                <a:gd name="csY3172" fmla="*/ 471041 h 1498637"/>
                <a:gd name="csX3173" fmla="*/ 2060925 w 3230884"/>
                <a:gd name="csY3173" fmla="*/ 474385 h 1498637"/>
                <a:gd name="csX3174" fmla="*/ 2058536 w 3230884"/>
                <a:gd name="csY3174" fmla="*/ 475818 h 1498637"/>
                <a:gd name="csX3175" fmla="*/ 2056148 w 3230884"/>
                <a:gd name="csY3175" fmla="*/ 475341 h 1498637"/>
                <a:gd name="csX3176" fmla="*/ 2053281 w 3230884"/>
                <a:gd name="csY3176" fmla="*/ 472474 h 1498637"/>
                <a:gd name="csX3177" fmla="*/ 2052326 w 3230884"/>
                <a:gd name="csY3177" fmla="*/ 464831 h 1498637"/>
                <a:gd name="csX3178" fmla="*/ 2050893 w 3230884"/>
                <a:gd name="csY3178" fmla="*/ 463398 h 1498637"/>
                <a:gd name="csX3179" fmla="*/ 2048982 w 3230884"/>
                <a:gd name="csY3179" fmla="*/ 467697 h 1498637"/>
                <a:gd name="csX3180" fmla="*/ 2046115 w 3230884"/>
                <a:gd name="csY3180" fmla="*/ 467219 h 1498637"/>
                <a:gd name="csX3181" fmla="*/ 2041338 w 3230884"/>
                <a:gd name="csY3181" fmla="*/ 464353 h 1498637"/>
                <a:gd name="csX3182" fmla="*/ 2036083 w 3230884"/>
                <a:gd name="csY3182" fmla="*/ 457665 h 1498637"/>
                <a:gd name="csX3183" fmla="*/ 2030828 w 3230884"/>
                <a:gd name="csY3183" fmla="*/ 454798 h 1498637"/>
                <a:gd name="csX3184" fmla="*/ 2023662 w 3230884"/>
                <a:gd name="csY3184" fmla="*/ 438556 h 1498637"/>
                <a:gd name="csX3185" fmla="*/ 2020318 w 3230884"/>
                <a:gd name="csY3185" fmla="*/ 432823 h 1498637"/>
                <a:gd name="csX3186" fmla="*/ 2018407 w 3230884"/>
                <a:gd name="csY3186" fmla="*/ 427568 h 1498637"/>
                <a:gd name="csX3187" fmla="*/ 2014107 w 3230884"/>
                <a:gd name="csY3187" fmla="*/ 427090 h 1498637"/>
                <a:gd name="csX3188" fmla="*/ 2012674 w 3230884"/>
                <a:gd name="csY3188" fmla="*/ 423746 h 1498637"/>
                <a:gd name="csX3189" fmla="*/ 2015063 w 3230884"/>
                <a:gd name="csY3189" fmla="*/ 421357 h 1498637"/>
                <a:gd name="csX3190" fmla="*/ 2020318 w 3230884"/>
                <a:gd name="csY3190" fmla="*/ 418969 h 1498637"/>
                <a:gd name="csX3191" fmla="*/ 2025095 w 3230884"/>
                <a:gd name="csY3191" fmla="*/ 419446 h 1498637"/>
                <a:gd name="csX3192" fmla="*/ 2021751 w 3230884"/>
                <a:gd name="csY3192" fmla="*/ 412758 h 1498637"/>
                <a:gd name="csX3193" fmla="*/ 2019840 w 3230884"/>
                <a:gd name="csY3193" fmla="*/ 408936 h 1498637"/>
                <a:gd name="csX3194" fmla="*/ 2018407 w 3230884"/>
                <a:gd name="csY3194" fmla="*/ 407025 h 1498637"/>
                <a:gd name="csX3195" fmla="*/ 2018885 w 3230884"/>
                <a:gd name="csY3195" fmla="*/ 411325 h 1498637"/>
                <a:gd name="csX3196" fmla="*/ 2017929 w 3230884"/>
                <a:gd name="csY3196" fmla="*/ 414191 h 1498637"/>
                <a:gd name="csX3197" fmla="*/ 2016496 w 3230884"/>
                <a:gd name="csY3197" fmla="*/ 416580 h 1498637"/>
                <a:gd name="csX3198" fmla="*/ 2014107 w 3230884"/>
                <a:gd name="csY3198" fmla="*/ 418491 h 1498637"/>
                <a:gd name="csX3199" fmla="*/ 2003120 w 3230884"/>
                <a:gd name="csY3199" fmla="*/ 398904 h 1498637"/>
                <a:gd name="csX3200" fmla="*/ 1996431 w 3230884"/>
                <a:gd name="csY3200" fmla="*/ 389350 h 1498637"/>
                <a:gd name="csX3201" fmla="*/ 1993088 w 3230884"/>
                <a:gd name="csY3201" fmla="*/ 386005 h 1498637"/>
                <a:gd name="csX3202" fmla="*/ 1990699 w 3230884"/>
                <a:gd name="csY3202" fmla="*/ 379317 h 1498637"/>
                <a:gd name="csX3203" fmla="*/ 1992132 w 3230884"/>
                <a:gd name="csY3203" fmla="*/ 378362 h 1498637"/>
                <a:gd name="csX3204" fmla="*/ 1999775 w 3230884"/>
                <a:gd name="csY3204" fmla="*/ 385528 h 1498637"/>
                <a:gd name="csX3205" fmla="*/ 2005508 w 3230884"/>
                <a:gd name="csY3205" fmla="*/ 389350 h 1498637"/>
                <a:gd name="csX3206" fmla="*/ 2014585 w 3230884"/>
                <a:gd name="csY3206" fmla="*/ 399382 h 1498637"/>
                <a:gd name="csX3207" fmla="*/ 2021273 w 3230884"/>
                <a:gd name="csY3207" fmla="*/ 398426 h 1498637"/>
                <a:gd name="csX3208" fmla="*/ 2024140 w 3230884"/>
                <a:gd name="csY3208" fmla="*/ 394127 h 1498637"/>
                <a:gd name="csX3209" fmla="*/ 2024140 w 3230884"/>
                <a:gd name="csY3209" fmla="*/ 385528 h 1498637"/>
                <a:gd name="csX3210" fmla="*/ 2021273 w 3230884"/>
                <a:gd name="csY3210" fmla="*/ 377884 h 1498637"/>
                <a:gd name="csX3211" fmla="*/ 2017929 w 3230884"/>
                <a:gd name="csY3211" fmla="*/ 375018 h 1498637"/>
                <a:gd name="csX3212" fmla="*/ 2006941 w 3230884"/>
                <a:gd name="csY3212" fmla="*/ 374540 h 1498637"/>
                <a:gd name="csX3213" fmla="*/ 2004553 w 3230884"/>
                <a:gd name="csY3213" fmla="*/ 372151 h 1498637"/>
                <a:gd name="csX3214" fmla="*/ 2005986 w 3230884"/>
                <a:gd name="csY3214" fmla="*/ 371196 h 1498637"/>
                <a:gd name="csX3215" fmla="*/ 2008375 w 3230884"/>
                <a:gd name="csY3215" fmla="*/ 371196 h 1498637"/>
                <a:gd name="csX3216" fmla="*/ 2012197 w 3230884"/>
                <a:gd name="csY3216" fmla="*/ 368807 h 1498637"/>
                <a:gd name="csX3217" fmla="*/ 2017929 w 3230884"/>
                <a:gd name="csY3217" fmla="*/ 363552 h 1498637"/>
                <a:gd name="csX3218" fmla="*/ 2020796 w 3230884"/>
                <a:gd name="csY3218" fmla="*/ 361641 h 1498637"/>
                <a:gd name="csX3219" fmla="*/ 2020318 w 3230884"/>
                <a:gd name="csY3219" fmla="*/ 357342 h 1498637"/>
                <a:gd name="csX3220" fmla="*/ 2016018 w 3230884"/>
                <a:gd name="csY3220" fmla="*/ 351609 h 1498637"/>
                <a:gd name="csX3221" fmla="*/ 2009330 w 3230884"/>
                <a:gd name="csY3221" fmla="*/ 350653 h 1498637"/>
                <a:gd name="csX3222" fmla="*/ 2007897 w 3230884"/>
                <a:gd name="csY3222" fmla="*/ 350176 h 1498637"/>
                <a:gd name="csX3223" fmla="*/ 2010763 w 3230884"/>
                <a:gd name="csY3223" fmla="*/ 347309 h 1498637"/>
                <a:gd name="csX3224" fmla="*/ 2013152 w 3230884"/>
                <a:gd name="csY3224" fmla="*/ 345398 h 1498637"/>
                <a:gd name="csX3225" fmla="*/ 2016974 w 3230884"/>
                <a:gd name="csY3225" fmla="*/ 340621 h 1498637"/>
                <a:gd name="csX3226" fmla="*/ 2017929 w 3230884"/>
                <a:gd name="csY3226" fmla="*/ 336322 h 1498637"/>
                <a:gd name="csX3227" fmla="*/ 2016974 w 3230884"/>
                <a:gd name="csY3227" fmla="*/ 336799 h 1498637"/>
                <a:gd name="csX3228" fmla="*/ 2014107 w 3230884"/>
                <a:gd name="csY3228" fmla="*/ 336799 h 1498637"/>
                <a:gd name="csX3229" fmla="*/ 2013152 w 3230884"/>
                <a:gd name="csY3229" fmla="*/ 334888 h 1498637"/>
                <a:gd name="csX3230" fmla="*/ 2013630 w 3230884"/>
                <a:gd name="csY3230" fmla="*/ 331544 h 1498637"/>
                <a:gd name="csX3231" fmla="*/ 2010286 w 3230884"/>
                <a:gd name="csY3231" fmla="*/ 329156 h 1498637"/>
                <a:gd name="csX3232" fmla="*/ 2007419 w 3230884"/>
                <a:gd name="csY3232" fmla="*/ 327245 h 1498637"/>
                <a:gd name="csX3233" fmla="*/ 2001209 w 3230884"/>
                <a:gd name="csY3233" fmla="*/ 326767 h 1498637"/>
                <a:gd name="csX3234" fmla="*/ 2001209 w 3230884"/>
                <a:gd name="csY3234" fmla="*/ 324856 h 1498637"/>
                <a:gd name="csX3235" fmla="*/ 2001686 w 3230884"/>
                <a:gd name="csY3235" fmla="*/ 322945 h 1498637"/>
                <a:gd name="csX3236" fmla="*/ 1998820 w 3230884"/>
                <a:gd name="csY3236" fmla="*/ 321512 h 1498637"/>
                <a:gd name="csX3237" fmla="*/ 1996431 w 3230884"/>
                <a:gd name="csY3237" fmla="*/ 319123 h 1498637"/>
                <a:gd name="csX3238" fmla="*/ 1995954 w 3230884"/>
                <a:gd name="csY3238" fmla="*/ 316735 h 1498637"/>
                <a:gd name="csX3239" fmla="*/ 1994998 w 3230884"/>
                <a:gd name="csY3239" fmla="*/ 315302 h 1498637"/>
                <a:gd name="csX3240" fmla="*/ 1990699 w 3230884"/>
                <a:gd name="csY3240" fmla="*/ 313390 h 1498637"/>
                <a:gd name="csX3241" fmla="*/ 1976845 w 3230884"/>
                <a:gd name="csY3241" fmla="*/ 309091 h 1498637"/>
                <a:gd name="csX3242" fmla="*/ 1975411 w 3230884"/>
                <a:gd name="csY3242" fmla="*/ 310046 h 1498637"/>
                <a:gd name="csX3243" fmla="*/ 1973023 w 3230884"/>
                <a:gd name="csY3243" fmla="*/ 316257 h 1498637"/>
                <a:gd name="csX3244" fmla="*/ 1967290 w 3230884"/>
                <a:gd name="csY3244" fmla="*/ 322467 h 1498637"/>
                <a:gd name="csX3245" fmla="*/ 1962990 w 3230884"/>
                <a:gd name="csY3245" fmla="*/ 319123 h 1498637"/>
                <a:gd name="csX3246" fmla="*/ 1962035 w 3230884"/>
                <a:gd name="csY3246" fmla="*/ 318646 h 1498637"/>
                <a:gd name="csX3247" fmla="*/ 1961557 w 3230884"/>
                <a:gd name="csY3247" fmla="*/ 317212 h 1498637"/>
                <a:gd name="csX3248" fmla="*/ 1962513 w 3230884"/>
                <a:gd name="csY3248" fmla="*/ 314346 h 1498637"/>
                <a:gd name="csX3249" fmla="*/ 1962990 w 3230884"/>
                <a:gd name="csY3249" fmla="*/ 311480 h 1498637"/>
                <a:gd name="csX3250" fmla="*/ 1962035 w 3230884"/>
                <a:gd name="csY3250" fmla="*/ 309569 h 1498637"/>
                <a:gd name="csX3251" fmla="*/ 1961557 w 3230884"/>
                <a:gd name="csY3251" fmla="*/ 309091 h 1498637"/>
                <a:gd name="csX3252" fmla="*/ 1958691 w 3230884"/>
                <a:gd name="csY3252" fmla="*/ 311002 h 1498637"/>
                <a:gd name="csX3253" fmla="*/ 1954391 w 3230884"/>
                <a:gd name="csY3253" fmla="*/ 312435 h 1498637"/>
                <a:gd name="csX3254" fmla="*/ 1952481 w 3230884"/>
                <a:gd name="csY3254" fmla="*/ 313868 h 1498637"/>
                <a:gd name="csX3255" fmla="*/ 1948659 w 3230884"/>
                <a:gd name="csY3255" fmla="*/ 315302 h 1498637"/>
                <a:gd name="csX3256" fmla="*/ 1948659 w 3230884"/>
                <a:gd name="csY3256" fmla="*/ 310524 h 1498637"/>
                <a:gd name="csX3257" fmla="*/ 1932416 w 3230884"/>
                <a:gd name="csY3257" fmla="*/ 298581 h 1498637"/>
                <a:gd name="csX3258" fmla="*/ 1927638 w 3230884"/>
                <a:gd name="csY3258" fmla="*/ 295715 h 1498637"/>
                <a:gd name="csX3259" fmla="*/ 1924294 w 3230884"/>
                <a:gd name="csY3259" fmla="*/ 295715 h 1498637"/>
                <a:gd name="csX3260" fmla="*/ 1917128 w 3230884"/>
                <a:gd name="csY3260" fmla="*/ 298581 h 1498637"/>
                <a:gd name="csX3261" fmla="*/ 1915217 w 3230884"/>
                <a:gd name="csY3261" fmla="*/ 300014 h 1498637"/>
                <a:gd name="csX3262" fmla="*/ 1912829 w 3230884"/>
                <a:gd name="csY3262" fmla="*/ 303836 h 1498637"/>
                <a:gd name="csX3263" fmla="*/ 1906618 w 3230884"/>
                <a:gd name="csY3263" fmla="*/ 301447 h 1498637"/>
                <a:gd name="csX3264" fmla="*/ 1905185 w 3230884"/>
                <a:gd name="csY3264" fmla="*/ 303358 h 1498637"/>
                <a:gd name="csX3265" fmla="*/ 1902797 w 3230884"/>
                <a:gd name="csY3265" fmla="*/ 310046 h 1498637"/>
                <a:gd name="csX3266" fmla="*/ 1903274 w 3230884"/>
                <a:gd name="csY3266" fmla="*/ 316257 h 1498637"/>
                <a:gd name="csX3267" fmla="*/ 1903752 w 3230884"/>
                <a:gd name="csY3267" fmla="*/ 318168 h 1498637"/>
                <a:gd name="csX3268" fmla="*/ 1904708 w 3230884"/>
                <a:gd name="csY3268" fmla="*/ 321990 h 1498637"/>
                <a:gd name="csX3269" fmla="*/ 1906618 w 3230884"/>
                <a:gd name="csY3269" fmla="*/ 327245 h 1498637"/>
                <a:gd name="csX3270" fmla="*/ 1909007 w 3230884"/>
                <a:gd name="csY3270" fmla="*/ 331544 h 1498637"/>
                <a:gd name="csX3271" fmla="*/ 1908052 w 3230884"/>
                <a:gd name="csY3271" fmla="*/ 332500 h 1498637"/>
                <a:gd name="csX3272" fmla="*/ 1907096 w 3230884"/>
                <a:gd name="csY3272" fmla="*/ 332977 h 1498637"/>
                <a:gd name="csX3273" fmla="*/ 1906140 w 3230884"/>
                <a:gd name="csY3273" fmla="*/ 334411 h 1498637"/>
                <a:gd name="csX3274" fmla="*/ 1904708 w 3230884"/>
                <a:gd name="csY3274" fmla="*/ 338232 h 1498637"/>
                <a:gd name="csX3275" fmla="*/ 1902797 w 3230884"/>
                <a:gd name="csY3275" fmla="*/ 343488 h 1498637"/>
                <a:gd name="csX3276" fmla="*/ 1899930 w 3230884"/>
                <a:gd name="csY3276" fmla="*/ 346354 h 1498637"/>
                <a:gd name="csX3277" fmla="*/ 1897064 w 3230884"/>
                <a:gd name="csY3277" fmla="*/ 345876 h 1498637"/>
                <a:gd name="csX3278" fmla="*/ 1889420 w 3230884"/>
                <a:gd name="csY3278" fmla="*/ 342054 h 1498637"/>
                <a:gd name="csX3279" fmla="*/ 1887509 w 3230884"/>
                <a:gd name="csY3279" fmla="*/ 342532 h 1498637"/>
                <a:gd name="csX3280" fmla="*/ 1887031 w 3230884"/>
                <a:gd name="csY3280" fmla="*/ 345398 h 1498637"/>
                <a:gd name="csX3281" fmla="*/ 1891809 w 3230884"/>
                <a:gd name="csY3281" fmla="*/ 347787 h 1498637"/>
                <a:gd name="csX3282" fmla="*/ 1891809 w 3230884"/>
                <a:gd name="csY3282" fmla="*/ 349220 h 1498637"/>
                <a:gd name="csX3283" fmla="*/ 1890853 w 3230884"/>
                <a:gd name="csY3283" fmla="*/ 350176 h 1498637"/>
                <a:gd name="csX3284" fmla="*/ 1887509 w 3230884"/>
                <a:gd name="csY3284" fmla="*/ 351131 h 1498637"/>
                <a:gd name="csX3285" fmla="*/ 1882254 w 3230884"/>
                <a:gd name="csY3285" fmla="*/ 351131 h 1498637"/>
                <a:gd name="csX3286" fmla="*/ 1877477 w 3230884"/>
                <a:gd name="csY3286" fmla="*/ 350176 h 1498637"/>
                <a:gd name="csX3287" fmla="*/ 1874610 w 3230884"/>
                <a:gd name="csY3287" fmla="*/ 345876 h 1498637"/>
                <a:gd name="csX3288" fmla="*/ 1872222 w 3230884"/>
                <a:gd name="csY3288" fmla="*/ 345398 h 1498637"/>
                <a:gd name="csX3289" fmla="*/ 1864101 w 3230884"/>
                <a:gd name="csY3289" fmla="*/ 345398 h 1498637"/>
                <a:gd name="csX3290" fmla="*/ 1856935 w 3230884"/>
                <a:gd name="csY3290" fmla="*/ 347309 h 1498637"/>
                <a:gd name="csX3291" fmla="*/ 1849291 w 3230884"/>
                <a:gd name="csY3291" fmla="*/ 344921 h 1498637"/>
                <a:gd name="csX3292" fmla="*/ 1835914 w 3230884"/>
                <a:gd name="csY3292" fmla="*/ 345398 h 1498637"/>
                <a:gd name="csX3293" fmla="*/ 1832570 w 3230884"/>
                <a:gd name="csY3293" fmla="*/ 344921 h 1498637"/>
                <a:gd name="csX3294" fmla="*/ 1825882 w 3230884"/>
                <a:gd name="csY3294" fmla="*/ 339666 h 1498637"/>
                <a:gd name="csX3295" fmla="*/ 1816805 w 3230884"/>
                <a:gd name="csY3295" fmla="*/ 336322 h 1498637"/>
                <a:gd name="csX3296" fmla="*/ 1806295 w 3230884"/>
                <a:gd name="csY3296" fmla="*/ 328200 h 1498637"/>
                <a:gd name="csX3297" fmla="*/ 1805340 w 3230884"/>
                <a:gd name="csY3297" fmla="*/ 320556 h 1498637"/>
                <a:gd name="csX3298" fmla="*/ 1806773 w 3230884"/>
                <a:gd name="csY3298" fmla="*/ 314346 h 1498637"/>
                <a:gd name="csX3299" fmla="*/ 1812506 w 3230884"/>
                <a:gd name="csY3299" fmla="*/ 314346 h 1498637"/>
                <a:gd name="csX3300" fmla="*/ 1816328 w 3230884"/>
                <a:gd name="csY3300" fmla="*/ 313390 h 1498637"/>
                <a:gd name="csX3301" fmla="*/ 1815849 w 3230884"/>
                <a:gd name="csY3301" fmla="*/ 311002 h 1498637"/>
                <a:gd name="csX3302" fmla="*/ 1814894 w 3230884"/>
                <a:gd name="csY3302" fmla="*/ 309569 h 1498637"/>
                <a:gd name="csX3303" fmla="*/ 1806773 w 3230884"/>
                <a:gd name="csY3303" fmla="*/ 306225 h 1498637"/>
                <a:gd name="csX3304" fmla="*/ 1783842 w 3230884"/>
                <a:gd name="csY3304" fmla="*/ 305747 h 1498637"/>
                <a:gd name="csX3305" fmla="*/ 1768077 w 3230884"/>
                <a:gd name="csY3305" fmla="*/ 300970 h 1498637"/>
                <a:gd name="csX3306" fmla="*/ 1745146 w 3230884"/>
                <a:gd name="csY3306" fmla="*/ 299059 h 1498637"/>
                <a:gd name="csX3307" fmla="*/ 1734635 w 3230884"/>
                <a:gd name="csY3307" fmla="*/ 305269 h 1498637"/>
                <a:gd name="csX3308" fmla="*/ 1719826 w 3230884"/>
                <a:gd name="csY3308" fmla="*/ 306702 h 1498637"/>
                <a:gd name="csX3309" fmla="*/ 1715526 w 3230884"/>
                <a:gd name="csY3309" fmla="*/ 310046 h 1498637"/>
                <a:gd name="csX3310" fmla="*/ 1708839 w 3230884"/>
                <a:gd name="csY3310" fmla="*/ 311480 h 1498637"/>
                <a:gd name="csX3311" fmla="*/ 1709316 w 3230884"/>
                <a:gd name="csY3311" fmla="*/ 316257 h 1498637"/>
                <a:gd name="csX3312" fmla="*/ 1712660 w 3230884"/>
                <a:gd name="csY3312" fmla="*/ 319601 h 1498637"/>
                <a:gd name="csX3313" fmla="*/ 1714571 w 3230884"/>
                <a:gd name="csY3313" fmla="*/ 320556 h 1498637"/>
                <a:gd name="csX3314" fmla="*/ 1716005 w 3230884"/>
                <a:gd name="csY3314" fmla="*/ 321990 h 1498637"/>
                <a:gd name="csX3315" fmla="*/ 1715049 w 3230884"/>
                <a:gd name="csY3315" fmla="*/ 322945 h 1498637"/>
                <a:gd name="csX3316" fmla="*/ 1713616 w 3230884"/>
                <a:gd name="csY3316" fmla="*/ 323423 h 1498637"/>
                <a:gd name="csX3317" fmla="*/ 1711227 w 3230884"/>
                <a:gd name="csY3317" fmla="*/ 326289 h 1498637"/>
                <a:gd name="csX3318" fmla="*/ 1709794 w 3230884"/>
                <a:gd name="csY3318" fmla="*/ 329156 h 1498637"/>
                <a:gd name="csX3319" fmla="*/ 1710271 w 3230884"/>
                <a:gd name="csY3319" fmla="*/ 334888 h 1498637"/>
                <a:gd name="csX3320" fmla="*/ 1709316 w 3230884"/>
                <a:gd name="csY3320" fmla="*/ 340143 h 1498637"/>
                <a:gd name="csX3321" fmla="*/ 1706928 w 3230884"/>
                <a:gd name="csY3321" fmla="*/ 347787 h 1498637"/>
                <a:gd name="csX3322" fmla="*/ 1704539 w 3230884"/>
                <a:gd name="csY3322" fmla="*/ 351131 h 1498637"/>
                <a:gd name="csX3323" fmla="*/ 1702628 w 3230884"/>
                <a:gd name="csY3323" fmla="*/ 355431 h 1498637"/>
                <a:gd name="csX3324" fmla="*/ 1704539 w 3230884"/>
                <a:gd name="csY3324" fmla="*/ 359730 h 1498637"/>
                <a:gd name="csX3325" fmla="*/ 1706450 w 3230884"/>
                <a:gd name="csY3325" fmla="*/ 361641 h 1498637"/>
                <a:gd name="csX3326" fmla="*/ 1711227 w 3230884"/>
                <a:gd name="csY3326" fmla="*/ 363552 h 1498637"/>
                <a:gd name="csX3327" fmla="*/ 1712660 w 3230884"/>
                <a:gd name="csY3327" fmla="*/ 364985 h 1498637"/>
                <a:gd name="csX3328" fmla="*/ 1711705 w 3230884"/>
                <a:gd name="csY3328" fmla="*/ 365941 h 1498637"/>
                <a:gd name="csX3329" fmla="*/ 1704539 w 3230884"/>
                <a:gd name="csY3329" fmla="*/ 364508 h 1498637"/>
                <a:gd name="csX3330" fmla="*/ 1702150 w 3230884"/>
                <a:gd name="csY3330" fmla="*/ 360208 h 1498637"/>
                <a:gd name="csX3331" fmla="*/ 1701673 w 3230884"/>
                <a:gd name="csY3331" fmla="*/ 357819 h 1498637"/>
                <a:gd name="csX3332" fmla="*/ 1701194 w 3230884"/>
                <a:gd name="csY3332" fmla="*/ 353997 h 1498637"/>
                <a:gd name="csX3333" fmla="*/ 1703583 w 3230884"/>
                <a:gd name="csY3333" fmla="*/ 350176 h 1498637"/>
                <a:gd name="csX3334" fmla="*/ 1705972 w 3230884"/>
                <a:gd name="csY3334" fmla="*/ 347309 h 1498637"/>
                <a:gd name="csX3335" fmla="*/ 1707883 w 3230884"/>
                <a:gd name="csY3335" fmla="*/ 340621 h 1498637"/>
                <a:gd name="csX3336" fmla="*/ 1708360 w 3230884"/>
                <a:gd name="csY3336" fmla="*/ 334411 h 1498637"/>
                <a:gd name="csX3337" fmla="*/ 1708360 w 3230884"/>
                <a:gd name="csY3337" fmla="*/ 321990 h 1498637"/>
                <a:gd name="csX3338" fmla="*/ 1704061 w 3230884"/>
                <a:gd name="csY3338" fmla="*/ 319123 h 1498637"/>
                <a:gd name="csX3339" fmla="*/ 1701673 w 3230884"/>
                <a:gd name="csY3339" fmla="*/ 314824 h 1498637"/>
                <a:gd name="csX3340" fmla="*/ 1705972 w 3230884"/>
                <a:gd name="csY3340" fmla="*/ 306702 h 1498637"/>
                <a:gd name="csX3341" fmla="*/ 1706928 w 3230884"/>
                <a:gd name="csY3341" fmla="*/ 302403 h 1498637"/>
                <a:gd name="csX3342" fmla="*/ 1705017 w 3230884"/>
                <a:gd name="csY3342" fmla="*/ 298581 h 1498637"/>
                <a:gd name="csX3343" fmla="*/ 1702150 w 3230884"/>
                <a:gd name="csY3343" fmla="*/ 289982 h 1498637"/>
                <a:gd name="csX3344" fmla="*/ 1699284 w 3230884"/>
                <a:gd name="csY3344" fmla="*/ 285204 h 1498637"/>
                <a:gd name="csX3345" fmla="*/ 1697373 w 3230884"/>
                <a:gd name="csY3345" fmla="*/ 283294 h 1498637"/>
                <a:gd name="csX3346" fmla="*/ 1695462 w 3230884"/>
                <a:gd name="csY3346" fmla="*/ 281860 h 1498637"/>
                <a:gd name="csX3347" fmla="*/ 1697373 w 3230884"/>
                <a:gd name="csY3347" fmla="*/ 290460 h 1498637"/>
                <a:gd name="csX3348" fmla="*/ 1695940 w 3230884"/>
                <a:gd name="csY3348" fmla="*/ 294759 h 1498637"/>
                <a:gd name="csX3349" fmla="*/ 1694507 w 3230884"/>
                <a:gd name="csY3349" fmla="*/ 296192 h 1498637"/>
                <a:gd name="csX3350" fmla="*/ 1686863 w 3230884"/>
                <a:gd name="csY3350" fmla="*/ 298581 h 1498637"/>
                <a:gd name="csX3351" fmla="*/ 1681608 w 3230884"/>
                <a:gd name="csY3351" fmla="*/ 298581 h 1498637"/>
                <a:gd name="csX3352" fmla="*/ 1674919 w 3230884"/>
                <a:gd name="csY3352" fmla="*/ 296192 h 1498637"/>
                <a:gd name="csX3353" fmla="*/ 1666798 w 3230884"/>
                <a:gd name="csY3353" fmla="*/ 290937 h 1498637"/>
                <a:gd name="csX3354" fmla="*/ 1664887 w 3230884"/>
                <a:gd name="csY3354" fmla="*/ 287115 h 1498637"/>
                <a:gd name="csX3355" fmla="*/ 1663454 w 3230884"/>
                <a:gd name="csY3355" fmla="*/ 281383 h 1498637"/>
                <a:gd name="csX3356" fmla="*/ 1668232 w 3230884"/>
                <a:gd name="csY3356" fmla="*/ 278994 h 1498637"/>
                <a:gd name="csX3357" fmla="*/ 1669664 w 3230884"/>
                <a:gd name="csY3357" fmla="*/ 277561 h 1498637"/>
                <a:gd name="csX3358" fmla="*/ 1665843 w 3230884"/>
                <a:gd name="csY3358" fmla="*/ 276605 h 1498637"/>
                <a:gd name="csX3359" fmla="*/ 1661543 w 3230884"/>
                <a:gd name="csY3359" fmla="*/ 276128 h 1498637"/>
                <a:gd name="csX3360" fmla="*/ 1660110 w 3230884"/>
                <a:gd name="csY3360" fmla="*/ 283294 h 1498637"/>
                <a:gd name="csX3361" fmla="*/ 1657244 w 3230884"/>
                <a:gd name="csY3361" fmla="*/ 282816 h 1498637"/>
                <a:gd name="csX3362" fmla="*/ 1644345 w 3230884"/>
                <a:gd name="csY3362" fmla="*/ 278516 h 1498637"/>
                <a:gd name="csX3363" fmla="*/ 1640523 w 3230884"/>
                <a:gd name="csY3363" fmla="*/ 279949 h 1498637"/>
                <a:gd name="csX3364" fmla="*/ 1636701 w 3230884"/>
                <a:gd name="csY3364" fmla="*/ 284249 h 1498637"/>
                <a:gd name="csX3365" fmla="*/ 1634791 w 3230884"/>
                <a:gd name="csY3365" fmla="*/ 287115 h 1498637"/>
                <a:gd name="csX3366" fmla="*/ 1632402 w 3230884"/>
                <a:gd name="csY3366" fmla="*/ 292848 h 1498637"/>
                <a:gd name="csX3367" fmla="*/ 1633357 w 3230884"/>
                <a:gd name="csY3367" fmla="*/ 296192 h 1498637"/>
                <a:gd name="csX3368" fmla="*/ 1634312 w 3230884"/>
                <a:gd name="csY3368" fmla="*/ 297625 h 1498637"/>
                <a:gd name="csX3369" fmla="*/ 1641001 w 3230884"/>
                <a:gd name="csY3369" fmla="*/ 298581 h 1498637"/>
                <a:gd name="csX3370" fmla="*/ 1646734 w 3230884"/>
                <a:gd name="csY3370" fmla="*/ 297625 h 1498637"/>
                <a:gd name="csX3371" fmla="*/ 1653421 w 3230884"/>
                <a:gd name="csY3371" fmla="*/ 293804 h 1498637"/>
                <a:gd name="csX3372" fmla="*/ 1654855 w 3230884"/>
                <a:gd name="csY3372" fmla="*/ 295237 h 1498637"/>
                <a:gd name="csX3373" fmla="*/ 1656288 w 3230884"/>
                <a:gd name="csY3373" fmla="*/ 297148 h 1498637"/>
                <a:gd name="csX3374" fmla="*/ 1654377 w 3230884"/>
                <a:gd name="csY3374" fmla="*/ 300014 h 1498637"/>
                <a:gd name="csX3375" fmla="*/ 1647689 w 3230884"/>
                <a:gd name="csY3375" fmla="*/ 303836 h 1498637"/>
                <a:gd name="csX3376" fmla="*/ 1636223 w 3230884"/>
                <a:gd name="csY3376" fmla="*/ 313868 h 1498637"/>
                <a:gd name="csX3377" fmla="*/ 1631924 w 3230884"/>
                <a:gd name="csY3377" fmla="*/ 314824 h 1498637"/>
                <a:gd name="csX3378" fmla="*/ 1625714 w 3230884"/>
                <a:gd name="csY3378" fmla="*/ 312913 h 1498637"/>
                <a:gd name="csX3379" fmla="*/ 1622369 w 3230884"/>
                <a:gd name="csY3379" fmla="*/ 318646 h 1498637"/>
                <a:gd name="csX3380" fmla="*/ 1620936 w 3230884"/>
                <a:gd name="csY3380" fmla="*/ 319601 h 1498637"/>
                <a:gd name="csX3381" fmla="*/ 1610904 w 3230884"/>
                <a:gd name="csY3381" fmla="*/ 323423 h 1498637"/>
                <a:gd name="csX3382" fmla="*/ 1606604 w 3230884"/>
                <a:gd name="csY3382" fmla="*/ 323901 h 1498637"/>
                <a:gd name="csX3383" fmla="*/ 1605171 w 3230884"/>
                <a:gd name="csY3383" fmla="*/ 326767 h 1498637"/>
                <a:gd name="csX3384" fmla="*/ 1602305 w 3230884"/>
                <a:gd name="csY3384" fmla="*/ 327245 h 1498637"/>
                <a:gd name="csX3385" fmla="*/ 1599438 w 3230884"/>
                <a:gd name="csY3385" fmla="*/ 328678 h 1498637"/>
                <a:gd name="csX3386" fmla="*/ 1594661 w 3230884"/>
                <a:gd name="csY3386" fmla="*/ 332977 h 1498637"/>
                <a:gd name="csX3387" fmla="*/ 1587018 w 3230884"/>
                <a:gd name="csY3387" fmla="*/ 333455 h 1498637"/>
                <a:gd name="csX3388" fmla="*/ 1581762 w 3230884"/>
                <a:gd name="csY3388" fmla="*/ 332500 h 1498637"/>
                <a:gd name="csX3389" fmla="*/ 1569341 w 3230884"/>
                <a:gd name="csY3389" fmla="*/ 334888 h 1498637"/>
                <a:gd name="csX3390" fmla="*/ 1565997 w 3230884"/>
                <a:gd name="csY3390" fmla="*/ 336799 h 1498637"/>
                <a:gd name="csX3391" fmla="*/ 1564086 w 3230884"/>
                <a:gd name="csY3391" fmla="*/ 339666 h 1498637"/>
                <a:gd name="csX3392" fmla="*/ 1563131 w 3230884"/>
                <a:gd name="csY3392" fmla="*/ 343488 h 1498637"/>
                <a:gd name="csX3393" fmla="*/ 1561220 w 3230884"/>
                <a:gd name="csY3393" fmla="*/ 346832 h 1498637"/>
                <a:gd name="csX3394" fmla="*/ 1554054 w 3230884"/>
                <a:gd name="csY3394" fmla="*/ 353520 h 1498637"/>
                <a:gd name="csX3395" fmla="*/ 1547843 w 3230884"/>
                <a:gd name="csY3395" fmla="*/ 356386 h 1498637"/>
                <a:gd name="csX3396" fmla="*/ 1542588 w 3230884"/>
                <a:gd name="csY3396" fmla="*/ 357342 h 1498637"/>
                <a:gd name="csX3397" fmla="*/ 1547843 w 3230884"/>
                <a:gd name="csY3397" fmla="*/ 353520 h 1498637"/>
                <a:gd name="csX3398" fmla="*/ 1553577 w 3230884"/>
                <a:gd name="csY3398" fmla="*/ 346354 h 1498637"/>
                <a:gd name="csX3399" fmla="*/ 1563609 w 3230884"/>
                <a:gd name="csY3399" fmla="*/ 324378 h 1498637"/>
                <a:gd name="csX3400" fmla="*/ 1573163 w 3230884"/>
                <a:gd name="csY3400" fmla="*/ 322945 h 1498637"/>
                <a:gd name="csX3401" fmla="*/ 1575552 w 3230884"/>
                <a:gd name="csY3401" fmla="*/ 320079 h 1498637"/>
                <a:gd name="csX3402" fmla="*/ 1582718 w 3230884"/>
                <a:gd name="csY3402" fmla="*/ 306225 h 1498637"/>
                <a:gd name="csX3403" fmla="*/ 1585107 w 3230884"/>
                <a:gd name="csY3403" fmla="*/ 304314 h 1498637"/>
                <a:gd name="csX3404" fmla="*/ 1594661 w 3230884"/>
                <a:gd name="csY3404" fmla="*/ 303836 h 1498637"/>
                <a:gd name="csX3405" fmla="*/ 1603260 w 3230884"/>
                <a:gd name="csY3405" fmla="*/ 299536 h 1498637"/>
                <a:gd name="csX3406" fmla="*/ 1620936 w 3230884"/>
                <a:gd name="csY3406" fmla="*/ 277561 h 1498637"/>
                <a:gd name="csX3407" fmla="*/ 1629535 w 3230884"/>
                <a:gd name="csY3407" fmla="*/ 273739 h 1498637"/>
                <a:gd name="csX3408" fmla="*/ 1635268 w 3230884"/>
                <a:gd name="csY3408" fmla="*/ 268484 h 1498637"/>
                <a:gd name="csX3409" fmla="*/ 1636223 w 3230884"/>
                <a:gd name="csY3409" fmla="*/ 265618 h 1498637"/>
                <a:gd name="csX3410" fmla="*/ 1637179 w 3230884"/>
                <a:gd name="csY3410" fmla="*/ 262274 h 1498637"/>
                <a:gd name="csX3411" fmla="*/ 1636223 w 3230884"/>
                <a:gd name="csY3411" fmla="*/ 259885 h 1498637"/>
                <a:gd name="csX3412" fmla="*/ 1635746 w 3230884"/>
                <a:gd name="csY3412" fmla="*/ 257974 h 1498637"/>
                <a:gd name="csX3413" fmla="*/ 1643389 w 3230884"/>
                <a:gd name="csY3413" fmla="*/ 254152 h 1498637"/>
                <a:gd name="csX3414" fmla="*/ 1646256 w 3230884"/>
                <a:gd name="csY3414" fmla="*/ 248419 h 1498637"/>
                <a:gd name="csX3415" fmla="*/ 1656766 w 3230884"/>
                <a:gd name="csY3415" fmla="*/ 242687 h 1498637"/>
                <a:gd name="csX3416" fmla="*/ 1664887 w 3230884"/>
                <a:gd name="csY3416" fmla="*/ 235043 h 1498637"/>
                <a:gd name="csX3417" fmla="*/ 1676353 w 3230884"/>
                <a:gd name="csY3417" fmla="*/ 229788 h 1498637"/>
                <a:gd name="csX3418" fmla="*/ 1682563 w 3230884"/>
                <a:gd name="csY3418" fmla="*/ 221667 h 1498637"/>
                <a:gd name="csX3419" fmla="*/ 1696895 w 3230884"/>
                <a:gd name="csY3419" fmla="*/ 210201 h 1498637"/>
                <a:gd name="csX3420" fmla="*/ 1710749 w 3230884"/>
                <a:gd name="csY3420" fmla="*/ 190614 h 1498637"/>
                <a:gd name="csX3421" fmla="*/ 1713138 w 3230884"/>
                <a:gd name="csY3421" fmla="*/ 179149 h 1498637"/>
                <a:gd name="csX3422" fmla="*/ 1709794 w 3230884"/>
                <a:gd name="csY3422" fmla="*/ 175804 h 1498637"/>
                <a:gd name="csX3423" fmla="*/ 1705494 w 3230884"/>
                <a:gd name="csY3423" fmla="*/ 173416 h 1498637"/>
                <a:gd name="csX3424" fmla="*/ 1703583 w 3230884"/>
                <a:gd name="csY3424" fmla="*/ 167683 h 1498637"/>
                <a:gd name="csX3425" fmla="*/ 1701673 w 3230884"/>
                <a:gd name="csY3425" fmla="*/ 167205 h 1498637"/>
                <a:gd name="csX3426" fmla="*/ 1697851 w 3230884"/>
                <a:gd name="csY3426" fmla="*/ 170549 h 1498637"/>
                <a:gd name="csX3427" fmla="*/ 1693073 w 3230884"/>
                <a:gd name="csY3427" fmla="*/ 158606 h 1498637"/>
                <a:gd name="csX3428" fmla="*/ 1687818 w 3230884"/>
                <a:gd name="csY3428" fmla="*/ 151440 h 1498637"/>
                <a:gd name="csX3429" fmla="*/ 1687818 w 3230884"/>
                <a:gd name="csY3429" fmla="*/ 150485 h 1498637"/>
                <a:gd name="csX3430" fmla="*/ 1688774 w 3230884"/>
                <a:gd name="csY3430" fmla="*/ 150007 h 1498637"/>
                <a:gd name="csX3431" fmla="*/ 1691162 w 3230884"/>
                <a:gd name="csY3431" fmla="*/ 150962 h 1498637"/>
                <a:gd name="csX3432" fmla="*/ 1701194 w 3230884"/>
                <a:gd name="csY3432" fmla="*/ 161473 h 1498637"/>
                <a:gd name="csX3433" fmla="*/ 1706450 w 3230884"/>
                <a:gd name="csY3433" fmla="*/ 162906 h 1498637"/>
                <a:gd name="csX3434" fmla="*/ 1707883 w 3230884"/>
                <a:gd name="csY3434" fmla="*/ 164339 h 1498637"/>
                <a:gd name="csX3435" fmla="*/ 1708839 w 3230884"/>
                <a:gd name="csY3435" fmla="*/ 166728 h 1498637"/>
                <a:gd name="csX3436" fmla="*/ 1708360 w 3230884"/>
                <a:gd name="csY3436" fmla="*/ 171027 h 1498637"/>
                <a:gd name="csX3437" fmla="*/ 1709794 w 3230884"/>
                <a:gd name="csY3437" fmla="*/ 171027 h 1498637"/>
                <a:gd name="csX3438" fmla="*/ 1710749 w 3230884"/>
                <a:gd name="csY3438" fmla="*/ 169116 h 1498637"/>
                <a:gd name="csX3439" fmla="*/ 1713616 w 3230884"/>
                <a:gd name="csY3439" fmla="*/ 160995 h 1498637"/>
                <a:gd name="csX3440" fmla="*/ 1716005 w 3230884"/>
                <a:gd name="csY3440" fmla="*/ 149529 h 1498637"/>
                <a:gd name="csX3441" fmla="*/ 1715526 w 3230884"/>
                <a:gd name="csY3441" fmla="*/ 144752 h 1498637"/>
                <a:gd name="csX3442" fmla="*/ 1709794 w 3230884"/>
                <a:gd name="csY3442" fmla="*/ 147141 h 1498637"/>
                <a:gd name="csX3443" fmla="*/ 1706928 w 3230884"/>
                <a:gd name="csY3443" fmla="*/ 130420 h 1498637"/>
                <a:gd name="csX3444" fmla="*/ 1705972 w 3230884"/>
                <a:gd name="csY3444" fmla="*/ 125165 h 1498637"/>
                <a:gd name="csX3445" fmla="*/ 1704061 w 3230884"/>
                <a:gd name="csY3445" fmla="*/ 119910 h 1498637"/>
                <a:gd name="csX3446" fmla="*/ 1700239 w 3230884"/>
                <a:gd name="csY3446" fmla="*/ 119432 h 1498637"/>
                <a:gd name="csX3447" fmla="*/ 1698328 w 3230884"/>
                <a:gd name="csY3447" fmla="*/ 120866 h 1498637"/>
                <a:gd name="csX3448" fmla="*/ 1699762 w 3230884"/>
                <a:gd name="csY3448" fmla="*/ 122299 h 1498637"/>
                <a:gd name="csX3449" fmla="*/ 1701673 w 3230884"/>
                <a:gd name="csY3449" fmla="*/ 125643 h 1498637"/>
                <a:gd name="csX3450" fmla="*/ 1700239 w 3230884"/>
                <a:gd name="csY3450" fmla="*/ 128987 h 1498637"/>
                <a:gd name="csX3451" fmla="*/ 1699284 w 3230884"/>
                <a:gd name="csY3451" fmla="*/ 130420 h 1498637"/>
                <a:gd name="csX3452" fmla="*/ 1694984 w 3230884"/>
                <a:gd name="csY3452" fmla="*/ 134242 h 1498637"/>
                <a:gd name="csX3453" fmla="*/ 1691640 w 3230884"/>
                <a:gd name="csY3453" fmla="*/ 134720 h 1498637"/>
                <a:gd name="csX3454" fmla="*/ 1693073 w 3230884"/>
                <a:gd name="csY3454" fmla="*/ 132809 h 1498637"/>
                <a:gd name="csX3455" fmla="*/ 1694507 w 3230884"/>
                <a:gd name="csY3455" fmla="*/ 128987 h 1498637"/>
                <a:gd name="csX3456" fmla="*/ 1693551 w 3230884"/>
                <a:gd name="csY3456" fmla="*/ 124687 h 1498637"/>
                <a:gd name="csX3457" fmla="*/ 1692118 w 3230884"/>
                <a:gd name="csY3457" fmla="*/ 122299 h 1498637"/>
                <a:gd name="csX3458" fmla="*/ 1691162 w 3230884"/>
                <a:gd name="csY3458" fmla="*/ 109400 h 1498637"/>
                <a:gd name="csX3459" fmla="*/ 1686863 w 3230884"/>
                <a:gd name="csY3459" fmla="*/ 107489 h 1498637"/>
                <a:gd name="csX3460" fmla="*/ 1684474 w 3230884"/>
                <a:gd name="csY3460" fmla="*/ 105578 h 1498637"/>
                <a:gd name="csX3461" fmla="*/ 1681608 w 3230884"/>
                <a:gd name="csY3461" fmla="*/ 106534 h 1498637"/>
                <a:gd name="csX3462" fmla="*/ 1677786 w 3230884"/>
                <a:gd name="csY3462" fmla="*/ 109878 h 1498637"/>
                <a:gd name="csX3463" fmla="*/ 1679219 w 3230884"/>
                <a:gd name="csY3463" fmla="*/ 106534 h 1498637"/>
                <a:gd name="csX3464" fmla="*/ 1680652 w 3230884"/>
                <a:gd name="csY3464" fmla="*/ 102234 h 1498637"/>
                <a:gd name="csX3465" fmla="*/ 1677308 w 3230884"/>
                <a:gd name="csY3465" fmla="*/ 96501 h 1498637"/>
                <a:gd name="csX3466" fmla="*/ 1674442 w 3230884"/>
                <a:gd name="csY3466" fmla="*/ 92680 h 1498637"/>
                <a:gd name="csX3467" fmla="*/ 1670620 w 3230884"/>
                <a:gd name="csY3467" fmla="*/ 91246 h 1498637"/>
                <a:gd name="csX3468" fmla="*/ 1666798 w 3230884"/>
                <a:gd name="csY3468" fmla="*/ 85991 h 1498637"/>
                <a:gd name="csX3469" fmla="*/ 1661066 w 3230884"/>
                <a:gd name="csY3469" fmla="*/ 83125 h 1498637"/>
                <a:gd name="csX3470" fmla="*/ 1648644 w 3230884"/>
                <a:gd name="csY3470" fmla="*/ 80259 h 1498637"/>
                <a:gd name="csX3471" fmla="*/ 1638612 w 3230884"/>
                <a:gd name="csY3471" fmla="*/ 84080 h 1498637"/>
                <a:gd name="csX3472" fmla="*/ 1626669 w 3230884"/>
                <a:gd name="csY3472" fmla="*/ 80736 h 1498637"/>
                <a:gd name="csX3473" fmla="*/ 1611859 w 3230884"/>
                <a:gd name="csY3473" fmla="*/ 83125 h 1498637"/>
                <a:gd name="csX3474" fmla="*/ 1606604 w 3230884"/>
                <a:gd name="csY3474" fmla="*/ 83125 h 1498637"/>
                <a:gd name="csX3475" fmla="*/ 1602782 w 3230884"/>
                <a:gd name="csY3475" fmla="*/ 81692 h 1498637"/>
                <a:gd name="csX3476" fmla="*/ 1599916 w 3230884"/>
                <a:gd name="csY3476" fmla="*/ 83603 h 1498637"/>
                <a:gd name="csX3477" fmla="*/ 1598483 w 3230884"/>
                <a:gd name="csY3477" fmla="*/ 87902 h 1498637"/>
                <a:gd name="csX3478" fmla="*/ 1597527 w 3230884"/>
                <a:gd name="csY3478" fmla="*/ 95068 h 1498637"/>
                <a:gd name="csX3479" fmla="*/ 1593705 w 3230884"/>
                <a:gd name="csY3479" fmla="*/ 98890 h 1498637"/>
                <a:gd name="csX3480" fmla="*/ 1591795 w 3230884"/>
                <a:gd name="csY3480" fmla="*/ 99846 h 1498637"/>
                <a:gd name="csX3481" fmla="*/ 1582718 w 3230884"/>
                <a:gd name="csY3481" fmla="*/ 98890 h 1498637"/>
                <a:gd name="csX3482" fmla="*/ 1576030 w 3230884"/>
                <a:gd name="csY3482" fmla="*/ 102234 h 1498637"/>
                <a:gd name="csX3483" fmla="*/ 1573163 w 3230884"/>
                <a:gd name="csY3483" fmla="*/ 99368 h 1498637"/>
                <a:gd name="csX3484" fmla="*/ 1567908 w 3230884"/>
                <a:gd name="csY3484" fmla="*/ 99368 h 1498637"/>
                <a:gd name="csX3485" fmla="*/ 1567430 w 3230884"/>
                <a:gd name="csY3485" fmla="*/ 93635 h 1498637"/>
                <a:gd name="csX3486" fmla="*/ 1570297 w 3230884"/>
                <a:gd name="csY3486" fmla="*/ 93635 h 1498637"/>
                <a:gd name="csX3487" fmla="*/ 1572207 w 3230884"/>
                <a:gd name="csY3487" fmla="*/ 94590 h 1498637"/>
                <a:gd name="csX3488" fmla="*/ 1578418 w 3230884"/>
                <a:gd name="csY3488" fmla="*/ 82647 h 1498637"/>
                <a:gd name="csX3489" fmla="*/ 1583196 w 3230884"/>
                <a:gd name="csY3489" fmla="*/ 75004 h 1498637"/>
                <a:gd name="csX3490" fmla="*/ 1587973 w 3230884"/>
                <a:gd name="csY3490" fmla="*/ 66882 h 1498637"/>
                <a:gd name="csX3491" fmla="*/ 1585107 w 3230884"/>
                <a:gd name="csY3491" fmla="*/ 61627 h 1498637"/>
                <a:gd name="csX3492" fmla="*/ 1578418 w 3230884"/>
                <a:gd name="csY3492" fmla="*/ 58283 h 1498637"/>
                <a:gd name="csX3493" fmla="*/ 1575074 w 3230884"/>
                <a:gd name="csY3493" fmla="*/ 58283 h 1498637"/>
                <a:gd name="csX3494" fmla="*/ 1573641 w 3230884"/>
                <a:gd name="csY3494" fmla="*/ 59716 h 1498637"/>
                <a:gd name="csX3495" fmla="*/ 1566475 w 3230884"/>
                <a:gd name="csY3495" fmla="*/ 56850 h 1498637"/>
                <a:gd name="csX3496" fmla="*/ 1562653 w 3230884"/>
                <a:gd name="csY3496" fmla="*/ 57328 h 1498637"/>
                <a:gd name="csX3497" fmla="*/ 1556443 w 3230884"/>
                <a:gd name="csY3497" fmla="*/ 61149 h 1498637"/>
                <a:gd name="csX3498" fmla="*/ 1554054 w 3230884"/>
                <a:gd name="csY3498" fmla="*/ 60672 h 1498637"/>
                <a:gd name="csX3499" fmla="*/ 1552621 w 3230884"/>
                <a:gd name="csY3499" fmla="*/ 52550 h 1498637"/>
                <a:gd name="csX3500" fmla="*/ 1546411 w 3230884"/>
                <a:gd name="csY3500" fmla="*/ 53506 h 1498637"/>
                <a:gd name="csX3501" fmla="*/ 1523957 w 3230884"/>
                <a:gd name="csY3501" fmla="*/ 52550 h 1498637"/>
                <a:gd name="csX3502" fmla="*/ 1526346 w 3230884"/>
                <a:gd name="csY3502" fmla="*/ 50162 h 1498637"/>
                <a:gd name="csX3503" fmla="*/ 1538289 w 3230884"/>
                <a:gd name="csY3503" fmla="*/ 46818 h 1498637"/>
                <a:gd name="csX3504" fmla="*/ 1547366 w 3230884"/>
                <a:gd name="csY3504" fmla="*/ 41562 h 1498637"/>
                <a:gd name="csX3505" fmla="*/ 1554532 w 3230884"/>
                <a:gd name="csY3505" fmla="*/ 32008 h 1498637"/>
                <a:gd name="csX3506" fmla="*/ 1560742 w 3230884"/>
                <a:gd name="csY3506" fmla="*/ 28664 h 1498637"/>
                <a:gd name="csX3507" fmla="*/ 1559309 w 3230884"/>
                <a:gd name="csY3507" fmla="*/ 23886 h 1498637"/>
                <a:gd name="csX3508" fmla="*/ 1557398 w 3230884"/>
                <a:gd name="csY3508" fmla="*/ 20542 h 1498637"/>
                <a:gd name="csX3509" fmla="*/ 1554054 w 3230884"/>
                <a:gd name="csY3509" fmla="*/ 17676 h 1498637"/>
                <a:gd name="csX3510" fmla="*/ 1545932 w 3230884"/>
                <a:gd name="csY3510" fmla="*/ 15287 h 1498637"/>
                <a:gd name="csX3511" fmla="*/ 1539245 w 3230884"/>
                <a:gd name="csY3511" fmla="*/ 11466 h 1498637"/>
                <a:gd name="csX3512" fmla="*/ 1536378 w 3230884"/>
                <a:gd name="csY3512" fmla="*/ 6688 h 1498637"/>
                <a:gd name="csX3513" fmla="*/ 1523479 w 3230884"/>
                <a:gd name="csY3513" fmla="*/ 0 h 1498637"/>
                <a:gd name="csX3514" fmla="*/ 1520135 w 3230884"/>
                <a:gd name="csY3514" fmla="*/ 0 h 1498637"/>
                <a:gd name="csX3515" fmla="*/ 1511536 w 3230884"/>
                <a:gd name="csY3515" fmla="*/ 8599 h 1498637"/>
                <a:gd name="csX3516" fmla="*/ 1506759 w 3230884"/>
                <a:gd name="csY3516" fmla="*/ 7644 h 1498637"/>
                <a:gd name="csX3517" fmla="*/ 1502937 w 3230884"/>
                <a:gd name="csY3517" fmla="*/ 9077 h 1498637"/>
                <a:gd name="csX3518" fmla="*/ 1492427 w 3230884"/>
                <a:gd name="csY3518" fmla="*/ 19109 h 1498637"/>
                <a:gd name="csX3519" fmla="*/ 1470929 w 3230884"/>
                <a:gd name="csY3519" fmla="*/ 44907 h 1498637"/>
                <a:gd name="csX3520" fmla="*/ 1466152 w 3230884"/>
                <a:gd name="csY3520" fmla="*/ 52550 h 1498637"/>
                <a:gd name="csX3521" fmla="*/ 1464241 w 3230884"/>
                <a:gd name="csY3521" fmla="*/ 58761 h 1498637"/>
                <a:gd name="csX3522" fmla="*/ 1460419 w 3230884"/>
                <a:gd name="csY3522" fmla="*/ 61627 h 1498637"/>
                <a:gd name="csX3523" fmla="*/ 1458508 w 3230884"/>
                <a:gd name="csY3523" fmla="*/ 68793 h 1498637"/>
                <a:gd name="csX3524" fmla="*/ 1458986 w 3230884"/>
                <a:gd name="csY3524" fmla="*/ 75004 h 1498637"/>
                <a:gd name="csX3525" fmla="*/ 1460897 w 3230884"/>
                <a:gd name="csY3525" fmla="*/ 78348 h 1498637"/>
                <a:gd name="csX3526" fmla="*/ 1462330 w 3230884"/>
                <a:gd name="csY3526" fmla="*/ 84558 h 1498637"/>
                <a:gd name="csX3527" fmla="*/ 1460897 w 3230884"/>
                <a:gd name="csY3527" fmla="*/ 91724 h 1498637"/>
                <a:gd name="csX3528" fmla="*/ 1458986 w 3230884"/>
                <a:gd name="csY3528" fmla="*/ 96024 h 1498637"/>
                <a:gd name="csX3529" fmla="*/ 1460419 w 3230884"/>
                <a:gd name="csY3529" fmla="*/ 97935 h 1498637"/>
                <a:gd name="csX3530" fmla="*/ 1464718 w 3230884"/>
                <a:gd name="csY3530" fmla="*/ 97935 h 1498637"/>
                <a:gd name="csX3531" fmla="*/ 1474273 w 3230884"/>
                <a:gd name="csY3531" fmla="*/ 101756 h 1498637"/>
                <a:gd name="csX3532" fmla="*/ 1472363 w 3230884"/>
                <a:gd name="csY3532" fmla="*/ 105100 h 1498637"/>
                <a:gd name="csX3533" fmla="*/ 1466629 w 3230884"/>
                <a:gd name="csY3533" fmla="*/ 102234 h 1498637"/>
                <a:gd name="csX3534" fmla="*/ 1461852 w 3230884"/>
                <a:gd name="csY3534" fmla="*/ 102234 h 1498637"/>
                <a:gd name="csX3535" fmla="*/ 1457552 w 3230884"/>
                <a:gd name="csY3535" fmla="*/ 98412 h 1498637"/>
                <a:gd name="csX3536" fmla="*/ 1447043 w 3230884"/>
                <a:gd name="csY3536" fmla="*/ 102234 h 1498637"/>
                <a:gd name="csX3537" fmla="*/ 1439399 w 3230884"/>
                <a:gd name="csY3537" fmla="*/ 101279 h 1498637"/>
                <a:gd name="csX3538" fmla="*/ 1432233 w 3230884"/>
                <a:gd name="csY3538" fmla="*/ 102712 h 1498637"/>
                <a:gd name="csX3539" fmla="*/ 1418379 w 3230884"/>
                <a:gd name="csY3539" fmla="*/ 99846 h 1498637"/>
                <a:gd name="csX3540" fmla="*/ 1416945 w 3230884"/>
                <a:gd name="csY3540" fmla="*/ 102234 h 1498637"/>
                <a:gd name="csX3541" fmla="*/ 1420290 w 3230884"/>
                <a:gd name="csY3541" fmla="*/ 106056 h 1498637"/>
                <a:gd name="csX3542" fmla="*/ 1422679 w 3230884"/>
                <a:gd name="csY3542" fmla="*/ 109400 h 1498637"/>
                <a:gd name="csX3543" fmla="*/ 1429844 w 3230884"/>
                <a:gd name="csY3543" fmla="*/ 117999 h 1498637"/>
                <a:gd name="csX3544" fmla="*/ 1433188 w 3230884"/>
                <a:gd name="csY3544" fmla="*/ 120388 h 1498637"/>
                <a:gd name="csX3545" fmla="*/ 1437488 w 3230884"/>
                <a:gd name="csY3545" fmla="*/ 128509 h 1498637"/>
                <a:gd name="csX3546" fmla="*/ 1437966 w 3230884"/>
                <a:gd name="csY3546" fmla="*/ 143797 h 1498637"/>
                <a:gd name="csX3547" fmla="*/ 1435577 w 3230884"/>
                <a:gd name="csY3547" fmla="*/ 147618 h 1498637"/>
                <a:gd name="csX3548" fmla="*/ 1432711 w 3230884"/>
                <a:gd name="csY3548" fmla="*/ 152874 h 1498637"/>
                <a:gd name="csX3549" fmla="*/ 1431756 w 3230884"/>
                <a:gd name="csY3549" fmla="*/ 153829 h 1498637"/>
                <a:gd name="csX3550" fmla="*/ 1429844 w 3230884"/>
                <a:gd name="csY3550" fmla="*/ 153351 h 1498637"/>
                <a:gd name="csX3551" fmla="*/ 1432711 w 3230884"/>
                <a:gd name="csY3551" fmla="*/ 150007 h 1498637"/>
                <a:gd name="csX3552" fmla="*/ 1434622 w 3230884"/>
                <a:gd name="csY3552" fmla="*/ 141886 h 1498637"/>
                <a:gd name="csX3553" fmla="*/ 1436055 w 3230884"/>
                <a:gd name="csY3553" fmla="*/ 136631 h 1498637"/>
                <a:gd name="csX3554" fmla="*/ 1434144 w 3230884"/>
                <a:gd name="csY3554" fmla="*/ 132809 h 1498637"/>
                <a:gd name="csX3555" fmla="*/ 1433188 w 3230884"/>
                <a:gd name="csY3555" fmla="*/ 132809 h 1498637"/>
                <a:gd name="csX3556" fmla="*/ 1432233 w 3230884"/>
                <a:gd name="csY3556" fmla="*/ 130420 h 1498637"/>
                <a:gd name="csX3557" fmla="*/ 1424590 w 3230884"/>
                <a:gd name="csY3557" fmla="*/ 125165 h 1498637"/>
                <a:gd name="csX3558" fmla="*/ 1420767 w 3230884"/>
                <a:gd name="csY3558" fmla="*/ 123254 h 1498637"/>
                <a:gd name="csX3559" fmla="*/ 1416468 w 3230884"/>
                <a:gd name="csY3559" fmla="*/ 121821 h 1498637"/>
                <a:gd name="csX3560" fmla="*/ 1414079 w 3230884"/>
                <a:gd name="csY3560" fmla="*/ 120388 h 1498637"/>
                <a:gd name="csX3561" fmla="*/ 1407869 w 3230884"/>
                <a:gd name="csY3561" fmla="*/ 125165 h 1498637"/>
                <a:gd name="csX3562" fmla="*/ 1405002 w 3230884"/>
                <a:gd name="csY3562" fmla="*/ 126121 h 1498637"/>
                <a:gd name="csX3563" fmla="*/ 1401658 w 3230884"/>
                <a:gd name="csY3563" fmla="*/ 128509 h 1498637"/>
                <a:gd name="csX3564" fmla="*/ 1399270 w 3230884"/>
                <a:gd name="csY3564" fmla="*/ 132331 h 1498637"/>
                <a:gd name="csX3565" fmla="*/ 1394492 w 3230884"/>
                <a:gd name="csY3565" fmla="*/ 132809 h 1498637"/>
                <a:gd name="csX3566" fmla="*/ 1394015 w 3230884"/>
                <a:gd name="csY3566" fmla="*/ 136631 h 1498637"/>
                <a:gd name="csX3567" fmla="*/ 1391149 w 3230884"/>
                <a:gd name="csY3567" fmla="*/ 140453 h 1498637"/>
                <a:gd name="csX3568" fmla="*/ 1388282 w 3230884"/>
                <a:gd name="csY3568" fmla="*/ 136153 h 1498637"/>
                <a:gd name="csX3569" fmla="*/ 1385415 w 3230884"/>
                <a:gd name="csY3569" fmla="*/ 137586 h 1498637"/>
                <a:gd name="csX3570" fmla="*/ 1378727 w 3230884"/>
                <a:gd name="csY3570" fmla="*/ 143797 h 1498637"/>
                <a:gd name="csX3571" fmla="*/ 1371084 w 3230884"/>
                <a:gd name="csY3571" fmla="*/ 147141 h 1498637"/>
                <a:gd name="csX3572" fmla="*/ 1372039 w 3230884"/>
                <a:gd name="csY3572" fmla="*/ 144752 h 1498637"/>
                <a:gd name="csX3573" fmla="*/ 1373472 w 3230884"/>
                <a:gd name="csY3573" fmla="*/ 139497 h 1498637"/>
                <a:gd name="csX3574" fmla="*/ 1371561 w 3230884"/>
                <a:gd name="csY3574" fmla="*/ 138542 h 1498637"/>
                <a:gd name="csX3575" fmla="*/ 1360096 w 3230884"/>
                <a:gd name="csY3575" fmla="*/ 144274 h 1498637"/>
                <a:gd name="csX3576" fmla="*/ 1356274 w 3230884"/>
                <a:gd name="csY3576" fmla="*/ 148096 h 1498637"/>
                <a:gd name="csX3577" fmla="*/ 1354363 w 3230884"/>
                <a:gd name="csY3577" fmla="*/ 146663 h 1498637"/>
                <a:gd name="csX3578" fmla="*/ 1361051 w 3230884"/>
                <a:gd name="csY3578" fmla="*/ 138064 h 1498637"/>
                <a:gd name="csX3579" fmla="*/ 1362962 w 3230884"/>
                <a:gd name="csY3579" fmla="*/ 132809 h 1498637"/>
                <a:gd name="csX3580" fmla="*/ 1359618 w 3230884"/>
                <a:gd name="csY3580" fmla="*/ 130420 h 1498637"/>
                <a:gd name="csX3581" fmla="*/ 1352930 w 3230884"/>
                <a:gd name="csY3581" fmla="*/ 128509 h 1498637"/>
                <a:gd name="csX3582" fmla="*/ 1348630 w 3230884"/>
                <a:gd name="csY3582" fmla="*/ 128032 h 1498637"/>
                <a:gd name="csX3583" fmla="*/ 1342420 w 3230884"/>
                <a:gd name="csY3583" fmla="*/ 130420 h 1498637"/>
                <a:gd name="csX3584" fmla="*/ 1333343 w 3230884"/>
                <a:gd name="csY3584" fmla="*/ 127076 h 1498637"/>
                <a:gd name="csX3585" fmla="*/ 1331910 w 3230884"/>
                <a:gd name="csY3585" fmla="*/ 130898 h 1498637"/>
                <a:gd name="csX3586" fmla="*/ 1329521 w 3230884"/>
                <a:gd name="csY3586" fmla="*/ 130898 h 1498637"/>
                <a:gd name="csX3587" fmla="*/ 1323788 w 3230884"/>
                <a:gd name="csY3587" fmla="*/ 129465 h 1498637"/>
                <a:gd name="csX3588" fmla="*/ 1318533 w 3230884"/>
                <a:gd name="csY3588" fmla="*/ 131376 h 1498637"/>
                <a:gd name="csX3589" fmla="*/ 1314712 w 3230884"/>
                <a:gd name="csY3589" fmla="*/ 134720 h 1498637"/>
                <a:gd name="csX3590" fmla="*/ 1308979 w 3230884"/>
                <a:gd name="csY3590" fmla="*/ 131376 h 1498637"/>
                <a:gd name="csX3591" fmla="*/ 1307068 w 3230884"/>
                <a:gd name="csY3591" fmla="*/ 131376 h 1498637"/>
                <a:gd name="csX3592" fmla="*/ 1304201 w 3230884"/>
                <a:gd name="csY3592" fmla="*/ 136631 h 1498637"/>
                <a:gd name="csX3593" fmla="*/ 1301335 w 3230884"/>
                <a:gd name="csY3593" fmla="*/ 133287 h 1498637"/>
                <a:gd name="csX3594" fmla="*/ 1298946 w 3230884"/>
                <a:gd name="csY3594" fmla="*/ 140453 h 1498637"/>
                <a:gd name="csX3595" fmla="*/ 1299902 w 3230884"/>
                <a:gd name="csY3595" fmla="*/ 145708 h 1498637"/>
                <a:gd name="csX3596" fmla="*/ 1301813 w 3230884"/>
                <a:gd name="csY3596" fmla="*/ 146185 h 1498637"/>
                <a:gd name="csX3597" fmla="*/ 1303246 w 3230884"/>
                <a:gd name="csY3597" fmla="*/ 145230 h 1498637"/>
                <a:gd name="csX3598" fmla="*/ 1304201 w 3230884"/>
                <a:gd name="csY3598" fmla="*/ 142841 h 1498637"/>
                <a:gd name="csX3599" fmla="*/ 1305635 w 3230884"/>
                <a:gd name="csY3599" fmla="*/ 141886 h 1498637"/>
                <a:gd name="csX3600" fmla="*/ 1309935 w 3230884"/>
                <a:gd name="csY3600" fmla="*/ 146185 h 1498637"/>
                <a:gd name="csX3601" fmla="*/ 1311367 w 3230884"/>
                <a:gd name="csY3601" fmla="*/ 143797 h 1498637"/>
                <a:gd name="csX3602" fmla="*/ 1313278 w 3230884"/>
                <a:gd name="csY3602" fmla="*/ 141886 h 1498637"/>
                <a:gd name="csX3603" fmla="*/ 1315667 w 3230884"/>
                <a:gd name="csY3603" fmla="*/ 144752 h 1498637"/>
                <a:gd name="csX3604" fmla="*/ 1324744 w 3230884"/>
                <a:gd name="csY3604" fmla="*/ 141886 h 1498637"/>
                <a:gd name="csX3605" fmla="*/ 1323311 w 3230884"/>
                <a:gd name="csY3605" fmla="*/ 145230 h 1498637"/>
                <a:gd name="csX3606" fmla="*/ 1312801 w 3230884"/>
                <a:gd name="csY3606" fmla="*/ 149529 h 1498637"/>
                <a:gd name="csX3607" fmla="*/ 1294169 w 3230884"/>
                <a:gd name="csY3607" fmla="*/ 155262 h 1498637"/>
                <a:gd name="csX3608" fmla="*/ 1290347 w 3230884"/>
                <a:gd name="csY3608" fmla="*/ 157651 h 1498637"/>
                <a:gd name="csX3609" fmla="*/ 1278882 w 3230884"/>
                <a:gd name="csY3609" fmla="*/ 159562 h 1498637"/>
                <a:gd name="csX3610" fmla="*/ 1271716 w 3230884"/>
                <a:gd name="csY3610" fmla="*/ 164817 h 1498637"/>
                <a:gd name="csX3611" fmla="*/ 1262162 w 3230884"/>
                <a:gd name="csY3611" fmla="*/ 164817 h 1498637"/>
                <a:gd name="csX3612" fmla="*/ 1245919 w 3230884"/>
                <a:gd name="csY3612" fmla="*/ 169116 h 1498637"/>
                <a:gd name="csX3613" fmla="*/ 1234453 w 3230884"/>
                <a:gd name="csY3613" fmla="*/ 178671 h 1498637"/>
                <a:gd name="csX3614" fmla="*/ 1228720 w 3230884"/>
                <a:gd name="csY3614" fmla="*/ 177715 h 1498637"/>
                <a:gd name="csX3615" fmla="*/ 1217255 w 3230884"/>
                <a:gd name="csY3615" fmla="*/ 185359 h 1498637"/>
                <a:gd name="csX3616" fmla="*/ 1212478 w 3230884"/>
                <a:gd name="csY3616" fmla="*/ 190614 h 1498637"/>
                <a:gd name="csX3617" fmla="*/ 1196235 w 3230884"/>
                <a:gd name="csY3617" fmla="*/ 202080 h 1498637"/>
                <a:gd name="csX3618" fmla="*/ 1186202 w 3230884"/>
                <a:gd name="csY3618" fmla="*/ 197780 h 1498637"/>
                <a:gd name="csX3619" fmla="*/ 1182858 w 3230884"/>
                <a:gd name="csY3619" fmla="*/ 199213 h 1498637"/>
                <a:gd name="csX3620" fmla="*/ 1181425 w 3230884"/>
                <a:gd name="csY3620" fmla="*/ 203513 h 1498637"/>
                <a:gd name="csX3621" fmla="*/ 1181903 w 3230884"/>
                <a:gd name="csY3621" fmla="*/ 206857 h 1498637"/>
                <a:gd name="csX3622" fmla="*/ 1185725 w 3230884"/>
                <a:gd name="csY3622" fmla="*/ 206379 h 1498637"/>
                <a:gd name="csX3623" fmla="*/ 1188591 w 3230884"/>
                <a:gd name="csY3623" fmla="*/ 207812 h 1498637"/>
                <a:gd name="csX3624" fmla="*/ 1192413 w 3230884"/>
                <a:gd name="csY3624" fmla="*/ 210679 h 1498637"/>
                <a:gd name="csX3625" fmla="*/ 1191457 w 3230884"/>
                <a:gd name="csY3625" fmla="*/ 215456 h 1498637"/>
                <a:gd name="csX3626" fmla="*/ 1183814 w 3230884"/>
                <a:gd name="csY3626" fmla="*/ 226922 h 1498637"/>
                <a:gd name="csX3627" fmla="*/ 1179992 w 3230884"/>
                <a:gd name="csY3627" fmla="*/ 231221 h 1498637"/>
                <a:gd name="csX3628" fmla="*/ 1176170 w 3230884"/>
                <a:gd name="csY3628" fmla="*/ 233610 h 1498637"/>
                <a:gd name="csX3629" fmla="*/ 1167093 w 3230884"/>
                <a:gd name="csY3629" fmla="*/ 224055 h 1498637"/>
                <a:gd name="csX3630" fmla="*/ 1165660 w 3230884"/>
                <a:gd name="csY3630" fmla="*/ 228355 h 1498637"/>
                <a:gd name="csX3631" fmla="*/ 1164227 w 3230884"/>
                <a:gd name="csY3631" fmla="*/ 230266 h 1498637"/>
                <a:gd name="csX3632" fmla="*/ 1160883 w 3230884"/>
                <a:gd name="csY3632" fmla="*/ 229310 h 1498637"/>
                <a:gd name="csX3633" fmla="*/ 1158972 w 3230884"/>
                <a:gd name="csY3633" fmla="*/ 235998 h 1498637"/>
                <a:gd name="csX3634" fmla="*/ 1165182 w 3230884"/>
                <a:gd name="csY3634" fmla="*/ 236954 h 1498637"/>
                <a:gd name="csX3635" fmla="*/ 1171393 w 3230884"/>
                <a:gd name="csY3635" fmla="*/ 240298 h 1498637"/>
                <a:gd name="csX3636" fmla="*/ 1177125 w 3230884"/>
                <a:gd name="csY3636" fmla="*/ 244597 h 1498637"/>
                <a:gd name="csX3637" fmla="*/ 1180948 w 3230884"/>
                <a:gd name="csY3637" fmla="*/ 249375 h 1498637"/>
                <a:gd name="csX3638" fmla="*/ 1185247 w 3230884"/>
                <a:gd name="csY3638" fmla="*/ 252719 h 1498637"/>
                <a:gd name="csX3639" fmla="*/ 1187635 w 3230884"/>
                <a:gd name="csY3639" fmla="*/ 255108 h 1498637"/>
                <a:gd name="csX3640" fmla="*/ 1180948 w 3230884"/>
                <a:gd name="csY3640" fmla="*/ 257974 h 1498637"/>
                <a:gd name="csX3641" fmla="*/ 1176170 w 3230884"/>
                <a:gd name="csY3641" fmla="*/ 251763 h 1498637"/>
                <a:gd name="csX3642" fmla="*/ 1173782 w 3230884"/>
                <a:gd name="csY3642" fmla="*/ 249853 h 1498637"/>
                <a:gd name="csX3643" fmla="*/ 1170915 w 3230884"/>
                <a:gd name="csY3643" fmla="*/ 249375 h 1498637"/>
                <a:gd name="csX3644" fmla="*/ 1166616 w 3230884"/>
                <a:gd name="csY3644" fmla="*/ 251286 h 1498637"/>
                <a:gd name="csX3645" fmla="*/ 1163271 w 3230884"/>
                <a:gd name="csY3645" fmla="*/ 258452 h 1498637"/>
                <a:gd name="csX3646" fmla="*/ 1166616 w 3230884"/>
                <a:gd name="csY3646" fmla="*/ 260840 h 1498637"/>
                <a:gd name="csX3647" fmla="*/ 1174259 w 3230884"/>
                <a:gd name="csY3647" fmla="*/ 263229 h 1498637"/>
                <a:gd name="csX3648" fmla="*/ 1176648 w 3230884"/>
                <a:gd name="csY3648" fmla="*/ 266573 h 1498637"/>
                <a:gd name="csX3649" fmla="*/ 1187158 w 3230884"/>
                <a:gd name="csY3649" fmla="*/ 287593 h 1498637"/>
                <a:gd name="csX3650" fmla="*/ 1189546 w 3230884"/>
                <a:gd name="csY3650" fmla="*/ 289504 h 1498637"/>
                <a:gd name="csX3651" fmla="*/ 1192891 w 3230884"/>
                <a:gd name="csY3651" fmla="*/ 290460 h 1498637"/>
                <a:gd name="csX3652" fmla="*/ 1194324 w 3230884"/>
                <a:gd name="csY3652" fmla="*/ 291893 h 1498637"/>
                <a:gd name="csX3653" fmla="*/ 1190024 w 3230884"/>
                <a:gd name="csY3653" fmla="*/ 295715 h 1498637"/>
                <a:gd name="csX3654" fmla="*/ 1188591 w 3230884"/>
                <a:gd name="csY3654" fmla="*/ 299059 h 1498637"/>
                <a:gd name="csX3655" fmla="*/ 1185247 w 3230884"/>
                <a:gd name="csY3655" fmla="*/ 304791 h 1498637"/>
                <a:gd name="csX3656" fmla="*/ 1170437 w 3230884"/>
                <a:gd name="csY3656" fmla="*/ 307658 h 1498637"/>
                <a:gd name="csX3657" fmla="*/ 1166137 w 3230884"/>
                <a:gd name="csY3657" fmla="*/ 309569 h 1498637"/>
                <a:gd name="csX3658" fmla="*/ 1165182 w 3230884"/>
                <a:gd name="csY3658" fmla="*/ 311002 h 1498637"/>
                <a:gd name="csX3659" fmla="*/ 1163271 w 3230884"/>
                <a:gd name="csY3659" fmla="*/ 312913 h 1498637"/>
                <a:gd name="csX3660" fmla="*/ 1161838 w 3230884"/>
                <a:gd name="csY3660" fmla="*/ 314824 h 1498637"/>
                <a:gd name="csX3661" fmla="*/ 1161360 w 3230884"/>
                <a:gd name="csY3661" fmla="*/ 319123 h 1498637"/>
                <a:gd name="csX3662" fmla="*/ 1162316 w 3230884"/>
                <a:gd name="csY3662" fmla="*/ 321990 h 1498637"/>
                <a:gd name="csX3663" fmla="*/ 1165660 w 3230884"/>
                <a:gd name="csY3663" fmla="*/ 324378 h 1498637"/>
                <a:gd name="csX3664" fmla="*/ 1177125 w 3230884"/>
                <a:gd name="csY3664" fmla="*/ 335844 h 1498637"/>
                <a:gd name="csX3665" fmla="*/ 1176648 w 3230884"/>
                <a:gd name="csY3665" fmla="*/ 336799 h 1498637"/>
                <a:gd name="csX3666" fmla="*/ 1173303 w 3230884"/>
                <a:gd name="csY3666" fmla="*/ 334888 h 1498637"/>
                <a:gd name="csX3667" fmla="*/ 1169004 w 3230884"/>
                <a:gd name="csY3667" fmla="*/ 331544 h 1498637"/>
                <a:gd name="csX3668" fmla="*/ 1165182 w 3230884"/>
                <a:gd name="csY3668" fmla="*/ 326289 h 1498637"/>
                <a:gd name="csX3669" fmla="*/ 1159450 w 3230884"/>
                <a:gd name="csY3669" fmla="*/ 322945 h 1498637"/>
                <a:gd name="csX3670" fmla="*/ 1158972 w 3230884"/>
                <a:gd name="csY3670" fmla="*/ 320079 h 1498637"/>
                <a:gd name="csX3671" fmla="*/ 1158972 w 3230884"/>
                <a:gd name="csY3671" fmla="*/ 315779 h 1498637"/>
                <a:gd name="csX3672" fmla="*/ 1158972 w 3230884"/>
                <a:gd name="csY3672" fmla="*/ 314824 h 1498637"/>
                <a:gd name="csX3673" fmla="*/ 1159450 w 3230884"/>
                <a:gd name="csY3673" fmla="*/ 312435 h 1498637"/>
                <a:gd name="csX3674" fmla="*/ 1165182 w 3230884"/>
                <a:gd name="csY3674" fmla="*/ 307180 h 1498637"/>
                <a:gd name="csX3675" fmla="*/ 1170437 w 3230884"/>
                <a:gd name="csY3675" fmla="*/ 304314 h 1498637"/>
                <a:gd name="csX3676" fmla="*/ 1177125 w 3230884"/>
                <a:gd name="csY3676" fmla="*/ 298103 h 1498637"/>
                <a:gd name="csX3677" fmla="*/ 1183336 w 3230884"/>
                <a:gd name="csY3677" fmla="*/ 290937 h 1498637"/>
                <a:gd name="csX3678" fmla="*/ 1182380 w 3230884"/>
                <a:gd name="csY3678" fmla="*/ 288549 h 1498637"/>
                <a:gd name="csX3679" fmla="*/ 1180948 w 3230884"/>
                <a:gd name="csY3679" fmla="*/ 287115 h 1498637"/>
                <a:gd name="csX3680" fmla="*/ 1174737 w 3230884"/>
                <a:gd name="csY3680" fmla="*/ 286638 h 1498637"/>
                <a:gd name="csX3681" fmla="*/ 1162794 w 3230884"/>
                <a:gd name="csY3681" fmla="*/ 289026 h 1498637"/>
                <a:gd name="csX3682" fmla="*/ 1155628 w 3230884"/>
                <a:gd name="csY3682" fmla="*/ 291415 h 1498637"/>
                <a:gd name="csX3683" fmla="*/ 1152284 w 3230884"/>
                <a:gd name="csY3683" fmla="*/ 296670 h 1498637"/>
                <a:gd name="csX3684" fmla="*/ 1147028 w 3230884"/>
                <a:gd name="csY3684" fmla="*/ 297625 h 1498637"/>
                <a:gd name="csX3685" fmla="*/ 1144640 w 3230884"/>
                <a:gd name="csY3685" fmla="*/ 298103 h 1498637"/>
                <a:gd name="csX3686" fmla="*/ 1137952 w 3230884"/>
                <a:gd name="csY3686" fmla="*/ 295237 h 1498637"/>
                <a:gd name="csX3687" fmla="*/ 1131741 w 3230884"/>
                <a:gd name="csY3687" fmla="*/ 297625 h 1498637"/>
                <a:gd name="csX3688" fmla="*/ 1116932 w 3230884"/>
                <a:gd name="csY3688" fmla="*/ 300014 h 1498637"/>
                <a:gd name="csX3689" fmla="*/ 1114543 w 3230884"/>
                <a:gd name="csY3689" fmla="*/ 301447 h 1498637"/>
                <a:gd name="csX3690" fmla="*/ 1080146 w 3230884"/>
                <a:gd name="csY3690" fmla="*/ 301925 h 1498637"/>
                <a:gd name="csX3691" fmla="*/ 1073458 w 3230884"/>
                <a:gd name="csY3691" fmla="*/ 302881 h 1498637"/>
                <a:gd name="csX3692" fmla="*/ 1055782 w 3230884"/>
                <a:gd name="csY3692" fmla="*/ 307658 h 1498637"/>
                <a:gd name="csX3693" fmla="*/ 1055304 w 3230884"/>
                <a:gd name="csY3693" fmla="*/ 311002 h 1498637"/>
                <a:gd name="csX3694" fmla="*/ 1055782 w 3230884"/>
                <a:gd name="csY3694" fmla="*/ 313868 h 1498637"/>
                <a:gd name="csX3695" fmla="*/ 1053393 w 3230884"/>
                <a:gd name="csY3695" fmla="*/ 317690 h 1498637"/>
                <a:gd name="csX3696" fmla="*/ 1051961 w 3230884"/>
                <a:gd name="csY3696" fmla="*/ 321034 h 1498637"/>
                <a:gd name="csX3697" fmla="*/ 1052438 w 3230884"/>
                <a:gd name="csY3697" fmla="*/ 325334 h 1498637"/>
                <a:gd name="csX3698" fmla="*/ 1052438 w 3230884"/>
                <a:gd name="csY3698" fmla="*/ 329156 h 1498637"/>
                <a:gd name="csX3699" fmla="*/ 1052916 w 3230884"/>
                <a:gd name="csY3699" fmla="*/ 333933 h 1498637"/>
                <a:gd name="csX3700" fmla="*/ 1054349 w 3230884"/>
                <a:gd name="csY3700" fmla="*/ 338232 h 1498637"/>
                <a:gd name="csX3701" fmla="*/ 1056738 w 3230884"/>
                <a:gd name="csY3701" fmla="*/ 340621 h 1498637"/>
                <a:gd name="csX3702" fmla="*/ 1059127 w 3230884"/>
                <a:gd name="csY3702" fmla="*/ 342054 h 1498637"/>
                <a:gd name="csX3703" fmla="*/ 1061037 w 3230884"/>
                <a:gd name="csY3703" fmla="*/ 346832 h 1498637"/>
                <a:gd name="csX3704" fmla="*/ 1059604 w 3230884"/>
                <a:gd name="csY3704" fmla="*/ 352087 h 1498637"/>
                <a:gd name="csX3705" fmla="*/ 1057693 w 3230884"/>
                <a:gd name="csY3705" fmla="*/ 358297 h 1498637"/>
                <a:gd name="csX3706" fmla="*/ 1057216 w 3230884"/>
                <a:gd name="csY3706" fmla="*/ 361163 h 1498637"/>
                <a:gd name="csX3707" fmla="*/ 1058171 w 3230884"/>
                <a:gd name="csY3707" fmla="*/ 365463 h 1498637"/>
                <a:gd name="csX3708" fmla="*/ 1060082 w 3230884"/>
                <a:gd name="csY3708" fmla="*/ 373107 h 1498637"/>
                <a:gd name="csX3709" fmla="*/ 1060559 w 3230884"/>
                <a:gd name="csY3709" fmla="*/ 375018 h 1498637"/>
                <a:gd name="csX3710" fmla="*/ 1065814 w 3230884"/>
                <a:gd name="csY3710" fmla="*/ 380750 h 1498637"/>
                <a:gd name="csX3711" fmla="*/ 1069636 w 3230884"/>
                <a:gd name="csY3711" fmla="*/ 382661 h 1498637"/>
                <a:gd name="csX3712" fmla="*/ 1075369 w 3230884"/>
                <a:gd name="csY3712" fmla="*/ 383139 h 1498637"/>
                <a:gd name="csX3713" fmla="*/ 1079669 w 3230884"/>
                <a:gd name="csY3713" fmla="*/ 384572 h 1498637"/>
                <a:gd name="csX3714" fmla="*/ 1085879 w 3230884"/>
                <a:gd name="csY3714" fmla="*/ 388394 h 1498637"/>
                <a:gd name="csX3715" fmla="*/ 1087312 w 3230884"/>
                <a:gd name="csY3715" fmla="*/ 389827 h 1498637"/>
                <a:gd name="csX3716" fmla="*/ 1087790 w 3230884"/>
                <a:gd name="csY3716" fmla="*/ 391738 h 1498637"/>
                <a:gd name="csX3717" fmla="*/ 1089223 w 3230884"/>
                <a:gd name="csY3717" fmla="*/ 397949 h 1498637"/>
                <a:gd name="csX3718" fmla="*/ 1090179 w 3230884"/>
                <a:gd name="csY3718" fmla="*/ 399860 h 1498637"/>
                <a:gd name="csX3719" fmla="*/ 1096389 w 3230884"/>
                <a:gd name="csY3719" fmla="*/ 408459 h 1498637"/>
                <a:gd name="csX3720" fmla="*/ 1098778 w 3230884"/>
                <a:gd name="csY3720" fmla="*/ 409892 h 1498637"/>
                <a:gd name="csX3721" fmla="*/ 1107377 w 3230884"/>
                <a:gd name="csY3721" fmla="*/ 411325 h 1498637"/>
                <a:gd name="csX3722" fmla="*/ 1110243 w 3230884"/>
                <a:gd name="csY3722" fmla="*/ 414191 h 1498637"/>
                <a:gd name="csX3723" fmla="*/ 1114065 w 3230884"/>
                <a:gd name="csY3723" fmla="*/ 422313 h 1498637"/>
                <a:gd name="csX3724" fmla="*/ 1114543 w 3230884"/>
                <a:gd name="csY3724" fmla="*/ 424224 h 1498637"/>
                <a:gd name="csX3725" fmla="*/ 1115021 w 3230884"/>
                <a:gd name="csY3725" fmla="*/ 427568 h 1498637"/>
                <a:gd name="csX3726" fmla="*/ 1114543 w 3230884"/>
                <a:gd name="csY3726" fmla="*/ 430434 h 1498637"/>
                <a:gd name="csX3727" fmla="*/ 1114065 w 3230884"/>
                <a:gd name="csY3727" fmla="*/ 432345 h 1498637"/>
                <a:gd name="csX3728" fmla="*/ 1112632 w 3230884"/>
                <a:gd name="csY3728" fmla="*/ 434734 h 1498637"/>
                <a:gd name="csX3729" fmla="*/ 1108810 w 3230884"/>
                <a:gd name="csY3729" fmla="*/ 445722 h 1498637"/>
                <a:gd name="csX3730" fmla="*/ 1106421 w 3230884"/>
                <a:gd name="csY3730" fmla="*/ 455754 h 1498637"/>
                <a:gd name="csX3731" fmla="*/ 1110243 w 3230884"/>
                <a:gd name="csY3731" fmla="*/ 461964 h 1498637"/>
                <a:gd name="csX3732" fmla="*/ 1115021 w 3230884"/>
                <a:gd name="csY3732" fmla="*/ 474385 h 1498637"/>
                <a:gd name="csX3733" fmla="*/ 1116454 w 3230884"/>
                <a:gd name="csY3733" fmla="*/ 479640 h 1498637"/>
                <a:gd name="csX3734" fmla="*/ 1118365 w 3230884"/>
                <a:gd name="csY3734" fmla="*/ 486329 h 1498637"/>
                <a:gd name="csX3735" fmla="*/ 1117409 w 3230884"/>
                <a:gd name="csY3735" fmla="*/ 490628 h 1498637"/>
                <a:gd name="csX3736" fmla="*/ 1116932 w 3230884"/>
                <a:gd name="csY3736" fmla="*/ 493495 h 1498637"/>
                <a:gd name="csX3737" fmla="*/ 1113587 w 3230884"/>
                <a:gd name="csY3737" fmla="*/ 497316 h 1498637"/>
                <a:gd name="csX3738" fmla="*/ 1109288 w 3230884"/>
                <a:gd name="csY3738" fmla="*/ 498750 h 1498637"/>
                <a:gd name="csX3739" fmla="*/ 1104988 w 3230884"/>
                <a:gd name="csY3739" fmla="*/ 501138 h 1498637"/>
                <a:gd name="csX3740" fmla="*/ 1105466 w 3230884"/>
                <a:gd name="csY3740" fmla="*/ 504005 h 1498637"/>
                <a:gd name="csX3741" fmla="*/ 1106421 w 3230884"/>
                <a:gd name="csY3741" fmla="*/ 507349 h 1498637"/>
                <a:gd name="csX3742" fmla="*/ 1105944 w 3230884"/>
                <a:gd name="csY3742" fmla="*/ 510215 h 1498637"/>
                <a:gd name="csX3743" fmla="*/ 1105466 w 3230884"/>
                <a:gd name="csY3743" fmla="*/ 510693 h 1498637"/>
                <a:gd name="csX3744" fmla="*/ 1103077 w 3230884"/>
                <a:gd name="csY3744" fmla="*/ 511171 h 1498637"/>
                <a:gd name="csX3745" fmla="*/ 1100689 w 3230884"/>
                <a:gd name="csY3745" fmla="*/ 510215 h 1498637"/>
                <a:gd name="csX3746" fmla="*/ 1099255 w 3230884"/>
                <a:gd name="csY3746" fmla="*/ 507349 h 1498637"/>
                <a:gd name="csX3747" fmla="*/ 1097345 w 3230884"/>
                <a:gd name="csY3747" fmla="*/ 504005 h 1498637"/>
                <a:gd name="csX3748" fmla="*/ 1098300 w 3230884"/>
                <a:gd name="csY3748" fmla="*/ 500660 h 1498637"/>
                <a:gd name="csX3749" fmla="*/ 1102122 w 3230884"/>
                <a:gd name="csY3749" fmla="*/ 493972 h 1498637"/>
                <a:gd name="csX3750" fmla="*/ 1104511 w 3230884"/>
                <a:gd name="csY3750" fmla="*/ 484418 h 1498637"/>
                <a:gd name="csX3751" fmla="*/ 1104988 w 3230884"/>
                <a:gd name="csY3751" fmla="*/ 478207 h 1498637"/>
                <a:gd name="csX3752" fmla="*/ 1104511 w 3230884"/>
                <a:gd name="csY3752" fmla="*/ 471519 h 1498637"/>
                <a:gd name="csX3753" fmla="*/ 1104033 w 3230884"/>
                <a:gd name="csY3753" fmla="*/ 467219 h 1498637"/>
                <a:gd name="csX3754" fmla="*/ 1101166 w 3230884"/>
                <a:gd name="csY3754" fmla="*/ 463875 h 1498637"/>
                <a:gd name="csX3755" fmla="*/ 1098300 w 3230884"/>
                <a:gd name="csY3755" fmla="*/ 464831 h 1498637"/>
                <a:gd name="csX3756" fmla="*/ 1095434 w 3230884"/>
                <a:gd name="csY3756" fmla="*/ 467697 h 1498637"/>
                <a:gd name="csX3757" fmla="*/ 1092568 w 3230884"/>
                <a:gd name="csY3757" fmla="*/ 478685 h 1498637"/>
                <a:gd name="csX3758" fmla="*/ 1088746 w 3230884"/>
                <a:gd name="csY3758" fmla="*/ 486329 h 1498637"/>
                <a:gd name="csX3759" fmla="*/ 1088268 w 3230884"/>
                <a:gd name="csY3759" fmla="*/ 489673 h 1498637"/>
                <a:gd name="csX3760" fmla="*/ 1088268 w 3230884"/>
                <a:gd name="csY3760" fmla="*/ 492539 h 1498637"/>
                <a:gd name="csX3761" fmla="*/ 1088268 w 3230884"/>
                <a:gd name="csY3761" fmla="*/ 494450 h 1498637"/>
                <a:gd name="csX3762" fmla="*/ 1087312 w 3230884"/>
                <a:gd name="csY3762" fmla="*/ 488239 h 1498637"/>
                <a:gd name="csX3763" fmla="*/ 1086835 w 3230884"/>
                <a:gd name="csY3763" fmla="*/ 483462 h 1498637"/>
                <a:gd name="csX3764" fmla="*/ 1089223 w 3230884"/>
                <a:gd name="csY3764" fmla="*/ 477730 h 1498637"/>
                <a:gd name="csX3765" fmla="*/ 1090657 w 3230884"/>
                <a:gd name="csY3765" fmla="*/ 471997 h 1498637"/>
                <a:gd name="csX3766" fmla="*/ 1090179 w 3230884"/>
                <a:gd name="csY3766" fmla="*/ 468175 h 1498637"/>
                <a:gd name="csX3767" fmla="*/ 1088746 w 3230884"/>
                <a:gd name="csY3767" fmla="*/ 461487 h 1498637"/>
                <a:gd name="csX3768" fmla="*/ 1088746 w 3230884"/>
                <a:gd name="csY3768" fmla="*/ 458143 h 1498637"/>
                <a:gd name="csX3769" fmla="*/ 1089223 w 3230884"/>
                <a:gd name="csY3769" fmla="*/ 456232 h 1498637"/>
                <a:gd name="csX3770" fmla="*/ 1090179 w 3230884"/>
                <a:gd name="csY3770" fmla="*/ 446677 h 1498637"/>
                <a:gd name="csX3771" fmla="*/ 1093523 w 3230884"/>
                <a:gd name="csY3771" fmla="*/ 444766 h 1498637"/>
                <a:gd name="csX3772" fmla="*/ 1102122 w 3230884"/>
                <a:gd name="csY3772" fmla="*/ 437600 h 1498637"/>
                <a:gd name="csX3773" fmla="*/ 1103077 w 3230884"/>
                <a:gd name="csY3773" fmla="*/ 435689 h 1498637"/>
                <a:gd name="csX3774" fmla="*/ 1105944 w 3230884"/>
                <a:gd name="csY3774" fmla="*/ 429479 h 1498637"/>
                <a:gd name="csX3775" fmla="*/ 1106899 w 3230884"/>
                <a:gd name="csY3775" fmla="*/ 427090 h 1498637"/>
                <a:gd name="csX3776" fmla="*/ 1108332 w 3230884"/>
                <a:gd name="csY3776" fmla="*/ 423268 h 1498637"/>
                <a:gd name="csX3777" fmla="*/ 1105944 w 3230884"/>
                <a:gd name="csY3777" fmla="*/ 420402 h 1498637"/>
                <a:gd name="csX3778" fmla="*/ 1103555 w 3230884"/>
                <a:gd name="csY3778" fmla="*/ 418491 h 1498637"/>
                <a:gd name="csX3779" fmla="*/ 1098778 w 3230884"/>
                <a:gd name="csY3779" fmla="*/ 418013 h 1498637"/>
                <a:gd name="csX3780" fmla="*/ 1094478 w 3230884"/>
                <a:gd name="csY3780" fmla="*/ 418013 h 1498637"/>
                <a:gd name="csX3781" fmla="*/ 1085402 w 3230884"/>
                <a:gd name="csY3781" fmla="*/ 421357 h 1498637"/>
                <a:gd name="csX3782" fmla="*/ 1077280 w 3230884"/>
                <a:gd name="csY3782" fmla="*/ 420402 h 1498637"/>
                <a:gd name="csX3783" fmla="*/ 1073936 w 3230884"/>
                <a:gd name="csY3783" fmla="*/ 418969 h 1498637"/>
                <a:gd name="csX3784" fmla="*/ 1061037 w 3230884"/>
                <a:gd name="csY3784" fmla="*/ 405592 h 1498637"/>
                <a:gd name="csX3785" fmla="*/ 1060082 w 3230884"/>
                <a:gd name="csY3785" fmla="*/ 400815 h 1498637"/>
                <a:gd name="csX3786" fmla="*/ 1059127 w 3230884"/>
                <a:gd name="csY3786" fmla="*/ 398904 h 1498637"/>
                <a:gd name="csX3787" fmla="*/ 1058171 w 3230884"/>
                <a:gd name="csY3787" fmla="*/ 398426 h 1498637"/>
                <a:gd name="csX3788" fmla="*/ 1053393 w 3230884"/>
                <a:gd name="csY3788" fmla="*/ 395082 h 1498637"/>
                <a:gd name="csX3789" fmla="*/ 1043361 w 3230884"/>
                <a:gd name="csY3789" fmla="*/ 390783 h 1498637"/>
                <a:gd name="csX3790" fmla="*/ 1032851 w 3230884"/>
                <a:gd name="csY3790" fmla="*/ 381228 h 1498637"/>
                <a:gd name="csX3791" fmla="*/ 1014220 w 3230884"/>
                <a:gd name="csY3791" fmla="*/ 380750 h 1498637"/>
                <a:gd name="csX3792" fmla="*/ 1008965 w 3230884"/>
                <a:gd name="csY3792" fmla="*/ 381706 h 1498637"/>
                <a:gd name="csX3793" fmla="*/ 1003709 w 3230884"/>
                <a:gd name="csY3793" fmla="*/ 384572 h 1498637"/>
                <a:gd name="csX3794" fmla="*/ 998932 w 3230884"/>
                <a:gd name="csY3794" fmla="*/ 390305 h 1498637"/>
                <a:gd name="csX3795" fmla="*/ 997022 w 3230884"/>
                <a:gd name="csY3795" fmla="*/ 392216 h 1498637"/>
                <a:gd name="csX3796" fmla="*/ 994155 w 3230884"/>
                <a:gd name="csY3796" fmla="*/ 392694 h 1498637"/>
                <a:gd name="csX3797" fmla="*/ 993200 w 3230884"/>
                <a:gd name="csY3797" fmla="*/ 394604 h 1498637"/>
                <a:gd name="csX3798" fmla="*/ 992722 w 3230884"/>
                <a:gd name="csY3798" fmla="*/ 397471 h 1498637"/>
                <a:gd name="csX3799" fmla="*/ 994633 w 3230884"/>
                <a:gd name="csY3799" fmla="*/ 399860 h 1498637"/>
                <a:gd name="csX3800" fmla="*/ 999888 w 3230884"/>
                <a:gd name="csY3800" fmla="*/ 397471 h 1498637"/>
                <a:gd name="csX3801" fmla="*/ 1004665 w 3230884"/>
                <a:gd name="csY3801" fmla="*/ 398426 h 1498637"/>
                <a:gd name="csX3802" fmla="*/ 1007054 w 3230884"/>
                <a:gd name="csY3802" fmla="*/ 401293 h 1498637"/>
                <a:gd name="csX3803" fmla="*/ 1008965 w 3230884"/>
                <a:gd name="csY3803" fmla="*/ 407025 h 1498637"/>
                <a:gd name="csX3804" fmla="*/ 1008009 w 3230884"/>
                <a:gd name="csY3804" fmla="*/ 409414 h 1498637"/>
                <a:gd name="csX3805" fmla="*/ 999888 w 3230884"/>
                <a:gd name="csY3805" fmla="*/ 413714 h 1498637"/>
                <a:gd name="csX3806" fmla="*/ 995588 w 3230884"/>
                <a:gd name="csY3806" fmla="*/ 413236 h 1498637"/>
                <a:gd name="csX3807" fmla="*/ 986034 w 3230884"/>
                <a:gd name="csY3807" fmla="*/ 403681 h 1498637"/>
                <a:gd name="csX3808" fmla="*/ 982212 w 3230884"/>
                <a:gd name="csY3808" fmla="*/ 402248 h 1498637"/>
                <a:gd name="csX3809" fmla="*/ 973135 w 3230884"/>
                <a:gd name="csY3809" fmla="*/ 403681 h 1498637"/>
                <a:gd name="csX3810" fmla="*/ 967402 w 3230884"/>
                <a:gd name="csY3810" fmla="*/ 408459 h 1498637"/>
                <a:gd name="csX3811" fmla="*/ 965491 w 3230884"/>
                <a:gd name="csY3811" fmla="*/ 409414 h 1498637"/>
                <a:gd name="csX3812" fmla="*/ 966925 w 3230884"/>
                <a:gd name="csY3812" fmla="*/ 414191 h 1498637"/>
                <a:gd name="csX3813" fmla="*/ 968836 w 3230884"/>
                <a:gd name="csY3813" fmla="*/ 422313 h 1498637"/>
                <a:gd name="csX3814" fmla="*/ 970747 w 3230884"/>
                <a:gd name="csY3814" fmla="*/ 427568 h 1498637"/>
                <a:gd name="csX3815" fmla="*/ 973613 w 3230884"/>
                <a:gd name="csY3815" fmla="*/ 429957 h 1498637"/>
                <a:gd name="csX3816" fmla="*/ 982212 w 3230884"/>
                <a:gd name="csY3816" fmla="*/ 436167 h 1498637"/>
                <a:gd name="csX3817" fmla="*/ 986989 w 3230884"/>
                <a:gd name="csY3817" fmla="*/ 438078 h 1498637"/>
                <a:gd name="csX3818" fmla="*/ 994155 w 3230884"/>
                <a:gd name="csY3818" fmla="*/ 443811 h 1498637"/>
                <a:gd name="csX3819" fmla="*/ 998455 w 3230884"/>
                <a:gd name="csY3819" fmla="*/ 444288 h 1498637"/>
                <a:gd name="csX3820" fmla="*/ 1002754 w 3230884"/>
                <a:gd name="csY3820" fmla="*/ 443333 h 1498637"/>
                <a:gd name="csX3821" fmla="*/ 1008487 w 3230884"/>
                <a:gd name="csY3821" fmla="*/ 446199 h 1498637"/>
                <a:gd name="csX3822" fmla="*/ 1012309 w 3230884"/>
                <a:gd name="csY3822" fmla="*/ 456232 h 1498637"/>
                <a:gd name="csX3823" fmla="*/ 1014220 w 3230884"/>
                <a:gd name="csY3823" fmla="*/ 460053 h 1498637"/>
                <a:gd name="csX3824" fmla="*/ 1016131 w 3230884"/>
                <a:gd name="csY3824" fmla="*/ 461487 h 1498637"/>
                <a:gd name="csX3825" fmla="*/ 1018997 w 3230884"/>
                <a:gd name="csY3825" fmla="*/ 462920 h 1498637"/>
                <a:gd name="csX3826" fmla="*/ 1020430 w 3230884"/>
                <a:gd name="csY3826" fmla="*/ 462920 h 1498637"/>
                <a:gd name="csX3827" fmla="*/ 1022341 w 3230884"/>
                <a:gd name="csY3827" fmla="*/ 461487 h 1498637"/>
                <a:gd name="csX3828" fmla="*/ 1026163 w 3230884"/>
                <a:gd name="csY3828" fmla="*/ 461009 h 1498637"/>
                <a:gd name="csX3829" fmla="*/ 1024730 w 3230884"/>
                <a:gd name="csY3829" fmla="*/ 464353 h 1498637"/>
                <a:gd name="csX3830" fmla="*/ 1023297 w 3230884"/>
                <a:gd name="csY3830" fmla="*/ 464831 h 1498637"/>
                <a:gd name="csX3831" fmla="*/ 1014697 w 3230884"/>
                <a:gd name="csY3831" fmla="*/ 466264 h 1498637"/>
                <a:gd name="csX3832" fmla="*/ 1010875 w 3230884"/>
                <a:gd name="csY3832" fmla="*/ 465309 h 1498637"/>
                <a:gd name="csX3833" fmla="*/ 1005620 w 3230884"/>
                <a:gd name="csY3833" fmla="*/ 461964 h 1498637"/>
                <a:gd name="csX3834" fmla="*/ 996543 w 3230884"/>
                <a:gd name="csY3834" fmla="*/ 451932 h 1498637"/>
                <a:gd name="csX3835" fmla="*/ 984600 w 3230884"/>
                <a:gd name="csY3835" fmla="*/ 451454 h 1498637"/>
                <a:gd name="csX3836" fmla="*/ 983167 w 3230884"/>
                <a:gd name="csY3836" fmla="*/ 454321 h 1498637"/>
                <a:gd name="csX3837" fmla="*/ 979345 w 3230884"/>
                <a:gd name="csY3837" fmla="*/ 450021 h 1498637"/>
                <a:gd name="csX3838" fmla="*/ 966925 w 3230884"/>
                <a:gd name="csY3838" fmla="*/ 449066 h 1498637"/>
                <a:gd name="csX3839" fmla="*/ 959281 w 3230884"/>
                <a:gd name="csY3839" fmla="*/ 446199 h 1498637"/>
                <a:gd name="csX3840" fmla="*/ 951637 w 3230884"/>
                <a:gd name="csY3840" fmla="*/ 441900 h 1498637"/>
                <a:gd name="csX3841" fmla="*/ 950682 w 3230884"/>
                <a:gd name="csY3841" fmla="*/ 439989 h 1498637"/>
                <a:gd name="csX3842" fmla="*/ 950682 w 3230884"/>
                <a:gd name="csY3842" fmla="*/ 437123 h 1498637"/>
                <a:gd name="csX3843" fmla="*/ 953070 w 3230884"/>
                <a:gd name="csY3843" fmla="*/ 433301 h 1498637"/>
                <a:gd name="csX3844" fmla="*/ 954504 w 3230884"/>
                <a:gd name="csY3844" fmla="*/ 430912 h 1498637"/>
                <a:gd name="csX3845" fmla="*/ 954981 w 3230884"/>
                <a:gd name="csY3845" fmla="*/ 424224 h 1498637"/>
                <a:gd name="csX3846" fmla="*/ 949726 w 3230884"/>
                <a:gd name="csY3846" fmla="*/ 415147 h 1498637"/>
                <a:gd name="csX3847" fmla="*/ 950204 w 3230884"/>
                <a:gd name="csY3847" fmla="*/ 406548 h 1498637"/>
                <a:gd name="csX3848" fmla="*/ 952593 w 3230884"/>
                <a:gd name="csY3848" fmla="*/ 405115 h 1498637"/>
                <a:gd name="csX3849" fmla="*/ 955936 w 3230884"/>
                <a:gd name="csY3849" fmla="*/ 394127 h 1498637"/>
                <a:gd name="csX3850" fmla="*/ 957848 w 3230884"/>
                <a:gd name="csY3850" fmla="*/ 390305 h 1498637"/>
                <a:gd name="csX3851" fmla="*/ 958803 w 3230884"/>
                <a:gd name="csY3851" fmla="*/ 388872 h 1498637"/>
                <a:gd name="csX3852" fmla="*/ 959759 w 3230884"/>
                <a:gd name="csY3852" fmla="*/ 386483 h 1498637"/>
                <a:gd name="csX3853" fmla="*/ 958803 w 3230884"/>
                <a:gd name="csY3853" fmla="*/ 383139 h 1498637"/>
                <a:gd name="csX3854" fmla="*/ 957848 w 3230884"/>
                <a:gd name="csY3854" fmla="*/ 381228 h 1498637"/>
                <a:gd name="csX3855" fmla="*/ 956892 w 3230884"/>
                <a:gd name="csY3855" fmla="*/ 376929 h 1498637"/>
                <a:gd name="csX3856" fmla="*/ 956892 w 3230884"/>
                <a:gd name="csY3856" fmla="*/ 373584 h 1498637"/>
                <a:gd name="csX3857" fmla="*/ 956892 w 3230884"/>
                <a:gd name="csY3857" fmla="*/ 369285 h 1498637"/>
                <a:gd name="csX3858" fmla="*/ 954504 w 3230884"/>
                <a:gd name="csY3858" fmla="*/ 363074 h 1498637"/>
                <a:gd name="csX3859" fmla="*/ 952115 w 3230884"/>
                <a:gd name="csY3859" fmla="*/ 355909 h 1498637"/>
                <a:gd name="csX3860" fmla="*/ 947815 w 3230884"/>
                <a:gd name="csY3860" fmla="*/ 352564 h 1498637"/>
                <a:gd name="csX3861" fmla="*/ 943993 w 3230884"/>
                <a:gd name="csY3861" fmla="*/ 352564 h 1498637"/>
                <a:gd name="csX3862" fmla="*/ 942083 w 3230884"/>
                <a:gd name="csY3862" fmla="*/ 353520 h 1498637"/>
                <a:gd name="csX3863" fmla="*/ 940649 w 3230884"/>
                <a:gd name="csY3863" fmla="*/ 355431 h 1498637"/>
                <a:gd name="csX3864" fmla="*/ 943038 w 3230884"/>
                <a:gd name="csY3864" fmla="*/ 361641 h 1498637"/>
                <a:gd name="csX3865" fmla="*/ 944949 w 3230884"/>
                <a:gd name="csY3865" fmla="*/ 366896 h 1498637"/>
                <a:gd name="csX3866" fmla="*/ 946382 w 3230884"/>
                <a:gd name="csY3866" fmla="*/ 371196 h 1498637"/>
                <a:gd name="csX3867" fmla="*/ 946860 w 3230884"/>
                <a:gd name="csY3867" fmla="*/ 378839 h 1498637"/>
                <a:gd name="csX3868" fmla="*/ 946860 w 3230884"/>
                <a:gd name="csY3868" fmla="*/ 388394 h 1498637"/>
                <a:gd name="csX3869" fmla="*/ 945904 w 3230884"/>
                <a:gd name="csY3869" fmla="*/ 392216 h 1498637"/>
                <a:gd name="csX3870" fmla="*/ 944949 w 3230884"/>
                <a:gd name="csY3870" fmla="*/ 395560 h 1498637"/>
                <a:gd name="csX3871" fmla="*/ 941127 w 3230884"/>
                <a:gd name="csY3871" fmla="*/ 399382 h 1498637"/>
                <a:gd name="csX3872" fmla="*/ 934917 w 3230884"/>
                <a:gd name="csY3872" fmla="*/ 404159 h 1498637"/>
                <a:gd name="csX3873" fmla="*/ 931572 w 3230884"/>
                <a:gd name="csY3873" fmla="*/ 406548 h 1498637"/>
                <a:gd name="csX3874" fmla="*/ 923929 w 3230884"/>
                <a:gd name="csY3874" fmla="*/ 408936 h 1498637"/>
                <a:gd name="csX3875" fmla="*/ 918674 w 3230884"/>
                <a:gd name="csY3875" fmla="*/ 413236 h 1498637"/>
                <a:gd name="csX3876" fmla="*/ 907208 w 3230884"/>
                <a:gd name="csY3876" fmla="*/ 436167 h 1498637"/>
                <a:gd name="csX3877" fmla="*/ 908164 w 3230884"/>
                <a:gd name="csY3877" fmla="*/ 439511 h 1498637"/>
                <a:gd name="csX3878" fmla="*/ 912463 w 3230884"/>
                <a:gd name="csY3878" fmla="*/ 443333 h 1498637"/>
                <a:gd name="csX3879" fmla="*/ 915329 w 3230884"/>
                <a:gd name="csY3879" fmla="*/ 446677 h 1498637"/>
                <a:gd name="csX3880" fmla="*/ 916763 w 3230884"/>
                <a:gd name="csY3880" fmla="*/ 449066 h 1498637"/>
                <a:gd name="csX3881" fmla="*/ 919629 w 3230884"/>
                <a:gd name="csY3881" fmla="*/ 457665 h 1498637"/>
                <a:gd name="csX3882" fmla="*/ 931572 w 3230884"/>
                <a:gd name="csY3882" fmla="*/ 480596 h 1498637"/>
                <a:gd name="csX3883" fmla="*/ 932050 w 3230884"/>
                <a:gd name="csY3883" fmla="*/ 484418 h 1498637"/>
                <a:gd name="csX3884" fmla="*/ 929184 w 3230884"/>
                <a:gd name="csY3884" fmla="*/ 492061 h 1498637"/>
                <a:gd name="csX3885" fmla="*/ 923929 w 3230884"/>
                <a:gd name="csY3885" fmla="*/ 501138 h 1498637"/>
                <a:gd name="csX3886" fmla="*/ 921540 w 3230884"/>
                <a:gd name="csY3886" fmla="*/ 506393 h 1498637"/>
                <a:gd name="csX3887" fmla="*/ 916763 w 3230884"/>
                <a:gd name="csY3887" fmla="*/ 526458 h 1498637"/>
                <a:gd name="csX3888" fmla="*/ 916285 w 3230884"/>
                <a:gd name="csY3888" fmla="*/ 531235 h 1498637"/>
                <a:gd name="csX3889" fmla="*/ 918674 w 3230884"/>
                <a:gd name="csY3889" fmla="*/ 536012 h 1498637"/>
                <a:gd name="csX3890" fmla="*/ 922018 w 3230884"/>
                <a:gd name="csY3890" fmla="*/ 541745 h 1498637"/>
                <a:gd name="csX3891" fmla="*/ 922974 w 3230884"/>
                <a:gd name="csY3891" fmla="*/ 546523 h 1498637"/>
                <a:gd name="csX3892" fmla="*/ 920585 w 3230884"/>
                <a:gd name="csY3892" fmla="*/ 557510 h 1498637"/>
                <a:gd name="csX3893" fmla="*/ 922018 w 3230884"/>
                <a:gd name="csY3893" fmla="*/ 560377 h 1498637"/>
                <a:gd name="csX3894" fmla="*/ 924884 w 3230884"/>
                <a:gd name="csY3894" fmla="*/ 561810 h 1498637"/>
                <a:gd name="csX3895" fmla="*/ 932528 w 3230884"/>
                <a:gd name="csY3895" fmla="*/ 560377 h 1498637"/>
                <a:gd name="csX3896" fmla="*/ 941127 w 3230884"/>
                <a:gd name="csY3896" fmla="*/ 563243 h 1498637"/>
                <a:gd name="csX3897" fmla="*/ 945904 w 3230884"/>
                <a:gd name="csY3897" fmla="*/ 561810 h 1498637"/>
                <a:gd name="csX3898" fmla="*/ 953548 w 3230884"/>
                <a:gd name="csY3898" fmla="*/ 555599 h 1498637"/>
                <a:gd name="csX3899" fmla="*/ 955936 w 3230884"/>
                <a:gd name="csY3899" fmla="*/ 554644 h 1498637"/>
                <a:gd name="csX3900" fmla="*/ 965013 w 3230884"/>
                <a:gd name="csY3900" fmla="*/ 555599 h 1498637"/>
                <a:gd name="csX3901" fmla="*/ 977434 w 3230884"/>
                <a:gd name="csY3901" fmla="*/ 561810 h 1498637"/>
                <a:gd name="csX3902" fmla="*/ 991289 w 3230884"/>
                <a:gd name="csY3902" fmla="*/ 569931 h 1498637"/>
                <a:gd name="csX3903" fmla="*/ 993677 w 3230884"/>
                <a:gd name="csY3903" fmla="*/ 572320 h 1498637"/>
                <a:gd name="csX3904" fmla="*/ 997499 w 3230884"/>
                <a:gd name="csY3904" fmla="*/ 572798 h 1498637"/>
                <a:gd name="csX3905" fmla="*/ 1000366 w 3230884"/>
                <a:gd name="csY3905" fmla="*/ 586174 h 1498637"/>
                <a:gd name="csX3906" fmla="*/ 1002754 w 3230884"/>
                <a:gd name="csY3906" fmla="*/ 593818 h 1498637"/>
                <a:gd name="csX3907" fmla="*/ 1003709 w 3230884"/>
                <a:gd name="csY3907" fmla="*/ 599073 h 1498637"/>
                <a:gd name="csX3908" fmla="*/ 1004188 w 3230884"/>
                <a:gd name="csY3908" fmla="*/ 604805 h 1498637"/>
                <a:gd name="csX3909" fmla="*/ 1001799 w 3230884"/>
                <a:gd name="csY3909" fmla="*/ 605761 h 1498637"/>
                <a:gd name="csX3910" fmla="*/ 999888 w 3230884"/>
                <a:gd name="csY3910" fmla="*/ 606716 h 1498637"/>
                <a:gd name="csX3911" fmla="*/ 997977 w 3230884"/>
                <a:gd name="csY3911" fmla="*/ 608150 h 1498637"/>
                <a:gd name="csX3912" fmla="*/ 995111 w 3230884"/>
                <a:gd name="csY3912" fmla="*/ 616749 h 1498637"/>
                <a:gd name="csX3913" fmla="*/ 995111 w 3230884"/>
                <a:gd name="csY3913" fmla="*/ 621526 h 1498637"/>
                <a:gd name="csX3914" fmla="*/ 996543 w 3230884"/>
                <a:gd name="csY3914" fmla="*/ 629170 h 1498637"/>
                <a:gd name="csX3915" fmla="*/ 1007532 w 3230884"/>
                <a:gd name="csY3915" fmla="*/ 632992 h 1498637"/>
                <a:gd name="csX3916" fmla="*/ 1015653 w 3230884"/>
                <a:gd name="csY3916" fmla="*/ 634903 h 1498637"/>
                <a:gd name="csX3917" fmla="*/ 1021386 w 3230884"/>
                <a:gd name="csY3917" fmla="*/ 634903 h 1498637"/>
                <a:gd name="csX3918" fmla="*/ 1022341 w 3230884"/>
                <a:gd name="csY3918" fmla="*/ 635858 h 1498637"/>
                <a:gd name="csX3919" fmla="*/ 1022819 w 3230884"/>
                <a:gd name="csY3919" fmla="*/ 637291 h 1498637"/>
                <a:gd name="csX3920" fmla="*/ 1016131 w 3230884"/>
                <a:gd name="csY3920" fmla="*/ 637769 h 1498637"/>
                <a:gd name="csX3921" fmla="*/ 1004188 w 3230884"/>
                <a:gd name="csY3921" fmla="*/ 638724 h 1498637"/>
                <a:gd name="csX3922" fmla="*/ 999888 w 3230884"/>
                <a:gd name="csY3922" fmla="*/ 637769 h 1498637"/>
                <a:gd name="csX3923" fmla="*/ 997977 w 3230884"/>
                <a:gd name="csY3923" fmla="*/ 637291 h 1498637"/>
                <a:gd name="csX3924" fmla="*/ 996066 w 3230884"/>
                <a:gd name="csY3924" fmla="*/ 634425 h 1498637"/>
                <a:gd name="csX3925" fmla="*/ 992722 w 3230884"/>
                <a:gd name="csY3925" fmla="*/ 632036 h 1498637"/>
                <a:gd name="csX3926" fmla="*/ 991289 w 3230884"/>
                <a:gd name="csY3926" fmla="*/ 630125 h 1498637"/>
                <a:gd name="csX3927" fmla="*/ 987945 w 3230884"/>
                <a:gd name="csY3927" fmla="*/ 628214 h 1498637"/>
                <a:gd name="csX3928" fmla="*/ 989378 w 3230884"/>
                <a:gd name="csY3928" fmla="*/ 620093 h 1498637"/>
                <a:gd name="csX3929" fmla="*/ 989856 w 3230884"/>
                <a:gd name="csY3929" fmla="*/ 601939 h 1498637"/>
                <a:gd name="csX3930" fmla="*/ 989378 w 3230884"/>
                <a:gd name="csY3930" fmla="*/ 594296 h 1498637"/>
                <a:gd name="csX3931" fmla="*/ 986989 w 3230884"/>
                <a:gd name="csY3931" fmla="*/ 588085 h 1498637"/>
                <a:gd name="csX3932" fmla="*/ 979345 w 3230884"/>
                <a:gd name="csY3932" fmla="*/ 579008 h 1498637"/>
                <a:gd name="csX3933" fmla="*/ 976957 w 3230884"/>
                <a:gd name="csY3933" fmla="*/ 572798 h 1498637"/>
                <a:gd name="csX3934" fmla="*/ 974090 w 3230884"/>
                <a:gd name="csY3934" fmla="*/ 568976 h 1498637"/>
                <a:gd name="csX3935" fmla="*/ 971224 w 3230884"/>
                <a:gd name="csY3935" fmla="*/ 568020 h 1498637"/>
                <a:gd name="csX3936" fmla="*/ 966925 w 3230884"/>
                <a:gd name="csY3936" fmla="*/ 568976 h 1498637"/>
                <a:gd name="csX3937" fmla="*/ 956892 w 3230884"/>
                <a:gd name="csY3937" fmla="*/ 572798 h 1498637"/>
                <a:gd name="csX3938" fmla="*/ 947338 w 3230884"/>
                <a:gd name="csY3938" fmla="*/ 574709 h 1498637"/>
                <a:gd name="csX3939" fmla="*/ 936827 w 3230884"/>
                <a:gd name="csY3939" fmla="*/ 580441 h 1498637"/>
                <a:gd name="csX3940" fmla="*/ 934917 w 3230884"/>
                <a:gd name="csY3940" fmla="*/ 584741 h 1498637"/>
                <a:gd name="csX3941" fmla="*/ 933006 w 3230884"/>
                <a:gd name="csY3941" fmla="*/ 596684 h 1498637"/>
                <a:gd name="csX3942" fmla="*/ 935394 w 3230884"/>
                <a:gd name="csY3942" fmla="*/ 602417 h 1498637"/>
                <a:gd name="csX3943" fmla="*/ 937783 w 3230884"/>
                <a:gd name="csY3943" fmla="*/ 606716 h 1498637"/>
                <a:gd name="csX3944" fmla="*/ 939694 w 3230884"/>
                <a:gd name="csY3944" fmla="*/ 613882 h 1498637"/>
                <a:gd name="csX3945" fmla="*/ 940649 w 3230884"/>
                <a:gd name="csY3945" fmla="*/ 618182 h 1498637"/>
                <a:gd name="csX3946" fmla="*/ 940649 w 3230884"/>
                <a:gd name="csY3946" fmla="*/ 622482 h 1498637"/>
                <a:gd name="csX3947" fmla="*/ 940649 w 3230884"/>
                <a:gd name="csY3947" fmla="*/ 628692 h 1498637"/>
                <a:gd name="csX3948" fmla="*/ 938738 w 3230884"/>
                <a:gd name="csY3948" fmla="*/ 632036 h 1498637"/>
                <a:gd name="csX3949" fmla="*/ 926795 w 3230884"/>
                <a:gd name="csY3949" fmla="*/ 645412 h 1498637"/>
                <a:gd name="csX3950" fmla="*/ 924884 w 3230884"/>
                <a:gd name="csY3950" fmla="*/ 649712 h 1498637"/>
                <a:gd name="csX3951" fmla="*/ 922974 w 3230884"/>
                <a:gd name="csY3951" fmla="*/ 660700 h 1498637"/>
                <a:gd name="csX3952" fmla="*/ 921063 w 3230884"/>
                <a:gd name="csY3952" fmla="*/ 664999 h 1498637"/>
                <a:gd name="csX3953" fmla="*/ 915329 w 3230884"/>
                <a:gd name="csY3953" fmla="*/ 671210 h 1498637"/>
                <a:gd name="csX3954" fmla="*/ 911986 w 3230884"/>
                <a:gd name="csY3954" fmla="*/ 673599 h 1498637"/>
                <a:gd name="csX3955" fmla="*/ 893832 w 3230884"/>
                <a:gd name="csY3955" fmla="*/ 685064 h 1498637"/>
                <a:gd name="csX3956" fmla="*/ 893354 w 3230884"/>
                <a:gd name="csY3956" fmla="*/ 687453 h 1498637"/>
                <a:gd name="csX3957" fmla="*/ 891921 w 3230884"/>
                <a:gd name="csY3957" fmla="*/ 695574 h 1498637"/>
                <a:gd name="csX3958" fmla="*/ 886666 w 3230884"/>
                <a:gd name="csY3958" fmla="*/ 698918 h 1498637"/>
                <a:gd name="csX3959" fmla="*/ 883799 w 3230884"/>
                <a:gd name="csY3959" fmla="*/ 699396 h 1498637"/>
                <a:gd name="csX3960" fmla="*/ 877111 w 3230884"/>
                <a:gd name="csY3960" fmla="*/ 695574 h 1498637"/>
                <a:gd name="csX3961" fmla="*/ 872812 w 3230884"/>
                <a:gd name="csY3961" fmla="*/ 694141 h 1498637"/>
                <a:gd name="csX3962" fmla="*/ 868512 w 3230884"/>
                <a:gd name="csY3962" fmla="*/ 694141 h 1498637"/>
                <a:gd name="csX3963" fmla="*/ 852747 w 3230884"/>
                <a:gd name="csY3963" fmla="*/ 695096 h 1498637"/>
                <a:gd name="csX3964" fmla="*/ 845581 w 3230884"/>
                <a:gd name="csY3964" fmla="*/ 692230 h 1498637"/>
                <a:gd name="csX3965" fmla="*/ 839849 w 3230884"/>
                <a:gd name="csY3965" fmla="*/ 688408 h 1498637"/>
                <a:gd name="csX3966" fmla="*/ 834115 w 3230884"/>
                <a:gd name="csY3966" fmla="*/ 687453 h 1498637"/>
                <a:gd name="csX3967" fmla="*/ 829816 w 3230884"/>
                <a:gd name="csY3967" fmla="*/ 684109 h 1498637"/>
                <a:gd name="csX3968" fmla="*/ 828861 w 3230884"/>
                <a:gd name="csY3968" fmla="*/ 681242 h 1498637"/>
                <a:gd name="csX3969" fmla="*/ 827905 w 3230884"/>
                <a:gd name="csY3969" fmla="*/ 677420 h 1498637"/>
                <a:gd name="csX3970" fmla="*/ 826950 w 3230884"/>
                <a:gd name="csY3970" fmla="*/ 675510 h 1498637"/>
                <a:gd name="csX3971" fmla="*/ 826472 w 3230884"/>
                <a:gd name="csY3971" fmla="*/ 674554 h 1498637"/>
                <a:gd name="csX3972" fmla="*/ 827428 w 3230884"/>
                <a:gd name="csY3972" fmla="*/ 673599 h 1498637"/>
                <a:gd name="csX3973" fmla="*/ 830294 w 3230884"/>
                <a:gd name="csY3973" fmla="*/ 672643 h 1498637"/>
                <a:gd name="csX3974" fmla="*/ 840804 w 3230884"/>
                <a:gd name="csY3974" fmla="*/ 673599 h 1498637"/>
                <a:gd name="csX3975" fmla="*/ 843670 w 3230884"/>
                <a:gd name="csY3975" fmla="*/ 672165 h 1498637"/>
                <a:gd name="csX3976" fmla="*/ 844626 w 3230884"/>
                <a:gd name="csY3976" fmla="*/ 672643 h 1498637"/>
                <a:gd name="csX3977" fmla="*/ 847492 w 3230884"/>
                <a:gd name="csY3977" fmla="*/ 676465 h 1498637"/>
                <a:gd name="csX3978" fmla="*/ 851314 w 3230884"/>
                <a:gd name="csY3978" fmla="*/ 679331 h 1498637"/>
                <a:gd name="csX3979" fmla="*/ 854658 w 3230884"/>
                <a:gd name="csY3979" fmla="*/ 678854 h 1498637"/>
                <a:gd name="csX3980" fmla="*/ 857524 w 3230884"/>
                <a:gd name="csY3980" fmla="*/ 676465 h 1498637"/>
                <a:gd name="csX3981" fmla="*/ 858480 w 3230884"/>
                <a:gd name="csY3981" fmla="*/ 676465 h 1498637"/>
                <a:gd name="csX3982" fmla="*/ 859435 w 3230884"/>
                <a:gd name="csY3982" fmla="*/ 676465 h 1498637"/>
                <a:gd name="csX3983" fmla="*/ 857047 w 3230884"/>
                <a:gd name="csY3983" fmla="*/ 678854 h 1498637"/>
                <a:gd name="csX3984" fmla="*/ 854658 w 3230884"/>
                <a:gd name="csY3984" fmla="*/ 680287 h 1498637"/>
                <a:gd name="csX3985" fmla="*/ 854180 w 3230884"/>
                <a:gd name="csY3985" fmla="*/ 681242 h 1498637"/>
                <a:gd name="csX3986" fmla="*/ 853225 w 3230884"/>
                <a:gd name="csY3986" fmla="*/ 683153 h 1498637"/>
                <a:gd name="csX3987" fmla="*/ 857047 w 3230884"/>
                <a:gd name="csY3987" fmla="*/ 685542 h 1498637"/>
                <a:gd name="csX3988" fmla="*/ 860391 w 3230884"/>
                <a:gd name="csY3988" fmla="*/ 686975 h 1498637"/>
                <a:gd name="csX3989" fmla="*/ 864690 w 3230884"/>
                <a:gd name="csY3989" fmla="*/ 685542 h 1498637"/>
                <a:gd name="csX3990" fmla="*/ 867079 w 3230884"/>
                <a:gd name="csY3990" fmla="*/ 683153 h 1498637"/>
                <a:gd name="csX3991" fmla="*/ 872334 w 3230884"/>
                <a:gd name="csY3991" fmla="*/ 679331 h 1498637"/>
                <a:gd name="csX3992" fmla="*/ 876156 w 3230884"/>
                <a:gd name="csY3992" fmla="*/ 679331 h 1498637"/>
                <a:gd name="csX3993" fmla="*/ 876634 w 3230884"/>
                <a:gd name="csY3993" fmla="*/ 675987 h 1498637"/>
                <a:gd name="csX3994" fmla="*/ 874722 w 3230884"/>
                <a:gd name="csY3994" fmla="*/ 670254 h 1498637"/>
                <a:gd name="csX3995" fmla="*/ 872812 w 3230884"/>
                <a:gd name="csY3995" fmla="*/ 666433 h 1498637"/>
                <a:gd name="csX3996" fmla="*/ 879022 w 3230884"/>
                <a:gd name="csY3996" fmla="*/ 667866 h 1498637"/>
                <a:gd name="csX3997" fmla="*/ 882367 w 3230884"/>
                <a:gd name="csY3997" fmla="*/ 664522 h 1498637"/>
                <a:gd name="csX3998" fmla="*/ 897176 w 3230884"/>
                <a:gd name="csY3998" fmla="*/ 637291 h 1498637"/>
                <a:gd name="csX3999" fmla="*/ 904342 w 3230884"/>
                <a:gd name="csY3999" fmla="*/ 632036 h 1498637"/>
                <a:gd name="csX4000" fmla="*/ 906731 w 3230884"/>
                <a:gd name="csY4000" fmla="*/ 628692 h 1498637"/>
                <a:gd name="csX4001" fmla="*/ 908164 w 3230884"/>
                <a:gd name="csY4001" fmla="*/ 623915 h 1498637"/>
                <a:gd name="csX4002" fmla="*/ 908642 w 3230884"/>
                <a:gd name="csY4002" fmla="*/ 618660 h 1498637"/>
                <a:gd name="csX4003" fmla="*/ 908164 w 3230884"/>
                <a:gd name="csY4003" fmla="*/ 612927 h 1498637"/>
                <a:gd name="csX4004" fmla="*/ 908164 w 3230884"/>
                <a:gd name="csY4004" fmla="*/ 608627 h 1498637"/>
                <a:gd name="csX4005" fmla="*/ 910552 w 3230884"/>
                <a:gd name="csY4005" fmla="*/ 602895 h 1498637"/>
                <a:gd name="csX4006" fmla="*/ 914374 w 3230884"/>
                <a:gd name="csY4006" fmla="*/ 596206 h 1498637"/>
                <a:gd name="csX4007" fmla="*/ 917241 w 3230884"/>
                <a:gd name="csY4007" fmla="*/ 593818 h 1498637"/>
                <a:gd name="csX4008" fmla="*/ 916763 w 3230884"/>
                <a:gd name="csY4008" fmla="*/ 591429 h 1498637"/>
                <a:gd name="csX4009" fmla="*/ 916285 w 3230884"/>
                <a:gd name="csY4009" fmla="*/ 589040 h 1498637"/>
                <a:gd name="csX4010" fmla="*/ 909119 w 3230884"/>
                <a:gd name="csY4010" fmla="*/ 582352 h 1498637"/>
                <a:gd name="csX4011" fmla="*/ 901476 w 3230884"/>
                <a:gd name="csY4011" fmla="*/ 577097 h 1498637"/>
                <a:gd name="csX4012" fmla="*/ 899087 w 3230884"/>
                <a:gd name="csY4012" fmla="*/ 574231 h 1498637"/>
                <a:gd name="csX4013" fmla="*/ 897176 w 3230884"/>
                <a:gd name="csY4013" fmla="*/ 569454 h 1498637"/>
                <a:gd name="csX4014" fmla="*/ 895743 w 3230884"/>
                <a:gd name="csY4014" fmla="*/ 563721 h 1498637"/>
                <a:gd name="csX4015" fmla="*/ 895743 w 3230884"/>
                <a:gd name="csY4015" fmla="*/ 559899 h 1498637"/>
                <a:gd name="csX4016" fmla="*/ 896699 w 3230884"/>
                <a:gd name="csY4016" fmla="*/ 548433 h 1498637"/>
                <a:gd name="csX4017" fmla="*/ 897654 w 3230884"/>
                <a:gd name="csY4017" fmla="*/ 543178 h 1498637"/>
                <a:gd name="csX4018" fmla="*/ 897654 w 3230884"/>
                <a:gd name="csY4018" fmla="*/ 526936 h 1498637"/>
                <a:gd name="csX4019" fmla="*/ 896220 w 3230884"/>
                <a:gd name="csY4019" fmla="*/ 506393 h 1498637"/>
                <a:gd name="csX4020" fmla="*/ 894787 w 3230884"/>
                <a:gd name="csY4020" fmla="*/ 501138 h 1498637"/>
                <a:gd name="csX4021" fmla="*/ 896699 w 3230884"/>
                <a:gd name="csY4021" fmla="*/ 497316 h 1498637"/>
                <a:gd name="csX4022" fmla="*/ 898609 w 3230884"/>
                <a:gd name="csY4022" fmla="*/ 493972 h 1498637"/>
                <a:gd name="csX4023" fmla="*/ 899565 w 3230884"/>
                <a:gd name="csY4023" fmla="*/ 491106 h 1498637"/>
                <a:gd name="csX4024" fmla="*/ 900042 w 3230884"/>
                <a:gd name="csY4024" fmla="*/ 471041 h 1498637"/>
                <a:gd name="csX4025" fmla="*/ 899565 w 3230884"/>
                <a:gd name="csY4025" fmla="*/ 463398 h 1498637"/>
                <a:gd name="csX4026" fmla="*/ 897176 w 3230884"/>
                <a:gd name="csY4026" fmla="*/ 452888 h 1498637"/>
                <a:gd name="csX4027" fmla="*/ 887144 w 3230884"/>
                <a:gd name="csY4027" fmla="*/ 444288 h 1498637"/>
                <a:gd name="csX4028" fmla="*/ 882844 w 3230884"/>
                <a:gd name="csY4028" fmla="*/ 435689 h 1498637"/>
                <a:gd name="csX4029" fmla="*/ 883322 w 3230884"/>
                <a:gd name="csY4029" fmla="*/ 432345 h 1498637"/>
                <a:gd name="csX4030" fmla="*/ 883799 w 3230884"/>
                <a:gd name="csY4030" fmla="*/ 430434 h 1498637"/>
                <a:gd name="csX4031" fmla="*/ 888099 w 3230884"/>
                <a:gd name="csY4031" fmla="*/ 426612 h 1498637"/>
                <a:gd name="csX4032" fmla="*/ 890965 w 3230884"/>
                <a:gd name="csY4032" fmla="*/ 421835 h 1498637"/>
                <a:gd name="csX4033" fmla="*/ 892876 w 3230884"/>
                <a:gd name="csY4033" fmla="*/ 414669 h 1498637"/>
                <a:gd name="csX4034" fmla="*/ 896699 w 3230884"/>
                <a:gd name="csY4034" fmla="*/ 403204 h 1498637"/>
                <a:gd name="csX4035" fmla="*/ 898131 w 3230884"/>
                <a:gd name="csY4035" fmla="*/ 399382 h 1498637"/>
                <a:gd name="csX4036" fmla="*/ 900520 w 3230884"/>
                <a:gd name="csY4036" fmla="*/ 383617 h 1498637"/>
                <a:gd name="csX4037" fmla="*/ 900998 w 3230884"/>
                <a:gd name="csY4037" fmla="*/ 375495 h 1498637"/>
                <a:gd name="csX4038" fmla="*/ 901476 w 3230884"/>
                <a:gd name="csY4038" fmla="*/ 362597 h 1498637"/>
                <a:gd name="csX4039" fmla="*/ 898131 w 3230884"/>
                <a:gd name="csY4039" fmla="*/ 359253 h 1498637"/>
                <a:gd name="csX4040" fmla="*/ 894310 w 3230884"/>
                <a:gd name="csY4040" fmla="*/ 356386 h 1498637"/>
                <a:gd name="csX4041" fmla="*/ 887622 w 3230884"/>
                <a:gd name="csY4041" fmla="*/ 353997 h 1498637"/>
                <a:gd name="csX4042" fmla="*/ 884277 w 3230884"/>
                <a:gd name="csY4042" fmla="*/ 354953 h 1498637"/>
                <a:gd name="csX4043" fmla="*/ 878067 w 3230884"/>
                <a:gd name="csY4043" fmla="*/ 349698 h 1498637"/>
                <a:gd name="csX4044" fmla="*/ 875678 w 3230884"/>
                <a:gd name="csY4044" fmla="*/ 348743 h 1498637"/>
                <a:gd name="csX4045" fmla="*/ 858958 w 3230884"/>
                <a:gd name="csY4045" fmla="*/ 350176 h 1498637"/>
                <a:gd name="csX4046" fmla="*/ 849403 w 3230884"/>
                <a:gd name="csY4046" fmla="*/ 349698 h 1498637"/>
                <a:gd name="csX4047" fmla="*/ 843670 w 3230884"/>
                <a:gd name="csY4047" fmla="*/ 351131 h 1498637"/>
                <a:gd name="csX4048" fmla="*/ 840804 w 3230884"/>
                <a:gd name="csY4048" fmla="*/ 350653 h 1498637"/>
                <a:gd name="csX4049" fmla="*/ 838893 w 3230884"/>
                <a:gd name="csY4049" fmla="*/ 350176 h 1498637"/>
                <a:gd name="csX4050" fmla="*/ 838893 w 3230884"/>
                <a:gd name="csY4050" fmla="*/ 347787 h 1498637"/>
                <a:gd name="csX4051" fmla="*/ 840326 w 3230884"/>
                <a:gd name="csY4051" fmla="*/ 346354 h 1498637"/>
                <a:gd name="csX4052" fmla="*/ 839849 w 3230884"/>
                <a:gd name="csY4052" fmla="*/ 344921 h 1498637"/>
                <a:gd name="csX4053" fmla="*/ 838415 w 3230884"/>
                <a:gd name="csY4053" fmla="*/ 344921 h 1498637"/>
                <a:gd name="csX4054" fmla="*/ 833638 w 3230884"/>
                <a:gd name="csY4054" fmla="*/ 346354 h 1498637"/>
                <a:gd name="csX4055" fmla="*/ 826950 w 3230884"/>
                <a:gd name="csY4055" fmla="*/ 364030 h 1498637"/>
                <a:gd name="csX4056" fmla="*/ 822650 w 3230884"/>
                <a:gd name="csY4056" fmla="*/ 380750 h 1498637"/>
                <a:gd name="csX4057" fmla="*/ 818351 w 3230884"/>
                <a:gd name="csY4057" fmla="*/ 403204 h 1498637"/>
                <a:gd name="csX4058" fmla="*/ 815485 w 3230884"/>
                <a:gd name="csY4058" fmla="*/ 412758 h 1498637"/>
                <a:gd name="csX4059" fmla="*/ 811662 w 3230884"/>
                <a:gd name="csY4059" fmla="*/ 422791 h 1498637"/>
                <a:gd name="csX4060" fmla="*/ 805452 w 3230884"/>
                <a:gd name="csY4060" fmla="*/ 430434 h 1498637"/>
                <a:gd name="csX4061" fmla="*/ 797331 w 3230884"/>
                <a:gd name="csY4061" fmla="*/ 438078 h 1498637"/>
                <a:gd name="csX4062" fmla="*/ 791598 w 3230884"/>
                <a:gd name="csY4062" fmla="*/ 441900 h 1498637"/>
                <a:gd name="csX4063" fmla="*/ 784910 w 3230884"/>
                <a:gd name="csY4063" fmla="*/ 445722 h 1498637"/>
                <a:gd name="csX4064" fmla="*/ 781565 w 3230884"/>
                <a:gd name="csY4064" fmla="*/ 453365 h 1498637"/>
                <a:gd name="csX4065" fmla="*/ 779177 w 3230884"/>
                <a:gd name="csY4065" fmla="*/ 456709 h 1498637"/>
                <a:gd name="csX4066" fmla="*/ 780132 w 3230884"/>
                <a:gd name="csY4066" fmla="*/ 459098 h 1498637"/>
                <a:gd name="csX4067" fmla="*/ 783476 w 3230884"/>
                <a:gd name="csY4067" fmla="*/ 457665 h 1498637"/>
                <a:gd name="csX4068" fmla="*/ 781565 w 3230884"/>
                <a:gd name="csY4068" fmla="*/ 463398 h 1498637"/>
                <a:gd name="csX4069" fmla="*/ 779655 w 3230884"/>
                <a:gd name="csY4069" fmla="*/ 466742 h 1498637"/>
                <a:gd name="csX4070" fmla="*/ 780132 w 3230884"/>
                <a:gd name="csY4070" fmla="*/ 468653 h 1498637"/>
                <a:gd name="csX4071" fmla="*/ 780610 w 3230884"/>
                <a:gd name="csY4071" fmla="*/ 471519 h 1498637"/>
                <a:gd name="csX4072" fmla="*/ 782999 w 3230884"/>
                <a:gd name="csY4072" fmla="*/ 472474 h 1498637"/>
                <a:gd name="csX4073" fmla="*/ 789209 w 3230884"/>
                <a:gd name="csY4073" fmla="*/ 470564 h 1498637"/>
                <a:gd name="csX4074" fmla="*/ 790642 w 3230884"/>
                <a:gd name="csY4074" fmla="*/ 472474 h 1498637"/>
                <a:gd name="csX4075" fmla="*/ 792076 w 3230884"/>
                <a:gd name="csY4075" fmla="*/ 475818 h 1498637"/>
                <a:gd name="csX4076" fmla="*/ 791120 w 3230884"/>
                <a:gd name="csY4076" fmla="*/ 489195 h 1498637"/>
                <a:gd name="csX4077" fmla="*/ 789687 w 3230884"/>
                <a:gd name="csY4077" fmla="*/ 500183 h 1498637"/>
                <a:gd name="csX4078" fmla="*/ 789209 w 3230884"/>
                <a:gd name="csY4078" fmla="*/ 504005 h 1498637"/>
                <a:gd name="csX4079" fmla="*/ 790165 w 3230884"/>
                <a:gd name="csY4079" fmla="*/ 506871 h 1498637"/>
                <a:gd name="csX4080" fmla="*/ 791120 w 3230884"/>
                <a:gd name="csY4080" fmla="*/ 510215 h 1498637"/>
                <a:gd name="csX4081" fmla="*/ 789209 w 3230884"/>
                <a:gd name="csY4081" fmla="*/ 514037 h 1498637"/>
                <a:gd name="csX4082" fmla="*/ 787776 w 3230884"/>
                <a:gd name="csY4082" fmla="*/ 515470 h 1498637"/>
                <a:gd name="csX4083" fmla="*/ 784910 w 3230884"/>
                <a:gd name="csY4083" fmla="*/ 514992 h 1498637"/>
                <a:gd name="csX4084" fmla="*/ 782999 w 3230884"/>
                <a:gd name="csY4084" fmla="*/ 524069 h 1498637"/>
                <a:gd name="csX4085" fmla="*/ 782521 w 3230884"/>
                <a:gd name="csY4085" fmla="*/ 529802 h 1498637"/>
                <a:gd name="csX4086" fmla="*/ 782521 w 3230884"/>
                <a:gd name="csY4086" fmla="*/ 533624 h 1498637"/>
                <a:gd name="csX4087" fmla="*/ 782999 w 3230884"/>
                <a:gd name="csY4087" fmla="*/ 536490 h 1498637"/>
                <a:gd name="csX4088" fmla="*/ 784432 w 3230884"/>
                <a:gd name="csY4088" fmla="*/ 539357 h 1498637"/>
                <a:gd name="csX4089" fmla="*/ 784910 w 3230884"/>
                <a:gd name="csY4089" fmla="*/ 536968 h 1498637"/>
                <a:gd name="csX4090" fmla="*/ 785865 w 3230884"/>
                <a:gd name="csY4090" fmla="*/ 534102 h 1498637"/>
                <a:gd name="csX4091" fmla="*/ 787776 w 3230884"/>
                <a:gd name="csY4091" fmla="*/ 532191 h 1498637"/>
                <a:gd name="csX4092" fmla="*/ 798764 w 3230884"/>
                <a:gd name="csY4092" fmla="*/ 537923 h 1498637"/>
                <a:gd name="csX4093" fmla="*/ 801630 w 3230884"/>
                <a:gd name="csY4093" fmla="*/ 540312 h 1498637"/>
                <a:gd name="csX4094" fmla="*/ 806408 w 3230884"/>
                <a:gd name="csY4094" fmla="*/ 543178 h 1498637"/>
                <a:gd name="csX4095" fmla="*/ 807840 w 3230884"/>
                <a:gd name="csY4095" fmla="*/ 546045 h 1498637"/>
                <a:gd name="csX4096" fmla="*/ 808319 w 3230884"/>
                <a:gd name="csY4096" fmla="*/ 555599 h 1498637"/>
                <a:gd name="csX4097" fmla="*/ 813096 w 3230884"/>
                <a:gd name="csY4097" fmla="*/ 564198 h 1498637"/>
                <a:gd name="csX4098" fmla="*/ 816917 w 3230884"/>
                <a:gd name="csY4098" fmla="*/ 569454 h 1498637"/>
                <a:gd name="csX4099" fmla="*/ 819306 w 3230884"/>
                <a:gd name="csY4099" fmla="*/ 571364 h 1498637"/>
                <a:gd name="csX4100" fmla="*/ 821217 w 3230884"/>
                <a:gd name="csY4100" fmla="*/ 571842 h 1498637"/>
                <a:gd name="csX4101" fmla="*/ 824561 w 3230884"/>
                <a:gd name="csY4101" fmla="*/ 569931 h 1498637"/>
                <a:gd name="csX4102" fmla="*/ 828861 w 3230884"/>
                <a:gd name="csY4102" fmla="*/ 570409 h 1498637"/>
                <a:gd name="csX4103" fmla="*/ 826472 w 3230884"/>
                <a:gd name="csY4103" fmla="*/ 577097 h 1498637"/>
                <a:gd name="csX4104" fmla="*/ 822650 w 3230884"/>
                <a:gd name="csY4104" fmla="*/ 589518 h 1498637"/>
                <a:gd name="csX4105" fmla="*/ 816440 w 3230884"/>
                <a:gd name="csY4105" fmla="*/ 600506 h 1498637"/>
                <a:gd name="csX4106" fmla="*/ 813573 w 3230884"/>
                <a:gd name="csY4106" fmla="*/ 601939 h 1498637"/>
                <a:gd name="csX4107" fmla="*/ 809274 w 3230884"/>
                <a:gd name="csY4107" fmla="*/ 597640 h 1498637"/>
                <a:gd name="csX4108" fmla="*/ 803541 w 3230884"/>
                <a:gd name="csY4108" fmla="*/ 593818 h 1498637"/>
                <a:gd name="csX4109" fmla="*/ 800674 w 3230884"/>
                <a:gd name="csY4109" fmla="*/ 592385 h 1498637"/>
                <a:gd name="csX4110" fmla="*/ 799242 w 3230884"/>
                <a:gd name="csY4110" fmla="*/ 589040 h 1498637"/>
                <a:gd name="csX4111" fmla="*/ 789209 w 3230884"/>
                <a:gd name="csY4111" fmla="*/ 579964 h 1498637"/>
                <a:gd name="csX4112" fmla="*/ 786343 w 3230884"/>
                <a:gd name="csY4112" fmla="*/ 574231 h 1498637"/>
                <a:gd name="csX4113" fmla="*/ 781565 w 3230884"/>
                <a:gd name="csY4113" fmla="*/ 573275 h 1498637"/>
                <a:gd name="csX4114" fmla="*/ 774878 w 3230884"/>
                <a:gd name="csY4114" fmla="*/ 570409 h 1498637"/>
                <a:gd name="csX4115" fmla="*/ 773922 w 3230884"/>
                <a:gd name="csY4115" fmla="*/ 569931 h 1498637"/>
                <a:gd name="csX4116" fmla="*/ 768189 w 3230884"/>
                <a:gd name="csY4116" fmla="*/ 566109 h 1498637"/>
                <a:gd name="csX4117" fmla="*/ 762934 w 3230884"/>
                <a:gd name="csY4117" fmla="*/ 563721 h 1498637"/>
                <a:gd name="csX4118" fmla="*/ 761501 w 3230884"/>
                <a:gd name="csY4118" fmla="*/ 560854 h 1498637"/>
                <a:gd name="csX4119" fmla="*/ 757201 w 3230884"/>
                <a:gd name="csY4119" fmla="*/ 558944 h 1498637"/>
                <a:gd name="csX4120" fmla="*/ 753380 w 3230884"/>
                <a:gd name="csY4120" fmla="*/ 557510 h 1498637"/>
                <a:gd name="csX4121" fmla="*/ 747169 w 3230884"/>
                <a:gd name="csY4121" fmla="*/ 554166 h 1498637"/>
                <a:gd name="csX4122" fmla="*/ 744780 w 3230884"/>
                <a:gd name="csY4122" fmla="*/ 555122 h 1498637"/>
                <a:gd name="csX4123" fmla="*/ 745258 w 3230884"/>
                <a:gd name="csY4123" fmla="*/ 551300 h 1498637"/>
                <a:gd name="csX4124" fmla="*/ 738570 w 3230884"/>
                <a:gd name="csY4124" fmla="*/ 545567 h 1498637"/>
                <a:gd name="csX4125" fmla="*/ 730448 w 3230884"/>
                <a:gd name="csY4125" fmla="*/ 540312 h 1498637"/>
                <a:gd name="csX4126" fmla="*/ 714206 w 3230884"/>
                <a:gd name="csY4126" fmla="*/ 533146 h 1498637"/>
                <a:gd name="csX4127" fmla="*/ 699874 w 3230884"/>
                <a:gd name="csY4127" fmla="*/ 529324 h 1498637"/>
                <a:gd name="csX4128" fmla="*/ 682675 w 3230884"/>
                <a:gd name="csY4128" fmla="*/ 528369 h 1498637"/>
                <a:gd name="csX4129" fmla="*/ 667866 w 3230884"/>
                <a:gd name="csY4129" fmla="*/ 523591 h 1498637"/>
                <a:gd name="csX4130" fmla="*/ 665477 w 3230884"/>
                <a:gd name="csY4130" fmla="*/ 524069 h 1498637"/>
                <a:gd name="csX4131" fmla="*/ 663566 w 3230884"/>
                <a:gd name="csY4131" fmla="*/ 525502 h 1498637"/>
                <a:gd name="csX4132" fmla="*/ 658789 w 3230884"/>
                <a:gd name="csY4132" fmla="*/ 532191 h 1498637"/>
                <a:gd name="csX4133" fmla="*/ 653057 w 3230884"/>
                <a:gd name="csY4133" fmla="*/ 534102 h 1498637"/>
                <a:gd name="csX4134" fmla="*/ 651145 w 3230884"/>
                <a:gd name="csY4134" fmla="*/ 537446 h 1498637"/>
                <a:gd name="csX4135" fmla="*/ 654012 w 3230884"/>
                <a:gd name="csY4135" fmla="*/ 544134 h 1498637"/>
                <a:gd name="csX4136" fmla="*/ 660700 w 3230884"/>
                <a:gd name="csY4136" fmla="*/ 562288 h 1498637"/>
                <a:gd name="csX4137" fmla="*/ 664522 w 3230884"/>
                <a:gd name="csY4137" fmla="*/ 560377 h 1498637"/>
                <a:gd name="csX4138" fmla="*/ 665955 w 3230884"/>
                <a:gd name="csY4138" fmla="*/ 568498 h 1498637"/>
                <a:gd name="csX4139" fmla="*/ 663566 w 3230884"/>
                <a:gd name="csY4139" fmla="*/ 573275 h 1498637"/>
                <a:gd name="csX4140" fmla="*/ 660222 w 3230884"/>
                <a:gd name="csY4140" fmla="*/ 578530 h 1498637"/>
                <a:gd name="csX4141" fmla="*/ 657356 w 3230884"/>
                <a:gd name="csY4141" fmla="*/ 581397 h 1498637"/>
                <a:gd name="csX4142" fmla="*/ 650668 w 3230884"/>
                <a:gd name="csY4142" fmla="*/ 582830 h 1498637"/>
                <a:gd name="csX4143" fmla="*/ 645412 w 3230884"/>
                <a:gd name="csY4143" fmla="*/ 582352 h 1498637"/>
                <a:gd name="csX4144" fmla="*/ 644935 w 3230884"/>
                <a:gd name="csY4144" fmla="*/ 587607 h 1498637"/>
                <a:gd name="csX4145" fmla="*/ 646368 w 3230884"/>
                <a:gd name="csY4145" fmla="*/ 592385 h 1498637"/>
                <a:gd name="csX4146" fmla="*/ 645891 w 3230884"/>
                <a:gd name="csY4146" fmla="*/ 594296 h 1498637"/>
                <a:gd name="csX4147" fmla="*/ 645412 w 3230884"/>
                <a:gd name="csY4147" fmla="*/ 596684 h 1498637"/>
                <a:gd name="csX4148" fmla="*/ 644935 w 3230884"/>
                <a:gd name="csY4148" fmla="*/ 598117 h 1498637"/>
                <a:gd name="csX4149" fmla="*/ 643980 w 3230884"/>
                <a:gd name="csY4149" fmla="*/ 598595 h 1498637"/>
                <a:gd name="csX4150" fmla="*/ 642068 w 3230884"/>
                <a:gd name="csY4150" fmla="*/ 600028 h 1498637"/>
                <a:gd name="csX4151" fmla="*/ 639680 w 3230884"/>
                <a:gd name="csY4151" fmla="*/ 600028 h 1498637"/>
                <a:gd name="csX4152" fmla="*/ 633947 w 3230884"/>
                <a:gd name="csY4152" fmla="*/ 597640 h 1498637"/>
                <a:gd name="csX4153" fmla="*/ 629648 w 3230884"/>
                <a:gd name="csY4153" fmla="*/ 595729 h 1498637"/>
                <a:gd name="csX4154" fmla="*/ 630125 w 3230884"/>
                <a:gd name="csY4154" fmla="*/ 587130 h 1498637"/>
                <a:gd name="csX4155" fmla="*/ 632036 w 3230884"/>
                <a:gd name="csY4155" fmla="*/ 583308 h 1498637"/>
                <a:gd name="csX4156" fmla="*/ 633469 w 3230884"/>
                <a:gd name="csY4156" fmla="*/ 582352 h 1498637"/>
                <a:gd name="csX4157" fmla="*/ 634903 w 3230884"/>
                <a:gd name="csY4157" fmla="*/ 580919 h 1498637"/>
                <a:gd name="csX4158" fmla="*/ 632036 w 3230884"/>
                <a:gd name="csY4158" fmla="*/ 575186 h 1498637"/>
                <a:gd name="csX4159" fmla="*/ 630125 w 3230884"/>
                <a:gd name="csY4159" fmla="*/ 572798 h 1498637"/>
                <a:gd name="csX4160" fmla="*/ 628692 w 3230884"/>
                <a:gd name="csY4160" fmla="*/ 568976 h 1498637"/>
                <a:gd name="csX4161" fmla="*/ 628692 w 3230884"/>
                <a:gd name="csY4161" fmla="*/ 567543 h 1498637"/>
                <a:gd name="csX4162" fmla="*/ 626303 w 3230884"/>
                <a:gd name="csY4162" fmla="*/ 567543 h 1498637"/>
                <a:gd name="csX4163" fmla="*/ 614838 w 3230884"/>
                <a:gd name="csY4163" fmla="*/ 571842 h 1498637"/>
                <a:gd name="csX4164" fmla="*/ 612450 w 3230884"/>
                <a:gd name="csY4164" fmla="*/ 576142 h 1498637"/>
                <a:gd name="csX4165" fmla="*/ 611494 w 3230884"/>
                <a:gd name="csY4165" fmla="*/ 573275 h 1498637"/>
                <a:gd name="csX4166" fmla="*/ 596684 w 3230884"/>
                <a:gd name="csY4166" fmla="*/ 585696 h 1498637"/>
                <a:gd name="csX4167" fmla="*/ 590473 w 3230884"/>
                <a:gd name="csY4167" fmla="*/ 589996 h 1498637"/>
                <a:gd name="csX4168" fmla="*/ 586174 w 3230884"/>
                <a:gd name="csY4168" fmla="*/ 589518 h 1498637"/>
                <a:gd name="csX4169" fmla="*/ 580441 w 3230884"/>
                <a:gd name="csY4169" fmla="*/ 587130 h 1498637"/>
                <a:gd name="csX4170" fmla="*/ 573753 w 3230884"/>
                <a:gd name="csY4170" fmla="*/ 586652 h 1498637"/>
                <a:gd name="csX4171" fmla="*/ 568976 w 3230884"/>
                <a:gd name="csY4171" fmla="*/ 585219 h 1498637"/>
                <a:gd name="csX4172" fmla="*/ 566587 w 3230884"/>
                <a:gd name="csY4172" fmla="*/ 586174 h 1498637"/>
                <a:gd name="csX4173" fmla="*/ 561810 w 3230884"/>
                <a:gd name="csY4173" fmla="*/ 589040 h 1498637"/>
                <a:gd name="csX4174" fmla="*/ 556555 w 3230884"/>
                <a:gd name="csY4174" fmla="*/ 589518 h 1498637"/>
                <a:gd name="csX4175" fmla="*/ 551300 w 3230884"/>
                <a:gd name="csY4175" fmla="*/ 593818 h 1498637"/>
                <a:gd name="csX4176" fmla="*/ 547000 w 3230884"/>
                <a:gd name="csY4176" fmla="*/ 599073 h 1498637"/>
                <a:gd name="csX4177" fmla="*/ 545567 w 3230884"/>
                <a:gd name="csY4177" fmla="*/ 607672 h 1498637"/>
                <a:gd name="csX4178" fmla="*/ 542701 w 3230884"/>
                <a:gd name="csY4178" fmla="*/ 608627 h 1498637"/>
                <a:gd name="csX4179" fmla="*/ 539834 w 3230884"/>
                <a:gd name="csY4179" fmla="*/ 603850 h 1498637"/>
                <a:gd name="csX4180" fmla="*/ 537923 w 3230884"/>
                <a:gd name="csY4180" fmla="*/ 602895 h 1498637"/>
                <a:gd name="csX4181" fmla="*/ 536490 w 3230884"/>
                <a:gd name="csY4181" fmla="*/ 603850 h 1498637"/>
                <a:gd name="csX4182" fmla="*/ 533146 w 3230884"/>
                <a:gd name="csY4182" fmla="*/ 604328 h 1498637"/>
                <a:gd name="csX4183" fmla="*/ 530280 w 3230884"/>
                <a:gd name="csY4183" fmla="*/ 604805 h 1498637"/>
                <a:gd name="csX4184" fmla="*/ 527891 w 3230884"/>
                <a:gd name="csY4184" fmla="*/ 606239 h 1498637"/>
                <a:gd name="csX4185" fmla="*/ 526936 w 3230884"/>
                <a:gd name="csY4185" fmla="*/ 606239 h 1498637"/>
                <a:gd name="csX4186" fmla="*/ 518814 w 3230884"/>
                <a:gd name="csY4186" fmla="*/ 604805 h 1498637"/>
                <a:gd name="csX4187" fmla="*/ 516904 w 3230884"/>
                <a:gd name="csY4187" fmla="*/ 604805 h 1498637"/>
                <a:gd name="csX4188" fmla="*/ 514037 w 3230884"/>
                <a:gd name="csY4188" fmla="*/ 604328 h 1498637"/>
                <a:gd name="csX4189" fmla="*/ 514515 w 3230884"/>
                <a:gd name="csY4189" fmla="*/ 601939 h 1498637"/>
                <a:gd name="csX4190" fmla="*/ 515470 w 3230884"/>
                <a:gd name="csY4190" fmla="*/ 600506 h 1498637"/>
                <a:gd name="csX4191" fmla="*/ 519770 w 3230884"/>
                <a:gd name="csY4191" fmla="*/ 599551 h 1498637"/>
                <a:gd name="csX4192" fmla="*/ 522636 w 3230884"/>
                <a:gd name="csY4192" fmla="*/ 597640 h 1498637"/>
                <a:gd name="csX4193" fmla="*/ 525025 w 3230884"/>
                <a:gd name="csY4193" fmla="*/ 598595 h 1498637"/>
                <a:gd name="csX4194" fmla="*/ 527413 w 3230884"/>
                <a:gd name="csY4194" fmla="*/ 596206 h 1498637"/>
                <a:gd name="csX4195" fmla="*/ 526936 w 3230884"/>
                <a:gd name="csY4195" fmla="*/ 590951 h 1498637"/>
                <a:gd name="csX4196" fmla="*/ 523591 w 3230884"/>
                <a:gd name="csY4196" fmla="*/ 586174 h 1498637"/>
                <a:gd name="csX4197" fmla="*/ 525502 w 3230884"/>
                <a:gd name="csY4197" fmla="*/ 582352 h 1498637"/>
                <a:gd name="csX4198" fmla="*/ 526458 w 3230884"/>
                <a:gd name="csY4198" fmla="*/ 577575 h 1498637"/>
                <a:gd name="csX4199" fmla="*/ 527413 w 3230884"/>
                <a:gd name="csY4199" fmla="*/ 577097 h 1498637"/>
                <a:gd name="csX4200" fmla="*/ 527891 w 3230884"/>
                <a:gd name="csY4200" fmla="*/ 575664 h 1498637"/>
                <a:gd name="csX4201" fmla="*/ 526936 w 3230884"/>
                <a:gd name="csY4201" fmla="*/ 574231 h 1498637"/>
                <a:gd name="csX4202" fmla="*/ 524547 w 3230884"/>
                <a:gd name="csY4202" fmla="*/ 573753 h 1498637"/>
                <a:gd name="csX4203" fmla="*/ 524547 w 3230884"/>
                <a:gd name="csY4203" fmla="*/ 572320 h 1498637"/>
                <a:gd name="csX4204" fmla="*/ 525980 w 3230884"/>
                <a:gd name="csY4204" fmla="*/ 571364 h 1498637"/>
                <a:gd name="csX4205" fmla="*/ 536013 w 3230884"/>
                <a:gd name="csY4205" fmla="*/ 569454 h 1498637"/>
                <a:gd name="csX4206" fmla="*/ 538401 w 3230884"/>
                <a:gd name="csY4206" fmla="*/ 568020 h 1498637"/>
                <a:gd name="csX4207" fmla="*/ 532191 w 3230884"/>
                <a:gd name="csY4207" fmla="*/ 567543 h 1498637"/>
                <a:gd name="csX4208" fmla="*/ 524547 w 3230884"/>
                <a:gd name="csY4208" fmla="*/ 568020 h 1498637"/>
                <a:gd name="csX4209" fmla="*/ 516904 w 3230884"/>
                <a:gd name="csY4209" fmla="*/ 572320 h 1498637"/>
                <a:gd name="csX4210" fmla="*/ 502572 w 3230884"/>
                <a:gd name="csY4210" fmla="*/ 581397 h 1498637"/>
                <a:gd name="csX4211" fmla="*/ 495883 w 3230884"/>
                <a:gd name="csY4211" fmla="*/ 587607 h 1498637"/>
                <a:gd name="csX4212" fmla="*/ 497316 w 3230884"/>
                <a:gd name="csY4212" fmla="*/ 587607 h 1498637"/>
                <a:gd name="csX4213" fmla="*/ 499705 w 3230884"/>
                <a:gd name="csY4213" fmla="*/ 588085 h 1498637"/>
                <a:gd name="csX4214" fmla="*/ 501616 w 3230884"/>
                <a:gd name="csY4214" fmla="*/ 592385 h 1498637"/>
                <a:gd name="csX4215" fmla="*/ 503049 w 3230884"/>
                <a:gd name="csY4215" fmla="*/ 593818 h 1498637"/>
                <a:gd name="csX4216" fmla="*/ 502094 w 3230884"/>
                <a:gd name="csY4216" fmla="*/ 596684 h 1498637"/>
                <a:gd name="csX4217" fmla="*/ 498272 w 3230884"/>
                <a:gd name="csY4217" fmla="*/ 598595 h 1498637"/>
                <a:gd name="csX4218" fmla="*/ 496839 w 3230884"/>
                <a:gd name="csY4218" fmla="*/ 600028 h 1498637"/>
                <a:gd name="csX4219" fmla="*/ 495406 w 3230884"/>
                <a:gd name="csY4219" fmla="*/ 600984 h 1498637"/>
                <a:gd name="csX4220" fmla="*/ 493972 w 3230884"/>
                <a:gd name="csY4220" fmla="*/ 600028 h 1498637"/>
                <a:gd name="csX4221" fmla="*/ 492539 w 3230884"/>
                <a:gd name="csY4221" fmla="*/ 599073 h 1498637"/>
                <a:gd name="csX4222" fmla="*/ 493495 w 3230884"/>
                <a:gd name="csY4222" fmla="*/ 596684 h 1498637"/>
                <a:gd name="csX4223" fmla="*/ 494450 w 3230884"/>
                <a:gd name="csY4223" fmla="*/ 594773 h 1498637"/>
                <a:gd name="csX4224" fmla="*/ 491584 w 3230884"/>
                <a:gd name="csY4224" fmla="*/ 591429 h 1498637"/>
                <a:gd name="csX4225" fmla="*/ 490150 w 3230884"/>
                <a:gd name="csY4225" fmla="*/ 590951 h 1498637"/>
                <a:gd name="csX4226" fmla="*/ 488717 w 3230884"/>
                <a:gd name="csY4226" fmla="*/ 590951 h 1498637"/>
                <a:gd name="csX4227" fmla="*/ 481074 w 3230884"/>
                <a:gd name="csY4227" fmla="*/ 593818 h 1498637"/>
                <a:gd name="csX4228" fmla="*/ 475818 w 3230884"/>
                <a:gd name="csY4228" fmla="*/ 597640 h 1498637"/>
                <a:gd name="csX4229" fmla="*/ 470564 w 3230884"/>
                <a:gd name="csY4229" fmla="*/ 599551 h 1498637"/>
                <a:gd name="csX4230" fmla="*/ 465786 w 3230884"/>
                <a:gd name="csY4230" fmla="*/ 600028 h 1498637"/>
                <a:gd name="csX4231" fmla="*/ 462920 w 3230884"/>
                <a:gd name="csY4231" fmla="*/ 601939 h 1498637"/>
                <a:gd name="csX4232" fmla="*/ 457665 w 3230884"/>
                <a:gd name="csY4232" fmla="*/ 606716 h 1498637"/>
                <a:gd name="csX4233" fmla="*/ 453843 w 3230884"/>
                <a:gd name="csY4233" fmla="*/ 608627 h 1498637"/>
                <a:gd name="csX4234" fmla="*/ 447633 w 3230884"/>
                <a:gd name="csY4234" fmla="*/ 614360 h 1498637"/>
                <a:gd name="csX4235" fmla="*/ 432345 w 3230884"/>
                <a:gd name="csY4235" fmla="*/ 623437 h 1498637"/>
                <a:gd name="csX4236" fmla="*/ 428524 w 3230884"/>
                <a:gd name="csY4236" fmla="*/ 624392 h 1498637"/>
                <a:gd name="csX4237" fmla="*/ 426135 w 3230884"/>
                <a:gd name="csY4237" fmla="*/ 623915 h 1498637"/>
                <a:gd name="csX4238" fmla="*/ 424702 w 3230884"/>
                <a:gd name="csY4238" fmla="*/ 622482 h 1498637"/>
                <a:gd name="csX4239" fmla="*/ 423268 w 3230884"/>
                <a:gd name="csY4239" fmla="*/ 623437 h 1498637"/>
                <a:gd name="csX4240" fmla="*/ 424702 w 3230884"/>
                <a:gd name="csY4240" fmla="*/ 625826 h 1498637"/>
                <a:gd name="csX4241" fmla="*/ 427090 w 3230884"/>
                <a:gd name="csY4241" fmla="*/ 630125 h 1498637"/>
                <a:gd name="csX4242" fmla="*/ 426135 w 3230884"/>
                <a:gd name="csY4242" fmla="*/ 632514 h 1498637"/>
                <a:gd name="csX4243" fmla="*/ 422313 w 3230884"/>
                <a:gd name="csY4243" fmla="*/ 632036 h 1498637"/>
                <a:gd name="csX4244" fmla="*/ 415147 w 3230884"/>
                <a:gd name="csY4244" fmla="*/ 634425 h 1498637"/>
                <a:gd name="csX4245" fmla="*/ 407026 w 3230884"/>
                <a:gd name="csY4245" fmla="*/ 637291 h 1498637"/>
                <a:gd name="csX4246" fmla="*/ 407026 w 3230884"/>
                <a:gd name="csY4246" fmla="*/ 640635 h 1498637"/>
                <a:gd name="csX4247" fmla="*/ 407981 w 3230884"/>
                <a:gd name="csY4247" fmla="*/ 643502 h 1498637"/>
                <a:gd name="csX4248" fmla="*/ 406548 w 3230884"/>
                <a:gd name="csY4248" fmla="*/ 648279 h 1498637"/>
                <a:gd name="csX4249" fmla="*/ 405115 w 3230884"/>
                <a:gd name="csY4249" fmla="*/ 652101 h 1498637"/>
                <a:gd name="csX4250" fmla="*/ 403681 w 3230884"/>
                <a:gd name="csY4250" fmla="*/ 662611 h 1498637"/>
                <a:gd name="csX4251" fmla="*/ 402726 w 3230884"/>
                <a:gd name="csY4251" fmla="*/ 665955 h 1498637"/>
                <a:gd name="csX4252" fmla="*/ 399382 w 3230884"/>
                <a:gd name="csY4252" fmla="*/ 668344 h 1498637"/>
                <a:gd name="csX4253" fmla="*/ 383617 w 3230884"/>
                <a:gd name="csY4253" fmla="*/ 673121 h 1498637"/>
                <a:gd name="csX4254" fmla="*/ 380751 w 3230884"/>
                <a:gd name="csY4254" fmla="*/ 673121 h 1498637"/>
                <a:gd name="csX4255" fmla="*/ 379795 w 3230884"/>
                <a:gd name="csY4255" fmla="*/ 674076 h 1498637"/>
                <a:gd name="csX4256" fmla="*/ 378840 w 3230884"/>
                <a:gd name="csY4256" fmla="*/ 673121 h 1498637"/>
                <a:gd name="csX4257" fmla="*/ 375973 w 3230884"/>
                <a:gd name="csY4257" fmla="*/ 672165 h 1498637"/>
                <a:gd name="csX4258" fmla="*/ 371674 w 3230884"/>
                <a:gd name="csY4258" fmla="*/ 672165 h 1498637"/>
                <a:gd name="csX4259" fmla="*/ 369763 w 3230884"/>
                <a:gd name="csY4259" fmla="*/ 671688 h 1498637"/>
                <a:gd name="csX4260" fmla="*/ 367852 w 3230884"/>
                <a:gd name="csY4260" fmla="*/ 669777 h 1498637"/>
                <a:gd name="csX4261" fmla="*/ 364985 w 3230884"/>
                <a:gd name="csY4261" fmla="*/ 665477 h 1498637"/>
                <a:gd name="csX4262" fmla="*/ 361163 w 3230884"/>
                <a:gd name="csY4262" fmla="*/ 656400 h 1498637"/>
                <a:gd name="csX4263" fmla="*/ 352565 w 3230884"/>
                <a:gd name="csY4263" fmla="*/ 651623 h 1498637"/>
                <a:gd name="csX4264" fmla="*/ 348742 w 3230884"/>
                <a:gd name="csY4264" fmla="*/ 648279 h 1498637"/>
                <a:gd name="csX4265" fmla="*/ 348265 w 3230884"/>
                <a:gd name="csY4265" fmla="*/ 645412 h 1498637"/>
                <a:gd name="csX4266" fmla="*/ 348742 w 3230884"/>
                <a:gd name="csY4266" fmla="*/ 642546 h 1498637"/>
                <a:gd name="csX4267" fmla="*/ 357342 w 3230884"/>
                <a:gd name="csY4267" fmla="*/ 632514 h 1498637"/>
                <a:gd name="csX4268" fmla="*/ 360686 w 3230884"/>
                <a:gd name="csY4268" fmla="*/ 629170 h 1498637"/>
                <a:gd name="csX4269" fmla="*/ 373107 w 3230884"/>
                <a:gd name="csY4269" fmla="*/ 626303 h 1498637"/>
                <a:gd name="csX4270" fmla="*/ 378362 w 3230884"/>
                <a:gd name="csY4270" fmla="*/ 625826 h 1498637"/>
                <a:gd name="csX4271" fmla="*/ 383617 w 3230884"/>
                <a:gd name="csY4271" fmla="*/ 624870 h 1498637"/>
                <a:gd name="csX4272" fmla="*/ 383617 w 3230884"/>
                <a:gd name="csY4272" fmla="*/ 618660 h 1498637"/>
                <a:gd name="csX4273" fmla="*/ 378362 w 3230884"/>
                <a:gd name="csY4273" fmla="*/ 611494 h 1498637"/>
                <a:gd name="csX4274" fmla="*/ 373107 w 3230884"/>
                <a:gd name="csY4274" fmla="*/ 603372 h 1498637"/>
                <a:gd name="csX4275" fmla="*/ 367852 w 3230884"/>
                <a:gd name="csY4275" fmla="*/ 593818 h 1498637"/>
                <a:gd name="csX4276" fmla="*/ 360208 w 3230884"/>
                <a:gd name="csY4276" fmla="*/ 590474 h 1498637"/>
                <a:gd name="csX4277" fmla="*/ 351609 w 3230884"/>
                <a:gd name="csY4277" fmla="*/ 589040 h 1498637"/>
                <a:gd name="csX4278" fmla="*/ 333455 w 3230884"/>
                <a:gd name="csY4278" fmla="*/ 590951 h 1498637"/>
                <a:gd name="csX4279" fmla="*/ 331067 w 3230884"/>
                <a:gd name="csY4279" fmla="*/ 590474 h 1498637"/>
                <a:gd name="csX4280" fmla="*/ 319601 w 3230884"/>
                <a:gd name="csY4280" fmla="*/ 583785 h 1498637"/>
                <a:gd name="csX4281" fmla="*/ 318646 w 3230884"/>
                <a:gd name="csY4281" fmla="*/ 583785 h 1498637"/>
                <a:gd name="csX4282" fmla="*/ 317212 w 3230884"/>
                <a:gd name="csY4282" fmla="*/ 584263 h 1498637"/>
                <a:gd name="csX4283" fmla="*/ 317690 w 3230884"/>
                <a:gd name="csY4283" fmla="*/ 586174 h 1498637"/>
                <a:gd name="csX4284" fmla="*/ 318168 w 3230884"/>
                <a:gd name="csY4284" fmla="*/ 587607 h 1498637"/>
                <a:gd name="csX4285" fmla="*/ 333455 w 3230884"/>
                <a:gd name="csY4285" fmla="*/ 601461 h 1498637"/>
                <a:gd name="csX4286" fmla="*/ 334411 w 3230884"/>
                <a:gd name="csY4286" fmla="*/ 604805 h 1498637"/>
                <a:gd name="csX4287" fmla="*/ 334888 w 3230884"/>
                <a:gd name="csY4287" fmla="*/ 610061 h 1498637"/>
                <a:gd name="csX4288" fmla="*/ 334411 w 3230884"/>
                <a:gd name="csY4288" fmla="*/ 611971 h 1498637"/>
                <a:gd name="csX4289" fmla="*/ 334888 w 3230884"/>
                <a:gd name="csY4289" fmla="*/ 613882 h 1498637"/>
                <a:gd name="csX4290" fmla="*/ 334888 w 3230884"/>
                <a:gd name="csY4290" fmla="*/ 617704 h 1498637"/>
                <a:gd name="csX4291" fmla="*/ 331067 w 3230884"/>
                <a:gd name="csY4291" fmla="*/ 632992 h 1498637"/>
                <a:gd name="csX4292" fmla="*/ 327245 w 3230884"/>
                <a:gd name="csY4292" fmla="*/ 644457 h 1498637"/>
                <a:gd name="csX4293" fmla="*/ 326289 w 3230884"/>
                <a:gd name="csY4293" fmla="*/ 649234 h 1498637"/>
                <a:gd name="csX4294" fmla="*/ 325812 w 3230884"/>
                <a:gd name="csY4294" fmla="*/ 653056 h 1498637"/>
                <a:gd name="csX4295" fmla="*/ 327245 w 3230884"/>
                <a:gd name="csY4295" fmla="*/ 655923 h 1498637"/>
                <a:gd name="csX4296" fmla="*/ 331544 w 3230884"/>
                <a:gd name="csY4296" fmla="*/ 656878 h 1498637"/>
                <a:gd name="csX4297" fmla="*/ 335844 w 3230884"/>
                <a:gd name="csY4297" fmla="*/ 660222 h 1498637"/>
                <a:gd name="csX4298" fmla="*/ 338233 w 3230884"/>
                <a:gd name="csY4298" fmla="*/ 664522 h 1498637"/>
                <a:gd name="csX4299" fmla="*/ 338710 w 3230884"/>
                <a:gd name="csY4299" fmla="*/ 667866 h 1498637"/>
                <a:gd name="csX4300" fmla="*/ 338710 w 3230884"/>
                <a:gd name="csY4300" fmla="*/ 674554 h 1498637"/>
                <a:gd name="csX4301" fmla="*/ 340144 w 3230884"/>
                <a:gd name="csY4301" fmla="*/ 679809 h 1498637"/>
                <a:gd name="csX4302" fmla="*/ 336322 w 3230884"/>
                <a:gd name="csY4302" fmla="*/ 688886 h 1498637"/>
                <a:gd name="csX4303" fmla="*/ 334411 w 3230884"/>
                <a:gd name="csY4303" fmla="*/ 692230 h 1498637"/>
                <a:gd name="csX4304" fmla="*/ 332022 w 3230884"/>
                <a:gd name="csY4304" fmla="*/ 699874 h 1498637"/>
                <a:gd name="csX4305" fmla="*/ 332978 w 3230884"/>
                <a:gd name="csY4305" fmla="*/ 705606 h 1498637"/>
                <a:gd name="csX4306" fmla="*/ 332978 w 3230884"/>
                <a:gd name="csY4306" fmla="*/ 707517 h 1498637"/>
                <a:gd name="csX4307" fmla="*/ 332500 w 3230884"/>
                <a:gd name="csY4307" fmla="*/ 709906 h 1498637"/>
                <a:gd name="csX4308" fmla="*/ 330589 w 3230884"/>
                <a:gd name="csY4308" fmla="*/ 708473 h 1498637"/>
                <a:gd name="csX4309" fmla="*/ 329156 w 3230884"/>
                <a:gd name="csY4309" fmla="*/ 706084 h 1498637"/>
                <a:gd name="csX4310" fmla="*/ 327245 w 3230884"/>
                <a:gd name="csY4310" fmla="*/ 704173 h 1498637"/>
                <a:gd name="csX4311" fmla="*/ 324856 w 3230884"/>
                <a:gd name="csY4311" fmla="*/ 703218 h 1498637"/>
                <a:gd name="csX4312" fmla="*/ 322945 w 3230884"/>
                <a:gd name="csY4312" fmla="*/ 703696 h 1498637"/>
                <a:gd name="csX4313" fmla="*/ 321035 w 3230884"/>
                <a:gd name="csY4313" fmla="*/ 705129 h 1498637"/>
                <a:gd name="csX4314" fmla="*/ 321512 w 3230884"/>
                <a:gd name="csY4314" fmla="*/ 702740 h 1498637"/>
                <a:gd name="csX4315" fmla="*/ 323423 w 3230884"/>
                <a:gd name="csY4315" fmla="*/ 699396 h 1498637"/>
                <a:gd name="csX4316" fmla="*/ 322467 w 3230884"/>
                <a:gd name="csY4316" fmla="*/ 697485 h 1498637"/>
                <a:gd name="csX4317" fmla="*/ 321512 w 3230884"/>
                <a:gd name="csY4317" fmla="*/ 696052 h 1498637"/>
                <a:gd name="csX4318" fmla="*/ 314824 w 3230884"/>
                <a:gd name="csY4318" fmla="*/ 691752 h 1498637"/>
                <a:gd name="csX4319" fmla="*/ 310524 w 3230884"/>
                <a:gd name="csY4319" fmla="*/ 691275 h 1498637"/>
                <a:gd name="csX4320" fmla="*/ 306703 w 3230884"/>
                <a:gd name="csY4320" fmla="*/ 691752 h 1498637"/>
                <a:gd name="csX4321" fmla="*/ 302403 w 3230884"/>
                <a:gd name="csY4321" fmla="*/ 691275 h 1498637"/>
                <a:gd name="csX4322" fmla="*/ 299537 w 3230884"/>
                <a:gd name="csY4322" fmla="*/ 688886 h 1498637"/>
                <a:gd name="csX4323" fmla="*/ 296670 w 3230884"/>
                <a:gd name="csY4323" fmla="*/ 686975 h 1498637"/>
                <a:gd name="csX4324" fmla="*/ 294759 w 3230884"/>
                <a:gd name="csY4324" fmla="*/ 686975 h 1498637"/>
                <a:gd name="csX4325" fmla="*/ 292371 w 3230884"/>
                <a:gd name="csY4325" fmla="*/ 689364 h 1498637"/>
                <a:gd name="csX4326" fmla="*/ 286160 w 3230884"/>
                <a:gd name="csY4326" fmla="*/ 698918 h 1498637"/>
                <a:gd name="csX4327" fmla="*/ 280428 w 3230884"/>
                <a:gd name="csY4327" fmla="*/ 705129 h 1498637"/>
                <a:gd name="csX4328" fmla="*/ 272306 w 3230884"/>
                <a:gd name="csY4328" fmla="*/ 709428 h 1498637"/>
                <a:gd name="csX4329" fmla="*/ 266096 w 3230884"/>
                <a:gd name="csY4329" fmla="*/ 710861 h 1498637"/>
                <a:gd name="csX4330" fmla="*/ 264662 w 3230884"/>
                <a:gd name="csY4330" fmla="*/ 712295 h 1498637"/>
                <a:gd name="csX4331" fmla="*/ 260840 w 3230884"/>
                <a:gd name="csY4331" fmla="*/ 717550 h 1498637"/>
                <a:gd name="csX4332" fmla="*/ 257496 w 3230884"/>
                <a:gd name="csY4332" fmla="*/ 721372 h 1498637"/>
                <a:gd name="csX4333" fmla="*/ 247464 w 3230884"/>
                <a:gd name="csY4333" fmla="*/ 728060 h 1498637"/>
                <a:gd name="csX4334" fmla="*/ 246508 w 3230884"/>
                <a:gd name="csY4334" fmla="*/ 730926 h 1498637"/>
                <a:gd name="csX4335" fmla="*/ 246031 w 3230884"/>
                <a:gd name="csY4335" fmla="*/ 734748 h 1498637"/>
                <a:gd name="csX4336" fmla="*/ 246986 w 3230884"/>
                <a:gd name="csY4336" fmla="*/ 739047 h 1498637"/>
                <a:gd name="csX4337" fmla="*/ 248897 w 3230884"/>
                <a:gd name="csY4337" fmla="*/ 743347 h 1498637"/>
                <a:gd name="csX4338" fmla="*/ 253674 w 3230884"/>
                <a:gd name="csY4338" fmla="*/ 751468 h 1498637"/>
                <a:gd name="csX4339" fmla="*/ 256541 w 3230884"/>
                <a:gd name="csY4339" fmla="*/ 754335 h 1498637"/>
                <a:gd name="csX4340" fmla="*/ 258452 w 3230884"/>
                <a:gd name="csY4340" fmla="*/ 758634 h 1498637"/>
                <a:gd name="csX4341" fmla="*/ 259885 w 3230884"/>
                <a:gd name="csY4341" fmla="*/ 763889 h 1498637"/>
                <a:gd name="csX4342" fmla="*/ 258930 w 3230884"/>
                <a:gd name="csY4342" fmla="*/ 764845 h 1498637"/>
                <a:gd name="csX4343" fmla="*/ 255108 w 3230884"/>
                <a:gd name="csY4343" fmla="*/ 763412 h 1498637"/>
                <a:gd name="csX4344" fmla="*/ 252241 w 3230884"/>
                <a:gd name="csY4344" fmla="*/ 763889 h 1498637"/>
                <a:gd name="csX4345" fmla="*/ 247942 w 3230884"/>
                <a:gd name="csY4345" fmla="*/ 767711 h 1498637"/>
                <a:gd name="csX4346" fmla="*/ 247464 w 3230884"/>
                <a:gd name="csY4346" fmla="*/ 769145 h 1498637"/>
                <a:gd name="csX4347" fmla="*/ 246031 w 3230884"/>
                <a:gd name="csY4347" fmla="*/ 772489 h 1498637"/>
                <a:gd name="csX4348" fmla="*/ 242209 w 3230884"/>
                <a:gd name="csY4348" fmla="*/ 772489 h 1498637"/>
                <a:gd name="csX4349" fmla="*/ 232176 w 3230884"/>
                <a:gd name="csY4349" fmla="*/ 766278 h 1498637"/>
                <a:gd name="csX4350" fmla="*/ 223578 w 3230884"/>
                <a:gd name="csY4350" fmla="*/ 763412 h 1498637"/>
                <a:gd name="csX4351" fmla="*/ 222144 w 3230884"/>
                <a:gd name="csY4351" fmla="*/ 763412 h 1498637"/>
                <a:gd name="csX4352" fmla="*/ 220233 w 3230884"/>
                <a:gd name="csY4352" fmla="*/ 761501 h 1498637"/>
                <a:gd name="csX4353" fmla="*/ 219278 w 3230884"/>
                <a:gd name="csY4353" fmla="*/ 760545 h 1498637"/>
                <a:gd name="csX4354" fmla="*/ 215934 w 3230884"/>
                <a:gd name="csY4354" fmla="*/ 760545 h 1498637"/>
                <a:gd name="csX4355" fmla="*/ 213545 w 3230884"/>
                <a:gd name="csY4355" fmla="*/ 760545 h 1498637"/>
                <a:gd name="csX4356" fmla="*/ 211634 w 3230884"/>
                <a:gd name="csY4356" fmla="*/ 759590 h 1498637"/>
                <a:gd name="csX4357" fmla="*/ 202080 w 3230884"/>
                <a:gd name="csY4357" fmla="*/ 749558 h 1498637"/>
                <a:gd name="csX4358" fmla="*/ 194436 w 3230884"/>
                <a:gd name="csY4358" fmla="*/ 745736 h 1498637"/>
                <a:gd name="csX4359" fmla="*/ 192525 w 3230884"/>
                <a:gd name="csY4359" fmla="*/ 745736 h 1498637"/>
                <a:gd name="csX4360" fmla="*/ 189181 w 3230884"/>
                <a:gd name="csY4360" fmla="*/ 746691 h 1498637"/>
                <a:gd name="csX4361" fmla="*/ 187270 w 3230884"/>
                <a:gd name="csY4361" fmla="*/ 754813 h 1498637"/>
                <a:gd name="csX4362" fmla="*/ 184403 w 3230884"/>
                <a:gd name="csY4362" fmla="*/ 757201 h 1498637"/>
                <a:gd name="csX4363" fmla="*/ 182015 w 3230884"/>
                <a:gd name="csY4363" fmla="*/ 756724 h 1498637"/>
                <a:gd name="csX4364" fmla="*/ 182015 w 3230884"/>
                <a:gd name="csY4364" fmla="*/ 761023 h 1498637"/>
                <a:gd name="csX4365" fmla="*/ 182971 w 3230884"/>
                <a:gd name="csY4365" fmla="*/ 763412 h 1498637"/>
                <a:gd name="csX4366" fmla="*/ 183926 w 3230884"/>
                <a:gd name="csY4366" fmla="*/ 764845 h 1498637"/>
                <a:gd name="csX4367" fmla="*/ 186792 w 3230884"/>
                <a:gd name="csY4367" fmla="*/ 767711 h 1498637"/>
                <a:gd name="csX4368" fmla="*/ 192048 w 3230884"/>
                <a:gd name="csY4368" fmla="*/ 775833 h 1498637"/>
                <a:gd name="csX4369" fmla="*/ 194914 w 3230884"/>
                <a:gd name="csY4369" fmla="*/ 779654 h 1498637"/>
                <a:gd name="csX4370" fmla="*/ 197302 w 3230884"/>
                <a:gd name="csY4370" fmla="*/ 780610 h 1498637"/>
                <a:gd name="csX4371" fmla="*/ 200169 w 3230884"/>
                <a:gd name="csY4371" fmla="*/ 781088 h 1498637"/>
                <a:gd name="csX4372" fmla="*/ 205901 w 3230884"/>
                <a:gd name="csY4372" fmla="*/ 780132 h 1498637"/>
                <a:gd name="csX4373" fmla="*/ 208290 w 3230884"/>
                <a:gd name="csY4373" fmla="*/ 781088 h 1498637"/>
                <a:gd name="csX4374" fmla="*/ 210201 w 3230884"/>
                <a:gd name="csY4374" fmla="*/ 782999 h 1498637"/>
                <a:gd name="csX4375" fmla="*/ 210679 w 3230884"/>
                <a:gd name="csY4375" fmla="*/ 787776 h 1498637"/>
                <a:gd name="csX4376" fmla="*/ 212590 w 3230884"/>
                <a:gd name="csY4376" fmla="*/ 792553 h 1498637"/>
                <a:gd name="csX4377" fmla="*/ 212590 w 3230884"/>
                <a:gd name="csY4377" fmla="*/ 795420 h 1498637"/>
                <a:gd name="csX4378" fmla="*/ 210679 w 3230884"/>
                <a:gd name="csY4378" fmla="*/ 798764 h 1498637"/>
                <a:gd name="csX4379" fmla="*/ 203991 w 3230884"/>
                <a:gd name="csY4379" fmla="*/ 800675 h 1498637"/>
                <a:gd name="csX4380" fmla="*/ 200169 w 3230884"/>
                <a:gd name="csY4380" fmla="*/ 804019 h 1498637"/>
                <a:gd name="csX4381" fmla="*/ 198735 w 3230884"/>
                <a:gd name="csY4381" fmla="*/ 804019 h 1498637"/>
                <a:gd name="csX4382" fmla="*/ 191092 w 3230884"/>
                <a:gd name="csY4382" fmla="*/ 800197 h 1498637"/>
                <a:gd name="csX4383" fmla="*/ 185837 w 3230884"/>
                <a:gd name="csY4383" fmla="*/ 798764 h 1498637"/>
                <a:gd name="csX4384" fmla="*/ 178671 w 3230884"/>
                <a:gd name="csY4384" fmla="*/ 796375 h 1498637"/>
                <a:gd name="csX4385" fmla="*/ 177716 w 3230884"/>
                <a:gd name="csY4385" fmla="*/ 794942 h 1498637"/>
                <a:gd name="csX4386" fmla="*/ 174371 w 3230884"/>
                <a:gd name="csY4386" fmla="*/ 788731 h 1498637"/>
                <a:gd name="csX4387" fmla="*/ 167683 w 3230884"/>
                <a:gd name="csY4387" fmla="*/ 782521 h 1498637"/>
                <a:gd name="csX4388" fmla="*/ 164817 w 3230884"/>
                <a:gd name="csY4388" fmla="*/ 780610 h 1498637"/>
                <a:gd name="csX4389" fmla="*/ 160517 w 3230884"/>
                <a:gd name="csY4389" fmla="*/ 782043 h 1498637"/>
                <a:gd name="csX4390" fmla="*/ 157173 w 3230884"/>
                <a:gd name="csY4390" fmla="*/ 781565 h 1498637"/>
                <a:gd name="csX4391" fmla="*/ 152396 w 3230884"/>
                <a:gd name="csY4391" fmla="*/ 778221 h 1498637"/>
                <a:gd name="csX4392" fmla="*/ 149052 w 3230884"/>
                <a:gd name="csY4392" fmla="*/ 772966 h 1498637"/>
                <a:gd name="csX4393" fmla="*/ 149052 w 3230884"/>
                <a:gd name="csY4393" fmla="*/ 766756 h 1498637"/>
                <a:gd name="csX4394" fmla="*/ 150007 w 3230884"/>
                <a:gd name="csY4394" fmla="*/ 765323 h 1498637"/>
                <a:gd name="csX4395" fmla="*/ 150962 w 3230884"/>
                <a:gd name="csY4395" fmla="*/ 764845 h 1498637"/>
                <a:gd name="csX4396" fmla="*/ 148574 w 3230884"/>
                <a:gd name="csY4396" fmla="*/ 762934 h 1498637"/>
                <a:gd name="csX4397" fmla="*/ 148096 w 3230884"/>
                <a:gd name="csY4397" fmla="*/ 758157 h 1498637"/>
                <a:gd name="csX4398" fmla="*/ 148096 w 3230884"/>
                <a:gd name="csY4398" fmla="*/ 754813 h 1498637"/>
                <a:gd name="csX4399" fmla="*/ 145230 w 3230884"/>
                <a:gd name="csY4399" fmla="*/ 747169 h 1498637"/>
                <a:gd name="csX4400" fmla="*/ 142364 w 3230884"/>
                <a:gd name="csY4400" fmla="*/ 742392 h 1498637"/>
                <a:gd name="csX4401" fmla="*/ 139975 w 3230884"/>
                <a:gd name="csY4401" fmla="*/ 737137 h 1498637"/>
                <a:gd name="csX4402" fmla="*/ 142841 w 3230884"/>
                <a:gd name="csY4402" fmla="*/ 734270 h 1498637"/>
                <a:gd name="csX4403" fmla="*/ 144275 w 3230884"/>
                <a:gd name="csY4403" fmla="*/ 732359 h 1498637"/>
                <a:gd name="csX4404" fmla="*/ 146185 w 3230884"/>
                <a:gd name="csY4404" fmla="*/ 725193 h 1498637"/>
                <a:gd name="csX4405" fmla="*/ 146663 w 3230884"/>
                <a:gd name="csY4405" fmla="*/ 722805 h 1498637"/>
                <a:gd name="csX4406" fmla="*/ 147141 w 3230884"/>
                <a:gd name="csY4406" fmla="*/ 720894 h 1498637"/>
                <a:gd name="csX4407" fmla="*/ 147619 w 3230884"/>
                <a:gd name="csY4407" fmla="*/ 718505 h 1498637"/>
                <a:gd name="csX4408" fmla="*/ 147619 w 3230884"/>
                <a:gd name="csY4408" fmla="*/ 716594 h 1498637"/>
                <a:gd name="csX4409" fmla="*/ 145707 w 3230884"/>
                <a:gd name="csY4409" fmla="*/ 712772 h 1498637"/>
                <a:gd name="csX4410" fmla="*/ 139975 w 3230884"/>
                <a:gd name="csY4410" fmla="*/ 704651 h 1498637"/>
                <a:gd name="csX4411" fmla="*/ 134242 w 3230884"/>
                <a:gd name="csY4411" fmla="*/ 700351 h 1498637"/>
                <a:gd name="csX4412" fmla="*/ 123254 w 3230884"/>
                <a:gd name="csY4412" fmla="*/ 696052 h 1498637"/>
                <a:gd name="csX4413" fmla="*/ 120388 w 3230884"/>
                <a:gd name="csY4413" fmla="*/ 696052 h 1498637"/>
                <a:gd name="csX4414" fmla="*/ 119432 w 3230884"/>
                <a:gd name="csY4414" fmla="*/ 695574 h 1498637"/>
                <a:gd name="csX4415" fmla="*/ 121343 w 3230884"/>
                <a:gd name="csY4415" fmla="*/ 695096 h 1498637"/>
                <a:gd name="csX4416" fmla="*/ 123732 w 3230884"/>
                <a:gd name="csY4416" fmla="*/ 693185 h 1498637"/>
                <a:gd name="csX4417" fmla="*/ 125165 w 3230884"/>
                <a:gd name="csY4417" fmla="*/ 690319 h 1498637"/>
                <a:gd name="csX4418" fmla="*/ 122299 w 3230884"/>
                <a:gd name="csY4418" fmla="*/ 689364 h 1498637"/>
                <a:gd name="csX4419" fmla="*/ 119910 w 3230884"/>
                <a:gd name="csY4419" fmla="*/ 688408 h 1498637"/>
                <a:gd name="csX4420" fmla="*/ 116566 w 3230884"/>
                <a:gd name="csY4420" fmla="*/ 686497 h 1498637"/>
                <a:gd name="csX4421" fmla="*/ 115611 w 3230884"/>
                <a:gd name="csY4421" fmla="*/ 684586 h 1498637"/>
                <a:gd name="csX4422" fmla="*/ 116566 w 3230884"/>
                <a:gd name="csY4422" fmla="*/ 683153 h 1498637"/>
                <a:gd name="csX4423" fmla="*/ 115611 w 3230884"/>
                <a:gd name="csY4423" fmla="*/ 679809 h 1498637"/>
                <a:gd name="csX4424" fmla="*/ 110834 w 3230884"/>
                <a:gd name="csY4424" fmla="*/ 678376 h 1498637"/>
                <a:gd name="csX4425" fmla="*/ 109400 w 3230884"/>
                <a:gd name="csY4425" fmla="*/ 677898 h 1498637"/>
                <a:gd name="csX4426" fmla="*/ 109400 w 3230884"/>
                <a:gd name="csY4426" fmla="*/ 676465 h 1498637"/>
                <a:gd name="csX4427" fmla="*/ 106056 w 3230884"/>
                <a:gd name="csY4427" fmla="*/ 672643 h 1498637"/>
                <a:gd name="csX4428" fmla="*/ 101279 w 3230884"/>
                <a:gd name="csY4428" fmla="*/ 668821 h 1498637"/>
                <a:gd name="csX4429" fmla="*/ 102234 w 3230884"/>
                <a:gd name="csY4429" fmla="*/ 664522 h 1498637"/>
                <a:gd name="csX4430" fmla="*/ 98890 w 3230884"/>
                <a:gd name="csY4430" fmla="*/ 661655 h 1498637"/>
                <a:gd name="csX4431" fmla="*/ 96024 w 3230884"/>
                <a:gd name="csY4431" fmla="*/ 659744 h 1498637"/>
                <a:gd name="csX4432" fmla="*/ 91724 w 3230884"/>
                <a:gd name="csY4432" fmla="*/ 658789 h 1498637"/>
                <a:gd name="csX4433" fmla="*/ 90291 w 3230884"/>
                <a:gd name="csY4433" fmla="*/ 657356 h 1498637"/>
                <a:gd name="csX4434" fmla="*/ 100323 w 3230884"/>
                <a:gd name="csY4434" fmla="*/ 657833 h 1498637"/>
                <a:gd name="csX4435" fmla="*/ 110834 w 3230884"/>
                <a:gd name="csY4435" fmla="*/ 660700 h 1498637"/>
                <a:gd name="csX4436" fmla="*/ 109878 w 3230884"/>
                <a:gd name="csY4436" fmla="*/ 662133 h 1498637"/>
                <a:gd name="csX4437" fmla="*/ 108923 w 3230884"/>
                <a:gd name="csY4437" fmla="*/ 664044 h 1498637"/>
                <a:gd name="csX4438" fmla="*/ 112266 w 3230884"/>
                <a:gd name="csY4438" fmla="*/ 669299 h 1498637"/>
                <a:gd name="csX4439" fmla="*/ 115133 w 3230884"/>
                <a:gd name="csY4439" fmla="*/ 672165 h 1498637"/>
                <a:gd name="csX4440" fmla="*/ 121821 w 3230884"/>
                <a:gd name="csY4440" fmla="*/ 675510 h 1498637"/>
                <a:gd name="csX4441" fmla="*/ 122299 w 3230884"/>
                <a:gd name="csY4441" fmla="*/ 675987 h 1498637"/>
                <a:gd name="csX4442" fmla="*/ 123732 w 3230884"/>
                <a:gd name="csY4442" fmla="*/ 675032 h 1498637"/>
                <a:gd name="csX4443" fmla="*/ 127076 w 3230884"/>
                <a:gd name="csY4443" fmla="*/ 676465 h 1498637"/>
                <a:gd name="csX4444" fmla="*/ 129943 w 3230884"/>
                <a:gd name="csY4444" fmla="*/ 678376 h 1498637"/>
                <a:gd name="csX4445" fmla="*/ 134720 w 3230884"/>
                <a:gd name="csY4445" fmla="*/ 678376 h 1498637"/>
                <a:gd name="csX4446" fmla="*/ 140930 w 3230884"/>
                <a:gd name="csY4446" fmla="*/ 680765 h 1498637"/>
                <a:gd name="csX4447" fmla="*/ 140453 w 3230884"/>
                <a:gd name="csY4447" fmla="*/ 681720 h 1498637"/>
                <a:gd name="csX4448" fmla="*/ 139975 w 3230884"/>
                <a:gd name="csY4448" fmla="*/ 682675 h 1498637"/>
                <a:gd name="csX4449" fmla="*/ 141408 w 3230884"/>
                <a:gd name="csY4449" fmla="*/ 685542 h 1498637"/>
                <a:gd name="csX4450" fmla="*/ 144275 w 3230884"/>
                <a:gd name="csY4450" fmla="*/ 685064 h 1498637"/>
                <a:gd name="csX4451" fmla="*/ 148096 w 3230884"/>
                <a:gd name="csY4451" fmla="*/ 682675 h 1498637"/>
                <a:gd name="csX4452" fmla="*/ 159084 w 3230884"/>
                <a:gd name="csY4452" fmla="*/ 691275 h 1498637"/>
                <a:gd name="csX4453" fmla="*/ 161950 w 3230884"/>
                <a:gd name="csY4453" fmla="*/ 692708 h 1498637"/>
                <a:gd name="csX4454" fmla="*/ 179149 w 3230884"/>
                <a:gd name="csY4454" fmla="*/ 697007 h 1498637"/>
                <a:gd name="csX4455" fmla="*/ 186792 w 3230884"/>
                <a:gd name="csY4455" fmla="*/ 697007 h 1498637"/>
                <a:gd name="csX4456" fmla="*/ 191092 w 3230884"/>
                <a:gd name="csY4456" fmla="*/ 697963 h 1498637"/>
                <a:gd name="csX4457" fmla="*/ 197302 w 3230884"/>
                <a:gd name="csY4457" fmla="*/ 700351 h 1498637"/>
                <a:gd name="csX4458" fmla="*/ 203991 w 3230884"/>
                <a:gd name="csY4458" fmla="*/ 704651 h 1498637"/>
                <a:gd name="csX4459" fmla="*/ 209246 w 3230884"/>
                <a:gd name="csY4459" fmla="*/ 706084 h 1498637"/>
                <a:gd name="csX4460" fmla="*/ 219278 w 3230884"/>
                <a:gd name="csY4460" fmla="*/ 707517 h 1498637"/>
                <a:gd name="csX4461" fmla="*/ 224055 w 3230884"/>
                <a:gd name="csY4461" fmla="*/ 707517 h 1498637"/>
                <a:gd name="csX4462" fmla="*/ 236954 w 3230884"/>
                <a:gd name="csY4462" fmla="*/ 704651 h 1498637"/>
                <a:gd name="csX4463" fmla="*/ 253197 w 3230884"/>
                <a:gd name="csY4463" fmla="*/ 697007 h 1498637"/>
                <a:gd name="csX4464" fmla="*/ 261318 w 3230884"/>
                <a:gd name="csY4464" fmla="*/ 690319 h 1498637"/>
                <a:gd name="csX4465" fmla="*/ 274694 w 3230884"/>
                <a:gd name="csY4465" fmla="*/ 673121 h 1498637"/>
                <a:gd name="csX4466" fmla="*/ 276128 w 3230884"/>
                <a:gd name="csY4466" fmla="*/ 668821 h 1498637"/>
                <a:gd name="csX4467" fmla="*/ 277561 w 3230884"/>
                <a:gd name="csY4467" fmla="*/ 659267 h 1498637"/>
                <a:gd name="csX4468" fmla="*/ 278039 w 3230884"/>
                <a:gd name="csY4468" fmla="*/ 654967 h 1498637"/>
                <a:gd name="csX4469" fmla="*/ 276128 w 3230884"/>
                <a:gd name="csY4469" fmla="*/ 654489 h 1498637"/>
                <a:gd name="csX4470" fmla="*/ 273262 w 3230884"/>
                <a:gd name="csY4470" fmla="*/ 652578 h 1498637"/>
                <a:gd name="csX4471" fmla="*/ 273262 w 3230884"/>
                <a:gd name="csY4471" fmla="*/ 646846 h 1498637"/>
                <a:gd name="csX4472" fmla="*/ 271828 w 3230884"/>
                <a:gd name="csY4472" fmla="*/ 643979 h 1498637"/>
                <a:gd name="csX4473" fmla="*/ 269917 w 3230884"/>
                <a:gd name="csY4473" fmla="*/ 631081 h 1498637"/>
                <a:gd name="csX4474" fmla="*/ 266096 w 3230884"/>
                <a:gd name="csY4474" fmla="*/ 629647 h 1498637"/>
                <a:gd name="csX4475" fmla="*/ 263707 w 3230884"/>
                <a:gd name="csY4475" fmla="*/ 628214 h 1498637"/>
                <a:gd name="csX4476" fmla="*/ 261318 w 3230884"/>
                <a:gd name="csY4476" fmla="*/ 627259 h 1498637"/>
                <a:gd name="csX4477" fmla="*/ 258452 w 3230884"/>
                <a:gd name="csY4477" fmla="*/ 625348 h 1498637"/>
                <a:gd name="csX4478" fmla="*/ 255108 w 3230884"/>
                <a:gd name="csY4478" fmla="*/ 620093 h 1498637"/>
                <a:gd name="csX4479" fmla="*/ 251764 w 3230884"/>
                <a:gd name="csY4479" fmla="*/ 616749 h 1498637"/>
                <a:gd name="csX4480" fmla="*/ 248897 w 3230884"/>
                <a:gd name="csY4480" fmla="*/ 611971 h 1498637"/>
                <a:gd name="csX4481" fmla="*/ 246986 w 3230884"/>
                <a:gd name="csY4481" fmla="*/ 610061 h 1498637"/>
                <a:gd name="csX4482" fmla="*/ 246031 w 3230884"/>
                <a:gd name="csY4482" fmla="*/ 609583 h 1498637"/>
                <a:gd name="csX4483" fmla="*/ 246986 w 3230884"/>
                <a:gd name="csY4483" fmla="*/ 611971 h 1498637"/>
                <a:gd name="csX4484" fmla="*/ 247464 w 3230884"/>
                <a:gd name="csY4484" fmla="*/ 614360 h 1498637"/>
                <a:gd name="csX4485" fmla="*/ 242209 w 3230884"/>
                <a:gd name="csY4485" fmla="*/ 613882 h 1498637"/>
                <a:gd name="csX4486" fmla="*/ 227877 w 3230884"/>
                <a:gd name="csY4486" fmla="*/ 601461 h 1498637"/>
                <a:gd name="csX4487" fmla="*/ 225010 w 3230884"/>
                <a:gd name="csY4487" fmla="*/ 600506 h 1498637"/>
                <a:gd name="csX4488" fmla="*/ 224055 w 3230884"/>
                <a:gd name="csY4488" fmla="*/ 601461 h 1498637"/>
                <a:gd name="csX4489" fmla="*/ 219756 w 3230884"/>
                <a:gd name="csY4489" fmla="*/ 600028 h 1498637"/>
                <a:gd name="csX4490" fmla="*/ 218323 w 3230884"/>
                <a:gd name="csY4490" fmla="*/ 597162 h 1498637"/>
                <a:gd name="csX4491" fmla="*/ 205901 w 3230884"/>
                <a:gd name="csY4491" fmla="*/ 583308 h 1498637"/>
                <a:gd name="csX4492" fmla="*/ 183926 w 3230884"/>
                <a:gd name="csY4492" fmla="*/ 567543 h 1498637"/>
                <a:gd name="csX4493" fmla="*/ 168639 w 3230884"/>
                <a:gd name="csY4493" fmla="*/ 557988 h 1498637"/>
                <a:gd name="csX4494" fmla="*/ 157651 w 3230884"/>
                <a:gd name="csY4494" fmla="*/ 553689 h 1498637"/>
                <a:gd name="csX4495" fmla="*/ 156218 w 3230884"/>
                <a:gd name="csY4495" fmla="*/ 554166 h 1498637"/>
                <a:gd name="csX4496" fmla="*/ 155262 w 3230884"/>
                <a:gd name="csY4496" fmla="*/ 556077 h 1498637"/>
                <a:gd name="csX4497" fmla="*/ 151918 w 3230884"/>
                <a:gd name="csY4497" fmla="*/ 556555 h 1498637"/>
                <a:gd name="csX4498" fmla="*/ 149052 w 3230884"/>
                <a:gd name="csY4498" fmla="*/ 556077 h 1498637"/>
                <a:gd name="csX4499" fmla="*/ 139019 w 3230884"/>
                <a:gd name="csY4499" fmla="*/ 552255 h 1498637"/>
                <a:gd name="csX4500" fmla="*/ 136631 w 3230884"/>
                <a:gd name="csY4500" fmla="*/ 551778 h 1498637"/>
                <a:gd name="csX4501" fmla="*/ 125643 w 3230884"/>
                <a:gd name="csY4501" fmla="*/ 551778 h 1498637"/>
                <a:gd name="csX4502" fmla="*/ 124687 w 3230884"/>
                <a:gd name="csY4502" fmla="*/ 552733 h 1498637"/>
                <a:gd name="csX4503" fmla="*/ 120866 w 3230884"/>
                <a:gd name="csY4503" fmla="*/ 561332 h 1498637"/>
                <a:gd name="csX4504" fmla="*/ 118955 w 3230884"/>
                <a:gd name="csY4504" fmla="*/ 562765 h 1498637"/>
                <a:gd name="csX4505" fmla="*/ 115133 w 3230884"/>
                <a:gd name="csY4505" fmla="*/ 564198 h 1498637"/>
                <a:gd name="csX4506" fmla="*/ 116088 w 3230884"/>
                <a:gd name="csY4506" fmla="*/ 561810 h 1498637"/>
                <a:gd name="csX4507" fmla="*/ 118477 w 3230884"/>
                <a:gd name="csY4507" fmla="*/ 559899 h 1498637"/>
                <a:gd name="csX4508" fmla="*/ 120388 w 3230884"/>
                <a:gd name="csY4508" fmla="*/ 554166 h 1498637"/>
                <a:gd name="csX4509" fmla="*/ 120388 w 3230884"/>
                <a:gd name="csY4509" fmla="*/ 551778 h 1498637"/>
                <a:gd name="csX4510" fmla="*/ 121343 w 3230884"/>
                <a:gd name="csY4510" fmla="*/ 548433 h 1498637"/>
                <a:gd name="csX4511" fmla="*/ 120866 w 3230884"/>
                <a:gd name="csY4511" fmla="*/ 546045 h 1498637"/>
                <a:gd name="csX4512" fmla="*/ 119910 w 3230884"/>
                <a:gd name="csY4512" fmla="*/ 545089 h 1498637"/>
                <a:gd name="csX4513" fmla="*/ 117044 w 3230884"/>
                <a:gd name="csY4513" fmla="*/ 546045 h 1498637"/>
                <a:gd name="csX4514" fmla="*/ 111789 w 3230884"/>
                <a:gd name="csY4514" fmla="*/ 548911 h 1498637"/>
                <a:gd name="csX4515" fmla="*/ 110834 w 3230884"/>
                <a:gd name="csY4515" fmla="*/ 547956 h 1498637"/>
                <a:gd name="csX4516" fmla="*/ 112744 w 3230884"/>
                <a:gd name="csY4516" fmla="*/ 545089 h 1498637"/>
                <a:gd name="csX4517" fmla="*/ 112266 w 3230884"/>
                <a:gd name="csY4517" fmla="*/ 543656 h 1498637"/>
                <a:gd name="csX4518" fmla="*/ 109878 w 3230884"/>
                <a:gd name="csY4518" fmla="*/ 544134 h 1498637"/>
                <a:gd name="csX4519" fmla="*/ 105100 w 3230884"/>
                <a:gd name="csY4519" fmla="*/ 542701 h 1498637"/>
                <a:gd name="csX4520" fmla="*/ 99846 w 3230884"/>
                <a:gd name="csY4520" fmla="*/ 543178 h 1498637"/>
                <a:gd name="csX4521" fmla="*/ 98890 w 3230884"/>
                <a:gd name="csY4521" fmla="*/ 539357 h 1498637"/>
                <a:gd name="csX4522" fmla="*/ 95546 w 3230884"/>
                <a:gd name="csY4522" fmla="*/ 536968 h 1498637"/>
                <a:gd name="csX4523" fmla="*/ 94113 w 3230884"/>
                <a:gd name="csY4523" fmla="*/ 535057 h 1498637"/>
                <a:gd name="csX4524" fmla="*/ 95546 w 3230884"/>
                <a:gd name="csY4524" fmla="*/ 533146 h 1498637"/>
                <a:gd name="csX4525" fmla="*/ 107489 w 3230884"/>
                <a:gd name="csY4525" fmla="*/ 536490 h 1498637"/>
                <a:gd name="csX4526" fmla="*/ 110355 w 3230884"/>
                <a:gd name="csY4526" fmla="*/ 536968 h 1498637"/>
                <a:gd name="csX4527" fmla="*/ 111789 w 3230884"/>
                <a:gd name="csY4527" fmla="*/ 535535 h 1498637"/>
                <a:gd name="csX4528" fmla="*/ 112266 w 3230884"/>
                <a:gd name="csY4528" fmla="*/ 533146 h 1498637"/>
                <a:gd name="csX4529" fmla="*/ 112266 w 3230884"/>
                <a:gd name="csY4529" fmla="*/ 530757 h 1498637"/>
                <a:gd name="csX4530" fmla="*/ 110834 w 3230884"/>
                <a:gd name="csY4530" fmla="*/ 528847 h 1498637"/>
                <a:gd name="csX4531" fmla="*/ 103668 w 3230884"/>
                <a:gd name="csY4531" fmla="*/ 525980 h 1498637"/>
                <a:gd name="csX4532" fmla="*/ 99846 w 3230884"/>
                <a:gd name="csY4532" fmla="*/ 522636 h 1498637"/>
                <a:gd name="csX4533" fmla="*/ 91724 w 3230884"/>
                <a:gd name="csY4533" fmla="*/ 518337 h 1498637"/>
                <a:gd name="csX4534" fmla="*/ 91724 w 3230884"/>
                <a:gd name="csY4534" fmla="*/ 520247 h 1498637"/>
                <a:gd name="csX4535" fmla="*/ 92680 w 3230884"/>
                <a:gd name="csY4535" fmla="*/ 524547 h 1498637"/>
                <a:gd name="csX4536" fmla="*/ 92202 w 3230884"/>
                <a:gd name="csY4536" fmla="*/ 525980 h 1498637"/>
                <a:gd name="csX4537" fmla="*/ 89813 w 3230884"/>
                <a:gd name="csY4537" fmla="*/ 524547 h 1498637"/>
                <a:gd name="csX4538" fmla="*/ 87902 w 3230884"/>
                <a:gd name="csY4538" fmla="*/ 525502 h 1498637"/>
                <a:gd name="csX4539" fmla="*/ 85514 w 3230884"/>
                <a:gd name="csY4539" fmla="*/ 530757 h 1498637"/>
                <a:gd name="csX4540" fmla="*/ 83125 w 3230884"/>
                <a:gd name="csY4540" fmla="*/ 531713 h 1498637"/>
                <a:gd name="csX4541" fmla="*/ 81214 w 3230884"/>
                <a:gd name="csY4541" fmla="*/ 532191 h 1498637"/>
                <a:gd name="csX4542" fmla="*/ 73570 w 3230884"/>
                <a:gd name="csY4542" fmla="*/ 527891 h 1498637"/>
                <a:gd name="csX4543" fmla="*/ 69748 w 3230884"/>
                <a:gd name="csY4543" fmla="*/ 527413 h 1498637"/>
                <a:gd name="csX4544" fmla="*/ 70704 w 3230884"/>
                <a:gd name="csY4544" fmla="*/ 534102 h 1498637"/>
                <a:gd name="csX4545" fmla="*/ 70704 w 3230884"/>
                <a:gd name="csY4545" fmla="*/ 536490 h 1498637"/>
                <a:gd name="csX4546" fmla="*/ 70227 w 3230884"/>
                <a:gd name="csY4546" fmla="*/ 538879 h 1498637"/>
                <a:gd name="csX4547" fmla="*/ 69748 w 3230884"/>
                <a:gd name="csY4547" fmla="*/ 540312 h 1498637"/>
                <a:gd name="csX4548" fmla="*/ 68316 w 3230884"/>
                <a:gd name="csY4548" fmla="*/ 540790 h 1498637"/>
                <a:gd name="csX4549" fmla="*/ 64971 w 3230884"/>
                <a:gd name="csY4549" fmla="*/ 540312 h 1498637"/>
                <a:gd name="csX4550" fmla="*/ 60194 w 3230884"/>
                <a:gd name="csY4550" fmla="*/ 537923 h 1498637"/>
                <a:gd name="csX4551" fmla="*/ 57328 w 3230884"/>
                <a:gd name="csY4551" fmla="*/ 535057 h 1498637"/>
                <a:gd name="csX4552" fmla="*/ 56372 w 3230884"/>
                <a:gd name="csY4552" fmla="*/ 535057 h 1498637"/>
                <a:gd name="csX4553" fmla="*/ 55895 w 3230884"/>
                <a:gd name="csY4553" fmla="*/ 535535 h 1498637"/>
                <a:gd name="csX4554" fmla="*/ 56372 w 3230884"/>
                <a:gd name="csY4554" fmla="*/ 537923 h 1498637"/>
                <a:gd name="csX4555" fmla="*/ 56372 w 3230884"/>
                <a:gd name="csY4555" fmla="*/ 539834 h 1498637"/>
                <a:gd name="csX4556" fmla="*/ 55895 w 3230884"/>
                <a:gd name="csY4556" fmla="*/ 542223 h 1498637"/>
                <a:gd name="csX4557" fmla="*/ 55416 w 3230884"/>
                <a:gd name="csY4557" fmla="*/ 544134 h 1498637"/>
                <a:gd name="csX4558" fmla="*/ 54461 w 3230884"/>
                <a:gd name="csY4558" fmla="*/ 545567 h 1498637"/>
                <a:gd name="csX4559" fmla="*/ 52550 w 3230884"/>
                <a:gd name="csY4559" fmla="*/ 547478 h 1498637"/>
                <a:gd name="csX4560" fmla="*/ 49206 w 3230884"/>
                <a:gd name="csY4560" fmla="*/ 549389 h 1498637"/>
                <a:gd name="csX4561" fmla="*/ 40607 w 3230884"/>
                <a:gd name="csY4561" fmla="*/ 552733 h 1498637"/>
                <a:gd name="csX4562" fmla="*/ 39652 w 3230884"/>
                <a:gd name="csY4562" fmla="*/ 553689 h 1498637"/>
                <a:gd name="csX4563" fmla="*/ 36786 w 3230884"/>
                <a:gd name="csY4563" fmla="*/ 562765 h 1498637"/>
                <a:gd name="csX4564" fmla="*/ 36307 w 3230884"/>
                <a:gd name="csY4564" fmla="*/ 564198 h 1498637"/>
                <a:gd name="csX4565" fmla="*/ 35352 w 3230884"/>
                <a:gd name="csY4565" fmla="*/ 565154 h 1498637"/>
                <a:gd name="csX4566" fmla="*/ 32008 w 3230884"/>
                <a:gd name="csY4566" fmla="*/ 566587 h 1498637"/>
                <a:gd name="csX4567" fmla="*/ 30575 w 3230884"/>
                <a:gd name="csY4567" fmla="*/ 567065 h 1498637"/>
                <a:gd name="csX4568" fmla="*/ 30575 w 3230884"/>
                <a:gd name="csY4568" fmla="*/ 567065 h 1498637"/>
                <a:gd name="csX4569" fmla="*/ 26753 w 3230884"/>
                <a:gd name="csY4569" fmla="*/ 569931 h 1498637"/>
                <a:gd name="csX4570" fmla="*/ 24364 w 3230884"/>
                <a:gd name="csY4570" fmla="*/ 571364 h 1498637"/>
                <a:gd name="csX4571" fmla="*/ 21020 w 3230884"/>
                <a:gd name="csY4571" fmla="*/ 572798 h 1498637"/>
                <a:gd name="csX4572" fmla="*/ 21975 w 3230884"/>
                <a:gd name="csY4572" fmla="*/ 574231 h 1498637"/>
                <a:gd name="csX4573" fmla="*/ 21975 w 3230884"/>
                <a:gd name="csY4573" fmla="*/ 574231 h 1498637"/>
                <a:gd name="csX4574" fmla="*/ 21975 w 3230884"/>
                <a:gd name="csY4574" fmla="*/ 574231 h 1498637"/>
                <a:gd name="csX4575" fmla="*/ 26753 w 3230884"/>
                <a:gd name="csY4575" fmla="*/ 574709 h 1498637"/>
                <a:gd name="csX4576" fmla="*/ 27709 w 3230884"/>
                <a:gd name="csY4576" fmla="*/ 575186 h 1498637"/>
                <a:gd name="csX4577" fmla="*/ 28186 w 3230884"/>
                <a:gd name="csY4577" fmla="*/ 575664 h 1498637"/>
                <a:gd name="csX4578" fmla="*/ 28186 w 3230884"/>
                <a:gd name="csY4578" fmla="*/ 575664 h 1498637"/>
                <a:gd name="csX4579" fmla="*/ 28186 w 3230884"/>
                <a:gd name="csY4579" fmla="*/ 577097 h 1498637"/>
                <a:gd name="csX4580" fmla="*/ 27709 w 3230884"/>
                <a:gd name="csY4580" fmla="*/ 579008 h 1498637"/>
                <a:gd name="csX4581" fmla="*/ 27709 w 3230884"/>
                <a:gd name="csY4581" fmla="*/ 579486 h 1498637"/>
                <a:gd name="csX4582" fmla="*/ 22454 w 3230884"/>
                <a:gd name="csY4582" fmla="*/ 590951 h 1498637"/>
                <a:gd name="csX4583" fmla="*/ 22454 w 3230884"/>
                <a:gd name="csY4583" fmla="*/ 593340 h 1498637"/>
                <a:gd name="csX4584" fmla="*/ 23886 w 3230884"/>
                <a:gd name="csY4584" fmla="*/ 600028 h 1498637"/>
                <a:gd name="csX4585" fmla="*/ 26753 w 3230884"/>
                <a:gd name="csY4585" fmla="*/ 608150 h 1498637"/>
                <a:gd name="csX4586" fmla="*/ 26753 w 3230884"/>
                <a:gd name="csY4586" fmla="*/ 608150 h 1498637"/>
                <a:gd name="csX4587" fmla="*/ 33919 w 3230884"/>
                <a:gd name="csY4587" fmla="*/ 611494 h 1498637"/>
                <a:gd name="csX4588" fmla="*/ 39652 w 3230884"/>
                <a:gd name="csY4588" fmla="*/ 614360 h 1498637"/>
                <a:gd name="csX4589" fmla="*/ 39652 w 3230884"/>
                <a:gd name="csY4589" fmla="*/ 614360 h 1498637"/>
                <a:gd name="csX4590" fmla="*/ 42040 w 3230884"/>
                <a:gd name="csY4590" fmla="*/ 618660 h 1498637"/>
                <a:gd name="csX4591" fmla="*/ 42996 w 3230884"/>
                <a:gd name="csY4591" fmla="*/ 620571 h 1498637"/>
                <a:gd name="csX4592" fmla="*/ 49206 w 3230884"/>
                <a:gd name="csY4592" fmla="*/ 629170 h 1498637"/>
                <a:gd name="csX4593" fmla="*/ 52073 w 3230884"/>
                <a:gd name="csY4593" fmla="*/ 632514 h 1498637"/>
                <a:gd name="csX4594" fmla="*/ 52073 w 3230884"/>
                <a:gd name="csY4594" fmla="*/ 632514 h 1498637"/>
                <a:gd name="csX4595" fmla="*/ 52550 w 3230884"/>
                <a:gd name="csY4595" fmla="*/ 633469 h 1498637"/>
                <a:gd name="csX4596" fmla="*/ 51595 w 3230884"/>
                <a:gd name="csY4596" fmla="*/ 639202 h 1498637"/>
                <a:gd name="csX4597" fmla="*/ 47773 w 3230884"/>
                <a:gd name="csY4597" fmla="*/ 644935 h 1498637"/>
                <a:gd name="csX4598" fmla="*/ 47773 w 3230884"/>
                <a:gd name="csY4598" fmla="*/ 644935 h 1498637"/>
                <a:gd name="csX4599" fmla="*/ 43951 w 3230884"/>
                <a:gd name="csY4599" fmla="*/ 649712 h 1498637"/>
                <a:gd name="csX4600" fmla="*/ 40607 w 3230884"/>
                <a:gd name="csY4600" fmla="*/ 655445 h 1498637"/>
                <a:gd name="csX4601" fmla="*/ 37741 w 3230884"/>
                <a:gd name="csY4601" fmla="*/ 660222 h 1498637"/>
                <a:gd name="csX4602" fmla="*/ 34397 w 3230884"/>
                <a:gd name="csY4602" fmla="*/ 665955 h 1498637"/>
                <a:gd name="csX4603" fmla="*/ 34397 w 3230884"/>
                <a:gd name="csY4603" fmla="*/ 666433 h 1498637"/>
                <a:gd name="csX4604" fmla="*/ 33919 w 3230884"/>
                <a:gd name="csY4604" fmla="*/ 667866 h 1498637"/>
                <a:gd name="csX4605" fmla="*/ 33919 w 3230884"/>
                <a:gd name="csY4605" fmla="*/ 669777 h 1498637"/>
                <a:gd name="csX4606" fmla="*/ 34397 w 3230884"/>
                <a:gd name="csY4606" fmla="*/ 671210 h 1498637"/>
                <a:gd name="csX4607" fmla="*/ 34397 w 3230884"/>
                <a:gd name="csY4607" fmla="*/ 671688 h 1498637"/>
                <a:gd name="csX4608" fmla="*/ 38696 w 3230884"/>
                <a:gd name="csY4608" fmla="*/ 678854 h 1498637"/>
                <a:gd name="csX4609" fmla="*/ 40129 w 3230884"/>
                <a:gd name="csY4609" fmla="*/ 682675 h 1498637"/>
                <a:gd name="csX4610" fmla="*/ 42040 w 3230884"/>
                <a:gd name="csY4610" fmla="*/ 686497 h 1498637"/>
                <a:gd name="csX4611" fmla="*/ 43473 w 3230884"/>
                <a:gd name="csY4611" fmla="*/ 690797 h 1498637"/>
                <a:gd name="csX4612" fmla="*/ 43473 w 3230884"/>
                <a:gd name="csY4612" fmla="*/ 690797 h 1498637"/>
                <a:gd name="csX4613" fmla="*/ 44429 w 3230884"/>
                <a:gd name="csY4613" fmla="*/ 694619 h 1498637"/>
                <a:gd name="csX4614" fmla="*/ 45862 w 3230884"/>
                <a:gd name="csY4614" fmla="*/ 697963 h 1498637"/>
                <a:gd name="csX4615" fmla="*/ 47295 w 3230884"/>
                <a:gd name="csY4615" fmla="*/ 699874 h 1498637"/>
                <a:gd name="csX4616" fmla="*/ 48729 w 3230884"/>
                <a:gd name="csY4616" fmla="*/ 702740 h 1498637"/>
                <a:gd name="csX4617" fmla="*/ 50639 w 3230884"/>
                <a:gd name="csY4617" fmla="*/ 706562 h 1498637"/>
                <a:gd name="csX4618" fmla="*/ 50639 w 3230884"/>
                <a:gd name="csY4618" fmla="*/ 706562 h 1498637"/>
                <a:gd name="csX4619" fmla="*/ 51117 w 3230884"/>
                <a:gd name="csY4619" fmla="*/ 709428 h 1498637"/>
                <a:gd name="csX4620" fmla="*/ 54461 w 3230884"/>
                <a:gd name="csY4620" fmla="*/ 719938 h 1498637"/>
                <a:gd name="csX4621" fmla="*/ 54461 w 3230884"/>
                <a:gd name="csY4621" fmla="*/ 722805 h 1498637"/>
                <a:gd name="csX4622" fmla="*/ 54461 w 3230884"/>
                <a:gd name="csY4622" fmla="*/ 724716 h 1498637"/>
                <a:gd name="csX4623" fmla="*/ 54461 w 3230884"/>
                <a:gd name="csY4623" fmla="*/ 724716 h 1498637"/>
                <a:gd name="csX4624" fmla="*/ 53028 w 3230884"/>
                <a:gd name="csY4624" fmla="*/ 725193 h 1498637"/>
                <a:gd name="csX4625" fmla="*/ 50162 w 3230884"/>
                <a:gd name="csY4625" fmla="*/ 725193 h 1498637"/>
                <a:gd name="csX4626" fmla="*/ 47295 w 3230884"/>
                <a:gd name="csY4626" fmla="*/ 726626 h 1498637"/>
                <a:gd name="csX4627" fmla="*/ 46818 w 3230884"/>
                <a:gd name="csY4627" fmla="*/ 727104 h 1498637"/>
                <a:gd name="csX4628" fmla="*/ 49206 w 3230884"/>
                <a:gd name="csY4628" fmla="*/ 729493 h 1498637"/>
                <a:gd name="csX4629" fmla="*/ 49206 w 3230884"/>
                <a:gd name="csY4629" fmla="*/ 729493 h 1498637"/>
                <a:gd name="csX4630" fmla="*/ 47295 w 3230884"/>
                <a:gd name="csY4630" fmla="*/ 733792 h 1498637"/>
                <a:gd name="csX4631" fmla="*/ 47295 w 3230884"/>
                <a:gd name="csY4631" fmla="*/ 733792 h 1498637"/>
                <a:gd name="csX4632" fmla="*/ 46818 w 3230884"/>
                <a:gd name="csY4632" fmla="*/ 739525 h 1498637"/>
                <a:gd name="csX4633" fmla="*/ 44907 w 3230884"/>
                <a:gd name="csY4633" fmla="*/ 742869 h 1498637"/>
                <a:gd name="csX4634" fmla="*/ 44907 w 3230884"/>
                <a:gd name="csY4634" fmla="*/ 743347 h 1498637"/>
                <a:gd name="csX4635" fmla="*/ 44907 w 3230884"/>
                <a:gd name="csY4635" fmla="*/ 743825 h 1498637"/>
                <a:gd name="csX4636" fmla="*/ 44907 w 3230884"/>
                <a:gd name="csY4636" fmla="*/ 744303 h 1498637"/>
                <a:gd name="csX4637" fmla="*/ 44907 w 3230884"/>
                <a:gd name="csY4637" fmla="*/ 744303 h 1498637"/>
                <a:gd name="csX4638" fmla="*/ 45384 w 3230884"/>
                <a:gd name="csY4638" fmla="*/ 744780 h 1498637"/>
                <a:gd name="csX4639" fmla="*/ 45862 w 3230884"/>
                <a:gd name="csY4639" fmla="*/ 744780 h 1498637"/>
                <a:gd name="csX4640" fmla="*/ 48729 w 3230884"/>
                <a:gd name="csY4640" fmla="*/ 745258 h 1498637"/>
                <a:gd name="csX4641" fmla="*/ 49206 w 3230884"/>
                <a:gd name="csY4641" fmla="*/ 746213 h 1498637"/>
                <a:gd name="csX4642" fmla="*/ 49206 w 3230884"/>
                <a:gd name="csY4642" fmla="*/ 746213 h 1498637"/>
                <a:gd name="csX4643" fmla="*/ 49206 w 3230884"/>
                <a:gd name="csY4643" fmla="*/ 748124 h 1498637"/>
                <a:gd name="csX4644" fmla="*/ 48729 w 3230884"/>
                <a:gd name="csY4644" fmla="*/ 749558 h 1498637"/>
                <a:gd name="csX4645" fmla="*/ 48729 w 3230884"/>
                <a:gd name="csY4645" fmla="*/ 749558 h 1498637"/>
                <a:gd name="csX4646" fmla="*/ 46818 w 3230884"/>
                <a:gd name="csY4646" fmla="*/ 750991 h 1498637"/>
                <a:gd name="csX4647" fmla="*/ 44907 w 3230884"/>
                <a:gd name="csY4647" fmla="*/ 752424 h 1498637"/>
                <a:gd name="csX4648" fmla="*/ 44429 w 3230884"/>
                <a:gd name="csY4648" fmla="*/ 754335 h 1498637"/>
                <a:gd name="csX4649" fmla="*/ 44429 w 3230884"/>
                <a:gd name="csY4649" fmla="*/ 754335 h 1498637"/>
                <a:gd name="csX4650" fmla="*/ 44429 w 3230884"/>
                <a:gd name="csY4650" fmla="*/ 754335 h 1498637"/>
                <a:gd name="csX4651" fmla="*/ 44907 w 3230884"/>
                <a:gd name="csY4651" fmla="*/ 755768 h 1498637"/>
                <a:gd name="csX4652" fmla="*/ 45384 w 3230884"/>
                <a:gd name="csY4652" fmla="*/ 757679 h 1498637"/>
                <a:gd name="csX4653" fmla="*/ 45384 w 3230884"/>
                <a:gd name="csY4653" fmla="*/ 758157 h 1498637"/>
                <a:gd name="csX4654" fmla="*/ 46818 w 3230884"/>
                <a:gd name="csY4654" fmla="*/ 761023 h 1498637"/>
                <a:gd name="csX4655" fmla="*/ 48251 w 3230884"/>
                <a:gd name="csY4655" fmla="*/ 762456 h 1498637"/>
                <a:gd name="csX4656" fmla="*/ 53984 w 3230884"/>
                <a:gd name="csY4656" fmla="*/ 764367 h 1498637"/>
                <a:gd name="csX4657" fmla="*/ 53984 w 3230884"/>
                <a:gd name="csY4657" fmla="*/ 764367 h 1498637"/>
                <a:gd name="csX4658" fmla="*/ 54939 w 3230884"/>
                <a:gd name="csY4658" fmla="*/ 765800 h 1498637"/>
                <a:gd name="csX4659" fmla="*/ 54939 w 3230884"/>
                <a:gd name="csY4659" fmla="*/ 765800 h 1498637"/>
                <a:gd name="csX4660" fmla="*/ 54939 w 3230884"/>
                <a:gd name="csY4660" fmla="*/ 767711 h 1498637"/>
                <a:gd name="csX4661" fmla="*/ 54939 w 3230884"/>
                <a:gd name="csY4661" fmla="*/ 769622 h 1498637"/>
                <a:gd name="csX4662" fmla="*/ 52073 w 3230884"/>
                <a:gd name="csY4662" fmla="*/ 772966 h 1498637"/>
                <a:gd name="csX4663" fmla="*/ 52073 w 3230884"/>
                <a:gd name="csY4663" fmla="*/ 774399 h 1498637"/>
                <a:gd name="csX4664" fmla="*/ 52073 w 3230884"/>
                <a:gd name="csY4664" fmla="*/ 774399 h 1498637"/>
                <a:gd name="csX4665" fmla="*/ 52550 w 3230884"/>
                <a:gd name="csY4665" fmla="*/ 775355 h 1498637"/>
                <a:gd name="csX4666" fmla="*/ 53506 w 3230884"/>
                <a:gd name="csY4666" fmla="*/ 777744 h 1498637"/>
                <a:gd name="csX4667" fmla="*/ 54939 w 3230884"/>
                <a:gd name="csY4667" fmla="*/ 781088 h 1498637"/>
                <a:gd name="csX4668" fmla="*/ 60194 w 3230884"/>
                <a:gd name="csY4668" fmla="*/ 784910 h 1498637"/>
                <a:gd name="csX4669" fmla="*/ 62105 w 3230884"/>
                <a:gd name="csY4669" fmla="*/ 786820 h 1498637"/>
                <a:gd name="csX4670" fmla="*/ 62105 w 3230884"/>
                <a:gd name="csY4670" fmla="*/ 786820 h 1498637"/>
                <a:gd name="csX4671" fmla="*/ 62582 w 3230884"/>
                <a:gd name="csY4671" fmla="*/ 788254 h 1498637"/>
                <a:gd name="csX4672" fmla="*/ 62582 w 3230884"/>
                <a:gd name="csY4672" fmla="*/ 788254 h 1498637"/>
                <a:gd name="csX4673" fmla="*/ 63061 w 3230884"/>
                <a:gd name="csY4673" fmla="*/ 790642 h 1498637"/>
                <a:gd name="csX4674" fmla="*/ 63061 w 3230884"/>
                <a:gd name="csY4674" fmla="*/ 793509 h 1498637"/>
                <a:gd name="csX4675" fmla="*/ 62582 w 3230884"/>
                <a:gd name="csY4675" fmla="*/ 795420 h 1498637"/>
                <a:gd name="csX4676" fmla="*/ 60672 w 3230884"/>
                <a:gd name="csY4676" fmla="*/ 798764 h 1498637"/>
                <a:gd name="csX4677" fmla="*/ 56850 w 3230884"/>
                <a:gd name="csY4677" fmla="*/ 804496 h 1498637"/>
                <a:gd name="csX4678" fmla="*/ 52550 w 3230884"/>
                <a:gd name="csY4678" fmla="*/ 806885 h 1498637"/>
                <a:gd name="csX4679" fmla="*/ 52550 w 3230884"/>
                <a:gd name="csY4679" fmla="*/ 807363 h 1498637"/>
                <a:gd name="csX4680" fmla="*/ 53506 w 3230884"/>
                <a:gd name="csY4680" fmla="*/ 809274 h 1498637"/>
                <a:gd name="csX4681" fmla="*/ 61150 w 3230884"/>
                <a:gd name="csY4681" fmla="*/ 816917 h 1498637"/>
                <a:gd name="csX4682" fmla="*/ 65449 w 3230884"/>
                <a:gd name="csY4682" fmla="*/ 820261 h 1498637"/>
                <a:gd name="csX4683" fmla="*/ 72137 w 3230884"/>
                <a:gd name="csY4683" fmla="*/ 825039 h 1498637"/>
                <a:gd name="csX4684" fmla="*/ 75959 w 3230884"/>
                <a:gd name="csY4684" fmla="*/ 828861 h 1498637"/>
                <a:gd name="csX4685" fmla="*/ 77393 w 3230884"/>
                <a:gd name="csY4685" fmla="*/ 831727 h 1498637"/>
                <a:gd name="csX4686" fmla="*/ 79303 w 3230884"/>
                <a:gd name="csY4686" fmla="*/ 834593 h 1498637"/>
                <a:gd name="csX4687" fmla="*/ 81214 w 3230884"/>
                <a:gd name="csY4687" fmla="*/ 836982 h 1498637"/>
                <a:gd name="csX4688" fmla="*/ 82647 w 3230884"/>
                <a:gd name="csY4688" fmla="*/ 838893 h 1498637"/>
                <a:gd name="csX4689" fmla="*/ 82647 w 3230884"/>
                <a:gd name="csY4689" fmla="*/ 838893 h 1498637"/>
                <a:gd name="csX4690" fmla="*/ 83125 w 3230884"/>
                <a:gd name="csY4690" fmla="*/ 840326 h 1498637"/>
                <a:gd name="csX4691" fmla="*/ 83125 w 3230884"/>
                <a:gd name="csY4691" fmla="*/ 840326 h 1498637"/>
                <a:gd name="csX4692" fmla="*/ 83125 w 3230884"/>
                <a:gd name="csY4692" fmla="*/ 841759 h 1498637"/>
                <a:gd name="csX4693" fmla="*/ 81214 w 3230884"/>
                <a:gd name="csY4693" fmla="*/ 846059 h 1498637"/>
                <a:gd name="csX4694" fmla="*/ 80259 w 3230884"/>
                <a:gd name="csY4694" fmla="*/ 849403 h 1498637"/>
                <a:gd name="csX4695" fmla="*/ 77870 w 3230884"/>
                <a:gd name="csY4695" fmla="*/ 854180 h 1498637"/>
                <a:gd name="csX4696" fmla="*/ 75959 w 3230884"/>
                <a:gd name="csY4696" fmla="*/ 858002 h 1498637"/>
                <a:gd name="csX4697" fmla="*/ 71182 w 3230884"/>
                <a:gd name="csY4697" fmla="*/ 863735 h 1498637"/>
                <a:gd name="csX4698" fmla="*/ 64016 w 3230884"/>
                <a:gd name="csY4698" fmla="*/ 871856 h 1498637"/>
                <a:gd name="csX4699" fmla="*/ 62105 w 3230884"/>
                <a:gd name="csY4699" fmla="*/ 873767 h 1498637"/>
                <a:gd name="csX4700" fmla="*/ 62105 w 3230884"/>
                <a:gd name="csY4700" fmla="*/ 873767 h 1498637"/>
                <a:gd name="csX4701" fmla="*/ 58761 w 3230884"/>
                <a:gd name="csY4701" fmla="*/ 878067 h 1498637"/>
                <a:gd name="csX4702" fmla="*/ 53028 w 3230884"/>
                <a:gd name="csY4702" fmla="*/ 885710 h 1498637"/>
                <a:gd name="csX4703" fmla="*/ 51117 w 3230884"/>
                <a:gd name="csY4703" fmla="*/ 887621 h 1498637"/>
                <a:gd name="csX4704" fmla="*/ 46340 w 3230884"/>
                <a:gd name="csY4704" fmla="*/ 893832 h 1498637"/>
                <a:gd name="csX4705" fmla="*/ 46340 w 3230884"/>
                <a:gd name="csY4705" fmla="*/ 893832 h 1498637"/>
                <a:gd name="csX4706" fmla="*/ 44429 w 3230884"/>
                <a:gd name="csY4706" fmla="*/ 895743 h 1498637"/>
                <a:gd name="csX4707" fmla="*/ 42518 w 3230884"/>
                <a:gd name="csY4707" fmla="*/ 897654 h 1498637"/>
                <a:gd name="csX4708" fmla="*/ 37741 w 3230884"/>
                <a:gd name="csY4708" fmla="*/ 903864 h 1498637"/>
                <a:gd name="csX4709" fmla="*/ 32486 w 3230884"/>
                <a:gd name="csY4709" fmla="*/ 908164 h 1498637"/>
                <a:gd name="csX4710" fmla="*/ 27709 w 3230884"/>
                <a:gd name="csY4710" fmla="*/ 912463 h 1498637"/>
                <a:gd name="csX4711" fmla="*/ 26275 w 3230884"/>
                <a:gd name="csY4711" fmla="*/ 914374 h 1498637"/>
                <a:gd name="csX4712" fmla="*/ 24364 w 3230884"/>
                <a:gd name="csY4712" fmla="*/ 916285 h 1498637"/>
                <a:gd name="csX4713" fmla="*/ 21975 w 3230884"/>
                <a:gd name="csY4713" fmla="*/ 917718 h 1498637"/>
                <a:gd name="csX4714" fmla="*/ 21020 w 3230884"/>
                <a:gd name="csY4714" fmla="*/ 918674 h 1498637"/>
                <a:gd name="csX4715" fmla="*/ 15765 w 3230884"/>
                <a:gd name="csY4715" fmla="*/ 923929 h 1498637"/>
                <a:gd name="csX4716" fmla="*/ 9077 w 3230884"/>
                <a:gd name="csY4716" fmla="*/ 932050 h 1498637"/>
                <a:gd name="csX4717" fmla="*/ 16721 w 3230884"/>
                <a:gd name="csY4717" fmla="*/ 930617 h 1498637"/>
                <a:gd name="csX4718" fmla="*/ 22931 w 3230884"/>
                <a:gd name="csY4718" fmla="*/ 926795 h 1498637"/>
                <a:gd name="csX4719" fmla="*/ 24364 w 3230884"/>
                <a:gd name="csY4719" fmla="*/ 927751 h 1498637"/>
                <a:gd name="csX4720" fmla="*/ 25798 w 3230884"/>
                <a:gd name="csY4720" fmla="*/ 929184 h 1498637"/>
                <a:gd name="csX4721" fmla="*/ 25798 w 3230884"/>
                <a:gd name="csY4721" fmla="*/ 931573 h 1498637"/>
                <a:gd name="csX4722" fmla="*/ 25320 w 3230884"/>
                <a:gd name="csY4722" fmla="*/ 933483 h 1498637"/>
                <a:gd name="csX4723" fmla="*/ 22454 w 3230884"/>
                <a:gd name="csY4723" fmla="*/ 931573 h 1498637"/>
                <a:gd name="csX4724" fmla="*/ 23409 w 3230884"/>
                <a:gd name="csY4724" fmla="*/ 933961 h 1498637"/>
                <a:gd name="csX4725" fmla="*/ 25798 w 3230884"/>
                <a:gd name="csY4725" fmla="*/ 937783 h 1498637"/>
                <a:gd name="csX4726" fmla="*/ 29141 w 3230884"/>
                <a:gd name="csY4726" fmla="*/ 939216 h 1498637"/>
                <a:gd name="csX4727" fmla="*/ 33919 w 3230884"/>
                <a:gd name="csY4727" fmla="*/ 944471 h 1498637"/>
                <a:gd name="csX4728" fmla="*/ 40129 w 3230884"/>
                <a:gd name="csY4728" fmla="*/ 944949 h 1498637"/>
                <a:gd name="csX4729" fmla="*/ 43951 w 3230884"/>
                <a:gd name="csY4729" fmla="*/ 943993 h 1498637"/>
                <a:gd name="csX4730" fmla="*/ 47295 w 3230884"/>
                <a:gd name="csY4730" fmla="*/ 944471 h 1498637"/>
                <a:gd name="csX4731" fmla="*/ 50162 w 3230884"/>
                <a:gd name="csY4731" fmla="*/ 946860 h 1498637"/>
                <a:gd name="csX4732" fmla="*/ 52073 w 3230884"/>
                <a:gd name="csY4732" fmla="*/ 950682 h 1498637"/>
                <a:gd name="csX4733" fmla="*/ 53984 w 3230884"/>
                <a:gd name="csY4733" fmla="*/ 951637 h 1498637"/>
                <a:gd name="csX4734" fmla="*/ 55895 w 3230884"/>
                <a:gd name="csY4734" fmla="*/ 953070 h 1498637"/>
                <a:gd name="csX4735" fmla="*/ 55895 w 3230884"/>
                <a:gd name="csY4735" fmla="*/ 954981 h 1498637"/>
                <a:gd name="csX4736" fmla="*/ 54939 w 3230884"/>
                <a:gd name="csY4736" fmla="*/ 955937 h 1498637"/>
                <a:gd name="csX4737" fmla="*/ 45862 w 3230884"/>
                <a:gd name="csY4737" fmla="*/ 953070 h 1498637"/>
                <a:gd name="csX4738" fmla="*/ 35830 w 3230884"/>
                <a:gd name="csY4738" fmla="*/ 951637 h 1498637"/>
                <a:gd name="csX4739" fmla="*/ 34397 w 3230884"/>
                <a:gd name="csY4739" fmla="*/ 953070 h 1498637"/>
                <a:gd name="csX4740" fmla="*/ 32963 w 3230884"/>
                <a:gd name="csY4740" fmla="*/ 954981 h 1498637"/>
                <a:gd name="csX4741" fmla="*/ 32486 w 3230884"/>
                <a:gd name="csY4741" fmla="*/ 956892 h 1498637"/>
                <a:gd name="csX4742" fmla="*/ 31530 w 3230884"/>
                <a:gd name="csY4742" fmla="*/ 957848 h 1498637"/>
                <a:gd name="csX4743" fmla="*/ 30097 w 3230884"/>
                <a:gd name="csY4743" fmla="*/ 958325 h 1498637"/>
                <a:gd name="csX4744" fmla="*/ 27709 w 3230884"/>
                <a:gd name="csY4744" fmla="*/ 958325 h 1498637"/>
                <a:gd name="csX4745" fmla="*/ 24842 w 3230884"/>
                <a:gd name="csY4745" fmla="*/ 958325 h 1498637"/>
                <a:gd name="csX4746" fmla="*/ 23409 w 3230884"/>
                <a:gd name="csY4746" fmla="*/ 956892 h 1498637"/>
                <a:gd name="csX4747" fmla="*/ 21975 w 3230884"/>
                <a:gd name="csY4747" fmla="*/ 958325 h 1498637"/>
                <a:gd name="csX4748" fmla="*/ 21498 w 3230884"/>
                <a:gd name="csY4748" fmla="*/ 961192 h 1498637"/>
                <a:gd name="csX4749" fmla="*/ 19587 w 3230884"/>
                <a:gd name="csY4749" fmla="*/ 962625 h 1498637"/>
                <a:gd name="csX4750" fmla="*/ 17198 w 3230884"/>
                <a:gd name="csY4750" fmla="*/ 961669 h 1498637"/>
                <a:gd name="csX4751" fmla="*/ 15765 w 3230884"/>
                <a:gd name="csY4751" fmla="*/ 959281 h 1498637"/>
                <a:gd name="csX4752" fmla="*/ 13854 w 3230884"/>
                <a:gd name="csY4752" fmla="*/ 959281 h 1498637"/>
                <a:gd name="csX4753" fmla="*/ 13377 w 3230884"/>
                <a:gd name="csY4753" fmla="*/ 961669 h 1498637"/>
                <a:gd name="csX4754" fmla="*/ 13854 w 3230884"/>
                <a:gd name="csY4754" fmla="*/ 964058 h 1498637"/>
                <a:gd name="csX4755" fmla="*/ 14332 w 3230884"/>
                <a:gd name="csY4755" fmla="*/ 967402 h 1498637"/>
                <a:gd name="csX4756" fmla="*/ 13377 w 3230884"/>
                <a:gd name="csY4756" fmla="*/ 970268 h 1498637"/>
                <a:gd name="csX4757" fmla="*/ 14332 w 3230884"/>
                <a:gd name="csY4757" fmla="*/ 971224 h 1498637"/>
                <a:gd name="csX4758" fmla="*/ 15765 w 3230884"/>
                <a:gd name="csY4758" fmla="*/ 973135 h 1498637"/>
                <a:gd name="csX4759" fmla="*/ 15765 w 3230884"/>
                <a:gd name="csY4759" fmla="*/ 974090 h 1498637"/>
                <a:gd name="csX4760" fmla="*/ 15765 w 3230884"/>
                <a:gd name="csY4760" fmla="*/ 974090 h 1498637"/>
                <a:gd name="csX4761" fmla="*/ 15288 w 3230884"/>
                <a:gd name="csY4761" fmla="*/ 974568 h 1498637"/>
                <a:gd name="csX4762" fmla="*/ 14332 w 3230884"/>
                <a:gd name="csY4762" fmla="*/ 975046 h 1498637"/>
                <a:gd name="csX4763" fmla="*/ 13854 w 3230884"/>
                <a:gd name="csY4763" fmla="*/ 975524 h 1498637"/>
                <a:gd name="csX4764" fmla="*/ 13377 w 3230884"/>
                <a:gd name="csY4764" fmla="*/ 976479 h 1498637"/>
                <a:gd name="csX4765" fmla="*/ 11943 w 3230884"/>
                <a:gd name="csY4765" fmla="*/ 976957 h 1498637"/>
                <a:gd name="csX4766" fmla="*/ 10988 w 3230884"/>
                <a:gd name="csY4766" fmla="*/ 977434 h 1498637"/>
                <a:gd name="csX4767" fmla="*/ 10032 w 3230884"/>
                <a:gd name="csY4767" fmla="*/ 980301 h 1498637"/>
                <a:gd name="csX4768" fmla="*/ 8122 w 3230884"/>
                <a:gd name="csY4768" fmla="*/ 985556 h 1498637"/>
                <a:gd name="csX4769" fmla="*/ 8122 w 3230884"/>
                <a:gd name="csY4769" fmla="*/ 985556 h 1498637"/>
                <a:gd name="csX4770" fmla="*/ 5255 w 3230884"/>
                <a:gd name="csY4770" fmla="*/ 989378 h 1498637"/>
                <a:gd name="csX4771" fmla="*/ 3344 w 3230884"/>
                <a:gd name="csY4771" fmla="*/ 991289 h 1498637"/>
                <a:gd name="csX4772" fmla="*/ 2389 w 3230884"/>
                <a:gd name="csY4772" fmla="*/ 992722 h 1498637"/>
                <a:gd name="csX4773" fmla="*/ 1911 w 3230884"/>
                <a:gd name="csY4773" fmla="*/ 994633 h 1498637"/>
                <a:gd name="csX4774" fmla="*/ 1911 w 3230884"/>
                <a:gd name="csY4774" fmla="*/ 994633 h 1498637"/>
                <a:gd name="csX4775" fmla="*/ 1433 w 3230884"/>
                <a:gd name="csY4775" fmla="*/ 996544 h 1498637"/>
                <a:gd name="csX4776" fmla="*/ 3822 w 3230884"/>
                <a:gd name="csY4776" fmla="*/ 1007054 h 1498637"/>
                <a:gd name="csX4777" fmla="*/ 3822 w 3230884"/>
                <a:gd name="csY4777" fmla="*/ 1008965 h 1498637"/>
                <a:gd name="csX4778" fmla="*/ 3822 w 3230884"/>
                <a:gd name="csY4778" fmla="*/ 1008965 h 1498637"/>
                <a:gd name="csX4779" fmla="*/ 2866 w 3230884"/>
                <a:gd name="csY4779" fmla="*/ 1010875 h 1498637"/>
                <a:gd name="csX4780" fmla="*/ 2866 w 3230884"/>
                <a:gd name="csY4780" fmla="*/ 1012787 h 1498637"/>
                <a:gd name="csX4781" fmla="*/ 2866 w 3230884"/>
                <a:gd name="csY4781" fmla="*/ 1014220 h 1498637"/>
                <a:gd name="csX4782" fmla="*/ 2866 w 3230884"/>
                <a:gd name="csY4782" fmla="*/ 1014697 h 1498637"/>
                <a:gd name="csX4783" fmla="*/ 4300 w 3230884"/>
                <a:gd name="csY4783" fmla="*/ 1017086 h 1498637"/>
                <a:gd name="csX4784" fmla="*/ 4300 w 3230884"/>
                <a:gd name="csY4784" fmla="*/ 1017564 h 1498637"/>
                <a:gd name="csX4785" fmla="*/ 5733 w 3230884"/>
                <a:gd name="csY4785" fmla="*/ 1021386 h 1498637"/>
                <a:gd name="csX4786" fmla="*/ 6688 w 3230884"/>
                <a:gd name="csY4786" fmla="*/ 1024252 h 1498637"/>
                <a:gd name="csX4787" fmla="*/ 7644 w 3230884"/>
                <a:gd name="csY4787" fmla="*/ 1025207 h 1498637"/>
                <a:gd name="csX4788" fmla="*/ 8122 w 3230884"/>
                <a:gd name="csY4788" fmla="*/ 1026163 h 1498637"/>
                <a:gd name="csX4789" fmla="*/ 8599 w 3230884"/>
                <a:gd name="csY4789" fmla="*/ 1026163 h 1498637"/>
                <a:gd name="csX4790" fmla="*/ 8599 w 3230884"/>
                <a:gd name="csY4790" fmla="*/ 1026641 h 1498637"/>
                <a:gd name="csX4791" fmla="*/ 8599 w 3230884"/>
                <a:gd name="csY4791" fmla="*/ 1027118 h 1498637"/>
                <a:gd name="csX4792" fmla="*/ 8599 w 3230884"/>
                <a:gd name="csY4792" fmla="*/ 1027118 h 1498637"/>
                <a:gd name="csX4793" fmla="*/ 8122 w 3230884"/>
                <a:gd name="csY4793" fmla="*/ 1027596 h 1498637"/>
                <a:gd name="csX4794" fmla="*/ 3822 w 3230884"/>
                <a:gd name="csY4794" fmla="*/ 1029029 h 1498637"/>
                <a:gd name="csX4795" fmla="*/ 3344 w 3230884"/>
                <a:gd name="csY4795" fmla="*/ 1029985 h 1498637"/>
                <a:gd name="csX4796" fmla="*/ 2866 w 3230884"/>
                <a:gd name="csY4796" fmla="*/ 1031418 h 1498637"/>
                <a:gd name="csX4797" fmla="*/ 956 w 3230884"/>
                <a:gd name="csY4797" fmla="*/ 1033329 h 1498637"/>
                <a:gd name="csX4798" fmla="*/ 956 w 3230884"/>
                <a:gd name="csY4798" fmla="*/ 1033329 h 1498637"/>
                <a:gd name="csX4799" fmla="*/ 478 w 3230884"/>
                <a:gd name="csY4799" fmla="*/ 1035240 h 1498637"/>
                <a:gd name="csX4800" fmla="*/ 0 w 3230884"/>
                <a:gd name="csY4800" fmla="*/ 1037151 h 1498637"/>
                <a:gd name="csX4801" fmla="*/ 0 w 3230884"/>
                <a:gd name="csY4801" fmla="*/ 1038106 h 1498637"/>
                <a:gd name="csX4802" fmla="*/ 0 w 3230884"/>
                <a:gd name="csY4802" fmla="*/ 1038106 h 1498637"/>
                <a:gd name="csX4803" fmla="*/ 2389 w 3230884"/>
                <a:gd name="csY4803" fmla="*/ 1038106 h 1498637"/>
                <a:gd name="csX4804" fmla="*/ 3344 w 3230884"/>
                <a:gd name="csY4804" fmla="*/ 1038584 h 1498637"/>
                <a:gd name="csX4805" fmla="*/ 3344 w 3230884"/>
                <a:gd name="csY4805" fmla="*/ 1038584 h 1498637"/>
                <a:gd name="csX4806" fmla="*/ 3822 w 3230884"/>
                <a:gd name="csY4806" fmla="*/ 1041450 h 1498637"/>
                <a:gd name="csX4807" fmla="*/ 3822 w 3230884"/>
                <a:gd name="csY4807" fmla="*/ 1041450 h 1498637"/>
                <a:gd name="csX4808" fmla="*/ 6688 w 3230884"/>
                <a:gd name="csY4808" fmla="*/ 1043361 h 1498637"/>
                <a:gd name="csX4809" fmla="*/ 9077 w 3230884"/>
                <a:gd name="csY4809" fmla="*/ 1045272 h 1498637"/>
                <a:gd name="csX4810" fmla="*/ 9555 w 3230884"/>
                <a:gd name="csY4810" fmla="*/ 1046228 h 1498637"/>
                <a:gd name="csX4811" fmla="*/ 9555 w 3230884"/>
                <a:gd name="csY4811" fmla="*/ 1046228 h 1498637"/>
                <a:gd name="csX4812" fmla="*/ 9555 w 3230884"/>
                <a:gd name="csY4812" fmla="*/ 1047661 h 1498637"/>
                <a:gd name="csX4813" fmla="*/ 9555 w 3230884"/>
                <a:gd name="csY4813" fmla="*/ 1049572 h 1498637"/>
                <a:gd name="csX4814" fmla="*/ 9077 w 3230884"/>
                <a:gd name="csY4814" fmla="*/ 1050527 h 1498637"/>
                <a:gd name="csX4815" fmla="*/ 8122 w 3230884"/>
                <a:gd name="csY4815" fmla="*/ 1051483 h 1498637"/>
                <a:gd name="csX4816" fmla="*/ 7166 w 3230884"/>
                <a:gd name="csY4816" fmla="*/ 1053871 h 1498637"/>
                <a:gd name="csX4817" fmla="*/ 7166 w 3230884"/>
                <a:gd name="csY4817" fmla="*/ 1056738 h 1498637"/>
                <a:gd name="csX4818" fmla="*/ 5733 w 3230884"/>
                <a:gd name="csY4818" fmla="*/ 1061037 h 1498637"/>
                <a:gd name="csX4819" fmla="*/ 5733 w 3230884"/>
                <a:gd name="csY4819" fmla="*/ 1061037 h 1498637"/>
                <a:gd name="csX4820" fmla="*/ 6211 w 3230884"/>
                <a:gd name="csY4820" fmla="*/ 1061037 h 1498637"/>
                <a:gd name="csX4821" fmla="*/ 9077 w 3230884"/>
                <a:gd name="csY4821" fmla="*/ 1060082 h 1498637"/>
                <a:gd name="csX4822" fmla="*/ 10032 w 3230884"/>
                <a:gd name="csY4822" fmla="*/ 1060560 h 1498637"/>
                <a:gd name="csX4823" fmla="*/ 10510 w 3230884"/>
                <a:gd name="csY4823" fmla="*/ 1061515 h 1498637"/>
                <a:gd name="csX4824" fmla="*/ 10510 w 3230884"/>
                <a:gd name="csY4824" fmla="*/ 1061993 h 1498637"/>
                <a:gd name="csX4825" fmla="*/ 10988 w 3230884"/>
                <a:gd name="csY4825" fmla="*/ 1064381 h 1498637"/>
                <a:gd name="csX4826" fmla="*/ 11943 w 3230884"/>
                <a:gd name="csY4826" fmla="*/ 1065814 h 1498637"/>
                <a:gd name="csX4827" fmla="*/ 12899 w 3230884"/>
                <a:gd name="csY4827" fmla="*/ 1067725 h 1498637"/>
                <a:gd name="csX4828" fmla="*/ 12899 w 3230884"/>
                <a:gd name="csY4828" fmla="*/ 1067725 h 1498637"/>
                <a:gd name="csX4829" fmla="*/ 12899 w 3230884"/>
                <a:gd name="csY4829" fmla="*/ 1069159 h 1498637"/>
                <a:gd name="csX4830" fmla="*/ 14809 w 3230884"/>
                <a:gd name="csY4830" fmla="*/ 1071069 h 1498637"/>
                <a:gd name="csX4831" fmla="*/ 14809 w 3230884"/>
                <a:gd name="csY4831" fmla="*/ 1071069 h 1498637"/>
                <a:gd name="csX4832" fmla="*/ 15288 w 3230884"/>
                <a:gd name="csY4832" fmla="*/ 1072025 h 1498637"/>
                <a:gd name="csX4833" fmla="*/ 16243 w 3230884"/>
                <a:gd name="csY4833" fmla="*/ 1076325 h 1498637"/>
                <a:gd name="csX4834" fmla="*/ 16721 w 3230884"/>
                <a:gd name="csY4834" fmla="*/ 1078235 h 1498637"/>
                <a:gd name="csX4835" fmla="*/ 16721 w 3230884"/>
                <a:gd name="csY4835" fmla="*/ 1078235 h 1498637"/>
                <a:gd name="csX4836" fmla="*/ 16721 w 3230884"/>
                <a:gd name="csY4836" fmla="*/ 1080146 h 1498637"/>
                <a:gd name="csX4837" fmla="*/ 16243 w 3230884"/>
                <a:gd name="csY4837" fmla="*/ 1082535 h 1498637"/>
                <a:gd name="csX4838" fmla="*/ 15765 w 3230884"/>
                <a:gd name="csY4838" fmla="*/ 1083968 h 1498637"/>
                <a:gd name="csX4839" fmla="*/ 18632 w 3230884"/>
                <a:gd name="csY4839" fmla="*/ 1086835 h 1498637"/>
                <a:gd name="csX4840" fmla="*/ 18632 w 3230884"/>
                <a:gd name="csY4840" fmla="*/ 1086835 h 1498637"/>
                <a:gd name="csX4841" fmla="*/ 19109 w 3230884"/>
                <a:gd name="csY4841" fmla="*/ 1086835 h 1498637"/>
                <a:gd name="csX4842" fmla="*/ 20543 w 3230884"/>
                <a:gd name="csY4842" fmla="*/ 1085879 h 1498637"/>
                <a:gd name="csX4843" fmla="*/ 21020 w 3230884"/>
                <a:gd name="csY4843" fmla="*/ 1085879 h 1498637"/>
                <a:gd name="csX4844" fmla="*/ 24364 w 3230884"/>
                <a:gd name="csY4844" fmla="*/ 1085879 h 1498637"/>
                <a:gd name="csX4845" fmla="*/ 25320 w 3230884"/>
                <a:gd name="csY4845" fmla="*/ 1086835 h 1498637"/>
                <a:gd name="csX4846" fmla="*/ 26753 w 3230884"/>
                <a:gd name="csY4846" fmla="*/ 1088746 h 1498637"/>
                <a:gd name="csX4847" fmla="*/ 27709 w 3230884"/>
                <a:gd name="csY4847" fmla="*/ 1090179 h 1498637"/>
                <a:gd name="csX4848" fmla="*/ 28664 w 3230884"/>
                <a:gd name="csY4848" fmla="*/ 1090656 h 1498637"/>
                <a:gd name="csX4849" fmla="*/ 31530 w 3230884"/>
                <a:gd name="csY4849" fmla="*/ 1088746 h 1498637"/>
                <a:gd name="csX4850" fmla="*/ 33441 w 3230884"/>
                <a:gd name="csY4850" fmla="*/ 1088268 h 1498637"/>
                <a:gd name="csX4851" fmla="*/ 34397 w 3230884"/>
                <a:gd name="csY4851" fmla="*/ 1088268 h 1498637"/>
                <a:gd name="csX4852" fmla="*/ 38218 w 3230884"/>
                <a:gd name="csY4852" fmla="*/ 1089701 h 1498637"/>
                <a:gd name="csX4853" fmla="*/ 40129 w 3230884"/>
                <a:gd name="csY4853" fmla="*/ 1090656 h 1498637"/>
                <a:gd name="csX4854" fmla="*/ 40129 w 3230884"/>
                <a:gd name="csY4854" fmla="*/ 1090656 h 1498637"/>
                <a:gd name="csX4855" fmla="*/ 40607 w 3230884"/>
                <a:gd name="csY4855" fmla="*/ 1091612 h 1498637"/>
                <a:gd name="csX4856" fmla="*/ 40607 w 3230884"/>
                <a:gd name="csY4856" fmla="*/ 1092567 h 1498637"/>
                <a:gd name="csX4857" fmla="*/ 40129 w 3230884"/>
                <a:gd name="csY4857" fmla="*/ 1094001 h 1498637"/>
                <a:gd name="csX4858" fmla="*/ 39652 w 3230884"/>
                <a:gd name="csY4858" fmla="*/ 1095911 h 1498637"/>
                <a:gd name="csX4859" fmla="*/ 39652 w 3230884"/>
                <a:gd name="csY4859" fmla="*/ 1095911 h 1498637"/>
                <a:gd name="csX4860" fmla="*/ 41085 w 3230884"/>
                <a:gd name="csY4860" fmla="*/ 1097822 h 1498637"/>
                <a:gd name="csX4861" fmla="*/ 41085 w 3230884"/>
                <a:gd name="csY4861" fmla="*/ 1097822 h 1498637"/>
                <a:gd name="csX4862" fmla="*/ 42518 w 3230884"/>
                <a:gd name="csY4862" fmla="*/ 1098778 h 1498637"/>
                <a:gd name="csX4863" fmla="*/ 45384 w 3230884"/>
                <a:gd name="csY4863" fmla="*/ 1096867 h 1498637"/>
                <a:gd name="csX4864" fmla="*/ 46340 w 3230884"/>
                <a:gd name="csY4864" fmla="*/ 1096389 h 1498637"/>
                <a:gd name="csX4865" fmla="*/ 47295 w 3230884"/>
                <a:gd name="csY4865" fmla="*/ 1096389 h 1498637"/>
                <a:gd name="csX4866" fmla="*/ 49206 w 3230884"/>
                <a:gd name="csY4866" fmla="*/ 1095434 h 1498637"/>
                <a:gd name="csX4867" fmla="*/ 50162 w 3230884"/>
                <a:gd name="csY4867" fmla="*/ 1094001 h 1498637"/>
                <a:gd name="csX4868" fmla="*/ 51117 w 3230884"/>
                <a:gd name="csY4868" fmla="*/ 1094001 h 1498637"/>
                <a:gd name="csX4869" fmla="*/ 53506 w 3230884"/>
                <a:gd name="csY4869" fmla="*/ 1094001 h 1498637"/>
                <a:gd name="csX4870" fmla="*/ 57328 w 3230884"/>
                <a:gd name="csY4870" fmla="*/ 1094001 h 1498637"/>
                <a:gd name="csX4871" fmla="*/ 61627 w 3230884"/>
                <a:gd name="csY4871" fmla="*/ 1095434 h 1498637"/>
                <a:gd name="csX4872" fmla="*/ 61627 w 3230884"/>
                <a:gd name="csY4872" fmla="*/ 1095434 h 1498637"/>
                <a:gd name="csX4873" fmla="*/ 62105 w 3230884"/>
                <a:gd name="csY4873" fmla="*/ 1096389 h 1498637"/>
                <a:gd name="csX4874" fmla="*/ 64016 w 3230884"/>
                <a:gd name="csY4874" fmla="*/ 1098300 h 1498637"/>
                <a:gd name="csX4875" fmla="*/ 64971 w 3230884"/>
                <a:gd name="csY4875" fmla="*/ 1099255 h 1498637"/>
                <a:gd name="csX4876" fmla="*/ 64971 w 3230884"/>
                <a:gd name="csY4876" fmla="*/ 1099733 h 1498637"/>
                <a:gd name="csX4877" fmla="*/ 65927 w 3230884"/>
                <a:gd name="csY4877" fmla="*/ 1099733 h 1498637"/>
                <a:gd name="csX4878" fmla="*/ 66882 w 3230884"/>
                <a:gd name="csY4878" fmla="*/ 1101167 h 1498637"/>
                <a:gd name="csX4879" fmla="*/ 68316 w 3230884"/>
                <a:gd name="csY4879" fmla="*/ 1101644 h 1498637"/>
                <a:gd name="csX4880" fmla="*/ 69748 w 3230884"/>
                <a:gd name="csY4880" fmla="*/ 1101644 h 1498637"/>
                <a:gd name="csX4881" fmla="*/ 70227 w 3230884"/>
                <a:gd name="csY4881" fmla="*/ 1101644 h 1498637"/>
                <a:gd name="csX4882" fmla="*/ 70704 w 3230884"/>
                <a:gd name="csY4882" fmla="*/ 1102600 h 1498637"/>
                <a:gd name="csX4883" fmla="*/ 70704 w 3230884"/>
                <a:gd name="csY4883" fmla="*/ 1102600 h 1498637"/>
                <a:gd name="csX4884" fmla="*/ 70704 w 3230884"/>
                <a:gd name="csY4884" fmla="*/ 1104033 h 1498637"/>
                <a:gd name="csX4885" fmla="*/ 70704 w 3230884"/>
                <a:gd name="csY4885" fmla="*/ 1104033 h 1498637"/>
                <a:gd name="csX4886" fmla="*/ 70704 w 3230884"/>
                <a:gd name="csY4886" fmla="*/ 1108332 h 1498637"/>
                <a:gd name="csX4887" fmla="*/ 69748 w 3230884"/>
                <a:gd name="csY4887" fmla="*/ 1109288 h 1498637"/>
                <a:gd name="csX4888" fmla="*/ 68793 w 3230884"/>
                <a:gd name="csY4888" fmla="*/ 1110243 h 1498637"/>
                <a:gd name="csX4889" fmla="*/ 68793 w 3230884"/>
                <a:gd name="csY4889" fmla="*/ 1110243 h 1498637"/>
                <a:gd name="csX4890" fmla="*/ 68793 w 3230884"/>
                <a:gd name="csY4890" fmla="*/ 1111199 h 1498637"/>
                <a:gd name="csX4891" fmla="*/ 68793 w 3230884"/>
                <a:gd name="csY4891" fmla="*/ 1111676 h 1498637"/>
                <a:gd name="csX4892" fmla="*/ 68793 w 3230884"/>
                <a:gd name="csY4892" fmla="*/ 1112154 h 1498637"/>
                <a:gd name="csX4893" fmla="*/ 69748 w 3230884"/>
                <a:gd name="csY4893" fmla="*/ 1113587 h 1498637"/>
                <a:gd name="csX4894" fmla="*/ 71659 w 3230884"/>
                <a:gd name="csY4894" fmla="*/ 1116454 h 1498637"/>
                <a:gd name="csX4895" fmla="*/ 71659 w 3230884"/>
                <a:gd name="csY4895" fmla="*/ 1116932 h 1498637"/>
                <a:gd name="csX4896" fmla="*/ 72137 w 3230884"/>
                <a:gd name="csY4896" fmla="*/ 1117887 h 1498637"/>
                <a:gd name="csX4897" fmla="*/ 72137 w 3230884"/>
                <a:gd name="csY4897" fmla="*/ 1119320 h 1498637"/>
                <a:gd name="csX4898" fmla="*/ 69748 w 3230884"/>
                <a:gd name="csY4898" fmla="*/ 1122664 h 1498637"/>
                <a:gd name="csX4899" fmla="*/ 69271 w 3230884"/>
                <a:gd name="csY4899" fmla="*/ 1123620 h 1498637"/>
                <a:gd name="csX4900" fmla="*/ 68316 w 3230884"/>
                <a:gd name="csY4900" fmla="*/ 1125053 h 1498637"/>
                <a:gd name="csX4901" fmla="*/ 68316 w 3230884"/>
                <a:gd name="csY4901" fmla="*/ 1125053 h 1498637"/>
                <a:gd name="csX4902" fmla="*/ 68316 w 3230884"/>
                <a:gd name="csY4902" fmla="*/ 1126964 h 1498637"/>
                <a:gd name="csX4903" fmla="*/ 68316 w 3230884"/>
                <a:gd name="csY4903" fmla="*/ 1127442 h 1498637"/>
                <a:gd name="csX4904" fmla="*/ 68316 w 3230884"/>
                <a:gd name="csY4904" fmla="*/ 1127442 h 1498637"/>
                <a:gd name="csX4905" fmla="*/ 68316 w 3230884"/>
                <a:gd name="csY4905" fmla="*/ 1127442 h 1498637"/>
                <a:gd name="csX4906" fmla="*/ 72137 w 3230884"/>
                <a:gd name="csY4906" fmla="*/ 1130308 h 1498637"/>
                <a:gd name="csX4907" fmla="*/ 75004 w 3230884"/>
                <a:gd name="csY4907" fmla="*/ 1131741 h 1498637"/>
                <a:gd name="csX4908" fmla="*/ 75481 w 3230884"/>
                <a:gd name="csY4908" fmla="*/ 1132697 h 1498637"/>
                <a:gd name="csX4909" fmla="*/ 75481 w 3230884"/>
                <a:gd name="csY4909" fmla="*/ 1133174 h 1498637"/>
                <a:gd name="csX4910" fmla="*/ 74048 w 3230884"/>
                <a:gd name="csY4910" fmla="*/ 1136041 h 1498637"/>
                <a:gd name="csX4911" fmla="*/ 74048 w 3230884"/>
                <a:gd name="csY4911" fmla="*/ 1136518 h 1498637"/>
                <a:gd name="csX4912" fmla="*/ 74048 w 3230884"/>
                <a:gd name="csY4912" fmla="*/ 1136996 h 1498637"/>
                <a:gd name="csX4913" fmla="*/ 75959 w 3230884"/>
                <a:gd name="csY4913" fmla="*/ 1137952 h 1498637"/>
                <a:gd name="csX4914" fmla="*/ 75959 w 3230884"/>
                <a:gd name="csY4914" fmla="*/ 1137952 h 1498637"/>
                <a:gd name="csX4915" fmla="*/ 77393 w 3230884"/>
                <a:gd name="csY4915" fmla="*/ 1139862 h 1498637"/>
                <a:gd name="csX4916" fmla="*/ 78348 w 3230884"/>
                <a:gd name="csY4916" fmla="*/ 1143207 h 1498637"/>
                <a:gd name="csX4917" fmla="*/ 80259 w 3230884"/>
                <a:gd name="csY4917" fmla="*/ 1145595 h 1498637"/>
                <a:gd name="csX4918" fmla="*/ 80259 w 3230884"/>
                <a:gd name="csY4918" fmla="*/ 1146073 h 1498637"/>
                <a:gd name="csX4919" fmla="*/ 85036 w 3230884"/>
                <a:gd name="csY4919" fmla="*/ 1148462 h 1498637"/>
                <a:gd name="csX4920" fmla="*/ 87902 w 3230884"/>
                <a:gd name="csY4920" fmla="*/ 1150373 h 1498637"/>
                <a:gd name="csX4921" fmla="*/ 88858 w 3230884"/>
                <a:gd name="csY4921" fmla="*/ 1150850 h 1498637"/>
                <a:gd name="csX4922" fmla="*/ 88858 w 3230884"/>
                <a:gd name="csY4922" fmla="*/ 1151806 h 1498637"/>
                <a:gd name="csX4923" fmla="*/ 88858 w 3230884"/>
                <a:gd name="csY4923" fmla="*/ 1154194 h 1498637"/>
                <a:gd name="csX4924" fmla="*/ 87902 w 3230884"/>
                <a:gd name="csY4924" fmla="*/ 1156583 h 1498637"/>
                <a:gd name="csX4925" fmla="*/ 87425 w 3230884"/>
                <a:gd name="csY4925" fmla="*/ 1158016 h 1498637"/>
                <a:gd name="csX4926" fmla="*/ 87425 w 3230884"/>
                <a:gd name="csY4926" fmla="*/ 1158016 h 1498637"/>
                <a:gd name="csX4927" fmla="*/ 88858 w 3230884"/>
                <a:gd name="csY4927" fmla="*/ 1158494 h 1498637"/>
                <a:gd name="csX4928" fmla="*/ 92202 w 3230884"/>
                <a:gd name="csY4928" fmla="*/ 1158494 h 1498637"/>
                <a:gd name="csX4929" fmla="*/ 96024 w 3230884"/>
                <a:gd name="csY4929" fmla="*/ 1158972 h 1498637"/>
                <a:gd name="csX4930" fmla="*/ 101279 w 3230884"/>
                <a:gd name="csY4930" fmla="*/ 1161360 h 1498637"/>
                <a:gd name="csX4931" fmla="*/ 101279 w 3230884"/>
                <a:gd name="csY4931" fmla="*/ 1162794 h 1498637"/>
                <a:gd name="csX4932" fmla="*/ 100801 w 3230884"/>
                <a:gd name="csY4932" fmla="*/ 1163749 h 1498637"/>
                <a:gd name="csX4933" fmla="*/ 100801 w 3230884"/>
                <a:gd name="csY4933" fmla="*/ 1163749 h 1498637"/>
                <a:gd name="csX4934" fmla="*/ 100801 w 3230884"/>
                <a:gd name="csY4934" fmla="*/ 1165182 h 1498637"/>
                <a:gd name="csX4935" fmla="*/ 101757 w 3230884"/>
                <a:gd name="csY4935" fmla="*/ 1166138 h 1498637"/>
                <a:gd name="csX4936" fmla="*/ 101757 w 3230884"/>
                <a:gd name="csY4936" fmla="*/ 1166138 h 1498637"/>
                <a:gd name="csX4937" fmla="*/ 106056 w 3230884"/>
                <a:gd name="csY4937" fmla="*/ 1169004 h 1498637"/>
                <a:gd name="csX4938" fmla="*/ 106056 w 3230884"/>
                <a:gd name="csY4938" fmla="*/ 1169960 h 1498637"/>
                <a:gd name="csX4939" fmla="*/ 106534 w 3230884"/>
                <a:gd name="csY4939" fmla="*/ 1171393 h 1498637"/>
                <a:gd name="csX4940" fmla="*/ 106056 w 3230884"/>
                <a:gd name="csY4940" fmla="*/ 1172348 h 1498637"/>
                <a:gd name="csX4941" fmla="*/ 106056 w 3230884"/>
                <a:gd name="csY4941" fmla="*/ 1172348 h 1498637"/>
                <a:gd name="csX4942" fmla="*/ 105100 w 3230884"/>
                <a:gd name="csY4942" fmla="*/ 1172826 h 1498637"/>
                <a:gd name="csX4943" fmla="*/ 103668 w 3230884"/>
                <a:gd name="csY4943" fmla="*/ 1173304 h 1498637"/>
                <a:gd name="csX4944" fmla="*/ 101757 w 3230884"/>
                <a:gd name="csY4944" fmla="*/ 1174259 h 1498637"/>
                <a:gd name="csX4945" fmla="*/ 100801 w 3230884"/>
                <a:gd name="csY4945" fmla="*/ 1176170 h 1498637"/>
                <a:gd name="csX4946" fmla="*/ 100801 w 3230884"/>
                <a:gd name="csY4946" fmla="*/ 1176170 h 1498637"/>
                <a:gd name="csX4947" fmla="*/ 96979 w 3230884"/>
                <a:gd name="csY4947" fmla="*/ 1178559 h 1498637"/>
                <a:gd name="csX4948" fmla="*/ 95068 w 3230884"/>
                <a:gd name="csY4948" fmla="*/ 1179992 h 1498637"/>
                <a:gd name="csX4949" fmla="*/ 93157 w 3230884"/>
                <a:gd name="csY4949" fmla="*/ 1179992 h 1498637"/>
                <a:gd name="csX4950" fmla="*/ 89336 w 3230884"/>
                <a:gd name="csY4950" fmla="*/ 1179514 h 1498637"/>
                <a:gd name="csX4951" fmla="*/ 87902 w 3230884"/>
                <a:gd name="csY4951" fmla="*/ 1178081 h 1498637"/>
                <a:gd name="csX4952" fmla="*/ 87902 w 3230884"/>
                <a:gd name="csY4952" fmla="*/ 1178081 h 1498637"/>
                <a:gd name="csX4953" fmla="*/ 87425 w 3230884"/>
                <a:gd name="csY4953" fmla="*/ 1177125 h 1498637"/>
                <a:gd name="csX4954" fmla="*/ 85514 w 3230884"/>
                <a:gd name="csY4954" fmla="*/ 1176648 h 1498637"/>
                <a:gd name="csX4955" fmla="*/ 83603 w 3230884"/>
                <a:gd name="csY4955" fmla="*/ 1176648 h 1498637"/>
                <a:gd name="csX4956" fmla="*/ 80736 w 3230884"/>
                <a:gd name="csY4956" fmla="*/ 1176648 h 1498637"/>
                <a:gd name="csX4957" fmla="*/ 80259 w 3230884"/>
                <a:gd name="csY4957" fmla="*/ 1177125 h 1498637"/>
                <a:gd name="csX4958" fmla="*/ 79781 w 3230884"/>
                <a:gd name="csY4958" fmla="*/ 1178559 h 1498637"/>
                <a:gd name="csX4959" fmla="*/ 78348 w 3230884"/>
                <a:gd name="csY4959" fmla="*/ 1180947 h 1498637"/>
                <a:gd name="csX4960" fmla="*/ 77393 w 3230884"/>
                <a:gd name="csY4960" fmla="*/ 1181903 h 1498637"/>
                <a:gd name="csX4961" fmla="*/ 78348 w 3230884"/>
                <a:gd name="csY4961" fmla="*/ 1182858 h 1498637"/>
                <a:gd name="csX4962" fmla="*/ 79303 w 3230884"/>
                <a:gd name="csY4962" fmla="*/ 1184769 h 1498637"/>
                <a:gd name="csX4963" fmla="*/ 81214 w 3230884"/>
                <a:gd name="csY4963" fmla="*/ 1186680 h 1498637"/>
                <a:gd name="csX4964" fmla="*/ 83125 w 3230884"/>
                <a:gd name="csY4964" fmla="*/ 1188591 h 1498637"/>
                <a:gd name="csX4965" fmla="*/ 83603 w 3230884"/>
                <a:gd name="csY4965" fmla="*/ 1190024 h 1498637"/>
                <a:gd name="csX4966" fmla="*/ 83603 w 3230884"/>
                <a:gd name="csY4966" fmla="*/ 1190502 h 1498637"/>
                <a:gd name="csX4967" fmla="*/ 83603 w 3230884"/>
                <a:gd name="csY4967" fmla="*/ 1190502 h 1498637"/>
                <a:gd name="csX4968" fmla="*/ 82647 w 3230884"/>
                <a:gd name="csY4968" fmla="*/ 1191457 h 1498637"/>
                <a:gd name="csX4969" fmla="*/ 82647 w 3230884"/>
                <a:gd name="csY4969" fmla="*/ 1191457 h 1498637"/>
                <a:gd name="csX4970" fmla="*/ 82647 w 3230884"/>
                <a:gd name="csY4970" fmla="*/ 1193368 h 1498637"/>
                <a:gd name="csX4971" fmla="*/ 84558 w 3230884"/>
                <a:gd name="csY4971" fmla="*/ 1196235 h 1498637"/>
                <a:gd name="csX4972" fmla="*/ 84558 w 3230884"/>
                <a:gd name="csY4972" fmla="*/ 1196235 h 1498637"/>
                <a:gd name="csX4973" fmla="*/ 84080 w 3230884"/>
                <a:gd name="csY4973" fmla="*/ 1196712 h 1498637"/>
                <a:gd name="csX4974" fmla="*/ 84080 w 3230884"/>
                <a:gd name="csY4974" fmla="*/ 1199579 h 1498637"/>
                <a:gd name="csX4975" fmla="*/ 84080 w 3230884"/>
                <a:gd name="csY4975" fmla="*/ 1202923 h 1498637"/>
                <a:gd name="csX4976" fmla="*/ 84080 w 3230884"/>
                <a:gd name="csY4976" fmla="*/ 1202923 h 1498637"/>
                <a:gd name="csX4977" fmla="*/ 84080 w 3230884"/>
                <a:gd name="csY4977" fmla="*/ 1203878 h 1498637"/>
                <a:gd name="csX4978" fmla="*/ 84080 w 3230884"/>
                <a:gd name="csY4978" fmla="*/ 1203878 h 1498637"/>
                <a:gd name="csX4979" fmla="*/ 85036 w 3230884"/>
                <a:gd name="csY4979" fmla="*/ 1204834 h 1498637"/>
                <a:gd name="csX4980" fmla="*/ 85991 w 3230884"/>
                <a:gd name="csY4980" fmla="*/ 1205789 h 1498637"/>
                <a:gd name="csX4981" fmla="*/ 87425 w 3230884"/>
                <a:gd name="csY4981" fmla="*/ 1208656 h 1498637"/>
                <a:gd name="csX4982" fmla="*/ 87425 w 3230884"/>
                <a:gd name="csY4982" fmla="*/ 1209133 h 14986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  <a:cxn ang="0">
                  <a:pos x="csX4128" y="csY4128"/>
                </a:cxn>
                <a:cxn ang="0">
                  <a:pos x="csX4129" y="csY4129"/>
                </a:cxn>
                <a:cxn ang="0">
                  <a:pos x="csX4130" y="csY4130"/>
                </a:cxn>
                <a:cxn ang="0">
                  <a:pos x="csX4131" y="csY4131"/>
                </a:cxn>
                <a:cxn ang="0">
                  <a:pos x="csX4132" y="csY4132"/>
                </a:cxn>
                <a:cxn ang="0">
                  <a:pos x="csX4133" y="csY4133"/>
                </a:cxn>
                <a:cxn ang="0">
                  <a:pos x="csX4134" y="csY4134"/>
                </a:cxn>
                <a:cxn ang="0">
                  <a:pos x="csX4135" y="csY4135"/>
                </a:cxn>
                <a:cxn ang="0">
                  <a:pos x="csX4136" y="csY4136"/>
                </a:cxn>
                <a:cxn ang="0">
                  <a:pos x="csX4137" y="csY4137"/>
                </a:cxn>
                <a:cxn ang="0">
                  <a:pos x="csX4138" y="csY4138"/>
                </a:cxn>
                <a:cxn ang="0">
                  <a:pos x="csX4139" y="csY4139"/>
                </a:cxn>
                <a:cxn ang="0">
                  <a:pos x="csX4140" y="csY4140"/>
                </a:cxn>
                <a:cxn ang="0">
                  <a:pos x="csX4141" y="csY4141"/>
                </a:cxn>
                <a:cxn ang="0">
                  <a:pos x="csX4142" y="csY4142"/>
                </a:cxn>
                <a:cxn ang="0">
                  <a:pos x="csX4143" y="csY4143"/>
                </a:cxn>
                <a:cxn ang="0">
                  <a:pos x="csX4144" y="csY4144"/>
                </a:cxn>
                <a:cxn ang="0">
                  <a:pos x="csX4145" y="csY4145"/>
                </a:cxn>
                <a:cxn ang="0">
                  <a:pos x="csX4146" y="csY4146"/>
                </a:cxn>
                <a:cxn ang="0">
                  <a:pos x="csX4147" y="csY4147"/>
                </a:cxn>
                <a:cxn ang="0">
                  <a:pos x="csX4148" y="csY4148"/>
                </a:cxn>
                <a:cxn ang="0">
                  <a:pos x="csX4149" y="csY4149"/>
                </a:cxn>
                <a:cxn ang="0">
                  <a:pos x="csX4150" y="csY4150"/>
                </a:cxn>
                <a:cxn ang="0">
                  <a:pos x="csX4151" y="csY4151"/>
                </a:cxn>
                <a:cxn ang="0">
                  <a:pos x="csX4152" y="csY4152"/>
                </a:cxn>
                <a:cxn ang="0">
                  <a:pos x="csX4153" y="csY4153"/>
                </a:cxn>
                <a:cxn ang="0">
                  <a:pos x="csX4154" y="csY4154"/>
                </a:cxn>
                <a:cxn ang="0">
                  <a:pos x="csX4155" y="csY4155"/>
                </a:cxn>
                <a:cxn ang="0">
                  <a:pos x="csX4156" y="csY4156"/>
                </a:cxn>
                <a:cxn ang="0">
                  <a:pos x="csX4157" y="csY4157"/>
                </a:cxn>
                <a:cxn ang="0">
                  <a:pos x="csX4158" y="csY4158"/>
                </a:cxn>
                <a:cxn ang="0">
                  <a:pos x="csX4159" y="csY4159"/>
                </a:cxn>
                <a:cxn ang="0">
                  <a:pos x="csX4160" y="csY4160"/>
                </a:cxn>
                <a:cxn ang="0">
                  <a:pos x="csX4161" y="csY4161"/>
                </a:cxn>
                <a:cxn ang="0">
                  <a:pos x="csX4162" y="csY4162"/>
                </a:cxn>
                <a:cxn ang="0">
                  <a:pos x="csX4163" y="csY4163"/>
                </a:cxn>
                <a:cxn ang="0">
                  <a:pos x="csX4164" y="csY4164"/>
                </a:cxn>
                <a:cxn ang="0">
                  <a:pos x="csX4165" y="csY4165"/>
                </a:cxn>
                <a:cxn ang="0">
                  <a:pos x="csX4166" y="csY4166"/>
                </a:cxn>
                <a:cxn ang="0">
                  <a:pos x="csX4167" y="csY4167"/>
                </a:cxn>
                <a:cxn ang="0">
                  <a:pos x="csX4168" y="csY4168"/>
                </a:cxn>
                <a:cxn ang="0">
                  <a:pos x="csX4169" y="csY4169"/>
                </a:cxn>
                <a:cxn ang="0">
                  <a:pos x="csX4170" y="csY4170"/>
                </a:cxn>
                <a:cxn ang="0">
                  <a:pos x="csX4171" y="csY4171"/>
                </a:cxn>
                <a:cxn ang="0">
                  <a:pos x="csX4172" y="csY4172"/>
                </a:cxn>
                <a:cxn ang="0">
                  <a:pos x="csX4173" y="csY4173"/>
                </a:cxn>
                <a:cxn ang="0">
                  <a:pos x="csX4174" y="csY4174"/>
                </a:cxn>
                <a:cxn ang="0">
                  <a:pos x="csX4175" y="csY4175"/>
                </a:cxn>
                <a:cxn ang="0">
                  <a:pos x="csX4176" y="csY4176"/>
                </a:cxn>
                <a:cxn ang="0">
                  <a:pos x="csX4177" y="csY4177"/>
                </a:cxn>
                <a:cxn ang="0">
                  <a:pos x="csX4178" y="csY4178"/>
                </a:cxn>
                <a:cxn ang="0">
                  <a:pos x="csX4179" y="csY4179"/>
                </a:cxn>
                <a:cxn ang="0">
                  <a:pos x="csX4180" y="csY4180"/>
                </a:cxn>
                <a:cxn ang="0">
                  <a:pos x="csX4181" y="csY4181"/>
                </a:cxn>
                <a:cxn ang="0">
                  <a:pos x="csX4182" y="csY4182"/>
                </a:cxn>
                <a:cxn ang="0">
                  <a:pos x="csX4183" y="csY4183"/>
                </a:cxn>
                <a:cxn ang="0">
                  <a:pos x="csX4184" y="csY4184"/>
                </a:cxn>
                <a:cxn ang="0">
                  <a:pos x="csX4185" y="csY4185"/>
                </a:cxn>
                <a:cxn ang="0">
                  <a:pos x="csX4186" y="csY4186"/>
                </a:cxn>
                <a:cxn ang="0">
                  <a:pos x="csX4187" y="csY4187"/>
                </a:cxn>
                <a:cxn ang="0">
                  <a:pos x="csX4188" y="csY4188"/>
                </a:cxn>
                <a:cxn ang="0">
                  <a:pos x="csX4189" y="csY4189"/>
                </a:cxn>
                <a:cxn ang="0">
                  <a:pos x="csX4190" y="csY4190"/>
                </a:cxn>
                <a:cxn ang="0">
                  <a:pos x="csX4191" y="csY4191"/>
                </a:cxn>
                <a:cxn ang="0">
                  <a:pos x="csX4192" y="csY4192"/>
                </a:cxn>
                <a:cxn ang="0">
                  <a:pos x="csX4193" y="csY4193"/>
                </a:cxn>
                <a:cxn ang="0">
                  <a:pos x="csX4194" y="csY4194"/>
                </a:cxn>
                <a:cxn ang="0">
                  <a:pos x="csX4195" y="csY4195"/>
                </a:cxn>
                <a:cxn ang="0">
                  <a:pos x="csX4196" y="csY4196"/>
                </a:cxn>
                <a:cxn ang="0">
                  <a:pos x="csX4197" y="csY4197"/>
                </a:cxn>
                <a:cxn ang="0">
                  <a:pos x="csX4198" y="csY4198"/>
                </a:cxn>
                <a:cxn ang="0">
                  <a:pos x="csX4199" y="csY4199"/>
                </a:cxn>
                <a:cxn ang="0">
                  <a:pos x="csX4200" y="csY4200"/>
                </a:cxn>
                <a:cxn ang="0">
                  <a:pos x="csX4201" y="csY4201"/>
                </a:cxn>
                <a:cxn ang="0">
                  <a:pos x="csX4202" y="csY4202"/>
                </a:cxn>
                <a:cxn ang="0">
                  <a:pos x="csX4203" y="csY4203"/>
                </a:cxn>
                <a:cxn ang="0">
                  <a:pos x="csX4204" y="csY4204"/>
                </a:cxn>
                <a:cxn ang="0">
                  <a:pos x="csX4205" y="csY4205"/>
                </a:cxn>
                <a:cxn ang="0">
                  <a:pos x="csX4206" y="csY4206"/>
                </a:cxn>
                <a:cxn ang="0">
                  <a:pos x="csX4207" y="csY4207"/>
                </a:cxn>
                <a:cxn ang="0">
                  <a:pos x="csX4208" y="csY4208"/>
                </a:cxn>
                <a:cxn ang="0">
                  <a:pos x="csX4209" y="csY4209"/>
                </a:cxn>
                <a:cxn ang="0">
                  <a:pos x="csX4210" y="csY4210"/>
                </a:cxn>
                <a:cxn ang="0">
                  <a:pos x="csX4211" y="csY4211"/>
                </a:cxn>
                <a:cxn ang="0">
                  <a:pos x="csX4212" y="csY4212"/>
                </a:cxn>
                <a:cxn ang="0">
                  <a:pos x="csX4213" y="csY4213"/>
                </a:cxn>
                <a:cxn ang="0">
                  <a:pos x="csX4214" y="csY4214"/>
                </a:cxn>
                <a:cxn ang="0">
                  <a:pos x="csX4215" y="csY4215"/>
                </a:cxn>
                <a:cxn ang="0">
                  <a:pos x="csX4216" y="csY4216"/>
                </a:cxn>
                <a:cxn ang="0">
                  <a:pos x="csX4217" y="csY4217"/>
                </a:cxn>
                <a:cxn ang="0">
                  <a:pos x="csX4218" y="csY4218"/>
                </a:cxn>
                <a:cxn ang="0">
                  <a:pos x="csX4219" y="csY4219"/>
                </a:cxn>
                <a:cxn ang="0">
                  <a:pos x="csX4220" y="csY4220"/>
                </a:cxn>
                <a:cxn ang="0">
                  <a:pos x="csX4221" y="csY4221"/>
                </a:cxn>
                <a:cxn ang="0">
                  <a:pos x="csX4222" y="csY4222"/>
                </a:cxn>
                <a:cxn ang="0">
                  <a:pos x="csX4223" y="csY4223"/>
                </a:cxn>
                <a:cxn ang="0">
                  <a:pos x="csX4224" y="csY4224"/>
                </a:cxn>
                <a:cxn ang="0">
                  <a:pos x="csX4225" y="csY4225"/>
                </a:cxn>
                <a:cxn ang="0">
                  <a:pos x="csX4226" y="csY4226"/>
                </a:cxn>
                <a:cxn ang="0">
                  <a:pos x="csX4227" y="csY4227"/>
                </a:cxn>
                <a:cxn ang="0">
                  <a:pos x="csX4228" y="csY4228"/>
                </a:cxn>
                <a:cxn ang="0">
                  <a:pos x="csX4229" y="csY4229"/>
                </a:cxn>
                <a:cxn ang="0">
                  <a:pos x="csX4230" y="csY4230"/>
                </a:cxn>
                <a:cxn ang="0">
                  <a:pos x="csX4231" y="csY4231"/>
                </a:cxn>
                <a:cxn ang="0">
                  <a:pos x="csX4232" y="csY4232"/>
                </a:cxn>
                <a:cxn ang="0">
                  <a:pos x="csX4233" y="csY4233"/>
                </a:cxn>
                <a:cxn ang="0">
                  <a:pos x="csX4234" y="csY4234"/>
                </a:cxn>
                <a:cxn ang="0">
                  <a:pos x="csX4235" y="csY4235"/>
                </a:cxn>
                <a:cxn ang="0">
                  <a:pos x="csX4236" y="csY4236"/>
                </a:cxn>
                <a:cxn ang="0">
                  <a:pos x="csX4237" y="csY4237"/>
                </a:cxn>
                <a:cxn ang="0">
                  <a:pos x="csX4238" y="csY4238"/>
                </a:cxn>
                <a:cxn ang="0">
                  <a:pos x="csX4239" y="csY4239"/>
                </a:cxn>
                <a:cxn ang="0">
                  <a:pos x="csX4240" y="csY4240"/>
                </a:cxn>
                <a:cxn ang="0">
                  <a:pos x="csX4241" y="csY4241"/>
                </a:cxn>
                <a:cxn ang="0">
                  <a:pos x="csX4242" y="csY4242"/>
                </a:cxn>
                <a:cxn ang="0">
                  <a:pos x="csX4243" y="csY4243"/>
                </a:cxn>
                <a:cxn ang="0">
                  <a:pos x="csX4244" y="csY4244"/>
                </a:cxn>
                <a:cxn ang="0">
                  <a:pos x="csX4245" y="csY4245"/>
                </a:cxn>
                <a:cxn ang="0">
                  <a:pos x="csX4246" y="csY4246"/>
                </a:cxn>
                <a:cxn ang="0">
                  <a:pos x="csX4247" y="csY4247"/>
                </a:cxn>
                <a:cxn ang="0">
                  <a:pos x="csX4248" y="csY4248"/>
                </a:cxn>
                <a:cxn ang="0">
                  <a:pos x="csX4249" y="csY4249"/>
                </a:cxn>
                <a:cxn ang="0">
                  <a:pos x="csX4250" y="csY4250"/>
                </a:cxn>
                <a:cxn ang="0">
                  <a:pos x="csX4251" y="csY4251"/>
                </a:cxn>
                <a:cxn ang="0">
                  <a:pos x="csX4252" y="csY4252"/>
                </a:cxn>
                <a:cxn ang="0">
                  <a:pos x="csX4253" y="csY4253"/>
                </a:cxn>
                <a:cxn ang="0">
                  <a:pos x="csX4254" y="csY4254"/>
                </a:cxn>
                <a:cxn ang="0">
                  <a:pos x="csX4255" y="csY4255"/>
                </a:cxn>
                <a:cxn ang="0">
                  <a:pos x="csX4256" y="csY4256"/>
                </a:cxn>
                <a:cxn ang="0">
                  <a:pos x="csX4257" y="csY4257"/>
                </a:cxn>
                <a:cxn ang="0">
                  <a:pos x="csX4258" y="csY4258"/>
                </a:cxn>
                <a:cxn ang="0">
                  <a:pos x="csX4259" y="csY4259"/>
                </a:cxn>
                <a:cxn ang="0">
                  <a:pos x="csX4260" y="csY4260"/>
                </a:cxn>
                <a:cxn ang="0">
                  <a:pos x="csX4261" y="csY4261"/>
                </a:cxn>
                <a:cxn ang="0">
                  <a:pos x="csX4262" y="csY4262"/>
                </a:cxn>
                <a:cxn ang="0">
                  <a:pos x="csX4263" y="csY4263"/>
                </a:cxn>
                <a:cxn ang="0">
                  <a:pos x="csX4264" y="csY4264"/>
                </a:cxn>
                <a:cxn ang="0">
                  <a:pos x="csX4265" y="csY4265"/>
                </a:cxn>
                <a:cxn ang="0">
                  <a:pos x="csX4266" y="csY4266"/>
                </a:cxn>
                <a:cxn ang="0">
                  <a:pos x="csX4267" y="csY4267"/>
                </a:cxn>
                <a:cxn ang="0">
                  <a:pos x="csX4268" y="csY4268"/>
                </a:cxn>
                <a:cxn ang="0">
                  <a:pos x="csX4269" y="csY4269"/>
                </a:cxn>
                <a:cxn ang="0">
                  <a:pos x="csX4270" y="csY4270"/>
                </a:cxn>
                <a:cxn ang="0">
                  <a:pos x="csX4271" y="csY4271"/>
                </a:cxn>
                <a:cxn ang="0">
                  <a:pos x="csX4272" y="csY4272"/>
                </a:cxn>
                <a:cxn ang="0">
                  <a:pos x="csX4273" y="csY4273"/>
                </a:cxn>
                <a:cxn ang="0">
                  <a:pos x="csX4274" y="csY4274"/>
                </a:cxn>
                <a:cxn ang="0">
                  <a:pos x="csX4275" y="csY4275"/>
                </a:cxn>
                <a:cxn ang="0">
                  <a:pos x="csX4276" y="csY4276"/>
                </a:cxn>
                <a:cxn ang="0">
                  <a:pos x="csX4277" y="csY4277"/>
                </a:cxn>
                <a:cxn ang="0">
                  <a:pos x="csX4278" y="csY4278"/>
                </a:cxn>
                <a:cxn ang="0">
                  <a:pos x="csX4279" y="csY4279"/>
                </a:cxn>
                <a:cxn ang="0">
                  <a:pos x="csX4280" y="csY4280"/>
                </a:cxn>
                <a:cxn ang="0">
                  <a:pos x="csX4281" y="csY4281"/>
                </a:cxn>
                <a:cxn ang="0">
                  <a:pos x="csX4282" y="csY4282"/>
                </a:cxn>
                <a:cxn ang="0">
                  <a:pos x="csX4283" y="csY4283"/>
                </a:cxn>
                <a:cxn ang="0">
                  <a:pos x="csX4284" y="csY4284"/>
                </a:cxn>
                <a:cxn ang="0">
                  <a:pos x="csX4285" y="csY4285"/>
                </a:cxn>
                <a:cxn ang="0">
                  <a:pos x="csX4286" y="csY4286"/>
                </a:cxn>
                <a:cxn ang="0">
                  <a:pos x="csX4287" y="csY4287"/>
                </a:cxn>
                <a:cxn ang="0">
                  <a:pos x="csX4288" y="csY4288"/>
                </a:cxn>
                <a:cxn ang="0">
                  <a:pos x="csX4289" y="csY4289"/>
                </a:cxn>
                <a:cxn ang="0">
                  <a:pos x="csX4290" y="csY4290"/>
                </a:cxn>
                <a:cxn ang="0">
                  <a:pos x="csX4291" y="csY4291"/>
                </a:cxn>
                <a:cxn ang="0">
                  <a:pos x="csX4292" y="csY4292"/>
                </a:cxn>
                <a:cxn ang="0">
                  <a:pos x="csX4293" y="csY4293"/>
                </a:cxn>
                <a:cxn ang="0">
                  <a:pos x="csX4294" y="csY4294"/>
                </a:cxn>
                <a:cxn ang="0">
                  <a:pos x="csX4295" y="csY4295"/>
                </a:cxn>
                <a:cxn ang="0">
                  <a:pos x="csX4296" y="csY4296"/>
                </a:cxn>
                <a:cxn ang="0">
                  <a:pos x="csX4297" y="csY4297"/>
                </a:cxn>
                <a:cxn ang="0">
                  <a:pos x="csX4298" y="csY4298"/>
                </a:cxn>
                <a:cxn ang="0">
                  <a:pos x="csX4299" y="csY4299"/>
                </a:cxn>
                <a:cxn ang="0">
                  <a:pos x="csX4300" y="csY4300"/>
                </a:cxn>
                <a:cxn ang="0">
                  <a:pos x="csX4301" y="csY4301"/>
                </a:cxn>
                <a:cxn ang="0">
                  <a:pos x="csX4302" y="csY4302"/>
                </a:cxn>
                <a:cxn ang="0">
                  <a:pos x="csX4303" y="csY4303"/>
                </a:cxn>
                <a:cxn ang="0">
                  <a:pos x="csX4304" y="csY4304"/>
                </a:cxn>
                <a:cxn ang="0">
                  <a:pos x="csX4305" y="csY4305"/>
                </a:cxn>
                <a:cxn ang="0">
                  <a:pos x="csX4306" y="csY4306"/>
                </a:cxn>
                <a:cxn ang="0">
                  <a:pos x="csX4307" y="csY4307"/>
                </a:cxn>
                <a:cxn ang="0">
                  <a:pos x="csX4308" y="csY4308"/>
                </a:cxn>
                <a:cxn ang="0">
                  <a:pos x="csX4309" y="csY4309"/>
                </a:cxn>
                <a:cxn ang="0">
                  <a:pos x="csX4310" y="csY4310"/>
                </a:cxn>
                <a:cxn ang="0">
                  <a:pos x="csX4311" y="csY4311"/>
                </a:cxn>
                <a:cxn ang="0">
                  <a:pos x="csX4312" y="csY4312"/>
                </a:cxn>
                <a:cxn ang="0">
                  <a:pos x="csX4313" y="csY4313"/>
                </a:cxn>
                <a:cxn ang="0">
                  <a:pos x="csX4314" y="csY4314"/>
                </a:cxn>
                <a:cxn ang="0">
                  <a:pos x="csX4315" y="csY4315"/>
                </a:cxn>
                <a:cxn ang="0">
                  <a:pos x="csX4316" y="csY4316"/>
                </a:cxn>
                <a:cxn ang="0">
                  <a:pos x="csX4317" y="csY4317"/>
                </a:cxn>
                <a:cxn ang="0">
                  <a:pos x="csX4318" y="csY4318"/>
                </a:cxn>
                <a:cxn ang="0">
                  <a:pos x="csX4319" y="csY4319"/>
                </a:cxn>
                <a:cxn ang="0">
                  <a:pos x="csX4320" y="csY4320"/>
                </a:cxn>
                <a:cxn ang="0">
                  <a:pos x="csX4321" y="csY4321"/>
                </a:cxn>
                <a:cxn ang="0">
                  <a:pos x="csX4322" y="csY4322"/>
                </a:cxn>
                <a:cxn ang="0">
                  <a:pos x="csX4323" y="csY4323"/>
                </a:cxn>
                <a:cxn ang="0">
                  <a:pos x="csX4324" y="csY4324"/>
                </a:cxn>
                <a:cxn ang="0">
                  <a:pos x="csX4325" y="csY4325"/>
                </a:cxn>
                <a:cxn ang="0">
                  <a:pos x="csX4326" y="csY4326"/>
                </a:cxn>
                <a:cxn ang="0">
                  <a:pos x="csX4327" y="csY4327"/>
                </a:cxn>
                <a:cxn ang="0">
                  <a:pos x="csX4328" y="csY4328"/>
                </a:cxn>
                <a:cxn ang="0">
                  <a:pos x="csX4329" y="csY4329"/>
                </a:cxn>
                <a:cxn ang="0">
                  <a:pos x="csX4330" y="csY4330"/>
                </a:cxn>
                <a:cxn ang="0">
                  <a:pos x="csX4331" y="csY4331"/>
                </a:cxn>
                <a:cxn ang="0">
                  <a:pos x="csX4332" y="csY4332"/>
                </a:cxn>
                <a:cxn ang="0">
                  <a:pos x="csX4333" y="csY4333"/>
                </a:cxn>
                <a:cxn ang="0">
                  <a:pos x="csX4334" y="csY4334"/>
                </a:cxn>
                <a:cxn ang="0">
                  <a:pos x="csX4335" y="csY4335"/>
                </a:cxn>
                <a:cxn ang="0">
                  <a:pos x="csX4336" y="csY4336"/>
                </a:cxn>
                <a:cxn ang="0">
                  <a:pos x="csX4337" y="csY4337"/>
                </a:cxn>
                <a:cxn ang="0">
                  <a:pos x="csX4338" y="csY4338"/>
                </a:cxn>
                <a:cxn ang="0">
                  <a:pos x="csX4339" y="csY4339"/>
                </a:cxn>
                <a:cxn ang="0">
                  <a:pos x="csX4340" y="csY4340"/>
                </a:cxn>
                <a:cxn ang="0">
                  <a:pos x="csX4341" y="csY4341"/>
                </a:cxn>
                <a:cxn ang="0">
                  <a:pos x="csX4342" y="csY4342"/>
                </a:cxn>
                <a:cxn ang="0">
                  <a:pos x="csX4343" y="csY4343"/>
                </a:cxn>
                <a:cxn ang="0">
                  <a:pos x="csX4344" y="csY4344"/>
                </a:cxn>
                <a:cxn ang="0">
                  <a:pos x="csX4345" y="csY4345"/>
                </a:cxn>
                <a:cxn ang="0">
                  <a:pos x="csX4346" y="csY4346"/>
                </a:cxn>
                <a:cxn ang="0">
                  <a:pos x="csX4347" y="csY4347"/>
                </a:cxn>
                <a:cxn ang="0">
                  <a:pos x="csX4348" y="csY4348"/>
                </a:cxn>
                <a:cxn ang="0">
                  <a:pos x="csX4349" y="csY4349"/>
                </a:cxn>
                <a:cxn ang="0">
                  <a:pos x="csX4350" y="csY4350"/>
                </a:cxn>
                <a:cxn ang="0">
                  <a:pos x="csX4351" y="csY4351"/>
                </a:cxn>
                <a:cxn ang="0">
                  <a:pos x="csX4352" y="csY4352"/>
                </a:cxn>
                <a:cxn ang="0">
                  <a:pos x="csX4353" y="csY4353"/>
                </a:cxn>
                <a:cxn ang="0">
                  <a:pos x="csX4354" y="csY4354"/>
                </a:cxn>
                <a:cxn ang="0">
                  <a:pos x="csX4355" y="csY4355"/>
                </a:cxn>
                <a:cxn ang="0">
                  <a:pos x="csX4356" y="csY4356"/>
                </a:cxn>
                <a:cxn ang="0">
                  <a:pos x="csX4357" y="csY4357"/>
                </a:cxn>
                <a:cxn ang="0">
                  <a:pos x="csX4358" y="csY4358"/>
                </a:cxn>
                <a:cxn ang="0">
                  <a:pos x="csX4359" y="csY4359"/>
                </a:cxn>
                <a:cxn ang="0">
                  <a:pos x="csX4360" y="csY4360"/>
                </a:cxn>
                <a:cxn ang="0">
                  <a:pos x="csX4361" y="csY4361"/>
                </a:cxn>
                <a:cxn ang="0">
                  <a:pos x="csX4362" y="csY4362"/>
                </a:cxn>
                <a:cxn ang="0">
                  <a:pos x="csX4363" y="csY4363"/>
                </a:cxn>
                <a:cxn ang="0">
                  <a:pos x="csX4364" y="csY4364"/>
                </a:cxn>
                <a:cxn ang="0">
                  <a:pos x="csX4365" y="csY4365"/>
                </a:cxn>
                <a:cxn ang="0">
                  <a:pos x="csX4366" y="csY4366"/>
                </a:cxn>
                <a:cxn ang="0">
                  <a:pos x="csX4367" y="csY4367"/>
                </a:cxn>
                <a:cxn ang="0">
                  <a:pos x="csX4368" y="csY4368"/>
                </a:cxn>
                <a:cxn ang="0">
                  <a:pos x="csX4369" y="csY4369"/>
                </a:cxn>
                <a:cxn ang="0">
                  <a:pos x="csX4370" y="csY4370"/>
                </a:cxn>
                <a:cxn ang="0">
                  <a:pos x="csX4371" y="csY4371"/>
                </a:cxn>
                <a:cxn ang="0">
                  <a:pos x="csX4372" y="csY4372"/>
                </a:cxn>
                <a:cxn ang="0">
                  <a:pos x="csX4373" y="csY4373"/>
                </a:cxn>
                <a:cxn ang="0">
                  <a:pos x="csX4374" y="csY4374"/>
                </a:cxn>
                <a:cxn ang="0">
                  <a:pos x="csX4375" y="csY4375"/>
                </a:cxn>
                <a:cxn ang="0">
                  <a:pos x="csX4376" y="csY4376"/>
                </a:cxn>
                <a:cxn ang="0">
                  <a:pos x="csX4377" y="csY4377"/>
                </a:cxn>
                <a:cxn ang="0">
                  <a:pos x="csX4378" y="csY4378"/>
                </a:cxn>
                <a:cxn ang="0">
                  <a:pos x="csX4379" y="csY4379"/>
                </a:cxn>
                <a:cxn ang="0">
                  <a:pos x="csX4380" y="csY4380"/>
                </a:cxn>
                <a:cxn ang="0">
                  <a:pos x="csX4381" y="csY4381"/>
                </a:cxn>
                <a:cxn ang="0">
                  <a:pos x="csX4382" y="csY4382"/>
                </a:cxn>
                <a:cxn ang="0">
                  <a:pos x="csX4383" y="csY4383"/>
                </a:cxn>
                <a:cxn ang="0">
                  <a:pos x="csX4384" y="csY4384"/>
                </a:cxn>
                <a:cxn ang="0">
                  <a:pos x="csX4385" y="csY4385"/>
                </a:cxn>
                <a:cxn ang="0">
                  <a:pos x="csX4386" y="csY4386"/>
                </a:cxn>
                <a:cxn ang="0">
                  <a:pos x="csX4387" y="csY4387"/>
                </a:cxn>
                <a:cxn ang="0">
                  <a:pos x="csX4388" y="csY4388"/>
                </a:cxn>
                <a:cxn ang="0">
                  <a:pos x="csX4389" y="csY4389"/>
                </a:cxn>
                <a:cxn ang="0">
                  <a:pos x="csX4390" y="csY4390"/>
                </a:cxn>
                <a:cxn ang="0">
                  <a:pos x="csX4391" y="csY4391"/>
                </a:cxn>
                <a:cxn ang="0">
                  <a:pos x="csX4392" y="csY4392"/>
                </a:cxn>
                <a:cxn ang="0">
                  <a:pos x="csX4393" y="csY4393"/>
                </a:cxn>
                <a:cxn ang="0">
                  <a:pos x="csX4394" y="csY4394"/>
                </a:cxn>
                <a:cxn ang="0">
                  <a:pos x="csX4395" y="csY4395"/>
                </a:cxn>
                <a:cxn ang="0">
                  <a:pos x="csX4396" y="csY4396"/>
                </a:cxn>
                <a:cxn ang="0">
                  <a:pos x="csX4397" y="csY4397"/>
                </a:cxn>
                <a:cxn ang="0">
                  <a:pos x="csX4398" y="csY4398"/>
                </a:cxn>
                <a:cxn ang="0">
                  <a:pos x="csX4399" y="csY4399"/>
                </a:cxn>
                <a:cxn ang="0">
                  <a:pos x="csX4400" y="csY4400"/>
                </a:cxn>
                <a:cxn ang="0">
                  <a:pos x="csX4401" y="csY4401"/>
                </a:cxn>
                <a:cxn ang="0">
                  <a:pos x="csX4402" y="csY4402"/>
                </a:cxn>
                <a:cxn ang="0">
                  <a:pos x="csX4403" y="csY4403"/>
                </a:cxn>
                <a:cxn ang="0">
                  <a:pos x="csX4404" y="csY4404"/>
                </a:cxn>
                <a:cxn ang="0">
                  <a:pos x="csX4405" y="csY4405"/>
                </a:cxn>
                <a:cxn ang="0">
                  <a:pos x="csX4406" y="csY4406"/>
                </a:cxn>
                <a:cxn ang="0">
                  <a:pos x="csX4407" y="csY4407"/>
                </a:cxn>
                <a:cxn ang="0">
                  <a:pos x="csX4408" y="csY4408"/>
                </a:cxn>
                <a:cxn ang="0">
                  <a:pos x="csX4409" y="csY4409"/>
                </a:cxn>
                <a:cxn ang="0">
                  <a:pos x="csX4410" y="csY4410"/>
                </a:cxn>
                <a:cxn ang="0">
                  <a:pos x="csX4411" y="csY4411"/>
                </a:cxn>
                <a:cxn ang="0">
                  <a:pos x="csX4412" y="csY4412"/>
                </a:cxn>
                <a:cxn ang="0">
                  <a:pos x="csX4413" y="csY4413"/>
                </a:cxn>
                <a:cxn ang="0">
                  <a:pos x="csX4414" y="csY4414"/>
                </a:cxn>
                <a:cxn ang="0">
                  <a:pos x="csX4415" y="csY4415"/>
                </a:cxn>
                <a:cxn ang="0">
                  <a:pos x="csX4416" y="csY4416"/>
                </a:cxn>
                <a:cxn ang="0">
                  <a:pos x="csX4417" y="csY4417"/>
                </a:cxn>
                <a:cxn ang="0">
                  <a:pos x="csX4418" y="csY4418"/>
                </a:cxn>
                <a:cxn ang="0">
                  <a:pos x="csX4419" y="csY4419"/>
                </a:cxn>
                <a:cxn ang="0">
                  <a:pos x="csX4420" y="csY4420"/>
                </a:cxn>
                <a:cxn ang="0">
                  <a:pos x="csX4421" y="csY4421"/>
                </a:cxn>
                <a:cxn ang="0">
                  <a:pos x="csX4422" y="csY4422"/>
                </a:cxn>
                <a:cxn ang="0">
                  <a:pos x="csX4423" y="csY4423"/>
                </a:cxn>
                <a:cxn ang="0">
                  <a:pos x="csX4424" y="csY4424"/>
                </a:cxn>
                <a:cxn ang="0">
                  <a:pos x="csX4425" y="csY4425"/>
                </a:cxn>
                <a:cxn ang="0">
                  <a:pos x="csX4426" y="csY4426"/>
                </a:cxn>
                <a:cxn ang="0">
                  <a:pos x="csX4427" y="csY4427"/>
                </a:cxn>
                <a:cxn ang="0">
                  <a:pos x="csX4428" y="csY4428"/>
                </a:cxn>
                <a:cxn ang="0">
                  <a:pos x="csX4429" y="csY4429"/>
                </a:cxn>
                <a:cxn ang="0">
                  <a:pos x="csX4430" y="csY4430"/>
                </a:cxn>
                <a:cxn ang="0">
                  <a:pos x="csX4431" y="csY4431"/>
                </a:cxn>
                <a:cxn ang="0">
                  <a:pos x="csX4432" y="csY4432"/>
                </a:cxn>
                <a:cxn ang="0">
                  <a:pos x="csX4433" y="csY4433"/>
                </a:cxn>
                <a:cxn ang="0">
                  <a:pos x="csX4434" y="csY4434"/>
                </a:cxn>
                <a:cxn ang="0">
                  <a:pos x="csX4435" y="csY4435"/>
                </a:cxn>
                <a:cxn ang="0">
                  <a:pos x="csX4436" y="csY4436"/>
                </a:cxn>
                <a:cxn ang="0">
                  <a:pos x="csX4437" y="csY4437"/>
                </a:cxn>
                <a:cxn ang="0">
                  <a:pos x="csX4438" y="csY4438"/>
                </a:cxn>
                <a:cxn ang="0">
                  <a:pos x="csX4439" y="csY4439"/>
                </a:cxn>
                <a:cxn ang="0">
                  <a:pos x="csX4440" y="csY4440"/>
                </a:cxn>
                <a:cxn ang="0">
                  <a:pos x="csX4441" y="csY4441"/>
                </a:cxn>
                <a:cxn ang="0">
                  <a:pos x="csX4442" y="csY4442"/>
                </a:cxn>
                <a:cxn ang="0">
                  <a:pos x="csX4443" y="csY4443"/>
                </a:cxn>
                <a:cxn ang="0">
                  <a:pos x="csX4444" y="csY4444"/>
                </a:cxn>
                <a:cxn ang="0">
                  <a:pos x="csX4445" y="csY4445"/>
                </a:cxn>
                <a:cxn ang="0">
                  <a:pos x="csX4446" y="csY4446"/>
                </a:cxn>
                <a:cxn ang="0">
                  <a:pos x="csX4447" y="csY4447"/>
                </a:cxn>
                <a:cxn ang="0">
                  <a:pos x="csX4448" y="csY4448"/>
                </a:cxn>
                <a:cxn ang="0">
                  <a:pos x="csX4449" y="csY4449"/>
                </a:cxn>
                <a:cxn ang="0">
                  <a:pos x="csX4450" y="csY4450"/>
                </a:cxn>
                <a:cxn ang="0">
                  <a:pos x="csX4451" y="csY4451"/>
                </a:cxn>
                <a:cxn ang="0">
                  <a:pos x="csX4452" y="csY4452"/>
                </a:cxn>
                <a:cxn ang="0">
                  <a:pos x="csX4453" y="csY4453"/>
                </a:cxn>
                <a:cxn ang="0">
                  <a:pos x="csX4454" y="csY4454"/>
                </a:cxn>
                <a:cxn ang="0">
                  <a:pos x="csX4455" y="csY4455"/>
                </a:cxn>
                <a:cxn ang="0">
                  <a:pos x="csX4456" y="csY4456"/>
                </a:cxn>
                <a:cxn ang="0">
                  <a:pos x="csX4457" y="csY4457"/>
                </a:cxn>
                <a:cxn ang="0">
                  <a:pos x="csX4458" y="csY4458"/>
                </a:cxn>
                <a:cxn ang="0">
                  <a:pos x="csX4459" y="csY4459"/>
                </a:cxn>
                <a:cxn ang="0">
                  <a:pos x="csX4460" y="csY4460"/>
                </a:cxn>
                <a:cxn ang="0">
                  <a:pos x="csX4461" y="csY4461"/>
                </a:cxn>
                <a:cxn ang="0">
                  <a:pos x="csX4462" y="csY4462"/>
                </a:cxn>
                <a:cxn ang="0">
                  <a:pos x="csX4463" y="csY4463"/>
                </a:cxn>
                <a:cxn ang="0">
                  <a:pos x="csX4464" y="csY4464"/>
                </a:cxn>
                <a:cxn ang="0">
                  <a:pos x="csX4465" y="csY4465"/>
                </a:cxn>
                <a:cxn ang="0">
                  <a:pos x="csX4466" y="csY4466"/>
                </a:cxn>
                <a:cxn ang="0">
                  <a:pos x="csX4467" y="csY4467"/>
                </a:cxn>
                <a:cxn ang="0">
                  <a:pos x="csX4468" y="csY4468"/>
                </a:cxn>
                <a:cxn ang="0">
                  <a:pos x="csX4469" y="csY4469"/>
                </a:cxn>
                <a:cxn ang="0">
                  <a:pos x="csX4470" y="csY4470"/>
                </a:cxn>
                <a:cxn ang="0">
                  <a:pos x="csX4471" y="csY4471"/>
                </a:cxn>
                <a:cxn ang="0">
                  <a:pos x="csX4472" y="csY4472"/>
                </a:cxn>
                <a:cxn ang="0">
                  <a:pos x="csX4473" y="csY4473"/>
                </a:cxn>
                <a:cxn ang="0">
                  <a:pos x="csX4474" y="csY4474"/>
                </a:cxn>
                <a:cxn ang="0">
                  <a:pos x="csX4475" y="csY4475"/>
                </a:cxn>
                <a:cxn ang="0">
                  <a:pos x="csX4476" y="csY4476"/>
                </a:cxn>
                <a:cxn ang="0">
                  <a:pos x="csX4477" y="csY4477"/>
                </a:cxn>
                <a:cxn ang="0">
                  <a:pos x="csX4478" y="csY4478"/>
                </a:cxn>
                <a:cxn ang="0">
                  <a:pos x="csX4479" y="csY4479"/>
                </a:cxn>
                <a:cxn ang="0">
                  <a:pos x="csX4480" y="csY4480"/>
                </a:cxn>
                <a:cxn ang="0">
                  <a:pos x="csX4481" y="csY4481"/>
                </a:cxn>
                <a:cxn ang="0">
                  <a:pos x="csX4482" y="csY4482"/>
                </a:cxn>
                <a:cxn ang="0">
                  <a:pos x="csX4483" y="csY4483"/>
                </a:cxn>
                <a:cxn ang="0">
                  <a:pos x="csX4484" y="csY4484"/>
                </a:cxn>
                <a:cxn ang="0">
                  <a:pos x="csX4485" y="csY4485"/>
                </a:cxn>
                <a:cxn ang="0">
                  <a:pos x="csX4486" y="csY4486"/>
                </a:cxn>
                <a:cxn ang="0">
                  <a:pos x="csX4487" y="csY4487"/>
                </a:cxn>
                <a:cxn ang="0">
                  <a:pos x="csX4488" y="csY4488"/>
                </a:cxn>
                <a:cxn ang="0">
                  <a:pos x="csX4489" y="csY4489"/>
                </a:cxn>
                <a:cxn ang="0">
                  <a:pos x="csX4490" y="csY4490"/>
                </a:cxn>
                <a:cxn ang="0">
                  <a:pos x="csX4491" y="csY4491"/>
                </a:cxn>
                <a:cxn ang="0">
                  <a:pos x="csX4492" y="csY4492"/>
                </a:cxn>
                <a:cxn ang="0">
                  <a:pos x="csX4493" y="csY4493"/>
                </a:cxn>
                <a:cxn ang="0">
                  <a:pos x="csX4494" y="csY4494"/>
                </a:cxn>
                <a:cxn ang="0">
                  <a:pos x="csX4495" y="csY4495"/>
                </a:cxn>
                <a:cxn ang="0">
                  <a:pos x="csX4496" y="csY4496"/>
                </a:cxn>
                <a:cxn ang="0">
                  <a:pos x="csX4497" y="csY4497"/>
                </a:cxn>
                <a:cxn ang="0">
                  <a:pos x="csX4498" y="csY4498"/>
                </a:cxn>
                <a:cxn ang="0">
                  <a:pos x="csX4499" y="csY4499"/>
                </a:cxn>
                <a:cxn ang="0">
                  <a:pos x="csX4500" y="csY4500"/>
                </a:cxn>
                <a:cxn ang="0">
                  <a:pos x="csX4501" y="csY4501"/>
                </a:cxn>
                <a:cxn ang="0">
                  <a:pos x="csX4502" y="csY4502"/>
                </a:cxn>
                <a:cxn ang="0">
                  <a:pos x="csX4503" y="csY4503"/>
                </a:cxn>
                <a:cxn ang="0">
                  <a:pos x="csX4504" y="csY4504"/>
                </a:cxn>
                <a:cxn ang="0">
                  <a:pos x="csX4505" y="csY4505"/>
                </a:cxn>
                <a:cxn ang="0">
                  <a:pos x="csX4506" y="csY4506"/>
                </a:cxn>
                <a:cxn ang="0">
                  <a:pos x="csX4507" y="csY4507"/>
                </a:cxn>
                <a:cxn ang="0">
                  <a:pos x="csX4508" y="csY4508"/>
                </a:cxn>
                <a:cxn ang="0">
                  <a:pos x="csX4509" y="csY4509"/>
                </a:cxn>
                <a:cxn ang="0">
                  <a:pos x="csX4510" y="csY4510"/>
                </a:cxn>
                <a:cxn ang="0">
                  <a:pos x="csX4511" y="csY4511"/>
                </a:cxn>
                <a:cxn ang="0">
                  <a:pos x="csX4512" y="csY4512"/>
                </a:cxn>
                <a:cxn ang="0">
                  <a:pos x="csX4513" y="csY4513"/>
                </a:cxn>
                <a:cxn ang="0">
                  <a:pos x="csX4514" y="csY4514"/>
                </a:cxn>
                <a:cxn ang="0">
                  <a:pos x="csX4515" y="csY4515"/>
                </a:cxn>
                <a:cxn ang="0">
                  <a:pos x="csX4516" y="csY4516"/>
                </a:cxn>
                <a:cxn ang="0">
                  <a:pos x="csX4517" y="csY4517"/>
                </a:cxn>
                <a:cxn ang="0">
                  <a:pos x="csX4518" y="csY4518"/>
                </a:cxn>
                <a:cxn ang="0">
                  <a:pos x="csX4519" y="csY4519"/>
                </a:cxn>
                <a:cxn ang="0">
                  <a:pos x="csX4520" y="csY4520"/>
                </a:cxn>
                <a:cxn ang="0">
                  <a:pos x="csX4521" y="csY4521"/>
                </a:cxn>
                <a:cxn ang="0">
                  <a:pos x="csX4522" y="csY4522"/>
                </a:cxn>
                <a:cxn ang="0">
                  <a:pos x="csX4523" y="csY4523"/>
                </a:cxn>
                <a:cxn ang="0">
                  <a:pos x="csX4524" y="csY4524"/>
                </a:cxn>
                <a:cxn ang="0">
                  <a:pos x="csX4525" y="csY4525"/>
                </a:cxn>
                <a:cxn ang="0">
                  <a:pos x="csX4526" y="csY4526"/>
                </a:cxn>
                <a:cxn ang="0">
                  <a:pos x="csX4527" y="csY4527"/>
                </a:cxn>
                <a:cxn ang="0">
                  <a:pos x="csX4528" y="csY4528"/>
                </a:cxn>
                <a:cxn ang="0">
                  <a:pos x="csX4529" y="csY4529"/>
                </a:cxn>
                <a:cxn ang="0">
                  <a:pos x="csX4530" y="csY4530"/>
                </a:cxn>
                <a:cxn ang="0">
                  <a:pos x="csX4531" y="csY4531"/>
                </a:cxn>
                <a:cxn ang="0">
                  <a:pos x="csX4532" y="csY4532"/>
                </a:cxn>
                <a:cxn ang="0">
                  <a:pos x="csX4533" y="csY4533"/>
                </a:cxn>
                <a:cxn ang="0">
                  <a:pos x="csX4534" y="csY4534"/>
                </a:cxn>
                <a:cxn ang="0">
                  <a:pos x="csX4535" y="csY4535"/>
                </a:cxn>
                <a:cxn ang="0">
                  <a:pos x="csX4536" y="csY4536"/>
                </a:cxn>
                <a:cxn ang="0">
                  <a:pos x="csX4537" y="csY4537"/>
                </a:cxn>
                <a:cxn ang="0">
                  <a:pos x="csX4538" y="csY4538"/>
                </a:cxn>
                <a:cxn ang="0">
                  <a:pos x="csX4539" y="csY4539"/>
                </a:cxn>
                <a:cxn ang="0">
                  <a:pos x="csX4540" y="csY4540"/>
                </a:cxn>
                <a:cxn ang="0">
                  <a:pos x="csX4541" y="csY4541"/>
                </a:cxn>
                <a:cxn ang="0">
                  <a:pos x="csX4542" y="csY4542"/>
                </a:cxn>
                <a:cxn ang="0">
                  <a:pos x="csX4543" y="csY4543"/>
                </a:cxn>
                <a:cxn ang="0">
                  <a:pos x="csX4544" y="csY4544"/>
                </a:cxn>
                <a:cxn ang="0">
                  <a:pos x="csX4545" y="csY4545"/>
                </a:cxn>
                <a:cxn ang="0">
                  <a:pos x="csX4546" y="csY4546"/>
                </a:cxn>
                <a:cxn ang="0">
                  <a:pos x="csX4547" y="csY4547"/>
                </a:cxn>
                <a:cxn ang="0">
                  <a:pos x="csX4548" y="csY4548"/>
                </a:cxn>
                <a:cxn ang="0">
                  <a:pos x="csX4549" y="csY4549"/>
                </a:cxn>
                <a:cxn ang="0">
                  <a:pos x="csX4550" y="csY4550"/>
                </a:cxn>
                <a:cxn ang="0">
                  <a:pos x="csX4551" y="csY4551"/>
                </a:cxn>
                <a:cxn ang="0">
                  <a:pos x="csX4552" y="csY4552"/>
                </a:cxn>
                <a:cxn ang="0">
                  <a:pos x="csX4553" y="csY4553"/>
                </a:cxn>
                <a:cxn ang="0">
                  <a:pos x="csX4554" y="csY4554"/>
                </a:cxn>
                <a:cxn ang="0">
                  <a:pos x="csX4555" y="csY4555"/>
                </a:cxn>
                <a:cxn ang="0">
                  <a:pos x="csX4556" y="csY4556"/>
                </a:cxn>
                <a:cxn ang="0">
                  <a:pos x="csX4557" y="csY4557"/>
                </a:cxn>
                <a:cxn ang="0">
                  <a:pos x="csX4558" y="csY4558"/>
                </a:cxn>
                <a:cxn ang="0">
                  <a:pos x="csX4559" y="csY4559"/>
                </a:cxn>
                <a:cxn ang="0">
                  <a:pos x="csX4560" y="csY4560"/>
                </a:cxn>
                <a:cxn ang="0">
                  <a:pos x="csX4561" y="csY4561"/>
                </a:cxn>
                <a:cxn ang="0">
                  <a:pos x="csX4562" y="csY4562"/>
                </a:cxn>
                <a:cxn ang="0">
                  <a:pos x="csX4563" y="csY4563"/>
                </a:cxn>
                <a:cxn ang="0">
                  <a:pos x="csX4564" y="csY4564"/>
                </a:cxn>
                <a:cxn ang="0">
                  <a:pos x="csX4565" y="csY4565"/>
                </a:cxn>
                <a:cxn ang="0">
                  <a:pos x="csX4566" y="csY4566"/>
                </a:cxn>
                <a:cxn ang="0">
                  <a:pos x="csX4567" y="csY4567"/>
                </a:cxn>
                <a:cxn ang="0">
                  <a:pos x="csX4568" y="csY4568"/>
                </a:cxn>
                <a:cxn ang="0">
                  <a:pos x="csX4569" y="csY4569"/>
                </a:cxn>
                <a:cxn ang="0">
                  <a:pos x="csX4570" y="csY4570"/>
                </a:cxn>
                <a:cxn ang="0">
                  <a:pos x="csX4571" y="csY4571"/>
                </a:cxn>
                <a:cxn ang="0">
                  <a:pos x="csX4572" y="csY4572"/>
                </a:cxn>
                <a:cxn ang="0">
                  <a:pos x="csX4573" y="csY4573"/>
                </a:cxn>
                <a:cxn ang="0">
                  <a:pos x="csX4574" y="csY4574"/>
                </a:cxn>
                <a:cxn ang="0">
                  <a:pos x="csX4575" y="csY4575"/>
                </a:cxn>
                <a:cxn ang="0">
                  <a:pos x="csX4576" y="csY4576"/>
                </a:cxn>
                <a:cxn ang="0">
                  <a:pos x="csX4577" y="csY4577"/>
                </a:cxn>
                <a:cxn ang="0">
                  <a:pos x="csX4578" y="csY4578"/>
                </a:cxn>
                <a:cxn ang="0">
                  <a:pos x="csX4579" y="csY4579"/>
                </a:cxn>
                <a:cxn ang="0">
                  <a:pos x="csX4580" y="csY4580"/>
                </a:cxn>
                <a:cxn ang="0">
                  <a:pos x="csX4581" y="csY4581"/>
                </a:cxn>
                <a:cxn ang="0">
                  <a:pos x="csX4582" y="csY4582"/>
                </a:cxn>
                <a:cxn ang="0">
                  <a:pos x="csX4583" y="csY4583"/>
                </a:cxn>
                <a:cxn ang="0">
                  <a:pos x="csX4584" y="csY4584"/>
                </a:cxn>
                <a:cxn ang="0">
                  <a:pos x="csX4585" y="csY4585"/>
                </a:cxn>
                <a:cxn ang="0">
                  <a:pos x="csX4586" y="csY4586"/>
                </a:cxn>
                <a:cxn ang="0">
                  <a:pos x="csX4587" y="csY4587"/>
                </a:cxn>
                <a:cxn ang="0">
                  <a:pos x="csX4588" y="csY4588"/>
                </a:cxn>
                <a:cxn ang="0">
                  <a:pos x="csX4589" y="csY4589"/>
                </a:cxn>
                <a:cxn ang="0">
                  <a:pos x="csX4590" y="csY4590"/>
                </a:cxn>
                <a:cxn ang="0">
                  <a:pos x="csX4591" y="csY4591"/>
                </a:cxn>
                <a:cxn ang="0">
                  <a:pos x="csX4592" y="csY4592"/>
                </a:cxn>
                <a:cxn ang="0">
                  <a:pos x="csX4593" y="csY4593"/>
                </a:cxn>
                <a:cxn ang="0">
                  <a:pos x="csX4594" y="csY4594"/>
                </a:cxn>
                <a:cxn ang="0">
                  <a:pos x="csX4595" y="csY4595"/>
                </a:cxn>
                <a:cxn ang="0">
                  <a:pos x="csX4596" y="csY4596"/>
                </a:cxn>
                <a:cxn ang="0">
                  <a:pos x="csX4597" y="csY4597"/>
                </a:cxn>
                <a:cxn ang="0">
                  <a:pos x="csX4598" y="csY4598"/>
                </a:cxn>
                <a:cxn ang="0">
                  <a:pos x="csX4599" y="csY4599"/>
                </a:cxn>
                <a:cxn ang="0">
                  <a:pos x="csX4600" y="csY4600"/>
                </a:cxn>
                <a:cxn ang="0">
                  <a:pos x="csX4601" y="csY4601"/>
                </a:cxn>
                <a:cxn ang="0">
                  <a:pos x="csX4602" y="csY4602"/>
                </a:cxn>
                <a:cxn ang="0">
                  <a:pos x="csX4603" y="csY4603"/>
                </a:cxn>
                <a:cxn ang="0">
                  <a:pos x="csX4604" y="csY4604"/>
                </a:cxn>
                <a:cxn ang="0">
                  <a:pos x="csX4605" y="csY4605"/>
                </a:cxn>
                <a:cxn ang="0">
                  <a:pos x="csX4606" y="csY4606"/>
                </a:cxn>
                <a:cxn ang="0">
                  <a:pos x="csX4607" y="csY4607"/>
                </a:cxn>
                <a:cxn ang="0">
                  <a:pos x="csX4608" y="csY4608"/>
                </a:cxn>
                <a:cxn ang="0">
                  <a:pos x="csX4609" y="csY4609"/>
                </a:cxn>
                <a:cxn ang="0">
                  <a:pos x="csX4610" y="csY4610"/>
                </a:cxn>
                <a:cxn ang="0">
                  <a:pos x="csX4611" y="csY4611"/>
                </a:cxn>
                <a:cxn ang="0">
                  <a:pos x="csX4612" y="csY4612"/>
                </a:cxn>
                <a:cxn ang="0">
                  <a:pos x="csX4613" y="csY4613"/>
                </a:cxn>
                <a:cxn ang="0">
                  <a:pos x="csX4614" y="csY4614"/>
                </a:cxn>
                <a:cxn ang="0">
                  <a:pos x="csX4615" y="csY4615"/>
                </a:cxn>
                <a:cxn ang="0">
                  <a:pos x="csX4616" y="csY4616"/>
                </a:cxn>
                <a:cxn ang="0">
                  <a:pos x="csX4617" y="csY4617"/>
                </a:cxn>
                <a:cxn ang="0">
                  <a:pos x="csX4618" y="csY4618"/>
                </a:cxn>
                <a:cxn ang="0">
                  <a:pos x="csX4619" y="csY4619"/>
                </a:cxn>
                <a:cxn ang="0">
                  <a:pos x="csX4620" y="csY4620"/>
                </a:cxn>
                <a:cxn ang="0">
                  <a:pos x="csX4621" y="csY4621"/>
                </a:cxn>
                <a:cxn ang="0">
                  <a:pos x="csX4622" y="csY4622"/>
                </a:cxn>
                <a:cxn ang="0">
                  <a:pos x="csX4623" y="csY4623"/>
                </a:cxn>
                <a:cxn ang="0">
                  <a:pos x="csX4624" y="csY4624"/>
                </a:cxn>
                <a:cxn ang="0">
                  <a:pos x="csX4625" y="csY4625"/>
                </a:cxn>
                <a:cxn ang="0">
                  <a:pos x="csX4626" y="csY4626"/>
                </a:cxn>
                <a:cxn ang="0">
                  <a:pos x="csX4627" y="csY4627"/>
                </a:cxn>
                <a:cxn ang="0">
                  <a:pos x="csX4628" y="csY4628"/>
                </a:cxn>
                <a:cxn ang="0">
                  <a:pos x="csX4629" y="csY4629"/>
                </a:cxn>
                <a:cxn ang="0">
                  <a:pos x="csX4630" y="csY4630"/>
                </a:cxn>
                <a:cxn ang="0">
                  <a:pos x="csX4631" y="csY4631"/>
                </a:cxn>
                <a:cxn ang="0">
                  <a:pos x="csX4632" y="csY4632"/>
                </a:cxn>
                <a:cxn ang="0">
                  <a:pos x="csX4633" y="csY4633"/>
                </a:cxn>
                <a:cxn ang="0">
                  <a:pos x="csX4634" y="csY4634"/>
                </a:cxn>
                <a:cxn ang="0">
                  <a:pos x="csX4635" y="csY4635"/>
                </a:cxn>
                <a:cxn ang="0">
                  <a:pos x="csX4636" y="csY4636"/>
                </a:cxn>
                <a:cxn ang="0">
                  <a:pos x="csX4637" y="csY4637"/>
                </a:cxn>
                <a:cxn ang="0">
                  <a:pos x="csX4638" y="csY4638"/>
                </a:cxn>
                <a:cxn ang="0">
                  <a:pos x="csX4639" y="csY4639"/>
                </a:cxn>
                <a:cxn ang="0">
                  <a:pos x="csX4640" y="csY4640"/>
                </a:cxn>
                <a:cxn ang="0">
                  <a:pos x="csX4641" y="csY4641"/>
                </a:cxn>
                <a:cxn ang="0">
                  <a:pos x="csX4642" y="csY4642"/>
                </a:cxn>
                <a:cxn ang="0">
                  <a:pos x="csX4643" y="csY4643"/>
                </a:cxn>
                <a:cxn ang="0">
                  <a:pos x="csX4644" y="csY4644"/>
                </a:cxn>
                <a:cxn ang="0">
                  <a:pos x="csX4645" y="csY4645"/>
                </a:cxn>
                <a:cxn ang="0">
                  <a:pos x="csX4646" y="csY4646"/>
                </a:cxn>
                <a:cxn ang="0">
                  <a:pos x="csX4647" y="csY4647"/>
                </a:cxn>
                <a:cxn ang="0">
                  <a:pos x="csX4648" y="csY4648"/>
                </a:cxn>
                <a:cxn ang="0">
                  <a:pos x="csX4649" y="csY4649"/>
                </a:cxn>
                <a:cxn ang="0">
                  <a:pos x="csX4650" y="csY4650"/>
                </a:cxn>
                <a:cxn ang="0">
                  <a:pos x="csX4651" y="csY4651"/>
                </a:cxn>
                <a:cxn ang="0">
                  <a:pos x="csX4652" y="csY4652"/>
                </a:cxn>
                <a:cxn ang="0">
                  <a:pos x="csX4653" y="csY4653"/>
                </a:cxn>
                <a:cxn ang="0">
                  <a:pos x="csX4654" y="csY4654"/>
                </a:cxn>
                <a:cxn ang="0">
                  <a:pos x="csX4655" y="csY4655"/>
                </a:cxn>
                <a:cxn ang="0">
                  <a:pos x="csX4656" y="csY4656"/>
                </a:cxn>
                <a:cxn ang="0">
                  <a:pos x="csX4657" y="csY4657"/>
                </a:cxn>
                <a:cxn ang="0">
                  <a:pos x="csX4658" y="csY4658"/>
                </a:cxn>
                <a:cxn ang="0">
                  <a:pos x="csX4659" y="csY4659"/>
                </a:cxn>
                <a:cxn ang="0">
                  <a:pos x="csX4660" y="csY4660"/>
                </a:cxn>
                <a:cxn ang="0">
                  <a:pos x="csX4661" y="csY4661"/>
                </a:cxn>
                <a:cxn ang="0">
                  <a:pos x="csX4662" y="csY4662"/>
                </a:cxn>
                <a:cxn ang="0">
                  <a:pos x="csX4663" y="csY4663"/>
                </a:cxn>
                <a:cxn ang="0">
                  <a:pos x="csX4664" y="csY4664"/>
                </a:cxn>
                <a:cxn ang="0">
                  <a:pos x="csX4665" y="csY4665"/>
                </a:cxn>
                <a:cxn ang="0">
                  <a:pos x="csX4666" y="csY4666"/>
                </a:cxn>
                <a:cxn ang="0">
                  <a:pos x="csX4667" y="csY4667"/>
                </a:cxn>
                <a:cxn ang="0">
                  <a:pos x="csX4668" y="csY4668"/>
                </a:cxn>
                <a:cxn ang="0">
                  <a:pos x="csX4669" y="csY4669"/>
                </a:cxn>
                <a:cxn ang="0">
                  <a:pos x="csX4670" y="csY4670"/>
                </a:cxn>
                <a:cxn ang="0">
                  <a:pos x="csX4671" y="csY4671"/>
                </a:cxn>
                <a:cxn ang="0">
                  <a:pos x="csX4672" y="csY4672"/>
                </a:cxn>
                <a:cxn ang="0">
                  <a:pos x="csX4673" y="csY4673"/>
                </a:cxn>
                <a:cxn ang="0">
                  <a:pos x="csX4674" y="csY4674"/>
                </a:cxn>
                <a:cxn ang="0">
                  <a:pos x="csX4675" y="csY4675"/>
                </a:cxn>
                <a:cxn ang="0">
                  <a:pos x="csX4676" y="csY4676"/>
                </a:cxn>
                <a:cxn ang="0">
                  <a:pos x="csX4677" y="csY4677"/>
                </a:cxn>
                <a:cxn ang="0">
                  <a:pos x="csX4678" y="csY4678"/>
                </a:cxn>
                <a:cxn ang="0">
                  <a:pos x="csX4679" y="csY4679"/>
                </a:cxn>
                <a:cxn ang="0">
                  <a:pos x="csX4680" y="csY4680"/>
                </a:cxn>
                <a:cxn ang="0">
                  <a:pos x="csX4681" y="csY4681"/>
                </a:cxn>
                <a:cxn ang="0">
                  <a:pos x="csX4682" y="csY4682"/>
                </a:cxn>
                <a:cxn ang="0">
                  <a:pos x="csX4683" y="csY4683"/>
                </a:cxn>
                <a:cxn ang="0">
                  <a:pos x="csX4684" y="csY4684"/>
                </a:cxn>
                <a:cxn ang="0">
                  <a:pos x="csX4685" y="csY4685"/>
                </a:cxn>
                <a:cxn ang="0">
                  <a:pos x="csX4686" y="csY4686"/>
                </a:cxn>
                <a:cxn ang="0">
                  <a:pos x="csX4687" y="csY4687"/>
                </a:cxn>
                <a:cxn ang="0">
                  <a:pos x="csX4688" y="csY4688"/>
                </a:cxn>
                <a:cxn ang="0">
                  <a:pos x="csX4689" y="csY4689"/>
                </a:cxn>
                <a:cxn ang="0">
                  <a:pos x="csX4690" y="csY4690"/>
                </a:cxn>
                <a:cxn ang="0">
                  <a:pos x="csX4691" y="csY4691"/>
                </a:cxn>
                <a:cxn ang="0">
                  <a:pos x="csX4692" y="csY4692"/>
                </a:cxn>
                <a:cxn ang="0">
                  <a:pos x="csX4693" y="csY4693"/>
                </a:cxn>
                <a:cxn ang="0">
                  <a:pos x="csX4694" y="csY4694"/>
                </a:cxn>
                <a:cxn ang="0">
                  <a:pos x="csX4695" y="csY4695"/>
                </a:cxn>
                <a:cxn ang="0">
                  <a:pos x="csX4696" y="csY4696"/>
                </a:cxn>
                <a:cxn ang="0">
                  <a:pos x="csX4697" y="csY4697"/>
                </a:cxn>
                <a:cxn ang="0">
                  <a:pos x="csX4698" y="csY4698"/>
                </a:cxn>
                <a:cxn ang="0">
                  <a:pos x="csX4699" y="csY4699"/>
                </a:cxn>
                <a:cxn ang="0">
                  <a:pos x="csX4700" y="csY4700"/>
                </a:cxn>
                <a:cxn ang="0">
                  <a:pos x="csX4701" y="csY4701"/>
                </a:cxn>
                <a:cxn ang="0">
                  <a:pos x="csX4702" y="csY4702"/>
                </a:cxn>
                <a:cxn ang="0">
                  <a:pos x="csX4703" y="csY4703"/>
                </a:cxn>
                <a:cxn ang="0">
                  <a:pos x="csX4704" y="csY4704"/>
                </a:cxn>
                <a:cxn ang="0">
                  <a:pos x="csX4705" y="csY4705"/>
                </a:cxn>
                <a:cxn ang="0">
                  <a:pos x="csX4706" y="csY4706"/>
                </a:cxn>
                <a:cxn ang="0">
                  <a:pos x="csX4707" y="csY4707"/>
                </a:cxn>
                <a:cxn ang="0">
                  <a:pos x="csX4708" y="csY4708"/>
                </a:cxn>
                <a:cxn ang="0">
                  <a:pos x="csX4709" y="csY4709"/>
                </a:cxn>
                <a:cxn ang="0">
                  <a:pos x="csX4710" y="csY4710"/>
                </a:cxn>
                <a:cxn ang="0">
                  <a:pos x="csX4711" y="csY4711"/>
                </a:cxn>
                <a:cxn ang="0">
                  <a:pos x="csX4712" y="csY4712"/>
                </a:cxn>
                <a:cxn ang="0">
                  <a:pos x="csX4713" y="csY4713"/>
                </a:cxn>
                <a:cxn ang="0">
                  <a:pos x="csX4714" y="csY4714"/>
                </a:cxn>
                <a:cxn ang="0">
                  <a:pos x="csX4715" y="csY4715"/>
                </a:cxn>
                <a:cxn ang="0">
                  <a:pos x="csX4716" y="csY4716"/>
                </a:cxn>
                <a:cxn ang="0">
                  <a:pos x="csX4717" y="csY4717"/>
                </a:cxn>
                <a:cxn ang="0">
                  <a:pos x="csX4718" y="csY4718"/>
                </a:cxn>
                <a:cxn ang="0">
                  <a:pos x="csX4719" y="csY4719"/>
                </a:cxn>
                <a:cxn ang="0">
                  <a:pos x="csX4720" y="csY4720"/>
                </a:cxn>
                <a:cxn ang="0">
                  <a:pos x="csX4721" y="csY4721"/>
                </a:cxn>
                <a:cxn ang="0">
                  <a:pos x="csX4722" y="csY4722"/>
                </a:cxn>
                <a:cxn ang="0">
                  <a:pos x="csX4723" y="csY4723"/>
                </a:cxn>
                <a:cxn ang="0">
                  <a:pos x="csX4724" y="csY4724"/>
                </a:cxn>
                <a:cxn ang="0">
                  <a:pos x="csX4725" y="csY4725"/>
                </a:cxn>
                <a:cxn ang="0">
                  <a:pos x="csX4726" y="csY4726"/>
                </a:cxn>
                <a:cxn ang="0">
                  <a:pos x="csX4727" y="csY4727"/>
                </a:cxn>
                <a:cxn ang="0">
                  <a:pos x="csX4728" y="csY4728"/>
                </a:cxn>
                <a:cxn ang="0">
                  <a:pos x="csX4729" y="csY4729"/>
                </a:cxn>
                <a:cxn ang="0">
                  <a:pos x="csX4730" y="csY4730"/>
                </a:cxn>
                <a:cxn ang="0">
                  <a:pos x="csX4731" y="csY4731"/>
                </a:cxn>
                <a:cxn ang="0">
                  <a:pos x="csX4732" y="csY4732"/>
                </a:cxn>
                <a:cxn ang="0">
                  <a:pos x="csX4733" y="csY4733"/>
                </a:cxn>
                <a:cxn ang="0">
                  <a:pos x="csX4734" y="csY4734"/>
                </a:cxn>
                <a:cxn ang="0">
                  <a:pos x="csX4735" y="csY4735"/>
                </a:cxn>
                <a:cxn ang="0">
                  <a:pos x="csX4736" y="csY4736"/>
                </a:cxn>
                <a:cxn ang="0">
                  <a:pos x="csX4737" y="csY4737"/>
                </a:cxn>
                <a:cxn ang="0">
                  <a:pos x="csX4738" y="csY4738"/>
                </a:cxn>
                <a:cxn ang="0">
                  <a:pos x="csX4739" y="csY4739"/>
                </a:cxn>
                <a:cxn ang="0">
                  <a:pos x="csX4740" y="csY4740"/>
                </a:cxn>
                <a:cxn ang="0">
                  <a:pos x="csX4741" y="csY4741"/>
                </a:cxn>
                <a:cxn ang="0">
                  <a:pos x="csX4742" y="csY4742"/>
                </a:cxn>
                <a:cxn ang="0">
                  <a:pos x="csX4743" y="csY4743"/>
                </a:cxn>
                <a:cxn ang="0">
                  <a:pos x="csX4744" y="csY4744"/>
                </a:cxn>
                <a:cxn ang="0">
                  <a:pos x="csX4745" y="csY4745"/>
                </a:cxn>
                <a:cxn ang="0">
                  <a:pos x="csX4746" y="csY4746"/>
                </a:cxn>
                <a:cxn ang="0">
                  <a:pos x="csX4747" y="csY4747"/>
                </a:cxn>
                <a:cxn ang="0">
                  <a:pos x="csX4748" y="csY4748"/>
                </a:cxn>
                <a:cxn ang="0">
                  <a:pos x="csX4749" y="csY4749"/>
                </a:cxn>
                <a:cxn ang="0">
                  <a:pos x="csX4750" y="csY4750"/>
                </a:cxn>
                <a:cxn ang="0">
                  <a:pos x="csX4751" y="csY4751"/>
                </a:cxn>
                <a:cxn ang="0">
                  <a:pos x="csX4752" y="csY4752"/>
                </a:cxn>
                <a:cxn ang="0">
                  <a:pos x="csX4753" y="csY4753"/>
                </a:cxn>
                <a:cxn ang="0">
                  <a:pos x="csX4754" y="csY4754"/>
                </a:cxn>
                <a:cxn ang="0">
                  <a:pos x="csX4755" y="csY4755"/>
                </a:cxn>
                <a:cxn ang="0">
                  <a:pos x="csX4756" y="csY4756"/>
                </a:cxn>
                <a:cxn ang="0">
                  <a:pos x="csX4757" y="csY4757"/>
                </a:cxn>
                <a:cxn ang="0">
                  <a:pos x="csX4758" y="csY4758"/>
                </a:cxn>
                <a:cxn ang="0">
                  <a:pos x="csX4759" y="csY4759"/>
                </a:cxn>
                <a:cxn ang="0">
                  <a:pos x="csX4760" y="csY4760"/>
                </a:cxn>
                <a:cxn ang="0">
                  <a:pos x="csX4761" y="csY4761"/>
                </a:cxn>
                <a:cxn ang="0">
                  <a:pos x="csX4762" y="csY4762"/>
                </a:cxn>
                <a:cxn ang="0">
                  <a:pos x="csX4763" y="csY4763"/>
                </a:cxn>
                <a:cxn ang="0">
                  <a:pos x="csX4764" y="csY4764"/>
                </a:cxn>
                <a:cxn ang="0">
                  <a:pos x="csX4765" y="csY4765"/>
                </a:cxn>
                <a:cxn ang="0">
                  <a:pos x="csX4766" y="csY4766"/>
                </a:cxn>
                <a:cxn ang="0">
                  <a:pos x="csX4767" y="csY4767"/>
                </a:cxn>
                <a:cxn ang="0">
                  <a:pos x="csX4768" y="csY4768"/>
                </a:cxn>
                <a:cxn ang="0">
                  <a:pos x="csX4769" y="csY4769"/>
                </a:cxn>
                <a:cxn ang="0">
                  <a:pos x="csX4770" y="csY4770"/>
                </a:cxn>
                <a:cxn ang="0">
                  <a:pos x="csX4771" y="csY4771"/>
                </a:cxn>
                <a:cxn ang="0">
                  <a:pos x="csX4772" y="csY4772"/>
                </a:cxn>
                <a:cxn ang="0">
                  <a:pos x="csX4773" y="csY4773"/>
                </a:cxn>
                <a:cxn ang="0">
                  <a:pos x="csX4774" y="csY4774"/>
                </a:cxn>
                <a:cxn ang="0">
                  <a:pos x="csX4775" y="csY4775"/>
                </a:cxn>
                <a:cxn ang="0">
                  <a:pos x="csX4776" y="csY4776"/>
                </a:cxn>
                <a:cxn ang="0">
                  <a:pos x="csX4777" y="csY4777"/>
                </a:cxn>
                <a:cxn ang="0">
                  <a:pos x="csX4778" y="csY4778"/>
                </a:cxn>
                <a:cxn ang="0">
                  <a:pos x="csX4779" y="csY4779"/>
                </a:cxn>
                <a:cxn ang="0">
                  <a:pos x="csX4780" y="csY4780"/>
                </a:cxn>
                <a:cxn ang="0">
                  <a:pos x="csX4781" y="csY4781"/>
                </a:cxn>
                <a:cxn ang="0">
                  <a:pos x="csX4782" y="csY4782"/>
                </a:cxn>
                <a:cxn ang="0">
                  <a:pos x="csX4783" y="csY4783"/>
                </a:cxn>
                <a:cxn ang="0">
                  <a:pos x="csX4784" y="csY4784"/>
                </a:cxn>
                <a:cxn ang="0">
                  <a:pos x="csX4785" y="csY4785"/>
                </a:cxn>
                <a:cxn ang="0">
                  <a:pos x="csX4786" y="csY4786"/>
                </a:cxn>
                <a:cxn ang="0">
                  <a:pos x="csX4787" y="csY4787"/>
                </a:cxn>
                <a:cxn ang="0">
                  <a:pos x="csX4788" y="csY4788"/>
                </a:cxn>
                <a:cxn ang="0">
                  <a:pos x="csX4789" y="csY4789"/>
                </a:cxn>
                <a:cxn ang="0">
                  <a:pos x="csX4790" y="csY4790"/>
                </a:cxn>
                <a:cxn ang="0">
                  <a:pos x="csX4791" y="csY4791"/>
                </a:cxn>
                <a:cxn ang="0">
                  <a:pos x="csX4792" y="csY4792"/>
                </a:cxn>
                <a:cxn ang="0">
                  <a:pos x="csX4793" y="csY4793"/>
                </a:cxn>
                <a:cxn ang="0">
                  <a:pos x="csX4794" y="csY4794"/>
                </a:cxn>
                <a:cxn ang="0">
                  <a:pos x="csX4795" y="csY4795"/>
                </a:cxn>
                <a:cxn ang="0">
                  <a:pos x="csX4796" y="csY4796"/>
                </a:cxn>
                <a:cxn ang="0">
                  <a:pos x="csX4797" y="csY4797"/>
                </a:cxn>
                <a:cxn ang="0">
                  <a:pos x="csX4798" y="csY4798"/>
                </a:cxn>
                <a:cxn ang="0">
                  <a:pos x="csX4799" y="csY4799"/>
                </a:cxn>
                <a:cxn ang="0">
                  <a:pos x="csX4800" y="csY4800"/>
                </a:cxn>
                <a:cxn ang="0">
                  <a:pos x="csX4801" y="csY4801"/>
                </a:cxn>
                <a:cxn ang="0">
                  <a:pos x="csX4802" y="csY4802"/>
                </a:cxn>
                <a:cxn ang="0">
                  <a:pos x="csX4803" y="csY4803"/>
                </a:cxn>
                <a:cxn ang="0">
                  <a:pos x="csX4804" y="csY4804"/>
                </a:cxn>
                <a:cxn ang="0">
                  <a:pos x="csX4805" y="csY4805"/>
                </a:cxn>
                <a:cxn ang="0">
                  <a:pos x="csX4806" y="csY4806"/>
                </a:cxn>
                <a:cxn ang="0">
                  <a:pos x="csX4807" y="csY4807"/>
                </a:cxn>
                <a:cxn ang="0">
                  <a:pos x="csX4808" y="csY4808"/>
                </a:cxn>
                <a:cxn ang="0">
                  <a:pos x="csX4809" y="csY4809"/>
                </a:cxn>
                <a:cxn ang="0">
                  <a:pos x="csX4810" y="csY4810"/>
                </a:cxn>
                <a:cxn ang="0">
                  <a:pos x="csX4811" y="csY4811"/>
                </a:cxn>
                <a:cxn ang="0">
                  <a:pos x="csX4812" y="csY4812"/>
                </a:cxn>
                <a:cxn ang="0">
                  <a:pos x="csX4813" y="csY4813"/>
                </a:cxn>
                <a:cxn ang="0">
                  <a:pos x="csX4814" y="csY4814"/>
                </a:cxn>
                <a:cxn ang="0">
                  <a:pos x="csX4815" y="csY4815"/>
                </a:cxn>
                <a:cxn ang="0">
                  <a:pos x="csX4816" y="csY4816"/>
                </a:cxn>
                <a:cxn ang="0">
                  <a:pos x="csX4817" y="csY4817"/>
                </a:cxn>
                <a:cxn ang="0">
                  <a:pos x="csX4818" y="csY4818"/>
                </a:cxn>
                <a:cxn ang="0">
                  <a:pos x="csX4819" y="csY4819"/>
                </a:cxn>
                <a:cxn ang="0">
                  <a:pos x="csX4820" y="csY4820"/>
                </a:cxn>
                <a:cxn ang="0">
                  <a:pos x="csX4821" y="csY4821"/>
                </a:cxn>
                <a:cxn ang="0">
                  <a:pos x="csX4822" y="csY4822"/>
                </a:cxn>
                <a:cxn ang="0">
                  <a:pos x="csX4823" y="csY4823"/>
                </a:cxn>
                <a:cxn ang="0">
                  <a:pos x="csX4824" y="csY4824"/>
                </a:cxn>
                <a:cxn ang="0">
                  <a:pos x="csX4825" y="csY4825"/>
                </a:cxn>
                <a:cxn ang="0">
                  <a:pos x="csX4826" y="csY4826"/>
                </a:cxn>
                <a:cxn ang="0">
                  <a:pos x="csX4827" y="csY4827"/>
                </a:cxn>
                <a:cxn ang="0">
                  <a:pos x="csX4828" y="csY4828"/>
                </a:cxn>
                <a:cxn ang="0">
                  <a:pos x="csX4829" y="csY4829"/>
                </a:cxn>
                <a:cxn ang="0">
                  <a:pos x="csX4830" y="csY4830"/>
                </a:cxn>
                <a:cxn ang="0">
                  <a:pos x="csX4831" y="csY4831"/>
                </a:cxn>
                <a:cxn ang="0">
                  <a:pos x="csX4832" y="csY4832"/>
                </a:cxn>
                <a:cxn ang="0">
                  <a:pos x="csX4833" y="csY4833"/>
                </a:cxn>
                <a:cxn ang="0">
                  <a:pos x="csX4834" y="csY4834"/>
                </a:cxn>
                <a:cxn ang="0">
                  <a:pos x="csX4835" y="csY4835"/>
                </a:cxn>
                <a:cxn ang="0">
                  <a:pos x="csX4836" y="csY4836"/>
                </a:cxn>
                <a:cxn ang="0">
                  <a:pos x="csX4837" y="csY4837"/>
                </a:cxn>
                <a:cxn ang="0">
                  <a:pos x="csX4838" y="csY4838"/>
                </a:cxn>
                <a:cxn ang="0">
                  <a:pos x="csX4839" y="csY4839"/>
                </a:cxn>
                <a:cxn ang="0">
                  <a:pos x="csX4840" y="csY4840"/>
                </a:cxn>
                <a:cxn ang="0">
                  <a:pos x="csX4841" y="csY4841"/>
                </a:cxn>
                <a:cxn ang="0">
                  <a:pos x="csX4842" y="csY4842"/>
                </a:cxn>
                <a:cxn ang="0">
                  <a:pos x="csX4843" y="csY4843"/>
                </a:cxn>
                <a:cxn ang="0">
                  <a:pos x="csX4844" y="csY4844"/>
                </a:cxn>
                <a:cxn ang="0">
                  <a:pos x="csX4845" y="csY4845"/>
                </a:cxn>
                <a:cxn ang="0">
                  <a:pos x="csX4846" y="csY4846"/>
                </a:cxn>
                <a:cxn ang="0">
                  <a:pos x="csX4847" y="csY4847"/>
                </a:cxn>
                <a:cxn ang="0">
                  <a:pos x="csX4848" y="csY4848"/>
                </a:cxn>
                <a:cxn ang="0">
                  <a:pos x="csX4849" y="csY4849"/>
                </a:cxn>
                <a:cxn ang="0">
                  <a:pos x="csX4850" y="csY4850"/>
                </a:cxn>
                <a:cxn ang="0">
                  <a:pos x="csX4851" y="csY4851"/>
                </a:cxn>
                <a:cxn ang="0">
                  <a:pos x="csX4852" y="csY4852"/>
                </a:cxn>
                <a:cxn ang="0">
                  <a:pos x="csX4853" y="csY4853"/>
                </a:cxn>
                <a:cxn ang="0">
                  <a:pos x="csX4854" y="csY4854"/>
                </a:cxn>
                <a:cxn ang="0">
                  <a:pos x="csX4855" y="csY4855"/>
                </a:cxn>
                <a:cxn ang="0">
                  <a:pos x="csX4856" y="csY4856"/>
                </a:cxn>
                <a:cxn ang="0">
                  <a:pos x="csX4857" y="csY4857"/>
                </a:cxn>
                <a:cxn ang="0">
                  <a:pos x="csX4858" y="csY4858"/>
                </a:cxn>
                <a:cxn ang="0">
                  <a:pos x="csX4859" y="csY4859"/>
                </a:cxn>
                <a:cxn ang="0">
                  <a:pos x="csX4860" y="csY4860"/>
                </a:cxn>
                <a:cxn ang="0">
                  <a:pos x="csX4861" y="csY4861"/>
                </a:cxn>
                <a:cxn ang="0">
                  <a:pos x="csX4862" y="csY4862"/>
                </a:cxn>
                <a:cxn ang="0">
                  <a:pos x="csX4863" y="csY4863"/>
                </a:cxn>
                <a:cxn ang="0">
                  <a:pos x="csX4864" y="csY4864"/>
                </a:cxn>
                <a:cxn ang="0">
                  <a:pos x="csX4865" y="csY4865"/>
                </a:cxn>
                <a:cxn ang="0">
                  <a:pos x="csX4866" y="csY4866"/>
                </a:cxn>
                <a:cxn ang="0">
                  <a:pos x="csX4867" y="csY4867"/>
                </a:cxn>
                <a:cxn ang="0">
                  <a:pos x="csX4868" y="csY4868"/>
                </a:cxn>
                <a:cxn ang="0">
                  <a:pos x="csX4869" y="csY4869"/>
                </a:cxn>
                <a:cxn ang="0">
                  <a:pos x="csX4870" y="csY4870"/>
                </a:cxn>
                <a:cxn ang="0">
                  <a:pos x="csX4871" y="csY4871"/>
                </a:cxn>
                <a:cxn ang="0">
                  <a:pos x="csX4872" y="csY4872"/>
                </a:cxn>
                <a:cxn ang="0">
                  <a:pos x="csX4873" y="csY4873"/>
                </a:cxn>
                <a:cxn ang="0">
                  <a:pos x="csX4874" y="csY4874"/>
                </a:cxn>
                <a:cxn ang="0">
                  <a:pos x="csX4875" y="csY4875"/>
                </a:cxn>
                <a:cxn ang="0">
                  <a:pos x="csX4876" y="csY4876"/>
                </a:cxn>
                <a:cxn ang="0">
                  <a:pos x="csX4877" y="csY4877"/>
                </a:cxn>
                <a:cxn ang="0">
                  <a:pos x="csX4878" y="csY4878"/>
                </a:cxn>
                <a:cxn ang="0">
                  <a:pos x="csX4879" y="csY4879"/>
                </a:cxn>
                <a:cxn ang="0">
                  <a:pos x="csX4880" y="csY4880"/>
                </a:cxn>
                <a:cxn ang="0">
                  <a:pos x="csX4881" y="csY4881"/>
                </a:cxn>
                <a:cxn ang="0">
                  <a:pos x="csX4882" y="csY4882"/>
                </a:cxn>
                <a:cxn ang="0">
                  <a:pos x="csX4883" y="csY4883"/>
                </a:cxn>
                <a:cxn ang="0">
                  <a:pos x="csX4884" y="csY4884"/>
                </a:cxn>
                <a:cxn ang="0">
                  <a:pos x="csX4885" y="csY4885"/>
                </a:cxn>
                <a:cxn ang="0">
                  <a:pos x="csX4886" y="csY4886"/>
                </a:cxn>
                <a:cxn ang="0">
                  <a:pos x="csX4887" y="csY4887"/>
                </a:cxn>
                <a:cxn ang="0">
                  <a:pos x="csX4888" y="csY4888"/>
                </a:cxn>
                <a:cxn ang="0">
                  <a:pos x="csX4889" y="csY4889"/>
                </a:cxn>
                <a:cxn ang="0">
                  <a:pos x="csX4890" y="csY4890"/>
                </a:cxn>
                <a:cxn ang="0">
                  <a:pos x="csX4891" y="csY4891"/>
                </a:cxn>
                <a:cxn ang="0">
                  <a:pos x="csX4892" y="csY4892"/>
                </a:cxn>
                <a:cxn ang="0">
                  <a:pos x="csX4893" y="csY4893"/>
                </a:cxn>
                <a:cxn ang="0">
                  <a:pos x="csX4894" y="csY4894"/>
                </a:cxn>
                <a:cxn ang="0">
                  <a:pos x="csX4895" y="csY4895"/>
                </a:cxn>
                <a:cxn ang="0">
                  <a:pos x="csX4896" y="csY4896"/>
                </a:cxn>
                <a:cxn ang="0">
                  <a:pos x="csX4897" y="csY4897"/>
                </a:cxn>
                <a:cxn ang="0">
                  <a:pos x="csX4898" y="csY4898"/>
                </a:cxn>
                <a:cxn ang="0">
                  <a:pos x="csX4899" y="csY4899"/>
                </a:cxn>
                <a:cxn ang="0">
                  <a:pos x="csX4900" y="csY4900"/>
                </a:cxn>
                <a:cxn ang="0">
                  <a:pos x="csX4901" y="csY4901"/>
                </a:cxn>
                <a:cxn ang="0">
                  <a:pos x="csX4902" y="csY4902"/>
                </a:cxn>
                <a:cxn ang="0">
                  <a:pos x="csX4903" y="csY4903"/>
                </a:cxn>
                <a:cxn ang="0">
                  <a:pos x="csX4904" y="csY4904"/>
                </a:cxn>
                <a:cxn ang="0">
                  <a:pos x="csX4905" y="csY4905"/>
                </a:cxn>
                <a:cxn ang="0">
                  <a:pos x="csX4906" y="csY4906"/>
                </a:cxn>
                <a:cxn ang="0">
                  <a:pos x="csX4907" y="csY4907"/>
                </a:cxn>
                <a:cxn ang="0">
                  <a:pos x="csX4908" y="csY4908"/>
                </a:cxn>
                <a:cxn ang="0">
                  <a:pos x="csX4909" y="csY4909"/>
                </a:cxn>
                <a:cxn ang="0">
                  <a:pos x="csX4910" y="csY4910"/>
                </a:cxn>
                <a:cxn ang="0">
                  <a:pos x="csX4911" y="csY4911"/>
                </a:cxn>
                <a:cxn ang="0">
                  <a:pos x="csX4912" y="csY4912"/>
                </a:cxn>
                <a:cxn ang="0">
                  <a:pos x="csX4913" y="csY4913"/>
                </a:cxn>
                <a:cxn ang="0">
                  <a:pos x="csX4914" y="csY4914"/>
                </a:cxn>
                <a:cxn ang="0">
                  <a:pos x="csX4915" y="csY4915"/>
                </a:cxn>
                <a:cxn ang="0">
                  <a:pos x="csX4916" y="csY4916"/>
                </a:cxn>
                <a:cxn ang="0">
                  <a:pos x="csX4917" y="csY4917"/>
                </a:cxn>
                <a:cxn ang="0">
                  <a:pos x="csX4918" y="csY4918"/>
                </a:cxn>
                <a:cxn ang="0">
                  <a:pos x="csX4919" y="csY4919"/>
                </a:cxn>
                <a:cxn ang="0">
                  <a:pos x="csX4920" y="csY4920"/>
                </a:cxn>
                <a:cxn ang="0">
                  <a:pos x="csX4921" y="csY4921"/>
                </a:cxn>
                <a:cxn ang="0">
                  <a:pos x="csX4922" y="csY4922"/>
                </a:cxn>
                <a:cxn ang="0">
                  <a:pos x="csX4923" y="csY4923"/>
                </a:cxn>
                <a:cxn ang="0">
                  <a:pos x="csX4924" y="csY4924"/>
                </a:cxn>
                <a:cxn ang="0">
                  <a:pos x="csX4925" y="csY4925"/>
                </a:cxn>
                <a:cxn ang="0">
                  <a:pos x="csX4926" y="csY4926"/>
                </a:cxn>
                <a:cxn ang="0">
                  <a:pos x="csX4927" y="csY4927"/>
                </a:cxn>
                <a:cxn ang="0">
                  <a:pos x="csX4928" y="csY4928"/>
                </a:cxn>
                <a:cxn ang="0">
                  <a:pos x="csX4929" y="csY4929"/>
                </a:cxn>
                <a:cxn ang="0">
                  <a:pos x="csX4930" y="csY4930"/>
                </a:cxn>
                <a:cxn ang="0">
                  <a:pos x="csX4931" y="csY4931"/>
                </a:cxn>
                <a:cxn ang="0">
                  <a:pos x="csX4932" y="csY4932"/>
                </a:cxn>
                <a:cxn ang="0">
                  <a:pos x="csX4933" y="csY4933"/>
                </a:cxn>
                <a:cxn ang="0">
                  <a:pos x="csX4934" y="csY4934"/>
                </a:cxn>
                <a:cxn ang="0">
                  <a:pos x="csX4935" y="csY4935"/>
                </a:cxn>
                <a:cxn ang="0">
                  <a:pos x="csX4936" y="csY4936"/>
                </a:cxn>
                <a:cxn ang="0">
                  <a:pos x="csX4937" y="csY4937"/>
                </a:cxn>
                <a:cxn ang="0">
                  <a:pos x="csX4938" y="csY4938"/>
                </a:cxn>
                <a:cxn ang="0">
                  <a:pos x="csX4939" y="csY4939"/>
                </a:cxn>
                <a:cxn ang="0">
                  <a:pos x="csX4940" y="csY4940"/>
                </a:cxn>
                <a:cxn ang="0">
                  <a:pos x="csX4941" y="csY4941"/>
                </a:cxn>
                <a:cxn ang="0">
                  <a:pos x="csX4942" y="csY4942"/>
                </a:cxn>
                <a:cxn ang="0">
                  <a:pos x="csX4943" y="csY4943"/>
                </a:cxn>
                <a:cxn ang="0">
                  <a:pos x="csX4944" y="csY4944"/>
                </a:cxn>
                <a:cxn ang="0">
                  <a:pos x="csX4945" y="csY4945"/>
                </a:cxn>
                <a:cxn ang="0">
                  <a:pos x="csX4946" y="csY4946"/>
                </a:cxn>
                <a:cxn ang="0">
                  <a:pos x="csX4947" y="csY4947"/>
                </a:cxn>
                <a:cxn ang="0">
                  <a:pos x="csX4948" y="csY4948"/>
                </a:cxn>
                <a:cxn ang="0">
                  <a:pos x="csX4949" y="csY4949"/>
                </a:cxn>
                <a:cxn ang="0">
                  <a:pos x="csX4950" y="csY4950"/>
                </a:cxn>
                <a:cxn ang="0">
                  <a:pos x="csX4951" y="csY4951"/>
                </a:cxn>
                <a:cxn ang="0">
                  <a:pos x="csX4952" y="csY4952"/>
                </a:cxn>
                <a:cxn ang="0">
                  <a:pos x="csX4953" y="csY4953"/>
                </a:cxn>
                <a:cxn ang="0">
                  <a:pos x="csX4954" y="csY4954"/>
                </a:cxn>
                <a:cxn ang="0">
                  <a:pos x="csX4955" y="csY4955"/>
                </a:cxn>
                <a:cxn ang="0">
                  <a:pos x="csX4956" y="csY4956"/>
                </a:cxn>
                <a:cxn ang="0">
                  <a:pos x="csX4957" y="csY4957"/>
                </a:cxn>
                <a:cxn ang="0">
                  <a:pos x="csX4958" y="csY4958"/>
                </a:cxn>
                <a:cxn ang="0">
                  <a:pos x="csX4959" y="csY4959"/>
                </a:cxn>
                <a:cxn ang="0">
                  <a:pos x="csX4960" y="csY4960"/>
                </a:cxn>
                <a:cxn ang="0">
                  <a:pos x="csX4961" y="csY4961"/>
                </a:cxn>
                <a:cxn ang="0">
                  <a:pos x="csX4962" y="csY4962"/>
                </a:cxn>
                <a:cxn ang="0">
                  <a:pos x="csX4963" y="csY4963"/>
                </a:cxn>
                <a:cxn ang="0">
                  <a:pos x="csX4964" y="csY4964"/>
                </a:cxn>
                <a:cxn ang="0">
                  <a:pos x="csX4965" y="csY4965"/>
                </a:cxn>
                <a:cxn ang="0">
                  <a:pos x="csX4966" y="csY4966"/>
                </a:cxn>
                <a:cxn ang="0">
                  <a:pos x="csX4967" y="csY4967"/>
                </a:cxn>
                <a:cxn ang="0">
                  <a:pos x="csX4968" y="csY4968"/>
                </a:cxn>
                <a:cxn ang="0">
                  <a:pos x="csX4969" y="csY4969"/>
                </a:cxn>
                <a:cxn ang="0">
                  <a:pos x="csX4970" y="csY4970"/>
                </a:cxn>
                <a:cxn ang="0">
                  <a:pos x="csX4971" y="csY4971"/>
                </a:cxn>
                <a:cxn ang="0">
                  <a:pos x="csX4972" y="csY4972"/>
                </a:cxn>
                <a:cxn ang="0">
                  <a:pos x="csX4973" y="csY4973"/>
                </a:cxn>
                <a:cxn ang="0">
                  <a:pos x="csX4974" y="csY4974"/>
                </a:cxn>
                <a:cxn ang="0">
                  <a:pos x="csX4975" y="csY4975"/>
                </a:cxn>
                <a:cxn ang="0">
                  <a:pos x="csX4976" y="csY4976"/>
                </a:cxn>
                <a:cxn ang="0">
                  <a:pos x="csX4977" y="csY4977"/>
                </a:cxn>
                <a:cxn ang="0">
                  <a:pos x="csX4978" y="csY4978"/>
                </a:cxn>
                <a:cxn ang="0">
                  <a:pos x="csX4979" y="csY4979"/>
                </a:cxn>
                <a:cxn ang="0">
                  <a:pos x="csX4980" y="csY4980"/>
                </a:cxn>
                <a:cxn ang="0">
                  <a:pos x="csX4981" y="csY4981"/>
                </a:cxn>
                <a:cxn ang="0">
                  <a:pos x="csX4982" y="csY4982"/>
                </a:cxn>
              </a:cxnLst>
              <a:rect l="l" t="t" r="r" b="b"/>
              <a:pathLst>
                <a:path w="3230884" h="1498637">
                  <a:moveTo>
                    <a:pt x="345399" y="1464241"/>
                  </a:moveTo>
                  <a:lnTo>
                    <a:pt x="345399" y="1464241"/>
                  </a:lnTo>
                  <a:lnTo>
                    <a:pt x="346831" y="1460897"/>
                  </a:lnTo>
                  <a:lnTo>
                    <a:pt x="347310" y="1460897"/>
                  </a:lnTo>
                  <a:lnTo>
                    <a:pt x="348742" y="1461374"/>
                  </a:lnTo>
                  <a:lnTo>
                    <a:pt x="351609" y="1462330"/>
                  </a:lnTo>
                  <a:lnTo>
                    <a:pt x="353042" y="1462808"/>
                  </a:lnTo>
                  <a:lnTo>
                    <a:pt x="353997" y="1463285"/>
                  </a:lnTo>
                  <a:lnTo>
                    <a:pt x="356864" y="1466152"/>
                  </a:lnTo>
                  <a:lnTo>
                    <a:pt x="356864" y="1466630"/>
                  </a:lnTo>
                  <a:lnTo>
                    <a:pt x="361163" y="1466152"/>
                  </a:lnTo>
                  <a:lnTo>
                    <a:pt x="363074" y="1466630"/>
                  </a:lnTo>
                  <a:lnTo>
                    <a:pt x="364030" y="1467107"/>
                  </a:lnTo>
                  <a:lnTo>
                    <a:pt x="364508" y="1467585"/>
                  </a:lnTo>
                  <a:lnTo>
                    <a:pt x="363552" y="1470451"/>
                  </a:lnTo>
                  <a:lnTo>
                    <a:pt x="362597" y="1473795"/>
                  </a:lnTo>
                  <a:lnTo>
                    <a:pt x="362597" y="1474273"/>
                  </a:lnTo>
                  <a:lnTo>
                    <a:pt x="364508" y="1475229"/>
                  </a:lnTo>
                  <a:lnTo>
                    <a:pt x="366896" y="1476662"/>
                  </a:lnTo>
                  <a:lnTo>
                    <a:pt x="368329" y="1477617"/>
                  </a:lnTo>
                  <a:lnTo>
                    <a:pt x="368807" y="1478573"/>
                  </a:lnTo>
                  <a:lnTo>
                    <a:pt x="370718" y="1479050"/>
                  </a:lnTo>
                  <a:lnTo>
                    <a:pt x="373107" y="1479528"/>
                  </a:lnTo>
                  <a:lnTo>
                    <a:pt x="374062" y="1479528"/>
                  </a:lnTo>
                  <a:lnTo>
                    <a:pt x="375018" y="1480484"/>
                  </a:lnTo>
                  <a:lnTo>
                    <a:pt x="377884" y="1481917"/>
                  </a:lnTo>
                  <a:lnTo>
                    <a:pt x="378362" y="1481917"/>
                  </a:lnTo>
                  <a:lnTo>
                    <a:pt x="380751" y="1482395"/>
                  </a:lnTo>
                  <a:lnTo>
                    <a:pt x="380751" y="1483828"/>
                  </a:lnTo>
                  <a:lnTo>
                    <a:pt x="380751" y="1483828"/>
                  </a:lnTo>
                  <a:lnTo>
                    <a:pt x="381228" y="1484306"/>
                  </a:lnTo>
                  <a:lnTo>
                    <a:pt x="382184" y="1484306"/>
                  </a:lnTo>
                  <a:lnTo>
                    <a:pt x="383617" y="1483350"/>
                  </a:lnTo>
                  <a:lnTo>
                    <a:pt x="384572" y="1483828"/>
                  </a:lnTo>
                  <a:lnTo>
                    <a:pt x="386483" y="1485739"/>
                  </a:lnTo>
                  <a:lnTo>
                    <a:pt x="388394" y="1487172"/>
                  </a:lnTo>
                  <a:lnTo>
                    <a:pt x="389349" y="1488605"/>
                  </a:lnTo>
                  <a:lnTo>
                    <a:pt x="389827" y="1489560"/>
                  </a:lnTo>
                  <a:lnTo>
                    <a:pt x="389827" y="1489560"/>
                  </a:lnTo>
                  <a:lnTo>
                    <a:pt x="390783" y="1490038"/>
                  </a:lnTo>
                  <a:lnTo>
                    <a:pt x="390783" y="1490038"/>
                  </a:lnTo>
                  <a:lnTo>
                    <a:pt x="392694" y="1490994"/>
                  </a:lnTo>
                  <a:lnTo>
                    <a:pt x="393649" y="1492427"/>
                  </a:lnTo>
                  <a:lnTo>
                    <a:pt x="393649" y="1492427"/>
                  </a:lnTo>
                  <a:lnTo>
                    <a:pt x="394604" y="1494815"/>
                  </a:lnTo>
                  <a:lnTo>
                    <a:pt x="395083" y="1495771"/>
                  </a:lnTo>
                  <a:lnTo>
                    <a:pt x="395083" y="1495771"/>
                  </a:lnTo>
                  <a:lnTo>
                    <a:pt x="396038" y="1496726"/>
                  </a:lnTo>
                  <a:lnTo>
                    <a:pt x="399860" y="1498160"/>
                  </a:lnTo>
                  <a:lnTo>
                    <a:pt x="401293" y="1498160"/>
                  </a:lnTo>
                  <a:lnTo>
                    <a:pt x="405592" y="1498637"/>
                  </a:lnTo>
                  <a:lnTo>
                    <a:pt x="407026" y="1498637"/>
                  </a:lnTo>
                  <a:lnTo>
                    <a:pt x="407026" y="1498637"/>
                  </a:lnTo>
                  <a:lnTo>
                    <a:pt x="408936" y="1495771"/>
                  </a:lnTo>
                  <a:lnTo>
                    <a:pt x="408936" y="1495293"/>
                  </a:lnTo>
                  <a:lnTo>
                    <a:pt x="410847" y="1492427"/>
                  </a:lnTo>
                  <a:lnTo>
                    <a:pt x="412281" y="1491949"/>
                  </a:lnTo>
                  <a:lnTo>
                    <a:pt x="415625" y="1490516"/>
                  </a:lnTo>
                  <a:lnTo>
                    <a:pt x="417536" y="1489083"/>
                  </a:lnTo>
                  <a:lnTo>
                    <a:pt x="417536" y="1489083"/>
                  </a:lnTo>
                  <a:lnTo>
                    <a:pt x="418013" y="1487649"/>
                  </a:lnTo>
                  <a:lnTo>
                    <a:pt x="419924" y="1484783"/>
                  </a:lnTo>
                  <a:lnTo>
                    <a:pt x="420880" y="1483350"/>
                  </a:lnTo>
                  <a:lnTo>
                    <a:pt x="418969" y="1481917"/>
                  </a:lnTo>
                  <a:lnTo>
                    <a:pt x="418013" y="1481439"/>
                  </a:lnTo>
                  <a:lnTo>
                    <a:pt x="417058" y="1480484"/>
                  </a:lnTo>
                  <a:lnTo>
                    <a:pt x="415625" y="1477617"/>
                  </a:lnTo>
                  <a:lnTo>
                    <a:pt x="414192" y="1474751"/>
                  </a:lnTo>
                  <a:lnTo>
                    <a:pt x="411325" y="1470929"/>
                  </a:lnTo>
                  <a:lnTo>
                    <a:pt x="406070" y="1464241"/>
                  </a:lnTo>
                  <a:lnTo>
                    <a:pt x="405115" y="1463763"/>
                  </a:lnTo>
                  <a:lnTo>
                    <a:pt x="404159" y="1462808"/>
                  </a:lnTo>
                  <a:lnTo>
                    <a:pt x="403681" y="1459464"/>
                  </a:lnTo>
                  <a:lnTo>
                    <a:pt x="402249" y="1457075"/>
                  </a:lnTo>
                  <a:lnTo>
                    <a:pt x="400338" y="1455642"/>
                  </a:lnTo>
                  <a:lnTo>
                    <a:pt x="399382" y="1454686"/>
                  </a:lnTo>
                  <a:lnTo>
                    <a:pt x="398904" y="1453731"/>
                  </a:lnTo>
                  <a:lnTo>
                    <a:pt x="399860" y="1449431"/>
                  </a:lnTo>
                  <a:lnTo>
                    <a:pt x="399860" y="1447998"/>
                  </a:lnTo>
                  <a:lnTo>
                    <a:pt x="399382" y="1445132"/>
                  </a:lnTo>
                  <a:lnTo>
                    <a:pt x="399860" y="1442265"/>
                  </a:lnTo>
                  <a:lnTo>
                    <a:pt x="400815" y="1437966"/>
                  </a:lnTo>
                  <a:lnTo>
                    <a:pt x="402249" y="1434622"/>
                  </a:lnTo>
                  <a:lnTo>
                    <a:pt x="402726" y="1432711"/>
                  </a:lnTo>
                  <a:lnTo>
                    <a:pt x="400815" y="1434144"/>
                  </a:lnTo>
                  <a:lnTo>
                    <a:pt x="398904" y="1440832"/>
                  </a:lnTo>
                  <a:lnTo>
                    <a:pt x="398426" y="1435099"/>
                  </a:lnTo>
                  <a:lnTo>
                    <a:pt x="396993" y="1429844"/>
                  </a:lnTo>
                  <a:lnTo>
                    <a:pt x="396038" y="1426978"/>
                  </a:lnTo>
                  <a:lnTo>
                    <a:pt x="394127" y="1425067"/>
                  </a:lnTo>
                  <a:lnTo>
                    <a:pt x="392216" y="1423156"/>
                  </a:lnTo>
                  <a:lnTo>
                    <a:pt x="390305" y="1421245"/>
                  </a:lnTo>
                  <a:lnTo>
                    <a:pt x="387917" y="1419812"/>
                  </a:lnTo>
                  <a:lnTo>
                    <a:pt x="384572" y="1419334"/>
                  </a:lnTo>
                  <a:lnTo>
                    <a:pt x="384095" y="1418379"/>
                  </a:lnTo>
                  <a:lnTo>
                    <a:pt x="384095" y="1416946"/>
                  </a:lnTo>
                  <a:lnTo>
                    <a:pt x="384095" y="1415512"/>
                  </a:lnTo>
                  <a:lnTo>
                    <a:pt x="385050" y="1413124"/>
                  </a:lnTo>
                  <a:lnTo>
                    <a:pt x="386483" y="1411691"/>
                  </a:lnTo>
                  <a:lnTo>
                    <a:pt x="388872" y="1409780"/>
                  </a:lnTo>
                  <a:lnTo>
                    <a:pt x="389349" y="1408824"/>
                  </a:lnTo>
                  <a:lnTo>
                    <a:pt x="389827" y="1407391"/>
                  </a:lnTo>
                  <a:lnTo>
                    <a:pt x="390305" y="1408346"/>
                  </a:lnTo>
                  <a:lnTo>
                    <a:pt x="391261" y="1408824"/>
                  </a:lnTo>
                  <a:lnTo>
                    <a:pt x="392216" y="1406913"/>
                  </a:lnTo>
                  <a:lnTo>
                    <a:pt x="392694" y="1405002"/>
                  </a:lnTo>
                  <a:lnTo>
                    <a:pt x="394127" y="1403569"/>
                  </a:lnTo>
                  <a:lnTo>
                    <a:pt x="395560" y="1400703"/>
                  </a:lnTo>
                  <a:lnTo>
                    <a:pt x="396515" y="1398792"/>
                  </a:lnTo>
                  <a:lnTo>
                    <a:pt x="397471" y="1396881"/>
                  </a:lnTo>
                  <a:lnTo>
                    <a:pt x="397949" y="1393537"/>
                  </a:lnTo>
                  <a:lnTo>
                    <a:pt x="398904" y="1393059"/>
                  </a:lnTo>
                  <a:lnTo>
                    <a:pt x="399382" y="1392581"/>
                  </a:lnTo>
                  <a:lnTo>
                    <a:pt x="399860" y="1391626"/>
                  </a:lnTo>
                  <a:lnTo>
                    <a:pt x="400338" y="1390670"/>
                  </a:lnTo>
                  <a:lnTo>
                    <a:pt x="399860" y="1388760"/>
                  </a:lnTo>
                  <a:lnTo>
                    <a:pt x="398904" y="1386849"/>
                  </a:lnTo>
                  <a:lnTo>
                    <a:pt x="399382" y="1386849"/>
                  </a:lnTo>
                  <a:lnTo>
                    <a:pt x="399860" y="1386849"/>
                  </a:lnTo>
                  <a:lnTo>
                    <a:pt x="401293" y="1387804"/>
                  </a:lnTo>
                  <a:lnTo>
                    <a:pt x="402249" y="1389237"/>
                  </a:lnTo>
                  <a:lnTo>
                    <a:pt x="402726" y="1387326"/>
                  </a:lnTo>
                  <a:lnTo>
                    <a:pt x="403681" y="1386849"/>
                  </a:lnTo>
                  <a:lnTo>
                    <a:pt x="405115" y="1387326"/>
                  </a:lnTo>
                  <a:lnTo>
                    <a:pt x="406070" y="1387326"/>
                  </a:lnTo>
                  <a:lnTo>
                    <a:pt x="410370" y="1385893"/>
                  </a:lnTo>
                  <a:lnTo>
                    <a:pt x="412758" y="1385416"/>
                  </a:lnTo>
                  <a:lnTo>
                    <a:pt x="414669" y="1384460"/>
                  </a:lnTo>
                  <a:lnTo>
                    <a:pt x="418969" y="1380160"/>
                  </a:lnTo>
                  <a:lnTo>
                    <a:pt x="420402" y="1380160"/>
                  </a:lnTo>
                  <a:lnTo>
                    <a:pt x="421358" y="1380160"/>
                  </a:lnTo>
                  <a:lnTo>
                    <a:pt x="422313" y="1381116"/>
                  </a:lnTo>
                  <a:lnTo>
                    <a:pt x="423268" y="1381594"/>
                  </a:lnTo>
                  <a:lnTo>
                    <a:pt x="424224" y="1381116"/>
                  </a:lnTo>
                  <a:lnTo>
                    <a:pt x="424224" y="1380638"/>
                  </a:lnTo>
                  <a:lnTo>
                    <a:pt x="423268" y="1379205"/>
                  </a:lnTo>
                  <a:lnTo>
                    <a:pt x="423268" y="1377772"/>
                  </a:lnTo>
                  <a:lnTo>
                    <a:pt x="423268" y="1376339"/>
                  </a:lnTo>
                  <a:lnTo>
                    <a:pt x="424224" y="1375861"/>
                  </a:lnTo>
                  <a:lnTo>
                    <a:pt x="425657" y="1375861"/>
                  </a:lnTo>
                  <a:lnTo>
                    <a:pt x="430912" y="1373472"/>
                  </a:lnTo>
                  <a:lnTo>
                    <a:pt x="431390" y="1372517"/>
                  </a:lnTo>
                  <a:lnTo>
                    <a:pt x="431868" y="1371084"/>
                  </a:lnTo>
                  <a:lnTo>
                    <a:pt x="434256" y="1371084"/>
                  </a:lnTo>
                  <a:lnTo>
                    <a:pt x="433779" y="1369651"/>
                  </a:lnTo>
                  <a:lnTo>
                    <a:pt x="432823" y="1369173"/>
                  </a:lnTo>
                  <a:lnTo>
                    <a:pt x="428524" y="1366784"/>
                  </a:lnTo>
                  <a:lnTo>
                    <a:pt x="424702" y="1365351"/>
                  </a:lnTo>
                  <a:lnTo>
                    <a:pt x="421835" y="1363440"/>
                  </a:lnTo>
                  <a:lnTo>
                    <a:pt x="421358" y="1363440"/>
                  </a:lnTo>
                  <a:lnTo>
                    <a:pt x="420402" y="1362485"/>
                  </a:lnTo>
                  <a:lnTo>
                    <a:pt x="419447" y="1361529"/>
                  </a:lnTo>
                  <a:lnTo>
                    <a:pt x="419447" y="1360096"/>
                  </a:lnTo>
                  <a:lnTo>
                    <a:pt x="419924" y="1359140"/>
                  </a:lnTo>
                  <a:lnTo>
                    <a:pt x="420402" y="1358663"/>
                  </a:lnTo>
                  <a:lnTo>
                    <a:pt x="421358" y="1358185"/>
                  </a:lnTo>
                  <a:lnTo>
                    <a:pt x="421358" y="1358185"/>
                  </a:lnTo>
                  <a:lnTo>
                    <a:pt x="422313" y="1358663"/>
                  </a:lnTo>
                  <a:lnTo>
                    <a:pt x="423268" y="1359140"/>
                  </a:lnTo>
                  <a:lnTo>
                    <a:pt x="424702" y="1359618"/>
                  </a:lnTo>
                  <a:lnTo>
                    <a:pt x="425179" y="1359618"/>
                  </a:lnTo>
                  <a:lnTo>
                    <a:pt x="427090" y="1360096"/>
                  </a:lnTo>
                  <a:lnTo>
                    <a:pt x="427090" y="1360096"/>
                  </a:lnTo>
                  <a:lnTo>
                    <a:pt x="428524" y="1359618"/>
                  </a:lnTo>
                  <a:lnTo>
                    <a:pt x="428524" y="1359618"/>
                  </a:lnTo>
                  <a:lnTo>
                    <a:pt x="428524" y="1358185"/>
                  </a:lnTo>
                  <a:lnTo>
                    <a:pt x="426135" y="1353408"/>
                  </a:lnTo>
                  <a:lnTo>
                    <a:pt x="423746" y="1349586"/>
                  </a:lnTo>
                  <a:lnTo>
                    <a:pt x="421358" y="1345286"/>
                  </a:lnTo>
                  <a:lnTo>
                    <a:pt x="420402" y="1343375"/>
                  </a:lnTo>
                  <a:lnTo>
                    <a:pt x="417536" y="1340031"/>
                  </a:lnTo>
                  <a:lnTo>
                    <a:pt x="415147" y="1336209"/>
                  </a:lnTo>
                  <a:lnTo>
                    <a:pt x="412758" y="1333343"/>
                  </a:lnTo>
                  <a:lnTo>
                    <a:pt x="411803" y="1332388"/>
                  </a:lnTo>
                  <a:lnTo>
                    <a:pt x="408459" y="1331910"/>
                  </a:lnTo>
                  <a:lnTo>
                    <a:pt x="401770" y="1330954"/>
                  </a:lnTo>
                  <a:lnTo>
                    <a:pt x="399382" y="1330477"/>
                  </a:lnTo>
                  <a:lnTo>
                    <a:pt x="397471" y="1331432"/>
                  </a:lnTo>
                  <a:lnTo>
                    <a:pt x="395560" y="1332388"/>
                  </a:lnTo>
                  <a:lnTo>
                    <a:pt x="395560" y="1332388"/>
                  </a:lnTo>
                  <a:lnTo>
                    <a:pt x="393649" y="1330954"/>
                  </a:lnTo>
                  <a:lnTo>
                    <a:pt x="393649" y="1330954"/>
                  </a:lnTo>
                  <a:lnTo>
                    <a:pt x="392216" y="1328566"/>
                  </a:lnTo>
                  <a:lnTo>
                    <a:pt x="391738" y="1326655"/>
                  </a:lnTo>
                  <a:lnTo>
                    <a:pt x="391738" y="1324744"/>
                  </a:lnTo>
                  <a:lnTo>
                    <a:pt x="392216" y="1321877"/>
                  </a:lnTo>
                  <a:lnTo>
                    <a:pt x="390783" y="1319011"/>
                  </a:lnTo>
                  <a:lnTo>
                    <a:pt x="389827" y="1317578"/>
                  </a:lnTo>
                  <a:lnTo>
                    <a:pt x="386961" y="1316622"/>
                  </a:lnTo>
                  <a:lnTo>
                    <a:pt x="383139" y="1314234"/>
                  </a:lnTo>
                  <a:lnTo>
                    <a:pt x="383139" y="1314234"/>
                  </a:lnTo>
                  <a:lnTo>
                    <a:pt x="381706" y="1309456"/>
                  </a:lnTo>
                  <a:lnTo>
                    <a:pt x="383617" y="1303246"/>
                  </a:lnTo>
                  <a:lnTo>
                    <a:pt x="383617" y="1303246"/>
                  </a:lnTo>
                  <a:lnTo>
                    <a:pt x="386961" y="1298946"/>
                  </a:lnTo>
                  <a:lnTo>
                    <a:pt x="386961" y="1298946"/>
                  </a:lnTo>
                  <a:lnTo>
                    <a:pt x="387917" y="1297991"/>
                  </a:lnTo>
                  <a:lnTo>
                    <a:pt x="388872" y="1297036"/>
                  </a:lnTo>
                  <a:lnTo>
                    <a:pt x="388872" y="1297036"/>
                  </a:lnTo>
                  <a:lnTo>
                    <a:pt x="389349" y="1296080"/>
                  </a:lnTo>
                  <a:lnTo>
                    <a:pt x="389827" y="1295125"/>
                  </a:lnTo>
                  <a:lnTo>
                    <a:pt x="390305" y="1293691"/>
                  </a:lnTo>
                  <a:lnTo>
                    <a:pt x="390305" y="1292258"/>
                  </a:lnTo>
                  <a:lnTo>
                    <a:pt x="388872" y="1290825"/>
                  </a:lnTo>
                  <a:lnTo>
                    <a:pt x="386961" y="1289392"/>
                  </a:lnTo>
                  <a:lnTo>
                    <a:pt x="385528" y="1287959"/>
                  </a:lnTo>
                  <a:lnTo>
                    <a:pt x="386006" y="1284137"/>
                  </a:lnTo>
                  <a:lnTo>
                    <a:pt x="387438" y="1278404"/>
                  </a:lnTo>
                  <a:lnTo>
                    <a:pt x="387438" y="1278404"/>
                  </a:lnTo>
                  <a:lnTo>
                    <a:pt x="389349" y="1274104"/>
                  </a:lnTo>
                  <a:lnTo>
                    <a:pt x="389349" y="1274104"/>
                  </a:lnTo>
                  <a:lnTo>
                    <a:pt x="392216" y="1271716"/>
                  </a:lnTo>
                  <a:lnTo>
                    <a:pt x="394604" y="1269805"/>
                  </a:lnTo>
                  <a:lnTo>
                    <a:pt x="394604" y="1269805"/>
                  </a:lnTo>
                  <a:lnTo>
                    <a:pt x="395560" y="1268372"/>
                  </a:lnTo>
                  <a:lnTo>
                    <a:pt x="395560" y="1265983"/>
                  </a:lnTo>
                  <a:lnTo>
                    <a:pt x="395560" y="1264072"/>
                  </a:lnTo>
                  <a:lnTo>
                    <a:pt x="395560" y="1263595"/>
                  </a:lnTo>
                  <a:lnTo>
                    <a:pt x="396038" y="1262161"/>
                  </a:lnTo>
                  <a:lnTo>
                    <a:pt x="396515" y="1261683"/>
                  </a:lnTo>
                  <a:lnTo>
                    <a:pt x="396993" y="1261206"/>
                  </a:lnTo>
                  <a:lnTo>
                    <a:pt x="397949" y="1259773"/>
                  </a:lnTo>
                  <a:lnTo>
                    <a:pt x="399860" y="1258817"/>
                  </a:lnTo>
                  <a:lnTo>
                    <a:pt x="401770" y="1258339"/>
                  </a:lnTo>
                  <a:lnTo>
                    <a:pt x="403681" y="1259295"/>
                  </a:lnTo>
                  <a:lnTo>
                    <a:pt x="406548" y="1262161"/>
                  </a:lnTo>
                  <a:lnTo>
                    <a:pt x="410847" y="1267416"/>
                  </a:lnTo>
                  <a:lnTo>
                    <a:pt x="413236" y="1270760"/>
                  </a:lnTo>
                  <a:lnTo>
                    <a:pt x="414192" y="1271716"/>
                  </a:lnTo>
                  <a:lnTo>
                    <a:pt x="416102" y="1274104"/>
                  </a:lnTo>
                  <a:lnTo>
                    <a:pt x="418013" y="1275060"/>
                  </a:lnTo>
                  <a:lnTo>
                    <a:pt x="421358" y="1273627"/>
                  </a:lnTo>
                  <a:lnTo>
                    <a:pt x="424702" y="1272194"/>
                  </a:lnTo>
                  <a:lnTo>
                    <a:pt x="425657" y="1271238"/>
                  </a:lnTo>
                  <a:lnTo>
                    <a:pt x="426135" y="1269805"/>
                  </a:lnTo>
                  <a:lnTo>
                    <a:pt x="425657" y="1267416"/>
                  </a:lnTo>
                  <a:lnTo>
                    <a:pt x="425657" y="1266939"/>
                  </a:lnTo>
                  <a:lnTo>
                    <a:pt x="425179" y="1265505"/>
                  </a:lnTo>
                  <a:lnTo>
                    <a:pt x="424224" y="1263595"/>
                  </a:lnTo>
                  <a:lnTo>
                    <a:pt x="423268" y="1260250"/>
                  </a:lnTo>
                  <a:lnTo>
                    <a:pt x="423268" y="1259773"/>
                  </a:lnTo>
                  <a:lnTo>
                    <a:pt x="422791" y="1254518"/>
                  </a:lnTo>
                  <a:lnTo>
                    <a:pt x="421835" y="1252607"/>
                  </a:lnTo>
                  <a:lnTo>
                    <a:pt x="422313" y="1252607"/>
                  </a:lnTo>
                  <a:lnTo>
                    <a:pt x="424224" y="1252607"/>
                  </a:lnTo>
                  <a:lnTo>
                    <a:pt x="425657" y="1253084"/>
                  </a:lnTo>
                  <a:lnTo>
                    <a:pt x="427568" y="1251651"/>
                  </a:lnTo>
                  <a:lnTo>
                    <a:pt x="430434" y="1249263"/>
                  </a:lnTo>
                  <a:lnTo>
                    <a:pt x="435690" y="1245918"/>
                  </a:lnTo>
                  <a:lnTo>
                    <a:pt x="435690" y="1245918"/>
                  </a:lnTo>
                  <a:lnTo>
                    <a:pt x="436645" y="1243530"/>
                  </a:lnTo>
                  <a:lnTo>
                    <a:pt x="437600" y="1240663"/>
                  </a:lnTo>
                  <a:lnTo>
                    <a:pt x="439033" y="1239230"/>
                  </a:lnTo>
                  <a:lnTo>
                    <a:pt x="442377" y="1238753"/>
                  </a:lnTo>
                  <a:lnTo>
                    <a:pt x="445722" y="1237797"/>
                  </a:lnTo>
                  <a:lnTo>
                    <a:pt x="446677" y="1236842"/>
                  </a:lnTo>
                  <a:lnTo>
                    <a:pt x="447633" y="1235886"/>
                  </a:lnTo>
                  <a:lnTo>
                    <a:pt x="451454" y="1233975"/>
                  </a:lnTo>
                  <a:lnTo>
                    <a:pt x="454321" y="1233020"/>
                  </a:lnTo>
                  <a:lnTo>
                    <a:pt x="455276" y="1232064"/>
                  </a:lnTo>
                  <a:lnTo>
                    <a:pt x="456232" y="1230631"/>
                  </a:lnTo>
                  <a:lnTo>
                    <a:pt x="459576" y="1226809"/>
                  </a:lnTo>
                  <a:lnTo>
                    <a:pt x="461965" y="1224421"/>
                  </a:lnTo>
                  <a:lnTo>
                    <a:pt x="461965" y="1224421"/>
                  </a:lnTo>
                  <a:lnTo>
                    <a:pt x="462920" y="1223465"/>
                  </a:lnTo>
                  <a:lnTo>
                    <a:pt x="464353" y="1222032"/>
                  </a:lnTo>
                  <a:lnTo>
                    <a:pt x="464831" y="1220599"/>
                  </a:lnTo>
                  <a:lnTo>
                    <a:pt x="464831" y="1220121"/>
                  </a:lnTo>
                  <a:lnTo>
                    <a:pt x="466742" y="1220599"/>
                  </a:lnTo>
                  <a:lnTo>
                    <a:pt x="469608" y="1221554"/>
                  </a:lnTo>
                  <a:lnTo>
                    <a:pt x="472475" y="1222510"/>
                  </a:lnTo>
                  <a:lnTo>
                    <a:pt x="474386" y="1224421"/>
                  </a:lnTo>
                  <a:lnTo>
                    <a:pt x="474863" y="1225854"/>
                  </a:lnTo>
                  <a:lnTo>
                    <a:pt x="474863" y="1225854"/>
                  </a:lnTo>
                  <a:lnTo>
                    <a:pt x="474863" y="1227287"/>
                  </a:lnTo>
                  <a:lnTo>
                    <a:pt x="474863" y="1227287"/>
                  </a:lnTo>
                  <a:lnTo>
                    <a:pt x="475818" y="1227765"/>
                  </a:lnTo>
                  <a:lnTo>
                    <a:pt x="476774" y="1227765"/>
                  </a:lnTo>
                  <a:lnTo>
                    <a:pt x="478207" y="1227765"/>
                  </a:lnTo>
                  <a:lnTo>
                    <a:pt x="478207" y="1227287"/>
                  </a:lnTo>
                  <a:lnTo>
                    <a:pt x="481074" y="1227287"/>
                  </a:lnTo>
                  <a:lnTo>
                    <a:pt x="484418" y="1225376"/>
                  </a:lnTo>
                  <a:lnTo>
                    <a:pt x="486806" y="1223465"/>
                  </a:lnTo>
                  <a:lnTo>
                    <a:pt x="488717" y="1222032"/>
                  </a:lnTo>
                  <a:lnTo>
                    <a:pt x="493017" y="1221076"/>
                  </a:lnTo>
                  <a:lnTo>
                    <a:pt x="493017" y="1221076"/>
                  </a:lnTo>
                  <a:lnTo>
                    <a:pt x="495406" y="1221554"/>
                  </a:lnTo>
                  <a:lnTo>
                    <a:pt x="497316" y="1224421"/>
                  </a:lnTo>
                  <a:lnTo>
                    <a:pt x="498750" y="1226809"/>
                  </a:lnTo>
                  <a:lnTo>
                    <a:pt x="498750" y="1226809"/>
                  </a:lnTo>
                  <a:lnTo>
                    <a:pt x="500183" y="1227287"/>
                  </a:lnTo>
                  <a:lnTo>
                    <a:pt x="500183" y="1227287"/>
                  </a:lnTo>
                  <a:lnTo>
                    <a:pt x="501138" y="1227765"/>
                  </a:lnTo>
                  <a:lnTo>
                    <a:pt x="501616" y="1227765"/>
                  </a:lnTo>
                  <a:lnTo>
                    <a:pt x="503527" y="1227287"/>
                  </a:lnTo>
                  <a:lnTo>
                    <a:pt x="503527" y="1227287"/>
                  </a:lnTo>
                  <a:lnTo>
                    <a:pt x="504960" y="1227287"/>
                  </a:lnTo>
                  <a:lnTo>
                    <a:pt x="506871" y="1227765"/>
                  </a:lnTo>
                  <a:lnTo>
                    <a:pt x="506871" y="1227765"/>
                  </a:lnTo>
                  <a:lnTo>
                    <a:pt x="509259" y="1228242"/>
                  </a:lnTo>
                  <a:lnTo>
                    <a:pt x="513082" y="1227287"/>
                  </a:lnTo>
                  <a:lnTo>
                    <a:pt x="513559" y="1227287"/>
                  </a:lnTo>
                  <a:lnTo>
                    <a:pt x="515470" y="1227287"/>
                  </a:lnTo>
                  <a:lnTo>
                    <a:pt x="517381" y="1228720"/>
                  </a:lnTo>
                  <a:lnTo>
                    <a:pt x="519292" y="1230153"/>
                  </a:lnTo>
                  <a:lnTo>
                    <a:pt x="522159" y="1233975"/>
                  </a:lnTo>
                  <a:lnTo>
                    <a:pt x="522159" y="1233975"/>
                  </a:lnTo>
                  <a:lnTo>
                    <a:pt x="524070" y="1235408"/>
                  </a:lnTo>
                  <a:lnTo>
                    <a:pt x="527413" y="1236842"/>
                  </a:lnTo>
                  <a:lnTo>
                    <a:pt x="529324" y="1238275"/>
                  </a:lnTo>
                  <a:lnTo>
                    <a:pt x="531236" y="1240186"/>
                  </a:lnTo>
                  <a:lnTo>
                    <a:pt x="532191" y="1241619"/>
                  </a:lnTo>
                  <a:lnTo>
                    <a:pt x="534579" y="1244008"/>
                  </a:lnTo>
                  <a:lnTo>
                    <a:pt x="536968" y="1247829"/>
                  </a:lnTo>
                  <a:lnTo>
                    <a:pt x="537446" y="1250696"/>
                  </a:lnTo>
                  <a:lnTo>
                    <a:pt x="537923" y="1253562"/>
                  </a:lnTo>
                  <a:lnTo>
                    <a:pt x="538879" y="1254518"/>
                  </a:lnTo>
                  <a:lnTo>
                    <a:pt x="538879" y="1254518"/>
                  </a:lnTo>
                  <a:lnTo>
                    <a:pt x="539357" y="1254995"/>
                  </a:lnTo>
                  <a:lnTo>
                    <a:pt x="539357" y="1254995"/>
                  </a:lnTo>
                  <a:lnTo>
                    <a:pt x="540312" y="1254518"/>
                  </a:lnTo>
                  <a:lnTo>
                    <a:pt x="541268" y="1253084"/>
                  </a:lnTo>
                  <a:lnTo>
                    <a:pt x="541268" y="1251174"/>
                  </a:lnTo>
                  <a:lnTo>
                    <a:pt x="541268" y="1247829"/>
                  </a:lnTo>
                  <a:lnTo>
                    <a:pt x="540312" y="1244963"/>
                  </a:lnTo>
                  <a:lnTo>
                    <a:pt x="539834" y="1244008"/>
                  </a:lnTo>
                  <a:lnTo>
                    <a:pt x="539357" y="1243052"/>
                  </a:lnTo>
                  <a:lnTo>
                    <a:pt x="539834" y="1241619"/>
                  </a:lnTo>
                  <a:lnTo>
                    <a:pt x="541268" y="1241141"/>
                  </a:lnTo>
                  <a:lnTo>
                    <a:pt x="543179" y="1241619"/>
                  </a:lnTo>
                  <a:lnTo>
                    <a:pt x="545567" y="1243052"/>
                  </a:lnTo>
                  <a:lnTo>
                    <a:pt x="548434" y="1245441"/>
                  </a:lnTo>
                  <a:lnTo>
                    <a:pt x="552255" y="1248785"/>
                  </a:lnTo>
                  <a:lnTo>
                    <a:pt x="555600" y="1251174"/>
                  </a:lnTo>
                  <a:lnTo>
                    <a:pt x="558943" y="1253084"/>
                  </a:lnTo>
                  <a:lnTo>
                    <a:pt x="561810" y="1253562"/>
                  </a:lnTo>
                  <a:lnTo>
                    <a:pt x="564198" y="1253084"/>
                  </a:lnTo>
                  <a:lnTo>
                    <a:pt x="564198" y="1253084"/>
                  </a:lnTo>
                  <a:lnTo>
                    <a:pt x="566587" y="1251651"/>
                  </a:lnTo>
                  <a:lnTo>
                    <a:pt x="568976" y="1249740"/>
                  </a:lnTo>
                  <a:lnTo>
                    <a:pt x="570409" y="1247829"/>
                  </a:lnTo>
                  <a:lnTo>
                    <a:pt x="570887" y="1245918"/>
                  </a:lnTo>
                  <a:lnTo>
                    <a:pt x="570887" y="1245918"/>
                  </a:lnTo>
                  <a:lnTo>
                    <a:pt x="574709" y="1243530"/>
                  </a:lnTo>
                  <a:lnTo>
                    <a:pt x="574709" y="1243530"/>
                  </a:lnTo>
                  <a:lnTo>
                    <a:pt x="578053" y="1241141"/>
                  </a:lnTo>
                  <a:lnTo>
                    <a:pt x="579486" y="1241619"/>
                  </a:lnTo>
                  <a:lnTo>
                    <a:pt x="580441" y="1242097"/>
                  </a:lnTo>
                  <a:lnTo>
                    <a:pt x="580441" y="1242097"/>
                  </a:lnTo>
                  <a:lnTo>
                    <a:pt x="583786" y="1240663"/>
                  </a:lnTo>
                  <a:lnTo>
                    <a:pt x="585219" y="1240186"/>
                  </a:lnTo>
                  <a:lnTo>
                    <a:pt x="587607" y="1239708"/>
                  </a:lnTo>
                  <a:lnTo>
                    <a:pt x="588085" y="1239708"/>
                  </a:lnTo>
                  <a:lnTo>
                    <a:pt x="591429" y="1240663"/>
                  </a:lnTo>
                  <a:lnTo>
                    <a:pt x="594296" y="1243052"/>
                  </a:lnTo>
                  <a:lnTo>
                    <a:pt x="594296" y="1243052"/>
                  </a:lnTo>
                  <a:lnTo>
                    <a:pt x="596684" y="1244485"/>
                  </a:lnTo>
                  <a:lnTo>
                    <a:pt x="599073" y="1244485"/>
                  </a:lnTo>
                  <a:lnTo>
                    <a:pt x="600984" y="1243530"/>
                  </a:lnTo>
                  <a:lnTo>
                    <a:pt x="602417" y="1242097"/>
                  </a:lnTo>
                  <a:lnTo>
                    <a:pt x="603373" y="1240186"/>
                  </a:lnTo>
                  <a:lnTo>
                    <a:pt x="604328" y="1238753"/>
                  </a:lnTo>
                  <a:lnTo>
                    <a:pt x="604805" y="1238753"/>
                  </a:lnTo>
                  <a:lnTo>
                    <a:pt x="608627" y="1239708"/>
                  </a:lnTo>
                  <a:lnTo>
                    <a:pt x="611494" y="1239230"/>
                  </a:lnTo>
                  <a:lnTo>
                    <a:pt x="611494" y="1239230"/>
                  </a:lnTo>
                  <a:lnTo>
                    <a:pt x="611494" y="1239230"/>
                  </a:lnTo>
                  <a:lnTo>
                    <a:pt x="614838" y="1239708"/>
                  </a:lnTo>
                  <a:lnTo>
                    <a:pt x="614838" y="1239708"/>
                  </a:lnTo>
                  <a:lnTo>
                    <a:pt x="618660" y="1242574"/>
                  </a:lnTo>
                  <a:lnTo>
                    <a:pt x="621048" y="1245441"/>
                  </a:lnTo>
                  <a:lnTo>
                    <a:pt x="623915" y="1249263"/>
                  </a:lnTo>
                  <a:lnTo>
                    <a:pt x="625348" y="1250218"/>
                  </a:lnTo>
                  <a:lnTo>
                    <a:pt x="625348" y="1250218"/>
                  </a:lnTo>
                  <a:lnTo>
                    <a:pt x="627259" y="1250696"/>
                  </a:lnTo>
                  <a:lnTo>
                    <a:pt x="629170" y="1251174"/>
                  </a:lnTo>
                  <a:lnTo>
                    <a:pt x="631080" y="1251651"/>
                  </a:lnTo>
                  <a:lnTo>
                    <a:pt x="636814" y="1252607"/>
                  </a:lnTo>
                  <a:lnTo>
                    <a:pt x="637291" y="1253084"/>
                  </a:lnTo>
                  <a:lnTo>
                    <a:pt x="638246" y="1253562"/>
                  </a:lnTo>
                  <a:lnTo>
                    <a:pt x="637769" y="1255473"/>
                  </a:lnTo>
                  <a:lnTo>
                    <a:pt x="638246" y="1255951"/>
                  </a:lnTo>
                  <a:lnTo>
                    <a:pt x="638246" y="1255951"/>
                  </a:lnTo>
                  <a:lnTo>
                    <a:pt x="642546" y="1254518"/>
                  </a:lnTo>
                  <a:lnTo>
                    <a:pt x="642546" y="1254518"/>
                  </a:lnTo>
                  <a:lnTo>
                    <a:pt x="643980" y="1253562"/>
                  </a:lnTo>
                  <a:lnTo>
                    <a:pt x="645412" y="1250218"/>
                  </a:lnTo>
                  <a:lnTo>
                    <a:pt x="646368" y="1247352"/>
                  </a:lnTo>
                  <a:lnTo>
                    <a:pt x="647801" y="1245918"/>
                  </a:lnTo>
                  <a:lnTo>
                    <a:pt x="648757" y="1245918"/>
                  </a:lnTo>
                  <a:lnTo>
                    <a:pt x="649712" y="1246396"/>
                  </a:lnTo>
                  <a:lnTo>
                    <a:pt x="651145" y="1248307"/>
                  </a:lnTo>
                  <a:lnTo>
                    <a:pt x="651145" y="1248307"/>
                  </a:lnTo>
                  <a:lnTo>
                    <a:pt x="653057" y="1250218"/>
                  </a:lnTo>
                  <a:lnTo>
                    <a:pt x="655923" y="1250696"/>
                  </a:lnTo>
                  <a:lnTo>
                    <a:pt x="657356" y="1251174"/>
                  </a:lnTo>
                  <a:lnTo>
                    <a:pt x="657834" y="1251174"/>
                  </a:lnTo>
                  <a:lnTo>
                    <a:pt x="660222" y="1251174"/>
                  </a:lnTo>
                  <a:lnTo>
                    <a:pt x="665955" y="1250218"/>
                  </a:lnTo>
                  <a:lnTo>
                    <a:pt x="671687" y="1247829"/>
                  </a:lnTo>
                  <a:lnTo>
                    <a:pt x="675032" y="1245441"/>
                  </a:lnTo>
                  <a:lnTo>
                    <a:pt x="676465" y="1241619"/>
                  </a:lnTo>
                  <a:lnTo>
                    <a:pt x="677421" y="1237797"/>
                  </a:lnTo>
                  <a:lnTo>
                    <a:pt x="677421" y="1237319"/>
                  </a:lnTo>
                  <a:lnTo>
                    <a:pt x="678853" y="1234931"/>
                  </a:lnTo>
                  <a:lnTo>
                    <a:pt x="678376" y="1232064"/>
                  </a:lnTo>
                  <a:lnTo>
                    <a:pt x="675510" y="1229676"/>
                  </a:lnTo>
                  <a:lnTo>
                    <a:pt x="674554" y="1228720"/>
                  </a:lnTo>
                  <a:lnTo>
                    <a:pt x="667866" y="1227287"/>
                  </a:lnTo>
                  <a:lnTo>
                    <a:pt x="667388" y="1226332"/>
                  </a:lnTo>
                  <a:lnTo>
                    <a:pt x="666910" y="1225854"/>
                  </a:lnTo>
                  <a:lnTo>
                    <a:pt x="659744" y="1223465"/>
                  </a:lnTo>
                  <a:lnTo>
                    <a:pt x="656878" y="1222510"/>
                  </a:lnTo>
                  <a:lnTo>
                    <a:pt x="656878" y="1222510"/>
                  </a:lnTo>
                  <a:lnTo>
                    <a:pt x="655923" y="1221076"/>
                  </a:lnTo>
                  <a:lnTo>
                    <a:pt x="654967" y="1219166"/>
                  </a:lnTo>
                  <a:lnTo>
                    <a:pt x="653057" y="1217255"/>
                  </a:lnTo>
                  <a:lnTo>
                    <a:pt x="648757" y="1215822"/>
                  </a:lnTo>
                  <a:lnTo>
                    <a:pt x="648279" y="1214388"/>
                  </a:lnTo>
                  <a:lnTo>
                    <a:pt x="648757" y="1213433"/>
                  </a:lnTo>
                  <a:lnTo>
                    <a:pt x="648757" y="1212955"/>
                  </a:lnTo>
                  <a:lnTo>
                    <a:pt x="651145" y="1212000"/>
                  </a:lnTo>
                  <a:lnTo>
                    <a:pt x="652101" y="1211522"/>
                  </a:lnTo>
                  <a:lnTo>
                    <a:pt x="655923" y="1208656"/>
                  </a:lnTo>
                  <a:lnTo>
                    <a:pt x="657356" y="1208178"/>
                  </a:lnTo>
                  <a:lnTo>
                    <a:pt x="660700" y="1207700"/>
                  </a:lnTo>
                  <a:lnTo>
                    <a:pt x="664044" y="1205311"/>
                  </a:lnTo>
                  <a:lnTo>
                    <a:pt x="665955" y="1203878"/>
                  </a:lnTo>
                  <a:lnTo>
                    <a:pt x="665955" y="1203878"/>
                  </a:lnTo>
                  <a:lnTo>
                    <a:pt x="667388" y="1202445"/>
                  </a:lnTo>
                  <a:lnTo>
                    <a:pt x="666910" y="1200534"/>
                  </a:lnTo>
                  <a:lnTo>
                    <a:pt x="666910" y="1200534"/>
                  </a:lnTo>
                  <a:lnTo>
                    <a:pt x="663566" y="1195279"/>
                  </a:lnTo>
                  <a:lnTo>
                    <a:pt x="662611" y="1192413"/>
                  </a:lnTo>
                  <a:lnTo>
                    <a:pt x="663089" y="1191935"/>
                  </a:lnTo>
                  <a:lnTo>
                    <a:pt x="663566" y="1190024"/>
                  </a:lnTo>
                  <a:lnTo>
                    <a:pt x="663566" y="1190024"/>
                  </a:lnTo>
                  <a:lnTo>
                    <a:pt x="665000" y="1188113"/>
                  </a:lnTo>
                  <a:lnTo>
                    <a:pt x="666433" y="1186680"/>
                  </a:lnTo>
                  <a:lnTo>
                    <a:pt x="667388" y="1184769"/>
                  </a:lnTo>
                  <a:lnTo>
                    <a:pt x="668344" y="1183336"/>
                  </a:lnTo>
                  <a:lnTo>
                    <a:pt x="671210" y="1182858"/>
                  </a:lnTo>
                  <a:lnTo>
                    <a:pt x="675032" y="1182858"/>
                  </a:lnTo>
                  <a:lnTo>
                    <a:pt x="675510" y="1182858"/>
                  </a:lnTo>
                  <a:lnTo>
                    <a:pt x="677898" y="1183336"/>
                  </a:lnTo>
                  <a:lnTo>
                    <a:pt x="681720" y="1183336"/>
                  </a:lnTo>
                  <a:lnTo>
                    <a:pt x="685064" y="1183814"/>
                  </a:lnTo>
                  <a:lnTo>
                    <a:pt x="686498" y="1184291"/>
                  </a:lnTo>
                  <a:lnTo>
                    <a:pt x="687930" y="1183336"/>
                  </a:lnTo>
                  <a:lnTo>
                    <a:pt x="688886" y="1182381"/>
                  </a:lnTo>
                  <a:lnTo>
                    <a:pt x="688886" y="1180947"/>
                  </a:lnTo>
                  <a:lnTo>
                    <a:pt x="687453" y="1179036"/>
                  </a:lnTo>
                  <a:lnTo>
                    <a:pt x="682675" y="1177125"/>
                  </a:lnTo>
                  <a:lnTo>
                    <a:pt x="680287" y="1175692"/>
                  </a:lnTo>
                  <a:lnTo>
                    <a:pt x="678853" y="1175692"/>
                  </a:lnTo>
                  <a:lnTo>
                    <a:pt x="675987" y="1175215"/>
                  </a:lnTo>
                  <a:lnTo>
                    <a:pt x="675987" y="1175215"/>
                  </a:lnTo>
                  <a:lnTo>
                    <a:pt x="673599" y="1174259"/>
                  </a:lnTo>
                  <a:lnTo>
                    <a:pt x="671210" y="1173781"/>
                  </a:lnTo>
                  <a:lnTo>
                    <a:pt x="670732" y="1172348"/>
                  </a:lnTo>
                  <a:lnTo>
                    <a:pt x="671210" y="1169960"/>
                  </a:lnTo>
                  <a:lnTo>
                    <a:pt x="671687" y="1169004"/>
                  </a:lnTo>
                  <a:lnTo>
                    <a:pt x="673599" y="1168526"/>
                  </a:lnTo>
                  <a:lnTo>
                    <a:pt x="675032" y="1168526"/>
                  </a:lnTo>
                  <a:lnTo>
                    <a:pt x="675987" y="1168526"/>
                  </a:lnTo>
                  <a:lnTo>
                    <a:pt x="677421" y="1168049"/>
                  </a:lnTo>
                  <a:lnTo>
                    <a:pt x="677898" y="1167093"/>
                  </a:lnTo>
                  <a:lnTo>
                    <a:pt x="677898" y="1167093"/>
                  </a:lnTo>
                  <a:lnTo>
                    <a:pt x="677898" y="1167093"/>
                  </a:lnTo>
                  <a:lnTo>
                    <a:pt x="677898" y="1166615"/>
                  </a:lnTo>
                  <a:lnTo>
                    <a:pt x="677421" y="1165660"/>
                  </a:lnTo>
                  <a:lnTo>
                    <a:pt x="676465" y="1164704"/>
                  </a:lnTo>
                  <a:lnTo>
                    <a:pt x="675510" y="1164704"/>
                  </a:lnTo>
                  <a:lnTo>
                    <a:pt x="675510" y="1164704"/>
                  </a:lnTo>
                  <a:lnTo>
                    <a:pt x="674076" y="1165182"/>
                  </a:lnTo>
                  <a:lnTo>
                    <a:pt x="674076" y="1165182"/>
                  </a:lnTo>
                  <a:lnTo>
                    <a:pt x="672166" y="1165660"/>
                  </a:lnTo>
                  <a:lnTo>
                    <a:pt x="669299" y="1164704"/>
                  </a:lnTo>
                  <a:lnTo>
                    <a:pt x="666910" y="1163749"/>
                  </a:lnTo>
                  <a:lnTo>
                    <a:pt x="666910" y="1162316"/>
                  </a:lnTo>
                  <a:lnTo>
                    <a:pt x="668821" y="1160883"/>
                  </a:lnTo>
                  <a:lnTo>
                    <a:pt x="669777" y="1159449"/>
                  </a:lnTo>
                  <a:lnTo>
                    <a:pt x="669777" y="1157539"/>
                  </a:lnTo>
                  <a:lnTo>
                    <a:pt x="669777" y="1155628"/>
                  </a:lnTo>
                  <a:lnTo>
                    <a:pt x="669777" y="1155150"/>
                  </a:lnTo>
                  <a:lnTo>
                    <a:pt x="670255" y="1153239"/>
                  </a:lnTo>
                  <a:lnTo>
                    <a:pt x="670255" y="1153239"/>
                  </a:lnTo>
                  <a:lnTo>
                    <a:pt x="671687" y="1151328"/>
                  </a:lnTo>
                  <a:lnTo>
                    <a:pt x="674076" y="1150373"/>
                  </a:lnTo>
                  <a:lnTo>
                    <a:pt x="679332" y="1152283"/>
                  </a:lnTo>
                  <a:lnTo>
                    <a:pt x="685542" y="1153717"/>
                  </a:lnTo>
                  <a:lnTo>
                    <a:pt x="686975" y="1153239"/>
                  </a:lnTo>
                  <a:lnTo>
                    <a:pt x="686975" y="1153239"/>
                  </a:lnTo>
                  <a:lnTo>
                    <a:pt x="686975" y="1153239"/>
                  </a:lnTo>
                  <a:lnTo>
                    <a:pt x="686975" y="1152761"/>
                  </a:lnTo>
                  <a:lnTo>
                    <a:pt x="686975" y="1152761"/>
                  </a:lnTo>
                  <a:lnTo>
                    <a:pt x="687930" y="1151806"/>
                  </a:lnTo>
                  <a:lnTo>
                    <a:pt x="697007" y="1151806"/>
                  </a:lnTo>
                  <a:lnTo>
                    <a:pt x="698918" y="1150850"/>
                  </a:lnTo>
                  <a:lnTo>
                    <a:pt x="699396" y="1149895"/>
                  </a:lnTo>
                  <a:lnTo>
                    <a:pt x="700829" y="1149895"/>
                  </a:lnTo>
                  <a:lnTo>
                    <a:pt x="708473" y="1148939"/>
                  </a:lnTo>
                  <a:lnTo>
                    <a:pt x="708473" y="1148939"/>
                  </a:lnTo>
                  <a:lnTo>
                    <a:pt x="709428" y="1147506"/>
                  </a:lnTo>
                  <a:lnTo>
                    <a:pt x="710862" y="1146551"/>
                  </a:lnTo>
                  <a:lnTo>
                    <a:pt x="710862" y="1146551"/>
                  </a:lnTo>
                  <a:lnTo>
                    <a:pt x="712773" y="1146551"/>
                  </a:lnTo>
                  <a:lnTo>
                    <a:pt x="715161" y="1146551"/>
                  </a:lnTo>
                  <a:lnTo>
                    <a:pt x="717550" y="1145595"/>
                  </a:lnTo>
                  <a:lnTo>
                    <a:pt x="718505" y="1145118"/>
                  </a:lnTo>
                  <a:lnTo>
                    <a:pt x="718983" y="1145118"/>
                  </a:lnTo>
                  <a:lnTo>
                    <a:pt x="720894" y="1144640"/>
                  </a:lnTo>
                  <a:lnTo>
                    <a:pt x="721371" y="1144640"/>
                  </a:lnTo>
                  <a:lnTo>
                    <a:pt x="723760" y="1144640"/>
                  </a:lnTo>
                  <a:lnTo>
                    <a:pt x="726626" y="1143684"/>
                  </a:lnTo>
                  <a:lnTo>
                    <a:pt x="727582" y="1143207"/>
                  </a:lnTo>
                  <a:lnTo>
                    <a:pt x="728060" y="1142729"/>
                  </a:lnTo>
                  <a:lnTo>
                    <a:pt x="730926" y="1141296"/>
                  </a:lnTo>
                  <a:lnTo>
                    <a:pt x="735703" y="1140340"/>
                  </a:lnTo>
                  <a:lnTo>
                    <a:pt x="737137" y="1140818"/>
                  </a:lnTo>
                  <a:lnTo>
                    <a:pt x="739525" y="1141296"/>
                  </a:lnTo>
                  <a:lnTo>
                    <a:pt x="742869" y="1140340"/>
                  </a:lnTo>
                  <a:lnTo>
                    <a:pt x="745258" y="1139862"/>
                  </a:lnTo>
                  <a:lnTo>
                    <a:pt x="746691" y="1140340"/>
                  </a:lnTo>
                  <a:lnTo>
                    <a:pt x="748124" y="1141296"/>
                  </a:lnTo>
                  <a:lnTo>
                    <a:pt x="748602" y="1141296"/>
                  </a:lnTo>
                  <a:lnTo>
                    <a:pt x="749558" y="1140818"/>
                  </a:lnTo>
                  <a:lnTo>
                    <a:pt x="750513" y="1138429"/>
                  </a:lnTo>
                  <a:lnTo>
                    <a:pt x="750513" y="1138429"/>
                  </a:lnTo>
                  <a:lnTo>
                    <a:pt x="751469" y="1136041"/>
                  </a:lnTo>
                  <a:lnTo>
                    <a:pt x="752901" y="1135085"/>
                  </a:lnTo>
                  <a:lnTo>
                    <a:pt x="754335" y="1134608"/>
                  </a:lnTo>
                  <a:lnTo>
                    <a:pt x="755290" y="1133652"/>
                  </a:lnTo>
                  <a:lnTo>
                    <a:pt x="756246" y="1132697"/>
                  </a:lnTo>
                  <a:lnTo>
                    <a:pt x="760546" y="1132697"/>
                  </a:lnTo>
                  <a:lnTo>
                    <a:pt x="764845" y="1130308"/>
                  </a:lnTo>
                  <a:lnTo>
                    <a:pt x="765323" y="1131263"/>
                  </a:lnTo>
                  <a:lnTo>
                    <a:pt x="771055" y="1131263"/>
                  </a:lnTo>
                  <a:lnTo>
                    <a:pt x="777266" y="1129830"/>
                  </a:lnTo>
                  <a:lnTo>
                    <a:pt x="781565" y="1128875"/>
                  </a:lnTo>
                  <a:lnTo>
                    <a:pt x="786821" y="1127919"/>
                  </a:lnTo>
                  <a:lnTo>
                    <a:pt x="788254" y="1127442"/>
                  </a:lnTo>
                  <a:lnTo>
                    <a:pt x="791120" y="1126008"/>
                  </a:lnTo>
                  <a:lnTo>
                    <a:pt x="794942" y="1125531"/>
                  </a:lnTo>
                  <a:lnTo>
                    <a:pt x="795897" y="1125531"/>
                  </a:lnTo>
                  <a:lnTo>
                    <a:pt x="800197" y="1124575"/>
                  </a:lnTo>
                  <a:lnTo>
                    <a:pt x="802585" y="1122664"/>
                  </a:lnTo>
                  <a:lnTo>
                    <a:pt x="803063" y="1122664"/>
                  </a:lnTo>
                  <a:lnTo>
                    <a:pt x="804974" y="1122187"/>
                  </a:lnTo>
                  <a:lnTo>
                    <a:pt x="807363" y="1122187"/>
                  </a:lnTo>
                  <a:lnTo>
                    <a:pt x="807363" y="1122187"/>
                  </a:lnTo>
                  <a:lnTo>
                    <a:pt x="809274" y="1121709"/>
                  </a:lnTo>
                  <a:lnTo>
                    <a:pt x="809274" y="1121231"/>
                  </a:lnTo>
                  <a:lnTo>
                    <a:pt x="810229" y="1120753"/>
                  </a:lnTo>
                  <a:lnTo>
                    <a:pt x="810229" y="1120753"/>
                  </a:lnTo>
                  <a:lnTo>
                    <a:pt x="810707" y="1120276"/>
                  </a:lnTo>
                  <a:lnTo>
                    <a:pt x="810707" y="1118842"/>
                  </a:lnTo>
                  <a:lnTo>
                    <a:pt x="810707" y="1116932"/>
                  </a:lnTo>
                  <a:lnTo>
                    <a:pt x="810229" y="1115498"/>
                  </a:lnTo>
                  <a:lnTo>
                    <a:pt x="812140" y="1115021"/>
                  </a:lnTo>
                  <a:lnTo>
                    <a:pt x="815006" y="1114543"/>
                  </a:lnTo>
                  <a:lnTo>
                    <a:pt x="816440" y="1114065"/>
                  </a:lnTo>
                  <a:lnTo>
                    <a:pt x="816440" y="1114065"/>
                  </a:lnTo>
                  <a:lnTo>
                    <a:pt x="820262" y="1110721"/>
                  </a:lnTo>
                  <a:lnTo>
                    <a:pt x="822650" y="1109288"/>
                  </a:lnTo>
                  <a:lnTo>
                    <a:pt x="825517" y="1108332"/>
                  </a:lnTo>
                  <a:lnTo>
                    <a:pt x="830772" y="1108810"/>
                  </a:lnTo>
                  <a:lnTo>
                    <a:pt x="835549" y="1109288"/>
                  </a:lnTo>
                  <a:lnTo>
                    <a:pt x="840804" y="1111199"/>
                  </a:lnTo>
                  <a:lnTo>
                    <a:pt x="843192" y="1113110"/>
                  </a:lnTo>
                  <a:lnTo>
                    <a:pt x="845581" y="1114543"/>
                  </a:lnTo>
                  <a:lnTo>
                    <a:pt x="847492" y="1115021"/>
                  </a:lnTo>
                  <a:lnTo>
                    <a:pt x="849403" y="1115498"/>
                  </a:lnTo>
                  <a:lnTo>
                    <a:pt x="851792" y="1115021"/>
                  </a:lnTo>
                  <a:lnTo>
                    <a:pt x="853225" y="1114065"/>
                  </a:lnTo>
                  <a:lnTo>
                    <a:pt x="854180" y="1112632"/>
                  </a:lnTo>
                  <a:lnTo>
                    <a:pt x="855613" y="1111676"/>
                  </a:lnTo>
                  <a:lnTo>
                    <a:pt x="860391" y="1111199"/>
                  </a:lnTo>
                  <a:lnTo>
                    <a:pt x="861346" y="1112632"/>
                  </a:lnTo>
                  <a:lnTo>
                    <a:pt x="863735" y="1116932"/>
                  </a:lnTo>
                  <a:lnTo>
                    <a:pt x="865646" y="1122187"/>
                  </a:lnTo>
                  <a:lnTo>
                    <a:pt x="868035" y="1129830"/>
                  </a:lnTo>
                  <a:lnTo>
                    <a:pt x="869468" y="1133174"/>
                  </a:lnTo>
                  <a:lnTo>
                    <a:pt x="868990" y="1134608"/>
                  </a:lnTo>
                  <a:lnTo>
                    <a:pt x="868512" y="1135085"/>
                  </a:lnTo>
                  <a:lnTo>
                    <a:pt x="868512" y="1137952"/>
                  </a:lnTo>
                  <a:lnTo>
                    <a:pt x="868512" y="1140818"/>
                  </a:lnTo>
                  <a:lnTo>
                    <a:pt x="866601" y="1144162"/>
                  </a:lnTo>
                  <a:lnTo>
                    <a:pt x="867557" y="1145595"/>
                  </a:lnTo>
                  <a:lnTo>
                    <a:pt x="867557" y="1145595"/>
                  </a:lnTo>
                  <a:lnTo>
                    <a:pt x="872334" y="1147028"/>
                  </a:lnTo>
                  <a:lnTo>
                    <a:pt x="879022" y="1146551"/>
                  </a:lnTo>
                  <a:lnTo>
                    <a:pt x="883322" y="1145118"/>
                  </a:lnTo>
                  <a:lnTo>
                    <a:pt x="885711" y="1145595"/>
                  </a:lnTo>
                  <a:lnTo>
                    <a:pt x="886188" y="1145118"/>
                  </a:lnTo>
                  <a:lnTo>
                    <a:pt x="886666" y="1144640"/>
                  </a:lnTo>
                  <a:lnTo>
                    <a:pt x="886666" y="1144640"/>
                  </a:lnTo>
                  <a:lnTo>
                    <a:pt x="887622" y="1142251"/>
                  </a:lnTo>
                  <a:lnTo>
                    <a:pt x="889054" y="1141774"/>
                  </a:lnTo>
                  <a:lnTo>
                    <a:pt x="890965" y="1143684"/>
                  </a:lnTo>
                  <a:lnTo>
                    <a:pt x="891921" y="1146551"/>
                  </a:lnTo>
                  <a:lnTo>
                    <a:pt x="891921" y="1146551"/>
                  </a:lnTo>
                  <a:lnTo>
                    <a:pt x="892876" y="1147984"/>
                  </a:lnTo>
                  <a:lnTo>
                    <a:pt x="892876" y="1150373"/>
                  </a:lnTo>
                  <a:lnTo>
                    <a:pt x="892876" y="1150373"/>
                  </a:lnTo>
                  <a:lnTo>
                    <a:pt x="893354" y="1153239"/>
                  </a:lnTo>
                  <a:lnTo>
                    <a:pt x="894310" y="1153717"/>
                  </a:lnTo>
                  <a:lnTo>
                    <a:pt x="895743" y="1152761"/>
                  </a:lnTo>
                  <a:lnTo>
                    <a:pt x="895743" y="1152761"/>
                  </a:lnTo>
                  <a:lnTo>
                    <a:pt x="897176" y="1152283"/>
                  </a:lnTo>
                  <a:lnTo>
                    <a:pt x="897176" y="1152283"/>
                  </a:lnTo>
                  <a:lnTo>
                    <a:pt x="897176" y="1151328"/>
                  </a:lnTo>
                  <a:lnTo>
                    <a:pt x="897176" y="1151328"/>
                  </a:lnTo>
                  <a:lnTo>
                    <a:pt x="896699" y="1150373"/>
                  </a:lnTo>
                  <a:lnTo>
                    <a:pt x="896699" y="1149417"/>
                  </a:lnTo>
                  <a:lnTo>
                    <a:pt x="896699" y="1148939"/>
                  </a:lnTo>
                  <a:lnTo>
                    <a:pt x="897176" y="1148462"/>
                  </a:lnTo>
                  <a:lnTo>
                    <a:pt x="897654" y="1147984"/>
                  </a:lnTo>
                  <a:lnTo>
                    <a:pt x="900042" y="1147984"/>
                  </a:lnTo>
                  <a:lnTo>
                    <a:pt x="903386" y="1148462"/>
                  </a:lnTo>
                  <a:lnTo>
                    <a:pt x="907686" y="1152761"/>
                  </a:lnTo>
                  <a:lnTo>
                    <a:pt x="907686" y="1152761"/>
                  </a:lnTo>
                  <a:lnTo>
                    <a:pt x="909597" y="1153239"/>
                  </a:lnTo>
                  <a:lnTo>
                    <a:pt x="910552" y="1153239"/>
                  </a:lnTo>
                  <a:lnTo>
                    <a:pt x="912941" y="1153239"/>
                  </a:lnTo>
                  <a:lnTo>
                    <a:pt x="912941" y="1153239"/>
                  </a:lnTo>
                  <a:lnTo>
                    <a:pt x="915329" y="1151806"/>
                  </a:lnTo>
                  <a:lnTo>
                    <a:pt x="916763" y="1150850"/>
                  </a:lnTo>
                  <a:lnTo>
                    <a:pt x="917718" y="1149895"/>
                  </a:lnTo>
                  <a:lnTo>
                    <a:pt x="918674" y="1149895"/>
                  </a:lnTo>
                  <a:lnTo>
                    <a:pt x="919152" y="1150850"/>
                  </a:lnTo>
                  <a:lnTo>
                    <a:pt x="919629" y="1152283"/>
                  </a:lnTo>
                  <a:lnTo>
                    <a:pt x="918674" y="1154194"/>
                  </a:lnTo>
                  <a:lnTo>
                    <a:pt x="917718" y="1155150"/>
                  </a:lnTo>
                  <a:lnTo>
                    <a:pt x="916285" y="1156105"/>
                  </a:lnTo>
                  <a:lnTo>
                    <a:pt x="912941" y="1158016"/>
                  </a:lnTo>
                  <a:lnTo>
                    <a:pt x="911508" y="1160883"/>
                  </a:lnTo>
                  <a:lnTo>
                    <a:pt x="911030" y="1164227"/>
                  </a:lnTo>
                  <a:lnTo>
                    <a:pt x="911508" y="1166138"/>
                  </a:lnTo>
                  <a:lnTo>
                    <a:pt x="912463" y="1167093"/>
                  </a:lnTo>
                  <a:lnTo>
                    <a:pt x="912463" y="1168526"/>
                  </a:lnTo>
                  <a:lnTo>
                    <a:pt x="912463" y="1168526"/>
                  </a:lnTo>
                  <a:lnTo>
                    <a:pt x="913419" y="1169004"/>
                  </a:lnTo>
                  <a:lnTo>
                    <a:pt x="913897" y="1168526"/>
                  </a:lnTo>
                  <a:lnTo>
                    <a:pt x="914374" y="1168526"/>
                  </a:lnTo>
                  <a:lnTo>
                    <a:pt x="918196" y="1165182"/>
                  </a:lnTo>
                  <a:lnTo>
                    <a:pt x="919629" y="1164227"/>
                  </a:lnTo>
                  <a:lnTo>
                    <a:pt x="922495" y="1163749"/>
                  </a:lnTo>
                  <a:lnTo>
                    <a:pt x="926318" y="1163749"/>
                  </a:lnTo>
                  <a:lnTo>
                    <a:pt x="929184" y="1165182"/>
                  </a:lnTo>
                  <a:lnTo>
                    <a:pt x="930617" y="1166615"/>
                  </a:lnTo>
                  <a:lnTo>
                    <a:pt x="932050" y="1167571"/>
                  </a:lnTo>
                  <a:lnTo>
                    <a:pt x="933006" y="1167093"/>
                  </a:lnTo>
                  <a:lnTo>
                    <a:pt x="933483" y="1165660"/>
                  </a:lnTo>
                  <a:lnTo>
                    <a:pt x="933483" y="1164227"/>
                  </a:lnTo>
                  <a:lnTo>
                    <a:pt x="933961" y="1163271"/>
                  </a:lnTo>
                  <a:lnTo>
                    <a:pt x="933961" y="1162794"/>
                  </a:lnTo>
                  <a:lnTo>
                    <a:pt x="938738" y="1159449"/>
                  </a:lnTo>
                  <a:lnTo>
                    <a:pt x="941605" y="1157539"/>
                  </a:lnTo>
                  <a:lnTo>
                    <a:pt x="942560" y="1157061"/>
                  </a:lnTo>
                  <a:lnTo>
                    <a:pt x="944471" y="1157539"/>
                  </a:lnTo>
                  <a:lnTo>
                    <a:pt x="945904" y="1157539"/>
                  </a:lnTo>
                  <a:lnTo>
                    <a:pt x="949249" y="1155150"/>
                  </a:lnTo>
                  <a:lnTo>
                    <a:pt x="951159" y="1153717"/>
                  </a:lnTo>
                  <a:lnTo>
                    <a:pt x="952593" y="1152761"/>
                  </a:lnTo>
                  <a:lnTo>
                    <a:pt x="952593" y="1151328"/>
                  </a:lnTo>
                  <a:lnTo>
                    <a:pt x="952593" y="1149895"/>
                  </a:lnTo>
                  <a:lnTo>
                    <a:pt x="952593" y="1149895"/>
                  </a:lnTo>
                  <a:lnTo>
                    <a:pt x="953070" y="1149417"/>
                  </a:lnTo>
                  <a:lnTo>
                    <a:pt x="953548" y="1149417"/>
                  </a:lnTo>
                  <a:lnTo>
                    <a:pt x="957848" y="1148939"/>
                  </a:lnTo>
                  <a:lnTo>
                    <a:pt x="958803" y="1148462"/>
                  </a:lnTo>
                  <a:lnTo>
                    <a:pt x="962147" y="1147028"/>
                  </a:lnTo>
                  <a:lnTo>
                    <a:pt x="967402" y="1144162"/>
                  </a:lnTo>
                  <a:lnTo>
                    <a:pt x="968358" y="1143207"/>
                  </a:lnTo>
                  <a:lnTo>
                    <a:pt x="969791" y="1142251"/>
                  </a:lnTo>
                  <a:lnTo>
                    <a:pt x="974568" y="1141774"/>
                  </a:lnTo>
                  <a:lnTo>
                    <a:pt x="975524" y="1141296"/>
                  </a:lnTo>
                  <a:lnTo>
                    <a:pt x="976957" y="1139862"/>
                  </a:lnTo>
                  <a:lnTo>
                    <a:pt x="979823" y="1138429"/>
                  </a:lnTo>
                  <a:lnTo>
                    <a:pt x="981256" y="1138429"/>
                  </a:lnTo>
                  <a:lnTo>
                    <a:pt x="980301" y="1142251"/>
                  </a:lnTo>
                  <a:lnTo>
                    <a:pt x="978868" y="1146551"/>
                  </a:lnTo>
                  <a:lnTo>
                    <a:pt x="977913" y="1147506"/>
                  </a:lnTo>
                  <a:lnTo>
                    <a:pt x="977913" y="1147506"/>
                  </a:lnTo>
                  <a:lnTo>
                    <a:pt x="973135" y="1147506"/>
                  </a:lnTo>
                  <a:lnTo>
                    <a:pt x="973135" y="1147506"/>
                  </a:lnTo>
                  <a:lnTo>
                    <a:pt x="973135" y="1148462"/>
                  </a:lnTo>
                  <a:lnTo>
                    <a:pt x="973613" y="1150373"/>
                  </a:lnTo>
                  <a:lnTo>
                    <a:pt x="974568" y="1151328"/>
                  </a:lnTo>
                  <a:lnTo>
                    <a:pt x="975046" y="1152283"/>
                  </a:lnTo>
                  <a:lnTo>
                    <a:pt x="976001" y="1153717"/>
                  </a:lnTo>
                  <a:lnTo>
                    <a:pt x="980779" y="1157539"/>
                  </a:lnTo>
                  <a:lnTo>
                    <a:pt x="986989" y="1162316"/>
                  </a:lnTo>
                  <a:lnTo>
                    <a:pt x="993677" y="1167571"/>
                  </a:lnTo>
                  <a:lnTo>
                    <a:pt x="998455" y="1170915"/>
                  </a:lnTo>
                  <a:lnTo>
                    <a:pt x="1000366" y="1172826"/>
                  </a:lnTo>
                  <a:lnTo>
                    <a:pt x="1001799" y="1174259"/>
                  </a:lnTo>
                  <a:lnTo>
                    <a:pt x="1001799" y="1174259"/>
                  </a:lnTo>
                  <a:lnTo>
                    <a:pt x="1005143" y="1179514"/>
                  </a:lnTo>
                  <a:lnTo>
                    <a:pt x="1008487" y="1184769"/>
                  </a:lnTo>
                  <a:lnTo>
                    <a:pt x="1013742" y="1193368"/>
                  </a:lnTo>
                  <a:lnTo>
                    <a:pt x="1018520" y="1201967"/>
                  </a:lnTo>
                  <a:lnTo>
                    <a:pt x="1024252" y="1211044"/>
                  </a:lnTo>
                  <a:lnTo>
                    <a:pt x="1024252" y="1211044"/>
                  </a:lnTo>
                  <a:lnTo>
                    <a:pt x="1027118" y="1216299"/>
                  </a:lnTo>
                  <a:lnTo>
                    <a:pt x="1033329" y="1227287"/>
                  </a:lnTo>
                  <a:lnTo>
                    <a:pt x="1035240" y="1230631"/>
                  </a:lnTo>
                  <a:lnTo>
                    <a:pt x="1038584" y="1236842"/>
                  </a:lnTo>
                  <a:lnTo>
                    <a:pt x="1041450" y="1242574"/>
                  </a:lnTo>
                  <a:lnTo>
                    <a:pt x="1043839" y="1247829"/>
                  </a:lnTo>
                  <a:lnTo>
                    <a:pt x="1045272" y="1248307"/>
                  </a:lnTo>
                  <a:lnTo>
                    <a:pt x="1045272" y="1246874"/>
                  </a:lnTo>
                  <a:lnTo>
                    <a:pt x="1045750" y="1245918"/>
                  </a:lnTo>
                  <a:lnTo>
                    <a:pt x="1045750" y="1245918"/>
                  </a:lnTo>
                  <a:lnTo>
                    <a:pt x="1046705" y="1245441"/>
                  </a:lnTo>
                  <a:lnTo>
                    <a:pt x="1048616" y="1244008"/>
                  </a:lnTo>
                  <a:lnTo>
                    <a:pt x="1049094" y="1243530"/>
                  </a:lnTo>
                  <a:lnTo>
                    <a:pt x="1049572" y="1243530"/>
                  </a:lnTo>
                  <a:lnTo>
                    <a:pt x="1051005" y="1244008"/>
                  </a:lnTo>
                  <a:lnTo>
                    <a:pt x="1052438" y="1243052"/>
                  </a:lnTo>
                  <a:lnTo>
                    <a:pt x="1052916" y="1242097"/>
                  </a:lnTo>
                  <a:lnTo>
                    <a:pt x="1052916" y="1241619"/>
                  </a:lnTo>
                  <a:lnTo>
                    <a:pt x="1052438" y="1238753"/>
                  </a:lnTo>
                  <a:lnTo>
                    <a:pt x="1052438" y="1237797"/>
                  </a:lnTo>
                  <a:lnTo>
                    <a:pt x="1052438" y="1237319"/>
                  </a:lnTo>
                  <a:lnTo>
                    <a:pt x="1052916" y="1236364"/>
                  </a:lnTo>
                  <a:lnTo>
                    <a:pt x="1052916" y="1236364"/>
                  </a:lnTo>
                  <a:lnTo>
                    <a:pt x="1053871" y="1235886"/>
                  </a:lnTo>
                  <a:lnTo>
                    <a:pt x="1054827" y="1235408"/>
                  </a:lnTo>
                  <a:lnTo>
                    <a:pt x="1056260" y="1234931"/>
                  </a:lnTo>
                  <a:lnTo>
                    <a:pt x="1056738" y="1233497"/>
                  </a:lnTo>
                  <a:lnTo>
                    <a:pt x="1056738" y="1233497"/>
                  </a:lnTo>
                  <a:lnTo>
                    <a:pt x="1057216" y="1233497"/>
                  </a:lnTo>
                  <a:lnTo>
                    <a:pt x="1058648" y="1233020"/>
                  </a:lnTo>
                  <a:lnTo>
                    <a:pt x="1060082" y="1233497"/>
                  </a:lnTo>
                  <a:lnTo>
                    <a:pt x="1061515" y="1233497"/>
                  </a:lnTo>
                  <a:lnTo>
                    <a:pt x="1062470" y="1234453"/>
                  </a:lnTo>
                  <a:lnTo>
                    <a:pt x="1063426" y="1235886"/>
                  </a:lnTo>
                  <a:lnTo>
                    <a:pt x="1064381" y="1235886"/>
                  </a:lnTo>
                  <a:lnTo>
                    <a:pt x="1064381" y="1235886"/>
                  </a:lnTo>
                  <a:lnTo>
                    <a:pt x="1066292" y="1235886"/>
                  </a:lnTo>
                  <a:lnTo>
                    <a:pt x="1066770" y="1237319"/>
                  </a:lnTo>
                  <a:lnTo>
                    <a:pt x="1066292" y="1239230"/>
                  </a:lnTo>
                  <a:lnTo>
                    <a:pt x="1065337" y="1241141"/>
                  </a:lnTo>
                  <a:lnTo>
                    <a:pt x="1065337" y="1242574"/>
                  </a:lnTo>
                  <a:lnTo>
                    <a:pt x="1065337" y="1242574"/>
                  </a:lnTo>
                  <a:lnTo>
                    <a:pt x="1066292" y="1243052"/>
                  </a:lnTo>
                  <a:lnTo>
                    <a:pt x="1066770" y="1243052"/>
                  </a:lnTo>
                  <a:lnTo>
                    <a:pt x="1070114" y="1242574"/>
                  </a:lnTo>
                  <a:lnTo>
                    <a:pt x="1071547" y="1242574"/>
                  </a:lnTo>
                  <a:lnTo>
                    <a:pt x="1072025" y="1244008"/>
                  </a:lnTo>
                  <a:lnTo>
                    <a:pt x="1072503" y="1244963"/>
                  </a:lnTo>
                  <a:lnTo>
                    <a:pt x="1072503" y="1245441"/>
                  </a:lnTo>
                  <a:lnTo>
                    <a:pt x="1072980" y="1246396"/>
                  </a:lnTo>
                  <a:lnTo>
                    <a:pt x="1072503" y="1248307"/>
                  </a:lnTo>
                  <a:lnTo>
                    <a:pt x="1072980" y="1248785"/>
                  </a:lnTo>
                  <a:lnTo>
                    <a:pt x="1072980" y="1248785"/>
                  </a:lnTo>
                  <a:lnTo>
                    <a:pt x="1076325" y="1248785"/>
                  </a:lnTo>
                  <a:lnTo>
                    <a:pt x="1078713" y="1248307"/>
                  </a:lnTo>
                  <a:lnTo>
                    <a:pt x="1082535" y="1248307"/>
                  </a:lnTo>
                  <a:lnTo>
                    <a:pt x="1085879" y="1249740"/>
                  </a:lnTo>
                  <a:lnTo>
                    <a:pt x="1087790" y="1249740"/>
                  </a:lnTo>
                  <a:lnTo>
                    <a:pt x="1090179" y="1248785"/>
                  </a:lnTo>
                  <a:lnTo>
                    <a:pt x="1093523" y="1249263"/>
                  </a:lnTo>
                  <a:lnTo>
                    <a:pt x="1093523" y="1249263"/>
                  </a:lnTo>
                  <a:lnTo>
                    <a:pt x="1095911" y="1248307"/>
                  </a:lnTo>
                  <a:lnTo>
                    <a:pt x="1097345" y="1246396"/>
                  </a:lnTo>
                  <a:lnTo>
                    <a:pt x="1097345" y="1246396"/>
                  </a:lnTo>
                  <a:lnTo>
                    <a:pt x="1097823" y="1245441"/>
                  </a:lnTo>
                  <a:lnTo>
                    <a:pt x="1098778" y="1244485"/>
                  </a:lnTo>
                  <a:lnTo>
                    <a:pt x="1102122" y="1244485"/>
                  </a:lnTo>
                  <a:lnTo>
                    <a:pt x="1104033" y="1244485"/>
                  </a:lnTo>
                  <a:lnTo>
                    <a:pt x="1105466" y="1242574"/>
                  </a:lnTo>
                  <a:lnTo>
                    <a:pt x="1106899" y="1241619"/>
                  </a:lnTo>
                  <a:lnTo>
                    <a:pt x="1108810" y="1241619"/>
                  </a:lnTo>
                  <a:lnTo>
                    <a:pt x="1110721" y="1241619"/>
                  </a:lnTo>
                  <a:lnTo>
                    <a:pt x="1110721" y="1241619"/>
                  </a:lnTo>
                  <a:lnTo>
                    <a:pt x="1115021" y="1243530"/>
                  </a:lnTo>
                  <a:lnTo>
                    <a:pt x="1117887" y="1244485"/>
                  </a:lnTo>
                  <a:lnTo>
                    <a:pt x="1120753" y="1246874"/>
                  </a:lnTo>
                  <a:lnTo>
                    <a:pt x="1122187" y="1247829"/>
                  </a:lnTo>
                  <a:lnTo>
                    <a:pt x="1123620" y="1250696"/>
                  </a:lnTo>
                  <a:lnTo>
                    <a:pt x="1125530" y="1253084"/>
                  </a:lnTo>
                  <a:lnTo>
                    <a:pt x="1126964" y="1254995"/>
                  </a:lnTo>
                  <a:lnTo>
                    <a:pt x="1127442" y="1257384"/>
                  </a:lnTo>
                  <a:lnTo>
                    <a:pt x="1128397" y="1261683"/>
                  </a:lnTo>
                  <a:lnTo>
                    <a:pt x="1129830" y="1263117"/>
                  </a:lnTo>
                  <a:lnTo>
                    <a:pt x="1131264" y="1263117"/>
                  </a:lnTo>
                  <a:lnTo>
                    <a:pt x="1133175" y="1264072"/>
                  </a:lnTo>
                  <a:lnTo>
                    <a:pt x="1135563" y="1264072"/>
                  </a:lnTo>
                  <a:lnTo>
                    <a:pt x="1135563" y="1264072"/>
                  </a:lnTo>
                  <a:lnTo>
                    <a:pt x="1139862" y="1267416"/>
                  </a:lnTo>
                  <a:lnTo>
                    <a:pt x="1141773" y="1267416"/>
                  </a:lnTo>
                  <a:lnTo>
                    <a:pt x="1142729" y="1268372"/>
                  </a:lnTo>
                  <a:lnTo>
                    <a:pt x="1143207" y="1269805"/>
                  </a:lnTo>
                  <a:lnTo>
                    <a:pt x="1143207" y="1269805"/>
                  </a:lnTo>
                  <a:lnTo>
                    <a:pt x="1143207" y="1270283"/>
                  </a:lnTo>
                  <a:lnTo>
                    <a:pt x="1142729" y="1271238"/>
                  </a:lnTo>
                  <a:lnTo>
                    <a:pt x="1143207" y="1273149"/>
                  </a:lnTo>
                  <a:lnTo>
                    <a:pt x="1143207" y="1273149"/>
                  </a:lnTo>
                  <a:lnTo>
                    <a:pt x="1144640" y="1275060"/>
                  </a:lnTo>
                  <a:lnTo>
                    <a:pt x="1146073" y="1276971"/>
                  </a:lnTo>
                  <a:lnTo>
                    <a:pt x="1147506" y="1279360"/>
                  </a:lnTo>
                  <a:lnTo>
                    <a:pt x="1147984" y="1280793"/>
                  </a:lnTo>
                  <a:lnTo>
                    <a:pt x="1147984" y="1280793"/>
                  </a:lnTo>
                  <a:lnTo>
                    <a:pt x="1148939" y="1281270"/>
                  </a:lnTo>
                  <a:lnTo>
                    <a:pt x="1150373" y="1280793"/>
                  </a:lnTo>
                  <a:lnTo>
                    <a:pt x="1153239" y="1281270"/>
                  </a:lnTo>
                  <a:lnTo>
                    <a:pt x="1160405" y="1282226"/>
                  </a:lnTo>
                  <a:lnTo>
                    <a:pt x="1161838" y="1282704"/>
                  </a:lnTo>
                  <a:lnTo>
                    <a:pt x="1162316" y="1284137"/>
                  </a:lnTo>
                  <a:lnTo>
                    <a:pt x="1163749" y="1284137"/>
                  </a:lnTo>
                  <a:lnTo>
                    <a:pt x="1164705" y="1284137"/>
                  </a:lnTo>
                  <a:lnTo>
                    <a:pt x="1166616" y="1284137"/>
                  </a:lnTo>
                  <a:lnTo>
                    <a:pt x="1166616" y="1284137"/>
                  </a:lnTo>
                  <a:lnTo>
                    <a:pt x="1168049" y="1282704"/>
                  </a:lnTo>
                  <a:lnTo>
                    <a:pt x="1169004" y="1281748"/>
                  </a:lnTo>
                  <a:lnTo>
                    <a:pt x="1171393" y="1280315"/>
                  </a:lnTo>
                  <a:lnTo>
                    <a:pt x="1173303" y="1278404"/>
                  </a:lnTo>
                  <a:lnTo>
                    <a:pt x="1175214" y="1276493"/>
                  </a:lnTo>
                  <a:lnTo>
                    <a:pt x="1176648" y="1276493"/>
                  </a:lnTo>
                  <a:lnTo>
                    <a:pt x="1177603" y="1276971"/>
                  </a:lnTo>
                  <a:lnTo>
                    <a:pt x="1177603" y="1278404"/>
                  </a:lnTo>
                  <a:lnTo>
                    <a:pt x="1177603" y="1278404"/>
                  </a:lnTo>
                  <a:lnTo>
                    <a:pt x="1176170" y="1279837"/>
                  </a:lnTo>
                  <a:lnTo>
                    <a:pt x="1175214" y="1280793"/>
                  </a:lnTo>
                  <a:lnTo>
                    <a:pt x="1175214" y="1282226"/>
                  </a:lnTo>
                  <a:lnTo>
                    <a:pt x="1175692" y="1282226"/>
                  </a:lnTo>
                  <a:lnTo>
                    <a:pt x="1177125" y="1282226"/>
                  </a:lnTo>
                  <a:lnTo>
                    <a:pt x="1179037" y="1284137"/>
                  </a:lnTo>
                  <a:lnTo>
                    <a:pt x="1181903" y="1288914"/>
                  </a:lnTo>
                  <a:lnTo>
                    <a:pt x="1182858" y="1289870"/>
                  </a:lnTo>
                  <a:lnTo>
                    <a:pt x="1184291" y="1290825"/>
                  </a:lnTo>
                  <a:lnTo>
                    <a:pt x="1185725" y="1291303"/>
                  </a:lnTo>
                  <a:lnTo>
                    <a:pt x="1187635" y="1291781"/>
                  </a:lnTo>
                  <a:lnTo>
                    <a:pt x="1188591" y="1293691"/>
                  </a:lnTo>
                  <a:lnTo>
                    <a:pt x="1189069" y="1295602"/>
                  </a:lnTo>
                  <a:lnTo>
                    <a:pt x="1189069" y="1295602"/>
                  </a:lnTo>
                  <a:lnTo>
                    <a:pt x="1189546" y="1295602"/>
                  </a:lnTo>
                  <a:lnTo>
                    <a:pt x="1190980" y="1295602"/>
                  </a:lnTo>
                  <a:lnTo>
                    <a:pt x="1190980" y="1295602"/>
                  </a:lnTo>
                  <a:lnTo>
                    <a:pt x="1192413" y="1295602"/>
                  </a:lnTo>
                  <a:lnTo>
                    <a:pt x="1192891" y="1294647"/>
                  </a:lnTo>
                  <a:lnTo>
                    <a:pt x="1193368" y="1294647"/>
                  </a:lnTo>
                  <a:lnTo>
                    <a:pt x="1194324" y="1294169"/>
                  </a:lnTo>
                  <a:lnTo>
                    <a:pt x="1196235" y="1293691"/>
                  </a:lnTo>
                  <a:lnTo>
                    <a:pt x="1198146" y="1293214"/>
                  </a:lnTo>
                  <a:lnTo>
                    <a:pt x="1199101" y="1293214"/>
                  </a:lnTo>
                  <a:lnTo>
                    <a:pt x="1199101" y="1293691"/>
                  </a:lnTo>
                  <a:lnTo>
                    <a:pt x="1199101" y="1293691"/>
                  </a:lnTo>
                  <a:lnTo>
                    <a:pt x="1201490" y="1293214"/>
                  </a:lnTo>
                  <a:lnTo>
                    <a:pt x="1201490" y="1293214"/>
                  </a:lnTo>
                  <a:lnTo>
                    <a:pt x="1201490" y="1293214"/>
                  </a:lnTo>
                  <a:lnTo>
                    <a:pt x="1202445" y="1292736"/>
                  </a:lnTo>
                  <a:lnTo>
                    <a:pt x="1203401" y="1291781"/>
                  </a:lnTo>
                  <a:lnTo>
                    <a:pt x="1204834" y="1290825"/>
                  </a:lnTo>
                  <a:lnTo>
                    <a:pt x="1205312" y="1289870"/>
                  </a:lnTo>
                  <a:lnTo>
                    <a:pt x="1205312" y="1287481"/>
                  </a:lnTo>
                  <a:lnTo>
                    <a:pt x="1206267" y="1285570"/>
                  </a:lnTo>
                  <a:lnTo>
                    <a:pt x="1206744" y="1285570"/>
                  </a:lnTo>
                  <a:lnTo>
                    <a:pt x="1209133" y="1284615"/>
                  </a:lnTo>
                  <a:lnTo>
                    <a:pt x="1210567" y="1284615"/>
                  </a:lnTo>
                  <a:lnTo>
                    <a:pt x="1211522" y="1284615"/>
                  </a:lnTo>
                  <a:lnTo>
                    <a:pt x="1213433" y="1284615"/>
                  </a:lnTo>
                  <a:lnTo>
                    <a:pt x="1215344" y="1284615"/>
                  </a:lnTo>
                  <a:lnTo>
                    <a:pt x="1216299" y="1285092"/>
                  </a:lnTo>
                  <a:lnTo>
                    <a:pt x="1217255" y="1285570"/>
                  </a:lnTo>
                  <a:lnTo>
                    <a:pt x="1217732" y="1285570"/>
                  </a:lnTo>
                  <a:lnTo>
                    <a:pt x="1219166" y="1285570"/>
                  </a:lnTo>
                  <a:lnTo>
                    <a:pt x="1219644" y="1284615"/>
                  </a:lnTo>
                  <a:lnTo>
                    <a:pt x="1219644" y="1283181"/>
                  </a:lnTo>
                  <a:lnTo>
                    <a:pt x="1220599" y="1282704"/>
                  </a:lnTo>
                  <a:lnTo>
                    <a:pt x="1220599" y="1283181"/>
                  </a:lnTo>
                  <a:lnTo>
                    <a:pt x="1221555" y="1283659"/>
                  </a:lnTo>
                  <a:lnTo>
                    <a:pt x="1222032" y="1284615"/>
                  </a:lnTo>
                  <a:lnTo>
                    <a:pt x="1222510" y="1284615"/>
                  </a:lnTo>
                  <a:lnTo>
                    <a:pt x="1222987" y="1284615"/>
                  </a:lnTo>
                  <a:lnTo>
                    <a:pt x="1222987" y="1284615"/>
                  </a:lnTo>
                  <a:lnTo>
                    <a:pt x="1224898" y="1284137"/>
                  </a:lnTo>
                  <a:lnTo>
                    <a:pt x="1225854" y="1283181"/>
                  </a:lnTo>
                  <a:lnTo>
                    <a:pt x="1226332" y="1281270"/>
                  </a:lnTo>
                  <a:lnTo>
                    <a:pt x="1227287" y="1280315"/>
                  </a:lnTo>
                  <a:lnTo>
                    <a:pt x="1227287" y="1280315"/>
                  </a:lnTo>
                  <a:lnTo>
                    <a:pt x="1228242" y="1280793"/>
                  </a:lnTo>
                  <a:lnTo>
                    <a:pt x="1228720" y="1280793"/>
                  </a:lnTo>
                  <a:lnTo>
                    <a:pt x="1230153" y="1280793"/>
                  </a:lnTo>
                  <a:lnTo>
                    <a:pt x="1232064" y="1279360"/>
                  </a:lnTo>
                  <a:lnTo>
                    <a:pt x="1233975" y="1278404"/>
                  </a:lnTo>
                  <a:lnTo>
                    <a:pt x="1233975" y="1278404"/>
                  </a:lnTo>
                  <a:lnTo>
                    <a:pt x="1235408" y="1277926"/>
                  </a:lnTo>
                  <a:lnTo>
                    <a:pt x="1235886" y="1276971"/>
                  </a:lnTo>
                  <a:lnTo>
                    <a:pt x="1234931" y="1275060"/>
                  </a:lnTo>
                  <a:lnTo>
                    <a:pt x="1235408" y="1272671"/>
                  </a:lnTo>
                  <a:lnTo>
                    <a:pt x="1237319" y="1271716"/>
                  </a:lnTo>
                  <a:lnTo>
                    <a:pt x="1237319" y="1271716"/>
                  </a:lnTo>
                  <a:lnTo>
                    <a:pt x="1239708" y="1271238"/>
                  </a:lnTo>
                  <a:lnTo>
                    <a:pt x="1239708" y="1271238"/>
                  </a:lnTo>
                  <a:lnTo>
                    <a:pt x="1241619" y="1270283"/>
                  </a:lnTo>
                  <a:lnTo>
                    <a:pt x="1242574" y="1267894"/>
                  </a:lnTo>
                  <a:lnTo>
                    <a:pt x="1242574" y="1267894"/>
                  </a:lnTo>
                  <a:lnTo>
                    <a:pt x="1243530" y="1267416"/>
                  </a:lnTo>
                  <a:lnTo>
                    <a:pt x="1243530" y="1267416"/>
                  </a:lnTo>
                  <a:lnTo>
                    <a:pt x="1244485" y="1266939"/>
                  </a:lnTo>
                  <a:lnTo>
                    <a:pt x="1245919" y="1266939"/>
                  </a:lnTo>
                  <a:lnTo>
                    <a:pt x="1246874" y="1266939"/>
                  </a:lnTo>
                  <a:lnTo>
                    <a:pt x="1248307" y="1265983"/>
                  </a:lnTo>
                  <a:lnTo>
                    <a:pt x="1249740" y="1265505"/>
                  </a:lnTo>
                  <a:lnTo>
                    <a:pt x="1250218" y="1265028"/>
                  </a:lnTo>
                  <a:lnTo>
                    <a:pt x="1252607" y="1264072"/>
                  </a:lnTo>
                  <a:lnTo>
                    <a:pt x="1252607" y="1264072"/>
                  </a:lnTo>
                  <a:lnTo>
                    <a:pt x="1253085" y="1264072"/>
                  </a:lnTo>
                  <a:lnTo>
                    <a:pt x="1255473" y="1263595"/>
                  </a:lnTo>
                  <a:lnTo>
                    <a:pt x="1255473" y="1263595"/>
                  </a:lnTo>
                  <a:lnTo>
                    <a:pt x="1255473" y="1263595"/>
                  </a:lnTo>
                  <a:lnTo>
                    <a:pt x="1256428" y="1262639"/>
                  </a:lnTo>
                  <a:lnTo>
                    <a:pt x="1257384" y="1261206"/>
                  </a:lnTo>
                  <a:lnTo>
                    <a:pt x="1257384" y="1261206"/>
                  </a:lnTo>
                  <a:lnTo>
                    <a:pt x="1258817" y="1260728"/>
                  </a:lnTo>
                  <a:lnTo>
                    <a:pt x="1258817" y="1260728"/>
                  </a:lnTo>
                  <a:lnTo>
                    <a:pt x="1260728" y="1259773"/>
                  </a:lnTo>
                  <a:lnTo>
                    <a:pt x="1262639" y="1258339"/>
                  </a:lnTo>
                  <a:lnTo>
                    <a:pt x="1262639" y="1258339"/>
                  </a:lnTo>
                  <a:lnTo>
                    <a:pt x="1263594" y="1257862"/>
                  </a:lnTo>
                  <a:lnTo>
                    <a:pt x="1266939" y="1257384"/>
                  </a:lnTo>
                  <a:lnTo>
                    <a:pt x="1267894" y="1256906"/>
                  </a:lnTo>
                  <a:lnTo>
                    <a:pt x="1268849" y="1256906"/>
                  </a:lnTo>
                  <a:lnTo>
                    <a:pt x="1270283" y="1256906"/>
                  </a:lnTo>
                  <a:lnTo>
                    <a:pt x="1270283" y="1256906"/>
                  </a:lnTo>
                  <a:lnTo>
                    <a:pt x="1271238" y="1254995"/>
                  </a:lnTo>
                  <a:lnTo>
                    <a:pt x="1272671" y="1254040"/>
                  </a:lnTo>
                  <a:lnTo>
                    <a:pt x="1272671" y="1254040"/>
                  </a:lnTo>
                  <a:lnTo>
                    <a:pt x="1274105" y="1253562"/>
                  </a:lnTo>
                  <a:lnTo>
                    <a:pt x="1274582" y="1252607"/>
                  </a:lnTo>
                  <a:lnTo>
                    <a:pt x="1276015" y="1251174"/>
                  </a:lnTo>
                  <a:lnTo>
                    <a:pt x="1277926" y="1250218"/>
                  </a:lnTo>
                  <a:lnTo>
                    <a:pt x="1278404" y="1250218"/>
                  </a:lnTo>
                  <a:lnTo>
                    <a:pt x="1281271" y="1250218"/>
                  </a:lnTo>
                  <a:lnTo>
                    <a:pt x="1281271" y="1250218"/>
                  </a:lnTo>
                  <a:lnTo>
                    <a:pt x="1284137" y="1250218"/>
                  </a:lnTo>
                  <a:lnTo>
                    <a:pt x="1285570" y="1250218"/>
                  </a:lnTo>
                  <a:lnTo>
                    <a:pt x="1286048" y="1250218"/>
                  </a:lnTo>
                  <a:lnTo>
                    <a:pt x="1287003" y="1247829"/>
                  </a:lnTo>
                  <a:lnTo>
                    <a:pt x="1287481" y="1246874"/>
                  </a:lnTo>
                  <a:lnTo>
                    <a:pt x="1287958" y="1245918"/>
                  </a:lnTo>
                  <a:lnTo>
                    <a:pt x="1287958" y="1245918"/>
                  </a:lnTo>
                  <a:lnTo>
                    <a:pt x="1288914" y="1245441"/>
                  </a:lnTo>
                  <a:lnTo>
                    <a:pt x="1288914" y="1245441"/>
                  </a:lnTo>
                  <a:lnTo>
                    <a:pt x="1290347" y="1247352"/>
                  </a:lnTo>
                  <a:lnTo>
                    <a:pt x="1291781" y="1248307"/>
                  </a:lnTo>
                  <a:lnTo>
                    <a:pt x="1293692" y="1249263"/>
                  </a:lnTo>
                  <a:lnTo>
                    <a:pt x="1294647" y="1250218"/>
                  </a:lnTo>
                  <a:lnTo>
                    <a:pt x="1295603" y="1250696"/>
                  </a:lnTo>
                  <a:lnTo>
                    <a:pt x="1296558" y="1249740"/>
                  </a:lnTo>
                  <a:lnTo>
                    <a:pt x="1297513" y="1247829"/>
                  </a:lnTo>
                  <a:lnTo>
                    <a:pt x="1297513" y="1247829"/>
                  </a:lnTo>
                  <a:lnTo>
                    <a:pt x="1298946" y="1247352"/>
                  </a:lnTo>
                  <a:lnTo>
                    <a:pt x="1300858" y="1247829"/>
                  </a:lnTo>
                  <a:lnTo>
                    <a:pt x="1301335" y="1248785"/>
                  </a:lnTo>
                  <a:lnTo>
                    <a:pt x="1301335" y="1249740"/>
                  </a:lnTo>
                  <a:lnTo>
                    <a:pt x="1301813" y="1251174"/>
                  </a:lnTo>
                  <a:lnTo>
                    <a:pt x="1303724" y="1252607"/>
                  </a:lnTo>
                  <a:lnTo>
                    <a:pt x="1304201" y="1252607"/>
                  </a:lnTo>
                  <a:lnTo>
                    <a:pt x="1306112" y="1252607"/>
                  </a:lnTo>
                  <a:lnTo>
                    <a:pt x="1307068" y="1252607"/>
                  </a:lnTo>
                  <a:lnTo>
                    <a:pt x="1309456" y="1252607"/>
                  </a:lnTo>
                  <a:lnTo>
                    <a:pt x="1311845" y="1253084"/>
                  </a:lnTo>
                  <a:lnTo>
                    <a:pt x="1314234" y="1253562"/>
                  </a:lnTo>
                  <a:lnTo>
                    <a:pt x="1314712" y="1253562"/>
                  </a:lnTo>
                  <a:lnTo>
                    <a:pt x="1317578" y="1253562"/>
                  </a:lnTo>
                  <a:lnTo>
                    <a:pt x="1321400" y="1254040"/>
                  </a:lnTo>
                  <a:lnTo>
                    <a:pt x="1323311" y="1253562"/>
                  </a:lnTo>
                  <a:lnTo>
                    <a:pt x="1326655" y="1254040"/>
                  </a:lnTo>
                  <a:lnTo>
                    <a:pt x="1327133" y="1255473"/>
                  </a:lnTo>
                  <a:lnTo>
                    <a:pt x="1328088" y="1258339"/>
                  </a:lnTo>
                  <a:lnTo>
                    <a:pt x="1328565" y="1261206"/>
                  </a:lnTo>
                  <a:lnTo>
                    <a:pt x="1328565" y="1263595"/>
                  </a:lnTo>
                  <a:lnTo>
                    <a:pt x="1329521" y="1265028"/>
                  </a:lnTo>
                  <a:lnTo>
                    <a:pt x="1330954" y="1265505"/>
                  </a:lnTo>
                  <a:lnTo>
                    <a:pt x="1331432" y="1266461"/>
                  </a:lnTo>
                  <a:lnTo>
                    <a:pt x="1332865" y="1267416"/>
                  </a:lnTo>
                  <a:lnTo>
                    <a:pt x="1333821" y="1269327"/>
                  </a:lnTo>
                  <a:lnTo>
                    <a:pt x="1334776" y="1269327"/>
                  </a:lnTo>
                  <a:lnTo>
                    <a:pt x="1335254" y="1269327"/>
                  </a:lnTo>
                  <a:lnTo>
                    <a:pt x="1335731" y="1268849"/>
                  </a:lnTo>
                  <a:lnTo>
                    <a:pt x="1336210" y="1268849"/>
                  </a:lnTo>
                  <a:lnTo>
                    <a:pt x="1337642" y="1268849"/>
                  </a:lnTo>
                  <a:lnTo>
                    <a:pt x="1340031" y="1268849"/>
                  </a:lnTo>
                  <a:lnTo>
                    <a:pt x="1341942" y="1269805"/>
                  </a:lnTo>
                  <a:lnTo>
                    <a:pt x="1342420" y="1271238"/>
                  </a:lnTo>
                  <a:lnTo>
                    <a:pt x="1343853" y="1271716"/>
                  </a:lnTo>
                  <a:lnTo>
                    <a:pt x="1343853" y="1271716"/>
                  </a:lnTo>
                  <a:lnTo>
                    <a:pt x="1344808" y="1271716"/>
                  </a:lnTo>
                  <a:lnTo>
                    <a:pt x="1344808" y="1271716"/>
                  </a:lnTo>
                  <a:lnTo>
                    <a:pt x="1348153" y="1271716"/>
                  </a:lnTo>
                  <a:lnTo>
                    <a:pt x="1349108" y="1271716"/>
                  </a:lnTo>
                  <a:lnTo>
                    <a:pt x="1350063" y="1272194"/>
                  </a:lnTo>
                  <a:lnTo>
                    <a:pt x="1350542" y="1272194"/>
                  </a:lnTo>
                  <a:lnTo>
                    <a:pt x="1351974" y="1272671"/>
                  </a:lnTo>
                  <a:lnTo>
                    <a:pt x="1352930" y="1271716"/>
                  </a:lnTo>
                  <a:lnTo>
                    <a:pt x="1352930" y="1271716"/>
                  </a:lnTo>
                  <a:lnTo>
                    <a:pt x="1355319" y="1270760"/>
                  </a:lnTo>
                  <a:lnTo>
                    <a:pt x="1355796" y="1270760"/>
                  </a:lnTo>
                  <a:lnTo>
                    <a:pt x="1357229" y="1269805"/>
                  </a:lnTo>
                  <a:lnTo>
                    <a:pt x="1357229" y="1269805"/>
                  </a:lnTo>
                  <a:lnTo>
                    <a:pt x="1358185" y="1269805"/>
                  </a:lnTo>
                  <a:lnTo>
                    <a:pt x="1359140" y="1270283"/>
                  </a:lnTo>
                  <a:lnTo>
                    <a:pt x="1360096" y="1271238"/>
                  </a:lnTo>
                  <a:lnTo>
                    <a:pt x="1360096" y="1271238"/>
                  </a:lnTo>
                  <a:lnTo>
                    <a:pt x="1361051" y="1270760"/>
                  </a:lnTo>
                  <a:lnTo>
                    <a:pt x="1361529" y="1269805"/>
                  </a:lnTo>
                  <a:lnTo>
                    <a:pt x="1362007" y="1269805"/>
                  </a:lnTo>
                  <a:lnTo>
                    <a:pt x="1362485" y="1269805"/>
                  </a:lnTo>
                  <a:lnTo>
                    <a:pt x="1363440" y="1270283"/>
                  </a:lnTo>
                  <a:lnTo>
                    <a:pt x="1365829" y="1271238"/>
                  </a:lnTo>
                  <a:lnTo>
                    <a:pt x="1367740" y="1272671"/>
                  </a:lnTo>
                  <a:lnTo>
                    <a:pt x="1367740" y="1272671"/>
                  </a:lnTo>
                  <a:lnTo>
                    <a:pt x="1368695" y="1273149"/>
                  </a:lnTo>
                  <a:lnTo>
                    <a:pt x="1370606" y="1272671"/>
                  </a:lnTo>
                  <a:lnTo>
                    <a:pt x="1371561" y="1272194"/>
                  </a:lnTo>
                  <a:lnTo>
                    <a:pt x="1372039" y="1273149"/>
                  </a:lnTo>
                  <a:lnTo>
                    <a:pt x="1372995" y="1273627"/>
                  </a:lnTo>
                  <a:lnTo>
                    <a:pt x="1373472" y="1273627"/>
                  </a:lnTo>
                  <a:lnTo>
                    <a:pt x="1373950" y="1272671"/>
                  </a:lnTo>
                  <a:lnTo>
                    <a:pt x="1373950" y="1272671"/>
                  </a:lnTo>
                  <a:lnTo>
                    <a:pt x="1375383" y="1272671"/>
                  </a:lnTo>
                  <a:lnTo>
                    <a:pt x="1375383" y="1272671"/>
                  </a:lnTo>
                  <a:lnTo>
                    <a:pt x="1380638" y="1273149"/>
                  </a:lnTo>
                  <a:lnTo>
                    <a:pt x="1382072" y="1274582"/>
                  </a:lnTo>
                  <a:lnTo>
                    <a:pt x="1383027" y="1275538"/>
                  </a:lnTo>
                  <a:lnTo>
                    <a:pt x="1383983" y="1276493"/>
                  </a:lnTo>
                  <a:lnTo>
                    <a:pt x="1385415" y="1277449"/>
                  </a:lnTo>
                  <a:lnTo>
                    <a:pt x="1385415" y="1277449"/>
                  </a:lnTo>
                  <a:lnTo>
                    <a:pt x="1388282" y="1277449"/>
                  </a:lnTo>
                  <a:lnTo>
                    <a:pt x="1389237" y="1276493"/>
                  </a:lnTo>
                  <a:lnTo>
                    <a:pt x="1392104" y="1274582"/>
                  </a:lnTo>
                  <a:lnTo>
                    <a:pt x="1393059" y="1272671"/>
                  </a:lnTo>
                  <a:lnTo>
                    <a:pt x="1394015" y="1271716"/>
                  </a:lnTo>
                  <a:lnTo>
                    <a:pt x="1394015" y="1271716"/>
                  </a:lnTo>
                  <a:lnTo>
                    <a:pt x="1395448" y="1271716"/>
                  </a:lnTo>
                  <a:lnTo>
                    <a:pt x="1396881" y="1271716"/>
                  </a:lnTo>
                  <a:lnTo>
                    <a:pt x="1397836" y="1271716"/>
                  </a:lnTo>
                  <a:lnTo>
                    <a:pt x="1397836" y="1271716"/>
                  </a:lnTo>
                  <a:lnTo>
                    <a:pt x="1399747" y="1270283"/>
                  </a:lnTo>
                  <a:lnTo>
                    <a:pt x="1401181" y="1269805"/>
                  </a:lnTo>
                  <a:lnTo>
                    <a:pt x="1403092" y="1267894"/>
                  </a:lnTo>
                  <a:lnTo>
                    <a:pt x="1403569" y="1266939"/>
                  </a:lnTo>
                  <a:lnTo>
                    <a:pt x="1404525" y="1265028"/>
                  </a:lnTo>
                  <a:lnTo>
                    <a:pt x="1405002" y="1263595"/>
                  </a:lnTo>
                  <a:lnTo>
                    <a:pt x="1405958" y="1261206"/>
                  </a:lnTo>
                  <a:lnTo>
                    <a:pt x="1406436" y="1257862"/>
                  </a:lnTo>
                  <a:lnTo>
                    <a:pt x="1406913" y="1255951"/>
                  </a:lnTo>
                  <a:lnTo>
                    <a:pt x="1406436" y="1254995"/>
                  </a:lnTo>
                  <a:lnTo>
                    <a:pt x="1405480" y="1254040"/>
                  </a:lnTo>
                  <a:lnTo>
                    <a:pt x="1404047" y="1254040"/>
                  </a:lnTo>
                  <a:lnTo>
                    <a:pt x="1402614" y="1253084"/>
                  </a:lnTo>
                  <a:lnTo>
                    <a:pt x="1401658" y="1251651"/>
                  </a:lnTo>
                  <a:lnTo>
                    <a:pt x="1401181" y="1250218"/>
                  </a:lnTo>
                  <a:lnTo>
                    <a:pt x="1400225" y="1248307"/>
                  </a:lnTo>
                  <a:lnTo>
                    <a:pt x="1400225" y="1246874"/>
                  </a:lnTo>
                  <a:lnTo>
                    <a:pt x="1400225" y="1245441"/>
                  </a:lnTo>
                  <a:lnTo>
                    <a:pt x="1399270" y="1244485"/>
                  </a:lnTo>
                  <a:lnTo>
                    <a:pt x="1398314" y="1243052"/>
                  </a:lnTo>
                  <a:lnTo>
                    <a:pt x="1397359" y="1242097"/>
                  </a:lnTo>
                  <a:lnTo>
                    <a:pt x="1397836" y="1240186"/>
                  </a:lnTo>
                  <a:lnTo>
                    <a:pt x="1399270" y="1236842"/>
                  </a:lnTo>
                  <a:lnTo>
                    <a:pt x="1399270" y="1235408"/>
                  </a:lnTo>
                  <a:lnTo>
                    <a:pt x="1399747" y="1234453"/>
                  </a:lnTo>
                  <a:lnTo>
                    <a:pt x="1399270" y="1233497"/>
                  </a:lnTo>
                  <a:lnTo>
                    <a:pt x="1399747" y="1231587"/>
                  </a:lnTo>
                  <a:lnTo>
                    <a:pt x="1400703" y="1230631"/>
                  </a:lnTo>
                  <a:lnTo>
                    <a:pt x="1401658" y="1228242"/>
                  </a:lnTo>
                  <a:lnTo>
                    <a:pt x="1401658" y="1228242"/>
                  </a:lnTo>
                  <a:lnTo>
                    <a:pt x="1403092" y="1227287"/>
                  </a:lnTo>
                  <a:lnTo>
                    <a:pt x="1403092" y="1227287"/>
                  </a:lnTo>
                  <a:lnTo>
                    <a:pt x="1404525" y="1227287"/>
                  </a:lnTo>
                  <a:lnTo>
                    <a:pt x="1404525" y="1227287"/>
                  </a:lnTo>
                  <a:lnTo>
                    <a:pt x="1405480" y="1226809"/>
                  </a:lnTo>
                  <a:lnTo>
                    <a:pt x="1405480" y="1224898"/>
                  </a:lnTo>
                  <a:lnTo>
                    <a:pt x="1406436" y="1222988"/>
                  </a:lnTo>
                  <a:lnTo>
                    <a:pt x="1406913" y="1222032"/>
                  </a:lnTo>
                  <a:lnTo>
                    <a:pt x="1407869" y="1220599"/>
                  </a:lnTo>
                  <a:lnTo>
                    <a:pt x="1407869" y="1220599"/>
                  </a:lnTo>
                  <a:lnTo>
                    <a:pt x="1408824" y="1220121"/>
                  </a:lnTo>
                  <a:lnTo>
                    <a:pt x="1413602" y="1218210"/>
                  </a:lnTo>
                  <a:lnTo>
                    <a:pt x="1415990" y="1215344"/>
                  </a:lnTo>
                  <a:lnTo>
                    <a:pt x="1416945" y="1213433"/>
                  </a:lnTo>
                  <a:lnTo>
                    <a:pt x="1417901" y="1210089"/>
                  </a:lnTo>
                  <a:lnTo>
                    <a:pt x="1418856" y="1208656"/>
                  </a:lnTo>
                  <a:lnTo>
                    <a:pt x="1418856" y="1209133"/>
                  </a:lnTo>
                  <a:lnTo>
                    <a:pt x="1419812" y="1209133"/>
                  </a:lnTo>
                  <a:lnTo>
                    <a:pt x="1421245" y="1211522"/>
                  </a:lnTo>
                  <a:lnTo>
                    <a:pt x="1422679" y="1211522"/>
                  </a:lnTo>
                  <a:lnTo>
                    <a:pt x="1424111" y="1212477"/>
                  </a:lnTo>
                  <a:lnTo>
                    <a:pt x="1428889" y="1214388"/>
                  </a:lnTo>
                  <a:lnTo>
                    <a:pt x="1431277" y="1215344"/>
                  </a:lnTo>
                  <a:lnTo>
                    <a:pt x="1432711" y="1215344"/>
                  </a:lnTo>
                  <a:lnTo>
                    <a:pt x="1435099" y="1216299"/>
                  </a:lnTo>
                  <a:lnTo>
                    <a:pt x="1436533" y="1217255"/>
                  </a:lnTo>
                  <a:lnTo>
                    <a:pt x="1438921" y="1219643"/>
                  </a:lnTo>
                  <a:lnTo>
                    <a:pt x="1439399" y="1219643"/>
                  </a:lnTo>
                  <a:lnTo>
                    <a:pt x="1441310" y="1220121"/>
                  </a:lnTo>
                  <a:lnTo>
                    <a:pt x="1445132" y="1220121"/>
                  </a:lnTo>
                  <a:lnTo>
                    <a:pt x="1449909" y="1220599"/>
                  </a:lnTo>
                  <a:lnTo>
                    <a:pt x="1451342" y="1220599"/>
                  </a:lnTo>
                  <a:lnTo>
                    <a:pt x="1454686" y="1222510"/>
                  </a:lnTo>
                  <a:lnTo>
                    <a:pt x="1458508" y="1223943"/>
                  </a:lnTo>
                  <a:lnTo>
                    <a:pt x="1462330" y="1225376"/>
                  </a:lnTo>
                  <a:lnTo>
                    <a:pt x="1464718" y="1226809"/>
                  </a:lnTo>
                  <a:lnTo>
                    <a:pt x="1466629" y="1227765"/>
                  </a:lnTo>
                  <a:lnTo>
                    <a:pt x="1468063" y="1228242"/>
                  </a:lnTo>
                  <a:lnTo>
                    <a:pt x="1468063" y="1228242"/>
                  </a:lnTo>
                  <a:lnTo>
                    <a:pt x="1469496" y="1227765"/>
                  </a:lnTo>
                  <a:lnTo>
                    <a:pt x="1471884" y="1227765"/>
                  </a:lnTo>
                  <a:lnTo>
                    <a:pt x="1476662" y="1229198"/>
                  </a:lnTo>
                  <a:lnTo>
                    <a:pt x="1480006" y="1230631"/>
                  </a:lnTo>
                  <a:lnTo>
                    <a:pt x="1482395" y="1231109"/>
                  </a:lnTo>
                  <a:lnTo>
                    <a:pt x="1483350" y="1232542"/>
                  </a:lnTo>
                  <a:lnTo>
                    <a:pt x="1483350" y="1233975"/>
                  </a:lnTo>
                  <a:lnTo>
                    <a:pt x="1482872" y="1235408"/>
                  </a:lnTo>
                  <a:lnTo>
                    <a:pt x="1483350" y="1238275"/>
                  </a:lnTo>
                  <a:lnTo>
                    <a:pt x="1484306" y="1240186"/>
                  </a:lnTo>
                  <a:lnTo>
                    <a:pt x="1484306" y="1242097"/>
                  </a:lnTo>
                  <a:lnTo>
                    <a:pt x="1484783" y="1244485"/>
                  </a:lnTo>
                  <a:lnTo>
                    <a:pt x="1484783" y="1246396"/>
                  </a:lnTo>
                  <a:lnTo>
                    <a:pt x="1484783" y="1247352"/>
                  </a:lnTo>
                  <a:lnTo>
                    <a:pt x="1485739" y="1248307"/>
                  </a:lnTo>
                  <a:lnTo>
                    <a:pt x="1486694" y="1249740"/>
                  </a:lnTo>
                  <a:lnTo>
                    <a:pt x="1486216" y="1251174"/>
                  </a:lnTo>
                  <a:lnTo>
                    <a:pt x="1485739" y="1252129"/>
                  </a:lnTo>
                  <a:lnTo>
                    <a:pt x="1486216" y="1253562"/>
                  </a:lnTo>
                  <a:lnTo>
                    <a:pt x="1487172" y="1254518"/>
                  </a:lnTo>
                  <a:lnTo>
                    <a:pt x="1487172" y="1254518"/>
                  </a:lnTo>
                  <a:lnTo>
                    <a:pt x="1488127" y="1254995"/>
                  </a:lnTo>
                  <a:lnTo>
                    <a:pt x="1489561" y="1254995"/>
                  </a:lnTo>
                  <a:lnTo>
                    <a:pt x="1490993" y="1256906"/>
                  </a:lnTo>
                  <a:lnTo>
                    <a:pt x="1493860" y="1259295"/>
                  </a:lnTo>
                  <a:lnTo>
                    <a:pt x="1495293" y="1259773"/>
                  </a:lnTo>
                  <a:lnTo>
                    <a:pt x="1497204" y="1260728"/>
                  </a:lnTo>
                  <a:lnTo>
                    <a:pt x="1497682" y="1260728"/>
                  </a:lnTo>
                  <a:lnTo>
                    <a:pt x="1501026" y="1261683"/>
                  </a:lnTo>
                  <a:lnTo>
                    <a:pt x="1503415" y="1261683"/>
                  </a:lnTo>
                  <a:lnTo>
                    <a:pt x="1504848" y="1262639"/>
                  </a:lnTo>
                  <a:lnTo>
                    <a:pt x="1506281" y="1264550"/>
                  </a:lnTo>
                  <a:lnTo>
                    <a:pt x="1506281" y="1264550"/>
                  </a:lnTo>
                  <a:lnTo>
                    <a:pt x="1508670" y="1264550"/>
                  </a:lnTo>
                  <a:lnTo>
                    <a:pt x="1510103" y="1265505"/>
                  </a:lnTo>
                  <a:lnTo>
                    <a:pt x="1512491" y="1265983"/>
                  </a:lnTo>
                  <a:lnTo>
                    <a:pt x="1514402" y="1265505"/>
                  </a:lnTo>
                  <a:lnTo>
                    <a:pt x="1514880" y="1265505"/>
                  </a:lnTo>
                  <a:lnTo>
                    <a:pt x="1515836" y="1265028"/>
                  </a:lnTo>
                  <a:lnTo>
                    <a:pt x="1516313" y="1265028"/>
                  </a:lnTo>
                  <a:lnTo>
                    <a:pt x="1516313" y="1265028"/>
                  </a:lnTo>
                  <a:lnTo>
                    <a:pt x="1517269" y="1265028"/>
                  </a:lnTo>
                  <a:lnTo>
                    <a:pt x="1519180" y="1265505"/>
                  </a:lnTo>
                  <a:lnTo>
                    <a:pt x="1521568" y="1265505"/>
                  </a:lnTo>
                  <a:lnTo>
                    <a:pt x="1523479" y="1265028"/>
                  </a:lnTo>
                  <a:lnTo>
                    <a:pt x="1524913" y="1264072"/>
                  </a:lnTo>
                  <a:lnTo>
                    <a:pt x="1525390" y="1264072"/>
                  </a:lnTo>
                  <a:lnTo>
                    <a:pt x="1526823" y="1262161"/>
                  </a:lnTo>
                  <a:lnTo>
                    <a:pt x="1528734" y="1261683"/>
                  </a:lnTo>
                  <a:lnTo>
                    <a:pt x="1529212" y="1261206"/>
                  </a:lnTo>
                  <a:lnTo>
                    <a:pt x="1531123" y="1261206"/>
                  </a:lnTo>
                  <a:lnTo>
                    <a:pt x="1531600" y="1261206"/>
                  </a:lnTo>
                  <a:lnTo>
                    <a:pt x="1533034" y="1260250"/>
                  </a:lnTo>
                  <a:lnTo>
                    <a:pt x="1533512" y="1260250"/>
                  </a:lnTo>
                  <a:lnTo>
                    <a:pt x="1539245" y="1259295"/>
                  </a:lnTo>
                  <a:lnTo>
                    <a:pt x="1541633" y="1258817"/>
                  </a:lnTo>
                  <a:lnTo>
                    <a:pt x="1543544" y="1257862"/>
                  </a:lnTo>
                  <a:lnTo>
                    <a:pt x="1544977" y="1256906"/>
                  </a:lnTo>
                  <a:lnTo>
                    <a:pt x="1547366" y="1256429"/>
                  </a:lnTo>
                  <a:lnTo>
                    <a:pt x="1550710" y="1257384"/>
                  </a:lnTo>
                  <a:lnTo>
                    <a:pt x="1553577" y="1258339"/>
                  </a:lnTo>
                  <a:lnTo>
                    <a:pt x="1553577" y="1258339"/>
                  </a:lnTo>
                  <a:lnTo>
                    <a:pt x="1557398" y="1258339"/>
                  </a:lnTo>
                  <a:lnTo>
                    <a:pt x="1559309" y="1259773"/>
                  </a:lnTo>
                  <a:lnTo>
                    <a:pt x="1561220" y="1260728"/>
                  </a:lnTo>
                  <a:lnTo>
                    <a:pt x="1561220" y="1260728"/>
                  </a:lnTo>
                  <a:lnTo>
                    <a:pt x="1564086" y="1261206"/>
                  </a:lnTo>
                  <a:lnTo>
                    <a:pt x="1566953" y="1261206"/>
                  </a:lnTo>
                  <a:lnTo>
                    <a:pt x="1570297" y="1260728"/>
                  </a:lnTo>
                  <a:lnTo>
                    <a:pt x="1570775" y="1260728"/>
                  </a:lnTo>
                  <a:lnTo>
                    <a:pt x="1571252" y="1260728"/>
                  </a:lnTo>
                  <a:lnTo>
                    <a:pt x="1573641" y="1261206"/>
                  </a:lnTo>
                  <a:lnTo>
                    <a:pt x="1576507" y="1263117"/>
                  </a:lnTo>
                  <a:lnTo>
                    <a:pt x="1578418" y="1264550"/>
                  </a:lnTo>
                  <a:lnTo>
                    <a:pt x="1580329" y="1267416"/>
                  </a:lnTo>
                  <a:lnTo>
                    <a:pt x="1582240" y="1268849"/>
                  </a:lnTo>
                  <a:lnTo>
                    <a:pt x="1584151" y="1270283"/>
                  </a:lnTo>
                  <a:lnTo>
                    <a:pt x="1584151" y="1270283"/>
                  </a:lnTo>
                  <a:lnTo>
                    <a:pt x="1586539" y="1270283"/>
                  </a:lnTo>
                  <a:lnTo>
                    <a:pt x="1591795" y="1270283"/>
                  </a:lnTo>
                  <a:lnTo>
                    <a:pt x="1592272" y="1270283"/>
                  </a:lnTo>
                  <a:lnTo>
                    <a:pt x="1595139" y="1271238"/>
                  </a:lnTo>
                  <a:lnTo>
                    <a:pt x="1597527" y="1271716"/>
                  </a:lnTo>
                  <a:lnTo>
                    <a:pt x="1598005" y="1272194"/>
                  </a:lnTo>
                  <a:lnTo>
                    <a:pt x="1598005" y="1274104"/>
                  </a:lnTo>
                  <a:lnTo>
                    <a:pt x="1598005" y="1277449"/>
                  </a:lnTo>
                  <a:lnTo>
                    <a:pt x="1598005" y="1278882"/>
                  </a:lnTo>
                  <a:lnTo>
                    <a:pt x="1598483" y="1279837"/>
                  </a:lnTo>
                  <a:lnTo>
                    <a:pt x="1598961" y="1279837"/>
                  </a:lnTo>
                  <a:lnTo>
                    <a:pt x="1599438" y="1279837"/>
                  </a:lnTo>
                  <a:lnTo>
                    <a:pt x="1599916" y="1281270"/>
                  </a:lnTo>
                  <a:lnTo>
                    <a:pt x="1601349" y="1282226"/>
                  </a:lnTo>
                  <a:lnTo>
                    <a:pt x="1603738" y="1283181"/>
                  </a:lnTo>
                  <a:lnTo>
                    <a:pt x="1607560" y="1287003"/>
                  </a:lnTo>
                  <a:lnTo>
                    <a:pt x="1609471" y="1288436"/>
                  </a:lnTo>
                  <a:lnTo>
                    <a:pt x="1609948" y="1288436"/>
                  </a:lnTo>
                  <a:lnTo>
                    <a:pt x="1611382" y="1288914"/>
                  </a:lnTo>
                  <a:lnTo>
                    <a:pt x="1612337" y="1288914"/>
                  </a:lnTo>
                  <a:lnTo>
                    <a:pt x="1613770" y="1288436"/>
                  </a:lnTo>
                  <a:lnTo>
                    <a:pt x="1617592" y="1288436"/>
                  </a:lnTo>
                  <a:lnTo>
                    <a:pt x="1623803" y="1288436"/>
                  </a:lnTo>
                  <a:lnTo>
                    <a:pt x="1623803" y="1288436"/>
                  </a:lnTo>
                  <a:lnTo>
                    <a:pt x="1628102" y="1289870"/>
                  </a:lnTo>
                  <a:lnTo>
                    <a:pt x="1629535" y="1290347"/>
                  </a:lnTo>
                  <a:lnTo>
                    <a:pt x="1633835" y="1291303"/>
                  </a:lnTo>
                  <a:lnTo>
                    <a:pt x="1638612" y="1292258"/>
                  </a:lnTo>
                  <a:lnTo>
                    <a:pt x="1639090" y="1292258"/>
                  </a:lnTo>
                  <a:lnTo>
                    <a:pt x="1642912" y="1293214"/>
                  </a:lnTo>
                  <a:lnTo>
                    <a:pt x="1642912" y="1293214"/>
                  </a:lnTo>
                  <a:lnTo>
                    <a:pt x="1642912" y="1293214"/>
                  </a:lnTo>
                  <a:lnTo>
                    <a:pt x="1645300" y="1291781"/>
                  </a:lnTo>
                  <a:lnTo>
                    <a:pt x="1645300" y="1291781"/>
                  </a:lnTo>
                  <a:lnTo>
                    <a:pt x="1647211" y="1291781"/>
                  </a:lnTo>
                  <a:lnTo>
                    <a:pt x="1649600" y="1292736"/>
                  </a:lnTo>
                  <a:lnTo>
                    <a:pt x="1651511" y="1294169"/>
                  </a:lnTo>
                  <a:lnTo>
                    <a:pt x="1652944" y="1294169"/>
                  </a:lnTo>
                  <a:lnTo>
                    <a:pt x="1652944" y="1294169"/>
                  </a:lnTo>
                  <a:lnTo>
                    <a:pt x="1655333" y="1293214"/>
                  </a:lnTo>
                  <a:lnTo>
                    <a:pt x="1662976" y="1289392"/>
                  </a:lnTo>
                  <a:lnTo>
                    <a:pt x="1665365" y="1287959"/>
                  </a:lnTo>
                  <a:lnTo>
                    <a:pt x="1667276" y="1288436"/>
                  </a:lnTo>
                  <a:lnTo>
                    <a:pt x="1667276" y="1288436"/>
                  </a:lnTo>
                  <a:lnTo>
                    <a:pt x="1668709" y="1287959"/>
                  </a:lnTo>
                  <a:lnTo>
                    <a:pt x="1670142" y="1287481"/>
                  </a:lnTo>
                  <a:lnTo>
                    <a:pt x="1672053" y="1287003"/>
                  </a:lnTo>
                  <a:lnTo>
                    <a:pt x="1673486" y="1287003"/>
                  </a:lnTo>
                  <a:lnTo>
                    <a:pt x="1675398" y="1286525"/>
                  </a:lnTo>
                  <a:lnTo>
                    <a:pt x="1677308" y="1286525"/>
                  </a:lnTo>
                  <a:lnTo>
                    <a:pt x="1680175" y="1286048"/>
                  </a:lnTo>
                  <a:lnTo>
                    <a:pt x="1685907" y="1283659"/>
                  </a:lnTo>
                  <a:lnTo>
                    <a:pt x="1688296" y="1283181"/>
                  </a:lnTo>
                  <a:lnTo>
                    <a:pt x="1688774" y="1283181"/>
                  </a:lnTo>
                  <a:lnTo>
                    <a:pt x="1692596" y="1283659"/>
                  </a:lnTo>
                  <a:lnTo>
                    <a:pt x="1692596" y="1283659"/>
                  </a:lnTo>
                  <a:lnTo>
                    <a:pt x="1694507" y="1283181"/>
                  </a:lnTo>
                  <a:lnTo>
                    <a:pt x="1694507" y="1283181"/>
                  </a:lnTo>
                  <a:lnTo>
                    <a:pt x="1696895" y="1282226"/>
                  </a:lnTo>
                  <a:lnTo>
                    <a:pt x="1699284" y="1280793"/>
                  </a:lnTo>
                  <a:lnTo>
                    <a:pt x="1699284" y="1280793"/>
                  </a:lnTo>
                  <a:lnTo>
                    <a:pt x="1700239" y="1278882"/>
                  </a:lnTo>
                  <a:lnTo>
                    <a:pt x="1701673" y="1275538"/>
                  </a:lnTo>
                  <a:lnTo>
                    <a:pt x="1704539" y="1273627"/>
                  </a:lnTo>
                  <a:lnTo>
                    <a:pt x="1707405" y="1271716"/>
                  </a:lnTo>
                  <a:lnTo>
                    <a:pt x="1709794" y="1269805"/>
                  </a:lnTo>
                  <a:lnTo>
                    <a:pt x="1713138" y="1268372"/>
                  </a:lnTo>
                  <a:lnTo>
                    <a:pt x="1713616" y="1267894"/>
                  </a:lnTo>
                  <a:lnTo>
                    <a:pt x="1716005" y="1266939"/>
                  </a:lnTo>
                  <a:lnTo>
                    <a:pt x="1719826" y="1264072"/>
                  </a:lnTo>
                  <a:lnTo>
                    <a:pt x="1719826" y="1264072"/>
                  </a:lnTo>
                  <a:lnTo>
                    <a:pt x="1722692" y="1262639"/>
                  </a:lnTo>
                  <a:lnTo>
                    <a:pt x="1722692" y="1262639"/>
                  </a:lnTo>
                  <a:lnTo>
                    <a:pt x="1724126" y="1262161"/>
                  </a:lnTo>
                  <a:lnTo>
                    <a:pt x="1726037" y="1262639"/>
                  </a:lnTo>
                  <a:lnTo>
                    <a:pt x="1729381" y="1263117"/>
                  </a:lnTo>
                  <a:lnTo>
                    <a:pt x="1731769" y="1263117"/>
                  </a:lnTo>
                  <a:lnTo>
                    <a:pt x="1731769" y="1263117"/>
                  </a:lnTo>
                  <a:lnTo>
                    <a:pt x="1733203" y="1263595"/>
                  </a:lnTo>
                  <a:lnTo>
                    <a:pt x="1735591" y="1265028"/>
                  </a:lnTo>
                  <a:lnTo>
                    <a:pt x="1737980" y="1265983"/>
                  </a:lnTo>
                  <a:lnTo>
                    <a:pt x="1739891" y="1268372"/>
                  </a:lnTo>
                  <a:lnTo>
                    <a:pt x="1743712" y="1271238"/>
                  </a:lnTo>
                  <a:lnTo>
                    <a:pt x="1745146" y="1272671"/>
                  </a:lnTo>
                  <a:lnTo>
                    <a:pt x="1746579" y="1273149"/>
                  </a:lnTo>
                  <a:lnTo>
                    <a:pt x="1749923" y="1273149"/>
                  </a:lnTo>
                  <a:lnTo>
                    <a:pt x="1752312" y="1273149"/>
                  </a:lnTo>
                  <a:lnTo>
                    <a:pt x="1753745" y="1272671"/>
                  </a:lnTo>
                  <a:lnTo>
                    <a:pt x="1756612" y="1271238"/>
                  </a:lnTo>
                  <a:lnTo>
                    <a:pt x="1757089" y="1271238"/>
                  </a:lnTo>
                  <a:lnTo>
                    <a:pt x="1760433" y="1269805"/>
                  </a:lnTo>
                  <a:lnTo>
                    <a:pt x="1760911" y="1269805"/>
                  </a:lnTo>
                  <a:lnTo>
                    <a:pt x="1762344" y="1269805"/>
                  </a:lnTo>
                  <a:lnTo>
                    <a:pt x="1764733" y="1270760"/>
                  </a:lnTo>
                  <a:lnTo>
                    <a:pt x="1769032" y="1272194"/>
                  </a:lnTo>
                  <a:lnTo>
                    <a:pt x="1770465" y="1273627"/>
                  </a:lnTo>
                  <a:lnTo>
                    <a:pt x="1771421" y="1275060"/>
                  </a:lnTo>
                  <a:lnTo>
                    <a:pt x="1771421" y="1275060"/>
                  </a:lnTo>
                  <a:lnTo>
                    <a:pt x="1775721" y="1277449"/>
                  </a:lnTo>
                  <a:lnTo>
                    <a:pt x="1778109" y="1278404"/>
                  </a:lnTo>
                  <a:lnTo>
                    <a:pt x="1778109" y="1278404"/>
                  </a:lnTo>
                  <a:lnTo>
                    <a:pt x="1782408" y="1280315"/>
                  </a:lnTo>
                  <a:lnTo>
                    <a:pt x="1787186" y="1280793"/>
                  </a:lnTo>
                  <a:lnTo>
                    <a:pt x="1791485" y="1283181"/>
                  </a:lnTo>
                  <a:lnTo>
                    <a:pt x="1793874" y="1283659"/>
                  </a:lnTo>
                  <a:lnTo>
                    <a:pt x="1794830" y="1283659"/>
                  </a:lnTo>
                  <a:lnTo>
                    <a:pt x="1801518" y="1278404"/>
                  </a:lnTo>
                  <a:lnTo>
                    <a:pt x="1806773" y="1274582"/>
                  </a:lnTo>
                  <a:lnTo>
                    <a:pt x="1808206" y="1273627"/>
                  </a:lnTo>
                  <a:lnTo>
                    <a:pt x="1812506" y="1271238"/>
                  </a:lnTo>
                  <a:lnTo>
                    <a:pt x="1812506" y="1271238"/>
                  </a:lnTo>
                  <a:lnTo>
                    <a:pt x="1816805" y="1270760"/>
                  </a:lnTo>
                  <a:lnTo>
                    <a:pt x="1818238" y="1270283"/>
                  </a:lnTo>
                  <a:lnTo>
                    <a:pt x="1820149" y="1269805"/>
                  </a:lnTo>
                  <a:lnTo>
                    <a:pt x="1820627" y="1269805"/>
                  </a:lnTo>
                  <a:lnTo>
                    <a:pt x="1822538" y="1267894"/>
                  </a:lnTo>
                  <a:lnTo>
                    <a:pt x="1823971" y="1265505"/>
                  </a:lnTo>
                  <a:lnTo>
                    <a:pt x="1824449" y="1262161"/>
                  </a:lnTo>
                  <a:lnTo>
                    <a:pt x="1823494" y="1259773"/>
                  </a:lnTo>
                  <a:lnTo>
                    <a:pt x="1821105" y="1259295"/>
                  </a:lnTo>
                  <a:lnTo>
                    <a:pt x="1821105" y="1259295"/>
                  </a:lnTo>
                  <a:lnTo>
                    <a:pt x="1820627" y="1258339"/>
                  </a:lnTo>
                  <a:lnTo>
                    <a:pt x="1820627" y="1258339"/>
                  </a:lnTo>
                  <a:lnTo>
                    <a:pt x="1821583" y="1257862"/>
                  </a:lnTo>
                  <a:lnTo>
                    <a:pt x="1821583" y="1257862"/>
                  </a:lnTo>
                  <a:lnTo>
                    <a:pt x="1822538" y="1256429"/>
                  </a:lnTo>
                  <a:lnTo>
                    <a:pt x="1823015" y="1254040"/>
                  </a:lnTo>
                  <a:lnTo>
                    <a:pt x="1824449" y="1252129"/>
                  </a:lnTo>
                  <a:lnTo>
                    <a:pt x="1824449" y="1252129"/>
                  </a:lnTo>
                  <a:lnTo>
                    <a:pt x="1826360" y="1250218"/>
                  </a:lnTo>
                  <a:lnTo>
                    <a:pt x="1827315" y="1247829"/>
                  </a:lnTo>
                  <a:lnTo>
                    <a:pt x="1827793" y="1245441"/>
                  </a:lnTo>
                  <a:lnTo>
                    <a:pt x="1828749" y="1243052"/>
                  </a:lnTo>
                  <a:lnTo>
                    <a:pt x="1831137" y="1240663"/>
                  </a:lnTo>
                  <a:lnTo>
                    <a:pt x="1832092" y="1238275"/>
                  </a:lnTo>
                  <a:lnTo>
                    <a:pt x="1832570" y="1236364"/>
                  </a:lnTo>
                  <a:lnTo>
                    <a:pt x="1832570" y="1236364"/>
                  </a:lnTo>
                  <a:lnTo>
                    <a:pt x="1833526" y="1233975"/>
                  </a:lnTo>
                  <a:lnTo>
                    <a:pt x="1833526" y="1233497"/>
                  </a:lnTo>
                  <a:lnTo>
                    <a:pt x="1836392" y="1229198"/>
                  </a:lnTo>
                  <a:lnTo>
                    <a:pt x="1838781" y="1223943"/>
                  </a:lnTo>
                  <a:lnTo>
                    <a:pt x="1842125" y="1220599"/>
                  </a:lnTo>
                  <a:lnTo>
                    <a:pt x="1847380" y="1216777"/>
                  </a:lnTo>
                  <a:lnTo>
                    <a:pt x="1847380" y="1216777"/>
                  </a:lnTo>
                  <a:lnTo>
                    <a:pt x="1850724" y="1212955"/>
                  </a:lnTo>
                  <a:lnTo>
                    <a:pt x="1852157" y="1209611"/>
                  </a:lnTo>
                  <a:lnTo>
                    <a:pt x="1852157" y="1206267"/>
                  </a:lnTo>
                  <a:lnTo>
                    <a:pt x="1850246" y="1203401"/>
                  </a:lnTo>
                  <a:lnTo>
                    <a:pt x="1850246" y="1200534"/>
                  </a:lnTo>
                  <a:lnTo>
                    <a:pt x="1851202" y="1197668"/>
                  </a:lnTo>
                  <a:lnTo>
                    <a:pt x="1850246" y="1195279"/>
                  </a:lnTo>
                  <a:lnTo>
                    <a:pt x="1847380" y="1193846"/>
                  </a:lnTo>
                  <a:lnTo>
                    <a:pt x="1844513" y="1193846"/>
                  </a:lnTo>
                  <a:lnTo>
                    <a:pt x="1840692" y="1194324"/>
                  </a:lnTo>
                  <a:lnTo>
                    <a:pt x="1838781" y="1193368"/>
                  </a:lnTo>
                  <a:lnTo>
                    <a:pt x="1838303" y="1190980"/>
                  </a:lnTo>
                  <a:lnTo>
                    <a:pt x="1838303" y="1190980"/>
                  </a:lnTo>
                  <a:lnTo>
                    <a:pt x="1839258" y="1189069"/>
                  </a:lnTo>
                  <a:lnTo>
                    <a:pt x="1841647" y="1187158"/>
                  </a:lnTo>
                  <a:lnTo>
                    <a:pt x="1845469" y="1183336"/>
                  </a:lnTo>
                  <a:lnTo>
                    <a:pt x="1845469" y="1183336"/>
                  </a:lnTo>
                  <a:lnTo>
                    <a:pt x="1851202" y="1177125"/>
                  </a:lnTo>
                  <a:lnTo>
                    <a:pt x="1851202" y="1177125"/>
                  </a:lnTo>
                  <a:lnTo>
                    <a:pt x="1856935" y="1173781"/>
                  </a:lnTo>
                  <a:lnTo>
                    <a:pt x="1857890" y="1173781"/>
                  </a:lnTo>
                  <a:lnTo>
                    <a:pt x="1865056" y="1172826"/>
                  </a:lnTo>
                  <a:lnTo>
                    <a:pt x="1871744" y="1170915"/>
                  </a:lnTo>
                  <a:lnTo>
                    <a:pt x="1878910" y="1169004"/>
                  </a:lnTo>
                  <a:lnTo>
                    <a:pt x="1883687" y="1167571"/>
                  </a:lnTo>
                  <a:lnTo>
                    <a:pt x="1884643" y="1168526"/>
                  </a:lnTo>
                  <a:lnTo>
                    <a:pt x="1887031" y="1168526"/>
                  </a:lnTo>
                  <a:lnTo>
                    <a:pt x="1891809" y="1168049"/>
                  </a:lnTo>
                  <a:lnTo>
                    <a:pt x="1896108" y="1167571"/>
                  </a:lnTo>
                  <a:lnTo>
                    <a:pt x="1896108" y="1167093"/>
                  </a:lnTo>
                  <a:lnTo>
                    <a:pt x="1899930" y="1166138"/>
                  </a:lnTo>
                  <a:lnTo>
                    <a:pt x="1902797" y="1165660"/>
                  </a:lnTo>
                  <a:lnTo>
                    <a:pt x="1905185" y="1166138"/>
                  </a:lnTo>
                  <a:lnTo>
                    <a:pt x="1906618" y="1166615"/>
                  </a:lnTo>
                  <a:lnTo>
                    <a:pt x="1907574" y="1166615"/>
                  </a:lnTo>
                  <a:lnTo>
                    <a:pt x="1907574" y="1166615"/>
                  </a:lnTo>
                  <a:lnTo>
                    <a:pt x="1908052" y="1166615"/>
                  </a:lnTo>
                  <a:lnTo>
                    <a:pt x="1909007" y="1166138"/>
                  </a:lnTo>
                  <a:lnTo>
                    <a:pt x="1909007" y="1166138"/>
                  </a:lnTo>
                  <a:lnTo>
                    <a:pt x="1911395" y="1167093"/>
                  </a:lnTo>
                  <a:lnTo>
                    <a:pt x="1916651" y="1169960"/>
                  </a:lnTo>
                  <a:lnTo>
                    <a:pt x="1919517" y="1171393"/>
                  </a:lnTo>
                  <a:lnTo>
                    <a:pt x="1919517" y="1171393"/>
                  </a:lnTo>
                  <a:lnTo>
                    <a:pt x="1920950" y="1171393"/>
                  </a:lnTo>
                  <a:lnTo>
                    <a:pt x="1920950" y="1171393"/>
                  </a:lnTo>
                  <a:lnTo>
                    <a:pt x="1922383" y="1172348"/>
                  </a:lnTo>
                  <a:lnTo>
                    <a:pt x="1923817" y="1174259"/>
                  </a:lnTo>
                  <a:lnTo>
                    <a:pt x="1925727" y="1175692"/>
                  </a:lnTo>
                  <a:lnTo>
                    <a:pt x="1925727" y="1175692"/>
                  </a:lnTo>
                  <a:lnTo>
                    <a:pt x="1929072" y="1176170"/>
                  </a:lnTo>
                  <a:lnTo>
                    <a:pt x="1932893" y="1178559"/>
                  </a:lnTo>
                  <a:lnTo>
                    <a:pt x="1932893" y="1178559"/>
                  </a:lnTo>
                  <a:lnTo>
                    <a:pt x="1933849" y="1178559"/>
                  </a:lnTo>
                  <a:lnTo>
                    <a:pt x="1934327" y="1178559"/>
                  </a:lnTo>
                  <a:lnTo>
                    <a:pt x="1934327" y="1177125"/>
                  </a:lnTo>
                  <a:lnTo>
                    <a:pt x="1935760" y="1176648"/>
                  </a:lnTo>
                  <a:lnTo>
                    <a:pt x="1938149" y="1176170"/>
                  </a:lnTo>
                  <a:lnTo>
                    <a:pt x="1940059" y="1177125"/>
                  </a:lnTo>
                  <a:lnTo>
                    <a:pt x="1941015" y="1177603"/>
                  </a:lnTo>
                  <a:lnTo>
                    <a:pt x="1944836" y="1179992"/>
                  </a:lnTo>
                  <a:lnTo>
                    <a:pt x="1945315" y="1179992"/>
                  </a:lnTo>
                  <a:lnTo>
                    <a:pt x="1947225" y="1180947"/>
                  </a:lnTo>
                  <a:lnTo>
                    <a:pt x="1947225" y="1180947"/>
                  </a:lnTo>
                  <a:lnTo>
                    <a:pt x="1948181" y="1180947"/>
                  </a:lnTo>
                  <a:lnTo>
                    <a:pt x="1948181" y="1180947"/>
                  </a:lnTo>
                  <a:lnTo>
                    <a:pt x="1949136" y="1181425"/>
                  </a:lnTo>
                  <a:lnTo>
                    <a:pt x="1950092" y="1182381"/>
                  </a:lnTo>
                  <a:lnTo>
                    <a:pt x="1950092" y="1183814"/>
                  </a:lnTo>
                  <a:lnTo>
                    <a:pt x="1950092" y="1184769"/>
                  </a:lnTo>
                  <a:lnTo>
                    <a:pt x="1951047" y="1185725"/>
                  </a:lnTo>
                  <a:lnTo>
                    <a:pt x="1951047" y="1185725"/>
                  </a:lnTo>
                  <a:lnTo>
                    <a:pt x="1952002" y="1185725"/>
                  </a:lnTo>
                  <a:lnTo>
                    <a:pt x="1953913" y="1186202"/>
                  </a:lnTo>
                  <a:lnTo>
                    <a:pt x="1954869" y="1188591"/>
                  </a:lnTo>
                  <a:lnTo>
                    <a:pt x="1956302" y="1189546"/>
                  </a:lnTo>
                  <a:lnTo>
                    <a:pt x="1956302" y="1189546"/>
                  </a:lnTo>
                  <a:lnTo>
                    <a:pt x="1956302" y="1189546"/>
                  </a:lnTo>
                  <a:lnTo>
                    <a:pt x="1957258" y="1190502"/>
                  </a:lnTo>
                  <a:lnTo>
                    <a:pt x="1957258" y="1190980"/>
                  </a:lnTo>
                  <a:lnTo>
                    <a:pt x="1957258" y="1191935"/>
                  </a:lnTo>
                  <a:lnTo>
                    <a:pt x="1957258" y="1192413"/>
                  </a:lnTo>
                  <a:lnTo>
                    <a:pt x="1956780" y="1193368"/>
                  </a:lnTo>
                  <a:lnTo>
                    <a:pt x="1956780" y="1194324"/>
                  </a:lnTo>
                  <a:lnTo>
                    <a:pt x="1957258" y="1195279"/>
                  </a:lnTo>
                  <a:lnTo>
                    <a:pt x="1959168" y="1196235"/>
                  </a:lnTo>
                  <a:lnTo>
                    <a:pt x="1960124" y="1196712"/>
                  </a:lnTo>
                  <a:lnTo>
                    <a:pt x="1960124" y="1198146"/>
                  </a:lnTo>
                  <a:lnTo>
                    <a:pt x="1960124" y="1198146"/>
                  </a:lnTo>
                  <a:lnTo>
                    <a:pt x="1961079" y="1199101"/>
                  </a:lnTo>
                  <a:lnTo>
                    <a:pt x="1961079" y="1199101"/>
                  </a:lnTo>
                  <a:lnTo>
                    <a:pt x="1962513" y="1200534"/>
                  </a:lnTo>
                  <a:lnTo>
                    <a:pt x="1962990" y="1201490"/>
                  </a:lnTo>
                  <a:lnTo>
                    <a:pt x="1962513" y="1202445"/>
                  </a:lnTo>
                  <a:lnTo>
                    <a:pt x="1962990" y="1203401"/>
                  </a:lnTo>
                  <a:lnTo>
                    <a:pt x="1963946" y="1203878"/>
                  </a:lnTo>
                  <a:lnTo>
                    <a:pt x="1963946" y="1205789"/>
                  </a:lnTo>
                  <a:lnTo>
                    <a:pt x="1963946" y="1207222"/>
                  </a:lnTo>
                  <a:lnTo>
                    <a:pt x="1965379" y="1208656"/>
                  </a:lnTo>
                  <a:lnTo>
                    <a:pt x="1965379" y="1211522"/>
                  </a:lnTo>
                  <a:lnTo>
                    <a:pt x="1966334" y="1214388"/>
                  </a:lnTo>
                  <a:lnTo>
                    <a:pt x="1969201" y="1218688"/>
                  </a:lnTo>
                  <a:lnTo>
                    <a:pt x="1970156" y="1221076"/>
                  </a:lnTo>
                  <a:lnTo>
                    <a:pt x="1969679" y="1223943"/>
                  </a:lnTo>
                  <a:lnTo>
                    <a:pt x="1970156" y="1224898"/>
                  </a:lnTo>
                  <a:lnTo>
                    <a:pt x="1970634" y="1224898"/>
                  </a:lnTo>
                  <a:lnTo>
                    <a:pt x="1971590" y="1225376"/>
                  </a:lnTo>
                  <a:lnTo>
                    <a:pt x="1972067" y="1226809"/>
                  </a:lnTo>
                  <a:lnTo>
                    <a:pt x="1972067" y="1228242"/>
                  </a:lnTo>
                  <a:lnTo>
                    <a:pt x="1972545" y="1229676"/>
                  </a:lnTo>
                  <a:lnTo>
                    <a:pt x="1973023" y="1230631"/>
                  </a:lnTo>
                  <a:lnTo>
                    <a:pt x="1972545" y="1232542"/>
                  </a:lnTo>
                  <a:lnTo>
                    <a:pt x="1973023" y="1233975"/>
                  </a:lnTo>
                  <a:lnTo>
                    <a:pt x="1973978" y="1234931"/>
                  </a:lnTo>
                  <a:lnTo>
                    <a:pt x="1974456" y="1236364"/>
                  </a:lnTo>
                  <a:lnTo>
                    <a:pt x="1974456" y="1238753"/>
                  </a:lnTo>
                  <a:lnTo>
                    <a:pt x="1976367" y="1241619"/>
                  </a:lnTo>
                  <a:lnTo>
                    <a:pt x="1980189" y="1246396"/>
                  </a:lnTo>
                  <a:lnTo>
                    <a:pt x="1982100" y="1249740"/>
                  </a:lnTo>
                  <a:lnTo>
                    <a:pt x="1983055" y="1252129"/>
                  </a:lnTo>
                  <a:lnTo>
                    <a:pt x="1983055" y="1254518"/>
                  </a:lnTo>
                  <a:lnTo>
                    <a:pt x="1982100" y="1255951"/>
                  </a:lnTo>
                  <a:lnTo>
                    <a:pt x="1982100" y="1256906"/>
                  </a:lnTo>
                  <a:lnTo>
                    <a:pt x="1983055" y="1257862"/>
                  </a:lnTo>
                  <a:lnTo>
                    <a:pt x="1983055" y="1258817"/>
                  </a:lnTo>
                  <a:lnTo>
                    <a:pt x="1982577" y="1260250"/>
                  </a:lnTo>
                  <a:lnTo>
                    <a:pt x="1984011" y="1261683"/>
                  </a:lnTo>
                  <a:lnTo>
                    <a:pt x="1987832" y="1264072"/>
                  </a:lnTo>
                  <a:lnTo>
                    <a:pt x="1986399" y="1267894"/>
                  </a:lnTo>
                  <a:lnTo>
                    <a:pt x="1985922" y="1270760"/>
                  </a:lnTo>
                  <a:lnTo>
                    <a:pt x="1985922" y="1273627"/>
                  </a:lnTo>
                  <a:lnTo>
                    <a:pt x="1986877" y="1275538"/>
                  </a:lnTo>
                  <a:lnTo>
                    <a:pt x="1988788" y="1276493"/>
                  </a:lnTo>
                  <a:lnTo>
                    <a:pt x="1989743" y="1277926"/>
                  </a:lnTo>
                  <a:lnTo>
                    <a:pt x="1990221" y="1279360"/>
                  </a:lnTo>
                  <a:lnTo>
                    <a:pt x="1992132" y="1280315"/>
                  </a:lnTo>
                  <a:lnTo>
                    <a:pt x="1993088" y="1280793"/>
                  </a:lnTo>
                  <a:lnTo>
                    <a:pt x="1995954" y="1282226"/>
                  </a:lnTo>
                  <a:lnTo>
                    <a:pt x="1995954" y="1282226"/>
                  </a:lnTo>
                  <a:lnTo>
                    <a:pt x="2000731" y="1282226"/>
                  </a:lnTo>
                  <a:lnTo>
                    <a:pt x="2000731" y="1282226"/>
                  </a:lnTo>
                  <a:lnTo>
                    <a:pt x="2006464" y="1281270"/>
                  </a:lnTo>
                  <a:lnTo>
                    <a:pt x="2009808" y="1281270"/>
                  </a:lnTo>
                  <a:lnTo>
                    <a:pt x="2009808" y="1281270"/>
                  </a:lnTo>
                  <a:lnTo>
                    <a:pt x="2010286" y="1281270"/>
                  </a:lnTo>
                  <a:lnTo>
                    <a:pt x="2011241" y="1281748"/>
                  </a:lnTo>
                  <a:lnTo>
                    <a:pt x="2011719" y="1282704"/>
                  </a:lnTo>
                  <a:lnTo>
                    <a:pt x="2011241" y="1284137"/>
                  </a:lnTo>
                  <a:lnTo>
                    <a:pt x="2012197" y="1285092"/>
                  </a:lnTo>
                  <a:lnTo>
                    <a:pt x="2012197" y="1285092"/>
                  </a:lnTo>
                  <a:lnTo>
                    <a:pt x="2014585" y="1285570"/>
                  </a:lnTo>
                  <a:lnTo>
                    <a:pt x="2016018" y="1286048"/>
                  </a:lnTo>
                  <a:lnTo>
                    <a:pt x="2016974" y="1287481"/>
                  </a:lnTo>
                  <a:lnTo>
                    <a:pt x="2016974" y="1287481"/>
                  </a:lnTo>
                  <a:lnTo>
                    <a:pt x="2017929" y="1287959"/>
                  </a:lnTo>
                  <a:lnTo>
                    <a:pt x="2017929" y="1287959"/>
                  </a:lnTo>
                  <a:lnTo>
                    <a:pt x="2019363" y="1287481"/>
                  </a:lnTo>
                  <a:lnTo>
                    <a:pt x="2019363" y="1287481"/>
                  </a:lnTo>
                  <a:lnTo>
                    <a:pt x="2019840" y="1287481"/>
                  </a:lnTo>
                  <a:lnTo>
                    <a:pt x="2020796" y="1287481"/>
                  </a:lnTo>
                  <a:lnTo>
                    <a:pt x="2020796" y="1287481"/>
                  </a:lnTo>
                  <a:lnTo>
                    <a:pt x="2021273" y="1287481"/>
                  </a:lnTo>
                  <a:lnTo>
                    <a:pt x="2021751" y="1287959"/>
                  </a:lnTo>
                  <a:lnTo>
                    <a:pt x="2021751" y="1287959"/>
                  </a:lnTo>
                  <a:lnTo>
                    <a:pt x="2022707" y="1287959"/>
                  </a:lnTo>
                  <a:lnTo>
                    <a:pt x="2023184" y="1287003"/>
                  </a:lnTo>
                  <a:lnTo>
                    <a:pt x="2023662" y="1287003"/>
                  </a:lnTo>
                  <a:lnTo>
                    <a:pt x="2024618" y="1287003"/>
                  </a:lnTo>
                  <a:lnTo>
                    <a:pt x="2025573" y="1287003"/>
                  </a:lnTo>
                  <a:lnTo>
                    <a:pt x="2026529" y="1288914"/>
                  </a:lnTo>
                  <a:lnTo>
                    <a:pt x="2027484" y="1289870"/>
                  </a:lnTo>
                  <a:lnTo>
                    <a:pt x="2028917" y="1290347"/>
                  </a:lnTo>
                  <a:lnTo>
                    <a:pt x="2031306" y="1292258"/>
                  </a:lnTo>
                  <a:lnTo>
                    <a:pt x="2036561" y="1298469"/>
                  </a:lnTo>
                  <a:lnTo>
                    <a:pt x="2039427" y="1300857"/>
                  </a:lnTo>
                  <a:lnTo>
                    <a:pt x="2042771" y="1301335"/>
                  </a:lnTo>
                  <a:lnTo>
                    <a:pt x="2046593" y="1301813"/>
                  </a:lnTo>
                  <a:lnTo>
                    <a:pt x="2048026" y="1304202"/>
                  </a:lnTo>
                  <a:lnTo>
                    <a:pt x="2046593" y="1306590"/>
                  </a:lnTo>
                  <a:lnTo>
                    <a:pt x="2046593" y="1308979"/>
                  </a:lnTo>
                  <a:lnTo>
                    <a:pt x="2047548" y="1309456"/>
                  </a:lnTo>
                  <a:lnTo>
                    <a:pt x="2048504" y="1312323"/>
                  </a:lnTo>
                  <a:lnTo>
                    <a:pt x="2050415" y="1313756"/>
                  </a:lnTo>
                  <a:lnTo>
                    <a:pt x="2050893" y="1314711"/>
                  </a:lnTo>
                  <a:lnTo>
                    <a:pt x="2051370" y="1316145"/>
                  </a:lnTo>
                  <a:lnTo>
                    <a:pt x="2051370" y="1318533"/>
                  </a:lnTo>
                  <a:lnTo>
                    <a:pt x="2049937" y="1321877"/>
                  </a:lnTo>
                  <a:lnTo>
                    <a:pt x="2049937" y="1324744"/>
                  </a:lnTo>
                  <a:lnTo>
                    <a:pt x="2052326" y="1327132"/>
                  </a:lnTo>
                  <a:lnTo>
                    <a:pt x="2053759" y="1329521"/>
                  </a:lnTo>
                  <a:lnTo>
                    <a:pt x="2054237" y="1331910"/>
                  </a:lnTo>
                  <a:lnTo>
                    <a:pt x="2054714" y="1333343"/>
                  </a:lnTo>
                  <a:lnTo>
                    <a:pt x="2055670" y="1333343"/>
                  </a:lnTo>
                  <a:lnTo>
                    <a:pt x="2055670" y="1333343"/>
                  </a:lnTo>
                  <a:lnTo>
                    <a:pt x="2057581" y="1333343"/>
                  </a:lnTo>
                  <a:lnTo>
                    <a:pt x="2061880" y="1332388"/>
                  </a:lnTo>
                  <a:lnTo>
                    <a:pt x="2064747" y="1332865"/>
                  </a:lnTo>
                  <a:lnTo>
                    <a:pt x="2066657" y="1333821"/>
                  </a:lnTo>
                  <a:lnTo>
                    <a:pt x="2066657" y="1333821"/>
                  </a:lnTo>
                  <a:lnTo>
                    <a:pt x="2070957" y="1333821"/>
                  </a:lnTo>
                  <a:lnTo>
                    <a:pt x="2078123" y="1332865"/>
                  </a:lnTo>
                  <a:lnTo>
                    <a:pt x="2082900" y="1332388"/>
                  </a:lnTo>
                  <a:lnTo>
                    <a:pt x="2084811" y="1332865"/>
                  </a:lnTo>
                  <a:lnTo>
                    <a:pt x="2086245" y="1331432"/>
                  </a:lnTo>
                  <a:lnTo>
                    <a:pt x="2087678" y="1328088"/>
                  </a:lnTo>
                  <a:lnTo>
                    <a:pt x="2089111" y="1326655"/>
                  </a:lnTo>
                  <a:lnTo>
                    <a:pt x="2089589" y="1326655"/>
                  </a:lnTo>
                  <a:lnTo>
                    <a:pt x="2090544" y="1326655"/>
                  </a:lnTo>
                  <a:lnTo>
                    <a:pt x="2090544" y="1326655"/>
                  </a:lnTo>
                  <a:lnTo>
                    <a:pt x="2092455" y="1325699"/>
                  </a:lnTo>
                  <a:lnTo>
                    <a:pt x="2095321" y="1323311"/>
                  </a:lnTo>
                  <a:lnTo>
                    <a:pt x="2095321" y="1323311"/>
                  </a:lnTo>
                  <a:lnTo>
                    <a:pt x="2097710" y="1322355"/>
                  </a:lnTo>
                  <a:lnTo>
                    <a:pt x="2098188" y="1322355"/>
                  </a:lnTo>
                  <a:lnTo>
                    <a:pt x="2101054" y="1322355"/>
                  </a:lnTo>
                  <a:lnTo>
                    <a:pt x="2104398" y="1322833"/>
                  </a:lnTo>
                  <a:lnTo>
                    <a:pt x="2106309" y="1321877"/>
                  </a:lnTo>
                  <a:lnTo>
                    <a:pt x="2108220" y="1319489"/>
                  </a:lnTo>
                  <a:lnTo>
                    <a:pt x="2112042" y="1318056"/>
                  </a:lnTo>
                  <a:lnTo>
                    <a:pt x="2119208" y="1315667"/>
                  </a:lnTo>
                  <a:lnTo>
                    <a:pt x="2120641" y="1315189"/>
                  </a:lnTo>
                  <a:lnTo>
                    <a:pt x="2121596" y="1315189"/>
                  </a:lnTo>
                  <a:lnTo>
                    <a:pt x="2123985" y="1315667"/>
                  </a:lnTo>
                  <a:lnTo>
                    <a:pt x="2125896" y="1316145"/>
                  </a:lnTo>
                  <a:lnTo>
                    <a:pt x="2125896" y="1316622"/>
                  </a:lnTo>
                  <a:lnTo>
                    <a:pt x="2128285" y="1318533"/>
                  </a:lnTo>
                  <a:lnTo>
                    <a:pt x="2128285" y="1319489"/>
                  </a:lnTo>
                  <a:lnTo>
                    <a:pt x="2128285" y="1320922"/>
                  </a:lnTo>
                  <a:lnTo>
                    <a:pt x="2127807" y="1321877"/>
                  </a:lnTo>
                  <a:lnTo>
                    <a:pt x="2126852" y="1322833"/>
                  </a:lnTo>
                  <a:lnTo>
                    <a:pt x="2126374" y="1324744"/>
                  </a:lnTo>
                  <a:lnTo>
                    <a:pt x="2126852" y="1325699"/>
                  </a:lnTo>
                  <a:lnTo>
                    <a:pt x="2127807" y="1328566"/>
                  </a:lnTo>
                  <a:lnTo>
                    <a:pt x="2127807" y="1328566"/>
                  </a:lnTo>
                  <a:lnTo>
                    <a:pt x="2128762" y="1330477"/>
                  </a:lnTo>
                  <a:lnTo>
                    <a:pt x="2129718" y="1332865"/>
                  </a:lnTo>
                  <a:lnTo>
                    <a:pt x="2129241" y="1333821"/>
                  </a:lnTo>
                  <a:lnTo>
                    <a:pt x="2128762" y="1335254"/>
                  </a:lnTo>
                  <a:lnTo>
                    <a:pt x="2126852" y="1338120"/>
                  </a:lnTo>
                  <a:lnTo>
                    <a:pt x="2125896" y="1339076"/>
                  </a:lnTo>
                  <a:lnTo>
                    <a:pt x="2125896" y="1339076"/>
                  </a:lnTo>
                  <a:lnTo>
                    <a:pt x="2124463" y="1340031"/>
                  </a:lnTo>
                  <a:lnTo>
                    <a:pt x="2122552" y="1340509"/>
                  </a:lnTo>
                  <a:lnTo>
                    <a:pt x="2122552" y="1340509"/>
                  </a:lnTo>
                  <a:lnTo>
                    <a:pt x="2121596" y="1340509"/>
                  </a:lnTo>
                  <a:lnTo>
                    <a:pt x="2120641" y="1340987"/>
                  </a:lnTo>
                  <a:lnTo>
                    <a:pt x="2120164" y="1341942"/>
                  </a:lnTo>
                  <a:lnTo>
                    <a:pt x="2119208" y="1342897"/>
                  </a:lnTo>
                  <a:lnTo>
                    <a:pt x="2118253" y="1343853"/>
                  </a:lnTo>
                  <a:lnTo>
                    <a:pt x="2118253" y="1345286"/>
                  </a:lnTo>
                  <a:lnTo>
                    <a:pt x="2118730" y="1346719"/>
                  </a:lnTo>
                  <a:lnTo>
                    <a:pt x="2118730" y="1348630"/>
                  </a:lnTo>
                  <a:lnTo>
                    <a:pt x="2117775" y="1350063"/>
                  </a:lnTo>
                  <a:lnTo>
                    <a:pt x="2116819" y="1352930"/>
                  </a:lnTo>
                  <a:lnTo>
                    <a:pt x="2116341" y="1353408"/>
                  </a:lnTo>
                  <a:lnTo>
                    <a:pt x="2115864" y="1355319"/>
                  </a:lnTo>
                  <a:lnTo>
                    <a:pt x="2115864" y="1355796"/>
                  </a:lnTo>
                  <a:lnTo>
                    <a:pt x="2115386" y="1359618"/>
                  </a:lnTo>
                  <a:lnTo>
                    <a:pt x="2113953" y="1362485"/>
                  </a:lnTo>
                  <a:lnTo>
                    <a:pt x="2112042" y="1365351"/>
                  </a:lnTo>
                  <a:lnTo>
                    <a:pt x="2112520" y="1367262"/>
                  </a:lnTo>
                  <a:lnTo>
                    <a:pt x="2112998" y="1368695"/>
                  </a:lnTo>
                  <a:lnTo>
                    <a:pt x="2112520" y="1369651"/>
                  </a:lnTo>
                  <a:lnTo>
                    <a:pt x="2112520" y="1370128"/>
                  </a:lnTo>
                  <a:lnTo>
                    <a:pt x="2112042" y="1372039"/>
                  </a:lnTo>
                  <a:lnTo>
                    <a:pt x="2111564" y="1372517"/>
                  </a:lnTo>
                  <a:lnTo>
                    <a:pt x="2110131" y="1373472"/>
                  </a:lnTo>
                  <a:lnTo>
                    <a:pt x="2109176" y="1374905"/>
                  </a:lnTo>
                  <a:lnTo>
                    <a:pt x="2109176" y="1376816"/>
                  </a:lnTo>
                  <a:lnTo>
                    <a:pt x="2108698" y="1378250"/>
                  </a:lnTo>
                  <a:lnTo>
                    <a:pt x="2107743" y="1379683"/>
                  </a:lnTo>
                  <a:lnTo>
                    <a:pt x="2107265" y="1380638"/>
                  </a:lnTo>
                  <a:lnTo>
                    <a:pt x="2105832" y="1381116"/>
                  </a:lnTo>
                  <a:lnTo>
                    <a:pt x="2105354" y="1381594"/>
                  </a:lnTo>
                  <a:lnTo>
                    <a:pt x="2104876" y="1383504"/>
                  </a:lnTo>
                  <a:lnTo>
                    <a:pt x="2104398" y="1384938"/>
                  </a:lnTo>
                  <a:lnTo>
                    <a:pt x="2103921" y="1385893"/>
                  </a:lnTo>
                  <a:lnTo>
                    <a:pt x="2104398" y="1387326"/>
                  </a:lnTo>
                  <a:lnTo>
                    <a:pt x="2103921" y="1388760"/>
                  </a:lnTo>
                  <a:lnTo>
                    <a:pt x="2102010" y="1389715"/>
                  </a:lnTo>
                  <a:lnTo>
                    <a:pt x="2101054" y="1390193"/>
                  </a:lnTo>
                  <a:lnTo>
                    <a:pt x="2100577" y="1390193"/>
                  </a:lnTo>
                  <a:lnTo>
                    <a:pt x="2100577" y="1390193"/>
                  </a:lnTo>
                  <a:lnTo>
                    <a:pt x="2098666" y="1391626"/>
                  </a:lnTo>
                  <a:lnTo>
                    <a:pt x="2097232" y="1395926"/>
                  </a:lnTo>
                  <a:lnTo>
                    <a:pt x="2097232" y="1398792"/>
                  </a:lnTo>
                  <a:lnTo>
                    <a:pt x="2097232" y="1401181"/>
                  </a:lnTo>
                  <a:lnTo>
                    <a:pt x="2095321" y="1402614"/>
                  </a:lnTo>
                  <a:lnTo>
                    <a:pt x="2093888" y="1403569"/>
                  </a:lnTo>
                  <a:lnTo>
                    <a:pt x="2093888" y="1403569"/>
                  </a:lnTo>
                  <a:lnTo>
                    <a:pt x="2092933" y="1403092"/>
                  </a:lnTo>
                  <a:lnTo>
                    <a:pt x="2092933" y="1403092"/>
                  </a:lnTo>
                  <a:lnTo>
                    <a:pt x="2091977" y="1402614"/>
                  </a:lnTo>
                  <a:lnTo>
                    <a:pt x="2089589" y="1402136"/>
                  </a:lnTo>
                  <a:lnTo>
                    <a:pt x="2088633" y="1402136"/>
                  </a:lnTo>
                  <a:lnTo>
                    <a:pt x="2086245" y="1401181"/>
                  </a:lnTo>
                  <a:lnTo>
                    <a:pt x="2082423" y="1400225"/>
                  </a:lnTo>
                  <a:lnTo>
                    <a:pt x="2079079" y="1399270"/>
                  </a:lnTo>
                  <a:lnTo>
                    <a:pt x="2076690" y="1398314"/>
                  </a:lnTo>
                  <a:lnTo>
                    <a:pt x="2074779" y="1397836"/>
                  </a:lnTo>
                  <a:lnTo>
                    <a:pt x="2073346" y="1397359"/>
                  </a:lnTo>
                  <a:lnTo>
                    <a:pt x="2072391" y="1395926"/>
                  </a:lnTo>
                  <a:lnTo>
                    <a:pt x="2072391" y="1395926"/>
                  </a:lnTo>
                  <a:lnTo>
                    <a:pt x="2071435" y="1396403"/>
                  </a:lnTo>
                  <a:lnTo>
                    <a:pt x="2070002" y="1398314"/>
                  </a:lnTo>
                  <a:lnTo>
                    <a:pt x="2068568" y="1399270"/>
                  </a:lnTo>
                  <a:lnTo>
                    <a:pt x="2067613" y="1400703"/>
                  </a:lnTo>
                  <a:lnTo>
                    <a:pt x="2067136" y="1402136"/>
                  </a:lnTo>
                  <a:lnTo>
                    <a:pt x="2065225" y="1404047"/>
                  </a:lnTo>
                  <a:lnTo>
                    <a:pt x="2064269" y="1404525"/>
                  </a:lnTo>
                  <a:lnTo>
                    <a:pt x="2060925" y="1405958"/>
                  </a:lnTo>
                  <a:lnTo>
                    <a:pt x="2059970" y="1406435"/>
                  </a:lnTo>
                  <a:lnTo>
                    <a:pt x="2057103" y="1406435"/>
                  </a:lnTo>
                  <a:lnTo>
                    <a:pt x="2057103" y="1406435"/>
                  </a:lnTo>
                  <a:lnTo>
                    <a:pt x="2056148" y="1406913"/>
                  </a:lnTo>
                  <a:lnTo>
                    <a:pt x="2055192" y="1408346"/>
                  </a:lnTo>
                  <a:lnTo>
                    <a:pt x="2054714" y="1409302"/>
                  </a:lnTo>
                  <a:lnTo>
                    <a:pt x="2055670" y="1410735"/>
                  </a:lnTo>
                  <a:lnTo>
                    <a:pt x="2056625" y="1413124"/>
                  </a:lnTo>
                  <a:lnTo>
                    <a:pt x="2057103" y="1414557"/>
                  </a:lnTo>
                  <a:lnTo>
                    <a:pt x="2058059" y="1417901"/>
                  </a:lnTo>
                  <a:lnTo>
                    <a:pt x="2060447" y="1427933"/>
                  </a:lnTo>
                  <a:lnTo>
                    <a:pt x="2059492" y="1429844"/>
                  </a:lnTo>
                  <a:lnTo>
                    <a:pt x="2059014" y="1437010"/>
                  </a:lnTo>
                  <a:lnTo>
                    <a:pt x="2059014" y="1438443"/>
                  </a:lnTo>
                  <a:lnTo>
                    <a:pt x="2059014" y="1440832"/>
                  </a:lnTo>
                  <a:lnTo>
                    <a:pt x="2059014" y="1442265"/>
                  </a:lnTo>
                  <a:lnTo>
                    <a:pt x="2059014" y="1442265"/>
                  </a:lnTo>
                  <a:lnTo>
                    <a:pt x="2059492" y="1442743"/>
                  </a:lnTo>
                  <a:lnTo>
                    <a:pt x="2059492" y="1442743"/>
                  </a:lnTo>
                  <a:lnTo>
                    <a:pt x="2060447" y="1443221"/>
                  </a:lnTo>
                  <a:lnTo>
                    <a:pt x="2060447" y="1444176"/>
                  </a:lnTo>
                  <a:lnTo>
                    <a:pt x="2060447" y="1445132"/>
                  </a:lnTo>
                  <a:lnTo>
                    <a:pt x="2059970" y="1446565"/>
                  </a:lnTo>
                  <a:lnTo>
                    <a:pt x="2059492" y="1448476"/>
                  </a:lnTo>
                  <a:lnTo>
                    <a:pt x="2059014" y="1451342"/>
                  </a:lnTo>
                  <a:lnTo>
                    <a:pt x="2058059" y="1452298"/>
                  </a:lnTo>
                  <a:lnTo>
                    <a:pt x="2057581" y="1453253"/>
                  </a:lnTo>
                  <a:lnTo>
                    <a:pt x="2057103" y="1453731"/>
                  </a:lnTo>
                  <a:lnTo>
                    <a:pt x="2057103" y="1455642"/>
                  </a:lnTo>
                  <a:lnTo>
                    <a:pt x="2056625" y="1457075"/>
                  </a:lnTo>
                  <a:lnTo>
                    <a:pt x="2055670" y="1457553"/>
                  </a:lnTo>
                  <a:lnTo>
                    <a:pt x="2054237" y="1458508"/>
                  </a:lnTo>
                  <a:lnTo>
                    <a:pt x="2053281" y="1458030"/>
                  </a:lnTo>
                  <a:lnTo>
                    <a:pt x="2052804" y="1458030"/>
                  </a:lnTo>
                  <a:lnTo>
                    <a:pt x="2051370" y="1458030"/>
                  </a:lnTo>
                  <a:lnTo>
                    <a:pt x="2049937" y="1458986"/>
                  </a:lnTo>
                  <a:lnTo>
                    <a:pt x="2047071" y="1459464"/>
                  </a:lnTo>
                  <a:lnTo>
                    <a:pt x="2045160" y="1459941"/>
                  </a:lnTo>
                  <a:lnTo>
                    <a:pt x="2044682" y="1460897"/>
                  </a:lnTo>
                  <a:lnTo>
                    <a:pt x="2044204" y="1461374"/>
                  </a:lnTo>
                  <a:lnTo>
                    <a:pt x="2043727" y="1462330"/>
                  </a:lnTo>
                  <a:lnTo>
                    <a:pt x="2044204" y="1462330"/>
                  </a:lnTo>
                  <a:lnTo>
                    <a:pt x="2044204" y="1462330"/>
                  </a:lnTo>
                  <a:lnTo>
                    <a:pt x="2045638" y="1462808"/>
                  </a:lnTo>
                  <a:lnTo>
                    <a:pt x="2046115" y="1462808"/>
                  </a:lnTo>
                  <a:lnTo>
                    <a:pt x="2047071" y="1464241"/>
                  </a:lnTo>
                  <a:lnTo>
                    <a:pt x="2047071" y="1465196"/>
                  </a:lnTo>
                  <a:lnTo>
                    <a:pt x="2046115" y="1466152"/>
                  </a:lnTo>
                  <a:lnTo>
                    <a:pt x="2046115" y="1466152"/>
                  </a:lnTo>
                  <a:lnTo>
                    <a:pt x="2046115" y="1466152"/>
                  </a:lnTo>
                  <a:lnTo>
                    <a:pt x="2046593" y="1467585"/>
                  </a:lnTo>
                  <a:lnTo>
                    <a:pt x="2048026" y="1469018"/>
                  </a:lnTo>
                  <a:lnTo>
                    <a:pt x="2048504" y="1469974"/>
                  </a:lnTo>
                  <a:lnTo>
                    <a:pt x="2048504" y="1471407"/>
                  </a:lnTo>
                  <a:lnTo>
                    <a:pt x="2048504" y="1471407"/>
                  </a:lnTo>
                  <a:lnTo>
                    <a:pt x="2049459" y="1471884"/>
                  </a:lnTo>
                  <a:lnTo>
                    <a:pt x="2049937" y="1471407"/>
                  </a:lnTo>
                  <a:lnTo>
                    <a:pt x="2052326" y="1466630"/>
                  </a:lnTo>
                  <a:lnTo>
                    <a:pt x="2049459" y="1463285"/>
                  </a:lnTo>
                  <a:lnTo>
                    <a:pt x="2050415" y="1462808"/>
                  </a:lnTo>
                  <a:lnTo>
                    <a:pt x="2054237" y="1463763"/>
                  </a:lnTo>
                  <a:lnTo>
                    <a:pt x="2056148" y="1463285"/>
                  </a:lnTo>
                  <a:lnTo>
                    <a:pt x="2058536" y="1463763"/>
                  </a:lnTo>
                  <a:lnTo>
                    <a:pt x="2060447" y="1462330"/>
                  </a:lnTo>
                  <a:lnTo>
                    <a:pt x="2061403" y="1460419"/>
                  </a:lnTo>
                  <a:lnTo>
                    <a:pt x="2063314" y="1458986"/>
                  </a:lnTo>
                  <a:lnTo>
                    <a:pt x="2065702" y="1454686"/>
                  </a:lnTo>
                  <a:lnTo>
                    <a:pt x="2069524" y="1449909"/>
                  </a:lnTo>
                  <a:lnTo>
                    <a:pt x="2071435" y="1448476"/>
                  </a:lnTo>
                  <a:lnTo>
                    <a:pt x="2074302" y="1447042"/>
                  </a:lnTo>
                  <a:lnTo>
                    <a:pt x="2074779" y="1447520"/>
                  </a:lnTo>
                  <a:lnTo>
                    <a:pt x="2075734" y="1447520"/>
                  </a:lnTo>
                  <a:lnTo>
                    <a:pt x="2073346" y="1450387"/>
                  </a:lnTo>
                  <a:lnTo>
                    <a:pt x="2072391" y="1452298"/>
                  </a:lnTo>
                  <a:lnTo>
                    <a:pt x="2074302" y="1452298"/>
                  </a:lnTo>
                  <a:lnTo>
                    <a:pt x="2075734" y="1451820"/>
                  </a:lnTo>
                  <a:lnTo>
                    <a:pt x="2080034" y="1448476"/>
                  </a:lnTo>
                  <a:lnTo>
                    <a:pt x="2081468" y="1447042"/>
                  </a:lnTo>
                  <a:lnTo>
                    <a:pt x="2081945" y="1448953"/>
                  </a:lnTo>
                  <a:lnTo>
                    <a:pt x="2081468" y="1457553"/>
                  </a:lnTo>
                  <a:lnTo>
                    <a:pt x="2084811" y="1457075"/>
                  </a:lnTo>
                  <a:lnTo>
                    <a:pt x="2086722" y="1458030"/>
                  </a:lnTo>
                  <a:lnTo>
                    <a:pt x="2089111" y="1458030"/>
                  </a:lnTo>
                  <a:lnTo>
                    <a:pt x="2092455" y="1459941"/>
                  </a:lnTo>
                  <a:lnTo>
                    <a:pt x="2093411" y="1459464"/>
                  </a:lnTo>
                  <a:lnTo>
                    <a:pt x="2094844" y="1459464"/>
                  </a:lnTo>
                  <a:lnTo>
                    <a:pt x="2096277" y="1461374"/>
                  </a:lnTo>
                  <a:lnTo>
                    <a:pt x="2098188" y="1462330"/>
                  </a:lnTo>
                  <a:lnTo>
                    <a:pt x="2101532" y="1460419"/>
                  </a:lnTo>
                  <a:lnTo>
                    <a:pt x="2106787" y="1458986"/>
                  </a:lnTo>
                  <a:lnTo>
                    <a:pt x="2109176" y="1458986"/>
                  </a:lnTo>
                  <a:lnTo>
                    <a:pt x="2115386" y="1456119"/>
                  </a:lnTo>
                  <a:lnTo>
                    <a:pt x="2118253" y="1453731"/>
                  </a:lnTo>
                  <a:lnTo>
                    <a:pt x="2128762" y="1447520"/>
                  </a:lnTo>
                  <a:lnTo>
                    <a:pt x="2133062" y="1444176"/>
                  </a:lnTo>
                  <a:lnTo>
                    <a:pt x="2137362" y="1441788"/>
                  </a:lnTo>
                  <a:lnTo>
                    <a:pt x="2139750" y="1437488"/>
                  </a:lnTo>
                  <a:lnTo>
                    <a:pt x="2144528" y="1434144"/>
                  </a:lnTo>
                  <a:lnTo>
                    <a:pt x="2144528" y="1432233"/>
                  </a:lnTo>
                  <a:lnTo>
                    <a:pt x="2145483" y="1430322"/>
                  </a:lnTo>
                  <a:lnTo>
                    <a:pt x="2152171" y="1420290"/>
                  </a:lnTo>
                  <a:lnTo>
                    <a:pt x="2154560" y="1418379"/>
                  </a:lnTo>
                  <a:lnTo>
                    <a:pt x="2157426" y="1417423"/>
                  </a:lnTo>
                  <a:lnTo>
                    <a:pt x="2158860" y="1415512"/>
                  </a:lnTo>
                  <a:lnTo>
                    <a:pt x="2159815" y="1412646"/>
                  </a:lnTo>
                  <a:lnTo>
                    <a:pt x="2163637" y="1408824"/>
                  </a:lnTo>
                  <a:lnTo>
                    <a:pt x="2166503" y="1405002"/>
                  </a:lnTo>
                  <a:lnTo>
                    <a:pt x="2169369" y="1402136"/>
                  </a:lnTo>
                  <a:lnTo>
                    <a:pt x="2170803" y="1399747"/>
                  </a:lnTo>
                  <a:lnTo>
                    <a:pt x="2177491" y="1394015"/>
                  </a:lnTo>
                  <a:lnTo>
                    <a:pt x="2182746" y="1387804"/>
                  </a:lnTo>
                  <a:lnTo>
                    <a:pt x="2188001" y="1383027"/>
                  </a:lnTo>
                  <a:lnTo>
                    <a:pt x="2189912" y="1380160"/>
                  </a:lnTo>
                  <a:lnTo>
                    <a:pt x="2196600" y="1372039"/>
                  </a:lnTo>
                  <a:lnTo>
                    <a:pt x="2198511" y="1366306"/>
                  </a:lnTo>
                  <a:lnTo>
                    <a:pt x="2200900" y="1364395"/>
                  </a:lnTo>
                  <a:lnTo>
                    <a:pt x="2201855" y="1358663"/>
                  </a:lnTo>
                  <a:lnTo>
                    <a:pt x="2204244" y="1354841"/>
                  </a:lnTo>
                  <a:lnTo>
                    <a:pt x="2204721" y="1352930"/>
                  </a:lnTo>
                  <a:lnTo>
                    <a:pt x="2205677" y="1350541"/>
                  </a:lnTo>
                  <a:lnTo>
                    <a:pt x="2214276" y="1341942"/>
                  </a:lnTo>
                  <a:lnTo>
                    <a:pt x="2217620" y="1335254"/>
                  </a:lnTo>
                  <a:lnTo>
                    <a:pt x="2221442" y="1328088"/>
                  </a:lnTo>
                  <a:lnTo>
                    <a:pt x="2224308" y="1325699"/>
                  </a:lnTo>
                  <a:lnTo>
                    <a:pt x="2227653" y="1322833"/>
                  </a:lnTo>
                  <a:lnTo>
                    <a:pt x="2229086" y="1320444"/>
                  </a:lnTo>
                  <a:lnTo>
                    <a:pt x="2233863" y="1316622"/>
                  </a:lnTo>
                  <a:lnTo>
                    <a:pt x="2236251" y="1313756"/>
                  </a:lnTo>
                  <a:lnTo>
                    <a:pt x="2237207" y="1310890"/>
                  </a:lnTo>
                  <a:lnTo>
                    <a:pt x="2238162" y="1304202"/>
                  </a:lnTo>
                  <a:lnTo>
                    <a:pt x="2241507" y="1298946"/>
                  </a:lnTo>
                  <a:lnTo>
                    <a:pt x="2240551" y="1297991"/>
                  </a:lnTo>
                  <a:lnTo>
                    <a:pt x="2240074" y="1296558"/>
                  </a:lnTo>
                  <a:lnTo>
                    <a:pt x="2240551" y="1294647"/>
                  </a:lnTo>
                  <a:lnTo>
                    <a:pt x="2241029" y="1293691"/>
                  </a:lnTo>
                  <a:lnTo>
                    <a:pt x="2241029" y="1291781"/>
                  </a:lnTo>
                  <a:lnTo>
                    <a:pt x="2241985" y="1289870"/>
                  </a:lnTo>
                  <a:lnTo>
                    <a:pt x="2242462" y="1288914"/>
                  </a:lnTo>
                  <a:lnTo>
                    <a:pt x="2244373" y="1281270"/>
                  </a:lnTo>
                  <a:lnTo>
                    <a:pt x="2243896" y="1276493"/>
                  </a:lnTo>
                  <a:lnTo>
                    <a:pt x="2242940" y="1275060"/>
                  </a:lnTo>
                  <a:lnTo>
                    <a:pt x="2242940" y="1272671"/>
                  </a:lnTo>
                  <a:lnTo>
                    <a:pt x="2245328" y="1268849"/>
                  </a:lnTo>
                  <a:lnTo>
                    <a:pt x="2246284" y="1268372"/>
                  </a:lnTo>
                  <a:lnTo>
                    <a:pt x="2246284" y="1267894"/>
                  </a:lnTo>
                  <a:lnTo>
                    <a:pt x="2245328" y="1266939"/>
                  </a:lnTo>
                  <a:lnTo>
                    <a:pt x="2244373" y="1266461"/>
                  </a:lnTo>
                  <a:lnTo>
                    <a:pt x="2243417" y="1254518"/>
                  </a:lnTo>
                  <a:lnTo>
                    <a:pt x="2244373" y="1247352"/>
                  </a:lnTo>
                  <a:lnTo>
                    <a:pt x="2246762" y="1241619"/>
                  </a:lnTo>
                  <a:lnTo>
                    <a:pt x="2247239" y="1239708"/>
                  </a:lnTo>
                  <a:lnTo>
                    <a:pt x="2247717" y="1234931"/>
                  </a:lnTo>
                  <a:lnTo>
                    <a:pt x="2250583" y="1229198"/>
                  </a:lnTo>
                  <a:lnTo>
                    <a:pt x="2252494" y="1223465"/>
                  </a:lnTo>
                  <a:lnTo>
                    <a:pt x="2256316" y="1220121"/>
                  </a:lnTo>
                  <a:lnTo>
                    <a:pt x="2258705" y="1216299"/>
                  </a:lnTo>
                  <a:lnTo>
                    <a:pt x="2261094" y="1214388"/>
                  </a:lnTo>
                  <a:lnTo>
                    <a:pt x="2261571" y="1210567"/>
                  </a:lnTo>
                  <a:lnTo>
                    <a:pt x="2263482" y="1207222"/>
                  </a:lnTo>
                  <a:lnTo>
                    <a:pt x="2262049" y="1205311"/>
                  </a:lnTo>
                  <a:lnTo>
                    <a:pt x="2260138" y="1204356"/>
                  </a:lnTo>
                  <a:lnTo>
                    <a:pt x="2257272" y="1201490"/>
                  </a:lnTo>
                  <a:lnTo>
                    <a:pt x="2256316" y="1199579"/>
                  </a:lnTo>
                  <a:lnTo>
                    <a:pt x="2258705" y="1195757"/>
                  </a:lnTo>
                  <a:lnTo>
                    <a:pt x="2259183" y="1192890"/>
                  </a:lnTo>
                  <a:lnTo>
                    <a:pt x="2258705" y="1187158"/>
                  </a:lnTo>
                  <a:lnTo>
                    <a:pt x="2255361" y="1185725"/>
                  </a:lnTo>
                  <a:lnTo>
                    <a:pt x="2251062" y="1181425"/>
                  </a:lnTo>
                  <a:lnTo>
                    <a:pt x="2250583" y="1179992"/>
                  </a:lnTo>
                  <a:lnTo>
                    <a:pt x="2251539" y="1179514"/>
                  </a:lnTo>
                  <a:lnTo>
                    <a:pt x="2257272" y="1181903"/>
                  </a:lnTo>
                  <a:lnTo>
                    <a:pt x="2260138" y="1179514"/>
                  </a:lnTo>
                  <a:lnTo>
                    <a:pt x="2261571" y="1177125"/>
                  </a:lnTo>
                  <a:lnTo>
                    <a:pt x="2261094" y="1173781"/>
                  </a:lnTo>
                  <a:lnTo>
                    <a:pt x="2258227" y="1172348"/>
                  </a:lnTo>
                  <a:lnTo>
                    <a:pt x="2253928" y="1168526"/>
                  </a:lnTo>
                  <a:lnTo>
                    <a:pt x="2253928" y="1167571"/>
                  </a:lnTo>
                  <a:lnTo>
                    <a:pt x="2247717" y="1164227"/>
                  </a:lnTo>
                  <a:lnTo>
                    <a:pt x="2241029" y="1157539"/>
                  </a:lnTo>
                  <a:lnTo>
                    <a:pt x="2238640" y="1151806"/>
                  </a:lnTo>
                  <a:lnTo>
                    <a:pt x="2237207" y="1150373"/>
                  </a:lnTo>
                  <a:lnTo>
                    <a:pt x="2230997" y="1145595"/>
                  </a:lnTo>
                  <a:lnTo>
                    <a:pt x="2230041" y="1144162"/>
                  </a:lnTo>
                  <a:lnTo>
                    <a:pt x="2228130" y="1143207"/>
                  </a:lnTo>
                  <a:lnTo>
                    <a:pt x="2220487" y="1146073"/>
                  </a:lnTo>
                  <a:lnTo>
                    <a:pt x="2216187" y="1145118"/>
                  </a:lnTo>
                  <a:lnTo>
                    <a:pt x="2208066" y="1142251"/>
                  </a:lnTo>
                  <a:lnTo>
                    <a:pt x="2207110" y="1142729"/>
                  </a:lnTo>
                  <a:lnTo>
                    <a:pt x="2208543" y="1145118"/>
                  </a:lnTo>
                  <a:lnTo>
                    <a:pt x="2208066" y="1147506"/>
                  </a:lnTo>
                  <a:lnTo>
                    <a:pt x="2208543" y="1150373"/>
                  </a:lnTo>
                  <a:lnTo>
                    <a:pt x="2208066" y="1156105"/>
                  </a:lnTo>
                  <a:lnTo>
                    <a:pt x="2207588" y="1159927"/>
                  </a:lnTo>
                  <a:lnTo>
                    <a:pt x="2204244" y="1165182"/>
                  </a:lnTo>
                  <a:lnTo>
                    <a:pt x="2203289" y="1166138"/>
                  </a:lnTo>
                  <a:lnTo>
                    <a:pt x="2200422" y="1166615"/>
                  </a:lnTo>
                  <a:lnTo>
                    <a:pt x="2198989" y="1166615"/>
                  </a:lnTo>
                  <a:lnTo>
                    <a:pt x="2199944" y="1164227"/>
                  </a:lnTo>
                  <a:lnTo>
                    <a:pt x="2202333" y="1161838"/>
                  </a:lnTo>
                  <a:lnTo>
                    <a:pt x="2205677" y="1157539"/>
                  </a:lnTo>
                  <a:lnTo>
                    <a:pt x="2205677" y="1153717"/>
                  </a:lnTo>
                  <a:lnTo>
                    <a:pt x="2204721" y="1153239"/>
                  </a:lnTo>
                  <a:lnTo>
                    <a:pt x="2204244" y="1153239"/>
                  </a:lnTo>
                  <a:lnTo>
                    <a:pt x="2201855" y="1154672"/>
                  </a:lnTo>
                  <a:lnTo>
                    <a:pt x="2199467" y="1160405"/>
                  </a:lnTo>
                  <a:lnTo>
                    <a:pt x="2193256" y="1164227"/>
                  </a:lnTo>
                  <a:lnTo>
                    <a:pt x="2188957" y="1165660"/>
                  </a:lnTo>
                  <a:lnTo>
                    <a:pt x="2180835" y="1166138"/>
                  </a:lnTo>
                  <a:lnTo>
                    <a:pt x="2179402" y="1165660"/>
                  </a:lnTo>
                  <a:lnTo>
                    <a:pt x="2178924" y="1164704"/>
                  </a:lnTo>
                  <a:lnTo>
                    <a:pt x="2180835" y="1163271"/>
                  </a:lnTo>
                  <a:lnTo>
                    <a:pt x="2184657" y="1160883"/>
                  </a:lnTo>
                  <a:lnTo>
                    <a:pt x="2187046" y="1156105"/>
                  </a:lnTo>
                  <a:lnTo>
                    <a:pt x="2189912" y="1155150"/>
                  </a:lnTo>
                  <a:lnTo>
                    <a:pt x="2190867" y="1153717"/>
                  </a:lnTo>
                  <a:lnTo>
                    <a:pt x="2186568" y="1152761"/>
                  </a:lnTo>
                  <a:lnTo>
                    <a:pt x="2183701" y="1150850"/>
                  </a:lnTo>
                  <a:lnTo>
                    <a:pt x="2181313" y="1148939"/>
                  </a:lnTo>
                  <a:lnTo>
                    <a:pt x="2182268" y="1147984"/>
                  </a:lnTo>
                  <a:lnTo>
                    <a:pt x="2183224" y="1147984"/>
                  </a:lnTo>
                  <a:lnTo>
                    <a:pt x="2184657" y="1147028"/>
                  </a:lnTo>
                  <a:lnTo>
                    <a:pt x="2187523" y="1143207"/>
                  </a:lnTo>
                  <a:lnTo>
                    <a:pt x="2184657" y="1142729"/>
                  </a:lnTo>
                  <a:lnTo>
                    <a:pt x="2181791" y="1143207"/>
                  </a:lnTo>
                  <a:lnTo>
                    <a:pt x="2177013" y="1146073"/>
                  </a:lnTo>
                  <a:lnTo>
                    <a:pt x="2176535" y="1147984"/>
                  </a:lnTo>
                  <a:lnTo>
                    <a:pt x="2177969" y="1150373"/>
                  </a:lnTo>
                  <a:lnTo>
                    <a:pt x="2179402" y="1151328"/>
                  </a:lnTo>
                  <a:lnTo>
                    <a:pt x="2177491" y="1157539"/>
                  </a:lnTo>
                  <a:lnTo>
                    <a:pt x="2174625" y="1156583"/>
                  </a:lnTo>
                  <a:lnTo>
                    <a:pt x="2172236" y="1157061"/>
                  </a:lnTo>
                  <a:lnTo>
                    <a:pt x="2170325" y="1158494"/>
                  </a:lnTo>
                  <a:lnTo>
                    <a:pt x="2168892" y="1158016"/>
                  </a:lnTo>
                  <a:lnTo>
                    <a:pt x="2167936" y="1154194"/>
                  </a:lnTo>
                  <a:lnTo>
                    <a:pt x="2168892" y="1149895"/>
                  </a:lnTo>
                  <a:lnTo>
                    <a:pt x="2169848" y="1140818"/>
                  </a:lnTo>
                  <a:lnTo>
                    <a:pt x="2170803" y="1137952"/>
                  </a:lnTo>
                  <a:lnTo>
                    <a:pt x="2170803" y="1134608"/>
                  </a:lnTo>
                  <a:lnTo>
                    <a:pt x="2170325" y="1132697"/>
                  </a:lnTo>
                  <a:lnTo>
                    <a:pt x="2168892" y="1132697"/>
                  </a:lnTo>
                  <a:lnTo>
                    <a:pt x="2166025" y="1132697"/>
                  </a:lnTo>
                  <a:lnTo>
                    <a:pt x="2159337" y="1132697"/>
                  </a:lnTo>
                  <a:lnTo>
                    <a:pt x="2151694" y="1133652"/>
                  </a:lnTo>
                  <a:lnTo>
                    <a:pt x="2143572" y="1130308"/>
                  </a:lnTo>
                  <a:lnTo>
                    <a:pt x="2141184" y="1129830"/>
                  </a:lnTo>
                  <a:lnTo>
                    <a:pt x="2139750" y="1129353"/>
                  </a:lnTo>
                  <a:lnTo>
                    <a:pt x="2138795" y="1125531"/>
                  </a:lnTo>
                  <a:lnTo>
                    <a:pt x="2139273" y="1123620"/>
                  </a:lnTo>
                  <a:lnTo>
                    <a:pt x="2139750" y="1122664"/>
                  </a:lnTo>
                  <a:lnTo>
                    <a:pt x="2145483" y="1116932"/>
                  </a:lnTo>
                  <a:lnTo>
                    <a:pt x="2149783" y="1115498"/>
                  </a:lnTo>
                  <a:lnTo>
                    <a:pt x="2157904" y="1109288"/>
                  </a:lnTo>
                  <a:lnTo>
                    <a:pt x="2161726" y="1104511"/>
                  </a:lnTo>
                  <a:lnTo>
                    <a:pt x="2163637" y="1102122"/>
                  </a:lnTo>
                  <a:lnTo>
                    <a:pt x="2170325" y="1098778"/>
                  </a:lnTo>
                  <a:lnTo>
                    <a:pt x="2174625" y="1095434"/>
                  </a:lnTo>
                  <a:lnTo>
                    <a:pt x="2178446" y="1092090"/>
                  </a:lnTo>
                  <a:lnTo>
                    <a:pt x="2182268" y="1089223"/>
                  </a:lnTo>
                  <a:lnTo>
                    <a:pt x="2185612" y="1084924"/>
                  </a:lnTo>
                  <a:lnTo>
                    <a:pt x="2188001" y="1083968"/>
                  </a:lnTo>
                  <a:lnTo>
                    <a:pt x="2195644" y="1074414"/>
                  </a:lnTo>
                  <a:lnTo>
                    <a:pt x="2197078" y="1072503"/>
                  </a:lnTo>
                  <a:lnTo>
                    <a:pt x="2198033" y="1069636"/>
                  </a:lnTo>
                  <a:lnTo>
                    <a:pt x="2198511" y="1068203"/>
                  </a:lnTo>
                  <a:lnTo>
                    <a:pt x="2207588" y="1056738"/>
                  </a:lnTo>
                  <a:lnTo>
                    <a:pt x="2213321" y="1052916"/>
                  </a:lnTo>
                  <a:lnTo>
                    <a:pt x="2217620" y="1047183"/>
                  </a:lnTo>
                  <a:lnTo>
                    <a:pt x="2222875" y="1044794"/>
                  </a:lnTo>
                  <a:lnTo>
                    <a:pt x="2224308" y="1043839"/>
                  </a:lnTo>
                  <a:lnTo>
                    <a:pt x="2226219" y="1040495"/>
                  </a:lnTo>
                  <a:lnTo>
                    <a:pt x="2230041" y="1038584"/>
                  </a:lnTo>
                  <a:lnTo>
                    <a:pt x="2230997" y="1037151"/>
                  </a:lnTo>
                  <a:lnTo>
                    <a:pt x="2233863" y="1032851"/>
                  </a:lnTo>
                  <a:lnTo>
                    <a:pt x="2242940" y="1028074"/>
                  </a:lnTo>
                  <a:lnTo>
                    <a:pt x="2243896" y="1026641"/>
                  </a:lnTo>
                  <a:lnTo>
                    <a:pt x="2247717" y="1014697"/>
                  </a:lnTo>
                  <a:lnTo>
                    <a:pt x="2249628" y="1011353"/>
                  </a:lnTo>
                  <a:lnTo>
                    <a:pt x="2253450" y="1007531"/>
                  </a:lnTo>
                  <a:lnTo>
                    <a:pt x="2260616" y="1003710"/>
                  </a:lnTo>
                  <a:lnTo>
                    <a:pt x="2265871" y="999410"/>
                  </a:lnTo>
                  <a:lnTo>
                    <a:pt x="2268737" y="996066"/>
                  </a:lnTo>
                  <a:lnTo>
                    <a:pt x="2273992" y="986989"/>
                  </a:lnTo>
                  <a:lnTo>
                    <a:pt x="2280203" y="981734"/>
                  </a:lnTo>
                  <a:lnTo>
                    <a:pt x="2284980" y="978868"/>
                  </a:lnTo>
                  <a:lnTo>
                    <a:pt x="2297401" y="974090"/>
                  </a:lnTo>
                  <a:lnTo>
                    <a:pt x="2303612" y="975046"/>
                  </a:lnTo>
                  <a:lnTo>
                    <a:pt x="2310778" y="972657"/>
                  </a:lnTo>
                  <a:lnTo>
                    <a:pt x="2315555" y="972657"/>
                  </a:lnTo>
                  <a:lnTo>
                    <a:pt x="2322721" y="974090"/>
                  </a:lnTo>
                  <a:lnTo>
                    <a:pt x="2344219" y="972657"/>
                  </a:lnTo>
                  <a:lnTo>
                    <a:pt x="2348040" y="974090"/>
                  </a:lnTo>
                  <a:lnTo>
                    <a:pt x="2349474" y="975524"/>
                  </a:lnTo>
                  <a:lnTo>
                    <a:pt x="2351385" y="980301"/>
                  </a:lnTo>
                  <a:lnTo>
                    <a:pt x="2353773" y="981256"/>
                  </a:lnTo>
                  <a:lnTo>
                    <a:pt x="2358551" y="979345"/>
                  </a:lnTo>
                  <a:lnTo>
                    <a:pt x="2361895" y="971702"/>
                  </a:lnTo>
                  <a:lnTo>
                    <a:pt x="2363806" y="971224"/>
                  </a:lnTo>
                  <a:lnTo>
                    <a:pt x="2369060" y="974090"/>
                  </a:lnTo>
                  <a:lnTo>
                    <a:pt x="2373360" y="974090"/>
                  </a:lnTo>
                  <a:lnTo>
                    <a:pt x="2382915" y="977912"/>
                  </a:lnTo>
                  <a:lnTo>
                    <a:pt x="2386259" y="976957"/>
                  </a:lnTo>
                  <a:lnTo>
                    <a:pt x="2390081" y="973613"/>
                  </a:lnTo>
                  <a:lnTo>
                    <a:pt x="2397724" y="972657"/>
                  </a:lnTo>
                  <a:lnTo>
                    <a:pt x="2402502" y="977912"/>
                  </a:lnTo>
                  <a:lnTo>
                    <a:pt x="2406801" y="977912"/>
                  </a:lnTo>
                  <a:lnTo>
                    <a:pt x="2410623" y="976957"/>
                  </a:lnTo>
                  <a:lnTo>
                    <a:pt x="2411579" y="974090"/>
                  </a:lnTo>
                  <a:lnTo>
                    <a:pt x="2410145" y="973135"/>
                  </a:lnTo>
                  <a:lnTo>
                    <a:pt x="2407279" y="974090"/>
                  </a:lnTo>
                  <a:lnTo>
                    <a:pt x="2406801" y="971224"/>
                  </a:lnTo>
                  <a:lnTo>
                    <a:pt x="2408234" y="968358"/>
                  </a:lnTo>
                  <a:lnTo>
                    <a:pt x="2411101" y="970268"/>
                  </a:lnTo>
                  <a:lnTo>
                    <a:pt x="2414922" y="970268"/>
                  </a:lnTo>
                  <a:lnTo>
                    <a:pt x="2416356" y="969791"/>
                  </a:lnTo>
                  <a:lnTo>
                    <a:pt x="2415878" y="968358"/>
                  </a:lnTo>
                  <a:lnTo>
                    <a:pt x="2414922" y="967402"/>
                  </a:lnTo>
                  <a:lnTo>
                    <a:pt x="2413490" y="964536"/>
                  </a:lnTo>
                  <a:lnTo>
                    <a:pt x="2418267" y="961192"/>
                  </a:lnTo>
                  <a:lnTo>
                    <a:pt x="2420655" y="960236"/>
                  </a:lnTo>
                  <a:lnTo>
                    <a:pt x="2424955" y="959759"/>
                  </a:lnTo>
                  <a:lnTo>
                    <a:pt x="2436420" y="964058"/>
                  </a:lnTo>
                  <a:lnTo>
                    <a:pt x="2438809" y="964536"/>
                  </a:lnTo>
                  <a:lnTo>
                    <a:pt x="2441197" y="966447"/>
                  </a:lnTo>
                  <a:lnTo>
                    <a:pt x="2445497" y="967402"/>
                  </a:lnTo>
                  <a:lnTo>
                    <a:pt x="2443109" y="968358"/>
                  </a:lnTo>
                  <a:lnTo>
                    <a:pt x="2441675" y="969791"/>
                  </a:lnTo>
                  <a:lnTo>
                    <a:pt x="2444542" y="969313"/>
                  </a:lnTo>
                  <a:lnTo>
                    <a:pt x="2446931" y="970746"/>
                  </a:lnTo>
                  <a:lnTo>
                    <a:pt x="2448363" y="970746"/>
                  </a:lnTo>
                  <a:lnTo>
                    <a:pt x="2449319" y="970268"/>
                  </a:lnTo>
                  <a:lnTo>
                    <a:pt x="2450274" y="968835"/>
                  </a:lnTo>
                  <a:lnTo>
                    <a:pt x="2451708" y="966924"/>
                  </a:lnTo>
                  <a:lnTo>
                    <a:pt x="2452663" y="966447"/>
                  </a:lnTo>
                  <a:lnTo>
                    <a:pt x="2455529" y="966447"/>
                  </a:lnTo>
                  <a:lnTo>
                    <a:pt x="2458874" y="967402"/>
                  </a:lnTo>
                  <a:lnTo>
                    <a:pt x="2461740" y="968358"/>
                  </a:lnTo>
                  <a:lnTo>
                    <a:pt x="2467950" y="976001"/>
                  </a:lnTo>
                  <a:lnTo>
                    <a:pt x="2470817" y="976957"/>
                  </a:lnTo>
                  <a:lnTo>
                    <a:pt x="2474161" y="976957"/>
                  </a:lnTo>
                  <a:lnTo>
                    <a:pt x="2475116" y="977434"/>
                  </a:lnTo>
                  <a:lnTo>
                    <a:pt x="2477027" y="979345"/>
                  </a:lnTo>
                  <a:lnTo>
                    <a:pt x="2471772" y="981734"/>
                  </a:lnTo>
                  <a:lnTo>
                    <a:pt x="2466517" y="982212"/>
                  </a:lnTo>
                  <a:lnTo>
                    <a:pt x="2462218" y="981256"/>
                  </a:lnTo>
                  <a:lnTo>
                    <a:pt x="2454574" y="984123"/>
                  </a:lnTo>
                  <a:lnTo>
                    <a:pt x="2458396" y="991766"/>
                  </a:lnTo>
                  <a:lnTo>
                    <a:pt x="2466040" y="991766"/>
                  </a:lnTo>
                  <a:lnTo>
                    <a:pt x="2473683" y="990333"/>
                  </a:lnTo>
                  <a:lnTo>
                    <a:pt x="2475116" y="987467"/>
                  </a:lnTo>
                  <a:lnTo>
                    <a:pt x="2478461" y="986034"/>
                  </a:lnTo>
                  <a:lnTo>
                    <a:pt x="2479893" y="986511"/>
                  </a:lnTo>
                  <a:lnTo>
                    <a:pt x="2483238" y="988900"/>
                  </a:lnTo>
                  <a:lnTo>
                    <a:pt x="2488015" y="989855"/>
                  </a:lnTo>
                  <a:lnTo>
                    <a:pt x="2489448" y="989378"/>
                  </a:lnTo>
                  <a:lnTo>
                    <a:pt x="2493270" y="984123"/>
                  </a:lnTo>
                  <a:lnTo>
                    <a:pt x="2495659" y="983645"/>
                  </a:lnTo>
                  <a:lnTo>
                    <a:pt x="2497092" y="984123"/>
                  </a:lnTo>
                  <a:lnTo>
                    <a:pt x="2499003" y="979823"/>
                  </a:lnTo>
                  <a:lnTo>
                    <a:pt x="2505691" y="979345"/>
                  </a:lnTo>
                  <a:lnTo>
                    <a:pt x="2509513" y="983167"/>
                  </a:lnTo>
                  <a:lnTo>
                    <a:pt x="2511902" y="984600"/>
                  </a:lnTo>
                  <a:lnTo>
                    <a:pt x="2516679" y="983167"/>
                  </a:lnTo>
                  <a:lnTo>
                    <a:pt x="2519068" y="980779"/>
                  </a:lnTo>
                  <a:lnTo>
                    <a:pt x="2520500" y="979345"/>
                  </a:lnTo>
                  <a:lnTo>
                    <a:pt x="2525278" y="982212"/>
                  </a:lnTo>
                  <a:lnTo>
                    <a:pt x="2528145" y="980779"/>
                  </a:lnTo>
                  <a:lnTo>
                    <a:pt x="2531966" y="980301"/>
                  </a:lnTo>
                  <a:lnTo>
                    <a:pt x="2534355" y="980301"/>
                  </a:lnTo>
                  <a:lnTo>
                    <a:pt x="2534355" y="977434"/>
                  </a:lnTo>
                  <a:lnTo>
                    <a:pt x="2534832" y="974568"/>
                  </a:lnTo>
                  <a:lnTo>
                    <a:pt x="2531011" y="971224"/>
                  </a:lnTo>
                  <a:lnTo>
                    <a:pt x="2522889" y="967880"/>
                  </a:lnTo>
                  <a:lnTo>
                    <a:pt x="2518590" y="970268"/>
                  </a:lnTo>
                  <a:lnTo>
                    <a:pt x="2517157" y="970268"/>
                  </a:lnTo>
                  <a:lnTo>
                    <a:pt x="2515723" y="970268"/>
                  </a:lnTo>
                  <a:lnTo>
                    <a:pt x="2514768" y="968358"/>
                  </a:lnTo>
                  <a:lnTo>
                    <a:pt x="2515723" y="965969"/>
                  </a:lnTo>
                  <a:lnTo>
                    <a:pt x="2516679" y="963580"/>
                  </a:lnTo>
                  <a:lnTo>
                    <a:pt x="2516679" y="961192"/>
                  </a:lnTo>
                  <a:lnTo>
                    <a:pt x="2517157" y="957370"/>
                  </a:lnTo>
                  <a:lnTo>
                    <a:pt x="2519068" y="955937"/>
                  </a:lnTo>
                  <a:lnTo>
                    <a:pt x="2520500" y="955459"/>
                  </a:lnTo>
                  <a:lnTo>
                    <a:pt x="2522889" y="947815"/>
                  </a:lnTo>
                  <a:lnTo>
                    <a:pt x="2531011" y="937783"/>
                  </a:lnTo>
                  <a:lnTo>
                    <a:pt x="2540088" y="931095"/>
                  </a:lnTo>
                  <a:lnTo>
                    <a:pt x="2545820" y="926317"/>
                  </a:lnTo>
                  <a:lnTo>
                    <a:pt x="2548209" y="922973"/>
                  </a:lnTo>
                  <a:lnTo>
                    <a:pt x="2552509" y="914852"/>
                  </a:lnTo>
                  <a:lnTo>
                    <a:pt x="2558241" y="908641"/>
                  </a:lnTo>
                  <a:lnTo>
                    <a:pt x="2560630" y="906731"/>
                  </a:lnTo>
                  <a:lnTo>
                    <a:pt x="2563496" y="904342"/>
                  </a:lnTo>
                  <a:lnTo>
                    <a:pt x="2564930" y="896220"/>
                  </a:lnTo>
                  <a:lnTo>
                    <a:pt x="2566841" y="894787"/>
                  </a:lnTo>
                  <a:lnTo>
                    <a:pt x="2568752" y="893354"/>
                  </a:lnTo>
                  <a:lnTo>
                    <a:pt x="2572573" y="889054"/>
                  </a:lnTo>
                  <a:lnTo>
                    <a:pt x="2578306" y="886188"/>
                  </a:lnTo>
                  <a:lnTo>
                    <a:pt x="2580217" y="884277"/>
                  </a:lnTo>
                  <a:lnTo>
                    <a:pt x="2586905" y="884277"/>
                  </a:lnTo>
                  <a:lnTo>
                    <a:pt x="2592160" y="886188"/>
                  </a:lnTo>
                  <a:lnTo>
                    <a:pt x="2594071" y="885710"/>
                  </a:lnTo>
                  <a:lnTo>
                    <a:pt x="2597415" y="883322"/>
                  </a:lnTo>
                  <a:lnTo>
                    <a:pt x="2601714" y="883800"/>
                  </a:lnTo>
                  <a:lnTo>
                    <a:pt x="2607448" y="882366"/>
                  </a:lnTo>
                  <a:lnTo>
                    <a:pt x="2612225" y="879500"/>
                  </a:lnTo>
                  <a:lnTo>
                    <a:pt x="2614614" y="879022"/>
                  </a:lnTo>
                  <a:lnTo>
                    <a:pt x="2616525" y="879978"/>
                  </a:lnTo>
                  <a:lnTo>
                    <a:pt x="2618913" y="883800"/>
                  </a:lnTo>
                  <a:lnTo>
                    <a:pt x="2620346" y="884755"/>
                  </a:lnTo>
                  <a:lnTo>
                    <a:pt x="2621779" y="887144"/>
                  </a:lnTo>
                  <a:lnTo>
                    <a:pt x="2625123" y="885710"/>
                  </a:lnTo>
                  <a:lnTo>
                    <a:pt x="2634200" y="880455"/>
                  </a:lnTo>
                  <a:lnTo>
                    <a:pt x="2635156" y="880455"/>
                  </a:lnTo>
                  <a:lnTo>
                    <a:pt x="2636589" y="880455"/>
                  </a:lnTo>
                  <a:lnTo>
                    <a:pt x="2637067" y="882844"/>
                  </a:lnTo>
                  <a:lnTo>
                    <a:pt x="2637067" y="884277"/>
                  </a:lnTo>
                  <a:lnTo>
                    <a:pt x="2635634" y="890010"/>
                  </a:lnTo>
                  <a:lnTo>
                    <a:pt x="2633723" y="894310"/>
                  </a:lnTo>
                  <a:lnTo>
                    <a:pt x="2629423" y="902431"/>
                  </a:lnTo>
                  <a:lnTo>
                    <a:pt x="2628468" y="903386"/>
                  </a:lnTo>
                  <a:lnTo>
                    <a:pt x="2628945" y="905775"/>
                  </a:lnTo>
                  <a:lnTo>
                    <a:pt x="2629423" y="909597"/>
                  </a:lnTo>
                  <a:lnTo>
                    <a:pt x="2627512" y="913896"/>
                  </a:lnTo>
                  <a:lnTo>
                    <a:pt x="2626557" y="916285"/>
                  </a:lnTo>
                  <a:lnTo>
                    <a:pt x="2628468" y="916763"/>
                  </a:lnTo>
                  <a:lnTo>
                    <a:pt x="2630856" y="914374"/>
                  </a:lnTo>
                  <a:lnTo>
                    <a:pt x="2634200" y="912941"/>
                  </a:lnTo>
                  <a:lnTo>
                    <a:pt x="2636111" y="912941"/>
                  </a:lnTo>
                  <a:lnTo>
                    <a:pt x="2638022" y="913419"/>
                  </a:lnTo>
                  <a:lnTo>
                    <a:pt x="2635156" y="921062"/>
                  </a:lnTo>
                  <a:lnTo>
                    <a:pt x="2634678" y="924884"/>
                  </a:lnTo>
                  <a:lnTo>
                    <a:pt x="2634200" y="926317"/>
                  </a:lnTo>
                  <a:lnTo>
                    <a:pt x="2634200" y="928228"/>
                  </a:lnTo>
                  <a:lnTo>
                    <a:pt x="2636111" y="926795"/>
                  </a:lnTo>
                  <a:lnTo>
                    <a:pt x="2638022" y="925362"/>
                  </a:lnTo>
                  <a:lnTo>
                    <a:pt x="2639933" y="924407"/>
                  </a:lnTo>
                  <a:lnTo>
                    <a:pt x="2645666" y="923929"/>
                  </a:lnTo>
                  <a:lnTo>
                    <a:pt x="2648532" y="918674"/>
                  </a:lnTo>
                  <a:lnTo>
                    <a:pt x="2650921" y="915807"/>
                  </a:lnTo>
                  <a:lnTo>
                    <a:pt x="2673852" y="894310"/>
                  </a:lnTo>
                  <a:lnTo>
                    <a:pt x="2678151" y="889532"/>
                  </a:lnTo>
                  <a:lnTo>
                    <a:pt x="2680062" y="889054"/>
                  </a:lnTo>
                  <a:lnTo>
                    <a:pt x="2682451" y="890010"/>
                  </a:lnTo>
                  <a:lnTo>
                    <a:pt x="2683884" y="890010"/>
                  </a:lnTo>
                  <a:lnTo>
                    <a:pt x="2684362" y="888099"/>
                  </a:lnTo>
                  <a:lnTo>
                    <a:pt x="2685317" y="887621"/>
                  </a:lnTo>
                  <a:lnTo>
                    <a:pt x="2687228" y="888099"/>
                  </a:lnTo>
                  <a:lnTo>
                    <a:pt x="2688662" y="891921"/>
                  </a:lnTo>
                  <a:lnTo>
                    <a:pt x="2690094" y="893832"/>
                  </a:lnTo>
                  <a:lnTo>
                    <a:pt x="2691050" y="893832"/>
                  </a:lnTo>
                  <a:lnTo>
                    <a:pt x="2691528" y="892876"/>
                  </a:lnTo>
                  <a:lnTo>
                    <a:pt x="2692961" y="891443"/>
                  </a:lnTo>
                  <a:lnTo>
                    <a:pt x="2693916" y="890010"/>
                  </a:lnTo>
                  <a:lnTo>
                    <a:pt x="2695350" y="888099"/>
                  </a:lnTo>
                  <a:lnTo>
                    <a:pt x="2694394" y="886666"/>
                  </a:lnTo>
                  <a:lnTo>
                    <a:pt x="2690094" y="884755"/>
                  </a:lnTo>
                  <a:lnTo>
                    <a:pt x="2690573" y="880455"/>
                  </a:lnTo>
                  <a:lnTo>
                    <a:pt x="2692483" y="874723"/>
                  </a:lnTo>
                  <a:lnTo>
                    <a:pt x="2692483" y="870423"/>
                  </a:lnTo>
                  <a:lnTo>
                    <a:pt x="2693439" y="866601"/>
                  </a:lnTo>
                  <a:lnTo>
                    <a:pt x="2694394" y="864213"/>
                  </a:lnTo>
                  <a:lnTo>
                    <a:pt x="2695350" y="863257"/>
                  </a:lnTo>
                  <a:lnTo>
                    <a:pt x="2695828" y="861824"/>
                  </a:lnTo>
                  <a:lnTo>
                    <a:pt x="2694872" y="858958"/>
                  </a:lnTo>
                  <a:lnTo>
                    <a:pt x="2695828" y="856569"/>
                  </a:lnTo>
                  <a:lnTo>
                    <a:pt x="2696783" y="855136"/>
                  </a:lnTo>
                  <a:lnTo>
                    <a:pt x="2714937" y="849403"/>
                  </a:lnTo>
                  <a:lnTo>
                    <a:pt x="2718281" y="848925"/>
                  </a:lnTo>
                  <a:lnTo>
                    <a:pt x="2721147" y="849881"/>
                  </a:lnTo>
                  <a:lnTo>
                    <a:pt x="2725447" y="854180"/>
                  </a:lnTo>
                  <a:lnTo>
                    <a:pt x="2730701" y="856091"/>
                  </a:lnTo>
                  <a:lnTo>
                    <a:pt x="2737390" y="857047"/>
                  </a:lnTo>
                  <a:lnTo>
                    <a:pt x="2737867" y="858958"/>
                  </a:lnTo>
                  <a:lnTo>
                    <a:pt x="2735479" y="858480"/>
                  </a:lnTo>
                  <a:lnTo>
                    <a:pt x="2734046" y="858958"/>
                  </a:lnTo>
                  <a:lnTo>
                    <a:pt x="2734046" y="860868"/>
                  </a:lnTo>
                  <a:lnTo>
                    <a:pt x="2734046" y="861824"/>
                  </a:lnTo>
                  <a:lnTo>
                    <a:pt x="2732135" y="860391"/>
                  </a:lnTo>
                  <a:lnTo>
                    <a:pt x="2727358" y="859435"/>
                  </a:lnTo>
                  <a:lnTo>
                    <a:pt x="2723058" y="858002"/>
                  </a:lnTo>
                  <a:lnTo>
                    <a:pt x="2721625" y="858002"/>
                  </a:lnTo>
                  <a:lnTo>
                    <a:pt x="2715414" y="862779"/>
                  </a:lnTo>
                  <a:lnTo>
                    <a:pt x="2713981" y="865168"/>
                  </a:lnTo>
                  <a:lnTo>
                    <a:pt x="2711115" y="874723"/>
                  </a:lnTo>
                  <a:lnTo>
                    <a:pt x="2711115" y="881411"/>
                  </a:lnTo>
                  <a:lnTo>
                    <a:pt x="2710159" y="887621"/>
                  </a:lnTo>
                  <a:lnTo>
                    <a:pt x="2707771" y="890488"/>
                  </a:lnTo>
                  <a:lnTo>
                    <a:pt x="2706815" y="893354"/>
                  </a:lnTo>
                  <a:lnTo>
                    <a:pt x="2705860" y="897176"/>
                  </a:lnTo>
                  <a:lnTo>
                    <a:pt x="2709204" y="898609"/>
                  </a:lnTo>
                  <a:lnTo>
                    <a:pt x="2709682" y="900042"/>
                  </a:lnTo>
                  <a:lnTo>
                    <a:pt x="2710159" y="901475"/>
                  </a:lnTo>
                  <a:lnTo>
                    <a:pt x="2707771" y="905297"/>
                  </a:lnTo>
                  <a:lnTo>
                    <a:pt x="2702516" y="910552"/>
                  </a:lnTo>
                  <a:lnTo>
                    <a:pt x="2701560" y="911508"/>
                  </a:lnTo>
                  <a:lnTo>
                    <a:pt x="2701082" y="913419"/>
                  </a:lnTo>
                  <a:lnTo>
                    <a:pt x="2703949" y="917718"/>
                  </a:lnTo>
                  <a:lnTo>
                    <a:pt x="2701560" y="919152"/>
                  </a:lnTo>
                  <a:lnTo>
                    <a:pt x="2699171" y="920107"/>
                  </a:lnTo>
                  <a:lnTo>
                    <a:pt x="2697260" y="922018"/>
                  </a:lnTo>
                  <a:lnTo>
                    <a:pt x="2689617" y="922496"/>
                  </a:lnTo>
                  <a:lnTo>
                    <a:pt x="2684362" y="927273"/>
                  </a:lnTo>
                  <a:lnTo>
                    <a:pt x="2675285" y="931573"/>
                  </a:lnTo>
                  <a:lnTo>
                    <a:pt x="2671463" y="934439"/>
                  </a:lnTo>
                  <a:lnTo>
                    <a:pt x="2670030" y="935872"/>
                  </a:lnTo>
                  <a:lnTo>
                    <a:pt x="2667164" y="943038"/>
                  </a:lnTo>
                  <a:lnTo>
                    <a:pt x="2665253" y="945904"/>
                  </a:lnTo>
                  <a:lnTo>
                    <a:pt x="2659520" y="950682"/>
                  </a:lnTo>
                  <a:lnTo>
                    <a:pt x="2654743" y="956892"/>
                  </a:lnTo>
                  <a:lnTo>
                    <a:pt x="2647577" y="965014"/>
                  </a:lnTo>
                  <a:lnTo>
                    <a:pt x="2644710" y="965969"/>
                  </a:lnTo>
                  <a:lnTo>
                    <a:pt x="2641366" y="967880"/>
                  </a:lnTo>
                  <a:lnTo>
                    <a:pt x="2637544" y="973135"/>
                  </a:lnTo>
                  <a:lnTo>
                    <a:pt x="2627512" y="982689"/>
                  </a:lnTo>
                  <a:lnTo>
                    <a:pt x="2622257" y="994155"/>
                  </a:lnTo>
                  <a:lnTo>
                    <a:pt x="2619868" y="997977"/>
                  </a:lnTo>
                  <a:lnTo>
                    <a:pt x="2617002" y="1000843"/>
                  </a:lnTo>
                  <a:lnTo>
                    <a:pt x="2615091" y="1004187"/>
                  </a:lnTo>
                  <a:lnTo>
                    <a:pt x="2611269" y="1007531"/>
                  </a:lnTo>
                  <a:lnTo>
                    <a:pt x="2604581" y="1012309"/>
                  </a:lnTo>
                  <a:lnTo>
                    <a:pt x="2599804" y="1016608"/>
                  </a:lnTo>
                  <a:lnTo>
                    <a:pt x="2597415" y="1018997"/>
                  </a:lnTo>
                  <a:lnTo>
                    <a:pt x="2596460" y="1021863"/>
                  </a:lnTo>
                  <a:lnTo>
                    <a:pt x="2595027" y="1020908"/>
                  </a:lnTo>
                  <a:lnTo>
                    <a:pt x="2590249" y="1022341"/>
                  </a:lnTo>
                  <a:lnTo>
                    <a:pt x="2584039" y="1021386"/>
                  </a:lnTo>
                  <a:lnTo>
                    <a:pt x="2580217" y="1029029"/>
                  </a:lnTo>
                  <a:lnTo>
                    <a:pt x="2575439" y="1029507"/>
                  </a:lnTo>
                  <a:lnTo>
                    <a:pt x="2570662" y="1027596"/>
                  </a:lnTo>
                  <a:lnTo>
                    <a:pt x="2568752" y="1028552"/>
                  </a:lnTo>
                  <a:lnTo>
                    <a:pt x="2567796" y="1029507"/>
                  </a:lnTo>
                  <a:lnTo>
                    <a:pt x="2566841" y="1030462"/>
                  </a:lnTo>
                  <a:lnTo>
                    <a:pt x="2569229" y="1032851"/>
                  </a:lnTo>
                  <a:lnTo>
                    <a:pt x="2570184" y="1035240"/>
                  </a:lnTo>
                  <a:lnTo>
                    <a:pt x="2570184" y="1037151"/>
                  </a:lnTo>
                  <a:lnTo>
                    <a:pt x="2570662" y="1040017"/>
                  </a:lnTo>
                  <a:lnTo>
                    <a:pt x="2568273" y="1046228"/>
                  </a:lnTo>
                  <a:lnTo>
                    <a:pt x="2565885" y="1050527"/>
                  </a:lnTo>
                  <a:lnTo>
                    <a:pt x="2561586" y="1055304"/>
                  </a:lnTo>
                  <a:lnTo>
                    <a:pt x="2552509" y="1062948"/>
                  </a:lnTo>
                  <a:lnTo>
                    <a:pt x="2551553" y="1063904"/>
                  </a:lnTo>
                  <a:lnTo>
                    <a:pt x="2551075" y="1065814"/>
                  </a:lnTo>
                  <a:lnTo>
                    <a:pt x="2545820" y="1086357"/>
                  </a:lnTo>
                  <a:lnTo>
                    <a:pt x="2544387" y="1095434"/>
                  </a:lnTo>
                  <a:lnTo>
                    <a:pt x="2542476" y="1109766"/>
                  </a:lnTo>
                  <a:lnTo>
                    <a:pt x="2542476" y="1114543"/>
                  </a:lnTo>
                  <a:lnTo>
                    <a:pt x="2543909" y="1125053"/>
                  </a:lnTo>
                  <a:lnTo>
                    <a:pt x="2545343" y="1135563"/>
                  </a:lnTo>
                  <a:lnTo>
                    <a:pt x="2549164" y="1154194"/>
                  </a:lnTo>
                  <a:lnTo>
                    <a:pt x="2550120" y="1159927"/>
                  </a:lnTo>
                  <a:lnTo>
                    <a:pt x="2552986" y="1182381"/>
                  </a:lnTo>
                  <a:lnTo>
                    <a:pt x="2553464" y="1186680"/>
                  </a:lnTo>
                  <a:lnTo>
                    <a:pt x="2554420" y="1190024"/>
                  </a:lnTo>
                  <a:lnTo>
                    <a:pt x="2555853" y="1193846"/>
                  </a:lnTo>
                  <a:lnTo>
                    <a:pt x="2558241" y="1197190"/>
                  </a:lnTo>
                  <a:lnTo>
                    <a:pt x="2558719" y="1201490"/>
                  </a:lnTo>
                  <a:lnTo>
                    <a:pt x="2561107" y="1214866"/>
                  </a:lnTo>
                  <a:lnTo>
                    <a:pt x="2561107" y="1227765"/>
                  </a:lnTo>
                  <a:lnTo>
                    <a:pt x="2561586" y="1230631"/>
                  </a:lnTo>
                  <a:lnTo>
                    <a:pt x="2562063" y="1232542"/>
                  </a:lnTo>
                  <a:lnTo>
                    <a:pt x="2564452" y="1234931"/>
                  </a:lnTo>
                  <a:lnTo>
                    <a:pt x="2565407" y="1237797"/>
                  </a:lnTo>
                  <a:lnTo>
                    <a:pt x="2565407" y="1240186"/>
                  </a:lnTo>
                  <a:lnTo>
                    <a:pt x="2565885" y="1242574"/>
                  </a:lnTo>
                  <a:lnTo>
                    <a:pt x="2567796" y="1241141"/>
                  </a:lnTo>
                  <a:lnTo>
                    <a:pt x="2574962" y="1235408"/>
                  </a:lnTo>
                  <a:lnTo>
                    <a:pt x="2580695" y="1229676"/>
                  </a:lnTo>
                  <a:lnTo>
                    <a:pt x="2581650" y="1227765"/>
                  </a:lnTo>
                  <a:lnTo>
                    <a:pt x="2583561" y="1225854"/>
                  </a:lnTo>
                  <a:lnTo>
                    <a:pt x="2587383" y="1223943"/>
                  </a:lnTo>
                  <a:lnTo>
                    <a:pt x="2593116" y="1217732"/>
                  </a:lnTo>
                  <a:lnTo>
                    <a:pt x="2597415" y="1209611"/>
                  </a:lnTo>
                  <a:lnTo>
                    <a:pt x="2600282" y="1203401"/>
                  </a:lnTo>
                  <a:lnTo>
                    <a:pt x="2600759" y="1201012"/>
                  </a:lnTo>
                  <a:lnTo>
                    <a:pt x="2600759" y="1198623"/>
                  </a:lnTo>
                  <a:lnTo>
                    <a:pt x="2600282" y="1193846"/>
                  </a:lnTo>
                  <a:lnTo>
                    <a:pt x="2601714" y="1191935"/>
                  </a:lnTo>
                  <a:lnTo>
                    <a:pt x="2603148" y="1186202"/>
                  </a:lnTo>
                  <a:lnTo>
                    <a:pt x="2602193" y="1184769"/>
                  </a:lnTo>
                  <a:lnTo>
                    <a:pt x="2599326" y="1183814"/>
                  </a:lnTo>
                  <a:lnTo>
                    <a:pt x="2600282" y="1181425"/>
                  </a:lnTo>
                  <a:lnTo>
                    <a:pt x="2602193" y="1180947"/>
                  </a:lnTo>
                  <a:lnTo>
                    <a:pt x="2603626" y="1181903"/>
                  </a:lnTo>
                  <a:lnTo>
                    <a:pt x="2604581" y="1184291"/>
                  </a:lnTo>
                  <a:lnTo>
                    <a:pt x="2605537" y="1185247"/>
                  </a:lnTo>
                  <a:lnTo>
                    <a:pt x="2609836" y="1180947"/>
                  </a:lnTo>
                  <a:lnTo>
                    <a:pt x="2613180" y="1179036"/>
                  </a:lnTo>
                  <a:lnTo>
                    <a:pt x="2622257" y="1175215"/>
                  </a:lnTo>
                  <a:lnTo>
                    <a:pt x="2626079" y="1175692"/>
                  </a:lnTo>
                  <a:lnTo>
                    <a:pt x="2629423" y="1178559"/>
                  </a:lnTo>
                  <a:lnTo>
                    <a:pt x="2630856" y="1178559"/>
                  </a:lnTo>
                  <a:lnTo>
                    <a:pt x="2630378" y="1174259"/>
                  </a:lnTo>
                  <a:lnTo>
                    <a:pt x="2628468" y="1170915"/>
                  </a:lnTo>
                  <a:lnTo>
                    <a:pt x="2628468" y="1169004"/>
                  </a:lnTo>
                  <a:lnTo>
                    <a:pt x="2629423" y="1165660"/>
                  </a:lnTo>
                  <a:lnTo>
                    <a:pt x="2628945" y="1163749"/>
                  </a:lnTo>
                  <a:lnTo>
                    <a:pt x="2627990" y="1161838"/>
                  </a:lnTo>
                  <a:lnTo>
                    <a:pt x="2627512" y="1158494"/>
                  </a:lnTo>
                  <a:lnTo>
                    <a:pt x="2628945" y="1151806"/>
                  </a:lnTo>
                  <a:lnTo>
                    <a:pt x="2630856" y="1147984"/>
                  </a:lnTo>
                  <a:lnTo>
                    <a:pt x="2631812" y="1146073"/>
                  </a:lnTo>
                  <a:lnTo>
                    <a:pt x="2636111" y="1143207"/>
                  </a:lnTo>
                  <a:lnTo>
                    <a:pt x="2640889" y="1138429"/>
                  </a:lnTo>
                  <a:lnTo>
                    <a:pt x="2646144" y="1135085"/>
                  </a:lnTo>
                  <a:lnTo>
                    <a:pt x="2649010" y="1134130"/>
                  </a:lnTo>
                  <a:lnTo>
                    <a:pt x="2652832" y="1133174"/>
                  </a:lnTo>
                  <a:lnTo>
                    <a:pt x="2656176" y="1136041"/>
                  </a:lnTo>
                  <a:lnTo>
                    <a:pt x="2662864" y="1136041"/>
                  </a:lnTo>
                  <a:lnTo>
                    <a:pt x="2664775" y="1135563"/>
                  </a:lnTo>
                  <a:lnTo>
                    <a:pt x="2669552" y="1130786"/>
                  </a:lnTo>
                  <a:lnTo>
                    <a:pt x="2672419" y="1128397"/>
                  </a:lnTo>
                  <a:lnTo>
                    <a:pt x="2671941" y="1124097"/>
                  </a:lnTo>
                  <a:lnTo>
                    <a:pt x="2670030" y="1120753"/>
                  </a:lnTo>
                  <a:lnTo>
                    <a:pt x="2666686" y="1116454"/>
                  </a:lnTo>
                  <a:lnTo>
                    <a:pt x="2666208" y="1114065"/>
                  </a:lnTo>
                  <a:lnTo>
                    <a:pt x="2664775" y="1109288"/>
                  </a:lnTo>
                  <a:lnTo>
                    <a:pt x="2664775" y="1104988"/>
                  </a:lnTo>
                  <a:lnTo>
                    <a:pt x="2665730" y="1099733"/>
                  </a:lnTo>
                  <a:lnTo>
                    <a:pt x="2668597" y="1094001"/>
                  </a:lnTo>
                  <a:lnTo>
                    <a:pt x="2671941" y="1085879"/>
                  </a:lnTo>
                  <a:lnTo>
                    <a:pt x="2672896" y="1084446"/>
                  </a:lnTo>
                  <a:lnTo>
                    <a:pt x="2676718" y="1082535"/>
                  </a:lnTo>
                  <a:lnTo>
                    <a:pt x="2679585" y="1081102"/>
                  </a:lnTo>
                  <a:lnTo>
                    <a:pt x="2680540" y="1080146"/>
                  </a:lnTo>
                  <a:lnTo>
                    <a:pt x="2680062" y="1075847"/>
                  </a:lnTo>
                  <a:lnTo>
                    <a:pt x="2681973" y="1073936"/>
                  </a:lnTo>
                  <a:lnTo>
                    <a:pt x="2683407" y="1072503"/>
                  </a:lnTo>
                  <a:lnTo>
                    <a:pt x="2687706" y="1072980"/>
                  </a:lnTo>
                  <a:lnTo>
                    <a:pt x="2689139" y="1072025"/>
                  </a:lnTo>
                  <a:lnTo>
                    <a:pt x="2691050" y="1071547"/>
                  </a:lnTo>
                  <a:lnTo>
                    <a:pt x="2689617" y="1073936"/>
                  </a:lnTo>
                  <a:lnTo>
                    <a:pt x="2688184" y="1075847"/>
                  </a:lnTo>
                  <a:lnTo>
                    <a:pt x="2684362" y="1077758"/>
                  </a:lnTo>
                  <a:lnTo>
                    <a:pt x="2682928" y="1081102"/>
                  </a:lnTo>
                  <a:lnTo>
                    <a:pt x="2686751" y="1086357"/>
                  </a:lnTo>
                  <a:lnTo>
                    <a:pt x="2689617" y="1087790"/>
                  </a:lnTo>
                  <a:lnTo>
                    <a:pt x="2691050" y="1087312"/>
                  </a:lnTo>
                  <a:lnTo>
                    <a:pt x="2693916" y="1084446"/>
                  </a:lnTo>
                  <a:lnTo>
                    <a:pt x="2695350" y="1083013"/>
                  </a:lnTo>
                  <a:lnTo>
                    <a:pt x="2696783" y="1081102"/>
                  </a:lnTo>
                  <a:lnTo>
                    <a:pt x="2695828" y="1073936"/>
                  </a:lnTo>
                  <a:lnTo>
                    <a:pt x="2694872" y="1070114"/>
                  </a:lnTo>
                  <a:lnTo>
                    <a:pt x="2695350" y="1066292"/>
                  </a:lnTo>
                  <a:lnTo>
                    <a:pt x="2693439" y="1064859"/>
                  </a:lnTo>
                  <a:lnTo>
                    <a:pt x="2691050" y="1064381"/>
                  </a:lnTo>
                  <a:lnTo>
                    <a:pt x="2688662" y="1064859"/>
                  </a:lnTo>
                  <a:lnTo>
                    <a:pt x="2687228" y="1063904"/>
                  </a:lnTo>
                  <a:lnTo>
                    <a:pt x="2686273" y="1061993"/>
                  </a:lnTo>
                  <a:lnTo>
                    <a:pt x="2685795" y="1060082"/>
                  </a:lnTo>
                  <a:lnTo>
                    <a:pt x="2686273" y="1054827"/>
                  </a:lnTo>
                  <a:lnTo>
                    <a:pt x="2686273" y="1052438"/>
                  </a:lnTo>
                  <a:lnTo>
                    <a:pt x="2685317" y="1047661"/>
                  </a:lnTo>
                  <a:lnTo>
                    <a:pt x="2685317" y="1046228"/>
                  </a:lnTo>
                  <a:lnTo>
                    <a:pt x="2685795" y="1043839"/>
                  </a:lnTo>
                  <a:lnTo>
                    <a:pt x="2689139" y="1039539"/>
                  </a:lnTo>
                  <a:lnTo>
                    <a:pt x="2692005" y="1036673"/>
                  </a:lnTo>
                  <a:lnTo>
                    <a:pt x="2693916" y="1034284"/>
                  </a:lnTo>
                  <a:lnTo>
                    <a:pt x="2694394" y="1032851"/>
                  </a:lnTo>
                  <a:lnTo>
                    <a:pt x="2694394" y="1029029"/>
                  </a:lnTo>
                  <a:lnTo>
                    <a:pt x="2692961" y="1027596"/>
                  </a:lnTo>
                  <a:lnTo>
                    <a:pt x="2684362" y="1023774"/>
                  </a:lnTo>
                  <a:lnTo>
                    <a:pt x="2683407" y="1023774"/>
                  </a:lnTo>
                  <a:lnTo>
                    <a:pt x="2680540" y="1025207"/>
                  </a:lnTo>
                  <a:lnTo>
                    <a:pt x="2679585" y="1029985"/>
                  </a:lnTo>
                  <a:lnTo>
                    <a:pt x="2678151" y="1031418"/>
                  </a:lnTo>
                  <a:lnTo>
                    <a:pt x="2678151" y="1030940"/>
                  </a:lnTo>
                  <a:lnTo>
                    <a:pt x="2678151" y="1029507"/>
                  </a:lnTo>
                  <a:lnTo>
                    <a:pt x="2674330" y="1028074"/>
                  </a:lnTo>
                  <a:lnTo>
                    <a:pt x="2671941" y="1026163"/>
                  </a:lnTo>
                  <a:lnTo>
                    <a:pt x="2670985" y="1024730"/>
                  </a:lnTo>
                  <a:lnTo>
                    <a:pt x="2670030" y="1022819"/>
                  </a:lnTo>
                  <a:lnTo>
                    <a:pt x="2669552" y="1019475"/>
                  </a:lnTo>
                  <a:lnTo>
                    <a:pt x="2670985" y="1012787"/>
                  </a:lnTo>
                  <a:lnTo>
                    <a:pt x="2672896" y="1006576"/>
                  </a:lnTo>
                  <a:lnTo>
                    <a:pt x="2679107" y="997499"/>
                  </a:lnTo>
                  <a:lnTo>
                    <a:pt x="2682928" y="994155"/>
                  </a:lnTo>
                  <a:lnTo>
                    <a:pt x="2687228" y="989378"/>
                  </a:lnTo>
                  <a:lnTo>
                    <a:pt x="2688662" y="988422"/>
                  </a:lnTo>
                  <a:lnTo>
                    <a:pt x="2689617" y="987467"/>
                  </a:lnTo>
                  <a:lnTo>
                    <a:pt x="2690094" y="986511"/>
                  </a:lnTo>
                  <a:lnTo>
                    <a:pt x="2688662" y="983167"/>
                  </a:lnTo>
                  <a:lnTo>
                    <a:pt x="2689617" y="982212"/>
                  </a:lnTo>
                  <a:lnTo>
                    <a:pt x="2690094" y="982212"/>
                  </a:lnTo>
                  <a:lnTo>
                    <a:pt x="2691528" y="982689"/>
                  </a:lnTo>
                  <a:lnTo>
                    <a:pt x="2695350" y="976479"/>
                  </a:lnTo>
                  <a:lnTo>
                    <a:pt x="2695350" y="968835"/>
                  </a:lnTo>
                  <a:lnTo>
                    <a:pt x="2696305" y="962147"/>
                  </a:lnTo>
                  <a:lnTo>
                    <a:pt x="2697260" y="959281"/>
                  </a:lnTo>
                  <a:lnTo>
                    <a:pt x="2698216" y="957370"/>
                  </a:lnTo>
                  <a:lnTo>
                    <a:pt x="2699649" y="955459"/>
                  </a:lnTo>
                  <a:lnTo>
                    <a:pt x="2701560" y="954503"/>
                  </a:lnTo>
                  <a:lnTo>
                    <a:pt x="2703949" y="952115"/>
                  </a:lnTo>
                  <a:lnTo>
                    <a:pt x="2704904" y="950204"/>
                  </a:lnTo>
                  <a:lnTo>
                    <a:pt x="2705382" y="949726"/>
                  </a:lnTo>
                  <a:lnTo>
                    <a:pt x="2708248" y="950204"/>
                  </a:lnTo>
                  <a:lnTo>
                    <a:pt x="2710159" y="950682"/>
                  </a:lnTo>
                  <a:lnTo>
                    <a:pt x="2712548" y="952115"/>
                  </a:lnTo>
                  <a:lnTo>
                    <a:pt x="2712070" y="954981"/>
                  </a:lnTo>
                  <a:lnTo>
                    <a:pt x="2714937" y="952593"/>
                  </a:lnTo>
                  <a:lnTo>
                    <a:pt x="2717325" y="949248"/>
                  </a:lnTo>
                  <a:lnTo>
                    <a:pt x="2718758" y="948771"/>
                  </a:lnTo>
                  <a:lnTo>
                    <a:pt x="2720192" y="949248"/>
                  </a:lnTo>
                  <a:lnTo>
                    <a:pt x="2723058" y="951637"/>
                  </a:lnTo>
                  <a:lnTo>
                    <a:pt x="2725447" y="955937"/>
                  </a:lnTo>
                  <a:lnTo>
                    <a:pt x="2726880" y="957370"/>
                  </a:lnTo>
                  <a:lnTo>
                    <a:pt x="2728791" y="956892"/>
                  </a:lnTo>
                  <a:lnTo>
                    <a:pt x="2730224" y="956414"/>
                  </a:lnTo>
                  <a:lnTo>
                    <a:pt x="2731180" y="953548"/>
                  </a:lnTo>
                  <a:lnTo>
                    <a:pt x="2731180" y="947815"/>
                  </a:lnTo>
                  <a:lnTo>
                    <a:pt x="2733568" y="946860"/>
                  </a:lnTo>
                  <a:lnTo>
                    <a:pt x="2735479" y="946382"/>
                  </a:lnTo>
                  <a:lnTo>
                    <a:pt x="2737867" y="943993"/>
                  </a:lnTo>
                  <a:lnTo>
                    <a:pt x="2741212" y="943038"/>
                  </a:lnTo>
                  <a:lnTo>
                    <a:pt x="2748378" y="938261"/>
                  </a:lnTo>
                  <a:lnTo>
                    <a:pt x="2753155" y="933961"/>
                  </a:lnTo>
                  <a:lnTo>
                    <a:pt x="2756499" y="933483"/>
                  </a:lnTo>
                  <a:lnTo>
                    <a:pt x="2755544" y="936350"/>
                  </a:lnTo>
                  <a:lnTo>
                    <a:pt x="2755544" y="938738"/>
                  </a:lnTo>
                  <a:lnTo>
                    <a:pt x="2754110" y="944949"/>
                  </a:lnTo>
                  <a:lnTo>
                    <a:pt x="2752677" y="948293"/>
                  </a:lnTo>
                  <a:lnTo>
                    <a:pt x="2752199" y="952115"/>
                  </a:lnTo>
                  <a:lnTo>
                    <a:pt x="2752677" y="954026"/>
                  </a:lnTo>
                  <a:lnTo>
                    <a:pt x="2753155" y="956892"/>
                  </a:lnTo>
                  <a:lnTo>
                    <a:pt x="2755066" y="956892"/>
                  </a:lnTo>
                  <a:lnTo>
                    <a:pt x="2756021" y="955937"/>
                  </a:lnTo>
                  <a:lnTo>
                    <a:pt x="2758410" y="953548"/>
                  </a:lnTo>
                  <a:lnTo>
                    <a:pt x="2768920" y="940172"/>
                  </a:lnTo>
                  <a:lnTo>
                    <a:pt x="2773697" y="936350"/>
                  </a:lnTo>
                  <a:lnTo>
                    <a:pt x="2781819" y="934439"/>
                  </a:lnTo>
                  <a:lnTo>
                    <a:pt x="2784207" y="933006"/>
                  </a:lnTo>
                  <a:lnTo>
                    <a:pt x="2791851" y="930617"/>
                  </a:lnTo>
                  <a:lnTo>
                    <a:pt x="2798539" y="929661"/>
                  </a:lnTo>
                  <a:lnTo>
                    <a:pt x="2802361" y="930617"/>
                  </a:lnTo>
                  <a:lnTo>
                    <a:pt x="2804749" y="930617"/>
                  </a:lnTo>
                  <a:lnTo>
                    <a:pt x="2813349" y="929661"/>
                  </a:lnTo>
                  <a:lnTo>
                    <a:pt x="2814304" y="931095"/>
                  </a:lnTo>
                  <a:lnTo>
                    <a:pt x="2821470" y="935394"/>
                  </a:lnTo>
                  <a:lnTo>
                    <a:pt x="2825292" y="941605"/>
                  </a:lnTo>
                  <a:lnTo>
                    <a:pt x="2825770" y="942082"/>
                  </a:lnTo>
                  <a:lnTo>
                    <a:pt x="2826725" y="943516"/>
                  </a:lnTo>
                  <a:lnTo>
                    <a:pt x="2826725" y="945904"/>
                  </a:lnTo>
                  <a:lnTo>
                    <a:pt x="2827681" y="947815"/>
                  </a:lnTo>
                  <a:lnTo>
                    <a:pt x="2828636" y="948771"/>
                  </a:lnTo>
                  <a:lnTo>
                    <a:pt x="2831980" y="952115"/>
                  </a:lnTo>
                  <a:lnTo>
                    <a:pt x="2835802" y="952593"/>
                  </a:lnTo>
                  <a:lnTo>
                    <a:pt x="2836758" y="951159"/>
                  </a:lnTo>
                  <a:lnTo>
                    <a:pt x="2837235" y="949726"/>
                  </a:lnTo>
                  <a:lnTo>
                    <a:pt x="2839146" y="942082"/>
                  </a:lnTo>
                  <a:lnTo>
                    <a:pt x="2840579" y="938738"/>
                  </a:lnTo>
                  <a:lnTo>
                    <a:pt x="2840579" y="936827"/>
                  </a:lnTo>
                  <a:lnTo>
                    <a:pt x="2841057" y="935394"/>
                  </a:lnTo>
                  <a:lnTo>
                    <a:pt x="2844879" y="933483"/>
                  </a:lnTo>
                  <a:lnTo>
                    <a:pt x="2847745" y="932528"/>
                  </a:lnTo>
                  <a:lnTo>
                    <a:pt x="2858256" y="924884"/>
                  </a:lnTo>
                  <a:lnTo>
                    <a:pt x="2863033" y="920585"/>
                  </a:lnTo>
                  <a:lnTo>
                    <a:pt x="2865421" y="920585"/>
                  </a:lnTo>
                  <a:lnTo>
                    <a:pt x="2866854" y="919629"/>
                  </a:lnTo>
                  <a:lnTo>
                    <a:pt x="2868288" y="918196"/>
                  </a:lnTo>
                  <a:lnTo>
                    <a:pt x="2869721" y="917718"/>
                  </a:lnTo>
                  <a:lnTo>
                    <a:pt x="2872587" y="914852"/>
                  </a:lnTo>
                  <a:lnTo>
                    <a:pt x="2876409" y="912463"/>
                  </a:lnTo>
                  <a:lnTo>
                    <a:pt x="2875931" y="910075"/>
                  </a:lnTo>
                  <a:lnTo>
                    <a:pt x="2876409" y="908164"/>
                  </a:lnTo>
                  <a:lnTo>
                    <a:pt x="2878320" y="907686"/>
                  </a:lnTo>
                  <a:lnTo>
                    <a:pt x="2880231" y="907208"/>
                  </a:lnTo>
                  <a:lnTo>
                    <a:pt x="2882142" y="905297"/>
                  </a:lnTo>
                  <a:lnTo>
                    <a:pt x="2882142" y="903386"/>
                  </a:lnTo>
                  <a:lnTo>
                    <a:pt x="2883097" y="902909"/>
                  </a:lnTo>
                  <a:lnTo>
                    <a:pt x="2884053" y="902909"/>
                  </a:lnTo>
                  <a:lnTo>
                    <a:pt x="2885486" y="903386"/>
                  </a:lnTo>
                  <a:lnTo>
                    <a:pt x="2886442" y="902909"/>
                  </a:lnTo>
                  <a:lnTo>
                    <a:pt x="2885008" y="900520"/>
                  </a:lnTo>
                  <a:lnTo>
                    <a:pt x="2884531" y="898131"/>
                  </a:lnTo>
                  <a:lnTo>
                    <a:pt x="2885486" y="896698"/>
                  </a:lnTo>
                  <a:lnTo>
                    <a:pt x="2889308" y="899087"/>
                  </a:lnTo>
                  <a:lnTo>
                    <a:pt x="2891219" y="899087"/>
                  </a:lnTo>
                  <a:lnTo>
                    <a:pt x="2895996" y="893354"/>
                  </a:lnTo>
                  <a:lnTo>
                    <a:pt x="2900774" y="887621"/>
                  </a:lnTo>
                  <a:lnTo>
                    <a:pt x="2904595" y="889054"/>
                  </a:lnTo>
                  <a:lnTo>
                    <a:pt x="2910806" y="884277"/>
                  </a:lnTo>
                  <a:lnTo>
                    <a:pt x="2913672" y="883322"/>
                  </a:lnTo>
                  <a:lnTo>
                    <a:pt x="2918449" y="883322"/>
                  </a:lnTo>
                  <a:lnTo>
                    <a:pt x="2920360" y="881411"/>
                  </a:lnTo>
                  <a:lnTo>
                    <a:pt x="2922271" y="878545"/>
                  </a:lnTo>
                  <a:lnTo>
                    <a:pt x="2924182" y="879022"/>
                  </a:lnTo>
                  <a:lnTo>
                    <a:pt x="2931826" y="875200"/>
                  </a:lnTo>
                  <a:lnTo>
                    <a:pt x="2933259" y="872334"/>
                  </a:lnTo>
                  <a:lnTo>
                    <a:pt x="2935170" y="871856"/>
                  </a:lnTo>
                  <a:lnTo>
                    <a:pt x="2936603" y="871379"/>
                  </a:lnTo>
                  <a:lnTo>
                    <a:pt x="2940425" y="869468"/>
                  </a:lnTo>
                  <a:lnTo>
                    <a:pt x="2954279" y="862779"/>
                  </a:lnTo>
                  <a:lnTo>
                    <a:pt x="2956668" y="860391"/>
                  </a:lnTo>
                  <a:lnTo>
                    <a:pt x="2961923" y="856569"/>
                  </a:lnTo>
                  <a:lnTo>
                    <a:pt x="2965745" y="855613"/>
                  </a:lnTo>
                  <a:lnTo>
                    <a:pt x="2971000" y="854658"/>
                  </a:lnTo>
                  <a:lnTo>
                    <a:pt x="2971477" y="853225"/>
                  </a:lnTo>
                  <a:lnTo>
                    <a:pt x="2967656" y="851792"/>
                  </a:lnTo>
                  <a:lnTo>
                    <a:pt x="2967177" y="850836"/>
                  </a:lnTo>
                  <a:lnTo>
                    <a:pt x="2967177" y="849403"/>
                  </a:lnTo>
                  <a:lnTo>
                    <a:pt x="2967656" y="847970"/>
                  </a:lnTo>
                  <a:lnTo>
                    <a:pt x="2968133" y="846059"/>
                  </a:lnTo>
                  <a:lnTo>
                    <a:pt x="2969566" y="845581"/>
                  </a:lnTo>
                  <a:lnTo>
                    <a:pt x="2971000" y="847014"/>
                  </a:lnTo>
                  <a:lnTo>
                    <a:pt x="2972911" y="847014"/>
                  </a:lnTo>
                  <a:lnTo>
                    <a:pt x="2973388" y="845581"/>
                  </a:lnTo>
                  <a:lnTo>
                    <a:pt x="2974343" y="845581"/>
                  </a:lnTo>
                  <a:lnTo>
                    <a:pt x="2974822" y="847492"/>
                  </a:lnTo>
                  <a:lnTo>
                    <a:pt x="2973866" y="849403"/>
                  </a:lnTo>
                  <a:lnTo>
                    <a:pt x="2973388" y="851314"/>
                  </a:lnTo>
                  <a:lnTo>
                    <a:pt x="2973388" y="853225"/>
                  </a:lnTo>
                  <a:lnTo>
                    <a:pt x="2974822" y="853703"/>
                  </a:lnTo>
                  <a:lnTo>
                    <a:pt x="2981032" y="853703"/>
                  </a:lnTo>
                  <a:lnTo>
                    <a:pt x="2987720" y="855136"/>
                  </a:lnTo>
                  <a:lnTo>
                    <a:pt x="3006829" y="862779"/>
                  </a:lnTo>
                  <a:lnTo>
                    <a:pt x="3008263" y="863735"/>
                  </a:lnTo>
                  <a:lnTo>
                    <a:pt x="3009696" y="863735"/>
                  </a:lnTo>
                  <a:lnTo>
                    <a:pt x="3010173" y="860868"/>
                  </a:lnTo>
                  <a:lnTo>
                    <a:pt x="3010651" y="858002"/>
                  </a:lnTo>
                  <a:lnTo>
                    <a:pt x="3013040" y="856569"/>
                  </a:lnTo>
                  <a:lnTo>
                    <a:pt x="3016861" y="852269"/>
                  </a:lnTo>
                  <a:lnTo>
                    <a:pt x="3018772" y="849403"/>
                  </a:lnTo>
                  <a:lnTo>
                    <a:pt x="3018772" y="846059"/>
                  </a:lnTo>
                  <a:lnTo>
                    <a:pt x="3017339" y="842715"/>
                  </a:lnTo>
                  <a:lnTo>
                    <a:pt x="3014950" y="841759"/>
                  </a:lnTo>
                  <a:lnTo>
                    <a:pt x="3013518" y="839371"/>
                  </a:lnTo>
                  <a:lnTo>
                    <a:pt x="3012562" y="836982"/>
                  </a:lnTo>
                  <a:lnTo>
                    <a:pt x="3013995" y="834593"/>
                  </a:lnTo>
                  <a:lnTo>
                    <a:pt x="3015429" y="834116"/>
                  </a:lnTo>
                  <a:lnTo>
                    <a:pt x="3014950" y="831249"/>
                  </a:lnTo>
                  <a:lnTo>
                    <a:pt x="3013995" y="829338"/>
                  </a:lnTo>
                  <a:lnTo>
                    <a:pt x="3007784" y="825994"/>
                  </a:lnTo>
                  <a:lnTo>
                    <a:pt x="3005874" y="823128"/>
                  </a:lnTo>
                  <a:lnTo>
                    <a:pt x="3005874" y="821217"/>
                  </a:lnTo>
                  <a:lnTo>
                    <a:pt x="3003007" y="815484"/>
                  </a:lnTo>
                  <a:lnTo>
                    <a:pt x="3003007" y="816440"/>
                  </a:lnTo>
                  <a:lnTo>
                    <a:pt x="3003007" y="819306"/>
                  </a:lnTo>
                  <a:lnTo>
                    <a:pt x="3002052" y="821217"/>
                  </a:lnTo>
                  <a:lnTo>
                    <a:pt x="3001097" y="820739"/>
                  </a:lnTo>
                  <a:lnTo>
                    <a:pt x="3000619" y="819306"/>
                  </a:lnTo>
                  <a:lnTo>
                    <a:pt x="3001574" y="815962"/>
                  </a:lnTo>
                  <a:lnTo>
                    <a:pt x="3000619" y="814529"/>
                  </a:lnTo>
                  <a:lnTo>
                    <a:pt x="2996797" y="814051"/>
                  </a:lnTo>
                  <a:lnTo>
                    <a:pt x="2996319" y="812618"/>
                  </a:lnTo>
                  <a:lnTo>
                    <a:pt x="3000141" y="810707"/>
                  </a:lnTo>
                  <a:lnTo>
                    <a:pt x="3001097" y="810707"/>
                  </a:lnTo>
                  <a:lnTo>
                    <a:pt x="3002052" y="810229"/>
                  </a:lnTo>
                  <a:lnTo>
                    <a:pt x="3001097" y="803063"/>
                  </a:lnTo>
                  <a:lnTo>
                    <a:pt x="3000619" y="797808"/>
                  </a:lnTo>
                  <a:lnTo>
                    <a:pt x="2998230" y="797331"/>
                  </a:lnTo>
                  <a:lnTo>
                    <a:pt x="2996319" y="795897"/>
                  </a:lnTo>
                  <a:lnTo>
                    <a:pt x="2996797" y="792553"/>
                  </a:lnTo>
                  <a:lnTo>
                    <a:pt x="2996797" y="791120"/>
                  </a:lnTo>
                  <a:lnTo>
                    <a:pt x="2994886" y="785387"/>
                  </a:lnTo>
                  <a:lnTo>
                    <a:pt x="2993931" y="783476"/>
                  </a:lnTo>
                  <a:lnTo>
                    <a:pt x="2992020" y="781088"/>
                  </a:lnTo>
                  <a:lnTo>
                    <a:pt x="2990586" y="783476"/>
                  </a:lnTo>
                  <a:lnTo>
                    <a:pt x="2990109" y="786820"/>
                  </a:lnTo>
                  <a:lnTo>
                    <a:pt x="2988198" y="787298"/>
                  </a:lnTo>
                  <a:lnTo>
                    <a:pt x="2986765" y="787298"/>
                  </a:lnTo>
                  <a:lnTo>
                    <a:pt x="2981509" y="783476"/>
                  </a:lnTo>
                  <a:lnTo>
                    <a:pt x="2976254" y="777744"/>
                  </a:lnTo>
                  <a:lnTo>
                    <a:pt x="2975777" y="772489"/>
                  </a:lnTo>
                  <a:lnTo>
                    <a:pt x="2976732" y="765323"/>
                  </a:lnTo>
                  <a:lnTo>
                    <a:pt x="2976254" y="764367"/>
                  </a:lnTo>
                  <a:lnTo>
                    <a:pt x="2975299" y="763889"/>
                  </a:lnTo>
                  <a:lnTo>
                    <a:pt x="2968611" y="766278"/>
                  </a:lnTo>
                  <a:lnTo>
                    <a:pt x="2964789" y="769622"/>
                  </a:lnTo>
                  <a:lnTo>
                    <a:pt x="2962400" y="770100"/>
                  </a:lnTo>
                  <a:lnTo>
                    <a:pt x="2958101" y="767711"/>
                  </a:lnTo>
                  <a:lnTo>
                    <a:pt x="2950457" y="772011"/>
                  </a:lnTo>
                  <a:lnTo>
                    <a:pt x="2952368" y="769622"/>
                  </a:lnTo>
                  <a:lnTo>
                    <a:pt x="2953324" y="768667"/>
                  </a:lnTo>
                  <a:lnTo>
                    <a:pt x="2954757" y="766756"/>
                  </a:lnTo>
                  <a:lnTo>
                    <a:pt x="2953801" y="763412"/>
                  </a:lnTo>
                  <a:lnTo>
                    <a:pt x="2952846" y="761023"/>
                  </a:lnTo>
                  <a:lnTo>
                    <a:pt x="2951413" y="759112"/>
                  </a:lnTo>
                  <a:lnTo>
                    <a:pt x="2949024" y="758157"/>
                  </a:lnTo>
                  <a:lnTo>
                    <a:pt x="2946635" y="760068"/>
                  </a:lnTo>
                  <a:lnTo>
                    <a:pt x="2945202" y="761501"/>
                  </a:lnTo>
                  <a:lnTo>
                    <a:pt x="2941381" y="763412"/>
                  </a:lnTo>
                  <a:lnTo>
                    <a:pt x="2934692" y="764845"/>
                  </a:lnTo>
                  <a:lnTo>
                    <a:pt x="2929915" y="764845"/>
                  </a:lnTo>
                  <a:lnTo>
                    <a:pt x="2922271" y="767711"/>
                  </a:lnTo>
                  <a:lnTo>
                    <a:pt x="2918927" y="767711"/>
                  </a:lnTo>
                  <a:lnTo>
                    <a:pt x="2929915" y="763889"/>
                  </a:lnTo>
                  <a:lnTo>
                    <a:pt x="2935647" y="763412"/>
                  </a:lnTo>
                  <a:lnTo>
                    <a:pt x="2943769" y="761023"/>
                  </a:lnTo>
                  <a:lnTo>
                    <a:pt x="2949024" y="755768"/>
                  </a:lnTo>
                  <a:lnTo>
                    <a:pt x="2956190" y="760545"/>
                  </a:lnTo>
                  <a:lnTo>
                    <a:pt x="2959056" y="761023"/>
                  </a:lnTo>
                  <a:lnTo>
                    <a:pt x="2964311" y="760545"/>
                  </a:lnTo>
                  <a:lnTo>
                    <a:pt x="2969089" y="763412"/>
                  </a:lnTo>
                  <a:lnTo>
                    <a:pt x="2970522" y="762456"/>
                  </a:lnTo>
                  <a:lnTo>
                    <a:pt x="2971955" y="760068"/>
                  </a:lnTo>
                  <a:lnTo>
                    <a:pt x="2970044" y="756246"/>
                  </a:lnTo>
                  <a:lnTo>
                    <a:pt x="2968611" y="754335"/>
                  </a:lnTo>
                  <a:lnTo>
                    <a:pt x="2966700" y="753379"/>
                  </a:lnTo>
                  <a:lnTo>
                    <a:pt x="2960490" y="753857"/>
                  </a:lnTo>
                  <a:lnTo>
                    <a:pt x="2956668" y="752902"/>
                  </a:lnTo>
                  <a:lnTo>
                    <a:pt x="2954757" y="751946"/>
                  </a:lnTo>
                  <a:lnTo>
                    <a:pt x="2956190" y="750991"/>
                  </a:lnTo>
                  <a:lnTo>
                    <a:pt x="2960012" y="752424"/>
                  </a:lnTo>
                  <a:lnTo>
                    <a:pt x="2965267" y="750513"/>
                  </a:lnTo>
                  <a:lnTo>
                    <a:pt x="2971477" y="753379"/>
                  </a:lnTo>
                  <a:lnTo>
                    <a:pt x="2972433" y="756246"/>
                  </a:lnTo>
                  <a:lnTo>
                    <a:pt x="2974343" y="757201"/>
                  </a:lnTo>
                  <a:lnTo>
                    <a:pt x="2979121" y="763889"/>
                  </a:lnTo>
                  <a:lnTo>
                    <a:pt x="2982465" y="766278"/>
                  </a:lnTo>
                  <a:lnTo>
                    <a:pt x="2992975" y="768189"/>
                  </a:lnTo>
                  <a:lnTo>
                    <a:pt x="2997752" y="771055"/>
                  </a:lnTo>
                  <a:lnTo>
                    <a:pt x="3001574" y="770100"/>
                  </a:lnTo>
                  <a:lnTo>
                    <a:pt x="3010173" y="763412"/>
                  </a:lnTo>
                  <a:lnTo>
                    <a:pt x="3016384" y="761979"/>
                  </a:lnTo>
                  <a:lnTo>
                    <a:pt x="3020206" y="757679"/>
                  </a:lnTo>
                  <a:lnTo>
                    <a:pt x="3023550" y="752902"/>
                  </a:lnTo>
                  <a:lnTo>
                    <a:pt x="3027372" y="751468"/>
                  </a:lnTo>
                  <a:lnTo>
                    <a:pt x="3033104" y="746213"/>
                  </a:lnTo>
                  <a:lnTo>
                    <a:pt x="3034538" y="743825"/>
                  </a:lnTo>
                  <a:lnTo>
                    <a:pt x="3036926" y="737614"/>
                  </a:lnTo>
                  <a:lnTo>
                    <a:pt x="3037882" y="734748"/>
                  </a:lnTo>
                  <a:lnTo>
                    <a:pt x="3040270" y="731882"/>
                  </a:lnTo>
                  <a:lnTo>
                    <a:pt x="3040270" y="729015"/>
                  </a:lnTo>
                  <a:lnTo>
                    <a:pt x="3039793" y="726626"/>
                  </a:lnTo>
                  <a:lnTo>
                    <a:pt x="3037882" y="724238"/>
                  </a:lnTo>
                  <a:lnTo>
                    <a:pt x="3034538" y="720894"/>
                  </a:lnTo>
                  <a:lnTo>
                    <a:pt x="3032627" y="718983"/>
                  </a:lnTo>
                  <a:lnTo>
                    <a:pt x="3031193" y="714683"/>
                  </a:lnTo>
                  <a:lnTo>
                    <a:pt x="3031671" y="709428"/>
                  </a:lnTo>
                  <a:lnTo>
                    <a:pt x="3032149" y="705606"/>
                  </a:lnTo>
                  <a:lnTo>
                    <a:pt x="3033582" y="702262"/>
                  </a:lnTo>
                  <a:lnTo>
                    <a:pt x="3035015" y="704651"/>
                  </a:lnTo>
                  <a:lnTo>
                    <a:pt x="3038837" y="704173"/>
                  </a:lnTo>
                  <a:lnTo>
                    <a:pt x="3040748" y="703218"/>
                  </a:lnTo>
                  <a:lnTo>
                    <a:pt x="3040748" y="700351"/>
                  </a:lnTo>
                  <a:lnTo>
                    <a:pt x="3040270" y="697485"/>
                  </a:lnTo>
                  <a:lnTo>
                    <a:pt x="3041226" y="696530"/>
                  </a:lnTo>
                  <a:lnTo>
                    <a:pt x="3043137" y="696530"/>
                  </a:lnTo>
                  <a:lnTo>
                    <a:pt x="3043614" y="694619"/>
                  </a:lnTo>
                  <a:lnTo>
                    <a:pt x="3044092" y="693663"/>
                  </a:lnTo>
                  <a:lnTo>
                    <a:pt x="3045048" y="694619"/>
                  </a:lnTo>
                  <a:lnTo>
                    <a:pt x="3045048" y="699874"/>
                  </a:lnTo>
                  <a:lnTo>
                    <a:pt x="3046481" y="701307"/>
                  </a:lnTo>
                  <a:lnTo>
                    <a:pt x="3048870" y="702262"/>
                  </a:lnTo>
                  <a:lnTo>
                    <a:pt x="3049825" y="701785"/>
                  </a:lnTo>
                  <a:lnTo>
                    <a:pt x="3050780" y="701307"/>
                  </a:lnTo>
                  <a:lnTo>
                    <a:pt x="3051736" y="699874"/>
                  </a:lnTo>
                  <a:lnTo>
                    <a:pt x="3054602" y="694619"/>
                  </a:lnTo>
                  <a:lnTo>
                    <a:pt x="3056513" y="692230"/>
                  </a:lnTo>
                  <a:lnTo>
                    <a:pt x="3056036" y="696052"/>
                  </a:lnTo>
                  <a:lnTo>
                    <a:pt x="3055080" y="701307"/>
                  </a:lnTo>
                  <a:lnTo>
                    <a:pt x="3054602" y="702740"/>
                  </a:lnTo>
                  <a:lnTo>
                    <a:pt x="3053169" y="704651"/>
                  </a:lnTo>
                  <a:lnTo>
                    <a:pt x="3052214" y="708473"/>
                  </a:lnTo>
                  <a:lnTo>
                    <a:pt x="3052214" y="709906"/>
                  </a:lnTo>
                  <a:lnTo>
                    <a:pt x="3049825" y="708473"/>
                  </a:lnTo>
                  <a:lnTo>
                    <a:pt x="3048391" y="708951"/>
                  </a:lnTo>
                  <a:lnTo>
                    <a:pt x="3049347" y="713250"/>
                  </a:lnTo>
                  <a:lnTo>
                    <a:pt x="3051258" y="716594"/>
                  </a:lnTo>
                  <a:lnTo>
                    <a:pt x="3053169" y="719461"/>
                  </a:lnTo>
                  <a:lnTo>
                    <a:pt x="3055557" y="721372"/>
                  </a:lnTo>
                  <a:lnTo>
                    <a:pt x="3056513" y="721372"/>
                  </a:lnTo>
                  <a:lnTo>
                    <a:pt x="3056991" y="721849"/>
                  </a:lnTo>
                  <a:lnTo>
                    <a:pt x="3056991" y="723760"/>
                  </a:lnTo>
                  <a:lnTo>
                    <a:pt x="3056513" y="728538"/>
                  </a:lnTo>
                  <a:lnTo>
                    <a:pt x="3056991" y="730926"/>
                  </a:lnTo>
                  <a:lnTo>
                    <a:pt x="3058424" y="732837"/>
                  </a:lnTo>
                  <a:lnTo>
                    <a:pt x="3060813" y="733315"/>
                  </a:lnTo>
                  <a:lnTo>
                    <a:pt x="3072756" y="732837"/>
                  </a:lnTo>
                  <a:lnTo>
                    <a:pt x="3077055" y="732359"/>
                  </a:lnTo>
                  <a:lnTo>
                    <a:pt x="3083266" y="728060"/>
                  </a:lnTo>
                  <a:lnTo>
                    <a:pt x="3085655" y="727582"/>
                  </a:lnTo>
                  <a:lnTo>
                    <a:pt x="3088043" y="728060"/>
                  </a:lnTo>
                  <a:lnTo>
                    <a:pt x="3095687" y="730448"/>
                  </a:lnTo>
                  <a:lnTo>
                    <a:pt x="3104764" y="733792"/>
                  </a:lnTo>
                  <a:lnTo>
                    <a:pt x="3108108" y="739047"/>
                  </a:lnTo>
                  <a:lnTo>
                    <a:pt x="3109541" y="744303"/>
                  </a:lnTo>
                  <a:lnTo>
                    <a:pt x="3110019" y="749558"/>
                  </a:lnTo>
                  <a:lnTo>
                    <a:pt x="3109541" y="751946"/>
                  </a:lnTo>
                  <a:lnTo>
                    <a:pt x="3109541" y="753857"/>
                  </a:lnTo>
                  <a:lnTo>
                    <a:pt x="3111930" y="756724"/>
                  </a:lnTo>
                  <a:lnTo>
                    <a:pt x="3116229" y="760068"/>
                  </a:lnTo>
                  <a:lnTo>
                    <a:pt x="3116707" y="760545"/>
                  </a:lnTo>
                  <a:lnTo>
                    <a:pt x="3117662" y="761979"/>
                  </a:lnTo>
                  <a:lnTo>
                    <a:pt x="3118618" y="762456"/>
                  </a:lnTo>
                  <a:lnTo>
                    <a:pt x="3121484" y="762934"/>
                  </a:lnTo>
                  <a:lnTo>
                    <a:pt x="3123395" y="762456"/>
                  </a:lnTo>
                  <a:lnTo>
                    <a:pt x="3125784" y="761979"/>
                  </a:lnTo>
                  <a:lnTo>
                    <a:pt x="3129605" y="763889"/>
                  </a:lnTo>
                  <a:lnTo>
                    <a:pt x="3134861" y="766278"/>
                  </a:lnTo>
                  <a:lnTo>
                    <a:pt x="3139638" y="769622"/>
                  </a:lnTo>
                  <a:lnTo>
                    <a:pt x="3142027" y="772011"/>
                  </a:lnTo>
                  <a:lnTo>
                    <a:pt x="3146326" y="777744"/>
                  </a:lnTo>
                  <a:lnTo>
                    <a:pt x="3148237" y="779177"/>
                  </a:lnTo>
                  <a:lnTo>
                    <a:pt x="3151582" y="781088"/>
                  </a:lnTo>
                  <a:lnTo>
                    <a:pt x="3153014" y="781565"/>
                  </a:lnTo>
                  <a:lnTo>
                    <a:pt x="3153970" y="781088"/>
                  </a:lnTo>
                  <a:lnTo>
                    <a:pt x="3156836" y="778699"/>
                  </a:lnTo>
                  <a:lnTo>
                    <a:pt x="3158269" y="776310"/>
                  </a:lnTo>
                  <a:lnTo>
                    <a:pt x="3159703" y="773922"/>
                  </a:lnTo>
                  <a:lnTo>
                    <a:pt x="3159703" y="775833"/>
                  </a:lnTo>
                  <a:lnTo>
                    <a:pt x="3159703" y="777744"/>
                  </a:lnTo>
                  <a:lnTo>
                    <a:pt x="3158747" y="779177"/>
                  </a:lnTo>
                  <a:lnTo>
                    <a:pt x="3158747" y="781565"/>
                  </a:lnTo>
                  <a:lnTo>
                    <a:pt x="3160658" y="784432"/>
                  </a:lnTo>
                  <a:lnTo>
                    <a:pt x="3163047" y="784910"/>
                  </a:lnTo>
                  <a:lnTo>
                    <a:pt x="3165913" y="783954"/>
                  </a:lnTo>
                  <a:lnTo>
                    <a:pt x="3166869" y="782999"/>
                  </a:lnTo>
                  <a:lnTo>
                    <a:pt x="3167824" y="781088"/>
                  </a:lnTo>
                  <a:lnTo>
                    <a:pt x="3166869" y="775355"/>
                  </a:lnTo>
                  <a:lnTo>
                    <a:pt x="3167824" y="774399"/>
                  </a:lnTo>
                  <a:lnTo>
                    <a:pt x="3170212" y="775355"/>
                  </a:lnTo>
                  <a:lnTo>
                    <a:pt x="3170691" y="777266"/>
                  </a:lnTo>
                  <a:lnTo>
                    <a:pt x="3171168" y="779177"/>
                  </a:lnTo>
                  <a:lnTo>
                    <a:pt x="3172124" y="779654"/>
                  </a:lnTo>
                  <a:lnTo>
                    <a:pt x="3177857" y="779177"/>
                  </a:lnTo>
                  <a:lnTo>
                    <a:pt x="3178334" y="778221"/>
                  </a:lnTo>
                  <a:lnTo>
                    <a:pt x="3177857" y="776788"/>
                  </a:lnTo>
                  <a:lnTo>
                    <a:pt x="3177378" y="774877"/>
                  </a:lnTo>
                  <a:lnTo>
                    <a:pt x="3176423" y="773444"/>
                  </a:lnTo>
                  <a:lnTo>
                    <a:pt x="3173557" y="772011"/>
                  </a:lnTo>
                  <a:lnTo>
                    <a:pt x="3171168" y="771055"/>
                  </a:lnTo>
                  <a:lnTo>
                    <a:pt x="3168780" y="771055"/>
                  </a:lnTo>
                  <a:lnTo>
                    <a:pt x="3167824" y="770100"/>
                  </a:lnTo>
                  <a:lnTo>
                    <a:pt x="3168302" y="768667"/>
                  </a:lnTo>
                  <a:lnTo>
                    <a:pt x="3167346" y="766756"/>
                  </a:lnTo>
                  <a:lnTo>
                    <a:pt x="3167824" y="765800"/>
                  </a:lnTo>
                  <a:lnTo>
                    <a:pt x="3169735" y="764367"/>
                  </a:lnTo>
                  <a:lnTo>
                    <a:pt x="3169735" y="763412"/>
                  </a:lnTo>
                  <a:lnTo>
                    <a:pt x="3167824" y="761501"/>
                  </a:lnTo>
                  <a:lnTo>
                    <a:pt x="3165913" y="761023"/>
                  </a:lnTo>
                  <a:lnTo>
                    <a:pt x="3164480" y="761979"/>
                  </a:lnTo>
                  <a:lnTo>
                    <a:pt x="3164958" y="760545"/>
                  </a:lnTo>
                  <a:lnTo>
                    <a:pt x="3165913" y="759590"/>
                  </a:lnTo>
                  <a:lnTo>
                    <a:pt x="3167824" y="759112"/>
                  </a:lnTo>
                  <a:lnTo>
                    <a:pt x="3170212" y="759112"/>
                  </a:lnTo>
                  <a:lnTo>
                    <a:pt x="3174035" y="758157"/>
                  </a:lnTo>
                  <a:lnTo>
                    <a:pt x="3177857" y="755768"/>
                  </a:lnTo>
                  <a:lnTo>
                    <a:pt x="3179767" y="754335"/>
                  </a:lnTo>
                  <a:lnTo>
                    <a:pt x="3181678" y="751946"/>
                  </a:lnTo>
                  <a:lnTo>
                    <a:pt x="3181200" y="748602"/>
                  </a:lnTo>
                  <a:lnTo>
                    <a:pt x="3180245" y="745258"/>
                  </a:lnTo>
                  <a:lnTo>
                    <a:pt x="3178334" y="744303"/>
                  </a:lnTo>
                  <a:lnTo>
                    <a:pt x="3176423" y="744780"/>
                  </a:lnTo>
                  <a:lnTo>
                    <a:pt x="3174512" y="744303"/>
                  </a:lnTo>
                  <a:lnTo>
                    <a:pt x="3172601" y="743347"/>
                  </a:lnTo>
                  <a:lnTo>
                    <a:pt x="3179767" y="742392"/>
                  </a:lnTo>
                  <a:lnTo>
                    <a:pt x="3180245" y="740958"/>
                  </a:lnTo>
                  <a:lnTo>
                    <a:pt x="3181678" y="735703"/>
                  </a:lnTo>
                  <a:lnTo>
                    <a:pt x="3181200" y="734270"/>
                  </a:lnTo>
                  <a:lnTo>
                    <a:pt x="3179767" y="734748"/>
                  </a:lnTo>
                  <a:lnTo>
                    <a:pt x="3177378" y="734748"/>
                  </a:lnTo>
                  <a:lnTo>
                    <a:pt x="3177857" y="733792"/>
                  </a:lnTo>
                  <a:lnTo>
                    <a:pt x="3178812" y="732837"/>
                  </a:lnTo>
                  <a:lnTo>
                    <a:pt x="3174990" y="727582"/>
                  </a:lnTo>
                  <a:lnTo>
                    <a:pt x="3170212" y="724716"/>
                  </a:lnTo>
                  <a:lnTo>
                    <a:pt x="3171646" y="724238"/>
                  </a:lnTo>
                  <a:lnTo>
                    <a:pt x="3173557" y="724238"/>
                  </a:lnTo>
                  <a:lnTo>
                    <a:pt x="3177378" y="725193"/>
                  </a:lnTo>
                  <a:lnTo>
                    <a:pt x="3179289" y="727582"/>
                  </a:lnTo>
                  <a:lnTo>
                    <a:pt x="3180245" y="729015"/>
                  </a:lnTo>
                  <a:lnTo>
                    <a:pt x="3181200" y="729493"/>
                  </a:lnTo>
                  <a:lnTo>
                    <a:pt x="3183112" y="729493"/>
                  </a:lnTo>
                  <a:lnTo>
                    <a:pt x="3186455" y="730448"/>
                  </a:lnTo>
                  <a:lnTo>
                    <a:pt x="3186933" y="732359"/>
                  </a:lnTo>
                  <a:lnTo>
                    <a:pt x="3187889" y="732837"/>
                  </a:lnTo>
                  <a:lnTo>
                    <a:pt x="3189800" y="731882"/>
                  </a:lnTo>
                  <a:lnTo>
                    <a:pt x="3196488" y="730926"/>
                  </a:lnTo>
                  <a:lnTo>
                    <a:pt x="3198399" y="731404"/>
                  </a:lnTo>
                  <a:lnTo>
                    <a:pt x="3201265" y="732359"/>
                  </a:lnTo>
                  <a:lnTo>
                    <a:pt x="3202221" y="732359"/>
                  </a:lnTo>
                  <a:lnTo>
                    <a:pt x="3203654" y="731882"/>
                  </a:lnTo>
                  <a:lnTo>
                    <a:pt x="3204609" y="730448"/>
                  </a:lnTo>
                  <a:lnTo>
                    <a:pt x="3203176" y="726626"/>
                  </a:lnTo>
                  <a:lnTo>
                    <a:pt x="3199832" y="723760"/>
                  </a:lnTo>
                  <a:lnTo>
                    <a:pt x="3197443" y="721372"/>
                  </a:lnTo>
                  <a:lnTo>
                    <a:pt x="3196488" y="719461"/>
                  </a:lnTo>
                  <a:lnTo>
                    <a:pt x="3197443" y="718983"/>
                  </a:lnTo>
                  <a:lnTo>
                    <a:pt x="3198399" y="718983"/>
                  </a:lnTo>
                  <a:lnTo>
                    <a:pt x="3201265" y="721849"/>
                  </a:lnTo>
                  <a:lnTo>
                    <a:pt x="3203176" y="723760"/>
                  </a:lnTo>
                  <a:lnTo>
                    <a:pt x="3205565" y="725193"/>
                  </a:lnTo>
                  <a:lnTo>
                    <a:pt x="3207476" y="726149"/>
                  </a:lnTo>
                  <a:lnTo>
                    <a:pt x="3212253" y="727104"/>
                  </a:lnTo>
                  <a:lnTo>
                    <a:pt x="3214164" y="725671"/>
                  </a:lnTo>
                  <a:lnTo>
                    <a:pt x="3214642" y="723282"/>
                  </a:lnTo>
                  <a:lnTo>
                    <a:pt x="3214164" y="718027"/>
                  </a:lnTo>
                  <a:lnTo>
                    <a:pt x="3214642" y="716594"/>
                  </a:lnTo>
                  <a:lnTo>
                    <a:pt x="3217508" y="713728"/>
                  </a:lnTo>
                  <a:lnTo>
                    <a:pt x="3222285" y="709906"/>
                  </a:lnTo>
                  <a:lnTo>
                    <a:pt x="3225630" y="708951"/>
                  </a:lnTo>
                  <a:lnTo>
                    <a:pt x="3226585" y="708951"/>
                  </a:lnTo>
                  <a:lnTo>
                    <a:pt x="3227540" y="709906"/>
                  </a:lnTo>
                  <a:lnTo>
                    <a:pt x="3228973" y="710384"/>
                  </a:lnTo>
                  <a:lnTo>
                    <a:pt x="3230884" y="707995"/>
                  </a:lnTo>
                  <a:lnTo>
                    <a:pt x="3229929" y="704173"/>
                  </a:lnTo>
                  <a:lnTo>
                    <a:pt x="3227540" y="703218"/>
                  </a:lnTo>
                  <a:lnTo>
                    <a:pt x="3220852" y="702740"/>
                  </a:lnTo>
                  <a:lnTo>
                    <a:pt x="3221807" y="701307"/>
                  </a:lnTo>
                  <a:lnTo>
                    <a:pt x="3221330" y="699874"/>
                  </a:lnTo>
                  <a:lnTo>
                    <a:pt x="3220852" y="697963"/>
                  </a:lnTo>
                  <a:lnTo>
                    <a:pt x="3219419" y="697007"/>
                  </a:lnTo>
                  <a:lnTo>
                    <a:pt x="3218464" y="697007"/>
                  </a:lnTo>
                  <a:lnTo>
                    <a:pt x="3216075" y="697963"/>
                  </a:lnTo>
                  <a:lnTo>
                    <a:pt x="3213686" y="699396"/>
                  </a:lnTo>
                  <a:lnTo>
                    <a:pt x="3214642" y="697485"/>
                  </a:lnTo>
                  <a:lnTo>
                    <a:pt x="3216075" y="696052"/>
                  </a:lnTo>
                  <a:lnTo>
                    <a:pt x="3215597" y="695096"/>
                  </a:lnTo>
                  <a:lnTo>
                    <a:pt x="3214642" y="694141"/>
                  </a:lnTo>
                  <a:lnTo>
                    <a:pt x="3206998" y="686497"/>
                  </a:lnTo>
                  <a:lnTo>
                    <a:pt x="3202698" y="683631"/>
                  </a:lnTo>
                  <a:lnTo>
                    <a:pt x="3198399" y="679809"/>
                  </a:lnTo>
                  <a:lnTo>
                    <a:pt x="3194577" y="673121"/>
                  </a:lnTo>
                  <a:lnTo>
                    <a:pt x="3189800" y="667866"/>
                  </a:lnTo>
                  <a:lnTo>
                    <a:pt x="3185023" y="665955"/>
                  </a:lnTo>
                  <a:lnTo>
                    <a:pt x="3180245" y="666433"/>
                  </a:lnTo>
                  <a:lnTo>
                    <a:pt x="3176901" y="664999"/>
                  </a:lnTo>
                  <a:lnTo>
                    <a:pt x="3173557" y="663566"/>
                  </a:lnTo>
                  <a:lnTo>
                    <a:pt x="3165913" y="661655"/>
                  </a:lnTo>
                  <a:lnTo>
                    <a:pt x="3165913" y="663089"/>
                  </a:lnTo>
                  <a:lnTo>
                    <a:pt x="3174512" y="665955"/>
                  </a:lnTo>
                  <a:lnTo>
                    <a:pt x="3175468" y="666910"/>
                  </a:lnTo>
                  <a:lnTo>
                    <a:pt x="3174990" y="667866"/>
                  </a:lnTo>
                  <a:lnTo>
                    <a:pt x="3173079" y="668344"/>
                  </a:lnTo>
                  <a:lnTo>
                    <a:pt x="3166869" y="667388"/>
                  </a:lnTo>
                  <a:lnTo>
                    <a:pt x="3164958" y="666910"/>
                  </a:lnTo>
                  <a:lnTo>
                    <a:pt x="3163047" y="664999"/>
                  </a:lnTo>
                  <a:lnTo>
                    <a:pt x="3162091" y="664999"/>
                  </a:lnTo>
                  <a:lnTo>
                    <a:pt x="3161614" y="666433"/>
                  </a:lnTo>
                  <a:lnTo>
                    <a:pt x="3161614" y="668821"/>
                  </a:lnTo>
                  <a:lnTo>
                    <a:pt x="3162569" y="671210"/>
                  </a:lnTo>
                  <a:lnTo>
                    <a:pt x="3161136" y="672165"/>
                  </a:lnTo>
                  <a:lnTo>
                    <a:pt x="3159225" y="671688"/>
                  </a:lnTo>
                  <a:lnTo>
                    <a:pt x="3159225" y="668821"/>
                  </a:lnTo>
                  <a:lnTo>
                    <a:pt x="3159703" y="666910"/>
                  </a:lnTo>
                  <a:lnTo>
                    <a:pt x="3161614" y="663089"/>
                  </a:lnTo>
                  <a:lnTo>
                    <a:pt x="3162569" y="662133"/>
                  </a:lnTo>
                  <a:lnTo>
                    <a:pt x="3163047" y="661655"/>
                  </a:lnTo>
                  <a:lnTo>
                    <a:pt x="3156359" y="659744"/>
                  </a:lnTo>
                  <a:lnTo>
                    <a:pt x="3154448" y="658789"/>
                  </a:lnTo>
                  <a:lnTo>
                    <a:pt x="3152537" y="657833"/>
                  </a:lnTo>
                  <a:lnTo>
                    <a:pt x="3148715" y="659744"/>
                  </a:lnTo>
                  <a:lnTo>
                    <a:pt x="3137250" y="660222"/>
                  </a:lnTo>
                  <a:lnTo>
                    <a:pt x="3135339" y="660700"/>
                  </a:lnTo>
                  <a:lnTo>
                    <a:pt x="3135339" y="661655"/>
                  </a:lnTo>
                  <a:lnTo>
                    <a:pt x="3135816" y="662611"/>
                  </a:lnTo>
                  <a:lnTo>
                    <a:pt x="3137727" y="663089"/>
                  </a:lnTo>
                  <a:lnTo>
                    <a:pt x="3139638" y="663089"/>
                  </a:lnTo>
                  <a:lnTo>
                    <a:pt x="3140593" y="664522"/>
                  </a:lnTo>
                  <a:lnTo>
                    <a:pt x="3142982" y="665477"/>
                  </a:lnTo>
                  <a:lnTo>
                    <a:pt x="3144416" y="667388"/>
                  </a:lnTo>
                  <a:lnTo>
                    <a:pt x="3145371" y="670732"/>
                  </a:lnTo>
                  <a:lnTo>
                    <a:pt x="3145848" y="672643"/>
                  </a:lnTo>
                  <a:lnTo>
                    <a:pt x="3146326" y="675032"/>
                  </a:lnTo>
                  <a:lnTo>
                    <a:pt x="3144893" y="679331"/>
                  </a:lnTo>
                  <a:lnTo>
                    <a:pt x="3143460" y="680765"/>
                  </a:lnTo>
                  <a:lnTo>
                    <a:pt x="3141549" y="681720"/>
                  </a:lnTo>
                  <a:lnTo>
                    <a:pt x="3142505" y="684109"/>
                  </a:lnTo>
                  <a:lnTo>
                    <a:pt x="3144416" y="686019"/>
                  </a:lnTo>
                  <a:lnTo>
                    <a:pt x="3147759" y="686975"/>
                  </a:lnTo>
                  <a:lnTo>
                    <a:pt x="3149193" y="688408"/>
                  </a:lnTo>
                  <a:lnTo>
                    <a:pt x="3150626" y="690797"/>
                  </a:lnTo>
                  <a:lnTo>
                    <a:pt x="3149670" y="694141"/>
                  </a:lnTo>
                  <a:lnTo>
                    <a:pt x="3148237" y="696530"/>
                  </a:lnTo>
                  <a:lnTo>
                    <a:pt x="3147282" y="697485"/>
                  </a:lnTo>
                  <a:lnTo>
                    <a:pt x="3146326" y="699396"/>
                  </a:lnTo>
                  <a:lnTo>
                    <a:pt x="3145848" y="699874"/>
                  </a:lnTo>
                  <a:lnTo>
                    <a:pt x="3144893" y="699874"/>
                  </a:lnTo>
                  <a:lnTo>
                    <a:pt x="3145848" y="693185"/>
                  </a:lnTo>
                  <a:lnTo>
                    <a:pt x="3144416" y="688886"/>
                  </a:lnTo>
                  <a:lnTo>
                    <a:pt x="3142027" y="689841"/>
                  </a:lnTo>
                  <a:lnTo>
                    <a:pt x="3141071" y="691275"/>
                  </a:lnTo>
                  <a:lnTo>
                    <a:pt x="3139160" y="694619"/>
                  </a:lnTo>
                  <a:lnTo>
                    <a:pt x="3138205" y="695096"/>
                  </a:lnTo>
                  <a:lnTo>
                    <a:pt x="3137727" y="693663"/>
                  </a:lnTo>
                  <a:lnTo>
                    <a:pt x="3137250" y="690797"/>
                  </a:lnTo>
                  <a:lnTo>
                    <a:pt x="3136771" y="687931"/>
                  </a:lnTo>
                  <a:lnTo>
                    <a:pt x="3136294" y="686019"/>
                  </a:lnTo>
                  <a:lnTo>
                    <a:pt x="3133905" y="684109"/>
                  </a:lnTo>
                  <a:lnTo>
                    <a:pt x="3132950" y="683153"/>
                  </a:lnTo>
                  <a:lnTo>
                    <a:pt x="3129128" y="682675"/>
                  </a:lnTo>
                  <a:lnTo>
                    <a:pt x="3127695" y="682198"/>
                  </a:lnTo>
                  <a:lnTo>
                    <a:pt x="3129128" y="677420"/>
                  </a:lnTo>
                  <a:lnTo>
                    <a:pt x="3131039" y="674554"/>
                  </a:lnTo>
                  <a:lnTo>
                    <a:pt x="3130561" y="668821"/>
                  </a:lnTo>
                  <a:lnTo>
                    <a:pt x="3129605" y="666433"/>
                  </a:lnTo>
                  <a:lnTo>
                    <a:pt x="3128650" y="664999"/>
                  </a:lnTo>
                  <a:lnTo>
                    <a:pt x="3127695" y="660222"/>
                  </a:lnTo>
                  <a:lnTo>
                    <a:pt x="3127695" y="655445"/>
                  </a:lnTo>
                  <a:lnTo>
                    <a:pt x="3129128" y="652101"/>
                  </a:lnTo>
                  <a:lnTo>
                    <a:pt x="3129128" y="648279"/>
                  </a:lnTo>
                  <a:lnTo>
                    <a:pt x="3128173" y="645412"/>
                  </a:lnTo>
                  <a:lnTo>
                    <a:pt x="3126262" y="644457"/>
                  </a:lnTo>
                  <a:lnTo>
                    <a:pt x="3125306" y="645412"/>
                  </a:lnTo>
                  <a:lnTo>
                    <a:pt x="3123873" y="647324"/>
                  </a:lnTo>
                  <a:lnTo>
                    <a:pt x="3123395" y="647801"/>
                  </a:lnTo>
                  <a:lnTo>
                    <a:pt x="3119096" y="648279"/>
                  </a:lnTo>
                  <a:lnTo>
                    <a:pt x="3121962" y="643979"/>
                  </a:lnTo>
                  <a:lnTo>
                    <a:pt x="3121484" y="640158"/>
                  </a:lnTo>
                  <a:lnTo>
                    <a:pt x="3121007" y="638247"/>
                  </a:lnTo>
                  <a:lnTo>
                    <a:pt x="3120051" y="636336"/>
                  </a:lnTo>
                  <a:lnTo>
                    <a:pt x="3119573" y="632992"/>
                  </a:lnTo>
                  <a:lnTo>
                    <a:pt x="3088521" y="611494"/>
                  </a:lnTo>
                  <a:lnTo>
                    <a:pt x="3083266" y="608627"/>
                  </a:lnTo>
                  <a:lnTo>
                    <a:pt x="3080877" y="606239"/>
                  </a:lnTo>
                  <a:lnTo>
                    <a:pt x="3078489" y="605283"/>
                  </a:lnTo>
                  <a:lnTo>
                    <a:pt x="3076578" y="605761"/>
                  </a:lnTo>
                  <a:lnTo>
                    <a:pt x="3075145" y="606239"/>
                  </a:lnTo>
                  <a:lnTo>
                    <a:pt x="3074189" y="605761"/>
                  </a:lnTo>
                  <a:lnTo>
                    <a:pt x="3075145" y="603372"/>
                  </a:lnTo>
                  <a:lnTo>
                    <a:pt x="3076100" y="602895"/>
                  </a:lnTo>
                  <a:lnTo>
                    <a:pt x="3073234" y="599551"/>
                  </a:lnTo>
                  <a:lnTo>
                    <a:pt x="3061768" y="590474"/>
                  </a:lnTo>
                  <a:lnTo>
                    <a:pt x="3059379" y="589518"/>
                  </a:lnTo>
                  <a:lnTo>
                    <a:pt x="3061291" y="591907"/>
                  </a:lnTo>
                  <a:lnTo>
                    <a:pt x="3069412" y="598595"/>
                  </a:lnTo>
                  <a:lnTo>
                    <a:pt x="3070845" y="600984"/>
                  </a:lnTo>
                  <a:lnTo>
                    <a:pt x="3068456" y="603372"/>
                  </a:lnTo>
                  <a:lnTo>
                    <a:pt x="3065590" y="604328"/>
                  </a:lnTo>
                  <a:lnTo>
                    <a:pt x="3066545" y="601461"/>
                  </a:lnTo>
                  <a:lnTo>
                    <a:pt x="3066068" y="598117"/>
                  </a:lnTo>
                  <a:lnTo>
                    <a:pt x="3065112" y="596684"/>
                  </a:lnTo>
                  <a:lnTo>
                    <a:pt x="3062246" y="594296"/>
                  </a:lnTo>
                  <a:lnTo>
                    <a:pt x="3057468" y="592862"/>
                  </a:lnTo>
                  <a:lnTo>
                    <a:pt x="3053169" y="590474"/>
                  </a:lnTo>
                  <a:lnTo>
                    <a:pt x="3052214" y="588085"/>
                  </a:lnTo>
                  <a:lnTo>
                    <a:pt x="3051736" y="584741"/>
                  </a:lnTo>
                  <a:lnTo>
                    <a:pt x="3054602" y="587607"/>
                  </a:lnTo>
                  <a:lnTo>
                    <a:pt x="3056036" y="588563"/>
                  </a:lnTo>
                  <a:lnTo>
                    <a:pt x="3053169" y="584263"/>
                  </a:lnTo>
                  <a:lnTo>
                    <a:pt x="3049347" y="579964"/>
                  </a:lnTo>
                  <a:lnTo>
                    <a:pt x="3041704" y="576619"/>
                  </a:lnTo>
                  <a:lnTo>
                    <a:pt x="3039793" y="575186"/>
                  </a:lnTo>
                  <a:lnTo>
                    <a:pt x="3037882" y="572320"/>
                  </a:lnTo>
                  <a:lnTo>
                    <a:pt x="3036926" y="571842"/>
                  </a:lnTo>
                  <a:lnTo>
                    <a:pt x="3035493" y="572320"/>
                  </a:lnTo>
                  <a:lnTo>
                    <a:pt x="3031193" y="570887"/>
                  </a:lnTo>
                  <a:lnTo>
                    <a:pt x="3027372" y="568498"/>
                  </a:lnTo>
                  <a:lnTo>
                    <a:pt x="3024505" y="567065"/>
                  </a:lnTo>
                  <a:lnTo>
                    <a:pt x="3013040" y="554644"/>
                  </a:lnTo>
                  <a:lnTo>
                    <a:pt x="3006352" y="552733"/>
                  </a:lnTo>
                  <a:lnTo>
                    <a:pt x="3005874" y="550822"/>
                  </a:lnTo>
                  <a:lnTo>
                    <a:pt x="3005396" y="549389"/>
                  </a:lnTo>
                  <a:lnTo>
                    <a:pt x="3004441" y="547956"/>
                  </a:lnTo>
                  <a:lnTo>
                    <a:pt x="2996319" y="544612"/>
                  </a:lnTo>
                  <a:lnTo>
                    <a:pt x="2986287" y="542223"/>
                  </a:lnTo>
                  <a:lnTo>
                    <a:pt x="2975777" y="536490"/>
                  </a:lnTo>
                  <a:lnTo>
                    <a:pt x="2966222" y="534579"/>
                  </a:lnTo>
                  <a:lnTo>
                    <a:pt x="2956190" y="527891"/>
                  </a:lnTo>
                  <a:lnTo>
                    <a:pt x="2949979" y="523114"/>
                  </a:lnTo>
                  <a:lnTo>
                    <a:pt x="2946158" y="521203"/>
                  </a:lnTo>
                  <a:lnTo>
                    <a:pt x="2942813" y="520725"/>
                  </a:lnTo>
                  <a:lnTo>
                    <a:pt x="2933736" y="523114"/>
                  </a:lnTo>
                  <a:lnTo>
                    <a:pt x="2923704" y="523591"/>
                  </a:lnTo>
                  <a:lnTo>
                    <a:pt x="2914627" y="522158"/>
                  </a:lnTo>
                  <a:lnTo>
                    <a:pt x="2906984" y="522636"/>
                  </a:lnTo>
                  <a:lnTo>
                    <a:pt x="2903162" y="521681"/>
                  </a:lnTo>
                  <a:lnTo>
                    <a:pt x="2896951" y="518814"/>
                  </a:lnTo>
                  <a:lnTo>
                    <a:pt x="2895518" y="519770"/>
                  </a:lnTo>
                  <a:lnTo>
                    <a:pt x="2894085" y="525025"/>
                  </a:lnTo>
                  <a:lnTo>
                    <a:pt x="2889308" y="523114"/>
                  </a:lnTo>
                  <a:lnTo>
                    <a:pt x="2885963" y="520247"/>
                  </a:lnTo>
                  <a:lnTo>
                    <a:pt x="2879753" y="517381"/>
                  </a:lnTo>
                  <a:lnTo>
                    <a:pt x="2867810" y="515948"/>
                  </a:lnTo>
                  <a:lnTo>
                    <a:pt x="2853478" y="511648"/>
                  </a:lnTo>
                  <a:lnTo>
                    <a:pt x="2846312" y="510693"/>
                  </a:lnTo>
                  <a:lnTo>
                    <a:pt x="2838669" y="510215"/>
                  </a:lnTo>
                  <a:lnTo>
                    <a:pt x="2839146" y="519292"/>
                  </a:lnTo>
                  <a:lnTo>
                    <a:pt x="2839146" y="523591"/>
                  </a:lnTo>
                  <a:lnTo>
                    <a:pt x="2836280" y="528847"/>
                  </a:lnTo>
                  <a:lnTo>
                    <a:pt x="2832936" y="532668"/>
                  </a:lnTo>
                  <a:lnTo>
                    <a:pt x="2831980" y="535535"/>
                  </a:lnTo>
                  <a:lnTo>
                    <a:pt x="2840579" y="537923"/>
                  </a:lnTo>
                  <a:lnTo>
                    <a:pt x="2842968" y="547956"/>
                  </a:lnTo>
                  <a:lnTo>
                    <a:pt x="2846312" y="554166"/>
                  </a:lnTo>
                  <a:lnTo>
                    <a:pt x="2848701" y="560854"/>
                  </a:lnTo>
                  <a:lnTo>
                    <a:pt x="2848701" y="565632"/>
                  </a:lnTo>
                  <a:lnTo>
                    <a:pt x="2839624" y="576619"/>
                  </a:lnTo>
                  <a:lnTo>
                    <a:pt x="2830069" y="578053"/>
                  </a:lnTo>
                  <a:lnTo>
                    <a:pt x="2820992" y="578530"/>
                  </a:lnTo>
                  <a:lnTo>
                    <a:pt x="2817171" y="571842"/>
                  </a:lnTo>
                  <a:lnTo>
                    <a:pt x="2815260" y="563721"/>
                  </a:lnTo>
                  <a:lnTo>
                    <a:pt x="2808094" y="559421"/>
                  </a:lnTo>
                  <a:lnTo>
                    <a:pt x="2800928" y="556077"/>
                  </a:lnTo>
                  <a:lnTo>
                    <a:pt x="2797584" y="555599"/>
                  </a:lnTo>
                  <a:lnTo>
                    <a:pt x="2795195" y="553689"/>
                  </a:lnTo>
                  <a:lnTo>
                    <a:pt x="2793762" y="544612"/>
                  </a:lnTo>
                  <a:lnTo>
                    <a:pt x="2792329" y="537923"/>
                  </a:lnTo>
                  <a:lnTo>
                    <a:pt x="2790418" y="535535"/>
                  </a:lnTo>
                  <a:lnTo>
                    <a:pt x="2788507" y="531713"/>
                  </a:lnTo>
                  <a:lnTo>
                    <a:pt x="2786596" y="530280"/>
                  </a:lnTo>
                  <a:lnTo>
                    <a:pt x="2781819" y="529324"/>
                  </a:lnTo>
                  <a:lnTo>
                    <a:pt x="2770831" y="539357"/>
                  </a:lnTo>
                  <a:lnTo>
                    <a:pt x="2767009" y="542223"/>
                  </a:lnTo>
                  <a:lnTo>
                    <a:pt x="2766054" y="542223"/>
                  </a:lnTo>
                  <a:lnTo>
                    <a:pt x="2749333" y="539834"/>
                  </a:lnTo>
                  <a:lnTo>
                    <a:pt x="2745033" y="537446"/>
                  </a:lnTo>
                  <a:lnTo>
                    <a:pt x="2720192" y="536490"/>
                  </a:lnTo>
                  <a:lnTo>
                    <a:pt x="2713026" y="530757"/>
                  </a:lnTo>
                  <a:lnTo>
                    <a:pt x="2708726" y="529802"/>
                  </a:lnTo>
                  <a:lnTo>
                    <a:pt x="2703949" y="531713"/>
                  </a:lnTo>
                  <a:lnTo>
                    <a:pt x="2700127" y="532191"/>
                  </a:lnTo>
                  <a:lnTo>
                    <a:pt x="2693916" y="530757"/>
                  </a:lnTo>
                  <a:lnTo>
                    <a:pt x="2689139" y="532668"/>
                  </a:lnTo>
                  <a:lnTo>
                    <a:pt x="2677674" y="534102"/>
                  </a:lnTo>
                  <a:lnTo>
                    <a:pt x="2673374" y="536490"/>
                  </a:lnTo>
                  <a:lnTo>
                    <a:pt x="2669075" y="539834"/>
                  </a:lnTo>
                  <a:lnTo>
                    <a:pt x="2660953" y="548433"/>
                  </a:lnTo>
                  <a:lnTo>
                    <a:pt x="2659998" y="552255"/>
                  </a:lnTo>
                  <a:lnTo>
                    <a:pt x="2659998" y="557510"/>
                  </a:lnTo>
                  <a:lnTo>
                    <a:pt x="2661431" y="564676"/>
                  </a:lnTo>
                  <a:lnTo>
                    <a:pt x="2661431" y="572320"/>
                  </a:lnTo>
                  <a:lnTo>
                    <a:pt x="2660475" y="575186"/>
                  </a:lnTo>
                  <a:lnTo>
                    <a:pt x="2657609" y="576619"/>
                  </a:lnTo>
                  <a:lnTo>
                    <a:pt x="2655221" y="585219"/>
                  </a:lnTo>
                  <a:lnTo>
                    <a:pt x="2652354" y="589518"/>
                  </a:lnTo>
                  <a:lnTo>
                    <a:pt x="2647577" y="590951"/>
                  </a:lnTo>
                  <a:lnTo>
                    <a:pt x="2650443" y="587607"/>
                  </a:lnTo>
                  <a:lnTo>
                    <a:pt x="2652832" y="585219"/>
                  </a:lnTo>
                  <a:lnTo>
                    <a:pt x="2657132" y="572320"/>
                  </a:lnTo>
                  <a:lnTo>
                    <a:pt x="2656653" y="568498"/>
                  </a:lnTo>
                  <a:lnTo>
                    <a:pt x="2653309" y="565632"/>
                  </a:lnTo>
                  <a:lnTo>
                    <a:pt x="2650921" y="562765"/>
                  </a:lnTo>
                  <a:lnTo>
                    <a:pt x="2649966" y="550822"/>
                  </a:lnTo>
                  <a:lnTo>
                    <a:pt x="2649010" y="544134"/>
                  </a:lnTo>
                  <a:lnTo>
                    <a:pt x="2648532" y="536490"/>
                  </a:lnTo>
                  <a:lnTo>
                    <a:pt x="2645188" y="534102"/>
                  </a:lnTo>
                  <a:lnTo>
                    <a:pt x="2632767" y="530280"/>
                  </a:lnTo>
                  <a:lnTo>
                    <a:pt x="2627512" y="527413"/>
                  </a:lnTo>
                  <a:lnTo>
                    <a:pt x="2625123" y="522636"/>
                  </a:lnTo>
                  <a:lnTo>
                    <a:pt x="2627512" y="516426"/>
                  </a:lnTo>
                  <a:lnTo>
                    <a:pt x="2627512" y="511648"/>
                  </a:lnTo>
                  <a:lnTo>
                    <a:pt x="2628468" y="507349"/>
                  </a:lnTo>
                  <a:lnTo>
                    <a:pt x="2630378" y="504005"/>
                  </a:lnTo>
                  <a:lnTo>
                    <a:pt x="2630856" y="499227"/>
                  </a:lnTo>
                  <a:lnTo>
                    <a:pt x="2629901" y="493017"/>
                  </a:lnTo>
                  <a:lnTo>
                    <a:pt x="2628945" y="488717"/>
                  </a:lnTo>
                  <a:lnTo>
                    <a:pt x="2626557" y="482984"/>
                  </a:lnTo>
                  <a:lnTo>
                    <a:pt x="2625123" y="480596"/>
                  </a:lnTo>
                  <a:lnTo>
                    <a:pt x="2617957" y="472952"/>
                  </a:lnTo>
                  <a:lnTo>
                    <a:pt x="2605059" y="464831"/>
                  </a:lnTo>
                  <a:lnTo>
                    <a:pt x="2591682" y="459098"/>
                  </a:lnTo>
                  <a:lnTo>
                    <a:pt x="2580217" y="457187"/>
                  </a:lnTo>
                  <a:lnTo>
                    <a:pt x="2564930" y="456232"/>
                  </a:lnTo>
                  <a:lnTo>
                    <a:pt x="2549164" y="456232"/>
                  </a:lnTo>
                  <a:lnTo>
                    <a:pt x="2543432" y="459098"/>
                  </a:lnTo>
                  <a:lnTo>
                    <a:pt x="2531966" y="459576"/>
                  </a:lnTo>
                  <a:lnTo>
                    <a:pt x="2520023" y="462920"/>
                  </a:lnTo>
                  <a:lnTo>
                    <a:pt x="2507602" y="468175"/>
                  </a:lnTo>
                  <a:lnTo>
                    <a:pt x="2500914" y="468175"/>
                  </a:lnTo>
                  <a:lnTo>
                    <a:pt x="2488015" y="470564"/>
                  </a:lnTo>
                  <a:lnTo>
                    <a:pt x="2482282" y="470564"/>
                  </a:lnTo>
                  <a:lnTo>
                    <a:pt x="2467473" y="462442"/>
                  </a:lnTo>
                  <a:lnTo>
                    <a:pt x="2471772" y="461009"/>
                  </a:lnTo>
                  <a:lnTo>
                    <a:pt x="2473683" y="460053"/>
                  </a:lnTo>
                  <a:lnTo>
                    <a:pt x="2466995" y="449066"/>
                  </a:lnTo>
                  <a:lnTo>
                    <a:pt x="2463651" y="445244"/>
                  </a:lnTo>
                  <a:lnTo>
                    <a:pt x="2455052" y="440467"/>
                  </a:lnTo>
                  <a:lnTo>
                    <a:pt x="2451708" y="439989"/>
                  </a:lnTo>
                  <a:lnTo>
                    <a:pt x="2448841" y="440944"/>
                  </a:lnTo>
                  <a:lnTo>
                    <a:pt x="2436898" y="446199"/>
                  </a:lnTo>
                  <a:lnTo>
                    <a:pt x="2434032" y="448588"/>
                  </a:lnTo>
                  <a:lnTo>
                    <a:pt x="2439765" y="442377"/>
                  </a:lnTo>
                  <a:lnTo>
                    <a:pt x="2442631" y="439511"/>
                  </a:lnTo>
                  <a:lnTo>
                    <a:pt x="2445497" y="435689"/>
                  </a:lnTo>
                  <a:lnTo>
                    <a:pt x="2445020" y="433301"/>
                  </a:lnTo>
                  <a:lnTo>
                    <a:pt x="2444064" y="431867"/>
                  </a:lnTo>
                  <a:lnTo>
                    <a:pt x="2433554" y="432345"/>
                  </a:lnTo>
                  <a:lnTo>
                    <a:pt x="2432599" y="431867"/>
                  </a:lnTo>
                  <a:lnTo>
                    <a:pt x="2430688" y="428523"/>
                  </a:lnTo>
                  <a:lnTo>
                    <a:pt x="2429254" y="427090"/>
                  </a:lnTo>
                  <a:lnTo>
                    <a:pt x="2422566" y="423746"/>
                  </a:lnTo>
                  <a:lnTo>
                    <a:pt x="2417311" y="422313"/>
                  </a:lnTo>
                  <a:lnTo>
                    <a:pt x="2412056" y="422313"/>
                  </a:lnTo>
                  <a:lnTo>
                    <a:pt x="2411101" y="420880"/>
                  </a:lnTo>
                  <a:lnTo>
                    <a:pt x="2411579" y="418969"/>
                  </a:lnTo>
                  <a:lnTo>
                    <a:pt x="2411579" y="418013"/>
                  </a:lnTo>
                  <a:lnTo>
                    <a:pt x="2413490" y="416102"/>
                  </a:lnTo>
                  <a:lnTo>
                    <a:pt x="2418267" y="414191"/>
                  </a:lnTo>
                  <a:lnTo>
                    <a:pt x="2429732" y="413236"/>
                  </a:lnTo>
                  <a:lnTo>
                    <a:pt x="2432599" y="410370"/>
                  </a:lnTo>
                  <a:lnTo>
                    <a:pt x="2432121" y="407025"/>
                  </a:lnTo>
                  <a:lnTo>
                    <a:pt x="2431643" y="404637"/>
                  </a:lnTo>
                  <a:lnTo>
                    <a:pt x="2427821" y="398426"/>
                  </a:lnTo>
                  <a:lnTo>
                    <a:pt x="2422566" y="394127"/>
                  </a:lnTo>
                  <a:lnTo>
                    <a:pt x="2411579" y="388872"/>
                  </a:lnTo>
                  <a:lnTo>
                    <a:pt x="2400590" y="385528"/>
                  </a:lnTo>
                  <a:lnTo>
                    <a:pt x="2381481" y="383617"/>
                  </a:lnTo>
                  <a:lnTo>
                    <a:pt x="2378137" y="384572"/>
                  </a:lnTo>
                  <a:lnTo>
                    <a:pt x="2375271" y="386961"/>
                  </a:lnTo>
                  <a:lnTo>
                    <a:pt x="2370972" y="392216"/>
                  </a:lnTo>
                  <a:lnTo>
                    <a:pt x="2360461" y="408459"/>
                  </a:lnTo>
                  <a:lnTo>
                    <a:pt x="2354251" y="415147"/>
                  </a:lnTo>
                  <a:lnTo>
                    <a:pt x="2348996" y="418969"/>
                  </a:lnTo>
                  <a:lnTo>
                    <a:pt x="2337053" y="421835"/>
                  </a:lnTo>
                  <a:lnTo>
                    <a:pt x="2334664" y="421357"/>
                  </a:lnTo>
                  <a:lnTo>
                    <a:pt x="2332753" y="418491"/>
                  </a:lnTo>
                  <a:lnTo>
                    <a:pt x="2333708" y="416102"/>
                  </a:lnTo>
                  <a:lnTo>
                    <a:pt x="2334664" y="413714"/>
                  </a:lnTo>
                  <a:lnTo>
                    <a:pt x="2334664" y="412758"/>
                  </a:lnTo>
                  <a:lnTo>
                    <a:pt x="2334186" y="409892"/>
                  </a:lnTo>
                  <a:lnTo>
                    <a:pt x="2334186" y="408459"/>
                  </a:lnTo>
                  <a:lnTo>
                    <a:pt x="2335619" y="408459"/>
                  </a:lnTo>
                  <a:lnTo>
                    <a:pt x="2338486" y="410370"/>
                  </a:lnTo>
                  <a:lnTo>
                    <a:pt x="2341352" y="410370"/>
                  </a:lnTo>
                  <a:lnTo>
                    <a:pt x="2348040" y="407503"/>
                  </a:lnTo>
                  <a:lnTo>
                    <a:pt x="2348040" y="402726"/>
                  </a:lnTo>
                  <a:lnTo>
                    <a:pt x="2346129" y="400337"/>
                  </a:lnTo>
                  <a:lnTo>
                    <a:pt x="2347085" y="393649"/>
                  </a:lnTo>
                  <a:lnTo>
                    <a:pt x="2347085" y="391738"/>
                  </a:lnTo>
                  <a:lnTo>
                    <a:pt x="2348040" y="390783"/>
                  </a:lnTo>
                  <a:lnTo>
                    <a:pt x="2348996" y="390783"/>
                  </a:lnTo>
                  <a:lnTo>
                    <a:pt x="2353773" y="395560"/>
                  </a:lnTo>
                  <a:lnTo>
                    <a:pt x="2355684" y="395560"/>
                  </a:lnTo>
                  <a:lnTo>
                    <a:pt x="2357595" y="396038"/>
                  </a:lnTo>
                  <a:lnTo>
                    <a:pt x="2353295" y="407025"/>
                  </a:lnTo>
                  <a:lnTo>
                    <a:pt x="2355206" y="407503"/>
                  </a:lnTo>
                  <a:lnTo>
                    <a:pt x="2360939" y="401770"/>
                  </a:lnTo>
                  <a:lnTo>
                    <a:pt x="2364761" y="396993"/>
                  </a:lnTo>
                  <a:lnTo>
                    <a:pt x="2369060" y="389827"/>
                  </a:lnTo>
                  <a:lnTo>
                    <a:pt x="2369538" y="386483"/>
                  </a:lnTo>
                  <a:lnTo>
                    <a:pt x="2364761" y="386005"/>
                  </a:lnTo>
                  <a:lnTo>
                    <a:pt x="2333708" y="388872"/>
                  </a:lnTo>
                  <a:lnTo>
                    <a:pt x="2322721" y="393649"/>
                  </a:lnTo>
                  <a:lnTo>
                    <a:pt x="2319376" y="392694"/>
                  </a:lnTo>
                  <a:lnTo>
                    <a:pt x="2316510" y="388872"/>
                  </a:lnTo>
                  <a:lnTo>
                    <a:pt x="2320332" y="388394"/>
                  </a:lnTo>
                  <a:lnTo>
                    <a:pt x="2325110" y="386005"/>
                  </a:lnTo>
                  <a:lnTo>
                    <a:pt x="2328931" y="381228"/>
                  </a:lnTo>
                  <a:lnTo>
                    <a:pt x="2331320" y="380273"/>
                  </a:lnTo>
                  <a:lnTo>
                    <a:pt x="2337530" y="380750"/>
                  </a:lnTo>
                  <a:lnTo>
                    <a:pt x="2342308" y="382661"/>
                  </a:lnTo>
                  <a:lnTo>
                    <a:pt x="2357595" y="383139"/>
                  </a:lnTo>
                  <a:lnTo>
                    <a:pt x="2358072" y="377884"/>
                  </a:lnTo>
                  <a:lnTo>
                    <a:pt x="2354729" y="375973"/>
                  </a:lnTo>
                  <a:lnTo>
                    <a:pt x="2347085" y="374540"/>
                  </a:lnTo>
                  <a:lnTo>
                    <a:pt x="2342785" y="371674"/>
                  </a:lnTo>
                  <a:lnTo>
                    <a:pt x="2337053" y="370240"/>
                  </a:lnTo>
                  <a:lnTo>
                    <a:pt x="2324631" y="367374"/>
                  </a:lnTo>
                  <a:lnTo>
                    <a:pt x="2319376" y="365463"/>
                  </a:lnTo>
                  <a:lnTo>
                    <a:pt x="2306956" y="363552"/>
                  </a:lnTo>
                  <a:lnTo>
                    <a:pt x="2303612" y="362119"/>
                  </a:lnTo>
                  <a:lnTo>
                    <a:pt x="2274948" y="360686"/>
                  </a:lnTo>
                  <a:lnTo>
                    <a:pt x="2263960" y="356864"/>
                  </a:lnTo>
                  <a:lnTo>
                    <a:pt x="2260138" y="352564"/>
                  </a:lnTo>
                  <a:lnTo>
                    <a:pt x="2250106" y="350176"/>
                  </a:lnTo>
                  <a:lnTo>
                    <a:pt x="2248195" y="350176"/>
                  </a:lnTo>
                  <a:lnTo>
                    <a:pt x="2247239" y="351609"/>
                  </a:lnTo>
                  <a:lnTo>
                    <a:pt x="2246762" y="353520"/>
                  </a:lnTo>
                  <a:lnTo>
                    <a:pt x="2253450" y="361163"/>
                  </a:lnTo>
                  <a:lnTo>
                    <a:pt x="2253450" y="366418"/>
                  </a:lnTo>
                  <a:lnTo>
                    <a:pt x="2255361" y="368807"/>
                  </a:lnTo>
                  <a:lnTo>
                    <a:pt x="2248195" y="373107"/>
                  </a:lnTo>
                  <a:lnTo>
                    <a:pt x="2242940" y="374540"/>
                  </a:lnTo>
                  <a:lnTo>
                    <a:pt x="2226219" y="374540"/>
                  </a:lnTo>
                  <a:lnTo>
                    <a:pt x="2223353" y="376451"/>
                  </a:lnTo>
                  <a:lnTo>
                    <a:pt x="2217142" y="384572"/>
                  </a:lnTo>
                  <a:lnTo>
                    <a:pt x="2217142" y="388394"/>
                  </a:lnTo>
                  <a:lnTo>
                    <a:pt x="2217620" y="394604"/>
                  </a:lnTo>
                  <a:lnTo>
                    <a:pt x="2222875" y="394604"/>
                  </a:lnTo>
                  <a:lnTo>
                    <a:pt x="2224308" y="391738"/>
                  </a:lnTo>
                  <a:lnTo>
                    <a:pt x="2226219" y="390783"/>
                  </a:lnTo>
                  <a:lnTo>
                    <a:pt x="2236730" y="391738"/>
                  </a:lnTo>
                  <a:lnTo>
                    <a:pt x="2237685" y="392694"/>
                  </a:lnTo>
                  <a:lnTo>
                    <a:pt x="2234341" y="394604"/>
                  </a:lnTo>
                  <a:lnTo>
                    <a:pt x="2230997" y="395082"/>
                  </a:lnTo>
                  <a:lnTo>
                    <a:pt x="2226697" y="404159"/>
                  </a:lnTo>
                  <a:lnTo>
                    <a:pt x="2221442" y="407025"/>
                  </a:lnTo>
                  <a:lnTo>
                    <a:pt x="2225264" y="408459"/>
                  </a:lnTo>
                  <a:lnTo>
                    <a:pt x="2228608" y="410847"/>
                  </a:lnTo>
                  <a:lnTo>
                    <a:pt x="2228130" y="421357"/>
                  </a:lnTo>
                  <a:lnTo>
                    <a:pt x="2232908" y="429957"/>
                  </a:lnTo>
                  <a:lnTo>
                    <a:pt x="2233863" y="433778"/>
                  </a:lnTo>
                  <a:lnTo>
                    <a:pt x="2226697" y="433778"/>
                  </a:lnTo>
                  <a:lnTo>
                    <a:pt x="2220487" y="436167"/>
                  </a:lnTo>
                  <a:lnTo>
                    <a:pt x="2218098" y="436167"/>
                  </a:lnTo>
                  <a:lnTo>
                    <a:pt x="2214276" y="429957"/>
                  </a:lnTo>
                  <a:lnTo>
                    <a:pt x="2209976" y="425657"/>
                  </a:lnTo>
                  <a:lnTo>
                    <a:pt x="2207588" y="425179"/>
                  </a:lnTo>
                  <a:lnTo>
                    <a:pt x="2204721" y="429479"/>
                  </a:lnTo>
                  <a:lnTo>
                    <a:pt x="2200422" y="427090"/>
                  </a:lnTo>
                  <a:lnTo>
                    <a:pt x="2198989" y="427568"/>
                  </a:lnTo>
                  <a:lnTo>
                    <a:pt x="2196600" y="429479"/>
                  </a:lnTo>
                  <a:lnTo>
                    <a:pt x="2195167" y="431390"/>
                  </a:lnTo>
                  <a:lnTo>
                    <a:pt x="2194212" y="435211"/>
                  </a:lnTo>
                  <a:lnTo>
                    <a:pt x="2192778" y="437123"/>
                  </a:lnTo>
                  <a:lnTo>
                    <a:pt x="2192778" y="439511"/>
                  </a:lnTo>
                  <a:lnTo>
                    <a:pt x="2194689" y="440944"/>
                  </a:lnTo>
                  <a:lnTo>
                    <a:pt x="2196123" y="440944"/>
                  </a:lnTo>
                  <a:lnTo>
                    <a:pt x="2200422" y="442855"/>
                  </a:lnTo>
                  <a:lnTo>
                    <a:pt x="2196123" y="444288"/>
                  </a:lnTo>
                  <a:lnTo>
                    <a:pt x="2195167" y="445244"/>
                  </a:lnTo>
                  <a:lnTo>
                    <a:pt x="2194689" y="446677"/>
                  </a:lnTo>
                  <a:lnTo>
                    <a:pt x="2191345" y="448588"/>
                  </a:lnTo>
                  <a:lnTo>
                    <a:pt x="2192301" y="450499"/>
                  </a:lnTo>
                  <a:lnTo>
                    <a:pt x="2193734" y="451932"/>
                  </a:lnTo>
                  <a:lnTo>
                    <a:pt x="2194212" y="453365"/>
                  </a:lnTo>
                  <a:lnTo>
                    <a:pt x="2193256" y="453843"/>
                  </a:lnTo>
                  <a:lnTo>
                    <a:pt x="2190390" y="452410"/>
                  </a:lnTo>
                  <a:lnTo>
                    <a:pt x="2187523" y="449543"/>
                  </a:lnTo>
                  <a:lnTo>
                    <a:pt x="2182746" y="444766"/>
                  </a:lnTo>
                  <a:lnTo>
                    <a:pt x="2180835" y="440944"/>
                  </a:lnTo>
                  <a:lnTo>
                    <a:pt x="2177013" y="438078"/>
                  </a:lnTo>
                  <a:lnTo>
                    <a:pt x="2162682" y="429001"/>
                  </a:lnTo>
                  <a:lnTo>
                    <a:pt x="2156471" y="426135"/>
                  </a:lnTo>
                  <a:lnTo>
                    <a:pt x="2152649" y="425657"/>
                  </a:lnTo>
                  <a:lnTo>
                    <a:pt x="2145961" y="426612"/>
                  </a:lnTo>
                  <a:lnTo>
                    <a:pt x="2142139" y="430434"/>
                  </a:lnTo>
                  <a:lnTo>
                    <a:pt x="2135451" y="432345"/>
                  </a:lnTo>
                  <a:lnTo>
                    <a:pt x="2131151" y="435211"/>
                  </a:lnTo>
                  <a:lnTo>
                    <a:pt x="2128762" y="439511"/>
                  </a:lnTo>
                  <a:lnTo>
                    <a:pt x="2116819" y="439989"/>
                  </a:lnTo>
                  <a:lnTo>
                    <a:pt x="2108698" y="436645"/>
                  </a:lnTo>
                  <a:lnTo>
                    <a:pt x="2103443" y="433778"/>
                  </a:lnTo>
                  <a:lnTo>
                    <a:pt x="2097710" y="427090"/>
                  </a:lnTo>
                  <a:lnTo>
                    <a:pt x="2091977" y="418491"/>
                  </a:lnTo>
                  <a:lnTo>
                    <a:pt x="2091500" y="417536"/>
                  </a:lnTo>
                  <a:lnTo>
                    <a:pt x="2090544" y="415625"/>
                  </a:lnTo>
                  <a:lnTo>
                    <a:pt x="2089589" y="411803"/>
                  </a:lnTo>
                  <a:lnTo>
                    <a:pt x="2088155" y="408459"/>
                  </a:lnTo>
                  <a:lnTo>
                    <a:pt x="2086722" y="410370"/>
                  </a:lnTo>
                  <a:lnTo>
                    <a:pt x="2081945" y="419924"/>
                  </a:lnTo>
                  <a:lnTo>
                    <a:pt x="2080034" y="424702"/>
                  </a:lnTo>
                  <a:lnTo>
                    <a:pt x="2077168" y="434256"/>
                  </a:lnTo>
                  <a:lnTo>
                    <a:pt x="2075257" y="441422"/>
                  </a:lnTo>
                  <a:lnTo>
                    <a:pt x="2075257" y="444766"/>
                  </a:lnTo>
                  <a:lnTo>
                    <a:pt x="2076212" y="447632"/>
                  </a:lnTo>
                  <a:lnTo>
                    <a:pt x="2073346" y="450021"/>
                  </a:lnTo>
                  <a:lnTo>
                    <a:pt x="2070957" y="455754"/>
                  </a:lnTo>
                  <a:lnTo>
                    <a:pt x="2066657" y="466742"/>
                  </a:lnTo>
                  <a:lnTo>
                    <a:pt x="2064269" y="471041"/>
                  </a:lnTo>
                  <a:lnTo>
                    <a:pt x="2060925" y="474385"/>
                  </a:lnTo>
                  <a:lnTo>
                    <a:pt x="2058536" y="475818"/>
                  </a:lnTo>
                  <a:lnTo>
                    <a:pt x="2056148" y="475341"/>
                  </a:lnTo>
                  <a:lnTo>
                    <a:pt x="2053281" y="472474"/>
                  </a:lnTo>
                  <a:lnTo>
                    <a:pt x="2052326" y="464831"/>
                  </a:lnTo>
                  <a:lnTo>
                    <a:pt x="2050893" y="463398"/>
                  </a:lnTo>
                  <a:lnTo>
                    <a:pt x="2048982" y="467697"/>
                  </a:lnTo>
                  <a:lnTo>
                    <a:pt x="2046115" y="467219"/>
                  </a:lnTo>
                  <a:lnTo>
                    <a:pt x="2041338" y="464353"/>
                  </a:lnTo>
                  <a:lnTo>
                    <a:pt x="2036083" y="457665"/>
                  </a:lnTo>
                  <a:lnTo>
                    <a:pt x="2030828" y="454798"/>
                  </a:lnTo>
                  <a:lnTo>
                    <a:pt x="2023662" y="438556"/>
                  </a:lnTo>
                  <a:lnTo>
                    <a:pt x="2020318" y="432823"/>
                  </a:lnTo>
                  <a:lnTo>
                    <a:pt x="2018407" y="427568"/>
                  </a:lnTo>
                  <a:lnTo>
                    <a:pt x="2014107" y="427090"/>
                  </a:lnTo>
                  <a:lnTo>
                    <a:pt x="2012674" y="423746"/>
                  </a:lnTo>
                  <a:lnTo>
                    <a:pt x="2015063" y="421357"/>
                  </a:lnTo>
                  <a:lnTo>
                    <a:pt x="2020318" y="418969"/>
                  </a:lnTo>
                  <a:lnTo>
                    <a:pt x="2025095" y="419446"/>
                  </a:lnTo>
                  <a:lnTo>
                    <a:pt x="2021751" y="412758"/>
                  </a:lnTo>
                  <a:lnTo>
                    <a:pt x="2019840" y="408936"/>
                  </a:lnTo>
                  <a:lnTo>
                    <a:pt x="2018407" y="407025"/>
                  </a:lnTo>
                  <a:lnTo>
                    <a:pt x="2018885" y="411325"/>
                  </a:lnTo>
                  <a:lnTo>
                    <a:pt x="2017929" y="414191"/>
                  </a:lnTo>
                  <a:lnTo>
                    <a:pt x="2016496" y="416580"/>
                  </a:lnTo>
                  <a:lnTo>
                    <a:pt x="2014107" y="418491"/>
                  </a:lnTo>
                  <a:lnTo>
                    <a:pt x="2003120" y="398904"/>
                  </a:lnTo>
                  <a:lnTo>
                    <a:pt x="1996431" y="389350"/>
                  </a:lnTo>
                  <a:lnTo>
                    <a:pt x="1993088" y="386005"/>
                  </a:lnTo>
                  <a:lnTo>
                    <a:pt x="1990699" y="379317"/>
                  </a:lnTo>
                  <a:lnTo>
                    <a:pt x="1992132" y="378362"/>
                  </a:lnTo>
                  <a:lnTo>
                    <a:pt x="1999775" y="385528"/>
                  </a:lnTo>
                  <a:lnTo>
                    <a:pt x="2005508" y="389350"/>
                  </a:lnTo>
                  <a:lnTo>
                    <a:pt x="2014585" y="399382"/>
                  </a:lnTo>
                  <a:lnTo>
                    <a:pt x="2021273" y="398426"/>
                  </a:lnTo>
                  <a:lnTo>
                    <a:pt x="2024140" y="394127"/>
                  </a:lnTo>
                  <a:lnTo>
                    <a:pt x="2024140" y="385528"/>
                  </a:lnTo>
                  <a:lnTo>
                    <a:pt x="2021273" y="377884"/>
                  </a:lnTo>
                  <a:lnTo>
                    <a:pt x="2017929" y="375018"/>
                  </a:lnTo>
                  <a:lnTo>
                    <a:pt x="2006941" y="374540"/>
                  </a:lnTo>
                  <a:lnTo>
                    <a:pt x="2004553" y="372151"/>
                  </a:lnTo>
                  <a:lnTo>
                    <a:pt x="2005986" y="371196"/>
                  </a:lnTo>
                  <a:lnTo>
                    <a:pt x="2008375" y="371196"/>
                  </a:lnTo>
                  <a:lnTo>
                    <a:pt x="2012197" y="368807"/>
                  </a:lnTo>
                  <a:lnTo>
                    <a:pt x="2017929" y="363552"/>
                  </a:lnTo>
                  <a:lnTo>
                    <a:pt x="2020796" y="361641"/>
                  </a:lnTo>
                  <a:lnTo>
                    <a:pt x="2020318" y="357342"/>
                  </a:lnTo>
                  <a:lnTo>
                    <a:pt x="2016018" y="351609"/>
                  </a:lnTo>
                  <a:lnTo>
                    <a:pt x="2009330" y="350653"/>
                  </a:lnTo>
                  <a:lnTo>
                    <a:pt x="2007897" y="350176"/>
                  </a:lnTo>
                  <a:lnTo>
                    <a:pt x="2010763" y="347309"/>
                  </a:lnTo>
                  <a:lnTo>
                    <a:pt x="2013152" y="345398"/>
                  </a:lnTo>
                  <a:lnTo>
                    <a:pt x="2016974" y="340621"/>
                  </a:lnTo>
                  <a:lnTo>
                    <a:pt x="2017929" y="336322"/>
                  </a:lnTo>
                  <a:lnTo>
                    <a:pt x="2016974" y="336799"/>
                  </a:lnTo>
                  <a:lnTo>
                    <a:pt x="2014107" y="336799"/>
                  </a:lnTo>
                  <a:lnTo>
                    <a:pt x="2013152" y="334888"/>
                  </a:lnTo>
                  <a:lnTo>
                    <a:pt x="2013630" y="331544"/>
                  </a:lnTo>
                  <a:lnTo>
                    <a:pt x="2010286" y="329156"/>
                  </a:lnTo>
                  <a:lnTo>
                    <a:pt x="2007419" y="327245"/>
                  </a:lnTo>
                  <a:lnTo>
                    <a:pt x="2001209" y="326767"/>
                  </a:lnTo>
                  <a:lnTo>
                    <a:pt x="2001209" y="324856"/>
                  </a:lnTo>
                  <a:lnTo>
                    <a:pt x="2001686" y="322945"/>
                  </a:lnTo>
                  <a:lnTo>
                    <a:pt x="1998820" y="321512"/>
                  </a:lnTo>
                  <a:lnTo>
                    <a:pt x="1996431" y="319123"/>
                  </a:lnTo>
                  <a:lnTo>
                    <a:pt x="1995954" y="316735"/>
                  </a:lnTo>
                  <a:lnTo>
                    <a:pt x="1994998" y="315302"/>
                  </a:lnTo>
                  <a:lnTo>
                    <a:pt x="1990699" y="313390"/>
                  </a:lnTo>
                  <a:lnTo>
                    <a:pt x="1976845" y="309091"/>
                  </a:lnTo>
                  <a:lnTo>
                    <a:pt x="1975411" y="310046"/>
                  </a:lnTo>
                  <a:lnTo>
                    <a:pt x="1973023" y="316257"/>
                  </a:lnTo>
                  <a:lnTo>
                    <a:pt x="1967290" y="322467"/>
                  </a:lnTo>
                  <a:lnTo>
                    <a:pt x="1962990" y="319123"/>
                  </a:lnTo>
                  <a:lnTo>
                    <a:pt x="1962035" y="318646"/>
                  </a:lnTo>
                  <a:lnTo>
                    <a:pt x="1961557" y="317212"/>
                  </a:lnTo>
                  <a:lnTo>
                    <a:pt x="1962513" y="314346"/>
                  </a:lnTo>
                  <a:lnTo>
                    <a:pt x="1962990" y="311480"/>
                  </a:lnTo>
                  <a:lnTo>
                    <a:pt x="1962035" y="309569"/>
                  </a:lnTo>
                  <a:lnTo>
                    <a:pt x="1961557" y="309091"/>
                  </a:lnTo>
                  <a:lnTo>
                    <a:pt x="1958691" y="311002"/>
                  </a:lnTo>
                  <a:lnTo>
                    <a:pt x="1954391" y="312435"/>
                  </a:lnTo>
                  <a:lnTo>
                    <a:pt x="1952481" y="313868"/>
                  </a:lnTo>
                  <a:lnTo>
                    <a:pt x="1948659" y="315302"/>
                  </a:lnTo>
                  <a:lnTo>
                    <a:pt x="1948659" y="310524"/>
                  </a:lnTo>
                  <a:lnTo>
                    <a:pt x="1932416" y="298581"/>
                  </a:lnTo>
                  <a:lnTo>
                    <a:pt x="1927638" y="295715"/>
                  </a:lnTo>
                  <a:lnTo>
                    <a:pt x="1924294" y="295715"/>
                  </a:lnTo>
                  <a:lnTo>
                    <a:pt x="1917128" y="298581"/>
                  </a:lnTo>
                  <a:lnTo>
                    <a:pt x="1915217" y="300014"/>
                  </a:lnTo>
                  <a:lnTo>
                    <a:pt x="1912829" y="303836"/>
                  </a:lnTo>
                  <a:lnTo>
                    <a:pt x="1906618" y="301447"/>
                  </a:lnTo>
                  <a:lnTo>
                    <a:pt x="1905185" y="303358"/>
                  </a:lnTo>
                  <a:lnTo>
                    <a:pt x="1902797" y="310046"/>
                  </a:lnTo>
                  <a:lnTo>
                    <a:pt x="1903274" y="316257"/>
                  </a:lnTo>
                  <a:lnTo>
                    <a:pt x="1903752" y="318168"/>
                  </a:lnTo>
                  <a:lnTo>
                    <a:pt x="1904708" y="321990"/>
                  </a:lnTo>
                  <a:lnTo>
                    <a:pt x="1906618" y="327245"/>
                  </a:lnTo>
                  <a:lnTo>
                    <a:pt x="1909007" y="331544"/>
                  </a:lnTo>
                  <a:lnTo>
                    <a:pt x="1908052" y="332500"/>
                  </a:lnTo>
                  <a:lnTo>
                    <a:pt x="1907096" y="332977"/>
                  </a:lnTo>
                  <a:lnTo>
                    <a:pt x="1906140" y="334411"/>
                  </a:lnTo>
                  <a:lnTo>
                    <a:pt x="1904708" y="338232"/>
                  </a:lnTo>
                  <a:lnTo>
                    <a:pt x="1902797" y="343488"/>
                  </a:lnTo>
                  <a:lnTo>
                    <a:pt x="1899930" y="346354"/>
                  </a:lnTo>
                  <a:lnTo>
                    <a:pt x="1897064" y="345876"/>
                  </a:lnTo>
                  <a:lnTo>
                    <a:pt x="1889420" y="342054"/>
                  </a:lnTo>
                  <a:lnTo>
                    <a:pt x="1887509" y="342532"/>
                  </a:lnTo>
                  <a:lnTo>
                    <a:pt x="1887031" y="345398"/>
                  </a:lnTo>
                  <a:lnTo>
                    <a:pt x="1891809" y="347787"/>
                  </a:lnTo>
                  <a:lnTo>
                    <a:pt x="1891809" y="349220"/>
                  </a:lnTo>
                  <a:lnTo>
                    <a:pt x="1890853" y="350176"/>
                  </a:lnTo>
                  <a:lnTo>
                    <a:pt x="1887509" y="351131"/>
                  </a:lnTo>
                  <a:lnTo>
                    <a:pt x="1882254" y="351131"/>
                  </a:lnTo>
                  <a:lnTo>
                    <a:pt x="1877477" y="350176"/>
                  </a:lnTo>
                  <a:lnTo>
                    <a:pt x="1874610" y="345876"/>
                  </a:lnTo>
                  <a:lnTo>
                    <a:pt x="1872222" y="345398"/>
                  </a:lnTo>
                  <a:lnTo>
                    <a:pt x="1864101" y="345398"/>
                  </a:lnTo>
                  <a:lnTo>
                    <a:pt x="1856935" y="347309"/>
                  </a:lnTo>
                  <a:lnTo>
                    <a:pt x="1849291" y="344921"/>
                  </a:lnTo>
                  <a:lnTo>
                    <a:pt x="1835914" y="345398"/>
                  </a:lnTo>
                  <a:lnTo>
                    <a:pt x="1832570" y="344921"/>
                  </a:lnTo>
                  <a:lnTo>
                    <a:pt x="1825882" y="339666"/>
                  </a:lnTo>
                  <a:lnTo>
                    <a:pt x="1816805" y="336322"/>
                  </a:lnTo>
                  <a:lnTo>
                    <a:pt x="1806295" y="328200"/>
                  </a:lnTo>
                  <a:lnTo>
                    <a:pt x="1805340" y="320556"/>
                  </a:lnTo>
                  <a:lnTo>
                    <a:pt x="1806773" y="314346"/>
                  </a:lnTo>
                  <a:lnTo>
                    <a:pt x="1812506" y="314346"/>
                  </a:lnTo>
                  <a:lnTo>
                    <a:pt x="1816328" y="313390"/>
                  </a:lnTo>
                  <a:lnTo>
                    <a:pt x="1815849" y="311002"/>
                  </a:lnTo>
                  <a:lnTo>
                    <a:pt x="1814894" y="309569"/>
                  </a:lnTo>
                  <a:lnTo>
                    <a:pt x="1806773" y="306225"/>
                  </a:lnTo>
                  <a:lnTo>
                    <a:pt x="1783842" y="305747"/>
                  </a:lnTo>
                  <a:lnTo>
                    <a:pt x="1768077" y="300970"/>
                  </a:lnTo>
                  <a:lnTo>
                    <a:pt x="1745146" y="299059"/>
                  </a:lnTo>
                  <a:lnTo>
                    <a:pt x="1734635" y="305269"/>
                  </a:lnTo>
                  <a:lnTo>
                    <a:pt x="1719826" y="306702"/>
                  </a:lnTo>
                  <a:lnTo>
                    <a:pt x="1715526" y="310046"/>
                  </a:lnTo>
                  <a:lnTo>
                    <a:pt x="1708839" y="311480"/>
                  </a:lnTo>
                  <a:lnTo>
                    <a:pt x="1709316" y="316257"/>
                  </a:lnTo>
                  <a:lnTo>
                    <a:pt x="1712660" y="319601"/>
                  </a:lnTo>
                  <a:lnTo>
                    <a:pt x="1714571" y="320556"/>
                  </a:lnTo>
                  <a:lnTo>
                    <a:pt x="1716005" y="321990"/>
                  </a:lnTo>
                  <a:lnTo>
                    <a:pt x="1715049" y="322945"/>
                  </a:lnTo>
                  <a:lnTo>
                    <a:pt x="1713616" y="323423"/>
                  </a:lnTo>
                  <a:lnTo>
                    <a:pt x="1711227" y="326289"/>
                  </a:lnTo>
                  <a:lnTo>
                    <a:pt x="1709794" y="329156"/>
                  </a:lnTo>
                  <a:lnTo>
                    <a:pt x="1710271" y="334888"/>
                  </a:lnTo>
                  <a:lnTo>
                    <a:pt x="1709316" y="340143"/>
                  </a:lnTo>
                  <a:lnTo>
                    <a:pt x="1706928" y="347787"/>
                  </a:lnTo>
                  <a:lnTo>
                    <a:pt x="1704539" y="351131"/>
                  </a:lnTo>
                  <a:lnTo>
                    <a:pt x="1702628" y="355431"/>
                  </a:lnTo>
                  <a:lnTo>
                    <a:pt x="1704539" y="359730"/>
                  </a:lnTo>
                  <a:lnTo>
                    <a:pt x="1706450" y="361641"/>
                  </a:lnTo>
                  <a:lnTo>
                    <a:pt x="1711227" y="363552"/>
                  </a:lnTo>
                  <a:lnTo>
                    <a:pt x="1712660" y="364985"/>
                  </a:lnTo>
                  <a:lnTo>
                    <a:pt x="1711705" y="365941"/>
                  </a:lnTo>
                  <a:lnTo>
                    <a:pt x="1704539" y="364508"/>
                  </a:lnTo>
                  <a:lnTo>
                    <a:pt x="1702150" y="360208"/>
                  </a:lnTo>
                  <a:lnTo>
                    <a:pt x="1701673" y="357819"/>
                  </a:lnTo>
                  <a:lnTo>
                    <a:pt x="1701194" y="353997"/>
                  </a:lnTo>
                  <a:lnTo>
                    <a:pt x="1703583" y="350176"/>
                  </a:lnTo>
                  <a:lnTo>
                    <a:pt x="1705972" y="347309"/>
                  </a:lnTo>
                  <a:lnTo>
                    <a:pt x="1707883" y="340621"/>
                  </a:lnTo>
                  <a:lnTo>
                    <a:pt x="1708360" y="334411"/>
                  </a:lnTo>
                  <a:lnTo>
                    <a:pt x="1708360" y="321990"/>
                  </a:lnTo>
                  <a:lnTo>
                    <a:pt x="1704061" y="319123"/>
                  </a:lnTo>
                  <a:lnTo>
                    <a:pt x="1701673" y="314824"/>
                  </a:lnTo>
                  <a:lnTo>
                    <a:pt x="1705972" y="306702"/>
                  </a:lnTo>
                  <a:lnTo>
                    <a:pt x="1706928" y="302403"/>
                  </a:lnTo>
                  <a:lnTo>
                    <a:pt x="1705017" y="298581"/>
                  </a:lnTo>
                  <a:lnTo>
                    <a:pt x="1702150" y="289982"/>
                  </a:lnTo>
                  <a:lnTo>
                    <a:pt x="1699284" y="285204"/>
                  </a:lnTo>
                  <a:lnTo>
                    <a:pt x="1697373" y="283294"/>
                  </a:lnTo>
                  <a:lnTo>
                    <a:pt x="1695462" y="281860"/>
                  </a:lnTo>
                  <a:lnTo>
                    <a:pt x="1697373" y="290460"/>
                  </a:lnTo>
                  <a:lnTo>
                    <a:pt x="1695940" y="294759"/>
                  </a:lnTo>
                  <a:lnTo>
                    <a:pt x="1694507" y="296192"/>
                  </a:lnTo>
                  <a:lnTo>
                    <a:pt x="1686863" y="298581"/>
                  </a:lnTo>
                  <a:lnTo>
                    <a:pt x="1681608" y="298581"/>
                  </a:lnTo>
                  <a:lnTo>
                    <a:pt x="1674919" y="296192"/>
                  </a:lnTo>
                  <a:lnTo>
                    <a:pt x="1666798" y="290937"/>
                  </a:lnTo>
                  <a:lnTo>
                    <a:pt x="1664887" y="287115"/>
                  </a:lnTo>
                  <a:lnTo>
                    <a:pt x="1663454" y="281383"/>
                  </a:lnTo>
                  <a:lnTo>
                    <a:pt x="1668232" y="278994"/>
                  </a:lnTo>
                  <a:lnTo>
                    <a:pt x="1669664" y="277561"/>
                  </a:lnTo>
                  <a:lnTo>
                    <a:pt x="1665843" y="276605"/>
                  </a:lnTo>
                  <a:lnTo>
                    <a:pt x="1661543" y="276128"/>
                  </a:lnTo>
                  <a:lnTo>
                    <a:pt x="1660110" y="283294"/>
                  </a:lnTo>
                  <a:lnTo>
                    <a:pt x="1657244" y="282816"/>
                  </a:lnTo>
                  <a:lnTo>
                    <a:pt x="1644345" y="278516"/>
                  </a:lnTo>
                  <a:lnTo>
                    <a:pt x="1640523" y="279949"/>
                  </a:lnTo>
                  <a:lnTo>
                    <a:pt x="1636701" y="284249"/>
                  </a:lnTo>
                  <a:lnTo>
                    <a:pt x="1634791" y="287115"/>
                  </a:lnTo>
                  <a:lnTo>
                    <a:pt x="1632402" y="292848"/>
                  </a:lnTo>
                  <a:lnTo>
                    <a:pt x="1633357" y="296192"/>
                  </a:lnTo>
                  <a:lnTo>
                    <a:pt x="1634312" y="297625"/>
                  </a:lnTo>
                  <a:lnTo>
                    <a:pt x="1641001" y="298581"/>
                  </a:lnTo>
                  <a:lnTo>
                    <a:pt x="1646734" y="297625"/>
                  </a:lnTo>
                  <a:lnTo>
                    <a:pt x="1653421" y="293804"/>
                  </a:lnTo>
                  <a:lnTo>
                    <a:pt x="1654855" y="295237"/>
                  </a:lnTo>
                  <a:lnTo>
                    <a:pt x="1656288" y="297148"/>
                  </a:lnTo>
                  <a:lnTo>
                    <a:pt x="1654377" y="300014"/>
                  </a:lnTo>
                  <a:lnTo>
                    <a:pt x="1647689" y="303836"/>
                  </a:lnTo>
                  <a:lnTo>
                    <a:pt x="1636223" y="313868"/>
                  </a:lnTo>
                  <a:lnTo>
                    <a:pt x="1631924" y="314824"/>
                  </a:lnTo>
                  <a:lnTo>
                    <a:pt x="1625714" y="312913"/>
                  </a:lnTo>
                  <a:lnTo>
                    <a:pt x="1622369" y="318646"/>
                  </a:lnTo>
                  <a:lnTo>
                    <a:pt x="1620936" y="319601"/>
                  </a:lnTo>
                  <a:lnTo>
                    <a:pt x="1610904" y="323423"/>
                  </a:lnTo>
                  <a:lnTo>
                    <a:pt x="1606604" y="323901"/>
                  </a:lnTo>
                  <a:lnTo>
                    <a:pt x="1605171" y="326767"/>
                  </a:lnTo>
                  <a:lnTo>
                    <a:pt x="1602305" y="327245"/>
                  </a:lnTo>
                  <a:lnTo>
                    <a:pt x="1599438" y="328678"/>
                  </a:lnTo>
                  <a:lnTo>
                    <a:pt x="1594661" y="332977"/>
                  </a:lnTo>
                  <a:lnTo>
                    <a:pt x="1587018" y="333455"/>
                  </a:lnTo>
                  <a:lnTo>
                    <a:pt x="1581762" y="332500"/>
                  </a:lnTo>
                  <a:lnTo>
                    <a:pt x="1569341" y="334888"/>
                  </a:lnTo>
                  <a:lnTo>
                    <a:pt x="1565997" y="336799"/>
                  </a:lnTo>
                  <a:lnTo>
                    <a:pt x="1564086" y="339666"/>
                  </a:lnTo>
                  <a:lnTo>
                    <a:pt x="1563131" y="343488"/>
                  </a:lnTo>
                  <a:lnTo>
                    <a:pt x="1561220" y="346832"/>
                  </a:lnTo>
                  <a:lnTo>
                    <a:pt x="1554054" y="353520"/>
                  </a:lnTo>
                  <a:lnTo>
                    <a:pt x="1547843" y="356386"/>
                  </a:lnTo>
                  <a:lnTo>
                    <a:pt x="1542588" y="357342"/>
                  </a:lnTo>
                  <a:lnTo>
                    <a:pt x="1547843" y="353520"/>
                  </a:lnTo>
                  <a:lnTo>
                    <a:pt x="1553577" y="346354"/>
                  </a:lnTo>
                  <a:lnTo>
                    <a:pt x="1563609" y="324378"/>
                  </a:lnTo>
                  <a:lnTo>
                    <a:pt x="1573163" y="322945"/>
                  </a:lnTo>
                  <a:lnTo>
                    <a:pt x="1575552" y="320079"/>
                  </a:lnTo>
                  <a:lnTo>
                    <a:pt x="1582718" y="306225"/>
                  </a:lnTo>
                  <a:lnTo>
                    <a:pt x="1585107" y="304314"/>
                  </a:lnTo>
                  <a:lnTo>
                    <a:pt x="1594661" y="303836"/>
                  </a:lnTo>
                  <a:lnTo>
                    <a:pt x="1603260" y="299536"/>
                  </a:lnTo>
                  <a:lnTo>
                    <a:pt x="1620936" y="277561"/>
                  </a:lnTo>
                  <a:lnTo>
                    <a:pt x="1629535" y="273739"/>
                  </a:lnTo>
                  <a:lnTo>
                    <a:pt x="1635268" y="268484"/>
                  </a:lnTo>
                  <a:lnTo>
                    <a:pt x="1636223" y="265618"/>
                  </a:lnTo>
                  <a:lnTo>
                    <a:pt x="1637179" y="262274"/>
                  </a:lnTo>
                  <a:lnTo>
                    <a:pt x="1636223" y="259885"/>
                  </a:lnTo>
                  <a:lnTo>
                    <a:pt x="1635746" y="257974"/>
                  </a:lnTo>
                  <a:lnTo>
                    <a:pt x="1643389" y="254152"/>
                  </a:lnTo>
                  <a:lnTo>
                    <a:pt x="1646256" y="248419"/>
                  </a:lnTo>
                  <a:lnTo>
                    <a:pt x="1656766" y="242687"/>
                  </a:lnTo>
                  <a:lnTo>
                    <a:pt x="1664887" y="235043"/>
                  </a:lnTo>
                  <a:lnTo>
                    <a:pt x="1676353" y="229788"/>
                  </a:lnTo>
                  <a:lnTo>
                    <a:pt x="1682563" y="221667"/>
                  </a:lnTo>
                  <a:lnTo>
                    <a:pt x="1696895" y="210201"/>
                  </a:lnTo>
                  <a:lnTo>
                    <a:pt x="1710749" y="190614"/>
                  </a:lnTo>
                  <a:lnTo>
                    <a:pt x="1713138" y="179149"/>
                  </a:lnTo>
                  <a:lnTo>
                    <a:pt x="1709794" y="175804"/>
                  </a:lnTo>
                  <a:lnTo>
                    <a:pt x="1705494" y="173416"/>
                  </a:lnTo>
                  <a:lnTo>
                    <a:pt x="1703583" y="167683"/>
                  </a:lnTo>
                  <a:lnTo>
                    <a:pt x="1701673" y="167205"/>
                  </a:lnTo>
                  <a:lnTo>
                    <a:pt x="1697851" y="170549"/>
                  </a:lnTo>
                  <a:lnTo>
                    <a:pt x="1693073" y="158606"/>
                  </a:lnTo>
                  <a:lnTo>
                    <a:pt x="1687818" y="151440"/>
                  </a:lnTo>
                  <a:lnTo>
                    <a:pt x="1687818" y="150485"/>
                  </a:lnTo>
                  <a:lnTo>
                    <a:pt x="1688774" y="150007"/>
                  </a:lnTo>
                  <a:lnTo>
                    <a:pt x="1691162" y="150962"/>
                  </a:lnTo>
                  <a:lnTo>
                    <a:pt x="1701194" y="161473"/>
                  </a:lnTo>
                  <a:lnTo>
                    <a:pt x="1706450" y="162906"/>
                  </a:lnTo>
                  <a:lnTo>
                    <a:pt x="1707883" y="164339"/>
                  </a:lnTo>
                  <a:lnTo>
                    <a:pt x="1708839" y="166728"/>
                  </a:lnTo>
                  <a:lnTo>
                    <a:pt x="1708360" y="171027"/>
                  </a:lnTo>
                  <a:lnTo>
                    <a:pt x="1709794" y="171027"/>
                  </a:lnTo>
                  <a:lnTo>
                    <a:pt x="1710749" y="169116"/>
                  </a:lnTo>
                  <a:lnTo>
                    <a:pt x="1713616" y="160995"/>
                  </a:lnTo>
                  <a:lnTo>
                    <a:pt x="1716005" y="149529"/>
                  </a:lnTo>
                  <a:lnTo>
                    <a:pt x="1715526" y="144752"/>
                  </a:lnTo>
                  <a:lnTo>
                    <a:pt x="1709794" y="147141"/>
                  </a:lnTo>
                  <a:lnTo>
                    <a:pt x="1706928" y="130420"/>
                  </a:lnTo>
                  <a:lnTo>
                    <a:pt x="1705972" y="125165"/>
                  </a:lnTo>
                  <a:lnTo>
                    <a:pt x="1704061" y="119910"/>
                  </a:lnTo>
                  <a:lnTo>
                    <a:pt x="1700239" y="119432"/>
                  </a:lnTo>
                  <a:lnTo>
                    <a:pt x="1698328" y="120866"/>
                  </a:lnTo>
                  <a:lnTo>
                    <a:pt x="1699762" y="122299"/>
                  </a:lnTo>
                  <a:lnTo>
                    <a:pt x="1701673" y="125643"/>
                  </a:lnTo>
                  <a:lnTo>
                    <a:pt x="1700239" y="128987"/>
                  </a:lnTo>
                  <a:lnTo>
                    <a:pt x="1699284" y="130420"/>
                  </a:lnTo>
                  <a:lnTo>
                    <a:pt x="1694984" y="134242"/>
                  </a:lnTo>
                  <a:lnTo>
                    <a:pt x="1691640" y="134720"/>
                  </a:lnTo>
                  <a:lnTo>
                    <a:pt x="1693073" y="132809"/>
                  </a:lnTo>
                  <a:lnTo>
                    <a:pt x="1694507" y="128987"/>
                  </a:lnTo>
                  <a:lnTo>
                    <a:pt x="1693551" y="124687"/>
                  </a:lnTo>
                  <a:lnTo>
                    <a:pt x="1692118" y="122299"/>
                  </a:lnTo>
                  <a:lnTo>
                    <a:pt x="1691162" y="109400"/>
                  </a:lnTo>
                  <a:lnTo>
                    <a:pt x="1686863" y="107489"/>
                  </a:lnTo>
                  <a:lnTo>
                    <a:pt x="1684474" y="105578"/>
                  </a:lnTo>
                  <a:lnTo>
                    <a:pt x="1681608" y="106534"/>
                  </a:lnTo>
                  <a:lnTo>
                    <a:pt x="1677786" y="109878"/>
                  </a:lnTo>
                  <a:lnTo>
                    <a:pt x="1679219" y="106534"/>
                  </a:lnTo>
                  <a:lnTo>
                    <a:pt x="1680652" y="102234"/>
                  </a:lnTo>
                  <a:lnTo>
                    <a:pt x="1677308" y="96501"/>
                  </a:lnTo>
                  <a:lnTo>
                    <a:pt x="1674442" y="92680"/>
                  </a:lnTo>
                  <a:lnTo>
                    <a:pt x="1670620" y="91246"/>
                  </a:lnTo>
                  <a:lnTo>
                    <a:pt x="1666798" y="85991"/>
                  </a:lnTo>
                  <a:lnTo>
                    <a:pt x="1661066" y="83125"/>
                  </a:lnTo>
                  <a:lnTo>
                    <a:pt x="1648644" y="80259"/>
                  </a:lnTo>
                  <a:lnTo>
                    <a:pt x="1638612" y="84080"/>
                  </a:lnTo>
                  <a:lnTo>
                    <a:pt x="1626669" y="80736"/>
                  </a:lnTo>
                  <a:lnTo>
                    <a:pt x="1611859" y="83125"/>
                  </a:lnTo>
                  <a:lnTo>
                    <a:pt x="1606604" y="83125"/>
                  </a:lnTo>
                  <a:lnTo>
                    <a:pt x="1602782" y="81692"/>
                  </a:lnTo>
                  <a:lnTo>
                    <a:pt x="1599916" y="83603"/>
                  </a:lnTo>
                  <a:lnTo>
                    <a:pt x="1598483" y="87902"/>
                  </a:lnTo>
                  <a:lnTo>
                    <a:pt x="1597527" y="95068"/>
                  </a:lnTo>
                  <a:lnTo>
                    <a:pt x="1593705" y="98890"/>
                  </a:lnTo>
                  <a:lnTo>
                    <a:pt x="1591795" y="99846"/>
                  </a:lnTo>
                  <a:lnTo>
                    <a:pt x="1582718" y="98890"/>
                  </a:lnTo>
                  <a:lnTo>
                    <a:pt x="1576030" y="102234"/>
                  </a:lnTo>
                  <a:lnTo>
                    <a:pt x="1573163" y="99368"/>
                  </a:lnTo>
                  <a:lnTo>
                    <a:pt x="1567908" y="99368"/>
                  </a:lnTo>
                  <a:lnTo>
                    <a:pt x="1567430" y="93635"/>
                  </a:lnTo>
                  <a:lnTo>
                    <a:pt x="1570297" y="93635"/>
                  </a:lnTo>
                  <a:lnTo>
                    <a:pt x="1572207" y="94590"/>
                  </a:lnTo>
                  <a:lnTo>
                    <a:pt x="1578418" y="82647"/>
                  </a:lnTo>
                  <a:lnTo>
                    <a:pt x="1583196" y="75004"/>
                  </a:lnTo>
                  <a:lnTo>
                    <a:pt x="1587973" y="66882"/>
                  </a:lnTo>
                  <a:lnTo>
                    <a:pt x="1585107" y="61627"/>
                  </a:lnTo>
                  <a:lnTo>
                    <a:pt x="1578418" y="58283"/>
                  </a:lnTo>
                  <a:lnTo>
                    <a:pt x="1575074" y="58283"/>
                  </a:lnTo>
                  <a:lnTo>
                    <a:pt x="1573641" y="59716"/>
                  </a:lnTo>
                  <a:lnTo>
                    <a:pt x="1566475" y="56850"/>
                  </a:lnTo>
                  <a:lnTo>
                    <a:pt x="1562653" y="57328"/>
                  </a:lnTo>
                  <a:lnTo>
                    <a:pt x="1556443" y="61149"/>
                  </a:lnTo>
                  <a:lnTo>
                    <a:pt x="1554054" y="60672"/>
                  </a:lnTo>
                  <a:lnTo>
                    <a:pt x="1552621" y="52550"/>
                  </a:lnTo>
                  <a:lnTo>
                    <a:pt x="1546411" y="53506"/>
                  </a:lnTo>
                  <a:lnTo>
                    <a:pt x="1523957" y="52550"/>
                  </a:lnTo>
                  <a:lnTo>
                    <a:pt x="1526346" y="50162"/>
                  </a:lnTo>
                  <a:lnTo>
                    <a:pt x="1538289" y="46818"/>
                  </a:lnTo>
                  <a:lnTo>
                    <a:pt x="1547366" y="41562"/>
                  </a:lnTo>
                  <a:lnTo>
                    <a:pt x="1554532" y="32008"/>
                  </a:lnTo>
                  <a:lnTo>
                    <a:pt x="1560742" y="28664"/>
                  </a:lnTo>
                  <a:lnTo>
                    <a:pt x="1559309" y="23886"/>
                  </a:lnTo>
                  <a:lnTo>
                    <a:pt x="1557398" y="20542"/>
                  </a:lnTo>
                  <a:lnTo>
                    <a:pt x="1554054" y="17676"/>
                  </a:lnTo>
                  <a:lnTo>
                    <a:pt x="1545932" y="15287"/>
                  </a:lnTo>
                  <a:lnTo>
                    <a:pt x="1539245" y="11466"/>
                  </a:lnTo>
                  <a:lnTo>
                    <a:pt x="1536378" y="6688"/>
                  </a:lnTo>
                  <a:lnTo>
                    <a:pt x="1523479" y="0"/>
                  </a:lnTo>
                  <a:lnTo>
                    <a:pt x="1520135" y="0"/>
                  </a:lnTo>
                  <a:lnTo>
                    <a:pt x="1511536" y="8599"/>
                  </a:lnTo>
                  <a:lnTo>
                    <a:pt x="1506759" y="7644"/>
                  </a:lnTo>
                  <a:lnTo>
                    <a:pt x="1502937" y="9077"/>
                  </a:lnTo>
                  <a:lnTo>
                    <a:pt x="1492427" y="19109"/>
                  </a:lnTo>
                  <a:lnTo>
                    <a:pt x="1470929" y="44907"/>
                  </a:lnTo>
                  <a:lnTo>
                    <a:pt x="1466152" y="52550"/>
                  </a:lnTo>
                  <a:lnTo>
                    <a:pt x="1464241" y="58761"/>
                  </a:lnTo>
                  <a:lnTo>
                    <a:pt x="1460419" y="61627"/>
                  </a:lnTo>
                  <a:lnTo>
                    <a:pt x="1458508" y="68793"/>
                  </a:lnTo>
                  <a:lnTo>
                    <a:pt x="1458986" y="75004"/>
                  </a:lnTo>
                  <a:lnTo>
                    <a:pt x="1460897" y="78348"/>
                  </a:lnTo>
                  <a:lnTo>
                    <a:pt x="1462330" y="84558"/>
                  </a:lnTo>
                  <a:lnTo>
                    <a:pt x="1460897" y="91724"/>
                  </a:lnTo>
                  <a:lnTo>
                    <a:pt x="1458986" y="96024"/>
                  </a:lnTo>
                  <a:lnTo>
                    <a:pt x="1460419" y="97935"/>
                  </a:lnTo>
                  <a:lnTo>
                    <a:pt x="1464718" y="97935"/>
                  </a:lnTo>
                  <a:lnTo>
                    <a:pt x="1474273" y="101756"/>
                  </a:lnTo>
                  <a:lnTo>
                    <a:pt x="1472363" y="105100"/>
                  </a:lnTo>
                  <a:lnTo>
                    <a:pt x="1466629" y="102234"/>
                  </a:lnTo>
                  <a:lnTo>
                    <a:pt x="1461852" y="102234"/>
                  </a:lnTo>
                  <a:lnTo>
                    <a:pt x="1457552" y="98412"/>
                  </a:lnTo>
                  <a:lnTo>
                    <a:pt x="1447043" y="102234"/>
                  </a:lnTo>
                  <a:lnTo>
                    <a:pt x="1439399" y="101279"/>
                  </a:lnTo>
                  <a:lnTo>
                    <a:pt x="1432233" y="102712"/>
                  </a:lnTo>
                  <a:lnTo>
                    <a:pt x="1418379" y="99846"/>
                  </a:lnTo>
                  <a:lnTo>
                    <a:pt x="1416945" y="102234"/>
                  </a:lnTo>
                  <a:lnTo>
                    <a:pt x="1420290" y="106056"/>
                  </a:lnTo>
                  <a:lnTo>
                    <a:pt x="1422679" y="109400"/>
                  </a:lnTo>
                  <a:lnTo>
                    <a:pt x="1429844" y="117999"/>
                  </a:lnTo>
                  <a:lnTo>
                    <a:pt x="1433188" y="120388"/>
                  </a:lnTo>
                  <a:lnTo>
                    <a:pt x="1437488" y="128509"/>
                  </a:lnTo>
                  <a:lnTo>
                    <a:pt x="1437966" y="143797"/>
                  </a:lnTo>
                  <a:lnTo>
                    <a:pt x="1435577" y="147618"/>
                  </a:lnTo>
                  <a:lnTo>
                    <a:pt x="1432711" y="152874"/>
                  </a:lnTo>
                  <a:lnTo>
                    <a:pt x="1431756" y="153829"/>
                  </a:lnTo>
                  <a:lnTo>
                    <a:pt x="1429844" y="153351"/>
                  </a:lnTo>
                  <a:lnTo>
                    <a:pt x="1432711" y="150007"/>
                  </a:lnTo>
                  <a:lnTo>
                    <a:pt x="1434622" y="141886"/>
                  </a:lnTo>
                  <a:lnTo>
                    <a:pt x="1436055" y="136631"/>
                  </a:lnTo>
                  <a:lnTo>
                    <a:pt x="1434144" y="132809"/>
                  </a:lnTo>
                  <a:lnTo>
                    <a:pt x="1433188" y="132809"/>
                  </a:lnTo>
                  <a:lnTo>
                    <a:pt x="1432233" y="130420"/>
                  </a:lnTo>
                  <a:lnTo>
                    <a:pt x="1424590" y="125165"/>
                  </a:lnTo>
                  <a:lnTo>
                    <a:pt x="1420767" y="123254"/>
                  </a:lnTo>
                  <a:lnTo>
                    <a:pt x="1416468" y="121821"/>
                  </a:lnTo>
                  <a:lnTo>
                    <a:pt x="1414079" y="120388"/>
                  </a:lnTo>
                  <a:lnTo>
                    <a:pt x="1407869" y="125165"/>
                  </a:lnTo>
                  <a:lnTo>
                    <a:pt x="1405002" y="126121"/>
                  </a:lnTo>
                  <a:lnTo>
                    <a:pt x="1401658" y="128509"/>
                  </a:lnTo>
                  <a:lnTo>
                    <a:pt x="1399270" y="132331"/>
                  </a:lnTo>
                  <a:lnTo>
                    <a:pt x="1394492" y="132809"/>
                  </a:lnTo>
                  <a:lnTo>
                    <a:pt x="1394015" y="136631"/>
                  </a:lnTo>
                  <a:lnTo>
                    <a:pt x="1391149" y="140453"/>
                  </a:lnTo>
                  <a:lnTo>
                    <a:pt x="1388282" y="136153"/>
                  </a:lnTo>
                  <a:lnTo>
                    <a:pt x="1385415" y="137586"/>
                  </a:lnTo>
                  <a:lnTo>
                    <a:pt x="1378727" y="143797"/>
                  </a:lnTo>
                  <a:lnTo>
                    <a:pt x="1371084" y="147141"/>
                  </a:lnTo>
                  <a:lnTo>
                    <a:pt x="1372039" y="144752"/>
                  </a:lnTo>
                  <a:lnTo>
                    <a:pt x="1373472" y="139497"/>
                  </a:lnTo>
                  <a:lnTo>
                    <a:pt x="1371561" y="138542"/>
                  </a:lnTo>
                  <a:lnTo>
                    <a:pt x="1360096" y="144274"/>
                  </a:lnTo>
                  <a:lnTo>
                    <a:pt x="1356274" y="148096"/>
                  </a:lnTo>
                  <a:lnTo>
                    <a:pt x="1354363" y="146663"/>
                  </a:lnTo>
                  <a:lnTo>
                    <a:pt x="1361051" y="138064"/>
                  </a:lnTo>
                  <a:lnTo>
                    <a:pt x="1362962" y="132809"/>
                  </a:lnTo>
                  <a:lnTo>
                    <a:pt x="1359618" y="130420"/>
                  </a:lnTo>
                  <a:lnTo>
                    <a:pt x="1352930" y="128509"/>
                  </a:lnTo>
                  <a:lnTo>
                    <a:pt x="1348630" y="128032"/>
                  </a:lnTo>
                  <a:lnTo>
                    <a:pt x="1342420" y="130420"/>
                  </a:lnTo>
                  <a:lnTo>
                    <a:pt x="1333343" y="127076"/>
                  </a:lnTo>
                  <a:lnTo>
                    <a:pt x="1331910" y="130898"/>
                  </a:lnTo>
                  <a:lnTo>
                    <a:pt x="1329521" y="130898"/>
                  </a:lnTo>
                  <a:lnTo>
                    <a:pt x="1323788" y="129465"/>
                  </a:lnTo>
                  <a:lnTo>
                    <a:pt x="1318533" y="131376"/>
                  </a:lnTo>
                  <a:lnTo>
                    <a:pt x="1314712" y="134720"/>
                  </a:lnTo>
                  <a:lnTo>
                    <a:pt x="1308979" y="131376"/>
                  </a:lnTo>
                  <a:lnTo>
                    <a:pt x="1307068" y="131376"/>
                  </a:lnTo>
                  <a:lnTo>
                    <a:pt x="1304201" y="136631"/>
                  </a:lnTo>
                  <a:lnTo>
                    <a:pt x="1301335" y="133287"/>
                  </a:lnTo>
                  <a:lnTo>
                    <a:pt x="1298946" y="140453"/>
                  </a:lnTo>
                  <a:lnTo>
                    <a:pt x="1299902" y="145708"/>
                  </a:lnTo>
                  <a:lnTo>
                    <a:pt x="1301813" y="146185"/>
                  </a:lnTo>
                  <a:lnTo>
                    <a:pt x="1303246" y="145230"/>
                  </a:lnTo>
                  <a:lnTo>
                    <a:pt x="1304201" y="142841"/>
                  </a:lnTo>
                  <a:lnTo>
                    <a:pt x="1305635" y="141886"/>
                  </a:lnTo>
                  <a:lnTo>
                    <a:pt x="1309935" y="146185"/>
                  </a:lnTo>
                  <a:lnTo>
                    <a:pt x="1311367" y="143797"/>
                  </a:lnTo>
                  <a:lnTo>
                    <a:pt x="1313278" y="141886"/>
                  </a:lnTo>
                  <a:lnTo>
                    <a:pt x="1315667" y="144752"/>
                  </a:lnTo>
                  <a:lnTo>
                    <a:pt x="1324744" y="141886"/>
                  </a:lnTo>
                  <a:lnTo>
                    <a:pt x="1323311" y="145230"/>
                  </a:lnTo>
                  <a:lnTo>
                    <a:pt x="1312801" y="149529"/>
                  </a:lnTo>
                  <a:lnTo>
                    <a:pt x="1294169" y="155262"/>
                  </a:lnTo>
                  <a:lnTo>
                    <a:pt x="1290347" y="157651"/>
                  </a:lnTo>
                  <a:lnTo>
                    <a:pt x="1278882" y="159562"/>
                  </a:lnTo>
                  <a:lnTo>
                    <a:pt x="1271716" y="164817"/>
                  </a:lnTo>
                  <a:lnTo>
                    <a:pt x="1262162" y="164817"/>
                  </a:lnTo>
                  <a:lnTo>
                    <a:pt x="1245919" y="169116"/>
                  </a:lnTo>
                  <a:lnTo>
                    <a:pt x="1234453" y="178671"/>
                  </a:lnTo>
                  <a:lnTo>
                    <a:pt x="1228720" y="177715"/>
                  </a:lnTo>
                  <a:lnTo>
                    <a:pt x="1217255" y="185359"/>
                  </a:lnTo>
                  <a:lnTo>
                    <a:pt x="1212478" y="190614"/>
                  </a:lnTo>
                  <a:lnTo>
                    <a:pt x="1196235" y="202080"/>
                  </a:lnTo>
                  <a:lnTo>
                    <a:pt x="1186202" y="197780"/>
                  </a:lnTo>
                  <a:lnTo>
                    <a:pt x="1182858" y="199213"/>
                  </a:lnTo>
                  <a:lnTo>
                    <a:pt x="1181425" y="203513"/>
                  </a:lnTo>
                  <a:lnTo>
                    <a:pt x="1181903" y="206857"/>
                  </a:lnTo>
                  <a:lnTo>
                    <a:pt x="1185725" y="206379"/>
                  </a:lnTo>
                  <a:lnTo>
                    <a:pt x="1188591" y="207812"/>
                  </a:lnTo>
                  <a:lnTo>
                    <a:pt x="1192413" y="210679"/>
                  </a:lnTo>
                  <a:lnTo>
                    <a:pt x="1191457" y="215456"/>
                  </a:lnTo>
                  <a:lnTo>
                    <a:pt x="1183814" y="226922"/>
                  </a:lnTo>
                  <a:lnTo>
                    <a:pt x="1179992" y="231221"/>
                  </a:lnTo>
                  <a:lnTo>
                    <a:pt x="1176170" y="233610"/>
                  </a:lnTo>
                  <a:lnTo>
                    <a:pt x="1167093" y="224055"/>
                  </a:lnTo>
                  <a:lnTo>
                    <a:pt x="1165660" y="228355"/>
                  </a:lnTo>
                  <a:lnTo>
                    <a:pt x="1164227" y="230266"/>
                  </a:lnTo>
                  <a:lnTo>
                    <a:pt x="1160883" y="229310"/>
                  </a:lnTo>
                  <a:lnTo>
                    <a:pt x="1158972" y="235998"/>
                  </a:lnTo>
                  <a:lnTo>
                    <a:pt x="1165182" y="236954"/>
                  </a:lnTo>
                  <a:lnTo>
                    <a:pt x="1171393" y="240298"/>
                  </a:lnTo>
                  <a:lnTo>
                    <a:pt x="1177125" y="244597"/>
                  </a:lnTo>
                  <a:lnTo>
                    <a:pt x="1180948" y="249375"/>
                  </a:lnTo>
                  <a:lnTo>
                    <a:pt x="1185247" y="252719"/>
                  </a:lnTo>
                  <a:lnTo>
                    <a:pt x="1187635" y="255108"/>
                  </a:lnTo>
                  <a:lnTo>
                    <a:pt x="1180948" y="257974"/>
                  </a:lnTo>
                  <a:lnTo>
                    <a:pt x="1176170" y="251763"/>
                  </a:lnTo>
                  <a:lnTo>
                    <a:pt x="1173782" y="249853"/>
                  </a:lnTo>
                  <a:lnTo>
                    <a:pt x="1170915" y="249375"/>
                  </a:lnTo>
                  <a:lnTo>
                    <a:pt x="1166616" y="251286"/>
                  </a:lnTo>
                  <a:lnTo>
                    <a:pt x="1163271" y="258452"/>
                  </a:lnTo>
                  <a:lnTo>
                    <a:pt x="1166616" y="260840"/>
                  </a:lnTo>
                  <a:lnTo>
                    <a:pt x="1174259" y="263229"/>
                  </a:lnTo>
                  <a:lnTo>
                    <a:pt x="1176648" y="266573"/>
                  </a:lnTo>
                  <a:lnTo>
                    <a:pt x="1187158" y="287593"/>
                  </a:lnTo>
                  <a:lnTo>
                    <a:pt x="1189546" y="289504"/>
                  </a:lnTo>
                  <a:lnTo>
                    <a:pt x="1192891" y="290460"/>
                  </a:lnTo>
                  <a:lnTo>
                    <a:pt x="1194324" y="291893"/>
                  </a:lnTo>
                  <a:lnTo>
                    <a:pt x="1190024" y="295715"/>
                  </a:lnTo>
                  <a:lnTo>
                    <a:pt x="1188591" y="299059"/>
                  </a:lnTo>
                  <a:lnTo>
                    <a:pt x="1185247" y="304791"/>
                  </a:lnTo>
                  <a:lnTo>
                    <a:pt x="1170437" y="307658"/>
                  </a:lnTo>
                  <a:lnTo>
                    <a:pt x="1166137" y="309569"/>
                  </a:lnTo>
                  <a:lnTo>
                    <a:pt x="1165182" y="311002"/>
                  </a:lnTo>
                  <a:lnTo>
                    <a:pt x="1163271" y="312913"/>
                  </a:lnTo>
                  <a:lnTo>
                    <a:pt x="1161838" y="314824"/>
                  </a:lnTo>
                  <a:lnTo>
                    <a:pt x="1161360" y="319123"/>
                  </a:lnTo>
                  <a:lnTo>
                    <a:pt x="1162316" y="321990"/>
                  </a:lnTo>
                  <a:lnTo>
                    <a:pt x="1165660" y="324378"/>
                  </a:lnTo>
                  <a:lnTo>
                    <a:pt x="1177125" y="335844"/>
                  </a:lnTo>
                  <a:lnTo>
                    <a:pt x="1176648" y="336799"/>
                  </a:lnTo>
                  <a:lnTo>
                    <a:pt x="1173303" y="334888"/>
                  </a:lnTo>
                  <a:lnTo>
                    <a:pt x="1169004" y="331544"/>
                  </a:lnTo>
                  <a:lnTo>
                    <a:pt x="1165182" y="326289"/>
                  </a:lnTo>
                  <a:lnTo>
                    <a:pt x="1159450" y="322945"/>
                  </a:lnTo>
                  <a:lnTo>
                    <a:pt x="1158972" y="320079"/>
                  </a:lnTo>
                  <a:lnTo>
                    <a:pt x="1158972" y="315779"/>
                  </a:lnTo>
                  <a:lnTo>
                    <a:pt x="1158972" y="314824"/>
                  </a:lnTo>
                  <a:lnTo>
                    <a:pt x="1159450" y="312435"/>
                  </a:lnTo>
                  <a:lnTo>
                    <a:pt x="1165182" y="307180"/>
                  </a:lnTo>
                  <a:lnTo>
                    <a:pt x="1170437" y="304314"/>
                  </a:lnTo>
                  <a:lnTo>
                    <a:pt x="1177125" y="298103"/>
                  </a:lnTo>
                  <a:lnTo>
                    <a:pt x="1183336" y="290937"/>
                  </a:lnTo>
                  <a:lnTo>
                    <a:pt x="1182380" y="288549"/>
                  </a:lnTo>
                  <a:lnTo>
                    <a:pt x="1180948" y="287115"/>
                  </a:lnTo>
                  <a:lnTo>
                    <a:pt x="1174737" y="286638"/>
                  </a:lnTo>
                  <a:lnTo>
                    <a:pt x="1162794" y="289026"/>
                  </a:lnTo>
                  <a:lnTo>
                    <a:pt x="1155628" y="291415"/>
                  </a:lnTo>
                  <a:lnTo>
                    <a:pt x="1152284" y="296670"/>
                  </a:lnTo>
                  <a:lnTo>
                    <a:pt x="1147028" y="297625"/>
                  </a:lnTo>
                  <a:lnTo>
                    <a:pt x="1144640" y="298103"/>
                  </a:lnTo>
                  <a:lnTo>
                    <a:pt x="1137952" y="295237"/>
                  </a:lnTo>
                  <a:lnTo>
                    <a:pt x="1131741" y="297625"/>
                  </a:lnTo>
                  <a:lnTo>
                    <a:pt x="1116932" y="300014"/>
                  </a:lnTo>
                  <a:lnTo>
                    <a:pt x="1114543" y="301447"/>
                  </a:lnTo>
                  <a:lnTo>
                    <a:pt x="1080146" y="301925"/>
                  </a:lnTo>
                  <a:lnTo>
                    <a:pt x="1073458" y="302881"/>
                  </a:lnTo>
                  <a:lnTo>
                    <a:pt x="1055782" y="307658"/>
                  </a:lnTo>
                  <a:lnTo>
                    <a:pt x="1055304" y="311002"/>
                  </a:lnTo>
                  <a:lnTo>
                    <a:pt x="1055782" y="313868"/>
                  </a:lnTo>
                  <a:lnTo>
                    <a:pt x="1053393" y="317690"/>
                  </a:lnTo>
                  <a:lnTo>
                    <a:pt x="1051961" y="321034"/>
                  </a:lnTo>
                  <a:lnTo>
                    <a:pt x="1052438" y="325334"/>
                  </a:lnTo>
                  <a:lnTo>
                    <a:pt x="1052438" y="329156"/>
                  </a:lnTo>
                  <a:lnTo>
                    <a:pt x="1052916" y="333933"/>
                  </a:lnTo>
                  <a:lnTo>
                    <a:pt x="1054349" y="338232"/>
                  </a:lnTo>
                  <a:lnTo>
                    <a:pt x="1056738" y="340621"/>
                  </a:lnTo>
                  <a:lnTo>
                    <a:pt x="1059127" y="342054"/>
                  </a:lnTo>
                  <a:lnTo>
                    <a:pt x="1061037" y="346832"/>
                  </a:lnTo>
                  <a:lnTo>
                    <a:pt x="1059604" y="352087"/>
                  </a:lnTo>
                  <a:lnTo>
                    <a:pt x="1057693" y="358297"/>
                  </a:lnTo>
                  <a:lnTo>
                    <a:pt x="1057216" y="361163"/>
                  </a:lnTo>
                  <a:lnTo>
                    <a:pt x="1058171" y="365463"/>
                  </a:lnTo>
                  <a:lnTo>
                    <a:pt x="1060082" y="373107"/>
                  </a:lnTo>
                  <a:lnTo>
                    <a:pt x="1060559" y="375018"/>
                  </a:lnTo>
                  <a:lnTo>
                    <a:pt x="1065814" y="380750"/>
                  </a:lnTo>
                  <a:lnTo>
                    <a:pt x="1069636" y="382661"/>
                  </a:lnTo>
                  <a:lnTo>
                    <a:pt x="1075369" y="383139"/>
                  </a:lnTo>
                  <a:lnTo>
                    <a:pt x="1079669" y="384572"/>
                  </a:lnTo>
                  <a:lnTo>
                    <a:pt x="1085879" y="388394"/>
                  </a:lnTo>
                  <a:lnTo>
                    <a:pt x="1087312" y="389827"/>
                  </a:lnTo>
                  <a:lnTo>
                    <a:pt x="1087790" y="391738"/>
                  </a:lnTo>
                  <a:lnTo>
                    <a:pt x="1089223" y="397949"/>
                  </a:lnTo>
                  <a:lnTo>
                    <a:pt x="1090179" y="399860"/>
                  </a:lnTo>
                  <a:lnTo>
                    <a:pt x="1096389" y="408459"/>
                  </a:lnTo>
                  <a:lnTo>
                    <a:pt x="1098778" y="409892"/>
                  </a:lnTo>
                  <a:lnTo>
                    <a:pt x="1107377" y="411325"/>
                  </a:lnTo>
                  <a:lnTo>
                    <a:pt x="1110243" y="414191"/>
                  </a:lnTo>
                  <a:lnTo>
                    <a:pt x="1114065" y="422313"/>
                  </a:lnTo>
                  <a:lnTo>
                    <a:pt x="1114543" y="424224"/>
                  </a:lnTo>
                  <a:lnTo>
                    <a:pt x="1115021" y="427568"/>
                  </a:lnTo>
                  <a:lnTo>
                    <a:pt x="1114543" y="430434"/>
                  </a:lnTo>
                  <a:lnTo>
                    <a:pt x="1114065" y="432345"/>
                  </a:lnTo>
                  <a:lnTo>
                    <a:pt x="1112632" y="434734"/>
                  </a:lnTo>
                  <a:lnTo>
                    <a:pt x="1108810" y="445722"/>
                  </a:lnTo>
                  <a:lnTo>
                    <a:pt x="1106421" y="455754"/>
                  </a:lnTo>
                  <a:lnTo>
                    <a:pt x="1110243" y="461964"/>
                  </a:lnTo>
                  <a:lnTo>
                    <a:pt x="1115021" y="474385"/>
                  </a:lnTo>
                  <a:lnTo>
                    <a:pt x="1116454" y="479640"/>
                  </a:lnTo>
                  <a:lnTo>
                    <a:pt x="1118365" y="486329"/>
                  </a:lnTo>
                  <a:lnTo>
                    <a:pt x="1117409" y="490628"/>
                  </a:lnTo>
                  <a:lnTo>
                    <a:pt x="1116932" y="493495"/>
                  </a:lnTo>
                  <a:lnTo>
                    <a:pt x="1113587" y="497316"/>
                  </a:lnTo>
                  <a:lnTo>
                    <a:pt x="1109288" y="498750"/>
                  </a:lnTo>
                  <a:lnTo>
                    <a:pt x="1104988" y="501138"/>
                  </a:lnTo>
                  <a:lnTo>
                    <a:pt x="1105466" y="504005"/>
                  </a:lnTo>
                  <a:lnTo>
                    <a:pt x="1106421" y="507349"/>
                  </a:lnTo>
                  <a:lnTo>
                    <a:pt x="1105944" y="510215"/>
                  </a:lnTo>
                  <a:lnTo>
                    <a:pt x="1105466" y="510693"/>
                  </a:lnTo>
                  <a:lnTo>
                    <a:pt x="1103077" y="511171"/>
                  </a:lnTo>
                  <a:lnTo>
                    <a:pt x="1100689" y="510215"/>
                  </a:lnTo>
                  <a:lnTo>
                    <a:pt x="1099255" y="507349"/>
                  </a:lnTo>
                  <a:lnTo>
                    <a:pt x="1097345" y="504005"/>
                  </a:lnTo>
                  <a:lnTo>
                    <a:pt x="1098300" y="500660"/>
                  </a:lnTo>
                  <a:lnTo>
                    <a:pt x="1102122" y="493972"/>
                  </a:lnTo>
                  <a:lnTo>
                    <a:pt x="1104511" y="484418"/>
                  </a:lnTo>
                  <a:lnTo>
                    <a:pt x="1104988" y="478207"/>
                  </a:lnTo>
                  <a:lnTo>
                    <a:pt x="1104511" y="471519"/>
                  </a:lnTo>
                  <a:lnTo>
                    <a:pt x="1104033" y="467219"/>
                  </a:lnTo>
                  <a:lnTo>
                    <a:pt x="1101166" y="463875"/>
                  </a:lnTo>
                  <a:lnTo>
                    <a:pt x="1098300" y="464831"/>
                  </a:lnTo>
                  <a:lnTo>
                    <a:pt x="1095434" y="467697"/>
                  </a:lnTo>
                  <a:lnTo>
                    <a:pt x="1092568" y="478685"/>
                  </a:lnTo>
                  <a:lnTo>
                    <a:pt x="1088746" y="486329"/>
                  </a:lnTo>
                  <a:lnTo>
                    <a:pt x="1088268" y="489673"/>
                  </a:lnTo>
                  <a:lnTo>
                    <a:pt x="1088268" y="492539"/>
                  </a:lnTo>
                  <a:lnTo>
                    <a:pt x="1088268" y="494450"/>
                  </a:lnTo>
                  <a:lnTo>
                    <a:pt x="1087312" y="488239"/>
                  </a:lnTo>
                  <a:lnTo>
                    <a:pt x="1086835" y="483462"/>
                  </a:lnTo>
                  <a:lnTo>
                    <a:pt x="1089223" y="477730"/>
                  </a:lnTo>
                  <a:lnTo>
                    <a:pt x="1090657" y="471997"/>
                  </a:lnTo>
                  <a:lnTo>
                    <a:pt x="1090179" y="468175"/>
                  </a:lnTo>
                  <a:lnTo>
                    <a:pt x="1088746" y="461487"/>
                  </a:lnTo>
                  <a:lnTo>
                    <a:pt x="1088746" y="458143"/>
                  </a:lnTo>
                  <a:lnTo>
                    <a:pt x="1089223" y="456232"/>
                  </a:lnTo>
                  <a:lnTo>
                    <a:pt x="1090179" y="446677"/>
                  </a:lnTo>
                  <a:lnTo>
                    <a:pt x="1093523" y="444766"/>
                  </a:lnTo>
                  <a:lnTo>
                    <a:pt x="1102122" y="437600"/>
                  </a:lnTo>
                  <a:lnTo>
                    <a:pt x="1103077" y="435689"/>
                  </a:lnTo>
                  <a:lnTo>
                    <a:pt x="1105944" y="429479"/>
                  </a:lnTo>
                  <a:lnTo>
                    <a:pt x="1106899" y="427090"/>
                  </a:lnTo>
                  <a:lnTo>
                    <a:pt x="1108332" y="423268"/>
                  </a:lnTo>
                  <a:lnTo>
                    <a:pt x="1105944" y="420402"/>
                  </a:lnTo>
                  <a:lnTo>
                    <a:pt x="1103555" y="418491"/>
                  </a:lnTo>
                  <a:lnTo>
                    <a:pt x="1098778" y="418013"/>
                  </a:lnTo>
                  <a:lnTo>
                    <a:pt x="1094478" y="418013"/>
                  </a:lnTo>
                  <a:lnTo>
                    <a:pt x="1085402" y="421357"/>
                  </a:lnTo>
                  <a:lnTo>
                    <a:pt x="1077280" y="420402"/>
                  </a:lnTo>
                  <a:lnTo>
                    <a:pt x="1073936" y="418969"/>
                  </a:lnTo>
                  <a:lnTo>
                    <a:pt x="1061037" y="405592"/>
                  </a:lnTo>
                  <a:lnTo>
                    <a:pt x="1060082" y="400815"/>
                  </a:lnTo>
                  <a:lnTo>
                    <a:pt x="1059127" y="398904"/>
                  </a:lnTo>
                  <a:lnTo>
                    <a:pt x="1058171" y="398426"/>
                  </a:lnTo>
                  <a:lnTo>
                    <a:pt x="1053393" y="395082"/>
                  </a:lnTo>
                  <a:lnTo>
                    <a:pt x="1043361" y="390783"/>
                  </a:lnTo>
                  <a:lnTo>
                    <a:pt x="1032851" y="381228"/>
                  </a:lnTo>
                  <a:lnTo>
                    <a:pt x="1014220" y="380750"/>
                  </a:lnTo>
                  <a:lnTo>
                    <a:pt x="1008965" y="381706"/>
                  </a:lnTo>
                  <a:lnTo>
                    <a:pt x="1003709" y="384572"/>
                  </a:lnTo>
                  <a:lnTo>
                    <a:pt x="998932" y="390305"/>
                  </a:lnTo>
                  <a:lnTo>
                    <a:pt x="997022" y="392216"/>
                  </a:lnTo>
                  <a:lnTo>
                    <a:pt x="994155" y="392694"/>
                  </a:lnTo>
                  <a:lnTo>
                    <a:pt x="993200" y="394604"/>
                  </a:lnTo>
                  <a:lnTo>
                    <a:pt x="992722" y="397471"/>
                  </a:lnTo>
                  <a:lnTo>
                    <a:pt x="994633" y="399860"/>
                  </a:lnTo>
                  <a:lnTo>
                    <a:pt x="999888" y="397471"/>
                  </a:lnTo>
                  <a:lnTo>
                    <a:pt x="1004665" y="398426"/>
                  </a:lnTo>
                  <a:lnTo>
                    <a:pt x="1007054" y="401293"/>
                  </a:lnTo>
                  <a:lnTo>
                    <a:pt x="1008965" y="407025"/>
                  </a:lnTo>
                  <a:lnTo>
                    <a:pt x="1008009" y="409414"/>
                  </a:lnTo>
                  <a:lnTo>
                    <a:pt x="999888" y="413714"/>
                  </a:lnTo>
                  <a:lnTo>
                    <a:pt x="995588" y="413236"/>
                  </a:lnTo>
                  <a:lnTo>
                    <a:pt x="986034" y="403681"/>
                  </a:lnTo>
                  <a:lnTo>
                    <a:pt x="982212" y="402248"/>
                  </a:lnTo>
                  <a:lnTo>
                    <a:pt x="973135" y="403681"/>
                  </a:lnTo>
                  <a:lnTo>
                    <a:pt x="967402" y="408459"/>
                  </a:lnTo>
                  <a:lnTo>
                    <a:pt x="965491" y="409414"/>
                  </a:lnTo>
                  <a:lnTo>
                    <a:pt x="966925" y="414191"/>
                  </a:lnTo>
                  <a:lnTo>
                    <a:pt x="968836" y="422313"/>
                  </a:lnTo>
                  <a:lnTo>
                    <a:pt x="970747" y="427568"/>
                  </a:lnTo>
                  <a:lnTo>
                    <a:pt x="973613" y="429957"/>
                  </a:lnTo>
                  <a:lnTo>
                    <a:pt x="982212" y="436167"/>
                  </a:lnTo>
                  <a:lnTo>
                    <a:pt x="986989" y="438078"/>
                  </a:lnTo>
                  <a:lnTo>
                    <a:pt x="994155" y="443811"/>
                  </a:lnTo>
                  <a:lnTo>
                    <a:pt x="998455" y="444288"/>
                  </a:lnTo>
                  <a:lnTo>
                    <a:pt x="1002754" y="443333"/>
                  </a:lnTo>
                  <a:lnTo>
                    <a:pt x="1008487" y="446199"/>
                  </a:lnTo>
                  <a:lnTo>
                    <a:pt x="1012309" y="456232"/>
                  </a:lnTo>
                  <a:lnTo>
                    <a:pt x="1014220" y="460053"/>
                  </a:lnTo>
                  <a:lnTo>
                    <a:pt x="1016131" y="461487"/>
                  </a:lnTo>
                  <a:lnTo>
                    <a:pt x="1018997" y="462920"/>
                  </a:lnTo>
                  <a:lnTo>
                    <a:pt x="1020430" y="462920"/>
                  </a:lnTo>
                  <a:lnTo>
                    <a:pt x="1022341" y="461487"/>
                  </a:lnTo>
                  <a:lnTo>
                    <a:pt x="1026163" y="461009"/>
                  </a:lnTo>
                  <a:lnTo>
                    <a:pt x="1024730" y="464353"/>
                  </a:lnTo>
                  <a:lnTo>
                    <a:pt x="1023297" y="464831"/>
                  </a:lnTo>
                  <a:lnTo>
                    <a:pt x="1014697" y="466264"/>
                  </a:lnTo>
                  <a:lnTo>
                    <a:pt x="1010875" y="465309"/>
                  </a:lnTo>
                  <a:lnTo>
                    <a:pt x="1005620" y="461964"/>
                  </a:lnTo>
                  <a:lnTo>
                    <a:pt x="996543" y="451932"/>
                  </a:lnTo>
                  <a:lnTo>
                    <a:pt x="984600" y="451454"/>
                  </a:lnTo>
                  <a:lnTo>
                    <a:pt x="983167" y="454321"/>
                  </a:lnTo>
                  <a:lnTo>
                    <a:pt x="979345" y="450021"/>
                  </a:lnTo>
                  <a:lnTo>
                    <a:pt x="966925" y="449066"/>
                  </a:lnTo>
                  <a:lnTo>
                    <a:pt x="959281" y="446199"/>
                  </a:lnTo>
                  <a:lnTo>
                    <a:pt x="951637" y="441900"/>
                  </a:lnTo>
                  <a:lnTo>
                    <a:pt x="950682" y="439989"/>
                  </a:lnTo>
                  <a:lnTo>
                    <a:pt x="950682" y="437123"/>
                  </a:lnTo>
                  <a:lnTo>
                    <a:pt x="953070" y="433301"/>
                  </a:lnTo>
                  <a:lnTo>
                    <a:pt x="954504" y="430912"/>
                  </a:lnTo>
                  <a:lnTo>
                    <a:pt x="954981" y="424224"/>
                  </a:lnTo>
                  <a:lnTo>
                    <a:pt x="949726" y="415147"/>
                  </a:lnTo>
                  <a:lnTo>
                    <a:pt x="950204" y="406548"/>
                  </a:lnTo>
                  <a:lnTo>
                    <a:pt x="952593" y="405115"/>
                  </a:lnTo>
                  <a:lnTo>
                    <a:pt x="955936" y="394127"/>
                  </a:lnTo>
                  <a:lnTo>
                    <a:pt x="957848" y="390305"/>
                  </a:lnTo>
                  <a:lnTo>
                    <a:pt x="958803" y="388872"/>
                  </a:lnTo>
                  <a:lnTo>
                    <a:pt x="959759" y="386483"/>
                  </a:lnTo>
                  <a:lnTo>
                    <a:pt x="958803" y="383139"/>
                  </a:lnTo>
                  <a:lnTo>
                    <a:pt x="957848" y="381228"/>
                  </a:lnTo>
                  <a:lnTo>
                    <a:pt x="956892" y="376929"/>
                  </a:lnTo>
                  <a:lnTo>
                    <a:pt x="956892" y="373584"/>
                  </a:lnTo>
                  <a:lnTo>
                    <a:pt x="956892" y="369285"/>
                  </a:lnTo>
                  <a:lnTo>
                    <a:pt x="954504" y="363074"/>
                  </a:lnTo>
                  <a:lnTo>
                    <a:pt x="952115" y="355909"/>
                  </a:lnTo>
                  <a:lnTo>
                    <a:pt x="947815" y="352564"/>
                  </a:lnTo>
                  <a:lnTo>
                    <a:pt x="943993" y="352564"/>
                  </a:lnTo>
                  <a:lnTo>
                    <a:pt x="942083" y="353520"/>
                  </a:lnTo>
                  <a:lnTo>
                    <a:pt x="940649" y="355431"/>
                  </a:lnTo>
                  <a:lnTo>
                    <a:pt x="943038" y="361641"/>
                  </a:lnTo>
                  <a:lnTo>
                    <a:pt x="944949" y="366896"/>
                  </a:lnTo>
                  <a:lnTo>
                    <a:pt x="946382" y="371196"/>
                  </a:lnTo>
                  <a:lnTo>
                    <a:pt x="946860" y="378839"/>
                  </a:lnTo>
                  <a:lnTo>
                    <a:pt x="946860" y="388394"/>
                  </a:lnTo>
                  <a:lnTo>
                    <a:pt x="945904" y="392216"/>
                  </a:lnTo>
                  <a:lnTo>
                    <a:pt x="944949" y="395560"/>
                  </a:lnTo>
                  <a:lnTo>
                    <a:pt x="941127" y="399382"/>
                  </a:lnTo>
                  <a:lnTo>
                    <a:pt x="934917" y="404159"/>
                  </a:lnTo>
                  <a:lnTo>
                    <a:pt x="931572" y="406548"/>
                  </a:lnTo>
                  <a:lnTo>
                    <a:pt x="923929" y="408936"/>
                  </a:lnTo>
                  <a:lnTo>
                    <a:pt x="918674" y="413236"/>
                  </a:lnTo>
                  <a:lnTo>
                    <a:pt x="907208" y="436167"/>
                  </a:lnTo>
                  <a:lnTo>
                    <a:pt x="908164" y="439511"/>
                  </a:lnTo>
                  <a:lnTo>
                    <a:pt x="912463" y="443333"/>
                  </a:lnTo>
                  <a:lnTo>
                    <a:pt x="915329" y="446677"/>
                  </a:lnTo>
                  <a:lnTo>
                    <a:pt x="916763" y="449066"/>
                  </a:lnTo>
                  <a:lnTo>
                    <a:pt x="919629" y="457665"/>
                  </a:lnTo>
                  <a:lnTo>
                    <a:pt x="931572" y="480596"/>
                  </a:lnTo>
                  <a:lnTo>
                    <a:pt x="932050" y="484418"/>
                  </a:lnTo>
                  <a:lnTo>
                    <a:pt x="929184" y="492061"/>
                  </a:lnTo>
                  <a:lnTo>
                    <a:pt x="923929" y="501138"/>
                  </a:lnTo>
                  <a:lnTo>
                    <a:pt x="921540" y="506393"/>
                  </a:lnTo>
                  <a:lnTo>
                    <a:pt x="916763" y="526458"/>
                  </a:lnTo>
                  <a:lnTo>
                    <a:pt x="916285" y="531235"/>
                  </a:lnTo>
                  <a:lnTo>
                    <a:pt x="918674" y="536012"/>
                  </a:lnTo>
                  <a:lnTo>
                    <a:pt x="922018" y="541745"/>
                  </a:lnTo>
                  <a:lnTo>
                    <a:pt x="922974" y="546523"/>
                  </a:lnTo>
                  <a:lnTo>
                    <a:pt x="920585" y="557510"/>
                  </a:lnTo>
                  <a:lnTo>
                    <a:pt x="922018" y="560377"/>
                  </a:lnTo>
                  <a:lnTo>
                    <a:pt x="924884" y="561810"/>
                  </a:lnTo>
                  <a:lnTo>
                    <a:pt x="932528" y="560377"/>
                  </a:lnTo>
                  <a:lnTo>
                    <a:pt x="941127" y="563243"/>
                  </a:lnTo>
                  <a:lnTo>
                    <a:pt x="945904" y="561810"/>
                  </a:lnTo>
                  <a:lnTo>
                    <a:pt x="953548" y="555599"/>
                  </a:lnTo>
                  <a:lnTo>
                    <a:pt x="955936" y="554644"/>
                  </a:lnTo>
                  <a:lnTo>
                    <a:pt x="965013" y="555599"/>
                  </a:lnTo>
                  <a:lnTo>
                    <a:pt x="977434" y="561810"/>
                  </a:lnTo>
                  <a:lnTo>
                    <a:pt x="991289" y="569931"/>
                  </a:lnTo>
                  <a:lnTo>
                    <a:pt x="993677" y="572320"/>
                  </a:lnTo>
                  <a:lnTo>
                    <a:pt x="997499" y="572798"/>
                  </a:lnTo>
                  <a:lnTo>
                    <a:pt x="1000366" y="586174"/>
                  </a:lnTo>
                  <a:lnTo>
                    <a:pt x="1002754" y="593818"/>
                  </a:lnTo>
                  <a:lnTo>
                    <a:pt x="1003709" y="599073"/>
                  </a:lnTo>
                  <a:lnTo>
                    <a:pt x="1004188" y="604805"/>
                  </a:lnTo>
                  <a:lnTo>
                    <a:pt x="1001799" y="605761"/>
                  </a:lnTo>
                  <a:lnTo>
                    <a:pt x="999888" y="606716"/>
                  </a:lnTo>
                  <a:lnTo>
                    <a:pt x="997977" y="608150"/>
                  </a:lnTo>
                  <a:lnTo>
                    <a:pt x="995111" y="616749"/>
                  </a:lnTo>
                  <a:lnTo>
                    <a:pt x="995111" y="621526"/>
                  </a:lnTo>
                  <a:lnTo>
                    <a:pt x="996543" y="629170"/>
                  </a:lnTo>
                  <a:lnTo>
                    <a:pt x="1007532" y="632992"/>
                  </a:lnTo>
                  <a:lnTo>
                    <a:pt x="1015653" y="634903"/>
                  </a:lnTo>
                  <a:lnTo>
                    <a:pt x="1021386" y="634903"/>
                  </a:lnTo>
                  <a:lnTo>
                    <a:pt x="1022341" y="635858"/>
                  </a:lnTo>
                  <a:lnTo>
                    <a:pt x="1022819" y="637291"/>
                  </a:lnTo>
                  <a:lnTo>
                    <a:pt x="1016131" y="637769"/>
                  </a:lnTo>
                  <a:lnTo>
                    <a:pt x="1004188" y="638724"/>
                  </a:lnTo>
                  <a:lnTo>
                    <a:pt x="999888" y="637769"/>
                  </a:lnTo>
                  <a:lnTo>
                    <a:pt x="997977" y="637291"/>
                  </a:lnTo>
                  <a:lnTo>
                    <a:pt x="996066" y="634425"/>
                  </a:lnTo>
                  <a:lnTo>
                    <a:pt x="992722" y="632036"/>
                  </a:lnTo>
                  <a:lnTo>
                    <a:pt x="991289" y="630125"/>
                  </a:lnTo>
                  <a:lnTo>
                    <a:pt x="987945" y="628214"/>
                  </a:lnTo>
                  <a:lnTo>
                    <a:pt x="989378" y="620093"/>
                  </a:lnTo>
                  <a:lnTo>
                    <a:pt x="989856" y="601939"/>
                  </a:lnTo>
                  <a:lnTo>
                    <a:pt x="989378" y="594296"/>
                  </a:lnTo>
                  <a:lnTo>
                    <a:pt x="986989" y="588085"/>
                  </a:lnTo>
                  <a:lnTo>
                    <a:pt x="979345" y="579008"/>
                  </a:lnTo>
                  <a:lnTo>
                    <a:pt x="976957" y="572798"/>
                  </a:lnTo>
                  <a:lnTo>
                    <a:pt x="974090" y="568976"/>
                  </a:lnTo>
                  <a:lnTo>
                    <a:pt x="971224" y="568020"/>
                  </a:lnTo>
                  <a:lnTo>
                    <a:pt x="966925" y="568976"/>
                  </a:lnTo>
                  <a:lnTo>
                    <a:pt x="956892" y="572798"/>
                  </a:lnTo>
                  <a:lnTo>
                    <a:pt x="947338" y="574709"/>
                  </a:lnTo>
                  <a:lnTo>
                    <a:pt x="936827" y="580441"/>
                  </a:lnTo>
                  <a:lnTo>
                    <a:pt x="934917" y="584741"/>
                  </a:lnTo>
                  <a:lnTo>
                    <a:pt x="933006" y="596684"/>
                  </a:lnTo>
                  <a:lnTo>
                    <a:pt x="935394" y="602417"/>
                  </a:lnTo>
                  <a:lnTo>
                    <a:pt x="937783" y="606716"/>
                  </a:lnTo>
                  <a:lnTo>
                    <a:pt x="939694" y="613882"/>
                  </a:lnTo>
                  <a:lnTo>
                    <a:pt x="940649" y="618182"/>
                  </a:lnTo>
                  <a:lnTo>
                    <a:pt x="940649" y="622482"/>
                  </a:lnTo>
                  <a:lnTo>
                    <a:pt x="940649" y="628692"/>
                  </a:lnTo>
                  <a:lnTo>
                    <a:pt x="938738" y="632036"/>
                  </a:lnTo>
                  <a:lnTo>
                    <a:pt x="926795" y="645412"/>
                  </a:lnTo>
                  <a:lnTo>
                    <a:pt x="924884" y="649712"/>
                  </a:lnTo>
                  <a:lnTo>
                    <a:pt x="922974" y="660700"/>
                  </a:lnTo>
                  <a:lnTo>
                    <a:pt x="921063" y="664999"/>
                  </a:lnTo>
                  <a:lnTo>
                    <a:pt x="915329" y="671210"/>
                  </a:lnTo>
                  <a:lnTo>
                    <a:pt x="911986" y="673599"/>
                  </a:lnTo>
                  <a:lnTo>
                    <a:pt x="893832" y="685064"/>
                  </a:lnTo>
                  <a:lnTo>
                    <a:pt x="893354" y="687453"/>
                  </a:lnTo>
                  <a:lnTo>
                    <a:pt x="891921" y="695574"/>
                  </a:lnTo>
                  <a:lnTo>
                    <a:pt x="886666" y="698918"/>
                  </a:lnTo>
                  <a:lnTo>
                    <a:pt x="883799" y="699396"/>
                  </a:lnTo>
                  <a:lnTo>
                    <a:pt x="877111" y="695574"/>
                  </a:lnTo>
                  <a:lnTo>
                    <a:pt x="872812" y="694141"/>
                  </a:lnTo>
                  <a:lnTo>
                    <a:pt x="868512" y="694141"/>
                  </a:lnTo>
                  <a:lnTo>
                    <a:pt x="852747" y="695096"/>
                  </a:lnTo>
                  <a:lnTo>
                    <a:pt x="845581" y="692230"/>
                  </a:lnTo>
                  <a:lnTo>
                    <a:pt x="839849" y="688408"/>
                  </a:lnTo>
                  <a:lnTo>
                    <a:pt x="834115" y="687453"/>
                  </a:lnTo>
                  <a:lnTo>
                    <a:pt x="829816" y="684109"/>
                  </a:lnTo>
                  <a:lnTo>
                    <a:pt x="828861" y="681242"/>
                  </a:lnTo>
                  <a:lnTo>
                    <a:pt x="827905" y="677420"/>
                  </a:lnTo>
                  <a:lnTo>
                    <a:pt x="826950" y="675510"/>
                  </a:lnTo>
                  <a:lnTo>
                    <a:pt x="826472" y="674554"/>
                  </a:lnTo>
                  <a:lnTo>
                    <a:pt x="827428" y="673599"/>
                  </a:lnTo>
                  <a:lnTo>
                    <a:pt x="830294" y="672643"/>
                  </a:lnTo>
                  <a:lnTo>
                    <a:pt x="840804" y="673599"/>
                  </a:lnTo>
                  <a:lnTo>
                    <a:pt x="843670" y="672165"/>
                  </a:lnTo>
                  <a:lnTo>
                    <a:pt x="844626" y="672643"/>
                  </a:lnTo>
                  <a:lnTo>
                    <a:pt x="847492" y="676465"/>
                  </a:lnTo>
                  <a:lnTo>
                    <a:pt x="851314" y="679331"/>
                  </a:lnTo>
                  <a:lnTo>
                    <a:pt x="854658" y="678854"/>
                  </a:lnTo>
                  <a:lnTo>
                    <a:pt x="857524" y="676465"/>
                  </a:lnTo>
                  <a:lnTo>
                    <a:pt x="858480" y="676465"/>
                  </a:lnTo>
                  <a:lnTo>
                    <a:pt x="859435" y="676465"/>
                  </a:lnTo>
                  <a:lnTo>
                    <a:pt x="857047" y="678854"/>
                  </a:lnTo>
                  <a:lnTo>
                    <a:pt x="854658" y="680287"/>
                  </a:lnTo>
                  <a:lnTo>
                    <a:pt x="854180" y="681242"/>
                  </a:lnTo>
                  <a:lnTo>
                    <a:pt x="853225" y="683153"/>
                  </a:lnTo>
                  <a:lnTo>
                    <a:pt x="857047" y="685542"/>
                  </a:lnTo>
                  <a:lnTo>
                    <a:pt x="860391" y="686975"/>
                  </a:lnTo>
                  <a:lnTo>
                    <a:pt x="864690" y="685542"/>
                  </a:lnTo>
                  <a:lnTo>
                    <a:pt x="867079" y="683153"/>
                  </a:lnTo>
                  <a:lnTo>
                    <a:pt x="872334" y="679331"/>
                  </a:lnTo>
                  <a:lnTo>
                    <a:pt x="876156" y="679331"/>
                  </a:lnTo>
                  <a:lnTo>
                    <a:pt x="876634" y="675987"/>
                  </a:lnTo>
                  <a:lnTo>
                    <a:pt x="874722" y="670254"/>
                  </a:lnTo>
                  <a:lnTo>
                    <a:pt x="872812" y="666433"/>
                  </a:lnTo>
                  <a:lnTo>
                    <a:pt x="879022" y="667866"/>
                  </a:lnTo>
                  <a:lnTo>
                    <a:pt x="882367" y="664522"/>
                  </a:lnTo>
                  <a:lnTo>
                    <a:pt x="897176" y="637291"/>
                  </a:lnTo>
                  <a:lnTo>
                    <a:pt x="904342" y="632036"/>
                  </a:lnTo>
                  <a:lnTo>
                    <a:pt x="906731" y="628692"/>
                  </a:lnTo>
                  <a:lnTo>
                    <a:pt x="908164" y="623915"/>
                  </a:lnTo>
                  <a:lnTo>
                    <a:pt x="908642" y="618660"/>
                  </a:lnTo>
                  <a:lnTo>
                    <a:pt x="908164" y="612927"/>
                  </a:lnTo>
                  <a:lnTo>
                    <a:pt x="908164" y="608627"/>
                  </a:lnTo>
                  <a:lnTo>
                    <a:pt x="910552" y="602895"/>
                  </a:lnTo>
                  <a:lnTo>
                    <a:pt x="914374" y="596206"/>
                  </a:lnTo>
                  <a:lnTo>
                    <a:pt x="917241" y="593818"/>
                  </a:lnTo>
                  <a:lnTo>
                    <a:pt x="916763" y="591429"/>
                  </a:lnTo>
                  <a:lnTo>
                    <a:pt x="916285" y="589040"/>
                  </a:lnTo>
                  <a:lnTo>
                    <a:pt x="909119" y="582352"/>
                  </a:lnTo>
                  <a:lnTo>
                    <a:pt x="901476" y="577097"/>
                  </a:lnTo>
                  <a:lnTo>
                    <a:pt x="899087" y="574231"/>
                  </a:lnTo>
                  <a:lnTo>
                    <a:pt x="897176" y="569454"/>
                  </a:lnTo>
                  <a:lnTo>
                    <a:pt x="895743" y="563721"/>
                  </a:lnTo>
                  <a:lnTo>
                    <a:pt x="895743" y="559899"/>
                  </a:lnTo>
                  <a:lnTo>
                    <a:pt x="896699" y="548433"/>
                  </a:lnTo>
                  <a:lnTo>
                    <a:pt x="897654" y="543178"/>
                  </a:lnTo>
                  <a:lnTo>
                    <a:pt x="897654" y="526936"/>
                  </a:lnTo>
                  <a:lnTo>
                    <a:pt x="896220" y="506393"/>
                  </a:lnTo>
                  <a:lnTo>
                    <a:pt x="894787" y="501138"/>
                  </a:lnTo>
                  <a:lnTo>
                    <a:pt x="896699" y="497316"/>
                  </a:lnTo>
                  <a:lnTo>
                    <a:pt x="898609" y="493972"/>
                  </a:lnTo>
                  <a:lnTo>
                    <a:pt x="899565" y="491106"/>
                  </a:lnTo>
                  <a:lnTo>
                    <a:pt x="900042" y="471041"/>
                  </a:lnTo>
                  <a:lnTo>
                    <a:pt x="899565" y="463398"/>
                  </a:lnTo>
                  <a:lnTo>
                    <a:pt x="897176" y="452888"/>
                  </a:lnTo>
                  <a:lnTo>
                    <a:pt x="887144" y="444288"/>
                  </a:lnTo>
                  <a:lnTo>
                    <a:pt x="882844" y="435689"/>
                  </a:lnTo>
                  <a:lnTo>
                    <a:pt x="883322" y="432345"/>
                  </a:lnTo>
                  <a:lnTo>
                    <a:pt x="883799" y="430434"/>
                  </a:lnTo>
                  <a:lnTo>
                    <a:pt x="888099" y="426612"/>
                  </a:lnTo>
                  <a:lnTo>
                    <a:pt x="890965" y="421835"/>
                  </a:lnTo>
                  <a:lnTo>
                    <a:pt x="892876" y="414669"/>
                  </a:lnTo>
                  <a:lnTo>
                    <a:pt x="896699" y="403204"/>
                  </a:lnTo>
                  <a:lnTo>
                    <a:pt x="898131" y="399382"/>
                  </a:lnTo>
                  <a:lnTo>
                    <a:pt x="900520" y="383617"/>
                  </a:lnTo>
                  <a:lnTo>
                    <a:pt x="900998" y="375495"/>
                  </a:lnTo>
                  <a:lnTo>
                    <a:pt x="901476" y="362597"/>
                  </a:lnTo>
                  <a:lnTo>
                    <a:pt x="898131" y="359253"/>
                  </a:lnTo>
                  <a:lnTo>
                    <a:pt x="894310" y="356386"/>
                  </a:lnTo>
                  <a:lnTo>
                    <a:pt x="887622" y="353997"/>
                  </a:lnTo>
                  <a:lnTo>
                    <a:pt x="884277" y="354953"/>
                  </a:lnTo>
                  <a:lnTo>
                    <a:pt x="878067" y="349698"/>
                  </a:lnTo>
                  <a:lnTo>
                    <a:pt x="875678" y="348743"/>
                  </a:lnTo>
                  <a:lnTo>
                    <a:pt x="858958" y="350176"/>
                  </a:lnTo>
                  <a:lnTo>
                    <a:pt x="849403" y="349698"/>
                  </a:lnTo>
                  <a:lnTo>
                    <a:pt x="843670" y="351131"/>
                  </a:lnTo>
                  <a:lnTo>
                    <a:pt x="840804" y="350653"/>
                  </a:lnTo>
                  <a:lnTo>
                    <a:pt x="838893" y="350176"/>
                  </a:lnTo>
                  <a:lnTo>
                    <a:pt x="838893" y="347787"/>
                  </a:lnTo>
                  <a:lnTo>
                    <a:pt x="840326" y="346354"/>
                  </a:lnTo>
                  <a:lnTo>
                    <a:pt x="839849" y="344921"/>
                  </a:lnTo>
                  <a:lnTo>
                    <a:pt x="838415" y="344921"/>
                  </a:lnTo>
                  <a:lnTo>
                    <a:pt x="833638" y="346354"/>
                  </a:lnTo>
                  <a:lnTo>
                    <a:pt x="826950" y="364030"/>
                  </a:lnTo>
                  <a:lnTo>
                    <a:pt x="822650" y="380750"/>
                  </a:lnTo>
                  <a:lnTo>
                    <a:pt x="818351" y="403204"/>
                  </a:lnTo>
                  <a:lnTo>
                    <a:pt x="815485" y="412758"/>
                  </a:lnTo>
                  <a:lnTo>
                    <a:pt x="811662" y="422791"/>
                  </a:lnTo>
                  <a:lnTo>
                    <a:pt x="805452" y="430434"/>
                  </a:lnTo>
                  <a:lnTo>
                    <a:pt x="797331" y="438078"/>
                  </a:lnTo>
                  <a:lnTo>
                    <a:pt x="791598" y="441900"/>
                  </a:lnTo>
                  <a:lnTo>
                    <a:pt x="784910" y="445722"/>
                  </a:lnTo>
                  <a:lnTo>
                    <a:pt x="781565" y="453365"/>
                  </a:lnTo>
                  <a:lnTo>
                    <a:pt x="779177" y="456709"/>
                  </a:lnTo>
                  <a:lnTo>
                    <a:pt x="780132" y="459098"/>
                  </a:lnTo>
                  <a:lnTo>
                    <a:pt x="783476" y="457665"/>
                  </a:lnTo>
                  <a:lnTo>
                    <a:pt x="781565" y="463398"/>
                  </a:lnTo>
                  <a:lnTo>
                    <a:pt x="779655" y="466742"/>
                  </a:lnTo>
                  <a:lnTo>
                    <a:pt x="780132" y="468653"/>
                  </a:lnTo>
                  <a:lnTo>
                    <a:pt x="780610" y="471519"/>
                  </a:lnTo>
                  <a:lnTo>
                    <a:pt x="782999" y="472474"/>
                  </a:lnTo>
                  <a:lnTo>
                    <a:pt x="789209" y="470564"/>
                  </a:lnTo>
                  <a:lnTo>
                    <a:pt x="790642" y="472474"/>
                  </a:lnTo>
                  <a:lnTo>
                    <a:pt x="792076" y="475818"/>
                  </a:lnTo>
                  <a:lnTo>
                    <a:pt x="791120" y="489195"/>
                  </a:lnTo>
                  <a:lnTo>
                    <a:pt x="789687" y="500183"/>
                  </a:lnTo>
                  <a:lnTo>
                    <a:pt x="789209" y="504005"/>
                  </a:lnTo>
                  <a:lnTo>
                    <a:pt x="790165" y="506871"/>
                  </a:lnTo>
                  <a:lnTo>
                    <a:pt x="791120" y="510215"/>
                  </a:lnTo>
                  <a:lnTo>
                    <a:pt x="789209" y="514037"/>
                  </a:lnTo>
                  <a:lnTo>
                    <a:pt x="787776" y="515470"/>
                  </a:lnTo>
                  <a:lnTo>
                    <a:pt x="784910" y="514992"/>
                  </a:lnTo>
                  <a:lnTo>
                    <a:pt x="782999" y="524069"/>
                  </a:lnTo>
                  <a:lnTo>
                    <a:pt x="782521" y="529802"/>
                  </a:lnTo>
                  <a:lnTo>
                    <a:pt x="782521" y="533624"/>
                  </a:lnTo>
                  <a:lnTo>
                    <a:pt x="782999" y="536490"/>
                  </a:lnTo>
                  <a:lnTo>
                    <a:pt x="784432" y="539357"/>
                  </a:lnTo>
                  <a:lnTo>
                    <a:pt x="784910" y="536968"/>
                  </a:lnTo>
                  <a:lnTo>
                    <a:pt x="785865" y="534102"/>
                  </a:lnTo>
                  <a:lnTo>
                    <a:pt x="787776" y="532191"/>
                  </a:lnTo>
                  <a:lnTo>
                    <a:pt x="798764" y="537923"/>
                  </a:lnTo>
                  <a:lnTo>
                    <a:pt x="801630" y="540312"/>
                  </a:lnTo>
                  <a:lnTo>
                    <a:pt x="806408" y="543178"/>
                  </a:lnTo>
                  <a:lnTo>
                    <a:pt x="807840" y="546045"/>
                  </a:lnTo>
                  <a:lnTo>
                    <a:pt x="808319" y="555599"/>
                  </a:lnTo>
                  <a:lnTo>
                    <a:pt x="813096" y="564198"/>
                  </a:lnTo>
                  <a:lnTo>
                    <a:pt x="816917" y="569454"/>
                  </a:lnTo>
                  <a:lnTo>
                    <a:pt x="819306" y="571364"/>
                  </a:lnTo>
                  <a:lnTo>
                    <a:pt x="821217" y="571842"/>
                  </a:lnTo>
                  <a:lnTo>
                    <a:pt x="824561" y="569931"/>
                  </a:lnTo>
                  <a:lnTo>
                    <a:pt x="828861" y="570409"/>
                  </a:lnTo>
                  <a:lnTo>
                    <a:pt x="826472" y="577097"/>
                  </a:lnTo>
                  <a:lnTo>
                    <a:pt x="822650" y="589518"/>
                  </a:lnTo>
                  <a:lnTo>
                    <a:pt x="816440" y="600506"/>
                  </a:lnTo>
                  <a:lnTo>
                    <a:pt x="813573" y="601939"/>
                  </a:lnTo>
                  <a:lnTo>
                    <a:pt x="809274" y="597640"/>
                  </a:lnTo>
                  <a:lnTo>
                    <a:pt x="803541" y="593818"/>
                  </a:lnTo>
                  <a:lnTo>
                    <a:pt x="800674" y="592385"/>
                  </a:lnTo>
                  <a:lnTo>
                    <a:pt x="799242" y="589040"/>
                  </a:lnTo>
                  <a:lnTo>
                    <a:pt x="789209" y="579964"/>
                  </a:lnTo>
                  <a:lnTo>
                    <a:pt x="786343" y="574231"/>
                  </a:lnTo>
                  <a:lnTo>
                    <a:pt x="781565" y="573275"/>
                  </a:lnTo>
                  <a:lnTo>
                    <a:pt x="774878" y="570409"/>
                  </a:lnTo>
                  <a:lnTo>
                    <a:pt x="773922" y="569931"/>
                  </a:lnTo>
                  <a:lnTo>
                    <a:pt x="768189" y="566109"/>
                  </a:lnTo>
                  <a:lnTo>
                    <a:pt x="762934" y="563721"/>
                  </a:lnTo>
                  <a:lnTo>
                    <a:pt x="761501" y="560854"/>
                  </a:lnTo>
                  <a:lnTo>
                    <a:pt x="757201" y="558944"/>
                  </a:lnTo>
                  <a:lnTo>
                    <a:pt x="753380" y="557510"/>
                  </a:lnTo>
                  <a:lnTo>
                    <a:pt x="747169" y="554166"/>
                  </a:lnTo>
                  <a:lnTo>
                    <a:pt x="744780" y="555122"/>
                  </a:lnTo>
                  <a:lnTo>
                    <a:pt x="745258" y="551300"/>
                  </a:lnTo>
                  <a:lnTo>
                    <a:pt x="738570" y="545567"/>
                  </a:lnTo>
                  <a:lnTo>
                    <a:pt x="730448" y="540312"/>
                  </a:lnTo>
                  <a:lnTo>
                    <a:pt x="714206" y="533146"/>
                  </a:lnTo>
                  <a:lnTo>
                    <a:pt x="699874" y="529324"/>
                  </a:lnTo>
                  <a:lnTo>
                    <a:pt x="682675" y="528369"/>
                  </a:lnTo>
                  <a:lnTo>
                    <a:pt x="667866" y="523591"/>
                  </a:lnTo>
                  <a:lnTo>
                    <a:pt x="665477" y="524069"/>
                  </a:lnTo>
                  <a:lnTo>
                    <a:pt x="663566" y="525502"/>
                  </a:lnTo>
                  <a:lnTo>
                    <a:pt x="658789" y="532191"/>
                  </a:lnTo>
                  <a:lnTo>
                    <a:pt x="653057" y="534102"/>
                  </a:lnTo>
                  <a:lnTo>
                    <a:pt x="651145" y="537446"/>
                  </a:lnTo>
                  <a:lnTo>
                    <a:pt x="654012" y="544134"/>
                  </a:lnTo>
                  <a:lnTo>
                    <a:pt x="660700" y="562288"/>
                  </a:lnTo>
                  <a:lnTo>
                    <a:pt x="664522" y="560377"/>
                  </a:lnTo>
                  <a:lnTo>
                    <a:pt x="665955" y="568498"/>
                  </a:lnTo>
                  <a:lnTo>
                    <a:pt x="663566" y="573275"/>
                  </a:lnTo>
                  <a:lnTo>
                    <a:pt x="660222" y="578530"/>
                  </a:lnTo>
                  <a:lnTo>
                    <a:pt x="657356" y="581397"/>
                  </a:lnTo>
                  <a:lnTo>
                    <a:pt x="650668" y="582830"/>
                  </a:lnTo>
                  <a:lnTo>
                    <a:pt x="645412" y="582352"/>
                  </a:lnTo>
                  <a:lnTo>
                    <a:pt x="644935" y="587607"/>
                  </a:lnTo>
                  <a:lnTo>
                    <a:pt x="646368" y="592385"/>
                  </a:lnTo>
                  <a:lnTo>
                    <a:pt x="645891" y="594296"/>
                  </a:lnTo>
                  <a:lnTo>
                    <a:pt x="645412" y="596684"/>
                  </a:lnTo>
                  <a:lnTo>
                    <a:pt x="644935" y="598117"/>
                  </a:lnTo>
                  <a:lnTo>
                    <a:pt x="643980" y="598595"/>
                  </a:lnTo>
                  <a:lnTo>
                    <a:pt x="642068" y="600028"/>
                  </a:lnTo>
                  <a:lnTo>
                    <a:pt x="639680" y="600028"/>
                  </a:lnTo>
                  <a:lnTo>
                    <a:pt x="633947" y="597640"/>
                  </a:lnTo>
                  <a:lnTo>
                    <a:pt x="629648" y="595729"/>
                  </a:lnTo>
                  <a:lnTo>
                    <a:pt x="630125" y="587130"/>
                  </a:lnTo>
                  <a:lnTo>
                    <a:pt x="632036" y="583308"/>
                  </a:lnTo>
                  <a:lnTo>
                    <a:pt x="633469" y="582352"/>
                  </a:lnTo>
                  <a:lnTo>
                    <a:pt x="634903" y="580919"/>
                  </a:lnTo>
                  <a:lnTo>
                    <a:pt x="632036" y="575186"/>
                  </a:lnTo>
                  <a:lnTo>
                    <a:pt x="630125" y="572798"/>
                  </a:lnTo>
                  <a:lnTo>
                    <a:pt x="628692" y="568976"/>
                  </a:lnTo>
                  <a:lnTo>
                    <a:pt x="628692" y="567543"/>
                  </a:lnTo>
                  <a:lnTo>
                    <a:pt x="626303" y="567543"/>
                  </a:lnTo>
                  <a:lnTo>
                    <a:pt x="614838" y="571842"/>
                  </a:lnTo>
                  <a:lnTo>
                    <a:pt x="612450" y="576142"/>
                  </a:lnTo>
                  <a:lnTo>
                    <a:pt x="611494" y="573275"/>
                  </a:lnTo>
                  <a:lnTo>
                    <a:pt x="596684" y="585696"/>
                  </a:lnTo>
                  <a:lnTo>
                    <a:pt x="590473" y="589996"/>
                  </a:lnTo>
                  <a:lnTo>
                    <a:pt x="586174" y="589518"/>
                  </a:lnTo>
                  <a:lnTo>
                    <a:pt x="580441" y="587130"/>
                  </a:lnTo>
                  <a:lnTo>
                    <a:pt x="573753" y="586652"/>
                  </a:lnTo>
                  <a:lnTo>
                    <a:pt x="568976" y="585219"/>
                  </a:lnTo>
                  <a:lnTo>
                    <a:pt x="566587" y="586174"/>
                  </a:lnTo>
                  <a:lnTo>
                    <a:pt x="561810" y="589040"/>
                  </a:lnTo>
                  <a:lnTo>
                    <a:pt x="556555" y="589518"/>
                  </a:lnTo>
                  <a:lnTo>
                    <a:pt x="551300" y="593818"/>
                  </a:lnTo>
                  <a:lnTo>
                    <a:pt x="547000" y="599073"/>
                  </a:lnTo>
                  <a:lnTo>
                    <a:pt x="545567" y="607672"/>
                  </a:lnTo>
                  <a:lnTo>
                    <a:pt x="542701" y="608627"/>
                  </a:lnTo>
                  <a:lnTo>
                    <a:pt x="539834" y="603850"/>
                  </a:lnTo>
                  <a:lnTo>
                    <a:pt x="537923" y="602895"/>
                  </a:lnTo>
                  <a:lnTo>
                    <a:pt x="536490" y="603850"/>
                  </a:lnTo>
                  <a:lnTo>
                    <a:pt x="533146" y="604328"/>
                  </a:lnTo>
                  <a:lnTo>
                    <a:pt x="530280" y="604805"/>
                  </a:lnTo>
                  <a:lnTo>
                    <a:pt x="527891" y="606239"/>
                  </a:lnTo>
                  <a:lnTo>
                    <a:pt x="526936" y="606239"/>
                  </a:lnTo>
                  <a:lnTo>
                    <a:pt x="518814" y="604805"/>
                  </a:lnTo>
                  <a:lnTo>
                    <a:pt x="516904" y="604805"/>
                  </a:lnTo>
                  <a:lnTo>
                    <a:pt x="514037" y="604328"/>
                  </a:lnTo>
                  <a:lnTo>
                    <a:pt x="514515" y="601939"/>
                  </a:lnTo>
                  <a:lnTo>
                    <a:pt x="515470" y="600506"/>
                  </a:lnTo>
                  <a:lnTo>
                    <a:pt x="519770" y="599551"/>
                  </a:lnTo>
                  <a:lnTo>
                    <a:pt x="522636" y="597640"/>
                  </a:lnTo>
                  <a:lnTo>
                    <a:pt x="525025" y="598595"/>
                  </a:lnTo>
                  <a:lnTo>
                    <a:pt x="527413" y="596206"/>
                  </a:lnTo>
                  <a:lnTo>
                    <a:pt x="526936" y="590951"/>
                  </a:lnTo>
                  <a:lnTo>
                    <a:pt x="523591" y="586174"/>
                  </a:lnTo>
                  <a:lnTo>
                    <a:pt x="525502" y="582352"/>
                  </a:lnTo>
                  <a:lnTo>
                    <a:pt x="526458" y="577575"/>
                  </a:lnTo>
                  <a:lnTo>
                    <a:pt x="527413" y="577097"/>
                  </a:lnTo>
                  <a:lnTo>
                    <a:pt x="527891" y="575664"/>
                  </a:lnTo>
                  <a:lnTo>
                    <a:pt x="526936" y="574231"/>
                  </a:lnTo>
                  <a:lnTo>
                    <a:pt x="524547" y="573753"/>
                  </a:lnTo>
                  <a:lnTo>
                    <a:pt x="524547" y="572320"/>
                  </a:lnTo>
                  <a:lnTo>
                    <a:pt x="525980" y="571364"/>
                  </a:lnTo>
                  <a:lnTo>
                    <a:pt x="536013" y="569454"/>
                  </a:lnTo>
                  <a:lnTo>
                    <a:pt x="538401" y="568020"/>
                  </a:lnTo>
                  <a:lnTo>
                    <a:pt x="532191" y="567543"/>
                  </a:lnTo>
                  <a:lnTo>
                    <a:pt x="524547" y="568020"/>
                  </a:lnTo>
                  <a:lnTo>
                    <a:pt x="516904" y="572320"/>
                  </a:lnTo>
                  <a:lnTo>
                    <a:pt x="502572" y="581397"/>
                  </a:lnTo>
                  <a:lnTo>
                    <a:pt x="495883" y="587607"/>
                  </a:lnTo>
                  <a:lnTo>
                    <a:pt x="497316" y="587607"/>
                  </a:lnTo>
                  <a:lnTo>
                    <a:pt x="499705" y="588085"/>
                  </a:lnTo>
                  <a:lnTo>
                    <a:pt x="501616" y="592385"/>
                  </a:lnTo>
                  <a:lnTo>
                    <a:pt x="503049" y="593818"/>
                  </a:lnTo>
                  <a:lnTo>
                    <a:pt x="502094" y="596684"/>
                  </a:lnTo>
                  <a:lnTo>
                    <a:pt x="498272" y="598595"/>
                  </a:lnTo>
                  <a:lnTo>
                    <a:pt x="496839" y="600028"/>
                  </a:lnTo>
                  <a:lnTo>
                    <a:pt x="495406" y="600984"/>
                  </a:lnTo>
                  <a:lnTo>
                    <a:pt x="493972" y="600028"/>
                  </a:lnTo>
                  <a:lnTo>
                    <a:pt x="492539" y="599073"/>
                  </a:lnTo>
                  <a:lnTo>
                    <a:pt x="493495" y="596684"/>
                  </a:lnTo>
                  <a:lnTo>
                    <a:pt x="494450" y="594773"/>
                  </a:lnTo>
                  <a:lnTo>
                    <a:pt x="491584" y="591429"/>
                  </a:lnTo>
                  <a:lnTo>
                    <a:pt x="490150" y="590951"/>
                  </a:lnTo>
                  <a:lnTo>
                    <a:pt x="488717" y="590951"/>
                  </a:lnTo>
                  <a:lnTo>
                    <a:pt x="481074" y="593818"/>
                  </a:lnTo>
                  <a:lnTo>
                    <a:pt x="475818" y="597640"/>
                  </a:lnTo>
                  <a:lnTo>
                    <a:pt x="470564" y="599551"/>
                  </a:lnTo>
                  <a:lnTo>
                    <a:pt x="465786" y="600028"/>
                  </a:lnTo>
                  <a:lnTo>
                    <a:pt x="462920" y="601939"/>
                  </a:lnTo>
                  <a:lnTo>
                    <a:pt x="457665" y="606716"/>
                  </a:lnTo>
                  <a:lnTo>
                    <a:pt x="453843" y="608627"/>
                  </a:lnTo>
                  <a:lnTo>
                    <a:pt x="447633" y="614360"/>
                  </a:lnTo>
                  <a:lnTo>
                    <a:pt x="432345" y="623437"/>
                  </a:lnTo>
                  <a:lnTo>
                    <a:pt x="428524" y="624392"/>
                  </a:lnTo>
                  <a:lnTo>
                    <a:pt x="426135" y="623915"/>
                  </a:lnTo>
                  <a:lnTo>
                    <a:pt x="424702" y="622482"/>
                  </a:lnTo>
                  <a:lnTo>
                    <a:pt x="423268" y="623437"/>
                  </a:lnTo>
                  <a:lnTo>
                    <a:pt x="424702" y="625826"/>
                  </a:lnTo>
                  <a:lnTo>
                    <a:pt x="427090" y="630125"/>
                  </a:lnTo>
                  <a:lnTo>
                    <a:pt x="426135" y="632514"/>
                  </a:lnTo>
                  <a:lnTo>
                    <a:pt x="422313" y="632036"/>
                  </a:lnTo>
                  <a:lnTo>
                    <a:pt x="415147" y="634425"/>
                  </a:lnTo>
                  <a:lnTo>
                    <a:pt x="407026" y="637291"/>
                  </a:lnTo>
                  <a:lnTo>
                    <a:pt x="407026" y="640635"/>
                  </a:lnTo>
                  <a:lnTo>
                    <a:pt x="407981" y="643502"/>
                  </a:lnTo>
                  <a:lnTo>
                    <a:pt x="406548" y="648279"/>
                  </a:lnTo>
                  <a:lnTo>
                    <a:pt x="405115" y="652101"/>
                  </a:lnTo>
                  <a:lnTo>
                    <a:pt x="403681" y="662611"/>
                  </a:lnTo>
                  <a:lnTo>
                    <a:pt x="402726" y="665955"/>
                  </a:lnTo>
                  <a:lnTo>
                    <a:pt x="399382" y="668344"/>
                  </a:lnTo>
                  <a:lnTo>
                    <a:pt x="383617" y="673121"/>
                  </a:lnTo>
                  <a:lnTo>
                    <a:pt x="380751" y="673121"/>
                  </a:lnTo>
                  <a:lnTo>
                    <a:pt x="379795" y="674076"/>
                  </a:lnTo>
                  <a:lnTo>
                    <a:pt x="378840" y="673121"/>
                  </a:lnTo>
                  <a:lnTo>
                    <a:pt x="375973" y="672165"/>
                  </a:lnTo>
                  <a:lnTo>
                    <a:pt x="371674" y="672165"/>
                  </a:lnTo>
                  <a:lnTo>
                    <a:pt x="369763" y="671688"/>
                  </a:lnTo>
                  <a:lnTo>
                    <a:pt x="367852" y="669777"/>
                  </a:lnTo>
                  <a:lnTo>
                    <a:pt x="364985" y="665477"/>
                  </a:lnTo>
                  <a:lnTo>
                    <a:pt x="361163" y="656400"/>
                  </a:lnTo>
                  <a:lnTo>
                    <a:pt x="352565" y="651623"/>
                  </a:lnTo>
                  <a:lnTo>
                    <a:pt x="348742" y="648279"/>
                  </a:lnTo>
                  <a:lnTo>
                    <a:pt x="348265" y="645412"/>
                  </a:lnTo>
                  <a:lnTo>
                    <a:pt x="348742" y="642546"/>
                  </a:lnTo>
                  <a:lnTo>
                    <a:pt x="357342" y="632514"/>
                  </a:lnTo>
                  <a:lnTo>
                    <a:pt x="360686" y="629170"/>
                  </a:lnTo>
                  <a:lnTo>
                    <a:pt x="373107" y="626303"/>
                  </a:lnTo>
                  <a:lnTo>
                    <a:pt x="378362" y="625826"/>
                  </a:lnTo>
                  <a:lnTo>
                    <a:pt x="383617" y="624870"/>
                  </a:lnTo>
                  <a:lnTo>
                    <a:pt x="383617" y="618660"/>
                  </a:lnTo>
                  <a:lnTo>
                    <a:pt x="378362" y="611494"/>
                  </a:lnTo>
                  <a:lnTo>
                    <a:pt x="373107" y="603372"/>
                  </a:lnTo>
                  <a:lnTo>
                    <a:pt x="367852" y="593818"/>
                  </a:lnTo>
                  <a:lnTo>
                    <a:pt x="360208" y="590474"/>
                  </a:lnTo>
                  <a:lnTo>
                    <a:pt x="351609" y="589040"/>
                  </a:lnTo>
                  <a:lnTo>
                    <a:pt x="333455" y="590951"/>
                  </a:lnTo>
                  <a:lnTo>
                    <a:pt x="331067" y="590474"/>
                  </a:lnTo>
                  <a:lnTo>
                    <a:pt x="319601" y="583785"/>
                  </a:lnTo>
                  <a:lnTo>
                    <a:pt x="318646" y="583785"/>
                  </a:lnTo>
                  <a:lnTo>
                    <a:pt x="317212" y="584263"/>
                  </a:lnTo>
                  <a:lnTo>
                    <a:pt x="317690" y="586174"/>
                  </a:lnTo>
                  <a:lnTo>
                    <a:pt x="318168" y="587607"/>
                  </a:lnTo>
                  <a:lnTo>
                    <a:pt x="333455" y="601461"/>
                  </a:lnTo>
                  <a:lnTo>
                    <a:pt x="334411" y="604805"/>
                  </a:lnTo>
                  <a:lnTo>
                    <a:pt x="334888" y="610061"/>
                  </a:lnTo>
                  <a:lnTo>
                    <a:pt x="334411" y="611971"/>
                  </a:lnTo>
                  <a:lnTo>
                    <a:pt x="334888" y="613882"/>
                  </a:lnTo>
                  <a:lnTo>
                    <a:pt x="334888" y="617704"/>
                  </a:lnTo>
                  <a:lnTo>
                    <a:pt x="331067" y="632992"/>
                  </a:lnTo>
                  <a:lnTo>
                    <a:pt x="327245" y="644457"/>
                  </a:lnTo>
                  <a:lnTo>
                    <a:pt x="326289" y="649234"/>
                  </a:lnTo>
                  <a:lnTo>
                    <a:pt x="325812" y="653056"/>
                  </a:lnTo>
                  <a:lnTo>
                    <a:pt x="327245" y="655923"/>
                  </a:lnTo>
                  <a:lnTo>
                    <a:pt x="331544" y="656878"/>
                  </a:lnTo>
                  <a:lnTo>
                    <a:pt x="335844" y="660222"/>
                  </a:lnTo>
                  <a:lnTo>
                    <a:pt x="338233" y="664522"/>
                  </a:lnTo>
                  <a:lnTo>
                    <a:pt x="338710" y="667866"/>
                  </a:lnTo>
                  <a:lnTo>
                    <a:pt x="338710" y="674554"/>
                  </a:lnTo>
                  <a:lnTo>
                    <a:pt x="340144" y="679809"/>
                  </a:lnTo>
                  <a:lnTo>
                    <a:pt x="336322" y="688886"/>
                  </a:lnTo>
                  <a:lnTo>
                    <a:pt x="334411" y="692230"/>
                  </a:lnTo>
                  <a:lnTo>
                    <a:pt x="332022" y="699874"/>
                  </a:lnTo>
                  <a:lnTo>
                    <a:pt x="332978" y="705606"/>
                  </a:lnTo>
                  <a:lnTo>
                    <a:pt x="332978" y="707517"/>
                  </a:lnTo>
                  <a:lnTo>
                    <a:pt x="332500" y="709906"/>
                  </a:lnTo>
                  <a:lnTo>
                    <a:pt x="330589" y="708473"/>
                  </a:lnTo>
                  <a:lnTo>
                    <a:pt x="329156" y="706084"/>
                  </a:lnTo>
                  <a:lnTo>
                    <a:pt x="327245" y="704173"/>
                  </a:lnTo>
                  <a:lnTo>
                    <a:pt x="324856" y="703218"/>
                  </a:lnTo>
                  <a:lnTo>
                    <a:pt x="322945" y="703696"/>
                  </a:lnTo>
                  <a:lnTo>
                    <a:pt x="321035" y="705129"/>
                  </a:lnTo>
                  <a:lnTo>
                    <a:pt x="321512" y="702740"/>
                  </a:lnTo>
                  <a:lnTo>
                    <a:pt x="323423" y="699396"/>
                  </a:lnTo>
                  <a:lnTo>
                    <a:pt x="322467" y="697485"/>
                  </a:lnTo>
                  <a:lnTo>
                    <a:pt x="321512" y="696052"/>
                  </a:lnTo>
                  <a:lnTo>
                    <a:pt x="314824" y="691752"/>
                  </a:lnTo>
                  <a:lnTo>
                    <a:pt x="310524" y="691275"/>
                  </a:lnTo>
                  <a:lnTo>
                    <a:pt x="306703" y="691752"/>
                  </a:lnTo>
                  <a:lnTo>
                    <a:pt x="302403" y="691275"/>
                  </a:lnTo>
                  <a:lnTo>
                    <a:pt x="299537" y="688886"/>
                  </a:lnTo>
                  <a:lnTo>
                    <a:pt x="296670" y="686975"/>
                  </a:lnTo>
                  <a:lnTo>
                    <a:pt x="294759" y="686975"/>
                  </a:lnTo>
                  <a:lnTo>
                    <a:pt x="292371" y="689364"/>
                  </a:lnTo>
                  <a:lnTo>
                    <a:pt x="286160" y="698918"/>
                  </a:lnTo>
                  <a:lnTo>
                    <a:pt x="280428" y="705129"/>
                  </a:lnTo>
                  <a:lnTo>
                    <a:pt x="272306" y="709428"/>
                  </a:lnTo>
                  <a:lnTo>
                    <a:pt x="266096" y="710861"/>
                  </a:lnTo>
                  <a:lnTo>
                    <a:pt x="264662" y="712295"/>
                  </a:lnTo>
                  <a:lnTo>
                    <a:pt x="260840" y="717550"/>
                  </a:lnTo>
                  <a:lnTo>
                    <a:pt x="257496" y="721372"/>
                  </a:lnTo>
                  <a:lnTo>
                    <a:pt x="247464" y="728060"/>
                  </a:lnTo>
                  <a:lnTo>
                    <a:pt x="246508" y="730926"/>
                  </a:lnTo>
                  <a:lnTo>
                    <a:pt x="246031" y="734748"/>
                  </a:lnTo>
                  <a:lnTo>
                    <a:pt x="246986" y="739047"/>
                  </a:lnTo>
                  <a:lnTo>
                    <a:pt x="248897" y="743347"/>
                  </a:lnTo>
                  <a:lnTo>
                    <a:pt x="253674" y="751468"/>
                  </a:lnTo>
                  <a:lnTo>
                    <a:pt x="256541" y="754335"/>
                  </a:lnTo>
                  <a:lnTo>
                    <a:pt x="258452" y="758634"/>
                  </a:lnTo>
                  <a:lnTo>
                    <a:pt x="259885" y="763889"/>
                  </a:lnTo>
                  <a:lnTo>
                    <a:pt x="258930" y="764845"/>
                  </a:lnTo>
                  <a:lnTo>
                    <a:pt x="255108" y="763412"/>
                  </a:lnTo>
                  <a:lnTo>
                    <a:pt x="252241" y="763889"/>
                  </a:lnTo>
                  <a:lnTo>
                    <a:pt x="247942" y="767711"/>
                  </a:lnTo>
                  <a:lnTo>
                    <a:pt x="247464" y="769145"/>
                  </a:lnTo>
                  <a:lnTo>
                    <a:pt x="246031" y="772489"/>
                  </a:lnTo>
                  <a:lnTo>
                    <a:pt x="242209" y="772489"/>
                  </a:lnTo>
                  <a:lnTo>
                    <a:pt x="232176" y="766278"/>
                  </a:lnTo>
                  <a:lnTo>
                    <a:pt x="223578" y="763412"/>
                  </a:lnTo>
                  <a:lnTo>
                    <a:pt x="222144" y="763412"/>
                  </a:lnTo>
                  <a:lnTo>
                    <a:pt x="220233" y="761501"/>
                  </a:lnTo>
                  <a:lnTo>
                    <a:pt x="219278" y="760545"/>
                  </a:lnTo>
                  <a:lnTo>
                    <a:pt x="215934" y="760545"/>
                  </a:lnTo>
                  <a:lnTo>
                    <a:pt x="213545" y="760545"/>
                  </a:lnTo>
                  <a:lnTo>
                    <a:pt x="211634" y="759590"/>
                  </a:lnTo>
                  <a:lnTo>
                    <a:pt x="202080" y="749558"/>
                  </a:lnTo>
                  <a:lnTo>
                    <a:pt x="194436" y="745736"/>
                  </a:lnTo>
                  <a:lnTo>
                    <a:pt x="192525" y="745736"/>
                  </a:lnTo>
                  <a:lnTo>
                    <a:pt x="189181" y="746691"/>
                  </a:lnTo>
                  <a:lnTo>
                    <a:pt x="187270" y="754813"/>
                  </a:lnTo>
                  <a:lnTo>
                    <a:pt x="184403" y="757201"/>
                  </a:lnTo>
                  <a:lnTo>
                    <a:pt x="182015" y="756724"/>
                  </a:lnTo>
                  <a:lnTo>
                    <a:pt x="182015" y="761023"/>
                  </a:lnTo>
                  <a:lnTo>
                    <a:pt x="182971" y="763412"/>
                  </a:lnTo>
                  <a:lnTo>
                    <a:pt x="183926" y="764845"/>
                  </a:lnTo>
                  <a:lnTo>
                    <a:pt x="186792" y="767711"/>
                  </a:lnTo>
                  <a:lnTo>
                    <a:pt x="192048" y="775833"/>
                  </a:lnTo>
                  <a:lnTo>
                    <a:pt x="194914" y="779654"/>
                  </a:lnTo>
                  <a:lnTo>
                    <a:pt x="197302" y="780610"/>
                  </a:lnTo>
                  <a:lnTo>
                    <a:pt x="200169" y="781088"/>
                  </a:lnTo>
                  <a:lnTo>
                    <a:pt x="205901" y="780132"/>
                  </a:lnTo>
                  <a:lnTo>
                    <a:pt x="208290" y="781088"/>
                  </a:lnTo>
                  <a:lnTo>
                    <a:pt x="210201" y="782999"/>
                  </a:lnTo>
                  <a:lnTo>
                    <a:pt x="210679" y="787776"/>
                  </a:lnTo>
                  <a:lnTo>
                    <a:pt x="212590" y="792553"/>
                  </a:lnTo>
                  <a:lnTo>
                    <a:pt x="212590" y="795420"/>
                  </a:lnTo>
                  <a:lnTo>
                    <a:pt x="210679" y="798764"/>
                  </a:lnTo>
                  <a:lnTo>
                    <a:pt x="203991" y="800675"/>
                  </a:lnTo>
                  <a:lnTo>
                    <a:pt x="200169" y="804019"/>
                  </a:lnTo>
                  <a:lnTo>
                    <a:pt x="198735" y="804019"/>
                  </a:lnTo>
                  <a:lnTo>
                    <a:pt x="191092" y="800197"/>
                  </a:lnTo>
                  <a:lnTo>
                    <a:pt x="185837" y="798764"/>
                  </a:lnTo>
                  <a:lnTo>
                    <a:pt x="178671" y="796375"/>
                  </a:lnTo>
                  <a:lnTo>
                    <a:pt x="177716" y="794942"/>
                  </a:lnTo>
                  <a:lnTo>
                    <a:pt x="174371" y="788731"/>
                  </a:lnTo>
                  <a:lnTo>
                    <a:pt x="167683" y="782521"/>
                  </a:lnTo>
                  <a:lnTo>
                    <a:pt x="164817" y="780610"/>
                  </a:lnTo>
                  <a:lnTo>
                    <a:pt x="160517" y="782043"/>
                  </a:lnTo>
                  <a:lnTo>
                    <a:pt x="157173" y="781565"/>
                  </a:lnTo>
                  <a:lnTo>
                    <a:pt x="152396" y="778221"/>
                  </a:lnTo>
                  <a:lnTo>
                    <a:pt x="149052" y="772966"/>
                  </a:lnTo>
                  <a:lnTo>
                    <a:pt x="149052" y="766756"/>
                  </a:lnTo>
                  <a:lnTo>
                    <a:pt x="150007" y="765323"/>
                  </a:lnTo>
                  <a:lnTo>
                    <a:pt x="150962" y="764845"/>
                  </a:lnTo>
                  <a:lnTo>
                    <a:pt x="148574" y="762934"/>
                  </a:lnTo>
                  <a:lnTo>
                    <a:pt x="148096" y="758157"/>
                  </a:lnTo>
                  <a:lnTo>
                    <a:pt x="148096" y="754813"/>
                  </a:lnTo>
                  <a:lnTo>
                    <a:pt x="145230" y="747169"/>
                  </a:lnTo>
                  <a:lnTo>
                    <a:pt x="142364" y="742392"/>
                  </a:lnTo>
                  <a:lnTo>
                    <a:pt x="139975" y="737137"/>
                  </a:lnTo>
                  <a:lnTo>
                    <a:pt x="142841" y="734270"/>
                  </a:lnTo>
                  <a:lnTo>
                    <a:pt x="144275" y="732359"/>
                  </a:lnTo>
                  <a:lnTo>
                    <a:pt x="146185" y="725193"/>
                  </a:lnTo>
                  <a:lnTo>
                    <a:pt x="146663" y="722805"/>
                  </a:lnTo>
                  <a:lnTo>
                    <a:pt x="147141" y="720894"/>
                  </a:lnTo>
                  <a:lnTo>
                    <a:pt x="147619" y="718505"/>
                  </a:lnTo>
                  <a:lnTo>
                    <a:pt x="147619" y="716594"/>
                  </a:lnTo>
                  <a:lnTo>
                    <a:pt x="145707" y="712772"/>
                  </a:lnTo>
                  <a:lnTo>
                    <a:pt x="139975" y="704651"/>
                  </a:lnTo>
                  <a:lnTo>
                    <a:pt x="134242" y="700351"/>
                  </a:lnTo>
                  <a:lnTo>
                    <a:pt x="123254" y="696052"/>
                  </a:lnTo>
                  <a:lnTo>
                    <a:pt x="120388" y="696052"/>
                  </a:lnTo>
                  <a:lnTo>
                    <a:pt x="119432" y="695574"/>
                  </a:lnTo>
                  <a:lnTo>
                    <a:pt x="121343" y="695096"/>
                  </a:lnTo>
                  <a:lnTo>
                    <a:pt x="123732" y="693185"/>
                  </a:lnTo>
                  <a:lnTo>
                    <a:pt x="125165" y="690319"/>
                  </a:lnTo>
                  <a:lnTo>
                    <a:pt x="122299" y="689364"/>
                  </a:lnTo>
                  <a:lnTo>
                    <a:pt x="119910" y="688408"/>
                  </a:lnTo>
                  <a:lnTo>
                    <a:pt x="116566" y="686497"/>
                  </a:lnTo>
                  <a:lnTo>
                    <a:pt x="115611" y="684586"/>
                  </a:lnTo>
                  <a:lnTo>
                    <a:pt x="116566" y="683153"/>
                  </a:lnTo>
                  <a:lnTo>
                    <a:pt x="115611" y="679809"/>
                  </a:lnTo>
                  <a:lnTo>
                    <a:pt x="110834" y="678376"/>
                  </a:lnTo>
                  <a:lnTo>
                    <a:pt x="109400" y="677898"/>
                  </a:lnTo>
                  <a:lnTo>
                    <a:pt x="109400" y="676465"/>
                  </a:lnTo>
                  <a:lnTo>
                    <a:pt x="106056" y="672643"/>
                  </a:lnTo>
                  <a:lnTo>
                    <a:pt x="101279" y="668821"/>
                  </a:lnTo>
                  <a:lnTo>
                    <a:pt x="102234" y="664522"/>
                  </a:lnTo>
                  <a:lnTo>
                    <a:pt x="98890" y="661655"/>
                  </a:lnTo>
                  <a:lnTo>
                    <a:pt x="96024" y="659744"/>
                  </a:lnTo>
                  <a:lnTo>
                    <a:pt x="91724" y="658789"/>
                  </a:lnTo>
                  <a:lnTo>
                    <a:pt x="90291" y="657356"/>
                  </a:lnTo>
                  <a:lnTo>
                    <a:pt x="100323" y="657833"/>
                  </a:lnTo>
                  <a:lnTo>
                    <a:pt x="110834" y="660700"/>
                  </a:lnTo>
                  <a:lnTo>
                    <a:pt x="109878" y="662133"/>
                  </a:lnTo>
                  <a:lnTo>
                    <a:pt x="108923" y="664044"/>
                  </a:lnTo>
                  <a:lnTo>
                    <a:pt x="112266" y="669299"/>
                  </a:lnTo>
                  <a:lnTo>
                    <a:pt x="115133" y="672165"/>
                  </a:lnTo>
                  <a:lnTo>
                    <a:pt x="121821" y="675510"/>
                  </a:lnTo>
                  <a:lnTo>
                    <a:pt x="122299" y="675987"/>
                  </a:lnTo>
                  <a:lnTo>
                    <a:pt x="123732" y="675032"/>
                  </a:lnTo>
                  <a:lnTo>
                    <a:pt x="127076" y="676465"/>
                  </a:lnTo>
                  <a:lnTo>
                    <a:pt x="129943" y="678376"/>
                  </a:lnTo>
                  <a:lnTo>
                    <a:pt x="134720" y="678376"/>
                  </a:lnTo>
                  <a:lnTo>
                    <a:pt x="140930" y="680765"/>
                  </a:lnTo>
                  <a:lnTo>
                    <a:pt x="140453" y="681720"/>
                  </a:lnTo>
                  <a:lnTo>
                    <a:pt x="139975" y="682675"/>
                  </a:lnTo>
                  <a:lnTo>
                    <a:pt x="141408" y="685542"/>
                  </a:lnTo>
                  <a:lnTo>
                    <a:pt x="144275" y="685064"/>
                  </a:lnTo>
                  <a:lnTo>
                    <a:pt x="148096" y="682675"/>
                  </a:lnTo>
                  <a:lnTo>
                    <a:pt x="159084" y="691275"/>
                  </a:lnTo>
                  <a:lnTo>
                    <a:pt x="161950" y="692708"/>
                  </a:lnTo>
                  <a:lnTo>
                    <a:pt x="179149" y="697007"/>
                  </a:lnTo>
                  <a:lnTo>
                    <a:pt x="186792" y="697007"/>
                  </a:lnTo>
                  <a:lnTo>
                    <a:pt x="191092" y="697963"/>
                  </a:lnTo>
                  <a:lnTo>
                    <a:pt x="197302" y="700351"/>
                  </a:lnTo>
                  <a:lnTo>
                    <a:pt x="203991" y="704651"/>
                  </a:lnTo>
                  <a:lnTo>
                    <a:pt x="209246" y="706084"/>
                  </a:lnTo>
                  <a:lnTo>
                    <a:pt x="219278" y="707517"/>
                  </a:lnTo>
                  <a:lnTo>
                    <a:pt x="224055" y="707517"/>
                  </a:lnTo>
                  <a:lnTo>
                    <a:pt x="236954" y="704651"/>
                  </a:lnTo>
                  <a:lnTo>
                    <a:pt x="253197" y="697007"/>
                  </a:lnTo>
                  <a:lnTo>
                    <a:pt x="261318" y="690319"/>
                  </a:lnTo>
                  <a:lnTo>
                    <a:pt x="274694" y="673121"/>
                  </a:lnTo>
                  <a:lnTo>
                    <a:pt x="276128" y="668821"/>
                  </a:lnTo>
                  <a:lnTo>
                    <a:pt x="277561" y="659267"/>
                  </a:lnTo>
                  <a:lnTo>
                    <a:pt x="278039" y="654967"/>
                  </a:lnTo>
                  <a:lnTo>
                    <a:pt x="276128" y="654489"/>
                  </a:lnTo>
                  <a:lnTo>
                    <a:pt x="273262" y="652578"/>
                  </a:lnTo>
                  <a:lnTo>
                    <a:pt x="273262" y="646846"/>
                  </a:lnTo>
                  <a:lnTo>
                    <a:pt x="271828" y="643979"/>
                  </a:lnTo>
                  <a:lnTo>
                    <a:pt x="269917" y="631081"/>
                  </a:lnTo>
                  <a:lnTo>
                    <a:pt x="266096" y="629647"/>
                  </a:lnTo>
                  <a:lnTo>
                    <a:pt x="263707" y="628214"/>
                  </a:lnTo>
                  <a:lnTo>
                    <a:pt x="261318" y="627259"/>
                  </a:lnTo>
                  <a:lnTo>
                    <a:pt x="258452" y="625348"/>
                  </a:lnTo>
                  <a:lnTo>
                    <a:pt x="255108" y="620093"/>
                  </a:lnTo>
                  <a:lnTo>
                    <a:pt x="251764" y="616749"/>
                  </a:lnTo>
                  <a:lnTo>
                    <a:pt x="248897" y="611971"/>
                  </a:lnTo>
                  <a:lnTo>
                    <a:pt x="246986" y="610061"/>
                  </a:lnTo>
                  <a:lnTo>
                    <a:pt x="246031" y="609583"/>
                  </a:lnTo>
                  <a:lnTo>
                    <a:pt x="246986" y="611971"/>
                  </a:lnTo>
                  <a:lnTo>
                    <a:pt x="247464" y="614360"/>
                  </a:lnTo>
                  <a:lnTo>
                    <a:pt x="242209" y="613882"/>
                  </a:lnTo>
                  <a:lnTo>
                    <a:pt x="227877" y="601461"/>
                  </a:lnTo>
                  <a:lnTo>
                    <a:pt x="225010" y="600506"/>
                  </a:lnTo>
                  <a:lnTo>
                    <a:pt x="224055" y="601461"/>
                  </a:lnTo>
                  <a:lnTo>
                    <a:pt x="219756" y="600028"/>
                  </a:lnTo>
                  <a:lnTo>
                    <a:pt x="218323" y="597162"/>
                  </a:lnTo>
                  <a:lnTo>
                    <a:pt x="205901" y="583308"/>
                  </a:lnTo>
                  <a:lnTo>
                    <a:pt x="183926" y="567543"/>
                  </a:lnTo>
                  <a:lnTo>
                    <a:pt x="168639" y="557988"/>
                  </a:lnTo>
                  <a:lnTo>
                    <a:pt x="157651" y="553689"/>
                  </a:lnTo>
                  <a:lnTo>
                    <a:pt x="156218" y="554166"/>
                  </a:lnTo>
                  <a:lnTo>
                    <a:pt x="155262" y="556077"/>
                  </a:lnTo>
                  <a:lnTo>
                    <a:pt x="151918" y="556555"/>
                  </a:lnTo>
                  <a:lnTo>
                    <a:pt x="149052" y="556077"/>
                  </a:lnTo>
                  <a:lnTo>
                    <a:pt x="139019" y="552255"/>
                  </a:lnTo>
                  <a:lnTo>
                    <a:pt x="136631" y="551778"/>
                  </a:lnTo>
                  <a:lnTo>
                    <a:pt x="125643" y="551778"/>
                  </a:lnTo>
                  <a:lnTo>
                    <a:pt x="124687" y="552733"/>
                  </a:lnTo>
                  <a:lnTo>
                    <a:pt x="120866" y="561332"/>
                  </a:lnTo>
                  <a:lnTo>
                    <a:pt x="118955" y="562765"/>
                  </a:lnTo>
                  <a:lnTo>
                    <a:pt x="115133" y="564198"/>
                  </a:lnTo>
                  <a:lnTo>
                    <a:pt x="116088" y="561810"/>
                  </a:lnTo>
                  <a:lnTo>
                    <a:pt x="118477" y="559899"/>
                  </a:lnTo>
                  <a:lnTo>
                    <a:pt x="120388" y="554166"/>
                  </a:lnTo>
                  <a:lnTo>
                    <a:pt x="120388" y="551778"/>
                  </a:lnTo>
                  <a:lnTo>
                    <a:pt x="121343" y="548433"/>
                  </a:lnTo>
                  <a:lnTo>
                    <a:pt x="120866" y="546045"/>
                  </a:lnTo>
                  <a:lnTo>
                    <a:pt x="119910" y="545089"/>
                  </a:lnTo>
                  <a:lnTo>
                    <a:pt x="117044" y="546045"/>
                  </a:lnTo>
                  <a:lnTo>
                    <a:pt x="111789" y="548911"/>
                  </a:lnTo>
                  <a:lnTo>
                    <a:pt x="110834" y="547956"/>
                  </a:lnTo>
                  <a:lnTo>
                    <a:pt x="112744" y="545089"/>
                  </a:lnTo>
                  <a:lnTo>
                    <a:pt x="112266" y="543656"/>
                  </a:lnTo>
                  <a:lnTo>
                    <a:pt x="109878" y="544134"/>
                  </a:lnTo>
                  <a:lnTo>
                    <a:pt x="105100" y="542701"/>
                  </a:lnTo>
                  <a:lnTo>
                    <a:pt x="99846" y="543178"/>
                  </a:lnTo>
                  <a:lnTo>
                    <a:pt x="98890" y="539357"/>
                  </a:lnTo>
                  <a:lnTo>
                    <a:pt x="95546" y="536968"/>
                  </a:lnTo>
                  <a:lnTo>
                    <a:pt x="94113" y="535057"/>
                  </a:lnTo>
                  <a:lnTo>
                    <a:pt x="95546" y="533146"/>
                  </a:lnTo>
                  <a:lnTo>
                    <a:pt x="107489" y="536490"/>
                  </a:lnTo>
                  <a:lnTo>
                    <a:pt x="110355" y="536968"/>
                  </a:lnTo>
                  <a:lnTo>
                    <a:pt x="111789" y="535535"/>
                  </a:lnTo>
                  <a:lnTo>
                    <a:pt x="112266" y="533146"/>
                  </a:lnTo>
                  <a:lnTo>
                    <a:pt x="112266" y="530757"/>
                  </a:lnTo>
                  <a:lnTo>
                    <a:pt x="110834" y="528847"/>
                  </a:lnTo>
                  <a:lnTo>
                    <a:pt x="103668" y="525980"/>
                  </a:lnTo>
                  <a:lnTo>
                    <a:pt x="99846" y="522636"/>
                  </a:lnTo>
                  <a:lnTo>
                    <a:pt x="91724" y="518337"/>
                  </a:lnTo>
                  <a:lnTo>
                    <a:pt x="91724" y="520247"/>
                  </a:lnTo>
                  <a:lnTo>
                    <a:pt x="92680" y="524547"/>
                  </a:lnTo>
                  <a:lnTo>
                    <a:pt x="92202" y="525980"/>
                  </a:lnTo>
                  <a:lnTo>
                    <a:pt x="89813" y="524547"/>
                  </a:lnTo>
                  <a:lnTo>
                    <a:pt x="87902" y="525502"/>
                  </a:lnTo>
                  <a:lnTo>
                    <a:pt x="85514" y="530757"/>
                  </a:lnTo>
                  <a:lnTo>
                    <a:pt x="83125" y="531713"/>
                  </a:lnTo>
                  <a:lnTo>
                    <a:pt x="81214" y="532191"/>
                  </a:lnTo>
                  <a:lnTo>
                    <a:pt x="73570" y="527891"/>
                  </a:lnTo>
                  <a:lnTo>
                    <a:pt x="69748" y="527413"/>
                  </a:lnTo>
                  <a:lnTo>
                    <a:pt x="70704" y="534102"/>
                  </a:lnTo>
                  <a:lnTo>
                    <a:pt x="70704" y="536490"/>
                  </a:lnTo>
                  <a:lnTo>
                    <a:pt x="70227" y="538879"/>
                  </a:lnTo>
                  <a:lnTo>
                    <a:pt x="69748" y="540312"/>
                  </a:lnTo>
                  <a:lnTo>
                    <a:pt x="68316" y="540790"/>
                  </a:lnTo>
                  <a:lnTo>
                    <a:pt x="64971" y="540312"/>
                  </a:lnTo>
                  <a:lnTo>
                    <a:pt x="60194" y="537923"/>
                  </a:lnTo>
                  <a:lnTo>
                    <a:pt x="57328" y="535057"/>
                  </a:lnTo>
                  <a:lnTo>
                    <a:pt x="56372" y="535057"/>
                  </a:lnTo>
                  <a:lnTo>
                    <a:pt x="55895" y="535535"/>
                  </a:lnTo>
                  <a:lnTo>
                    <a:pt x="56372" y="537923"/>
                  </a:lnTo>
                  <a:lnTo>
                    <a:pt x="56372" y="539834"/>
                  </a:lnTo>
                  <a:lnTo>
                    <a:pt x="55895" y="542223"/>
                  </a:lnTo>
                  <a:lnTo>
                    <a:pt x="55416" y="544134"/>
                  </a:lnTo>
                  <a:lnTo>
                    <a:pt x="54461" y="545567"/>
                  </a:lnTo>
                  <a:lnTo>
                    <a:pt x="52550" y="547478"/>
                  </a:lnTo>
                  <a:lnTo>
                    <a:pt x="49206" y="549389"/>
                  </a:lnTo>
                  <a:lnTo>
                    <a:pt x="40607" y="552733"/>
                  </a:lnTo>
                  <a:lnTo>
                    <a:pt x="39652" y="553689"/>
                  </a:lnTo>
                  <a:lnTo>
                    <a:pt x="36786" y="562765"/>
                  </a:lnTo>
                  <a:lnTo>
                    <a:pt x="36307" y="564198"/>
                  </a:lnTo>
                  <a:lnTo>
                    <a:pt x="35352" y="565154"/>
                  </a:lnTo>
                  <a:lnTo>
                    <a:pt x="32008" y="566587"/>
                  </a:lnTo>
                  <a:lnTo>
                    <a:pt x="30575" y="567065"/>
                  </a:lnTo>
                  <a:lnTo>
                    <a:pt x="30575" y="567065"/>
                  </a:lnTo>
                  <a:lnTo>
                    <a:pt x="26753" y="569931"/>
                  </a:lnTo>
                  <a:lnTo>
                    <a:pt x="24364" y="571364"/>
                  </a:lnTo>
                  <a:lnTo>
                    <a:pt x="21020" y="572798"/>
                  </a:lnTo>
                  <a:lnTo>
                    <a:pt x="21975" y="574231"/>
                  </a:lnTo>
                  <a:lnTo>
                    <a:pt x="21975" y="574231"/>
                  </a:lnTo>
                  <a:lnTo>
                    <a:pt x="21975" y="574231"/>
                  </a:lnTo>
                  <a:lnTo>
                    <a:pt x="26753" y="574709"/>
                  </a:lnTo>
                  <a:lnTo>
                    <a:pt x="27709" y="575186"/>
                  </a:lnTo>
                  <a:lnTo>
                    <a:pt x="28186" y="575664"/>
                  </a:lnTo>
                  <a:lnTo>
                    <a:pt x="28186" y="575664"/>
                  </a:lnTo>
                  <a:lnTo>
                    <a:pt x="28186" y="577097"/>
                  </a:lnTo>
                  <a:lnTo>
                    <a:pt x="27709" y="579008"/>
                  </a:lnTo>
                  <a:lnTo>
                    <a:pt x="27709" y="579486"/>
                  </a:lnTo>
                  <a:lnTo>
                    <a:pt x="22454" y="590951"/>
                  </a:lnTo>
                  <a:lnTo>
                    <a:pt x="22454" y="593340"/>
                  </a:lnTo>
                  <a:lnTo>
                    <a:pt x="23886" y="600028"/>
                  </a:lnTo>
                  <a:lnTo>
                    <a:pt x="26753" y="608150"/>
                  </a:lnTo>
                  <a:lnTo>
                    <a:pt x="26753" y="608150"/>
                  </a:lnTo>
                  <a:lnTo>
                    <a:pt x="33919" y="611494"/>
                  </a:lnTo>
                  <a:lnTo>
                    <a:pt x="39652" y="614360"/>
                  </a:lnTo>
                  <a:lnTo>
                    <a:pt x="39652" y="614360"/>
                  </a:lnTo>
                  <a:lnTo>
                    <a:pt x="42040" y="618660"/>
                  </a:lnTo>
                  <a:lnTo>
                    <a:pt x="42996" y="620571"/>
                  </a:lnTo>
                  <a:lnTo>
                    <a:pt x="49206" y="629170"/>
                  </a:lnTo>
                  <a:lnTo>
                    <a:pt x="52073" y="632514"/>
                  </a:lnTo>
                  <a:lnTo>
                    <a:pt x="52073" y="632514"/>
                  </a:lnTo>
                  <a:lnTo>
                    <a:pt x="52550" y="633469"/>
                  </a:lnTo>
                  <a:lnTo>
                    <a:pt x="51595" y="639202"/>
                  </a:lnTo>
                  <a:lnTo>
                    <a:pt x="47773" y="644935"/>
                  </a:lnTo>
                  <a:lnTo>
                    <a:pt x="47773" y="644935"/>
                  </a:lnTo>
                  <a:lnTo>
                    <a:pt x="43951" y="649712"/>
                  </a:lnTo>
                  <a:lnTo>
                    <a:pt x="40607" y="655445"/>
                  </a:lnTo>
                  <a:lnTo>
                    <a:pt x="37741" y="660222"/>
                  </a:lnTo>
                  <a:lnTo>
                    <a:pt x="34397" y="665955"/>
                  </a:lnTo>
                  <a:lnTo>
                    <a:pt x="34397" y="666433"/>
                  </a:lnTo>
                  <a:lnTo>
                    <a:pt x="33919" y="667866"/>
                  </a:lnTo>
                  <a:lnTo>
                    <a:pt x="33919" y="669777"/>
                  </a:lnTo>
                  <a:lnTo>
                    <a:pt x="34397" y="671210"/>
                  </a:lnTo>
                  <a:lnTo>
                    <a:pt x="34397" y="671688"/>
                  </a:lnTo>
                  <a:lnTo>
                    <a:pt x="38696" y="678854"/>
                  </a:lnTo>
                  <a:lnTo>
                    <a:pt x="40129" y="682675"/>
                  </a:lnTo>
                  <a:lnTo>
                    <a:pt x="42040" y="686497"/>
                  </a:lnTo>
                  <a:lnTo>
                    <a:pt x="43473" y="690797"/>
                  </a:lnTo>
                  <a:lnTo>
                    <a:pt x="43473" y="690797"/>
                  </a:lnTo>
                  <a:lnTo>
                    <a:pt x="44429" y="694619"/>
                  </a:lnTo>
                  <a:lnTo>
                    <a:pt x="45862" y="697963"/>
                  </a:lnTo>
                  <a:lnTo>
                    <a:pt x="47295" y="699874"/>
                  </a:lnTo>
                  <a:lnTo>
                    <a:pt x="48729" y="702740"/>
                  </a:lnTo>
                  <a:lnTo>
                    <a:pt x="50639" y="706562"/>
                  </a:lnTo>
                  <a:lnTo>
                    <a:pt x="50639" y="706562"/>
                  </a:lnTo>
                  <a:lnTo>
                    <a:pt x="51117" y="709428"/>
                  </a:lnTo>
                  <a:lnTo>
                    <a:pt x="54461" y="719938"/>
                  </a:lnTo>
                  <a:lnTo>
                    <a:pt x="54461" y="722805"/>
                  </a:lnTo>
                  <a:lnTo>
                    <a:pt x="54461" y="724716"/>
                  </a:lnTo>
                  <a:lnTo>
                    <a:pt x="54461" y="724716"/>
                  </a:lnTo>
                  <a:lnTo>
                    <a:pt x="53028" y="725193"/>
                  </a:lnTo>
                  <a:lnTo>
                    <a:pt x="50162" y="725193"/>
                  </a:lnTo>
                  <a:lnTo>
                    <a:pt x="47295" y="726626"/>
                  </a:lnTo>
                  <a:lnTo>
                    <a:pt x="46818" y="727104"/>
                  </a:lnTo>
                  <a:lnTo>
                    <a:pt x="49206" y="729493"/>
                  </a:lnTo>
                  <a:lnTo>
                    <a:pt x="49206" y="729493"/>
                  </a:lnTo>
                  <a:lnTo>
                    <a:pt x="47295" y="733792"/>
                  </a:lnTo>
                  <a:lnTo>
                    <a:pt x="47295" y="733792"/>
                  </a:lnTo>
                  <a:lnTo>
                    <a:pt x="46818" y="739525"/>
                  </a:lnTo>
                  <a:lnTo>
                    <a:pt x="44907" y="742869"/>
                  </a:lnTo>
                  <a:lnTo>
                    <a:pt x="44907" y="743347"/>
                  </a:lnTo>
                  <a:lnTo>
                    <a:pt x="44907" y="743825"/>
                  </a:lnTo>
                  <a:lnTo>
                    <a:pt x="44907" y="744303"/>
                  </a:lnTo>
                  <a:lnTo>
                    <a:pt x="44907" y="744303"/>
                  </a:lnTo>
                  <a:lnTo>
                    <a:pt x="45384" y="744780"/>
                  </a:lnTo>
                  <a:lnTo>
                    <a:pt x="45862" y="744780"/>
                  </a:lnTo>
                  <a:lnTo>
                    <a:pt x="48729" y="745258"/>
                  </a:lnTo>
                  <a:lnTo>
                    <a:pt x="49206" y="746213"/>
                  </a:lnTo>
                  <a:lnTo>
                    <a:pt x="49206" y="746213"/>
                  </a:lnTo>
                  <a:lnTo>
                    <a:pt x="49206" y="748124"/>
                  </a:lnTo>
                  <a:lnTo>
                    <a:pt x="48729" y="749558"/>
                  </a:lnTo>
                  <a:lnTo>
                    <a:pt x="48729" y="749558"/>
                  </a:lnTo>
                  <a:lnTo>
                    <a:pt x="46818" y="750991"/>
                  </a:lnTo>
                  <a:lnTo>
                    <a:pt x="44907" y="752424"/>
                  </a:lnTo>
                  <a:lnTo>
                    <a:pt x="44429" y="754335"/>
                  </a:lnTo>
                  <a:lnTo>
                    <a:pt x="44429" y="754335"/>
                  </a:lnTo>
                  <a:lnTo>
                    <a:pt x="44429" y="754335"/>
                  </a:lnTo>
                  <a:lnTo>
                    <a:pt x="44907" y="755768"/>
                  </a:lnTo>
                  <a:lnTo>
                    <a:pt x="45384" y="757679"/>
                  </a:lnTo>
                  <a:lnTo>
                    <a:pt x="45384" y="758157"/>
                  </a:lnTo>
                  <a:lnTo>
                    <a:pt x="46818" y="761023"/>
                  </a:lnTo>
                  <a:lnTo>
                    <a:pt x="48251" y="762456"/>
                  </a:lnTo>
                  <a:lnTo>
                    <a:pt x="53984" y="764367"/>
                  </a:lnTo>
                  <a:lnTo>
                    <a:pt x="53984" y="764367"/>
                  </a:lnTo>
                  <a:lnTo>
                    <a:pt x="54939" y="765800"/>
                  </a:lnTo>
                  <a:lnTo>
                    <a:pt x="54939" y="765800"/>
                  </a:lnTo>
                  <a:lnTo>
                    <a:pt x="54939" y="767711"/>
                  </a:lnTo>
                  <a:lnTo>
                    <a:pt x="54939" y="769622"/>
                  </a:lnTo>
                  <a:lnTo>
                    <a:pt x="52073" y="772966"/>
                  </a:lnTo>
                  <a:lnTo>
                    <a:pt x="52073" y="774399"/>
                  </a:lnTo>
                  <a:lnTo>
                    <a:pt x="52073" y="774399"/>
                  </a:lnTo>
                  <a:lnTo>
                    <a:pt x="52550" y="775355"/>
                  </a:lnTo>
                  <a:lnTo>
                    <a:pt x="53506" y="777744"/>
                  </a:lnTo>
                  <a:lnTo>
                    <a:pt x="54939" y="781088"/>
                  </a:lnTo>
                  <a:lnTo>
                    <a:pt x="60194" y="784910"/>
                  </a:lnTo>
                  <a:lnTo>
                    <a:pt x="62105" y="786820"/>
                  </a:lnTo>
                  <a:lnTo>
                    <a:pt x="62105" y="786820"/>
                  </a:lnTo>
                  <a:lnTo>
                    <a:pt x="62582" y="788254"/>
                  </a:lnTo>
                  <a:lnTo>
                    <a:pt x="62582" y="788254"/>
                  </a:lnTo>
                  <a:lnTo>
                    <a:pt x="63061" y="790642"/>
                  </a:lnTo>
                  <a:lnTo>
                    <a:pt x="63061" y="793509"/>
                  </a:lnTo>
                  <a:lnTo>
                    <a:pt x="62582" y="795420"/>
                  </a:lnTo>
                  <a:lnTo>
                    <a:pt x="60672" y="798764"/>
                  </a:lnTo>
                  <a:lnTo>
                    <a:pt x="56850" y="804496"/>
                  </a:lnTo>
                  <a:lnTo>
                    <a:pt x="52550" y="806885"/>
                  </a:lnTo>
                  <a:lnTo>
                    <a:pt x="52550" y="807363"/>
                  </a:lnTo>
                  <a:lnTo>
                    <a:pt x="53506" y="809274"/>
                  </a:lnTo>
                  <a:lnTo>
                    <a:pt x="61150" y="816917"/>
                  </a:lnTo>
                  <a:lnTo>
                    <a:pt x="65449" y="820261"/>
                  </a:lnTo>
                  <a:lnTo>
                    <a:pt x="72137" y="825039"/>
                  </a:lnTo>
                  <a:lnTo>
                    <a:pt x="75959" y="828861"/>
                  </a:lnTo>
                  <a:lnTo>
                    <a:pt x="77393" y="831727"/>
                  </a:lnTo>
                  <a:lnTo>
                    <a:pt x="79303" y="834593"/>
                  </a:lnTo>
                  <a:lnTo>
                    <a:pt x="81214" y="836982"/>
                  </a:lnTo>
                  <a:lnTo>
                    <a:pt x="82647" y="838893"/>
                  </a:lnTo>
                  <a:lnTo>
                    <a:pt x="82647" y="838893"/>
                  </a:lnTo>
                  <a:lnTo>
                    <a:pt x="83125" y="840326"/>
                  </a:lnTo>
                  <a:lnTo>
                    <a:pt x="83125" y="840326"/>
                  </a:lnTo>
                  <a:lnTo>
                    <a:pt x="83125" y="841759"/>
                  </a:lnTo>
                  <a:lnTo>
                    <a:pt x="81214" y="846059"/>
                  </a:lnTo>
                  <a:lnTo>
                    <a:pt x="80259" y="849403"/>
                  </a:lnTo>
                  <a:lnTo>
                    <a:pt x="77870" y="854180"/>
                  </a:lnTo>
                  <a:lnTo>
                    <a:pt x="75959" y="858002"/>
                  </a:lnTo>
                  <a:lnTo>
                    <a:pt x="71182" y="863735"/>
                  </a:lnTo>
                  <a:lnTo>
                    <a:pt x="64016" y="871856"/>
                  </a:lnTo>
                  <a:lnTo>
                    <a:pt x="62105" y="873767"/>
                  </a:lnTo>
                  <a:lnTo>
                    <a:pt x="62105" y="873767"/>
                  </a:lnTo>
                  <a:lnTo>
                    <a:pt x="58761" y="878067"/>
                  </a:lnTo>
                  <a:lnTo>
                    <a:pt x="53028" y="885710"/>
                  </a:lnTo>
                  <a:lnTo>
                    <a:pt x="51117" y="887621"/>
                  </a:lnTo>
                  <a:lnTo>
                    <a:pt x="46340" y="893832"/>
                  </a:lnTo>
                  <a:lnTo>
                    <a:pt x="46340" y="893832"/>
                  </a:lnTo>
                  <a:lnTo>
                    <a:pt x="44429" y="895743"/>
                  </a:lnTo>
                  <a:lnTo>
                    <a:pt x="42518" y="897654"/>
                  </a:lnTo>
                  <a:lnTo>
                    <a:pt x="37741" y="903864"/>
                  </a:lnTo>
                  <a:lnTo>
                    <a:pt x="32486" y="908164"/>
                  </a:lnTo>
                  <a:lnTo>
                    <a:pt x="27709" y="912463"/>
                  </a:lnTo>
                  <a:lnTo>
                    <a:pt x="26275" y="914374"/>
                  </a:lnTo>
                  <a:lnTo>
                    <a:pt x="24364" y="916285"/>
                  </a:lnTo>
                  <a:lnTo>
                    <a:pt x="21975" y="917718"/>
                  </a:lnTo>
                  <a:lnTo>
                    <a:pt x="21020" y="918674"/>
                  </a:lnTo>
                  <a:lnTo>
                    <a:pt x="15765" y="923929"/>
                  </a:lnTo>
                  <a:lnTo>
                    <a:pt x="9077" y="932050"/>
                  </a:lnTo>
                  <a:lnTo>
                    <a:pt x="16721" y="930617"/>
                  </a:lnTo>
                  <a:lnTo>
                    <a:pt x="22931" y="926795"/>
                  </a:lnTo>
                  <a:lnTo>
                    <a:pt x="24364" y="927751"/>
                  </a:lnTo>
                  <a:lnTo>
                    <a:pt x="25798" y="929184"/>
                  </a:lnTo>
                  <a:lnTo>
                    <a:pt x="25798" y="931573"/>
                  </a:lnTo>
                  <a:lnTo>
                    <a:pt x="25320" y="933483"/>
                  </a:lnTo>
                  <a:lnTo>
                    <a:pt x="22454" y="931573"/>
                  </a:lnTo>
                  <a:lnTo>
                    <a:pt x="23409" y="933961"/>
                  </a:lnTo>
                  <a:lnTo>
                    <a:pt x="25798" y="937783"/>
                  </a:lnTo>
                  <a:lnTo>
                    <a:pt x="29141" y="939216"/>
                  </a:lnTo>
                  <a:lnTo>
                    <a:pt x="33919" y="944471"/>
                  </a:lnTo>
                  <a:lnTo>
                    <a:pt x="40129" y="944949"/>
                  </a:lnTo>
                  <a:lnTo>
                    <a:pt x="43951" y="943993"/>
                  </a:lnTo>
                  <a:lnTo>
                    <a:pt x="47295" y="944471"/>
                  </a:lnTo>
                  <a:lnTo>
                    <a:pt x="50162" y="946860"/>
                  </a:lnTo>
                  <a:lnTo>
                    <a:pt x="52073" y="950682"/>
                  </a:lnTo>
                  <a:lnTo>
                    <a:pt x="53984" y="951637"/>
                  </a:lnTo>
                  <a:lnTo>
                    <a:pt x="55895" y="953070"/>
                  </a:lnTo>
                  <a:lnTo>
                    <a:pt x="55895" y="954981"/>
                  </a:lnTo>
                  <a:lnTo>
                    <a:pt x="54939" y="955937"/>
                  </a:lnTo>
                  <a:lnTo>
                    <a:pt x="45862" y="953070"/>
                  </a:lnTo>
                  <a:lnTo>
                    <a:pt x="35830" y="951637"/>
                  </a:lnTo>
                  <a:lnTo>
                    <a:pt x="34397" y="953070"/>
                  </a:lnTo>
                  <a:lnTo>
                    <a:pt x="32963" y="954981"/>
                  </a:lnTo>
                  <a:lnTo>
                    <a:pt x="32486" y="956892"/>
                  </a:lnTo>
                  <a:lnTo>
                    <a:pt x="31530" y="957848"/>
                  </a:lnTo>
                  <a:lnTo>
                    <a:pt x="30097" y="958325"/>
                  </a:lnTo>
                  <a:lnTo>
                    <a:pt x="27709" y="958325"/>
                  </a:lnTo>
                  <a:lnTo>
                    <a:pt x="24842" y="958325"/>
                  </a:lnTo>
                  <a:lnTo>
                    <a:pt x="23409" y="956892"/>
                  </a:lnTo>
                  <a:lnTo>
                    <a:pt x="21975" y="958325"/>
                  </a:lnTo>
                  <a:lnTo>
                    <a:pt x="21498" y="961192"/>
                  </a:lnTo>
                  <a:lnTo>
                    <a:pt x="19587" y="962625"/>
                  </a:lnTo>
                  <a:lnTo>
                    <a:pt x="17198" y="961669"/>
                  </a:lnTo>
                  <a:lnTo>
                    <a:pt x="15765" y="959281"/>
                  </a:lnTo>
                  <a:lnTo>
                    <a:pt x="13854" y="959281"/>
                  </a:lnTo>
                  <a:lnTo>
                    <a:pt x="13377" y="961669"/>
                  </a:lnTo>
                  <a:lnTo>
                    <a:pt x="13854" y="964058"/>
                  </a:lnTo>
                  <a:lnTo>
                    <a:pt x="14332" y="967402"/>
                  </a:lnTo>
                  <a:lnTo>
                    <a:pt x="13377" y="970268"/>
                  </a:lnTo>
                  <a:lnTo>
                    <a:pt x="14332" y="971224"/>
                  </a:lnTo>
                  <a:lnTo>
                    <a:pt x="15765" y="973135"/>
                  </a:lnTo>
                  <a:lnTo>
                    <a:pt x="15765" y="974090"/>
                  </a:lnTo>
                  <a:lnTo>
                    <a:pt x="15765" y="974090"/>
                  </a:lnTo>
                  <a:lnTo>
                    <a:pt x="15288" y="974568"/>
                  </a:lnTo>
                  <a:lnTo>
                    <a:pt x="14332" y="975046"/>
                  </a:lnTo>
                  <a:lnTo>
                    <a:pt x="13854" y="975524"/>
                  </a:lnTo>
                  <a:lnTo>
                    <a:pt x="13377" y="976479"/>
                  </a:lnTo>
                  <a:lnTo>
                    <a:pt x="11943" y="976957"/>
                  </a:lnTo>
                  <a:lnTo>
                    <a:pt x="10988" y="977434"/>
                  </a:lnTo>
                  <a:lnTo>
                    <a:pt x="10032" y="980301"/>
                  </a:lnTo>
                  <a:lnTo>
                    <a:pt x="8122" y="985556"/>
                  </a:lnTo>
                  <a:lnTo>
                    <a:pt x="8122" y="985556"/>
                  </a:lnTo>
                  <a:lnTo>
                    <a:pt x="5255" y="989378"/>
                  </a:lnTo>
                  <a:lnTo>
                    <a:pt x="3344" y="991289"/>
                  </a:lnTo>
                  <a:lnTo>
                    <a:pt x="2389" y="992722"/>
                  </a:lnTo>
                  <a:lnTo>
                    <a:pt x="1911" y="994633"/>
                  </a:lnTo>
                  <a:lnTo>
                    <a:pt x="1911" y="994633"/>
                  </a:lnTo>
                  <a:lnTo>
                    <a:pt x="1433" y="996544"/>
                  </a:lnTo>
                  <a:lnTo>
                    <a:pt x="3822" y="1007054"/>
                  </a:lnTo>
                  <a:lnTo>
                    <a:pt x="3822" y="1008965"/>
                  </a:lnTo>
                  <a:lnTo>
                    <a:pt x="3822" y="1008965"/>
                  </a:lnTo>
                  <a:lnTo>
                    <a:pt x="2866" y="1010875"/>
                  </a:lnTo>
                  <a:lnTo>
                    <a:pt x="2866" y="1012787"/>
                  </a:lnTo>
                  <a:lnTo>
                    <a:pt x="2866" y="1014220"/>
                  </a:lnTo>
                  <a:lnTo>
                    <a:pt x="2866" y="1014697"/>
                  </a:lnTo>
                  <a:lnTo>
                    <a:pt x="4300" y="1017086"/>
                  </a:lnTo>
                  <a:lnTo>
                    <a:pt x="4300" y="1017564"/>
                  </a:lnTo>
                  <a:lnTo>
                    <a:pt x="5733" y="1021386"/>
                  </a:lnTo>
                  <a:lnTo>
                    <a:pt x="6688" y="1024252"/>
                  </a:lnTo>
                  <a:lnTo>
                    <a:pt x="7644" y="1025207"/>
                  </a:lnTo>
                  <a:lnTo>
                    <a:pt x="8122" y="1026163"/>
                  </a:lnTo>
                  <a:lnTo>
                    <a:pt x="8599" y="1026163"/>
                  </a:lnTo>
                  <a:lnTo>
                    <a:pt x="8599" y="1026641"/>
                  </a:lnTo>
                  <a:lnTo>
                    <a:pt x="8599" y="1027118"/>
                  </a:lnTo>
                  <a:lnTo>
                    <a:pt x="8599" y="1027118"/>
                  </a:lnTo>
                  <a:lnTo>
                    <a:pt x="8122" y="1027596"/>
                  </a:lnTo>
                  <a:lnTo>
                    <a:pt x="3822" y="1029029"/>
                  </a:lnTo>
                  <a:lnTo>
                    <a:pt x="3344" y="1029985"/>
                  </a:lnTo>
                  <a:lnTo>
                    <a:pt x="2866" y="1031418"/>
                  </a:lnTo>
                  <a:lnTo>
                    <a:pt x="956" y="1033329"/>
                  </a:lnTo>
                  <a:lnTo>
                    <a:pt x="956" y="1033329"/>
                  </a:lnTo>
                  <a:lnTo>
                    <a:pt x="478" y="1035240"/>
                  </a:lnTo>
                  <a:lnTo>
                    <a:pt x="0" y="1037151"/>
                  </a:lnTo>
                  <a:lnTo>
                    <a:pt x="0" y="1038106"/>
                  </a:lnTo>
                  <a:lnTo>
                    <a:pt x="0" y="1038106"/>
                  </a:lnTo>
                  <a:lnTo>
                    <a:pt x="2389" y="1038106"/>
                  </a:lnTo>
                  <a:lnTo>
                    <a:pt x="3344" y="1038584"/>
                  </a:lnTo>
                  <a:lnTo>
                    <a:pt x="3344" y="1038584"/>
                  </a:lnTo>
                  <a:lnTo>
                    <a:pt x="3822" y="1041450"/>
                  </a:lnTo>
                  <a:lnTo>
                    <a:pt x="3822" y="1041450"/>
                  </a:lnTo>
                  <a:lnTo>
                    <a:pt x="6688" y="1043361"/>
                  </a:lnTo>
                  <a:lnTo>
                    <a:pt x="9077" y="1045272"/>
                  </a:lnTo>
                  <a:lnTo>
                    <a:pt x="9555" y="1046228"/>
                  </a:lnTo>
                  <a:lnTo>
                    <a:pt x="9555" y="1046228"/>
                  </a:lnTo>
                  <a:lnTo>
                    <a:pt x="9555" y="1047661"/>
                  </a:lnTo>
                  <a:lnTo>
                    <a:pt x="9555" y="1049572"/>
                  </a:lnTo>
                  <a:lnTo>
                    <a:pt x="9077" y="1050527"/>
                  </a:lnTo>
                  <a:lnTo>
                    <a:pt x="8122" y="1051483"/>
                  </a:lnTo>
                  <a:lnTo>
                    <a:pt x="7166" y="1053871"/>
                  </a:lnTo>
                  <a:lnTo>
                    <a:pt x="7166" y="1056738"/>
                  </a:lnTo>
                  <a:lnTo>
                    <a:pt x="5733" y="1061037"/>
                  </a:lnTo>
                  <a:lnTo>
                    <a:pt x="5733" y="1061037"/>
                  </a:lnTo>
                  <a:lnTo>
                    <a:pt x="6211" y="1061037"/>
                  </a:lnTo>
                  <a:lnTo>
                    <a:pt x="9077" y="1060082"/>
                  </a:lnTo>
                  <a:lnTo>
                    <a:pt x="10032" y="1060560"/>
                  </a:lnTo>
                  <a:lnTo>
                    <a:pt x="10510" y="1061515"/>
                  </a:lnTo>
                  <a:lnTo>
                    <a:pt x="10510" y="1061993"/>
                  </a:lnTo>
                  <a:lnTo>
                    <a:pt x="10988" y="1064381"/>
                  </a:lnTo>
                  <a:lnTo>
                    <a:pt x="11943" y="1065814"/>
                  </a:lnTo>
                  <a:lnTo>
                    <a:pt x="12899" y="1067725"/>
                  </a:lnTo>
                  <a:lnTo>
                    <a:pt x="12899" y="1067725"/>
                  </a:lnTo>
                  <a:lnTo>
                    <a:pt x="12899" y="1069159"/>
                  </a:lnTo>
                  <a:lnTo>
                    <a:pt x="14809" y="1071069"/>
                  </a:lnTo>
                  <a:lnTo>
                    <a:pt x="14809" y="1071069"/>
                  </a:lnTo>
                  <a:lnTo>
                    <a:pt x="15288" y="1072025"/>
                  </a:lnTo>
                  <a:lnTo>
                    <a:pt x="16243" y="1076325"/>
                  </a:lnTo>
                  <a:lnTo>
                    <a:pt x="16721" y="1078235"/>
                  </a:lnTo>
                  <a:lnTo>
                    <a:pt x="16721" y="1078235"/>
                  </a:lnTo>
                  <a:lnTo>
                    <a:pt x="16721" y="1080146"/>
                  </a:lnTo>
                  <a:lnTo>
                    <a:pt x="16243" y="1082535"/>
                  </a:lnTo>
                  <a:lnTo>
                    <a:pt x="15765" y="1083968"/>
                  </a:lnTo>
                  <a:lnTo>
                    <a:pt x="18632" y="1086835"/>
                  </a:lnTo>
                  <a:lnTo>
                    <a:pt x="18632" y="1086835"/>
                  </a:lnTo>
                  <a:lnTo>
                    <a:pt x="19109" y="1086835"/>
                  </a:lnTo>
                  <a:lnTo>
                    <a:pt x="20543" y="1085879"/>
                  </a:lnTo>
                  <a:lnTo>
                    <a:pt x="21020" y="1085879"/>
                  </a:lnTo>
                  <a:lnTo>
                    <a:pt x="24364" y="1085879"/>
                  </a:lnTo>
                  <a:lnTo>
                    <a:pt x="25320" y="1086835"/>
                  </a:lnTo>
                  <a:lnTo>
                    <a:pt x="26753" y="1088746"/>
                  </a:lnTo>
                  <a:lnTo>
                    <a:pt x="27709" y="1090179"/>
                  </a:lnTo>
                  <a:lnTo>
                    <a:pt x="28664" y="1090656"/>
                  </a:lnTo>
                  <a:lnTo>
                    <a:pt x="31530" y="1088746"/>
                  </a:lnTo>
                  <a:lnTo>
                    <a:pt x="33441" y="1088268"/>
                  </a:lnTo>
                  <a:lnTo>
                    <a:pt x="34397" y="1088268"/>
                  </a:lnTo>
                  <a:lnTo>
                    <a:pt x="38218" y="1089701"/>
                  </a:lnTo>
                  <a:lnTo>
                    <a:pt x="40129" y="1090656"/>
                  </a:lnTo>
                  <a:lnTo>
                    <a:pt x="40129" y="1090656"/>
                  </a:lnTo>
                  <a:lnTo>
                    <a:pt x="40607" y="1091612"/>
                  </a:lnTo>
                  <a:lnTo>
                    <a:pt x="40607" y="1092567"/>
                  </a:lnTo>
                  <a:lnTo>
                    <a:pt x="40129" y="1094001"/>
                  </a:lnTo>
                  <a:lnTo>
                    <a:pt x="39652" y="1095911"/>
                  </a:lnTo>
                  <a:lnTo>
                    <a:pt x="39652" y="1095911"/>
                  </a:lnTo>
                  <a:lnTo>
                    <a:pt x="41085" y="1097822"/>
                  </a:lnTo>
                  <a:lnTo>
                    <a:pt x="41085" y="1097822"/>
                  </a:lnTo>
                  <a:lnTo>
                    <a:pt x="42518" y="1098778"/>
                  </a:lnTo>
                  <a:lnTo>
                    <a:pt x="45384" y="1096867"/>
                  </a:lnTo>
                  <a:lnTo>
                    <a:pt x="46340" y="1096389"/>
                  </a:lnTo>
                  <a:lnTo>
                    <a:pt x="47295" y="1096389"/>
                  </a:lnTo>
                  <a:lnTo>
                    <a:pt x="49206" y="1095434"/>
                  </a:lnTo>
                  <a:lnTo>
                    <a:pt x="50162" y="1094001"/>
                  </a:lnTo>
                  <a:lnTo>
                    <a:pt x="51117" y="1094001"/>
                  </a:lnTo>
                  <a:lnTo>
                    <a:pt x="53506" y="1094001"/>
                  </a:lnTo>
                  <a:lnTo>
                    <a:pt x="57328" y="1094001"/>
                  </a:lnTo>
                  <a:lnTo>
                    <a:pt x="61627" y="1095434"/>
                  </a:lnTo>
                  <a:lnTo>
                    <a:pt x="61627" y="1095434"/>
                  </a:lnTo>
                  <a:lnTo>
                    <a:pt x="62105" y="1096389"/>
                  </a:lnTo>
                  <a:lnTo>
                    <a:pt x="64016" y="1098300"/>
                  </a:lnTo>
                  <a:lnTo>
                    <a:pt x="64971" y="1099255"/>
                  </a:lnTo>
                  <a:lnTo>
                    <a:pt x="64971" y="1099733"/>
                  </a:lnTo>
                  <a:lnTo>
                    <a:pt x="65927" y="1099733"/>
                  </a:lnTo>
                  <a:lnTo>
                    <a:pt x="66882" y="1101167"/>
                  </a:lnTo>
                  <a:lnTo>
                    <a:pt x="68316" y="1101644"/>
                  </a:lnTo>
                  <a:lnTo>
                    <a:pt x="69748" y="1101644"/>
                  </a:lnTo>
                  <a:lnTo>
                    <a:pt x="70227" y="1101644"/>
                  </a:lnTo>
                  <a:lnTo>
                    <a:pt x="70704" y="1102600"/>
                  </a:lnTo>
                  <a:lnTo>
                    <a:pt x="70704" y="1102600"/>
                  </a:lnTo>
                  <a:lnTo>
                    <a:pt x="70704" y="1104033"/>
                  </a:lnTo>
                  <a:lnTo>
                    <a:pt x="70704" y="1104033"/>
                  </a:lnTo>
                  <a:lnTo>
                    <a:pt x="70704" y="1108332"/>
                  </a:lnTo>
                  <a:lnTo>
                    <a:pt x="69748" y="1109288"/>
                  </a:lnTo>
                  <a:lnTo>
                    <a:pt x="68793" y="1110243"/>
                  </a:lnTo>
                  <a:lnTo>
                    <a:pt x="68793" y="1110243"/>
                  </a:lnTo>
                  <a:lnTo>
                    <a:pt x="68793" y="1111199"/>
                  </a:lnTo>
                  <a:lnTo>
                    <a:pt x="68793" y="1111676"/>
                  </a:lnTo>
                  <a:lnTo>
                    <a:pt x="68793" y="1112154"/>
                  </a:lnTo>
                  <a:lnTo>
                    <a:pt x="69748" y="1113587"/>
                  </a:lnTo>
                  <a:lnTo>
                    <a:pt x="71659" y="1116454"/>
                  </a:lnTo>
                  <a:lnTo>
                    <a:pt x="71659" y="1116932"/>
                  </a:lnTo>
                  <a:lnTo>
                    <a:pt x="72137" y="1117887"/>
                  </a:lnTo>
                  <a:lnTo>
                    <a:pt x="72137" y="1119320"/>
                  </a:lnTo>
                  <a:lnTo>
                    <a:pt x="69748" y="1122664"/>
                  </a:lnTo>
                  <a:lnTo>
                    <a:pt x="69271" y="1123620"/>
                  </a:lnTo>
                  <a:lnTo>
                    <a:pt x="68316" y="1125053"/>
                  </a:lnTo>
                  <a:lnTo>
                    <a:pt x="68316" y="1125053"/>
                  </a:lnTo>
                  <a:lnTo>
                    <a:pt x="68316" y="1126964"/>
                  </a:lnTo>
                  <a:lnTo>
                    <a:pt x="68316" y="1127442"/>
                  </a:lnTo>
                  <a:lnTo>
                    <a:pt x="68316" y="1127442"/>
                  </a:lnTo>
                  <a:lnTo>
                    <a:pt x="68316" y="1127442"/>
                  </a:lnTo>
                  <a:lnTo>
                    <a:pt x="72137" y="1130308"/>
                  </a:lnTo>
                  <a:lnTo>
                    <a:pt x="75004" y="1131741"/>
                  </a:lnTo>
                  <a:lnTo>
                    <a:pt x="75481" y="1132697"/>
                  </a:lnTo>
                  <a:lnTo>
                    <a:pt x="75481" y="1133174"/>
                  </a:lnTo>
                  <a:lnTo>
                    <a:pt x="74048" y="1136041"/>
                  </a:lnTo>
                  <a:lnTo>
                    <a:pt x="74048" y="1136518"/>
                  </a:lnTo>
                  <a:lnTo>
                    <a:pt x="74048" y="1136996"/>
                  </a:lnTo>
                  <a:lnTo>
                    <a:pt x="75959" y="1137952"/>
                  </a:lnTo>
                  <a:lnTo>
                    <a:pt x="75959" y="1137952"/>
                  </a:lnTo>
                  <a:lnTo>
                    <a:pt x="77393" y="1139862"/>
                  </a:lnTo>
                  <a:lnTo>
                    <a:pt x="78348" y="1143207"/>
                  </a:lnTo>
                  <a:lnTo>
                    <a:pt x="80259" y="1145595"/>
                  </a:lnTo>
                  <a:lnTo>
                    <a:pt x="80259" y="1146073"/>
                  </a:lnTo>
                  <a:lnTo>
                    <a:pt x="85036" y="1148462"/>
                  </a:lnTo>
                  <a:lnTo>
                    <a:pt x="87902" y="1150373"/>
                  </a:lnTo>
                  <a:lnTo>
                    <a:pt x="88858" y="1150850"/>
                  </a:lnTo>
                  <a:lnTo>
                    <a:pt x="88858" y="1151806"/>
                  </a:lnTo>
                  <a:lnTo>
                    <a:pt x="88858" y="1154194"/>
                  </a:lnTo>
                  <a:lnTo>
                    <a:pt x="87902" y="1156583"/>
                  </a:lnTo>
                  <a:lnTo>
                    <a:pt x="87425" y="1158016"/>
                  </a:lnTo>
                  <a:lnTo>
                    <a:pt x="87425" y="1158016"/>
                  </a:lnTo>
                  <a:lnTo>
                    <a:pt x="88858" y="1158494"/>
                  </a:lnTo>
                  <a:lnTo>
                    <a:pt x="92202" y="1158494"/>
                  </a:lnTo>
                  <a:lnTo>
                    <a:pt x="96024" y="1158972"/>
                  </a:lnTo>
                  <a:lnTo>
                    <a:pt x="101279" y="1161360"/>
                  </a:lnTo>
                  <a:lnTo>
                    <a:pt x="101279" y="1162794"/>
                  </a:lnTo>
                  <a:lnTo>
                    <a:pt x="100801" y="1163749"/>
                  </a:lnTo>
                  <a:lnTo>
                    <a:pt x="100801" y="1163749"/>
                  </a:lnTo>
                  <a:lnTo>
                    <a:pt x="100801" y="1165182"/>
                  </a:lnTo>
                  <a:lnTo>
                    <a:pt x="101757" y="1166138"/>
                  </a:lnTo>
                  <a:lnTo>
                    <a:pt x="101757" y="1166138"/>
                  </a:lnTo>
                  <a:lnTo>
                    <a:pt x="106056" y="1169004"/>
                  </a:lnTo>
                  <a:lnTo>
                    <a:pt x="106056" y="1169960"/>
                  </a:lnTo>
                  <a:lnTo>
                    <a:pt x="106534" y="1171393"/>
                  </a:lnTo>
                  <a:lnTo>
                    <a:pt x="106056" y="1172348"/>
                  </a:lnTo>
                  <a:lnTo>
                    <a:pt x="106056" y="1172348"/>
                  </a:lnTo>
                  <a:lnTo>
                    <a:pt x="105100" y="1172826"/>
                  </a:lnTo>
                  <a:lnTo>
                    <a:pt x="103668" y="1173304"/>
                  </a:lnTo>
                  <a:lnTo>
                    <a:pt x="101757" y="1174259"/>
                  </a:lnTo>
                  <a:lnTo>
                    <a:pt x="100801" y="1176170"/>
                  </a:lnTo>
                  <a:lnTo>
                    <a:pt x="100801" y="1176170"/>
                  </a:lnTo>
                  <a:lnTo>
                    <a:pt x="96979" y="1178559"/>
                  </a:lnTo>
                  <a:lnTo>
                    <a:pt x="95068" y="1179992"/>
                  </a:lnTo>
                  <a:lnTo>
                    <a:pt x="93157" y="1179992"/>
                  </a:lnTo>
                  <a:lnTo>
                    <a:pt x="89336" y="1179514"/>
                  </a:lnTo>
                  <a:lnTo>
                    <a:pt x="87902" y="1178081"/>
                  </a:lnTo>
                  <a:lnTo>
                    <a:pt x="87902" y="1178081"/>
                  </a:lnTo>
                  <a:lnTo>
                    <a:pt x="87425" y="1177125"/>
                  </a:lnTo>
                  <a:lnTo>
                    <a:pt x="85514" y="1176648"/>
                  </a:lnTo>
                  <a:lnTo>
                    <a:pt x="83603" y="1176648"/>
                  </a:lnTo>
                  <a:lnTo>
                    <a:pt x="80736" y="1176648"/>
                  </a:lnTo>
                  <a:lnTo>
                    <a:pt x="80259" y="1177125"/>
                  </a:lnTo>
                  <a:lnTo>
                    <a:pt x="79781" y="1178559"/>
                  </a:lnTo>
                  <a:lnTo>
                    <a:pt x="78348" y="1180947"/>
                  </a:lnTo>
                  <a:lnTo>
                    <a:pt x="77393" y="1181903"/>
                  </a:lnTo>
                  <a:lnTo>
                    <a:pt x="78348" y="1182858"/>
                  </a:lnTo>
                  <a:lnTo>
                    <a:pt x="79303" y="1184769"/>
                  </a:lnTo>
                  <a:lnTo>
                    <a:pt x="81214" y="1186680"/>
                  </a:lnTo>
                  <a:lnTo>
                    <a:pt x="83125" y="1188591"/>
                  </a:lnTo>
                  <a:lnTo>
                    <a:pt x="83603" y="1190024"/>
                  </a:lnTo>
                  <a:lnTo>
                    <a:pt x="83603" y="1190502"/>
                  </a:lnTo>
                  <a:lnTo>
                    <a:pt x="83603" y="1190502"/>
                  </a:lnTo>
                  <a:lnTo>
                    <a:pt x="82647" y="1191457"/>
                  </a:lnTo>
                  <a:lnTo>
                    <a:pt x="82647" y="1191457"/>
                  </a:lnTo>
                  <a:lnTo>
                    <a:pt x="82647" y="1193368"/>
                  </a:lnTo>
                  <a:lnTo>
                    <a:pt x="84558" y="1196235"/>
                  </a:lnTo>
                  <a:lnTo>
                    <a:pt x="84558" y="1196235"/>
                  </a:lnTo>
                  <a:lnTo>
                    <a:pt x="84080" y="1196712"/>
                  </a:lnTo>
                  <a:lnTo>
                    <a:pt x="84080" y="1199579"/>
                  </a:lnTo>
                  <a:lnTo>
                    <a:pt x="84080" y="1202923"/>
                  </a:lnTo>
                  <a:lnTo>
                    <a:pt x="84080" y="1202923"/>
                  </a:lnTo>
                  <a:lnTo>
                    <a:pt x="84080" y="1203878"/>
                  </a:lnTo>
                  <a:lnTo>
                    <a:pt x="84080" y="1203878"/>
                  </a:lnTo>
                  <a:lnTo>
                    <a:pt x="85036" y="1204834"/>
                  </a:lnTo>
                  <a:lnTo>
                    <a:pt x="85991" y="1205789"/>
                  </a:lnTo>
                  <a:lnTo>
                    <a:pt x="87425" y="1208656"/>
                  </a:lnTo>
                  <a:lnTo>
                    <a:pt x="87425" y="12091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1" name="Freeform 5350">
              <a:extLst>
                <a:ext uri="{FF2B5EF4-FFF2-40B4-BE49-F238E27FC236}">
                  <a16:creationId xmlns:a16="http://schemas.microsoft.com/office/drawing/2014/main" id="{E20BBA86-D7AC-91EF-43FE-03FBA6C9237B}"/>
                </a:ext>
              </a:extLst>
            </p:cNvPr>
            <p:cNvSpPr/>
            <p:nvPr/>
          </p:nvSpPr>
          <p:spPr>
            <a:xfrm>
              <a:off x="6610036" y="3761283"/>
              <a:ext cx="161472" cy="120865"/>
            </a:xfrm>
            <a:custGeom>
              <a:avLst/>
              <a:gdLst>
                <a:gd name="csX0" fmla="*/ 31530 w 161472"/>
                <a:gd name="csY0" fmla="*/ 4777 h 120865"/>
                <a:gd name="csX1" fmla="*/ 36786 w 161472"/>
                <a:gd name="csY1" fmla="*/ 2866 h 120865"/>
                <a:gd name="csX2" fmla="*/ 38696 w 161472"/>
                <a:gd name="csY2" fmla="*/ 956 h 120865"/>
                <a:gd name="csX3" fmla="*/ 42518 w 161472"/>
                <a:gd name="csY3" fmla="*/ 478 h 120865"/>
                <a:gd name="csX4" fmla="*/ 42040 w 161472"/>
                <a:gd name="csY4" fmla="*/ 956 h 120865"/>
                <a:gd name="csX5" fmla="*/ 40129 w 161472"/>
                <a:gd name="csY5" fmla="*/ 1911 h 120865"/>
                <a:gd name="csX6" fmla="*/ 38218 w 161472"/>
                <a:gd name="csY6" fmla="*/ 3344 h 120865"/>
                <a:gd name="csX7" fmla="*/ 40607 w 161472"/>
                <a:gd name="csY7" fmla="*/ 3344 h 120865"/>
                <a:gd name="csX8" fmla="*/ 45862 w 161472"/>
                <a:gd name="csY8" fmla="*/ 2866 h 120865"/>
                <a:gd name="csX9" fmla="*/ 47773 w 161472"/>
                <a:gd name="csY9" fmla="*/ 0 h 120865"/>
                <a:gd name="csX10" fmla="*/ 51117 w 161472"/>
                <a:gd name="csY10" fmla="*/ 0 h 120865"/>
                <a:gd name="csX11" fmla="*/ 52073 w 161472"/>
                <a:gd name="csY11" fmla="*/ 1911 h 120865"/>
                <a:gd name="csX12" fmla="*/ 53028 w 161472"/>
                <a:gd name="csY12" fmla="*/ 4299 h 120865"/>
                <a:gd name="csX13" fmla="*/ 53028 w 161472"/>
                <a:gd name="csY13" fmla="*/ 5255 h 120865"/>
                <a:gd name="csX14" fmla="*/ 52550 w 161472"/>
                <a:gd name="csY14" fmla="*/ 6210 h 120865"/>
                <a:gd name="csX15" fmla="*/ 49684 w 161472"/>
                <a:gd name="csY15" fmla="*/ 6688 h 120865"/>
                <a:gd name="csX16" fmla="*/ 42996 w 161472"/>
                <a:gd name="csY16" fmla="*/ 10032 h 120865"/>
                <a:gd name="csX17" fmla="*/ 39652 w 161472"/>
                <a:gd name="csY17" fmla="*/ 10510 h 120865"/>
                <a:gd name="csX18" fmla="*/ 35830 w 161472"/>
                <a:gd name="csY18" fmla="*/ 12421 h 120865"/>
                <a:gd name="csX19" fmla="*/ 36786 w 161472"/>
                <a:gd name="csY19" fmla="*/ 14332 h 120865"/>
                <a:gd name="csX20" fmla="*/ 37263 w 161472"/>
                <a:gd name="csY20" fmla="*/ 16243 h 120865"/>
                <a:gd name="csX21" fmla="*/ 33919 w 161472"/>
                <a:gd name="csY21" fmla="*/ 15765 h 120865"/>
                <a:gd name="csX22" fmla="*/ 32008 w 161472"/>
                <a:gd name="csY22" fmla="*/ 15287 h 120865"/>
                <a:gd name="csX23" fmla="*/ 30575 w 161472"/>
                <a:gd name="csY23" fmla="*/ 15765 h 120865"/>
                <a:gd name="csX24" fmla="*/ 26753 w 161472"/>
                <a:gd name="csY24" fmla="*/ 17676 h 120865"/>
                <a:gd name="csX25" fmla="*/ 24842 w 161472"/>
                <a:gd name="csY25" fmla="*/ 17198 h 120865"/>
                <a:gd name="csX26" fmla="*/ 22454 w 161472"/>
                <a:gd name="csY26" fmla="*/ 17198 h 120865"/>
                <a:gd name="csX27" fmla="*/ 23409 w 161472"/>
                <a:gd name="csY27" fmla="*/ 19587 h 120865"/>
                <a:gd name="csX28" fmla="*/ 25798 w 161472"/>
                <a:gd name="csY28" fmla="*/ 22931 h 120865"/>
                <a:gd name="csX29" fmla="*/ 26753 w 161472"/>
                <a:gd name="csY29" fmla="*/ 23409 h 120865"/>
                <a:gd name="csX30" fmla="*/ 28664 w 161472"/>
                <a:gd name="csY30" fmla="*/ 23409 h 120865"/>
                <a:gd name="csX31" fmla="*/ 33441 w 161472"/>
                <a:gd name="csY31" fmla="*/ 27231 h 120865"/>
                <a:gd name="csX32" fmla="*/ 37263 w 161472"/>
                <a:gd name="csY32" fmla="*/ 31530 h 120865"/>
                <a:gd name="csX33" fmla="*/ 35352 w 161472"/>
                <a:gd name="csY33" fmla="*/ 31530 h 120865"/>
                <a:gd name="csX34" fmla="*/ 33441 w 161472"/>
                <a:gd name="csY34" fmla="*/ 31052 h 120865"/>
                <a:gd name="csX35" fmla="*/ 31052 w 161472"/>
                <a:gd name="csY35" fmla="*/ 31052 h 120865"/>
                <a:gd name="csX36" fmla="*/ 30097 w 161472"/>
                <a:gd name="csY36" fmla="*/ 33441 h 120865"/>
                <a:gd name="csX37" fmla="*/ 28664 w 161472"/>
                <a:gd name="csY37" fmla="*/ 35352 h 120865"/>
                <a:gd name="csX38" fmla="*/ 28664 w 161472"/>
                <a:gd name="csY38" fmla="*/ 34397 h 120865"/>
                <a:gd name="csX39" fmla="*/ 28664 w 161472"/>
                <a:gd name="csY39" fmla="*/ 33441 h 120865"/>
                <a:gd name="csX40" fmla="*/ 27709 w 161472"/>
                <a:gd name="csY40" fmla="*/ 32486 h 120865"/>
                <a:gd name="csX41" fmla="*/ 25798 w 161472"/>
                <a:gd name="csY41" fmla="*/ 33441 h 120865"/>
                <a:gd name="csX42" fmla="*/ 23886 w 161472"/>
                <a:gd name="csY42" fmla="*/ 38696 h 120865"/>
                <a:gd name="csX43" fmla="*/ 20543 w 161472"/>
                <a:gd name="csY43" fmla="*/ 42518 h 120865"/>
                <a:gd name="csX44" fmla="*/ 19587 w 161472"/>
                <a:gd name="csY44" fmla="*/ 44906 h 120865"/>
                <a:gd name="csX45" fmla="*/ 19587 w 161472"/>
                <a:gd name="csY45" fmla="*/ 46817 h 120865"/>
                <a:gd name="csX46" fmla="*/ 20065 w 161472"/>
                <a:gd name="csY46" fmla="*/ 46817 h 120865"/>
                <a:gd name="csX47" fmla="*/ 21020 w 161472"/>
                <a:gd name="csY47" fmla="*/ 46817 h 120865"/>
                <a:gd name="csX48" fmla="*/ 21020 w 161472"/>
                <a:gd name="csY48" fmla="*/ 48728 h 120865"/>
                <a:gd name="csX49" fmla="*/ 20065 w 161472"/>
                <a:gd name="csY49" fmla="*/ 49684 h 120865"/>
                <a:gd name="csX50" fmla="*/ 12899 w 161472"/>
                <a:gd name="csY50" fmla="*/ 51595 h 120865"/>
                <a:gd name="csX51" fmla="*/ 11466 w 161472"/>
                <a:gd name="csY51" fmla="*/ 52550 h 120865"/>
                <a:gd name="csX52" fmla="*/ 9555 w 161472"/>
                <a:gd name="csY52" fmla="*/ 51595 h 120865"/>
                <a:gd name="csX53" fmla="*/ 7166 w 161472"/>
                <a:gd name="csY53" fmla="*/ 49684 h 120865"/>
                <a:gd name="csX54" fmla="*/ 4777 w 161472"/>
                <a:gd name="csY54" fmla="*/ 48728 h 120865"/>
                <a:gd name="csX55" fmla="*/ 3344 w 161472"/>
                <a:gd name="csY55" fmla="*/ 49206 h 120865"/>
                <a:gd name="csX56" fmla="*/ 1911 w 161472"/>
                <a:gd name="csY56" fmla="*/ 50162 h 120865"/>
                <a:gd name="csX57" fmla="*/ 2866 w 161472"/>
                <a:gd name="csY57" fmla="*/ 50639 h 120865"/>
                <a:gd name="csX58" fmla="*/ 3822 w 161472"/>
                <a:gd name="csY58" fmla="*/ 50639 h 120865"/>
                <a:gd name="csX59" fmla="*/ 6211 w 161472"/>
                <a:gd name="csY59" fmla="*/ 52072 h 120865"/>
                <a:gd name="csX60" fmla="*/ 4777 w 161472"/>
                <a:gd name="csY60" fmla="*/ 53028 h 120865"/>
                <a:gd name="csX61" fmla="*/ 0 w 161472"/>
                <a:gd name="csY61" fmla="*/ 54939 h 120865"/>
                <a:gd name="csX62" fmla="*/ 0 w 161472"/>
                <a:gd name="csY62" fmla="*/ 55894 h 120865"/>
                <a:gd name="csX63" fmla="*/ 478 w 161472"/>
                <a:gd name="csY63" fmla="*/ 56372 h 120865"/>
                <a:gd name="csX64" fmla="*/ 6211 w 161472"/>
                <a:gd name="csY64" fmla="*/ 57805 h 120865"/>
                <a:gd name="csX65" fmla="*/ 11466 w 161472"/>
                <a:gd name="csY65" fmla="*/ 60194 h 120865"/>
                <a:gd name="csX66" fmla="*/ 12899 w 161472"/>
                <a:gd name="csY66" fmla="*/ 62105 h 120865"/>
                <a:gd name="csX67" fmla="*/ 14332 w 161472"/>
                <a:gd name="csY67" fmla="*/ 64971 h 120865"/>
                <a:gd name="csX68" fmla="*/ 15765 w 161472"/>
                <a:gd name="csY68" fmla="*/ 66404 h 120865"/>
                <a:gd name="csX69" fmla="*/ 17198 w 161472"/>
                <a:gd name="csY69" fmla="*/ 67360 h 120865"/>
                <a:gd name="csX70" fmla="*/ 18632 w 161472"/>
                <a:gd name="csY70" fmla="*/ 67838 h 120865"/>
                <a:gd name="csX71" fmla="*/ 21498 w 161472"/>
                <a:gd name="csY71" fmla="*/ 68315 h 120865"/>
                <a:gd name="csX72" fmla="*/ 24364 w 161472"/>
                <a:gd name="csY72" fmla="*/ 67360 h 120865"/>
                <a:gd name="csX73" fmla="*/ 31052 w 161472"/>
                <a:gd name="csY73" fmla="*/ 74526 h 120865"/>
                <a:gd name="csX74" fmla="*/ 33441 w 161472"/>
                <a:gd name="csY74" fmla="*/ 75481 h 120865"/>
                <a:gd name="csX75" fmla="*/ 40129 w 161472"/>
                <a:gd name="csY75" fmla="*/ 76914 h 120865"/>
                <a:gd name="csX76" fmla="*/ 41563 w 161472"/>
                <a:gd name="csY76" fmla="*/ 77870 h 120865"/>
                <a:gd name="csX77" fmla="*/ 53506 w 161472"/>
                <a:gd name="csY77" fmla="*/ 87424 h 120865"/>
                <a:gd name="csX78" fmla="*/ 57328 w 161472"/>
                <a:gd name="csY78" fmla="*/ 91724 h 120865"/>
                <a:gd name="csX79" fmla="*/ 64493 w 161472"/>
                <a:gd name="csY79" fmla="*/ 98412 h 120865"/>
                <a:gd name="csX80" fmla="*/ 66405 w 161472"/>
                <a:gd name="csY80" fmla="*/ 99368 h 120865"/>
                <a:gd name="csX81" fmla="*/ 66405 w 161472"/>
                <a:gd name="csY81" fmla="*/ 99368 h 120865"/>
                <a:gd name="csX82" fmla="*/ 67360 w 161472"/>
                <a:gd name="csY82" fmla="*/ 97935 h 120865"/>
                <a:gd name="csX83" fmla="*/ 67360 w 161472"/>
                <a:gd name="csY83" fmla="*/ 97935 h 120865"/>
                <a:gd name="csX84" fmla="*/ 68793 w 161472"/>
                <a:gd name="csY84" fmla="*/ 96024 h 120865"/>
                <a:gd name="csX85" fmla="*/ 69748 w 161472"/>
                <a:gd name="csY85" fmla="*/ 96024 h 120865"/>
                <a:gd name="csX86" fmla="*/ 73570 w 161472"/>
                <a:gd name="csY86" fmla="*/ 96501 h 120865"/>
                <a:gd name="csX87" fmla="*/ 77393 w 161472"/>
                <a:gd name="csY87" fmla="*/ 97457 h 120865"/>
                <a:gd name="csX88" fmla="*/ 79781 w 161472"/>
                <a:gd name="csY88" fmla="*/ 96501 h 120865"/>
                <a:gd name="csX89" fmla="*/ 82647 w 161472"/>
                <a:gd name="csY89" fmla="*/ 97935 h 120865"/>
                <a:gd name="csX90" fmla="*/ 85514 w 161472"/>
                <a:gd name="csY90" fmla="*/ 99845 h 120865"/>
                <a:gd name="csX91" fmla="*/ 88380 w 161472"/>
                <a:gd name="csY91" fmla="*/ 100801 h 120865"/>
                <a:gd name="csX92" fmla="*/ 94113 w 161472"/>
                <a:gd name="csY92" fmla="*/ 101756 h 120865"/>
                <a:gd name="csX93" fmla="*/ 96024 w 161472"/>
                <a:gd name="csY93" fmla="*/ 103189 h 120865"/>
                <a:gd name="csX94" fmla="*/ 98412 w 161472"/>
                <a:gd name="csY94" fmla="*/ 104623 h 120865"/>
                <a:gd name="csX95" fmla="*/ 107489 w 161472"/>
                <a:gd name="csY95" fmla="*/ 105100 h 120865"/>
                <a:gd name="csX96" fmla="*/ 108445 w 161472"/>
                <a:gd name="csY96" fmla="*/ 105100 h 120865"/>
                <a:gd name="csX97" fmla="*/ 108923 w 161472"/>
                <a:gd name="csY97" fmla="*/ 104623 h 120865"/>
                <a:gd name="csX98" fmla="*/ 112266 w 161472"/>
                <a:gd name="csY98" fmla="*/ 104145 h 120865"/>
                <a:gd name="csX99" fmla="*/ 115133 w 161472"/>
                <a:gd name="csY99" fmla="*/ 104623 h 120865"/>
                <a:gd name="csX100" fmla="*/ 118000 w 161472"/>
                <a:gd name="csY100" fmla="*/ 106056 h 120865"/>
                <a:gd name="csX101" fmla="*/ 119910 w 161472"/>
                <a:gd name="csY101" fmla="*/ 106056 h 120865"/>
                <a:gd name="csX102" fmla="*/ 121821 w 161472"/>
                <a:gd name="csY102" fmla="*/ 105578 h 120865"/>
                <a:gd name="csX103" fmla="*/ 124210 w 161472"/>
                <a:gd name="csY103" fmla="*/ 106534 h 120865"/>
                <a:gd name="csX104" fmla="*/ 126121 w 161472"/>
                <a:gd name="csY104" fmla="*/ 107489 h 120865"/>
                <a:gd name="csX105" fmla="*/ 126598 w 161472"/>
                <a:gd name="csY105" fmla="*/ 108922 h 120865"/>
                <a:gd name="csX106" fmla="*/ 126598 w 161472"/>
                <a:gd name="csY106" fmla="*/ 108922 h 120865"/>
                <a:gd name="csX107" fmla="*/ 128032 w 161472"/>
                <a:gd name="csY107" fmla="*/ 110355 h 120865"/>
                <a:gd name="csX108" fmla="*/ 133287 w 161472"/>
                <a:gd name="csY108" fmla="*/ 112744 h 120865"/>
                <a:gd name="csX109" fmla="*/ 137586 w 161472"/>
                <a:gd name="csY109" fmla="*/ 113700 h 120865"/>
                <a:gd name="csX110" fmla="*/ 139019 w 161472"/>
                <a:gd name="csY110" fmla="*/ 114655 h 120865"/>
                <a:gd name="csX111" fmla="*/ 141886 w 161472"/>
                <a:gd name="csY111" fmla="*/ 116088 h 120865"/>
                <a:gd name="csX112" fmla="*/ 142364 w 161472"/>
                <a:gd name="csY112" fmla="*/ 116566 h 120865"/>
                <a:gd name="csX113" fmla="*/ 142364 w 161472"/>
                <a:gd name="csY113" fmla="*/ 117521 h 120865"/>
                <a:gd name="csX114" fmla="*/ 141408 w 161472"/>
                <a:gd name="csY114" fmla="*/ 118477 h 120865"/>
                <a:gd name="csX115" fmla="*/ 140930 w 161472"/>
                <a:gd name="csY115" fmla="*/ 119432 h 120865"/>
                <a:gd name="csX116" fmla="*/ 141408 w 161472"/>
                <a:gd name="csY116" fmla="*/ 119910 h 120865"/>
                <a:gd name="csX117" fmla="*/ 141408 w 161472"/>
                <a:gd name="csY117" fmla="*/ 119910 h 120865"/>
                <a:gd name="csX118" fmla="*/ 142841 w 161472"/>
                <a:gd name="csY118" fmla="*/ 120388 h 120865"/>
                <a:gd name="csX119" fmla="*/ 145230 w 161472"/>
                <a:gd name="csY119" fmla="*/ 120865 h 120865"/>
                <a:gd name="csX120" fmla="*/ 146185 w 161472"/>
                <a:gd name="csY120" fmla="*/ 119910 h 120865"/>
                <a:gd name="csX121" fmla="*/ 148574 w 161472"/>
                <a:gd name="csY121" fmla="*/ 119432 h 120865"/>
                <a:gd name="csX122" fmla="*/ 150485 w 161472"/>
                <a:gd name="csY122" fmla="*/ 118477 h 120865"/>
                <a:gd name="csX123" fmla="*/ 152873 w 161472"/>
                <a:gd name="csY123" fmla="*/ 117521 h 120865"/>
                <a:gd name="csX124" fmla="*/ 156218 w 161472"/>
                <a:gd name="csY124" fmla="*/ 116088 h 120865"/>
                <a:gd name="csX125" fmla="*/ 157651 w 161472"/>
                <a:gd name="csY125" fmla="*/ 116088 h 120865"/>
                <a:gd name="csX126" fmla="*/ 159084 w 161472"/>
                <a:gd name="csY126" fmla="*/ 116566 h 120865"/>
                <a:gd name="csX127" fmla="*/ 160039 w 161472"/>
                <a:gd name="csY127" fmla="*/ 117044 h 120865"/>
                <a:gd name="csX128" fmla="*/ 161473 w 161472"/>
                <a:gd name="csY128" fmla="*/ 119432 h 120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161472" h="120865">
                  <a:moveTo>
                    <a:pt x="31530" y="4777"/>
                  </a:moveTo>
                  <a:lnTo>
                    <a:pt x="36786" y="2866"/>
                  </a:lnTo>
                  <a:lnTo>
                    <a:pt x="38696" y="956"/>
                  </a:lnTo>
                  <a:lnTo>
                    <a:pt x="42518" y="478"/>
                  </a:lnTo>
                  <a:lnTo>
                    <a:pt x="42040" y="956"/>
                  </a:lnTo>
                  <a:lnTo>
                    <a:pt x="40129" y="1911"/>
                  </a:lnTo>
                  <a:lnTo>
                    <a:pt x="38218" y="3344"/>
                  </a:lnTo>
                  <a:lnTo>
                    <a:pt x="40607" y="3344"/>
                  </a:lnTo>
                  <a:lnTo>
                    <a:pt x="45862" y="2866"/>
                  </a:lnTo>
                  <a:lnTo>
                    <a:pt x="47773" y="0"/>
                  </a:lnTo>
                  <a:lnTo>
                    <a:pt x="51117" y="0"/>
                  </a:lnTo>
                  <a:lnTo>
                    <a:pt x="52073" y="1911"/>
                  </a:lnTo>
                  <a:lnTo>
                    <a:pt x="53028" y="4299"/>
                  </a:lnTo>
                  <a:lnTo>
                    <a:pt x="53028" y="5255"/>
                  </a:lnTo>
                  <a:lnTo>
                    <a:pt x="52550" y="6210"/>
                  </a:lnTo>
                  <a:lnTo>
                    <a:pt x="49684" y="6688"/>
                  </a:lnTo>
                  <a:lnTo>
                    <a:pt x="42996" y="10032"/>
                  </a:lnTo>
                  <a:lnTo>
                    <a:pt x="39652" y="10510"/>
                  </a:lnTo>
                  <a:lnTo>
                    <a:pt x="35830" y="12421"/>
                  </a:lnTo>
                  <a:lnTo>
                    <a:pt x="36786" y="14332"/>
                  </a:lnTo>
                  <a:lnTo>
                    <a:pt x="37263" y="16243"/>
                  </a:lnTo>
                  <a:lnTo>
                    <a:pt x="33919" y="15765"/>
                  </a:lnTo>
                  <a:lnTo>
                    <a:pt x="32008" y="15287"/>
                  </a:lnTo>
                  <a:lnTo>
                    <a:pt x="30575" y="15765"/>
                  </a:lnTo>
                  <a:lnTo>
                    <a:pt x="26753" y="17676"/>
                  </a:lnTo>
                  <a:lnTo>
                    <a:pt x="24842" y="17198"/>
                  </a:lnTo>
                  <a:lnTo>
                    <a:pt x="22454" y="17198"/>
                  </a:lnTo>
                  <a:lnTo>
                    <a:pt x="23409" y="19587"/>
                  </a:lnTo>
                  <a:lnTo>
                    <a:pt x="25798" y="22931"/>
                  </a:lnTo>
                  <a:lnTo>
                    <a:pt x="26753" y="23409"/>
                  </a:lnTo>
                  <a:lnTo>
                    <a:pt x="28664" y="23409"/>
                  </a:lnTo>
                  <a:lnTo>
                    <a:pt x="33441" y="27231"/>
                  </a:lnTo>
                  <a:lnTo>
                    <a:pt x="37263" y="31530"/>
                  </a:lnTo>
                  <a:lnTo>
                    <a:pt x="35352" y="31530"/>
                  </a:lnTo>
                  <a:lnTo>
                    <a:pt x="33441" y="31052"/>
                  </a:lnTo>
                  <a:lnTo>
                    <a:pt x="31052" y="31052"/>
                  </a:lnTo>
                  <a:lnTo>
                    <a:pt x="30097" y="33441"/>
                  </a:lnTo>
                  <a:lnTo>
                    <a:pt x="28664" y="35352"/>
                  </a:lnTo>
                  <a:lnTo>
                    <a:pt x="28664" y="34397"/>
                  </a:lnTo>
                  <a:lnTo>
                    <a:pt x="28664" y="33441"/>
                  </a:lnTo>
                  <a:lnTo>
                    <a:pt x="27709" y="32486"/>
                  </a:lnTo>
                  <a:lnTo>
                    <a:pt x="25798" y="33441"/>
                  </a:lnTo>
                  <a:lnTo>
                    <a:pt x="23886" y="38696"/>
                  </a:lnTo>
                  <a:lnTo>
                    <a:pt x="20543" y="42518"/>
                  </a:lnTo>
                  <a:lnTo>
                    <a:pt x="19587" y="44906"/>
                  </a:lnTo>
                  <a:lnTo>
                    <a:pt x="19587" y="46817"/>
                  </a:lnTo>
                  <a:lnTo>
                    <a:pt x="20065" y="46817"/>
                  </a:lnTo>
                  <a:lnTo>
                    <a:pt x="21020" y="46817"/>
                  </a:lnTo>
                  <a:lnTo>
                    <a:pt x="21020" y="48728"/>
                  </a:lnTo>
                  <a:lnTo>
                    <a:pt x="20065" y="49684"/>
                  </a:lnTo>
                  <a:lnTo>
                    <a:pt x="12899" y="51595"/>
                  </a:lnTo>
                  <a:lnTo>
                    <a:pt x="11466" y="52550"/>
                  </a:lnTo>
                  <a:lnTo>
                    <a:pt x="9555" y="51595"/>
                  </a:lnTo>
                  <a:lnTo>
                    <a:pt x="7166" y="49684"/>
                  </a:lnTo>
                  <a:lnTo>
                    <a:pt x="4777" y="48728"/>
                  </a:lnTo>
                  <a:lnTo>
                    <a:pt x="3344" y="49206"/>
                  </a:lnTo>
                  <a:lnTo>
                    <a:pt x="1911" y="50162"/>
                  </a:lnTo>
                  <a:lnTo>
                    <a:pt x="2866" y="50639"/>
                  </a:lnTo>
                  <a:lnTo>
                    <a:pt x="3822" y="50639"/>
                  </a:lnTo>
                  <a:lnTo>
                    <a:pt x="6211" y="52072"/>
                  </a:lnTo>
                  <a:lnTo>
                    <a:pt x="4777" y="53028"/>
                  </a:lnTo>
                  <a:lnTo>
                    <a:pt x="0" y="54939"/>
                  </a:lnTo>
                  <a:lnTo>
                    <a:pt x="0" y="55894"/>
                  </a:lnTo>
                  <a:lnTo>
                    <a:pt x="478" y="56372"/>
                  </a:lnTo>
                  <a:lnTo>
                    <a:pt x="6211" y="57805"/>
                  </a:lnTo>
                  <a:lnTo>
                    <a:pt x="11466" y="60194"/>
                  </a:lnTo>
                  <a:lnTo>
                    <a:pt x="12899" y="62105"/>
                  </a:lnTo>
                  <a:lnTo>
                    <a:pt x="14332" y="64971"/>
                  </a:lnTo>
                  <a:lnTo>
                    <a:pt x="15765" y="66404"/>
                  </a:lnTo>
                  <a:lnTo>
                    <a:pt x="17198" y="67360"/>
                  </a:lnTo>
                  <a:lnTo>
                    <a:pt x="18632" y="67838"/>
                  </a:lnTo>
                  <a:lnTo>
                    <a:pt x="21498" y="68315"/>
                  </a:lnTo>
                  <a:lnTo>
                    <a:pt x="24364" y="67360"/>
                  </a:lnTo>
                  <a:lnTo>
                    <a:pt x="31052" y="74526"/>
                  </a:lnTo>
                  <a:lnTo>
                    <a:pt x="33441" y="75481"/>
                  </a:lnTo>
                  <a:lnTo>
                    <a:pt x="40129" y="76914"/>
                  </a:lnTo>
                  <a:lnTo>
                    <a:pt x="41563" y="77870"/>
                  </a:lnTo>
                  <a:lnTo>
                    <a:pt x="53506" y="87424"/>
                  </a:lnTo>
                  <a:lnTo>
                    <a:pt x="57328" y="91724"/>
                  </a:lnTo>
                  <a:lnTo>
                    <a:pt x="64493" y="98412"/>
                  </a:lnTo>
                  <a:lnTo>
                    <a:pt x="66405" y="99368"/>
                  </a:lnTo>
                  <a:lnTo>
                    <a:pt x="66405" y="99368"/>
                  </a:lnTo>
                  <a:lnTo>
                    <a:pt x="67360" y="97935"/>
                  </a:lnTo>
                  <a:lnTo>
                    <a:pt x="67360" y="97935"/>
                  </a:lnTo>
                  <a:lnTo>
                    <a:pt x="68793" y="96024"/>
                  </a:lnTo>
                  <a:lnTo>
                    <a:pt x="69748" y="96024"/>
                  </a:lnTo>
                  <a:lnTo>
                    <a:pt x="73570" y="96501"/>
                  </a:lnTo>
                  <a:lnTo>
                    <a:pt x="77393" y="97457"/>
                  </a:lnTo>
                  <a:lnTo>
                    <a:pt x="79781" y="96501"/>
                  </a:lnTo>
                  <a:lnTo>
                    <a:pt x="82647" y="97935"/>
                  </a:lnTo>
                  <a:lnTo>
                    <a:pt x="85514" y="99845"/>
                  </a:lnTo>
                  <a:lnTo>
                    <a:pt x="88380" y="100801"/>
                  </a:lnTo>
                  <a:lnTo>
                    <a:pt x="94113" y="101756"/>
                  </a:lnTo>
                  <a:lnTo>
                    <a:pt x="96024" y="103189"/>
                  </a:lnTo>
                  <a:lnTo>
                    <a:pt x="98412" y="104623"/>
                  </a:lnTo>
                  <a:lnTo>
                    <a:pt x="107489" y="105100"/>
                  </a:lnTo>
                  <a:lnTo>
                    <a:pt x="108445" y="105100"/>
                  </a:lnTo>
                  <a:lnTo>
                    <a:pt x="108923" y="104623"/>
                  </a:lnTo>
                  <a:lnTo>
                    <a:pt x="112266" y="104145"/>
                  </a:lnTo>
                  <a:lnTo>
                    <a:pt x="115133" y="104623"/>
                  </a:lnTo>
                  <a:lnTo>
                    <a:pt x="118000" y="106056"/>
                  </a:lnTo>
                  <a:lnTo>
                    <a:pt x="119910" y="106056"/>
                  </a:lnTo>
                  <a:lnTo>
                    <a:pt x="121821" y="105578"/>
                  </a:lnTo>
                  <a:lnTo>
                    <a:pt x="124210" y="106534"/>
                  </a:lnTo>
                  <a:lnTo>
                    <a:pt x="126121" y="107489"/>
                  </a:lnTo>
                  <a:lnTo>
                    <a:pt x="126598" y="108922"/>
                  </a:lnTo>
                  <a:lnTo>
                    <a:pt x="126598" y="108922"/>
                  </a:lnTo>
                  <a:lnTo>
                    <a:pt x="128032" y="110355"/>
                  </a:lnTo>
                  <a:lnTo>
                    <a:pt x="133287" y="112744"/>
                  </a:lnTo>
                  <a:lnTo>
                    <a:pt x="137586" y="113700"/>
                  </a:lnTo>
                  <a:lnTo>
                    <a:pt x="139019" y="114655"/>
                  </a:lnTo>
                  <a:lnTo>
                    <a:pt x="141886" y="116088"/>
                  </a:lnTo>
                  <a:lnTo>
                    <a:pt x="142364" y="116566"/>
                  </a:lnTo>
                  <a:lnTo>
                    <a:pt x="142364" y="117521"/>
                  </a:lnTo>
                  <a:lnTo>
                    <a:pt x="141408" y="118477"/>
                  </a:lnTo>
                  <a:lnTo>
                    <a:pt x="140930" y="119432"/>
                  </a:lnTo>
                  <a:lnTo>
                    <a:pt x="141408" y="119910"/>
                  </a:lnTo>
                  <a:lnTo>
                    <a:pt x="141408" y="119910"/>
                  </a:lnTo>
                  <a:lnTo>
                    <a:pt x="142841" y="120388"/>
                  </a:lnTo>
                  <a:lnTo>
                    <a:pt x="145230" y="120865"/>
                  </a:lnTo>
                  <a:lnTo>
                    <a:pt x="146185" y="119910"/>
                  </a:lnTo>
                  <a:lnTo>
                    <a:pt x="148574" y="119432"/>
                  </a:lnTo>
                  <a:lnTo>
                    <a:pt x="150485" y="118477"/>
                  </a:lnTo>
                  <a:lnTo>
                    <a:pt x="152873" y="117521"/>
                  </a:lnTo>
                  <a:lnTo>
                    <a:pt x="156218" y="116088"/>
                  </a:lnTo>
                  <a:lnTo>
                    <a:pt x="157651" y="116088"/>
                  </a:lnTo>
                  <a:lnTo>
                    <a:pt x="159084" y="116566"/>
                  </a:lnTo>
                  <a:lnTo>
                    <a:pt x="160039" y="117044"/>
                  </a:lnTo>
                  <a:lnTo>
                    <a:pt x="161473" y="11943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2" name="Freeform 5351">
              <a:extLst>
                <a:ext uri="{FF2B5EF4-FFF2-40B4-BE49-F238E27FC236}">
                  <a16:creationId xmlns:a16="http://schemas.microsoft.com/office/drawing/2014/main" id="{7743BF7E-3EE0-6914-1B2C-61EC62885211}"/>
                </a:ext>
              </a:extLst>
            </p:cNvPr>
            <p:cNvSpPr/>
            <p:nvPr/>
          </p:nvSpPr>
          <p:spPr>
            <a:xfrm>
              <a:off x="6641566" y="3758417"/>
              <a:ext cx="478" cy="1433"/>
            </a:xfrm>
            <a:custGeom>
              <a:avLst/>
              <a:gdLst>
                <a:gd name="csX0" fmla="*/ 478 w 478"/>
                <a:gd name="csY0" fmla="*/ 0 h 1433"/>
                <a:gd name="csX1" fmla="*/ 0 w 478"/>
                <a:gd name="csY1" fmla="*/ 956 h 1433"/>
                <a:gd name="csX2" fmla="*/ 0 w 478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1433">
                  <a:moveTo>
                    <a:pt x="478" y="0"/>
                  </a:moveTo>
                  <a:lnTo>
                    <a:pt x="0" y="956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3" name="Freeform 5352">
              <a:extLst>
                <a:ext uri="{FF2B5EF4-FFF2-40B4-BE49-F238E27FC236}">
                  <a16:creationId xmlns:a16="http://schemas.microsoft.com/office/drawing/2014/main" id="{E0C61C38-73D8-E621-FDDB-02A2E6A83BC4}"/>
                </a:ext>
              </a:extLst>
            </p:cNvPr>
            <p:cNvSpPr/>
            <p:nvPr/>
          </p:nvSpPr>
          <p:spPr>
            <a:xfrm>
              <a:off x="6670230" y="3737397"/>
              <a:ext cx="4299" cy="8599"/>
            </a:xfrm>
            <a:custGeom>
              <a:avLst/>
              <a:gdLst>
                <a:gd name="csX0" fmla="*/ 4300 w 4299"/>
                <a:gd name="csY0" fmla="*/ 0 h 8599"/>
                <a:gd name="csX1" fmla="*/ 3344 w 4299"/>
                <a:gd name="csY1" fmla="*/ 3344 h 8599"/>
                <a:gd name="csX2" fmla="*/ 2389 w 4299"/>
                <a:gd name="csY2" fmla="*/ 5255 h 8599"/>
                <a:gd name="csX3" fmla="*/ 2389 w 4299"/>
                <a:gd name="csY3" fmla="*/ 7644 h 8599"/>
                <a:gd name="csX4" fmla="*/ 1433 w 4299"/>
                <a:gd name="csY4" fmla="*/ 8599 h 8599"/>
                <a:gd name="csX5" fmla="*/ 0 w 4299"/>
                <a:gd name="csY5" fmla="*/ 8599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299" h="8599">
                  <a:moveTo>
                    <a:pt x="4300" y="0"/>
                  </a:moveTo>
                  <a:lnTo>
                    <a:pt x="3344" y="3344"/>
                  </a:lnTo>
                  <a:lnTo>
                    <a:pt x="2389" y="5255"/>
                  </a:lnTo>
                  <a:lnTo>
                    <a:pt x="2389" y="7644"/>
                  </a:lnTo>
                  <a:lnTo>
                    <a:pt x="1433" y="8599"/>
                  </a:lnTo>
                  <a:lnTo>
                    <a:pt x="0" y="859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4" name="Freeform 5353">
              <a:extLst>
                <a:ext uri="{FF2B5EF4-FFF2-40B4-BE49-F238E27FC236}">
                  <a16:creationId xmlns:a16="http://schemas.microsoft.com/office/drawing/2014/main" id="{F23527C5-9D34-4E10-3D75-0F24D11239C5}"/>
                </a:ext>
              </a:extLst>
            </p:cNvPr>
            <p:cNvSpPr/>
            <p:nvPr/>
          </p:nvSpPr>
          <p:spPr>
            <a:xfrm>
              <a:off x="6674529" y="3734531"/>
              <a:ext cx="1911" cy="2866"/>
            </a:xfrm>
            <a:custGeom>
              <a:avLst/>
              <a:gdLst>
                <a:gd name="csX0" fmla="*/ 1433 w 1911"/>
                <a:gd name="csY0" fmla="*/ 0 h 2866"/>
                <a:gd name="csX1" fmla="*/ 1911 w 1911"/>
                <a:gd name="csY1" fmla="*/ 0 h 2866"/>
                <a:gd name="csX2" fmla="*/ 1911 w 1911"/>
                <a:gd name="csY2" fmla="*/ 955 h 2866"/>
                <a:gd name="csX3" fmla="*/ 0 w 1911"/>
                <a:gd name="csY3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2866">
                  <a:moveTo>
                    <a:pt x="1433" y="0"/>
                  </a:moveTo>
                  <a:lnTo>
                    <a:pt x="1911" y="0"/>
                  </a:lnTo>
                  <a:lnTo>
                    <a:pt x="1911" y="955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5" name="Freeform 5354">
              <a:extLst>
                <a:ext uri="{FF2B5EF4-FFF2-40B4-BE49-F238E27FC236}">
                  <a16:creationId xmlns:a16="http://schemas.microsoft.com/office/drawing/2014/main" id="{E0F045C0-360F-53CD-003C-B4A7F40BD14A}"/>
                </a:ext>
              </a:extLst>
            </p:cNvPr>
            <p:cNvSpPr/>
            <p:nvPr/>
          </p:nvSpPr>
          <p:spPr>
            <a:xfrm>
              <a:off x="6674052" y="3730709"/>
              <a:ext cx="955" cy="2866"/>
            </a:xfrm>
            <a:custGeom>
              <a:avLst/>
              <a:gdLst>
                <a:gd name="csX0" fmla="*/ 478 w 955"/>
                <a:gd name="csY0" fmla="*/ 0 h 2866"/>
                <a:gd name="csX1" fmla="*/ 955 w 955"/>
                <a:gd name="csY1" fmla="*/ 1433 h 2866"/>
                <a:gd name="csX2" fmla="*/ 0 w 955"/>
                <a:gd name="csY2" fmla="*/ 1911 h 2866"/>
                <a:gd name="csX3" fmla="*/ 0 w 955"/>
                <a:gd name="csY3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2866">
                  <a:moveTo>
                    <a:pt x="478" y="0"/>
                  </a:moveTo>
                  <a:lnTo>
                    <a:pt x="955" y="1433"/>
                  </a:lnTo>
                  <a:lnTo>
                    <a:pt x="0" y="1911"/>
                  </a:lnTo>
                  <a:lnTo>
                    <a:pt x="0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6" name="Freeform 5355">
              <a:extLst>
                <a:ext uri="{FF2B5EF4-FFF2-40B4-BE49-F238E27FC236}">
                  <a16:creationId xmlns:a16="http://schemas.microsoft.com/office/drawing/2014/main" id="{32322D03-1B74-69A7-B7D5-848ABA05994A}"/>
                </a:ext>
              </a:extLst>
            </p:cNvPr>
            <p:cNvSpPr/>
            <p:nvPr/>
          </p:nvSpPr>
          <p:spPr>
            <a:xfrm>
              <a:off x="6671185" y="3719243"/>
              <a:ext cx="5732" cy="2388"/>
            </a:xfrm>
            <a:custGeom>
              <a:avLst/>
              <a:gdLst>
                <a:gd name="csX0" fmla="*/ 5733 w 5732"/>
                <a:gd name="csY0" fmla="*/ 0 h 2388"/>
                <a:gd name="csX1" fmla="*/ 5733 w 5732"/>
                <a:gd name="csY1" fmla="*/ 0 h 2388"/>
                <a:gd name="csX2" fmla="*/ 5733 w 5732"/>
                <a:gd name="csY2" fmla="*/ 478 h 2388"/>
                <a:gd name="csX3" fmla="*/ 3821 w 5732"/>
                <a:gd name="csY3" fmla="*/ 956 h 2388"/>
                <a:gd name="csX4" fmla="*/ 1911 w 5732"/>
                <a:gd name="csY4" fmla="*/ 478 h 2388"/>
                <a:gd name="csX5" fmla="*/ 955 w 5732"/>
                <a:gd name="csY5" fmla="*/ 1433 h 2388"/>
                <a:gd name="csX6" fmla="*/ 0 w 5732"/>
                <a:gd name="csY6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32" h="2388">
                  <a:moveTo>
                    <a:pt x="5733" y="0"/>
                  </a:moveTo>
                  <a:lnTo>
                    <a:pt x="5733" y="0"/>
                  </a:lnTo>
                  <a:lnTo>
                    <a:pt x="5733" y="478"/>
                  </a:lnTo>
                  <a:lnTo>
                    <a:pt x="3821" y="956"/>
                  </a:lnTo>
                  <a:lnTo>
                    <a:pt x="1911" y="478"/>
                  </a:lnTo>
                  <a:lnTo>
                    <a:pt x="955" y="1433"/>
                  </a:ln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7" name="Freeform 5356">
              <a:extLst>
                <a:ext uri="{FF2B5EF4-FFF2-40B4-BE49-F238E27FC236}">
                  <a16:creationId xmlns:a16="http://schemas.microsoft.com/office/drawing/2014/main" id="{C2F2966D-B4A8-369B-3B16-7EF04147DB6A}"/>
                </a:ext>
              </a:extLst>
            </p:cNvPr>
            <p:cNvSpPr/>
            <p:nvPr/>
          </p:nvSpPr>
          <p:spPr>
            <a:xfrm>
              <a:off x="6670708" y="3703956"/>
              <a:ext cx="9076" cy="11465"/>
            </a:xfrm>
            <a:custGeom>
              <a:avLst/>
              <a:gdLst>
                <a:gd name="csX0" fmla="*/ 8599 w 9076"/>
                <a:gd name="csY0" fmla="*/ 0 h 11465"/>
                <a:gd name="csX1" fmla="*/ 8599 w 9076"/>
                <a:gd name="csY1" fmla="*/ 0 h 11465"/>
                <a:gd name="csX2" fmla="*/ 9076 w 9076"/>
                <a:gd name="csY2" fmla="*/ 1911 h 11465"/>
                <a:gd name="csX3" fmla="*/ 8599 w 9076"/>
                <a:gd name="csY3" fmla="*/ 3344 h 11465"/>
                <a:gd name="csX4" fmla="*/ 7644 w 9076"/>
                <a:gd name="csY4" fmla="*/ 4777 h 11465"/>
                <a:gd name="csX5" fmla="*/ 5733 w 9076"/>
                <a:gd name="csY5" fmla="*/ 6688 h 11465"/>
                <a:gd name="csX6" fmla="*/ 4299 w 9076"/>
                <a:gd name="csY6" fmla="*/ 8599 h 11465"/>
                <a:gd name="csX7" fmla="*/ 1433 w 9076"/>
                <a:gd name="csY7" fmla="*/ 9555 h 11465"/>
                <a:gd name="csX8" fmla="*/ 0 w 9076"/>
                <a:gd name="csY8" fmla="*/ 10032 h 11465"/>
                <a:gd name="csX9" fmla="*/ 478 w 9076"/>
                <a:gd name="csY9" fmla="*/ 11465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076" h="11465">
                  <a:moveTo>
                    <a:pt x="8599" y="0"/>
                  </a:moveTo>
                  <a:lnTo>
                    <a:pt x="8599" y="0"/>
                  </a:lnTo>
                  <a:lnTo>
                    <a:pt x="9076" y="1911"/>
                  </a:lnTo>
                  <a:lnTo>
                    <a:pt x="8599" y="3344"/>
                  </a:lnTo>
                  <a:lnTo>
                    <a:pt x="7644" y="4777"/>
                  </a:lnTo>
                  <a:lnTo>
                    <a:pt x="5733" y="6688"/>
                  </a:lnTo>
                  <a:lnTo>
                    <a:pt x="4299" y="8599"/>
                  </a:lnTo>
                  <a:lnTo>
                    <a:pt x="1433" y="9555"/>
                  </a:lnTo>
                  <a:lnTo>
                    <a:pt x="0" y="10032"/>
                  </a:lnTo>
                  <a:lnTo>
                    <a:pt x="478" y="1146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8" name="Freeform 5357">
              <a:extLst>
                <a:ext uri="{FF2B5EF4-FFF2-40B4-BE49-F238E27FC236}">
                  <a16:creationId xmlns:a16="http://schemas.microsoft.com/office/drawing/2014/main" id="{8BAF71E0-80A2-06B3-0C6E-D6CE61A1EB94}"/>
                </a:ext>
              </a:extLst>
            </p:cNvPr>
            <p:cNvSpPr/>
            <p:nvPr/>
          </p:nvSpPr>
          <p:spPr>
            <a:xfrm>
              <a:off x="6678351" y="3698223"/>
              <a:ext cx="477" cy="4299"/>
            </a:xfrm>
            <a:custGeom>
              <a:avLst/>
              <a:gdLst>
                <a:gd name="csX0" fmla="*/ 0 w 477"/>
                <a:gd name="csY0" fmla="*/ 0 h 4299"/>
                <a:gd name="csX1" fmla="*/ 478 w 477"/>
                <a:gd name="csY1" fmla="*/ 0 h 4299"/>
                <a:gd name="csX2" fmla="*/ 478 w 477"/>
                <a:gd name="csY2" fmla="*/ 956 h 4299"/>
                <a:gd name="csX3" fmla="*/ 478 w 477"/>
                <a:gd name="csY3" fmla="*/ 956 h 4299"/>
                <a:gd name="csX4" fmla="*/ 0 w 477"/>
                <a:gd name="csY4" fmla="*/ 2389 h 4299"/>
                <a:gd name="csX5" fmla="*/ 0 w 477"/>
                <a:gd name="csY5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7" h="4299">
                  <a:moveTo>
                    <a:pt x="0" y="0"/>
                  </a:moveTo>
                  <a:lnTo>
                    <a:pt x="478" y="0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0" y="2389"/>
                  </a:lnTo>
                  <a:lnTo>
                    <a:pt x="0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9" name="Freeform 5358">
              <a:extLst>
                <a:ext uri="{FF2B5EF4-FFF2-40B4-BE49-F238E27FC236}">
                  <a16:creationId xmlns:a16="http://schemas.microsoft.com/office/drawing/2014/main" id="{C4B206DD-62E8-5C24-C6E4-8DFD329CED03}"/>
                </a:ext>
              </a:extLst>
            </p:cNvPr>
            <p:cNvSpPr/>
            <p:nvPr/>
          </p:nvSpPr>
          <p:spPr>
            <a:xfrm>
              <a:off x="6585672" y="3667171"/>
              <a:ext cx="955" cy="1910"/>
            </a:xfrm>
            <a:custGeom>
              <a:avLst/>
              <a:gdLst>
                <a:gd name="csX0" fmla="*/ 955 w 955"/>
                <a:gd name="csY0" fmla="*/ 0 h 1910"/>
                <a:gd name="csX1" fmla="*/ 478 w 955"/>
                <a:gd name="csY1" fmla="*/ 956 h 1910"/>
                <a:gd name="csX2" fmla="*/ 0 w 955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0">
                  <a:moveTo>
                    <a:pt x="955" y="0"/>
                  </a:moveTo>
                  <a:lnTo>
                    <a:pt x="478" y="956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0" name="Freeform 5359">
              <a:extLst>
                <a:ext uri="{FF2B5EF4-FFF2-40B4-BE49-F238E27FC236}">
                  <a16:creationId xmlns:a16="http://schemas.microsoft.com/office/drawing/2014/main" id="{53FE6C9A-68A0-4C2E-D8A4-05861BE29CA7}"/>
                </a:ext>
              </a:extLst>
            </p:cNvPr>
            <p:cNvSpPr/>
            <p:nvPr/>
          </p:nvSpPr>
          <p:spPr>
            <a:xfrm>
              <a:off x="6583761" y="3657138"/>
              <a:ext cx="955" cy="2388"/>
            </a:xfrm>
            <a:custGeom>
              <a:avLst/>
              <a:gdLst>
                <a:gd name="csX0" fmla="*/ 956 w 955"/>
                <a:gd name="csY0" fmla="*/ 0 h 2388"/>
                <a:gd name="csX1" fmla="*/ 0 w 955"/>
                <a:gd name="csY1" fmla="*/ 1433 h 2388"/>
                <a:gd name="csX2" fmla="*/ 478 w 955"/>
                <a:gd name="csY2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2388">
                  <a:moveTo>
                    <a:pt x="956" y="0"/>
                  </a:moveTo>
                  <a:lnTo>
                    <a:pt x="0" y="1433"/>
                  </a:lnTo>
                  <a:lnTo>
                    <a:pt x="478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1" name="Freeform 5360">
              <a:extLst>
                <a:ext uri="{FF2B5EF4-FFF2-40B4-BE49-F238E27FC236}">
                  <a16:creationId xmlns:a16="http://schemas.microsoft.com/office/drawing/2014/main" id="{F7C280D4-BAC5-EFCF-CEB5-25F223968035}"/>
                </a:ext>
              </a:extLst>
            </p:cNvPr>
            <p:cNvSpPr/>
            <p:nvPr/>
          </p:nvSpPr>
          <p:spPr>
            <a:xfrm>
              <a:off x="6579461" y="3652839"/>
              <a:ext cx="478" cy="1433"/>
            </a:xfrm>
            <a:custGeom>
              <a:avLst/>
              <a:gdLst>
                <a:gd name="csX0" fmla="*/ 0 w 478"/>
                <a:gd name="csY0" fmla="*/ 0 h 1433"/>
                <a:gd name="csX1" fmla="*/ 478 w 478"/>
                <a:gd name="csY1" fmla="*/ 0 h 1433"/>
                <a:gd name="csX2" fmla="*/ 478 w 478"/>
                <a:gd name="csY2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" h="1433">
                  <a:moveTo>
                    <a:pt x="0" y="0"/>
                  </a:moveTo>
                  <a:lnTo>
                    <a:pt x="478" y="0"/>
                  </a:lnTo>
                  <a:lnTo>
                    <a:pt x="478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2" name="Freeform 5361">
              <a:extLst>
                <a:ext uri="{FF2B5EF4-FFF2-40B4-BE49-F238E27FC236}">
                  <a16:creationId xmlns:a16="http://schemas.microsoft.com/office/drawing/2014/main" id="{E73BD7B2-4D31-AE73-55EC-8E2339919C0D}"/>
                </a:ext>
              </a:extLst>
            </p:cNvPr>
            <p:cNvSpPr/>
            <p:nvPr/>
          </p:nvSpPr>
          <p:spPr>
            <a:xfrm>
              <a:off x="6562263" y="3649017"/>
              <a:ext cx="1433" cy="1433"/>
            </a:xfrm>
            <a:custGeom>
              <a:avLst/>
              <a:gdLst>
                <a:gd name="csX0" fmla="*/ 1433 w 1433"/>
                <a:gd name="csY0" fmla="*/ 0 h 1433"/>
                <a:gd name="csX1" fmla="*/ 1433 w 1433"/>
                <a:gd name="csY1" fmla="*/ 0 h 1433"/>
                <a:gd name="csX2" fmla="*/ 478 w 1433"/>
                <a:gd name="csY2" fmla="*/ 955 h 1433"/>
                <a:gd name="csX3" fmla="*/ 0 w 1433"/>
                <a:gd name="csY3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433">
                  <a:moveTo>
                    <a:pt x="1433" y="0"/>
                  </a:moveTo>
                  <a:lnTo>
                    <a:pt x="1433" y="0"/>
                  </a:lnTo>
                  <a:lnTo>
                    <a:pt x="478" y="955"/>
                  </a:lnTo>
                  <a:lnTo>
                    <a:pt x="0" y="143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3" name="Freeform 5362">
              <a:extLst>
                <a:ext uri="{FF2B5EF4-FFF2-40B4-BE49-F238E27FC236}">
                  <a16:creationId xmlns:a16="http://schemas.microsoft.com/office/drawing/2014/main" id="{51CD120C-4B1B-90D4-CF59-168322CB1803}"/>
                </a:ext>
              </a:extLst>
            </p:cNvPr>
            <p:cNvSpPr/>
            <p:nvPr/>
          </p:nvSpPr>
          <p:spPr>
            <a:xfrm>
              <a:off x="6561785" y="3641851"/>
              <a:ext cx="477" cy="3821"/>
            </a:xfrm>
            <a:custGeom>
              <a:avLst/>
              <a:gdLst>
                <a:gd name="csX0" fmla="*/ 0 w 477"/>
                <a:gd name="csY0" fmla="*/ 0 h 3821"/>
                <a:gd name="csX1" fmla="*/ 478 w 477"/>
                <a:gd name="csY1" fmla="*/ 1911 h 3821"/>
                <a:gd name="csX2" fmla="*/ 478 w 477"/>
                <a:gd name="csY2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3821">
                  <a:moveTo>
                    <a:pt x="0" y="0"/>
                  </a:moveTo>
                  <a:lnTo>
                    <a:pt x="478" y="1911"/>
                  </a:lnTo>
                  <a:lnTo>
                    <a:pt x="478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4" name="Freeform 5363">
              <a:extLst>
                <a:ext uri="{FF2B5EF4-FFF2-40B4-BE49-F238E27FC236}">
                  <a16:creationId xmlns:a16="http://schemas.microsoft.com/office/drawing/2014/main" id="{EDE53AF3-3527-B049-CF8D-63D8AEEFF35C}"/>
                </a:ext>
              </a:extLst>
            </p:cNvPr>
            <p:cNvSpPr/>
            <p:nvPr/>
          </p:nvSpPr>
          <p:spPr>
            <a:xfrm>
              <a:off x="6560352" y="3636118"/>
              <a:ext cx="5733" cy="3344"/>
            </a:xfrm>
            <a:custGeom>
              <a:avLst/>
              <a:gdLst>
                <a:gd name="csX0" fmla="*/ 5733 w 5733"/>
                <a:gd name="csY0" fmla="*/ 0 h 3344"/>
                <a:gd name="csX1" fmla="*/ 5733 w 5733"/>
                <a:gd name="csY1" fmla="*/ 478 h 3344"/>
                <a:gd name="csX2" fmla="*/ 5255 w 5733"/>
                <a:gd name="csY2" fmla="*/ 956 h 3344"/>
                <a:gd name="csX3" fmla="*/ 2389 w 5733"/>
                <a:gd name="csY3" fmla="*/ 1911 h 3344"/>
                <a:gd name="csX4" fmla="*/ 0 w 5733"/>
                <a:gd name="csY4" fmla="*/ 1911 h 3344"/>
                <a:gd name="csX5" fmla="*/ 0 w 5733"/>
                <a:gd name="csY5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733" h="3344">
                  <a:moveTo>
                    <a:pt x="5733" y="0"/>
                  </a:moveTo>
                  <a:lnTo>
                    <a:pt x="5733" y="478"/>
                  </a:lnTo>
                  <a:lnTo>
                    <a:pt x="5255" y="956"/>
                  </a:lnTo>
                  <a:lnTo>
                    <a:pt x="2389" y="1911"/>
                  </a:lnTo>
                  <a:lnTo>
                    <a:pt x="0" y="1911"/>
                  </a:lnTo>
                  <a:lnTo>
                    <a:pt x="0" y="33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5" name="Freeform 5364">
              <a:extLst>
                <a:ext uri="{FF2B5EF4-FFF2-40B4-BE49-F238E27FC236}">
                  <a16:creationId xmlns:a16="http://schemas.microsoft.com/office/drawing/2014/main" id="{5F853647-9B3F-E226-A225-A1E7F0A10C0A}"/>
                </a:ext>
              </a:extLst>
            </p:cNvPr>
            <p:cNvSpPr/>
            <p:nvPr/>
          </p:nvSpPr>
          <p:spPr>
            <a:xfrm>
              <a:off x="8094819" y="2659162"/>
              <a:ext cx="37262" cy="30574"/>
            </a:xfrm>
            <a:custGeom>
              <a:avLst/>
              <a:gdLst>
                <a:gd name="csX0" fmla="*/ 11466 w 37262"/>
                <a:gd name="csY0" fmla="*/ 0 h 30574"/>
                <a:gd name="csX1" fmla="*/ 10032 w 37262"/>
                <a:gd name="csY1" fmla="*/ 1433 h 30574"/>
                <a:gd name="csX2" fmla="*/ 9555 w 37262"/>
                <a:gd name="csY2" fmla="*/ 3822 h 30574"/>
                <a:gd name="csX3" fmla="*/ 9555 w 37262"/>
                <a:gd name="csY3" fmla="*/ 6210 h 30574"/>
                <a:gd name="csX4" fmla="*/ 9077 w 37262"/>
                <a:gd name="csY4" fmla="*/ 10988 h 30574"/>
                <a:gd name="csX5" fmla="*/ 7644 w 37262"/>
                <a:gd name="csY5" fmla="*/ 12421 h 30574"/>
                <a:gd name="csX6" fmla="*/ 2866 w 37262"/>
                <a:gd name="csY6" fmla="*/ 11943 h 30574"/>
                <a:gd name="csX7" fmla="*/ 1433 w 37262"/>
                <a:gd name="csY7" fmla="*/ 12421 h 30574"/>
                <a:gd name="csX8" fmla="*/ 0 w 37262"/>
                <a:gd name="csY8" fmla="*/ 13376 h 30574"/>
                <a:gd name="csX9" fmla="*/ 2866 w 37262"/>
                <a:gd name="csY9" fmla="*/ 18631 h 30574"/>
                <a:gd name="csX10" fmla="*/ 8121 w 37262"/>
                <a:gd name="csY10" fmla="*/ 22453 h 30574"/>
                <a:gd name="csX11" fmla="*/ 11943 w 37262"/>
                <a:gd name="csY11" fmla="*/ 25797 h 30574"/>
                <a:gd name="csX12" fmla="*/ 13854 w 37262"/>
                <a:gd name="csY12" fmla="*/ 27231 h 30574"/>
                <a:gd name="csX13" fmla="*/ 25319 w 37262"/>
                <a:gd name="csY13" fmla="*/ 30575 h 30574"/>
                <a:gd name="csX14" fmla="*/ 26275 w 37262"/>
                <a:gd name="csY14" fmla="*/ 30097 h 30574"/>
                <a:gd name="csX15" fmla="*/ 29619 w 37262"/>
                <a:gd name="csY15" fmla="*/ 23886 h 30574"/>
                <a:gd name="csX16" fmla="*/ 33441 w 37262"/>
                <a:gd name="csY16" fmla="*/ 21020 h 30574"/>
                <a:gd name="csX17" fmla="*/ 34874 w 37262"/>
                <a:gd name="csY17" fmla="*/ 18631 h 30574"/>
                <a:gd name="csX18" fmla="*/ 35830 w 37262"/>
                <a:gd name="csY18" fmla="*/ 15765 h 30574"/>
                <a:gd name="csX19" fmla="*/ 36785 w 37262"/>
                <a:gd name="csY19" fmla="*/ 13376 h 30574"/>
                <a:gd name="csX20" fmla="*/ 37263 w 37262"/>
                <a:gd name="csY20" fmla="*/ 10032 h 30574"/>
                <a:gd name="csX21" fmla="*/ 35352 w 37262"/>
                <a:gd name="csY21" fmla="*/ 7166 h 30574"/>
                <a:gd name="csX22" fmla="*/ 28664 w 37262"/>
                <a:gd name="csY22" fmla="*/ 4777 h 30574"/>
                <a:gd name="csX23" fmla="*/ 11466 w 37262"/>
                <a:gd name="csY23" fmla="*/ 0 h 30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37262" h="30574">
                  <a:moveTo>
                    <a:pt x="11466" y="0"/>
                  </a:moveTo>
                  <a:lnTo>
                    <a:pt x="10032" y="1433"/>
                  </a:lnTo>
                  <a:lnTo>
                    <a:pt x="9555" y="3822"/>
                  </a:lnTo>
                  <a:lnTo>
                    <a:pt x="9555" y="6210"/>
                  </a:lnTo>
                  <a:lnTo>
                    <a:pt x="9077" y="10988"/>
                  </a:lnTo>
                  <a:lnTo>
                    <a:pt x="7644" y="12421"/>
                  </a:lnTo>
                  <a:lnTo>
                    <a:pt x="2866" y="11943"/>
                  </a:lnTo>
                  <a:lnTo>
                    <a:pt x="1433" y="12421"/>
                  </a:lnTo>
                  <a:lnTo>
                    <a:pt x="0" y="13376"/>
                  </a:lnTo>
                  <a:lnTo>
                    <a:pt x="2866" y="18631"/>
                  </a:lnTo>
                  <a:lnTo>
                    <a:pt x="8121" y="22453"/>
                  </a:lnTo>
                  <a:lnTo>
                    <a:pt x="11943" y="25797"/>
                  </a:lnTo>
                  <a:lnTo>
                    <a:pt x="13854" y="27231"/>
                  </a:lnTo>
                  <a:lnTo>
                    <a:pt x="25319" y="30575"/>
                  </a:lnTo>
                  <a:lnTo>
                    <a:pt x="26275" y="30097"/>
                  </a:lnTo>
                  <a:lnTo>
                    <a:pt x="29619" y="23886"/>
                  </a:lnTo>
                  <a:lnTo>
                    <a:pt x="33441" y="21020"/>
                  </a:lnTo>
                  <a:lnTo>
                    <a:pt x="34874" y="18631"/>
                  </a:lnTo>
                  <a:lnTo>
                    <a:pt x="35830" y="15765"/>
                  </a:lnTo>
                  <a:lnTo>
                    <a:pt x="36785" y="13376"/>
                  </a:lnTo>
                  <a:lnTo>
                    <a:pt x="37263" y="10032"/>
                  </a:lnTo>
                  <a:lnTo>
                    <a:pt x="35352" y="7166"/>
                  </a:lnTo>
                  <a:lnTo>
                    <a:pt x="28664" y="4777"/>
                  </a:lnTo>
                  <a:lnTo>
                    <a:pt x="114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6" name="Freeform 5365">
              <a:extLst>
                <a:ext uri="{FF2B5EF4-FFF2-40B4-BE49-F238E27FC236}">
                  <a16:creationId xmlns:a16="http://schemas.microsoft.com/office/drawing/2014/main" id="{93CFBD8C-6D4F-E87B-B10B-1A0AA6B43835}"/>
                </a:ext>
              </a:extLst>
            </p:cNvPr>
            <p:cNvSpPr/>
            <p:nvPr/>
          </p:nvSpPr>
          <p:spPr>
            <a:xfrm>
              <a:off x="7200509" y="2890383"/>
              <a:ext cx="3344" cy="14809"/>
            </a:xfrm>
            <a:custGeom>
              <a:avLst/>
              <a:gdLst>
                <a:gd name="csX0" fmla="*/ 956 w 3344"/>
                <a:gd name="csY0" fmla="*/ 0 h 14809"/>
                <a:gd name="csX1" fmla="*/ 478 w 3344"/>
                <a:gd name="csY1" fmla="*/ 956 h 14809"/>
                <a:gd name="csX2" fmla="*/ 0 w 3344"/>
                <a:gd name="csY2" fmla="*/ 2389 h 14809"/>
                <a:gd name="csX3" fmla="*/ 0 w 3344"/>
                <a:gd name="csY3" fmla="*/ 8599 h 14809"/>
                <a:gd name="csX4" fmla="*/ 956 w 3344"/>
                <a:gd name="csY4" fmla="*/ 11465 h 14809"/>
                <a:gd name="csX5" fmla="*/ 2389 w 3344"/>
                <a:gd name="csY5" fmla="*/ 14332 h 14809"/>
                <a:gd name="csX6" fmla="*/ 3344 w 3344"/>
                <a:gd name="csY6" fmla="*/ 14810 h 14809"/>
                <a:gd name="csX7" fmla="*/ 3344 w 3344"/>
                <a:gd name="csY7" fmla="*/ 12899 h 14809"/>
                <a:gd name="csX8" fmla="*/ 956 w 3344"/>
                <a:gd name="csY8" fmla="*/ 4300 h 14809"/>
                <a:gd name="csX9" fmla="*/ 1433 w 3344"/>
                <a:gd name="csY9" fmla="*/ 0 h 14809"/>
                <a:gd name="csX10" fmla="*/ 956 w 3344"/>
                <a:gd name="csY10" fmla="*/ 0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14809">
                  <a:moveTo>
                    <a:pt x="956" y="0"/>
                  </a:moveTo>
                  <a:lnTo>
                    <a:pt x="478" y="956"/>
                  </a:lnTo>
                  <a:lnTo>
                    <a:pt x="0" y="2389"/>
                  </a:lnTo>
                  <a:lnTo>
                    <a:pt x="0" y="8599"/>
                  </a:lnTo>
                  <a:lnTo>
                    <a:pt x="956" y="11465"/>
                  </a:lnTo>
                  <a:lnTo>
                    <a:pt x="2389" y="14332"/>
                  </a:lnTo>
                  <a:lnTo>
                    <a:pt x="3344" y="14810"/>
                  </a:lnTo>
                  <a:lnTo>
                    <a:pt x="3344" y="12899"/>
                  </a:lnTo>
                  <a:lnTo>
                    <a:pt x="956" y="4300"/>
                  </a:lnTo>
                  <a:lnTo>
                    <a:pt x="1433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7" name="Freeform 5366">
              <a:extLst>
                <a:ext uri="{FF2B5EF4-FFF2-40B4-BE49-F238E27FC236}">
                  <a16:creationId xmlns:a16="http://schemas.microsoft.com/office/drawing/2014/main" id="{51E302A2-2EB8-F07B-309F-8BEC4C7070E9}"/>
                </a:ext>
              </a:extLst>
            </p:cNvPr>
            <p:cNvSpPr/>
            <p:nvPr/>
          </p:nvSpPr>
          <p:spPr>
            <a:xfrm>
              <a:off x="7261181" y="3092940"/>
              <a:ext cx="12898" cy="11943"/>
            </a:xfrm>
            <a:custGeom>
              <a:avLst/>
              <a:gdLst>
                <a:gd name="csX0" fmla="*/ 12421 w 12898"/>
                <a:gd name="csY0" fmla="*/ 2389 h 11943"/>
                <a:gd name="csX1" fmla="*/ 9077 w 12898"/>
                <a:gd name="csY1" fmla="*/ 1911 h 11943"/>
                <a:gd name="csX2" fmla="*/ 6688 w 12898"/>
                <a:gd name="csY2" fmla="*/ 478 h 11943"/>
                <a:gd name="csX3" fmla="*/ 3344 w 12898"/>
                <a:gd name="csY3" fmla="*/ 478 h 11943"/>
                <a:gd name="csX4" fmla="*/ 955 w 12898"/>
                <a:gd name="csY4" fmla="*/ 0 h 11943"/>
                <a:gd name="csX5" fmla="*/ 0 w 12898"/>
                <a:gd name="csY5" fmla="*/ 1433 h 11943"/>
                <a:gd name="csX6" fmla="*/ 3821 w 12898"/>
                <a:gd name="csY6" fmla="*/ 8599 h 11943"/>
                <a:gd name="csX7" fmla="*/ 7644 w 12898"/>
                <a:gd name="csY7" fmla="*/ 11943 h 11943"/>
                <a:gd name="csX8" fmla="*/ 10987 w 12898"/>
                <a:gd name="csY8" fmla="*/ 11466 h 11943"/>
                <a:gd name="csX9" fmla="*/ 11943 w 12898"/>
                <a:gd name="csY9" fmla="*/ 10510 h 11943"/>
                <a:gd name="csX10" fmla="*/ 12898 w 12898"/>
                <a:gd name="csY10" fmla="*/ 8121 h 11943"/>
                <a:gd name="csX11" fmla="*/ 11943 w 12898"/>
                <a:gd name="csY11" fmla="*/ 6688 h 11943"/>
                <a:gd name="csX12" fmla="*/ 11943 w 12898"/>
                <a:gd name="csY12" fmla="*/ 5733 h 11943"/>
                <a:gd name="csX13" fmla="*/ 12421 w 12898"/>
                <a:gd name="csY13" fmla="*/ 2389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898" h="11943">
                  <a:moveTo>
                    <a:pt x="12421" y="2389"/>
                  </a:moveTo>
                  <a:lnTo>
                    <a:pt x="9077" y="1911"/>
                  </a:lnTo>
                  <a:lnTo>
                    <a:pt x="6688" y="478"/>
                  </a:lnTo>
                  <a:lnTo>
                    <a:pt x="3344" y="478"/>
                  </a:lnTo>
                  <a:lnTo>
                    <a:pt x="955" y="0"/>
                  </a:lnTo>
                  <a:lnTo>
                    <a:pt x="0" y="1433"/>
                  </a:lnTo>
                  <a:lnTo>
                    <a:pt x="3821" y="8599"/>
                  </a:lnTo>
                  <a:lnTo>
                    <a:pt x="7644" y="11943"/>
                  </a:lnTo>
                  <a:lnTo>
                    <a:pt x="10987" y="11466"/>
                  </a:lnTo>
                  <a:lnTo>
                    <a:pt x="11943" y="10510"/>
                  </a:lnTo>
                  <a:lnTo>
                    <a:pt x="12898" y="8121"/>
                  </a:lnTo>
                  <a:lnTo>
                    <a:pt x="11943" y="6688"/>
                  </a:lnTo>
                  <a:lnTo>
                    <a:pt x="11943" y="5733"/>
                  </a:lnTo>
                  <a:lnTo>
                    <a:pt x="1242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8" name="Freeform 5367">
              <a:extLst>
                <a:ext uri="{FF2B5EF4-FFF2-40B4-BE49-F238E27FC236}">
                  <a16:creationId xmlns:a16="http://schemas.microsoft.com/office/drawing/2014/main" id="{81D9346D-6718-EEF0-379C-F7060538BF5E}"/>
                </a:ext>
              </a:extLst>
            </p:cNvPr>
            <p:cNvSpPr/>
            <p:nvPr/>
          </p:nvSpPr>
          <p:spPr>
            <a:xfrm>
              <a:off x="7212931" y="2954398"/>
              <a:ext cx="6210" cy="7165"/>
            </a:xfrm>
            <a:custGeom>
              <a:avLst/>
              <a:gdLst>
                <a:gd name="csX0" fmla="*/ 4777 w 6210"/>
                <a:gd name="csY0" fmla="*/ 7166 h 7165"/>
                <a:gd name="csX1" fmla="*/ 6210 w 6210"/>
                <a:gd name="csY1" fmla="*/ 2389 h 7165"/>
                <a:gd name="csX2" fmla="*/ 6210 w 6210"/>
                <a:gd name="csY2" fmla="*/ 478 h 7165"/>
                <a:gd name="csX3" fmla="*/ 3821 w 6210"/>
                <a:gd name="csY3" fmla="*/ 0 h 7165"/>
                <a:gd name="csX4" fmla="*/ 0 w 6210"/>
                <a:gd name="csY4" fmla="*/ 5255 h 7165"/>
                <a:gd name="csX5" fmla="*/ 478 w 6210"/>
                <a:gd name="csY5" fmla="*/ 5733 h 7165"/>
                <a:gd name="csX6" fmla="*/ 1433 w 6210"/>
                <a:gd name="csY6" fmla="*/ 6688 h 7165"/>
                <a:gd name="csX7" fmla="*/ 4777 w 6210"/>
                <a:gd name="csY7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7165">
                  <a:moveTo>
                    <a:pt x="4777" y="7166"/>
                  </a:moveTo>
                  <a:lnTo>
                    <a:pt x="6210" y="2389"/>
                  </a:lnTo>
                  <a:lnTo>
                    <a:pt x="6210" y="478"/>
                  </a:lnTo>
                  <a:lnTo>
                    <a:pt x="3821" y="0"/>
                  </a:lnTo>
                  <a:lnTo>
                    <a:pt x="0" y="5255"/>
                  </a:lnTo>
                  <a:lnTo>
                    <a:pt x="478" y="5733"/>
                  </a:lnTo>
                  <a:lnTo>
                    <a:pt x="1433" y="6688"/>
                  </a:lnTo>
                  <a:lnTo>
                    <a:pt x="4777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9" name="Freeform 5368">
              <a:extLst>
                <a:ext uri="{FF2B5EF4-FFF2-40B4-BE49-F238E27FC236}">
                  <a16:creationId xmlns:a16="http://schemas.microsoft.com/office/drawing/2014/main" id="{9D9B3FDB-9116-A011-5AC4-61B58FCF425D}"/>
                </a:ext>
              </a:extLst>
            </p:cNvPr>
            <p:cNvSpPr/>
            <p:nvPr/>
          </p:nvSpPr>
          <p:spPr>
            <a:xfrm>
              <a:off x="6481527" y="4757349"/>
              <a:ext cx="1433" cy="955"/>
            </a:xfrm>
            <a:custGeom>
              <a:avLst/>
              <a:gdLst>
                <a:gd name="csX0" fmla="*/ 0 w 1433"/>
                <a:gd name="csY0" fmla="*/ 956 h 955"/>
                <a:gd name="csX1" fmla="*/ 1433 w 1433"/>
                <a:gd name="csY1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955">
                  <a:moveTo>
                    <a:pt x="0" y="956"/>
                  </a:move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0" name="Freeform 5369">
              <a:extLst>
                <a:ext uri="{FF2B5EF4-FFF2-40B4-BE49-F238E27FC236}">
                  <a16:creationId xmlns:a16="http://schemas.microsoft.com/office/drawing/2014/main" id="{AD1ECFAD-6894-6179-7DC3-70687450EB07}"/>
                </a:ext>
              </a:extLst>
            </p:cNvPr>
            <p:cNvSpPr/>
            <p:nvPr/>
          </p:nvSpPr>
          <p:spPr>
            <a:xfrm>
              <a:off x="6456207" y="4759738"/>
              <a:ext cx="35352" cy="25797"/>
            </a:xfrm>
            <a:custGeom>
              <a:avLst/>
              <a:gdLst>
                <a:gd name="csX0" fmla="*/ 35352 w 35352"/>
                <a:gd name="csY0" fmla="*/ 17676 h 25797"/>
                <a:gd name="csX1" fmla="*/ 34396 w 35352"/>
                <a:gd name="csY1" fmla="*/ 18154 h 25797"/>
                <a:gd name="csX2" fmla="*/ 33441 w 35352"/>
                <a:gd name="csY2" fmla="*/ 18154 h 25797"/>
                <a:gd name="csX3" fmla="*/ 32963 w 35352"/>
                <a:gd name="csY3" fmla="*/ 18154 h 25797"/>
                <a:gd name="csX4" fmla="*/ 32008 w 35352"/>
                <a:gd name="csY4" fmla="*/ 17676 h 25797"/>
                <a:gd name="csX5" fmla="*/ 30575 w 35352"/>
                <a:gd name="csY5" fmla="*/ 16721 h 25797"/>
                <a:gd name="csX6" fmla="*/ 27708 w 35352"/>
                <a:gd name="csY6" fmla="*/ 17198 h 25797"/>
                <a:gd name="csX7" fmla="*/ 27230 w 35352"/>
                <a:gd name="csY7" fmla="*/ 17198 h 25797"/>
                <a:gd name="csX8" fmla="*/ 26275 w 35352"/>
                <a:gd name="csY8" fmla="*/ 17676 h 25797"/>
                <a:gd name="csX9" fmla="*/ 25319 w 35352"/>
                <a:gd name="csY9" fmla="*/ 18631 h 25797"/>
                <a:gd name="csX10" fmla="*/ 24842 w 35352"/>
                <a:gd name="csY10" fmla="*/ 18631 h 25797"/>
                <a:gd name="csX11" fmla="*/ 24364 w 35352"/>
                <a:gd name="csY11" fmla="*/ 18631 h 25797"/>
                <a:gd name="csX12" fmla="*/ 21975 w 35352"/>
                <a:gd name="csY12" fmla="*/ 17198 h 25797"/>
                <a:gd name="csX13" fmla="*/ 21020 w 35352"/>
                <a:gd name="csY13" fmla="*/ 17198 h 25797"/>
                <a:gd name="csX14" fmla="*/ 20542 w 35352"/>
                <a:gd name="csY14" fmla="*/ 21020 h 25797"/>
                <a:gd name="csX15" fmla="*/ 20542 w 35352"/>
                <a:gd name="csY15" fmla="*/ 22931 h 25797"/>
                <a:gd name="csX16" fmla="*/ 20064 w 35352"/>
                <a:gd name="csY16" fmla="*/ 23886 h 25797"/>
                <a:gd name="csX17" fmla="*/ 18153 w 35352"/>
                <a:gd name="csY17" fmla="*/ 24842 h 25797"/>
                <a:gd name="csX18" fmla="*/ 16243 w 35352"/>
                <a:gd name="csY18" fmla="*/ 25320 h 25797"/>
                <a:gd name="csX19" fmla="*/ 15765 w 35352"/>
                <a:gd name="csY19" fmla="*/ 25320 h 25797"/>
                <a:gd name="csX20" fmla="*/ 11943 w 35352"/>
                <a:gd name="csY20" fmla="*/ 25797 h 25797"/>
                <a:gd name="csX21" fmla="*/ 10510 w 35352"/>
                <a:gd name="csY21" fmla="*/ 25797 h 25797"/>
                <a:gd name="csX22" fmla="*/ 9555 w 35352"/>
                <a:gd name="csY22" fmla="*/ 25320 h 25797"/>
                <a:gd name="csX23" fmla="*/ 8599 w 35352"/>
                <a:gd name="csY23" fmla="*/ 22931 h 25797"/>
                <a:gd name="csX24" fmla="*/ 6688 w 35352"/>
                <a:gd name="csY24" fmla="*/ 21975 h 25797"/>
                <a:gd name="csX25" fmla="*/ 4777 w 35352"/>
                <a:gd name="csY25" fmla="*/ 21975 h 25797"/>
                <a:gd name="csX26" fmla="*/ 3821 w 35352"/>
                <a:gd name="csY26" fmla="*/ 21975 h 25797"/>
                <a:gd name="csX27" fmla="*/ 3344 w 35352"/>
                <a:gd name="csY27" fmla="*/ 22931 h 25797"/>
                <a:gd name="csX28" fmla="*/ 2866 w 35352"/>
                <a:gd name="csY28" fmla="*/ 23886 h 25797"/>
                <a:gd name="csX29" fmla="*/ 955 w 35352"/>
                <a:gd name="csY29" fmla="*/ 23409 h 25797"/>
                <a:gd name="csX30" fmla="*/ 478 w 35352"/>
                <a:gd name="csY30" fmla="*/ 22453 h 25797"/>
                <a:gd name="csX31" fmla="*/ 478 w 35352"/>
                <a:gd name="csY31" fmla="*/ 21020 h 25797"/>
                <a:gd name="csX32" fmla="*/ 0 w 35352"/>
                <a:gd name="csY32" fmla="*/ 19109 h 25797"/>
                <a:gd name="csX33" fmla="*/ 0 w 35352"/>
                <a:gd name="csY33" fmla="*/ 18154 h 25797"/>
                <a:gd name="csX34" fmla="*/ 955 w 35352"/>
                <a:gd name="csY34" fmla="*/ 17676 h 25797"/>
                <a:gd name="csX35" fmla="*/ 2389 w 35352"/>
                <a:gd name="csY35" fmla="*/ 16721 h 25797"/>
                <a:gd name="csX36" fmla="*/ 4777 w 35352"/>
                <a:gd name="csY36" fmla="*/ 15287 h 25797"/>
                <a:gd name="csX37" fmla="*/ 5255 w 35352"/>
                <a:gd name="csY37" fmla="*/ 14332 h 25797"/>
                <a:gd name="csX38" fmla="*/ 5733 w 35352"/>
                <a:gd name="csY38" fmla="*/ 13376 h 25797"/>
                <a:gd name="csX39" fmla="*/ 5255 w 35352"/>
                <a:gd name="csY39" fmla="*/ 10510 h 25797"/>
                <a:gd name="csX40" fmla="*/ 5255 w 35352"/>
                <a:gd name="csY40" fmla="*/ 8599 h 25797"/>
                <a:gd name="csX41" fmla="*/ 5255 w 35352"/>
                <a:gd name="csY41" fmla="*/ 7644 h 25797"/>
                <a:gd name="csX42" fmla="*/ 6688 w 35352"/>
                <a:gd name="csY42" fmla="*/ 5733 h 25797"/>
                <a:gd name="csX43" fmla="*/ 8121 w 35352"/>
                <a:gd name="csY43" fmla="*/ 4299 h 25797"/>
                <a:gd name="csX44" fmla="*/ 9555 w 35352"/>
                <a:gd name="csY44" fmla="*/ 2389 h 25797"/>
                <a:gd name="csX45" fmla="*/ 10510 w 35352"/>
                <a:gd name="csY45" fmla="*/ 1911 h 25797"/>
                <a:gd name="csX46" fmla="*/ 11943 w 35352"/>
                <a:gd name="csY46" fmla="*/ 1433 h 25797"/>
                <a:gd name="csX47" fmla="*/ 13376 w 35352"/>
                <a:gd name="csY47" fmla="*/ 478 h 25797"/>
                <a:gd name="csX48" fmla="*/ 13854 w 35352"/>
                <a:gd name="csY48" fmla="*/ 0 h 25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35352" h="25797">
                  <a:moveTo>
                    <a:pt x="35352" y="17676"/>
                  </a:moveTo>
                  <a:lnTo>
                    <a:pt x="34396" y="18154"/>
                  </a:lnTo>
                  <a:lnTo>
                    <a:pt x="33441" y="18154"/>
                  </a:lnTo>
                  <a:lnTo>
                    <a:pt x="32963" y="18154"/>
                  </a:lnTo>
                  <a:lnTo>
                    <a:pt x="32008" y="17676"/>
                  </a:lnTo>
                  <a:lnTo>
                    <a:pt x="30575" y="16721"/>
                  </a:lnTo>
                  <a:lnTo>
                    <a:pt x="27708" y="17198"/>
                  </a:lnTo>
                  <a:lnTo>
                    <a:pt x="27230" y="17198"/>
                  </a:lnTo>
                  <a:lnTo>
                    <a:pt x="26275" y="17676"/>
                  </a:lnTo>
                  <a:lnTo>
                    <a:pt x="25319" y="18631"/>
                  </a:lnTo>
                  <a:lnTo>
                    <a:pt x="24842" y="18631"/>
                  </a:lnTo>
                  <a:lnTo>
                    <a:pt x="24364" y="18631"/>
                  </a:lnTo>
                  <a:lnTo>
                    <a:pt x="21975" y="17198"/>
                  </a:lnTo>
                  <a:lnTo>
                    <a:pt x="21020" y="17198"/>
                  </a:lnTo>
                  <a:lnTo>
                    <a:pt x="20542" y="21020"/>
                  </a:lnTo>
                  <a:lnTo>
                    <a:pt x="20542" y="22931"/>
                  </a:lnTo>
                  <a:lnTo>
                    <a:pt x="20064" y="23886"/>
                  </a:lnTo>
                  <a:lnTo>
                    <a:pt x="18153" y="24842"/>
                  </a:lnTo>
                  <a:lnTo>
                    <a:pt x="16243" y="25320"/>
                  </a:lnTo>
                  <a:lnTo>
                    <a:pt x="15765" y="25320"/>
                  </a:lnTo>
                  <a:lnTo>
                    <a:pt x="11943" y="25797"/>
                  </a:lnTo>
                  <a:lnTo>
                    <a:pt x="10510" y="25797"/>
                  </a:lnTo>
                  <a:lnTo>
                    <a:pt x="9555" y="25320"/>
                  </a:lnTo>
                  <a:lnTo>
                    <a:pt x="8599" y="22931"/>
                  </a:lnTo>
                  <a:lnTo>
                    <a:pt x="6688" y="21975"/>
                  </a:lnTo>
                  <a:lnTo>
                    <a:pt x="4777" y="21975"/>
                  </a:lnTo>
                  <a:lnTo>
                    <a:pt x="3821" y="21975"/>
                  </a:lnTo>
                  <a:lnTo>
                    <a:pt x="3344" y="22931"/>
                  </a:lnTo>
                  <a:lnTo>
                    <a:pt x="2866" y="23886"/>
                  </a:lnTo>
                  <a:lnTo>
                    <a:pt x="955" y="23409"/>
                  </a:lnTo>
                  <a:lnTo>
                    <a:pt x="478" y="22453"/>
                  </a:lnTo>
                  <a:lnTo>
                    <a:pt x="478" y="21020"/>
                  </a:lnTo>
                  <a:lnTo>
                    <a:pt x="0" y="19109"/>
                  </a:lnTo>
                  <a:lnTo>
                    <a:pt x="0" y="18154"/>
                  </a:lnTo>
                  <a:lnTo>
                    <a:pt x="955" y="17676"/>
                  </a:lnTo>
                  <a:lnTo>
                    <a:pt x="2389" y="16721"/>
                  </a:lnTo>
                  <a:lnTo>
                    <a:pt x="4777" y="15287"/>
                  </a:lnTo>
                  <a:lnTo>
                    <a:pt x="5255" y="14332"/>
                  </a:lnTo>
                  <a:lnTo>
                    <a:pt x="5733" y="13376"/>
                  </a:lnTo>
                  <a:lnTo>
                    <a:pt x="5255" y="10510"/>
                  </a:lnTo>
                  <a:lnTo>
                    <a:pt x="5255" y="8599"/>
                  </a:lnTo>
                  <a:lnTo>
                    <a:pt x="5255" y="7644"/>
                  </a:lnTo>
                  <a:lnTo>
                    <a:pt x="6688" y="5733"/>
                  </a:lnTo>
                  <a:lnTo>
                    <a:pt x="8121" y="4299"/>
                  </a:lnTo>
                  <a:lnTo>
                    <a:pt x="9555" y="2389"/>
                  </a:lnTo>
                  <a:lnTo>
                    <a:pt x="10510" y="1911"/>
                  </a:lnTo>
                  <a:lnTo>
                    <a:pt x="11943" y="1433"/>
                  </a:lnTo>
                  <a:lnTo>
                    <a:pt x="13376" y="478"/>
                  </a:lnTo>
                  <a:lnTo>
                    <a:pt x="13854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1" name="Freeform 5370">
              <a:extLst>
                <a:ext uri="{FF2B5EF4-FFF2-40B4-BE49-F238E27FC236}">
                  <a16:creationId xmlns:a16="http://schemas.microsoft.com/office/drawing/2014/main" id="{4299BED3-925B-8E9F-18D9-91CC3C8385FD}"/>
                </a:ext>
              </a:extLst>
            </p:cNvPr>
            <p:cNvSpPr/>
            <p:nvPr/>
          </p:nvSpPr>
          <p:spPr>
            <a:xfrm>
              <a:off x="6493948" y="4762604"/>
              <a:ext cx="1910" cy="14809"/>
            </a:xfrm>
            <a:custGeom>
              <a:avLst/>
              <a:gdLst>
                <a:gd name="csX0" fmla="*/ 955 w 1910"/>
                <a:gd name="csY0" fmla="*/ 0 h 14809"/>
                <a:gd name="csX1" fmla="*/ 955 w 1910"/>
                <a:gd name="csY1" fmla="*/ 2389 h 14809"/>
                <a:gd name="csX2" fmla="*/ 955 w 1910"/>
                <a:gd name="csY2" fmla="*/ 5255 h 14809"/>
                <a:gd name="csX3" fmla="*/ 955 w 1910"/>
                <a:gd name="csY3" fmla="*/ 7644 h 14809"/>
                <a:gd name="csX4" fmla="*/ 955 w 1910"/>
                <a:gd name="csY4" fmla="*/ 7644 h 14809"/>
                <a:gd name="csX5" fmla="*/ 1910 w 1910"/>
                <a:gd name="csY5" fmla="*/ 9077 h 14809"/>
                <a:gd name="csX6" fmla="*/ 1910 w 1910"/>
                <a:gd name="csY6" fmla="*/ 10510 h 14809"/>
                <a:gd name="csX7" fmla="*/ 1910 w 1910"/>
                <a:gd name="csY7" fmla="*/ 12899 h 14809"/>
                <a:gd name="csX8" fmla="*/ 955 w 1910"/>
                <a:gd name="csY8" fmla="*/ 14332 h 14809"/>
                <a:gd name="csX9" fmla="*/ 478 w 1910"/>
                <a:gd name="csY9" fmla="*/ 14810 h 14809"/>
                <a:gd name="csX10" fmla="*/ 0 w 1910"/>
                <a:gd name="csY10" fmla="*/ 14810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910" h="14809">
                  <a:moveTo>
                    <a:pt x="955" y="0"/>
                  </a:moveTo>
                  <a:lnTo>
                    <a:pt x="955" y="2389"/>
                  </a:lnTo>
                  <a:lnTo>
                    <a:pt x="955" y="5255"/>
                  </a:lnTo>
                  <a:lnTo>
                    <a:pt x="955" y="7644"/>
                  </a:lnTo>
                  <a:lnTo>
                    <a:pt x="955" y="7644"/>
                  </a:lnTo>
                  <a:lnTo>
                    <a:pt x="1910" y="9077"/>
                  </a:lnTo>
                  <a:lnTo>
                    <a:pt x="1910" y="10510"/>
                  </a:lnTo>
                  <a:lnTo>
                    <a:pt x="1910" y="12899"/>
                  </a:lnTo>
                  <a:lnTo>
                    <a:pt x="955" y="14332"/>
                  </a:lnTo>
                  <a:lnTo>
                    <a:pt x="478" y="14810"/>
                  </a:lnTo>
                  <a:lnTo>
                    <a:pt x="0" y="148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2" name="Freeform 5371">
              <a:extLst>
                <a:ext uri="{FF2B5EF4-FFF2-40B4-BE49-F238E27FC236}">
                  <a16:creationId xmlns:a16="http://schemas.microsoft.com/office/drawing/2014/main" id="{84ABC40F-456F-9167-7094-FBC1A349E5E0}"/>
                </a:ext>
              </a:extLst>
            </p:cNvPr>
            <p:cNvSpPr/>
            <p:nvPr/>
          </p:nvSpPr>
          <p:spPr>
            <a:xfrm>
              <a:off x="6492992" y="4759738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6 w 955"/>
                <a:gd name="csY1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6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3" name="Freeform 5372">
              <a:extLst>
                <a:ext uri="{FF2B5EF4-FFF2-40B4-BE49-F238E27FC236}">
                  <a16:creationId xmlns:a16="http://schemas.microsoft.com/office/drawing/2014/main" id="{9E48B042-8074-917E-5152-D2F3D6CDA223}"/>
                </a:ext>
              </a:extLst>
            </p:cNvPr>
            <p:cNvSpPr/>
            <p:nvPr/>
          </p:nvSpPr>
          <p:spPr>
            <a:xfrm>
              <a:off x="6570385" y="4120536"/>
              <a:ext cx="407502" cy="313868"/>
            </a:xfrm>
            <a:custGeom>
              <a:avLst/>
              <a:gdLst>
                <a:gd name="csX0" fmla="*/ 161950 w 407502"/>
                <a:gd name="csY0" fmla="*/ 313868 h 313868"/>
                <a:gd name="csX1" fmla="*/ 161950 w 407502"/>
                <a:gd name="csY1" fmla="*/ 313868 h 313868"/>
                <a:gd name="csX2" fmla="*/ 161950 w 407502"/>
                <a:gd name="csY2" fmla="*/ 312435 h 313868"/>
                <a:gd name="csX3" fmla="*/ 160517 w 407502"/>
                <a:gd name="csY3" fmla="*/ 310524 h 313868"/>
                <a:gd name="csX4" fmla="*/ 160517 w 407502"/>
                <a:gd name="csY4" fmla="*/ 308613 h 313868"/>
                <a:gd name="csX5" fmla="*/ 160039 w 407502"/>
                <a:gd name="csY5" fmla="*/ 307180 h 313868"/>
                <a:gd name="csX6" fmla="*/ 159084 w 407502"/>
                <a:gd name="csY6" fmla="*/ 305747 h 313868"/>
                <a:gd name="csX7" fmla="*/ 157173 w 407502"/>
                <a:gd name="csY7" fmla="*/ 304791 h 313868"/>
                <a:gd name="csX8" fmla="*/ 157173 w 407502"/>
                <a:gd name="csY8" fmla="*/ 302880 h 313868"/>
                <a:gd name="csX9" fmla="*/ 155740 w 407502"/>
                <a:gd name="csY9" fmla="*/ 301447 h 313868"/>
                <a:gd name="csX10" fmla="*/ 153829 w 407502"/>
                <a:gd name="csY10" fmla="*/ 300014 h 313868"/>
                <a:gd name="csX11" fmla="*/ 152873 w 407502"/>
                <a:gd name="csY11" fmla="*/ 297147 h 313868"/>
                <a:gd name="csX12" fmla="*/ 151918 w 407502"/>
                <a:gd name="csY12" fmla="*/ 293804 h 313868"/>
                <a:gd name="csX13" fmla="*/ 147140 w 407502"/>
                <a:gd name="csY13" fmla="*/ 289504 h 313868"/>
                <a:gd name="csX14" fmla="*/ 141408 w 407502"/>
                <a:gd name="csY14" fmla="*/ 285204 h 313868"/>
                <a:gd name="csX15" fmla="*/ 139497 w 407502"/>
                <a:gd name="csY15" fmla="*/ 283294 h 313868"/>
                <a:gd name="csX16" fmla="*/ 136631 w 407502"/>
                <a:gd name="csY16" fmla="*/ 278516 h 313868"/>
                <a:gd name="csX17" fmla="*/ 135197 w 407502"/>
                <a:gd name="csY17" fmla="*/ 274694 h 313868"/>
                <a:gd name="csX18" fmla="*/ 130897 w 407502"/>
                <a:gd name="csY18" fmla="*/ 270395 h 313868"/>
                <a:gd name="csX19" fmla="*/ 130897 w 407502"/>
                <a:gd name="csY19" fmla="*/ 268484 h 313868"/>
                <a:gd name="csX20" fmla="*/ 130420 w 407502"/>
                <a:gd name="csY20" fmla="*/ 266573 h 313868"/>
                <a:gd name="csX21" fmla="*/ 129465 w 407502"/>
                <a:gd name="csY21" fmla="*/ 264184 h 313868"/>
                <a:gd name="csX22" fmla="*/ 128509 w 407502"/>
                <a:gd name="csY22" fmla="*/ 262751 h 313868"/>
                <a:gd name="csX23" fmla="*/ 124687 w 407502"/>
                <a:gd name="csY23" fmla="*/ 254630 h 313868"/>
                <a:gd name="csX24" fmla="*/ 123254 w 407502"/>
                <a:gd name="csY24" fmla="*/ 253674 h 313868"/>
                <a:gd name="csX25" fmla="*/ 122299 w 407502"/>
                <a:gd name="csY25" fmla="*/ 251763 h 313868"/>
                <a:gd name="csX26" fmla="*/ 121821 w 407502"/>
                <a:gd name="csY26" fmla="*/ 250330 h 313868"/>
                <a:gd name="csX27" fmla="*/ 121821 w 407502"/>
                <a:gd name="csY27" fmla="*/ 249852 h 313868"/>
                <a:gd name="csX28" fmla="*/ 118954 w 407502"/>
                <a:gd name="csY28" fmla="*/ 248419 h 313868"/>
                <a:gd name="csX29" fmla="*/ 116088 w 407502"/>
                <a:gd name="csY29" fmla="*/ 245075 h 313868"/>
                <a:gd name="csX30" fmla="*/ 107967 w 407502"/>
                <a:gd name="csY30" fmla="*/ 239820 h 313868"/>
                <a:gd name="csX31" fmla="*/ 104145 w 407502"/>
                <a:gd name="csY31" fmla="*/ 239342 h 313868"/>
                <a:gd name="csX32" fmla="*/ 101278 w 407502"/>
                <a:gd name="csY32" fmla="*/ 237431 h 313868"/>
                <a:gd name="csX33" fmla="*/ 98890 w 407502"/>
                <a:gd name="csY33" fmla="*/ 235043 h 313868"/>
                <a:gd name="csX34" fmla="*/ 96501 w 407502"/>
                <a:gd name="csY34" fmla="*/ 230743 h 313868"/>
                <a:gd name="csX35" fmla="*/ 92201 w 407502"/>
                <a:gd name="csY35" fmla="*/ 226444 h 313868"/>
                <a:gd name="csX36" fmla="*/ 88380 w 407502"/>
                <a:gd name="csY36" fmla="*/ 219756 h 313868"/>
                <a:gd name="csX37" fmla="*/ 89813 w 407502"/>
                <a:gd name="csY37" fmla="*/ 217367 h 313868"/>
                <a:gd name="csX38" fmla="*/ 89813 w 407502"/>
                <a:gd name="csY38" fmla="*/ 215456 h 313868"/>
                <a:gd name="csX39" fmla="*/ 88380 w 407502"/>
                <a:gd name="csY39" fmla="*/ 212590 h 313868"/>
                <a:gd name="csX40" fmla="*/ 87424 w 407502"/>
                <a:gd name="csY40" fmla="*/ 210679 h 313868"/>
                <a:gd name="csX41" fmla="*/ 86469 w 407502"/>
                <a:gd name="csY41" fmla="*/ 208768 h 313868"/>
                <a:gd name="csX42" fmla="*/ 86947 w 407502"/>
                <a:gd name="csY42" fmla="*/ 205424 h 313868"/>
                <a:gd name="csX43" fmla="*/ 87424 w 407502"/>
                <a:gd name="csY43" fmla="*/ 202080 h 313868"/>
                <a:gd name="csX44" fmla="*/ 87902 w 407502"/>
                <a:gd name="csY44" fmla="*/ 200646 h 313868"/>
                <a:gd name="csX45" fmla="*/ 88858 w 407502"/>
                <a:gd name="csY45" fmla="*/ 198735 h 313868"/>
                <a:gd name="csX46" fmla="*/ 87902 w 407502"/>
                <a:gd name="csY46" fmla="*/ 194436 h 313868"/>
                <a:gd name="csX47" fmla="*/ 86947 w 407502"/>
                <a:gd name="csY47" fmla="*/ 192525 h 313868"/>
                <a:gd name="csX48" fmla="*/ 86947 w 407502"/>
                <a:gd name="csY48" fmla="*/ 191092 h 313868"/>
                <a:gd name="csX49" fmla="*/ 85513 w 407502"/>
                <a:gd name="csY49" fmla="*/ 190614 h 313868"/>
                <a:gd name="csX50" fmla="*/ 84558 w 407502"/>
                <a:gd name="csY50" fmla="*/ 189181 h 313868"/>
                <a:gd name="csX51" fmla="*/ 85513 w 407502"/>
                <a:gd name="csY51" fmla="*/ 189181 h 313868"/>
                <a:gd name="csX52" fmla="*/ 83603 w 407502"/>
                <a:gd name="csY52" fmla="*/ 186792 h 313868"/>
                <a:gd name="csX53" fmla="*/ 82647 w 407502"/>
                <a:gd name="csY53" fmla="*/ 185837 h 313868"/>
                <a:gd name="csX54" fmla="*/ 81692 w 407502"/>
                <a:gd name="csY54" fmla="*/ 182970 h 313868"/>
                <a:gd name="csX55" fmla="*/ 80736 w 407502"/>
                <a:gd name="csY55" fmla="*/ 180582 h 313868"/>
                <a:gd name="csX56" fmla="*/ 77870 w 407502"/>
                <a:gd name="csY56" fmla="*/ 175804 h 313868"/>
                <a:gd name="csX57" fmla="*/ 75959 w 407502"/>
                <a:gd name="csY57" fmla="*/ 172460 h 313868"/>
                <a:gd name="csX58" fmla="*/ 72615 w 407502"/>
                <a:gd name="csY58" fmla="*/ 168638 h 313868"/>
                <a:gd name="csX59" fmla="*/ 68793 w 407502"/>
                <a:gd name="csY59" fmla="*/ 165772 h 313868"/>
                <a:gd name="csX60" fmla="*/ 66404 w 407502"/>
                <a:gd name="csY60" fmla="*/ 164339 h 313868"/>
                <a:gd name="csX61" fmla="*/ 65449 w 407502"/>
                <a:gd name="csY61" fmla="*/ 163383 h 313868"/>
                <a:gd name="csX62" fmla="*/ 63538 w 407502"/>
                <a:gd name="csY62" fmla="*/ 163383 h 313868"/>
                <a:gd name="csX63" fmla="*/ 61149 w 407502"/>
                <a:gd name="csY63" fmla="*/ 161473 h 313868"/>
                <a:gd name="csX64" fmla="*/ 59716 w 407502"/>
                <a:gd name="csY64" fmla="*/ 161473 h 313868"/>
                <a:gd name="csX65" fmla="*/ 57805 w 407502"/>
                <a:gd name="csY65" fmla="*/ 160995 h 313868"/>
                <a:gd name="csX66" fmla="*/ 55416 w 407502"/>
                <a:gd name="csY66" fmla="*/ 157651 h 313868"/>
                <a:gd name="csX67" fmla="*/ 53983 w 407502"/>
                <a:gd name="csY67" fmla="*/ 154784 h 313868"/>
                <a:gd name="csX68" fmla="*/ 50639 w 407502"/>
                <a:gd name="csY68" fmla="*/ 150485 h 313868"/>
                <a:gd name="csX69" fmla="*/ 51594 w 407502"/>
                <a:gd name="csY69" fmla="*/ 149529 h 313868"/>
                <a:gd name="csX70" fmla="*/ 52550 w 407502"/>
                <a:gd name="csY70" fmla="*/ 148096 h 313868"/>
                <a:gd name="csX71" fmla="*/ 52072 w 407502"/>
                <a:gd name="csY71" fmla="*/ 145707 h 313868"/>
                <a:gd name="csX72" fmla="*/ 51594 w 407502"/>
                <a:gd name="csY72" fmla="*/ 144274 h 313868"/>
                <a:gd name="csX73" fmla="*/ 50162 w 407502"/>
                <a:gd name="csY73" fmla="*/ 141408 h 313868"/>
                <a:gd name="csX74" fmla="*/ 45384 w 407502"/>
                <a:gd name="csY74" fmla="*/ 134242 h 313868"/>
                <a:gd name="csX75" fmla="*/ 44428 w 407502"/>
                <a:gd name="csY75" fmla="*/ 133286 h 313868"/>
                <a:gd name="csX76" fmla="*/ 42517 w 407502"/>
                <a:gd name="csY76" fmla="*/ 131853 h 313868"/>
                <a:gd name="csX77" fmla="*/ 41085 w 407502"/>
                <a:gd name="csY77" fmla="*/ 128987 h 313868"/>
                <a:gd name="csX78" fmla="*/ 40607 w 407502"/>
                <a:gd name="csY78" fmla="*/ 126120 h 313868"/>
                <a:gd name="csX79" fmla="*/ 37740 w 407502"/>
                <a:gd name="csY79" fmla="*/ 124687 h 313868"/>
                <a:gd name="csX80" fmla="*/ 32008 w 407502"/>
                <a:gd name="csY80" fmla="*/ 115133 h 313868"/>
                <a:gd name="csX81" fmla="*/ 29141 w 407502"/>
                <a:gd name="csY81" fmla="*/ 111311 h 313868"/>
                <a:gd name="csX82" fmla="*/ 27708 w 407502"/>
                <a:gd name="csY82" fmla="*/ 109400 h 313868"/>
                <a:gd name="csX83" fmla="*/ 24364 w 407502"/>
                <a:gd name="csY83" fmla="*/ 105578 h 313868"/>
                <a:gd name="csX84" fmla="*/ 22453 w 407502"/>
                <a:gd name="csY84" fmla="*/ 101756 h 313868"/>
                <a:gd name="csX85" fmla="*/ 19109 w 407502"/>
                <a:gd name="csY85" fmla="*/ 97935 h 313868"/>
                <a:gd name="csX86" fmla="*/ 15765 w 407502"/>
                <a:gd name="csY86" fmla="*/ 91724 h 313868"/>
                <a:gd name="csX87" fmla="*/ 10987 w 407502"/>
                <a:gd name="csY87" fmla="*/ 85513 h 313868"/>
                <a:gd name="csX88" fmla="*/ 9076 w 407502"/>
                <a:gd name="csY88" fmla="*/ 84558 h 313868"/>
                <a:gd name="csX89" fmla="*/ 3821 w 407502"/>
                <a:gd name="csY89" fmla="*/ 84080 h 313868"/>
                <a:gd name="csX90" fmla="*/ 1910 w 407502"/>
                <a:gd name="csY90" fmla="*/ 83603 h 313868"/>
                <a:gd name="csX91" fmla="*/ 0 w 407502"/>
                <a:gd name="csY91" fmla="*/ 85036 h 313868"/>
                <a:gd name="csX92" fmla="*/ 0 w 407502"/>
                <a:gd name="csY92" fmla="*/ 83603 h 313868"/>
                <a:gd name="csX93" fmla="*/ 955 w 407502"/>
                <a:gd name="csY93" fmla="*/ 80736 h 313868"/>
                <a:gd name="csX94" fmla="*/ 2866 w 407502"/>
                <a:gd name="csY94" fmla="*/ 75959 h 313868"/>
                <a:gd name="csX95" fmla="*/ 3344 w 407502"/>
                <a:gd name="csY95" fmla="*/ 71659 h 313868"/>
                <a:gd name="csX96" fmla="*/ 6688 w 407502"/>
                <a:gd name="csY96" fmla="*/ 58283 h 313868"/>
                <a:gd name="csX97" fmla="*/ 10510 w 407502"/>
                <a:gd name="csY97" fmla="*/ 59238 h 313868"/>
                <a:gd name="csX98" fmla="*/ 14332 w 407502"/>
                <a:gd name="csY98" fmla="*/ 59716 h 313868"/>
                <a:gd name="csX99" fmla="*/ 19109 w 407502"/>
                <a:gd name="csY99" fmla="*/ 60671 h 313868"/>
                <a:gd name="csX100" fmla="*/ 24364 w 407502"/>
                <a:gd name="csY100" fmla="*/ 61149 h 313868"/>
                <a:gd name="csX101" fmla="*/ 27708 w 407502"/>
                <a:gd name="csY101" fmla="*/ 61627 h 313868"/>
                <a:gd name="csX102" fmla="*/ 28664 w 407502"/>
                <a:gd name="csY102" fmla="*/ 61627 h 313868"/>
                <a:gd name="csX103" fmla="*/ 32963 w 407502"/>
                <a:gd name="csY103" fmla="*/ 58283 h 313868"/>
                <a:gd name="csX104" fmla="*/ 36785 w 407502"/>
                <a:gd name="csY104" fmla="*/ 55417 h 313868"/>
                <a:gd name="csX105" fmla="*/ 36785 w 407502"/>
                <a:gd name="csY105" fmla="*/ 55417 h 313868"/>
                <a:gd name="csX106" fmla="*/ 39174 w 407502"/>
                <a:gd name="csY106" fmla="*/ 52072 h 313868"/>
                <a:gd name="csX107" fmla="*/ 41085 w 407502"/>
                <a:gd name="csY107" fmla="*/ 48728 h 313868"/>
                <a:gd name="csX108" fmla="*/ 42040 w 407502"/>
                <a:gd name="csY108" fmla="*/ 47773 h 313868"/>
                <a:gd name="csX109" fmla="*/ 42996 w 407502"/>
                <a:gd name="csY109" fmla="*/ 47773 h 313868"/>
                <a:gd name="csX110" fmla="*/ 45862 w 407502"/>
                <a:gd name="csY110" fmla="*/ 47295 h 313868"/>
                <a:gd name="csX111" fmla="*/ 51117 w 407502"/>
                <a:gd name="csY111" fmla="*/ 45862 h 313868"/>
                <a:gd name="csX112" fmla="*/ 56372 w 407502"/>
                <a:gd name="csY112" fmla="*/ 44906 h 313868"/>
                <a:gd name="csX113" fmla="*/ 56849 w 407502"/>
                <a:gd name="csY113" fmla="*/ 44906 h 313868"/>
                <a:gd name="csX114" fmla="*/ 58283 w 407502"/>
                <a:gd name="csY114" fmla="*/ 42040 h 313868"/>
                <a:gd name="csX115" fmla="*/ 59716 w 407502"/>
                <a:gd name="csY115" fmla="*/ 38218 h 313868"/>
                <a:gd name="csX116" fmla="*/ 60194 w 407502"/>
                <a:gd name="csY116" fmla="*/ 38218 h 313868"/>
                <a:gd name="csX117" fmla="*/ 60194 w 407502"/>
                <a:gd name="csY117" fmla="*/ 37740 h 313868"/>
                <a:gd name="csX118" fmla="*/ 64015 w 407502"/>
                <a:gd name="csY118" fmla="*/ 35830 h 313868"/>
                <a:gd name="csX119" fmla="*/ 66404 w 407502"/>
                <a:gd name="csY119" fmla="*/ 34396 h 313868"/>
                <a:gd name="csX120" fmla="*/ 63060 w 407502"/>
                <a:gd name="csY120" fmla="*/ 31052 h 313868"/>
                <a:gd name="csX121" fmla="*/ 60194 w 407502"/>
                <a:gd name="csY121" fmla="*/ 27708 h 313868"/>
                <a:gd name="csX122" fmla="*/ 56372 w 407502"/>
                <a:gd name="csY122" fmla="*/ 23886 h 313868"/>
                <a:gd name="csX123" fmla="*/ 53505 w 407502"/>
                <a:gd name="csY123" fmla="*/ 21020 h 313868"/>
                <a:gd name="csX124" fmla="*/ 49206 w 407502"/>
                <a:gd name="csY124" fmla="*/ 16243 h 313868"/>
                <a:gd name="csX125" fmla="*/ 49206 w 407502"/>
                <a:gd name="csY125" fmla="*/ 16243 h 313868"/>
                <a:gd name="csX126" fmla="*/ 46340 w 407502"/>
                <a:gd name="csY126" fmla="*/ 13376 h 313868"/>
                <a:gd name="csX127" fmla="*/ 51117 w 407502"/>
                <a:gd name="csY127" fmla="*/ 11943 h 313868"/>
                <a:gd name="csX128" fmla="*/ 56849 w 407502"/>
                <a:gd name="csY128" fmla="*/ 10510 h 313868"/>
                <a:gd name="csX129" fmla="*/ 62582 w 407502"/>
                <a:gd name="csY129" fmla="*/ 9077 h 313868"/>
                <a:gd name="csX130" fmla="*/ 69271 w 407502"/>
                <a:gd name="csY130" fmla="*/ 7166 h 313868"/>
                <a:gd name="csX131" fmla="*/ 74526 w 407502"/>
                <a:gd name="csY131" fmla="*/ 6210 h 313868"/>
                <a:gd name="csX132" fmla="*/ 76437 w 407502"/>
                <a:gd name="csY132" fmla="*/ 5255 h 313868"/>
                <a:gd name="csX133" fmla="*/ 82169 w 407502"/>
                <a:gd name="csY133" fmla="*/ 3822 h 313868"/>
                <a:gd name="csX134" fmla="*/ 85035 w 407502"/>
                <a:gd name="csY134" fmla="*/ 3344 h 313868"/>
                <a:gd name="csX135" fmla="*/ 85991 w 407502"/>
                <a:gd name="csY135" fmla="*/ 2866 h 313868"/>
                <a:gd name="csX136" fmla="*/ 86947 w 407502"/>
                <a:gd name="csY136" fmla="*/ 2389 h 313868"/>
                <a:gd name="csX137" fmla="*/ 89813 w 407502"/>
                <a:gd name="csY137" fmla="*/ 0 h 313868"/>
                <a:gd name="csX138" fmla="*/ 94112 w 407502"/>
                <a:gd name="csY138" fmla="*/ 955 h 313868"/>
                <a:gd name="csX139" fmla="*/ 100801 w 407502"/>
                <a:gd name="csY139" fmla="*/ 1911 h 313868"/>
                <a:gd name="csX140" fmla="*/ 107011 w 407502"/>
                <a:gd name="csY140" fmla="*/ 2866 h 313868"/>
                <a:gd name="csX141" fmla="*/ 113699 w 407502"/>
                <a:gd name="csY141" fmla="*/ 3822 h 313868"/>
                <a:gd name="csX142" fmla="*/ 116088 w 407502"/>
                <a:gd name="csY142" fmla="*/ 5255 h 313868"/>
                <a:gd name="csX143" fmla="*/ 122776 w 407502"/>
                <a:gd name="csY143" fmla="*/ 8599 h 313868"/>
                <a:gd name="csX144" fmla="*/ 122776 w 407502"/>
                <a:gd name="csY144" fmla="*/ 8599 h 313868"/>
                <a:gd name="csX145" fmla="*/ 127076 w 407502"/>
                <a:gd name="csY145" fmla="*/ 10988 h 313868"/>
                <a:gd name="csX146" fmla="*/ 131853 w 407502"/>
                <a:gd name="csY146" fmla="*/ 13854 h 313868"/>
                <a:gd name="csX147" fmla="*/ 138063 w 407502"/>
                <a:gd name="csY147" fmla="*/ 17198 h 313868"/>
                <a:gd name="csX148" fmla="*/ 142363 w 407502"/>
                <a:gd name="csY148" fmla="*/ 19109 h 313868"/>
                <a:gd name="csX149" fmla="*/ 147618 w 407502"/>
                <a:gd name="csY149" fmla="*/ 22453 h 313868"/>
                <a:gd name="csX150" fmla="*/ 151918 w 407502"/>
                <a:gd name="csY150" fmla="*/ 25797 h 313868"/>
                <a:gd name="csX151" fmla="*/ 157173 w 407502"/>
                <a:gd name="csY151" fmla="*/ 30097 h 313868"/>
                <a:gd name="csX152" fmla="*/ 163383 w 407502"/>
                <a:gd name="csY152" fmla="*/ 34396 h 313868"/>
                <a:gd name="csX153" fmla="*/ 168161 w 407502"/>
                <a:gd name="csY153" fmla="*/ 38218 h 313868"/>
                <a:gd name="csX154" fmla="*/ 174849 w 407502"/>
                <a:gd name="csY154" fmla="*/ 42996 h 313868"/>
                <a:gd name="csX155" fmla="*/ 181537 w 407502"/>
                <a:gd name="csY155" fmla="*/ 48251 h 313868"/>
                <a:gd name="csX156" fmla="*/ 187747 w 407502"/>
                <a:gd name="csY156" fmla="*/ 53028 h 313868"/>
                <a:gd name="csX157" fmla="*/ 193002 w 407502"/>
                <a:gd name="csY157" fmla="*/ 56850 h 313868"/>
                <a:gd name="csX158" fmla="*/ 199691 w 407502"/>
                <a:gd name="csY158" fmla="*/ 61627 h 313868"/>
                <a:gd name="csX159" fmla="*/ 200168 w 407502"/>
                <a:gd name="csY159" fmla="*/ 61627 h 313868"/>
                <a:gd name="csX160" fmla="*/ 206856 w 407502"/>
                <a:gd name="csY160" fmla="*/ 62105 h 313868"/>
                <a:gd name="csX161" fmla="*/ 206856 w 407502"/>
                <a:gd name="csY161" fmla="*/ 62105 h 313868"/>
                <a:gd name="csX162" fmla="*/ 215456 w 407502"/>
                <a:gd name="csY162" fmla="*/ 63060 h 313868"/>
                <a:gd name="csX163" fmla="*/ 224533 w 407502"/>
                <a:gd name="csY163" fmla="*/ 64016 h 313868"/>
                <a:gd name="csX164" fmla="*/ 232654 w 407502"/>
                <a:gd name="csY164" fmla="*/ 64493 h 313868"/>
                <a:gd name="csX165" fmla="*/ 235998 w 407502"/>
                <a:gd name="csY165" fmla="*/ 64016 h 313868"/>
                <a:gd name="csX166" fmla="*/ 239820 w 407502"/>
                <a:gd name="csY166" fmla="*/ 64016 h 313868"/>
                <a:gd name="csX167" fmla="*/ 245075 w 407502"/>
                <a:gd name="csY167" fmla="*/ 64971 h 313868"/>
                <a:gd name="csX168" fmla="*/ 247941 w 407502"/>
                <a:gd name="csY168" fmla="*/ 64971 h 313868"/>
                <a:gd name="csX169" fmla="*/ 254152 w 407502"/>
                <a:gd name="csY169" fmla="*/ 65927 h 313868"/>
                <a:gd name="csX170" fmla="*/ 255585 w 407502"/>
                <a:gd name="csY170" fmla="*/ 69271 h 313868"/>
                <a:gd name="csX171" fmla="*/ 256540 w 407502"/>
                <a:gd name="csY171" fmla="*/ 71182 h 313868"/>
                <a:gd name="csX172" fmla="*/ 257018 w 407502"/>
                <a:gd name="csY172" fmla="*/ 73570 h 313868"/>
                <a:gd name="csX173" fmla="*/ 258929 w 407502"/>
                <a:gd name="csY173" fmla="*/ 75481 h 313868"/>
                <a:gd name="csX174" fmla="*/ 262751 w 407502"/>
                <a:gd name="csY174" fmla="*/ 75481 h 313868"/>
                <a:gd name="csX175" fmla="*/ 266095 w 407502"/>
                <a:gd name="csY175" fmla="*/ 75481 h 313868"/>
                <a:gd name="csX176" fmla="*/ 270395 w 407502"/>
                <a:gd name="csY176" fmla="*/ 75481 h 313868"/>
                <a:gd name="csX177" fmla="*/ 274216 w 407502"/>
                <a:gd name="csY177" fmla="*/ 75003 h 313868"/>
                <a:gd name="csX178" fmla="*/ 275172 w 407502"/>
                <a:gd name="csY178" fmla="*/ 76914 h 313868"/>
                <a:gd name="csX179" fmla="*/ 275650 w 407502"/>
                <a:gd name="csY179" fmla="*/ 79303 h 313868"/>
                <a:gd name="csX180" fmla="*/ 277561 w 407502"/>
                <a:gd name="csY180" fmla="*/ 83603 h 313868"/>
                <a:gd name="csX181" fmla="*/ 280427 w 407502"/>
                <a:gd name="csY181" fmla="*/ 87424 h 313868"/>
                <a:gd name="csX182" fmla="*/ 281382 w 407502"/>
                <a:gd name="csY182" fmla="*/ 88380 h 313868"/>
                <a:gd name="csX183" fmla="*/ 281860 w 407502"/>
                <a:gd name="csY183" fmla="*/ 90291 h 313868"/>
                <a:gd name="csX184" fmla="*/ 281382 w 407502"/>
                <a:gd name="csY184" fmla="*/ 91246 h 313868"/>
                <a:gd name="csX185" fmla="*/ 280905 w 407502"/>
                <a:gd name="csY185" fmla="*/ 92202 h 313868"/>
                <a:gd name="csX186" fmla="*/ 283293 w 407502"/>
                <a:gd name="csY186" fmla="*/ 94112 h 313868"/>
                <a:gd name="csX187" fmla="*/ 286638 w 407502"/>
                <a:gd name="csY187" fmla="*/ 95546 h 313868"/>
                <a:gd name="csX188" fmla="*/ 288071 w 407502"/>
                <a:gd name="csY188" fmla="*/ 96024 h 313868"/>
                <a:gd name="csX189" fmla="*/ 289982 w 407502"/>
                <a:gd name="csY189" fmla="*/ 96979 h 313868"/>
                <a:gd name="csX190" fmla="*/ 288548 w 407502"/>
                <a:gd name="csY190" fmla="*/ 97935 h 313868"/>
                <a:gd name="csX191" fmla="*/ 290459 w 407502"/>
                <a:gd name="csY191" fmla="*/ 100323 h 313868"/>
                <a:gd name="csX192" fmla="*/ 293325 w 407502"/>
                <a:gd name="csY192" fmla="*/ 103189 h 313868"/>
                <a:gd name="csX193" fmla="*/ 295714 w 407502"/>
                <a:gd name="csY193" fmla="*/ 103667 h 313868"/>
                <a:gd name="csX194" fmla="*/ 299059 w 407502"/>
                <a:gd name="csY194" fmla="*/ 107489 h 313868"/>
                <a:gd name="csX195" fmla="*/ 304791 w 407502"/>
                <a:gd name="csY195" fmla="*/ 110355 h 313868"/>
                <a:gd name="csX196" fmla="*/ 308135 w 407502"/>
                <a:gd name="csY196" fmla="*/ 113700 h 313868"/>
                <a:gd name="csX197" fmla="*/ 307657 w 407502"/>
                <a:gd name="csY197" fmla="*/ 113700 h 313868"/>
                <a:gd name="csX198" fmla="*/ 306702 w 407502"/>
                <a:gd name="csY198" fmla="*/ 113222 h 313868"/>
                <a:gd name="csX199" fmla="*/ 305269 w 407502"/>
                <a:gd name="csY199" fmla="*/ 112744 h 313868"/>
                <a:gd name="csX200" fmla="*/ 305269 w 407502"/>
                <a:gd name="csY200" fmla="*/ 113222 h 313868"/>
                <a:gd name="csX201" fmla="*/ 305269 w 407502"/>
                <a:gd name="csY201" fmla="*/ 114655 h 313868"/>
                <a:gd name="csX202" fmla="*/ 305269 w 407502"/>
                <a:gd name="csY202" fmla="*/ 116566 h 313868"/>
                <a:gd name="csX203" fmla="*/ 307180 w 407502"/>
                <a:gd name="csY203" fmla="*/ 117999 h 313868"/>
                <a:gd name="csX204" fmla="*/ 308613 w 407502"/>
                <a:gd name="csY204" fmla="*/ 118954 h 313868"/>
                <a:gd name="csX205" fmla="*/ 309091 w 407502"/>
                <a:gd name="csY205" fmla="*/ 120865 h 313868"/>
                <a:gd name="csX206" fmla="*/ 308135 w 407502"/>
                <a:gd name="csY206" fmla="*/ 125165 h 313868"/>
                <a:gd name="csX207" fmla="*/ 307657 w 407502"/>
                <a:gd name="csY207" fmla="*/ 125165 h 313868"/>
                <a:gd name="csX208" fmla="*/ 306702 w 407502"/>
                <a:gd name="csY208" fmla="*/ 124687 h 313868"/>
                <a:gd name="csX209" fmla="*/ 306224 w 407502"/>
                <a:gd name="csY209" fmla="*/ 124687 h 313868"/>
                <a:gd name="csX210" fmla="*/ 305747 w 407502"/>
                <a:gd name="csY210" fmla="*/ 124687 h 313868"/>
                <a:gd name="csX211" fmla="*/ 306702 w 407502"/>
                <a:gd name="csY211" fmla="*/ 128031 h 313868"/>
                <a:gd name="csX212" fmla="*/ 307657 w 407502"/>
                <a:gd name="csY212" fmla="*/ 129942 h 313868"/>
                <a:gd name="csX213" fmla="*/ 308613 w 407502"/>
                <a:gd name="csY213" fmla="*/ 131853 h 313868"/>
                <a:gd name="csX214" fmla="*/ 309568 w 407502"/>
                <a:gd name="csY214" fmla="*/ 134719 h 313868"/>
                <a:gd name="csX215" fmla="*/ 310524 w 407502"/>
                <a:gd name="csY215" fmla="*/ 135675 h 313868"/>
                <a:gd name="csX216" fmla="*/ 313868 w 407502"/>
                <a:gd name="csY216" fmla="*/ 138542 h 313868"/>
                <a:gd name="csX217" fmla="*/ 314823 w 407502"/>
                <a:gd name="csY217" fmla="*/ 140930 h 313868"/>
                <a:gd name="csX218" fmla="*/ 315779 w 407502"/>
                <a:gd name="csY218" fmla="*/ 145230 h 313868"/>
                <a:gd name="csX219" fmla="*/ 318168 w 407502"/>
                <a:gd name="csY219" fmla="*/ 147618 h 313868"/>
                <a:gd name="csX220" fmla="*/ 319123 w 407502"/>
                <a:gd name="csY220" fmla="*/ 149529 h 313868"/>
                <a:gd name="csX221" fmla="*/ 321034 w 407502"/>
                <a:gd name="csY221" fmla="*/ 151440 h 313868"/>
                <a:gd name="csX222" fmla="*/ 321989 w 407502"/>
                <a:gd name="csY222" fmla="*/ 153351 h 313868"/>
                <a:gd name="csX223" fmla="*/ 323423 w 407502"/>
                <a:gd name="csY223" fmla="*/ 155262 h 313868"/>
                <a:gd name="csX224" fmla="*/ 323423 w 407502"/>
                <a:gd name="csY224" fmla="*/ 155262 h 313868"/>
                <a:gd name="csX225" fmla="*/ 323900 w 407502"/>
                <a:gd name="csY225" fmla="*/ 155740 h 313868"/>
                <a:gd name="csX226" fmla="*/ 325334 w 407502"/>
                <a:gd name="csY226" fmla="*/ 155740 h 313868"/>
                <a:gd name="csX227" fmla="*/ 326766 w 407502"/>
                <a:gd name="csY227" fmla="*/ 155740 h 313868"/>
                <a:gd name="csX228" fmla="*/ 328200 w 407502"/>
                <a:gd name="csY228" fmla="*/ 155262 h 313868"/>
                <a:gd name="csX229" fmla="*/ 330111 w 407502"/>
                <a:gd name="csY229" fmla="*/ 154784 h 313868"/>
                <a:gd name="csX230" fmla="*/ 331544 w 407502"/>
                <a:gd name="csY230" fmla="*/ 155740 h 313868"/>
                <a:gd name="csX231" fmla="*/ 332977 w 407502"/>
                <a:gd name="csY231" fmla="*/ 155740 h 313868"/>
                <a:gd name="csX232" fmla="*/ 332977 w 407502"/>
                <a:gd name="csY232" fmla="*/ 156217 h 313868"/>
                <a:gd name="csX233" fmla="*/ 332022 w 407502"/>
                <a:gd name="csY233" fmla="*/ 157651 h 313868"/>
                <a:gd name="csX234" fmla="*/ 331066 w 407502"/>
                <a:gd name="csY234" fmla="*/ 160039 h 313868"/>
                <a:gd name="csX235" fmla="*/ 332500 w 407502"/>
                <a:gd name="csY235" fmla="*/ 160517 h 313868"/>
                <a:gd name="csX236" fmla="*/ 334411 w 407502"/>
                <a:gd name="csY236" fmla="*/ 160995 h 313868"/>
                <a:gd name="csX237" fmla="*/ 335366 w 407502"/>
                <a:gd name="csY237" fmla="*/ 161473 h 313868"/>
                <a:gd name="csX238" fmla="*/ 335843 w 407502"/>
                <a:gd name="csY238" fmla="*/ 161473 h 313868"/>
                <a:gd name="csX239" fmla="*/ 335843 w 407502"/>
                <a:gd name="csY239" fmla="*/ 161950 h 313868"/>
                <a:gd name="csX240" fmla="*/ 335843 w 407502"/>
                <a:gd name="csY240" fmla="*/ 164339 h 313868"/>
                <a:gd name="csX241" fmla="*/ 336321 w 407502"/>
                <a:gd name="csY241" fmla="*/ 165294 h 313868"/>
                <a:gd name="csX242" fmla="*/ 337277 w 407502"/>
                <a:gd name="csY242" fmla="*/ 166250 h 313868"/>
                <a:gd name="csX243" fmla="*/ 338232 w 407502"/>
                <a:gd name="csY243" fmla="*/ 167683 h 313868"/>
                <a:gd name="csX244" fmla="*/ 339188 w 407502"/>
                <a:gd name="csY244" fmla="*/ 168638 h 313868"/>
                <a:gd name="csX245" fmla="*/ 340621 w 407502"/>
                <a:gd name="csY245" fmla="*/ 170072 h 313868"/>
                <a:gd name="csX246" fmla="*/ 341577 w 407502"/>
                <a:gd name="csY246" fmla="*/ 171505 h 313868"/>
                <a:gd name="csX247" fmla="*/ 342532 w 407502"/>
                <a:gd name="csY247" fmla="*/ 172938 h 313868"/>
                <a:gd name="csX248" fmla="*/ 343965 w 407502"/>
                <a:gd name="csY248" fmla="*/ 173893 h 313868"/>
                <a:gd name="csX249" fmla="*/ 344920 w 407502"/>
                <a:gd name="csY249" fmla="*/ 175326 h 313868"/>
                <a:gd name="csX250" fmla="*/ 345876 w 407502"/>
                <a:gd name="csY250" fmla="*/ 176760 h 313868"/>
                <a:gd name="csX251" fmla="*/ 346831 w 407502"/>
                <a:gd name="csY251" fmla="*/ 177715 h 313868"/>
                <a:gd name="csX252" fmla="*/ 348264 w 407502"/>
                <a:gd name="csY252" fmla="*/ 179149 h 313868"/>
                <a:gd name="csX253" fmla="*/ 349220 w 407502"/>
                <a:gd name="csY253" fmla="*/ 180582 h 313868"/>
                <a:gd name="csX254" fmla="*/ 349220 w 407502"/>
                <a:gd name="csY254" fmla="*/ 180582 h 313868"/>
                <a:gd name="csX255" fmla="*/ 350175 w 407502"/>
                <a:gd name="csY255" fmla="*/ 182015 h 313868"/>
                <a:gd name="csX256" fmla="*/ 351609 w 407502"/>
                <a:gd name="csY256" fmla="*/ 182970 h 313868"/>
                <a:gd name="csX257" fmla="*/ 352564 w 407502"/>
                <a:gd name="csY257" fmla="*/ 184403 h 313868"/>
                <a:gd name="csX258" fmla="*/ 352564 w 407502"/>
                <a:gd name="csY258" fmla="*/ 184403 h 313868"/>
                <a:gd name="csX259" fmla="*/ 353520 w 407502"/>
                <a:gd name="csY259" fmla="*/ 185837 h 313868"/>
                <a:gd name="csX260" fmla="*/ 354475 w 407502"/>
                <a:gd name="csY260" fmla="*/ 186792 h 313868"/>
                <a:gd name="csX261" fmla="*/ 355430 w 407502"/>
                <a:gd name="csY261" fmla="*/ 187748 h 313868"/>
                <a:gd name="csX262" fmla="*/ 355430 w 407502"/>
                <a:gd name="csY262" fmla="*/ 187748 h 313868"/>
                <a:gd name="csX263" fmla="*/ 357341 w 407502"/>
                <a:gd name="csY263" fmla="*/ 188225 h 313868"/>
                <a:gd name="csX264" fmla="*/ 357819 w 407502"/>
                <a:gd name="csY264" fmla="*/ 188225 h 313868"/>
                <a:gd name="csX265" fmla="*/ 359252 w 407502"/>
                <a:gd name="csY265" fmla="*/ 188225 h 313868"/>
                <a:gd name="csX266" fmla="*/ 361641 w 407502"/>
                <a:gd name="csY266" fmla="*/ 188703 h 313868"/>
                <a:gd name="csX267" fmla="*/ 364507 w 407502"/>
                <a:gd name="csY267" fmla="*/ 189181 h 313868"/>
                <a:gd name="csX268" fmla="*/ 368329 w 407502"/>
                <a:gd name="csY268" fmla="*/ 189658 h 313868"/>
                <a:gd name="csX269" fmla="*/ 372151 w 407502"/>
                <a:gd name="csY269" fmla="*/ 190136 h 313868"/>
                <a:gd name="csX270" fmla="*/ 376450 w 407502"/>
                <a:gd name="csY270" fmla="*/ 190614 h 313868"/>
                <a:gd name="csX271" fmla="*/ 376450 w 407502"/>
                <a:gd name="csY271" fmla="*/ 190614 h 313868"/>
                <a:gd name="csX272" fmla="*/ 380750 w 407502"/>
                <a:gd name="csY272" fmla="*/ 191092 h 313868"/>
                <a:gd name="csX273" fmla="*/ 385050 w 407502"/>
                <a:gd name="csY273" fmla="*/ 191569 h 313868"/>
                <a:gd name="csX274" fmla="*/ 389349 w 407502"/>
                <a:gd name="csY274" fmla="*/ 192047 h 313868"/>
                <a:gd name="csX275" fmla="*/ 393649 w 407502"/>
                <a:gd name="csY275" fmla="*/ 192525 h 313868"/>
                <a:gd name="csX276" fmla="*/ 393649 w 407502"/>
                <a:gd name="csY276" fmla="*/ 192525 h 313868"/>
                <a:gd name="csX277" fmla="*/ 396993 w 407502"/>
                <a:gd name="csY277" fmla="*/ 193003 h 313868"/>
                <a:gd name="csX278" fmla="*/ 400337 w 407502"/>
                <a:gd name="csY278" fmla="*/ 193480 h 313868"/>
                <a:gd name="csX279" fmla="*/ 402726 w 407502"/>
                <a:gd name="csY279" fmla="*/ 193480 h 313868"/>
                <a:gd name="csX280" fmla="*/ 404159 w 407502"/>
                <a:gd name="csY280" fmla="*/ 193958 h 313868"/>
                <a:gd name="csX281" fmla="*/ 404637 w 407502"/>
                <a:gd name="csY281" fmla="*/ 193958 h 313868"/>
                <a:gd name="csX282" fmla="*/ 406070 w 407502"/>
                <a:gd name="csY282" fmla="*/ 193958 h 313868"/>
                <a:gd name="csX283" fmla="*/ 406548 w 407502"/>
                <a:gd name="csY283" fmla="*/ 193958 h 313868"/>
                <a:gd name="csX284" fmla="*/ 407503 w 407502"/>
                <a:gd name="csY284" fmla="*/ 192525 h 313868"/>
                <a:gd name="csX285" fmla="*/ 407503 w 407502"/>
                <a:gd name="csY285" fmla="*/ 192525 h 313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</a:cxnLst>
              <a:rect l="l" t="t" r="r" b="b"/>
              <a:pathLst>
                <a:path w="407502" h="313868">
                  <a:moveTo>
                    <a:pt x="161950" y="313868"/>
                  </a:moveTo>
                  <a:lnTo>
                    <a:pt x="161950" y="313868"/>
                  </a:lnTo>
                  <a:lnTo>
                    <a:pt x="161950" y="312435"/>
                  </a:lnTo>
                  <a:lnTo>
                    <a:pt x="160517" y="310524"/>
                  </a:lnTo>
                  <a:lnTo>
                    <a:pt x="160517" y="308613"/>
                  </a:lnTo>
                  <a:lnTo>
                    <a:pt x="160039" y="307180"/>
                  </a:lnTo>
                  <a:lnTo>
                    <a:pt x="159084" y="305747"/>
                  </a:lnTo>
                  <a:lnTo>
                    <a:pt x="157173" y="304791"/>
                  </a:lnTo>
                  <a:lnTo>
                    <a:pt x="157173" y="302880"/>
                  </a:lnTo>
                  <a:lnTo>
                    <a:pt x="155740" y="301447"/>
                  </a:lnTo>
                  <a:lnTo>
                    <a:pt x="153829" y="300014"/>
                  </a:lnTo>
                  <a:lnTo>
                    <a:pt x="152873" y="297147"/>
                  </a:lnTo>
                  <a:lnTo>
                    <a:pt x="151918" y="293804"/>
                  </a:lnTo>
                  <a:lnTo>
                    <a:pt x="147140" y="289504"/>
                  </a:lnTo>
                  <a:lnTo>
                    <a:pt x="141408" y="285204"/>
                  </a:lnTo>
                  <a:lnTo>
                    <a:pt x="139497" y="283294"/>
                  </a:lnTo>
                  <a:lnTo>
                    <a:pt x="136631" y="278516"/>
                  </a:lnTo>
                  <a:lnTo>
                    <a:pt x="135197" y="274694"/>
                  </a:lnTo>
                  <a:lnTo>
                    <a:pt x="130897" y="270395"/>
                  </a:lnTo>
                  <a:lnTo>
                    <a:pt x="130897" y="268484"/>
                  </a:lnTo>
                  <a:lnTo>
                    <a:pt x="130420" y="266573"/>
                  </a:lnTo>
                  <a:lnTo>
                    <a:pt x="129465" y="264184"/>
                  </a:lnTo>
                  <a:lnTo>
                    <a:pt x="128509" y="262751"/>
                  </a:lnTo>
                  <a:lnTo>
                    <a:pt x="124687" y="254630"/>
                  </a:lnTo>
                  <a:lnTo>
                    <a:pt x="123254" y="253674"/>
                  </a:lnTo>
                  <a:lnTo>
                    <a:pt x="122299" y="251763"/>
                  </a:lnTo>
                  <a:lnTo>
                    <a:pt x="121821" y="250330"/>
                  </a:lnTo>
                  <a:lnTo>
                    <a:pt x="121821" y="249852"/>
                  </a:lnTo>
                  <a:lnTo>
                    <a:pt x="118954" y="248419"/>
                  </a:lnTo>
                  <a:lnTo>
                    <a:pt x="116088" y="245075"/>
                  </a:lnTo>
                  <a:lnTo>
                    <a:pt x="107967" y="239820"/>
                  </a:lnTo>
                  <a:lnTo>
                    <a:pt x="104145" y="239342"/>
                  </a:lnTo>
                  <a:lnTo>
                    <a:pt x="101278" y="237431"/>
                  </a:lnTo>
                  <a:lnTo>
                    <a:pt x="98890" y="235043"/>
                  </a:lnTo>
                  <a:lnTo>
                    <a:pt x="96501" y="230743"/>
                  </a:lnTo>
                  <a:lnTo>
                    <a:pt x="92201" y="226444"/>
                  </a:lnTo>
                  <a:lnTo>
                    <a:pt x="88380" y="219756"/>
                  </a:lnTo>
                  <a:lnTo>
                    <a:pt x="89813" y="217367"/>
                  </a:lnTo>
                  <a:lnTo>
                    <a:pt x="89813" y="215456"/>
                  </a:lnTo>
                  <a:lnTo>
                    <a:pt x="88380" y="212590"/>
                  </a:lnTo>
                  <a:lnTo>
                    <a:pt x="87424" y="210679"/>
                  </a:lnTo>
                  <a:lnTo>
                    <a:pt x="86469" y="208768"/>
                  </a:lnTo>
                  <a:lnTo>
                    <a:pt x="86947" y="205424"/>
                  </a:lnTo>
                  <a:lnTo>
                    <a:pt x="87424" y="202080"/>
                  </a:lnTo>
                  <a:lnTo>
                    <a:pt x="87902" y="200646"/>
                  </a:lnTo>
                  <a:lnTo>
                    <a:pt x="88858" y="198735"/>
                  </a:lnTo>
                  <a:lnTo>
                    <a:pt x="87902" y="194436"/>
                  </a:lnTo>
                  <a:lnTo>
                    <a:pt x="86947" y="192525"/>
                  </a:lnTo>
                  <a:lnTo>
                    <a:pt x="86947" y="191092"/>
                  </a:lnTo>
                  <a:lnTo>
                    <a:pt x="85513" y="190614"/>
                  </a:lnTo>
                  <a:lnTo>
                    <a:pt x="84558" y="189181"/>
                  </a:lnTo>
                  <a:lnTo>
                    <a:pt x="85513" y="189181"/>
                  </a:lnTo>
                  <a:lnTo>
                    <a:pt x="83603" y="186792"/>
                  </a:lnTo>
                  <a:lnTo>
                    <a:pt x="82647" y="185837"/>
                  </a:lnTo>
                  <a:lnTo>
                    <a:pt x="81692" y="182970"/>
                  </a:lnTo>
                  <a:lnTo>
                    <a:pt x="80736" y="180582"/>
                  </a:lnTo>
                  <a:lnTo>
                    <a:pt x="77870" y="175804"/>
                  </a:lnTo>
                  <a:lnTo>
                    <a:pt x="75959" y="172460"/>
                  </a:lnTo>
                  <a:lnTo>
                    <a:pt x="72615" y="168638"/>
                  </a:lnTo>
                  <a:lnTo>
                    <a:pt x="68793" y="165772"/>
                  </a:lnTo>
                  <a:lnTo>
                    <a:pt x="66404" y="164339"/>
                  </a:lnTo>
                  <a:lnTo>
                    <a:pt x="65449" y="163383"/>
                  </a:lnTo>
                  <a:lnTo>
                    <a:pt x="63538" y="163383"/>
                  </a:lnTo>
                  <a:lnTo>
                    <a:pt x="61149" y="161473"/>
                  </a:lnTo>
                  <a:lnTo>
                    <a:pt x="59716" y="161473"/>
                  </a:lnTo>
                  <a:lnTo>
                    <a:pt x="57805" y="160995"/>
                  </a:lnTo>
                  <a:lnTo>
                    <a:pt x="55416" y="157651"/>
                  </a:lnTo>
                  <a:lnTo>
                    <a:pt x="53983" y="154784"/>
                  </a:lnTo>
                  <a:lnTo>
                    <a:pt x="50639" y="150485"/>
                  </a:lnTo>
                  <a:lnTo>
                    <a:pt x="51594" y="149529"/>
                  </a:lnTo>
                  <a:lnTo>
                    <a:pt x="52550" y="148096"/>
                  </a:lnTo>
                  <a:lnTo>
                    <a:pt x="52072" y="145707"/>
                  </a:lnTo>
                  <a:lnTo>
                    <a:pt x="51594" y="144274"/>
                  </a:lnTo>
                  <a:lnTo>
                    <a:pt x="50162" y="141408"/>
                  </a:lnTo>
                  <a:lnTo>
                    <a:pt x="45384" y="134242"/>
                  </a:lnTo>
                  <a:lnTo>
                    <a:pt x="44428" y="133286"/>
                  </a:lnTo>
                  <a:lnTo>
                    <a:pt x="42517" y="131853"/>
                  </a:lnTo>
                  <a:lnTo>
                    <a:pt x="41085" y="128987"/>
                  </a:lnTo>
                  <a:lnTo>
                    <a:pt x="40607" y="126120"/>
                  </a:lnTo>
                  <a:lnTo>
                    <a:pt x="37740" y="124687"/>
                  </a:lnTo>
                  <a:lnTo>
                    <a:pt x="32008" y="115133"/>
                  </a:lnTo>
                  <a:lnTo>
                    <a:pt x="29141" y="111311"/>
                  </a:lnTo>
                  <a:lnTo>
                    <a:pt x="27708" y="109400"/>
                  </a:lnTo>
                  <a:lnTo>
                    <a:pt x="24364" y="105578"/>
                  </a:lnTo>
                  <a:lnTo>
                    <a:pt x="22453" y="101756"/>
                  </a:lnTo>
                  <a:lnTo>
                    <a:pt x="19109" y="97935"/>
                  </a:lnTo>
                  <a:lnTo>
                    <a:pt x="15765" y="91724"/>
                  </a:lnTo>
                  <a:lnTo>
                    <a:pt x="10987" y="85513"/>
                  </a:lnTo>
                  <a:lnTo>
                    <a:pt x="9076" y="84558"/>
                  </a:lnTo>
                  <a:lnTo>
                    <a:pt x="3821" y="84080"/>
                  </a:lnTo>
                  <a:lnTo>
                    <a:pt x="1910" y="83603"/>
                  </a:lnTo>
                  <a:lnTo>
                    <a:pt x="0" y="85036"/>
                  </a:lnTo>
                  <a:lnTo>
                    <a:pt x="0" y="83603"/>
                  </a:lnTo>
                  <a:lnTo>
                    <a:pt x="955" y="80736"/>
                  </a:lnTo>
                  <a:lnTo>
                    <a:pt x="2866" y="75959"/>
                  </a:lnTo>
                  <a:lnTo>
                    <a:pt x="3344" y="71659"/>
                  </a:lnTo>
                  <a:lnTo>
                    <a:pt x="6688" y="58283"/>
                  </a:lnTo>
                  <a:lnTo>
                    <a:pt x="10510" y="59238"/>
                  </a:lnTo>
                  <a:lnTo>
                    <a:pt x="14332" y="59716"/>
                  </a:lnTo>
                  <a:lnTo>
                    <a:pt x="19109" y="60671"/>
                  </a:lnTo>
                  <a:lnTo>
                    <a:pt x="24364" y="61149"/>
                  </a:lnTo>
                  <a:lnTo>
                    <a:pt x="27708" y="61627"/>
                  </a:lnTo>
                  <a:lnTo>
                    <a:pt x="28664" y="61627"/>
                  </a:lnTo>
                  <a:lnTo>
                    <a:pt x="32963" y="58283"/>
                  </a:lnTo>
                  <a:lnTo>
                    <a:pt x="36785" y="55417"/>
                  </a:lnTo>
                  <a:lnTo>
                    <a:pt x="36785" y="55417"/>
                  </a:lnTo>
                  <a:lnTo>
                    <a:pt x="39174" y="52072"/>
                  </a:lnTo>
                  <a:lnTo>
                    <a:pt x="41085" y="48728"/>
                  </a:lnTo>
                  <a:lnTo>
                    <a:pt x="42040" y="47773"/>
                  </a:lnTo>
                  <a:lnTo>
                    <a:pt x="42996" y="47773"/>
                  </a:lnTo>
                  <a:lnTo>
                    <a:pt x="45862" y="47295"/>
                  </a:lnTo>
                  <a:lnTo>
                    <a:pt x="51117" y="45862"/>
                  </a:lnTo>
                  <a:lnTo>
                    <a:pt x="56372" y="44906"/>
                  </a:lnTo>
                  <a:lnTo>
                    <a:pt x="56849" y="44906"/>
                  </a:lnTo>
                  <a:lnTo>
                    <a:pt x="58283" y="42040"/>
                  </a:lnTo>
                  <a:lnTo>
                    <a:pt x="59716" y="38218"/>
                  </a:lnTo>
                  <a:lnTo>
                    <a:pt x="60194" y="38218"/>
                  </a:lnTo>
                  <a:lnTo>
                    <a:pt x="60194" y="37740"/>
                  </a:lnTo>
                  <a:lnTo>
                    <a:pt x="64015" y="35830"/>
                  </a:lnTo>
                  <a:lnTo>
                    <a:pt x="66404" y="34396"/>
                  </a:lnTo>
                  <a:lnTo>
                    <a:pt x="63060" y="31052"/>
                  </a:lnTo>
                  <a:lnTo>
                    <a:pt x="60194" y="27708"/>
                  </a:lnTo>
                  <a:lnTo>
                    <a:pt x="56372" y="23886"/>
                  </a:lnTo>
                  <a:lnTo>
                    <a:pt x="53505" y="21020"/>
                  </a:lnTo>
                  <a:lnTo>
                    <a:pt x="49206" y="16243"/>
                  </a:lnTo>
                  <a:lnTo>
                    <a:pt x="49206" y="16243"/>
                  </a:lnTo>
                  <a:lnTo>
                    <a:pt x="46340" y="13376"/>
                  </a:lnTo>
                  <a:lnTo>
                    <a:pt x="51117" y="11943"/>
                  </a:lnTo>
                  <a:lnTo>
                    <a:pt x="56849" y="10510"/>
                  </a:lnTo>
                  <a:lnTo>
                    <a:pt x="62582" y="9077"/>
                  </a:lnTo>
                  <a:lnTo>
                    <a:pt x="69271" y="7166"/>
                  </a:lnTo>
                  <a:lnTo>
                    <a:pt x="74526" y="6210"/>
                  </a:lnTo>
                  <a:lnTo>
                    <a:pt x="76437" y="5255"/>
                  </a:lnTo>
                  <a:lnTo>
                    <a:pt x="82169" y="3822"/>
                  </a:lnTo>
                  <a:lnTo>
                    <a:pt x="85035" y="3344"/>
                  </a:lnTo>
                  <a:lnTo>
                    <a:pt x="85991" y="2866"/>
                  </a:lnTo>
                  <a:lnTo>
                    <a:pt x="86947" y="2389"/>
                  </a:lnTo>
                  <a:lnTo>
                    <a:pt x="89813" y="0"/>
                  </a:lnTo>
                  <a:lnTo>
                    <a:pt x="94112" y="955"/>
                  </a:lnTo>
                  <a:lnTo>
                    <a:pt x="100801" y="1911"/>
                  </a:lnTo>
                  <a:lnTo>
                    <a:pt x="107011" y="2866"/>
                  </a:lnTo>
                  <a:lnTo>
                    <a:pt x="113699" y="3822"/>
                  </a:lnTo>
                  <a:lnTo>
                    <a:pt x="116088" y="5255"/>
                  </a:lnTo>
                  <a:lnTo>
                    <a:pt x="122776" y="8599"/>
                  </a:lnTo>
                  <a:lnTo>
                    <a:pt x="122776" y="8599"/>
                  </a:lnTo>
                  <a:lnTo>
                    <a:pt x="127076" y="10988"/>
                  </a:lnTo>
                  <a:lnTo>
                    <a:pt x="131853" y="13854"/>
                  </a:lnTo>
                  <a:lnTo>
                    <a:pt x="138063" y="17198"/>
                  </a:lnTo>
                  <a:lnTo>
                    <a:pt x="142363" y="19109"/>
                  </a:lnTo>
                  <a:lnTo>
                    <a:pt x="147618" y="22453"/>
                  </a:lnTo>
                  <a:lnTo>
                    <a:pt x="151918" y="25797"/>
                  </a:lnTo>
                  <a:lnTo>
                    <a:pt x="157173" y="30097"/>
                  </a:lnTo>
                  <a:lnTo>
                    <a:pt x="163383" y="34396"/>
                  </a:lnTo>
                  <a:lnTo>
                    <a:pt x="168161" y="38218"/>
                  </a:lnTo>
                  <a:lnTo>
                    <a:pt x="174849" y="42996"/>
                  </a:lnTo>
                  <a:lnTo>
                    <a:pt x="181537" y="48251"/>
                  </a:lnTo>
                  <a:lnTo>
                    <a:pt x="187747" y="53028"/>
                  </a:lnTo>
                  <a:lnTo>
                    <a:pt x="193002" y="56850"/>
                  </a:lnTo>
                  <a:lnTo>
                    <a:pt x="199691" y="61627"/>
                  </a:lnTo>
                  <a:lnTo>
                    <a:pt x="200168" y="61627"/>
                  </a:lnTo>
                  <a:lnTo>
                    <a:pt x="206856" y="62105"/>
                  </a:lnTo>
                  <a:lnTo>
                    <a:pt x="206856" y="62105"/>
                  </a:lnTo>
                  <a:lnTo>
                    <a:pt x="215456" y="63060"/>
                  </a:lnTo>
                  <a:lnTo>
                    <a:pt x="224533" y="64016"/>
                  </a:lnTo>
                  <a:lnTo>
                    <a:pt x="232654" y="64493"/>
                  </a:lnTo>
                  <a:lnTo>
                    <a:pt x="235998" y="64016"/>
                  </a:lnTo>
                  <a:lnTo>
                    <a:pt x="239820" y="64016"/>
                  </a:lnTo>
                  <a:lnTo>
                    <a:pt x="245075" y="64971"/>
                  </a:lnTo>
                  <a:lnTo>
                    <a:pt x="247941" y="64971"/>
                  </a:lnTo>
                  <a:lnTo>
                    <a:pt x="254152" y="65927"/>
                  </a:lnTo>
                  <a:lnTo>
                    <a:pt x="255585" y="69271"/>
                  </a:lnTo>
                  <a:lnTo>
                    <a:pt x="256540" y="71182"/>
                  </a:lnTo>
                  <a:lnTo>
                    <a:pt x="257018" y="73570"/>
                  </a:lnTo>
                  <a:lnTo>
                    <a:pt x="258929" y="75481"/>
                  </a:lnTo>
                  <a:lnTo>
                    <a:pt x="262751" y="75481"/>
                  </a:lnTo>
                  <a:lnTo>
                    <a:pt x="266095" y="75481"/>
                  </a:lnTo>
                  <a:lnTo>
                    <a:pt x="270395" y="75481"/>
                  </a:lnTo>
                  <a:lnTo>
                    <a:pt x="274216" y="75003"/>
                  </a:lnTo>
                  <a:lnTo>
                    <a:pt x="275172" y="76914"/>
                  </a:lnTo>
                  <a:lnTo>
                    <a:pt x="275650" y="79303"/>
                  </a:lnTo>
                  <a:lnTo>
                    <a:pt x="277561" y="83603"/>
                  </a:lnTo>
                  <a:lnTo>
                    <a:pt x="280427" y="87424"/>
                  </a:lnTo>
                  <a:lnTo>
                    <a:pt x="281382" y="88380"/>
                  </a:lnTo>
                  <a:lnTo>
                    <a:pt x="281860" y="90291"/>
                  </a:lnTo>
                  <a:lnTo>
                    <a:pt x="281382" y="91246"/>
                  </a:lnTo>
                  <a:lnTo>
                    <a:pt x="280905" y="92202"/>
                  </a:lnTo>
                  <a:lnTo>
                    <a:pt x="283293" y="94112"/>
                  </a:lnTo>
                  <a:lnTo>
                    <a:pt x="286638" y="95546"/>
                  </a:lnTo>
                  <a:lnTo>
                    <a:pt x="288071" y="96024"/>
                  </a:lnTo>
                  <a:lnTo>
                    <a:pt x="289982" y="96979"/>
                  </a:lnTo>
                  <a:lnTo>
                    <a:pt x="288548" y="97935"/>
                  </a:lnTo>
                  <a:lnTo>
                    <a:pt x="290459" y="100323"/>
                  </a:lnTo>
                  <a:lnTo>
                    <a:pt x="293325" y="103189"/>
                  </a:lnTo>
                  <a:lnTo>
                    <a:pt x="295714" y="103667"/>
                  </a:lnTo>
                  <a:lnTo>
                    <a:pt x="299059" y="107489"/>
                  </a:lnTo>
                  <a:lnTo>
                    <a:pt x="304791" y="110355"/>
                  </a:lnTo>
                  <a:lnTo>
                    <a:pt x="308135" y="113700"/>
                  </a:lnTo>
                  <a:lnTo>
                    <a:pt x="307657" y="113700"/>
                  </a:lnTo>
                  <a:lnTo>
                    <a:pt x="306702" y="113222"/>
                  </a:lnTo>
                  <a:lnTo>
                    <a:pt x="305269" y="112744"/>
                  </a:lnTo>
                  <a:lnTo>
                    <a:pt x="305269" y="113222"/>
                  </a:lnTo>
                  <a:lnTo>
                    <a:pt x="305269" y="114655"/>
                  </a:lnTo>
                  <a:lnTo>
                    <a:pt x="305269" y="116566"/>
                  </a:lnTo>
                  <a:lnTo>
                    <a:pt x="307180" y="117999"/>
                  </a:lnTo>
                  <a:lnTo>
                    <a:pt x="308613" y="118954"/>
                  </a:lnTo>
                  <a:lnTo>
                    <a:pt x="309091" y="120865"/>
                  </a:lnTo>
                  <a:lnTo>
                    <a:pt x="308135" y="125165"/>
                  </a:lnTo>
                  <a:lnTo>
                    <a:pt x="307657" y="125165"/>
                  </a:lnTo>
                  <a:lnTo>
                    <a:pt x="306702" y="124687"/>
                  </a:lnTo>
                  <a:lnTo>
                    <a:pt x="306224" y="124687"/>
                  </a:lnTo>
                  <a:lnTo>
                    <a:pt x="305747" y="124687"/>
                  </a:lnTo>
                  <a:lnTo>
                    <a:pt x="306702" y="128031"/>
                  </a:lnTo>
                  <a:lnTo>
                    <a:pt x="307657" y="129942"/>
                  </a:lnTo>
                  <a:lnTo>
                    <a:pt x="308613" y="131853"/>
                  </a:lnTo>
                  <a:lnTo>
                    <a:pt x="309568" y="134719"/>
                  </a:lnTo>
                  <a:lnTo>
                    <a:pt x="310524" y="135675"/>
                  </a:lnTo>
                  <a:lnTo>
                    <a:pt x="313868" y="138542"/>
                  </a:lnTo>
                  <a:lnTo>
                    <a:pt x="314823" y="140930"/>
                  </a:lnTo>
                  <a:lnTo>
                    <a:pt x="315779" y="145230"/>
                  </a:lnTo>
                  <a:lnTo>
                    <a:pt x="318168" y="147618"/>
                  </a:lnTo>
                  <a:lnTo>
                    <a:pt x="319123" y="149529"/>
                  </a:lnTo>
                  <a:lnTo>
                    <a:pt x="321034" y="151440"/>
                  </a:lnTo>
                  <a:lnTo>
                    <a:pt x="321989" y="153351"/>
                  </a:lnTo>
                  <a:lnTo>
                    <a:pt x="323423" y="155262"/>
                  </a:lnTo>
                  <a:lnTo>
                    <a:pt x="323423" y="155262"/>
                  </a:lnTo>
                  <a:lnTo>
                    <a:pt x="323900" y="155740"/>
                  </a:lnTo>
                  <a:lnTo>
                    <a:pt x="325334" y="155740"/>
                  </a:lnTo>
                  <a:lnTo>
                    <a:pt x="326766" y="155740"/>
                  </a:lnTo>
                  <a:lnTo>
                    <a:pt x="328200" y="155262"/>
                  </a:lnTo>
                  <a:lnTo>
                    <a:pt x="330111" y="154784"/>
                  </a:lnTo>
                  <a:lnTo>
                    <a:pt x="331544" y="155740"/>
                  </a:lnTo>
                  <a:lnTo>
                    <a:pt x="332977" y="155740"/>
                  </a:lnTo>
                  <a:lnTo>
                    <a:pt x="332977" y="156217"/>
                  </a:lnTo>
                  <a:lnTo>
                    <a:pt x="332022" y="157651"/>
                  </a:lnTo>
                  <a:lnTo>
                    <a:pt x="331066" y="160039"/>
                  </a:lnTo>
                  <a:lnTo>
                    <a:pt x="332500" y="160517"/>
                  </a:lnTo>
                  <a:lnTo>
                    <a:pt x="334411" y="160995"/>
                  </a:lnTo>
                  <a:lnTo>
                    <a:pt x="335366" y="161473"/>
                  </a:lnTo>
                  <a:lnTo>
                    <a:pt x="335843" y="161473"/>
                  </a:lnTo>
                  <a:lnTo>
                    <a:pt x="335843" y="161950"/>
                  </a:lnTo>
                  <a:lnTo>
                    <a:pt x="335843" y="164339"/>
                  </a:lnTo>
                  <a:lnTo>
                    <a:pt x="336321" y="165294"/>
                  </a:lnTo>
                  <a:lnTo>
                    <a:pt x="337277" y="166250"/>
                  </a:lnTo>
                  <a:lnTo>
                    <a:pt x="338232" y="167683"/>
                  </a:lnTo>
                  <a:lnTo>
                    <a:pt x="339188" y="168638"/>
                  </a:lnTo>
                  <a:lnTo>
                    <a:pt x="340621" y="170072"/>
                  </a:lnTo>
                  <a:lnTo>
                    <a:pt x="341577" y="171505"/>
                  </a:lnTo>
                  <a:lnTo>
                    <a:pt x="342532" y="172938"/>
                  </a:lnTo>
                  <a:lnTo>
                    <a:pt x="343965" y="173893"/>
                  </a:lnTo>
                  <a:lnTo>
                    <a:pt x="344920" y="175326"/>
                  </a:lnTo>
                  <a:lnTo>
                    <a:pt x="345876" y="176760"/>
                  </a:lnTo>
                  <a:lnTo>
                    <a:pt x="346831" y="177715"/>
                  </a:lnTo>
                  <a:lnTo>
                    <a:pt x="348264" y="179149"/>
                  </a:lnTo>
                  <a:lnTo>
                    <a:pt x="349220" y="180582"/>
                  </a:lnTo>
                  <a:lnTo>
                    <a:pt x="349220" y="180582"/>
                  </a:lnTo>
                  <a:lnTo>
                    <a:pt x="350175" y="182015"/>
                  </a:lnTo>
                  <a:lnTo>
                    <a:pt x="351609" y="182970"/>
                  </a:lnTo>
                  <a:lnTo>
                    <a:pt x="352564" y="184403"/>
                  </a:lnTo>
                  <a:lnTo>
                    <a:pt x="352564" y="184403"/>
                  </a:lnTo>
                  <a:lnTo>
                    <a:pt x="353520" y="185837"/>
                  </a:lnTo>
                  <a:lnTo>
                    <a:pt x="354475" y="186792"/>
                  </a:lnTo>
                  <a:lnTo>
                    <a:pt x="355430" y="187748"/>
                  </a:lnTo>
                  <a:lnTo>
                    <a:pt x="355430" y="187748"/>
                  </a:lnTo>
                  <a:lnTo>
                    <a:pt x="357341" y="188225"/>
                  </a:lnTo>
                  <a:lnTo>
                    <a:pt x="357819" y="188225"/>
                  </a:lnTo>
                  <a:lnTo>
                    <a:pt x="359252" y="188225"/>
                  </a:lnTo>
                  <a:lnTo>
                    <a:pt x="361641" y="188703"/>
                  </a:lnTo>
                  <a:lnTo>
                    <a:pt x="364507" y="189181"/>
                  </a:lnTo>
                  <a:lnTo>
                    <a:pt x="368329" y="189658"/>
                  </a:lnTo>
                  <a:lnTo>
                    <a:pt x="372151" y="190136"/>
                  </a:lnTo>
                  <a:lnTo>
                    <a:pt x="376450" y="190614"/>
                  </a:lnTo>
                  <a:lnTo>
                    <a:pt x="376450" y="190614"/>
                  </a:lnTo>
                  <a:lnTo>
                    <a:pt x="380750" y="191092"/>
                  </a:lnTo>
                  <a:lnTo>
                    <a:pt x="385050" y="191569"/>
                  </a:lnTo>
                  <a:lnTo>
                    <a:pt x="389349" y="192047"/>
                  </a:lnTo>
                  <a:lnTo>
                    <a:pt x="393649" y="192525"/>
                  </a:lnTo>
                  <a:lnTo>
                    <a:pt x="393649" y="192525"/>
                  </a:lnTo>
                  <a:lnTo>
                    <a:pt x="396993" y="193003"/>
                  </a:lnTo>
                  <a:lnTo>
                    <a:pt x="400337" y="193480"/>
                  </a:lnTo>
                  <a:lnTo>
                    <a:pt x="402726" y="193480"/>
                  </a:lnTo>
                  <a:lnTo>
                    <a:pt x="404159" y="193958"/>
                  </a:lnTo>
                  <a:lnTo>
                    <a:pt x="404637" y="193958"/>
                  </a:lnTo>
                  <a:lnTo>
                    <a:pt x="406070" y="193958"/>
                  </a:lnTo>
                  <a:lnTo>
                    <a:pt x="406548" y="193958"/>
                  </a:lnTo>
                  <a:lnTo>
                    <a:pt x="407503" y="192525"/>
                  </a:lnTo>
                  <a:lnTo>
                    <a:pt x="407503" y="19252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4" name="Freeform 5373">
              <a:extLst>
                <a:ext uri="{FF2B5EF4-FFF2-40B4-BE49-F238E27FC236}">
                  <a16:creationId xmlns:a16="http://schemas.microsoft.com/office/drawing/2014/main" id="{61B522D9-1337-8D76-FE18-29A39A3F0651}"/>
                </a:ext>
              </a:extLst>
            </p:cNvPr>
            <p:cNvSpPr/>
            <p:nvPr/>
          </p:nvSpPr>
          <p:spPr>
            <a:xfrm>
              <a:off x="6737112" y="4429149"/>
              <a:ext cx="1433" cy="1911"/>
            </a:xfrm>
            <a:custGeom>
              <a:avLst/>
              <a:gdLst>
                <a:gd name="csX0" fmla="*/ 1433 w 1433"/>
                <a:gd name="csY0" fmla="*/ 0 h 1911"/>
                <a:gd name="csX1" fmla="*/ 1433 w 1433"/>
                <a:gd name="csY1" fmla="*/ 0 h 1911"/>
                <a:gd name="csX2" fmla="*/ 478 w 1433"/>
                <a:gd name="csY2" fmla="*/ 1433 h 1911"/>
                <a:gd name="csX3" fmla="*/ 0 w 1433"/>
                <a:gd name="csY3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3" h="1911">
                  <a:moveTo>
                    <a:pt x="1433" y="0"/>
                  </a:moveTo>
                  <a:lnTo>
                    <a:pt x="1433" y="0"/>
                  </a:lnTo>
                  <a:lnTo>
                    <a:pt x="478" y="1433"/>
                  </a:ln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5" name="Freeform 5374">
              <a:extLst>
                <a:ext uri="{FF2B5EF4-FFF2-40B4-BE49-F238E27FC236}">
                  <a16:creationId xmlns:a16="http://schemas.microsoft.com/office/drawing/2014/main" id="{7A7ACE3A-A611-68DD-7430-4D83BDE1080B}"/>
                </a:ext>
              </a:extLst>
            </p:cNvPr>
            <p:cNvSpPr/>
            <p:nvPr/>
          </p:nvSpPr>
          <p:spPr>
            <a:xfrm>
              <a:off x="6738545" y="4419117"/>
              <a:ext cx="1433" cy="9554"/>
            </a:xfrm>
            <a:custGeom>
              <a:avLst/>
              <a:gdLst>
                <a:gd name="csX0" fmla="*/ 955 w 1433"/>
                <a:gd name="csY0" fmla="*/ 0 h 9554"/>
                <a:gd name="csX1" fmla="*/ 955 w 1433"/>
                <a:gd name="csY1" fmla="*/ 0 h 9554"/>
                <a:gd name="csX2" fmla="*/ 478 w 1433"/>
                <a:gd name="csY2" fmla="*/ 1433 h 9554"/>
                <a:gd name="csX3" fmla="*/ 478 w 1433"/>
                <a:gd name="csY3" fmla="*/ 2389 h 9554"/>
                <a:gd name="csX4" fmla="*/ 0 w 1433"/>
                <a:gd name="csY4" fmla="*/ 4777 h 9554"/>
                <a:gd name="csX5" fmla="*/ 955 w 1433"/>
                <a:gd name="csY5" fmla="*/ 6688 h 9554"/>
                <a:gd name="csX6" fmla="*/ 1433 w 1433"/>
                <a:gd name="csY6" fmla="*/ 7166 h 9554"/>
                <a:gd name="csX7" fmla="*/ 1433 w 1433"/>
                <a:gd name="csY7" fmla="*/ 8121 h 9554"/>
                <a:gd name="csX8" fmla="*/ 955 w 1433"/>
                <a:gd name="csY8" fmla="*/ 95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9554">
                  <a:moveTo>
                    <a:pt x="955" y="0"/>
                  </a:moveTo>
                  <a:lnTo>
                    <a:pt x="955" y="0"/>
                  </a:lnTo>
                  <a:lnTo>
                    <a:pt x="478" y="1433"/>
                  </a:lnTo>
                  <a:lnTo>
                    <a:pt x="478" y="2389"/>
                  </a:lnTo>
                  <a:lnTo>
                    <a:pt x="0" y="4777"/>
                  </a:lnTo>
                  <a:lnTo>
                    <a:pt x="955" y="6688"/>
                  </a:lnTo>
                  <a:lnTo>
                    <a:pt x="1433" y="7166"/>
                  </a:lnTo>
                  <a:lnTo>
                    <a:pt x="1433" y="8121"/>
                  </a:lnTo>
                  <a:lnTo>
                    <a:pt x="955" y="9555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6" name="Freeform 5375">
              <a:extLst>
                <a:ext uri="{FF2B5EF4-FFF2-40B4-BE49-F238E27FC236}">
                  <a16:creationId xmlns:a16="http://schemas.microsoft.com/office/drawing/2014/main" id="{997415EE-FDBA-9924-3150-A5F79E66A9A5}"/>
                </a:ext>
              </a:extLst>
            </p:cNvPr>
            <p:cNvSpPr/>
            <p:nvPr/>
          </p:nvSpPr>
          <p:spPr>
            <a:xfrm>
              <a:off x="6739979" y="4415773"/>
              <a:ext cx="955" cy="1910"/>
            </a:xfrm>
            <a:custGeom>
              <a:avLst/>
              <a:gdLst>
                <a:gd name="csX0" fmla="*/ 478 w 955"/>
                <a:gd name="csY0" fmla="*/ 0 h 1910"/>
                <a:gd name="csX1" fmla="*/ 0 w 955"/>
                <a:gd name="csY1" fmla="*/ 0 h 1910"/>
                <a:gd name="csX2" fmla="*/ 0 w 955"/>
                <a:gd name="csY2" fmla="*/ 956 h 1910"/>
                <a:gd name="csX3" fmla="*/ 955 w 955"/>
                <a:gd name="csY3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910">
                  <a:moveTo>
                    <a:pt x="478" y="0"/>
                  </a:moveTo>
                  <a:lnTo>
                    <a:pt x="0" y="0"/>
                  </a:lnTo>
                  <a:lnTo>
                    <a:pt x="0" y="956"/>
                  </a:lnTo>
                  <a:lnTo>
                    <a:pt x="955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7" name="Freeform 5376">
              <a:extLst>
                <a:ext uri="{FF2B5EF4-FFF2-40B4-BE49-F238E27FC236}">
                  <a16:creationId xmlns:a16="http://schemas.microsoft.com/office/drawing/2014/main" id="{98407034-D4F0-1B4F-893B-DE9C3305DAC4}"/>
                </a:ext>
              </a:extLst>
            </p:cNvPr>
            <p:cNvSpPr/>
            <p:nvPr/>
          </p:nvSpPr>
          <p:spPr>
            <a:xfrm>
              <a:off x="6824536" y="4405740"/>
              <a:ext cx="10032" cy="14809"/>
            </a:xfrm>
            <a:custGeom>
              <a:avLst/>
              <a:gdLst>
                <a:gd name="csX0" fmla="*/ 10032 w 10032"/>
                <a:gd name="csY0" fmla="*/ 0 h 14809"/>
                <a:gd name="csX1" fmla="*/ 7166 w 10032"/>
                <a:gd name="csY1" fmla="*/ 3344 h 14809"/>
                <a:gd name="csX2" fmla="*/ 5255 w 10032"/>
                <a:gd name="csY2" fmla="*/ 5733 h 14809"/>
                <a:gd name="csX3" fmla="*/ 2866 w 10032"/>
                <a:gd name="csY3" fmla="*/ 8599 h 14809"/>
                <a:gd name="csX4" fmla="*/ 1433 w 10032"/>
                <a:gd name="csY4" fmla="*/ 10988 h 14809"/>
                <a:gd name="csX5" fmla="*/ 0 w 10032"/>
                <a:gd name="csY5" fmla="*/ 14810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32" h="14809">
                  <a:moveTo>
                    <a:pt x="10032" y="0"/>
                  </a:moveTo>
                  <a:lnTo>
                    <a:pt x="7166" y="3344"/>
                  </a:lnTo>
                  <a:lnTo>
                    <a:pt x="5255" y="5733"/>
                  </a:lnTo>
                  <a:lnTo>
                    <a:pt x="2866" y="8599"/>
                  </a:lnTo>
                  <a:lnTo>
                    <a:pt x="1433" y="10988"/>
                  </a:lnTo>
                  <a:lnTo>
                    <a:pt x="0" y="148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8" name="Freeform 5377">
              <a:extLst>
                <a:ext uri="{FF2B5EF4-FFF2-40B4-BE49-F238E27FC236}">
                  <a16:creationId xmlns:a16="http://schemas.microsoft.com/office/drawing/2014/main" id="{85A2E1F4-9004-45E7-60F4-73C0487D11D7}"/>
                </a:ext>
              </a:extLst>
            </p:cNvPr>
            <p:cNvSpPr/>
            <p:nvPr/>
          </p:nvSpPr>
          <p:spPr>
            <a:xfrm>
              <a:off x="6834569" y="4400963"/>
              <a:ext cx="4299" cy="4777"/>
            </a:xfrm>
            <a:custGeom>
              <a:avLst/>
              <a:gdLst>
                <a:gd name="csX0" fmla="*/ 4300 w 4299"/>
                <a:gd name="csY0" fmla="*/ 0 h 4777"/>
                <a:gd name="csX1" fmla="*/ 4300 w 4299"/>
                <a:gd name="csY1" fmla="*/ 0 h 4777"/>
                <a:gd name="csX2" fmla="*/ 1433 w 4299"/>
                <a:gd name="csY2" fmla="*/ 3344 h 4777"/>
                <a:gd name="csX3" fmla="*/ 0 w 4299"/>
                <a:gd name="csY3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99" h="4777">
                  <a:moveTo>
                    <a:pt x="4300" y="0"/>
                  </a:moveTo>
                  <a:lnTo>
                    <a:pt x="4300" y="0"/>
                  </a:lnTo>
                  <a:lnTo>
                    <a:pt x="1433" y="3344"/>
                  </a:lnTo>
                  <a:lnTo>
                    <a:pt x="0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9" name="Freeform 5378">
              <a:extLst>
                <a:ext uri="{FF2B5EF4-FFF2-40B4-BE49-F238E27FC236}">
                  <a16:creationId xmlns:a16="http://schemas.microsoft.com/office/drawing/2014/main" id="{06FAB8E0-F84D-7AA1-33D4-3D7A986F4D4E}"/>
                </a:ext>
              </a:extLst>
            </p:cNvPr>
            <p:cNvSpPr/>
            <p:nvPr/>
          </p:nvSpPr>
          <p:spPr>
            <a:xfrm>
              <a:off x="6914350" y="4313061"/>
              <a:ext cx="72614" cy="71659"/>
            </a:xfrm>
            <a:custGeom>
              <a:avLst/>
              <a:gdLst>
                <a:gd name="csX0" fmla="*/ 63538 w 72614"/>
                <a:gd name="csY0" fmla="*/ 0 h 71659"/>
                <a:gd name="csX1" fmla="*/ 65449 w 72614"/>
                <a:gd name="csY1" fmla="*/ 2389 h 71659"/>
                <a:gd name="csX2" fmla="*/ 66404 w 72614"/>
                <a:gd name="csY2" fmla="*/ 3822 h 71659"/>
                <a:gd name="csX3" fmla="*/ 68315 w 72614"/>
                <a:gd name="csY3" fmla="*/ 6688 h 71659"/>
                <a:gd name="csX4" fmla="*/ 69748 w 72614"/>
                <a:gd name="csY4" fmla="*/ 9077 h 71659"/>
                <a:gd name="csX5" fmla="*/ 71659 w 72614"/>
                <a:gd name="csY5" fmla="*/ 11943 h 71659"/>
                <a:gd name="csX6" fmla="*/ 72615 w 72614"/>
                <a:gd name="csY6" fmla="*/ 13854 h 71659"/>
                <a:gd name="csX7" fmla="*/ 72137 w 72614"/>
                <a:gd name="csY7" fmla="*/ 15287 h 71659"/>
                <a:gd name="csX8" fmla="*/ 72137 w 72614"/>
                <a:gd name="csY8" fmla="*/ 15765 h 71659"/>
                <a:gd name="csX9" fmla="*/ 71181 w 72614"/>
                <a:gd name="csY9" fmla="*/ 17676 h 71659"/>
                <a:gd name="csX10" fmla="*/ 71181 w 72614"/>
                <a:gd name="csY10" fmla="*/ 18154 h 71659"/>
                <a:gd name="csX11" fmla="*/ 70704 w 72614"/>
                <a:gd name="csY11" fmla="*/ 20065 h 71659"/>
                <a:gd name="csX12" fmla="*/ 70226 w 72614"/>
                <a:gd name="csY12" fmla="*/ 21975 h 71659"/>
                <a:gd name="csX13" fmla="*/ 69748 w 72614"/>
                <a:gd name="csY13" fmla="*/ 21975 h 71659"/>
                <a:gd name="csX14" fmla="*/ 69271 w 72614"/>
                <a:gd name="csY14" fmla="*/ 24364 h 71659"/>
                <a:gd name="csX15" fmla="*/ 69271 w 72614"/>
                <a:gd name="csY15" fmla="*/ 24364 h 71659"/>
                <a:gd name="csX16" fmla="*/ 68315 w 72614"/>
                <a:gd name="csY16" fmla="*/ 26275 h 71659"/>
                <a:gd name="csX17" fmla="*/ 67837 w 72614"/>
                <a:gd name="csY17" fmla="*/ 28664 h 71659"/>
                <a:gd name="csX18" fmla="*/ 66882 w 72614"/>
                <a:gd name="csY18" fmla="*/ 30575 h 71659"/>
                <a:gd name="csX19" fmla="*/ 66882 w 72614"/>
                <a:gd name="csY19" fmla="*/ 30575 h 71659"/>
                <a:gd name="csX20" fmla="*/ 66404 w 72614"/>
                <a:gd name="csY20" fmla="*/ 32963 h 71659"/>
                <a:gd name="csX21" fmla="*/ 65449 w 72614"/>
                <a:gd name="csY21" fmla="*/ 34874 h 71659"/>
                <a:gd name="csX22" fmla="*/ 65449 w 72614"/>
                <a:gd name="csY22" fmla="*/ 34874 h 71659"/>
                <a:gd name="csX23" fmla="*/ 64971 w 72614"/>
                <a:gd name="csY23" fmla="*/ 37263 h 71659"/>
                <a:gd name="csX24" fmla="*/ 64015 w 72614"/>
                <a:gd name="csY24" fmla="*/ 39174 h 71659"/>
                <a:gd name="csX25" fmla="*/ 63538 w 72614"/>
                <a:gd name="csY25" fmla="*/ 41563 h 71659"/>
                <a:gd name="csX26" fmla="*/ 62582 w 72614"/>
                <a:gd name="csY26" fmla="*/ 43473 h 71659"/>
                <a:gd name="csX27" fmla="*/ 62105 w 72614"/>
                <a:gd name="csY27" fmla="*/ 45862 h 71659"/>
                <a:gd name="csX28" fmla="*/ 61149 w 72614"/>
                <a:gd name="csY28" fmla="*/ 47773 h 71659"/>
                <a:gd name="csX29" fmla="*/ 60671 w 72614"/>
                <a:gd name="csY29" fmla="*/ 50162 h 71659"/>
                <a:gd name="csX30" fmla="*/ 59716 w 72614"/>
                <a:gd name="csY30" fmla="*/ 52550 h 71659"/>
                <a:gd name="csX31" fmla="*/ 59716 w 72614"/>
                <a:gd name="csY31" fmla="*/ 52550 h 71659"/>
                <a:gd name="csX32" fmla="*/ 59716 w 72614"/>
                <a:gd name="csY32" fmla="*/ 52550 h 71659"/>
                <a:gd name="csX33" fmla="*/ 57328 w 72614"/>
                <a:gd name="csY33" fmla="*/ 53028 h 71659"/>
                <a:gd name="csX34" fmla="*/ 54939 w 72614"/>
                <a:gd name="csY34" fmla="*/ 53983 h 71659"/>
                <a:gd name="csX35" fmla="*/ 53983 w 72614"/>
                <a:gd name="csY35" fmla="*/ 54461 h 71659"/>
                <a:gd name="csX36" fmla="*/ 53028 w 72614"/>
                <a:gd name="csY36" fmla="*/ 54461 h 71659"/>
                <a:gd name="csX37" fmla="*/ 50639 w 72614"/>
                <a:gd name="csY37" fmla="*/ 55417 h 71659"/>
                <a:gd name="csX38" fmla="*/ 47295 w 72614"/>
                <a:gd name="csY38" fmla="*/ 56372 h 71659"/>
                <a:gd name="csX39" fmla="*/ 43951 w 72614"/>
                <a:gd name="csY39" fmla="*/ 57805 h 71659"/>
                <a:gd name="csX40" fmla="*/ 40607 w 72614"/>
                <a:gd name="csY40" fmla="*/ 58761 h 71659"/>
                <a:gd name="csX41" fmla="*/ 38218 w 72614"/>
                <a:gd name="csY41" fmla="*/ 59716 h 71659"/>
                <a:gd name="csX42" fmla="*/ 36785 w 72614"/>
                <a:gd name="csY42" fmla="*/ 59716 h 71659"/>
                <a:gd name="csX43" fmla="*/ 35830 w 72614"/>
                <a:gd name="csY43" fmla="*/ 60194 h 71659"/>
                <a:gd name="csX44" fmla="*/ 33441 w 72614"/>
                <a:gd name="csY44" fmla="*/ 61149 h 71659"/>
                <a:gd name="csX45" fmla="*/ 31530 w 72614"/>
                <a:gd name="csY45" fmla="*/ 61627 h 71659"/>
                <a:gd name="csX46" fmla="*/ 30097 w 72614"/>
                <a:gd name="csY46" fmla="*/ 62105 h 71659"/>
                <a:gd name="csX47" fmla="*/ 29141 w 72614"/>
                <a:gd name="csY47" fmla="*/ 62582 h 71659"/>
                <a:gd name="csX48" fmla="*/ 26753 w 72614"/>
                <a:gd name="csY48" fmla="*/ 63060 h 71659"/>
                <a:gd name="csX49" fmla="*/ 23408 w 72614"/>
                <a:gd name="csY49" fmla="*/ 64016 h 71659"/>
                <a:gd name="csX50" fmla="*/ 22453 w 72614"/>
                <a:gd name="csY50" fmla="*/ 64493 h 71659"/>
                <a:gd name="csX51" fmla="*/ 20064 w 72614"/>
                <a:gd name="csY51" fmla="*/ 65449 h 71659"/>
                <a:gd name="csX52" fmla="*/ 16721 w 72614"/>
                <a:gd name="csY52" fmla="*/ 66404 h 71659"/>
                <a:gd name="csX53" fmla="*/ 15287 w 72614"/>
                <a:gd name="csY53" fmla="*/ 66882 h 71659"/>
                <a:gd name="csX54" fmla="*/ 13376 w 72614"/>
                <a:gd name="csY54" fmla="*/ 67360 h 71659"/>
                <a:gd name="csX55" fmla="*/ 10987 w 72614"/>
                <a:gd name="csY55" fmla="*/ 68315 h 71659"/>
                <a:gd name="csX56" fmla="*/ 9555 w 72614"/>
                <a:gd name="csY56" fmla="*/ 68793 h 71659"/>
                <a:gd name="csX57" fmla="*/ 8599 w 72614"/>
                <a:gd name="csY57" fmla="*/ 68793 h 71659"/>
                <a:gd name="csX58" fmla="*/ 6210 w 72614"/>
                <a:gd name="csY58" fmla="*/ 69748 h 71659"/>
                <a:gd name="csX59" fmla="*/ 3821 w 72614"/>
                <a:gd name="csY59" fmla="*/ 70704 h 71659"/>
                <a:gd name="csX60" fmla="*/ 2866 w 72614"/>
                <a:gd name="csY60" fmla="*/ 70704 h 71659"/>
                <a:gd name="csX61" fmla="*/ 0 w 72614"/>
                <a:gd name="csY61" fmla="*/ 71659 h 71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72614" h="71659">
                  <a:moveTo>
                    <a:pt x="63538" y="0"/>
                  </a:moveTo>
                  <a:lnTo>
                    <a:pt x="65449" y="2389"/>
                  </a:lnTo>
                  <a:lnTo>
                    <a:pt x="66404" y="3822"/>
                  </a:lnTo>
                  <a:lnTo>
                    <a:pt x="68315" y="6688"/>
                  </a:lnTo>
                  <a:lnTo>
                    <a:pt x="69748" y="9077"/>
                  </a:lnTo>
                  <a:lnTo>
                    <a:pt x="71659" y="11943"/>
                  </a:lnTo>
                  <a:lnTo>
                    <a:pt x="72615" y="13854"/>
                  </a:lnTo>
                  <a:lnTo>
                    <a:pt x="72137" y="15287"/>
                  </a:lnTo>
                  <a:lnTo>
                    <a:pt x="72137" y="15765"/>
                  </a:lnTo>
                  <a:lnTo>
                    <a:pt x="71181" y="17676"/>
                  </a:lnTo>
                  <a:lnTo>
                    <a:pt x="71181" y="18154"/>
                  </a:lnTo>
                  <a:lnTo>
                    <a:pt x="70704" y="20065"/>
                  </a:lnTo>
                  <a:lnTo>
                    <a:pt x="70226" y="21975"/>
                  </a:lnTo>
                  <a:lnTo>
                    <a:pt x="69748" y="21975"/>
                  </a:lnTo>
                  <a:lnTo>
                    <a:pt x="69271" y="24364"/>
                  </a:lnTo>
                  <a:lnTo>
                    <a:pt x="69271" y="24364"/>
                  </a:lnTo>
                  <a:lnTo>
                    <a:pt x="68315" y="26275"/>
                  </a:lnTo>
                  <a:lnTo>
                    <a:pt x="67837" y="28664"/>
                  </a:lnTo>
                  <a:lnTo>
                    <a:pt x="66882" y="30575"/>
                  </a:lnTo>
                  <a:lnTo>
                    <a:pt x="66882" y="30575"/>
                  </a:lnTo>
                  <a:lnTo>
                    <a:pt x="66404" y="32963"/>
                  </a:lnTo>
                  <a:lnTo>
                    <a:pt x="65449" y="34874"/>
                  </a:lnTo>
                  <a:lnTo>
                    <a:pt x="65449" y="34874"/>
                  </a:lnTo>
                  <a:lnTo>
                    <a:pt x="64971" y="37263"/>
                  </a:lnTo>
                  <a:lnTo>
                    <a:pt x="64015" y="39174"/>
                  </a:lnTo>
                  <a:lnTo>
                    <a:pt x="63538" y="41563"/>
                  </a:lnTo>
                  <a:lnTo>
                    <a:pt x="62582" y="43473"/>
                  </a:lnTo>
                  <a:lnTo>
                    <a:pt x="62105" y="45862"/>
                  </a:lnTo>
                  <a:lnTo>
                    <a:pt x="61149" y="47773"/>
                  </a:lnTo>
                  <a:lnTo>
                    <a:pt x="60671" y="50162"/>
                  </a:lnTo>
                  <a:lnTo>
                    <a:pt x="59716" y="52550"/>
                  </a:lnTo>
                  <a:lnTo>
                    <a:pt x="59716" y="52550"/>
                  </a:lnTo>
                  <a:lnTo>
                    <a:pt x="59716" y="52550"/>
                  </a:lnTo>
                  <a:lnTo>
                    <a:pt x="57328" y="53028"/>
                  </a:lnTo>
                  <a:lnTo>
                    <a:pt x="54939" y="53983"/>
                  </a:lnTo>
                  <a:lnTo>
                    <a:pt x="53983" y="54461"/>
                  </a:lnTo>
                  <a:lnTo>
                    <a:pt x="53028" y="54461"/>
                  </a:lnTo>
                  <a:lnTo>
                    <a:pt x="50639" y="55417"/>
                  </a:lnTo>
                  <a:lnTo>
                    <a:pt x="47295" y="56372"/>
                  </a:lnTo>
                  <a:lnTo>
                    <a:pt x="43951" y="57805"/>
                  </a:lnTo>
                  <a:lnTo>
                    <a:pt x="40607" y="58761"/>
                  </a:lnTo>
                  <a:lnTo>
                    <a:pt x="38218" y="59716"/>
                  </a:lnTo>
                  <a:lnTo>
                    <a:pt x="36785" y="59716"/>
                  </a:lnTo>
                  <a:lnTo>
                    <a:pt x="35830" y="60194"/>
                  </a:lnTo>
                  <a:lnTo>
                    <a:pt x="33441" y="61149"/>
                  </a:lnTo>
                  <a:lnTo>
                    <a:pt x="31530" y="61627"/>
                  </a:lnTo>
                  <a:lnTo>
                    <a:pt x="30097" y="62105"/>
                  </a:lnTo>
                  <a:lnTo>
                    <a:pt x="29141" y="62582"/>
                  </a:lnTo>
                  <a:lnTo>
                    <a:pt x="26753" y="63060"/>
                  </a:lnTo>
                  <a:lnTo>
                    <a:pt x="23408" y="64016"/>
                  </a:lnTo>
                  <a:lnTo>
                    <a:pt x="22453" y="64493"/>
                  </a:lnTo>
                  <a:lnTo>
                    <a:pt x="20064" y="65449"/>
                  </a:lnTo>
                  <a:lnTo>
                    <a:pt x="16721" y="66404"/>
                  </a:lnTo>
                  <a:lnTo>
                    <a:pt x="15287" y="66882"/>
                  </a:lnTo>
                  <a:lnTo>
                    <a:pt x="13376" y="67360"/>
                  </a:lnTo>
                  <a:lnTo>
                    <a:pt x="10987" y="68315"/>
                  </a:lnTo>
                  <a:lnTo>
                    <a:pt x="9555" y="68793"/>
                  </a:lnTo>
                  <a:lnTo>
                    <a:pt x="8599" y="68793"/>
                  </a:lnTo>
                  <a:lnTo>
                    <a:pt x="6210" y="69748"/>
                  </a:lnTo>
                  <a:lnTo>
                    <a:pt x="3821" y="70704"/>
                  </a:lnTo>
                  <a:lnTo>
                    <a:pt x="2866" y="70704"/>
                  </a:lnTo>
                  <a:lnTo>
                    <a:pt x="0" y="7165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0" name="Freeform 5379">
              <a:extLst>
                <a:ext uri="{FF2B5EF4-FFF2-40B4-BE49-F238E27FC236}">
                  <a16:creationId xmlns:a16="http://schemas.microsoft.com/office/drawing/2014/main" id="{A85C5493-8EAF-B171-2DDA-1A9E546D3B1A}"/>
                </a:ext>
              </a:extLst>
            </p:cNvPr>
            <p:cNvSpPr/>
            <p:nvPr/>
          </p:nvSpPr>
          <p:spPr>
            <a:xfrm>
              <a:off x="6608603" y="4250478"/>
              <a:ext cx="955" cy="2866"/>
            </a:xfrm>
            <a:custGeom>
              <a:avLst/>
              <a:gdLst>
                <a:gd name="csX0" fmla="*/ 955 w 955"/>
                <a:gd name="csY0" fmla="*/ 2867 h 2866"/>
                <a:gd name="csX1" fmla="*/ 478 w 955"/>
                <a:gd name="csY1" fmla="*/ 2867 h 2866"/>
                <a:gd name="csX2" fmla="*/ 0 w 955"/>
                <a:gd name="csY2" fmla="*/ 2389 h 2866"/>
                <a:gd name="csX3" fmla="*/ 0 w 955"/>
                <a:gd name="csY3" fmla="*/ 956 h 2866"/>
                <a:gd name="csX4" fmla="*/ 478 w 955"/>
                <a:gd name="csY4" fmla="*/ 0 h 2866"/>
                <a:gd name="csX5" fmla="*/ 478 w 955"/>
                <a:gd name="csY5" fmla="*/ 956 h 2866"/>
                <a:gd name="csX6" fmla="*/ 955 w 955"/>
                <a:gd name="csY6" fmla="*/ 2389 h 2866"/>
                <a:gd name="csX7" fmla="*/ 955 w 955"/>
                <a:gd name="csY7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2866">
                  <a:moveTo>
                    <a:pt x="955" y="2867"/>
                  </a:moveTo>
                  <a:lnTo>
                    <a:pt x="478" y="2867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478" y="956"/>
                  </a:lnTo>
                  <a:lnTo>
                    <a:pt x="955" y="2389"/>
                  </a:lnTo>
                  <a:lnTo>
                    <a:pt x="955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1" name="Freeform 5380">
              <a:extLst>
                <a:ext uri="{FF2B5EF4-FFF2-40B4-BE49-F238E27FC236}">
                  <a16:creationId xmlns:a16="http://schemas.microsoft.com/office/drawing/2014/main" id="{21E749AA-185A-C458-4F11-2EF9B56B7CAF}"/>
                </a:ext>
              </a:extLst>
            </p:cNvPr>
            <p:cNvSpPr/>
            <p:nvPr/>
          </p:nvSpPr>
          <p:spPr>
            <a:xfrm>
              <a:off x="6607647" y="4253822"/>
              <a:ext cx="9076" cy="6210"/>
            </a:xfrm>
            <a:custGeom>
              <a:avLst/>
              <a:gdLst>
                <a:gd name="csX0" fmla="*/ 8122 w 9076"/>
                <a:gd name="csY0" fmla="*/ 6210 h 6210"/>
                <a:gd name="csX1" fmla="*/ 7166 w 9076"/>
                <a:gd name="csY1" fmla="*/ 6210 h 6210"/>
                <a:gd name="csX2" fmla="*/ 6211 w 9076"/>
                <a:gd name="csY2" fmla="*/ 4777 h 6210"/>
                <a:gd name="csX3" fmla="*/ 5255 w 9076"/>
                <a:gd name="csY3" fmla="*/ 3822 h 6210"/>
                <a:gd name="csX4" fmla="*/ 4300 w 9076"/>
                <a:gd name="csY4" fmla="*/ 2867 h 6210"/>
                <a:gd name="csX5" fmla="*/ 478 w 9076"/>
                <a:gd name="csY5" fmla="*/ 1911 h 6210"/>
                <a:gd name="csX6" fmla="*/ 0 w 9076"/>
                <a:gd name="csY6" fmla="*/ 956 h 6210"/>
                <a:gd name="csX7" fmla="*/ 478 w 9076"/>
                <a:gd name="csY7" fmla="*/ 0 h 6210"/>
                <a:gd name="csX8" fmla="*/ 956 w 9076"/>
                <a:gd name="csY8" fmla="*/ 956 h 6210"/>
                <a:gd name="csX9" fmla="*/ 1911 w 9076"/>
                <a:gd name="csY9" fmla="*/ 1433 h 6210"/>
                <a:gd name="csX10" fmla="*/ 4777 w 9076"/>
                <a:gd name="csY10" fmla="*/ 2389 h 6210"/>
                <a:gd name="csX11" fmla="*/ 8122 w 9076"/>
                <a:gd name="csY11" fmla="*/ 5255 h 6210"/>
                <a:gd name="csX12" fmla="*/ 9077 w 9076"/>
                <a:gd name="csY12" fmla="*/ 5255 h 6210"/>
                <a:gd name="csX13" fmla="*/ 8122 w 9076"/>
                <a:gd name="csY13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076" h="6210">
                  <a:moveTo>
                    <a:pt x="8122" y="6210"/>
                  </a:moveTo>
                  <a:lnTo>
                    <a:pt x="7166" y="6210"/>
                  </a:lnTo>
                  <a:lnTo>
                    <a:pt x="6211" y="4777"/>
                  </a:lnTo>
                  <a:lnTo>
                    <a:pt x="5255" y="3822"/>
                  </a:lnTo>
                  <a:lnTo>
                    <a:pt x="4300" y="2867"/>
                  </a:lnTo>
                  <a:lnTo>
                    <a:pt x="478" y="1911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956" y="956"/>
                  </a:lnTo>
                  <a:lnTo>
                    <a:pt x="1911" y="1433"/>
                  </a:lnTo>
                  <a:lnTo>
                    <a:pt x="4777" y="2389"/>
                  </a:lnTo>
                  <a:lnTo>
                    <a:pt x="8122" y="5255"/>
                  </a:lnTo>
                  <a:lnTo>
                    <a:pt x="9077" y="5255"/>
                  </a:lnTo>
                  <a:lnTo>
                    <a:pt x="8122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2" name="Freeform 5381">
              <a:extLst>
                <a:ext uri="{FF2B5EF4-FFF2-40B4-BE49-F238E27FC236}">
                  <a16:creationId xmlns:a16="http://schemas.microsoft.com/office/drawing/2014/main" id="{36990FA5-D2B5-E0B3-9B52-21B3973EC4C1}"/>
                </a:ext>
              </a:extLst>
            </p:cNvPr>
            <p:cNvSpPr/>
            <p:nvPr/>
          </p:nvSpPr>
          <p:spPr>
            <a:xfrm>
              <a:off x="6712270" y="4422461"/>
              <a:ext cx="7643" cy="8599"/>
            </a:xfrm>
            <a:custGeom>
              <a:avLst/>
              <a:gdLst>
                <a:gd name="csX0" fmla="*/ 4300 w 7643"/>
                <a:gd name="csY0" fmla="*/ 5733 h 8599"/>
                <a:gd name="csX1" fmla="*/ 5733 w 7643"/>
                <a:gd name="csY1" fmla="*/ 5733 h 8599"/>
                <a:gd name="csX2" fmla="*/ 5255 w 7643"/>
                <a:gd name="csY2" fmla="*/ 5255 h 8599"/>
                <a:gd name="csX3" fmla="*/ 4777 w 7643"/>
                <a:gd name="csY3" fmla="*/ 4777 h 8599"/>
                <a:gd name="csX4" fmla="*/ 5733 w 7643"/>
                <a:gd name="csY4" fmla="*/ 3822 h 8599"/>
                <a:gd name="csX5" fmla="*/ 7644 w 7643"/>
                <a:gd name="csY5" fmla="*/ 5733 h 8599"/>
                <a:gd name="csX6" fmla="*/ 7644 w 7643"/>
                <a:gd name="csY6" fmla="*/ 7644 h 8599"/>
                <a:gd name="csX7" fmla="*/ 7644 w 7643"/>
                <a:gd name="csY7" fmla="*/ 8599 h 8599"/>
                <a:gd name="csX8" fmla="*/ 6688 w 7643"/>
                <a:gd name="csY8" fmla="*/ 8121 h 8599"/>
                <a:gd name="csX9" fmla="*/ 6688 w 7643"/>
                <a:gd name="csY9" fmla="*/ 7644 h 8599"/>
                <a:gd name="csX10" fmla="*/ 6211 w 7643"/>
                <a:gd name="csY10" fmla="*/ 7166 h 8599"/>
                <a:gd name="csX11" fmla="*/ 5733 w 7643"/>
                <a:gd name="csY11" fmla="*/ 6688 h 8599"/>
                <a:gd name="csX12" fmla="*/ 3822 w 7643"/>
                <a:gd name="csY12" fmla="*/ 6688 h 8599"/>
                <a:gd name="csX13" fmla="*/ 2389 w 7643"/>
                <a:gd name="csY13" fmla="*/ 6211 h 8599"/>
                <a:gd name="csX14" fmla="*/ 478 w 7643"/>
                <a:gd name="csY14" fmla="*/ 4300 h 8599"/>
                <a:gd name="csX15" fmla="*/ 0 w 7643"/>
                <a:gd name="csY15" fmla="*/ 3344 h 8599"/>
                <a:gd name="csX16" fmla="*/ 955 w 7643"/>
                <a:gd name="csY16" fmla="*/ 2867 h 8599"/>
                <a:gd name="csX17" fmla="*/ 1433 w 7643"/>
                <a:gd name="csY17" fmla="*/ 2389 h 8599"/>
                <a:gd name="csX18" fmla="*/ 1911 w 7643"/>
                <a:gd name="csY18" fmla="*/ 1433 h 8599"/>
                <a:gd name="csX19" fmla="*/ 1433 w 7643"/>
                <a:gd name="csY19" fmla="*/ 0 h 8599"/>
                <a:gd name="csX20" fmla="*/ 2866 w 7643"/>
                <a:gd name="csY20" fmla="*/ 478 h 8599"/>
                <a:gd name="csX21" fmla="*/ 3344 w 7643"/>
                <a:gd name="csY21" fmla="*/ 1433 h 8599"/>
                <a:gd name="csX22" fmla="*/ 3344 w 7643"/>
                <a:gd name="csY22" fmla="*/ 3822 h 8599"/>
                <a:gd name="csX23" fmla="*/ 3822 w 7643"/>
                <a:gd name="csY23" fmla="*/ 4300 h 8599"/>
                <a:gd name="csX24" fmla="*/ 3344 w 7643"/>
                <a:gd name="csY24" fmla="*/ 4777 h 8599"/>
                <a:gd name="csX25" fmla="*/ 4300 w 7643"/>
                <a:gd name="csY25" fmla="*/ 5733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7643" h="8599">
                  <a:moveTo>
                    <a:pt x="4300" y="5733"/>
                  </a:moveTo>
                  <a:lnTo>
                    <a:pt x="5733" y="5733"/>
                  </a:lnTo>
                  <a:lnTo>
                    <a:pt x="5255" y="5255"/>
                  </a:lnTo>
                  <a:lnTo>
                    <a:pt x="4777" y="4777"/>
                  </a:lnTo>
                  <a:lnTo>
                    <a:pt x="5733" y="3822"/>
                  </a:lnTo>
                  <a:lnTo>
                    <a:pt x="7644" y="5733"/>
                  </a:lnTo>
                  <a:lnTo>
                    <a:pt x="7644" y="7644"/>
                  </a:lnTo>
                  <a:lnTo>
                    <a:pt x="7644" y="8599"/>
                  </a:lnTo>
                  <a:lnTo>
                    <a:pt x="6688" y="8121"/>
                  </a:lnTo>
                  <a:lnTo>
                    <a:pt x="6688" y="7644"/>
                  </a:lnTo>
                  <a:lnTo>
                    <a:pt x="6211" y="7166"/>
                  </a:lnTo>
                  <a:lnTo>
                    <a:pt x="5733" y="6688"/>
                  </a:lnTo>
                  <a:lnTo>
                    <a:pt x="3822" y="6688"/>
                  </a:lnTo>
                  <a:lnTo>
                    <a:pt x="2389" y="6211"/>
                  </a:lnTo>
                  <a:lnTo>
                    <a:pt x="478" y="4300"/>
                  </a:lnTo>
                  <a:lnTo>
                    <a:pt x="0" y="3344"/>
                  </a:lnTo>
                  <a:lnTo>
                    <a:pt x="955" y="2867"/>
                  </a:lnTo>
                  <a:lnTo>
                    <a:pt x="1433" y="2389"/>
                  </a:lnTo>
                  <a:lnTo>
                    <a:pt x="1911" y="1433"/>
                  </a:lnTo>
                  <a:lnTo>
                    <a:pt x="1433" y="0"/>
                  </a:lnTo>
                  <a:lnTo>
                    <a:pt x="2866" y="478"/>
                  </a:lnTo>
                  <a:lnTo>
                    <a:pt x="3344" y="1433"/>
                  </a:lnTo>
                  <a:lnTo>
                    <a:pt x="3344" y="3822"/>
                  </a:lnTo>
                  <a:lnTo>
                    <a:pt x="3822" y="4300"/>
                  </a:lnTo>
                  <a:lnTo>
                    <a:pt x="3344" y="4777"/>
                  </a:lnTo>
                  <a:lnTo>
                    <a:pt x="4300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3" name="Freeform 5382">
              <a:extLst>
                <a:ext uri="{FF2B5EF4-FFF2-40B4-BE49-F238E27FC236}">
                  <a16:creationId xmlns:a16="http://schemas.microsoft.com/office/drawing/2014/main" id="{F7ADF0DB-0D62-0BEF-23BC-07444789243D}"/>
                </a:ext>
              </a:extLst>
            </p:cNvPr>
            <p:cNvSpPr/>
            <p:nvPr/>
          </p:nvSpPr>
          <p:spPr>
            <a:xfrm>
              <a:off x="8986262" y="4854328"/>
              <a:ext cx="21020" cy="14809"/>
            </a:xfrm>
            <a:custGeom>
              <a:avLst/>
              <a:gdLst>
                <a:gd name="csX0" fmla="*/ 20543 w 21020"/>
                <a:gd name="csY0" fmla="*/ 12899 h 14809"/>
                <a:gd name="csX1" fmla="*/ 21020 w 21020"/>
                <a:gd name="csY1" fmla="*/ 13854 h 14809"/>
                <a:gd name="csX2" fmla="*/ 19587 w 21020"/>
                <a:gd name="csY2" fmla="*/ 14809 h 14809"/>
                <a:gd name="csX3" fmla="*/ 17676 w 21020"/>
                <a:gd name="csY3" fmla="*/ 14332 h 14809"/>
                <a:gd name="csX4" fmla="*/ 17198 w 21020"/>
                <a:gd name="csY4" fmla="*/ 13376 h 14809"/>
                <a:gd name="csX5" fmla="*/ 17198 w 21020"/>
                <a:gd name="csY5" fmla="*/ 13376 h 14809"/>
                <a:gd name="csX6" fmla="*/ 15765 w 21020"/>
                <a:gd name="csY6" fmla="*/ 13376 h 14809"/>
                <a:gd name="csX7" fmla="*/ 12898 w 21020"/>
                <a:gd name="csY7" fmla="*/ 12899 h 14809"/>
                <a:gd name="csX8" fmla="*/ 9077 w 21020"/>
                <a:gd name="csY8" fmla="*/ 10510 h 14809"/>
                <a:gd name="csX9" fmla="*/ 4777 w 21020"/>
                <a:gd name="csY9" fmla="*/ 5255 h 14809"/>
                <a:gd name="csX10" fmla="*/ 955 w 21020"/>
                <a:gd name="csY10" fmla="*/ 2866 h 14809"/>
                <a:gd name="csX11" fmla="*/ 0 w 21020"/>
                <a:gd name="csY11" fmla="*/ 1911 h 14809"/>
                <a:gd name="csX12" fmla="*/ 0 w 21020"/>
                <a:gd name="csY12" fmla="*/ 478 h 14809"/>
                <a:gd name="csX13" fmla="*/ 478 w 21020"/>
                <a:gd name="csY13" fmla="*/ 0 h 14809"/>
                <a:gd name="csX14" fmla="*/ 3344 w 21020"/>
                <a:gd name="csY14" fmla="*/ 478 h 14809"/>
                <a:gd name="csX15" fmla="*/ 6211 w 21020"/>
                <a:gd name="csY15" fmla="*/ 2866 h 14809"/>
                <a:gd name="csX16" fmla="*/ 11466 w 21020"/>
                <a:gd name="csY16" fmla="*/ 5255 h 14809"/>
                <a:gd name="csX17" fmla="*/ 12898 w 21020"/>
                <a:gd name="csY17" fmla="*/ 6210 h 14809"/>
                <a:gd name="csX18" fmla="*/ 13854 w 21020"/>
                <a:gd name="csY18" fmla="*/ 9077 h 14809"/>
                <a:gd name="csX19" fmla="*/ 14809 w 21020"/>
                <a:gd name="csY19" fmla="*/ 10032 h 14809"/>
                <a:gd name="csX20" fmla="*/ 17676 w 21020"/>
                <a:gd name="csY20" fmla="*/ 11943 h 14809"/>
                <a:gd name="csX21" fmla="*/ 19109 w 21020"/>
                <a:gd name="csY21" fmla="*/ 12421 h 14809"/>
                <a:gd name="csX22" fmla="*/ 20064 w 21020"/>
                <a:gd name="csY22" fmla="*/ 12899 h 14809"/>
                <a:gd name="csX23" fmla="*/ 20543 w 21020"/>
                <a:gd name="csY23" fmla="*/ 12899 h 14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1020" h="14809">
                  <a:moveTo>
                    <a:pt x="20543" y="12899"/>
                  </a:moveTo>
                  <a:lnTo>
                    <a:pt x="21020" y="13854"/>
                  </a:lnTo>
                  <a:lnTo>
                    <a:pt x="19587" y="14809"/>
                  </a:lnTo>
                  <a:lnTo>
                    <a:pt x="17676" y="14332"/>
                  </a:lnTo>
                  <a:lnTo>
                    <a:pt x="17198" y="13376"/>
                  </a:lnTo>
                  <a:lnTo>
                    <a:pt x="17198" y="13376"/>
                  </a:lnTo>
                  <a:lnTo>
                    <a:pt x="15765" y="13376"/>
                  </a:lnTo>
                  <a:lnTo>
                    <a:pt x="12898" y="12899"/>
                  </a:lnTo>
                  <a:lnTo>
                    <a:pt x="9077" y="10510"/>
                  </a:lnTo>
                  <a:lnTo>
                    <a:pt x="4777" y="5255"/>
                  </a:lnTo>
                  <a:lnTo>
                    <a:pt x="955" y="2866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3344" y="478"/>
                  </a:lnTo>
                  <a:lnTo>
                    <a:pt x="6211" y="2866"/>
                  </a:lnTo>
                  <a:lnTo>
                    <a:pt x="11466" y="5255"/>
                  </a:lnTo>
                  <a:lnTo>
                    <a:pt x="12898" y="6210"/>
                  </a:lnTo>
                  <a:lnTo>
                    <a:pt x="13854" y="9077"/>
                  </a:lnTo>
                  <a:lnTo>
                    <a:pt x="14809" y="10032"/>
                  </a:lnTo>
                  <a:lnTo>
                    <a:pt x="17676" y="11943"/>
                  </a:lnTo>
                  <a:lnTo>
                    <a:pt x="19109" y="12421"/>
                  </a:lnTo>
                  <a:lnTo>
                    <a:pt x="20064" y="12899"/>
                  </a:lnTo>
                  <a:lnTo>
                    <a:pt x="20543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4" name="Freeform 5383">
              <a:extLst>
                <a:ext uri="{FF2B5EF4-FFF2-40B4-BE49-F238E27FC236}">
                  <a16:creationId xmlns:a16="http://schemas.microsoft.com/office/drawing/2014/main" id="{039117D5-841A-A111-390F-359B3D02003A}"/>
                </a:ext>
              </a:extLst>
            </p:cNvPr>
            <p:cNvSpPr/>
            <p:nvPr/>
          </p:nvSpPr>
          <p:spPr>
            <a:xfrm>
              <a:off x="8970975" y="4861017"/>
              <a:ext cx="3821" cy="2388"/>
            </a:xfrm>
            <a:custGeom>
              <a:avLst/>
              <a:gdLst>
                <a:gd name="csX0" fmla="*/ 3344 w 3821"/>
                <a:gd name="csY0" fmla="*/ 1911 h 2388"/>
                <a:gd name="csX1" fmla="*/ 1433 w 3821"/>
                <a:gd name="csY1" fmla="*/ 2389 h 2388"/>
                <a:gd name="csX2" fmla="*/ 0 w 3821"/>
                <a:gd name="csY2" fmla="*/ 1911 h 2388"/>
                <a:gd name="csX3" fmla="*/ 478 w 3821"/>
                <a:gd name="csY3" fmla="*/ 478 h 2388"/>
                <a:gd name="csX4" fmla="*/ 1433 w 3821"/>
                <a:gd name="csY4" fmla="*/ 0 h 2388"/>
                <a:gd name="csX5" fmla="*/ 3821 w 3821"/>
                <a:gd name="csY5" fmla="*/ 955 h 2388"/>
                <a:gd name="csX6" fmla="*/ 3344 w 3821"/>
                <a:gd name="csY6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2388">
                  <a:moveTo>
                    <a:pt x="3344" y="1911"/>
                  </a:moveTo>
                  <a:lnTo>
                    <a:pt x="1433" y="2389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3821" y="955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5" name="Freeform 5384">
              <a:extLst>
                <a:ext uri="{FF2B5EF4-FFF2-40B4-BE49-F238E27FC236}">
                  <a16:creationId xmlns:a16="http://schemas.microsoft.com/office/drawing/2014/main" id="{CF50B6AE-E4FA-0CFB-7E2D-6E8CD8B8A098}"/>
                </a:ext>
              </a:extLst>
            </p:cNvPr>
            <p:cNvSpPr/>
            <p:nvPr/>
          </p:nvSpPr>
          <p:spPr>
            <a:xfrm>
              <a:off x="9025914" y="4871526"/>
              <a:ext cx="28663" cy="18153"/>
            </a:xfrm>
            <a:custGeom>
              <a:avLst/>
              <a:gdLst>
                <a:gd name="csX0" fmla="*/ 28186 w 28663"/>
                <a:gd name="csY0" fmla="*/ 17676 h 18153"/>
                <a:gd name="csX1" fmla="*/ 28664 w 28663"/>
                <a:gd name="csY1" fmla="*/ 18154 h 18153"/>
                <a:gd name="csX2" fmla="*/ 25797 w 28663"/>
                <a:gd name="csY2" fmla="*/ 16721 h 18153"/>
                <a:gd name="csX3" fmla="*/ 23886 w 28663"/>
                <a:gd name="csY3" fmla="*/ 14810 h 18153"/>
                <a:gd name="csX4" fmla="*/ 18153 w 28663"/>
                <a:gd name="csY4" fmla="*/ 12899 h 18153"/>
                <a:gd name="csX5" fmla="*/ 16721 w 28663"/>
                <a:gd name="csY5" fmla="*/ 11943 h 18153"/>
                <a:gd name="csX6" fmla="*/ 15765 w 28663"/>
                <a:gd name="csY6" fmla="*/ 11466 h 18153"/>
                <a:gd name="csX7" fmla="*/ 12898 w 28663"/>
                <a:gd name="csY7" fmla="*/ 10032 h 18153"/>
                <a:gd name="csX8" fmla="*/ 10032 w 28663"/>
                <a:gd name="csY8" fmla="*/ 8599 h 18153"/>
                <a:gd name="csX9" fmla="*/ 8121 w 28663"/>
                <a:gd name="csY9" fmla="*/ 7166 h 18153"/>
                <a:gd name="csX10" fmla="*/ 7644 w 28663"/>
                <a:gd name="csY10" fmla="*/ 6688 h 18153"/>
                <a:gd name="csX11" fmla="*/ 6688 w 28663"/>
                <a:gd name="csY11" fmla="*/ 6211 h 18153"/>
                <a:gd name="csX12" fmla="*/ 4777 w 28663"/>
                <a:gd name="csY12" fmla="*/ 4777 h 18153"/>
                <a:gd name="csX13" fmla="*/ 2866 w 28663"/>
                <a:gd name="csY13" fmla="*/ 3822 h 18153"/>
                <a:gd name="csX14" fmla="*/ 2389 w 28663"/>
                <a:gd name="csY14" fmla="*/ 1911 h 18153"/>
                <a:gd name="csX15" fmla="*/ 478 w 28663"/>
                <a:gd name="csY15" fmla="*/ 478 h 18153"/>
                <a:gd name="csX16" fmla="*/ 0 w 28663"/>
                <a:gd name="csY16" fmla="*/ 0 h 18153"/>
                <a:gd name="csX17" fmla="*/ 5733 w 28663"/>
                <a:gd name="csY17" fmla="*/ 956 h 18153"/>
                <a:gd name="csX18" fmla="*/ 8121 w 28663"/>
                <a:gd name="csY18" fmla="*/ 2867 h 18153"/>
                <a:gd name="csX19" fmla="*/ 10510 w 28663"/>
                <a:gd name="csY19" fmla="*/ 4300 h 18153"/>
                <a:gd name="csX20" fmla="*/ 10987 w 28663"/>
                <a:gd name="csY20" fmla="*/ 5255 h 18153"/>
                <a:gd name="csX21" fmla="*/ 13376 w 28663"/>
                <a:gd name="csY21" fmla="*/ 6211 h 18153"/>
                <a:gd name="csX22" fmla="*/ 14809 w 28663"/>
                <a:gd name="csY22" fmla="*/ 6688 h 18153"/>
                <a:gd name="csX23" fmla="*/ 16721 w 28663"/>
                <a:gd name="csY23" fmla="*/ 7644 h 18153"/>
                <a:gd name="csX24" fmla="*/ 18153 w 28663"/>
                <a:gd name="csY24" fmla="*/ 8121 h 18153"/>
                <a:gd name="csX25" fmla="*/ 19587 w 28663"/>
                <a:gd name="csY25" fmla="*/ 8599 h 18153"/>
                <a:gd name="csX26" fmla="*/ 27708 w 28663"/>
                <a:gd name="csY26" fmla="*/ 13854 h 18153"/>
                <a:gd name="csX27" fmla="*/ 26753 w 28663"/>
                <a:gd name="csY27" fmla="*/ 15287 h 18153"/>
                <a:gd name="csX28" fmla="*/ 27708 w 28663"/>
                <a:gd name="csY28" fmla="*/ 16721 h 18153"/>
                <a:gd name="csX29" fmla="*/ 28186 w 28663"/>
                <a:gd name="csY29" fmla="*/ 17676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8663" h="18153">
                  <a:moveTo>
                    <a:pt x="28186" y="17676"/>
                  </a:moveTo>
                  <a:lnTo>
                    <a:pt x="28664" y="18154"/>
                  </a:lnTo>
                  <a:lnTo>
                    <a:pt x="25797" y="16721"/>
                  </a:lnTo>
                  <a:lnTo>
                    <a:pt x="23886" y="14810"/>
                  </a:lnTo>
                  <a:lnTo>
                    <a:pt x="18153" y="12899"/>
                  </a:lnTo>
                  <a:lnTo>
                    <a:pt x="16721" y="11943"/>
                  </a:lnTo>
                  <a:lnTo>
                    <a:pt x="15765" y="11466"/>
                  </a:lnTo>
                  <a:lnTo>
                    <a:pt x="12898" y="10032"/>
                  </a:lnTo>
                  <a:lnTo>
                    <a:pt x="10032" y="8599"/>
                  </a:lnTo>
                  <a:lnTo>
                    <a:pt x="8121" y="7166"/>
                  </a:lnTo>
                  <a:lnTo>
                    <a:pt x="7644" y="6688"/>
                  </a:lnTo>
                  <a:lnTo>
                    <a:pt x="6688" y="6211"/>
                  </a:lnTo>
                  <a:lnTo>
                    <a:pt x="4777" y="4777"/>
                  </a:lnTo>
                  <a:lnTo>
                    <a:pt x="2866" y="3822"/>
                  </a:lnTo>
                  <a:lnTo>
                    <a:pt x="2389" y="1911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5733" y="956"/>
                  </a:lnTo>
                  <a:lnTo>
                    <a:pt x="8121" y="2867"/>
                  </a:lnTo>
                  <a:lnTo>
                    <a:pt x="10510" y="4300"/>
                  </a:lnTo>
                  <a:lnTo>
                    <a:pt x="10987" y="5255"/>
                  </a:lnTo>
                  <a:lnTo>
                    <a:pt x="13376" y="6211"/>
                  </a:lnTo>
                  <a:lnTo>
                    <a:pt x="14809" y="6688"/>
                  </a:lnTo>
                  <a:lnTo>
                    <a:pt x="16721" y="7644"/>
                  </a:lnTo>
                  <a:lnTo>
                    <a:pt x="18153" y="8121"/>
                  </a:lnTo>
                  <a:lnTo>
                    <a:pt x="19587" y="8599"/>
                  </a:lnTo>
                  <a:lnTo>
                    <a:pt x="27708" y="13854"/>
                  </a:lnTo>
                  <a:lnTo>
                    <a:pt x="26753" y="15287"/>
                  </a:lnTo>
                  <a:lnTo>
                    <a:pt x="27708" y="16721"/>
                  </a:lnTo>
                  <a:lnTo>
                    <a:pt x="28186" y="1767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6" name="Freeform 5385">
              <a:extLst>
                <a:ext uri="{FF2B5EF4-FFF2-40B4-BE49-F238E27FC236}">
                  <a16:creationId xmlns:a16="http://schemas.microsoft.com/office/drawing/2014/main" id="{B0746EB2-EDB2-EC0F-02AE-D2B67641BC5B}"/>
                </a:ext>
              </a:extLst>
            </p:cNvPr>
            <p:cNvSpPr/>
            <p:nvPr/>
          </p:nvSpPr>
          <p:spPr>
            <a:xfrm>
              <a:off x="8987217" y="4872004"/>
              <a:ext cx="6210" cy="6210"/>
            </a:xfrm>
            <a:custGeom>
              <a:avLst/>
              <a:gdLst>
                <a:gd name="csX0" fmla="*/ 3822 w 6210"/>
                <a:gd name="csY0" fmla="*/ 6210 h 6210"/>
                <a:gd name="csX1" fmla="*/ 3344 w 6210"/>
                <a:gd name="csY1" fmla="*/ 6210 h 6210"/>
                <a:gd name="csX2" fmla="*/ 2867 w 6210"/>
                <a:gd name="csY2" fmla="*/ 5255 h 6210"/>
                <a:gd name="csX3" fmla="*/ 2389 w 6210"/>
                <a:gd name="csY3" fmla="*/ 5255 h 6210"/>
                <a:gd name="csX4" fmla="*/ 2389 w 6210"/>
                <a:gd name="csY4" fmla="*/ 4299 h 6210"/>
                <a:gd name="csX5" fmla="*/ 478 w 6210"/>
                <a:gd name="csY5" fmla="*/ 2389 h 6210"/>
                <a:gd name="csX6" fmla="*/ 0 w 6210"/>
                <a:gd name="csY6" fmla="*/ 956 h 6210"/>
                <a:gd name="csX7" fmla="*/ 1433 w 6210"/>
                <a:gd name="csY7" fmla="*/ 0 h 6210"/>
                <a:gd name="csX8" fmla="*/ 2867 w 6210"/>
                <a:gd name="csY8" fmla="*/ 478 h 6210"/>
                <a:gd name="csX9" fmla="*/ 4300 w 6210"/>
                <a:gd name="csY9" fmla="*/ 1911 h 6210"/>
                <a:gd name="csX10" fmla="*/ 6211 w 6210"/>
                <a:gd name="csY10" fmla="*/ 2389 h 6210"/>
                <a:gd name="csX11" fmla="*/ 5733 w 6210"/>
                <a:gd name="csY11" fmla="*/ 3344 h 6210"/>
                <a:gd name="csX12" fmla="*/ 4300 w 6210"/>
                <a:gd name="csY12" fmla="*/ 5255 h 6210"/>
                <a:gd name="csX13" fmla="*/ 3822 w 6210"/>
                <a:gd name="csY13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210" h="6210">
                  <a:moveTo>
                    <a:pt x="3822" y="6210"/>
                  </a:moveTo>
                  <a:lnTo>
                    <a:pt x="3344" y="6210"/>
                  </a:lnTo>
                  <a:lnTo>
                    <a:pt x="2867" y="5255"/>
                  </a:lnTo>
                  <a:lnTo>
                    <a:pt x="2389" y="5255"/>
                  </a:lnTo>
                  <a:lnTo>
                    <a:pt x="2389" y="4299"/>
                  </a:lnTo>
                  <a:lnTo>
                    <a:pt x="478" y="2389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2867" y="478"/>
                  </a:lnTo>
                  <a:lnTo>
                    <a:pt x="4300" y="1911"/>
                  </a:lnTo>
                  <a:lnTo>
                    <a:pt x="6211" y="2389"/>
                  </a:lnTo>
                  <a:lnTo>
                    <a:pt x="5733" y="3344"/>
                  </a:lnTo>
                  <a:lnTo>
                    <a:pt x="4300" y="5255"/>
                  </a:lnTo>
                  <a:lnTo>
                    <a:pt x="3822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7" name="Freeform 5386">
              <a:extLst>
                <a:ext uri="{FF2B5EF4-FFF2-40B4-BE49-F238E27FC236}">
                  <a16:creationId xmlns:a16="http://schemas.microsoft.com/office/drawing/2014/main" id="{97C647B5-2226-52B5-3F4B-2CE1EAAD6B3D}"/>
                </a:ext>
              </a:extLst>
            </p:cNvPr>
            <p:cNvSpPr/>
            <p:nvPr/>
          </p:nvSpPr>
          <p:spPr>
            <a:xfrm>
              <a:off x="8996294" y="4876782"/>
              <a:ext cx="4777" cy="5254"/>
            </a:xfrm>
            <a:custGeom>
              <a:avLst/>
              <a:gdLst>
                <a:gd name="csX0" fmla="*/ 4300 w 4777"/>
                <a:gd name="csY0" fmla="*/ 4777 h 5254"/>
                <a:gd name="csX1" fmla="*/ 3822 w 4777"/>
                <a:gd name="csY1" fmla="*/ 5255 h 5254"/>
                <a:gd name="csX2" fmla="*/ 1911 w 4777"/>
                <a:gd name="csY2" fmla="*/ 4777 h 5254"/>
                <a:gd name="csX3" fmla="*/ 0 w 4777"/>
                <a:gd name="csY3" fmla="*/ 2866 h 5254"/>
                <a:gd name="csX4" fmla="*/ 0 w 4777"/>
                <a:gd name="csY4" fmla="*/ 1433 h 5254"/>
                <a:gd name="csX5" fmla="*/ 1433 w 4777"/>
                <a:gd name="csY5" fmla="*/ 478 h 5254"/>
                <a:gd name="csX6" fmla="*/ 2866 w 4777"/>
                <a:gd name="csY6" fmla="*/ 0 h 5254"/>
                <a:gd name="csX7" fmla="*/ 3822 w 4777"/>
                <a:gd name="csY7" fmla="*/ 478 h 5254"/>
                <a:gd name="csX8" fmla="*/ 4777 w 4777"/>
                <a:gd name="csY8" fmla="*/ 1911 h 5254"/>
                <a:gd name="csX9" fmla="*/ 4777 w 4777"/>
                <a:gd name="csY9" fmla="*/ 3344 h 5254"/>
                <a:gd name="csX10" fmla="*/ 4777 w 4777"/>
                <a:gd name="csY10" fmla="*/ 4299 h 5254"/>
                <a:gd name="csX11" fmla="*/ 4300 w 4777"/>
                <a:gd name="csY11" fmla="*/ 4777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77" h="5254">
                  <a:moveTo>
                    <a:pt x="4300" y="4777"/>
                  </a:moveTo>
                  <a:lnTo>
                    <a:pt x="3822" y="5255"/>
                  </a:lnTo>
                  <a:lnTo>
                    <a:pt x="1911" y="4777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1433" y="478"/>
                  </a:lnTo>
                  <a:lnTo>
                    <a:pt x="2866" y="0"/>
                  </a:lnTo>
                  <a:lnTo>
                    <a:pt x="3822" y="478"/>
                  </a:lnTo>
                  <a:lnTo>
                    <a:pt x="4777" y="1911"/>
                  </a:lnTo>
                  <a:lnTo>
                    <a:pt x="4777" y="3344"/>
                  </a:lnTo>
                  <a:lnTo>
                    <a:pt x="4777" y="4299"/>
                  </a:lnTo>
                  <a:lnTo>
                    <a:pt x="4300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8" name="Freeform 5387">
              <a:extLst>
                <a:ext uri="{FF2B5EF4-FFF2-40B4-BE49-F238E27FC236}">
                  <a16:creationId xmlns:a16="http://schemas.microsoft.com/office/drawing/2014/main" id="{7BF195BE-C96E-BCB8-6D85-910FBA5A77CA}"/>
                </a:ext>
              </a:extLst>
            </p:cNvPr>
            <p:cNvSpPr/>
            <p:nvPr/>
          </p:nvSpPr>
          <p:spPr>
            <a:xfrm>
              <a:off x="8988173" y="4878692"/>
              <a:ext cx="1432" cy="4299"/>
            </a:xfrm>
            <a:custGeom>
              <a:avLst/>
              <a:gdLst>
                <a:gd name="csX0" fmla="*/ 955 w 1432"/>
                <a:gd name="csY0" fmla="*/ 3822 h 4299"/>
                <a:gd name="csX1" fmla="*/ 955 w 1432"/>
                <a:gd name="csY1" fmla="*/ 4300 h 4299"/>
                <a:gd name="csX2" fmla="*/ 0 w 1432"/>
                <a:gd name="csY2" fmla="*/ 2389 h 4299"/>
                <a:gd name="csX3" fmla="*/ 0 w 1432"/>
                <a:gd name="csY3" fmla="*/ 956 h 4299"/>
                <a:gd name="csX4" fmla="*/ 0 w 1432"/>
                <a:gd name="csY4" fmla="*/ 478 h 4299"/>
                <a:gd name="csX5" fmla="*/ 478 w 1432"/>
                <a:gd name="csY5" fmla="*/ 0 h 4299"/>
                <a:gd name="csX6" fmla="*/ 1433 w 1432"/>
                <a:gd name="csY6" fmla="*/ 2867 h 4299"/>
                <a:gd name="csX7" fmla="*/ 955 w 1432"/>
                <a:gd name="csY7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2" h="4299">
                  <a:moveTo>
                    <a:pt x="955" y="3822"/>
                  </a:moveTo>
                  <a:lnTo>
                    <a:pt x="955" y="4300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2867"/>
                  </a:lnTo>
                  <a:lnTo>
                    <a:pt x="95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9" name="Freeform 5388">
              <a:extLst>
                <a:ext uri="{FF2B5EF4-FFF2-40B4-BE49-F238E27FC236}">
                  <a16:creationId xmlns:a16="http://schemas.microsoft.com/office/drawing/2014/main" id="{060D9A0F-CC95-50EB-4082-136620529F5C}"/>
                </a:ext>
              </a:extLst>
            </p:cNvPr>
            <p:cNvSpPr/>
            <p:nvPr/>
          </p:nvSpPr>
          <p:spPr>
            <a:xfrm>
              <a:off x="9001549" y="4879170"/>
              <a:ext cx="13376" cy="11465"/>
            </a:xfrm>
            <a:custGeom>
              <a:avLst/>
              <a:gdLst>
                <a:gd name="csX0" fmla="*/ 10988 w 13376"/>
                <a:gd name="csY0" fmla="*/ 4777 h 11465"/>
                <a:gd name="csX1" fmla="*/ 11943 w 13376"/>
                <a:gd name="csY1" fmla="*/ 6210 h 11465"/>
                <a:gd name="csX2" fmla="*/ 13377 w 13376"/>
                <a:gd name="csY2" fmla="*/ 9555 h 11465"/>
                <a:gd name="csX3" fmla="*/ 13377 w 13376"/>
                <a:gd name="csY3" fmla="*/ 10988 h 11465"/>
                <a:gd name="csX4" fmla="*/ 12421 w 13376"/>
                <a:gd name="csY4" fmla="*/ 10988 h 11465"/>
                <a:gd name="csX5" fmla="*/ 11943 w 13376"/>
                <a:gd name="csY5" fmla="*/ 11465 h 11465"/>
                <a:gd name="csX6" fmla="*/ 10510 w 13376"/>
                <a:gd name="csY6" fmla="*/ 10032 h 11465"/>
                <a:gd name="csX7" fmla="*/ 8599 w 13376"/>
                <a:gd name="csY7" fmla="*/ 9555 h 11465"/>
                <a:gd name="csX8" fmla="*/ 7166 w 13376"/>
                <a:gd name="csY8" fmla="*/ 8599 h 11465"/>
                <a:gd name="csX9" fmla="*/ 6688 w 13376"/>
                <a:gd name="csY9" fmla="*/ 6688 h 11465"/>
                <a:gd name="csX10" fmla="*/ 6688 w 13376"/>
                <a:gd name="csY10" fmla="*/ 5255 h 11465"/>
                <a:gd name="csX11" fmla="*/ 5733 w 13376"/>
                <a:gd name="csY11" fmla="*/ 5255 h 11465"/>
                <a:gd name="csX12" fmla="*/ 2867 w 13376"/>
                <a:gd name="csY12" fmla="*/ 5255 h 11465"/>
                <a:gd name="csX13" fmla="*/ 1911 w 13376"/>
                <a:gd name="csY13" fmla="*/ 6688 h 11465"/>
                <a:gd name="csX14" fmla="*/ 478 w 13376"/>
                <a:gd name="csY14" fmla="*/ 6210 h 11465"/>
                <a:gd name="csX15" fmla="*/ 0 w 13376"/>
                <a:gd name="csY15" fmla="*/ 5255 h 11465"/>
                <a:gd name="csX16" fmla="*/ 0 w 13376"/>
                <a:gd name="csY16" fmla="*/ 4299 h 11465"/>
                <a:gd name="csX17" fmla="*/ 1911 w 13376"/>
                <a:gd name="csY17" fmla="*/ 3344 h 11465"/>
                <a:gd name="csX18" fmla="*/ 2389 w 13376"/>
                <a:gd name="csY18" fmla="*/ 2389 h 11465"/>
                <a:gd name="csX19" fmla="*/ 4300 w 13376"/>
                <a:gd name="csY19" fmla="*/ 0 h 11465"/>
                <a:gd name="csX20" fmla="*/ 5255 w 13376"/>
                <a:gd name="csY20" fmla="*/ 0 h 11465"/>
                <a:gd name="csX21" fmla="*/ 7644 w 13376"/>
                <a:gd name="csY21" fmla="*/ 478 h 11465"/>
                <a:gd name="csX22" fmla="*/ 7644 w 13376"/>
                <a:gd name="csY22" fmla="*/ 3344 h 11465"/>
                <a:gd name="csX23" fmla="*/ 8599 w 13376"/>
                <a:gd name="csY23" fmla="*/ 4299 h 11465"/>
                <a:gd name="csX24" fmla="*/ 10988 w 13376"/>
                <a:gd name="csY24" fmla="*/ 4777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3376" h="11465">
                  <a:moveTo>
                    <a:pt x="10988" y="4777"/>
                  </a:moveTo>
                  <a:lnTo>
                    <a:pt x="11943" y="6210"/>
                  </a:lnTo>
                  <a:lnTo>
                    <a:pt x="13377" y="9555"/>
                  </a:lnTo>
                  <a:lnTo>
                    <a:pt x="13377" y="10988"/>
                  </a:lnTo>
                  <a:lnTo>
                    <a:pt x="12421" y="10988"/>
                  </a:lnTo>
                  <a:lnTo>
                    <a:pt x="11943" y="11465"/>
                  </a:lnTo>
                  <a:lnTo>
                    <a:pt x="10510" y="10032"/>
                  </a:lnTo>
                  <a:lnTo>
                    <a:pt x="8599" y="9555"/>
                  </a:lnTo>
                  <a:lnTo>
                    <a:pt x="7166" y="8599"/>
                  </a:lnTo>
                  <a:lnTo>
                    <a:pt x="6688" y="6688"/>
                  </a:lnTo>
                  <a:lnTo>
                    <a:pt x="6688" y="5255"/>
                  </a:lnTo>
                  <a:lnTo>
                    <a:pt x="5733" y="5255"/>
                  </a:lnTo>
                  <a:lnTo>
                    <a:pt x="2867" y="5255"/>
                  </a:lnTo>
                  <a:lnTo>
                    <a:pt x="1911" y="6688"/>
                  </a:lnTo>
                  <a:lnTo>
                    <a:pt x="478" y="6210"/>
                  </a:lnTo>
                  <a:lnTo>
                    <a:pt x="0" y="5255"/>
                  </a:lnTo>
                  <a:lnTo>
                    <a:pt x="0" y="4299"/>
                  </a:lnTo>
                  <a:lnTo>
                    <a:pt x="1911" y="3344"/>
                  </a:lnTo>
                  <a:lnTo>
                    <a:pt x="2389" y="2389"/>
                  </a:lnTo>
                  <a:lnTo>
                    <a:pt x="4300" y="0"/>
                  </a:lnTo>
                  <a:lnTo>
                    <a:pt x="5255" y="0"/>
                  </a:lnTo>
                  <a:lnTo>
                    <a:pt x="7644" y="478"/>
                  </a:lnTo>
                  <a:lnTo>
                    <a:pt x="7644" y="3344"/>
                  </a:lnTo>
                  <a:lnTo>
                    <a:pt x="8599" y="4299"/>
                  </a:lnTo>
                  <a:lnTo>
                    <a:pt x="1098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0" name="Freeform 5389">
              <a:extLst>
                <a:ext uri="{FF2B5EF4-FFF2-40B4-BE49-F238E27FC236}">
                  <a16:creationId xmlns:a16="http://schemas.microsoft.com/office/drawing/2014/main" id="{32950ADF-F70F-087F-5824-01B100E55992}"/>
                </a:ext>
              </a:extLst>
            </p:cNvPr>
            <p:cNvSpPr/>
            <p:nvPr/>
          </p:nvSpPr>
          <p:spPr>
            <a:xfrm>
              <a:off x="9068431" y="4885381"/>
              <a:ext cx="15765" cy="23886"/>
            </a:xfrm>
            <a:custGeom>
              <a:avLst/>
              <a:gdLst>
                <a:gd name="csX0" fmla="*/ 3344 w 15765"/>
                <a:gd name="csY0" fmla="*/ 0 h 23886"/>
                <a:gd name="csX1" fmla="*/ 8122 w 15765"/>
                <a:gd name="csY1" fmla="*/ 5255 h 23886"/>
                <a:gd name="csX2" fmla="*/ 7644 w 15765"/>
                <a:gd name="csY2" fmla="*/ 6210 h 23886"/>
                <a:gd name="csX3" fmla="*/ 7166 w 15765"/>
                <a:gd name="csY3" fmla="*/ 7166 h 23886"/>
                <a:gd name="csX4" fmla="*/ 7166 w 15765"/>
                <a:gd name="csY4" fmla="*/ 8599 h 23886"/>
                <a:gd name="csX5" fmla="*/ 7644 w 15765"/>
                <a:gd name="csY5" fmla="*/ 9555 h 23886"/>
                <a:gd name="csX6" fmla="*/ 9077 w 15765"/>
                <a:gd name="csY6" fmla="*/ 10032 h 23886"/>
                <a:gd name="csX7" fmla="*/ 11466 w 15765"/>
                <a:gd name="csY7" fmla="*/ 11943 h 23886"/>
                <a:gd name="csX8" fmla="*/ 12421 w 15765"/>
                <a:gd name="csY8" fmla="*/ 14332 h 23886"/>
                <a:gd name="csX9" fmla="*/ 12421 w 15765"/>
                <a:gd name="csY9" fmla="*/ 14809 h 23886"/>
                <a:gd name="csX10" fmla="*/ 13377 w 15765"/>
                <a:gd name="csY10" fmla="*/ 16243 h 23886"/>
                <a:gd name="csX11" fmla="*/ 13377 w 15765"/>
                <a:gd name="csY11" fmla="*/ 18154 h 23886"/>
                <a:gd name="csX12" fmla="*/ 15288 w 15765"/>
                <a:gd name="csY12" fmla="*/ 21498 h 23886"/>
                <a:gd name="csX13" fmla="*/ 15765 w 15765"/>
                <a:gd name="csY13" fmla="*/ 22931 h 23886"/>
                <a:gd name="csX14" fmla="*/ 15288 w 15765"/>
                <a:gd name="csY14" fmla="*/ 23886 h 23886"/>
                <a:gd name="csX15" fmla="*/ 14332 w 15765"/>
                <a:gd name="csY15" fmla="*/ 23409 h 23886"/>
                <a:gd name="csX16" fmla="*/ 11943 w 15765"/>
                <a:gd name="csY16" fmla="*/ 19587 h 23886"/>
                <a:gd name="csX17" fmla="*/ 9077 w 15765"/>
                <a:gd name="csY17" fmla="*/ 18154 h 23886"/>
                <a:gd name="csX18" fmla="*/ 8599 w 15765"/>
                <a:gd name="csY18" fmla="*/ 17676 h 23886"/>
                <a:gd name="csX19" fmla="*/ 5733 w 15765"/>
                <a:gd name="csY19" fmla="*/ 15287 h 23886"/>
                <a:gd name="csX20" fmla="*/ 3822 w 15765"/>
                <a:gd name="csY20" fmla="*/ 11943 h 23886"/>
                <a:gd name="csX21" fmla="*/ 1433 w 15765"/>
                <a:gd name="csY21" fmla="*/ 5733 h 23886"/>
                <a:gd name="csX22" fmla="*/ 2389 w 15765"/>
                <a:gd name="csY22" fmla="*/ 4300 h 23886"/>
                <a:gd name="csX23" fmla="*/ 0 w 15765"/>
                <a:gd name="csY23" fmla="*/ 956 h 23886"/>
                <a:gd name="csX24" fmla="*/ 0 w 15765"/>
                <a:gd name="csY24" fmla="*/ 0 h 23886"/>
                <a:gd name="csX25" fmla="*/ 956 w 15765"/>
                <a:gd name="csY25" fmla="*/ 478 h 23886"/>
                <a:gd name="csX26" fmla="*/ 1911 w 15765"/>
                <a:gd name="csY26" fmla="*/ 478 h 23886"/>
                <a:gd name="csX27" fmla="*/ 2389 w 15765"/>
                <a:gd name="csY27" fmla="*/ 0 h 23886"/>
                <a:gd name="csX28" fmla="*/ 3344 w 15765"/>
                <a:gd name="csY28" fmla="*/ 0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5765" h="23886">
                  <a:moveTo>
                    <a:pt x="3344" y="0"/>
                  </a:moveTo>
                  <a:lnTo>
                    <a:pt x="8122" y="5255"/>
                  </a:lnTo>
                  <a:lnTo>
                    <a:pt x="7644" y="6210"/>
                  </a:lnTo>
                  <a:lnTo>
                    <a:pt x="7166" y="7166"/>
                  </a:lnTo>
                  <a:lnTo>
                    <a:pt x="7166" y="8599"/>
                  </a:lnTo>
                  <a:lnTo>
                    <a:pt x="7644" y="9555"/>
                  </a:lnTo>
                  <a:lnTo>
                    <a:pt x="9077" y="10032"/>
                  </a:lnTo>
                  <a:lnTo>
                    <a:pt x="11466" y="11943"/>
                  </a:lnTo>
                  <a:lnTo>
                    <a:pt x="12421" y="14332"/>
                  </a:lnTo>
                  <a:lnTo>
                    <a:pt x="12421" y="14809"/>
                  </a:lnTo>
                  <a:lnTo>
                    <a:pt x="13377" y="16243"/>
                  </a:lnTo>
                  <a:lnTo>
                    <a:pt x="13377" y="18154"/>
                  </a:lnTo>
                  <a:lnTo>
                    <a:pt x="15288" y="21498"/>
                  </a:lnTo>
                  <a:lnTo>
                    <a:pt x="15765" y="22931"/>
                  </a:lnTo>
                  <a:lnTo>
                    <a:pt x="15288" y="23886"/>
                  </a:lnTo>
                  <a:lnTo>
                    <a:pt x="14332" y="23409"/>
                  </a:lnTo>
                  <a:lnTo>
                    <a:pt x="11943" y="19587"/>
                  </a:lnTo>
                  <a:lnTo>
                    <a:pt x="9077" y="18154"/>
                  </a:lnTo>
                  <a:lnTo>
                    <a:pt x="8599" y="17676"/>
                  </a:lnTo>
                  <a:lnTo>
                    <a:pt x="5733" y="15287"/>
                  </a:lnTo>
                  <a:lnTo>
                    <a:pt x="3822" y="11943"/>
                  </a:lnTo>
                  <a:lnTo>
                    <a:pt x="1433" y="5733"/>
                  </a:lnTo>
                  <a:lnTo>
                    <a:pt x="2389" y="4300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956" y="478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3344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1" name="Freeform 5390">
              <a:extLst>
                <a:ext uri="{FF2B5EF4-FFF2-40B4-BE49-F238E27FC236}">
                  <a16:creationId xmlns:a16="http://schemas.microsoft.com/office/drawing/2014/main" id="{0D96384D-A6FB-ED59-7308-DC1226749E77}"/>
                </a:ext>
              </a:extLst>
            </p:cNvPr>
            <p:cNvSpPr/>
            <p:nvPr/>
          </p:nvSpPr>
          <p:spPr>
            <a:xfrm>
              <a:off x="9047412" y="4886336"/>
              <a:ext cx="3343" cy="2866"/>
            </a:xfrm>
            <a:custGeom>
              <a:avLst/>
              <a:gdLst>
                <a:gd name="csX0" fmla="*/ 3344 w 3343"/>
                <a:gd name="csY0" fmla="*/ 2389 h 2866"/>
                <a:gd name="csX1" fmla="*/ 2389 w 3343"/>
                <a:gd name="csY1" fmla="*/ 2866 h 2866"/>
                <a:gd name="csX2" fmla="*/ 955 w 3343"/>
                <a:gd name="csY2" fmla="*/ 1911 h 2866"/>
                <a:gd name="csX3" fmla="*/ 0 w 3343"/>
                <a:gd name="csY3" fmla="*/ 1433 h 2866"/>
                <a:gd name="csX4" fmla="*/ 478 w 3343"/>
                <a:gd name="csY4" fmla="*/ 478 h 2866"/>
                <a:gd name="csX5" fmla="*/ 1433 w 3343"/>
                <a:gd name="csY5" fmla="*/ 0 h 2866"/>
                <a:gd name="csX6" fmla="*/ 2389 w 3343"/>
                <a:gd name="csY6" fmla="*/ 956 h 2866"/>
                <a:gd name="csX7" fmla="*/ 2389 w 3343"/>
                <a:gd name="csY7" fmla="*/ 1433 h 2866"/>
                <a:gd name="csX8" fmla="*/ 3344 w 3343"/>
                <a:gd name="csY8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2866">
                  <a:moveTo>
                    <a:pt x="3344" y="2389"/>
                  </a:moveTo>
                  <a:lnTo>
                    <a:pt x="2389" y="2866"/>
                  </a:lnTo>
                  <a:lnTo>
                    <a:pt x="955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389" y="956"/>
                  </a:lnTo>
                  <a:lnTo>
                    <a:pt x="2389" y="1433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2" name="Freeform 5391">
              <a:extLst>
                <a:ext uri="{FF2B5EF4-FFF2-40B4-BE49-F238E27FC236}">
                  <a16:creationId xmlns:a16="http://schemas.microsoft.com/office/drawing/2014/main" id="{6570F28A-517A-D268-09AF-05F9A25ABDE2}"/>
                </a:ext>
              </a:extLst>
            </p:cNvPr>
            <p:cNvSpPr/>
            <p:nvPr/>
          </p:nvSpPr>
          <p:spPr>
            <a:xfrm>
              <a:off x="9001549" y="4887292"/>
              <a:ext cx="3822" cy="5732"/>
            </a:xfrm>
            <a:custGeom>
              <a:avLst/>
              <a:gdLst>
                <a:gd name="csX0" fmla="*/ 3344 w 3822"/>
                <a:gd name="csY0" fmla="*/ 5255 h 5732"/>
                <a:gd name="csX1" fmla="*/ 3344 w 3822"/>
                <a:gd name="csY1" fmla="*/ 5733 h 5732"/>
                <a:gd name="csX2" fmla="*/ 2389 w 3822"/>
                <a:gd name="csY2" fmla="*/ 5255 h 5732"/>
                <a:gd name="csX3" fmla="*/ 0 w 3822"/>
                <a:gd name="csY3" fmla="*/ 2389 h 5732"/>
                <a:gd name="csX4" fmla="*/ 478 w 3822"/>
                <a:gd name="csY4" fmla="*/ 1911 h 5732"/>
                <a:gd name="csX5" fmla="*/ 2389 w 3822"/>
                <a:gd name="csY5" fmla="*/ 0 h 5732"/>
                <a:gd name="csX6" fmla="*/ 3344 w 3822"/>
                <a:gd name="csY6" fmla="*/ 0 h 5732"/>
                <a:gd name="csX7" fmla="*/ 3822 w 3822"/>
                <a:gd name="csY7" fmla="*/ 955 h 5732"/>
                <a:gd name="csX8" fmla="*/ 3344 w 3822"/>
                <a:gd name="csY8" fmla="*/ 2389 h 5732"/>
                <a:gd name="csX9" fmla="*/ 2389 w 3822"/>
                <a:gd name="csY9" fmla="*/ 2866 h 5732"/>
                <a:gd name="csX10" fmla="*/ 2389 w 3822"/>
                <a:gd name="csY10" fmla="*/ 4299 h 5732"/>
                <a:gd name="csX11" fmla="*/ 3344 w 3822"/>
                <a:gd name="csY11" fmla="*/ 5255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2" h="5732">
                  <a:moveTo>
                    <a:pt x="3344" y="5255"/>
                  </a:moveTo>
                  <a:lnTo>
                    <a:pt x="3344" y="5733"/>
                  </a:lnTo>
                  <a:lnTo>
                    <a:pt x="2389" y="5255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3822" y="955"/>
                  </a:lnTo>
                  <a:lnTo>
                    <a:pt x="3344" y="2389"/>
                  </a:lnTo>
                  <a:lnTo>
                    <a:pt x="2389" y="2866"/>
                  </a:lnTo>
                  <a:lnTo>
                    <a:pt x="2389" y="4299"/>
                  </a:lnTo>
                  <a:lnTo>
                    <a:pt x="3344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3" name="Freeform 5392">
              <a:extLst>
                <a:ext uri="{FF2B5EF4-FFF2-40B4-BE49-F238E27FC236}">
                  <a16:creationId xmlns:a16="http://schemas.microsoft.com/office/drawing/2014/main" id="{227860CD-F50A-8F7C-6E78-AD668DA22C3E}"/>
                </a:ext>
              </a:extLst>
            </p:cNvPr>
            <p:cNvSpPr/>
            <p:nvPr/>
          </p:nvSpPr>
          <p:spPr>
            <a:xfrm>
              <a:off x="9014448" y="4888725"/>
              <a:ext cx="5254" cy="4777"/>
            </a:xfrm>
            <a:custGeom>
              <a:avLst/>
              <a:gdLst>
                <a:gd name="csX0" fmla="*/ 4777 w 5254"/>
                <a:gd name="csY0" fmla="*/ 3344 h 4777"/>
                <a:gd name="csX1" fmla="*/ 2866 w 5254"/>
                <a:gd name="csY1" fmla="*/ 4777 h 4777"/>
                <a:gd name="csX2" fmla="*/ 1433 w 5254"/>
                <a:gd name="csY2" fmla="*/ 4299 h 4777"/>
                <a:gd name="csX3" fmla="*/ 0 w 5254"/>
                <a:gd name="csY3" fmla="*/ 2866 h 4777"/>
                <a:gd name="csX4" fmla="*/ 478 w 5254"/>
                <a:gd name="csY4" fmla="*/ 1433 h 4777"/>
                <a:gd name="csX5" fmla="*/ 955 w 5254"/>
                <a:gd name="csY5" fmla="*/ 956 h 4777"/>
                <a:gd name="csX6" fmla="*/ 1433 w 5254"/>
                <a:gd name="csY6" fmla="*/ 956 h 4777"/>
                <a:gd name="csX7" fmla="*/ 1911 w 5254"/>
                <a:gd name="csY7" fmla="*/ 956 h 4777"/>
                <a:gd name="csX8" fmla="*/ 2389 w 5254"/>
                <a:gd name="csY8" fmla="*/ 0 h 4777"/>
                <a:gd name="csX9" fmla="*/ 4777 w 5254"/>
                <a:gd name="csY9" fmla="*/ 478 h 4777"/>
                <a:gd name="csX10" fmla="*/ 5255 w 5254"/>
                <a:gd name="csY10" fmla="*/ 956 h 4777"/>
                <a:gd name="csX11" fmla="*/ 3821 w 5254"/>
                <a:gd name="csY11" fmla="*/ 1911 h 4777"/>
                <a:gd name="csX12" fmla="*/ 4300 w 5254"/>
                <a:gd name="csY12" fmla="*/ 2389 h 4777"/>
                <a:gd name="csX13" fmla="*/ 4777 w 5254"/>
                <a:gd name="csY13" fmla="*/ 2866 h 4777"/>
                <a:gd name="csX14" fmla="*/ 4777 w 5254"/>
                <a:gd name="csY14" fmla="*/ 3344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254" h="4777">
                  <a:moveTo>
                    <a:pt x="4777" y="3344"/>
                  </a:moveTo>
                  <a:lnTo>
                    <a:pt x="2866" y="4777"/>
                  </a:lnTo>
                  <a:lnTo>
                    <a:pt x="1433" y="4299"/>
                  </a:lnTo>
                  <a:lnTo>
                    <a:pt x="0" y="2866"/>
                  </a:lnTo>
                  <a:lnTo>
                    <a:pt x="478" y="1433"/>
                  </a:lnTo>
                  <a:lnTo>
                    <a:pt x="955" y="956"/>
                  </a:lnTo>
                  <a:lnTo>
                    <a:pt x="1433" y="956"/>
                  </a:lnTo>
                  <a:lnTo>
                    <a:pt x="1911" y="956"/>
                  </a:lnTo>
                  <a:lnTo>
                    <a:pt x="2389" y="0"/>
                  </a:lnTo>
                  <a:lnTo>
                    <a:pt x="4777" y="478"/>
                  </a:lnTo>
                  <a:lnTo>
                    <a:pt x="5255" y="956"/>
                  </a:lnTo>
                  <a:lnTo>
                    <a:pt x="3821" y="1911"/>
                  </a:lnTo>
                  <a:lnTo>
                    <a:pt x="4300" y="2389"/>
                  </a:lnTo>
                  <a:lnTo>
                    <a:pt x="4777" y="2866"/>
                  </a:lnTo>
                  <a:lnTo>
                    <a:pt x="4777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4" name="Freeform 5393">
              <a:extLst>
                <a:ext uri="{FF2B5EF4-FFF2-40B4-BE49-F238E27FC236}">
                  <a16:creationId xmlns:a16="http://schemas.microsoft.com/office/drawing/2014/main" id="{7C49ED32-A75F-076A-B04C-53A361EB045C}"/>
                </a:ext>
              </a:extLst>
            </p:cNvPr>
            <p:cNvSpPr/>
            <p:nvPr/>
          </p:nvSpPr>
          <p:spPr>
            <a:xfrm>
              <a:off x="9020181" y="4892069"/>
              <a:ext cx="1911" cy="2388"/>
            </a:xfrm>
            <a:custGeom>
              <a:avLst/>
              <a:gdLst>
                <a:gd name="csX0" fmla="*/ 956 w 1911"/>
                <a:gd name="csY0" fmla="*/ 2389 h 2388"/>
                <a:gd name="csX1" fmla="*/ 478 w 1911"/>
                <a:gd name="csY1" fmla="*/ 2389 h 2388"/>
                <a:gd name="csX2" fmla="*/ 0 w 1911"/>
                <a:gd name="csY2" fmla="*/ 1911 h 2388"/>
                <a:gd name="csX3" fmla="*/ 956 w 1911"/>
                <a:gd name="csY3" fmla="*/ 0 h 2388"/>
                <a:gd name="csX4" fmla="*/ 1433 w 1911"/>
                <a:gd name="csY4" fmla="*/ 1433 h 2388"/>
                <a:gd name="csX5" fmla="*/ 1911 w 1911"/>
                <a:gd name="csY5" fmla="*/ 1911 h 2388"/>
                <a:gd name="csX6" fmla="*/ 956 w 1911"/>
                <a:gd name="csY6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2388">
                  <a:moveTo>
                    <a:pt x="956" y="2389"/>
                  </a:moveTo>
                  <a:lnTo>
                    <a:pt x="478" y="2389"/>
                  </a:lnTo>
                  <a:lnTo>
                    <a:pt x="0" y="1911"/>
                  </a:lnTo>
                  <a:lnTo>
                    <a:pt x="956" y="0"/>
                  </a:lnTo>
                  <a:lnTo>
                    <a:pt x="1433" y="1433"/>
                  </a:lnTo>
                  <a:lnTo>
                    <a:pt x="1911" y="1911"/>
                  </a:lnTo>
                  <a:lnTo>
                    <a:pt x="95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5" name="Freeform 5394">
              <a:extLst>
                <a:ext uri="{FF2B5EF4-FFF2-40B4-BE49-F238E27FC236}">
                  <a16:creationId xmlns:a16="http://schemas.microsoft.com/office/drawing/2014/main" id="{09DD7860-F7A9-9DEC-B116-8A5CF92625FC}"/>
                </a:ext>
              </a:extLst>
            </p:cNvPr>
            <p:cNvSpPr/>
            <p:nvPr/>
          </p:nvSpPr>
          <p:spPr>
            <a:xfrm>
              <a:off x="9006326" y="4892547"/>
              <a:ext cx="3822" cy="1433"/>
            </a:xfrm>
            <a:custGeom>
              <a:avLst/>
              <a:gdLst>
                <a:gd name="csX0" fmla="*/ 3822 w 3822"/>
                <a:gd name="csY0" fmla="*/ 956 h 1433"/>
                <a:gd name="csX1" fmla="*/ 3822 w 3822"/>
                <a:gd name="csY1" fmla="*/ 1433 h 1433"/>
                <a:gd name="csX2" fmla="*/ 2389 w 3822"/>
                <a:gd name="csY2" fmla="*/ 1433 h 1433"/>
                <a:gd name="csX3" fmla="*/ 0 w 3822"/>
                <a:gd name="csY3" fmla="*/ 478 h 1433"/>
                <a:gd name="csX4" fmla="*/ 0 w 3822"/>
                <a:gd name="csY4" fmla="*/ 0 h 1433"/>
                <a:gd name="csX5" fmla="*/ 1433 w 3822"/>
                <a:gd name="csY5" fmla="*/ 0 h 1433"/>
                <a:gd name="csX6" fmla="*/ 2389 w 3822"/>
                <a:gd name="csY6" fmla="*/ 0 h 1433"/>
                <a:gd name="csX7" fmla="*/ 3344 w 3822"/>
                <a:gd name="csY7" fmla="*/ 478 h 1433"/>
                <a:gd name="csX8" fmla="*/ 3822 w 3822"/>
                <a:gd name="csY8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2" h="1433">
                  <a:moveTo>
                    <a:pt x="3822" y="956"/>
                  </a:moveTo>
                  <a:lnTo>
                    <a:pt x="3822" y="1433"/>
                  </a:lnTo>
                  <a:lnTo>
                    <a:pt x="2389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3344" y="478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6" name="Freeform 5395">
              <a:extLst>
                <a:ext uri="{FF2B5EF4-FFF2-40B4-BE49-F238E27FC236}">
                  <a16:creationId xmlns:a16="http://schemas.microsoft.com/office/drawing/2014/main" id="{F56542A1-2282-B592-0941-300033A31C6F}"/>
                </a:ext>
              </a:extLst>
            </p:cNvPr>
            <p:cNvSpPr/>
            <p:nvPr/>
          </p:nvSpPr>
          <p:spPr>
            <a:xfrm>
              <a:off x="9037379" y="4897802"/>
              <a:ext cx="4299" cy="2388"/>
            </a:xfrm>
            <a:custGeom>
              <a:avLst/>
              <a:gdLst>
                <a:gd name="csX0" fmla="*/ 3344 w 4299"/>
                <a:gd name="csY0" fmla="*/ 2389 h 2388"/>
                <a:gd name="csX1" fmla="*/ 2867 w 4299"/>
                <a:gd name="csY1" fmla="*/ 2389 h 2388"/>
                <a:gd name="csX2" fmla="*/ 1911 w 4299"/>
                <a:gd name="csY2" fmla="*/ 2389 h 2388"/>
                <a:gd name="csX3" fmla="*/ 956 w 4299"/>
                <a:gd name="csY3" fmla="*/ 1911 h 2388"/>
                <a:gd name="csX4" fmla="*/ 0 w 4299"/>
                <a:gd name="csY4" fmla="*/ 1433 h 2388"/>
                <a:gd name="csX5" fmla="*/ 956 w 4299"/>
                <a:gd name="csY5" fmla="*/ 478 h 2388"/>
                <a:gd name="csX6" fmla="*/ 1911 w 4299"/>
                <a:gd name="csY6" fmla="*/ 0 h 2388"/>
                <a:gd name="csX7" fmla="*/ 2389 w 4299"/>
                <a:gd name="csY7" fmla="*/ 0 h 2388"/>
                <a:gd name="csX8" fmla="*/ 2867 w 4299"/>
                <a:gd name="csY8" fmla="*/ 478 h 2388"/>
                <a:gd name="csX9" fmla="*/ 3822 w 4299"/>
                <a:gd name="csY9" fmla="*/ 478 h 2388"/>
                <a:gd name="csX10" fmla="*/ 4300 w 4299"/>
                <a:gd name="csY10" fmla="*/ 1911 h 2388"/>
                <a:gd name="csX11" fmla="*/ 3344 w 4299"/>
                <a:gd name="csY11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2388">
                  <a:moveTo>
                    <a:pt x="3344" y="2389"/>
                  </a:moveTo>
                  <a:lnTo>
                    <a:pt x="2867" y="2389"/>
                  </a:lnTo>
                  <a:lnTo>
                    <a:pt x="1911" y="2389"/>
                  </a:lnTo>
                  <a:lnTo>
                    <a:pt x="956" y="1911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2867" y="478"/>
                  </a:lnTo>
                  <a:lnTo>
                    <a:pt x="3822" y="478"/>
                  </a:lnTo>
                  <a:lnTo>
                    <a:pt x="4300" y="1911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7" name="Freeform 5396">
              <a:extLst>
                <a:ext uri="{FF2B5EF4-FFF2-40B4-BE49-F238E27FC236}">
                  <a16:creationId xmlns:a16="http://schemas.microsoft.com/office/drawing/2014/main" id="{9408DC1A-051E-8D7F-6179-87FA060BE71C}"/>
                </a:ext>
              </a:extLst>
            </p:cNvPr>
            <p:cNvSpPr/>
            <p:nvPr/>
          </p:nvSpPr>
          <p:spPr>
            <a:xfrm>
              <a:off x="9058877" y="4897802"/>
              <a:ext cx="5733" cy="3344"/>
            </a:xfrm>
            <a:custGeom>
              <a:avLst/>
              <a:gdLst>
                <a:gd name="csX0" fmla="*/ 956 w 5733"/>
                <a:gd name="csY0" fmla="*/ 0 h 3344"/>
                <a:gd name="csX1" fmla="*/ 2389 w 5733"/>
                <a:gd name="csY1" fmla="*/ 478 h 3344"/>
                <a:gd name="csX2" fmla="*/ 2867 w 5733"/>
                <a:gd name="csY2" fmla="*/ 0 h 3344"/>
                <a:gd name="csX3" fmla="*/ 4300 w 5733"/>
                <a:gd name="csY3" fmla="*/ 1433 h 3344"/>
                <a:gd name="csX4" fmla="*/ 5733 w 5733"/>
                <a:gd name="csY4" fmla="*/ 2867 h 3344"/>
                <a:gd name="csX5" fmla="*/ 5255 w 5733"/>
                <a:gd name="csY5" fmla="*/ 3344 h 3344"/>
                <a:gd name="csX6" fmla="*/ 3822 w 5733"/>
                <a:gd name="csY6" fmla="*/ 2867 h 3344"/>
                <a:gd name="csX7" fmla="*/ 3344 w 5733"/>
                <a:gd name="csY7" fmla="*/ 3344 h 3344"/>
                <a:gd name="csX8" fmla="*/ 3344 w 5733"/>
                <a:gd name="csY8" fmla="*/ 2867 h 3344"/>
                <a:gd name="csX9" fmla="*/ 2867 w 5733"/>
                <a:gd name="csY9" fmla="*/ 2389 h 3344"/>
                <a:gd name="csX10" fmla="*/ 1433 w 5733"/>
                <a:gd name="csY10" fmla="*/ 1433 h 3344"/>
                <a:gd name="csX11" fmla="*/ 0 w 5733"/>
                <a:gd name="csY11" fmla="*/ 1433 h 3344"/>
                <a:gd name="csX12" fmla="*/ 0 w 5733"/>
                <a:gd name="csY12" fmla="*/ 478 h 3344"/>
                <a:gd name="csX13" fmla="*/ 956 w 5733"/>
                <a:gd name="csY13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733" h="3344">
                  <a:moveTo>
                    <a:pt x="956" y="0"/>
                  </a:moveTo>
                  <a:lnTo>
                    <a:pt x="2389" y="478"/>
                  </a:lnTo>
                  <a:lnTo>
                    <a:pt x="2867" y="0"/>
                  </a:lnTo>
                  <a:lnTo>
                    <a:pt x="4300" y="1433"/>
                  </a:lnTo>
                  <a:lnTo>
                    <a:pt x="5733" y="2867"/>
                  </a:lnTo>
                  <a:lnTo>
                    <a:pt x="5255" y="3344"/>
                  </a:lnTo>
                  <a:lnTo>
                    <a:pt x="3822" y="2867"/>
                  </a:lnTo>
                  <a:lnTo>
                    <a:pt x="3344" y="3344"/>
                  </a:lnTo>
                  <a:lnTo>
                    <a:pt x="3344" y="2867"/>
                  </a:lnTo>
                  <a:lnTo>
                    <a:pt x="2867" y="2389"/>
                  </a:lnTo>
                  <a:lnTo>
                    <a:pt x="1433" y="1433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8" name="Freeform 5397">
              <a:extLst>
                <a:ext uri="{FF2B5EF4-FFF2-40B4-BE49-F238E27FC236}">
                  <a16:creationId xmlns:a16="http://schemas.microsoft.com/office/drawing/2014/main" id="{D9C12ABF-4D20-36F9-CE31-0018E553E17C}"/>
                </a:ext>
              </a:extLst>
            </p:cNvPr>
            <p:cNvSpPr/>
            <p:nvPr/>
          </p:nvSpPr>
          <p:spPr>
            <a:xfrm>
              <a:off x="9048844" y="4902579"/>
              <a:ext cx="24364" cy="12421"/>
            </a:xfrm>
            <a:custGeom>
              <a:avLst/>
              <a:gdLst>
                <a:gd name="csX0" fmla="*/ 2866 w 24364"/>
                <a:gd name="csY0" fmla="*/ 478 h 12421"/>
                <a:gd name="csX1" fmla="*/ 7166 w 24364"/>
                <a:gd name="csY1" fmla="*/ 3344 h 12421"/>
                <a:gd name="csX2" fmla="*/ 9077 w 24364"/>
                <a:gd name="csY2" fmla="*/ 2867 h 12421"/>
                <a:gd name="csX3" fmla="*/ 14809 w 24364"/>
                <a:gd name="csY3" fmla="*/ 2867 h 12421"/>
                <a:gd name="csX4" fmla="*/ 18154 w 24364"/>
                <a:gd name="csY4" fmla="*/ 5255 h 12421"/>
                <a:gd name="csX5" fmla="*/ 20543 w 24364"/>
                <a:gd name="csY5" fmla="*/ 6211 h 12421"/>
                <a:gd name="csX6" fmla="*/ 21498 w 24364"/>
                <a:gd name="csY6" fmla="*/ 8121 h 12421"/>
                <a:gd name="csX7" fmla="*/ 22931 w 24364"/>
                <a:gd name="csY7" fmla="*/ 8599 h 12421"/>
                <a:gd name="csX8" fmla="*/ 23409 w 24364"/>
                <a:gd name="csY8" fmla="*/ 9555 h 12421"/>
                <a:gd name="csX9" fmla="*/ 24364 w 24364"/>
                <a:gd name="csY9" fmla="*/ 10988 h 12421"/>
                <a:gd name="csX10" fmla="*/ 23886 w 24364"/>
                <a:gd name="csY10" fmla="*/ 11466 h 12421"/>
                <a:gd name="csX11" fmla="*/ 21975 w 24364"/>
                <a:gd name="csY11" fmla="*/ 11943 h 12421"/>
                <a:gd name="csX12" fmla="*/ 20543 w 24364"/>
                <a:gd name="csY12" fmla="*/ 12421 h 12421"/>
                <a:gd name="csX13" fmla="*/ 17676 w 24364"/>
                <a:gd name="csY13" fmla="*/ 11466 h 12421"/>
                <a:gd name="csX14" fmla="*/ 14332 w 24364"/>
                <a:gd name="csY14" fmla="*/ 10510 h 12421"/>
                <a:gd name="csX15" fmla="*/ 8122 w 24364"/>
                <a:gd name="csY15" fmla="*/ 10032 h 12421"/>
                <a:gd name="csX16" fmla="*/ 4777 w 24364"/>
                <a:gd name="csY16" fmla="*/ 9555 h 12421"/>
                <a:gd name="csX17" fmla="*/ 3822 w 24364"/>
                <a:gd name="csY17" fmla="*/ 9077 h 12421"/>
                <a:gd name="csX18" fmla="*/ 2866 w 24364"/>
                <a:gd name="csY18" fmla="*/ 8599 h 12421"/>
                <a:gd name="csX19" fmla="*/ 1433 w 24364"/>
                <a:gd name="csY19" fmla="*/ 7166 h 12421"/>
                <a:gd name="csX20" fmla="*/ 478 w 24364"/>
                <a:gd name="csY20" fmla="*/ 5255 h 12421"/>
                <a:gd name="csX21" fmla="*/ 0 w 24364"/>
                <a:gd name="csY21" fmla="*/ 3822 h 12421"/>
                <a:gd name="csX22" fmla="*/ 0 w 24364"/>
                <a:gd name="csY22" fmla="*/ 1911 h 12421"/>
                <a:gd name="csX23" fmla="*/ 478 w 24364"/>
                <a:gd name="csY23" fmla="*/ 956 h 12421"/>
                <a:gd name="csX24" fmla="*/ 1433 w 24364"/>
                <a:gd name="csY24" fmla="*/ 0 h 12421"/>
                <a:gd name="csX25" fmla="*/ 2866 w 24364"/>
                <a:gd name="csY25" fmla="*/ 478 h 12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4364" h="12421">
                  <a:moveTo>
                    <a:pt x="2866" y="478"/>
                  </a:moveTo>
                  <a:lnTo>
                    <a:pt x="7166" y="3344"/>
                  </a:lnTo>
                  <a:lnTo>
                    <a:pt x="9077" y="2867"/>
                  </a:lnTo>
                  <a:lnTo>
                    <a:pt x="14809" y="2867"/>
                  </a:lnTo>
                  <a:lnTo>
                    <a:pt x="18154" y="5255"/>
                  </a:lnTo>
                  <a:lnTo>
                    <a:pt x="20543" y="6211"/>
                  </a:lnTo>
                  <a:lnTo>
                    <a:pt x="21498" y="8121"/>
                  </a:lnTo>
                  <a:lnTo>
                    <a:pt x="22931" y="8599"/>
                  </a:lnTo>
                  <a:lnTo>
                    <a:pt x="23409" y="9555"/>
                  </a:lnTo>
                  <a:lnTo>
                    <a:pt x="24364" y="10988"/>
                  </a:lnTo>
                  <a:lnTo>
                    <a:pt x="23886" y="11466"/>
                  </a:lnTo>
                  <a:lnTo>
                    <a:pt x="21975" y="11943"/>
                  </a:lnTo>
                  <a:lnTo>
                    <a:pt x="20543" y="12421"/>
                  </a:lnTo>
                  <a:lnTo>
                    <a:pt x="17676" y="11466"/>
                  </a:lnTo>
                  <a:lnTo>
                    <a:pt x="14332" y="10510"/>
                  </a:lnTo>
                  <a:lnTo>
                    <a:pt x="8122" y="10032"/>
                  </a:lnTo>
                  <a:lnTo>
                    <a:pt x="4777" y="9555"/>
                  </a:lnTo>
                  <a:lnTo>
                    <a:pt x="3822" y="9077"/>
                  </a:lnTo>
                  <a:lnTo>
                    <a:pt x="2866" y="8599"/>
                  </a:lnTo>
                  <a:lnTo>
                    <a:pt x="1433" y="7166"/>
                  </a:lnTo>
                  <a:lnTo>
                    <a:pt x="478" y="5255"/>
                  </a:lnTo>
                  <a:lnTo>
                    <a:pt x="0" y="3822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433" y="0"/>
                  </a:lnTo>
                  <a:lnTo>
                    <a:pt x="286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9" name="Freeform 5398">
              <a:extLst>
                <a:ext uri="{FF2B5EF4-FFF2-40B4-BE49-F238E27FC236}">
                  <a16:creationId xmlns:a16="http://schemas.microsoft.com/office/drawing/2014/main" id="{360E66C8-7D42-0709-7F3F-F28BA4FBBAA3}"/>
                </a:ext>
              </a:extLst>
            </p:cNvPr>
            <p:cNvSpPr/>
            <p:nvPr/>
          </p:nvSpPr>
          <p:spPr>
            <a:xfrm>
              <a:off x="9083719" y="4904490"/>
              <a:ext cx="3821" cy="7643"/>
            </a:xfrm>
            <a:custGeom>
              <a:avLst/>
              <a:gdLst>
                <a:gd name="csX0" fmla="*/ 3821 w 3821"/>
                <a:gd name="csY0" fmla="*/ 4777 h 7643"/>
                <a:gd name="csX1" fmla="*/ 3821 w 3821"/>
                <a:gd name="csY1" fmla="*/ 6688 h 7643"/>
                <a:gd name="csX2" fmla="*/ 3821 w 3821"/>
                <a:gd name="csY2" fmla="*/ 7644 h 7643"/>
                <a:gd name="csX3" fmla="*/ 2389 w 3821"/>
                <a:gd name="csY3" fmla="*/ 6210 h 7643"/>
                <a:gd name="csX4" fmla="*/ 1433 w 3821"/>
                <a:gd name="csY4" fmla="*/ 6688 h 7643"/>
                <a:gd name="csX5" fmla="*/ 955 w 3821"/>
                <a:gd name="csY5" fmla="*/ 5733 h 7643"/>
                <a:gd name="csX6" fmla="*/ 955 w 3821"/>
                <a:gd name="csY6" fmla="*/ 4300 h 7643"/>
                <a:gd name="csX7" fmla="*/ 955 w 3821"/>
                <a:gd name="csY7" fmla="*/ 2866 h 7643"/>
                <a:gd name="csX8" fmla="*/ 955 w 3821"/>
                <a:gd name="csY8" fmla="*/ 1433 h 7643"/>
                <a:gd name="csX9" fmla="*/ 0 w 3821"/>
                <a:gd name="csY9" fmla="*/ 0 h 7643"/>
                <a:gd name="csX10" fmla="*/ 955 w 3821"/>
                <a:gd name="csY10" fmla="*/ 0 h 7643"/>
                <a:gd name="csX11" fmla="*/ 3821 w 3821"/>
                <a:gd name="csY11" fmla="*/ 4777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1" h="7643">
                  <a:moveTo>
                    <a:pt x="3821" y="4777"/>
                  </a:moveTo>
                  <a:lnTo>
                    <a:pt x="3821" y="6688"/>
                  </a:lnTo>
                  <a:lnTo>
                    <a:pt x="3821" y="7644"/>
                  </a:lnTo>
                  <a:lnTo>
                    <a:pt x="2389" y="6210"/>
                  </a:lnTo>
                  <a:lnTo>
                    <a:pt x="1433" y="6688"/>
                  </a:lnTo>
                  <a:lnTo>
                    <a:pt x="955" y="5733"/>
                  </a:lnTo>
                  <a:lnTo>
                    <a:pt x="955" y="4300"/>
                  </a:lnTo>
                  <a:lnTo>
                    <a:pt x="955" y="2866"/>
                  </a:lnTo>
                  <a:lnTo>
                    <a:pt x="955" y="1433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3821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0" name="Freeform 5399">
              <a:extLst>
                <a:ext uri="{FF2B5EF4-FFF2-40B4-BE49-F238E27FC236}">
                  <a16:creationId xmlns:a16="http://schemas.microsoft.com/office/drawing/2014/main" id="{70AA8399-D55E-9B22-474C-0541C50111F5}"/>
                </a:ext>
              </a:extLst>
            </p:cNvPr>
            <p:cNvSpPr/>
            <p:nvPr/>
          </p:nvSpPr>
          <p:spPr>
            <a:xfrm>
              <a:off x="9082286" y="4919777"/>
              <a:ext cx="21497" cy="11465"/>
            </a:xfrm>
            <a:custGeom>
              <a:avLst/>
              <a:gdLst>
                <a:gd name="csX0" fmla="*/ 8599 w 21497"/>
                <a:gd name="csY0" fmla="*/ 3344 h 11465"/>
                <a:gd name="csX1" fmla="*/ 10988 w 21497"/>
                <a:gd name="csY1" fmla="*/ 4777 h 11465"/>
                <a:gd name="csX2" fmla="*/ 12421 w 21497"/>
                <a:gd name="csY2" fmla="*/ 4299 h 11465"/>
                <a:gd name="csX3" fmla="*/ 14332 w 21497"/>
                <a:gd name="csY3" fmla="*/ 5255 h 11465"/>
                <a:gd name="csX4" fmla="*/ 16243 w 21497"/>
                <a:gd name="csY4" fmla="*/ 4777 h 11465"/>
                <a:gd name="csX5" fmla="*/ 17198 w 21497"/>
                <a:gd name="csY5" fmla="*/ 5733 h 11465"/>
                <a:gd name="csX6" fmla="*/ 19587 w 21497"/>
                <a:gd name="csY6" fmla="*/ 9555 h 11465"/>
                <a:gd name="csX7" fmla="*/ 19587 w 21497"/>
                <a:gd name="csY7" fmla="*/ 10510 h 11465"/>
                <a:gd name="csX8" fmla="*/ 21498 w 21497"/>
                <a:gd name="csY8" fmla="*/ 11465 h 11465"/>
                <a:gd name="csX9" fmla="*/ 20065 w 21497"/>
                <a:gd name="csY9" fmla="*/ 11465 h 11465"/>
                <a:gd name="csX10" fmla="*/ 18154 w 21497"/>
                <a:gd name="csY10" fmla="*/ 11465 h 11465"/>
                <a:gd name="csX11" fmla="*/ 16721 w 21497"/>
                <a:gd name="csY11" fmla="*/ 11465 h 11465"/>
                <a:gd name="csX12" fmla="*/ 14809 w 21497"/>
                <a:gd name="csY12" fmla="*/ 10988 h 11465"/>
                <a:gd name="csX13" fmla="*/ 12421 w 21497"/>
                <a:gd name="csY13" fmla="*/ 10510 h 11465"/>
                <a:gd name="csX14" fmla="*/ 10032 w 21497"/>
                <a:gd name="csY14" fmla="*/ 9555 h 11465"/>
                <a:gd name="csX15" fmla="*/ 4777 w 21497"/>
                <a:gd name="csY15" fmla="*/ 6688 h 11465"/>
                <a:gd name="csX16" fmla="*/ 4777 w 21497"/>
                <a:gd name="csY16" fmla="*/ 5255 h 11465"/>
                <a:gd name="csX17" fmla="*/ 4300 w 21497"/>
                <a:gd name="csY17" fmla="*/ 4777 h 11465"/>
                <a:gd name="csX18" fmla="*/ 3822 w 21497"/>
                <a:gd name="csY18" fmla="*/ 2866 h 11465"/>
                <a:gd name="csX19" fmla="*/ 2389 w 21497"/>
                <a:gd name="csY19" fmla="*/ 2389 h 11465"/>
                <a:gd name="csX20" fmla="*/ 0 w 21497"/>
                <a:gd name="csY20" fmla="*/ 2389 h 11465"/>
                <a:gd name="csX21" fmla="*/ 0 w 21497"/>
                <a:gd name="csY21" fmla="*/ 1433 h 11465"/>
                <a:gd name="csX22" fmla="*/ 478 w 21497"/>
                <a:gd name="csY22" fmla="*/ 0 h 11465"/>
                <a:gd name="csX23" fmla="*/ 1911 w 21497"/>
                <a:gd name="csY23" fmla="*/ 0 h 11465"/>
                <a:gd name="csX24" fmla="*/ 3822 w 21497"/>
                <a:gd name="csY24" fmla="*/ 956 h 11465"/>
                <a:gd name="csX25" fmla="*/ 7166 w 21497"/>
                <a:gd name="csY25" fmla="*/ 2866 h 11465"/>
                <a:gd name="csX26" fmla="*/ 8122 w 21497"/>
                <a:gd name="csY26" fmla="*/ 3344 h 11465"/>
                <a:gd name="csX27" fmla="*/ 8599 w 21497"/>
                <a:gd name="csY27" fmla="*/ 3344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1497" h="11465">
                  <a:moveTo>
                    <a:pt x="8599" y="3344"/>
                  </a:moveTo>
                  <a:lnTo>
                    <a:pt x="10988" y="4777"/>
                  </a:lnTo>
                  <a:lnTo>
                    <a:pt x="12421" y="4299"/>
                  </a:lnTo>
                  <a:lnTo>
                    <a:pt x="14332" y="5255"/>
                  </a:lnTo>
                  <a:lnTo>
                    <a:pt x="16243" y="4777"/>
                  </a:lnTo>
                  <a:lnTo>
                    <a:pt x="17198" y="5733"/>
                  </a:lnTo>
                  <a:lnTo>
                    <a:pt x="19587" y="9555"/>
                  </a:lnTo>
                  <a:lnTo>
                    <a:pt x="19587" y="10510"/>
                  </a:lnTo>
                  <a:lnTo>
                    <a:pt x="21498" y="11465"/>
                  </a:lnTo>
                  <a:lnTo>
                    <a:pt x="20065" y="11465"/>
                  </a:lnTo>
                  <a:lnTo>
                    <a:pt x="18154" y="11465"/>
                  </a:lnTo>
                  <a:lnTo>
                    <a:pt x="16721" y="11465"/>
                  </a:lnTo>
                  <a:lnTo>
                    <a:pt x="14809" y="10988"/>
                  </a:lnTo>
                  <a:lnTo>
                    <a:pt x="12421" y="10510"/>
                  </a:lnTo>
                  <a:lnTo>
                    <a:pt x="10032" y="9555"/>
                  </a:lnTo>
                  <a:lnTo>
                    <a:pt x="4777" y="6688"/>
                  </a:lnTo>
                  <a:lnTo>
                    <a:pt x="4777" y="5255"/>
                  </a:lnTo>
                  <a:lnTo>
                    <a:pt x="4300" y="4777"/>
                  </a:lnTo>
                  <a:lnTo>
                    <a:pt x="3822" y="2866"/>
                  </a:lnTo>
                  <a:lnTo>
                    <a:pt x="2389" y="2389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911" y="0"/>
                  </a:lnTo>
                  <a:lnTo>
                    <a:pt x="3822" y="956"/>
                  </a:lnTo>
                  <a:lnTo>
                    <a:pt x="7166" y="2866"/>
                  </a:lnTo>
                  <a:lnTo>
                    <a:pt x="8122" y="3344"/>
                  </a:lnTo>
                  <a:lnTo>
                    <a:pt x="859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1" name="Freeform 5400">
              <a:extLst>
                <a:ext uri="{FF2B5EF4-FFF2-40B4-BE49-F238E27FC236}">
                  <a16:creationId xmlns:a16="http://schemas.microsoft.com/office/drawing/2014/main" id="{50CAD7BA-0743-7EB6-3708-77E1DF5E5894}"/>
                </a:ext>
              </a:extLst>
            </p:cNvPr>
            <p:cNvSpPr/>
            <p:nvPr/>
          </p:nvSpPr>
          <p:spPr>
            <a:xfrm>
              <a:off x="9171621" y="4928376"/>
              <a:ext cx="7165" cy="3344"/>
            </a:xfrm>
            <a:custGeom>
              <a:avLst/>
              <a:gdLst>
                <a:gd name="csX0" fmla="*/ 6688 w 7165"/>
                <a:gd name="csY0" fmla="*/ 1911 h 3344"/>
                <a:gd name="csX1" fmla="*/ 5255 w 7165"/>
                <a:gd name="csY1" fmla="*/ 1911 h 3344"/>
                <a:gd name="csX2" fmla="*/ 4777 w 7165"/>
                <a:gd name="csY2" fmla="*/ 1911 h 3344"/>
                <a:gd name="csX3" fmla="*/ 3344 w 7165"/>
                <a:gd name="csY3" fmla="*/ 1911 h 3344"/>
                <a:gd name="csX4" fmla="*/ 2389 w 7165"/>
                <a:gd name="csY4" fmla="*/ 3344 h 3344"/>
                <a:gd name="csX5" fmla="*/ 1433 w 7165"/>
                <a:gd name="csY5" fmla="*/ 3344 h 3344"/>
                <a:gd name="csX6" fmla="*/ 478 w 7165"/>
                <a:gd name="csY6" fmla="*/ 3344 h 3344"/>
                <a:gd name="csX7" fmla="*/ 0 w 7165"/>
                <a:gd name="csY7" fmla="*/ 2389 h 3344"/>
                <a:gd name="csX8" fmla="*/ 0 w 7165"/>
                <a:gd name="csY8" fmla="*/ 1911 h 3344"/>
                <a:gd name="csX9" fmla="*/ 955 w 7165"/>
                <a:gd name="csY9" fmla="*/ 1911 h 3344"/>
                <a:gd name="csX10" fmla="*/ 1433 w 7165"/>
                <a:gd name="csY10" fmla="*/ 956 h 3344"/>
                <a:gd name="csX11" fmla="*/ 2389 w 7165"/>
                <a:gd name="csY11" fmla="*/ 0 h 3344"/>
                <a:gd name="csX12" fmla="*/ 4777 w 7165"/>
                <a:gd name="csY12" fmla="*/ 0 h 3344"/>
                <a:gd name="csX13" fmla="*/ 6688 w 7165"/>
                <a:gd name="csY13" fmla="*/ 478 h 3344"/>
                <a:gd name="csX14" fmla="*/ 7166 w 7165"/>
                <a:gd name="csY14" fmla="*/ 478 h 3344"/>
                <a:gd name="csX15" fmla="*/ 6688 w 7165"/>
                <a:gd name="csY15" fmla="*/ 1433 h 3344"/>
                <a:gd name="csX16" fmla="*/ 6688 w 7165"/>
                <a:gd name="csY16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165" h="3344">
                  <a:moveTo>
                    <a:pt x="6688" y="1911"/>
                  </a:moveTo>
                  <a:lnTo>
                    <a:pt x="5255" y="1911"/>
                  </a:lnTo>
                  <a:lnTo>
                    <a:pt x="4777" y="1911"/>
                  </a:lnTo>
                  <a:lnTo>
                    <a:pt x="3344" y="1911"/>
                  </a:lnTo>
                  <a:lnTo>
                    <a:pt x="2389" y="3344"/>
                  </a:lnTo>
                  <a:lnTo>
                    <a:pt x="1433" y="3344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955" y="1911"/>
                  </a:lnTo>
                  <a:lnTo>
                    <a:pt x="1433" y="956"/>
                  </a:lnTo>
                  <a:lnTo>
                    <a:pt x="2389" y="0"/>
                  </a:lnTo>
                  <a:lnTo>
                    <a:pt x="4777" y="0"/>
                  </a:lnTo>
                  <a:lnTo>
                    <a:pt x="6688" y="478"/>
                  </a:lnTo>
                  <a:lnTo>
                    <a:pt x="7166" y="478"/>
                  </a:lnTo>
                  <a:lnTo>
                    <a:pt x="6688" y="1433"/>
                  </a:lnTo>
                  <a:lnTo>
                    <a:pt x="668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2" name="Freeform 5401">
              <a:extLst>
                <a:ext uri="{FF2B5EF4-FFF2-40B4-BE49-F238E27FC236}">
                  <a16:creationId xmlns:a16="http://schemas.microsoft.com/office/drawing/2014/main" id="{1854CF53-584A-A90D-6B0D-A773B8EAF138}"/>
                </a:ext>
              </a:extLst>
            </p:cNvPr>
            <p:cNvSpPr/>
            <p:nvPr/>
          </p:nvSpPr>
          <p:spPr>
            <a:xfrm>
              <a:off x="9056488" y="4943186"/>
              <a:ext cx="11465" cy="6688"/>
            </a:xfrm>
            <a:custGeom>
              <a:avLst/>
              <a:gdLst>
                <a:gd name="csX0" fmla="*/ 11466 w 11465"/>
                <a:gd name="csY0" fmla="*/ 6211 h 6688"/>
                <a:gd name="csX1" fmla="*/ 10510 w 11465"/>
                <a:gd name="csY1" fmla="*/ 6688 h 6688"/>
                <a:gd name="csX2" fmla="*/ 9077 w 11465"/>
                <a:gd name="csY2" fmla="*/ 6688 h 6688"/>
                <a:gd name="csX3" fmla="*/ 8122 w 11465"/>
                <a:gd name="csY3" fmla="*/ 5733 h 6688"/>
                <a:gd name="csX4" fmla="*/ 7166 w 11465"/>
                <a:gd name="csY4" fmla="*/ 4777 h 6688"/>
                <a:gd name="csX5" fmla="*/ 5733 w 11465"/>
                <a:gd name="csY5" fmla="*/ 3822 h 6688"/>
                <a:gd name="csX6" fmla="*/ 3344 w 11465"/>
                <a:gd name="csY6" fmla="*/ 3344 h 6688"/>
                <a:gd name="csX7" fmla="*/ 2389 w 11465"/>
                <a:gd name="csY7" fmla="*/ 2867 h 6688"/>
                <a:gd name="csX8" fmla="*/ 1911 w 11465"/>
                <a:gd name="csY8" fmla="*/ 2389 h 6688"/>
                <a:gd name="csX9" fmla="*/ 478 w 11465"/>
                <a:gd name="csY9" fmla="*/ 1911 h 6688"/>
                <a:gd name="csX10" fmla="*/ 0 w 11465"/>
                <a:gd name="csY10" fmla="*/ 1433 h 6688"/>
                <a:gd name="csX11" fmla="*/ 0 w 11465"/>
                <a:gd name="csY11" fmla="*/ 478 h 6688"/>
                <a:gd name="csX12" fmla="*/ 0 w 11465"/>
                <a:gd name="csY12" fmla="*/ 0 h 6688"/>
                <a:gd name="csX13" fmla="*/ 1911 w 11465"/>
                <a:gd name="csY13" fmla="*/ 478 h 6688"/>
                <a:gd name="csX14" fmla="*/ 9077 w 11465"/>
                <a:gd name="csY14" fmla="*/ 4300 h 6688"/>
                <a:gd name="csX15" fmla="*/ 10988 w 11465"/>
                <a:gd name="csY15" fmla="*/ 5255 h 6688"/>
                <a:gd name="csX16" fmla="*/ 11466 w 11465"/>
                <a:gd name="csY16" fmla="*/ 6211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1465" h="6688">
                  <a:moveTo>
                    <a:pt x="11466" y="6211"/>
                  </a:moveTo>
                  <a:lnTo>
                    <a:pt x="10510" y="6688"/>
                  </a:lnTo>
                  <a:lnTo>
                    <a:pt x="9077" y="6688"/>
                  </a:lnTo>
                  <a:lnTo>
                    <a:pt x="8122" y="5733"/>
                  </a:lnTo>
                  <a:lnTo>
                    <a:pt x="7166" y="4777"/>
                  </a:lnTo>
                  <a:lnTo>
                    <a:pt x="5733" y="3822"/>
                  </a:lnTo>
                  <a:lnTo>
                    <a:pt x="3344" y="3344"/>
                  </a:lnTo>
                  <a:lnTo>
                    <a:pt x="2389" y="2867"/>
                  </a:lnTo>
                  <a:lnTo>
                    <a:pt x="1911" y="2389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478"/>
                  </a:lnTo>
                  <a:lnTo>
                    <a:pt x="9077" y="4300"/>
                  </a:lnTo>
                  <a:lnTo>
                    <a:pt x="10988" y="5255"/>
                  </a:lnTo>
                  <a:lnTo>
                    <a:pt x="11466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3" name="Freeform 5402">
              <a:extLst>
                <a:ext uri="{FF2B5EF4-FFF2-40B4-BE49-F238E27FC236}">
                  <a16:creationId xmlns:a16="http://schemas.microsoft.com/office/drawing/2014/main" id="{CD351917-159F-E402-A0FF-85196DF843C6}"/>
                </a:ext>
              </a:extLst>
            </p:cNvPr>
            <p:cNvSpPr/>
            <p:nvPr/>
          </p:nvSpPr>
          <p:spPr>
            <a:xfrm>
              <a:off x="9190730" y="4945097"/>
              <a:ext cx="3343" cy="1911"/>
            </a:xfrm>
            <a:custGeom>
              <a:avLst/>
              <a:gdLst>
                <a:gd name="csX0" fmla="*/ 3344 w 3343"/>
                <a:gd name="csY0" fmla="*/ 1911 h 1911"/>
                <a:gd name="csX1" fmla="*/ 1433 w 3343"/>
                <a:gd name="csY1" fmla="*/ 1911 h 1911"/>
                <a:gd name="csX2" fmla="*/ 955 w 3343"/>
                <a:gd name="csY2" fmla="*/ 1911 h 1911"/>
                <a:gd name="csX3" fmla="*/ 0 w 3343"/>
                <a:gd name="csY3" fmla="*/ 478 h 1911"/>
                <a:gd name="csX4" fmla="*/ 478 w 3343"/>
                <a:gd name="csY4" fmla="*/ 0 h 1911"/>
                <a:gd name="csX5" fmla="*/ 1910 w 3343"/>
                <a:gd name="csY5" fmla="*/ 0 h 1911"/>
                <a:gd name="csX6" fmla="*/ 2389 w 3343"/>
                <a:gd name="csY6" fmla="*/ 956 h 1911"/>
                <a:gd name="csX7" fmla="*/ 3344 w 3343"/>
                <a:gd name="csY7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3" h="1911">
                  <a:moveTo>
                    <a:pt x="3344" y="1911"/>
                  </a:moveTo>
                  <a:lnTo>
                    <a:pt x="1433" y="1911"/>
                  </a:lnTo>
                  <a:lnTo>
                    <a:pt x="955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910" y="0"/>
                  </a:lnTo>
                  <a:lnTo>
                    <a:pt x="2389" y="956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4" name="Freeform 5403">
              <a:extLst>
                <a:ext uri="{FF2B5EF4-FFF2-40B4-BE49-F238E27FC236}">
                  <a16:creationId xmlns:a16="http://schemas.microsoft.com/office/drawing/2014/main" id="{C0E9F91C-9658-31C0-44AC-1E5AB9C799BC}"/>
                </a:ext>
              </a:extLst>
            </p:cNvPr>
            <p:cNvSpPr/>
            <p:nvPr/>
          </p:nvSpPr>
          <p:spPr>
            <a:xfrm>
              <a:off x="6359228" y="4322616"/>
              <a:ext cx="289982" cy="240297"/>
            </a:xfrm>
            <a:custGeom>
              <a:avLst/>
              <a:gdLst>
                <a:gd name="csX0" fmla="*/ 0 w 289982"/>
                <a:gd name="csY0" fmla="*/ 52550 h 240297"/>
                <a:gd name="csX1" fmla="*/ 0 w 289982"/>
                <a:gd name="csY1" fmla="*/ 50162 h 240297"/>
                <a:gd name="csX2" fmla="*/ 0 w 289982"/>
                <a:gd name="csY2" fmla="*/ 47773 h 240297"/>
                <a:gd name="csX3" fmla="*/ 0 w 289982"/>
                <a:gd name="csY3" fmla="*/ 45384 h 240297"/>
                <a:gd name="csX4" fmla="*/ 0 w 289982"/>
                <a:gd name="csY4" fmla="*/ 42996 h 240297"/>
                <a:gd name="csX5" fmla="*/ 4777 w 289982"/>
                <a:gd name="csY5" fmla="*/ 42996 h 240297"/>
                <a:gd name="csX6" fmla="*/ 10032 w 289982"/>
                <a:gd name="csY6" fmla="*/ 42996 h 240297"/>
                <a:gd name="csX7" fmla="*/ 14810 w 289982"/>
                <a:gd name="csY7" fmla="*/ 42996 h 240297"/>
                <a:gd name="csX8" fmla="*/ 19587 w 289982"/>
                <a:gd name="csY8" fmla="*/ 42996 h 240297"/>
                <a:gd name="csX9" fmla="*/ 19587 w 289982"/>
                <a:gd name="csY9" fmla="*/ 42996 h 240297"/>
                <a:gd name="csX10" fmla="*/ 19587 w 289982"/>
                <a:gd name="csY10" fmla="*/ 42996 h 240297"/>
                <a:gd name="csX11" fmla="*/ 19587 w 289982"/>
                <a:gd name="csY11" fmla="*/ 42996 h 240297"/>
                <a:gd name="csX12" fmla="*/ 20065 w 289982"/>
                <a:gd name="csY12" fmla="*/ 42996 h 240297"/>
                <a:gd name="csX13" fmla="*/ 20065 w 289982"/>
                <a:gd name="csY13" fmla="*/ 33441 h 240297"/>
                <a:gd name="csX14" fmla="*/ 20065 w 289982"/>
                <a:gd name="csY14" fmla="*/ 23409 h 240297"/>
                <a:gd name="csX15" fmla="*/ 20065 w 289982"/>
                <a:gd name="csY15" fmla="*/ 13854 h 240297"/>
                <a:gd name="csX16" fmla="*/ 20065 w 289982"/>
                <a:gd name="csY16" fmla="*/ 4299 h 240297"/>
                <a:gd name="csX17" fmla="*/ 27231 w 289982"/>
                <a:gd name="csY17" fmla="*/ 4299 h 240297"/>
                <a:gd name="csX18" fmla="*/ 34874 w 289982"/>
                <a:gd name="csY18" fmla="*/ 4299 h 240297"/>
                <a:gd name="csX19" fmla="*/ 42518 w 289982"/>
                <a:gd name="csY19" fmla="*/ 4299 h 240297"/>
                <a:gd name="csX20" fmla="*/ 50162 w 289982"/>
                <a:gd name="csY20" fmla="*/ 4299 h 240297"/>
                <a:gd name="csX21" fmla="*/ 57805 w 289982"/>
                <a:gd name="csY21" fmla="*/ 4299 h 240297"/>
                <a:gd name="csX22" fmla="*/ 65449 w 289982"/>
                <a:gd name="csY22" fmla="*/ 4299 h 240297"/>
                <a:gd name="csX23" fmla="*/ 73093 w 289982"/>
                <a:gd name="csY23" fmla="*/ 4299 h 240297"/>
                <a:gd name="csX24" fmla="*/ 80736 w 289982"/>
                <a:gd name="csY24" fmla="*/ 4299 h 240297"/>
                <a:gd name="csX25" fmla="*/ 87902 w 289982"/>
                <a:gd name="csY25" fmla="*/ 4299 h 240297"/>
                <a:gd name="csX26" fmla="*/ 95546 w 289982"/>
                <a:gd name="csY26" fmla="*/ 4299 h 240297"/>
                <a:gd name="csX27" fmla="*/ 103189 w 289982"/>
                <a:gd name="csY27" fmla="*/ 4299 h 240297"/>
                <a:gd name="csX28" fmla="*/ 110834 w 289982"/>
                <a:gd name="csY28" fmla="*/ 4299 h 240297"/>
                <a:gd name="csX29" fmla="*/ 118477 w 289982"/>
                <a:gd name="csY29" fmla="*/ 4299 h 240297"/>
                <a:gd name="csX30" fmla="*/ 126121 w 289982"/>
                <a:gd name="csY30" fmla="*/ 4299 h 240297"/>
                <a:gd name="csX31" fmla="*/ 133764 w 289982"/>
                <a:gd name="csY31" fmla="*/ 4299 h 240297"/>
                <a:gd name="csX32" fmla="*/ 140930 w 289982"/>
                <a:gd name="csY32" fmla="*/ 4299 h 240297"/>
                <a:gd name="csX33" fmla="*/ 143319 w 289982"/>
                <a:gd name="csY33" fmla="*/ 4299 h 240297"/>
                <a:gd name="csX34" fmla="*/ 144275 w 289982"/>
                <a:gd name="csY34" fmla="*/ 4299 h 240297"/>
                <a:gd name="csX35" fmla="*/ 146185 w 289982"/>
                <a:gd name="csY35" fmla="*/ 478 h 240297"/>
                <a:gd name="csX36" fmla="*/ 147141 w 289982"/>
                <a:gd name="csY36" fmla="*/ 0 h 240297"/>
                <a:gd name="csX37" fmla="*/ 148574 w 289982"/>
                <a:gd name="csY37" fmla="*/ 478 h 240297"/>
                <a:gd name="csX38" fmla="*/ 149052 w 289982"/>
                <a:gd name="csY38" fmla="*/ 1433 h 240297"/>
                <a:gd name="csX39" fmla="*/ 148574 w 289982"/>
                <a:gd name="csY39" fmla="*/ 2389 h 240297"/>
                <a:gd name="csX40" fmla="*/ 148096 w 289982"/>
                <a:gd name="csY40" fmla="*/ 4299 h 240297"/>
                <a:gd name="csX41" fmla="*/ 151441 w 289982"/>
                <a:gd name="csY41" fmla="*/ 4299 h 240297"/>
                <a:gd name="csX42" fmla="*/ 158128 w 289982"/>
                <a:gd name="csY42" fmla="*/ 4299 h 240297"/>
                <a:gd name="csX43" fmla="*/ 164817 w 289982"/>
                <a:gd name="csY43" fmla="*/ 4299 h 240297"/>
                <a:gd name="csX44" fmla="*/ 171027 w 289982"/>
                <a:gd name="csY44" fmla="*/ 4299 h 240297"/>
                <a:gd name="csX45" fmla="*/ 177716 w 289982"/>
                <a:gd name="csY45" fmla="*/ 4299 h 240297"/>
                <a:gd name="csX46" fmla="*/ 183926 w 289982"/>
                <a:gd name="csY46" fmla="*/ 4299 h 240297"/>
                <a:gd name="csX47" fmla="*/ 190614 w 289982"/>
                <a:gd name="csY47" fmla="*/ 4299 h 240297"/>
                <a:gd name="csX48" fmla="*/ 197302 w 289982"/>
                <a:gd name="csY48" fmla="*/ 4299 h 240297"/>
                <a:gd name="csX49" fmla="*/ 203513 w 289982"/>
                <a:gd name="csY49" fmla="*/ 4299 h 240297"/>
                <a:gd name="csX50" fmla="*/ 210201 w 289982"/>
                <a:gd name="csY50" fmla="*/ 4299 h 240297"/>
                <a:gd name="csX51" fmla="*/ 216889 w 289982"/>
                <a:gd name="csY51" fmla="*/ 4299 h 240297"/>
                <a:gd name="csX52" fmla="*/ 223100 w 289982"/>
                <a:gd name="csY52" fmla="*/ 4299 h 240297"/>
                <a:gd name="csX53" fmla="*/ 229788 w 289982"/>
                <a:gd name="csY53" fmla="*/ 4299 h 240297"/>
                <a:gd name="csX54" fmla="*/ 235998 w 289982"/>
                <a:gd name="csY54" fmla="*/ 4299 h 240297"/>
                <a:gd name="csX55" fmla="*/ 242687 w 289982"/>
                <a:gd name="csY55" fmla="*/ 4299 h 240297"/>
                <a:gd name="csX56" fmla="*/ 249375 w 289982"/>
                <a:gd name="csY56" fmla="*/ 4299 h 240297"/>
                <a:gd name="csX57" fmla="*/ 255585 w 289982"/>
                <a:gd name="csY57" fmla="*/ 4299 h 240297"/>
                <a:gd name="csX58" fmla="*/ 256063 w 289982"/>
                <a:gd name="csY58" fmla="*/ 8599 h 240297"/>
                <a:gd name="csX59" fmla="*/ 257019 w 289982"/>
                <a:gd name="csY59" fmla="*/ 11943 h 240297"/>
                <a:gd name="csX60" fmla="*/ 259885 w 289982"/>
                <a:gd name="csY60" fmla="*/ 17198 h 240297"/>
                <a:gd name="csX61" fmla="*/ 262274 w 289982"/>
                <a:gd name="csY61" fmla="*/ 20065 h 240297"/>
                <a:gd name="csX62" fmla="*/ 263229 w 289982"/>
                <a:gd name="csY62" fmla="*/ 21498 h 240297"/>
                <a:gd name="csX63" fmla="*/ 263707 w 289982"/>
                <a:gd name="csY63" fmla="*/ 21975 h 240297"/>
                <a:gd name="csX64" fmla="*/ 263229 w 289982"/>
                <a:gd name="csY64" fmla="*/ 22931 h 240297"/>
                <a:gd name="csX65" fmla="*/ 262751 w 289982"/>
                <a:gd name="csY65" fmla="*/ 21975 h 240297"/>
                <a:gd name="csX66" fmla="*/ 261318 w 289982"/>
                <a:gd name="csY66" fmla="*/ 21498 h 240297"/>
                <a:gd name="csX67" fmla="*/ 261318 w 289982"/>
                <a:gd name="csY67" fmla="*/ 23886 h 240297"/>
                <a:gd name="csX68" fmla="*/ 261318 w 289982"/>
                <a:gd name="csY68" fmla="*/ 25797 h 240297"/>
                <a:gd name="csX69" fmla="*/ 261796 w 289982"/>
                <a:gd name="csY69" fmla="*/ 28664 h 240297"/>
                <a:gd name="csX70" fmla="*/ 262751 w 289982"/>
                <a:gd name="csY70" fmla="*/ 32008 h 240297"/>
                <a:gd name="csX71" fmla="*/ 261796 w 289982"/>
                <a:gd name="csY71" fmla="*/ 35352 h 240297"/>
                <a:gd name="csX72" fmla="*/ 262274 w 289982"/>
                <a:gd name="csY72" fmla="*/ 40607 h 240297"/>
                <a:gd name="csX73" fmla="*/ 263229 w 289982"/>
                <a:gd name="csY73" fmla="*/ 46817 h 240297"/>
                <a:gd name="csX74" fmla="*/ 263229 w 289982"/>
                <a:gd name="csY74" fmla="*/ 51117 h 240297"/>
                <a:gd name="csX75" fmla="*/ 265617 w 289982"/>
                <a:gd name="csY75" fmla="*/ 60194 h 240297"/>
                <a:gd name="csX76" fmla="*/ 267528 w 289982"/>
                <a:gd name="csY76" fmla="*/ 65449 h 240297"/>
                <a:gd name="csX77" fmla="*/ 268962 w 289982"/>
                <a:gd name="csY77" fmla="*/ 66882 h 240297"/>
                <a:gd name="csX78" fmla="*/ 269917 w 289982"/>
                <a:gd name="csY78" fmla="*/ 67360 h 240297"/>
                <a:gd name="csX79" fmla="*/ 272783 w 289982"/>
                <a:gd name="csY79" fmla="*/ 67838 h 240297"/>
                <a:gd name="csX80" fmla="*/ 276605 w 289982"/>
                <a:gd name="csY80" fmla="*/ 70704 h 240297"/>
                <a:gd name="csX81" fmla="*/ 279472 w 289982"/>
                <a:gd name="csY81" fmla="*/ 73570 h 240297"/>
                <a:gd name="csX82" fmla="*/ 280428 w 289982"/>
                <a:gd name="csY82" fmla="*/ 75004 h 240297"/>
                <a:gd name="csX83" fmla="*/ 282338 w 289982"/>
                <a:gd name="csY83" fmla="*/ 76437 h 240297"/>
                <a:gd name="csX84" fmla="*/ 283294 w 289982"/>
                <a:gd name="csY84" fmla="*/ 75959 h 240297"/>
                <a:gd name="csX85" fmla="*/ 283771 w 289982"/>
                <a:gd name="csY85" fmla="*/ 75481 h 240297"/>
                <a:gd name="csX86" fmla="*/ 284727 w 289982"/>
                <a:gd name="csY86" fmla="*/ 76914 h 240297"/>
                <a:gd name="csX87" fmla="*/ 289504 w 289982"/>
                <a:gd name="csY87" fmla="*/ 79781 h 240297"/>
                <a:gd name="csX88" fmla="*/ 289982 w 289982"/>
                <a:gd name="csY88" fmla="*/ 81214 h 240297"/>
                <a:gd name="csX89" fmla="*/ 289982 w 289982"/>
                <a:gd name="csY89" fmla="*/ 81214 h 240297"/>
                <a:gd name="csX90" fmla="*/ 288549 w 289982"/>
                <a:gd name="csY90" fmla="*/ 82170 h 240297"/>
                <a:gd name="csX91" fmla="*/ 286638 w 289982"/>
                <a:gd name="csY91" fmla="*/ 84558 h 240297"/>
                <a:gd name="csX92" fmla="*/ 286160 w 289982"/>
                <a:gd name="csY92" fmla="*/ 85513 h 240297"/>
                <a:gd name="csX93" fmla="*/ 285682 w 289982"/>
                <a:gd name="csY93" fmla="*/ 85991 h 240297"/>
                <a:gd name="csX94" fmla="*/ 285682 w 289982"/>
                <a:gd name="csY94" fmla="*/ 86469 h 240297"/>
                <a:gd name="csX95" fmla="*/ 285205 w 289982"/>
                <a:gd name="csY95" fmla="*/ 86947 h 240297"/>
                <a:gd name="csX96" fmla="*/ 284727 w 289982"/>
                <a:gd name="csY96" fmla="*/ 86947 h 240297"/>
                <a:gd name="csX97" fmla="*/ 283771 w 289982"/>
                <a:gd name="csY97" fmla="*/ 87902 h 240297"/>
                <a:gd name="csX98" fmla="*/ 283294 w 289982"/>
                <a:gd name="csY98" fmla="*/ 88380 h 240297"/>
                <a:gd name="csX99" fmla="*/ 283294 w 289982"/>
                <a:gd name="csY99" fmla="*/ 88858 h 240297"/>
                <a:gd name="csX100" fmla="*/ 282338 w 289982"/>
                <a:gd name="csY100" fmla="*/ 89335 h 240297"/>
                <a:gd name="csX101" fmla="*/ 281860 w 289982"/>
                <a:gd name="csY101" fmla="*/ 89335 h 240297"/>
                <a:gd name="csX102" fmla="*/ 280905 w 289982"/>
                <a:gd name="csY102" fmla="*/ 89813 h 240297"/>
                <a:gd name="csX103" fmla="*/ 279949 w 289982"/>
                <a:gd name="csY103" fmla="*/ 90291 h 240297"/>
                <a:gd name="csX104" fmla="*/ 278517 w 289982"/>
                <a:gd name="csY104" fmla="*/ 89813 h 240297"/>
                <a:gd name="csX105" fmla="*/ 277083 w 289982"/>
                <a:gd name="csY105" fmla="*/ 90291 h 240297"/>
                <a:gd name="csX106" fmla="*/ 276605 w 289982"/>
                <a:gd name="csY106" fmla="*/ 90769 h 240297"/>
                <a:gd name="csX107" fmla="*/ 275172 w 289982"/>
                <a:gd name="csY107" fmla="*/ 91246 h 240297"/>
                <a:gd name="csX108" fmla="*/ 274217 w 289982"/>
                <a:gd name="csY108" fmla="*/ 91246 h 240297"/>
                <a:gd name="csX109" fmla="*/ 273739 w 289982"/>
                <a:gd name="csY109" fmla="*/ 91246 h 240297"/>
                <a:gd name="csX110" fmla="*/ 272783 w 289982"/>
                <a:gd name="csY110" fmla="*/ 92202 h 240297"/>
                <a:gd name="csX111" fmla="*/ 272783 w 289982"/>
                <a:gd name="csY111" fmla="*/ 92202 h 240297"/>
                <a:gd name="csX112" fmla="*/ 271351 w 289982"/>
                <a:gd name="csY112" fmla="*/ 93157 h 240297"/>
                <a:gd name="csX113" fmla="*/ 269917 w 289982"/>
                <a:gd name="csY113" fmla="*/ 93635 h 240297"/>
                <a:gd name="csX114" fmla="*/ 268962 w 289982"/>
                <a:gd name="csY114" fmla="*/ 94113 h 240297"/>
                <a:gd name="csX115" fmla="*/ 268484 w 289982"/>
                <a:gd name="csY115" fmla="*/ 94590 h 240297"/>
                <a:gd name="csX116" fmla="*/ 267051 w 289982"/>
                <a:gd name="csY116" fmla="*/ 97935 h 240297"/>
                <a:gd name="csX117" fmla="*/ 266573 w 289982"/>
                <a:gd name="csY117" fmla="*/ 98890 h 240297"/>
                <a:gd name="csX118" fmla="*/ 266573 w 289982"/>
                <a:gd name="csY118" fmla="*/ 98890 h 240297"/>
                <a:gd name="csX119" fmla="*/ 265140 w 289982"/>
                <a:gd name="csY119" fmla="*/ 98890 h 240297"/>
                <a:gd name="csX120" fmla="*/ 263229 w 289982"/>
                <a:gd name="csY120" fmla="*/ 98890 h 240297"/>
                <a:gd name="csX121" fmla="*/ 263229 w 289982"/>
                <a:gd name="csY121" fmla="*/ 98890 h 240297"/>
                <a:gd name="csX122" fmla="*/ 261796 w 289982"/>
                <a:gd name="csY122" fmla="*/ 99368 h 240297"/>
                <a:gd name="csX123" fmla="*/ 259885 w 289982"/>
                <a:gd name="csY123" fmla="*/ 98890 h 240297"/>
                <a:gd name="csX124" fmla="*/ 259407 w 289982"/>
                <a:gd name="csY124" fmla="*/ 98890 h 240297"/>
                <a:gd name="csX125" fmla="*/ 259407 w 289982"/>
                <a:gd name="csY125" fmla="*/ 98890 h 240297"/>
                <a:gd name="csX126" fmla="*/ 258452 w 289982"/>
                <a:gd name="csY126" fmla="*/ 98890 h 240297"/>
                <a:gd name="csX127" fmla="*/ 257974 w 289982"/>
                <a:gd name="csY127" fmla="*/ 99845 h 240297"/>
                <a:gd name="csX128" fmla="*/ 257974 w 289982"/>
                <a:gd name="csY128" fmla="*/ 102712 h 240297"/>
                <a:gd name="csX129" fmla="*/ 257974 w 289982"/>
                <a:gd name="csY129" fmla="*/ 103667 h 240297"/>
                <a:gd name="csX130" fmla="*/ 257019 w 289982"/>
                <a:gd name="csY130" fmla="*/ 105578 h 240297"/>
                <a:gd name="csX131" fmla="*/ 256063 w 289982"/>
                <a:gd name="csY131" fmla="*/ 107011 h 240297"/>
                <a:gd name="csX132" fmla="*/ 256063 w 289982"/>
                <a:gd name="csY132" fmla="*/ 107489 h 240297"/>
                <a:gd name="csX133" fmla="*/ 256541 w 289982"/>
                <a:gd name="csY133" fmla="*/ 110355 h 240297"/>
                <a:gd name="csX134" fmla="*/ 256541 w 289982"/>
                <a:gd name="csY134" fmla="*/ 113222 h 240297"/>
                <a:gd name="csX135" fmla="*/ 256541 w 289982"/>
                <a:gd name="csY135" fmla="*/ 113222 h 240297"/>
                <a:gd name="csX136" fmla="*/ 254630 w 289982"/>
                <a:gd name="csY136" fmla="*/ 117999 h 240297"/>
                <a:gd name="csX137" fmla="*/ 254630 w 289982"/>
                <a:gd name="csY137" fmla="*/ 118954 h 240297"/>
                <a:gd name="csX138" fmla="*/ 252719 w 289982"/>
                <a:gd name="csY138" fmla="*/ 122777 h 240297"/>
                <a:gd name="csX139" fmla="*/ 251764 w 289982"/>
                <a:gd name="csY139" fmla="*/ 124210 h 240297"/>
                <a:gd name="csX140" fmla="*/ 249853 w 289982"/>
                <a:gd name="csY140" fmla="*/ 130898 h 240297"/>
                <a:gd name="csX141" fmla="*/ 248897 w 289982"/>
                <a:gd name="csY141" fmla="*/ 132809 h 240297"/>
                <a:gd name="csX142" fmla="*/ 246986 w 289982"/>
                <a:gd name="csY142" fmla="*/ 135197 h 240297"/>
                <a:gd name="csX143" fmla="*/ 247464 w 289982"/>
                <a:gd name="csY143" fmla="*/ 139019 h 240297"/>
                <a:gd name="csX144" fmla="*/ 247942 w 289982"/>
                <a:gd name="csY144" fmla="*/ 142841 h 240297"/>
                <a:gd name="csX145" fmla="*/ 248419 w 289982"/>
                <a:gd name="csY145" fmla="*/ 146185 h 240297"/>
                <a:gd name="csX146" fmla="*/ 248897 w 289982"/>
                <a:gd name="csY146" fmla="*/ 151440 h 240297"/>
                <a:gd name="csX147" fmla="*/ 247464 w 289982"/>
                <a:gd name="csY147" fmla="*/ 156695 h 240297"/>
                <a:gd name="csX148" fmla="*/ 247464 w 289982"/>
                <a:gd name="csY148" fmla="*/ 159561 h 240297"/>
                <a:gd name="csX149" fmla="*/ 246031 w 289982"/>
                <a:gd name="csY149" fmla="*/ 163384 h 240297"/>
                <a:gd name="csX150" fmla="*/ 245075 w 289982"/>
                <a:gd name="csY150" fmla="*/ 165294 h 240297"/>
                <a:gd name="csX151" fmla="*/ 244598 w 289982"/>
                <a:gd name="csY151" fmla="*/ 166250 h 240297"/>
                <a:gd name="csX152" fmla="*/ 243642 w 289982"/>
                <a:gd name="csY152" fmla="*/ 167205 h 240297"/>
                <a:gd name="csX153" fmla="*/ 242687 w 289982"/>
                <a:gd name="csY153" fmla="*/ 170072 h 240297"/>
                <a:gd name="csX154" fmla="*/ 241731 w 289982"/>
                <a:gd name="csY154" fmla="*/ 173416 h 240297"/>
                <a:gd name="csX155" fmla="*/ 241253 w 289982"/>
                <a:gd name="csY155" fmla="*/ 176760 h 240297"/>
                <a:gd name="csX156" fmla="*/ 241253 w 289982"/>
                <a:gd name="csY156" fmla="*/ 178671 h 240297"/>
                <a:gd name="csX157" fmla="*/ 240776 w 289982"/>
                <a:gd name="csY157" fmla="*/ 179626 h 240297"/>
                <a:gd name="csX158" fmla="*/ 240776 w 289982"/>
                <a:gd name="csY158" fmla="*/ 180104 h 240297"/>
                <a:gd name="csX159" fmla="*/ 238387 w 289982"/>
                <a:gd name="csY159" fmla="*/ 180582 h 240297"/>
                <a:gd name="csX160" fmla="*/ 235043 w 289982"/>
                <a:gd name="csY160" fmla="*/ 180582 h 240297"/>
                <a:gd name="csX161" fmla="*/ 233132 w 289982"/>
                <a:gd name="csY161" fmla="*/ 181059 h 240297"/>
                <a:gd name="csX162" fmla="*/ 231699 w 289982"/>
                <a:gd name="csY162" fmla="*/ 182015 h 240297"/>
                <a:gd name="csX163" fmla="*/ 230266 w 289982"/>
                <a:gd name="csY163" fmla="*/ 183448 h 240297"/>
                <a:gd name="csX164" fmla="*/ 227399 w 289982"/>
                <a:gd name="csY164" fmla="*/ 187748 h 240297"/>
                <a:gd name="csX165" fmla="*/ 225966 w 289982"/>
                <a:gd name="csY165" fmla="*/ 190614 h 240297"/>
                <a:gd name="csX166" fmla="*/ 223578 w 289982"/>
                <a:gd name="csY166" fmla="*/ 194436 h 240297"/>
                <a:gd name="csX167" fmla="*/ 220711 w 289982"/>
                <a:gd name="csY167" fmla="*/ 196825 h 240297"/>
                <a:gd name="csX168" fmla="*/ 220233 w 289982"/>
                <a:gd name="csY168" fmla="*/ 198258 h 240297"/>
                <a:gd name="csX169" fmla="*/ 219756 w 289982"/>
                <a:gd name="csY169" fmla="*/ 200646 h 240297"/>
                <a:gd name="csX170" fmla="*/ 218800 w 289982"/>
                <a:gd name="csY170" fmla="*/ 203991 h 240297"/>
                <a:gd name="csX171" fmla="*/ 217845 w 289982"/>
                <a:gd name="csY171" fmla="*/ 206857 h 240297"/>
                <a:gd name="csX172" fmla="*/ 217845 w 289982"/>
                <a:gd name="csY172" fmla="*/ 208768 h 240297"/>
                <a:gd name="csX173" fmla="*/ 216889 w 289982"/>
                <a:gd name="csY173" fmla="*/ 212590 h 240297"/>
                <a:gd name="csX174" fmla="*/ 217367 w 289982"/>
                <a:gd name="csY174" fmla="*/ 214500 h 240297"/>
                <a:gd name="csX175" fmla="*/ 216412 w 289982"/>
                <a:gd name="csY175" fmla="*/ 215456 h 240297"/>
                <a:gd name="csX176" fmla="*/ 214978 w 289982"/>
                <a:gd name="csY176" fmla="*/ 216411 h 240297"/>
                <a:gd name="csX177" fmla="*/ 214023 w 289982"/>
                <a:gd name="csY177" fmla="*/ 216411 h 240297"/>
                <a:gd name="csX178" fmla="*/ 212112 w 289982"/>
                <a:gd name="csY178" fmla="*/ 215456 h 240297"/>
                <a:gd name="csX179" fmla="*/ 210679 w 289982"/>
                <a:gd name="csY179" fmla="*/ 214500 h 240297"/>
                <a:gd name="csX180" fmla="*/ 210201 w 289982"/>
                <a:gd name="csY180" fmla="*/ 214023 h 240297"/>
                <a:gd name="csX181" fmla="*/ 208768 w 289982"/>
                <a:gd name="csY181" fmla="*/ 214978 h 240297"/>
                <a:gd name="csX182" fmla="*/ 207335 w 289982"/>
                <a:gd name="csY182" fmla="*/ 215934 h 240297"/>
                <a:gd name="csX183" fmla="*/ 205424 w 289982"/>
                <a:gd name="csY183" fmla="*/ 218322 h 240297"/>
                <a:gd name="csX184" fmla="*/ 203991 w 289982"/>
                <a:gd name="csY184" fmla="*/ 220711 h 240297"/>
                <a:gd name="csX185" fmla="*/ 204946 w 289982"/>
                <a:gd name="csY185" fmla="*/ 225488 h 240297"/>
                <a:gd name="csX186" fmla="*/ 204946 w 289982"/>
                <a:gd name="csY186" fmla="*/ 226921 h 240297"/>
                <a:gd name="csX187" fmla="*/ 204468 w 289982"/>
                <a:gd name="csY187" fmla="*/ 227877 h 240297"/>
                <a:gd name="csX188" fmla="*/ 202557 w 289982"/>
                <a:gd name="csY188" fmla="*/ 231699 h 240297"/>
                <a:gd name="csX189" fmla="*/ 202080 w 289982"/>
                <a:gd name="csY189" fmla="*/ 233132 h 240297"/>
                <a:gd name="csX190" fmla="*/ 201124 w 289982"/>
                <a:gd name="csY190" fmla="*/ 235043 h 240297"/>
                <a:gd name="csX191" fmla="*/ 200169 w 289982"/>
                <a:gd name="csY191" fmla="*/ 239342 h 240297"/>
                <a:gd name="csX192" fmla="*/ 200169 w 289982"/>
                <a:gd name="csY192" fmla="*/ 240298 h 240297"/>
                <a:gd name="csX193" fmla="*/ 200169 w 289982"/>
                <a:gd name="csY193" fmla="*/ 240298 h 240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</a:cxnLst>
              <a:rect l="l" t="t" r="r" b="b"/>
              <a:pathLst>
                <a:path w="289982" h="240297">
                  <a:moveTo>
                    <a:pt x="0" y="52550"/>
                  </a:moveTo>
                  <a:lnTo>
                    <a:pt x="0" y="50162"/>
                  </a:lnTo>
                  <a:lnTo>
                    <a:pt x="0" y="47773"/>
                  </a:lnTo>
                  <a:lnTo>
                    <a:pt x="0" y="45384"/>
                  </a:lnTo>
                  <a:lnTo>
                    <a:pt x="0" y="42996"/>
                  </a:lnTo>
                  <a:lnTo>
                    <a:pt x="4777" y="42996"/>
                  </a:lnTo>
                  <a:lnTo>
                    <a:pt x="10032" y="42996"/>
                  </a:lnTo>
                  <a:lnTo>
                    <a:pt x="14810" y="42996"/>
                  </a:lnTo>
                  <a:lnTo>
                    <a:pt x="19587" y="42996"/>
                  </a:lnTo>
                  <a:lnTo>
                    <a:pt x="19587" y="42996"/>
                  </a:lnTo>
                  <a:lnTo>
                    <a:pt x="19587" y="42996"/>
                  </a:lnTo>
                  <a:lnTo>
                    <a:pt x="19587" y="42996"/>
                  </a:lnTo>
                  <a:lnTo>
                    <a:pt x="20065" y="42996"/>
                  </a:lnTo>
                  <a:lnTo>
                    <a:pt x="20065" y="33441"/>
                  </a:lnTo>
                  <a:lnTo>
                    <a:pt x="20065" y="23409"/>
                  </a:lnTo>
                  <a:lnTo>
                    <a:pt x="20065" y="13854"/>
                  </a:lnTo>
                  <a:lnTo>
                    <a:pt x="20065" y="4299"/>
                  </a:lnTo>
                  <a:lnTo>
                    <a:pt x="27231" y="4299"/>
                  </a:lnTo>
                  <a:lnTo>
                    <a:pt x="34874" y="4299"/>
                  </a:lnTo>
                  <a:lnTo>
                    <a:pt x="42518" y="4299"/>
                  </a:lnTo>
                  <a:lnTo>
                    <a:pt x="50162" y="4299"/>
                  </a:lnTo>
                  <a:lnTo>
                    <a:pt x="57805" y="4299"/>
                  </a:lnTo>
                  <a:lnTo>
                    <a:pt x="65449" y="4299"/>
                  </a:lnTo>
                  <a:lnTo>
                    <a:pt x="73093" y="4299"/>
                  </a:lnTo>
                  <a:lnTo>
                    <a:pt x="80736" y="4299"/>
                  </a:lnTo>
                  <a:lnTo>
                    <a:pt x="87902" y="4299"/>
                  </a:lnTo>
                  <a:lnTo>
                    <a:pt x="95546" y="4299"/>
                  </a:lnTo>
                  <a:lnTo>
                    <a:pt x="103189" y="4299"/>
                  </a:lnTo>
                  <a:lnTo>
                    <a:pt x="110834" y="4299"/>
                  </a:lnTo>
                  <a:lnTo>
                    <a:pt x="118477" y="4299"/>
                  </a:lnTo>
                  <a:lnTo>
                    <a:pt x="126121" y="4299"/>
                  </a:lnTo>
                  <a:lnTo>
                    <a:pt x="133764" y="4299"/>
                  </a:lnTo>
                  <a:lnTo>
                    <a:pt x="140930" y="4299"/>
                  </a:lnTo>
                  <a:lnTo>
                    <a:pt x="143319" y="4299"/>
                  </a:lnTo>
                  <a:lnTo>
                    <a:pt x="144275" y="4299"/>
                  </a:lnTo>
                  <a:lnTo>
                    <a:pt x="146185" y="478"/>
                  </a:lnTo>
                  <a:lnTo>
                    <a:pt x="147141" y="0"/>
                  </a:lnTo>
                  <a:lnTo>
                    <a:pt x="148574" y="478"/>
                  </a:lnTo>
                  <a:lnTo>
                    <a:pt x="149052" y="1433"/>
                  </a:lnTo>
                  <a:lnTo>
                    <a:pt x="148574" y="2389"/>
                  </a:lnTo>
                  <a:lnTo>
                    <a:pt x="148096" y="4299"/>
                  </a:lnTo>
                  <a:lnTo>
                    <a:pt x="151441" y="4299"/>
                  </a:lnTo>
                  <a:lnTo>
                    <a:pt x="158128" y="4299"/>
                  </a:lnTo>
                  <a:lnTo>
                    <a:pt x="164817" y="4299"/>
                  </a:lnTo>
                  <a:lnTo>
                    <a:pt x="171027" y="4299"/>
                  </a:lnTo>
                  <a:lnTo>
                    <a:pt x="177716" y="4299"/>
                  </a:lnTo>
                  <a:lnTo>
                    <a:pt x="183926" y="4299"/>
                  </a:lnTo>
                  <a:lnTo>
                    <a:pt x="190614" y="4299"/>
                  </a:lnTo>
                  <a:lnTo>
                    <a:pt x="197302" y="4299"/>
                  </a:lnTo>
                  <a:lnTo>
                    <a:pt x="203513" y="4299"/>
                  </a:lnTo>
                  <a:lnTo>
                    <a:pt x="210201" y="4299"/>
                  </a:lnTo>
                  <a:lnTo>
                    <a:pt x="216889" y="4299"/>
                  </a:lnTo>
                  <a:lnTo>
                    <a:pt x="223100" y="4299"/>
                  </a:lnTo>
                  <a:lnTo>
                    <a:pt x="229788" y="4299"/>
                  </a:lnTo>
                  <a:lnTo>
                    <a:pt x="235998" y="4299"/>
                  </a:lnTo>
                  <a:lnTo>
                    <a:pt x="242687" y="4299"/>
                  </a:lnTo>
                  <a:lnTo>
                    <a:pt x="249375" y="4299"/>
                  </a:lnTo>
                  <a:lnTo>
                    <a:pt x="255585" y="4299"/>
                  </a:lnTo>
                  <a:lnTo>
                    <a:pt x="256063" y="8599"/>
                  </a:lnTo>
                  <a:lnTo>
                    <a:pt x="257019" y="11943"/>
                  </a:lnTo>
                  <a:lnTo>
                    <a:pt x="259885" y="17198"/>
                  </a:lnTo>
                  <a:lnTo>
                    <a:pt x="262274" y="20065"/>
                  </a:lnTo>
                  <a:lnTo>
                    <a:pt x="263229" y="21498"/>
                  </a:lnTo>
                  <a:lnTo>
                    <a:pt x="263707" y="21975"/>
                  </a:lnTo>
                  <a:lnTo>
                    <a:pt x="263229" y="22931"/>
                  </a:lnTo>
                  <a:lnTo>
                    <a:pt x="262751" y="21975"/>
                  </a:lnTo>
                  <a:lnTo>
                    <a:pt x="261318" y="21498"/>
                  </a:lnTo>
                  <a:lnTo>
                    <a:pt x="261318" y="23886"/>
                  </a:lnTo>
                  <a:lnTo>
                    <a:pt x="261318" y="25797"/>
                  </a:lnTo>
                  <a:lnTo>
                    <a:pt x="261796" y="28664"/>
                  </a:lnTo>
                  <a:lnTo>
                    <a:pt x="262751" y="32008"/>
                  </a:lnTo>
                  <a:lnTo>
                    <a:pt x="261796" y="35352"/>
                  </a:lnTo>
                  <a:lnTo>
                    <a:pt x="262274" y="40607"/>
                  </a:lnTo>
                  <a:lnTo>
                    <a:pt x="263229" y="46817"/>
                  </a:lnTo>
                  <a:lnTo>
                    <a:pt x="263229" y="51117"/>
                  </a:lnTo>
                  <a:lnTo>
                    <a:pt x="265617" y="60194"/>
                  </a:lnTo>
                  <a:lnTo>
                    <a:pt x="267528" y="65449"/>
                  </a:lnTo>
                  <a:lnTo>
                    <a:pt x="268962" y="66882"/>
                  </a:lnTo>
                  <a:lnTo>
                    <a:pt x="269917" y="67360"/>
                  </a:lnTo>
                  <a:lnTo>
                    <a:pt x="272783" y="67838"/>
                  </a:lnTo>
                  <a:lnTo>
                    <a:pt x="276605" y="70704"/>
                  </a:lnTo>
                  <a:lnTo>
                    <a:pt x="279472" y="73570"/>
                  </a:lnTo>
                  <a:lnTo>
                    <a:pt x="280428" y="75004"/>
                  </a:lnTo>
                  <a:lnTo>
                    <a:pt x="282338" y="76437"/>
                  </a:lnTo>
                  <a:lnTo>
                    <a:pt x="283294" y="75959"/>
                  </a:lnTo>
                  <a:lnTo>
                    <a:pt x="283771" y="75481"/>
                  </a:lnTo>
                  <a:lnTo>
                    <a:pt x="284727" y="76914"/>
                  </a:lnTo>
                  <a:lnTo>
                    <a:pt x="289504" y="79781"/>
                  </a:lnTo>
                  <a:lnTo>
                    <a:pt x="289982" y="81214"/>
                  </a:lnTo>
                  <a:lnTo>
                    <a:pt x="289982" y="81214"/>
                  </a:lnTo>
                  <a:lnTo>
                    <a:pt x="288549" y="82170"/>
                  </a:lnTo>
                  <a:lnTo>
                    <a:pt x="286638" y="84558"/>
                  </a:lnTo>
                  <a:lnTo>
                    <a:pt x="286160" y="85513"/>
                  </a:lnTo>
                  <a:lnTo>
                    <a:pt x="285682" y="85991"/>
                  </a:lnTo>
                  <a:lnTo>
                    <a:pt x="285682" y="86469"/>
                  </a:lnTo>
                  <a:lnTo>
                    <a:pt x="285205" y="86947"/>
                  </a:lnTo>
                  <a:lnTo>
                    <a:pt x="284727" y="86947"/>
                  </a:lnTo>
                  <a:lnTo>
                    <a:pt x="283771" y="87902"/>
                  </a:lnTo>
                  <a:lnTo>
                    <a:pt x="283294" y="88380"/>
                  </a:lnTo>
                  <a:lnTo>
                    <a:pt x="283294" y="88858"/>
                  </a:lnTo>
                  <a:lnTo>
                    <a:pt x="282338" y="89335"/>
                  </a:lnTo>
                  <a:lnTo>
                    <a:pt x="281860" y="89335"/>
                  </a:lnTo>
                  <a:lnTo>
                    <a:pt x="280905" y="89813"/>
                  </a:lnTo>
                  <a:lnTo>
                    <a:pt x="279949" y="90291"/>
                  </a:lnTo>
                  <a:lnTo>
                    <a:pt x="278517" y="89813"/>
                  </a:lnTo>
                  <a:lnTo>
                    <a:pt x="277083" y="90291"/>
                  </a:lnTo>
                  <a:lnTo>
                    <a:pt x="276605" y="90769"/>
                  </a:lnTo>
                  <a:lnTo>
                    <a:pt x="275172" y="91246"/>
                  </a:lnTo>
                  <a:lnTo>
                    <a:pt x="274217" y="91246"/>
                  </a:lnTo>
                  <a:lnTo>
                    <a:pt x="273739" y="91246"/>
                  </a:lnTo>
                  <a:lnTo>
                    <a:pt x="272783" y="92202"/>
                  </a:lnTo>
                  <a:lnTo>
                    <a:pt x="272783" y="92202"/>
                  </a:lnTo>
                  <a:lnTo>
                    <a:pt x="271351" y="93157"/>
                  </a:lnTo>
                  <a:lnTo>
                    <a:pt x="269917" y="93635"/>
                  </a:lnTo>
                  <a:lnTo>
                    <a:pt x="268962" y="94113"/>
                  </a:lnTo>
                  <a:lnTo>
                    <a:pt x="268484" y="94590"/>
                  </a:lnTo>
                  <a:lnTo>
                    <a:pt x="267051" y="97935"/>
                  </a:lnTo>
                  <a:lnTo>
                    <a:pt x="266573" y="98890"/>
                  </a:lnTo>
                  <a:lnTo>
                    <a:pt x="266573" y="98890"/>
                  </a:lnTo>
                  <a:lnTo>
                    <a:pt x="265140" y="98890"/>
                  </a:lnTo>
                  <a:lnTo>
                    <a:pt x="263229" y="98890"/>
                  </a:lnTo>
                  <a:lnTo>
                    <a:pt x="263229" y="98890"/>
                  </a:lnTo>
                  <a:lnTo>
                    <a:pt x="261796" y="99368"/>
                  </a:lnTo>
                  <a:lnTo>
                    <a:pt x="259885" y="98890"/>
                  </a:lnTo>
                  <a:lnTo>
                    <a:pt x="259407" y="98890"/>
                  </a:lnTo>
                  <a:lnTo>
                    <a:pt x="259407" y="98890"/>
                  </a:lnTo>
                  <a:lnTo>
                    <a:pt x="258452" y="98890"/>
                  </a:lnTo>
                  <a:lnTo>
                    <a:pt x="257974" y="99845"/>
                  </a:lnTo>
                  <a:lnTo>
                    <a:pt x="257974" y="102712"/>
                  </a:lnTo>
                  <a:lnTo>
                    <a:pt x="257974" y="103667"/>
                  </a:lnTo>
                  <a:lnTo>
                    <a:pt x="257019" y="105578"/>
                  </a:lnTo>
                  <a:lnTo>
                    <a:pt x="256063" y="107011"/>
                  </a:lnTo>
                  <a:lnTo>
                    <a:pt x="256063" y="107489"/>
                  </a:lnTo>
                  <a:lnTo>
                    <a:pt x="256541" y="110355"/>
                  </a:lnTo>
                  <a:lnTo>
                    <a:pt x="256541" y="113222"/>
                  </a:lnTo>
                  <a:lnTo>
                    <a:pt x="256541" y="113222"/>
                  </a:lnTo>
                  <a:lnTo>
                    <a:pt x="254630" y="117999"/>
                  </a:lnTo>
                  <a:lnTo>
                    <a:pt x="254630" y="118954"/>
                  </a:lnTo>
                  <a:lnTo>
                    <a:pt x="252719" y="122777"/>
                  </a:lnTo>
                  <a:lnTo>
                    <a:pt x="251764" y="124210"/>
                  </a:lnTo>
                  <a:lnTo>
                    <a:pt x="249853" y="130898"/>
                  </a:lnTo>
                  <a:lnTo>
                    <a:pt x="248897" y="132809"/>
                  </a:lnTo>
                  <a:lnTo>
                    <a:pt x="246986" y="135197"/>
                  </a:lnTo>
                  <a:lnTo>
                    <a:pt x="247464" y="139019"/>
                  </a:lnTo>
                  <a:lnTo>
                    <a:pt x="247942" y="142841"/>
                  </a:lnTo>
                  <a:lnTo>
                    <a:pt x="248419" y="146185"/>
                  </a:lnTo>
                  <a:lnTo>
                    <a:pt x="248897" y="151440"/>
                  </a:lnTo>
                  <a:lnTo>
                    <a:pt x="247464" y="156695"/>
                  </a:lnTo>
                  <a:lnTo>
                    <a:pt x="247464" y="159561"/>
                  </a:lnTo>
                  <a:lnTo>
                    <a:pt x="246031" y="163384"/>
                  </a:lnTo>
                  <a:lnTo>
                    <a:pt x="245075" y="165294"/>
                  </a:lnTo>
                  <a:lnTo>
                    <a:pt x="244598" y="166250"/>
                  </a:lnTo>
                  <a:lnTo>
                    <a:pt x="243642" y="167205"/>
                  </a:lnTo>
                  <a:lnTo>
                    <a:pt x="242687" y="170072"/>
                  </a:lnTo>
                  <a:lnTo>
                    <a:pt x="241731" y="173416"/>
                  </a:lnTo>
                  <a:lnTo>
                    <a:pt x="241253" y="176760"/>
                  </a:lnTo>
                  <a:lnTo>
                    <a:pt x="241253" y="178671"/>
                  </a:lnTo>
                  <a:lnTo>
                    <a:pt x="240776" y="179626"/>
                  </a:lnTo>
                  <a:lnTo>
                    <a:pt x="240776" y="180104"/>
                  </a:lnTo>
                  <a:lnTo>
                    <a:pt x="238387" y="180582"/>
                  </a:lnTo>
                  <a:lnTo>
                    <a:pt x="235043" y="180582"/>
                  </a:lnTo>
                  <a:lnTo>
                    <a:pt x="233132" y="181059"/>
                  </a:lnTo>
                  <a:lnTo>
                    <a:pt x="231699" y="182015"/>
                  </a:lnTo>
                  <a:lnTo>
                    <a:pt x="230266" y="183448"/>
                  </a:lnTo>
                  <a:lnTo>
                    <a:pt x="227399" y="187748"/>
                  </a:lnTo>
                  <a:lnTo>
                    <a:pt x="225966" y="190614"/>
                  </a:lnTo>
                  <a:lnTo>
                    <a:pt x="223578" y="194436"/>
                  </a:lnTo>
                  <a:lnTo>
                    <a:pt x="220711" y="196825"/>
                  </a:lnTo>
                  <a:lnTo>
                    <a:pt x="220233" y="198258"/>
                  </a:lnTo>
                  <a:lnTo>
                    <a:pt x="219756" y="200646"/>
                  </a:lnTo>
                  <a:lnTo>
                    <a:pt x="218800" y="203991"/>
                  </a:lnTo>
                  <a:lnTo>
                    <a:pt x="217845" y="206857"/>
                  </a:lnTo>
                  <a:lnTo>
                    <a:pt x="217845" y="208768"/>
                  </a:lnTo>
                  <a:lnTo>
                    <a:pt x="216889" y="212590"/>
                  </a:lnTo>
                  <a:lnTo>
                    <a:pt x="217367" y="214500"/>
                  </a:lnTo>
                  <a:lnTo>
                    <a:pt x="216412" y="215456"/>
                  </a:lnTo>
                  <a:lnTo>
                    <a:pt x="214978" y="216411"/>
                  </a:lnTo>
                  <a:lnTo>
                    <a:pt x="214023" y="216411"/>
                  </a:lnTo>
                  <a:lnTo>
                    <a:pt x="212112" y="215456"/>
                  </a:lnTo>
                  <a:lnTo>
                    <a:pt x="210679" y="214500"/>
                  </a:lnTo>
                  <a:lnTo>
                    <a:pt x="210201" y="214023"/>
                  </a:lnTo>
                  <a:lnTo>
                    <a:pt x="208768" y="214978"/>
                  </a:lnTo>
                  <a:lnTo>
                    <a:pt x="207335" y="215934"/>
                  </a:lnTo>
                  <a:lnTo>
                    <a:pt x="205424" y="218322"/>
                  </a:lnTo>
                  <a:lnTo>
                    <a:pt x="203991" y="220711"/>
                  </a:lnTo>
                  <a:lnTo>
                    <a:pt x="204946" y="225488"/>
                  </a:lnTo>
                  <a:lnTo>
                    <a:pt x="204946" y="226921"/>
                  </a:lnTo>
                  <a:lnTo>
                    <a:pt x="204468" y="227877"/>
                  </a:lnTo>
                  <a:lnTo>
                    <a:pt x="202557" y="231699"/>
                  </a:lnTo>
                  <a:lnTo>
                    <a:pt x="202080" y="233132"/>
                  </a:lnTo>
                  <a:lnTo>
                    <a:pt x="201124" y="235043"/>
                  </a:lnTo>
                  <a:lnTo>
                    <a:pt x="200169" y="239342"/>
                  </a:lnTo>
                  <a:lnTo>
                    <a:pt x="200169" y="240298"/>
                  </a:lnTo>
                  <a:lnTo>
                    <a:pt x="200169" y="24029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5" name="Freeform 5404">
              <a:extLst>
                <a:ext uri="{FF2B5EF4-FFF2-40B4-BE49-F238E27FC236}">
                  <a16:creationId xmlns:a16="http://schemas.microsoft.com/office/drawing/2014/main" id="{1463EF15-094D-B70E-177D-E34FA14A6693}"/>
                </a:ext>
              </a:extLst>
            </p:cNvPr>
            <p:cNvSpPr/>
            <p:nvPr/>
          </p:nvSpPr>
          <p:spPr>
            <a:xfrm>
              <a:off x="6327698" y="4468801"/>
              <a:ext cx="955" cy="1911"/>
            </a:xfrm>
            <a:custGeom>
              <a:avLst/>
              <a:gdLst>
                <a:gd name="csX0" fmla="*/ 956 w 955"/>
                <a:gd name="csY0" fmla="*/ 1911 h 1911"/>
                <a:gd name="csX1" fmla="*/ 478 w 955"/>
                <a:gd name="csY1" fmla="*/ 956 h 1911"/>
                <a:gd name="csX2" fmla="*/ 0 w 955"/>
                <a:gd name="csY2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1911">
                  <a:moveTo>
                    <a:pt x="956" y="1911"/>
                  </a:moveTo>
                  <a:lnTo>
                    <a:pt x="478" y="956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6" name="Freeform 5405">
              <a:extLst>
                <a:ext uri="{FF2B5EF4-FFF2-40B4-BE49-F238E27FC236}">
                  <a16:creationId xmlns:a16="http://schemas.microsoft.com/office/drawing/2014/main" id="{0B9855B7-CE2D-59C8-FFD3-C9F5AE843B3A}"/>
                </a:ext>
              </a:extLst>
            </p:cNvPr>
            <p:cNvSpPr/>
            <p:nvPr/>
          </p:nvSpPr>
          <p:spPr>
            <a:xfrm>
              <a:off x="6330086" y="4475011"/>
              <a:ext cx="477" cy="1433"/>
            </a:xfrm>
            <a:custGeom>
              <a:avLst/>
              <a:gdLst>
                <a:gd name="csX0" fmla="*/ 0 w 477"/>
                <a:gd name="csY0" fmla="*/ 1433 h 1433"/>
                <a:gd name="csX1" fmla="*/ 478 w 477"/>
                <a:gd name="csY1" fmla="*/ 956 h 1433"/>
                <a:gd name="csX2" fmla="*/ 478 w 477"/>
                <a:gd name="csY2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1433">
                  <a:moveTo>
                    <a:pt x="0" y="1433"/>
                  </a:moveTo>
                  <a:lnTo>
                    <a:pt x="478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7" name="Freeform 5406">
              <a:extLst>
                <a:ext uri="{FF2B5EF4-FFF2-40B4-BE49-F238E27FC236}">
                  <a16:creationId xmlns:a16="http://schemas.microsoft.com/office/drawing/2014/main" id="{F41B0916-3C5E-EE5A-6015-758EE09503A1}"/>
                </a:ext>
              </a:extLst>
            </p:cNvPr>
            <p:cNvSpPr/>
            <p:nvPr/>
          </p:nvSpPr>
          <p:spPr>
            <a:xfrm>
              <a:off x="6321965" y="4482655"/>
              <a:ext cx="955" cy="3344"/>
            </a:xfrm>
            <a:custGeom>
              <a:avLst/>
              <a:gdLst>
                <a:gd name="csX0" fmla="*/ 956 w 955"/>
                <a:gd name="csY0" fmla="*/ 3344 h 3344"/>
                <a:gd name="csX1" fmla="*/ 0 w 955"/>
                <a:gd name="csY1" fmla="*/ 1433 h 3344"/>
                <a:gd name="csX2" fmla="*/ 0 w 955"/>
                <a:gd name="csY2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3344">
                  <a:moveTo>
                    <a:pt x="956" y="3344"/>
                  </a:moveTo>
                  <a:lnTo>
                    <a:pt x="0" y="14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8" name="Freeform 5407">
              <a:extLst>
                <a:ext uri="{FF2B5EF4-FFF2-40B4-BE49-F238E27FC236}">
                  <a16:creationId xmlns:a16="http://schemas.microsoft.com/office/drawing/2014/main" id="{5659288D-D9BB-CA2D-D477-4362E50AEF0E}"/>
                </a:ext>
              </a:extLst>
            </p:cNvPr>
            <p:cNvSpPr/>
            <p:nvPr/>
          </p:nvSpPr>
          <p:spPr>
            <a:xfrm>
              <a:off x="6337252" y="4536161"/>
              <a:ext cx="25319" cy="41084"/>
            </a:xfrm>
            <a:custGeom>
              <a:avLst/>
              <a:gdLst>
                <a:gd name="csX0" fmla="*/ 25320 w 25319"/>
                <a:gd name="csY0" fmla="*/ 41085 h 41084"/>
                <a:gd name="csX1" fmla="*/ 23409 w 25319"/>
                <a:gd name="csY1" fmla="*/ 40607 h 41084"/>
                <a:gd name="csX2" fmla="*/ 21020 w 25319"/>
                <a:gd name="csY2" fmla="*/ 40607 h 41084"/>
                <a:gd name="csX3" fmla="*/ 16243 w 25319"/>
                <a:gd name="csY3" fmla="*/ 40129 h 41084"/>
                <a:gd name="csX4" fmla="*/ 14332 w 25319"/>
                <a:gd name="csY4" fmla="*/ 39174 h 41084"/>
                <a:gd name="csX5" fmla="*/ 13376 w 25319"/>
                <a:gd name="csY5" fmla="*/ 38696 h 41084"/>
                <a:gd name="csX6" fmla="*/ 13376 w 25319"/>
                <a:gd name="csY6" fmla="*/ 36307 h 41084"/>
                <a:gd name="csX7" fmla="*/ 12899 w 25319"/>
                <a:gd name="csY7" fmla="*/ 35830 h 41084"/>
                <a:gd name="csX8" fmla="*/ 12421 w 25319"/>
                <a:gd name="csY8" fmla="*/ 35352 h 41084"/>
                <a:gd name="csX9" fmla="*/ 11943 w 25319"/>
                <a:gd name="csY9" fmla="*/ 34396 h 41084"/>
                <a:gd name="csX10" fmla="*/ 11943 w 25319"/>
                <a:gd name="csY10" fmla="*/ 32963 h 41084"/>
                <a:gd name="csX11" fmla="*/ 14332 w 25319"/>
                <a:gd name="csY11" fmla="*/ 30097 h 41084"/>
                <a:gd name="csX12" fmla="*/ 14809 w 25319"/>
                <a:gd name="csY12" fmla="*/ 28664 h 41084"/>
                <a:gd name="csX13" fmla="*/ 15287 w 25319"/>
                <a:gd name="csY13" fmla="*/ 23886 h 41084"/>
                <a:gd name="csX14" fmla="*/ 15765 w 25319"/>
                <a:gd name="csY14" fmla="*/ 21975 h 41084"/>
                <a:gd name="csX15" fmla="*/ 15287 w 25319"/>
                <a:gd name="csY15" fmla="*/ 20064 h 41084"/>
                <a:gd name="csX16" fmla="*/ 13376 w 25319"/>
                <a:gd name="csY16" fmla="*/ 16243 h 41084"/>
                <a:gd name="csX17" fmla="*/ 11466 w 25319"/>
                <a:gd name="csY17" fmla="*/ 13376 h 41084"/>
                <a:gd name="csX18" fmla="*/ 8599 w 25319"/>
                <a:gd name="csY18" fmla="*/ 9555 h 41084"/>
                <a:gd name="csX19" fmla="*/ 7644 w 25319"/>
                <a:gd name="csY19" fmla="*/ 8599 h 41084"/>
                <a:gd name="csX20" fmla="*/ 1911 w 25319"/>
                <a:gd name="csY20" fmla="*/ 2866 h 41084"/>
                <a:gd name="csX21" fmla="*/ 1433 w 25319"/>
                <a:gd name="csY21" fmla="*/ 1911 h 41084"/>
                <a:gd name="csX22" fmla="*/ 0 w 25319"/>
                <a:gd name="csY22" fmla="*/ 0 h 41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19" h="41084">
                  <a:moveTo>
                    <a:pt x="25320" y="41085"/>
                  </a:moveTo>
                  <a:lnTo>
                    <a:pt x="23409" y="40607"/>
                  </a:lnTo>
                  <a:lnTo>
                    <a:pt x="21020" y="40607"/>
                  </a:lnTo>
                  <a:lnTo>
                    <a:pt x="16243" y="40129"/>
                  </a:lnTo>
                  <a:lnTo>
                    <a:pt x="14332" y="39174"/>
                  </a:lnTo>
                  <a:lnTo>
                    <a:pt x="13376" y="38696"/>
                  </a:lnTo>
                  <a:lnTo>
                    <a:pt x="13376" y="36307"/>
                  </a:lnTo>
                  <a:lnTo>
                    <a:pt x="12899" y="35830"/>
                  </a:lnTo>
                  <a:lnTo>
                    <a:pt x="12421" y="35352"/>
                  </a:lnTo>
                  <a:lnTo>
                    <a:pt x="11943" y="34396"/>
                  </a:lnTo>
                  <a:lnTo>
                    <a:pt x="11943" y="32963"/>
                  </a:lnTo>
                  <a:lnTo>
                    <a:pt x="14332" y="30097"/>
                  </a:lnTo>
                  <a:lnTo>
                    <a:pt x="14809" y="28664"/>
                  </a:lnTo>
                  <a:lnTo>
                    <a:pt x="15287" y="23886"/>
                  </a:lnTo>
                  <a:lnTo>
                    <a:pt x="15765" y="21975"/>
                  </a:lnTo>
                  <a:lnTo>
                    <a:pt x="15287" y="20064"/>
                  </a:lnTo>
                  <a:lnTo>
                    <a:pt x="13376" y="16243"/>
                  </a:lnTo>
                  <a:lnTo>
                    <a:pt x="11466" y="13376"/>
                  </a:lnTo>
                  <a:lnTo>
                    <a:pt x="8599" y="9555"/>
                  </a:lnTo>
                  <a:lnTo>
                    <a:pt x="7644" y="8599"/>
                  </a:lnTo>
                  <a:lnTo>
                    <a:pt x="1911" y="2866"/>
                  </a:lnTo>
                  <a:lnTo>
                    <a:pt x="1433" y="1911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9" name="Freeform 5408">
              <a:extLst>
                <a:ext uri="{FF2B5EF4-FFF2-40B4-BE49-F238E27FC236}">
                  <a16:creationId xmlns:a16="http://schemas.microsoft.com/office/drawing/2014/main" id="{92D72512-3441-25C8-F344-2E853A720483}"/>
                </a:ext>
              </a:extLst>
            </p:cNvPr>
            <p:cNvSpPr/>
            <p:nvPr/>
          </p:nvSpPr>
          <p:spPr>
            <a:xfrm>
              <a:off x="6501591" y="4549059"/>
              <a:ext cx="10032" cy="8121"/>
            </a:xfrm>
            <a:custGeom>
              <a:avLst/>
              <a:gdLst>
                <a:gd name="csX0" fmla="*/ 10032 w 10032"/>
                <a:gd name="csY0" fmla="*/ 0 h 8121"/>
                <a:gd name="csX1" fmla="*/ 1433 w 10032"/>
                <a:gd name="csY1" fmla="*/ 7644 h 8121"/>
                <a:gd name="csX2" fmla="*/ 0 w 10032"/>
                <a:gd name="csY2" fmla="*/ 812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032" h="8121">
                  <a:moveTo>
                    <a:pt x="10032" y="0"/>
                  </a:moveTo>
                  <a:lnTo>
                    <a:pt x="1433" y="7644"/>
                  </a:lnTo>
                  <a:lnTo>
                    <a:pt x="0" y="812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0" name="Freeform 5409">
              <a:extLst>
                <a:ext uri="{FF2B5EF4-FFF2-40B4-BE49-F238E27FC236}">
                  <a16:creationId xmlns:a16="http://schemas.microsoft.com/office/drawing/2014/main" id="{6DC8EE02-E716-67B2-8EAE-F71D707ADF41}"/>
                </a:ext>
              </a:extLst>
            </p:cNvPr>
            <p:cNvSpPr/>
            <p:nvPr/>
          </p:nvSpPr>
          <p:spPr>
            <a:xfrm>
              <a:off x="6104598" y="2982107"/>
              <a:ext cx="257973" cy="544133"/>
            </a:xfrm>
            <a:custGeom>
              <a:avLst/>
              <a:gdLst>
                <a:gd name="csX0" fmla="*/ 175327 w 257973"/>
                <a:gd name="csY0" fmla="*/ 24842 h 544133"/>
                <a:gd name="csX1" fmla="*/ 178671 w 257973"/>
                <a:gd name="csY1" fmla="*/ 21976 h 544133"/>
                <a:gd name="csX2" fmla="*/ 178671 w 257973"/>
                <a:gd name="csY2" fmla="*/ 21976 h 544133"/>
                <a:gd name="csX3" fmla="*/ 180582 w 257973"/>
                <a:gd name="csY3" fmla="*/ 18631 h 544133"/>
                <a:gd name="csX4" fmla="*/ 182015 w 257973"/>
                <a:gd name="csY4" fmla="*/ 14332 h 544133"/>
                <a:gd name="csX5" fmla="*/ 182493 w 257973"/>
                <a:gd name="csY5" fmla="*/ 9555 h 544133"/>
                <a:gd name="csX6" fmla="*/ 182493 w 257973"/>
                <a:gd name="csY6" fmla="*/ 7166 h 544133"/>
                <a:gd name="csX7" fmla="*/ 181060 w 257973"/>
                <a:gd name="csY7" fmla="*/ 5255 h 544133"/>
                <a:gd name="csX8" fmla="*/ 178193 w 257973"/>
                <a:gd name="csY8" fmla="*/ 955 h 544133"/>
                <a:gd name="csX9" fmla="*/ 178193 w 257973"/>
                <a:gd name="csY9" fmla="*/ 955 h 544133"/>
                <a:gd name="csX10" fmla="*/ 185359 w 257973"/>
                <a:gd name="csY10" fmla="*/ 478 h 544133"/>
                <a:gd name="csX11" fmla="*/ 187748 w 257973"/>
                <a:gd name="csY11" fmla="*/ 478 h 544133"/>
                <a:gd name="csX12" fmla="*/ 188226 w 257973"/>
                <a:gd name="csY12" fmla="*/ 0 h 544133"/>
                <a:gd name="csX13" fmla="*/ 188226 w 257973"/>
                <a:gd name="csY13" fmla="*/ 478 h 544133"/>
                <a:gd name="csX14" fmla="*/ 193480 w 257973"/>
                <a:gd name="csY14" fmla="*/ 3344 h 544133"/>
                <a:gd name="csX15" fmla="*/ 193480 w 257973"/>
                <a:gd name="csY15" fmla="*/ 3822 h 544133"/>
                <a:gd name="csX16" fmla="*/ 193480 w 257973"/>
                <a:gd name="csY16" fmla="*/ 5255 h 544133"/>
                <a:gd name="csX17" fmla="*/ 193958 w 257973"/>
                <a:gd name="csY17" fmla="*/ 6688 h 544133"/>
                <a:gd name="csX18" fmla="*/ 193958 w 257973"/>
                <a:gd name="csY18" fmla="*/ 6688 h 544133"/>
                <a:gd name="csX19" fmla="*/ 199213 w 257973"/>
                <a:gd name="csY19" fmla="*/ 10510 h 544133"/>
                <a:gd name="csX20" fmla="*/ 200646 w 257973"/>
                <a:gd name="csY20" fmla="*/ 12899 h 544133"/>
                <a:gd name="csX21" fmla="*/ 203991 w 257973"/>
                <a:gd name="csY21" fmla="*/ 15765 h 544133"/>
                <a:gd name="csX22" fmla="*/ 203991 w 257973"/>
                <a:gd name="csY22" fmla="*/ 16243 h 544133"/>
                <a:gd name="csX23" fmla="*/ 204946 w 257973"/>
                <a:gd name="csY23" fmla="*/ 17676 h 544133"/>
                <a:gd name="csX24" fmla="*/ 207812 w 257973"/>
                <a:gd name="csY24" fmla="*/ 19587 h 544133"/>
                <a:gd name="csX25" fmla="*/ 209723 w 257973"/>
                <a:gd name="csY25" fmla="*/ 21976 h 544133"/>
                <a:gd name="csX26" fmla="*/ 212590 w 257973"/>
                <a:gd name="csY26" fmla="*/ 23409 h 544133"/>
                <a:gd name="csX27" fmla="*/ 215456 w 257973"/>
                <a:gd name="csY27" fmla="*/ 26275 h 544133"/>
                <a:gd name="csX28" fmla="*/ 219278 w 257973"/>
                <a:gd name="csY28" fmla="*/ 28186 h 544133"/>
                <a:gd name="csX29" fmla="*/ 222622 w 257973"/>
                <a:gd name="csY29" fmla="*/ 29142 h 544133"/>
                <a:gd name="csX30" fmla="*/ 227399 w 257973"/>
                <a:gd name="csY30" fmla="*/ 31052 h 544133"/>
                <a:gd name="csX31" fmla="*/ 230743 w 257973"/>
                <a:gd name="csY31" fmla="*/ 32486 h 544133"/>
                <a:gd name="csX32" fmla="*/ 232177 w 257973"/>
                <a:gd name="csY32" fmla="*/ 33919 h 544133"/>
                <a:gd name="csX33" fmla="*/ 234565 w 257973"/>
                <a:gd name="csY33" fmla="*/ 36307 h 544133"/>
                <a:gd name="csX34" fmla="*/ 236954 w 257973"/>
                <a:gd name="csY34" fmla="*/ 39174 h 544133"/>
                <a:gd name="csX35" fmla="*/ 238865 w 257973"/>
                <a:gd name="csY35" fmla="*/ 44907 h 544133"/>
                <a:gd name="csX36" fmla="*/ 238865 w 257973"/>
                <a:gd name="csY36" fmla="*/ 44907 h 544133"/>
                <a:gd name="csX37" fmla="*/ 241253 w 257973"/>
                <a:gd name="csY37" fmla="*/ 45384 h 544133"/>
                <a:gd name="csX38" fmla="*/ 241253 w 257973"/>
                <a:gd name="csY38" fmla="*/ 45384 h 544133"/>
                <a:gd name="csX39" fmla="*/ 242209 w 257973"/>
                <a:gd name="csY39" fmla="*/ 47295 h 544133"/>
                <a:gd name="csX40" fmla="*/ 244598 w 257973"/>
                <a:gd name="csY40" fmla="*/ 51117 h 544133"/>
                <a:gd name="csX41" fmla="*/ 244598 w 257973"/>
                <a:gd name="csY41" fmla="*/ 51117 h 544133"/>
                <a:gd name="csX42" fmla="*/ 247942 w 257973"/>
                <a:gd name="csY42" fmla="*/ 53983 h 544133"/>
                <a:gd name="csX43" fmla="*/ 247464 w 257973"/>
                <a:gd name="csY43" fmla="*/ 54939 h 544133"/>
                <a:gd name="csX44" fmla="*/ 245075 w 257973"/>
                <a:gd name="csY44" fmla="*/ 57805 h 544133"/>
                <a:gd name="csX45" fmla="*/ 244598 w 257973"/>
                <a:gd name="csY45" fmla="*/ 61627 h 544133"/>
                <a:gd name="csX46" fmla="*/ 245075 w 257973"/>
                <a:gd name="csY46" fmla="*/ 66404 h 544133"/>
                <a:gd name="csX47" fmla="*/ 246031 w 257973"/>
                <a:gd name="csY47" fmla="*/ 70226 h 544133"/>
                <a:gd name="csX48" fmla="*/ 246031 w 257973"/>
                <a:gd name="csY48" fmla="*/ 71182 h 544133"/>
                <a:gd name="csX49" fmla="*/ 245075 w 257973"/>
                <a:gd name="csY49" fmla="*/ 72615 h 544133"/>
                <a:gd name="csX50" fmla="*/ 244598 w 257973"/>
                <a:gd name="csY50" fmla="*/ 75003 h 544133"/>
                <a:gd name="csX51" fmla="*/ 244120 w 257973"/>
                <a:gd name="csY51" fmla="*/ 76914 h 544133"/>
                <a:gd name="csX52" fmla="*/ 244120 w 257973"/>
                <a:gd name="csY52" fmla="*/ 77392 h 544133"/>
                <a:gd name="csX53" fmla="*/ 244598 w 257973"/>
                <a:gd name="csY53" fmla="*/ 77870 h 544133"/>
                <a:gd name="csX54" fmla="*/ 244598 w 257973"/>
                <a:gd name="csY54" fmla="*/ 77870 h 544133"/>
                <a:gd name="csX55" fmla="*/ 246031 w 257973"/>
                <a:gd name="csY55" fmla="*/ 77870 h 544133"/>
                <a:gd name="csX56" fmla="*/ 248419 w 257973"/>
                <a:gd name="csY56" fmla="*/ 78348 h 544133"/>
                <a:gd name="csX57" fmla="*/ 249375 w 257973"/>
                <a:gd name="csY57" fmla="*/ 79303 h 544133"/>
                <a:gd name="csX58" fmla="*/ 249852 w 257973"/>
                <a:gd name="csY58" fmla="*/ 79303 h 544133"/>
                <a:gd name="csX59" fmla="*/ 250330 w 257973"/>
                <a:gd name="csY59" fmla="*/ 83603 h 544133"/>
                <a:gd name="csX60" fmla="*/ 250330 w 257973"/>
                <a:gd name="csY60" fmla="*/ 84558 h 544133"/>
                <a:gd name="csX61" fmla="*/ 248419 w 257973"/>
                <a:gd name="csY61" fmla="*/ 86469 h 544133"/>
                <a:gd name="csX62" fmla="*/ 247464 w 257973"/>
                <a:gd name="csY62" fmla="*/ 88380 h 544133"/>
                <a:gd name="csX63" fmla="*/ 247464 w 257973"/>
                <a:gd name="csY63" fmla="*/ 90769 h 544133"/>
                <a:gd name="csX64" fmla="*/ 247942 w 257973"/>
                <a:gd name="csY64" fmla="*/ 93157 h 544133"/>
                <a:gd name="csX65" fmla="*/ 248419 w 257973"/>
                <a:gd name="csY65" fmla="*/ 96024 h 544133"/>
                <a:gd name="csX66" fmla="*/ 250330 w 257973"/>
                <a:gd name="csY66" fmla="*/ 98890 h 544133"/>
                <a:gd name="csX67" fmla="*/ 252241 w 257973"/>
                <a:gd name="csY67" fmla="*/ 102234 h 544133"/>
                <a:gd name="csX68" fmla="*/ 253675 w 257973"/>
                <a:gd name="csY68" fmla="*/ 105100 h 544133"/>
                <a:gd name="csX69" fmla="*/ 254630 w 257973"/>
                <a:gd name="csY69" fmla="*/ 106534 h 544133"/>
                <a:gd name="csX70" fmla="*/ 254630 w 257973"/>
                <a:gd name="csY70" fmla="*/ 107967 h 544133"/>
                <a:gd name="csX71" fmla="*/ 253675 w 257973"/>
                <a:gd name="csY71" fmla="*/ 109400 h 544133"/>
                <a:gd name="csX72" fmla="*/ 252719 w 257973"/>
                <a:gd name="csY72" fmla="*/ 112744 h 544133"/>
                <a:gd name="csX73" fmla="*/ 252719 w 257973"/>
                <a:gd name="csY73" fmla="*/ 116566 h 544133"/>
                <a:gd name="csX74" fmla="*/ 252241 w 257973"/>
                <a:gd name="csY74" fmla="*/ 118477 h 544133"/>
                <a:gd name="csX75" fmla="*/ 250330 w 257973"/>
                <a:gd name="csY75" fmla="*/ 121821 h 544133"/>
                <a:gd name="csX76" fmla="*/ 248897 w 257973"/>
                <a:gd name="csY76" fmla="*/ 123254 h 544133"/>
                <a:gd name="csX77" fmla="*/ 248897 w 257973"/>
                <a:gd name="csY77" fmla="*/ 124687 h 544133"/>
                <a:gd name="csX78" fmla="*/ 248419 w 257973"/>
                <a:gd name="csY78" fmla="*/ 127554 h 544133"/>
                <a:gd name="csX79" fmla="*/ 248897 w 257973"/>
                <a:gd name="csY79" fmla="*/ 130898 h 544133"/>
                <a:gd name="csX80" fmla="*/ 248897 w 257973"/>
                <a:gd name="csY80" fmla="*/ 133286 h 544133"/>
                <a:gd name="csX81" fmla="*/ 249375 w 257973"/>
                <a:gd name="csY81" fmla="*/ 135197 h 544133"/>
                <a:gd name="csX82" fmla="*/ 250330 w 257973"/>
                <a:gd name="csY82" fmla="*/ 136153 h 544133"/>
                <a:gd name="csX83" fmla="*/ 253197 w 257973"/>
                <a:gd name="csY83" fmla="*/ 138064 h 544133"/>
                <a:gd name="csX84" fmla="*/ 253197 w 257973"/>
                <a:gd name="csY84" fmla="*/ 138064 h 544133"/>
                <a:gd name="csX85" fmla="*/ 255108 w 257973"/>
                <a:gd name="csY85" fmla="*/ 141886 h 544133"/>
                <a:gd name="csX86" fmla="*/ 256063 w 257973"/>
                <a:gd name="csY86" fmla="*/ 145230 h 544133"/>
                <a:gd name="csX87" fmla="*/ 257974 w 257973"/>
                <a:gd name="csY87" fmla="*/ 151918 h 544133"/>
                <a:gd name="csX88" fmla="*/ 257974 w 257973"/>
                <a:gd name="csY88" fmla="*/ 153351 h 544133"/>
                <a:gd name="csX89" fmla="*/ 252719 w 257973"/>
                <a:gd name="csY89" fmla="*/ 154307 h 544133"/>
                <a:gd name="csX90" fmla="*/ 248897 w 257973"/>
                <a:gd name="csY90" fmla="*/ 152396 h 544133"/>
                <a:gd name="csX91" fmla="*/ 246986 w 257973"/>
                <a:gd name="csY91" fmla="*/ 153351 h 544133"/>
                <a:gd name="csX92" fmla="*/ 243642 w 257973"/>
                <a:gd name="csY92" fmla="*/ 153351 h 544133"/>
                <a:gd name="csX93" fmla="*/ 239820 w 257973"/>
                <a:gd name="csY93" fmla="*/ 154307 h 544133"/>
                <a:gd name="csX94" fmla="*/ 238387 w 257973"/>
                <a:gd name="csY94" fmla="*/ 155740 h 544133"/>
                <a:gd name="csX95" fmla="*/ 237432 w 257973"/>
                <a:gd name="csY95" fmla="*/ 156695 h 544133"/>
                <a:gd name="csX96" fmla="*/ 233610 w 257973"/>
                <a:gd name="csY96" fmla="*/ 154307 h 544133"/>
                <a:gd name="csX97" fmla="*/ 230266 w 257973"/>
                <a:gd name="csY97" fmla="*/ 150485 h 544133"/>
                <a:gd name="csX98" fmla="*/ 227877 w 257973"/>
                <a:gd name="csY98" fmla="*/ 153351 h 544133"/>
                <a:gd name="csX99" fmla="*/ 225966 w 257973"/>
                <a:gd name="csY99" fmla="*/ 153829 h 544133"/>
                <a:gd name="csX100" fmla="*/ 224533 w 257973"/>
                <a:gd name="csY100" fmla="*/ 151440 h 544133"/>
                <a:gd name="csX101" fmla="*/ 223577 w 257973"/>
                <a:gd name="csY101" fmla="*/ 150963 h 544133"/>
                <a:gd name="csX102" fmla="*/ 222622 w 257973"/>
                <a:gd name="csY102" fmla="*/ 151918 h 544133"/>
                <a:gd name="csX103" fmla="*/ 222144 w 257973"/>
                <a:gd name="csY103" fmla="*/ 153829 h 544133"/>
                <a:gd name="csX104" fmla="*/ 221189 w 257973"/>
                <a:gd name="csY104" fmla="*/ 155740 h 544133"/>
                <a:gd name="csX105" fmla="*/ 220711 w 257973"/>
                <a:gd name="csY105" fmla="*/ 157173 h 544133"/>
                <a:gd name="csX106" fmla="*/ 220711 w 257973"/>
                <a:gd name="csY106" fmla="*/ 161473 h 544133"/>
                <a:gd name="csX107" fmla="*/ 220233 w 257973"/>
                <a:gd name="csY107" fmla="*/ 162428 h 544133"/>
                <a:gd name="csX108" fmla="*/ 217367 w 257973"/>
                <a:gd name="csY108" fmla="*/ 161950 h 544133"/>
                <a:gd name="csX109" fmla="*/ 217367 w 257973"/>
                <a:gd name="csY109" fmla="*/ 163383 h 544133"/>
                <a:gd name="csX110" fmla="*/ 217845 w 257973"/>
                <a:gd name="csY110" fmla="*/ 163861 h 544133"/>
                <a:gd name="csX111" fmla="*/ 218322 w 257973"/>
                <a:gd name="csY111" fmla="*/ 164339 h 544133"/>
                <a:gd name="csX112" fmla="*/ 217367 w 257973"/>
                <a:gd name="csY112" fmla="*/ 165772 h 544133"/>
                <a:gd name="csX113" fmla="*/ 214023 w 257973"/>
                <a:gd name="csY113" fmla="*/ 165294 h 544133"/>
                <a:gd name="csX114" fmla="*/ 213545 w 257973"/>
                <a:gd name="csY114" fmla="*/ 166728 h 544133"/>
                <a:gd name="csX115" fmla="*/ 214501 w 257973"/>
                <a:gd name="csY115" fmla="*/ 168161 h 544133"/>
                <a:gd name="csX116" fmla="*/ 213545 w 257973"/>
                <a:gd name="csY116" fmla="*/ 169594 h 544133"/>
                <a:gd name="csX117" fmla="*/ 213068 w 257973"/>
                <a:gd name="csY117" fmla="*/ 170072 h 544133"/>
                <a:gd name="csX118" fmla="*/ 209245 w 257973"/>
                <a:gd name="csY118" fmla="*/ 171027 h 544133"/>
                <a:gd name="csX119" fmla="*/ 206857 w 257973"/>
                <a:gd name="csY119" fmla="*/ 171027 h 544133"/>
                <a:gd name="csX120" fmla="*/ 206379 w 257973"/>
                <a:gd name="csY120" fmla="*/ 171983 h 544133"/>
                <a:gd name="csX121" fmla="*/ 205902 w 257973"/>
                <a:gd name="csY121" fmla="*/ 172938 h 544133"/>
                <a:gd name="csX122" fmla="*/ 206379 w 257973"/>
                <a:gd name="csY122" fmla="*/ 174371 h 544133"/>
                <a:gd name="csX123" fmla="*/ 207335 w 257973"/>
                <a:gd name="csY123" fmla="*/ 174849 h 544133"/>
                <a:gd name="csX124" fmla="*/ 207812 w 257973"/>
                <a:gd name="csY124" fmla="*/ 175804 h 544133"/>
                <a:gd name="csX125" fmla="*/ 207812 w 257973"/>
                <a:gd name="csY125" fmla="*/ 177238 h 544133"/>
                <a:gd name="csX126" fmla="*/ 206857 w 257973"/>
                <a:gd name="csY126" fmla="*/ 177715 h 544133"/>
                <a:gd name="csX127" fmla="*/ 204468 w 257973"/>
                <a:gd name="csY127" fmla="*/ 174849 h 544133"/>
                <a:gd name="csX128" fmla="*/ 203991 w 257973"/>
                <a:gd name="csY128" fmla="*/ 174849 h 544133"/>
                <a:gd name="csX129" fmla="*/ 204468 w 257973"/>
                <a:gd name="csY129" fmla="*/ 176282 h 544133"/>
                <a:gd name="csX130" fmla="*/ 205424 w 257973"/>
                <a:gd name="csY130" fmla="*/ 178193 h 544133"/>
                <a:gd name="csX131" fmla="*/ 206379 w 257973"/>
                <a:gd name="csY131" fmla="*/ 179626 h 544133"/>
                <a:gd name="csX132" fmla="*/ 207335 w 257973"/>
                <a:gd name="csY132" fmla="*/ 181537 h 544133"/>
                <a:gd name="csX133" fmla="*/ 206857 w 257973"/>
                <a:gd name="csY133" fmla="*/ 182970 h 544133"/>
                <a:gd name="csX134" fmla="*/ 203991 w 257973"/>
                <a:gd name="csY134" fmla="*/ 188225 h 544133"/>
                <a:gd name="csX135" fmla="*/ 201602 w 257973"/>
                <a:gd name="csY135" fmla="*/ 191092 h 544133"/>
                <a:gd name="csX136" fmla="*/ 199691 w 257973"/>
                <a:gd name="csY136" fmla="*/ 193958 h 544133"/>
                <a:gd name="csX137" fmla="*/ 198258 w 257973"/>
                <a:gd name="csY137" fmla="*/ 196824 h 544133"/>
                <a:gd name="csX138" fmla="*/ 199691 w 257973"/>
                <a:gd name="csY138" fmla="*/ 198258 h 544133"/>
                <a:gd name="csX139" fmla="*/ 201124 w 257973"/>
                <a:gd name="csY139" fmla="*/ 200169 h 544133"/>
                <a:gd name="csX140" fmla="*/ 202079 w 257973"/>
                <a:gd name="csY140" fmla="*/ 204468 h 544133"/>
                <a:gd name="csX141" fmla="*/ 203513 w 257973"/>
                <a:gd name="csY141" fmla="*/ 207812 h 544133"/>
                <a:gd name="csX142" fmla="*/ 205902 w 257973"/>
                <a:gd name="csY142" fmla="*/ 211634 h 544133"/>
                <a:gd name="csX143" fmla="*/ 205424 w 257973"/>
                <a:gd name="csY143" fmla="*/ 213545 h 544133"/>
                <a:gd name="csX144" fmla="*/ 204946 w 257973"/>
                <a:gd name="csY144" fmla="*/ 214978 h 544133"/>
                <a:gd name="csX145" fmla="*/ 200646 w 257973"/>
                <a:gd name="csY145" fmla="*/ 218322 h 544133"/>
                <a:gd name="csX146" fmla="*/ 195869 w 257973"/>
                <a:gd name="csY146" fmla="*/ 223577 h 544133"/>
                <a:gd name="csX147" fmla="*/ 191092 w 257973"/>
                <a:gd name="csY147" fmla="*/ 236476 h 544133"/>
                <a:gd name="csX148" fmla="*/ 189181 w 257973"/>
                <a:gd name="csY148" fmla="*/ 237909 h 544133"/>
                <a:gd name="csX149" fmla="*/ 184881 w 257973"/>
                <a:gd name="csY149" fmla="*/ 240298 h 544133"/>
                <a:gd name="csX150" fmla="*/ 182970 w 257973"/>
                <a:gd name="csY150" fmla="*/ 242209 h 544133"/>
                <a:gd name="csX151" fmla="*/ 179626 w 257973"/>
                <a:gd name="csY151" fmla="*/ 244597 h 544133"/>
                <a:gd name="csX152" fmla="*/ 173894 w 257973"/>
                <a:gd name="csY152" fmla="*/ 246986 h 544133"/>
                <a:gd name="csX153" fmla="*/ 171505 w 257973"/>
                <a:gd name="csY153" fmla="*/ 249852 h 544133"/>
                <a:gd name="csX154" fmla="*/ 170072 w 257973"/>
                <a:gd name="csY154" fmla="*/ 252719 h 544133"/>
                <a:gd name="csX155" fmla="*/ 169116 w 257973"/>
                <a:gd name="csY155" fmla="*/ 253197 h 544133"/>
                <a:gd name="csX156" fmla="*/ 167683 w 257973"/>
                <a:gd name="csY156" fmla="*/ 251763 h 544133"/>
                <a:gd name="csX157" fmla="*/ 165772 w 257973"/>
                <a:gd name="csY157" fmla="*/ 250808 h 544133"/>
                <a:gd name="csX158" fmla="*/ 165772 w 257973"/>
                <a:gd name="csY158" fmla="*/ 252719 h 544133"/>
                <a:gd name="csX159" fmla="*/ 165772 w 257973"/>
                <a:gd name="csY159" fmla="*/ 254630 h 544133"/>
                <a:gd name="csX160" fmla="*/ 162906 w 257973"/>
                <a:gd name="csY160" fmla="*/ 252241 h 544133"/>
                <a:gd name="csX161" fmla="*/ 161472 w 257973"/>
                <a:gd name="csY161" fmla="*/ 254152 h 544133"/>
                <a:gd name="csX162" fmla="*/ 160517 w 257973"/>
                <a:gd name="csY162" fmla="*/ 257496 h 544133"/>
                <a:gd name="csX163" fmla="*/ 156695 w 257973"/>
                <a:gd name="csY163" fmla="*/ 261796 h 544133"/>
                <a:gd name="csX164" fmla="*/ 152396 w 257973"/>
                <a:gd name="csY164" fmla="*/ 261318 h 544133"/>
                <a:gd name="csX165" fmla="*/ 151918 w 257973"/>
                <a:gd name="csY165" fmla="*/ 261796 h 544133"/>
                <a:gd name="csX166" fmla="*/ 152873 w 257973"/>
                <a:gd name="csY166" fmla="*/ 262751 h 544133"/>
                <a:gd name="csX167" fmla="*/ 153351 w 257973"/>
                <a:gd name="csY167" fmla="*/ 263229 h 544133"/>
                <a:gd name="csX168" fmla="*/ 152396 w 257973"/>
                <a:gd name="csY168" fmla="*/ 263707 h 544133"/>
                <a:gd name="csX169" fmla="*/ 150963 w 257973"/>
                <a:gd name="csY169" fmla="*/ 263707 h 544133"/>
                <a:gd name="csX170" fmla="*/ 149529 w 257973"/>
                <a:gd name="csY170" fmla="*/ 264662 h 544133"/>
                <a:gd name="csX171" fmla="*/ 148096 w 257973"/>
                <a:gd name="csY171" fmla="*/ 264184 h 544133"/>
                <a:gd name="csX172" fmla="*/ 147619 w 257973"/>
                <a:gd name="csY172" fmla="*/ 266573 h 544133"/>
                <a:gd name="csX173" fmla="*/ 146663 w 257973"/>
                <a:gd name="csY173" fmla="*/ 268962 h 544133"/>
                <a:gd name="csX174" fmla="*/ 144274 w 257973"/>
                <a:gd name="csY174" fmla="*/ 269917 h 544133"/>
                <a:gd name="csX175" fmla="*/ 142841 w 257973"/>
                <a:gd name="csY175" fmla="*/ 270395 h 544133"/>
                <a:gd name="csX176" fmla="*/ 142363 w 257973"/>
                <a:gd name="csY176" fmla="*/ 271828 h 544133"/>
                <a:gd name="csX177" fmla="*/ 146185 w 257973"/>
                <a:gd name="csY177" fmla="*/ 271828 h 544133"/>
                <a:gd name="csX178" fmla="*/ 145707 w 257973"/>
                <a:gd name="csY178" fmla="*/ 273261 h 544133"/>
                <a:gd name="csX179" fmla="*/ 145707 w 257973"/>
                <a:gd name="csY179" fmla="*/ 274217 h 544133"/>
                <a:gd name="csX180" fmla="*/ 145230 w 257973"/>
                <a:gd name="csY180" fmla="*/ 275650 h 544133"/>
                <a:gd name="csX181" fmla="*/ 140930 w 257973"/>
                <a:gd name="csY181" fmla="*/ 277561 h 544133"/>
                <a:gd name="csX182" fmla="*/ 140453 w 257973"/>
                <a:gd name="csY182" fmla="*/ 278994 h 544133"/>
                <a:gd name="csX183" fmla="*/ 139497 w 257973"/>
                <a:gd name="csY183" fmla="*/ 279949 h 544133"/>
                <a:gd name="csX184" fmla="*/ 137586 w 257973"/>
                <a:gd name="csY184" fmla="*/ 279949 h 544133"/>
                <a:gd name="csX185" fmla="*/ 137586 w 257973"/>
                <a:gd name="csY185" fmla="*/ 278994 h 544133"/>
                <a:gd name="csX186" fmla="*/ 138064 w 257973"/>
                <a:gd name="csY186" fmla="*/ 278038 h 544133"/>
                <a:gd name="csX187" fmla="*/ 135197 w 257973"/>
                <a:gd name="csY187" fmla="*/ 278038 h 544133"/>
                <a:gd name="csX188" fmla="*/ 134242 w 257973"/>
                <a:gd name="csY188" fmla="*/ 276128 h 544133"/>
                <a:gd name="csX189" fmla="*/ 133764 w 257973"/>
                <a:gd name="csY189" fmla="*/ 276605 h 544133"/>
                <a:gd name="csX190" fmla="*/ 134242 w 257973"/>
                <a:gd name="csY190" fmla="*/ 278516 h 544133"/>
                <a:gd name="csX191" fmla="*/ 134720 w 257973"/>
                <a:gd name="csY191" fmla="*/ 279949 h 544133"/>
                <a:gd name="csX192" fmla="*/ 135675 w 257973"/>
                <a:gd name="csY192" fmla="*/ 282816 h 544133"/>
                <a:gd name="csX193" fmla="*/ 134720 w 257973"/>
                <a:gd name="csY193" fmla="*/ 284249 h 544133"/>
                <a:gd name="csX194" fmla="*/ 134242 w 257973"/>
                <a:gd name="csY194" fmla="*/ 285204 h 544133"/>
                <a:gd name="csX195" fmla="*/ 134720 w 257973"/>
                <a:gd name="csY195" fmla="*/ 285682 h 544133"/>
                <a:gd name="csX196" fmla="*/ 136153 w 257973"/>
                <a:gd name="csY196" fmla="*/ 286638 h 544133"/>
                <a:gd name="csX197" fmla="*/ 136631 w 257973"/>
                <a:gd name="csY197" fmla="*/ 287593 h 544133"/>
                <a:gd name="csX198" fmla="*/ 135197 w 257973"/>
                <a:gd name="csY198" fmla="*/ 288071 h 544133"/>
                <a:gd name="csX199" fmla="*/ 132809 w 257973"/>
                <a:gd name="csY199" fmla="*/ 291415 h 544133"/>
                <a:gd name="csX200" fmla="*/ 130420 w 257973"/>
                <a:gd name="csY200" fmla="*/ 291415 h 544133"/>
                <a:gd name="csX201" fmla="*/ 128987 w 257973"/>
                <a:gd name="csY201" fmla="*/ 293326 h 544133"/>
                <a:gd name="csX202" fmla="*/ 127554 w 257973"/>
                <a:gd name="csY202" fmla="*/ 293326 h 544133"/>
                <a:gd name="csX203" fmla="*/ 126598 w 257973"/>
                <a:gd name="csY203" fmla="*/ 291893 h 544133"/>
                <a:gd name="csX204" fmla="*/ 124210 w 257973"/>
                <a:gd name="csY204" fmla="*/ 290937 h 544133"/>
                <a:gd name="csX205" fmla="*/ 123732 w 257973"/>
                <a:gd name="csY205" fmla="*/ 292848 h 544133"/>
                <a:gd name="csX206" fmla="*/ 123732 w 257973"/>
                <a:gd name="csY206" fmla="*/ 294281 h 544133"/>
                <a:gd name="csX207" fmla="*/ 124688 w 257973"/>
                <a:gd name="csY207" fmla="*/ 297625 h 544133"/>
                <a:gd name="csX208" fmla="*/ 127076 w 257973"/>
                <a:gd name="csY208" fmla="*/ 300492 h 544133"/>
                <a:gd name="csX209" fmla="*/ 128987 w 257973"/>
                <a:gd name="csY209" fmla="*/ 301925 h 544133"/>
                <a:gd name="csX210" fmla="*/ 127554 w 257973"/>
                <a:gd name="csY210" fmla="*/ 302403 h 544133"/>
                <a:gd name="csX211" fmla="*/ 126598 w 257973"/>
                <a:gd name="csY211" fmla="*/ 304314 h 544133"/>
                <a:gd name="csX212" fmla="*/ 125165 w 257973"/>
                <a:gd name="csY212" fmla="*/ 310046 h 544133"/>
                <a:gd name="csX213" fmla="*/ 124688 w 257973"/>
                <a:gd name="csY213" fmla="*/ 311957 h 544133"/>
                <a:gd name="csX214" fmla="*/ 123732 w 257973"/>
                <a:gd name="csY214" fmla="*/ 316257 h 544133"/>
                <a:gd name="csX215" fmla="*/ 124210 w 257973"/>
                <a:gd name="csY215" fmla="*/ 319123 h 544133"/>
                <a:gd name="csX216" fmla="*/ 124688 w 257973"/>
                <a:gd name="csY216" fmla="*/ 321034 h 544133"/>
                <a:gd name="csX217" fmla="*/ 125643 w 257973"/>
                <a:gd name="csY217" fmla="*/ 322945 h 544133"/>
                <a:gd name="csX218" fmla="*/ 122777 w 257973"/>
                <a:gd name="csY218" fmla="*/ 322945 h 544133"/>
                <a:gd name="csX219" fmla="*/ 120388 w 257973"/>
                <a:gd name="csY219" fmla="*/ 321512 h 544133"/>
                <a:gd name="csX220" fmla="*/ 120388 w 257973"/>
                <a:gd name="csY220" fmla="*/ 323901 h 544133"/>
                <a:gd name="csX221" fmla="*/ 118955 w 257973"/>
                <a:gd name="csY221" fmla="*/ 327245 h 544133"/>
                <a:gd name="csX222" fmla="*/ 118955 w 257973"/>
                <a:gd name="csY222" fmla="*/ 330111 h 544133"/>
                <a:gd name="csX223" fmla="*/ 119432 w 257973"/>
                <a:gd name="csY223" fmla="*/ 331544 h 544133"/>
                <a:gd name="csX224" fmla="*/ 118955 w 257973"/>
                <a:gd name="csY224" fmla="*/ 334411 h 544133"/>
                <a:gd name="csX225" fmla="*/ 119910 w 257973"/>
                <a:gd name="csY225" fmla="*/ 335366 h 544133"/>
                <a:gd name="csX226" fmla="*/ 120388 w 257973"/>
                <a:gd name="csY226" fmla="*/ 337277 h 544133"/>
                <a:gd name="csX227" fmla="*/ 119432 w 257973"/>
                <a:gd name="csY227" fmla="*/ 338710 h 544133"/>
                <a:gd name="csX228" fmla="*/ 119910 w 257973"/>
                <a:gd name="csY228" fmla="*/ 339666 h 544133"/>
                <a:gd name="csX229" fmla="*/ 119910 w 257973"/>
                <a:gd name="csY229" fmla="*/ 343487 h 544133"/>
                <a:gd name="csX230" fmla="*/ 120388 w 257973"/>
                <a:gd name="csY230" fmla="*/ 349698 h 544133"/>
                <a:gd name="csX231" fmla="*/ 120388 w 257973"/>
                <a:gd name="csY231" fmla="*/ 350653 h 544133"/>
                <a:gd name="csX232" fmla="*/ 121821 w 257973"/>
                <a:gd name="csY232" fmla="*/ 355908 h 544133"/>
                <a:gd name="csX233" fmla="*/ 121343 w 257973"/>
                <a:gd name="csY233" fmla="*/ 357819 h 544133"/>
                <a:gd name="csX234" fmla="*/ 121343 w 257973"/>
                <a:gd name="csY234" fmla="*/ 360208 h 544133"/>
                <a:gd name="csX235" fmla="*/ 123254 w 257973"/>
                <a:gd name="csY235" fmla="*/ 362119 h 544133"/>
                <a:gd name="csX236" fmla="*/ 125165 w 257973"/>
                <a:gd name="csY236" fmla="*/ 362119 h 544133"/>
                <a:gd name="csX237" fmla="*/ 127076 w 257973"/>
                <a:gd name="csY237" fmla="*/ 362119 h 544133"/>
                <a:gd name="csX238" fmla="*/ 128031 w 257973"/>
                <a:gd name="csY238" fmla="*/ 363074 h 544133"/>
                <a:gd name="csX239" fmla="*/ 128987 w 257973"/>
                <a:gd name="csY239" fmla="*/ 364508 h 544133"/>
                <a:gd name="csX240" fmla="*/ 129465 w 257973"/>
                <a:gd name="csY240" fmla="*/ 366418 h 544133"/>
                <a:gd name="csX241" fmla="*/ 130898 w 257973"/>
                <a:gd name="csY241" fmla="*/ 365941 h 544133"/>
                <a:gd name="csX242" fmla="*/ 133287 w 257973"/>
                <a:gd name="csY242" fmla="*/ 364508 h 544133"/>
                <a:gd name="csX243" fmla="*/ 135197 w 257973"/>
                <a:gd name="csY243" fmla="*/ 364030 h 544133"/>
                <a:gd name="csX244" fmla="*/ 136153 w 257973"/>
                <a:gd name="csY244" fmla="*/ 366896 h 544133"/>
                <a:gd name="csX245" fmla="*/ 139497 w 257973"/>
                <a:gd name="csY245" fmla="*/ 370718 h 544133"/>
                <a:gd name="csX246" fmla="*/ 140930 w 257973"/>
                <a:gd name="csY246" fmla="*/ 372629 h 544133"/>
                <a:gd name="csX247" fmla="*/ 143797 w 257973"/>
                <a:gd name="csY247" fmla="*/ 373584 h 544133"/>
                <a:gd name="csX248" fmla="*/ 147141 w 257973"/>
                <a:gd name="csY248" fmla="*/ 376451 h 544133"/>
                <a:gd name="csX249" fmla="*/ 146663 w 257973"/>
                <a:gd name="csY249" fmla="*/ 380273 h 544133"/>
                <a:gd name="csX250" fmla="*/ 148096 w 257973"/>
                <a:gd name="csY250" fmla="*/ 381706 h 544133"/>
                <a:gd name="csX251" fmla="*/ 151440 w 257973"/>
                <a:gd name="csY251" fmla="*/ 383139 h 544133"/>
                <a:gd name="csX252" fmla="*/ 152873 w 257973"/>
                <a:gd name="csY252" fmla="*/ 385050 h 544133"/>
                <a:gd name="csX253" fmla="*/ 153351 w 257973"/>
                <a:gd name="csY253" fmla="*/ 386483 h 544133"/>
                <a:gd name="csX254" fmla="*/ 154784 w 257973"/>
                <a:gd name="csY254" fmla="*/ 387916 h 544133"/>
                <a:gd name="csX255" fmla="*/ 155740 w 257973"/>
                <a:gd name="csY255" fmla="*/ 392216 h 544133"/>
                <a:gd name="csX256" fmla="*/ 155262 w 257973"/>
                <a:gd name="csY256" fmla="*/ 394605 h 544133"/>
                <a:gd name="csX257" fmla="*/ 153829 w 257973"/>
                <a:gd name="csY257" fmla="*/ 395560 h 544133"/>
                <a:gd name="csX258" fmla="*/ 150485 w 257973"/>
                <a:gd name="csY258" fmla="*/ 398426 h 544133"/>
                <a:gd name="csX259" fmla="*/ 148574 w 257973"/>
                <a:gd name="csY259" fmla="*/ 400337 h 544133"/>
                <a:gd name="csX260" fmla="*/ 147619 w 257973"/>
                <a:gd name="csY260" fmla="*/ 401771 h 544133"/>
                <a:gd name="csX261" fmla="*/ 143797 w 257973"/>
                <a:gd name="csY261" fmla="*/ 404159 h 544133"/>
                <a:gd name="csX262" fmla="*/ 142841 w 257973"/>
                <a:gd name="csY262" fmla="*/ 404637 h 544133"/>
                <a:gd name="csX263" fmla="*/ 141408 w 257973"/>
                <a:gd name="csY263" fmla="*/ 406070 h 544133"/>
                <a:gd name="csX264" fmla="*/ 140453 w 257973"/>
                <a:gd name="csY264" fmla="*/ 406548 h 544133"/>
                <a:gd name="csX265" fmla="*/ 139497 w 257973"/>
                <a:gd name="csY265" fmla="*/ 406548 h 544133"/>
                <a:gd name="csX266" fmla="*/ 135197 w 257973"/>
                <a:gd name="csY266" fmla="*/ 408936 h 544133"/>
                <a:gd name="csX267" fmla="*/ 132809 w 257973"/>
                <a:gd name="csY267" fmla="*/ 407981 h 544133"/>
                <a:gd name="csX268" fmla="*/ 131376 w 257973"/>
                <a:gd name="csY268" fmla="*/ 407025 h 544133"/>
                <a:gd name="csX269" fmla="*/ 132331 w 257973"/>
                <a:gd name="csY269" fmla="*/ 401771 h 544133"/>
                <a:gd name="csX270" fmla="*/ 131854 w 257973"/>
                <a:gd name="csY270" fmla="*/ 400337 h 544133"/>
                <a:gd name="csX271" fmla="*/ 131376 w 257973"/>
                <a:gd name="csY271" fmla="*/ 399382 h 544133"/>
                <a:gd name="csX272" fmla="*/ 129465 w 257973"/>
                <a:gd name="csY272" fmla="*/ 400337 h 544133"/>
                <a:gd name="csX273" fmla="*/ 129942 w 257973"/>
                <a:gd name="csY273" fmla="*/ 402248 h 544133"/>
                <a:gd name="csX274" fmla="*/ 126598 w 257973"/>
                <a:gd name="csY274" fmla="*/ 402248 h 544133"/>
                <a:gd name="csX275" fmla="*/ 124210 w 257973"/>
                <a:gd name="csY275" fmla="*/ 400815 h 544133"/>
                <a:gd name="csX276" fmla="*/ 123732 w 257973"/>
                <a:gd name="csY276" fmla="*/ 404159 h 544133"/>
                <a:gd name="csX277" fmla="*/ 117522 w 257973"/>
                <a:gd name="csY277" fmla="*/ 401293 h 544133"/>
                <a:gd name="csX278" fmla="*/ 115611 w 257973"/>
                <a:gd name="csY278" fmla="*/ 402248 h 544133"/>
                <a:gd name="csX279" fmla="*/ 113222 w 257973"/>
                <a:gd name="csY279" fmla="*/ 400815 h 544133"/>
                <a:gd name="csX280" fmla="*/ 111311 w 257973"/>
                <a:gd name="csY280" fmla="*/ 402248 h 544133"/>
                <a:gd name="csX281" fmla="*/ 109400 w 257973"/>
                <a:gd name="csY281" fmla="*/ 401771 h 544133"/>
                <a:gd name="csX282" fmla="*/ 107967 w 257973"/>
                <a:gd name="csY282" fmla="*/ 399859 h 544133"/>
                <a:gd name="csX283" fmla="*/ 105578 w 257973"/>
                <a:gd name="csY283" fmla="*/ 403204 h 544133"/>
                <a:gd name="csX284" fmla="*/ 101279 w 257973"/>
                <a:gd name="csY284" fmla="*/ 404159 h 544133"/>
                <a:gd name="csX285" fmla="*/ 97457 w 257973"/>
                <a:gd name="csY285" fmla="*/ 404637 h 544133"/>
                <a:gd name="csX286" fmla="*/ 99368 w 257973"/>
                <a:gd name="csY286" fmla="*/ 405592 h 544133"/>
                <a:gd name="csX287" fmla="*/ 108445 w 257973"/>
                <a:gd name="csY287" fmla="*/ 405592 h 544133"/>
                <a:gd name="csX288" fmla="*/ 111311 w 257973"/>
                <a:gd name="csY288" fmla="*/ 406548 h 544133"/>
                <a:gd name="csX289" fmla="*/ 114655 w 257973"/>
                <a:gd name="csY289" fmla="*/ 405592 h 544133"/>
                <a:gd name="csX290" fmla="*/ 117522 w 257973"/>
                <a:gd name="csY290" fmla="*/ 408459 h 544133"/>
                <a:gd name="csX291" fmla="*/ 119910 w 257973"/>
                <a:gd name="csY291" fmla="*/ 408936 h 544133"/>
                <a:gd name="csX292" fmla="*/ 122299 w 257973"/>
                <a:gd name="csY292" fmla="*/ 411803 h 544133"/>
                <a:gd name="csX293" fmla="*/ 123732 w 257973"/>
                <a:gd name="csY293" fmla="*/ 411325 h 544133"/>
                <a:gd name="csX294" fmla="*/ 125643 w 257973"/>
                <a:gd name="csY294" fmla="*/ 411325 h 544133"/>
                <a:gd name="csX295" fmla="*/ 127554 w 257973"/>
                <a:gd name="csY295" fmla="*/ 412280 h 544133"/>
                <a:gd name="csX296" fmla="*/ 133764 w 257973"/>
                <a:gd name="csY296" fmla="*/ 412280 h 544133"/>
                <a:gd name="csX297" fmla="*/ 135675 w 257973"/>
                <a:gd name="csY297" fmla="*/ 409892 h 544133"/>
                <a:gd name="csX298" fmla="*/ 138542 w 257973"/>
                <a:gd name="csY298" fmla="*/ 410370 h 544133"/>
                <a:gd name="csX299" fmla="*/ 140453 w 257973"/>
                <a:gd name="csY299" fmla="*/ 409892 h 544133"/>
                <a:gd name="csX300" fmla="*/ 141408 w 257973"/>
                <a:gd name="csY300" fmla="*/ 408459 h 544133"/>
                <a:gd name="csX301" fmla="*/ 142841 w 257973"/>
                <a:gd name="csY301" fmla="*/ 408459 h 544133"/>
                <a:gd name="csX302" fmla="*/ 143797 w 257973"/>
                <a:gd name="csY302" fmla="*/ 408459 h 544133"/>
                <a:gd name="csX303" fmla="*/ 145230 w 257973"/>
                <a:gd name="csY303" fmla="*/ 407503 h 544133"/>
                <a:gd name="csX304" fmla="*/ 146185 w 257973"/>
                <a:gd name="csY304" fmla="*/ 407025 h 544133"/>
                <a:gd name="csX305" fmla="*/ 147141 w 257973"/>
                <a:gd name="csY305" fmla="*/ 407503 h 544133"/>
                <a:gd name="csX306" fmla="*/ 148096 w 257973"/>
                <a:gd name="csY306" fmla="*/ 409892 h 544133"/>
                <a:gd name="csX307" fmla="*/ 145707 w 257973"/>
                <a:gd name="csY307" fmla="*/ 411325 h 544133"/>
                <a:gd name="csX308" fmla="*/ 144274 w 257973"/>
                <a:gd name="csY308" fmla="*/ 411325 h 544133"/>
                <a:gd name="csX309" fmla="*/ 143319 w 257973"/>
                <a:gd name="csY309" fmla="*/ 415147 h 544133"/>
                <a:gd name="csX310" fmla="*/ 142363 w 257973"/>
                <a:gd name="csY310" fmla="*/ 417058 h 544133"/>
                <a:gd name="csX311" fmla="*/ 141886 w 257973"/>
                <a:gd name="csY311" fmla="*/ 418013 h 544133"/>
                <a:gd name="csX312" fmla="*/ 138064 w 257973"/>
                <a:gd name="csY312" fmla="*/ 419446 h 544133"/>
                <a:gd name="csX313" fmla="*/ 135675 w 257973"/>
                <a:gd name="csY313" fmla="*/ 421357 h 544133"/>
                <a:gd name="csX314" fmla="*/ 132809 w 257973"/>
                <a:gd name="csY314" fmla="*/ 423268 h 544133"/>
                <a:gd name="csX315" fmla="*/ 131376 w 257973"/>
                <a:gd name="csY315" fmla="*/ 422791 h 544133"/>
                <a:gd name="csX316" fmla="*/ 129465 w 257973"/>
                <a:gd name="csY316" fmla="*/ 424701 h 544133"/>
                <a:gd name="csX317" fmla="*/ 125165 w 257973"/>
                <a:gd name="csY317" fmla="*/ 426612 h 544133"/>
                <a:gd name="csX318" fmla="*/ 123254 w 257973"/>
                <a:gd name="csY318" fmla="*/ 429479 h 544133"/>
                <a:gd name="csX319" fmla="*/ 118477 w 257973"/>
                <a:gd name="csY319" fmla="*/ 431867 h 544133"/>
                <a:gd name="csX320" fmla="*/ 115611 w 257973"/>
                <a:gd name="csY320" fmla="*/ 433778 h 544133"/>
                <a:gd name="csX321" fmla="*/ 108922 w 257973"/>
                <a:gd name="csY321" fmla="*/ 433778 h 544133"/>
                <a:gd name="csX322" fmla="*/ 102712 w 257973"/>
                <a:gd name="csY322" fmla="*/ 433301 h 544133"/>
                <a:gd name="csX323" fmla="*/ 100801 w 257973"/>
                <a:gd name="csY323" fmla="*/ 434256 h 544133"/>
                <a:gd name="csX324" fmla="*/ 102712 w 257973"/>
                <a:gd name="csY324" fmla="*/ 434734 h 544133"/>
                <a:gd name="csX325" fmla="*/ 104145 w 257973"/>
                <a:gd name="csY325" fmla="*/ 435689 h 544133"/>
                <a:gd name="csX326" fmla="*/ 106056 w 257973"/>
                <a:gd name="csY326" fmla="*/ 435212 h 544133"/>
                <a:gd name="csX327" fmla="*/ 109878 w 257973"/>
                <a:gd name="csY327" fmla="*/ 435689 h 544133"/>
                <a:gd name="csX328" fmla="*/ 111789 w 257973"/>
                <a:gd name="csY328" fmla="*/ 436167 h 544133"/>
                <a:gd name="csX329" fmla="*/ 114655 w 257973"/>
                <a:gd name="csY329" fmla="*/ 439511 h 544133"/>
                <a:gd name="csX330" fmla="*/ 112744 w 257973"/>
                <a:gd name="csY330" fmla="*/ 440466 h 544133"/>
                <a:gd name="csX331" fmla="*/ 109400 w 257973"/>
                <a:gd name="csY331" fmla="*/ 441422 h 544133"/>
                <a:gd name="csX332" fmla="*/ 110833 w 257973"/>
                <a:gd name="csY332" fmla="*/ 446199 h 544133"/>
                <a:gd name="csX333" fmla="*/ 111789 w 257973"/>
                <a:gd name="csY333" fmla="*/ 449066 h 544133"/>
                <a:gd name="csX334" fmla="*/ 110356 w 257973"/>
                <a:gd name="csY334" fmla="*/ 450977 h 544133"/>
                <a:gd name="csX335" fmla="*/ 110356 w 257973"/>
                <a:gd name="csY335" fmla="*/ 459098 h 544133"/>
                <a:gd name="csX336" fmla="*/ 108445 w 257973"/>
                <a:gd name="csY336" fmla="*/ 459576 h 544133"/>
                <a:gd name="csX337" fmla="*/ 107489 w 257973"/>
                <a:gd name="csY337" fmla="*/ 462920 h 544133"/>
                <a:gd name="csX338" fmla="*/ 107967 w 257973"/>
                <a:gd name="csY338" fmla="*/ 464353 h 544133"/>
                <a:gd name="csX339" fmla="*/ 107967 w 257973"/>
                <a:gd name="csY339" fmla="*/ 468653 h 544133"/>
                <a:gd name="csX340" fmla="*/ 108445 w 257973"/>
                <a:gd name="csY340" fmla="*/ 471041 h 544133"/>
                <a:gd name="csX341" fmla="*/ 109400 w 257973"/>
                <a:gd name="csY341" fmla="*/ 473430 h 544133"/>
                <a:gd name="csX342" fmla="*/ 108922 w 257973"/>
                <a:gd name="csY342" fmla="*/ 475819 h 544133"/>
                <a:gd name="csX343" fmla="*/ 106056 w 257973"/>
                <a:gd name="csY343" fmla="*/ 481551 h 544133"/>
                <a:gd name="csX344" fmla="*/ 106056 w 257973"/>
                <a:gd name="csY344" fmla="*/ 483940 h 544133"/>
                <a:gd name="csX345" fmla="*/ 106534 w 257973"/>
                <a:gd name="csY345" fmla="*/ 485373 h 544133"/>
                <a:gd name="csX346" fmla="*/ 107012 w 257973"/>
                <a:gd name="csY346" fmla="*/ 487762 h 544133"/>
                <a:gd name="csX347" fmla="*/ 105578 w 257973"/>
                <a:gd name="csY347" fmla="*/ 492539 h 544133"/>
                <a:gd name="csX348" fmla="*/ 104623 w 257973"/>
                <a:gd name="csY348" fmla="*/ 496361 h 544133"/>
                <a:gd name="csX349" fmla="*/ 103190 w 257973"/>
                <a:gd name="csY349" fmla="*/ 499705 h 544133"/>
                <a:gd name="csX350" fmla="*/ 100801 w 257973"/>
                <a:gd name="csY350" fmla="*/ 504005 h 544133"/>
                <a:gd name="csX351" fmla="*/ 99368 w 257973"/>
                <a:gd name="csY351" fmla="*/ 506871 h 544133"/>
                <a:gd name="csX352" fmla="*/ 96501 w 257973"/>
                <a:gd name="csY352" fmla="*/ 515948 h 544133"/>
                <a:gd name="csX353" fmla="*/ 94590 w 257973"/>
                <a:gd name="csY353" fmla="*/ 517859 h 544133"/>
                <a:gd name="csX354" fmla="*/ 93157 w 257973"/>
                <a:gd name="csY354" fmla="*/ 518814 h 544133"/>
                <a:gd name="csX355" fmla="*/ 90769 w 257973"/>
                <a:gd name="csY355" fmla="*/ 517859 h 544133"/>
                <a:gd name="csX356" fmla="*/ 88858 w 257973"/>
                <a:gd name="csY356" fmla="*/ 516903 h 544133"/>
                <a:gd name="csX357" fmla="*/ 86469 w 257973"/>
                <a:gd name="csY357" fmla="*/ 517381 h 544133"/>
                <a:gd name="csX358" fmla="*/ 83125 w 257973"/>
                <a:gd name="csY358" fmla="*/ 518336 h 544133"/>
                <a:gd name="csX359" fmla="*/ 77392 w 257973"/>
                <a:gd name="csY359" fmla="*/ 517381 h 544133"/>
                <a:gd name="csX360" fmla="*/ 72137 w 257973"/>
                <a:gd name="csY360" fmla="*/ 517859 h 544133"/>
                <a:gd name="csX361" fmla="*/ 70704 w 257973"/>
                <a:gd name="csY361" fmla="*/ 518814 h 544133"/>
                <a:gd name="csX362" fmla="*/ 71659 w 257973"/>
                <a:gd name="csY362" fmla="*/ 522158 h 544133"/>
                <a:gd name="csX363" fmla="*/ 69749 w 257973"/>
                <a:gd name="csY363" fmla="*/ 522636 h 544133"/>
                <a:gd name="csX364" fmla="*/ 67838 w 257973"/>
                <a:gd name="csY364" fmla="*/ 521680 h 544133"/>
                <a:gd name="csX365" fmla="*/ 65927 w 257973"/>
                <a:gd name="csY365" fmla="*/ 522636 h 544133"/>
                <a:gd name="csX366" fmla="*/ 64493 w 257973"/>
                <a:gd name="csY366" fmla="*/ 524069 h 544133"/>
                <a:gd name="csX367" fmla="*/ 62105 w 257973"/>
                <a:gd name="csY367" fmla="*/ 526936 h 544133"/>
                <a:gd name="csX368" fmla="*/ 61149 w 257973"/>
                <a:gd name="csY368" fmla="*/ 528369 h 544133"/>
                <a:gd name="csX369" fmla="*/ 60672 w 257973"/>
                <a:gd name="csY369" fmla="*/ 531713 h 544133"/>
                <a:gd name="csX370" fmla="*/ 62105 w 257973"/>
                <a:gd name="csY370" fmla="*/ 535057 h 544133"/>
                <a:gd name="csX371" fmla="*/ 63538 w 257973"/>
                <a:gd name="csY371" fmla="*/ 538401 h 544133"/>
                <a:gd name="csX372" fmla="*/ 60194 w 257973"/>
                <a:gd name="csY372" fmla="*/ 542701 h 544133"/>
                <a:gd name="csX373" fmla="*/ 58283 w 257973"/>
                <a:gd name="csY373" fmla="*/ 542701 h 544133"/>
                <a:gd name="csX374" fmla="*/ 53028 w 257973"/>
                <a:gd name="csY374" fmla="*/ 541745 h 544133"/>
                <a:gd name="csX375" fmla="*/ 43474 w 257973"/>
                <a:gd name="csY375" fmla="*/ 544134 h 544133"/>
                <a:gd name="csX376" fmla="*/ 34874 w 257973"/>
                <a:gd name="csY376" fmla="*/ 542223 h 544133"/>
                <a:gd name="csX377" fmla="*/ 35830 w 257973"/>
                <a:gd name="csY377" fmla="*/ 539834 h 544133"/>
                <a:gd name="csX378" fmla="*/ 35830 w 257973"/>
                <a:gd name="csY378" fmla="*/ 537923 h 544133"/>
                <a:gd name="csX379" fmla="*/ 36308 w 257973"/>
                <a:gd name="csY379" fmla="*/ 535535 h 544133"/>
                <a:gd name="csX380" fmla="*/ 36308 w 257973"/>
                <a:gd name="csY380" fmla="*/ 533146 h 544133"/>
                <a:gd name="csX381" fmla="*/ 36308 w 257973"/>
                <a:gd name="csY381" fmla="*/ 531235 h 544133"/>
                <a:gd name="csX382" fmla="*/ 35830 w 257973"/>
                <a:gd name="csY382" fmla="*/ 529324 h 544133"/>
                <a:gd name="csX383" fmla="*/ 33441 w 257973"/>
                <a:gd name="csY383" fmla="*/ 526936 h 544133"/>
                <a:gd name="csX384" fmla="*/ 28664 w 257973"/>
                <a:gd name="csY384" fmla="*/ 518814 h 544133"/>
                <a:gd name="csX385" fmla="*/ 27231 w 257973"/>
                <a:gd name="csY385" fmla="*/ 514992 h 544133"/>
                <a:gd name="csX386" fmla="*/ 26275 w 257973"/>
                <a:gd name="csY386" fmla="*/ 513559 h 544133"/>
                <a:gd name="csX387" fmla="*/ 27231 w 257973"/>
                <a:gd name="csY387" fmla="*/ 513559 h 544133"/>
                <a:gd name="csX388" fmla="*/ 31052 w 257973"/>
                <a:gd name="csY388" fmla="*/ 515470 h 544133"/>
                <a:gd name="csX389" fmla="*/ 32008 w 257973"/>
                <a:gd name="csY389" fmla="*/ 514992 h 544133"/>
                <a:gd name="csX390" fmla="*/ 32963 w 257973"/>
                <a:gd name="csY390" fmla="*/ 514515 h 544133"/>
                <a:gd name="csX391" fmla="*/ 32008 w 257973"/>
                <a:gd name="csY391" fmla="*/ 511648 h 544133"/>
                <a:gd name="csX392" fmla="*/ 30575 w 257973"/>
                <a:gd name="csY392" fmla="*/ 510693 h 544133"/>
                <a:gd name="csX393" fmla="*/ 30097 w 257973"/>
                <a:gd name="csY393" fmla="*/ 508782 h 544133"/>
                <a:gd name="csX394" fmla="*/ 32486 w 257973"/>
                <a:gd name="csY394" fmla="*/ 508304 h 544133"/>
                <a:gd name="csX395" fmla="*/ 33919 w 257973"/>
                <a:gd name="csY395" fmla="*/ 508304 h 544133"/>
                <a:gd name="csX396" fmla="*/ 35352 w 257973"/>
                <a:gd name="csY396" fmla="*/ 506393 h 544133"/>
                <a:gd name="csX397" fmla="*/ 34397 w 257973"/>
                <a:gd name="csY397" fmla="*/ 503049 h 544133"/>
                <a:gd name="csX398" fmla="*/ 32963 w 257973"/>
                <a:gd name="csY398" fmla="*/ 502094 h 544133"/>
                <a:gd name="csX399" fmla="*/ 31530 w 257973"/>
                <a:gd name="csY399" fmla="*/ 501616 h 544133"/>
                <a:gd name="csX400" fmla="*/ 28186 w 257973"/>
                <a:gd name="csY400" fmla="*/ 495883 h 544133"/>
                <a:gd name="csX401" fmla="*/ 25320 w 257973"/>
                <a:gd name="csY401" fmla="*/ 493494 h 544133"/>
                <a:gd name="csX402" fmla="*/ 20065 w 257973"/>
                <a:gd name="csY402" fmla="*/ 482507 h 544133"/>
                <a:gd name="csX403" fmla="*/ 18154 w 257973"/>
                <a:gd name="csY403" fmla="*/ 475341 h 544133"/>
                <a:gd name="csX404" fmla="*/ 16243 w 257973"/>
                <a:gd name="csY404" fmla="*/ 475819 h 544133"/>
                <a:gd name="csX405" fmla="*/ 15287 w 257973"/>
                <a:gd name="csY405" fmla="*/ 472474 h 544133"/>
                <a:gd name="csX406" fmla="*/ 14810 w 257973"/>
                <a:gd name="csY406" fmla="*/ 469608 h 544133"/>
                <a:gd name="csX407" fmla="*/ 14810 w 257973"/>
                <a:gd name="csY407" fmla="*/ 467219 h 544133"/>
                <a:gd name="csX408" fmla="*/ 11943 w 257973"/>
                <a:gd name="csY408" fmla="*/ 466264 h 544133"/>
                <a:gd name="csX409" fmla="*/ 11466 w 257973"/>
                <a:gd name="csY409" fmla="*/ 464353 h 544133"/>
                <a:gd name="csX410" fmla="*/ 10988 w 257973"/>
                <a:gd name="csY410" fmla="*/ 457187 h 544133"/>
                <a:gd name="csX411" fmla="*/ 8121 w 257973"/>
                <a:gd name="csY411" fmla="*/ 456232 h 544133"/>
                <a:gd name="csX412" fmla="*/ 6210 w 257973"/>
                <a:gd name="csY412" fmla="*/ 452410 h 544133"/>
                <a:gd name="csX413" fmla="*/ 5733 w 257973"/>
                <a:gd name="csY413" fmla="*/ 444766 h 544133"/>
                <a:gd name="csX414" fmla="*/ 3822 w 257973"/>
                <a:gd name="csY414" fmla="*/ 443333 h 544133"/>
                <a:gd name="csX415" fmla="*/ 1911 w 257973"/>
                <a:gd name="csY415" fmla="*/ 443811 h 544133"/>
                <a:gd name="csX416" fmla="*/ 2389 w 257973"/>
                <a:gd name="csY416" fmla="*/ 441900 h 544133"/>
                <a:gd name="csX417" fmla="*/ 2867 w 257973"/>
                <a:gd name="csY417" fmla="*/ 439989 h 544133"/>
                <a:gd name="csX418" fmla="*/ 1911 w 257973"/>
                <a:gd name="csY418" fmla="*/ 432823 h 544133"/>
                <a:gd name="csX419" fmla="*/ 1433 w 257973"/>
                <a:gd name="csY419" fmla="*/ 426135 h 544133"/>
                <a:gd name="csX420" fmla="*/ 478 w 257973"/>
                <a:gd name="csY420" fmla="*/ 424224 h 544133"/>
                <a:gd name="csX421" fmla="*/ 0 w 257973"/>
                <a:gd name="csY421" fmla="*/ 421835 h 544133"/>
                <a:gd name="csX422" fmla="*/ 478 w 257973"/>
                <a:gd name="csY422" fmla="*/ 419924 h 544133"/>
                <a:gd name="csX423" fmla="*/ 956 w 257973"/>
                <a:gd name="csY423" fmla="*/ 418969 h 544133"/>
                <a:gd name="csX424" fmla="*/ 2867 w 257973"/>
                <a:gd name="csY424" fmla="*/ 418491 h 544133"/>
                <a:gd name="csX425" fmla="*/ 4777 w 257973"/>
                <a:gd name="csY425" fmla="*/ 420402 h 544133"/>
                <a:gd name="csX426" fmla="*/ 6688 w 257973"/>
                <a:gd name="csY426" fmla="*/ 424701 h 544133"/>
                <a:gd name="csX427" fmla="*/ 8121 w 257973"/>
                <a:gd name="csY427" fmla="*/ 425657 h 544133"/>
                <a:gd name="csX428" fmla="*/ 8121 w 257973"/>
                <a:gd name="csY428" fmla="*/ 425179 h 544133"/>
                <a:gd name="csX429" fmla="*/ 10032 w 257973"/>
                <a:gd name="csY429" fmla="*/ 424224 h 544133"/>
                <a:gd name="csX430" fmla="*/ 11466 w 257973"/>
                <a:gd name="csY430" fmla="*/ 420880 h 544133"/>
                <a:gd name="csX431" fmla="*/ 11943 w 257973"/>
                <a:gd name="csY431" fmla="*/ 416102 h 544133"/>
                <a:gd name="csX432" fmla="*/ 12899 w 257973"/>
                <a:gd name="csY432" fmla="*/ 411325 h 544133"/>
                <a:gd name="csX433" fmla="*/ 11943 w 257973"/>
                <a:gd name="csY433" fmla="*/ 406548 h 544133"/>
                <a:gd name="csX434" fmla="*/ 10988 w 257973"/>
                <a:gd name="csY434" fmla="*/ 401771 h 544133"/>
                <a:gd name="csX435" fmla="*/ 10510 w 257973"/>
                <a:gd name="csY435" fmla="*/ 400815 h 544133"/>
                <a:gd name="csX436" fmla="*/ 13854 w 257973"/>
                <a:gd name="csY436" fmla="*/ 396993 h 544133"/>
                <a:gd name="csX437" fmla="*/ 14810 w 257973"/>
                <a:gd name="csY437" fmla="*/ 393649 h 544133"/>
                <a:gd name="csX438" fmla="*/ 15765 w 257973"/>
                <a:gd name="csY438" fmla="*/ 390783 h 544133"/>
                <a:gd name="csX439" fmla="*/ 16721 w 257973"/>
                <a:gd name="csY439" fmla="*/ 389827 h 544133"/>
                <a:gd name="csX440" fmla="*/ 16721 w 257973"/>
                <a:gd name="csY440" fmla="*/ 389827 h 544133"/>
                <a:gd name="csX441" fmla="*/ 18632 w 257973"/>
                <a:gd name="csY441" fmla="*/ 389350 h 544133"/>
                <a:gd name="csX442" fmla="*/ 20542 w 257973"/>
                <a:gd name="csY442" fmla="*/ 388872 h 544133"/>
                <a:gd name="csX443" fmla="*/ 22931 w 257973"/>
                <a:gd name="csY443" fmla="*/ 386961 h 544133"/>
                <a:gd name="csX444" fmla="*/ 24842 w 257973"/>
                <a:gd name="csY444" fmla="*/ 384572 h 544133"/>
                <a:gd name="csX445" fmla="*/ 26753 w 257973"/>
                <a:gd name="csY445" fmla="*/ 382184 h 544133"/>
                <a:gd name="csX446" fmla="*/ 27231 w 257973"/>
                <a:gd name="csY446" fmla="*/ 377406 h 544133"/>
                <a:gd name="csX447" fmla="*/ 27231 w 257973"/>
                <a:gd name="csY447" fmla="*/ 374540 h 544133"/>
                <a:gd name="csX448" fmla="*/ 28186 w 257973"/>
                <a:gd name="csY448" fmla="*/ 373107 h 544133"/>
                <a:gd name="csX449" fmla="*/ 28664 w 257973"/>
                <a:gd name="csY449" fmla="*/ 369285 h 544133"/>
                <a:gd name="csX450" fmla="*/ 28186 w 257973"/>
                <a:gd name="csY450" fmla="*/ 365941 h 544133"/>
                <a:gd name="csX451" fmla="*/ 25798 w 257973"/>
                <a:gd name="csY451" fmla="*/ 360686 h 544133"/>
                <a:gd name="csX452" fmla="*/ 23409 w 257973"/>
                <a:gd name="csY452" fmla="*/ 353042 h 544133"/>
                <a:gd name="csX453" fmla="*/ 22931 w 257973"/>
                <a:gd name="csY453" fmla="*/ 348743 h 544133"/>
                <a:gd name="csX454" fmla="*/ 22931 w 257973"/>
                <a:gd name="csY454" fmla="*/ 348743 h 544133"/>
                <a:gd name="csX455" fmla="*/ 23886 w 257973"/>
                <a:gd name="csY455" fmla="*/ 348265 h 544133"/>
                <a:gd name="csX456" fmla="*/ 26275 w 257973"/>
                <a:gd name="csY456" fmla="*/ 347309 h 544133"/>
                <a:gd name="csX457" fmla="*/ 30097 w 257973"/>
                <a:gd name="csY457" fmla="*/ 347309 h 544133"/>
                <a:gd name="csX458" fmla="*/ 30575 w 257973"/>
                <a:gd name="csY458" fmla="*/ 347309 h 544133"/>
                <a:gd name="csX459" fmla="*/ 31052 w 257973"/>
                <a:gd name="csY459" fmla="*/ 346832 h 544133"/>
                <a:gd name="csX460" fmla="*/ 31530 w 257973"/>
                <a:gd name="csY460" fmla="*/ 344921 h 544133"/>
                <a:gd name="csX461" fmla="*/ 32486 w 257973"/>
                <a:gd name="csY461" fmla="*/ 342532 h 544133"/>
                <a:gd name="csX462" fmla="*/ 33441 w 257973"/>
                <a:gd name="csY462" fmla="*/ 340621 h 544133"/>
                <a:gd name="csX463" fmla="*/ 34397 w 257973"/>
                <a:gd name="csY463" fmla="*/ 338232 h 544133"/>
                <a:gd name="csX464" fmla="*/ 34397 w 257973"/>
                <a:gd name="csY464" fmla="*/ 335844 h 544133"/>
                <a:gd name="csX465" fmla="*/ 32008 w 257973"/>
                <a:gd name="csY465" fmla="*/ 332022 h 544133"/>
                <a:gd name="csX466" fmla="*/ 28664 w 257973"/>
                <a:gd name="csY466" fmla="*/ 328678 h 544133"/>
                <a:gd name="csX467" fmla="*/ 26753 w 257973"/>
                <a:gd name="csY467" fmla="*/ 327245 h 544133"/>
                <a:gd name="csX468" fmla="*/ 26753 w 257973"/>
                <a:gd name="csY468" fmla="*/ 327245 h 544133"/>
                <a:gd name="csX469" fmla="*/ 22931 w 257973"/>
                <a:gd name="csY469" fmla="*/ 324378 h 544133"/>
                <a:gd name="csX470" fmla="*/ 20065 w 257973"/>
                <a:gd name="csY470" fmla="*/ 321512 h 544133"/>
                <a:gd name="csX471" fmla="*/ 21498 w 257973"/>
                <a:gd name="csY471" fmla="*/ 311957 h 544133"/>
                <a:gd name="csX472" fmla="*/ 22931 w 257973"/>
                <a:gd name="csY472" fmla="*/ 304314 h 544133"/>
                <a:gd name="csX473" fmla="*/ 22931 w 257973"/>
                <a:gd name="csY473" fmla="*/ 302403 h 544133"/>
                <a:gd name="csX474" fmla="*/ 22931 w 257973"/>
                <a:gd name="csY474" fmla="*/ 300014 h 544133"/>
                <a:gd name="csX475" fmla="*/ 19109 w 257973"/>
                <a:gd name="csY475" fmla="*/ 287593 h 544133"/>
                <a:gd name="csX476" fmla="*/ 19587 w 257973"/>
                <a:gd name="csY476" fmla="*/ 285204 h 544133"/>
                <a:gd name="csX477" fmla="*/ 19587 w 257973"/>
                <a:gd name="csY477" fmla="*/ 282816 h 544133"/>
                <a:gd name="csX478" fmla="*/ 19587 w 257973"/>
                <a:gd name="csY478" fmla="*/ 278516 h 544133"/>
                <a:gd name="csX479" fmla="*/ 19109 w 257973"/>
                <a:gd name="csY479" fmla="*/ 274694 h 544133"/>
                <a:gd name="csX480" fmla="*/ 20065 w 257973"/>
                <a:gd name="csY480" fmla="*/ 273739 h 544133"/>
                <a:gd name="csX481" fmla="*/ 20065 w 257973"/>
                <a:gd name="csY481" fmla="*/ 273739 h 544133"/>
                <a:gd name="csX482" fmla="*/ 21498 w 257973"/>
                <a:gd name="csY482" fmla="*/ 271350 h 544133"/>
                <a:gd name="csX483" fmla="*/ 20065 w 257973"/>
                <a:gd name="csY483" fmla="*/ 268484 h 544133"/>
                <a:gd name="csX484" fmla="*/ 19587 w 257973"/>
                <a:gd name="csY484" fmla="*/ 268006 h 544133"/>
                <a:gd name="csX485" fmla="*/ 17198 w 257973"/>
                <a:gd name="csY485" fmla="*/ 259885 h 544133"/>
                <a:gd name="csX486" fmla="*/ 21020 w 257973"/>
                <a:gd name="csY486" fmla="*/ 251763 h 544133"/>
                <a:gd name="csX487" fmla="*/ 20542 w 257973"/>
                <a:gd name="csY487" fmla="*/ 247464 h 544133"/>
                <a:gd name="csX488" fmla="*/ 22931 w 257973"/>
                <a:gd name="csY488" fmla="*/ 244120 h 544133"/>
                <a:gd name="csX489" fmla="*/ 27708 w 257973"/>
                <a:gd name="csY489" fmla="*/ 237431 h 544133"/>
                <a:gd name="csX490" fmla="*/ 27708 w 257973"/>
                <a:gd name="csY490" fmla="*/ 237431 h 544133"/>
                <a:gd name="csX491" fmla="*/ 30097 w 257973"/>
                <a:gd name="csY491" fmla="*/ 233132 h 544133"/>
                <a:gd name="csX492" fmla="*/ 30575 w 257973"/>
                <a:gd name="csY492" fmla="*/ 232654 h 544133"/>
                <a:gd name="csX493" fmla="*/ 31052 w 257973"/>
                <a:gd name="csY493" fmla="*/ 232654 h 544133"/>
                <a:gd name="csX494" fmla="*/ 32963 w 257973"/>
                <a:gd name="csY494" fmla="*/ 230743 h 544133"/>
                <a:gd name="csX495" fmla="*/ 32963 w 257973"/>
                <a:gd name="csY495" fmla="*/ 230743 h 544133"/>
                <a:gd name="csX496" fmla="*/ 36785 w 257973"/>
                <a:gd name="csY496" fmla="*/ 228832 h 544133"/>
                <a:gd name="csX497" fmla="*/ 36785 w 257973"/>
                <a:gd name="csY497" fmla="*/ 228832 h 544133"/>
                <a:gd name="csX498" fmla="*/ 41085 w 257973"/>
                <a:gd name="csY498" fmla="*/ 227877 h 544133"/>
                <a:gd name="csX499" fmla="*/ 42996 w 257973"/>
                <a:gd name="csY499" fmla="*/ 227877 h 544133"/>
                <a:gd name="csX500" fmla="*/ 42996 w 257973"/>
                <a:gd name="csY500" fmla="*/ 227877 h 544133"/>
                <a:gd name="csX501" fmla="*/ 50162 w 257973"/>
                <a:gd name="csY501" fmla="*/ 229310 h 544133"/>
                <a:gd name="csX502" fmla="*/ 55894 w 257973"/>
                <a:gd name="csY502" fmla="*/ 230266 h 544133"/>
                <a:gd name="csX503" fmla="*/ 56850 w 257973"/>
                <a:gd name="csY503" fmla="*/ 229310 h 544133"/>
                <a:gd name="csX504" fmla="*/ 57805 w 257973"/>
                <a:gd name="csY504" fmla="*/ 226921 h 544133"/>
                <a:gd name="csX505" fmla="*/ 59716 w 257973"/>
                <a:gd name="csY505" fmla="*/ 223577 h 544133"/>
                <a:gd name="csX506" fmla="*/ 59716 w 257973"/>
                <a:gd name="csY506" fmla="*/ 220233 h 544133"/>
                <a:gd name="csX507" fmla="*/ 59239 w 257973"/>
                <a:gd name="csY507" fmla="*/ 214500 h 544133"/>
                <a:gd name="csX508" fmla="*/ 58283 w 257973"/>
                <a:gd name="csY508" fmla="*/ 211634 h 544133"/>
                <a:gd name="csX509" fmla="*/ 53983 w 257973"/>
                <a:gd name="csY509" fmla="*/ 209245 h 544133"/>
                <a:gd name="csX510" fmla="*/ 49684 w 257973"/>
                <a:gd name="csY510" fmla="*/ 206379 h 544133"/>
                <a:gd name="csX511" fmla="*/ 49684 w 257973"/>
                <a:gd name="csY511" fmla="*/ 206379 h 544133"/>
                <a:gd name="csX512" fmla="*/ 55417 w 257973"/>
                <a:gd name="csY512" fmla="*/ 197302 h 544133"/>
                <a:gd name="csX513" fmla="*/ 55417 w 257973"/>
                <a:gd name="csY513" fmla="*/ 197302 h 544133"/>
                <a:gd name="csX514" fmla="*/ 58761 w 257973"/>
                <a:gd name="csY514" fmla="*/ 191092 h 544133"/>
                <a:gd name="csX515" fmla="*/ 63538 w 257973"/>
                <a:gd name="csY515" fmla="*/ 181059 h 544133"/>
                <a:gd name="csX516" fmla="*/ 64971 w 257973"/>
                <a:gd name="csY516" fmla="*/ 177238 h 544133"/>
                <a:gd name="csX517" fmla="*/ 66405 w 257973"/>
                <a:gd name="csY517" fmla="*/ 175804 h 544133"/>
                <a:gd name="csX518" fmla="*/ 67360 w 257973"/>
                <a:gd name="csY518" fmla="*/ 160517 h 544133"/>
                <a:gd name="csX519" fmla="*/ 68315 w 257973"/>
                <a:gd name="csY519" fmla="*/ 156217 h 544133"/>
                <a:gd name="csX520" fmla="*/ 69271 w 257973"/>
                <a:gd name="csY520" fmla="*/ 153829 h 544133"/>
                <a:gd name="csX521" fmla="*/ 69271 w 257973"/>
                <a:gd name="csY521" fmla="*/ 151918 h 544133"/>
                <a:gd name="csX522" fmla="*/ 68793 w 257973"/>
                <a:gd name="csY522" fmla="*/ 147618 h 544133"/>
                <a:gd name="csX523" fmla="*/ 67360 w 257973"/>
                <a:gd name="csY523" fmla="*/ 139019 h 544133"/>
                <a:gd name="csX524" fmla="*/ 67360 w 257973"/>
                <a:gd name="csY524" fmla="*/ 139019 h 544133"/>
                <a:gd name="csX525" fmla="*/ 74048 w 257973"/>
                <a:gd name="csY525" fmla="*/ 138064 h 544133"/>
                <a:gd name="csX526" fmla="*/ 75004 w 257973"/>
                <a:gd name="csY526" fmla="*/ 138064 h 544133"/>
                <a:gd name="csX527" fmla="*/ 77392 w 257973"/>
                <a:gd name="csY527" fmla="*/ 137108 h 544133"/>
                <a:gd name="csX528" fmla="*/ 79781 w 257973"/>
                <a:gd name="csY528" fmla="*/ 136153 h 544133"/>
                <a:gd name="csX529" fmla="*/ 84081 w 257973"/>
                <a:gd name="csY529" fmla="*/ 133286 h 544133"/>
                <a:gd name="csX530" fmla="*/ 85991 w 257973"/>
                <a:gd name="csY530" fmla="*/ 130898 h 544133"/>
                <a:gd name="csX531" fmla="*/ 85036 w 257973"/>
                <a:gd name="csY531" fmla="*/ 122776 h 544133"/>
                <a:gd name="csX532" fmla="*/ 87424 w 257973"/>
                <a:gd name="csY532" fmla="*/ 119910 h 544133"/>
                <a:gd name="csX533" fmla="*/ 94113 w 257973"/>
                <a:gd name="csY533" fmla="*/ 109878 h 544133"/>
                <a:gd name="csX534" fmla="*/ 101279 w 257973"/>
                <a:gd name="csY534" fmla="*/ 100323 h 544133"/>
                <a:gd name="csX535" fmla="*/ 104145 w 257973"/>
                <a:gd name="csY535" fmla="*/ 96501 h 544133"/>
                <a:gd name="csX536" fmla="*/ 104623 w 257973"/>
                <a:gd name="csY536" fmla="*/ 95068 h 544133"/>
                <a:gd name="csX537" fmla="*/ 105100 w 257973"/>
                <a:gd name="csY537" fmla="*/ 92202 h 544133"/>
                <a:gd name="csX538" fmla="*/ 103667 w 257973"/>
                <a:gd name="csY538" fmla="*/ 87424 h 544133"/>
                <a:gd name="csX539" fmla="*/ 101756 w 257973"/>
                <a:gd name="csY539" fmla="*/ 84558 h 544133"/>
                <a:gd name="csX540" fmla="*/ 98890 w 257973"/>
                <a:gd name="csY540" fmla="*/ 79303 h 544133"/>
                <a:gd name="csX541" fmla="*/ 100323 w 257973"/>
                <a:gd name="csY541" fmla="*/ 75481 h 544133"/>
                <a:gd name="csX542" fmla="*/ 100323 w 257973"/>
                <a:gd name="csY542" fmla="*/ 75481 h 544133"/>
                <a:gd name="csX543" fmla="*/ 102234 w 257973"/>
                <a:gd name="csY543" fmla="*/ 74526 h 544133"/>
                <a:gd name="csX544" fmla="*/ 105578 w 257973"/>
                <a:gd name="csY544" fmla="*/ 73093 h 544133"/>
                <a:gd name="csX545" fmla="*/ 107967 w 257973"/>
                <a:gd name="csY545" fmla="*/ 70226 h 544133"/>
                <a:gd name="csX546" fmla="*/ 107967 w 257973"/>
                <a:gd name="csY546" fmla="*/ 69749 h 544133"/>
                <a:gd name="csX547" fmla="*/ 111789 w 257973"/>
                <a:gd name="csY547" fmla="*/ 56850 h 544133"/>
                <a:gd name="csX548" fmla="*/ 111789 w 257973"/>
                <a:gd name="csY548" fmla="*/ 56850 h 544133"/>
                <a:gd name="csX549" fmla="*/ 119432 w 257973"/>
                <a:gd name="csY549" fmla="*/ 50162 h 544133"/>
                <a:gd name="csX550" fmla="*/ 122777 w 257973"/>
                <a:gd name="csY550" fmla="*/ 46817 h 544133"/>
                <a:gd name="csX551" fmla="*/ 122777 w 257973"/>
                <a:gd name="csY551" fmla="*/ 46817 h 544133"/>
                <a:gd name="csX552" fmla="*/ 127554 w 257973"/>
                <a:gd name="csY552" fmla="*/ 49206 h 544133"/>
                <a:gd name="csX553" fmla="*/ 134242 w 257973"/>
                <a:gd name="csY553" fmla="*/ 53506 h 544133"/>
                <a:gd name="csX554" fmla="*/ 134242 w 257973"/>
                <a:gd name="csY554" fmla="*/ 53506 h 544133"/>
                <a:gd name="csX555" fmla="*/ 137586 w 257973"/>
                <a:gd name="csY555" fmla="*/ 47295 h 544133"/>
                <a:gd name="csX556" fmla="*/ 138542 w 257973"/>
                <a:gd name="csY556" fmla="*/ 45384 h 544133"/>
                <a:gd name="csX557" fmla="*/ 139497 w 257973"/>
                <a:gd name="csY557" fmla="*/ 42040 h 544133"/>
                <a:gd name="csX558" fmla="*/ 139019 w 257973"/>
                <a:gd name="csY558" fmla="*/ 36307 h 544133"/>
                <a:gd name="csX559" fmla="*/ 139019 w 257973"/>
                <a:gd name="csY559" fmla="*/ 28664 h 544133"/>
                <a:gd name="csX560" fmla="*/ 139019 w 257973"/>
                <a:gd name="csY560" fmla="*/ 25797 h 544133"/>
                <a:gd name="csX561" fmla="*/ 139497 w 257973"/>
                <a:gd name="csY561" fmla="*/ 25797 h 544133"/>
                <a:gd name="csX562" fmla="*/ 141886 w 257973"/>
                <a:gd name="csY562" fmla="*/ 24364 h 544133"/>
                <a:gd name="csX563" fmla="*/ 143319 w 257973"/>
                <a:gd name="csY563" fmla="*/ 23886 h 544133"/>
                <a:gd name="csX564" fmla="*/ 151440 w 257973"/>
                <a:gd name="csY564" fmla="*/ 27230 h 544133"/>
                <a:gd name="csX565" fmla="*/ 153351 w 257973"/>
                <a:gd name="csY565" fmla="*/ 27230 h 544133"/>
                <a:gd name="csX566" fmla="*/ 156695 w 257973"/>
                <a:gd name="csY566" fmla="*/ 27708 h 544133"/>
                <a:gd name="csX567" fmla="*/ 160995 w 257973"/>
                <a:gd name="csY567" fmla="*/ 28664 h 544133"/>
                <a:gd name="csX568" fmla="*/ 169594 w 257973"/>
                <a:gd name="csY568" fmla="*/ 32486 h 544133"/>
                <a:gd name="csX569" fmla="*/ 172938 w 257973"/>
                <a:gd name="csY569" fmla="*/ 33919 h 544133"/>
                <a:gd name="csX570" fmla="*/ 174849 w 257973"/>
                <a:gd name="csY570" fmla="*/ 34396 h 544133"/>
                <a:gd name="csX571" fmla="*/ 175327 w 257973"/>
                <a:gd name="csY571" fmla="*/ 34396 h 544133"/>
                <a:gd name="csX572" fmla="*/ 175327 w 257973"/>
                <a:gd name="csY572" fmla="*/ 34396 h 544133"/>
                <a:gd name="csX573" fmla="*/ 176760 w 257973"/>
                <a:gd name="csY573" fmla="*/ 32486 h 544133"/>
                <a:gd name="csX574" fmla="*/ 180582 w 257973"/>
                <a:gd name="csY574" fmla="*/ 28186 h 544133"/>
                <a:gd name="csX575" fmla="*/ 175327 w 257973"/>
                <a:gd name="csY575" fmla="*/ 24842 h 544133"/>
                <a:gd name="csX576" fmla="*/ 174849 w 257973"/>
                <a:gd name="csY576" fmla="*/ 24842 h 544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</a:cxnLst>
              <a:rect l="l" t="t" r="r" b="b"/>
              <a:pathLst>
                <a:path w="257973" h="544133">
                  <a:moveTo>
                    <a:pt x="175327" y="24842"/>
                  </a:moveTo>
                  <a:lnTo>
                    <a:pt x="178671" y="21976"/>
                  </a:lnTo>
                  <a:lnTo>
                    <a:pt x="178671" y="21976"/>
                  </a:lnTo>
                  <a:lnTo>
                    <a:pt x="180582" y="18631"/>
                  </a:lnTo>
                  <a:lnTo>
                    <a:pt x="182015" y="14332"/>
                  </a:lnTo>
                  <a:lnTo>
                    <a:pt x="182493" y="9555"/>
                  </a:lnTo>
                  <a:lnTo>
                    <a:pt x="182493" y="7166"/>
                  </a:lnTo>
                  <a:lnTo>
                    <a:pt x="181060" y="5255"/>
                  </a:lnTo>
                  <a:lnTo>
                    <a:pt x="178193" y="955"/>
                  </a:lnTo>
                  <a:lnTo>
                    <a:pt x="178193" y="955"/>
                  </a:lnTo>
                  <a:lnTo>
                    <a:pt x="185359" y="478"/>
                  </a:lnTo>
                  <a:lnTo>
                    <a:pt x="187748" y="478"/>
                  </a:lnTo>
                  <a:lnTo>
                    <a:pt x="188226" y="0"/>
                  </a:lnTo>
                  <a:lnTo>
                    <a:pt x="188226" y="478"/>
                  </a:lnTo>
                  <a:lnTo>
                    <a:pt x="193480" y="3344"/>
                  </a:lnTo>
                  <a:lnTo>
                    <a:pt x="193480" y="3822"/>
                  </a:lnTo>
                  <a:lnTo>
                    <a:pt x="193480" y="5255"/>
                  </a:lnTo>
                  <a:lnTo>
                    <a:pt x="193958" y="6688"/>
                  </a:lnTo>
                  <a:lnTo>
                    <a:pt x="193958" y="6688"/>
                  </a:lnTo>
                  <a:lnTo>
                    <a:pt x="199213" y="10510"/>
                  </a:lnTo>
                  <a:lnTo>
                    <a:pt x="200646" y="12899"/>
                  </a:lnTo>
                  <a:lnTo>
                    <a:pt x="203991" y="15765"/>
                  </a:lnTo>
                  <a:lnTo>
                    <a:pt x="203991" y="16243"/>
                  </a:lnTo>
                  <a:lnTo>
                    <a:pt x="204946" y="17676"/>
                  </a:lnTo>
                  <a:lnTo>
                    <a:pt x="207812" y="19587"/>
                  </a:lnTo>
                  <a:lnTo>
                    <a:pt x="209723" y="21976"/>
                  </a:lnTo>
                  <a:lnTo>
                    <a:pt x="212590" y="23409"/>
                  </a:lnTo>
                  <a:lnTo>
                    <a:pt x="215456" y="26275"/>
                  </a:lnTo>
                  <a:lnTo>
                    <a:pt x="219278" y="28186"/>
                  </a:lnTo>
                  <a:lnTo>
                    <a:pt x="222622" y="29142"/>
                  </a:lnTo>
                  <a:lnTo>
                    <a:pt x="227399" y="31052"/>
                  </a:lnTo>
                  <a:lnTo>
                    <a:pt x="230743" y="32486"/>
                  </a:lnTo>
                  <a:lnTo>
                    <a:pt x="232177" y="33919"/>
                  </a:lnTo>
                  <a:lnTo>
                    <a:pt x="234565" y="36307"/>
                  </a:lnTo>
                  <a:lnTo>
                    <a:pt x="236954" y="39174"/>
                  </a:lnTo>
                  <a:lnTo>
                    <a:pt x="238865" y="44907"/>
                  </a:lnTo>
                  <a:lnTo>
                    <a:pt x="238865" y="44907"/>
                  </a:lnTo>
                  <a:lnTo>
                    <a:pt x="241253" y="45384"/>
                  </a:lnTo>
                  <a:lnTo>
                    <a:pt x="241253" y="45384"/>
                  </a:lnTo>
                  <a:lnTo>
                    <a:pt x="242209" y="47295"/>
                  </a:lnTo>
                  <a:lnTo>
                    <a:pt x="244598" y="51117"/>
                  </a:lnTo>
                  <a:lnTo>
                    <a:pt x="244598" y="51117"/>
                  </a:lnTo>
                  <a:lnTo>
                    <a:pt x="247942" y="53983"/>
                  </a:lnTo>
                  <a:lnTo>
                    <a:pt x="247464" y="54939"/>
                  </a:lnTo>
                  <a:lnTo>
                    <a:pt x="245075" y="57805"/>
                  </a:lnTo>
                  <a:lnTo>
                    <a:pt x="244598" y="61627"/>
                  </a:lnTo>
                  <a:lnTo>
                    <a:pt x="245075" y="66404"/>
                  </a:lnTo>
                  <a:lnTo>
                    <a:pt x="246031" y="70226"/>
                  </a:lnTo>
                  <a:lnTo>
                    <a:pt x="246031" y="71182"/>
                  </a:lnTo>
                  <a:lnTo>
                    <a:pt x="245075" y="72615"/>
                  </a:lnTo>
                  <a:lnTo>
                    <a:pt x="244598" y="75003"/>
                  </a:lnTo>
                  <a:lnTo>
                    <a:pt x="244120" y="76914"/>
                  </a:lnTo>
                  <a:lnTo>
                    <a:pt x="244120" y="77392"/>
                  </a:lnTo>
                  <a:lnTo>
                    <a:pt x="244598" y="77870"/>
                  </a:lnTo>
                  <a:lnTo>
                    <a:pt x="244598" y="77870"/>
                  </a:lnTo>
                  <a:lnTo>
                    <a:pt x="246031" y="77870"/>
                  </a:lnTo>
                  <a:lnTo>
                    <a:pt x="248419" y="78348"/>
                  </a:lnTo>
                  <a:lnTo>
                    <a:pt x="249375" y="79303"/>
                  </a:lnTo>
                  <a:lnTo>
                    <a:pt x="249852" y="79303"/>
                  </a:lnTo>
                  <a:lnTo>
                    <a:pt x="250330" y="83603"/>
                  </a:lnTo>
                  <a:lnTo>
                    <a:pt x="250330" y="84558"/>
                  </a:lnTo>
                  <a:lnTo>
                    <a:pt x="248419" y="86469"/>
                  </a:lnTo>
                  <a:lnTo>
                    <a:pt x="247464" y="88380"/>
                  </a:lnTo>
                  <a:lnTo>
                    <a:pt x="247464" y="90769"/>
                  </a:lnTo>
                  <a:lnTo>
                    <a:pt x="247942" y="93157"/>
                  </a:lnTo>
                  <a:lnTo>
                    <a:pt x="248419" y="96024"/>
                  </a:lnTo>
                  <a:lnTo>
                    <a:pt x="250330" y="98890"/>
                  </a:lnTo>
                  <a:lnTo>
                    <a:pt x="252241" y="102234"/>
                  </a:lnTo>
                  <a:lnTo>
                    <a:pt x="253675" y="105100"/>
                  </a:lnTo>
                  <a:lnTo>
                    <a:pt x="254630" y="106534"/>
                  </a:lnTo>
                  <a:lnTo>
                    <a:pt x="254630" y="107967"/>
                  </a:lnTo>
                  <a:lnTo>
                    <a:pt x="253675" y="109400"/>
                  </a:lnTo>
                  <a:lnTo>
                    <a:pt x="252719" y="112744"/>
                  </a:lnTo>
                  <a:lnTo>
                    <a:pt x="252719" y="116566"/>
                  </a:lnTo>
                  <a:lnTo>
                    <a:pt x="252241" y="118477"/>
                  </a:lnTo>
                  <a:lnTo>
                    <a:pt x="250330" y="121821"/>
                  </a:lnTo>
                  <a:lnTo>
                    <a:pt x="248897" y="123254"/>
                  </a:lnTo>
                  <a:lnTo>
                    <a:pt x="248897" y="124687"/>
                  </a:lnTo>
                  <a:lnTo>
                    <a:pt x="248419" y="127554"/>
                  </a:lnTo>
                  <a:lnTo>
                    <a:pt x="248897" y="130898"/>
                  </a:lnTo>
                  <a:lnTo>
                    <a:pt x="248897" y="133286"/>
                  </a:lnTo>
                  <a:lnTo>
                    <a:pt x="249375" y="135197"/>
                  </a:lnTo>
                  <a:lnTo>
                    <a:pt x="250330" y="136153"/>
                  </a:lnTo>
                  <a:lnTo>
                    <a:pt x="253197" y="138064"/>
                  </a:lnTo>
                  <a:lnTo>
                    <a:pt x="253197" y="138064"/>
                  </a:lnTo>
                  <a:lnTo>
                    <a:pt x="255108" y="141886"/>
                  </a:lnTo>
                  <a:lnTo>
                    <a:pt x="256063" y="145230"/>
                  </a:lnTo>
                  <a:lnTo>
                    <a:pt x="257974" y="151918"/>
                  </a:lnTo>
                  <a:lnTo>
                    <a:pt x="257974" y="153351"/>
                  </a:lnTo>
                  <a:lnTo>
                    <a:pt x="252719" y="154307"/>
                  </a:lnTo>
                  <a:lnTo>
                    <a:pt x="248897" y="152396"/>
                  </a:lnTo>
                  <a:lnTo>
                    <a:pt x="246986" y="153351"/>
                  </a:lnTo>
                  <a:lnTo>
                    <a:pt x="243642" y="153351"/>
                  </a:lnTo>
                  <a:lnTo>
                    <a:pt x="239820" y="154307"/>
                  </a:lnTo>
                  <a:lnTo>
                    <a:pt x="238387" y="155740"/>
                  </a:lnTo>
                  <a:lnTo>
                    <a:pt x="237432" y="156695"/>
                  </a:lnTo>
                  <a:lnTo>
                    <a:pt x="233610" y="154307"/>
                  </a:lnTo>
                  <a:lnTo>
                    <a:pt x="230266" y="150485"/>
                  </a:lnTo>
                  <a:lnTo>
                    <a:pt x="227877" y="153351"/>
                  </a:lnTo>
                  <a:lnTo>
                    <a:pt x="225966" y="153829"/>
                  </a:lnTo>
                  <a:lnTo>
                    <a:pt x="224533" y="151440"/>
                  </a:lnTo>
                  <a:lnTo>
                    <a:pt x="223577" y="150963"/>
                  </a:lnTo>
                  <a:lnTo>
                    <a:pt x="222622" y="151918"/>
                  </a:lnTo>
                  <a:lnTo>
                    <a:pt x="222144" y="153829"/>
                  </a:lnTo>
                  <a:lnTo>
                    <a:pt x="221189" y="155740"/>
                  </a:lnTo>
                  <a:lnTo>
                    <a:pt x="220711" y="157173"/>
                  </a:lnTo>
                  <a:lnTo>
                    <a:pt x="220711" y="161473"/>
                  </a:lnTo>
                  <a:lnTo>
                    <a:pt x="220233" y="162428"/>
                  </a:lnTo>
                  <a:lnTo>
                    <a:pt x="217367" y="161950"/>
                  </a:lnTo>
                  <a:lnTo>
                    <a:pt x="217367" y="163383"/>
                  </a:lnTo>
                  <a:lnTo>
                    <a:pt x="217845" y="163861"/>
                  </a:lnTo>
                  <a:lnTo>
                    <a:pt x="218322" y="164339"/>
                  </a:lnTo>
                  <a:lnTo>
                    <a:pt x="217367" y="165772"/>
                  </a:lnTo>
                  <a:lnTo>
                    <a:pt x="214023" y="165294"/>
                  </a:lnTo>
                  <a:lnTo>
                    <a:pt x="213545" y="166728"/>
                  </a:lnTo>
                  <a:lnTo>
                    <a:pt x="214501" y="168161"/>
                  </a:lnTo>
                  <a:lnTo>
                    <a:pt x="213545" y="169594"/>
                  </a:lnTo>
                  <a:lnTo>
                    <a:pt x="213068" y="170072"/>
                  </a:lnTo>
                  <a:lnTo>
                    <a:pt x="209245" y="171027"/>
                  </a:lnTo>
                  <a:lnTo>
                    <a:pt x="206857" y="171027"/>
                  </a:lnTo>
                  <a:lnTo>
                    <a:pt x="206379" y="171983"/>
                  </a:lnTo>
                  <a:lnTo>
                    <a:pt x="205902" y="172938"/>
                  </a:lnTo>
                  <a:lnTo>
                    <a:pt x="206379" y="174371"/>
                  </a:lnTo>
                  <a:lnTo>
                    <a:pt x="207335" y="174849"/>
                  </a:lnTo>
                  <a:lnTo>
                    <a:pt x="207812" y="175804"/>
                  </a:lnTo>
                  <a:lnTo>
                    <a:pt x="207812" y="177238"/>
                  </a:lnTo>
                  <a:lnTo>
                    <a:pt x="206857" y="177715"/>
                  </a:lnTo>
                  <a:lnTo>
                    <a:pt x="204468" y="174849"/>
                  </a:lnTo>
                  <a:lnTo>
                    <a:pt x="203991" y="174849"/>
                  </a:lnTo>
                  <a:lnTo>
                    <a:pt x="204468" y="176282"/>
                  </a:lnTo>
                  <a:lnTo>
                    <a:pt x="205424" y="178193"/>
                  </a:lnTo>
                  <a:lnTo>
                    <a:pt x="206379" y="179626"/>
                  </a:lnTo>
                  <a:lnTo>
                    <a:pt x="207335" y="181537"/>
                  </a:lnTo>
                  <a:lnTo>
                    <a:pt x="206857" y="182970"/>
                  </a:lnTo>
                  <a:lnTo>
                    <a:pt x="203991" y="188225"/>
                  </a:lnTo>
                  <a:lnTo>
                    <a:pt x="201602" y="191092"/>
                  </a:lnTo>
                  <a:lnTo>
                    <a:pt x="199691" y="193958"/>
                  </a:lnTo>
                  <a:lnTo>
                    <a:pt x="198258" y="196824"/>
                  </a:lnTo>
                  <a:lnTo>
                    <a:pt x="199691" y="198258"/>
                  </a:lnTo>
                  <a:lnTo>
                    <a:pt x="201124" y="200169"/>
                  </a:lnTo>
                  <a:lnTo>
                    <a:pt x="202079" y="204468"/>
                  </a:lnTo>
                  <a:lnTo>
                    <a:pt x="203513" y="207812"/>
                  </a:lnTo>
                  <a:lnTo>
                    <a:pt x="205902" y="211634"/>
                  </a:lnTo>
                  <a:lnTo>
                    <a:pt x="205424" y="213545"/>
                  </a:lnTo>
                  <a:lnTo>
                    <a:pt x="204946" y="214978"/>
                  </a:lnTo>
                  <a:lnTo>
                    <a:pt x="200646" y="218322"/>
                  </a:lnTo>
                  <a:lnTo>
                    <a:pt x="195869" y="223577"/>
                  </a:lnTo>
                  <a:lnTo>
                    <a:pt x="191092" y="236476"/>
                  </a:lnTo>
                  <a:lnTo>
                    <a:pt x="189181" y="237909"/>
                  </a:lnTo>
                  <a:lnTo>
                    <a:pt x="184881" y="240298"/>
                  </a:lnTo>
                  <a:lnTo>
                    <a:pt x="182970" y="242209"/>
                  </a:lnTo>
                  <a:lnTo>
                    <a:pt x="179626" y="244597"/>
                  </a:lnTo>
                  <a:lnTo>
                    <a:pt x="173894" y="246986"/>
                  </a:lnTo>
                  <a:lnTo>
                    <a:pt x="171505" y="249852"/>
                  </a:lnTo>
                  <a:lnTo>
                    <a:pt x="170072" y="252719"/>
                  </a:lnTo>
                  <a:lnTo>
                    <a:pt x="169116" y="253197"/>
                  </a:lnTo>
                  <a:lnTo>
                    <a:pt x="167683" y="251763"/>
                  </a:lnTo>
                  <a:lnTo>
                    <a:pt x="165772" y="250808"/>
                  </a:lnTo>
                  <a:lnTo>
                    <a:pt x="165772" y="252719"/>
                  </a:lnTo>
                  <a:lnTo>
                    <a:pt x="165772" y="254630"/>
                  </a:lnTo>
                  <a:lnTo>
                    <a:pt x="162906" y="252241"/>
                  </a:lnTo>
                  <a:lnTo>
                    <a:pt x="161472" y="254152"/>
                  </a:lnTo>
                  <a:lnTo>
                    <a:pt x="160517" y="257496"/>
                  </a:lnTo>
                  <a:lnTo>
                    <a:pt x="156695" y="261796"/>
                  </a:lnTo>
                  <a:lnTo>
                    <a:pt x="152396" y="261318"/>
                  </a:lnTo>
                  <a:lnTo>
                    <a:pt x="151918" y="261796"/>
                  </a:lnTo>
                  <a:lnTo>
                    <a:pt x="152873" y="262751"/>
                  </a:lnTo>
                  <a:lnTo>
                    <a:pt x="153351" y="263229"/>
                  </a:lnTo>
                  <a:lnTo>
                    <a:pt x="152396" y="263707"/>
                  </a:lnTo>
                  <a:lnTo>
                    <a:pt x="150963" y="263707"/>
                  </a:lnTo>
                  <a:lnTo>
                    <a:pt x="149529" y="264662"/>
                  </a:lnTo>
                  <a:lnTo>
                    <a:pt x="148096" y="264184"/>
                  </a:lnTo>
                  <a:lnTo>
                    <a:pt x="147619" y="266573"/>
                  </a:lnTo>
                  <a:lnTo>
                    <a:pt x="146663" y="268962"/>
                  </a:lnTo>
                  <a:lnTo>
                    <a:pt x="144274" y="269917"/>
                  </a:lnTo>
                  <a:lnTo>
                    <a:pt x="142841" y="270395"/>
                  </a:lnTo>
                  <a:lnTo>
                    <a:pt x="142363" y="271828"/>
                  </a:lnTo>
                  <a:lnTo>
                    <a:pt x="146185" y="271828"/>
                  </a:lnTo>
                  <a:lnTo>
                    <a:pt x="145707" y="273261"/>
                  </a:lnTo>
                  <a:lnTo>
                    <a:pt x="145707" y="274217"/>
                  </a:lnTo>
                  <a:lnTo>
                    <a:pt x="145230" y="275650"/>
                  </a:lnTo>
                  <a:lnTo>
                    <a:pt x="140930" y="277561"/>
                  </a:lnTo>
                  <a:lnTo>
                    <a:pt x="140453" y="278994"/>
                  </a:lnTo>
                  <a:lnTo>
                    <a:pt x="139497" y="279949"/>
                  </a:lnTo>
                  <a:lnTo>
                    <a:pt x="137586" y="279949"/>
                  </a:lnTo>
                  <a:lnTo>
                    <a:pt x="137586" y="278994"/>
                  </a:lnTo>
                  <a:lnTo>
                    <a:pt x="138064" y="278038"/>
                  </a:lnTo>
                  <a:lnTo>
                    <a:pt x="135197" y="278038"/>
                  </a:lnTo>
                  <a:lnTo>
                    <a:pt x="134242" y="276128"/>
                  </a:lnTo>
                  <a:lnTo>
                    <a:pt x="133764" y="276605"/>
                  </a:lnTo>
                  <a:lnTo>
                    <a:pt x="134242" y="278516"/>
                  </a:lnTo>
                  <a:lnTo>
                    <a:pt x="134720" y="279949"/>
                  </a:lnTo>
                  <a:lnTo>
                    <a:pt x="135675" y="282816"/>
                  </a:lnTo>
                  <a:lnTo>
                    <a:pt x="134720" y="284249"/>
                  </a:lnTo>
                  <a:lnTo>
                    <a:pt x="134242" y="285204"/>
                  </a:lnTo>
                  <a:lnTo>
                    <a:pt x="134720" y="285682"/>
                  </a:lnTo>
                  <a:lnTo>
                    <a:pt x="136153" y="286638"/>
                  </a:lnTo>
                  <a:lnTo>
                    <a:pt x="136631" y="287593"/>
                  </a:lnTo>
                  <a:lnTo>
                    <a:pt x="135197" y="288071"/>
                  </a:lnTo>
                  <a:lnTo>
                    <a:pt x="132809" y="291415"/>
                  </a:lnTo>
                  <a:lnTo>
                    <a:pt x="130420" y="291415"/>
                  </a:lnTo>
                  <a:lnTo>
                    <a:pt x="128987" y="293326"/>
                  </a:lnTo>
                  <a:lnTo>
                    <a:pt x="127554" y="293326"/>
                  </a:lnTo>
                  <a:lnTo>
                    <a:pt x="126598" y="291893"/>
                  </a:lnTo>
                  <a:lnTo>
                    <a:pt x="124210" y="290937"/>
                  </a:lnTo>
                  <a:lnTo>
                    <a:pt x="123732" y="292848"/>
                  </a:lnTo>
                  <a:lnTo>
                    <a:pt x="123732" y="294281"/>
                  </a:lnTo>
                  <a:lnTo>
                    <a:pt x="124688" y="297625"/>
                  </a:lnTo>
                  <a:lnTo>
                    <a:pt x="127076" y="300492"/>
                  </a:lnTo>
                  <a:lnTo>
                    <a:pt x="128987" y="301925"/>
                  </a:lnTo>
                  <a:lnTo>
                    <a:pt x="127554" y="302403"/>
                  </a:lnTo>
                  <a:lnTo>
                    <a:pt x="126598" y="304314"/>
                  </a:lnTo>
                  <a:lnTo>
                    <a:pt x="125165" y="310046"/>
                  </a:lnTo>
                  <a:lnTo>
                    <a:pt x="124688" y="311957"/>
                  </a:lnTo>
                  <a:lnTo>
                    <a:pt x="123732" y="316257"/>
                  </a:lnTo>
                  <a:lnTo>
                    <a:pt x="124210" y="319123"/>
                  </a:lnTo>
                  <a:lnTo>
                    <a:pt x="124688" y="321034"/>
                  </a:lnTo>
                  <a:lnTo>
                    <a:pt x="125643" y="322945"/>
                  </a:lnTo>
                  <a:lnTo>
                    <a:pt x="122777" y="322945"/>
                  </a:lnTo>
                  <a:lnTo>
                    <a:pt x="120388" y="321512"/>
                  </a:lnTo>
                  <a:lnTo>
                    <a:pt x="120388" y="323901"/>
                  </a:lnTo>
                  <a:lnTo>
                    <a:pt x="118955" y="327245"/>
                  </a:lnTo>
                  <a:lnTo>
                    <a:pt x="118955" y="330111"/>
                  </a:lnTo>
                  <a:lnTo>
                    <a:pt x="119432" y="331544"/>
                  </a:lnTo>
                  <a:lnTo>
                    <a:pt x="118955" y="334411"/>
                  </a:lnTo>
                  <a:lnTo>
                    <a:pt x="119910" y="335366"/>
                  </a:lnTo>
                  <a:lnTo>
                    <a:pt x="120388" y="337277"/>
                  </a:lnTo>
                  <a:lnTo>
                    <a:pt x="119432" y="338710"/>
                  </a:lnTo>
                  <a:lnTo>
                    <a:pt x="119910" y="339666"/>
                  </a:lnTo>
                  <a:lnTo>
                    <a:pt x="119910" y="343487"/>
                  </a:lnTo>
                  <a:lnTo>
                    <a:pt x="120388" y="349698"/>
                  </a:lnTo>
                  <a:lnTo>
                    <a:pt x="120388" y="350653"/>
                  </a:lnTo>
                  <a:lnTo>
                    <a:pt x="121821" y="355908"/>
                  </a:lnTo>
                  <a:lnTo>
                    <a:pt x="121343" y="357819"/>
                  </a:lnTo>
                  <a:lnTo>
                    <a:pt x="121343" y="360208"/>
                  </a:lnTo>
                  <a:lnTo>
                    <a:pt x="123254" y="362119"/>
                  </a:lnTo>
                  <a:lnTo>
                    <a:pt x="125165" y="362119"/>
                  </a:lnTo>
                  <a:lnTo>
                    <a:pt x="127076" y="362119"/>
                  </a:lnTo>
                  <a:lnTo>
                    <a:pt x="128031" y="363074"/>
                  </a:lnTo>
                  <a:lnTo>
                    <a:pt x="128987" y="364508"/>
                  </a:lnTo>
                  <a:lnTo>
                    <a:pt x="129465" y="366418"/>
                  </a:lnTo>
                  <a:lnTo>
                    <a:pt x="130898" y="365941"/>
                  </a:lnTo>
                  <a:lnTo>
                    <a:pt x="133287" y="364508"/>
                  </a:lnTo>
                  <a:lnTo>
                    <a:pt x="135197" y="364030"/>
                  </a:lnTo>
                  <a:lnTo>
                    <a:pt x="136153" y="366896"/>
                  </a:lnTo>
                  <a:lnTo>
                    <a:pt x="139497" y="370718"/>
                  </a:lnTo>
                  <a:lnTo>
                    <a:pt x="140930" y="372629"/>
                  </a:lnTo>
                  <a:lnTo>
                    <a:pt x="143797" y="373584"/>
                  </a:lnTo>
                  <a:lnTo>
                    <a:pt x="147141" y="376451"/>
                  </a:lnTo>
                  <a:lnTo>
                    <a:pt x="146663" y="380273"/>
                  </a:lnTo>
                  <a:lnTo>
                    <a:pt x="148096" y="381706"/>
                  </a:lnTo>
                  <a:lnTo>
                    <a:pt x="151440" y="383139"/>
                  </a:lnTo>
                  <a:lnTo>
                    <a:pt x="152873" y="385050"/>
                  </a:lnTo>
                  <a:lnTo>
                    <a:pt x="153351" y="386483"/>
                  </a:lnTo>
                  <a:lnTo>
                    <a:pt x="154784" y="387916"/>
                  </a:lnTo>
                  <a:lnTo>
                    <a:pt x="155740" y="392216"/>
                  </a:lnTo>
                  <a:lnTo>
                    <a:pt x="155262" y="394605"/>
                  </a:lnTo>
                  <a:lnTo>
                    <a:pt x="153829" y="395560"/>
                  </a:lnTo>
                  <a:lnTo>
                    <a:pt x="150485" y="398426"/>
                  </a:lnTo>
                  <a:lnTo>
                    <a:pt x="148574" y="400337"/>
                  </a:lnTo>
                  <a:lnTo>
                    <a:pt x="147619" y="401771"/>
                  </a:lnTo>
                  <a:lnTo>
                    <a:pt x="143797" y="404159"/>
                  </a:lnTo>
                  <a:lnTo>
                    <a:pt x="142841" y="404637"/>
                  </a:lnTo>
                  <a:lnTo>
                    <a:pt x="141408" y="406070"/>
                  </a:lnTo>
                  <a:lnTo>
                    <a:pt x="140453" y="406548"/>
                  </a:lnTo>
                  <a:lnTo>
                    <a:pt x="139497" y="406548"/>
                  </a:lnTo>
                  <a:lnTo>
                    <a:pt x="135197" y="408936"/>
                  </a:lnTo>
                  <a:lnTo>
                    <a:pt x="132809" y="407981"/>
                  </a:lnTo>
                  <a:lnTo>
                    <a:pt x="131376" y="407025"/>
                  </a:lnTo>
                  <a:lnTo>
                    <a:pt x="132331" y="401771"/>
                  </a:lnTo>
                  <a:lnTo>
                    <a:pt x="131854" y="400337"/>
                  </a:lnTo>
                  <a:lnTo>
                    <a:pt x="131376" y="399382"/>
                  </a:lnTo>
                  <a:lnTo>
                    <a:pt x="129465" y="400337"/>
                  </a:lnTo>
                  <a:lnTo>
                    <a:pt x="129942" y="402248"/>
                  </a:lnTo>
                  <a:lnTo>
                    <a:pt x="126598" y="402248"/>
                  </a:lnTo>
                  <a:lnTo>
                    <a:pt x="124210" y="400815"/>
                  </a:lnTo>
                  <a:lnTo>
                    <a:pt x="123732" y="404159"/>
                  </a:lnTo>
                  <a:lnTo>
                    <a:pt x="117522" y="401293"/>
                  </a:lnTo>
                  <a:lnTo>
                    <a:pt x="115611" y="402248"/>
                  </a:lnTo>
                  <a:lnTo>
                    <a:pt x="113222" y="400815"/>
                  </a:lnTo>
                  <a:lnTo>
                    <a:pt x="111311" y="402248"/>
                  </a:lnTo>
                  <a:lnTo>
                    <a:pt x="109400" y="401771"/>
                  </a:lnTo>
                  <a:lnTo>
                    <a:pt x="107967" y="399859"/>
                  </a:lnTo>
                  <a:lnTo>
                    <a:pt x="105578" y="403204"/>
                  </a:lnTo>
                  <a:lnTo>
                    <a:pt x="101279" y="404159"/>
                  </a:lnTo>
                  <a:lnTo>
                    <a:pt x="97457" y="404637"/>
                  </a:lnTo>
                  <a:lnTo>
                    <a:pt x="99368" y="405592"/>
                  </a:lnTo>
                  <a:lnTo>
                    <a:pt x="108445" y="405592"/>
                  </a:lnTo>
                  <a:lnTo>
                    <a:pt x="111311" y="406548"/>
                  </a:lnTo>
                  <a:lnTo>
                    <a:pt x="114655" y="405592"/>
                  </a:lnTo>
                  <a:lnTo>
                    <a:pt x="117522" y="408459"/>
                  </a:lnTo>
                  <a:lnTo>
                    <a:pt x="119910" y="408936"/>
                  </a:lnTo>
                  <a:lnTo>
                    <a:pt x="122299" y="411803"/>
                  </a:lnTo>
                  <a:lnTo>
                    <a:pt x="123732" y="411325"/>
                  </a:lnTo>
                  <a:lnTo>
                    <a:pt x="125643" y="411325"/>
                  </a:lnTo>
                  <a:lnTo>
                    <a:pt x="127554" y="412280"/>
                  </a:lnTo>
                  <a:lnTo>
                    <a:pt x="133764" y="412280"/>
                  </a:lnTo>
                  <a:lnTo>
                    <a:pt x="135675" y="409892"/>
                  </a:lnTo>
                  <a:lnTo>
                    <a:pt x="138542" y="410370"/>
                  </a:lnTo>
                  <a:lnTo>
                    <a:pt x="140453" y="409892"/>
                  </a:lnTo>
                  <a:lnTo>
                    <a:pt x="141408" y="408459"/>
                  </a:lnTo>
                  <a:lnTo>
                    <a:pt x="142841" y="408459"/>
                  </a:lnTo>
                  <a:lnTo>
                    <a:pt x="143797" y="408459"/>
                  </a:lnTo>
                  <a:lnTo>
                    <a:pt x="145230" y="407503"/>
                  </a:lnTo>
                  <a:lnTo>
                    <a:pt x="146185" y="407025"/>
                  </a:lnTo>
                  <a:lnTo>
                    <a:pt x="147141" y="407503"/>
                  </a:lnTo>
                  <a:lnTo>
                    <a:pt x="148096" y="409892"/>
                  </a:lnTo>
                  <a:lnTo>
                    <a:pt x="145707" y="411325"/>
                  </a:lnTo>
                  <a:lnTo>
                    <a:pt x="144274" y="411325"/>
                  </a:lnTo>
                  <a:lnTo>
                    <a:pt x="143319" y="415147"/>
                  </a:lnTo>
                  <a:lnTo>
                    <a:pt x="142363" y="417058"/>
                  </a:lnTo>
                  <a:lnTo>
                    <a:pt x="141886" y="418013"/>
                  </a:lnTo>
                  <a:lnTo>
                    <a:pt x="138064" y="419446"/>
                  </a:lnTo>
                  <a:lnTo>
                    <a:pt x="135675" y="421357"/>
                  </a:lnTo>
                  <a:lnTo>
                    <a:pt x="132809" y="423268"/>
                  </a:lnTo>
                  <a:lnTo>
                    <a:pt x="131376" y="422791"/>
                  </a:lnTo>
                  <a:lnTo>
                    <a:pt x="129465" y="424701"/>
                  </a:lnTo>
                  <a:lnTo>
                    <a:pt x="125165" y="426612"/>
                  </a:lnTo>
                  <a:lnTo>
                    <a:pt x="123254" y="429479"/>
                  </a:lnTo>
                  <a:lnTo>
                    <a:pt x="118477" y="431867"/>
                  </a:lnTo>
                  <a:lnTo>
                    <a:pt x="115611" y="433778"/>
                  </a:lnTo>
                  <a:lnTo>
                    <a:pt x="108922" y="433778"/>
                  </a:lnTo>
                  <a:lnTo>
                    <a:pt x="102712" y="433301"/>
                  </a:lnTo>
                  <a:lnTo>
                    <a:pt x="100801" y="434256"/>
                  </a:lnTo>
                  <a:lnTo>
                    <a:pt x="102712" y="434734"/>
                  </a:lnTo>
                  <a:lnTo>
                    <a:pt x="104145" y="435689"/>
                  </a:lnTo>
                  <a:lnTo>
                    <a:pt x="106056" y="435212"/>
                  </a:lnTo>
                  <a:lnTo>
                    <a:pt x="109878" y="435689"/>
                  </a:lnTo>
                  <a:lnTo>
                    <a:pt x="111789" y="436167"/>
                  </a:lnTo>
                  <a:lnTo>
                    <a:pt x="114655" y="439511"/>
                  </a:lnTo>
                  <a:lnTo>
                    <a:pt x="112744" y="440466"/>
                  </a:lnTo>
                  <a:lnTo>
                    <a:pt x="109400" y="441422"/>
                  </a:lnTo>
                  <a:lnTo>
                    <a:pt x="110833" y="446199"/>
                  </a:lnTo>
                  <a:lnTo>
                    <a:pt x="111789" y="449066"/>
                  </a:lnTo>
                  <a:lnTo>
                    <a:pt x="110356" y="450977"/>
                  </a:lnTo>
                  <a:lnTo>
                    <a:pt x="110356" y="459098"/>
                  </a:lnTo>
                  <a:lnTo>
                    <a:pt x="108445" y="459576"/>
                  </a:lnTo>
                  <a:lnTo>
                    <a:pt x="107489" y="462920"/>
                  </a:lnTo>
                  <a:lnTo>
                    <a:pt x="107967" y="464353"/>
                  </a:lnTo>
                  <a:lnTo>
                    <a:pt x="107967" y="468653"/>
                  </a:lnTo>
                  <a:lnTo>
                    <a:pt x="108445" y="471041"/>
                  </a:lnTo>
                  <a:lnTo>
                    <a:pt x="109400" y="473430"/>
                  </a:lnTo>
                  <a:lnTo>
                    <a:pt x="108922" y="475819"/>
                  </a:lnTo>
                  <a:lnTo>
                    <a:pt x="106056" y="481551"/>
                  </a:lnTo>
                  <a:lnTo>
                    <a:pt x="106056" y="483940"/>
                  </a:lnTo>
                  <a:lnTo>
                    <a:pt x="106534" y="485373"/>
                  </a:lnTo>
                  <a:lnTo>
                    <a:pt x="107012" y="487762"/>
                  </a:lnTo>
                  <a:lnTo>
                    <a:pt x="105578" y="492539"/>
                  </a:lnTo>
                  <a:lnTo>
                    <a:pt x="104623" y="496361"/>
                  </a:lnTo>
                  <a:lnTo>
                    <a:pt x="103190" y="499705"/>
                  </a:lnTo>
                  <a:lnTo>
                    <a:pt x="100801" y="504005"/>
                  </a:lnTo>
                  <a:lnTo>
                    <a:pt x="99368" y="506871"/>
                  </a:lnTo>
                  <a:lnTo>
                    <a:pt x="96501" y="515948"/>
                  </a:lnTo>
                  <a:lnTo>
                    <a:pt x="94590" y="517859"/>
                  </a:lnTo>
                  <a:lnTo>
                    <a:pt x="93157" y="518814"/>
                  </a:lnTo>
                  <a:lnTo>
                    <a:pt x="90769" y="517859"/>
                  </a:lnTo>
                  <a:lnTo>
                    <a:pt x="88858" y="516903"/>
                  </a:lnTo>
                  <a:lnTo>
                    <a:pt x="86469" y="517381"/>
                  </a:lnTo>
                  <a:lnTo>
                    <a:pt x="83125" y="518336"/>
                  </a:lnTo>
                  <a:lnTo>
                    <a:pt x="77392" y="517381"/>
                  </a:lnTo>
                  <a:lnTo>
                    <a:pt x="72137" y="517859"/>
                  </a:lnTo>
                  <a:lnTo>
                    <a:pt x="70704" y="518814"/>
                  </a:lnTo>
                  <a:lnTo>
                    <a:pt x="71659" y="522158"/>
                  </a:lnTo>
                  <a:lnTo>
                    <a:pt x="69749" y="522636"/>
                  </a:lnTo>
                  <a:lnTo>
                    <a:pt x="67838" y="521680"/>
                  </a:lnTo>
                  <a:lnTo>
                    <a:pt x="65927" y="522636"/>
                  </a:lnTo>
                  <a:lnTo>
                    <a:pt x="64493" y="524069"/>
                  </a:lnTo>
                  <a:lnTo>
                    <a:pt x="62105" y="526936"/>
                  </a:lnTo>
                  <a:lnTo>
                    <a:pt x="61149" y="528369"/>
                  </a:lnTo>
                  <a:lnTo>
                    <a:pt x="60672" y="531713"/>
                  </a:lnTo>
                  <a:lnTo>
                    <a:pt x="62105" y="535057"/>
                  </a:lnTo>
                  <a:lnTo>
                    <a:pt x="63538" y="538401"/>
                  </a:lnTo>
                  <a:lnTo>
                    <a:pt x="60194" y="542701"/>
                  </a:lnTo>
                  <a:lnTo>
                    <a:pt x="58283" y="542701"/>
                  </a:lnTo>
                  <a:lnTo>
                    <a:pt x="53028" y="541745"/>
                  </a:lnTo>
                  <a:lnTo>
                    <a:pt x="43474" y="544134"/>
                  </a:lnTo>
                  <a:lnTo>
                    <a:pt x="34874" y="542223"/>
                  </a:lnTo>
                  <a:lnTo>
                    <a:pt x="35830" y="539834"/>
                  </a:lnTo>
                  <a:lnTo>
                    <a:pt x="35830" y="537923"/>
                  </a:lnTo>
                  <a:lnTo>
                    <a:pt x="36308" y="535535"/>
                  </a:lnTo>
                  <a:lnTo>
                    <a:pt x="36308" y="533146"/>
                  </a:lnTo>
                  <a:lnTo>
                    <a:pt x="36308" y="531235"/>
                  </a:lnTo>
                  <a:lnTo>
                    <a:pt x="35830" y="529324"/>
                  </a:lnTo>
                  <a:lnTo>
                    <a:pt x="33441" y="526936"/>
                  </a:lnTo>
                  <a:lnTo>
                    <a:pt x="28664" y="518814"/>
                  </a:lnTo>
                  <a:lnTo>
                    <a:pt x="27231" y="514992"/>
                  </a:lnTo>
                  <a:lnTo>
                    <a:pt x="26275" y="513559"/>
                  </a:lnTo>
                  <a:lnTo>
                    <a:pt x="27231" y="513559"/>
                  </a:lnTo>
                  <a:lnTo>
                    <a:pt x="31052" y="515470"/>
                  </a:lnTo>
                  <a:lnTo>
                    <a:pt x="32008" y="514992"/>
                  </a:lnTo>
                  <a:lnTo>
                    <a:pt x="32963" y="514515"/>
                  </a:lnTo>
                  <a:lnTo>
                    <a:pt x="32008" y="511648"/>
                  </a:lnTo>
                  <a:lnTo>
                    <a:pt x="30575" y="510693"/>
                  </a:lnTo>
                  <a:lnTo>
                    <a:pt x="30097" y="508782"/>
                  </a:lnTo>
                  <a:lnTo>
                    <a:pt x="32486" y="508304"/>
                  </a:lnTo>
                  <a:lnTo>
                    <a:pt x="33919" y="508304"/>
                  </a:lnTo>
                  <a:lnTo>
                    <a:pt x="35352" y="506393"/>
                  </a:lnTo>
                  <a:lnTo>
                    <a:pt x="34397" y="503049"/>
                  </a:lnTo>
                  <a:lnTo>
                    <a:pt x="32963" y="502094"/>
                  </a:lnTo>
                  <a:lnTo>
                    <a:pt x="31530" y="501616"/>
                  </a:lnTo>
                  <a:lnTo>
                    <a:pt x="28186" y="495883"/>
                  </a:lnTo>
                  <a:lnTo>
                    <a:pt x="25320" y="493494"/>
                  </a:lnTo>
                  <a:lnTo>
                    <a:pt x="20065" y="482507"/>
                  </a:lnTo>
                  <a:lnTo>
                    <a:pt x="18154" y="475341"/>
                  </a:lnTo>
                  <a:lnTo>
                    <a:pt x="16243" y="475819"/>
                  </a:lnTo>
                  <a:lnTo>
                    <a:pt x="15287" y="472474"/>
                  </a:lnTo>
                  <a:lnTo>
                    <a:pt x="14810" y="469608"/>
                  </a:lnTo>
                  <a:lnTo>
                    <a:pt x="14810" y="467219"/>
                  </a:lnTo>
                  <a:lnTo>
                    <a:pt x="11943" y="466264"/>
                  </a:lnTo>
                  <a:lnTo>
                    <a:pt x="11466" y="464353"/>
                  </a:lnTo>
                  <a:lnTo>
                    <a:pt x="10988" y="457187"/>
                  </a:lnTo>
                  <a:lnTo>
                    <a:pt x="8121" y="456232"/>
                  </a:lnTo>
                  <a:lnTo>
                    <a:pt x="6210" y="452410"/>
                  </a:lnTo>
                  <a:lnTo>
                    <a:pt x="5733" y="444766"/>
                  </a:lnTo>
                  <a:lnTo>
                    <a:pt x="3822" y="443333"/>
                  </a:lnTo>
                  <a:lnTo>
                    <a:pt x="1911" y="443811"/>
                  </a:lnTo>
                  <a:lnTo>
                    <a:pt x="2389" y="441900"/>
                  </a:lnTo>
                  <a:lnTo>
                    <a:pt x="2867" y="439989"/>
                  </a:lnTo>
                  <a:lnTo>
                    <a:pt x="1911" y="432823"/>
                  </a:lnTo>
                  <a:lnTo>
                    <a:pt x="1433" y="426135"/>
                  </a:lnTo>
                  <a:lnTo>
                    <a:pt x="478" y="424224"/>
                  </a:lnTo>
                  <a:lnTo>
                    <a:pt x="0" y="421835"/>
                  </a:lnTo>
                  <a:lnTo>
                    <a:pt x="478" y="419924"/>
                  </a:lnTo>
                  <a:lnTo>
                    <a:pt x="956" y="418969"/>
                  </a:lnTo>
                  <a:lnTo>
                    <a:pt x="2867" y="418491"/>
                  </a:lnTo>
                  <a:lnTo>
                    <a:pt x="4777" y="420402"/>
                  </a:lnTo>
                  <a:lnTo>
                    <a:pt x="6688" y="424701"/>
                  </a:lnTo>
                  <a:lnTo>
                    <a:pt x="8121" y="425657"/>
                  </a:lnTo>
                  <a:lnTo>
                    <a:pt x="8121" y="425179"/>
                  </a:lnTo>
                  <a:lnTo>
                    <a:pt x="10032" y="424224"/>
                  </a:lnTo>
                  <a:lnTo>
                    <a:pt x="11466" y="420880"/>
                  </a:lnTo>
                  <a:lnTo>
                    <a:pt x="11943" y="416102"/>
                  </a:lnTo>
                  <a:lnTo>
                    <a:pt x="12899" y="411325"/>
                  </a:lnTo>
                  <a:lnTo>
                    <a:pt x="11943" y="406548"/>
                  </a:lnTo>
                  <a:lnTo>
                    <a:pt x="10988" y="401771"/>
                  </a:lnTo>
                  <a:lnTo>
                    <a:pt x="10510" y="400815"/>
                  </a:lnTo>
                  <a:lnTo>
                    <a:pt x="13854" y="396993"/>
                  </a:lnTo>
                  <a:lnTo>
                    <a:pt x="14810" y="393649"/>
                  </a:lnTo>
                  <a:lnTo>
                    <a:pt x="15765" y="390783"/>
                  </a:lnTo>
                  <a:lnTo>
                    <a:pt x="16721" y="389827"/>
                  </a:lnTo>
                  <a:lnTo>
                    <a:pt x="16721" y="389827"/>
                  </a:lnTo>
                  <a:lnTo>
                    <a:pt x="18632" y="389350"/>
                  </a:lnTo>
                  <a:lnTo>
                    <a:pt x="20542" y="388872"/>
                  </a:lnTo>
                  <a:lnTo>
                    <a:pt x="22931" y="386961"/>
                  </a:lnTo>
                  <a:lnTo>
                    <a:pt x="24842" y="384572"/>
                  </a:lnTo>
                  <a:lnTo>
                    <a:pt x="26753" y="382184"/>
                  </a:lnTo>
                  <a:lnTo>
                    <a:pt x="27231" y="377406"/>
                  </a:lnTo>
                  <a:lnTo>
                    <a:pt x="27231" y="374540"/>
                  </a:lnTo>
                  <a:lnTo>
                    <a:pt x="28186" y="373107"/>
                  </a:lnTo>
                  <a:lnTo>
                    <a:pt x="28664" y="369285"/>
                  </a:lnTo>
                  <a:lnTo>
                    <a:pt x="28186" y="365941"/>
                  </a:lnTo>
                  <a:lnTo>
                    <a:pt x="25798" y="360686"/>
                  </a:lnTo>
                  <a:lnTo>
                    <a:pt x="23409" y="353042"/>
                  </a:lnTo>
                  <a:lnTo>
                    <a:pt x="22931" y="348743"/>
                  </a:lnTo>
                  <a:lnTo>
                    <a:pt x="22931" y="348743"/>
                  </a:lnTo>
                  <a:lnTo>
                    <a:pt x="23886" y="348265"/>
                  </a:lnTo>
                  <a:lnTo>
                    <a:pt x="26275" y="347309"/>
                  </a:lnTo>
                  <a:lnTo>
                    <a:pt x="30097" y="347309"/>
                  </a:lnTo>
                  <a:lnTo>
                    <a:pt x="30575" y="347309"/>
                  </a:lnTo>
                  <a:lnTo>
                    <a:pt x="31052" y="346832"/>
                  </a:lnTo>
                  <a:lnTo>
                    <a:pt x="31530" y="344921"/>
                  </a:lnTo>
                  <a:lnTo>
                    <a:pt x="32486" y="342532"/>
                  </a:lnTo>
                  <a:lnTo>
                    <a:pt x="33441" y="340621"/>
                  </a:lnTo>
                  <a:lnTo>
                    <a:pt x="34397" y="338232"/>
                  </a:lnTo>
                  <a:lnTo>
                    <a:pt x="34397" y="335844"/>
                  </a:lnTo>
                  <a:lnTo>
                    <a:pt x="32008" y="332022"/>
                  </a:lnTo>
                  <a:lnTo>
                    <a:pt x="28664" y="328678"/>
                  </a:lnTo>
                  <a:lnTo>
                    <a:pt x="26753" y="327245"/>
                  </a:lnTo>
                  <a:lnTo>
                    <a:pt x="26753" y="327245"/>
                  </a:lnTo>
                  <a:lnTo>
                    <a:pt x="22931" y="324378"/>
                  </a:lnTo>
                  <a:lnTo>
                    <a:pt x="20065" y="321512"/>
                  </a:lnTo>
                  <a:lnTo>
                    <a:pt x="21498" y="311957"/>
                  </a:lnTo>
                  <a:lnTo>
                    <a:pt x="22931" y="304314"/>
                  </a:lnTo>
                  <a:lnTo>
                    <a:pt x="22931" y="302403"/>
                  </a:lnTo>
                  <a:lnTo>
                    <a:pt x="22931" y="300014"/>
                  </a:lnTo>
                  <a:lnTo>
                    <a:pt x="19109" y="287593"/>
                  </a:lnTo>
                  <a:lnTo>
                    <a:pt x="19587" y="285204"/>
                  </a:lnTo>
                  <a:lnTo>
                    <a:pt x="19587" y="282816"/>
                  </a:lnTo>
                  <a:lnTo>
                    <a:pt x="19587" y="278516"/>
                  </a:lnTo>
                  <a:lnTo>
                    <a:pt x="19109" y="274694"/>
                  </a:lnTo>
                  <a:lnTo>
                    <a:pt x="20065" y="273739"/>
                  </a:lnTo>
                  <a:lnTo>
                    <a:pt x="20065" y="273739"/>
                  </a:lnTo>
                  <a:lnTo>
                    <a:pt x="21498" y="271350"/>
                  </a:lnTo>
                  <a:lnTo>
                    <a:pt x="20065" y="268484"/>
                  </a:lnTo>
                  <a:lnTo>
                    <a:pt x="19587" y="268006"/>
                  </a:lnTo>
                  <a:lnTo>
                    <a:pt x="17198" y="259885"/>
                  </a:lnTo>
                  <a:lnTo>
                    <a:pt x="21020" y="251763"/>
                  </a:lnTo>
                  <a:lnTo>
                    <a:pt x="20542" y="247464"/>
                  </a:lnTo>
                  <a:lnTo>
                    <a:pt x="22931" y="244120"/>
                  </a:lnTo>
                  <a:lnTo>
                    <a:pt x="27708" y="237431"/>
                  </a:lnTo>
                  <a:lnTo>
                    <a:pt x="27708" y="237431"/>
                  </a:lnTo>
                  <a:lnTo>
                    <a:pt x="30097" y="233132"/>
                  </a:lnTo>
                  <a:lnTo>
                    <a:pt x="30575" y="232654"/>
                  </a:lnTo>
                  <a:lnTo>
                    <a:pt x="31052" y="232654"/>
                  </a:lnTo>
                  <a:lnTo>
                    <a:pt x="32963" y="230743"/>
                  </a:lnTo>
                  <a:lnTo>
                    <a:pt x="32963" y="230743"/>
                  </a:lnTo>
                  <a:lnTo>
                    <a:pt x="36785" y="228832"/>
                  </a:lnTo>
                  <a:lnTo>
                    <a:pt x="36785" y="228832"/>
                  </a:lnTo>
                  <a:lnTo>
                    <a:pt x="41085" y="227877"/>
                  </a:lnTo>
                  <a:lnTo>
                    <a:pt x="42996" y="227877"/>
                  </a:lnTo>
                  <a:lnTo>
                    <a:pt x="42996" y="227877"/>
                  </a:lnTo>
                  <a:lnTo>
                    <a:pt x="50162" y="229310"/>
                  </a:lnTo>
                  <a:lnTo>
                    <a:pt x="55894" y="230266"/>
                  </a:lnTo>
                  <a:lnTo>
                    <a:pt x="56850" y="229310"/>
                  </a:lnTo>
                  <a:lnTo>
                    <a:pt x="57805" y="226921"/>
                  </a:lnTo>
                  <a:lnTo>
                    <a:pt x="59716" y="223577"/>
                  </a:lnTo>
                  <a:lnTo>
                    <a:pt x="59716" y="220233"/>
                  </a:lnTo>
                  <a:lnTo>
                    <a:pt x="59239" y="214500"/>
                  </a:lnTo>
                  <a:lnTo>
                    <a:pt x="58283" y="211634"/>
                  </a:lnTo>
                  <a:lnTo>
                    <a:pt x="53983" y="209245"/>
                  </a:lnTo>
                  <a:lnTo>
                    <a:pt x="49684" y="206379"/>
                  </a:lnTo>
                  <a:lnTo>
                    <a:pt x="49684" y="206379"/>
                  </a:lnTo>
                  <a:lnTo>
                    <a:pt x="55417" y="197302"/>
                  </a:lnTo>
                  <a:lnTo>
                    <a:pt x="55417" y="197302"/>
                  </a:lnTo>
                  <a:lnTo>
                    <a:pt x="58761" y="191092"/>
                  </a:lnTo>
                  <a:lnTo>
                    <a:pt x="63538" y="181059"/>
                  </a:lnTo>
                  <a:lnTo>
                    <a:pt x="64971" y="177238"/>
                  </a:lnTo>
                  <a:lnTo>
                    <a:pt x="66405" y="175804"/>
                  </a:lnTo>
                  <a:lnTo>
                    <a:pt x="67360" y="160517"/>
                  </a:lnTo>
                  <a:lnTo>
                    <a:pt x="68315" y="156217"/>
                  </a:lnTo>
                  <a:lnTo>
                    <a:pt x="69271" y="153829"/>
                  </a:lnTo>
                  <a:lnTo>
                    <a:pt x="69271" y="151918"/>
                  </a:lnTo>
                  <a:lnTo>
                    <a:pt x="68793" y="147618"/>
                  </a:lnTo>
                  <a:lnTo>
                    <a:pt x="67360" y="139019"/>
                  </a:lnTo>
                  <a:lnTo>
                    <a:pt x="67360" y="139019"/>
                  </a:lnTo>
                  <a:lnTo>
                    <a:pt x="74048" y="138064"/>
                  </a:lnTo>
                  <a:lnTo>
                    <a:pt x="75004" y="138064"/>
                  </a:lnTo>
                  <a:lnTo>
                    <a:pt x="77392" y="137108"/>
                  </a:lnTo>
                  <a:lnTo>
                    <a:pt x="79781" y="136153"/>
                  </a:lnTo>
                  <a:lnTo>
                    <a:pt x="84081" y="133286"/>
                  </a:lnTo>
                  <a:lnTo>
                    <a:pt x="85991" y="130898"/>
                  </a:lnTo>
                  <a:lnTo>
                    <a:pt x="85036" y="122776"/>
                  </a:lnTo>
                  <a:lnTo>
                    <a:pt x="87424" y="119910"/>
                  </a:lnTo>
                  <a:lnTo>
                    <a:pt x="94113" y="109878"/>
                  </a:lnTo>
                  <a:lnTo>
                    <a:pt x="101279" y="100323"/>
                  </a:lnTo>
                  <a:lnTo>
                    <a:pt x="104145" y="96501"/>
                  </a:lnTo>
                  <a:lnTo>
                    <a:pt x="104623" y="95068"/>
                  </a:lnTo>
                  <a:lnTo>
                    <a:pt x="105100" y="92202"/>
                  </a:lnTo>
                  <a:lnTo>
                    <a:pt x="103667" y="87424"/>
                  </a:lnTo>
                  <a:lnTo>
                    <a:pt x="101756" y="84558"/>
                  </a:lnTo>
                  <a:lnTo>
                    <a:pt x="98890" y="79303"/>
                  </a:lnTo>
                  <a:lnTo>
                    <a:pt x="100323" y="75481"/>
                  </a:lnTo>
                  <a:lnTo>
                    <a:pt x="100323" y="75481"/>
                  </a:lnTo>
                  <a:lnTo>
                    <a:pt x="102234" y="74526"/>
                  </a:lnTo>
                  <a:lnTo>
                    <a:pt x="105578" y="73093"/>
                  </a:lnTo>
                  <a:lnTo>
                    <a:pt x="107967" y="70226"/>
                  </a:lnTo>
                  <a:lnTo>
                    <a:pt x="107967" y="69749"/>
                  </a:lnTo>
                  <a:lnTo>
                    <a:pt x="111789" y="56850"/>
                  </a:lnTo>
                  <a:lnTo>
                    <a:pt x="111789" y="56850"/>
                  </a:lnTo>
                  <a:lnTo>
                    <a:pt x="119432" y="50162"/>
                  </a:lnTo>
                  <a:lnTo>
                    <a:pt x="122777" y="46817"/>
                  </a:lnTo>
                  <a:lnTo>
                    <a:pt x="122777" y="46817"/>
                  </a:lnTo>
                  <a:lnTo>
                    <a:pt x="127554" y="49206"/>
                  </a:lnTo>
                  <a:lnTo>
                    <a:pt x="134242" y="53506"/>
                  </a:lnTo>
                  <a:lnTo>
                    <a:pt x="134242" y="53506"/>
                  </a:lnTo>
                  <a:lnTo>
                    <a:pt x="137586" y="47295"/>
                  </a:lnTo>
                  <a:lnTo>
                    <a:pt x="138542" y="45384"/>
                  </a:lnTo>
                  <a:lnTo>
                    <a:pt x="139497" y="42040"/>
                  </a:lnTo>
                  <a:lnTo>
                    <a:pt x="139019" y="36307"/>
                  </a:lnTo>
                  <a:lnTo>
                    <a:pt x="139019" y="28664"/>
                  </a:lnTo>
                  <a:lnTo>
                    <a:pt x="139019" y="25797"/>
                  </a:lnTo>
                  <a:lnTo>
                    <a:pt x="139497" y="25797"/>
                  </a:lnTo>
                  <a:lnTo>
                    <a:pt x="141886" y="24364"/>
                  </a:lnTo>
                  <a:lnTo>
                    <a:pt x="143319" y="23886"/>
                  </a:lnTo>
                  <a:lnTo>
                    <a:pt x="151440" y="27230"/>
                  </a:lnTo>
                  <a:lnTo>
                    <a:pt x="153351" y="27230"/>
                  </a:lnTo>
                  <a:lnTo>
                    <a:pt x="156695" y="27708"/>
                  </a:lnTo>
                  <a:lnTo>
                    <a:pt x="160995" y="28664"/>
                  </a:lnTo>
                  <a:lnTo>
                    <a:pt x="169594" y="32486"/>
                  </a:lnTo>
                  <a:lnTo>
                    <a:pt x="172938" y="33919"/>
                  </a:lnTo>
                  <a:lnTo>
                    <a:pt x="174849" y="34396"/>
                  </a:lnTo>
                  <a:lnTo>
                    <a:pt x="175327" y="34396"/>
                  </a:lnTo>
                  <a:lnTo>
                    <a:pt x="175327" y="34396"/>
                  </a:lnTo>
                  <a:lnTo>
                    <a:pt x="176760" y="32486"/>
                  </a:lnTo>
                  <a:lnTo>
                    <a:pt x="180582" y="28186"/>
                  </a:lnTo>
                  <a:lnTo>
                    <a:pt x="175327" y="24842"/>
                  </a:lnTo>
                  <a:lnTo>
                    <a:pt x="174849" y="2484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1" name="Freeform 5410">
              <a:extLst>
                <a:ext uri="{FF2B5EF4-FFF2-40B4-BE49-F238E27FC236}">
                  <a16:creationId xmlns:a16="http://schemas.microsoft.com/office/drawing/2014/main" id="{1F7BA4A2-91C0-4BF3-C093-5DC8ED7FA0E8}"/>
                </a:ext>
              </a:extLst>
            </p:cNvPr>
            <p:cNvSpPr/>
            <p:nvPr/>
          </p:nvSpPr>
          <p:spPr>
            <a:xfrm>
              <a:off x="6251261" y="3384355"/>
              <a:ext cx="3344" cy="3821"/>
            </a:xfrm>
            <a:custGeom>
              <a:avLst/>
              <a:gdLst>
                <a:gd name="csX0" fmla="*/ 1433 w 3344"/>
                <a:gd name="csY0" fmla="*/ 2866 h 3821"/>
                <a:gd name="csX1" fmla="*/ 956 w 3344"/>
                <a:gd name="csY1" fmla="*/ 3822 h 3821"/>
                <a:gd name="csX2" fmla="*/ 0 w 3344"/>
                <a:gd name="csY2" fmla="*/ 2389 h 3821"/>
                <a:gd name="csX3" fmla="*/ 478 w 3344"/>
                <a:gd name="csY3" fmla="*/ 1911 h 3821"/>
                <a:gd name="csX4" fmla="*/ 956 w 3344"/>
                <a:gd name="csY4" fmla="*/ 478 h 3821"/>
                <a:gd name="csX5" fmla="*/ 1911 w 3344"/>
                <a:gd name="csY5" fmla="*/ 0 h 3821"/>
                <a:gd name="csX6" fmla="*/ 3344 w 3344"/>
                <a:gd name="csY6" fmla="*/ 478 h 3821"/>
                <a:gd name="csX7" fmla="*/ 3344 w 3344"/>
                <a:gd name="csY7" fmla="*/ 478 h 3821"/>
                <a:gd name="csX8" fmla="*/ 1911 w 3344"/>
                <a:gd name="csY8" fmla="*/ 1911 h 3821"/>
                <a:gd name="csX9" fmla="*/ 1433 w 3344"/>
                <a:gd name="csY9" fmla="*/ 286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821">
                  <a:moveTo>
                    <a:pt x="1433" y="2866"/>
                  </a:moveTo>
                  <a:lnTo>
                    <a:pt x="956" y="3822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3344" y="478"/>
                  </a:lnTo>
                  <a:lnTo>
                    <a:pt x="1911" y="1911"/>
                  </a:lnTo>
                  <a:lnTo>
                    <a:pt x="14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2" name="Freeform 5411">
              <a:extLst>
                <a:ext uri="{FF2B5EF4-FFF2-40B4-BE49-F238E27FC236}">
                  <a16:creationId xmlns:a16="http://schemas.microsoft.com/office/drawing/2014/main" id="{350086B4-D7AA-F8D5-FD96-F4FD9780A60E}"/>
                </a:ext>
              </a:extLst>
            </p:cNvPr>
            <p:cNvSpPr/>
            <p:nvPr/>
          </p:nvSpPr>
          <p:spPr>
            <a:xfrm>
              <a:off x="6247439" y="3400120"/>
              <a:ext cx="2866" cy="2866"/>
            </a:xfrm>
            <a:custGeom>
              <a:avLst/>
              <a:gdLst>
                <a:gd name="csX0" fmla="*/ 1433 w 2866"/>
                <a:gd name="csY0" fmla="*/ 2389 h 2866"/>
                <a:gd name="csX1" fmla="*/ 478 w 2866"/>
                <a:gd name="csY1" fmla="*/ 2866 h 2866"/>
                <a:gd name="csX2" fmla="*/ 0 w 2866"/>
                <a:gd name="csY2" fmla="*/ 2866 h 2866"/>
                <a:gd name="csX3" fmla="*/ 956 w 2866"/>
                <a:gd name="csY3" fmla="*/ 955 h 2866"/>
                <a:gd name="csX4" fmla="*/ 956 w 2866"/>
                <a:gd name="csY4" fmla="*/ 478 h 2866"/>
                <a:gd name="csX5" fmla="*/ 2389 w 2866"/>
                <a:gd name="csY5" fmla="*/ 0 h 2866"/>
                <a:gd name="csX6" fmla="*/ 2866 w 2866"/>
                <a:gd name="csY6" fmla="*/ 0 h 2866"/>
                <a:gd name="csX7" fmla="*/ 1433 w 2866"/>
                <a:gd name="csY7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866">
                  <a:moveTo>
                    <a:pt x="1433" y="2389"/>
                  </a:moveTo>
                  <a:lnTo>
                    <a:pt x="478" y="2866"/>
                  </a:lnTo>
                  <a:lnTo>
                    <a:pt x="0" y="2866"/>
                  </a:lnTo>
                  <a:lnTo>
                    <a:pt x="956" y="955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1433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3" name="Freeform 5412">
              <a:extLst>
                <a:ext uri="{FF2B5EF4-FFF2-40B4-BE49-F238E27FC236}">
                  <a16:creationId xmlns:a16="http://schemas.microsoft.com/office/drawing/2014/main" id="{7E9001CA-64E8-A8C3-BAB6-F3F42DA82257}"/>
                </a:ext>
              </a:extLst>
            </p:cNvPr>
            <p:cNvSpPr/>
            <p:nvPr/>
          </p:nvSpPr>
          <p:spPr>
            <a:xfrm>
              <a:off x="6261293" y="3439294"/>
              <a:ext cx="5732" cy="3821"/>
            </a:xfrm>
            <a:custGeom>
              <a:avLst/>
              <a:gdLst>
                <a:gd name="csX0" fmla="*/ 2389 w 5732"/>
                <a:gd name="csY0" fmla="*/ 1911 h 3821"/>
                <a:gd name="csX1" fmla="*/ 1911 w 5732"/>
                <a:gd name="csY1" fmla="*/ 3822 h 3821"/>
                <a:gd name="csX2" fmla="*/ 956 w 5732"/>
                <a:gd name="csY2" fmla="*/ 3822 h 3821"/>
                <a:gd name="csX3" fmla="*/ 0 w 5732"/>
                <a:gd name="csY3" fmla="*/ 2389 h 3821"/>
                <a:gd name="csX4" fmla="*/ 1911 w 5732"/>
                <a:gd name="csY4" fmla="*/ 0 h 3821"/>
                <a:gd name="csX5" fmla="*/ 4777 w 5732"/>
                <a:gd name="csY5" fmla="*/ 0 h 3821"/>
                <a:gd name="csX6" fmla="*/ 5733 w 5732"/>
                <a:gd name="csY6" fmla="*/ 478 h 3821"/>
                <a:gd name="csX7" fmla="*/ 2389 w 5732"/>
                <a:gd name="csY7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3821">
                  <a:moveTo>
                    <a:pt x="2389" y="1911"/>
                  </a:moveTo>
                  <a:lnTo>
                    <a:pt x="1911" y="3822"/>
                  </a:lnTo>
                  <a:lnTo>
                    <a:pt x="956" y="3822"/>
                  </a:lnTo>
                  <a:lnTo>
                    <a:pt x="0" y="2389"/>
                  </a:lnTo>
                  <a:lnTo>
                    <a:pt x="1911" y="0"/>
                  </a:lnTo>
                  <a:lnTo>
                    <a:pt x="4777" y="0"/>
                  </a:lnTo>
                  <a:lnTo>
                    <a:pt x="5733" y="478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4" name="Freeform 5413">
              <a:extLst>
                <a:ext uri="{FF2B5EF4-FFF2-40B4-BE49-F238E27FC236}">
                  <a16:creationId xmlns:a16="http://schemas.microsoft.com/office/drawing/2014/main" id="{10E5A56A-3E71-CEFB-27EB-81A07E518CC7}"/>
                </a:ext>
              </a:extLst>
            </p:cNvPr>
            <p:cNvSpPr/>
            <p:nvPr/>
          </p:nvSpPr>
          <p:spPr>
            <a:xfrm>
              <a:off x="6242662" y="3441205"/>
              <a:ext cx="19586" cy="33918"/>
            </a:xfrm>
            <a:custGeom>
              <a:avLst/>
              <a:gdLst>
                <a:gd name="csX0" fmla="*/ 19587 w 19586"/>
                <a:gd name="csY0" fmla="*/ 2866 h 33918"/>
                <a:gd name="csX1" fmla="*/ 17676 w 19586"/>
                <a:gd name="csY1" fmla="*/ 3822 h 33918"/>
                <a:gd name="csX2" fmla="*/ 16721 w 19586"/>
                <a:gd name="csY2" fmla="*/ 6210 h 33918"/>
                <a:gd name="csX3" fmla="*/ 15287 w 19586"/>
                <a:gd name="csY3" fmla="*/ 6688 h 33918"/>
                <a:gd name="csX4" fmla="*/ 14332 w 19586"/>
                <a:gd name="csY4" fmla="*/ 7166 h 33918"/>
                <a:gd name="csX5" fmla="*/ 13854 w 19586"/>
                <a:gd name="csY5" fmla="*/ 14809 h 33918"/>
                <a:gd name="csX6" fmla="*/ 16243 w 19586"/>
                <a:gd name="csY6" fmla="*/ 17676 h 33918"/>
                <a:gd name="csX7" fmla="*/ 14809 w 19586"/>
                <a:gd name="csY7" fmla="*/ 18154 h 33918"/>
                <a:gd name="csX8" fmla="*/ 13376 w 19586"/>
                <a:gd name="csY8" fmla="*/ 19109 h 33918"/>
                <a:gd name="csX9" fmla="*/ 12899 w 19586"/>
                <a:gd name="csY9" fmla="*/ 20065 h 33918"/>
                <a:gd name="csX10" fmla="*/ 11943 w 19586"/>
                <a:gd name="csY10" fmla="*/ 22931 h 33918"/>
                <a:gd name="csX11" fmla="*/ 8599 w 19586"/>
                <a:gd name="csY11" fmla="*/ 24364 h 33918"/>
                <a:gd name="csX12" fmla="*/ 7644 w 19586"/>
                <a:gd name="csY12" fmla="*/ 25797 h 33918"/>
                <a:gd name="csX13" fmla="*/ 5733 w 19586"/>
                <a:gd name="csY13" fmla="*/ 28186 h 33918"/>
                <a:gd name="csX14" fmla="*/ 4777 w 19586"/>
                <a:gd name="csY14" fmla="*/ 32008 h 33918"/>
                <a:gd name="csX15" fmla="*/ 2866 w 19586"/>
                <a:gd name="csY15" fmla="*/ 33441 h 33918"/>
                <a:gd name="csX16" fmla="*/ 956 w 19586"/>
                <a:gd name="csY16" fmla="*/ 33919 h 33918"/>
                <a:gd name="csX17" fmla="*/ 1911 w 19586"/>
                <a:gd name="csY17" fmla="*/ 30575 h 33918"/>
                <a:gd name="csX18" fmla="*/ 3822 w 19586"/>
                <a:gd name="csY18" fmla="*/ 28186 h 33918"/>
                <a:gd name="csX19" fmla="*/ 2389 w 19586"/>
                <a:gd name="csY19" fmla="*/ 26753 h 33918"/>
                <a:gd name="csX20" fmla="*/ 1433 w 19586"/>
                <a:gd name="csY20" fmla="*/ 23886 h 33918"/>
                <a:gd name="csX21" fmla="*/ 0 w 19586"/>
                <a:gd name="csY21" fmla="*/ 21975 h 33918"/>
                <a:gd name="csX22" fmla="*/ 956 w 19586"/>
                <a:gd name="csY22" fmla="*/ 19587 h 33918"/>
                <a:gd name="csX23" fmla="*/ 478 w 19586"/>
                <a:gd name="csY23" fmla="*/ 16243 h 33918"/>
                <a:gd name="csX24" fmla="*/ 956 w 19586"/>
                <a:gd name="csY24" fmla="*/ 12421 h 33918"/>
                <a:gd name="csX25" fmla="*/ 1911 w 19586"/>
                <a:gd name="csY25" fmla="*/ 10510 h 33918"/>
                <a:gd name="csX26" fmla="*/ 3822 w 19586"/>
                <a:gd name="csY26" fmla="*/ 9077 h 33918"/>
                <a:gd name="csX27" fmla="*/ 6210 w 19586"/>
                <a:gd name="csY27" fmla="*/ 5733 h 33918"/>
                <a:gd name="csX28" fmla="*/ 8599 w 19586"/>
                <a:gd name="csY28" fmla="*/ 2866 h 33918"/>
                <a:gd name="csX29" fmla="*/ 12421 w 19586"/>
                <a:gd name="csY29" fmla="*/ 1911 h 33918"/>
                <a:gd name="csX30" fmla="*/ 13854 w 19586"/>
                <a:gd name="csY30" fmla="*/ 2866 h 33918"/>
                <a:gd name="csX31" fmla="*/ 14809 w 19586"/>
                <a:gd name="csY31" fmla="*/ 478 h 33918"/>
                <a:gd name="csX32" fmla="*/ 15765 w 19586"/>
                <a:gd name="csY32" fmla="*/ 0 h 33918"/>
                <a:gd name="csX33" fmla="*/ 17198 w 19586"/>
                <a:gd name="csY33" fmla="*/ 478 h 33918"/>
                <a:gd name="csX34" fmla="*/ 19587 w 19586"/>
                <a:gd name="csY34" fmla="*/ 2866 h 3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19586" h="33918">
                  <a:moveTo>
                    <a:pt x="19587" y="2866"/>
                  </a:moveTo>
                  <a:lnTo>
                    <a:pt x="17676" y="3822"/>
                  </a:lnTo>
                  <a:lnTo>
                    <a:pt x="16721" y="6210"/>
                  </a:lnTo>
                  <a:lnTo>
                    <a:pt x="15287" y="6688"/>
                  </a:lnTo>
                  <a:lnTo>
                    <a:pt x="14332" y="7166"/>
                  </a:lnTo>
                  <a:lnTo>
                    <a:pt x="13854" y="14809"/>
                  </a:lnTo>
                  <a:lnTo>
                    <a:pt x="16243" y="17676"/>
                  </a:lnTo>
                  <a:lnTo>
                    <a:pt x="14809" y="18154"/>
                  </a:lnTo>
                  <a:lnTo>
                    <a:pt x="13376" y="19109"/>
                  </a:lnTo>
                  <a:lnTo>
                    <a:pt x="12899" y="20065"/>
                  </a:lnTo>
                  <a:lnTo>
                    <a:pt x="11943" y="22931"/>
                  </a:lnTo>
                  <a:lnTo>
                    <a:pt x="8599" y="24364"/>
                  </a:lnTo>
                  <a:lnTo>
                    <a:pt x="7644" y="25797"/>
                  </a:lnTo>
                  <a:lnTo>
                    <a:pt x="5733" y="28186"/>
                  </a:lnTo>
                  <a:lnTo>
                    <a:pt x="4777" y="32008"/>
                  </a:lnTo>
                  <a:lnTo>
                    <a:pt x="2866" y="33441"/>
                  </a:lnTo>
                  <a:lnTo>
                    <a:pt x="956" y="33919"/>
                  </a:lnTo>
                  <a:lnTo>
                    <a:pt x="1911" y="30575"/>
                  </a:lnTo>
                  <a:lnTo>
                    <a:pt x="3822" y="28186"/>
                  </a:lnTo>
                  <a:lnTo>
                    <a:pt x="2389" y="26753"/>
                  </a:lnTo>
                  <a:lnTo>
                    <a:pt x="1433" y="23886"/>
                  </a:lnTo>
                  <a:lnTo>
                    <a:pt x="0" y="21975"/>
                  </a:lnTo>
                  <a:lnTo>
                    <a:pt x="956" y="19587"/>
                  </a:lnTo>
                  <a:lnTo>
                    <a:pt x="478" y="16243"/>
                  </a:lnTo>
                  <a:lnTo>
                    <a:pt x="956" y="12421"/>
                  </a:lnTo>
                  <a:lnTo>
                    <a:pt x="1911" y="10510"/>
                  </a:lnTo>
                  <a:lnTo>
                    <a:pt x="3822" y="9077"/>
                  </a:lnTo>
                  <a:lnTo>
                    <a:pt x="6210" y="5733"/>
                  </a:lnTo>
                  <a:lnTo>
                    <a:pt x="8599" y="2866"/>
                  </a:lnTo>
                  <a:lnTo>
                    <a:pt x="12421" y="1911"/>
                  </a:lnTo>
                  <a:lnTo>
                    <a:pt x="13854" y="2866"/>
                  </a:lnTo>
                  <a:lnTo>
                    <a:pt x="14809" y="478"/>
                  </a:lnTo>
                  <a:lnTo>
                    <a:pt x="15765" y="0"/>
                  </a:lnTo>
                  <a:lnTo>
                    <a:pt x="17198" y="478"/>
                  </a:lnTo>
                  <a:lnTo>
                    <a:pt x="19587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5" name="Freeform 5414">
              <a:extLst>
                <a:ext uri="{FF2B5EF4-FFF2-40B4-BE49-F238E27FC236}">
                  <a16:creationId xmlns:a16="http://schemas.microsoft.com/office/drawing/2014/main" id="{D87C47FA-B357-4F8A-2EC9-600D8A44CFCD}"/>
                </a:ext>
              </a:extLst>
            </p:cNvPr>
            <p:cNvSpPr/>
            <p:nvPr/>
          </p:nvSpPr>
          <p:spPr>
            <a:xfrm>
              <a:off x="6208743" y="3460791"/>
              <a:ext cx="14331" cy="36785"/>
            </a:xfrm>
            <a:custGeom>
              <a:avLst/>
              <a:gdLst>
                <a:gd name="csX0" fmla="*/ 2867 w 14331"/>
                <a:gd name="csY0" fmla="*/ 34874 h 36785"/>
                <a:gd name="csX1" fmla="*/ 1911 w 14331"/>
                <a:gd name="csY1" fmla="*/ 36785 h 36785"/>
                <a:gd name="csX2" fmla="*/ 956 w 14331"/>
                <a:gd name="csY2" fmla="*/ 36307 h 36785"/>
                <a:gd name="csX3" fmla="*/ 0 w 14331"/>
                <a:gd name="csY3" fmla="*/ 34397 h 36785"/>
                <a:gd name="csX4" fmla="*/ 0 w 14331"/>
                <a:gd name="csY4" fmla="*/ 28664 h 36785"/>
                <a:gd name="csX5" fmla="*/ 478 w 14331"/>
                <a:gd name="csY5" fmla="*/ 25798 h 36785"/>
                <a:gd name="csX6" fmla="*/ 4777 w 14331"/>
                <a:gd name="csY6" fmla="*/ 15765 h 36785"/>
                <a:gd name="csX7" fmla="*/ 6688 w 14331"/>
                <a:gd name="csY7" fmla="*/ 14810 h 36785"/>
                <a:gd name="csX8" fmla="*/ 9555 w 14331"/>
                <a:gd name="csY8" fmla="*/ 8599 h 36785"/>
                <a:gd name="csX9" fmla="*/ 10032 w 14331"/>
                <a:gd name="csY9" fmla="*/ 5733 h 36785"/>
                <a:gd name="csX10" fmla="*/ 11466 w 14331"/>
                <a:gd name="csY10" fmla="*/ 3344 h 36785"/>
                <a:gd name="csX11" fmla="*/ 11943 w 14331"/>
                <a:gd name="csY11" fmla="*/ 956 h 36785"/>
                <a:gd name="csX12" fmla="*/ 12421 w 14331"/>
                <a:gd name="csY12" fmla="*/ 0 h 36785"/>
                <a:gd name="csX13" fmla="*/ 13854 w 14331"/>
                <a:gd name="csY13" fmla="*/ 478 h 36785"/>
                <a:gd name="csX14" fmla="*/ 14332 w 14331"/>
                <a:gd name="csY14" fmla="*/ 956 h 36785"/>
                <a:gd name="csX15" fmla="*/ 12899 w 14331"/>
                <a:gd name="csY15" fmla="*/ 1911 h 36785"/>
                <a:gd name="csX16" fmla="*/ 13377 w 14331"/>
                <a:gd name="csY16" fmla="*/ 3822 h 36785"/>
                <a:gd name="csX17" fmla="*/ 13377 w 14331"/>
                <a:gd name="csY17" fmla="*/ 4300 h 36785"/>
                <a:gd name="csX18" fmla="*/ 10032 w 14331"/>
                <a:gd name="csY18" fmla="*/ 11943 h 36785"/>
                <a:gd name="csX19" fmla="*/ 9077 w 14331"/>
                <a:gd name="csY19" fmla="*/ 16721 h 36785"/>
                <a:gd name="csX20" fmla="*/ 7644 w 14331"/>
                <a:gd name="csY20" fmla="*/ 17676 h 36785"/>
                <a:gd name="csX21" fmla="*/ 2867 w 14331"/>
                <a:gd name="csY21" fmla="*/ 34874 h 36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4331" h="36785">
                  <a:moveTo>
                    <a:pt x="2867" y="34874"/>
                  </a:moveTo>
                  <a:lnTo>
                    <a:pt x="1911" y="36785"/>
                  </a:lnTo>
                  <a:lnTo>
                    <a:pt x="956" y="36307"/>
                  </a:lnTo>
                  <a:lnTo>
                    <a:pt x="0" y="34397"/>
                  </a:lnTo>
                  <a:lnTo>
                    <a:pt x="0" y="28664"/>
                  </a:lnTo>
                  <a:lnTo>
                    <a:pt x="478" y="25798"/>
                  </a:lnTo>
                  <a:lnTo>
                    <a:pt x="4777" y="15765"/>
                  </a:lnTo>
                  <a:lnTo>
                    <a:pt x="6688" y="14810"/>
                  </a:lnTo>
                  <a:lnTo>
                    <a:pt x="9555" y="8599"/>
                  </a:lnTo>
                  <a:lnTo>
                    <a:pt x="10032" y="5733"/>
                  </a:lnTo>
                  <a:lnTo>
                    <a:pt x="11466" y="3344"/>
                  </a:lnTo>
                  <a:lnTo>
                    <a:pt x="11943" y="956"/>
                  </a:lnTo>
                  <a:lnTo>
                    <a:pt x="12421" y="0"/>
                  </a:lnTo>
                  <a:lnTo>
                    <a:pt x="13854" y="478"/>
                  </a:lnTo>
                  <a:lnTo>
                    <a:pt x="14332" y="956"/>
                  </a:lnTo>
                  <a:lnTo>
                    <a:pt x="12899" y="1911"/>
                  </a:lnTo>
                  <a:lnTo>
                    <a:pt x="13377" y="3822"/>
                  </a:lnTo>
                  <a:lnTo>
                    <a:pt x="13377" y="4300"/>
                  </a:lnTo>
                  <a:lnTo>
                    <a:pt x="10032" y="11943"/>
                  </a:lnTo>
                  <a:lnTo>
                    <a:pt x="9077" y="16721"/>
                  </a:lnTo>
                  <a:lnTo>
                    <a:pt x="7644" y="17676"/>
                  </a:lnTo>
                  <a:lnTo>
                    <a:pt x="2867" y="3487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6" name="Freeform 5415">
              <a:extLst>
                <a:ext uri="{FF2B5EF4-FFF2-40B4-BE49-F238E27FC236}">
                  <a16:creationId xmlns:a16="http://schemas.microsoft.com/office/drawing/2014/main" id="{E64A393A-FAB9-9395-5936-1F24E9389246}"/>
                </a:ext>
              </a:extLst>
            </p:cNvPr>
            <p:cNvSpPr/>
            <p:nvPr/>
          </p:nvSpPr>
          <p:spPr>
            <a:xfrm>
              <a:off x="7939079" y="4708621"/>
              <a:ext cx="7165" cy="2866"/>
            </a:xfrm>
            <a:custGeom>
              <a:avLst/>
              <a:gdLst>
                <a:gd name="csX0" fmla="*/ 6688 w 7165"/>
                <a:gd name="csY0" fmla="*/ 1911 h 2866"/>
                <a:gd name="csX1" fmla="*/ 3344 w 7165"/>
                <a:gd name="csY1" fmla="*/ 2866 h 2866"/>
                <a:gd name="csX2" fmla="*/ 0 w 7165"/>
                <a:gd name="csY2" fmla="*/ 1911 h 2866"/>
                <a:gd name="csX3" fmla="*/ 1433 w 7165"/>
                <a:gd name="csY3" fmla="*/ 0 h 2866"/>
                <a:gd name="csX4" fmla="*/ 3344 w 7165"/>
                <a:gd name="csY4" fmla="*/ 0 h 2866"/>
                <a:gd name="csX5" fmla="*/ 5255 w 7165"/>
                <a:gd name="csY5" fmla="*/ 478 h 2866"/>
                <a:gd name="csX6" fmla="*/ 6210 w 7165"/>
                <a:gd name="csY6" fmla="*/ 956 h 2866"/>
                <a:gd name="csX7" fmla="*/ 7166 w 7165"/>
                <a:gd name="csY7" fmla="*/ 1433 h 2866"/>
                <a:gd name="csX8" fmla="*/ 6688 w 7165"/>
                <a:gd name="csY8" fmla="*/ 1911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65" h="2866">
                  <a:moveTo>
                    <a:pt x="6688" y="1911"/>
                  </a:moveTo>
                  <a:lnTo>
                    <a:pt x="3344" y="2866"/>
                  </a:lnTo>
                  <a:lnTo>
                    <a:pt x="0" y="1911"/>
                  </a:lnTo>
                  <a:lnTo>
                    <a:pt x="1433" y="0"/>
                  </a:lnTo>
                  <a:lnTo>
                    <a:pt x="3344" y="0"/>
                  </a:lnTo>
                  <a:lnTo>
                    <a:pt x="5255" y="478"/>
                  </a:lnTo>
                  <a:lnTo>
                    <a:pt x="6210" y="956"/>
                  </a:lnTo>
                  <a:lnTo>
                    <a:pt x="7166" y="1433"/>
                  </a:lnTo>
                  <a:lnTo>
                    <a:pt x="668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7" name="Freeform 5416">
              <a:extLst>
                <a:ext uri="{FF2B5EF4-FFF2-40B4-BE49-F238E27FC236}">
                  <a16:creationId xmlns:a16="http://schemas.microsoft.com/office/drawing/2014/main" id="{353054D1-0B33-3A6F-D96D-059038D583D1}"/>
                </a:ext>
              </a:extLst>
            </p:cNvPr>
            <p:cNvSpPr/>
            <p:nvPr/>
          </p:nvSpPr>
          <p:spPr>
            <a:xfrm>
              <a:off x="5597727" y="4877259"/>
              <a:ext cx="2388" cy="1911"/>
            </a:xfrm>
            <a:custGeom>
              <a:avLst/>
              <a:gdLst>
                <a:gd name="csX0" fmla="*/ 956 w 2388"/>
                <a:gd name="csY0" fmla="*/ 1911 h 1911"/>
                <a:gd name="csX1" fmla="*/ 478 w 2388"/>
                <a:gd name="csY1" fmla="*/ 1911 h 1911"/>
                <a:gd name="csX2" fmla="*/ 478 w 2388"/>
                <a:gd name="csY2" fmla="*/ 1911 h 1911"/>
                <a:gd name="csX3" fmla="*/ 0 w 2388"/>
                <a:gd name="csY3" fmla="*/ 1433 h 1911"/>
                <a:gd name="csX4" fmla="*/ 478 w 2388"/>
                <a:gd name="csY4" fmla="*/ 478 h 1911"/>
                <a:gd name="csX5" fmla="*/ 956 w 2388"/>
                <a:gd name="csY5" fmla="*/ 0 h 1911"/>
                <a:gd name="csX6" fmla="*/ 1433 w 2388"/>
                <a:gd name="csY6" fmla="*/ 478 h 1911"/>
                <a:gd name="csX7" fmla="*/ 1911 w 2388"/>
                <a:gd name="csY7" fmla="*/ 956 h 1911"/>
                <a:gd name="csX8" fmla="*/ 2389 w 2388"/>
                <a:gd name="csY8" fmla="*/ 956 h 1911"/>
                <a:gd name="csX9" fmla="*/ 1911 w 2388"/>
                <a:gd name="csY9" fmla="*/ 1433 h 1911"/>
                <a:gd name="csX10" fmla="*/ 956 w 2388"/>
                <a:gd name="csY10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1911">
                  <a:moveTo>
                    <a:pt x="956" y="1911"/>
                  </a:moveTo>
                  <a:lnTo>
                    <a:pt x="478" y="1911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433" y="478"/>
                  </a:lnTo>
                  <a:lnTo>
                    <a:pt x="1911" y="956"/>
                  </a:lnTo>
                  <a:lnTo>
                    <a:pt x="2389" y="956"/>
                  </a:lnTo>
                  <a:lnTo>
                    <a:pt x="1911" y="1433"/>
                  </a:lnTo>
                  <a:lnTo>
                    <a:pt x="95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8" name="Freeform 5417">
              <a:extLst>
                <a:ext uri="{FF2B5EF4-FFF2-40B4-BE49-F238E27FC236}">
                  <a16:creationId xmlns:a16="http://schemas.microsoft.com/office/drawing/2014/main" id="{083DA5F1-5835-D93F-D11A-DAEEBA93F388}"/>
                </a:ext>
              </a:extLst>
            </p:cNvPr>
            <p:cNvSpPr/>
            <p:nvPr/>
          </p:nvSpPr>
          <p:spPr>
            <a:xfrm>
              <a:off x="5769232" y="5025833"/>
              <a:ext cx="2388" cy="1910"/>
            </a:xfrm>
            <a:custGeom>
              <a:avLst/>
              <a:gdLst>
                <a:gd name="csX0" fmla="*/ 1433 w 2388"/>
                <a:gd name="csY0" fmla="*/ 1911 h 1910"/>
                <a:gd name="csX1" fmla="*/ 0 w 2388"/>
                <a:gd name="csY1" fmla="*/ 1911 h 1910"/>
                <a:gd name="csX2" fmla="*/ 0 w 2388"/>
                <a:gd name="csY2" fmla="*/ 955 h 1910"/>
                <a:gd name="csX3" fmla="*/ 1433 w 2388"/>
                <a:gd name="csY3" fmla="*/ 0 h 1910"/>
                <a:gd name="csX4" fmla="*/ 2389 w 2388"/>
                <a:gd name="csY4" fmla="*/ 0 h 1910"/>
                <a:gd name="csX5" fmla="*/ 2389 w 2388"/>
                <a:gd name="csY5" fmla="*/ 955 h 1910"/>
                <a:gd name="csX6" fmla="*/ 1433 w 2388"/>
                <a:gd name="csY6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910">
                  <a:moveTo>
                    <a:pt x="1433" y="1911"/>
                  </a:moveTo>
                  <a:lnTo>
                    <a:pt x="0" y="1911"/>
                  </a:lnTo>
                  <a:lnTo>
                    <a:pt x="0" y="955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389" y="955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9" name="Freeform 5418">
              <a:extLst>
                <a:ext uri="{FF2B5EF4-FFF2-40B4-BE49-F238E27FC236}">
                  <a16:creationId xmlns:a16="http://schemas.microsoft.com/office/drawing/2014/main" id="{5E86B0A5-B1B8-7AA6-60F3-17379F6CBF82}"/>
                </a:ext>
              </a:extLst>
            </p:cNvPr>
            <p:cNvSpPr/>
            <p:nvPr/>
          </p:nvSpPr>
          <p:spPr>
            <a:xfrm>
              <a:off x="6149027" y="3772271"/>
              <a:ext cx="62104" cy="37740"/>
            </a:xfrm>
            <a:custGeom>
              <a:avLst/>
              <a:gdLst>
                <a:gd name="csX0" fmla="*/ 62105 w 62104"/>
                <a:gd name="csY0" fmla="*/ 9555 h 37740"/>
                <a:gd name="csX1" fmla="*/ 60672 w 62104"/>
                <a:gd name="csY1" fmla="*/ 9077 h 37740"/>
                <a:gd name="csX2" fmla="*/ 60672 w 62104"/>
                <a:gd name="csY2" fmla="*/ 9077 h 37740"/>
                <a:gd name="csX3" fmla="*/ 58283 w 62104"/>
                <a:gd name="csY3" fmla="*/ 8599 h 37740"/>
                <a:gd name="csX4" fmla="*/ 58283 w 62104"/>
                <a:gd name="csY4" fmla="*/ 8599 h 37740"/>
                <a:gd name="csX5" fmla="*/ 57805 w 62104"/>
                <a:gd name="csY5" fmla="*/ 9077 h 37740"/>
                <a:gd name="csX6" fmla="*/ 57328 w 62104"/>
                <a:gd name="csY6" fmla="*/ 9555 h 37740"/>
                <a:gd name="csX7" fmla="*/ 56850 w 62104"/>
                <a:gd name="csY7" fmla="*/ 10032 h 37740"/>
                <a:gd name="csX8" fmla="*/ 56850 w 62104"/>
                <a:gd name="csY8" fmla="*/ 12421 h 37740"/>
                <a:gd name="csX9" fmla="*/ 56850 w 62104"/>
                <a:gd name="csY9" fmla="*/ 12421 h 37740"/>
                <a:gd name="csX10" fmla="*/ 56372 w 62104"/>
                <a:gd name="csY10" fmla="*/ 12899 h 37740"/>
                <a:gd name="csX11" fmla="*/ 53984 w 62104"/>
                <a:gd name="csY11" fmla="*/ 12899 h 37740"/>
                <a:gd name="csX12" fmla="*/ 53506 w 62104"/>
                <a:gd name="csY12" fmla="*/ 12899 h 37740"/>
                <a:gd name="csX13" fmla="*/ 52073 w 62104"/>
                <a:gd name="csY13" fmla="*/ 14809 h 37740"/>
                <a:gd name="csX14" fmla="*/ 50639 w 62104"/>
                <a:gd name="csY14" fmla="*/ 15287 h 37740"/>
                <a:gd name="csX15" fmla="*/ 49206 w 62104"/>
                <a:gd name="csY15" fmla="*/ 15765 h 37740"/>
                <a:gd name="csX16" fmla="*/ 47773 w 62104"/>
                <a:gd name="csY16" fmla="*/ 16721 h 37740"/>
                <a:gd name="csX17" fmla="*/ 46340 w 62104"/>
                <a:gd name="csY17" fmla="*/ 17198 h 37740"/>
                <a:gd name="csX18" fmla="*/ 44907 w 62104"/>
                <a:gd name="csY18" fmla="*/ 17198 h 37740"/>
                <a:gd name="csX19" fmla="*/ 44907 w 62104"/>
                <a:gd name="csY19" fmla="*/ 17676 h 37740"/>
                <a:gd name="csX20" fmla="*/ 44429 w 62104"/>
                <a:gd name="csY20" fmla="*/ 18154 h 37740"/>
                <a:gd name="csX21" fmla="*/ 43951 w 62104"/>
                <a:gd name="csY21" fmla="*/ 19109 h 37740"/>
                <a:gd name="csX22" fmla="*/ 43951 w 62104"/>
                <a:gd name="csY22" fmla="*/ 20065 h 37740"/>
                <a:gd name="csX23" fmla="*/ 45384 w 62104"/>
                <a:gd name="csY23" fmla="*/ 21498 h 37740"/>
                <a:gd name="csX24" fmla="*/ 45384 w 62104"/>
                <a:gd name="csY24" fmla="*/ 22931 h 37740"/>
                <a:gd name="csX25" fmla="*/ 45384 w 62104"/>
                <a:gd name="csY25" fmla="*/ 25320 h 37740"/>
                <a:gd name="csX26" fmla="*/ 44907 w 62104"/>
                <a:gd name="csY26" fmla="*/ 26275 h 37740"/>
                <a:gd name="csX27" fmla="*/ 44907 w 62104"/>
                <a:gd name="csY27" fmla="*/ 26275 h 37740"/>
                <a:gd name="csX28" fmla="*/ 44429 w 62104"/>
                <a:gd name="csY28" fmla="*/ 26753 h 37740"/>
                <a:gd name="csX29" fmla="*/ 44429 w 62104"/>
                <a:gd name="csY29" fmla="*/ 26753 h 37740"/>
                <a:gd name="csX30" fmla="*/ 44429 w 62104"/>
                <a:gd name="csY30" fmla="*/ 27231 h 37740"/>
                <a:gd name="csX31" fmla="*/ 41085 w 62104"/>
                <a:gd name="csY31" fmla="*/ 27708 h 37740"/>
                <a:gd name="csX32" fmla="*/ 41085 w 62104"/>
                <a:gd name="csY32" fmla="*/ 28186 h 37740"/>
                <a:gd name="csX33" fmla="*/ 37741 w 62104"/>
                <a:gd name="csY33" fmla="*/ 29619 h 37740"/>
                <a:gd name="csX34" fmla="*/ 37741 w 62104"/>
                <a:gd name="csY34" fmla="*/ 29619 h 37740"/>
                <a:gd name="csX35" fmla="*/ 37741 w 62104"/>
                <a:gd name="csY35" fmla="*/ 30097 h 37740"/>
                <a:gd name="csX36" fmla="*/ 39174 w 62104"/>
                <a:gd name="csY36" fmla="*/ 31530 h 37740"/>
                <a:gd name="csX37" fmla="*/ 39174 w 62104"/>
                <a:gd name="csY37" fmla="*/ 31530 h 37740"/>
                <a:gd name="csX38" fmla="*/ 39174 w 62104"/>
                <a:gd name="csY38" fmla="*/ 32008 h 37740"/>
                <a:gd name="csX39" fmla="*/ 39174 w 62104"/>
                <a:gd name="csY39" fmla="*/ 32008 h 37740"/>
                <a:gd name="csX40" fmla="*/ 37741 w 62104"/>
                <a:gd name="csY40" fmla="*/ 32963 h 37740"/>
                <a:gd name="csX41" fmla="*/ 37741 w 62104"/>
                <a:gd name="csY41" fmla="*/ 33441 h 37740"/>
                <a:gd name="csX42" fmla="*/ 37741 w 62104"/>
                <a:gd name="csY42" fmla="*/ 34397 h 37740"/>
                <a:gd name="csX43" fmla="*/ 38696 w 62104"/>
                <a:gd name="csY43" fmla="*/ 35830 h 37740"/>
                <a:gd name="csX44" fmla="*/ 38696 w 62104"/>
                <a:gd name="csY44" fmla="*/ 36785 h 37740"/>
                <a:gd name="csX45" fmla="*/ 38696 w 62104"/>
                <a:gd name="csY45" fmla="*/ 36785 h 37740"/>
                <a:gd name="csX46" fmla="*/ 36785 w 62104"/>
                <a:gd name="csY46" fmla="*/ 37263 h 37740"/>
                <a:gd name="csX47" fmla="*/ 36785 w 62104"/>
                <a:gd name="csY47" fmla="*/ 37263 h 37740"/>
                <a:gd name="csX48" fmla="*/ 34397 w 62104"/>
                <a:gd name="csY48" fmla="*/ 36785 h 37740"/>
                <a:gd name="csX49" fmla="*/ 31052 w 62104"/>
                <a:gd name="csY49" fmla="*/ 35830 h 37740"/>
                <a:gd name="csX50" fmla="*/ 30097 w 62104"/>
                <a:gd name="csY50" fmla="*/ 35830 h 37740"/>
                <a:gd name="csX51" fmla="*/ 29142 w 62104"/>
                <a:gd name="csY51" fmla="*/ 36785 h 37740"/>
                <a:gd name="csX52" fmla="*/ 28186 w 62104"/>
                <a:gd name="csY52" fmla="*/ 36307 h 37740"/>
                <a:gd name="csX53" fmla="*/ 26753 w 62104"/>
                <a:gd name="csY53" fmla="*/ 35352 h 37740"/>
                <a:gd name="csX54" fmla="*/ 26753 w 62104"/>
                <a:gd name="csY54" fmla="*/ 35352 h 37740"/>
                <a:gd name="csX55" fmla="*/ 25320 w 62104"/>
                <a:gd name="csY55" fmla="*/ 33919 h 37740"/>
                <a:gd name="csX56" fmla="*/ 24364 w 62104"/>
                <a:gd name="csY56" fmla="*/ 32963 h 37740"/>
                <a:gd name="csX57" fmla="*/ 23886 w 62104"/>
                <a:gd name="csY57" fmla="*/ 31530 h 37740"/>
                <a:gd name="csX58" fmla="*/ 23409 w 62104"/>
                <a:gd name="csY58" fmla="*/ 31530 h 37740"/>
                <a:gd name="csX59" fmla="*/ 23409 w 62104"/>
                <a:gd name="csY59" fmla="*/ 31530 h 37740"/>
                <a:gd name="csX60" fmla="*/ 22931 w 62104"/>
                <a:gd name="csY60" fmla="*/ 32008 h 37740"/>
                <a:gd name="csX61" fmla="*/ 22453 w 62104"/>
                <a:gd name="csY61" fmla="*/ 33441 h 37740"/>
                <a:gd name="csX62" fmla="*/ 21020 w 62104"/>
                <a:gd name="csY62" fmla="*/ 35352 h 37740"/>
                <a:gd name="csX63" fmla="*/ 19587 w 62104"/>
                <a:gd name="csY63" fmla="*/ 36307 h 37740"/>
                <a:gd name="csX64" fmla="*/ 18154 w 62104"/>
                <a:gd name="csY64" fmla="*/ 35830 h 37740"/>
                <a:gd name="csX65" fmla="*/ 17676 w 62104"/>
                <a:gd name="csY65" fmla="*/ 35830 h 37740"/>
                <a:gd name="csX66" fmla="*/ 15765 w 62104"/>
                <a:gd name="csY66" fmla="*/ 35830 h 37740"/>
                <a:gd name="csX67" fmla="*/ 14332 w 62104"/>
                <a:gd name="csY67" fmla="*/ 36307 h 37740"/>
                <a:gd name="csX68" fmla="*/ 13854 w 62104"/>
                <a:gd name="csY68" fmla="*/ 36307 h 37740"/>
                <a:gd name="csX69" fmla="*/ 13854 w 62104"/>
                <a:gd name="csY69" fmla="*/ 36307 h 37740"/>
                <a:gd name="csX70" fmla="*/ 12421 w 62104"/>
                <a:gd name="csY70" fmla="*/ 35352 h 37740"/>
                <a:gd name="csX71" fmla="*/ 11943 w 62104"/>
                <a:gd name="csY71" fmla="*/ 35352 h 37740"/>
                <a:gd name="csX72" fmla="*/ 11943 w 62104"/>
                <a:gd name="csY72" fmla="*/ 35830 h 37740"/>
                <a:gd name="csX73" fmla="*/ 11943 w 62104"/>
                <a:gd name="csY73" fmla="*/ 35830 h 37740"/>
                <a:gd name="csX74" fmla="*/ 11943 w 62104"/>
                <a:gd name="csY74" fmla="*/ 36307 h 37740"/>
                <a:gd name="csX75" fmla="*/ 10988 w 62104"/>
                <a:gd name="csY75" fmla="*/ 36785 h 37740"/>
                <a:gd name="csX76" fmla="*/ 10988 w 62104"/>
                <a:gd name="csY76" fmla="*/ 36785 h 37740"/>
                <a:gd name="csX77" fmla="*/ 10032 w 62104"/>
                <a:gd name="csY77" fmla="*/ 37741 h 37740"/>
                <a:gd name="csX78" fmla="*/ 10032 w 62104"/>
                <a:gd name="csY78" fmla="*/ 37741 h 37740"/>
                <a:gd name="csX79" fmla="*/ 4777 w 62104"/>
                <a:gd name="csY79" fmla="*/ 36307 h 37740"/>
                <a:gd name="csX80" fmla="*/ 3822 w 62104"/>
                <a:gd name="csY80" fmla="*/ 35352 h 37740"/>
                <a:gd name="csX81" fmla="*/ 5255 w 62104"/>
                <a:gd name="csY81" fmla="*/ 34874 h 37740"/>
                <a:gd name="csX82" fmla="*/ 6688 w 62104"/>
                <a:gd name="csY82" fmla="*/ 33441 h 37740"/>
                <a:gd name="csX83" fmla="*/ 8121 w 62104"/>
                <a:gd name="csY83" fmla="*/ 33441 h 37740"/>
                <a:gd name="csX84" fmla="*/ 9077 w 62104"/>
                <a:gd name="csY84" fmla="*/ 33441 h 37740"/>
                <a:gd name="csX85" fmla="*/ 10032 w 62104"/>
                <a:gd name="csY85" fmla="*/ 32486 h 37740"/>
                <a:gd name="csX86" fmla="*/ 9077 w 62104"/>
                <a:gd name="csY86" fmla="*/ 31052 h 37740"/>
                <a:gd name="csX87" fmla="*/ 6688 w 62104"/>
                <a:gd name="csY87" fmla="*/ 28664 h 37740"/>
                <a:gd name="csX88" fmla="*/ 5733 w 62104"/>
                <a:gd name="csY88" fmla="*/ 28186 h 37740"/>
                <a:gd name="csX89" fmla="*/ 4300 w 62104"/>
                <a:gd name="csY89" fmla="*/ 27708 h 37740"/>
                <a:gd name="csX90" fmla="*/ 3822 w 62104"/>
                <a:gd name="csY90" fmla="*/ 26753 h 37740"/>
                <a:gd name="csX91" fmla="*/ 4777 w 62104"/>
                <a:gd name="csY91" fmla="*/ 23886 h 37740"/>
                <a:gd name="csX92" fmla="*/ 4300 w 62104"/>
                <a:gd name="csY92" fmla="*/ 23409 h 37740"/>
                <a:gd name="csX93" fmla="*/ 2867 w 62104"/>
                <a:gd name="csY93" fmla="*/ 23409 h 37740"/>
                <a:gd name="csX94" fmla="*/ 2389 w 62104"/>
                <a:gd name="csY94" fmla="*/ 22931 h 37740"/>
                <a:gd name="csX95" fmla="*/ 2389 w 62104"/>
                <a:gd name="csY95" fmla="*/ 22931 h 37740"/>
                <a:gd name="csX96" fmla="*/ 1911 w 62104"/>
                <a:gd name="csY96" fmla="*/ 22453 h 37740"/>
                <a:gd name="csX97" fmla="*/ 2389 w 62104"/>
                <a:gd name="csY97" fmla="*/ 21498 h 37740"/>
                <a:gd name="csX98" fmla="*/ 3344 w 62104"/>
                <a:gd name="csY98" fmla="*/ 20542 h 37740"/>
                <a:gd name="csX99" fmla="*/ 4777 w 62104"/>
                <a:gd name="csY99" fmla="*/ 19109 h 37740"/>
                <a:gd name="csX100" fmla="*/ 5255 w 62104"/>
                <a:gd name="csY100" fmla="*/ 18632 h 37740"/>
                <a:gd name="csX101" fmla="*/ 5255 w 62104"/>
                <a:gd name="csY101" fmla="*/ 18154 h 37740"/>
                <a:gd name="csX102" fmla="*/ 3344 w 62104"/>
                <a:gd name="csY102" fmla="*/ 17676 h 37740"/>
                <a:gd name="csX103" fmla="*/ 2389 w 62104"/>
                <a:gd name="csY103" fmla="*/ 17198 h 37740"/>
                <a:gd name="csX104" fmla="*/ 1433 w 62104"/>
                <a:gd name="csY104" fmla="*/ 16721 h 37740"/>
                <a:gd name="csX105" fmla="*/ 956 w 62104"/>
                <a:gd name="csY105" fmla="*/ 17198 h 37740"/>
                <a:gd name="csX106" fmla="*/ 478 w 62104"/>
                <a:gd name="csY106" fmla="*/ 16721 h 37740"/>
                <a:gd name="csX107" fmla="*/ 0 w 62104"/>
                <a:gd name="csY107" fmla="*/ 15765 h 37740"/>
                <a:gd name="csX108" fmla="*/ 478 w 62104"/>
                <a:gd name="csY108" fmla="*/ 14332 h 37740"/>
                <a:gd name="csX109" fmla="*/ 1911 w 62104"/>
                <a:gd name="csY109" fmla="*/ 12899 h 37740"/>
                <a:gd name="csX110" fmla="*/ 3822 w 62104"/>
                <a:gd name="csY110" fmla="*/ 11943 h 37740"/>
                <a:gd name="csX111" fmla="*/ 5255 w 62104"/>
                <a:gd name="csY111" fmla="*/ 10988 h 37740"/>
                <a:gd name="csX112" fmla="*/ 6211 w 62104"/>
                <a:gd name="csY112" fmla="*/ 10510 h 37740"/>
                <a:gd name="csX113" fmla="*/ 6211 w 62104"/>
                <a:gd name="csY113" fmla="*/ 9077 h 37740"/>
                <a:gd name="csX114" fmla="*/ 7166 w 62104"/>
                <a:gd name="csY114" fmla="*/ 9077 h 37740"/>
                <a:gd name="csX115" fmla="*/ 9077 w 62104"/>
                <a:gd name="csY115" fmla="*/ 9077 h 37740"/>
                <a:gd name="csX116" fmla="*/ 10988 w 62104"/>
                <a:gd name="csY116" fmla="*/ 9555 h 37740"/>
                <a:gd name="csX117" fmla="*/ 12899 w 62104"/>
                <a:gd name="csY117" fmla="*/ 10032 h 37740"/>
                <a:gd name="csX118" fmla="*/ 14332 w 62104"/>
                <a:gd name="csY118" fmla="*/ 10510 h 37740"/>
                <a:gd name="csX119" fmla="*/ 17676 w 62104"/>
                <a:gd name="csY119" fmla="*/ 10988 h 37740"/>
                <a:gd name="csX120" fmla="*/ 20543 w 62104"/>
                <a:gd name="csY120" fmla="*/ 11466 h 37740"/>
                <a:gd name="csX121" fmla="*/ 21498 w 62104"/>
                <a:gd name="csY121" fmla="*/ 11943 h 37740"/>
                <a:gd name="csX122" fmla="*/ 22453 w 62104"/>
                <a:gd name="csY122" fmla="*/ 11943 h 37740"/>
                <a:gd name="csX123" fmla="*/ 23409 w 62104"/>
                <a:gd name="csY123" fmla="*/ 12421 h 37740"/>
                <a:gd name="csX124" fmla="*/ 23886 w 62104"/>
                <a:gd name="csY124" fmla="*/ 11943 h 37740"/>
                <a:gd name="csX125" fmla="*/ 24364 w 62104"/>
                <a:gd name="csY125" fmla="*/ 11466 h 37740"/>
                <a:gd name="csX126" fmla="*/ 25798 w 62104"/>
                <a:gd name="csY126" fmla="*/ 10510 h 37740"/>
                <a:gd name="csX127" fmla="*/ 27231 w 62104"/>
                <a:gd name="csY127" fmla="*/ 9555 h 37740"/>
                <a:gd name="csX128" fmla="*/ 28186 w 62104"/>
                <a:gd name="csY128" fmla="*/ 8599 h 37740"/>
                <a:gd name="csX129" fmla="*/ 29142 w 62104"/>
                <a:gd name="csY129" fmla="*/ 7644 h 37740"/>
                <a:gd name="csX130" fmla="*/ 30097 w 62104"/>
                <a:gd name="csY130" fmla="*/ 6688 h 37740"/>
                <a:gd name="csX131" fmla="*/ 31052 w 62104"/>
                <a:gd name="csY131" fmla="*/ 6688 h 37740"/>
                <a:gd name="csX132" fmla="*/ 32008 w 62104"/>
                <a:gd name="csY132" fmla="*/ 6210 h 37740"/>
                <a:gd name="csX133" fmla="*/ 36308 w 62104"/>
                <a:gd name="csY133" fmla="*/ 5733 h 37740"/>
                <a:gd name="csX134" fmla="*/ 41085 w 62104"/>
                <a:gd name="csY134" fmla="*/ 6210 h 37740"/>
                <a:gd name="csX135" fmla="*/ 42996 w 62104"/>
                <a:gd name="csY135" fmla="*/ 5733 h 37740"/>
                <a:gd name="csX136" fmla="*/ 44907 w 62104"/>
                <a:gd name="csY136" fmla="*/ 4300 h 37740"/>
                <a:gd name="csX137" fmla="*/ 47295 w 62104"/>
                <a:gd name="csY137" fmla="*/ 3822 h 37740"/>
                <a:gd name="csX138" fmla="*/ 47295 w 62104"/>
                <a:gd name="csY138" fmla="*/ 3822 h 37740"/>
                <a:gd name="csX139" fmla="*/ 51117 w 62104"/>
                <a:gd name="csY139" fmla="*/ 4777 h 37740"/>
                <a:gd name="csX140" fmla="*/ 51595 w 62104"/>
                <a:gd name="csY140" fmla="*/ 4300 h 37740"/>
                <a:gd name="csX141" fmla="*/ 51595 w 62104"/>
                <a:gd name="csY141" fmla="*/ 4300 h 37740"/>
                <a:gd name="csX142" fmla="*/ 51595 w 62104"/>
                <a:gd name="csY142" fmla="*/ 1433 h 37740"/>
                <a:gd name="csX143" fmla="*/ 52550 w 62104"/>
                <a:gd name="csY143" fmla="*/ 478 h 37740"/>
                <a:gd name="csX144" fmla="*/ 53984 w 62104"/>
                <a:gd name="csY144" fmla="*/ 0 h 37740"/>
                <a:gd name="csX145" fmla="*/ 57805 w 62104"/>
                <a:gd name="csY145" fmla="*/ 0 h 37740"/>
                <a:gd name="csX146" fmla="*/ 58283 w 62104"/>
                <a:gd name="csY146" fmla="*/ 956 h 37740"/>
                <a:gd name="csX147" fmla="*/ 58283 w 62104"/>
                <a:gd name="csY147" fmla="*/ 1911 h 37740"/>
                <a:gd name="csX148" fmla="*/ 58761 w 62104"/>
                <a:gd name="csY148" fmla="*/ 3822 h 37740"/>
                <a:gd name="csX149" fmla="*/ 59239 w 62104"/>
                <a:gd name="csY149" fmla="*/ 4300 h 37740"/>
                <a:gd name="csX150" fmla="*/ 59716 w 62104"/>
                <a:gd name="csY150" fmla="*/ 4777 h 37740"/>
                <a:gd name="csX151" fmla="*/ 59716 w 62104"/>
                <a:gd name="csY151" fmla="*/ 5733 h 37740"/>
                <a:gd name="csX152" fmla="*/ 60194 w 62104"/>
                <a:gd name="csY152" fmla="*/ 6688 h 37740"/>
                <a:gd name="csX153" fmla="*/ 62105 w 62104"/>
                <a:gd name="csY153" fmla="*/ 9077 h 37740"/>
                <a:gd name="csX154" fmla="*/ 62105 w 62104"/>
                <a:gd name="csY154" fmla="*/ 9555 h 37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</a:cxnLst>
              <a:rect l="l" t="t" r="r" b="b"/>
              <a:pathLst>
                <a:path w="62104" h="37740">
                  <a:moveTo>
                    <a:pt x="62105" y="9555"/>
                  </a:moveTo>
                  <a:lnTo>
                    <a:pt x="60672" y="9077"/>
                  </a:lnTo>
                  <a:lnTo>
                    <a:pt x="60672" y="9077"/>
                  </a:lnTo>
                  <a:lnTo>
                    <a:pt x="58283" y="8599"/>
                  </a:lnTo>
                  <a:lnTo>
                    <a:pt x="58283" y="8599"/>
                  </a:lnTo>
                  <a:lnTo>
                    <a:pt x="57805" y="9077"/>
                  </a:lnTo>
                  <a:lnTo>
                    <a:pt x="57328" y="9555"/>
                  </a:lnTo>
                  <a:lnTo>
                    <a:pt x="56850" y="10032"/>
                  </a:lnTo>
                  <a:lnTo>
                    <a:pt x="56850" y="12421"/>
                  </a:lnTo>
                  <a:lnTo>
                    <a:pt x="56850" y="12421"/>
                  </a:lnTo>
                  <a:lnTo>
                    <a:pt x="56372" y="12899"/>
                  </a:lnTo>
                  <a:lnTo>
                    <a:pt x="53984" y="12899"/>
                  </a:lnTo>
                  <a:lnTo>
                    <a:pt x="53506" y="12899"/>
                  </a:lnTo>
                  <a:lnTo>
                    <a:pt x="52073" y="14809"/>
                  </a:lnTo>
                  <a:lnTo>
                    <a:pt x="50639" y="15287"/>
                  </a:lnTo>
                  <a:lnTo>
                    <a:pt x="49206" y="15765"/>
                  </a:lnTo>
                  <a:lnTo>
                    <a:pt x="47773" y="16721"/>
                  </a:lnTo>
                  <a:lnTo>
                    <a:pt x="46340" y="17198"/>
                  </a:lnTo>
                  <a:lnTo>
                    <a:pt x="44907" y="17198"/>
                  </a:lnTo>
                  <a:lnTo>
                    <a:pt x="44907" y="17676"/>
                  </a:lnTo>
                  <a:lnTo>
                    <a:pt x="44429" y="18154"/>
                  </a:lnTo>
                  <a:lnTo>
                    <a:pt x="43951" y="19109"/>
                  </a:lnTo>
                  <a:lnTo>
                    <a:pt x="43951" y="20065"/>
                  </a:lnTo>
                  <a:lnTo>
                    <a:pt x="45384" y="21498"/>
                  </a:lnTo>
                  <a:lnTo>
                    <a:pt x="45384" y="22931"/>
                  </a:lnTo>
                  <a:lnTo>
                    <a:pt x="45384" y="25320"/>
                  </a:lnTo>
                  <a:lnTo>
                    <a:pt x="44907" y="26275"/>
                  </a:lnTo>
                  <a:lnTo>
                    <a:pt x="44907" y="26275"/>
                  </a:lnTo>
                  <a:lnTo>
                    <a:pt x="44429" y="26753"/>
                  </a:lnTo>
                  <a:lnTo>
                    <a:pt x="44429" y="26753"/>
                  </a:lnTo>
                  <a:lnTo>
                    <a:pt x="44429" y="27231"/>
                  </a:lnTo>
                  <a:lnTo>
                    <a:pt x="41085" y="27708"/>
                  </a:lnTo>
                  <a:lnTo>
                    <a:pt x="41085" y="28186"/>
                  </a:lnTo>
                  <a:lnTo>
                    <a:pt x="37741" y="29619"/>
                  </a:lnTo>
                  <a:lnTo>
                    <a:pt x="37741" y="29619"/>
                  </a:lnTo>
                  <a:lnTo>
                    <a:pt x="37741" y="30097"/>
                  </a:lnTo>
                  <a:lnTo>
                    <a:pt x="39174" y="31530"/>
                  </a:lnTo>
                  <a:lnTo>
                    <a:pt x="39174" y="31530"/>
                  </a:lnTo>
                  <a:lnTo>
                    <a:pt x="39174" y="32008"/>
                  </a:lnTo>
                  <a:lnTo>
                    <a:pt x="39174" y="32008"/>
                  </a:lnTo>
                  <a:lnTo>
                    <a:pt x="37741" y="32963"/>
                  </a:lnTo>
                  <a:lnTo>
                    <a:pt x="37741" y="33441"/>
                  </a:lnTo>
                  <a:lnTo>
                    <a:pt x="37741" y="34397"/>
                  </a:lnTo>
                  <a:lnTo>
                    <a:pt x="38696" y="35830"/>
                  </a:lnTo>
                  <a:lnTo>
                    <a:pt x="38696" y="36785"/>
                  </a:lnTo>
                  <a:lnTo>
                    <a:pt x="38696" y="36785"/>
                  </a:lnTo>
                  <a:lnTo>
                    <a:pt x="36785" y="37263"/>
                  </a:lnTo>
                  <a:lnTo>
                    <a:pt x="36785" y="37263"/>
                  </a:lnTo>
                  <a:lnTo>
                    <a:pt x="34397" y="36785"/>
                  </a:lnTo>
                  <a:lnTo>
                    <a:pt x="31052" y="35830"/>
                  </a:lnTo>
                  <a:lnTo>
                    <a:pt x="30097" y="35830"/>
                  </a:lnTo>
                  <a:lnTo>
                    <a:pt x="29142" y="36785"/>
                  </a:lnTo>
                  <a:lnTo>
                    <a:pt x="28186" y="36307"/>
                  </a:lnTo>
                  <a:lnTo>
                    <a:pt x="26753" y="35352"/>
                  </a:lnTo>
                  <a:lnTo>
                    <a:pt x="26753" y="35352"/>
                  </a:lnTo>
                  <a:lnTo>
                    <a:pt x="25320" y="33919"/>
                  </a:lnTo>
                  <a:lnTo>
                    <a:pt x="24364" y="32963"/>
                  </a:lnTo>
                  <a:lnTo>
                    <a:pt x="23886" y="31530"/>
                  </a:lnTo>
                  <a:lnTo>
                    <a:pt x="23409" y="31530"/>
                  </a:lnTo>
                  <a:lnTo>
                    <a:pt x="23409" y="31530"/>
                  </a:lnTo>
                  <a:lnTo>
                    <a:pt x="22931" y="32008"/>
                  </a:lnTo>
                  <a:lnTo>
                    <a:pt x="22453" y="33441"/>
                  </a:lnTo>
                  <a:lnTo>
                    <a:pt x="21020" y="35352"/>
                  </a:lnTo>
                  <a:lnTo>
                    <a:pt x="19587" y="36307"/>
                  </a:lnTo>
                  <a:lnTo>
                    <a:pt x="18154" y="35830"/>
                  </a:lnTo>
                  <a:lnTo>
                    <a:pt x="17676" y="35830"/>
                  </a:lnTo>
                  <a:lnTo>
                    <a:pt x="15765" y="35830"/>
                  </a:lnTo>
                  <a:lnTo>
                    <a:pt x="14332" y="36307"/>
                  </a:lnTo>
                  <a:lnTo>
                    <a:pt x="13854" y="36307"/>
                  </a:lnTo>
                  <a:lnTo>
                    <a:pt x="13854" y="36307"/>
                  </a:lnTo>
                  <a:lnTo>
                    <a:pt x="12421" y="35352"/>
                  </a:lnTo>
                  <a:lnTo>
                    <a:pt x="11943" y="35352"/>
                  </a:lnTo>
                  <a:lnTo>
                    <a:pt x="11943" y="35830"/>
                  </a:lnTo>
                  <a:lnTo>
                    <a:pt x="11943" y="35830"/>
                  </a:lnTo>
                  <a:lnTo>
                    <a:pt x="11943" y="36307"/>
                  </a:lnTo>
                  <a:lnTo>
                    <a:pt x="10988" y="36785"/>
                  </a:lnTo>
                  <a:lnTo>
                    <a:pt x="10988" y="36785"/>
                  </a:lnTo>
                  <a:lnTo>
                    <a:pt x="10032" y="37741"/>
                  </a:lnTo>
                  <a:lnTo>
                    <a:pt x="10032" y="37741"/>
                  </a:lnTo>
                  <a:lnTo>
                    <a:pt x="4777" y="36307"/>
                  </a:lnTo>
                  <a:lnTo>
                    <a:pt x="3822" y="35352"/>
                  </a:lnTo>
                  <a:lnTo>
                    <a:pt x="5255" y="34874"/>
                  </a:lnTo>
                  <a:lnTo>
                    <a:pt x="6688" y="33441"/>
                  </a:lnTo>
                  <a:lnTo>
                    <a:pt x="8121" y="33441"/>
                  </a:lnTo>
                  <a:lnTo>
                    <a:pt x="9077" y="33441"/>
                  </a:lnTo>
                  <a:lnTo>
                    <a:pt x="10032" y="32486"/>
                  </a:lnTo>
                  <a:lnTo>
                    <a:pt x="9077" y="31052"/>
                  </a:lnTo>
                  <a:lnTo>
                    <a:pt x="6688" y="28664"/>
                  </a:lnTo>
                  <a:lnTo>
                    <a:pt x="5733" y="28186"/>
                  </a:lnTo>
                  <a:lnTo>
                    <a:pt x="4300" y="27708"/>
                  </a:lnTo>
                  <a:lnTo>
                    <a:pt x="3822" y="26753"/>
                  </a:lnTo>
                  <a:lnTo>
                    <a:pt x="4777" y="23886"/>
                  </a:lnTo>
                  <a:lnTo>
                    <a:pt x="4300" y="23409"/>
                  </a:lnTo>
                  <a:lnTo>
                    <a:pt x="2867" y="23409"/>
                  </a:lnTo>
                  <a:lnTo>
                    <a:pt x="2389" y="22931"/>
                  </a:lnTo>
                  <a:lnTo>
                    <a:pt x="2389" y="22931"/>
                  </a:lnTo>
                  <a:lnTo>
                    <a:pt x="1911" y="22453"/>
                  </a:lnTo>
                  <a:lnTo>
                    <a:pt x="2389" y="21498"/>
                  </a:lnTo>
                  <a:lnTo>
                    <a:pt x="3344" y="20542"/>
                  </a:lnTo>
                  <a:lnTo>
                    <a:pt x="4777" y="19109"/>
                  </a:lnTo>
                  <a:lnTo>
                    <a:pt x="5255" y="18632"/>
                  </a:lnTo>
                  <a:lnTo>
                    <a:pt x="5255" y="18154"/>
                  </a:lnTo>
                  <a:lnTo>
                    <a:pt x="3344" y="17676"/>
                  </a:lnTo>
                  <a:lnTo>
                    <a:pt x="2389" y="17198"/>
                  </a:lnTo>
                  <a:lnTo>
                    <a:pt x="1433" y="16721"/>
                  </a:lnTo>
                  <a:lnTo>
                    <a:pt x="956" y="17198"/>
                  </a:lnTo>
                  <a:lnTo>
                    <a:pt x="478" y="16721"/>
                  </a:lnTo>
                  <a:lnTo>
                    <a:pt x="0" y="15765"/>
                  </a:lnTo>
                  <a:lnTo>
                    <a:pt x="478" y="14332"/>
                  </a:lnTo>
                  <a:lnTo>
                    <a:pt x="1911" y="12899"/>
                  </a:lnTo>
                  <a:lnTo>
                    <a:pt x="3822" y="11943"/>
                  </a:lnTo>
                  <a:lnTo>
                    <a:pt x="5255" y="10988"/>
                  </a:lnTo>
                  <a:lnTo>
                    <a:pt x="6211" y="10510"/>
                  </a:lnTo>
                  <a:lnTo>
                    <a:pt x="6211" y="9077"/>
                  </a:lnTo>
                  <a:lnTo>
                    <a:pt x="7166" y="9077"/>
                  </a:lnTo>
                  <a:lnTo>
                    <a:pt x="9077" y="9077"/>
                  </a:lnTo>
                  <a:lnTo>
                    <a:pt x="10988" y="9555"/>
                  </a:lnTo>
                  <a:lnTo>
                    <a:pt x="12899" y="10032"/>
                  </a:lnTo>
                  <a:lnTo>
                    <a:pt x="14332" y="10510"/>
                  </a:lnTo>
                  <a:lnTo>
                    <a:pt x="17676" y="10988"/>
                  </a:lnTo>
                  <a:lnTo>
                    <a:pt x="20543" y="11466"/>
                  </a:lnTo>
                  <a:lnTo>
                    <a:pt x="21498" y="11943"/>
                  </a:lnTo>
                  <a:lnTo>
                    <a:pt x="22453" y="11943"/>
                  </a:lnTo>
                  <a:lnTo>
                    <a:pt x="23409" y="12421"/>
                  </a:lnTo>
                  <a:lnTo>
                    <a:pt x="23886" y="11943"/>
                  </a:lnTo>
                  <a:lnTo>
                    <a:pt x="24364" y="11466"/>
                  </a:lnTo>
                  <a:lnTo>
                    <a:pt x="25798" y="10510"/>
                  </a:lnTo>
                  <a:lnTo>
                    <a:pt x="27231" y="9555"/>
                  </a:lnTo>
                  <a:lnTo>
                    <a:pt x="28186" y="8599"/>
                  </a:lnTo>
                  <a:lnTo>
                    <a:pt x="29142" y="7644"/>
                  </a:lnTo>
                  <a:lnTo>
                    <a:pt x="30097" y="6688"/>
                  </a:lnTo>
                  <a:lnTo>
                    <a:pt x="31052" y="6688"/>
                  </a:lnTo>
                  <a:lnTo>
                    <a:pt x="32008" y="6210"/>
                  </a:lnTo>
                  <a:lnTo>
                    <a:pt x="36308" y="5733"/>
                  </a:lnTo>
                  <a:lnTo>
                    <a:pt x="41085" y="6210"/>
                  </a:lnTo>
                  <a:lnTo>
                    <a:pt x="42996" y="5733"/>
                  </a:lnTo>
                  <a:lnTo>
                    <a:pt x="44907" y="4300"/>
                  </a:lnTo>
                  <a:lnTo>
                    <a:pt x="47295" y="3822"/>
                  </a:lnTo>
                  <a:lnTo>
                    <a:pt x="47295" y="3822"/>
                  </a:lnTo>
                  <a:lnTo>
                    <a:pt x="51117" y="4777"/>
                  </a:lnTo>
                  <a:lnTo>
                    <a:pt x="51595" y="4300"/>
                  </a:lnTo>
                  <a:lnTo>
                    <a:pt x="51595" y="4300"/>
                  </a:lnTo>
                  <a:lnTo>
                    <a:pt x="51595" y="1433"/>
                  </a:lnTo>
                  <a:lnTo>
                    <a:pt x="52550" y="478"/>
                  </a:lnTo>
                  <a:lnTo>
                    <a:pt x="53984" y="0"/>
                  </a:lnTo>
                  <a:lnTo>
                    <a:pt x="57805" y="0"/>
                  </a:lnTo>
                  <a:lnTo>
                    <a:pt x="58283" y="956"/>
                  </a:lnTo>
                  <a:lnTo>
                    <a:pt x="58283" y="1911"/>
                  </a:lnTo>
                  <a:lnTo>
                    <a:pt x="58761" y="3822"/>
                  </a:lnTo>
                  <a:lnTo>
                    <a:pt x="59239" y="4300"/>
                  </a:lnTo>
                  <a:lnTo>
                    <a:pt x="59716" y="4777"/>
                  </a:lnTo>
                  <a:lnTo>
                    <a:pt x="59716" y="5733"/>
                  </a:lnTo>
                  <a:lnTo>
                    <a:pt x="60194" y="6688"/>
                  </a:lnTo>
                  <a:lnTo>
                    <a:pt x="62105" y="9077"/>
                  </a:lnTo>
                  <a:lnTo>
                    <a:pt x="62105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0" name="Freeform 5419">
              <a:extLst>
                <a:ext uri="{FF2B5EF4-FFF2-40B4-BE49-F238E27FC236}">
                  <a16:creationId xmlns:a16="http://schemas.microsoft.com/office/drawing/2014/main" id="{7D67F87F-293B-5A6F-C66E-33C503708748}"/>
                </a:ext>
              </a:extLst>
            </p:cNvPr>
            <p:cNvSpPr/>
            <p:nvPr/>
          </p:nvSpPr>
          <p:spPr>
            <a:xfrm>
              <a:off x="6284702" y="2339561"/>
              <a:ext cx="92679" cy="116088"/>
            </a:xfrm>
            <a:custGeom>
              <a:avLst/>
              <a:gdLst>
                <a:gd name="csX0" fmla="*/ 27708 w 92679"/>
                <a:gd name="csY0" fmla="*/ 478 h 116088"/>
                <a:gd name="csX1" fmla="*/ 30097 w 92679"/>
                <a:gd name="csY1" fmla="*/ 2389 h 116088"/>
                <a:gd name="csX2" fmla="*/ 36307 w 92679"/>
                <a:gd name="csY2" fmla="*/ 1911 h 116088"/>
                <a:gd name="csX3" fmla="*/ 39651 w 92679"/>
                <a:gd name="csY3" fmla="*/ 17198 h 116088"/>
                <a:gd name="csX4" fmla="*/ 41085 w 92679"/>
                <a:gd name="csY4" fmla="*/ 33441 h 116088"/>
                <a:gd name="csX5" fmla="*/ 44429 w 92679"/>
                <a:gd name="csY5" fmla="*/ 34874 h 116088"/>
                <a:gd name="csX6" fmla="*/ 49684 w 92679"/>
                <a:gd name="csY6" fmla="*/ 32486 h 116088"/>
                <a:gd name="csX7" fmla="*/ 54939 w 92679"/>
                <a:gd name="csY7" fmla="*/ 31530 h 116088"/>
                <a:gd name="csX8" fmla="*/ 57328 w 92679"/>
                <a:gd name="csY8" fmla="*/ 32486 h 116088"/>
                <a:gd name="csX9" fmla="*/ 62105 w 92679"/>
                <a:gd name="csY9" fmla="*/ 37263 h 116088"/>
                <a:gd name="csX10" fmla="*/ 64016 w 92679"/>
                <a:gd name="csY10" fmla="*/ 40607 h 116088"/>
                <a:gd name="csX11" fmla="*/ 62582 w 92679"/>
                <a:gd name="csY11" fmla="*/ 42996 h 116088"/>
                <a:gd name="csX12" fmla="*/ 58283 w 92679"/>
                <a:gd name="csY12" fmla="*/ 45862 h 116088"/>
                <a:gd name="csX13" fmla="*/ 57328 w 92679"/>
                <a:gd name="csY13" fmla="*/ 54461 h 116088"/>
                <a:gd name="csX14" fmla="*/ 61627 w 92679"/>
                <a:gd name="csY14" fmla="*/ 57328 h 116088"/>
                <a:gd name="csX15" fmla="*/ 68793 w 92679"/>
                <a:gd name="csY15" fmla="*/ 64493 h 116088"/>
                <a:gd name="csX16" fmla="*/ 72615 w 92679"/>
                <a:gd name="csY16" fmla="*/ 65449 h 116088"/>
                <a:gd name="csX17" fmla="*/ 79781 w 92679"/>
                <a:gd name="csY17" fmla="*/ 62583 h 116088"/>
                <a:gd name="csX18" fmla="*/ 86469 w 92679"/>
                <a:gd name="csY18" fmla="*/ 68315 h 116088"/>
                <a:gd name="csX19" fmla="*/ 92680 w 92679"/>
                <a:gd name="csY19" fmla="*/ 75004 h 116088"/>
                <a:gd name="csX20" fmla="*/ 77392 w 92679"/>
                <a:gd name="csY20" fmla="*/ 83125 h 116088"/>
                <a:gd name="csX21" fmla="*/ 76437 w 92679"/>
                <a:gd name="csY21" fmla="*/ 85514 h 116088"/>
                <a:gd name="csX22" fmla="*/ 74048 w 92679"/>
                <a:gd name="csY22" fmla="*/ 91724 h 116088"/>
                <a:gd name="csX23" fmla="*/ 71659 w 92679"/>
                <a:gd name="csY23" fmla="*/ 96501 h 116088"/>
                <a:gd name="csX24" fmla="*/ 69748 w 92679"/>
                <a:gd name="csY24" fmla="*/ 99845 h 116088"/>
                <a:gd name="csX25" fmla="*/ 65449 w 92679"/>
                <a:gd name="csY25" fmla="*/ 104623 h 116088"/>
                <a:gd name="csX26" fmla="*/ 62582 w 92679"/>
                <a:gd name="csY26" fmla="*/ 106534 h 116088"/>
                <a:gd name="csX27" fmla="*/ 57328 w 92679"/>
                <a:gd name="csY27" fmla="*/ 106056 h 116088"/>
                <a:gd name="csX28" fmla="*/ 54939 w 92679"/>
                <a:gd name="csY28" fmla="*/ 107967 h 116088"/>
                <a:gd name="csX29" fmla="*/ 53028 w 92679"/>
                <a:gd name="csY29" fmla="*/ 112266 h 116088"/>
                <a:gd name="csX30" fmla="*/ 51117 w 92679"/>
                <a:gd name="csY30" fmla="*/ 115133 h 116088"/>
                <a:gd name="csX31" fmla="*/ 46340 w 92679"/>
                <a:gd name="csY31" fmla="*/ 116088 h 116088"/>
                <a:gd name="csX32" fmla="*/ 43951 w 92679"/>
                <a:gd name="csY32" fmla="*/ 111789 h 116088"/>
                <a:gd name="csX33" fmla="*/ 44429 w 92679"/>
                <a:gd name="csY33" fmla="*/ 110833 h 116088"/>
                <a:gd name="csX34" fmla="*/ 44907 w 92679"/>
                <a:gd name="csY34" fmla="*/ 108445 h 116088"/>
                <a:gd name="csX35" fmla="*/ 43951 w 92679"/>
                <a:gd name="csY35" fmla="*/ 102234 h 116088"/>
                <a:gd name="csX36" fmla="*/ 48728 w 92679"/>
                <a:gd name="csY36" fmla="*/ 96501 h 116088"/>
                <a:gd name="csX37" fmla="*/ 49684 w 92679"/>
                <a:gd name="csY37" fmla="*/ 93157 h 116088"/>
                <a:gd name="csX38" fmla="*/ 48728 w 92679"/>
                <a:gd name="csY38" fmla="*/ 92202 h 116088"/>
                <a:gd name="csX39" fmla="*/ 47773 w 92679"/>
                <a:gd name="csY39" fmla="*/ 92202 h 116088"/>
                <a:gd name="csX40" fmla="*/ 44429 w 92679"/>
                <a:gd name="csY40" fmla="*/ 90769 h 116088"/>
                <a:gd name="csX41" fmla="*/ 42996 w 92679"/>
                <a:gd name="csY41" fmla="*/ 90769 h 116088"/>
                <a:gd name="csX42" fmla="*/ 40607 w 92679"/>
                <a:gd name="csY42" fmla="*/ 94113 h 116088"/>
                <a:gd name="csX43" fmla="*/ 36307 w 92679"/>
                <a:gd name="csY43" fmla="*/ 96501 h 116088"/>
                <a:gd name="csX44" fmla="*/ 32486 w 92679"/>
                <a:gd name="csY44" fmla="*/ 96979 h 116088"/>
                <a:gd name="csX45" fmla="*/ 16721 w 92679"/>
                <a:gd name="csY45" fmla="*/ 101279 h 116088"/>
                <a:gd name="csX46" fmla="*/ 13854 w 92679"/>
                <a:gd name="csY46" fmla="*/ 99845 h 116088"/>
                <a:gd name="csX47" fmla="*/ 12899 w 92679"/>
                <a:gd name="csY47" fmla="*/ 91246 h 116088"/>
                <a:gd name="csX48" fmla="*/ 19587 w 92679"/>
                <a:gd name="csY48" fmla="*/ 86469 h 116088"/>
                <a:gd name="csX49" fmla="*/ 20542 w 92679"/>
                <a:gd name="csY49" fmla="*/ 78825 h 116088"/>
                <a:gd name="csX50" fmla="*/ 21975 w 92679"/>
                <a:gd name="csY50" fmla="*/ 73570 h 116088"/>
                <a:gd name="csX51" fmla="*/ 23886 w 92679"/>
                <a:gd name="csY51" fmla="*/ 70226 h 116088"/>
                <a:gd name="csX52" fmla="*/ 27708 w 92679"/>
                <a:gd name="csY52" fmla="*/ 61149 h 116088"/>
                <a:gd name="csX53" fmla="*/ 28664 w 92679"/>
                <a:gd name="csY53" fmla="*/ 60194 h 116088"/>
                <a:gd name="csX54" fmla="*/ 19587 w 92679"/>
                <a:gd name="csY54" fmla="*/ 53028 h 116088"/>
                <a:gd name="csX55" fmla="*/ 16243 w 92679"/>
                <a:gd name="csY55" fmla="*/ 48728 h 116088"/>
                <a:gd name="csX56" fmla="*/ 12421 w 92679"/>
                <a:gd name="csY56" fmla="*/ 39174 h 116088"/>
                <a:gd name="csX57" fmla="*/ 11466 w 92679"/>
                <a:gd name="csY57" fmla="*/ 31530 h 116088"/>
                <a:gd name="csX58" fmla="*/ 6210 w 92679"/>
                <a:gd name="csY58" fmla="*/ 24842 h 116088"/>
                <a:gd name="csX59" fmla="*/ 6688 w 92679"/>
                <a:gd name="csY59" fmla="*/ 16243 h 116088"/>
                <a:gd name="csX60" fmla="*/ 2866 w 92679"/>
                <a:gd name="csY60" fmla="*/ 17198 h 116088"/>
                <a:gd name="csX61" fmla="*/ 0 w 92679"/>
                <a:gd name="csY61" fmla="*/ 10988 h 116088"/>
                <a:gd name="csX62" fmla="*/ 2866 w 92679"/>
                <a:gd name="csY62" fmla="*/ 7644 h 116088"/>
                <a:gd name="csX63" fmla="*/ 16243 w 92679"/>
                <a:gd name="csY63" fmla="*/ 3822 h 116088"/>
                <a:gd name="csX64" fmla="*/ 24364 w 92679"/>
                <a:gd name="csY64" fmla="*/ 0 h 116088"/>
                <a:gd name="csX65" fmla="*/ 27708 w 92679"/>
                <a:gd name="csY65" fmla="*/ 478 h 116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92679" h="116088">
                  <a:moveTo>
                    <a:pt x="27708" y="478"/>
                  </a:moveTo>
                  <a:lnTo>
                    <a:pt x="30097" y="2389"/>
                  </a:lnTo>
                  <a:lnTo>
                    <a:pt x="36307" y="1911"/>
                  </a:lnTo>
                  <a:lnTo>
                    <a:pt x="39651" y="17198"/>
                  </a:lnTo>
                  <a:lnTo>
                    <a:pt x="41085" y="33441"/>
                  </a:lnTo>
                  <a:lnTo>
                    <a:pt x="44429" y="34874"/>
                  </a:lnTo>
                  <a:lnTo>
                    <a:pt x="49684" y="32486"/>
                  </a:lnTo>
                  <a:lnTo>
                    <a:pt x="54939" y="31530"/>
                  </a:lnTo>
                  <a:lnTo>
                    <a:pt x="57328" y="32486"/>
                  </a:lnTo>
                  <a:lnTo>
                    <a:pt x="62105" y="37263"/>
                  </a:lnTo>
                  <a:lnTo>
                    <a:pt x="64016" y="40607"/>
                  </a:lnTo>
                  <a:lnTo>
                    <a:pt x="62582" y="42996"/>
                  </a:lnTo>
                  <a:lnTo>
                    <a:pt x="58283" y="45862"/>
                  </a:lnTo>
                  <a:lnTo>
                    <a:pt x="57328" y="54461"/>
                  </a:lnTo>
                  <a:lnTo>
                    <a:pt x="61627" y="57328"/>
                  </a:lnTo>
                  <a:lnTo>
                    <a:pt x="68793" y="64493"/>
                  </a:lnTo>
                  <a:lnTo>
                    <a:pt x="72615" y="65449"/>
                  </a:lnTo>
                  <a:lnTo>
                    <a:pt x="79781" y="62583"/>
                  </a:lnTo>
                  <a:lnTo>
                    <a:pt x="86469" y="68315"/>
                  </a:lnTo>
                  <a:lnTo>
                    <a:pt x="92680" y="75004"/>
                  </a:lnTo>
                  <a:lnTo>
                    <a:pt x="77392" y="83125"/>
                  </a:lnTo>
                  <a:lnTo>
                    <a:pt x="76437" y="85514"/>
                  </a:lnTo>
                  <a:lnTo>
                    <a:pt x="74048" y="91724"/>
                  </a:lnTo>
                  <a:lnTo>
                    <a:pt x="71659" y="96501"/>
                  </a:lnTo>
                  <a:lnTo>
                    <a:pt x="69748" y="99845"/>
                  </a:lnTo>
                  <a:lnTo>
                    <a:pt x="65449" y="104623"/>
                  </a:lnTo>
                  <a:lnTo>
                    <a:pt x="62582" y="106534"/>
                  </a:lnTo>
                  <a:lnTo>
                    <a:pt x="57328" y="106056"/>
                  </a:lnTo>
                  <a:lnTo>
                    <a:pt x="54939" y="107967"/>
                  </a:lnTo>
                  <a:lnTo>
                    <a:pt x="53028" y="112266"/>
                  </a:lnTo>
                  <a:lnTo>
                    <a:pt x="51117" y="115133"/>
                  </a:lnTo>
                  <a:lnTo>
                    <a:pt x="46340" y="116088"/>
                  </a:lnTo>
                  <a:lnTo>
                    <a:pt x="43951" y="111789"/>
                  </a:lnTo>
                  <a:lnTo>
                    <a:pt x="44429" y="110833"/>
                  </a:lnTo>
                  <a:lnTo>
                    <a:pt x="44907" y="108445"/>
                  </a:lnTo>
                  <a:lnTo>
                    <a:pt x="43951" y="102234"/>
                  </a:lnTo>
                  <a:lnTo>
                    <a:pt x="48728" y="96501"/>
                  </a:lnTo>
                  <a:lnTo>
                    <a:pt x="49684" y="93157"/>
                  </a:lnTo>
                  <a:lnTo>
                    <a:pt x="48728" y="92202"/>
                  </a:lnTo>
                  <a:lnTo>
                    <a:pt x="47773" y="92202"/>
                  </a:lnTo>
                  <a:lnTo>
                    <a:pt x="44429" y="90769"/>
                  </a:lnTo>
                  <a:lnTo>
                    <a:pt x="42996" y="90769"/>
                  </a:lnTo>
                  <a:lnTo>
                    <a:pt x="40607" y="94113"/>
                  </a:lnTo>
                  <a:lnTo>
                    <a:pt x="36307" y="96501"/>
                  </a:lnTo>
                  <a:lnTo>
                    <a:pt x="32486" y="96979"/>
                  </a:lnTo>
                  <a:lnTo>
                    <a:pt x="16721" y="101279"/>
                  </a:lnTo>
                  <a:lnTo>
                    <a:pt x="13854" y="99845"/>
                  </a:lnTo>
                  <a:lnTo>
                    <a:pt x="12899" y="91246"/>
                  </a:lnTo>
                  <a:lnTo>
                    <a:pt x="19587" y="86469"/>
                  </a:lnTo>
                  <a:lnTo>
                    <a:pt x="20542" y="78825"/>
                  </a:lnTo>
                  <a:lnTo>
                    <a:pt x="21975" y="73570"/>
                  </a:lnTo>
                  <a:lnTo>
                    <a:pt x="23886" y="70226"/>
                  </a:lnTo>
                  <a:lnTo>
                    <a:pt x="27708" y="61149"/>
                  </a:lnTo>
                  <a:lnTo>
                    <a:pt x="28664" y="60194"/>
                  </a:lnTo>
                  <a:lnTo>
                    <a:pt x="19587" y="53028"/>
                  </a:lnTo>
                  <a:lnTo>
                    <a:pt x="16243" y="48728"/>
                  </a:lnTo>
                  <a:lnTo>
                    <a:pt x="12421" y="39174"/>
                  </a:lnTo>
                  <a:lnTo>
                    <a:pt x="11466" y="31530"/>
                  </a:lnTo>
                  <a:lnTo>
                    <a:pt x="6210" y="24842"/>
                  </a:lnTo>
                  <a:lnTo>
                    <a:pt x="6688" y="16243"/>
                  </a:lnTo>
                  <a:lnTo>
                    <a:pt x="2866" y="17198"/>
                  </a:lnTo>
                  <a:lnTo>
                    <a:pt x="0" y="10988"/>
                  </a:lnTo>
                  <a:lnTo>
                    <a:pt x="2866" y="7644"/>
                  </a:lnTo>
                  <a:lnTo>
                    <a:pt x="16243" y="3822"/>
                  </a:lnTo>
                  <a:lnTo>
                    <a:pt x="24364" y="0"/>
                  </a:lnTo>
                  <a:lnTo>
                    <a:pt x="2770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1" name="Freeform 5420">
              <a:extLst>
                <a:ext uri="{FF2B5EF4-FFF2-40B4-BE49-F238E27FC236}">
                  <a16:creationId xmlns:a16="http://schemas.microsoft.com/office/drawing/2014/main" id="{85A50C2E-4246-DC8F-04FC-2E67ADB3A158}"/>
                </a:ext>
              </a:extLst>
            </p:cNvPr>
            <p:cNvSpPr/>
            <p:nvPr/>
          </p:nvSpPr>
          <p:spPr>
            <a:xfrm>
              <a:off x="6407478" y="2319974"/>
              <a:ext cx="11943" cy="15287"/>
            </a:xfrm>
            <a:custGeom>
              <a:avLst/>
              <a:gdLst>
                <a:gd name="csX0" fmla="*/ 9077 w 11943"/>
                <a:gd name="csY0" fmla="*/ 14810 h 15287"/>
                <a:gd name="csX1" fmla="*/ 6211 w 11943"/>
                <a:gd name="csY1" fmla="*/ 15287 h 15287"/>
                <a:gd name="csX2" fmla="*/ 956 w 11943"/>
                <a:gd name="csY2" fmla="*/ 8121 h 15287"/>
                <a:gd name="csX3" fmla="*/ 0 w 11943"/>
                <a:gd name="csY3" fmla="*/ 2389 h 15287"/>
                <a:gd name="csX4" fmla="*/ 956 w 11943"/>
                <a:gd name="csY4" fmla="*/ 0 h 15287"/>
                <a:gd name="csX5" fmla="*/ 3344 w 11943"/>
                <a:gd name="csY5" fmla="*/ 0 h 15287"/>
                <a:gd name="csX6" fmla="*/ 7644 w 11943"/>
                <a:gd name="csY6" fmla="*/ 8121 h 15287"/>
                <a:gd name="csX7" fmla="*/ 11943 w 11943"/>
                <a:gd name="csY7" fmla="*/ 10510 h 15287"/>
                <a:gd name="csX8" fmla="*/ 9077 w 11943"/>
                <a:gd name="csY8" fmla="*/ 14810 h 15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1943" h="15287">
                  <a:moveTo>
                    <a:pt x="9077" y="14810"/>
                  </a:moveTo>
                  <a:lnTo>
                    <a:pt x="6211" y="15287"/>
                  </a:lnTo>
                  <a:lnTo>
                    <a:pt x="956" y="8121"/>
                  </a:lnTo>
                  <a:lnTo>
                    <a:pt x="0" y="2389"/>
                  </a:lnTo>
                  <a:lnTo>
                    <a:pt x="956" y="0"/>
                  </a:lnTo>
                  <a:lnTo>
                    <a:pt x="3344" y="0"/>
                  </a:lnTo>
                  <a:lnTo>
                    <a:pt x="7644" y="8121"/>
                  </a:lnTo>
                  <a:lnTo>
                    <a:pt x="11943" y="10510"/>
                  </a:lnTo>
                  <a:lnTo>
                    <a:pt x="9077" y="148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2" name="Freeform 5421">
              <a:extLst>
                <a:ext uri="{FF2B5EF4-FFF2-40B4-BE49-F238E27FC236}">
                  <a16:creationId xmlns:a16="http://schemas.microsoft.com/office/drawing/2014/main" id="{CE194EEC-44A5-36D5-EA02-D462A8D3FAE9}"/>
                </a:ext>
              </a:extLst>
            </p:cNvPr>
            <p:cNvSpPr/>
            <p:nvPr/>
          </p:nvSpPr>
          <p:spPr>
            <a:xfrm>
              <a:off x="6093133" y="2311374"/>
              <a:ext cx="31052" cy="62104"/>
            </a:xfrm>
            <a:custGeom>
              <a:avLst/>
              <a:gdLst>
                <a:gd name="csX0" fmla="*/ 13854 w 31052"/>
                <a:gd name="csY0" fmla="*/ 27231 h 62104"/>
                <a:gd name="csX1" fmla="*/ 13854 w 31052"/>
                <a:gd name="csY1" fmla="*/ 33441 h 62104"/>
                <a:gd name="csX2" fmla="*/ 17198 w 31052"/>
                <a:gd name="csY2" fmla="*/ 32963 h 62104"/>
                <a:gd name="csX3" fmla="*/ 21020 w 31052"/>
                <a:gd name="csY3" fmla="*/ 39652 h 62104"/>
                <a:gd name="csX4" fmla="*/ 25320 w 31052"/>
                <a:gd name="csY4" fmla="*/ 42996 h 62104"/>
                <a:gd name="csX5" fmla="*/ 26275 w 31052"/>
                <a:gd name="csY5" fmla="*/ 45384 h 62104"/>
                <a:gd name="csX6" fmla="*/ 27230 w 31052"/>
                <a:gd name="csY6" fmla="*/ 48728 h 62104"/>
                <a:gd name="csX7" fmla="*/ 29619 w 31052"/>
                <a:gd name="csY7" fmla="*/ 54939 h 62104"/>
                <a:gd name="csX8" fmla="*/ 31052 w 31052"/>
                <a:gd name="csY8" fmla="*/ 61149 h 62104"/>
                <a:gd name="csX9" fmla="*/ 27708 w 31052"/>
                <a:gd name="csY9" fmla="*/ 62105 h 62104"/>
                <a:gd name="csX10" fmla="*/ 23886 w 31052"/>
                <a:gd name="csY10" fmla="*/ 52550 h 62104"/>
                <a:gd name="csX11" fmla="*/ 20542 w 31052"/>
                <a:gd name="csY11" fmla="*/ 47295 h 62104"/>
                <a:gd name="csX12" fmla="*/ 16243 w 31052"/>
                <a:gd name="csY12" fmla="*/ 42996 h 62104"/>
                <a:gd name="csX13" fmla="*/ 12898 w 31052"/>
                <a:gd name="csY13" fmla="*/ 42518 h 62104"/>
                <a:gd name="csX14" fmla="*/ 10988 w 31052"/>
                <a:gd name="csY14" fmla="*/ 40607 h 62104"/>
                <a:gd name="csX15" fmla="*/ 5733 w 31052"/>
                <a:gd name="csY15" fmla="*/ 23886 h 62104"/>
                <a:gd name="csX16" fmla="*/ 4777 w 31052"/>
                <a:gd name="csY16" fmla="*/ 20065 h 62104"/>
                <a:gd name="csX17" fmla="*/ 1433 w 31052"/>
                <a:gd name="csY17" fmla="*/ 13854 h 62104"/>
                <a:gd name="csX18" fmla="*/ 0 w 31052"/>
                <a:gd name="csY18" fmla="*/ 5733 h 62104"/>
                <a:gd name="csX19" fmla="*/ 0 w 31052"/>
                <a:gd name="csY19" fmla="*/ 0 h 62104"/>
                <a:gd name="csX20" fmla="*/ 4299 w 31052"/>
                <a:gd name="csY20" fmla="*/ 1433 h 62104"/>
                <a:gd name="csX21" fmla="*/ 8121 w 31052"/>
                <a:gd name="csY21" fmla="*/ 5255 h 62104"/>
                <a:gd name="csX22" fmla="*/ 10988 w 31052"/>
                <a:gd name="csY22" fmla="*/ 13854 h 62104"/>
                <a:gd name="csX23" fmla="*/ 11943 w 31052"/>
                <a:gd name="csY23" fmla="*/ 16721 h 62104"/>
                <a:gd name="csX24" fmla="*/ 10510 w 31052"/>
                <a:gd name="csY24" fmla="*/ 20065 h 62104"/>
                <a:gd name="csX25" fmla="*/ 11943 w 31052"/>
                <a:gd name="csY25" fmla="*/ 24364 h 62104"/>
                <a:gd name="csX26" fmla="*/ 13854 w 31052"/>
                <a:gd name="csY26" fmla="*/ 27231 h 62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1052" h="62104">
                  <a:moveTo>
                    <a:pt x="13854" y="27231"/>
                  </a:moveTo>
                  <a:lnTo>
                    <a:pt x="13854" y="33441"/>
                  </a:lnTo>
                  <a:lnTo>
                    <a:pt x="17198" y="32963"/>
                  </a:lnTo>
                  <a:lnTo>
                    <a:pt x="21020" y="39652"/>
                  </a:lnTo>
                  <a:lnTo>
                    <a:pt x="25320" y="42996"/>
                  </a:lnTo>
                  <a:lnTo>
                    <a:pt x="26275" y="45384"/>
                  </a:lnTo>
                  <a:lnTo>
                    <a:pt x="27230" y="48728"/>
                  </a:lnTo>
                  <a:lnTo>
                    <a:pt x="29619" y="54939"/>
                  </a:lnTo>
                  <a:lnTo>
                    <a:pt x="31052" y="61149"/>
                  </a:lnTo>
                  <a:lnTo>
                    <a:pt x="27708" y="62105"/>
                  </a:lnTo>
                  <a:lnTo>
                    <a:pt x="23886" y="52550"/>
                  </a:lnTo>
                  <a:lnTo>
                    <a:pt x="20542" y="47295"/>
                  </a:lnTo>
                  <a:lnTo>
                    <a:pt x="16243" y="42996"/>
                  </a:lnTo>
                  <a:lnTo>
                    <a:pt x="12898" y="42518"/>
                  </a:lnTo>
                  <a:lnTo>
                    <a:pt x="10988" y="40607"/>
                  </a:lnTo>
                  <a:lnTo>
                    <a:pt x="5733" y="23886"/>
                  </a:lnTo>
                  <a:lnTo>
                    <a:pt x="4777" y="20065"/>
                  </a:lnTo>
                  <a:lnTo>
                    <a:pt x="1433" y="13854"/>
                  </a:lnTo>
                  <a:lnTo>
                    <a:pt x="0" y="5733"/>
                  </a:lnTo>
                  <a:lnTo>
                    <a:pt x="0" y="0"/>
                  </a:lnTo>
                  <a:lnTo>
                    <a:pt x="4299" y="1433"/>
                  </a:lnTo>
                  <a:lnTo>
                    <a:pt x="8121" y="5255"/>
                  </a:lnTo>
                  <a:lnTo>
                    <a:pt x="10988" y="13854"/>
                  </a:lnTo>
                  <a:lnTo>
                    <a:pt x="11943" y="16721"/>
                  </a:lnTo>
                  <a:lnTo>
                    <a:pt x="10510" y="20065"/>
                  </a:lnTo>
                  <a:lnTo>
                    <a:pt x="11943" y="24364"/>
                  </a:lnTo>
                  <a:lnTo>
                    <a:pt x="13854" y="2723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3" name="Freeform 5422">
              <a:extLst>
                <a:ext uri="{FF2B5EF4-FFF2-40B4-BE49-F238E27FC236}">
                  <a16:creationId xmlns:a16="http://schemas.microsoft.com/office/drawing/2014/main" id="{03888B1E-71C8-0581-A675-757AE8051446}"/>
                </a:ext>
              </a:extLst>
            </p:cNvPr>
            <p:cNvSpPr/>
            <p:nvPr/>
          </p:nvSpPr>
          <p:spPr>
            <a:xfrm>
              <a:off x="6436620" y="2304686"/>
              <a:ext cx="35829" cy="13376"/>
            </a:xfrm>
            <a:custGeom>
              <a:avLst/>
              <a:gdLst>
                <a:gd name="csX0" fmla="*/ 23408 w 35829"/>
                <a:gd name="csY0" fmla="*/ 5733 h 13376"/>
                <a:gd name="csX1" fmla="*/ 29141 w 35829"/>
                <a:gd name="csY1" fmla="*/ 6210 h 13376"/>
                <a:gd name="csX2" fmla="*/ 34874 w 35829"/>
                <a:gd name="csY2" fmla="*/ 4777 h 13376"/>
                <a:gd name="csX3" fmla="*/ 35830 w 35829"/>
                <a:gd name="csY3" fmla="*/ 6210 h 13376"/>
                <a:gd name="csX4" fmla="*/ 28186 w 35829"/>
                <a:gd name="csY4" fmla="*/ 11465 h 13376"/>
                <a:gd name="csX5" fmla="*/ 20064 w 35829"/>
                <a:gd name="csY5" fmla="*/ 8599 h 13376"/>
                <a:gd name="csX6" fmla="*/ 12421 w 35829"/>
                <a:gd name="csY6" fmla="*/ 8121 h 13376"/>
                <a:gd name="csX7" fmla="*/ 3344 w 35829"/>
                <a:gd name="csY7" fmla="*/ 13376 h 13376"/>
                <a:gd name="csX8" fmla="*/ 0 w 35829"/>
                <a:gd name="csY8" fmla="*/ 11465 h 13376"/>
                <a:gd name="csX9" fmla="*/ 4777 w 35829"/>
                <a:gd name="csY9" fmla="*/ 5733 h 13376"/>
                <a:gd name="csX10" fmla="*/ 10032 w 35829"/>
                <a:gd name="csY10" fmla="*/ 4300 h 13376"/>
                <a:gd name="csX11" fmla="*/ 10510 w 35829"/>
                <a:gd name="csY11" fmla="*/ 955 h 13376"/>
                <a:gd name="csX12" fmla="*/ 12421 w 35829"/>
                <a:gd name="csY12" fmla="*/ 478 h 13376"/>
                <a:gd name="csX13" fmla="*/ 19109 w 35829"/>
                <a:gd name="csY13" fmla="*/ 0 h 13376"/>
                <a:gd name="csX14" fmla="*/ 23408 w 35829"/>
                <a:gd name="csY14" fmla="*/ 5733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5829" h="13376">
                  <a:moveTo>
                    <a:pt x="23408" y="5733"/>
                  </a:moveTo>
                  <a:lnTo>
                    <a:pt x="29141" y="6210"/>
                  </a:lnTo>
                  <a:lnTo>
                    <a:pt x="34874" y="4777"/>
                  </a:lnTo>
                  <a:lnTo>
                    <a:pt x="35830" y="6210"/>
                  </a:lnTo>
                  <a:lnTo>
                    <a:pt x="28186" y="11465"/>
                  </a:lnTo>
                  <a:lnTo>
                    <a:pt x="20064" y="8599"/>
                  </a:lnTo>
                  <a:lnTo>
                    <a:pt x="12421" y="8121"/>
                  </a:lnTo>
                  <a:lnTo>
                    <a:pt x="3344" y="13376"/>
                  </a:lnTo>
                  <a:lnTo>
                    <a:pt x="0" y="11465"/>
                  </a:lnTo>
                  <a:lnTo>
                    <a:pt x="4777" y="5733"/>
                  </a:lnTo>
                  <a:lnTo>
                    <a:pt x="10032" y="4300"/>
                  </a:lnTo>
                  <a:lnTo>
                    <a:pt x="10510" y="955"/>
                  </a:lnTo>
                  <a:lnTo>
                    <a:pt x="12421" y="478"/>
                  </a:lnTo>
                  <a:lnTo>
                    <a:pt x="19109" y="0"/>
                  </a:lnTo>
                  <a:lnTo>
                    <a:pt x="23408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4" name="Freeform 5423">
              <a:extLst>
                <a:ext uri="{FF2B5EF4-FFF2-40B4-BE49-F238E27FC236}">
                  <a16:creationId xmlns:a16="http://schemas.microsoft.com/office/drawing/2014/main" id="{C643F38C-A89F-7E6B-A1FF-246FC407E7E3}"/>
                </a:ext>
              </a:extLst>
            </p:cNvPr>
            <p:cNvSpPr/>
            <p:nvPr/>
          </p:nvSpPr>
          <p:spPr>
            <a:xfrm>
              <a:off x="6095521" y="2196719"/>
              <a:ext cx="212589" cy="313868"/>
            </a:xfrm>
            <a:custGeom>
              <a:avLst/>
              <a:gdLst>
                <a:gd name="csX0" fmla="*/ 120865 w 212589"/>
                <a:gd name="csY0" fmla="*/ 15287 h 313868"/>
                <a:gd name="csX1" fmla="*/ 122299 w 212589"/>
                <a:gd name="csY1" fmla="*/ 15287 h 313868"/>
                <a:gd name="csX2" fmla="*/ 123254 w 212589"/>
                <a:gd name="csY2" fmla="*/ 14332 h 313868"/>
                <a:gd name="csX3" fmla="*/ 123732 w 212589"/>
                <a:gd name="csY3" fmla="*/ 11466 h 313868"/>
                <a:gd name="csX4" fmla="*/ 124687 w 212589"/>
                <a:gd name="csY4" fmla="*/ 9555 h 313868"/>
                <a:gd name="csX5" fmla="*/ 129942 w 212589"/>
                <a:gd name="csY5" fmla="*/ 11466 h 313868"/>
                <a:gd name="csX6" fmla="*/ 136631 w 212589"/>
                <a:gd name="csY6" fmla="*/ 17198 h 313868"/>
                <a:gd name="csX7" fmla="*/ 139019 w 212589"/>
                <a:gd name="csY7" fmla="*/ 20065 h 313868"/>
                <a:gd name="csX8" fmla="*/ 141885 w 212589"/>
                <a:gd name="csY8" fmla="*/ 26275 h 313868"/>
                <a:gd name="csX9" fmla="*/ 144274 w 212589"/>
                <a:gd name="csY9" fmla="*/ 35830 h 313868"/>
                <a:gd name="csX10" fmla="*/ 142363 w 212589"/>
                <a:gd name="csY10" fmla="*/ 42996 h 313868"/>
                <a:gd name="csX11" fmla="*/ 139975 w 212589"/>
                <a:gd name="csY11" fmla="*/ 49684 h 313868"/>
                <a:gd name="csX12" fmla="*/ 139019 w 212589"/>
                <a:gd name="csY12" fmla="*/ 53028 h 313868"/>
                <a:gd name="csX13" fmla="*/ 139975 w 212589"/>
                <a:gd name="csY13" fmla="*/ 58283 h 313868"/>
                <a:gd name="csX14" fmla="*/ 139497 w 212589"/>
                <a:gd name="csY14" fmla="*/ 63538 h 313868"/>
                <a:gd name="csX15" fmla="*/ 138542 w 212589"/>
                <a:gd name="csY15" fmla="*/ 67838 h 313868"/>
                <a:gd name="csX16" fmla="*/ 142363 w 212589"/>
                <a:gd name="csY16" fmla="*/ 62583 h 313868"/>
                <a:gd name="csX17" fmla="*/ 150485 w 212589"/>
                <a:gd name="csY17" fmla="*/ 46340 h 313868"/>
                <a:gd name="csX18" fmla="*/ 151918 w 212589"/>
                <a:gd name="csY18" fmla="*/ 45384 h 313868"/>
                <a:gd name="csX19" fmla="*/ 152873 w 212589"/>
                <a:gd name="csY19" fmla="*/ 45862 h 313868"/>
                <a:gd name="csX20" fmla="*/ 156695 w 212589"/>
                <a:gd name="csY20" fmla="*/ 49206 h 313868"/>
                <a:gd name="csX21" fmla="*/ 160039 w 212589"/>
                <a:gd name="csY21" fmla="*/ 57805 h 313868"/>
                <a:gd name="csX22" fmla="*/ 160517 w 212589"/>
                <a:gd name="csY22" fmla="*/ 60672 h 313868"/>
                <a:gd name="csX23" fmla="*/ 161472 w 212589"/>
                <a:gd name="csY23" fmla="*/ 63538 h 313868"/>
                <a:gd name="csX24" fmla="*/ 161472 w 212589"/>
                <a:gd name="csY24" fmla="*/ 67838 h 313868"/>
                <a:gd name="csX25" fmla="*/ 161472 w 212589"/>
                <a:gd name="csY25" fmla="*/ 72615 h 313868"/>
                <a:gd name="csX26" fmla="*/ 160995 w 212589"/>
                <a:gd name="csY26" fmla="*/ 75959 h 313868"/>
                <a:gd name="csX27" fmla="*/ 159561 w 212589"/>
                <a:gd name="csY27" fmla="*/ 77870 h 313868"/>
                <a:gd name="csX28" fmla="*/ 158606 w 212589"/>
                <a:gd name="csY28" fmla="*/ 80259 h 313868"/>
                <a:gd name="csX29" fmla="*/ 160517 w 212589"/>
                <a:gd name="csY29" fmla="*/ 80259 h 313868"/>
                <a:gd name="csX30" fmla="*/ 162428 w 212589"/>
                <a:gd name="csY30" fmla="*/ 82647 h 313868"/>
                <a:gd name="csX31" fmla="*/ 164339 w 212589"/>
                <a:gd name="csY31" fmla="*/ 87902 h 313868"/>
                <a:gd name="csX32" fmla="*/ 166727 w 212589"/>
                <a:gd name="csY32" fmla="*/ 90291 h 313868"/>
                <a:gd name="csX33" fmla="*/ 174849 w 212589"/>
                <a:gd name="csY33" fmla="*/ 88380 h 313868"/>
                <a:gd name="csX34" fmla="*/ 180104 w 212589"/>
                <a:gd name="csY34" fmla="*/ 91246 h 313868"/>
                <a:gd name="csX35" fmla="*/ 182970 w 212589"/>
                <a:gd name="csY35" fmla="*/ 99846 h 313868"/>
                <a:gd name="csX36" fmla="*/ 187270 w 212589"/>
                <a:gd name="csY36" fmla="*/ 97935 h 313868"/>
                <a:gd name="csX37" fmla="*/ 187270 w 212589"/>
                <a:gd name="csY37" fmla="*/ 93157 h 313868"/>
                <a:gd name="csX38" fmla="*/ 188225 w 212589"/>
                <a:gd name="csY38" fmla="*/ 91246 h 313868"/>
                <a:gd name="csX39" fmla="*/ 193958 w 212589"/>
                <a:gd name="csY39" fmla="*/ 92680 h 313868"/>
                <a:gd name="csX40" fmla="*/ 196824 w 212589"/>
                <a:gd name="csY40" fmla="*/ 95068 h 313868"/>
                <a:gd name="csX41" fmla="*/ 200168 w 212589"/>
                <a:gd name="csY41" fmla="*/ 99368 h 313868"/>
                <a:gd name="csX42" fmla="*/ 194914 w 212589"/>
                <a:gd name="csY42" fmla="*/ 107011 h 313868"/>
                <a:gd name="csX43" fmla="*/ 199213 w 212589"/>
                <a:gd name="csY43" fmla="*/ 114177 h 313868"/>
                <a:gd name="csX44" fmla="*/ 206379 w 212589"/>
                <a:gd name="csY44" fmla="*/ 119432 h 313868"/>
                <a:gd name="csX45" fmla="*/ 210679 w 212589"/>
                <a:gd name="csY45" fmla="*/ 124687 h 313868"/>
                <a:gd name="csX46" fmla="*/ 211634 w 212589"/>
                <a:gd name="csY46" fmla="*/ 126598 h 313868"/>
                <a:gd name="csX47" fmla="*/ 212590 w 212589"/>
                <a:gd name="csY47" fmla="*/ 129942 h 313868"/>
                <a:gd name="csX48" fmla="*/ 209723 w 212589"/>
                <a:gd name="csY48" fmla="*/ 133287 h 313868"/>
                <a:gd name="csX49" fmla="*/ 206379 w 212589"/>
                <a:gd name="csY49" fmla="*/ 135675 h 313868"/>
                <a:gd name="csX50" fmla="*/ 199213 w 212589"/>
                <a:gd name="csY50" fmla="*/ 136153 h 313868"/>
                <a:gd name="csX51" fmla="*/ 192525 w 212589"/>
                <a:gd name="csY51" fmla="*/ 138542 h 313868"/>
                <a:gd name="csX52" fmla="*/ 180104 w 212589"/>
                <a:gd name="csY52" fmla="*/ 140453 h 313868"/>
                <a:gd name="csX53" fmla="*/ 178671 w 212589"/>
                <a:gd name="csY53" fmla="*/ 141886 h 313868"/>
                <a:gd name="csX54" fmla="*/ 178193 w 212589"/>
                <a:gd name="csY54" fmla="*/ 142841 h 313868"/>
                <a:gd name="csX55" fmla="*/ 177238 w 212589"/>
                <a:gd name="csY55" fmla="*/ 146185 h 313868"/>
                <a:gd name="csX56" fmla="*/ 172460 w 212589"/>
                <a:gd name="csY56" fmla="*/ 153829 h 313868"/>
                <a:gd name="csX57" fmla="*/ 168161 w 212589"/>
                <a:gd name="csY57" fmla="*/ 162906 h 313868"/>
                <a:gd name="csX58" fmla="*/ 166250 w 212589"/>
                <a:gd name="csY58" fmla="*/ 168161 h 313868"/>
                <a:gd name="csX59" fmla="*/ 164817 w 212589"/>
                <a:gd name="csY59" fmla="*/ 175804 h 313868"/>
                <a:gd name="csX60" fmla="*/ 164339 w 212589"/>
                <a:gd name="csY60" fmla="*/ 180582 h 313868"/>
                <a:gd name="csX61" fmla="*/ 165294 w 212589"/>
                <a:gd name="csY61" fmla="*/ 184881 h 313868"/>
                <a:gd name="csX62" fmla="*/ 164817 w 212589"/>
                <a:gd name="csY62" fmla="*/ 189181 h 313868"/>
                <a:gd name="csX63" fmla="*/ 161472 w 212589"/>
                <a:gd name="csY63" fmla="*/ 193003 h 313868"/>
                <a:gd name="csX64" fmla="*/ 159561 w 212589"/>
                <a:gd name="csY64" fmla="*/ 193003 h 313868"/>
                <a:gd name="csX65" fmla="*/ 156695 w 212589"/>
                <a:gd name="csY65" fmla="*/ 192525 h 313868"/>
                <a:gd name="csX66" fmla="*/ 153829 w 212589"/>
                <a:gd name="csY66" fmla="*/ 194436 h 313868"/>
                <a:gd name="csX67" fmla="*/ 153829 w 212589"/>
                <a:gd name="csY67" fmla="*/ 197302 h 313868"/>
                <a:gd name="csX68" fmla="*/ 153829 w 212589"/>
                <a:gd name="csY68" fmla="*/ 201602 h 313868"/>
                <a:gd name="csX69" fmla="*/ 153351 w 212589"/>
                <a:gd name="csY69" fmla="*/ 214501 h 313868"/>
                <a:gd name="csX70" fmla="*/ 152396 w 212589"/>
                <a:gd name="csY70" fmla="*/ 224055 h 313868"/>
                <a:gd name="csX71" fmla="*/ 150962 w 212589"/>
                <a:gd name="csY71" fmla="*/ 232654 h 313868"/>
                <a:gd name="csX72" fmla="*/ 149529 w 212589"/>
                <a:gd name="csY72" fmla="*/ 237432 h 313868"/>
                <a:gd name="csX73" fmla="*/ 148096 w 212589"/>
                <a:gd name="csY73" fmla="*/ 238865 h 313868"/>
                <a:gd name="csX74" fmla="*/ 142363 w 212589"/>
                <a:gd name="csY74" fmla="*/ 239820 h 313868"/>
                <a:gd name="csX75" fmla="*/ 137586 w 212589"/>
                <a:gd name="csY75" fmla="*/ 247942 h 313868"/>
                <a:gd name="csX76" fmla="*/ 134242 w 212589"/>
                <a:gd name="csY76" fmla="*/ 262274 h 313868"/>
                <a:gd name="csX77" fmla="*/ 132331 w 212589"/>
                <a:gd name="csY77" fmla="*/ 268006 h 313868"/>
                <a:gd name="csX78" fmla="*/ 128509 w 212589"/>
                <a:gd name="csY78" fmla="*/ 276605 h 313868"/>
                <a:gd name="csX79" fmla="*/ 128987 w 212589"/>
                <a:gd name="csY79" fmla="*/ 279949 h 313868"/>
                <a:gd name="csX80" fmla="*/ 130420 w 212589"/>
                <a:gd name="csY80" fmla="*/ 283294 h 313868"/>
                <a:gd name="csX81" fmla="*/ 128031 w 212589"/>
                <a:gd name="csY81" fmla="*/ 289026 h 313868"/>
                <a:gd name="csX82" fmla="*/ 125165 w 212589"/>
                <a:gd name="csY82" fmla="*/ 295715 h 313868"/>
                <a:gd name="csX83" fmla="*/ 125165 w 212589"/>
                <a:gd name="csY83" fmla="*/ 298103 h 313868"/>
                <a:gd name="csX84" fmla="*/ 126120 w 212589"/>
                <a:gd name="csY84" fmla="*/ 302881 h 313868"/>
                <a:gd name="csX85" fmla="*/ 126598 w 212589"/>
                <a:gd name="csY85" fmla="*/ 307658 h 313868"/>
                <a:gd name="csX86" fmla="*/ 124210 w 212589"/>
                <a:gd name="csY86" fmla="*/ 311957 h 313868"/>
                <a:gd name="csX87" fmla="*/ 119432 w 212589"/>
                <a:gd name="csY87" fmla="*/ 313868 h 313868"/>
                <a:gd name="csX88" fmla="*/ 114655 w 212589"/>
                <a:gd name="csY88" fmla="*/ 311957 h 313868"/>
                <a:gd name="csX89" fmla="*/ 112266 w 212589"/>
                <a:gd name="csY89" fmla="*/ 309091 h 313868"/>
                <a:gd name="csX90" fmla="*/ 110355 w 212589"/>
                <a:gd name="csY90" fmla="*/ 304314 h 313868"/>
                <a:gd name="csX91" fmla="*/ 107967 w 212589"/>
                <a:gd name="csY91" fmla="*/ 301447 h 313868"/>
                <a:gd name="csX92" fmla="*/ 105578 w 212589"/>
                <a:gd name="csY92" fmla="*/ 299536 h 313868"/>
                <a:gd name="csX93" fmla="*/ 96501 w 212589"/>
                <a:gd name="csY93" fmla="*/ 289504 h 313868"/>
                <a:gd name="csX94" fmla="*/ 88380 w 212589"/>
                <a:gd name="csY94" fmla="*/ 273739 h 313868"/>
                <a:gd name="csX95" fmla="*/ 80736 w 212589"/>
                <a:gd name="csY95" fmla="*/ 267529 h 313868"/>
                <a:gd name="csX96" fmla="*/ 75481 w 212589"/>
                <a:gd name="csY96" fmla="*/ 264184 h 313868"/>
                <a:gd name="csX97" fmla="*/ 73093 w 212589"/>
                <a:gd name="csY97" fmla="*/ 261318 h 313868"/>
                <a:gd name="csX98" fmla="*/ 70704 w 212589"/>
                <a:gd name="csY98" fmla="*/ 257496 h 313868"/>
                <a:gd name="csX99" fmla="*/ 68793 w 212589"/>
                <a:gd name="csY99" fmla="*/ 253197 h 313868"/>
                <a:gd name="csX100" fmla="*/ 66882 w 212589"/>
                <a:gd name="csY100" fmla="*/ 247464 h 313868"/>
                <a:gd name="csX101" fmla="*/ 65927 w 212589"/>
                <a:gd name="csY101" fmla="*/ 244120 h 313868"/>
                <a:gd name="csX102" fmla="*/ 65927 w 212589"/>
                <a:gd name="csY102" fmla="*/ 238865 h 313868"/>
                <a:gd name="csX103" fmla="*/ 66404 w 212589"/>
                <a:gd name="csY103" fmla="*/ 235521 h 313868"/>
                <a:gd name="csX104" fmla="*/ 67360 w 212589"/>
                <a:gd name="csY104" fmla="*/ 234087 h 313868"/>
                <a:gd name="csX105" fmla="*/ 73570 w 212589"/>
                <a:gd name="csY105" fmla="*/ 232654 h 313868"/>
                <a:gd name="csX106" fmla="*/ 75481 w 212589"/>
                <a:gd name="csY106" fmla="*/ 233610 h 313868"/>
                <a:gd name="csX107" fmla="*/ 77870 w 212589"/>
                <a:gd name="csY107" fmla="*/ 235998 h 313868"/>
                <a:gd name="csX108" fmla="*/ 79781 w 212589"/>
                <a:gd name="csY108" fmla="*/ 237432 h 313868"/>
                <a:gd name="csX109" fmla="*/ 84080 w 212589"/>
                <a:gd name="csY109" fmla="*/ 223577 h 313868"/>
                <a:gd name="csX110" fmla="*/ 109400 w 212589"/>
                <a:gd name="csY110" fmla="*/ 215456 h 313868"/>
                <a:gd name="csX111" fmla="*/ 117999 w 212589"/>
                <a:gd name="csY111" fmla="*/ 214023 h 313868"/>
                <a:gd name="csX112" fmla="*/ 126120 w 212589"/>
                <a:gd name="csY112" fmla="*/ 214023 h 313868"/>
                <a:gd name="csX113" fmla="*/ 124687 w 212589"/>
                <a:gd name="csY113" fmla="*/ 210201 h 313868"/>
                <a:gd name="csX114" fmla="*/ 123732 w 212589"/>
                <a:gd name="csY114" fmla="*/ 205424 h 313868"/>
                <a:gd name="csX115" fmla="*/ 122299 w 212589"/>
                <a:gd name="csY115" fmla="*/ 204468 h 313868"/>
                <a:gd name="csX116" fmla="*/ 116088 w 212589"/>
                <a:gd name="csY116" fmla="*/ 206857 h 313868"/>
                <a:gd name="csX117" fmla="*/ 106534 w 212589"/>
                <a:gd name="csY117" fmla="*/ 209723 h 313868"/>
                <a:gd name="csX118" fmla="*/ 102234 w 212589"/>
                <a:gd name="csY118" fmla="*/ 209723 h 313868"/>
                <a:gd name="csX119" fmla="*/ 97457 w 212589"/>
                <a:gd name="csY119" fmla="*/ 207812 h 313868"/>
                <a:gd name="csX120" fmla="*/ 92679 w 212589"/>
                <a:gd name="csY120" fmla="*/ 208768 h 313868"/>
                <a:gd name="csX121" fmla="*/ 87424 w 212589"/>
                <a:gd name="csY121" fmla="*/ 213067 h 313868"/>
                <a:gd name="csX122" fmla="*/ 82647 w 212589"/>
                <a:gd name="csY122" fmla="*/ 215934 h 313868"/>
                <a:gd name="csX123" fmla="*/ 77870 w 212589"/>
                <a:gd name="csY123" fmla="*/ 216889 h 313868"/>
                <a:gd name="csX124" fmla="*/ 67837 w 212589"/>
                <a:gd name="csY124" fmla="*/ 216411 h 313868"/>
                <a:gd name="csX125" fmla="*/ 64971 w 212589"/>
                <a:gd name="csY125" fmla="*/ 214023 h 313868"/>
                <a:gd name="csX126" fmla="*/ 61627 w 212589"/>
                <a:gd name="csY126" fmla="*/ 209246 h 313868"/>
                <a:gd name="csX127" fmla="*/ 61149 w 212589"/>
                <a:gd name="csY127" fmla="*/ 206857 h 313868"/>
                <a:gd name="csX128" fmla="*/ 60194 w 212589"/>
                <a:gd name="csY128" fmla="*/ 203513 h 313868"/>
                <a:gd name="csX129" fmla="*/ 59716 w 212589"/>
                <a:gd name="csY129" fmla="*/ 193958 h 313868"/>
                <a:gd name="csX130" fmla="*/ 60194 w 212589"/>
                <a:gd name="csY130" fmla="*/ 191570 h 313868"/>
                <a:gd name="csX131" fmla="*/ 61149 w 212589"/>
                <a:gd name="csY131" fmla="*/ 190136 h 313868"/>
                <a:gd name="csX132" fmla="*/ 62582 w 212589"/>
                <a:gd name="csY132" fmla="*/ 189181 h 313868"/>
                <a:gd name="csX133" fmla="*/ 64493 w 212589"/>
                <a:gd name="csY133" fmla="*/ 189181 h 313868"/>
                <a:gd name="csX134" fmla="*/ 66882 w 212589"/>
                <a:gd name="csY134" fmla="*/ 190614 h 313868"/>
                <a:gd name="csX135" fmla="*/ 72137 w 212589"/>
                <a:gd name="csY135" fmla="*/ 195869 h 313868"/>
                <a:gd name="csX136" fmla="*/ 70704 w 212589"/>
                <a:gd name="csY136" fmla="*/ 190136 h 313868"/>
                <a:gd name="csX137" fmla="*/ 85513 w 212589"/>
                <a:gd name="csY137" fmla="*/ 183448 h 313868"/>
                <a:gd name="csX138" fmla="*/ 92679 w 212589"/>
                <a:gd name="csY138" fmla="*/ 177238 h 313868"/>
                <a:gd name="csX139" fmla="*/ 96024 w 212589"/>
                <a:gd name="csY139" fmla="*/ 175804 h 313868"/>
                <a:gd name="csX140" fmla="*/ 99368 w 212589"/>
                <a:gd name="csY140" fmla="*/ 176282 h 313868"/>
                <a:gd name="csX141" fmla="*/ 98890 w 212589"/>
                <a:gd name="csY141" fmla="*/ 172938 h 313868"/>
                <a:gd name="csX142" fmla="*/ 98890 w 212589"/>
                <a:gd name="csY142" fmla="*/ 170072 h 313868"/>
                <a:gd name="csX143" fmla="*/ 101278 w 212589"/>
                <a:gd name="csY143" fmla="*/ 167683 h 313868"/>
                <a:gd name="csX144" fmla="*/ 103189 w 212589"/>
                <a:gd name="csY144" fmla="*/ 166250 h 313868"/>
                <a:gd name="csX145" fmla="*/ 108444 w 212589"/>
                <a:gd name="csY145" fmla="*/ 165294 h 313868"/>
                <a:gd name="csX146" fmla="*/ 120865 w 212589"/>
                <a:gd name="csY146" fmla="*/ 165294 h 313868"/>
                <a:gd name="csX147" fmla="*/ 125643 w 212589"/>
                <a:gd name="csY147" fmla="*/ 163861 h 313868"/>
                <a:gd name="csX148" fmla="*/ 128987 w 212589"/>
                <a:gd name="csY148" fmla="*/ 159562 h 313868"/>
                <a:gd name="csX149" fmla="*/ 125165 w 212589"/>
                <a:gd name="csY149" fmla="*/ 160995 h 313868"/>
                <a:gd name="csX150" fmla="*/ 121821 w 212589"/>
                <a:gd name="csY150" fmla="*/ 160995 h 313868"/>
                <a:gd name="csX151" fmla="*/ 119910 w 212589"/>
                <a:gd name="csY151" fmla="*/ 160039 h 313868"/>
                <a:gd name="csX152" fmla="*/ 116088 w 212589"/>
                <a:gd name="csY152" fmla="*/ 156695 h 313868"/>
                <a:gd name="csX153" fmla="*/ 114177 w 212589"/>
                <a:gd name="csY153" fmla="*/ 151440 h 313868"/>
                <a:gd name="csX154" fmla="*/ 119432 w 212589"/>
                <a:gd name="csY154" fmla="*/ 141408 h 313868"/>
                <a:gd name="csX155" fmla="*/ 120865 w 212589"/>
                <a:gd name="csY155" fmla="*/ 136631 h 313868"/>
                <a:gd name="csX156" fmla="*/ 116088 w 212589"/>
                <a:gd name="csY156" fmla="*/ 137586 h 313868"/>
                <a:gd name="csX157" fmla="*/ 114177 w 212589"/>
                <a:gd name="csY157" fmla="*/ 139019 h 313868"/>
                <a:gd name="csX158" fmla="*/ 108444 w 212589"/>
                <a:gd name="csY158" fmla="*/ 148574 h 313868"/>
                <a:gd name="csX159" fmla="*/ 104623 w 212589"/>
                <a:gd name="csY159" fmla="*/ 152396 h 313868"/>
                <a:gd name="csX160" fmla="*/ 99368 w 212589"/>
                <a:gd name="csY160" fmla="*/ 154307 h 313868"/>
                <a:gd name="csX161" fmla="*/ 94112 w 212589"/>
                <a:gd name="csY161" fmla="*/ 154307 h 313868"/>
                <a:gd name="csX162" fmla="*/ 92679 w 212589"/>
                <a:gd name="csY162" fmla="*/ 152873 h 313868"/>
                <a:gd name="csX163" fmla="*/ 91246 w 212589"/>
                <a:gd name="csY163" fmla="*/ 146663 h 313868"/>
                <a:gd name="csX164" fmla="*/ 90769 w 212589"/>
                <a:gd name="csY164" fmla="*/ 143797 h 313868"/>
                <a:gd name="csX165" fmla="*/ 90769 w 212589"/>
                <a:gd name="csY165" fmla="*/ 141886 h 313868"/>
                <a:gd name="csX166" fmla="*/ 92679 w 212589"/>
                <a:gd name="csY166" fmla="*/ 137108 h 313868"/>
                <a:gd name="csX167" fmla="*/ 93635 w 212589"/>
                <a:gd name="csY167" fmla="*/ 131376 h 313868"/>
                <a:gd name="csX168" fmla="*/ 93157 w 212589"/>
                <a:gd name="csY168" fmla="*/ 126598 h 313868"/>
                <a:gd name="csX169" fmla="*/ 92202 w 212589"/>
                <a:gd name="csY169" fmla="*/ 126121 h 313868"/>
                <a:gd name="csX170" fmla="*/ 90291 w 212589"/>
                <a:gd name="csY170" fmla="*/ 130420 h 313868"/>
                <a:gd name="csX171" fmla="*/ 88380 w 212589"/>
                <a:gd name="csY171" fmla="*/ 136631 h 313868"/>
                <a:gd name="csX172" fmla="*/ 85991 w 212589"/>
                <a:gd name="csY172" fmla="*/ 139975 h 313868"/>
                <a:gd name="csX173" fmla="*/ 83603 w 212589"/>
                <a:gd name="csY173" fmla="*/ 139019 h 313868"/>
                <a:gd name="csX174" fmla="*/ 82647 w 212589"/>
                <a:gd name="csY174" fmla="*/ 136631 h 313868"/>
                <a:gd name="csX175" fmla="*/ 81692 w 212589"/>
                <a:gd name="csY175" fmla="*/ 132809 h 313868"/>
                <a:gd name="csX176" fmla="*/ 80736 w 212589"/>
                <a:gd name="csY176" fmla="*/ 131376 h 313868"/>
                <a:gd name="csX177" fmla="*/ 79781 w 212589"/>
                <a:gd name="csY177" fmla="*/ 131376 h 313868"/>
                <a:gd name="csX178" fmla="*/ 77392 w 212589"/>
                <a:gd name="csY178" fmla="*/ 132809 h 313868"/>
                <a:gd name="csX179" fmla="*/ 75003 w 212589"/>
                <a:gd name="csY179" fmla="*/ 135675 h 313868"/>
                <a:gd name="csX180" fmla="*/ 75959 w 212589"/>
                <a:gd name="csY180" fmla="*/ 139975 h 313868"/>
                <a:gd name="csX181" fmla="*/ 75959 w 212589"/>
                <a:gd name="csY181" fmla="*/ 144274 h 313868"/>
                <a:gd name="csX182" fmla="*/ 75003 w 212589"/>
                <a:gd name="csY182" fmla="*/ 148096 h 313868"/>
                <a:gd name="csX183" fmla="*/ 74526 w 212589"/>
                <a:gd name="csY183" fmla="*/ 152396 h 313868"/>
                <a:gd name="csX184" fmla="*/ 76437 w 212589"/>
                <a:gd name="csY184" fmla="*/ 155262 h 313868"/>
                <a:gd name="csX185" fmla="*/ 78347 w 212589"/>
                <a:gd name="csY185" fmla="*/ 159562 h 313868"/>
                <a:gd name="csX186" fmla="*/ 75959 w 212589"/>
                <a:gd name="csY186" fmla="*/ 161473 h 313868"/>
                <a:gd name="csX187" fmla="*/ 73093 w 212589"/>
                <a:gd name="csY187" fmla="*/ 164339 h 313868"/>
                <a:gd name="csX188" fmla="*/ 70704 w 212589"/>
                <a:gd name="csY188" fmla="*/ 169116 h 313868"/>
                <a:gd name="csX189" fmla="*/ 67837 w 212589"/>
                <a:gd name="csY189" fmla="*/ 172460 h 313868"/>
                <a:gd name="csX190" fmla="*/ 64016 w 212589"/>
                <a:gd name="csY190" fmla="*/ 172938 h 313868"/>
                <a:gd name="csX191" fmla="*/ 59238 w 212589"/>
                <a:gd name="csY191" fmla="*/ 174849 h 313868"/>
                <a:gd name="csX192" fmla="*/ 49206 w 212589"/>
                <a:gd name="csY192" fmla="*/ 175327 h 313868"/>
                <a:gd name="csX193" fmla="*/ 44429 w 212589"/>
                <a:gd name="csY193" fmla="*/ 170072 h 313868"/>
                <a:gd name="csX194" fmla="*/ 43473 w 212589"/>
                <a:gd name="csY194" fmla="*/ 167205 h 313868"/>
                <a:gd name="csX195" fmla="*/ 42518 w 212589"/>
                <a:gd name="csY195" fmla="*/ 165294 h 313868"/>
                <a:gd name="csX196" fmla="*/ 39174 w 212589"/>
                <a:gd name="csY196" fmla="*/ 162428 h 313868"/>
                <a:gd name="csX197" fmla="*/ 34874 w 212589"/>
                <a:gd name="csY197" fmla="*/ 153351 h 313868"/>
                <a:gd name="csX198" fmla="*/ 31052 w 212589"/>
                <a:gd name="csY198" fmla="*/ 143319 h 313868"/>
                <a:gd name="csX199" fmla="*/ 29141 w 212589"/>
                <a:gd name="csY199" fmla="*/ 142363 h 313868"/>
                <a:gd name="csX200" fmla="*/ 25320 w 212589"/>
                <a:gd name="csY200" fmla="*/ 139019 h 313868"/>
                <a:gd name="csX201" fmla="*/ 23409 w 212589"/>
                <a:gd name="csY201" fmla="*/ 135675 h 313868"/>
                <a:gd name="csX202" fmla="*/ 21498 w 212589"/>
                <a:gd name="csY202" fmla="*/ 131853 h 313868"/>
                <a:gd name="csX203" fmla="*/ 21020 w 212589"/>
                <a:gd name="csY203" fmla="*/ 127554 h 313868"/>
                <a:gd name="csX204" fmla="*/ 21498 w 212589"/>
                <a:gd name="csY204" fmla="*/ 123254 h 313868"/>
                <a:gd name="csX205" fmla="*/ 23409 w 212589"/>
                <a:gd name="csY205" fmla="*/ 121343 h 313868"/>
                <a:gd name="csX206" fmla="*/ 18631 w 212589"/>
                <a:gd name="csY206" fmla="*/ 116566 h 313868"/>
                <a:gd name="csX207" fmla="*/ 13854 w 212589"/>
                <a:gd name="csY207" fmla="*/ 109878 h 313868"/>
                <a:gd name="csX208" fmla="*/ 15287 w 212589"/>
                <a:gd name="csY208" fmla="*/ 107967 h 313868"/>
                <a:gd name="csX209" fmla="*/ 17198 w 212589"/>
                <a:gd name="csY209" fmla="*/ 107011 h 313868"/>
                <a:gd name="csX210" fmla="*/ 31530 w 212589"/>
                <a:gd name="csY210" fmla="*/ 114177 h 313868"/>
                <a:gd name="csX211" fmla="*/ 32486 w 212589"/>
                <a:gd name="csY211" fmla="*/ 113222 h 313868"/>
                <a:gd name="csX212" fmla="*/ 34396 w 212589"/>
                <a:gd name="csY212" fmla="*/ 109878 h 313868"/>
                <a:gd name="csX213" fmla="*/ 33441 w 212589"/>
                <a:gd name="csY213" fmla="*/ 108445 h 313868"/>
                <a:gd name="csX214" fmla="*/ 31052 w 212589"/>
                <a:gd name="csY214" fmla="*/ 107489 h 313868"/>
                <a:gd name="csX215" fmla="*/ 27708 w 212589"/>
                <a:gd name="csY215" fmla="*/ 107489 h 313868"/>
                <a:gd name="csX216" fmla="*/ 27230 w 212589"/>
                <a:gd name="csY216" fmla="*/ 107011 h 313868"/>
                <a:gd name="csX217" fmla="*/ 25797 w 212589"/>
                <a:gd name="csY217" fmla="*/ 102712 h 313868"/>
                <a:gd name="csX218" fmla="*/ 24842 w 212589"/>
                <a:gd name="csY218" fmla="*/ 97935 h 313868"/>
                <a:gd name="csX219" fmla="*/ 24364 w 212589"/>
                <a:gd name="csY219" fmla="*/ 94590 h 313868"/>
                <a:gd name="csX220" fmla="*/ 23886 w 212589"/>
                <a:gd name="csY220" fmla="*/ 90769 h 313868"/>
                <a:gd name="csX221" fmla="*/ 26275 w 212589"/>
                <a:gd name="csY221" fmla="*/ 84558 h 313868"/>
                <a:gd name="csX222" fmla="*/ 27708 w 212589"/>
                <a:gd name="csY222" fmla="*/ 79303 h 313868"/>
                <a:gd name="csX223" fmla="*/ 25797 w 212589"/>
                <a:gd name="csY223" fmla="*/ 76914 h 313868"/>
                <a:gd name="csX224" fmla="*/ 19587 w 212589"/>
                <a:gd name="csY224" fmla="*/ 76914 h 313868"/>
                <a:gd name="csX225" fmla="*/ 17676 w 212589"/>
                <a:gd name="csY225" fmla="*/ 77870 h 313868"/>
                <a:gd name="csX226" fmla="*/ 18631 w 212589"/>
                <a:gd name="csY226" fmla="*/ 85514 h 313868"/>
                <a:gd name="csX227" fmla="*/ 16721 w 212589"/>
                <a:gd name="csY227" fmla="*/ 90769 h 313868"/>
                <a:gd name="csX228" fmla="*/ 12898 w 212589"/>
                <a:gd name="csY228" fmla="*/ 94590 h 313868"/>
                <a:gd name="csX229" fmla="*/ 10510 w 212589"/>
                <a:gd name="csY229" fmla="*/ 92680 h 313868"/>
                <a:gd name="csX230" fmla="*/ 8599 w 212589"/>
                <a:gd name="csY230" fmla="*/ 82647 h 313868"/>
                <a:gd name="csX231" fmla="*/ 5733 w 212589"/>
                <a:gd name="csY231" fmla="*/ 75959 h 313868"/>
                <a:gd name="csX232" fmla="*/ 4777 w 212589"/>
                <a:gd name="csY232" fmla="*/ 71182 h 313868"/>
                <a:gd name="csX233" fmla="*/ 4299 w 212589"/>
                <a:gd name="csY233" fmla="*/ 64971 h 313868"/>
                <a:gd name="csX234" fmla="*/ 2866 w 212589"/>
                <a:gd name="csY234" fmla="*/ 60194 h 313868"/>
                <a:gd name="csX235" fmla="*/ 955 w 212589"/>
                <a:gd name="csY235" fmla="*/ 54461 h 313868"/>
                <a:gd name="csX236" fmla="*/ 955 w 212589"/>
                <a:gd name="csY236" fmla="*/ 51117 h 313868"/>
                <a:gd name="csX237" fmla="*/ 955 w 212589"/>
                <a:gd name="csY237" fmla="*/ 48251 h 313868"/>
                <a:gd name="csX238" fmla="*/ 2389 w 212589"/>
                <a:gd name="csY238" fmla="*/ 42518 h 313868"/>
                <a:gd name="csX239" fmla="*/ 1433 w 212589"/>
                <a:gd name="csY239" fmla="*/ 37263 h 313868"/>
                <a:gd name="csX240" fmla="*/ 0 w 212589"/>
                <a:gd name="csY240" fmla="*/ 32963 h 313868"/>
                <a:gd name="csX241" fmla="*/ 0 w 212589"/>
                <a:gd name="csY241" fmla="*/ 30575 h 313868"/>
                <a:gd name="csX242" fmla="*/ 1433 w 212589"/>
                <a:gd name="csY242" fmla="*/ 27231 h 313868"/>
                <a:gd name="csX243" fmla="*/ 2389 w 212589"/>
                <a:gd name="csY243" fmla="*/ 26275 h 313868"/>
                <a:gd name="csX244" fmla="*/ 3822 w 212589"/>
                <a:gd name="csY244" fmla="*/ 26275 h 313868"/>
                <a:gd name="csX245" fmla="*/ 7166 w 212589"/>
                <a:gd name="csY245" fmla="*/ 30097 h 313868"/>
                <a:gd name="csX246" fmla="*/ 9555 w 212589"/>
                <a:gd name="csY246" fmla="*/ 34397 h 313868"/>
                <a:gd name="csX247" fmla="*/ 10032 w 212589"/>
                <a:gd name="csY247" fmla="*/ 34397 h 313868"/>
                <a:gd name="csX248" fmla="*/ 11465 w 212589"/>
                <a:gd name="csY248" fmla="*/ 27708 h 313868"/>
                <a:gd name="csX249" fmla="*/ 13376 w 212589"/>
                <a:gd name="csY249" fmla="*/ 26275 h 313868"/>
                <a:gd name="csX250" fmla="*/ 20542 w 212589"/>
                <a:gd name="csY250" fmla="*/ 23886 h 313868"/>
                <a:gd name="csX251" fmla="*/ 28186 w 212589"/>
                <a:gd name="csY251" fmla="*/ 32486 h 313868"/>
                <a:gd name="csX252" fmla="*/ 30097 w 212589"/>
                <a:gd name="csY252" fmla="*/ 34397 h 313868"/>
                <a:gd name="csX253" fmla="*/ 32008 w 212589"/>
                <a:gd name="csY253" fmla="*/ 34874 h 313868"/>
                <a:gd name="csX254" fmla="*/ 31052 w 212589"/>
                <a:gd name="csY254" fmla="*/ 31052 h 313868"/>
                <a:gd name="csX255" fmla="*/ 30575 w 212589"/>
                <a:gd name="csY255" fmla="*/ 26275 h 313868"/>
                <a:gd name="csX256" fmla="*/ 31530 w 212589"/>
                <a:gd name="csY256" fmla="*/ 24364 h 313868"/>
                <a:gd name="csX257" fmla="*/ 38218 w 212589"/>
                <a:gd name="csY257" fmla="*/ 28664 h 313868"/>
                <a:gd name="csX258" fmla="*/ 41085 w 212589"/>
                <a:gd name="csY258" fmla="*/ 28664 h 313868"/>
                <a:gd name="csX259" fmla="*/ 48251 w 212589"/>
                <a:gd name="csY259" fmla="*/ 22931 h 313868"/>
                <a:gd name="csX260" fmla="*/ 59716 w 212589"/>
                <a:gd name="csY260" fmla="*/ 20065 h 313868"/>
                <a:gd name="csX261" fmla="*/ 64016 w 212589"/>
                <a:gd name="csY261" fmla="*/ 24364 h 313868"/>
                <a:gd name="csX262" fmla="*/ 64493 w 212589"/>
                <a:gd name="csY262" fmla="*/ 26753 h 313868"/>
                <a:gd name="csX263" fmla="*/ 64493 w 212589"/>
                <a:gd name="csY263" fmla="*/ 30097 h 313868"/>
                <a:gd name="csX264" fmla="*/ 64016 w 212589"/>
                <a:gd name="csY264" fmla="*/ 31052 h 313868"/>
                <a:gd name="csX265" fmla="*/ 61627 w 212589"/>
                <a:gd name="csY265" fmla="*/ 34874 h 313868"/>
                <a:gd name="csX266" fmla="*/ 46817 w 212589"/>
                <a:gd name="csY266" fmla="*/ 37741 h 313868"/>
                <a:gd name="csX267" fmla="*/ 37263 w 212589"/>
                <a:gd name="csY267" fmla="*/ 49684 h 313868"/>
                <a:gd name="csX268" fmla="*/ 50162 w 212589"/>
                <a:gd name="csY268" fmla="*/ 47773 h 313868"/>
                <a:gd name="csX269" fmla="*/ 52550 w 212589"/>
                <a:gd name="csY269" fmla="*/ 49206 h 313868"/>
                <a:gd name="csX270" fmla="*/ 53505 w 212589"/>
                <a:gd name="csY270" fmla="*/ 58283 h 313868"/>
                <a:gd name="csX271" fmla="*/ 54461 w 212589"/>
                <a:gd name="csY271" fmla="*/ 59238 h 313868"/>
                <a:gd name="csX272" fmla="*/ 57805 w 212589"/>
                <a:gd name="csY272" fmla="*/ 60672 h 313868"/>
                <a:gd name="csX273" fmla="*/ 60194 w 212589"/>
                <a:gd name="csY273" fmla="*/ 63538 h 313868"/>
                <a:gd name="csX274" fmla="*/ 62582 w 212589"/>
                <a:gd name="csY274" fmla="*/ 68793 h 313868"/>
                <a:gd name="csX275" fmla="*/ 64971 w 212589"/>
                <a:gd name="csY275" fmla="*/ 72137 h 313868"/>
                <a:gd name="csX276" fmla="*/ 66404 w 212589"/>
                <a:gd name="csY276" fmla="*/ 72137 h 313868"/>
                <a:gd name="csX277" fmla="*/ 66882 w 212589"/>
                <a:gd name="csY277" fmla="*/ 68315 h 313868"/>
                <a:gd name="csX278" fmla="*/ 66404 w 212589"/>
                <a:gd name="csY278" fmla="*/ 63538 h 313868"/>
                <a:gd name="csX279" fmla="*/ 65927 w 212589"/>
                <a:gd name="csY279" fmla="*/ 58283 h 313868"/>
                <a:gd name="csX280" fmla="*/ 66404 w 212589"/>
                <a:gd name="csY280" fmla="*/ 52550 h 313868"/>
                <a:gd name="csX281" fmla="*/ 66882 w 212589"/>
                <a:gd name="csY281" fmla="*/ 47773 h 313868"/>
                <a:gd name="csX282" fmla="*/ 69271 w 212589"/>
                <a:gd name="csY282" fmla="*/ 44429 h 313868"/>
                <a:gd name="csX283" fmla="*/ 73570 w 212589"/>
                <a:gd name="csY283" fmla="*/ 33441 h 313868"/>
                <a:gd name="csX284" fmla="*/ 77870 w 212589"/>
                <a:gd name="csY284" fmla="*/ 26275 h 313868"/>
                <a:gd name="csX285" fmla="*/ 82169 w 212589"/>
                <a:gd name="csY285" fmla="*/ 29619 h 313868"/>
                <a:gd name="csX286" fmla="*/ 86947 w 212589"/>
                <a:gd name="csY286" fmla="*/ 38696 h 313868"/>
                <a:gd name="csX287" fmla="*/ 90769 w 212589"/>
                <a:gd name="csY287" fmla="*/ 52073 h 313868"/>
                <a:gd name="csX288" fmla="*/ 94590 w 212589"/>
                <a:gd name="csY288" fmla="*/ 65927 h 313868"/>
                <a:gd name="csX289" fmla="*/ 98890 w 212589"/>
                <a:gd name="csY289" fmla="*/ 82647 h 313868"/>
                <a:gd name="csX290" fmla="*/ 100801 w 212589"/>
                <a:gd name="csY290" fmla="*/ 88380 h 313868"/>
                <a:gd name="csX291" fmla="*/ 102712 w 212589"/>
                <a:gd name="csY291" fmla="*/ 89813 h 313868"/>
                <a:gd name="csX292" fmla="*/ 111311 w 212589"/>
                <a:gd name="csY292" fmla="*/ 107011 h 313868"/>
                <a:gd name="csX293" fmla="*/ 112266 w 212589"/>
                <a:gd name="csY293" fmla="*/ 107489 h 313868"/>
                <a:gd name="csX294" fmla="*/ 110355 w 212589"/>
                <a:gd name="csY294" fmla="*/ 94590 h 313868"/>
                <a:gd name="csX295" fmla="*/ 106056 w 212589"/>
                <a:gd name="csY295" fmla="*/ 72137 h 313868"/>
                <a:gd name="csX296" fmla="*/ 103189 w 212589"/>
                <a:gd name="csY296" fmla="*/ 54461 h 313868"/>
                <a:gd name="csX297" fmla="*/ 102234 w 212589"/>
                <a:gd name="csY297" fmla="*/ 47773 h 313868"/>
                <a:gd name="csX298" fmla="*/ 101756 w 212589"/>
                <a:gd name="csY298" fmla="*/ 38218 h 313868"/>
                <a:gd name="csX299" fmla="*/ 102234 w 212589"/>
                <a:gd name="csY299" fmla="*/ 35352 h 313868"/>
                <a:gd name="csX300" fmla="*/ 102234 w 212589"/>
                <a:gd name="csY300" fmla="*/ 32963 h 313868"/>
                <a:gd name="csX301" fmla="*/ 104623 w 212589"/>
                <a:gd name="csY301" fmla="*/ 22453 h 313868"/>
                <a:gd name="csX302" fmla="*/ 107489 w 212589"/>
                <a:gd name="csY302" fmla="*/ 17198 h 313868"/>
                <a:gd name="csX303" fmla="*/ 106534 w 212589"/>
                <a:gd name="csY303" fmla="*/ 10032 h 313868"/>
                <a:gd name="csX304" fmla="*/ 107489 w 212589"/>
                <a:gd name="csY304" fmla="*/ 4777 h 313868"/>
                <a:gd name="csX305" fmla="*/ 110355 w 212589"/>
                <a:gd name="csY305" fmla="*/ 0 h 313868"/>
                <a:gd name="csX306" fmla="*/ 113222 w 212589"/>
                <a:gd name="csY306" fmla="*/ 0 h 313868"/>
                <a:gd name="csX307" fmla="*/ 116088 w 212589"/>
                <a:gd name="csY307" fmla="*/ 3344 h 313868"/>
                <a:gd name="csX308" fmla="*/ 120865 w 212589"/>
                <a:gd name="csY308" fmla="*/ 15287 h 313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</a:cxnLst>
              <a:rect l="l" t="t" r="r" b="b"/>
              <a:pathLst>
                <a:path w="212589" h="313868">
                  <a:moveTo>
                    <a:pt x="120865" y="15287"/>
                  </a:moveTo>
                  <a:lnTo>
                    <a:pt x="122299" y="15287"/>
                  </a:lnTo>
                  <a:lnTo>
                    <a:pt x="123254" y="14332"/>
                  </a:lnTo>
                  <a:lnTo>
                    <a:pt x="123732" y="11466"/>
                  </a:lnTo>
                  <a:lnTo>
                    <a:pt x="124687" y="9555"/>
                  </a:lnTo>
                  <a:lnTo>
                    <a:pt x="129942" y="11466"/>
                  </a:lnTo>
                  <a:lnTo>
                    <a:pt x="136631" y="17198"/>
                  </a:lnTo>
                  <a:lnTo>
                    <a:pt x="139019" y="20065"/>
                  </a:lnTo>
                  <a:lnTo>
                    <a:pt x="141885" y="26275"/>
                  </a:lnTo>
                  <a:lnTo>
                    <a:pt x="144274" y="35830"/>
                  </a:lnTo>
                  <a:lnTo>
                    <a:pt x="142363" y="42996"/>
                  </a:lnTo>
                  <a:lnTo>
                    <a:pt x="139975" y="49684"/>
                  </a:lnTo>
                  <a:lnTo>
                    <a:pt x="139019" y="53028"/>
                  </a:lnTo>
                  <a:lnTo>
                    <a:pt x="139975" y="58283"/>
                  </a:lnTo>
                  <a:lnTo>
                    <a:pt x="139497" y="63538"/>
                  </a:lnTo>
                  <a:lnTo>
                    <a:pt x="138542" y="67838"/>
                  </a:lnTo>
                  <a:lnTo>
                    <a:pt x="142363" y="62583"/>
                  </a:lnTo>
                  <a:lnTo>
                    <a:pt x="150485" y="46340"/>
                  </a:lnTo>
                  <a:lnTo>
                    <a:pt x="151918" y="45384"/>
                  </a:lnTo>
                  <a:lnTo>
                    <a:pt x="152873" y="45862"/>
                  </a:lnTo>
                  <a:lnTo>
                    <a:pt x="156695" y="49206"/>
                  </a:lnTo>
                  <a:lnTo>
                    <a:pt x="160039" y="57805"/>
                  </a:lnTo>
                  <a:lnTo>
                    <a:pt x="160517" y="60672"/>
                  </a:lnTo>
                  <a:lnTo>
                    <a:pt x="161472" y="63538"/>
                  </a:lnTo>
                  <a:lnTo>
                    <a:pt x="161472" y="67838"/>
                  </a:lnTo>
                  <a:lnTo>
                    <a:pt x="161472" y="72615"/>
                  </a:lnTo>
                  <a:lnTo>
                    <a:pt x="160995" y="75959"/>
                  </a:lnTo>
                  <a:lnTo>
                    <a:pt x="159561" y="77870"/>
                  </a:lnTo>
                  <a:lnTo>
                    <a:pt x="158606" y="80259"/>
                  </a:lnTo>
                  <a:lnTo>
                    <a:pt x="160517" y="80259"/>
                  </a:lnTo>
                  <a:lnTo>
                    <a:pt x="162428" y="82647"/>
                  </a:lnTo>
                  <a:lnTo>
                    <a:pt x="164339" y="87902"/>
                  </a:lnTo>
                  <a:lnTo>
                    <a:pt x="166727" y="90291"/>
                  </a:lnTo>
                  <a:lnTo>
                    <a:pt x="174849" y="88380"/>
                  </a:lnTo>
                  <a:lnTo>
                    <a:pt x="180104" y="91246"/>
                  </a:lnTo>
                  <a:lnTo>
                    <a:pt x="182970" y="99846"/>
                  </a:lnTo>
                  <a:lnTo>
                    <a:pt x="187270" y="97935"/>
                  </a:lnTo>
                  <a:lnTo>
                    <a:pt x="187270" y="93157"/>
                  </a:lnTo>
                  <a:lnTo>
                    <a:pt x="188225" y="91246"/>
                  </a:lnTo>
                  <a:lnTo>
                    <a:pt x="193958" y="92680"/>
                  </a:lnTo>
                  <a:lnTo>
                    <a:pt x="196824" y="95068"/>
                  </a:lnTo>
                  <a:lnTo>
                    <a:pt x="200168" y="99368"/>
                  </a:lnTo>
                  <a:lnTo>
                    <a:pt x="194914" y="107011"/>
                  </a:lnTo>
                  <a:lnTo>
                    <a:pt x="199213" y="114177"/>
                  </a:lnTo>
                  <a:lnTo>
                    <a:pt x="206379" y="119432"/>
                  </a:lnTo>
                  <a:lnTo>
                    <a:pt x="210679" y="124687"/>
                  </a:lnTo>
                  <a:lnTo>
                    <a:pt x="211634" y="126598"/>
                  </a:lnTo>
                  <a:lnTo>
                    <a:pt x="212590" y="129942"/>
                  </a:lnTo>
                  <a:lnTo>
                    <a:pt x="209723" y="133287"/>
                  </a:lnTo>
                  <a:lnTo>
                    <a:pt x="206379" y="135675"/>
                  </a:lnTo>
                  <a:lnTo>
                    <a:pt x="199213" y="136153"/>
                  </a:lnTo>
                  <a:lnTo>
                    <a:pt x="192525" y="138542"/>
                  </a:lnTo>
                  <a:lnTo>
                    <a:pt x="180104" y="140453"/>
                  </a:lnTo>
                  <a:lnTo>
                    <a:pt x="178671" y="141886"/>
                  </a:lnTo>
                  <a:lnTo>
                    <a:pt x="178193" y="142841"/>
                  </a:lnTo>
                  <a:lnTo>
                    <a:pt x="177238" y="146185"/>
                  </a:lnTo>
                  <a:lnTo>
                    <a:pt x="172460" y="153829"/>
                  </a:lnTo>
                  <a:lnTo>
                    <a:pt x="168161" y="162906"/>
                  </a:lnTo>
                  <a:lnTo>
                    <a:pt x="166250" y="168161"/>
                  </a:lnTo>
                  <a:lnTo>
                    <a:pt x="164817" y="175804"/>
                  </a:lnTo>
                  <a:lnTo>
                    <a:pt x="164339" y="180582"/>
                  </a:lnTo>
                  <a:lnTo>
                    <a:pt x="165294" y="184881"/>
                  </a:lnTo>
                  <a:lnTo>
                    <a:pt x="164817" y="189181"/>
                  </a:lnTo>
                  <a:lnTo>
                    <a:pt x="161472" y="193003"/>
                  </a:lnTo>
                  <a:lnTo>
                    <a:pt x="159561" y="193003"/>
                  </a:lnTo>
                  <a:lnTo>
                    <a:pt x="156695" y="192525"/>
                  </a:lnTo>
                  <a:lnTo>
                    <a:pt x="153829" y="194436"/>
                  </a:lnTo>
                  <a:lnTo>
                    <a:pt x="153829" y="197302"/>
                  </a:lnTo>
                  <a:lnTo>
                    <a:pt x="153829" y="201602"/>
                  </a:lnTo>
                  <a:lnTo>
                    <a:pt x="153351" y="214501"/>
                  </a:lnTo>
                  <a:lnTo>
                    <a:pt x="152396" y="224055"/>
                  </a:lnTo>
                  <a:lnTo>
                    <a:pt x="150962" y="232654"/>
                  </a:lnTo>
                  <a:lnTo>
                    <a:pt x="149529" y="237432"/>
                  </a:lnTo>
                  <a:lnTo>
                    <a:pt x="148096" y="238865"/>
                  </a:lnTo>
                  <a:lnTo>
                    <a:pt x="142363" y="239820"/>
                  </a:lnTo>
                  <a:lnTo>
                    <a:pt x="137586" y="247942"/>
                  </a:lnTo>
                  <a:lnTo>
                    <a:pt x="134242" y="262274"/>
                  </a:lnTo>
                  <a:lnTo>
                    <a:pt x="132331" y="268006"/>
                  </a:lnTo>
                  <a:lnTo>
                    <a:pt x="128509" y="276605"/>
                  </a:lnTo>
                  <a:lnTo>
                    <a:pt x="128987" y="279949"/>
                  </a:lnTo>
                  <a:lnTo>
                    <a:pt x="130420" y="283294"/>
                  </a:lnTo>
                  <a:lnTo>
                    <a:pt x="128031" y="289026"/>
                  </a:lnTo>
                  <a:lnTo>
                    <a:pt x="125165" y="295715"/>
                  </a:lnTo>
                  <a:lnTo>
                    <a:pt x="125165" y="298103"/>
                  </a:lnTo>
                  <a:lnTo>
                    <a:pt x="126120" y="302881"/>
                  </a:lnTo>
                  <a:lnTo>
                    <a:pt x="126598" y="307658"/>
                  </a:lnTo>
                  <a:lnTo>
                    <a:pt x="124210" y="311957"/>
                  </a:lnTo>
                  <a:lnTo>
                    <a:pt x="119432" y="313868"/>
                  </a:lnTo>
                  <a:lnTo>
                    <a:pt x="114655" y="311957"/>
                  </a:lnTo>
                  <a:lnTo>
                    <a:pt x="112266" y="309091"/>
                  </a:lnTo>
                  <a:lnTo>
                    <a:pt x="110355" y="304314"/>
                  </a:lnTo>
                  <a:lnTo>
                    <a:pt x="107967" y="301447"/>
                  </a:lnTo>
                  <a:lnTo>
                    <a:pt x="105578" y="299536"/>
                  </a:lnTo>
                  <a:lnTo>
                    <a:pt x="96501" y="289504"/>
                  </a:lnTo>
                  <a:lnTo>
                    <a:pt x="88380" y="273739"/>
                  </a:lnTo>
                  <a:lnTo>
                    <a:pt x="80736" y="267529"/>
                  </a:lnTo>
                  <a:lnTo>
                    <a:pt x="75481" y="264184"/>
                  </a:lnTo>
                  <a:lnTo>
                    <a:pt x="73093" y="261318"/>
                  </a:lnTo>
                  <a:lnTo>
                    <a:pt x="70704" y="257496"/>
                  </a:lnTo>
                  <a:lnTo>
                    <a:pt x="68793" y="253197"/>
                  </a:lnTo>
                  <a:lnTo>
                    <a:pt x="66882" y="247464"/>
                  </a:lnTo>
                  <a:lnTo>
                    <a:pt x="65927" y="244120"/>
                  </a:lnTo>
                  <a:lnTo>
                    <a:pt x="65927" y="238865"/>
                  </a:lnTo>
                  <a:lnTo>
                    <a:pt x="66404" y="235521"/>
                  </a:lnTo>
                  <a:lnTo>
                    <a:pt x="67360" y="234087"/>
                  </a:lnTo>
                  <a:lnTo>
                    <a:pt x="73570" y="232654"/>
                  </a:lnTo>
                  <a:lnTo>
                    <a:pt x="75481" y="233610"/>
                  </a:lnTo>
                  <a:lnTo>
                    <a:pt x="77870" y="235998"/>
                  </a:lnTo>
                  <a:lnTo>
                    <a:pt x="79781" y="237432"/>
                  </a:lnTo>
                  <a:lnTo>
                    <a:pt x="84080" y="223577"/>
                  </a:lnTo>
                  <a:lnTo>
                    <a:pt x="109400" y="215456"/>
                  </a:lnTo>
                  <a:lnTo>
                    <a:pt x="117999" y="214023"/>
                  </a:lnTo>
                  <a:lnTo>
                    <a:pt x="126120" y="214023"/>
                  </a:lnTo>
                  <a:lnTo>
                    <a:pt x="124687" y="210201"/>
                  </a:lnTo>
                  <a:lnTo>
                    <a:pt x="123732" y="205424"/>
                  </a:lnTo>
                  <a:lnTo>
                    <a:pt x="122299" y="204468"/>
                  </a:lnTo>
                  <a:lnTo>
                    <a:pt x="116088" y="206857"/>
                  </a:lnTo>
                  <a:lnTo>
                    <a:pt x="106534" y="209723"/>
                  </a:lnTo>
                  <a:lnTo>
                    <a:pt x="102234" y="209723"/>
                  </a:lnTo>
                  <a:lnTo>
                    <a:pt x="97457" y="207812"/>
                  </a:lnTo>
                  <a:lnTo>
                    <a:pt x="92679" y="208768"/>
                  </a:lnTo>
                  <a:lnTo>
                    <a:pt x="87424" y="213067"/>
                  </a:lnTo>
                  <a:lnTo>
                    <a:pt x="82647" y="215934"/>
                  </a:lnTo>
                  <a:lnTo>
                    <a:pt x="77870" y="216889"/>
                  </a:lnTo>
                  <a:lnTo>
                    <a:pt x="67837" y="216411"/>
                  </a:lnTo>
                  <a:lnTo>
                    <a:pt x="64971" y="214023"/>
                  </a:lnTo>
                  <a:lnTo>
                    <a:pt x="61627" y="209246"/>
                  </a:lnTo>
                  <a:lnTo>
                    <a:pt x="61149" y="206857"/>
                  </a:lnTo>
                  <a:lnTo>
                    <a:pt x="60194" y="203513"/>
                  </a:lnTo>
                  <a:lnTo>
                    <a:pt x="59716" y="193958"/>
                  </a:lnTo>
                  <a:lnTo>
                    <a:pt x="60194" y="191570"/>
                  </a:lnTo>
                  <a:lnTo>
                    <a:pt x="61149" y="190136"/>
                  </a:lnTo>
                  <a:lnTo>
                    <a:pt x="62582" y="189181"/>
                  </a:lnTo>
                  <a:lnTo>
                    <a:pt x="64493" y="189181"/>
                  </a:lnTo>
                  <a:lnTo>
                    <a:pt x="66882" y="190614"/>
                  </a:lnTo>
                  <a:lnTo>
                    <a:pt x="72137" y="195869"/>
                  </a:lnTo>
                  <a:lnTo>
                    <a:pt x="70704" y="190136"/>
                  </a:lnTo>
                  <a:lnTo>
                    <a:pt x="85513" y="183448"/>
                  </a:lnTo>
                  <a:lnTo>
                    <a:pt x="92679" y="177238"/>
                  </a:lnTo>
                  <a:lnTo>
                    <a:pt x="96024" y="175804"/>
                  </a:lnTo>
                  <a:lnTo>
                    <a:pt x="99368" y="176282"/>
                  </a:lnTo>
                  <a:lnTo>
                    <a:pt x="98890" y="172938"/>
                  </a:lnTo>
                  <a:lnTo>
                    <a:pt x="98890" y="170072"/>
                  </a:lnTo>
                  <a:lnTo>
                    <a:pt x="101278" y="167683"/>
                  </a:lnTo>
                  <a:lnTo>
                    <a:pt x="103189" y="166250"/>
                  </a:lnTo>
                  <a:lnTo>
                    <a:pt x="108444" y="165294"/>
                  </a:lnTo>
                  <a:lnTo>
                    <a:pt x="120865" y="165294"/>
                  </a:lnTo>
                  <a:lnTo>
                    <a:pt x="125643" y="163861"/>
                  </a:lnTo>
                  <a:lnTo>
                    <a:pt x="128987" y="159562"/>
                  </a:lnTo>
                  <a:lnTo>
                    <a:pt x="125165" y="160995"/>
                  </a:lnTo>
                  <a:lnTo>
                    <a:pt x="121821" y="160995"/>
                  </a:lnTo>
                  <a:lnTo>
                    <a:pt x="119910" y="160039"/>
                  </a:lnTo>
                  <a:lnTo>
                    <a:pt x="116088" y="156695"/>
                  </a:lnTo>
                  <a:lnTo>
                    <a:pt x="114177" y="151440"/>
                  </a:lnTo>
                  <a:lnTo>
                    <a:pt x="119432" y="141408"/>
                  </a:lnTo>
                  <a:lnTo>
                    <a:pt x="120865" y="136631"/>
                  </a:lnTo>
                  <a:lnTo>
                    <a:pt x="116088" y="137586"/>
                  </a:lnTo>
                  <a:lnTo>
                    <a:pt x="114177" y="139019"/>
                  </a:lnTo>
                  <a:lnTo>
                    <a:pt x="108444" y="148574"/>
                  </a:lnTo>
                  <a:lnTo>
                    <a:pt x="104623" y="152396"/>
                  </a:lnTo>
                  <a:lnTo>
                    <a:pt x="99368" y="154307"/>
                  </a:lnTo>
                  <a:lnTo>
                    <a:pt x="94112" y="154307"/>
                  </a:lnTo>
                  <a:lnTo>
                    <a:pt x="92679" y="152873"/>
                  </a:lnTo>
                  <a:lnTo>
                    <a:pt x="91246" y="146663"/>
                  </a:lnTo>
                  <a:lnTo>
                    <a:pt x="90769" y="143797"/>
                  </a:lnTo>
                  <a:lnTo>
                    <a:pt x="90769" y="141886"/>
                  </a:lnTo>
                  <a:lnTo>
                    <a:pt x="92679" y="137108"/>
                  </a:lnTo>
                  <a:lnTo>
                    <a:pt x="93635" y="131376"/>
                  </a:lnTo>
                  <a:lnTo>
                    <a:pt x="93157" y="126598"/>
                  </a:lnTo>
                  <a:lnTo>
                    <a:pt x="92202" y="126121"/>
                  </a:lnTo>
                  <a:lnTo>
                    <a:pt x="90291" y="130420"/>
                  </a:lnTo>
                  <a:lnTo>
                    <a:pt x="88380" y="136631"/>
                  </a:lnTo>
                  <a:lnTo>
                    <a:pt x="85991" y="139975"/>
                  </a:lnTo>
                  <a:lnTo>
                    <a:pt x="83603" y="139019"/>
                  </a:lnTo>
                  <a:lnTo>
                    <a:pt x="82647" y="136631"/>
                  </a:lnTo>
                  <a:lnTo>
                    <a:pt x="81692" y="132809"/>
                  </a:lnTo>
                  <a:lnTo>
                    <a:pt x="80736" y="131376"/>
                  </a:lnTo>
                  <a:lnTo>
                    <a:pt x="79781" y="131376"/>
                  </a:lnTo>
                  <a:lnTo>
                    <a:pt x="77392" y="132809"/>
                  </a:lnTo>
                  <a:lnTo>
                    <a:pt x="75003" y="135675"/>
                  </a:lnTo>
                  <a:lnTo>
                    <a:pt x="75959" y="139975"/>
                  </a:lnTo>
                  <a:lnTo>
                    <a:pt x="75959" y="144274"/>
                  </a:lnTo>
                  <a:lnTo>
                    <a:pt x="75003" y="148096"/>
                  </a:lnTo>
                  <a:lnTo>
                    <a:pt x="74526" y="152396"/>
                  </a:lnTo>
                  <a:lnTo>
                    <a:pt x="76437" y="155262"/>
                  </a:lnTo>
                  <a:lnTo>
                    <a:pt x="78347" y="159562"/>
                  </a:lnTo>
                  <a:lnTo>
                    <a:pt x="75959" y="161473"/>
                  </a:lnTo>
                  <a:lnTo>
                    <a:pt x="73093" y="164339"/>
                  </a:lnTo>
                  <a:lnTo>
                    <a:pt x="70704" y="169116"/>
                  </a:lnTo>
                  <a:lnTo>
                    <a:pt x="67837" y="172460"/>
                  </a:lnTo>
                  <a:lnTo>
                    <a:pt x="64016" y="172938"/>
                  </a:lnTo>
                  <a:lnTo>
                    <a:pt x="59238" y="174849"/>
                  </a:lnTo>
                  <a:lnTo>
                    <a:pt x="49206" y="175327"/>
                  </a:lnTo>
                  <a:lnTo>
                    <a:pt x="44429" y="170072"/>
                  </a:lnTo>
                  <a:lnTo>
                    <a:pt x="43473" y="167205"/>
                  </a:lnTo>
                  <a:lnTo>
                    <a:pt x="42518" y="165294"/>
                  </a:lnTo>
                  <a:lnTo>
                    <a:pt x="39174" y="162428"/>
                  </a:lnTo>
                  <a:lnTo>
                    <a:pt x="34874" y="153351"/>
                  </a:lnTo>
                  <a:lnTo>
                    <a:pt x="31052" y="143319"/>
                  </a:lnTo>
                  <a:lnTo>
                    <a:pt x="29141" y="142363"/>
                  </a:lnTo>
                  <a:lnTo>
                    <a:pt x="25320" y="139019"/>
                  </a:lnTo>
                  <a:lnTo>
                    <a:pt x="23409" y="135675"/>
                  </a:lnTo>
                  <a:lnTo>
                    <a:pt x="21498" y="131853"/>
                  </a:lnTo>
                  <a:lnTo>
                    <a:pt x="21020" y="127554"/>
                  </a:lnTo>
                  <a:lnTo>
                    <a:pt x="21498" y="123254"/>
                  </a:lnTo>
                  <a:lnTo>
                    <a:pt x="23409" y="121343"/>
                  </a:lnTo>
                  <a:lnTo>
                    <a:pt x="18631" y="116566"/>
                  </a:lnTo>
                  <a:lnTo>
                    <a:pt x="13854" y="109878"/>
                  </a:lnTo>
                  <a:lnTo>
                    <a:pt x="15287" y="107967"/>
                  </a:lnTo>
                  <a:lnTo>
                    <a:pt x="17198" y="107011"/>
                  </a:lnTo>
                  <a:lnTo>
                    <a:pt x="31530" y="114177"/>
                  </a:lnTo>
                  <a:lnTo>
                    <a:pt x="32486" y="113222"/>
                  </a:lnTo>
                  <a:lnTo>
                    <a:pt x="34396" y="109878"/>
                  </a:lnTo>
                  <a:lnTo>
                    <a:pt x="33441" y="108445"/>
                  </a:lnTo>
                  <a:lnTo>
                    <a:pt x="31052" y="107489"/>
                  </a:lnTo>
                  <a:lnTo>
                    <a:pt x="27708" y="107489"/>
                  </a:lnTo>
                  <a:lnTo>
                    <a:pt x="27230" y="107011"/>
                  </a:lnTo>
                  <a:lnTo>
                    <a:pt x="25797" y="102712"/>
                  </a:lnTo>
                  <a:lnTo>
                    <a:pt x="24842" y="97935"/>
                  </a:lnTo>
                  <a:lnTo>
                    <a:pt x="24364" y="94590"/>
                  </a:lnTo>
                  <a:lnTo>
                    <a:pt x="23886" y="90769"/>
                  </a:lnTo>
                  <a:lnTo>
                    <a:pt x="26275" y="84558"/>
                  </a:lnTo>
                  <a:lnTo>
                    <a:pt x="27708" y="79303"/>
                  </a:lnTo>
                  <a:lnTo>
                    <a:pt x="25797" y="76914"/>
                  </a:lnTo>
                  <a:lnTo>
                    <a:pt x="19587" y="76914"/>
                  </a:lnTo>
                  <a:lnTo>
                    <a:pt x="17676" y="77870"/>
                  </a:lnTo>
                  <a:lnTo>
                    <a:pt x="18631" y="85514"/>
                  </a:lnTo>
                  <a:lnTo>
                    <a:pt x="16721" y="90769"/>
                  </a:lnTo>
                  <a:lnTo>
                    <a:pt x="12898" y="94590"/>
                  </a:lnTo>
                  <a:lnTo>
                    <a:pt x="10510" y="92680"/>
                  </a:lnTo>
                  <a:lnTo>
                    <a:pt x="8599" y="82647"/>
                  </a:lnTo>
                  <a:lnTo>
                    <a:pt x="5733" y="75959"/>
                  </a:lnTo>
                  <a:lnTo>
                    <a:pt x="4777" y="71182"/>
                  </a:lnTo>
                  <a:lnTo>
                    <a:pt x="4299" y="64971"/>
                  </a:lnTo>
                  <a:lnTo>
                    <a:pt x="2866" y="60194"/>
                  </a:lnTo>
                  <a:lnTo>
                    <a:pt x="955" y="54461"/>
                  </a:lnTo>
                  <a:lnTo>
                    <a:pt x="955" y="51117"/>
                  </a:lnTo>
                  <a:lnTo>
                    <a:pt x="955" y="48251"/>
                  </a:lnTo>
                  <a:lnTo>
                    <a:pt x="2389" y="42518"/>
                  </a:lnTo>
                  <a:lnTo>
                    <a:pt x="1433" y="37263"/>
                  </a:lnTo>
                  <a:lnTo>
                    <a:pt x="0" y="32963"/>
                  </a:lnTo>
                  <a:lnTo>
                    <a:pt x="0" y="30575"/>
                  </a:lnTo>
                  <a:lnTo>
                    <a:pt x="1433" y="27231"/>
                  </a:lnTo>
                  <a:lnTo>
                    <a:pt x="2389" y="26275"/>
                  </a:lnTo>
                  <a:lnTo>
                    <a:pt x="3822" y="26275"/>
                  </a:lnTo>
                  <a:lnTo>
                    <a:pt x="7166" y="30097"/>
                  </a:lnTo>
                  <a:lnTo>
                    <a:pt x="9555" y="34397"/>
                  </a:lnTo>
                  <a:lnTo>
                    <a:pt x="10032" y="34397"/>
                  </a:lnTo>
                  <a:lnTo>
                    <a:pt x="11465" y="27708"/>
                  </a:lnTo>
                  <a:lnTo>
                    <a:pt x="13376" y="26275"/>
                  </a:lnTo>
                  <a:lnTo>
                    <a:pt x="20542" y="23886"/>
                  </a:lnTo>
                  <a:lnTo>
                    <a:pt x="28186" y="32486"/>
                  </a:lnTo>
                  <a:lnTo>
                    <a:pt x="30097" y="34397"/>
                  </a:lnTo>
                  <a:lnTo>
                    <a:pt x="32008" y="34874"/>
                  </a:lnTo>
                  <a:lnTo>
                    <a:pt x="31052" y="31052"/>
                  </a:lnTo>
                  <a:lnTo>
                    <a:pt x="30575" y="26275"/>
                  </a:lnTo>
                  <a:lnTo>
                    <a:pt x="31530" y="24364"/>
                  </a:lnTo>
                  <a:lnTo>
                    <a:pt x="38218" y="28664"/>
                  </a:lnTo>
                  <a:lnTo>
                    <a:pt x="41085" y="28664"/>
                  </a:lnTo>
                  <a:lnTo>
                    <a:pt x="48251" y="22931"/>
                  </a:lnTo>
                  <a:lnTo>
                    <a:pt x="59716" y="20065"/>
                  </a:lnTo>
                  <a:lnTo>
                    <a:pt x="64016" y="24364"/>
                  </a:lnTo>
                  <a:lnTo>
                    <a:pt x="64493" y="26753"/>
                  </a:lnTo>
                  <a:lnTo>
                    <a:pt x="64493" y="30097"/>
                  </a:lnTo>
                  <a:lnTo>
                    <a:pt x="64016" y="31052"/>
                  </a:lnTo>
                  <a:lnTo>
                    <a:pt x="61627" y="34874"/>
                  </a:lnTo>
                  <a:lnTo>
                    <a:pt x="46817" y="37741"/>
                  </a:lnTo>
                  <a:lnTo>
                    <a:pt x="37263" y="49684"/>
                  </a:lnTo>
                  <a:lnTo>
                    <a:pt x="50162" y="47773"/>
                  </a:lnTo>
                  <a:lnTo>
                    <a:pt x="52550" y="49206"/>
                  </a:lnTo>
                  <a:lnTo>
                    <a:pt x="53505" y="58283"/>
                  </a:lnTo>
                  <a:lnTo>
                    <a:pt x="54461" y="59238"/>
                  </a:lnTo>
                  <a:lnTo>
                    <a:pt x="57805" y="60672"/>
                  </a:lnTo>
                  <a:lnTo>
                    <a:pt x="60194" y="63538"/>
                  </a:lnTo>
                  <a:lnTo>
                    <a:pt x="62582" y="68793"/>
                  </a:lnTo>
                  <a:lnTo>
                    <a:pt x="64971" y="72137"/>
                  </a:lnTo>
                  <a:lnTo>
                    <a:pt x="66404" y="72137"/>
                  </a:lnTo>
                  <a:lnTo>
                    <a:pt x="66882" y="68315"/>
                  </a:lnTo>
                  <a:lnTo>
                    <a:pt x="66404" y="63538"/>
                  </a:lnTo>
                  <a:lnTo>
                    <a:pt x="65927" y="58283"/>
                  </a:lnTo>
                  <a:lnTo>
                    <a:pt x="66404" y="52550"/>
                  </a:lnTo>
                  <a:lnTo>
                    <a:pt x="66882" y="47773"/>
                  </a:lnTo>
                  <a:lnTo>
                    <a:pt x="69271" y="44429"/>
                  </a:lnTo>
                  <a:lnTo>
                    <a:pt x="73570" y="33441"/>
                  </a:lnTo>
                  <a:lnTo>
                    <a:pt x="77870" y="26275"/>
                  </a:lnTo>
                  <a:lnTo>
                    <a:pt x="82169" y="29619"/>
                  </a:lnTo>
                  <a:lnTo>
                    <a:pt x="86947" y="38696"/>
                  </a:lnTo>
                  <a:lnTo>
                    <a:pt x="90769" y="52073"/>
                  </a:lnTo>
                  <a:lnTo>
                    <a:pt x="94590" y="65927"/>
                  </a:lnTo>
                  <a:lnTo>
                    <a:pt x="98890" y="82647"/>
                  </a:lnTo>
                  <a:lnTo>
                    <a:pt x="100801" y="88380"/>
                  </a:lnTo>
                  <a:lnTo>
                    <a:pt x="102712" y="89813"/>
                  </a:lnTo>
                  <a:lnTo>
                    <a:pt x="111311" y="107011"/>
                  </a:lnTo>
                  <a:lnTo>
                    <a:pt x="112266" y="107489"/>
                  </a:lnTo>
                  <a:lnTo>
                    <a:pt x="110355" y="94590"/>
                  </a:lnTo>
                  <a:lnTo>
                    <a:pt x="106056" y="72137"/>
                  </a:lnTo>
                  <a:lnTo>
                    <a:pt x="103189" y="54461"/>
                  </a:lnTo>
                  <a:lnTo>
                    <a:pt x="102234" y="47773"/>
                  </a:lnTo>
                  <a:lnTo>
                    <a:pt x="101756" y="38218"/>
                  </a:lnTo>
                  <a:lnTo>
                    <a:pt x="102234" y="35352"/>
                  </a:lnTo>
                  <a:lnTo>
                    <a:pt x="102234" y="32963"/>
                  </a:lnTo>
                  <a:lnTo>
                    <a:pt x="104623" y="22453"/>
                  </a:lnTo>
                  <a:lnTo>
                    <a:pt x="107489" y="17198"/>
                  </a:lnTo>
                  <a:lnTo>
                    <a:pt x="106534" y="10032"/>
                  </a:lnTo>
                  <a:lnTo>
                    <a:pt x="107489" y="4777"/>
                  </a:lnTo>
                  <a:lnTo>
                    <a:pt x="110355" y="0"/>
                  </a:lnTo>
                  <a:lnTo>
                    <a:pt x="113222" y="0"/>
                  </a:lnTo>
                  <a:lnTo>
                    <a:pt x="116088" y="3344"/>
                  </a:lnTo>
                  <a:lnTo>
                    <a:pt x="120865" y="152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5" name="Freeform 5424">
              <a:extLst>
                <a:ext uri="{FF2B5EF4-FFF2-40B4-BE49-F238E27FC236}">
                  <a16:creationId xmlns:a16="http://schemas.microsoft.com/office/drawing/2014/main" id="{666B9820-EEED-7320-F298-61000F65DEA8}"/>
                </a:ext>
              </a:extLst>
            </p:cNvPr>
            <p:cNvSpPr/>
            <p:nvPr/>
          </p:nvSpPr>
          <p:spPr>
            <a:xfrm>
              <a:off x="6508280" y="2176177"/>
              <a:ext cx="42517" cy="17198"/>
            </a:xfrm>
            <a:custGeom>
              <a:avLst/>
              <a:gdLst>
                <a:gd name="csX0" fmla="*/ 20542 w 42517"/>
                <a:gd name="csY0" fmla="*/ 13376 h 17198"/>
                <a:gd name="csX1" fmla="*/ 1910 w 42517"/>
                <a:gd name="csY1" fmla="*/ 17198 h 17198"/>
                <a:gd name="csX2" fmla="*/ 0 w 42517"/>
                <a:gd name="csY2" fmla="*/ 14810 h 17198"/>
                <a:gd name="csX3" fmla="*/ 30097 w 42517"/>
                <a:gd name="csY3" fmla="*/ 2866 h 17198"/>
                <a:gd name="csX4" fmla="*/ 32008 w 42517"/>
                <a:gd name="csY4" fmla="*/ 1911 h 17198"/>
                <a:gd name="csX5" fmla="*/ 37740 w 42517"/>
                <a:gd name="csY5" fmla="*/ 0 h 17198"/>
                <a:gd name="csX6" fmla="*/ 42517 w 42517"/>
                <a:gd name="csY6" fmla="*/ 2866 h 17198"/>
                <a:gd name="csX7" fmla="*/ 41085 w 42517"/>
                <a:gd name="csY7" fmla="*/ 4777 h 17198"/>
                <a:gd name="csX8" fmla="*/ 20542 w 42517"/>
                <a:gd name="csY8" fmla="*/ 13376 h 17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517" h="17198">
                  <a:moveTo>
                    <a:pt x="20542" y="13376"/>
                  </a:moveTo>
                  <a:lnTo>
                    <a:pt x="1910" y="17198"/>
                  </a:lnTo>
                  <a:lnTo>
                    <a:pt x="0" y="14810"/>
                  </a:lnTo>
                  <a:lnTo>
                    <a:pt x="30097" y="2866"/>
                  </a:lnTo>
                  <a:lnTo>
                    <a:pt x="32008" y="1911"/>
                  </a:lnTo>
                  <a:lnTo>
                    <a:pt x="37740" y="0"/>
                  </a:lnTo>
                  <a:lnTo>
                    <a:pt x="42517" y="2866"/>
                  </a:lnTo>
                  <a:lnTo>
                    <a:pt x="41085" y="4777"/>
                  </a:lnTo>
                  <a:lnTo>
                    <a:pt x="20542" y="1337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6" name="Freeform 5425">
              <a:extLst>
                <a:ext uri="{FF2B5EF4-FFF2-40B4-BE49-F238E27FC236}">
                  <a16:creationId xmlns:a16="http://schemas.microsoft.com/office/drawing/2014/main" id="{0967257C-F147-6343-C554-7D1AE4FD17DD}"/>
                </a:ext>
              </a:extLst>
            </p:cNvPr>
            <p:cNvSpPr/>
            <p:nvPr/>
          </p:nvSpPr>
          <p:spPr>
            <a:xfrm>
              <a:off x="6244095" y="2163756"/>
              <a:ext cx="11465" cy="12420"/>
            </a:xfrm>
            <a:custGeom>
              <a:avLst/>
              <a:gdLst>
                <a:gd name="csX0" fmla="*/ 11466 w 11465"/>
                <a:gd name="csY0" fmla="*/ 6210 h 12420"/>
                <a:gd name="csX1" fmla="*/ 7166 w 11465"/>
                <a:gd name="csY1" fmla="*/ 12421 h 12420"/>
                <a:gd name="csX2" fmla="*/ 0 w 11465"/>
                <a:gd name="csY2" fmla="*/ 7644 h 12420"/>
                <a:gd name="csX3" fmla="*/ 478 w 11465"/>
                <a:gd name="csY3" fmla="*/ 2866 h 12420"/>
                <a:gd name="csX4" fmla="*/ 2389 w 11465"/>
                <a:gd name="csY4" fmla="*/ 0 h 12420"/>
                <a:gd name="csX5" fmla="*/ 6688 w 11465"/>
                <a:gd name="csY5" fmla="*/ 955 h 12420"/>
                <a:gd name="csX6" fmla="*/ 11466 w 11465"/>
                <a:gd name="csY6" fmla="*/ 6210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65" h="12420">
                  <a:moveTo>
                    <a:pt x="11466" y="6210"/>
                  </a:moveTo>
                  <a:lnTo>
                    <a:pt x="7166" y="12421"/>
                  </a:lnTo>
                  <a:lnTo>
                    <a:pt x="0" y="7644"/>
                  </a:lnTo>
                  <a:lnTo>
                    <a:pt x="478" y="2866"/>
                  </a:lnTo>
                  <a:lnTo>
                    <a:pt x="2389" y="0"/>
                  </a:lnTo>
                  <a:lnTo>
                    <a:pt x="6688" y="955"/>
                  </a:lnTo>
                  <a:lnTo>
                    <a:pt x="11466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7" name="Freeform 5426">
              <a:extLst>
                <a:ext uri="{FF2B5EF4-FFF2-40B4-BE49-F238E27FC236}">
                  <a16:creationId xmlns:a16="http://schemas.microsoft.com/office/drawing/2014/main" id="{6437EC78-2FB3-1348-3D75-F528728C99F1}"/>
                </a:ext>
              </a:extLst>
            </p:cNvPr>
            <p:cNvSpPr/>
            <p:nvPr/>
          </p:nvSpPr>
          <p:spPr>
            <a:xfrm>
              <a:off x="6238840" y="2150857"/>
              <a:ext cx="184403" cy="132331"/>
            </a:xfrm>
            <a:custGeom>
              <a:avLst/>
              <a:gdLst>
                <a:gd name="csX0" fmla="*/ 59238 w 184403"/>
                <a:gd name="csY0" fmla="*/ 24842 h 132331"/>
                <a:gd name="csX1" fmla="*/ 61149 w 184403"/>
                <a:gd name="csY1" fmla="*/ 25797 h 132331"/>
                <a:gd name="csX2" fmla="*/ 72137 w 184403"/>
                <a:gd name="csY2" fmla="*/ 25320 h 132331"/>
                <a:gd name="csX3" fmla="*/ 74526 w 184403"/>
                <a:gd name="csY3" fmla="*/ 28186 h 132331"/>
                <a:gd name="csX4" fmla="*/ 75003 w 184403"/>
                <a:gd name="csY4" fmla="*/ 34397 h 132331"/>
                <a:gd name="csX5" fmla="*/ 76914 w 184403"/>
                <a:gd name="csY5" fmla="*/ 36785 h 132331"/>
                <a:gd name="csX6" fmla="*/ 79303 w 184403"/>
                <a:gd name="csY6" fmla="*/ 37263 h 132331"/>
                <a:gd name="csX7" fmla="*/ 85036 w 184403"/>
                <a:gd name="csY7" fmla="*/ 44907 h 132331"/>
                <a:gd name="csX8" fmla="*/ 86947 w 184403"/>
                <a:gd name="csY8" fmla="*/ 45862 h 132331"/>
                <a:gd name="csX9" fmla="*/ 88858 w 184403"/>
                <a:gd name="csY9" fmla="*/ 42040 h 132331"/>
                <a:gd name="csX10" fmla="*/ 89813 w 184403"/>
                <a:gd name="csY10" fmla="*/ 31052 h 132331"/>
                <a:gd name="csX11" fmla="*/ 89813 w 184403"/>
                <a:gd name="csY11" fmla="*/ 18631 h 132331"/>
                <a:gd name="csX12" fmla="*/ 89335 w 184403"/>
                <a:gd name="csY12" fmla="*/ 12421 h 132331"/>
                <a:gd name="csX13" fmla="*/ 90291 w 184403"/>
                <a:gd name="csY13" fmla="*/ 8121 h 132331"/>
                <a:gd name="csX14" fmla="*/ 92202 w 184403"/>
                <a:gd name="csY14" fmla="*/ 6688 h 132331"/>
                <a:gd name="csX15" fmla="*/ 94590 w 184403"/>
                <a:gd name="csY15" fmla="*/ 7166 h 132331"/>
                <a:gd name="csX16" fmla="*/ 96979 w 184403"/>
                <a:gd name="csY16" fmla="*/ 4777 h 132331"/>
                <a:gd name="csX17" fmla="*/ 98890 w 184403"/>
                <a:gd name="csY17" fmla="*/ 955 h 132331"/>
                <a:gd name="csX18" fmla="*/ 101278 w 184403"/>
                <a:gd name="csY18" fmla="*/ 478 h 132331"/>
                <a:gd name="csX19" fmla="*/ 106056 w 184403"/>
                <a:gd name="csY19" fmla="*/ 3344 h 132331"/>
                <a:gd name="csX20" fmla="*/ 107011 w 184403"/>
                <a:gd name="csY20" fmla="*/ 5733 h 132331"/>
                <a:gd name="csX21" fmla="*/ 106056 w 184403"/>
                <a:gd name="csY21" fmla="*/ 10510 h 132331"/>
                <a:gd name="csX22" fmla="*/ 105578 w 184403"/>
                <a:gd name="csY22" fmla="*/ 17676 h 132331"/>
                <a:gd name="csX23" fmla="*/ 103189 w 184403"/>
                <a:gd name="csY23" fmla="*/ 31530 h 132331"/>
                <a:gd name="csX24" fmla="*/ 107967 w 184403"/>
                <a:gd name="csY24" fmla="*/ 32486 h 132331"/>
                <a:gd name="csX25" fmla="*/ 114655 w 184403"/>
                <a:gd name="csY25" fmla="*/ 29141 h 132331"/>
                <a:gd name="csX26" fmla="*/ 116566 w 184403"/>
                <a:gd name="csY26" fmla="*/ 25320 h 132331"/>
                <a:gd name="csX27" fmla="*/ 119910 w 184403"/>
                <a:gd name="csY27" fmla="*/ 18631 h 132331"/>
                <a:gd name="csX28" fmla="*/ 123732 w 184403"/>
                <a:gd name="csY28" fmla="*/ 20065 h 132331"/>
                <a:gd name="csX29" fmla="*/ 125643 w 184403"/>
                <a:gd name="csY29" fmla="*/ 19109 h 132331"/>
                <a:gd name="csX30" fmla="*/ 126598 w 184403"/>
                <a:gd name="csY30" fmla="*/ 16243 h 132331"/>
                <a:gd name="csX31" fmla="*/ 126598 w 184403"/>
                <a:gd name="csY31" fmla="*/ 12899 h 132331"/>
                <a:gd name="csX32" fmla="*/ 128987 w 184403"/>
                <a:gd name="csY32" fmla="*/ 13376 h 132331"/>
                <a:gd name="csX33" fmla="*/ 131853 w 184403"/>
                <a:gd name="csY33" fmla="*/ 20065 h 132331"/>
                <a:gd name="csX34" fmla="*/ 132809 w 184403"/>
                <a:gd name="csY34" fmla="*/ 21020 h 132331"/>
                <a:gd name="csX35" fmla="*/ 135197 w 184403"/>
                <a:gd name="csY35" fmla="*/ 19109 h 132331"/>
                <a:gd name="csX36" fmla="*/ 136631 w 184403"/>
                <a:gd name="csY36" fmla="*/ 19109 h 132331"/>
                <a:gd name="csX37" fmla="*/ 139019 w 184403"/>
                <a:gd name="csY37" fmla="*/ 21976 h 132331"/>
                <a:gd name="csX38" fmla="*/ 150007 w 184403"/>
                <a:gd name="csY38" fmla="*/ 26753 h 132331"/>
                <a:gd name="csX39" fmla="*/ 153829 w 184403"/>
                <a:gd name="csY39" fmla="*/ 29141 h 132331"/>
                <a:gd name="csX40" fmla="*/ 155740 w 184403"/>
                <a:gd name="csY40" fmla="*/ 31530 h 132331"/>
                <a:gd name="csX41" fmla="*/ 157173 w 184403"/>
                <a:gd name="csY41" fmla="*/ 32963 h 132331"/>
                <a:gd name="csX42" fmla="*/ 169116 w 184403"/>
                <a:gd name="csY42" fmla="*/ 32486 h 132331"/>
                <a:gd name="csX43" fmla="*/ 177715 w 184403"/>
                <a:gd name="csY43" fmla="*/ 34397 h 132331"/>
                <a:gd name="csX44" fmla="*/ 180581 w 184403"/>
                <a:gd name="csY44" fmla="*/ 38218 h 132331"/>
                <a:gd name="csX45" fmla="*/ 183448 w 184403"/>
                <a:gd name="csY45" fmla="*/ 44907 h 132331"/>
                <a:gd name="csX46" fmla="*/ 184403 w 184403"/>
                <a:gd name="csY46" fmla="*/ 61149 h 132331"/>
                <a:gd name="csX47" fmla="*/ 182015 w 184403"/>
                <a:gd name="csY47" fmla="*/ 65449 h 132331"/>
                <a:gd name="csX48" fmla="*/ 164817 w 184403"/>
                <a:gd name="csY48" fmla="*/ 84558 h 132331"/>
                <a:gd name="csX49" fmla="*/ 160517 w 184403"/>
                <a:gd name="csY49" fmla="*/ 90769 h 132331"/>
                <a:gd name="csX50" fmla="*/ 158606 w 184403"/>
                <a:gd name="csY50" fmla="*/ 96024 h 132331"/>
                <a:gd name="csX51" fmla="*/ 155262 w 184403"/>
                <a:gd name="csY51" fmla="*/ 108445 h 132331"/>
                <a:gd name="csX52" fmla="*/ 153351 w 184403"/>
                <a:gd name="csY52" fmla="*/ 111789 h 132331"/>
                <a:gd name="csX53" fmla="*/ 145230 w 184403"/>
                <a:gd name="csY53" fmla="*/ 117521 h 132331"/>
                <a:gd name="csX54" fmla="*/ 143796 w 184403"/>
                <a:gd name="csY54" fmla="*/ 118477 h 132331"/>
                <a:gd name="csX55" fmla="*/ 137586 w 184403"/>
                <a:gd name="csY55" fmla="*/ 115611 h 132331"/>
                <a:gd name="csX56" fmla="*/ 135675 w 184403"/>
                <a:gd name="csY56" fmla="*/ 115611 h 132331"/>
                <a:gd name="csX57" fmla="*/ 128509 w 184403"/>
                <a:gd name="csY57" fmla="*/ 121821 h 132331"/>
                <a:gd name="csX58" fmla="*/ 126120 w 184403"/>
                <a:gd name="csY58" fmla="*/ 125643 h 132331"/>
                <a:gd name="csX59" fmla="*/ 123732 w 184403"/>
                <a:gd name="csY59" fmla="*/ 130420 h 132331"/>
                <a:gd name="csX60" fmla="*/ 119910 w 184403"/>
                <a:gd name="csY60" fmla="*/ 132331 h 132331"/>
                <a:gd name="csX61" fmla="*/ 116088 w 184403"/>
                <a:gd name="csY61" fmla="*/ 131376 h 132331"/>
                <a:gd name="csX62" fmla="*/ 98890 w 184403"/>
                <a:gd name="csY62" fmla="*/ 128987 h 132331"/>
                <a:gd name="csX63" fmla="*/ 96979 w 184403"/>
                <a:gd name="csY63" fmla="*/ 125643 h 132331"/>
                <a:gd name="csX64" fmla="*/ 95068 w 184403"/>
                <a:gd name="csY64" fmla="*/ 119432 h 132331"/>
                <a:gd name="csX65" fmla="*/ 98412 w 184403"/>
                <a:gd name="csY65" fmla="*/ 111311 h 132331"/>
                <a:gd name="csX66" fmla="*/ 79303 w 184403"/>
                <a:gd name="csY66" fmla="*/ 114177 h 132331"/>
                <a:gd name="csX67" fmla="*/ 58761 w 184403"/>
                <a:gd name="csY67" fmla="*/ 112266 h 132331"/>
                <a:gd name="csX68" fmla="*/ 57328 w 184403"/>
                <a:gd name="csY68" fmla="*/ 111311 h 132331"/>
                <a:gd name="csX69" fmla="*/ 56850 w 184403"/>
                <a:gd name="csY69" fmla="*/ 107967 h 132331"/>
                <a:gd name="csX70" fmla="*/ 49206 w 184403"/>
                <a:gd name="csY70" fmla="*/ 106056 h 132331"/>
                <a:gd name="csX71" fmla="*/ 43951 w 184403"/>
                <a:gd name="csY71" fmla="*/ 103190 h 132331"/>
                <a:gd name="csX72" fmla="*/ 39651 w 184403"/>
                <a:gd name="csY72" fmla="*/ 98890 h 132331"/>
                <a:gd name="csX73" fmla="*/ 34874 w 184403"/>
                <a:gd name="csY73" fmla="*/ 93157 h 132331"/>
                <a:gd name="csX74" fmla="*/ 36307 w 184403"/>
                <a:gd name="csY74" fmla="*/ 90291 h 132331"/>
                <a:gd name="csX75" fmla="*/ 37740 w 184403"/>
                <a:gd name="csY75" fmla="*/ 88858 h 132331"/>
                <a:gd name="csX76" fmla="*/ 41562 w 184403"/>
                <a:gd name="csY76" fmla="*/ 88380 h 132331"/>
                <a:gd name="csX77" fmla="*/ 45384 w 184403"/>
                <a:gd name="csY77" fmla="*/ 89335 h 132331"/>
                <a:gd name="csX78" fmla="*/ 51117 w 184403"/>
                <a:gd name="csY78" fmla="*/ 88858 h 132331"/>
                <a:gd name="csX79" fmla="*/ 52550 w 184403"/>
                <a:gd name="csY79" fmla="*/ 83125 h 132331"/>
                <a:gd name="csX80" fmla="*/ 54939 w 184403"/>
                <a:gd name="csY80" fmla="*/ 81692 h 132331"/>
                <a:gd name="csX81" fmla="*/ 56850 w 184403"/>
                <a:gd name="csY81" fmla="*/ 77392 h 132331"/>
                <a:gd name="csX82" fmla="*/ 50639 w 184403"/>
                <a:gd name="csY82" fmla="*/ 74526 h 132331"/>
                <a:gd name="csX83" fmla="*/ 43951 w 184403"/>
                <a:gd name="csY83" fmla="*/ 74048 h 132331"/>
                <a:gd name="csX84" fmla="*/ 39651 w 184403"/>
                <a:gd name="csY84" fmla="*/ 77870 h 132331"/>
                <a:gd name="csX85" fmla="*/ 34396 w 184403"/>
                <a:gd name="csY85" fmla="*/ 79303 h 132331"/>
                <a:gd name="csX86" fmla="*/ 29619 w 184403"/>
                <a:gd name="csY86" fmla="*/ 79303 h 132331"/>
                <a:gd name="csX87" fmla="*/ 20542 w 184403"/>
                <a:gd name="csY87" fmla="*/ 78348 h 132331"/>
                <a:gd name="csX88" fmla="*/ 16243 w 184403"/>
                <a:gd name="csY88" fmla="*/ 75959 h 132331"/>
                <a:gd name="csX89" fmla="*/ 10510 w 184403"/>
                <a:gd name="csY89" fmla="*/ 69271 h 132331"/>
                <a:gd name="csX90" fmla="*/ 8121 w 184403"/>
                <a:gd name="csY90" fmla="*/ 65927 h 132331"/>
                <a:gd name="csX91" fmla="*/ 7644 w 184403"/>
                <a:gd name="csY91" fmla="*/ 63060 h 132331"/>
                <a:gd name="csX92" fmla="*/ 6688 w 184403"/>
                <a:gd name="csY92" fmla="*/ 58761 h 132331"/>
                <a:gd name="csX93" fmla="*/ 13854 w 184403"/>
                <a:gd name="csY93" fmla="*/ 54939 h 132331"/>
                <a:gd name="csX94" fmla="*/ 16243 w 184403"/>
                <a:gd name="csY94" fmla="*/ 51595 h 132331"/>
                <a:gd name="csX95" fmla="*/ 18631 w 184403"/>
                <a:gd name="csY95" fmla="*/ 47295 h 132331"/>
                <a:gd name="csX96" fmla="*/ 8599 w 184403"/>
                <a:gd name="csY96" fmla="*/ 44907 h 132331"/>
                <a:gd name="csX97" fmla="*/ 4299 w 184403"/>
                <a:gd name="csY97" fmla="*/ 41562 h 132331"/>
                <a:gd name="csX98" fmla="*/ 0 w 184403"/>
                <a:gd name="csY98" fmla="*/ 36307 h 132331"/>
                <a:gd name="csX99" fmla="*/ 3822 w 184403"/>
                <a:gd name="csY99" fmla="*/ 32963 h 132331"/>
                <a:gd name="csX100" fmla="*/ 17198 w 184403"/>
                <a:gd name="csY100" fmla="*/ 30575 h 132331"/>
                <a:gd name="csX101" fmla="*/ 21020 w 184403"/>
                <a:gd name="csY101" fmla="*/ 32963 h 132331"/>
                <a:gd name="csX102" fmla="*/ 24364 w 184403"/>
                <a:gd name="csY102" fmla="*/ 36785 h 132331"/>
                <a:gd name="csX103" fmla="*/ 28664 w 184403"/>
                <a:gd name="csY103" fmla="*/ 39174 h 132331"/>
                <a:gd name="csX104" fmla="*/ 32486 w 184403"/>
                <a:gd name="csY104" fmla="*/ 33919 h 132331"/>
                <a:gd name="csX105" fmla="*/ 28664 w 184403"/>
                <a:gd name="csY105" fmla="*/ 31530 h 132331"/>
                <a:gd name="csX106" fmla="*/ 25320 w 184403"/>
                <a:gd name="csY106" fmla="*/ 23409 h 132331"/>
                <a:gd name="csX107" fmla="*/ 24842 w 184403"/>
                <a:gd name="csY107" fmla="*/ 19109 h 132331"/>
                <a:gd name="csX108" fmla="*/ 25320 w 184403"/>
                <a:gd name="csY108" fmla="*/ 15765 h 132331"/>
                <a:gd name="csX109" fmla="*/ 26753 w 184403"/>
                <a:gd name="csY109" fmla="*/ 15287 h 132331"/>
                <a:gd name="csX110" fmla="*/ 28186 w 184403"/>
                <a:gd name="csY110" fmla="*/ 16721 h 132331"/>
                <a:gd name="csX111" fmla="*/ 32963 w 184403"/>
                <a:gd name="csY111" fmla="*/ 24842 h 132331"/>
                <a:gd name="csX112" fmla="*/ 36785 w 184403"/>
                <a:gd name="csY112" fmla="*/ 27231 h 132331"/>
                <a:gd name="csX113" fmla="*/ 37740 w 184403"/>
                <a:gd name="csY113" fmla="*/ 20065 h 132331"/>
                <a:gd name="csX114" fmla="*/ 37740 w 184403"/>
                <a:gd name="csY114" fmla="*/ 16243 h 132331"/>
                <a:gd name="csX115" fmla="*/ 37263 w 184403"/>
                <a:gd name="csY115" fmla="*/ 13376 h 132331"/>
                <a:gd name="csX116" fmla="*/ 35352 w 184403"/>
                <a:gd name="csY116" fmla="*/ 8121 h 132331"/>
                <a:gd name="csX117" fmla="*/ 33919 w 184403"/>
                <a:gd name="csY117" fmla="*/ 1433 h 132331"/>
                <a:gd name="csX118" fmla="*/ 36307 w 184403"/>
                <a:gd name="csY118" fmla="*/ 0 h 132331"/>
                <a:gd name="csX119" fmla="*/ 38696 w 184403"/>
                <a:gd name="csY119" fmla="*/ 478 h 132331"/>
                <a:gd name="csX120" fmla="*/ 43473 w 184403"/>
                <a:gd name="csY120" fmla="*/ 5255 h 132331"/>
                <a:gd name="csX121" fmla="*/ 48728 w 184403"/>
                <a:gd name="csY121" fmla="*/ 8599 h 132331"/>
                <a:gd name="csX122" fmla="*/ 51117 w 184403"/>
                <a:gd name="csY122" fmla="*/ 11465 h 132331"/>
                <a:gd name="csX123" fmla="*/ 55416 w 184403"/>
                <a:gd name="csY123" fmla="*/ 19587 h 132331"/>
                <a:gd name="csX124" fmla="*/ 59238 w 184403"/>
                <a:gd name="csY124" fmla="*/ 24842 h 132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</a:cxnLst>
              <a:rect l="l" t="t" r="r" b="b"/>
              <a:pathLst>
                <a:path w="184403" h="132331">
                  <a:moveTo>
                    <a:pt x="59238" y="24842"/>
                  </a:moveTo>
                  <a:lnTo>
                    <a:pt x="61149" y="25797"/>
                  </a:lnTo>
                  <a:lnTo>
                    <a:pt x="72137" y="25320"/>
                  </a:lnTo>
                  <a:lnTo>
                    <a:pt x="74526" y="28186"/>
                  </a:lnTo>
                  <a:lnTo>
                    <a:pt x="75003" y="34397"/>
                  </a:lnTo>
                  <a:lnTo>
                    <a:pt x="76914" y="36785"/>
                  </a:lnTo>
                  <a:lnTo>
                    <a:pt x="79303" y="37263"/>
                  </a:lnTo>
                  <a:lnTo>
                    <a:pt x="85036" y="44907"/>
                  </a:lnTo>
                  <a:lnTo>
                    <a:pt x="86947" y="45862"/>
                  </a:lnTo>
                  <a:lnTo>
                    <a:pt x="88858" y="42040"/>
                  </a:lnTo>
                  <a:lnTo>
                    <a:pt x="89813" y="31052"/>
                  </a:lnTo>
                  <a:lnTo>
                    <a:pt x="89813" y="18631"/>
                  </a:lnTo>
                  <a:lnTo>
                    <a:pt x="89335" y="12421"/>
                  </a:lnTo>
                  <a:lnTo>
                    <a:pt x="90291" y="8121"/>
                  </a:lnTo>
                  <a:lnTo>
                    <a:pt x="92202" y="6688"/>
                  </a:lnTo>
                  <a:lnTo>
                    <a:pt x="94590" y="7166"/>
                  </a:lnTo>
                  <a:lnTo>
                    <a:pt x="96979" y="4777"/>
                  </a:lnTo>
                  <a:lnTo>
                    <a:pt x="98890" y="955"/>
                  </a:lnTo>
                  <a:lnTo>
                    <a:pt x="101278" y="478"/>
                  </a:lnTo>
                  <a:lnTo>
                    <a:pt x="106056" y="3344"/>
                  </a:lnTo>
                  <a:lnTo>
                    <a:pt x="107011" y="5733"/>
                  </a:lnTo>
                  <a:lnTo>
                    <a:pt x="106056" y="10510"/>
                  </a:lnTo>
                  <a:lnTo>
                    <a:pt x="105578" y="17676"/>
                  </a:lnTo>
                  <a:lnTo>
                    <a:pt x="103189" y="31530"/>
                  </a:lnTo>
                  <a:lnTo>
                    <a:pt x="107967" y="32486"/>
                  </a:lnTo>
                  <a:lnTo>
                    <a:pt x="114655" y="29141"/>
                  </a:lnTo>
                  <a:lnTo>
                    <a:pt x="116566" y="25320"/>
                  </a:lnTo>
                  <a:lnTo>
                    <a:pt x="119910" y="18631"/>
                  </a:lnTo>
                  <a:lnTo>
                    <a:pt x="123732" y="20065"/>
                  </a:lnTo>
                  <a:lnTo>
                    <a:pt x="125643" y="19109"/>
                  </a:lnTo>
                  <a:lnTo>
                    <a:pt x="126598" y="16243"/>
                  </a:lnTo>
                  <a:lnTo>
                    <a:pt x="126598" y="12899"/>
                  </a:lnTo>
                  <a:lnTo>
                    <a:pt x="128987" y="13376"/>
                  </a:lnTo>
                  <a:lnTo>
                    <a:pt x="131853" y="20065"/>
                  </a:lnTo>
                  <a:lnTo>
                    <a:pt x="132809" y="21020"/>
                  </a:lnTo>
                  <a:lnTo>
                    <a:pt x="135197" y="19109"/>
                  </a:lnTo>
                  <a:lnTo>
                    <a:pt x="136631" y="19109"/>
                  </a:lnTo>
                  <a:lnTo>
                    <a:pt x="139019" y="21976"/>
                  </a:lnTo>
                  <a:lnTo>
                    <a:pt x="150007" y="26753"/>
                  </a:lnTo>
                  <a:lnTo>
                    <a:pt x="153829" y="29141"/>
                  </a:lnTo>
                  <a:lnTo>
                    <a:pt x="155740" y="31530"/>
                  </a:lnTo>
                  <a:lnTo>
                    <a:pt x="157173" y="32963"/>
                  </a:lnTo>
                  <a:lnTo>
                    <a:pt x="169116" y="32486"/>
                  </a:lnTo>
                  <a:lnTo>
                    <a:pt x="177715" y="34397"/>
                  </a:lnTo>
                  <a:lnTo>
                    <a:pt x="180581" y="38218"/>
                  </a:lnTo>
                  <a:lnTo>
                    <a:pt x="183448" y="44907"/>
                  </a:lnTo>
                  <a:lnTo>
                    <a:pt x="184403" y="61149"/>
                  </a:lnTo>
                  <a:lnTo>
                    <a:pt x="182015" y="65449"/>
                  </a:lnTo>
                  <a:lnTo>
                    <a:pt x="164817" y="84558"/>
                  </a:lnTo>
                  <a:lnTo>
                    <a:pt x="160517" y="90769"/>
                  </a:lnTo>
                  <a:lnTo>
                    <a:pt x="158606" y="96024"/>
                  </a:lnTo>
                  <a:lnTo>
                    <a:pt x="155262" y="108445"/>
                  </a:lnTo>
                  <a:lnTo>
                    <a:pt x="153351" y="111789"/>
                  </a:lnTo>
                  <a:lnTo>
                    <a:pt x="145230" y="117521"/>
                  </a:lnTo>
                  <a:lnTo>
                    <a:pt x="143796" y="118477"/>
                  </a:lnTo>
                  <a:lnTo>
                    <a:pt x="137586" y="115611"/>
                  </a:lnTo>
                  <a:lnTo>
                    <a:pt x="135675" y="115611"/>
                  </a:lnTo>
                  <a:lnTo>
                    <a:pt x="128509" y="121821"/>
                  </a:lnTo>
                  <a:lnTo>
                    <a:pt x="126120" y="125643"/>
                  </a:lnTo>
                  <a:lnTo>
                    <a:pt x="123732" y="130420"/>
                  </a:lnTo>
                  <a:lnTo>
                    <a:pt x="119910" y="132331"/>
                  </a:lnTo>
                  <a:lnTo>
                    <a:pt x="116088" y="131376"/>
                  </a:lnTo>
                  <a:lnTo>
                    <a:pt x="98890" y="128987"/>
                  </a:lnTo>
                  <a:lnTo>
                    <a:pt x="96979" y="125643"/>
                  </a:lnTo>
                  <a:lnTo>
                    <a:pt x="95068" y="119432"/>
                  </a:lnTo>
                  <a:lnTo>
                    <a:pt x="98412" y="111311"/>
                  </a:lnTo>
                  <a:lnTo>
                    <a:pt x="79303" y="114177"/>
                  </a:lnTo>
                  <a:lnTo>
                    <a:pt x="58761" y="112266"/>
                  </a:lnTo>
                  <a:lnTo>
                    <a:pt x="57328" y="111311"/>
                  </a:lnTo>
                  <a:lnTo>
                    <a:pt x="56850" y="107967"/>
                  </a:lnTo>
                  <a:lnTo>
                    <a:pt x="49206" y="106056"/>
                  </a:lnTo>
                  <a:lnTo>
                    <a:pt x="43951" y="103190"/>
                  </a:lnTo>
                  <a:lnTo>
                    <a:pt x="39651" y="98890"/>
                  </a:lnTo>
                  <a:lnTo>
                    <a:pt x="34874" y="93157"/>
                  </a:lnTo>
                  <a:lnTo>
                    <a:pt x="36307" y="90291"/>
                  </a:lnTo>
                  <a:lnTo>
                    <a:pt x="37740" y="88858"/>
                  </a:lnTo>
                  <a:lnTo>
                    <a:pt x="41562" y="88380"/>
                  </a:lnTo>
                  <a:lnTo>
                    <a:pt x="45384" y="89335"/>
                  </a:lnTo>
                  <a:lnTo>
                    <a:pt x="51117" y="88858"/>
                  </a:lnTo>
                  <a:lnTo>
                    <a:pt x="52550" y="83125"/>
                  </a:lnTo>
                  <a:lnTo>
                    <a:pt x="54939" y="81692"/>
                  </a:lnTo>
                  <a:lnTo>
                    <a:pt x="56850" y="77392"/>
                  </a:lnTo>
                  <a:lnTo>
                    <a:pt x="50639" y="74526"/>
                  </a:lnTo>
                  <a:lnTo>
                    <a:pt x="43951" y="74048"/>
                  </a:lnTo>
                  <a:lnTo>
                    <a:pt x="39651" y="77870"/>
                  </a:lnTo>
                  <a:lnTo>
                    <a:pt x="34396" y="79303"/>
                  </a:lnTo>
                  <a:lnTo>
                    <a:pt x="29619" y="79303"/>
                  </a:lnTo>
                  <a:lnTo>
                    <a:pt x="20542" y="78348"/>
                  </a:lnTo>
                  <a:lnTo>
                    <a:pt x="16243" y="75959"/>
                  </a:lnTo>
                  <a:lnTo>
                    <a:pt x="10510" y="69271"/>
                  </a:lnTo>
                  <a:lnTo>
                    <a:pt x="8121" y="65927"/>
                  </a:lnTo>
                  <a:lnTo>
                    <a:pt x="7644" y="63060"/>
                  </a:lnTo>
                  <a:lnTo>
                    <a:pt x="6688" y="58761"/>
                  </a:lnTo>
                  <a:lnTo>
                    <a:pt x="13854" y="54939"/>
                  </a:lnTo>
                  <a:lnTo>
                    <a:pt x="16243" y="51595"/>
                  </a:lnTo>
                  <a:lnTo>
                    <a:pt x="18631" y="47295"/>
                  </a:lnTo>
                  <a:lnTo>
                    <a:pt x="8599" y="44907"/>
                  </a:lnTo>
                  <a:lnTo>
                    <a:pt x="4299" y="41562"/>
                  </a:lnTo>
                  <a:lnTo>
                    <a:pt x="0" y="36307"/>
                  </a:lnTo>
                  <a:lnTo>
                    <a:pt x="3822" y="32963"/>
                  </a:lnTo>
                  <a:lnTo>
                    <a:pt x="17198" y="30575"/>
                  </a:lnTo>
                  <a:lnTo>
                    <a:pt x="21020" y="32963"/>
                  </a:lnTo>
                  <a:lnTo>
                    <a:pt x="24364" y="36785"/>
                  </a:lnTo>
                  <a:lnTo>
                    <a:pt x="28664" y="39174"/>
                  </a:lnTo>
                  <a:lnTo>
                    <a:pt x="32486" y="33919"/>
                  </a:lnTo>
                  <a:lnTo>
                    <a:pt x="28664" y="31530"/>
                  </a:lnTo>
                  <a:lnTo>
                    <a:pt x="25320" y="23409"/>
                  </a:lnTo>
                  <a:lnTo>
                    <a:pt x="24842" y="19109"/>
                  </a:lnTo>
                  <a:lnTo>
                    <a:pt x="25320" y="15765"/>
                  </a:lnTo>
                  <a:lnTo>
                    <a:pt x="26753" y="15287"/>
                  </a:lnTo>
                  <a:lnTo>
                    <a:pt x="28186" y="16721"/>
                  </a:lnTo>
                  <a:lnTo>
                    <a:pt x="32963" y="24842"/>
                  </a:lnTo>
                  <a:lnTo>
                    <a:pt x="36785" y="27231"/>
                  </a:lnTo>
                  <a:lnTo>
                    <a:pt x="37740" y="20065"/>
                  </a:lnTo>
                  <a:lnTo>
                    <a:pt x="37740" y="16243"/>
                  </a:lnTo>
                  <a:lnTo>
                    <a:pt x="37263" y="13376"/>
                  </a:lnTo>
                  <a:lnTo>
                    <a:pt x="35352" y="8121"/>
                  </a:lnTo>
                  <a:lnTo>
                    <a:pt x="33919" y="1433"/>
                  </a:lnTo>
                  <a:lnTo>
                    <a:pt x="36307" y="0"/>
                  </a:lnTo>
                  <a:lnTo>
                    <a:pt x="38696" y="478"/>
                  </a:lnTo>
                  <a:lnTo>
                    <a:pt x="43473" y="5255"/>
                  </a:lnTo>
                  <a:lnTo>
                    <a:pt x="48728" y="8599"/>
                  </a:lnTo>
                  <a:lnTo>
                    <a:pt x="51117" y="11465"/>
                  </a:lnTo>
                  <a:lnTo>
                    <a:pt x="55416" y="19587"/>
                  </a:lnTo>
                  <a:lnTo>
                    <a:pt x="59238" y="2484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8" name="Freeform 5427">
              <a:extLst>
                <a:ext uri="{FF2B5EF4-FFF2-40B4-BE49-F238E27FC236}">
                  <a16:creationId xmlns:a16="http://schemas.microsoft.com/office/drawing/2014/main" id="{EBC57676-1BB3-79A8-6A8F-CFD34E96BC5F}"/>
                </a:ext>
              </a:extLst>
            </p:cNvPr>
            <p:cNvSpPr/>
            <p:nvPr/>
          </p:nvSpPr>
          <p:spPr>
            <a:xfrm>
              <a:off x="6218298" y="3697745"/>
              <a:ext cx="112266" cy="50639"/>
            </a:xfrm>
            <a:custGeom>
              <a:avLst/>
              <a:gdLst>
                <a:gd name="csX0" fmla="*/ 104145 w 112266"/>
                <a:gd name="csY0" fmla="*/ 32963 h 50639"/>
                <a:gd name="csX1" fmla="*/ 104145 w 112266"/>
                <a:gd name="csY1" fmla="*/ 33441 h 50639"/>
                <a:gd name="csX2" fmla="*/ 96979 w 112266"/>
                <a:gd name="csY2" fmla="*/ 34874 h 50639"/>
                <a:gd name="csX3" fmla="*/ 96024 w 112266"/>
                <a:gd name="csY3" fmla="*/ 34397 h 50639"/>
                <a:gd name="csX4" fmla="*/ 95068 w 112266"/>
                <a:gd name="csY4" fmla="*/ 33919 h 50639"/>
                <a:gd name="csX5" fmla="*/ 94591 w 112266"/>
                <a:gd name="csY5" fmla="*/ 32963 h 50639"/>
                <a:gd name="csX6" fmla="*/ 94591 w 112266"/>
                <a:gd name="csY6" fmla="*/ 32486 h 50639"/>
                <a:gd name="csX7" fmla="*/ 93635 w 112266"/>
                <a:gd name="csY7" fmla="*/ 31530 h 50639"/>
                <a:gd name="csX8" fmla="*/ 93157 w 112266"/>
                <a:gd name="csY8" fmla="*/ 30575 h 50639"/>
                <a:gd name="csX9" fmla="*/ 91724 w 112266"/>
                <a:gd name="csY9" fmla="*/ 29619 h 50639"/>
                <a:gd name="csX10" fmla="*/ 90769 w 112266"/>
                <a:gd name="csY10" fmla="*/ 29142 h 50639"/>
                <a:gd name="csX11" fmla="*/ 89335 w 112266"/>
                <a:gd name="csY11" fmla="*/ 29142 h 50639"/>
                <a:gd name="csX12" fmla="*/ 85991 w 112266"/>
                <a:gd name="csY12" fmla="*/ 30097 h 50639"/>
                <a:gd name="csX13" fmla="*/ 83125 w 112266"/>
                <a:gd name="csY13" fmla="*/ 30097 h 50639"/>
                <a:gd name="csX14" fmla="*/ 81692 w 112266"/>
                <a:gd name="csY14" fmla="*/ 30097 h 50639"/>
                <a:gd name="csX15" fmla="*/ 79303 w 112266"/>
                <a:gd name="csY15" fmla="*/ 29142 h 50639"/>
                <a:gd name="csX16" fmla="*/ 75004 w 112266"/>
                <a:gd name="csY16" fmla="*/ 29142 h 50639"/>
                <a:gd name="csX17" fmla="*/ 71659 w 112266"/>
                <a:gd name="csY17" fmla="*/ 29619 h 50639"/>
                <a:gd name="csX18" fmla="*/ 71659 w 112266"/>
                <a:gd name="csY18" fmla="*/ 30575 h 50639"/>
                <a:gd name="csX19" fmla="*/ 68793 w 112266"/>
                <a:gd name="csY19" fmla="*/ 35830 h 50639"/>
                <a:gd name="csX20" fmla="*/ 64493 w 112266"/>
                <a:gd name="csY20" fmla="*/ 38218 h 50639"/>
                <a:gd name="csX21" fmla="*/ 61150 w 112266"/>
                <a:gd name="csY21" fmla="*/ 40129 h 50639"/>
                <a:gd name="csX22" fmla="*/ 60194 w 112266"/>
                <a:gd name="csY22" fmla="*/ 40607 h 50639"/>
                <a:gd name="csX23" fmla="*/ 58283 w 112266"/>
                <a:gd name="csY23" fmla="*/ 39652 h 50639"/>
                <a:gd name="csX24" fmla="*/ 56372 w 112266"/>
                <a:gd name="csY24" fmla="*/ 38696 h 50639"/>
                <a:gd name="csX25" fmla="*/ 54461 w 112266"/>
                <a:gd name="csY25" fmla="*/ 37741 h 50639"/>
                <a:gd name="csX26" fmla="*/ 53506 w 112266"/>
                <a:gd name="csY26" fmla="*/ 38218 h 50639"/>
                <a:gd name="csX27" fmla="*/ 52073 w 112266"/>
                <a:gd name="csY27" fmla="*/ 39652 h 50639"/>
                <a:gd name="csX28" fmla="*/ 51595 w 112266"/>
                <a:gd name="csY28" fmla="*/ 41085 h 50639"/>
                <a:gd name="csX29" fmla="*/ 47295 w 112266"/>
                <a:gd name="csY29" fmla="*/ 42040 h 50639"/>
                <a:gd name="csX30" fmla="*/ 40607 w 112266"/>
                <a:gd name="csY30" fmla="*/ 42518 h 50639"/>
                <a:gd name="csX31" fmla="*/ 38218 w 112266"/>
                <a:gd name="csY31" fmla="*/ 43951 h 50639"/>
                <a:gd name="csX32" fmla="*/ 37263 w 112266"/>
                <a:gd name="csY32" fmla="*/ 45862 h 50639"/>
                <a:gd name="csX33" fmla="*/ 37263 w 112266"/>
                <a:gd name="csY33" fmla="*/ 46818 h 50639"/>
                <a:gd name="csX34" fmla="*/ 37741 w 112266"/>
                <a:gd name="csY34" fmla="*/ 48251 h 50639"/>
                <a:gd name="csX35" fmla="*/ 37263 w 112266"/>
                <a:gd name="csY35" fmla="*/ 49206 h 50639"/>
                <a:gd name="csX36" fmla="*/ 36785 w 112266"/>
                <a:gd name="csY36" fmla="*/ 49684 h 50639"/>
                <a:gd name="csX37" fmla="*/ 32008 w 112266"/>
                <a:gd name="csY37" fmla="*/ 50162 h 50639"/>
                <a:gd name="csX38" fmla="*/ 25320 w 112266"/>
                <a:gd name="csY38" fmla="*/ 50639 h 50639"/>
                <a:gd name="csX39" fmla="*/ 21498 w 112266"/>
                <a:gd name="csY39" fmla="*/ 50162 h 50639"/>
                <a:gd name="csX40" fmla="*/ 17676 w 112266"/>
                <a:gd name="csY40" fmla="*/ 50162 h 50639"/>
                <a:gd name="csX41" fmla="*/ 15287 w 112266"/>
                <a:gd name="csY41" fmla="*/ 49206 h 50639"/>
                <a:gd name="csX42" fmla="*/ 11943 w 112266"/>
                <a:gd name="csY42" fmla="*/ 47295 h 50639"/>
                <a:gd name="csX43" fmla="*/ 9077 w 112266"/>
                <a:gd name="csY43" fmla="*/ 44429 h 50639"/>
                <a:gd name="csX44" fmla="*/ 8599 w 112266"/>
                <a:gd name="csY44" fmla="*/ 44429 h 50639"/>
                <a:gd name="csX45" fmla="*/ 8121 w 112266"/>
                <a:gd name="csY45" fmla="*/ 43951 h 50639"/>
                <a:gd name="csX46" fmla="*/ 6211 w 112266"/>
                <a:gd name="csY46" fmla="*/ 43473 h 50639"/>
                <a:gd name="csX47" fmla="*/ 5255 w 112266"/>
                <a:gd name="csY47" fmla="*/ 43951 h 50639"/>
                <a:gd name="csX48" fmla="*/ 4300 w 112266"/>
                <a:gd name="csY48" fmla="*/ 42996 h 50639"/>
                <a:gd name="csX49" fmla="*/ 3822 w 112266"/>
                <a:gd name="csY49" fmla="*/ 41563 h 50639"/>
                <a:gd name="csX50" fmla="*/ 1911 w 112266"/>
                <a:gd name="csY50" fmla="*/ 38696 h 50639"/>
                <a:gd name="csX51" fmla="*/ 0 w 112266"/>
                <a:gd name="csY51" fmla="*/ 33441 h 50639"/>
                <a:gd name="csX52" fmla="*/ 0 w 112266"/>
                <a:gd name="csY52" fmla="*/ 32008 h 50639"/>
                <a:gd name="csX53" fmla="*/ 478 w 112266"/>
                <a:gd name="csY53" fmla="*/ 30097 h 50639"/>
                <a:gd name="csX54" fmla="*/ 1433 w 112266"/>
                <a:gd name="csY54" fmla="*/ 29142 h 50639"/>
                <a:gd name="csX55" fmla="*/ 1433 w 112266"/>
                <a:gd name="csY55" fmla="*/ 28186 h 50639"/>
                <a:gd name="csX56" fmla="*/ 1433 w 112266"/>
                <a:gd name="csY56" fmla="*/ 27708 h 50639"/>
                <a:gd name="csX57" fmla="*/ 2389 w 112266"/>
                <a:gd name="csY57" fmla="*/ 25320 h 50639"/>
                <a:gd name="csX58" fmla="*/ 3822 w 112266"/>
                <a:gd name="csY58" fmla="*/ 22931 h 50639"/>
                <a:gd name="csX59" fmla="*/ 5255 w 112266"/>
                <a:gd name="csY59" fmla="*/ 21020 h 50639"/>
                <a:gd name="csX60" fmla="*/ 6211 w 112266"/>
                <a:gd name="csY60" fmla="*/ 20542 h 50639"/>
                <a:gd name="csX61" fmla="*/ 8599 w 112266"/>
                <a:gd name="csY61" fmla="*/ 21020 h 50639"/>
                <a:gd name="csX62" fmla="*/ 11943 w 112266"/>
                <a:gd name="csY62" fmla="*/ 21498 h 50639"/>
                <a:gd name="csX63" fmla="*/ 14810 w 112266"/>
                <a:gd name="csY63" fmla="*/ 21020 h 50639"/>
                <a:gd name="csX64" fmla="*/ 17676 w 112266"/>
                <a:gd name="csY64" fmla="*/ 19587 h 50639"/>
                <a:gd name="csX65" fmla="*/ 19109 w 112266"/>
                <a:gd name="csY65" fmla="*/ 18631 h 50639"/>
                <a:gd name="csX66" fmla="*/ 20065 w 112266"/>
                <a:gd name="csY66" fmla="*/ 17198 h 50639"/>
                <a:gd name="csX67" fmla="*/ 20543 w 112266"/>
                <a:gd name="csY67" fmla="*/ 16721 h 50639"/>
                <a:gd name="csX68" fmla="*/ 21020 w 112266"/>
                <a:gd name="csY68" fmla="*/ 16243 h 50639"/>
                <a:gd name="csX69" fmla="*/ 23409 w 112266"/>
                <a:gd name="csY69" fmla="*/ 15765 h 50639"/>
                <a:gd name="csX70" fmla="*/ 23886 w 112266"/>
                <a:gd name="csY70" fmla="*/ 14810 h 50639"/>
                <a:gd name="csX71" fmla="*/ 24364 w 112266"/>
                <a:gd name="csY71" fmla="*/ 13377 h 50639"/>
                <a:gd name="csX72" fmla="*/ 24364 w 112266"/>
                <a:gd name="csY72" fmla="*/ 11465 h 50639"/>
                <a:gd name="csX73" fmla="*/ 24842 w 112266"/>
                <a:gd name="csY73" fmla="*/ 10510 h 50639"/>
                <a:gd name="csX74" fmla="*/ 25798 w 112266"/>
                <a:gd name="csY74" fmla="*/ 9555 h 50639"/>
                <a:gd name="csX75" fmla="*/ 29619 w 112266"/>
                <a:gd name="csY75" fmla="*/ 7166 h 50639"/>
                <a:gd name="csX76" fmla="*/ 30097 w 112266"/>
                <a:gd name="csY76" fmla="*/ 6688 h 50639"/>
                <a:gd name="csX77" fmla="*/ 30575 w 112266"/>
                <a:gd name="csY77" fmla="*/ 5733 h 50639"/>
                <a:gd name="csX78" fmla="*/ 32008 w 112266"/>
                <a:gd name="csY78" fmla="*/ 4777 h 50639"/>
                <a:gd name="csX79" fmla="*/ 32963 w 112266"/>
                <a:gd name="csY79" fmla="*/ 3822 h 50639"/>
                <a:gd name="csX80" fmla="*/ 34397 w 112266"/>
                <a:gd name="csY80" fmla="*/ 2866 h 50639"/>
                <a:gd name="csX81" fmla="*/ 35830 w 112266"/>
                <a:gd name="csY81" fmla="*/ 2866 h 50639"/>
                <a:gd name="csX82" fmla="*/ 37263 w 112266"/>
                <a:gd name="csY82" fmla="*/ 2866 h 50639"/>
                <a:gd name="csX83" fmla="*/ 38218 w 112266"/>
                <a:gd name="csY83" fmla="*/ 2389 h 50639"/>
                <a:gd name="csX84" fmla="*/ 38696 w 112266"/>
                <a:gd name="csY84" fmla="*/ 2389 h 50639"/>
                <a:gd name="csX85" fmla="*/ 41085 w 112266"/>
                <a:gd name="csY85" fmla="*/ 2866 h 50639"/>
                <a:gd name="csX86" fmla="*/ 41563 w 112266"/>
                <a:gd name="csY86" fmla="*/ 4300 h 50639"/>
                <a:gd name="csX87" fmla="*/ 41563 w 112266"/>
                <a:gd name="csY87" fmla="*/ 5733 h 50639"/>
                <a:gd name="csX88" fmla="*/ 45384 w 112266"/>
                <a:gd name="csY88" fmla="*/ 5733 h 50639"/>
                <a:gd name="csX89" fmla="*/ 47295 w 112266"/>
                <a:gd name="csY89" fmla="*/ 2389 h 50639"/>
                <a:gd name="csX90" fmla="*/ 48251 w 112266"/>
                <a:gd name="csY90" fmla="*/ 1911 h 50639"/>
                <a:gd name="csX91" fmla="*/ 49684 w 112266"/>
                <a:gd name="csY91" fmla="*/ 956 h 50639"/>
                <a:gd name="csX92" fmla="*/ 51117 w 112266"/>
                <a:gd name="csY92" fmla="*/ 0 h 50639"/>
                <a:gd name="csX93" fmla="*/ 51595 w 112266"/>
                <a:gd name="csY93" fmla="*/ 478 h 50639"/>
                <a:gd name="csX94" fmla="*/ 53028 w 112266"/>
                <a:gd name="csY94" fmla="*/ 2866 h 50639"/>
                <a:gd name="csX95" fmla="*/ 53984 w 112266"/>
                <a:gd name="csY95" fmla="*/ 4300 h 50639"/>
                <a:gd name="csX96" fmla="*/ 54461 w 112266"/>
                <a:gd name="csY96" fmla="*/ 4777 h 50639"/>
                <a:gd name="csX97" fmla="*/ 54939 w 112266"/>
                <a:gd name="csY97" fmla="*/ 5255 h 50639"/>
                <a:gd name="csX98" fmla="*/ 55417 w 112266"/>
                <a:gd name="csY98" fmla="*/ 5733 h 50639"/>
                <a:gd name="csX99" fmla="*/ 56850 w 112266"/>
                <a:gd name="csY99" fmla="*/ 5733 h 50639"/>
                <a:gd name="csX100" fmla="*/ 57805 w 112266"/>
                <a:gd name="csY100" fmla="*/ 6211 h 50639"/>
                <a:gd name="csX101" fmla="*/ 57805 w 112266"/>
                <a:gd name="csY101" fmla="*/ 7644 h 50639"/>
                <a:gd name="csX102" fmla="*/ 57805 w 112266"/>
                <a:gd name="csY102" fmla="*/ 9077 h 50639"/>
                <a:gd name="csX103" fmla="*/ 57328 w 112266"/>
                <a:gd name="csY103" fmla="*/ 10032 h 50639"/>
                <a:gd name="csX104" fmla="*/ 57328 w 112266"/>
                <a:gd name="csY104" fmla="*/ 10988 h 50639"/>
                <a:gd name="csX105" fmla="*/ 58283 w 112266"/>
                <a:gd name="csY105" fmla="*/ 11465 h 50639"/>
                <a:gd name="csX106" fmla="*/ 59239 w 112266"/>
                <a:gd name="csY106" fmla="*/ 10988 h 50639"/>
                <a:gd name="csX107" fmla="*/ 60194 w 112266"/>
                <a:gd name="csY107" fmla="*/ 10510 h 50639"/>
                <a:gd name="csX108" fmla="*/ 63060 w 112266"/>
                <a:gd name="csY108" fmla="*/ 11465 h 50639"/>
                <a:gd name="csX109" fmla="*/ 64016 w 112266"/>
                <a:gd name="csY109" fmla="*/ 9077 h 50639"/>
                <a:gd name="csX110" fmla="*/ 65449 w 112266"/>
                <a:gd name="csY110" fmla="*/ 7644 h 50639"/>
                <a:gd name="csX111" fmla="*/ 66882 w 112266"/>
                <a:gd name="csY111" fmla="*/ 7166 h 50639"/>
                <a:gd name="csX112" fmla="*/ 67838 w 112266"/>
                <a:gd name="csY112" fmla="*/ 6688 h 50639"/>
                <a:gd name="csX113" fmla="*/ 69271 w 112266"/>
                <a:gd name="csY113" fmla="*/ 5733 h 50639"/>
                <a:gd name="csX114" fmla="*/ 70226 w 112266"/>
                <a:gd name="csY114" fmla="*/ 5733 h 50639"/>
                <a:gd name="csX115" fmla="*/ 70226 w 112266"/>
                <a:gd name="csY115" fmla="*/ 5733 h 50639"/>
                <a:gd name="csX116" fmla="*/ 71659 w 112266"/>
                <a:gd name="csY116" fmla="*/ 5733 h 50639"/>
                <a:gd name="csX117" fmla="*/ 72615 w 112266"/>
                <a:gd name="csY117" fmla="*/ 6211 h 50639"/>
                <a:gd name="csX118" fmla="*/ 74526 w 112266"/>
                <a:gd name="csY118" fmla="*/ 5733 h 50639"/>
                <a:gd name="csX119" fmla="*/ 76437 w 112266"/>
                <a:gd name="csY119" fmla="*/ 6211 h 50639"/>
                <a:gd name="csX120" fmla="*/ 77870 w 112266"/>
                <a:gd name="csY120" fmla="*/ 7644 h 50639"/>
                <a:gd name="csX121" fmla="*/ 79303 w 112266"/>
                <a:gd name="csY121" fmla="*/ 8121 h 50639"/>
                <a:gd name="csX122" fmla="*/ 80736 w 112266"/>
                <a:gd name="csY122" fmla="*/ 7644 h 50639"/>
                <a:gd name="csX123" fmla="*/ 81692 w 112266"/>
                <a:gd name="csY123" fmla="*/ 7166 h 50639"/>
                <a:gd name="csX124" fmla="*/ 83603 w 112266"/>
                <a:gd name="csY124" fmla="*/ 5255 h 50639"/>
                <a:gd name="csX125" fmla="*/ 84558 w 112266"/>
                <a:gd name="csY125" fmla="*/ 5255 h 50639"/>
                <a:gd name="csX126" fmla="*/ 86469 w 112266"/>
                <a:gd name="csY126" fmla="*/ 4777 h 50639"/>
                <a:gd name="csX127" fmla="*/ 88858 w 112266"/>
                <a:gd name="csY127" fmla="*/ 4777 h 50639"/>
                <a:gd name="csX128" fmla="*/ 94591 w 112266"/>
                <a:gd name="csY128" fmla="*/ 5255 h 50639"/>
                <a:gd name="csX129" fmla="*/ 96024 w 112266"/>
                <a:gd name="csY129" fmla="*/ 6211 h 50639"/>
                <a:gd name="csX130" fmla="*/ 99368 w 112266"/>
                <a:gd name="csY130" fmla="*/ 7166 h 50639"/>
                <a:gd name="csX131" fmla="*/ 101279 w 112266"/>
                <a:gd name="csY131" fmla="*/ 8599 h 50639"/>
                <a:gd name="csX132" fmla="*/ 101757 w 112266"/>
                <a:gd name="csY132" fmla="*/ 10032 h 50639"/>
                <a:gd name="csX133" fmla="*/ 102234 w 112266"/>
                <a:gd name="csY133" fmla="*/ 10988 h 50639"/>
                <a:gd name="csX134" fmla="*/ 105578 w 112266"/>
                <a:gd name="csY134" fmla="*/ 12421 h 50639"/>
                <a:gd name="csX135" fmla="*/ 111311 w 112266"/>
                <a:gd name="csY135" fmla="*/ 14332 h 50639"/>
                <a:gd name="csX136" fmla="*/ 112266 w 112266"/>
                <a:gd name="csY136" fmla="*/ 14810 h 50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</a:cxnLst>
              <a:rect l="l" t="t" r="r" b="b"/>
              <a:pathLst>
                <a:path w="112266" h="50639">
                  <a:moveTo>
                    <a:pt x="104145" y="32963"/>
                  </a:moveTo>
                  <a:lnTo>
                    <a:pt x="104145" y="33441"/>
                  </a:lnTo>
                  <a:lnTo>
                    <a:pt x="96979" y="34874"/>
                  </a:lnTo>
                  <a:lnTo>
                    <a:pt x="96024" y="34397"/>
                  </a:lnTo>
                  <a:lnTo>
                    <a:pt x="95068" y="33919"/>
                  </a:lnTo>
                  <a:lnTo>
                    <a:pt x="94591" y="32963"/>
                  </a:lnTo>
                  <a:lnTo>
                    <a:pt x="94591" y="32486"/>
                  </a:lnTo>
                  <a:lnTo>
                    <a:pt x="93635" y="31530"/>
                  </a:lnTo>
                  <a:lnTo>
                    <a:pt x="93157" y="30575"/>
                  </a:lnTo>
                  <a:lnTo>
                    <a:pt x="91724" y="29619"/>
                  </a:lnTo>
                  <a:lnTo>
                    <a:pt x="90769" y="29142"/>
                  </a:lnTo>
                  <a:lnTo>
                    <a:pt x="89335" y="29142"/>
                  </a:lnTo>
                  <a:lnTo>
                    <a:pt x="85991" y="30097"/>
                  </a:lnTo>
                  <a:lnTo>
                    <a:pt x="83125" y="30097"/>
                  </a:lnTo>
                  <a:lnTo>
                    <a:pt x="81692" y="30097"/>
                  </a:lnTo>
                  <a:lnTo>
                    <a:pt x="79303" y="29142"/>
                  </a:lnTo>
                  <a:lnTo>
                    <a:pt x="75004" y="29142"/>
                  </a:lnTo>
                  <a:lnTo>
                    <a:pt x="71659" y="29619"/>
                  </a:lnTo>
                  <a:lnTo>
                    <a:pt x="71659" y="30575"/>
                  </a:lnTo>
                  <a:lnTo>
                    <a:pt x="68793" y="35830"/>
                  </a:lnTo>
                  <a:lnTo>
                    <a:pt x="64493" y="38218"/>
                  </a:lnTo>
                  <a:lnTo>
                    <a:pt x="61150" y="40129"/>
                  </a:lnTo>
                  <a:lnTo>
                    <a:pt x="60194" y="40607"/>
                  </a:lnTo>
                  <a:lnTo>
                    <a:pt x="58283" y="39652"/>
                  </a:lnTo>
                  <a:lnTo>
                    <a:pt x="56372" y="38696"/>
                  </a:lnTo>
                  <a:lnTo>
                    <a:pt x="54461" y="37741"/>
                  </a:lnTo>
                  <a:lnTo>
                    <a:pt x="53506" y="38218"/>
                  </a:lnTo>
                  <a:lnTo>
                    <a:pt x="52073" y="39652"/>
                  </a:lnTo>
                  <a:lnTo>
                    <a:pt x="51595" y="41085"/>
                  </a:lnTo>
                  <a:lnTo>
                    <a:pt x="47295" y="42040"/>
                  </a:lnTo>
                  <a:lnTo>
                    <a:pt x="40607" y="42518"/>
                  </a:lnTo>
                  <a:lnTo>
                    <a:pt x="38218" y="43951"/>
                  </a:lnTo>
                  <a:lnTo>
                    <a:pt x="37263" y="45862"/>
                  </a:lnTo>
                  <a:lnTo>
                    <a:pt x="37263" y="46818"/>
                  </a:lnTo>
                  <a:lnTo>
                    <a:pt x="37741" y="48251"/>
                  </a:lnTo>
                  <a:lnTo>
                    <a:pt x="37263" y="49206"/>
                  </a:lnTo>
                  <a:lnTo>
                    <a:pt x="36785" y="49684"/>
                  </a:lnTo>
                  <a:lnTo>
                    <a:pt x="32008" y="50162"/>
                  </a:lnTo>
                  <a:lnTo>
                    <a:pt x="25320" y="50639"/>
                  </a:lnTo>
                  <a:lnTo>
                    <a:pt x="21498" y="50162"/>
                  </a:lnTo>
                  <a:lnTo>
                    <a:pt x="17676" y="50162"/>
                  </a:lnTo>
                  <a:lnTo>
                    <a:pt x="15287" y="49206"/>
                  </a:lnTo>
                  <a:lnTo>
                    <a:pt x="11943" y="47295"/>
                  </a:lnTo>
                  <a:lnTo>
                    <a:pt x="9077" y="44429"/>
                  </a:lnTo>
                  <a:lnTo>
                    <a:pt x="8599" y="44429"/>
                  </a:lnTo>
                  <a:lnTo>
                    <a:pt x="8121" y="43951"/>
                  </a:lnTo>
                  <a:lnTo>
                    <a:pt x="6211" y="43473"/>
                  </a:lnTo>
                  <a:lnTo>
                    <a:pt x="5255" y="43951"/>
                  </a:lnTo>
                  <a:lnTo>
                    <a:pt x="4300" y="42996"/>
                  </a:lnTo>
                  <a:lnTo>
                    <a:pt x="3822" y="41563"/>
                  </a:lnTo>
                  <a:lnTo>
                    <a:pt x="1911" y="38696"/>
                  </a:lnTo>
                  <a:lnTo>
                    <a:pt x="0" y="33441"/>
                  </a:lnTo>
                  <a:lnTo>
                    <a:pt x="0" y="32008"/>
                  </a:lnTo>
                  <a:lnTo>
                    <a:pt x="478" y="30097"/>
                  </a:lnTo>
                  <a:lnTo>
                    <a:pt x="1433" y="29142"/>
                  </a:lnTo>
                  <a:lnTo>
                    <a:pt x="1433" y="28186"/>
                  </a:lnTo>
                  <a:lnTo>
                    <a:pt x="1433" y="27708"/>
                  </a:lnTo>
                  <a:lnTo>
                    <a:pt x="2389" y="25320"/>
                  </a:lnTo>
                  <a:lnTo>
                    <a:pt x="3822" y="22931"/>
                  </a:lnTo>
                  <a:lnTo>
                    <a:pt x="5255" y="21020"/>
                  </a:lnTo>
                  <a:lnTo>
                    <a:pt x="6211" y="20542"/>
                  </a:lnTo>
                  <a:lnTo>
                    <a:pt x="8599" y="21020"/>
                  </a:lnTo>
                  <a:lnTo>
                    <a:pt x="11943" y="21498"/>
                  </a:lnTo>
                  <a:lnTo>
                    <a:pt x="14810" y="21020"/>
                  </a:lnTo>
                  <a:lnTo>
                    <a:pt x="17676" y="19587"/>
                  </a:lnTo>
                  <a:lnTo>
                    <a:pt x="19109" y="18631"/>
                  </a:lnTo>
                  <a:lnTo>
                    <a:pt x="20065" y="17198"/>
                  </a:lnTo>
                  <a:lnTo>
                    <a:pt x="20543" y="16721"/>
                  </a:lnTo>
                  <a:lnTo>
                    <a:pt x="21020" y="16243"/>
                  </a:lnTo>
                  <a:lnTo>
                    <a:pt x="23409" y="15765"/>
                  </a:lnTo>
                  <a:lnTo>
                    <a:pt x="23886" y="14810"/>
                  </a:lnTo>
                  <a:lnTo>
                    <a:pt x="24364" y="13377"/>
                  </a:lnTo>
                  <a:lnTo>
                    <a:pt x="24364" y="11465"/>
                  </a:lnTo>
                  <a:lnTo>
                    <a:pt x="24842" y="10510"/>
                  </a:lnTo>
                  <a:lnTo>
                    <a:pt x="25798" y="9555"/>
                  </a:lnTo>
                  <a:lnTo>
                    <a:pt x="29619" y="7166"/>
                  </a:lnTo>
                  <a:lnTo>
                    <a:pt x="30097" y="6688"/>
                  </a:lnTo>
                  <a:lnTo>
                    <a:pt x="30575" y="5733"/>
                  </a:lnTo>
                  <a:lnTo>
                    <a:pt x="32008" y="4777"/>
                  </a:lnTo>
                  <a:lnTo>
                    <a:pt x="32963" y="3822"/>
                  </a:lnTo>
                  <a:lnTo>
                    <a:pt x="34397" y="2866"/>
                  </a:lnTo>
                  <a:lnTo>
                    <a:pt x="35830" y="2866"/>
                  </a:lnTo>
                  <a:lnTo>
                    <a:pt x="37263" y="2866"/>
                  </a:lnTo>
                  <a:lnTo>
                    <a:pt x="38218" y="2389"/>
                  </a:lnTo>
                  <a:lnTo>
                    <a:pt x="38696" y="2389"/>
                  </a:lnTo>
                  <a:lnTo>
                    <a:pt x="41085" y="2866"/>
                  </a:lnTo>
                  <a:lnTo>
                    <a:pt x="41563" y="4300"/>
                  </a:lnTo>
                  <a:lnTo>
                    <a:pt x="41563" y="5733"/>
                  </a:lnTo>
                  <a:lnTo>
                    <a:pt x="45384" y="5733"/>
                  </a:lnTo>
                  <a:lnTo>
                    <a:pt x="47295" y="2389"/>
                  </a:lnTo>
                  <a:lnTo>
                    <a:pt x="48251" y="1911"/>
                  </a:lnTo>
                  <a:lnTo>
                    <a:pt x="49684" y="956"/>
                  </a:lnTo>
                  <a:lnTo>
                    <a:pt x="51117" y="0"/>
                  </a:lnTo>
                  <a:lnTo>
                    <a:pt x="51595" y="478"/>
                  </a:lnTo>
                  <a:lnTo>
                    <a:pt x="53028" y="2866"/>
                  </a:lnTo>
                  <a:lnTo>
                    <a:pt x="53984" y="4300"/>
                  </a:lnTo>
                  <a:lnTo>
                    <a:pt x="54461" y="4777"/>
                  </a:lnTo>
                  <a:lnTo>
                    <a:pt x="54939" y="5255"/>
                  </a:lnTo>
                  <a:lnTo>
                    <a:pt x="55417" y="5733"/>
                  </a:lnTo>
                  <a:lnTo>
                    <a:pt x="56850" y="5733"/>
                  </a:lnTo>
                  <a:lnTo>
                    <a:pt x="57805" y="6211"/>
                  </a:lnTo>
                  <a:lnTo>
                    <a:pt x="57805" y="7644"/>
                  </a:lnTo>
                  <a:lnTo>
                    <a:pt x="57805" y="9077"/>
                  </a:lnTo>
                  <a:lnTo>
                    <a:pt x="57328" y="10032"/>
                  </a:lnTo>
                  <a:lnTo>
                    <a:pt x="57328" y="10988"/>
                  </a:lnTo>
                  <a:lnTo>
                    <a:pt x="58283" y="11465"/>
                  </a:lnTo>
                  <a:lnTo>
                    <a:pt x="59239" y="10988"/>
                  </a:lnTo>
                  <a:lnTo>
                    <a:pt x="60194" y="10510"/>
                  </a:lnTo>
                  <a:lnTo>
                    <a:pt x="63060" y="11465"/>
                  </a:lnTo>
                  <a:lnTo>
                    <a:pt x="64016" y="9077"/>
                  </a:lnTo>
                  <a:lnTo>
                    <a:pt x="65449" y="7644"/>
                  </a:lnTo>
                  <a:lnTo>
                    <a:pt x="66882" y="7166"/>
                  </a:lnTo>
                  <a:lnTo>
                    <a:pt x="67838" y="6688"/>
                  </a:lnTo>
                  <a:lnTo>
                    <a:pt x="69271" y="5733"/>
                  </a:lnTo>
                  <a:lnTo>
                    <a:pt x="70226" y="5733"/>
                  </a:lnTo>
                  <a:lnTo>
                    <a:pt x="70226" y="5733"/>
                  </a:lnTo>
                  <a:lnTo>
                    <a:pt x="71659" y="5733"/>
                  </a:lnTo>
                  <a:lnTo>
                    <a:pt x="72615" y="6211"/>
                  </a:lnTo>
                  <a:lnTo>
                    <a:pt x="74526" y="5733"/>
                  </a:lnTo>
                  <a:lnTo>
                    <a:pt x="76437" y="6211"/>
                  </a:lnTo>
                  <a:lnTo>
                    <a:pt x="77870" y="7644"/>
                  </a:lnTo>
                  <a:lnTo>
                    <a:pt x="79303" y="8121"/>
                  </a:lnTo>
                  <a:lnTo>
                    <a:pt x="80736" y="7644"/>
                  </a:lnTo>
                  <a:lnTo>
                    <a:pt x="81692" y="7166"/>
                  </a:lnTo>
                  <a:lnTo>
                    <a:pt x="83603" y="5255"/>
                  </a:lnTo>
                  <a:lnTo>
                    <a:pt x="84558" y="5255"/>
                  </a:lnTo>
                  <a:lnTo>
                    <a:pt x="86469" y="4777"/>
                  </a:lnTo>
                  <a:lnTo>
                    <a:pt x="88858" y="4777"/>
                  </a:lnTo>
                  <a:lnTo>
                    <a:pt x="94591" y="5255"/>
                  </a:lnTo>
                  <a:lnTo>
                    <a:pt x="96024" y="6211"/>
                  </a:lnTo>
                  <a:lnTo>
                    <a:pt x="99368" y="7166"/>
                  </a:lnTo>
                  <a:lnTo>
                    <a:pt x="101279" y="8599"/>
                  </a:lnTo>
                  <a:lnTo>
                    <a:pt x="101757" y="10032"/>
                  </a:lnTo>
                  <a:lnTo>
                    <a:pt x="102234" y="10988"/>
                  </a:lnTo>
                  <a:lnTo>
                    <a:pt x="105578" y="12421"/>
                  </a:lnTo>
                  <a:lnTo>
                    <a:pt x="111311" y="14332"/>
                  </a:lnTo>
                  <a:lnTo>
                    <a:pt x="112266" y="148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9" name="Freeform 5428">
              <a:extLst>
                <a:ext uri="{FF2B5EF4-FFF2-40B4-BE49-F238E27FC236}">
                  <a16:creationId xmlns:a16="http://schemas.microsoft.com/office/drawing/2014/main" id="{F93ED46A-F979-5270-1418-90DA38C89280}"/>
                </a:ext>
              </a:extLst>
            </p:cNvPr>
            <p:cNvSpPr/>
            <p:nvPr/>
          </p:nvSpPr>
          <p:spPr>
            <a:xfrm>
              <a:off x="5620181" y="4552881"/>
              <a:ext cx="59716" cy="56372"/>
            </a:xfrm>
            <a:custGeom>
              <a:avLst/>
              <a:gdLst>
                <a:gd name="csX0" fmla="*/ 59716 w 59716"/>
                <a:gd name="csY0" fmla="*/ 27708 h 56372"/>
                <a:gd name="csX1" fmla="*/ 59716 w 59716"/>
                <a:gd name="csY1" fmla="*/ 28186 h 56372"/>
                <a:gd name="csX2" fmla="*/ 59238 w 59716"/>
                <a:gd name="csY2" fmla="*/ 31052 h 56372"/>
                <a:gd name="csX3" fmla="*/ 58283 w 59716"/>
                <a:gd name="csY3" fmla="*/ 33441 h 56372"/>
                <a:gd name="csX4" fmla="*/ 57328 w 59716"/>
                <a:gd name="csY4" fmla="*/ 33919 h 56372"/>
                <a:gd name="csX5" fmla="*/ 54939 w 59716"/>
                <a:gd name="csY5" fmla="*/ 34396 h 56372"/>
                <a:gd name="csX6" fmla="*/ 53983 w 59716"/>
                <a:gd name="csY6" fmla="*/ 35352 h 56372"/>
                <a:gd name="csX7" fmla="*/ 53028 w 59716"/>
                <a:gd name="csY7" fmla="*/ 38696 h 56372"/>
                <a:gd name="csX8" fmla="*/ 52550 w 59716"/>
                <a:gd name="csY8" fmla="*/ 41085 h 56372"/>
                <a:gd name="csX9" fmla="*/ 52550 w 59716"/>
                <a:gd name="csY9" fmla="*/ 41085 h 56372"/>
                <a:gd name="csX10" fmla="*/ 51595 w 59716"/>
                <a:gd name="csY10" fmla="*/ 41562 h 56372"/>
                <a:gd name="csX11" fmla="*/ 47773 w 59716"/>
                <a:gd name="csY11" fmla="*/ 44906 h 56372"/>
                <a:gd name="csX12" fmla="*/ 45384 w 59716"/>
                <a:gd name="csY12" fmla="*/ 46340 h 56372"/>
                <a:gd name="csX13" fmla="*/ 43951 w 59716"/>
                <a:gd name="csY13" fmla="*/ 47773 h 56372"/>
                <a:gd name="csX14" fmla="*/ 42040 w 59716"/>
                <a:gd name="csY14" fmla="*/ 49206 h 56372"/>
                <a:gd name="csX15" fmla="*/ 40129 w 59716"/>
                <a:gd name="csY15" fmla="*/ 50639 h 56372"/>
                <a:gd name="csX16" fmla="*/ 40129 w 59716"/>
                <a:gd name="csY16" fmla="*/ 50639 h 56372"/>
                <a:gd name="csX17" fmla="*/ 37740 w 59716"/>
                <a:gd name="csY17" fmla="*/ 53028 h 56372"/>
                <a:gd name="csX18" fmla="*/ 36307 w 59716"/>
                <a:gd name="csY18" fmla="*/ 55894 h 56372"/>
                <a:gd name="csX19" fmla="*/ 35352 w 59716"/>
                <a:gd name="csY19" fmla="*/ 56372 h 56372"/>
                <a:gd name="csX20" fmla="*/ 34396 w 59716"/>
                <a:gd name="csY20" fmla="*/ 55894 h 56372"/>
                <a:gd name="csX21" fmla="*/ 31052 w 59716"/>
                <a:gd name="csY21" fmla="*/ 53028 h 56372"/>
                <a:gd name="csX22" fmla="*/ 27230 w 59716"/>
                <a:gd name="csY22" fmla="*/ 51595 h 56372"/>
                <a:gd name="csX23" fmla="*/ 18631 w 59716"/>
                <a:gd name="csY23" fmla="*/ 48728 h 56372"/>
                <a:gd name="csX24" fmla="*/ 15765 w 59716"/>
                <a:gd name="csY24" fmla="*/ 47773 h 56372"/>
                <a:gd name="csX25" fmla="*/ 16243 w 59716"/>
                <a:gd name="csY25" fmla="*/ 46817 h 56372"/>
                <a:gd name="csX26" fmla="*/ 17198 w 59716"/>
                <a:gd name="csY26" fmla="*/ 44906 h 56372"/>
                <a:gd name="csX27" fmla="*/ 15287 w 59716"/>
                <a:gd name="csY27" fmla="*/ 42518 h 56372"/>
                <a:gd name="csX28" fmla="*/ 16243 w 59716"/>
                <a:gd name="csY28" fmla="*/ 41085 h 56372"/>
                <a:gd name="csX29" fmla="*/ 15287 w 59716"/>
                <a:gd name="csY29" fmla="*/ 41085 h 56372"/>
                <a:gd name="csX30" fmla="*/ 14332 w 59716"/>
                <a:gd name="csY30" fmla="*/ 42040 h 56372"/>
                <a:gd name="csX31" fmla="*/ 11943 w 59716"/>
                <a:gd name="csY31" fmla="*/ 42040 h 56372"/>
                <a:gd name="csX32" fmla="*/ 10032 w 59716"/>
                <a:gd name="csY32" fmla="*/ 40607 h 56372"/>
                <a:gd name="csX33" fmla="*/ 8599 w 59716"/>
                <a:gd name="csY33" fmla="*/ 40129 h 56372"/>
                <a:gd name="csX34" fmla="*/ 8121 w 59716"/>
                <a:gd name="csY34" fmla="*/ 39174 h 56372"/>
                <a:gd name="csX35" fmla="*/ 7166 w 59716"/>
                <a:gd name="csY35" fmla="*/ 35830 h 56372"/>
                <a:gd name="csX36" fmla="*/ 6688 w 59716"/>
                <a:gd name="csY36" fmla="*/ 33919 h 56372"/>
                <a:gd name="csX37" fmla="*/ 5255 w 59716"/>
                <a:gd name="csY37" fmla="*/ 32963 h 56372"/>
                <a:gd name="csX38" fmla="*/ 2866 w 59716"/>
                <a:gd name="csY38" fmla="*/ 32486 h 56372"/>
                <a:gd name="csX39" fmla="*/ 1911 w 59716"/>
                <a:gd name="csY39" fmla="*/ 30575 h 56372"/>
                <a:gd name="csX40" fmla="*/ 478 w 59716"/>
                <a:gd name="csY40" fmla="*/ 28664 h 56372"/>
                <a:gd name="csX41" fmla="*/ 478 w 59716"/>
                <a:gd name="csY41" fmla="*/ 27708 h 56372"/>
                <a:gd name="csX42" fmla="*/ 1911 w 59716"/>
                <a:gd name="csY42" fmla="*/ 27708 h 56372"/>
                <a:gd name="csX43" fmla="*/ 2866 w 59716"/>
                <a:gd name="csY43" fmla="*/ 28664 h 56372"/>
                <a:gd name="csX44" fmla="*/ 4299 w 59716"/>
                <a:gd name="csY44" fmla="*/ 28664 h 56372"/>
                <a:gd name="csX45" fmla="*/ 5733 w 59716"/>
                <a:gd name="csY45" fmla="*/ 27230 h 56372"/>
                <a:gd name="csX46" fmla="*/ 7644 w 59716"/>
                <a:gd name="csY46" fmla="*/ 25797 h 56372"/>
                <a:gd name="csX47" fmla="*/ 8121 w 59716"/>
                <a:gd name="csY47" fmla="*/ 25320 h 56372"/>
                <a:gd name="csX48" fmla="*/ 7644 w 59716"/>
                <a:gd name="csY48" fmla="*/ 24842 h 56372"/>
                <a:gd name="csX49" fmla="*/ 6688 w 59716"/>
                <a:gd name="csY49" fmla="*/ 25320 h 56372"/>
                <a:gd name="csX50" fmla="*/ 3822 w 59716"/>
                <a:gd name="csY50" fmla="*/ 25320 h 56372"/>
                <a:gd name="csX51" fmla="*/ 3344 w 59716"/>
                <a:gd name="csY51" fmla="*/ 25797 h 56372"/>
                <a:gd name="csX52" fmla="*/ 2389 w 59716"/>
                <a:gd name="csY52" fmla="*/ 26275 h 56372"/>
                <a:gd name="csX53" fmla="*/ 1433 w 59716"/>
                <a:gd name="csY53" fmla="*/ 23886 h 56372"/>
                <a:gd name="csX54" fmla="*/ 1433 w 59716"/>
                <a:gd name="csY54" fmla="*/ 22453 h 56372"/>
                <a:gd name="csX55" fmla="*/ 1911 w 59716"/>
                <a:gd name="csY55" fmla="*/ 21020 h 56372"/>
                <a:gd name="csX56" fmla="*/ 4299 w 59716"/>
                <a:gd name="csY56" fmla="*/ 21020 h 56372"/>
                <a:gd name="csX57" fmla="*/ 4777 w 59716"/>
                <a:gd name="csY57" fmla="*/ 20542 h 56372"/>
                <a:gd name="csX58" fmla="*/ 2866 w 59716"/>
                <a:gd name="csY58" fmla="*/ 20064 h 56372"/>
                <a:gd name="csX59" fmla="*/ 478 w 59716"/>
                <a:gd name="csY59" fmla="*/ 18631 h 56372"/>
                <a:gd name="csX60" fmla="*/ 0 w 59716"/>
                <a:gd name="csY60" fmla="*/ 17676 h 56372"/>
                <a:gd name="csX61" fmla="*/ 0 w 59716"/>
                <a:gd name="csY61" fmla="*/ 17198 h 56372"/>
                <a:gd name="csX62" fmla="*/ 955 w 59716"/>
                <a:gd name="csY62" fmla="*/ 17198 h 56372"/>
                <a:gd name="csX63" fmla="*/ 955 w 59716"/>
                <a:gd name="csY63" fmla="*/ 17198 h 56372"/>
                <a:gd name="csX64" fmla="*/ 2389 w 59716"/>
                <a:gd name="csY64" fmla="*/ 17198 h 56372"/>
                <a:gd name="csX65" fmla="*/ 3344 w 59716"/>
                <a:gd name="csY65" fmla="*/ 17676 h 56372"/>
                <a:gd name="csX66" fmla="*/ 3344 w 59716"/>
                <a:gd name="csY66" fmla="*/ 17676 h 56372"/>
                <a:gd name="csX67" fmla="*/ 4299 w 59716"/>
                <a:gd name="csY67" fmla="*/ 17198 h 56372"/>
                <a:gd name="csX68" fmla="*/ 5255 w 59716"/>
                <a:gd name="csY68" fmla="*/ 16243 h 56372"/>
                <a:gd name="csX69" fmla="*/ 5733 w 59716"/>
                <a:gd name="csY69" fmla="*/ 15765 h 56372"/>
                <a:gd name="csX70" fmla="*/ 6688 w 59716"/>
                <a:gd name="csY70" fmla="*/ 13376 h 56372"/>
                <a:gd name="csX71" fmla="*/ 6688 w 59716"/>
                <a:gd name="csY71" fmla="*/ 13376 h 56372"/>
                <a:gd name="csX72" fmla="*/ 9077 w 59716"/>
                <a:gd name="csY72" fmla="*/ 12898 h 56372"/>
                <a:gd name="csX73" fmla="*/ 10510 w 59716"/>
                <a:gd name="csY73" fmla="*/ 11465 h 56372"/>
                <a:gd name="csX74" fmla="*/ 11943 w 59716"/>
                <a:gd name="csY74" fmla="*/ 9555 h 56372"/>
                <a:gd name="csX75" fmla="*/ 12898 w 59716"/>
                <a:gd name="csY75" fmla="*/ 8121 h 56372"/>
                <a:gd name="csX76" fmla="*/ 13376 w 59716"/>
                <a:gd name="csY76" fmla="*/ 7166 h 56372"/>
                <a:gd name="csX77" fmla="*/ 13854 w 59716"/>
                <a:gd name="csY77" fmla="*/ 6688 h 56372"/>
                <a:gd name="csX78" fmla="*/ 13854 w 59716"/>
                <a:gd name="csY78" fmla="*/ 6210 h 56372"/>
                <a:gd name="csX79" fmla="*/ 14332 w 59716"/>
                <a:gd name="csY79" fmla="*/ 5255 h 56372"/>
                <a:gd name="csX80" fmla="*/ 15287 w 59716"/>
                <a:gd name="csY80" fmla="*/ 3822 h 56372"/>
                <a:gd name="csX81" fmla="*/ 15765 w 59716"/>
                <a:gd name="csY81" fmla="*/ 2389 h 56372"/>
                <a:gd name="csX82" fmla="*/ 15765 w 59716"/>
                <a:gd name="csY82" fmla="*/ 2389 h 56372"/>
                <a:gd name="csX83" fmla="*/ 17198 w 59716"/>
                <a:gd name="csY83" fmla="*/ 1911 h 56372"/>
                <a:gd name="csX84" fmla="*/ 20064 w 59716"/>
                <a:gd name="csY84" fmla="*/ 1433 h 56372"/>
                <a:gd name="csX85" fmla="*/ 22931 w 59716"/>
                <a:gd name="csY85" fmla="*/ 2389 h 56372"/>
                <a:gd name="csX86" fmla="*/ 27230 w 59716"/>
                <a:gd name="csY86" fmla="*/ 1433 h 56372"/>
                <a:gd name="csX87" fmla="*/ 27230 w 59716"/>
                <a:gd name="csY87" fmla="*/ 0 h 56372"/>
                <a:gd name="csX88" fmla="*/ 27230 w 59716"/>
                <a:gd name="csY88" fmla="*/ 0 h 56372"/>
                <a:gd name="csX89" fmla="*/ 31530 w 59716"/>
                <a:gd name="csY89" fmla="*/ 0 h 56372"/>
                <a:gd name="csX90" fmla="*/ 36307 w 59716"/>
                <a:gd name="csY90" fmla="*/ 0 h 56372"/>
                <a:gd name="csX91" fmla="*/ 40129 w 59716"/>
                <a:gd name="csY91" fmla="*/ 0 h 56372"/>
                <a:gd name="csX92" fmla="*/ 41562 w 59716"/>
                <a:gd name="csY92" fmla="*/ 478 h 56372"/>
                <a:gd name="csX93" fmla="*/ 41562 w 59716"/>
                <a:gd name="csY93" fmla="*/ 478 h 56372"/>
                <a:gd name="csX94" fmla="*/ 42040 w 59716"/>
                <a:gd name="csY94" fmla="*/ 1433 h 56372"/>
                <a:gd name="csX95" fmla="*/ 42996 w 59716"/>
                <a:gd name="csY95" fmla="*/ 2866 h 56372"/>
                <a:gd name="csX96" fmla="*/ 44429 w 59716"/>
                <a:gd name="csY96" fmla="*/ 3822 h 56372"/>
                <a:gd name="csX97" fmla="*/ 46340 w 59716"/>
                <a:gd name="csY97" fmla="*/ 6210 h 56372"/>
                <a:gd name="csX98" fmla="*/ 48251 w 59716"/>
                <a:gd name="csY98" fmla="*/ 9077 h 56372"/>
                <a:gd name="csX99" fmla="*/ 48251 w 59716"/>
                <a:gd name="csY99" fmla="*/ 9077 h 56372"/>
                <a:gd name="csX100" fmla="*/ 50162 w 59716"/>
                <a:gd name="csY100" fmla="*/ 11465 h 56372"/>
                <a:gd name="csX101" fmla="*/ 51595 w 59716"/>
                <a:gd name="csY101" fmla="*/ 12421 h 56372"/>
                <a:gd name="csX102" fmla="*/ 51595 w 59716"/>
                <a:gd name="csY102" fmla="*/ 12898 h 56372"/>
                <a:gd name="csX103" fmla="*/ 51595 w 59716"/>
                <a:gd name="csY103" fmla="*/ 13376 h 56372"/>
                <a:gd name="csX104" fmla="*/ 51595 w 59716"/>
                <a:gd name="csY104" fmla="*/ 13376 h 56372"/>
                <a:gd name="csX105" fmla="*/ 51595 w 59716"/>
                <a:gd name="csY105" fmla="*/ 13376 h 56372"/>
                <a:gd name="csX106" fmla="*/ 51117 w 59716"/>
                <a:gd name="csY106" fmla="*/ 14809 h 56372"/>
                <a:gd name="csX107" fmla="*/ 50639 w 59716"/>
                <a:gd name="csY107" fmla="*/ 16243 h 56372"/>
                <a:gd name="csX108" fmla="*/ 50639 w 59716"/>
                <a:gd name="csY108" fmla="*/ 16721 h 56372"/>
                <a:gd name="csX109" fmla="*/ 50639 w 59716"/>
                <a:gd name="csY109" fmla="*/ 16721 h 56372"/>
                <a:gd name="csX110" fmla="*/ 53028 w 59716"/>
                <a:gd name="csY110" fmla="*/ 17198 h 56372"/>
                <a:gd name="csX111" fmla="*/ 53028 w 59716"/>
                <a:gd name="csY111" fmla="*/ 17198 h 56372"/>
                <a:gd name="csX112" fmla="*/ 53028 w 59716"/>
                <a:gd name="csY112" fmla="*/ 18631 h 56372"/>
                <a:gd name="csX113" fmla="*/ 53028 w 59716"/>
                <a:gd name="csY113" fmla="*/ 20542 h 56372"/>
                <a:gd name="csX114" fmla="*/ 54461 w 59716"/>
                <a:gd name="csY114" fmla="*/ 22453 h 56372"/>
                <a:gd name="csX115" fmla="*/ 54461 w 59716"/>
                <a:gd name="csY115" fmla="*/ 22931 h 56372"/>
                <a:gd name="csX116" fmla="*/ 55416 w 59716"/>
                <a:gd name="csY116" fmla="*/ 23886 h 56372"/>
                <a:gd name="csX117" fmla="*/ 55416 w 59716"/>
                <a:gd name="csY117" fmla="*/ 24364 h 56372"/>
                <a:gd name="csX118" fmla="*/ 55416 w 59716"/>
                <a:gd name="csY118" fmla="*/ 24364 h 56372"/>
                <a:gd name="csX119" fmla="*/ 52550 w 59716"/>
                <a:gd name="csY119" fmla="*/ 26753 h 56372"/>
                <a:gd name="csX120" fmla="*/ 52550 w 59716"/>
                <a:gd name="csY120" fmla="*/ 26753 h 56372"/>
                <a:gd name="csX121" fmla="*/ 51595 w 59716"/>
                <a:gd name="csY121" fmla="*/ 29141 h 56372"/>
                <a:gd name="csX122" fmla="*/ 51117 w 59716"/>
                <a:gd name="csY122" fmla="*/ 30097 h 56372"/>
                <a:gd name="csX123" fmla="*/ 51117 w 59716"/>
                <a:gd name="csY123" fmla="*/ 30575 h 56372"/>
                <a:gd name="csX124" fmla="*/ 51595 w 59716"/>
                <a:gd name="csY124" fmla="*/ 30575 h 56372"/>
                <a:gd name="csX125" fmla="*/ 52072 w 59716"/>
                <a:gd name="csY125" fmla="*/ 30575 h 56372"/>
                <a:gd name="csX126" fmla="*/ 52550 w 59716"/>
                <a:gd name="csY126" fmla="*/ 30575 h 56372"/>
                <a:gd name="csX127" fmla="*/ 53505 w 59716"/>
                <a:gd name="csY127" fmla="*/ 30575 h 56372"/>
                <a:gd name="csX128" fmla="*/ 53983 w 59716"/>
                <a:gd name="csY128" fmla="*/ 31052 h 56372"/>
                <a:gd name="csX129" fmla="*/ 55416 w 59716"/>
                <a:gd name="csY129" fmla="*/ 30097 h 56372"/>
                <a:gd name="csX130" fmla="*/ 57328 w 59716"/>
                <a:gd name="csY130" fmla="*/ 27708 h 56372"/>
                <a:gd name="csX131" fmla="*/ 57328 w 59716"/>
                <a:gd name="csY131" fmla="*/ 27708 h 56372"/>
                <a:gd name="csX132" fmla="*/ 58283 w 59716"/>
                <a:gd name="csY132" fmla="*/ 27708 h 56372"/>
                <a:gd name="csX133" fmla="*/ 59716 w 59716"/>
                <a:gd name="csY133" fmla="*/ 27708 h 56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</a:cxnLst>
              <a:rect l="l" t="t" r="r" b="b"/>
              <a:pathLst>
                <a:path w="59716" h="56372">
                  <a:moveTo>
                    <a:pt x="59716" y="27708"/>
                  </a:moveTo>
                  <a:lnTo>
                    <a:pt x="59716" y="28186"/>
                  </a:lnTo>
                  <a:lnTo>
                    <a:pt x="59238" y="31052"/>
                  </a:lnTo>
                  <a:lnTo>
                    <a:pt x="58283" y="33441"/>
                  </a:lnTo>
                  <a:lnTo>
                    <a:pt x="57328" y="33919"/>
                  </a:lnTo>
                  <a:lnTo>
                    <a:pt x="54939" y="34396"/>
                  </a:lnTo>
                  <a:lnTo>
                    <a:pt x="53983" y="35352"/>
                  </a:lnTo>
                  <a:lnTo>
                    <a:pt x="53028" y="38696"/>
                  </a:lnTo>
                  <a:lnTo>
                    <a:pt x="52550" y="41085"/>
                  </a:lnTo>
                  <a:lnTo>
                    <a:pt x="52550" y="41085"/>
                  </a:lnTo>
                  <a:lnTo>
                    <a:pt x="51595" y="41562"/>
                  </a:lnTo>
                  <a:lnTo>
                    <a:pt x="47773" y="44906"/>
                  </a:lnTo>
                  <a:lnTo>
                    <a:pt x="45384" y="46340"/>
                  </a:lnTo>
                  <a:lnTo>
                    <a:pt x="43951" y="47773"/>
                  </a:lnTo>
                  <a:lnTo>
                    <a:pt x="42040" y="49206"/>
                  </a:lnTo>
                  <a:lnTo>
                    <a:pt x="40129" y="50639"/>
                  </a:lnTo>
                  <a:lnTo>
                    <a:pt x="40129" y="50639"/>
                  </a:lnTo>
                  <a:lnTo>
                    <a:pt x="37740" y="53028"/>
                  </a:lnTo>
                  <a:lnTo>
                    <a:pt x="36307" y="55894"/>
                  </a:lnTo>
                  <a:lnTo>
                    <a:pt x="35352" y="56372"/>
                  </a:lnTo>
                  <a:lnTo>
                    <a:pt x="34396" y="55894"/>
                  </a:lnTo>
                  <a:lnTo>
                    <a:pt x="31052" y="53028"/>
                  </a:lnTo>
                  <a:lnTo>
                    <a:pt x="27230" y="51595"/>
                  </a:lnTo>
                  <a:lnTo>
                    <a:pt x="18631" y="48728"/>
                  </a:lnTo>
                  <a:lnTo>
                    <a:pt x="15765" y="47773"/>
                  </a:lnTo>
                  <a:lnTo>
                    <a:pt x="16243" y="46817"/>
                  </a:lnTo>
                  <a:lnTo>
                    <a:pt x="17198" y="44906"/>
                  </a:lnTo>
                  <a:lnTo>
                    <a:pt x="15287" y="42518"/>
                  </a:lnTo>
                  <a:lnTo>
                    <a:pt x="16243" y="41085"/>
                  </a:lnTo>
                  <a:lnTo>
                    <a:pt x="15287" y="41085"/>
                  </a:lnTo>
                  <a:lnTo>
                    <a:pt x="14332" y="42040"/>
                  </a:lnTo>
                  <a:lnTo>
                    <a:pt x="11943" y="42040"/>
                  </a:lnTo>
                  <a:lnTo>
                    <a:pt x="10032" y="40607"/>
                  </a:lnTo>
                  <a:lnTo>
                    <a:pt x="8599" y="40129"/>
                  </a:lnTo>
                  <a:lnTo>
                    <a:pt x="8121" y="39174"/>
                  </a:lnTo>
                  <a:lnTo>
                    <a:pt x="7166" y="35830"/>
                  </a:lnTo>
                  <a:lnTo>
                    <a:pt x="6688" y="33919"/>
                  </a:lnTo>
                  <a:lnTo>
                    <a:pt x="5255" y="32963"/>
                  </a:lnTo>
                  <a:lnTo>
                    <a:pt x="2866" y="32486"/>
                  </a:lnTo>
                  <a:lnTo>
                    <a:pt x="1911" y="30575"/>
                  </a:lnTo>
                  <a:lnTo>
                    <a:pt x="478" y="28664"/>
                  </a:lnTo>
                  <a:lnTo>
                    <a:pt x="478" y="27708"/>
                  </a:lnTo>
                  <a:lnTo>
                    <a:pt x="1911" y="27708"/>
                  </a:lnTo>
                  <a:lnTo>
                    <a:pt x="2866" y="28664"/>
                  </a:lnTo>
                  <a:lnTo>
                    <a:pt x="4299" y="28664"/>
                  </a:lnTo>
                  <a:lnTo>
                    <a:pt x="5733" y="27230"/>
                  </a:lnTo>
                  <a:lnTo>
                    <a:pt x="7644" y="25797"/>
                  </a:lnTo>
                  <a:lnTo>
                    <a:pt x="8121" y="25320"/>
                  </a:lnTo>
                  <a:lnTo>
                    <a:pt x="7644" y="24842"/>
                  </a:lnTo>
                  <a:lnTo>
                    <a:pt x="6688" y="25320"/>
                  </a:lnTo>
                  <a:lnTo>
                    <a:pt x="3822" y="25320"/>
                  </a:lnTo>
                  <a:lnTo>
                    <a:pt x="3344" y="25797"/>
                  </a:lnTo>
                  <a:lnTo>
                    <a:pt x="2389" y="26275"/>
                  </a:lnTo>
                  <a:lnTo>
                    <a:pt x="1433" y="23886"/>
                  </a:lnTo>
                  <a:lnTo>
                    <a:pt x="1433" y="22453"/>
                  </a:lnTo>
                  <a:lnTo>
                    <a:pt x="1911" y="21020"/>
                  </a:lnTo>
                  <a:lnTo>
                    <a:pt x="4299" y="21020"/>
                  </a:lnTo>
                  <a:lnTo>
                    <a:pt x="4777" y="20542"/>
                  </a:lnTo>
                  <a:lnTo>
                    <a:pt x="2866" y="20064"/>
                  </a:lnTo>
                  <a:lnTo>
                    <a:pt x="478" y="18631"/>
                  </a:lnTo>
                  <a:lnTo>
                    <a:pt x="0" y="17676"/>
                  </a:lnTo>
                  <a:lnTo>
                    <a:pt x="0" y="17198"/>
                  </a:lnTo>
                  <a:lnTo>
                    <a:pt x="955" y="17198"/>
                  </a:lnTo>
                  <a:lnTo>
                    <a:pt x="955" y="17198"/>
                  </a:lnTo>
                  <a:lnTo>
                    <a:pt x="2389" y="17198"/>
                  </a:lnTo>
                  <a:lnTo>
                    <a:pt x="3344" y="17676"/>
                  </a:lnTo>
                  <a:lnTo>
                    <a:pt x="3344" y="17676"/>
                  </a:lnTo>
                  <a:lnTo>
                    <a:pt x="4299" y="17198"/>
                  </a:lnTo>
                  <a:lnTo>
                    <a:pt x="5255" y="16243"/>
                  </a:lnTo>
                  <a:lnTo>
                    <a:pt x="5733" y="15765"/>
                  </a:lnTo>
                  <a:lnTo>
                    <a:pt x="6688" y="13376"/>
                  </a:lnTo>
                  <a:lnTo>
                    <a:pt x="6688" y="13376"/>
                  </a:lnTo>
                  <a:lnTo>
                    <a:pt x="9077" y="12898"/>
                  </a:lnTo>
                  <a:lnTo>
                    <a:pt x="10510" y="11465"/>
                  </a:lnTo>
                  <a:lnTo>
                    <a:pt x="11943" y="9555"/>
                  </a:lnTo>
                  <a:lnTo>
                    <a:pt x="12898" y="8121"/>
                  </a:lnTo>
                  <a:lnTo>
                    <a:pt x="13376" y="7166"/>
                  </a:lnTo>
                  <a:lnTo>
                    <a:pt x="13854" y="6688"/>
                  </a:lnTo>
                  <a:lnTo>
                    <a:pt x="13854" y="6210"/>
                  </a:lnTo>
                  <a:lnTo>
                    <a:pt x="14332" y="5255"/>
                  </a:lnTo>
                  <a:lnTo>
                    <a:pt x="15287" y="3822"/>
                  </a:lnTo>
                  <a:lnTo>
                    <a:pt x="15765" y="2389"/>
                  </a:lnTo>
                  <a:lnTo>
                    <a:pt x="15765" y="2389"/>
                  </a:lnTo>
                  <a:lnTo>
                    <a:pt x="17198" y="1911"/>
                  </a:lnTo>
                  <a:lnTo>
                    <a:pt x="20064" y="1433"/>
                  </a:lnTo>
                  <a:lnTo>
                    <a:pt x="22931" y="2389"/>
                  </a:lnTo>
                  <a:lnTo>
                    <a:pt x="27230" y="1433"/>
                  </a:lnTo>
                  <a:lnTo>
                    <a:pt x="27230" y="0"/>
                  </a:lnTo>
                  <a:lnTo>
                    <a:pt x="27230" y="0"/>
                  </a:lnTo>
                  <a:lnTo>
                    <a:pt x="31530" y="0"/>
                  </a:lnTo>
                  <a:lnTo>
                    <a:pt x="36307" y="0"/>
                  </a:lnTo>
                  <a:lnTo>
                    <a:pt x="40129" y="0"/>
                  </a:lnTo>
                  <a:lnTo>
                    <a:pt x="41562" y="478"/>
                  </a:lnTo>
                  <a:lnTo>
                    <a:pt x="41562" y="478"/>
                  </a:lnTo>
                  <a:lnTo>
                    <a:pt x="42040" y="1433"/>
                  </a:lnTo>
                  <a:lnTo>
                    <a:pt x="42996" y="2866"/>
                  </a:lnTo>
                  <a:lnTo>
                    <a:pt x="44429" y="3822"/>
                  </a:lnTo>
                  <a:lnTo>
                    <a:pt x="46340" y="6210"/>
                  </a:lnTo>
                  <a:lnTo>
                    <a:pt x="48251" y="9077"/>
                  </a:lnTo>
                  <a:lnTo>
                    <a:pt x="48251" y="9077"/>
                  </a:lnTo>
                  <a:lnTo>
                    <a:pt x="50162" y="11465"/>
                  </a:lnTo>
                  <a:lnTo>
                    <a:pt x="51595" y="12421"/>
                  </a:lnTo>
                  <a:lnTo>
                    <a:pt x="51595" y="12898"/>
                  </a:lnTo>
                  <a:lnTo>
                    <a:pt x="51595" y="13376"/>
                  </a:lnTo>
                  <a:lnTo>
                    <a:pt x="51595" y="13376"/>
                  </a:lnTo>
                  <a:lnTo>
                    <a:pt x="51595" y="13376"/>
                  </a:lnTo>
                  <a:lnTo>
                    <a:pt x="51117" y="14809"/>
                  </a:lnTo>
                  <a:lnTo>
                    <a:pt x="50639" y="16243"/>
                  </a:lnTo>
                  <a:lnTo>
                    <a:pt x="50639" y="16721"/>
                  </a:lnTo>
                  <a:lnTo>
                    <a:pt x="50639" y="16721"/>
                  </a:lnTo>
                  <a:lnTo>
                    <a:pt x="53028" y="17198"/>
                  </a:lnTo>
                  <a:lnTo>
                    <a:pt x="53028" y="17198"/>
                  </a:lnTo>
                  <a:lnTo>
                    <a:pt x="53028" y="18631"/>
                  </a:lnTo>
                  <a:lnTo>
                    <a:pt x="53028" y="20542"/>
                  </a:lnTo>
                  <a:lnTo>
                    <a:pt x="54461" y="22453"/>
                  </a:lnTo>
                  <a:lnTo>
                    <a:pt x="54461" y="22931"/>
                  </a:lnTo>
                  <a:lnTo>
                    <a:pt x="55416" y="23886"/>
                  </a:lnTo>
                  <a:lnTo>
                    <a:pt x="55416" y="24364"/>
                  </a:lnTo>
                  <a:lnTo>
                    <a:pt x="55416" y="24364"/>
                  </a:lnTo>
                  <a:lnTo>
                    <a:pt x="52550" y="26753"/>
                  </a:lnTo>
                  <a:lnTo>
                    <a:pt x="52550" y="26753"/>
                  </a:lnTo>
                  <a:lnTo>
                    <a:pt x="51595" y="29141"/>
                  </a:lnTo>
                  <a:lnTo>
                    <a:pt x="51117" y="30097"/>
                  </a:lnTo>
                  <a:lnTo>
                    <a:pt x="51117" y="30575"/>
                  </a:lnTo>
                  <a:lnTo>
                    <a:pt x="51595" y="30575"/>
                  </a:lnTo>
                  <a:lnTo>
                    <a:pt x="52072" y="30575"/>
                  </a:lnTo>
                  <a:lnTo>
                    <a:pt x="52550" y="30575"/>
                  </a:lnTo>
                  <a:lnTo>
                    <a:pt x="53505" y="30575"/>
                  </a:lnTo>
                  <a:lnTo>
                    <a:pt x="53983" y="31052"/>
                  </a:lnTo>
                  <a:lnTo>
                    <a:pt x="55416" y="30097"/>
                  </a:lnTo>
                  <a:lnTo>
                    <a:pt x="57328" y="27708"/>
                  </a:lnTo>
                  <a:lnTo>
                    <a:pt x="57328" y="27708"/>
                  </a:lnTo>
                  <a:lnTo>
                    <a:pt x="58283" y="27708"/>
                  </a:lnTo>
                  <a:lnTo>
                    <a:pt x="59716" y="2770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0" name="Freeform 5429">
              <a:extLst>
                <a:ext uri="{FF2B5EF4-FFF2-40B4-BE49-F238E27FC236}">
                  <a16:creationId xmlns:a16="http://schemas.microsoft.com/office/drawing/2014/main" id="{55216BFD-8E11-EAEF-D42D-670DFE024B30}"/>
                </a:ext>
              </a:extLst>
            </p:cNvPr>
            <p:cNvSpPr/>
            <p:nvPr/>
          </p:nvSpPr>
          <p:spPr>
            <a:xfrm>
              <a:off x="5626869" y="4596354"/>
              <a:ext cx="9076" cy="3821"/>
            </a:xfrm>
            <a:custGeom>
              <a:avLst/>
              <a:gdLst>
                <a:gd name="csX0" fmla="*/ 8599 w 9076"/>
                <a:gd name="csY0" fmla="*/ 3344 h 3821"/>
                <a:gd name="csX1" fmla="*/ 8121 w 9076"/>
                <a:gd name="csY1" fmla="*/ 3822 h 3821"/>
                <a:gd name="csX2" fmla="*/ 6688 w 9076"/>
                <a:gd name="csY2" fmla="*/ 2866 h 3821"/>
                <a:gd name="csX3" fmla="*/ 0 w 9076"/>
                <a:gd name="csY3" fmla="*/ 956 h 3821"/>
                <a:gd name="csX4" fmla="*/ 1911 w 9076"/>
                <a:gd name="csY4" fmla="*/ 0 h 3821"/>
                <a:gd name="csX5" fmla="*/ 6688 w 9076"/>
                <a:gd name="csY5" fmla="*/ 0 h 3821"/>
                <a:gd name="csX6" fmla="*/ 8121 w 9076"/>
                <a:gd name="csY6" fmla="*/ 478 h 3821"/>
                <a:gd name="csX7" fmla="*/ 8599 w 9076"/>
                <a:gd name="csY7" fmla="*/ 956 h 3821"/>
                <a:gd name="csX8" fmla="*/ 9077 w 9076"/>
                <a:gd name="csY8" fmla="*/ 1433 h 3821"/>
                <a:gd name="csX9" fmla="*/ 8599 w 9076"/>
                <a:gd name="csY9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076" h="3821">
                  <a:moveTo>
                    <a:pt x="8599" y="3344"/>
                  </a:moveTo>
                  <a:lnTo>
                    <a:pt x="8121" y="3822"/>
                  </a:lnTo>
                  <a:lnTo>
                    <a:pt x="6688" y="2866"/>
                  </a:lnTo>
                  <a:lnTo>
                    <a:pt x="0" y="956"/>
                  </a:lnTo>
                  <a:lnTo>
                    <a:pt x="1911" y="0"/>
                  </a:lnTo>
                  <a:lnTo>
                    <a:pt x="6688" y="0"/>
                  </a:lnTo>
                  <a:lnTo>
                    <a:pt x="8121" y="478"/>
                  </a:lnTo>
                  <a:lnTo>
                    <a:pt x="8599" y="956"/>
                  </a:lnTo>
                  <a:lnTo>
                    <a:pt x="9077" y="1433"/>
                  </a:lnTo>
                  <a:lnTo>
                    <a:pt x="859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1" name="Freeform 5430">
              <a:extLst>
                <a:ext uri="{FF2B5EF4-FFF2-40B4-BE49-F238E27FC236}">
                  <a16:creationId xmlns:a16="http://schemas.microsoft.com/office/drawing/2014/main" id="{50DF04FA-D868-3768-70F3-061F382052D4}"/>
                </a:ext>
              </a:extLst>
            </p:cNvPr>
            <p:cNvSpPr/>
            <p:nvPr/>
          </p:nvSpPr>
          <p:spPr>
            <a:xfrm>
              <a:off x="6129440" y="3846319"/>
              <a:ext cx="2388" cy="2388"/>
            </a:xfrm>
            <a:custGeom>
              <a:avLst/>
              <a:gdLst>
                <a:gd name="csX0" fmla="*/ 1911 w 2388"/>
                <a:gd name="csY0" fmla="*/ 2389 h 2388"/>
                <a:gd name="csX1" fmla="*/ 956 w 2388"/>
                <a:gd name="csY1" fmla="*/ 2389 h 2388"/>
                <a:gd name="csX2" fmla="*/ 0 w 2388"/>
                <a:gd name="csY2" fmla="*/ 1433 h 2388"/>
                <a:gd name="csX3" fmla="*/ 956 w 2388"/>
                <a:gd name="csY3" fmla="*/ 478 h 2388"/>
                <a:gd name="csX4" fmla="*/ 2389 w 2388"/>
                <a:gd name="csY4" fmla="*/ 0 h 2388"/>
                <a:gd name="csX5" fmla="*/ 2389 w 2388"/>
                <a:gd name="csY5" fmla="*/ 956 h 2388"/>
                <a:gd name="csX6" fmla="*/ 1911 w 2388"/>
                <a:gd name="csY6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2388">
                  <a:moveTo>
                    <a:pt x="1911" y="2389"/>
                  </a:moveTo>
                  <a:lnTo>
                    <a:pt x="956" y="2389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2389" y="956"/>
                  </a:lnTo>
                  <a:lnTo>
                    <a:pt x="191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2" name="Freeform 5431">
              <a:extLst>
                <a:ext uri="{FF2B5EF4-FFF2-40B4-BE49-F238E27FC236}">
                  <a16:creationId xmlns:a16="http://schemas.microsoft.com/office/drawing/2014/main" id="{7FB91C04-A447-2CF2-E2DE-2FE7A3752C8C}"/>
                </a:ext>
              </a:extLst>
            </p:cNvPr>
            <p:cNvSpPr/>
            <p:nvPr/>
          </p:nvSpPr>
          <p:spPr>
            <a:xfrm>
              <a:off x="5536100" y="4428672"/>
              <a:ext cx="121821" cy="81214"/>
            </a:xfrm>
            <a:custGeom>
              <a:avLst/>
              <a:gdLst>
                <a:gd name="csX0" fmla="*/ 104145 w 121821"/>
                <a:gd name="csY0" fmla="*/ 35352 h 81214"/>
                <a:gd name="csX1" fmla="*/ 106056 w 121821"/>
                <a:gd name="csY1" fmla="*/ 38218 h 81214"/>
                <a:gd name="csX2" fmla="*/ 105578 w 121821"/>
                <a:gd name="csY2" fmla="*/ 39651 h 81214"/>
                <a:gd name="csX3" fmla="*/ 105100 w 121821"/>
                <a:gd name="csY3" fmla="*/ 41562 h 81214"/>
                <a:gd name="csX4" fmla="*/ 106056 w 121821"/>
                <a:gd name="csY4" fmla="*/ 43473 h 81214"/>
                <a:gd name="csX5" fmla="*/ 107489 w 121821"/>
                <a:gd name="csY5" fmla="*/ 44429 h 81214"/>
                <a:gd name="csX6" fmla="*/ 108445 w 121821"/>
                <a:gd name="csY6" fmla="*/ 45384 h 81214"/>
                <a:gd name="csX7" fmla="*/ 109400 w 121821"/>
                <a:gd name="csY7" fmla="*/ 46340 h 81214"/>
                <a:gd name="csX8" fmla="*/ 109400 w 121821"/>
                <a:gd name="csY8" fmla="*/ 49206 h 81214"/>
                <a:gd name="csX9" fmla="*/ 109400 w 121821"/>
                <a:gd name="csY9" fmla="*/ 50639 h 81214"/>
                <a:gd name="csX10" fmla="*/ 109878 w 121821"/>
                <a:gd name="csY10" fmla="*/ 51595 h 81214"/>
                <a:gd name="csX11" fmla="*/ 110356 w 121821"/>
                <a:gd name="csY11" fmla="*/ 52550 h 81214"/>
                <a:gd name="csX12" fmla="*/ 110356 w 121821"/>
                <a:gd name="csY12" fmla="*/ 53505 h 81214"/>
                <a:gd name="csX13" fmla="*/ 109878 w 121821"/>
                <a:gd name="csY13" fmla="*/ 54461 h 81214"/>
                <a:gd name="csX14" fmla="*/ 108922 w 121821"/>
                <a:gd name="csY14" fmla="*/ 55417 h 81214"/>
                <a:gd name="csX15" fmla="*/ 108445 w 121821"/>
                <a:gd name="csY15" fmla="*/ 57328 h 81214"/>
                <a:gd name="csX16" fmla="*/ 110356 w 121821"/>
                <a:gd name="csY16" fmla="*/ 59238 h 81214"/>
                <a:gd name="csX17" fmla="*/ 111789 w 121821"/>
                <a:gd name="csY17" fmla="*/ 60671 h 81214"/>
                <a:gd name="csX18" fmla="*/ 111789 w 121821"/>
                <a:gd name="csY18" fmla="*/ 61149 h 81214"/>
                <a:gd name="csX19" fmla="*/ 112266 w 121821"/>
                <a:gd name="csY19" fmla="*/ 62105 h 81214"/>
                <a:gd name="csX20" fmla="*/ 113222 w 121821"/>
                <a:gd name="csY20" fmla="*/ 63060 h 81214"/>
                <a:gd name="csX21" fmla="*/ 113700 w 121821"/>
                <a:gd name="csY21" fmla="*/ 63060 h 81214"/>
                <a:gd name="csX22" fmla="*/ 114177 w 121821"/>
                <a:gd name="csY22" fmla="*/ 62105 h 81214"/>
                <a:gd name="csX23" fmla="*/ 114655 w 121821"/>
                <a:gd name="csY23" fmla="*/ 61627 h 81214"/>
                <a:gd name="csX24" fmla="*/ 116088 w 121821"/>
                <a:gd name="csY24" fmla="*/ 61627 h 81214"/>
                <a:gd name="csX25" fmla="*/ 117044 w 121821"/>
                <a:gd name="csY25" fmla="*/ 62105 h 81214"/>
                <a:gd name="csX26" fmla="*/ 117999 w 121821"/>
                <a:gd name="csY26" fmla="*/ 63538 h 81214"/>
                <a:gd name="csX27" fmla="*/ 118477 w 121821"/>
                <a:gd name="csY27" fmla="*/ 64493 h 81214"/>
                <a:gd name="csX28" fmla="*/ 118477 w 121821"/>
                <a:gd name="csY28" fmla="*/ 65927 h 81214"/>
                <a:gd name="csX29" fmla="*/ 119910 w 121821"/>
                <a:gd name="csY29" fmla="*/ 67360 h 81214"/>
                <a:gd name="csX30" fmla="*/ 120865 w 121821"/>
                <a:gd name="csY30" fmla="*/ 68315 h 81214"/>
                <a:gd name="csX31" fmla="*/ 120865 w 121821"/>
                <a:gd name="csY31" fmla="*/ 69271 h 81214"/>
                <a:gd name="csX32" fmla="*/ 121821 w 121821"/>
                <a:gd name="csY32" fmla="*/ 69748 h 81214"/>
                <a:gd name="csX33" fmla="*/ 121343 w 121821"/>
                <a:gd name="csY33" fmla="*/ 72137 h 81214"/>
                <a:gd name="csX34" fmla="*/ 121343 w 121821"/>
                <a:gd name="csY34" fmla="*/ 73093 h 81214"/>
                <a:gd name="csX35" fmla="*/ 120865 w 121821"/>
                <a:gd name="csY35" fmla="*/ 75959 h 81214"/>
                <a:gd name="csX36" fmla="*/ 120388 w 121821"/>
                <a:gd name="csY36" fmla="*/ 76914 h 81214"/>
                <a:gd name="csX37" fmla="*/ 120388 w 121821"/>
                <a:gd name="csY37" fmla="*/ 77392 h 81214"/>
                <a:gd name="csX38" fmla="*/ 121821 w 121821"/>
                <a:gd name="csY38" fmla="*/ 78825 h 81214"/>
                <a:gd name="csX39" fmla="*/ 121821 w 121821"/>
                <a:gd name="csY39" fmla="*/ 79781 h 81214"/>
                <a:gd name="csX40" fmla="*/ 120388 w 121821"/>
                <a:gd name="csY40" fmla="*/ 79781 h 81214"/>
                <a:gd name="csX41" fmla="*/ 117999 w 121821"/>
                <a:gd name="csY41" fmla="*/ 79781 h 81214"/>
                <a:gd name="csX42" fmla="*/ 113700 w 121821"/>
                <a:gd name="csY42" fmla="*/ 80258 h 81214"/>
                <a:gd name="csX43" fmla="*/ 111789 w 121821"/>
                <a:gd name="csY43" fmla="*/ 79781 h 81214"/>
                <a:gd name="csX44" fmla="*/ 108922 w 121821"/>
                <a:gd name="csY44" fmla="*/ 80258 h 81214"/>
                <a:gd name="csX45" fmla="*/ 106534 w 121821"/>
                <a:gd name="csY45" fmla="*/ 80258 h 81214"/>
                <a:gd name="csX46" fmla="*/ 103667 w 121821"/>
                <a:gd name="csY46" fmla="*/ 81214 h 81214"/>
                <a:gd name="csX47" fmla="*/ 101756 w 121821"/>
                <a:gd name="csY47" fmla="*/ 81214 h 81214"/>
                <a:gd name="csX48" fmla="*/ 100801 w 121821"/>
                <a:gd name="csY48" fmla="*/ 80258 h 81214"/>
                <a:gd name="csX49" fmla="*/ 98890 w 121821"/>
                <a:gd name="csY49" fmla="*/ 80736 h 81214"/>
                <a:gd name="csX50" fmla="*/ 97457 w 121821"/>
                <a:gd name="csY50" fmla="*/ 80258 h 81214"/>
                <a:gd name="csX51" fmla="*/ 95546 w 121821"/>
                <a:gd name="csY51" fmla="*/ 79303 h 81214"/>
                <a:gd name="csX52" fmla="*/ 93635 w 121821"/>
                <a:gd name="csY52" fmla="*/ 79303 h 81214"/>
                <a:gd name="csX53" fmla="*/ 92202 w 121821"/>
                <a:gd name="csY53" fmla="*/ 77870 h 81214"/>
                <a:gd name="csX54" fmla="*/ 91246 w 121821"/>
                <a:gd name="csY54" fmla="*/ 77392 h 81214"/>
                <a:gd name="csX55" fmla="*/ 90769 w 121821"/>
                <a:gd name="csY55" fmla="*/ 77870 h 81214"/>
                <a:gd name="csX56" fmla="*/ 90291 w 121821"/>
                <a:gd name="csY56" fmla="*/ 78347 h 81214"/>
                <a:gd name="csX57" fmla="*/ 89813 w 121821"/>
                <a:gd name="csY57" fmla="*/ 78825 h 81214"/>
                <a:gd name="csX58" fmla="*/ 88380 w 121821"/>
                <a:gd name="csY58" fmla="*/ 78347 h 81214"/>
                <a:gd name="csX59" fmla="*/ 88380 w 121821"/>
                <a:gd name="csY59" fmla="*/ 77392 h 81214"/>
                <a:gd name="csX60" fmla="*/ 88380 w 121821"/>
                <a:gd name="csY60" fmla="*/ 76437 h 81214"/>
                <a:gd name="csX61" fmla="*/ 88858 w 121821"/>
                <a:gd name="csY61" fmla="*/ 75959 h 81214"/>
                <a:gd name="csX62" fmla="*/ 88380 w 121821"/>
                <a:gd name="csY62" fmla="*/ 75481 h 81214"/>
                <a:gd name="csX63" fmla="*/ 86947 w 121821"/>
                <a:gd name="csY63" fmla="*/ 75481 h 81214"/>
                <a:gd name="csX64" fmla="*/ 85514 w 121821"/>
                <a:gd name="csY64" fmla="*/ 75481 h 81214"/>
                <a:gd name="csX65" fmla="*/ 82647 w 121821"/>
                <a:gd name="csY65" fmla="*/ 75481 h 81214"/>
                <a:gd name="csX66" fmla="*/ 81692 w 121821"/>
                <a:gd name="csY66" fmla="*/ 75003 h 81214"/>
                <a:gd name="csX67" fmla="*/ 75481 w 121821"/>
                <a:gd name="csY67" fmla="*/ 75003 h 81214"/>
                <a:gd name="csX68" fmla="*/ 68793 w 121821"/>
                <a:gd name="csY68" fmla="*/ 75003 h 81214"/>
                <a:gd name="csX69" fmla="*/ 63060 w 121821"/>
                <a:gd name="csY69" fmla="*/ 75003 h 81214"/>
                <a:gd name="csX70" fmla="*/ 55894 w 121821"/>
                <a:gd name="csY70" fmla="*/ 75003 h 81214"/>
                <a:gd name="csX71" fmla="*/ 51117 w 121821"/>
                <a:gd name="csY71" fmla="*/ 75003 h 81214"/>
                <a:gd name="csX72" fmla="*/ 46340 w 121821"/>
                <a:gd name="csY72" fmla="*/ 75003 h 81214"/>
                <a:gd name="csX73" fmla="*/ 46340 w 121821"/>
                <a:gd name="csY73" fmla="*/ 75003 h 81214"/>
                <a:gd name="csX74" fmla="*/ 42518 w 121821"/>
                <a:gd name="csY74" fmla="*/ 76437 h 81214"/>
                <a:gd name="csX75" fmla="*/ 38696 w 121821"/>
                <a:gd name="csY75" fmla="*/ 78347 h 81214"/>
                <a:gd name="csX76" fmla="*/ 33441 w 121821"/>
                <a:gd name="csY76" fmla="*/ 79303 h 81214"/>
                <a:gd name="csX77" fmla="*/ 27708 w 121821"/>
                <a:gd name="csY77" fmla="*/ 78825 h 81214"/>
                <a:gd name="csX78" fmla="*/ 25798 w 121821"/>
                <a:gd name="csY78" fmla="*/ 79303 h 81214"/>
                <a:gd name="csX79" fmla="*/ 23409 w 121821"/>
                <a:gd name="csY79" fmla="*/ 80258 h 81214"/>
                <a:gd name="csX80" fmla="*/ 21976 w 121821"/>
                <a:gd name="csY80" fmla="*/ 80736 h 81214"/>
                <a:gd name="csX81" fmla="*/ 20065 w 121821"/>
                <a:gd name="csY81" fmla="*/ 81214 h 81214"/>
                <a:gd name="csX82" fmla="*/ 17198 w 121821"/>
                <a:gd name="csY82" fmla="*/ 80736 h 81214"/>
                <a:gd name="csX83" fmla="*/ 16243 w 121821"/>
                <a:gd name="csY83" fmla="*/ 80736 h 81214"/>
                <a:gd name="csX84" fmla="*/ 16243 w 121821"/>
                <a:gd name="csY84" fmla="*/ 80736 h 81214"/>
                <a:gd name="csX85" fmla="*/ 16243 w 121821"/>
                <a:gd name="csY85" fmla="*/ 80736 h 81214"/>
                <a:gd name="csX86" fmla="*/ 15765 w 121821"/>
                <a:gd name="csY86" fmla="*/ 80258 h 81214"/>
                <a:gd name="csX87" fmla="*/ 14810 w 121821"/>
                <a:gd name="csY87" fmla="*/ 78825 h 81214"/>
                <a:gd name="csX88" fmla="*/ 15287 w 121821"/>
                <a:gd name="csY88" fmla="*/ 77870 h 81214"/>
                <a:gd name="csX89" fmla="*/ 16721 w 121821"/>
                <a:gd name="csY89" fmla="*/ 76914 h 81214"/>
                <a:gd name="csX90" fmla="*/ 19587 w 121821"/>
                <a:gd name="csY90" fmla="*/ 76437 h 81214"/>
                <a:gd name="csX91" fmla="*/ 20542 w 121821"/>
                <a:gd name="csY91" fmla="*/ 76437 h 81214"/>
                <a:gd name="csX92" fmla="*/ 21498 w 121821"/>
                <a:gd name="csY92" fmla="*/ 76437 h 81214"/>
                <a:gd name="csX93" fmla="*/ 21498 w 121821"/>
                <a:gd name="csY93" fmla="*/ 75959 h 81214"/>
                <a:gd name="csX94" fmla="*/ 21498 w 121821"/>
                <a:gd name="csY94" fmla="*/ 75959 h 81214"/>
                <a:gd name="csX95" fmla="*/ 19587 w 121821"/>
                <a:gd name="csY95" fmla="*/ 75003 h 81214"/>
                <a:gd name="csX96" fmla="*/ 18632 w 121821"/>
                <a:gd name="csY96" fmla="*/ 74048 h 81214"/>
                <a:gd name="csX97" fmla="*/ 17676 w 121821"/>
                <a:gd name="csY97" fmla="*/ 74526 h 81214"/>
                <a:gd name="csX98" fmla="*/ 17198 w 121821"/>
                <a:gd name="csY98" fmla="*/ 75959 h 81214"/>
                <a:gd name="csX99" fmla="*/ 16243 w 121821"/>
                <a:gd name="csY99" fmla="*/ 76437 h 81214"/>
                <a:gd name="csX100" fmla="*/ 15765 w 121821"/>
                <a:gd name="csY100" fmla="*/ 76437 h 81214"/>
                <a:gd name="csX101" fmla="*/ 15287 w 121821"/>
                <a:gd name="csY101" fmla="*/ 75959 h 81214"/>
                <a:gd name="csX102" fmla="*/ 14810 w 121821"/>
                <a:gd name="csY102" fmla="*/ 75003 h 81214"/>
                <a:gd name="csX103" fmla="*/ 15287 w 121821"/>
                <a:gd name="csY103" fmla="*/ 74526 h 81214"/>
                <a:gd name="csX104" fmla="*/ 15287 w 121821"/>
                <a:gd name="csY104" fmla="*/ 71182 h 81214"/>
                <a:gd name="csX105" fmla="*/ 15287 w 121821"/>
                <a:gd name="csY105" fmla="*/ 69271 h 81214"/>
                <a:gd name="csX106" fmla="*/ 15287 w 121821"/>
                <a:gd name="csY106" fmla="*/ 67837 h 81214"/>
                <a:gd name="csX107" fmla="*/ 16243 w 121821"/>
                <a:gd name="csY107" fmla="*/ 66882 h 81214"/>
                <a:gd name="csX108" fmla="*/ 17676 w 121821"/>
                <a:gd name="csY108" fmla="*/ 65927 h 81214"/>
                <a:gd name="csX109" fmla="*/ 21976 w 121821"/>
                <a:gd name="csY109" fmla="*/ 65927 h 81214"/>
                <a:gd name="csX110" fmla="*/ 25798 w 121821"/>
                <a:gd name="csY110" fmla="*/ 65927 h 81214"/>
                <a:gd name="csX111" fmla="*/ 29619 w 121821"/>
                <a:gd name="csY111" fmla="*/ 65927 h 81214"/>
                <a:gd name="csX112" fmla="*/ 33441 w 121821"/>
                <a:gd name="csY112" fmla="*/ 65927 h 81214"/>
                <a:gd name="csX113" fmla="*/ 33919 w 121821"/>
                <a:gd name="csY113" fmla="*/ 63060 h 81214"/>
                <a:gd name="csX114" fmla="*/ 35352 w 121821"/>
                <a:gd name="csY114" fmla="*/ 62582 h 81214"/>
                <a:gd name="csX115" fmla="*/ 37263 w 121821"/>
                <a:gd name="csY115" fmla="*/ 62105 h 81214"/>
                <a:gd name="csX116" fmla="*/ 40607 w 121821"/>
                <a:gd name="csY116" fmla="*/ 62105 h 81214"/>
                <a:gd name="csX117" fmla="*/ 44429 w 121821"/>
                <a:gd name="csY117" fmla="*/ 61627 h 81214"/>
                <a:gd name="csX118" fmla="*/ 45384 w 121821"/>
                <a:gd name="csY118" fmla="*/ 61149 h 81214"/>
                <a:gd name="csX119" fmla="*/ 45862 w 121821"/>
                <a:gd name="csY119" fmla="*/ 59716 h 81214"/>
                <a:gd name="csX120" fmla="*/ 46340 w 121821"/>
                <a:gd name="csY120" fmla="*/ 58761 h 81214"/>
                <a:gd name="csX121" fmla="*/ 47295 w 121821"/>
                <a:gd name="csY121" fmla="*/ 58761 h 81214"/>
                <a:gd name="csX122" fmla="*/ 48251 w 121821"/>
                <a:gd name="csY122" fmla="*/ 58761 h 81214"/>
                <a:gd name="csX123" fmla="*/ 49684 w 121821"/>
                <a:gd name="csY123" fmla="*/ 59238 h 81214"/>
                <a:gd name="csX124" fmla="*/ 51117 w 121821"/>
                <a:gd name="csY124" fmla="*/ 60194 h 81214"/>
                <a:gd name="csX125" fmla="*/ 53028 w 121821"/>
                <a:gd name="csY125" fmla="*/ 60671 h 81214"/>
                <a:gd name="csX126" fmla="*/ 53983 w 121821"/>
                <a:gd name="csY126" fmla="*/ 61149 h 81214"/>
                <a:gd name="csX127" fmla="*/ 56850 w 121821"/>
                <a:gd name="csY127" fmla="*/ 62582 h 81214"/>
                <a:gd name="csX128" fmla="*/ 61149 w 121821"/>
                <a:gd name="csY128" fmla="*/ 64016 h 81214"/>
                <a:gd name="csX129" fmla="*/ 64971 w 121821"/>
                <a:gd name="csY129" fmla="*/ 64493 h 81214"/>
                <a:gd name="csX130" fmla="*/ 69749 w 121821"/>
                <a:gd name="csY130" fmla="*/ 63538 h 81214"/>
                <a:gd name="csX131" fmla="*/ 73093 w 121821"/>
                <a:gd name="csY131" fmla="*/ 62582 h 81214"/>
                <a:gd name="csX132" fmla="*/ 73570 w 121821"/>
                <a:gd name="csY132" fmla="*/ 61149 h 81214"/>
                <a:gd name="csX133" fmla="*/ 73093 w 121821"/>
                <a:gd name="csY133" fmla="*/ 60194 h 81214"/>
                <a:gd name="csX134" fmla="*/ 70226 w 121821"/>
                <a:gd name="csY134" fmla="*/ 58761 h 81214"/>
                <a:gd name="csX135" fmla="*/ 66882 w 121821"/>
                <a:gd name="csY135" fmla="*/ 58761 h 81214"/>
                <a:gd name="csX136" fmla="*/ 65927 w 121821"/>
                <a:gd name="csY136" fmla="*/ 59238 h 81214"/>
                <a:gd name="csX137" fmla="*/ 64493 w 121821"/>
                <a:gd name="csY137" fmla="*/ 59716 h 81214"/>
                <a:gd name="csX138" fmla="*/ 63538 w 121821"/>
                <a:gd name="csY138" fmla="*/ 59716 h 81214"/>
                <a:gd name="csX139" fmla="*/ 62105 w 121821"/>
                <a:gd name="csY139" fmla="*/ 59716 h 81214"/>
                <a:gd name="csX140" fmla="*/ 60194 w 121821"/>
                <a:gd name="csY140" fmla="*/ 58283 h 81214"/>
                <a:gd name="csX141" fmla="*/ 58761 w 121821"/>
                <a:gd name="csY141" fmla="*/ 57328 h 81214"/>
                <a:gd name="csX142" fmla="*/ 56850 w 121821"/>
                <a:gd name="csY142" fmla="*/ 56850 h 81214"/>
                <a:gd name="csX143" fmla="*/ 54939 w 121821"/>
                <a:gd name="csY143" fmla="*/ 56372 h 81214"/>
                <a:gd name="csX144" fmla="*/ 51595 w 121821"/>
                <a:gd name="csY144" fmla="*/ 54461 h 81214"/>
                <a:gd name="csX145" fmla="*/ 49684 w 121821"/>
                <a:gd name="csY145" fmla="*/ 53983 h 81214"/>
                <a:gd name="csX146" fmla="*/ 47773 w 121821"/>
                <a:gd name="csY146" fmla="*/ 53983 h 81214"/>
                <a:gd name="csX147" fmla="*/ 44907 w 121821"/>
                <a:gd name="csY147" fmla="*/ 54461 h 81214"/>
                <a:gd name="csX148" fmla="*/ 41563 w 121821"/>
                <a:gd name="csY148" fmla="*/ 55417 h 81214"/>
                <a:gd name="csX149" fmla="*/ 40129 w 121821"/>
                <a:gd name="csY149" fmla="*/ 57805 h 81214"/>
                <a:gd name="csX150" fmla="*/ 36785 w 121821"/>
                <a:gd name="csY150" fmla="*/ 57805 h 81214"/>
                <a:gd name="csX151" fmla="*/ 30097 w 121821"/>
                <a:gd name="csY151" fmla="*/ 57805 h 81214"/>
                <a:gd name="csX152" fmla="*/ 24364 w 121821"/>
                <a:gd name="csY152" fmla="*/ 57805 h 81214"/>
                <a:gd name="csX153" fmla="*/ 19109 w 121821"/>
                <a:gd name="csY153" fmla="*/ 57805 h 81214"/>
                <a:gd name="csX154" fmla="*/ 18632 w 121821"/>
                <a:gd name="csY154" fmla="*/ 55894 h 81214"/>
                <a:gd name="csX155" fmla="*/ 17676 w 121821"/>
                <a:gd name="csY155" fmla="*/ 54461 h 81214"/>
                <a:gd name="csX156" fmla="*/ 15765 w 121821"/>
                <a:gd name="csY156" fmla="*/ 53505 h 81214"/>
                <a:gd name="csX157" fmla="*/ 15287 w 121821"/>
                <a:gd name="csY157" fmla="*/ 52072 h 81214"/>
                <a:gd name="csX158" fmla="*/ 15765 w 121821"/>
                <a:gd name="csY158" fmla="*/ 51117 h 81214"/>
                <a:gd name="csX159" fmla="*/ 17676 w 121821"/>
                <a:gd name="csY159" fmla="*/ 50162 h 81214"/>
                <a:gd name="csX160" fmla="*/ 18154 w 121821"/>
                <a:gd name="csY160" fmla="*/ 49684 h 81214"/>
                <a:gd name="csX161" fmla="*/ 17198 w 121821"/>
                <a:gd name="csY161" fmla="*/ 49684 h 81214"/>
                <a:gd name="csX162" fmla="*/ 15765 w 121821"/>
                <a:gd name="csY162" fmla="*/ 50162 h 81214"/>
                <a:gd name="csX163" fmla="*/ 14810 w 121821"/>
                <a:gd name="csY163" fmla="*/ 50162 h 81214"/>
                <a:gd name="csX164" fmla="*/ 14332 w 121821"/>
                <a:gd name="csY164" fmla="*/ 48728 h 81214"/>
                <a:gd name="csX165" fmla="*/ 12899 w 121821"/>
                <a:gd name="csY165" fmla="*/ 46340 h 81214"/>
                <a:gd name="csX166" fmla="*/ 10988 w 121821"/>
                <a:gd name="csY166" fmla="*/ 42996 h 81214"/>
                <a:gd name="csX167" fmla="*/ 9077 w 121821"/>
                <a:gd name="csY167" fmla="*/ 41085 h 81214"/>
                <a:gd name="csX168" fmla="*/ 7166 w 121821"/>
                <a:gd name="csY168" fmla="*/ 38218 h 81214"/>
                <a:gd name="csX169" fmla="*/ 5255 w 121821"/>
                <a:gd name="csY169" fmla="*/ 37263 h 81214"/>
                <a:gd name="csX170" fmla="*/ 3822 w 121821"/>
                <a:gd name="csY170" fmla="*/ 36785 h 81214"/>
                <a:gd name="csX171" fmla="*/ 2389 w 121821"/>
                <a:gd name="csY171" fmla="*/ 36785 h 81214"/>
                <a:gd name="csX172" fmla="*/ 1433 w 121821"/>
                <a:gd name="csY172" fmla="*/ 38218 h 81214"/>
                <a:gd name="csX173" fmla="*/ 0 w 121821"/>
                <a:gd name="csY173" fmla="*/ 36307 h 81214"/>
                <a:gd name="csX174" fmla="*/ 2389 w 121821"/>
                <a:gd name="csY174" fmla="*/ 35352 h 81214"/>
                <a:gd name="csX175" fmla="*/ 7644 w 121821"/>
                <a:gd name="csY175" fmla="*/ 32963 h 81214"/>
                <a:gd name="csX176" fmla="*/ 13854 w 121821"/>
                <a:gd name="csY176" fmla="*/ 26275 h 81214"/>
                <a:gd name="csX177" fmla="*/ 19109 w 121821"/>
                <a:gd name="csY177" fmla="*/ 17676 h 81214"/>
                <a:gd name="csX178" fmla="*/ 19587 w 121821"/>
                <a:gd name="csY178" fmla="*/ 15765 h 81214"/>
                <a:gd name="csX179" fmla="*/ 19587 w 121821"/>
                <a:gd name="csY179" fmla="*/ 15765 h 81214"/>
                <a:gd name="csX180" fmla="*/ 20542 w 121821"/>
                <a:gd name="csY180" fmla="*/ 14332 h 81214"/>
                <a:gd name="csX181" fmla="*/ 21020 w 121821"/>
                <a:gd name="csY181" fmla="*/ 10988 h 81214"/>
                <a:gd name="csX182" fmla="*/ 21498 w 121821"/>
                <a:gd name="csY182" fmla="*/ 9077 h 81214"/>
                <a:gd name="csX183" fmla="*/ 21498 w 121821"/>
                <a:gd name="csY183" fmla="*/ 9077 h 81214"/>
                <a:gd name="csX184" fmla="*/ 22453 w 121821"/>
                <a:gd name="csY184" fmla="*/ 8599 h 81214"/>
                <a:gd name="csX185" fmla="*/ 22453 w 121821"/>
                <a:gd name="csY185" fmla="*/ 8599 h 81214"/>
                <a:gd name="csX186" fmla="*/ 23409 w 121821"/>
                <a:gd name="csY186" fmla="*/ 7166 h 81214"/>
                <a:gd name="csX187" fmla="*/ 24364 w 121821"/>
                <a:gd name="csY187" fmla="*/ 4299 h 81214"/>
                <a:gd name="csX188" fmla="*/ 24364 w 121821"/>
                <a:gd name="csY188" fmla="*/ 4299 h 81214"/>
                <a:gd name="csX189" fmla="*/ 25798 w 121821"/>
                <a:gd name="csY189" fmla="*/ 2866 h 81214"/>
                <a:gd name="csX190" fmla="*/ 25798 w 121821"/>
                <a:gd name="csY190" fmla="*/ 2866 h 81214"/>
                <a:gd name="csX191" fmla="*/ 25798 w 121821"/>
                <a:gd name="csY191" fmla="*/ 2866 h 81214"/>
                <a:gd name="csX192" fmla="*/ 27231 w 121821"/>
                <a:gd name="csY192" fmla="*/ 2389 h 81214"/>
                <a:gd name="csX193" fmla="*/ 28186 w 121821"/>
                <a:gd name="csY193" fmla="*/ 2866 h 81214"/>
                <a:gd name="csX194" fmla="*/ 28664 w 121821"/>
                <a:gd name="csY194" fmla="*/ 3344 h 81214"/>
                <a:gd name="csX195" fmla="*/ 31052 w 121821"/>
                <a:gd name="csY195" fmla="*/ 3822 h 81214"/>
                <a:gd name="csX196" fmla="*/ 34874 w 121821"/>
                <a:gd name="csY196" fmla="*/ 3822 h 81214"/>
                <a:gd name="csX197" fmla="*/ 37741 w 121821"/>
                <a:gd name="csY197" fmla="*/ 3344 h 81214"/>
                <a:gd name="csX198" fmla="*/ 40129 w 121821"/>
                <a:gd name="csY198" fmla="*/ 2389 h 81214"/>
                <a:gd name="csX199" fmla="*/ 42518 w 121821"/>
                <a:gd name="csY199" fmla="*/ 1911 h 81214"/>
                <a:gd name="csX200" fmla="*/ 42518 w 121821"/>
                <a:gd name="csY200" fmla="*/ 1911 h 81214"/>
                <a:gd name="csX201" fmla="*/ 45862 w 121821"/>
                <a:gd name="csY201" fmla="*/ 1911 h 81214"/>
                <a:gd name="csX202" fmla="*/ 47773 w 121821"/>
                <a:gd name="csY202" fmla="*/ 1433 h 81214"/>
                <a:gd name="csX203" fmla="*/ 47773 w 121821"/>
                <a:gd name="csY203" fmla="*/ 1433 h 81214"/>
                <a:gd name="csX204" fmla="*/ 47773 w 121821"/>
                <a:gd name="csY204" fmla="*/ 955 h 81214"/>
                <a:gd name="csX205" fmla="*/ 47773 w 121821"/>
                <a:gd name="csY205" fmla="*/ 955 h 81214"/>
                <a:gd name="csX206" fmla="*/ 48251 w 121821"/>
                <a:gd name="csY206" fmla="*/ 478 h 81214"/>
                <a:gd name="csX207" fmla="*/ 49206 w 121821"/>
                <a:gd name="csY207" fmla="*/ 955 h 81214"/>
                <a:gd name="csX208" fmla="*/ 49684 w 121821"/>
                <a:gd name="csY208" fmla="*/ 478 h 81214"/>
                <a:gd name="csX209" fmla="*/ 50162 w 121821"/>
                <a:gd name="csY209" fmla="*/ 0 h 81214"/>
                <a:gd name="csX210" fmla="*/ 51117 w 121821"/>
                <a:gd name="csY210" fmla="*/ 0 h 81214"/>
                <a:gd name="csX211" fmla="*/ 51595 w 121821"/>
                <a:gd name="csY211" fmla="*/ 478 h 81214"/>
                <a:gd name="csX212" fmla="*/ 54461 w 121821"/>
                <a:gd name="csY212" fmla="*/ 478 h 81214"/>
                <a:gd name="csX213" fmla="*/ 59239 w 121821"/>
                <a:gd name="csY213" fmla="*/ 478 h 81214"/>
                <a:gd name="csX214" fmla="*/ 64016 w 121821"/>
                <a:gd name="csY214" fmla="*/ 1911 h 81214"/>
                <a:gd name="csX215" fmla="*/ 64016 w 121821"/>
                <a:gd name="csY215" fmla="*/ 1911 h 81214"/>
                <a:gd name="csX216" fmla="*/ 68315 w 121821"/>
                <a:gd name="csY216" fmla="*/ 5255 h 81214"/>
                <a:gd name="csX217" fmla="*/ 70704 w 121821"/>
                <a:gd name="csY217" fmla="*/ 7166 h 81214"/>
                <a:gd name="csX218" fmla="*/ 70704 w 121821"/>
                <a:gd name="csY218" fmla="*/ 8121 h 81214"/>
                <a:gd name="csX219" fmla="*/ 70704 w 121821"/>
                <a:gd name="csY219" fmla="*/ 8121 h 81214"/>
                <a:gd name="csX220" fmla="*/ 71182 w 121821"/>
                <a:gd name="csY220" fmla="*/ 9077 h 81214"/>
                <a:gd name="csX221" fmla="*/ 71182 w 121821"/>
                <a:gd name="csY221" fmla="*/ 9077 h 81214"/>
                <a:gd name="csX222" fmla="*/ 72615 w 121821"/>
                <a:gd name="csY222" fmla="*/ 10032 h 81214"/>
                <a:gd name="csX223" fmla="*/ 72615 w 121821"/>
                <a:gd name="csY223" fmla="*/ 10032 h 81214"/>
                <a:gd name="csX224" fmla="*/ 73570 w 121821"/>
                <a:gd name="csY224" fmla="*/ 10510 h 81214"/>
                <a:gd name="csX225" fmla="*/ 74048 w 121821"/>
                <a:gd name="csY225" fmla="*/ 10032 h 81214"/>
                <a:gd name="csX226" fmla="*/ 75004 w 121821"/>
                <a:gd name="csY226" fmla="*/ 9555 h 81214"/>
                <a:gd name="csX227" fmla="*/ 75481 w 121821"/>
                <a:gd name="csY227" fmla="*/ 9555 h 81214"/>
                <a:gd name="csX228" fmla="*/ 76437 w 121821"/>
                <a:gd name="csY228" fmla="*/ 10510 h 81214"/>
                <a:gd name="csX229" fmla="*/ 76437 w 121821"/>
                <a:gd name="csY229" fmla="*/ 10510 h 81214"/>
                <a:gd name="csX230" fmla="*/ 77392 w 121821"/>
                <a:gd name="csY230" fmla="*/ 10510 h 81214"/>
                <a:gd name="csX231" fmla="*/ 78825 w 121821"/>
                <a:gd name="csY231" fmla="*/ 10032 h 81214"/>
                <a:gd name="csX232" fmla="*/ 79781 w 121821"/>
                <a:gd name="csY232" fmla="*/ 10510 h 81214"/>
                <a:gd name="csX233" fmla="*/ 79781 w 121821"/>
                <a:gd name="csY233" fmla="*/ 10988 h 81214"/>
                <a:gd name="csX234" fmla="*/ 80258 w 121821"/>
                <a:gd name="csY234" fmla="*/ 10988 h 81214"/>
                <a:gd name="csX235" fmla="*/ 80736 w 121821"/>
                <a:gd name="csY235" fmla="*/ 10988 h 81214"/>
                <a:gd name="csX236" fmla="*/ 81692 w 121821"/>
                <a:gd name="csY236" fmla="*/ 11943 h 81214"/>
                <a:gd name="csX237" fmla="*/ 83125 w 121821"/>
                <a:gd name="csY237" fmla="*/ 13376 h 81214"/>
                <a:gd name="csX238" fmla="*/ 84081 w 121821"/>
                <a:gd name="csY238" fmla="*/ 15765 h 81214"/>
                <a:gd name="csX239" fmla="*/ 84558 w 121821"/>
                <a:gd name="csY239" fmla="*/ 18631 h 81214"/>
                <a:gd name="csX240" fmla="*/ 85514 w 121821"/>
                <a:gd name="csY240" fmla="*/ 20064 h 81214"/>
                <a:gd name="csX241" fmla="*/ 85991 w 121821"/>
                <a:gd name="csY241" fmla="*/ 20064 h 81214"/>
                <a:gd name="csX242" fmla="*/ 86947 w 121821"/>
                <a:gd name="csY242" fmla="*/ 20542 h 81214"/>
                <a:gd name="csX243" fmla="*/ 87902 w 121821"/>
                <a:gd name="csY243" fmla="*/ 21020 h 81214"/>
                <a:gd name="csX244" fmla="*/ 87902 w 121821"/>
                <a:gd name="csY244" fmla="*/ 21498 h 81214"/>
                <a:gd name="csX245" fmla="*/ 88380 w 121821"/>
                <a:gd name="csY245" fmla="*/ 21975 h 81214"/>
                <a:gd name="csX246" fmla="*/ 88380 w 121821"/>
                <a:gd name="csY246" fmla="*/ 21975 h 81214"/>
                <a:gd name="csX247" fmla="*/ 88858 w 121821"/>
                <a:gd name="csY247" fmla="*/ 22453 h 81214"/>
                <a:gd name="csX248" fmla="*/ 89813 w 121821"/>
                <a:gd name="csY248" fmla="*/ 21975 h 81214"/>
                <a:gd name="csX249" fmla="*/ 91246 w 121821"/>
                <a:gd name="csY249" fmla="*/ 22931 h 81214"/>
                <a:gd name="csX250" fmla="*/ 92680 w 121821"/>
                <a:gd name="csY250" fmla="*/ 25320 h 81214"/>
                <a:gd name="csX251" fmla="*/ 92680 w 121821"/>
                <a:gd name="csY251" fmla="*/ 26275 h 81214"/>
                <a:gd name="csX252" fmla="*/ 92680 w 121821"/>
                <a:gd name="csY252" fmla="*/ 26753 h 81214"/>
                <a:gd name="csX253" fmla="*/ 92680 w 121821"/>
                <a:gd name="csY253" fmla="*/ 27230 h 81214"/>
                <a:gd name="csX254" fmla="*/ 93635 w 121821"/>
                <a:gd name="csY254" fmla="*/ 27230 h 81214"/>
                <a:gd name="csX255" fmla="*/ 94590 w 121821"/>
                <a:gd name="csY255" fmla="*/ 28186 h 81214"/>
                <a:gd name="csX256" fmla="*/ 95068 w 121821"/>
                <a:gd name="csY256" fmla="*/ 29141 h 81214"/>
                <a:gd name="csX257" fmla="*/ 96501 w 121821"/>
                <a:gd name="csY257" fmla="*/ 30097 h 81214"/>
                <a:gd name="csX258" fmla="*/ 98890 w 121821"/>
                <a:gd name="csY258" fmla="*/ 31052 h 81214"/>
                <a:gd name="csX259" fmla="*/ 100323 w 121821"/>
                <a:gd name="csY259" fmla="*/ 32008 h 81214"/>
                <a:gd name="csX260" fmla="*/ 101756 w 121821"/>
                <a:gd name="csY260" fmla="*/ 33919 h 81214"/>
                <a:gd name="csX261" fmla="*/ 101756 w 121821"/>
                <a:gd name="csY261" fmla="*/ 33919 h 81214"/>
                <a:gd name="csX262" fmla="*/ 103667 w 121821"/>
                <a:gd name="csY262" fmla="*/ 34874 h 81214"/>
                <a:gd name="csX263" fmla="*/ 104145 w 121821"/>
                <a:gd name="csY263" fmla="*/ 35352 h 81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</a:cxnLst>
              <a:rect l="l" t="t" r="r" b="b"/>
              <a:pathLst>
                <a:path w="121821" h="81214">
                  <a:moveTo>
                    <a:pt x="104145" y="35352"/>
                  </a:moveTo>
                  <a:lnTo>
                    <a:pt x="106056" y="38218"/>
                  </a:lnTo>
                  <a:lnTo>
                    <a:pt x="105578" y="39651"/>
                  </a:lnTo>
                  <a:lnTo>
                    <a:pt x="105100" y="41562"/>
                  </a:lnTo>
                  <a:lnTo>
                    <a:pt x="106056" y="43473"/>
                  </a:lnTo>
                  <a:lnTo>
                    <a:pt x="107489" y="44429"/>
                  </a:lnTo>
                  <a:lnTo>
                    <a:pt x="108445" y="45384"/>
                  </a:lnTo>
                  <a:lnTo>
                    <a:pt x="109400" y="46340"/>
                  </a:lnTo>
                  <a:lnTo>
                    <a:pt x="109400" y="49206"/>
                  </a:lnTo>
                  <a:lnTo>
                    <a:pt x="109400" y="50639"/>
                  </a:lnTo>
                  <a:lnTo>
                    <a:pt x="109878" y="51595"/>
                  </a:lnTo>
                  <a:lnTo>
                    <a:pt x="110356" y="52550"/>
                  </a:lnTo>
                  <a:lnTo>
                    <a:pt x="110356" y="53505"/>
                  </a:lnTo>
                  <a:lnTo>
                    <a:pt x="109878" y="54461"/>
                  </a:lnTo>
                  <a:lnTo>
                    <a:pt x="108922" y="55417"/>
                  </a:lnTo>
                  <a:lnTo>
                    <a:pt x="108445" y="57328"/>
                  </a:lnTo>
                  <a:lnTo>
                    <a:pt x="110356" y="59238"/>
                  </a:lnTo>
                  <a:lnTo>
                    <a:pt x="111789" y="60671"/>
                  </a:lnTo>
                  <a:lnTo>
                    <a:pt x="111789" y="61149"/>
                  </a:lnTo>
                  <a:lnTo>
                    <a:pt x="112266" y="62105"/>
                  </a:lnTo>
                  <a:lnTo>
                    <a:pt x="113222" y="63060"/>
                  </a:lnTo>
                  <a:lnTo>
                    <a:pt x="113700" y="63060"/>
                  </a:lnTo>
                  <a:lnTo>
                    <a:pt x="114177" y="62105"/>
                  </a:lnTo>
                  <a:lnTo>
                    <a:pt x="114655" y="61627"/>
                  </a:lnTo>
                  <a:lnTo>
                    <a:pt x="116088" y="61627"/>
                  </a:lnTo>
                  <a:lnTo>
                    <a:pt x="117044" y="62105"/>
                  </a:lnTo>
                  <a:lnTo>
                    <a:pt x="117999" y="63538"/>
                  </a:lnTo>
                  <a:lnTo>
                    <a:pt x="118477" y="64493"/>
                  </a:lnTo>
                  <a:lnTo>
                    <a:pt x="118477" y="65927"/>
                  </a:lnTo>
                  <a:lnTo>
                    <a:pt x="119910" y="67360"/>
                  </a:lnTo>
                  <a:lnTo>
                    <a:pt x="120865" y="68315"/>
                  </a:lnTo>
                  <a:lnTo>
                    <a:pt x="120865" y="69271"/>
                  </a:lnTo>
                  <a:lnTo>
                    <a:pt x="121821" y="69748"/>
                  </a:lnTo>
                  <a:lnTo>
                    <a:pt x="121343" y="72137"/>
                  </a:lnTo>
                  <a:lnTo>
                    <a:pt x="121343" y="73093"/>
                  </a:lnTo>
                  <a:lnTo>
                    <a:pt x="120865" y="75959"/>
                  </a:lnTo>
                  <a:lnTo>
                    <a:pt x="120388" y="76914"/>
                  </a:lnTo>
                  <a:lnTo>
                    <a:pt x="120388" y="77392"/>
                  </a:lnTo>
                  <a:lnTo>
                    <a:pt x="121821" y="78825"/>
                  </a:lnTo>
                  <a:lnTo>
                    <a:pt x="121821" y="79781"/>
                  </a:lnTo>
                  <a:lnTo>
                    <a:pt x="120388" y="79781"/>
                  </a:lnTo>
                  <a:lnTo>
                    <a:pt x="117999" y="79781"/>
                  </a:lnTo>
                  <a:lnTo>
                    <a:pt x="113700" y="80258"/>
                  </a:lnTo>
                  <a:lnTo>
                    <a:pt x="111789" y="79781"/>
                  </a:lnTo>
                  <a:lnTo>
                    <a:pt x="108922" y="80258"/>
                  </a:lnTo>
                  <a:lnTo>
                    <a:pt x="106534" y="80258"/>
                  </a:lnTo>
                  <a:lnTo>
                    <a:pt x="103667" y="81214"/>
                  </a:lnTo>
                  <a:lnTo>
                    <a:pt x="101756" y="81214"/>
                  </a:lnTo>
                  <a:lnTo>
                    <a:pt x="100801" y="80258"/>
                  </a:lnTo>
                  <a:lnTo>
                    <a:pt x="98890" y="80736"/>
                  </a:lnTo>
                  <a:lnTo>
                    <a:pt x="97457" y="80258"/>
                  </a:lnTo>
                  <a:lnTo>
                    <a:pt x="95546" y="79303"/>
                  </a:lnTo>
                  <a:lnTo>
                    <a:pt x="93635" y="79303"/>
                  </a:lnTo>
                  <a:lnTo>
                    <a:pt x="92202" y="77870"/>
                  </a:lnTo>
                  <a:lnTo>
                    <a:pt x="91246" y="77392"/>
                  </a:lnTo>
                  <a:lnTo>
                    <a:pt x="90769" y="77870"/>
                  </a:lnTo>
                  <a:lnTo>
                    <a:pt x="90291" y="78347"/>
                  </a:lnTo>
                  <a:lnTo>
                    <a:pt x="89813" y="78825"/>
                  </a:lnTo>
                  <a:lnTo>
                    <a:pt x="88380" y="78347"/>
                  </a:lnTo>
                  <a:lnTo>
                    <a:pt x="88380" y="77392"/>
                  </a:lnTo>
                  <a:lnTo>
                    <a:pt x="88380" y="76437"/>
                  </a:lnTo>
                  <a:lnTo>
                    <a:pt x="88858" y="75959"/>
                  </a:lnTo>
                  <a:lnTo>
                    <a:pt x="88380" y="75481"/>
                  </a:lnTo>
                  <a:lnTo>
                    <a:pt x="86947" y="75481"/>
                  </a:lnTo>
                  <a:lnTo>
                    <a:pt x="85514" y="75481"/>
                  </a:lnTo>
                  <a:lnTo>
                    <a:pt x="82647" y="75481"/>
                  </a:lnTo>
                  <a:lnTo>
                    <a:pt x="81692" y="75003"/>
                  </a:lnTo>
                  <a:lnTo>
                    <a:pt x="75481" y="75003"/>
                  </a:lnTo>
                  <a:lnTo>
                    <a:pt x="68793" y="75003"/>
                  </a:lnTo>
                  <a:lnTo>
                    <a:pt x="63060" y="75003"/>
                  </a:lnTo>
                  <a:lnTo>
                    <a:pt x="55894" y="75003"/>
                  </a:lnTo>
                  <a:lnTo>
                    <a:pt x="51117" y="75003"/>
                  </a:lnTo>
                  <a:lnTo>
                    <a:pt x="46340" y="75003"/>
                  </a:lnTo>
                  <a:lnTo>
                    <a:pt x="46340" y="75003"/>
                  </a:lnTo>
                  <a:lnTo>
                    <a:pt x="42518" y="76437"/>
                  </a:lnTo>
                  <a:lnTo>
                    <a:pt x="38696" y="78347"/>
                  </a:lnTo>
                  <a:lnTo>
                    <a:pt x="33441" y="79303"/>
                  </a:lnTo>
                  <a:lnTo>
                    <a:pt x="27708" y="78825"/>
                  </a:lnTo>
                  <a:lnTo>
                    <a:pt x="25798" y="79303"/>
                  </a:lnTo>
                  <a:lnTo>
                    <a:pt x="23409" y="80258"/>
                  </a:lnTo>
                  <a:lnTo>
                    <a:pt x="21976" y="80736"/>
                  </a:lnTo>
                  <a:lnTo>
                    <a:pt x="20065" y="81214"/>
                  </a:lnTo>
                  <a:lnTo>
                    <a:pt x="17198" y="80736"/>
                  </a:lnTo>
                  <a:lnTo>
                    <a:pt x="16243" y="80736"/>
                  </a:lnTo>
                  <a:lnTo>
                    <a:pt x="16243" y="80736"/>
                  </a:lnTo>
                  <a:lnTo>
                    <a:pt x="16243" y="80736"/>
                  </a:lnTo>
                  <a:lnTo>
                    <a:pt x="15765" y="80258"/>
                  </a:lnTo>
                  <a:lnTo>
                    <a:pt x="14810" y="78825"/>
                  </a:lnTo>
                  <a:lnTo>
                    <a:pt x="15287" y="77870"/>
                  </a:lnTo>
                  <a:lnTo>
                    <a:pt x="16721" y="76914"/>
                  </a:lnTo>
                  <a:lnTo>
                    <a:pt x="19587" y="76437"/>
                  </a:lnTo>
                  <a:lnTo>
                    <a:pt x="20542" y="76437"/>
                  </a:lnTo>
                  <a:lnTo>
                    <a:pt x="21498" y="76437"/>
                  </a:lnTo>
                  <a:lnTo>
                    <a:pt x="21498" y="75959"/>
                  </a:lnTo>
                  <a:lnTo>
                    <a:pt x="21498" y="75959"/>
                  </a:lnTo>
                  <a:lnTo>
                    <a:pt x="19587" y="75003"/>
                  </a:lnTo>
                  <a:lnTo>
                    <a:pt x="18632" y="74048"/>
                  </a:lnTo>
                  <a:lnTo>
                    <a:pt x="17676" y="74526"/>
                  </a:lnTo>
                  <a:lnTo>
                    <a:pt x="17198" y="75959"/>
                  </a:lnTo>
                  <a:lnTo>
                    <a:pt x="16243" y="76437"/>
                  </a:lnTo>
                  <a:lnTo>
                    <a:pt x="15765" y="76437"/>
                  </a:lnTo>
                  <a:lnTo>
                    <a:pt x="15287" y="75959"/>
                  </a:lnTo>
                  <a:lnTo>
                    <a:pt x="14810" y="75003"/>
                  </a:lnTo>
                  <a:lnTo>
                    <a:pt x="15287" y="74526"/>
                  </a:lnTo>
                  <a:lnTo>
                    <a:pt x="15287" y="71182"/>
                  </a:lnTo>
                  <a:lnTo>
                    <a:pt x="15287" y="69271"/>
                  </a:lnTo>
                  <a:lnTo>
                    <a:pt x="15287" y="67837"/>
                  </a:lnTo>
                  <a:lnTo>
                    <a:pt x="16243" y="66882"/>
                  </a:lnTo>
                  <a:lnTo>
                    <a:pt x="17676" y="65927"/>
                  </a:lnTo>
                  <a:lnTo>
                    <a:pt x="21976" y="65927"/>
                  </a:lnTo>
                  <a:lnTo>
                    <a:pt x="25798" y="65927"/>
                  </a:lnTo>
                  <a:lnTo>
                    <a:pt x="29619" y="65927"/>
                  </a:lnTo>
                  <a:lnTo>
                    <a:pt x="33441" y="65927"/>
                  </a:lnTo>
                  <a:lnTo>
                    <a:pt x="33919" y="63060"/>
                  </a:lnTo>
                  <a:lnTo>
                    <a:pt x="35352" y="62582"/>
                  </a:lnTo>
                  <a:lnTo>
                    <a:pt x="37263" y="62105"/>
                  </a:lnTo>
                  <a:lnTo>
                    <a:pt x="40607" y="62105"/>
                  </a:lnTo>
                  <a:lnTo>
                    <a:pt x="44429" y="61627"/>
                  </a:lnTo>
                  <a:lnTo>
                    <a:pt x="45384" y="61149"/>
                  </a:lnTo>
                  <a:lnTo>
                    <a:pt x="45862" y="59716"/>
                  </a:lnTo>
                  <a:lnTo>
                    <a:pt x="46340" y="58761"/>
                  </a:lnTo>
                  <a:lnTo>
                    <a:pt x="47295" y="58761"/>
                  </a:lnTo>
                  <a:lnTo>
                    <a:pt x="48251" y="58761"/>
                  </a:lnTo>
                  <a:lnTo>
                    <a:pt x="49684" y="59238"/>
                  </a:lnTo>
                  <a:lnTo>
                    <a:pt x="51117" y="60194"/>
                  </a:lnTo>
                  <a:lnTo>
                    <a:pt x="53028" y="60671"/>
                  </a:lnTo>
                  <a:lnTo>
                    <a:pt x="53983" y="61149"/>
                  </a:lnTo>
                  <a:lnTo>
                    <a:pt x="56850" y="62582"/>
                  </a:lnTo>
                  <a:lnTo>
                    <a:pt x="61149" y="64016"/>
                  </a:lnTo>
                  <a:lnTo>
                    <a:pt x="64971" y="64493"/>
                  </a:lnTo>
                  <a:lnTo>
                    <a:pt x="69749" y="63538"/>
                  </a:lnTo>
                  <a:lnTo>
                    <a:pt x="73093" y="62582"/>
                  </a:lnTo>
                  <a:lnTo>
                    <a:pt x="73570" y="61149"/>
                  </a:lnTo>
                  <a:lnTo>
                    <a:pt x="73093" y="60194"/>
                  </a:lnTo>
                  <a:lnTo>
                    <a:pt x="70226" y="58761"/>
                  </a:lnTo>
                  <a:lnTo>
                    <a:pt x="66882" y="58761"/>
                  </a:lnTo>
                  <a:lnTo>
                    <a:pt x="65927" y="59238"/>
                  </a:lnTo>
                  <a:lnTo>
                    <a:pt x="64493" y="59716"/>
                  </a:lnTo>
                  <a:lnTo>
                    <a:pt x="63538" y="59716"/>
                  </a:lnTo>
                  <a:lnTo>
                    <a:pt x="62105" y="59716"/>
                  </a:lnTo>
                  <a:lnTo>
                    <a:pt x="60194" y="58283"/>
                  </a:lnTo>
                  <a:lnTo>
                    <a:pt x="58761" y="57328"/>
                  </a:lnTo>
                  <a:lnTo>
                    <a:pt x="56850" y="56850"/>
                  </a:lnTo>
                  <a:lnTo>
                    <a:pt x="54939" y="56372"/>
                  </a:lnTo>
                  <a:lnTo>
                    <a:pt x="51595" y="54461"/>
                  </a:lnTo>
                  <a:lnTo>
                    <a:pt x="49684" y="53983"/>
                  </a:lnTo>
                  <a:lnTo>
                    <a:pt x="47773" y="53983"/>
                  </a:lnTo>
                  <a:lnTo>
                    <a:pt x="44907" y="54461"/>
                  </a:lnTo>
                  <a:lnTo>
                    <a:pt x="41563" y="55417"/>
                  </a:lnTo>
                  <a:lnTo>
                    <a:pt x="40129" y="57805"/>
                  </a:lnTo>
                  <a:lnTo>
                    <a:pt x="36785" y="57805"/>
                  </a:lnTo>
                  <a:lnTo>
                    <a:pt x="30097" y="57805"/>
                  </a:lnTo>
                  <a:lnTo>
                    <a:pt x="24364" y="57805"/>
                  </a:lnTo>
                  <a:lnTo>
                    <a:pt x="19109" y="57805"/>
                  </a:lnTo>
                  <a:lnTo>
                    <a:pt x="18632" y="55894"/>
                  </a:lnTo>
                  <a:lnTo>
                    <a:pt x="17676" y="54461"/>
                  </a:lnTo>
                  <a:lnTo>
                    <a:pt x="15765" y="53505"/>
                  </a:lnTo>
                  <a:lnTo>
                    <a:pt x="15287" y="52072"/>
                  </a:lnTo>
                  <a:lnTo>
                    <a:pt x="15765" y="51117"/>
                  </a:lnTo>
                  <a:lnTo>
                    <a:pt x="17676" y="50162"/>
                  </a:lnTo>
                  <a:lnTo>
                    <a:pt x="18154" y="49684"/>
                  </a:lnTo>
                  <a:lnTo>
                    <a:pt x="17198" y="49684"/>
                  </a:lnTo>
                  <a:lnTo>
                    <a:pt x="15765" y="50162"/>
                  </a:lnTo>
                  <a:lnTo>
                    <a:pt x="14810" y="50162"/>
                  </a:lnTo>
                  <a:lnTo>
                    <a:pt x="14332" y="48728"/>
                  </a:lnTo>
                  <a:lnTo>
                    <a:pt x="12899" y="46340"/>
                  </a:lnTo>
                  <a:lnTo>
                    <a:pt x="10988" y="42996"/>
                  </a:lnTo>
                  <a:lnTo>
                    <a:pt x="9077" y="41085"/>
                  </a:lnTo>
                  <a:lnTo>
                    <a:pt x="7166" y="38218"/>
                  </a:lnTo>
                  <a:lnTo>
                    <a:pt x="5255" y="37263"/>
                  </a:lnTo>
                  <a:lnTo>
                    <a:pt x="3822" y="36785"/>
                  </a:lnTo>
                  <a:lnTo>
                    <a:pt x="2389" y="36785"/>
                  </a:lnTo>
                  <a:lnTo>
                    <a:pt x="1433" y="38218"/>
                  </a:lnTo>
                  <a:lnTo>
                    <a:pt x="0" y="36307"/>
                  </a:lnTo>
                  <a:lnTo>
                    <a:pt x="2389" y="35352"/>
                  </a:lnTo>
                  <a:lnTo>
                    <a:pt x="7644" y="32963"/>
                  </a:lnTo>
                  <a:lnTo>
                    <a:pt x="13854" y="26275"/>
                  </a:lnTo>
                  <a:lnTo>
                    <a:pt x="19109" y="17676"/>
                  </a:lnTo>
                  <a:lnTo>
                    <a:pt x="19587" y="15765"/>
                  </a:lnTo>
                  <a:lnTo>
                    <a:pt x="19587" y="15765"/>
                  </a:lnTo>
                  <a:lnTo>
                    <a:pt x="20542" y="14332"/>
                  </a:lnTo>
                  <a:lnTo>
                    <a:pt x="21020" y="10988"/>
                  </a:lnTo>
                  <a:lnTo>
                    <a:pt x="21498" y="9077"/>
                  </a:lnTo>
                  <a:lnTo>
                    <a:pt x="21498" y="9077"/>
                  </a:lnTo>
                  <a:lnTo>
                    <a:pt x="22453" y="8599"/>
                  </a:lnTo>
                  <a:lnTo>
                    <a:pt x="22453" y="8599"/>
                  </a:lnTo>
                  <a:lnTo>
                    <a:pt x="23409" y="7166"/>
                  </a:lnTo>
                  <a:lnTo>
                    <a:pt x="24364" y="4299"/>
                  </a:lnTo>
                  <a:lnTo>
                    <a:pt x="24364" y="4299"/>
                  </a:lnTo>
                  <a:lnTo>
                    <a:pt x="25798" y="2866"/>
                  </a:lnTo>
                  <a:lnTo>
                    <a:pt x="25798" y="2866"/>
                  </a:lnTo>
                  <a:lnTo>
                    <a:pt x="25798" y="2866"/>
                  </a:lnTo>
                  <a:lnTo>
                    <a:pt x="27231" y="2389"/>
                  </a:lnTo>
                  <a:lnTo>
                    <a:pt x="28186" y="2866"/>
                  </a:lnTo>
                  <a:lnTo>
                    <a:pt x="28664" y="3344"/>
                  </a:lnTo>
                  <a:lnTo>
                    <a:pt x="31052" y="3822"/>
                  </a:lnTo>
                  <a:lnTo>
                    <a:pt x="34874" y="3822"/>
                  </a:lnTo>
                  <a:lnTo>
                    <a:pt x="37741" y="3344"/>
                  </a:lnTo>
                  <a:lnTo>
                    <a:pt x="40129" y="2389"/>
                  </a:lnTo>
                  <a:lnTo>
                    <a:pt x="42518" y="1911"/>
                  </a:lnTo>
                  <a:lnTo>
                    <a:pt x="42518" y="1911"/>
                  </a:lnTo>
                  <a:lnTo>
                    <a:pt x="45862" y="1911"/>
                  </a:lnTo>
                  <a:lnTo>
                    <a:pt x="47773" y="1433"/>
                  </a:lnTo>
                  <a:lnTo>
                    <a:pt x="47773" y="1433"/>
                  </a:lnTo>
                  <a:lnTo>
                    <a:pt x="47773" y="955"/>
                  </a:lnTo>
                  <a:lnTo>
                    <a:pt x="47773" y="955"/>
                  </a:lnTo>
                  <a:lnTo>
                    <a:pt x="48251" y="478"/>
                  </a:lnTo>
                  <a:lnTo>
                    <a:pt x="49206" y="955"/>
                  </a:lnTo>
                  <a:lnTo>
                    <a:pt x="49684" y="478"/>
                  </a:lnTo>
                  <a:lnTo>
                    <a:pt x="50162" y="0"/>
                  </a:lnTo>
                  <a:lnTo>
                    <a:pt x="51117" y="0"/>
                  </a:lnTo>
                  <a:lnTo>
                    <a:pt x="51595" y="478"/>
                  </a:lnTo>
                  <a:lnTo>
                    <a:pt x="54461" y="478"/>
                  </a:lnTo>
                  <a:lnTo>
                    <a:pt x="59239" y="478"/>
                  </a:lnTo>
                  <a:lnTo>
                    <a:pt x="64016" y="1911"/>
                  </a:lnTo>
                  <a:lnTo>
                    <a:pt x="64016" y="1911"/>
                  </a:lnTo>
                  <a:lnTo>
                    <a:pt x="68315" y="5255"/>
                  </a:lnTo>
                  <a:lnTo>
                    <a:pt x="70704" y="7166"/>
                  </a:lnTo>
                  <a:lnTo>
                    <a:pt x="70704" y="8121"/>
                  </a:lnTo>
                  <a:lnTo>
                    <a:pt x="70704" y="8121"/>
                  </a:lnTo>
                  <a:lnTo>
                    <a:pt x="71182" y="9077"/>
                  </a:lnTo>
                  <a:lnTo>
                    <a:pt x="71182" y="9077"/>
                  </a:lnTo>
                  <a:lnTo>
                    <a:pt x="72615" y="10032"/>
                  </a:lnTo>
                  <a:lnTo>
                    <a:pt x="72615" y="10032"/>
                  </a:lnTo>
                  <a:lnTo>
                    <a:pt x="73570" y="10510"/>
                  </a:lnTo>
                  <a:lnTo>
                    <a:pt x="74048" y="10032"/>
                  </a:lnTo>
                  <a:lnTo>
                    <a:pt x="75004" y="9555"/>
                  </a:lnTo>
                  <a:lnTo>
                    <a:pt x="75481" y="9555"/>
                  </a:lnTo>
                  <a:lnTo>
                    <a:pt x="76437" y="10510"/>
                  </a:lnTo>
                  <a:lnTo>
                    <a:pt x="76437" y="10510"/>
                  </a:lnTo>
                  <a:lnTo>
                    <a:pt x="77392" y="10510"/>
                  </a:lnTo>
                  <a:lnTo>
                    <a:pt x="78825" y="10032"/>
                  </a:lnTo>
                  <a:lnTo>
                    <a:pt x="79781" y="10510"/>
                  </a:lnTo>
                  <a:lnTo>
                    <a:pt x="79781" y="10988"/>
                  </a:lnTo>
                  <a:lnTo>
                    <a:pt x="80258" y="10988"/>
                  </a:lnTo>
                  <a:lnTo>
                    <a:pt x="80736" y="10988"/>
                  </a:lnTo>
                  <a:lnTo>
                    <a:pt x="81692" y="11943"/>
                  </a:lnTo>
                  <a:lnTo>
                    <a:pt x="83125" y="13376"/>
                  </a:lnTo>
                  <a:lnTo>
                    <a:pt x="84081" y="15765"/>
                  </a:lnTo>
                  <a:lnTo>
                    <a:pt x="84558" y="18631"/>
                  </a:lnTo>
                  <a:lnTo>
                    <a:pt x="85514" y="20064"/>
                  </a:lnTo>
                  <a:lnTo>
                    <a:pt x="85991" y="20064"/>
                  </a:lnTo>
                  <a:lnTo>
                    <a:pt x="86947" y="20542"/>
                  </a:lnTo>
                  <a:lnTo>
                    <a:pt x="87902" y="21020"/>
                  </a:lnTo>
                  <a:lnTo>
                    <a:pt x="87902" y="21498"/>
                  </a:lnTo>
                  <a:lnTo>
                    <a:pt x="88380" y="21975"/>
                  </a:lnTo>
                  <a:lnTo>
                    <a:pt x="88380" y="21975"/>
                  </a:lnTo>
                  <a:lnTo>
                    <a:pt x="88858" y="22453"/>
                  </a:lnTo>
                  <a:lnTo>
                    <a:pt x="89813" y="21975"/>
                  </a:lnTo>
                  <a:lnTo>
                    <a:pt x="91246" y="22931"/>
                  </a:lnTo>
                  <a:lnTo>
                    <a:pt x="92680" y="25320"/>
                  </a:lnTo>
                  <a:lnTo>
                    <a:pt x="92680" y="26275"/>
                  </a:lnTo>
                  <a:lnTo>
                    <a:pt x="92680" y="26753"/>
                  </a:lnTo>
                  <a:lnTo>
                    <a:pt x="92680" y="27230"/>
                  </a:lnTo>
                  <a:lnTo>
                    <a:pt x="93635" y="27230"/>
                  </a:lnTo>
                  <a:lnTo>
                    <a:pt x="94590" y="28186"/>
                  </a:lnTo>
                  <a:lnTo>
                    <a:pt x="95068" y="29141"/>
                  </a:lnTo>
                  <a:lnTo>
                    <a:pt x="96501" y="30097"/>
                  </a:lnTo>
                  <a:lnTo>
                    <a:pt x="98890" y="31052"/>
                  </a:lnTo>
                  <a:lnTo>
                    <a:pt x="100323" y="32008"/>
                  </a:lnTo>
                  <a:lnTo>
                    <a:pt x="101756" y="33919"/>
                  </a:lnTo>
                  <a:lnTo>
                    <a:pt x="101756" y="33919"/>
                  </a:lnTo>
                  <a:lnTo>
                    <a:pt x="103667" y="34874"/>
                  </a:lnTo>
                  <a:lnTo>
                    <a:pt x="104145" y="3535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3" name="Freeform 5432">
              <a:extLst>
                <a:ext uri="{FF2B5EF4-FFF2-40B4-BE49-F238E27FC236}">
                  <a16:creationId xmlns:a16="http://schemas.microsoft.com/office/drawing/2014/main" id="{05325707-05E1-62F9-090B-EE4B51CA68F8}"/>
                </a:ext>
              </a:extLst>
            </p:cNvPr>
            <p:cNvSpPr/>
            <p:nvPr/>
          </p:nvSpPr>
          <p:spPr>
            <a:xfrm>
              <a:off x="6696027" y="4516574"/>
              <a:ext cx="206857" cy="248419"/>
            </a:xfrm>
            <a:custGeom>
              <a:avLst/>
              <a:gdLst>
                <a:gd name="csX0" fmla="*/ 11466 w 206857"/>
                <a:gd name="csY0" fmla="*/ 248419 h 248419"/>
                <a:gd name="csX1" fmla="*/ 11466 w 206857"/>
                <a:gd name="csY1" fmla="*/ 246986 h 248419"/>
                <a:gd name="csX2" fmla="*/ 10988 w 206857"/>
                <a:gd name="csY2" fmla="*/ 246509 h 248419"/>
                <a:gd name="csX3" fmla="*/ 9077 w 206857"/>
                <a:gd name="csY3" fmla="*/ 244120 h 248419"/>
                <a:gd name="csX4" fmla="*/ 5733 w 206857"/>
                <a:gd name="csY4" fmla="*/ 239820 h 248419"/>
                <a:gd name="csX5" fmla="*/ 2866 w 206857"/>
                <a:gd name="csY5" fmla="*/ 236954 h 248419"/>
                <a:gd name="csX6" fmla="*/ 478 w 206857"/>
                <a:gd name="csY6" fmla="*/ 233610 h 248419"/>
                <a:gd name="csX7" fmla="*/ 478 w 206857"/>
                <a:gd name="csY7" fmla="*/ 231221 h 248419"/>
                <a:gd name="csX8" fmla="*/ 478 w 206857"/>
                <a:gd name="csY8" fmla="*/ 223577 h 248419"/>
                <a:gd name="csX9" fmla="*/ 478 w 206857"/>
                <a:gd name="csY9" fmla="*/ 208290 h 248419"/>
                <a:gd name="csX10" fmla="*/ 0 w 206857"/>
                <a:gd name="csY10" fmla="*/ 193003 h 248419"/>
                <a:gd name="csX11" fmla="*/ 0 w 206857"/>
                <a:gd name="csY11" fmla="*/ 177715 h 248419"/>
                <a:gd name="csX12" fmla="*/ 0 w 206857"/>
                <a:gd name="csY12" fmla="*/ 170072 h 248419"/>
                <a:gd name="csX13" fmla="*/ 0 w 206857"/>
                <a:gd name="csY13" fmla="*/ 167205 h 248419"/>
                <a:gd name="csX14" fmla="*/ 478 w 206857"/>
                <a:gd name="csY14" fmla="*/ 166728 h 248419"/>
                <a:gd name="csX15" fmla="*/ 3344 w 206857"/>
                <a:gd name="csY15" fmla="*/ 163861 h 248419"/>
                <a:gd name="csX16" fmla="*/ 7644 w 206857"/>
                <a:gd name="csY16" fmla="*/ 160039 h 248419"/>
                <a:gd name="csX17" fmla="*/ 12899 w 206857"/>
                <a:gd name="csY17" fmla="*/ 152873 h 248419"/>
                <a:gd name="csX18" fmla="*/ 15765 w 206857"/>
                <a:gd name="csY18" fmla="*/ 149052 h 248419"/>
                <a:gd name="csX19" fmla="*/ 18154 w 206857"/>
                <a:gd name="csY19" fmla="*/ 146185 h 248419"/>
                <a:gd name="csX20" fmla="*/ 19109 w 206857"/>
                <a:gd name="csY20" fmla="*/ 145230 h 248419"/>
                <a:gd name="csX21" fmla="*/ 21020 w 206857"/>
                <a:gd name="csY21" fmla="*/ 143319 h 248419"/>
                <a:gd name="csX22" fmla="*/ 25320 w 206857"/>
                <a:gd name="csY22" fmla="*/ 141886 h 248419"/>
                <a:gd name="csX23" fmla="*/ 27709 w 206857"/>
                <a:gd name="csY23" fmla="*/ 141886 h 248419"/>
                <a:gd name="csX24" fmla="*/ 36307 w 206857"/>
                <a:gd name="csY24" fmla="*/ 140453 h 248419"/>
                <a:gd name="csX25" fmla="*/ 37741 w 206857"/>
                <a:gd name="csY25" fmla="*/ 139975 h 248419"/>
                <a:gd name="csX26" fmla="*/ 38218 w 206857"/>
                <a:gd name="csY26" fmla="*/ 139019 h 248419"/>
                <a:gd name="csX27" fmla="*/ 39174 w 206857"/>
                <a:gd name="csY27" fmla="*/ 137586 h 248419"/>
                <a:gd name="csX28" fmla="*/ 40607 w 206857"/>
                <a:gd name="csY28" fmla="*/ 135675 h 248419"/>
                <a:gd name="csX29" fmla="*/ 42996 w 206857"/>
                <a:gd name="csY29" fmla="*/ 133764 h 248419"/>
                <a:gd name="csX30" fmla="*/ 47295 w 206857"/>
                <a:gd name="csY30" fmla="*/ 131854 h 248419"/>
                <a:gd name="csX31" fmla="*/ 51117 w 206857"/>
                <a:gd name="csY31" fmla="*/ 130420 h 248419"/>
                <a:gd name="csX32" fmla="*/ 52073 w 206857"/>
                <a:gd name="csY32" fmla="*/ 129942 h 248419"/>
                <a:gd name="csX33" fmla="*/ 56850 w 206857"/>
                <a:gd name="csY33" fmla="*/ 128987 h 248419"/>
                <a:gd name="csX34" fmla="*/ 58283 w 206857"/>
                <a:gd name="csY34" fmla="*/ 128987 h 248419"/>
                <a:gd name="csX35" fmla="*/ 60194 w 206857"/>
                <a:gd name="csY35" fmla="*/ 128509 h 248419"/>
                <a:gd name="csX36" fmla="*/ 60672 w 206857"/>
                <a:gd name="csY36" fmla="*/ 128509 h 248419"/>
                <a:gd name="csX37" fmla="*/ 67360 w 206857"/>
                <a:gd name="csY37" fmla="*/ 128987 h 248419"/>
                <a:gd name="csX38" fmla="*/ 73093 w 206857"/>
                <a:gd name="csY38" fmla="*/ 128987 h 248419"/>
                <a:gd name="csX39" fmla="*/ 78348 w 206857"/>
                <a:gd name="csY39" fmla="*/ 129465 h 248419"/>
                <a:gd name="csX40" fmla="*/ 78825 w 206857"/>
                <a:gd name="csY40" fmla="*/ 128987 h 248419"/>
                <a:gd name="csX41" fmla="*/ 82647 w 206857"/>
                <a:gd name="csY41" fmla="*/ 125165 h 248419"/>
                <a:gd name="csX42" fmla="*/ 88858 w 206857"/>
                <a:gd name="csY42" fmla="*/ 119432 h 248419"/>
                <a:gd name="csX43" fmla="*/ 92680 w 206857"/>
                <a:gd name="csY43" fmla="*/ 115611 h 248419"/>
                <a:gd name="csX44" fmla="*/ 98890 w 206857"/>
                <a:gd name="csY44" fmla="*/ 109400 h 248419"/>
                <a:gd name="csX45" fmla="*/ 103189 w 206857"/>
                <a:gd name="csY45" fmla="*/ 105100 h 248419"/>
                <a:gd name="csX46" fmla="*/ 108445 w 206857"/>
                <a:gd name="csY46" fmla="*/ 100323 h 248419"/>
                <a:gd name="csX47" fmla="*/ 113222 w 206857"/>
                <a:gd name="csY47" fmla="*/ 96024 h 248419"/>
                <a:gd name="csX48" fmla="*/ 119432 w 206857"/>
                <a:gd name="csY48" fmla="*/ 90769 h 248419"/>
                <a:gd name="csX49" fmla="*/ 122777 w 206857"/>
                <a:gd name="csY49" fmla="*/ 87424 h 248419"/>
                <a:gd name="csX50" fmla="*/ 128987 w 206857"/>
                <a:gd name="csY50" fmla="*/ 82170 h 248419"/>
                <a:gd name="csX51" fmla="*/ 134242 w 206857"/>
                <a:gd name="csY51" fmla="*/ 77392 h 248419"/>
                <a:gd name="csX52" fmla="*/ 139019 w 206857"/>
                <a:gd name="csY52" fmla="*/ 73093 h 248419"/>
                <a:gd name="csX53" fmla="*/ 132331 w 206857"/>
                <a:gd name="csY53" fmla="*/ 73093 h 248419"/>
                <a:gd name="csX54" fmla="*/ 125643 w 206857"/>
                <a:gd name="csY54" fmla="*/ 73093 h 248419"/>
                <a:gd name="csX55" fmla="*/ 119432 w 206857"/>
                <a:gd name="csY55" fmla="*/ 73093 h 248419"/>
                <a:gd name="csX56" fmla="*/ 118000 w 206857"/>
                <a:gd name="csY56" fmla="*/ 72615 h 248419"/>
                <a:gd name="csX57" fmla="*/ 112744 w 206857"/>
                <a:gd name="csY57" fmla="*/ 70704 h 248419"/>
                <a:gd name="csX58" fmla="*/ 106056 w 206857"/>
                <a:gd name="csY58" fmla="*/ 68793 h 248419"/>
                <a:gd name="csX59" fmla="*/ 97457 w 206857"/>
                <a:gd name="csY59" fmla="*/ 65927 h 248419"/>
                <a:gd name="csX60" fmla="*/ 91246 w 206857"/>
                <a:gd name="csY60" fmla="*/ 64016 h 248419"/>
                <a:gd name="csX61" fmla="*/ 84558 w 206857"/>
                <a:gd name="csY61" fmla="*/ 62105 h 248419"/>
                <a:gd name="csX62" fmla="*/ 77870 w 206857"/>
                <a:gd name="csY62" fmla="*/ 60194 h 248419"/>
                <a:gd name="csX63" fmla="*/ 72615 w 206857"/>
                <a:gd name="csY63" fmla="*/ 58761 h 248419"/>
                <a:gd name="csX64" fmla="*/ 66405 w 206857"/>
                <a:gd name="csY64" fmla="*/ 56850 h 248419"/>
                <a:gd name="csX65" fmla="*/ 60672 w 206857"/>
                <a:gd name="csY65" fmla="*/ 54939 h 248419"/>
                <a:gd name="csX66" fmla="*/ 60194 w 206857"/>
                <a:gd name="csY66" fmla="*/ 54461 h 248419"/>
                <a:gd name="csX67" fmla="*/ 56850 w 206857"/>
                <a:gd name="csY67" fmla="*/ 52073 h 248419"/>
                <a:gd name="csX68" fmla="*/ 52550 w 206857"/>
                <a:gd name="csY68" fmla="*/ 48728 h 248419"/>
                <a:gd name="csX69" fmla="*/ 52073 w 206857"/>
                <a:gd name="csY69" fmla="*/ 48251 h 248419"/>
                <a:gd name="csX70" fmla="*/ 50162 w 206857"/>
                <a:gd name="csY70" fmla="*/ 47773 h 248419"/>
                <a:gd name="csX71" fmla="*/ 48251 w 206857"/>
                <a:gd name="csY71" fmla="*/ 45862 h 248419"/>
                <a:gd name="csX72" fmla="*/ 46340 w 206857"/>
                <a:gd name="csY72" fmla="*/ 43474 h 248419"/>
                <a:gd name="csX73" fmla="*/ 44907 w 206857"/>
                <a:gd name="csY73" fmla="*/ 40607 h 248419"/>
                <a:gd name="csX74" fmla="*/ 43951 w 206857"/>
                <a:gd name="csY74" fmla="*/ 38696 h 248419"/>
                <a:gd name="csX75" fmla="*/ 42040 w 206857"/>
                <a:gd name="csY75" fmla="*/ 37741 h 248419"/>
                <a:gd name="csX76" fmla="*/ 40607 w 206857"/>
                <a:gd name="csY76" fmla="*/ 36308 h 248419"/>
                <a:gd name="csX77" fmla="*/ 38696 w 206857"/>
                <a:gd name="csY77" fmla="*/ 33919 h 248419"/>
                <a:gd name="csX78" fmla="*/ 37263 w 206857"/>
                <a:gd name="csY78" fmla="*/ 32486 h 248419"/>
                <a:gd name="csX79" fmla="*/ 36786 w 206857"/>
                <a:gd name="csY79" fmla="*/ 31530 h 248419"/>
                <a:gd name="csX80" fmla="*/ 36307 w 206857"/>
                <a:gd name="csY80" fmla="*/ 29619 h 248419"/>
                <a:gd name="csX81" fmla="*/ 34874 w 206857"/>
                <a:gd name="csY81" fmla="*/ 27231 h 248419"/>
                <a:gd name="csX82" fmla="*/ 33919 w 206857"/>
                <a:gd name="csY82" fmla="*/ 25798 h 248419"/>
                <a:gd name="csX83" fmla="*/ 33441 w 206857"/>
                <a:gd name="csY83" fmla="*/ 25320 h 248419"/>
                <a:gd name="csX84" fmla="*/ 33919 w 206857"/>
                <a:gd name="csY84" fmla="*/ 24842 h 248419"/>
                <a:gd name="csX85" fmla="*/ 35830 w 206857"/>
                <a:gd name="csY85" fmla="*/ 21976 h 248419"/>
                <a:gd name="csX86" fmla="*/ 36786 w 206857"/>
                <a:gd name="csY86" fmla="*/ 21020 h 248419"/>
                <a:gd name="csX87" fmla="*/ 37741 w 206857"/>
                <a:gd name="csY87" fmla="*/ 19587 h 248419"/>
                <a:gd name="csX88" fmla="*/ 38696 w 206857"/>
                <a:gd name="csY88" fmla="*/ 18632 h 248419"/>
                <a:gd name="csX89" fmla="*/ 38696 w 206857"/>
                <a:gd name="csY89" fmla="*/ 18154 h 248419"/>
                <a:gd name="csX90" fmla="*/ 41563 w 206857"/>
                <a:gd name="csY90" fmla="*/ 14332 h 248419"/>
                <a:gd name="csX91" fmla="*/ 43473 w 206857"/>
                <a:gd name="csY91" fmla="*/ 10988 h 248419"/>
                <a:gd name="csX92" fmla="*/ 45384 w 206857"/>
                <a:gd name="csY92" fmla="*/ 8599 h 248419"/>
                <a:gd name="csX93" fmla="*/ 49206 w 206857"/>
                <a:gd name="csY93" fmla="*/ 11466 h 248419"/>
                <a:gd name="csX94" fmla="*/ 53028 w 206857"/>
                <a:gd name="csY94" fmla="*/ 17198 h 248419"/>
                <a:gd name="csX95" fmla="*/ 57328 w 206857"/>
                <a:gd name="csY95" fmla="*/ 21976 h 248419"/>
                <a:gd name="csX96" fmla="*/ 63538 w 206857"/>
                <a:gd name="csY96" fmla="*/ 26275 h 248419"/>
                <a:gd name="csX97" fmla="*/ 65927 w 206857"/>
                <a:gd name="csY97" fmla="*/ 27708 h 248419"/>
                <a:gd name="csX98" fmla="*/ 67838 w 206857"/>
                <a:gd name="csY98" fmla="*/ 28664 h 248419"/>
                <a:gd name="csX99" fmla="*/ 78825 w 206857"/>
                <a:gd name="csY99" fmla="*/ 28186 h 248419"/>
                <a:gd name="csX100" fmla="*/ 86947 w 206857"/>
                <a:gd name="csY100" fmla="*/ 24364 h 248419"/>
                <a:gd name="csX101" fmla="*/ 94113 w 206857"/>
                <a:gd name="csY101" fmla="*/ 21498 h 248419"/>
                <a:gd name="csX102" fmla="*/ 96502 w 206857"/>
                <a:gd name="csY102" fmla="*/ 21020 h 248419"/>
                <a:gd name="csX103" fmla="*/ 100323 w 206857"/>
                <a:gd name="csY103" fmla="*/ 21976 h 248419"/>
                <a:gd name="csX104" fmla="*/ 105100 w 206857"/>
                <a:gd name="csY104" fmla="*/ 21976 h 248419"/>
                <a:gd name="csX105" fmla="*/ 108923 w 206857"/>
                <a:gd name="csY105" fmla="*/ 22931 h 248419"/>
                <a:gd name="csX106" fmla="*/ 111311 w 206857"/>
                <a:gd name="csY106" fmla="*/ 22453 h 248419"/>
                <a:gd name="csX107" fmla="*/ 119432 w 206857"/>
                <a:gd name="csY107" fmla="*/ 19587 h 248419"/>
                <a:gd name="csX108" fmla="*/ 124210 w 206857"/>
                <a:gd name="csY108" fmla="*/ 16243 h 248419"/>
                <a:gd name="csX109" fmla="*/ 128032 w 206857"/>
                <a:gd name="csY109" fmla="*/ 14810 h 248419"/>
                <a:gd name="csX110" fmla="*/ 128987 w 206857"/>
                <a:gd name="csY110" fmla="*/ 14810 h 248419"/>
                <a:gd name="csX111" fmla="*/ 133764 w 206857"/>
                <a:gd name="csY111" fmla="*/ 15765 h 248419"/>
                <a:gd name="csX112" fmla="*/ 139975 w 206857"/>
                <a:gd name="csY112" fmla="*/ 15287 h 248419"/>
                <a:gd name="csX113" fmla="*/ 148096 w 206857"/>
                <a:gd name="csY113" fmla="*/ 12421 h 248419"/>
                <a:gd name="csX114" fmla="*/ 150962 w 206857"/>
                <a:gd name="csY114" fmla="*/ 11943 h 248419"/>
                <a:gd name="csX115" fmla="*/ 152873 w 206857"/>
                <a:gd name="csY115" fmla="*/ 11943 h 248419"/>
                <a:gd name="csX116" fmla="*/ 157651 w 206857"/>
                <a:gd name="csY116" fmla="*/ 13376 h 248419"/>
                <a:gd name="csX117" fmla="*/ 158128 w 206857"/>
                <a:gd name="csY117" fmla="*/ 13376 h 248419"/>
                <a:gd name="csX118" fmla="*/ 160517 w 206857"/>
                <a:gd name="csY118" fmla="*/ 12899 h 248419"/>
                <a:gd name="csX119" fmla="*/ 167205 w 206857"/>
                <a:gd name="csY119" fmla="*/ 11466 h 248419"/>
                <a:gd name="csX120" fmla="*/ 171983 w 206857"/>
                <a:gd name="csY120" fmla="*/ 9555 h 248419"/>
                <a:gd name="csX121" fmla="*/ 181537 w 206857"/>
                <a:gd name="csY121" fmla="*/ 8121 h 248419"/>
                <a:gd name="csX122" fmla="*/ 188703 w 206857"/>
                <a:gd name="csY122" fmla="*/ 4777 h 248419"/>
                <a:gd name="csX123" fmla="*/ 189659 w 206857"/>
                <a:gd name="csY123" fmla="*/ 2867 h 248419"/>
                <a:gd name="csX124" fmla="*/ 192048 w 206857"/>
                <a:gd name="csY124" fmla="*/ 478 h 248419"/>
                <a:gd name="csX125" fmla="*/ 194914 w 206857"/>
                <a:gd name="csY125" fmla="*/ 0 h 248419"/>
                <a:gd name="csX126" fmla="*/ 203035 w 206857"/>
                <a:gd name="csY126" fmla="*/ 2389 h 248419"/>
                <a:gd name="csX127" fmla="*/ 203991 w 206857"/>
                <a:gd name="csY127" fmla="*/ 2867 h 248419"/>
                <a:gd name="csX128" fmla="*/ 203513 w 206857"/>
                <a:gd name="csY128" fmla="*/ 4300 h 248419"/>
                <a:gd name="csX129" fmla="*/ 203513 w 206857"/>
                <a:gd name="csY129" fmla="*/ 5733 h 248419"/>
                <a:gd name="csX130" fmla="*/ 201602 w 206857"/>
                <a:gd name="csY130" fmla="*/ 8599 h 248419"/>
                <a:gd name="csX131" fmla="*/ 200646 w 206857"/>
                <a:gd name="csY131" fmla="*/ 11943 h 248419"/>
                <a:gd name="csX132" fmla="*/ 201602 w 206857"/>
                <a:gd name="csY132" fmla="*/ 16721 h 248419"/>
                <a:gd name="csX133" fmla="*/ 202080 w 206857"/>
                <a:gd name="csY133" fmla="*/ 24364 h 248419"/>
                <a:gd name="csX134" fmla="*/ 201602 w 206857"/>
                <a:gd name="csY134" fmla="*/ 25320 h 248419"/>
                <a:gd name="csX135" fmla="*/ 201124 w 206857"/>
                <a:gd name="csY135" fmla="*/ 26275 h 248419"/>
                <a:gd name="csX136" fmla="*/ 201124 w 206857"/>
                <a:gd name="csY136" fmla="*/ 27231 h 248419"/>
                <a:gd name="csX137" fmla="*/ 200169 w 206857"/>
                <a:gd name="csY137" fmla="*/ 27708 h 248419"/>
                <a:gd name="csX138" fmla="*/ 199691 w 206857"/>
                <a:gd name="csY138" fmla="*/ 28186 h 248419"/>
                <a:gd name="csX139" fmla="*/ 200169 w 206857"/>
                <a:gd name="csY139" fmla="*/ 28186 h 248419"/>
                <a:gd name="csX140" fmla="*/ 203035 w 206857"/>
                <a:gd name="csY140" fmla="*/ 27708 h 248419"/>
                <a:gd name="csX141" fmla="*/ 202557 w 206857"/>
                <a:gd name="csY141" fmla="*/ 26753 h 248419"/>
                <a:gd name="csX142" fmla="*/ 203035 w 206857"/>
                <a:gd name="csY142" fmla="*/ 26275 h 248419"/>
                <a:gd name="csX143" fmla="*/ 204946 w 206857"/>
                <a:gd name="csY143" fmla="*/ 27231 h 248419"/>
                <a:gd name="csX144" fmla="*/ 206379 w 206857"/>
                <a:gd name="csY144" fmla="*/ 27708 h 248419"/>
                <a:gd name="csX145" fmla="*/ 206857 w 206857"/>
                <a:gd name="csY145" fmla="*/ 28664 h 248419"/>
                <a:gd name="csX146" fmla="*/ 206857 w 206857"/>
                <a:gd name="csY146" fmla="*/ 29142 h 248419"/>
                <a:gd name="csX147" fmla="*/ 204468 w 206857"/>
                <a:gd name="csY147" fmla="*/ 29142 h 248419"/>
                <a:gd name="csX148" fmla="*/ 203035 w 206857"/>
                <a:gd name="csY148" fmla="*/ 28186 h 248419"/>
                <a:gd name="csX149" fmla="*/ 199691 w 206857"/>
                <a:gd name="csY149" fmla="*/ 29142 h 248419"/>
                <a:gd name="csX150" fmla="*/ 197780 w 206857"/>
                <a:gd name="csY150" fmla="*/ 30097 h 248419"/>
                <a:gd name="csX151" fmla="*/ 197302 w 206857"/>
                <a:gd name="csY151" fmla="*/ 31530 h 248419"/>
                <a:gd name="csX152" fmla="*/ 196825 w 206857"/>
                <a:gd name="csY152" fmla="*/ 37741 h 248419"/>
                <a:gd name="csX153" fmla="*/ 195869 w 206857"/>
                <a:gd name="csY153" fmla="*/ 41563 h 248419"/>
                <a:gd name="csX154" fmla="*/ 195869 w 206857"/>
                <a:gd name="csY154" fmla="*/ 46817 h 248419"/>
                <a:gd name="csX155" fmla="*/ 193003 w 206857"/>
                <a:gd name="csY155" fmla="*/ 50162 h 248419"/>
                <a:gd name="csX156" fmla="*/ 192048 w 206857"/>
                <a:gd name="csY156" fmla="*/ 52550 h 248419"/>
                <a:gd name="csX157" fmla="*/ 187748 w 206857"/>
                <a:gd name="csY157" fmla="*/ 57328 h 248419"/>
                <a:gd name="csX158" fmla="*/ 185837 w 206857"/>
                <a:gd name="csY158" fmla="*/ 61627 h 248419"/>
                <a:gd name="csX159" fmla="*/ 184882 w 206857"/>
                <a:gd name="csY159" fmla="*/ 63538 h 248419"/>
                <a:gd name="csX160" fmla="*/ 181537 w 206857"/>
                <a:gd name="csY160" fmla="*/ 69271 h 248419"/>
                <a:gd name="csX161" fmla="*/ 176282 w 206857"/>
                <a:gd name="csY161" fmla="*/ 73570 h 248419"/>
                <a:gd name="csX162" fmla="*/ 174371 w 206857"/>
                <a:gd name="csY162" fmla="*/ 79303 h 248419"/>
                <a:gd name="csX163" fmla="*/ 172938 w 206857"/>
                <a:gd name="csY163" fmla="*/ 82647 h 248419"/>
                <a:gd name="csX164" fmla="*/ 170550 w 206857"/>
                <a:gd name="csY164" fmla="*/ 85991 h 248419"/>
                <a:gd name="csX165" fmla="*/ 166250 w 206857"/>
                <a:gd name="csY165" fmla="*/ 91247 h 248419"/>
                <a:gd name="csX166" fmla="*/ 163861 w 206857"/>
                <a:gd name="csY166" fmla="*/ 95068 h 248419"/>
                <a:gd name="csX167" fmla="*/ 161473 w 206857"/>
                <a:gd name="csY167" fmla="*/ 101756 h 248419"/>
                <a:gd name="csX168" fmla="*/ 160517 w 206857"/>
                <a:gd name="csY168" fmla="*/ 106056 h 248419"/>
                <a:gd name="csX169" fmla="*/ 152396 w 206857"/>
                <a:gd name="csY169" fmla="*/ 118477 h 248419"/>
                <a:gd name="csX170" fmla="*/ 144275 w 206857"/>
                <a:gd name="csY170" fmla="*/ 128509 h 248419"/>
                <a:gd name="csX171" fmla="*/ 139019 w 206857"/>
                <a:gd name="csY171" fmla="*/ 136631 h 248419"/>
                <a:gd name="csX172" fmla="*/ 129943 w 206857"/>
                <a:gd name="csY172" fmla="*/ 146185 h 248419"/>
                <a:gd name="csX173" fmla="*/ 117521 w 206857"/>
                <a:gd name="csY173" fmla="*/ 158606 h 248419"/>
                <a:gd name="csX174" fmla="*/ 100801 w 206857"/>
                <a:gd name="csY174" fmla="*/ 173416 h 248419"/>
                <a:gd name="csX175" fmla="*/ 96502 w 206857"/>
                <a:gd name="csY175" fmla="*/ 176282 h 248419"/>
                <a:gd name="csX176" fmla="*/ 78348 w 206857"/>
                <a:gd name="csY176" fmla="*/ 185359 h 248419"/>
                <a:gd name="csX177" fmla="*/ 66882 w 206857"/>
                <a:gd name="csY177" fmla="*/ 193003 h 248419"/>
                <a:gd name="csX178" fmla="*/ 61150 w 206857"/>
                <a:gd name="csY178" fmla="*/ 197780 h 248419"/>
                <a:gd name="csX179" fmla="*/ 54939 w 206857"/>
                <a:gd name="csY179" fmla="*/ 202557 h 248419"/>
                <a:gd name="csX180" fmla="*/ 49684 w 206857"/>
                <a:gd name="csY180" fmla="*/ 206857 h 248419"/>
                <a:gd name="csX181" fmla="*/ 34874 w 206857"/>
                <a:gd name="csY181" fmla="*/ 221189 h 248419"/>
                <a:gd name="csX182" fmla="*/ 33441 w 206857"/>
                <a:gd name="csY182" fmla="*/ 222622 h 248419"/>
                <a:gd name="csX183" fmla="*/ 31530 w 206857"/>
                <a:gd name="csY183" fmla="*/ 223577 h 248419"/>
                <a:gd name="csX184" fmla="*/ 29620 w 206857"/>
                <a:gd name="csY184" fmla="*/ 226444 h 248419"/>
                <a:gd name="csX185" fmla="*/ 28664 w 206857"/>
                <a:gd name="csY185" fmla="*/ 227399 h 248419"/>
                <a:gd name="csX186" fmla="*/ 24842 w 206857"/>
                <a:gd name="csY186" fmla="*/ 231221 h 248419"/>
                <a:gd name="csX187" fmla="*/ 22931 w 206857"/>
                <a:gd name="csY187" fmla="*/ 233610 h 248419"/>
                <a:gd name="csX188" fmla="*/ 20065 w 206857"/>
                <a:gd name="csY188" fmla="*/ 235521 h 248419"/>
                <a:gd name="csX189" fmla="*/ 19109 w 206857"/>
                <a:gd name="csY189" fmla="*/ 236954 h 248419"/>
                <a:gd name="csX190" fmla="*/ 18632 w 206857"/>
                <a:gd name="csY190" fmla="*/ 238865 h 248419"/>
                <a:gd name="csX191" fmla="*/ 17676 w 206857"/>
                <a:gd name="csY191" fmla="*/ 239820 h 248419"/>
                <a:gd name="csX192" fmla="*/ 15288 w 206857"/>
                <a:gd name="csY192" fmla="*/ 243642 h 248419"/>
                <a:gd name="csX193" fmla="*/ 13377 w 206857"/>
                <a:gd name="csY193" fmla="*/ 246509 h 248419"/>
                <a:gd name="csX194" fmla="*/ 11466 w 206857"/>
                <a:gd name="csY194" fmla="*/ 248419 h 2484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</a:cxnLst>
              <a:rect l="l" t="t" r="r" b="b"/>
              <a:pathLst>
                <a:path w="206857" h="248419">
                  <a:moveTo>
                    <a:pt x="11466" y="248419"/>
                  </a:moveTo>
                  <a:lnTo>
                    <a:pt x="11466" y="246986"/>
                  </a:lnTo>
                  <a:lnTo>
                    <a:pt x="10988" y="246509"/>
                  </a:lnTo>
                  <a:lnTo>
                    <a:pt x="9077" y="244120"/>
                  </a:lnTo>
                  <a:lnTo>
                    <a:pt x="5733" y="239820"/>
                  </a:lnTo>
                  <a:lnTo>
                    <a:pt x="2866" y="236954"/>
                  </a:lnTo>
                  <a:lnTo>
                    <a:pt x="478" y="233610"/>
                  </a:lnTo>
                  <a:lnTo>
                    <a:pt x="478" y="231221"/>
                  </a:lnTo>
                  <a:lnTo>
                    <a:pt x="478" y="223577"/>
                  </a:lnTo>
                  <a:lnTo>
                    <a:pt x="478" y="208290"/>
                  </a:lnTo>
                  <a:lnTo>
                    <a:pt x="0" y="193003"/>
                  </a:lnTo>
                  <a:lnTo>
                    <a:pt x="0" y="177715"/>
                  </a:lnTo>
                  <a:lnTo>
                    <a:pt x="0" y="170072"/>
                  </a:lnTo>
                  <a:lnTo>
                    <a:pt x="0" y="167205"/>
                  </a:lnTo>
                  <a:lnTo>
                    <a:pt x="478" y="166728"/>
                  </a:lnTo>
                  <a:lnTo>
                    <a:pt x="3344" y="163861"/>
                  </a:lnTo>
                  <a:lnTo>
                    <a:pt x="7644" y="160039"/>
                  </a:lnTo>
                  <a:lnTo>
                    <a:pt x="12899" y="152873"/>
                  </a:lnTo>
                  <a:lnTo>
                    <a:pt x="15765" y="149052"/>
                  </a:lnTo>
                  <a:lnTo>
                    <a:pt x="18154" y="146185"/>
                  </a:lnTo>
                  <a:lnTo>
                    <a:pt x="19109" y="145230"/>
                  </a:lnTo>
                  <a:lnTo>
                    <a:pt x="21020" y="143319"/>
                  </a:lnTo>
                  <a:lnTo>
                    <a:pt x="25320" y="141886"/>
                  </a:lnTo>
                  <a:lnTo>
                    <a:pt x="27709" y="141886"/>
                  </a:lnTo>
                  <a:lnTo>
                    <a:pt x="36307" y="140453"/>
                  </a:lnTo>
                  <a:lnTo>
                    <a:pt x="37741" y="139975"/>
                  </a:lnTo>
                  <a:lnTo>
                    <a:pt x="38218" y="139019"/>
                  </a:lnTo>
                  <a:lnTo>
                    <a:pt x="39174" y="137586"/>
                  </a:lnTo>
                  <a:lnTo>
                    <a:pt x="40607" y="135675"/>
                  </a:lnTo>
                  <a:lnTo>
                    <a:pt x="42996" y="133764"/>
                  </a:lnTo>
                  <a:lnTo>
                    <a:pt x="47295" y="131854"/>
                  </a:lnTo>
                  <a:lnTo>
                    <a:pt x="51117" y="130420"/>
                  </a:lnTo>
                  <a:lnTo>
                    <a:pt x="52073" y="129942"/>
                  </a:lnTo>
                  <a:lnTo>
                    <a:pt x="56850" y="128987"/>
                  </a:lnTo>
                  <a:lnTo>
                    <a:pt x="58283" y="128987"/>
                  </a:lnTo>
                  <a:lnTo>
                    <a:pt x="60194" y="128509"/>
                  </a:lnTo>
                  <a:lnTo>
                    <a:pt x="60672" y="128509"/>
                  </a:lnTo>
                  <a:lnTo>
                    <a:pt x="67360" y="128987"/>
                  </a:lnTo>
                  <a:lnTo>
                    <a:pt x="73093" y="128987"/>
                  </a:lnTo>
                  <a:lnTo>
                    <a:pt x="78348" y="129465"/>
                  </a:lnTo>
                  <a:lnTo>
                    <a:pt x="78825" y="128987"/>
                  </a:lnTo>
                  <a:lnTo>
                    <a:pt x="82647" y="125165"/>
                  </a:lnTo>
                  <a:lnTo>
                    <a:pt x="88858" y="119432"/>
                  </a:lnTo>
                  <a:lnTo>
                    <a:pt x="92680" y="115611"/>
                  </a:lnTo>
                  <a:lnTo>
                    <a:pt x="98890" y="109400"/>
                  </a:lnTo>
                  <a:lnTo>
                    <a:pt x="103189" y="105100"/>
                  </a:lnTo>
                  <a:lnTo>
                    <a:pt x="108445" y="100323"/>
                  </a:lnTo>
                  <a:lnTo>
                    <a:pt x="113222" y="96024"/>
                  </a:lnTo>
                  <a:lnTo>
                    <a:pt x="119432" y="90769"/>
                  </a:lnTo>
                  <a:lnTo>
                    <a:pt x="122777" y="87424"/>
                  </a:lnTo>
                  <a:lnTo>
                    <a:pt x="128987" y="82170"/>
                  </a:lnTo>
                  <a:lnTo>
                    <a:pt x="134242" y="77392"/>
                  </a:lnTo>
                  <a:lnTo>
                    <a:pt x="139019" y="73093"/>
                  </a:lnTo>
                  <a:lnTo>
                    <a:pt x="132331" y="73093"/>
                  </a:lnTo>
                  <a:lnTo>
                    <a:pt x="125643" y="73093"/>
                  </a:lnTo>
                  <a:lnTo>
                    <a:pt x="119432" y="73093"/>
                  </a:lnTo>
                  <a:lnTo>
                    <a:pt x="118000" y="72615"/>
                  </a:lnTo>
                  <a:lnTo>
                    <a:pt x="112744" y="70704"/>
                  </a:lnTo>
                  <a:lnTo>
                    <a:pt x="106056" y="68793"/>
                  </a:lnTo>
                  <a:lnTo>
                    <a:pt x="97457" y="65927"/>
                  </a:lnTo>
                  <a:lnTo>
                    <a:pt x="91246" y="64016"/>
                  </a:lnTo>
                  <a:lnTo>
                    <a:pt x="84558" y="62105"/>
                  </a:lnTo>
                  <a:lnTo>
                    <a:pt x="77870" y="60194"/>
                  </a:lnTo>
                  <a:lnTo>
                    <a:pt x="72615" y="58761"/>
                  </a:lnTo>
                  <a:lnTo>
                    <a:pt x="66405" y="56850"/>
                  </a:lnTo>
                  <a:lnTo>
                    <a:pt x="60672" y="54939"/>
                  </a:lnTo>
                  <a:lnTo>
                    <a:pt x="60194" y="54461"/>
                  </a:lnTo>
                  <a:lnTo>
                    <a:pt x="56850" y="52073"/>
                  </a:lnTo>
                  <a:lnTo>
                    <a:pt x="52550" y="48728"/>
                  </a:lnTo>
                  <a:lnTo>
                    <a:pt x="52073" y="48251"/>
                  </a:lnTo>
                  <a:lnTo>
                    <a:pt x="50162" y="47773"/>
                  </a:lnTo>
                  <a:lnTo>
                    <a:pt x="48251" y="45862"/>
                  </a:lnTo>
                  <a:lnTo>
                    <a:pt x="46340" y="43474"/>
                  </a:lnTo>
                  <a:lnTo>
                    <a:pt x="44907" y="40607"/>
                  </a:lnTo>
                  <a:lnTo>
                    <a:pt x="43951" y="38696"/>
                  </a:lnTo>
                  <a:lnTo>
                    <a:pt x="42040" y="37741"/>
                  </a:lnTo>
                  <a:lnTo>
                    <a:pt x="40607" y="36308"/>
                  </a:lnTo>
                  <a:lnTo>
                    <a:pt x="38696" y="33919"/>
                  </a:lnTo>
                  <a:lnTo>
                    <a:pt x="37263" y="32486"/>
                  </a:lnTo>
                  <a:lnTo>
                    <a:pt x="36786" y="31530"/>
                  </a:lnTo>
                  <a:lnTo>
                    <a:pt x="36307" y="29619"/>
                  </a:lnTo>
                  <a:lnTo>
                    <a:pt x="34874" y="27231"/>
                  </a:lnTo>
                  <a:lnTo>
                    <a:pt x="33919" y="25798"/>
                  </a:lnTo>
                  <a:lnTo>
                    <a:pt x="33441" y="25320"/>
                  </a:lnTo>
                  <a:lnTo>
                    <a:pt x="33919" y="24842"/>
                  </a:lnTo>
                  <a:lnTo>
                    <a:pt x="35830" y="21976"/>
                  </a:lnTo>
                  <a:lnTo>
                    <a:pt x="36786" y="21020"/>
                  </a:lnTo>
                  <a:lnTo>
                    <a:pt x="37741" y="19587"/>
                  </a:lnTo>
                  <a:lnTo>
                    <a:pt x="38696" y="18632"/>
                  </a:lnTo>
                  <a:lnTo>
                    <a:pt x="38696" y="18154"/>
                  </a:lnTo>
                  <a:lnTo>
                    <a:pt x="41563" y="14332"/>
                  </a:lnTo>
                  <a:lnTo>
                    <a:pt x="43473" y="10988"/>
                  </a:lnTo>
                  <a:lnTo>
                    <a:pt x="45384" y="8599"/>
                  </a:lnTo>
                  <a:lnTo>
                    <a:pt x="49206" y="11466"/>
                  </a:lnTo>
                  <a:lnTo>
                    <a:pt x="53028" y="17198"/>
                  </a:lnTo>
                  <a:lnTo>
                    <a:pt x="57328" y="21976"/>
                  </a:lnTo>
                  <a:lnTo>
                    <a:pt x="63538" y="26275"/>
                  </a:lnTo>
                  <a:lnTo>
                    <a:pt x="65927" y="27708"/>
                  </a:lnTo>
                  <a:lnTo>
                    <a:pt x="67838" y="28664"/>
                  </a:lnTo>
                  <a:lnTo>
                    <a:pt x="78825" y="28186"/>
                  </a:lnTo>
                  <a:lnTo>
                    <a:pt x="86947" y="24364"/>
                  </a:lnTo>
                  <a:lnTo>
                    <a:pt x="94113" y="21498"/>
                  </a:lnTo>
                  <a:lnTo>
                    <a:pt x="96502" y="21020"/>
                  </a:lnTo>
                  <a:lnTo>
                    <a:pt x="100323" y="21976"/>
                  </a:lnTo>
                  <a:lnTo>
                    <a:pt x="105100" y="21976"/>
                  </a:lnTo>
                  <a:lnTo>
                    <a:pt x="108923" y="22931"/>
                  </a:lnTo>
                  <a:lnTo>
                    <a:pt x="111311" y="22453"/>
                  </a:lnTo>
                  <a:lnTo>
                    <a:pt x="119432" y="19587"/>
                  </a:lnTo>
                  <a:lnTo>
                    <a:pt x="124210" y="16243"/>
                  </a:lnTo>
                  <a:lnTo>
                    <a:pt x="128032" y="14810"/>
                  </a:lnTo>
                  <a:lnTo>
                    <a:pt x="128987" y="14810"/>
                  </a:lnTo>
                  <a:lnTo>
                    <a:pt x="133764" y="15765"/>
                  </a:lnTo>
                  <a:lnTo>
                    <a:pt x="139975" y="15287"/>
                  </a:lnTo>
                  <a:lnTo>
                    <a:pt x="148096" y="12421"/>
                  </a:lnTo>
                  <a:lnTo>
                    <a:pt x="150962" y="11943"/>
                  </a:lnTo>
                  <a:lnTo>
                    <a:pt x="152873" y="11943"/>
                  </a:lnTo>
                  <a:lnTo>
                    <a:pt x="157651" y="13376"/>
                  </a:lnTo>
                  <a:lnTo>
                    <a:pt x="158128" y="13376"/>
                  </a:lnTo>
                  <a:lnTo>
                    <a:pt x="160517" y="12899"/>
                  </a:lnTo>
                  <a:lnTo>
                    <a:pt x="167205" y="11466"/>
                  </a:lnTo>
                  <a:lnTo>
                    <a:pt x="171983" y="9555"/>
                  </a:lnTo>
                  <a:lnTo>
                    <a:pt x="181537" y="8121"/>
                  </a:lnTo>
                  <a:lnTo>
                    <a:pt x="188703" y="4777"/>
                  </a:lnTo>
                  <a:lnTo>
                    <a:pt x="189659" y="2867"/>
                  </a:lnTo>
                  <a:lnTo>
                    <a:pt x="192048" y="478"/>
                  </a:lnTo>
                  <a:lnTo>
                    <a:pt x="194914" y="0"/>
                  </a:lnTo>
                  <a:lnTo>
                    <a:pt x="203035" y="2389"/>
                  </a:lnTo>
                  <a:lnTo>
                    <a:pt x="203991" y="2867"/>
                  </a:lnTo>
                  <a:lnTo>
                    <a:pt x="203513" y="4300"/>
                  </a:lnTo>
                  <a:lnTo>
                    <a:pt x="203513" y="5733"/>
                  </a:lnTo>
                  <a:lnTo>
                    <a:pt x="201602" y="8599"/>
                  </a:lnTo>
                  <a:lnTo>
                    <a:pt x="200646" y="11943"/>
                  </a:lnTo>
                  <a:lnTo>
                    <a:pt x="201602" y="16721"/>
                  </a:lnTo>
                  <a:lnTo>
                    <a:pt x="202080" y="24364"/>
                  </a:lnTo>
                  <a:lnTo>
                    <a:pt x="201602" y="25320"/>
                  </a:lnTo>
                  <a:lnTo>
                    <a:pt x="201124" y="26275"/>
                  </a:lnTo>
                  <a:lnTo>
                    <a:pt x="201124" y="27231"/>
                  </a:lnTo>
                  <a:lnTo>
                    <a:pt x="200169" y="27708"/>
                  </a:lnTo>
                  <a:lnTo>
                    <a:pt x="199691" y="28186"/>
                  </a:lnTo>
                  <a:lnTo>
                    <a:pt x="200169" y="28186"/>
                  </a:lnTo>
                  <a:lnTo>
                    <a:pt x="203035" y="27708"/>
                  </a:lnTo>
                  <a:lnTo>
                    <a:pt x="202557" y="26753"/>
                  </a:lnTo>
                  <a:lnTo>
                    <a:pt x="203035" y="26275"/>
                  </a:lnTo>
                  <a:lnTo>
                    <a:pt x="204946" y="27231"/>
                  </a:lnTo>
                  <a:lnTo>
                    <a:pt x="206379" y="27708"/>
                  </a:lnTo>
                  <a:lnTo>
                    <a:pt x="206857" y="28664"/>
                  </a:lnTo>
                  <a:lnTo>
                    <a:pt x="206857" y="29142"/>
                  </a:lnTo>
                  <a:lnTo>
                    <a:pt x="204468" y="29142"/>
                  </a:lnTo>
                  <a:lnTo>
                    <a:pt x="203035" y="28186"/>
                  </a:lnTo>
                  <a:lnTo>
                    <a:pt x="199691" y="29142"/>
                  </a:lnTo>
                  <a:lnTo>
                    <a:pt x="197780" y="30097"/>
                  </a:lnTo>
                  <a:lnTo>
                    <a:pt x="197302" y="31530"/>
                  </a:lnTo>
                  <a:lnTo>
                    <a:pt x="196825" y="37741"/>
                  </a:lnTo>
                  <a:lnTo>
                    <a:pt x="195869" y="41563"/>
                  </a:lnTo>
                  <a:lnTo>
                    <a:pt x="195869" y="46817"/>
                  </a:lnTo>
                  <a:lnTo>
                    <a:pt x="193003" y="50162"/>
                  </a:lnTo>
                  <a:lnTo>
                    <a:pt x="192048" y="52550"/>
                  </a:lnTo>
                  <a:lnTo>
                    <a:pt x="187748" y="57328"/>
                  </a:lnTo>
                  <a:lnTo>
                    <a:pt x="185837" y="61627"/>
                  </a:lnTo>
                  <a:lnTo>
                    <a:pt x="184882" y="63538"/>
                  </a:lnTo>
                  <a:lnTo>
                    <a:pt x="181537" y="69271"/>
                  </a:lnTo>
                  <a:lnTo>
                    <a:pt x="176282" y="73570"/>
                  </a:lnTo>
                  <a:lnTo>
                    <a:pt x="174371" y="79303"/>
                  </a:lnTo>
                  <a:lnTo>
                    <a:pt x="172938" y="82647"/>
                  </a:lnTo>
                  <a:lnTo>
                    <a:pt x="170550" y="85991"/>
                  </a:lnTo>
                  <a:lnTo>
                    <a:pt x="166250" y="91247"/>
                  </a:lnTo>
                  <a:lnTo>
                    <a:pt x="163861" y="95068"/>
                  </a:lnTo>
                  <a:lnTo>
                    <a:pt x="161473" y="101756"/>
                  </a:lnTo>
                  <a:lnTo>
                    <a:pt x="160517" y="106056"/>
                  </a:lnTo>
                  <a:lnTo>
                    <a:pt x="152396" y="118477"/>
                  </a:lnTo>
                  <a:lnTo>
                    <a:pt x="144275" y="128509"/>
                  </a:lnTo>
                  <a:lnTo>
                    <a:pt x="139019" y="136631"/>
                  </a:lnTo>
                  <a:lnTo>
                    <a:pt x="129943" y="146185"/>
                  </a:lnTo>
                  <a:lnTo>
                    <a:pt x="117521" y="158606"/>
                  </a:lnTo>
                  <a:lnTo>
                    <a:pt x="100801" y="173416"/>
                  </a:lnTo>
                  <a:lnTo>
                    <a:pt x="96502" y="176282"/>
                  </a:lnTo>
                  <a:lnTo>
                    <a:pt x="78348" y="185359"/>
                  </a:lnTo>
                  <a:lnTo>
                    <a:pt x="66882" y="193003"/>
                  </a:lnTo>
                  <a:lnTo>
                    <a:pt x="61150" y="197780"/>
                  </a:lnTo>
                  <a:lnTo>
                    <a:pt x="54939" y="202557"/>
                  </a:lnTo>
                  <a:lnTo>
                    <a:pt x="49684" y="206857"/>
                  </a:lnTo>
                  <a:lnTo>
                    <a:pt x="34874" y="221189"/>
                  </a:lnTo>
                  <a:lnTo>
                    <a:pt x="33441" y="222622"/>
                  </a:lnTo>
                  <a:lnTo>
                    <a:pt x="31530" y="223577"/>
                  </a:lnTo>
                  <a:lnTo>
                    <a:pt x="29620" y="226444"/>
                  </a:lnTo>
                  <a:lnTo>
                    <a:pt x="28664" y="227399"/>
                  </a:lnTo>
                  <a:lnTo>
                    <a:pt x="24842" y="231221"/>
                  </a:lnTo>
                  <a:lnTo>
                    <a:pt x="22931" y="233610"/>
                  </a:lnTo>
                  <a:lnTo>
                    <a:pt x="20065" y="235521"/>
                  </a:lnTo>
                  <a:lnTo>
                    <a:pt x="19109" y="236954"/>
                  </a:lnTo>
                  <a:lnTo>
                    <a:pt x="18632" y="238865"/>
                  </a:lnTo>
                  <a:lnTo>
                    <a:pt x="17676" y="239820"/>
                  </a:lnTo>
                  <a:lnTo>
                    <a:pt x="15288" y="243642"/>
                  </a:lnTo>
                  <a:lnTo>
                    <a:pt x="13377" y="246509"/>
                  </a:lnTo>
                  <a:lnTo>
                    <a:pt x="11466" y="24841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4" name="Freeform 5433">
              <a:extLst>
                <a:ext uri="{FF2B5EF4-FFF2-40B4-BE49-F238E27FC236}">
                  <a16:creationId xmlns:a16="http://schemas.microsoft.com/office/drawing/2014/main" id="{CB59ECC7-6BDE-C1A6-0068-7B4CA1DDFEA7}"/>
                </a:ext>
              </a:extLst>
            </p:cNvPr>
            <p:cNvSpPr/>
            <p:nvPr/>
          </p:nvSpPr>
          <p:spPr>
            <a:xfrm>
              <a:off x="4732559" y="4625974"/>
              <a:ext cx="80258" cy="75481"/>
            </a:xfrm>
            <a:custGeom>
              <a:avLst/>
              <a:gdLst>
                <a:gd name="csX0" fmla="*/ 77392 w 80258"/>
                <a:gd name="csY0" fmla="*/ 11465 h 75481"/>
                <a:gd name="csX1" fmla="*/ 75481 w 80258"/>
                <a:gd name="csY1" fmla="*/ 12899 h 75481"/>
                <a:gd name="csX2" fmla="*/ 73570 w 80258"/>
                <a:gd name="csY2" fmla="*/ 14809 h 75481"/>
                <a:gd name="csX3" fmla="*/ 71182 w 80258"/>
                <a:gd name="csY3" fmla="*/ 17676 h 75481"/>
                <a:gd name="csX4" fmla="*/ 71659 w 80258"/>
                <a:gd name="csY4" fmla="*/ 18631 h 75481"/>
                <a:gd name="csX5" fmla="*/ 70704 w 80258"/>
                <a:gd name="csY5" fmla="*/ 19587 h 75481"/>
                <a:gd name="csX6" fmla="*/ 70704 w 80258"/>
                <a:gd name="csY6" fmla="*/ 21020 h 75481"/>
                <a:gd name="csX7" fmla="*/ 70704 w 80258"/>
                <a:gd name="csY7" fmla="*/ 22453 h 75481"/>
                <a:gd name="csX8" fmla="*/ 71659 w 80258"/>
                <a:gd name="csY8" fmla="*/ 23886 h 75481"/>
                <a:gd name="csX9" fmla="*/ 71659 w 80258"/>
                <a:gd name="csY9" fmla="*/ 25797 h 75481"/>
                <a:gd name="csX10" fmla="*/ 71182 w 80258"/>
                <a:gd name="csY10" fmla="*/ 27231 h 75481"/>
                <a:gd name="csX11" fmla="*/ 71659 w 80258"/>
                <a:gd name="csY11" fmla="*/ 28664 h 75481"/>
                <a:gd name="csX12" fmla="*/ 72137 w 80258"/>
                <a:gd name="csY12" fmla="*/ 30097 h 75481"/>
                <a:gd name="csX13" fmla="*/ 72615 w 80258"/>
                <a:gd name="csY13" fmla="*/ 32008 h 75481"/>
                <a:gd name="csX14" fmla="*/ 72615 w 80258"/>
                <a:gd name="csY14" fmla="*/ 32486 h 75481"/>
                <a:gd name="csX15" fmla="*/ 73093 w 80258"/>
                <a:gd name="csY15" fmla="*/ 32963 h 75481"/>
                <a:gd name="csX16" fmla="*/ 73570 w 80258"/>
                <a:gd name="csY16" fmla="*/ 33919 h 75481"/>
                <a:gd name="csX17" fmla="*/ 73570 w 80258"/>
                <a:gd name="csY17" fmla="*/ 35352 h 75481"/>
                <a:gd name="csX18" fmla="*/ 75004 w 80258"/>
                <a:gd name="csY18" fmla="*/ 38218 h 75481"/>
                <a:gd name="csX19" fmla="*/ 76437 w 80258"/>
                <a:gd name="csY19" fmla="*/ 39174 h 75481"/>
                <a:gd name="csX20" fmla="*/ 77870 w 80258"/>
                <a:gd name="csY20" fmla="*/ 40607 h 75481"/>
                <a:gd name="csX21" fmla="*/ 78825 w 80258"/>
                <a:gd name="csY21" fmla="*/ 41563 h 75481"/>
                <a:gd name="csX22" fmla="*/ 79781 w 80258"/>
                <a:gd name="csY22" fmla="*/ 42996 h 75481"/>
                <a:gd name="csX23" fmla="*/ 80259 w 80258"/>
                <a:gd name="csY23" fmla="*/ 42996 h 75481"/>
                <a:gd name="csX24" fmla="*/ 80259 w 80258"/>
                <a:gd name="csY24" fmla="*/ 43473 h 75481"/>
                <a:gd name="csX25" fmla="*/ 80259 w 80258"/>
                <a:gd name="csY25" fmla="*/ 44906 h 75481"/>
                <a:gd name="csX26" fmla="*/ 80259 w 80258"/>
                <a:gd name="csY26" fmla="*/ 46340 h 75481"/>
                <a:gd name="csX27" fmla="*/ 78825 w 80258"/>
                <a:gd name="csY27" fmla="*/ 47773 h 75481"/>
                <a:gd name="csX28" fmla="*/ 76437 w 80258"/>
                <a:gd name="csY28" fmla="*/ 51117 h 75481"/>
                <a:gd name="csX29" fmla="*/ 76437 w 80258"/>
                <a:gd name="csY29" fmla="*/ 52072 h 75481"/>
                <a:gd name="csX30" fmla="*/ 76915 w 80258"/>
                <a:gd name="csY30" fmla="*/ 54461 h 75481"/>
                <a:gd name="csX31" fmla="*/ 76437 w 80258"/>
                <a:gd name="csY31" fmla="*/ 56850 h 75481"/>
                <a:gd name="csX32" fmla="*/ 76437 w 80258"/>
                <a:gd name="csY32" fmla="*/ 57805 h 75481"/>
                <a:gd name="csX33" fmla="*/ 75004 w 80258"/>
                <a:gd name="csY33" fmla="*/ 59716 h 75481"/>
                <a:gd name="csX34" fmla="*/ 72137 w 80258"/>
                <a:gd name="csY34" fmla="*/ 64016 h 75481"/>
                <a:gd name="csX35" fmla="*/ 70704 w 80258"/>
                <a:gd name="csY35" fmla="*/ 64971 h 75481"/>
                <a:gd name="csX36" fmla="*/ 69749 w 80258"/>
                <a:gd name="csY36" fmla="*/ 66404 h 75481"/>
                <a:gd name="csX37" fmla="*/ 68793 w 80258"/>
                <a:gd name="csY37" fmla="*/ 66404 h 75481"/>
                <a:gd name="csX38" fmla="*/ 68316 w 80258"/>
                <a:gd name="csY38" fmla="*/ 66404 h 75481"/>
                <a:gd name="csX39" fmla="*/ 68316 w 80258"/>
                <a:gd name="csY39" fmla="*/ 66404 h 75481"/>
                <a:gd name="csX40" fmla="*/ 67838 w 80258"/>
                <a:gd name="csY40" fmla="*/ 66404 h 75481"/>
                <a:gd name="csX41" fmla="*/ 67360 w 80258"/>
                <a:gd name="csY41" fmla="*/ 66404 h 75481"/>
                <a:gd name="csX42" fmla="*/ 66405 w 80258"/>
                <a:gd name="csY42" fmla="*/ 65927 h 75481"/>
                <a:gd name="csX43" fmla="*/ 66405 w 80258"/>
                <a:gd name="csY43" fmla="*/ 65449 h 75481"/>
                <a:gd name="csX44" fmla="*/ 65927 w 80258"/>
                <a:gd name="csY44" fmla="*/ 64493 h 75481"/>
                <a:gd name="csX45" fmla="*/ 64971 w 80258"/>
                <a:gd name="csY45" fmla="*/ 64016 h 75481"/>
                <a:gd name="csX46" fmla="*/ 63538 w 80258"/>
                <a:gd name="csY46" fmla="*/ 64493 h 75481"/>
                <a:gd name="csX47" fmla="*/ 63060 w 80258"/>
                <a:gd name="csY47" fmla="*/ 64493 h 75481"/>
                <a:gd name="csX48" fmla="*/ 62105 w 80258"/>
                <a:gd name="csY48" fmla="*/ 63538 h 75481"/>
                <a:gd name="csX49" fmla="*/ 61150 w 80258"/>
                <a:gd name="csY49" fmla="*/ 62582 h 75481"/>
                <a:gd name="csX50" fmla="*/ 61150 w 80258"/>
                <a:gd name="csY50" fmla="*/ 62582 h 75481"/>
                <a:gd name="csX51" fmla="*/ 60672 w 80258"/>
                <a:gd name="csY51" fmla="*/ 61627 h 75481"/>
                <a:gd name="csX52" fmla="*/ 60194 w 80258"/>
                <a:gd name="csY52" fmla="*/ 61627 h 75481"/>
                <a:gd name="csX53" fmla="*/ 59239 w 80258"/>
                <a:gd name="csY53" fmla="*/ 62582 h 75481"/>
                <a:gd name="csX54" fmla="*/ 58283 w 80258"/>
                <a:gd name="csY54" fmla="*/ 62582 h 75481"/>
                <a:gd name="csX55" fmla="*/ 57328 w 80258"/>
                <a:gd name="csY55" fmla="*/ 62582 h 75481"/>
                <a:gd name="csX56" fmla="*/ 57328 w 80258"/>
                <a:gd name="csY56" fmla="*/ 62582 h 75481"/>
                <a:gd name="csX57" fmla="*/ 56850 w 80258"/>
                <a:gd name="csY57" fmla="*/ 62582 h 75481"/>
                <a:gd name="csX58" fmla="*/ 54939 w 80258"/>
                <a:gd name="csY58" fmla="*/ 63538 h 75481"/>
                <a:gd name="csX59" fmla="*/ 53506 w 80258"/>
                <a:gd name="csY59" fmla="*/ 63538 h 75481"/>
                <a:gd name="csX60" fmla="*/ 53028 w 80258"/>
                <a:gd name="csY60" fmla="*/ 64493 h 75481"/>
                <a:gd name="csX61" fmla="*/ 47295 w 80258"/>
                <a:gd name="csY61" fmla="*/ 64971 h 75481"/>
                <a:gd name="csX62" fmla="*/ 45862 w 80258"/>
                <a:gd name="csY62" fmla="*/ 64971 h 75481"/>
                <a:gd name="csX63" fmla="*/ 42996 w 80258"/>
                <a:gd name="csY63" fmla="*/ 63538 h 75481"/>
                <a:gd name="csX64" fmla="*/ 42040 w 80258"/>
                <a:gd name="csY64" fmla="*/ 63060 h 75481"/>
                <a:gd name="csX65" fmla="*/ 41563 w 80258"/>
                <a:gd name="csY65" fmla="*/ 63060 h 75481"/>
                <a:gd name="csX66" fmla="*/ 41085 w 80258"/>
                <a:gd name="csY66" fmla="*/ 63060 h 75481"/>
                <a:gd name="csX67" fmla="*/ 40607 w 80258"/>
                <a:gd name="csY67" fmla="*/ 63538 h 75481"/>
                <a:gd name="csX68" fmla="*/ 40129 w 80258"/>
                <a:gd name="csY68" fmla="*/ 65449 h 75481"/>
                <a:gd name="csX69" fmla="*/ 39652 w 80258"/>
                <a:gd name="csY69" fmla="*/ 65927 h 75481"/>
                <a:gd name="csX70" fmla="*/ 38696 w 80258"/>
                <a:gd name="csY70" fmla="*/ 66404 h 75481"/>
                <a:gd name="csX71" fmla="*/ 38696 w 80258"/>
                <a:gd name="csY71" fmla="*/ 66882 h 75481"/>
                <a:gd name="csX72" fmla="*/ 38218 w 80258"/>
                <a:gd name="csY72" fmla="*/ 66882 h 75481"/>
                <a:gd name="csX73" fmla="*/ 37741 w 80258"/>
                <a:gd name="csY73" fmla="*/ 67838 h 75481"/>
                <a:gd name="csX74" fmla="*/ 37741 w 80258"/>
                <a:gd name="csY74" fmla="*/ 67838 h 75481"/>
                <a:gd name="csX75" fmla="*/ 39174 w 80258"/>
                <a:gd name="csY75" fmla="*/ 68315 h 75481"/>
                <a:gd name="csX76" fmla="*/ 40129 w 80258"/>
                <a:gd name="csY76" fmla="*/ 69748 h 75481"/>
                <a:gd name="csX77" fmla="*/ 41563 w 80258"/>
                <a:gd name="csY77" fmla="*/ 70704 h 75481"/>
                <a:gd name="csX78" fmla="*/ 42518 w 80258"/>
                <a:gd name="csY78" fmla="*/ 71659 h 75481"/>
                <a:gd name="csX79" fmla="*/ 42040 w 80258"/>
                <a:gd name="csY79" fmla="*/ 73093 h 75481"/>
                <a:gd name="csX80" fmla="*/ 42040 w 80258"/>
                <a:gd name="csY80" fmla="*/ 74526 h 75481"/>
                <a:gd name="csX81" fmla="*/ 41563 w 80258"/>
                <a:gd name="csY81" fmla="*/ 75004 h 75481"/>
                <a:gd name="csX82" fmla="*/ 40129 w 80258"/>
                <a:gd name="csY82" fmla="*/ 75481 h 75481"/>
                <a:gd name="csX83" fmla="*/ 36308 w 80258"/>
                <a:gd name="csY83" fmla="*/ 74526 h 75481"/>
                <a:gd name="csX84" fmla="*/ 32963 w 80258"/>
                <a:gd name="csY84" fmla="*/ 73570 h 75481"/>
                <a:gd name="csX85" fmla="*/ 31530 w 80258"/>
                <a:gd name="csY85" fmla="*/ 73570 h 75481"/>
                <a:gd name="csX86" fmla="*/ 31052 w 80258"/>
                <a:gd name="csY86" fmla="*/ 73570 h 75481"/>
                <a:gd name="csX87" fmla="*/ 30097 w 80258"/>
                <a:gd name="csY87" fmla="*/ 73093 h 75481"/>
                <a:gd name="csX88" fmla="*/ 29619 w 80258"/>
                <a:gd name="csY88" fmla="*/ 72137 h 75481"/>
                <a:gd name="csX89" fmla="*/ 28186 w 80258"/>
                <a:gd name="csY89" fmla="*/ 72137 h 75481"/>
                <a:gd name="csX90" fmla="*/ 26753 w 80258"/>
                <a:gd name="csY90" fmla="*/ 71659 h 75481"/>
                <a:gd name="csX91" fmla="*/ 25320 w 80258"/>
                <a:gd name="csY91" fmla="*/ 70226 h 75481"/>
                <a:gd name="csX92" fmla="*/ 24364 w 80258"/>
                <a:gd name="csY92" fmla="*/ 68315 h 75481"/>
                <a:gd name="csX93" fmla="*/ 23886 w 80258"/>
                <a:gd name="csY93" fmla="*/ 67360 h 75481"/>
                <a:gd name="csX94" fmla="*/ 22931 w 80258"/>
                <a:gd name="csY94" fmla="*/ 66404 h 75481"/>
                <a:gd name="csX95" fmla="*/ 21976 w 80258"/>
                <a:gd name="csY95" fmla="*/ 65449 h 75481"/>
                <a:gd name="csX96" fmla="*/ 21976 w 80258"/>
                <a:gd name="csY96" fmla="*/ 64016 h 75481"/>
                <a:gd name="csX97" fmla="*/ 21020 w 80258"/>
                <a:gd name="csY97" fmla="*/ 63060 h 75481"/>
                <a:gd name="csX98" fmla="*/ 21020 w 80258"/>
                <a:gd name="csY98" fmla="*/ 63060 h 75481"/>
                <a:gd name="csX99" fmla="*/ 20543 w 80258"/>
                <a:gd name="csY99" fmla="*/ 61627 h 75481"/>
                <a:gd name="csX100" fmla="*/ 20065 w 80258"/>
                <a:gd name="csY100" fmla="*/ 61149 h 75481"/>
                <a:gd name="csX101" fmla="*/ 20065 w 80258"/>
                <a:gd name="csY101" fmla="*/ 60672 h 75481"/>
                <a:gd name="csX102" fmla="*/ 19587 w 80258"/>
                <a:gd name="csY102" fmla="*/ 60194 h 75481"/>
                <a:gd name="csX103" fmla="*/ 19109 w 80258"/>
                <a:gd name="csY103" fmla="*/ 58761 h 75481"/>
                <a:gd name="csX104" fmla="*/ 18632 w 80258"/>
                <a:gd name="csY104" fmla="*/ 58761 h 75481"/>
                <a:gd name="csX105" fmla="*/ 18632 w 80258"/>
                <a:gd name="csY105" fmla="*/ 58283 h 75481"/>
                <a:gd name="csX106" fmla="*/ 17676 w 80258"/>
                <a:gd name="csY106" fmla="*/ 57328 h 75481"/>
                <a:gd name="csX107" fmla="*/ 16721 w 80258"/>
                <a:gd name="csY107" fmla="*/ 56850 h 75481"/>
                <a:gd name="csX108" fmla="*/ 16721 w 80258"/>
                <a:gd name="csY108" fmla="*/ 56372 h 75481"/>
                <a:gd name="csX109" fmla="*/ 16721 w 80258"/>
                <a:gd name="csY109" fmla="*/ 54939 h 75481"/>
                <a:gd name="csX110" fmla="*/ 16243 w 80258"/>
                <a:gd name="csY110" fmla="*/ 54461 h 75481"/>
                <a:gd name="csX111" fmla="*/ 16243 w 80258"/>
                <a:gd name="csY111" fmla="*/ 53028 h 75481"/>
                <a:gd name="csX112" fmla="*/ 16243 w 80258"/>
                <a:gd name="csY112" fmla="*/ 52550 h 75481"/>
                <a:gd name="csX113" fmla="*/ 15765 w 80258"/>
                <a:gd name="csY113" fmla="*/ 51595 h 75481"/>
                <a:gd name="csX114" fmla="*/ 15287 w 80258"/>
                <a:gd name="csY114" fmla="*/ 51595 h 75481"/>
                <a:gd name="csX115" fmla="*/ 15287 w 80258"/>
                <a:gd name="csY115" fmla="*/ 50162 h 75481"/>
                <a:gd name="csX116" fmla="*/ 14810 w 80258"/>
                <a:gd name="csY116" fmla="*/ 47773 h 75481"/>
                <a:gd name="csX117" fmla="*/ 14810 w 80258"/>
                <a:gd name="csY117" fmla="*/ 47295 h 75481"/>
                <a:gd name="csX118" fmla="*/ 12421 w 80258"/>
                <a:gd name="csY118" fmla="*/ 47773 h 75481"/>
                <a:gd name="csX119" fmla="*/ 11943 w 80258"/>
                <a:gd name="csY119" fmla="*/ 47773 h 75481"/>
                <a:gd name="csX120" fmla="*/ 10988 w 80258"/>
                <a:gd name="csY120" fmla="*/ 47773 h 75481"/>
                <a:gd name="csX121" fmla="*/ 10032 w 80258"/>
                <a:gd name="csY121" fmla="*/ 47773 h 75481"/>
                <a:gd name="csX122" fmla="*/ 9077 w 80258"/>
                <a:gd name="csY122" fmla="*/ 47773 h 75481"/>
                <a:gd name="csX123" fmla="*/ 8121 w 80258"/>
                <a:gd name="csY123" fmla="*/ 47295 h 75481"/>
                <a:gd name="csX124" fmla="*/ 7644 w 80258"/>
                <a:gd name="csY124" fmla="*/ 46817 h 75481"/>
                <a:gd name="csX125" fmla="*/ 8121 w 80258"/>
                <a:gd name="csY125" fmla="*/ 44906 h 75481"/>
                <a:gd name="csX126" fmla="*/ 6688 w 80258"/>
                <a:gd name="csY126" fmla="*/ 43473 h 75481"/>
                <a:gd name="csX127" fmla="*/ 4300 w 80258"/>
                <a:gd name="csY127" fmla="*/ 42040 h 75481"/>
                <a:gd name="csX128" fmla="*/ 3822 w 80258"/>
                <a:gd name="csY128" fmla="*/ 40129 h 75481"/>
                <a:gd name="csX129" fmla="*/ 2867 w 80258"/>
                <a:gd name="csY129" fmla="*/ 38696 h 75481"/>
                <a:gd name="csX130" fmla="*/ 478 w 80258"/>
                <a:gd name="csY130" fmla="*/ 36307 h 75481"/>
                <a:gd name="csX131" fmla="*/ 0 w 80258"/>
                <a:gd name="csY131" fmla="*/ 34397 h 75481"/>
                <a:gd name="csX132" fmla="*/ 0 w 80258"/>
                <a:gd name="csY132" fmla="*/ 32963 h 75481"/>
                <a:gd name="csX133" fmla="*/ 956 w 80258"/>
                <a:gd name="csY133" fmla="*/ 32008 h 75481"/>
                <a:gd name="csX134" fmla="*/ 1911 w 80258"/>
                <a:gd name="csY134" fmla="*/ 30097 h 75481"/>
                <a:gd name="csX135" fmla="*/ 2389 w 80258"/>
                <a:gd name="csY135" fmla="*/ 28186 h 75481"/>
                <a:gd name="csX136" fmla="*/ 2867 w 80258"/>
                <a:gd name="csY136" fmla="*/ 27231 h 75481"/>
                <a:gd name="csX137" fmla="*/ 3344 w 80258"/>
                <a:gd name="csY137" fmla="*/ 25797 h 75481"/>
                <a:gd name="csX138" fmla="*/ 3822 w 80258"/>
                <a:gd name="csY138" fmla="*/ 24364 h 75481"/>
                <a:gd name="csX139" fmla="*/ 3822 w 80258"/>
                <a:gd name="csY139" fmla="*/ 22931 h 75481"/>
                <a:gd name="csX140" fmla="*/ 2867 w 80258"/>
                <a:gd name="csY140" fmla="*/ 21975 h 75481"/>
                <a:gd name="csX141" fmla="*/ 2389 w 80258"/>
                <a:gd name="csY141" fmla="*/ 21498 h 75481"/>
                <a:gd name="csX142" fmla="*/ 3344 w 80258"/>
                <a:gd name="csY142" fmla="*/ 20542 h 75481"/>
                <a:gd name="csX143" fmla="*/ 4300 w 80258"/>
                <a:gd name="csY143" fmla="*/ 19587 h 75481"/>
                <a:gd name="csX144" fmla="*/ 4777 w 80258"/>
                <a:gd name="csY144" fmla="*/ 19587 h 75481"/>
                <a:gd name="csX145" fmla="*/ 5733 w 80258"/>
                <a:gd name="csY145" fmla="*/ 19109 h 75481"/>
                <a:gd name="csX146" fmla="*/ 6688 w 80258"/>
                <a:gd name="csY146" fmla="*/ 18154 h 75481"/>
                <a:gd name="csX147" fmla="*/ 8121 w 80258"/>
                <a:gd name="csY147" fmla="*/ 18154 h 75481"/>
                <a:gd name="csX148" fmla="*/ 9555 w 80258"/>
                <a:gd name="csY148" fmla="*/ 18154 h 75481"/>
                <a:gd name="csX149" fmla="*/ 12421 w 80258"/>
                <a:gd name="csY149" fmla="*/ 18154 h 75481"/>
                <a:gd name="csX150" fmla="*/ 14332 w 80258"/>
                <a:gd name="csY150" fmla="*/ 17676 h 75481"/>
                <a:gd name="csX151" fmla="*/ 14810 w 80258"/>
                <a:gd name="csY151" fmla="*/ 17198 h 75481"/>
                <a:gd name="csX152" fmla="*/ 14810 w 80258"/>
                <a:gd name="csY152" fmla="*/ 16243 h 75481"/>
                <a:gd name="csX153" fmla="*/ 15287 w 80258"/>
                <a:gd name="csY153" fmla="*/ 15287 h 75481"/>
                <a:gd name="csX154" fmla="*/ 16243 w 80258"/>
                <a:gd name="csY154" fmla="*/ 14809 h 75481"/>
                <a:gd name="csX155" fmla="*/ 16721 w 80258"/>
                <a:gd name="csY155" fmla="*/ 14809 h 75481"/>
                <a:gd name="csX156" fmla="*/ 16721 w 80258"/>
                <a:gd name="csY156" fmla="*/ 14332 h 75481"/>
                <a:gd name="csX157" fmla="*/ 16721 w 80258"/>
                <a:gd name="csY157" fmla="*/ 13854 h 75481"/>
                <a:gd name="csX158" fmla="*/ 16243 w 80258"/>
                <a:gd name="csY158" fmla="*/ 13854 h 75481"/>
                <a:gd name="csX159" fmla="*/ 15287 w 80258"/>
                <a:gd name="csY159" fmla="*/ 13854 h 75481"/>
                <a:gd name="csX160" fmla="*/ 14332 w 80258"/>
                <a:gd name="csY160" fmla="*/ 11943 h 75481"/>
                <a:gd name="csX161" fmla="*/ 14810 w 80258"/>
                <a:gd name="csY161" fmla="*/ 11465 h 75481"/>
                <a:gd name="csX162" fmla="*/ 15765 w 80258"/>
                <a:gd name="csY162" fmla="*/ 10032 h 75481"/>
                <a:gd name="csX163" fmla="*/ 15765 w 80258"/>
                <a:gd name="csY163" fmla="*/ 9077 h 75481"/>
                <a:gd name="csX164" fmla="*/ 16721 w 80258"/>
                <a:gd name="csY164" fmla="*/ 8121 h 75481"/>
                <a:gd name="csX165" fmla="*/ 17198 w 80258"/>
                <a:gd name="csY165" fmla="*/ 8599 h 75481"/>
                <a:gd name="csX166" fmla="*/ 18154 w 80258"/>
                <a:gd name="csY166" fmla="*/ 6210 h 75481"/>
                <a:gd name="csX167" fmla="*/ 18154 w 80258"/>
                <a:gd name="csY167" fmla="*/ 4777 h 75481"/>
                <a:gd name="csX168" fmla="*/ 18632 w 80258"/>
                <a:gd name="csY168" fmla="*/ 2866 h 75481"/>
                <a:gd name="csX169" fmla="*/ 19587 w 80258"/>
                <a:gd name="csY169" fmla="*/ 956 h 75481"/>
                <a:gd name="csX170" fmla="*/ 21498 w 80258"/>
                <a:gd name="csY170" fmla="*/ 0 h 75481"/>
                <a:gd name="csX171" fmla="*/ 31530 w 80258"/>
                <a:gd name="csY171" fmla="*/ 956 h 75481"/>
                <a:gd name="csX172" fmla="*/ 35830 w 80258"/>
                <a:gd name="csY172" fmla="*/ 1911 h 75481"/>
                <a:gd name="csX173" fmla="*/ 42040 w 80258"/>
                <a:gd name="csY173" fmla="*/ 3822 h 75481"/>
                <a:gd name="csX174" fmla="*/ 42518 w 80258"/>
                <a:gd name="csY174" fmla="*/ 5255 h 75481"/>
                <a:gd name="csX175" fmla="*/ 42518 w 80258"/>
                <a:gd name="csY175" fmla="*/ 3822 h 75481"/>
                <a:gd name="csX176" fmla="*/ 42518 w 80258"/>
                <a:gd name="csY176" fmla="*/ 1911 h 75481"/>
                <a:gd name="csX177" fmla="*/ 43951 w 80258"/>
                <a:gd name="csY177" fmla="*/ 478 h 75481"/>
                <a:gd name="csX178" fmla="*/ 47773 w 80258"/>
                <a:gd name="csY178" fmla="*/ 0 h 75481"/>
                <a:gd name="csX179" fmla="*/ 53028 w 80258"/>
                <a:gd name="csY179" fmla="*/ 956 h 75481"/>
                <a:gd name="csX180" fmla="*/ 57328 w 80258"/>
                <a:gd name="csY180" fmla="*/ 0 h 75481"/>
                <a:gd name="csX181" fmla="*/ 64016 w 80258"/>
                <a:gd name="csY181" fmla="*/ 0 h 75481"/>
                <a:gd name="csX182" fmla="*/ 73093 w 80258"/>
                <a:gd name="csY182" fmla="*/ 1433 h 75481"/>
                <a:gd name="csX183" fmla="*/ 77392 w 80258"/>
                <a:gd name="csY183" fmla="*/ 2389 h 75481"/>
                <a:gd name="csX184" fmla="*/ 79303 w 80258"/>
                <a:gd name="csY184" fmla="*/ 3344 h 75481"/>
                <a:gd name="csX185" fmla="*/ 79303 w 80258"/>
                <a:gd name="csY185" fmla="*/ 5255 h 75481"/>
                <a:gd name="csX186" fmla="*/ 79303 w 80258"/>
                <a:gd name="csY186" fmla="*/ 7166 h 75481"/>
                <a:gd name="csX187" fmla="*/ 78825 w 80258"/>
                <a:gd name="csY187" fmla="*/ 9077 h 75481"/>
                <a:gd name="csX188" fmla="*/ 77392 w 80258"/>
                <a:gd name="csY188" fmla="*/ 11465 h 75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</a:cxnLst>
              <a:rect l="l" t="t" r="r" b="b"/>
              <a:pathLst>
                <a:path w="80258" h="75481">
                  <a:moveTo>
                    <a:pt x="77392" y="11465"/>
                  </a:moveTo>
                  <a:lnTo>
                    <a:pt x="75481" y="12899"/>
                  </a:lnTo>
                  <a:lnTo>
                    <a:pt x="73570" y="14809"/>
                  </a:lnTo>
                  <a:lnTo>
                    <a:pt x="71182" y="17676"/>
                  </a:lnTo>
                  <a:lnTo>
                    <a:pt x="71659" y="18631"/>
                  </a:lnTo>
                  <a:lnTo>
                    <a:pt x="70704" y="19587"/>
                  </a:lnTo>
                  <a:lnTo>
                    <a:pt x="70704" y="21020"/>
                  </a:lnTo>
                  <a:lnTo>
                    <a:pt x="70704" y="22453"/>
                  </a:lnTo>
                  <a:lnTo>
                    <a:pt x="71659" y="23886"/>
                  </a:lnTo>
                  <a:lnTo>
                    <a:pt x="71659" y="25797"/>
                  </a:lnTo>
                  <a:lnTo>
                    <a:pt x="71182" y="27231"/>
                  </a:lnTo>
                  <a:lnTo>
                    <a:pt x="71659" y="28664"/>
                  </a:lnTo>
                  <a:lnTo>
                    <a:pt x="72137" y="30097"/>
                  </a:lnTo>
                  <a:lnTo>
                    <a:pt x="72615" y="32008"/>
                  </a:lnTo>
                  <a:lnTo>
                    <a:pt x="72615" y="32486"/>
                  </a:lnTo>
                  <a:lnTo>
                    <a:pt x="73093" y="32963"/>
                  </a:lnTo>
                  <a:lnTo>
                    <a:pt x="73570" y="33919"/>
                  </a:lnTo>
                  <a:lnTo>
                    <a:pt x="73570" y="35352"/>
                  </a:lnTo>
                  <a:lnTo>
                    <a:pt x="75004" y="38218"/>
                  </a:lnTo>
                  <a:lnTo>
                    <a:pt x="76437" y="39174"/>
                  </a:lnTo>
                  <a:lnTo>
                    <a:pt x="77870" y="40607"/>
                  </a:lnTo>
                  <a:lnTo>
                    <a:pt x="78825" y="41563"/>
                  </a:lnTo>
                  <a:lnTo>
                    <a:pt x="79781" y="42996"/>
                  </a:lnTo>
                  <a:lnTo>
                    <a:pt x="80259" y="42996"/>
                  </a:lnTo>
                  <a:lnTo>
                    <a:pt x="80259" y="43473"/>
                  </a:lnTo>
                  <a:lnTo>
                    <a:pt x="80259" y="44906"/>
                  </a:lnTo>
                  <a:lnTo>
                    <a:pt x="80259" y="46340"/>
                  </a:lnTo>
                  <a:lnTo>
                    <a:pt x="78825" y="47773"/>
                  </a:lnTo>
                  <a:lnTo>
                    <a:pt x="76437" y="51117"/>
                  </a:lnTo>
                  <a:lnTo>
                    <a:pt x="76437" y="52072"/>
                  </a:lnTo>
                  <a:lnTo>
                    <a:pt x="76915" y="54461"/>
                  </a:lnTo>
                  <a:lnTo>
                    <a:pt x="76437" y="56850"/>
                  </a:lnTo>
                  <a:lnTo>
                    <a:pt x="76437" y="57805"/>
                  </a:lnTo>
                  <a:lnTo>
                    <a:pt x="75004" y="59716"/>
                  </a:lnTo>
                  <a:lnTo>
                    <a:pt x="72137" y="64016"/>
                  </a:lnTo>
                  <a:lnTo>
                    <a:pt x="70704" y="64971"/>
                  </a:lnTo>
                  <a:lnTo>
                    <a:pt x="69749" y="66404"/>
                  </a:lnTo>
                  <a:lnTo>
                    <a:pt x="68793" y="66404"/>
                  </a:lnTo>
                  <a:lnTo>
                    <a:pt x="68316" y="66404"/>
                  </a:lnTo>
                  <a:lnTo>
                    <a:pt x="68316" y="66404"/>
                  </a:lnTo>
                  <a:lnTo>
                    <a:pt x="67838" y="66404"/>
                  </a:lnTo>
                  <a:lnTo>
                    <a:pt x="67360" y="66404"/>
                  </a:lnTo>
                  <a:lnTo>
                    <a:pt x="66405" y="65927"/>
                  </a:lnTo>
                  <a:lnTo>
                    <a:pt x="66405" y="65449"/>
                  </a:lnTo>
                  <a:lnTo>
                    <a:pt x="65927" y="64493"/>
                  </a:lnTo>
                  <a:lnTo>
                    <a:pt x="64971" y="64016"/>
                  </a:lnTo>
                  <a:lnTo>
                    <a:pt x="63538" y="64493"/>
                  </a:lnTo>
                  <a:lnTo>
                    <a:pt x="63060" y="64493"/>
                  </a:lnTo>
                  <a:lnTo>
                    <a:pt x="62105" y="63538"/>
                  </a:lnTo>
                  <a:lnTo>
                    <a:pt x="61150" y="62582"/>
                  </a:lnTo>
                  <a:lnTo>
                    <a:pt x="61150" y="62582"/>
                  </a:lnTo>
                  <a:lnTo>
                    <a:pt x="60672" y="61627"/>
                  </a:lnTo>
                  <a:lnTo>
                    <a:pt x="60194" y="61627"/>
                  </a:lnTo>
                  <a:lnTo>
                    <a:pt x="59239" y="62582"/>
                  </a:lnTo>
                  <a:lnTo>
                    <a:pt x="58283" y="62582"/>
                  </a:lnTo>
                  <a:lnTo>
                    <a:pt x="57328" y="62582"/>
                  </a:lnTo>
                  <a:lnTo>
                    <a:pt x="57328" y="62582"/>
                  </a:lnTo>
                  <a:lnTo>
                    <a:pt x="56850" y="62582"/>
                  </a:lnTo>
                  <a:lnTo>
                    <a:pt x="54939" y="63538"/>
                  </a:lnTo>
                  <a:lnTo>
                    <a:pt x="53506" y="63538"/>
                  </a:lnTo>
                  <a:lnTo>
                    <a:pt x="53028" y="64493"/>
                  </a:lnTo>
                  <a:lnTo>
                    <a:pt x="47295" y="64971"/>
                  </a:lnTo>
                  <a:lnTo>
                    <a:pt x="45862" y="64971"/>
                  </a:lnTo>
                  <a:lnTo>
                    <a:pt x="42996" y="63538"/>
                  </a:lnTo>
                  <a:lnTo>
                    <a:pt x="42040" y="63060"/>
                  </a:lnTo>
                  <a:lnTo>
                    <a:pt x="41563" y="63060"/>
                  </a:lnTo>
                  <a:lnTo>
                    <a:pt x="41085" y="63060"/>
                  </a:lnTo>
                  <a:lnTo>
                    <a:pt x="40607" y="63538"/>
                  </a:lnTo>
                  <a:lnTo>
                    <a:pt x="40129" y="65449"/>
                  </a:lnTo>
                  <a:lnTo>
                    <a:pt x="39652" y="65927"/>
                  </a:lnTo>
                  <a:lnTo>
                    <a:pt x="38696" y="66404"/>
                  </a:lnTo>
                  <a:lnTo>
                    <a:pt x="38696" y="66882"/>
                  </a:lnTo>
                  <a:lnTo>
                    <a:pt x="38218" y="66882"/>
                  </a:lnTo>
                  <a:lnTo>
                    <a:pt x="37741" y="67838"/>
                  </a:lnTo>
                  <a:lnTo>
                    <a:pt x="37741" y="67838"/>
                  </a:lnTo>
                  <a:lnTo>
                    <a:pt x="39174" y="68315"/>
                  </a:lnTo>
                  <a:lnTo>
                    <a:pt x="40129" y="69748"/>
                  </a:lnTo>
                  <a:lnTo>
                    <a:pt x="41563" y="70704"/>
                  </a:lnTo>
                  <a:lnTo>
                    <a:pt x="42518" y="71659"/>
                  </a:lnTo>
                  <a:lnTo>
                    <a:pt x="42040" y="73093"/>
                  </a:lnTo>
                  <a:lnTo>
                    <a:pt x="42040" y="74526"/>
                  </a:lnTo>
                  <a:lnTo>
                    <a:pt x="41563" y="75004"/>
                  </a:lnTo>
                  <a:lnTo>
                    <a:pt x="40129" y="75481"/>
                  </a:lnTo>
                  <a:lnTo>
                    <a:pt x="36308" y="74526"/>
                  </a:lnTo>
                  <a:lnTo>
                    <a:pt x="32963" y="73570"/>
                  </a:lnTo>
                  <a:lnTo>
                    <a:pt x="31530" y="73570"/>
                  </a:lnTo>
                  <a:lnTo>
                    <a:pt x="31052" y="73570"/>
                  </a:lnTo>
                  <a:lnTo>
                    <a:pt x="30097" y="73093"/>
                  </a:lnTo>
                  <a:lnTo>
                    <a:pt x="29619" y="72137"/>
                  </a:lnTo>
                  <a:lnTo>
                    <a:pt x="28186" y="72137"/>
                  </a:lnTo>
                  <a:lnTo>
                    <a:pt x="26753" y="71659"/>
                  </a:lnTo>
                  <a:lnTo>
                    <a:pt x="25320" y="70226"/>
                  </a:lnTo>
                  <a:lnTo>
                    <a:pt x="24364" y="68315"/>
                  </a:lnTo>
                  <a:lnTo>
                    <a:pt x="23886" y="67360"/>
                  </a:lnTo>
                  <a:lnTo>
                    <a:pt x="22931" y="66404"/>
                  </a:lnTo>
                  <a:lnTo>
                    <a:pt x="21976" y="65449"/>
                  </a:lnTo>
                  <a:lnTo>
                    <a:pt x="21976" y="64016"/>
                  </a:lnTo>
                  <a:lnTo>
                    <a:pt x="21020" y="63060"/>
                  </a:lnTo>
                  <a:lnTo>
                    <a:pt x="21020" y="63060"/>
                  </a:lnTo>
                  <a:lnTo>
                    <a:pt x="20543" y="61627"/>
                  </a:lnTo>
                  <a:lnTo>
                    <a:pt x="20065" y="61149"/>
                  </a:lnTo>
                  <a:lnTo>
                    <a:pt x="20065" y="60672"/>
                  </a:lnTo>
                  <a:lnTo>
                    <a:pt x="19587" y="60194"/>
                  </a:lnTo>
                  <a:lnTo>
                    <a:pt x="19109" y="58761"/>
                  </a:lnTo>
                  <a:lnTo>
                    <a:pt x="18632" y="58761"/>
                  </a:lnTo>
                  <a:lnTo>
                    <a:pt x="18632" y="58283"/>
                  </a:lnTo>
                  <a:lnTo>
                    <a:pt x="17676" y="57328"/>
                  </a:lnTo>
                  <a:lnTo>
                    <a:pt x="16721" y="56850"/>
                  </a:lnTo>
                  <a:lnTo>
                    <a:pt x="16721" y="56372"/>
                  </a:lnTo>
                  <a:lnTo>
                    <a:pt x="16721" y="54939"/>
                  </a:lnTo>
                  <a:lnTo>
                    <a:pt x="16243" y="54461"/>
                  </a:lnTo>
                  <a:lnTo>
                    <a:pt x="16243" y="53028"/>
                  </a:lnTo>
                  <a:lnTo>
                    <a:pt x="16243" y="52550"/>
                  </a:lnTo>
                  <a:lnTo>
                    <a:pt x="15765" y="51595"/>
                  </a:lnTo>
                  <a:lnTo>
                    <a:pt x="15287" y="51595"/>
                  </a:lnTo>
                  <a:lnTo>
                    <a:pt x="15287" y="50162"/>
                  </a:lnTo>
                  <a:lnTo>
                    <a:pt x="14810" y="47773"/>
                  </a:lnTo>
                  <a:lnTo>
                    <a:pt x="14810" y="47295"/>
                  </a:lnTo>
                  <a:lnTo>
                    <a:pt x="12421" y="47773"/>
                  </a:lnTo>
                  <a:lnTo>
                    <a:pt x="11943" y="47773"/>
                  </a:lnTo>
                  <a:lnTo>
                    <a:pt x="10988" y="47773"/>
                  </a:lnTo>
                  <a:lnTo>
                    <a:pt x="10032" y="47773"/>
                  </a:lnTo>
                  <a:lnTo>
                    <a:pt x="9077" y="47773"/>
                  </a:lnTo>
                  <a:lnTo>
                    <a:pt x="8121" y="47295"/>
                  </a:lnTo>
                  <a:lnTo>
                    <a:pt x="7644" y="46817"/>
                  </a:lnTo>
                  <a:lnTo>
                    <a:pt x="8121" y="44906"/>
                  </a:lnTo>
                  <a:lnTo>
                    <a:pt x="6688" y="43473"/>
                  </a:lnTo>
                  <a:lnTo>
                    <a:pt x="4300" y="42040"/>
                  </a:lnTo>
                  <a:lnTo>
                    <a:pt x="3822" y="40129"/>
                  </a:lnTo>
                  <a:lnTo>
                    <a:pt x="2867" y="38696"/>
                  </a:lnTo>
                  <a:lnTo>
                    <a:pt x="478" y="36307"/>
                  </a:lnTo>
                  <a:lnTo>
                    <a:pt x="0" y="34397"/>
                  </a:lnTo>
                  <a:lnTo>
                    <a:pt x="0" y="32963"/>
                  </a:lnTo>
                  <a:lnTo>
                    <a:pt x="956" y="32008"/>
                  </a:lnTo>
                  <a:lnTo>
                    <a:pt x="1911" y="30097"/>
                  </a:lnTo>
                  <a:lnTo>
                    <a:pt x="2389" y="28186"/>
                  </a:lnTo>
                  <a:lnTo>
                    <a:pt x="2867" y="27231"/>
                  </a:lnTo>
                  <a:lnTo>
                    <a:pt x="3344" y="25797"/>
                  </a:lnTo>
                  <a:lnTo>
                    <a:pt x="3822" y="24364"/>
                  </a:lnTo>
                  <a:lnTo>
                    <a:pt x="3822" y="22931"/>
                  </a:lnTo>
                  <a:lnTo>
                    <a:pt x="2867" y="21975"/>
                  </a:lnTo>
                  <a:lnTo>
                    <a:pt x="2389" y="21498"/>
                  </a:lnTo>
                  <a:lnTo>
                    <a:pt x="3344" y="20542"/>
                  </a:lnTo>
                  <a:lnTo>
                    <a:pt x="4300" y="19587"/>
                  </a:lnTo>
                  <a:lnTo>
                    <a:pt x="4777" y="19587"/>
                  </a:lnTo>
                  <a:lnTo>
                    <a:pt x="5733" y="19109"/>
                  </a:lnTo>
                  <a:lnTo>
                    <a:pt x="6688" y="18154"/>
                  </a:lnTo>
                  <a:lnTo>
                    <a:pt x="8121" y="18154"/>
                  </a:lnTo>
                  <a:lnTo>
                    <a:pt x="9555" y="18154"/>
                  </a:lnTo>
                  <a:lnTo>
                    <a:pt x="12421" y="18154"/>
                  </a:lnTo>
                  <a:lnTo>
                    <a:pt x="14332" y="17676"/>
                  </a:lnTo>
                  <a:lnTo>
                    <a:pt x="14810" y="17198"/>
                  </a:lnTo>
                  <a:lnTo>
                    <a:pt x="14810" y="16243"/>
                  </a:lnTo>
                  <a:lnTo>
                    <a:pt x="15287" y="15287"/>
                  </a:lnTo>
                  <a:lnTo>
                    <a:pt x="16243" y="14809"/>
                  </a:lnTo>
                  <a:lnTo>
                    <a:pt x="16721" y="14809"/>
                  </a:lnTo>
                  <a:lnTo>
                    <a:pt x="16721" y="14332"/>
                  </a:lnTo>
                  <a:lnTo>
                    <a:pt x="16721" y="13854"/>
                  </a:lnTo>
                  <a:lnTo>
                    <a:pt x="16243" y="13854"/>
                  </a:lnTo>
                  <a:lnTo>
                    <a:pt x="15287" y="13854"/>
                  </a:lnTo>
                  <a:lnTo>
                    <a:pt x="14332" y="11943"/>
                  </a:lnTo>
                  <a:lnTo>
                    <a:pt x="14810" y="11465"/>
                  </a:lnTo>
                  <a:lnTo>
                    <a:pt x="15765" y="10032"/>
                  </a:lnTo>
                  <a:lnTo>
                    <a:pt x="15765" y="9077"/>
                  </a:lnTo>
                  <a:lnTo>
                    <a:pt x="16721" y="8121"/>
                  </a:lnTo>
                  <a:lnTo>
                    <a:pt x="17198" y="8599"/>
                  </a:lnTo>
                  <a:lnTo>
                    <a:pt x="18154" y="6210"/>
                  </a:lnTo>
                  <a:lnTo>
                    <a:pt x="18154" y="4777"/>
                  </a:lnTo>
                  <a:lnTo>
                    <a:pt x="18632" y="2866"/>
                  </a:lnTo>
                  <a:lnTo>
                    <a:pt x="19587" y="956"/>
                  </a:lnTo>
                  <a:lnTo>
                    <a:pt x="21498" y="0"/>
                  </a:lnTo>
                  <a:lnTo>
                    <a:pt x="31530" y="956"/>
                  </a:lnTo>
                  <a:lnTo>
                    <a:pt x="35830" y="1911"/>
                  </a:lnTo>
                  <a:lnTo>
                    <a:pt x="42040" y="3822"/>
                  </a:lnTo>
                  <a:lnTo>
                    <a:pt x="42518" y="5255"/>
                  </a:lnTo>
                  <a:lnTo>
                    <a:pt x="42518" y="3822"/>
                  </a:lnTo>
                  <a:lnTo>
                    <a:pt x="42518" y="1911"/>
                  </a:lnTo>
                  <a:lnTo>
                    <a:pt x="43951" y="478"/>
                  </a:lnTo>
                  <a:lnTo>
                    <a:pt x="47773" y="0"/>
                  </a:lnTo>
                  <a:lnTo>
                    <a:pt x="53028" y="956"/>
                  </a:lnTo>
                  <a:lnTo>
                    <a:pt x="57328" y="0"/>
                  </a:lnTo>
                  <a:lnTo>
                    <a:pt x="64016" y="0"/>
                  </a:lnTo>
                  <a:lnTo>
                    <a:pt x="73093" y="1433"/>
                  </a:lnTo>
                  <a:lnTo>
                    <a:pt x="77392" y="2389"/>
                  </a:lnTo>
                  <a:lnTo>
                    <a:pt x="79303" y="3344"/>
                  </a:lnTo>
                  <a:lnTo>
                    <a:pt x="79303" y="5255"/>
                  </a:lnTo>
                  <a:lnTo>
                    <a:pt x="79303" y="7166"/>
                  </a:lnTo>
                  <a:lnTo>
                    <a:pt x="78825" y="9077"/>
                  </a:lnTo>
                  <a:lnTo>
                    <a:pt x="77392" y="114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5" name="Freeform 5434">
              <a:extLst>
                <a:ext uri="{FF2B5EF4-FFF2-40B4-BE49-F238E27FC236}">
                  <a16:creationId xmlns:a16="http://schemas.microsoft.com/office/drawing/2014/main" id="{BF058EA5-C6B7-CE56-E5DA-89257E7711B5}"/>
                </a:ext>
              </a:extLst>
            </p:cNvPr>
            <p:cNvSpPr/>
            <p:nvPr/>
          </p:nvSpPr>
          <p:spPr>
            <a:xfrm>
              <a:off x="6362572" y="4511796"/>
              <a:ext cx="220711" cy="159561"/>
            </a:xfrm>
            <a:custGeom>
              <a:avLst/>
              <a:gdLst>
                <a:gd name="csX0" fmla="*/ 132809 w 220711"/>
                <a:gd name="csY0" fmla="*/ 159562 h 159561"/>
                <a:gd name="csX1" fmla="*/ 132331 w 220711"/>
                <a:gd name="csY1" fmla="*/ 159084 h 159561"/>
                <a:gd name="csX2" fmla="*/ 131854 w 220711"/>
                <a:gd name="csY2" fmla="*/ 158129 h 159561"/>
                <a:gd name="csX3" fmla="*/ 130898 w 220711"/>
                <a:gd name="csY3" fmla="*/ 157173 h 159561"/>
                <a:gd name="csX4" fmla="*/ 129942 w 220711"/>
                <a:gd name="csY4" fmla="*/ 156695 h 159561"/>
                <a:gd name="csX5" fmla="*/ 128987 w 220711"/>
                <a:gd name="csY5" fmla="*/ 157173 h 159561"/>
                <a:gd name="csX6" fmla="*/ 127554 w 220711"/>
                <a:gd name="csY6" fmla="*/ 157173 h 159561"/>
                <a:gd name="csX7" fmla="*/ 127076 w 220711"/>
                <a:gd name="csY7" fmla="*/ 156695 h 159561"/>
                <a:gd name="csX8" fmla="*/ 127076 w 220711"/>
                <a:gd name="csY8" fmla="*/ 155262 h 159561"/>
                <a:gd name="csX9" fmla="*/ 126599 w 220711"/>
                <a:gd name="csY9" fmla="*/ 154307 h 159561"/>
                <a:gd name="csX10" fmla="*/ 126120 w 220711"/>
                <a:gd name="csY10" fmla="*/ 153351 h 159561"/>
                <a:gd name="csX11" fmla="*/ 124688 w 220711"/>
                <a:gd name="csY11" fmla="*/ 152396 h 159561"/>
                <a:gd name="csX12" fmla="*/ 119910 w 220711"/>
                <a:gd name="csY12" fmla="*/ 150963 h 159561"/>
                <a:gd name="csX13" fmla="*/ 116566 w 220711"/>
                <a:gd name="csY13" fmla="*/ 147141 h 159561"/>
                <a:gd name="csX14" fmla="*/ 114655 w 220711"/>
                <a:gd name="csY14" fmla="*/ 145707 h 159561"/>
                <a:gd name="csX15" fmla="*/ 113700 w 220711"/>
                <a:gd name="csY15" fmla="*/ 144274 h 159561"/>
                <a:gd name="csX16" fmla="*/ 111789 w 220711"/>
                <a:gd name="csY16" fmla="*/ 141886 h 159561"/>
                <a:gd name="csX17" fmla="*/ 109878 w 220711"/>
                <a:gd name="csY17" fmla="*/ 139975 h 159561"/>
                <a:gd name="csX18" fmla="*/ 107011 w 220711"/>
                <a:gd name="csY18" fmla="*/ 139019 h 159561"/>
                <a:gd name="csX19" fmla="*/ 105578 w 220711"/>
                <a:gd name="csY19" fmla="*/ 139497 h 159561"/>
                <a:gd name="csX20" fmla="*/ 104145 w 220711"/>
                <a:gd name="csY20" fmla="*/ 141408 h 159561"/>
                <a:gd name="csX21" fmla="*/ 100801 w 220711"/>
                <a:gd name="csY21" fmla="*/ 143319 h 159561"/>
                <a:gd name="csX22" fmla="*/ 99368 w 220711"/>
                <a:gd name="csY22" fmla="*/ 143319 h 159561"/>
                <a:gd name="csX23" fmla="*/ 97457 w 220711"/>
                <a:gd name="csY23" fmla="*/ 142363 h 159561"/>
                <a:gd name="csX24" fmla="*/ 95068 w 220711"/>
                <a:gd name="csY24" fmla="*/ 141408 h 159561"/>
                <a:gd name="csX25" fmla="*/ 90769 w 220711"/>
                <a:gd name="csY25" fmla="*/ 141408 h 159561"/>
                <a:gd name="csX26" fmla="*/ 89335 w 220711"/>
                <a:gd name="csY26" fmla="*/ 142363 h 159561"/>
                <a:gd name="csX27" fmla="*/ 86947 w 220711"/>
                <a:gd name="csY27" fmla="*/ 143797 h 159561"/>
                <a:gd name="csX28" fmla="*/ 85036 w 220711"/>
                <a:gd name="csY28" fmla="*/ 144752 h 159561"/>
                <a:gd name="csX29" fmla="*/ 83603 w 220711"/>
                <a:gd name="csY29" fmla="*/ 144752 h 159561"/>
                <a:gd name="csX30" fmla="*/ 82647 w 220711"/>
                <a:gd name="csY30" fmla="*/ 144274 h 159561"/>
                <a:gd name="csX31" fmla="*/ 81214 w 220711"/>
                <a:gd name="csY31" fmla="*/ 144274 h 159561"/>
                <a:gd name="csX32" fmla="*/ 80258 w 220711"/>
                <a:gd name="csY32" fmla="*/ 144274 h 159561"/>
                <a:gd name="csX33" fmla="*/ 77870 w 220711"/>
                <a:gd name="csY33" fmla="*/ 142841 h 159561"/>
                <a:gd name="csX34" fmla="*/ 76915 w 220711"/>
                <a:gd name="csY34" fmla="*/ 141886 h 159561"/>
                <a:gd name="csX35" fmla="*/ 75959 w 220711"/>
                <a:gd name="csY35" fmla="*/ 140930 h 159561"/>
                <a:gd name="csX36" fmla="*/ 75004 w 220711"/>
                <a:gd name="csY36" fmla="*/ 139975 h 159561"/>
                <a:gd name="csX37" fmla="*/ 73093 w 220711"/>
                <a:gd name="csY37" fmla="*/ 139497 h 159561"/>
                <a:gd name="csX38" fmla="*/ 72137 w 220711"/>
                <a:gd name="csY38" fmla="*/ 138542 h 159561"/>
                <a:gd name="csX39" fmla="*/ 71660 w 220711"/>
                <a:gd name="csY39" fmla="*/ 137586 h 159561"/>
                <a:gd name="csX40" fmla="*/ 70704 w 220711"/>
                <a:gd name="csY40" fmla="*/ 136153 h 159561"/>
                <a:gd name="csX41" fmla="*/ 69749 w 220711"/>
                <a:gd name="csY41" fmla="*/ 135197 h 159561"/>
                <a:gd name="csX42" fmla="*/ 66404 w 220711"/>
                <a:gd name="csY42" fmla="*/ 132809 h 159561"/>
                <a:gd name="csX43" fmla="*/ 65449 w 220711"/>
                <a:gd name="csY43" fmla="*/ 131376 h 159561"/>
                <a:gd name="csX44" fmla="*/ 64494 w 220711"/>
                <a:gd name="csY44" fmla="*/ 130420 h 159561"/>
                <a:gd name="csX45" fmla="*/ 63060 w 220711"/>
                <a:gd name="csY45" fmla="*/ 128987 h 159561"/>
                <a:gd name="csX46" fmla="*/ 61627 w 220711"/>
                <a:gd name="csY46" fmla="*/ 127076 h 159561"/>
                <a:gd name="csX47" fmla="*/ 61149 w 220711"/>
                <a:gd name="csY47" fmla="*/ 124210 h 159561"/>
                <a:gd name="csX48" fmla="*/ 61149 w 220711"/>
                <a:gd name="csY48" fmla="*/ 122299 h 159561"/>
                <a:gd name="csX49" fmla="*/ 60672 w 220711"/>
                <a:gd name="csY49" fmla="*/ 120865 h 159561"/>
                <a:gd name="csX50" fmla="*/ 60194 w 220711"/>
                <a:gd name="csY50" fmla="*/ 119910 h 159561"/>
                <a:gd name="csX51" fmla="*/ 59238 w 220711"/>
                <a:gd name="csY51" fmla="*/ 118955 h 159561"/>
                <a:gd name="csX52" fmla="*/ 58283 w 220711"/>
                <a:gd name="csY52" fmla="*/ 117999 h 159561"/>
                <a:gd name="csX53" fmla="*/ 55417 w 220711"/>
                <a:gd name="csY53" fmla="*/ 116566 h 159561"/>
                <a:gd name="csX54" fmla="*/ 52551 w 220711"/>
                <a:gd name="csY54" fmla="*/ 115133 h 159561"/>
                <a:gd name="csX55" fmla="*/ 51117 w 220711"/>
                <a:gd name="csY55" fmla="*/ 114177 h 159561"/>
                <a:gd name="csX56" fmla="*/ 48728 w 220711"/>
                <a:gd name="csY56" fmla="*/ 113700 h 159561"/>
                <a:gd name="csX57" fmla="*/ 46817 w 220711"/>
                <a:gd name="csY57" fmla="*/ 112744 h 159561"/>
                <a:gd name="csX58" fmla="*/ 45862 w 220711"/>
                <a:gd name="csY58" fmla="*/ 110833 h 159561"/>
                <a:gd name="csX59" fmla="*/ 44906 w 220711"/>
                <a:gd name="csY59" fmla="*/ 109400 h 159561"/>
                <a:gd name="csX60" fmla="*/ 43951 w 220711"/>
                <a:gd name="csY60" fmla="*/ 107967 h 159561"/>
                <a:gd name="csX61" fmla="*/ 42996 w 220711"/>
                <a:gd name="csY61" fmla="*/ 107012 h 159561"/>
                <a:gd name="csX62" fmla="*/ 42996 w 220711"/>
                <a:gd name="csY62" fmla="*/ 106056 h 159561"/>
                <a:gd name="csX63" fmla="*/ 43951 w 220711"/>
                <a:gd name="csY63" fmla="*/ 102712 h 159561"/>
                <a:gd name="csX64" fmla="*/ 42518 w 220711"/>
                <a:gd name="csY64" fmla="*/ 101279 h 159561"/>
                <a:gd name="csX65" fmla="*/ 40129 w 220711"/>
                <a:gd name="csY65" fmla="*/ 99846 h 159561"/>
                <a:gd name="csX66" fmla="*/ 38696 w 220711"/>
                <a:gd name="csY66" fmla="*/ 98412 h 159561"/>
                <a:gd name="csX67" fmla="*/ 37741 w 220711"/>
                <a:gd name="csY67" fmla="*/ 96979 h 159561"/>
                <a:gd name="csX68" fmla="*/ 34397 w 220711"/>
                <a:gd name="csY68" fmla="*/ 94590 h 159561"/>
                <a:gd name="csX69" fmla="*/ 28186 w 220711"/>
                <a:gd name="csY69" fmla="*/ 91724 h 159561"/>
                <a:gd name="csX70" fmla="*/ 24364 w 220711"/>
                <a:gd name="csY70" fmla="*/ 89813 h 159561"/>
                <a:gd name="csX71" fmla="*/ 22453 w 220711"/>
                <a:gd name="csY71" fmla="*/ 88380 h 159561"/>
                <a:gd name="csX72" fmla="*/ 20542 w 220711"/>
                <a:gd name="csY72" fmla="*/ 86469 h 159561"/>
                <a:gd name="csX73" fmla="*/ 20542 w 220711"/>
                <a:gd name="csY73" fmla="*/ 85991 h 159561"/>
                <a:gd name="csX74" fmla="*/ 21498 w 220711"/>
                <a:gd name="csY74" fmla="*/ 84081 h 159561"/>
                <a:gd name="csX75" fmla="*/ 21976 w 220711"/>
                <a:gd name="csY75" fmla="*/ 82647 h 159561"/>
                <a:gd name="csX76" fmla="*/ 21020 w 220711"/>
                <a:gd name="csY76" fmla="*/ 81214 h 159561"/>
                <a:gd name="csX77" fmla="*/ 17198 w 220711"/>
                <a:gd name="csY77" fmla="*/ 78348 h 159561"/>
                <a:gd name="csX78" fmla="*/ 13854 w 220711"/>
                <a:gd name="csY78" fmla="*/ 75004 h 159561"/>
                <a:gd name="csX79" fmla="*/ 11943 w 220711"/>
                <a:gd name="csY79" fmla="*/ 74048 h 159561"/>
                <a:gd name="csX80" fmla="*/ 6210 w 220711"/>
                <a:gd name="csY80" fmla="*/ 73570 h 159561"/>
                <a:gd name="csX81" fmla="*/ 4777 w 220711"/>
                <a:gd name="csY81" fmla="*/ 73093 h 159561"/>
                <a:gd name="csX82" fmla="*/ 2867 w 220711"/>
                <a:gd name="csY82" fmla="*/ 72615 h 159561"/>
                <a:gd name="csX83" fmla="*/ 1433 w 220711"/>
                <a:gd name="csY83" fmla="*/ 71182 h 159561"/>
                <a:gd name="csX84" fmla="*/ 478 w 220711"/>
                <a:gd name="csY84" fmla="*/ 69271 h 159561"/>
                <a:gd name="csX85" fmla="*/ 1433 w 220711"/>
                <a:gd name="csY85" fmla="*/ 66405 h 159561"/>
                <a:gd name="csX86" fmla="*/ 956 w 220711"/>
                <a:gd name="csY86" fmla="*/ 65927 h 159561"/>
                <a:gd name="csX87" fmla="*/ 0 w 220711"/>
                <a:gd name="csY87" fmla="*/ 65449 h 159561"/>
                <a:gd name="csX88" fmla="*/ 478 w 220711"/>
                <a:gd name="csY88" fmla="*/ 64971 h 159561"/>
                <a:gd name="csX89" fmla="*/ 1433 w 220711"/>
                <a:gd name="csY89" fmla="*/ 63538 h 159561"/>
                <a:gd name="csX90" fmla="*/ 2867 w 220711"/>
                <a:gd name="csY90" fmla="*/ 63060 h 159561"/>
                <a:gd name="csX91" fmla="*/ 7644 w 220711"/>
                <a:gd name="csY91" fmla="*/ 61627 h 159561"/>
                <a:gd name="csX92" fmla="*/ 8121 w 220711"/>
                <a:gd name="csY92" fmla="*/ 61149 h 159561"/>
                <a:gd name="csX93" fmla="*/ 8121 w 220711"/>
                <a:gd name="csY93" fmla="*/ 59239 h 159561"/>
                <a:gd name="csX94" fmla="*/ 8599 w 220711"/>
                <a:gd name="csY94" fmla="*/ 58283 h 159561"/>
                <a:gd name="csX95" fmla="*/ 10032 w 220711"/>
                <a:gd name="csY95" fmla="*/ 56372 h 159561"/>
                <a:gd name="csX96" fmla="*/ 10032 w 220711"/>
                <a:gd name="csY96" fmla="*/ 55417 h 159561"/>
                <a:gd name="csX97" fmla="*/ 10510 w 220711"/>
                <a:gd name="csY97" fmla="*/ 53506 h 159561"/>
                <a:gd name="csX98" fmla="*/ 10510 w 220711"/>
                <a:gd name="csY98" fmla="*/ 52550 h 159561"/>
                <a:gd name="csX99" fmla="*/ 10988 w 220711"/>
                <a:gd name="csY99" fmla="*/ 51595 h 159561"/>
                <a:gd name="csX100" fmla="*/ 12421 w 220711"/>
                <a:gd name="csY100" fmla="*/ 50639 h 159561"/>
                <a:gd name="csX101" fmla="*/ 12421 w 220711"/>
                <a:gd name="csY101" fmla="*/ 49684 h 159561"/>
                <a:gd name="csX102" fmla="*/ 12899 w 220711"/>
                <a:gd name="csY102" fmla="*/ 48251 h 159561"/>
                <a:gd name="csX103" fmla="*/ 12899 w 220711"/>
                <a:gd name="csY103" fmla="*/ 45384 h 159561"/>
                <a:gd name="csX104" fmla="*/ 13376 w 220711"/>
                <a:gd name="csY104" fmla="*/ 43951 h 159561"/>
                <a:gd name="csX105" fmla="*/ 16243 w 220711"/>
                <a:gd name="csY105" fmla="*/ 41563 h 159561"/>
                <a:gd name="csX106" fmla="*/ 17198 w 220711"/>
                <a:gd name="csY106" fmla="*/ 40129 h 159561"/>
                <a:gd name="csX107" fmla="*/ 17198 w 220711"/>
                <a:gd name="csY107" fmla="*/ 39174 h 159561"/>
                <a:gd name="csX108" fmla="*/ 17198 w 220711"/>
                <a:gd name="csY108" fmla="*/ 37741 h 159561"/>
                <a:gd name="csX109" fmla="*/ 17198 w 220711"/>
                <a:gd name="csY109" fmla="*/ 36785 h 159561"/>
                <a:gd name="csX110" fmla="*/ 18154 w 220711"/>
                <a:gd name="csY110" fmla="*/ 35830 h 159561"/>
                <a:gd name="csX111" fmla="*/ 19109 w 220711"/>
                <a:gd name="csY111" fmla="*/ 35352 h 159561"/>
                <a:gd name="csX112" fmla="*/ 21020 w 220711"/>
                <a:gd name="csY112" fmla="*/ 34874 h 159561"/>
                <a:gd name="csX113" fmla="*/ 22453 w 220711"/>
                <a:gd name="csY113" fmla="*/ 35352 h 159561"/>
                <a:gd name="csX114" fmla="*/ 32963 w 220711"/>
                <a:gd name="csY114" fmla="*/ 33441 h 159561"/>
                <a:gd name="csX115" fmla="*/ 33919 w 220711"/>
                <a:gd name="csY115" fmla="*/ 33441 h 159561"/>
                <a:gd name="csX116" fmla="*/ 34397 w 220711"/>
                <a:gd name="csY116" fmla="*/ 34874 h 159561"/>
                <a:gd name="csX117" fmla="*/ 34397 w 220711"/>
                <a:gd name="csY117" fmla="*/ 36785 h 159561"/>
                <a:gd name="csX118" fmla="*/ 34874 w 220711"/>
                <a:gd name="csY118" fmla="*/ 37263 h 159561"/>
                <a:gd name="csX119" fmla="*/ 35352 w 220711"/>
                <a:gd name="csY119" fmla="*/ 38218 h 159561"/>
                <a:gd name="csX120" fmla="*/ 36785 w 220711"/>
                <a:gd name="csY120" fmla="*/ 38696 h 159561"/>
                <a:gd name="csX121" fmla="*/ 37741 w 220711"/>
                <a:gd name="csY121" fmla="*/ 40129 h 159561"/>
                <a:gd name="csX122" fmla="*/ 38696 w 220711"/>
                <a:gd name="csY122" fmla="*/ 40607 h 159561"/>
                <a:gd name="csX123" fmla="*/ 40129 w 220711"/>
                <a:gd name="csY123" fmla="*/ 41563 h 159561"/>
                <a:gd name="csX124" fmla="*/ 47773 w 220711"/>
                <a:gd name="csY124" fmla="*/ 49684 h 159561"/>
                <a:gd name="csX125" fmla="*/ 49684 w 220711"/>
                <a:gd name="csY125" fmla="*/ 50639 h 159561"/>
                <a:gd name="csX126" fmla="*/ 52072 w 220711"/>
                <a:gd name="csY126" fmla="*/ 50162 h 159561"/>
                <a:gd name="csX127" fmla="*/ 55894 w 220711"/>
                <a:gd name="csY127" fmla="*/ 48728 h 159561"/>
                <a:gd name="csX128" fmla="*/ 58283 w 220711"/>
                <a:gd name="csY128" fmla="*/ 48251 h 159561"/>
                <a:gd name="csX129" fmla="*/ 72615 w 220711"/>
                <a:gd name="csY129" fmla="*/ 48728 h 159561"/>
                <a:gd name="csX130" fmla="*/ 74048 w 220711"/>
                <a:gd name="csY130" fmla="*/ 48251 h 159561"/>
                <a:gd name="csX131" fmla="*/ 74048 w 220711"/>
                <a:gd name="csY131" fmla="*/ 48728 h 159561"/>
                <a:gd name="csX132" fmla="*/ 76437 w 220711"/>
                <a:gd name="csY132" fmla="*/ 52550 h 159561"/>
                <a:gd name="csX133" fmla="*/ 77392 w 220711"/>
                <a:gd name="csY133" fmla="*/ 53506 h 159561"/>
                <a:gd name="csX134" fmla="*/ 93158 w 220711"/>
                <a:gd name="csY134" fmla="*/ 53506 h 159561"/>
                <a:gd name="csX135" fmla="*/ 92679 w 220711"/>
                <a:gd name="csY135" fmla="*/ 52550 h 159561"/>
                <a:gd name="csX136" fmla="*/ 93158 w 220711"/>
                <a:gd name="csY136" fmla="*/ 51117 h 159561"/>
                <a:gd name="csX137" fmla="*/ 95068 w 220711"/>
                <a:gd name="csY137" fmla="*/ 49206 h 159561"/>
                <a:gd name="csX138" fmla="*/ 96024 w 220711"/>
                <a:gd name="csY138" fmla="*/ 48728 h 159561"/>
                <a:gd name="csX139" fmla="*/ 96501 w 220711"/>
                <a:gd name="csY139" fmla="*/ 48251 h 159561"/>
                <a:gd name="csX140" fmla="*/ 98890 w 220711"/>
                <a:gd name="csY140" fmla="*/ 47295 h 159561"/>
                <a:gd name="csX141" fmla="*/ 101279 w 220711"/>
                <a:gd name="csY141" fmla="*/ 46340 h 159561"/>
                <a:gd name="csX142" fmla="*/ 105578 w 220711"/>
                <a:gd name="csY142" fmla="*/ 45384 h 159561"/>
                <a:gd name="csX143" fmla="*/ 107489 w 220711"/>
                <a:gd name="csY143" fmla="*/ 43951 h 159561"/>
                <a:gd name="csX144" fmla="*/ 108445 w 220711"/>
                <a:gd name="csY144" fmla="*/ 42518 h 159561"/>
                <a:gd name="csX145" fmla="*/ 108445 w 220711"/>
                <a:gd name="csY145" fmla="*/ 40129 h 159561"/>
                <a:gd name="csX146" fmla="*/ 108922 w 220711"/>
                <a:gd name="csY146" fmla="*/ 39651 h 159561"/>
                <a:gd name="csX147" fmla="*/ 109878 w 220711"/>
                <a:gd name="csY147" fmla="*/ 38696 h 159561"/>
                <a:gd name="csX148" fmla="*/ 115133 w 220711"/>
                <a:gd name="csY148" fmla="*/ 36308 h 159561"/>
                <a:gd name="csX149" fmla="*/ 116088 w 220711"/>
                <a:gd name="csY149" fmla="*/ 35830 h 159561"/>
                <a:gd name="csX150" fmla="*/ 125643 w 220711"/>
                <a:gd name="csY150" fmla="*/ 41563 h 159561"/>
                <a:gd name="csX151" fmla="*/ 130898 w 220711"/>
                <a:gd name="csY151" fmla="*/ 45862 h 159561"/>
                <a:gd name="csX152" fmla="*/ 130898 w 220711"/>
                <a:gd name="csY152" fmla="*/ 45862 h 159561"/>
                <a:gd name="csX153" fmla="*/ 131376 w 220711"/>
                <a:gd name="csY153" fmla="*/ 46340 h 159561"/>
                <a:gd name="csX154" fmla="*/ 131854 w 220711"/>
                <a:gd name="csY154" fmla="*/ 45862 h 159561"/>
                <a:gd name="csX155" fmla="*/ 131854 w 220711"/>
                <a:gd name="csY155" fmla="*/ 45862 h 159561"/>
                <a:gd name="csX156" fmla="*/ 132331 w 220711"/>
                <a:gd name="csY156" fmla="*/ 45862 h 159561"/>
                <a:gd name="csX157" fmla="*/ 132331 w 220711"/>
                <a:gd name="csY157" fmla="*/ 45862 h 159561"/>
                <a:gd name="csX158" fmla="*/ 134720 w 220711"/>
                <a:gd name="csY158" fmla="*/ 45384 h 159561"/>
                <a:gd name="csX159" fmla="*/ 139019 w 220711"/>
                <a:gd name="csY159" fmla="*/ 45384 h 159561"/>
                <a:gd name="csX160" fmla="*/ 140452 w 220711"/>
                <a:gd name="csY160" fmla="*/ 44907 h 159561"/>
                <a:gd name="csX161" fmla="*/ 149052 w 220711"/>
                <a:gd name="csY161" fmla="*/ 37263 h 159561"/>
                <a:gd name="csX162" fmla="*/ 150963 w 220711"/>
                <a:gd name="csY162" fmla="*/ 34397 h 159561"/>
                <a:gd name="csX163" fmla="*/ 151440 w 220711"/>
                <a:gd name="csY163" fmla="*/ 33919 h 159561"/>
                <a:gd name="csX164" fmla="*/ 152874 w 220711"/>
                <a:gd name="csY164" fmla="*/ 32486 h 159561"/>
                <a:gd name="csX165" fmla="*/ 154307 w 220711"/>
                <a:gd name="csY165" fmla="*/ 29142 h 159561"/>
                <a:gd name="csX166" fmla="*/ 154307 w 220711"/>
                <a:gd name="csY166" fmla="*/ 29142 h 159561"/>
                <a:gd name="csX167" fmla="*/ 163861 w 220711"/>
                <a:gd name="csY167" fmla="*/ 21498 h 159561"/>
                <a:gd name="csX168" fmla="*/ 164339 w 220711"/>
                <a:gd name="csY168" fmla="*/ 21020 h 159561"/>
                <a:gd name="csX169" fmla="*/ 164339 w 220711"/>
                <a:gd name="csY169" fmla="*/ 20542 h 159561"/>
                <a:gd name="csX170" fmla="*/ 162906 w 220711"/>
                <a:gd name="csY170" fmla="*/ 18154 h 159561"/>
                <a:gd name="csX171" fmla="*/ 162428 w 220711"/>
                <a:gd name="csY171" fmla="*/ 16721 h 159561"/>
                <a:gd name="csX172" fmla="*/ 162428 w 220711"/>
                <a:gd name="csY172" fmla="*/ 14810 h 159561"/>
                <a:gd name="csX173" fmla="*/ 162906 w 220711"/>
                <a:gd name="csY173" fmla="*/ 11943 h 159561"/>
                <a:gd name="csX174" fmla="*/ 162428 w 220711"/>
                <a:gd name="csY174" fmla="*/ 10032 h 159561"/>
                <a:gd name="csX175" fmla="*/ 162428 w 220711"/>
                <a:gd name="csY175" fmla="*/ 10032 h 159561"/>
                <a:gd name="csX176" fmla="*/ 162428 w 220711"/>
                <a:gd name="csY176" fmla="*/ 9555 h 159561"/>
                <a:gd name="csX177" fmla="*/ 162428 w 220711"/>
                <a:gd name="csY177" fmla="*/ 9555 h 159561"/>
                <a:gd name="csX178" fmla="*/ 157173 w 220711"/>
                <a:gd name="csY178" fmla="*/ 4300 h 159561"/>
                <a:gd name="csX179" fmla="*/ 170549 w 220711"/>
                <a:gd name="csY179" fmla="*/ 4300 h 159561"/>
                <a:gd name="csX180" fmla="*/ 170549 w 220711"/>
                <a:gd name="csY180" fmla="*/ 3822 h 159561"/>
                <a:gd name="csX181" fmla="*/ 170549 w 220711"/>
                <a:gd name="csY181" fmla="*/ 3344 h 159561"/>
                <a:gd name="csX182" fmla="*/ 170549 w 220711"/>
                <a:gd name="csY182" fmla="*/ 3344 h 159561"/>
                <a:gd name="csX183" fmla="*/ 170072 w 220711"/>
                <a:gd name="csY183" fmla="*/ 2389 h 159561"/>
                <a:gd name="csX184" fmla="*/ 170072 w 220711"/>
                <a:gd name="csY184" fmla="*/ 1911 h 159561"/>
                <a:gd name="csX185" fmla="*/ 170072 w 220711"/>
                <a:gd name="csY185" fmla="*/ 1433 h 159561"/>
                <a:gd name="csX186" fmla="*/ 170072 w 220711"/>
                <a:gd name="csY186" fmla="*/ 1433 h 159561"/>
                <a:gd name="csX187" fmla="*/ 170072 w 220711"/>
                <a:gd name="csY187" fmla="*/ 956 h 159561"/>
                <a:gd name="csX188" fmla="*/ 170072 w 220711"/>
                <a:gd name="csY188" fmla="*/ 478 h 159561"/>
                <a:gd name="csX189" fmla="*/ 170072 w 220711"/>
                <a:gd name="csY189" fmla="*/ 478 h 159561"/>
                <a:gd name="csX190" fmla="*/ 170072 w 220711"/>
                <a:gd name="csY190" fmla="*/ 478 h 159561"/>
                <a:gd name="csX191" fmla="*/ 170072 w 220711"/>
                <a:gd name="csY191" fmla="*/ 478 h 159561"/>
                <a:gd name="csX192" fmla="*/ 170072 w 220711"/>
                <a:gd name="csY192" fmla="*/ 0 h 159561"/>
                <a:gd name="csX193" fmla="*/ 179626 w 220711"/>
                <a:gd name="csY193" fmla="*/ 478 h 159561"/>
                <a:gd name="csX194" fmla="*/ 179626 w 220711"/>
                <a:gd name="csY194" fmla="*/ 1911 h 159561"/>
                <a:gd name="csX195" fmla="*/ 178193 w 220711"/>
                <a:gd name="csY195" fmla="*/ 5255 h 159561"/>
                <a:gd name="csX196" fmla="*/ 178193 w 220711"/>
                <a:gd name="csY196" fmla="*/ 7644 h 159561"/>
                <a:gd name="csX197" fmla="*/ 178193 w 220711"/>
                <a:gd name="csY197" fmla="*/ 10032 h 159561"/>
                <a:gd name="csX198" fmla="*/ 177715 w 220711"/>
                <a:gd name="csY198" fmla="*/ 10032 h 159561"/>
                <a:gd name="csX199" fmla="*/ 177715 w 220711"/>
                <a:gd name="csY199" fmla="*/ 10510 h 159561"/>
                <a:gd name="csX200" fmla="*/ 177715 w 220711"/>
                <a:gd name="csY200" fmla="*/ 10988 h 159561"/>
                <a:gd name="csX201" fmla="*/ 177238 w 220711"/>
                <a:gd name="csY201" fmla="*/ 11466 h 159561"/>
                <a:gd name="csX202" fmla="*/ 177238 w 220711"/>
                <a:gd name="csY202" fmla="*/ 11466 h 159561"/>
                <a:gd name="csX203" fmla="*/ 177238 w 220711"/>
                <a:gd name="csY203" fmla="*/ 11466 h 159561"/>
                <a:gd name="csX204" fmla="*/ 177238 w 220711"/>
                <a:gd name="csY204" fmla="*/ 11943 h 159561"/>
                <a:gd name="csX205" fmla="*/ 179149 w 220711"/>
                <a:gd name="csY205" fmla="*/ 25320 h 159561"/>
                <a:gd name="csX206" fmla="*/ 179149 w 220711"/>
                <a:gd name="csY206" fmla="*/ 25798 h 159561"/>
                <a:gd name="csX207" fmla="*/ 178671 w 220711"/>
                <a:gd name="csY207" fmla="*/ 26275 h 159561"/>
                <a:gd name="csX208" fmla="*/ 178193 w 220711"/>
                <a:gd name="csY208" fmla="*/ 26753 h 159561"/>
                <a:gd name="csX209" fmla="*/ 178193 w 220711"/>
                <a:gd name="csY209" fmla="*/ 27231 h 159561"/>
                <a:gd name="csX210" fmla="*/ 178193 w 220711"/>
                <a:gd name="csY210" fmla="*/ 27231 h 159561"/>
                <a:gd name="csX211" fmla="*/ 178193 w 220711"/>
                <a:gd name="csY211" fmla="*/ 27708 h 159561"/>
                <a:gd name="csX212" fmla="*/ 182970 w 220711"/>
                <a:gd name="csY212" fmla="*/ 29142 h 159561"/>
                <a:gd name="csX213" fmla="*/ 182970 w 220711"/>
                <a:gd name="csY213" fmla="*/ 29142 h 159561"/>
                <a:gd name="csX214" fmla="*/ 182970 w 220711"/>
                <a:gd name="csY214" fmla="*/ 29142 h 159561"/>
                <a:gd name="csX215" fmla="*/ 184881 w 220711"/>
                <a:gd name="csY215" fmla="*/ 31052 h 159561"/>
                <a:gd name="csX216" fmla="*/ 193481 w 220711"/>
                <a:gd name="csY216" fmla="*/ 37263 h 159561"/>
                <a:gd name="csX217" fmla="*/ 193481 w 220711"/>
                <a:gd name="csY217" fmla="*/ 37741 h 159561"/>
                <a:gd name="csX218" fmla="*/ 194436 w 220711"/>
                <a:gd name="csY218" fmla="*/ 39651 h 159561"/>
                <a:gd name="csX219" fmla="*/ 194436 w 220711"/>
                <a:gd name="csY219" fmla="*/ 40129 h 159561"/>
                <a:gd name="csX220" fmla="*/ 194436 w 220711"/>
                <a:gd name="csY220" fmla="*/ 40607 h 159561"/>
                <a:gd name="csX221" fmla="*/ 194436 w 220711"/>
                <a:gd name="csY221" fmla="*/ 41085 h 159561"/>
                <a:gd name="csX222" fmla="*/ 194436 w 220711"/>
                <a:gd name="csY222" fmla="*/ 42040 h 159561"/>
                <a:gd name="csX223" fmla="*/ 194436 w 220711"/>
                <a:gd name="csY223" fmla="*/ 42996 h 159561"/>
                <a:gd name="csX224" fmla="*/ 194436 w 220711"/>
                <a:gd name="csY224" fmla="*/ 42996 h 159561"/>
                <a:gd name="csX225" fmla="*/ 194914 w 220711"/>
                <a:gd name="csY225" fmla="*/ 43474 h 159561"/>
                <a:gd name="csX226" fmla="*/ 194914 w 220711"/>
                <a:gd name="csY226" fmla="*/ 43474 h 159561"/>
                <a:gd name="csX227" fmla="*/ 194914 w 220711"/>
                <a:gd name="csY227" fmla="*/ 43951 h 159561"/>
                <a:gd name="csX228" fmla="*/ 194436 w 220711"/>
                <a:gd name="csY228" fmla="*/ 43951 h 159561"/>
                <a:gd name="csX229" fmla="*/ 193481 w 220711"/>
                <a:gd name="csY229" fmla="*/ 46340 h 159561"/>
                <a:gd name="csX230" fmla="*/ 193003 w 220711"/>
                <a:gd name="csY230" fmla="*/ 47773 h 159561"/>
                <a:gd name="csX231" fmla="*/ 193003 w 220711"/>
                <a:gd name="csY231" fmla="*/ 49206 h 159561"/>
                <a:gd name="csX232" fmla="*/ 193003 w 220711"/>
                <a:gd name="csY232" fmla="*/ 50162 h 159561"/>
                <a:gd name="csX233" fmla="*/ 193003 w 220711"/>
                <a:gd name="csY233" fmla="*/ 50639 h 159561"/>
                <a:gd name="csX234" fmla="*/ 193003 w 220711"/>
                <a:gd name="csY234" fmla="*/ 50639 h 159561"/>
                <a:gd name="csX235" fmla="*/ 193003 w 220711"/>
                <a:gd name="csY235" fmla="*/ 51117 h 159561"/>
                <a:gd name="csX236" fmla="*/ 193003 w 220711"/>
                <a:gd name="csY236" fmla="*/ 51117 h 159561"/>
                <a:gd name="csX237" fmla="*/ 193481 w 220711"/>
                <a:gd name="csY237" fmla="*/ 51117 h 159561"/>
                <a:gd name="csX238" fmla="*/ 196825 w 220711"/>
                <a:gd name="csY238" fmla="*/ 51117 h 159561"/>
                <a:gd name="csX239" fmla="*/ 196825 w 220711"/>
                <a:gd name="csY239" fmla="*/ 51595 h 159561"/>
                <a:gd name="csX240" fmla="*/ 197302 w 220711"/>
                <a:gd name="csY240" fmla="*/ 55417 h 159561"/>
                <a:gd name="csX241" fmla="*/ 197302 w 220711"/>
                <a:gd name="csY241" fmla="*/ 58761 h 159561"/>
                <a:gd name="csX242" fmla="*/ 197302 w 220711"/>
                <a:gd name="csY242" fmla="*/ 64016 h 159561"/>
                <a:gd name="csX243" fmla="*/ 197302 w 220711"/>
                <a:gd name="csY243" fmla="*/ 65449 h 159561"/>
                <a:gd name="csX244" fmla="*/ 197302 w 220711"/>
                <a:gd name="csY244" fmla="*/ 66882 h 159561"/>
                <a:gd name="csX245" fmla="*/ 196825 w 220711"/>
                <a:gd name="csY245" fmla="*/ 67838 h 159561"/>
                <a:gd name="csX246" fmla="*/ 195869 w 220711"/>
                <a:gd name="csY246" fmla="*/ 68793 h 159561"/>
                <a:gd name="csX247" fmla="*/ 194436 w 220711"/>
                <a:gd name="csY247" fmla="*/ 69749 h 159561"/>
                <a:gd name="csX248" fmla="*/ 191092 w 220711"/>
                <a:gd name="csY248" fmla="*/ 69749 h 159561"/>
                <a:gd name="csX249" fmla="*/ 188225 w 220711"/>
                <a:gd name="csY249" fmla="*/ 69749 h 159561"/>
                <a:gd name="csX250" fmla="*/ 186315 w 220711"/>
                <a:gd name="csY250" fmla="*/ 69749 h 159561"/>
                <a:gd name="csX251" fmla="*/ 183926 w 220711"/>
                <a:gd name="csY251" fmla="*/ 69749 h 159561"/>
                <a:gd name="csX252" fmla="*/ 181059 w 220711"/>
                <a:gd name="csY252" fmla="*/ 69749 h 159561"/>
                <a:gd name="csX253" fmla="*/ 180104 w 220711"/>
                <a:gd name="csY253" fmla="*/ 70704 h 159561"/>
                <a:gd name="csX254" fmla="*/ 178671 w 220711"/>
                <a:gd name="csY254" fmla="*/ 73093 h 159561"/>
                <a:gd name="csX255" fmla="*/ 176760 w 220711"/>
                <a:gd name="csY255" fmla="*/ 76915 h 159561"/>
                <a:gd name="csX256" fmla="*/ 175804 w 220711"/>
                <a:gd name="csY256" fmla="*/ 78825 h 159561"/>
                <a:gd name="csX257" fmla="*/ 175804 w 220711"/>
                <a:gd name="csY257" fmla="*/ 79303 h 159561"/>
                <a:gd name="csX258" fmla="*/ 175804 w 220711"/>
                <a:gd name="csY258" fmla="*/ 80258 h 159561"/>
                <a:gd name="csX259" fmla="*/ 177238 w 220711"/>
                <a:gd name="csY259" fmla="*/ 80736 h 159561"/>
                <a:gd name="csX260" fmla="*/ 180104 w 220711"/>
                <a:gd name="csY260" fmla="*/ 82170 h 159561"/>
                <a:gd name="csX261" fmla="*/ 183448 w 220711"/>
                <a:gd name="csY261" fmla="*/ 82647 h 159561"/>
                <a:gd name="csX262" fmla="*/ 185837 w 220711"/>
                <a:gd name="csY262" fmla="*/ 83125 h 159561"/>
                <a:gd name="csX263" fmla="*/ 187270 w 220711"/>
                <a:gd name="csY263" fmla="*/ 83603 h 159561"/>
                <a:gd name="csX264" fmla="*/ 188703 w 220711"/>
                <a:gd name="csY264" fmla="*/ 83603 h 159561"/>
                <a:gd name="csX265" fmla="*/ 193481 w 220711"/>
                <a:gd name="csY265" fmla="*/ 86469 h 159561"/>
                <a:gd name="csX266" fmla="*/ 194914 w 220711"/>
                <a:gd name="csY266" fmla="*/ 87902 h 159561"/>
                <a:gd name="csX267" fmla="*/ 195869 w 220711"/>
                <a:gd name="csY267" fmla="*/ 89335 h 159561"/>
                <a:gd name="csX268" fmla="*/ 195869 w 220711"/>
                <a:gd name="csY268" fmla="*/ 90769 h 159561"/>
                <a:gd name="csX269" fmla="*/ 196825 w 220711"/>
                <a:gd name="csY269" fmla="*/ 91724 h 159561"/>
                <a:gd name="csX270" fmla="*/ 199213 w 220711"/>
                <a:gd name="csY270" fmla="*/ 94590 h 159561"/>
                <a:gd name="csX271" fmla="*/ 201124 w 220711"/>
                <a:gd name="csY271" fmla="*/ 96024 h 159561"/>
                <a:gd name="csX272" fmla="*/ 204946 w 220711"/>
                <a:gd name="csY272" fmla="*/ 97935 h 159561"/>
                <a:gd name="csX273" fmla="*/ 206379 w 220711"/>
                <a:gd name="csY273" fmla="*/ 99846 h 159561"/>
                <a:gd name="csX274" fmla="*/ 208290 w 220711"/>
                <a:gd name="csY274" fmla="*/ 100801 h 159561"/>
                <a:gd name="csX275" fmla="*/ 209723 w 220711"/>
                <a:gd name="csY275" fmla="*/ 102234 h 159561"/>
                <a:gd name="csX276" fmla="*/ 210201 w 220711"/>
                <a:gd name="csY276" fmla="*/ 103667 h 159561"/>
                <a:gd name="csX277" fmla="*/ 212112 w 220711"/>
                <a:gd name="csY277" fmla="*/ 108445 h 159561"/>
                <a:gd name="csX278" fmla="*/ 213068 w 220711"/>
                <a:gd name="csY278" fmla="*/ 111311 h 159561"/>
                <a:gd name="csX279" fmla="*/ 214500 w 220711"/>
                <a:gd name="csY279" fmla="*/ 113222 h 159561"/>
                <a:gd name="csX280" fmla="*/ 214979 w 220711"/>
                <a:gd name="csY280" fmla="*/ 116566 h 159561"/>
                <a:gd name="csX281" fmla="*/ 215934 w 220711"/>
                <a:gd name="csY281" fmla="*/ 117999 h 159561"/>
                <a:gd name="csX282" fmla="*/ 216889 w 220711"/>
                <a:gd name="csY282" fmla="*/ 119910 h 159561"/>
                <a:gd name="csX283" fmla="*/ 218322 w 220711"/>
                <a:gd name="csY283" fmla="*/ 121821 h 159561"/>
                <a:gd name="csX284" fmla="*/ 220233 w 220711"/>
                <a:gd name="csY284" fmla="*/ 122777 h 159561"/>
                <a:gd name="csX285" fmla="*/ 220711 w 220711"/>
                <a:gd name="csY285" fmla="*/ 123254 h 159561"/>
                <a:gd name="csX286" fmla="*/ 220711 w 220711"/>
                <a:gd name="csY286" fmla="*/ 123254 h 159561"/>
                <a:gd name="csX287" fmla="*/ 220711 w 220711"/>
                <a:gd name="csY287" fmla="*/ 123254 h 159561"/>
                <a:gd name="csX288" fmla="*/ 216889 w 220711"/>
                <a:gd name="csY288" fmla="*/ 126598 h 159561"/>
                <a:gd name="csX289" fmla="*/ 213068 w 220711"/>
                <a:gd name="csY289" fmla="*/ 130420 h 159561"/>
                <a:gd name="csX290" fmla="*/ 208290 w 220711"/>
                <a:gd name="csY290" fmla="*/ 134720 h 159561"/>
                <a:gd name="csX291" fmla="*/ 203035 w 220711"/>
                <a:gd name="csY291" fmla="*/ 139019 h 159561"/>
                <a:gd name="csX292" fmla="*/ 198736 w 220711"/>
                <a:gd name="csY292" fmla="*/ 142841 h 159561"/>
                <a:gd name="csX293" fmla="*/ 198736 w 220711"/>
                <a:gd name="csY293" fmla="*/ 142841 h 159561"/>
                <a:gd name="csX294" fmla="*/ 194914 w 220711"/>
                <a:gd name="csY294" fmla="*/ 146663 h 15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</a:cxnLst>
              <a:rect l="l" t="t" r="r" b="b"/>
              <a:pathLst>
                <a:path w="220711" h="159561">
                  <a:moveTo>
                    <a:pt x="132809" y="159562"/>
                  </a:moveTo>
                  <a:lnTo>
                    <a:pt x="132331" y="159084"/>
                  </a:lnTo>
                  <a:lnTo>
                    <a:pt x="131854" y="158129"/>
                  </a:lnTo>
                  <a:lnTo>
                    <a:pt x="130898" y="157173"/>
                  </a:lnTo>
                  <a:lnTo>
                    <a:pt x="129942" y="156695"/>
                  </a:lnTo>
                  <a:lnTo>
                    <a:pt x="128987" y="157173"/>
                  </a:lnTo>
                  <a:lnTo>
                    <a:pt x="127554" y="157173"/>
                  </a:lnTo>
                  <a:lnTo>
                    <a:pt x="127076" y="156695"/>
                  </a:lnTo>
                  <a:lnTo>
                    <a:pt x="127076" y="155262"/>
                  </a:lnTo>
                  <a:lnTo>
                    <a:pt x="126599" y="154307"/>
                  </a:lnTo>
                  <a:lnTo>
                    <a:pt x="126120" y="153351"/>
                  </a:lnTo>
                  <a:lnTo>
                    <a:pt x="124688" y="152396"/>
                  </a:lnTo>
                  <a:lnTo>
                    <a:pt x="119910" y="150963"/>
                  </a:lnTo>
                  <a:lnTo>
                    <a:pt x="116566" y="147141"/>
                  </a:lnTo>
                  <a:lnTo>
                    <a:pt x="114655" y="145707"/>
                  </a:lnTo>
                  <a:lnTo>
                    <a:pt x="113700" y="144274"/>
                  </a:lnTo>
                  <a:lnTo>
                    <a:pt x="111789" y="141886"/>
                  </a:lnTo>
                  <a:lnTo>
                    <a:pt x="109878" y="139975"/>
                  </a:lnTo>
                  <a:lnTo>
                    <a:pt x="107011" y="139019"/>
                  </a:lnTo>
                  <a:lnTo>
                    <a:pt x="105578" y="139497"/>
                  </a:lnTo>
                  <a:lnTo>
                    <a:pt x="104145" y="141408"/>
                  </a:lnTo>
                  <a:lnTo>
                    <a:pt x="100801" y="143319"/>
                  </a:lnTo>
                  <a:lnTo>
                    <a:pt x="99368" y="143319"/>
                  </a:lnTo>
                  <a:lnTo>
                    <a:pt x="97457" y="142363"/>
                  </a:lnTo>
                  <a:lnTo>
                    <a:pt x="95068" y="141408"/>
                  </a:lnTo>
                  <a:lnTo>
                    <a:pt x="90769" y="141408"/>
                  </a:lnTo>
                  <a:lnTo>
                    <a:pt x="89335" y="142363"/>
                  </a:lnTo>
                  <a:lnTo>
                    <a:pt x="86947" y="143797"/>
                  </a:lnTo>
                  <a:lnTo>
                    <a:pt x="85036" y="144752"/>
                  </a:lnTo>
                  <a:lnTo>
                    <a:pt x="83603" y="144752"/>
                  </a:lnTo>
                  <a:lnTo>
                    <a:pt x="82647" y="144274"/>
                  </a:lnTo>
                  <a:lnTo>
                    <a:pt x="81214" y="144274"/>
                  </a:lnTo>
                  <a:lnTo>
                    <a:pt x="80258" y="144274"/>
                  </a:lnTo>
                  <a:lnTo>
                    <a:pt x="77870" y="142841"/>
                  </a:lnTo>
                  <a:lnTo>
                    <a:pt x="76915" y="141886"/>
                  </a:lnTo>
                  <a:lnTo>
                    <a:pt x="75959" y="140930"/>
                  </a:lnTo>
                  <a:lnTo>
                    <a:pt x="75004" y="139975"/>
                  </a:lnTo>
                  <a:lnTo>
                    <a:pt x="73093" y="139497"/>
                  </a:lnTo>
                  <a:lnTo>
                    <a:pt x="72137" y="138542"/>
                  </a:lnTo>
                  <a:lnTo>
                    <a:pt x="71660" y="137586"/>
                  </a:lnTo>
                  <a:lnTo>
                    <a:pt x="70704" y="136153"/>
                  </a:lnTo>
                  <a:lnTo>
                    <a:pt x="69749" y="135197"/>
                  </a:lnTo>
                  <a:lnTo>
                    <a:pt x="66404" y="132809"/>
                  </a:lnTo>
                  <a:lnTo>
                    <a:pt x="65449" y="131376"/>
                  </a:lnTo>
                  <a:lnTo>
                    <a:pt x="64494" y="130420"/>
                  </a:lnTo>
                  <a:lnTo>
                    <a:pt x="63060" y="128987"/>
                  </a:lnTo>
                  <a:lnTo>
                    <a:pt x="61627" y="127076"/>
                  </a:lnTo>
                  <a:lnTo>
                    <a:pt x="61149" y="124210"/>
                  </a:lnTo>
                  <a:lnTo>
                    <a:pt x="61149" y="122299"/>
                  </a:lnTo>
                  <a:lnTo>
                    <a:pt x="60672" y="120865"/>
                  </a:lnTo>
                  <a:lnTo>
                    <a:pt x="60194" y="119910"/>
                  </a:lnTo>
                  <a:lnTo>
                    <a:pt x="59238" y="118955"/>
                  </a:lnTo>
                  <a:lnTo>
                    <a:pt x="58283" y="117999"/>
                  </a:lnTo>
                  <a:lnTo>
                    <a:pt x="55417" y="116566"/>
                  </a:lnTo>
                  <a:lnTo>
                    <a:pt x="52551" y="115133"/>
                  </a:lnTo>
                  <a:lnTo>
                    <a:pt x="51117" y="114177"/>
                  </a:lnTo>
                  <a:lnTo>
                    <a:pt x="48728" y="113700"/>
                  </a:lnTo>
                  <a:lnTo>
                    <a:pt x="46817" y="112744"/>
                  </a:lnTo>
                  <a:lnTo>
                    <a:pt x="45862" y="110833"/>
                  </a:lnTo>
                  <a:lnTo>
                    <a:pt x="44906" y="109400"/>
                  </a:lnTo>
                  <a:lnTo>
                    <a:pt x="43951" y="107967"/>
                  </a:lnTo>
                  <a:lnTo>
                    <a:pt x="42996" y="107012"/>
                  </a:lnTo>
                  <a:lnTo>
                    <a:pt x="42996" y="106056"/>
                  </a:lnTo>
                  <a:lnTo>
                    <a:pt x="43951" y="102712"/>
                  </a:lnTo>
                  <a:lnTo>
                    <a:pt x="42518" y="101279"/>
                  </a:lnTo>
                  <a:lnTo>
                    <a:pt x="40129" y="99846"/>
                  </a:lnTo>
                  <a:lnTo>
                    <a:pt x="38696" y="98412"/>
                  </a:lnTo>
                  <a:lnTo>
                    <a:pt x="37741" y="96979"/>
                  </a:lnTo>
                  <a:lnTo>
                    <a:pt x="34397" y="94590"/>
                  </a:lnTo>
                  <a:lnTo>
                    <a:pt x="28186" y="91724"/>
                  </a:lnTo>
                  <a:lnTo>
                    <a:pt x="24364" y="89813"/>
                  </a:lnTo>
                  <a:lnTo>
                    <a:pt x="22453" y="88380"/>
                  </a:lnTo>
                  <a:lnTo>
                    <a:pt x="20542" y="86469"/>
                  </a:lnTo>
                  <a:lnTo>
                    <a:pt x="20542" y="85991"/>
                  </a:lnTo>
                  <a:lnTo>
                    <a:pt x="21498" y="84081"/>
                  </a:lnTo>
                  <a:lnTo>
                    <a:pt x="21976" y="82647"/>
                  </a:lnTo>
                  <a:lnTo>
                    <a:pt x="21020" y="81214"/>
                  </a:lnTo>
                  <a:lnTo>
                    <a:pt x="17198" y="78348"/>
                  </a:lnTo>
                  <a:lnTo>
                    <a:pt x="13854" y="75004"/>
                  </a:lnTo>
                  <a:lnTo>
                    <a:pt x="11943" y="74048"/>
                  </a:lnTo>
                  <a:lnTo>
                    <a:pt x="6210" y="73570"/>
                  </a:lnTo>
                  <a:lnTo>
                    <a:pt x="4777" y="73093"/>
                  </a:lnTo>
                  <a:lnTo>
                    <a:pt x="2867" y="72615"/>
                  </a:lnTo>
                  <a:lnTo>
                    <a:pt x="1433" y="71182"/>
                  </a:lnTo>
                  <a:lnTo>
                    <a:pt x="478" y="69271"/>
                  </a:lnTo>
                  <a:lnTo>
                    <a:pt x="1433" y="66405"/>
                  </a:lnTo>
                  <a:lnTo>
                    <a:pt x="956" y="65927"/>
                  </a:lnTo>
                  <a:lnTo>
                    <a:pt x="0" y="65449"/>
                  </a:lnTo>
                  <a:lnTo>
                    <a:pt x="478" y="64971"/>
                  </a:lnTo>
                  <a:lnTo>
                    <a:pt x="1433" y="63538"/>
                  </a:lnTo>
                  <a:lnTo>
                    <a:pt x="2867" y="63060"/>
                  </a:lnTo>
                  <a:lnTo>
                    <a:pt x="7644" y="61627"/>
                  </a:lnTo>
                  <a:lnTo>
                    <a:pt x="8121" y="61149"/>
                  </a:lnTo>
                  <a:lnTo>
                    <a:pt x="8121" y="59239"/>
                  </a:lnTo>
                  <a:lnTo>
                    <a:pt x="8599" y="58283"/>
                  </a:lnTo>
                  <a:lnTo>
                    <a:pt x="10032" y="56372"/>
                  </a:lnTo>
                  <a:lnTo>
                    <a:pt x="10032" y="55417"/>
                  </a:lnTo>
                  <a:lnTo>
                    <a:pt x="10510" y="53506"/>
                  </a:lnTo>
                  <a:lnTo>
                    <a:pt x="10510" y="52550"/>
                  </a:lnTo>
                  <a:lnTo>
                    <a:pt x="10988" y="51595"/>
                  </a:lnTo>
                  <a:lnTo>
                    <a:pt x="12421" y="50639"/>
                  </a:lnTo>
                  <a:lnTo>
                    <a:pt x="12421" y="49684"/>
                  </a:lnTo>
                  <a:lnTo>
                    <a:pt x="12899" y="48251"/>
                  </a:lnTo>
                  <a:lnTo>
                    <a:pt x="12899" y="45384"/>
                  </a:lnTo>
                  <a:lnTo>
                    <a:pt x="13376" y="43951"/>
                  </a:lnTo>
                  <a:lnTo>
                    <a:pt x="16243" y="41563"/>
                  </a:lnTo>
                  <a:lnTo>
                    <a:pt x="17198" y="40129"/>
                  </a:lnTo>
                  <a:lnTo>
                    <a:pt x="17198" y="39174"/>
                  </a:lnTo>
                  <a:lnTo>
                    <a:pt x="17198" y="37741"/>
                  </a:lnTo>
                  <a:lnTo>
                    <a:pt x="17198" y="36785"/>
                  </a:lnTo>
                  <a:lnTo>
                    <a:pt x="18154" y="35830"/>
                  </a:lnTo>
                  <a:lnTo>
                    <a:pt x="19109" y="35352"/>
                  </a:lnTo>
                  <a:lnTo>
                    <a:pt x="21020" y="34874"/>
                  </a:lnTo>
                  <a:lnTo>
                    <a:pt x="22453" y="35352"/>
                  </a:lnTo>
                  <a:lnTo>
                    <a:pt x="32963" y="33441"/>
                  </a:lnTo>
                  <a:lnTo>
                    <a:pt x="33919" y="33441"/>
                  </a:lnTo>
                  <a:lnTo>
                    <a:pt x="34397" y="34874"/>
                  </a:lnTo>
                  <a:lnTo>
                    <a:pt x="34397" y="36785"/>
                  </a:lnTo>
                  <a:lnTo>
                    <a:pt x="34874" y="37263"/>
                  </a:lnTo>
                  <a:lnTo>
                    <a:pt x="35352" y="38218"/>
                  </a:lnTo>
                  <a:lnTo>
                    <a:pt x="36785" y="38696"/>
                  </a:lnTo>
                  <a:lnTo>
                    <a:pt x="37741" y="40129"/>
                  </a:lnTo>
                  <a:lnTo>
                    <a:pt x="38696" y="40607"/>
                  </a:lnTo>
                  <a:lnTo>
                    <a:pt x="40129" y="41563"/>
                  </a:lnTo>
                  <a:lnTo>
                    <a:pt x="47773" y="49684"/>
                  </a:lnTo>
                  <a:lnTo>
                    <a:pt x="49684" y="50639"/>
                  </a:lnTo>
                  <a:lnTo>
                    <a:pt x="52072" y="50162"/>
                  </a:lnTo>
                  <a:lnTo>
                    <a:pt x="55894" y="48728"/>
                  </a:lnTo>
                  <a:lnTo>
                    <a:pt x="58283" y="48251"/>
                  </a:lnTo>
                  <a:lnTo>
                    <a:pt x="72615" y="48728"/>
                  </a:lnTo>
                  <a:lnTo>
                    <a:pt x="74048" y="48251"/>
                  </a:lnTo>
                  <a:lnTo>
                    <a:pt x="74048" y="48728"/>
                  </a:lnTo>
                  <a:lnTo>
                    <a:pt x="76437" y="52550"/>
                  </a:lnTo>
                  <a:lnTo>
                    <a:pt x="77392" y="53506"/>
                  </a:lnTo>
                  <a:lnTo>
                    <a:pt x="93158" y="53506"/>
                  </a:lnTo>
                  <a:lnTo>
                    <a:pt x="92679" y="52550"/>
                  </a:lnTo>
                  <a:lnTo>
                    <a:pt x="93158" y="51117"/>
                  </a:lnTo>
                  <a:lnTo>
                    <a:pt x="95068" y="49206"/>
                  </a:lnTo>
                  <a:lnTo>
                    <a:pt x="96024" y="48728"/>
                  </a:lnTo>
                  <a:lnTo>
                    <a:pt x="96501" y="48251"/>
                  </a:lnTo>
                  <a:lnTo>
                    <a:pt x="98890" y="47295"/>
                  </a:lnTo>
                  <a:lnTo>
                    <a:pt x="101279" y="46340"/>
                  </a:lnTo>
                  <a:lnTo>
                    <a:pt x="105578" y="45384"/>
                  </a:lnTo>
                  <a:lnTo>
                    <a:pt x="107489" y="43951"/>
                  </a:lnTo>
                  <a:lnTo>
                    <a:pt x="108445" y="42518"/>
                  </a:lnTo>
                  <a:lnTo>
                    <a:pt x="108445" y="40129"/>
                  </a:lnTo>
                  <a:lnTo>
                    <a:pt x="108922" y="39651"/>
                  </a:lnTo>
                  <a:lnTo>
                    <a:pt x="109878" y="38696"/>
                  </a:lnTo>
                  <a:lnTo>
                    <a:pt x="115133" y="36308"/>
                  </a:lnTo>
                  <a:lnTo>
                    <a:pt x="116088" y="35830"/>
                  </a:lnTo>
                  <a:lnTo>
                    <a:pt x="125643" y="41563"/>
                  </a:lnTo>
                  <a:lnTo>
                    <a:pt x="130898" y="45862"/>
                  </a:lnTo>
                  <a:lnTo>
                    <a:pt x="130898" y="45862"/>
                  </a:lnTo>
                  <a:lnTo>
                    <a:pt x="131376" y="46340"/>
                  </a:lnTo>
                  <a:lnTo>
                    <a:pt x="131854" y="45862"/>
                  </a:lnTo>
                  <a:lnTo>
                    <a:pt x="131854" y="45862"/>
                  </a:lnTo>
                  <a:lnTo>
                    <a:pt x="132331" y="45862"/>
                  </a:lnTo>
                  <a:lnTo>
                    <a:pt x="132331" y="45862"/>
                  </a:lnTo>
                  <a:lnTo>
                    <a:pt x="134720" y="45384"/>
                  </a:lnTo>
                  <a:lnTo>
                    <a:pt x="139019" y="45384"/>
                  </a:lnTo>
                  <a:lnTo>
                    <a:pt x="140452" y="44907"/>
                  </a:lnTo>
                  <a:lnTo>
                    <a:pt x="149052" y="37263"/>
                  </a:lnTo>
                  <a:lnTo>
                    <a:pt x="150963" y="34397"/>
                  </a:lnTo>
                  <a:lnTo>
                    <a:pt x="151440" y="33919"/>
                  </a:lnTo>
                  <a:lnTo>
                    <a:pt x="152874" y="32486"/>
                  </a:lnTo>
                  <a:lnTo>
                    <a:pt x="154307" y="29142"/>
                  </a:lnTo>
                  <a:lnTo>
                    <a:pt x="154307" y="29142"/>
                  </a:lnTo>
                  <a:lnTo>
                    <a:pt x="163861" y="21498"/>
                  </a:lnTo>
                  <a:lnTo>
                    <a:pt x="164339" y="21020"/>
                  </a:lnTo>
                  <a:lnTo>
                    <a:pt x="164339" y="20542"/>
                  </a:lnTo>
                  <a:lnTo>
                    <a:pt x="162906" y="18154"/>
                  </a:lnTo>
                  <a:lnTo>
                    <a:pt x="162428" y="16721"/>
                  </a:lnTo>
                  <a:lnTo>
                    <a:pt x="162428" y="14810"/>
                  </a:lnTo>
                  <a:lnTo>
                    <a:pt x="162906" y="11943"/>
                  </a:lnTo>
                  <a:lnTo>
                    <a:pt x="162428" y="10032"/>
                  </a:lnTo>
                  <a:lnTo>
                    <a:pt x="162428" y="10032"/>
                  </a:lnTo>
                  <a:lnTo>
                    <a:pt x="162428" y="9555"/>
                  </a:lnTo>
                  <a:lnTo>
                    <a:pt x="162428" y="9555"/>
                  </a:lnTo>
                  <a:lnTo>
                    <a:pt x="157173" y="4300"/>
                  </a:lnTo>
                  <a:lnTo>
                    <a:pt x="170549" y="4300"/>
                  </a:lnTo>
                  <a:lnTo>
                    <a:pt x="170549" y="3822"/>
                  </a:lnTo>
                  <a:lnTo>
                    <a:pt x="170549" y="3344"/>
                  </a:lnTo>
                  <a:lnTo>
                    <a:pt x="170549" y="3344"/>
                  </a:lnTo>
                  <a:lnTo>
                    <a:pt x="170072" y="2389"/>
                  </a:lnTo>
                  <a:lnTo>
                    <a:pt x="170072" y="1911"/>
                  </a:lnTo>
                  <a:lnTo>
                    <a:pt x="170072" y="1433"/>
                  </a:lnTo>
                  <a:lnTo>
                    <a:pt x="170072" y="1433"/>
                  </a:lnTo>
                  <a:lnTo>
                    <a:pt x="170072" y="956"/>
                  </a:lnTo>
                  <a:lnTo>
                    <a:pt x="170072" y="478"/>
                  </a:lnTo>
                  <a:lnTo>
                    <a:pt x="170072" y="478"/>
                  </a:lnTo>
                  <a:lnTo>
                    <a:pt x="170072" y="478"/>
                  </a:lnTo>
                  <a:lnTo>
                    <a:pt x="170072" y="478"/>
                  </a:lnTo>
                  <a:lnTo>
                    <a:pt x="170072" y="0"/>
                  </a:lnTo>
                  <a:lnTo>
                    <a:pt x="179626" y="478"/>
                  </a:lnTo>
                  <a:lnTo>
                    <a:pt x="179626" y="1911"/>
                  </a:lnTo>
                  <a:lnTo>
                    <a:pt x="178193" y="5255"/>
                  </a:lnTo>
                  <a:lnTo>
                    <a:pt x="178193" y="7644"/>
                  </a:lnTo>
                  <a:lnTo>
                    <a:pt x="178193" y="10032"/>
                  </a:lnTo>
                  <a:lnTo>
                    <a:pt x="177715" y="10032"/>
                  </a:lnTo>
                  <a:lnTo>
                    <a:pt x="177715" y="10510"/>
                  </a:lnTo>
                  <a:lnTo>
                    <a:pt x="177715" y="10988"/>
                  </a:lnTo>
                  <a:lnTo>
                    <a:pt x="177238" y="11466"/>
                  </a:lnTo>
                  <a:lnTo>
                    <a:pt x="177238" y="11466"/>
                  </a:lnTo>
                  <a:lnTo>
                    <a:pt x="177238" y="11466"/>
                  </a:lnTo>
                  <a:lnTo>
                    <a:pt x="177238" y="11943"/>
                  </a:lnTo>
                  <a:lnTo>
                    <a:pt x="179149" y="25320"/>
                  </a:lnTo>
                  <a:lnTo>
                    <a:pt x="179149" y="25798"/>
                  </a:lnTo>
                  <a:lnTo>
                    <a:pt x="178671" y="26275"/>
                  </a:lnTo>
                  <a:lnTo>
                    <a:pt x="178193" y="26753"/>
                  </a:lnTo>
                  <a:lnTo>
                    <a:pt x="178193" y="27231"/>
                  </a:lnTo>
                  <a:lnTo>
                    <a:pt x="178193" y="27231"/>
                  </a:lnTo>
                  <a:lnTo>
                    <a:pt x="178193" y="27708"/>
                  </a:lnTo>
                  <a:lnTo>
                    <a:pt x="182970" y="29142"/>
                  </a:lnTo>
                  <a:lnTo>
                    <a:pt x="182970" y="29142"/>
                  </a:lnTo>
                  <a:lnTo>
                    <a:pt x="182970" y="29142"/>
                  </a:lnTo>
                  <a:lnTo>
                    <a:pt x="184881" y="31052"/>
                  </a:lnTo>
                  <a:lnTo>
                    <a:pt x="193481" y="37263"/>
                  </a:lnTo>
                  <a:lnTo>
                    <a:pt x="193481" y="37741"/>
                  </a:lnTo>
                  <a:lnTo>
                    <a:pt x="194436" y="39651"/>
                  </a:lnTo>
                  <a:lnTo>
                    <a:pt x="194436" y="40129"/>
                  </a:lnTo>
                  <a:lnTo>
                    <a:pt x="194436" y="40607"/>
                  </a:lnTo>
                  <a:lnTo>
                    <a:pt x="194436" y="41085"/>
                  </a:lnTo>
                  <a:lnTo>
                    <a:pt x="194436" y="42040"/>
                  </a:lnTo>
                  <a:lnTo>
                    <a:pt x="194436" y="42996"/>
                  </a:lnTo>
                  <a:lnTo>
                    <a:pt x="194436" y="42996"/>
                  </a:lnTo>
                  <a:lnTo>
                    <a:pt x="194914" y="43474"/>
                  </a:lnTo>
                  <a:lnTo>
                    <a:pt x="194914" y="43474"/>
                  </a:lnTo>
                  <a:lnTo>
                    <a:pt x="194914" y="43951"/>
                  </a:lnTo>
                  <a:lnTo>
                    <a:pt x="194436" y="43951"/>
                  </a:lnTo>
                  <a:lnTo>
                    <a:pt x="193481" y="46340"/>
                  </a:lnTo>
                  <a:lnTo>
                    <a:pt x="193003" y="47773"/>
                  </a:lnTo>
                  <a:lnTo>
                    <a:pt x="193003" y="49206"/>
                  </a:lnTo>
                  <a:lnTo>
                    <a:pt x="193003" y="50162"/>
                  </a:lnTo>
                  <a:lnTo>
                    <a:pt x="193003" y="50639"/>
                  </a:lnTo>
                  <a:lnTo>
                    <a:pt x="193003" y="50639"/>
                  </a:lnTo>
                  <a:lnTo>
                    <a:pt x="193003" y="51117"/>
                  </a:lnTo>
                  <a:lnTo>
                    <a:pt x="193003" y="51117"/>
                  </a:lnTo>
                  <a:lnTo>
                    <a:pt x="193481" y="51117"/>
                  </a:lnTo>
                  <a:lnTo>
                    <a:pt x="196825" y="51117"/>
                  </a:lnTo>
                  <a:lnTo>
                    <a:pt x="196825" y="51595"/>
                  </a:lnTo>
                  <a:lnTo>
                    <a:pt x="197302" y="55417"/>
                  </a:lnTo>
                  <a:lnTo>
                    <a:pt x="197302" y="58761"/>
                  </a:lnTo>
                  <a:lnTo>
                    <a:pt x="197302" y="64016"/>
                  </a:lnTo>
                  <a:lnTo>
                    <a:pt x="197302" y="65449"/>
                  </a:lnTo>
                  <a:lnTo>
                    <a:pt x="197302" y="66882"/>
                  </a:lnTo>
                  <a:lnTo>
                    <a:pt x="196825" y="67838"/>
                  </a:lnTo>
                  <a:lnTo>
                    <a:pt x="195869" y="68793"/>
                  </a:lnTo>
                  <a:lnTo>
                    <a:pt x="194436" y="69749"/>
                  </a:lnTo>
                  <a:lnTo>
                    <a:pt x="191092" y="69749"/>
                  </a:lnTo>
                  <a:lnTo>
                    <a:pt x="188225" y="69749"/>
                  </a:lnTo>
                  <a:lnTo>
                    <a:pt x="186315" y="69749"/>
                  </a:lnTo>
                  <a:lnTo>
                    <a:pt x="183926" y="69749"/>
                  </a:lnTo>
                  <a:lnTo>
                    <a:pt x="181059" y="69749"/>
                  </a:lnTo>
                  <a:lnTo>
                    <a:pt x="180104" y="70704"/>
                  </a:lnTo>
                  <a:lnTo>
                    <a:pt x="178671" y="73093"/>
                  </a:lnTo>
                  <a:lnTo>
                    <a:pt x="176760" y="76915"/>
                  </a:lnTo>
                  <a:lnTo>
                    <a:pt x="175804" y="78825"/>
                  </a:lnTo>
                  <a:lnTo>
                    <a:pt x="175804" y="79303"/>
                  </a:lnTo>
                  <a:lnTo>
                    <a:pt x="175804" y="80258"/>
                  </a:lnTo>
                  <a:lnTo>
                    <a:pt x="177238" y="80736"/>
                  </a:lnTo>
                  <a:lnTo>
                    <a:pt x="180104" y="82170"/>
                  </a:lnTo>
                  <a:lnTo>
                    <a:pt x="183448" y="82647"/>
                  </a:lnTo>
                  <a:lnTo>
                    <a:pt x="185837" y="83125"/>
                  </a:lnTo>
                  <a:lnTo>
                    <a:pt x="187270" y="83603"/>
                  </a:lnTo>
                  <a:lnTo>
                    <a:pt x="188703" y="83603"/>
                  </a:lnTo>
                  <a:lnTo>
                    <a:pt x="193481" y="86469"/>
                  </a:lnTo>
                  <a:lnTo>
                    <a:pt x="194914" y="87902"/>
                  </a:lnTo>
                  <a:lnTo>
                    <a:pt x="195869" y="89335"/>
                  </a:lnTo>
                  <a:lnTo>
                    <a:pt x="195869" y="90769"/>
                  </a:lnTo>
                  <a:lnTo>
                    <a:pt x="196825" y="91724"/>
                  </a:lnTo>
                  <a:lnTo>
                    <a:pt x="199213" y="94590"/>
                  </a:lnTo>
                  <a:lnTo>
                    <a:pt x="201124" y="96024"/>
                  </a:lnTo>
                  <a:lnTo>
                    <a:pt x="204946" y="97935"/>
                  </a:lnTo>
                  <a:lnTo>
                    <a:pt x="206379" y="99846"/>
                  </a:lnTo>
                  <a:lnTo>
                    <a:pt x="208290" y="100801"/>
                  </a:lnTo>
                  <a:lnTo>
                    <a:pt x="209723" y="102234"/>
                  </a:lnTo>
                  <a:lnTo>
                    <a:pt x="210201" y="103667"/>
                  </a:lnTo>
                  <a:lnTo>
                    <a:pt x="212112" y="108445"/>
                  </a:lnTo>
                  <a:lnTo>
                    <a:pt x="213068" y="111311"/>
                  </a:lnTo>
                  <a:lnTo>
                    <a:pt x="214500" y="113222"/>
                  </a:lnTo>
                  <a:lnTo>
                    <a:pt x="214979" y="116566"/>
                  </a:lnTo>
                  <a:lnTo>
                    <a:pt x="215934" y="117999"/>
                  </a:lnTo>
                  <a:lnTo>
                    <a:pt x="216889" y="119910"/>
                  </a:lnTo>
                  <a:lnTo>
                    <a:pt x="218322" y="121821"/>
                  </a:lnTo>
                  <a:lnTo>
                    <a:pt x="220233" y="122777"/>
                  </a:lnTo>
                  <a:lnTo>
                    <a:pt x="220711" y="123254"/>
                  </a:lnTo>
                  <a:lnTo>
                    <a:pt x="220711" y="123254"/>
                  </a:lnTo>
                  <a:lnTo>
                    <a:pt x="220711" y="123254"/>
                  </a:lnTo>
                  <a:lnTo>
                    <a:pt x="216889" y="126598"/>
                  </a:lnTo>
                  <a:lnTo>
                    <a:pt x="213068" y="130420"/>
                  </a:lnTo>
                  <a:lnTo>
                    <a:pt x="208290" y="134720"/>
                  </a:lnTo>
                  <a:lnTo>
                    <a:pt x="203035" y="139019"/>
                  </a:lnTo>
                  <a:lnTo>
                    <a:pt x="198736" y="142841"/>
                  </a:lnTo>
                  <a:lnTo>
                    <a:pt x="198736" y="142841"/>
                  </a:lnTo>
                  <a:lnTo>
                    <a:pt x="194914" y="14666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6" name="Freeform 5435">
              <a:extLst>
                <a:ext uri="{FF2B5EF4-FFF2-40B4-BE49-F238E27FC236}">
                  <a16:creationId xmlns:a16="http://schemas.microsoft.com/office/drawing/2014/main" id="{78D54ABC-3E78-9FDF-193D-0D89150E8494}"/>
                </a:ext>
              </a:extLst>
            </p:cNvPr>
            <p:cNvSpPr/>
            <p:nvPr/>
          </p:nvSpPr>
          <p:spPr>
            <a:xfrm>
              <a:off x="6029117" y="4703844"/>
              <a:ext cx="2388" cy="2866"/>
            </a:xfrm>
            <a:custGeom>
              <a:avLst/>
              <a:gdLst>
                <a:gd name="csX0" fmla="*/ 1911 w 2388"/>
                <a:gd name="csY0" fmla="*/ 2389 h 2866"/>
                <a:gd name="csX1" fmla="*/ 956 w 2388"/>
                <a:gd name="csY1" fmla="*/ 2866 h 2866"/>
                <a:gd name="csX2" fmla="*/ 0 w 2388"/>
                <a:gd name="csY2" fmla="*/ 2389 h 2866"/>
                <a:gd name="csX3" fmla="*/ 0 w 2388"/>
                <a:gd name="csY3" fmla="*/ 1911 h 2866"/>
                <a:gd name="csX4" fmla="*/ 956 w 2388"/>
                <a:gd name="csY4" fmla="*/ 478 h 2866"/>
                <a:gd name="csX5" fmla="*/ 1911 w 2388"/>
                <a:gd name="csY5" fmla="*/ 0 h 2866"/>
                <a:gd name="csX6" fmla="*/ 1911 w 2388"/>
                <a:gd name="csY6" fmla="*/ 478 h 2866"/>
                <a:gd name="csX7" fmla="*/ 2389 w 2388"/>
                <a:gd name="csY7" fmla="*/ 478 h 2866"/>
                <a:gd name="csX8" fmla="*/ 2389 w 2388"/>
                <a:gd name="csY8" fmla="*/ 1433 h 2866"/>
                <a:gd name="csX9" fmla="*/ 1911 w 2388"/>
                <a:gd name="csY9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2866">
                  <a:moveTo>
                    <a:pt x="1911" y="2389"/>
                  </a:moveTo>
                  <a:lnTo>
                    <a:pt x="956" y="2866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1911" y="478"/>
                  </a:lnTo>
                  <a:lnTo>
                    <a:pt x="2389" y="478"/>
                  </a:lnTo>
                  <a:lnTo>
                    <a:pt x="2389" y="1433"/>
                  </a:lnTo>
                  <a:lnTo>
                    <a:pt x="191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7" name="Freeform 5436">
              <a:extLst>
                <a:ext uri="{FF2B5EF4-FFF2-40B4-BE49-F238E27FC236}">
                  <a16:creationId xmlns:a16="http://schemas.microsoft.com/office/drawing/2014/main" id="{E5B5506E-BD0E-0830-2B76-C636B006E5F5}"/>
                </a:ext>
              </a:extLst>
            </p:cNvPr>
            <p:cNvSpPr/>
            <p:nvPr/>
          </p:nvSpPr>
          <p:spPr>
            <a:xfrm>
              <a:off x="6011919" y="4727252"/>
              <a:ext cx="5732" cy="6210"/>
            </a:xfrm>
            <a:custGeom>
              <a:avLst/>
              <a:gdLst>
                <a:gd name="csX0" fmla="*/ 3822 w 5732"/>
                <a:gd name="csY0" fmla="*/ 5255 h 6210"/>
                <a:gd name="csX1" fmla="*/ 1911 w 5732"/>
                <a:gd name="csY1" fmla="*/ 6210 h 6210"/>
                <a:gd name="csX2" fmla="*/ 955 w 5732"/>
                <a:gd name="csY2" fmla="*/ 6210 h 6210"/>
                <a:gd name="csX3" fmla="*/ 478 w 5732"/>
                <a:gd name="csY3" fmla="*/ 5255 h 6210"/>
                <a:gd name="csX4" fmla="*/ 0 w 5732"/>
                <a:gd name="csY4" fmla="*/ 3344 h 6210"/>
                <a:gd name="csX5" fmla="*/ 478 w 5732"/>
                <a:gd name="csY5" fmla="*/ 2389 h 6210"/>
                <a:gd name="csX6" fmla="*/ 955 w 5732"/>
                <a:gd name="csY6" fmla="*/ 955 h 6210"/>
                <a:gd name="csX7" fmla="*/ 3344 w 5732"/>
                <a:gd name="csY7" fmla="*/ 0 h 6210"/>
                <a:gd name="csX8" fmla="*/ 4299 w 5732"/>
                <a:gd name="csY8" fmla="*/ 0 h 6210"/>
                <a:gd name="csX9" fmla="*/ 5733 w 5732"/>
                <a:gd name="csY9" fmla="*/ 1433 h 6210"/>
                <a:gd name="csX10" fmla="*/ 5733 w 5732"/>
                <a:gd name="csY10" fmla="*/ 2866 h 6210"/>
                <a:gd name="csX11" fmla="*/ 3822 w 5732"/>
                <a:gd name="csY11" fmla="*/ 5255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32" h="6210">
                  <a:moveTo>
                    <a:pt x="3822" y="5255"/>
                  </a:moveTo>
                  <a:lnTo>
                    <a:pt x="1911" y="6210"/>
                  </a:lnTo>
                  <a:lnTo>
                    <a:pt x="955" y="6210"/>
                  </a:lnTo>
                  <a:lnTo>
                    <a:pt x="478" y="5255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955" y="955"/>
                  </a:lnTo>
                  <a:lnTo>
                    <a:pt x="3344" y="0"/>
                  </a:lnTo>
                  <a:lnTo>
                    <a:pt x="4299" y="0"/>
                  </a:lnTo>
                  <a:lnTo>
                    <a:pt x="5733" y="1433"/>
                  </a:lnTo>
                  <a:lnTo>
                    <a:pt x="5733" y="2866"/>
                  </a:lnTo>
                  <a:lnTo>
                    <a:pt x="3822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8" name="Freeform 5437">
              <a:extLst>
                <a:ext uri="{FF2B5EF4-FFF2-40B4-BE49-F238E27FC236}">
                  <a16:creationId xmlns:a16="http://schemas.microsoft.com/office/drawing/2014/main" id="{CF8E5E09-8CAD-6C4F-532F-4ABE9317C1F2}"/>
                </a:ext>
              </a:extLst>
            </p:cNvPr>
            <p:cNvSpPr/>
            <p:nvPr/>
          </p:nvSpPr>
          <p:spPr>
            <a:xfrm>
              <a:off x="4096701" y="4470712"/>
              <a:ext cx="47772" cy="23886"/>
            </a:xfrm>
            <a:custGeom>
              <a:avLst/>
              <a:gdLst>
                <a:gd name="csX0" fmla="*/ 14809 w 47772"/>
                <a:gd name="csY0" fmla="*/ 478 h 23886"/>
                <a:gd name="csX1" fmla="*/ 15287 w 47772"/>
                <a:gd name="csY1" fmla="*/ 478 h 23886"/>
                <a:gd name="csX2" fmla="*/ 18632 w 47772"/>
                <a:gd name="csY2" fmla="*/ 1433 h 23886"/>
                <a:gd name="csX3" fmla="*/ 19587 w 47772"/>
                <a:gd name="csY3" fmla="*/ 1433 h 23886"/>
                <a:gd name="csX4" fmla="*/ 21020 w 47772"/>
                <a:gd name="csY4" fmla="*/ 1911 h 23886"/>
                <a:gd name="csX5" fmla="*/ 21498 w 47772"/>
                <a:gd name="csY5" fmla="*/ 2866 h 23886"/>
                <a:gd name="csX6" fmla="*/ 21975 w 47772"/>
                <a:gd name="csY6" fmla="*/ 3344 h 23886"/>
                <a:gd name="csX7" fmla="*/ 21975 w 47772"/>
                <a:gd name="csY7" fmla="*/ 3822 h 23886"/>
                <a:gd name="csX8" fmla="*/ 24842 w 47772"/>
                <a:gd name="csY8" fmla="*/ 5255 h 23886"/>
                <a:gd name="csX9" fmla="*/ 25320 w 47772"/>
                <a:gd name="csY9" fmla="*/ 5733 h 23886"/>
                <a:gd name="csX10" fmla="*/ 25320 w 47772"/>
                <a:gd name="csY10" fmla="*/ 5733 h 23886"/>
                <a:gd name="csX11" fmla="*/ 27231 w 47772"/>
                <a:gd name="csY11" fmla="*/ 6688 h 23886"/>
                <a:gd name="csX12" fmla="*/ 27708 w 47772"/>
                <a:gd name="csY12" fmla="*/ 7644 h 23886"/>
                <a:gd name="csX13" fmla="*/ 28664 w 47772"/>
                <a:gd name="csY13" fmla="*/ 8121 h 23886"/>
                <a:gd name="csX14" fmla="*/ 30575 w 47772"/>
                <a:gd name="csY14" fmla="*/ 8121 h 23886"/>
                <a:gd name="csX15" fmla="*/ 31530 w 47772"/>
                <a:gd name="csY15" fmla="*/ 8599 h 23886"/>
                <a:gd name="csX16" fmla="*/ 32008 w 47772"/>
                <a:gd name="csY16" fmla="*/ 9077 h 23886"/>
                <a:gd name="csX17" fmla="*/ 32008 w 47772"/>
                <a:gd name="csY17" fmla="*/ 10032 h 23886"/>
                <a:gd name="csX18" fmla="*/ 32486 w 47772"/>
                <a:gd name="csY18" fmla="*/ 10988 h 23886"/>
                <a:gd name="csX19" fmla="*/ 32963 w 47772"/>
                <a:gd name="csY19" fmla="*/ 10988 h 23886"/>
                <a:gd name="csX20" fmla="*/ 33919 w 47772"/>
                <a:gd name="csY20" fmla="*/ 10510 h 23886"/>
                <a:gd name="csX21" fmla="*/ 36307 w 47772"/>
                <a:gd name="csY21" fmla="*/ 9555 h 23886"/>
                <a:gd name="csX22" fmla="*/ 38696 w 47772"/>
                <a:gd name="csY22" fmla="*/ 8599 h 23886"/>
                <a:gd name="csX23" fmla="*/ 40129 w 47772"/>
                <a:gd name="csY23" fmla="*/ 9077 h 23886"/>
                <a:gd name="csX24" fmla="*/ 41085 w 47772"/>
                <a:gd name="csY24" fmla="*/ 10032 h 23886"/>
                <a:gd name="csX25" fmla="*/ 42040 w 47772"/>
                <a:gd name="csY25" fmla="*/ 10510 h 23886"/>
                <a:gd name="csX26" fmla="*/ 43951 w 47772"/>
                <a:gd name="csY26" fmla="*/ 10032 h 23886"/>
                <a:gd name="csX27" fmla="*/ 45862 w 47772"/>
                <a:gd name="csY27" fmla="*/ 10510 h 23886"/>
                <a:gd name="csX28" fmla="*/ 47295 w 47772"/>
                <a:gd name="csY28" fmla="*/ 11465 h 23886"/>
                <a:gd name="csX29" fmla="*/ 47773 w 47772"/>
                <a:gd name="csY29" fmla="*/ 11943 h 23886"/>
                <a:gd name="csX30" fmla="*/ 46817 w 47772"/>
                <a:gd name="csY30" fmla="*/ 14809 h 23886"/>
                <a:gd name="csX31" fmla="*/ 46340 w 47772"/>
                <a:gd name="csY31" fmla="*/ 16243 h 23886"/>
                <a:gd name="csX32" fmla="*/ 46340 w 47772"/>
                <a:gd name="csY32" fmla="*/ 17198 h 23886"/>
                <a:gd name="csX33" fmla="*/ 46340 w 47772"/>
                <a:gd name="csY33" fmla="*/ 17198 h 23886"/>
                <a:gd name="csX34" fmla="*/ 46817 w 47772"/>
                <a:gd name="csY34" fmla="*/ 17676 h 23886"/>
                <a:gd name="csX35" fmla="*/ 47295 w 47772"/>
                <a:gd name="csY35" fmla="*/ 17676 h 23886"/>
                <a:gd name="csX36" fmla="*/ 47295 w 47772"/>
                <a:gd name="csY36" fmla="*/ 18631 h 23886"/>
                <a:gd name="csX37" fmla="*/ 45384 w 47772"/>
                <a:gd name="csY37" fmla="*/ 19587 h 23886"/>
                <a:gd name="csX38" fmla="*/ 44907 w 47772"/>
                <a:gd name="csY38" fmla="*/ 19587 h 23886"/>
                <a:gd name="csX39" fmla="*/ 45384 w 47772"/>
                <a:gd name="csY39" fmla="*/ 21498 h 23886"/>
                <a:gd name="csX40" fmla="*/ 44429 w 47772"/>
                <a:gd name="csY40" fmla="*/ 22931 h 23886"/>
                <a:gd name="csX41" fmla="*/ 43473 w 47772"/>
                <a:gd name="csY41" fmla="*/ 23409 h 23886"/>
                <a:gd name="csX42" fmla="*/ 41563 w 47772"/>
                <a:gd name="csY42" fmla="*/ 23886 h 23886"/>
                <a:gd name="csX43" fmla="*/ 38218 w 47772"/>
                <a:gd name="csY43" fmla="*/ 23886 h 23886"/>
                <a:gd name="csX44" fmla="*/ 33441 w 47772"/>
                <a:gd name="csY44" fmla="*/ 22931 h 23886"/>
                <a:gd name="csX45" fmla="*/ 30097 w 47772"/>
                <a:gd name="csY45" fmla="*/ 21498 h 23886"/>
                <a:gd name="csX46" fmla="*/ 28186 w 47772"/>
                <a:gd name="csY46" fmla="*/ 21498 h 23886"/>
                <a:gd name="csX47" fmla="*/ 28664 w 47772"/>
                <a:gd name="csY47" fmla="*/ 21975 h 23886"/>
                <a:gd name="csX48" fmla="*/ 30575 w 47772"/>
                <a:gd name="csY48" fmla="*/ 22453 h 23886"/>
                <a:gd name="csX49" fmla="*/ 32486 w 47772"/>
                <a:gd name="csY49" fmla="*/ 23409 h 23886"/>
                <a:gd name="csX50" fmla="*/ 31530 w 47772"/>
                <a:gd name="csY50" fmla="*/ 23409 h 23886"/>
                <a:gd name="csX51" fmla="*/ 24842 w 47772"/>
                <a:gd name="csY51" fmla="*/ 21498 h 23886"/>
                <a:gd name="csX52" fmla="*/ 16721 w 47772"/>
                <a:gd name="csY52" fmla="*/ 18154 h 23886"/>
                <a:gd name="csX53" fmla="*/ 11466 w 47772"/>
                <a:gd name="csY53" fmla="*/ 17198 h 23886"/>
                <a:gd name="csX54" fmla="*/ 6210 w 47772"/>
                <a:gd name="csY54" fmla="*/ 16243 h 23886"/>
                <a:gd name="csX55" fmla="*/ 2866 w 47772"/>
                <a:gd name="csY55" fmla="*/ 14332 h 23886"/>
                <a:gd name="csX56" fmla="*/ 478 w 47772"/>
                <a:gd name="csY56" fmla="*/ 13376 h 23886"/>
                <a:gd name="csX57" fmla="*/ 0 w 47772"/>
                <a:gd name="csY57" fmla="*/ 12421 h 23886"/>
                <a:gd name="csX58" fmla="*/ 0 w 47772"/>
                <a:gd name="csY58" fmla="*/ 11465 h 23886"/>
                <a:gd name="csX59" fmla="*/ 1433 w 47772"/>
                <a:gd name="csY59" fmla="*/ 10032 h 23886"/>
                <a:gd name="csX60" fmla="*/ 3344 w 47772"/>
                <a:gd name="csY60" fmla="*/ 8121 h 23886"/>
                <a:gd name="csX61" fmla="*/ 4777 w 47772"/>
                <a:gd name="csY61" fmla="*/ 7644 h 23886"/>
                <a:gd name="csX62" fmla="*/ 5255 w 47772"/>
                <a:gd name="csY62" fmla="*/ 7166 h 23886"/>
                <a:gd name="csX63" fmla="*/ 6210 w 47772"/>
                <a:gd name="csY63" fmla="*/ 7166 h 23886"/>
                <a:gd name="csX64" fmla="*/ 7166 w 47772"/>
                <a:gd name="csY64" fmla="*/ 6688 h 23886"/>
                <a:gd name="csX65" fmla="*/ 8121 w 47772"/>
                <a:gd name="csY65" fmla="*/ 5733 h 23886"/>
                <a:gd name="csX66" fmla="*/ 8599 w 47772"/>
                <a:gd name="csY66" fmla="*/ 4777 h 23886"/>
                <a:gd name="csX67" fmla="*/ 10988 w 47772"/>
                <a:gd name="csY67" fmla="*/ 4299 h 23886"/>
                <a:gd name="csX68" fmla="*/ 10988 w 47772"/>
                <a:gd name="csY68" fmla="*/ 3822 h 23886"/>
                <a:gd name="csX69" fmla="*/ 10988 w 47772"/>
                <a:gd name="csY69" fmla="*/ 3344 h 23886"/>
                <a:gd name="csX70" fmla="*/ 10510 w 47772"/>
                <a:gd name="csY70" fmla="*/ 1911 h 23886"/>
                <a:gd name="csX71" fmla="*/ 10510 w 47772"/>
                <a:gd name="csY71" fmla="*/ 956 h 23886"/>
                <a:gd name="csX72" fmla="*/ 11466 w 47772"/>
                <a:gd name="csY72" fmla="*/ 478 h 23886"/>
                <a:gd name="csX73" fmla="*/ 11943 w 47772"/>
                <a:gd name="csY73" fmla="*/ 478 h 23886"/>
                <a:gd name="csX74" fmla="*/ 13854 w 47772"/>
                <a:gd name="csY74" fmla="*/ 0 h 23886"/>
                <a:gd name="csX75" fmla="*/ 14332 w 47772"/>
                <a:gd name="csY75" fmla="*/ 478 h 23886"/>
                <a:gd name="csX76" fmla="*/ 14809 w 47772"/>
                <a:gd name="csY76" fmla="*/ 478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47772" h="23886">
                  <a:moveTo>
                    <a:pt x="14809" y="478"/>
                  </a:moveTo>
                  <a:lnTo>
                    <a:pt x="15287" y="478"/>
                  </a:lnTo>
                  <a:lnTo>
                    <a:pt x="18632" y="1433"/>
                  </a:lnTo>
                  <a:lnTo>
                    <a:pt x="19587" y="1433"/>
                  </a:lnTo>
                  <a:lnTo>
                    <a:pt x="21020" y="1911"/>
                  </a:lnTo>
                  <a:lnTo>
                    <a:pt x="21498" y="2866"/>
                  </a:lnTo>
                  <a:lnTo>
                    <a:pt x="21975" y="3344"/>
                  </a:lnTo>
                  <a:lnTo>
                    <a:pt x="21975" y="3822"/>
                  </a:lnTo>
                  <a:lnTo>
                    <a:pt x="24842" y="5255"/>
                  </a:lnTo>
                  <a:lnTo>
                    <a:pt x="25320" y="5733"/>
                  </a:lnTo>
                  <a:lnTo>
                    <a:pt x="25320" y="5733"/>
                  </a:lnTo>
                  <a:lnTo>
                    <a:pt x="27231" y="6688"/>
                  </a:lnTo>
                  <a:lnTo>
                    <a:pt x="27708" y="7644"/>
                  </a:lnTo>
                  <a:lnTo>
                    <a:pt x="28664" y="8121"/>
                  </a:lnTo>
                  <a:lnTo>
                    <a:pt x="30575" y="8121"/>
                  </a:lnTo>
                  <a:lnTo>
                    <a:pt x="31530" y="8599"/>
                  </a:lnTo>
                  <a:lnTo>
                    <a:pt x="32008" y="9077"/>
                  </a:lnTo>
                  <a:lnTo>
                    <a:pt x="32008" y="10032"/>
                  </a:lnTo>
                  <a:lnTo>
                    <a:pt x="32486" y="10988"/>
                  </a:lnTo>
                  <a:lnTo>
                    <a:pt x="32963" y="10988"/>
                  </a:lnTo>
                  <a:lnTo>
                    <a:pt x="33919" y="10510"/>
                  </a:lnTo>
                  <a:lnTo>
                    <a:pt x="36307" y="9555"/>
                  </a:lnTo>
                  <a:lnTo>
                    <a:pt x="38696" y="8599"/>
                  </a:lnTo>
                  <a:lnTo>
                    <a:pt x="40129" y="9077"/>
                  </a:lnTo>
                  <a:lnTo>
                    <a:pt x="41085" y="10032"/>
                  </a:lnTo>
                  <a:lnTo>
                    <a:pt x="42040" y="10510"/>
                  </a:lnTo>
                  <a:lnTo>
                    <a:pt x="43951" y="10032"/>
                  </a:lnTo>
                  <a:lnTo>
                    <a:pt x="45862" y="10510"/>
                  </a:lnTo>
                  <a:lnTo>
                    <a:pt x="47295" y="11465"/>
                  </a:lnTo>
                  <a:lnTo>
                    <a:pt x="47773" y="11943"/>
                  </a:lnTo>
                  <a:lnTo>
                    <a:pt x="46817" y="14809"/>
                  </a:lnTo>
                  <a:lnTo>
                    <a:pt x="46340" y="16243"/>
                  </a:lnTo>
                  <a:lnTo>
                    <a:pt x="46340" y="17198"/>
                  </a:lnTo>
                  <a:lnTo>
                    <a:pt x="46340" y="17198"/>
                  </a:lnTo>
                  <a:lnTo>
                    <a:pt x="46817" y="17676"/>
                  </a:lnTo>
                  <a:lnTo>
                    <a:pt x="47295" y="17676"/>
                  </a:lnTo>
                  <a:lnTo>
                    <a:pt x="47295" y="18631"/>
                  </a:lnTo>
                  <a:lnTo>
                    <a:pt x="45384" y="19587"/>
                  </a:lnTo>
                  <a:lnTo>
                    <a:pt x="44907" y="19587"/>
                  </a:lnTo>
                  <a:lnTo>
                    <a:pt x="45384" y="21498"/>
                  </a:lnTo>
                  <a:lnTo>
                    <a:pt x="44429" y="22931"/>
                  </a:lnTo>
                  <a:lnTo>
                    <a:pt x="43473" y="23409"/>
                  </a:lnTo>
                  <a:lnTo>
                    <a:pt x="41563" y="23886"/>
                  </a:lnTo>
                  <a:lnTo>
                    <a:pt x="38218" y="23886"/>
                  </a:lnTo>
                  <a:lnTo>
                    <a:pt x="33441" y="22931"/>
                  </a:lnTo>
                  <a:lnTo>
                    <a:pt x="30097" y="21498"/>
                  </a:lnTo>
                  <a:lnTo>
                    <a:pt x="28186" y="21498"/>
                  </a:lnTo>
                  <a:lnTo>
                    <a:pt x="28664" y="21975"/>
                  </a:lnTo>
                  <a:lnTo>
                    <a:pt x="30575" y="22453"/>
                  </a:lnTo>
                  <a:lnTo>
                    <a:pt x="32486" y="23409"/>
                  </a:lnTo>
                  <a:lnTo>
                    <a:pt x="31530" y="23409"/>
                  </a:lnTo>
                  <a:lnTo>
                    <a:pt x="24842" y="21498"/>
                  </a:lnTo>
                  <a:lnTo>
                    <a:pt x="16721" y="18154"/>
                  </a:lnTo>
                  <a:lnTo>
                    <a:pt x="11466" y="17198"/>
                  </a:lnTo>
                  <a:lnTo>
                    <a:pt x="6210" y="16243"/>
                  </a:lnTo>
                  <a:lnTo>
                    <a:pt x="2866" y="14332"/>
                  </a:lnTo>
                  <a:lnTo>
                    <a:pt x="478" y="13376"/>
                  </a:lnTo>
                  <a:lnTo>
                    <a:pt x="0" y="12421"/>
                  </a:lnTo>
                  <a:lnTo>
                    <a:pt x="0" y="11465"/>
                  </a:lnTo>
                  <a:lnTo>
                    <a:pt x="1433" y="10032"/>
                  </a:lnTo>
                  <a:lnTo>
                    <a:pt x="3344" y="8121"/>
                  </a:lnTo>
                  <a:lnTo>
                    <a:pt x="4777" y="7644"/>
                  </a:lnTo>
                  <a:lnTo>
                    <a:pt x="5255" y="7166"/>
                  </a:lnTo>
                  <a:lnTo>
                    <a:pt x="6210" y="7166"/>
                  </a:lnTo>
                  <a:lnTo>
                    <a:pt x="7166" y="6688"/>
                  </a:lnTo>
                  <a:lnTo>
                    <a:pt x="8121" y="5733"/>
                  </a:lnTo>
                  <a:lnTo>
                    <a:pt x="8599" y="4777"/>
                  </a:lnTo>
                  <a:lnTo>
                    <a:pt x="10988" y="4299"/>
                  </a:lnTo>
                  <a:lnTo>
                    <a:pt x="10988" y="3822"/>
                  </a:lnTo>
                  <a:lnTo>
                    <a:pt x="10988" y="3344"/>
                  </a:lnTo>
                  <a:lnTo>
                    <a:pt x="10510" y="1911"/>
                  </a:lnTo>
                  <a:lnTo>
                    <a:pt x="10510" y="956"/>
                  </a:lnTo>
                  <a:lnTo>
                    <a:pt x="11466" y="478"/>
                  </a:lnTo>
                  <a:lnTo>
                    <a:pt x="11943" y="478"/>
                  </a:lnTo>
                  <a:lnTo>
                    <a:pt x="13854" y="0"/>
                  </a:lnTo>
                  <a:lnTo>
                    <a:pt x="14332" y="478"/>
                  </a:lnTo>
                  <a:lnTo>
                    <a:pt x="1480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9" name="Freeform 5438">
              <a:extLst>
                <a:ext uri="{FF2B5EF4-FFF2-40B4-BE49-F238E27FC236}">
                  <a16:creationId xmlns:a16="http://schemas.microsoft.com/office/drawing/2014/main" id="{C77B2628-F4DF-414C-EAF2-C24EA02474E7}"/>
                </a:ext>
              </a:extLst>
            </p:cNvPr>
            <p:cNvSpPr/>
            <p:nvPr/>
          </p:nvSpPr>
          <p:spPr>
            <a:xfrm>
              <a:off x="4631758" y="4402396"/>
              <a:ext cx="2388" cy="955"/>
            </a:xfrm>
            <a:custGeom>
              <a:avLst/>
              <a:gdLst>
                <a:gd name="csX0" fmla="*/ 0 w 2388"/>
                <a:gd name="csY0" fmla="*/ 0 h 955"/>
                <a:gd name="csX1" fmla="*/ 2389 w 2388"/>
                <a:gd name="csY1" fmla="*/ 0 h 955"/>
                <a:gd name="csX2" fmla="*/ 2389 w 2388"/>
                <a:gd name="csY2" fmla="*/ 478 h 955"/>
                <a:gd name="csX3" fmla="*/ 2389 w 2388"/>
                <a:gd name="csY3" fmla="*/ 955 h 955"/>
                <a:gd name="csX4" fmla="*/ 956 w 2388"/>
                <a:gd name="csY4" fmla="*/ 478 h 955"/>
                <a:gd name="csX5" fmla="*/ 0 w 2388"/>
                <a:gd name="csY5" fmla="*/ 0 h 955"/>
                <a:gd name="csX6" fmla="*/ 0 w 2388"/>
                <a:gd name="csY6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955">
                  <a:moveTo>
                    <a:pt x="0" y="0"/>
                  </a:moveTo>
                  <a:lnTo>
                    <a:pt x="2389" y="0"/>
                  </a:lnTo>
                  <a:lnTo>
                    <a:pt x="2389" y="478"/>
                  </a:lnTo>
                  <a:lnTo>
                    <a:pt x="2389" y="955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0" name="Freeform 5439">
              <a:extLst>
                <a:ext uri="{FF2B5EF4-FFF2-40B4-BE49-F238E27FC236}">
                  <a16:creationId xmlns:a16="http://schemas.microsoft.com/office/drawing/2014/main" id="{0FA6A5C8-C701-76C6-4D7C-D938B62F4BE8}"/>
                </a:ext>
              </a:extLst>
            </p:cNvPr>
            <p:cNvSpPr/>
            <p:nvPr/>
          </p:nvSpPr>
          <p:spPr>
            <a:xfrm>
              <a:off x="6592838" y="4006836"/>
              <a:ext cx="130897" cy="109400"/>
            </a:xfrm>
            <a:custGeom>
              <a:avLst/>
              <a:gdLst>
                <a:gd name="csX0" fmla="*/ 128987 w 130897"/>
                <a:gd name="csY0" fmla="*/ 0 h 109400"/>
                <a:gd name="csX1" fmla="*/ 129942 w 130897"/>
                <a:gd name="csY1" fmla="*/ 1433 h 109400"/>
                <a:gd name="csX2" fmla="*/ 130898 w 130897"/>
                <a:gd name="csY2" fmla="*/ 3822 h 109400"/>
                <a:gd name="csX3" fmla="*/ 130898 w 130897"/>
                <a:gd name="csY3" fmla="*/ 4300 h 109400"/>
                <a:gd name="csX4" fmla="*/ 130898 w 130897"/>
                <a:gd name="csY4" fmla="*/ 5255 h 109400"/>
                <a:gd name="csX5" fmla="*/ 128509 w 130897"/>
                <a:gd name="csY5" fmla="*/ 7166 h 109400"/>
                <a:gd name="csX6" fmla="*/ 125643 w 130897"/>
                <a:gd name="csY6" fmla="*/ 10510 h 109400"/>
                <a:gd name="csX7" fmla="*/ 123254 w 130897"/>
                <a:gd name="csY7" fmla="*/ 12421 h 109400"/>
                <a:gd name="csX8" fmla="*/ 119432 w 130897"/>
                <a:gd name="csY8" fmla="*/ 15765 h 109400"/>
                <a:gd name="csX9" fmla="*/ 117044 w 130897"/>
                <a:gd name="csY9" fmla="*/ 16243 h 109400"/>
                <a:gd name="csX10" fmla="*/ 112266 w 130897"/>
                <a:gd name="csY10" fmla="*/ 17198 h 109400"/>
                <a:gd name="csX11" fmla="*/ 110833 w 130897"/>
                <a:gd name="csY11" fmla="*/ 18632 h 109400"/>
                <a:gd name="csX12" fmla="*/ 109878 w 130897"/>
                <a:gd name="csY12" fmla="*/ 20543 h 109400"/>
                <a:gd name="csX13" fmla="*/ 109400 w 130897"/>
                <a:gd name="csY13" fmla="*/ 22931 h 109400"/>
                <a:gd name="csX14" fmla="*/ 108923 w 130897"/>
                <a:gd name="csY14" fmla="*/ 24364 h 109400"/>
                <a:gd name="csX15" fmla="*/ 108923 w 130897"/>
                <a:gd name="csY15" fmla="*/ 27231 h 109400"/>
                <a:gd name="csX16" fmla="*/ 109878 w 130897"/>
                <a:gd name="csY16" fmla="*/ 30575 h 109400"/>
                <a:gd name="csX17" fmla="*/ 110833 w 130897"/>
                <a:gd name="csY17" fmla="*/ 33441 h 109400"/>
                <a:gd name="csX18" fmla="*/ 111311 w 130897"/>
                <a:gd name="csY18" fmla="*/ 35352 h 109400"/>
                <a:gd name="csX19" fmla="*/ 110833 w 130897"/>
                <a:gd name="csY19" fmla="*/ 37263 h 109400"/>
                <a:gd name="csX20" fmla="*/ 109878 w 130897"/>
                <a:gd name="csY20" fmla="*/ 39174 h 109400"/>
                <a:gd name="csX21" fmla="*/ 108923 w 130897"/>
                <a:gd name="csY21" fmla="*/ 41563 h 109400"/>
                <a:gd name="csX22" fmla="*/ 108444 w 130897"/>
                <a:gd name="csY22" fmla="*/ 44907 h 109400"/>
                <a:gd name="csX23" fmla="*/ 107967 w 130897"/>
                <a:gd name="csY23" fmla="*/ 50639 h 109400"/>
                <a:gd name="csX24" fmla="*/ 107967 w 130897"/>
                <a:gd name="csY24" fmla="*/ 55417 h 109400"/>
                <a:gd name="csX25" fmla="*/ 107967 w 130897"/>
                <a:gd name="csY25" fmla="*/ 56372 h 109400"/>
                <a:gd name="csX26" fmla="*/ 106056 w 130897"/>
                <a:gd name="csY26" fmla="*/ 59716 h 109400"/>
                <a:gd name="csX27" fmla="*/ 103667 w 130897"/>
                <a:gd name="csY27" fmla="*/ 64016 h 109400"/>
                <a:gd name="csX28" fmla="*/ 102712 w 130897"/>
                <a:gd name="csY28" fmla="*/ 64971 h 109400"/>
                <a:gd name="csX29" fmla="*/ 97935 w 130897"/>
                <a:gd name="csY29" fmla="*/ 65927 h 109400"/>
                <a:gd name="csX30" fmla="*/ 92680 w 130897"/>
                <a:gd name="csY30" fmla="*/ 68793 h 109400"/>
                <a:gd name="csX31" fmla="*/ 86469 w 130897"/>
                <a:gd name="csY31" fmla="*/ 72137 h 109400"/>
                <a:gd name="csX32" fmla="*/ 81214 w 130897"/>
                <a:gd name="csY32" fmla="*/ 75004 h 109400"/>
                <a:gd name="csX33" fmla="*/ 75481 w 130897"/>
                <a:gd name="csY33" fmla="*/ 78348 h 109400"/>
                <a:gd name="csX34" fmla="*/ 69748 w 130897"/>
                <a:gd name="csY34" fmla="*/ 81692 h 109400"/>
                <a:gd name="csX35" fmla="*/ 65449 w 130897"/>
                <a:gd name="csY35" fmla="*/ 83603 h 109400"/>
                <a:gd name="csX36" fmla="*/ 59716 w 130897"/>
                <a:gd name="csY36" fmla="*/ 86947 h 109400"/>
                <a:gd name="csX37" fmla="*/ 54461 w 130897"/>
                <a:gd name="csY37" fmla="*/ 89813 h 109400"/>
                <a:gd name="csX38" fmla="*/ 49684 w 130897"/>
                <a:gd name="csY38" fmla="*/ 92680 h 109400"/>
                <a:gd name="csX39" fmla="*/ 45384 w 130897"/>
                <a:gd name="csY39" fmla="*/ 95068 h 109400"/>
                <a:gd name="csX40" fmla="*/ 39652 w 130897"/>
                <a:gd name="csY40" fmla="*/ 98412 h 109400"/>
                <a:gd name="csX41" fmla="*/ 36307 w 130897"/>
                <a:gd name="csY41" fmla="*/ 100801 h 109400"/>
                <a:gd name="csX42" fmla="*/ 31052 w 130897"/>
                <a:gd name="csY42" fmla="*/ 103667 h 109400"/>
                <a:gd name="csX43" fmla="*/ 26275 w 130897"/>
                <a:gd name="csY43" fmla="*/ 106534 h 109400"/>
                <a:gd name="csX44" fmla="*/ 21020 w 130897"/>
                <a:gd name="csY44" fmla="*/ 109400 h 109400"/>
                <a:gd name="csX45" fmla="*/ 14332 w 130897"/>
                <a:gd name="csY45" fmla="*/ 108923 h 109400"/>
                <a:gd name="csX46" fmla="*/ 11943 w 130897"/>
                <a:gd name="csY46" fmla="*/ 107967 h 109400"/>
                <a:gd name="csX47" fmla="*/ 10510 w 130897"/>
                <a:gd name="csY47" fmla="*/ 106534 h 109400"/>
                <a:gd name="csX48" fmla="*/ 9077 w 130897"/>
                <a:gd name="csY48" fmla="*/ 106056 h 109400"/>
                <a:gd name="csX49" fmla="*/ 6211 w 130897"/>
                <a:gd name="csY49" fmla="*/ 105100 h 109400"/>
                <a:gd name="csX50" fmla="*/ 3822 w 130897"/>
                <a:gd name="csY50" fmla="*/ 102234 h 109400"/>
                <a:gd name="csX51" fmla="*/ 2866 w 130897"/>
                <a:gd name="csY51" fmla="*/ 101279 h 109400"/>
                <a:gd name="csX52" fmla="*/ 478 w 130897"/>
                <a:gd name="csY52" fmla="*/ 100801 h 109400"/>
                <a:gd name="csX53" fmla="*/ 955 w 130897"/>
                <a:gd name="csY53" fmla="*/ 99846 h 109400"/>
                <a:gd name="csX54" fmla="*/ 1911 w 130897"/>
                <a:gd name="csY54" fmla="*/ 97935 h 109400"/>
                <a:gd name="csX55" fmla="*/ 3344 w 130897"/>
                <a:gd name="csY55" fmla="*/ 96024 h 109400"/>
                <a:gd name="csX56" fmla="*/ 2389 w 130897"/>
                <a:gd name="csY56" fmla="*/ 95068 h 109400"/>
                <a:gd name="csX57" fmla="*/ 2389 w 130897"/>
                <a:gd name="csY57" fmla="*/ 94113 h 109400"/>
                <a:gd name="csX58" fmla="*/ 2389 w 130897"/>
                <a:gd name="csY58" fmla="*/ 93157 h 109400"/>
                <a:gd name="csX59" fmla="*/ 2866 w 130897"/>
                <a:gd name="csY59" fmla="*/ 92202 h 109400"/>
                <a:gd name="csX60" fmla="*/ 2389 w 130897"/>
                <a:gd name="csY60" fmla="*/ 90769 h 109400"/>
                <a:gd name="csX61" fmla="*/ 1911 w 130897"/>
                <a:gd name="csY61" fmla="*/ 89335 h 109400"/>
                <a:gd name="csX62" fmla="*/ 1433 w 130897"/>
                <a:gd name="csY62" fmla="*/ 88858 h 109400"/>
                <a:gd name="csX63" fmla="*/ 1433 w 130897"/>
                <a:gd name="csY63" fmla="*/ 87902 h 109400"/>
                <a:gd name="csX64" fmla="*/ 1911 w 130897"/>
                <a:gd name="csY64" fmla="*/ 86947 h 109400"/>
                <a:gd name="csX65" fmla="*/ 2389 w 130897"/>
                <a:gd name="csY65" fmla="*/ 85514 h 109400"/>
                <a:gd name="csX66" fmla="*/ 3344 w 130897"/>
                <a:gd name="csY66" fmla="*/ 85036 h 109400"/>
                <a:gd name="csX67" fmla="*/ 3344 w 130897"/>
                <a:gd name="csY67" fmla="*/ 84081 h 109400"/>
                <a:gd name="csX68" fmla="*/ 4300 w 130897"/>
                <a:gd name="csY68" fmla="*/ 83603 h 109400"/>
                <a:gd name="csX69" fmla="*/ 5255 w 130897"/>
                <a:gd name="csY69" fmla="*/ 82647 h 109400"/>
                <a:gd name="csX70" fmla="*/ 5255 w 130897"/>
                <a:gd name="csY70" fmla="*/ 82170 h 109400"/>
                <a:gd name="csX71" fmla="*/ 5255 w 130897"/>
                <a:gd name="csY71" fmla="*/ 82170 h 109400"/>
                <a:gd name="csX72" fmla="*/ 4300 w 130897"/>
                <a:gd name="csY72" fmla="*/ 81214 h 109400"/>
                <a:gd name="csX73" fmla="*/ 3822 w 130897"/>
                <a:gd name="csY73" fmla="*/ 80259 h 109400"/>
                <a:gd name="csX74" fmla="*/ 4300 w 130897"/>
                <a:gd name="csY74" fmla="*/ 79303 h 109400"/>
                <a:gd name="csX75" fmla="*/ 4300 w 130897"/>
                <a:gd name="csY75" fmla="*/ 78825 h 109400"/>
                <a:gd name="csX76" fmla="*/ 5255 w 130897"/>
                <a:gd name="csY76" fmla="*/ 77870 h 109400"/>
                <a:gd name="csX77" fmla="*/ 6688 w 130897"/>
                <a:gd name="csY77" fmla="*/ 76915 h 109400"/>
                <a:gd name="csX78" fmla="*/ 7644 w 130897"/>
                <a:gd name="csY78" fmla="*/ 76915 h 109400"/>
                <a:gd name="csX79" fmla="*/ 8599 w 130897"/>
                <a:gd name="csY79" fmla="*/ 76915 h 109400"/>
                <a:gd name="csX80" fmla="*/ 10510 w 130897"/>
                <a:gd name="csY80" fmla="*/ 76915 h 109400"/>
                <a:gd name="csX81" fmla="*/ 11943 w 130897"/>
                <a:gd name="csY81" fmla="*/ 76915 h 109400"/>
                <a:gd name="csX82" fmla="*/ 11943 w 130897"/>
                <a:gd name="csY82" fmla="*/ 76915 h 109400"/>
                <a:gd name="csX83" fmla="*/ 11943 w 130897"/>
                <a:gd name="csY83" fmla="*/ 76437 h 109400"/>
                <a:gd name="csX84" fmla="*/ 10510 w 130897"/>
                <a:gd name="csY84" fmla="*/ 75481 h 109400"/>
                <a:gd name="csX85" fmla="*/ 10510 w 130897"/>
                <a:gd name="csY85" fmla="*/ 75004 h 109400"/>
                <a:gd name="csX86" fmla="*/ 10510 w 130897"/>
                <a:gd name="csY86" fmla="*/ 74048 h 109400"/>
                <a:gd name="csX87" fmla="*/ 11943 w 130897"/>
                <a:gd name="csY87" fmla="*/ 73093 h 109400"/>
                <a:gd name="csX88" fmla="*/ 13377 w 130897"/>
                <a:gd name="csY88" fmla="*/ 72137 h 109400"/>
                <a:gd name="csX89" fmla="*/ 13854 w 130897"/>
                <a:gd name="csY89" fmla="*/ 72137 h 109400"/>
                <a:gd name="csX90" fmla="*/ 15287 w 130897"/>
                <a:gd name="csY90" fmla="*/ 70226 h 109400"/>
                <a:gd name="csX91" fmla="*/ 16243 w 130897"/>
                <a:gd name="csY91" fmla="*/ 68316 h 109400"/>
                <a:gd name="csX92" fmla="*/ 14809 w 130897"/>
                <a:gd name="csY92" fmla="*/ 64016 h 109400"/>
                <a:gd name="csX93" fmla="*/ 13854 w 130897"/>
                <a:gd name="csY93" fmla="*/ 63060 h 109400"/>
                <a:gd name="csX94" fmla="*/ 12421 w 130897"/>
                <a:gd name="csY94" fmla="*/ 62583 h 109400"/>
                <a:gd name="csX95" fmla="*/ 11466 w 130897"/>
                <a:gd name="csY95" fmla="*/ 62105 h 109400"/>
                <a:gd name="csX96" fmla="*/ 11466 w 130897"/>
                <a:gd name="csY96" fmla="*/ 62105 h 109400"/>
                <a:gd name="csX97" fmla="*/ 12421 w 130897"/>
                <a:gd name="csY97" fmla="*/ 60672 h 109400"/>
                <a:gd name="csX98" fmla="*/ 13377 w 130897"/>
                <a:gd name="csY98" fmla="*/ 59716 h 109400"/>
                <a:gd name="csX99" fmla="*/ 12421 w 130897"/>
                <a:gd name="csY99" fmla="*/ 58761 h 109400"/>
                <a:gd name="csX100" fmla="*/ 10510 w 130897"/>
                <a:gd name="csY100" fmla="*/ 58283 h 109400"/>
                <a:gd name="csX101" fmla="*/ 10032 w 130897"/>
                <a:gd name="csY101" fmla="*/ 59239 h 109400"/>
                <a:gd name="csX102" fmla="*/ 7644 w 130897"/>
                <a:gd name="csY102" fmla="*/ 59239 h 109400"/>
                <a:gd name="csX103" fmla="*/ 4300 w 130897"/>
                <a:gd name="csY103" fmla="*/ 59239 h 109400"/>
                <a:gd name="csX104" fmla="*/ 2866 w 130897"/>
                <a:gd name="csY104" fmla="*/ 54461 h 109400"/>
                <a:gd name="csX105" fmla="*/ 2389 w 130897"/>
                <a:gd name="csY105" fmla="*/ 52550 h 109400"/>
                <a:gd name="csX106" fmla="*/ 2389 w 130897"/>
                <a:gd name="csY106" fmla="*/ 50162 h 109400"/>
                <a:gd name="csX107" fmla="*/ 3822 w 130897"/>
                <a:gd name="csY107" fmla="*/ 46340 h 109400"/>
                <a:gd name="csX108" fmla="*/ 3344 w 130897"/>
                <a:gd name="csY108" fmla="*/ 44429 h 109400"/>
                <a:gd name="csX109" fmla="*/ 3344 w 130897"/>
                <a:gd name="csY109" fmla="*/ 43474 h 109400"/>
                <a:gd name="csX110" fmla="*/ 2866 w 130897"/>
                <a:gd name="csY110" fmla="*/ 42040 h 109400"/>
                <a:gd name="csX111" fmla="*/ 0 w 130897"/>
                <a:gd name="csY111" fmla="*/ 38696 h 109400"/>
                <a:gd name="csX112" fmla="*/ 1433 w 130897"/>
                <a:gd name="csY112" fmla="*/ 32486 h 109400"/>
                <a:gd name="csX113" fmla="*/ 2866 w 130897"/>
                <a:gd name="csY113" fmla="*/ 31052 h 109400"/>
                <a:gd name="csX114" fmla="*/ 2866 w 130897"/>
                <a:gd name="csY114" fmla="*/ 31052 h 109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</a:cxnLst>
              <a:rect l="l" t="t" r="r" b="b"/>
              <a:pathLst>
                <a:path w="130897" h="109400">
                  <a:moveTo>
                    <a:pt x="128987" y="0"/>
                  </a:moveTo>
                  <a:lnTo>
                    <a:pt x="129942" y="1433"/>
                  </a:lnTo>
                  <a:lnTo>
                    <a:pt x="130898" y="3822"/>
                  </a:lnTo>
                  <a:lnTo>
                    <a:pt x="130898" y="4300"/>
                  </a:lnTo>
                  <a:lnTo>
                    <a:pt x="130898" y="5255"/>
                  </a:lnTo>
                  <a:lnTo>
                    <a:pt x="128509" y="7166"/>
                  </a:lnTo>
                  <a:lnTo>
                    <a:pt x="125643" y="10510"/>
                  </a:lnTo>
                  <a:lnTo>
                    <a:pt x="123254" y="12421"/>
                  </a:lnTo>
                  <a:lnTo>
                    <a:pt x="119432" y="15765"/>
                  </a:lnTo>
                  <a:lnTo>
                    <a:pt x="117044" y="16243"/>
                  </a:lnTo>
                  <a:lnTo>
                    <a:pt x="112266" y="17198"/>
                  </a:lnTo>
                  <a:lnTo>
                    <a:pt x="110833" y="18632"/>
                  </a:lnTo>
                  <a:lnTo>
                    <a:pt x="109878" y="20543"/>
                  </a:lnTo>
                  <a:lnTo>
                    <a:pt x="109400" y="22931"/>
                  </a:lnTo>
                  <a:lnTo>
                    <a:pt x="108923" y="24364"/>
                  </a:lnTo>
                  <a:lnTo>
                    <a:pt x="108923" y="27231"/>
                  </a:lnTo>
                  <a:lnTo>
                    <a:pt x="109878" y="30575"/>
                  </a:lnTo>
                  <a:lnTo>
                    <a:pt x="110833" y="33441"/>
                  </a:lnTo>
                  <a:lnTo>
                    <a:pt x="111311" y="35352"/>
                  </a:lnTo>
                  <a:lnTo>
                    <a:pt x="110833" y="37263"/>
                  </a:lnTo>
                  <a:lnTo>
                    <a:pt x="109878" y="39174"/>
                  </a:lnTo>
                  <a:lnTo>
                    <a:pt x="108923" y="41563"/>
                  </a:lnTo>
                  <a:lnTo>
                    <a:pt x="108444" y="44907"/>
                  </a:lnTo>
                  <a:lnTo>
                    <a:pt x="107967" y="50639"/>
                  </a:lnTo>
                  <a:lnTo>
                    <a:pt x="107967" y="55417"/>
                  </a:lnTo>
                  <a:lnTo>
                    <a:pt x="107967" y="56372"/>
                  </a:lnTo>
                  <a:lnTo>
                    <a:pt x="106056" y="59716"/>
                  </a:lnTo>
                  <a:lnTo>
                    <a:pt x="103667" y="64016"/>
                  </a:lnTo>
                  <a:lnTo>
                    <a:pt x="102712" y="64971"/>
                  </a:lnTo>
                  <a:lnTo>
                    <a:pt x="97935" y="65927"/>
                  </a:lnTo>
                  <a:lnTo>
                    <a:pt x="92680" y="68793"/>
                  </a:lnTo>
                  <a:lnTo>
                    <a:pt x="86469" y="72137"/>
                  </a:lnTo>
                  <a:lnTo>
                    <a:pt x="81214" y="75004"/>
                  </a:lnTo>
                  <a:lnTo>
                    <a:pt x="75481" y="78348"/>
                  </a:lnTo>
                  <a:lnTo>
                    <a:pt x="69748" y="81692"/>
                  </a:lnTo>
                  <a:lnTo>
                    <a:pt x="65449" y="83603"/>
                  </a:lnTo>
                  <a:lnTo>
                    <a:pt x="59716" y="86947"/>
                  </a:lnTo>
                  <a:lnTo>
                    <a:pt x="54461" y="89813"/>
                  </a:lnTo>
                  <a:lnTo>
                    <a:pt x="49684" y="92680"/>
                  </a:lnTo>
                  <a:lnTo>
                    <a:pt x="45384" y="95068"/>
                  </a:lnTo>
                  <a:lnTo>
                    <a:pt x="39652" y="98412"/>
                  </a:lnTo>
                  <a:lnTo>
                    <a:pt x="36307" y="100801"/>
                  </a:lnTo>
                  <a:lnTo>
                    <a:pt x="31052" y="103667"/>
                  </a:lnTo>
                  <a:lnTo>
                    <a:pt x="26275" y="106534"/>
                  </a:lnTo>
                  <a:lnTo>
                    <a:pt x="21020" y="109400"/>
                  </a:lnTo>
                  <a:lnTo>
                    <a:pt x="14332" y="108923"/>
                  </a:lnTo>
                  <a:lnTo>
                    <a:pt x="11943" y="107967"/>
                  </a:lnTo>
                  <a:lnTo>
                    <a:pt x="10510" y="106534"/>
                  </a:lnTo>
                  <a:lnTo>
                    <a:pt x="9077" y="106056"/>
                  </a:lnTo>
                  <a:lnTo>
                    <a:pt x="6211" y="105100"/>
                  </a:lnTo>
                  <a:lnTo>
                    <a:pt x="3822" y="102234"/>
                  </a:lnTo>
                  <a:lnTo>
                    <a:pt x="2866" y="101279"/>
                  </a:lnTo>
                  <a:lnTo>
                    <a:pt x="478" y="100801"/>
                  </a:lnTo>
                  <a:lnTo>
                    <a:pt x="955" y="99846"/>
                  </a:lnTo>
                  <a:lnTo>
                    <a:pt x="1911" y="97935"/>
                  </a:lnTo>
                  <a:lnTo>
                    <a:pt x="3344" y="96024"/>
                  </a:lnTo>
                  <a:lnTo>
                    <a:pt x="2389" y="95068"/>
                  </a:lnTo>
                  <a:lnTo>
                    <a:pt x="2389" y="94113"/>
                  </a:lnTo>
                  <a:lnTo>
                    <a:pt x="2389" y="93157"/>
                  </a:lnTo>
                  <a:lnTo>
                    <a:pt x="2866" y="92202"/>
                  </a:lnTo>
                  <a:lnTo>
                    <a:pt x="2389" y="90769"/>
                  </a:lnTo>
                  <a:lnTo>
                    <a:pt x="1911" y="89335"/>
                  </a:lnTo>
                  <a:lnTo>
                    <a:pt x="1433" y="88858"/>
                  </a:lnTo>
                  <a:lnTo>
                    <a:pt x="1433" y="87902"/>
                  </a:lnTo>
                  <a:lnTo>
                    <a:pt x="1911" y="86947"/>
                  </a:lnTo>
                  <a:lnTo>
                    <a:pt x="2389" y="85514"/>
                  </a:lnTo>
                  <a:lnTo>
                    <a:pt x="3344" y="85036"/>
                  </a:lnTo>
                  <a:lnTo>
                    <a:pt x="3344" y="84081"/>
                  </a:lnTo>
                  <a:lnTo>
                    <a:pt x="4300" y="83603"/>
                  </a:lnTo>
                  <a:lnTo>
                    <a:pt x="5255" y="82647"/>
                  </a:lnTo>
                  <a:lnTo>
                    <a:pt x="5255" y="82170"/>
                  </a:lnTo>
                  <a:lnTo>
                    <a:pt x="5255" y="82170"/>
                  </a:lnTo>
                  <a:lnTo>
                    <a:pt x="4300" y="81214"/>
                  </a:lnTo>
                  <a:lnTo>
                    <a:pt x="3822" y="80259"/>
                  </a:lnTo>
                  <a:lnTo>
                    <a:pt x="4300" y="79303"/>
                  </a:lnTo>
                  <a:lnTo>
                    <a:pt x="4300" y="78825"/>
                  </a:lnTo>
                  <a:lnTo>
                    <a:pt x="5255" y="77870"/>
                  </a:lnTo>
                  <a:lnTo>
                    <a:pt x="6688" y="76915"/>
                  </a:lnTo>
                  <a:lnTo>
                    <a:pt x="7644" y="76915"/>
                  </a:lnTo>
                  <a:lnTo>
                    <a:pt x="8599" y="76915"/>
                  </a:lnTo>
                  <a:lnTo>
                    <a:pt x="10510" y="76915"/>
                  </a:lnTo>
                  <a:lnTo>
                    <a:pt x="11943" y="76915"/>
                  </a:lnTo>
                  <a:lnTo>
                    <a:pt x="11943" y="76915"/>
                  </a:lnTo>
                  <a:lnTo>
                    <a:pt x="11943" y="76437"/>
                  </a:lnTo>
                  <a:lnTo>
                    <a:pt x="10510" y="75481"/>
                  </a:lnTo>
                  <a:lnTo>
                    <a:pt x="10510" y="75004"/>
                  </a:lnTo>
                  <a:lnTo>
                    <a:pt x="10510" y="74048"/>
                  </a:lnTo>
                  <a:lnTo>
                    <a:pt x="11943" y="73093"/>
                  </a:lnTo>
                  <a:lnTo>
                    <a:pt x="13377" y="72137"/>
                  </a:lnTo>
                  <a:lnTo>
                    <a:pt x="13854" y="72137"/>
                  </a:lnTo>
                  <a:lnTo>
                    <a:pt x="15287" y="70226"/>
                  </a:lnTo>
                  <a:lnTo>
                    <a:pt x="16243" y="68316"/>
                  </a:lnTo>
                  <a:lnTo>
                    <a:pt x="14809" y="64016"/>
                  </a:lnTo>
                  <a:lnTo>
                    <a:pt x="13854" y="63060"/>
                  </a:lnTo>
                  <a:lnTo>
                    <a:pt x="12421" y="62583"/>
                  </a:lnTo>
                  <a:lnTo>
                    <a:pt x="11466" y="62105"/>
                  </a:lnTo>
                  <a:lnTo>
                    <a:pt x="11466" y="62105"/>
                  </a:lnTo>
                  <a:lnTo>
                    <a:pt x="12421" y="60672"/>
                  </a:lnTo>
                  <a:lnTo>
                    <a:pt x="13377" y="59716"/>
                  </a:lnTo>
                  <a:lnTo>
                    <a:pt x="12421" y="58761"/>
                  </a:lnTo>
                  <a:lnTo>
                    <a:pt x="10510" y="58283"/>
                  </a:lnTo>
                  <a:lnTo>
                    <a:pt x="10032" y="59239"/>
                  </a:lnTo>
                  <a:lnTo>
                    <a:pt x="7644" y="59239"/>
                  </a:lnTo>
                  <a:lnTo>
                    <a:pt x="4300" y="59239"/>
                  </a:lnTo>
                  <a:lnTo>
                    <a:pt x="2866" y="54461"/>
                  </a:lnTo>
                  <a:lnTo>
                    <a:pt x="2389" y="52550"/>
                  </a:lnTo>
                  <a:lnTo>
                    <a:pt x="2389" y="50162"/>
                  </a:lnTo>
                  <a:lnTo>
                    <a:pt x="3822" y="46340"/>
                  </a:lnTo>
                  <a:lnTo>
                    <a:pt x="3344" y="44429"/>
                  </a:lnTo>
                  <a:lnTo>
                    <a:pt x="3344" y="43474"/>
                  </a:lnTo>
                  <a:lnTo>
                    <a:pt x="2866" y="42040"/>
                  </a:lnTo>
                  <a:lnTo>
                    <a:pt x="0" y="38696"/>
                  </a:lnTo>
                  <a:lnTo>
                    <a:pt x="1433" y="32486"/>
                  </a:lnTo>
                  <a:lnTo>
                    <a:pt x="2866" y="31052"/>
                  </a:lnTo>
                  <a:lnTo>
                    <a:pt x="2866" y="3105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1" name="Freeform 5440">
              <a:extLst>
                <a:ext uri="{FF2B5EF4-FFF2-40B4-BE49-F238E27FC236}">
                  <a16:creationId xmlns:a16="http://schemas.microsoft.com/office/drawing/2014/main" id="{C132AF8A-8158-F53D-698E-9D717AD7CA36}"/>
                </a:ext>
              </a:extLst>
            </p:cNvPr>
            <p:cNvSpPr/>
            <p:nvPr/>
          </p:nvSpPr>
          <p:spPr>
            <a:xfrm>
              <a:off x="6506846" y="5216447"/>
              <a:ext cx="9076" cy="4777"/>
            </a:xfrm>
            <a:custGeom>
              <a:avLst/>
              <a:gdLst>
                <a:gd name="csX0" fmla="*/ 0 w 9076"/>
                <a:gd name="csY0" fmla="*/ 0 h 4777"/>
                <a:gd name="csX1" fmla="*/ 4300 w 9076"/>
                <a:gd name="csY1" fmla="*/ 2389 h 4777"/>
                <a:gd name="csX2" fmla="*/ 9077 w 9076"/>
                <a:gd name="csY2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076" h="4777">
                  <a:moveTo>
                    <a:pt x="0" y="0"/>
                  </a:moveTo>
                  <a:lnTo>
                    <a:pt x="4300" y="2389"/>
                  </a:lnTo>
                  <a:lnTo>
                    <a:pt x="9077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2" name="Freeform 5441">
              <a:extLst>
                <a:ext uri="{FF2B5EF4-FFF2-40B4-BE49-F238E27FC236}">
                  <a16:creationId xmlns:a16="http://schemas.microsoft.com/office/drawing/2014/main" id="{67F5911E-3BFE-E571-6153-35A4F001FE8D}"/>
                </a:ext>
              </a:extLst>
            </p:cNvPr>
            <p:cNvSpPr/>
            <p:nvPr/>
          </p:nvSpPr>
          <p:spPr>
            <a:xfrm>
              <a:off x="6504935" y="5216447"/>
              <a:ext cx="955" cy="477"/>
            </a:xfrm>
            <a:custGeom>
              <a:avLst/>
              <a:gdLst>
                <a:gd name="csX0" fmla="*/ 0 w 955"/>
                <a:gd name="csY0" fmla="*/ 478 h 477"/>
                <a:gd name="csX1" fmla="*/ 956 w 955"/>
                <a:gd name="csY1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0" y="478"/>
                  </a:moveTo>
                  <a:lnTo>
                    <a:pt x="95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3" name="Freeform 5442">
              <a:extLst>
                <a:ext uri="{FF2B5EF4-FFF2-40B4-BE49-F238E27FC236}">
                  <a16:creationId xmlns:a16="http://schemas.microsoft.com/office/drawing/2014/main" id="{7418B1CF-0E51-B641-24B4-9CB0C63121CD}"/>
                </a:ext>
              </a:extLst>
            </p:cNvPr>
            <p:cNvSpPr/>
            <p:nvPr/>
          </p:nvSpPr>
          <p:spPr>
            <a:xfrm>
              <a:off x="6517356" y="5237945"/>
              <a:ext cx="955" cy="7165"/>
            </a:xfrm>
            <a:custGeom>
              <a:avLst/>
              <a:gdLst>
                <a:gd name="csX0" fmla="*/ 956 w 955"/>
                <a:gd name="csY0" fmla="*/ 0 h 7165"/>
                <a:gd name="csX1" fmla="*/ 478 w 955"/>
                <a:gd name="csY1" fmla="*/ 2867 h 7165"/>
                <a:gd name="csX2" fmla="*/ 0 w 955"/>
                <a:gd name="csY2" fmla="*/ 7166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7165">
                  <a:moveTo>
                    <a:pt x="956" y="0"/>
                  </a:moveTo>
                  <a:lnTo>
                    <a:pt x="478" y="2867"/>
                  </a:lnTo>
                  <a:lnTo>
                    <a:pt x="0" y="71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4" name="Freeform 5443">
              <a:extLst>
                <a:ext uri="{FF2B5EF4-FFF2-40B4-BE49-F238E27FC236}">
                  <a16:creationId xmlns:a16="http://schemas.microsoft.com/office/drawing/2014/main" id="{0E6D2BA1-A453-BEEC-4180-E9DA0B473135}"/>
                </a:ext>
              </a:extLst>
            </p:cNvPr>
            <p:cNvSpPr/>
            <p:nvPr/>
          </p:nvSpPr>
          <p:spPr>
            <a:xfrm>
              <a:off x="6517356" y="5220747"/>
              <a:ext cx="3344" cy="17676"/>
            </a:xfrm>
            <a:custGeom>
              <a:avLst/>
              <a:gdLst>
                <a:gd name="csX0" fmla="*/ 0 w 3344"/>
                <a:gd name="csY0" fmla="*/ 0 h 17676"/>
                <a:gd name="csX1" fmla="*/ 478 w 3344"/>
                <a:gd name="csY1" fmla="*/ 478 h 17676"/>
                <a:gd name="csX2" fmla="*/ 956 w 3344"/>
                <a:gd name="csY2" fmla="*/ 478 h 17676"/>
                <a:gd name="csX3" fmla="*/ 2389 w 3344"/>
                <a:gd name="csY3" fmla="*/ 1433 h 17676"/>
                <a:gd name="csX4" fmla="*/ 2389 w 3344"/>
                <a:gd name="csY4" fmla="*/ 3344 h 17676"/>
                <a:gd name="csX5" fmla="*/ 2389 w 3344"/>
                <a:gd name="csY5" fmla="*/ 5255 h 17676"/>
                <a:gd name="csX6" fmla="*/ 1911 w 3344"/>
                <a:gd name="csY6" fmla="*/ 6688 h 17676"/>
                <a:gd name="csX7" fmla="*/ 1911 w 3344"/>
                <a:gd name="csY7" fmla="*/ 7644 h 17676"/>
                <a:gd name="csX8" fmla="*/ 2389 w 3344"/>
                <a:gd name="csY8" fmla="*/ 10032 h 17676"/>
                <a:gd name="csX9" fmla="*/ 2867 w 3344"/>
                <a:gd name="csY9" fmla="*/ 11465 h 17676"/>
                <a:gd name="csX10" fmla="*/ 2867 w 3344"/>
                <a:gd name="csY10" fmla="*/ 11465 h 17676"/>
                <a:gd name="csX11" fmla="*/ 3344 w 3344"/>
                <a:gd name="csY11" fmla="*/ 17676 h 1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4" h="17676">
                  <a:moveTo>
                    <a:pt x="0" y="0"/>
                  </a:moveTo>
                  <a:lnTo>
                    <a:pt x="478" y="478"/>
                  </a:lnTo>
                  <a:lnTo>
                    <a:pt x="956" y="478"/>
                  </a:lnTo>
                  <a:lnTo>
                    <a:pt x="2389" y="1433"/>
                  </a:lnTo>
                  <a:lnTo>
                    <a:pt x="2389" y="3344"/>
                  </a:lnTo>
                  <a:lnTo>
                    <a:pt x="2389" y="5255"/>
                  </a:lnTo>
                  <a:lnTo>
                    <a:pt x="1911" y="6688"/>
                  </a:lnTo>
                  <a:lnTo>
                    <a:pt x="1911" y="7644"/>
                  </a:lnTo>
                  <a:lnTo>
                    <a:pt x="2389" y="10032"/>
                  </a:lnTo>
                  <a:lnTo>
                    <a:pt x="2867" y="11465"/>
                  </a:lnTo>
                  <a:lnTo>
                    <a:pt x="2867" y="11465"/>
                  </a:lnTo>
                  <a:lnTo>
                    <a:pt x="3344" y="1767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5" name="Freeform 5444">
              <a:extLst>
                <a:ext uri="{FF2B5EF4-FFF2-40B4-BE49-F238E27FC236}">
                  <a16:creationId xmlns:a16="http://schemas.microsoft.com/office/drawing/2014/main" id="{8778C361-FC9A-2076-5FB2-AE9A5337AAC3}"/>
                </a:ext>
              </a:extLst>
            </p:cNvPr>
            <p:cNvSpPr/>
            <p:nvPr/>
          </p:nvSpPr>
          <p:spPr>
            <a:xfrm>
              <a:off x="4455476" y="4327870"/>
              <a:ext cx="2866" cy="2388"/>
            </a:xfrm>
            <a:custGeom>
              <a:avLst/>
              <a:gdLst>
                <a:gd name="csX0" fmla="*/ 2867 w 2866"/>
                <a:gd name="csY0" fmla="*/ 1911 h 2388"/>
                <a:gd name="csX1" fmla="*/ 2389 w 2866"/>
                <a:gd name="csY1" fmla="*/ 2389 h 2388"/>
                <a:gd name="csX2" fmla="*/ 1433 w 2866"/>
                <a:gd name="csY2" fmla="*/ 1433 h 2388"/>
                <a:gd name="csX3" fmla="*/ 956 w 2866"/>
                <a:gd name="csY3" fmla="*/ 956 h 2388"/>
                <a:gd name="csX4" fmla="*/ 956 w 2866"/>
                <a:gd name="csY4" fmla="*/ 956 h 2388"/>
                <a:gd name="csX5" fmla="*/ 0 w 2866"/>
                <a:gd name="csY5" fmla="*/ 478 h 2388"/>
                <a:gd name="csX6" fmla="*/ 0 w 2866"/>
                <a:gd name="csY6" fmla="*/ 0 h 2388"/>
                <a:gd name="csX7" fmla="*/ 1911 w 2866"/>
                <a:gd name="csY7" fmla="*/ 0 h 2388"/>
                <a:gd name="csX8" fmla="*/ 2389 w 2866"/>
                <a:gd name="csY8" fmla="*/ 1433 h 2388"/>
                <a:gd name="csX9" fmla="*/ 2867 w 2866"/>
                <a:gd name="csY9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2388">
                  <a:moveTo>
                    <a:pt x="2867" y="1911"/>
                  </a:moveTo>
                  <a:lnTo>
                    <a:pt x="2389" y="2389"/>
                  </a:lnTo>
                  <a:lnTo>
                    <a:pt x="1433" y="1433"/>
                  </a:lnTo>
                  <a:lnTo>
                    <a:pt x="956" y="956"/>
                  </a:lnTo>
                  <a:lnTo>
                    <a:pt x="956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2389" y="1433"/>
                  </a:lnTo>
                  <a:lnTo>
                    <a:pt x="2867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6" name="Freeform 5445">
              <a:extLst>
                <a:ext uri="{FF2B5EF4-FFF2-40B4-BE49-F238E27FC236}">
                  <a16:creationId xmlns:a16="http://schemas.microsoft.com/office/drawing/2014/main" id="{DB384A0B-84BD-65E2-602E-144BB3501999}"/>
                </a:ext>
              </a:extLst>
            </p:cNvPr>
            <p:cNvSpPr/>
            <p:nvPr/>
          </p:nvSpPr>
          <p:spPr>
            <a:xfrm>
              <a:off x="4458820" y="4329781"/>
              <a:ext cx="4299" cy="1910"/>
            </a:xfrm>
            <a:custGeom>
              <a:avLst/>
              <a:gdLst>
                <a:gd name="csX0" fmla="*/ 3822 w 4299"/>
                <a:gd name="csY0" fmla="*/ 1433 h 1910"/>
                <a:gd name="csX1" fmla="*/ 3822 w 4299"/>
                <a:gd name="csY1" fmla="*/ 1911 h 1910"/>
                <a:gd name="csX2" fmla="*/ 2389 w 4299"/>
                <a:gd name="csY2" fmla="*/ 956 h 1910"/>
                <a:gd name="csX3" fmla="*/ 478 w 4299"/>
                <a:gd name="csY3" fmla="*/ 956 h 1910"/>
                <a:gd name="csX4" fmla="*/ 0 w 4299"/>
                <a:gd name="csY4" fmla="*/ 0 h 1910"/>
                <a:gd name="csX5" fmla="*/ 956 w 4299"/>
                <a:gd name="csY5" fmla="*/ 0 h 1910"/>
                <a:gd name="csX6" fmla="*/ 3822 w 4299"/>
                <a:gd name="csY6" fmla="*/ 0 h 1910"/>
                <a:gd name="csX7" fmla="*/ 4300 w 4299"/>
                <a:gd name="csY7" fmla="*/ 956 h 1910"/>
                <a:gd name="csX8" fmla="*/ 3822 w 4299"/>
                <a:gd name="csY8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99" h="1910">
                  <a:moveTo>
                    <a:pt x="3822" y="1433"/>
                  </a:moveTo>
                  <a:lnTo>
                    <a:pt x="3822" y="1911"/>
                  </a:lnTo>
                  <a:lnTo>
                    <a:pt x="2389" y="956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3822" y="0"/>
                  </a:lnTo>
                  <a:lnTo>
                    <a:pt x="4300" y="956"/>
                  </a:lnTo>
                  <a:lnTo>
                    <a:pt x="38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7" name="Freeform 5446">
              <a:extLst>
                <a:ext uri="{FF2B5EF4-FFF2-40B4-BE49-F238E27FC236}">
                  <a16:creationId xmlns:a16="http://schemas.microsoft.com/office/drawing/2014/main" id="{848F2E26-CE0E-40B4-6217-754CAC9714D3}"/>
                </a:ext>
              </a:extLst>
            </p:cNvPr>
            <p:cNvSpPr/>
            <p:nvPr/>
          </p:nvSpPr>
          <p:spPr>
            <a:xfrm>
              <a:off x="4449266" y="4329781"/>
              <a:ext cx="3821" cy="1910"/>
            </a:xfrm>
            <a:custGeom>
              <a:avLst/>
              <a:gdLst>
                <a:gd name="csX0" fmla="*/ 0 w 3821"/>
                <a:gd name="csY0" fmla="*/ 0 h 1910"/>
                <a:gd name="csX1" fmla="*/ 2389 w 3821"/>
                <a:gd name="csY1" fmla="*/ 956 h 1910"/>
                <a:gd name="csX2" fmla="*/ 3822 w 3821"/>
                <a:gd name="csY2" fmla="*/ 956 h 1910"/>
                <a:gd name="csX3" fmla="*/ 3822 w 3821"/>
                <a:gd name="csY3" fmla="*/ 956 h 1910"/>
                <a:gd name="csX4" fmla="*/ 2867 w 3821"/>
                <a:gd name="csY4" fmla="*/ 1433 h 1910"/>
                <a:gd name="csX5" fmla="*/ 2867 w 3821"/>
                <a:gd name="csY5" fmla="*/ 1433 h 1910"/>
                <a:gd name="csX6" fmla="*/ 478 w 3821"/>
                <a:gd name="csY6" fmla="*/ 1911 h 1910"/>
                <a:gd name="csX7" fmla="*/ 0 w 3821"/>
                <a:gd name="csY7" fmla="*/ 1911 h 1910"/>
                <a:gd name="csX8" fmla="*/ 0 w 3821"/>
                <a:gd name="csY8" fmla="*/ 956 h 1910"/>
                <a:gd name="csX9" fmla="*/ 0 w 3821"/>
                <a:gd name="csY9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1910">
                  <a:moveTo>
                    <a:pt x="0" y="0"/>
                  </a:moveTo>
                  <a:lnTo>
                    <a:pt x="2389" y="956"/>
                  </a:lnTo>
                  <a:lnTo>
                    <a:pt x="3822" y="956"/>
                  </a:lnTo>
                  <a:lnTo>
                    <a:pt x="3822" y="956"/>
                  </a:lnTo>
                  <a:lnTo>
                    <a:pt x="2867" y="1433"/>
                  </a:lnTo>
                  <a:lnTo>
                    <a:pt x="2867" y="1433"/>
                  </a:lnTo>
                  <a:lnTo>
                    <a:pt x="478" y="1911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8" name="Freeform 5447">
              <a:extLst>
                <a:ext uri="{FF2B5EF4-FFF2-40B4-BE49-F238E27FC236}">
                  <a16:creationId xmlns:a16="http://schemas.microsoft.com/office/drawing/2014/main" id="{0FF72164-7699-0B1B-530C-9FBF10F18100}"/>
                </a:ext>
              </a:extLst>
            </p:cNvPr>
            <p:cNvSpPr/>
            <p:nvPr/>
          </p:nvSpPr>
          <p:spPr>
            <a:xfrm>
              <a:off x="6150460" y="4298251"/>
              <a:ext cx="208767" cy="300969"/>
            </a:xfrm>
            <a:custGeom>
              <a:avLst/>
              <a:gdLst>
                <a:gd name="csX0" fmla="*/ 43951 w 208767"/>
                <a:gd name="csY0" fmla="*/ 254630 h 300969"/>
                <a:gd name="csX1" fmla="*/ 43473 w 208767"/>
                <a:gd name="csY1" fmla="*/ 254630 h 300969"/>
                <a:gd name="csX2" fmla="*/ 41085 w 208767"/>
                <a:gd name="csY2" fmla="*/ 253197 h 300969"/>
                <a:gd name="csX3" fmla="*/ 38696 w 208767"/>
                <a:gd name="csY3" fmla="*/ 250808 h 300969"/>
                <a:gd name="csX4" fmla="*/ 36307 w 208767"/>
                <a:gd name="csY4" fmla="*/ 247942 h 300969"/>
                <a:gd name="csX5" fmla="*/ 34874 w 208767"/>
                <a:gd name="csY5" fmla="*/ 245553 h 300969"/>
                <a:gd name="csX6" fmla="*/ 33441 w 208767"/>
                <a:gd name="csY6" fmla="*/ 242687 h 300969"/>
                <a:gd name="csX7" fmla="*/ 32008 w 208767"/>
                <a:gd name="csY7" fmla="*/ 238865 h 300969"/>
                <a:gd name="csX8" fmla="*/ 31530 w 208767"/>
                <a:gd name="csY8" fmla="*/ 234087 h 300969"/>
                <a:gd name="csX9" fmla="*/ 31530 w 208767"/>
                <a:gd name="csY9" fmla="*/ 231221 h 300969"/>
                <a:gd name="csX10" fmla="*/ 32008 w 208767"/>
                <a:gd name="csY10" fmla="*/ 229310 h 300969"/>
                <a:gd name="csX11" fmla="*/ 32963 w 208767"/>
                <a:gd name="csY11" fmla="*/ 226444 h 300969"/>
                <a:gd name="csX12" fmla="*/ 32486 w 208767"/>
                <a:gd name="csY12" fmla="*/ 224533 h 300969"/>
                <a:gd name="csX13" fmla="*/ 32486 w 208767"/>
                <a:gd name="csY13" fmla="*/ 223100 h 300969"/>
                <a:gd name="csX14" fmla="*/ 32486 w 208767"/>
                <a:gd name="csY14" fmla="*/ 220711 h 300969"/>
                <a:gd name="csX15" fmla="*/ 32008 w 208767"/>
                <a:gd name="csY15" fmla="*/ 219756 h 300969"/>
                <a:gd name="csX16" fmla="*/ 30097 w 208767"/>
                <a:gd name="csY16" fmla="*/ 215934 h 300969"/>
                <a:gd name="csX17" fmla="*/ 30097 w 208767"/>
                <a:gd name="csY17" fmla="*/ 215456 h 300969"/>
                <a:gd name="csX18" fmla="*/ 28186 w 208767"/>
                <a:gd name="csY18" fmla="*/ 213068 h 300969"/>
                <a:gd name="csX19" fmla="*/ 27708 w 208767"/>
                <a:gd name="csY19" fmla="*/ 208768 h 300969"/>
                <a:gd name="csX20" fmla="*/ 25797 w 208767"/>
                <a:gd name="csY20" fmla="*/ 205902 h 300969"/>
                <a:gd name="csX21" fmla="*/ 25797 w 208767"/>
                <a:gd name="csY21" fmla="*/ 205902 h 300969"/>
                <a:gd name="csX22" fmla="*/ 23409 w 208767"/>
                <a:gd name="csY22" fmla="*/ 204468 h 300969"/>
                <a:gd name="csX23" fmla="*/ 21498 w 208767"/>
                <a:gd name="csY23" fmla="*/ 202557 h 300969"/>
                <a:gd name="csX24" fmla="*/ 21020 w 208767"/>
                <a:gd name="csY24" fmla="*/ 199691 h 300969"/>
                <a:gd name="csX25" fmla="*/ 20064 w 208767"/>
                <a:gd name="csY25" fmla="*/ 198736 h 300969"/>
                <a:gd name="csX26" fmla="*/ 15765 w 208767"/>
                <a:gd name="csY26" fmla="*/ 197780 h 300969"/>
                <a:gd name="csX27" fmla="*/ 11943 w 208767"/>
                <a:gd name="csY27" fmla="*/ 197780 h 300969"/>
                <a:gd name="csX28" fmla="*/ 9555 w 208767"/>
                <a:gd name="csY28" fmla="*/ 194436 h 300969"/>
                <a:gd name="csX29" fmla="*/ 6210 w 208767"/>
                <a:gd name="csY29" fmla="*/ 190137 h 300969"/>
                <a:gd name="csX30" fmla="*/ 3344 w 208767"/>
                <a:gd name="csY30" fmla="*/ 186314 h 300969"/>
                <a:gd name="csX31" fmla="*/ 955 w 208767"/>
                <a:gd name="csY31" fmla="*/ 178193 h 300969"/>
                <a:gd name="csX32" fmla="*/ 0 w 208767"/>
                <a:gd name="csY32" fmla="*/ 173416 h 300969"/>
                <a:gd name="csX33" fmla="*/ 1433 w 208767"/>
                <a:gd name="csY33" fmla="*/ 172461 h 300969"/>
                <a:gd name="csX34" fmla="*/ 3822 w 208767"/>
                <a:gd name="csY34" fmla="*/ 169116 h 300969"/>
                <a:gd name="csX35" fmla="*/ 7166 w 208767"/>
                <a:gd name="csY35" fmla="*/ 162906 h 300969"/>
                <a:gd name="csX36" fmla="*/ 14332 w 208767"/>
                <a:gd name="csY36" fmla="*/ 152873 h 300969"/>
                <a:gd name="csX37" fmla="*/ 18154 w 208767"/>
                <a:gd name="csY37" fmla="*/ 148096 h 300969"/>
                <a:gd name="csX38" fmla="*/ 25797 w 208767"/>
                <a:gd name="csY38" fmla="*/ 140453 h 300969"/>
                <a:gd name="csX39" fmla="*/ 34874 w 208767"/>
                <a:gd name="csY39" fmla="*/ 131376 h 300969"/>
                <a:gd name="csX40" fmla="*/ 40129 w 208767"/>
                <a:gd name="csY40" fmla="*/ 126121 h 300969"/>
                <a:gd name="csX41" fmla="*/ 41085 w 208767"/>
                <a:gd name="csY41" fmla="*/ 116566 h 300969"/>
                <a:gd name="csX42" fmla="*/ 42040 w 208767"/>
                <a:gd name="csY42" fmla="*/ 106534 h 300969"/>
                <a:gd name="csX43" fmla="*/ 42518 w 208767"/>
                <a:gd name="csY43" fmla="*/ 98890 h 300969"/>
                <a:gd name="csX44" fmla="*/ 43473 w 208767"/>
                <a:gd name="csY44" fmla="*/ 90291 h 300969"/>
                <a:gd name="csX45" fmla="*/ 43951 w 208767"/>
                <a:gd name="csY45" fmla="*/ 82647 h 300969"/>
                <a:gd name="csX46" fmla="*/ 44429 w 208767"/>
                <a:gd name="csY46" fmla="*/ 76915 h 300969"/>
                <a:gd name="csX47" fmla="*/ 45384 w 208767"/>
                <a:gd name="csY47" fmla="*/ 69271 h 300969"/>
                <a:gd name="csX48" fmla="*/ 45862 w 208767"/>
                <a:gd name="csY48" fmla="*/ 67360 h 300969"/>
                <a:gd name="csX49" fmla="*/ 49684 w 208767"/>
                <a:gd name="csY49" fmla="*/ 61150 h 300969"/>
                <a:gd name="csX50" fmla="*/ 49684 w 208767"/>
                <a:gd name="csY50" fmla="*/ 60672 h 300969"/>
                <a:gd name="csX51" fmla="*/ 49206 w 208767"/>
                <a:gd name="csY51" fmla="*/ 59716 h 300969"/>
                <a:gd name="csX52" fmla="*/ 43951 w 208767"/>
                <a:gd name="csY52" fmla="*/ 54461 h 300969"/>
                <a:gd name="csX53" fmla="*/ 42518 w 208767"/>
                <a:gd name="csY53" fmla="*/ 53028 h 300969"/>
                <a:gd name="csX54" fmla="*/ 41562 w 208767"/>
                <a:gd name="csY54" fmla="*/ 50162 h 300969"/>
                <a:gd name="csX55" fmla="*/ 42996 w 208767"/>
                <a:gd name="csY55" fmla="*/ 48728 h 300969"/>
                <a:gd name="csX56" fmla="*/ 36785 w 208767"/>
                <a:gd name="csY56" fmla="*/ 40129 h 300969"/>
                <a:gd name="csX57" fmla="*/ 34874 w 208767"/>
                <a:gd name="csY57" fmla="*/ 38696 h 300969"/>
                <a:gd name="csX58" fmla="*/ 34396 w 208767"/>
                <a:gd name="csY58" fmla="*/ 37741 h 300969"/>
                <a:gd name="csX59" fmla="*/ 34396 w 208767"/>
                <a:gd name="csY59" fmla="*/ 36308 h 300969"/>
                <a:gd name="csX60" fmla="*/ 34396 w 208767"/>
                <a:gd name="csY60" fmla="*/ 30097 h 300969"/>
                <a:gd name="csX61" fmla="*/ 32486 w 208767"/>
                <a:gd name="csY61" fmla="*/ 20543 h 300969"/>
                <a:gd name="csX62" fmla="*/ 30575 w 208767"/>
                <a:gd name="csY62" fmla="*/ 9077 h 300969"/>
                <a:gd name="csX63" fmla="*/ 37740 w 208767"/>
                <a:gd name="csY63" fmla="*/ 5733 h 300969"/>
                <a:gd name="csX64" fmla="*/ 42996 w 208767"/>
                <a:gd name="csY64" fmla="*/ 3344 h 300969"/>
                <a:gd name="csX65" fmla="*/ 50162 w 208767"/>
                <a:gd name="csY65" fmla="*/ 0 h 300969"/>
                <a:gd name="csX66" fmla="*/ 56850 w 208767"/>
                <a:gd name="csY66" fmla="*/ 3344 h 300969"/>
                <a:gd name="csX67" fmla="*/ 66404 w 208767"/>
                <a:gd name="csY67" fmla="*/ 8121 h 300969"/>
                <a:gd name="csX68" fmla="*/ 75959 w 208767"/>
                <a:gd name="csY68" fmla="*/ 12899 h 300969"/>
                <a:gd name="csX69" fmla="*/ 85513 w 208767"/>
                <a:gd name="csY69" fmla="*/ 17198 h 300969"/>
                <a:gd name="csX70" fmla="*/ 95068 w 208767"/>
                <a:gd name="csY70" fmla="*/ 21976 h 300969"/>
                <a:gd name="csX71" fmla="*/ 104145 w 208767"/>
                <a:gd name="csY71" fmla="*/ 26753 h 300969"/>
                <a:gd name="csX72" fmla="*/ 113700 w 208767"/>
                <a:gd name="csY72" fmla="*/ 31052 h 300969"/>
                <a:gd name="csX73" fmla="*/ 123254 w 208767"/>
                <a:gd name="csY73" fmla="*/ 35830 h 300969"/>
                <a:gd name="csX74" fmla="*/ 132809 w 208767"/>
                <a:gd name="csY74" fmla="*/ 40607 h 300969"/>
                <a:gd name="csX75" fmla="*/ 142363 w 208767"/>
                <a:gd name="csY75" fmla="*/ 44907 h 300969"/>
                <a:gd name="csX76" fmla="*/ 151918 w 208767"/>
                <a:gd name="csY76" fmla="*/ 49684 h 300969"/>
                <a:gd name="csX77" fmla="*/ 161472 w 208767"/>
                <a:gd name="csY77" fmla="*/ 53984 h 300969"/>
                <a:gd name="csX78" fmla="*/ 171027 w 208767"/>
                <a:gd name="csY78" fmla="*/ 58761 h 300969"/>
                <a:gd name="csX79" fmla="*/ 180104 w 208767"/>
                <a:gd name="csY79" fmla="*/ 63060 h 300969"/>
                <a:gd name="csX80" fmla="*/ 189658 w 208767"/>
                <a:gd name="csY80" fmla="*/ 67838 h 300969"/>
                <a:gd name="csX81" fmla="*/ 199213 w 208767"/>
                <a:gd name="csY81" fmla="*/ 72137 h 300969"/>
                <a:gd name="csX82" fmla="*/ 208768 w 208767"/>
                <a:gd name="csY82" fmla="*/ 76915 h 300969"/>
                <a:gd name="csX83" fmla="*/ 208768 w 208767"/>
                <a:gd name="csY83" fmla="*/ 85514 h 300969"/>
                <a:gd name="csX84" fmla="*/ 208768 w 208767"/>
                <a:gd name="csY84" fmla="*/ 94113 h 300969"/>
                <a:gd name="csX85" fmla="*/ 208768 w 208767"/>
                <a:gd name="csY85" fmla="*/ 102712 h 300969"/>
                <a:gd name="csX86" fmla="*/ 208768 w 208767"/>
                <a:gd name="csY86" fmla="*/ 110833 h 300969"/>
                <a:gd name="csX87" fmla="*/ 208768 w 208767"/>
                <a:gd name="csY87" fmla="*/ 119432 h 300969"/>
                <a:gd name="csX88" fmla="*/ 208768 w 208767"/>
                <a:gd name="csY88" fmla="*/ 128032 h 300969"/>
                <a:gd name="csX89" fmla="*/ 208768 w 208767"/>
                <a:gd name="csY89" fmla="*/ 136153 h 300969"/>
                <a:gd name="csX90" fmla="*/ 208768 w 208767"/>
                <a:gd name="csY90" fmla="*/ 144752 h 300969"/>
                <a:gd name="csX91" fmla="*/ 208768 w 208767"/>
                <a:gd name="csY91" fmla="*/ 147619 h 300969"/>
                <a:gd name="csX92" fmla="*/ 208768 w 208767"/>
                <a:gd name="csY92" fmla="*/ 148574 h 300969"/>
                <a:gd name="csX93" fmla="*/ 208768 w 208767"/>
                <a:gd name="csY93" fmla="*/ 148574 h 300969"/>
                <a:gd name="csX94" fmla="*/ 208290 w 208767"/>
                <a:gd name="csY94" fmla="*/ 149052 h 300969"/>
                <a:gd name="csX95" fmla="*/ 203513 w 208767"/>
                <a:gd name="csY95" fmla="*/ 148096 h 300969"/>
                <a:gd name="csX96" fmla="*/ 201602 w 208767"/>
                <a:gd name="csY96" fmla="*/ 148096 h 300969"/>
                <a:gd name="csX97" fmla="*/ 198735 w 208767"/>
                <a:gd name="csY97" fmla="*/ 148574 h 300969"/>
                <a:gd name="csX98" fmla="*/ 194436 w 208767"/>
                <a:gd name="csY98" fmla="*/ 149052 h 300969"/>
                <a:gd name="csX99" fmla="*/ 191569 w 208767"/>
                <a:gd name="csY99" fmla="*/ 149052 h 300969"/>
                <a:gd name="csX100" fmla="*/ 189658 w 208767"/>
                <a:gd name="csY100" fmla="*/ 150485 h 300969"/>
                <a:gd name="csX101" fmla="*/ 188225 w 208767"/>
                <a:gd name="csY101" fmla="*/ 151918 h 300969"/>
                <a:gd name="csX102" fmla="*/ 188703 w 208767"/>
                <a:gd name="csY102" fmla="*/ 156218 h 300969"/>
                <a:gd name="csX103" fmla="*/ 188703 w 208767"/>
                <a:gd name="csY103" fmla="*/ 157651 h 300969"/>
                <a:gd name="csX104" fmla="*/ 188225 w 208767"/>
                <a:gd name="csY104" fmla="*/ 159084 h 300969"/>
                <a:gd name="csX105" fmla="*/ 186792 w 208767"/>
                <a:gd name="csY105" fmla="*/ 160039 h 300969"/>
                <a:gd name="csX106" fmla="*/ 185359 w 208767"/>
                <a:gd name="csY106" fmla="*/ 161473 h 300969"/>
                <a:gd name="csX107" fmla="*/ 184881 w 208767"/>
                <a:gd name="csY107" fmla="*/ 161950 h 300969"/>
                <a:gd name="csX108" fmla="*/ 183926 w 208767"/>
                <a:gd name="csY108" fmla="*/ 163861 h 300969"/>
                <a:gd name="csX109" fmla="*/ 182970 w 208767"/>
                <a:gd name="csY109" fmla="*/ 164817 h 300969"/>
                <a:gd name="csX110" fmla="*/ 182970 w 208767"/>
                <a:gd name="csY110" fmla="*/ 166250 h 300969"/>
                <a:gd name="csX111" fmla="*/ 182970 w 208767"/>
                <a:gd name="csY111" fmla="*/ 167205 h 300969"/>
                <a:gd name="csX112" fmla="*/ 182015 w 208767"/>
                <a:gd name="csY112" fmla="*/ 167683 h 300969"/>
                <a:gd name="csX113" fmla="*/ 180104 w 208767"/>
                <a:gd name="csY113" fmla="*/ 168161 h 300969"/>
                <a:gd name="csX114" fmla="*/ 178671 w 208767"/>
                <a:gd name="csY114" fmla="*/ 169116 h 300969"/>
                <a:gd name="csX115" fmla="*/ 177715 w 208767"/>
                <a:gd name="csY115" fmla="*/ 169594 h 300969"/>
                <a:gd name="csX116" fmla="*/ 177238 w 208767"/>
                <a:gd name="csY116" fmla="*/ 170549 h 300969"/>
                <a:gd name="csX117" fmla="*/ 177238 w 208767"/>
                <a:gd name="csY117" fmla="*/ 171505 h 300969"/>
                <a:gd name="csX118" fmla="*/ 178193 w 208767"/>
                <a:gd name="csY118" fmla="*/ 172461 h 300969"/>
                <a:gd name="csX119" fmla="*/ 178193 w 208767"/>
                <a:gd name="csY119" fmla="*/ 174371 h 300969"/>
                <a:gd name="csX120" fmla="*/ 178671 w 208767"/>
                <a:gd name="csY120" fmla="*/ 175327 h 300969"/>
                <a:gd name="csX121" fmla="*/ 179626 w 208767"/>
                <a:gd name="csY121" fmla="*/ 176282 h 300969"/>
                <a:gd name="csX122" fmla="*/ 180104 w 208767"/>
                <a:gd name="csY122" fmla="*/ 176760 h 300969"/>
                <a:gd name="csX123" fmla="*/ 180104 w 208767"/>
                <a:gd name="csY123" fmla="*/ 177715 h 300969"/>
                <a:gd name="csX124" fmla="*/ 179626 w 208767"/>
                <a:gd name="csY124" fmla="*/ 178193 h 300969"/>
                <a:gd name="csX125" fmla="*/ 177238 w 208767"/>
                <a:gd name="csY125" fmla="*/ 179626 h 300969"/>
                <a:gd name="csX126" fmla="*/ 176282 w 208767"/>
                <a:gd name="csY126" fmla="*/ 180104 h 300969"/>
                <a:gd name="csX127" fmla="*/ 175326 w 208767"/>
                <a:gd name="csY127" fmla="*/ 181060 h 300969"/>
                <a:gd name="csX128" fmla="*/ 174849 w 208767"/>
                <a:gd name="csY128" fmla="*/ 181060 h 300969"/>
                <a:gd name="csX129" fmla="*/ 172938 w 208767"/>
                <a:gd name="csY129" fmla="*/ 182493 h 300969"/>
                <a:gd name="csX130" fmla="*/ 171983 w 208767"/>
                <a:gd name="csY130" fmla="*/ 183448 h 300969"/>
                <a:gd name="csX131" fmla="*/ 171505 w 208767"/>
                <a:gd name="csY131" fmla="*/ 184404 h 300969"/>
                <a:gd name="csX132" fmla="*/ 171505 w 208767"/>
                <a:gd name="csY132" fmla="*/ 185837 h 300969"/>
                <a:gd name="csX133" fmla="*/ 172460 w 208767"/>
                <a:gd name="csY133" fmla="*/ 187748 h 300969"/>
                <a:gd name="csX134" fmla="*/ 173416 w 208767"/>
                <a:gd name="csY134" fmla="*/ 189181 h 300969"/>
                <a:gd name="csX135" fmla="*/ 173893 w 208767"/>
                <a:gd name="csY135" fmla="*/ 190614 h 300969"/>
                <a:gd name="csX136" fmla="*/ 174371 w 208767"/>
                <a:gd name="csY136" fmla="*/ 192047 h 300969"/>
                <a:gd name="csX137" fmla="*/ 173893 w 208767"/>
                <a:gd name="csY137" fmla="*/ 193003 h 300969"/>
                <a:gd name="csX138" fmla="*/ 173416 w 208767"/>
                <a:gd name="csY138" fmla="*/ 194436 h 300969"/>
                <a:gd name="csX139" fmla="*/ 172460 w 208767"/>
                <a:gd name="csY139" fmla="*/ 195391 h 300969"/>
                <a:gd name="csX140" fmla="*/ 169594 w 208767"/>
                <a:gd name="csY140" fmla="*/ 197303 h 300969"/>
                <a:gd name="csX141" fmla="*/ 167683 w 208767"/>
                <a:gd name="csY141" fmla="*/ 199213 h 300969"/>
                <a:gd name="csX142" fmla="*/ 166250 w 208767"/>
                <a:gd name="csY142" fmla="*/ 202080 h 300969"/>
                <a:gd name="csX143" fmla="*/ 166250 w 208767"/>
                <a:gd name="csY143" fmla="*/ 203035 h 300969"/>
                <a:gd name="csX144" fmla="*/ 166250 w 208767"/>
                <a:gd name="csY144" fmla="*/ 203991 h 300969"/>
                <a:gd name="csX145" fmla="*/ 167205 w 208767"/>
                <a:gd name="csY145" fmla="*/ 204946 h 300969"/>
                <a:gd name="csX146" fmla="*/ 168161 w 208767"/>
                <a:gd name="csY146" fmla="*/ 205424 h 300969"/>
                <a:gd name="csX147" fmla="*/ 169594 w 208767"/>
                <a:gd name="csY147" fmla="*/ 205424 h 300969"/>
                <a:gd name="csX148" fmla="*/ 171983 w 208767"/>
                <a:gd name="csY148" fmla="*/ 204946 h 300969"/>
                <a:gd name="csX149" fmla="*/ 174371 w 208767"/>
                <a:gd name="csY149" fmla="*/ 204946 h 300969"/>
                <a:gd name="csX150" fmla="*/ 176760 w 208767"/>
                <a:gd name="csY150" fmla="*/ 205424 h 300969"/>
                <a:gd name="csX151" fmla="*/ 177715 w 208767"/>
                <a:gd name="csY151" fmla="*/ 207812 h 300969"/>
                <a:gd name="csX152" fmla="*/ 177238 w 208767"/>
                <a:gd name="csY152" fmla="*/ 209246 h 300969"/>
                <a:gd name="csX153" fmla="*/ 178193 w 208767"/>
                <a:gd name="csY153" fmla="*/ 212112 h 300969"/>
                <a:gd name="csX154" fmla="*/ 179149 w 208767"/>
                <a:gd name="csY154" fmla="*/ 215456 h 300969"/>
                <a:gd name="csX155" fmla="*/ 179149 w 208767"/>
                <a:gd name="csY155" fmla="*/ 216412 h 300969"/>
                <a:gd name="csX156" fmla="*/ 179149 w 208767"/>
                <a:gd name="csY156" fmla="*/ 216889 h 300969"/>
                <a:gd name="csX157" fmla="*/ 180582 w 208767"/>
                <a:gd name="csY157" fmla="*/ 217367 h 300969"/>
                <a:gd name="csX158" fmla="*/ 181059 w 208767"/>
                <a:gd name="csY158" fmla="*/ 217845 h 300969"/>
                <a:gd name="csX159" fmla="*/ 180582 w 208767"/>
                <a:gd name="csY159" fmla="*/ 224055 h 300969"/>
                <a:gd name="csX160" fmla="*/ 181059 w 208767"/>
                <a:gd name="csY160" fmla="*/ 225488 h 300969"/>
                <a:gd name="csX161" fmla="*/ 182492 w 208767"/>
                <a:gd name="csY161" fmla="*/ 226921 h 300969"/>
                <a:gd name="csX162" fmla="*/ 183448 w 208767"/>
                <a:gd name="csY162" fmla="*/ 227399 h 300969"/>
                <a:gd name="csX163" fmla="*/ 184403 w 208767"/>
                <a:gd name="csY163" fmla="*/ 228355 h 300969"/>
                <a:gd name="csX164" fmla="*/ 184881 w 208767"/>
                <a:gd name="csY164" fmla="*/ 228833 h 300969"/>
                <a:gd name="csX165" fmla="*/ 186314 w 208767"/>
                <a:gd name="csY165" fmla="*/ 228833 h 300969"/>
                <a:gd name="csX166" fmla="*/ 187748 w 208767"/>
                <a:gd name="csY166" fmla="*/ 229788 h 300969"/>
                <a:gd name="csX167" fmla="*/ 188225 w 208767"/>
                <a:gd name="csY167" fmla="*/ 231221 h 300969"/>
                <a:gd name="csX168" fmla="*/ 188225 w 208767"/>
                <a:gd name="csY168" fmla="*/ 232654 h 300969"/>
                <a:gd name="csX169" fmla="*/ 187270 w 208767"/>
                <a:gd name="csY169" fmla="*/ 235998 h 300969"/>
                <a:gd name="csX170" fmla="*/ 186792 w 208767"/>
                <a:gd name="csY170" fmla="*/ 237910 h 300969"/>
                <a:gd name="csX171" fmla="*/ 185837 w 208767"/>
                <a:gd name="csY171" fmla="*/ 237432 h 300969"/>
                <a:gd name="csX172" fmla="*/ 183926 w 208767"/>
                <a:gd name="csY172" fmla="*/ 236954 h 300969"/>
                <a:gd name="csX173" fmla="*/ 182015 w 208767"/>
                <a:gd name="csY173" fmla="*/ 236954 h 300969"/>
                <a:gd name="csX174" fmla="*/ 179149 w 208767"/>
                <a:gd name="csY174" fmla="*/ 236476 h 300969"/>
                <a:gd name="csX175" fmla="*/ 176760 w 208767"/>
                <a:gd name="csY175" fmla="*/ 236954 h 300969"/>
                <a:gd name="csX176" fmla="*/ 174371 w 208767"/>
                <a:gd name="csY176" fmla="*/ 238387 h 300969"/>
                <a:gd name="csX177" fmla="*/ 173416 w 208767"/>
                <a:gd name="csY177" fmla="*/ 238865 h 300969"/>
                <a:gd name="csX178" fmla="*/ 172460 w 208767"/>
                <a:gd name="csY178" fmla="*/ 239343 h 300969"/>
                <a:gd name="csX179" fmla="*/ 171505 w 208767"/>
                <a:gd name="csY179" fmla="*/ 239343 h 300969"/>
                <a:gd name="csX180" fmla="*/ 170549 w 208767"/>
                <a:gd name="csY180" fmla="*/ 239343 h 300969"/>
                <a:gd name="csX181" fmla="*/ 169594 w 208767"/>
                <a:gd name="csY181" fmla="*/ 240298 h 300969"/>
                <a:gd name="csX182" fmla="*/ 168638 w 208767"/>
                <a:gd name="csY182" fmla="*/ 241253 h 300969"/>
                <a:gd name="csX183" fmla="*/ 164817 w 208767"/>
                <a:gd name="csY183" fmla="*/ 242687 h 300969"/>
                <a:gd name="csX184" fmla="*/ 164339 w 208767"/>
                <a:gd name="csY184" fmla="*/ 243642 h 300969"/>
                <a:gd name="csX185" fmla="*/ 163861 w 208767"/>
                <a:gd name="csY185" fmla="*/ 244120 h 300969"/>
                <a:gd name="csX186" fmla="*/ 163861 w 208767"/>
                <a:gd name="csY186" fmla="*/ 244598 h 300969"/>
                <a:gd name="csX187" fmla="*/ 164339 w 208767"/>
                <a:gd name="csY187" fmla="*/ 246031 h 300969"/>
                <a:gd name="csX188" fmla="*/ 164339 w 208767"/>
                <a:gd name="csY188" fmla="*/ 247942 h 300969"/>
                <a:gd name="csX189" fmla="*/ 163383 w 208767"/>
                <a:gd name="csY189" fmla="*/ 249375 h 300969"/>
                <a:gd name="csX190" fmla="*/ 162428 w 208767"/>
                <a:gd name="csY190" fmla="*/ 250330 h 300969"/>
                <a:gd name="csX191" fmla="*/ 160995 w 208767"/>
                <a:gd name="csY191" fmla="*/ 250808 h 300969"/>
                <a:gd name="csX192" fmla="*/ 160039 w 208767"/>
                <a:gd name="csY192" fmla="*/ 250808 h 300969"/>
                <a:gd name="csX193" fmla="*/ 159561 w 208767"/>
                <a:gd name="csY193" fmla="*/ 251286 h 300969"/>
                <a:gd name="csX194" fmla="*/ 157651 w 208767"/>
                <a:gd name="csY194" fmla="*/ 254630 h 300969"/>
                <a:gd name="csX195" fmla="*/ 156695 w 208767"/>
                <a:gd name="csY195" fmla="*/ 255108 h 300969"/>
                <a:gd name="csX196" fmla="*/ 154784 w 208767"/>
                <a:gd name="csY196" fmla="*/ 255108 h 300969"/>
                <a:gd name="csX197" fmla="*/ 150007 w 208767"/>
                <a:gd name="csY197" fmla="*/ 259885 h 300969"/>
                <a:gd name="csX198" fmla="*/ 149529 w 208767"/>
                <a:gd name="csY198" fmla="*/ 261318 h 300969"/>
                <a:gd name="csX199" fmla="*/ 147618 w 208767"/>
                <a:gd name="csY199" fmla="*/ 263229 h 300969"/>
                <a:gd name="csX200" fmla="*/ 145230 w 208767"/>
                <a:gd name="csY200" fmla="*/ 265618 h 300969"/>
                <a:gd name="csX201" fmla="*/ 143319 w 208767"/>
                <a:gd name="csY201" fmla="*/ 266573 h 300969"/>
                <a:gd name="csX202" fmla="*/ 142841 w 208767"/>
                <a:gd name="csY202" fmla="*/ 267051 h 300969"/>
                <a:gd name="csX203" fmla="*/ 142363 w 208767"/>
                <a:gd name="csY203" fmla="*/ 267529 h 300969"/>
                <a:gd name="csX204" fmla="*/ 140930 w 208767"/>
                <a:gd name="csY204" fmla="*/ 268006 h 300969"/>
                <a:gd name="csX205" fmla="*/ 136631 w 208767"/>
                <a:gd name="csY205" fmla="*/ 270873 h 300969"/>
                <a:gd name="csX206" fmla="*/ 131376 w 208767"/>
                <a:gd name="csY206" fmla="*/ 270395 h 300969"/>
                <a:gd name="csX207" fmla="*/ 128987 w 208767"/>
                <a:gd name="csY207" fmla="*/ 271828 h 300969"/>
                <a:gd name="csX208" fmla="*/ 126598 w 208767"/>
                <a:gd name="csY208" fmla="*/ 272306 h 300969"/>
                <a:gd name="csX209" fmla="*/ 123254 w 208767"/>
                <a:gd name="csY209" fmla="*/ 272784 h 300969"/>
                <a:gd name="csX210" fmla="*/ 122299 w 208767"/>
                <a:gd name="csY210" fmla="*/ 272784 h 300969"/>
                <a:gd name="csX211" fmla="*/ 117999 w 208767"/>
                <a:gd name="csY211" fmla="*/ 272784 h 300969"/>
                <a:gd name="csX212" fmla="*/ 112744 w 208767"/>
                <a:gd name="csY212" fmla="*/ 272784 h 300969"/>
                <a:gd name="csX213" fmla="*/ 110833 w 208767"/>
                <a:gd name="csY213" fmla="*/ 273261 h 300969"/>
                <a:gd name="csX214" fmla="*/ 109400 w 208767"/>
                <a:gd name="csY214" fmla="*/ 274217 h 300969"/>
                <a:gd name="csX215" fmla="*/ 107967 w 208767"/>
                <a:gd name="csY215" fmla="*/ 275172 h 300969"/>
                <a:gd name="csX216" fmla="*/ 107489 w 208767"/>
                <a:gd name="csY216" fmla="*/ 275172 h 300969"/>
                <a:gd name="csX217" fmla="*/ 107967 w 208767"/>
                <a:gd name="csY217" fmla="*/ 275650 h 300969"/>
                <a:gd name="csX218" fmla="*/ 107967 w 208767"/>
                <a:gd name="csY218" fmla="*/ 276128 h 300969"/>
                <a:gd name="csX219" fmla="*/ 107967 w 208767"/>
                <a:gd name="csY219" fmla="*/ 276128 h 300969"/>
                <a:gd name="csX220" fmla="*/ 111311 w 208767"/>
                <a:gd name="csY220" fmla="*/ 278039 h 300969"/>
                <a:gd name="csX221" fmla="*/ 112266 w 208767"/>
                <a:gd name="csY221" fmla="*/ 279472 h 300969"/>
                <a:gd name="csX222" fmla="*/ 111311 w 208767"/>
                <a:gd name="csY222" fmla="*/ 280427 h 300969"/>
                <a:gd name="csX223" fmla="*/ 110833 w 208767"/>
                <a:gd name="csY223" fmla="*/ 280427 h 300969"/>
                <a:gd name="csX224" fmla="*/ 110833 w 208767"/>
                <a:gd name="csY224" fmla="*/ 280427 h 300969"/>
                <a:gd name="csX225" fmla="*/ 110355 w 208767"/>
                <a:gd name="csY225" fmla="*/ 281383 h 300969"/>
                <a:gd name="csX226" fmla="*/ 108444 w 208767"/>
                <a:gd name="csY226" fmla="*/ 283771 h 300969"/>
                <a:gd name="csX227" fmla="*/ 105100 w 208767"/>
                <a:gd name="csY227" fmla="*/ 286638 h 300969"/>
                <a:gd name="csX228" fmla="*/ 103667 w 208767"/>
                <a:gd name="csY228" fmla="*/ 287593 h 300969"/>
                <a:gd name="csX229" fmla="*/ 102712 w 208767"/>
                <a:gd name="csY229" fmla="*/ 288071 h 300969"/>
                <a:gd name="csX230" fmla="*/ 101756 w 208767"/>
                <a:gd name="csY230" fmla="*/ 289982 h 300969"/>
                <a:gd name="csX231" fmla="*/ 101278 w 208767"/>
                <a:gd name="csY231" fmla="*/ 290460 h 300969"/>
                <a:gd name="csX232" fmla="*/ 99368 w 208767"/>
                <a:gd name="csY232" fmla="*/ 290460 h 300969"/>
                <a:gd name="csX233" fmla="*/ 95068 w 208767"/>
                <a:gd name="csY233" fmla="*/ 290937 h 300969"/>
                <a:gd name="csX234" fmla="*/ 88858 w 208767"/>
                <a:gd name="csY234" fmla="*/ 291415 h 300969"/>
                <a:gd name="csX235" fmla="*/ 85513 w 208767"/>
                <a:gd name="csY235" fmla="*/ 291893 h 300969"/>
                <a:gd name="csX236" fmla="*/ 83125 w 208767"/>
                <a:gd name="csY236" fmla="*/ 291415 h 300969"/>
                <a:gd name="csX237" fmla="*/ 80258 w 208767"/>
                <a:gd name="csY237" fmla="*/ 292848 h 300969"/>
                <a:gd name="csX238" fmla="*/ 78825 w 208767"/>
                <a:gd name="csY238" fmla="*/ 293326 h 300969"/>
                <a:gd name="csX239" fmla="*/ 78347 w 208767"/>
                <a:gd name="csY239" fmla="*/ 293326 h 300969"/>
                <a:gd name="csX240" fmla="*/ 75481 w 208767"/>
                <a:gd name="csY240" fmla="*/ 294759 h 300969"/>
                <a:gd name="csX241" fmla="*/ 72615 w 208767"/>
                <a:gd name="csY241" fmla="*/ 296670 h 300969"/>
                <a:gd name="csX242" fmla="*/ 71659 w 208767"/>
                <a:gd name="csY242" fmla="*/ 297148 h 300969"/>
                <a:gd name="csX243" fmla="*/ 68315 w 208767"/>
                <a:gd name="csY243" fmla="*/ 298103 h 300969"/>
                <a:gd name="csX244" fmla="*/ 66882 w 208767"/>
                <a:gd name="csY244" fmla="*/ 299536 h 300969"/>
                <a:gd name="csX245" fmla="*/ 65927 w 208767"/>
                <a:gd name="csY245" fmla="*/ 299536 h 300969"/>
                <a:gd name="csX246" fmla="*/ 64016 w 208767"/>
                <a:gd name="csY246" fmla="*/ 297626 h 300969"/>
                <a:gd name="csX247" fmla="*/ 64016 w 208767"/>
                <a:gd name="csY247" fmla="*/ 297626 h 300969"/>
                <a:gd name="csX248" fmla="*/ 62105 w 208767"/>
                <a:gd name="csY248" fmla="*/ 296192 h 300969"/>
                <a:gd name="csX249" fmla="*/ 61627 w 208767"/>
                <a:gd name="csY249" fmla="*/ 294282 h 300969"/>
                <a:gd name="csX250" fmla="*/ 61149 w 208767"/>
                <a:gd name="csY250" fmla="*/ 293804 h 300969"/>
                <a:gd name="csX251" fmla="*/ 61149 w 208767"/>
                <a:gd name="csY251" fmla="*/ 293804 h 300969"/>
                <a:gd name="csX252" fmla="*/ 59716 w 208767"/>
                <a:gd name="csY252" fmla="*/ 294759 h 300969"/>
                <a:gd name="csX253" fmla="*/ 58761 w 208767"/>
                <a:gd name="csY253" fmla="*/ 295237 h 300969"/>
                <a:gd name="csX254" fmla="*/ 58283 w 208767"/>
                <a:gd name="csY254" fmla="*/ 297148 h 300969"/>
                <a:gd name="csX255" fmla="*/ 54461 w 208767"/>
                <a:gd name="csY255" fmla="*/ 298103 h 300969"/>
                <a:gd name="csX256" fmla="*/ 51117 w 208767"/>
                <a:gd name="csY256" fmla="*/ 299059 h 300969"/>
                <a:gd name="csX257" fmla="*/ 49684 w 208767"/>
                <a:gd name="csY257" fmla="*/ 300492 h 300969"/>
                <a:gd name="csX258" fmla="*/ 47295 w 208767"/>
                <a:gd name="csY258" fmla="*/ 300970 h 300969"/>
                <a:gd name="csX259" fmla="*/ 44429 w 208767"/>
                <a:gd name="csY259" fmla="*/ 300492 h 300969"/>
                <a:gd name="csX260" fmla="*/ 42518 w 208767"/>
                <a:gd name="csY260" fmla="*/ 300014 h 300969"/>
                <a:gd name="csX261" fmla="*/ 40129 w 208767"/>
                <a:gd name="csY261" fmla="*/ 300014 h 300969"/>
                <a:gd name="csX262" fmla="*/ 40129 w 208767"/>
                <a:gd name="csY262" fmla="*/ 300014 h 300969"/>
                <a:gd name="csX263" fmla="*/ 41085 w 208767"/>
                <a:gd name="csY263" fmla="*/ 298581 h 300969"/>
                <a:gd name="csX264" fmla="*/ 41562 w 208767"/>
                <a:gd name="csY264" fmla="*/ 297626 h 300969"/>
                <a:gd name="csX265" fmla="*/ 42040 w 208767"/>
                <a:gd name="csY265" fmla="*/ 296192 h 300969"/>
                <a:gd name="csX266" fmla="*/ 41562 w 208767"/>
                <a:gd name="csY266" fmla="*/ 295237 h 300969"/>
                <a:gd name="csX267" fmla="*/ 40129 w 208767"/>
                <a:gd name="csY267" fmla="*/ 294759 h 300969"/>
                <a:gd name="csX268" fmla="*/ 39651 w 208767"/>
                <a:gd name="csY268" fmla="*/ 293804 h 300969"/>
                <a:gd name="csX269" fmla="*/ 37740 w 208767"/>
                <a:gd name="csY269" fmla="*/ 289982 h 300969"/>
                <a:gd name="csX270" fmla="*/ 35830 w 208767"/>
                <a:gd name="csY270" fmla="*/ 285205 h 300969"/>
                <a:gd name="csX271" fmla="*/ 32963 w 208767"/>
                <a:gd name="csY271" fmla="*/ 280905 h 300969"/>
                <a:gd name="csX272" fmla="*/ 30097 w 208767"/>
                <a:gd name="csY272" fmla="*/ 278517 h 300969"/>
                <a:gd name="csX273" fmla="*/ 28186 w 208767"/>
                <a:gd name="csY273" fmla="*/ 276605 h 300969"/>
                <a:gd name="csX274" fmla="*/ 27230 w 208767"/>
                <a:gd name="csY274" fmla="*/ 276605 h 300969"/>
                <a:gd name="csX275" fmla="*/ 26275 w 208767"/>
                <a:gd name="csY275" fmla="*/ 276128 h 300969"/>
                <a:gd name="csX276" fmla="*/ 25320 w 208767"/>
                <a:gd name="csY276" fmla="*/ 275650 h 300969"/>
                <a:gd name="csX277" fmla="*/ 21498 w 208767"/>
                <a:gd name="csY277" fmla="*/ 272784 h 300969"/>
                <a:gd name="csX278" fmla="*/ 17676 w 208767"/>
                <a:gd name="csY278" fmla="*/ 269440 h 300969"/>
                <a:gd name="csX279" fmla="*/ 16243 w 208767"/>
                <a:gd name="csY279" fmla="*/ 268006 h 300969"/>
                <a:gd name="csX280" fmla="*/ 14332 w 208767"/>
                <a:gd name="csY280" fmla="*/ 265618 h 300969"/>
                <a:gd name="csX281" fmla="*/ 11943 w 208767"/>
                <a:gd name="csY281" fmla="*/ 263229 h 300969"/>
                <a:gd name="csX282" fmla="*/ 10988 w 208767"/>
                <a:gd name="csY282" fmla="*/ 262274 h 300969"/>
                <a:gd name="csX283" fmla="*/ 10510 w 208767"/>
                <a:gd name="csY283" fmla="*/ 260363 h 300969"/>
                <a:gd name="csX284" fmla="*/ 11943 w 208767"/>
                <a:gd name="csY284" fmla="*/ 258452 h 300969"/>
                <a:gd name="csX285" fmla="*/ 13854 w 208767"/>
                <a:gd name="csY285" fmla="*/ 256541 h 300969"/>
                <a:gd name="csX286" fmla="*/ 15765 w 208767"/>
                <a:gd name="csY286" fmla="*/ 255108 h 300969"/>
                <a:gd name="csX287" fmla="*/ 18631 w 208767"/>
                <a:gd name="csY287" fmla="*/ 255108 h 300969"/>
                <a:gd name="csX288" fmla="*/ 22931 w 208767"/>
                <a:gd name="csY288" fmla="*/ 255585 h 300969"/>
                <a:gd name="csX289" fmla="*/ 27708 w 208767"/>
                <a:gd name="csY289" fmla="*/ 255585 h 300969"/>
                <a:gd name="csX290" fmla="*/ 32008 w 208767"/>
                <a:gd name="csY290" fmla="*/ 255108 h 300969"/>
                <a:gd name="csX291" fmla="*/ 33441 w 208767"/>
                <a:gd name="csY291" fmla="*/ 255108 h 300969"/>
                <a:gd name="csX292" fmla="*/ 34396 w 208767"/>
                <a:gd name="csY292" fmla="*/ 255108 h 300969"/>
                <a:gd name="csX293" fmla="*/ 37263 w 208767"/>
                <a:gd name="csY293" fmla="*/ 255585 h 300969"/>
                <a:gd name="csX294" fmla="*/ 41562 w 208767"/>
                <a:gd name="csY294" fmla="*/ 255585 h 300969"/>
                <a:gd name="csX295" fmla="*/ 43473 w 208767"/>
                <a:gd name="csY295" fmla="*/ 254630 h 300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</a:cxnLst>
              <a:rect l="l" t="t" r="r" b="b"/>
              <a:pathLst>
                <a:path w="208767" h="300969">
                  <a:moveTo>
                    <a:pt x="43951" y="254630"/>
                  </a:moveTo>
                  <a:lnTo>
                    <a:pt x="43473" y="254630"/>
                  </a:lnTo>
                  <a:lnTo>
                    <a:pt x="41085" y="253197"/>
                  </a:lnTo>
                  <a:lnTo>
                    <a:pt x="38696" y="250808"/>
                  </a:lnTo>
                  <a:lnTo>
                    <a:pt x="36307" y="247942"/>
                  </a:lnTo>
                  <a:lnTo>
                    <a:pt x="34874" y="245553"/>
                  </a:lnTo>
                  <a:lnTo>
                    <a:pt x="33441" y="242687"/>
                  </a:lnTo>
                  <a:lnTo>
                    <a:pt x="32008" y="238865"/>
                  </a:lnTo>
                  <a:lnTo>
                    <a:pt x="31530" y="234087"/>
                  </a:lnTo>
                  <a:lnTo>
                    <a:pt x="31530" y="231221"/>
                  </a:lnTo>
                  <a:lnTo>
                    <a:pt x="32008" y="229310"/>
                  </a:lnTo>
                  <a:lnTo>
                    <a:pt x="32963" y="226444"/>
                  </a:lnTo>
                  <a:lnTo>
                    <a:pt x="32486" y="224533"/>
                  </a:lnTo>
                  <a:lnTo>
                    <a:pt x="32486" y="223100"/>
                  </a:lnTo>
                  <a:lnTo>
                    <a:pt x="32486" y="220711"/>
                  </a:lnTo>
                  <a:lnTo>
                    <a:pt x="32008" y="219756"/>
                  </a:lnTo>
                  <a:lnTo>
                    <a:pt x="30097" y="215934"/>
                  </a:lnTo>
                  <a:lnTo>
                    <a:pt x="30097" y="215456"/>
                  </a:lnTo>
                  <a:lnTo>
                    <a:pt x="28186" y="213068"/>
                  </a:lnTo>
                  <a:lnTo>
                    <a:pt x="27708" y="208768"/>
                  </a:lnTo>
                  <a:lnTo>
                    <a:pt x="25797" y="205902"/>
                  </a:lnTo>
                  <a:lnTo>
                    <a:pt x="25797" y="205902"/>
                  </a:lnTo>
                  <a:lnTo>
                    <a:pt x="23409" y="204468"/>
                  </a:lnTo>
                  <a:lnTo>
                    <a:pt x="21498" y="202557"/>
                  </a:lnTo>
                  <a:lnTo>
                    <a:pt x="21020" y="199691"/>
                  </a:lnTo>
                  <a:lnTo>
                    <a:pt x="20064" y="198736"/>
                  </a:lnTo>
                  <a:lnTo>
                    <a:pt x="15765" y="197780"/>
                  </a:lnTo>
                  <a:lnTo>
                    <a:pt x="11943" y="197780"/>
                  </a:lnTo>
                  <a:lnTo>
                    <a:pt x="9555" y="194436"/>
                  </a:lnTo>
                  <a:lnTo>
                    <a:pt x="6210" y="190137"/>
                  </a:lnTo>
                  <a:lnTo>
                    <a:pt x="3344" y="186314"/>
                  </a:lnTo>
                  <a:lnTo>
                    <a:pt x="955" y="178193"/>
                  </a:lnTo>
                  <a:lnTo>
                    <a:pt x="0" y="173416"/>
                  </a:lnTo>
                  <a:lnTo>
                    <a:pt x="1433" y="172461"/>
                  </a:lnTo>
                  <a:lnTo>
                    <a:pt x="3822" y="169116"/>
                  </a:lnTo>
                  <a:lnTo>
                    <a:pt x="7166" y="162906"/>
                  </a:lnTo>
                  <a:lnTo>
                    <a:pt x="14332" y="152873"/>
                  </a:lnTo>
                  <a:lnTo>
                    <a:pt x="18154" y="148096"/>
                  </a:lnTo>
                  <a:lnTo>
                    <a:pt x="25797" y="140453"/>
                  </a:lnTo>
                  <a:lnTo>
                    <a:pt x="34874" y="131376"/>
                  </a:lnTo>
                  <a:lnTo>
                    <a:pt x="40129" y="126121"/>
                  </a:lnTo>
                  <a:lnTo>
                    <a:pt x="41085" y="116566"/>
                  </a:lnTo>
                  <a:lnTo>
                    <a:pt x="42040" y="106534"/>
                  </a:lnTo>
                  <a:lnTo>
                    <a:pt x="42518" y="98890"/>
                  </a:lnTo>
                  <a:lnTo>
                    <a:pt x="43473" y="90291"/>
                  </a:lnTo>
                  <a:lnTo>
                    <a:pt x="43951" y="82647"/>
                  </a:lnTo>
                  <a:lnTo>
                    <a:pt x="44429" y="76915"/>
                  </a:lnTo>
                  <a:lnTo>
                    <a:pt x="45384" y="69271"/>
                  </a:lnTo>
                  <a:lnTo>
                    <a:pt x="45862" y="67360"/>
                  </a:lnTo>
                  <a:lnTo>
                    <a:pt x="49684" y="61150"/>
                  </a:lnTo>
                  <a:lnTo>
                    <a:pt x="49684" y="60672"/>
                  </a:lnTo>
                  <a:lnTo>
                    <a:pt x="49206" y="59716"/>
                  </a:lnTo>
                  <a:lnTo>
                    <a:pt x="43951" y="54461"/>
                  </a:lnTo>
                  <a:lnTo>
                    <a:pt x="42518" y="53028"/>
                  </a:lnTo>
                  <a:lnTo>
                    <a:pt x="41562" y="50162"/>
                  </a:lnTo>
                  <a:lnTo>
                    <a:pt x="42996" y="48728"/>
                  </a:lnTo>
                  <a:lnTo>
                    <a:pt x="36785" y="40129"/>
                  </a:lnTo>
                  <a:lnTo>
                    <a:pt x="34874" y="38696"/>
                  </a:lnTo>
                  <a:lnTo>
                    <a:pt x="34396" y="37741"/>
                  </a:lnTo>
                  <a:lnTo>
                    <a:pt x="34396" y="36308"/>
                  </a:lnTo>
                  <a:lnTo>
                    <a:pt x="34396" y="30097"/>
                  </a:lnTo>
                  <a:lnTo>
                    <a:pt x="32486" y="20543"/>
                  </a:lnTo>
                  <a:lnTo>
                    <a:pt x="30575" y="9077"/>
                  </a:lnTo>
                  <a:lnTo>
                    <a:pt x="37740" y="5733"/>
                  </a:lnTo>
                  <a:lnTo>
                    <a:pt x="42996" y="3344"/>
                  </a:lnTo>
                  <a:lnTo>
                    <a:pt x="50162" y="0"/>
                  </a:lnTo>
                  <a:lnTo>
                    <a:pt x="56850" y="3344"/>
                  </a:lnTo>
                  <a:lnTo>
                    <a:pt x="66404" y="8121"/>
                  </a:lnTo>
                  <a:lnTo>
                    <a:pt x="75959" y="12899"/>
                  </a:lnTo>
                  <a:lnTo>
                    <a:pt x="85513" y="17198"/>
                  </a:lnTo>
                  <a:lnTo>
                    <a:pt x="95068" y="21976"/>
                  </a:lnTo>
                  <a:lnTo>
                    <a:pt x="104145" y="26753"/>
                  </a:lnTo>
                  <a:lnTo>
                    <a:pt x="113700" y="31052"/>
                  </a:lnTo>
                  <a:lnTo>
                    <a:pt x="123254" y="35830"/>
                  </a:lnTo>
                  <a:lnTo>
                    <a:pt x="132809" y="40607"/>
                  </a:lnTo>
                  <a:lnTo>
                    <a:pt x="142363" y="44907"/>
                  </a:lnTo>
                  <a:lnTo>
                    <a:pt x="151918" y="49684"/>
                  </a:lnTo>
                  <a:lnTo>
                    <a:pt x="161472" y="53984"/>
                  </a:lnTo>
                  <a:lnTo>
                    <a:pt x="171027" y="58761"/>
                  </a:lnTo>
                  <a:lnTo>
                    <a:pt x="180104" y="63060"/>
                  </a:lnTo>
                  <a:lnTo>
                    <a:pt x="189658" y="67838"/>
                  </a:lnTo>
                  <a:lnTo>
                    <a:pt x="199213" y="72137"/>
                  </a:lnTo>
                  <a:lnTo>
                    <a:pt x="208768" y="76915"/>
                  </a:lnTo>
                  <a:lnTo>
                    <a:pt x="208768" y="85514"/>
                  </a:lnTo>
                  <a:lnTo>
                    <a:pt x="208768" y="94113"/>
                  </a:lnTo>
                  <a:lnTo>
                    <a:pt x="208768" y="102712"/>
                  </a:lnTo>
                  <a:lnTo>
                    <a:pt x="208768" y="110833"/>
                  </a:lnTo>
                  <a:lnTo>
                    <a:pt x="208768" y="119432"/>
                  </a:lnTo>
                  <a:lnTo>
                    <a:pt x="208768" y="128032"/>
                  </a:lnTo>
                  <a:lnTo>
                    <a:pt x="208768" y="136153"/>
                  </a:lnTo>
                  <a:lnTo>
                    <a:pt x="208768" y="144752"/>
                  </a:lnTo>
                  <a:lnTo>
                    <a:pt x="208768" y="147619"/>
                  </a:lnTo>
                  <a:lnTo>
                    <a:pt x="208768" y="148574"/>
                  </a:lnTo>
                  <a:lnTo>
                    <a:pt x="208768" y="148574"/>
                  </a:lnTo>
                  <a:lnTo>
                    <a:pt x="208290" y="149052"/>
                  </a:lnTo>
                  <a:lnTo>
                    <a:pt x="203513" y="148096"/>
                  </a:lnTo>
                  <a:lnTo>
                    <a:pt x="201602" y="148096"/>
                  </a:lnTo>
                  <a:lnTo>
                    <a:pt x="198735" y="148574"/>
                  </a:lnTo>
                  <a:lnTo>
                    <a:pt x="194436" y="149052"/>
                  </a:lnTo>
                  <a:lnTo>
                    <a:pt x="191569" y="149052"/>
                  </a:lnTo>
                  <a:lnTo>
                    <a:pt x="189658" y="150485"/>
                  </a:lnTo>
                  <a:lnTo>
                    <a:pt x="188225" y="151918"/>
                  </a:lnTo>
                  <a:lnTo>
                    <a:pt x="188703" y="156218"/>
                  </a:lnTo>
                  <a:lnTo>
                    <a:pt x="188703" y="157651"/>
                  </a:lnTo>
                  <a:lnTo>
                    <a:pt x="188225" y="159084"/>
                  </a:lnTo>
                  <a:lnTo>
                    <a:pt x="186792" y="160039"/>
                  </a:lnTo>
                  <a:lnTo>
                    <a:pt x="185359" y="161473"/>
                  </a:lnTo>
                  <a:lnTo>
                    <a:pt x="184881" y="161950"/>
                  </a:lnTo>
                  <a:lnTo>
                    <a:pt x="183926" y="163861"/>
                  </a:lnTo>
                  <a:lnTo>
                    <a:pt x="182970" y="164817"/>
                  </a:lnTo>
                  <a:lnTo>
                    <a:pt x="182970" y="166250"/>
                  </a:lnTo>
                  <a:lnTo>
                    <a:pt x="182970" y="167205"/>
                  </a:lnTo>
                  <a:lnTo>
                    <a:pt x="182015" y="167683"/>
                  </a:lnTo>
                  <a:lnTo>
                    <a:pt x="180104" y="168161"/>
                  </a:lnTo>
                  <a:lnTo>
                    <a:pt x="178671" y="169116"/>
                  </a:lnTo>
                  <a:lnTo>
                    <a:pt x="177715" y="169594"/>
                  </a:lnTo>
                  <a:lnTo>
                    <a:pt x="177238" y="170549"/>
                  </a:lnTo>
                  <a:lnTo>
                    <a:pt x="177238" y="171505"/>
                  </a:lnTo>
                  <a:lnTo>
                    <a:pt x="178193" y="172461"/>
                  </a:lnTo>
                  <a:lnTo>
                    <a:pt x="178193" y="174371"/>
                  </a:lnTo>
                  <a:lnTo>
                    <a:pt x="178671" y="175327"/>
                  </a:lnTo>
                  <a:lnTo>
                    <a:pt x="179626" y="176282"/>
                  </a:lnTo>
                  <a:lnTo>
                    <a:pt x="180104" y="176760"/>
                  </a:lnTo>
                  <a:lnTo>
                    <a:pt x="180104" y="177715"/>
                  </a:lnTo>
                  <a:lnTo>
                    <a:pt x="179626" y="178193"/>
                  </a:lnTo>
                  <a:lnTo>
                    <a:pt x="177238" y="179626"/>
                  </a:lnTo>
                  <a:lnTo>
                    <a:pt x="176282" y="180104"/>
                  </a:lnTo>
                  <a:lnTo>
                    <a:pt x="175326" y="181060"/>
                  </a:lnTo>
                  <a:lnTo>
                    <a:pt x="174849" y="181060"/>
                  </a:lnTo>
                  <a:lnTo>
                    <a:pt x="172938" y="182493"/>
                  </a:lnTo>
                  <a:lnTo>
                    <a:pt x="171983" y="183448"/>
                  </a:lnTo>
                  <a:lnTo>
                    <a:pt x="171505" y="184404"/>
                  </a:lnTo>
                  <a:lnTo>
                    <a:pt x="171505" y="185837"/>
                  </a:lnTo>
                  <a:lnTo>
                    <a:pt x="172460" y="187748"/>
                  </a:lnTo>
                  <a:lnTo>
                    <a:pt x="173416" y="189181"/>
                  </a:lnTo>
                  <a:lnTo>
                    <a:pt x="173893" y="190614"/>
                  </a:lnTo>
                  <a:lnTo>
                    <a:pt x="174371" y="192047"/>
                  </a:lnTo>
                  <a:lnTo>
                    <a:pt x="173893" y="193003"/>
                  </a:lnTo>
                  <a:lnTo>
                    <a:pt x="173416" y="194436"/>
                  </a:lnTo>
                  <a:lnTo>
                    <a:pt x="172460" y="195391"/>
                  </a:lnTo>
                  <a:lnTo>
                    <a:pt x="169594" y="197303"/>
                  </a:lnTo>
                  <a:lnTo>
                    <a:pt x="167683" y="199213"/>
                  </a:lnTo>
                  <a:lnTo>
                    <a:pt x="166250" y="202080"/>
                  </a:lnTo>
                  <a:lnTo>
                    <a:pt x="166250" y="203035"/>
                  </a:lnTo>
                  <a:lnTo>
                    <a:pt x="166250" y="203991"/>
                  </a:lnTo>
                  <a:lnTo>
                    <a:pt x="167205" y="204946"/>
                  </a:lnTo>
                  <a:lnTo>
                    <a:pt x="168161" y="205424"/>
                  </a:lnTo>
                  <a:lnTo>
                    <a:pt x="169594" y="205424"/>
                  </a:lnTo>
                  <a:lnTo>
                    <a:pt x="171983" y="204946"/>
                  </a:lnTo>
                  <a:lnTo>
                    <a:pt x="174371" y="204946"/>
                  </a:lnTo>
                  <a:lnTo>
                    <a:pt x="176760" y="205424"/>
                  </a:lnTo>
                  <a:lnTo>
                    <a:pt x="177715" y="207812"/>
                  </a:lnTo>
                  <a:lnTo>
                    <a:pt x="177238" y="209246"/>
                  </a:lnTo>
                  <a:lnTo>
                    <a:pt x="178193" y="212112"/>
                  </a:lnTo>
                  <a:lnTo>
                    <a:pt x="179149" y="215456"/>
                  </a:lnTo>
                  <a:lnTo>
                    <a:pt x="179149" y="216412"/>
                  </a:lnTo>
                  <a:lnTo>
                    <a:pt x="179149" y="216889"/>
                  </a:lnTo>
                  <a:lnTo>
                    <a:pt x="180582" y="217367"/>
                  </a:lnTo>
                  <a:lnTo>
                    <a:pt x="181059" y="217845"/>
                  </a:lnTo>
                  <a:lnTo>
                    <a:pt x="180582" y="224055"/>
                  </a:lnTo>
                  <a:lnTo>
                    <a:pt x="181059" y="225488"/>
                  </a:lnTo>
                  <a:lnTo>
                    <a:pt x="182492" y="226921"/>
                  </a:lnTo>
                  <a:lnTo>
                    <a:pt x="183448" y="227399"/>
                  </a:lnTo>
                  <a:lnTo>
                    <a:pt x="184403" y="228355"/>
                  </a:lnTo>
                  <a:lnTo>
                    <a:pt x="184881" y="228833"/>
                  </a:lnTo>
                  <a:lnTo>
                    <a:pt x="186314" y="228833"/>
                  </a:lnTo>
                  <a:lnTo>
                    <a:pt x="187748" y="229788"/>
                  </a:lnTo>
                  <a:lnTo>
                    <a:pt x="188225" y="231221"/>
                  </a:lnTo>
                  <a:lnTo>
                    <a:pt x="188225" y="232654"/>
                  </a:lnTo>
                  <a:lnTo>
                    <a:pt x="187270" y="235998"/>
                  </a:lnTo>
                  <a:lnTo>
                    <a:pt x="186792" y="237910"/>
                  </a:lnTo>
                  <a:lnTo>
                    <a:pt x="185837" y="237432"/>
                  </a:lnTo>
                  <a:lnTo>
                    <a:pt x="183926" y="236954"/>
                  </a:lnTo>
                  <a:lnTo>
                    <a:pt x="182015" y="236954"/>
                  </a:lnTo>
                  <a:lnTo>
                    <a:pt x="179149" y="236476"/>
                  </a:lnTo>
                  <a:lnTo>
                    <a:pt x="176760" y="236954"/>
                  </a:lnTo>
                  <a:lnTo>
                    <a:pt x="174371" y="238387"/>
                  </a:lnTo>
                  <a:lnTo>
                    <a:pt x="173416" y="238865"/>
                  </a:lnTo>
                  <a:lnTo>
                    <a:pt x="172460" y="239343"/>
                  </a:lnTo>
                  <a:lnTo>
                    <a:pt x="171505" y="239343"/>
                  </a:lnTo>
                  <a:lnTo>
                    <a:pt x="170549" y="239343"/>
                  </a:lnTo>
                  <a:lnTo>
                    <a:pt x="169594" y="240298"/>
                  </a:lnTo>
                  <a:lnTo>
                    <a:pt x="168638" y="241253"/>
                  </a:lnTo>
                  <a:lnTo>
                    <a:pt x="164817" y="242687"/>
                  </a:lnTo>
                  <a:lnTo>
                    <a:pt x="164339" y="243642"/>
                  </a:lnTo>
                  <a:lnTo>
                    <a:pt x="163861" y="244120"/>
                  </a:lnTo>
                  <a:lnTo>
                    <a:pt x="163861" y="244598"/>
                  </a:lnTo>
                  <a:lnTo>
                    <a:pt x="164339" y="246031"/>
                  </a:lnTo>
                  <a:lnTo>
                    <a:pt x="164339" y="247942"/>
                  </a:lnTo>
                  <a:lnTo>
                    <a:pt x="163383" y="249375"/>
                  </a:lnTo>
                  <a:lnTo>
                    <a:pt x="162428" y="250330"/>
                  </a:lnTo>
                  <a:lnTo>
                    <a:pt x="160995" y="250808"/>
                  </a:lnTo>
                  <a:lnTo>
                    <a:pt x="160039" y="250808"/>
                  </a:lnTo>
                  <a:lnTo>
                    <a:pt x="159561" y="251286"/>
                  </a:lnTo>
                  <a:lnTo>
                    <a:pt x="157651" y="254630"/>
                  </a:lnTo>
                  <a:lnTo>
                    <a:pt x="156695" y="255108"/>
                  </a:lnTo>
                  <a:lnTo>
                    <a:pt x="154784" y="255108"/>
                  </a:lnTo>
                  <a:lnTo>
                    <a:pt x="150007" y="259885"/>
                  </a:lnTo>
                  <a:lnTo>
                    <a:pt x="149529" y="261318"/>
                  </a:lnTo>
                  <a:lnTo>
                    <a:pt x="147618" y="263229"/>
                  </a:lnTo>
                  <a:lnTo>
                    <a:pt x="145230" y="265618"/>
                  </a:lnTo>
                  <a:lnTo>
                    <a:pt x="143319" y="266573"/>
                  </a:lnTo>
                  <a:lnTo>
                    <a:pt x="142841" y="267051"/>
                  </a:lnTo>
                  <a:lnTo>
                    <a:pt x="142363" y="267529"/>
                  </a:lnTo>
                  <a:lnTo>
                    <a:pt x="140930" y="268006"/>
                  </a:lnTo>
                  <a:lnTo>
                    <a:pt x="136631" y="270873"/>
                  </a:lnTo>
                  <a:lnTo>
                    <a:pt x="131376" y="270395"/>
                  </a:lnTo>
                  <a:lnTo>
                    <a:pt x="128987" y="271828"/>
                  </a:lnTo>
                  <a:lnTo>
                    <a:pt x="126598" y="272306"/>
                  </a:lnTo>
                  <a:lnTo>
                    <a:pt x="123254" y="272784"/>
                  </a:lnTo>
                  <a:lnTo>
                    <a:pt x="122299" y="272784"/>
                  </a:lnTo>
                  <a:lnTo>
                    <a:pt x="117999" y="272784"/>
                  </a:lnTo>
                  <a:lnTo>
                    <a:pt x="112744" y="272784"/>
                  </a:lnTo>
                  <a:lnTo>
                    <a:pt x="110833" y="273261"/>
                  </a:lnTo>
                  <a:lnTo>
                    <a:pt x="109400" y="274217"/>
                  </a:lnTo>
                  <a:lnTo>
                    <a:pt x="107967" y="275172"/>
                  </a:lnTo>
                  <a:lnTo>
                    <a:pt x="107489" y="275172"/>
                  </a:lnTo>
                  <a:lnTo>
                    <a:pt x="107967" y="275650"/>
                  </a:lnTo>
                  <a:lnTo>
                    <a:pt x="107967" y="276128"/>
                  </a:lnTo>
                  <a:lnTo>
                    <a:pt x="107967" y="276128"/>
                  </a:lnTo>
                  <a:lnTo>
                    <a:pt x="111311" y="278039"/>
                  </a:lnTo>
                  <a:lnTo>
                    <a:pt x="112266" y="279472"/>
                  </a:lnTo>
                  <a:lnTo>
                    <a:pt x="111311" y="280427"/>
                  </a:lnTo>
                  <a:lnTo>
                    <a:pt x="110833" y="280427"/>
                  </a:lnTo>
                  <a:lnTo>
                    <a:pt x="110833" y="280427"/>
                  </a:lnTo>
                  <a:lnTo>
                    <a:pt x="110355" y="281383"/>
                  </a:lnTo>
                  <a:lnTo>
                    <a:pt x="108444" y="283771"/>
                  </a:lnTo>
                  <a:lnTo>
                    <a:pt x="105100" y="286638"/>
                  </a:lnTo>
                  <a:lnTo>
                    <a:pt x="103667" y="287593"/>
                  </a:lnTo>
                  <a:lnTo>
                    <a:pt x="102712" y="288071"/>
                  </a:lnTo>
                  <a:lnTo>
                    <a:pt x="101756" y="289982"/>
                  </a:lnTo>
                  <a:lnTo>
                    <a:pt x="101278" y="290460"/>
                  </a:lnTo>
                  <a:lnTo>
                    <a:pt x="99368" y="290460"/>
                  </a:lnTo>
                  <a:lnTo>
                    <a:pt x="95068" y="290937"/>
                  </a:lnTo>
                  <a:lnTo>
                    <a:pt x="88858" y="291415"/>
                  </a:lnTo>
                  <a:lnTo>
                    <a:pt x="85513" y="291893"/>
                  </a:lnTo>
                  <a:lnTo>
                    <a:pt x="83125" y="291415"/>
                  </a:lnTo>
                  <a:lnTo>
                    <a:pt x="80258" y="292848"/>
                  </a:lnTo>
                  <a:lnTo>
                    <a:pt x="78825" y="293326"/>
                  </a:lnTo>
                  <a:lnTo>
                    <a:pt x="78347" y="293326"/>
                  </a:lnTo>
                  <a:lnTo>
                    <a:pt x="75481" y="294759"/>
                  </a:lnTo>
                  <a:lnTo>
                    <a:pt x="72615" y="296670"/>
                  </a:lnTo>
                  <a:lnTo>
                    <a:pt x="71659" y="297148"/>
                  </a:lnTo>
                  <a:lnTo>
                    <a:pt x="68315" y="298103"/>
                  </a:lnTo>
                  <a:lnTo>
                    <a:pt x="66882" y="299536"/>
                  </a:lnTo>
                  <a:lnTo>
                    <a:pt x="65927" y="299536"/>
                  </a:lnTo>
                  <a:lnTo>
                    <a:pt x="64016" y="297626"/>
                  </a:lnTo>
                  <a:lnTo>
                    <a:pt x="64016" y="297626"/>
                  </a:lnTo>
                  <a:lnTo>
                    <a:pt x="62105" y="296192"/>
                  </a:lnTo>
                  <a:lnTo>
                    <a:pt x="61627" y="294282"/>
                  </a:lnTo>
                  <a:lnTo>
                    <a:pt x="61149" y="293804"/>
                  </a:lnTo>
                  <a:lnTo>
                    <a:pt x="61149" y="293804"/>
                  </a:lnTo>
                  <a:lnTo>
                    <a:pt x="59716" y="294759"/>
                  </a:lnTo>
                  <a:lnTo>
                    <a:pt x="58761" y="295237"/>
                  </a:lnTo>
                  <a:lnTo>
                    <a:pt x="58283" y="297148"/>
                  </a:lnTo>
                  <a:lnTo>
                    <a:pt x="54461" y="298103"/>
                  </a:lnTo>
                  <a:lnTo>
                    <a:pt x="51117" y="299059"/>
                  </a:lnTo>
                  <a:lnTo>
                    <a:pt x="49684" y="300492"/>
                  </a:lnTo>
                  <a:lnTo>
                    <a:pt x="47295" y="300970"/>
                  </a:lnTo>
                  <a:lnTo>
                    <a:pt x="44429" y="300492"/>
                  </a:lnTo>
                  <a:lnTo>
                    <a:pt x="42518" y="300014"/>
                  </a:lnTo>
                  <a:lnTo>
                    <a:pt x="40129" y="300014"/>
                  </a:lnTo>
                  <a:lnTo>
                    <a:pt x="40129" y="300014"/>
                  </a:lnTo>
                  <a:lnTo>
                    <a:pt x="41085" y="298581"/>
                  </a:lnTo>
                  <a:lnTo>
                    <a:pt x="41562" y="297626"/>
                  </a:lnTo>
                  <a:lnTo>
                    <a:pt x="42040" y="296192"/>
                  </a:lnTo>
                  <a:lnTo>
                    <a:pt x="41562" y="295237"/>
                  </a:lnTo>
                  <a:lnTo>
                    <a:pt x="40129" y="294759"/>
                  </a:lnTo>
                  <a:lnTo>
                    <a:pt x="39651" y="293804"/>
                  </a:lnTo>
                  <a:lnTo>
                    <a:pt x="37740" y="289982"/>
                  </a:lnTo>
                  <a:lnTo>
                    <a:pt x="35830" y="285205"/>
                  </a:lnTo>
                  <a:lnTo>
                    <a:pt x="32963" y="280905"/>
                  </a:lnTo>
                  <a:lnTo>
                    <a:pt x="30097" y="278517"/>
                  </a:lnTo>
                  <a:lnTo>
                    <a:pt x="28186" y="276605"/>
                  </a:lnTo>
                  <a:lnTo>
                    <a:pt x="27230" y="276605"/>
                  </a:lnTo>
                  <a:lnTo>
                    <a:pt x="26275" y="276128"/>
                  </a:lnTo>
                  <a:lnTo>
                    <a:pt x="25320" y="275650"/>
                  </a:lnTo>
                  <a:lnTo>
                    <a:pt x="21498" y="272784"/>
                  </a:lnTo>
                  <a:lnTo>
                    <a:pt x="17676" y="269440"/>
                  </a:lnTo>
                  <a:lnTo>
                    <a:pt x="16243" y="268006"/>
                  </a:lnTo>
                  <a:lnTo>
                    <a:pt x="14332" y="265618"/>
                  </a:lnTo>
                  <a:lnTo>
                    <a:pt x="11943" y="263229"/>
                  </a:lnTo>
                  <a:lnTo>
                    <a:pt x="10988" y="262274"/>
                  </a:lnTo>
                  <a:lnTo>
                    <a:pt x="10510" y="260363"/>
                  </a:lnTo>
                  <a:lnTo>
                    <a:pt x="11943" y="258452"/>
                  </a:lnTo>
                  <a:lnTo>
                    <a:pt x="13854" y="256541"/>
                  </a:lnTo>
                  <a:lnTo>
                    <a:pt x="15765" y="255108"/>
                  </a:lnTo>
                  <a:lnTo>
                    <a:pt x="18631" y="255108"/>
                  </a:lnTo>
                  <a:lnTo>
                    <a:pt x="22931" y="255585"/>
                  </a:lnTo>
                  <a:lnTo>
                    <a:pt x="27708" y="255585"/>
                  </a:lnTo>
                  <a:lnTo>
                    <a:pt x="32008" y="255108"/>
                  </a:lnTo>
                  <a:lnTo>
                    <a:pt x="33441" y="255108"/>
                  </a:lnTo>
                  <a:lnTo>
                    <a:pt x="34396" y="255108"/>
                  </a:lnTo>
                  <a:lnTo>
                    <a:pt x="37263" y="255585"/>
                  </a:lnTo>
                  <a:lnTo>
                    <a:pt x="41562" y="255585"/>
                  </a:lnTo>
                  <a:lnTo>
                    <a:pt x="43473" y="25463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9" name="Freeform 5448">
              <a:extLst>
                <a:ext uri="{FF2B5EF4-FFF2-40B4-BE49-F238E27FC236}">
                  <a16:creationId xmlns:a16="http://schemas.microsoft.com/office/drawing/2014/main" id="{C6D63F3B-F2CE-2E8C-A80F-64881047B6A3}"/>
                </a:ext>
              </a:extLst>
            </p:cNvPr>
            <p:cNvSpPr/>
            <p:nvPr/>
          </p:nvSpPr>
          <p:spPr>
            <a:xfrm>
              <a:off x="5881976" y="4532339"/>
              <a:ext cx="37262" cy="91724"/>
            </a:xfrm>
            <a:custGeom>
              <a:avLst/>
              <a:gdLst>
                <a:gd name="csX0" fmla="*/ 19587 w 37262"/>
                <a:gd name="csY0" fmla="*/ 2389 h 91724"/>
                <a:gd name="csX1" fmla="*/ 19109 w 37262"/>
                <a:gd name="csY1" fmla="*/ 4300 h 91724"/>
                <a:gd name="csX2" fmla="*/ 18154 w 37262"/>
                <a:gd name="csY2" fmla="*/ 6688 h 91724"/>
                <a:gd name="csX3" fmla="*/ 17198 w 37262"/>
                <a:gd name="csY3" fmla="*/ 7644 h 91724"/>
                <a:gd name="csX4" fmla="*/ 16721 w 37262"/>
                <a:gd name="csY4" fmla="*/ 13377 h 91724"/>
                <a:gd name="csX5" fmla="*/ 17198 w 37262"/>
                <a:gd name="csY5" fmla="*/ 13854 h 91724"/>
                <a:gd name="csX6" fmla="*/ 17676 w 37262"/>
                <a:gd name="csY6" fmla="*/ 14332 h 91724"/>
                <a:gd name="csX7" fmla="*/ 20542 w 37262"/>
                <a:gd name="csY7" fmla="*/ 16243 h 91724"/>
                <a:gd name="csX8" fmla="*/ 25320 w 37262"/>
                <a:gd name="csY8" fmla="*/ 18632 h 91724"/>
                <a:gd name="csX9" fmla="*/ 28186 w 37262"/>
                <a:gd name="csY9" fmla="*/ 20543 h 91724"/>
                <a:gd name="csX10" fmla="*/ 28186 w 37262"/>
                <a:gd name="csY10" fmla="*/ 21498 h 91724"/>
                <a:gd name="csX11" fmla="*/ 28186 w 37262"/>
                <a:gd name="csY11" fmla="*/ 25320 h 91724"/>
                <a:gd name="csX12" fmla="*/ 28664 w 37262"/>
                <a:gd name="csY12" fmla="*/ 28664 h 91724"/>
                <a:gd name="csX13" fmla="*/ 29141 w 37262"/>
                <a:gd name="csY13" fmla="*/ 30575 h 91724"/>
                <a:gd name="csX14" fmla="*/ 29141 w 37262"/>
                <a:gd name="csY14" fmla="*/ 32486 h 91724"/>
                <a:gd name="csX15" fmla="*/ 30097 w 37262"/>
                <a:gd name="csY15" fmla="*/ 33919 h 91724"/>
                <a:gd name="csX16" fmla="*/ 32963 w 37262"/>
                <a:gd name="csY16" fmla="*/ 36308 h 91724"/>
                <a:gd name="csX17" fmla="*/ 33441 w 37262"/>
                <a:gd name="csY17" fmla="*/ 38218 h 91724"/>
                <a:gd name="csX18" fmla="*/ 33441 w 37262"/>
                <a:gd name="csY18" fmla="*/ 42996 h 91724"/>
                <a:gd name="csX19" fmla="*/ 33441 w 37262"/>
                <a:gd name="csY19" fmla="*/ 46818 h 91724"/>
                <a:gd name="csX20" fmla="*/ 33919 w 37262"/>
                <a:gd name="csY20" fmla="*/ 52073 h 91724"/>
                <a:gd name="csX21" fmla="*/ 33919 w 37262"/>
                <a:gd name="csY21" fmla="*/ 56850 h 91724"/>
                <a:gd name="csX22" fmla="*/ 33919 w 37262"/>
                <a:gd name="csY22" fmla="*/ 62105 h 91724"/>
                <a:gd name="csX23" fmla="*/ 33919 w 37262"/>
                <a:gd name="csY23" fmla="*/ 68793 h 91724"/>
                <a:gd name="csX24" fmla="*/ 33919 w 37262"/>
                <a:gd name="csY24" fmla="*/ 75481 h 91724"/>
                <a:gd name="csX25" fmla="*/ 32008 w 37262"/>
                <a:gd name="csY25" fmla="*/ 75481 h 91724"/>
                <a:gd name="csX26" fmla="*/ 32963 w 37262"/>
                <a:gd name="csY26" fmla="*/ 77870 h 91724"/>
                <a:gd name="csX27" fmla="*/ 33441 w 37262"/>
                <a:gd name="csY27" fmla="*/ 79781 h 91724"/>
                <a:gd name="csX28" fmla="*/ 33441 w 37262"/>
                <a:gd name="csY28" fmla="*/ 80259 h 91724"/>
                <a:gd name="csX29" fmla="*/ 32963 w 37262"/>
                <a:gd name="csY29" fmla="*/ 81214 h 91724"/>
                <a:gd name="csX30" fmla="*/ 33441 w 37262"/>
                <a:gd name="csY30" fmla="*/ 82647 h 91724"/>
                <a:gd name="csX31" fmla="*/ 34397 w 37262"/>
                <a:gd name="csY31" fmla="*/ 83125 h 91724"/>
                <a:gd name="csX32" fmla="*/ 36307 w 37262"/>
                <a:gd name="csY32" fmla="*/ 85991 h 91724"/>
                <a:gd name="csX33" fmla="*/ 37263 w 37262"/>
                <a:gd name="csY33" fmla="*/ 88380 h 91724"/>
                <a:gd name="csX34" fmla="*/ 33919 w 37262"/>
                <a:gd name="csY34" fmla="*/ 88858 h 91724"/>
                <a:gd name="csX35" fmla="*/ 33919 w 37262"/>
                <a:gd name="csY35" fmla="*/ 89813 h 91724"/>
                <a:gd name="csX36" fmla="*/ 27708 w 37262"/>
                <a:gd name="csY36" fmla="*/ 90769 h 91724"/>
                <a:gd name="csX37" fmla="*/ 25320 w 37262"/>
                <a:gd name="csY37" fmla="*/ 91724 h 91724"/>
                <a:gd name="csX38" fmla="*/ 25320 w 37262"/>
                <a:gd name="csY38" fmla="*/ 90769 h 91724"/>
                <a:gd name="csX39" fmla="*/ 24364 w 37262"/>
                <a:gd name="csY39" fmla="*/ 90769 h 91724"/>
                <a:gd name="csX40" fmla="*/ 23409 w 37262"/>
                <a:gd name="csY40" fmla="*/ 90291 h 91724"/>
                <a:gd name="csX41" fmla="*/ 22453 w 37262"/>
                <a:gd name="csY41" fmla="*/ 89813 h 91724"/>
                <a:gd name="csX42" fmla="*/ 21498 w 37262"/>
                <a:gd name="csY42" fmla="*/ 88858 h 91724"/>
                <a:gd name="csX43" fmla="*/ 21498 w 37262"/>
                <a:gd name="csY43" fmla="*/ 87902 h 91724"/>
                <a:gd name="csX44" fmla="*/ 20065 w 37262"/>
                <a:gd name="csY44" fmla="*/ 87425 h 91724"/>
                <a:gd name="csX45" fmla="*/ 18154 w 37262"/>
                <a:gd name="csY45" fmla="*/ 86469 h 91724"/>
                <a:gd name="csX46" fmla="*/ 16243 w 37262"/>
                <a:gd name="csY46" fmla="*/ 85514 h 91724"/>
                <a:gd name="csX47" fmla="*/ 15765 w 37262"/>
                <a:gd name="csY47" fmla="*/ 84081 h 91724"/>
                <a:gd name="csX48" fmla="*/ 15765 w 37262"/>
                <a:gd name="csY48" fmla="*/ 83603 h 91724"/>
                <a:gd name="csX49" fmla="*/ 15765 w 37262"/>
                <a:gd name="csY49" fmla="*/ 83125 h 91724"/>
                <a:gd name="csX50" fmla="*/ 15287 w 37262"/>
                <a:gd name="csY50" fmla="*/ 82647 h 91724"/>
                <a:gd name="csX51" fmla="*/ 13376 w 37262"/>
                <a:gd name="csY51" fmla="*/ 80259 h 91724"/>
                <a:gd name="csX52" fmla="*/ 12421 w 37262"/>
                <a:gd name="csY52" fmla="*/ 78825 h 91724"/>
                <a:gd name="csX53" fmla="*/ 11943 w 37262"/>
                <a:gd name="csY53" fmla="*/ 78348 h 91724"/>
                <a:gd name="csX54" fmla="*/ 12421 w 37262"/>
                <a:gd name="csY54" fmla="*/ 77392 h 91724"/>
                <a:gd name="csX55" fmla="*/ 11943 w 37262"/>
                <a:gd name="csY55" fmla="*/ 76437 h 91724"/>
                <a:gd name="csX56" fmla="*/ 12421 w 37262"/>
                <a:gd name="csY56" fmla="*/ 75959 h 91724"/>
                <a:gd name="csX57" fmla="*/ 13376 w 37262"/>
                <a:gd name="csY57" fmla="*/ 75481 h 91724"/>
                <a:gd name="csX58" fmla="*/ 13376 w 37262"/>
                <a:gd name="csY58" fmla="*/ 75004 h 91724"/>
                <a:gd name="csX59" fmla="*/ 13376 w 37262"/>
                <a:gd name="csY59" fmla="*/ 73570 h 91724"/>
                <a:gd name="csX60" fmla="*/ 13854 w 37262"/>
                <a:gd name="csY60" fmla="*/ 71182 h 91724"/>
                <a:gd name="csX61" fmla="*/ 14332 w 37262"/>
                <a:gd name="csY61" fmla="*/ 68793 h 91724"/>
                <a:gd name="csX62" fmla="*/ 13376 w 37262"/>
                <a:gd name="csY62" fmla="*/ 68316 h 91724"/>
                <a:gd name="csX63" fmla="*/ 12421 w 37262"/>
                <a:gd name="csY63" fmla="*/ 68316 h 91724"/>
                <a:gd name="csX64" fmla="*/ 12421 w 37262"/>
                <a:gd name="csY64" fmla="*/ 68316 h 91724"/>
                <a:gd name="csX65" fmla="*/ 11943 w 37262"/>
                <a:gd name="csY65" fmla="*/ 67360 h 91724"/>
                <a:gd name="csX66" fmla="*/ 11465 w 37262"/>
                <a:gd name="csY66" fmla="*/ 66405 h 91724"/>
                <a:gd name="csX67" fmla="*/ 11465 w 37262"/>
                <a:gd name="csY67" fmla="*/ 65449 h 91724"/>
                <a:gd name="csX68" fmla="*/ 13854 w 37262"/>
                <a:gd name="csY68" fmla="*/ 62105 h 91724"/>
                <a:gd name="csX69" fmla="*/ 13376 w 37262"/>
                <a:gd name="csY69" fmla="*/ 54461 h 91724"/>
                <a:gd name="csX70" fmla="*/ 13854 w 37262"/>
                <a:gd name="csY70" fmla="*/ 53506 h 91724"/>
                <a:gd name="csX71" fmla="*/ 14809 w 37262"/>
                <a:gd name="csY71" fmla="*/ 52550 h 91724"/>
                <a:gd name="csX72" fmla="*/ 15287 w 37262"/>
                <a:gd name="csY72" fmla="*/ 51595 h 91724"/>
                <a:gd name="csX73" fmla="*/ 15287 w 37262"/>
                <a:gd name="csY73" fmla="*/ 50639 h 91724"/>
                <a:gd name="csX74" fmla="*/ 13854 w 37262"/>
                <a:gd name="csY74" fmla="*/ 48251 h 91724"/>
                <a:gd name="csX75" fmla="*/ 11465 w 37262"/>
                <a:gd name="csY75" fmla="*/ 46818 h 91724"/>
                <a:gd name="csX76" fmla="*/ 10032 w 37262"/>
                <a:gd name="csY76" fmla="*/ 45384 h 91724"/>
                <a:gd name="csX77" fmla="*/ 9077 w 37262"/>
                <a:gd name="csY77" fmla="*/ 43951 h 91724"/>
                <a:gd name="csX78" fmla="*/ 9077 w 37262"/>
                <a:gd name="csY78" fmla="*/ 43474 h 91724"/>
                <a:gd name="csX79" fmla="*/ 10988 w 37262"/>
                <a:gd name="csY79" fmla="*/ 42518 h 91724"/>
                <a:gd name="csX80" fmla="*/ 11465 w 37262"/>
                <a:gd name="csY80" fmla="*/ 41563 h 91724"/>
                <a:gd name="csX81" fmla="*/ 11465 w 37262"/>
                <a:gd name="csY81" fmla="*/ 40607 h 91724"/>
                <a:gd name="csX82" fmla="*/ 10988 w 37262"/>
                <a:gd name="csY82" fmla="*/ 39174 h 91724"/>
                <a:gd name="csX83" fmla="*/ 10988 w 37262"/>
                <a:gd name="csY83" fmla="*/ 36785 h 91724"/>
                <a:gd name="csX84" fmla="*/ 11465 w 37262"/>
                <a:gd name="csY84" fmla="*/ 34874 h 91724"/>
                <a:gd name="csX85" fmla="*/ 12421 w 37262"/>
                <a:gd name="csY85" fmla="*/ 32486 h 91724"/>
                <a:gd name="csX86" fmla="*/ 11943 w 37262"/>
                <a:gd name="csY86" fmla="*/ 31530 h 91724"/>
                <a:gd name="csX87" fmla="*/ 10510 w 37262"/>
                <a:gd name="csY87" fmla="*/ 30097 h 91724"/>
                <a:gd name="csX88" fmla="*/ 10032 w 37262"/>
                <a:gd name="csY88" fmla="*/ 30097 h 91724"/>
                <a:gd name="csX89" fmla="*/ 9077 w 37262"/>
                <a:gd name="csY89" fmla="*/ 30097 h 91724"/>
                <a:gd name="csX90" fmla="*/ 7644 w 37262"/>
                <a:gd name="csY90" fmla="*/ 31052 h 91724"/>
                <a:gd name="csX91" fmla="*/ 7166 w 37262"/>
                <a:gd name="csY91" fmla="*/ 31052 h 91724"/>
                <a:gd name="csX92" fmla="*/ 6688 w 37262"/>
                <a:gd name="csY92" fmla="*/ 31052 h 91724"/>
                <a:gd name="csX93" fmla="*/ 6210 w 37262"/>
                <a:gd name="csY93" fmla="*/ 30575 h 91724"/>
                <a:gd name="csX94" fmla="*/ 7166 w 37262"/>
                <a:gd name="csY94" fmla="*/ 30097 h 91724"/>
                <a:gd name="csX95" fmla="*/ 6688 w 37262"/>
                <a:gd name="csY95" fmla="*/ 29142 h 91724"/>
                <a:gd name="csX96" fmla="*/ 7166 w 37262"/>
                <a:gd name="csY96" fmla="*/ 28664 h 91724"/>
                <a:gd name="csX97" fmla="*/ 8121 w 37262"/>
                <a:gd name="csY97" fmla="*/ 28186 h 91724"/>
                <a:gd name="csX98" fmla="*/ 8599 w 37262"/>
                <a:gd name="csY98" fmla="*/ 27709 h 91724"/>
                <a:gd name="csX99" fmla="*/ 7166 w 37262"/>
                <a:gd name="csY99" fmla="*/ 27709 h 91724"/>
                <a:gd name="csX100" fmla="*/ 7166 w 37262"/>
                <a:gd name="csY100" fmla="*/ 27231 h 91724"/>
                <a:gd name="csX101" fmla="*/ 7166 w 37262"/>
                <a:gd name="csY101" fmla="*/ 26753 h 91724"/>
                <a:gd name="csX102" fmla="*/ 7644 w 37262"/>
                <a:gd name="csY102" fmla="*/ 26753 h 91724"/>
                <a:gd name="csX103" fmla="*/ 8121 w 37262"/>
                <a:gd name="csY103" fmla="*/ 26753 h 91724"/>
                <a:gd name="csX104" fmla="*/ 8121 w 37262"/>
                <a:gd name="csY104" fmla="*/ 26275 h 91724"/>
                <a:gd name="csX105" fmla="*/ 8599 w 37262"/>
                <a:gd name="csY105" fmla="*/ 24364 h 91724"/>
                <a:gd name="csX106" fmla="*/ 8599 w 37262"/>
                <a:gd name="csY106" fmla="*/ 23409 h 91724"/>
                <a:gd name="csX107" fmla="*/ 8599 w 37262"/>
                <a:gd name="csY107" fmla="*/ 21976 h 91724"/>
                <a:gd name="csX108" fmla="*/ 9077 w 37262"/>
                <a:gd name="csY108" fmla="*/ 16243 h 91724"/>
                <a:gd name="csX109" fmla="*/ 9077 w 37262"/>
                <a:gd name="csY109" fmla="*/ 15765 h 91724"/>
                <a:gd name="csX110" fmla="*/ 9077 w 37262"/>
                <a:gd name="csY110" fmla="*/ 15287 h 91724"/>
                <a:gd name="csX111" fmla="*/ 8121 w 37262"/>
                <a:gd name="csY111" fmla="*/ 14810 h 91724"/>
                <a:gd name="csX112" fmla="*/ 6210 w 37262"/>
                <a:gd name="csY112" fmla="*/ 13377 h 91724"/>
                <a:gd name="csX113" fmla="*/ 4777 w 37262"/>
                <a:gd name="csY113" fmla="*/ 12421 h 91724"/>
                <a:gd name="csX114" fmla="*/ 3344 w 37262"/>
                <a:gd name="csY114" fmla="*/ 10988 h 91724"/>
                <a:gd name="csX115" fmla="*/ 2389 w 37262"/>
                <a:gd name="csY115" fmla="*/ 10032 h 91724"/>
                <a:gd name="csX116" fmla="*/ 478 w 37262"/>
                <a:gd name="csY116" fmla="*/ 9077 h 91724"/>
                <a:gd name="csX117" fmla="*/ 0 w 37262"/>
                <a:gd name="csY117" fmla="*/ 8121 h 91724"/>
                <a:gd name="csX118" fmla="*/ 0 w 37262"/>
                <a:gd name="csY118" fmla="*/ 7644 h 91724"/>
                <a:gd name="csX119" fmla="*/ 478 w 37262"/>
                <a:gd name="csY119" fmla="*/ 5733 h 91724"/>
                <a:gd name="csX120" fmla="*/ 1433 w 37262"/>
                <a:gd name="csY120" fmla="*/ 4300 h 91724"/>
                <a:gd name="csX121" fmla="*/ 1911 w 37262"/>
                <a:gd name="csY121" fmla="*/ 1911 h 91724"/>
                <a:gd name="csX122" fmla="*/ 1433 w 37262"/>
                <a:gd name="csY122" fmla="*/ 956 h 91724"/>
                <a:gd name="csX123" fmla="*/ 478 w 37262"/>
                <a:gd name="csY123" fmla="*/ 0 h 91724"/>
                <a:gd name="csX124" fmla="*/ 4777 w 37262"/>
                <a:gd name="csY124" fmla="*/ 956 h 91724"/>
                <a:gd name="csX125" fmla="*/ 11465 w 37262"/>
                <a:gd name="csY125" fmla="*/ 2389 h 91724"/>
                <a:gd name="csX126" fmla="*/ 11465 w 37262"/>
                <a:gd name="csY126" fmla="*/ 2389 h 91724"/>
                <a:gd name="csX127" fmla="*/ 11465 w 37262"/>
                <a:gd name="csY127" fmla="*/ 2867 h 91724"/>
                <a:gd name="csX128" fmla="*/ 12899 w 37262"/>
                <a:gd name="csY128" fmla="*/ 2867 h 91724"/>
                <a:gd name="csX129" fmla="*/ 14332 w 37262"/>
                <a:gd name="csY129" fmla="*/ 2389 h 91724"/>
                <a:gd name="csX130" fmla="*/ 19587 w 37262"/>
                <a:gd name="csY130" fmla="*/ 2389 h 91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</a:cxnLst>
              <a:rect l="l" t="t" r="r" b="b"/>
              <a:pathLst>
                <a:path w="37262" h="91724">
                  <a:moveTo>
                    <a:pt x="19587" y="2389"/>
                  </a:moveTo>
                  <a:lnTo>
                    <a:pt x="19109" y="4300"/>
                  </a:lnTo>
                  <a:lnTo>
                    <a:pt x="18154" y="6688"/>
                  </a:lnTo>
                  <a:lnTo>
                    <a:pt x="17198" y="7644"/>
                  </a:lnTo>
                  <a:lnTo>
                    <a:pt x="16721" y="13377"/>
                  </a:lnTo>
                  <a:lnTo>
                    <a:pt x="17198" y="13854"/>
                  </a:lnTo>
                  <a:lnTo>
                    <a:pt x="17676" y="14332"/>
                  </a:lnTo>
                  <a:lnTo>
                    <a:pt x="20542" y="16243"/>
                  </a:lnTo>
                  <a:lnTo>
                    <a:pt x="25320" y="18632"/>
                  </a:lnTo>
                  <a:lnTo>
                    <a:pt x="28186" y="20543"/>
                  </a:lnTo>
                  <a:lnTo>
                    <a:pt x="28186" y="21498"/>
                  </a:lnTo>
                  <a:lnTo>
                    <a:pt x="28186" y="25320"/>
                  </a:lnTo>
                  <a:lnTo>
                    <a:pt x="28664" y="28664"/>
                  </a:lnTo>
                  <a:lnTo>
                    <a:pt x="29141" y="30575"/>
                  </a:lnTo>
                  <a:lnTo>
                    <a:pt x="29141" y="32486"/>
                  </a:lnTo>
                  <a:lnTo>
                    <a:pt x="30097" y="33919"/>
                  </a:lnTo>
                  <a:lnTo>
                    <a:pt x="32963" y="36308"/>
                  </a:lnTo>
                  <a:lnTo>
                    <a:pt x="33441" y="38218"/>
                  </a:lnTo>
                  <a:lnTo>
                    <a:pt x="33441" y="42996"/>
                  </a:lnTo>
                  <a:lnTo>
                    <a:pt x="33441" y="46818"/>
                  </a:lnTo>
                  <a:lnTo>
                    <a:pt x="33919" y="52073"/>
                  </a:lnTo>
                  <a:lnTo>
                    <a:pt x="33919" y="56850"/>
                  </a:lnTo>
                  <a:lnTo>
                    <a:pt x="33919" y="62105"/>
                  </a:lnTo>
                  <a:lnTo>
                    <a:pt x="33919" y="68793"/>
                  </a:lnTo>
                  <a:lnTo>
                    <a:pt x="33919" y="75481"/>
                  </a:lnTo>
                  <a:lnTo>
                    <a:pt x="32008" y="75481"/>
                  </a:lnTo>
                  <a:lnTo>
                    <a:pt x="32963" y="77870"/>
                  </a:lnTo>
                  <a:lnTo>
                    <a:pt x="33441" y="79781"/>
                  </a:lnTo>
                  <a:lnTo>
                    <a:pt x="33441" y="80259"/>
                  </a:lnTo>
                  <a:lnTo>
                    <a:pt x="32963" y="81214"/>
                  </a:lnTo>
                  <a:lnTo>
                    <a:pt x="33441" y="82647"/>
                  </a:lnTo>
                  <a:lnTo>
                    <a:pt x="34397" y="83125"/>
                  </a:lnTo>
                  <a:lnTo>
                    <a:pt x="36307" y="85991"/>
                  </a:lnTo>
                  <a:lnTo>
                    <a:pt x="37263" y="88380"/>
                  </a:lnTo>
                  <a:lnTo>
                    <a:pt x="33919" y="88858"/>
                  </a:lnTo>
                  <a:lnTo>
                    <a:pt x="33919" y="89813"/>
                  </a:lnTo>
                  <a:lnTo>
                    <a:pt x="27708" y="90769"/>
                  </a:lnTo>
                  <a:lnTo>
                    <a:pt x="25320" y="91724"/>
                  </a:lnTo>
                  <a:lnTo>
                    <a:pt x="25320" y="90769"/>
                  </a:lnTo>
                  <a:lnTo>
                    <a:pt x="24364" y="90769"/>
                  </a:lnTo>
                  <a:lnTo>
                    <a:pt x="23409" y="90291"/>
                  </a:lnTo>
                  <a:lnTo>
                    <a:pt x="22453" y="89813"/>
                  </a:lnTo>
                  <a:lnTo>
                    <a:pt x="21498" y="88858"/>
                  </a:lnTo>
                  <a:lnTo>
                    <a:pt x="21498" y="87902"/>
                  </a:lnTo>
                  <a:lnTo>
                    <a:pt x="20065" y="87425"/>
                  </a:lnTo>
                  <a:lnTo>
                    <a:pt x="18154" y="86469"/>
                  </a:lnTo>
                  <a:lnTo>
                    <a:pt x="16243" y="85514"/>
                  </a:lnTo>
                  <a:lnTo>
                    <a:pt x="15765" y="84081"/>
                  </a:lnTo>
                  <a:lnTo>
                    <a:pt x="15765" y="83603"/>
                  </a:lnTo>
                  <a:lnTo>
                    <a:pt x="15765" y="83125"/>
                  </a:lnTo>
                  <a:lnTo>
                    <a:pt x="15287" y="82647"/>
                  </a:lnTo>
                  <a:lnTo>
                    <a:pt x="13376" y="80259"/>
                  </a:lnTo>
                  <a:lnTo>
                    <a:pt x="12421" y="78825"/>
                  </a:lnTo>
                  <a:lnTo>
                    <a:pt x="11943" y="78348"/>
                  </a:lnTo>
                  <a:lnTo>
                    <a:pt x="12421" y="77392"/>
                  </a:lnTo>
                  <a:lnTo>
                    <a:pt x="11943" y="76437"/>
                  </a:lnTo>
                  <a:lnTo>
                    <a:pt x="12421" y="75959"/>
                  </a:lnTo>
                  <a:lnTo>
                    <a:pt x="13376" y="75481"/>
                  </a:lnTo>
                  <a:lnTo>
                    <a:pt x="13376" y="75004"/>
                  </a:lnTo>
                  <a:lnTo>
                    <a:pt x="13376" y="73570"/>
                  </a:lnTo>
                  <a:lnTo>
                    <a:pt x="13854" y="71182"/>
                  </a:lnTo>
                  <a:lnTo>
                    <a:pt x="14332" y="68793"/>
                  </a:lnTo>
                  <a:lnTo>
                    <a:pt x="13376" y="68316"/>
                  </a:lnTo>
                  <a:lnTo>
                    <a:pt x="12421" y="68316"/>
                  </a:lnTo>
                  <a:lnTo>
                    <a:pt x="12421" y="68316"/>
                  </a:lnTo>
                  <a:lnTo>
                    <a:pt x="11943" y="67360"/>
                  </a:lnTo>
                  <a:lnTo>
                    <a:pt x="11465" y="66405"/>
                  </a:lnTo>
                  <a:lnTo>
                    <a:pt x="11465" y="65449"/>
                  </a:lnTo>
                  <a:lnTo>
                    <a:pt x="13854" y="62105"/>
                  </a:lnTo>
                  <a:lnTo>
                    <a:pt x="13376" y="54461"/>
                  </a:lnTo>
                  <a:lnTo>
                    <a:pt x="13854" y="53506"/>
                  </a:lnTo>
                  <a:lnTo>
                    <a:pt x="14809" y="52550"/>
                  </a:lnTo>
                  <a:lnTo>
                    <a:pt x="15287" y="51595"/>
                  </a:lnTo>
                  <a:lnTo>
                    <a:pt x="15287" y="50639"/>
                  </a:lnTo>
                  <a:lnTo>
                    <a:pt x="13854" y="48251"/>
                  </a:lnTo>
                  <a:lnTo>
                    <a:pt x="11465" y="46818"/>
                  </a:lnTo>
                  <a:lnTo>
                    <a:pt x="10032" y="45384"/>
                  </a:lnTo>
                  <a:lnTo>
                    <a:pt x="9077" y="43951"/>
                  </a:lnTo>
                  <a:lnTo>
                    <a:pt x="9077" y="43474"/>
                  </a:lnTo>
                  <a:lnTo>
                    <a:pt x="10988" y="42518"/>
                  </a:lnTo>
                  <a:lnTo>
                    <a:pt x="11465" y="41563"/>
                  </a:lnTo>
                  <a:lnTo>
                    <a:pt x="11465" y="40607"/>
                  </a:lnTo>
                  <a:lnTo>
                    <a:pt x="10988" y="39174"/>
                  </a:lnTo>
                  <a:lnTo>
                    <a:pt x="10988" y="36785"/>
                  </a:lnTo>
                  <a:lnTo>
                    <a:pt x="11465" y="34874"/>
                  </a:lnTo>
                  <a:lnTo>
                    <a:pt x="12421" y="32486"/>
                  </a:lnTo>
                  <a:lnTo>
                    <a:pt x="11943" y="31530"/>
                  </a:lnTo>
                  <a:lnTo>
                    <a:pt x="10510" y="30097"/>
                  </a:lnTo>
                  <a:lnTo>
                    <a:pt x="10032" y="30097"/>
                  </a:lnTo>
                  <a:lnTo>
                    <a:pt x="9077" y="30097"/>
                  </a:lnTo>
                  <a:lnTo>
                    <a:pt x="7644" y="31052"/>
                  </a:lnTo>
                  <a:lnTo>
                    <a:pt x="7166" y="31052"/>
                  </a:lnTo>
                  <a:lnTo>
                    <a:pt x="6688" y="31052"/>
                  </a:lnTo>
                  <a:lnTo>
                    <a:pt x="6210" y="30575"/>
                  </a:lnTo>
                  <a:lnTo>
                    <a:pt x="7166" y="30097"/>
                  </a:lnTo>
                  <a:lnTo>
                    <a:pt x="6688" y="29142"/>
                  </a:lnTo>
                  <a:lnTo>
                    <a:pt x="7166" y="28664"/>
                  </a:lnTo>
                  <a:lnTo>
                    <a:pt x="8121" y="28186"/>
                  </a:lnTo>
                  <a:lnTo>
                    <a:pt x="8599" y="27709"/>
                  </a:lnTo>
                  <a:lnTo>
                    <a:pt x="7166" y="27709"/>
                  </a:lnTo>
                  <a:lnTo>
                    <a:pt x="7166" y="27231"/>
                  </a:lnTo>
                  <a:lnTo>
                    <a:pt x="7166" y="26753"/>
                  </a:lnTo>
                  <a:lnTo>
                    <a:pt x="7644" y="26753"/>
                  </a:lnTo>
                  <a:lnTo>
                    <a:pt x="8121" y="26753"/>
                  </a:lnTo>
                  <a:lnTo>
                    <a:pt x="8121" y="26275"/>
                  </a:lnTo>
                  <a:lnTo>
                    <a:pt x="8599" y="24364"/>
                  </a:lnTo>
                  <a:lnTo>
                    <a:pt x="8599" y="23409"/>
                  </a:lnTo>
                  <a:lnTo>
                    <a:pt x="8599" y="21976"/>
                  </a:lnTo>
                  <a:lnTo>
                    <a:pt x="9077" y="16243"/>
                  </a:lnTo>
                  <a:lnTo>
                    <a:pt x="9077" y="15765"/>
                  </a:lnTo>
                  <a:lnTo>
                    <a:pt x="9077" y="15287"/>
                  </a:lnTo>
                  <a:lnTo>
                    <a:pt x="8121" y="14810"/>
                  </a:lnTo>
                  <a:lnTo>
                    <a:pt x="6210" y="13377"/>
                  </a:lnTo>
                  <a:lnTo>
                    <a:pt x="4777" y="12421"/>
                  </a:lnTo>
                  <a:lnTo>
                    <a:pt x="3344" y="10988"/>
                  </a:lnTo>
                  <a:lnTo>
                    <a:pt x="2389" y="10032"/>
                  </a:lnTo>
                  <a:lnTo>
                    <a:pt x="478" y="9077"/>
                  </a:lnTo>
                  <a:lnTo>
                    <a:pt x="0" y="8121"/>
                  </a:lnTo>
                  <a:lnTo>
                    <a:pt x="0" y="7644"/>
                  </a:lnTo>
                  <a:lnTo>
                    <a:pt x="478" y="5733"/>
                  </a:lnTo>
                  <a:lnTo>
                    <a:pt x="1433" y="4300"/>
                  </a:lnTo>
                  <a:lnTo>
                    <a:pt x="1911" y="1911"/>
                  </a:lnTo>
                  <a:lnTo>
                    <a:pt x="1433" y="956"/>
                  </a:lnTo>
                  <a:lnTo>
                    <a:pt x="478" y="0"/>
                  </a:lnTo>
                  <a:lnTo>
                    <a:pt x="4777" y="956"/>
                  </a:lnTo>
                  <a:lnTo>
                    <a:pt x="11465" y="2389"/>
                  </a:lnTo>
                  <a:lnTo>
                    <a:pt x="11465" y="2389"/>
                  </a:lnTo>
                  <a:lnTo>
                    <a:pt x="11465" y="2867"/>
                  </a:lnTo>
                  <a:lnTo>
                    <a:pt x="12899" y="2867"/>
                  </a:lnTo>
                  <a:lnTo>
                    <a:pt x="14332" y="2389"/>
                  </a:lnTo>
                  <a:lnTo>
                    <a:pt x="19587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0" name="Freeform 5449">
              <a:extLst>
                <a:ext uri="{FF2B5EF4-FFF2-40B4-BE49-F238E27FC236}">
                  <a16:creationId xmlns:a16="http://schemas.microsoft.com/office/drawing/2014/main" id="{5FCA6057-AD76-17E5-5CF8-7F7D3BF396F0}"/>
                </a:ext>
              </a:extLst>
            </p:cNvPr>
            <p:cNvSpPr/>
            <p:nvPr/>
          </p:nvSpPr>
          <p:spPr>
            <a:xfrm>
              <a:off x="7814870" y="4357012"/>
              <a:ext cx="163860" cy="275649"/>
            </a:xfrm>
            <a:custGeom>
              <a:avLst/>
              <a:gdLst>
                <a:gd name="csX0" fmla="*/ 54461 w 163860"/>
                <a:gd name="csY0" fmla="*/ 2389 h 275649"/>
                <a:gd name="csX1" fmla="*/ 54461 w 163860"/>
                <a:gd name="csY1" fmla="*/ 3344 h 275649"/>
                <a:gd name="csX2" fmla="*/ 54939 w 163860"/>
                <a:gd name="csY2" fmla="*/ 3822 h 275649"/>
                <a:gd name="csX3" fmla="*/ 55416 w 163860"/>
                <a:gd name="csY3" fmla="*/ 3344 h 275649"/>
                <a:gd name="csX4" fmla="*/ 56372 w 163860"/>
                <a:gd name="csY4" fmla="*/ 1911 h 275649"/>
                <a:gd name="csX5" fmla="*/ 57328 w 163860"/>
                <a:gd name="csY5" fmla="*/ 1433 h 275649"/>
                <a:gd name="csX6" fmla="*/ 58283 w 163860"/>
                <a:gd name="csY6" fmla="*/ 955 h 275649"/>
                <a:gd name="csX7" fmla="*/ 59238 w 163860"/>
                <a:gd name="csY7" fmla="*/ 1911 h 275649"/>
                <a:gd name="csX8" fmla="*/ 60671 w 163860"/>
                <a:gd name="csY8" fmla="*/ 3822 h 275649"/>
                <a:gd name="csX9" fmla="*/ 61627 w 163860"/>
                <a:gd name="csY9" fmla="*/ 4777 h 275649"/>
                <a:gd name="csX10" fmla="*/ 62105 w 163860"/>
                <a:gd name="csY10" fmla="*/ 5255 h 275649"/>
                <a:gd name="csX11" fmla="*/ 62582 w 163860"/>
                <a:gd name="csY11" fmla="*/ 5733 h 275649"/>
                <a:gd name="csX12" fmla="*/ 62582 w 163860"/>
                <a:gd name="csY12" fmla="*/ 6688 h 275649"/>
                <a:gd name="csX13" fmla="*/ 62105 w 163860"/>
                <a:gd name="csY13" fmla="*/ 8599 h 275649"/>
                <a:gd name="csX14" fmla="*/ 61149 w 163860"/>
                <a:gd name="csY14" fmla="*/ 10510 h 275649"/>
                <a:gd name="csX15" fmla="*/ 59716 w 163860"/>
                <a:gd name="csY15" fmla="*/ 13376 h 275649"/>
                <a:gd name="csX16" fmla="*/ 60194 w 163860"/>
                <a:gd name="csY16" fmla="*/ 15287 h 275649"/>
                <a:gd name="csX17" fmla="*/ 62105 w 163860"/>
                <a:gd name="csY17" fmla="*/ 17198 h 275649"/>
                <a:gd name="csX18" fmla="*/ 64493 w 163860"/>
                <a:gd name="csY18" fmla="*/ 18154 h 275649"/>
                <a:gd name="csX19" fmla="*/ 66882 w 163860"/>
                <a:gd name="csY19" fmla="*/ 17676 h 275649"/>
                <a:gd name="csX20" fmla="*/ 67837 w 163860"/>
                <a:gd name="csY20" fmla="*/ 17198 h 275649"/>
                <a:gd name="csX21" fmla="*/ 69271 w 163860"/>
                <a:gd name="csY21" fmla="*/ 16243 h 275649"/>
                <a:gd name="csX22" fmla="*/ 69748 w 163860"/>
                <a:gd name="csY22" fmla="*/ 16243 h 275649"/>
                <a:gd name="csX23" fmla="*/ 71181 w 163860"/>
                <a:gd name="csY23" fmla="*/ 15765 h 275649"/>
                <a:gd name="csX24" fmla="*/ 75003 w 163860"/>
                <a:gd name="csY24" fmla="*/ 16721 h 275649"/>
                <a:gd name="csX25" fmla="*/ 75959 w 163860"/>
                <a:gd name="csY25" fmla="*/ 17198 h 275649"/>
                <a:gd name="csX26" fmla="*/ 75959 w 163860"/>
                <a:gd name="csY26" fmla="*/ 18154 h 275649"/>
                <a:gd name="csX27" fmla="*/ 75959 w 163860"/>
                <a:gd name="csY27" fmla="*/ 21498 h 275649"/>
                <a:gd name="csX28" fmla="*/ 76437 w 163860"/>
                <a:gd name="csY28" fmla="*/ 23409 h 275649"/>
                <a:gd name="csX29" fmla="*/ 77392 w 163860"/>
                <a:gd name="csY29" fmla="*/ 25797 h 275649"/>
                <a:gd name="csX30" fmla="*/ 77392 w 163860"/>
                <a:gd name="csY30" fmla="*/ 28186 h 275649"/>
                <a:gd name="csX31" fmla="*/ 75959 w 163860"/>
                <a:gd name="csY31" fmla="*/ 31530 h 275649"/>
                <a:gd name="csX32" fmla="*/ 75003 w 163860"/>
                <a:gd name="csY32" fmla="*/ 34874 h 275649"/>
                <a:gd name="csX33" fmla="*/ 74048 w 163860"/>
                <a:gd name="csY33" fmla="*/ 36785 h 275649"/>
                <a:gd name="csX34" fmla="*/ 73092 w 163860"/>
                <a:gd name="csY34" fmla="*/ 37740 h 275649"/>
                <a:gd name="csX35" fmla="*/ 72615 w 163860"/>
                <a:gd name="csY35" fmla="*/ 38218 h 275649"/>
                <a:gd name="csX36" fmla="*/ 72615 w 163860"/>
                <a:gd name="csY36" fmla="*/ 39174 h 275649"/>
                <a:gd name="csX37" fmla="*/ 73570 w 163860"/>
                <a:gd name="csY37" fmla="*/ 40129 h 275649"/>
                <a:gd name="csX38" fmla="*/ 74526 w 163860"/>
                <a:gd name="csY38" fmla="*/ 41085 h 275649"/>
                <a:gd name="csX39" fmla="*/ 75003 w 163860"/>
                <a:gd name="csY39" fmla="*/ 42518 h 275649"/>
                <a:gd name="csX40" fmla="*/ 74526 w 163860"/>
                <a:gd name="csY40" fmla="*/ 43951 h 275649"/>
                <a:gd name="csX41" fmla="*/ 74048 w 163860"/>
                <a:gd name="csY41" fmla="*/ 45862 h 275649"/>
                <a:gd name="csX42" fmla="*/ 71659 w 163860"/>
                <a:gd name="csY42" fmla="*/ 50639 h 275649"/>
                <a:gd name="csX43" fmla="*/ 70226 w 163860"/>
                <a:gd name="csY43" fmla="*/ 54461 h 275649"/>
                <a:gd name="csX44" fmla="*/ 71181 w 163860"/>
                <a:gd name="csY44" fmla="*/ 55417 h 275649"/>
                <a:gd name="csX45" fmla="*/ 72615 w 163860"/>
                <a:gd name="csY45" fmla="*/ 55894 h 275649"/>
                <a:gd name="csX46" fmla="*/ 74048 w 163860"/>
                <a:gd name="csY46" fmla="*/ 56372 h 275649"/>
                <a:gd name="csX47" fmla="*/ 75003 w 163860"/>
                <a:gd name="csY47" fmla="*/ 56372 h 275649"/>
                <a:gd name="csX48" fmla="*/ 77870 w 163860"/>
                <a:gd name="csY48" fmla="*/ 53983 h 275649"/>
                <a:gd name="csX49" fmla="*/ 79781 w 163860"/>
                <a:gd name="csY49" fmla="*/ 52072 h 275649"/>
                <a:gd name="csX50" fmla="*/ 82647 w 163860"/>
                <a:gd name="csY50" fmla="*/ 50162 h 275649"/>
                <a:gd name="csX51" fmla="*/ 83124 w 163860"/>
                <a:gd name="csY51" fmla="*/ 50162 h 275649"/>
                <a:gd name="csX52" fmla="*/ 85513 w 163860"/>
                <a:gd name="csY52" fmla="*/ 48728 h 275649"/>
                <a:gd name="csX53" fmla="*/ 86469 w 163860"/>
                <a:gd name="csY53" fmla="*/ 47773 h 275649"/>
                <a:gd name="csX54" fmla="*/ 87424 w 163860"/>
                <a:gd name="csY54" fmla="*/ 45862 h 275649"/>
                <a:gd name="csX55" fmla="*/ 87902 w 163860"/>
                <a:gd name="csY55" fmla="*/ 45384 h 275649"/>
                <a:gd name="csX56" fmla="*/ 89335 w 163860"/>
                <a:gd name="csY56" fmla="*/ 45862 h 275649"/>
                <a:gd name="csX57" fmla="*/ 90769 w 163860"/>
                <a:gd name="csY57" fmla="*/ 45384 h 275649"/>
                <a:gd name="csX58" fmla="*/ 92201 w 163860"/>
                <a:gd name="csY58" fmla="*/ 43473 h 275649"/>
                <a:gd name="csX59" fmla="*/ 93635 w 163860"/>
                <a:gd name="csY59" fmla="*/ 42518 h 275649"/>
                <a:gd name="csX60" fmla="*/ 94590 w 163860"/>
                <a:gd name="csY60" fmla="*/ 42996 h 275649"/>
                <a:gd name="csX61" fmla="*/ 96024 w 163860"/>
                <a:gd name="csY61" fmla="*/ 43951 h 275649"/>
                <a:gd name="csX62" fmla="*/ 98412 w 163860"/>
                <a:gd name="csY62" fmla="*/ 45862 h 275649"/>
                <a:gd name="csX63" fmla="*/ 100801 w 163860"/>
                <a:gd name="csY63" fmla="*/ 46817 h 275649"/>
                <a:gd name="csX64" fmla="*/ 102712 w 163860"/>
                <a:gd name="csY64" fmla="*/ 47295 h 275649"/>
                <a:gd name="csX65" fmla="*/ 103667 w 163860"/>
                <a:gd name="csY65" fmla="*/ 48251 h 275649"/>
                <a:gd name="csX66" fmla="*/ 103667 w 163860"/>
                <a:gd name="csY66" fmla="*/ 49206 h 275649"/>
                <a:gd name="csX67" fmla="*/ 103667 w 163860"/>
                <a:gd name="csY67" fmla="*/ 49684 h 275649"/>
                <a:gd name="csX68" fmla="*/ 104622 w 163860"/>
                <a:gd name="csY68" fmla="*/ 50162 h 275649"/>
                <a:gd name="csX69" fmla="*/ 105100 w 163860"/>
                <a:gd name="csY69" fmla="*/ 50162 h 275649"/>
                <a:gd name="csX70" fmla="*/ 105100 w 163860"/>
                <a:gd name="csY70" fmla="*/ 49684 h 275649"/>
                <a:gd name="csX71" fmla="*/ 106056 w 163860"/>
                <a:gd name="csY71" fmla="*/ 48728 h 275649"/>
                <a:gd name="csX72" fmla="*/ 107489 w 163860"/>
                <a:gd name="csY72" fmla="*/ 47773 h 275649"/>
                <a:gd name="csX73" fmla="*/ 109400 w 163860"/>
                <a:gd name="csY73" fmla="*/ 47295 h 275649"/>
                <a:gd name="csX74" fmla="*/ 111311 w 163860"/>
                <a:gd name="csY74" fmla="*/ 46817 h 275649"/>
                <a:gd name="csX75" fmla="*/ 112744 w 163860"/>
                <a:gd name="csY75" fmla="*/ 46340 h 275649"/>
                <a:gd name="csX76" fmla="*/ 113222 w 163860"/>
                <a:gd name="csY76" fmla="*/ 43951 h 275649"/>
                <a:gd name="csX77" fmla="*/ 114655 w 163860"/>
                <a:gd name="csY77" fmla="*/ 42518 h 275649"/>
                <a:gd name="csX78" fmla="*/ 115610 w 163860"/>
                <a:gd name="csY78" fmla="*/ 42040 h 275649"/>
                <a:gd name="csX79" fmla="*/ 116566 w 163860"/>
                <a:gd name="csY79" fmla="*/ 41562 h 275649"/>
                <a:gd name="csX80" fmla="*/ 116566 w 163860"/>
                <a:gd name="csY80" fmla="*/ 41562 h 275649"/>
                <a:gd name="csX81" fmla="*/ 117044 w 163860"/>
                <a:gd name="csY81" fmla="*/ 41085 h 275649"/>
                <a:gd name="csX82" fmla="*/ 116566 w 163860"/>
                <a:gd name="csY82" fmla="*/ 40129 h 275649"/>
                <a:gd name="csX83" fmla="*/ 116566 w 163860"/>
                <a:gd name="csY83" fmla="*/ 39651 h 275649"/>
                <a:gd name="csX84" fmla="*/ 117044 w 163860"/>
                <a:gd name="csY84" fmla="*/ 39174 h 275649"/>
                <a:gd name="csX85" fmla="*/ 118954 w 163860"/>
                <a:gd name="csY85" fmla="*/ 38696 h 275649"/>
                <a:gd name="csX86" fmla="*/ 121343 w 163860"/>
                <a:gd name="csY86" fmla="*/ 38696 h 275649"/>
                <a:gd name="csX87" fmla="*/ 124210 w 163860"/>
                <a:gd name="csY87" fmla="*/ 39651 h 275649"/>
                <a:gd name="csX88" fmla="*/ 127076 w 163860"/>
                <a:gd name="csY88" fmla="*/ 40607 h 275649"/>
                <a:gd name="csX89" fmla="*/ 129465 w 163860"/>
                <a:gd name="csY89" fmla="*/ 41085 h 275649"/>
                <a:gd name="csX90" fmla="*/ 130420 w 163860"/>
                <a:gd name="csY90" fmla="*/ 40607 h 275649"/>
                <a:gd name="csX91" fmla="*/ 132331 w 163860"/>
                <a:gd name="csY91" fmla="*/ 42518 h 275649"/>
                <a:gd name="csX92" fmla="*/ 132331 w 163860"/>
                <a:gd name="csY92" fmla="*/ 42518 h 275649"/>
                <a:gd name="csX93" fmla="*/ 135197 w 163860"/>
                <a:gd name="csY93" fmla="*/ 46817 h 275649"/>
                <a:gd name="csX94" fmla="*/ 137586 w 163860"/>
                <a:gd name="csY94" fmla="*/ 50162 h 275649"/>
                <a:gd name="csX95" fmla="*/ 137586 w 163860"/>
                <a:gd name="csY95" fmla="*/ 50162 h 275649"/>
                <a:gd name="csX96" fmla="*/ 139974 w 163860"/>
                <a:gd name="csY96" fmla="*/ 52550 h 275649"/>
                <a:gd name="csX97" fmla="*/ 141885 w 163860"/>
                <a:gd name="csY97" fmla="*/ 53983 h 275649"/>
                <a:gd name="csX98" fmla="*/ 144274 w 163860"/>
                <a:gd name="csY98" fmla="*/ 55417 h 275649"/>
                <a:gd name="csX99" fmla="*/ 146185 w 163860"/>
                <a:gd name="csY99" fmla="*/ 56850 h 275649"/>
                <a:gd name="csX100" fmla="*/ 147618 w 163860"/>
                <a:gd name="csY100" fmla="*/ 60194 h 275649"/>
                <a:gd name="csX101" fmla="*/ 146185 w 163860"/>
                <a:gd name="csY101" fmla="*/ 64016 h 275649"/>
                <a:gd name="csX102" fmla="*/ 146185 w 163860"/>
                <a:gd name="csY102" fmla="*/ 64493 h 275649"/>
                <a:gd name="csX103" fmla="*/ 146185 w 163860"/>
                <a:gd name="csY103" fmla="*/ 67837 h 275649"/>
                <a:gd name="csX104" fmla="*/ 146185 w 163860"/>
                <a:gd name="csY104" fmla="*/ 72137 h 275649"/>
                <a:gd name="csX105" fmla="*/ 146185 w 163860"/>
                <a:gd name="csY105" fmla="*/ 72137 h 275649"/>
                <a:gd name="csX106" fmla="*/ 147618 w 163860"/>
                <a:gd name="csY106" fmla="*/ 75959 h 275649"/>
                <a:gd name="csX107" fmla="*/ 150007 w 163860"/>
                <a:gd name="csY107" fmla="*/ 78347 h 275649"/>
                <a:gd name="csX108" fmla="*/ 151440 w 163860"/>
                <a:gd name="csY108" fmla="*/ 80258 h 275649"/>
                <a:gd name="csX109" fmla="*/ 151918 w 163860"/>
                <a:gd name="csY109" fmla="*/ 81692 h 275649"/>
                <a:gd name="csX110" fmla="*/ 154306 w 163860"/>
                <a:gd name="csY110" fmla="*/ 82647 h 275649"/>
                <a:gd name="csX111" fmla="*/ 157651 w 163860"/>
                <a:gd name="csY111" fmla="*/ 83603 h 275649"/>
                <a:gd name="csX112" fmla="*/ 159084 w 163860"/>
                <a:gd name="csY112" fmla="*/ 84558 h 275649"/>
                <a:gd name="csX113" fmla="*/ 159084 w 163860"/>
                <a:gd name="csY113" fmla="*/ 84558 h 275649"/>
                <a:gd name="csX114" fmla="*/ 158606 w 163860"/>
                <a:gd name="csY114" fmla="*/ 85513 h 275649"/>
                <a:gd name="csX115" fmla="*/ 158606 w 163860"/>
                <a:gd name="csY115" fmla="*/ 86469 h 275649"/>
                <a:gd name="csX116" fmla="*/ 159084 w 163860"/>
                <a:gd name="csY116" fmla="*/ 87902 h 275649"/>
                <a:gd name="csX117" fmla="*/ 160517 w 163860"/>
                <a:gd name="csY117" fmla="*/ 88858 h 275649"/>
                <a:gd name="csX118" fmla="*/ 162428 w 163860"/>
                <a:gd name="csY118" fmla="*/ 89335 h 275649"/>
                <a:gd name="csX119" fmla="*/ 163383 w 163860"/>
                <a:gd name="csY119" fmla="*/ 90291 h 275649"/>
                <a:gd name="csX120" fmla="*/ 163861 w 163860"/>
                <a:gd name="csY120" fmla="*/ 90769 h 275649"/>
                <a:gd name="csX121" fmla="*/ 163861 w 163860"/>
                <a:gd name="csY121" fmla="*/ 92202 h 275649"/>
                <a:gd name="csX122" fmla="*/ 163383 w 163860"/>
                <a:gd name="csY122" fmla="*/ 94112 h 275649"/>
                <a:gd name="csX123" fmla="*/ 162428 w 163860"/>
                <a:gd name="csY123" fmla="*/ 95546 h 275649"/>
                <a:gd name="csX124" fmla="*/ 161472 w 163860"/>
                <a:gd name="csY124" fmla="*/ 96501 h 275649"/>
                <a:gd name="csX125" fmla="*/ 160995 w 163860"/>
                <a:gd name="csY125" fmla="*/ 97457 h 275649"/>
                <a:gd name="csX126" fmla="*/ 160995 w 163860"/>
                <a:gd name="csY126" fmla="*/ 97935 h 275649"/>
                <a:gd name="csX127" fmla="*/ 160995 w 163860"/>
                <a:gd name="csY127" fmla="*/ 98412 h 275649"/>
                <a:gd name="csX128" fmla="*/ 160995 w 163860"/>
                <a:gd name="csY128" fmla="*/ 100801 h 275649"/>
                <a:gd name="csX129" fmla="*/ 161950 w 163860"/>
                <a:gd name="csY129" fmla="*/ 102712 h 275649"/>
                <a:gd name="csX130" fmla="*/ 161950 w 163860"/>
                <a:gd name="csY130" fmla="*/ 104623 h 275649"/>
                <a:gd name="csX131" fmla="*/ 161950 w 163860"/>
                <a:gd name="csY131" fmla="*/ 105100 h 275649"/>
                <a:gd name="csX132" fmla="*/ 161472 w 163860"/>
                <a:gd name="csY132" fmla="*/ 106056 h 275649"/>
                <a:gd name="csX133" fmla="*/ 160995 w 163860"/>
                <a:gd name="csY133" fmla="*/ 109400 h 275649"/>
                <a:gd name="csX134" fmla="*/ 160995 w 163860"/>
                <a:gd name="csY134" fmla="*/ 110833 h 275649"/>
                <a:gd name="csX135" fmla="*/ 160517 w 163860"/>
                <a:gd name="csY135" fmla="*/ 111789 h 275649"/>
                <a:gd name="csX136" fmla="*/ 160517 w 163860"/>
                <a:gd name="csY136" fmla="*/ 112266 h 275649"/>
                <a:gd name="csX137" fmla="*/ 160517 w 163860"/>
                <a:gd name="csY137" fmla="*/ 112266 h 275649"/>
                <a:gd name="csX138" fmla="*/ 159561 w 163860"/>
                <a:gd name="csY138" fmla="*/ 113222 h 275649"/>
                <a:gd name="csX139" fmla="*/ 158128 w 163860"/>
                <a:gd name="csY139" fmla="*/ 114177 h 275649"/>
                <a:gd name="csX140" fmla="*/ 156217 w 163860"/>
                <a:gd name="csY140" fmla="*/ 115133 h 275649"/>
                <a:gd name="csX141" fmla="*/ 154784 w 163860"/>
                <a:gd name="csY141" fmla="*/ 115610 h 275649"/>
                <a:gd name="csX142" fmla="*/ 154306 w 163860"/>
                <a:gd name="csY142" fmla="*/ 115610 h 275649"/>
                <a:gd name="csX143" fmla="*/ 154306 w 163860"/>
                <a:gd name="csY143" fmla="*/ 115610 h 275649"/>
                <a:gd name="csX144" fmla="*/ 153829 w 163860"/>
                <a:gd name="csY144" fmla="*/ 116566 h 275649"/>
                <a:gd name="csX145" fmla="*/ 152395 w 163860"/>
                <a:gd name="csY145" fmla="*/ 117521 h 275649"/>
                <a:gd name="csX146" fmla="*/ 151918 w 163860"/>
                <a:gd name="csY146" fmla="*/ 117521 h 275649"/>
                <a:gd name="csX147" fmla="*/ 151440 w 163860"/>
                <a:gd name="csY147" fmla="*/ 117044 h 275649"/>
                <a:gd name="csX148" fmla="*/ 150962 w 163860"/>
                <a:gd name="csY148" fmla="*/ 116566 h 275649"/>
                <a:gd name="csX149" fmla="*/ 150485 w 163860"/>
                <a:gd name="csY149" fmla="*/ 115133 h 275649"/>
                <a:gd name="csX150" fmla="*/ 148574 w 163860"/>
                <a:gd name="csY150" fmla="*/ 114655 h 275649"/>
                <a:gd name="csX151" fmla="*/ 146663 w 163860"/>
                <a:gd name="csY151" fmla="*/ 114177 h 275649"/>
                <a:gd name="csX152" fmla="*/ 142841 w 163860"/>
                <a:gd name="csY152" fmla="*/ 114655 h 275649"/>
                <a:gd name="csX153" fmla="*/ 139497 w 163860"/>
                <a:gd name="csY153" fmla="*/ 115133 h 275649"/>
                <a:gd name="csX154" fmla="*/ 135675 w 163860"/>
                <a:gd name="csY154" fmla="*/ 114655 h 275649"/>
                <a:gd name="csX155" fmla="*/ 132331 w 163860"/>
                <a:gd name="csY155" fmla="*/ 115133 h 275649"/>
                <a:gd name="csX156" fmla="*/ 130897 w 163860"/>
                <a:gd name="csY156" fmla="*/ 115133 h 275649"/>
                <a:gd name="csX157" fmla="*/ 129465 w 163860"/>
                <a:gd name="csY157" fmla="*/ 115133 h 275649"/>
                <a:gd name="csX158" fmla="*/ 127554 w 163860"/>
                <a:gd name="csY158" fmla="*/ 115133 h 275649"/>
                <a:gd name="csX159" fmla="*/ 126120 w 163860"/>
                <a:gd name="csY159" fmla="*/ 115133 h 275649"/>
                <a:gd name="csX160" fmla="*/ 126120 w 163860"/>
                <a:gd name="csY160" fmla="*/ 115133 h 275649"/>
                <a:gd name="csX161" fmla="*/ 123254 w 163860"/>
                <a:gd name="csY161" fmla="*/ 114177 h 275649"/>
                <a:gd name="csX162" fmla="*/ 122299 w 163860"/>
                <a:gd name="csY162" fmla="*/ 114177 h 275649"/>
                <a:gd name="csX163" fmla="*/ 119910 w 163860"/>
                <a:gd name="csY163" fmla="*/ 114655 h 275649"/>
                <a:gd name="csX164" fmla="*/ 117521 w 163860"/>
                <a:gd name="csY164" fmla="*/ 115610 h 275649"/>
                <a:gd name="csX165" fmla="*/ 115610 w 163860"/>
                <a:gd name="csY165" fmla="*/ 115610 h 275649"/>
                <a:gd name="csX166" fmla="*/ 112266 w 163860"/>
                <a:gd name="csY166" fmla="*/ 117044 h 275649"/>
                <a:gd name="csX167" fmla="*/ 109878 w 163860"/>
                <a:gd name="csY167" fmla="*/ 119432 h 275649"/>
                <a:gd name="csX168" fmla="*/ 109878 w 163860"/>
                <a:gd name="csY168" fmla="*/ 119432 h 275649"/>
                <a:gd name="csX169" fmla="*/ 108922 w 163860"/>
                <a:gd name="csY169" fmla="*/ 120865 h 275649"/>
                <a:gd name="csX170" fmla="*/ 107967 w 163860"/>
                <a:gd name="csY170" fmla="*/ 122299 h 275649"/>
                <a:gd name="csX171" fmla="*/ 106056 w 163860"/>
                <a:gd name="csY171" fmla="*/ 124687 h 275649"/>
                <a:gd name="csX172" fmla="*/ 104145 w 163860"/>
                <a:gd name="csY172" fmla="*/ 127076 h 275649"/>
                <a:gd name="csX173" fmla="*/ 102712 w 163860"/>
                <a:gd name="csY173" fmla="*/ 128031 h 275649"/>
                <a:gd name="csX174" fmla="*/ 102712 w 163860"/>
                <a:gd name="csY174" fmla="*/ 128987 h 275649"/>
                <a:gd name="csX175" fmla="*/ 102712 w 163860"/>
                <a:gd name="csY175" fmla="*/ 129465 h 275649"/>
                <a:gd name="csX176" fmla="*/ 100323 w 163860"/>
                <a:gd name="csY176" fmla="*/ 129942 h 275649"/>
                <a:gd name="csX177" fmla="*/ 98412 w 163860"/>
                <a:gd name="csY177" fmla="*/ 129942 h 275649"/>
                <a:gd name="csX178" fmla="*/ 98412 w 163860"/>
                <a:gd name="csY178" fmla="*/ 129942 h 275649"/>
                <a:gd name="csX179" fmla="*/ 97935 w 163860"/>
                <a:gd name="csY179" fmla="*/ 130420 h 275649"/>
                <a:gd name="csX180" fmla="*/ 98412 w 163860"/>
                <a:gd name="csY180" fmla="*/ 135197 h 275649"/>
                <a:gd name="csX181" fmla="*/ 98890 w 163860"/>
                <a:gd name="csY181" fmla="*/ 137108 h 275649"/>
                <a:gd name="csX182" fmla="*/ 99845 w 163860"/>
                <a:gd name="csY182" fmla="*/ 139019 h 275649"/>
                <a:gd name="csX183" fmla="*/ 100801 w 163860"/>
                <a:gd name="csY183" fmla="*/ 140452 h 275649"/>
                <a:gd name="csX184" fmla="*/ 101278 w 163860"/>
                <a:gd name="csY184" fmla="*/ 143796 h 275649"/>
                <a:gd name="csX185" fmla="*/ 101756 w 163860"/>
                <a:gd name="csY185" fmla="*/ 146663 h 275649"/>
                <a:gd name="csX186" fmla="*/ 104145 w 163860"/>
                <a:gd name="csY186" fmla="*/ 148574 h 275649"/>
                <a:gd name="csX187" fmla="*/ 105578 w 163860"/>
                <a:gd name="csY187" fmla="*/ 150007 h 275649"/>
                <a:gd name="csX188" fmla="*/ 105578 w 163860"/>
                <a:gd name="csY188" fmla="*/ 150007 h 275649"/>
                <a:gd name="csX189" fmla="*/ 106533 w 163860"/>
                <a:gd name="csY189" fmla="*/ 150962 h 275649"/>
                <a:gd name="csX190" fmla="*/ 106056 w 163860"/>
                <a:gd name="csY190" fmla="*/ 151918 h 275649"/>
                <a:gd name="csX191" fmla="*/ 105578 w 163860"/>
                <a:gd name="csY191" fmla="*/ 154307 h 275649"/>
                <a:gd name="csX192" fmla="*/ 106056 w 163860"/>
                <a:gd name="csY192" fmla="*/ 157173 h 275649"/>
                <a:gd name="csX193" fmla="*/ 109878 w 163860"/>
                <a:gd name="csY193" fmla="*/ 163861 h 275649"/>
                <a:gd name="csX194" fmla="*/ 109878 w 163860"/>
                <a:gd name="csY194" fmla="*/ 163861 h 275649"/>
                <a:gd name="csX195" fmla="*/ 110355 w 163860"/>
                <a:gd name="csY195" fmla="*/ 164339 h 275649"/>
                <a:gd name="csX196" fmla="*/ 109878 w 163860"/>
                <a:gd name="csY196" fmla="*/ 164339 h 275649"/>
                <a:gd name="csX197" fmla="*/ 109878 w 163860"/>
                <a:gd name="csY197" fmla="*/ 164339 h 275649"/>
                <a:gd name="csX198" fmla="*/ 109400 w 163860"/>
                <a:gd name="csY198" fmla="*/ 163383 h 275649"/>
                <a:gd name="csX199" fmla="*/ 107489 w 163860"/>
                <a:gd name="csY199" fmla="*/ 160995 h 275649"/>
                <a:gd name="csX200" fmla="*/ 106533 w 163860"/>
                <a:gd name="csY200" fmla="*/ 158606 h 275649"/>
                <a:gd name="csX201" fmla="*/ 104622 w 163860"/>
                <a:gd name="csY201" fmla="*/ 156217 h 275649"/>
                <a:gd name="csX202" fmla="*/ 103667 w 163860"/>
                <a:gd name="csY202" fmla="*/ 155262 h 275649"/>
                <a:gd name="csX203" fmla="*/ 103189 w 163860"/>
                <a:gd name="csY203" fmla="*/ 156217 h 275649"/>
                <a:gd name="csX204" fmla="*/ 102234 w 163860"/>
                <a:gd name="csY204" fmla="*/ 157173 h 275649"/>
                <a:gd name="csX205" fmla="*/ 100323 w 163860"/>
                <a:gd name="csY205" fmla="*/ 155740 h 275649"/>
                <a:gd name="csX206" fmla="*/ 98412 w 163860"/>
                <a:gd name="csY206" fmla="*/ 154307 h 275649"/>
                <a:gd name="csX207" fmla="*/ 96979 w 163860"/>
                <a:gd name="csY207" fmla="*/ 151918 h 275649"/>
                <a:gd name="csX208" fmla="*/ 96501 w 163860"/>
                <a:gd name="csY208" fmla="*/ 152396 h 275649"/>
                <a:gd name="csX209" fmla="*/ 96024 w 163860"/>
                <a:gd name="csY209" fmla="*/ 152873 h 275649"/>
                <a:gd name="csX210" fmla="*/ 94112 w 163860"/>
                <a:gd name="csY210" fmla="*/ 150962 h 275649"/>
                <a:gd name="csX211" fmla="*/ 92201 w 163860"/>
                <a:gd name="csY211" fmla="*/ 149051 h 275649"/>
                <a:gd name="csX212" fmla="*/ 90290 w 163860"/>
                <a:gd name="csY212" fmla="*/ 148574 h 275649"/>
                <a:gd name="csX213" fmla="*/ 89335 w 163860"/>
                <a:gd name="csY213" fmla="*/ 148096 h 275649"/>
                <a:gd name="csX214" fmla="*/ 88380 w 163860"/>
                <a:gd name="csY214" fmla="*/ 147141 h 275649"/>
                <a:gd name="csX215" fmla="*/ 85991 w 163860"/>
                <a:gd name="csY215" fmla="*/ 146185 h 275649"/>
                <a:gd name="csX216" fmla="*/ 80736 w 163860"/>
                <a:gd name="csY216" fmla="*/ 147618 h 275649"/>
                <a:gd name="csX217" fmla="*/ 73570 w 163860"/>
                <a:gd name="csY217" fmla="*/ 146663 h 275649"/>
                <a:gd name="csX218" fmla="*/ 70704 w 163860"/>
                <a:gd name="csY218" fmla="*/ 147618 h 275649"/>
                <a:gd name="csX219" fmla="*/ 69748 w 163860"/>
                <a:gd name="csY219" fmla="*/ 147141 h 275649"/>
                <a:gd name="csX220" fmla="*/ 69271 w 163860"/>
                <a:gd name="csY220" fmla="*/ 145707 h 275649"/>
                <a:gd name="csX221" fmla="*/ 69748 w 163860"/>
                <a:gd name="csY221" fmla="*/ 143796 h 275649"/>
                <a:gd name="csX222" fmla="*/ 69748 w 163860"/>
                <a:gd name="csY222" fmla="*/ 139975 h 275649"/>
                <a:gd name="csX223" fmla="*/ 70704 w 163860"/>
                <a:gd name="csY223" fmla="*/ 137108 h 275649"/>
                <a:gd name="csX224" fmla="*/ 70226 w 163860"/>
                <a:gd name="csY224" fmla="*/ 134719 h 275649"/>
                <a:gd name="csX225" fmla="*/ 70704 w 163860"/>
                <a:gd name="csY225" fmla="*/ 133764 h 275649"/>
                <a:gd name="csX226" fmla="*/ 71181 w 163860"/>
                <a:gd name="csY226" fmla="*/ 132331 h 275649"/>
                <a:gd name="csX227" fmla="*/ 70226 w 163860"/>
                <a:gd name="csY227" fmla="*/ 131853 h 275649"/>
                <a:gd name="csX228" fmla="*/ 64971 w 163860"/>
                <a:gd name="csY228" fmla="*/ 130898 h 275649"/>
                <a:gd name="csX229" fmla="*/ 64015 w 163860"/>
                <a:gd name="csY229" fmla="*/ 129942 h 275649"/>
                <a:gd name="csX230" fmla="*/ 62582 w 163860"/>
                <a:gd name="csY230" fmla="*/ 130898 h 275649"/>
                <a:gd name="csX231" fmla="*/ 56849 w 163860"/>
                <a:gd name="csY231" fmla="*/ 131376 h 275649"/>
                <a:gd name="csX232" fmla="*/ 54461 w 163860"/>
                <a:gd name="csY232" fmla="*/ 132331 h 275649"/>
                <a:gd name="csX233" fmla="*/ 52550 w 163860"/>
                <a:gd name="csY233" fmla="*/ 133764 h 275649"/>
                <a:gd name="csX234" fmla="*/ 51594 w 163860"/>
                <a:gd name="csY234" fmla="*/ 136153 h 275649"/>
                <a:gd name="csX235" fmla="*/ 53028 w 163860"/>
                <a:gd name="csY235" fmla="*/ 137586 h 275649"/>
                <a:gd name="csX236" fmla="*/ 53983 w 163860"/>
                <a:gd name="csY236" fmla="*/ 139497 h 275649"/>
                <a:gd name="csX237" fmla="*/ 51594 w 163860"/>
                <a:gd name="csY237" fmla="*/ 144752 h 275649"/>
                <a:gd name="csX238" fmla="*/ 51117 w 163860"/>
                <a:gd name="csY238" fmla="*/ 146185 h 275649"/>
                <a:gd name="csX239" fmla="*/ 52072 w 163860"/>
                <a:gd name="csY239" fmla="*/ 152396 h 275649"/>
                <a:gd name="csX240" fmla="*/ 51594 w 163860"/>
                <a:gd name="csY240" fmla="*/ 155740 h 275649"/>
                <a:gd name="csX241" fmla="*/ 50639 w 163860"/>
                <a:gd name="csY241" fmla="*/ 158128 h 275649"/>
                <a:gd name="csX242" fmla="*/ 48728 w 163860"/>
                <a:gd name="csY242" fmla="*/ 160039 h 275649"/>
                <a:gd name="csX243" fmla="*/ 47773 w 163860"/>
                <a:gd name="csY243" fmla="*/ 163861 h 275649"/>
                <a:gd name="csX244" fmla="*/ 46340 w 163860"/>
                <a:gd name="csY244" fmla="*/ 165294 h 275649"/>
                <a:gd name="csX245" fmla="*/ 44428 w 163860"/>
                <a:gd name="csY245" fmla="*/ 169116 h 275649"/>
                <a:gd name="csX246" fmla="*/ 43473 w 163860"/>
                <a:gd name="csY246" fmla="*/ 173416 h 275649"/>
                <a:gd name="csX247" fmla="*/ 42517 w 163860"/>
                <a:gd name="csY247" fmla="*/ 175804 h 275649"/>
                <a:gd name="csX248" fmla="*/ 42040 w 163860"/>
                <a:gd name="csY248" fmla="*/ 179626 h 275649"/>
                <a:gd name="csX249" fmla="*/ 37740 w 163860"/>
                <a:gd name="csY249" fmla="*/ 185359 h 275649"/>
                <a:gd name="csX250" fmla="*/ 36785 w 163860"/>
                <a:gd name="csY250" fmla="*/ 188703 h 275649"/>
                <a:gd name="csX251" fmla="*/ 35352 w 163860"/>
                <a:gd name="csY251" fmla="*/ 190136 h 275649"/>
                <a:gd name="csX252" fmla="*/ 35830 w 163860"/>
                <a:gd name="csY252" fmla="*/ 191092 h 275649"/>
                <a:gd name="csX253" fmla="*/ 35830 w 163860"/>
                <a:gd name="csY253" fmla="*/ 192525 h 275649"/>
                <a:gd name="csX254" fmla="*/ 35352 w 163860"/>
                <a:gd name="csY254" fmla="*/ 197302 h 275649"/>
                <a:gd name="csX255" fmla="*/ 35352 w 163860"/>
                <a:gd name="csY255" fmla="*/ 200646 h 275649"/>
                <a:gd name="csX256" fmla="*/ 35830 w 163860"/>
                <a:gd name="csY256" fmla="*/ 202557 h 275649"/>
                <a:gd name="csX257" fmla="*/ 37740 w 163860"/>
                <a:gd name="csY257" fmla="*/ 206379 h 275649"/>
                <a:gd name="csX258" fmla="*/ 37263 w 163860"/>
                <a:gd name="csY258" fmla="*/ 207812 h 275649"/>
                <a:gd name="csX259" fmla="*/ 37263 w 163860"/>
                <a:gd name="csY259" fmla="*/ 209245 h 275649"/>
                <a:gd name="csX260" fmla="*/ 38696 w 163860"/>
                <a:gd name="csY260" fmla="*/ 210201 h 275649"/>
                <a:gd name="csX261" fmla="*/ 40129 w 163860"/>
                <a:gd name="csY261" fmla="*/ 210201 h 275649"/>
                <a:gd name="csX262" fmla="*/ 46340 w 163860"/>
                <a:gd name="csY262" fmla="*/ 208290 h 275649"/>
                <a:gd name="csX263" fmla="*/ 48728 w 163860"/>
                <a:gd name="csY263" fmla="*/ 208768 h 275649"/>
                <a:gd name="csX264" fmla="*/ 49683 w 163860"/>
                <a:gd name="csY264" fmla="*/ 210679 h 275649"/>
                <a:gd name="csX265" fmla="*/ 50162 w 163860"/>
                <a:gd name="csY265" fmla="*/ 212112 h 275649"/>
                <a:gd name="csX266" fmla="*/ 51117 w 163860"/>
                <a:gd name="csY266" fmla="*/ 220233 h 275649"/>
                <a:gd name="csX267" fmla="*/ 51594 w 163860"/>
                <a:gd name="csY267" fmla="*/ 221666 h 275649"/>
                <a:gd name="csX268" fmla="*/ 53028 w 163860"/>
                <a:gd name="csY268" fmla="*/ 223099 h 275649"/>
                <a:gd name="csX269" fmla="*/ 54461 w 163860"/>
                <a:gd name="csY269" fmla="*/ 224533 h 275649"/>
                <a:gd name="csX270" fmla="*/ 54939 w 163860"/>
                <a:gd name="csY270" fmla="*/ 224533 h 275649"/>
                <a:gd name="csX271" fmla="*/ 54939 w 163860"/>
                <a:gd name="csY271" fmla="*/ 223577 h 275649"/>
                <a:gd name="csX272" fmla="*/ 55416 w 163860"/>
                <a:gd name="csY272" fmla="*/ 223099 h 275649"/>
                <a:gd name="csX273" fmla="*/ 56372 w 163860"/>
                <a:gd name="csY273" fmla="*/ 224533 h 275649"/>
                <a:gd name="csX274" fmla="*/ 57328 w 163860"/>
                <a:gd name="csY274" fmla="*/ 227399 h 275649"/>
                <a:gd name="csX275" fmla="*/ 61149 w 163860"/>
                <a:gd name="csY275" fmla="*/ 242687 h 275649"/>
                <a:gd name="csX276" fmla="*/ 62105 w 163860"/>
                <a:gd name="csY276" fmla="*/ 244597 h 275649"/>
                <a:gd name="csX277" fmla="*/ 62582 w 163860"/>
                <a:gd name="csY277" fmla="*/ 246508 h 275649"/>
                <a:gd name="csX278" fmla="*/ 60671 w 163860"/>
                <a:gd name="csY278" fmla="*/ 245553 h 275649"/>
                <a:gd name="csX279" fmla="*/ 60194 w 163860"/>
                <a:gd name="csY279" fmla="*/ 242209 h 275649"/>
                <a:gd name="csX280" fmla="*/ 59716 w 163860"/>
                <a:gd name="csY280" fmla="*/ 240775 h 275649"/>
                <a:gd name="csX281" fmla="*/ 58760 w 163860"/>
                <a:gd name="csY281" fmla="*/ 240775 h 275649"/>
                <a:gd name="csX282" fmla="*/ 57805 w 163860"/>
                <a:gd name="csY282" fmla="*/ 240775 h 275649"/>
                <a:gd name="csX283" fmla="*/ 57328 w 163860"/>
                <a:gd name="csY283" fmla="*/ 240298 h 275649"/>
                <a:gd name="csX284" fmla="*/ 58283 w 163860"/>
                <a:gd name="csY284" fmla="*/ 238865 h 275649"/>
                <a:gd name="csX285" fmla="*/ 58283 w 163860"/>
                <a:gd name="csY285" fmla="*/ 237431 h 275649"/>
                <a:gd name="csX286" fmla="*/ 57328 w 163860"/>
                <a:gd name="csY286" fmla="*/ 236476 h 275649"/>
                <a:gd name="csX287" fmla="*/ 54939 w 163860"/>
                <a:gd name="csY287" fmla="*/ 237431 h 275649"/>
                <a:gd name="csX288" fmla="*/ 55416 w 163860"/>
                <a:gd name="csY288" fmla="*/ 239820 h 275649"/>
                <a:gd name="csX289" fmla="*/ 55894 w 163860"/>
                <a:gd name="csY289" fmla="*/ 241731 h 275649"/>
                <a:gd name="csX290" fmla="*/ 59238 w 163860"/>
                <a:gd name="csY290" fmla="*/ 245553 h 275649"/>
                <a:gd name="csX291" fmla="*/ 60194 w 163860"/>
                <a:gd name="csY291" fmla="*/ 247464 h 275649"/>
                <a:gd name="csX292" fmla="*/ 61627 w 163860"/>
                <a:gd name="csY292" fmla="*/ 247941 h 275649"/>
                <a:gd name="csX293" fmla="*/ 63538 w 163860"/>
                <a:gd name="csY293" fmla="*/ 247464 h 275649"/>
                <a:gd name="csX294" fmla="*/ 65926 w 163860"/>
                <a:gd name="csY294" fmla="*/ 249375 h 275649"/>
                <a:gd name="csX295" fmla="*/ 67837 w 163860"/>
                <a:gd name="csY295" fmla="*/ 250808 h 275649"/>
                <a:gd name="csX296" fmla="*/ 72137 w 163860"/>
                <a:gd name="csY296" fmla="*/ 253197 h 275649"/>
                <a:gd name="csX297" fmla="*/ 75003 w 163860"/>
                <a:gd name="csY297" fmla="*/ 253197 h 275649"/>
                <a:gd name="csX298" fmla="*/ 77870 w 163860"/>
                <a:gd name="csY298" fmla="*/ 252241 h 275649"/>
                <a:gd name="csX299" fmla="*/ 79781 w 163860"/>
                <a:gd name="csY299" fmla="*/ 252719 h 275649"/>
                <a:gd name="csX300" fmla="*/ 81692 w 163860"/>
                <a:gd name="csY300" fmla="*/ 253197 h 275649"/>
                <a:gd name="csX301" fmla="*/ 84080 w 163860"/>
                <a:gd name="csY301" fmla="*/ 255107 h 275649"/>
                <a:gd name="csX302" fmla="*/ 87902 w 163860"/>
                <a:gd name="csY302" fmla="*/ 260363 h 275649"/>
                <a:gd name="csX303" fmla="*/ 93635 w 163860"/>
                <a:gd name="csY303" fmla="*/ 264662 h 275649"/>
                <a:gd name="csX304" fmla="*/ 93635 w 163860"/>
                <a:gd name="csY304" fmla="*/ 264662 h 275649"/>
                <a:gd name="csX305" fmla="*/ 93157 w 163860"/>
                <a:gd name="csY305" fmla="*/ 265617 h 275649"/>
                <a:gd name="csX306" fmla="*/ 92679 w 163860"/>
                <a:gd name="csY306" fmla="*/ 267051 h 275649"/>
                <a:gd name="csX307" fmla="*/ 92679 w 163860"/>
                <a:gd name="csY307" fmla="*/ 267051 h 275649"/>
                <a:gd name="csX308" fmla="*/ 90290 w 163860"/>
                <a:gd name="csY308" fmla="*/ 269439 h 275649"/>
                <a:gd name="csX309" fmla="*/ 89813 w 163860"/>
                <a:gd name="csY309" fmla="*/ 270395 h 275649"/>
                <a:gd name="csX310" fmla="*/ 89813 w 163860"/>
                <a:gd name="csY310" fmla="*/ 270395 h 275649"/>
                <a:gd name="csX311" fmla="*/ 89335 w 163860"/>
                <a:gd name="csY311" fmla="*/ 271828 h 275649"/>
                <a:gd name="csX312" fmla="*/ 87424 w 163860"/>
                <a:gd name="csY312" fmla="*/ 272783 h 275649"/>
                <a:gd name="csX313" fmla="*/ 85991 w 163860"/>
                <a:gd name="csY313" fmla="*/ 273261 h 275649"/>
                <a:gd name="csX314" fmla="*/ 85513 w 163860"/>
                <a:gd name="csY314" fmla="*/ 272783 h 275649"/>
                <a:gd name="csX315" fmla="*/ 84558 w 163860"/>
                <a:gd name="csY315" fmla="*/ 272783 h 275649"/>
                <a:gd name="csX316" fmla="*/ 83603 w 163860"/>
                <a:gd name="csY316" fmla="*/ 270872 h 275649"/>
                <a:gd name="csX317" fmla="*/ 83124 w 163860"/>
                <a:gd name="csY317" fmla="*/ 270872 h 275649"/>
                <a:gd name="csX318" fmla="*/ 82647 w 163860"/>
                <a:gd name="csY318" fmla="*/ 270395 h 275649"/>
                <a:gd name="csX319" fmla="*/ 82647 w 163860"/>
                <a:gd name="csY319" fmla="*/ 270395 h 275649"/>
                <a:gd name="csX320" fmla="*/ 79781 w 163860"/>
                <a:gd name="csY320" fmla="*/ 271350 h 275649"/>
                <a:gd name="csX321" fmla="*/ 79781 w 163860"/>
                <a:gd name="csY321" fmla="*/ 271828 h 275649"/>
                <a:gd name="csX322" fmla="*/ 76914 w 163860"/>
                <a:gd name="csY322" fmla="*/ 272783 h 275649"/>
                <a:gd name="csX323" fmla="*/ 76914 w 163860"/>
                <a:gd name="csY323" fmla="*/ 272783 h 275649"/>
                <a:gd name="csX324" fmla="*/ 76437 w 163860"/>
                <a:gd name="csY324" fmla="*/ 273739 h 275649"/>
                <a:gd name="csX325" fmla="*/ 75481 w 163860"/>
                <a:gd name="csY325" fmla="*/ 274694 h 275649"/>
                <a:gd name="csX326" fmla="*/ 75003 w 163860"/>
                <a:gd name="csY326" fmla="*/ 275172 h 275649"/>
                <a:gd name="csX327" fmla="*/ 74048 w 163860"/>
                <a:gd name="csY327" fmla="*/ 275650 h 275649"/>
                <a:gd name="csX328" fmla="*/ 73570 w 163860"/>
                <a:gd name="csY328" fmla="*/ 274694 h 275649"/>
                <a:gd name="csX329" fmla="*/ 72137 w 163860"/>
                <a:gd name="csY329" fmla="*/ 273739 h 275649"/>
                <a:gd name="csX330" fmla="*/ 71659 w 163860"/>
                <a:gd name="csY330" fmla="*/ 272783 h 275649"/>
                <a:gd name="csX331" fmla="*/ 71659 w 163860"/>
                <a:gd name="csY331" fmla="*/ 272783 h 275649"/>
                <a:gd name="csX332" fmla="*/ 71659 w 163860"/>
                <a:gd name="csY332" fmla="*/ 271828 h 275649"/>
                <a:gd name="csX333" fmla="*/ 73092 w 163860"/>
                <a:gd name="csY333" fmla="*/ 269917 h 275649"/>
                <a:gd name="csX334" fmla="*/ 73092 w 163860"/>
                <a:gd name="csY334" fmla="*/ 269439 h 275649"/>
                <a:gd name="csX335" fmla="*/ 73570 w 163860"/>
                <a:gd name="csY335" fmla="*/ 268484 h 275649"/>
                <a:gd name="csX336" fmla="*/ 73570 w 163860"/>
                <a:gd name="csY336" fmla="*/ 266095 h 275649"/>
                <a:gd name="csX337" fmla="*/ 73092 w 163860"/>
                <a:gd name="csY337" fmla="*/ 264662 h 275649"/>
                <a:gd name="csX338" fmla="*/ 72615 w 163860"/>
                <a:gd name="csY338" fmla="*/ 264184 h 275649"/>
                <a:gd name="csX339" fmla="*/ 71659 w 163860"/>
                <a:gd name="csY339" fmla="*/ 264184 h 275649"/>
                <a:gd name="csX340" fmla="*/ 69271 w 163860"/>
                <a:gd name="csY340" fmla="*/ 264184 h 275649"/>
                <a:gd name="csX341" fmla="*/ 68315 w 163860"/>
                <a:gd name="csY341" fmla="*/ 262751 h 275649"/>
                <a:gd name="csX342" fmla="*/ 67837 w 163860"/>
                <a:gd name="csY342" fmla="*/ 261318 h 275649"/>
                <a:gd name="csX343" fmla="*/ 66882 w 163860"/>
                <a:gd name="csY343" fmla="*/ 260363 h 275649"/>
                <a:gd name="csX344" fmla="*/ 66404 w 163860"/>
                <a:gd name="csY344" fmla="*/ 260363 h 275649"/>
                <a:gd name="csX345" fmla="*/ 66404 w 163860"/>
                <a:gd name="csY345" fmla="*/ 260363 h 275649"/>
                <a:gd name="csX346" fmla="*/ 64493 w 163860"/>
                <a:gd name="csY346" fmla="*/ 260840 h 275649"/>
                <a:gd name="csX347" fmla="*/ 63060 w 163860"/>
                <a:gd name="csY347" fmla="*/ 260363 h 275649"/>
                <a:gd name="csX348" fmla="*/ 58760 w 163860"/>
                <a:gd name="csY348" fmla="*/ 258929 h 275649"/>
                <a:gd name="csX349" fmla="*/ 57328 w 163860"/>
                <a:gd name="csY349" fmla="*/ 256540 h 275649"/>
                <a:gd name="csX350" fmla="*/ 56372 w 163860"/>
                <a:gd name="csY350" fmla="*/ 256540 h 275649"/>
                <a:gd name="csX351" fmla="*/ 55416 w 163860"/>
                <a:gd name="csY351" fmla="*/ 256540 h 275649"/>
                <a:gd name="csX352" fmla="*/ 55416 w 163860"/>
                <a:gd name="csY352" fmla="*/ 256540 h 275649"/>
                <a:gd name="csX353" fmla="*/ 55416 w 163860"/>
                <a:gd name="csY353" fmla="*/ 257018 h 275649"/>
                <a:gd name="csX354" fmla="*/ 54939 w 163860"/>
                <a:gd name="csY354" fmla="*/ 257496 h 275649"/>
                <a:gd name="csX355" fmla="*/ 54939 w 163860"/>
                <a:gd name="csY355" fmla="*/ 259885 h 275649"/>
                <a:gd name="csX356" fmla="*/ 54461 w 163860"/>
                <a:gd name="csY356" fmla="*/ 259885 h 275649"/>
                <a:gd name="csX357" fmla="*/ 54461 w 163860"/>
                <a:gd name="csY357" fmla="*/ 260840 h 275649"/>
                <a:gd name="csX358" fmla="*/ 49206 w 163860"/>
                <a:gd name="csY358" fmla="*/ 255107 h 275649"/>
                <a:gd name="csX359" fmla="*/ 45862 w 163860"/>
                <a:gd name="csY359" fmla="*/ 252719 h 275649"/>
                <a:gd name="csX360" fmla="*/ 46340 w 163860"/>
                <a:gd name="csY360" fmla="*/ 248897 h 275649"/>
                <a:gd name="csX361" fmla="*/ 45384 w 163860"/>
                <a:gd name="csY361" fmla="*/ 247941 h 275649"/>
                <a:gd name="csX362" fmla="*/ 43951 w 163860"/>
                <a:gd name="csY362" fmla="*/ 247941 h 275649"/>
                <a:gd name="csX363" fmla="*/ 42996 w 163860"/>
                <a:gd name="csY363" fmla="*/ 246508 h 275649"/>
                <a:gd name="csX364" fmla="*/ 43951 w 163860"/>
                <a:gd name="csY364" fmla="*/ 244120 h 275649"/>
                <a:gd name="csX365" fmla="*/ 42517 w 163860"/>
                <a:gd name="csY365" fmla="*/ 244597 h 275649"/>
                <a:gd name="csX366" fmla="*/ 41085 w 163860"/>
                <a:gd name="csY366" fmla="*/ 244597 h 275649"/>
                <a:gd name="csX367" fmla="*/ 39174 w 163860"/>
                <a:gd name="csY367" fmla="*/ 244120 h 275649"/>
                <a:gd name="csX368" fmla="*/ 38218 w 163860"/>
                <a:gd name="csY368" fmla="*/ 240298 h 275649"/>
                <a:gd name="csX369" fmla="*/ 37263 w 163860"/>
                <a:gd name="csY369" fmla="*/ 239342 h 275649"/>
                <a:gd name="csX370" fmla="*/ 35830 w 163860"/>
                <a:gd name="csY370" fmla="*/ 237431 h 275649"/>
                <a:gd name="csX371" fmla="*/ 33919 w 163860"/>
                <a:gd name="csY371" fmla="*/ 237431 h 275649"/>
                <a:gd name="csX372" fmla="*/ 32963 w 163860"/>
                <a:gd name="csY372" fmla="*/ 236954 h 275649"/>
                <a:gd name="csX373" fmla="*/ 33441 w 163860"/>
                <a:gd name="csY373" fmla="*/ 234565 h 275649"/>
                <a:gd name="csX374" fmla="*/ 31530 w 163860"/>
                <a:gd name="csY374" fmla="*/ 233132 h 275649"/>
                <a:gd name="csX375" fmla="*/ 29619 w 163860"/>
                <a:gd name="csY375" fmla="*/ 232176 h 275649"/>
                <a:gd name="csX376" fmla="*/ 28186 w 163860"/>
                <a:gd name="csY376" fmla="*/ 231221 h 275649"/>
                <a:gd name="csX377" fmla="*/ 26275 w 163860"/>
                <a:gd name="csY377" fmla="*/ 227877 h 275649"/>
                <a:gd name="csX378" fmla="*/ 24842 w 163860"/>
                <a:gd name="csY378" fmla="*/ 226921 h 275649"/>
                <a:gd name="csX379" fmla="*/ 23886 w 163860"/>
                <a:gd name="csY379" fmla="*/ 225966 h 275649"/>
                <a:gd name="csX380" fmla="*/ 22453 w 163860"/>
                <a:gd name="csY380" fmla="*/ 226444 h 275649"/>
                <a:gd name="csX381" fmla="*/ 21975 w 163860"/>
                <a:gd name="csY381" fmla="*/ 227877 h 275649"/>
                <a:gd name="csX382" fmla="*/ 20542 w 163860"/>
                <a:gd name="csY382" fmla="*/ 229310 h 275649"/>
                <a:gd name="csX383" fmla="*/ 19587 w 163860"/>
                <a:gd name="csY383" fmla="*/ 228832 h 275649"/>
                <a:gd name="csX384" fmla="*/ 18631 w 163860"/>
                <a:gd name="csY384" fmla="*/ 228355 h 275649"/>
                <a:gd name="csX385" fmla="*/ 17198 w 163860"/>
                <a:gd name="csY385" fmla="*/ 224533 h 275649"/>
                <a:gd name="csX386" fmla="*/ 16721 w 163860"/>
                <a:gd name="csY386" fmla="*/ 222622 h 275649"/>
                <a:gd name="csX387" fmla="*/ 17198 w 163860"/>
                <a:gd name="csY387" fmla="*/ 218322 h 275649"/>
                <a:gd name="csX388" fmla="*/ 18631 w 163860"/>
                <a:gd name="csY388" fmla="*/ 214978 h 275649"/>
                <a:gd name="csX389" fmla="*/ 19587 w 163860"/>
                <a:gd name="csY389" fmla="*/ 208768 h 275649"/>
                <a:gd name="csX390" fmla="*/ 21020 w 163860"/>
                <a:gd name="csY390" fmla="*/ 205424 h 275649"/>
                <a:gd name="csX391" fmla="*/ 21975 w 163860"/>
                <a:gd name="csY391" fmla="*/ 203990 h 275649"/>
                <a:gd name="csX392" fmla="*/ 23408 w 163860"/>
                <a:gd name="csY392" fmla="*/ 198735 h 275649"/>
                <a:gd name="csX393" fmla="*/ 26275 w 163860"/>
                <a:gd name="csY393" fmla="*/ 192525 h 275649"/>
                <a:gd name="csX394" fmla="*/ 26275 w 163860"/>
                <a:gd name="csY394" fmla="*/ 192525 h 275649"/>
                <a:gd name="csX395" fmla="*/ 26275 w 163860"/>
                <a:gd name="csY395" fmla="*/ 192047 h 275649"/>
                <a:gd name="csX396" fmla="*/ 26753 w 163860"/>
                <a:gd name="csY396" fmla="*/ 191092 h 275649"/>
                <a:gd name="csX397" fmla="*/ 27230 w 163860"/>
                <a:gd name="csY397" fmla="*/ 189658 h 275649"/>
                <a:gd name="csX398" fmla="*/ 27230 w 163860"/>
                <a:gd name="csY398" fmla="*/ 189658 h 275649"/>
                <a:gd name="csX399" fmla="*/ 27708 w 163860"/>
                <a:gd name="csY399" fmla="*/ 188225 h 275649"/>
                <a:gd name="csX400" fmla="*/ 27708 w 163860"/>
                <a:gd name="csY400" fmla="*/ 187748 h 275649"/>
                <a:gd name="csX401" fmla="*/ 27708 w 163860"/>
                <a:gd name="csY401" fmla="*/ 185837 h 275649"/>
                <a:gd name="csX402" fmla="*/ 27230 w 163860"/>
                <a:gd name="csY402" fmla="*/ 184403 h 275649"/>
                <a:gd name="csX403" fmla="*/ 27230 w 163860"/>
                <a:gd name="csY403" fmla="*/ 183926 h 275649"/>
                <a:gd name="csX404" fmla="*/ 28186 w 163860"/>
                <a:gd name="csY404" fmla="*/ 182970 h 275649"/>
                <a:gd name="csX405" fmla="*/ 28186 w 163860"/>
                <a:gd name="csY405" fmla="*/ 182970 h 275649"/>
                <a:gd name="csX406" fmla="*/ 30097 w 163860"/>
                <a:gd name="csY406" fmla="*/ 181537 h 275649"/>
                <a:gd name="csX407" fmla="*/ 32485 w 163860"/>
                <a:gd name="csY407" fmla="*/ 179149 h 275649"/>
                <a:gd name="csX408" fmla="*/ 35830 w 163860"/>
                <a:gd name="csY408" fmla="*/ 175326 h 275649"/>
                <a:gd name="csX409" fmla="*/ 38696 w 163860"/>
                <a:gd name="csY409" fmla="*/ 171505 h 275649"/>
                <a:gd name="csX410" fmla="*/ 39174 w 163860"/>
                <a:gd name="csY410" fmla="*/ 170549 h 275649"/>
                <a:gd name="csX411" fmla="*/ 41085 w 163860"/>
                <a:gd name="csY411" fmla="*/ 167205 h 275649"/>
                <a:gd name="csX412" fmla="*/ 41562 w 163860"/>
                <a:gd name="csY412" fmla="*/ 166250 h 275649"/>
                <a:gd name="csX413" fmla="*/ 42517 w 163860"/>
                <a:gd name="csY413" fmla="*/ 165772 h 275649"/>
                <a:gd name="csX414" fmla="*/ 43473 w 163860"/>
                <a:gd name="csY414" fmla="*/ 164817 h 275649"/>
                <a:gd name="csX415" fmla="*/ 44428 w 163860"/>
                <a:gd name="csY415" fmla="*/ 163861 h 275649"/>
                <a:gd name="csX416" fmla="*/ 44428 w 163860"/>
                <a:gd name="csY416" fmla="*/ 163861 h 275649"/>
                <a:gd name="csX417" fmla="*/ 44428 w 163860"/>
                <a:gd name="csY417" fmla="*/ 162906 h 275649"/>
                <a:gd name="csX418" fmla="*/ 42517 w 163860"/>
                <a:gd name="csY418" fmla="*/ 157173 h 275649"/>
                <a:gd name="csX419" fmla="*/ 41562 w 163860"/>
                <a:gd name="csY419" fmla="*/ 155740 h 275649"/>
                <a:gd name="csX420" fmla="*/ 41562 w 163860"/>
                <a:gd name="csY420" fmla="*/ 155740 h 275649"/>
                <a:gd name="csX421" fmla="*/ 40607 w 163860"/>
                <a:gd name="csY421" fmla="*/ 153351 h 275649"/>
                <a:gd name="csX422" fmla="*/ 40607 w 163860"/>
                <a:gd name="csY422" fmla="*/ 151918 h 275649"/>
                <a:gd name="csX423" fmla="*/ 40129 w 163860"/>
                <a:gd name="csY423" fmla="*/ 150485 h 275649"/>
                <a:gd name="csX424" fmla="*/ 40129 w 163860"/>
                <a:gd name="csY424" fmla="*/ 150485 h 275649"/>
                <a:gd name="csX425" fmla="*/ 40129 w 163860"/>
                <a:gd name="csY425" fmla="*/ 150007 h 275649"/>
                <a:gd name="csX426" fmla="*/ 40129 w 163860"/>
                <a:gd name="csY426" fmla="*/ 149051 h 275649"/>
                <a:gd name="csX427" fmla="*/ 39651 w 163860"/>
                <a:gd name="csY427" fmla="*/ 148096 h 275649"/>
                <a:gd name="csX428" fmla="*/ 39651 w 163860"/>
                <a:gd name="csY428" fmla="*/ 148096 h 275649"/>
                <a:gd name="csX429" fmla="*/ 38218 w 163860"/>
                <a:gd name="csY429" fmla="*/ 147141 h 275649"/>
                <a:gd name="csX430" fmla="*/ 36307 w 163860"/>
                <a:gd name="csY430" fmla="*/ 145230 h 275649"/>
                <a:gd name="csX431" fmla="*/ 35830 w 163860"/>
                <a:gd name="csY431" fmla="*/ 142841 h 275649"/>
                <a:gd name="csX432" fmla="*/ 35830 w 163860"/>
                <a:gd name="csY432" fmla="*/ 141408 h 275649"/>
                <a:gd name="csX433" fmla="*/ 34874 w 163860"/>
                <a:gd name="csY433" fmla="*/ 139975 h 275649"/>
                <a:gd name="csX434" fmla="*/ 34396 w 163860"/>
                <a:gd name="csY434" fmla="*/ 138542 h 275649"/>
                <a:gd name="csX435" fmla="*/ 34396 w 163860"/>
                <a:gd name="csY435" fmla="*/ 138542 h 275649"/>
                <a:gd name="csX436" fmla="*/ 34874 w 163860"/>
                <a:gd name="csY436" fmla="*/ 137108 h 275649"/>
                <a:gd name="csX437" fmla="*/ 35352 w 163860"/>
                <a:gd name="csY437" fmla="*/ 136631 h 275649"/>
                <a:gd name="csX438" fmla="*/ 35830 w 163860"/>
                <a:gd name="csY438" fmla="*/ 136153 h 275649"/>
                <a:gd name="csX439" fmla="*/ 35830 w 163860"/>
                <a:gd name="csY439" fmla="*/ 136153 h 275649"/>
                <a:gd name="csX440" fmla="*/ 35352 w 163860"/>
                <a:gd name="csY440" fmla="*/ 131376 h 275649"/>
                <a:gd name="csX441" fmla="*/ 35352 w 163860"/>
                <a:gd name="csY441" fmla="*/ 131376 h 275649"/>
                <a:gd name="csX442" fmla="*/ 35352 w 163860"/>
                <a:gd name="csY442" fmla="*/ 129942 h 275649"/>
                <a:gd name="csX443" fmla="*/ 34874 w 163860"/>
                <a:gd name="csY443" fmla="*/ 127076 h 275649"/>
                <a:gd name="csX444" fmla="*/ 34874 w 163860"/>
                <a:gd name="csY444" fmla="*/ 127076 h 275649"/>
                <a:gd name="csX445" fmla="*/ 33919 w 163860"/>
                <a:gd name="csY445" fmla="*/ 125165 h 275649"/>
                <a:gd name="csX446" fmla="*/ 32485 w 163860"/>
                <a:gd name="csY446" fmla="*/ 122776 h 275649"/>
                <a:gd name="csX447" fmla="*/ 31052 w 163860"/>
                <a:gd name="csY447" fmla="*/ 120865 h 275649"/>
                <a:gd name="csX448" fmla="*/ 26753 w 163860"/>
                <a:gd name="csY448" fmla="*/ 117521 h 275649"/>
                <a:gd name="csX449" fmla="*/ 23886 w 163860"/>
                <a:gd name="csY449" fmla="*/ 115133 h 275649"/>
                <a:gd name="csX450" fmla="*/ 21975 w 163860"/>
                <a:gd name="csY450" fmla="*/ 113222 h 275649"/>
                <a:gd name="csX451" fmla="*/ 20064 w 163860"/>
                <a:gd name="csY451" fmla="*/ 110833 h 275649"/>
                <a:gd name="csX452" fmla="*/ 20064 w 163860"/>
                <a:gd name="csY452" fmla="*/ 110833 h 275649"/>
                <a:gd name="csX453" fmla="*/ 19109 w 163860"/>
                <a:gd name="csY453" fmla="*/ 108922 h 275649"/>
                <a:gd name="csX454" fmla="*/ 17198 w 163860"/>
                <a:gd name="csY454" fmla="*/ 107011 h 275649"/>
                <a:gd name="csX455" fmla="*/ 16242 w 163860"/>
                <a:gd name="csY455" fmla="*/ 103667 h 275649"/>
                <a:gd name="csX456" fmla="*/ 16242 w 163860"/>
                <a:gd name="csY456" fmla="*/ 103667 h 275649"/>
                <a:gd name="csX457" fmla="*/ 15765 w 163860"/>
                <a:gd name="csY457" fmla="*/ 100323 h 275649"/>
                <a:gd name="csX458" fmla="*/ 16242 w 163860"/>
                <a:gd name="csY458" fmla="*/ 99845 h 275649"/>
                <a:gd name="csX459" fmla="*/ 16242 w 163860"/>
                <a:gd name="csY459" fmla="*/ 99368 h 275649"/>
                <a:gd name="csX460" fmla="*/ 16242 w 163860"/>
                <a:gd name="csY460" fmla="*/ 99368 h 275649"/>
                <a:gd name="csX461" fmla="*/ 16721 w 163860"/>
                <a:gd name="csY461" fmla="*/ 98890 h 275649"/>
                <a:gd name="csX462" fmla="*/ 18153 w 163860"/>
                <a:gd name="csY462" fmla="*/ 97935 h 275649"/>
                <a:gd name="csX463" fmla="*/ 18631 w 163860"/>
                <a:gd name="csY463" fmla="*/ 97935 h 275649"/>
                <a:gd name="csX464" fmla="*/ 21498 w 163860"/>
                <a:gd name="csY464" fmla="*/ 96501 h 275649"/>
                <a:gd name="csX465" fmla="*/ 22931 w 163860"/>
                <a:gd name="csY465" fmla="*/ 96501 h 275649"/>
                <a:gd name="csX466" fmla="*/ 23408 w 163860"/>
                <a:gd name="csY466" fmla="*/ 96501 h 275649"/>
                <a:gd name="csX467" fmla="*/ 23408 w 163860"/>
                <a:gd name="csY467" fmla="*/ 95546 h 275649"/>
                <a:gd name="csX468" fmla="*/ 23408 w 163860"/>
                <a:gd name="csY468" fmla="*/ 92679 h 275649"/>
                <a:gd name="csX469" fmla="*/ 23408 w 163860"/>
                <a:gd name="csY469" fmla="*/ 92679 h 275649"/>
                <a:gd name="csX470" fmla="*/ 23408 w 163860"/>
                <a:gd name="csY470" fmla="*/ 88858 h 275649"/>
                <a:gd name="csX471" fmla="*/ 23886 w 163860"/>
                <a:gd name="csY471" fmla="*/ 85991 h 275649"/>
                <a:gd name="csX472" fmla="*/ 23886 w 163860"/>
                <a:gd name="csY472" fmla="*/ 85513 h 275649"/>
                <a:gd name="csX473" fmla="*/ 23886 w 163860"/>
                <a:gd name="csY473" fmla="*/ 85513 h 275649"/>
                <a:gd name="csX474" fmla="*/ 23886 w 163860"/>
                <a:gd name="csY474" fmla="*/ 83603 h 275649"/>
                <a:gd name="csX475" fmla="*/ 23886 w 163860"/>
                <a:gd name="csY475" fmla="*/ 83603 h 275649"/>
                <a:gd name="csX476" fmla="*/ 28664 w 163860"/>
                <a:gd name="csY476" fmla="*/ 81214 h 275649"/>
                <a:gd name="csX477" fmla="*/ 28664 w 163860"/>
                <a:gd name="csY477" fmla="*/ 81214 h 275649"/>
                <a:gd name="csX478" fmla="*/ 29619 w 163860"/>
                <a:gd name="csY478" fmla="*/ 80258 h 275649"/>
                <a:gd name="csX479" fmla="*/ 30097 w 163860"/>
                <a:gd name="csY479" fmla="*/ 78825 h 275649"/>
                <a:gd name="csX480" fmla="*/ 30097 w 163860"/>
                <a:gd name="csY480" fmla="*/ 77870 h 275649"/>
                <a:gd name="csX481" fmla="*/ 29619 w 163860"/>
                <a:gd name="csY481" fmla="*/ 76914 h 275649"/>
                <a:gd name="csX482" fmla="*/ 29141 w 163860"/>
                <a:gd name="csY482" fmla="*/ 76914 h 275649"/>
                <a:gd name="csX483" fmla="*/ 28664 w 163860"/>
                <a:gd name="csY483" fmla="*/ 76914 h 275649"/>
                <a:gd name="csX484" fmla="*/ 25797 w 163860"/>
                <a:gd name="csY484" fmla="*/ 78825 h 275649"/>
                <a:gd name="csX485" fmla="*/ 25319 w 163860"/>
                <a:gd name="csY485" fmla="*/ 78347 h 275649"/>
                <a:gd name="csX486" fmla="*/ 23886 w 163860"/>
                <a:gd name="csY486" fmla="*/ 75003 h 275649"/>
                <a:gd name="csX487" fmla="*/ 23408 w 163860"/>
                <a:gd name="csY487" fmla="*/ 73570 h 275649"/>
                <a:gd name="csX488" fmla="*/ 22931 w 163860"/>
                <a:gd name="csY488" fmla="*/ 72615 h 275649"/>
                <a:gd name="csX489" fmla="*/ 21975 w 163860"/>
                <a:gd name="csY489" fmla="*/ 70704 h 275649"/>
                <a:gd name="csX490" fmla="*/ 21498 w 163860"/>
                <a:gd name="csY490" fmla="*/ 67837 h 275649"/>
                <a:gd name="csX491" fmla="*/ 21498 w 163860"/>
                <a:gd name="csY491" fmla="*/ 67837 h 275649"/>
                <a:gd name="csX492" fmla="*/ 21020 w 163860"/>
                <a:gd name="csY492" fmla="*/ 65927 h 275649"/>
                <a:gd name="csX493" fmla="*/ 17198 w 163860"/>
                <a:gd name="csY493" fmla="*/ 63060 h 275649"/>
                <a:gd name="csX494" fmla="*/ 15765 w 163860"/>
                <a:gd name="csY494" fmla="*/ 61149 h 275649"/>
                <a:gd name="csX495" fmla="*/ 13376 w 163860"/>
                <a:gd name="csY495" fmla="*/ 58761 h 275649"/>
                <a:gd name="csX496" fmla="*/ 10987 w 163860"/>
                <a:gd name="csY496" fmla="*/ 55417 h 275649"/>
                <a:gd name="csX497" fmla="*/ 8121 w 163860"/>
                <a:gd name="csY497" fmla="*/ 53028 h 275649"/>
                <a:gd name="csX498" fmla="*/ 8121 w 163860"/>
                <a:gd name="csY498" fmla="*/ 52550 h 275649"/>
                <a:gd name="csX499" fmla="*/ 7166 w 163860"/>
                <a:gd name="csY499" fmla="*/ 51117 h 275649"/>
                <a:gd name="csX500" fmla="*/ 7166 w 163860"/>
                <a:gd name="csY500" fmla="*/ 51117 h 275649"/>
                <a:gd name="csX501" fmla="*/ 6688 w 163860"/>
                <a:gd name="csY501" fmla="*/ 50639 h 275649"/>
                <a:gd name="csX502" fmla="*/ 6210 w 163860"/>
                <a:gd name="csY502" fmla="*/ 49684 h 275649"/>
                <a:gd name="csX503" fmla="*/ 7166 w 163860"/>
                <a:gd name="csY503" fmla="*/ 47773 h 275649"/>
                <a:gd name="csX504" fmla="*/ 6688 w 163860"/>
                <a:gd name="csY504" fmla="*/ 45862 h 275649"/>
                <a:gd name="csX505" fmla="*/ 5255 w 163860"/>
                <a:gd name="csY505" fmla="*/ 43473 h 275649"/>
                <a:gd name="csX506" fmla="*/ 4777 w 163860"/>
                <a:gd name="csY506" fmla="*/ 42040 h 275649"/>
                <a:gd name="csX507" fmla="*/ 4777 w 163860"/>
                <a:gd name="csY507" fmla="*/ 41562 h 275649"/>
                <a:gd name="csX508" fmla="*/ 5255 w 163860"/>
                <a:gd name="csY508" fmla="*/ 41085 h 275649"/>
                <a:gd name="csX509" fmla="*/ 5255 w 163860"/>
                <a:gd name="csY509" fmla="*/ 41085 h 275649"/>
                <a:gd name="csX510" fmla="*/ 4299 w 163860"/>
                <a:gd name="csY510" fmla="*/ 41085 h 275649"/>
                <a:gd name="csX511" fmla="*/ 2866 w 163860"/>
                <a:gd name="csY511" fmla="*/ 41085 h 275649"/>
                <a:gd name="csX512" fmla="*/ 1433 w 163860"/>
                <a:gd name="csY512" fmla="*/ 39651 h 275649"/>
                <a:gd name="csX513" fmla="*/ 0 w 163860"/>
                <a:gd name="csY513" fmla="*/ 37263 h 275649"/>
                <a:gd name="csX514" fmla="*/ 0 w 163860"/>
                <a:gd name="csY514" fmla="*/ 36785 h 275649"/>
                <a:gd name="csX515" fmla="*/ 0 w 163860"/>
                <a:gd name="csY515" fmla="*/ 36785 h 275649"/>
                <a:gd name="csX516" fmla="*/ 478 w 163860"/>
                <a:gd name="csY516" fmla="*/ 36785 h 275649"/>
                <a:gd name="csX517" fmla="*/ 1910 w 163860"/>
                <a:gd name="csY517" fmla="*/ 37263 h 275649"/>
                <a:gd name="csX518" fmla="*/ 2866 w 163860"/>
                <a:gd name="csY518" fmla="*/ 37263 h 275649"/>
                <a:gd name="csX519" fmla="*/ 3821 w 163860"/>
                <a:gd name="csY519" fmla="*/ 36785 h 275649"/>
                <a:gd name="csX520" fmla="*/ 3821 w 163860"/>
                <a:gd name="csY520" fmla="*/ 36785 h 275649"/>
                <a:gd name="csX521" fmla="*/ 5733 w 163860"/>
                <a:gd name="csY521" fmla="*/ 35830 h 275649"/>
                <a:gd name="csX522" fmla="*/ 7166 w 163860"/>
                <a:gd name="csY522" fmla="*/ 35830 h 275649"/>
                <a:gd name="csX523" fmla="*/ 7166 w 163860"/>
                <a:gd name="csY523" fmla="*/ 35352 h 275649"/>
                <a:gd name="csX524" fmla="*/ 7644 w 163860"/>
                <a:gd name="csY524" fmla="*/ 34874 h 275649"/>
                <a:gd name="csX525" fmla="*/ 6688 w 163860"/>
                <a:gd name="csY525" fmla="*/ 29141 h 275649"/>
                <a:gd name="csX526" fmla="*/ 6688 w 163860"/>
                <a:gd name="csY526" fmla="*/ 27708 h 275649"/>
                <a:gd name="csX527" fmla="*/ 8599 w 163860"/>
                <a:gd name="csY527" fmla="*/ 25320 h 275649"/>
                <a:gd name="csX528" fmla="*/ 8599 w 163860"/>
                <a:gd name="csY528" fmla="*/ 25320 h 275649"/>
                <a:gd name="csX529" fmla="*/ 8121 w 163860"/>
                <a:gd name="csY529" fmla="*/ 22453 h 275649"/>
                <a:gd name="csX530" fmla="*/ 8121 w 163860"/>
                <a:gd name="csY530" fmla="*/ 22453 h 275649"/>
                <a:gd name="csX531" fmla="*/ 8599 w 163860"/>
                <a:gd name="csY531" fmla="*/ 18631 h 275649"/>
                <a:gd name="csX532" fmla="*/ 10510 w 163860"/>
                <a:gd name="csY532" fmla="*/ 16243 h 275649"/>
                <a:gd name="csX533" fmla="*/ 10510 w 163860"/>
                <a:gd name="csY533" fmla="*/ 16243 h 275649"/>
                <a:gd name="csX534" fmla="*/ 11943 w 163860"/>
                <a:gd name="csY534" fmla="*/ 15287 h 275649"/>
                <a:gd name="csX535" fmla="*/ 11943 w 163860"/>
                <a:gd name="csY535" fmla="*/ 15287 h 275649"/>
                <a:gd name="csX536" fmla="*/ 12421 w 163860"/>
                <a:gd name="csY536" fmla="*/ 13854 h 275649"/>
                <a:gd name="csX537" fmla="*/ 12421 w 163860"/>
                <a:gd name="csY537" fmla="*/ 13376 h 275649"/>
                <a:gd name="csX538" fmla="*/ 12421 w 163860"/>
                <a:gd name="csY538" fmla="*/ 13376 h 275649"/>
                <a:gd name="csX539" fmla="*/ 13376 w 163860"/>
                <a:gd name="csY539" fmla="*/ 12898 h 275649"/>
                <a:gd name="csX540" fmla="*/ 14332 w 163860"/>
                <a:gd name="csY540" fmla="*/ 12898 h 275649"/>
                <a:gd name="csX541" fmla="*/ 17198 w 163860"/>
                <a:gd name="csY541" fmla="*/ 14332 h 275649"/>
                <a:gd name="csX542" fmla="*/ 18153 w 163860"/>
                <a:gd name="csY542" fmla="*/ 14332 h 275649"/>
                <a:gd name="csX543" fmla="*/ 19587 w 163860"/>
                <a:gd name="csY543" fmla="*/ 14332 h 275649"/>
                <a:gd name="csX544" fmla="*/ 21498 w 163860"/>
                <a:gd name="csY544" fmla="*/ 14332 h 275649"/>
                <a:gd name="csX545" fmla="*/ 21975 w 163860"/>
                <a:gd name="csY545" fmla="*/ 14332 h 275649"/>
                <a:gd name="csX546" fmla="*/ 27230 w 163860"/>
                <a:gd name="csY546" fmla="*/ 12898 h 275649"/>
                <a:gd name="csX547" fmla="*/ 28664 w 163860"/>
                <a:gd name="csY547" fmla="*/ 12898 h 275649"/>
                <a:gd name="csX548" fmla="*/ 29619 w 163860"/>
                <a:gd name="csY548" fmla="*/ 12898 h 275649"/>
                <a:gd name="csX549" fmla="*/ 30574 w 163860"/>
                <a:gd name="csY549" fmla="*/ 12898 h 275649"/>
                <a:gd name="csX550" fmla="*/ 31530 w 163860"/>
                <a:gd name="csY550" fmla="*/ 11943 h 275649"/>
                <a:gd name="csX551" fmla="*/ 32008 w 163860"/>
                <a:gd name="csY551" fmla="*/ 10988 h 275649"/>
                <a:gd name="csX552" fmla="*/ 32008 w 163860"/>
                <a:gd name="csY552" fmla="*/ 10988 h 275649"/>
                <a:gd name="csX553" fmla="*/ 32485 w 163860"/>
                <a:gd name="csY553" fmla="*/ 7644 h 275649"/>
                <a:gd name="csX554" fmla="*/ 32963 w 163860"/>
                <a:gd name="csY554" fmla="*/ 7166 h 275649"/>
                <a:gd name="csX555" fmla="*/ 32963 w 163860"/>
                <a:gd name="csY555" fmla="*/ 7166 h 275649"/>
                <a:gd name="csX556" fmla="*/ 33441 w 163860"/>
                <a:gd name="csY556" fmla="*/ 6688 h 275649"/>
                <a:gd name="csX557" fmla="*/ 34874 w 163860"/>
                <a:gd name="csY557" fmla="*/ 6210 h 275649"/>
                <a:gd name="csX558" fmla="*/ 36307 w 163860"/>
                <a:gd name="csY558" fmla="*/ 6210 h 275649"/>
                <a:gd name="csX559" fmla="*/ 37740 w 163860"/>
                <a:gd name="csY559" fmla="*/ 6688 h 275649"/>
                <a:gd name="csX560" fmla="*/ 38696 w 163860"/>
                <a:gd name="csY560" fmla="*/ 6688 h 275649"/>
                <a:gd name="csX561" fmla="*/ 40129 w 163860"/>
                <a:gd name="csY561" fmla="*/ 6688 h 275649"/>
                <a:gd name="csX562" fmla="*/ 41085 w 163860"/>
                <a:gd name="csY562" fmla="*/ 6210 h 275649"/>
                <a:gd name="csX563" fmla="*/ 41562 w 163860"/>
                <a:gd name="csY563" fmla="*/ 5733 h 275649"/>
                <a:gd name="csX564" fmla="*/ 42040 w 163860"/>
                <a:gd name="csY564" fmla="*/ 5733 h 275649"/>
                <a:gd name="csX565" fmla="*/ 42040 w 163860"/>
                <a:gd name="csY565" fmla="*/ 4777 h 275649"/>
                <a:gd name="csX566" fmla="*/ 42040 w 163860"/>
                <a:gd name="csY566" fmla="*/ 3344 h 275649"/>
                <a:gd name="csX567" fmla="*/ 41085 w 163860"/>
                <a:gd name="csY567" fmla="*/ 1433 h 275649"/>
                <a:gd name="csX568" fmla="*/ 41085 w 163860"/>
                <a:gd name="csY568" fmla="*/ 1433 h 275649"/>
                <a:gd name="csX569" fmla="*/ 41085 w 163860"/>
                <a:gd name="csY569" fmla="*/ 1433 h 275649"/>
                <a:gd name="csX570" fmla="*/ 42517 w 163860"/>
                <a:gd name="csY570" fmla="*/ 1911 h 275649"/>
                <a:gd name="csX571" fmla="*/ 44906 w 163860"/>
                <a:gd name="csY571" fmla="*/ 2389 h 275649"/>
                <a:gd name="csX572" fmla="*/ 46340 w 163860"/>
                <a:gd name="csY572" fmla="*/ 1911 h 275649"/>
                <a:gd name="csX573" fmla="*/ 47295 w 163860"/>
                <a:gd name="csY573" fmla="*/ 1911 h 275649"/>
                <a:gd name="csX574" fmla="*/ 48728 w 163860"/>
                <a:gd name="csY574" fmla="*/ 955 h 275649"/>
                <a:gd name="csX575" fmla="*/ 49683 w 163860"/>
                <a:gd name="csY575" fmla="*/ 0 h 275649"/>
                <a:gd name="csX576" fmla="*/ 51117 w 163860"/>
                <a:gd name="csY576" fmla="*/ 478 h 275649"/>
                <a:gd name="csX577" fmla="*/ 52072 w 163860"/>
                <a:gd name="csY577" fmla="*/ 955 h 275649"/>
                <a:gd name="csX578" fmla="*/ 54461 w 163860"/>
                <a:gd name="csY578" fmla="*/ 2389 h 275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</a:cxnLst>
              <a:rect l="l" t="t" r="r" b="b"/>
              <a:pathLst>
                <a:path w="163860" h="275649">
                  <a:moveTo>
                    <a:pt x="54461" y="2389"/>
                  </a:moveTo>
                  <a:lnTo>
                    <a:pt x="54461" y="3344"/>
                  </a:lnTo>
                  <a:lnTo>
                    <a:pt x="54939" y="3822"/>
                  </a:lnTo>
                  <a:lnTo>
                    <a:pt x="55416" y="3344"/>
                  </a:lnTo>
                  <a:lnTo>
                    <a:pt x="56372" y="1911"/>
                  </a:lnTo>
                  <a:lnTo>
                    <a:pt x="57328" y="1433"/>
                  </a:lnTo>
                  <a:lnTo>
                    <a:pt x="58283" y="955"/>
                  </a:lnTo>
                  <a:lnTo>
                    <a:pt x="59238" y="1911"/>
                  </a:lnTo>
                  <a:lnTo>
                    <a:pt x="60671" y="3822"/>
                  </a:lnTo>
                  <a:lnTo>
                    <a:pt x="61627" y="4777"/>
                  </a:lnTo>
                  <a:lnTo>
                    <a:pt x="62105" y="5255"/>
                  </a:lnTo>
                  <a:lnTo>
                    <a:pt x="62582" y="5733"/>
                  </a:lnTo>
                  <a:lnTo>
                    <a:pt x="62582" y="6688"/>
                  </a:lnTo>
                  <a:lnTo>
                    <a:pt x="62105" y="8599"/>
                  </a:lnTo>
                  <a:lnTo>
                    <a:pt x="61149" y="10510"/>
                  </a:lnTo>
                  <a:lnTo>
                    <a:pt x="59716" y="13376"/>
                  </a:lnTo>
                  <a:lnTo>
                    <a:pt x="60194" y="15287"/>
                  </a:lnTo>
                  <a:lnTo>
                    <a:pt x="62105" y="17198"/>
                  </a:lnTo>
                  <a:lnTo>
                    <a:pt x="64493" y="18154"/>
                  </a:lnTo>
                  <a:lnTo>
                    <a:pt x="66882" y="17676"/>
                  </a:lnTo>
                  <a:lnTo>
                    <a:pt x="67837" y="17198"/>
                  </a:lnTo>
                  <a:lnTo>
                    <a:pt x="69271" y="16243"/>
                  </a:lnTo>
                  <a:lnTo>
                    <a:pt x="69748" y="16243"/>
                  </a:lnTo>
                  <a:lnTo>
                    <a:pt x="71181" y="15765"/>
                  </a:lnTo>
                  <a:lnTo>
                    <a:pt x="75003" y="16721"/>
                  </a:lnTo>
                  <a:lnTo>
                    <a:pt x="75959" y="17198"/>
                  </a:lnTo>
                  <a:lnTo>
                    <a:pt x="75959" y="18154"/>
                  </a:lnTo>
                  <a:lnTo>
                    <a:pt x="75959" y="21498"/>
                  </a:lnTo>
                  <a:lnTo>
                    <a:pt x="76437" y="23409"/>
                  </a:lnTo>
                  <a:lnTo>
                    <a:pt x="77392" y="25797"/>
                  </a:lnTo>
                  <a:lnTo>
                    <a:pt x="77392" y="28186"/>
                  </a:lnTo>
                  <a:lnTo>
                    <a:pt x="75959" y="31530"/>
                  </a:lnTo>
                  <a:lnTo>
                    <a:pt x="75003" y="34874"/>
                  </a:lnTo>
                  <a:lnTo>
                    <a:pt x="74048" y="36785"/>
                  </a:lnTo>
                  <a:lnTo>
                    <a:pt x="73092" y="37740"/>
                  </a:lnTo>
                  <a:lnTo>
                    <a:pt x="72615" y="38218"/>
                  </a:lnTo>
                  <a:lnTo>
                    <a:pt x="72615" y="39174"/>
                  </a:lnTo>
                  <a:lnTo>
                    <a:pt x="73570" y="40129"/>
                  </a:lnTo>
                  <a:lnTo>
                    <a:pt x="74526" y="41085"/>
                  </a:lnTo>
                  <a:lnTo>
                    <a:pt x="75003" y="42518"/>
                  </a:lnTo>
                  <a:lnTo>
                    <a:pt x="74526" y="43951"/>
                  </a:lnTo>
                  <a:lnTo>
                    <a:pt x="74048" y="45862"/>
                  </a:lnTo>
                  <a:lnTo>
                    <a:pt x="71659" y="50639"/>
                  </a:lnTo>
                  <a:lnTo>
                    <a:pt x="70226" y="54461"/>
                  </a:lnTo>
                  <a:lnTo>
                    <a:pt x="71181" y="55417"/>
                  </a:lnTo>
                  <a:lnTo>
                    <a:pt x="72615" y="55894"/>
                  </a:lnTo>
                  <a:lnTo>
                    <a:pt x="74048" y="56372"/>
                  </a:lnTo>
                  <a:lnTo>
                    <a:pt x="75003" y="56372"/>
                  </a:lnTo>
                  <a:lnTo>
                    <a:pt x="77870" y="53983"/>
                  </a:lnTo>
                  <a:lnTo>
                    <a:pt x="79781" y="52072"/>
                  </a:lnTo>
                  <a:lnTo>
                    <a:pt x="82647" y="50162"/>
                  </a:lnTo>
                  <a:lnTo>
                    <a:pt x="83124" y="50162"/>
                  </a:lnTo>
                  <a:lnTo>
                    <a:pt x="85513" y="48728"/>
                  </a:lnTo>
                  <a:lnTo>
                    <a:pt x="86469" y="47773"/>
                  </a:lnTo>
                  <a:lnTo>
                    <a:pt x="87424" y="45862"/>
                  </a:lnTo>
                  <a:lnTo>
                    <a:pt x="87902" y="45384"/>
                  </a:lnTo>
                  <a:lnTo>
                    <a:pt x="89335" y="45862"/>
                  </a:lnTo>
                  <a:lnTo>
                    <a:pt x="90769" y="45384"/>
                  </a:lnTo>
                  <a:lnTo>
                    <a:pt x="92201" y="43473"/>
                  </a:lnTo>
                  <a:lnTo>
                    <a:pt x="93635" y="42518"/>
                  </a:lnTo>
                  <a:lnTo>
                    <a:pt x="94590" y="42996"/>
                  </a:lnTo>
                  <a:lnTo>
                    <a:pt x="96024" y="43951"/>
                  </a:lnTo>
                  <a:lnTo>
                    <a:pt x="98412" y="45862"/>
                  </a:lnTo>
                  <a:lnTo>
                    <a:pt x="100801" y="46817"/>
                  </a:lnTo>
                  <a:lnTo>
                    <a:pt x="102712" y="47295"/>
                  </a:lnTo>
                  <a:lnTo>
                    <a:pt x="103667" y="48251"/>
                  </a:lnTo>
                  <a:lnTo>
                    <a:pt x="103667" y="49206"/>
                  </a:lnTo>
                  <a:lnTo>
                    <a:pt x="103667" y="49684"/>
                  </a:lnTo>
                  <a:lnTo>
                    <a:pt x="104622" y="50162"/>
                  </a:lnTo>
                  <a:lnTo>
                    <a:pt x="105100" y="50162"/>
                  </a:lnTo>
                  <a:lnTo>
                    <a:pt x="105100" y="49684"/>
                  </a:lnTo>
                  <a:lnTo>
                    <a:pt x="106056" y="48728"/>
                  </a:lnTo>
                  <a:lnTo>
                    <a:pt x="107489" y="47773"/>
                  </a:lnTo>
                  <a:lnTo>
                    <a:pt x="109400" y="47295"/>
                  </a:lnTo>
                  <a:lnTo>
                    <a:pt x="111311" y="46817"/>
                  </a:lnTo>
                  <a:lnTo>
                    <a:pt x="112744" y="46340"/>
                  </a:lnTo>
                  <a:lnTo>
                    <a:pt x="113222" y="43951"/>
                  </a:lnTo>
                  <a:lnTo>
                    <a:pt x="114655" y="42518"/>
                  </a:lnTo>
                  <a:lnTo>
                    <a:pt x="115610" y="42040"/>
                  </a:lnTo>
                  <a:lnTo>
                    <a:pt x="116566" y="41562"/>
                  </a:lnTo>
                  <a:lnTo>
                    <a:pt x="116566" y="41562"/>
                  </a:lnTo>
                  <a:lnTo>
                    <a:pt x="117044" y="41085"/>
                  </a:lnTo>
                  <a:lnTo>
                    <a:pt x="116566" y="40129"/>
                  </a:lnTo>
                  <a:lnTo>
                    <a:pt x="116566" y="39651"/>
                  </a:lnTo>
                  <a:lnTo>
                    <a:pt x="117044" y="39174"/>
                  </a:lnTo>
                  <a:lnTo>
                    <a:pt x="118954" y="38696"/>
                  </a:lnTo>
                  <a:lnTo>
                    <a:pt x="121343" y="38696"/>
                  </a:lnTo>
                  <a:lnTo>
                    <a:pt x="124210" y="39651"/>
                  </a:lnTo>
                  <a:lnTo>
                    <a:pt x="127076" y="40607"/>
                  </a:lnTo>
                  <a:lnTo>
                    <a:pt x="129465" y="41085"/>
                  </a:lnTo>
                  <a:lnTo>
                    <a:pt x="130420" y="40607"/>
                  </a:lnTo>
                  <a:lnTo>
                    <a:pt x="132331" y="42518"/>
                  </a:lnTo>
                  <a:lnTo>
                    <a:pt x="132331" y="42518"/>
                  </a:lnTo>
                  <a:lnTo>
                    <a:pt x="135197" y="46817"/>
                  </a:lnTo>
                  <a:lnTo>
                    <a:pt x="137586" y="50162"/>
                  </a:lnTo>
                  <a:lnTo>
                    <a:pt x="137586" y="50162"/>
                  </a:lnTo>
                  <a:lnTo>
                    <a:pt x="139974" y="52550"/>
                  </a:lnTo>
                  <a:lnTo>
                    <a:pt x="141885" y="53983"/>
                  </a:lnTo>
                  <a:lnTo>
                    <a:pt x="144274" y="55417"/>
                  </a:lnTo>
                  <a:lnTo>
                    <a:pt x="146185" y="56850"/>
                  </a:lnTo>
                  <a:lnTo>
                    <a:pt x="147618" y="60194"/>
                  </a:lnTo>
                  <a:lnTo>
                    <a:pt x="146185" y="64016"/>
                  </a:lnTo>
                  <a:lnTo>
                    <a:pt x="146185" y="64493"/>
                  </a:lnTo>
                  <a:lnTo>
                    <a:pt x="146185" y="67837"/>
                  </a:lnTo>
                  <a:lnTo>
                    <a:pt x="146185" y="72137"/>
                  </a:lnTo>
                  <a:lnTo>
                    <a:pt x="146185" y="72137"/>
                  </a:lnTo>
                  <a:lnTo>
                    <a:pt x="147618" y="75959"/>
                  </a:lnTo>
                  <a:lnTo>
                    <a:pt x="150007" y="78347"/>
                  </a:lnTo>
                  <a:lnTo>
                    <a:pt x="151440" y="80258"/>
                  </a:lnTo>
                  <a:lnTo>
                    <a:pt x="151918" y="81692"/>
                  </a:lnTo>
                  <a:lnTo>
                    <a:pt x="154306" y="82647"/>
                  </a:lnTo>
                  <a:lnTo>
                    <a:pt x="157651" y="83603"/>
                  </a:lnTo>
                  <a:lnTo>
                    <a:pt x="159084" y="84558"/>
                  </a:lnTo>
                  <a:lnTo>
                    <a:pt x="159084" y="84558"/>
                  </a:lnTo>
                  <a:lnTo>
                    <a:pt x="158606" y="85513"/>
                  </a:lnTo>
                  <a:lnTo>
                    <a:pt x="158606" y="86469"/>
                  </a:lnTo>
                  <a:lnTo>
                    <a:pt x="159084" y="87902"/>
                  </a:lnTo>
                  <a:lnTo>
                    <a:pt x="160517" y="88858"/>
                  </a:lnTo>
                  <a:lnTo>
                    <a:pt x="162428" y="89335"/>
                  </a:lnTo>
                  <a:lnTo>
                    <a:pt x="163383" y="90291"/>
                  </a:lnTo>
                  <a:lnTo>
                    <a:pt x="163861" y="90769"/>
                  </a:lnTo>
                  <a:lnTo>
                    <a:pt x="163861" y="92202"/>
                  </a:lnTo>
                  <a:lnTo>
                    <a:pt x="163383" y="94112"/>
                  </a:lnTo>
                  <a:lnTo>
                    <a:pt x="162428" y="95546"/>
                  </a:lnTo>
                  <a:lnTo>
                    <a:pt x="161472" y="96501"/>
                  </a:lnTo>
                  <a:lnTo>
                    <a:pt x="160995" y="97457"/>
                  </a:lnTo>
                  <a:lnTo>
                    <a:pt x="160995" y="97935"/>
                  </a:lnTo>
                  <a:lnTo>
                    <a:pt x="160995" y="98412"/>
                  </a:lnTo>
                  <a:lnTo>
                    <a:pt x="160995" y="100801"/>
                  </a:lnTo>
                  <a:lnTo>
                    <a:pt x="161950" y="102712"/>
                  </a:lnTo>
                  <a:lnTo>
                    <a:pt x="161950" y="104623"/>
                  </a:lnTo>
                  <a:lnTo>
                    <a:pt x="161950" y="105100"/>
                  </a:lnTo>
                  <a:lnTo>
                    <a:pt x="161472" y="106056"/>
                  </a:lnTo>
                  <a:lnTo>
                    <a:pt x="160995" y="109400"/>
                  </a:lnTo>
                  <a:lnTo>
                    <a:pt x="160995" y="110833"/>
                  </a:lnTo>
                  <a:lnTo>
                    <a:pt x="160517" y="111789"/>
                  </a:lnTo>
                  <a:lnTo>
                    <a:pt x="160517" y="112266"/>
                  </a:lnTo>
                  <a:lnTo>
                    <a:pt x="160517" y="112266"/>
                  </a:lnTo>
                  <a:lnTo>
                    <a:pt x="159561" y="113222"/>
                  </a:lnTo>
                  <a:lnTo>
                    <a:pt x="158128" y="114177"/>
                  </a:lnTo>
                  <a:lnTo>
                    <a:pt x="156217" y="115133"/>
                  </a:lnTo>
                  <a:lnTo>
                    <a:pt x="154784" y="115610"/>
                  </a:lnTo>
                  <a:lnTo>
                    <a:pt x="154306" y="115610"/>
                  </a:lnTo>
                  <a:lnTo>
                    <a:pt x="154306" y="115610"/>
                  </a:lnTo>
                  <a:lnTo>
                    <a:pt x="153829" y="116566"/>
                  </a:lnTo>
                  <a:lnTo>
                    <a:pt x="152395" y="117521"/>
                  </a:lnTo>
                  <a:lnTo>
                    <a:pt x="151918" y="117521"/>
                  </a:lnTo>
                  <a:lnTo>
                    <a:pt x="151440" y="117044"/>
                  </a:lnTo>
                  <a:lnTo>
                    <a:pt x="150962" y="116566"/>
                  </a:lnTo>
                  <a:lnTo>
                    <a:pt x="150485" y="115133"/>
                  </a:lnTo>
                  <a:lnTo>
                    <a:pt x="148574" y="114655"/>
                  </a:lnTo>
                  <a:lnTo>
                    <a:pt x="146663" y="114177"/>
                  </a:lnTo>
                  <a:lnTo>
                    <a:pt x="142841" y="114655"/>
                  </a:lnTo>
                  <a:lnTo>
                    <a:pt x="139497" y="115133"/>
                  </a:lnTo>
                  <a:lnTo>
                    <a:pt x="135675" y="114655"/>
                  </a:lnTo>
                  <a:lnTo>
                    <a:pt x="132331" y="115133"/>
                  </a:lnTo>
                  <a:lnTo>
                    <a:pt x="130897" y="115133"/>
                  </a:lnTo>
                  <a:lnTo>
                    <a:pt x="129465" y="115133"/>
                  </a:lnTo>
                  <a:lnTo>
                    <a:pt x="127554" y="115133"/>
                  </a:lnTo>
                  <a:lnTo>
                    <a:pt x="126120" y="115133"/>
                  </a:lnTo>
                  <a:lnTo>
                    <a:pt x="126120" y="115133"/>
                  </a:lnTo>
                  <a:lnTo>
                    <a:pt x="123254" y="114177"/>
                  </a:lnTo>
                  <a:lnTo>
                    <a:pt x="122299" y="114177"/>
                  </a:lnTo>
                  <a:lnTo>
                    <a:pt x="119910" y="114655"/>
                  </a:lnTo>
                  <a:lnTo>
                    <a:pt x="117521" y="115610"/>
                  </a:lnTo>
                  <a:lnTo>
                    <a:pt x="115610" y="115610"/>
                  </a:lnTo>
                  <a:lnTo>
                    <a:pt x="112266" y="117044"/>
                  </a:lnTo>
                  <a:lnTo>
                    <a:pt x="109878" y="119432"/>
                  </a:lnTo>
                  <a:lnTo>
                    <a:pt x="109878" y="119432"/>
                  </a:lnTo>
                  <a:lnTo>
                    <a:pt x="108922" y="120865"/>
                  </a:lnTo>
                  <a:lnTo>
                    <a:pt x="107967" y="122299"/>
                  </a:lnTo>
                  <a:lnTo>
                    <a:pt x="106056" y="124687"/>
                  </a:lnTo>
                  <a:lnTo>
                    <a:pt x="104145" y="127076"/>
                  </a:lnTo>
                  <a:lnTo>
                    <a:pt x="102712" y="128031"/>
                  </a:lnTo>
                  <a:lnTo>
                    <a:pt x="102712" y="128987"/>
                  </a:lnTo>
                  <a:lnTo>
                    <a:pt x="102712" y="129465"/>
                  </a:lnTo>
                  <a:lnTo>
                    <a:pt x="100323" y="129942"/>
                  </a:lnTo>
                  <a:lnTo>
                    <a:pt x="98412" y="129942"/>
                  </a:lnTo>
                  <a:lnTo>
                    <a:pt x="98412" y="129942"/>
                  </a:lnTo>
                  <a:lnTo>
                    <a:pt x="97935" y="130420"/>
                  </a:lnTo>
                  <a:lnTo>
                    <a:pt x="98412" y="135197"/>
                  </a:lnTo>
                  <a:lnTo>
                    <a:pt x="98890" y="137108"/>
                  </a:lnTo>
                  <a:lnTo>
                    <a:pt x="99845" y="139019"/>
                  </a:lnTo>
                  <a:lnTo>
                    <a:pt x="100801" y="140452"/>
                  </a:lnTo>
                  <a:lnTo>
                    <a:pt x="101278" y="143796"/>
                  </a:lnTo>
                  <a:lnTo>
                    <a:pt x="101756" y="146663"/>
                  </a:lnTo>
                  <a:lnTo>
                    <a:pt x="104145" y="148574"/>
                  </a:lnTo>
                  <a:lnTo>
                    <a:pt x="105578" y="150007"/>
                  </a:lnTo>
                  <a:lnTo>
                    <a:pt x="105578" y="150007"/>
                  </a:lnTo>
                  <a:lnTo>
                    <a:pt x="106533" y="150962"/>
                  </a:lnTo>
                  <a:lnTo>
                    <a:pt x="106056" y="151918"/>
                  </a:lnTo>
                  <a:lnTo>
                    <a:pt x="105578" y="154307"/>
                  </a:lnTo>
                  <a:lnTo>
                    <a:pt x="106056" y="157173"/>
                  </a:lnTo>
                  <a:lnTo>
                    <a:pt x="109878" y="163861"/>
                  </a:lnTo>
                  <a:lnTo>
                    <a:pt x="109878" y="163861"/>
                  </a:lnTo>
                  <a:lnTo>
                    <a:pt x="110355" y="164339"/>
                  </a:lnTo>
                  <a:lnTo>
                    <a:pt x="109878" y="164339"/>
                  </a:lnTo>
                  <a:lnTo>
                    <a:pt x="109878" y="164339"/>
                  </a:lnTo>
                  <a:lnTo>
                    <a:pt x="109400" y="163383"/>
                  </a:lnTo>
                  <a:lnTo>
                    <a:pt x="107489" y="160995"/>
                  </a:lnTo>
                  <a:lnTo>
                    <a:pt x="106533" y="158606"/>
                  </a:lnTo>
                  <a:lnTo>
                    <a:pt x="104622" y="156217"/>
                  </a:lnTo>
                  <a:lnTo>
                    <a:pt x="103667" y="155262"/>
                  </a:lnTo>
                  <a:lnTo>
                    <a:pt x="103189" y="156217"/>
                  </a:lnTo>
                  <a:lnTo>
                    <a:pt x="102234" y="157173"/>
                  </a:lnTo>
                  <a:lnTo>
                    <a:pt x="100323" y="155740"/>
                  </a:lnTo>
                  <a:lnTo>
                    <a:pt x="98412" y="154307"/>
                  </a:lnTo>
                  <a:lnTo>
                    <a:pt x="96979" y="151918"/>
                  </a:lnTo>
                  <a:lnTo>
                    <a:pt x="96501" y="152396"/>
                  </a:lnTo>
                  <a:lnTo>
                    <a:pt x="96024" y="152873"/>
                  </a:lnTo>
                  <a:lnTo>
                    <a:pt x="94112" y="150962"/>
                  </a:lnTo>
                  <a:lnTo>
                    <a:pt x="92201" y="149051"/>
                  </a:lnTo>
                  <a:lnTo>
                    <a:pt x="90290" y="148574"/>
                  </a:lnTo>
                  <a:lnTo>
                    <a:pt x="89335" y="148096"/>
                  </a:lnTo>
                  <a:lnTo>
                    <a:pt x="88380" y="147141"/>
                  </a:lnTo>
                  <a:lnTo>
                    <a:pt x="85991" y="146185"/>
                  </a:lnTo>
                  <a:lnTo>
                    <a:pt x="80736" y="147618"/>
                  </a:lnTo>
                  <a:lnTo>
                    <a:pt x="73570" y="146663"/>
                  </a:lnTo>
                  <a:lnTo>
                    <a:pt x="70704" y="147618"/>
                  </a:lnTo>
                  <a:lnTo>
                    <a:pt x="69748" y="147141"/>
                  </a:lnTo>
                  <a:lnTo>
                    <a:pt x="69271" y="145707"/>
                  </a:lnTo>
                  <a:lnTo>
                    <a:pt x="69748" y="143796"/>
                  </a:lnTo>
                  <a:lnTo>
                    <a:pt x="69748" y="139975"/>
                  </a:lnTo>
                  <a:lnTo>
                    <a:pt x="70704" y="137108"/>
                  </a:lnTo>
                  <a:lnTo>
                    <a:pt x="70226" y="134719"/>
                  </a:lnTo>
                  <a:lnTo>
                    <a:pt x="70704" y="133764"/>
                  </a:lnTo>
                  <a:lnTo>
                    <a:pt x="71181" y="132331"/>
                  </a:lnTo>
                  <a:lnTo>
                    <a:pt x="70226" y="131853"/>
                  </a:lnTo>
                  <a:lnTo>
                    <a:pt x="64971" y="130898"/>
                  </a:lnTo>
                  <a:lnTo>
                    <a:pt x="64015" y="129942"/>
                  </a:lnTo>
                  <a:lnTo>
                    <a:pt x="62582" y="130898"/>
                  </a:lnTo>
                  <a:lnTo>
                    <a:pt x="56849" y="131376"/>
                  </a:lnTo>
                  <a:lnTo>
                    <a:pt x="54461" y="132331"/>
                  </a:lnTo>
                  <a:lnTo>
                    <a:pt x="52550" y="133764"/>
                  </a:lnTo>
                  <a:lnTo>
                    <a:pt x="51594" y="136153"/>
                  </a:lnTo>
                  <a:lnTo>
                    <a:pt x="53028" y="137586"/>
                  </a:lnTo>
                  <a:lnTo>
                    <a:pt x="53983" y="139497"/>
                  </a:lnTo>
                  <a:lnTo>
                    <a:pt x="51594" y="144752"/>
                  </a:lnTo>
                  <a:lnTo>
                    <a:pt x="51117" y="146185"/>
                  </a:lnTo>
                  <a:lnTo>
                    <a:pt x="52072" y="152396"/>
                  </a:lnTo>
                  <a:lnTo>
                    <a:pt x="51594" y="155740"/>
                  </a:lnTo>
                  <a:lnTo>
                    <a:pt x="50639" y="158128"/>
                  </a:lnTo>
                  <a:lnTo>
                    <a:pt x="48728" y="160039"/>
                  </a:lnTo>
                  <a:lnTo>
                    <a:pt x="47773" y="163861"/>
                  </a:lnTo>
                  <a:lnTo>
                    <a:pt x="46340" y="165294"/>
                  </a:lnTo>
                  <a:lnTo>
                    <a:pt x="44428" y="169116"/>
                  </a:lnTo>
                  <a:lnTo>
                    <a:pt x="43473" y="173416"/>
                  </a:lnTo>
                  <a:lnTo>
                    <a:pt x="42517" y="175804"/>
                  </a:lnTo>
                  <a:lnTo>
                    <a:pt x="42040" y="179626"/>
                  </a:lnTo>
                  <a:lnTo>
                    <a:pt x="37740" y="185359"/>
                  </a:lnTo>
                  <a:lnTo>
                    <a:pt x="36785" y="188703"/>
                  </a:lnTo>
                  <a:lnTo>
                    <a:pt x="35352" y="190136"/>
                  </a:lnTo>
                  <a:lnTo>
                    <a:pt x="35830" y="191092"/>
                  </a:lnTo>
                  <a:lnTo>
                    <a:pt x="35830" y="192525"/>
                  </a:lnTo>
                  <a:lnTo>
                    <a:pt x="35352" y="197302"/>
                  </a:lnTo>
                  <a:lnTo>
                    <a:pt x="35352" y="200646"/>
                  </a:lnTo>
                  <a:lnTo>
                    <a:pt x="35830" y="202557"/>
                  </a:lnTo>
                  <a:lnTo>
                    <a:pt x="37740" y="206379"/>
                  </a:lnTo>
                  <a:lnTo>
                    <a:pt x="37263" y="207812"/>
                  </a:lnTo>
                  <a:lnTo>
                    <a:pt x="37263" y="209245"/>
                  </a:lnTo>
                  <a:lnTo>
                    <a:pt x="38696" y="210201"/>
                  </a:lnTo>
                  <a:lnTo>
                    <a:pt x="40129" y="210201"/>
                  </a:lnTo>
                  <a:lnTo>
                    <a:pt x="46340" y="208290"/>
                  </a:lnTo>
                  <a:lnTo>
                    <a:pt x="48728" y="208768"/>
                  </a:lnTo>
                  <a:lnTo>
                    <a:pt x="49683" y="210679"/>
                  </a:lnTo>
                  <a:lnTo>
                    <a:pt x="50162" y="212112"/>
                  </a:lnTo>
                  <a:lnTo>
                    <a:pt x="51117" y="220233"/>
                  </a:lnTo>
                  <a:lnTo>
                    <a:pt x="51594" y="221666"/>
                  </a:lnTo>
                  <a:lnTo>
                    <a:pt x="53028" y="223099"/>
                  </a:lnTo>
                  <a:lnTo>
                    <a:pt x="54461" y="224533"/>
                  </a:lnTo>
                  <a:lnTo>
                    <a:pt x="54939" y="224533"/>
                  </a:lnTo>
                  <a:lnTo>
                    <a:pt x="54939" y="223577"/>
                  </a:lnTo>
                  <a:lnTo>
                    <a:pt x="55416" y="223099"/>
                  </a:lnTo>
                  <a:lnTo>
                    <a:pt x="56372" y="224533"/>
                  </a:lnTo>
                  <a:lnTo>
                    <a:pt x="57328" y="227399"/>
                  </a:lnTo>
                  <a:lnTo>
                    <a:pt x="61149" y="242687"/>
                  </a:lnTo>
                  <a:lnTo>
                    <a:pt x="62105" y="244597"/>
                  </a:lnTo>
                  <a:lnTo>
                    <a:pt x="62582" y="246508"/>
                  </a:lnTo>
                  <a:lnTo>
                    <a:pt x="60671" y="245553"/>
                  </a:lnTo>
                  <a:lnTo>
                    <a:pt x="60194" y="242209"/>
                  </a:lnTo>
                  <a:lnTo>
                    <a:pt x="59716" y="240775"/>
                  </a:lnTo>
                  <a:lnTo>
                    <a:pt x="58760" y="240775"/>
                  </a:lnTo>
                  <a:lnTo>
                    <a:pt x="57805" y="240775"/>
                  </a:lnTo>
                  <a:lnTo>
                    <a:pt x="57328" y="240298"/>
                  </a:lnTo>
                  <a:lnTo>
                    <a:pt x="58283" y="238865"/>
                  </a:lnTo>
                  <a:lnTo>
                    <a:pt x="58283" y="237431"/>
                  </a:lnTo>
                  <a:lnTo>
                    <a:pt x="57328" y="236476"/>
                  </a:lnTo>
                  <a:lnTo>
                    <a:pt x="54939" y="237431"/>
                  </a:lnTo>
                  <a:lnTo>
                    <a:pt x="55416" y="239820"/>
                  </a:lnTo>
                  <a:lnTo>
                    <a:pt x="55894" y="241731"/>
                  </a:lnTo>
                  <a:lnTo>
                    <a:pt x="59238" y="245553"/>
                  </a:lnTo>
                  <a:lnTo>
                    <a:pt x="60194" y="247464"/>
                  </a:lnTo>
                  <a:lnTo>
                    <a:pt x="61627" y="247941"/>
                  </a:lnTo>
                  <a:lnTo>
                    <a:pt x="63538" y="247464"/>
                  </a:lnTo>
                  <a:lnTo>
                    <a:pt x="65926" y="249375"/>
                  </a:lnTo>
                  <a:lnTo>
                    <a:pt x="67837" y="250808"/>
                  </a:lnTo>
                  <a:lnTo>
                    <a:pt x="72137" y="253197"/>
                  </a:lnTo>
                  <a:lnTo>
                    <a:pt x="75003" y="253197"/>
                  </a:lnTo>
                  <a:lnTo>
                    <a:pt x="77870" y="252241"/>
                  </a:lnTo>
                  <a:lnTo>
                    <a:pt x="79781" y="252719"/>
                  </a:lnTo>
                  <a:lnTo>
                    <a:pt x="81692" y="253197"/>
                  </a:lnTo>
                  <a:lnTo>
                    <a:pt x="84080" y="255107"/>
                  </a:lnTo>
                  <a:lnTo>
                    <a:pt x="87902" y="260363"/>
                  </a:lnTo>
                  <a:lnTo>
                    <a:pt x="93635" y="264662"/>
                  </a:lnTo>
                  <a:lnTo>
                    <a:pt x="93635" y="264662"/>
                  </a:lnTo>
                  <a:lnTo>
                    <a:pt x="93157" y="265617"/>
                  </a:lnTo>
                  <a:lnTo>
                    <a:pt x="92679" y="267051"/>
                  </a:lnTo>
                  <a:lnTo>
                    <a:pt x="92679" y="267051"/>
                  </a:lnTo>
                  <a:lnTo>
                    <a:pt x="90290" y="269439"/>
                  </a:lnTo>
                  <a:lnTo>
                    <a:pt x="89813" y="270395"/>
                  </a:lnTo>
                  <a:lnTo>
                    <a:pt x="89813" y="270395"/>
                  </a:lnTo>
                  <a:lnTo>
                    <a:pt x="89335" y="271828"/>
                  </a:lnTo>
                  <a:lnTo>
                    <a:pt x="87424" y="272783"/>
                  </a:lnTo>
                  <a:lnTo>
                    <a:pt x="85991" y="273261"/>
                  </a:lnTo>
                  <a:lnTo>
                    <a:pt x="85513" y="272783"/>
                  </a:lnTo>
                  <a:lnTo>
                    <a:pt x="84558" y="272783"/>
                  </a:lnTo>
                  <a:lnTo>
                    <a:pt x="83603" y="270872"/>
                  </a:lnTo>
                  <a:lnTo>
                    <a:pt x="83124" y="270872"/>
                  </a:lnTo>
                  <a:lnTo>
                    <a:pt x="82647" y="270395"/>
                  </a:lnTo>
                  <a:lnTo>
                    <a:pt x="82647" y="270395"/>
                  </a:lnTo>
                  <a:lnTo>
                    <a:pt x="79781" y="271350"/>
                  </a:lnTo>
                  <a:lnTo>
                    <a:pt x="79781" y="271828"/>
                  </a:lnTo>
                  <a:lnTo>
                    <a:pt x="76914" y="272783"/>
                  </a:lnTo>
                  <a:lnTo>
                    <a:pt x="76914" y="272783"/>
                  </a:lnTo>
                  <a:lnTo>
                    <a:pt x="76437" y="273739"/>
                  </a:lnTo>
                  <a:lnTo>
                    <a:pt x="75481" y="274694"/>
                  </a:lnTo>
                  <a:lnTo>
                    <a:pt x="75003" y="275172"/>
                  </a:lnTo>
                  <a:lnTo>
                    <a:pt x="74048" y="275650"/>
                  </a:lnTo>
                  <a:lnTo>
                    <a:pt x="73570" y="274694"/>
                  </a:lnTo>
                  <a:lnTo>
                    <a:pt x="72137" y="273739"/>
                  </a:lnTo>
                  <a:lnTo>
                    <a:pt x="71659" y="272783"/>
                  </a:lnTo>
                  <a:lnTo>
                    <a:pt x="71659" y="272783"/>
                  </a:lnTo>
                  <a:lnTo>
                    <a:pt x="71659" y="271828"/>
                  </a:lnTo>
                  <a:lnTo>
                    <a:pt x="73092" y="269917"/>
                  </a:lnTo>
                  <a:lnTo>
                    <a:pt x="73092" y="269439"/>
                  </a:lnTo>
                  <a:lnTo>
                    <a:pt x="73570" y="268484"/>
                  </a:lnTo>
                  <a:lnTo>
                    <a:pt x="73570" y="266095"/>
                  </a:lnTo>
                  <a:lnTo>
                    <a:pt x="73092" y="264662"/>
                  </a:lnTo>
                  <a:lnTo>
                    <a:pt x="72615" y="264184"/>
                  </a:lnTo>
                  <a:lnTo>
                    <a:pt x="71659" y="264184"/>
                  </a:lnTo>
                  <a:lnTo>
                    <a:pt x="69271" y="264184"/>
                  </a:lnTo>
                  <a:lnTo>
                    <a:pt x="68315" y="262751"/>
                  </a:lnTo>
                  <a:lnTo>
                    <a:pt x="67837" y="261318"/>
                  </a:lnTo>
                  <a:lnTo>
                    <a:pt x="66882" y="260363"/>
                  </a:lnTo>
                  <a:lnTo>
                    <a:pt x="66404" y="260363"/>
                  </a:lnTo>
                  <a:lnTo>
                    <a:pt x="66404" y="260363"/>
                  </a:lnTo>
                  <a:lnTo>
                    <a:pt x="64493" y="260840"/>
                  </a:lnTo>
                  <a:lnTo>
                    <a:pt x="63060" y="260363"/>
                  </a:lnTo>
                  <a:lnTo>
                    <a:pt x="58760" y="258929"/>
                  </a:lnTo>
                  <a:lnTo>
                    <a:pt x="57328" y="256540"/>
                  </a:lnTo>
                  <a:lnTo>
                    <a:pt x="56372" y="256540"/>
                  </a:lnTo>
                  <a:lnTo>
                    <a:pt x="55416" y="256540"/>
                  </a:lnTo>
                  <a:lnTo>
                    <a:pt x="55416" y="256540"/>
                  </a:lnTo>
                  <a:lnTo>
                    <a:pt x="55416" y="257018"/>
                  </a:lnTo>
                  <a:lnTo>
                    <a:pt x="54939" y="257496"/>
                  </a:lnTo>
                  <a:lnTo>
                    <a:pt x="54939" y="259885"/>
                  </a:lnTo>
                  <a:lnTo>
                    <a:pt x="54461" y="259885"/>
                  </a:lnTo>
                  <a:lnTo>
                    <a:pt x="54461" y="260840"/>
                  </a:lnTo>
                  <a:lnTo>
                    <a:pt x="49206" y="255107"/>
                  </a:lnTo>
                  <a:lnTo>
                    <a:pt x="45862" y="252719"/>
                  </a:lnTo>
                  <a:lnTo>
                    <a:pt x="46340" y="248897"/>
                  </a:lnTo>
                  <a:lnTo>
                    <a:pt x="45384" y="247941"/>
                  </a:lnTo>
                  <a:lnTo>
                    <a:pt x="43951" y="247941"/>
                  </a:lnTo>
                  <a:lnTo>
                    <a:pt x="42996" y="246508"/>
                  </a:lnTo>
                  <a:lnTo>
                    <a:pt x="43951" y="244120"/>
                  </a:lnTo>
                  <a:lnTo>
                    <a:pt x="42517" y="244597"/>
                  </a:lnTo>
                  <a:lnTo>
                    <a:pt x="41085" y="244597"/>
                  </a:lnTo>
                  <a:lnTo>
                    <a:pt x="39174" y="244120"/>
                  </a:lnTo>
                  <a:lnTo>
                    <a:pt x="38218" y="240298"/>
                  </a:lnTo>
                  <a:lnTo>
                    <a:pt x="37263" y="239342"/>
                  </a:lnTo>
                  <a:lnTo>
                    <a:pt x="35830" y="237431"/>
                  </a:lnTo>
                  <a:lnTo>
                    <a:pt x="33919" y="237431"/>
                  </a:lnTo>
                  <a:lnTo>
                    <a:pt x="32963" y="236954"/>
                  </a:lnTo>
                  <a:lnTo>
                    <a:pt x="33441" y="234565"/>
                  </a:lnTo>
                  <a:lnTo>
                    <a:pt x="31530" y="233132"/>
                  </a:lnTo>
                  <a:lnTo>
                    <a:pt x="29619" y="232176"/>
                  </a:lnTo>
                  <a:lnTo>
                    <a:pt x="28186" y="231221"/>
                  </a:lnTo>
                  <a:lnTo>
                    <a:pt x="26275" y="227877"/>
                  </a:lnTo>
                  <a:lnTo>
                    <a:pt x="24842" y="226921"/>
                  </a:lnTo>
                  <a:lnTo>
                    <a:pt x="23886" y="225966"/>
                  </a:lnTo>
                  <a:lnTo>
                    <a:pt x="22453" y="226444"/>
                  </a:lnTo>
                  <a:lnTo>
                    <a:pt x="21975" y="227877"/>
                  </a:lnTo>
                  <a:lnTo>
                    <a:pt x="20542" y="229310"/>
                  </a:lnTo>
                  <a:lnTo>
                    <a:pt x="19587" y="228832"/>
                  </a:lnTo>
                  <a:lnTo>
                    <a:pt x="18631" y="228355"/>
                  </a:lnTo>
                  <a:lnTo>
                    <a:pt x="17198" y="224533"/>
                  </a:lnTo>
                  <a:lnTo>
                    <a:pt x="16721" y="222622"/>
                  </a:lnTo>
                  <a:lnTo>
                    <a:pt x="17198" y="218322"/>
                  </a:lnTo>
                  <a:lnTo>
                    <a:pt x="18631" y="214978"/>
                  </a:lnTo>
                  <a:lnTo>
                    <a:pt x="19587" y="208768"/>
                  </a:lnTo>
                  <a:lnTo>
                    <a:pt x="21020" y="205424"/>
                  </a:lnTo>
                  <a:lnTo>
                    <a:pt x="21975" y="203990"/>
                  </a:lnTo>
                  <a:lnTo>
                    <a:pt x="23408" y="198735"/>
                  </a:lnTo>
                  <a:lnTo>
                    <a:pt x="26275" y="192525"/>
                  </a:lnTo>
                  <a:lnTo>
                    <a:pt x="26275" y="192525"/>
                  </a:lnTo>
                  <a:lnTo>
                    <a:pt x="26275" y="192047"/>
                  </a:lnTo>
                  <a:lnTo>
                    <a:pt x="26753" y="191092"/>
                  </a:lnTo>
                  <a:lnTo>
                    <a:pt x="27230" y="189658"/>
                  </a:lnTo>
                  <a:lnTo>
                    <a:pt x="27230" y="189658"/>
                  </a:lnTo>
                  <a:lnTo>
                    <a:pt x="27708" y="188225"/>
                  </a:lnTo>
                  <a:lnTo>
                    <a:pt x="27708" y="187748"/>
                  </a:lnTo>
                  <a:lnTo>
                    <a:pt x="27708" y="185837"/>
                  </a:lnTo>
                  <a:lnTo>
                    <a:pt x="27230" y="184403"/>
                  </a:lnTo>
                  <a:lnTo>
                    <a:pt x="27230" y="183926"/>
                  </a:lnTo>
                  <a:lnTo>
                    <a:pt x="28186" y="182970"/>
                  </a:lnTo>
                  <a:lnTo>
                    <a:pt x="28186" y="182970"/>
                  </a:lnTo>
                  <a:lnTo>
                    <a:pt x="30097" y="181537"/>
                  </a:lnTo>
                  <a:lnTo>
                    <a:pt x="32485" y="179149"/>
                  </a:lnTo>
                  <a:lnTo>
                    <a:pt x="35830" y="175326"/>
                  </a:lnTo>
                  <a:lnTo>
                    <a:pt x="38696" y="171505"/>
                  </a:lnTo>
                  <a:lnTo>
                    <a:pt x="39174" y="170549"/>
                  </a:lnTo>
                  <a:lnTo>
                    <a:pt x="41085" y="167205"/>
                  </a:lnTo>
                  <a:lnTo>
                    <a:pt x="41562" y="166250"/>
                  </a:lnTo>
                  <a:lnTo>
                    <a:pt x="42517" y="165772"/>
                  </a:lnTo>
                  <a:lnTo>
                    <a:pt x="43473" y="164817"/>
                  </a:lnTo>
                  <a:lnTo>
                    <a:pt x="44428" y="163861"/>
                  </a:lnTo>
                  <a:lnTo>
                    <a:pt x="44428" y="163861"/>
                  </a:lnTo>
                  <a:lnTo>
                    <a:pt x="44428" y="162906"/>
                  </a:lnTo>
                  <a:lnTo>
                    <a:pt x="42517" y="157173"/>
                  </a:lnTo>
                  <a:lnTo>
                    <a:pt x="41562" y="155740"/>
                  </a:lnTo>
                  <a:lnTo>
                    <a:pt x="41562" y="155740"/>
                  </a:lnTo>
                  <a:lnTo>
                    <a:pt x="40607" y="153351"/>
                  </a:lnTo>
                  <a:lnTo>
                    <a:pt x="40607" y="151918"/>
                  </a:lnTo>
                  <a:lnTo>
                    <a:pt x="40129" y="150485"/>
                  </a:lnTo>
                  <a:lnTo>
                    <a:pt x="40129" y="150485"/>
                  </a:lnTo>
                  <a:lnTo>
                    <a:pt x="40129" y="150007"/>
                  </a:lnTo>
                  <a:lnTo>
                    <a:pt x="40129" y="149051"/>
                  </a:lnTo>
                  <a:lnTo>
                    <a:pt x="39651" y="148096"/>
                  </a:lnTo>
                  <a:lnTo>
                    <a:pt x="39651" y="148096"/>
                  </a:lnTo>
                  <a:lnTo>
                    <a:pt x="38218" y="147141"/>
                  </a:lnTo>
                  <a:lnTo>
                    <a:pt x="36307" y="145230"/>
                  </a:lnTo>
                  <a:lnTo>
                    <a:pt x="35830" y="142841"/>
                  </a:lnTo>
                  <a:lnTo>
                    <a:pt x="35830" y="141408"/>
                  </a:lnTo>
                  <a:lnTo>
                    <a:pt x="34874" y="139975"/>
                  </a:lnTo>
                  <a:lnTo>
                    <a:pt x="34396" y="138542"/>
                  </a:lnTo>
                  <a:lnTo>
                    <a:pt x="34396" y="138542"/>
                  </a:lnTo>
                  <a:lnTo>
                    <a:pt x="34874" y="137108"/>
                  </a:lnTo>
                  <a:lnTo>
                    <a:pt x="35352" y="136631"/>
                  </a:lnTo>
                  <a:lnTo>
                    <a:pt x="35830" y="136153"/>
                  </a:lnTo>
                  <a:lnTo>
                    <a:pt x="35830" y="136153"/>
                  </a:lnTo>
                  <a:lnTo>
                    <a:pt x="35352" y="131376"/>
                  </a:lnTo>
                  <a:lnTo>
                    <a:pt x="35352" y="131376"/>
                  </a:lnTo>
                  <a:lnTo>
                    <a:pt x="35352" y="129942"/>
                  </a:lnTo>
                  <a:lnTo>
                    <a:pt x="34874" y="127076"/>
                  </a:lnTo>
                  <a:lnTo>
                    <a:pt x="34874" y="127076"/>
                  </a:lnTo>
                  <a:lnTo>
                    <a:pt x="33919" y="125165"/>
                  </a:lnTo>
                  <a:lnTo>
                    <a:pt x="32485" y="122776"/>
                  </a:lnTo>
                  <a:lnTo>
                    <a:pt x="31052" y="120865"/>
                  </a:lnTo>
                  <a:lnTo>
                    <a:pt x="26753" y="117521"/>
                  </a:lnTo>
                  <a:lnTo>
                    <a:pt x="23886" y="115133"/>
                  </a:lnTo>
                  <a:lnTo>
                    <a:pt x="21975" y="113222"/>
                  </a:lnTo>
                  <a:lnTo>
                    <a:pt x="20064" y="110833"/>
                  </a:lnTo>
                  <a:lnTo>
                    <a:pt x="20064" y="110833"/>
                  </a:lnTo>
                  <a:lnTo>
                    <a:pt x="19109" y="108922"/>
                  </a:lnTo>
                  <a:lnTo>
                    <a:pt x="17198" y="107011"/>
                  </a:lnTo>
                  <a:lnTo>
                    <a:pt x="16242" y="103667"/>
                  </a:lnTo>
                  <a:lnTo>
                    <a:pt x="16242" y="103667"/>
                  </a:lnTo>
                  <a:lnTo>
                    <a:pt x="15765" y="100323"/>
                  </a:lnTo>
                  <a:lnTo>
                    <a:pt x="16242" y="99845"/>
                  </a:lnTo>
                  <a:lnTo>
                    <a:pt x="16242" y="99368"/>
                  </a:lnTo>
                  <a:lnTo>
                    <a:pt x="16242" y="99368"/>
                  </a:lnTo>
                  <a:lnTo>
                    <a:pt x="16721" y="98890"/>
                  </a:lnTo>
                  <a:lnTo>
                    <a:pt x="18153" y="97935"/>
                  </a:lnTo>
                  <a:lnTo>
                    <a:pt x="18631" y="97935"/>
                  </a:lnTo>
                  <a:lnTo>
                    <a:pt x="21498" y="96501"/>
                  </a:lnTo>
                  <a:lnTo>
                    <a:pt x="22931" y="96501"/>
                  </a:lnTo>
                  <a:lnTo>
                    <a:pt x="23408" y="96501"/>
                  </a:lnTo>
                  <a:lnTo>
                    <a:pt x="23408" y="95546"/>
                  </a:lnTo>
                  <a:lnTo>
                    <a:pt x="23408" y="92679"/>
                  </a:lnTo>
                  <a:lnTo>
                    <a:pt x="23408" y="92679"/>
                  </a:lnTo>
                  <a:lnTo>
                    <a:pt x="23408" y="88858"/>
                  </a:lnTo>
                  <a:lnTo>
                    <a:pt x="23886" y="85991"/>
                  </a:lnTo>
                  <a:lnTo>
                    <a:pt x="23886" y="85513"/>
                  </a:lnTo>
                  <a:lnTo>
                    <a:pt x="23886" y="85513"/>
                  </a:lnTo>
                  <a:lnTo>
                    <a:pt x="23886" y="83603"/>
                  </a:lnTo>
                  <a:lnTo>
                    <a:pt x="23886" y="83603"/>
                  </a:lnTo>
                  <a:lnTo>
                    <a:pt x="28664" y="81214"/>
                  </a:lnTo>
                  <a:lnTo>
                    <a:pt x="28664" y="81214"/>
                  </a:lnTo>
                  <a:lnTo>
                    <a:pt x="29619" y="80258"/>
                  </a:lnTo>
                  <a:lnTo>
                    <a:pt x="30097" y="78825"/>
                  </a:lnTo>
                  <a:lnTo>
                    <a:pt x="30097" y="77870"/>
                  </a:lnTo>
                  <a:lnTo>
                    <a:pt x="29619" y="76914"/>
                  </a:lnTo>
                  <a:lnTo>
                    <a:pt x="29141" y="76914"/>
                  </a:lnTo>
                  <a:lnTo>
                    <a:pt x="28664" y="76914"/>
                  </a:lnTo>
                  <a:lnTo>
                    <a:pt x="25797" y="78825"/>
                  </a:lnTo>
                  <a:lnTo>
                    <a:pt x="25319" y="78347"/>
                  </a:lnTo>
                  <a:lnTo>
                    <a:pt x="23886" y="75003"/>
                  </a:lnTo>
                  <a:lnTo>
                    <a:pt x="23408" y="73570"/>
                  </a:lnTo>
                  <a:lnTo>
                    <a:pt x="22931" y="72615"/>
                  </a:lnTo>
                  <a:lnTo>
                    <a:pt x="21975" y="70704"/>
                  </a:lnTo>
                  <a:lnTo>
                    <a:pt x="21498" y="67837"/>
                  </a:lnTo>
                  <a:lnTo>
                    <a:pt x="21498" y="67837"/>
                  </a:lnTo>
                  <a:lnTo>
                    <a:pt x="21020" y="65927"/>
                  </a:lnTo>
                  <a:lnTo>
                    <a:pt x="17198" y="63060"/>
                  </a:lnTo>
                  <a:lnTo>
                    <a:pt x="15765" y="61149"/>
                  </a:lnTo>
                  <a:lnTo>
                    <a:pt x="13376" y="58761"/>
                  </a:lnTo>
                  <a:lnTo>
                    <a:pt x="10987" y="55417"/>
                  </a:lnTo>
                  <a:lnTo>
                    <a:pt x="8121" y="53028"/>
                  </a:lnTo>
                  <a:lnTo>
                    <a:pt x="8121" y="52550"/>
                  </a:lnTo>
                  <a:lnTo>
                    <a:pt x="7166" y="51117"/>
                  </a:lnTo>
                  <a:lnTo>
                    <a:pt x="7166" y="51117"/>
                  </a:lnTo>
                  <a:lnTo>
                    <a:pt x="6688" y="50639"/>
                  </a:lnTo>
                  <a:lnTo>
                    <a:pt x="6210" y="49684"/>
                  </a:lnTo>
                  <a:lnTo>
                    <a:pt x="7166" y="47773"/>
                  </a:lnTo>
                  <a:lnTo>
                    <a:pt x="6688" y="45862"/>
                  </a:lnTo>
                  <a:lnTo>
                    <a:pt x="5255" y="43473"/>
                  </a:lnTo>
                  <a:lnTo>
                    <a:pt x="4777" y="42040"/>
                  </a:lnTo>
                  <a:lnTo>
                    <a:pt x="4777" y="41562"/>
                  </a:lnTo>
                  <a:lnTo>
                    <a:pt x="5255" y="41085"/>
                  </a:lnTo>
                  <a:lnTo>
                    <a:pt x="5255" y="41085"/>
                  </a:lnTo>
                  <a:lnTo>
                    <a:pt x="4299" y="41085"/>
                  </a:lnTo>
                  <a:lnTo>
                    <a:pt x="2866" y="41085"/>
                  </a:lnTo>
                  <a:lnTo>
                    <a:pt x="1433" y="39651"/>
                  </a:lnTo>
                  <a:lnTo>
                    <a:pt x="0" y="37263"/>
                  </a:lnTo>
                  <a:lnTo>
                    <a:pt x="0" y="36785"/>
                  </a:lnTo>
                  <a:lnTo>
                    <a:pt x="0" y="36785"/>
                  </a:lnTo>
                  <a:lnTo>
                    <a:pt x="478" y="36785"/>
                  </a:lnTo>
                  <a:lnTo>
                    <a:pt x="1910" y="37263"/>
                  </a:lnTo>
                  <a:lnTo>
                    <a:pt x="2866" y="37263"/>
                  </a:lnTo>
                  <a:lnTo>
                    <a:pt x="3821" y="36785"/>
                  </a:lnTo>
                  <a:lnTo>
                    <a:pt x="3821" y="36785"/>
                  </a:lnTo>
                  <a:lnTo>
                    <a:pt x="5733" y="35830"/>
                  </a:lnTo>
                  <a:lnTo>
                    <a:pt x="7166" y="35830"/>
                  </a:lnTo>
                  <a:lnTo>
                    <a:pt x="7166" y="35352"/>
                  </a:lnTo>
                  <a:lnTo>
                    <a:pt x="7644" y="34874"/>
                  </a:lnTo>
                  <a:lnTo>
                    <a:pt x="6688" y="29141"/>
                  </a:lnTo>
                  <a:lnTo>
                    <a:pt x="6688" y="27708"/>
                  </a:lnTo>
                  <a:lnTo>
                    <a:pt x="8599" y="25320"/>
                  </a:lnTo>
                  <a:lnTo>
                    <a:pt x="8599" y="25320"/>
                  </a:lnTo>
                  <a:lnTo>
                    <a:pt x="8121" y="22453"/>
                  </a:lnTo>
                  <a:lnTo>
                    <a:pt x="8121" y="22453"/>
                  </a:lnTo>
                  <a:lnTo>
                    <a:pt x="8599" y="18631"/>
                  </a:lnTo>
                  <a:lnTo>
                    <a:pt x="10510" y="16243"/>
                  </a:lnTo>
                  <a:lnTo>
                    <a:pt x="10510" y="16243"/>
                  </a:lnTo>
                  <a:lnTo>
                    <a:pt x="11943" y="15287"/>
                  </a:lnTo>
                  <a:lnTo>
                    <a:pt x="11943" y="15287"/>
                  </a:lnTo>
                  <a:lnTo>
                    <a:pt x="12421" y="13854"/>
                  </a:lnTo>
                  <a:lnTo>
                    <a:pt x="12421" y="13376"/>
                  </a:lnTo>
                  <a:lnTo>
                    <a:pt x="12421" y="13376"/>
                  </a:lnTo>
                  <a:lnTo>
                    <a:pt x="13376" y="12898"/>
                  </a:lnTo>
                  <a:lnTo>
                    <a:pt x="14332" y="12898"/>
                  </a:lnTo>
                  <a:lnTo>
                    <a:pt x="17198" y="14332"/>
                  </a:lnTo>
                  <a:lnTo>
                    <a:pt x="18153" y="14332"/>
                  </a:lnTo>
                  <a:lnTo>
                    <a:pt x="19587" y="14332"/>
                  </a:lnTo>
                  <a:lnTo>
                    <a:pt x="21498" y="14332"/>
                  </a:lnTo>
                  <a:lnTo>
                    <a:pt x="21975" y="14332"/>
                  </a:lnTo>
                  <a:lnTo>
                    <a:pt x="27230" y="12898"/>
                  </a:lnTo>
                  <a:lnTo>
                    <a:pt x="28664" y="12898"/>
                  </a:lnTo>
                  <a:lnTo>
                    <a:pt x="29619" y="12898"/>
                  </a:lnTo>
                  <a:lnTo>
                    <a:pt x="30574" y="12898"/>
                  </a:lnTo>
                  <a:lnTo>
                    <a:pt x="31530" y="11943"/>
                  </a:lnTo>
                  <a:lnTo>
                    <a:pt x="32008" y="10988"/>
                  </a:lnTo>
                  <a:lnTo>
                    <a:pt x="32008" y="10988"/>
                  </a:lnTo>
                  <a:lnTo>
                    <a:pt x="32485" y="7644"/>
                  </a:lnTo>
                  <a:lnTo>
                    <a:pt x="32963" y="7166"/>
                  </a:lnTo>
                  <a:lnTo>
                    <a:pt x="32963" y="7166"/>
                  </a:lnTo>
                  <a:lnTo>
                    <a:pt x="33441" y="6688"/>
                  </a:lnTo>
                  <a:lnTo>
                    <a:pt x="34874" y="6210"/>
                  </a:lnTo>
                  <a:lnTo>
                    <a:pt x="36307" y="6210"/>
                  </a:lnTo>
                  <a:lnTo>
                    <a:pt x="37740" y="6688"/>
                  </a:lnTo>
                  <a:lnTo>
                    <a:pt x="38696" y="6688"/>
                  </a:lnTo>
                  <a:lnTo>
                    <a:pt x="40129" y="6688"/>
                  </a:lnTo>
                  <a:lnTo>
                    <a:pt x="41085" y="6210"/>
                  </a:lnTo>
                  <a:lnTo>
                    <a:pt x="41562" y="5733"/>
                  </a:lnTo>
                  <a:lnTo>
                    <a:pt x="42040" y="5733"/>
                  </a:lnTo>
                  <a:lnTo>
                    <a:pt x="42040" y="4777"/>
                  </a:lnTo>
                  <a:lnTo>
                    <a:pt x="42040" y="3344"/>
                  </a:lnTo>
                  <a:lnTo>
                    <a:pt x="41085" y="1433"/>
                  </a:lnTo>
                  <a:lnTo>
                    <a:pt x="41085" y="1433"/>
                  </a:lnTo>
                  <a:lnTo>
                    <a:pt x="41085" y="1433"/>
                  </a:lnTo>
                  <a:lnTo>
                    <a:pt x="42517" y="1911"/>
                  </a:lnTo>
                  <a:lnTo>
                    <a:pt x="44906" y="2389"/>
                  </a:lnTo>
                  <a:lnTo>
                    <a:pt x="46340" y="1911"/>
                  </a:lnTo>
                  <a:lnTo>
                    <a:pt x="47295" y="1911"/>
                  </a:lnTo>
                  <a:lnTo>
                    <a:pt x="48728" y="955"/>
                  </a:lnTo>
                  <a:lnTo>
                    <a:pt x="49683" y="0"/>
                  </a:lnTo>
                  <a:lnTo>
                    <a:pt x="51117" y="478"/>
                  </a:lnTo>
                  <a:lnTo>
                    <a:pt x="52072" y="955"/>
                  </a:lnTo>
                  <a:lnTo>
                    <a:pt x="5446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1" name="Freeform 5450">
              <a:extLst>
                <a:ext uri="{FF2B5EF4-FFF2-40B4-BE49-F238E27FC236}">
                  <a16:creationId xmlns:a16="http://schemas.microsoft.com/office/drawing/2014/main" id="{FDDE6C72-6940-D88D-2D1B-1A1E8A8EE059}"/>
                </a:ext>
              </a:extLst>
            </p:cNvPr>
            <p:cNvSpPr/>
            <p:nvPr/>
          </p:nvSpPr>
          <p:spPr>
            <a:xfrm>
              <a:off x="7911848" y="4513229"/>
              <a:ext cx="3344" cy="3344"/>
            </a:xfrm>
            <a:custGeom>
              <a:avLst/>
              <a:gdLst>
                <a:gd name="csX0" fmla="*/ 3344 w 3344"/>
                <a:gd name="csY0" fmla="*/ 2867 h 3344"/>
                <a:gd name="csX1" fmla="*/ 3344 w 3344"/>
                <a:gd name="csY1" fmla="*/ 3344 h 3344"/>
                <a:gd name="csX2" fmla="*/ 1911 w 3344"/>
                <a:gd name="csY2" fmla="*/ 3344 h 3344"/>
                <a:gd name="csX3" fmla="*/ 1911 w 3344"/>
                <a:gd name="csY3" fmla="*/ 3344 h 3344"/>
                <a:gd name="csX4" fmla="*/ 478 w 3344"/>
                <a:gd name="csY4" fmla="*/ 3344 h 3344"/>
                <a:gd name="csX5" fmla="*/ 0 w 3344"/>
                <a:gd name="csY5" fmla="*/ 478 h 3344"/>
                <a:gd name="csX6" fmla="*/ 0 w 3344"/>
                <a:gd name="csY6" fmla="*/ 0 h 3344"/>
                <a:gd name="csX7" fmla="*/ 956 w 3344"/>
                <a:gd name="csY7" fmla="*/ 0 h 3344"/>
                <a:gd name="csX8" fmla="*/ 1911 w 3344"/>
                <a:gd name="csY8" fmla="*/ 1433 h 3344"/>
                <a:gd name="csX9" fmla="*/ 2866 w 3344"/>
                <a:gd name="csY9" fmla="*/ 2389 h 3344"/>
                <a:gd name="csX10" fmla="*/ 3344 w 3344"/>
                <a:gd name="csY10" fmla="*/ 2867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4" h="3344">
                  <a:moveTo>
                    <a:pt x="3344" y="2867"/>
                  </a:moveTo>
                  <a:lnTo>
                    <a:pt x="3344" y="3344"/>
                  </a:lnTo>
                  <a:lnTo>
                    <a:pt x="1911" y="3344"/>
                  </a:lnTo>
                  <a:lnTo>
                    <a:pt x="1911" y="3344"/>
                  </a:lnTo>
                  <a:lnTo>
                    <a:pt x="478" y="3344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1911" y="1433"/>
                  </a:lnTo>
                  <a:lnTo>
                    <a:pt x="2866" y="2389"/>
                  </a:lnTo>
                  <a:lnTo>
                    <a:pt x="3344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2" name="Freeform 5451">
              <a:extLst>
                <a:ext uri="{FF2B5EF4-FFF2-40B4-BE49-F238E27FC236}">
                  <a16:creationId xmlns:a16="http://schemas.microsoft.com/office/drawing/2014/main" id="{3EA1BA9E-7D87-AEB1-B587-E9A38526566B}"/>
                </a:ext>
              </a:extLst>
            </p:cNvPr>
            <p:cNvSpPr/>
            <p:nvPr/>
          </p:nvSpPr>
          <p:spPr>
            <a:xfrm>
              <a:off x="7917103" y="4521829"/>
              <a:ext cx="1433" cy="2388"/>
            </a:xfrm>
            <a:custGeom>
              <a:avLst/>
              <a:gdLst>
                <a:gd name="csX0" fmla="*/ 1433 w 1433"/>
                <a:gd name="csY0" fmla="*/ 0 h 2388"/>
                <a:gd name="csX1" fmla="*/ 956 w 1433"/>
                <a:gd name="csY1" fmla="*/ 2389 h 2388"/>
                <a:gd name="csX2" fmla="*/ 0 w 1433"/>
                <a:gd name="csY2" fmla="*/ 1433 h 2388"/>
                <a:gd name="csX3" fmla="*/ 478 w 1433"/>
                <a:gd name="csY3" fmla="*/ 478 h 2388"/>
                <a:gd name="csX4" fmla="*/ 478 w 1433"/>
                <a:gd name="csY4" fmla="*/ 0 h 2388"/>
                <a:gd name="csX5" fmla="*/ 1433 w 1433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2388">
                  <a:moveTo>
                    <a:pt x="1433" y="0"/>
                  </a:moveTo>
                  <a:lnTo>
                    <a:pt x="956" y="2389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3" name="Freeform 5452">
              <a:extLst>
                <a:ext uri="{FF2B5EF4-FFF2-40B4-BE49-F238E27FC236}">
                  <a16:creationId xmlns:a16="http://schemas.microsoft.com/office/drawing/2014/main" id="{962003A7-1706-5A8E-2E2A-3AD6422465EE}"/>
                </a:ext>
              </a:extLst>
            </p:cNvPr>
            <p:cNvSpPr/>
            <p:nvPr/>
          </p:nvSpPr>
          <p:spPr>
            <a:xfrm>
              <a:off x="7866464" y="4556703"/>
              <a:ext cx="1911" cy="1910"/>
            </a:xfrm>
            <a:custGeom>
              <a:avLst/>
              <a:gdLst>
                <a:gd name="csX0" fmla="*/ 1911 w 1911"/>
                <a:gd name="csY0" fmla="*/ 1911 h 1910"/>
                <a:gd name="csX1" fmla="*/ 1911 w 1911"/>
                <a:gd name="csY1" fmla="*/ 1911 h 1910"/>
                <a:gd name="csX2" fmla="*/ 956 w 1911"/>
                <a:gd name="csY2" fmla="*/ 1433 h 1910"/>
                <a:gd name="csX3" fmla="*/ 478 w 1911"/>
                <a:gd name="csY3" fmla="*/ 956 h 1910"/>
                <a:gd name="csX4" fmla="*/ 0 w 1911"/>
                <a:gd name="csY4" fmla="*/ 0 h 1910"/>
                <a:gd name="csX5" fmla="*/ 1433 w 1911"/>
                <a:gd name="csY5" fmla="*/ 0 h 1910"/>
                <a:gd name="csX6" fmla="*/ 1911 w 1911"/>
                <a:gd name="csY6" fmla="*/ 956 h 1910"/>
                <a:gd name="csX7" fmla="*/ 1911 w 1911"/>
                <a:gd name="csY7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1910">
                  <a:moveTo>
                    <a:pt x="1911" y="1911"/>
                  </a:moveTo>
                  <a:lnTo>
                    <a:pt x="1911" y="1911"/>
                  </a:lnTo>
                  <a:lnTo>
                    <a:pt x="956" y="1433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0"/>
                  </a:lnTo>
                  <a:lnTo>
                    <a:pt x="1911" y="956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4" name="Freeform 5453">
              <a:extLst>
                <a:ext uri="{FF2B5EF4-FFF2-40B4-BE49-F238E27FC236}">
                  <a16:creationId xmlns:a16="http://schemas.microsoft.com/office/drawing/2014/main" id="{5C4A5B4B-8F7F-03FE-33B6-77FECFAAD7EC}"/>
                </a:ext>
              </a:extLst>
            </p:cNvPr>
            <p:cNvSpPr/>
            <p:nvPr/>
          </p:nvSpPr>
          <p:spPr>
            <a:xfrm>
              <a:off x="7865509" y="4560525"/>
              <a:ext cx="2866" cy="2866"/>
            </a:xfrm>
            <a:custGeom>
              <a:avLst/>
              <a:gdLst>
                <a:gd name="csX0" fmla="*/ 2866 w 2866"/>
                <a:gd name="csY0" fmla="*/ 0 h 2866"/>
                <a:gd name="csX1" fmla="*/ 2866 w 2866"/>
                <a:gd name="csY1" fmla="*/ 956 h 2866"/>
                <a:gd name="csX2" fmla="*/ 2389 w 2866"/>
                <a:gd name="csY2" fmla="*/ 2389 h 2866"/>
                <a:gd name="csX3" fmla="*/ 478 w 2866"/>
                <a:gd name="csY3" fmla="*/ 2866 h 2866"/>
                <a:gd name="csX4" fmla="*/ 0 w 2866"/>
                <a:gd name="csY4" fmla="*/ 1911 h 2866"/>
                <a:gd name="csX5" fmla="*/ 0 w 2866"/>
                <a:gd name="csY5" fmla="*/ 478 h 2866"/>
                <a:gd name="csX6" fmla="*/ 478 w 2866"/>
                <a:gd name="csY6" fmla="*/ 0 h 2866"/>
                <a:gd name="csX7" fmla="*/ 2389 w 2866"/>
                <a:gd name="csY7" fmla="*/ 0 h 2866"/>
                <a:gd name="csX8" fmla="*/ 2866 w 2866"/>
                <a:gd name="csY8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866">
                  <a:moveTo>
                    <a:pt x="2866" y="0"/>
                  </a:moveTo>
                  <a:lnTo>
                    <a:pt x="2866" y="956"/>
                  </a:lnTo>
                  <a:lnTo>
                    <a:pt x="2389" y="2389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5" name="Freeform 5454">
              <a:extLst>
                <a:ext uri="{FF2B5EF4-FFF2-40B4-BE49-F238E27FC236}">
                  <a16:creationId xmlns:a16="http://schemas.microsoft.com/office/drawing/2014/main" id="{12A4F1D1-D73A-A0D5-4030-919B08D81338}"/>
                </a:ext>
              </a:extLst>
            </p:cNvPr>
            <p:cNvSpPr/>
            <p:nvPr/>
          </p:nvSpPr>
          <p:spPr>
            <a:xfrm>
              <a:off x="7832068" y="4568646"/>
              <a:ext cx="1432" cy="1910"/>
            </a:xfrm>
            <a:custGeom>
              <a:avLst/>
              <a:gdLst>
                <a:gd name="csX0" fmla="*/ 1433 w 1432"/>
                <a:gd name="csY0" fmla="*/ 1433 h 1910"/>
                <a:gd name="csX1" fmla="*/ 0 w 1432"/>
                <a:gd name="csY1" fmla="*/ 1911 h 1910"/>
                <a:gd name="csX2" fmla="*/ 478 w 1432"/>
                <a:gd name="csY2" fmla="*/ 956 h 1910"/>
                <a:gd name="csX3" fmla="*/ 478 w 1432"/>
                <a:gd name="csY3" fmla="*/ 478 h 1910"/>
                <a:gd name="csX4" fmla="*/ 955 w 1432"/>
                <a:gd name="csY4" fmla="*/ 0 h 1910"/>
                <a:gd name="csX5" fmla="*/ 1433 w 1432"/>
                <a:gd name="csY5" fmla="*/ 956 h 1910"/>
                <a:gd name="csX6" fmla="*/ 1433 w 1432"/>
                <a:gd name="csY6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2" h="1910">
                  <a:moveTo>
                    <a:pt x="1433" y="1433"/>
                  </a:moveTo>
                  <a:lnTo>
                    <a:pt x="0" y="1911"/>
                  </a:lnTo>
                  <a:lnTo>
                    <a:pt x="478" y="956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1433" y="956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6" name="Freeform 5455">
              <a:extLst>
                <a:ext uri="{FF2B5EF4-FFF2-40B4-BE49-F238E27FC236}">
                  <a16:creationId xmlns:a16="http://schemas.microsoft.com/office/drawing/2014/main" id="{E7696D53-99AF-1755-3619-B3758558F409}"/>
                </a:ext>
              </a:extLst>
            </p:cNvPr>
            <p:cNvSpPr/>
            <p:nvPr/>
          </p:nvSpPr>
          <p:spPr>
            <a:xfrm>
              <a:off x="7832545" y="4586322"/>
              <a:ext cx="3343" cy="7165"/>
            </a:xfrm>
            <a:custGeom>
              <a:avLst/>
              <a:gdLst>
                <a:gd name="csX0" fmla="*/ 2866 w 3343"/>
                <a:gd name="csY0" fmla="*/ 4777 h 7165"/>
                <a:gd name="csX1" fmla="*/ 2389 w 3343"/>
                <a:gd name="csY1" fmla="*/ 6210 h 7165"/>
                <a:gd name="csX2" fmla="*/ 1911 w 3343"/>
                <a:gd name="csY2" fmla="*/ 6210 h 7165"/>
                <a:gd name="csX3" fmla="*/ 955 w 3343"/>
                <a:gd name="csY3" fmla="*/ 7166 h 7165"/>
                <a:gd name="csX4" fmla="*/ 478 w 3343"/>
                <a:gd name="csY4" fmla="*/ 7166 h 7165"/>
                <a:gd name="csX5" fmla="*/ 0 w 3343"/>
                <a:gd name="csY5" fmla="*/ 4777 h 7165"/>
                <a:gd name="csX6" fmla="*/ 478 w 3343"/>
                <a:gd name="csY6" fmla="*/ 955 h 7165"/>
                <a:gd name="csX7" fmla="*/ 955 w 3343"/>
                <a:gd name="csY7" fmla="*/ 0 h 7165"/>
                <a:gd name="csX8" fmla="*/ 1433 w 3343"/>
                <a:gd name="csY8" fmla="*/ 955 h 7165"/>
                <a:gd name="csX9" fmla="*/ 3344 w 3343"/>
                <a:gd name="csY9" fmla="*/ 1433 h 7165"/>
                <a:gd name="csX10" fmla="*/ 2389 w 3343"/>
                <a:gd name="csY10" fmla="*/ 3822 h 7165"/>
                <a:gd name="csX11" fmla="*/ 2866 w 3343"/>
                <a:gd name="csY11" fmla="*/ 4777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3" h="7165">
                  <a:moveTo>
                    <a:pt x="2866" y="4777"/>
                  </a:moveTo>
                  <a:lnTo>
                    <a:pt x="2389" y="6210"/>
                  </a:lnTo>
                  <a:lnTo>
                    <a:pt x="1911" y="6210"/>
                  </a:lnTo>
                  <a:lnTo>
                    <a:pt x="955" y="7166"/>
                  </a:lnTo>
                  <a:lnTo>
                    <a:pt x="478" y="7166"/>
                  </a:lnTo>
                  <a:lnTo>
                    <a:pt x="0" y="4777"/>
                  </a:lnTo>
                  <a:lnTo>
                    <a:pt x="478" y="955"/>
                  </a:lnTo>
                  <a:lnTo>
                    <a:pt x="955" y="0"/>
                  </a:lnTo>
                  <a:lnTo>
                    <a:pt x="1433" y="955"/>
                  </a:lnTo>
                  <a:lnTo>
                    <a:pt x="3344" y="1433"/>
                  </a:lnTo>
                  <a:lnTo>
                    <a:pt x="2389" y="3822"/>
                  </a:lnTo>
                  <a:lnTo>
                    <a:pt x="286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7" name="Freeform 5456">
              <a:extLst>
                <a:ext uri="{FF2B5EF4-FFF2-40B4-BE49-F238E27FC236}">
                  <a16:creationId xmlns:a16="http://schemas.microsoft.com/office/drawing/2014/main" id="{CBF85D99-FBE8-9F78-6105-1C8B07BD30F2}"/>
                </a:ext>
              </a:extLst>
            </p:cNvPr>
            <p:cNvSpPr/>
            <p:nvPr/>
          </p:nvSpPr>
          <p:spPr>
            <a:xfrm>
              <a:off x="7837800" y="4587755"/>
              <a:ext cx="1433" cy="3344"/>
            </a:xfrm>
            <a:custGeom>
              <a:avLst/>
              <a:gdLst>
                <a:gd name="csX0" fmla="*/ 956 w 1433"/>
                <a:gd name="csY0" fmla="*/ 2866 h 3344"/>
                <a:gd name="csX1" fmla="*/ 956 w 1433"/>
                <a:gd name="csY1" fmla="*/ 3344 h 3344"/>
                <a:gd name="csX2" fmla="*/ 0 w 1433"/>
                <a:gd name="csY2" fmla="*/ 0 h 3344"/>
                <a:gd name="csX3" fmla="*/ 1433 w 1433"/>
                <a:gd name="csY3" fmla="*/ 478 h 3344"/>
                <a:gd name="csX4" fmla="*/ 956 w 1433"/>
                <a:gd name="csY4" fmla="*/ 286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3344">
                  <a:moveTo>
                    <a:pt x="956" y="2866"/>
                  </a:moveTo>
                  <a:lnTo>
                    <a:pt x="956" y="3344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95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8" name="Freeform 5457">
              <a:extLst>
                <a:ext uri="{FF2B5EF4-FFF2-40B4-BE49-F238E27FC236}">
                  <a16:creationId xmlns:a16="http://schemas.microsoft.com/office/drawing/2014/main" id="{BD544EE6-1B3F-9E99-1C61-6E20C24A6C28}"/>
                </a:ext>
              </a:extLst>
            </p:cNvPr>
            <p:cNvSpPr/>
            <p:nvPr/>
          </p:nvSpPr>
          <p:spPr>
            <a:xfrm>
              <a:off x="7847833" y="4596354"/>
              <a:ext cx="1433" cy="2866"/>
            </a:xfrm>
            <a:custGeom>
              <a:avLst/>
              <a:gdLst>
                <a:gd name="csX0" fmla="*/ 956 w 1433"/>
                <a:gd name="csY0" fmla="*/ 478 h 2866"/>
                <a:gd name="csX1" fmla="*/ 1433 w 1433"/>
                <a:gd name="csY1" fmla="*/ 2866 h 2866"/>
                <a:gd name="csX2" fmla="*/ 478 w 1433"/>
                <a:gd name="csY2" fmla="*/ 2389 h 2866"/>
                <a:gd name="csX3" fmla="*/ 0 w 1433"/>
                <a:gd name="csY3" fmla="*/ 1433 h 2866"/>
                <a:gd name="csX4" fmla="*/ 0 w 1433"/>
                <a:gd name="csY4" fmla="*/ 0 h 2866"/>
                <a:gd name="csX5" fmla="*/ 0 w 1433"/>
                <a:gd name="csY5" fmla="*/ 0 h 2866"/>
                <a:gd name="csX6" fmla="*/ 956 w 1433"/>
                <a:gd name="csY6" fmla="*/ 478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2866">
                  <a:moveTo>
                    <a:pt x="956" y="478"/>
                  </a:moveTo>
                  <a:lnTo>
                    <a:pt x="1433" y="2866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9" name="Freeform 5458">
              <a:extLst>
                <a:ext uri="{FF2B5EF4-FFF2-40B4-BE49-F238E27FC236}">
                  <a16:creationId xmlns:a16="http://schemas.microsoft.com/office/drawing/2014/main" id="{32768BF9-0A3B-A73E-AFF5-8E6992FD3AB8}"/>
                </a:ext>
              </a:extLst>
            </p:cNvPr>
            <p:cNvSpPr/>
            <p:nvPr/>
          </p:nvSpPr>
          <p:spPr>
            <a:xfrm>
              <a:off x="7858821" y="4613075"/>
              <a:ext cx="1911" cy="3344"/>
            </a:xfrm>
            <a:custGeom>
              <a:avLst/>
              <a:gdLst>
                <a:gd name="csX0" fmla="*/ 1433 w 1911"/>
                <a:gd name="csY0" fmla="*/ 3344 h 3344"/>
                <a:gd name="csX1" fmla="*/ 955 w 1911"/>
                <a:gd name="csY1" fmla="*/ 3344 h 3344"/>
                <a:gd name="csX2" fmla="*/ 0 w 1911"/>
                <a:gd name="csY2" fmla="*/ 1911 h 3344"/>
                <a:gd name="csX3" fmla="*/ 955 w 1911"/>
                <a:gd name="csY3" fmla="*/ 0 h 3344"/>
                <a:gd name="csX4" fmla="*/ 1911 w 1911"/>
                <a:gd name="csY4" fmla="*/ 2389 h 3344"/>
                <a:gd name="csX5" fmla="*/ 1433 w 1911"/>
                <a:gd name="csY5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1" h="3344">
                  <a:moveTo>
                    <a:pt x="1433" y="3344"/>
                  </a:moveTo>
                  <a:lnTo>
                    <a:pt x="955" y="3344"/>
                  </a:lnTo>
                  <a:lnTo>
                    <a:pt x="0" y="1911"/>
                  </a:lnTo>
                  <a:lnTo>
                    <a:pt x="955" y="0"/>
                  </a:lnTo>
                  <a:lnTo>
                    <a:pt x="1911" y="2389"/>
                  </a:lnTo>
                  <a:lnTo>
                    <a:pt x="1433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0" name="Freeform 5459">
              <a:extLst>
                <a:ext uri="{FF2B5EF4-FFF2-40B4-BE49-F238E27FC236}">
                  <a16:creationId xmlns:a16="http://schemas.microsoft.com/office/drawing/2014/main" id="{4CD01059-3996-CB73-58E2-31F5F9852DCE}"/>
                </a:ext>
              </a:extLst>
            </p:cNvPr>
            <p:cNvSpPr/>
            <p:nvPr/>
          </p:nvSpPr>
          <p:spPr>
            <a:xfrm>
              <a:off x="7257359" y="3926100"/>
              <a:ext cx="1433" cy="3821"/>
            </a:xfrm>
            <a:custGeom>
              <a:avLst/>
              <a:gdLst>
                <a:gd name="csX0" fmla="*/ 0 w 1433"/>
                <a:gd name="csY0" fmla="*/ 3822 h 3821"/>
                <a:gd name="csX1" fmla="*/ 0 w 1433"/>
                <a:gd name="csY1" fmla="*/ 3822 h 3821"/>
                <a:gd name="csX2" fmla="*/ 956 w 1433"/>
                <a:gd name="csY2" fmla="*/ 2866 h 3821"/>
                <a:gd name="csX3" fmla="*/ 956 w 1433"/>
                <a:gd name="csY3" fmla="*/ 478 h 3821"/>
                <a:gd name="csX4" fmla="*/ 1433 w 1433"/>
                <a:gd name="csY4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3" h="3821">
                  <a:moveTo>
                    <a:pt x="0" y="3822"/>
                  </a:moveTo>
                  <a:lnTo>
                    <a:pt x="0" y="3822"/>
                  </a:lnTo>
                  <a:lnTo>
                    <a:pt x="956" y="2866"/>
                  </a:lnTo>
                  <a:lnTo>
                    <a:pt x="956" y="478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1" name="Freeform 5460">
              <a:extLst>
                <a:ext uri="{FF2B5EF4-FFF2-40B4-BE49-F238E27FC236}">
                  <a16:creationId xmlns:a16="http://schemas.microsoft.com/office/drawing/2014/main" id="{D808A9D7-A407-7125-A2E1-E482298D355C}"/>
                </a:ext>
              </a:extLst>
            </p:cNvPr>
            <p:cNvSpPr/>
            <p:nvPr/>
          </p:nvSpPr>
          <p:spPr>
            <a:xfrm>
              <a:off x="7256404" y="3930399"/>
              <a:ext cx="1911" cy="6210"/>
            </a:xfrm>
            <a:custGeom>
              <a:avLst/>
              <a:gdLst>
                <a:gd name="csX0" fmla="*/ 1433 w 1911"/>
                <a:gd name="csY0" fmla="*/ 6211 h 6210"/>
                <a:gd name="csX1" fmla="*/ 1433 w 1911"/>
                <a:gd name="csY1" fmla="*/ 6211 h 6210"/>
                <a:gd name="csX2" fmla="*/ 1911 w 1911"/>
                <a:gd name="csY2" fmla="*/ 5733 h 6210"/>
                <a:gd name="csX3" fmla="*/ 0 w 1911"/>
                <a:gd name="csY3" fmla="*/ 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11" h="6210">
                  <a:moveTo>
                    <a:pt x="1433" y="6211"/>
                  </a:moveTo>
                  <a:lnTo>
                    <a:pt x="1433" y="6211"/>
                  </a:lnTo>
                  <a:lnTo>
                    <a:pt x="1911" y="5733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2" name="Freeform 5461">
              <a:extLst>
                <a:ext uri="{FF2B5EF4-FFF2-40B4-BE49-F238E27FC236}">
                  <a16:creationId xmlns:a16="http://schemas.microsoft.com/office/drawing/2014/main" id="{64431CFF-444C-1E4C-9948-6C861805284B}"/>
                </a:ext>
              </a:extLst>
            </p:cNvPr>
            <p:cNvSpPr/>
            <p:nvPr/>
          </p:nvSpPr>
          <p:spPr>
            <a:xfrm>
              <a:off x="7256404" y="3937088"/>
              <a:ext cx="955" cy="1910"/>
            </a:xfrm>
            <a:custGeom>
              <a:avLst/>
              <a:gdLst>
                <a:gd name="csX0" fmla="*/ 955 w 955"/>
                <a:gd name="csY0" fmla="*/ 1911 h 1910"/>
                <a:gd name="csX1" fmla="*/ 0 w 955"/>
                <a:gd name="csY1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1910">
                  <a:moveTo>
                    <a:pt x="955" y="1911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3" name="Freeform 5462">
              <a:extLst>
                <a:ext uri="{FF2B5EF4-FFF2-40B4-BE49-F238E27FC236}">
                  <a16:creationId xmlns:a16="http://schemas.microsoft.com/office/drawing/2014/main" id="{7DE04242-55B4-3112-E269-6B3708BDA2B9}"/>
                </a:ext>
              </a:extLst>
            </p:cNvPr>
            <p:cNvSpPr/>
            <p:nvPr/>
          </p:nvSpPr>
          <p:spPr>
            <a:xfrm>
              <a:off x="7244461" y="3939954"/>
              <a:ext cx="477" cy="955"/>
            </a:xfrm>
            <a:custGeom>
              <a:avLst/>
              <a:gdLst>
                <a:gd name="csX0" fmla="*/ 478 w 477"/>
                <a:gd name="csY0" fmla="*/ 956 h 955"/>
                <a:gd name="csX1" fmla="*/ 0 w 477"/>
                <a:gd name="csY1" fmla="*/ 478 h 955"/>
                <a:gd name="csX2" fmla="*/ 478 w 4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478" y="956"/>
                  </a:moveTo>
                  <a:lnTo>
                    <a:pt x="0" y="478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4" name="Freeform 5463">
              <a:extLst>
                <a:ext uri="{FF2B5EF4-FFF2-40B4-BE49-F238E27FC236}">
                  <a16:creationId xmlns:a16="http://schemas.microsoft.com/office/drawing/2014/main" id="{6EECB53C-44D8-30EC-0D3F-6EBF02AADC3F}"/>
                </a:ext>
              </a:extLst>
            </p:cNvPr>
            <p:cNvSpPr/>
            <p:nvPr/>
          </p:nvSpPr>
          <p:spPr>
            <a:xfrm>
              <a:off x="7251149" y="3940910"/>
              <a:ext cx="477" cy="1433"/>
            </a:xfrm>
            <a:custGeom>
              <a:avLst/>
              <a:gdLst>
                <a:gd name="csX0" fmla="*/ 0 w 477"/>
                <a:gd name="csY0" fmla="*/ 1433 h 1433"/>
                <a:gd name="csX1" fmla="*/ 0 w 477"/>
                <a:gd name="csY1" fmla="*/ 1433 h 1433"/>
                <a:gd name="csX2" fmla="*/ 478 w 477"/>
                <a:gd name="csY2" fmla="*/ 956 h 1433"/>
                <a:gd name="csX3" fmla="*/ 478 w 477"/>
                <a:gd name="csY3" fmla="*/ 0 h 1433"/>
                <a:gd name="csX4" fmla="*/ 478 w 477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7" h="1433">
                  <a:moveTo>
                    <a:pt x="0" y="1433"/>
                  </a:moveTo>
                  <a:lnTo>
                    <a:pt x="0" y="1433"/>
                  </a:lnTo>
                  <a:lnTo>
                    <a:pt x="478" y="956"/>
                  </a:lnTo>
                  <a:lnTo>
                    <a:pt x="478" y="0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5" name="Freeform 5464">
              <a:extLst>
                <a:ext uri="{FF2B5EF4-FFF2-40B4-BE49-F238E27FC236}">
                  <a16:creationId xmlns:a16="http://schemas.microsoft.com/office/drawing/2014/main" id="{D8BD45D2-7A12-21A3-6A9C-7843478ABD90}"/>
                </a:ext>
              </a:extLst>
            </p:cNvPr>
            <p:cNvSpPr/>
            <p:nvPr/>
          </p:nvSpPr>
          <p:spPr>
            <a:xfrm>
              <a:off x="7247805" y="3942821"/>
              <a:ext cx="1911" cy="3821"/>
            </a:xfrm>
            <a:custGeom>
              <a:avLst/>
              <a:gdLst>
                <a:gd name="csX0" fmla="*/ 1433 w 1911"/>
                <a:gd name="csY0" fmla="*/ 3822 h 3821"/>
                <a:gd name="csX1" fmla="*/ 1911 w 1911"/>
                <a:gd name="csY1" fmla="*/ 3344 h 3821"/>
                <a:gd name="csX2" fmla="*/ 1433 w 1911"/>
                <a:gd name="csY2" fmla="*/ 2866 h 3821"/>
                <a:gd name="csX3" fmla="*/ 1433 w 1911"/>
                <a:gd name="csY3" fmla="*/ 2866 h 3821"/>
                <a:gd name="csX4" fmla="*/ 956 w 1911"/>
                <a:gd name="csY4" fmla="*/ 1911 h 3821"/>
                <a:gd name="csX5" fmla="*/ 0 w 1911"/>
                <a:gd name="csY5" fmla="*/ 478 h 3821"/>
                <a:gd name="csX6" fmla="*/ 0 w 1911"/>
                <a:gd name="csY6" fmla="*/ 478 h 3821"/>
                <a:gd name="csX7" fmla="*/ 478 w 1911"/>
                <a:gd name="csY7" fmla="*/ 0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1" h="3821">
                  <a:moveTo>
                    <a:pt x="1433" y="3822"/>
                  </a:moveTo>
                  <a:lnTo>
                    <a:pt x="1911" y="3344"/>
                  </a:lnTo>
                  <a:lnTo>
                    <a:pt x="1433" y="2866"/>
                  </a:lnTo>
                  <a:lnTo>
                    <a:pt x="1433" y="2866"/>
                  </a:lnTo>
                  <a:lnTo>
                    <a:pt x="956" y="1911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6" name="Freeform 5465">
              <a:extLst>
                <a:ext uri="{FF2B5EF4-FFF2-40B4-BE49-F238E27FC236}">
                  <a16:creationId xmlns:a16="http://schemas.microsoft.com/office/drawing/2014/main" id="{1EAE6CC4-15D9-A1C8-D36D-F47B39169AD8}"/>
                </a:ext>
              </a:extLst>
            </p:cNvPr>
            <p:cNvSpPr/>
            <p:nvPr/>
          </p:nvSpPr>
          <p:spPr>
            <a:xfrm>
              <a:off x="7246849" y="3946165"/>
              <a:ext cx="955" cy="1433"/>
            </a:xfrm>
            <a:custGeom>
              <a:avLst/>
              <a:gdLst>
                <a:gd name="csX0" fmla="*/ 0 w 955"/>
                <a:gd name="csY0" fmla="*/ 1433 h 1433"/>
                <a:gd name="csX1" fmla="*/ 478 w 955"/>
                <a:gd name="csY1" fmla="*/ 955 h 1433"/>
                <a:gd name="csX2" fmla="*/ 478 w 955"/>
                <a:gd name="csY2" fmla="*/ 478 h 1433"/>
                <a:gd name="csX3" fmla="*/ 955 w 955"/>
                <a:gd name="csY3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5" h="1433">
                  <a:moveTo>
                    <a:pt x="0" y="1433"/>
                  </a:moveTo>
                  <a:lnTo>
                    <a:pt x="478" y="955"/>
                  </a:lnTo>
                  <a:lnTo>
                    <a:pt x="478" y="478"/>
                  </a:lnTo>
                  <a:lnTo>
                    <a:pt x="955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7" name="Freeform 5466">
              <a:extLst>
                <a:ext uri="{FF2B5EF4-FFF2-40B4-BE49-F238E27FC236}">
                  <a16:creationId xmlns:a16="http://schemas.microsoft.com/office/drawing/2014/main" id="{95E6E748-E37D-9725-3FAD-AA89E5A8113B}"/>
                </a:ext>
              </a:extLst>
            </p:cNvPr>
            <p:cNvSpPr/>
            <p:nvPr/>
          </p:nvSpPr>
          <p:spPr>
            <a:xfrm>
              <a:off x="7242550" y="3947598"/>
              <a:ext cx="2388" cy="6688"/>
            </a:xfrm>
            <a:custGeom>
              <a:avLst/>
              <a:gdLst>
                <a:gd name="csX0" fmla="*/ 0 w 2388"/>
                <a:gd name="csY0" fmla="*/ 6688 h 6688"/>
                <a:gd name="csX1" fmla="*/ 1433 w 2388"/>
                <a:gd name="csY1" fmla="*/ 4777 h 6688"/>
                <a:gd name="csX2" fmla="*/ 1911 w 2388"/>
                <a:gd name="csY2" fmla="*/ 2389 h 6688"/>
                <a:gd name="csX3" fmla="*/ 2389 w 2388"/>
                <a:gd name="csY3" fmla="*/ 0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8" h="6688">
                  <a:moveTo>
                    <a:pt x="0" y="6688"/>
                  </a:moveTo>
                  <a:lnTo>
                    <a:pt x="1433" y="4777"/>
                  </a:lnTo>
                  <a:lnTo>
                    <a:pt x="1911" y="2389"/>
                  </a:lnTo>
                  <a:lnTo>
                    <a:pt x="2389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8" name="Freeform 5467">
              <a:extLst>
                <a:ext uri="{FF2B5EF4-FFF2-40B4-BE49-F238E27FC236}">
                  <a16:creationId xmlns:a16="http://schemas.microsoft.com/office/drawing/2014/main" id="{C375315C-0E69-643E-DC8C-068F4512A057}"/>
                </a:ext>
              </a:extLst>
            </p:cNvPr>
            <p:cNvSpPr/>
            <p:nvPr/>
          </p:nvSpPr>
          <p:spPr>
            <a:xfrm>
              <a:off x="7221529" y="3955241"/>
              <a:ext cx="477" cy="955"/>
            </a:xfrm>
            <a:custGeom>
              <a:avLst/>
              <a:gdLst>
                <a:gd name="csX0" fmla="*/ 0 w 477"/>
                <a:gd name="csY0" fmla="*/ 956 h 955"/>
                <a:gd name="csX1" fmla="*/ 0 w 477"/>
                <a:gd name="csY1" fmla="*/ 956 h 955"/>
                <a:gd name="csX2" fmla="*/ 478 w 477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955">
                  <a:moveTo>
                    <a:pt x="0" y="956"/>
                  </a:moveTo>
                  <a:lnTo>
                    <a:pt x="0" y="956"/>
                  </a:lnTo>
                  <a:lnTo>
                    <a:pt x="47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9" name="Freeform 5468">
              <a:extLst>
                <a:ext uri="{FF2B5EF4-FFF2-40B4-BE49-F238E27FC236}">
                  <a16:creationId xmlns:a16="http://schemas.microsoft.com/office/drawing/2014/main" id="{D3334A70-B6AC-159C-6835-EB7A6ADE6353}"/>
                </a:ext>
              </a:extLst>
            </p:cNvPr>
            <p:cNvSpPr/>
            <p:nvPr/>
          </p:nvSpPr>
          <p:spPr>
            <a:xfrm>
              <a:off x="7219141" y="3956675"/>
              <a:ext cx="1911" cy="5732"/>
            </a:xfrm>
            <a:custGeom>
              <a:avLst/>
              <a:gdLst>
                <a:gd name="csX0" fmla="*/ 478 w 1911"/>
                <a:gd name="csY0" fmla="*/ 5733 h 5732"/>
                <a:gd name="csX1" fmla="*/ 0 w 1911"/>
                <a:gd name="csY1" fmla="*/ 4777 h 5732"/>
                <a:gd name="csX2" fmla="*/ 1911 w 1911"/>
                <a:gd name="csY2" fmla="*/ 0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11" h="5732">
                  <a:moveTo>
                    <a:pt x="478" y="5733"/>
                  </a:moveTo>
                  <a:lnTo>
                    <a:pt x="0" y="4777"/>
                  </a:lnTo>
                  <a:lnTo>
                    <a:pt x="19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0" name="Freeform 5469">
              <a:extLst>
                <a:ext uri="{FF2B5EF4-FFF2-40B4-BE49-F238E27FC236}">
                  <a16:creationId xmlns:a16="http://schemas.microsoft.com/office/drawing/2014/main" id="{ECE89877-6B35-7352-DF87-6BF392189286}"/>
                </a:ext>
              </a:extLst>
            </p:cNvPr>
            <p:cNvSpPr/>
            <p:nvPr/>
          </p:nvSpPr>
          <p:spPr>
            <a:xfrm>
              <a:off x="7225351" y="3964318"/>
              <a:ext cx="477" cy="2866"/>
            </a:xfrm>
            <a:custGeom>
              <a:avLst/>
              <a:gdLst>
                <a:gd name="csX0" fmla="*/ 478 w 477"/>
                <a:gd name="csY0" fmla="*/ 2866 h 2866"/>
                <a:gd name="csX1" fmla="*/ 478 w 477"/>
                <a:gd name="csY1" fmla="*/ 478 h 2866"/>
                <a:gd name="csX2" fmla="*/ 0 w 477"/>
                <a:gd name="csY2" fmla="*/ 0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2866">
                  <a:moveTo>
                    <a:pt x="478" y="2866"/>
                  </a:moveTo>
                  <a:lnTo>
                    <a:pt x="478" y="478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1" name="Freeform 5470">
              <a:extLst>
                <a:ext uri="{FF2B5EF4-FFF2-40B4-BE49-F238E27FC236}">
                  <a16:creationId xmlns:a16="http://schemas.microsoft.com/office/drawing/2014/main" id="{D05FB366-E225-EBF3-B07F-0D82B7E9EE30}"/>
                </a:ext>
              </a:extLst>
            </p:cNvPr>
            <p:cNvSpPr/>
            <p:nvPr/>
          </p:nvSpPr>
          <p:spPr>
            <a:xfrm>
              <a:off x="7230129" y="3967663"/>
              <a:ext cx="9076" cy="23886"/>
            </a:xfrm>
            <a:custGeom>
              <a:avLst/>
              <a:gdLst>
                <a:gd name="csX0" fmla="*/ 6688 w 9076"/>
                <a:gd name="csY0" fmla="*/ 23886 h 23886"/>
                <a:gd name="csX1" fmla="*/ 6688 w 9076"/>
                <a:gd name="csY1" fmla="*/ 23886 h 23886"/>
                <a:gd name="csX2" fmla="*/ 8121 w 9076"/>
                <a:gd name="csY2" fmla="*/ 21975 h 23886"/>
                <a:gd name="csX3" fmla="*/ 9077 w 9076"/>
                <a:gd name="csY3" fmla="*/ 20064 h 23886"/>
                <a:gd name="csX4" fmla="*/ 9077 w 9076"/>
                <a:gd name="csY4" fmla="*/ 19109 h 23886"/>
                <a:gd name="csX5" fmla="*/ 9077 w 9076"/>
                <a:gd name="csY5" fmla="*/ 18154 h 23886"/>
                <a:gd name="csX6" fmla="*/ 8599 w 9076"/>
                <a:gd name="csY6" fmla="*/ 17198 h 23886"/>
                <a:gd name="csX7" fmla="*/ 8599 w 9076"/>
                <a:gd name="csY7" fmla="*/ 17198 h 23886"/>
                <a:gd name="csX8" fmla="*/ 7166 w 9076"/>
                <a:gd name="csY8" fmla="*/ 16243 h 23886"/>
                <a:gd name="csX9" fmla="*/ 4777 w 9076"/>
                <a:gd name="csY9" fmla="*/ 13854 h 23886"/>
                <a:gd name="csX10" fmla="*/ 3821 w 9076"/>
                <a:gd name="csY10" fmla="*/ 11943 h 23886"/>
                <a:gd name="csX11" fmla="*/ 3344 w 9076"/>
                <a:gd name="csY11" fmla="*/ 9077 h 23886"/>
                <a:gd name="csX12" fmla="*/ 2866 w 9076"/>
                <a:gd name="csY12" fmla="*/ 7166 h 23886"/>
                <a:gd name="csX13" fmla="*/ 5255 w 9076"/>
                <a:gd name="csY13" fmla="*/ 2389 h 23886"/>
                <a:gd name="csX14" fmla="*/ 4777 w 9076"/>
                <a:gd name="csY14" fmla="*/ 1433 h 23886"/>
                <a:gd name="csX15" fmla="*/ 4300 w 9076"/>
                <a:gd name="csY15" fmla="*/ 478 h 23886"/>
                <a:gd name="csX16" fmla="*/ 4300 w 9076"/>
                <a:gd name="csY16" fmla="*/ 478 h 23886"/>
                <a:gd name="csX17" fmla="*/ 2866 w 9076"/>
                <a:gd name="csY17" fmla="*/ 0 h 23886"/>
                <a:gd name="csX18" fmla="*/ 1433 w 9076"/>
                <a:gd name="csY18" fmla="*/ 0 h 23886"/>
                <a:gd name="csX19" fmla="*/ 0 w 9076"/>
                <a:gd name="csY19" fmla="*/ 0 h 23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9076" h="23886">
                  <a:moveTo>
                    <a:pt x="6688" y="23886"/>
                  </a:moveTo>
                  <a:lnTo>
                    <a:pt x="6688" y="23886"/>
                  </a:lnTo>
                  <a:lnTo>
                    <a:pt x="8121" y="21975"/>
                  </a:lnTo>
                  <a:lnTo>
                    <a:pt x="9077" y="20064"/>
                  </a:lnTo>
                  <a:lnTo>
                    <a:pt x="9077" y="19109"/>
                  </a:lnTo>
                  <a:lnTo>
                    <a:pt x="9077" y="18154"/>
                  </a:lnTo>
                  <a:lnTo>
                    <a:pt x="8599" y="17198"/>
                  </a:lnTo>
                  <a:lnTo>
                    <a:pt x="8599" y="17198"/>
                  </a:lnTo>
                  <a:lnTo>
                    <a:pt x="7166" y="16243"/>
                  </a:lnTo>
                  <a:lnTo>
                    <a:pt x="4777" y="13854"/>
                  </a:lnTo>
                  <a:lnTo>
                    <a:pt x="3821" y="11943"/>
                  </a:lnTo>
                  <a:lnTo>
                    <a:pt x="3344" y="9077"/>
                  </a:lnTo>
                  <a:lnTo>
                    <a:pt x="2866" y="7166"/>
                  </a:lnTo>
                  <a:lnTo>
                    <a:pt x="5255" y="2389"/>
                  </a:lnTo>
                  <a:lnTo>
                    <a:pt x="4777" y="1433"/>
                  </a:lnTo>
                  <a:lnTo>
                    <a:pt x="4300" y="478"/>
                  </a:lnTo>
                  <a:lnTo>
                    <a:pt x="4300" y="478"/>
                  </a:lnTo>
                  <a:lnTo>
                    <a:pt x="2866" y="0"/>
                  </a:lnTo>
                  <a:lnTo>
                    <a:pt x="1433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2" name="Freeform 5471">
              <a:extLst>
                <a:ext uri="{FF2B5EF4-FFF2-40B4-BE49-F238E27FC236}">
                  <a16:creationId xmlns:a16="http://schemas.microsoft.com/office/drawing/2014/main" id="{8157CB56-251E-B863-8EFF-6DA33D39B0AB}"/>
                </a:ext>
              </a:extLst>
            </p:cNvPr>
            <p:cNvSpPr/>
            <p:nvPr/>
          </p:nvSpPr>
          <p:spPr>
            <a:xfrm>
              <a:off x="7227740" y="3992027"/>
              <a:ext cx="8121" cy="16720"/>
            </a:xfrm>
            <a:custGeom>
              <a:avLst/>
              <a:gdLst>
                <a:gd name="csX0" fmla="*/ 0 w 8121"/>
                <a:gd name="csY0" fmla="*/ 16721 h 16720"/>
                <a:gd name="csX1" fmla="*/ 478 w 8121"/>
                <a:gd name="csY1" fmla="*/ 15765 h 16720"/>
                <a:gd name="csX2" fmla="*/ 955 w 8121"/>
                <a:gd name="csY2" fmla="*/ 10032 h 16720"/>
                <a:gd name="csX3" fmla="*/ 1911 w 8121"/>
                <a:gd name="csY3" fmla="*/ 8121 h 16720"/>
                <a:gd name="csX4" fmla="*/ 4777 w 8121"/>
                <a:gd name="csY4" fmla="*/ 4777 h 16720"/>
                <a:gd name="csX5" fmla="*/ 6210 w 8121"/>
                <a:gd name="csY5" fmla="*/ 2389 h 16720"/>
                <a:gd name="csX6" fmla="*/ 8121 w 8121"/>
                <a:gd name="csY6" fmla="*/ 0 h 16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21" h="16720">
                  <a:moveTo>
                    <a:pt x="0" y="16721"/>
                  </a:moveTo>
                  <a:lnTo>
                    <a:pt x="478" y="15765"/>
                  </a:lnTo>
                  <a:lnTo>
                    <a:pt x="955" y="10032"/>
                  </a:lnTo>
                  <a:lnTo>
                    <a:pt x="1911" y="8121"/>
                  </a:lnTo>
                  <a:lnTo>
                    <a:pt x="4777" y="4777"/>
                  </a:lnTo>
                  <a:lnTo>
                    <a:pt x="6210" y="2389"/>
                  </a:lnTo>
                  <a:lnTo>
                    <a:pt x="812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3" name="Freeform 5472">
              <a:extLst>
                <a:ext uri="{FF2B5EF4-FFF2-40B4-BE49-F238E27FC236}">
                  <a16:creationId xmlns:a16="http://schemas.microsoft.com/office/drawing/2014/main" id="{2450C232-19B6-449B-74C5-0BA1B8995DEC}"/>
                </a:ext>
              </a:extLst>
            </p:cNvPr>
            <p:cNvSpPr/>
            <p:nvPr/>
          </p:nvSpPr>
          <p:spPr>
            <a:xfrm>
              <a:off x="7229173" y="3938043"/>
              <a:ext cx="144274" cy="82169"/>
            </a:xfrm>
            <a:custGeom>
              <a:avLst/>
              <a:gdLst>
                <a:gd name="csX0" fmla="*/ 61627 w 144274"/>
                <a:gd name="csY0" fmla="*/ 0 h 82169"/>
                <a:gd name="csX1" fmla="*/ 61627 w 144274"/>
                <a:gd name="csY1" fmla="*/ 0 h 82169"/>
                <a:gd name="csX2" fmla="*/ 61627 w 144274"/>
                <a:gd name="csY2" fmla="*/ 478 h 82169"/>
                <a:gd name="csX3" fmla="*/ 61627 w 144274"/>
                <a:gd name="csY3" fmla="*/ 1433 h 82169"/>
                <a:gd name="csX4" fmla="*/ 57328 w 144274"/>
                <a:gd name="csY4" fmla="*/ 2866 h 82169"/>
                <a:gd name="csX5" fmla="*/ 55417 w 144274"/>
                <a:gd name="csY5" fmla="*/ 3822 h 82169"/>
                <a:gd name="csX6" fmla="*/ 55417 w 144274"/>
                <a:gd name="csY6" fmla="*/ 3822 h 82169"/>
                <a:gd name="csX7" fmla="*/ 54939 w 144274"/>
                <a:gd name="csY7" fmla="*/ 5733 h 82169"/>
                <a:gd name="csX8" fmla="*/ 54461 w 144274"/>
                <a:gd name="csY8" fmla="*/ 6210 h 82169"/>
                <a:gd name="csX9" fmla="*/ 53984 w 144274"/>
                <a:gd name="csY9" fmla="*/ 6688 h 82169"/>
                <a:gd name="csX10" fmla="*/ 53028 w 144274"/>
                <a:gd name="csY10" fmla="*/ 7166 h 82169"/>
                <a:gd name="csX11" fmla="*/ 51595 w 144274"/>
                <a:gd name="csY11" fmla="*/ 4777 h 82169"/>
                <a:gd name="csX12" fmla="*/ 50162 w 144274"/>
                <a:gd name="csY12" fmla="*/ 4299 h 82169"/>
                <a:gd name="csX13" fmla="*/ 48251 w 144274"/>
                <a:gd name="csY13" fmla="*/ 3344 h 82169"/>
                <a:gd name="csX14" fmla="*/ 44429 w 144274"/>
                <a:gd name="csY14" fmla="*/ 1911 h 82169"/>
                <a:gd name="csX15" fmla="*/ 42040 w 144274"/>
                <a:gd name="csY15" fmla="*/ 956 h 82169"/>
                <a:gd name="csX16" fmla="*/ 38218 w 144274"/>
                <a:gd name="csY16" fmla="*/ 1911 h 82169"/>
                <a:gd name="csX17" fmla="*/ 33441 w 144274"/>
                <a:gd name="csY17" fmla="*/ 3344 h 82169"/>
                <a:gd name="csX18" fmla="*/ 32486 w 144274"/>
                <a:gd name="csY18" fmla="*/ 4299 h 82169"/>
                <a:gd name="csX19" fmla="*/ 32008 w 144274"/>
                <a:gd name="csY19" fmla="*/ 5255 h 82169"/>
                <a:gd name="csX20" fmla="*/ 32486 w 144274"/>
                <a:gd name="csY20" fmla="*/ 6210 h 82169"/>
                <a:gd name="csX21" fmla="*/ 32486 w 144274"/>
                <a:gd name="csY21" fmla="*/ 7166 h 82169"/>
                <a:gd name="csX22" fmla="*/ 32486 w 144274"/>
                <a:gd name="csY22" fmla="*/ 7644 h 82169"/>
                <a:gd name="csX23" fmla="*/ 31531 w 144274"/>
                <a:gd name="csY23" fmla="*/ 8121 h 82169"/>
                <a:gd name="csX24" fmla="*/ 30097 w 144274"/>
                <a:gd name="csY24" fmla="*/ 7166 h 82169"/>
                <a:gd name="csX25" fmla="*/ 29142 w 144274"/>
                <a:gd name="csY25" fmla="*/ 6688 h 82169"/>
                <a:gd name="csX26" fmla="*/ 28664 w 144274"/>
                <a:gd name="csY26" fmla="*/ 7644 h 82169"/>
                <a:gd name="csX27" fmla="*/ 27709 w 144274"/>
                <a:gd name="csY27" fmla="*/ 10032 h 82169"/>
                <a:gd name="csX28" fmla="*/ 27709 w 144274"/>
                <a:gd name="csY28" fmla="*/ 11465 h 82169"/>
                <a:gd name="csX29" fmla="*/ 28664 w 144274"/>
                <a:gd name="csY29" fmla="*/ 13854 h 82169"/>
                <a:gd name="csX30" fmla="*/ 28664 w 144274"/>
                <a:gd name="csY30" fmla="*/ 17198 h 82169"/>
                <a:gd name="csX31" fmla="*/ 30575 w 144274"/>
                <a:gd name="csY31" fmla="*/ 16721 h 82169"/>
                <a:gd name="csX32" fmla="*/ 32008 w 144274"/>
                <a:gd name="csY32" fmla="*/ 16721 h 82169"/>
                <a:gd name="csX33" fmla="*/ 34874 w 144274"/>
                <a:gd name="csY33" fmla="*/ 15765 h 82169"/>
                <a:gd name="csX34" fmla="*/ 36308 w 144274"/>
                <a:gd name="csY34" fmla="*/ 15765 h 82169"/>
                <a:gd name="csX35" fmla="*/ 38218 w 144274"/>
                <a:gd name="csY35" fmla="*/ 16243 h 82169"/>
                <a:gd name="csX36" fmla="*/ 42040 w 144274"/>
                <a:gd name="csY36" fmla="*/ 16243 h 82169"/>
                <a:gd name="csX37" fmla="*/ 44907 w 144274"/>
                <a:gd name="csY37" fmla="*/ 16243 h 82169"/>
                <a:gd name="csX38" fmla="*/ 45384 w 144274"/>
                <a:gd name="csY38" fmla="*/ 16243 h 82169"/>
                <a:gd name="csX39" fmla="*/ 46340 w 144274"/>
                <a:gd name="csY39" fmla="*/ 15765 h 82169"/>
                <a:gd name="csX40" fmla="*/ 46340 w 144274"/>
                <a:gd name="csY40" fmla="*/ 15765 h 82169"/>
                <a:gd name="csX41" fmla="*/ 46818 w 144274"/>
                <a:gd name="csY41" fmla="*/ 15765 h 82169"/>
                <a:gd name="csX42" fmla="*/ 46818 w 144274"/>
                <a:gd name="csY42" fmla="*/ 15765 h 82169"/>
                <a:gd name="csX43" fmla="*/ 47773 w 144274"/>
                <a:gd name="csY43" fmla="*/ 16721 h 82169"/>
                <a:gd name="csX44" fmla="*/ 50640 w 144274"/>
                <a:gd name="csY44" fmla="*/ 15765 h 82169"/>
                <a:gd name="csX45" fmla="*/ 52550 w 144274"/>
                <a:gd name="csY45" fmla="*/ 15765 h 82169"/>
                <a:gd name="csX46" fmla="*/ 53984 w 144274"/>
                <a:gd name="csY46" fmla="*/ 15765 h 82169"/>
                <a:gd name="csX47" fmla="*/ 54939 w 144274"/>
                <a:gd name="csY47" fmla="*/ 16243 h 82169"/>
                <a:gd name="csX48" fmla="*/ 56372 w 144274"/>
                <a:gd name="csY48" fmla="*/ 18154 h 82169"/>
                <a:gd name="csX49" fmla="*/ 57328 w 144274"/>
                <a:gd name="csY49" fmla="*/ 19587 h 82169"/>
                <a:gd name="csX50" fmla="*/ 58761 w 144274"/>
                <a:gd name="csY50" fmla="*/ 20065 h 82169"/>
                <a:gd name="csX51" fmla="*/ 62583 w 144274"/>
                <a:gd name="csY51" fmla="*/ 19587 h 82169"/>
                <a:gd name="csX52" fmla="*/ 64016 w 144274"/>
                <a:gd name="csY52" fmla="*/ 17676 h 82169"/>
                <a:gd name="csX53" fmla="*/ 64972 w 144274"/>
                <a:gd name="csY53" fmla="*/ 17198 h 82169"/>
                <a:gd name="csX54" fmla="*/ 66405 w 144274"/>
                <a:gd name="csY54" fmla="*/ 17198 h 82169"/>
                <a:gd name="csX55" fmla="*/ 67838 w 144274"/>
                <a:gd name="csY55" fmla="*/ 16721 h 82169"/>
                <a:gd name="csX56" fmla="*/ 69271 w 144274"/>
                <a:gd name="csY56" fmla="*/ 15765 h 82169"/>
                <a:gd name="csX57" fmla="*/ 70704 w 144274"/>
                <a:gd name="csY57" fmla="*/ 15287 h 82169"/>
                <a:gd name="csX58" fmla="*/ 72138 w 144274"/>
                <a:gd name="csY58" fmla="*/ 15287 h 82169"/>
                <a:gd name="csX59" fmla="*/ 72615 w 144274"/>
                <a:gd name="csY59" fmla="*/ 15765 h 82169"/>
                <a:gd name="csX60" fmla="*/ 72615 w 144274"/>
                <a:gd name="csY60" fmla="*/ 15765 h 82169"/>
                <a:gd name="csX61" fmla="*/ 73093 w 144274"/>
                <a:gd name="csY61" fmla="*/ 16243 h 82169"/>
                <a:gd name="csX62" fmla="*/ 72615 w 144274"/>
                <a:gd name="csY62" fmla="*/ 17198 h 82169"/>
                <a:gd name="csX63" fmla="*/ 72615 w 144274"/>
                <a:gd name="csY63" fmla="*/ 18154 h 82169"/>
                <a:gd name="csX64" fmla="*/ 73570 w 144274"/>
                <a:gd name="csY64" fmla="*/ 18631 h 82169"/>
                <a:gd name="csX65" fmla="*/ 75959 w 144274"/>
                <a:gd name="csY65" fmla="*/ 18631 h 82169"/>
                <a:gd name="csX66" fmla="*/ 76915 w 144274"/>
                <a:gd name="csY66" fmla="*/ 19587 h 82169"/>
                <a:gd name="csX67" fmla="*/ 76915 w 144274"/>
                <a:gd name="csY67" fmla="*/ 20542 h 82169"/>
                <a:gd name="csX68" fmla="*/ 76915 w 144274"/>
                <a:gd name="csY68" fmla="*/ 21975 h 82169"/>
                <a:gd name="csX69" fmla="*/ 77870 w 144274"/>
                <a:gd name="csY69" fmla="*/ 22931 h 82169"/>
                <a:gd name="csX70" fmla="*/ 78348 w 144274"/>
                <a:gd name="csY70" fmla="*/ 22931 h 82169"/>
                <a:gd name="csX71" fmla="*/ 82170 w 144274"/>
                <a:gd name="csY71" fmla="*/ 21020 h 82169"/>
                <a:gd name="csX72" fmla="*/ 83125 w 144274"/>
                <a:gd name="csY72" fmla="*/ 21020 h 82169"/>
                <a:gd name="csX73" fmla="*/ 84081 w 144274"/>
                <a:gd name="csY73" fmla="*/ 21975 h 82169"/>
                <a:gd name="csX74" fmla="*/ 85514 w 144274"/>
                <a:gd name="csY74" fmla="*/ 23409 h 82169"/>
                <a:gd name="csX75" fmla="*/ 86947 w 144274"/>
                <a:gd name="csY75" fmla="*/ 24364 h 82169"/>
                <a:gd name="csX76" fmla="*/ 87425 w 144274"/>
                <a:gd name="csY76" fmla="*/ 24364 h 82169"/>
                <a:gd name="csX77" fmla="*/ 87902 w 144274"/>
                <a:gd name="csY77" fmla="*/ 22931 h 82169"/>
                <a:gd name="csX78" fmla="*/ 89336 w 144274"/>
                <a:gd name="csY78" fmla="*/ 21498 h 82169"/>
                <a:gd name="csX79" fmla="*/ 92202 w 144274"/>
                <a:gd name="csY79" fmla="*/ 21020 h 82169"/>
                <a:gd name="csX80" fmla="*/ 93635 w 144274"/>
                <a:gd name="csY80" fmla="*/ 20542 h 82169"/>
                <a:gd name="csX81" fmla="*/ 95068 w 144274"/>
                <a:gd name="csY81" fmla="*/ 20065 h 82169"/>
                <a:gd name="csX82" fmla="*/ 99846 w 144274"/>
                <a:gd name="csY82" fmla="*/ 21020 h 82169"/>
                <a:gd name="csX83" fmla="*/ 101279 w 144274"/>
                <a:gd name="csY83" fmla="*/ 21020 h 82169"/>
                <a:gd name="csX84" fmla="*/ 104623 w 144274"/>
                <a:gd name="csY84" fmla="*/ 21020 h 82169"/>
                <a:gd name="csX85" fmla="*/ 107012 w 144274"/>
                <a:gd name="csY85" fmla="*/ 20542 h 82169"/>
                <a:gd name="csX86" fmla="*/ 108923 w 144274"/>
                <a:gd name="csY86" fmla="*/ 19587 h 82169"/>
                <a:gd name="csX87" fmla="*/ 109878 w 144274"/>
                <a:gd name="csY87" fmla="*/ 19109 h 82169"/>
                <a:gd name="csX88" fmla="*/ 111789 w 144274"/>
                <a:gd name="csY88" fmla="*/ 18631 h 82169"/>
                <a:gd name="csX89" fmla="*/ 113700 w 144274"/>
                <a:gd name="csY89" fmla="*/ 18631 h 82169"/>
                <a:gd name="csX90" fmla="*/ 114655 w 144274"/>
                <a:gd name="csY90" fmla="*/ 18631 h 82169"/>
                <a:gd name="csX91" fmla="*/ 114655 w 144274"/>
                <a:gd name="csY91" fmla="*/ 18631 h 82169"/>
                <a:gd name="csX92" fmla="*/ 114655 w 144274"/>
                <a:gd name="csY92" fmla="*/ 20065 h 82169"/>
                <a:gd name="csX93" fmla="*/ 114655 w 144274"/>
                <a:gd name="csY93" fmla="*/ 22453 h 82169"/>
                <a:gd name="csX94" fmla="*/ 114177 w 144274"/>
                <a:gd name="csY94" fmla="*/ 23886 h 82169"/>
                <a:gd name="csX95" fmla="*/ 116088 w 144274"/>
                <a:gd name="csY95" fmla="*/ 26753 h 82169"/>
                <a:gd name="csX96" fmla="*/ 117044 w 144274"/>
                <a:gd name="csY96" fmla="*/ 28186 h 82169"/>
                <a:gd name="csX97" fmla="*/ 118000 w 144274"/>
                <a:gd name="csY97" fmla="*/ 29141 h 82169"/>
                <a:gd name="csX98" fmla="*/ 118000 w 144274"/>
                <a:gd name="csY98" fmla="*/ 29141 h 82169"/>
                <a:gd name="csX99" fmla="*/ 118000 w 144274"/>
                <a:gd name="csY99" fmla="*/ 30097 h 82169"/>
                <a:gd name="csX100" fmla="*/ 118000 w 144274"/>
                <a:gd name="csY100" fmla="*/ 30575 h 82169"/>
                <a:gd name="csX101" fmla="*/ 116566 w 144274"/>
                <a:gd name="csY101" fmla="*/ 31052 h 82169"/>
                <a:gd name="csX102" fmla="*/ 116088 w 144274"/>
                <a:gd name="csY102" fmla="*/ 32008 h 82169"/>
                <a:gd name="csX103" fmla="*/ 116088 w 144274"/>
                <a:gd name="csY103" fmla="*/ 32486 h 82169"/>
                <a:gd name="csX104" fmla="*/ 116566 w 144274"/>
                <a:gd name="csY104" fmla="*/ 33441 h 82169"/>
                <a:gd name="csX105" fmla="*/ 117044 w 144274"/>
                <a:gd name="csY105" fmla="*/ 36307 h 82169"/>
                <a:gd name="csX106" fmla="*/ 118000 w 144274"/>
                <a:gd name="csY106" fmla="*/ 38218 h 82169"/>
                <a:gd name="csX107" fmla="*/ 119432 w 144274"/>
                <a:gd name="csY107" fmla="*/ 39651 h 82169"/>
                <a:gd name="csX108" fmla="*/ 119432 w 144274"/>
                <a:gd name="csY108" fmla="*/ 39651 h 82169"/>
                <a:gd name="csX109" fmla="*/ 121343 w 144274"/>
                <a:gd name="csY109" fmla="*/ 40129 h 82169"/>
                <a:gd name="csX110" fmla="*/ 122299 w 144274"/>
                <a:gd name="csY110" fmla="*/ 40129 h 82169"/>
                <a:gd name="csX111" fmla="*/ 122299 w 144274"/>
                <a:gd name="csY111" fmla="*/ 40129 h 82169"/>
                <a:gd name="csX112" fmla="*/ 122777 w 144274"/>
                <a:gd name="csY112" fmla="*/ 40129 h 82169"/>
                <a:gd name="csX113" fmla="*/ 123254 w 144274"/>
                <a:gd name="csY113" fmla="*/ 38218 h 82169"/>
                <a:gd name="csX114" fmla="*/ 124688 w 144274"/>
                <a:gd name="csY114" fmla="*/ 37263 h 82169"/>
                <a:gd name="csX115" fmla="*/ 125643 w 144274"/>
                <a:gd name="csY115" fmla="*/ 37263 h 82169"/>
                <a:gd name="csX116" fmla="*/ 127554 w 144274"/>
                <a:gd name="csY116" fmla="*/ 37263 h 82169"/>
                <a:gd name="csX117" fmla="*/ 127554 w 144274"/>
                <a:gd name="csY117" fmla="*/ 37263 h 82169"/>
                <a:gd name="csX118" fmla="*/ 132331 w 144274"/>
                <a:gd name="csY118" fmla="*/ 38696 h 82169"/>
                <a:gd name="csX119" fmla="*/ 136631 w 144274"/>
                <a:gd name="csY119" fmla="*/ 40607 h 82169"/>
                <a:gd name="csX120" fmla="*/ 138064 w 144274"/>
                <a:gd name="csY120" fmla="*/ 42040 h 82169"/>
                <a:gd name="csX121" fmla="*/ 138542 w 144274"/>
                <a:gd name="csY121" fmla="*/ 42996 h 82169"/>
                <a:gd name="csX122" fmla="*/ 137586 w 144274"/>
                <a:gd name="csY122" fmla="*/ 46340 h 82169"/>
                <a:gd name="csX123" fmla="*/ 137586 w 144274"/>
                <a:gd name="csY123" fmla="*/ 48251 h 82169"/>
                <a:gd name="csX124" fmla="*/ 137586 w 144274"/>
                <a:gd name="csY124" fmla="*/ 50162 h 82169"/>
                <a:gd name="csX125" fmla="*/ 139020 w 144274"/>
                <a:gd name="csY125" fmla="*/ 51595 h 82169"/>
                <a:gd name="csX126" fmla="*/ 139975 w 144274"/>
                <a:gd name="csY126" fmla="*/ 53983 h 82169"/>
                <a:gd name="csX127" fmla="*/ 139975 w 144274"/>
                <a:gd name="csY127" fmla="*/ 56372 h 82169"/>
                <a:gd name="csX128" fmla="*/ 140453 w 144274"/>
                <a:gd name="csY128" fmla="*/ 56850 h 82169"/>
                <a:gd name="csX129" fmla="*/ 140453 w 144274"/>
                <a:gd name="csY129" fmla="*/ 57805 h 82169"/>
                <a:gd name="csX130" fmla="*/ 139975 w 144274"/>
                <a:gd name="csY130" fmla="*/ 59716 h 82169"/>
                <a:gd name="csX131" fmla="*/ 139975 w 144274"/>
                <a:gd name="csY131" fmla="*/ 61627 h 82169"/>
                <a:gd name="csX132" fmla="*/ 140453 w 144274"/>
                <a:gd name="csY132" fmla="*/ 62105 h 82169"/>
                <a:gd name="csX133" fmla="*/ 141408 w 144274"/>
                <a:gd name="csY133" fmla="*/ 63060 h 82169"/>
                <a:gd name="csX134" fmla="*/ 141886 w 144274"/>
                <a:gd name="csY134" fmla="*/ 63060 h 82169"/>
                <a:gd name="csX135" fmla="*/ 143797 w 144274"/>
                <a:gd name="csY135" fmla="*/ 64971 h 82169"/>
                <a:gd name="csX136" fmla="*/ 143797 w 144274"/>
                <a:gd name="csY136" fmla="*/ 64971 h 82169"/>
                <a:gd name="csX137" fmla="*/ 144275 w 144274"/>
                <a:gd name="csY137" fmla="*/ 66404 h 82169"/>
                <a:gd name="csX138" fmla="*/ 143319 w 144274"/>
                <a:gd name="csY138" fmla="*/ 67360 h 82169"/>
                <a:gd name="csX139" fmla="*/ 141886 w 144274"/>
                <a:gd name="csY139" fmla="*/ 68793 h 82169"/>
                <a:gd name="csX140" fmla="*/ 140453 w 144274"/>
                <a:gd name="csY140" fmla="*/ 69748 h 82169"/>
                <a:gd name="csX141" fmla="*/ 139975 w 144274"/>
                <a:gd name="csY141" fmla="*/ 70226 h 82169"/>
                <a:gd name="csX142" fmla="*/ 139497 w 144274"/>
                <a:gd name="csY142" fmla="*/ 69748 h 82169"/>
                <a:gd name="csX143" fmla="*/ 138542 w 144274"/>
                <a:gd name="csY143" fmla="*/ 68793 h 82169"/>
                <a:gd name="csX144" fmla="*/ 136631 w 144274"/>
                <a:gd name="csY144" fmla="*/ 67360 h 82169"/>
                <a:gd name="csX145" fmla="*/ 135198 w 144274"/>
                <a:gd name="csY145" fmla="*/ 66404 h 82169"/>
                <a:gd name="csX146" fmla="*/ 132331 w 144274"/>
                <a:gd name="csY146" fmla="*/ 66404 h 82169"/>
                <a:gd name="csX147" fmla="*/ 130898 w 144274"/>
                <a:gd name="csY147" fmla="*/ 66404 h 82169"/>
                <a:gd name="csX148" fmla="*/ 128987 w 144274"/>
                <a:gd name="csY148" fmla="*/ 65927 h 82169"/>
                <a:gd name="csX149" fmla="*/ 127076 w 144274"/>
                <a:gd name="csY149" fmla="*/ 65927 h 82169"/>
                <a:gd name="csX150" fmla="*/ 126121 w 144274"/>
                <a:gd name="csY150" fmla="*/ 66882 h 82169"/>
                <a:gd name="csX151" fmla="*/ 126121 w 144274"/>
                <a:gd name="csY151" fmla="*/ 66882 h 82169"/>
                <a:gd name="csX152" fmla="*/ 125643 w 144274"/>
                <a:gd name="csY152" fmla="*/ 67838 h 82169"/>
                <a:gd name="csX153" fmla="*/ 123732 w 144274"/>
                <a:gd name="csY153" fmla="*/ 67838 h 82169"/>
                <a:gd name="csX154" fmla="*/ 120866 w 144274"/>
                <a:gd name="csY154" fmla="*/ 68793 h 82169"/>
                <a:gd name="csX155" fmla="*/ 117044 w 144274"/>
                <a:gd name="csY155" fmla="*/ 69748 h 82169"/>
                <a:gd name="csX156" fmla="*/ 115133 w 144274"/>
                <a:gd name="csY156" fmla="*/ 69748 h 82169"/>
                <a:gd name="csX157" fmla="*/ 114655 w 144274"/>
                <a:gd name="csY157" fmla="*/ 69271 h 82169"/>
                <a:gd name="csX158" fmla="*/ 115133 w 144274"/>
                <a:gd name="csY158" fmla="*/ 68793 h 82169"/>
                <a:gd name="csX159" fmla="*/ 115133 w 144274"/>
                <a:gd name="csY159" fmla="*/ 68793 h 82169"/>
                <a:gd name="csX160" fmla="*/ 116566 w 144274"/>
                <a:gd name="csY160" fmla="*/ 67838 h 82169"/>
                <a:gd name="csX161" fmla="*/ 116566 w 144274"/>
                <a:gd name="csY161" fmla="*/ 66882 h 82169"/>
                <a:gd name="csX162" fmla="*/ 116566 w 144274"/>
                <a:gd name="csY162" fmla="*/ 65927 h 82169"/>
                <a:gd name="csX163" fmla="*/ 115133 w 144274"/>
                <a:gd name="csY163" fmla="*/ 65449 h 82169"/>
                <a:gd name="csX164" fmla="*/ 114655 w 144274"/>
                <a:gd name="csY164" fmla="*/ 65449 h 82169"/>
                <a:gd name="csX165" fmla="*/ 114177 w 144274"/>
                <a:gd name="csY165" fmla="*/ 64971 h 82169"/>
                <a:gd name="csX166" fmla="*/ 111789 w 144274"/>
                <a:gd name="csY166" fmla="*/ 64493 h 82169"/>
                <a:gd name="csX167" fmla="*/ 109878 w 144274"/>
                <a:gd name="csY167" fmla="*/ 64971 h 82169"/>
                <a:gd name="csX168" fmla="*/ 106534 w 144274"/>
                <a:gd name="csY168" fmla="*/ 65927 h 82169"/>
                <a:gd name="csX169" fmla="*/ 100323 w 144274"/>
                <a:gd name="csY169" fmla="*/ 69271 h 82169"/>
                <a:gd name="csX170" fmla="*/ 97457 w 144274"/>
                <a:gd name="csY170" fmla="*/ 71182 h 82169"/>
                <a:gd name="csX171" fmla="*/ 95546 w 144274"/>
                <a:gd name="csY171" fmla="*/ 74526 h 82169"/>
                <a:gd name="csX172" fmla="*/ 89336 w 144274"/>
                <a:gd name="csY172" fmla="*/ 75481 h 82169"/>
                <a:gd name="csX173" fmla="*/ 85514 w 144274"/>
                <a:gd name="csY173" fmla="*/ 77392 h 82169"/>
                <a:gd name="csX174" fmla="*/ 81214 w 144274"/>
                <a:gd name="csY174" fmla="*/ 80736 h 82169"/>
                <a:gd name="csX175" fmla="*/ 78348 w 144274"/>
                <a:gd name="csY175" fmla="*/ 82170 h 82169"/>
                <a:gd name="csX176" fmla="*/ 76915 w 144274"/>
                <a:gd name="csY176" fmla="*/ 82170 h 82169"/>
                <a:gd name="csX177" fmla="*/ 75959 w 144274"/>
                <a:gd name="csY177" fmla="*/ 82170 h 82169"/>
                <a:gd name="csX178" fmla="*/ 74526 w 144274"/>
                <a:gd name="csY178" fmla="*/ 81214 h 82169"/>
                <a:gd name="csX179" fmla="*/ 73093 w 144274"/>
                <a:gd name="csY179" fmla="*/ 78825 h 82169"/>
                <a:gd name="csX180" fmla="*/ 72138 w 144274"/>
                <a:gd name="csY180" fmla="*/ 75004 h 82169"/>
                <a:gd name="csX181" fmla="*/ 71182 w 144274"/>
                <a:gd name="csY181" fmla="*/ 72615 h 82169"/>
                <a:gd name="csX182" fmla="*/ 71659 w 144274"/>
                <a:gd name="csY182" fmla="*/ 69271 h 82169"/>
                <a:gd name="csX183" fmla="*/ 72138 w 144274"/>
                <a:gd name="csY183" fmla="*/ 65449 h 82169"/>
                <a:gd name="csX184" fmla="*/ 72615 w 144274"/>
                <a:gd name="csY184" fmla="*/ 61627 h 82169"/>
                <a:gd name="csX185" fmla="*/ 73570 w 144274"/>
                <a:gd name="csY185" fmla="*/ 57328 h 82169"/>
                <a:gd name="csX186" fmla="*/ 74048 w 144274"/>
                <a:gd name="csY186" fmla="*/ 55417 h 82169"/>
                <a:gd name="csX187" fmla="*/ 74048 w 144274"/>
                <a:gd name="csY187" fmla="*/ 54461 h 82169"/>
                <a:gd name="csX188" fmla="*/ 73570 w 144274"/>
                <a:gd name="csY188" fmla="*/ 53983 h 82169"/>
                <a:gd name="csX189" fmla="*/ 73570 w 144274"/>
                <a:gd name="csY189" fmla="*/ 53983 h 82169"/>
                <a:gd name="csX190" fmla="*/ 72138 w 144274"/>
                <a:gd name="csY190" fmla="*/ 53983 h 82169"/>
                <a:gd name="csX191" fmla="*/ 70227 w 144274"/>
                <a:gd name="csY191" fmla="*/ 54461 h 82169"/>
                <a:gd name="csX192" fmla="*/ 68793 w 144274"/>
                <a:gd name="csY192" fmla="*/ 54461 h 82169"/>
                <a:gd name="csX193" fmla="*/ 68316 w 144274"/>
                <a:gd name="csY193" fmla="*/ 54461 h 82169"/>
                <a:gd name="csX194" fmla="*/ 68316 w 144274"/>
                <a:gd name="csY194" fmla="*/ 52072 h 82169"/>
                <a:gd name="csX195" fmla="*/ 69271 w 144274"/>
                <a:gd name="csY195" fmla="*/ 48728 h 82169"/>
                <a:gd name="csX196" fmla="*/ 67838 w 144274"/>
                <a:gd name="csY196" fmla="*/ 45384 h 82169"/>
                <a:gd name="csX197" fmla="*/ 67838 w 144274"/>
                <a:gd name="csY197" fmla="*/ 45384 h 82169"/>
                <a:gd name="csX198" fmla="*/ 63538 w 144274"/>
                <a:gd name="csY198" fmla="*/ 42996 h 82169"/>
                <a:gd name="csX199" fmla="*/ 60194 w 144274"/>
                <a:gd name="csY199" fmla="*/ 42040 h 82169"/>
                <a:gd name="csX200" fmla="*/ 57328 w 144274"/>
                <a:gd name="csY200" fmla="*/ 42518 h 82169"/>
                <a:gd name="csX201" fmla="*/ 54939 w 144274"/>
                <a:gd name="csY201" fmla="*/ 44906 h 82169"/>
                <a:gd name="csX202" fmla="*/ 53028 w 144274"/>
                <a:gd name="csY202" fmla="*/ 47773 h 82169"/>
                <a:gd name="csX203" fmla="*/ 51117 w 144274"/>
                <a:gd name="csY203" fmla="*/ 50639 h 82169"/>
                <a:gd name="csX204" fmla="*/ 49206 w 144274"/>
                <a:gd name="csY204" fmla="*/ 52550 h 82169"/>
                <a:gd name="csX205" fmla="*/ 47295 w 144274"/>
                <a:gd name="csY205" fmla="*/ 53983 h 82169"/>
                <a:gd name="csX206" fmla="*/ 46818 w 144274"/>
                <a:gd name="csY206" fmla="*/ 53983 h 82169"/>
                <a:gd name="csX207" fmla="*/ 46818 w 144274"/>
                <a:gd name="csY207" fmla="*/ 54939 h 82169"/>
                <a:gd name="csX208" fmla="*/ 46818 w 144274"/>
                <a:gd name="csY208" fmla="*/ 54939 h 82169"/>
                <a:gd name="csX209" fmla="*/ 47773 w 144274"/>
                <a:gd name="csY209" fmla="*/ 57805 h 82169"/>
                <a:gd name="csX210" fmla="*/ 47773 w 144274"/>
                <a:gd name="csY210" fmla="*/ 60194 h 82169"/>
                <a:gd name="csX211" fmla="*/ 46340 w 144274"/>
                <a:gd name="csY211" fmla="*/ 62105 h 82169"/>
                <a:gd name="csX212" fmla="*/ 45384 w 144274"/>
                <a:gd name="csY212" fmla="*/ 63060 h 82169"/>
                <a:gd name="csX213" fmla="*/ 43474 w 144274"/>
                <a:gd name="csY213" fmla="*/ 62582 h 82169"/>
                <a:gd name="csX214" fmla="*/ 42518 w 144274"/>
                <a:gd name="csY214" fmla="*/ 62582 h 82169"/>
                <a:gd name="csX215" fmla="*/ 41563 w 144274"/>
                <a:gd name="csY215" fmla="*/ 61627 h 82169"/>
                <a:gd name="csX216" fmla="*/ 39174 w 144274"/>
                <a:gd name="csY216" fmla="*/ 61149 h 82169"/>
                <a:gd name="csX217" fmla="*/ 38697 w 144274"/>
                <a:gd name="csY217" fmla="*/ 61627 h 82169"/>
                <a:gd name="csX218" fmla="*/ 35352 w 144274"/>
                <a:gd name="csY218" fmla="*/ 61627 h 82169"/>
                <a:gd name="csX219" fmla="*/ 35352 w 144274"/>
                <a:gd name="csY219" fmla="*/ 61627 h 82169"/>
                <a:gd name="csX220" fmla="*/ 32486 w 144274"/>
                <a:gd name="csY220" fmla="*/ 62582 h 82169"/>
                <a:gd name="csX221" fmla="*/ 31052 w 144274"/>
                <a:gd name="csY221" fmla="*/ 64016 h 82169"/>
                <a:gd name="csX222" fmla="*/ 31052 w 144274"/>
                <a:gd name="csY222" fmla="*/ 65927 h 82169"/>
                <a:gd name="csX223" fmla="*/ 31531 w 144274"/>
                <a:gd name="csY223" fmla="*/ 68793 h 82169"/>
                <a:gd name="csX224" fmla="*/ 31052 w 144274"/>
                <a:gd name="csY224" fmla="*/ 70704 h 82169"/>
                <a:gd name="csX225" fmla="*/ 30097 w 144274"/>
                <a:gd name="csY225" fmla="*/ 71659 h 82169"/>
                <a:gd name="csX226" fmla="*/ 29142 w 144274"/>
                <a:gd name="csY226" fmla="*/ 72615 h 82169"/>
                <a:gd name="csX227" fmla="*/ 28186 w 144274"/>
                <a:gd name="csY227" fmla="*/ 72615 h 82169"/>
                <a:gd name="csX228" fmla="*/ 26753 w 144274"/>
                <a:gd name="csY228" fmla="*/ 71659 h 82169"/>
                <a:gd name="csX229" fmla="*/ 26275 w 144274"/>
                <a:gd name="csY229" fmla="*/ 71659 h 82169"/>
                <a:gd name="csX230" fmla="*/ 23886 w 144274"/>
                <a:gd name="csY230" fmla="*/ 69271 h 82169"/>
                <a:gd name="csX231" fmla="*/ 21976 w 144274"/>
                <a:gd name="csY231" fmla="*/ 67838 h 82169"/>
                <a:gd name="csX232" fmla="*/ 21020 w 144274"/>
                <a:gd name="csY232" fmla="*/ 67838 h 82169"/>
                <a:gd name="csX233" fmla="*/ 20543 w 144274"/>
                <a:gd name="csY233" fmla="*/ 67838 h 82169"/>
                <a:gd name="csX234" fmla="*/ 20543 w 144274"/>
                <a:gd name="csY234" fmla="*/ 67838 h 82169"/>
                <a:gd name="csX235" fmla="*/ 20065 w 144274"/>
                <a:gd name="csY235" fmla="*/ 67838 h 82169"/>
                <a:gd name="csX236" fmla="*/ 19587 w 144274"/>
                <a:gd name="csY236" fmla="*/ 68315 h 82169"/>
                <a:gd name="csX237" fmla="*/ 19587 w 144274"/>
                <a:gd name="csY237" fmla="*/ 69271 h 82169"/>
                <a:gd name="csX238" fmla="*/ 18632 w 144274"/>
                <a:gd name="csY238" fmla="*/ 69271 h 82169"/>
                <a:gd name="csX239" fmla="*/ 17199 w 144274"/>
                <a:gd name="csY239" fmla="*/ 69271 h 82169"/>
                <a:gd name="csX240" fmla="*/ 16243 w 144274"/>
                <a:gd name="csY240" fmla="*/ 69271 h 82169"/>
                <a:gd name="csX241" fmla="*/ 15765 w 144274"/>
                <a:gd name="csY241" fmla="*/ 70226 h 82169"/>
                <a:gd name="csX242" fmla="*/ 13854 w 144274"/>
                <a:gd name="csY242" fmla="*/ 71182 h 82169"/>
                <a:gd name="csX243" fmla="*/ 10988 w 144274"/>
                <a:gd name="csY243" fmla="*/ 72137 h 82169"/>
                <a:gd name="csX244" fmla="*/ 10510 w 144274"/>
                <a:gd name="csY244" fmla="*/ 72137 h 82169"/>
                <a:gd name="csX245" fmla="*/ 9077 w 144274"/>
                <a:gd name="csY245" fmla="*/ 73093 h 82169"/>
                <a:gd name="csX246" fmla="*/ 9077 w 144274"/>
                <a:gd name="csY246" fmla="*/ 73093 h 82169"/>
                <a:gd name="csX247" fmla="*/ 8599 w 144274"/>
                <a:gd name="csY247" fmla="*/ 74526 h 82169"/>
                <a:gd name="csX248" fmla="*/ 8122 w 144274"/>
                <a:gd name="csY248" fmla="*/ 75004 h 82169"/>
                <a:gd name="csX249" fmla="*/ 8122 w 144274"/>
                <a:gd name="csY249" fmla="*/ 75004 h 82169"/>
                <a:gd name="csX250" fmla="*/ 7166 w 144274"/>
                <a:gd name="csY250" fmla="*/ 74526 h 82169"/>
                <a:gd name="csX251" fmla="*/ 4300 w 144274"/>
                <a:gd name="csY251" fmla="*/ 76437 h 82169"/>
                <a:gd name="csX252" fmla="*/ 2389 w 144274"/>
                <a:gd name="csY252" fmla="*/ 75959 h 82169"/>
                <a:gd name="csX253" fmla="*/ 0 w 144274"/>
                <a:gd name="csY253" fmla="*/ 73570 h 82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</a:cxnLst>
              <a:rect l="l" t="t" r="r" b="b"/>
              <a:pathLst>
                <a:path w="144274" h="82169">
                  <a:moveTo>
                    <a:pt x="61627" y="0"/>
                  </a:moveTo>
                  <a:lnTo>
                    <a:pt x="61627" y="0"/>
                  </a:lnTo>
                  <a:lnTo>
                    <a:pt x="61627" y="478"/>
                  </a:lnTo>
                  <a:lnTo>
                    <a:pt x="61627" y="1433"/>
                  </a:lnTo>
                  <a:lnTo>
                    <a:pt x="57328" y="2866"/>
                  </a:lnTo>
                  <a:lnTo>
                    <a:pt x="55417" y="3822"/>
                  </a:lnTo>
                  <a:lnTo>
                    <a:pt x="55417" y="3822"/>
                  </a:lnTo>
                  <a:lnTo>
                    <a:pt x="54939" y="5733"/>
                  </a:lnTo>
                  <a:lnTo>
                    <a:pt x="54461" y="6210"/>
                  </a:lnTo>
                  <a:lnTo>
                    <a:pt x="53984" y="6688"/>
                  </a:lnTo>
                  <a:lnTo>
                    <a:pt x="53028" y="7166"/>
                  </a:lnTo>
                  <a:lnTo>
                    <a:pt x="51595" y="4777"/>
                  </a:lnTo>
                  <a:lnTo>
                    <a:pt x="50162" y="4299"/>
                  </a:lnTo>
                  <a:lnTo>
                    <a:pt x="48251" y="3344"/>
                  </a:lnTo>
                  <a:lnTo>
                    <a:pt x="44429" y="1911"/>
                  </a:lnTo>
                  <a:lnTo>
                    <a:pt x="42040" y="956"/>
                  </a:lnTo>
                  <a:lnTo>
                    <a:pt x="38218" y="1911"/>
                  </a:lnTo>
                  <a:lnTo>
                    <a:pt x="33441" y="3344"/>
                  </a:lnTo>
                  <a:lnTo>
                    <a:pt x="32486" y="4299"/>
                  </a:lnTo>
                  <a:lnTo>
                    <a:pt x="32008" y="5255"/>
                  </a:lnTo>
                  <a:lnTo>
                    <a:pt x="32486" y="6210"/>
                  </a:lnTo>
                  <a:lnTo>
                    <a:pt x="32486" y="7166"/>
                  </a:lnTo>
                  <a:lnTo>
                    <a:pt x="32486" y="7644"/>
                  </a:lnTo>
                  <a:lnTo>
                    <a:pt x="31531" y="8121"/>
                  </a:lnTo>
                  <a:lnTo>
                    <a:pt x="30097" y="7166"/>
                  </a:lnTo>
                  <a:lnTo>
                    <a:pt x="29142" y="6688"/>
                  </a:lnTo>
                  <a:lnTo>
                    <a:pt x="28664" y="7644"/>
                  </a:lnTo>
                  <a:lnTo>
                    <a:pt x="27709" y="10032"/>
                  </a:lnTo>
                  <a:lnTo>
                    <a:pt x="27709" y="11465"/>
                  </a:lnTo>
                  <a:lnTo>
                    <a:pt x="28664" y="13854"/>
                  </a:lnTo>
                  <a:lnTo>
                    <a:pt x="28664" y="17198"/>
                  </a:lnTo>
                  <a:lnTo>
                    <a:pt x="30575" y="16721"/>
                  </a:lnTo>
                  <a:lnTo>
                    <a:pt x="32008" y="16721"/>
                  </a:lnTo>
                  <a:lnTo>
                    <a:pt x="34874" y="15765"/>
                  </a:lnTo>
                  <a:lnTo>
                    <a:pt x="36308" y="15765"/>
                  </a:lnTo>
                  <a:lnTo>
                    <a:pt x="38218" y="16243"/>
                  </a:lnTo>
                  <a:lnTo>
                    <a:pt x="42040" y="16243"/>
                  </a:lnTo>
                  <a:lnTo>
                    <a:pt x="44907" y="16243"/>
                  </a:lnTo>
                  <a:lnTo>
                    <a:pt x="45384" y="16243"/>
                  </a:lnTo>
                  <a:lnTo>
                    <a:pt x="46340" y="15765"/>
                  </a:lnTo>
                  <a:lnTo>
                    <a:pt x="46340" y="15765"/>
                  </a:lnTo>
                  <a:lnTo>
                    <a:pt x="46818" y="15765"/>
                  </a:lnTo>
                  <a:lnTo>
                    <a:pt x="46818" y="15765"/>
                  </a:lnTo>
                  <a:lnTo>
                    <a:pt x="47773" y="16721"/>
                  </a:lnTo>
                  <a:lnTo>
                    <a:pt x="50640" y="15765"/>
                  </a:lnTo>
                  <a:lnTo>
                    <a:pt x="52550" y="15765"/>
                  </a:lnTo>
                  <a:lnTo>
                    <a:pt x="53984" y="15765"/>
                  </a:lnTo>
                  <a:lnTo>
                    <a:pt x="54939" y="16243"/>
                  </a:lnTo>
                  <a:lnTo>
                    <a:pt x="56372" y="18154"/>
                  </a:lnTo>
                  <a:lnTo>
                    <a:pt x="57328" y="19587"/>
                  </a:lnTo>
                  <a:lnTo>
                    <a:pt x="58761" y="20065"/>
                  </a:lnTo>
                  <a:lnTo>
                    <a:pt x="62583" y="19587"/>
                  </a:lnTo>
                  <a:lnTo>
                    <a:pt x="64016" y="17676"/>
                  </a:lnTo>
                  <a:lnTo>
                    <a:pt x="64972" y="17198"/>
                  </a:lnTo>
                  <a:lnTo>
                    <a:pt x="66405" y="17198"/>
                  </a:lnTo>
                  <a:lnTo>
                    <a:pt x="67838" y="16721"/>
                  </a:lnTo>
                  <a:lnTo>
                    <a:pt x="69271" y="15765"/>
                  </a:lnTo>
                  <a:lnTo>
                    <a:pt x="70704" y="15287"/>
                  </a:lnTo>
                  <a:lnTo>
                    <a:pt x="72138" y="15287"/>
                  </a:lnTo>
                  <a:lnTo>
                    <a:pt x="72615" y="15765"/>
                  </a:lnTo>
                  <a:lnTo>
                    <a:pt x="72615" y="15765"/>
                  </a:lnTo>
                  <a:lnTo>
                    <a:pt x="73093" y="16243"/>
                  </a:lnTo>
                  <a:lnTo>
                    <a:pt x="72615" y="17198"/>
                  </a:lnTo>
                  <a:lnTo>
                    <a:pt x="72615" y="18154"/>
                  </a:lnTo>
                  <a:lnTo>
                    <a:pt x="73570" y="18631"/>
                  </a:lnTo>
                  <a:lnTo>
                    <a:pt x="75959" y="18631"/>
                  </a:lnTo>
                  <a:lnTo>
                    <a:pt x="76915" y="19587"/>
                  </a:lnTo>
                  <a:lnTo>
                    <a:pt x="76915" y="20542"/>
                  </a:lnTo>
                  <a:lnTo>
                    <a:pt x="76915" y="21975"/>
                  </a:lnTo>
                  <a:lnTo>
                    <a:pt x="77870" y="22931"/>
                  </a:lnTo>
                  <a:lnTo>
                    <a:pt x="78348" y="22931"/>
                  </a:lnTo>
                  <a:lnTo>
                    <a:pt x="82170" y="21020"/>
                  </a:lnTo>
                  <a:lnTo>
                    <a:pt x="83125" y="21020"/>
                  </a:lnTo>
                  <a:lnTo>
                    <a:pt x="84081" y="21975"/>
                  </a:lnTo>
                  <a:lnTo>
                    <a:pt x="85514" y="23409"/>
                  </a:lnTo>
                  <a:lnTo>
                    <a:pt x="86947" y="24364"/>
                  </a:lnTo>
                  <a:lnTo>
                    <a:pt x="87425" y="24364"/>
                  </a:lnTo>
                  <a:lnTo>
                    <a:pt x="87902" y="22931"/>
                  </a:lnTo>
                  <a:lnTo>
                    <a:pt x="89336" y="21498"/>
                  </a:lnTo>
                  <a:lnTo>
                    <a:pt x="92202" y="21020"/>
                  </a:lnTo>
                  <a:lnTo>
                    <a:pt x="93635" y="20542"/>
                  </a:lnTo>
                  <a:lnTo>
                    <a:pt x="95068" y="20065"/>
                  </a:lnTo>
                  <a:lnTo>
                    <a:pt x="99846" y="21020"/>
                  </a:lnTo>
                  <a:lnTo>
                    <a:pt x="101279" y="21020"/>
                  </a:lnTo>
                  <a:lnTo>
                    <a:pt x="104623" y="21020"/>
                  </a:lnTo>
                  <a:lnTo>
                    <a:pt x="107012" y="20542"/>
                  </a:lnTo>
                  <a:lnTo>
                    <a:pt x="108923" y="19587"/>
                  </a:lnTo>
                  <a:lnTo>
                    <a:pt x="109878" y="19109"/>
                  </a:lnTo>
                  <a:lnTo>
                    <a:pt x="111789" y="18631"/>
                  </a:lnTo>
                  <a:lnTo>
                    <a:pt x="113700" y="18631"/>
                  </a:lnTo>
                  <a:lnTo>
                    <a:pt x="114655" y="18631"/>
                  </a:lnTo>
                  <a:lnTo>
                    <a:pt x="114655" y="18631"/>
                  </a:lnTo>
                  <a:lnTo>
                    <a:pt x="114655" y="20065"/>
                  </a:lnTo>
                  <a:lnTo>
                    <a:pt x="114655" y="22453"/>
                  </a:lnTo>
                  <a:lnTo>
                    <a:pt x="114177" y="23886"/>
                  </a:lnTo>
                  <a:lnTo>
                    <a:pt x="116088" y="26753"/>
                  </a:lnTo>
                  <a:lnTo>
                    <a:pt x="117044" y="28186"/>
                  </a:lnTo>
                  <a:lnTo>
                    <a:pt x="118000" y="29141"/>
                  </a:lnTo>
                  <a:lnTo>
                    <a:pt x="118000" y="29141"/>
                  </a:lnTo>
                  <a:lnTo>
                    <a:pt x="118000" y="30097"/>
                  </a:lnTo>
                  <a:lnTo>
                    <a:pt x="118000" y="30575"/>
                  </a:lnTo>
                  <a:lnTo>
                    <a:pt x="116566" y="31052"/>
                  </a:lnTo>
                  <a:lnTo>
                    <a:pt x="116088" y="32008"/>
                  </a:lnTo>
                  <a:lnTo>
                    <a:pt x="116088" y="32486"/>
                  </a:lnTo>
                  <a:lnTo>
                    <a:pt x="116566" y="33441"/>
                  </a:lnTo>
                  <a:lnTo>
                    <a:pt x="117044" y="36307"/>
                  </a:lnTo>
                  <a:lnTo>
                    <a:pt x="118000" y="38218"/>
                  </a:lnTo>
                  <a:lnTo>
                    <a:pt x="119432" y="39651"/>
                  </a:lnTo>
                  <a:lnTo>
                    <a:pt x="119432" y="39651"/>
                  </a:lnTo>
                  <a:lnTo>
                    <a:pt x="121343" y="40129"/>
                  </a:lnTo>
                  <a:lnTo>
                    <a:pt x="122299" y="40129"/>
                  </a:lnTo>
                  <a:lnTo>
                    <a:pt x="122299" y="40129"/>
                  </a:lnTo>
                  <a:lnTo>
                    <a:pt x="122777" y="40129"/>
                  </a:lnTo>
                  <a:lnTo>
                    <a:pt x="123254" y="38218"/>
                  </a:lnTo>
                  <a:lnTo>
                    <a:pt x="124688" y="37263"/>
                  </a:lnTo>
                  <a:lnTo>
                    <a:pt x="125643" y="37263"/>
                  </a:lnTo>
                  <a:lnTo>
                    <a:pt x="127554" y="37263"/>
                  </a:lnTo>
                  <a:lnTo>
                    <a:pt x="127554" y="37263"/>
                  </a:lnTo>
                  <a:lnTo>
                    <a:pt x="132331" y="38696"/>
                  </a:lnTo>
                  <a:lnTo>
                    <a:pt x="136631" y="40607"/>
                  </a:lnTo>
                  <a:lnTo>
                    <a:pt x="138064" y="42040"/>
                  </a:lnTo>
                  <a:lnTo>
                    <a:pt x="138542" y="42996"/>
                  </a:lnTo>
                  <a:lnTo>
                    <a:pt x="137586" y="46340"/>
                  </a:lnTo>
                  <a:lnTo>
                    <a:pt x="137586" y="48251"/>
                  </a:lnTo>
                  <a:lnTo>
                    <a:pt x="137586" y="50162"/>
                  </a:lnTo>
                  <a:lnTo>
                    <a:pt x="139020" y="51595"/>
                  </a:lnTo>
                  <a:lnTo>
                    <a:pt x="139975" y="53983"/>
                  </a:lnTo>
                  <a:lnTo>
                    <a:pt x="139975" y="56372"/>
                  </a:lnTo>
                  <a:lnTo>
                    <a:pt x="140453" y="56850"/>
                  </a:lnTo>
                  <a:lnTo>
                    <a:pt x="140453" y="57805"/>
                  </a:lnTo>
                  <a:lnTo>
                    <a:pt x="139975" y="59716"/>
                  </a:lnTo>
                  <a:lnTo>
                    <a:pt x="139975" y="61627"/>
                  </a:lnTo>
                  <a:lnTo>
                    <a:pt x="140453" y="62105"/>
                  </a:lnTo>
                  <a:lnTo>
                    <a:pt x="141408" y="63060"/>
                  </a:lnTo>
                  <a:lnTo>
                    <a:pt x="141886" y="63060"/>
                  </a:lnTo>
                  <a:lnTo>
                    <a:pt x="143797" y="64971"/>
                  </a:lnTo>
                  <a:lnTo>
                    <a:pt x="143797" y="64971"/>
                  </a:lnTo>
                  <a:lnTo>
                    <a:pt x="144275" y="66404"/>
                  </a:lnTo>
                  <a:lnTo>
                    <a:pt x="143319" y="67360"/>
                  </a:lnTo>
                  <a:lnTo>
                    <a:pt x="141886" y="68793"/>
                  </a:lnTo>
                  <a:lnTo>
                    <a:pt x="140453" y="69748"/>
                  </a:lnTo>
                  <a:lnTo>
                    <a:pt x="139975" y="70226"/>
                  </a:lnTo>
                  <a:lnTo>
                    <a:pt x="139497" y="69748"/>
                  </a:lnTo>
                  <a:lnTo>
                    <a:pt x="138542" y="68793"/>
                  </a:lnTo>
                  <a:lnTo>
                    <a:pt x="136631" y="67360"/>
                  </a:lnTo>
                  <a:lnTo>
                    <a:pt x="135198" y="66404"/>
                  </a:lnTo>
                  <a:lnTo>
                    <a:pt x="132331" y="66404"/>
                  </a:lnTo>
                  <a:lnTo>
                    <a:pt x="130898" y="66404"/>
                  </a:lnTo>
                  <a:lnTo>
                    <a:pt x="128987" y="65927"/>
                  </a:lnTo>
                  <a:lnTo>
                    <a:pt x="127076" y="65927"/>
                  </a:lnTo>
                  <a:lnTo>
                    <a:pt x="126121" y="66882"/>
                  </a:lnTo>
                  <a:lnTo>
                    <a:pt x="126121" y="66882"/>
                  </a:lnTo>
                  <a:lnTo>
                    <a:pt x="125643" y="67838"/>
                  </a:lnTo>
                  <a:lnTo>
                    <a:pt x="123732" y="67838"/>
                  </a:lnTo>
                  <a:lnTo>
                    <a:pt x="120866" y="68793"/>
                  </a:lnTo>
                  <a:lnTo>
                    <a:pt x="117044" y="69748"/>
                  </a:lnTo>
                  <a:lnTo>
                    <a:pt x="115133" y="69748"/>
                  </a:lnTo>
                  <a:lnTo>
                    <a:pt x="114655" y="69271"/>
                  </a:lnTo>
                  <a:lnTo>
                    <a:pt x="115133" y="68793"/>
                  </a:lnTo>
                  <a:lnTo>
                    <a:pt x="115133" y="68793"/>
                  </a:lnTo>
                  <a:lnTo>
                    <a:pt x="116566" y="67838"/>
                  </a:lnTo>
                  <a:lnTo>
                    <a:pt x="116566" y="66882"/>
                  </a:lnTo>
                  <a:lnTo>
                    <a:pt x="116566" y="65927"/>
                  </a:lnTo>
                  <a:lnTo>
                    <a:pt x="115133" y="65449"/>
                  </a:lnTo>
                  <a:lnTo>
                    <a:pt x="114655" y="65449"/>
                  </a:lnTo>
                  <a:lnTo>
                    <a:pt x="114177" y="64971"/>
                  </a:lnTo>
                  <a:lnTo>
                    <a:pt x="111789" y="64493"/>
                  </a:lnTo>
                  <a:lnTo>
                    <a:pt x="109878" y="64971"/>
                  </a:lnTo>
                  <a:lnTo>
                    <a:pt x="106534" y="65927"/>
                  </a:lnTo>
                  <a:lnTo>
                    <a:pt x="100323" y="69271"/>
                  </a:lnTo>
                  <a:lnTo>
                    <a:pt x="97457" y="71182"/>
                  </a:lnTo>
                  <a:lnTo>
                    <a:pt x="95546" y="74526"/>
                  </a:lnTo>
                  <a:lnTo>
                    <a:pt x="89336" y="75481"/>
                  </a:lnTo>
                  <a:lnTo>
                    <a:pt x="85514" y="77392"/>
                  </a:lnTo>
                  <a:lnTo>
                    <a:pt x="81214" y="80736"/>
                  </a:lnTo>
                  <a:lnTo>
                    <a:pt x="78348" y="82170"/>
                  </a:lnTo>
                  <a:lnTo>
                    <a:pt x="76915" y="82170"/>
                  </a:lnTo>
                  <a:lnTo>
                    <a:pt x="75959" y="82170"/>
                  </a:lnTo>
                  <a:lnTo>
                    <a:pt x="74526" y="81214"/>
                  </a:lnTo>
                  <a:lnTo>
                    <a:pt x="73093" y="78825"/>
                  </a:lnTo>
                  <a:lnTo>
                    <a:pt x="72138" y="75004"/>
                  </a:lnTo>
                  <a:lnTo>
                    <a:pt x="71182" y="72615"/>
                  </a:lnTo>
                  <a:lnTo>
                    <a:pt x="71659" y="69271"/>
                  </a:lnTo>
                  <a:lnTo>
                    <a:pt x="72138" y="65449"/>
                  </a:lnTo>
                  <a:lnTo>
                    <a:pt x="72615" y="61627"/>
                  </a:lnTo>
                  <a:lnTo>
                    <a:pt x="73570" y="57328"/>
                  </a:lnTo>
                  <a:lnTo>
                    <a:pt x="74048" y="55417"/>
                  </a:lnTo>
                  <a:lnTo>
                    <a:pt x="74048" y="54461"/>
                  </a:lnTo>
                  <a:lnTo>
                    <a:pt x="73570" y="53983"/>
                  </a:lnTo>
                  <a:lnTo>
                    <a:pt x="73570" y="53983"/>
                  </a:lnTo>
                  <a:lnTo>
                    <a:pt x="72138" y="53983"/>
                  </a:lnTo>
                  <a:lnTo>
                    <a:pt x="70227" y="54461"/>
                  </a:lnTo>
                  <a:lnTo>
                    <a:pt x="68793" y="54461"/>
                  </a:lnTo>
                  <a:lnTo>
                    <a:pt x="68316" y="54461"/>
                  </a:lnTo>
                  <a:lnTo>
                    <a:pt x="68316" y="52072"/>
                  </a:lnTo>
                  <a:lnTo>
                    <a:pt x="69271" y="48728"/>
                  </a:lnTo>
                  <a:lnTo>
                    <a:pt x="67838" y="45384"/>
                  </a:lnTo>
                  <a:lnTo>
                    <a:pt x="67838" y="45384"/>
                  </a:lnTo>
                  <a:lnTo>
                    <a:pt x="63538" y="42996"/>
                  </a:lnTo>
                  <a:lnTo>
                    <a:pt x="60194" y="42040"/>
                  </a:lnTo>
                  <a:lnTo>
                    <a:pt x="57328" y="42518"/>
                  </a:lnTo>
                  <a:lnTo>
                    <a:pt x="54939" y="44906"/>
                  </a:lnTo>
                  <a:lnTo>
                    <a:pt x="53028" y="47773"/>
                  </a:lnTo>
                  <a:lnTo>
                    <a:pt x="51117" y="50639"/>
                  </a:lnTo>
                  <a:lnTo>
                    <a:pt x="49206" y="52550"/>
                  </a:lnTo>
                  <a:lnTo>
                    <a:pt x="47295" y="53983"/>
                  </a:lnTo>
                  <a:lnTo>
                    <a:pt x="46818" y="53983"/>
                  </a:lnTo>
                  <a:lnTo>
                    <a:pt x="46818" y="54939"/>
                  </a:lnTo>
                  <a:lnTo>
                    <a:pt x="46818" y="54939"/>
                  </a:lnTo>
                  <a:lnTo>
                    <a:pt x="47773" y="57805"/>
                  </a:lnTo>
                  <a:lnTo>
                    <a:pt x="47773" y="60194"/>
                  </a:lnTo>
                  <a:lnTo>
                    <a:pt x="46340" y="62105"/>
                  </a:lnTo>
                  <a:lnTo>
                    <a:pt x="45384" y="63060"/>
                  </a:lnTo>
                  <a:lnTo>
                    <a:pt x="43474" y="62582"/>
                  </a:lnTo>
                  <a:lnTo>
                    <a:pt x="42518" y="62582"/>
                  </a:lnTo>
                  <a:lnTo>
                    <a:pt x="41563" y="61627"/>
                  </a:lnTo>
                  <a:lnTo>
                    <a:pt x="39174" y="61149"/>
                  </a:lnTo>
                  <a:lnTo>
                    <a:pt x="38697" y="61627"/>
                  </a:lnTo>
                  <a:lnTo>
                    <a:pt x="35352" y="61627"/>
                  </a:lnTo>
                  <a:lnTo>
                    <a:pt x="35352" y="61627"/>
                  </a:lnTo>
                  <a:lnTo>
                    <a:pt x="32486" y="62582"/>
                  </a:lnTo>
                  <a:lnTo>
                    <a:pt x="31052" y="64016"/>
                  </a:lnTo>
                  <a:lnTo>
                    <a:pt x="31052" y="65927"/>
                  </a:lnTo>
                  <a:lnTo>
                    <a:pt x="31531" y="68793"/>
                  </a:lnTo>
                  <a:lnTo>
                    <a:pt x="31052" y="70704"/>
                  </a:lnTo>
                  <a:lnTo>
                    <a:pt x="30097" y="71659"/>
                  </a:lnTo>
                  <a:lnTo>
                    <a:pt x="29142" y="72615"/>
                  </a:lnTo>
                  <a:lnTo>
                    <a:pt x="28186" y="72615"/>
                  </a:lnTo>
                  <a:lnTo>
                    <a:pt x="26753" y="71659"/>
                  </a:lnTo>
                  <a:lnTo>
                    <a:pt x="26275" y="71659"/>
                  </a:lnTo>
                  <a:lnTo>
                    <a:pt x="23886" y="69271"/>
                  </a:lnTo>
                  <a:lnTo>
                    <a:pt x="21976" y="67838"/>
                  </a:lnTo>
                  <a:lnTo>
                    <a:pt x="21020" y="67838"/>
                  </a:lnTo>
                  <a:lnTo>
                    <a:pt x="20543" y="67838"/>
                  </a:lnTo>
                  <a:lnTo>
                    <a:pt x="20543" y="67838"/>
                  </a:lnTo>
                  <a:lnTo>
                    <a:pt x="20065" y="67838"/>
                  </a:lnTo>
                  <a:lnTo>
                    <a:pt x="19587" y="68315"/>
                  </a:lnTo>
                  <a:lnTo>
                    <a:pt x="19587" y="69271"/>
                  </a:lnTo>
                  <a:lnTo>
                    <a:pt x="18632" y="69271"/>
                  </a:lnTo>
                  <a:lnTo>
                    <a:pt x="17199" y="69271"/>
                  </a:lnTo>
                  <a:lnTo>
                    <a:pt x="16243" y="69271"/>
                  </a:lnTo>
                  <a:lnTo>
                    <a:pt x="15765" y="70226"/>
                  </a:lnTo>
                  <a:lnTo>
                    <a:pt x="13854" y="71182"/>
                  </a:lnTo>
                  <a:lnTo>
                    <a:pt x="10988" y="72137"/>
                  </a:lnTo>
                  <a:lnTo>
                    <a:pt x="10510" y="72137"/>
                  </a:lnTo>
                  <a:lnTo>
                    <a:pt x="9077" y="73093"/>
                  </a:lnTo>
                  <a:lnTo>
                    <a:pt x="9077" y="73093"/>
                  </a:lnTo>
                  <a:lnTo>
                    <a:pt x="8599" y="74526"/>
                  </a:lnTo>
                  <a:lnTo>
                    <a:pt x="8122" y="75004"/>
                  </a:lnTo>
                  <a:lnTo>
                    <a:pt x="8122" y="75004"/>
                  </a:lnTo>
                  <a:lnTo>
                    <a:pt x="7166" y="74526"/>
                  </a:lnTo>
                  <a:lnTo>
                    <a:pt x="4300" y="76437"/>
                  </a:lnTo>
                  <a:lnTo>
                    <a:pt x="2389" y="75959"/>
                  </a:lnTo>
                  <a:lnTo>
                    <a:pt x="0" y="7357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4" name="Freeform 5473">
              <a:extLst>
                <a:ext uri="{FF2B5EF4-FFF2-40B4-BE49-F238E27FC236}">
                  <a16:creationId xmlns:a16="http://schemas.microsoft.com/office/drawing/2014/main" id="{81AF84F7-E2EF-8DBB-A79F-D5E14F2EDFA8}"/>
                </a:ext>
              </a:extLst>
            </p:cNvPr>
            <p:cNvSpPr/>
            <p:nvPr/>
          </p:nvSpPr>
          <p:spPr>
            <a:xfrm>
              <a:off x="7284112" y="3921323"/>
              <a:ext cx="955" cy="477"/>
            </a:xfrm>
            <a:custGeom>
              <a:avLst/>
              <a:gdLst>
                <a:gd name="csX0" fmla="*/ 956 w 955"/>
                <a:gd name="csY0" fmla="*/ 0 h 477"/>
                <a:gd name="csX1" fmla="*/ 0 w 955"/>
                <a:gd name="csY1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">
                  <a:moveTo>
                    <a:pt x="956" y="0"/>
                  </a:moveTo>
                  <a:lnTo>
                    <a:pt x="0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5" name="Freeform 5474">
              <a:extLst>
                <a:ext uri="{FF2B5EF4-FFF2-40B4-BE49-F238E27FC236}">
                  <a16:creationId xmlns:a16="http://schemas.microsoft.com/office/drawing/2014/main" id="{1BD1201B-203A-137D-4833-BECCB1B1C1CB}"/>
                </a:ext>
              </a:extLst>
            </p:cNvPr>
            <p:cNvSpPr/>
            <p:nvPr/>
          </p:nvSpPr>
          <p:spPr>
            <a:xfrm>
              <a:off x="7281723" y="3946642"/>
              <a:ext cx="4299" cy="2388"/>
            </a:xfrm>
            <a:custGeom>
              <a:avLst/>
              <a:gdLst>
                <a:gd name="csX0" fmla="*/ 956 w 4299"/>
                <a:gd name="csY0" fmla="*/ 0 h 2388"/>
                <a:gd name="csX1" fmla="*/ 1433 w 4299"/>
                <a:gd name="csY1" fmla="*/ 478 h 2388"/>
                <a:gd name="csX2" fmla="*/ 3344 w 4299"/>
                <a:gd name="csY2" fmla="*/ 478 h 2388"/>
                <a:gd name="csX3" fmla="*/ 3822 w 4299"/>
                <a:gd name="csY3" fmla="*/ 956 h 2388"/>
                <a:gd name="csX4" fmla="*/ 4300 w 4299"/>
                <a:gd name="csY4" fmla="*/ 1433 h 2388"/>
                <a:gd name="csX5" fmla="*/ 2389 w 4299"/>
                <a:gd name="csY5" fmla="*/ 2389 h 2388"/>
                <a:gd name="csX6" fmla="*/ 1433 w 4299"/>
                <a:gd name="csY6" fmla="*/ 2389 h 2388"/>
                <a:gd name="csX7" fmla="*/ 478 w 4299"/>
                <a:gd name="csY7" fmla="*/ 1433 h 2388"/>
                <a:gd name="csX8" fmla="*/ 0 w 4299"/>
                <a:gd name="csY8" fmla="*/ 478 h 2388"/>
                <a:gd name="csX9" fmla="*/ 0 w 4299"/>
                <a:gd name="csY9" fmla="*/ 0 h 2388"/>
                <a:gd name="csX10" fmla="*/ 0 w 4299"/>
                <a:gd name="csY10" fmla="*/ 0 h 2388"/>
                <a:gd name="csX11" fmla="*/ 956 w 4299"/>
                <a:gd name="csY11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2388">
                  <a:moveTo>
                    <a:pt x="956" y="0"/>
                  </a:moveTo>
                  <a:lnTo>
                    <a:pt x="1433" y="478"/>
                  </a:lnTo>
                  <a:lnTo>
                    <a:pt x="3344" y="478"/>
                  </a:lnTo>
                  <a:lnTo>
                    <a:pt x="3822" y="956"/>
                  </a:lnTo>
                  <a:lnTo>
                    <a:pt x="4300" y="1433"/>
                  </a:lnTo>
                  <a:lnTo>
                    <a:pt x="2389" y="2389"/>
                  </a:lnTo>
                  <a:lnTo>
                    <a:pt x="1433" y="2389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6" name="Freeform 5475">
              <a:extLst>
                <a:ext uri="{FF2B5EF4-FFF2-40B4-BE49-F238E27FC236}">
                  <a16:creationId xmlns:a16="http://schemas.microsoft.com/office/drawing/2014/main" id="{030AD2D6-4E27-A9DC-FF15-69A66948C525}"/>
                </a:ext>
              </a:extLst>
            </p:cNvPr>
            <p:cNvSpPr/>
            <p:nvPr/>
          </p:nvSpPr>
          <p:spPr>
            <a:xfrm>
              <a:off x="8372857" y="4882037"/>
              <a:ext cx="2388" cy="3344"/>
            </a:xfrm>
            <a:custGeom>
              <a:avLst/>
              <a:gdLst>
                <a:gd name="csX0" fmla="*/ 2389 w 2388"/>
                <a:gd name="csY0" fmla="*/ 0 h 3344"/>
                <a:gd name="csX1" fmla="*/ 1433 w 2388"/>
                <a:gd name="csY1" fmla="*/ 3344 h 3344"/>
                <a:gd name="csX2" fmla="*/ 0 w 2388"/>
                <a:gd name="csY2" fmla="*/ 2389 h 3344"/>
                <a:gd name="csX3" fmla="*/ 1433 w 2388"/>
                <a:gd name="csY3" fmla="*/ 956 h 3344"/>
                <a:gd name="csX4" fmla="*/ 1911 w 2388"/>
                <a:gd name="csY4" fmla="*/ 478 h 3344"/>
                <a:gd name="csX5" fmla="*/ 2389 w 2388"/>
                <a:gd name="csY5" fmla="*/ 0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88" h="3344">
                  <a:moveTo>
                    <a:pt x="2389" y="0"/>
                  </a:moveTo>
                  <a:lnTo>
                    <a:pt x="1433" y="3344"/>
                  </a:lnTo>
                  <a:lnTo>
                    <a:pt x="0" y="2389"/>
                  </a:lnTo>
                  <a:lnTo>
                    <a:pt x="1433" y="956"/>
                  </a:lnTo>
                  <a:lnTo>
                    <a:pt x="1911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7" name="Freeform 5476">
              <a:extLst>
                <a:ext uri="{FF2B5EF4-FFF2-40B4-BE49-F238E27FC236}">
                  <a16:creationId xmlns:a16="http://schemas.microsoft.com/office/drawing/2014/main" id="{13ACE2AB-4CDF-7677-8A1A-648A0882F9B2}"/>
                </a:ext>
              </a:extLst>
            </p:cNvPr>
            <p:cNvSpPr/>
            <p:nvPr/>
          </p:nvSpPr>
          <p:spPr>
            <a:xfrm>
              <a:off x="8360914" y="4885381"/>
              <a:ext cx="47295" cy="21975"/>
            </a:xfrm>
            <a:custGeom>
              <a:avLst/>
              <a:gdLst>
                <a:gd name="csX0" fmla="*/ 2866 w 47295"/>
                <a:gd name="csY0" fmla="*/ 21975 h 21975"/>
                <a:gd name="csX1" fmla="*/ 2389 w 47295"/>
                <a:gd name="csY1" fmla="*/ 19587 h 21975"/>
                <a:gd name="csX2" fmla="*/ 1433 w 47295"/>
                <a:gd name="csY2" fmla="*/ 18632 h 21975"/>
                <a:gd name="csX3" fmla="*/ 956 w 47295"/>
                <a:gd name="csY3" fmla="*/ 17676 h 21975"/>
                <a:gd name="csX4" fmla="*/ 956 w 47295"/>
                <a:gd name="csY4" fmla="*/ 17198 h 21975"/>
                <a:gd name="csX5" fmla="*/ 956 w 47295"/>
                <a:gd name="csY5" fmla="*/ 16243 h 21975"/>
                <a:gd name="csX6" fmla="*/ 1433 w 47295"/>
                <a:gd name="csY6" fmla="*/ 16243 h 21975"/>
                <a:gd name="csX7" fmla="*/ 3822 w 47295"/>
                <a:gd name="csY7" fmla="*/ 15765 h 21975"/>
                <a:gd name="csX8" fmla="*/ 4777 w 47295"/>
                <a:gd name="csY8" fmla="*/ 14809 h 21975"/>
                <a:gd name="csX9" fmla="*/ 4777 w 47295"/>
                <a:gd name="csY9" fmla="*/ 13376 h 21975"/>
                <a:gd name="csX10" fmla="*/ 4777 w 47295"/>
                <a:gd name="csY10" fmla="*/ 13376 h 21975"/>
                <a:gd name="csX11" fmla="*/ 4300 w 47295"/>
                <a:gd name="csY11" fmla="*/ 12899 h 21975"/>
                <a:gd name="csX12" fmla="*/ 4300 w 47295"/>
                <a:gd name="csY12" fmla="*/ 12899 h 21975"/>
                <a:gd name="csX13" fmla="*/ 3822 w 47295"/>
                <a:gd name="csY13" fmla="*/ 12421 h 21975"/>
                <a:gd name="csX14" fmla="*/ 1433 w 47295"/>
                <a:gd name="csY14" fmla="*/ 13854 h 21975"/>
                <a:gd name="csX15" fmla="*/ 478 w 47295"/>
                <a:gd name="csY15" fmla="*/ 13376 h 21975"/>
                <a:gd name="csX16" fmla="*/ 0 w 47295"/>
                <a:gd name="csY16" fmla="*/ 12899 h 21975"/>
                <a:gd name="csX17" fmla="*/ 0 w 47295"/>
                <a:gd name="csY17" fmla="*/ 11466 h 21975"/>
                <a:gd name="csX18" fmla="*/ 2389 w 47295"/>
                <a:gd name="csY18" fmla="*/ 10032 h 21975"/>
                <a:gd name="csX19" fmla="*/ 3822 w 47295"/>
                <a:gd name="csY19" fmla="*/ 7166 h 21975"/>
                <a:gd name="csX20" fmla="*/ 5255 w 47295"/>
                <a:gd name="csY20" fmla="*/ 6210 h 21975"/>
                <a:gd name="csX21" fmla="*/ 8122 w 47295"/>
                <a:gd name="csY21" fmla="*/ 5255 h 21975"/>
                <a:gd name="csX22" fmla="*/ 9077 w 47295"/>
                <a:gd name="csY22" fmla="*/ 4777 h 21975"/>
                <a:gd name="csX23" fmla="*/ 17676 w 47295"/>
                <a:gd name="csY23" fmla="*/ 3344 h 21975"/>
                <a:gd name="csX24" fmla="*/ 19587 w 47295"/>
                <a:gd name="csY24" fmla="*/ 3344 h 21975"/>
                <a:gd name="csX25" fmla="*/ 24842 w 47295"/>
                <a:gd name="csY25" fmla="*/ 3344 h 21975"/>
                <a:gd name="csX26" fmla="*/ 32008 w 47295"/>
                <a:gd name="csY26" fmla="*/ 2866 h 21975"/>
                <a:gd name="csX27" fmla="*/ 33919 w 47295"/>
                <a:gd name="csY27" fmla="*/ 2389 h 21975"/>
                <a:gd name="csX28" fmla="*/ 36307 w 47295"/>
                <a:gd name="csY28" fmla="*/ 1911 h 21975"/>
                <a:gd name="csX29" fmla="*/ 38218 w 47295"/>
                <a:gd name="csY29" fmla="*/ 956 h 21975"/>
                <a:gd name="csX30" fmla="*/ 39652 w 47295"/>
                <a:gd name="csY30" fmla="*/ 478 h 21975"/>
                <a:gd name="csX31" fmla="*/ 40607 w 47295"/>
                <a:gd name="csY31" fmla="*/ 0 h 21975"/>
                <a:gd name="csX32" fmla="*/ 42518 w 47295"/>
                <a:gd name="csY32" fmla="*/ 478 h 21975"/>
                <a:gd name="csX33" fmla="*/ 45862 w 47295"/>
                <a:gd name="csY33" fmla="*/ 956 h 21975"/>
                <a:gd name="csX34" fmla="*/ 46340 w 47295"/>
                <a:gd name="csY34" fmla="*/ 1433 h 21975"/>
                <a:gd name="csX35" fmla="*/ 47295 w 47295"/>
                <a:gd name="csY35" fmla="*/ 1911 h 21975"/>
                <a:gd name="csX36" fmla="*/ 43473 w 47295"/>
                <a:gd name="csY36" fmla="*/ 4777 h 21975"/>
                <a:gd name="csX37" fmla="*/ 39652 w 47295"/>
                <a:gd name="csY37" fmla="*/ 7166 h 21975"/>
                <a:gd name="csX38" fmla="*/ 37263 w 47295"/>
                <a:gd name="csY38" fmla="*/ 8121 h 21975"/>
                <a:gd name="csX39" fmla="*/ 34874 w 47295"/>
                <a:gd name="csY39" fmla="*/ 8599 h 21975"/>
                <a:gd name="csX40" fmla="*/ 32963 w 47295"/>
                <a:gd name="csY40" fmla="*/ 9555 h 21975"/>
                <a:gd name="csX41" fmla="*/ 31052 w 47295"/>
                <a:gd name="csY41" fmla="*/ 10988 h 21975"/>
                <a:gd name="csX42" fmla="*/ 29141 w 47295"/>
                <a:gd name="csY42" fmla="*/ 11466 h 21975"/>
                <a:gd name="csX43" fmla="*/ 26753 w 47295"/>
                <a:gd name="csY43" fmla="*/ 11943 h 21975"/>
                <a:gd name="csX44" fmla="*/ 24842 w 47295"/>
                <a:gd name="csY44" fmla="*/ 12421 h 21975"/>
                <a:gd name="csX45" fmla="*/ 22931 w 47295"/>
                <a:gd name="csY45" fmla="*/ 13376 h 21975"/>
                <a:gd name="csX46" fmla="*/ 20543 w 47295"/>
                <a:gd name="csY46" fmla="*/ 14809 h 21975"/>
                <a:gd name="csX47" fmla="*/ 19587 w 47295"/>
                <a:gd name="csY47" fmla="*/ 14809 h 21975"/>
                <a:gd name="csX48" fmla="*/ 18632 w 47295"/>
                <a:gd name="csY48" fmla="*/ 14809 h 21975"/>
                <a:gd name="csX49" fmla="*/ 16243 w 47295"/>
                <a:gd name="csY49" fmla="*/ 15287 h 21975"/>
                <a:gd name="csX50" fmla="*/ 10032 w 47295"/>
                <a:gd name="csY50" fmla="*/ 17676 h 21975"/>
                <a:gd name="csX51" fmla="*/ 5733 w 47295"/>
                <a:gd name="csY51" fmla="*/ 20065 h 21975"/>
                <a:gd name="csX52" fmla="*/ 2866 w 47295"/>
                <a:gd name="csY52" fmla="*/ 21975 h 21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47295" h="21975">
                  <a:moveTo>
                    <a:pt x="2866" y="21975"/>
                  </a:moveTo>
                  <a:lnTo>
                    <a:pt x="2389" y="19587"/>
                  </a:lnTo>
                  <a:lnTo>
                    <a:pt x="1433" y="18632"/>
                  </a:lnTo>
                  <a:lnTo>
                    <a:pt x="956" y="17676"/>
                  </a:lnTo>
                  <a:lnTo>
                    <a:pt x="956" y="17198"/>
                  </a:lnTo>
                  <a:lnTo>
                    <a:pt x="956" y="16243"/>
                  </a:lnTo>
                  <a:lnTo>
                    <a:pt x="1433" y="16243"/>
                  </a:lnTo>
                  <a:lnTo>
                    <a:pt x="3822" y="15765"/>
                  </a:lnTo>
                  <a:lnTo>
                    <a:pt x="4777" y="14809"/>
                  </a:lnTo>
                  <a:lnTo>
                    <a:pt x="4777" y="13376"/>
                  </a:lnTo>
                  <a:lnTo>
                    <a:pt x="4777" y="13376"/>
                  </a:lnTo>
                  <a:lnTo>
                    <a:pt x="4300" y="12899"/>
                  </a:lnTo>
                  <a:lnTo>
                    <a:pt x="4300" y="12899"/>
                  </a:lnTo>
                  <a:lnTo>
                    <a:pt x="3822" y="12421"/>
                  </a:lnTo>
                  <a:lnTo>
                    <a:pt x="1433" y="13854"/>
                  </a:lnTo>
                  <a:lnTo>
                    <a:pt x="478" y="13376"/>
                  </a:lnTo>
                  <a:lnTo>
                    <a:pt x="0" y="12899"/>
                  </a:lnTo>
                  <a:lnTo>
                    <a:pt x="0" y="11466"/>
                  </a:lnTo>
                  <a:lnTo>
                    <a:pt x="2389" y="10032"/>
                  </a:lnTo>
                  <a:lnTo>
                    <a:pt x="3822" y="7166"/>
                  </a:lnTo>
                  <a:lnTo>
                    <a:pt x="5255" y="6210"/>
                  </a:lnTo>
                  <a:lnTo>
                    <a:pt x="8122" y="5255"/>
                  </a:lnTo>
                  <a:lnTo>
                    <a:pt x="9077" y="4777"/>
                  </a:lnTo>
                  <a:lnTo>
                    <a:pt x="17676" y="3344"/>
                  </a:lnTo>
                  <a:lnTo>
                    <a:pt x="19587" y="3344"/>
                  </a:lnTo>
                  <a:lnTo>
                    <a:pt x="24842" y="3344"/>
                  </a:lnTo>
                  <a:lnTo>
                    <a:pt x="32008" y="2866"/>
                  </a:lnTo>
                  <a:lnTo>
                    <a:pt x="33919" y="2389"/>
                  </a:lnTo>
                  <a:lnTo>
                    <a:pt x="36307" y="1911"/>
                  </a:lnTo>
                  <a:lnTo>
                    <a:pt x="38218" y="956"/>
                  </a:lnTo>
                  <a:lnTo>
                    <a:pt x="39652" y="478"/>
                  </a:lnTo>
                  <a:lnTo>
                    <a:pt x="40607" y="0"/>
                  </a:lnTo>
                  <a:lnTo>
                    <a:pt x="42518" y="478"/>
                  </a:lnTo>
                  <a:lnTo>
                    <a:pt x="45862" y="956"/>
                  </a:lnTo>
                  <a:lnTo>
                    <a:pt x="46340" y="1433"/>
                  </a:lnTo>
                  <a:lnTo>
                    <a:pt x="47295" y="1911"/>
                  </a:lnTo>
                  <a:lnTo>
                    <a:pt x="43473" y="4777"/>
                  </a:lnTo>
                  <a:lnTo>
                    <a:pt x="39652" y="7166"/>
                  </a:lnTo>
                  <a:lnTo>
                    <a:pt x="37263" y="8121"/>
                  </a:lnTo>
                  <a:lnTo>
                    <a:pt x="34874" y="8599"/>
                  </a:lnTo>
                  <a:lnTo>
                    <a:pt x="32963" y="9555"/>
                  </a:lnTo>
                  <a:lnTo>
                    <a:pt x="31052" y="10988"/>
                  </a:lnTo>
                  <a:lnTo>
                    <a:pt x="29141" y="11466"/>
                  </a:lnTo>
                  <a:lnTo>
                    <a:pt x="26753" y="11943"/>
                  </a:lnTo>
                  <a:lnTo>
                    <a:pt x="24842" y="12421"/>
                  </a:lnTo>
                  <a:lnTo>
                    <a:pt x="22931" y="13376"/>
                  </a:lnTo>
                  <a:lnTo>
                    <a:pt x="20543" y="14809"/>
                  </a:lnTo>
                  <a:lnTo>
                    <a:pt x="19587" y="14809"/>
                  </a:lnTo>
                  <a:lnTo>
                    <a:pt x="18632" y="14809"/>
                  </a:lnTo>
                  <a:lnTo>
                    <a:pt x="16243" y="15287"/>
                  </a:lnTo>
                  <a:lnTo>
                    <a:pt x="10032" y="17676"/>
                  </a:lnTo>
                  <a:lnTo>
                    <a:pt x="5733" y="20065"/>
                  </a:lnTo>
                  <a:lnTo>
                    <a:pt x="2866" y="2197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8" name="Freeform 5477">
              <a:extLst>
                <a:ext uri="{FF2B5EF4-FFF2-40B4-BE49-F238E27FC236}">
                  <a16:creationId xmlns:a16="http://schemas.microsoft.com/office/drawing/2014/main" id="{A17DB43C-9A83-B4A2-18B1-A88D3C80DA49}"/>
                </a:ext>
              </a:extLst>
            </p:cNvPr>
            <p:cNvSpPr/>
            <p:nvPr/>
          </p:nvSpPr>
          <p:spPr>
            <a:xfrm>
              <a:off x="8343716" y="4901624"/>
              <a:ext cx="7643" cy="4299"/>
            </a:xfrm>
            <a:custGeom>
              <a:avLst/>
              <a:gdLst>
                <a:gd name="csX0" fmla="*/ 0 w 7643"/>
                <a:gd name="csY0" fmla="*/ 3344 h 4299"/>
                <a:gd name="csX1" fmla="*/ 0 w 7643"/>
                <a:gd name="csY1" fmla="*/ 2389 h 4299"/>
                <a:gd name="csX2" fmla="*/ 2866 w 7643"/>
                <a:gd name="csY2" fmla="*/ 955 h 4299"/>
                <a:gd name="csX3" fmla="*/ 7644 w 7643"/>
                <a:gd name="csY3" fmla="*/ 0 h 4299"/>
                <a:gd name="csX4" fmla="*/ 7644 w 7643"/>
                <a:gd name="csY4" fmla="*/ 478 h 4299"/>
                <a:gd name="csX5" fmla="*/ 7166 w 7643"/>
                <a:gd name="csY5" fmla="*/ 1911 h 4299"/>
                <a:gd name="csX6" fmla="*/ 6688 w 7643"/>
                <a:gd name="csY6" fmla="*/ 2866 h 4299"/>
                <a:gd name="csX7" fmla="*/ 5255 w 7643"/>
                <a:gd name="csY7" fmla="*/ 3822 h 4299"/>
                <a:gd name="csX8" fmla="*/ 4777 w 7643"/>
                <a:gd name="csY8" fmla="*/ 4299 h 4299"/>
                <a:gd name="csX9" fmla="*/ 1911 w 7643"/>
                <a:gd name="csY9" fmla="*/ 3822 h 4299"/>
                <a:gd name="csX10" fmla="*/ 1433 w 7643"/>
                <a:gd name="csY10" fmla="*/ 3822 h 4299"/>
                <a:gd name="csX11" fmla="*/ 955 w 7643"/>
                <a:gd name="csY11" fmla="*/ 3822 h 4299"/>
                <a:gd name="csX12" fmla="*/ 0 w 7643"/>
                <a:gd name="csY12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643" h="4299">
                  <a:moveTo>
                    <a:pt x="0" y="3344"/>
                  </a:moveTo>
                  <a:lnTo>
                    <a:pt x="0" y="2389"/>
                  </a:lnTo>
                  <a:lnTo>
                    <a:pt x="2866" y="955"/>
                  </a:lnTo>
                  <a:lnTo>
                    <a:pt x="7644" y="0"/>
                  </a:lnTo>
                  <a:lnTo>
                    <a:pt x="7644" y="478"/>
                  </a:lnTo>
                  <a:lnTo>
                    <a:pt x="7166" y="1911"/>
                  </a:lnTo>
                  <a:lnTo>
                    <a:pt x="6688" y="2866"/>
                  </a:lnTo>
                  <a:lnTo>
                    <a:pt x="5255" y="3822"/>
                  </a:lnTo>
                  <a:lnTo>
                    <a:pt x="4777" y="4299"/>
                  </a:lnTo>
                  <a:lnTo>
                    <a:pt x="1911" y="3822"/>
                  </a:lnTo>
                  <a:lnTo>
                    <a:pt x="1433" y="3822"/>
                  </a:lnTo>
                  <a:lnTo>
                    <a:pt x="955" y="3822"/>
                  </a:lnTo>
                  <a:lnTo>
                    <a:pt x="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9" name="Freeform 5478">
              <a:extLst>
                <a:ext uri="{FF2B5EF4-FFF2-40B4-BE49-F238E27FC236}">
                  <a16:creationId xmlns:a16="http://schemas.microsoft.com/office/drawing/2014/main" id="{646C42C2-E6CF-8DCF-F457-842E174A2DBA}"/>
                </a:ext>
              </a:extLst>
            </p:cNvPr>
            <p:cNvSpPr/>
            <p:nvPr/>
          </p:nvSpPr>
          <p:spPr>
            <a:xfrm>
              <a:off x="7196210" y="3986772"/>
              <a:ext cx="8598" cy="3821"/>
            </a:xfrm>
            <a:custGeom>
              <a:avLst/>
              <a:gdLst>
                <a:gd name="csX0" fmla="*/ 0 w 8598"/>
                <a:gd name="csY0" fmla="*/ 0 h 3821"/>
                <a:gd name="csX1" fmla="*/ 1433 w 8598"/>
                <a:gd name="csY1" fmla="*/ 955 h 3821"/>
                <a:gd name="csX2" fmla="*/ 2866 w 8598"/>
                <a:gd name="csY2" fmla="*/ 1911 h 3821"/>
                <a:gd name="csX3" fmla="*/ 4299 w 8598"/>
                <a:gd name="csY3" fmla="*/ 2389 h 3821"/>
                <a:gd name="csX4" fmla="*/ 7644 w 8598"/>
                <a:gd name="csY4" fmla="*/ 3344 h 3821"/>
                <a:gd name="csX5" fmla="*/ 8599 w 8598"/>
                <a:gd name="csY5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98" h="3821">
                  <a:moveTo>
                    <a:pt x="0" y="0"/>
                  </a:moveTo>
                  <a:lnTo>
                    <a:pt x="1433" y="955"/>
                  </a:lnTo>
                  <a:lnTo>
                    <a:pt x="2866" y="1911"/>
                  </a:lnTo>
                  <a:lnTo>
                    <a:pt x="4299" y="2389"/>
                  </a:lnTo>
                  <a:lnTo>
                    <a:pt x="7644" y="3344"/>
                  </a:lnTo>
                  <a:lnTo>
                    <a:pt x="8599" y="3822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0" name="Freeform 5479">
              <a:extLst>
                <a:ext uri="{FF2B5EF4-FFF2-40B4-BE49-F238E27FC236}">
                  <a16:creationId xmlns:a16="http://schemas.microsoft.com/office/drawing/2014/main" id="{E92676DB-910B-6EF3-F9FE-4AAD2E77C445}"/>
                </a:ext>
              </a:extLst>
            </p:cNvPr>
            <p:cNvSpPr/>
            <p:nvPr/>
          </p:nvSpPr>
          <p:spPr>
            <a:xfrm>
              <a:off x="7180922" y="3982472"/>
              <a:ext cx="15287" cy="4299"/>
            </a:xfrm>
            <a:custGeom>
              <a:avLst/>
              <a:gdLst>
                <a:gd name="csX0" fmla="*/ 0 w 15287"/>
                <a:gd name="csY0" fmla="*/ 0 h 4299"/>
                <a:gd name="csX1" fmla="*/ 3822 w 15287"/>
                <a:gd name="csY1" fmla="*/ 2389 h 4299"/>
                <a:gd name="csX2" fmla="*/ 5255 w 15287"/>
                <a:gd name="csY2" fmla="*/ 2866 h 4299"/>
                <a:gd name="csX3" fmla="*/ 6211 w 15287"/>
                <a:gd name="csY3" fmla="*/ 2866 h 4299"/>
                <a:gd name="csX4" fmla="*/ 7644 w 15287"/>
                <a:gd name="csY4" fmla="*/ 2389 h 4299"/>
                <a:gd name="csX5" fmla="*/ 8599 w 15287"/>
                <a:gd name="csY5" fmla="*/ 1911 h 4299"/>
                <a:gd name="csX6" fmla="*/ 10988 w 15287"/>
                <a:gd name="csY6" fmla="*/ 2389 h 4299"/>
                <a:gd name="csX7" fmla="*/ 13377 w 15287"/>
                <a:gd name="csY7" fmla="*/ 3344 h 4299"/>
                <a:gd name="csX8" fmla="*/ 15288 w 15287"/>
                <a:gd name="csY8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5287" h="4299">
                  <a:moveTo>
                    <a:pt x="0" y="0"/>
                  </a:moveTo>
                  <a:lnTo>
                    <a:pt x="3822" y="2389"/>
                  </a:lnTo>
                  <a:lnTo>
                    <a:pt x="5255" y="2866"/>
                  </a:lnTo>
                  <a:lnTo>
                    <a:pt x="6211" y="2866"/>
                  </a:lnTo>
                  <a:lnTo>
                    <a:pt x="7644" y="2389"/>
                  </a:lnTo>
                  <a:lnTo>
                    <a:pt x="8599" y="1911"/>
                  </a:lnTo>
                  <a:lnTo>
                    <a:pt x="10988" y="2389"/>
                  </a:lnTo>
                  <a:lnTo>
                    <a:pt x="13377" y="3344"/>
                  </a:lnTo>
                  <a:lnTo>
                    <a:pt x="15288" y="430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1" name="Freeform 5480">
              <a:extLst>
                <a:ext uri="{FF2B5EF4-FFF2-40B4-BE49-F238E27FC236}">
                  <a16:creationId xmlns:a16="http://schemas.microsoft.com/office/drawing/2014/main" id="{716D2A18-0221-A6C8-786F-4BEF791A5A6B}"/>
                </a:ext>
              </a:extLst>
            </p:cNvPr>
            <p:cNvSpPr/>
            <p:nvPr/>
          </p:nvSpPr>
          <p:spPr>
            <a:xfrm>
              <a:off x="7163247" y="3971484"/>
              <a:ext cx="17198" cy="10987"/>
            </a:xfrm>
            <a:custGeom>
              <a:avLst/>
              <a:gdLst>
                <a:gd name="csX0" fmla="*/ 0 w 17198"/>
                <a:gd name="csY0" fmla="*/ 0 h 10987"/>
                <a:gd name="csX1" fmla="*/ 1911 w 17198"/>
                <a:gd name="csY1" fmla="*/ 1433 h 10987"/>
                <a:gd name="csX2" fmla="*/ 2866 w 17198"/>
                <a:gd name="csY2" fmla="*/ 1911 h 10987"/>
                <a:gd name="csX3" fmla="*/ 5733 w 17198"/>
                <a:gd name="csY3" fmla="*/ 3344 h 10987"/>
                <a:gd name="csX4" fmla="*/ 10987 w 17198"/>
                <a:gd name="csY4" fmla="*/ 6688 h 10987"/>
                <a:gd name="csX5" fmla="*/ 17198 w 17198"/>
                <a:gd name="csY5" fmla="*/ 10988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198" h="10987">
                  <a:moveTo>
                    <a:pt x="0" y="0"/>
                  </a:moveTo>
                  <a:lnTo>
                    <a:pt x="1911" y="1433"/>
                  </a:lnTo>
                  <a:lnTo>
                    <a:pt x="2866" y="1911"/>
                  </a:lnTo>
                  <a:lnTo>
                    <a:pt x="5733" y="3344"/>
                  </a:lnTo>
                  <a:lnTo>
                    <a:pt x="10987" y="6688"/>
                  </a:lnTo>
                  <a:lnTo>
                    <a:pt x="17198" y="1098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2" name="Freeform 5481">
              <a:extLst>
                <a:ext uri="{FF2B5EF4-FFF2-40B4-BE49-F238E27FC236}">
                  <a16:creationId xmlns:a16="http://schemas.microsoft.com/office/drawing/2014/main" id="{68F5E99F-1805-AC22-2D08-B15890D261A6}"/>
                </a:ext>
              </a:extLst>
            </p:cNvPr>
            <p:cNvSpPr/>
            <p:nvPr/>
          </p:nvSpPr>
          <p:spPr>
            <a:xfrm>
              <a:off x="7147481" y="3962885"/>
              <a:ext cx="15765" cy="8599"/>
            </a:xfrm>
            <a:custGeom>
              <a:avLst/>
              <a:gdLst>
                <a:gd name="csX0" fmla="*/ 0 w 15765"/>
                <a:gd name="csY0" fmla="*/ 0 h 8599"/>
                <a:gd name="csX1" fmla="*/ 0 w 15765"/>
                <a:gd name="csY1" fmla="*/ 0 h 8599"/>
                <a:gd name="csX2" fmla="*/ 956 w 15765"/>
                <a:gd name="csY2" fmla="*/ 955 h 8599"/>
                <a:gd name="csX3" fmla="*/ 4300 w 15765"/>
                <a:gd name="csY3" fmla="*/ 3344 h 8599"/>
                <a:gd name="csX4" fmla="*/ 8599 w 15765"/>
                <a:gd name="csY4" fmla="*/ 5733 h 8599"/>
                <a:gd name="csX5" fmla="*/ 11466 w 15765"/>
                <a:gd name="csY5" fmla="*/ 5255 h 8599"/>
                <a:gd name="csX6" fmla="*/ 15765 w 15765"/>
                <a:gd name="csY6" fmla="*/ 8599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765" h="8599">
                  <a:moveTo>
                    <a:pt x="0" y="0"/>
                  </a:moveTo>
                  <a:lnTo>
                    <a:pt x="0" y="0"/>
                  </a:lnTo>
                  <a:lnTo>
                    <a:pt x="956" y="955"/>
                  </a:lnTo>
                  <a:lnTo>
                    <a:pt x="4300" y="3344"/>
                  </a:lnTo>
                  <a:lnTo>
                    <a:pt x="8599" y="5733"/>
                  </a:lnTo>
                  <a:lnTo>
                    <a:pt x="11466" y="5255"/>
                  </a:lnTo>
                  <a:lnTo>
                    <a:pt x="15765" y="859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3" name="Freeform 5482">
              <a:extLst>
                <a:ext uri="{FF2B5EF4-FFF2-40B4-BE49-F238E27FC236}">
                  <a16:creationId xmlns:a16="http://schemas.microsoft.com/office/drawing/2014/main" id="{2B156114-9418-DBE6-9B19-AE2CD0D3C189}"/>
                </a:ext>
              </a:extLst>
            </p:cNvPr>
            <p:cNvSpPr/>
            <p:nvPr/>
          </p:nvSpPr>
          <p:spPr>
            <a:xfrm>
              <a:off x="7131238" y="3950464"/>
              <a:ext cx="11943" cy="8121"/>
            </a:xfrm>
            <a:custGeom>
              <a:avLst/>
              <a:gdLst>
                <a:gd name="csX0" fmla="*/ 0 w 11943"/>
                <a:gd name="csY0" fmla="*/ 0 h 8121"/>
                <a:gd name="csX1" fmla="*/ 2867 w 11943"/>
                <a:gd name="csY1" fmla="*/ 1911 h 8121"/>
                <a:gd name="csX2" fmla="*/ 7644 w 11943"/>
                <a:gd name="csY2" fmla="*/ 5255 h 8121"/>
                <a:gd name="csX3" fmla="*/ 11943 w 11943"/>
                <a:gd name="csY3" fmla="*/ 8121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943" h="8121">
                  <a:moveTo>
                    <a:pt x="0" y="0"/>
                  </a:moveTo>
                  <a:lnTo>
                    <a:pt x="2867" y="1911"/>
                  </a:lnTo>
                  <a:lnTo>
                    <a:pt x="7644" y="5255"/>
                  </a:lnTo>
                  <a:lnTo>
                    <a:pt x="11943" y="812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4" name="Freeform 5483">
              <a:extLst>
                <a:ext uri="{FF2B5EF4-FFF2-40B4-BE49-F238E27FC236}">
                  <a16:creationId xmlns:a16="http://schemas.microsoft.com/office/drawing/2014/main" id="{B0491AA1-FEB0-0007-5AD2-0EE3A2E19DB0}"/>
                </a:ext>
              </a:extLst>
            </p:cNvPr>
            <p:cNvSpPr/>
            <p:nvPr/>
          </p:nvSpPr>
          <p:spPr>
            <a:xfrm>
              <a:off x="7122640" y="3944254"/>
              <a:ext cx="8598" cy="6210"/>
            </a:xfrm>
            <a:custGeom>
              <a:avLst/>
              <a:gdLst>
                <a:gd name="csX0" fmla="*/ 0 w 8598"/>
                <a:gd name="csY0" fmla="*/ 0 h 6210"/>
                <a:gd name="csX1" fmla="*/ 0 w 8598"/>
                <a:gd name="csY1" fmla="*/ 0 h 6210"/>
                <a:gd name="csX2" fmla="*/ 955 w 8598"/>
                <a:gd name="csY2" fmla="*/ 956 h 6210"/>
                <a:gd name="csX3" fmla="*/ 3344 w 8598"/>
                <a:gd name="csY3" fmla="*/ 2866 h 6210"/>
                <a:gd name="csX4" fmla="*/ 8599 w 8598"/>
                <a:gd name="csY4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98" h="6210">
                  <a:moveTo>
                    <a:pt x="0" y="0"/>
                  </a:moveTo>
                  <a:lnTo>
                    <a:pt x="0" y="0"/>
                  </a:lnTo>
                  <a:lnTo>
                    <a:pt x="955" y="956"/>
                  </a:lnTo>
                  <a:lnTo>
                    <a:pt x="3344" y="2866"/>
                  </a:lnTo>
                  <a:lnTo>
                    <a:pt x="8599" y="62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5" name="Freeform 5484">
              <a:extLst>
                <a:ext uri="{FF2B5EF4-FFF2-40B4-BE49-F238E27FC236}">
                  <a16:creationId xmlns:a16="http://schemas.microsoft.com/office/drawing/2014/main" id="{7EC15F46-79E1-E4DB-A14F-8A7D14B2732A}"/>
                </a:ext>
              </a:extLst>
            </p:cNvPr>
            <p:cNvSpPr/>
            <p:nvPr/>
          </p:nvSpPr>
          <p:spPr>
            <a:xfrm>
              <a:off x="7116907" y="3930877"/>
              <a:ext cx="2388" cy="1910"/>
            </a:xfrm>
            <a:custGeom>
              <a:avLst/>
              <a:gdLst>
                <a:gd name="csX0" fmla="*/ 0 w 2388"/>
                <a:gd name="csY0" fmla="*/ 0 h 1910"/>
                <a:gd name="csX1" fmla="*/ 0 w 2388"/>
                <a:gd name="csY1" fmla="*/ 0 h 1910"/>
                <a:gd name="csX2" fmla="*/ 2389 w 2388"/>
                <a:gd name="csY2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388" h="1910">
                  <a:moveTo>
                    <a:pt x="0" y="0"/>
                  </a:moveTo>
                  <a:lnTo>
                    <a:pt x="0" y="0"/>
                  </a:lnTo>
                  <a:lnTo>
                    <a:pt x="2389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6" name="Freeform 5485">
              <a:extLst>
                <a:ext uri="{FF2B5EF4-FFF2-40B4-BE49-F238E27FC236}">
                  <a16:creationId xmlns:a16="http://schemas.microsoft.com/office/drawing/2014/main" id="{85383EA4-A3CB-9447-8A0C-56202230ADFF}"/>
                </a:ext>
              </a:extLst>
            </p:cNvPr>
            <p:cNvSpPr/>
            <p:nvPr/>
          </p:nvSpPr>
          <p:spPr>
            <a:xfrm>
              <a:off x="7101142" y="3913201"/>
              <a:ext cx="10032" cy="4777"/>
            </a:xfrm>
            <a:custGeom>
              <a:avLst/>
              <a:gdLst>
                <a:gd name="csX0" fmla="*/ 0 w 10032"/>
                <a:gd name="csY0" fmla="*/ 956 h 4777"/>
                <a:gd name="csX1" fmla="*/ 478 w 10032"/>
                <a:gd name="csY1" fmla="*/ 478 h 4777"/>
                <a:gd name="csX2" fmla="*/ 955 w 10032"/>
                <a:gd name="csY2" fmla="*/ 0 h 4777"/>
                <a:gd name="csX3" fmla="*/ 1911 w 10032"/>
                <a:gd name="csY3" fmla="*/ 0 h 4777"/>
                <a:gd name="csX4" fmla="*/ 5255 w 10032"/>
                <a:gd name="csY4" fmla="*/ 956 h 4777"/>
                <a:gd name="csX5" fmla="*/ 8121 w 10032"/>
                <a:gd name="csY5" fmla="*/ 2866 h 4777"/>
                <a:gd name="csX6" fmla="*/ 10032 w 10032"/>
                <a:gd name="csY6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032" h="4777">
                  <a:moveTo>
                    <a:pt x="0" y="956"/>
                  </a:moveTo>
                  <a:lnTo>
                    <a:pt x="478" y="478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5255" y="956"/>
                  </a:lnTo>
                  <a:lnTo>
                    <a:pt x="8121" y="2866"/>
                  </a:lnTo>
                  <a:lnTo>
                    <a:pt x="10032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7" name="Freeform 5486">
              <a:extLst>
                <a:ext uri="{FF2B5EF4-FFF2-40B4-BE49-F238E27FC236}">
                  <a16:creationId xmlns:a16="http://schemas.microsoft.com/office/drawing/2014/main" id="{23EEA9A7-1667-7048-B34A-2B90A106C97E}"/>
                </a:ext>
              </a:extLst>
            </p:cNvPr>
            <p:cNvSpPr/>
            <p:nvPr/>
          </p:nvSpPr>
          <p:spPr>
            <a:xfrm>
              <a:off x="7075344" y="3910335"/>
              <a:ext cx="24364" cy="5254"/>
            </a:xfrm>
            <a:custGeom>
              <a:avLst/>
              <a:gdLst>
                <a:gd name="csX0" fmla="*/ 0 w 24364"/>
                <a:gd name="csY0" fmla="*/ 0 h 5254"/>
                <a:gd name="csX1" fmla="*/ 0 w 24364"/>
                <a:gd name="csY1" fmla="*/ 0 h 5254"/>
                <a:gd name="csX2" fmla="*/ 2389 w 24364"/>
                <a:gd name="csY2" fmla="*/ 1433 h 5254"/>
                <a:gd name="csX3" fmla="*/ 7166 w 24364"/>
                <a:gd name="csY3" fmla="*/ 4299 h 5254"/>
                <a:gd name="csX4" fmla="*/ 8599 w 24364"/>
                <a:gd name="csY4" fmla="*/ 4299 h 5254"/>
                <a:gd name="csX5" fmla="*/ 13377 w 24364"/>
                <a:gd name="csY5" fmla="*/ 3822 h 5254"/>
                <a:gd name="csX6" fmla="*/ 15287 w 24364"/>
                <a:gd name="csY6" fmla="*/ 3822 h 5254"/>
                <a:gd name="csX7" fmla="*/ 16721 w 24364"/>
                <a:gd name="csY7" fmla="*/ 4299 h 5254"/>
                <a:gd name="csX8" fmla="*/ 20543 w 24364"/>
                <a:gd name="csY8" fmla="*/ 4777 h 5254"/>
                <a:gd name="csX9" fmla="*/ 21498 w 24364"/>
                <a:gd name="csY9" fmla="*/ 5255 h 5254"/>
                <a:gd name="csX10" fmla="*/ 22931 w 24364"/>
                <a:gd name="csY10" fmla="*/ 5255 h 5254"/>
                <a:gd name="csX11" fmla="*/ 24364 w 24364"/>
                <a:gd name="csY11" fmla="*/ 4777 h 5254"/>
                <a:gd name="csX12" fmla="*/ 24364 w 24364"/>
                <a:gd name="csY12" fmla="*/ 4777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4364" h="5254">
                  <a:moveTo>
                    <a:pt x="0" y="0"/>
                  </a:moveTo>
                  <a:lnTo>
                    <a:pt x="0" y="0"/>
                  </a:lnTo>
                  <a:lnTo>
                    <a:pt x="2389" y="1433"/>
                  </a:lnTo>
                  <a:lnTo>
                    <a:pt x="7166" y="4299"/>
                  </a:lnTo>
                  <a:lnTo>
                    <a:pt x="8599" y="4299"/>
                  </a:lnTo>
                  <a:lnTo>
                    <a:pt x="13377" y="3822"/>
                  </a:lnTo>
                  <a:lnTo>
                    <a:pt x="15287" y="3822"/>
                  </a:lnTo>
                  <a:lnTo>
                    <a:pt x="16721" y="4299"/>
                  </a:lnTo>
                  <a:lnTo>
                    <a:pt x="20543" y="4777"/>
                  </a:lnTo>
                  <a:lnTo>
                    <a:pt x="21498" y="5255"/>
                  </a:lnTo>
                  <a:lnTo>
                    <a:pt x="22931" y="5255"/>
                  </a:lnTo>
                  <a:lnTo>
                    <a:pt x="24364" y="4777"/>
                  </a:lnTo>
                  <a:lnTo>
                    <a:pt x="24364" y="477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8" name="Freeform 5487">
              <a:extLst>
                <a:ext uri="{FF2B5EF4-FFF2-40B4-BE49-F238E27FC236}">
                  <a16:creationId xmlns:a16="http://schemas.microsoft.com/office/drawing/2014/main" id="{7F369985-39C4-E763-DA56-58A6479646A6}"/>
                </a:ext>
              </a:extLst>
            </p:cNvPr>
            <p:cNvSpPr/>
            <p:nvPr/>
          </p:nvSpPr>
          <p:spPr>
            <a:xfrm>
              <a:off x="7076778" y="3899347"/>
              <a:ext cx="477" cy="477"/>
            </a:xfrm>
            <a:custGeom>
              <a:avLst/>
              <a:gdLst>
                <a:gd name="csX0" fmla="*/ 0 w 477"/>
                <a:gd name="csY0" fmla="*/ 0 h 477"/>
                <a:gd name="csX1" fmla="*/ 0 w 477"/>
                <a:gd name="csY1" fmla="*/ 0 h 477"/>
                <a:gd name="csX2" fmla="*/ 478 w 477"/>
                <a:gd name="csY2" fmla="*/ 478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" h="477">
                  <a:moveTo>
                    <a:pt x="0" y="0"/>
                  </a:moveTo>
                  <a:lnTo>
                    <a:pt x="0" y="0"/>
                  </a:lnTo>
                  <a:lnTo>
                    <a:pt x="478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9" name="Freeform 5488">
              <a:extLst>
                <a:ext uri="{FF2B5EF4-FFF2-40B4-BE49-F238E27FC236}">
                  <a16:creationId xmlns:a16="http://schemas.microsoft.com/office/drawing/2014/main" id="{0CA882B4-109B-3093-5229-3AA760537260}"/>
                </a:ext>
              </a:extLst>
            </p:cNvPr>
            <p:cNvSpPr/>
            <p:nvPr/>
          </p:nvSpPr>
          <p:spPr>
            <a:xfrm>
              <a:off x="7072956" y="3896958"/>
              <a:ext cx="2866" cy="955"/>
            </a:xfrm>
            <a:custGeom>
              <a:avLst/>
              <a:gdLst>
                <a:gd name="csX0" fmla="*/ 0 w 2866"/>
                <a:gd name="csY0" fmla="*/ 0 h 955"/>
                <a:gd name="csX1" fmla="*/ 0 w 2866"/>
                <a:gd name="csY1" fmla="*/ 0 h 955"/>
                <a:gd name="csX2" fmla="*/ 2866 w 2866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66" h="955">
                  <a:moveTo>
                    <a:pt x="0" y="0"/>
                  </a:moveTo>
                  <a:lnTo>
                    <a:pt x="0" y="0"/>
                  </a:lnTo>
                  <a:lnTo>
                    <a:pt x="2866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0" name="Freeform 5489">
              <a:extLst>
                <a:ext uri="{FF2B5EF4-FFF2-40B4-BE49-F238E27FC236}">
                  <a16:creationId xmlns:a16="http://schemas.microsoft.com/office/drawing/2014/main" id="{E0FF2C2D-02DD-8EFC-F138-E37BBFA02DC3}"/>
                </a:ext>
              </a:extLst>
            </p:cNvPr>
            <p:cNvSpPr/>
            <p:nvPr/>
          </p:nvSpPr>
          <p:spPr>
            <a:xfrm>
              <a:off x="7072478" y="3890270"/>
              <a:ext cx="955" cy="955"/>
            </a:xfrm>
            <a:custGeom>
              <a:avLst/>
              <a:gdLst>
                <a:gd name="csX0" fmla="*/ 0 w 955"/>
                <a:gd name="csY0" fmla="*/ 0 h 955"/>
                <a:gd name="csX1" fmla="*/ 955 w 955"/>
                <a:gd name="csY1" fmla="*/ 478 h 955"/>
                <a:gd name="csX2" fmla="*/ 955 w 955"/>
                <a:gd name="csY2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5" h="955">
                  <a:moveTo>
                    <a:pt x="0" y="0"/>
                  </a:moveTo>
                  <a:lnTo>
                    <a:pt x="955" y="478"/>
                  </a:lnTo>
                  <a:lnTo>
                    <a:pt x="955" y="95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1" name="Freeform 5490">
              <a:extLst>
                <a:ext uri="{FF2B5EF4-FFF2-40B4-BE49-F238E27FC236}">
                  <a16:creationId xmlns:a16="http://schemas.microsoft.com/office/drawing/2014/main" id="{24534264-195E-0523-AEF8-1CD2ED9C8159}"/>
                </a:ext>
              </a:extLst>
            </p:cNvPr>
            <p:cNvSpPr/>
            <p:nvPr/>
          </p:nvSpPr>
          <p:spPr>
            <a:xfrm>
              <a:off x="7059101" y="3886926"/>
              <a:ext cx="13376" cy="2866"/>
            </a:xfrm>
            <a:custGeom>
              <a:avLst/>
              <a:gdLst>
                <a:gd name="csX0" fmla="*/ 0 w 13376"/>
                <a:gd name="csY0" fmla="*/ 0 h 2866"/>
                <a:gd name="csX1" fmla="*/ 0 w 13376"/>
                <a:gd name="csY1" fmla="*/ 0 h 2866"/>
                <a:gd name="csX2" fmla="*/ 1433 w 13376"/>
                <a:gd name="csY2" fmla="*/ 956 h 2866"/>
                <a:gd name="csX3" fmla="*/ 3344 w 13376"/>
                <a:gd name="csY3" fmla="*/ 1433 h 2866"/>
                <a:gd name="csX4" fmla="*/ 9555 w 13376"/>
                <a:gd name="csY4" fmla="*/ 1433 h 2866"/>
                <a:gd name="csX5" fmla="*/ 11466 w 13376"/>
                <a:gd name="csY5" fmla="*/ 1911 h 2866"/>
                <a:gd name="csX6" fmla="*/ 13377 w 13376"/>
                <a:gd name="csY6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76" h="2866">
                  <a:moveTo>
                    <a:pt x="0" y="0"/>
                  </a:moveTo>
                  <a:lnTo>
                    <a:pt x="0" y="0"/>
                  </a:lnTo>
                  <a:lnTo>
                    <a:pt x="1433" y="956"/>
                  </a:lnTo>
                  <a:lnTo>
                    <a:pt x="3344" y="1433"/>
                  </a:lnTo>
                  <a:lnTo>
                    <a:pt x="9555" y="1433"/>
                  </a:lnTo>
                  <a:lnTo>
                    <a:pt x="11466" y="1911"/>
                  </a:lnTo>
                  <a:lnTo>
                    <a:pt x="13377" y="2866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2" name="Freeform 5491">
              <a:extLst>
                <a:ext uri="{FF2B5EF4-FFF2-40B4-BE49-F238E27FC236}">
                  <a16:creationId xmlns:a16="http://schemas.microsoft.com/office/drawing/2014/main" id="{B0F9C47D-66D1-AE2C-B0A9-A7B87BAD344B}"/>
                </a:ext>
              </a:extLst>
            </p:cNvPr>
            <p:cNvSpPr/>
            <p:nvPr/>
          </p:nvSpPr>
          <p:spPr>
            <a:xfrm>
              <a:off x="7045725" y="3876894"/>
              <a:ext cx="10987" cy="6210"/>
            </a:xfrm>
            <a:custGeom>
              <a:avLst/>
              <a:gdLst>
                <a:gd name="csX0" fmla="*/ 0 w 10987"/>
                <a:gd name="csY0" fmla="*/ 0 h 6210"/>
                <a:gd name="csX1" fmla="*/ 2866 w 10987"/>
                <a:gd name="csY1" fmla="*/ 2389 h 6210"/>
                <a:gd name="csX2" fmla="*/ 5733 w 10987"/>
                <a:gd name="csY2" fmla="*/ 5255 h 6210"/>
                <a:gd name="csX3" fmla="*/ 6688 w 10987"/>
                <a:gd name="csY3" fmla="*/ 5733 h 6210"/>
                <a:gd name="csX4" fmla="*/ 8599 w 10987"/>
                <a:gd name="csY4" fmla="*/ 6210 h 6210"/>
                <a:gd name="csX5" fmla="*/ 10510 w 10987"/>
                <a:gd name="csY5" fmla="*/ 6210 h 6210"/>
                <a:gd name="csX6" fmla="*/ 10987 w 10987"/>
                <a:gd name="csY6" fmla="*/ 6210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987" h="6210">
                  <a:moveTo>
                    <a:pt x="0" y="0"/>
                  </a:moveTo>
                  <a:lnTo>
                    <a:pt x="2866" y="2389"/>
                  </a:lnTo>
                  <a:lnTo>
                    <a:pt x="5733" y="5255"/>
                  </a:lnTo>
                  <a:lnTo>
                    <a:pt x="6688" y="5733"/>
                  </a:lnTo>
                  <a:lnTo>
                    <a:pt x="8599" y="6210"/>
                  </a:lnTo>
                  <a:lnTo>
                    <a:pt x="10510" y="6210"/>
                  </a:lnTo>
                  <a:lnTo>
                    <a:pt x="10987" y="621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3" name="Freeform 5492">
              <a:extLst>
                <a:ext uri="{FF2B5EF4-FFF2-40B4-BE49-F238E27FC236}">
                  <a16:creationId xmlns:a16="http://schemas.microsoft.com/office/drawing/2014/main" id="{0522C6AD-CF76-6450-E225-BB4FFCBF9AE6}"/>
                </a:ext>
              </a:extLst>
            </p:cNvPr>
            <p:cNvSpPr/>
            <p:nvPr/>
          </p:nvSpPr>
          <p:spPr>
            <a:xfrm>
              <a:off x="7036648" y="3878805"/>
              <a:ext cx="7643" cy="1433"/>
            </a:xfrm>
            <a:custGeom>
              <a:avLst/>
              <a:gdLst>
                <a:gd name="csX0" fmla="*/ 0 w 7643"/>
                <a:gd name="csY0" fmla="*/ 1433 h 1433"/>
                <a:gd name="csX1" fmla="*/ 1433 w 7643"/>
                <a:gd name="csY1" fmla="*/ 478 h 1433"/>
                <a:gd name="csX2" fmla="*/ 2389 w 7643"/>
                <a:gd name="csY2" fmla="*/ 0 h 1433"/>
                <a:gd name="csX3" fmla="*/ 4300 w 7643"/>
                <a:gd name="csY3" fmla="*/ 478 h 1433"/>
                <a:gd name="csX4" fmla="*/ 6688 w 7643"/>
                <a:gd name="csY4" fmla="*/ 956 h 1433"/>
                <a:gd name="csX5" fmla="*/ 7644 w 7643"/>
                <a:gd name="csY5" fmla="*/ 478 h 1433"/>
                <a:gd name="csX6" fmla="*/ 7644 w 7643"/>
                <a:gd name="csY6" fmla="*/ 478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43" h="1433">
                  <a:moveTo>
                    <a:pt x="0" y="1433"/>
                  </a:moveTo>
                  <a:lnTo>
                    <a:pt x="1433" y="478"/>
                  </a:lnTo>
                  <a:lnTo>
                    <a:pt x="2389" y="0"/>
                  </a:lnTo>
                  <a:lnTo>
                    <a:pt x="4300" y="478"/>
                  </a:lnTo>
                  <a:lnTo>
                    <a:pt x="6688" y="956"/>
                  </a:lnTo>
                  <a:lnTo>
                    <a:pt x="7644" y="478"/>
                  </a:lnTo>
                  <a:lnTo>
                    <a:pt x="7644" y="478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4" name="Freeform 5493">
              <a:extLst>
                <a:ext uri="{FF2B5EF4-FFF2-40B4-BE49-F238E27FC236}">
                  <a16:creationId xmlns:a16="http://schemas.microsoft.com/office/drawing/2014/main" id="{F183A6F6-89EA-A4DD-2A80-2B554F716D35}"/>
                </a:ext>
              </a:extLst>
            </p:cNvPr>
            <p:cNvSpPr/>
            <p:nvPr/>
          </p:nvSpPr>
          <p:spPr>
            <a:xfrm>
              <a:off x="7041903" y="3888359"/>
              <a:ext cx="1433" cy="477"/>
            </a:xfrm>
            <a:custGeom>
              <a:avLst/>
              <a:gdLst>
                <a:gd name="csX0" fmla="*/ 0 w 1433"/>
                <a:gd name="csY0" fmla="*/ 478 h 477"/>
                <a:gd name="csX1" fmla="*/ 0 w 1433"/>
                <a:gd name="csY1" fmla="*/ 478 h 477"/>
                <a:gd name="csX2" fmla="*/ 478 w 1433"/>
                <a:gd name="csY2" fmla="*/ 478 h 477"/>
                <a:gd name="csX3" fmla="*/ 955 w 1433"/>
                <a:gd name="csY3" fmla="*/ 478 h 477"/>
                <a:gd name="csX4" fmla="*/ 1433 w 1433"/>
                <a:gd name="csY4" fmla="*/ 0 h 477"/>
                <a:gd name="csX5" fmla="*/ 1433 w 1433"/>
                <a:gd name="csY5" fmla="*/ 0 h 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477">
                  <a:moveTo>
                    <a:pt x="0" y="478"/>
                  </a:moveTo>
                  <a:lnTo>
                    <a:pt x="0" y="478"/>
                  </a:lnTo>
                  <a:lnTo>
                    <a:pt x="478" y="478"/>
                  </a:lnTo>
                  <a:lnTo>
                    <a:pt x="955" y="478"/>
                  </a:lnTo>
                  <a:lnTo>
                    <a:pt x="1433" y="0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5" name="Freeform 5494">
              <a:extLst>
                <a:ext uri="{FF2B5EF4-FFF2-40B4-BE49-F238E27FC236}">
                  <a16:creationId xmlns:a16="http://schemas.microsoft.com/office/drawing/2014/main" id="{7E158421-318F-B87B-DC9F-AE525E86432C}"/>
                </a:ext>
              </a:extLst>
            </p:cNvPr>
            <p:cNvSpPr/>
            <p:nvPr/>
          </p:nvSpPr>
          <p:spPr>
            <a:xfrm>
              <a:off x="7033782" y="3884060"/>
              <a:ext cx="6687" cy="1910"/>
            </a:xfrm>
            <a:custGeom>
              <a:avLst/>
              <a:gdLst>
                <a:gd name="csX0" fmla="*/ 0 w 6687"/>
                <a:gd name="csY0" fmla="*/ 478 h 1910"/>
                <a:gd name="csX1" fmla="*/ 478 w 6687"/>
                <a:gd name="csY1" fmla="*/ 0 h 1910"/>
                <a:gd name="csX2" fmla="*/ 1433 w 6687"/>
                <a:gd name="csY2" fmla="*/ 0 h 1910"/>
                <a:gd name="csX3" fmla="*/ 3344 w 6687"/>
                <a:gd name="csY3" fmla="*/ 478 h 1910"/>
                <a:gd name="csX4" fmla="*/ 4777 w 6687"/>
                <a:gd name="csY4" fmla="*/ 955 h 1910"/>
                <a:gd name="csX5" fmla="*/ 5733 w 6687"/>
                <a:gd name="csY5" fmla="*/ 1433 h 1910"/>
                <a:gd name="csX6" fmla="*/ 6688 w 6687"/>
                <a:gd name="csY6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7" h="1910">
                  <a:moveTo>
                    <a:pt x="0" y="478"/>
                  </a:moveTo>
                  <a:lnTo>
                    <a:pt x="478" y="0"/>
                  </a:lnTo>
                  <a:lnTo>
                    <a:pt x="1433" y="0"/>
                  </a:lnTo>
                  <a:lnTo>
                    <a:pt x="3344" y="478"/>
                  </a:lnTo>
                  <a:lnTo>
                    <a:pt x="4777" y="955"/>
                  </a:lnTo>
                  <a:lnTo>
                    <a:pt x="5733" y="1433"/>
                  </a:lnTo>
                  <a:lnTo>
                    <a:pt x="6688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6" name="Freeform 5495">
              <a:extLst>
                <a:ext uri="{FF2B5EF4-FFF2-40B4-BE49-F238E27FC236}">
                  <a16:creationId xmlns:a16="http://schemas.microsoft.com/office/drawing/2014/main" id="{340ACA21-C885-B1E5-8DEB-50BAF1CFD651}"/>
                </a:ext>
              </a:extLst>
            </p:cNvPr>
            <p:cNvSpPr/>
            <p:nvPr/>
          </p:nvSpPr>
          <p:spPr>
            <a:xfrm>
              <a:off x="7018494" y="3891226"/>
              <a:ext cx="11465" cy="2388"/>
            </a:xfrm>
            <a:custGeom>
              <a:avLst/>
              <a:gdLst>
                <a:gd name="csX0" fmla="*/ 0 w 11465"/>
                <a:gd name="csY0" fmla="*/ 2389 h 2388"/>
                <a:gd name="csX1" fmla="*/ 1433 w 11465"/>
                <a:gd name="csY1" fmla="*/ 1433 h 2388"/>
                <a:gd name="csX2" fmla="*/ 3344 w 11465"/>
                <a:gd name="csY2" fmla="*/ 955 h 2388"/>
                <a:gd name="csX3" fmla="*/ 9077 w 11465"/>
                <a:gd name="csY3" fmla="*/ 478 h 2388"/>
                <a:gd name="csX4" fmla="*/ 11466 w 11465"/>
                <a:gd name="csY4" fmla="*/ 0 h 2388"/>
                <a:gd name="csX5" fmla="*/ 11466 w 11465"/>
                <a:gd name="csY5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465" h="2388">
                  <a:moveTo>
                    <a:pt x="0" y="2389"/>
                  </a:moveTo>
                  <a:lnTo>
                    <a:pt x="1433" y="1433"/>
                  </a:lnTo>
                  <a:lnTo>
                    <a:pt x="3344" y="955"/>
                  </a:lnTo>
                  <a:lnTo>
                    <a:pt x="9077" y="478"/>
                  </a:lnTo>
                  <a:lnTo>
                    <a:pt x="11466" y="0"/>
                  </a:lnTo>
                  <a:lnTo>
                    <a:pt x="11466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7" name="Freeform 5496">
              <a:extLst>
                <a:ext uri="{FF2B5EF4-FFF2-40B4-BE49-F238E27FC236}">
                  <a16:creationId xmlns:a16="http://schemas.microsoft.com/office/drawing/2014/main" id="{2FCBC824-CF1C-B096-6721-A197A9BDD3F7}"/>
                </a:ext>
              </a:extLst>
            </p:cNvPr>
            <p:cNvSpPr/>
            <p:nvPr/>
          </p:nvSpPr>
          <p:spPr>
            <a:xfrm>
              <a:off x="7014673" y="3896958"/>
              <a:ext cx="1432" cy="955"/>
            </a:xfrm>
            <a:custGeom>
              <a:avLst/>
              <a:gdLst>
                <a:gd name="csX0" fmla="*/ 0 w 1432"/>
                <a:gd name="csY0" fmla="*/ 956 h 955"/>
                <a:gd name="csX1" fmla="*/ 1433 w 1432"/>
                <a:gd name="csY1" fmla="*/ 0 h 955"/>
                <a:gd name="csX2" fmla="*/ 1433 w 1432"/>
                <a:gd name="csY2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" h="955">
                  <a:moveTo>
                    <a:pt x="0" y="956"/>
                  </a:moveTo>
                  <a:lnTo>
                    <a:pt x="1433" y="0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8" name="Freeform 5497">
              <a:extLst>
                <a:ext uri="{FF2B5EF4-FFF2-40B4-BE49-F238E27FC236}">
                  <a16:creationId xmlns:a16="http://schemas.microsoft.com/office/drawing/2014/main" id="{53DDC9A1-51B1-1A66-4D76-7FEE444E6AB0}"/>
                </a:ext>
              </a:extLst>
            </p:cNvPr>
            <p:cNvSpPr/>
            <p:nvPr/>
          </p:nvSpPr>
          <p:spPr>
            <a:xfrm>
              <a:off x="7013717" y="3904602"/>
              <a:ext cx="955" cy="4777"/>
            </a:xfrm>
            <a:custGeom>
              <a:avLst/>
              <a:gdLst>
                <a:gd name="csX0" fmla="*/ 956 w 955"/>
                <a:gd name="csY0" fmla="*/ 4777 h 4777"/>
                <a:gd name="csX1" fmla="*/ 0 w 955"/>
                <a:gd name="csY1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4777">
                  <a:moveTo>
                    <a:pt x="956" y="4777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9" name="Freeform 5498">
              <a:extLst>
                <a:ext uri="{FF2B5EF4-FFF2-40B4-BE49-F238E27FC236}">
                  <a16:creationId xmlns:a16="http://schemas.microsoft.com/office/drawing/2014/main" id="{4B78DB5B-BFFA-3D24-90DE-6F8B3D0645CF}"/>
                </a:ext>
              </a:extLst>
            </p:cNvPr>
            <p:cNvSpPr/>
            <p:nvPr/>
          </p:nvSpPr>
          <p:spPr>
            <a:xfrm>
              <a:off x="7015151" y="3911768"/>
              <a:ext cx="1432" cy="955"/>
            </a:xfrm>
            <a:custGeom>
              <a:avLst/>
              <a:gdLst>
                <a:gd name="csX0" fmla="*/ 0 w 1432"/>
                <a:gd name="csY0" fmla="*/ 956 h 955"/>
                <a:gd name="csX1" fmla="*/ 955 w 1432"/>
                <a:gd name="csY1" fmla="*/ 478 h 955"/>
                <a:gd name="csX2" fmla="*/ 1433 w 1432"/>
                <a:gd name="csY2" fmla="*/ 0 h 955"/>
                <a:gd name="csX3" fmla="*/ 1433 w 1432"/>
                <a:gd name="csY3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32" h="955">
                  <a:moveTo>
                    <a:pt x="0" y="956"/>
                  </a:moveTo>
                  <a:lnTo>
                    <a:pt x="955" y="478"/>
                  </a:lnTo>
                  <a:lnTo>
                    <a:pt x="1433" y="0"/>
                  </a:lnTo>
                  <a:lnTo>
                    <a:pt x="143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0" name="Freeform 5499">
              <a:extLst>
                <a:ext uri="{FF2B5EF4-FFF2-40B4-BE49-F238E27FC236}">
                  <a16:creationId xmlns:a16="http://schemas.microsoft.com/office/drawing/2014/main" id="{CB579197-B72B-C591-0563-BAB3F2C322F3}"/>
                </a:ext>
              </a:extLst>
            </p:cNvPr>
            <p:cNvSpPr/>
            <p:nvPr/>
          </p:nvSpPr>
          <p:spPr>
            <a:xfrm>
              <a:off x="6924860" y="3887882"/>
              <a:ext cx="278038" cy="166249"/>
            </a:xfrm>
            <a:custGeom>
              <a:avLst/>
              <a:gdLst>
                <a:gd name="csX0" fmla="*/ 278038 w 278038"/>
                <a:gd name="csY0" fmla="*/ 117521 h 166249"/>
                <a:gd name="csX1" fmla="*/ 277083 w 278038"/>
                <a:gd name="csY1" fmla="*/ 117521 h 166249"/>
                <a:gd name="csX2" fmla="*/ 274694 w 278038"/>
                <a:gd name="csY2" fmla="*/ 117044 h 166249"/>
                <a:gd name="csX3" fmla="*/ 269917 w 278038"/>
                <a:gd name="csY3" fmla="*/ 116088 h 166249"/>
                <a:gd name="csX4" fmla="*/ 265617 w 278038"/>
                <a:gd name="csY4" fmla="*/ 113700 h 166249"/>
                <a:gd name="csX5" fmla="*/ 263229 w 278038"/>
                <a:gd name="csY5" fmla="*/ 112266 h 166249"/>
                <a:gd name="csX6" fmla="*/ 262751 w 278038"/>
                <a:gd name="csY6" fmla="*/ 112744 h 166249"/>
                <a:gd name="csX7" fmla="*/ 261318 w 278038"/>
                <a:gd name="csY7" fmla="*/ 113700 h 166249"/>
                <a:gd name="csX8" fmla="*/ 260840 w 278038"/>
                <a:gd name="csY8" fmla="*/ 114655 h 166249"/>
                <a:gd name="csX9" fmla="*/ 259885 w 278038"/>
                <a:gd name="csY9" fmla="*/ 117044 h 166249"/>
                <a:gd name="csX10" fmla="*/ 258929 w 278038"/>
                <a:gd name="csY10" fmla="*/ 119910 h 166249"/>
                <a:gd name="csX11" fmla="*/ 254152 w 278038"/>
                <a:gd name="csY11" fmla="*/ 119910 h 166249"/>
                <a:gd name="csX12" fmla="*/ 249853 w 278038"/>
                <a:gd name="csY12" fmla="*/ 119910 h 166249"/>
                <a:gd name="csX13" fmla="*/ 246986 w 278038"/>
                <a:gd name="csY13" fmla="*/ 120865 h 166249"/>
                <a:gd name="csX14" fmla="*/ 244120 w 278038"/>
                <a:gd name="csY14" fmla="*/ 122299 h 166249"/>
                <a:gd name="csX15" fmla="*/ 243642 w 278038"/>
                <a:gd name="csY15" fmla="*/ 124210 h 166249"/>
                <a:gd name="csX16" fmla="*/ 243164 w 278038"/>
                <a:gd name="csY16" fmla="*/ 126120 h 166249"/>
                <a:gd name="csX17" fmla="*/ 241253 w 278038"/>
                <a:gd name="csY17" fmla="*/ 130898 h 166249"/>
                <a:gd name="csX18" fmla="*/ 239820 w 278038"/>
                <a:gd name="csY18" fmla="*/ 135675 h 166249"/>
                <a:gd name="csX19" fmla="*/ 239342 w 278038"/>
                <a:gd name="csY19" fmla="*/ 138542 h 166249"/>
                <a:gd name="csX20" fmla="*/ 238387 w 278038"/>
                <a:gd name="csY20" fmla="*/ 140452 h 166249"/>
                <a:gd name="csX21" fmla="*/ 235043 w 278038"/>
                <a:gd name="csY21" fmla="*/ 142841 h 166249"/>
                <a:gd name="csX22" fmla="*/ 231699 w 278038"/>
                <a:gd name="csY22" fmla="*/ 144752 h 166249"/>
                <a:gd name="csX23" fmla="*/ 229788 w 278038"/>
                <a:gd name="csY23" fmla="*/ 145230 h 166249"/>
                <a:gd name="csX24" fmla="*/ 228833 w 278038"/>
                <a:gd name="csY24" fmla="*/ 146663 h 166249"/>
                <a:gd name="csX25" fmla="*/ 228833 w 278038"/>
                <a:gd name="csY25" fmla="*/ 147618 h 166249"/>
                <a:gd name="csX26" fmla="*/ 228355 w 278038"/>
                <a:gd name="csY26" fmla="*/ 147618 h 166249"/>
                <a:gd name="csX27" fmla="*/ 226921 w 278038"/>
                <a:gd name="csY27" fmla="*/ 147618 h 166249"/>
                <a:gd name="csX28" fmla="*/ 225488 w 278038"/>
                <a:gd name="csY28" fmla="*/ 147618 h 166249"/>
                <a:gd name="csX29" fmla="*/ 222144 w 278038"/>
                <a:gd name="csY29" fmla="*/ 148574 h 166249"/>
                <a:gd name="csX30" fmla="*/ 218322 w 278038"/>
                <a:gd name="csY30" fmla="*/ 150007 h 166249"/>
                <a:gd name="csX31" fmla="*/ 214023 w 278038"/>
                <a:gd name="csY31" fmla="*/ 150962 h 166249"/>
                <a:gd name="csX32" fmla="*/ 211634 w 278038"/>
                <a:gd name="csY32" fmla="*/ 150962 h 166249"/>
                <a:gd name="csX33" fmla="*/ 210679 w 278038"/>
                <a:gd name="csY33" fmla="*/ 151440 h 166249"/>
                <a:gd name="csX34" fmla="*/ 210201 w 278038"/>
                <a:gd name="csY34" fmla="*/ 151918 h 166249"/>
                <a:gd name="csX35" fmla="*/ 210679 w 278038"/>
                <a:gd name="csY35" fmla="*/ 153351 h 166249"/>
                <a:gd name="csX36" fmla="*/ 211156 w 278038"/>
                <a:gd name="csY36" fmla="*/ 153829 h 166249"/>
                <a:gd name="csX37" fmla="*/ 211634 w 278038"/>
                <a:gd name="csY37" fmla="*/ 155262 h 166249"/>
                <a:gd name="csX38" fmla="*/ 210679 w 278038"/>
                <a:gd name="csY38" fmla="*/ 156218 h 166249"/>
                <a:gd name="csX39" fmla="*/ 209723 w 278038"/>
                <a:gd name="csY39" fmla="*/ 157651 h 166249"/>
                <a:gd name="csX40" fmla="*/ 209246 w 278038"/>
                <a:gd name="csY40" fmla="*/ 160517 h 166249"/>
                <a:gd name="csX41" fmla="*/ 207812 w 278038"/>
                <a:gd name="csY41" fmla="*/ 160995 h 166249"/>
                <a:gd name="csX42" fmla="*/ 205424 w 278038"/>
                <a:gd name="csY42" fmla="*/ 162428 h 166249"/>
                <a:gd name="csX43" fmla="*/ 202557 w 278038"/>
                <a:gd name="csY43" fmla="*/ 164339 h 166249"/>
                <a:gd name="csX44" fmla="*/ 202080 w 278038"/>
                <a:gd name="csY44" fmla="*/ 164339 h 166249"/>
                <a:gd name="csX45" fmla="*/ 200646 w 278038"/>
                <a:gd name="csY45" fmla="*/ 165294 h 166249"/>
                <a:gd name="csX46" fmla="*/ 198735 w 278038"/>
                <a:gd name="csY46" fmla="*/ 164817 h 166249"/>
                <a:gd name="csX47" fmla="*/ 197780 w 278038"/>
                <a:gd name="csY47" fmla="*/ 164817 h 166249"/>
                <a:gd name="csX48" fmla="*/ 197302 w 278038"/>
                <a:gd name="csY48" fmla="*/ 164817 h 166249"/>
                <a:gd name="csX49" fmla="*/ 195869 w 278038"/>
                <a:gd name="csY49" fmla="*/ 165294 h 166249"/>
                <a:gd name="csX50" fmla="*/ 194436 w 278038"/>
                <a:gd name="csY50" fmla="*/ 166250 h 166249"/>
                <a:gd name="csX51" fmla="*/ 193958 w 278038"/>
                <a:gd name="csY51" fmla="*/ 166250 h 166249"/>
                <a:gd name="csX52" fmla="*/ 193958 w 278038"/>
                <a:gd name="csY52" fmla="*/ 166250 h 166249"/>
                <a:gd name="csX53" fmla="*/ 193480 w 278038"/>
                <a:gd name="csY53" fmla="*/ 164817 h 166249"/>
                <a:gd name="csX54" fmla="*/ 192525 w 278038"/>
                <a:gd name="csY54" fmla="*/ 163861 h 166249"/>
                <a:gd name="csX55" fmla="*/ 190137 w 278038"/>
                <a:gd name="csY55" fmla="*/ 161950 h 166249"/>
                <a:gd name="csX56" fmla="*/ 188226 w 278038"/>
                <a:gd name="csY56" fmla="*/ 160517 h 166249"/>
                <a:gd name="csX57" fmla="*/ 187270 w 278038"/>
                <a:gd name="csY57" fmla="*/ 160517 h 166249"/>
                <a:gd name="csX58" fmla="*/ 185359 w 278038"/>
                <a:gd name="csY58" fmla="*/ 160517 h 166249"/>
                <a:gd name="csX59" fmla="*/ 182971 w 278038"/>
                <a:gd name="csY59" fmla="*/ 160995 h 166249"/>
                <a:gd name="csX60" fmla="*/ 181060 w 278038"/>
                <a:gd name="csY60" fmla="*/ 160517 h 166249"/>
                <a:gd name="csX61" fmla="*/ 179149 w 278038"/>
                <a:gd name="csY61" fmla="*/ 160039 h 166249"/>
                <a:gd name="csX62" fmla="*/ 176760 w 278038"/>
                <a:gd name="csY62" fmla="*/ 158128 h 166249"/>
                <a:gd name="csX63" fmla="*/ 175805 w 278038"/>
                <a:gd name="csY63" fmla="*/ 157173 h 166249"/>
                <a:gd name="csX64" fmla="*/ 175326 w 278038"/>
                <a:gd name="csY64" fmla="*/ 156218 h 166249"/>
                <a:gd name="csX65" fmla="*/ 173894 w 278038"/>
                <a:gd name="csY65" fmla="*/ 156695 h 166249"/>
                <a:gd name="csX66" fmla="*/ 173416 w 278038"/>
                <a:gd name="csY66" fmla="*/ 155740 h 166249"/>
                <a:gd name="csX67" fmla="*/ 173416 w 278038"/>
                <a:gd name="csY67" fmla="*/ 154784 h 166249"/>
                <a:gd name="csX68" fmla="*/ 173894 w 278038"/>
                <a:gd name="csY68" fmla="*/ 153351 h 166249"/>
                <a:gd name="csX69" fmla="*/ 173416 w 278038"/>
                <a:gd name="csY69" fmla="*/ 150962 h 166249"/>
                <a:gd name="csX70" fmla="*/ 172460 w 278038"/>
                <a:gd name="csY70" fmla="*/ 149052 h 166249"/>
                <a:gd name="csX71" fmla="*/ 171505 w 278038"/>
                <a:gd name="csY71" fmla="*/ 148574 h 166249"/>
                <a:gd name="csX72" fmla="*/ 171505 w 278038"/>
                <a:gd name="csY72" fmla="*/ 148574 h 166249"/>
                <a:gd name="csX73" fmla="*/ 171505 w 278038"/>
                <a:gd name="csY73" fmla="*/ 148096 h 166249"/>
                <a:gd name="csX74" fmla="*/ 171983 w 278038"/>
                <a:gd name="csY74" fmla="*/ 146663 h 166249"/>
                <a:gd name="csX75" fmla="*/ 172938 w 278038"/>
                <a:gd name="csY75" fmla="*/ 145707 h 166249"/>
                <a:gd name="csX76" fmla="*/ 172938 w 278038"/>
                <a:gd name="csY76" fmla="*/ 143796 h 166249"/>
                <a:gd name="csX77" fmla="*/ 171983 w 278038"/>
                <a:gd name="csY77" fmla="*/ 141408 h 166249"/>
                <a:gd name="csX78" fmla="*/ 171983 w 278038"/>
                <a:gd name="csY78" fmla="*/ 138064 h 166249"/>
                <a:gd name="csX79" fmla="*/ 171983 w 278038"/>
                <a:gd name="csY79" fmla="*/ 135197 h 166249"/>
                <a:gd name="csX80" fmla="*/ 171027 w 278038"/>
                <a:gd name="csY80" fmla="*/ 133286 h 166249"/>
                <a:gd name="csX81" fmla="*/ 162906 w 278038"/>
                <a:gd name="csY81" fmla="*/ 133286 h 166249"/>
                <a:gd name="csX82" fmla="*/ 155262 w 278038"/>
                <a:gd name="csY82" fmla="*/ 133764 h 166249"/>
                <a:gd name="csX83" fmla="*/ 155262 w 278038"/>
                <a:gd name="csY83" fmla="*/ 133286 h 166249"/>
                <a:gd name="csX84" fmla="*/ 152396 w 278038"/>
                <a:gd name="csY84" fmla="*/ 129465 h 166249"/>
                <a:gd name="csX85" fmla="*/ 150007 w 278038"/>
                <a:gd name="csY85" fmla="*/ 126120 h 166249"/>
                <a:gd name="csX86" fmla="*/ 147619 w 278038"/>
                <a:gd name="csY86" fmla="*/ 124687 h 166249"/>
                <a:gd name="csX87" fmla="*/ 142364 w 278038"/>
                <a:gd name="csY87" fmla="*/ 122299 h 166249"/>
                <a:gd name="csX88" fmla="*/ 139975 w 278038"/>
                <a:gd name="csY88" fmla="*/ 121343 h 166249"/>
                <a:gd name="csX89" fmla="*/ 138064 w 278038"/>
                <a:gd name="csY89" fmla="*/ 119910 h 166249"/>
                <a:gd name="csX90" fmla="*/ 138064 w 278038"/>
                <a:gd name="csY90" fmla="*/ 119910 h 166249"/>
                <a:gd name="csX91" fmla="*/ 136153 w 278038"/>
                <a:gd name="csY91" fmla="*/ 117999 h 166249"/>
                <a:gd name="csX92" fmla="*/ 135675 w 278038"/>
                <a:gd name="csY92" fmla="*/ 115133 h 166249"/>
                <a:gd name="csX93" fmla="*/ 135198 w 278038"/>
                <a:gd name="csY93" fmla="*/ 114655 h 166249"/>
                <a:gd name="csX94" fmla="*/ 134719 w 278038"/>
                <a:gd name="csY94" fmla="*/ 113700 h 166249"/>
                <a:gd name="csX95" fmla="*/ 134242 w 278038"/>
                <a:gd name="csY95" fmla="*/ 113700 h 166249"/>
                <a:gd name="csX96" fmla="*/ 133764 w 278038"/>
                <a:gd name="csY96" fmla="*/ 113700 h 166249"/>
                <a:gd name="csX97" fmla="*/ 127554 w 278038"/>
                <a:gd name="csY97" fmla="*/ 110833 h 166249"/>
                <a:gd name="csX98" fmla="*/ 125165 w 278038"/>
                <a:gd name="csY98" fmla="*/ 109878 h 166249"/>
                <a:gd name="csX99" fmla="*/ 123732 w 278038"/>
                <a:gd name="csY99" fmla="*/ 110355 h 166249"/>
                <a:gd name="csX100" fmla="*/ 122776 w 278038"/>
                <a:gd name="csY100" fmla="*/ 110355 h 166249"/>
                <a:gd name="csX101" fmla="*/ 121821 w 278038"/>
                <a:gd name="csY101" fmla="*/ 110833 h 166249"/>
                <a:gd name="csX102" fmla="*/ 119910 w 278038"/>
                <a:gd name="csY102" fmla="*/ 109878 h 166249"/>
                <a:gd name="csX103" fmla="*/ 117521 w 278038"/>
                <a:gd name="csY103" fmla="*/ 110833 h 166249"/>
                <a:gd name="csX104" fmla="*/ 116566 w 278038"/>
                <a:gd name="csY104" fmla="*/ 110833 h 166249"/>
                <a:gd name="csX105" fmla="*/ 115610 w 278038"/>
                <a:gd name="csY105" fmla="*/ 110833 h 166249"/>
                <a:gd name="csX106" fmla="*/ 114177 w 278038"/>
                <a:gd name="csY106" fmla="*/ 110355 h 166249"/>
                <a:gd name="csX107" fmla="*/ 111311 w 278038"/>
                <a:gd name="csY107" fmla="*/ 107489 h 166249"/>
                <a:gd name="csX108" fmla="*/ 108444 w 278038"/>
                <a:gd name="csY108" fmla="*/ 106534 h 166249"/>
                <a:gd name="csX109" fmla="*/ 107012 w 278038"/>
                <a:gd name="csY109" fmla="*/ 105578 h 166249"/>
                <a:gd name="csX110" fmla="*/ 103189 w 278038"/>
                <a:gd name="csY110" fmla="*/ 104623 h 166249"/>
                <a:gd name="csX111" fmla="*/ 99368 w 278038"/>
                <a:gd name="csY111" fmla="*/ 104145 h 166249"/>
                <a:gd name="csX112" fmla="*/ 97457 w 278038"/>
                <a:gd name="csY112" fmla="*/ 103667 h 166249"/>
                <a:gd name="csX113" fmla="*/ 96501 w 278038"/>
                <a:gd name="csY113" fmla="*/ 103189 h 166249"/>
                <a:gd name="csX114" fmla="*/ 96024 w 278038"/>
                <a:gd name="csY114" fmla="*/ 102712 h 166249"/>
                <a:gd name="csX115" fmla="*/ 96024 w 278038"/>
                <a:gd name="csY115" fmla="*/ 102712 h 166249"/>
                <a:gd name="csX116" fmla="*/ 96024 w 278038"/>
                <a:gd name="csY116" fmla="*/ 101756 h 166249"/>
                <a:gd name="csX117" fmla="*/ 96024 w 278038"/>
                <a:gd name="csY117" fmla="*/ 100801 h 166249"/>
                <a:gd name="csX118" fmla="*/ 95546 w 278038"/>
                <a:gd name="csY118" fmla="*/ 99845 h 166249"/>
                <a:gd name="csX119" fmla="*/ 94591 w 278038"/>
                <a:gd name="csY119" fmla="*/ 98412 h 166249"/>
                <a:gd name="csX120" fmla="*/ 93157 w 278038"/>
                <a:gd name="csY120" fmla="*/ 97457 h 166249"/>
                <a:gd name="csX121" fmla="*/ 90769 w 278038"/>
                <a:gd name="csY121" fmla="*/ 97935 h 166249"/>
                <a:gd name="csX122" fmla="*/ 87425 w 278038"/>
                <a:gd name="csY122" fmla="*/ 97935 h 166249"/>
                <a:gd name="csX123" fmla="*/ 84558 w 278038"/>
                <a:gd name="csY123" fmla="*/ 96979 h 166249"/>
                <a:gd name="csX124" fmla="*/ 82647 w 278038"/>
                <a:gd name="csY124" fmla="*/ 96979 h 166249"/>
                <a:gd name="csX125" fmla="*/ 80259 w 278038"/>
                <a:gd name="csY125" fmla="*/ 96979 h 166249"/>
                <a:gd name="csX126" fmla="*/ 78348 w 278038"/>
                <a:gd name="csY126" fmla="*/ 96979 h 166249"/>
                <a:gd name="csX127" fmla="*/ 76914 w 278038"/>
                <a:gd name="csY127" fmla="*/ 97457 h 166249"/>
                <a:gd name="csX128" fmla="*/ 75959 w 278038"/>
                <a:gd name="csY128" fmla="*/ 97935 h 166249"/>
                <a:gd name="csX129" fmla="*/ 75959 w 278038"/>
                <a:gd name="csY129" fmla="*/ 98412 h 166249"/>
                <a:gd name="csX130" fmla="*/ 75959 w 278038"/>
                <a:gd name="csY130" fmla="*/ 98412 h 166249"/>
                <a:gd name="csX131" fmla="*/ 75481 w 278038"/>
                <a:gd name="csY131" fmla="*/ 100323 h 166249"/>
                <a:gd name="csX132" fmla="*/ 75003 w 278038"/>
                <a:gd name="csY132" fmla="*/ 100801 h 166249"/>
                <a:gd name="csX133" fmla="*/ 74048 w 278038"/>
                <a:gd name="csY133" fmla="*/ 100801 h 166249"/>
                <a:gd name="csX134" fmla="*/ 72615 w 278038"/>
                <a:gd name="csY134" fmla="*/ 100801 h 166249"/>
                <a:gd name="csX135" fmla="*/ 70226 w 278038"/>
                <a:gd name="csY135" fmla="*/ 100801 h 166249"/>
                <a:gd name="csX136" fmla="*/ 70226 w 278038"/>
                <a:gd name="csY136" fmla="*/ 100801 h 166249"/>
                <a:gd name="csX137" fmla="*/ 66405 w 278038"/>
                <a:gd name="csY137" fmla="*/ 100323 h 166249"/>
                <a:gd name="csX138" fmla="*/ 61150 w 278038"/>
                <a:gd name="csY138" fmla="*/ 100323 h 166249"/>
                <a:gd name="csX139" fmla="*/ 57328 w 278038"/>
                <a:gd name="csY139" fmla="*/ 101279 h 166249"/>
                <a:gd name="csX140" fmla="*/ 53984 w 278038"/>
                <a:gd name="csY140" fmla="*/ 103189 h 166249"/>
                <a:gd name="csX141" fmla="*/ 51117 w 278038"/>
                <a:gd name="csY141" fmla="*/ 104623 h 166249"/>
                <a:gd name="csX142" fmla="*/ 47773 w 278038"/>
                <a:gd name="csY142" fmla="*/ 107489 h 166249"/>
                <a:gd name="csX143" fmla="*/ 46340 w 278038"/>
                <a:gd name="csY143" fmla="*/ 108922 h 166249"/>
                <a:gd name="csX144" fmla="*/ 44429 w 278038"/>
                <a:gd name="csY144" fmla="*/ 114177 h 166249"/>
                <a:gd name="csX145" fmla="*/ 44429 w 278038"/>
                <a:gd name="csY145" fmla="*/ 114177 h 166249"/>
                <a:gd name="csX146" fmla="*/ 43473 w 278038"/>
                <a:gd name="csY146" fmla="*/ 114655 h 166249"/>
                <a:gd name="csX147" fmla="*/ 42518 w 278038"/>
                <a:gd name="csY147" fmla="*/ 115133 h 166249"/>
                <a:gd name="csX148" fmla="*/ 41085 w 278038"/>
                <a:gd name="csY148" fmla="*/ 115611 h 166249"/>
                <a:gd name="csX149" fmla="*/ 38696 w 278038"/>
                <a:gd name="csY149" fmla="*/ 116088 h 166249"/>
                <a:gd name="csX150" fmla="*/ 35830 w 278038"/>
                <a:gd name="csY150" fmla="*/ 117521 h 166249"/>
                <a:gd name="csX151" fmla="*/ 33441 w 278038"/>
                <a:gd name="csY151" fmla="*/ 117999 h 166249"/>
                <a:gd name="csX152" fmla="*/ 28186 w 278038"/>
                <a:gd name="csY152" fmla="*/ 117521 h 166249"/>
                <a:gd name="csX153" fmla="*/ 27709 w 278038"/>
                <a:gd name="csY153" fmla="*/ 116088 h 166249"/>
                <a:gd name="csX154" fmla="*/ 26753 w 278038"/>
                <a:gd name="csY154" fmla="*/ 110355 h 166249"/>
                <a:gd name="csX155" fmla="*/ 26275 w 278038"/>
                <a:gd name="csY155" fmla="*/ 104145 h 166249"/>
                <a:gd name="csX156" fmla="*/ 26275 w 278038"/>
                <a:gd name="csY156" fmla="*/ 101756 h 166249"/>
                <a:gd name="csX157" fmla="*/ 26753 w 278038"/>
                <a:gd name="csY157" fmla="*/ 96024 h 166249"/>
                <a:gd name="csX158" fmla="*/ 26753 w 278038"/>
                <a:gd name="csY158" fmla="*/ 93157 h 166249"/>
                <a:gd name="csX159" fmla="*/ 26753 w 278038"/>
                <a:gd name="csY159" fmla="*/ 90769 h 166249"/>
                <a:gd name="csX160" fmla="*/ 26753 w 278038"/>
                <a:gd name="csY160" fmla="*/ 88380 h 166249"/>
                <a:gd name="csX161" fmla="*/ 27230 w 278038"/>
                <a:gd name="csY161" fmla="*/ 85513 h 166249"/>
                <a:gd name="csX162" fmla="*/ 27709 w 278038"/>
                <a:gd name="csY162" fmla="*/ 82647 h 166249"/>
                <a:gd name="csX163" fmla="*/ 27230 w 278038"/>
                <a:gd name="csY163" fmla="*/ 80736 h 166249"/>
                <a:gd name="csX164" fmla="*/ 26275 w 278038"/>
                <a:gd name="csY164" fmla="*/ 78825 h 166249"/>
                <a:gd name="csX165" fmla="*/ 24364 w 278038"/>
                <a:gd name="csY165" fmla="*/ 76914 h 166249"/>
                <a:gd name="csX166" fmla="*/ 23886 w 278038"/>
                <a:gd name="csY166" fmla="*/ 75959 h 166249"/>
                <a:gd name="csX167" fmla="*/ 23886 w 278038"/>
                <a:gd name="csY167" fmla="*/ 74526 h 166249"/>
                <a:gd name="csX168" fmla="*/ 21975 w 278038"/>
                <a:gd name="csY168" fmla="*/ 74526 h 166249"/>
                <a:gd name="csX169" fmla="*/ 20543 w 278038"/>
                <a:gd name="csY169" fmla="*/ 73093 h 166249"/>
                <a:gd name="csX170" fmla="*/ 19109 w 278038"/>
                <a:gd name="csY170" fmla="*/ 72137 h 166249"/>
                <a:gd name="csX171" fmla="*/ 16721 w 278038"/>
                <a:gd name="csY171" fmla="*/ 71659 h 166249"/>
                <a:gd name="csX172" fmla="*/ 15287 w 278038"/>
                <a:gd name="csY172" fmla="*/ 71659 h 166249"/>
                <a:gd name="csX173" fmla="*/ 13854 w 278038"/>
                <a:gd name="csY173" fmla="*/ 72137 h 166249"/>
                <a:gd name="csX174" fmla="*/ 12898 w 278038"/>
                <a:gd name="csY174" fmla="*/ 73093 h 166249"/>
                <a:gd name="csX175" fmla="*/ 12421 w 278038"/>
                <a:gd name="csY175" fmla="*/ 71182 h 166249"/>
                <a:gd name="csX176" fmla="*/ 12421 w 278038"/>
                <a:gd name="csY176" fmla="*/ 69271 h 166249"/>
                <a:gd name="csX177" fmla="*/ 14332 w 278038"/>
                <a:gd name="csY177" fmla="*/ 65449 h 166249"/>
                <a:gd name="csX178" fmla="*/ 15765 w 278038"/>
                <a:gd name="csY178" fmla="*/ 66404 h 166249"/>
                <a:gd name="csX179" fmla="*/ 17676 w 278038"/>
                <a:gd name="csY179" fmla="*/ 66882 h 166249"/>
                <a:gd name="csX180" fmla="*/ 19587 w 278038"/>
                <a:gd name="csY180" fmla="*/ 66882 h 166249"/>
                <a:gd name="csX181" fmla="*/ 21975 w 278038"/>
                <a:gd name="csY181" fmla="*/ 66882 h 166249"/>
                <a:gd name="csX182" fmla="*/ 21498 w 278038"/>
                <a:gd name="csY182" fmla="*/ 65449 h 166249"/>
                <a:gd name="csX183" fmla="*/ 20543 w 278038"/>
                <a:gd name="csY183" fmla="*/ 64493 h 166249"/>
                <a:gd name="csX184" fmla="*/ 19109 w 278038"/>
                <a:gd name="csY184" fmla="*/ 64016 h 166249"/>
                <a:gd name="csX185" fmla="*/ 18632 w 278038"/>
                <a:gd name="csY185" fmla="*/ 62105 h 166249"/>
                <a:gd name="csX186" fmla="*/ 19109 w 278038"/>
                <a:gd name="csY186" fmla="*/ 60194 h 166249"/>
                <a:gd name="csX187" fmla="*/ 19587 w 278038"/>
                <a:gd name="csY187" fmla="*/ 58283 h 166249"/>
                <a:gd name="csX188" fmla="*/ 19109 w 278038"/>
                <a:gd name="csY188" fmla="*/ 57328 h 166249"/>
                <a:gd name="csX189" fmla="*/ 18154 w 278038"/>
                <a:gd name="csY189" fmla="*/ 56850 h 166249"/>
                <a:gd name="csX190" fmla="*/ 15765 w 278038"/>
                <a:gd name="csY190" fmla="*/ 56850 h 166249"/>
                <a:gd name="csX191" fmla="*/ 12421 w 278038"/>
                <a:gd name="csY191" fmla="*/ 56372 h 166249"/>
                <a:gd name="csX192" fmla="*/ 9555 w 278038"/>
                <a:gd name="csY192" fmla="*/ 56372 h 166249"/>
                <a:gd name="csX193" fmla="*/ 9077 w 278038"/>
                <a:gd name="csY193" fmla="*/ 58283 h 166249"/>
                <a:gd name="csX194" fmla="*/ 10510 w 278038"/>
                <a:gd name="csY194" fmla="*/ 61149 h 166249"/>
                <a:gd name="csX195" fmla="*/ 9077 w 278038"/>
                <a:gd name="csY195" fmla="*/ 59716 h 166249"/>
                <a:gd name="csX196" fmla="*/ 7644 w 278038"/>
                <a:gd name="csY196" fmla="*/ 58283 h 166249"/>
                <a:gd name="csX197" fmla="*/ 6211 w 278038"/>
                <a:gd name="csY197" fmla="*/ 54939 h 166249"/>
                <a:gd name="csX198" fmla="*/ 4777 w 278038"/>
                <a:gd name="csY198" fmla="*/ 50639 h 166249"/>
                <a:gd name="csX199" fmla="*/ 4777 w 278038"/>
                <a:gd name="csY199" fmla="*/ 46340 h 166249"/>
                <a:gd name="csX200" fmla="*/ 5733 w 278038"/>
                <a:gd name="csY200" fmla="*/ 42996 h 166249"/>
                <a:gd name="csX201" fmla="*/ 6688 w 278038"/>
                <a:gd name="csY201" fmla="*/ 39651 h 166249"/>
                <a:gd name="csX202" fmla="*/ 7644 w 278038"/>
                <a:gd name="csY202" fmla="*/ 35352 h 166249"/>
                <a:gd name="csX203" fmla="*/ 8599 w 278038"/>
                <a:gd name="csY203" fmla="*/ 31052 h 166249"/>
                <a:gd name="csX204" fmla="*/ 10032 w 278038"/>
                <a:gd name="csY204" fmla="*/ 32963 h 166249"/>
                <a:gd name="csX205" fmla="*/ 10988 w 278038"/>
                <a:gd name="csY205" fmla="*/ 34874 h 166249"/>
                <a:gd name="csX206" fmla="*/ 12898 w 278038"/>
                <a:gd name="csY206" fmla="*/ 36307 h 166249"/>
                <a:gd name="csX207" fmla="*/ 13854 w 278038"/>
                <a:gd name="csY207" fmla="*/ 36785 h 166249"/>
                <a:gd name="csX208" fmla="*/ 16243 w 278038"/>
                <a:gd name="csY208" fmla="*/ 37263 h 166249"/>
                <a:gd name="csX209" fmla="*/ 18154 w 278038"/>
                <a:gd name="csY209" fmla="*/ 37263 h 166249"/>
                <a:gd name="csX210" fmla="*/ 20064 w 278038"/>
                <a:gd name="csY210" fmla="*/ 36307 h 166249"/>
                <a:gd name="csX211" fmla="*/ 21975 w 278038"/>
                <a:gd name="csY211" fmla="*/ 36307 h 166249"/>
                <a:gd name="csX212" fmla="*/ 23886 w 278038"/>
                <a:gd name="csY212" fmla="*/ 38218 h 166249"/>
                <a:gd name="csX213" fmla="*/ 24842 w 278038"/>
                <a:gd name="csY213" fmla="*/ 40129 h 166249"/>
                <a:gd name="csX214" fmla="*/ 27230 w 278038"/>
                <a:gd name="csY214" fmla="*/ 40607 h 166249"/>
                <a:gd name="csX215" fmla="*/ 31530 w 278038"/>
                <a:gd name="csY215" fmla="*/ 39174 h 166249"/>
                <a:gd name="csX216" fmla="*/ 33441 w 278038"/>
                <a:gd name="csY216" fmla="*/ 38696 h 166249"/>
                <a:gd name="csX217" fmla="*/ 35352 w 278038"/>
                <a:gd name="csY217" fmla="*/ 39651 h 166249"/>
                <a:gd name="csX218" fmla="*/ 36307 w 278038"/>
                <a:gd name="csY218" fmla="*/ 39651 h 166249"/>
                <a:gd name="csX219" fmla="*/ 37263 w 278038"/>
                <a:gd name="csY219" fmla="*/ 39651 h 166249"/>
                <a:gd name="csX220" fmla="*/ 36307 w 278038"/>
                <a:gd name="csY220" fmla="*/ 37740 h 166249"/>
                <a:gd name="csX221" fmla="*/ 35830 w 278038"/>
                <a:gd name="csY221" fmla="*/ 36307 h 166249"/>
                <a:gd name="csX222" fmla="*/ 37263 w 278038"/>
                <a:gd name="csY222" fmla="*/ 35352 h 166249"/>
                <a:gd name="csX223" fmla="*/ 40607 w 278038"/>
                <a:gd name="csY223" fmla="*/ 36307 h 166249"/>
                <a:gd name="csX224" fmla="*/ 42518 w 278038"/>
                <a:gd name="csY224" fmla="*/ 35352 h 166249"/>
                <a:gd name="csX225" fmla="*/ 43473 w 278038"/>
                <a:gd name="csY225" fmla="*/ 35352 h 166249"/>
                <a:gd name="csX226" fmla="*/ 43951 w 278038"/>
                <a:gd name="csY226" fmla="*/ 34874 h 166249"/>
                <a:gd name="csX227" fmla="*/ 43951 w 278038"/>
                <a:gd name="csY227" fmla="*/ 33441 h 166249"/>
                <a:gd name="csX228" fmla="*/ 43951 w 278038"/>
                <a:gd name="csY228" fmla="*/ 32008 h 166249"/>
                <a:gd name="csX229" fmla="*/ 43473 w 278038"/>
                <a:gd name="csY229" fmla="*/ 30575 h 166249"/>
                <a:gd name="csX230" fmla="*/ 42996 w 278038"/>
                <a:gd name="csY230" fmla="*/ 29141 h 166249"/>
                <a:gd name="csX231" fmla="*/ 41562 w 278038"/>
                <a:gd name="csY231" fmla="*/ 27708 h 166249"/>
                <a:gd name="csX232" fmla="*/ 35352 w 278038"/>
                <a:gd name="csY232" fmla="*/ 23409 h 166249"/>
                <a:gd name="csX233" fmla="*/ 33441 w 278038"/>
                <a:gd name="csY233" fmla="*/ 21975 h 166249"/>
                <a:gd name="csX234" fmla="*/ 31530 w 278038"/>
                <a:gd name="csY234" fmla="*/ 19587 h 166249"/>
                <a:gd name="csX235" fmla="*/ 30575 w 278038"/>
                <a:gd name="csY235" fmla="*/ 16721 h 166249"/>
                <a:gd name="csX236" fmla="*/ 29619 w 278038"/>
                <a:gd name="csY236" fmla="*/ 13376 h 166249"/>
                <a:gd name="csX237" fmla="*/ 28664 w 278038"/>
                <a:gd name="csY237" fmla="*/ 10988 h 166249"/>
                <a:gd name="csX238" fmla="*/ 26753 w 278038"/>
                <a:gd name="csY238" fmla="*/ 5733 h 166249"/>
                <a:gd name="csX239" fmla="*/ 25798 w 278038"/>
                <a:gd name="csY239" fmla="*/ 5255 h 166249"/>
                <a:gd name="csX240" fmla="*/ 24842 w 278038"/>
                <a:gd name="csY240" fmla="*/ 4777 h 166249"/>
                <a:gd name="csX241" fmla="*/ 22453 w 278038"/>
                <a:gd name="csY241" fmla="*/ 4777 h 166249"/>
                <a:gd name="csX242" fmla="*/ 19587 w 278038"/>
                <a:gd name="csY242" fmla="*/ 5255 h 166249"/>
                <a:gd name="csX243" fmla="*/ 15765 w 278038"/>
                <a:gd name="csY243" fmla="*/ 5733 h 166249"/>
                <a:gd name="csX244" fmla="*/ 13377 w 278038"/>
                <a:gd name="csY244" fmla="*/ 5733 h 166249"/>
                <a:gd name="csX245" fmla="*/ 11943 w 278038"/>
                <a:gd name="csY245" fmla="*/ 6210 h 166249"/>
                <a:gd name="csX246" fmla="*/ 9077 w 278038"/>
                <a:gd name="csY246" fmla="*/ 8599 h 166249"/>
                <a:gd name="csX247" fmla="*/ 8121 w 278038"/>
                <a:gd name="csY247" fmla="*/ 10510 h 166249"/>
                <a:gd name="csX248" fmla="*/ 6211 w 278038"/>
                <a:gd name="csY248" fmla="*/ 14809 h 166249"/>
                <a:gd name="csX249" fmla="*/ 7644 w 278038"/>
                <a:gd name="csY249" fmla="*/ 16243 h 166249"/>
                <a:gd name="csX250" fmla="*/ 7644 w 278038"/>
                <a:gd name="csY250" fmla="*/ 17198 h 166249"/>
                <a:gd name="csX251" fmla="*/ 6688 w 278038"/>
                <a:gd name="csY251" fmla="*/ 23886 h 166249"/>
                <a:gd name="csX252" fmla="*/ 7166 w 278038"/>
                <a:gd name="csY252" fmla="*/ 27231 h 166249"/>
                <a:gd name="csX253" fmla="*/ 6688 w 278038"/>
                <a:gd name="csY253" fmla="*/ 27231 h 166249"/>
                <a:gd name="csX254" fmla="*/ 6211 w 278038"/>
                <a:gd name="csY254" fmla="*/ 26753 h 166249"/>
                <a:gd name="csX255" fmla="*/ 4777 w 278038"/>
                <a:gd name="csY255" fmla="*/ 23409 h 166249"/>
                <a:gd name="csX256" fmla="*/ 1911 w 278038"/>
                <a:gd name="csY256" fmla="*/ 19587 h 166249"/>
                <a:gd name="csX257" fmla="*/ 0 w 278038"/>
                <a:gd name="csY257" fmla="*/ 13376 h 166249"/>
                <a:gd name="csX258" fmla="*/ 0 w 278038"/>
                <a:gd name="csY258" fmla="*/ 13376 h 166249"/>
                <a:gd name="csX259" fmla="*/ 3822 w 278038"/>
                <a:gd name="csY259" fmla="*/ 9555 h 166249"/>
                <a:gd name="csX260" fmla="*/ 7166 w 278038"/>
                <a:gd name="csY260" fmla="*/ 6688 h 166249"/>
                <a:gd name="csX261" fmla="*/ 10032 w 278038"/>
                <a:gd name="csY261" fmla="*/ 4777 h 166249"/>
                <a:gd name="csX262" fmla="*/ 10988 w 278038"/>
                <a:gd name="csY262" fmla="*/ 4299 h 166249"/>
                <a:gd name="csX263" fmla="*/ 14809 w 278038"/>
                <a:gd name="csY263" fmla="*/ 2866 h 166249"/>
                <a:gd name="csX264" fmla="*/ 19587 w 278038"/>
                <a:gd name="csY264" fmla="*/ 1911 h 166249"/>
                <a:gd name="csX265" fmla="*/ 23409 w 278038"/>
                <a:gd name="csY265" fmla="*/ 956 h 166249"/>
                <a:gd name="csX266" fmla="*/ 26753 w 278038"/>
                <a:gd name="csY266" fmla="*/ 0 h 166249"/>
                <a:gd name="csX267" fmla="*/ 28186 w 278038"/>
                <a:gd name="csY267" fmla="*/ 0 h 166249"/>
                <a:gd name="csX268" fmla="*/ 28664 w 278038"/>
                <a:gd name="csY268" fmla="*/ 0 h 166249"/>
                <a:gd name="csX269" fmla="*/ 29619 w 278038"/>
                <a:gd name="csY269" fmla="*/ 0 h 166249"/>
                <a:gd name="csX270" fmla="*/ 32008 w 278038"/>
                <a:gd name="csY270" fmla="*/ 0 h 166249"/>
                <a:gd name="csX271" fmla="*/ 33919 w 278038"/>
                <a:gd name="csY271" fmla="*/ 478 h 166249"/>
                <a:gd name="csX272" fmla="*/ 34874 w 278038"/>
                <a:gd name="csY272" fmla="*/ 956 h 166249"/>
                <a:gd name="csX273" fmla="*/ 35352 w 278038"/>
                <a:gd name="csY273" fmla="*/ 956 h 166249"/>
                <a:gd name="csX274" fmla="*/ 39174 w 278038"/>
                <a:gd name="csY274" fmla="*/ 3822 h 166249"/>
                <a:gd name="csX275" fmla="*/ 42996 w 278038"/>
                <a:gd name="csY275" fmla="*/ 6210 h 166249"/>
                <a:gd name="csX276" fmla="*/ 46818 w 278038"/>
                <a:gd name="csY276" fmla="*/ 9077 h 166249"/>
                <a:gd name="csX277" fmla="*/ 47773 w 278038"/>
                <a:gd name="csY277" fmla="*/ 10032 h 166249"/>
                <a:gd name="csX278" fmla="*/ 48251 w 278038"/>
                <a:gd name="csY278" fmla="*/ 11465 h 166249"/>
                <a:gd name="csX279" fmla="*/ 48728 w 278038"/>
                <a:gd name="csY279" fmla="*/ 12421 h 166249"/>
                <a:gd name="csX280" fmla="*/ 51595 w 278038"/>
                <a:gd name="csY280" fmla="*/ 16721 h 166249"/>
                <a:gd name="csX281" fmla="*/ 52550 w 278038"/>
                <a:gd name="csY281" fmla="*/ 18631 h 166249"/>
                <a:gd name="csX282" fmla="*/ 54461 w 278038"/>
                <a:gd name="csY282" fmla="*/ 21020 h 166249"/>
                <a:gd name="csX283" fmla="*/ 55894 w 278038"/>
                <a:gd name="csY283" fmla="*/ 22453 h 166249"/>
                <a:gd name="csX284" fmla="*/ 57328 w 278038"/>
                <a:gd name="csY284" fmla="*/ 23886 h 166249"/>
                <a:gd name="csX285" fmla="*/ 58283 w 278038"/>
                <a:gd name="csY285" fmla="*/ 24842 h 166249"/>
                <a:gd name="csX286" fmla="*/ 58283 w 278038"/>
                <a:gd name="csY286" fmla="*/ 24842 h 166249"/>
                <a:gd name="csX287" fmla="*/ 59239 w 278038"/>
                <a:gd name="csY287" fmla="*/ 25797 h 166249"/>
                <a:gd name="csX288" fmla="*/ 60194 w 278038"/>
                <a:gd name="csY288" fmla="*/ 25797 h 166249"/>
                <a:gd name="csX289" fmla="*/ 60671 w 278038"/>
                <a:gd name="csY289" fmla="*/ 25797 h 166249"/>
                <a:gd name="csX290" fmla="*/ 63060 w 278038"/>
                <a:gd name="csY290" fmla="*/ 25320 h 166249"/>
                <a:gd name="csX291" fmla="*/ 65449 w 278038"/>
                <a:gd name="csY291" fmla="*/ 24842 h 166249"/>
                <a:gd name="csX292" fmla="*/ 66405 w 278038"/>
                <a:gd name="csY292" fmla="*/ 24842 h 166249"/>
                <a:gd name="csX293" fmla="*/ 68316 w 278038"/>
                <a:gd name="csY293" fmla="*/ 24364 h 166249"/>
                <a:gd name="csX294" fmla="*/ 68793 w 278038"/>
                <a:gd name="csY294" fmla="*/ 24364 h 166249"/>
                <a:gd name="csX295" fmla="*/ 68793 w 278038"/>
                <a:gd name="csY295" fmla="*/ 24364 h 166249"/>
                <a:gd name="csX296" fmla="*/ 74048 w 278038"/>
                <a:gd name="csY296" fmla="*/ 24842 h 166249"/>
                <a:gd name="csX297" fmla="*/ 78825 w 278038"/>
                <a:gd name="csY297" fmla="*/ 24842 h 166249"/>
                <a:gd name="csX298" fmla="*/ 84558 w 278038"/>
                <a:gd name="csY298" fmla="*/ 25320 h 166249"/>
                <a:gd name="csX299" fmla="*/ 86469 w 278038"/>
                <a:gd name="csY299" fmla="*/ 25320 h 166249"/>
                <a:gd name="csX300" fmla="*/ 88380 w 278038"/>
                <a:gd name="csY300" fmla="*/ 25797 h 166249"/>
                <a:gd name="csX301" fmla="*/ 89335 w 278038"/>
                <a:gd name="csY301" fmla="*/ 25797 h 166249"/>
                <a:gd name="csX302" fmla="*/ 89335 w 278038"/>
                <a:gd name="csY302" fmla="*/ 25797 h 166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</a:cxnLst>
              <a:rect l="l" t="t" r="r" b="b"/>
              <a:pathLst>
                <a:path w="278038" h="166249">
                  <a:moveTo>
                    <a:pt x="278038" y="117521"/>
                  </a:moveTo>
                  <a:lnTo>
                    <a:pt x="277083" y="117521"/>
                  </a:lnTo>
                  <a:lnTo>
                    <a:pt x="274694" y="117044"/>
                  </a:lnTo>
                  <a:lnTo>
                    <a:pt x="269917" y="116088"/>
                  </a:lnTo>
                  <a:lnTo>
                    <a:pt x="265617" y="113700"/>
                  </a:lnTo>
                  <a:lnTo>
                    <a:pt x="263229" y="112266"/>
                  </a:lnTo>
                  <a:lnTo>
                    <a:pt x="262751" y="112744"/>
                  </a:lnTo>
                  <a:lnTo>
                    <a:pt x="261318" y="113700"/>
                  </a:lnTo>
                  <a:lnTo>
                    <a:pt x="260840" y="114655"/>
                  </a:lnTo>
                  <a:lnTo>
                    <a:pt x="259885" y="117044"/>
                  </a:lnTo>
                  <a:lnTo>
                    <a:pt x="258929" y="119910"/>
                  </a:lnTo>
                  <a:lnTo>
                    <a:pt x="254152" y="119910"/>
                  </a:lnTo>
                  <a:lnTo>
                    <a:pt x="249853" y="119910"/>
                  </a:lnTo>
                  <a:lnTo>
                    <a:pt x="246986" y="120865"/>
                  </a:lnTo>
                  <a:lnTo>
                    <a:pt x="244120" y="122299"/>
                  </a:lnTo>
                  <a:lnTo>
                    <a:pt x="243642" y="124210"/>
                  </a:lnTo>
                  <a:lnTo>
                    <a:pt x="243164" y="126120"/>
                  </a:lnTo>
                  <a:lnTo>
                    <a:pt x="241253" y="130898"/>
                  </a:lnTo>
                  <a:lnTo>
                    <a:pt x="239820" y="135675"/>
                  </a:lnTo>
                  <a:lnTo>
                    <a:pt x="239342" y="138542"/>
                  </a:lnTo>
                  <a:lnTo>
                    <a:pt x="238387" y="140452"/>
                  </a:lnTo>
                  <a:lnTo>
                    <a:pt x="235043" y="142841"/>
                  </a:lnTo>
                  <a:lnTo>
                    <a:pt x="231699" y="144752"/>
                  </a:lnTo>
                  <a:lnTo>
                    <a:pt x="229788" y="145230"/>
                  </a:lnTo>
                  <a:lnTo>
                    <a:pt x="228833" y="146663"/>
                  </a:lnTo>
                  <a:lnTo>
                    <a:pt x="228833" y="147618"/>
                  </a:lnTo>
                  <a:lnTo>
                    <a:pt x="228355" y="147618"/>
                  </a:lnTo>
                  <a:lnTo>
                    <a:pt x="226921" y="147618"/>
                  </a:lnTo>
                  <a:lnTo>
                    <a:pt x="225488" y="147618"/>
                  </a:lnTo>
                  <a:lnTo>
                    <a:pt x="222144" y="148574"/>
                  </a:lnTo>
                  <a:lnTo>
                    <a:pt x="218322" y="150007"/>
                  </a:lnTo>
                  <a:lnTo>
                    <a:pt x="214023" y="150962"/>
                  </a:lnTo>
                  <a:lnTo>
                    <a:pt x="211634" y="150962"/>
                  </a:lnTo>
                  <a:lnTo>
                    <a:pt x="210679" y="151440"/>
                  </a:lnTo>
                  <a:lnTo>
                    <a:pt x="210201" y="151918"/>
                  </a:lnTo>
                  <a:lnTo>
                    <a:pt x="210679" y="153351"/>
                  </a:lnTo>
                  <a:lnTo>
                    <a:pt x="211156" y="153829"/>
                  </a:lnTo>
                  <a:lnTo>
                    <a:pt x="211634" y="155262"/>
                  </a:lnTo>
                  <a:lnTo>
                    <a:pt x="210679" y="156218"/>
                  </a:lnTo>
                  <a:lnTo>
                    <a:pt x="209723" y="157651"/>
                  </a:lnTo>
                  <a:lnTo>
                    <a:pt x="209246" y="160517"/>
                  </a:lnTo>
                  <a:lnTo>
                    <a:pt x="207812" y="160995"/>
                  </a:lnTo>
                  <a:lnTo>
                    <a:pt x="205424" y="162428"/>
                  </a:lnTo>
                  <a:lnTo>
                    <a:pt x="202557" y="164339"/>
                  </a:lnTo>
                  <a:lnTo>
                    <a:pt x="202080" y="164339"/>
                  </a:lnTo>
                  <a:lnTo>
                    <a:pt x="200646" y="165294"/>
                  </a:lnTo>
                  <a:lnTo>
                    <a:pt x="198735" y="164817"/>
                  </a:lnTo>
                  <a:lnTo>
                    <a:pt x="197780" y="164817"/>
                  </a:lnTo>
                  <a:lnTo>
                    <a:pt x="197302" y="164817"/>
                  </a:lnTo>
                  <a:lnTo>
                    <a:pt x="195869" y="165294"/>
                  </a:lnTo>
                  <a:lnTo>
                    <a:pt x="194436" y="166250"/>
                  </a:lnTo>
                  <a:lnTo>
                    <a:pt x="193958" y="166250"/>
                  </a:lnTo>
                  <a:lnTo>
                    <a:pt x="193958" y="166250"/>
                  </a:lnTo>
                  <a:lnTo>
                    <a:pt x="193480" y="164817"/>
                  </a:lnTo>
                  <a:lnTo>
                    <a:pt x="192525" y="163861"/>
                  </a:lnTo>
                  <a:lnTo>
                    <a:pt x="190137" y="161950"/>
                  </a:lnTo>
                  <a:lnTo>
                    <a:pt x="188226" y="160517"/>
                  </a:lnTo>
                  <a:lnTo>
                    <a:pt x="187270" y="160517"/>
                  </a:lnTo>
                  <a:lnTo>
                    <a:pt x="185359" y="160517"/>
                  </a:lnTo>
                  <a:lnTo>
                    <a:pt x="182971" y="160995"/>
                  </a:lnTo>
                  <a:lnTo>
                    <a:pt x="181060" y="160517"/>
                  </a:lnTo>
                  <a:lnTo>
                    <a:pt x="179149" y="160039"/>
                  </a:lnTo>
                  <a:lnTo>
                    <a:pt x="176760" y="158128"/>
                  </a:lnTo>
                  <a:lnTo>
                    <a:pt x="175805" y="157173"/>
                  </a:lnTo>
                  <a:lnTo>
                    <a:pt x="175326" y="156218"/>
                  </a:lnTo>
                  <a:lnTo>
                    <a:pt x="173894" y="156695"/>
                  </a:lnTo>
                  <a:lnTo>
                    <a:pt x="173416" y="155740"/>
                  </a:lnTo>
                  <a:lnTo>
                    <a:pt x="173416" y="154784"/>
                  </a:lnTo>
                  <a:lnTo>
                    <a:pt x="173894" y="153351"/>
                  </a:lnTo>
                  <a:lnTo>
                    <a:pt x="173416" y="150962"/>
                  </a:lnTo>
                  <a:lnTo>
                    <a:pt x="172460" y="149052"/>
                  </a:lnTo>
                  <a:lnTo>
                    <a:pt x="171505" y="148574"/>
                  </a:lnTo>
                  <a:lnTo>
                    <a:pt x="171505" y="148574"/>
                  </a:lnTo>
                  <a:lnTo>
                    <a:pt x="171505" y="148096"/>
                  </a:lnTo>
                  <a:lnTo>
                    <a:pt x="171983" y="146663"/>
                  </a:lnTo>
                  <a:lnTo>
                    <a:pt x="172938" y="145707"/>
                  </a:lnTo>
                  <a:lnTo>
                    <a:pt x="172938" y="143796"/>
                  </a:lnTo>
                  <a:lnTo>
                    <a:pt x="171983" y="141408"/>
                  </a:lnTo>
                  <a:lnTo>
                    <a:pt x="171983" y="138064"/>
                  </a:lnTo>
                  <a:lnTo>
                    <a:pt x="171983" y="135197"/>
                  </a:lnTo>
                  <a:lnTo>
                    <a:pt x="171027" y="133286"/>
                  </a:lnTo>
                  <a:lnTo>
                    <a:pt x="162906" y="133286"/>
                  </a:lnTo>
                  <a:lnTo>
                    <a:pt x="155262" y="133764"/>
                  </a:lnTo>
                  <a:lnTo>
                    <a:pt x="155262" y="133286"/>
                  </a:lnTo>
                  <a:lnTo>
                    <a:pt x="152396" y="129465"/>
                  </a:lnTo>
                  <a:lnTo>
                    <a:pt x="150007" y="126120"/>
                  </a:lnTo>
                  <a:lnTo>
                    <a:pt x="147619" y="124687"/>
                  </a:lnTo>
                  <a:lnTo>
                    <a:pt x="142364" y="122299"/>
                  </a:lnTo>
                  <a:lnTo>
                    <a:pt x="139975" y="121343"/>
                  </a:lnTo>
                  <a:lnTo>
                    <a:pt x="138064" y="119910"/>
                  </a:lnTo>
                  <a:lnTo>
                    <a:pt x="138064" y="119910"/>
                  </a:lnTo>
                  <a:lnTo>
                    <a:pt x="136153" y="117999"/>
                  </a:lnTo>
                  <a:lnTo>
                    <a:pt x="135675" y="115133"/>
                  </a:lnTo>
                  <a:lnTo>
                    <a:pt x="135198" y="114655"/>
                  </a:lnTo>
                  <a:lnTo>
                    <a:pt x="134719" y="113700"/>
                  </a:lnTo>
                  <a:lnTo>
                    <a:pt x="134242" y="113700"/>
                  </a:lnTo>
                  <a:lnTo>
                    <a:pt x="133764" y="113700"/>
                  </a:lnTo>
                  <a:lnTo>
                    <a:pt x="127554" y="110833"/>
                  </a:lnTo>
                  <a:lnTo>
                    <a:pt x="125165" y="109878"/>
                  </a:lnTo>
                  <a:lnTo>
                    <a:pt x="123732" y="110355"/>
                  </a:lnTo>
                  <a:lnTo>
                    <a:pt x="122776" y="110355"/>
                  </a:lnTo>
                  <a:lnTo>
                    <a:pt x="121821" y="110833"/>
                  </a:lnTo>
                  <a:lnTo>
                    <a:pt x="119910" y="109878"/>
                  </a:lnTo>
                  <a:lnTo>
                    <a:pt x="117521" y="110833"/>
                  </a:lnTo>
                  <a:lnTo>
                    <a:pt x="116566" y="110833"/>
                  </a:lnTo>
                  <a:lnTo>
                    <a:pt x="115610" y="110833"/>
                  </a:lnTo>
                  <a:lnTo>
                    <a:pt x="114177" y="110355"/>
                  </a:lnTo>
                  <a:lnTo>
                    <a:pt x="111311" y="107489"/>
                  </a:lnTo>
                  <a:lnTo>
                    <a:pt x="108444" y="106534"/>
                  </a:lnTo>
                  <a:lnTo>
                    <a:pt x="107012" y="105578"/>
                  </a:lnTo>
                  <a:lnTo>
                    <a:pt x="103189" y="104623"/>
                  </a:lnTo>
                  <a:lnTo>
                    <a:pt x="99368" y="104145"/>
                  </a:lnTo>
                  <a:lnTo>
                    <a:pt x="97457" y="103667"/>
                  </a:lnTo>
                  <a:lnTo>
                    <a:pt x="96501" y="103189"/>
                  </a:lnTo>
                  <a:lnTo>
                    <a:pt x="96024" y="102712"/>
                  </a:lnTo>
                  <a:lnTo>
                    <a:pt x="96024" y="102712"/>
                  </a:lnTo>
                  <a:lnTo>
                    <a:pt x="96024" y="101756"/>
                  </a:lnTo>
                  <a:lnTo>
                    <a:pt x="96024" y="100801"/>
                  </a:lnTo>
                  <a:lnTo>
                    <a:pt x="95546" y="99845"/>
                  </a:lnTo>
                  <a:lnTo>
                    <a:pt x="94591" y="98412"/>
                  </a:lnTo>
                  <a:lnTo>
                    <a:pt x="93157" y="97457"/>
                  </a:lnTo>
                  <a:lnTo>
                    <a:pt x="90769" y="97935"/>
                  </a:lnTo>
                  <a:lnTo>
                    <a:pt x="87425" y="97935"/>
                  </a:lnTo>
                  <a:lnTo>
                    <a:pt x="84558" y="96979"/>
                  </a:lnTo>
                  <a:lnTo>
                    <a:pt x="82647" y="96979"/>
                  </a:lnTo>
                  <a:lnTo>
                    <a:pt x="80259" y="96979"/>
                  </a:lnTo>
                  <a:lnTo>
                    <a:pt x="78348" y="96979"/>
                  </a:lnTo>
                  <a:lnTo>
                    <a:pt x="76914" y="97457"/>
                  </a:lnTo>
                  <a:lnTo>
                    <a:pt x="75959" y="97935"/>
                  </a:lnTo>
                  <a:lnTo>
                    <a:pt x="75959" y="98412"/>
                  </a:lnTo>
                  <a:lnTo>
                    <a:pt x="75959" y="98412"/>
                  </a:lnTo>
                  <a:lnTo>
                    <a:pt x="75481" y="100323"/>
                  </a:lnTo>
                  <a:lnTo>
                    <a:pt x="75003" y="100801"/>
                  </a:lnTo>
                  <a:lnTo>
                    <a:pt x="74048" y="100801"/>
                  </a:lnTo>
                  <a:lnTo>
                    <a:pt x="72615" y="100801"/>
                  </a:lnTo>
                  <a:lnTo>
                    <a:pt x="70226" y="100801"/>
                  </a:lnTo>
                  <a:lnTo>
                    <a:pt x="70226" y="100801"/>
                  </a:lnTo>
                  <a:lnTo>
                    <a:pt x="66405" y="100323"/>
                  </a:lnTo>
                  <a:lnTo>
                    <a:pt x="61150" y="100323"/>
                  </a:lnTo>
                  <a:lnTo>
                    <a:pt x="57328" y="101279"/>
                  </a:lnTo>
                  <a:lnTo>
                    <a:pt x="53984" y="103189"/>
                  </a:lnTo>
                  <a:lnTo>
                    <a:pt x="51117" y="104623"/>
                  </a:lnTo>
                  <a:lnTo>
                    <a:pt x="47773" y="107489"/>
                  </a:lnTo>
                  <a:lnTo>
                    <a:pt x="46340" y="108922"/>
                  </a:lnTo>
                  <a:lnTo>
                    <a:pt x="44429" y="114177"/>
                  </a:lnTo>
                  <a:lnTo>
                    <a:pt x="44429" y="114177"/>
                  </a:lnTo>
                  <a:lnTo>
                    <a:pt x="43473" y="114655"/>
                  </a:lnTo>
                  <a:lnTo>
                    <a:pt x="42518" y="115133"/>
                  </a:lnTo>
                  <a:lnTo>
                    <a:pt x="41085" y="115611"/>
                  </a:lnTo>
                  <a:lnTo>
                    <a:pt x="38696" y="116088"/>
                  </a:lnTo>
                  <a:lnTo>
                    <a:pt x="35830" y="117521"/>
                  </a:lnTo>
                  <a:lnTo>
                    <a:pt x="33441" y="117999"/>
                  </a:lnTo>
                  <a:lnTo>
                    <a:pt x="28186" y="117521"/>
                  </a:lnTo>
                  <a:lnTo>
                    <a:pt x="27709" y="116088"/>
                  </a:lnTo>
                  <a:lnTo>
                    <a:pt x="26753" y="110355"/>
                  </a:lnTo>
                  <a:lnTo>
                    <a:pt x="26275" y="104145"/>
                  </a:lnTo>
                  <a:lnTo>
                    <a:pt x="26275" y="101756"/>
                  </a:lnTo>
                  <a:lnTo>
                    <a:pt x="26753" y="96024"/>
                  </a:lnTo>
                  <a:lnTo>
                    <a:pt x="26753" y="93157"/>
                  </a:lnTo>
                  <a:lnTo>
                    <a:pt x="26753" y="90769"/>
                  </a:lnTo>
                  <a:lnTo>
                    <a:pt x="26753" y="88380"/>
                  </a:lnTo>
                  <a:lnTo>
                    <a:pt x="27230" y="85513"/>
                  </a:lnTo>
                  <a:lnTo>
                    <a:pt x="27709" y="82647"/>
                  </a:lnTo>
                  <a:lnTo>
                    <a:pt x="27230" y="80736"/>
                  </a:lnTo>
                  <a:lnTo>
                    <a:pt x="26275" y="78825"/>
                  </a:lnTo>
                  <a:lnTo>
                    <a:pt x="24364" y="76914"/>
                  </a:lnTo>
                  <a:lnTo>
                    <a:pt x="23886" y="75959"/>
                  </a:lnTo>
                  <a:lnTo>
                    <a:pt x="23886" y="74526"/>
                  </a:lnTo>
                  <a:lnTo>
                    <a:pt x="21975" y="74526"/>
                  </a:lnTo>
                  <a:lnTo>
                    <a:pt x="20543" y="73093"/>
                  </a:lnTo>
                  <a:lnTo>
                    <a:pt x="19109" y="72137"/>
                  </a:lnTo>
                  <a:lnTo>
                    <a:pt x="16721" y="71659"/>
                  </a:lnTo>
                  <a:lnTo>
                    <a:pt x="15287" y="71659"/>
                  </a:lnTo>
                  <a:lnTo>
                    <a:pt x="13854" y="72137"/>
                  </a:lnTo>
                  <a:lnTo>
                    <a:pt x="12898" y="73093"/>
                  </a:lnTo>
                  <a:lnTo>
                    <a:pt x="12421" y="71182"/>
                  </a:lnTo>
                  <a:lnTo>
                    <a:pt x="12421" y="69271"/>
                  </a:lnTo>
                  <a:lnTo>
                    <a:pt x="14332" y="65449"/>
                  </a:lnTo>
                  <a:lnTo>
                    <a:pt x="15765" y="66404"/>
                  </a:lnTo>
                  <a:lnTo>
                    <a:pt x="17676" y="66882"/>
                  </a:lnTo>
                  <a:lnTo>
                    <a:pt x="19587" y="66882"/>
                  </a:lnTo>
                  <a:lnTo>
                    <a:pt x="21975" y="66882"/>
                  </a:lnTo>
                  <a:lnTo>
                    <a:pt x="21498" y="65449"/>
                  </a:lnTo>
                  <a:lnTo>
                    <a:pt x="20543" y="64493"/>
                  </a:lnTo>
                  <a:lnTo>
                    <a:pt x="19109" y="64016"/>
                  </a:lnTo>
                  <a:lnTo>
                    <a:pt x="18632" y="62105"/>
                  </a:lnTo>
                  <a:lnTo>
                    <a:pt x="19109" y="60194"/>
                  </a:lnTo>
                  <a:lnTo>
                    <a:pt x="19587" y="58283"/>
                  </a:lnTo>
                  <a:lnTo>
                    <a:pt x="19109" y="57328"/>
                  </a:lnTo>
                  <a:lnTo>
                    <a:pt x="18154" y="56850"/>
                  </a:lnTo>
                  <a:lnTo>
                    <a:pt x="15765" y="56850"/>
                  </a:lnTo>
                  <a:lnTo>
                    <a:pt x="12421" y="56372"/>
                  </a:lnTo>
                  <a:lnTo>
                    <a:pt x="9555" y="56372"/>
                  </a:lnTo>
                  <a:lnTo>
                    <a:pt x="9077" y="58283"/>
                  </a:lnTo>
                  <a:lnTo>
                    <a:pt x="10510" y="61149"/>
                  </a:lnTo>
                  <a:lnTo>
                    <a:pt x="9077" y="59716"/>
                  </a:lnTo>
                  <a:lnTo>
                    <a:pt x="7644" y="58283"/>
                  </a:lnTo>
                  <a:lnTo>
                    <a:pt x="6211" y="54939"/>
                  </a:lnTo>
                  <a:lnTo>
                    <a:pt x="4777" y="50639"/>
                  </a:lnTo>
                  <a:lnTo>
                    <a:pt x="4777" y="46340"/>
                  </a:lnTo>
                  <a:lnTo>
                    <a:pt x="5733" y="42996"/>
                  </a:lnTo>
                  <a:lnTo>
                    <a:pt x="6688" y="39651"/>
                  </a:lnTo>
                  <a:lnTo>
                    <a:pt x="7644" y="35352"/>
                  </a:lnTo>
                  <a:lnTo>
                    <a:pt x="8599" y="31052"/>
                  </a:lnTo>
                  <a:lnTo>
                    <a:pt x="10032" y="32963"/>
                  </a:lnTo>
                  <a:lnTo>
                    <a:pt x="10988" y="34874"/>
                  </a:lnTo>
                  <a:lnTo>
                    <a:pt x="12898" y="36307"/>
                  </a:lnTo>
                  <a:lnTo>
                    <a:pt x="13854" y="36785"/>
                  </a:lnTo>
                  <a:lnTo>
                    <a:pt x="16243" y="37263"/>
                  </a:lnTo>
                  <a:lnTo>
                    <a:pt x="18154" y="37263"/>
                  </a:lnTo>
                  <a:lnTo>
                    <a:pt x="20064" y="36307"/>
                  </a:lnTo>
                  <a:lnTo>
                    <a:pt x="21975" y="36307"/>
                  </a:lnTo>
                  <a:lnTo>
                    <a:pt x="23886" y="38218"/>
                  </a:lnTo>
                  <a:lnTo>
                    <a:pt x="24842" y="40129"/>
                  </a:lnTo>
                  <a:lnTo>
                    <a:pt x="27230" y="40607"/>
                  </a:lnTo>
                  <a:lnTo>
                    <a:pt x="31530" y="39174"/>
                  </a:lnTo>
                  <a:lnTo>
                    <a:pt x="33441" y="38696"/>
                  </a:lnTo>
                  <a:lnTo>
                    <a:pt x="35352" y="39651"/>
                  </a:lnTo>
                  <a:lnTo>
                    <a:pt x="36307" y="39651"/>
                  </a:lnTo>
                  <a:lnTo>
                    <a:pt x="37263" y="39651"/>
                  </a:lnTo>
                  <a:lnTo>
                    <a:pt x="36307" y="37740"/>
                  </a:lnTo>
                  <a:lnTo>
                    <a:pt x="35830" y="36307"/>
                  </a:lnTo>
                  <a:lnTo>
                    <a:pt x="37263" y="35352"/>
                  </a:lnTo>
                  <a:lnTo>
                    <a:pt x="40607" y="36307"/>
                  </a:lnTo>
                  <a:lnTo>
                    <a:pt x="42518" y="35352"/>
                  </a:lnTo>
                  <a:lnTo>
                    <a:pt x="43473" y="35352"/>
                  </a:lnTo>
                  <a:lnTo>
                    <a:pt x="43951" y="34874"/>
                  </a:lnTo>
                  <a:lnTo>
                    <a:pt x="43951" y="33441"/>
                  </a:lnTo>
                  <a:lnTo>
                    <a:pt x="43951" y="32008"/>
                  </a:lnTo>
                  <a:lnTo>
                    <a:pt x="43473" y="30575"/>
                  </a:lnTo>
                  <a:lnTo>
                    <a:pt x="42996" y="29141"/>
                  </a:lnTo>
                  <a:lnTo>
                    <a:pt x="41562" y="27708"/>
                  </a:lnTo>
                  <a:lnTo>
                    <a:pt x="35352" y="23409"/>
                  </a:lnTo>
                  <a:lnTo>
                    <a:pt x="33441" y="21975"/>
                  </a:lnTo>
                  <a:lnTo>
                    <a:pt x="31530" y="19587"/>
                  </a:lnTo>
                  <a:lnTo>
                    <a:pt x="30575" y="16721"/>
                  </a:lnTo>
                  <a:lnTo>
                    <a:pt x="29619" y="13376"/>
                  </a:lnTo>
                  <a:lnTo>
                    <a:pt x="28664" y="10988"/>
                  </a:lnTo>
                  <a:lnTo>
                    <a:pt x="26753" y="5733"/>
                  </a:lnTo>
                  <a:lnTo>
                    <a:pt x="25798" y="5255"/>
                  </a:lnTo>
                  <a:lnTo>
                    <a:pt x="24842" y="4777"/>
                  </a:lnTo>
                  <a:lnTo>
                    <a:pt x="22453" y="4777"/>
                  </a:lnTo>
                  <a:lnTo>
                    <a:pt x="19587" y="5255"/>
                  </a:lnTo>
                  <a:lnTo>
                    <a:pt x="15765" y="5733"/>
                  </a:lnTo>
                  <a:lnTo>
                    <a:pt x="13377" y="5733"/>
                  </a:lnTo>
                  <a:lnTo>
                    <a:pt x="11943" y="6210"/>
                  </a:lnTo>
                  <a:lnTo>
                    <a:pt x="9077" y="8599"/>
                  </a:lnTo>
                  <a:lnTo>
                    <a:pt x="8121" y="10510"/>
                  </a:lnTo>
                  <a:lnTo>
                    <a:pt x="6211" y="14809"/>
                  </a:lnTo>
                  <a:lnTo>
                    <a:pt x="7644" y="16243"/>
                  </a:lnTo>
                  <a:lnTo>
                    <a:pt x="7644" y="17198"/>
                  </a:lnTo>
                  <a:lnTo>
                    <a:pt x="6688" y="23886"/>
                  </a:lnTo>
                  <a:lnTo>
                    <a:pt x="7166" y="27231"/>
                  </a:lnTo>
                  <a:lnTo>
                    <a:pt x="6688" y="27231"/>
                  </a:lnTo>
                  <a:lnTo>
                    <a:pt x="6211" y="26753"/>
                  </a:lnTo>
                  <a:lnTo>
                    <a:pt x="4777" y="23409"/>
                  </a:lnTo>
                  <a:lnTo>
                    <a:pt x="1911" y="19587"/>
                  </a:lnTo>
                  <a:lnTo>
                    <a:pt x="0" y="13376"/>
                  </a:lnTo>
                  <a:lnTo>
                    <a:pt x="0" y="13376"/>
                  </a:lnTo>
                  <a:lnTo>
                    <a:pt x="3822" y="9555"/>
                  </a:lnTo>
                  <a:lnTo>
                    <a:pt x="7166" y="6688"/>
                  </a:lnTo>
                  <a:lnTo>
                    <a:pt x="10032" y="4777"/>
                  </a:lnTo>
                  <a:lnTo>
                    <a:pt x="10988" y="4299"/>
                  </a:lnTo>
                  <a:lnTo>
                    <a:pt x="14809" y="2866"/>
                  </a:lnTo>
                  <a:lnTo>
                    <a:pt x="19587" y="1911"/>
                  </a:lnTo>
                  <a:lnTo>
                    <a:pt x="23409" y="956"/>
                  </a:lnTo>
                  <a:lnTo>
                    <a:pt x="26753" y="0"/>
                  </a:lnTo>
                  <a:lnTo>
                    <a:pt x="28186" y="0"/>
                  </a:lnTo>
                  <a:lnTo>
                    <a:pt x="28664" y="0"/>
                  </a:lnTo>
                  <a:lnTo>
                    <a:pt x="29619" y="0"/>
                  </a:lnTo>
                  <a:lnTo>
                    <a:pt x="32008" y="0"/>
                  </a:lnTo>
                  <a:lnTo>
                    <a:pt x="33919" y="478"/>
                  </a:lnTo>
                  <a:lnTo>
                    <a:pt x="34874" y="956"/>
                  </a:lnTo>
                  <a:lnTo>
                    <a:pt x="35352" y="956"/>
                  </a:lnTo>
                  <a:lnTo>
                    <a:pt x="39174" y="3822"/>
                  </a:lnTo>
                  <a:lnTo>
                    <a:pt x="42996" y="6210"/>
                  </a:lnTo>
                  <a:lnTo>
                    <a:pt x="46818" y="9077"/>
                  </a:lnTo>
                  <a:lnTo>
                    <a:pt x="47773" y="10032"/>
                  </a:lnTo>
                  <a:lnTo>
                    <a:pt x="48251" y="11465"/>
                  </a:lnTo>
                  <a:lnTo>
                    <a:pt x="48728" y="12421"/>
                  </a:lnTo>
                  <a:lnTo>
                    <a:pt x="51595" y="16721"/>
                  </a:lnTo>
                  <a:lnTo>
                    <a:pt x="52550" y="18631"/>
                  </a:lnTo>
                  <a:lnTo>
                    <a:pt x="54461" y="21020"/>
                  </a:lnTo>
                  <a:lnTo>
                    <a:pt x="55894" y="22453"/>
                  </a:lnTo>
                  <a:lnTo>
                    <a:pt x="57328" y="23886"/>
                  </a:lnTo>
                  <a:lnTo>
                    <a:pt x="58283" y="24842"/>
                  </a:lnTo>
                  <a:lnTo>
                    <a:pt x="58283" y="24842"/>
                  </a:lnTo>
                  <a:lnTo>
                    <a:pt x="59239" y="25797"/>
                  </a:lnTo>
                  <a:lnTo>
                    <a:pt x="60194" y="25797"/>
                  </a:lnTo>
                  <a:lnTo>
                    <a:pt x="60671" y="25797"/>
                  </a:lnTo>
                  <a:lnTo>
                    <a:pt x="63060" y="25320"/>
                  </a:lnTo>
                  <a:lnTo>
                    <a:pt x="65449" y="24842"/>
                  </a:lnTo>
                  <a:lnTo>
                    <a:pt x="66405" y="24842"/>
                  </a:lnTo>
                  <a:lnTo>
                    <a:pt x="68316" y="24364"/>
                  </a:lnTo>
                  <a:lnTo>
                    <a:pt x="68793" y="24364"/>
                  </a:lnTo>
                  <a:lnTo>
                    <a:pt x="68793" y="24364"/>
                  </a:lnTo>
                  <a:lnTo>
                    <a:pt x="74048" y="24842"/>
                  </a:lnTo>
                  <a:lnTo>
                    <a:pt x="78825" y="24842"/>
                  </a:lnTo>
                  <a:lnTo>
                    <a:pt x="84558" y="25320"/>
                  </a:lnTo>
                  <a:lnTo>
                    <a:pt x="86469" y="25320"/>
                  </a:lnTo>
                  <a:lnTo>
                    <a:pt x="88380" y="25797"/>
                  </a:lnTo>
                  <a:lnTo>
                    <a:pt x="89335" y="25797"/>
                  </a:lnTo>
                  <a:lnTo>
                    <a:pt x="89335" y="2579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1" name="Freeform 5500">
              <a:extLst>
                <a:ext uri="{FF2B5EF4-FFF2-40B4-BE49-F238E27FC236}">
                  <a16:creationId xmlns:a16="http://schemas.microsoft.com/office/drawing/2014/main" id="{6380C0AD-6485-0170-D543-4F49B169A63C}"/>
                </a:ext>
              </a:extLst>
            </p:cNvPr>
            <p:cNvSpPr/>
            <p:nvPr/>
          </p:nvSpPr>
          <p:spPr>
            <a:xfrm>
              <a:off x="6935369" y="3965274"/>
              <a:ext cx="1433" cy="7643"/>
            </a:xfrm>
            <a:custGeom>
              <a:avLst/>
              <a:gdLst>
                <a:gd name="csX0" fmla="*/ 1433 w 1433"/>
                <a:gd name="csY0" fmla="*/ 6688 h 7643"/>
                <a:gd name="csX1" fmla="*/ 1433 w 1433"/>
                <a:gd name="csY1" fmla="*/ 7644 h 7643"/>
                <a:gd name="csX2" fmla="*/ 478 w 1433"/>
                <a:gd name="csY2" fmla="*/ 4299 h 7643"/>
                <a:gd name="csX3" fmla="*/ 0 w 1433"/>
                <a:gd name="csY3" fmla="*/ 955 h 7643"/>
                <a:gd name="csX4" fmla="*/ 478 w 1433"/>
                <a:gd name="csY4" fmla="*/ 0 h 7643"/>
                <a:gd name="csX5" fmla="*/ 1433 w 1433"/>
                <a:gd name="csY5" fmla="*/ 0 h 7643"/>
                <a:gd name="csX6" fmla="*/ 478 w 1433"/>
                <a:gd name="csY6" fmla="*/ 955 h 7643"/>
                <a:gd name="csX7" fmla="*/ 1433 w 1433"/>
                <a:gd name="csY7" fmla="*/ 6688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7643">
                  <a:moveTo>
                    <a:pt x="1433" y="6688"/>
                  </a:moveTo>
                  <a:lnTo>
                    <a:pt x="1433" y="7644"/>
                  </a:lnTo>
                  <a:lnTo>
                    <a:pt x="478" y="4299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478" y="955"/>
                  </a:lnTo>
                  <a:lnTo>
                    <a:pt x="1433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2" name="Freeform 5501">
              <a:extLst>
                <a:ext uri="{FF2B5EF4-FFF2-40B4-BE49-F238E27FC236}">
                  <a16:creationId xmlns:a16="http://schemas.microsoft.com/office/drawing/2014/main" id="{C2EAE897-C4EA-C428-CEBB-A16C293D4072}"/>
                </a:ext>
              </a:extLst>
            </p:cNvPr>
            <p:cNvSpPr/>
            <p:nvPr/>
          </p:nvSpPr>
          <p:spPr>
            <a:xfrm>
              <a:off x="6032461" y="4005403"/>
              <a:ext cx="80258" cy="155262"/>
            </a:xfrm>
            <a:custGeom>
              <a:avLst/>
              <a:gdLst>
                <a:gd name="csX0" fmla="*/ 79303 w 80258"/>
                <a:gd name="csY0" fmla="*/ 92202 h 155262"/>
                <a:gd name="csX1" fmla="*/ 79303 w 80258"/>
                <a:gd name="csY1" fmla="*/ 93157 h 155262"/>
                <a:gd name="csX2" fmla="*/ 78825 w 80258"/>
                <a:gd name="csY2" fmla="*/ 96979 h 155262"/>
                <a:gd name="csX3" fmla="*/ 78347 w 80258"/>
                <a:gd name="csY3" fmla="*/ 98412 h 155262"/>
                <a:gd name="csX4" fmla="*/ 78347 w 80258"/>
                <a:gd name="csY4" fmla="*/ 101279 h 155262"/>
                <a:gd name="csX5" fmla="*/ 78347 w 80258"/>
                <a:gd name="csY5" fmla="*/ 104145 h 155262"/>
                <a:gd name="csX6" fmla="*/ 79781 w 80258"/>
                <a:gd name="csY6" fmla="*/ 106534 h 155262"/>
                <a:gd name="csX7" fmla="*/ 80258 w 80258"/>
                <a:gd name="csY7" fmla="*/ 107967 h 155262"/>
                <a:gd name="csX8" fmla="*/ 79303 w 80258"/>
                <a:gd name="csY8" fmla="*/ 108922 h 155262"/>
                <a:gd name="csX9" fmla="*/ 76437 w 80258"/>
                <a:gd name="csY9" fmla="*/ 110356 h 155262"/>
                <a:gd name="csX10" fmla="*/ 72615 w 80258"/>
                <a:gd name="csY10" fmla="*/ 112266 h 155262"/>
                <a:gd name="csX11" fmla="*/ 69271 w 80258"/>
                <a:gd name="csY11" fmla="*/ 114177 h 155262"/>
                <a:gd name="csX12" fmla="*/ 65927 w 80258"/>
                <a:gd name="csY12" fmla="*/ 116088 h 155262"/>
                <a:gd name="csX13" fmla="*/ 65927 w 80258"/>
                <a:gd name="csY13" fmla="*/ 116088 h 155262"/>
                <a:gd name="csX14" fmla="*/ 64971 w 80258"/>
                <a:gd name="csY14" fmla="*/ 117522 h 155262"/>
                <a:gd name="csX15" fmla="*/ 63060 w 80258"/>
                <a:gd name="csY15" fmla="*/ 118477 h 155262"/>
                <a:gd name="csX16" fmla="*/ 61627 w 80258"/>
                <a:gd name="csY16" fmla="*/ 119432 h 155262"/>
                <a:gd name="csX17" fmla="*/ 61627 w 80258"/>
                <a:gd name="csY17" fmla="*/ 120388 h 155262"/>
                <a:gd name="csX18" fmla="*/ 61149 w 80258"/>
                <a:gd name="csY18" fmla="*/ 120865 h 155262"/>
                <a:gd name="csX19" fmla="*/ 60194 w 80258"/>
                <a:gd name="csY19" fmla="*/ 122299 h 155262"/>
                <a:gd name="csX20" fmla="*/ 59238 w 80258"/>
                <a:gd name="csY20" fmla="*/ 123254 h 155262"/>
                <a:gd name="csX21" fmla="*/ 55894 w 80258"/>
                <a:gd name="csY21" fmla="*/ 124210 h 155262"/>
                <a:gd name="csX22" fmla="*/ 54939 w 80258"/>
                <a:gd name="csY22" fmla="*/ 124688 h 155262"/>
                <a:gd name="csX23" fmla="*/ 53506 w 80258"/>
                <a:gd name="csY23" fmla="*/ 126598 h 155262"/>
                <a:gd name="csX24" fmla="*/ 52550 w 80258"/>
                <a:gd name="csY24" fmla="*/ 127554 h 155262"/>
                <a:gd name="csX25" fmla="*/ 51595 w 80258"/>
                <a:gd name="csY25" fmla="*/ 129465 h 155262"/>
                <a:gd name="csX26" fmla="*/ 53028 w 80258"/>
                <a:gd name="csY26" fmla="*/ 133764 h 155262"/>
                <a:gd name="csX27" fmla="*/ 54461 w 80258"/>
                <a:gd name="csY27" fmla="*/ 138542 h 155262"/>
                <a:gd name="csX28" fmla="*/ 54461 w 80258"/>
                <a:gd name="csY28" fmla="*/ 140453 h 155262"/>
                <a:gd name="csX29" fmla="*/ 54461 w 80258"/>
                <a:gd name="csY29" fmla="*/ 141886 h 155262"/>
                <a:gd name="csX30" fmla="*/ 53983 w 80258"/>
                <a:gd name="csY30" fmla="*/ 143797 h 155262"/>
                <a:gd name="csX31" fmla="*/ 52072 w 80258"/>
                <a:gd name="csY31" fmla="*/ 146185 h 155262"/>
                <a:gd name="csX32" fmla="*/ 50639 w 80258"/>
                <a:gd name="csY32" fmla="*/ 148096 h 155262"/>
                <a:gd name="csX33" fmla="*/ 48251 w 80258"/>
                <a:gd name="csY33" fmla="*/ 151440 h 155262"/>
                <a:gd name="csX34" fmla="*/ 47295 w 80258"/>
                <a:gd name="csY34" fmla="*/ 151918 h 155262"/>
                <a:gd name="csX35" fmla="*/ 45862 w 80258"/>
                <a:gd name="csY35" fmla="*/ 152873 h 155262"/>
                <a:gd name="csX36" fmla="*/ 42518 w 80258"/>
                <a:gd name="csY36" fmla="*/ 154307 h 155262"/>
                <a:gd name="csX37" fmla="*/ 40129 w 80258"/>
                <a:gd name="csY37" fmla="*/ 155262 h 155262"/>
                <a:gd name="csX38" fmla="*/ 38696 w 80258"/>
                <a:gd name="csY38" fmla="*/ 150485 h 155262"/>
                <a:gd name="csX39" fmla="*/ 37740 w 80258"/>
                <a:gd name="csY39" fmla="*/ 146185 h 155262"/>
                <a:gd name="csX40" fmla="*/ 36785 w 80258"/>
                <a:gd name="csY40" fmla="*/ 142363 h 155262"/>
                <a:gd name="csX41" fmla="*/ 35830 w 80258"/>
                <a:gd name="csY41" fmla="*/ 137586 h 155262"/>
                <a:gd name="csX42" fmla="*/ 35352 w 80258"/>
                <a:gd name="csY42" fmla="*/ 136631 h 155262"/>
                <a:gd name="csX43" fmla="*/ 34397 w 80258"/>
                <a:gd name="csY43" fmla="*/ 131376 h 155262"/>
                <a:gd name="csX44" fmla="*/ 32963 w 80258"/>
                <a:gd name="csY44" fmla="*/ 126121 h 155262"/>
                <a:gd name="csX45" fmla="*/ 32486 w 80258"/>
                <a:gd name="csY45" fmla="*/ 125165 h 155262"/>
                <a:gd name="csX46" fmla="*/ 31530 w 80258"/>
                <a:gd name="csY46" fmla="*/ 121343 h 155262"/>
                <a:gd name="csX47" fmla="*/ 30575 w 80258"/>
                <a:gd name="csY47" fmla="*/ 116088 h 155262"/>
                <a:gd name="csX48" fmla="*/ 30097 w 80258"/>
                <a:gd name="csY48" fmla="*/ 115611 h 155262"/>
                <a:gd name="csX49" fmla="*/ 26753 w 80258"/>
                <a:gd name="csY49" fmla="*/ 113222 h 155262"/>
                <a:gd name="csX50" fmla="*/ 23409 w 80258"/>
                <a:gd name="csY50" fmla="*/ 111311 h 155262"/>
                <a:gd name="csX51" fmla="*/ 20065 w 80258"/>
                <a:gd name="csY51" fmla="*/ 108922 h 155262"/>
                <a:gd name="csX52" fmla="*/ 16721 w 80258"/>
                <a:gd name="csY52" fmla="*/ 106056 h 155262"/>
                <a:gd name="csX53" fmla="*/ 15765 w 80258"/>
                <a:gd name="csY53" fmla="*/ 102712 h 155262"/>
                <a:gd name="csX54" fmla="*/ 14332 w 80258"/>
                <a:gd name="csY54" fmla="*/ 97935 h 155262"/>
                <a:gd name="csX55" fmla="*/ 13376 w 80258"/>
                <a:gd name="csY55" fmla="*/ 96979 h 155262"/>
                <a:gd name="csX56" fmla="*/ 11943 w 80258"/>
                <a:gd name="csY56" fmla="*/ 95068 h 155262"/>
                <a:gd name="csX57" fmla="*/ 11465 w 80258"/>
                <a:gd name="csY57" fmla="*/ 94590 h 155262"/>
                <a:gd name="csX58" fmla="*/ 7644 w 80258"/>
                <a:gd name="csY58" fmla="*/ 92680 h 155262"/>
                <a:gd name="csX59" fmla="*/ 5255 w 80258"/>
                <a:gd name="csY59" fmla="*/ 91247 h 155262"/>
                <a:gd name="csX60" fmla="*/ 4777 w 80258"/>
                <a:gd name="csY60" fmla="*/ 90769 h 155262"/>
                <a:gd name="csX61" fmla="*/ 4299 w 80258"/>
                <a:gd name="csY61" fmla="*/ 88380 h 155262"/>
                <a:gd name="csX62" fmla="*/ 2389 w 80258"/>
                <a:gd name="csY62" fmla="*/ 84558 h 155262"/>
                <a:gd name="csX63" fmla="*/ 478 w 80258"/>
                <a:gd name="csY63" fmla="*/ 80736 h 155262"/>
                <a:gd name="csX64" fmla="*/ 478 w 80258"/>
                <a:gd name="csY64" fmla="*/ 80736 h 155262"/>
                <a:gd name="csX65" fmla="*/ 0 w 80258"/>
                <a:gd name="csY65" fmla="*/ 78348 h 155262"/>
                <a:gd name="csX66" fmla="*/ 0 w 80258"/>
                <a:gd name="csY66" fmla="*/ 75004 h 155262"/>
                <a:gd name="csX67" fmla="*/ 478 w 80258"/>
                <a:gd name="csY67" fmla="*/ 73093 h 155262"/>
                <a:gd name="csX68" fmla="*/ 956 w 80258"/>
                <a:gd name="csY68" fmla="*/ 72137 h 155262"/>
                <a:gd name="csX69" fmla="*/ 4777 w 80258"/>
                <a:gd name="csY69" fmla="*/ 69271 h 155262"/>
                <a:gd name="csX70" fmla="*/ 6688 w 80258"/>
                <a:gd name="csY70" fmla="*/ 65449 h 155262"/>
                <a:gd name="csX71" fmla="*/ 9077 w 80258"/>
                <a:gd name="csY71" fmla="*/ 64493 h 155262"/>
                <a:gd name="csX72" fmla="*/ 10988 w 80258"/>
                <a:gd name="csY72" fmla="*/ 63538 h 155262"/>
                <a:gd name="csX73" fmla="*/ 12421 w 80258"/>
                <a:gd name="csY73" fmla="*/ 62105 h 155262"/>
                <a:gd name="csX74" fmla="*/ 13854 w 80258"/>
                <a:gd name="csY74" fmla="*/ 60672 h 155262"/>
                <a:gd name="csX75" fmla="*/ 14809 w 80258"/>
                <a:gd name="csY75" fmla="*/ 58761 h 155262"/>
                <a:gd name="csX76" fmla="*/ 14809 w 80258"/>
                <a:gd name="csY76" fmla="*/ 56372 h 155262"/>
                <a:gd name="csX77" fmla="*/ 15287 w 80258"/>
                <a:gd name="csY77" fmla="*/ 53028 h 155262"/>
                <a:gd name="csX78" fmla="*/ 15287 w 80258"/>
                <a:gd name="csY78" fmla="*/ 53028 h 155262"/>
                <a:gd name="csX79" fmla="*/ 16243 w 80258"/>
                <a:gd name="csY79" fmla="*/ 50639 h 155262"/>
                <a:gd name="csX80" fmla="*/ 17676 w 80258"/>
                <a:gd name="csY80" fmla="*/ 48251 h 155262"/>
                <a:gd name="csX81" fmla="*/ 17198 w 80258"/>
                <a:gd name="csY81" fmla="*/ 45862 h 155262"/>
                <a:gd name="csX82" fmla="*/ 16243 w 80258"/>
                <a:gd name="csY82" fmla="*/ 43951 h 155262"/>
                <a:gd name="csX83" fmla="*/ 16243 w 80258"/>
                <a:gd name="csY83" fmla="*/ 43951 h 155262"/>
                <a:gd name="csX84" fmla="*/ 16243 w 80258"/>
                <a:gd name="csY84" fmla="*/ 39651 h 155262"/>
                <a:gd name="csX85" fmla="*/ 16243 w 80258"/>
                <a:gd name="csY85" fmla="*/ 38218 h 155262"/>
                <a:gd name="csX86" fmla="*/ 15765 w 80258"/>
                <a:gd name="csY86" fmla="*/ 36785 h 155262"/>
                <a:gd name="csX87" fmla="*/ 15287 w 80258"/>
                <a:gd name="csY87" fmla="*/ 36785 h 155262"/>
                <a:gd name="csX88" fmla="*/ 14809 w 80258"/>
                <a:gd name="csY88" fmla="*/ 34874 h 155262"/>
                <a:gd name="csX89" fmla="*/ 14809 w 80258"/>
                <a:gd name="csY89" fmla="*/ 34874 h 155262"/>
                <a:gd name="csX90" fmla="*/ 14809 w 80258"/>
                <a:gd name="csY90" fmla="*/ 33441 h 155262"/>
                <a:gd name="csX91" fmla="*/ 15287 w 80258"/>
                <a:gd name="csY91" fmla="*/ 29142 h 155262"/>
                <a:gd name="csX92" fmla="*/ 15765 w 80258"/>
                <a:gd name="csY92" fmla="*/ 26275 h 155262"/>
                <a:gd name="csX93" fmla="*/ 16721 w 80258"/>
                <a:gd name="csY93" fmla="*/ 21976 h 155262"/>
                <a:gd name="csX94" fmla="*/ 16721 w 80258"/>
                <a:gd name="csY94" fmla="*/ 21020 h 155262"/>
                <a:gd name="csX95" fmla="*/ 15765 w 80258"/>
                <a:gd name="csY95" fmla="*/ 20065 h 155262"/>
                <a:gd name="csX96" fmla="*/ 13854 w 80258"/>
                <a:gd name="csY96" fmla="*/ 19109 h 155262"/>
                <a:gd name="csX97" fmla="*/ 13854 w 80258"/>
                <a:gd name="csY97" fmla="*/ 19109 h 155262"/>
                <a:gd name="csX98" fmla="*/ 13854 w 80258"/>
                <a:gd name="csY98" fmla="*/ 18632 h 155262"/>
                <a:gd name="csX99" fmla="*/ 14332 w 80258"/>
                <a:gd name="csY99" fmla="*/ 18154 h 155262"/>
                <a:gd name="csX100" fmla="*/ 14332 w 80258"/>
                <a:gd name="csY100" fmla="*/ 18154 h 155262"/>
                <a:gd name="csX101" fmla="*/ 17198 w 80258"/>
                <a:gd name="csY101" fmla="*/ 16243 h 155262"/>
                <a:gd name="csX102" fmla="*/ 18631 w 80258"/>
                <a:gd name="csY102" fmla="*/ 13376 h 155262"/>
                <a:gd name="csX103" fmla="*/ 20065 w 80258"/>
                <a:gd name="csY103" fmla="*/ 12899 h 155262"/>
                <a:gd name="csX104" fmla="*/ 21975 w 80258"/>
                <a:gd name="csY104" fmla="*/ 11466 h 155262"/>
                <a:gd name="csX105" fmla="*/ 21975 w 80258"/>
                <a:gd name="csY105" fmla="*/ 10510 h 155262"/>
                <a:gd name="csX106" fmla="*/ 21498 w 80258"/>
                <a:gd name="csY106" fmla="*/ 9555 h 155262"/>
                <a:gd name="csX107" fmla="*/ 21498 w 80258"/>
                <a:gd name="csY107" fmla="*/ 9555 h 155262"/>
                <a:gd name="csX108" fmla="*/ 21498 w 80258"/>
                <a:gd name="csY108" fmla="*/ 9077 h 155262"/>
                <a:gd name="csX109" fmla="*/ 26275 w 80258"/>
                <a:gd name="csY109" fmla="*/ 8121 h 155262"/>
                <a:gd name="csX110" fmla="*/ 31052 w 80258"/>
                <a:gd name="csY110" fmla="*/ 4300 h 155262"/>
                <a:gd name="csX111" fmla="*/ 32486 w 80258"/>
                <a:gd name="csY111" fmla="*/ 3344 h 155262"/>
                <a:gd name="csX112" fmla="*/ 43473 w 80258"/>
                <a:gd name="csY112" fmla="*/ 0 h 155262"/>
                <a:gd name="csX113" fmla="*/ 44906 w 80258"/>
                <a:gd name="csY113" fmla="*/ 478 h 155262"/>
                <a:gd name="csX114" fmla="*/ 46340 w 80258"/>
                <a:gd name="csY114" fmla="*/ 956 h 155262"/>
                <a:gd name="csX115" fmla="*/ 45862 w 80258"/>
                <a:gd name="csY115" fmla="*/ 1911 h 155262"/>
                <a:gd name="csX116" fmla="*/ 45384 w 80258"/>
                <a:gd name="csY116" fmla="*/ 2867 h 155262"/>
                <a:gd name="csX117" fmla="*/ 46340 w 80258"/>
                <a:gd name="csY117" fmla="*/ 4777 h 155262"/>
                <a:gd name="csX118" fmla="*/ 47295 w 80258"/>
                <a:gd name="csY118" fmla="*/ 3822 h 155262"/>
                <a:gd name="csX119" fmla="*/ 47295 w 80258"/>
                <a:gd name="csY119" fmla="*/ 2867 h 155262"/>
                <a:gd name="csX120" fmla="*/ 46817 w 80258"/>
                <a:gd name="csY120" fmla="*/ 1911 h 155262"/>
                <a:gd name="csX121" fmla="*/ 49206 w 80258"/>
                <a:gd name="csY121" fmla="*/ 1911 h 155262"/>
                <a:gd name="csX122" fmla="*/ 51117 w 80258"/>
                <a:gd name="csY122" fmla="*/ 2389 h 155262"/>
                <a:gd name="csX123" fmla="*/ 53506 w 80258"/>
                <a:gd name="csY123" fmla="*/ 3344 h 155262"/>
                <a:gd name="csX124" fmla="*/ 53506 w 80258"/>
                <a:gd name="csY124" fmla="*/ 7166 h 155262"/>
                <a:gd name="csX125" fmla="*/ 56372 w 80258"/>
                <a:gd name="csY125" fmla="*/ 10988 h 155262"/>
                <a:gd name="csX126" fmla="*/ 55416 w 80258"/>
                <a:gd name="csY126" fmla="*/ 12899 h 155262"/>
                <a:gd name="csX127" fmla="*/ 57805 w 80258"/>
                <a:gd name="csY127" fmla="*/ 13854 h 155262"/>
                <a:gd name="csX128" fmla="*/ 59716 w 80258"/>
                <a:gd name="csY128" fmla="*/ 12421 h 155262"/>
                <a:gd name="csX129" fmla="*/ 60672 w 80258"/>
                <a:gd name="csY129" fmla="*/ 10510 h 155262"/>
                <a:gd name="csX130" fmla="*/ 64493 w 80258"/>
                <a:gd name="csY130" fmla="*/ 9555 h 155262"/>
                <a:gd name="csX131" fmla="*/ 68315 w 80258"/>
                <a:gd name="csY131" fmla="*/ 6688 h 155262"/>
                <a:gd name="csX132" fmla="*/ 70226 w 80258"/>
                <a:gd name="csY132" fmla="*/ 6210 h 155262"/>
                <a:gd name="csX133" fmla="*/ 70704 w 80258"/>
                <a:gd name="csY133" fmla="*/ 8599 h 155262"/>
                <a:gd name="csX134" fmla="*/ 71659 w 80258"/>
                <a:gd name="csY134" fmla="*/ 10988 h 155262"/>
                <a:gd name="csX135" fmla="*/ 70704 w 80258"/>
                <a:gd name="csY135" fmla="*/ 11466 h 155262"/>
                <a:gd name="csX136" fmla="*/ 68793 w 80258"/>
                <a:gd name="csY136" fmla="*/ 13854 h 155262"/>
                <a:gd name="csX137" fmla="*/ 65449 w 80258"/>
                <a:gd name="csY137" fmla="*/ 19587 h 155262"/>
                <a:gd name="csX138" fmla="*/ 62105 w 80258"/>
                <a:gd name="csY138" fmla="*/ 21020 h 155262"/>
                <a:gd name="csX139" fmla="*/ 59716 w 80258"/>
                <a:gd name="csY139" fmla="*/ 23409 h 155262"/>
                <a:gd name="csX140" fmla="*/ 59238 w 80258"/>
                <a:gd name="csY140" fmla="*/ 24842 h 155262"/>
                <a:gd name="csX141" fmla="*/ 58761 w 80258"/>
                <a:gd name="csY141" fmla="*/ 26753 h 155262"/>
                <a:gd name="csX142" fmla="*/ 59716 w 80258"/>
                <a:gd name="csY142" fmla="*/ 29619 h 155262"/>
                <a:gd name="csX143" fmla="*/ 61149 w 80258"/>
                <a:gd name="csY143" fmla="*/ 32963 h 155262"/>
                <a:gd name="csX144" fmla="*/ 63060 w 80258"/>
                <a:gd name="csY144" fmla="*/ 34874 h 155262"/>
                <a:gd name="csX145" fmla="*/ 64971 w 80258"/>
                <a:gd name="csY145" fmla="*/ 35352 h 155262"/>
                <a:gd name="csX146" fmla="*/ 69271 w 80258"/>
                <a:gd name="csY146" fmla="*/ 38696 h 155262"/>
                <a:gd name="csX147" fmla="*/ 69271 w 80258"/>
                <a:gd name="csY147" fmla="*/ 40607 h 155262"/>
                <a:gd name="csX148" fmla="*/ 70226 w 80258"/>
                <a:gd name="csY148" fmla="*/ 42518 h 155262"/>
                <a:gd name="csX149" fmla="*/ 70226 w 80258"/>
                <a:gd name="csY149" fmla="*/ 45384 h 155262"/>
                <a:gd name="csX150" fmla="*/ 71659 w 80258"/>
                <a:gd name="csY150" fmla="*/ 47295 h 155262"/>
                <a:gd name="csX151" fmla="*/ 68315 w 80258"/>
                <a:gd name="csY151" fmla="*/ 52073 h 155262"/>
                <a:gd name="csX152" fmla="*/ 66882 w 80258"/>
                <a:gd name="csY152" fmla="*/ 55417 h 155262"/>
                <a:gd name="csX153" fmla="*/ 63060 w 80258"/>
                <a:gd name="csY153" fmla="*/ 59716 h 155262"/>
                <a:gd name="csX154" fmla="*/ 60194 w 80258"/>
                <a:gd name="csY154" fmla="*/ 62583 h 155262"/>
                <a:gd name="csX155" fmla="*/ 53506 w 80258"/>
                <a:gd name="csY155" fmla="*/ 66882 h 155262"/>
                <a:gd name="csX156" fmla="*/ 52072 w 80258"/>
                <a:gd name="csY156" fmla="*/ 68315 h 155262"/>
                <a:gd name="csX157" fmla="*/ 50639 w 80258"/>
                <a:gd name="csY157" fmla="*/ 70226 h 155262"/>
                <a:gd name="csX158" fmla="*/ 50162 w 80258"/>
                <a:gd name="csY158" fmla="*/ 71659 h 155262"/>
                <a:gd name="csX159" fmla="*/ 50639 w 80258"/>
                <a:gd name="csY159" fmla="*/ 73570 h 155262"/>
                <a:gd name="csX160" fmla="*/ 52550 w 80258"/>
                <a:gd name="csY160" fmla="*/ 77870 h 155262"/>
                <a:gd name="csX161" fmla="*/ 55416 w 80258"/>
                <a:gd name="csY161" fmla="*/ 80736 h 155262"/>
                <a:gd name="csX162" fmla="*/ 58761 w 80258"/>
                <a:gd name="csY162" fmla="*/ 82170 h 155262"/>
                <a:gd name="csX163" fmla="*/ 63538 w 80258"/>
                <a:gd name="csY163" fmla="*/ 81214 h 155262"/>
                <a:gd name="csX164" fmla="*/ 63538 w 80258"/>
                <a:gd name="csY164" fmla="*/ 83125 h 155262"/>
                <a:gd name="csX165" fmla="*/ 64016 w 80258"/>
                <a:gd name="csY165" fmla="*/ 85036 h 155262"/>
                <a:gd name="csX166" fmla="*/ 65927 w 80258"/>
                <a:gd name="csY166" fmla="*/ 85036 h 155262"/>
                <a:gd name="csX167" fmla="*/ 67360 w 80258"/>
                <a:gd name="csY167" fmla="*/ 84558 h 155262"/>
                <a:gd name="csX168" fmla="*/ 68315 w 80258"/>
                <a:gd name="csY168" fmla="*/ 82647 h 155262"/>
                <a:gd name="csX169" fmla="*/ 71182 w 80258"/>
                <a:gd name="csY169" fmla="*/ 84081 h 155262"/>
                <a:gd name="csX170" fmla="*/ 72137 w 80258"/>
                <a:gd name="csY170" fmla="*/ 88380 h 155262"/>
                <a:gd name="csX171" fmla="*/ 74526 w 80258"/>
                <a:gd name="csY171" fmla="*/ 89813 h 155262"/>
                <a:gd name="csX172" fmla="*/ 74526 w 80258"/>
                <a:gd name="csY172" fmla="*/ 90291 h 155262"/>
                <a:gd name="csX173" fmla="*/ 74048 w 80258"/>
                <a:gd name="csY173" fmla="*/ 90291 h 155262"/>
                <a:gd name="csX174" fmla="*/ 73570 w 80258"/>
                <a:gd name="csY174" fmla="*/ 90769 h 155262"/>
                <a:gd name="csX175" fmla="*/ 74048 w 80258"/>
                <a:gd name="csY175" fmla="*/ 91247 h 155262"/>
                <a:gd name="csX176" fmla="*/ 75959 w 80258"/>
                <a:gd name="csY176" fmla="*/ 91724 h 155262"/>
                <a:gd name="csX177" fmla="*/ 77392 w 80258"/>
                <a:gd name="csY177" fmla="*/ 91247 h 155262"/>
                <a:gd name="csX178" fmla="*/ 79303 w 80258"/>
                <a:gd name="csY178" fmla="*/ 92202 h 155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</a:cxnLst>
              <a:rect l="l" t="t" r="r" b="b"/>
              <a:pathLst>
                <a:path w="80258" h="155262">
                  <a:moveTo>
                    <a:pt x="79303" y="92202"/>
                  </a:moveTo>
                  <a:lnTo>
                    <a:pt x="79303" y="93157"/>
                  </a:lnTo>
                  <a:lnTo>
                    <a:pt x="78825" y="96979"/>
                  </a:lnTo>
                  <a:lnTo>
                    <a:pt x="78347" y="98412"/>
                  </a:lnTo>
                  <a:lnTo>
                    <a:pt x="78347" y="101279"/>
                  </a:lnTo>
                  <a:lnTo>
                    <a:pt x="78347" y="104145"/>
                  </a:lnTo>
                  <a:lnTo>
                    <a:pt x="79781" y="106534"/>
                  </a:lnTo>
                  <a:lnTo>
                    <a:pt x="80258" y="107967"/>
                  </a:lnTo>
                  <a:lnTo>
                    <a:pt x="79303" y="108922"/>
                  </a:lnTo>
                  <a:lnTo>
                    <a:pt x="76437" y="110356"/>
                  </a:lnTo>
                  <a:lnTo>
                    <a:pt x="72615" y="112266"/>
                  </a:lnTo>
                  <a:lnTo>
                    <a:pt x="69271" y="114177"/>
                  </a:lnTo>
                  <a:lnTo>
                    <a:pt x="65927" y="116088"/>
                  </a:lnTo>
                  <a:lnTo>
                    <a:pt x="65927" y="116088"/>
                  </a:lnTo>
                  <a:lnTo>
                    <a:pt x="64971" y="117522"/>
                  </a:lnTo>
                  <a:lnTo>
                    <a:pt x="63060" y="118477"/>
                  </a:lnTo>
                  <a:lnTo>
                    <a:pt x="61627" y="119432"/>
                  </a:lnTo>
                  <a:lnTo>
                    <a:pt x="61627" y="120388"/>
                  </a:lnTo>
                  <a:lnTo>
                    <a:pt x="61149" y="120865"/>
                  </a:lnTo>
                  <a:lnTo>
                    <a:pt x="60194" y="122299"/>
                  </a:lnTo>
                  <a:lnTo>
                    <a:pt x="59238" y="123254"/>
                  </a:lnTo>
                  <a:lnTo>
                    <a:pt x="55894" y="124210"/>
                  </a:lnTo>
                  <a:lnTo>
                    <a:pt x="54939" y="124688"/>
                  </a:lnTo>
                  <a:lnTo>
                    <a:pt x="53506" y="126598"/>
                  </a:lnTo>
                  <a:lnTo>
                    <a:pt x="52550" y="127554"/>
                  </a:lnTo>
                  <a:lnTo>
                    <a:pt x="51595" y="129465"/>
                  </a:lnTo>
                  <a:lnTo>
                    <a:pt x="53028" y="133764"/>
                  </a:lnTo>
                  <a:lnTo>
                    <a:pt x="54461" y="138542"/>
                  </a:lnTo>
                  <a:lnTo>
                    <a:pt x="54461" y="140453"/>
                  </a:lnTo>
                  <a:lnTo>
                    <a:pt x="54461" y="141886"/>
                  </a:lnTo>
                  <a:lnTo>
                    <a:pt x="53983" y="143797"/>
                  </a:lnTo>
                  <a:lnTo>
                    <a:pt x="52072" y="146185"/>
                  </a:lnTo>
                  <a:lnTo>
                    <a:pt x="50639" y="148096"/>
                  </a:lnTo>
                  <a:lnTo>
                    <a:pt x="48251" y="151440"/>
                  </a:lnTo>
                  <a:lnTo>
                    <a:pt x="47295" y="151918"/>
                  </a:lnTo>
                  <a:lnTo>
                    <a:pt x="45862" y="152873"/>
                  </a:lnTo>
                  <a:lnTo>
                    <a:pt x="42518" y="154307"/>
                  </a:lnTo>
                  <a:lnTo>
                    <a:pt x="40129" y="155262"/>
                  </a:lnTo>
                  <a:lnTo>
                    <a:pt x="38696" y="150485"/>
                  </a:lnTo>
                  <a:lnTo>
                    <a:pt x="37740" y="146185"/>
                  </a:lnTo>
                  <a:lnTo>
                    <a:pt x="36785" y="142363"/>
                  </a:lnTo>
                  <a:lnTo>
                    <a:pt x="35830" y="137586"/>
                  </a:lnTo>
                  <a:lnTo>
                    <a:pt x="35352" y="136631"/>
                  </a:lnTo>
                  <a:lnTo>
                    <a:pt x="34397" y="131376"/>
                  </a:lnTo>
                  <a:lnTo>
                    <a:pt x="32963" y="126121"/>
                  </a:lnTo>
                  <a:lnTo>
                    <a:pt x="32486" y="125165"/>
                  </a:lnTo>
                  <a:lnTo>
                    <a:pt x="31530" y="121343"/>
                  </a:lnTo>
                  <a:lnTo>
                    <a:pt x="30575" y="116088"/>
                  </a:lnTo>
                  <a:lnTo>
                    <a:pt x="30097" y="115611"/>
                  </a:lnTo>
                  <a:lnTo>
                    <a:pt x="26753" y="113222"/>
                  </a:lnTo>
                  <a:lnTo>
                    <a:pt x="23409" y="111311"/>
                  </a:lnTo>
                  <a:lnTo>
                    <a:pt x="20065" y="108922"/>
                  </a:lnTo>
                  <a:lnTo>
                    <a:pt x="16721" y="106056"/>
                  </a:lnTo>
                  <a:lnTo>
                    <a:pt x="15765" y="102712"/>
                  </a:lnTo>
                  <a:lnTo>
                    <a:pt x="14332" y="97935"/>
                  </a:lnTo>
                  <a:lnTo>
                    <a:pt x="13376" y="96979"/>
                  </a:lnTo>
                  <a:lnTo>
                    <a:pt x="11943" y="95068"/>
                  </a:lnTo>
                  <a:lnTo>
                    <a:pt x="11465" y="94590"/>
                  </a:lnTo>
                  <a:lnTo>
                    <a:pt x="7644" y="92680"/>
                  </a:lnTo>
                  <a:lnTo>
                    <a:pt x="5255" y="91247"/>
                  </a:lnTo>
                  <a:lnTo>
                    <a:pt x="4777" y="90769"/>
                  </a:lnTo>
                  <a:lnTo>
                    <a:pt x="4299" y="88380"/>
                  </a:lnTo>
                  <a:lnTo>
                    <a:pt x="2389" y="84558"/>
                  </a:lnTo>
                  <a:lnTo>
                    <a:pt x="478" y="80736"/>
                  </a:lnTo>
                  <a:lnTo>
                    <a:pt x="478" y="80736"/>
                  </a:lnTo>
                  <a:lnTo>
                    <a:pt x="0" y="78348"/>
                  </a:lnTo>
                  <a:lnTo>
                    <a:pt x="0" y="75004"/>
                  </a:lnTo>
                  <a:lnTo>
                    <a:pt x="478" y="73093"/>
                  </a:lnTo>
                  <a:lnTo>
                    <a:pt x="956" y="72137"/>
                  </a:lnTo>
                  <a:lnTo>
                    <a:pt x="4777" y="69271"/>
                  </a:lnTo>
                  <a:lnTo>
                    <a:pt x="6688" y="65449"/>
                  </a:lnTo>
                  <a:lnTo>
                    <a:pt x="9077" y="64493"/>
                  </a:lnTo>
                  <a:lnTo>
                    <a:pt x="10988" y="63538"/>
                  </a:lnTo>
                  <a:lnTo>
                    <a:pt x="12421" y="62105"/>
                  </a:lnTo>
                  <a:lnTo>
                    <a:pt x="13854" y="60672"/>
                  </a:lnTo>
                  <a:lnTo>
                    <a:pt x="14809" y="58761"/>
                  </a:lnTo>
                  <a:lnTo>
                    <a:pt x="14809" y="56372"/>
                  </a:lnTo>
                  <a:lnTo>
                    <a:pt x="15287" y="53028"/>
                  </a:lnTo>
                  <a:lnTo>
                    <a:pt x="15287" y="53028"/>
                  </a:lnTo>
                  <a:lnTo>
                    <a:pt x="16243" y="50639"/>
                  </a:lnTo>
                  <a:lnTo>
                    <a:pt x="17676" y="48251"/>
                  </a:lnTo>
                  <a:lnTo>
                    <a:pt x="17198" y="45862"/>
                  </a:lnTo>
                  <a:lnTo>
                    <a:pt x="16243" y="43951"/>
                  </a:lnTo>
                  <a:lnTo>
                    <a:pt x="16243" y="43951"/>
                  </a:lnTo>
                  <a:lnTo>
                    <a:pt x="16243" y="39651"/>
                  </a:lnTo>
                  <a:lnTo>
                    <a:pt x="16243" y="38218"/>
                  </a:lnTo>
                  <a:lnTo>
                    <a:pt x="15765" y="36785"/>
                  </a:lnTo>
                  <a:lnTo>
                    <a:pt x="15287" y="36785"/>
                  </a:lnTo>
                  <a:lnTo>
                    <a:pt x="14809" y="34874"/>
                  </a:lnTo>
                  <a:lnTo>
                    <a:pt x="14809" y="34874"/>
                  </a:lnTo>
                  <a:lnTo>
                    <a:pt x="14809" y="33441"/>
                  </a:lnTo>
                  <a:lnTo>
                    <a:pt x="15287" y="29142"/>
                  </a:lnTo>
                  <a:lnTo>
                    <a:pt x="15765" y="26275"/>
                  </a:lnTo>
                  <a:lnTo>
                    <a:pt x="16721" y="21976"/>
                  </a:lnTo>
                  <a:lnTo>
                    <a:pt x="16721" y="21020"/>
                  </a:lnTo>
                  <a:lnTo>
                    <a:pt x="15765" y="20065"/>
                  </a:lnTo>
                  <a:lnTo>
                    <a:pt x="13854" y="19109"/>
                  </a:lnTo>
                  <a:lnTo>
                    <a:pt x="13854" y="19109"/>
                  </a:lnTo>
                  <a:lnTo>
                    <a:pt x="13854" y="18632"/>
                  </a:lnTo>
                  <a:lnTo>
                    <a:pt x="14332" y="18154"/>
                  </a:lnTo>
                  <a:lnTo>
                    <a:pt x="14332" y="18154"/>
                  </a:lnTo>
                  <a:lnTo>
                    <a:pt x="17198" y="16243"/>
                  </a:lnTo>
                  <a:lnTo>
                    <a:pt x="18631" y="13376"/>
                  </a:lnTo>
                  <a:lnTo>
                    <a:pt x="20065" y="12899"/>
                  </a:lnTo>
                  <a:lnTo>
                    <a:pt x="21975" y="11466"/>
                  </a:lnTo>
                  <a:lnTo>
                    <a:pt x="21975" y="10510"/>
                  </a:lnTo>
                  <a:lnTo>
                    <a:pt x="21498" y="9555"/>
                  </a:lnTo>
                  <a:lnTo>
                    <a:pt x="21498" y="9555"/>
                  </a:lnTo>
                  <a:lnTo>
                    <a:pt x="21498" y="9077"/>
                  </a:lnTo>
                  <a:lnTo>
                    <a:pt x="26275" y="8121"/>
                  </a:lnTo>
                  <a:lnTo>
                    <a:pt x="31052" y="4300"/>
                  </a:lnTo>
                  <a:lnTo>
                    <a:pt x="32486" y="3344"/>
                  </a:lnTo>
                  <a:lnTo>
                    <a:pt x="43473" y="0"/>
                  </a:lnTo>
                  <a:lnTo>
                    <a:pt x="44906" y="478"/>
                  </a:lnTo>
                  <a:lnTo>
                    <a:pt x="46340" y="956"/>
                  </a:lnTo>
                  <a:lnTo>
                    <a:pt x="45862" y="1911"/>
                  </a:lnTo>
                  <a:lnTo>
                    <a:pt x="45384" y="2867"/>
                  </a:lnTo>
                  <a:lnTo>
                    <a:pt x="46340" y="4777"/>
                  </a:lnTo>
                  <a:lnTo>
                    <a:pt x="47295" y="3822"/>
                  </a:lnTo>
                  <a:lnTo>
                    <a:pt x="47295" y="2867"/>
                  </a:lnTo>
                  <a:lnTo>
                    <a:pt x="46817" y="1911"/>
                  </a:lnTo>
                  <a:lnTo>
                    <a:pt x="49206" y="1911"/>
                  </a:lnTo>
                  <a:lnTo>
                    <a:pt x="51117" y="2389"/>
                  </a:lnTo>
                  <a:lnTo>
                    <a:pt x="53506" y="3344"/>
                  </a:lnTo>
                  <a:lnTo>
                    <a:pt x="53506" y="7166"/>
                  </a:lnTo>
                  <a:lnTo>
                    <a:pt x="56372" y="10988"/>
                  </a:lnTo>
                  <a:lnTo>
                    <a:pt x="55416" y="12899"/>
                  </a:lnTo>
                  <a:lnTo>
                    <a:pt x="57805" y="13854"/>
                  </a:lnTo>
                  <a:lnTo>
                    <a:pt x="59716" y="12421"/>
                  </a:lnTo>
                  <a:lnTo>
                    <a:pt x="60672" y="10510"/>
                  </a:lnTo>
                  <a:lnTo>
                    <a:pt x="64493" y="9555"/>
                  </a:lnTo>
                  <a:lnTo>
                    <a:pt x="68315" y="6688"/>
                  </a:lnTo>
                  <a:lnTo>
                    <a:pt x="70226" y="6210"/>
                  </a:lnTo>
                  <a:lnTo>
                    <a:pt x="70704" y="8599"/>
                  </a:lnTo>
                  <a:lnTo>
                    <a:pt x="71659" y="10988"/>
                  </a:lnTo>
                  <a:lnTo>
                    <a:pt x="70704" y="11466"/>
                  </a:lnTo>
                  <a:lnTo>
                    <a:pt x="68793" y="13854"/>
                  </a:lnTo>
                  <a:lnTo>
                    <a:pt x="65449" y="19587"/>
                  </a:lnTo>
                  <a:lnTo>
                    <a:pt x="62105" y="21020"/>
                  </a:lnTo>
                  <a:lnTo>
                    <a:pt x="59716" y="23409"/>
                  </a:lnTo>
                  <a:lnTo>
                    <a:pt x="59238" y="24842"/>
                  </a:lnTo>
                  <a:lnTo>
                    <a:pt x="58761" y="26753"/>
                  </a:lnTo>
                  <a:lnTo>
                    <a:pt x="59716" y="29619"/>
                  </a:lnTo>
                  <a:lnTo>
                    <a:pt x="61149" y="32963"/>
                  </a:lnTo>
                  <a:lnTo>
                    <a:pt x="63060" y="34874"/>
                  </a:lnTo>
                  <a:lnTo>
                    <a:pt x="64971" y="35352"/>
                  </a:lnTo>
                  <a:lnTo>
                    <a:pt x="69271" y="38696"/>
                  </a:lnTo>
                  <a:lnTo>
                    <a:pt x="69271" y="40607"/>
                  </a:lnTo>
                  <a:lnTo>
                    <a:pt x="70226" y="42518"/>
                  </a:lnTo>
                  <a:lnTo>
                    <a:pt x="70226" y="45384"/>
                  </a:lnTo>
                  <a:lnTo>
                    <a:pt x="71659" y="47295"/>
                  </a:lnTo>
                  <a:lnTo>
                    <a:pt x="68315" y="52073"/>
                  </a:lnTo>
                  <a:lnTo>
                    <a:pt x="66882" y="55417"/>
                  </a:lnTo>
                  <a:lnTo>
                    <a:pt x="63060" y="59716"/>
                  </a:lnTo>
                  <a:lnTo>
                    <a:pt x="60194" y="62583"/>
                  </a:lnTo>
                  <a:lnTo>
                    <a:pt x="53506" y="66882"/>
                  </a:lnTo>
                  <a:lnTo>
                    <a:pt x="52072" y="68315"/>
                  </a:lnTo>
                  <a:lnTo>
                    <a:pt x="50639" y="70226"/>
                  </a:lnTo>
                  <a:lnTo>
                    <a:pt x="50162" y="71659"/>
                  </a:lnTo>
                  <a:lnTo>
                    <a:pt x="50639" y="73570"/>
                  </a:lnTo>
                  <a:lnTo>
                    <a:pt x="52550" y="77870"/>
                  </a:lnTo>
                  <a:lnTo>
                    <a:pt x="55416" y="80736"/>
                  </a:lnTo>
                  <a:lnTo>
                    <a:pt x="58761" y="82170"/>
                  </a:lnTo>
                  <a:lnTo>
                    <a:pt x="63538" y="81214"/>
                  </a:lnTo>
                  <a:lnTo>
                    <a:pt x="63538" y="83125"/>
                  </a:lnTo>
                  <a:lnTo>
                    <a:pt x="64016" y="85036"/>
                  </a:lnTo>
                  <a:lnTo>
                    <a:pt x="65927" y="85036"/>
                  </a:lnTo>
                  <a:lnTo>
                    <a:pt x="67360" y="84558"/>
                  </a:lnTo>
                  <a:lnTo>
                    <a:pt x="68315" y="82647"/>
                  </a:lnTo>
                  <a:lnTo>
                    <a:pt x="71182" y="84081"/>
                  </a:lnTo>
                  <a:lnTo>
                    <a:pt x="72137" y="88380"/>
                  </a:lnTo>
                  <a:lnTo>
                    <a:pt x="74526" y="89813"/>
                  </a:lnTo>
                  <a:lnTo>
                    <a:pt x="74526" y="90291"/>
                  </a:lnTo>
                  <a:lnTo>
                    <a:pt x="74048" y="90291"/>
                  </a:lnTo>
                  <a:lnTo>
                    <a:pt x="73570" y="90769"/>
                  </a:lnTo>
                  <a:lnTo>
                    <a:pt x="74048" y="91247"/>
                  </a:lnTo>
                  <a:lnTo>
                    <a:pt x="75959" y="91724"/>
                  </a:lnTo>
                  <a:lnTo>
                    <a:pt x="77392" y="91247"/>
                  </a:lnTo>
                  <a:lnTo>
                    <a:pt x="79303" y="9220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3" name="Freeform 5502">
              <a:extLst>
                <a:ext uri="{FF2B5EF4-FFF2-40B4-BE49-F238E27FC236}">
                  <a16:creationId xmlns:a16="http://schemas.microsoft.com/office/drawing/2014/main" id="{9618C57A-4616-ED55-272A-72A9415AAB8F}"/>
                </a:ext>
              </a:extLst>
            </p:cNvPr>
            <p:cNvSpPr/>
            <p:nvPr/>
          </p:nvSpPr>
          <p:spPr>
            <a:xfrm>
              <a:off x="6104120" y="4062253"/>
              <a:ext cx="3344" cy="2866"/>
            </a:xfrm>
            <a:custGeom>
              <a:avLst/>
              <a:gdLst>
                <a:gd name="csX0" fmla="*/ 3344 w 3344"/>
                <a:gd name="csY0" fmla="*/ 1433 h 2866"/>
                <a:gd name="csX1" fmla="*/ 0 w 3344"/>
                <a:gd name="csY1" fmla="*/ 2866 h 2866"/>
                <a:gd name="csX2" fmla="*/ 956 w 3344"/>
                <a:gd name="csY2" fmla="*/ 1433 h 2866"/>
                <a:gd name="csX3" fmla="*/ 2866 w 3344"/>
                <a:gd name="csY3" fmla="*/ 0 h 2866"/>
                <a:gd name="csX4" fmla="*/ 3344 w 3344"/>
                <a:gd name="csY4" fmla="*/ 0 h 2866"/>
                <a:gd name="csX5" fmla="*/ 3344 w 3344"/>
                <a:gd name="csY5" fmla="*/ 1433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44" h="2866">
                  <a:moveTo>
                    <a:pt x="3344" y="1433"/>
                  </a:moveTo>
                  <a:lnTo>
                    <a:pt x="0" y="2866"/>
                  </a:lnTo>
                  <a:lnTo>
                    <a:pt x="956" y="1433"/>
                  </a:lnTo>
                  <a:lnTo>
                    <a:pt x="2866" y="0"/>
                  </a:lnTo>
                  <a:lnTo>
                    <a:pt x="3344" y="0"/>
                  </a:lnTo>
                  <a:lnTo>
                    <a:pt x="3344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4" name="Freeform 5503">
              <a:extLst>
                <a:ext uri="{FF2B5EF4-FFF2-40B4-BE49-F238E27FC236}">
                  <a16:creationId xmlns:a16="http://schemas.microsoft.com/office/drawing/2014/main" id="{F2CA34C8-856A-6894-323B-34C43CF125F3}"/>
                </a:ext>
              </a:extLst>
            </p:cNvPr>
            <p:cNvSpPr/>
            <p:nvPr/>
          </p:nvSpPr>
          <p:spPr>
            <a:xfrm>
              <a:off x="6096477" y="4082318"/>
              <a:ext cx="6210" cy="4777"/>
            </a:xfrm>
            <a:custGeom>
              <a:avLst/>
              <a:gdLst>
                <a:gd name="csX0" fmla="*/ 4777 w 6210"/>
                <a:gd name="csY0" fmla="*/ 3822 h 4777"/>
                <a:gd name="csX1" fmla="*/ 4300 w 6210"/>
                <a:gd name="csY1" fmla="*/ 3822 h 4777"/>
                <a:gd name="csX2" fmla="*/ 2867 w 6210"/>
                <a:gd name="csY2" fmla="*/ 4299 h 4777"/>
                <a:gd name="csX3" fmla="*/ 2389 w 6210"/>
                <a:gd name="csY3" fmla="*/ 4777 h 4777"/>
                <a:gd name="csX4" fmla="*/ 956 w 6210"/>
                <a:gd name="csY4" fmla="*/ 3822 h 4777"/>
                <a:gd name="csX5" fmla="*/ 478 w 6210"/>
                <a:gd name="csY5" fmla="*/ 3822 h 4777"/>
                <a:gd name="csX6" fmla="*/ 0 w 6210"/>
                <a:gd name="csY6" fmla="*/ 3344 h 4777"/>
                <a:gd name="csX7" fmla="*/ 0 w 6210"/>
                <a:gd name="csY7" fmla="*/ 955 h 4777"/>
                <a:gd name="csX8" fmla="*/ 478 w 6210"/>
                <a:gd name="csY8" fmla="*/ 0 h 4777"/>
                <a:gd name="csX9" fmla="*/ 3822 w 6210"/>
                <a:gd name="csY9" fmla="*/ 0 h 4777"/>
                <a:gd name="csX10" fmla="*/ 5733 w 6210"/>
                <a:gd name="csY10" fmla="*/ 1433 h 4777"/>
                <a:gd name="csX11" fmla="*/ 6211 w 6210"/>
                <a:gd name="csY11" fmla="*/ 1911 h 4777"/>
                <a:gd name="csX12" fmla="*/ 6211 w 6210"/>
                <a:gd name="csY12" fmla="*/ 2389 h 4777"/>
                <a:gd name="csX13" fmla="*/ 5255 w 6210"/>
                <a:gd name="csY13" fmla="*/ 3344 h 4777"/>
                <a:gd name="csX14" fmla="*/ 4777 w 6210"/>
                <a:gd name="csY14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210" h="4777">
                  <a:moveTo>
                    <a:pt x="4777" y="3822"/>
                  </a:moveTo>
                  <a:lnTo>
                    <a:pt x="4300" y="3822"/>
                  </a:lnTo>
                  <a:lnTo>
                    <a:pt x="2867" y="4299"/>
                  </a:lnTo>
                  <a:lnTo>
                    <a:pt x="2389" y="4777"/>
                  </a:lnTo>
                  <a:lnTo>
                    <a:pt x="956" y="3822"/>
                  </a:lnTo>
                  <a:lnTo>
                    <a:pt x="478" y="3822"/>
                  </a:lnTo>
                  <a:lnTo>
                    <a:pt x="0" y="3344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3822" y="0"/>
                  </a:lnTo>
                  <a:lnTo>
                    <a:pt x="5733" y="1433"/>
                  </a:lnTo>
                  <a:lnTo>
                    <a:pt x="6211" y="1911"/>
                  </a:lnTo>
                  <a:lnTo>
                    <a:pt x="6211" y="2389"/>
                  </a:lnTo>
                  <a:lnTo>
                    <a:pt x="5255" y="3344"/>
                  </a:lnTo>
                  <a:lnTo>
                    <a:pt x="4777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5" name="Freeform 5504">
              <a:extLst>
                <a:ext uri="{FF2B5EF4-FFF2-40B4-BE49-F238E27FC236}">
                  <a16:creationId xmlns:a16="http://schemas.microsoft.com/office/drawing/2014/main" id="{7474D259-8BC1-EC92-1E5E-C9DC6BA1922D}"/>
                </a:ext>
              </a:extLst>
            </p:cNvPr>
            <p:cNvSpPr/>
            <p:nvPr/>
          </p:nvSpPr>
          <p:spPr>
            <a:xfrm>
              <a:off x="6400313" y="3893615"/>
              <a:ext cx="59715" cy="48250"/>
            </a:xfrm>
            <a:custGeom>
              <a:avLst/>
              <a:gdLst>
                <a:gd name="csX0" fmla="*/ 39174 w 59715"/>
                <a:gd name="csY0" fmla="*/ 2866 h 48250"/>
                <a:gd name="csX1" fmla="*/ 38696 w 59715"/>
                <a:gd name="csY1" fmla="*/ 5733 h 48250"/>
                <a:gd name="csX2" fmla="*/ 39651 w 59715"/>
                <a:gd name="csY2" fmla="*/ 8599 h 48250"/>
                <a:gd name="csX3" fmla="*/ 42518 w 59715"/>
                <a:gd name="csY3" fmla="*/ 12898 h 48250"/>
                <a:gd name="csX4" fmla="*/ 45384 w 59715"/>
                <a:gd name="csY4" fmla="*/ 15287 h 48250"/>
                <a:gd name="csX5" fmla="*/ 57327 w 59715"/>
                <a:gd name="csY5" fmla="*/ 20542 h 48250"/>
                <a:gd name="csX6" fmla="*/ 59716 w 59715"/>
                <a:gd name="csY6" fmla="*/ 21020 h 48250"/>
                <a:gd name="csX7" fmla="*/ 59238 w 59715"/>
                <a:gd name="csY7" fmla="*/ 21975 h 48250"/>
                <a:gd name="csX8" fmla="*/ 59238 w 59715"/>
                <a:gd name="csY8" fmla="*/ 22931 h 48250"/>
                <a:gd name="csX9" fmla="*/ 58283 w 59715"/>
                <a:gd name="csY9" fmla="*/ 24842 h 48250"/>
                <a:gd name="csX10" fmla="*/ 57805 w 59715"/>
                <a:gd name="csY10" fmla="*/ 26275 h 48250"/>
                <a:gd name="csX11" fmla="*/ 53983 w 59715"/>
                <a:gd name="csY11" fmla="*/ 27230 h 48250"/>
                <a:gd name="csX12" fmla="*/ 44429 w 59715"/>
                <a:gd name="csY12" fmla="*/ 24842 h 48250"/>
                <a:gd name="csX13" fmla="*/ 42040 w 59715"/>
                <a:gd name="csY13" fmla="*/ 24364 h 48250"/>
                <a:gd name="csX14" fmla="*/ 40607 w 59715"/>
                <a:gd name="csY14" fmla="*/ 24842 h 48250"/>
                <a:gd name="csX15" fmla="*/ 37263 w 59715"/>
                <a:gd name="csY15" fmla="*/ 26753 h 48250"/>
                <a:gd name="csX16" fmla="*/ 33441 w 59715"/>
                <a:gd name="csY16" fmla="*/ 26275 h 48250"/>
                <a:gd name="csX17" fmla="*/ 28663 w 59715"/>
                <a:gd name="csY17" fmla="*/ 27230 h 48250"/>
                <a:gd name="csX18" fmla="*/ 27231 w 59715"/>
                <a:gd name="csY18" fmla="*/ 30097 h 48250"/>
                <a:gd name="csX19" fmla="*/ 23886 w 59715"/>
                <a:gd name="csY19" fmla="*/ 33919 h 48250"/>
                <a:gd name="csX20" fmla="*/ 18154 w 59715"/>
                <a:gd name="csY20" fmla="*/ 36785 h 48250"/>
                <a:gd name="csX21" fmla="*/ 14332 w 59715"/>
                <a:gd name="csY21" fmla="*/ 38218 h 48250"/>
                <a:gd name="csX22" fmla="*/ 8121 w 59715"/>
                <a:gd name="csY22" fmla="*/ 43951 h 48250"/>
                <a:gd name="csX23" fmla="*/ 5733 w 59715"/>
                <a:gd name="csY23" fmla="*/ 47295 h 48250"/>
                <a:gd name="csX24" fmla="*/ 4299 w 59715"/>
                <a:gd name="csY24" fmla="*/ 47773 h 48250"/>
                <a:gd name="csX25" fmla="*/ 2867 w 59715"/>
                <a:gd name="csY25" fmla="*/ 48251 h 48250"/>
                <a:gd name="csX26" fmla="*/ 3344 w 59715"/>
                <a:gd name="csY26" fmla="*/ 46817 h 48250"/>
                <a:gd name="csX27" fmla="*/ 4299 w 59715"/>
                <a:gd name="csY27" fmla="*/ 45384 h 48250"/>
                <a:gd name="csX28" fmla="*/ 3822 w 59715"/>
                <a:gd name="csY28" fmla="*/ 44429 h 48250"/>
                <a:gd name="csX29" fmla="*/ 4299 w 59715"/>
                <a:gd name="csY29" fmla="*/ 42518 h 48250"/>
                <a:gd name="csX30" fmla="*/ 6210 w 59715"/>
                <a:gd name="csY30" fmla="*/ 41085 h 48250"/>
                <a:gd name="csX31" fmla="*/ 8121 w 59715"/>
                <a:gd name="csY31" fmla="*/ 39651 h 48250"/>
                <a:gd name="csX32" fmla="*/ 13376 w 59715"/>
                <a:gd name="csY32" fmla="*/ 37263 h 48250"/>
                <a:gd name="csX33" fmla="*/ 14810 w 59715"/>
                <a:gd name="csY33" fmla="*/ 35352 h 48250"/>
                <a:gd name="csX34" fmla="*/ 10510 w 59715"/>
                <a:gd name="csY34" fmla="*/ 35352 h 48250"/>
                <a:gd name="csX35" fmla="*/ 6210 w 59715"/>
                <a:gd name="csY35" fmla="*/ 35830 h 48250"/>
                <a:gd name="csX36" fmla="*/ 3344 w 59715"/>
                <a:gd name="csY36" fmla="*/ 35352 h 48250"/>
                <a:gd name="csX37" fmla="*/ 956 w 59715"/>
                <a:gd name="csY37" fmla="*/ 35830 h 48250"/>
                <a:gd name="csX38" fmla="*/ 478 w 59715"/>
                <a:gd name="csY38" fmla="*/ 33919 h 48250"/>
                <a:gd name="csX39" fmla="*/ 0 w 59715"/>
                <a:gd name="csY39" fmla="*/ 32963 h 48250"/>
                <a:gd name="csX40" fmla="*/ 0 w 59715"/>
                <a:gd name="csY40" fmla="*/ 32963 h 48250"/>
                <a:gd name="csX41" fmla="*/ 478 w 59715"/>
                <a:gd name="csY41" fmla="*/ 32486 h 48250"/>
                <a:gd name="csX42" fmla="*/ 1433 w 59715"/>
                <a:gd name="csY42" fmla="*/ 32486 h 48250"/>
                <a:gd name="csX43" fmla="*/ 2388 w 59715"/>
                <a:gd name="csY43" fmla="*/ 30575 h 48250"/>
                <a:gd name="csX44" fmla="*/ 3822 w 59715"/>
                <a:gd name="csY44" fmla="*/ 29141 h 48250"/>
                <a:gd name="csX45" fmla="*/ 5733 w 59715"/>
                <a:gd name="csY45" fmla="*/ 27230 h 48250"/>
                <a:gd name="csX46" fmla="*/ 6210 w 59715"/>
                <a:gd name="csY46" fmla="*/ 26275 h 48250"/>
                <a:gd name="csX47" fmla="*/ 6210 w 59715"/>
                <a:gd name="csY47" fmla="*/ 25320 h 48250"/>
                <a:gd name="csX48" fmla="*/ 5733 w 59715"/>
                <a:gd name="csY48" fmla="*/ 24842 h 48250"/>
                <a:gd name="csX49" fmla="*/ 5733 w 59715"/>
                <a:gd name="csY49" fmla="*/ 23886 h 48250"/>
                <a:gd name="csX50" fmla="*/ 5733 w 59715"/>
                <a:gd name="csY50" fmla="*/ 22931 h 48250"/>
                <a:gd name="csX51" fmla="*/ 5733 w 59715"/>
                <a:gd name="csY51" fmla="*/ 20542 h 48250"/>
                <a:gd name="csX52" fmla="*/ 9554 w 59715"/>
                <a:gd name="csY52" fmla="*/ 18154 h 48250"/>
                <a:gd name="csX53" fmla="*/ 10988 w 59715"/>
                <a:gd name="csY53" fmla="*/ 17676 h 48250"/>
                <a:gd name="csX54" fmla="*/ 10988 w 59715"/>
                <a:gd name="csY54" fmla="*/ 17676 h 48250"/>
                <a:gd name="csX55" fmla="*/ 11465 w 59715"/>
                <a:gd name="csY55" fmla="*/ 16721 h 48250"/>
                <a:gd name="csX56" fmla="*/ 10988 w 59715"/>
                <a:gd name="csY56" fmla="*/ 13854 h 48250"/>
                <a:gd name="csX57" fmla="*/ 10510 w 59715"/>
                <a:gd name="csY57" fmla="*/ 11943 h 48250"/>
                <a:gd name="csX58" fmla="*/ 10032 w 59715"/>
                <a:gd name="csY58" fmla="*/ 11943 h 48250"/>
                <a:gd name="csX59" fmla="*/ 9077 w 59715"/>
                <a:gd name="csY59" fmla="*/ 10988 h 48250"/>
                <a:gd name="csX60" fmla="*/ 8121 w 59715"/>
                <a:gd name="csY60" fmla="*/ 10510 h 48250"/>
                <a:gd name="csX61" fmla="*/ 8121 w 59715"/>
                <a:gd name="csY61" fmla="*/ 10510 h 48250"/>
                <a:gd name="csX62" fmla="*/ 7166 w 59715"/>
                <a:gd name="csY62" fmla="*/ 9555 h 48250"/>
                <a:gd name="csX63" fmla="*/ 5255 w 59715"/>
                <a:gd name="csY63" fmla="*/ 9077 h 48250"/>
                <a:gd name="csX64" fmla="*/ 5255 w 59715"/>
                <a:gd name="csY64" fmla="*/ 8599 h 48250"/>
                <a:gd name="csX65" fmla="*/ 5255 w 59715"/>
                <a:gd name="csY65" fmla="*/ 8121 h 48250"/>
                <a:gd name="csX66" fmla="*/ 5733 w 59715"/>
                <a:gd name="csY66" fmla="*/ 7644 h 48250"/>
                <a:gd name="csX67" fmla="*/ 6210 w 59715"/>
                <a:gd name="csY67" fmla="*/ 7166 h 48250"/>
                <a:gd name="csX68" fmla="*/ 9077 w 59715"/>
                <a:gd name="csY68" fmla="*/ 6210 h 48250"/>
                <a:gd name="csX69" fmla="*/ 9554 w 59715"/>
                <a:gd name="csY69" fmla="*/ 5733 h 48250"/>
                <a:gd name="csX70" fmla="*/ 10032 w 59715"/>
                <a:gd name="csY70" fmla="*/ 4777 h 48250"/>
                <a:gd name="csX71" fmla="*/ 10510 w 59715"/>
                <a:gd name="csY71" fmla="*/ 3344 h 48250"/>
                <a:gd name="csX72" fmla="*/ 10510 w 59715"/>
                <a:gd name="csY72" fmla="*/ 3344 h 48250"/>
                <a:gd name="csX73" fmla="*/ 11465 w 59715"/>
                <a:gd name="csY73" fmla="*/ 2866 h 48250"/>
                <a:gd name="csX74" fmla="*/ 12421 w 59715"/>
                <a:gd name="csY74" fmla="*/ 3344 h 48250"/>
                <a:gd name="csX75" fmla="*/ 14810 w 59715"/>
                <a:gd name="csY75" fmla="*/ 2866 h 48250"/>
                <a:gd name="csX76" fmla="*/ 16720 w 59715"/>
                <a:gd name="csY76" fmla="*/ 2389 h 48250"/>
                <a:gd name="csX77" fmla="*/ 18154 w 59715"/>
                <a:gd name="csY77" fmla="*/ 1433 h 48250"/>
                <a:gd name="csX78" fmla="*/ 19109 w 59715"/>
                <a:gd name="csY78" fmla="*/ 955 h 48250"/>
                <a:gd name="csX79" fmla="*/ 22931 w 59715"/>
                <a:gd name="csY79" fmla="*/ 478 h 48250"/>
                <a:gd name="csX80" fmla="*/ 23886 w 59715"/>
                <a:gd name="csY80" fmla="*/ 0 h 48250"/>
                <a:gd name="csX81" fmla="*/ 24842 w 59715"/>
                <a:gd name="csY81" fmla="*/ 0 h 48250"/>
                <a:gd name="csX82" fmla="*/ 24842 w 59715"/>
                <a:gd name="csY82" fmla="*/ 478 h 48250"/>
                <a:gd name="csX83" fmla="*/ 26275 w 59715"/>
                <a:gd name="csY83" fmla="*/ 1433 h 48250"/>
                <a:gd name="csX84" fmla="*/ 28186 w 59715"/>
                <a:gd name="csY84" fmla="*/ 3344 h 48250"/>
                <a:gd name="csX85" fmla="*/ 29619 w 59715"/>
                <a:gd name="csY85" fmla="*/ 4299 h 48250"/>
                <a:gd name="csX86" fmla="*/ 30575 w 59715"/>
                <a:gd name="csY86" fmla="*/ 3822 h 48250"/>
                <a:gd name="csX87" fmla="*/ 32008 w 59715"/>
                <a:gd name="csY87" fmla="*/ 3344 h 48250"/>
                <a:gd name="csX88" fmla="*/ 33441 w 59715"/>
                <a:gd name="csY88" fmla="*/ 3344 h 48250"/>
                <a:gd name="csX89" fmla="*/ 34874 w 59715"/>
                <a:gd name="csY89" fmla="*/ 3344 h 48250"/>
                <a:gd name="csX90" fmla="*/ 35352 w 59715"/>
                <a:gd name="csY90" fmla="*/ 2866 h 48250"/>
                <a:gd name="csX91" fmla="*/ 36308 w 59715"/>
                <a:gd name="csY91" fmla="*/ 2389 h 48250"/>
                <a:gd name="csX92" fmla="*/ 39174 w 59715"/>
                <a:gd name="csY92" fmla="*/ 2866 h 48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</a:cxnLst>
              <a:rect l="l" t="t" r="r" b="b"/>
              <a:pathLst>
                <a:path w="59715" h="48250">
                  <a:moveTo>
                    <a:pt x="39174" y="2866"/>
                  </a:moveTo>
                  <a:lnTo>
                    <a:pt x="38696" y="5733"/>
                  </a:lnTo>
                  <a:lnTo>
                    <a:pt x="39651" y="8599"/>
                  </a:lnTo>
                  <a:lnTo>
                    <a:pt x="42518" y="12898"/>
                  </a:lnTo>
                  <a:lnTo>
                    <a:pt x="45384" y="15287"/>
                  </a:lnTo>
                  <a:lnTo>
                    <a:pt x="57327" y="20542"/>
                  </a:lnTo>
                  <a:lnTo>
                    <a:pt x="59716" y="21020"/>
                  </a:lnTo>
                  <a:lnTo>
                    <a:pt x="59238" y="21975"/>
                  </a:lnTo>
                  <a:lnTo>
                    <a:pt x="59238" y="22931"/>
                  </a:lnTo>
                  <a:lnTo>
                    <a:pt x="58283" y="24842"/>
                  </a:lnTo>
                  <a:lnTo>
                    <a:pt x="57805" y="26275"/>
                  </a:lnTo>
                  <a:lnTo>
                    <a:pt x="53983" y="27230"/>
                  </a:lnTo>
                  <a:lnTo>
                    <a:pt x="44429" y="24842"/>
                  </a:lnTo>
                  <a:lnTo>
                    <a:pt x="42040" y="24364"/>
                  </a:lnTo>
                  <a:lnTo>
                    <a:pt x="40607" y="24842"/>
                  </a:lnTo>
                  <a:lnTo>
                    <a:pt x="37263" y="26753"/>
                  </a:lnTo>
                  <a:lnTo>
                    <a:pt x="33441" y="26275"/>
                  </a:lnTo>
                  <a:lnTo>
                    <a:pt x="28663" y="27230"/>
                  </a:lnTo>
                  <a:lnTo>
                    <a:pt x="27231" y="30097"/>
                  </a:lnTo>
                  <a:lnTo>
                    <a:pt x="23886" y="33919"/>
                  </a:lnTo>
                  <a:lnTo>
                    <a:pt x="18154" y="36785"/>
                  </a:lnTo>
                  <a:lnTo>
                    <a:pt x="14332" y="38218"/>
                  </a:lnTo>
                  <a:lnTo>
                    <a:pt x="8121" y="43951"/>
                  </a:lnTo>
                  <a:lnTo>
                    <a:pt x="5733" y="47295"/>
                  </a:lnTo>
                  <a:lnTo>
                    <a:pt x="4299" y="47773"/>
                  </a:lnTo>
                  <a:lnTo>
                    <a:pt x="2867" y="48251"/>
                  </a:lnTo>
                  <a:lnTo>
                    <a:pt x="3344" y="46817"/>
                  </a:lnTo>
                  <a:lnTo>
                    <a:pt x="4299" y="45384"/>
                  </a:lnTo>
                  <a:lnTo>
                    <a:pt x="3822" y="44429"/>
                  </a:lnTo>
                  <a:lnTo>
                    <a:pt x="4299" y="42518"/>
                  </a:lnTo>
                  <a:lnTo>
                    <a:pt x="6210" y="41085"/>
                  </a:lnTo>
                  <a:lnTo>
                    <a:pt x="8121" y="39651"/>
                  </a:lnTo>
                  <a:lnTo>
                    <a:pt x="13376" y="37263"/>
                  </a:lnTo>
                  <a:lnTo>
                    <a:pt x="14810" y="35352"/>
                  </a:lnTo>
                  <a:lnTo>
                    <a:pt x="10510" y="35352"/>
                  </a:lnTo>
                  <a:lnTo>
                    <a:pt x="6210" y="35830"/>
                  </a:lnTo>
                  <a:lnTo>
                    <a:pt x="3344" y="35352"/>
                  </a:lnTo>
                  <a:lnTo>
                    <a:pt x="956" y="35830"/>
                  </a:lnTo>
                  <a:lnTo>
                    <a:pt x="478" y="33919"/>
                  </a:lnTo>
                  <a:lnTo>
                    <a:pt x="0" y="32963"/>
                  </a:lnTo>
                  <a:lnTo>
                    <a:pt x="0" y="32963"/>
                  </a:lnTo>
                  <a:lnTo>
                    <a:pt x="478" y="32486"/>
                  </a:lnTo>
                  <a:lnTo>
                    <a:pt x="1433" y="32486"/>
                  </a:lnTo>
                  <a:lnTo>
                    <a:pt x="2388" y="30575"/>
                  </a:lnTo>
                  <a:lnTo>
                    <a:pt x="3822" y="29141"/>
                  </a:lnTo>
                  <a:lnTo>
                    <a:pt x="5733" y="27230"/>
                  </a:lnTo>
                  <a:lnTo>
                    <a:pt x="6210" y="26275"/>
                  </a:lnTo>
                  <a:lnTo>
                    <a:pt x="6210" y="25320"/>
                  </a:lnTo>
                  <a:lnTo>
                    <a:pt x="5733" y="24842"/>
                  </a:lnTo>
                  <a:lnTo>
                    <a:pt x="5733" y="23886"/>
                  </a:lnTo>
                  <a:lnTo>
                    <a:pt x="5733" y="22931"/>
                  </a:lnTo>
                  <a:lnTo>
                    <a:pt x="5733" y="20542"/>
                  </a:lnTo>
                  <a:lnTo>
                    <a:pt x="9554" y="18154"/>
                  </a:lnTo>
                  <a:lnTo>
                    <a:pt x="10988" y="17676"/>
                  </a:lnTo>
                  <a:lnTo>
                    <a:pt x="10988" y="17676"/>
                  </a:lnTo>
                  <a:lnTo>
                    <a:pt x="11465" y="16721"/>
                  </a:lnTo>
                  <a:lnTo>
                    <a:pt x="10988" y="13854"/>
                  </a:lnTo>
                  <a:lnTo>
                    <a:pt x="10510" y="11943"/>
                  </a:lnTo>
                  <a:lnTo>
                    <a:pt x="10032" y="11943"/>
                  </a:lnTo>
                  <a:lnTo>
                    <a:pt x="9077" y="10988"/>
                  </a:lnTo>
                  <a:lnTo>
                    <a:pt x="8121" y="10510"/>
                  </a:lnTo>
                  <a:lnTo>
                    <a:pt x="8121" y="10510"/>
                  </a:lnTo>
                  <a:lnTo>
                    <a:pt x="7166" y="9555"/>
                  </a:lnTo>
                  <a:lnTo>
                    <a:pt x="5255" y="9077"/>
                  </a:lnTo>
                  <a:lnTo>
                    <a:pt x="5255" y="8599"/>
                  </a:lnTo>
                  <a:lnTo>
                    <a:pt x="5255" y="8121"/>
                  </a:lnTo>
                  <a:lnTo>
                    <a:pt x="5733" y="7644"/>
                  </a:lnTo>
                  <a:lnTo>
                    <a:pt x="6210" y="7166"/>
                  </a:lnTo>
                  <a:lnTo>
                    <a:pt x="9077" y="6210"/>
                  </a:lnTo>
                  <a:lnTo>
                    <a:pt x="9554" y="5733"/>
                  </a:lnTo>
                  <a:lnTo>
                    <a:pt x="10032" y="4777"/>
                  </a:lnTo>
                  <a:lnTo>
                    <a:pt x="10510" y="3344"/>
                  </a:lnTo>
                  <a:lnTo>
                    <a:pt x="10510" y="3344"/>
                  </a:lnTo>
                  <a:lnTo>
                    <a:pt x="11465" y="2866"/>
                  </a:lnTo>
                  <a:lnTo>
                    <a:pt x="12421" y="3344"/>
                  </a:lnTo>
                  <a:lnTo>
                    <a:pt x="14810" y="2866"/>
                  </a:lnTo>
                  <a:lnTo>
                    <a:pt x="16720" y="2389"/>
                  </a:lnTo>
                  <a:lnTo>
                    <a:pt x="18154" y="1433"/>
                  </a:lnTo>
                  <a:lnTo>
                    <a:pt x="19109" y="955"/>
                  </a:lnTo>
                  <a:lnTo>
                    <a:pt x="22931" y="478"/>
                  </a:lnTo>
                  <a:lnTo>
                    <a:pt x="23886" y="0"/>
                  </a:lnTo>
                  <a:lnTo>
                    <a:pt x="24842" y="0"/>
                  </a:lnTo>
                  <a:lnTo>
                    <a:pt x="24842" y="478"/>
                  </a:lnTo>
                  <a:lnTo>
                    <a:pt x="26275" y="1433"/>
                  </a:lnTo>
                  <a:lnTo>
                    <a:pt x="28186" y="3344"/>
                  </a:lnTo>
                  <a:lnTo>
                    <a:pt x="29619" y="4299"/>
                  </a:lnTo>
                  <a:lnTo>
                    <a:pt x="30575" y="3822"/>
                  </a:lnTo>
                  <a:lnTo>
                    <a:pt x="32008" y="3344"/>
                  </a:lnTo>
                  <a:lnTo>
                    <a:pt x="33441" y="3344"/>
                  </a:lnTo>
                  <a:lnTo>
                    <a:pt x="34874" y="3344"/>
                  </a:lnTo>
                  <a:lnTo>
                    <a:pt x="35352" y="2866"/>
                  </a:lnTo>
                  <a:lnTo>
                    <a:pt x="36308" y="2389"/>
                  </a:lnTo>
                  <a:lnTo>
                    <a:pt x="39174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6" name="Freeform 5505">
              <a:extLst>
                <a:ext uri="{FF2B5EF4-FFF2-40B4-BE49-F238E27FC236}">
                  <a16:creationId xmlns:a16="http://schemas.microsoft.com/office/drawing/2014/main" id="{CA86863E-64BF-293C-4505-5A4CC67CCA31}"/>
                </a:ext>
              </a:extLst>
            </p:cNvPr>
            <p:cNvSpPr/>
            <p:nvPr/>
          </p:nvSpPr>
          <p:spPr>
            <a:xfrm>
              <a:off x="6401268" y="3894092"/>
              <a:ext cx="371195" cy="145707"/>
            </a:xfrm>
            <a:custGeom>
              <a:avLst/>
              <a:gdLst>
                <a:gd name="csX0" fmla="*/ 305747 w 371195"/>
                <a:gd name="csY0" fmla="*/ 13376 h 145707"/>
                <a:gd name="csX1" fmla="*/ 307180 w 371195"/>
                <a:gd name="csY1" fmla="*/ 13854 h 145707"/>
                <a:gd name="csX2" fmla="*/ 309568 w 371195"/>
                <a:gd name="csY2" fmla="*/ 14332 h 145707"/>
                <a:gd name="csX3" fmla="*/ 311002 w 371195"/>
                <a:gd name="csY3" fmla="*/ 15287 h 145707"/>
                <a:gd name="csX4" fmla="*/ 311957 w 371195"/>
                <a:gd name="csY4" fmla="*/ 15287 h 145707"/>
                <a:gd name="csX5" fmla="*/ 313868 w 371195"/>
                <a:gd name="csY5" fmla="*/ 13854 h 145707"/>
                <a:gd name="csX6" fmla="*/ 316734 w 371195"/>
                <a:gd name="csY6" fmla="*/ 13854 h 145707"/>
                <a:gd name="csX7" fmla="*/ 319601 w 371195"/>
                <a:gd name="csY7" fmla="*/ 14332 h 145707"/>
                <a:gd name="csX8" fmla="*/ 321034 w 371195"/>
                <a:gd name="csY8" fmla="*/ 14332 h 145707"/>
                <a:gd name="csX9" fmla="*/ 322467 w 371195"/>
                <a:gd name="csY9" fmla="*/ 14809 h 145707"/>
                <a:gd name="csX10" fmla="*/ 324378 w 371195"/>
                <a:gd name="csY10" fmla="*/ 15287 h 145707"/>
                <a:gd name="csX11" fmla="*/ 325334 w 371195"/>
                <a:gd name="csY11" fmla="*/ 14809 h 145707"/>
                <a:gd name="csX12" fmla="*/ 326767 w 371195"/>
                <a:gd name="csY12" fmla="*/ 12421 h 145707"/>
                <a:gd name="csX13" fmla="*/ 327245 w 371195"/>
                <a:gd name="csY13" fmla="*/ 12421 h 145707"/>
                <a:gd name="csX14" fmla="*/ 327245 w 371195"/>
                <a:gd name="csY14" fmla="*/ 11943 h 145707"/>
                <a:gd name="csX15" fmla="*/ 329156 w 371195"/>
                <a:gd name="csY15" fmla="*/ 11943 h 145707"/>
                <a:gd name="csX16" fmla="*/ 330111 w 371195"/>
                <a:gd name="csY16" fmla="*/ 11943 h 145707"/>
                <a:gd name="csX17" fmla="*/ 331066 w 371195"/>
                <a:gd name="csY17" fmla="*/ 12421 h 145707"/>
                <a:gd name="csX18" fmla="*/ 331544 w 371195"/>
                <a:gd name="csY18" fmla="*/ 13854 h 145707"/>
                <a:gd name="csX19" fmla="*/ 333455 w 371195"/>
                <a:gd name="csY19" fmla="*/ 14809 h 145707"/>
                <a:gd name="csX20" fmla="*/ 336322 w 371195"/>
                <a:gd name="csY20" fmla="*/ 17198 h 145707"/>
                <a:gd name="csX21" fmla="*/ 338232 w 371195"/>
                <a:gd name="csY21" fmla="*/ 18632 h 145707"/>
                <a:gd name="csX22" fmla="*/ 338710 w 371195"/>
                <a:gd name="csY22" fmla="*/ 19109 h 145707"/>
                <a:gd name="csX23" fmla="*/ 338232 w 371195"/>
                <a:gd name="csY23" fmla="*/ 19587 h 145707"/>
                <a:gd name="csX24" fmla="*/ 338232 w 371195"/>
                <a:gd name="csY24" fmla="*/ 20065 h 145707"/>
                <a:gd name="csX25" fmla="*/ 339188 w 371195"/>
                <a:gd name="csY25" fmla="*/ 21020 h 145707"/>
                <a:gd name="csX26" fmla="*/ 340621 w 371195"/>
                <a:gd name="csY26" fmla="*/ 21498 h 145707"/>
                <a:gd name="csX27" fmla="*/ 342532 w 371195"/>
                <a:gd name="csY27" fmla="*/ 21498 h 145707"/>
                <a:gd name="csX28" fmla="*/ 343009 w 371195"/>
                <a:gd name="csY28" fmla="*/ 21498 h 145707"/>
                <a:gd name="csX29" fmla="*/ 343965 w 371195"/>
                <a:gd name="csY29" fmla="*/ 21975 h 145707"/>
                <a:gd name="csX30" fmla="*/ 343965 w 371195"/>
                <a:gd name="csY30" fmla="*/ 21975 h 145707"/>
                <a:gd name="csX31" fmla="*/ 343965 w 371195"/>
                <a:gd name="csY31" fmla="*/ 22931 h 145707"/>
                <a:gd name="csX32" fmla="*/ 343965 w 371195"/>
                <a:gd name="csY32" fmla="*/ 23409 h 145707"/>
                <a:gd name="csX33" fmla="*/ 344443 w 371195"/>
                <a:gd name="csY33" fmla="*/ 24364 h 145707"/>
                <a:gd name="csX34" fmla="*/ 345398 w 371195"/>
                <a:gd name="csY34" fmla="*/ 25798 h 145707"/>
                <a:gd name="csX35" fmla="*/ 346831 w 371195"/>
                <a:gd name="csY35" fmla="*/ 26753 h 145707"/>
                <a:gd name="csX36" fmla="*/ 347787 w 371195"/>
                <a:gd name="csY36" fmla="*/ 27708 h 145707"/>
                <a:gd name="csX37" fmla="*/ 349220 w 371195"/>
                <a:gd name="csY37" fmla="*/ 31052 h 145707"/>
                <a:gd name="csX38" fmla="*/ 349698 w 371195"/>
                <a:gd name="csY38" fmla="*/ 32486 h 145707"/>
                <a:gd name="csX39" fmla="*/ 349220 w 371195"/>
                <a:gd name="csY39" fmla="*/ 34397 h 145707"/>
                <a:gd name="csX40" fmla="*/ 348265 w 371195"/>
                <a:gd name="csY40" fmla="*/ 36307 h 145707"/>
                <a:gd name="csX41" fmla="*/ 346354 w 371195"/>
                <a:gd name="csY41" fmla="*/ 38218 h 145707"/>
                <a:gd name="csX42" fmla="*/ 346831 w 371195"/>
                <a:gd name="csY42" fmla="*/ 39174 h 145707"/>
                <a:gd name="csX43" fmla="*/ 347309 w 371195"/>
                <a:gd name="csY43" fmla="*/ 40607 h 145707"/>
                <a:gd name="csX44" fmla="*/ 347309 w 371195"/>
                <a:gd name="csY44" fmla="*/ 41085 h 145707"/>
                <a:gd name="csX45" fmla="*/ 348742 w 371195"/>
                <a:gd name="csY45" fmla="*/ 43951 h 145707"/>
                <a:gd name="csX46" fmla="*/ 349220 w 371195"/>
                <a:gd name="csY46" fmla="*/ 45862 h 145707"/>
                <a:gd name="csX47" fmla="*/ 348742 w 371195"/>
                <a:gd name="csY47" fmla="*/ 46340 h 145707"/>
                <a:gd name="csX48" fmla="*/ 348265 w 371195"/>
                <a:gd name="csY48" fmla="*/ 46817 h 145707"/>
                <a:gd name="csX49" fmla="*/ 351131 w 371195"/>
                <a:gd name="csY49" fmla="*/ 48251 h 145707"/>
                <a:gd name="csX50" fmla="*/ 353997 w 371195"/>
                <a:gd name="csY50" fmla="*/ 49206 h 145707"/>
                <a:gd name="csX51" fmla="*/ 354953 w 371195"/>
                <a:gd name="csY51" fmla="*/ 49206 h 145707"/>
                <a:gd name="csX52" fmla="*/ 358775 w 371195"/>
                <a:gd name="csY52" fmla="*/ 48728 h 145707"/>
                <a:gd name="csX53" fmla="*/ 360686 w 371195"/>
                <a:gd name="csY53" fmla="*/ 48728 h 145707"/>
                <a:gd name="csX54" fmla="*/ 363074 w 371195"/>
                <a:gd name="csY54" fmla="*/ 49684 h 145707"/>
                <a:gd name="csX55" fmla="*/ 365941 w 371195"/>
                <a:gd name="csY55" fmla="*/ 52550 h 145707"/>
                <a:gd name="csX56" fmla="*/ 367852 w 371195"/>
                <a:gd name="csY56" fmla="*/ 53983 h 145707"/>
                <a:gd name="csX57" fmla="*/ 369763 w 371195"/>
                <a:gd name="csY57" fmla="*/ 55894 h 145707"/>
                <a:gd name="csX58" fmla="*/ 370240 w 371195"/>
                <a:gd name="csY58" fmla="*/ 56850 h 145707"/>
                <a:gd name="csX59" fmla="*/ 370240 w 371195"/>
                <a:gd name="csY59" fmla="*/ 56850 h 145707"/>
                <a:gd name="csX60" fmla="*/ 370718 w 371195"/>
                <a:gd name="csY60" fmla="*/ 56850 h 145707"/>
                <a:gd name="csX61" fmla="*/ 370718 w 371195"/>
                <a:gd name="csY61" fmla="*/ 57328 h 145707"/>
                <a:gd name="csX62" fmla="*/ 371196 w 371195"/>
                <a:gd name="csY62" fmla="*/ 57805 h 145707"/>
                <a:gd name="csX63" fmla="*/ 371196 w 371195"/>
                <a:gd name="csY63" fmla="*/ 57805 h 145707"/>
                <a:gd name="csX64" fmla="*/ 370718 w 371195"/>
                <a:gd name="csY64" fmla="*/ 57805 h 145707"/>
                <a:gd name="csX65" fmla="*/ 369285 w 371195"/>
                <a:gd name="csY65" fmla="*/ 57328 h 145707"/>
                <a:gd name="csX66" fmla="*/ 366896 w 371195"/>
                <a:gd name="csY66" fmla="*/ 55417 h 145707"/>
                <a:gd name="csX67" fmla="*/ 365463 w 371195"/>
                <a:gd name="csY67" fmla="*/ 55894 h 145707"/>
                <a:gd name="csX68" fmla="*/ 364030 w 371195"/>
                <a:gd name="csY68" fmla="*/ 57805 h 145707"/>
                <a:gd name="csX69" fmla="*/ 362597 w 371195"/>
                <a:gd name="csY69" fmla="*/ 63538 h 145707"/>
                <a:gd name="csX70" fmla="*/ 361641 w 371195"/>
                <a:gd name="csY70" fmla="*/ 64016 h 145707"/>
                <a:gd name="csX71" fmla="*/ 361641 w 371195"/>
                <a:gd name="csY71" fmla="*/ 64016 h 145707"/>
                <a:gd name="csX72" fmla="*/ 359730 w 371195"/>
                <a:gd name="csY72" fmla="*/ 64016 h 145707"/>
                <a:gd name="csX73" fmla="*/ 357341 w 371195"/>
                <a:gd name="csY73" fmla="*/ 63538 h 145707"/>
                <a:gd name="csX74" fmla="*/ 355908 w 371195"/>
                <a:gd name="csY74" fmla="*/ 64016 h 145707"/>
                <a:gd name="csX75" fmla="*/ 355431 w 371195"/>
                <a:gd name="csY75" fmla="*/ 64493 h 145707"/>
                <a:gd name="csX76" fmla="*/ 355431 w 371195"/>
                <a:gd name="csY76" fmla="*/ 64493 h 145707"/>
                <a:gd name="csX77" fmla="*/ 355908 w 371195"/>
                <a:gd name="csY77" fmla="*/ 64971 h 145707"/>
                <a:gd name="csX78" fmla="*/ 356386 w 371195"/>
                <a:gd name="csY78" fmla="*/ 65927 h 145707"/>
                <a:gd name="csX79" fmla="*/ 356386 w 371195"/>
                <a:gd name="csY79" fmla="*/ 67360 h 145707"/>
                <a:gd name="csX80" fmla="*/ 356386 w 371195"/>
                <a:gd name="csY80" fmla="*/ 68315 h 145707"/>
                <a:gd name="csX81" fmla="*/ 357341 w 371195"/>
                <a:gd name="csY81" fmla="*/ 69271 h 145707"/>
                <a:gd name="csX82" fmla="*/ 358775 w 371195"/>
                <a:gd name="csY82" fmla="*/ 69748 h 145707"/>
                <a:gd name="csX83" fmla="*/ 358775 w 371195"/>
                <a:gd name="csY83" fmla="*/ 70704 h 145707"/>
                <a:gd name="csX84" fmla="*/ 358297 w 371195"/>
                <a:gd name="csY84" fmla="*/ 72137 h 145707"/>
                <a:gd name="csX85" fmla="*/ 358297 w 371195"/>
                <a:gd name="csY85" fmla="*/ 73093 h 145707"/>
                <a:gd name="csX86" fmla="*/ 357819 w 371195"/>
                <a:gd name="csY86" fmla="*/ 73570 h 145707"/>
                <a:gd name="csX87" fmla="*/ 358297 w 371195"/>
                <a:gd name="csY87" fmla="*/ 75004 h 145707"/>
                <a:gd name="csX88" fmla="*/ 359730 w 371195"/>
                <a:gd name="csY88" fmla="*/ 76437 h 145707"/>
                <a:gd name="csX89" fmla="*/ 360208 w 371195"/>
                <a:gd name="csY89" fmla="*/ 76914 h 145707"/>
                <a:gd name="csX90" fmla="*/ 360208 w 371195"/>
                <a:gd name="csY90" fmla="*/ 80258 h 145707"/>
                <a:gd name="csX91" fmla="*/ 360686 w 371195"/>
                <a:gd name="csY91" fmla="*/ 81692 h 145707"/>
                <a:gd name="csX92" fmla="*/ 361163 w 371195"/>
                <a:gd name="csY92" fmla="*/ 83603 h 145707"/>
                <a:gd name="csX93" fmla="*/ 360686 w 371195"/>
                <a:gd name="csY93" fmla="*/ 86469 h 145707"/>
                <a:gd name="csX94" fmla="*/ 361163 w 371195"/>
                <a:gd name="csY94" fmla="*/ 87424 h 145707"/>
                <a:gd name="csX95" fmla="*/ 361163 w 371195"/>
                <a:gd name="csY95" fmla="*/ 87902 h 145707"/>
                <a:gd name="csX96" fmla="*/ 362597 w 371195"/>
                <a:gd name="csY96" fmla="*/ 87902 h 145707"/>
                <a:gd name="csX97" fmla="*/ 363552 w 371195"/>
                <a:gd name="csY97" fmla="*/ 88380 h 145707"/>
                <a:gd name="csX98" fmla="*/ 364030 w 371195"/>
                <a:gd name="csY98" fmla="*/ 88858 h 145707"/>
                <a:gd name="csX99" fmla="*/ 364030 w 371195"/>
                <a:gd name="csY99" fmla="*/ 88858 h 145707"/>
                <a:gd name="csX100" fmla="*/ 362597 w 371195"/>
                <a:gd name="csY100" fmla="*/ 90291 h 145707"/>
                <a:gd name="csX101" fmla="*/ 362597 w 371195"/>
                <a:gd name="csY101" fmla="*/ 90769 h 145707"/>
                <a:gd name="csX102" fmla="*/ 362597 w 371195"/>
                <a:gd name="csY102" fmla="*/ 91724 h 145707"/>
                <a:gd name="csX103" fmla="*/ 362119 w 371195"/>
                <a:gd name="csY103" fmla="*/ 93157 h 145707"/>
                <a:gd name="csX104" fmla="*/ 361641 w 371195"/>
                <a:gd name="csY104" fmla="*/ 94113 h 145707"/>
                <a:gd name="csX105" fmla="*/ 360208 w 371195"/>
                <a:gd name="csY105" fmla="*/ 95546 h 145707"/>
                <a:gd name="csX106" fmla="*/ 360208 w 371195"/>
                <a:gd name="csY106" fmla="*/ 95546 h 145707"/>
                <a:gd name="csX107" fmla="*/ 359730 w 371195"/>
                <a:gd name="csY107" fmla="*/ 96979 h 145707"/>
                <a:gd name="csX108" fmla="*/ 359252 w 371195"/>
                <a:gd name="csY108" fmla="*/ 98412 h 145707"/>
                <a:gd name="csX109" fmla="*/ 359252 w 371195"/>
                <a:gd name="csY109" fmla="*/ 99368 h 145707"/>
                <a:gd name="csX110" fmla="*/ 361641 w 371195"/>
                <a:gd name="csY110" fmla="*/ 99368 h 145707"/>
                <a:gd name="csX111" fmla="*/ 363074 w 371195"/>
                <a:gd name="csY111" fmla="*/ 100323 h 145707"/>
                <a:gd name="csX112" fmla="*/ 365941 w 371195"/>
                <a:gd name="csY112" fmla="*/ 102234 h 145707"/>
                <a:gd name="csX113" fmla="*/ 366896 w 371195"/>
                <a:gd name="csY113" fmla="*/ 103189 h 145707"/>
                <a:gd name="csX114" fmla="*/ 365941 w 371195"/>
                <a:gd name="csY114" fmla="*/ 104145 h 145707"/>
                <a:gd name="csX115" fmla="*/ 365941 w 371195"/>
                <a:gd name="csY115" fmla="*/ 104145 h 145707"/>
                <a:gd name="csX116" fmla="*/ 365941 w 371195"/>
                <a:gd name="csY116" fmla="*/ 104623 h 145707"/>
                <a:gd name="csX117" fmla="*/ 366418 w 371195"/>
                <a:gd name="csY117" fmla="*/ 105578 h 145707"/>
                <a:gd name="csX118" fmla="*/ 366418 w 371195"/>
                <a:gd name="csY118" fmla="*/ 106534 h 145707"/>
                <a:gd name="csX119" fmla="*/ 366418 w 371195"/>
                <a:gd name="csY119" fmla="*/ 107967 h 145707"/>
                <a:gd name="csX120" fmla="*/ 366418 w 371195"/>
                <a:gd name="csY120" fmla="*/ 109400 h 145707"/>
                <a:gd name="csX121" fmla="*/ 366896 w 371195"/>
                <a:gd name="csY121" fmla="*/ 109400 h 145707"/>
                <a:gd name="csX122" fmla="*/ 369285 w 371195"/>
                <a:gd name="csY122" fmla="*/ 111311 h 145707"/>
                <a:gd name="csX123" fmla="*/ 370718 w 371195"/>
                <a:gd name="csY123" fmla="*/ 112744 h 145707"/>
                <a:gd name="csX124" fmla="*/ 370718 w 371195"/>
                <a:gd name="csY124" fmla="*/ 113222 h 145707"/>
                <a:gd name="csX125" fmla="*/ 370240 w 371195"/>
                <a:gd name="csY125" fmla="*/ 114177 h 145707"/>
                <a:gd name="csX126" fmla="*/ 370240 w 371195"/>
                <a:gd name="csY126" fmla="*/ 114177 h 145707"/>
                <a:gd name="csX127" fmla="*/ 370240 w 371195"/>
                <a:gd name="csY127" fmla="*/ 115611 h 145707"/>
                <a:gd name="csX128" fmla="*/ 370240 w 371195"/>
                <a:gd name="csY128" fmla="*/ 116088 h 145707"/>
                <a:gd name="csX129" fmla="*/ 369763 w 371195"/>
                <a:gd name="csY129" fmla="*/ 115611 h 145707"/>
                <a:gd name="csX130" fmla="*/ 368329 w 371195"/>
                <a:gd name="csY130" fmla="*/ 115133 h 145707"/>
                <a:gd name="csX131" fmla="*/ 366896 w 371195"/>
                <a:gd name="csY131" fmla="*/ 115133 h 145707"/>
                <a:gd name="csX132" fmla="*/ 366418 w 371195"/>
                <a:gd name="csY132" fmla="*/ 115611 h 145707"/>
                <a:gd name="csX133" fmla="*/ 364985 w 371195"/>
                <a:gd name="csY133" fmla="*/ 116566 h 145707"/>
                <a:gd name="csX134" fmla="*/ 363074 w 371195"/>
                <a:gd name="csY134" fmla="*/ 117999 h 145707"/>
                <a:gd name="csX135" fmla="*/ 361641 w 371195"/>
                <a:gd name="csY135" fmla="*/ 118955 h 145707"/>
                <a:gd name="csX136" fmla="*/ 360686 w 371195"/>
                <a:gd name="csY136" fmla="*/ 119910 h 145707"/>
                <a:gd name="csX137" fmla="*/ 359730 w 371195"/>
                <a:gd name="csY137" fmla="*/ 119432 h 145707"/>
                <a:gd name="csX138" fmla="*/ 359252 w 371195"/>
                <a:gd name="csY138" fmla="*/ 118955 h 145707"/>
                <a:gd name="csX139" fmla="*/ 359252 w 371195"/>
                <a:gd name="csY139" fmla="*/ 117999 h 145707"/>
                <a:gd name="csX140" fmla="*/ 359252 w 371195"/>
                <a:gd name="csY140" fmla="*/ 114655 h 145707"/>
                <a:gd name="csX141" fmla="*/ 358775 w 371195"/>
                <a:gd name="csY141" fmla="*/ 113700 h 145707"/>
                <a:gd name="csX142" fmla="*/ 358297 w 371195"/>
                <a:gd name="csY142" fmla="*/ 112744 h 145707"/>
                <a:gd name="csX143" fmla="*/ 358297 w 371195"/>
                <a:gd name="csY143" fmla="*/ 112744 h 145707"/>
                <a:gd name="csX144" fmla="*/ 357341 w 371195"/>
                <a:gd name="csY144" fmla="*/ 112266 h 145707"/>
                <a:gd name="csX145" fmla="*/ 356386 w 371195"/>
                <a:gd name="csY145" fmla="*/ 112266 h 145707"/>
                <a:gd name="csX146" fmla="*/ 355431 w 371195"/>
                <a:gd name="csY146" fmla="*/ 112266 h 145707"/>
                <a:gd name="csX147" fmla="*/ 353997 w 371195"/>
                <a:gd name="csY147" fmla="*/ 113222 h 145707"/>
                <a:gd name="csX148" fmla="*/ 351609 w 371195"/>
                <a:gd name="csY148" fmla="*/ 114177 h 145707"/>
                <a:gd name="csX149" fmla="*/ 348742 w 371195"/>
                <a:gd name="csY149" fmla="*/ 114177 h 145707"/>
                <a:gd name="csX150" fmla="*/ 346354 w 371195"/>
                <a:gd name="csY150" fmla="*/ 113700 h 145707"/>
                <a:gd name="csX151" fmla="*/ 345398 w 371195"/>
                <a:gd name="csY151" fmla="*/ 113700 h 145707"/>
                <a:gd name="csX152" fmla="*/ 341099 w 371195"/>
                <a:gd name="csY152" fmla="*/ 112266 h 145707"/>
                <a:gd name="csX153" fmla="*/ 340621 w 371195"/>
                <a:gd name="csY153" fmla="*/ 112266 h 145707"/>
                <a:gd name="csX154" fmla="*/ 338710 w 371195"/>
                <a:gd name="csY154" fmla="*/ 111311 h 145707"/>
                <a:gd name="csX155" fmla="*/ 336799 w 371195"/>
                <a:gd name="csY155" fmla="*/ 110833 h 145707"/>
                <a:gd name="csX156" fmla="*/ 333933 w 371195"/>
                <a:gd name="csY156" fmla="*/ 111789 h 145707"/>
                <a:gd name="csX157" fmla="*/ 332500 w 371195"/>
                <a:gd name="csY157" fmla="*/ 111789 h 145707"/>
                <a:gd name="csX158" fmla="*/ 330589 w 371195"/>
                <a:gd name="csY158" fmla="*/ 110833 h 145707"/>
                <a:gd name="csX159" fmla="*/ 330111 w 371195"/>
                <a:gd name="csY159" fmla="*/ 110833 h 145707"/>
                <a:gd name="csX160" fmla="*/ 328200 w 371195"/>
                <a:gd name="csY160" fmla="*/ 113700 h 145707"/>
                <a:gd name="csX161" fmla="*/ 324378 w 371195"/>
                <a:gd name="csY161" fmla="*/ 116566 h 145707"/>
                <a:gd name="csX162" fmla="*/ 322467 w 371195"/>
                <a:gd name="csY162" fmla="*/ 116566 h 145707"/>
                <a:gd name="csX163" fmla="*/ 321512 w 371195"/>
                <a:gd name="csY163" fmla="*/ 114177 h 145707"/>
                <a:gd name="csX164" fmla="*/ 320556 w 371195"/>
                <a:gd name="csY164" fmla="*/ 112744 h 145707"/>
                <a:gd name="csX165" fmla="*/ 320079 w 371195"/>
                <a:gd name="csY165" fmla="*/ 112744 h 145707"/>
                <a:gd name="csX166" fmla="*/ 319601 w 371195"/>
                <a:gd name="csY166" fmla="*/ 112744 h 145707"/>
                <a:gd name="csX167" fmla="*/ 319601 w 371195"/>
                <a:gd name="csY167" fmla="*/ 112266 h 145707"/>
                <a:gd name="csX168" fmla="*/ 318645 w 371195"/>
                <a:gd name="csY168" fmla="*/ 112744 h 145707"/>
                <a:gd name="csX169" fmla="*/ 316734 w 371195"/>
                <a:gd name="csY169" fmla="*/ 114655 h 145707"/>
                <a:gd name="csX170" fmla="*/ 312913 w 371195"/>
                <a:gd name="csY170" fmla="*/ 115611 h 145707"/>
                <a:gd name="csX171" fmla="*/ 310524 w 371195"/>
                <a:gd name="csY171" fmla="*/ 116566 h 145707"/>
                <a:gd name="csX172" fmla="*/ 305747 w 371195"/>
                <a:gd name="csY172" fmla="*/ 117044 h 145707"/>
                <a:gd name="csX173" fmla="*/ 302402 w 371195"/>
                <a:gd name="csY173" fmla="*/ 117521 h 145707"/>
                <a:gd name="csX174" fmla="*/ 300970 w 371195"/>
                <a:gd name="csY174" fmla="*/ 117521 h 145707"/>
                <a:gd name="csX175" fmla="*/ 297625 w 371195"/>
                <a:gd name="csY175" fmla="*/ 117521 h 145707"/>
                <a:gd name="csX176" fmla="*/ 294759 w 371195"/>
                <a:gd name="csY176" fmla="*/ 116566 h 145707"/>
                <a:gd name="csX177" fmla="*/ 291893 w 371195"/>
                <a:gd name="csY177" fmla="*/ 116566 h 145707"/>
                <a:gd name="csX178" fmla="*/ 289504 w 371195"/>
                <a:gd name="csY178" fmla="*/ 117044 h 145707"/>
                <a:gd name="csX179" fmla="*/ 284727 w 371195"/>
                <a:gd name="csY179" fmla="*/ 118955 h 145707"/>
                <a:gd name="csX180" fmla="*/ 276127 w 371195"/>
                <a:gd name="csY180" fmla="*/ 123254 h 145707"/>
                <a:gd name="csX181" fmla="*/ 269440 w 371195"/>
                <a:gd name="csY181" fmla="*/ 125165 h 145707"/>
                <a:gd name="csX182" fmla="*/ 265617 w 371195"/>
                <a:gd name="csY182" fmla="*/ 126121 h 145707"/>
                <a:gd name="csX183" fmla="*/ 262751 w 371195"/>
                <a:gd name="csY183" fmla="*/ 126598 h 145707"/>
                <a:gd name="csX184" fmla="*/ 257974 w 371195"/>
                <a:gd name="csY184" fmla="*/ 126598 h 145707"/>
                <a:gd name="csX185" fmla="*/ 254152 w 371195"/>
                <a:gd name="csY185" fmla="*/ 126121 h 145707"/>
                <a:gd name="csX186" fmla="*/ 251286 w 371195"/>
                <a:gd name="csY186" fmla="*/ 126121 h 145707"/>
                <a:gd name="csX187" fmla="*/ 249852 w 371195"/>
                <a:gd name="csY187" fmla="*/ 125643 h 145707"/>
                <a:gd name="csX188" fmla="*/ 247464 w 371195"/>
                <a:gd name="csY188" fmla="*/ 124210 h 145707"/>
                <a:gd name="csX189" fmla="*/ 245075 w 371195"/>
                <a:gd name="csY189" fmla="*/ 122299 h 145707"/>
                <a:gd name="csX190" fmla="*/ 243642 w 371195"/>
                <a:gd name="csY190" fmla="*/ 121821 h 145707"/>
                <a:gd name="csX191" fmla="*/ 242209 w 371195"/>
                <a:gd name="csY191" fmla="*/ 121821 h 145707"/>
                <a:gd name="csX192" fmla="*/ 239820 w 371195"/>
                <a:gd name="csY192" fmla="*/ 121343 h 145707"/>
                <a:gd name="csX193" fmla="*/ 234087 w 371195"/>
                <a:gd name="csY193" fmla="*/ 123732 h 145707"/>
                <a:gd name="csX194" fmla="*/ 232654 w 371195"/>
                <a:gd name="csY194" fmla="*/ 124687 h 145707"/>
                <a:gd name="csX195" fmla="*/ 232654 w 371195"/>
                <a:gd name="csY195" fmla="*/ 124687 h 145707"/>
                <a:gd name="csX196" fmla="*/ 230743 w 371195"/>
                <a:gd name="csY196" fmla="*/ 125165 h 145707"/>
                <a:gd name="csX197" fmla="*/ 226444 w 371195"/>
                <a:gd name="csY197" fmla="*/ 126598 h 145707"/>
                <a:gd name="csX198" fmla="*/ 225010 w 371195"/>
                <a:gd name="csY198" fmla="*/ 127076 h 145707"/>
                <a:gd name="csX199" fmla="*/ 222622 w 371195"/>
                <a:gd name="csY199" fmla="*/ 127076 h 145707"/>
                <a:gd name="csX200" fmla="*/ 219756 w 371195"/>
                <a:gd name="csY200" fmla="*/ 127076 h 145707"/>
                <a:gd name="csX201" fmla="*/ 217367 w 371195"/>
                <a:gd name="csY201" fmla="*/ 127076 h 145707"/>
                <a:gd name="csX202" fmla="*/ 215933 w 371195"/>
                <a:gd name="csY202" fmla="*/ 126121 h 145707"/>
                <a:gd name="csX203" fmla="*/ 214978 w 371195"/>
                <a:gd name="csY203" fmla="*/ 124687 h 145707"/>
                <a:gd name="csX204" fmla="*/ 211634 w 371195"/>
                <a:gd name="csY204" fmla="*/ 123732 h 145707"/>
                <a:gd name="csX205" fmla="*/ 209723 w 371195"/>
                <a:gd name="csY205" fmla="*/ 123732 h 145707"/>
                <a:gd name="csX206" fmla="*/ 208768 w 371195"/>
                <a:gd name="csY206" fmla="*/ 124210 h 145707"/>
                <a:gd name="csX207" fmla="*/ 208290 w 371195"/>
                <a:gd name="csY207" fmla="*/ 126121 h 145707"/>
                <a:gd name="csX208" fmla="*/ 207335 w 371195"/>
                <a:gd name="csY208" fmla="*/ 130420 h 145707"/>
                <a:gd name="csX209" fmla="*/ 206856 w 371195"/>
                <a:gd name="csY209" fmla="*/ 131376 h 145707"/>
                <a:gd name="csX210" fmla="*/ 209245 w 371195"/>
                <a:gd name="csY210" fmla="*/ 135675 h 145707"/>
                <a:gd name="csX211" fmla="*/ 209245 w 371195"/>
                <a:gd name="csY211" fmla="*/ 136631 h 145707"/>
                <a:gd name="csX212" fmla="*/ 207335 w 371195"/>
                <a:gd name="csY212" fmla="*/ 136631 h 145707"/>
                <a:gd name="csX213" fmla="*/ 205901 w 371195"/>
                <a:gd name="csY213" fmla="*/ 136631 h 145707"/>
                <a:gd name="csX214" fmla="*/ 204946 w 371195"/>
                <a:gd name="csY214" fmla="*/ 137108 h 145707"/>
                <a:gd name="csX215" fmla="*/ 203990 w 371195"/>
                <a:gd name="csY215" fmla="*/ 138064 h 145707"/>
                <a:gd name="csX216" fmla="*/ 203513 w 371195"/>
                <a:gd name="csY216" fmla="*/ 141886 h 145707"/>
                <a:gd name="csX217" fmla="*/ 201124 w 371195"/>
                <a:gd name="csY217" fmla="*/ 142363 h 145707"/>
                <a:gd name="csX218" fmla="*/ 200646 w 371195"/>
                <a:gd name="csY218" fmla="*/ 143319 h 145707"/>
                <a:gd name="csX219" fmla="*/ 199691 w 371195"/>
                <a:gd name="csY219" fmla="*/ 145707 h 145707"/>
                <a:gd name="csX220" fmla="*/ 199213 w 371195"/>
                <a:gd name="csY220" fmla="*/ 145707 h 145707"/>
                <a:gd name="csX221" fmla="*/ 198735 w 371195"/>
                <a:gd name="csY221" fmla="*/ 145707 h 145707"/>
                <a:gd name="csX222" fmla="*/ 195869 w 371195"/>
                <a:gd name="csY222" fmla="*/ 143796 h 145707"/>
                <a:gd name="csX223" fmla="*/ 194436 w 371195"/>
                <a:gd name="csY223" fmla="*/ 143796 h 145707"/>
                <a:gd name="csX224" fmla="*/ 195391 w 371195"/>
                <a:gd name="csY224" fmla="*/ 141886 h 145707"/>
                <a:gd name="csX225" fmla="*/ 193958 w 371195"/>
                <a:gd name="csY225" fmla="*/ 138064 h 145707"/>
                <a:gd name="csX226" fmla="*/ 192525 w 371195"/>
                <a:gd name="csY226" fmla="*/ 134720 h 145707"/>
                <a:gd name="csX227" fmla="*/ 193958 w 371195"/>
                <a:gd name="csY227" fmla="*/ 132809 h 145707"/>
                <a:gd name="csX228" fmla="*/ 196824 w 371195"/>
                <a:gd name="csY228" fmla="*/ 129942 h 145707"/>
                <a:gd name="csX229" fmla="*/ 200169 w 371195"/>
                <a:gd name="csY229" fmla="*/ 127076 h 145707"/>
                <a:gd name="csX230" fmla="*/ 200169 w 371195"/>
                <a:gd name="csY230" fmla="*/ 125165 h 145707"/>
                <a:gd name="csX231" fmla="*/ 200169 w 371195"/>
                <a:gd name="csY231" fmla="*/ 123732 h 145707"/>
                <a:gd name="csX232" fmla="*/ 199213 w 371195"/>
                <a:gd name="csY232" fmla="*/ 122777 h 145707"/>
                <a:gd name="csX233" fmla="*/ 197302 w 371195"/>
                <a:gd name="csY233" fmla="*/ 121343 h 145707"/>
                <a:gd name="csX234" fmla="*/ 194436 w 371195"/>
                <a:gd name="csY234" fmla="*/ 122777 h 145707"/>
                <a:gd name="csX235" fmla="*/ 192525 w 371195"/>
                <a:gd name="csY235" fmla="*/ 124210 h 145707"/>
                <a:gd name="csX236" fmla="*/ 191092 w 371195"/>
                <a:gd name="csY236" fmla="*/ 124687 h 145707"/>
                <a:gd name="csX237" fmla="*/ 189658 w 371195"/>
                <a:gd name="csY237" fmla="*/ 125643 h 145707"/>
                <a:gd name="csX238" fmla="*/ 189181 w 371195"/>
                <a:gd name="csY238" fmla="*/ 127076 h 145707"/>
                <a:gd name="csX239" fmla="*/ 187270 w 371195"/>
                <a:gd name="csY239" fmla="*/ 128509 h 145707"/>
                <a:gd name="csX240" fmla="*/ 184403 w 371195"/>
                <a:gd name="csY240" fmla="*/ 128987 h 145707"/>
                <a:gd name="csX241" fmla="*/ 180104 w 371195"/>
                <a:gd name="csY241" fmla="*/ 127554 h 145707"/>
                <a:gd name="csX242" fmla="*/ 175326 w 371195"/>
                <a:gd name="csY242" fmla="*/ 125643 h 145707"/>
                <a:gd name="csX243" fmla="*/ 172938 w 371195"/>
                <a:gd name="csY243" fmla="*/ 123732 h 145707"/>
                <a:gd name="csX244" fmla="*/ 170549 w 371195"/>
                <a:gd name="csY244" fmla="*/ 123254 h 145707"/>
                <a:gd name="csX245" fmla="*/ 168638 w 371195"/>
                <a:gd name="csY245" fmla="*/ 124210 h 145707"/>
                <a:gd name="csX246" fmla="*/ 162906 w 371195"/>
                <a:gd name="csY246" fmla="*/ 128031 h 145707"/>
                <a:gd name="csX247" fmla="*/ 157173 w 371195"/>
                <a:gd name="csY247" fmla="*/ 134242 h 145707"/>
                <a:gd name="csX248" fmla="*/ 155740 w 371195"/>
                <a:gd name="csY248" fmla="*/ 135197 h 145707"/>
                <a:gd name="csX249" fmla="*/ 150485 w 371195"/>
                <a:gd name="csY249" fmla="*/ 137586 h 145707"/>
                <a:gd name="csX250" fmla="*/ 147140 w 371195"/>
                <a:gd name="csY250" fmla="*/ 138542 h 145707"/>
                <a:gd name="csX251" fmla="*/ 145707 w 371195"/>
                <a:gd name="csY251" fmla="*/ 138542 h 145707"/>
                <a:gd name="csX252" fmla="*/ 139019 w 371195"/>
                <a:gd name="csY252" fmla="*/ 139497 h 145707"/>
                <a:gd name="csX253" fmla="*/ 135675 w 371195"/>
                <a:gd name="csY253" fmla="*/ 139497 h 145707"/>
                <a:gd name="csX254" fmla="*/ 132808 w 371195"/>
                <a:gd name="csY254" fmla="*/ 140930 h 145707"/>
                <a:gd name="csX255" fmla="*/ 127554 w 371195"/>
                <a:gd name="csY255" fmla="*/ 139497 h 145707"/>
                <a:gd name="csX256" fmla="*/ 124687 w 371195"/>
                <a:gd name="csY256" fmla="*/ 137586 h 145707"/>
                <a:gd name="csX257" fmla="*/ 122776 w 371195"/>
                <a:gd name="csY257" fmla="*/ 135675 h 145707"/>
                <a:gd name="csX258" fmla="*/ 119432 w 371195"/>
                <a:gd name="csY258" fmla="*/ 131853 h 145707"/>
                <a:gd name="csX259" fmla="*/ 117521 w 371195"/>
                <a:gd name="csY259" fmla="*/ 129942 h 145707"/>
                <a:gd name="csX260" fmla="*/ 112744 w 371195"/>
                <a:gd name="csY260" fmla="*/ 128031 h 145707"/>
                <a:gd name="csX261" fmla="*/ 104145 w 371195"/>
                <a:gd name="csY261" fmla="*/ 123732 h 145707"/>
                <a:gd name="csX262" fmla="*/ 102234 w 371195"/>
                <a:gd name="csY262" fmla="*/ 123254 h 145707"/>
                <a:gd name="csX263" fmla="*/ 96501 w 371195"/>
                <a:gd name="csY263" fmla="*/ 122777 h 145707"/>
                <a:gd name="csX264" fmla="*/ 90291 w 371195"/>
                <a:gd name="csY264" fmla="*/ 122299 h 145707"/>
                <a:gd name="csX265" fmla="*/ 88858 w 371195"/>
                <a:gd name="csY265" fmla="*/ 123732 h 145707"/>
                <a:gd name="csX266" fmla="*/ 88380 w 371195"/>
                <a:gd name="csY266" fmla="*/ 129942 h 145707"/>
                <a:gd name="csX267" fmla="*/ 87424 w 371195"/>
                <a:gd name="csY267" fmla="*/ 131853 h 145707"/>
                <a:gd name="csX268" fmla="*/ 86947 w 371195"/>
                <a:gd name="csY268" fmla="*/ 134720 h 145707"/>
                <a:gd name="csX269" fmla="*/ 86469 w 371195"/>
                <a:gd name="csY269" fmla="*/ 135675 h 145707"/>
                <a:gd name="csX270" fmla="*/ 85035 w 371195"/>
                <a:gd name="csY270" fmla="*/ 136153 h 145707"/>
                <a:gd name="csX271" fmla="*/ 83125 w 371195"/>
                <a:gd name="csY271" fmla="*/ 135197 h 145707"/>
                <a:gd name="csX272" fmla="*/ 82169 w 371195"/>
                <a:gd name="csY272" fmla="*/ 134720 h 145707"/>
                <a:gd name="csX273" fmla="*/ 79303 w 371195"/>
                <a:gd name="csY273" fmla="*/ 136153 h 145707"/>
                <a:gd name="csX274" fmla="*/ 73092 w 371195"/>
                <a:gd name="csY274" fmla="*/ 138064 h 145707"/>
                <a:gd name="csX275" fmla="*/ 71182 w 371195"/>
                <a:gd name="csY275" fmla="*/ 138064 h 145707"/>
                <a:gd name="csX276" fmla="*/ 64493 w 371195"/>
                <a:gd name="csY276" fmla="*/ 136153 h 145707"/>
                <a:gd name="csX277" fmla="*/ 62105 w 371195"/>
                <a:gd name="csY277" fmla="*/ 134720 h 145707"/>
                <a:gd name="csX278" fmla="*/ 60671 w 371195"/>
                <a:gd name="csY278" fmla="*/ 132809 h 145707"/>
                <a:gd name="csX279" fmla="*/ 59716 w 371195"/>
                <a:gd name="csY279" fmla="*/ 129942 h 145707"/>
                <a:gd name="csX280" fmla="*/ 58760 w 371195"/>
                <a:gd name="csY280" fmla="*/ 128509 h 145707"/>
                <a:gd name="csX281" fmla="*/ 58760 w 371195"/>
                <a:gd name="csY281" fmla="*/ 127554 h 145707"/>
                <a:gd name="csX282" fmla="*/ 58283 w 371195"/>
                <a:gd name="csY282" fmla="*/ 126121 h 145707"/>
                <a:gd name="csX283" fmla="*/ 56850 w 371195"/>
                <a:gd name="csY283" fmla="*/ 125643 h 145707"/>
                <a:gd name="csX284" fmla="*/ 55416 w 371195"/>
                <a:gd name="csY284" fmla="*/ 126598 h 145707"/>
                <a:gd name="csX285" fmla="*/ 53983 w 371195"/>
                <a:gd name="csY285" fmla="*/ 126598 h 145707"/>
                <a:gd name="csX286" fmla="*/ 52073 w 371195"/>
                <a:gd name="csY286" fmla="*/ 126121 h 145707"/>
                <a:gd name="csX287" fmla="*/ 47295 w 371195"/>
                <a:gd name="csY287" fmla="*/ 123732 h 145707"/>
                <a:gd name="csX288" fmla="*/ 43951 w 371195"/>
                <a:gd name="csY288" fmla="*/ 123732 h 145707"/>
                <a:gd name="csX289" fmla="*/ 41562 w 371195"/>
                <a:gd name="csY289" fmla="*/ 126121 h 145707"/>
                <a:gd name="csX290" fmla="*/ 40129 w 371195"/>
                <a:gd name="csY290" fmla="*/ 127076 h 145707"/>
                <a:gd name="csX291" fmla="*/ 38218 w 371195"/>
                <a:gd name="csY291" fmla="*/ 127554 h 145707"/>
                <a:gd name="csX292" fmla="*/ 38218 w 371195"/>
                <a:gd name="csY292" fmla="*/ 126598 h 145707"/>
                <a:gd name="csX293" fmla="*/ 39651 w 371195"/>
                <a:gd name="csY293" fmla="*/ 124687 h 145707"/>
                <a:gd name="csX294" fmla="*/ 33919 w 371195"/>
                <a:gd name="csY294" fmla="*/ 125165 h 145707"/>
                <a:gd name="csX295" fmla="*/ 31052 w 371195"/>
                <a:gd name="csY295" fmla="*/ 126598 h 145707"/>
                <a:gd name="csX296" fmla="*/ 28664 w 371195"/>
                <a:gd name="csY296" fmla="*/ 126598 h 145707"/>
                <a:gd name="csX297" fmla="*/ 26753 w 371195"/>
                <a:gd name="csY297" fmla="*/ 125643 h 145707"/>
                <a:gd name="csX298" fmla="*/ 27230 w 371195"/>
                <a:gd name="csY298" fmla="*/ 125165 h 145707"/>
                <a:gd name="csX299" fmla="*/ 28664 w 371195"/>
                <a:gd name="csY299" fmla="*/ 124687 h 145707"/>
                <a:gd name="csX300" fmla="*/ 30575 w 371195"/>
                <a:gd name="csY300" fmla="*/ 124210 h 145707"/>
                <a:gd name="csX301" fmla="*/ 36307 w 371195"/>
                <a:gd name="csY301" fmla="*/ 123732 h 145707"/>
                <a:gd name="csX302" fmla="*/ 37741 w 371195"/>
                <a:gd name="csY302" fmla="*/ 123254 h 145707"/>
                <a:gd name="csX303" fmla="*/ 39651 w 371195"/>
                <a:gd name="csY303" fmla="*/ 120865 h 145707"/>
                <a:gd name="csX304" fmla="*/ 42040 w 371195"/>
                <a:gd name="csY304" fmla="*/ 119432 h 145707"/>
                <a:gd name="csX305" fmla="*/ 42518 w 371195"/>
                <a:gd name="csY305" fmla="*/ 118477 h 145707"/>
                <a:gd name="csX306" fmla="*/ 40607 w 371195"/>
                <a:gd name="csY306" fmla="*/ 118477 h 145707"/>
                <a:gd name="csX307" fmla="*/ 31052 w 371195"/>
                <a:gd name="csY307" fmla="*/ 118955 h 145707"/>
                <a:gd name="csX308" fmla="*/ 24842 w 371195"/>
                <a:gd name="csY308" fmla="*/ 118955 h 145707"/>
                <a:gd name="csX309" fmla="*/ 23886 w 371195"/>
                <a:gd name="csY309" fmla="*/ 119432 h 145707"/>
                <a:gd name="csX310" fmla="*/ 22931 w 371195"/>
                <a:gd name="csY310" fmla="*/ 119910 h 145707"/>
                <a:gd name="csX311" fmla="*/ 22931 w 371195"/>
                <a:gd name="csY311" fmla="*/ 117521 h 145707"/>
                <a:gd name="csX312" fmla="*/ 23886 w 371195"/>
                <a:gd name="csY312" fmla="*/ 116566 h 145707"/>
                <a:gd name="csX313" fmla="*/ 25319 w 371195"/>
                <a:gd name="csY313" fmla="*/ 116566 h 145707"/>
                <a:gd name="csX314" fmla="*/ 28664 w 371195"/>
                <a:gd name="csY314" fmla="*/ 115611 h 145707"/>
                <a:gd name="csX315" fmla="*/ 28186 w 371195"/>
                <a:gd name="csY315" fmla="*/ 113700 h 145707"/>
                <a:gd name="csX316" fmla="*/ 25798 w 371195"/>
                <a:gd name="csY316" fmla="*/ 112266 h 145707"/>
                <a:gd name="csX317" fmla="*/ 25319 w 371195"/>
                <a:gd name="csY317" fmla="*/ 111311 h 145707"/>
                <a:gd name="csX318" fmla="*/ 23886 w 371195"/>
                <a:gd name="csY318" fmla="*/ 111311 h 145707"/>
                <a:gd name="csX319" fmla="*/ 22453 w 371195"/>
                <a:gd name="csY319" fmla="*/ 110355 h 145707"/>
                <a:gd name="csX320" fmla="*/ 21975 w 371195"/>
                <a:gd name="csY320" fmla="*/ 107967 h 145707"/>
                <a:gd name="csX321" fmla="*/ 21020 w 371195"/>
                <a:gd name="csY321" fmla="*/ 105578 h 145707"/>
                <a:gd name="csX322" fmla="*/ 19109 w 371195"/>
                <a:gd name="csY322" fmla="*/ 104145 h 145707"/>
                <a:gd name="csX323" fmla="*/ 19587 w 371195"/>
                <a:gd name="csY323" fmla="*/ 103667 h 145707"/>
                <a:gd name="csX324" fmla="*/ 22453 w 371195"/>
                <a:gd name="csY324" fmla="*/ 102712 h 145707"/>
                <a:gd name="csX325" fmla="*/ 22931 w 371195"/>
                <a:gd name="csY325" fmla="*/ 99368 h 145707"/>
                <a:gd name="csX326" fmla="*/ 22453 w 371195"/>
                <a:gd name="csY326" fmla="*/ 96979 h 145707"/>
                <a:gd name="csX327" fmla="*/ 21020 w 371195"/>
                <a:gd name="csY327" fmla="*/ 96501 h 145707"/>
                <a:gd name="csX328" fmla="*/ 16721 w 371195"/>
                <a:gd name="csY328" fmla="*/ 95068 h 145707"/>
                <a:gd name="csX329" fmla="*/ 15287 w 371195"/>
                <a:gd name="csY329" fmla="*/ 95068 h 145707"/>
                <a:gd name="csX330" fmla="*/ 14332 w 371195"/>
                <a:gd name="csY330" fmla="*/ 93157 h 145707"/>
                <a:gd name="csX331" fmla="*/ 11466 w 371195"/>
                <a:gd name="csY331" fmla="*/ 91724 h 145707"/>
                <a:gd name="csX332" fmla="*/ 10510 w 371195"/>
                <a:gd name="csY332" fmla="*/ 92202 h 145707"/>
                <a:gd name="csX333" fmla="*/ 9555 w 371195"/>
                <a:gd name="csY333" fmla="*/ 93157 h 145707"/>
                <a:gd name="csX334" fmla="*/ 8599 w 371195"/>
                <a:gd name="csY334" fmla="*/ 92680 h 145707"/>
                <a:gd name="csX335" fmla="*/ 6688 w 371195"/>
                <a:gd name="csY335" fmla="*/ 91724 h 145707"/>
                <a:gd name="csX336" fmla="*/ 4777 w 371195"/>
                <a:gd name="csY336" fmla="*/ 90769 h 145707"/>
                <a:gd name="csX337" fmla="*/ 3821 w 371195"/>
                <a:gd name="csY337" fmla="*/ 90291 h 145707"/>
                <a:gd name="csX338" fmla="*/ 4777 w 371195"/>
                <a:gd name="csY338" fmla="*/ 87902 h 145707"/>
                <a:gd name="csX339" fmla="*/ 6210 w 371195"/>
                <a:gd name="csY339" fmla="*/ 87902 h 145707"/>
                <a:gd name="csX340" fmla="*/ 6688 w 371195"/>
                <a:gd name="csY340" fmla="*/ 86469 h 145707"/>
                <a:gd name="csX341" fmla="*/ 5255 w 371195"/>
                <a:gd name="csY341" fmla="*/ 83603 h 145707"/>
                <a:gd name="csX342" fmla="*/ 5733 w 371195"/>
                <a:gd name="csY342" fmla="*/ 82170 h 145707"/>
                <a:gd name="csX343" fmla="*/ 6688 w 371195"/>
                <a:gd name="csY343" fmla="*/ 81692 h 145707"/>
                <a:gd name="csX344" fmla="*/ 8121 w 371195"/>
                <a:gd name="csY344" fmla="*/ 81692 h 145707"/>
                <a:gd name="csX345" fmla="*/ 9555 w 371195"/>
                <a:gd name="csY345" fmla="*/ 83603 h 145707"/>
                <a:gd name="csX346" fmla="*/ 10032 w 371195"/>
                <a:gd name="csY346" fmla="*/ 85036 h 145707"/>
                <a:gd name="csX347" fmla="*/ 10032 w 371195"/>
                <a:gd name="csY347" fmla="*/ 86947 h 145707"/>
                <a:gd name="csX348" fmla="*/ 10987 w 371195"/>
                <a:gd name="csY348" fmla="*/ 88380 h 145707"/>
                <a:gd name="csX349" fmla="*/ 11466 w 371195"/>
                <a:gd name="csY349" fmla="*/ 88858 h 145707"/>
                <a:gd name="csX350" fmla="*/ 11943 w 371195"/>
                <a:gd name="csY350" fmla="*/ 86947 h 145707"/>
                <a:gd name="csX351" fmla="*/ 12421 w 371195"/>
                <a:gd name="csY351" fmla="*/ 86947 h 145707"/>
                <a:gd name="csX352" fmla="*/ 13376 w 371195"/>
                <a:gd name="csY352" fmla="*/ 87424 h 145707"/>
                <a:gd name="csX353" fmla="*/ 15287 w 371195"/>
                <a:gd name="csY353" fmla="*/ 87902 h 145707"/>
                <a:gd name="csX354" fmla="*/ 20064 w 371195"/>
                <a:gd name="csY354" fmla="*/ 86947 h 145707"/>
                <a:gd name="csX355" fmla="*/ 21020 w 371195"/>
                <a:gd name="csY355" fmla="*/ 85991 h 145707"/>
                <a:gd name="csX356" fmla="*/ 17198 w 371195"/>
                <a:gd name="csY356" fmla="*/ 85991 h 145707"/>
                <a:gd name="csX357" fmla="*/ 16243 w 371195"/>
                <a:gd name="csY357" fmla="*/ 85514 h 145707"/>
                <a:gd name="csX358" fmla="*/ 14809 w 371195"/>
                <a:gd name="csY358" fmla="*/ 83603 h 145707"/>
                <a:gd name="csX359" fmla="*/ 13854 w 371195"/>
                <a:gd name="csY359" fmla="*/ 82170 h 145707"/>
                <a:gd name="csX360" fmla="*/ 13854 w 371195"/>
                <a:gd name="csY360" fmla="*/ 81214 h 145707"/>
                <a:gd name="csX361" fmla="*/ 13376 w 371195"/>
                <a:gd name="csY361" fmla="*/ 80258 h 145707"/>
                <a:gd name="csX362" fmla="*/ 13854 w 371195"/>
                <a:gd name="csY362" fmla="*/ 79303 h 145707"/>
                <a:gd name="csX363" fmla="*/ 16243 w 371195"/>
                <a:gd name="csY363" fmla="*/ 78348 h 145707"/>
                <a:gd name="csX364" fmla="*/ 18153 w 371195"/>
                <a:gd name="csY364" fmla="*/ 75959 h 145707"/>
                <a:gd name="csX365" fmla="*/ 17198 w 371195"/>
                <a:gd name="csY365" fmla="*/ 75004 h 145707"/>
                <a:gd name="csX366" fmla="*/ 16243 w 371195"/>
                <a:gd name="csY366" fmla="*/ 75004 h 145707"/>
                <a:gd name="csX367" fmla="*/ 15287 w 371195"/>
                <a:gd name="csY367" fmla="*/ 75004 h 145707"/>
                <a:gd name="csX368" fmla="*/ 14332 w 371195"/>
                <a:gd name="csY368" fmla="*/ 74048 h 145707"/>
                <a:gd name="csX369" fmla="*/ 14332 w 371195"/>
                <a:gd name="csY369" fmla="*/ 73093 h 145707"/>
                <a:gd name="csX370" fmla="*/ 14809 w 371195"/>
                <a:gd name="csY370" fmla="*/ 72137 h 145707"/>
                <a:gd name="csX371" fmla="*/ 14809 w 371195"/>
                <a:gd name="csY371" fmla="*/ 70704 h 145707"/>
                <a:gd name="csX372" fmla="*/ 12421 w 371195"/>
                <a:gd name="csY372" fmla="*/ 67360 h 145707"/>
                <a:gd name="csX373" fmla="*/ 11466 w 371195"/>
                <a:gd name="csY373" fmla="*/ 66405 h 145707"/>
                <a:gd name="csX374" fmla="*/ 12421 w 371195"/>
                <a:gd name="csY374" fmla="*/ 65449 h 145707"/>
                <a:gd name="csX375" fmla="*/ 14332 w 371195"/>
                <a:gd name="csY375" fmla="*/ 63538 h 145707"/>
                <a:gd name="csX376" fmla="*/ 16243 w 371195"/>
                <a:gd name="csY376" fmla="*/ 61149 h 145707"/>
                <a:gd name="csX377" fmla="*/ 15765 w 371195"/>
                <a:gd name="csY377" fmla="*/ 60672 h 145707"/>
                <a:gd name="csX378" fmla="*/ 14332 w 371195"/>
                <a:gd name="csY378" fmla="*/ 60194 h 145707"/>
                <a:gd name="csX379" fmla="*/ 7644 w 371195"/>
                <a:gd name="csY379" fmla="*/ 61149 h 145707"/>
                <a:gd name="csX380" fmla="*/ 5255 w 371195"/>
                <a:gd name="csY380" fmla="*/ 62105 h 145707"/>
                <a:gd name="csX381" fmla="*/ 478 w 371195"/>
                <a:gd name="csY381" fmla="*/ 62582 h 145707"/>
                <a:gd name="csX382" fmla="*/ 0 w 371195"/>
                <a:gd name="csY382" fmla="*/ 61149 h 145707"/>
                <a:gd name="csX383" fmla="*/ 0 w 371195"/>
                <a:gd name="csY383" fmla="*/ 60194 h 145707"/>
                <a:gd name="csX384" fmla="*/ 955 w 371195"/>
                <a:gd name="csY384" fmla="*/ 57805 h 145707"/>
                <a:gd name="csX385" fmla="*/ 955 w 371195"/>
                <a:gd name="csY385" fmla="*/ 53028 h 145707"/>
                <a:gd name="csX386" fmla="*/ 1911 w 371195"/>
                <a:gd name="csY386" fmla="*/ 50162 h 145707"/>
                <a:gd name="csX387" fmla="*/ 4300 w 371195"/>
                <a:gd name="csY387" fmla="*/ 49206 h 145707"/>
                <a:gd name="csX388" fmla="*/ 7644 w 371195"/>
                <a:gd name="csY388" fmla="*/ 45384 h 145707"/>
                <a:gd name="csX389" fmla="*/ 12898 w 371195"/>
                <a:gd name="csY389" fmla="*/ 40129 h 145707"/>
                <a:gd name="csX390" fmla="*/ 18153 w 371195"/>
                <a:gd name="csY390" fmla="*/ 40607 h 145707"/>
                <a:gd name="csX391" fmla="*/ 20542 w 371195"/>
                <a:gd name="csY391" fmla="*/ 39174 h 145707"/>
                <a:gd name="csX392" fmla="*/ 23409 w 371195"/>
                <a:gd name="csY392" fmla="*/ 39174 h 145707"/>
                <a:gd name="csX393" fmla="*/ 24364 w 371195"/>
                <a:gd name="csY393" fmla="*/ 40129 h 145707"/>
                <a:gd name="csX394" fmla="*/ 24364 w 371195"/>
                <a:gd name="csY394" fmla="*/ 41085 h 145707"/>
                <a:gd name="csX395" fmla="*/ 27230 w 371195"/>
                <a:gd name="csY395" fmla="*/ 42040 h 145707"/>
                <a:gd name="csX396" fmla="*/ 32485 w 371195"/>
                <a:gd name="csY396" fmla="*/ 42040 h 145707"/>
                <a:gd name="csX397" fmla="*/ 33441 w 371195"/>
                <a:gd name="csY397" fmla="*/ 41563 h 145707"/>
                <a:gd name="csX398" fmla="*/ 34874 w 371195"/>
                <a:gd name="csY398" fmla="*/ 40607 h 145707"/>
                <a:gd name="csX399" fmla="*/ 32485 w 371195"/>
                <a:gd name="csY399" fmla="*/ 38218 h 145707"/>
                <a:gd name="csX400" fmla="*/ 33441 w 371195"/>
                <a:gd name="csY400" fmla="*/ 37741 h 145707"/>
                <a:gd name="csX401" fmla="*/ 35352 w 371195"/>
                <a:gd name="csY401" fmla="*/ 37741 h 145707"/>
                <a:gd name="csX402" fmla="*/ 37741 w 371195"/>
                <a:gd name="csY402" fmla="*/ 38218 h 145707"/>
                <a:gd name="csX403" fmla="*/ 37741 w 371195"/>
                <a:gd name="csY403" fmla="*/ 38696 h 145707"/>
                <a:gd name="csX404" fmla="*/ 37263 w 371195"/>
                <a:gd name="csY404" fmla="*/ 39651 h 145707"/>
                <a:gd name="csX405" fmla="*/ 36307 w 371195"/>
                <a:gd name="csY405" fmla="*/ 40607 h 145707"/>
                <a:gd name="csX406" fmla="*/ 37263 w 371195"/>
                <a:gd name="csY406" fmla="*/ 41085 h 145707"/>
                <a:gd name="csX407" fmla="*/ 43473 w 371195"/>
                <a:gd name="csY407" fmla="*/ 40129 h 145707"/>
                <a:gd name="csX408" fmla="*/ 50162 w 371195"/>
                <a:gd name="csY408" fmla="*/ 41085 h 145707"/>
                <a:gd name="csX409" fmla="*/ 52550 w 371195"/>
                <a:gd name="csY409" fmla="*/ 40607 h 145707"/>
                <a:gd name="csX410" fmla="*/ 57805 w 371195"/>
                <a:gd name="csY410" fmla="*/ 40607 h 145707"/>
                <a:gd name="csX411" fmla="*/ 58760 w 371195"/>
                <a:gd name="csY411" fmla="*/ 39651 h 145707"/>
                <a:gd name="csX412" fmla="*/ 57328 w 371195"/>
                <a:gd name="csY412" fmla="*/ 38696 h 145707"/>
                <a:gd name="csX413" fmla="*/ 55416 w 371195"/>
                <a:gd name="csY413" fmla="*/ 38218 h 145707"/>
                <a:gd name="csX414" fmla="*/ 54461 w 371195"/>
                <a:gd name="csY414" fmla="*/ 37741 h 145707"/>
                <a:gd name="csX415" fmla="*/ 53505 w 371195"/>
                <a:gd name="csY415" fmla="*/ 37263 h 145707"/>
                <a:gd name="csX416" fmla="*/ 56850 w 371195"/>
                <a:gd name="csY416" fmla="*/ 34874 h 145707"/>
                <a:gd name="csX417" fmla="*/ 58760 w 371195"/>
                <a:gd name="csY417" fmla="*/ 34397 h 145707"/>
                <a:gd name="csX418" fmla="*/ 67837 w 371195"/>
                <a:gd name="csY418" fmla="*/ 32963 h 145707"/>
                <a:gd name="csX419" fmla="*/ 74526 w 371195"/>
                <a:gd name="csY419" fmla="*/ 32486 h 145707"/>
                <a:gd name="csX420" fmla="*/ 74526 w 371195"/>
                <a:gd name="csY420" fmla="*/ 31530 h 145707"/>
                <a:gd name="csX421" fmla="*/ 73570 w 371195"/>
                <a:gd name="csY421" fmla="*/ 31530 h 145707"/>
                <a:gd name="csX422" fmla="*/ 64971 w 371195"/>
                <a:gd name="csY422" fmla="*/ 30575 h 145707"/>
                <a:gd name="csX423" fmla="*/ 62582 w 371195"/>
                <a:gd name="csY423" fmla="*/ 29619 h 145707"/>
                <a:gd name="csX424" fmla="*/ 59716 w 371195"/>
                <a:gd name="csY424" fmla="*/ 27708 h 145707"/>
                <a:gd name="csX425" fmla="*/ 59239 w 371195"/>
                <a:gd name="csY425" fmla="*/ 26753 h 145707"/>
                <a:gd name="csX426" fmla="*/ 58760 w 371195"/>
                <a:gd name="csY426" fmla="*/ 25798 h 145707"/>
                <a:gd name="csX427" fmla="*/ 58760 w 371195"/>
                <a:gd name="csY427" fmla="*/ 23409 h 145707"/>
                <a:gd name="csX428" fmla="*/ 59716 w 371195"/>
                <a:gd name="csY428" fmla="*/ 21498 h 145707"/>
                <a:gd name="csX429" fmla="*/ 60671 w 371195"/>
                <a:gd name="csY429" fmla="*/ 20542 h 145707"/>
                <a:gd name="csX430" fmla="*/ 64016 w 371195"/>
                <a:gd name="csY430" fmla="*/ 20542 h 145707"/>
                <a:gd name="csX431" fmla="*/ 75959 w 371195"/>
                <a:gd name="csY431" fmla="*/ 22453 h 145707"/>
                <a:gd name="csX432" fmla="*/ 84080 w 371195"/>
                <a:gd name="csY432" fmla="*/ 21020 h 145707"/>
                <a:gd name="csX433" fmla="*/ 93635 w 371195"/>
                <a:gd name="csY433" fmla="*/ 23886 h 145707"/>
                <a:gd name="csX434" fmla="*/ 102234 w 371195"/>
                <a:gd name="csY434" fmla="*/ 23409 h 145707"/>
                <a:gd name="csX435" fmla="*/ 104145 w 371195"/>
                <a:gd name="csY435" fmla="*/ 21975 h 145707"/>
                <a:gd name="csX436" fmla="*/ 106533 w 371195"/>
                <a:gd name="csY436" fmla="*/ 18154 h 145707"/>
                <a:gd name="csX437" fmla="*/ 118955 w 371195"/>
                <a:gd name="csY437" fmla="*/ 11943 h 145707"/>
                <a:gd name="csX438" fmla="*/ 123254 w 371195"/>
                <a:gd name="csY438" fmla="*/ 8599 h 145707"/>
                <a:gd name="csX439" fmla="*/ 128031 w 371195"/>
                <a:gd name="csY439" fmla="*/ 6688 h 145707"/>
                <a:gd name="csX440" fmla="*/ 136153 w 371195"/>
                <a:gd name="csY440" fmla="*/ 4300 h 145707"/>
                <a:gd name="csX441" fmla="*/ 142841 w 371195"/>
                <a:gd name="csY441" fmla="*/ 1911 h 145707"/>
                <a:gd name="csX442" fmla="*/ 144752 w 371195"/>
                <a:gd name="csY442" fmla="*/ 1433 h 145707"/>
                <a:gd name="csX443" fmla="*/ 160517 w 371195"/>
                <a:gd name="csY443" fmla="*/ 2866 h 145707"/>
                <a:gd name="csX444" fmla="*/ 171505 w 371195"/>
                <a:gd name="csY444" fmla="*/ 2866 h 145707"/>
                <a:gd name="csX445" fmla="*/ 176760 w 371195"/>
                <a:gd name="csY445" fmla="*/ 0 h 145707"/>
                <a:gd name="csX446" fmla="*/ 179626 w 371195"/>
                <a:gd name="csY446" fmla="*/ 956 h 145707"/>
                <a:gd name="csX447" fmla="*/ 179626 w 371195"/>
                <a:gd name="csY447" fmla="*/ 1911 h 145707"/>
                <a:gd name="csX448" fmla="*/ 178671 w 371195"/>
                <a:gd name="csY448" fmla="*/ 2866 h 145707"/>
                <a:gd name="csX449" fmla="*/ 179149 w 371195"/>
                <a:gd name="csY449" fmla="*/ 4300 h 145707"/>
                <a:gd name="csX450" fmla="*/ 180581 w 371195"/>
                <a:gd name="csY450" fmla="*/ 6688 h 145707"/>
                <a:gd name="csX451" fmla="*/ 182492 w 371195"/>
                <a:gd name="csY451" fmla="*/ 8599 h 145707"/>
                <a:gd name="csX452" fmla="*/ 187747 w 371195"/>
                <a:gd name="csY452" fmla="*/ 10510 h 145707"/>
                <a:gd name="csX453" fmla="*/ 194913 w 371195"/>
                <a:gd name="csY453" fmla="*/ 8599 h 145707"/>
                <a:gd name="csX454" fmla="*/ 195869 w 371195"/>
                <a:gd name="csY454" fmla="*/ 9077 h 145707"/>
                <a:gd name="csX455" fmla="*/ 197302 w 371195"/>
                <a:gd name="csY455" fmla="*/ 9555 h 145707"/>
                <a:gd name="csX456" fmla="*/ 200169 w 371195"/>
                <a:gd name="csY456" fmla="*/ 15765 h 145707"/>
                <a:gd name="csX457" fmla="*/ 202079 w 371195"/>
                <a:gd name="csY457" fmla="*/ 17676 h 145707"/>
                <a:gd name="csX458" fmla="*/ 204468 w 371195"/>
                <a:gd name="csY458" fmla="*/ 19587 h 145707"/>
                <a:gd name="csX459" fmla="*/ 206379 w 371195"/>
                <a:gd name="csY459" fmla="*/ 19587 h 145707"/>
                <a:gd name="csX460" fmla="*/ 208290 w 371195"/>
                <a:gd name="csY460" fmla="*/ 18154 h 145707"/>
                <a:gd name="csX461" fmla="*/ 209245 w 371195"/>
                <a:gd name="csY461" fmla="*/ 17676 h 145707"/>
                <a:gd name="csX462" fmla="*/ 212112 w 371195"/>
                <a:gd name="csY462" fmla="*/ 17198 h 145707"/>
                <a:gd name="csX463" fmla="*/ 215933 w 371195"/>
                <a:gd name="csY463" fmla="*/ 19109 h 145707"/>
                <a:gd name="csX464" fmla="*/ 217367 w 371195"/>
                <a:gd name="csY464" fmla="*/ 21498 h 145707"/>
                <a:gd name="csX465" fmla="*/ 225010 w 371195"/>
                <a:gd name="csY465" fmla="*/ 23409 h 145707"/>
                <a:gd name="csX466" fmla="*/ 231699 w 371195"/>
                <a:gd name="csY466" fmla="*/ 23886 h 145707"/>
                <a:gd name="csX467" fmla="*/ 234565 w 371195"/>
                <a:gd name="csY467" fmla="*/ 25798 h 145707"/>
                <a:gd name="csX468" fmla="*/ 243642 w 371195"/>
                <a:gd name="csY468" fmla="*/ 27708 h 145707"/>
                <a:gd name="csX469" fmla="*/ 246986 w 371195"/>
                <a:gd name="csY469" fmla="*/ 27708 h 145707"/>
                <a:gd name="csX470" fmla="*/ 253197 w 371195"/>
                <a:gd name="csY470" fmla="*/ 25798 h 145707"/>
                <a:gd name="csX471" fmla="*/ 264184 w 371195"/>
                <a:gd name="csY471" fmla="*/ 23409 h 145707"/>
                <a:gd name="csX472" fmla="*/ 271828 w 371195"/>
                <a:gd name="csY472" fmla="*/ 26275 h 145707"/>
                <a:gd name="csX473" fmla="*/ 274217 w 371195"/>
                <a:gd name="csY473" fmla="*/ 26753 h 145707"/>
                <a:gd name="csX474" fmla="*/ 275650 w 371195"/>
                <a:gd name="csY474" fmla="*/ 26753 h 145707"/>
                <a:gd name="csX475" fmla="*/ 278516 w 371195"/>
                <a:gd name="csY475" fmla="*/ 27231 h 145707"/>
                <a:gd name="csX476" fmla="*/ 280905 w 371195"/>
                <a:gd name="csY476" fmla="*/ 26753 h 145707"/>
                <a:gd name="csX477" fmla="*/ 289504 w 371195"/>
                <a:gd name="csY477" fmla="*/ 23409 h 145707"/>
                <a:gd name="csX478" fmla="*/ 291893 w 371195"/>
                <a:gd name="csY478" fmla="*/ 21498 h 145707"/>
                <a:gd name="csX479" fmla="*/ 294759 w 371195"/>
                <a:gd name="csY479" fmla="*/ 21020 h 145707"/>
                <a:gd name="csX480" fmla="*/ 297147 w 371195"/>
                <a:gd name="csY480" fmla="*/ 19587 h 145707"/>
                <a:gd name="csX481" fmla="*/ 303836 w 371195"/>
                <a:gd name="csY481" fmla="*/ 15765 h 145707"/>
                <a:gd name="csX482" fmla="*/ 305747 w 371195"/>
                <a:gd name="csY482" fmla="*/ 13376 h 1457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</a:cxnLst>
              <a:rect l="l" t="t" r="r" b="b"/>
              <a:pathLst>
                <a:path w="371195" h="145707">
                  <a:moveTo>
                    <a:pt x="305747" y="13376"/>
                  </a:moveTo>
                  <a:lnTo>
                    <a:pt x="307180" y="13854"/>
                  </a:lnTo>
                  <a:lnTo>
                    <a:pt x="309568" y="14332"/>
                  </a:lnTo>
                  <a:lnTo>
                    <a:pt x="311002" y="15287"/>
                  </a:lnTo>
                  <a:lnTo>
                    <a:pt x="311957" y="15287"/>
                  </a:lnTo>
                  <a:lnTo>
                    <a:pt x="313868" y="13854"/>
                  </a:lnTo>
                  <a:lnTo>
                    <a:pt x="316734" y="13854"/>
                  </a:lnTo>
                  <a:lnTo>
                    <a:pt x="319601" y="14332"/>
                  </a:lnTo>
                  <a:lnTo>
                    <a:pt x="321034" y="14332"/>
                  </a:lnTo>
                  <a:lnTo>
                    <a:pt x="322467" y="14809"/>
                  </a:lnTo>
                  <a:lnTo>
                    <a:pt x="324378" y="15287"/>
                  </a:lnTo>
                  <a:lnTo>
                    <a:pt x="325334" y="14809"/>
                  </a:lnTo>
                  <a:lnTo>
                    <a:pt x="326767" y="12421"/>
                  </a:lnTo>
                  <a:lnTo>
                    <a:pt x="327245" y="12421"/>
                  </a:lnTo>
                  <a:lnTo>
                    <a:pt x="327245" y="11943"/>
                  </a:lnTo>
                  <a:lnTo>
                    <a:pt x="329156" y="11943"/>
                  </a:lnTo>
                  <a:lnTo>
                    <a:pt x="330111" y="11943"/>
                  </a:lnTo>
                  <a:lnTo>
                    <a:pt x="331066" y="12421"/>
                  </a:lnTo>
                  <a:lnTo>
                    <a:pt x="331544" y="13854"/>
                  </a:lnTo>
                  <a:lnTo>
                    <a:pt x="333455" y="14809"/>
                  </a:lnTo>
                  <a:lnTo>
                    <a:pt x="336322" y="17198"/>
                  </a:lnTo>
                  <a:lnTo>
                    <a:pt x="338232" y="18632"/>
                  </a:lnTo>
                  <a:lnTo>
                    <a:pt x="338710" y="19109"/>
                  </a:lnTo>
                  <a:lnTo>
                    <a:pt x="338232" y="19587"/>
                  </a:lnTo>
                  <a:lnTo>
                    <a:pt x="338232" y="20065"/>
                  </a:lnTo>
                  <a:lnTo>
                    <a:pt x="339188" y="21020"/>
                  </a:lnTo>
                  <a:lnTo>
                    <a:pt x="340621" y="21498"/>
                  </a:lnTo>
                  <a:lnTo>
                    <a:pt x="342532" y="21498"/>
                  </a:lnTo>
                  <a:lnTo>
                    <a:pt x="343009" y="21498"/>
                  </a:lnTo>
                  <a:lnTo>
                    <a:pt x="343965" y="21975"/>
                  </a:lnTo>
                  <a:lnTo>
                    <a:pt x="343965" y="21975"/>
                  </a:lnTo>
                  <a:lnTo>
                    <a:pt x="343965" y="22931"/>
                  </a:lnTo>
                  <a:lnTo>
                    <a:pt x="343965" y="23409"/>
                  </a:lnTo>
                  <a:lnTo>
                    <a:pt x="344443" y="24364"/>
                  </a:lnTo>
                  <a:lnTo>
                    <a:pt x="345398" y="25798"/>
                  </a:lnTo>
                  <a:lnTo>
                    <a:pt x="346831" y="26753"/>
                  </a:lnTo>
                  <a:lnTo>
                    <a:pt x="347787" y="27708"/>
                  </a:lnTo>
                  <a:lnTo>
                    <a:pt x="349220" y="31052"/>
                  </a:lnTo>
                  <a:lnTo>
                    <a:pt x="349698" y="32486"/>
                  </a:lnTo>
                  <a:lnTo>
                    <a:pt x="349220" y="34397"/>
                  </a:lnTo>
                  <a:lnTo>
                    <a:pt x="348265" y="36307"/>
                  </a:lnTo>
                  <a:lnTo>
                    <a:pt x="346354" y="38218"/>
                  </a:lnTo>
                  <a:lnTo>
                    <a:pt x="346831" y="39174"/>
                  </a:lnTo>
                  <a:lnTo>
                    <a:pt x="347309" y="40607"/>
                  </a:lnTo>
                  <a:lnTo>
                    <a:pt x="347309" y="41085"/>
                  </a:lnTo>
                  <a:lnTo>
                    <a:pt x="348742" y="43951"/>
                  </a:lnTo>
                  <a:lnTo>
                    <a:pt x="349220" y="45862"/>
                  </a:lnTo>
                  <a:lnTo>
                    <a:pt x="348742" y="46340"/>
                  </a:lnTo>
                  <a:lnTo>
                    <a:pt x="348265" y="46817"/>
                  </a:lnTo>
                  <a:lnTo>
                    <a:pt x="351131" y="48251"/>
                  </a:lnTo>
                  <a:lnTo>
                    <a:pt x="353997" y="49206"/>
                  </a:lnTo>
                  <a:lnTo>
                    <a:pt x="354953" y="49206"/>
                  </a:lnTo>
                  <a:lnTo>
                    <a:pt x="358775" y="48728"/>
                  </a:lnTo>
                  <a:lnTo>
                    <a:pt x="360686" y="48728"/>
                  </a:lnTo>
                  <a:lnTo>
                    <a:pt x="363074" y="49684"/>
                  </a:lnTo>
                  <a:lnTo>
                    <a:pt x="365941" y="52550"/>
                  </a:lnTo>
                  <a:lnTo>
                    <a:pt x="367852" y="53983"/>
                  </a:lnTo>
                  <a:lnTo>
                    <a:pt x="369763" y="55894"/>
                  </a:lnTo>
                  <a:lnTo>
                    <a:pt x="370240" y="56850"/>
                  </a:lnTo>
                  <a:lnTo>
                    <a:pt x="370240" y="56850"/>
                  </a:lnTo>
                  <a:lnTo>
                    <a:pt x="370718" y="56850"/>
                  </a:lnTo>
                  <a:lnTo>
                    <a:pt x="370718" y="57328"/>
                  </a:lnTo>
                  <a:lnTo>
                    <a:pt x="371196" y="57805"/>
                  </a:lnTo>
                  <a:lnTo>
                    <a:pt x="371196" y="57805"/>
                  </a:lnTo>
                  <a:lnTo>
                    <a:pt x="370718" y="57805"/>
                  </a:lnTo>
                  <a:lnTo>
                    <a:pt x="369285" y="57328"/>
                  </a:lnTo>
                  <a:lnTo>
                    <a:pt x="366896" y="55417"/>
                  </a:lnTo>
                  <a:lnTo>
                    <a:pt x="365463" y="55894"/>
                  </a:lnTo>
                  <a:lnTo>
                    <a:pt x="364030" y="57805"/>
                  </a:lnTo>
                  <a:lnTo>
                    <a:pt x="362597" y="63538"/>
                  </a:lnTo>
                  <a:lnTo>
                    <a:pt x="361641" y="64016"/>
                  </a:lnTo>
                  <a:lnTo>
                    <a:pt x="361641" y="64016"/>
                  </a:lnTo>
                  <a:lnTo>
                    <a:pt x="359730" y="64016"/>
                  </a:lnTo>
                  <a:lnTo>
                    <a:pt x="357341" y="63538"/>
                  </a:lnTo>
                  <a:lnTo>
                    <a:pt x="355908" y="64016"/>
                  </a:lnTo>
                  <a:lnTo>
                    <a:pt x="355431" y="64493"/>
                  </a:lnTo>
                  <a:lnTo>
                    <a:pt x="355431" y="64493"/>
                  </a:lnTo>
                  <a:lnTo>
                    <a:pt x="355908" y="64971"/>
                  </a:lnTo>
                  <a:lnTo>
                    <a:pt x="356386" y="65927"/>
                  </a:lnTo>
                  <a:lnTo>
                    <a:pt x="356386" y="67360"/>
                  </a:lnTo>
                  <a:lnTo>
                    <a:pt x="356386" y="68315"/>
                  </a:lnTo>
                  <a:lnTo>
                    <a:pt x="357341" y="69271"/>
                  </a:lnTo>
                  <a:lnTo>
                    <a:pt x="358775" y="69748"/>
                  </a:lnTo>
                  <a:lnTo>
                    <a:pt x="358775" y="70704"/>
                  </a:lnTo>
                  <a:lnTo>
                    <a:pt x="358297" y="72137"/>
                  </a:lnTo>
                  <a:lnTo>
                    <a:pt x="358297" y="73093"/>
                  </a:lnTo>
                  <a:lnTo>
                    <a:pt x="357819" y="73570"/>
                  </a:lnTo>
                  <a:lnTo>
                    <a:pt x="358297" y="75004"/>
                  </a:lnTo>
                  <a:lnTo>
                    <a:pt x="359730" y="76437"/>
                  </a:lnTo>
                  <a:lnTo>
                    <a:pt x="360208" y="76914"/>
                  </a:lnTo>
                  <a:lnTo>
                    <a:pt x="360208" y="80258"/>
                  </a:lnTo>
                  <a:lnTo>
                    <a:pt x="360686" y="81692"/>
                  </a:lnTo>
                  <a:lnTo>
                    <a:pt x="361163" y="83603"/>
                  </a:lnTo>
                  <a:lnTo>
                    <a:pt x="360686" y="86469"/>
                  </a:lnTo>
                  <a:lnTo>
                    <a:pt x="361163" y="87424"/>
                  </a:lnTo>
                  <a:lnTo>
                    <a:pt x="361163" y="87902"/>
                  </a:lnTo>
                  <a:lnTo>
                    <a:pt x="362597" y="87902"/>
                  </a:lnTo>
                  <a:lnTo>
                    <a:pt x="363552" y="88380"/>
                  </a:lnTo>
                  <a:lnTo>
                    <a:pt x="364030" y="88858"/>
                  </a:lnTo>
                  <a:lnTo>
                    <a:pt x="364030" y="88858"/>
                  </a:lnTo>
                  <a:lnTo>
                    <a:pt x="362597" y="90291"/>
                  </a:lnTo>
                  <a:lnTo>
                    <a:pt x="362597" y="90769"/>
                  </a:lnTo>
                  <a:lnTo>
                    <a:pt x="362597" y="91724"/>
                  </a:lnTo>
                  <a:lnTo>
                    <a:pt x="362119" y="93157"/>
                  </a:lnTo>
                  <a:lnTo>
                    <a:pt x="361641" y="94113"/>
                  </a:lnTo>
                  <a:lnTo>
                    <a:pt x="360208" y="95546"/>
                  </a:lnTo>
                  <a:lnTo>
                    <a:pt x="360208" y="95546"/>
                  </a:lnTo>
                  <a:lnTo>
                    <a:pt x="359730" y="96979"/>
                  </a:lnTo>
                  <a:lnTo>
                    <a:pt x="359252" y="98412"/>
                  </a:lnTo>
                  <a:lnTo>
                    <a:pt x="359252" y="99368"/>
                  </a:lnTo>
                  <a:lnTo>
                    <a:pt x="361641" y="99368"/>
                  </a:lnTo>
                  <a:lnTo>
                    <a:pt x="363074" y="100323"/>
                  </a:lnTo>
                  <a:lnTo>
                    <a:pt x="365941" y="102234"/>
                  </a:lnTo>
                  <a:lnTo>
                    <a:pt x="366896" y="103189"/>
                  </a:lnTo>
                  <a:lnTo>
                    <a:pt x="365941" y="104145"/>
                  </a:lnTo>
                  <a:lnTo>
                    <a:pt x="365941" y="104145"/>
                  </a:lnTo>
                  <a:lnTo>
                    <a:pt x="365941" y="104623"/>
                  </a:lnTo>
                  <a:lnTo>
                    <a:pt x="366418" y="105578"/>
                  </a:lnTo>
                  <a:lnTo>
                    <a:pt x="366418" y="106534"/>
                  </a:lnTo>
                  <a:lnTo>
                    <a:pt x="366418" y="107967"/>
                  </a:lnTo>
                  <a:lnTo>
                    <a:pt x="366418" y="109400"/>
                  </a:lnTo>
                  <a:lnTo>
                    <a:pt x="366896" y="109400"/>
                  </a:lnTo>
                  <a:lnTo>
                    <a:pt x="369285" y="111311"/>
                  </a:lnTo>
                  <a:lnTo>
                    <a:pt x="370718" y="112744"/>
                  </a:lnTo>
                  <a:lnTo>
                    <a:pt x="370718" y="113222"/>
                  </a:lnTo>
                  <a:lnTo>
                    <a:pt x="370240" y="114177"/>
                  </a:lnTo>
                  <a:lnTo>
                    <a:pt x="370240" y="114177"/>
                  </a:lnTo>
                  <a:lnTo>
                    <a:pt x="370240" y="115611"/>
                  </a:lnTo>
                  <a:lnTo>
                    <a:pt x="370240" y="116088"/>
                  </a:lnTo>
                  <a:lnTo>
                    <a:pt x="369763" y="115611"/>
                  </a:lnTo>
                  <a:lnTo>
                    <a:pt x="368329" y="115133"/>
                  </a:lnTo>
                  <a:lnTo>
                    <a:pt x="366896" y="115133"/>
                  </a:lnTo>
                  <a:lnTo>
                    <a:pt x="366418" y="115611"/>
                  </a:lnTo>
                  <a:lnTo>
                    <a:pt x="364985" y="116566"/>
                  </a:lnTo>
                  <a:lnTo>
                    <a:pt x="363074" y="117999"/>
                  </a:lnTo>
                  <a:lnTo>
                    <a:pt x="361641" y="118955"/>
                  </a:lnTo>
                  <a:lnTo>
                    <a:pt x="360686" y="119910"/>
                  </a:lnTo>
                  <a:lnTo>
                    <a:pt x="359730" y="119432"/>
                  </a:lnTo>
                  <a:lnTo>
                    <a:pt x="359252" y="118955"/>
                  </a:lnTo>
                  <a:lnTo>
                    <a:pt x="359252" y="117999"/>
                  </a:lnTo>
                  <a:lnTo>
                    <a:pt x="359252" y="114655"/>
                  </a:lnTo>
                  <a:lnTo>
                    <a:pt x="358775" y="113700"/>
                  </a:lnTo>
                  <a:lnTo>
                    <a:pt x="358297" y="112744"/>
                  </a:lnTo>
                  <a:lnTo>
                    <a:pt x="358297" y="112744"/>
                  </a:lnTo>
                  <a:lnTo>
                    <a:pt x="357341" y="112266"/>
                  </a:lnTo>
                  <a:lnTo>
                    <a:pt x="356386" y="112266"/>
                  </a:lnTo>
                  <a:lnTo>
                    <a:pt x="355431" y="112266"/>
                  </a:lnTo>
                  <a:lnTo>
                    <a:pt x="353997" y="113222"/>
                  </a:lnTo>
                  <a:lnTo>
                    <a:pt x="351609" y="114177"/>
                  </a:lnTo>
                  <a:lnTo>
                    <a:pt x="348742" y="114177"/>
                  </a:lnTo>
                  <a:lnTo>
                    <a:pt x="346354" y="113700"/>
                  </a:lnTo>
                  <a:lnTo>
                    <a:pt x="345398" y="113700"/>
                  </a:lnTo>
                  <a:lnTo>
                    <a:pt x="341099" y="112266"/>
                  </a:lnTo>
                  <a:lnTo>
                    <a:pt x="340621" y="112266"/>
                  </a:lnTo>
                  <a:lnTo>
                    <a:pt x="338710" y="111311"/>
                  </a:lnTo>
                  <a:lnTo>
                    <a:pt x="336799" y="110833"/>
                  </a:lnTo>
                  <a:lnTo>
                    <a:pt x="333933" y="111789"/>
                  </a:lnTo>
                  <a:lnTo>
                    <a:pt x="332500" y="111789"/>
                  </a:lnTo>
                  <a:lnTo>
                    <a:pt x="330589" y="110833"/>
                  </a:lnTo>
                  <a:lnTo>
                    <a:pt x="330111" y="110833"/>
                  </a:lnTo>
                  <a:lnTo>
                    <a:pt x="328200" y="113700"/>
                  </a:lnTo>
                  <a:lnTo>
                    <a:pt x="324378" y="116566"/>
                  </a:lnTo>
                  <a:lnTo>
                    <a:pt x="322467" y="116566"/>
                  </a:lnTo>
                  <a:lnTo>
                    <a:pt x="321512" y="114177"/>
                  </a:lnTo>
                  <a:lnTo>
                    <a:pt x="320556" y="112744"/>
                  </a:lnTo>
                  <a:lnTo>
                    <a:pt x="320079" y="112744"/>
                  </a:lnTo>
                  <a:lnTo>
                    <a:pt x="319601" y="112744"/>
                  </a:lnTo>
                  <a:lnTo>
                    <a:pt x="319601" y="112266"/>
                  </a:lnTo>
                  <a:lnTo>
                    <a:pt x="318645" y="112744"/>
                  </a:lnTo>
                  <a:lnTo>
                    <a:pt x="316734" y="114655"/>
                  </a:lnTo>
                  <a:lnTo>
                    <a:pt x="312913" y="115611"/>
                  </a:lnTo>
                  <a:lnTo>
                    <a:pt x="310524" y="116566"/>
                  </a:lnTo>
                  <a:lnTo>
                    <a:pt x="305747" y="117044"/>
                  </a:lnTo>
                  <a:lnTo>
                    <a:pt x="302402" y="117521"/>
                  </a:lnTo>
                  <a:lnTo>
                    <a:pt x="300970" y="117521"/>
                  </a:lnTo>
                  <a:lnTo>
                    <a:pt x="297625" y="117521"/>
                  </a:lnTo>
                  <a:lnTo>
                    <a:pt x="294759" y="116566"/>
                  </a:lnTo>
                  <a:lnTo>
                    <a:pt x="291893" y="116566"/>
                  </a:lnTo>
                  <a:lnTo>
                    <a:pt x="289504" y="117044"/>
                  </a:lnTo>
                  <a:lnTo>
                    <a:pt x="284727" y="118955"/>
                  </a:lnTo>
                  <a:lnTo>
                    <a:pt x="276127" y="123254"/>
                  </a:lnTo>
                  <a:lnTo>
                    <a:pt x="269440" y="125165"/>
                  </a:lnTo>
                  <a:lnTo>
                    <a:pt x="265617" y="126121"/>
                  </a:lnTo>
                  <a:lnTo>
                    <a:pt x="262751" y="126598"/>
                  </a:lnTo>
                  <a:lnTo>
                    <a:pt x="257974" y="126598"/>
                  </a:lnTo>
                  <a:lnTo>
                    <a:pt x="254152" y="126121"/>
                  </a:lnTo>
                  <a:lnTo>
                    <a:pt x="251286" y="126121"/>
                  </a:lnTo>
                  <a:lnTo>
                    <a:pt x="249852" y="125643"/>
                  </a:lnTo>
                  <a:lnTo>
                    <a:pt x="247464" y="124210"/>
                  </a:lnTo>
                  <a:lnTo>
                    <a:pt x="245075" y="122299"/>
                  </a:lnTo>
                  <a:lnTo>
                    <a:pt x="243642" y="121821"/>
                  </a:lnTo>
                  <a:lnTo>
                    <a:pt x="242209" y="121821"/>
                  </a:lnTo>
                  <a:lnTo>
                    <a:pt x="239820" y="121343"/>
                  </a:lnTo>
                  <a:lnTo>
                    <a:pt x="234087" y="123732"/>
                  </a:lnTo>
                  <a:lnTo>
                    <a:pt x="232654" y="124687"/>
                  </a:lnTo>
                  <a:lnTo>
                    <a:pt x="232654" y="124687"/>
                  </a:lnTo>
                  <a:lnTo>
                    <a:pt x="230743" y="125165"/>
                  </a:lnTo>
                  <a:lnTo>
                    <a:pt x="226444" y="126598"/>
                  </a:lnTo>
                  <a:lnTo>
                    <a:pt x="225010" y="127076"/>
                  </a:lnTo>
                  <a:lnTo>
                    <a:pt x="222622" y="127076"/>
                  </a:lnTo>
                  <a:lnTo>
                    <a:pt x="219756" y="127076"/>
                  </a:lnTo>
                  <a:lnTo>
                    <a:pt x="217367" y="127076"/>
                  </a:lnTo>
                  <a:lnTo>
                    <a:pt x="215933" y="126121"/>
                  </a:lnTo>
                  <a:lnTo>
                    <a:pt x="214978" y="124687"/>
                  </a:lnTo>
                  <a:lnTo>
                    <a:pt x="211634" y="123732"/>
                  </a:lnTo>
                  <a:lnTo>
                    <a:pt x="209723" y="123732"/>
                  </a:lnTo>
                  <a:lnTo>
                    <a:pt x="208768" y="124210"/>
                  </a:lnTo>
                  <a:lnTo>
                    <a:pt x="208290" y="126121"/>
                  </a:lnTo>
                  <a:lnTo>
                    <a:pt x="207335" y="130420"/>
                  </a:lnTo>
                  <a:lnTo>
                    <a:pt x="206856" y="131376"/>
                  </a:lnTo>
                  <a:lnTo>
                    <a:pt x="209245" y="135675"/>
                  </a:lnTo>
                  <a:lnTo>
                    <a:pt x="209245" y="136631"/>
                  </a:lnTo>
                  <a:lnTo>
                    <a:pt x="207335" y="136631"/>
                  </a:lnTo>
                  <a:lnTo>
                    <a:pt x="205901" y="136631"/>
                  </a:lnTo>
                  <a:lnTo>
                    <a:pt x="204946" y="137108"/>
                  </a:lnTo>
                  <a:lnTo>
                    <a:pt x="203990" y="138064"/>
                  </a:lnTo>
                  <a:lnTo>
                    <a:pt x="203513" y="141886"/>
                  </a:lnTo>
                  <a:lnTo>
                    <a:pt x="201124" y="142363"/>
                  </a:lnTo>
                  <a:lnTo>
                    <a:pt x="200646" y="143319"/>
                  </a:lnTo>
                  <a:lnTo>
                    <a:pt x="199691" y="145707"/>
                  </a:lnTo>
                  <a:lnTo>
                    <a:pt x="199213" y="145707"/>
                  </a:lnTo>
                  <a:lnTo>
                    <a:pt x="198735" y="145707"/>
                  </a:lnTo>
                  <a:lnTo>
                    <a:pt x="195869" y="143796"/>
                  </a:lnTo>
                  <a:lnTo>
                    <a:pt x="194436" y="143796"/>
                  </a:lnTo>
                  <a:lnTo>
                    <a:pt x="195391" y="141886"/>
                  </a:lnTo>
                  <a:lnTo>
                    <a:pt x="193958" y="138064"/>
                  </a:lnTo>
                  <a:lnTo>
                    <a:pt x="192525" y="134720"/>
                  </a:lnTo>
                  <a:lnTo>
                    <a:pt x="193958" y="132809"/>
                  </a:lnTo>
                  <a:lnTo>
                    <a:pt x="196824" y="129942"/>
                  </a:lnTo>
                  <a:lnTo>
                    <a:pt x="200169" y="127076"/>
                  </a:lnTo>
                  <a:lnTo>
                    <a:pt x="200169" y="125165"/>
                  </a:lnTo>
                  <a:lnTo>
                    <a:pt x="200169" y="123732"/>
                  </a:lnTo>
                  <a:lnTo>
                    <a:pt x="199213" y="122777"/>
                  </a:lnTo>
                  <a:lnTo>
                    <a:pt x="197302" y="121343"/>
                  </a:lnTo>
                  <a:lnTo>
                    <a:pt x="194436" y="122777"/>
                  </a:lnTo>
                  <a:lnTo>
                    <a:pt x="192525" y="124210"/>
                  </a:lnTo>
                  <a:lnTo>
                    <a:pt x="191092" y="124687"/>
                  </a:lnTo>
                  <a:lnTo>
                    <a:pt x="189658" y="125643"/>
                  </a:lnTo>
                  <a:lnTo>
                    <a:pt x="189181" y="127076"/>
                  </a:lnTo>
                  <a:lnTo>
                    <a:pt x="187270" y="128509"/>
                  </a:lnTo>
                  <a:lnTo>
                    <a:pt x="184403" y="128987"/>
                  </a:lnTo>
                  <a:lnTo>
                    <a:pt x="180104" y="127554"/>
                  </a:lnTo>
                  <a:lnTo>
                    <a:pt x="175326" y="125643"/>
                  </a:lnTo>
                  <a:lnTo>
                    <a:pt x="172938" y="123732"/>
                  </a:lnTo>
                  <a:lnTo>
                    <a:pt x="170549" y="123254"/>
                  </a:lnTo>
                  <a:lnTo>
                    <a:pt x="168638" y="124210"/>
                  </a:lnTo>
                  <a:lnTo>
                    <a:pt x="162906" y="128031"/>
                  </a:lnTo>
                  <a:lnTo>
                    <a:pt x="157173" y="134242"/>
                  </a:lnTo>
                  <a:lnTo>
                    <a:pt x="155740" y="135197"/>
                  </a:lnTo>
                  <a:lnTo>
                    <a:pt x="150485" y="137586"/>
                  </a:lnTo>
                  <a:lnTo>
                    <a:pt x="147140" y="138542"/>
                  </a:lnTo>
                  <a:lnTo>
                    <a:pt x="145707" y="138542"/>
                  </a:lnTo>
                  <a:lnTo>
                    <a:pt x="139019" y="139497"/>
                  </a:lnTo>
                  <a:lnTo>
                    <a:pt x="135675" y="139497"/>
                  </a:lnTo>
                  <a:lnTo>
                    <a:pt x="132808" y="140930"/>
                  </a:lnTo>
                  <a:lnTo>
                    <a:pt x="127554" y="139497"/>
                  </a:lnTo>
                  <a:lnTo>
                    <a:pt x="124687" y="137586"/>
                  </a:lnTo>
                  <a:lnTo>
                    <a:pt x="122776" y="135675"/>
                  </a:lnTo>
                  <a:lnTo>
                    <a:pt x="119432" y="131853"/>
                  </a:lnTo>
                  <a:lnTo>
                    <a:pt x="117521" y="129942"/>
                  </a:lnTo>
                  <a:lnTo>
                    <a:pt x="112744" y="128031"/>
                  </a:lnTo>
                  <a:lnTo>
                    <a:pt x="104145" y="123732"/>
                  </a:lnTo>
                  <a:lnTo>
                    <a:pt x="102234" y="123254"/>
                  </a:lnTo>
                  <a:lnTo>
                    <a:pt x="96501" y="122777"/>
                  </a:lnTo>
                  <a:lnTo>
                    <a:pt x="90291" y="122299"/>
                  </a:lnTo>
                  <a:lnTo>
                    <a:pt x="88858" y="123732"/>
                  </a:lnTo>
                  <a:lnTo>
                    <a:pt x="88380" y="129942"/>
                  </a:lnTo>
                  <a:lnTo>
                    <a:pt x="87424" y="131853"/>
                  </a:lnTo>
                  <a:lnTo>
                    <a:pt x="86947" y="134720"/>
                  </a:lnTo>
                  <a:lnTo>
                    <a:pt x="86469" y="135675"/>
                  </a:lnTo>
                  <a:lnTo>
                    <a:pt x="85035" y="136153"/>
                  </a:lnTo>
                  <a:lnTo>
                    <a:pt x="83125" y="135197"/>
                  </a:lnTo>
                  <a:lnTo>
                    <a:pt x="82169" y="134720"/>
                  </a:lnTo>
                  <a:lnTo>
                    <a:pt x="79303" y="136153"/>
                  </a:lnTo>
                  <a:lnTo>
                    <a:pt x="73092" y="138064"/>
                  </a:lnTo>
                  <a:lnTo>
                    <a:pt x="71182" y="138064"/>
                  </a:lnTo>
                  <a:lnTo>
                    <a:pt x="64493" y="136153"/>
                  </a:lnTo>
                  <a:lnTo>
                    <a:pt x="62105" y="134720"/>
                  </a:lnTo>
                  <a:lnTo>
                    <a:pt x="60671" y="132809"/>
                  </a:lnTo>
                  <a:lnTo>
                    <a:pt x="59716" y="129942"/>
                  </a:lnTo>
                  <a:lnTo>
                    <a:pt x="58760" y="128509"/>
                  </a:lnTo>
                  <a:lnTo>
                    <a:pt x="58760" y="127554"/>
                  </a:lnTo>
                  <a:lnTo>
                    <a:pt x="58283" y="126121"/>
                  </a:lnTo>
                  <a:lnTo>
                    <a:pt x="56850" y="125643"/>
                  </a:lnTo>
                  <a:lnTo>
                    <a:pt x="55416" y="126598"/>
                  </a:lnTo>
                  <a:lnTo>
                    <a:pt x="53983" y="126598"/>
                  </a:lnTo>
                  <a:lnTo>
                    <a:pt x="52073" y="126121"/>
                  </a:lnTo>
                  <a:lnTo>
                    <a:pt x="47295" y="123732"/>
                  </a:lnTo>
                  <a:lnTo>
                    <a:pt x="43951" y="123732"/>
                  </a:lnTo>
                  <a:lnTo>
                    <a:pt x="41562" y="126121"/>
                  </a:lnTo>
                  <a:lnTo>
                    <a:pt x="40129" y="127076"/>
                  </a:lnTo>
                  <a:lnTo>
                    <a:pt x="38218" y="127554"/>
                  </a:lnTo>
                  <a:lnTo>
                    <a:pt x="38218" y="126598"/>
                  </a:lnTo>
                  <a:lnTo>
                    <a:pt x="39651" y="124687"/>
                  </a:lnTo>
                  <a:lnTo>
                    <a:pt x="33919" y="125165"/>
                  </a:lnTo>
                  <a:lnTo>
                    <a:pt x="31052" y="126598"/>
                  </a:lnTo>
                  <a:lnTo>
                    <a:pt x="28664" y="126598"/>
                  </a:lnTo>
                  <a:lnTo>
                    <a:pt x="26753" y="125643"/>
                  </a:lnTo>
                  <a:lnTo>
                    <a:pt x="27230" y="125165"/>
                  </a:lnTo>
                  <a:lnTo>
                    <a:pt x="28664" y="124687"/>
                  </a:lnTo>
                  <a:lnTo>
                    <a:pt x="30575" y="124210"/>
                  </a:lnTo>
                  <a:lnTo>
                    <a:pt x="36307" y="123732"/>
                  </a:lnTo>
                  <a:lnTo>
                    <a:pt x="37741" y="123254"/>
                  </a:lnTo>
                  <a:lnTo>
                    <a:pt x="39651" y="120865"/>
                  </a:lnTo>
                  <a:lnTo>
                    <a:pt x="42040" y="119432"/>
                  </a:lnTo>
                  <a:lnTo>
                    <a:pt x="42518" y="118477"/>
                  </a:lnTo>
                  <a:lnTo>
                    <a:pt x="40607" y="118477"/>
                  </a:lnTo>
                  <a:lnTo>
                    <a:pt x="31052" y="118955"/>
                  </a:lnTo>
                  <a:lnTo>
                    <a:pt x="24842" y="118955"/>
                  </a:lnTo>
                  <a:lnTo>
                    <a:pt x="23886" y="119432"/>
                  </a:lnTo>
                  <a:lnTo>
                    <a:pt x="22931" y="119910"/>
                  </a:lnTo>
                  <a:lnTo>
                    <a:pt x="22931" y="117521"/>
                  </a:lnTo>
                  <a:lnTo>
                    <a:pt x="23886" y="116566"/>
                  </a:lnTo>
                  <a:lnTo>
                    <a:pt x="25319" y="116566"/>
                  </a:lnTo>
                  <a:lnTo>
                    <a:pt x="28664" y="115611"/>
                  </a:lnTo>
                  <a:lnTo>
                    <a:pt x="28186" y="113700"/>
                  </a:lnTo>
                  <a:lnTo>
                    <a:pt x="25798" y="112266"/>
                  </a:lnTo>
                  <a:lnTo>
                    <a:pt x="25319" y="111311"/>
                  </a:lnTo>
                  <a:lnTo>
                    <a:pt x="23886" y="111311"/>
                  </a:lnTo>
                  <a:lnTo>
                    <a:pt x="22453" y="110355"/>
                  </a:lnTo>
                  <a:lnTo>
                    <a:pt x="21975" y="107967"/>
                  </a:lnTo>
                  <a:lnTo>
                    <a:pt x="21020" y="105578"/>
                  </a:lnTo>
                  <a:lnTo>
                    <a:pt x="19109" y="104145"/>
                  </a:lnTo>
                  <a:lnTo>
                    <a:pt x="19587" y="103667"/>
                  </a:lnTo>
                  <a:lnTo>
                    <a:pt x="22453" y="102712"/>
                  </a:lnTo>
                  <a:lnTo>
                    <a:pt x="22931" y="99368"/>
                  </a:lnTo>
                  <a:lnTo>
                    <a:pt x="22453" y="96979"/>
                  </a:lnTo>
                  <a:lnTo>
                    <a:pt x="21020" y="96501"/>
                  </a:lnTo>
                  <a:lnTo>
                    <a:pt x="16721" y="95068"/>
                  </a:lnTo>
                  <a:lnTo>
                    <a:pt x="15287" y="95068"/>
                  </a:lnTo>
                  <a:lnTo>
                    <a:pt x="14332" y="93157"/>
                  </a:lnTo>
                  <a:lnTo>
                    <a:pt x="11466" y="91724"/>
                  </a:lnTo>
                  <a:lnTo>
                    <a:pt x="10510" y="92202"/>
                  </a:lnTo>
                  <a:lnTo>
                    <a:pt x="9555" y="93157"/>
                  </a:lnTo>
                  <a:lnTo>
                    <a:pt x="8599" y="92680"/>
                  </a:lnTo>
                  <a:lnTo>
                    <a:pt x="6688" y="91724"/>
                  </a:lnTo>
                  <a:lnTo>
                    <a:pt x="4777" y="90769"/>
                  </a:lnTo>
                  <a:lnTo>
                    <a:pt x="3821" y="90291"/>
                  </a:lnTo>
                  <a:lnTo>
                    <a:pt x="4777" y="87902"/>
                  </a:lnTo>
                  <a:lnTo>
                    <a:pt x="6210" y="87902"/>
                  </a:lnTo>
                  <a:lnTo>
                    <a:pt x="6688" y="86469"/>
                  </a:lnTo>
                  <a:lnTo>
                    <a:pt x="5255" y="83603"/>
                  </a:lnTo>
                  <a:lnTo>
                    <a:pt x="5733" y="82170"/>
                  </a:lnTo>
                  <a:lnTo>
                    <a:pt x="6688" y="81692"/>
                  </a:lnTo>
                  <a:lnTo>
                    <a:pt x="8121" y="81692"/>
                  </a:lnTo>
                  <a:lnTo>
                    <a:pt x="9555" y="83603"/>
                  </a:lnTo>
                  <a:lnTo>
                    <a:pt x="10032" y="85036"/>
                  </a:lnTo>
                  <a:lnTo>
                    <a:pt x="10032" y="86947"/>
                  </a:lnTo>
                  <a:lnTo>
                    <a:pt x="10987" y="88380"/>
                  </a:lnTo>
                  <a:lnTo>
                    <a:pt x="11466" y="88858"/>
                  </a:lnTo>
                  <a:lnTo>
                    <a:pt x="11943" y="86947"/>
                  </a:lnTo>
                  <a:lnTo>
                    <a:pt x="12421" y="86947"/>
                  </a:lnTo>
                  <a:lnTo>
                    <a:pt x="13376" y="87424"/>
                  </a:lnTo>
                  <a:lnTo>
                    <a:pt x="15287" y="87902"/>
                  </a:lnTo>
                  <a:lnTo>
                    <a:pt x="20064" y="86947"/>
                  </a:lnTo>
                  <a:lnTo>
                    <a:pt x="21020" y="85991"/>
                  </a:lnTo>
                  <a:lnTo>
                    <a:pt x="17198" y="85991"/>
                  </a:lnTo>
                  <a:lnTo>
                    <a:pt x="16243" y="85514"/>
                  </a:lnTo>
                  <a:lnTo>
                    <a:pt x="14809" y="83603"/>
                  </a:lnTo>
                  <a:lnTo>
                    <a:pt x="13854" y="82170"/>
                  </a:lnTo>
                  <a:lnTo>
                    <a:pt x="13854" y="81214"/>
                  </a:lnTo>
                  <a:lnTo>
                    <a:pt x="13376" y="80258"/>
                  </a:lnTo>
                  <a:lnTo>
                    <a:pt x="13854" y="79303"/>
                  </a:lnTo>
                  <a:lnTo>
                    <a:pt x="16243" y="78348"/>
                  </a:lnTo>
                  <a:lnTo>
                    <a:pt x="18153" y="75959"/>
                  </a:lnTo>
                  <a:lnTo>
                    <a:pt x="17198" y="75004"/>
                  </a:lnTo>
                  <a:lnTo>
                    <a:pt x="16243" y="75004"/>
                  </a:lnTo>
                  <a:lnTo>
                    <a:pt x="15287" y="75004"/>
                  </a:lnTo>
                  <a:lnTo>
                    <a:pt x="14332" y="74048"/>
                  </a:lnTo>
                  <a:lnTo>
                    <a:pt x="14332" y="73093"/>
                  </a:lnTo>
                  <a:lnTo>
                    <a:pt x="14809" y="72137"/>
                  </a:lnTo>
                  <a:lnTo>
                    <a:pt x="14809" y="70704"/>
                  </a:lnTo>
                  <a:lnTo>
                    <a:pt x="12421" y="67360"/>
                  </a:lnTo>
                  <a:lnTo>
                    <a:pt x="11466" y="66405"/>
                  </a:lnTo>
                  <a:lnTo>
                    <a:pt x="12421" y="65449"/>
                  </a:lnTo>
                  <a:lnTo>
                    <a:pt x="14332" y="63538"/>
                  </a:lnTo>
                  <a:lnTo>
                    <a:pt x="16243" y="61149"/>
                  </a:lnTo>
                  <a:lnTo>
                    <a:pt x="15765" y="60672"/>
                  </a:lnTo>
                  <a:lnTo>
                    <a:pt x="14332" y="60194"/>
                  </a:lnTo>
                  <a:lnTo>
                    <a:pt x="7644" y="61149"/>
                  </a:lnTo>
                  <a:lnTo>
                    <a:pt x="5255" y="62105"/>
                  </a:lnTo>
                  <a:lnTo>
                    <a:pt x="478" y="62582"/>
                  </a:lnTo>
                  <a:lnTo>
                    <a:pt x="0" y="61149"/>
                  </a:lnTo>
                  <a:lnTo>
                    <a:pt x="0" y="60194"/>
                  </a:lnTo>
                  <a:lnTo>
                    <a:pt x="955" y="57805"/>
                  </a:lnTo>
                  <a:lnTo>
                    <a:pt x="955" y="53028"/>
                  </a:lnTo>
                  <a:lnTo>
                    <a:pt x="1911" y="50162"/>
                  </a:lnTo>
                  <a:lnTo>
                    <a:pt x="4300" y="49206"/>
                  </a:lnTo>
                  <a:lnTo>
                    <a:pt x="7644" y="45384"/>
                  </a:lnTo>
                  <a:lnTo>
                    <a:pt x="12898" y="40129"/>
                  </a:lnTo>
                  <a:lnTo>
                    <a:pt x="18153" y="40607"/>
                  </a:lnTo>
                  <a:lnTo>
                    <a:pt x="20542" y="39174"/>
                  </a:lnTo>
                  <a:lnTo>
                    <a:pt x="23409" y="39174"/>
                  </a:lnTo>
                  <a:lnTo>
                    <a:pt x="24364" y="40129"/>
                  </a:lnTo>
                  <a:lnTo>
                    <a:pt x="24364" y="41085"/>
                  </a:lnTo>
                  <a:lnTo>
                    <a:pt x="27230" y="42040"/>
                  </a:lnTo>
                  <a:lnTo>
                    <a:pt x="32485" y="42040"/>
                  </a:lnTo>
                  <a:lnTo>
                    <a:pt x="33441" y="41563"/>
                  </a:lnTo>
                  <a:lnTo>
                    <a:pt x="34874" y="40607"/>
                  </a:lnTo>
                  <a:lnTo>
                    <a:pt x="32485" y="38218"/>
                  </a:lnTo>
                  <a:lnTo>
                    <a:pt x="33441" y="37741"/>
                  </a:lnTo>
                  <a:lnTo>
                    <a:pt x="35352" y="37741"/>
                  </a:lnTo>
                  <a:lnTo>
                    <a:pt x="37741" y="38218"/>
                  </a:lnTo>
                  <a:lnTo>
                    <a:pt x="37741" y="38696"/>
                  </a:lnTo>
                  <a:lnTo>
                    <a:pt x="37263" y="39651"/>
                  </a:lnTo>
                  <a:lnTo>
                    <a:pt x="36307" y="40607"/>
                  </a:lnTo>
                  <a:lnTo>
                    <a:pt x="37263" y="41085"/>
                  </a:lnTo>
                  <a:lnTo>
                    <a:pt x="43473" y="40129"/>
                  </a:lnTo>
                  <a:lnTo>
                    <a:pt x="50162" y="41085"/>
                  </a:lnTo>
                  <a:lnTo>
                    <a:pt x="52550" y="40607"/>
                  </a:lnTo>
                  <a:lnTo>
                    <a:pt x="57805" y="40607"/>
                  </a:lnTo>
                  <a:lnTo>
                    <a:pt x="58760" y="39651"/>
                  </a:lnTo>
                  <a:lnTo>
                    <a:pt x="57328" y="38696"/>
                  </a:lnTo>
                  <a:lnTo>
                    <a:pt x="55416" y="38218"/>
                  </a:lnTo>
                  <a:lnTo>
                    <a:pt x="54461" y="37741"/>
                  </a:lnTo>
                  <a:lnTo>
                    <a:pt x="53505" y="37263"/>
                  </a:lnTo>
                  <a:lnTo>
                    <a:pt x="56850" y="34874"/>
                  </a:lnTo>
                  <a:lnTo>
                    <a:pt x="58760" y="34397"/>
                  </a:lnTo>
                  <a:lnTo>
                    <a:pt x="67837" y="32963"/>
                  </a:lnTo>
                  <a:lnTo>
                    <a:pt x="74526" y="32486"/>
                  </a:lnTo>
                  <a:lnTo>
                    <a:pt x="74526" y="31530"/>
                  </a:lnTo>
                  <a:lnTo>
                    <a:pt x="73570" y="31530"/>
                  </a:lnTo>
                  <a:lnTo>
                    <a:pt x="64971" y="30575"/>
                  </a:lnTo>
                  <a:lnTo>
                    <a:pt x="62582" y="29619"/>
                  </a:lnTo>
                  <a:lnTo>
                    <a:pt x="59716" y="27708"/>
                  </a:lnTo>
                  <a:lnTo>
                    <a:pt x="59239" y="26753"/>
                  </a:lnTo>
                  <a:lnTo>
                    <a:pt x="58760" y="25798"/>
                  </a:lnTo>
                  <a:lnTo>
                    <a:pt x="58760" y="23409"/>
                  </a:lnTo>
                  <a:lnTo>
                    <a:pt x="59716" y="21498"/>
                  </a:lnTo>
                  <a:lnTo>
                    <a:pt x="60671" y="20542"/>
                  </a:lnTo>
                  <a:lnTo>
                    <a:pt x="64016" y="20542"/>
                  </a:lnTo>
                  <a:lnTo>
                    <a:pt x="75959" y="22453"/>
                  </a:lnTo>
                  <a:lnTo>
                    <a:pt x="84080" y="21020"/>
                  </a:lnTo>
                  <a:lnTo>
                    <a:pt x="93635" y="23886"/>
                  </a:lnTo>
                  <a:lnTo>
                    <a:pt x="102234" y="23409"/>
                  </a:lnTo>
                  <a:lnTo>
                    <a:pt x="104145" y="21975"/>
                  </a:lnTo>
                  <a:lnTo>
                    <a:pt x="106533" y="18154"/>
                  </a:lnTo>
                  <a:lnTo>
                    <a:pt x="118955" y="11943"/>
                  </a:lnTo>
                  <a:lnTo>
                    <a:pt x="123254" y="8599"/>
                  </a:lnTo>
                  <a:lnTo>
                    <a:pt x="128031" y="6688"/>
                  </a:lnTo>
                  <a:lnTo>
                    <a:pt x="136153" y="4300"/>
                  </a:lnTo>
                  <a:lnTo>
                    <a:pt x="142841" y="1911"/>
                  </a:lnTo>
                  <a:lnTo>
                    <a:pt x="144752" y="1433"/>
                  </a:lnTo>
                  <a:lnTo>
                    <a:pt x="160517" y="2866"/>
                  </a:lnTo>
                  <a:lnTo>
                    <a:pt x="171505" y="2866"/>
                  </a:lnTo>
                  <a:lnTo>
                    <a:pt x="176760" y="0"/>
                  </a:lnTo>
                  <a:lnTo>
                    <a:pt x="179626" y="956"/>
                  </a:lnTo>
                  <a:lnTo>
                    <a:pt x="179626" y="1911"/>
                  </a:lnTo>
                  <a:lnTo>
                    <a:pt x="178671" y="2866"/>
                  </a:lnTo>
                  <a:lnTo>
                    <a:pt x="179149" y="4300"/>
                  </a:lnTo>
                  <a:lnTo>
                    <a:pt x="180581" y="6688"/>
                  </a:lnTo>
                  <a:lnTo>
                    <a:pt x="182492" y="8599"/>
                  </a:lnTo>
                  <a:lnTo>
                    <a:pt x="187747" y="10510"/>
                  </a:lnTo>
                  <a:lnTo>
                    <a:pt x="194913" y="8599"/>
                  </a:lnTo>
                  <a:lnTo>
                    <a:pt x="195869" y="9077"/>
                  </a:lnTo>
                  <a:lnTo>
                    <a:pt x="197302" y="9555"/>
                  </a:lnTo>
                  <a:lnTo>
                    <a:pt x="200169" y="15765"/>
                  </a:lnTo>
                  <a:lnTo>
                    <a:pt x="202079" y="17676"/>
                  </a:lnTo>
                  <a:lnTo>
                    <a:pt x="204468" y="19587"/>
                  </a:lnTo>
                  <a:lnTo>
                    <a:pt x="206379" y="19587"/>
                  </a:lnTo>
                  <a:lnTo>
                    <a:pt x="208290" y="18154"/>
                  </a:lnTo>
                  <a:lnTo>
                    <a:pt x="209245" y="17676"/>
                  </a:lnTo>
                  <a:lnTo>
                    <a:pt x="212112" y="17198"/>
                  </a:lnTo>
                  <a:lnTo>
                    <a:pt x="215933" y="19109"/>
                  </a:lnTo>
                  <a:lnTo>
                    <a:pt x="217367" y="21498"/>
                  </a:lnTo>
                  <a:lnTo>
                    <a:pt x="225010" y="23409"/>
                  </a:lnTo>
                  <a:lnTo>
                    <a:pt x="231699" y="23886"/>
                  </a:lnTo>
                  <a:lnTo>
                    <a:pt x="234565" y="25798"/>
                  </a:lnTo>
                  <a:lnTo>
                    <a:pt x="243642" y="27708"/>
                  </a:lnTo>
                  <a:lnTo>
                    <a:pt x="246986" y="27708"/>
                  </a:lnTo>
                  <a:lnTo>
                    <a:pt x="253197" y="25798"/>
                  </a:lnTo>
                  <a:lnTo>
                    <a:pt x="264184" y="23409"/>
                  </a:lnTo>
                  <a:lnTo>
                    <a:pt x="271828" y="26275"/>
                  </a:lnTo>
                  <a:lnTo>
                    <a:pt x="274217" y="26753"/>
                  </a:lnTo>
                  <a:lnTo>
                    <a:pt x="275650" y="26753"/>
                  </a:lnTo>
                  <a:lnTo>
                    <a:pt x="278516" y="27231"/>
                  </a:lnTo>
                  <a:lnTo>
                    <a:pt x="280905" y="26753"/>
                  </a:lnTo>
                  <a:lnTo>
                    <a:pt x="289504" y="23409"/>
                  </a:lnTo>
                  <a:lnTo>
                    <a:pt x="291893" y="21498"/>
                  </a:lnTo>
                  <a:lnTo>
                    <a:pt x="294759" y="21020"/>
                  </a:lnTo>
                  <a:lnTo>
                    <a:pt x="297147" y="19587"/>
                  </a:lnTo>
                  <a:lnTo>
                    <a:pt x="303836" y="15765"/>
                  </a:lnTo>
                  <a:lnTo>
                    <a:pt x="305747" y="1337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7" name="Freeform 5506">
              <a:extLst>
                <a:ext uri="{FF2B5EF4-FFF2-40B4-BE49-F238E27FC236}">
                  <a16:creationId xmlns:a16="http://schemas.microsoft.com/office/drawing/2014/main" id="{2837946E-C237-0F65-7834-B1DB21451DBC}"/>
                </a:ext>
              </a:extLst>
            </p:cNvPr>
            <p:cNvSpPr/>
            <p:nvPr/>
          </p:nvSpPr>
          <p:spPr>
            <a:xfrm>
              <a:off x="6392669" y="3938043"/>
              <a:ext cx="6210" cy="3344"/>
            </a:xfrm>
            <a:custGeom>
              <a:avLst/>
              <a:gdLst>
                <a:gd name="csX0" fmla="*/ 6211 w 6210"/>
                <a:gd name="csY0" fmla="*/ 2389 h 3344"/>
                <a:gd name="csX1" fmla="*/ 1433 w 6210"/>
                <a:gd name="csY1" fmla="*/ 3344 h 3344"/>
                <a:gd name="csX2" fmla="*/ 0 w 6210"/>
                <a:gd name="csY2" fmla="*/ 2389 h 3344"/>
                <a:gd name="csX3" fmla="*/ 1433 w 6210"/>
                <a:gd name="csY3" fmla="*/ 956 h 3344"/>
                <a:gd name="csX4" fmla="*/ 4300 w 6210"/>
                <a:gd name="csY4" fmla="*/ 478 h 3344"/>
                <a:gd name="csX5" fmla="*/ 5255 w 6210"/>
                <a:gd name="csY5" fmla="*/ 0 h 3344"/>
                <a:gd name="csX6" fmla="*/ 6211 w 6210"/>
                <a:gd name="csY6" fmla="*/ 1433 h 3344"/>
                <a:gd name="csX7" fmla="*/ 6211 w 6210"/>
                <a:gd name="csY7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3344">
                  <a:moveTo>
                    <a:pt x="6211" y="2389"/>
                  </a:moveTo>
                  <a:lnTo>
                    <a:pt x="1433" y="3344"/>
                  </a:lnTo>
                  <a:lnTo>
                    <a:pt x="0" y="2389"/>
                  </a:lnTo>
                  <a:lnTo>
                    <a:pt x="1433" y="956"/>
                  </a:lnTo>
                  <a:lnTo>
                    <a:pt x="4300" y="478"/>
                  </a:lnTo>
                  <a:lnTo>
                    <a:pt x="5255" y="0"/>
                  </a:lnTo>
                  <a:lnTo>
                    <a:pt x="6211" y="1433"/>
                  </a:lnTo>
                  <a:lnTo>
                    <a:pt x="621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8" name="Freeform 5507">
              <a:extLst>
                <a:ext uri="{FF2B5EF4-FFF2-40B4-BE49-F238E27FC236}">
                  <a16:creationId xmlns:a16="http://schemas.microsoft.com/office/drawing/2014/main" id="{AA15E04B-2845-066B-67E0-5052854AA337}"/>
                </a:ext>
              </a:extLst>
            </p:cNvPr>
            <p:cNvSpPr/>
            <p:nvPr/>
          </p:nvSpPr>
          <p:spPr>
            <a:xfrm>
              <a:off x="4677620" y="4528517"/>
              <a:ext cx="5732" cy="2866"/>
            </a:xfrm>
            <a:custGeom>
              <a:avLst/>
              <a:gdLst>
                <a:gd name="csX0" fmla="*/ 1433 w 5732"/>
                <a:gd name="csY0" fmla="*/ 2867 h 2866"/>
                <a:gd name="csX1" fmla="*/ 0 w 5732"/>
                <a:gd name="csY1" fmla="*/ 2867 h 2866"/>
                <a:gd name="csX2" fmla="*/ 478 w 5732"/>
                <a:gd name="csY2" fmla="*/ 2389 h 2866"/>
                <a:gd name="csX3" fmla="*/ 2389 w 5732"/>
                <a:gd name="csY3" fmla="*/ 956 h 2866"/>
                <a:gd name="csX4" fmla="*/ 5255 w 5732"/>
                <a:gd name="csY4" fmla="*/ 0 h 2866"/>
                <a:gd name="csX5" fmla="*/ 5733 w 5732"/>
                <a:gd name="csY5" fmla="*/ 0 h 2866"/>
                <a:gd name="csX6" fmla="*/ 5255 w 5732"/>
                <a:gd name="csY6" fmla="*/ 956 h 2866"/>
                <a:gd name="csX7" fmla="*/ 1433 w 5732"/>
                <a:gd name="csY7" fmla="*/ 2867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32" h="2866">
                  <a:moveTo>
                    <a:pt x="1433" y="2867"/>
                  </a:moveTo>
                  <a:lnTo>
                    <a:pt x="0" y="2867"/>
                  </a:lnTo>
                  <a:lnTo>
                    <a:pt x="478" y="2389"/>
                  </a:lnTo>
                  <a:lnTo>
                    <a:pt x="2389" y="956"/>
                  </a:lnTo>
                  <a:lnTo>
                    <a:pt x="5255" y="0"/>
                  </a:lnTo>
                  <a:lnTo>
                    <a:pt x="5733" y="0"/>
                  </a:lnTo>
                  <a:lnTo>
                    <a:pt x="5255" y="956"/>
                  </a:lnTo>
                  <a:lnTo>
                    <a:pt x="1433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9" name="Freeform 5508">
              <a:extLst>
                <a:ext uri="{FF2B5EF4-FFF2-40B4-BE49-F238E27FC236}">
                  <a16:creationId xmlns:a16="http://schemas.microsoft.com/office/drawing/2014/main" id="{0071A9AD-65F9-EA0D-1D40-42875C07735E}"/>
                </a:ext>
              </a:extLst>
            </p:cNvPr>
            <p:cNvSpPr/>
            <p:nvPr/>
          </p:nvSpPr>
          <p:spPr>
            <a:xfrm>
              <a:off x="4656122" y="4537594"/>
              <a:ext cx="19587" cy="14331"/>
            </a:xfrm>
            <a:custGeom>
              <a:avLst/>
              <a:gdLst>
                <a:gd name="csX0" fmla="*/ 17676 w 19587"/>
                <a:gd name="csY0" fmla="*/ 12899 h 14331"/>
                <a:gd name="csX1" fmla="*/ 14332 w 19587"/>
                <a:gd name="csY1" fmla="*/ 13854 h 14331"/>
                <a:gd name="csX2" fmla="*/ 6211 w 19587"/>
                <a:gd name="csY2" fmla="*/ 14332 h 14331"/>
                <a:gd name="csX3" fmla="*/ 2389 w 19587"/>
                <a:gd name="csY3" fmla="*/ 13854 h 14331"/>
                <a:gd name="csX4" fmla="*/ 0 w 19587"/>
                <a:gd name="csY4" fmla="*/ 13854 h 14331"/>
                <a:gd name="csX5" fmla="*/ 4777 w 19587"/>
                <a:gd name="csY5" fmla="*/ 11943 h 14331"/>
                <a:gd name="csX6" fmla="*/ 5255 w 19587"/>
                <a:gd name="csY6" fmla="*/ 10988 h 14331"/>
                <a:gd name="csX7" fmla="*/ 7644 w 19587"/>
                <a:gd name="csY7" fmla="*/ 10510 h 14331"/>
                <a:gd name="csX8" fmla="*/ 8121 w 19587"/>
                <a:gd name="csY8" fmla="*/ 10510 h 14331"/>
                <a:gd name="csX9" fmla="*/ 8599 w 19587"/>
                <a:gd name="csY9" fmla="*/ 5255 h 14331"/>
                <a:gd name="csX10" fmla="*/ 8599 w 19587"/>
                <a:gd name="csY10" fmla="*/ 4299 h 14331"/>
                <a:gd name="csX11" fmla="*/ 8121 w 19587"/>
                <a:gd name="csY11" fmla="*/ 3344 h 14331"/>
                <a:gd name="csX12" fmla="*/ 7166 w 19587"/>
                <a:gd name="csY12" fmla="*/ 3344 h 14331"/>
                <a:gd name="csX13" fmla="*/ 5255 w 19587"/>
                <a:gd name="csY13" fmla="*/ 2389 h 14331"/>
                <a:gd name="csX14" fmla="*/ 5255 w 19587"/>
                <a:gd name="csY14" fmla="*/ 1911 h 14331"/>
                <a:gd name="csX15" fmla="*/ 6211 w 19587"/>
                <a:gd name="csY15" fmla="*/ 1433 h 14331"/>
                <a:gd name="csX16" fmla="*/ 8599 w 19587"/>
                <a:gd name="csY16" fmla="*/ 1433 h 14331"/>
                <a:gd name="csX17" fmla="*/ 10510 w 19587"/>
                <a:gd name="csY17" fmla="*/ 478 h 14331"/>
                <a:gd name="csX18" fmla="*/ 14332 w 19587"/>
                <a:gd name="csY18" fmla="*/ 478 h 14331"/>
                <a:gd name="csX19" fmla="*/ 16243 w 19587"/>
                <a:gd name="csY19" fmla="*/ 0 h 14331"/>
                <a:gd name="csX20" fmla="*/ 19587 w 19587"/>
                <a:gd name="csY20" fmla="*/ 0 h 14331"/>
                <a:gd name="csX21" fmla="*/ 18154 w 19587"/>
                <a:gd name="csY21" fmla="*/ 2389 h 14331"/>
                <a:gd name="csX22" fmla="*/ 17198 w 19587"/>
                <a:gd name="csY22" fmla="*/ 2866 h 14331"/>
                <a:gd name="csX23" fmla="*/ 17676 w 19587"/>
                <a:gd name="csY23" fmla="*/ 5255 h 14331"/>
                <a:gd name="csX24" fmla="*/ 17198 w 19587"/>
                <a:gd name="csY24" fmla="*/ 6210 h 14331"/>
                <a:gd name="csX25" fmla="*/ 17676 w 19587"/>
                <a:gd name="csY25" fmla="*/ 8121 h 14331"/>
                <a:gd name="csX26" fmla="*/ 18632 w 19587"/>
                <a:gd name="csY26" fmla="*/ 9555 h 14331"/>
                <a:gd name="csX27" fmla="*/ 18154 w 19587"/>
                <a:gd name="csY27" fmla="*/ 10510 h 14331"/>
                <a:gd name="csX28" fmla="*/ 17676 w 19587"/>
                <a:gd name="csY28" fmla="*/ 12421 h 14331"/>
                <a:gd name="csX29" fmla="*/ 17676 w 19587"/>
                <a:gd name="csY29" fmla="*/ 12899 h 14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9587" h="14331">
                  <a:moveTo>
                    <a:pt x="17676" y="12899"/>
                  </a:moveTo>
                  <a:lnTo>
                    <a:pt x="14332" y="13854"/>
                  </a:lnTo>
                  <a:lnTo>
                    <a:pt x="6211" y="14332"/>
                  </a:lnTo>
                  <a:lnTo>
                    <a:pt x="2389" y="13854"/>
                  </a:lnTo>
                  <a:lnTo>
                    <a:pt x="0" y="13854"/>
                  </a:lnTo>
                  <a:lnTo>
                    <a:pt x="4777" y="11943"/>
                  </a:lnTo>
                  <a:lnTo>
                    <a:pt x="5255" y="10988"/>
                  </a:lnTo>
                  <a:lnTo>
                    <a:pt x="7644" y="10510"/>
                  </a:lnTo>
                  <a:lnTo>
                    <a:pt x="8121" y="10510"/>
                  </a:lnTo>
                  <a:lnTo>
                    <a:pt x="8599" y="5255"/>
                  </a:lnTo>
                  <a:lnTo>
                    <a:pt x="8599" y="4299"/>
                  </a:lnTo>
                  <a:lnTo>
                    <a:pt x="8121" y="3344"/>
                  </a:lnTo>
                  <a:lnTo>
                    <a:pt x="7166" y="3344"/>
                  </a:lnTo>
                  <a:lnTo>
                    <a:pt x="5255" y="2389"/>
                  </a:lnTo>
                  <a:lnTo>
                    <a:pt x="5255" y="1911"/>
                  </a:lnTo>
                  <a:lnTo>
                    <a:pt x="6211" y="1433"/>
                  </a:lnTo>
                  <a:lnTo>
                    <a:pt x="8599" y="1433"/>
                  </a:lnTo>
                  <a:lnTo>
                    <a:pt x="10510" y="478"/>
                  </a:lnTo>
                  <a:lnTo>
                    <a:pt x="14332" y="478"/>
                  </a:lnTo>
                  <a:lnTo>
                    <a:pt x="16243" y="0"/>
                  </a:lnTo>
                  <a:lnTo>
                    <a:pt x="19587" y="0"/>
                  </a:lnTo>
                  <a:lnTo>
                    <a:pt x="18154" y="2389"/>
                  </a:lnTo>
                  <a:lnTo>
                    <a:pt x="17198" y="2866"/>
                  </a:lnTo>
                  <a:lnTo>
                    <a:pt x="17676" y="5255"/>
                  </a:lnTo>
                  <a:lnTo>
                    <a:pt x="17198" y="6210"/>
                  </a:lnTo>
                  <a:lnTo>
                    <a:pt x="17676" y="8121"/>
                  </a:lnTo>
                  <a:lnTo>
                    <a:pt x="18632" y="9555"/>
                  </a:lnTo>
                  <a:lnTo>
                    <a:pt x="18154" y="10510"/>
                  </a:lnTo>
                  <a:lnTo>
                    <a:pt x="17676" y="12421"/>
                  </a:lnTo>
                  <a:lnTo>
                    <a:pt x="17676" y="128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0" name="Freeform 5509">
              <a:extLst>
                <a:ext uri="{FF2B5EF4-FFF2-40B4-BE49-F238E27FC236}">
                  <a16:creationId xmlns:a16="http://schemas.microsoft.com/office/drawing/2014/main" id="{B54549CF-4FC4-DB4A-6E0C-FD406AAB6ACB}"/>
                </a:ext>
              </a:extLst>
            </p:cNvPr>
            <p:cNvSpPr/>
            <p:nvPr/>
          </p:nvSpPr>
          <p:spPr>
            <a:xfrm>
              <a:off x="8264891" y="4261944"/>
              <a:ext cx="36784" cy="66404"/>
            </a:xfrm>
            <a:custGeom>
              <a:avLst/>
              <a:gdLst>
                <a:gd name="csX0" fmla="*/ 5255 w 36784"/>
                <a:gd name="csY0" fmla="*/ 53983 h 66404"/>
                <a:gd name="csX1" fmla="*/ 3822 w 36784"/>
                <a:gd name="csY1" fmla="*/ 52550 h 66404"/>
                <a:gd name="csX2" fmla="*/ 3344 w 36784"/>
                <a:gd name="csY2" fmla="*/ 50639 h 66404"/>
                <a:gd name="csX3" fmla="*/ 1433 w 36784"/>
                <a:gd name="csY3" fmla="*/ 45862 h 66404"/>
                <a:gd name="csX4" fmla="*/ 955 w 36784"/>
                <a:gd name="csY4" fmla="*/ 44429 h 66404"/>
                <a:gd name="csX5" fmla="*/ 478 w 36784"/>
                <a:gd name="csY5" fmla="*/ 43473 h 66404"/>
                <a:gd name="csX6" fmla="*/ 0 w 36784"/>
                <a:gd name="csY6" fmla="*/ 42518 h 66404"/>
                <a:gd name="csX7" fmla="*/ 478 w 36784"/>
                <a:gd name="csY7" fmla="*/ 41085 h 66404"/>
                <a:gd name="csX8" fmla="*/ 955 w 36784"/>
                <a:gd name="csY8" fmla="*/ 39174 h 66404"/>
                <a:gd name="csX9" fmla="*/ 1433 w 36784"/>
                <a:gd name="csY9" fmla="*/ 37263 h 66404"/>
                <a:gd name="csX10" fmla="*/ 955 w 36784"/>
                <a:gd name="csY10" fmla="*/ 34874 h 66404"/>
                <a:gd name="csX11" fmla="*/ 1433 w 36784"/>
                <a:gd name="csY11" fmla="*/ 32486 h 66404"/>
                <a:gd name="csX12" fmla="*/ 1911 w 36784"/>
                <a:gd name="csY12" fmla="*/ 31052 h 66404"/>
                <a:gd name="csX13" fmla="*/ 10988 w 36784"/>
                <a:gd name="csY13" fmla="*/ 16243 h 66404"/>
                <a:gd name="csX14" fmla="*/ 13854 w 36784"/>
                <a:gd name="csY14" fmla="*/ 12899 h 66404"/>
                <a:gd name="csX15" fmla="*/ 15287 w 36784"/>
                <a:gd name="csY15" fmla="*/ 10988 h 66404"/>
                <a:gd name="csX16" fmla="*/ 16721 w 36784"/>
                <a:gd name="csY16" fmla="*/ 9555 h 66404"/>
                <a:gd name="csX17" fmla="*/ 17676 w 36784"/>
                <a:gd name="csY17" fmla="*/ 7166 h 66404"/>
                <a:gd name="csX18" fmla="*/ 19109 w 36784"/>
                <a:gd name="csY18" fmla="*/ 4777 h 66404"/>
                <a:gd name="csX19" fmla="*/ 20543 w 36784"/>
                <a:gd name="csY19" fmla="*/ 4300 h 66404"/>
                <a:gd name="csX20" fmla="*/ 25798 w 36784"/>
                <a:gd name="csY20" fmla="*/ 2389 h 66404"/>
                <a:gd name="csX21" fmla="*/ 27230 w 36784"/>
                <a:gd name="csY21" fmla="*/ 478 h 66404"/>
                <a:gd name="csX22" fmla="*/ 28664 w 36784"/>
                <a:gd name="csY22" fmla="*/ 0 h 66404"/>
                <a:gd name="csX23" fmla="*/ 30097 w 36784"/>
                <a:gd name="csY23" fmla="*/ 0 h 66404"/>
                <a:gd name="csX24" fmla="*/ 31052 w 36784"/>
                <a:gd name="csY24" fmla="*/ 956 h 66404"/>
                <a:gd name="csX25" fmla="*/ 32008 w 36784"/>
                <a:gd name="csY25" fmla="*/ 1911 h 66404"/>
                <a:gd name="csX26" fmla="*/ 32963 w 36784"/>
                <a:gd name="csY26" fmla="*/ 2389 h 66404"/>
                <a:gd name="csX27" fmla="*/ 35352 w 36784"/>
                <a:gd name="csY27" fmla="*/ 3344 h 66404"/>
                <a:gd name="csX28" fmla="*/ 36307 w 36784"/>
                <a:gd name="csY28" fmla="*/ 4300 h 66404"/>
                <a:gd name="csX29" fmla="*/ 36785 w 36784"/>
                <a:gd name="csY29" fmla="*/ 6210 h 66404"/>
                <a:gd name="csX30" fmla="*/ 35352 w 36784"/>
                <a:gd name="csY30" fmla="*/ 7644 h 66404"/>
                <a:gd name="csX31" fmla="*/ 34874 w 36784"/>
                <a:gd name="csY31" fmla="*/ 9077 h 66404"/>
                <a:gd name="csX32" fmla="*/ 34396 w 36784"/>
                <a:gd name="csY32" fmla="*/ 10510 h 66404"/>
                <a:gd name="csX33" fmla="*/ 34874 w 36784"/>
                <a:gd name="csY33" fmla="*/ 12899 h 66404"/>
                <a:gd name="csX34" fmla="*/ 34874 w 36784"/>
                <a:gd name="csY34" fmla="*/ 14809 h 66404"/>
                <a:gd name="csX35" fmla="*/ 32963 w 36784"/>
                <a:gd name="csY35" fmla="*/ 20065 h 66404"/>
                <a:gd name="csX36" fmla="*/ 31052 w 36784"/>
                <a:gd name="csY36" fmla="*/ 22931 h 66404"/>
                <a:gd name="csX37" fmla="*/ 30575 w 36784"/>
                <a:gd name="csY37" fmla="*/ 24364 h 66404"/>
                <a:gd name="csX38" fmla="*/ 30097 w 36784"/>
                <a:gd name="csY38" fmla="*/ 28186 h 66404"/>
                <a:gd name="csX39" fmla="*/ 28664 w 36784"/>
                <a:gd name="csY39" fmla="*/ 32008 h 66404"/>
                <a:gd name="csX40" fmla="*/ 27709 w 36784"/>
                <a:gd name="csY40" fmla="*/ 36785 h 66404"/>
                <a:gd name="csX41" fmla="*/ 26275 w 36784"/>
                <a:gd name="csY41" fmla="*/ 42040 h 66404"/>
                <a:gd name="csX42" fmla="*/ 25320 w 36784"/>
                <a:gd name="csY42" fmla="*/ 43951 h 66404"/>
                <a:gd name="csX43" fmla="*/ 24364 w 36784"/>
                <a:gd name="csY43" fmla="*/ 45862 h 66404"/>
                <a:gd name="csX44" fmla="*/ 21498 w 36784"/>
                <a:gd name="csY44" fmla="*/ 49684 h 66404"/>
                <a:gd name="csX45" fmla="*/ 18632 w 36784"/>
                <a:gd name="csY45" fmla="*/ 52550 h 66404"/>
                <a:gd name="csX46" fmla="*/ 17198 w 36784"/>
                <a:gd name="csY46" fmla="*/ 54939 h 66404"/>
                <a:gd name="csX47" fmla="*/ 16243 w 36784"/>
                <a:gd name="csY47" fmla="*/ 57328 h 66404"/>
                <a:gd name="csX48" fmla="*/ 16243 w 36784"/>
                <a:gd name="csY48" fmla="*/ 59716 h 66404"/>
                <a:gd name="csX49" fmla="*/ 16243 w 36784"/>
                <a:gd name="csY49" fmla="*/ 62105 h 66404"/>
                <a:gd name="csX50" fmla="*/ 15765 w 36784"/>
                <a:gd name="csY50" fmla="*/ 64016 h 66404"/>
                <a:gd name="csX51" fmla="*/ 15287 w 36784"/>
                <a:gd name="csY51" fmla="*/ 66405 h 66404"/>
                <a:gd name="csX52" fmla="*/ 13377 w 36784"/>
                <a:gd name="csY52" fmla="*/ 65449 h 66404"/>
                <a:gd name="csX53" fmla="*/ 12421 w 36784"/>
                <a:gd name="csY53" fmla="*/ 64016 h 66404"/>
                <a:gd name="csX54" fmla="*/ 11943 w 36784"/>
                <a:gd name="csY54" fmla="*/ 61627 h 66404"/>
                <a:gd name="csX55" fmla="*/ 10510 w 36784"/>
                <a:gd name="csY55" fmla="*/ 58761 h 66404"/>
                <a:gd name="csX56" fmla="*/ 10032 w 36784"/>
                <a:gd name="csY56" fmla="*/ 57805 h 66404"/>
                <a:gd name="csX57" fmla="*/ 8121 w 36784"/>
                <a:gd name="csY57" fmla="*/ 56372 h 66404"/>
                <a:gd name="csX58" fmla="*/ 6211 w 36784"/>
                <a:gd name="csY58" fmla="*/ 55417 h 66404"/>
                <a:gd name="csX59" fmla="*/ 5255 w 36784"/>
                <a:gd name="csY59" fmla="*/ 53983 h 66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36784" h="66404">
                  <a:moveTo>
                    <a:pt x="5255" y="53983"/>
                  </a:moveTo>
                  <a:lnTo>
                    <a:pt x="3822" y="52550"/>
                  </a:lnTo>
                  <a:lnTo>
                    <a:pt x="3344" y="50639"/>
                  </a:lnTo>
                  <a:lnTo>
                    <a:pt x="1433" y="45862"/>
                  </a:lnTo>
                  <a:lnTo>
                    <a:pt x="955" y="44429"/>
                  </a:lnTo>
                  <a:lnTo>
                    <a:pt x="478" y="43473"/>
                  </a:lnTo>
                  <a:lnTo>
                    <a:pt x="0" y="42518"/>
                  </a:lnTo>
                  <a:lnTo>
                    <a:pt x="478" y="41085"/>
                  </a:lnTo>
                  <a:lnTo>
                    <a:pt x="955" y="39174"/>
                  </a:lnTo>
                  <a:lnTo>
                    <a:pt x="1433" y="37263"/>
                  </a:lnTo>
                  <a:lnTo>
                    <a:pt x="955" y="34874"/>
                  </a:lnTo>
                  <a:lnTo>
                    <a:pt x="1433" y="32486"/>
                  </a:lnTo>
                  <a:lnTo>
                    <a:pt x="1911" y="31052"/>
                  </a:lnTo>
                  <a:lnTo>
                    <a:pt x="10988" y="16243"/>
                  </a:lnTo>
                  <a:lnTo>
                    <a:pt x="13854" y="12899"/>
                  </a:lnTo>
                  <a:lnTo>
                    <a:pt x="15287" y="10988"/>
                  </a:lnTo>
                  <a:lnTo>
                    <a:pt x="16721" y="9555"/>
                  </a:lnTo>
                  <a:lnTo>
                    <a:pt x="17676" y="7166"/>
                  </a:lnTo>
                  <a:lnTo>
                    <a:pt x="19109" y="4777"/>
                  </a:lnTo>
                  <a:lnTo>
                    <a:pt x="20543" y="4300"/>
                  </a:lnTo>
                  <a:lnTo>
                    <a:pt x="25798" y="2389"/>
                  </a:lnTo>
                  <a:lnTo>
                    <a:pt x="27230" y="478"/>
                  </a:lnTo>
                  <a:lnTo>
                    <a:pt x="28664" y="0"/>
                  </a:lnTo>
                  <a:lnTo>
                    <a:pt x="30097" y="0"/>
                  </a:lnTo>
                  <a:lnTo>
                    <a:pt x="31052" y="956"/>
                  </a:lnTo>
                  <a:lnTo>
                    <a:pt x="32008" y="1911"/>
                  </a:lnTo>
                  <a:lnTo>
                    <a:pt x="32963" y="2389"/>
                  </a:lnTo>
                  <a:lnTo>
                    <a:pt x="35352" y="3344"/>
                  </a:lnTo>
                  <a:lnTo>
                    <a:pt x="36307" y="4300"/>
                  </a:lnTo>
                  <a:lnTo>
                    <a:pt x="36785" y="6210"/>
                  </a:lnTo>
                  <a:lnTo>
                    <a:pt x="35352" y="7644"/>
                  </a:lnTo>
                  <a:lnTo>
                    <a:pt x="34874" y="9077"/>
                  </a:lnTo>
                  <a:lnTo>
                    <a:pt x="34396" y="10510"/>
                  </a:lnTo>
                  <a:lnTo>
                    <a:pt x="34874" y="12899"/>
                  </a:lnTo>
                  <a:lnTo>
                    <a:pt x="34874" y="14809"/>
                  </a:lnTo>
                  <a:lnTo>
                    <a:pt x="32963" y="20065"/>
                  </a:lnTo>
                  <a:lnTo>
                    <a:pt x="31052" y="22931"/>
                  </a:lnTo>
                  <a:lnTo>
                    <a:pt x="30575" y="24364"/>
                  </a:lnTo>
                  <a:lnTo>
                    <a:pt x="30097" y="28186"/>
                  </a:lnTo>
                  <a:lnTo>
                    <a:pt x="28664" y="32008"/>
                  </a:lnTo>
                  <a:lnTo>
                    <a:pt x="27709" y="36785"/>
                  </a:lnTo>
                  <a:lnTo>
                    <a:pt x="26275" y="42040"/>
                  </a:lnTo>
                  <a:lnTo>
                    <a:pt x="25320" y="43951"/>
                  </a:lnTo>
                  <a:lnTo>
                    <a:pt x="24364" y="45862"/>
                  </a:lnTo>
                  <a:lnTo>
                    <a:pt x="21498" y="49684"/>
                  </a:lnTo>
                  <a:lnTo>
                    <a:pt x="18632" y="52550"/>
                  </a:lnTo>
                  <a:lnTo>
                    <a:pt x="17198" y="54939"/>
                  </a:lnTo>
                  <a:lnTo>
                    <a:pt x="16243" y="57328"/>
                  </a:lnTo>
                  <a:lnTo>
                    <a:pt x="16243" y="59716"/>
                  </a:lnTo>
                  <a:lnTo>
                    <a:pt x="16243" y="62105"/>
                  </a:lnTo>
                  <a:lnTo>
                    <a:pt x="15765" y="64016"/>
                  </a:lnTo>
                  <a:lnTo>
                    <a:pt x="15287" y="66405"/>
                  </a:lnTo>
                  <a:lnTo>
                    <a:pt x="13377" y="65449"/>
                  </a:lnTo>
                  <a:lnTo>
                    <a:pt x="12421" y="64016"/>
                  </a:lnTo>
                  <a:lnTo>
                    <a:pt x="11943" y="61627"/>
                  </a:lnTo>
                  <a:lnTo>
                    <a:pt x="10510" y="58761"/>
                  </a:lnTo>
                  <a:lnTo>
                    <a:pt x="10032" y="57805"/>
                  </a:lnTo>
                  <a:lnTo>
                    <a:pt x="8121" y="56372"/>
                  </a:lnTo>
                  <a:lnTo>
                    <a:pt x="6211" y="55417"/>
                  </a:lnTo>
                  <a:lnTo>
                    <a:pt x="5255" y="5398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1" name="Freeform 5510">
              <a:extLst>
                <a:ext uri="{FF2B5EF4-FFF2-40B4-BE49-F238E27FC236}">
                  <a16:creationId xmlns:a16="http://schemas.microsoft.com/office/drawing/2014/main" id="{3A666DE0-EE27-DBB9-4A85-8EE4B05232E5}"/>
                </a:ext>
              </a:extLst>
            </p:cNvPr>
            <p:cNvSpPr/>
            <p:nvPr/>
          </p:nvSpPr>
          <p:spPr>
            <a:xfrm>
              <a:off x="8229539" y="4277231"/>
              <a:ext cx="3344" cy="1910"/>
            </a:xfrm>
            <a:custGeom>
              <a:avLst/>
              <a:gdLst>
                <a:gd name="csX0" fmla="*/ 2389 w 3344"/>
                <a:gd name="csY0" fmla="*/ 0 h 1910"/>
                <a:gd name="csX1" fmla="*/ 3344 w 3344"/>
                <a:gd name="csY1" fmla="*/ 956 h 1910"/>
                <a:gd name="csX2" fmla="*/ 2866 w 3344"/>
                <a:gd name="csY2" fmla="*/ 1911 h 1910"/>
                <a:gd name="csX3" fmla="*/ 0 w 3344"/>
                <a:gd name="csY3" fmla="*/ 1433 h 1910"/>
                <a:gd name="csX4" fmla="*/ 0 w 3344"/>
                <a:gd name="csY4" fmla="*/ 956 h 1910"/>
                <a:gd name="csX5" fmla="*/ 956 w 3344"/>
                <a:gd name="csY5" fmla="*/ 956 h 1910"/>
                <a:gd name="csX6" fmla="*/ 2389 w 3344"/>
                <a:gd name="csY6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1910">
                  <a:moveTo>
                    <a:pt x="2389" y="0"/>
                  </a:moveTo>
                  <a:lnTo>
                    <a:pt x="3344" y="956"/>
                  </a:lnTo>
                  <a:lnTo>
                    <a:pt x="2866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956" y="956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2" name="Freeform 5511">
              <a:extLst>
                <a:ext uri="{FF2B5EF4-FFF2-40B4-BE49-F238E27FC236}">
                  <a16:creationId xmlns:a16="http://schemas.microsoft.com/office/drawing/2014/main" id="{E523555B-AC03-61C4-C854-964C1E567326}"/>
                </a:ext>
              </a:extLst>
            </p:cNvPr>
            <p:cNvSpPr/>
            <p:nvPr/>
          </p:nvSpPr>
          <p:spPr>
            <a:xfrm>
              <a:off x="6669274" y="4873438"/>
              <a:ext cx="5732" cy="6210"/>
            </a:xfrm>
            <a:custGeom>
              <a:avLst/>
              <a:gdLst>
                <a:gd name="csX0" fmla="*/ 1911 w 5732"/>
                <a:gd name="csY0" fmla="*/ 5733 h 6210"/>
                <a:gd name="csX1" fmla="*/ 955 w 5732"/>
                <a:gd name="csY1" fmla="*/ 6210 h 6210"/>
                <a:gd name="csX2" fmla="*/ 478 w 5732"/>
                <a:gd name="csY2" fmla="*/ 5733 h 6210"/>
                <a:gd name="csX3" fmla="*/ 0 w 5732"/>
                <a:gd name="csY3" fmla="*/ 4777 h 6210"/>
                <a:gd name="csX4" fmla="*/ 955 w 5732"/>
                <a:gd name="csY4" fmla="*/ 4300 h 6210"/>
                <a:gd name="csX5" fmla="*/ 1911 w 5732"/>
                <a:gd name="csY5" fmla="*/ 2866 h 6210"/>
                <a:gd name="csX6" fmla="*/ 4777 w 5732"/>
                <a:gd name="csY6" fmla="*/ 1433 h 6210"/>
                <a:gd name="csX7" fmla="*/ 5733 w 5732"/>
                <a:gd name="csY7" fmla="*/ 0 h 6210"/>
                <a:gd name="csX8" fmla="*/ 5733 w 5732"/>
                <a:gd name="csY8" fmla="*/ 0 h 6210"/>
                <a:gd name="csX9" fmla="*/ 5733 w 5732"/>
                <a:gd name="csY9" fmla="*/ 956 h 6210"/>
                <a:gd name="csX10" fmla="*/ 4300 w 5732"/>
                <a:gd name="csY10" fmla="*/ 4300 h 6210"/>
                <a:gd name="csX11" fmla="*/ 2866 w 5732"/>
                <a:gd name="csY11" fmla="*/ 4777 h 6210"/>
                <a:gd name="csX12" fmla="*/ 1911 w 5732"/>
                <a:gd name="csY12" fmla="*/ 57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732" h="6210">
                  <a:moveTo>
                    <a:pt x="1911" y="5733"/>
                  </a:moveTo>
                  <a:lnTo>
                    <a:pt x="955" y="6210"/>
                  </a:lnTo>
                  <a:lnTo>
                    <a:pt x="478" y="5733"/>
                  </a:lnTo>
                  <a:lnTo>
                    <a:pt x="0" y="4777"/>
                  </a:lnTo>
                  <a:lnTo>
                    <a:pt x="955" y="4300"/>
                  </a:lnTo>
                  <a:lnTo>
                    <a:pt x="1911" y="2866"/>
                  </a:lnTo>
                  <a:lnTo>
                    <a:pt x="4777" y="1433"/>
                  </a:lnTo>
                  <a:lnTo>
                    <a:pt x="5733" y="0"/>
                  </a:lnTo>
                  <a:lnTo>
                    <a:pt x="5733" y="0"/>
                  </a:lnTo>
                  <a:lnTo>
                    <a:pt x="5733" y="956"/>
                  </a:lnTo>
                  <a:lnTo>
                    <a:pt x="4300" y="4300"/>
                  </a:lnTo>
                  <a:lnTo>
                    <a:pt x="2866" y="4777"/>
                  </a:lnTo>
                  <a:lnTo>
                    <a:pt x="1911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3" name="Freeform 5512">
              <a:extLst>
                <a:ext uri="{FF2B5EF4-FFF2-40B4-BE49-F238E27FC236}">
                  <a16:creationId xmlns:a16="http://schemas.microsoft.com/office/drawing/2014/main" id="{27B8E1A2-F17A-974B-C13F-81245DE50B79}"/>
                </a:ext>
              </a:extLst>
            </p:cNvPr>
            <p:cNvSpPr/>
            <p:nvPr/>
          </p:nvSpPr>
          <p:spPr>
            <a:xfrm>
              <a:off x="6660675" y="4838085"/>
              <a:ext cx="7644" cy="13376"/>
            </a:xfrm>
            <a:custGeom>
              <a:avLst/>
              <a:gdLst>
                <a:gd name="csX0" fmla="*/ 6211 w 7644"/>
                <a:gd name="csY0" fmla="*/ 8121 h 13376"/>
                <a:gd name="csX1" fmla="*/ 7644 w 7644"/>
                <a:gd name="csY1" fmla="*/ 11943 h 13376"/>
                <a:gd name="csX2" fmla="*/ 7644 w 7644"/>
                <a:gd name="csY2" fmla="*/ 12899 h 13376"/>
                <a:gd name="csX3" fmla="*/ 6688 w 7644"/>
                <a:gd name="csY3" fmla="*/ 13377 h 13376"/>
                <a:gd name="csX4" fmla="*/ 6211 w 7644"/>
                <a:gd name="csY4" fmla="*/ 13377 h 13376"/>
                <a:gd name="csX5" fmla="*/ 5255 w 7644"/>
                <a:gd name="csY5" fmla="*/ 12899 h 13376"/>
                <a:gd name="csX6" fmla="*/ 4777 w 7644"/>
                <a:gd name="csY6" fmla="*/ 11466 h 13376"/>
                <a:gd name="csX7" fmla="*/ 4300 w 7644"/>
                <a:gd name="csY7" fmla="*/ 11943 h 13376"/>
                <a:gd name="csX8" fmla="*/ 2867 w 7644"/>
                <a:gd name="csY8" fmla="*/ 10032 h 13376"/>
                <a:gd name="csX9" fmla="*/ 1433 w 7644"/>
                <a:gd name="csY9" fmla="*/ 10032 h 13376"/>
                <a:gd name="csX10" fmla="*/ 0 w 7644"/>
                <a:gd name="csY10" fmla="*/ 8121 h 13376"/>
                <a:gd name="csX11" fmla="*/ 478 w 7644"/>
                <a:gd name="csY11" fmla="*/ 6688 h 13376"/>
                <a:gd name="csX12" fmla="*/ 478 w 7644"/>
                <a:gd name="csY12" fmla="*/ 3822 h 13376"/>
                <a:gd name="csX13" fmla="*/ 1911 w 7644"/>
                <a:gd name="csY13" fmla="*/ 2389 h 13376"/>
                <a:gd name="csX14" fmla="*/ 2389 w 7644"/>
                <a:gd name="csY14" fmla="*/ 0 h 13376"/>
                <a:gd name="csX15" fmla="*/ 3344 w 7644"/>
                <a:gd name="csY15" fmla="*/ 1433 h 13376"/>
                <a:gd name="csX16" fmla="*/ 3822 w 7644"/>
                <a:gd name="csY16" fmla="*/ 4300 h 13376"/>
                <a:gd name="csX17" fmla="*/ 5255 w 7644"/>
                <a:gd name="csY17" fmla="*/ 7166 h 13376"/>
                <a:gd name="csX18" fmla="*/ 6211 w 7644"/>
                <a:gd name="csY18" fmla="*/ 8121 h 13376"/>
                <a:gd name="csX19" fmla="*/ 6211 w 7644"/>
                <a:gd name="csY19" fmla="*/ 8121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7644" h="13376">
                  <a:moveTo>
                    <a:pt x="6211" y="8121"/>
                  </a:moveTo>
                  <a:lnTo>
                    <a:pt x="7644" y="11943"/>
                  </a:lnTo>
                  <a:lnTo>
                    <a:pt x="7644" y="12899"/>
                  </a:lnTo>
                  <a:lnTo>
                    <a:pt x="6688" y="13377"/>
                  </a:lnTo>
                  <a:lnTo>
                    <a:pt x="6211" y="13377"/>
                  </a:lnTo>
                  <a:lnTo>
                    <a:pt x="5255" y="12899"/>
                  </a:lnTo>
                  <a:lnTo>
                    <a:pt x="4777" y="11466"/>
                  </a:lnTo>
                  <a:lnTo>
                    <a:pt x="4300" y="11943"/>
                  </a:lnTo>
                  <a:lnTo>
                    <a:pt x="2867" y="10032"/>
                  </a:lnTo>
                  <a:lnTo>
                    <a:pt x="1433" y="10032"/>
                  </a:lnTo>
                  <a:lnTo>
                    <a:pt x="0" y="8121"/>
                  </a:lnTo>
                  <a:lnTo>
                    <a:pt x="478" y="6688"/>
                  </a:lnTo>
                  <a:lnTo>
                    <a:pt x="478" y="3822"/>
                  </a:lnTo>
                  <a:lnTo>
                    <a:pt x="1911" y="2389"/>
                  </a:lnTo>
                  <a:lnTo>
                    <a:pt x="2389" y="0"/>
                  </a:lnTo>
                  <a:lnTo>
                    <a:pt x="3344" y="1433"/>
                  </a:lnTo>
                  <a:lnTo>
                    <a:pt x="3822" y="4300"/>
                  </a:lnTo>
                  <a:lnTo>
                    <a:pt x="5255" y="7166"/>
                  </a:lnTo>
                  <a:lnTo>
                    <a:pt x="6211" y="8121"/>
                  </a:lnTo>
                  <a:lnTo>
                    <a:pt x="6211" y="81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4" name="Freeform 5513">
              <a:extLst>
                <a:ext uri="{FF2B5EF4-FFF2-40B4-BE49-F238E27FC236}">
                  <a16:creationId xmlns:a16="http://schemas.microsoft.com/office/drawing/2014/main" id="{787C42C4-C91E-62A0-EF6B-D359FA01A652}"/>
                </a:ext>
              </a:extLst>
            </p:cNvPr>
            <p:cNvSpPr/>
            <p:nvPr/>
          </p:nvSpPr>
          <p:spPr>
            <a:xfrm>
              <a:off x="6669752" y="4823276"/>
              <a:ext cx="4777" cy="10032"/>
            </a:xfrm>
            <a:custGeom>
              <a:avLst/>
              <a:gdLst>
                <a:gd name="csX0" fmla="*/ 4777 w 4777"/>
                <a:gd name="csY0" fmla="*/ 0 h 10032"/>
                <a:gd name="csX1" fmla="*/ 4777 w 4777"/>
                <a:gd name="csY1" fmla="*/ 956 h 10032"/>
                <a:gd name="csX2" fmla="*/ 4300 w 4777"/>
                <a:gd name="csY2" fmla="*/ 1911 h 10032"/>
                <a:gd name="csX3" fmla="*/ 4300 w 4777"/>
                <a:gd name="csY3" fmla="*/ 4777 h 10032"/>
                <a:gd name="csX4" fmla="*/ 4300 w 4777"/>
                <a:gd name="csY4" fmla="*/ 6210 h 10032"/>
                <a:gd name="csX5" fmla="*/ 3344 w 4777"/>
                <a:gd name="csY5" fmla="*/ 9077 h 10032"/>
                <a:gd name="csX6" fmla="*/ 2389 w 4777"/>
                <a:gd name="csY6" fmla="*/ 10032 h 10032"/>
                <a:gd name="csX7" fmla="*/ 1433 w 4777"/>
                <a:gd name="csY7" fmla="*/ 9555 h 10032"/>
                <a:gd name="csX8" fmla="*/ 956 w 4777"/>
                <a:gd name="csY8" fmla="*/ 9077 h 10032"/>
                <a:gd name="csX9" fmla="*/ 0 w 4777"/>
                <a:gd name="csY9" fmla="*/ 8599 h 10032"/>
                <a:gd name="csX10" fmla="*/ 1433 w 4777"/>
                <a:gd name="csY10" fmla="*/ 3822 h 10032"/>
                <a:gd name="csX11" fmla="*/ 956 w 4777"/>
                <a:gd name="csY11" fmla="*/ 478 h 10032"/>
                <a:gd name="csX12" fmla="*/ 2866 w 4777"/>
                <a:gd name="csY12" fmla="*/ 956 h 10032"/>
                <a:gd name="csX13" fmla="*/ 4777 w 4777"/>
                <a:gd name="csY13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777" h="10032">
                  <a:moveTo>
                    <a:pt x="4777" y="0"/>
                  </a:moveTo>
                  <a:lnTo>
                    <a:pt x="4777" y="956"/>
                  </a:lnTo>
                  <a:lnTo>
                    <a:pt x="4300" y="1911"/>
                  </a:lnTo>
                  <a:lnTo>
                    <a:pt x="4300" y="4777"/>
                  </a:lnTo>
                  <a:lnTo>
                    <a:pt x="4300" y="6210"/>
                  </a:lnTo>
                  <a:lnTo>
                    <a:pt x="3344" y="9077"/>
                  </a:lnTo>
                  <a:lnTo>
                    <a:pt x="2389" y="10032"/>
                  </a:lnTo>
                  <a:lnTo>
                    <a:pt x="1433" y="9555"/>
                  </a:lnTo>
                  <a:lnTo>
                    <a:pt x="956" y="9077"/>
                  </a:lnTo>
                  <a:lnTo>
                    <a:pt x="0" y="8599"/>
                  </a:lnTo>
                  <a:lnTo>
                    <a:pt x="1433" y="3822"/>
                  </a:lnTo>
                  <a:lnTo>
                    <a:pt x="956" y="478"/>
                  </a:lnTo>
                  <a:lnTo>
                    <a:pt x="2866" y="956"/>
                  </a:lnTo>
                  <a:lnTo>
                    <a:pt x="4777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5" name="Freeform 5514">
              <a:extLst>
                <a:ext uri="{FF2B5EF4-FFF2-40B4-BE49-F238E27FC236}">
                  <a16:creationId xmlns:a16="http://schemas.microsoft.com/office/drawing/2014/main" id="{0DA47A94-25E7-504B-5E2A-CFFE05E4482C}"/>
                </a:ext>
              </a:extLst>
            </p:cNvPr>
            <p:cNvSpPr/>
            <p:nvPr/>
          </p:nvSpPr>
          <p:spPr>
            <a:xfrm>
              <a:off x="6488692" y="4752572"/>
              <a:ext cx="6210" cy="1433"/>
            </a:xfrm>
            <a:custGeom>
              <a:avLst/>
              <a:gdLst>
                <a:gd name="csX0" fmla="*/ 0 w 6210"/>
                <a:gd name="csY0" fmla="*/ 1433 h 1433"/>
                <a:gd name="csX1" fmla="*/ 478 w 6210"/>
                <a:gd name="csY1" fmla="*/ 1433 h 1433"/>
                <a:gd name="csX2" fmla="*/ 1911 w 6210"/>
                <a:gd name="csY2" fmla="*/ 1433 h 1433"/>
                <a:gd name="csX3" fmla="*/ 3344 w 6210"/>
                <a:gd name="csY3" fmla="*/ 956 h 1433"/>
                <a:gd name="csX4" fmla="*/ 4777 w 6210"/>
                <a:gd name="csY4" fmla="*/ 0 h 1433"/>
                <a:gd name="csX5" fmla="*/ 6211 w 6210"/>
                <a:gd name="csY5" fmla="*/ 0 h 1433"/>
                <a:gd name="csX6" fmla="*/ 6211 w 6210"/>
                <a:gd name="csY6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1433">
                  <a:moveTo>
                    <a:pt x="0" y="1433"/>
                  </a:moveTo>
                  <a:lnTo>
                    <a:pt x="478" y="1433"/>
                  </a:lnTo>
                  <a:lnTo>
                    <a:pt x="1911" y="1433"/>
                  </a:lnTo>
                  <a:lnTo>
                    <a:pt x="3344" y="956"/>
                  </a:lnTo>
                  <a:lnTo>
                    <a:pt x="4777" y="0"/>
                  </a:lnTo>
                  <a:lnTo>
                    <a:pt x="6211" y="0"/>
                  </a:lnTo>
                  <a:lnTo>
                    <a:pt x="6211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6" name="Freeform 5515">
              <a:extLst>
                <a:ext uri="{FF2B5EF4-FFF2-40B4-BE49-F238E27FC236}">
                  <a16:creationId xmlns:a16="http://schemas.microsoft.com/office/drawing/2014/main" id="{31109AF0-DA8F-FEE5-3F19-DB026C1FF6C0}"/>
                </a:ext>
              </a:extLst>
            </p:cNvPr>
            <p:cNvSpPr/>
            <p:nvPr/>
          </p:nvSpPr>
          <p:spPr>
            <a:xfrm>
              <a:off x="6465284" y="4754005"/>
              <a:ext cx="31052" cy="134241"/>
            </a:xfrm>
            <a:custGeom>
              <a:avLst/>
              <a:gdLst>
                <a:gd name="csX0" fmla="*/ 31052 w 31052"/>
                <a:gd name="csY0" fmla="*/ 134242 h 134241"/>
                <a:gd name="csX1" fmla="*/ 30097 w 31052"/>
                <a:gd name="csY1" fmla="*/ 132809 h 134241"/>
                <a:gd name="csX2" fmla="*/ 28664 w 31052"/>
                <a:gd name="csY2" fmla="*/ 130420 h 134241"/>
                <a:gd name="csX3" fmla="*/ 28186 w 31052"/>
                <a:gd name="csY3" fmla="*/ 128987 h 134241"/>
                <a:gd name="csX4" fmla="*/ 27708 w 31052"/>
                <a:gd name="csY4" fmla="*/ 127554 h 134241"/>
                <a:gd name="csX5" fmla="*/ 26275 w 31052"/>
                <a:gd name="csY5" fmla="*/ 125165 h 134241"/>
                <a:gd name="csX6" fmla="*/ 24364 w 31052"/>
                <a:gd name="csY6" fmla="*/ 121821 h 134241"/>
                <a:gd name="csX7" fmla="*/ 22931 w 31052"/>
                <a:gd name="csY7" fmla="*/ 118955 h 134241"/>
                <a:gd name="csX8" fmla="*/ 21498 w 31052"/>
                <a:gd name="csY8" fmla="*/ 115611 h 134241"/>
                <a:gd name="csX9" fmla="*/ 21020 w 31052"/>
                <a:gd name="csY9" fmla="*/ 113700 h 134241"/>
                <a:gd name="csX10" fmla="*/ 19587 w 31052"/>
                <a:gd name="csY10" fmla="*/ 111311 h 134241"/>
                <a:gd name="csX11" fmla="*/ 17676 w 31052"/>
                <a:gd name="csY11" fmla="*/ 107967 h 134241"/>
                <a:gd name="csX12" fmla="*/ 16721 w 31052"/>
                <a:gd name="csY12" fmla="*/ 107012 h 134241"/>
                <a:gd name="csX13" fmla="*/ 15765 w 31052"/>
                <a:gd name="csY13" fmla="*/ 106056 h 134241"/>
                <a:gd name="csX14" fmla="*/ 12898 w 31052"/>
                <a:gd name="csY14" fmla="*/ 103667 h 134241"/>
                <a:gd name="csX15" fmla="*/ 9555 w 31052"/>
                <a:gd name="csY15" fmla="*/ 101756 h 134241"/>
                <a:gd name="csX16" fmla="*/ 7644 w 31052"/>
                <a:gd name="csY16" fmla="*/ 100323 h 134241"/>
                <a:gd name="csX17" fmla="*/ 5255 w 31052"/>
                <a:gd name="csY17" fmla="*/ 96501 h 134241"/>
                <a:gd name="csX18" fmla="*/ 4299 w 31052"/>
                <a:gd name="csY18" fmla="*/ 95068 h 134241"/>
                <a:gd name="csX19" fmla="*/ 3821 w 31052"/>
                <a:gd name="csY19" fmla="*/ 92202 h 134241"/>
                <a:gd name="csX20" fmla="*/ 3344 w 31052"/>
                <a:gd name="csY20" fmla="*/ 89813 h 134241"/>
                <a:gd name="csX21" fmla="*/ 3344 w 31052"/>
                <a:gd name="csY21" fmla="*/ 88380 h 134241"/>
                <a:gd name="csX22" fmla="*/ 5255 w 31052"/>
                <a:gd name="csY22" fmla="*/ 85036 h 134241"/>
                <a:gd name="csX23" fmla="*/ 5733 w 31052"/>
                <a:gd name="csY23" fmla="*/ 84080 h 134241"/>
                <a:gd name="csX24" fmla="*/ 5255 w 31052"/>
                <a:gd name="csY24" fmla="*/ 82647 h 134241"/>
                <a:gd name="csX25" fmla="*/ 5255 w 31052"/>
                <a:gd name="csY25" fmla="*/ 82647 h 134241"/>
                <a:gd name="csX26" fmla="*/ 4299 w 31052"/>
                <a:gd name="csY26" fmla="*/ 80258 h 134241"/>
                <a:gd name="csX27" fmla="*/ 3344 w 31052"/>
                <a:gd name="csY27" fmla="*/ 78348 h 134241"/>
                <a:gd name="csX28" fmla="*/ 2866 w 31052"/>
                <a:gd name="csY28" fmla="*/ 76914 h 134241"/>
                <a:gd name="csX29" fmla="*/ 2866 w 31052"/>
                <a:gd name="csY29" fmla="*/ 76914 h 134241"/>
                <a:gd name="csX30" fmla="*/ 1910 w 31052"/>
                <a:gd name="csY30" fmla="*/ 74048 h 134241"/>
                <a:gd name="csX31" fmla="*/ 1910 w 31052"/>
                <a:gd name="csY31" fmla="*/ 74048 h 134241"/>
                <a:gd name="csX32" fmla="*/ 478 w 31052"/>
                <a:gd name="csY32" fmla="*/ 70704 h 134241"/>
                <a:gd name="csX33" fmla="*/ 0 w 31052"/>
                <a:gd name="csY33" fmla="*/ 69271 h 134241"/>
                <a:gd name="csX34" fmla="*/ 0 w 31052"/>
                <a:gd name="csY34" fmla="*/ 68315 h 134241"/>
                <a:gd name="csX35" fmla="*/ 955 w 31052"/>
                <a:gd name="csY35" fmla="*/ 64971 h 134241"/>
                <a:gd name="csX36" fmla="*/ 1433 w 31052"/>
                <a:gd name="csY36" fmla="*/ 62105 h 134241"/>
                <a:gd name="csX37" fmla="*/ 1433 w 31052"/>
                <a:gd name="csY37" fmla="*/ 61149 h 134241"/>
                <a:gd name="csX38" fmla="*/ 7644 w 31052"/>
                <a:gd name="csY38" fmla="*/ 61149 h 134241"/>
                <a:gd name="csX39" fmla="*/ 9076 w 31052"/>
                <a:gd name="csY39" fmla="*/ 60672 h 134241"/>
                <a:gd name="csX40" fmla="*/ 12421 w 31052"/>
                <a:gd name="csY40" fmla="*/ 58283 h 134241"/>
                <a:gd name="csX41" fmla="*/ 12421 w 31052"/>
                <a:gd name="csY41" fmla="*/ 58283 h 134241"/>
                <a:gd name="csX42" fmla="*/ 16242 w 31052"/>
                <a:gd name="csY42" fmla="*/ 54461 h 134241"/>
                <a:gd name="csX43" fmla="*/ 17198 w 31052"/>
                <a:gd name="csY43" fmla="*/ 52550 h 134241"/>
                <a:gd name="csX44" fmla="*/ 18631 w 31052"/>
                <a:gd name="csY44" fmla="*/ 50162 h 134241"/>
                <a:gd name="csX45" fmla="*/ 20542 w 31052"/>
                <a:gd name="csY45" fmla="*/ 48728 h 134241"/>
                <a:gd name="csX46" fmla="*/ 21020 w 31052"/>
                <a:gd name="csY46" fmla="*/ 48251 h 134241"/>
                <a:gd name="csX47" fmla="*/ 21498 w 31052"/>
                <a:gd name="csY47" fmla="*/ 46817 h 134241"/>
                <a:gd name="csX48" fmla="*/ 21975 w 31052"/>
                <a:gd name="csY48" fmla="*/ 45384 h 134241"/>
                <a:gd name="csX49" fmla="*/ 23886 w 31052"/>
                <a:gd name="csY49" fmla="*/ 43951 h 134241"/>
                <a:gd name="csX50" fmla="*/ 25797 w 31052"/>
                <a:gd name="csY50" fmla="*/ 42518 h 134241"/>
                <a:gd name="csX51" fmla="*/ 25797 w 31052"/>
                <a:gd name="csY51" fmla="*/ 42518 h 134241"/>
                <a:gd name="csX52" fmla="*/ 25797 w 31052"/>
                <a:gd name="csY52" fmla="*/ 42040 h 134241"/>
                <a:gd name="csX53" fmla="*/ 25797 w 31052"/>
                <a:gd name="csY53" fmla="*/ 42040 h 134241"/>
                <a:gd name="csX54" fmla="*/ 25797 w 31052"/>
                <a:gd name="csY54" fmla="*/ 41563 h 134241"/>
                <a:gd name="csX55" fmla="*/ 25797 w 31052"/>
                <a:gd name="csY55" fmla="*/ 41563 h 134241"/>
                <a:gd name="csX56" fmla="*/ 25797 w 31052"/>
                <a:gd name="csY56" fmla="*/ 41085 h 134241"/>
                <a:gd name="csX57" fmla="*/ 26753 w 31052"/>
                <a:gd name="csY57" fmla="*/ 40607 h 134241"/>
                <a:gd name="csX58" fmla="*/ 29141 w 31052"/>
                <a:gd name="csY58" fmla="*/ 39651 h 134241"/>
                <a:gd name="csX59" fmla="*/ 29619 w 31052"/>
                <a:gd name="csY59" fmla="*/ 38218 h 134241"/>
                <a:gd name="csX60" fmla="*/ 29619 w 31052"/>
                <a:gd name="csY60" fmla="*/ 36785 h 134241"/>
                <a:gd name="csX61" fmla="*/ 29141 w 31052"/>
                <a:gd name="csY61" fmla="*/ 36307 h 134241"/>
                <a:gd name="csX62" fmla="*/ 29141 w 31052"/>
                <a:gd name="csY62" fmla="*/ 34874 h 134241"/>
                <a:gd name="csX63" fmla="*/ 28664 w 31052"/>
                <a:gd name="csY63" fmla="*/ 34397 h 134241"/>
                <a:gd name="csX64" fmla="*/ 27708 w 31052"/>
                <a:gd name="csY64" fmla="*/ 34397 h 134241"/>
                <a:gd name="csX65" fmla="*/ 25319 w 31052"/>
                <a:gd name="csY65" fmla="*/ 33441 h 134241"/>
                <a:gd name="csX66" fmla="*/ 23886 w 31052"/>
                <a:gd name="csY66" fmla="*/ 33441 h 134241"/>
                <a:gd name="csX67" fmla="*/ 23886 w 31052"/>
                <a:gd name="csY67" fmla="*/ 33441 h 134241"/>
                <a:gd name="csX68" fmla="*/ 22453 w 31052"/>
                <a:gd name="csY68" fmla="*/ 32963 h 134241"/>
                <a:gd name="csX69" fmla="*/ 21975 w 31052"/>
                <a:gd name="csY69" fmla="*/ 32486 h 134241"/>
                <a:gd name="csX70" fmla="*/ 21975 w 31052"/>
                <a:gd name="csY70" fmla="*/ 31530 h 134241"/>
                <a:gd name="csX71" fmla="*/ 21975 w 31052"/>
                <a:gd name="csY71" fmla="*/ 30575 h 134241"/>
                <a:gd name="csX72" fmla="*/ 22453 w 31052"/>
                <a:gd name="csY72" fmla="*/ 30575 h 134241"/>
                <a:gd name="csX73" fmla="*/ 22931 w 31052"/>
                <a:gd name="csY73" fmla="*/ 29141 h 134241"/>
                <a:gd name="csX74" fmla="*/ 22931 w 31052"/>
                <a:gd name="csY74" fmla="*/ 29141 h 134241"/>
                <a:gd name="csX75" fmla="*/ 22453 w 31052"/>
                <a:gd name="csY75" fmla="*/ 29141 h 134241"/>
                <a:gd name="csX76" fmla="*/ 21975 w 31052"/>
                <a:gd name="csY76" fmla="*/ 28664 h 134241"/>
                <a:gd name="csX77" fmla="*/ 21975 w 31052"/>
                <a:gd name="csY77" fmla="*/ 28664 h 134241"/>
                <a:gd name="csX78" fmla="*/ 21975 w 31052"/>
                <a:gd name="csY78" fmla="*/ 28664 h 134241"/>
                <a:gd name="csX79" fmla="*/ 21975 w 31052"/>
                <a:gd name="csY79" fmla="*/ 28186 h 134241"/>
                <a:gd name="csX80" fmla="*/ 21975 w 31052"/>
                <a:gd name="csY80" fmla="*/ 27708 h 134241"/>
                <a:gd name="csX81" fmla="*/ 23886 w 31052"/>
                <a:gd name="csY81" fmla="*/ 24364 h 134241"/>
                <a:gd name="csX82" fmla="*/ 24364 w 31052"/>
                <a:gd name="csY82" fmla="*/ 23886 h 134241"/>
                <a:gd name="csX83" fmla="*/ 25319 w 31052"/>
                <a:gd name="csY83" fmla="*/ 23886 h 134241"/>
                <a:gd name="csX84" fmla="*/ 26275 w 31052"/>
                <a:gd name="csY84" fmla="*/ 23409 h 134241"/>
                <a:gd name="csX85" fmla="*/ 26275 w 31052"/>
                <a:gd name="csY85" fmla="*/ 23409 h 134241"/>
                <a:gd name="csX86" fmla="*/ 27708 w 31052"/>
                <a:gd name="csY86" fmla="*/ 23409 h 134241"/>
                <a:gd name="csX87" fmla="*/ 28186 w 31052"/>
                <a:gd name="csY87" fmla="*/ 23409 h 134241"/>
                <a:gd name="csX88" fmla="*/ 28664 w 31052"/>
                <a:gd name="csY88" fmla="*/ 23409 h 134241"/>
                <a:gd name="csX89" fmla="*/ 29141 w 31052"/>
                <a:gd name="csY89" fmla="*/ 23409 h 134241"/>
                <a:gd name="csX90" fmla="*/ 29619 w 31052"/>
                <a:gd name="csY90" fmla="*/ 22931 h 134241"/>
                <a:gd name="csX91" fmla="*/ 29619 w 31052"/>
                <a:gd name="csY91" fmla="*/ 22931 h 134241"/>
                <a:gd name="csX92" fmla="*/ 30574 w 31052"/>
                <a:gd name="csY92" fmla="*/ 21498 h 134241"/>
                <a:gd name="csX93" fmla="*/ 30574 w 31052"/>
                <a:gd name="csY93" fmla="*/ 19109 h 134241"/>
                <a:gd name="csX94" fmla="*/ 30574 w 31052"/>
                <a:gd name="csY94" fmla="*/ 17676 h 134241"/>
                <a:gd name="csX95" fmla="*/ 29619 w 31052"/>
                <a:gd name="csY95" fmla="*/ 16243 h 134241"/>
                <a:gd name="csX96" fmla="*/ 29619 w 31052"/>
                <a:gd name="csY96" fmla="*/ 13854 h 134241"/>
                <a:gd name="csX97" fmla="*/ 29619 w 31052"/>
                <a:gd name="csY97" fmla="*/ 10988 h 134241"/>
                <a:gd name="csX98" fmla="*/ 29619 w 31052"/>
                <a:gd name="csY98" fmla="*/ 9077 h 134241"/>
                <a:gd name="csX99" fmla="*/ 29619 w 31052"/>
                <a:gd name="csY99" fmla="*/ 8599 h 134241"/>
                <a:gd name="csX100" fmla="*/ 28664 w 31052"/>
                <a:gd name="csY100" fmla="*/ 7166 h 134241"/>
                <a:gd name="csX101" fmla="*/ 28664 w 31052"/>
                <a:gd name="csY101" fmla="*/ 6688 h 134241"/>
                <a:gd name="csX102" fmla="*/ 27708 w 31052"/>
                <a:gd name="csY102" fmla="*/ 5733 h 134241"/>
                <a:gd name="csX103" fmla="*/ 27708 w 31052"/>
                <a:gd name="csY103" fmla="*/ 5733 h 134241"/>
                <a:gd name="csX104" fmla="*/ 25797 w 31052"/>
                <a:gd name="csY104" fmla="*/ 5255 h 134241"/>
                <a:gd name="csX105" fmla="*/ 23408 w 31052"/>
                <a:gd name="csY105" fmla="*/ 2389 h 134241"/>
                <a:gd name="csX106" fmla="*/ 22931 w 31052"/>
                <a:gd name="csY106" fmla="*/ 956 h 134241"/>
                <a:gd name="csX107" fmla="*/ 22931 w 31052"/>
                <a:gd name="csY107" fmla="*/ 0 h 134241"/>
                <a:gd name="csX108" fmla="*/ 23408 w 31052"/>
                <a:gd name="csY108" fmla="*/ 0 h 13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</a:cxnLst>
              <a:rect l="l" t="t" r="r" b="b"/>
              <a:pathLst>
                <a:path w="31052" h="134241">
                  <a:moveTo>
                    <a:pt x="31052" y="134242"/>
                  </a:moveTo>
                  <a:lnTo>
                    <a:pt x="30097" y="132809"/>
                  </a:lnTo>
                  <a:lnTo>
                    <a:pt x="28664" y="130420"/>
                  </a:lnTo>
                  <a:lnTo>
                    <a:pt x="28186" y="128987"/>
                  </a:lnTo>
                  <a:lnTo>
                    <a:pt x="27708" y="127554"/>
                  </a:lnTo>
                  <a:lnTo>
                    <a:pt x="26275" y="125165"/>
                  </a:lnTo>
                  <a:lnTo>
                    <a:pt x="24364" y="121821"/>
                  </a:lnTo>
                  <a:lnTo>
                    <a:pt x="22931" y="118955"/>
                  </a:lnTo>
                  <a:lnTo>
                    <a:pt x="21498" y="115611"/>
                  </a:lnTo>
                  <a:lnTo>
                    <a:pt x="21020" y="113700"/>
                  </a:lnTo>
                  <a:lnTo>
                    <a:pt x="19587" y="111311"/>
                  </a:lnTo>
                  <a:lnTo>
                    <a:pt x="17676" y="107967"/>
                  </a:lnTo>
                  <a:lnTo>
                    <a:pt x="16721" y="107012"/>
                  </a:lnTo>
                  <a:lnTo>
                    <a:pt x="15765" y="106056"/>
                  </a:lnTo>
                  <a:lnTo>
                    <a:pt x="12898" y="103667"/>
                  </a:lnTo>
                  <a:lnTo>
                    <a:pt x="9555" y="101756"/>
                  </a:lnTo>
                  <a:lnTo>
                    <a:pt x="7644" y="100323"/>
                  </a:lnTo>
                  <a:lnTo>
                    <a:pt x="5255" y="96501"/>
                  </a:lnTo>
                  <a:lnTo>
                    <a:pt x="4299" y="95068"/>
                  </a:lnTo>
                  <a:lnTo>
                    <a:pt x="3821" y="92202"/>
                  </a:lnTo>
                  <a:lnTo>
                    <a:pt x="3344" y="89813"/>
                  </a:lnTo>
                  <a:lnTo>
                    <a:pt x="3344" y="88380"/>
                  </a:lnTo>
                  <a:lnTo>
                    <a:pt x="5255" y="85036"/>
                  </a:lnTo>
                  <a:lnTo>
                    <a:pt x="5733" y="84080"/>
                  </a:lnTo>
                  <a:lnTo>
                    <a:pt x="5255" y="82647"/>
                  </a:lnTo>
                  <a:lnTo>
                    <a:pt x="5255" y="82647"/>
                  </a:lnTo>
                  <a:lnTo>
                    <a:pt x="4299" y="80258"/>
                  </a:lnTo>
                  <a:lnTo>
                    <a:pt x="3344" y="78348"/>
                  </a:lnTo>
                  <a:lnTo>
                    <a:pt x="2866" y="76914"/>
                  </a:lnTo>
                  <a:lnTo>
                    <a:pt x="2866" y="76914"/>
                  </a:lnTo>
                  <a:lnTo>
                    <a:pt x="1910" y="74048"/>
                  </a:lnTo>
                  <a:lnTo>
                    <a:pt x="1910" y="74048"/>
                  </a:lnTo>
                  <a:lnTo>
                    <a:pt x="478" y="70704"/>
                  </a:lnTo>
                  <a:lnTo>
                    <a:pt x="0" y="69271"/>
                  </a:lnTo>
                  <a:lnTo>
                    <a:pt x="0" y="68315"/>
                  </a:lnTo>
                  <a:lnTo>
                    <a:pt x="955" y="64971"/>
                  </a:lnTo>
                  <a:lnTo>
                    <a:pt x="1433" y="62105"/>
                  </a:lnTo>
                  <a:lnTo>
                    <a:pt x="1433" y="61149"/>
                  </a:lnTo>
                  <a:lnTo>
                    <a:pt x="7644" y="61149"/>
                  </a:lnTo>
                  <a:lnTo>
                    <a:pt x="9076" y="60672"/>
                  </a:lnTo>
                  <a:lnTo>
                    <a:pt x="12421" y="58283"/>
                  </a:lnTo>
                  <a:lnTo>
                    <a:pt x="12421" y="58283"/>
                  </a:lnTo>
                  <a:lnTo>
                    <a:pt x="16242" y="54461"/>
                  </a:lnTo>
                  <a:lnTo>
                    <a:pt x="17198" y="52550"/>
                  </a:lnTo>
                  <a:lnTo>
                    <a:pt x="18631" y="50162"/>
                  </a:lnTo>
                  <a:lnTo>
                    <a:pt x="20542" y="48728"/>
                  </a:lnTo>
                  <a:lnTo>
                    <a:pt x="21020" y="48251"/>
                  </a:lnTo>
                  <a:lnTo>
                    <a:pt x="21498" y="46817"/>
                  </a:lnTo>
                  <a:lnTo>
                    <a:pt x="21975" y="45384"/>
                  </a:lnTo>
                  <a:lnTo>
                    <a:pt x="23886" y="43951"/>
                  </a:lnTo>
                  <a:lnTo>
                    <a:pt x="25797" y="42518"/>
                  </a:lnTo>
                  <a:lnTo>
                    <a:pt x="25797" y="42518"/>
                  </a:lnTo>
                  <a:lnTo>
                    <a:pt x="25797" y="42040"/>
                  </a:lnTo>
                  <a:lnTo>
                    <a:pt x="25797" y="42040"/>
                  </a:lnTo>
                  <a:lnTo>
                    <a:pt x="25797" y="41563"/>
                  </a:lnTo>
                  <a:lnTo>
                    <a:pt x="25797" y="41563"/>
                  </a:lnTo>
                  <a:lnTo>
                    <a:pt x="25797" y="41085"/>
                  </a:lnTo>
                  <a:lnTo>
                    <a:pt x="26753" y="40607"/>
                  </a:lnTo>
                  <a:lnTo>
                    <a:pt x="29141" y="39651"/>
                  </a:lnTo>
                  <a:lnTo>
                    <a:pt x="29619" y="38218"/>
                  </a:lnTo>
                  <a:lnTo>
                    <a:pt x="29619" y="36785"/>
                  </a:lnTo>
                  <a:lnTo>
                    <a:pt x="29141" y="36307"/>
                  </a:lnTo>
                  <a:lnTo>
                    <a:pt x="29141" y="34874"/>
                  </a:lnTo>
                  <a:lnTo>
                    <a:pt x="28664" y="34397"/>
                  </a:lnTo>
                  <a:lnTo>
                    <a:pt x="27708" y="34397"/>
                  </a:lnTo>
                  <a:lnTo>
                    <a:pt x="25319" y="33441"/>
                  </a:lnTo>
                  <a:lnTo>
                    <a:pt x="23886" y="33441"/>
                  </a:lnTo>
                  <a:lnTo>
                    <a:pt x="23886" y="33441"/>
                  </a:lnTo>
                  <a:lnTo>
                    <a:pt x="22453" y="32963"/>
                  </a:lnTo>
                  <a:lnTo>
                    <a:pt x="21975" y="32486"/>
                  </a:lnTo>
                  <a:lnTo>
                    <a:pt x="21975" y="31530"/>
                  </a:lnTo>
                  <a:lnTo>
                    <a:pt x="21975" y="30575"/>
                  </a:lnTo>
                  <a:lnTo>
                    <a:pt x="22453" y="30575"/>
                  </a:lnTo>
                  <a:lnTo>
                    <a:pt x="22931" y="29141"/>
                  </a:lnTo>
                  <a:lnTo>
                    <a:pt x="22931" y="29141"/>
                  </a:lnTo>
                  <a:lnTo>
                    <a:pt x="22453" y="29141"/>
                  </a:lnTo>
                  <a:lnTo>
                    <a:pt x="21975" y="28664"/>
                  </a:lnTo>
                  <a:lnTo>
                    <a:pt x="21975" y="28664"/>
                  </a:lnTo>
                  <a:lnTo>
                    <a:pt x="21975" y="28664"/>
                  </a:lnTo>
                  <a:lnTo>
                    <a:pt x="21975" y="28186"/>
                  </a:lnTo>
                  <a:lnTo>
                    <a:pt x="21975" y="27708"/>
                  </a:lnTo>
                  <a:lnTo>
                    <a:pt x="23886" y="24364"/>
                  </a:lnTo>
                  <a:lnTo>
                    <a:pt x="24364" y="23886"/>
                  </a:lnTo>
                  <a:lnTo>
                    <a:pt x="25319" y="23886"/>
                  </a:lnTo>
                  <a:lnTo>
                    <a:pt x="26275" y="23409"/>
                  </a:lnTo>
                  <a:lnTo>
                    <a:pt x="26275" y="23409"/>
                  </a:lnTo>
                  <a:lnTo>
                    <a:pt x="27708" y="23409"/>
                  </a:lnTo>
                  <a:lnTo>
                    <a:pt x="28186" y="23409"/>
                  </a:lnTo>
                  <a:lnTo>
                    <a:pt x="28664" y="23409"/>
                  </a:lnTo>
                  <a:lnTo>
                    <a:pt x="29141" y="23409"/>
                  </a:lnTo>
                  <a:lnTo>
                    <a:pt x="29619" y="22931"/>
                  </a:lnTo>
                  <a:lnTo>
                    <a:pt x="29619" y="22931"/>
                  </a:lnTo>
                  <a:lnTo>
                    <a:pt x="30574" y="21498"/>
                  </a:lnTo>
                  <a:lnTo>
                    <a:pt x="30574" y="19109"/>
                  </a:lnTo>
                  <a:lnTo>
                    <a:pt x="30574" y="17676"/>
                  </a:lnTo>
                  <a:lnTo>
                    <a:pt x="29619" y="16243"/>
                  </a:lnTo>
                  <a:lnTo>
                    <a:pt x="29619" y="13854"/>
                  </a:lnTo>
                  <a:lnTo>
                    <a:pt x="29619" y="10988"/>
                  </a:lnTo>
                  <a:lnTo>
                    <a:pt x="29619" y="9077"/>
                  </a:lnTo>
                  <a:lnTo>
                    <a:pt x="29619" y="8599"/>
                  </a:lnTo>
                  <a:lnTo>
                    <a:pt x="28664" y="7166"/>
                  </a:lnTo>
                  <a:lnTo>
                    <a:pt x="28664" y="6688"/>
                  </a:lnTo>
                  <a:lnTo>
                    <a:pt x="27708" y="5733"/>
                  </a:lnTo>
                  <a:lnTo>
                    <a:pt x="27708" y="5733"/>
                  </a:lnTo>
                  <a:lnTo>
                    <a:pt x="25797" y="5255"/>
                  </a:lnTo>
                  <a:lnTo>
                    <a:pt x="23408" y="2389"/>
                  </a:lnTo>
                  <a:lnTo>
                    <a:pt x="22931" y="956"/>
                  </a:lnTo>
                  <a:lnTo>
                    <a:pt x="22931" y="0"/>
                  </a:lnTo>
                  <a:lnTo>
                    <a:pt x="23408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" name="Freeform 5516">
              <a:extLst>
                <a:ext uri="{FF2B5EF4-FFF2-40B4-BE49-F238E27FC236}">
                  <a16:creationId xmlns:a16="http://schemas.microsoft.com/office/drawing/2014/main" id="{9875816F-C0CD-3FF9-6350-ECD41A95EB00}"/>
                </a:ext>
              </a:extLst>
            </p:cNvPr>
            <p:cNvSpPr/>
            <p:nvPr/>
          </p:nvSpPr>
          <p:spPr>
            <a:xfrm>
              <a:off x="6509235" y="4893024"/>
              <a:ext cx="477" cy="1433"/>
            </a:xfrm>
            <a:custGeom>
              <a:avLst/>
              <a:gdLst>
                <a:gd name="csX0" fmla="*/ 478 w 477"/>
                <a:gd name="csY0" fmla="*/ 1433 h 1433"/>
                <a:gd name="csX1" fmla="*/ 0 w 477"/>
                <a:gd name="csY1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77" h="1433">
                  <a:moveTo>
                    <a:pt x="478" y="1433"/>
                  </a:move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" name="Freeform 5517">
              <a:extLst>
                <a:ext uri="{FF2B5EF4-FFF2-40B4-BE49-F238E27FC236}">
                  <a16:creationId xmlns:a16="http://schemas.microsoft.com/office/drawing/2014/main" id="{1C891AA2-DD82-29F6-7418-52312B958DC2}"/>
                </a:ext>
              </a:extLst>
            </p:cNvPr>
            <p:cNvSpPr/>
            <p:nvPr/>
          </p:nvSpPr>
          <p:spPr>
            <a:xfrm>
              <a:off x="6516879" y="4896846"/>
              <a:ext cx="477" cy="1910"/>
            </a:xfrm>
            <a:custGeom>
              <a:avLst/>
              <a:gdLst>
                <a:gd name="csX0" fmla="*/ 478 w 477"/>
                <a:gd name="csY0" fmla="*/ 1911 h 1910"/>
                <a:gd name="csX1" fmla="*/ 0 w 477"/>
                <a:gd name="csY1" fmla="*/ 1433 h 1910"/>
                <a:gd name="csX2" fmla="*/ 0 w 477"/>
                <a:gd name="csY2" fmla="*/ 0 h 1910"/>
                <a:gd name="csX3" fmla="*/ 0 w 477"/>
                <a:gd name="csY3" fmla="*/ 0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7" h="1910">
                  <a:moveTo>
                    <a:pt x="478" y="1911"/>
                  </a:moveTo>
                  <a:lnTo>
                    <a:pt x="0" y="143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" name="Freeform 5518">
              <a:extLst>
                <a:ext uri="{FF2B5EF4-FFF2-40B4-BE49-F238E27FC236}">
                  <a16:creationId xmlns:a16="http://schemas.microsoft.com/office/drawing/2014/main" id="{4927B8CA-CF58-E2F5-A4F6-A030A608EE04}"/>
                </a:ext>
              </a:extLst>
            </p:cNvPr>
            <p:cNvSpPr/>
            <p:nvPr/>
          </p:nvSpPr>
          <p:spPr>
            <a:xfrm>
              <a:off x="6536465" y="4752572"/>
              <a:ext cx="149529" cy="195391"/>
            </a:xfrm>
            <a:custGeom>
              <a:avLst/>
              <a:gdLst>
                <a:gd name="csX0" fmla="*/ 19587 w 149529"/>
                <a:gd name="csY0" fmla="*/ 0 h 195391"/>
                <a:gd name="csX1" fmla="*/ 21020 w 149529"/>
                <a:gd name="csY1" fmla="*/ 0 h 195391"/>
                <a:gd name="csX2" fmla="*/ 22454 w 149529"/>
                <a:gd name="csY2" fmla="*/ 956 h 195391"/>
                <a:gd name="csX3" fmla="*/ 24365 w 149529"/>
                <a:gd name="csY3" fmla="*/ 1433 h 195391"/>
                <a:gd name="csX4" fmla="*/ 28186 w 149529"/>
                <a:gd name="csY4" fmla="*/ 3822 h 195391"/>
                <a:gd name="csX5" fmla="*/ 32486 w 149529"/>
                <a:gd name="csY5" fmla="*/ 5733 h 195391"/>
                <a:gd name="csX6" fmla="*/ 36786 w 149529"/>
                <a:gd name="csY6" fmla="*/ 8121 h 195391"/>
                <a:gd name="csX7" fmla="*/ 41085 w 149529"/>
                <a:gd name="csY7" fmla="*/ 10032 h 195391"/>
                <a:gd name="csX8" fmla="*/ 42518 w 149529"/>
                <a:gd name="csY8" fmla="*/ 10988 h 195391"/>
                <a:gd name="csX9" fmla="*/ 45384 w 149529"/>
                <a:gd name="csY9" fmla="*/ 12421 h 195391"/>
                <a:gd name="csX10" fmla="*/ 49684 w 149529"/>
                <a:gd name="csY10" fmla="*/ 14332 h 195391"/>
                <a:gd name="csX11" fmla="*/ 49684 w 149529"/>
                <a:gd name="csY11" fmla="*/ 14332 h 195391"/>
                <a:gd name="csX12" fmla="*/ 53984 w 149529"/>
                <a:gd name="csY12" fmla="*/ 16721 h 195391"/>
                <a:gd name="csX13" fmla="*/ 57806 w 149529"/>
                <a:gd name="csY13" fmla="*/ 18631 h 195391"/>
                <a:gd name="csX14" fmla="*/ 62105 w 149529"/>
                <a:gd name="csY14" fmla="*/ 21020 h 195391"/>
                <a:gd name="csX15" fmla="*/ 66405 w 149529"/>
                <a:gd name="csY15" fmla="*/ 22931 h 195391"/>
                <a:gd name="csX16" fmla="*/ 70704 w 149529"/>
                <a:gd name="csY16" fmla="*/ 25320 h 195391"/>
                <a:gd name="csX17" fmla="*/ 75004 w 149529"/>
                <a:gd name="csY17" fmla="*/ 27231 h 195391"/>
                <a:gd name="csX18" fmla="*/ 79304 w 149529"/>
                <a:gd name="csY18" fmla="*/ 29619 h 195391"/>
                <a:gd name="csX19" fmla="*/ 83125 w 149529"/>
                <a:gd name="csY19" fmla="*/ 31530 h 195391"/>
                <a:gd name="csX20" fmla="*/ 87425 w 149529"/>
                <a:gd name="csY20" fmla="*/ 33919 h 195391"/>
                <a:gd name="csX21" fmla="*/ 91724 w 149529"/>
                <a:gd name="csY21" fmla="*/ 35830 h 195391"/>
                <a:gd name="csX22" fmla="*/ 93635 w 149529"/>
                <a:gd name="csY22" fmla="*/ 37263 h 195391"/>
                <a:gd name="csX23" fmla="*/ 94113 w 149529"/>
                <a:gd name="csY23" fmla="*/ 37263 h 195391"/>
                <a:gd name="csX24" fmla="*/ 94113 w 149529"/>
                <a:gd name="csY24" fmla="*/ 37740 h 195391"/>
                <a:gd name="csX25" fmla="*/ 94591 w 149529"/>
                <a:gd name="csY25" fmla="*/ 39651 h 195391"/>
                <a:gd name="csX26" fmla="*/ 94591 w 149529"/>
                <a:gd name="csY26" fmla="*/ 40607 h 195391"/>
                <a:gd name="csX27" fmla="*/ 94591 w 149529"/>
                <a:gd name="csY27" fmla="*/ 41563 h 195391"/>
                <a:gd name="csX28" fmla="*/ 93635 w 149529"/>
                <a:gd name="csY28" fmla="*/ 43473 h 195391"/>
                <a:gd name="csX29" fmla="*/ 93157 w 149529"/>
                <a:gd name="csY29" fmla="*/ 44429 h 195391"/>
                <a:gd name="csX30" fmla="*/ 93157 w 149529"/>
                <a:gd name="csY30" fmla="*/ 45384 h 195391"/>
                <a:gd name="csX31" fmla="*/ 93157 w 149529"/>
                <a:gd name="csY31" fmla="*/ 45384 h 195391"/>
                <a:gd name="csX32" fmla="*/ 93635 w 149529"/>
                <a:gd name="csY32" fmla="*/ 45384 h 195391"/>
                <a:gd name="csX33" fmla="*/ 93635 w 149529"/>
                <a:gd name="csY33" fmla="*/ 45384 h 195391"/>
                <a:gd name="csX34" fmla="*/ 94591 w 149529"/>
                <a:gd name="csY34" fmla="*/ 45384 h 195391"/>
                <a:gd name="csX35" fmla="*/ 95068 w 149529"/>
                <a:gd name="csY35" fmla="*/ 45862 h 195391"/>
                <a:gd name="csX36" fmla="*/ 95068 w 149529"/>
                <a:gd name="csY36" fmla="*/ 45862 h 195391"/>
                <a:gd name="csX37" fmla="*/ 95546 w 149529"/>
                <a:gd name="csY37" fmla="*/ 46340 h 195391"/>
                <a:gd name="csX38" fmla="*/ 95546 w 149529"/>
                <a:gd name="csY38" fmla="*/ 46340 h 195391"/>
                <a:gd name="csX39" fmla="*/ 96024 w 149529"/>
                <a:gd name="csY39" fmla="*/ 47773 h 195391"/>
                <a:gd name="csX40" fmla="*/ 96979 w 149529"/>
                <a:gd name="csY40" fmla="*/ 48251 h 195391"/>
                <a:gd name="csX41" fmla="*/ 98413 w 149529"/>
                <a:gd name="csY41" fmla="*/ 49684 h 195391"/>
                <a:gd name="csX42" fmla="*/ 101757 w 149529"/>
                <a:gd name="csY42" fmla="*/ 51595 h 195391"/>
                <a:gd name="csX43" fmla="*/ 104623 w 149529"/>
                <a:gd name="csY43" fmla="*/ 53506 h 195391"/>
                <a:gd name="csX44" fmla="*/ 107967 w 149529"/>
                <a:gd name="csY44" fmla="*/ 55417 h 195391"/>
                <a:gd name="csX45" fmla="*/ 110834 w 149529"/>
                <a:gd name="csY45" fmla="*/ 57805 h 195391"/>
                <a:gd name="csX46" fmla="*/ 113700 w 149529"/>
                <a:gd name="csY46" fmla="*/ 59716 h 195391"/>
                <a:gd name="csX47" fmla="*/ 117044 w 149529"/>
                <a:gd name="csY47" fmla="*/ 61627 h 195391"/>
                <a:gd name="csX48" fmla="*/ 119911 w 149529"/>
                <a:gd name="csY48" fmla="*/ 63538 h 195391"/>
                <a:gd name="csX49" fmla="*/ 122777 w 149529"/>
                <a:gd name="csY49" fmla="*/ 65449 h 195391"/>
                <a:gd name="csX50" fmla="*/ 124688 w 149529"/>
                <a:gd name="csY50" fmla="*/ 66882 h 195391"/>
                <a:gd name="csX51" fmla="*/ 125165 w 149529"/>
                <a:gd name="csY51" fmla="*/ 66882 h 195391"/>
                <a:gd name="csX52" fmla="*/ 125165 w 149529"/>
                <a:gd name="csY52" fmla="*/ 66882 h 195391"/>
                <a:gd name="csX53" fmla="*/ 124688 w 149529"/>
                <a:gd name="csY53" fmla="*/ 68315 h 195391"/>
                <a:gd name="csX54" fmla="*/ 123254 w 149529"/>
                <a:gd name="csY54" fmla="*/ 72137 h 195391"/>
                <a:gd name="csX55" fmla="*/ 123254 w 149529"/>
                <a:gd name="csY55" fmla="*/ 73570 h 195391"/>
                <a:gd name="csX56" fmla="*/ 122299 w 149529"/>
                <a:gd name="csY56" fmla="*/ 75481 h 195391"/>
                <a:gd name="csX57" fmla="*/ 121821 w 149529"/>
                <a:gd name="csY57" fmla="*/ 76437 h 195391"/>
                <a:gd name="csX58" fmla="*/ 120388 w 149529"/>
                <a:gd name="csY58" fmla="*/ 81692 h 195391"/>
                <a:gd name="csX59" fmla="*/ 118955 w 149529"/>
                <a:gd name="csY59" fmla="*/ 84080 h 195391"/>
                <a:gd name="csX60" fmla="*/ 117044 w 149529"/>
                <a:gd name="csY60" fmla="*/ 88380 h 195391"/>
                <a:gd name="csX61" fmla="*/ 117044 w 149529"/>
                <a:gd name="csY61" fmla="*/ 91724 h 195391"/>
                <a:gd name="csX62" fmla="*/ 118000 w 149529"/>
                <a:gd name="csY62" fmla="*/ 94590 h 195391"/>
                <a:gd name="csX63" fmla="*/ 118000 w 149529"/>
                <a:gd name="csY63" fmla="*/ 96501 h 195391"/>
                <a:gd name="csX64" fmla="*/ 120388 w 149529"/>
                <a:gd name="csY64" fmla="*/ 98890 h 195391"/>
                <a:gd name="csX65" fmla="*/ 121821 w 149529"/>
                <a:gd name="csY65" fmla="*/ 99845 h 195391"/>
                <a:gd name="csX66" fmla="*/ 123254 w 149529"/>
                <a:gd name="csY66" fmla="*/ 100801 h 195391"/>
                <a:gd name="csX67" fmla="*/ 125165 w 149529"/>
                <a:gd name="csY67" fmla="*/ 103189 h 195391"/>
                <a:gd name="csX68" fmla="*/ 126598 w 149529"/>
                <a:gd name="csY68" fmla="*/ 105578 h 195391"/>
                <a:gd name="csX69" fmla="*/ 129943 w 149529"/>
                <a:gd name="csY69" fmla="*/ 106534 h 195391"/>
                <a:gd name="csX70" fmla="*/ 131376 w 149529"/>
                <a:gd name="csY70" fmla="*/ 109400 h 195391"/>
                <a:gd name="csX71" fmla="*/ 130898 w 149529"/>
                <a:gd name="csY71" fmla="*/ 111311 h 195391"/>
                <a:gd name="csX72" fmla="*/ 129465 w 149529"/>
                <a:gd name="csY72" fmla="*/ 112744 h 195391"/>
                <a:gd name="csX73" fmla="*/ 127554 w 149529"/>
                <a:gd name="csY73" fmla="*/ 115133 h 195391"/>
                <a:gd name="csX74" fmla="*/ 126598 w 149529"/>
                <a:gd name="csY74" fmla="*/ 118477 h 195391"/>
                <a:gd name="csX75" fmla="*/ 126598 w 149529"/>
                <a:gd name="csY75" fmla="*/ 123254 h 195391"/>
                <a:gd name="csX76" fmla="*/ 127076 w 149529"/>
                <a:gd name="csY76" fmla="*/ 122299 h 195391"/>
                <a:gd name="csX77" fmla="*/ 129465 w 149529"/>
                <a:gd name="csY77" fmla="*/ 123732 h 195391"/>
                <a:gd name="csX78" fmla="*/ 129465 w 149529"/>
                <a:gd name="csY78" fmla="*/ 127076 h 195391"/>
                <a:gd name="csX79" fmla="*/ 127554 w 149529"/>
                <a:gd name="csY79" fmla="*/ 131376 h 195391"/>
                <a:gd name="csX80" fmla="*/ 127076 w 149529"/>
                <a:gd name="csY80" fmla="*/ 133286 h 195391"/>
                <a:gd name="csX81" fmla="*/ 126598 w 149529"/>
                <a:gd name="csY81" fmla="*/ 135197 h 195391"/>
                <a:gd name="csX82" fmla="*/ 128032 w 149529"/>
                <a:gd name="csY82" fmla="*/ 139975 h 195391"/>
                <a:gd name="csX83" fmla="*/ 130420 w 149529"/>
                <a:gd name="csY83" fmla="*/ 142841 h 195391"/>
                <a:gd name="csX84" fmla="*/ 130420 w 149529"/>
                <a:gd name="csY84" fmla="*/ 143796 h 195391"/>
                <a:gd name="csX85" fmla="*/ 129465 w 149529"/>
                <a:gd name="csY85" fmla="*/ 144274 h 195391"/>
                <a:gd name="csX86" fmla="*/ 133287 w 149529"/>
                <a:gd name="csY86" fmla="*/ 149052 h 195391"/>
                <a:gd name="csX87" fmla="*/ 133287 w 149529"/>
                <a:gd name="csY87" fmla="*/ 152873 h 195391"/>
                <a:gd name="csX88" fmla="*/ 134720 w 149529"/>
                <a:gd name="csY88" fmla="*/ 155740 h 195391"/>
                <a:gd name="csX89" fmla="*/ 135198 w 149529"/>
                <a:gd name="csY89" fmla="*/ 158606 h 195391"/>
                <a:gd name="csX90" fmla="*/ 136153 w 149529"/>
                <a:gd name="csY90" fmla="*/ 160517 h 195391"/>
                <a:gd name="csX91" fmla="*/ 136153 w 149529"/>
                <a:gd name="csY91" fmla="*/ 161950 h 195391"/>
                <a:gd name="csX92" fmla="*/ 135198 w 149529"/>
                <a:gd name="csY92" fmla="*/ 163861 h 195391"/>
                <a:gd name="csX93" fmla="*/ 138064 w 149529"/>
                <a:gd name="csY93" fmla="*/ 163861 h 195391"/>
                <a:gd name="csX94" fmla="*/ 139497 w 149529"/>
                <a:gd name="csY94" fmla="*/ 165294 h 195391"/>
                <a:gd name="csX95" fmla="*/ 139975 w 149529"/>
                <a:gd name="csY95" fmla="*/ 166727 h 195391"/>
                <a:gd name="csX96" fmla="*/ 142364 w 149529"/>
                <a:gd name="csY96" fmla="*/ 166727 h 195391"/>
                <a:gd name="csX97" fmla="*/ 143319 w 149529"/>
                <a:gd name="csY97" fmla="*/ 167205 h 195391"/>
                <a:gd name="csX98" fmla="*/ 144752 w 149529"/>
                <a:gd name="csY98" fmla="*/ 168161 h 195391"/>
                <a:gd name="csX99" fmla="*/ 148096 w 149529"/>
                <a:gd name="csY99" fmla="*/ 170072 h 195391"/>
                <a:gd name="csX100" fmla="*/ 149052 w 149529"/>
                <a:gd name="csY100" fmla="*/ 171027 h 195391"/>
                <a:gd name="csX101" fmla="*/ 149530 w 149529"/>
                <a:gd name="csY101" fmla="*/ 171983 h 195391"/>
                <a:gd name="csX102" fmla="*/ 149530 w 149529"/>
                <a:gd name="csY102" fmla="*/ 171983 h 195391"/>
                <a:gd name="csX103" fmla="*/ 147619 w 149529"/>
                <a:gd name="csY103" fmla="*/ 173893 h 195391"/>
                <a:gd name="csX104" fmla="*/ 143797 w 149529"/>
                <a:gd name="csY104" fmla="*/ 176282 h 195391"/>
                <a:gd name="csX105" fmla="*/ 140453 w 149529"/>
                <a:gd name="csY105" fmla="*/ 178671 h 195391"/>
                <a:gd name="csX106" fmla="*/ 137109 w 149529"/>
                <a:gd name="csY106" fmla="*/ 180582 h 195391"/>
                <a:gd name="csX107" fmla="*/ 137109 w 149529"/>
                <a:gd name="csY107" fmla="*/ 180582 h 195391"/>
                <a:gd name="csX108" fmla="*/ 134242 w 149529"/>
                <a:gd name="csY108" fmla="*/ 181059 h 195391"/>
                <a:gd name="csX109" fmla="*/ 131854 w 149529"/>
                <a:gd name="csY109" fmla="*/ 181537 h 195391"/>
                <a:gd name="csX110" fmla="*/ 129465 w 149529"/>
                <a:gd name="csY110" fmla="*/ 182493 h 195391"/>
                <a:gd name="csX111" fmla="*/ 127076 w 149529"/>
                <a:gd name="csY111" fmla="*/ 184403 h 195391"/>
                <a:gd name="csX112" fmla="*/ 124210 w 149529"/>
                <a:gd name="csY112" fmla="*/ 184881 h 195391"/>
                <a:gd name="csX113" fmla="*/ 120388 w 149529"/>
                <a:gd name="csY113" fmla="*/ 184881 h 195391"/>
                <a:gd name="csX114" fmla="*/ 116566 w 149529"/>
                <a:gd name="csY114" fmla="*/ 186314 h 195391"/>
                <a:gd name="csX115" fmla="*/ 112745 w 149529"/>
                <a:gd name="csY115" fmla="*/ 188225 h 195391"/>
                <a:gd name="csX116" fmla="*/ 110834 w 149529"/>
                <a:gd name="csY116" fmla="*/ 189659 h 195391"/>
                <a:gd name="csX117" fmla="*/ 110834 w 149529"/>
                <a:gd name="csY117" fmla="*/ 189659 h 195391"/>
                <a:gd name="csX118" fmla="*/ 107012 w 149529"/>
                <a:gd name="csY118" fmla="*/ 187748 h 195391"/>
                <a:gd name="csX119" fmla="*/ 104145 w 149529"/>
                <a:gd name="csY119" fmla="*/ 187270 h 195391"/>
                <a:gd name="csX120" fmla="*/ 101279 w 149529"/>
                <a:gd name="csY120" fmla="*/ 187270 h 195391"/>
                <a:gd name="csX121" fmla="*/ 99368 w 149529"/>
                <a:gd name="csY121" fmla="*/ 187270 h 195391"/>
                <a:gd name="csX122" fmla="*/ 98413 w 149529"/>
                <a:gd name="csY122" fmla="*/ 187748 h 195391"/>
                <a:gd name="csX123" fmla="*/ 98413 w 149529"/>
                <a:gd name="csY123" fmla="*/ 187748 h 195391"/>
                <a:gd name="csX124" fmla="*/ 98413 w 149529"/>
                <a:gd name="csY124" fmla="*/ 188703 h 195391"/>
                <a:gd name="csX125" fmla="*/ 97935 w 149529"/>
                <a:gd name="csY125" fmla="*/ 189181 h 195391"/>
                <a:gd name="csX126" fmla="*/ 97457 w 149529"/>
                <a:gd name="csY126" fmla="*/ 191092 h 195391"/>
                <a:gd name="csX127" fmla="*/ 95546 w 149529"/>
                <a:gd name="csY127" fmla="*/ 192525 h 195391"/>
                <a:gd name="csX128" fmla="*/ 91724 w 149529"/>
                <a:gd name="csY128" fmla="*/ 194436 h 195391"/>
                <a:gd name="csX129" fmla="*/ 91724 w 149529"/>
                <a:gd name="csY129" fmla="*/ 194436 h 195391"/>
                <a:gd name="csX130" fmla="*/ 88380 w 149529"/>
                <a:gd name="csY130" fmla="*/ 194914 h 195391"/>
                <a:gd name="csX131" fmla="*/ 85514 w 149529"/>
                <a:gd name="csY131" fmla="*/ 194914 h 195391"/>
                <a:gd name="csX132" fmla="*/ 83125 w 149529"/>
                <a:gd name="csY132" fmla="*/ 193958 h 195391"/>
                <a:gd name="csX133" fmla="*/ 82170 w 149529"/>
                <a:gd name="csY133" fmla="*/ 193003 h 195391"/>
                <a:gd name="csX134" fmla="*/ 80736 w 149529"/>
                <a:gd name="csY134" fmla="*/ 192525 h 195391"/>
                <a:gd name="csX135" fmla="*/ 78348 w 149529"/>
                <a:gd name="csY135" fmla="*/ 192525 h 195391"/>
                <a:gd name="csX136" fmla="*/ 76437 w 149529"/>
                <a:gd name="csY136" fmla="*/ 193480 h 195391"/>
                <a:gd name="csX137" fmla="*/ 74526 w 149529"/>
                <a:gd name="csY137" fmla="*/ 194436 h 195391"/>
                <a:gd name="csX138" fmla="*/ 72138 w 149529"/>
                <a:gd name="csY138" fmla="*/ 194914 h 195391"/>
                <a:gd name="csX139" fmla="*/ 71659 w 149529"/>
                <a:gd name="csY139" fmla="*/ 195391 h 195391"/>
                <a:gd name="csX140" fmla="*/ 67360 w 149529"/>
                <a:gd name="csY140" fmla="*/ 194914 h 195391"/>
                <a:gd name="csX141" fmla="*/ 64972 w 149529"/>
                <a:gd name="csY141" fmla="*/ 194436 h 195391"/>
                <a:gd name="csX142" fmla="*/ 64493 w 149529"/>
                <a:gd name="csY142" fmla="*/ 193480 h 195391"/>
                <a:gd name="csX143" fmla="*/ 62583 w 149529"/>
                <a:gd name="csY143" fmla="*/ 192047 h 195391"/>
                <a:gd name="csX144" fmla="*/ 59716 w 149529"/>
                <a:gd name="csY144" fmla="*/ 190136 h 195391"/>
                <a:gd name="csX145" fmla="*/ 59239 w 149529"/>
                <a:gd name="csY145" fmla="*/ 190136 h 195391"/>
                <a:gd name="csX146" fmla="*/ 56850 w 149529"/>
                <a:gd name="csY146" fmla="*/ 190136 h 195391"/>
                <a:gd name="csX147" fmla="*/ 55417 w 149529"/>
                <a:gd name="csY147" fmla="*/ 192047 h 195391"/>
                <a:gd name="csX148" fmla="*/ 53984 w 149529"/>
                <a:gd name="csY148" fmla="*/ 192525 h 195391"/>
                <a:gd name="csX149" fmla="*/ 52550 w 149529"/>
                <a:gd name="csY149" fmla="*/ 193003 h 195391"/>
                <a:gd name="csX150" fmla="*/ 51595 w 149529"/>
                <a:gd name="csY150" fmla="*/ 193003 h 195391"/>
                <a:gd name="csX151" fmla="*/ 50162 w 149529"/>
                <a:gd name="csY151" fmla="*/ 193003 h 195391"/>
                <a:gd name="csX152" fmla="*/ 49684 w 149529"/>
                <a:gd name="csY152" fmla="*/ 193003 h 195391"/>
                <a:gd name="csX153" fmla="*/ 44907 w 149529"/>
                <a:gd name="csY153" fmla="*/ 192525 h 195391"/>
                <a:gd name="csX154" fmla="*/ 44907 w 149529"/>
                <a:gd name="csY154" fmla="*/ 192525 h 195391"/>
                <a:gd name="csX155" fmla="*/ 40607 w 149529"/>
                <a:gd name="csY155" fmla="*/ 192525 h 195391"/>
                <a:gd name="csX156" fmla="*/ 40607 w 149529"/>
                <a:gd name="csY156" fmla="*/ 192047 h 195391"/>
                <a:gd name="csX157" fmla="*/ 40129 w 149529"/>
                <a:gd name="csY157" fmla="*/ 190614 h 195391"/>
                <a:gd name="csX158" fmla="*/ 39174 w 149529"/>
                <a:gd name="csY158" fmla="*/ 189181 h 195391"/>
                <a:gd name="csX159" fmla="*/ 39174 w 149529"/>
                <a:gd name="csY159" fmla="*/ 189181 h 195391"/>
                <a:gd name="csX160" fmla="*/ 38218 w 149529"/>
                <a:gd name="csY160" fmla="*/ 188703 h 195391"/>
                <a:gd name="csX161" fmla="*/ 37741 w 149529"/>
                <a:gd name="csY161" fmla="*/ 188225 h 195391"/>
                <a:gd name="csX162" fmla="*/ 37263 w 149529"/>
                <a:gd name="csY162" fmla="*/ 188225 h 195391"/>
                <a:gd name="csX163" fmla="*/ 36786 w 149529"/>
                <a:gd name="csY163" fmla="*/ 188225 h 195391"/>
                <a:gd name="csX164" fmla="*/ 36308 w 149529"/>
                <a:gd name="csY164" fmla="*/ 187748 h 195391"/>
                <a:gd name="csX165" fmla="*/ 36308 w 149529"/>
                <a:gd name="csY165" fmla="*/ 187748 h 195391"/>
                <a:gd name="csX166" fmla="*/ 35830 w 149529"/>
                <a:gd name="csY166" fmla="*/ 186314 h 195391"/>
                <a:gd name="csX167" fmla="*/ 35352 w 149529"/>
                <a:gd name="csY167" fmla="*/ 185359 h 195391"/>
                <a:gd name="csX168" fmla="*/ 34397 w 149529"/>
                <a:gd name="csY168" fmla="*/ 184403 h 195391"/>
                <a:gd name="csX169" fmla="*/ 33441 w 149529"/>
                <a:gd name="csY169" fmla="*/ 183448 h 195391"/>
                <a:gd name="csX170" fmla="*/ 33441 w 149529"/>
                <a:gd name="csY170" fmla="*/ 182493 h 195391"/>
                <a:gd name="csX171" fmla="*/ 33441 w 149529"/>
                <a:gd name="csY171" fmla="*/ 182015 h 195391"/>
                <a:gd name="csX172" fmla="*/ 34397 w 149529"/>
                <a:gd name="csY172" fmla="*/ 179626 h 195391"/>
                <a:gd name="csX173" fmla="*/ 34874 w 149529"/>
                <a:gd name="csY173" fmla="*/ 178193 h 195391"/>
                <a:gd name="csX174" fmla="*/ 34874 w 149529"/>
                <a:gd name="csY174" fmla="*/ 176760 h 195391"/>
                <a:gd name="csX175" fmla="*/ 34397 w 149529"/>
                <a:gd name="csY175" fmla="*/ 175327 h 195391"/>
                <a:gd name="csX176" fmla="*/ 33919 w 149529"/>
                <a:gd name="csY176" fmla="*/ 174849 h 195391"/>
                <a:gd name="csX177" fmla="*/ 32963 w 149529"/>
                <a:gd name="csY177" fmla="*/ 173416 h 195391"/>
                <a:gd name="csX178" fmla="*/ 33441 w 149529"/>
                <a:gd name="csY178" fmla="*/ 172938 h 195391"/>
                <a:gd name="csX179" fmla="*/ 32963 w 149529"/>
                <a:gd name="csY179" fmla="*/ 171505 h 195391"/>
                <a:gd name="csX180" fmla="*/ 32963 w 149529"/>
                <a:gd name="csY180" fmla="*/ 170549 h 195391"/>
                <a:gd name="csX181" fmla="*/ 32963 w 149529"/>
                <a:gd name="csY181" fmla="*/ 169594 h 195391"/>
                <a:gd name="csX182" fmla="*/ 32963 w 149529"/>
                <a:gd name="csY182" fmla="*/ 168161 h 195391"/>
                <a:gd name="csX183" fmla="*/ 32008 w 149529"/>
                <a:gd name="csY183" fmla="*/ 164817 h 195391"/>
                <a:gd name="csX184" fmla="*/ 32008 w 149529"/>
                <a:gd name="csY184" fmla="*/ 164339 h 195391"/>
                <a:gd name="csX185" fmla="*/ 31052 w 149529"/>
                <a:gd name="csY185" fmla="*/ 162906 h 195391"/>
                <a:gd name="csX186" fmla="*/ 31052 w 149529"/>
                <a:gd name="csY186" fmla="*/ 162428 h 195391"/>
                <a:gd name="csX187" fmla="*/ 28186 w 149529"/>
                <a:gd name="csY187" fmla="*/ 159084 h 195391"/>
                <a:gd name="csX188" fmla="*/ 27709 w 149529"/>
                <a:gd name="csY188" fmla="*/ 158606 h 195391"/>
                <a:gd name="csX189" fmla="*/ 27709 w 149529"/>
                <a:gd name="csY189" fmla="*/ 158606 h 195391"/>
                <a:gd name="csX190" fmla="*/ 23409 w 149529"/>
                <a:gd name="csY190" fmla="*/ 155262 h 195391"/>
                <a:gd name="csX191" fmla="*/ 21498 w 149529"/>
                <a:gd name="csY191" fmla="*/ 154307 h 195391"/>
                <a:gd name="csX192" fmla="*/ 21020 w 149529"/>
                <a:gd name="csY192" fmla="*/ 155262 h 195391"/>
                <a:gd name="csX193" fmla="*/ 20543 w 149529"/>
                <a:gd name="csY193" fmla="*/ 155740 h 195391"/>
                <a:gd name="csX194" fmla="*/ 20543 w 149529"/>
                <a:gd name="csY194" fmla="*/ 156695 h 195391"/>
                <a:gd name="csX195" fmla="*/ 20543 w 149529"/>
                <a:gd name="csY195" fmla="*/ 157173 h 195391"/>
                <a:gd name="csX196" fmla="*/ 20543 w 149529"/>
                <a:gd name="csY196" fmla="*/ 157651 h 195391"/>
                <a:gd name="csX197" fmla="*/ 19109 w 149529"/>
                <a:gd name="csY197" fmla="*/ 157651 h 195391"/>
                <a:gd name="csX198" fmla="*/ 18632 w 149529"/>
                <a:gd name="csY198" fmla="*/ 157651 h 195391"/>
                <a:gd name="csX199" fmla="*/ 18632 w 149529"/>
                <a:gd name="csY199" fmla="*/ 157651 h 195391"/>
                <a:gd name="csX200" fmla="*/ 16721 w 149529"/>
                <a:gd name="csY200" fmla="*/ 156695 h 195391"/>
                <a:gd name="csX201" fmla="*/ 15765 w 149529"/>
                <a:gd name="csY201" fmla="*/ 156218 h 195391"/>
                <a:gd name="csX202" fmla="*/ 12421 w 149529"/>
                <a:gd name="csY202" fmla="*/ 156695 h 195391"/>
                <a:gd name="csX203" fmla="*/ 10988 w 149529"/>
                <a:gd name="csY203" fmla="*/ 156695 h 195391"/>
                <a:gd name="csX204" fmla="*/ 10033 w 149529"/>
                <a:gd name="csY204" fmla="*/ 156695 h 195391"/>
                <a:gd name="csX205" fmla="*/ 10033 w 149529"/>
                <a:gd name="csY205" fmla="*/ 156218 h 195391"/>
                <a:gd name="csX206" fmla="*/ 8122 w 149529"/>
                <a:gd name="csY206" fmla="*/ 154784 h 195391"/>
                <a:gd name="csX207" fmla="*/ 6211 w 149529"/>
                <a:gd name="csY207" fmla="*/ 154307 h 195391"/>
                <a:gd name="csX208" fmla="*/ 4300 w 149529"/>
                <a:gd name="csY208" fmla="*/ 154307 h 195391"/>
                <a:gd name="csX209" fmla="*/ 4300 w 149529"/>
                <a:gd name="csY209" fmla="*/ 154307 h 195391"/>
                <a:gd name="csX210" fmla="*/ 1433 w 149529"/>
                <a:gd name="csY210" fmla="*/ 152396 h 195391"/>
                <a:gd name="csX211" fmla="*/ 956 w 149529"/>
                <a:gd name="csY211" fmla="*/ 152396 h 195391"/>
                <a:gd name="csX212" fmla="*/ 478 w 149529"/>
                <a:gd name="csY212" fmla="*/ 152873 h 195391"/>
                <a:gd name="csX213" fmla="*/ 0 w 149529"/>
                <a:gd name="csY213" fmla="*/ 152873 h 195391"/>
                <a:gd name="csX214" fmla="*/ 0 w 149529"/>
                <a:gd name="csY214" fmla="*/ 152873 h 195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</a:cxnLst>
              <a:rect l="l" t="t" r="r" b="b"/>
              <a:pathLst>
                <a:path w="149529" h="195391">
                  <a:moveTo>
                    <a:pt x="19587" y="0"/>
                  </a:moveTo>
                  <a:lnTo>
                    <a:pt x="21020" y="0"/>
                  </a:lnTo>
                  <a:lnTo>
                    <a:pt x="22454" y="956"/>
                  </a:lnTo>
                  <a:lnTo>
                    <a:pt x="24365" y="1433"/>
                  </a:lnTo>
                  <a:lnTo>
                    <a:pt x="28186" y="3822"/>
                  </a:lnTo>
                  <a:lnTo>
                    <a:pt x="32486" y="5733"/>
                  </a:lnTo>
                  <a:lnTo>
                    <a:pt x="36786" y="8121"/>
                  </a:lnTo>
                  <a:lnTo>
                    <a:pt x="41085" y="10032"/>
                  </a:lnTo>
                  <a:lnTo>
                    <a:pt x="42518" y="10988"/>
                  </a:lnTo>
                  <a:lnTo>
                    <a:pt x="45384" y="12421"/>
                  </a:lnTo>
                  <a:lnTo>
                    <a:pt x="49684" y="14332"/>
                  </a:lnTo>
                  <a:lnTo>
                    <a:pt x="49684" y="14332"/>
                  </a:lnTo>
                  <a:lnTo>
                    <a:pt x="53984" y="16721"/>
                  </a:lnTo>
                  <a:lnTo>
                    <a:pt x="57806" y="18631"/>
                  </a:lnTo>
                  <a:lnTo>
                    <a:pt x="62105" y="21020"/>
                  </a:lnTo>
                  <a:lnTo>
                    <a:pt x="66405" y="22931"/>
                  </a:lnTo>
                  <a:lnTo>
                    <a:pt x="70704" y="25320"/>
                  </a:lnTo>
                  <a:lnTo>
                    <a:pt x="75004" y="27231"/>
                  </a:lnTo>
                  <a:lnTo>
                    <a:pt x="79304" y="29619"/>
                  </a:lnTo>
                  <a:lnTo>
                    <a:pt x="83125" y="31530"/>
                  </a:lnTo>
                  <a:lnTo>
                    <a:pt x="87425" y="33919"/>
                  </a:lnTo>
                  <a:lnTo>
                    <a:pt x="91724" y="35830"/>
                  </a:lnTo>
                  <a:lnTo>
                    <a:pt x="93635" y="37263"/>
                  </a:lnTo>
                  <a:lnTo>
                    <a:pt x="94113" y="37263"/>
                  </a:lnTo>
                  <a:lnTo>
                    <a:pt x="94113" y="37740"/>
                  </a:lnTo>
                  <a:lnTo>
                    <a:pt x="94591" y="39651"/>
                  </a:lnTo>
                  <a:lnTo>
                    <a:pt x="94591" y="40607"/>
                  </a:lnTo>
                  <a:lnTo>
                    <a:pt x="94591" y="41563"/>
                  </a:lnTo>
                  <a:lnTo>
                    <a:pt x="93635" y="43473"/>
                  </a:lnTo>
                  <a:lnTo>
                    <a:pt x="93157" y="44429"/>
                  </a:lnTo>
                  <a:lnTo>
                    <a:pt x="93157" y="45384"/>
                  </a:lnTo>
                  <a:lnTo>
                    <a:pt x="93157" y="45384"/>
                  </a:lnTo>
                  <a:lnTo>
                    <a:pt x="93635" y="45384"/>
                  </a:lnTo>
                  <a:lnTo>
                    <a:pt x="93635" y="45384"/>
                  </a:lnTo>
                  <a:lnTo>
                    <a:pt x="94591" y="45384"/>
                  </a:lnTo>
                  <a:lnTo>
                    <a:pt x="95068" y="45862"/>
                  </a:lnTo>
                  <a:lnTo>
                    <a:pt x="95068" y="45862"/>
                  </a:lnTo>
                  <a:lnTo>
                    <a:pt x="95546" y="46340"/>
                  </a:lnTo>
                  <a:lnTo>
                    <a:pt x="95546" y="46340"/>
                  </a:lnTo>
                  <a:lnTo>
                    <a:pt x="96024" y="47773"/>
                  </a:lnTo>
                  <a:lnTo>
                    <a:pt x="96979" y="48251"/>
                  </a:lnTo>
                  <a:lnTo>
                    <a:pt x="98413" y="49684"/>
                  </a:lnTo>
                  <a:lnTo>
                    <a:pt x="101757" y="51595"/>
                  </a:lnTo>
                  <a:lnTo>
                    <a:pt x="104623" y="53506"/>
                  </a:lnTo>
                  <a:lnTo>
                    <a:pt x="107967" y="55417"/>
                  </a:lnTo>
                  <a:lnTo>
                    <a:pt x="110834" y="57805"/>
                  </a:lnTo>
                  <a:lnTo>
                    <a:pt x="113700" y="59716"/>
                  </a:lnTo>
                  <a:lnTo>
                    <a:pt x="117044" y="61627"/>
                  </a:lnTo>
                  <a:lnTo>
                    <a:pt x="119911" y="63538"/>
                  </a:lnTo>
                  <a:lnTo>
                    <a:pt x="122777" y="65449"/>
                  </a:lnTo>
                  <a:lnTo>
                    <a:pt x="124688" y="66882"/>
                  </a:lnTo>
                  <a:lnTo>
                    <a:pt x="125165" y="66882"/>
                  </a:lnTo>
                  <a:lnTo>
                    <a:pt x="125165" y="66882"/>
                  </a:lnTo>
                  <a:lnTo>
                    <a:pt x="124688" y="68315"/>
                  </a:lnTo>
                  <a:lnTo>
                    <a:pt x="123254" y="72137"/>
                  </a:lnTo>
                  <a:lnTo>
                    <a:pt x="123254" y="73570"/>
                  </a:lnTo>
                  <a:lnTo>
                    <a:pt x="122299" y="75481"/>
                  </a:lnTo>
                  <a:lnTo>
                    <a:pt x="121821" y="76437"/>
                  </a:lnTo>
                  <a:lnTo>
                    <a:pt x="120388" y="81692"/>
                  </a:lnTo>
                  <a:lnTo>
                    <a:pt x="118955" y="84080"/>
                  </a:lnTo>
                  <a:lnTo>
                    <a:pt x="117044" y="88380"/>
                  </a:lnTo>
                  <a:lnTo>
                    <a:pt x="117044" y="91724"/>
                  </a:lnTo>
                  <a:lnTo>
                    <a:pt x="118000" y="94590"/>
                  </a:lnTo>
                  <a:lnTo>
                    <a:pt x="118000" y="96501"/>
                  </a:lnTo>
                  <a:lnTo>
                    <a:pt x="120388" y="98890"/>
                  </a:lnTo>
                  <a:lnTo>
                    <a:pt x="121821" y="99845"/>
                  </a:lnTo>
                  <a:lnTo>
                    <a:pt x="123254" y="100801"/>
                  </a:lnTo>
                  <a:lnTo>
                    <a:pt x="125165" y="103189"/>
                  </a:lnTo>
                  <a:lnTo>
                    <a:pt x="126598" y="105578"/>
                  </a:lnTo>
                  <a:lnTo>
                    <a:pt x="129943" y="106534"/>
                  </a:lnTo>
                  <a:lnTo>
                    <a:pt x="131376" y="109400"/>
                  </a:lnTo>
                  <a:lnTo>
                    <a:pt x="130898" y="111311"/>
                  </a:lnTo>
                  <a:lnTo>
                    <a:pt x="129465" y="112744"/>
                  </a:lnTo>
                  <a:lnTo>
                    <a:pt x="127554" y="115133"/>
                  </a:lnTo>
                  <a:lnTo>
                    <a:pt x="126598" y="118477"/>
                  </a:lnTo>
                  <a:lnTo>
                    <a:pt x="126598" y="123254"/>
                  </a:lnTo>
                  <a:lnTo>
                    <a:pt x="127076" y="122299"/>
                  </a:lnTo>
                  <a:lnTo>
                    <a:pt x="129465" y="123732"/>
                  </a:lnTo>
                  <a:lnTo>
                    <a:pt x="129465" y="127076"/>
                  </a:lnTo>
                  <a:lnTo>
                    <a:pt x="127554" y="131376"/>
                  </a:lnTo>
                  <a:lnTo>
                    <a:pt x="127076" y="133286"/>
                  </a:lnTo>
                  <a:lnTo>
                    <a:pt x="126598" y="135197"/>
                  </a:lnTo>
                  <a:lnTo>
                    <a:pt x="128032" y="139975"/>
                  </a:lnTo>
                  <a:lnTo>
                    <a:pt x="130420" y="142841"/>
                  </a:lnTo>
                  <a:lnTo>
                    <a:pt x="130420" y="143796"/>
                  </a:lnTo>
                  <a:lnTo>
                    <a:pt x="129465" y="144274"/>
                  </a:lnTo>
                  <a:lnTo>
                    <a:pt x="133287" y="149052"/>
                  </a:lnTo>
                  <a:lnTo>
                    <a:pt x="133287" y="152873"/>
                  </a:lnTo>
                  <a:lnTo>
                    <a:pt x="134720" y="155740"/>
                  </a:lnTo>
                  <a:lnTo>
                    <a:pt x="135198" y="158606"/>
                  </a:lnTo>
                  <a:lnTo>
                    <a:pt x="136153" y="160517"/>
                  </a:lnTo>
                  <a:lnTo>
                    <a:pt x="136153" y="161950"/>
                  </a:lnTo>
                  <a:lnTo>
                    <a:pt x="135198" y="163861"/>
                  </a:lnTo>
                  <a:lnTo>
                    <a:pt x="138064" y="163861"/>
                  </a:lnTo>
                  <a:lnTo>
                    <a:pt x="139497" y="165294"/>
                  </a:lnTo>
                  <a:lnTo>
                    <a:pt x="139975" y="166727"/>
                  </a:lnTo>
                  <a:lnTo>
                    <a:pt x="142364" y="166727"/>
                  </a:lnTo>
                  <a:lnTo>
                    <a:pt x="143319" y="167205"/>
                  </a:lnTo>
                  <a:lnTo>
                    <a:pt x="144752" y="168161"/>
                  </a:lnTo>
                  <a:lnTo>
                    <a:pt x="148096" y="170072"/>
                  </a:lnTo>
                  <a:lnTo>
                    <a:pt x="149052" y="171027"/>
                  </a:lnTo>
                  <a:lnTo>
                    <a:pt x="149530" y="171983"/>
                  </a:lnTo>
                  <a:lnTo>
                    <a:pt x="149530" y="171983"/>
                  </a:lnTo>
                  <a:lnTo>
                    <a:pt x="147619" y="173893"/>
                  </a:lnTo>
                  <a:lnTo>
                    <a:pt x="143797" y="176282"/>
                  </a:lnTo>
                  <a:lnTo>
                    <a:pt x="140453" y="178671"/>
                  </a:lnTo>
                  <a:lnTo>
                    <a:pt x="137109" y="180582"/>
                  </a:lnTo>
                  <a:lnTo>
                    <a:pt x="137109" y="180582"/>
                  </a:lnTo>
                  <a:lnTo>
                    <a:pt x="134242" y="181059"/>
                  </a:lnTo>
                  <a:lnTo>
                    <a:pt x="131854" y="181537"/>
                  </a:lnTo>
                  <a:lnTo>
                    <a:pt x="129465" y="182493"/>
                  </a:lnTo>
                  <a:lnTo>
                    <a:pt x="127076" y="184403"/>
                  </a:lnTo>
                  <a:lnTo>
                    <a:pt x="124210" y="184881"/>
                  </a:lnTo>
                  <a:lnTo>
                    <a:pt x="120388" y="184881"/>
                  </a:lnTo>
                  <a:lnTo>
                    <a:pt x="116566" y="186314"/>
                  </a:lnTo>
                  <a:lnTo>
                    <a:pt x="112745" y="188225"/>
                  </a:lnTo>
                  <a:lnTo>
                    <a:pt x="110834" y="189659"/>
                  </a:lnTo>
                  <a:lnTo>
                    <a:pt x="110834" y="189659"/>
                  </a:lnTo>
                  <a:lnTo>
                    <a:pt x="107012" y="187748"/>
                  </a:lnTo>
                  <a:lnTo>
                    <a:pt x="104145" y="187270"/>
                  </a:lnTo>
                  <a:lnTo>
                    <a:pt x="101279" y="187270"/>
                  </a:lnTo>
                  <a:lnTo>
                    <a:pt x="99368" y="187270"/>
                  </a:lnTo>
                  <a:lnTo>
                    <a:pt x="98413" y="187748"/>
                  </a:lnTo>
                  <a:lnTo>
                    <a:pt x="98413" y="187748"/>
                  </a:lnTo>
                  <a:lnTo>
                    <a:pt x="98413" y="188703"/>
                  </a:lnTo>
                  <a:lnTo>
                    <a:pt x="97935" y="189181"/>
                  </a:lnTo>
                  <a:lnTo>
                    <a:pt x="97457" y="191092"/>
                  </a:lnTo>
                  <a:lnTo>
                    <a:pt x="95546" y="192525"/>
                  </a:lnTo>
                  <a:lnTo>
                    <a:pt x="91724" y="194436"/>
                  </a:lnTo>
                  <a:lnTo>
                    <a:pt x="91724" y="194436"/>
                  </a:lnTo>
                  <a:lnTo>
                    <a:pt x="88380" y="194914"/>
                  </a:lnTo>
                  <a:lnTo>
                    <a:pt x="85514" y="194914"/>
                  </a:lnTo>
                  <a:lnTo>
                    <a:pt x="83125" y="193958"/>
                  </a:lnTo>
                  <a:lnTo>
                    <a:pt x="82170" y="193003"/>
                  </a:lnTo>
                  <a:lnTo>
                    <a:pt x="80736" y="192525"/>
                  </a:lnTo>
                  <a:lnTo>
                    <a:pt x="78348" y="192525"/>
                  </a:lnTo>
                  <a:lnTo>
                    <a:pt x="76437" y="193480"/>
                  </a:lnTo>
                  <a:lnTo>
                    <a:pt x="74526" y="194436"/>
                  </a:lnTo>
                  <a:lnTo>
                    <a:pt x="72138" y="194914"/>
                  </a:lnTo>
                  <a:lnTo>
                    <a:pt x="71659" y="195391"/>
                  </a:lnTo>
                  <a:lnTo>
                    <a:pt x="67360" y="194914"/>
                  </a:lnTo>
                  <a:lnTo>
                    <a:pt x="64972" y="194436"/>
                  </a:lnTo>
                  <a:lnTo>
                    <a:pt x="64493" y="193480"/>
                  </a:lnTo>
                  <a:lnTo>
                    <a:pt x="62583" y="192047"/>
                  </a:lnTo>
                  <a:lnTo>
                    <a:pt x="59716" y="190136"/>
                  </a:lnTo>
                  <a:lnTo>
                    <a:pt x="59239" y="190136"/>
                  </a:lnTo>
                  <a:lnTo>
                    <a:pt x="56850" y="190136"/>
                  </a:lnTo>
                  <a:lnTo>
                    <a:pt x="55417" y="192047"/>
                  </a:lnTo>
                  <a:lnTo>
                    <a:pt x="53984" y="192525"/>
                  </a:lnTo>
                  <a:lnTo>
                    <a:pt x="52550" y="193003"/>
                  </a:lnTo>
                  <a:lnTo>
                    <a:pt x="51595" y="193003"/>
                  </a:lnTo>
                  <a:lnTo>
                    <a:pt x="50162" y="193003"/>
                  </a:lnTo>
                  <a:lnTo>
                    <a:pt x="49684" y="193003"/>
                  </a:lnTo>
                  <a:lnTo>
                    <a:pt x="44907" y="192525"/>
                  </a:lnTo>
                  <a:lnTo>
                    <a:pt x="44907" y="192525"/>
                  </a:lnTo>
                  <a:lnTo>
                    <a:pt x="40607" y="192525"/>
                  </a:lnTo>
                  <a:lnTo>
                    <a:pt x="40607" y="192047"/>
                  </a:lnTo>
                  <a:lnTo>
                    <a:pt x="40129" y="190614"/>
                  </a:lnTo>
                  <a:lnTo>
                    <a:pt x="39174" y="189181"/>
                  </a:lnTo>
                  <a:lnTo>
                    <a:pt x="39174" y="189181"/>
                  </a:lnTo>
                  <a:lnTo>
                    <a:pt x="38218" y="188703"/>
                  </a:lnTo>
                  <a:lnTo>
                    <a:pt x="37741" y="188225"/>
                  </a:lnTo>
                  <a:lnTo>
                    <a:pt x="37263" y="188225"/>
                  </a:lnTo>
                  <a:lnTo>
                    <a:pt x="36786" y="188225"/>
                  </a:lnTo>
                  <a:lnTo>
                    <a:pt x="36308" y="187748"/>
                  </a:lnTo>
                  <a:lnTo>
                    <a:pt x="36308" y="187748"/>
                  </a:lnTo>
                  <a:lnTo>
                    <a:pt x="35830" y="186314"/>
                  </a:lnTo>
                  <a:lnTo>
                    <a:pt x="35352" y="185359"/>
                  </a:lnTo>
                  <a:lnTo>
                    <a:pt x="34397" y="184403"/>
                  </a:lnTo>
                  <a:lnTo>
                    <a:pt x="33441" y="183448"/>
                  </a:lnTo>
                  <a:lnTo>
                    <a:pt x="33441" y="182493"/>
                  </a:lnTo>
                  <a:lnTo>
                    <a:pt x="33441" y="182015"/>
                  </a:lnTo>
                  <a:lnTo>
                    <a:pt x="34397" y="179626"/>
                  </a:lnTo>
                  <a:lnTo>
                    <a:pt x="34874" y="178193"/>
                  </a:lnTo>
                  <a:lnTo>
                    <a:pt x="34874" y="176760"/>
                  </a:lnTo>
                  <a:lnTo>
                    <a:pt x="34397" y="175327"/>
                  </a:lnTo>
                  <a:lnTo>
                    <a:pt x="33919" y="174849"/>
                  </a:lnTo>
                  <a:lnTo>
                    <a:pt x="32963" y="173416"/>
                  </a:lnTo>
                  <a:lnTo>
                    <a:pt x="33441" y="172938"/>
                  </a:lnTo>
                  <a:lnTo>
                    <a:pt x="32963" y="171505"/>
                  </a:lnTo>
                  <a:lnTo>
                    <a:pt x="32963" y="170549"/>
                  </a:lnTo>
                  <a:lnTo>
                    <a:pt x="32963" y="169594"/>
                  </a:lnTo>
                  <a:lnTo>
                    <a:pt x="32963" y="168161"/>
                  </a:lnTo>
                  <a:lnTo>
                    <a:pt x="32008" y="164817"/>
                  </a:lnTo>
                  <a:lnTo>
                    <a:pt x="32008" y="164339"/>
                  </a:lnTo>
                  <a:lnTo>
                    <a:pt x="31052" y="162906"/>
                  </a:lnTo>
                  <a:lnTo>
                    <a:pt x="31052" y="162428"/>
                  </a:lnTo>
                  <a:lnTo>
                    <a:pt x="28186" y="159084"/>
                  </a:lnTo>
                  <a:lnTo>
                    <a:pt x="27709" y="158606"/>
                  </a:lnTo>
                  <a:lnTo>
                    <a:pt x="27709" y="158606"/>
                  </a:lnTo>
                  <a:lnTo>
                    <a:pt x="23409" y="155262"/>
                  </a:lnTo>
                  <a:lnTo>
                    <a:pt x="21498" y="154307"/>
                  </a:lnTo>
                  <a:lnTo>
                    <a:pt x="21020" y="155262"/>
                  </a:lnTo>
                  <a:lnTo>
                    <a:pt x="20543" y="155740"/>
                  </a:lnTo>
                  <a:lnTo>
                    <a:pt x="20543" y="156695"/>
                  </a:lnTo>
                  <a:lnTo>
                    <a:pt x="20543" y="157173"/>
                  </a:lnTo>
                  <a:lnTo>
                    <a:pt x="20543" y="157651"/>
                  </a:lnTo>
                  <a:lnTo>
                    <a:pt x="19109" y="157651"/>
                  </a:lnTo>
                  <a:lnTo>
                    <a:pt x="18632" y="157651"/>
                  </a:lnTo>
                  <a:lnTo>
                    <a:pt x="18632" y="157651"/>
                  </a:lnTo>
                  <a:lnTo>
                    <a:pt x="16721" y="156695"/>
                  </a:lnTo>
                  <a:lnTo>
                    <a:pt x="15765" y="156218"/>
                  </a:lnTo>
                  <a:lnTo>
                    <a:pt x="12421" y="156695"/>
                  </a:lnTo>
                  <a:lnTo>
                    <a:pt x="10988" y="156695"/>
                  </a:lnTo>
                  <a:lnTo>
                    <a:pt x="10033" y="156695"/>
                  </a:lnTo>
                  <a:lnTo>
                    <a:pt x="10033" y="156218"/>
                  </a:lnTo>
                  <a:lnTo>
                    <a:pt x="8122" y="154784"/>
                  </a:lnTo>
                  <a:lnTo>
                    <a:pt x="6211" y="154307"/>
                  </a:lnTo>
                  <a:lnTo>
                    <a:pt x="4300" y="154307"/>
                  </a:lnTo>
                  <a:lnTo>
                    <a:pt x="4300" y="154307"/>
                  </a:lnTo>
                  <a:lnTo>
                    <a:pt x="1433" y="152396"/>
                  </a:lnTo>
                  <a:lnTo>
                    <a:pt x="956" y="152396"/>
                  </a:lnTo>
                  <a:lnTo>
                    <a:pt x="478" y="152873"/>
                  </a:lnTo>
                  <a:lnTo>
                    <a:pt x="0" y="152873"/>
                  </a:lnTo>
                  <a:lnTo>
                    <a:pt x="0" y="152873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" name="Freeform 5519">
              <a:extLst>
                <a:ext uri="{FF2B5EF4-FFF2-40B4-BE49-F238E27FC236}">
                  <a16:creationId xmlns:a16="http://schemas.microsoft.com/office/drawing/2014/main" id="{9E48C4F8-343E-CA9E-D8C9-186082C3696B}"/>
                </a:ext>
              </a:extLst>
            </p:cNvPr>
            <p:cNvSpPr/>
            <p:nvPr/>
          </p:nvSpPr>
          <p:spPr>
            <a:xfrm>
              <a:off x="6322443" y="3618442"/>
              <a:ext cx="356863" cy="217844"/>
            </a:xfrm>
            <a:custGeom>
              <a:avLst/>
              <a:gdLst>
                <a:gd name="csX0" fmla="*/ 150485 w 356863"/>
                <a:gd name="csY0" fmla="*/ 195869 h 217844"/>
                <a:gd name="csX1" fmla="*/ 150485 w 356863"/>
                <a:gd name="csY1" fmla="*/ 195869 h 217844"/>
                <a:gd name="csX2" fmla="*/ 149051 w 356863"/>
                <a:gd name="csY2" fmla="*/ 194436 h 217844"/>
                <a:gd name="csX3" fmla="*/ 147619 w 356863"/>
                <a:gd name="csY3" fmla="*/ 193003 h 217844"/>
                <a:gd name="csX4" fmla="*/ 144274 w 356863"/>
                <a:gd name="csY4" fmla="*/ 191570 h 217844"/>
                <a:gd name="csX5" fmla="*/ 140930 w 356863"/>
                <a:gd name="csY5" fmla="*/ 192047 h 217844"/>
                <a:gd name="csX6" fmla="*/ 137108 w 356863"/>
                <a:gd name="csY6" fmla="*/ 193958 h 217844"/>
                <a:gd name="csX7" fmla="*/ 134242 w 356863"/>
                <a:gd name="csY7" fmla="*/ 194914 h 217844"/>
                <a:gd name="csX8" fmla="*/ 132808 w 356863"/>
                <a:gd name="csY8" fmla="*/ 194436 h 217844"/>
                <a:gd name="csX9" fmla="*/ 132331 w 356863"/>
                <a:gd name="csY9" fmla="*/ 194436 h 217844"/>
                <a:gd name="csX10" fmla="*/ 131853 w 356863"/>
                <a:gd name="csY10" fmla="*/ 194436 h 217844"/>
                <a:gd name="csX11" fmla="*/ 131853 w 356863"/>
                <a:gd name="csY11" fmla="*/ 194436 h 217844"/>
                <a:gd name="csX12" fmla="*/ 131853 w 356863"/>
                <a:gd name="csY12" fmla="*/ 194914 h 217844"/>
                <a:gd name="csX13" fmla="*/ 131853 w 356863"/>
                <a:gd name="csY13" fmla="*/ 195391 h 217844"/>
                <a:gd name="csX14" fmla="*/ 131853 w 356863"/>
                <a:gd name="csY14" fmla="*/ 195391 h 217844"/>
                <a:gd name="csX15" fmla="*/ 132331 w 356863"/>
                <a:gd name="csY15" fmla="*/ 195869 h 217844"/>
                <a:gd name="csX16" fmla="*/ 132331 w 356863"/>
                <a:gd name="csY16" fmla="*/ 196347 h 217844"/>
                <a:gd name="csX17" fmla="*/ 132331 w 356863"/>
                <a:gd name="csY17" fmla="*/ 196347 h 217844"/>
                <a:gd name="csX18" fmla="*/ 131853 w 356863"/>
                <a:gd name="csY18" fmla="*/ 196347 h 217844"/>
                <a:gd name="csX19" fmla="*/ 131853 w 356863"/>
                <a:gd name="csY19" fmla="*/ 196347 h 217844"/>
                <a:gd name="csX20" fmla="*/ 125642 w 356863"/>
                <a:gd name="csY20" fmla="*/ 194914 h 217844"/>
                <a:gd name="csX21" fmla="*/ 122776 w 356863"/>
                <a:gd name="csY21" fmla="*/ 193480 h 217844"/>
                <a:gd name="csX22" fmla="*/ 120865 w 356863"/>
                <a:gd name="csY22" fmla="*/ 190614 h 217844"/>
                <a:gd name="csX23" fmla="*/ 121343 w 356863"/>
                <a:gd name="csY23" fmla="*/ 190136 h 217844"/>
                <a:gd name="csX24" fmla="*/ 121821 w 356863"/>
                <a:gd name="csY24" fmla="*/ 190136 h 217844"/>
                <a:gd name="csX25" fmla="*/ 122776 w 356863"/>
                <a:gd name="csY25" fmla="*/ 189659 h 217844"/>
                <a:gd name="csX26" fmla="*/ 126121 w 356863"/>
                <a:gd name="csY26" fmla="*/ 189181 h 217844"/>
                <a:gd name="csX27" fmla="*/ 126121 w 356863"/>
                <a:gd name="csY27" fmla="*/ 189181 h 217844"/>
                <a:gd name="csX28" fmla="*/ 126598 w 356863"/>
                <a:gd name="csY28" fmla="*/ 189181 h 217844"/>
                <a:gd name="csX29" fmla="*/ 126598 w 356863"/>
                <a:gd name="csY29" fmla="*/ 189181 h 217844"/>
                <a:gd name="csX30" fmla="*/ 126598 w 356863"/>
                <a:gd name="csY30" fmla="*/ 188703 h 217844"/>
                <a:gd name="csX31" fmla="*/ 126598 w 356863"/>
                <a:gd name="csY31" fmla="*/ 187748 h 217844"/>
                <a:gd name="csX32" fmla="*/ 126598 w 356863"/>
                <a:gd name="csY32" fmla="*/ 186314 h 217844"/>
                <a:gd name="csX33" fmla="*/ 126598 w 356863"/>
                <a:gd name="csY33" fmla="*/ 186314 h 217844"/>
                <a:gd name="csX34" fmla="*/ 126121 w 356863"/>
                <a:gd name="csY34" fmla="*/ 185359 h 217844"/>
                <a:gd name="csX35" fmla="*/ 126121 w 356863"/>
                <a:gd name="csY35" fmla="*/ 185359 h 217844"/>
                <a:gd name="csX36" fmla="*/ 127554 w 356863"/>
                <a:gd name="csY36" fmla="*/ 183448 h 217844"/>
                <a:gd name="csX37" fmla="*/ 127554 w 356863"/>
                <a:gd name="csY37" fmla="*/ 183448 h 217844"/>
                <a:gd name="csX38" fmla="*/ 129942 w 356863"/>
                <a:gd name="csY38" fmla="*/ 182015 h 217844"/>
                <a:gd name="csX39" fmla="*/ 130898 w 356863"/>
                <a:gd name="csY39" fmla="*/ 180582 h 217844"/>
                <a:gd name="csX40" fmla="*/ 130898 w 356863"/>
                <a:gd name="csY40" fmla="*/ 180104 h 217844"/>
                <a:gd name="csX41" fmla="*/ 131376 w 356863"/>
                <a:gd name="csY41" fmla="*/ 178193 h 217844"/>
                <a:gd name="csX42" fmla="*/ 131376 w 356863"/>
                <a:gd name="csY42" fmla="*/ 178193 h 217844"/>
                <a:gd name="csX43" fmla="*/ 133287 w 356863"/>
                <a:gd name="csY43" fmla="*/ 177238 h 217844"/>
                <a:gd name="csX44" fmla="*/ 135197 w 356863"/>
                <a:gd name="csY44" fmla="*/ 175327 h 217844"/>
                <a:gd name="csX45" fmla="*/ 135675 w 356863"/>
                <a:gd name="csY45" fmla="*/ 173416 h 217844"/>
                <a:gd name="csX46" fmla="*/ 136631 w 356863"/>
                <a:gd name="csY46" fmla="*/ 171983 h 217844"/>
                <a:gd name="csX47" fmla="*/ 135197 w 356863"/>
                <a:gd name="csY47" fmla="*/ 169116 h 217844"/>
                <a:gd name="csX48" fmla="*/ 135197 w 356863"/>
                <a:gd name="csY48" fmla="*/ 167205 h 217844"/>
                <a:gd name="csX49" fmla="*/ 134719 w 356863"/>
                <a:gd name="csY49" fmla="*/ 165295 h 217844"/>
                <a:gd name="csX50" fmla="*/ 135675 w 356863"/>
                <a:gd name="csY50" fmla="*/ 164339 h 217844"/>
                <a:gd name="csX51" fmla="*/ 136631 w 356863"/>
                <a:gd name="csY51" fmla="*/ 163861 h 217844"/>
                <a:gd name="csX52" fmla="*/ 137586 w 356863"/>
                <a:gd name="csY52" fmla="*/ 163384 h 217844"/>
                <a:gd name="csX53" fmla="*/ 139497 w 356863"/>
                <a:gd name="csY53" fmla="*/ 162906 h 217844"/>
                <a:gd name="csX54" fmla="*/ 139974 w 356863"/>
                <a:gd name="csY54" fmla="*/ 162906 h 217844"/>
                <a:gd name="csX55" fmla="*/ 140453 w 356863"/>
                <a:gd name="csY55" fmla="*/ 163384 h 217844"/>
                <a:gd name="csX56" fmla="*/ 140453 w 356863"/>
                <a:gd name="csY56" fmla="*/ 166728 h 217844"/>
                <a:gd name="csX57" fmla="*/ 140453 w 356863"/>
                <a:gd name="csY57" fmla="*/ 166728 h 217844"/>
                <a:gd name="csX58" fmla="*/ 140930 w 356863"/>
                <a:gd name="csY58" fmla="*/ 166728 h 217844"/>
                <a:gd name="csX59" fmla="*/ 140930 w 356863"/>
                <a:gd name="csY59" fmla="*/ 166728 h 217844"/>
                <a:gd name="csX60" fmla="*/ 141408 w 356863"/>
                <a:gd name="csY60" fmla="*/ 166250 h 217844"/>
                <a:gd name="csX61" fmla="*/ 141885 w 356863"/>
                <a:gd name="csY61" fmla="*/ 164817 h 217844"/>
                <a:gd name="csX62" fmla="*/ 142363 w 356863"/>
                <a:gd name="csY62" fmla="*/ 164339 h 217844"/>
                <a:gd name="csX63" fmla="*/ 143319 w 356863"/>
                <a:gd name="csY63" fmla="*/ 164817 h 217844"/>
                <a:gd name="csX64" fmla="*/ 144274 w 356863"/>
                <a:gd name="csY64" fmla="*/ 165295 h 217844"/>
                <a:gd name="csX65" fmla="*/ 144752 w 356863"/>
                <a:gd name="csY65" fmla="*/ 164817 h 217844"/>
                <a:gd name="csX66" fmla="*/ 145230 w 356863"/>
                <a:gd name="csY66" fmla="*/ 164817 h 217844"/>
                <a:gd name="csX67" fmla="*/ 146185 w 356863"/>
                <a:gd name="csY67" fmla="*/ 165295 h 217844"/>
                <a:gd name="csX68" fmla="*/ 147140 w 356863"/>
                <a:gd name="csY68" fmla="*/ 165772 h 217844"/>
                <a:gd name="csX69" fmla="*/ 148574 w 356863"/>
                <a:gd name="csY69" fmla="*/ 166250 h 217844"/>
                <a:gd name="csX70" fmla="*/ 149051 w 356863"/>
                <a:gd name="csY70" fmla="*/ 165772 h 217844"/>
                <a:gd name="csX71" fmla="*/ 149529 w 356863"/>
                <a:gd name="csY71" fmla="*/ 165772 h 217844"/>
                <a:gd name="csX72" fmla="*/ 150485 w 356863"/>
                <a:gd name="csY72" fmla="*/ 164817 h 217844"/>
                <a:gd name="csX73" fmla="*/ 151440 w 356863"/>
                <a:gd name="csY73" fmla="*/ 165295 h 217844"/>
                <a:gd name="csX74" fmla="*/ 152873 w 356863"/>
                <a:gd name="csY74" fmla="*/ 167205 h 217844"/>
                <a:gd name="csX75" fmla="*/ 152873 w 356863"/>
                <a:gd name="csY75" fmla="*/ 167205 h 217844"/>
                <a:gd name="csX76" fmla="*/ 153829 w 356863"/>
                <a:gd name="csY76" fmla="*/ 167205 h 217844"/>
                <a:gd name="csX77" fmla="*/ 153829 w 356863"/>
                <a:gd name="csY77" fmla="*/ 167205 h 217844"/>
                <a:gd name="csX78" fmla="*/ 157651 w 356863"/>
                <a:gd name="csY78" fmla="*/ 166728 h 217844"/>
                <a:gd name="csX79" fmla="*/ 158128 w 356863"/>
                <a:gd name="csY79" fmla="*/ 166250 h 217844"/>
                <a:gd name="csX80" fmla="*/ 158606 w 356863"/>
                <a:gd name="csY80" fmla="*/ 165295 h 217844"/>
                <a:gd name="csX81" fmla="*/ 154784 w 356863"/>
                <a:gd name="csY81" fmla="*/ 162428 h 217844"/>
                <a:gd name="csX82" fmla="*/ 154784 w 356863"/>
                <a:gd name="csY82" fmla="*/ 160039 h 217844"/>
                <a:gd name="csX83" fmla="*/ 155262 w 356863"/>
                <a:gd name="csY83" fmla="*/ 157651 h 217844"/>
                <a:gd name="csX84" fmla="*/ 155262 w 356863"/>
                <a:gd name="csY84" fmla="*/ 157651 h 217844"/>
                <a:gd name="csX85" fmla="*/ 155262 w 356863"/>
                <a:gd name="csY85" fmla="*/ 157651 h 217844"/>
                <a:gd name="csX86" fmla="*/ 154784 w 356863"/>
                <a:gd name="csY86" fmla="*/ 155740 h 217844"/>
                <a:gd name="csX87" fmla="*/ 153829 w 356863"/>
                <a:gd name="csY87" fmla="*/ 154784 h 217844"/>
                <a:gd name="csX88" fmla="*/ 150485 w 356863"/>
                <a:gd name="csY88" fmla="*/ 153351 h 217844"/>
                <a:gd name="csX89" fmla="*/ 148096 w 356863"/>
                <a:gd name="csY89" fmla="*/ 151918 h 217844"/>
                <a:gd name="csX90" fmla="*/ 148096 w 356863"/>
                <a:gd name="csY90" fmla="*/ 151918 h 217844"/>
                <a:gd name="csX91" fmla="*/ 147619 w 356863"/>
                <a:gd name="csY91" fmla="*/ 150963 h 217844"/>
                <a:gd name="csX92" fmla="*/ 147619 w 356863"/>
                <a:gd name="csY92" fmla="*/ 150485 h 217844"/>
                <a:gd name="csX93" fmla="*/ 147619 w 356863"/>
                <a:gd name="csY93" fmla="*/ 149052 h 217844"/>
                <a:gd name="csX94" fmla="*/ 146663 w 356863"/>
                <a:gd name="csY94" fmla="*/ 147619 h 217844"/>
                <a:gd name="csX95" fmla="*/ 146663 w 356863"/>
                <a:gd name="csY95" fmla="*/ 146663 h 217844"/>
                <a:gd name="csX96" fmla="*/ 146663 w 356863"/>
                <a:gd name="csY96" fmla="*/ 146663 h 217844"/>
                <a:gd name="csX97" fmla="*/ 147140 w 356863"/>
                <a:gd name="csY97" fmla="*/ 145230 h 217844"/>
                <a:gd name="csX98" fmla="*/ 147140 w 356863"/>
                <a:gd name="csY98" fmla="*/ 143797 h 217844"/>
                <a:gd name="csX99" fmla="*/ 147140 w 356863"/>
                <a:gd name="csY99" fmla="*/ 142841 h 217844"/>
                <a:gd name="csX100" fmla="*/ 146663 w 356863"/>
                <a:gd name="csY100" fmla="*/ 142363 h 217844"/>
                <a:gd name="csX101" fmla="*/ 145230 w 356863"/>
                <a:gd name="csY101" fmla="*/ 142363 h 217844"/>
                <a:gd name="csX102" fmla="*/ 143796 w 356863"/>
                <a:gd name="csY102" fmla="*/ 141408 h 217844"/>
                <a:gd name="csX103" fmla="*/ 143796 w 356863"/>
                <a:gd name="csY103" fmla="*/ 141408 h 217844"/>
                <a:gd name="csX104" fmla="*/ 142841 w 356863"/>
                <a:gd name="csY104" fmla="*/ 139975 h 217844"/>
                <a:gd name="csX105" fmla="*/ 140453 w 356863"/>
                <a:gd name="csY105" fmla="*/ 138064 h 217844"/>
                <a:gd name="csX106" fmla="*/ 139497 w 356863"/>
                <a:gd name="csY106" fmla="*/ 138064 h 217844"/>
                <a:gd name="csX107" fmla="*/ 139019 w 356863"/>
                <a:gd name="csY107" fmla="*/ 137108 h 217844"/>
                <a:gd name="csX108" fmla="*/ 138542 w 356863"/>
                <a:gd name="csY108" fmla="*/ 136153 h 217844"/>
                <a:gd name="csX109" fmla="*/ 139497 w 356863"/>
                <a:gd name="csY109" fmla="*/ 134720 h 217844"/>
                <a:gd name="csX110" fmla="*/ 139974 w 356863"/>
                <a:gd name="csY110" fmla="*/ 132331 h 217844"/>
                <a:gd name="csX111" fmla="*/ 140453 w 356863"/>
                <a:gd name="csY111" fmla="*/ 130420 h 217844"/>
                <a:gd name="csX112" fmla="*/ 140453 w 356863"/>
                <a:gd name="csY112" fmla="*/ 129465 h 217844"/>
                <a:gd name="csX113" fmla="*/ 140453 w 356863"/>
                <a:gd name="csY113" fmla="*/ 126598 h 217844"/>
                <a:gd name="csX114" fmla="*/ 139019 w 356863"/>
                <a:gd name="csY114" fmla="*/ 124210 h 217844"/>
                <a:gd name="csX115" fmla="*/ 138064 w 356863"/>
                <a:gd name="csY115" fmla="*/ 124210 h 217844"/>
                <a:gd name="csX116" fmla="*/ 137108 w 356863"/>
                <a:gd name="csY116" fmla="*/ 124687 h 217844"/>
                <a:gd name="csX117" fmla="*/ 135675 w 356863"/>
                <a:gd name="csY117" fmla="*/ 125165 h 217844"/>
                <a:gd name="csX118" fmla="*/ 134719 w 356863"/>
                <a:gd name="csY118" fmla="*/ 124687 h 217844"/>
                <a:gd name="csX119" fmla="*/ 133764 w 356863"/>
                <a:gd name="csY119" fmla="*/ 123254 h 217844"/>
                <a:gd name="csX120" fmla="*/ 131853 w 356863"/>
                <a:gd name="csY120" fmla="*/ 119910 h 217844"/>
                <a:gd name="csX121" fmla="*/ 128509 w 356863"/>
                <a:gd name="csY121" fmla="*/ 119432 h 217844"/>
                <a:gd name="csX122" fmla="*/ 127076 w 356863"/>
                <a:gd name="csY122" fmla="*/ 119432 h 217844"/>
                <a:gd name="csX123" fmla="*/ 126598 w 356863"/>
                <a:gd name="csY123" fmla="*/ 119910 h 217844"/>
                <a:gd name="csX124" fmla="*/ 125642 w 356863"/>
                <a:gd name="csY124" fmla="*/ 120866 h 217844"/>
                <a:gd name="csX125" fmla="*/ 125642 w 356863"/>
                <a:gd name="csY125" fmla="*/ 120866 h 217844"/>
                <a:gd name="csX126" fmla="*/ 125165 w 356863"/>
                <a:gd name="csY126" fmla="*/ 120388 h 217844"/>
                <a:gd name="csX127" fmla="*/ 125165 w 356863"/>
                <a:gd name="csY127" fmla="*/ 119432 h 217844"/>
                <a:gd name="csX128" fmla="*/ 124210 w 356863"/>
                <a:gd name="csY128" fmla="*/ 118955 h 217844"/>
                <a:gd name="csX129" fmla="*/ 123254 w 356863"/>
                <a:gd name="csY129" fmla="*/ 119432 h 217844"/>
                <a:gd name="csX130" fmla="*/ 123254 w 356863"/>
                <a:gd name="csY130" fmla="*/ 118955 h 217844"/>
                <a:gd name="csX131" fmla="*/ 123254 w 356863"/>
                <a:gd name="csY131" fmla="*/ 117521 h 217844"/>
                <a:gd name="csX132" fmla="*/ 122299 w 356863"/>
                <a:gd name="csY132" fmla="*/ 117044 h 217844"/>
                <a:gd name="csX133" fmla="*/ 119910 w 356863"/>
                <a:gd name="csY133" fmla="*/ 117044 h 217844"/>
                <a:gd name="csX134" fmla="*/ 118477 w 356863"/>
                <a:gd name="csY134" fmla="*/ 116566 h 217844"/>
                <a:gd name="csX135" fmla="*/ 117999 w 356863"/>
                <a:gd name="csY135" fmla="*/ 115133 h 217844"/>
                <a:gd name="csX136" fmla="*/ 117521 w 356863"/>
                <a:gd name="csY136" fmla="*/ 114655 h 217844"/>
                <a:gd name="csX137" fmla="*/ 115610 w 356863"/>
                <a:gd name="csY137" fmla="*/ 114177 h 217844"/>
                <a:gd name="csX138" fmla="*/ 114655 w 356863"/>
                <a:gd name="csY138" fmla="*/ 113222 h 217844"/>
                <a:gd name="csX139" fmla="*/ 114177 w 356863"/>
                <a:gd name="csY139" fmla="*/ 113222 h 217844"/>
                <a:gd name="csX140" fmla="*/ 112744 w 356863"/>
                <a:gd name="csY140" fmla="*/ 112266 h 217844"/>
                <a:gd name="csX141" fmla="*/ 110833 w 356863"/>
                <a:gd name="csY141" fmla="*/ 111311 h 217844"/>
                <a:gd name="csX142" fmla="*/ 107967 w 356863"/>
                <a:gd name="csY142" fmla="*/ 110833 h 217844"/>
                <a:gd name="csX143" fmla="*/ 107967 w 356863"/>
                <a:gd name="csY143" fmla="*/ 110833 h 217844"/>
                <a:gd name="csX144" fmla="*/ 107967 w 356863"/>
                <a:gd name="csY144" fmla="*/ 110356 h 217844"/>
                <a:gd name="csX145" fmla="*/ 107489 w 356863"/>
                <a:gd name="csY145" fmla="*/ 110356 h 217844"/>
                <a:gd name="csX146" fmla="*/ 105578 w 356863"/>
                <a:gd name="csY146" fmla="*/ 111311 h 217844"/>
                <a:gd name="csX147" fmla="*/ 105100 w 356863"/>
                <a:gd name="csY147" fmla="*/ 111789 h 217844"/>
                <a:gd name="csX148" fmla="*/ 104623 w 356863"/>
                <a:gd name="csY148" fmla="*/ 112266 h 217844"/>
                <a:gd name="csX149" fmla="*/ 103189 w 356863"/>
                <a:gd name="csY149" fmla="*/ 111789 h 217844"/>
                <a:gd name="csX150" fmla="*/ 101278 w 356863"/>
                <a:gd name="csY150" fmla="*/ 113222 h 217844"/>
                <a:gd name="csX151" fmla="*/ 96979 w 356863"/>
                <a:gd name="csY151" fmla="*/ 113222 h 217844"/>
                <a:gd name="csX152" fmla="*/ 94590 w 356863"/>
                <a:gd name="csY152" fmla="*/ 113222 h 217844"/>
                <a:gd name="csX153" fmla="*/ 93635 w 356863"/>
                <a:gd name="csY153" fmla="*/ 112744 h 217844"/>
                <a:gd name="csX154" fmla="*/ 89813 w 356863"/>
                <a:gd name="csY154" fmla="*/ 115133 h 217844"/>
                <a:gd name="csX155" fmla="*/ 89335 w 356863"/>
                <a:gd name="csY155" fmla="*/ 115133 h 217844"/>
                <a:gd name="csX156" fmla="*/ 89335 w 356863"/>
                <a:gd name="csY156" fmla="*/ 116088 h 217844"/>
                <a:gd name="csX157" fmla="*/ 89335 w 356863"/>
                <a:gd name="csY157" fmla="*/ 116088 h 217844"/>
                <a:gd name="csX158" fmla="*/ 88380 w 356863"/>
                <a:gd name="csY158" fmla="*/ 116566 h 217844"/>
                <a:gd name="csX159" fmla="*/ 85514 w 356863"/>
                <a:gd name="csY159" fmla="*/ 117044 h 217844"/>
                <a:gd name="csX160" fmla="*/ 85035 w 356863"/>
                <a:gd name="csY160" fmla="*/ 117044 h 217844"/>
                <a:gd name="csX161" fmla="*/ 83125 w 356863"/>
                <a:gd name="csY161" fmla="*/ 117999 h 217844"/>
                <a:gd name="csX162" fmla="*/ 83125 w 356863"/>
                <a:gd name="csY162" fmla="*/ 117999 h 217844"/>
                <a:gd name="csX163" fmla="*/ 82169 w 356863"/>
                <a:gd name="csY163" fmla="*/ 120388 h 217844"/>
                <a:gd name="csX164" fmla="*/ 81692 w 356863"/>
                <a:gd name="csY164" fmla="*/ 121821 h 217844"/>
                <a:gd name="csX165" fmla="*/ 80736 w 356863"/>
                <a:gd name="csY165" fmla="*/ 122777 h 217844"/>
                <a:gd name="csX166" fmla="*/ 80258 w 356863"/>
                <a:gd name="csY166" fmla="*/ 123732 h 217844"/>
                <a:gd name="csX167" fmla="*/ 80258 w 356863"/>
                <a:gd name="csY167" fmla="*/ 123732 h 217844"/>
                <a:gd name="csX168" fmla="*/ 75003 w 356863"/>
                <a:gd name="csY168" fmla="*/ 124210 h 217844"/>
                <a:gd name="csX169" fmla="*/ 70704 w 356863"/>
                <a:gd name="csY169" fmla="*/ 125165 h 217844"/>
                <a:gd name="csX170" fmla="*/ 66404 w 356863"/>
                <a:gd name="csY170" fmla="*/ 125643 h 217844"/>
                <a:gd name="csX171" fmla="*/ 60194 w 356863"/>
                <a:gd name="csY171" fmla="*/ 128032 h 217844"/>
                <a:gd name="csX172" fmla="*/ 60194 w 356863"/>
                <a:gd name="csY172" fmla="*/ 128032 h 217844"/>
                <a:gd name="csX173" fmla="*/ 58283 w 356863"/>
                <a:gd name="csY173" fmla="*/ 130420 h 217844"/>
                <a:gd name="csX174" fmla="*/ 57805 w 356863"/>
                <a:gd name="csY174" fmla="*/ 130420 h 217844"/>
                <a:gd name="csX175" fmla="*/ 56372 w 356863"/>
                <a:gd name="csY175" fmla="*/ 130898 h 217844"/>
                <a:gd name="csX176" fmla="*/ 54939 w 356863"/>
                <a:gd name="csY176" fmla="*/ 130898 h 217844"/>
                <a:gd name="csX177" fmla="*/ 53983 w 356863"/>
                <a:gd name="csY177" fmla="*/ 129942 h 217844"/>
                <a:gd name="csX178" fmla="*/ 50162 w 356863"/>
                <a:gd name="csY178" fmla="*/ 126598 h 217844"/>
                <a:gd name="csX179" fmla="*/ 50162 w 356863"/>
                <a:gd name="csY179" fmla="*/ 126598 h 217844"/>
                <a:gd name="csX180" fmla="*/ 48728 w 356863"/>
                <a:gd name="csY180" fmla="*/ 125165 h 217844"/>
                <a:gd name="csX181" fmla="*/ 46817 w 356863"/>
                <a:gd name="csY181" fmla="*/ 124687 h 217844"/>
                <a:gd name="csX182" fmla="*/ 44906 w 356863"/>
                <a:gd name="csY182" fmla="*/ 125165 h 217844"/>
                <a:gd name="csX183" fmla="*/ 42996 w 356863"/>
                <a:gd name="csY183" fmla="*/ 125643 h 217844"/>
                <a:gd name="csX184" fmla="*/ 40607 w 356863"/>
                <a:gd name="csY184" fmla="*/ 125643 h 217844"/>
                <a:gd name="csX185" fmla="*/ 38218 w 356863"/>
                <a:gd name="csY185" fmla="*/ 124687 h 217844"/>
                <a:gd name="csX186" fmla="*/ 38218 w 356863"/>
                <a:gd name="csY186" fmla="*/ 124687 h 217844"/>
                <a:gd name="csX187" fmla="*/ 37263 w 356863"/>
                <a:gd name="csY187" fmla="*/ 125165 h 217844"/>
                <a:gd name="csX188" fmla="*/ 31530 w 356863"/>
                <a:gd name="csY188" fmla="*/ 123732 h 217844"/>
                <a:gd name="csX189" fmla="*/ 31052 w 356863"/>
                <a:gd name="csY189" fmla="*/ 123732 h 217844"/>
                <a:gd name="csX190" fmla="*/ 30575 w 356863"/>
                <a:gd name="csY190" fmla="*/ 123732 h 217844"/>
                <a:gd name="csX191" fmla="*/ 30097 w 356863"/>
                <a:gd name="csY191" fmla="*/ 123254 h 217844"/>
                <a:gd name="csX192" fmla="*/ 29619 w 356863"/>
                <a:gd name="csY192" fmla="*/ 123254 h 217844"/>
                <a:gd name="csX193" fmla="*/ 25320 w 356863"/>
                <a:gd name="csY193" fmla="*/ 123732 h 217844"/>
                <a:gd name="csX194" fmla="*/ 21498 w 356863"/>
                <a:gd name="csY194" fmla="*/ 120866 h 217844"/>
                <a:gd name="csX195" fmla="*/ 20064 w 356863"/>
                <a:gd name="csY195" fmla="*/ 120866 h 217844"/>
                <a:gd name="csX196" fmla="*/ 19109 w 356863"/>
                <a:gd name="csY196" fmla="*/ 121821 h 217844"/>
                <a:gd name="csX197" fmla="*/ 19109 w 356863"/>
                <a:gd name="csY197" fmla="*/ 121821 h 217844"/>
                <a:gd name="csX198" fmla="*/ 18631 w 356863"/>
                <a:gd name="csY198" fmla="*/ 123254 h 217844"/>
                <a:gd name="csX199" fmla="*/ 15765 w 356863"/>
                <a:gd name="csY199" fmla="*/ 124210 h 217844"/>
                <a:gd name="csX200" fmla="*/ 14809 w 356863"/>
                <a:gd name="csY200" fmla="*/ 124687 h 217844"/>
                <a:gd name="csX201" fmla="*/ 14809 w 356863"/>
                <a:gd name="csY201" fmla="*/ 124687 h 217844"/>
                <a:gd name="csX202" fmla="*/ 14332 w 356863"/>
                <a:gd name="csY202" fmla="*/ 124210 h 217844"/>
                <a:gd name="csX203" fmla="*/ 14332 w 356863"/>
                <a:gd name="csY203" fmla="*/ 123254 h 217844"/>
                <a:gd name="csX204" fmla="*/ 14332 w 356863"/>
                <a:gd name="csY204" fmla="*/ 122299 h 217844"/>
                <a:gd name="csX205" fmla="*/ 14332 w 356863"/>
                <a:gd name="csY205" fmla="*/ 121821 h 217844"/>
                <a:gd name="csX206" fmla="*/ 12898 w 356863"/>
                <a:gd name="csY206" fmla="*/ 120866 h 217844"/>
                <a:gd name="csX207" fmla="*/ 12898 w 356863"/>
                <a:gd name="csY207" fmla="*/ 120388 h 217844"/>
                <a:gd name="csX208" fmla="*/ 11465 w 356863"/>
                <a:gd name="csY208" fmla="*/ 120388 h 217844"/>
                <a:gd name="csX209" fmla="*/ 10988 w 356863"/>
                <a:gd name="csY209" fmla="*/ 120388 h 217844"/>
                <a:gd name="csX210" fmla="*/ 10988 w 356863"/>
                <a:gd name="csY210" fmla="*/ 120388 h 217844"/>
                <a:gd name="csX211" fmla="*/ 9077 w 356863"/>
                <a:gd name="csY211" fmla="*/ 119910 h 217844"/>
                <a:gd name="csX212" fmla="*/ 9077 w 356863"/>
                <a:gd name="csY212" fmla="*/ 119910 h 217844"/>
                <a:gd name="csX213" fmla="*/ 7644 w 356863"/>
                <a:gd name="csY213" fmla="*/ 117999 h 217844"/>
                <a:gd name="csX214" fmla="*/ 5733 w 356863"/>
                <a:gd name="csY214" fmla="*/ 116566 h 217844"/>
                <a:gd name="csX215" fmla="*/ 4299 w 356863"/>
                <a:gd name="csY215" fmla="*/ 116566 h 217844"/>
                <a:gd name="csX216" fmla="*/ 4299 w 356863"/>
                <a:gd name="csY216" fmla="*/ 116566 h 217844"/>
                <a:gd name="csX217" fmla="*/ 3822 w 356863"/>
                <a:gd name="csY217" fmla="*/ 115611 h 217844"/>
                <a:gd name="csX218" fmla="*/ 3344 w 356863"/>
                <a:gd name="csY218" fmla="*/ 114655 h 217844"/>
                <a:gd name="csX219" fmla="*/ 3344 w 356863"/>
                <a:gd name="csY219" fmla="*/ 114177 h 217844"/>
                <a:gd name="csX220" fmla="*/ 2866 w 356863"/>
                <a:gd name="csY220" fmla="*/ 113700 h 217844"/>
                <a:gd name="csX221" fmla="*/ 2866 w 356863"/>
                <a:gd name="csY221" fmla="*/ 113700 h 217844"/>
                <a:gd name="csX222" fmla="*/ 2389 w 356863"/>
                <a:gd name="csY222" fmla="*/ 112266 h 217844"/>
                <a:gd name="csX223" fmla="*/ 2389 w 356863"/>
                <a:gd name="csY223" fmla="*/ 112266 h 217844"/>
                <a:gd name="csX224" fmla="*/ 1911 w 356863"/>
                <a:gd name="csY224" fmla="*/ 112266 h 217844"/>
                <a:gd name="csX225" fmla="*/ 1911 w 356863"/>
                <a:gd name="csY225" fmla="*/ 112266 h 217844"/>
                <a:gd name="csX226" fmla="*/ 0 w 356863"/>
                <a:gd name="csY226" fmla="*/ 112266 h 217844"/>
                <a:gd name="csX227" fmla="*/ 0 w 356863"/>
                <a:gd name="csY227" fmla="*/ 112266 h 217844"/>
                <a:gd name="csX228" fmla="*/ 478 w 356863"/>
                <a:gd name="csY228" fmla="*/ 107967 h 217844"/>
                <a:gd name="csX229" fmla="*/ 3344 w 356863"/>
                <a:gd name="csY229" fmla="*/ 104623 h 217844"/>
                <a:gd name="csX230" fmla="*/ 4299 w 356863"/>
                <a:gd name="csY230" fmla="*/ 103190 h 217844"/>
                <a:gd name="csX231" fmla="*/ 5255 w 356863"/>
                <a:gd name="csY231" fmla="*/ 99368 h 217844"/>
                <a:gd name="csX232" fmla="*/ 6210 w 356863"/>
                <a:gd name="csY232" fmla="*/ 97935 h 217844"/>
                <a:gd name="csX233" fmla="*/ 7166 w 356863"/>
                <a:gd name="csY233" fmla="*/ 96501 h 217844"/>
                <a:gd name="csX234" fmla="*/ 8121 w 356863"/>
                <a:gd name="csY234" fmla="*/ 95068 h 217844"/>
                <a:gd name="csX235" fmla="*/ 8121 w 356863"/>
                <a:gd name="csY235" fmla="*/ 94113 h 217844"/>
                <a:gd name="csX236" fmla="*/ 8121 w 356863"/>
                <a:gd name="csY236" fmla="*/ 94113 h 217844"/>
                <a:gd name="csX237" fmla="*/ 9077 w 356863"/>
                <a:gd name="csY237" fmla="*/ 93635 h 217844"/>
                <a:gd name="csX238" fmla="*/ 11465 w 356863"/>
                <a:gd name="csY238" fmla="*/ 94591 h 217844"/>
                <a:gd name="csX239" fmla="*/ 13854 w 356863"/>
                <a:gd name="csY239" fmla="*/ 95546 h 217844"/>
                <a:gd name="csX240" fmla="*/ 14332 w 356863"/>
                <a:gd name="csY240" fmla="*/ 95068 h 217844"/>
                <a:gd name="csX241" fmla="*/ 14332 w 356863"/>
                <a:gd name="csY241" fmla="*/ 94113 h 217844"/>
                <a:gd name="csX242" fmla="*/ 14332 w 356863"/>
                <a:gd name="csY242" fmla="*/ 93635 h 217844"/>
                <a:gd name="csX243" fmla="*/ 12421 w 356863"/>
                <a:gd name="csY243" fmla="*/ 92202 h 217844"/>
                <a:gd name="csX244" fmla="*/ 11943 w 356863"/>
                <a:gd name="csY244" fmla="*/ 91724 h 217844"/>
                <a:gd name="csX245" fmla="*/ 11465 w 356863"/>
                <a:gd name="csY245" fmla="*/ 91246 h 217844"/>
                <a:gd name="csX246" fmla="*/ 11465 w 356863"/>
                <a:gd name="csY246" fmla="*/ 90769 h 217844"/>
                <a:gd name="csX247" fmla="*/ 11943 w 356863"/>
                <a:gd name="csY247" fmla="*/ 89335 h 217844"/>
                <a:gd name="csX248" fmla="*/ 11943 w 356863"/>
                <a:gd name="csY248" fmla="*/ 87902 h 217844"/>
                <a:gd name="csX249" fmla="*/ 11943 w 356863"/>
                <a:gd name="csY249" fmla="*/ 85991 h 217844"/>
                <a:gd name="csX250" fmla="*/ 10510 w 356863"/>
                <a:gd name="csY250" fmla="*/ 82647 h 217844"/>
                <a:gd name="csX251" fmla="*/ 10510 w 356863"/>
                <a:gd name="csY251" fmla="*/ 80736 h 217844"/>
                <a:gd name="csX252" fmla="*/ 11465 w 356863"/>
                <a:gd name="csY252" fmla="*/ 79303 h 217844"/>
                <a:gd name="csX253" fmla="*/ 15287 w 356863"/>
                <a:gd name="csY253" fmla="*/ 74526 h 217844"/>
                <a:gd name="csX254" fmla="*/ 16243 w 356863"/>
                <a:gd name="csY254" fmla="*/ 73093 h 217844"/>
                <a:gd name="csX255" fmla="*/ 18154 w 356863"/>
                <a:gd name="csY255" fmla="*/ 70704 h 217844"/>
                <a:gd name="csX256" fmla="*/ 22453 w 356863"/>
                <a:gd name="csY256" fmla="*/ 65927 h 217844"/>
                <a:gd name="csX257" fmla="*/ 25320 w 356863"/>
                <a:gd name="csY257" fmla="*/ 63060 h 217844"/>
                <a:gd name="csX258" fmla="*/ 27230 w 356863"/>
                <a:gd name="csY258" fmla="*/ 61627 h 217844"/>
                <a:gd name="csX259" fmla="*/ 30097 w 356863"/>
                <a:gd name="csY259" fmla="*/ 58761 h 217844"/>
                <a:gd name="csX260" fmla="*/ 31530 w 356863"/>
                <a:gd name="csY260" fmla="*/ 57328 h 217844"/>
                <a:gd name="csX261" fmla="*/ 36785 w 356863"/>
                <a:gd name="csY261" fmla="*/ 56372 h 217844"/>
                <a:gd name="csX262" fmla="*/ 37263 w 356863"/>
                <a:gd name="csY262" fmla="*/ 54939 h 217844"/>
                <a:gd name="csX263" fmla="*/ 38218 w 356863"/>
                <a:gd name="csY263" fmla="*/ 53506 h 217844"/>
                <a:gd name="csX264" fmla="*/ 39174 w 356863"/>
                <a:gd name="csY264" fmla="*/ 53028 h 217844"/>
                <a:gd name="csX265" fmla="*/ 39174 w 356863"/>
                <a:gd name="csY265" fmla="*/ 50639 h 217844"/>
                <a:gd name="csX266" fmla="*/ 38218 w 356863"/>
                <a:gd name="csY266" fmla="*/ 47295 h 217844"/>
                <a:gd name="csX267" fmla="*/ 37263 w 356863"/>
                <a:gd name="csY267" fmla="*/ 46340 h 217844"/>
                <a:gd name="csX268" fmla="*/ 36785 w 356863"/>
                <a:gd name="csY268" fmla="*/ 45862 h 217844"/>
                <a:gd name="csX269" fmla="*/ 37263 w 356863"/>
                <a:gd name="csY269" fmla="*/ 44907 h 217844"/>
                <a:gd name="csX270" fmla="*/ 37263 w 356863"/>
                <a:gd name="csY270" fmla="*/ 44907 h 217844"/>
                <a:gd name="csX271" fmla="*/ 37740 w 356863"/>
                <a:gd name="csY271" fmla="*/ 44907 h 217844"/>
                <a:gd name="csX272" fmla="*/ 38218 w 356863"/>
                <a:gd name="csY272" fmla="*/ 44429 h 217844"/>
                <a:gd name="csX273" fmla="*/ 39174 w 356863"/>
                <a:gd name="csY273" fmla="*/ 43951 h 217844"/>
                <a:gd name="csX274" fmla="*/ 39174 w 356863"/>
                <a:gd name="csY274" fmla="*/ 42996 h 217844"/>
                <a:gd name="csX275" fmla="*/ 36785 w 356863"/>
                <a:gd name="csY275" fmla="*/ 41085 h 217844"/>
                <a:gd name="csX276" fmla="*/ 36785 w 356863"/>
                <a:gd name="csY276" fmla="*/ 41085 h 217844"/>
                <a:gd name="csX277" fmla="*/ 35830 w 356863"/>
                <a:gd name="csY277" fmla="*/ 39652 h 217844"/>
                <a:gd name="csX278" fmla="*/ 34396 w 356863"/>
                <a:gd name="csY278" fmla="*/ 35830 h 217844"/>
                <a:gd name="csX279" fmla="*/ 31530 w 356863"/>
                <a:gd name="csY279" fmla="*/ 32008 h 217844"/>
                <a:gd name="csX280" fmla="*/ 30575 w 356863"/>
                <a:gd name="csY280" fmla="*/ 30575 h 217844"/>
                <a:gd name="csX281" fmla="*/ 30575 w 356863"/>
                <a:gd name="csY281" fmla="*/ 29142 h 217844"/>
                <a:gd name="csX282" fmla="*/ 31052 w 356863"/>
                <a:gd name="csY282" fmla="*/ 28186 h 217844"/>
                <a:gd name="csX283" fmla="*/ 30575 w 356863"/>
                <a:gd name="csY283" fmla="*/ 26275 h 217844"/>
                <a:gd name="csX284" fmla="*/ 29619 w 356863"/>
                <a:gd name="csY284" fmla="*/ 24364 h 217844"/>
                <a:gd name="csX285" fmla="*/ 29619 w 356863"/>
                <a:gd name="csY285" fmla="*/ 24364 h 217844"/>
                <a:gd name="csX286" fmla="*/ 29619 w 356863"/>
                <a:gd name="csY286" fmla="*/ 24364 h 217844"/>
                <a:gd name="csX287" fmla="*/ 29619 w 356863"/>
                <a:gd name="csY287" fmla="*/ 21976 h 217844"/>
                <a:gd name="csX288" fmla="*/ 29619 w 356863"/>
                <a:gd name="csY288" fmla="*/ 21976 h 217844"/>
                <a:gd name="csX289" fmla="*/ 30097 w 356863"/>
                <a:gd name="csY289" fmla="*/ 21020 h 217844"/>
                <a:gd name="csX290" fmla="*/ 31530 w 356863"/>
                <a:gd name="csY290" fmla="*/ 21020 h 217844"/>
                <a:gd name="csX291" fmla="*/ 32963 w 356863"/>
                <a:gd name="csY291" fmla="*/ 21020 h 217844"/>
                <a:gd name="csX292" fmla="*/ 34396 w 356863"/>
                <a:gd name="csY292" fmla="*/ 21498 h 217844"/>
                <a:gd name="csX293" fmla="*/ 36307 w 356863"/>
                <a:gd name="csY293" fmla="*/ 22453 h 217844"/>
                <a:gd name="csX294" fmla="*/ 36785 w 356863"/>
                <a:gd name="csY294" fmla="*/ 22453 h 217844"/>
                <a:gd name="csX295" fmla="*/ 39651 w 356863"/>
                <a:gd name="csY295" fmla="*/ 20065 h 217844"/>
                <a:gd name="csX296" fmla="*/ 42996 w 356863"/>
                <a:gd name="csY296" fmla="*/ 17198 h 217844"/>
                <a:gd name="csX297" fmla="*/ 43473 w 356863"/>
                <a:gd name="csY297" fmla="*/ 15287 h 217844"/>
                <a:gd name="csX298" fmla="*/ 44429 w 356863"/>
                <a:gd name="csY298" fmla="*/ 14332 h 217844"/>
                <a:gd name="csX299" fmla="*/ 46817 w 356863"/>
                <a:gd name="csY299" fmla="*/ 13854 h 217844"/>
                <a:gd name="csX300" fmla="*/ 49206 w 356863"/>
                <a:gd name="csY300" fmla="*/ 13854 h 217844"/>
                <a:gd name="csX301" fmla="*/ 50639 w 356863"/>
                <a:gd name="csY301" fmla="*/ 13854 h 217844"/>
                <a:gd name="csX302" fmla="*/ 54461 w 356863"/>
                <a:gd name="csY302" fmla="*/ 13377 h 217844"/>
                <a:gd name="csX303" fmla="*/ 56372 w 356863"/>
                <a:gd name="csY303" fmla="*/ 12899 h 217844"/>
                <a:gd name="csX304" fmla="*/ 58283 w 356863"/>
                <a:gd name="csY304" fmla="*/ 12421 h 217844"/>
                <a:gd name="csX305" fmla="*/ 62105 w 356863"/>
                <a:gd name="csY305" fmla="*/ 11943 h 217844"/>
                <a:gd name="csX306" fmla="*/ 68793 w 356863"/>
                <a:gd name="csY306" fmla="*/ 12421 h 217844"/>
                <a:gd name="csX307" fmla="*/ 72615 w 356863"/>
                <a:gd name="csY307" fmla="*/ 12421 h 217844"/>
                <a:gd name="csX308" fmla="*/ 75481 w 356863"/>
                <a:gd name="csY308" fmla="*/ 12899 h 217844"/>
                <a:gd name="csX309" fmla="*/ 82169 w 356863"/>
                <a:gd name="csY309" fmla="*/ 14810 h 217844"/>
                <a:gd name="csX310" fmla="*/ 84558 w 356863"/>
                <a:gd name="csY310" fmla="*/ 14810 h 217844"/>
                <a:gd name="csX311" fmla="*/ 85991 w 356863"/>
                <a:gd name="csY311" fmla="*/ 15765 h 217844"/>
                <a:gd name="csX312" fmla="*/ 88380 w 356863"/>
                <a:gd name="csY312" fmla="*/ 16243 h 217844"/>
                <a:gd name="csX313" fmla="*/ 92201 w 356863"/>
                <a:gd name="csY313" fmla="*/ 17198 h 217844"/>
                <a:gd name="csX314" fmla="*/ 96024 w 356863"/>
                <a:gd name="csY314" fmla="*/ 17676 h 217844"/>
                <a:gd name="csX315" fmla="*/ 98412 w 356863"/>
                <a:gd name="csY315" fmla="*/ 17198 h 217844"/>
                <a:gd name="csX316" fmla="*/ 99367 w 356863"/>
                <a:gd name="csY316" fmla="*/ 17676 h 217844"/>
                <a:gd name="csX317" fmla="*/ 99367 w 356863"/>
                <a:gd name="csY317" fmla="*/ 17676 h 217844"/>
                <a:gd name="csX318" fmla="*/ 102234 w 356863"/>
                <a:gd name="csY318" fmla="*/ 21498 h 217844"/>
                <a:gd name="csX319" fmla="*/ 102712 w 356863"/>
                <a:gd name="csY319" fmla="*/ 21976 h 217844"/>
                <a:gd name="csX320" fmla="*/ 103667 w 356863"/>
                <a:gd name="csY320" fmla="*/ 22453 h 217844"/>
                <a:gd name="csX321" fmla="*/ 105578 w 356863"/>
                <a:gd name="csY321" fmla="*/ 21976 h 217844"/>
                <a:gd name="csX322" fmla="*/ 108444 w 356863"/>
                <a:gd name="csY322" fmla="*/ 21976 h 217844"/>
                <a:gd name="csX323" fmla="*/ 110355 w 356863"/>
                <a:gd name="csY323" fmla="*/ 22931 h 217844"/>
                <a:gd name="csX324" fmla="*/ 110355 w 356863"/>
                <a:gd name="csY324" fmla="*/ 25320 h 217844"/>
                <a:gd name="csX325" fmla="*/ 110355 w 356863"/>
                <a:gd name="csY325" fmla="*/ 25798 h 217844"/>
                <a:gd name="csX326" fmla="*/ 111311 w 356863"/>
                <a:gd name="csY326" fmla="*/ 25320 h 217844"/>
                <a:gd name="csX327" fmla="*/ 112266 w 356863"/>
                <a:gd name="csY327" fmla="*/ 24364 h 217844"/>
                <a:gd name="csX328" fmla="*/ 113222 w 356863"/>
                <a:gd name="csY328" fmla="*/ 22931 h 217844"/>
                <a:gd name="csX329" fmla="*/ 113699 w 356863"/>
                <a:gd name="csY329" fmla="*/ 22453 h 217844"/>
                <a:gd name="csX330" fmla="*/ 116566 w 356863"/>
                <a:gd name="csY330" fmla="*/ 23409 h 217844"/>
                <a:gd name="csX331" fmla="*/ 117999 w 356863"/>
                <a:gd name="csY331" fmla="*/ 22931 h 217844"/>
                <a:gd name="csX332" fmla="*/ 119432 w 356863"/>
                <a:gd name="csY332" fmla="*/ 21976 h 217844"/>
                <a:gd name="csX333" fmla="*/ 120388 w 356863"/>
                <a:gd name="csY333" fmla="*/ 21976 h 217844"/>
                <a:gd name="csX334" fmla="*/ 122299 w 356863"/>
                <a:gd name="csY334" fmla="*/ 22453 h 217844"/>
                <a:gd name="csX335" fmla="*/ 125165 w 356863"/>
                <a:gd name="csY335" fmla="*/ 22931 h 217844"/>
                <a:gd name="csX336" fmla="*/ 127076 w 356863"/>
                <a:gd name="csY336" fmla="*/ 23409 h 217844"/>
                <a:gd name="csX337" fmla="*/ 128509 w 356863"/>
                <a:gd name="csY337" fmla="*/ 23886 h 217844"/>
                <a:gd name="csX338" fmla="*/ 129465 w 356863"/>
                <a:gd name="csY338" fmla="*/ 26275 h 217844"/>
                <a:gd name="csX339" fmla="*/ 129465 w 356863"/>
                <a:gd name="csY339" fmla="*/ 26275 h 217844"/>
                <a:gd name="csX340" fmla="*/ 130420 w 356863"/>
                <a:gd name="csY340" fmla="*/ 26753 h 217844"/>
                <a:gd name="csX341" fmla="*/ 130898 w 356863"/>
                <a:gd name="csY341" fmla="*/ 26753 h 217844"/>
                <a:gd name="csX342" fmla="*/ 132331 w 356863"/>
                <a:gd name="csY342" fmla="*/ 24842 h 217844"/>
                <a:gd name="csX343" fmla="*/ 133287 w 356863"/>
                <a:gd name="csY343" fmla="*/ 23886 h 217844"/>
                <a:gd name="csX344" fmla="*/ 134719 w 356863"/>
                <a:gd name="csY344" fmla="*/ 23409 h 217844"/>
                <a:gd name="csX345" fmla="*/ 136153 w 356863"/>
                <a:gd name="csY345" fmla="*/ 22931 h 217844"/>
                <a:gd name="csX346" fmla="*/ 136631 w 356863"/>
                <a:gd name="csY346" fmla="*/ 21976 h 217844"/>
                <a:gd name="csX347" fmla="*/ 136631 w 356863"/>
                <a:gd name="csY347" fmla="*/ 21976 h 217844"/>
                <a:gd name="csX348" fmla="*/ 137586 w 356863"/>
                <a:gd name="csY348" fmla="*/ 21498 h 217844"/>
                <a:gd name="csX349" fmla="*/ 138542 w 356863"/>
                <a:gd name="csY349" fmla="*/ 21498 h 217844"/>
                <a:gd name="csX350" fmla="*/ 139019 w 356863"/>
                <a:gd name="csY350" fmla="*/ 21498 h 217844"/>
                <a:gd name="csX351" fmla="*/ 139019 w 356863"/>
                <a:gd name="csY351" fmla="*/ 21498 h 217844"/>
                <a:gd name="csX352" fmla="*/ 139974 w 356863"/>
                <a:gd name="csY352" fmla="*/ 22453 h 217844"/>
                <a:gd name="csX353" fmla="*/ 140930 w 356863"/>
                <a:gd name="csY353" fmla="*/ 25320 h 217844"/>
                <a:gd name="csX354" fmla="*/ 142363 w 356863"/>
                <a:gd name="csY354" fmla="*/ 27708 h 217844"/>
                <a:gd name="csX355" fmla="*/ 143319 w 356863"/>
                <a:gd name="csY355" fmla="*/ 28186 h 217844"/>
                <a:gd name="csX356" fmla="*/ 145707 w 356863"/>
                <a:gd name="csY356" fmla="*/ 27708 h 217844"/>
                <a:gd name="csX357" fmla="*/ 147140 w 356863"/>
                <a:gd name="csY357" fmla="*/ 26753 h 217844"/>
                <a:gd name="csX358" fmla="*/ 150485 w 356863"/>
                <a:gd name="csY358" fmla="*/ 26753 h 217844"/>
                <a:gd name="csX359" fmla="*/ 154306 w 356863"/>
                <a:gd name="csY359" fmla="*/ 26275 h 217844"/>
                <a:gd name="csX360" fmla="*/ 157651 w 356863"/>
                <a:gd name="csY360" fmla="*/ 25320 h 217844"/>
                <a:gd name="csX361" fmla="*/ 159562 w 356863"/>
                <a:gd name="csY361" fmla="*/ 25798 h 217844"/>
                <a:gd name="csX362" fmla="*/ 160517 w 356863"/>
                <a:gd name="csY362" fmla="*/ 26275 h 217844"/>
                <a:gd name="csX363" fmla="*/ 162428 w 356863"/>
                <a:gd name="csY363" fmla="*/ 27708 h 217844"/>
                <a:gd name="csX364" fmla="*/ 162906 w 356863"/>
                <a:gd name="csY364" fmla="*/ 30097 h 217844"/>
                <a:gd name="csX365" fmla="*/ 165294 w 356863"/>
                <a:gd name="csY365" fmla="*/ 31530 h 217844"/>
                <a:gd name="csX366" fmla="*/ 167205 w 356863"/>
                <a:gd name="csY366" fmla="*/ 32008 h 217844"/>
                <a:gd name="csX367" fmla="*/ 167683 w 356863"/>
                <a:gd name="csY367" fmla="*/ 30097 h 217844"/>
                <a:gd name="csX368" fmla="*/ 168638 w 356863"/>
                <a:gd name="csY368" fmla="*/ 29142 h 217844"/>
                <a:gd name="csX369" fmla="*/ 168161 w 356863"/>
                <a:gd name="csY369" fmla="*/ 27708 h 217844"/>
                <a:gd name="csX370" fmla="*/ 168161 w 356863"/>
                <a:gd name="csY370" fmla="*/ 25798 h 217844"/>
                <a:gd name="csX371" fmla="*/ 167205 w 356863"/>
                <a:gd name="csY371" fmla="*/ 23886 h 217844"/>
                <a:gd name="csX372" fmla="*/ 166728 w 356863"/>
                <a:gd name="csY372" fmla="*/ 21976 h 217844"/>
                <a:gd name="csX373" fmla="*/ 167683 w 356863"/>
                <a:gd name="csY373" fmla="*/ 19587 h 217844"/>
                <a:gd name="csX374" fmla="*/ 169116 w 356863"/>
                <a:gd name="csY374" fmla="*/ 17198 h 217844"/>
                <a:gd name="csX375" fmla="*/ 169594 w 356863"/>
                <a:gd name="csY375" fmla="*/ 15765 h 217844"/>
                <a:gd name="csX376" fmla="*/ 171027 w 356863"/>
                <a:gd name="csY376" fmla="*/ 13377 h 217844"/>
                <a:gd name="csX377" fmla="*/ 171027 w 356863"/>
                <a:gd name="csY377" fmla="*/ 13377 h 217844"/>
                <a:gd name="csX378" fmla="*/ 172938 w 356863"/>
                <a:gd name="csY378" fmla="*/ 11466 h 217844"/>
                <a:gd name="csX379" fmla="*/ 175804 w 356863"/>
                <a:gd name="csY379" fmla="*/ 9077 h 217844"/>
                <a:gd name="csX380" fmla="*/ 175804 w 356863"/>
                <a:gd name="csY380" fmla="*/ 9077 h 217844"/>
                <a:gd name="csX381" fmla="*/ 177715 w 356863"/>
                <a:gd name="csY381" fmla="*/ 8121 h 217844"/>
                <a:gd name="csX382" fmla="*/ 179149 w 356863"/>
                <a:gd name="csY382" fmla="*/ 8599 h 217844"/>
                <a:gd name="csX383" fmla="*/ 180581 w 356863"/>
                <a:gd name="csY383" fmla="*/ 8599 h 217844"/>
                <a:gd name="csX384" fmla="*/ 182970 w 356863"/>
                <a:gd name="csY384" fmla="*/ 7166 h 217844"/>
                <a:gd name="csX385" fmla="*/ 187270 w 356863"/>
                <a:gd name="csY385" fmla="*/ 7166 h 217844"/>
                <a:gd name="csX386" fmla="*/ 191092 w 356863"/>
                <a:gd name="csY386" fmla="*/ 7166 h 217844"/>
                <a:gd name="csX387" fmla="*/ 191569 w 356863"/>
                <a:gd name="csY387" fmla="*/ 7166 h 217844"/>
                <a:gd name="csX388" fmla="*/ 193480 w 356863"/>
                <a:gd name="csY388" fmla="*/ 8121 h 217844"/>
                <a:gd name="csX389" fmla="*/ 195391 w 356863"/>
                <a:gd name="csY389" fmla="*/ 9077 h 217844"/>
                <a:gd name="csX390" fmla="*/ 196824 w 356863"/>
                <a:gd name="csY390" fmla="*/ 9077 h 217844"/>
                <a:gd name="csX391" fmla="*/ 198258 w 356863"/>
                <a:gd name="csY391" fmla="*/ 8599 h 217844"/>
                <a:gd name="csX392" fmla="*/ 200169 w 356863"/>
                <a:gd name="csY392" fmla="*/ 7644 h 217844"/>
                <a:gd name="csX393" fmla="*/ 201602 w 356863"/>
                <a:gd name="csY393" fmla="*/ 7166 h 217844"/>
                <a:gd name="csX394" fmla="*/ 203035 w 356863"/>
                <a:gd name="csY394" fmla="*/ 2389 h 217844"/>
                <a:gd name="csX395" fmla="*/ 203513 w 356863"/>
                <a:gd name="csY395" fmla="*/ 1433 h 217844"/>
                <a:gd name="csX396" fmla="*/ 204468 w 356863"/>
                <a:gd name="csY396" fmla="*/ 1433 h 217844"/>
                <a:gd name="csX397" fmla="*/ 205901 w 356863"/>
                <a:gd name="csY397" fmla="*/ 956 h 217844"/>
                <a:gd name="csX398" fmla="*/ 208768 w 356863"/>
                <a:gd name="csY398" fmla="*/ 1911 h 217844"/>
                <a:gd name="csX399" fmla="*/ 212112 w 356863"/>
                <a:gd name="csY399" fmla="*/ 2866 h 217844"/>
                <a:gd name="csX400" fmla="*/ 213545 w 356863"/>
                <a:gd name="csY400" fmla="*/ 2866 h 217844"/>
                <a:gd name="csX401" fmla="*/ 218800 w 356863"/>
                <a:gd name="csY401" fmla="*/ 0 h 217844"/>
                <a:gd name="csX402" fmla="*/ 221188 w 356863"/>
                <a:gd name="csY402" fmla="*/ 0 h 217844"/>
                <a:gd name="csX403" fmla="*/ 224533 w 356863"/>
                <a:gd name="csY403" fmla="*/ 478 h 217844"/>
                <a:gd name="csX404" fmla="*/ 227877 w 356863"/>
                <a:gd name="csY404" fmla="*/ 478 h 217844"/>
                <a:gd name="csX405" fmla="*/ 230265 w 356863"/>
                <a:gd name="csY405" fmla="*/ 0 h 217844"/>
                <a:gd name="csX406" fmla="*/ 230265 w 356863"/>
                <a:gd name="csY406" fmla="*/ 0 h 217844"/>
                <a:gd name="csX407" fmla="*/ 232176 w 356863"/>
                <a:gd name="csY407" fmla="*/ 956 h 217844"/>
                <a:gd name="csX408" fmla="*/ 234087 w 356863"/>
                <a:gd name="csY408" fmla="*/ 2866 h 217844"/>
                <a:gd name="csX409" fmla="*/ 234087 w 356863"/>
                <a:gd name="csY409" fmla="*/ 2866 h 217844"/>
                <a:gd name="csX410" fmla="*/ 235998 w 356863"/>
                <a:gd name="csY410" fmla="*/ 5733 h 217844"/>
                <a:gd name="csX411" fmla="*/ 237909 w 356863"/>
                <a:gd name="csY411" fmla="*/ 10988 h 217844"/>
                <a:gd name="csX412" fmla="*/ 243642 w 356863"/>
                <a:gd name="csY412" fmla="*/ 16721 h 217844"/>
                <a:gd name="csX413" fmla="*/ 243642 w 356863"/>
                <a:gd name="csY413" fmla="*/ 16721 h 217844"/>
                <a:gd name="csX414" fmla="*/ 243642 w 356863"/>
                <a:gd name="csY414" fmla="*/ 17676 h 217844"/>
                <a:gd name="csX415" fmla="*/ 243642 w 356863"/>
                <a:gd name="csY415" fmla="*/ 17676 h 217844"/>
                <a:gd name="csX416" fmla="*/ 243164 w 356863"/>
                <a:gd name="csY416" fmla="*/ 18632 h 217844"/>
                <a:gd name="csX417" fmla="*/ 240298 w 356863"/>
                <a:gd name="csY417" fmla="*/ 19587 h 217844"/>
                <a:gd name="csX418" fmla="*/ 237909 w 356863"/>
                <a:gd name="csY418" fmla="*/ 19587 h 217844"/>
                <a:gd name="csX419" fmla="*/ 237909 w 356863"/>
                <a:gd name="csY419" fmla="*/ 20542 h 217844"/>
                <a:gd name="csX420" fmla="*/ 237909 w 356863"/>
                <a:gd name="csY420" fmla="*/ 21020 h 217844"/>
                <a:gd name="csX421" fmla="*/ 238387 w 356863"/>
                <a:gd name="csY421" fmla="*/ 21976 h 217844"/>
                <a:gd name="csX422" fmla="*/ 239342 w 356863"/>
                <a:gd name="csY422" fmla="*/ 23409 h 217844"/>
                <a:gd name="csX423" fmla="*/ 239342 w 356863"/>
                <a:gd name="csY423" fmla="*/ 23409 h 217844"/>
                <a:gd name="csX424" fmla="*/ 239820 w 356863"/>
                <a:gd name="csY424" fmla="*/ 25320 h 217844"/>
                <a:gd name="csX425" fmla="*/ 239820 w 356863"/>
                <a:gd name="csY425" fmla="*/ 27231 h 217844"/>
                <a:gd name="csX426" fmla="*/ 239820 w 356863"/>
                <a:gd name="csY426" fmla="*/ 27231 h 217844"/>
                <a:gd name="csX427" fmla="*/ 240298 w 356863"/>
                <a:gd name="csY427" fmla="*/ 29142 h 217844"/>
                <a:gd name="csX428" fmla="*/ 240776 w 356863"/>
                <a:gd name="csY428" fmla="*/ 29619 h 217844"/>
                <a:gd name="csX429" fmla="*/ 240776 w 356863"/>
                <a:gd name="csY429" fmla="*/ 29619 h 217844"/>
                <a:gd name="csX430" fmla="*/ 241253 w 356863"/>
                <a:gd name="csY430" fmla="*/ 30575 h 217844"/>
                <a:gd name="csX431" fmla="*/ 239820 w 356863"/>
                <a:gd name="csY431" fmla="*/ 31530 h 217844"/>
                <a:gd name="csX432" fmla="*/ 239820 w 356863"/>
                <a:gd name="csY432" fmla="*/ 32008 h 217844"/>
                <a:gd name="csX433" fmla="*/ 239820 w 356863"/>
                <a:gd name="csY433" fmla="*/ 32008 h 217844"/>
                <a:gd name="csX434" fmla="*/ 240298 w 356863"/>
                <a:gd name="csY434" fmla="*/ 32486 h 217844"/>
                <a:gd name="csX435" fmla="*/ 245075 w 356863"/>
                <a:gd name="csY435" fmla="*/ 32486 h 217844"/>
                <a:gd name="csX436" fmla="*/ 247942 w 356863"/>
                <a:gd name="csY436" fmla="*/ 33441 h 217844"/>
                <a:gd name="csX437" fmla="*/ 249852 w 356863"/>
                <a:gd name="csY437" fmla="*/ 34397 h 217844"/>
                <a:gd name="csX438" fmla="*/ 250808 w 356863"/>
                <a:gd name="csY438" fmla="*/ 34397 h 217844"/>
                <a:gd name="csX439" fmla="*/ 252719 w 356863"/>
                <a:gd name="csY439" fmla="*/ 33919 h 217844"/>
                <a:gd name="csX440" fmla="*/ 255108 w 356863"/>
                <a:gd name="csY440" fmla="*/ 33441 h 217844"/>
                <a:gd name="csX441" fmla="*/ 256540 w 356863"/>
                <a:gd name="csY441" fmla="*/ 33441 h 217844"/>
                <a:gd name="csX442" fmla="*/ 256540 w 356863"/>
                <a:gd name="csY442" fmla="*/ 33441 h 217844"/>
                <a:gd name="csX443" fmla="*/ 257018 w 356863"/>
                <a:gd name="csY443" fmla="*/ 34397 h 217844"/>
                <a:gd name="csX444" fmla="*/ 257496 w 356863"/>
                <a:gd name="csY444" fmla="*/ 35830 h 217844"/>
                <a:gd name="csX445" fmla="*/ 258452 w 356863"/>
                <a:gd name="csY445" fmla="*/ 37741 h 217844"/>
                <a:gd name="csX446" fmla="*/ 259407 w 356863"/>
                <a:gd name="csY446" fmla="*/ 38218 h 217844"/>
                <a:gd name="csX447" fmla="*/ 260840 w 356863"/>
                <a:gd name="csY447" fmla="*/ 38218 h 217844"/>
                <a:gd name="csX448" fmla="*/ 261318 w 356863"/>
                <a:gd name="csY448" fmla="*/ 38218 h 217844"/>
                <a:gd name="csX449" fmla="*/ 261795 w 356863"/>
                <a:gd name="csY449" fmla="*/ 38218 h 217844"/>
                <a:gd name="csX450" fmla="*/ 262274 w 356863"/>
                <a:gd name="csY450" fmla="*/ 38696 h 217844"/>
                <a:gd name="csX451" fmla="*/ 262274 w 356863"/>
                <a:gd name="csY451" fmla="*/ 38696 h 217844"/>
                <a:gd name="csX452" fmla="*/ 261318 w 356863"/>
                <a:gd name="csY452" fmla="*/ 39652 h 217844"/>
                <a:gd name="csX453" fmla="*/ 261795 w 356863"/>
                <a:gd name="csY453" fmla="*/ 41085 h 217844"/>
                <a:gd name="csX454" fmla="*/ 261795 w 356863"/>
                <a:gd name="csY454" fmla="*/ 41085 h 217844"/>
                <a:gd name="csX455" fmla="*/ 262274 w 356863"/>
                <a:gd name="csY455" fmla="*/ 42040 h 217844"/>
                <a:gd name="csX456" fmla="*/ 262274 w 356863"/>
                <a:gd name="csY456" fmla="*/ 42518 h 217844"/>
                <a:gd name="csX457" fmla="*/ 263229 w 356863"/>
                <a:gd name="csY457" fmla="*/ 45384 h 217844"/>
                <a:gd name="csX458" fmla="*/ 263706 w 356863"/>
                <a:gd name="csY458" fmla="*/ 46340 h 217844"/>
                <a:gd name="csX459" fmla="*/ 264184 w 356863"/>
                <a:gd name="csY459" fmla="*/ 47295 h 217844"/>
                <a:gd name="csX460" fmla="*/ 264184 w 356863"/>
                <a:gd name="csY460" fmla="*/ 47295 h 217844"/>
                <a:gd name="csX461" fmla="*/ 264184 w 356863"/>
                <a:gd name="csY461" fmla="*/ 48728 h 217844"/>
                <a:gd name="csX462" fmla="*/ 264184 w 356863"/>
                <a:gd name="csY462" fmla="*/ 48728 h 217844"/>
                <a:gd name="csX463" fmla="*/ 263706 w 356863"/>
                <a:gd name="csY463" fmla="*/ 49684 h 217844"/>
                <a:gd name="csX464" fmla="*/ 263229 w 356863"/>
                <a:gd name="csY464" fmla="*/ 50639 h 217844"/>
                <a:gd name="csX465" fmla="*/ 263229 w 356863"/>
                <a:gd name="csY465" fmla="*/ 50639 h 217844"/>
                <a:gd name="csX466" fmla="*/ 263706 w 356863"/>
                <a:gd name="csY466" fmla="*/ 52550 h 217844"/>
                <a:gd name="csX467" fmla="*/ 265140 w 356863"/>
                <a:gd name="csY467" fmla="*/ 54939 h 217844"/>
                <a:gd name="csX468" fmla="*/ 266095 w 356863"/>
                <a:gd name="csY468" fmla="*/ 55417 h 217844"/>
                <a:gd name="csX469" fmla="*/ 266095 w 356863"/>
                <a:gd name="csY469" fmla="*/ 55417 h 217844"/>
                <a:gd name="csX470" fmla="*/ 267051 w 356863"/>
                <a:gd name="csY470" fmla="*/ 57328 h 217844"/>
                <a:gd name="csX471" fmla="*/ 268961 w 356863"/>
                <a:gd name="csY471" fmla="*/ 58283 h 217844"/>
                <a:gd name="csX472" fmla="*/ 271350 w 356863"/>
                <a:gd name="csY472" fmla="*/ 56372 h 217844"/>
                <a:gd name="csX473" fmla="*/ 273261 w 356863"/>
                <a:gd name="csY473" fmla="*/ 55417 h 217844"/>
                <a:gd name="csX474" fmla="*/ 275172 w 356863"/>
                <a:gd name="csY474" fmla="*/ 55894 h 217844"/>
                <a:gd name="csX475" fmla="*/ 277561 w 356863"/>
                <a:gd name="csY475" fmla="*/ 56372 h 217844"/>
                <a:gd name="csX476" fmla="*/ 277561 w 356863"/>
                <a:gd name="csY476" fmla="*/ 56372 h 217844"/>
                <a:gd name="csX477" fmla="*/ 278994 w 356863"/>
                <a:gd name="csY477" fmla="*/ 57328 h 217844"/>
                <a:gd name="csX478" fmla="*/ 278994 w 356863"/>
                <a:gd name="csY478" fmla="*/ 57805 h 217844"/>
                <a:gd name="csX479" fmla="*/ 279949 w 356863"/>
                <a:gd name="csY479" fmla="*/ 59239 h 217844"/>
                <a:gd name="csX480" fmla="*/ 279949 w 356863"/>
                <a:gd name="csY480" fmla="*/ 59239 h 217844"/>
                <a:gd name="csX481" fmla="*/ 281383 w 356863"/>
                <a:gd name="csY481" fmla="*/ 60194 h 217844"/>
                <a:gd name="csX482" fmla="*/ 282338 w 356863"/>
                <a:gd name="csY482" fmla="*/ 59716 h 217844"/>
                <a:gd name="csX483" fmla="*/ 285204 w 356863"/>
                <a:gd name="csY483" fmla="*/ 60194 h 217844"/>
                <a:gd name="csX484" fmla="*/ 285204 w 356863"/>
                <a:gd name="csY484" fmla="*/ 60194 h 217844"/>
                <a:gd name="csX485" fmla="*/ 286160 w 356863"/>
                <a:gd name="csY485" fmla="*/ 61149 h 217844"/>
                <a:gd name="csX486" fmla="*/ 287593 w 356863"/>
                <a:gd name="csY486" fmla="*/ 62105 h 217844"/>
                <a:gd name="csX487" fmla="*/ 289026 w 356863"/>
                <a:gd name="csY487" fmla="*/ 61149 h 217844"/>
                <a:gd name="csX488" fmla="*/ 290459 w 356863"/>
                <a:gd name="csY488" fmla="*/ 59716 h 217844"/>
                <a:gd name="csX489" fmla="*/ 294759 w 356863"/>
                <a:gd name="csY489" fmla="*/ 58283 h 217844"/>
                <a:gd name="csX490" fmla="*/ 297625 w 356863"/>
                <a:gd name="csY490" fmla="*/ 57805 h 217844"/>
                <a:gd name="csX491" fmla="*/ 298581 w 356863"/>
                <a:gd name="csY491" fmla="*/ 57805 h 217844"/>
                <a:gd name="csX492" fmla="*/ 300014 w 356863"/>
                <a:gd name="csY492" fmla="*/ 56850 h 217844"/>
                <a:gd name="csX493" fmla="*/ 301925 w 356863"/>
                <a:gd name="csY493" fmla="*/ 55894 h 217844"/>
                <a:gd name="csX494" fmla="*/ 303358 w 356863"/>
                <a:gd name="csY494" fmla="*/ 56372 h 217844"/>
                <a:gd name="csX495" fmla="*/ 304791 w 356863"/>
                <a:gd name="csY495" fmla="*/ 58283 h 217844"/>
                <a:gd name="csX496" fmla="*/ 304791 w 356863"/>
                <a:gd name="csY496" fmla="*/ 58283 h 217844"/>
                <a:gd name="csX497" fmla="*/ 304791 w 356863"/>
                <a:gd name="csY497" fmla="*/ 58283 h 217844"/>
                <a:gd name="csX498" fmla="*/ 306702 w 356863"/>
                <a:gd name="csY498" fmla="*/ 59716 h 217844"/>
                <a:gd name="csX499" fmla="*/ 306702 w 356863"/>
                <a:gd name="csY499" fmla="*/ 59716 h 217844"/>
                <a:gd name="csX500" fmla="*/ 307180 w 356863"/>
                <a:gd name="csY500" fmla="*/ 62105 h 217844"/>
                <a:gd name="csX501" fmla="*/ 309091 w 356863"/>
                <a:gd name="csY501" fmla="*/ 64971 h 217844"/>
                <a:gd name="csX502" fmla="*/ 309091 w 356863"/>
                <a:gd name="csY502" fmla="*/ 64971 h 217844"/>
                <a:gd name="csX503" fmla="*/ 313868 w 356863"/>
                <a:gd name="csY503" fmla="*/ 68793 h 217844"/>
                <a:gd name="csX504" fmla="*/ 315779 w 356863"/>
                <a:gd name="csY504" fmla="*/ 70226 h 217844"/>
                <a:gd name="csX505" fmla="*/ 317212 w 356863"/>
                <a:gd name="csY505" fmla="*/ 69749 h 217844"/>
                <a:gd name="csX506" fmla="*/ 317690 w 356863"/>
                <a:gd name="csY506" fmla="*/ 69749 h 217844"/>
                <a:gd name="csX507" fmla="*/ 318168 w 356863"/>
                <a:gd name="csY507" fmla="*/ 69271 h 217844"/>
                <a:gd name="csX508" fmla="*/ 318168 w 356863"/>
                <a:gd name="csY508" fmla="*/ 67360 h 217844"/>
                <a:gd name="csX509" fmla="*/ 319123 w 356863"/>
                <a:gd name="csY509" fmla="*/ 66405 h 217844"/>
                <a:gd name="csX510" fmla="*/ 320079 w 356863"/>
                <a:gd name="csY510" fmla="*/ 66405 h 217844"/>
                <a:gd name="csX511" fmla="*/ 323900 w 356863"/>
                <a:gd name="csY511" fmla="*/ 68793 h 217844"/>
                <a:gd name="csX512" fmla="*/ 325811 w 356863"/>
                <a:gd name="csY512" fmla="*/ 69271 h 217844"/>
                <a:gd name="csX513" fmla="*/ 327722 w 356863"/>
                <a:gd name="csY513" fmla="*/ 69271 h 217844"/>
                <a:gd name="csX514" fmla="*/ 330111 w 356863"/>
                <a:gd name="csY514" fmla="*/ 71182 h 217844"/>
                <a:gd name="csX515" fmla="*/ 332977 w 356863"/>
                <a:gd name="csY515" fmla="*/ 73093 h 217844"/>
                <a:gd name="csX516" fmla="*/ 335366 w 356863"/>
                <a:gd name="csY516" fmla="*/ 73093 h 217844"/>
                <a:gd name="csX517" fmla="*/ 336799 w 356863"/>
                <a:gd name="csY517" fmla="*/ 72615 h 217844"/>
                <a:gd name="csX518" fmla="*/ 338232 w 356863"/>
                <a:gd name="csY518" fmla="*/ 72137 h 217844"/>
                <a:gd name="csX519" fmla="*/ 338710 w 356863"/>
                <a:gd name="csY519" fmla="*/ 72615 h 217844"/>
                <a:gd name="csX520" fmla="*/ 338710 w 356863"/>
                <a:gd name="csY520" fmla="*/ 72615 h 217844"/>
                <a:gd name="csX521" fmla="*/ 339666 w 356863"/>
                <a:gd name="csY521" fmla="*/ 74048 h 217844"/>
                <a:gd name="csX522" fmla="*/ 340621 w 356863"/>
                <a:gd name="csY522" fmla="*/ 75004 h 217844"/>
                <a:gd name="csX523" fmla="*/ 342054 w 356863"/>
                <a:gd name="csY523" fmla="*/ 75481 h 217844"/>
                <a:gd name="csX524" fmla="*/ 343965 w 356863"/>
                <a:gd name="csY524" fmla="*/ 75481 h 217844"/>
                <a:gd name="csX525" fmla="*/ 347309 w 356863"/>
                <a:gd name="csY525" fmla="*/ 77870 h 217844"/>
                <a:gd name="csX526" fmla="*/ 347309 w 356863"/>
                <a:gd name="csY526" fmla="*/ 77870 h 217844"/>
                <a:gd name="csX527" fmla="*/ 350175 w 356863"/>
                <a:gd name="csY527" fmla="*/ 79781 h 217844"/>
                <a:gd name="csX528" fmla="*/ 352086 w 356863"/>
                <a:gd name="csY528" fmla="*/ 80259 h 217844"/>
                <a:gd name="csX529" fmla="*/ 353520 w 356863"/>
                <a:gd name="csY529" fmla="*/ 79303 h 217844"/>
                <a:gd name="csX530" fmla="*/ 354953 w 356863"/>
                <a:gd name="csY530" fmla="*/ 79303 h 217844"/>
                <a:gd name="csX531" fmla="*/ 355908 w 356863"/>
                <a:gd name="csY531" fmla="*/ 79781 h 217844"/>
                <a:gd name="csX532" fmla="*/ 355908 w 356863"/>
                <a:gd name="csY532" fmla="*/ 79781 h 217844"/>
                <a:gd name="csX533" fmla="*/ 356386 w 356863"/>
                <a:gd name="csY533" fmla="*/ 80736 h 217844"/>
                <a:gd name="csX534" fmla="*/ 355908 w 356863"/>
                <a:gd name="csY534" fmla="*/ 82170 h 217844"/>
                <a:gd name="csX535" fmla="*/ 355908 w 356863"/>
                <a:gd name="csY535" fmla="*/ 84080 h 217844"/>
                <a:gd name="csX536" fmla="*/ 355908 w 356863"/>
                <a:gd name="csY536" fmla="*/ 84080 h 217844"/>
                <a:gd name="csX537" fmla="*/ 356864 w 356863"/>
                <a:gd name="csY537" fmla="*/ 85514 h 217844"/>
                <a:gd name="csX538" fmla="*/ 356864 w 356863"/>
                <a:gd name="csY538" fmla="*/ 87425 h 217844"/>
                <a:gd name="csX539" fmla="*/ 356864 w 356863"/>
                <a:gd name="csY539" fmla="*/ 88858 h 217844"/>
                <a:gd name="csX540" fmla="*/ 355908 w 356863"/>
                <a:gd name="csY540" fmla="*/ 90291 h 217844"/>
                <a:gd name="csX541" fmla="*/ 353997 w 356863"/>
                <a:gd name="csY541" fmla="*/ 92202 h 217844"/>
                <a:gd name="csX542" fmla="*/ 352564 w 356863"/>
                <a:gd name="csY542" fmla="*/ 94113 h 217844"/>
                <a:gd name="csX543" fmla="*/ 349698 w 356863"/>
                <a:gd name="csY543" fmla="*/ 95068 h 217844"/>
                <a:gd name="csX544" fmla="*/ 348265 w 356863"/>
                <a:gd name="csY544" fmla="*/ 95546 h 217844"/>
                <a:gd name="csX545" fmla="*/ 348265 w 356863"/>
                <a:gd name="csY545" fmla="*/ 95546 h 217844"/>
                <a:gd name="csX546" fmla="*/ 348742 w 356863"/>
                <a:gd name="csY546" fmla="*/ 96979 h 217844"/>
                <a:gd name="csX547" fmla="*/ 348742 w 356863"/>
                <a:gd name="csY547" fmla="*/ 96979 h 217844"/>
                <a:gd name="csX548" fmla="*/ 348742 w 356863"/>
                <a:gd name="csY548" fmla="*/ 97457 h 217844"/>
                <a:gd name="csX549" fmla="*/ 349698 w 356863"/>
                <a:gd name="csY549" fmla="*/ 98412 h 217844"/>
                <a:gd name="csX550" fmla="*/ 352086 w 356863"/>
                <a:gd name="csY550" fmla="*/ 99368 h 217844"/>
                <a:gd name="csX551" fmla="*/ 354475 w 356863"/>
                <a:gd name="csY551" fmla="*/ 99846 h 217844"/>
                <a:gd name="csX552" fmla="*/ 354475 w 356863"/>
                <a:gd name="csY552" fmla="*/ 99846 h 217844"/>
                <a:gd name="csX553" fmla="*/ 354475 w 356863"/>
                <a:gd name="csY553" fmla="*/ 100801 h 217844"/>
                <a:gd name="csX554" fmla="*/ 353997 w 356863"/>
                <a:gd name="csY554" fmla="*/ 101279 h 217844"/>
                <a:gd name="csX555" fmla="*/ 352564 w 356863"/>
                <a:gd name="csY555" fmla="*/ 101756 h 217844"/>
                <a:gd name="csX556" fmla="*/ 350654 w 356863"/>
                <a:gd name="csY556" fmla="*/ 101279 h 217844"/>
                <a:gd name="csX557" fmla="*/ 349698 w 356863"/>
                <a:gd name="csY557" fmla="*/ 101756 h 217844"/>
                <a:gd name="csX558" fmla="*/ 348742 w 356863"/>
                <a:gd name="csY558" fmla="*/ 103190 h 217844"/>
                <a:gd name="csX559" fmla="*/ 348265 w 356863"/>
                <a:gd name="csY559" fmla="*/ 105100 h 217844"/>
                <a:gd name="csX560" fmla="*/ 347309 w 356863"/>
                <a:gd name="csY560" fmla="*/ 107012 h 217844"/>
                <a:gd name="csX561" fmla="*/ 349698 w 356863"/>
                <a:gd name="csY561" fmla="*/ 107489 h 217844"/>
                <a:gd name="csX562" fmla="*/ 350175 w 356863"/>
                <a:gd name="csY562" fmla="*/ 107967 h 217844"/>
                <a:gd name="csX563" fmla="*/ 351131 w 356863"/>
                <a:gd name="csY563" fmla="*/ 108445 h 217844"/>
                <a:gd name="csX564" fmla="*/ 351131 w 356863"/>
                <a:gd name="csY564" fmla="*/ 108445 h 217844"/>
                <a:gd name="csX565" fmla="*/ 351609 w 356863"/>
                <a:gd name="csY565" fmla="*/ 109878 h 217844"/>
                <a:gd name="csX566" fmla="*/ 352086 w 356863"/>
                <a:gd name="csY566" fmla="*/ 111789 h 217844"/>
                <a:gd name="csX567" fmla="*/ 352086 w 356863"/>
                <a:gd name="csY567" fmla="*/ 112266 h 217844"/>
                <a:gd name="csX568" fmla="*/ 352564 w 356863"/>
                <a:gd name="csY568" fmla="*/ 113700 h 217844"/>
                <a:gd name="csX569" fmla="*/ 351609 w 356863"/>
                <a:gd name="csY569" fmla="*/ 114177 h 217844"/>
                <a:gd name="csX570" fmla="*/ 351609 w 356863"/>
                <a:gd name="csY570" fmla="*/ 115133 h 217844"/>
                <a:gd name="csX571" fmla="*/ 351609 w 356863"/>
                <a:gd name="csY571" fmla="*/ 115133 h 217844"/>
                <a:gd name="csX572" fmla="*/ 352086 w 356863"/>
                <a:gd name="csY572" fmla="*/ 115611 h 217844"/>
                <a:gd name="csX573" fmla="*/ 353042 w 356863"/>
                <a:gd name="csY573" fmla="*/ 115611 h 217844"/>
                <a:gd name="csX574" fmla="*/ 353042 w 356863"/>
                <a:gd name="csY574" fmla="*/ 115611 h 217844"/>
                <a:gd name="csX575" fmla="*/ 353520 w 356863"/>
                <a:gd name="csY575" fmla="*/ 116088 h 217844"/>
                <a:gd name="csX576" fmla="*/ 353520 w 356863"/>
                <a:gd name="csY576" fmla="*/ 116088 h 217844"/>
                <a:gd name="csX577" fmla="*/ 353997 w 356863"/>
                <a:gd name="csY577" fmla="*/ 117044 h 217844"/>
                <a:gd name="csX578" fmla="*/ 352086 w 356863"/>
                <a:gd name="csY578" fmla="*/ 118955 h 217844"/>
                <a:gd name="csX579" fmla="*/ 352086 w 356863"/>
                <a:gd name="csY579" fmla="*/ 118955 h 217844"/>
                <a:gd name="csX580" fmla="*/ 351131 w 356863"/>
                <a:gd name="csY580" fmla="*/ 122299 h 217844"/>
                <a:gd name="csX581" fmla="*/ 350175 w 356863"/>
                <a:gd name="csY581" fmla="*/ 124210 h 217844"/>
                <a:gd name="csX582" fmla="*/ 350175 w 356863"/>
                <a:gd name="csY582" fmla="*/ 126121 h 217844"/>
                <a:gd name="csX583" fmla="*/ 349220 w 356863"/>
                <a:gd name="csY583" fmla="*/ 127554 h 217844"/>
                <a:gd name="csX584" fmla="*/ 347787 w 356863"/>
                <a:gd name="csY584" fmla="*/ 127554 h 217844"/>
                <a:gd name="csX585" fmla="*/ 342532 w 356863"/>
                <a:gd name="csY585" fmla="*/ 128032 h 217844"/>
                <a:gd name="csX586" fmla="*/ 337754 w 356863"/>
                <a:gd name="csY586" fmla="*/ 127554 h 217844"/>
                <a:gd name="csX587" fmla="*/ 335843 w 356863"/>
                <a:gd name="csY587" fmla="*/ 127554 h 217844"/>
                <a:gd name="csX588" fmla="*/ 332977 w 356863"/>
                <a:gd name="csY588" fmla="*/ 127076 h 217844"/>
                <a:gd name="csX589" fmla="*/ 331066 w 356863"/>
                <a:gd name="csY589" fmla="*/ 127554 h 217844"/>
                <a:gd name="csX590" fmla="*/ 329156 w 356863"/>
                <a:gd name="csY590" fmla="*/ 130898 h 217844"/>
                <a:gd name="csX591" fmla="*/ 327722 w 356863"/>
                <a:gd name="csY591" fmla="*/ 132331 h 217844"/>
                <a:gd name="csX592" fmla="*/ 324856 w 356863"/>
                <a:gd name="csY592" fmla="*/ 133287 h 217844"/>
                <a:gd name="csX593" fmla="*/ 321990 w 356863"/>
                <a:gd name="csY593" fmla="*/ 133764 h 217844"/>
                <a:gd name="csX594" fmla="*/ 320556 w 356863"/>
                <a:gd name="csY594" fmla="*/ 135198 h 217844"/>
                <a:gd name="csX595" fmla="*/ 320079 w 356863"/>
                <a:gd name="csY595" fmla="*/ 137108 h 217844"/>
                <a:gd name="csX596" fmla="*/ 320079 w 356863"/>
                <a:gd name="csY596" fmla="*/ 139019 h 217844"/>
                <a:gd name="csX597" fmla="*/ 319601 w 356863"/>
                <a:gd name="csY597" fmla="*/ 139975 h 217844"/>
                <a:gd name="csX598" fmla="*/ 319123 w 356863"/>
                <a:gd name="csY598" fmla="*/ 140930 h 217844"/>
                <a:gd name="csX599" fmla="*/ 319123 w 356863"/>
                <a:gd name="csY599" fmla="*/ 141408 h 217844"/>
                <a:gd name="csX600" fmla="*/ 319123 w 356863"/>
                <a:gd name="csY600" fmla="*/ 142363 h 217844"/>
                <a:gd name="csX601" fmla="*/ 319601 w 356863"/>
                <a:gd name="csY601" fmla="*/ 142363 h 217844"/>
                <a:gd name="csX602" fmla="*/ 320556 w 356863"/>
                <a:gd name="csY602" fmla="*/ 142841 h 217844"/>
                <a:gd name="csX603" fmla="*/ 320556 w 356863"/>
                <a:gd name="csY603" fmla="*/ 143319 h 217844"/>
                <a:gd name="csX604" fmla="*/ 320079 w 356863"/>
                <a:gd name="csY604" fmla="*/ 143797 h 217844"/>
                <a:gd name="csX605" fmla="*/ 319123 w 356863"/>
                <a:gd name="csY605" fmla="*/ 144274 h 217844"/>
                <a:gd name="csX606" fmla="*/ 319123 w 356863"/>
                <a:gd name="csY606" fmla="*/ 145707 h 217844"/>
                <a:gd name="csX607" fmla="*/ 319123 w 356863"/>
                <a:gd name="csY607" fmla="*/ 146663 h 217844"/>
                <a:gd name="csX608" fmla="*/ 319123 w 356863"/>
                <a:gd name="csY608" fmla="*/ 147619 h 217844"/>
                <a:gd name="csX609" fmla="*/ 318168 w 356863"/>
                <a:gd name="csY609" fmla="*/ 148096 h 217844"/>
                <a:gd name="csX610" fmla="*/ 311479 w 356863"/>
                <a:gd name="csY610" fmla="*/ 147619 h 217844"/>
                <a:gd name="csX611" fmla="*/ 305747 w 356863"/>
                <a:gd name="csY611" fmla="*/ 148096 h 217844"/>
                <a:gd name="csX612" fmla="*/ 301925 w 356863"/>
                <a:gd name="csY612" fmla="*/ 152396 h 217844"/>
                <a:gd name="csX613" fmla="*/ 299536 w 356863"/>
                <a:gd name="csY613" fmla="*/ 152396 h 217844"/>
                <a:gd name="csX614" fmla="*/ 296192 w 356863"/>
                <a:gd name="csY614" fmla="*/ 153351 h 217844"/>
                <a:gd name="csX615" fmla="*/ 293804 w 356863"/>
                <a:gd name="csY615" fmla="*/ 154784 h 217844"/>
                <a:gd name="csX616" fmla="*/ 290937 w 356863"/>
                <a:gd name="csY616" fmla="*/ 157651 h 217844"/>
                <a:gd name="csX617" fmla="*/ 289026 w 356863"/>
                <a:gd name="csY617" fmla="*/ 156218 h 217844"/>
                <a:gd name="csX618" fmla="*/ 286160 w 356863"/>
                <a:gd name="csY618" fmla="*/ 156695 h 217844"/>
                <a:gd name="csX619" fmla="*/ 283771 w 356863"/>
                <a:gd name="csY619" fmla="*/ 157173 h 217844"/>
                <a:gd name="csX620" fmla="*/ 280905 w 356863"/>
                <a:gd name="csY620" fmla="*/ 159084 h 217844"/>
                <a:gd name="csX621" fmla="*/ 278994 w 356863"/>
                <a:gd name="csY621" fmla="*/ 159562 h 217844"/>
                <a:gd name="csX622" fmla="*/ 275650 w 356863"/>
                <a:gd name="csY622" fmla="*/ 159084 h 217844"/>
                <a:gd name="csX623" fmla="*/ 271828 w 356863"/>
                <a:gd name="csY623" fmla="*/ 160039 h 217844"/>
                <a:gd name="csX624" fmla="*/ 263229 w 356863"/>
                <a:gd name="csY624" fmla="*/ 166728 h 217844"/>
                <a:gd name="csX625" fmla="*/ 260363 w 356863"/>
                <a:gd name="csY625" fmla="*/ 171027 h 217844"/>
                <a:gd name="csX626" fmla="*/ 259407 w 356863"/>
                <a:gd name="csY626" fmla="*/ 171983 h 217844"/>
                <a:gd name="csX627" fmla="*/ 257974 w 356863"/>
                <a:gd name="csY627" fmla="*/ 173416 h 217844"/>
                <a:gd name="csX628" fmla="*/ 256540 w 356863"/>
                <a:gd name="csY628" fmla="*/ 173894 h 217844"/>
                <a:gd name="csX629" fmla="*/ 255585 w 356863"/>
                <a:gd name="csY629" fmla="*/ 173894 h 217844"/>
                <a:gd name="csX630" fmla="*/ 259885 w 356863"/>
                <a:gd name="csY630" fmla="*/ 170549 h 217844"/>
                <a:gd name="csX631" fmla="*/ 260840 w 356863"/>
                <a:gd name="csY631" fmla="*/ 169116 h 217844"/>
                <a:gd name="csX632" fmla="*/ 261318 w 356863"/>
                <a:gd name="csY632" fmla="*/ 168161 h 217844"/>
                <a:gd name="csX633" fmla="*/ 261318 w 356863"/>
                <a:gd name="csY633" fmla="*/ 166728 h 217844"/>
                <a:gd name="csX634" fmla="*/ 259885 w 356863"/>
                <a:gd name="csY634" fmla="*/ 164817 h 217844"/>
                <a:gd name="csX635" fmla="*/ 256540 w 356863"/>
                <a:gd name="csY635" fmla="*/ 169594 h 217844"/>
                <a:gd name="csX636" fmla="*/ 254629 w 356863"/>
                <a:gd name="csY636" fmla="*/ 170072 h 217844"/>
                <a:gd name="csX637" fmla="*/ 252241 w 356863"/>
                <a:gd name="csY637" fmla="*/ 171505 h 217844"/>
                <a:gd name="csX638" fmla="*/ 252241 w 356863"/>
                <a:gd name="csY638" fmla="*/ 174371 h 217844"/>
                <a:gd name="csX639" fmla="*/ 252719 w 356863"/>
                <a:gd name="csY639" fmla="*/ 176760 h 217844"/>
                <a:gd name="csX640" fmla="*/ 253674 w 356863"/>
                <a:gd name="csY640" fmla="*/ 179626 h 217844"/>
                <a:gd name="csX641" fmla="*/ 256063 w 356863"/>
                <a:gd name="csY641" fmla="*/ 184404 h 217844"/>
                <a:gd name="csX642" fmla="*/ 260363 w 356863"/>
                <a:gd name="csY642" fmla="*/ 191092 h 217844"/>
                <a:gd name="csX643" fmla="*/ 262751 w 356863"/>
                <a:gd name="csY643" fmla="*/ 193480 h 217844"/>
                <a:gd name="csX644" fmla="*/ 264662 w 356863"/>
                <a:gd name="csY644" fmla="*/ 194436 h 217844"/>
                <a:gd name="csX645" fmla="*/ 266573 w 356863"/>
                <a:gd name="csY645" fmla="*/ 194436 h 217844"/>
                <a:gd name="csX646" fmla="*/ 270395 w 356863"/>
                <a:gd name="csY646" fmla="*/ 192525 h 217844"/>
                <a:gd name="csX647" fmla="*/ 271828 w 356863"/>
                <a:gd name="csY647" fmla="*/ 192047 h 217844"/>
                <a:gd name="csX648" fmla="*/ 275650 w 356863"/>
                <a:gd name="csY648" fmla="*/ 193003 h 217844"/>
                <a:gd name="csX649" fmla="*/ 276605 w 356863"/>
                <a:gd name="csY649" fmla="*/ 191570 h 217844"/>
                <a:gd name="csX650" fmla="*/ 278516 w 356863"/>
                <a:gd name="csY650" fmla="*/ 190614 h 217844"/>
                <a:gd name="csX651" fmla="*/ 280905 w 356863"/>
                <a:gd name="csY651" fmla="*/ 190614 h 217844"/>
                <a:gd name="csX652" fmla="*/ 283771 w 356863"/>
                <a:gd name="csY652" fmla="*/ 191092 h 217844"/>
                <a:gd name="csX653" fmla="*/ 286638 w 356863"/>
                <a:gd name="csY653" fmla="*/ 192047 h 217844"/>
                <a:gd name="csX654" fmla="*/ 285204 w 356863"/>
                <a:gd name="csY654" fmla="*/ 194436 h 217844"/>
                <a:gd name="csX655" fmla="*/ 284249 w 356863"/>
                <a:gd name="csY655" fmla="*/ 196347 h 217844"/>
                <a:gd name="csX656" fmla="*/ 283771 w 356863"/>
                <a:gd name="csY656" fmla="*/ 198258 h 217844"/>
                <a:gd name="csX657" fmla="*/ 282816 w 356863"/>
                <a:gd name="csY657" fmla="*/ 200646 h 217844"/>
                <a:gd name="csX658" fmla="*/ 279949 w 356863"/>
                <a:gd name="csY658" fmla="*/ 201602 h 217844"/>
                <a:gd name="csX659" fmla="*/ 276127 w 356863"/>
                <a:gd name="csY659" fmla="*/ 201602 h 217844"/>
                <a:gd name="csX660" fmla="*/ 272783 w 356863"/>
                <a:gd name="csY660" fmla="*/ 202080 h 217844"/>
                <a:gd name="csX661" fmla="*/ 271350 w 356863"/>
                <a:gd name="csY661" fmla="*/ 201124 h 217844"/>
                <a:gd name="csX662" fmla="*/ 270395 w 356863"/>
                <a:gd name="csY662" fmla="*/ 200646 h 217844"/>
                <a:gd name="csX663" fmla="*/ 268961 w 356863"/>
                <a:gd name="csY663" fmla="*/ 199691 h 217844"/>
                <a:gd name="csX664" fmla="*/ 266573 w 356863"/>
                <a:gd name="csY664" fmla="*/ 199213 h 217844"/>
                <a:gd name="csX665" fmla="*/ 264662 w 356863"/>
                <a:gd name="csY665" fmla="*/ 199691 h 217844"/>
                <a:gd name="csX666" fmla="*/ 262274 w 356863"/>
                <a:gd name="csY666" fmla="*/ 203035 h 217844"/>
                <a:gd name="csX667" fmla="*/ 258452 w 356863"/>
                <a:gd name="csY667" fmla="*/ 204946 h 217844"/>
                <a:gd name="csX668" fmla="*/ 257018 w 356863"/>
                <a:gd name="csY668" fmla="*/ 207335 h 217844"/>
                <a:gd name="csX669" fmla="*/ 253197 w 356863"/>
                <a:gd name="csY669" fmla="*/ 206857 h 217844"/>
                <a:gd name="csX670" fmla="*/ 249852 w 356863"/>
                <a:gd name="csY670" fmla="*/ 207335 h 217844"/>
                <a:gd name="csX671" fmla="*/ 245075 w 356863"/>
                <a:gd name="csY671" fmla="*/ 209723 h 217844"/>
                <a:gd name="csX672" fmla="*/ 241253 w 356863"/>
                <a:gd name="csY672" fmla="*/ 214023 h 217844"/>
                <a:gd name="csX673" fmla="*/ 236954 w 356863"/>
                <a:gd name="csY673" fmla="*/ 216889 h 217844"/>
                <a:gd name="csX674" fmla="*/ 233610 w 356863"/>
                <a:gd name="csY674" fmla="*/ 217845 h 217844"/>
                <a:gd name="csX675" fmla="*/ 230743 w 356863"/>
                <a:gd name="csY675" fmla="*/ 217845 h 217844"/>
                <a:gd name="csX676" fmla="*/ 228833 w 356863"/>
                <a:gd name="csY676" fmla="*/ 216889 h 217844"/>
                <a:gd name="csX677" fmla="*/ 224533 w 356863"/>
                <a:gd name="csY677" fmla="*/ 213545 h 217844"/>
                <a:gd name="csX678" fmla="*/ 225010 w 356863"/>
                <a:gd name="csY678" fmla="*/ 212590 h 217844"/>
                <a:gd name="csX679" fmla="*/ 225488 w 356863"/>
                <a:gd name="csY679" fmla="*/ 212112 h 217844"/>
                <a:gd name="csX680" fmla="*/ 226444 w 356863"/>
                <a:gd name="csY680" fmla="*/ 210679 h 217844"/>
                <a:gd name="csX681" fmla="*/ 227877 w 356863"/>
                <a:gd name="csY681" fmla="*/ 204946 h 217844"/>
                <a:gd name="csX682" fmla="*/ 227399 w 356863"/>
                <a:gd name="csY682" fmla="*/ 203035 h 217844"/>
                <a:gd name="csX683" fmla="*/ 226921 w 356863"/>
                <a:gd name="csY683" fmla="*/ 199691 h 217844"/>
                <a:gd name="csX684" fmla="*/ 223577 w 356863"/>
                <a:gd name="csY684" fmla="*/ 197780 h 217844"/>
                <a:gd name="csX685" fmla="*/ 220711 w 356863"/>
                <a:gd name="csY685" fmla="*/ 198258 h 217844"/>
                <a:gd name="csX686" fmla="*/ 219278 w 356863"/>
                <a:gd name="csY686" fmla="*/ 197302 h 217844"/>
                <a:gd name="csX687" fmla="*/ 214022 w 356863"/>
                <a:gd name="csY687" fmla="*/ 193480 h 217844"/>
                <a:gd name="csX688" fmla="*/ 211156 w 356863"/>
                <a:gd name="csY688" fmla="*/ 193003 h 217844"/>
                <a:gd name="csX689" fmla="*/ 207812 w 356863"/>
                <a:gd name="csY689" fmla="*/ 193958 h 217844"/>
                <a:gd name="csX690" fmla="*/ 206856 w 356863"/>
                <a:gd name="csY690" fmla="*/ 193480 h 217844"/>
                <a:gd name="csX691" fmla="*/ 205901 w 356863"/>
                <a:gd name="csY691" fmla="*/ 192047 h 217844"/>
                <a:gd name="csX692" fmla="*/ 212112 w 356863"/>
                <a:gd name="csY692" fmla="*/ 187270 h 217844"/>
                <a:gd name="csX693" fmla="*/ 218322 w 356863"/>
                <a:gd name="csY693" fmla="*/ 182970 h 217844"/>
                <a:gd name="csX694" fmla="*/ 221188 w 356863"/>
                <a:gd name="csY694" fmla="*/ 182493 h 217844"/>
                <a:gd name="csX695" fmla="*/ 225010 w 356863"/>
                <a:gd name="csY695" fmla="*/ 180582 h 217844"/>
                <a:gd name="csX696" fmla="*/ 228833 w 356863"/>
                <a:gd name="csY696" fmla="*/ 177715 h 217844"/>
                <a:gd name="csX697" fmla="*/ 228354 w 356863"/>
                <a:gd name="csY697" fmla="*/ 175804 h 217844"/>
                <a:gd name="csX698" fmla="*/ 227399 w 356863"/>
                <a:gd name="csY698" fmla="*/ 173894 h 217844"/>
                <a:gd name="csX699" fmla="*/ 225488 w 356863"/>
                <a:gd name="csY699" fmla="*/ 174371 h 217844"/>
                <a:gd name="csX700" fmla="*/ 224055 w 356863"/>
                <a:gd name="csY700" fmla="*/ 174849 h 217844"/>
                <a:gd name="csX701" fmla="*/ 220711 w 356863"/>
                <a:gd name="csY701" fmla="*/ 173416 h 217844"/>
                <a:gd name="csX702" fmla="*/ 219756 w 356863"/>
                <a:gd name="csY702" fmla="*/ 171983 h 217844"/>
                <a:gd name="csX703" fmla="*/ 214501 w 356863"/>
                <a:gd name="csY703" fmla="*/ 173416 h 217844"/>
                <a:gd name="csX704" fmla="*/ 211634 w 356863"/>
                <a:gd name="csY704" fmla="*/ 172938 h 217844"/>
                <a:gd name="csX705" fmla="*/ 205424 w 356863"/>
                <a:gd name="csY705" fmla="*/ 174371 h 217844"/>
                <a:gd name="csX706" fmla="*/ 202557 w 356863"/>
                <a:gd name="csY706" fmla="*/ 172938 h 217844"/>
                <a:gd name="csX707" fmla="*/ 196347 w 356863"/>
                <a:gd name="csY707" fmla="*/ 169594 h 217844"/>
                <a:gd name="csX708" fmla="*/ 194436 w 356863"/>
                <a:gd name="csY708" fmla="*/ 169116 h 217844"/>
                <a:gd name="csX709" fmla="*/ 192525 w 356863"/>
                <a:gd name="csY709" fmla="*/ 169116 h 217844"/>
                <a:gd name="csX710" fmla="*/ 191569 w 356863"/>
                <a:gd name="csY710" fmla="*/ 168161 h 217844"/>
                <a:gd name="csX711" fmla="*/ 192525 w 356863"/>
                <a:gd name="csY711" fmla="*/ 167683 h 217844"/>
                <a:gd name="csX712" fmla="*/ 194436 w 356863"/>
                <a:gd name="csY712" fmla="*/ 167205 h 217844"/>
                <a:gd name="csX713" fmla="*/ 195869 w 356863"/>
                <a:gd name="csY713" fmla="*/ 167205 h 217844"/>
                <a:gd name="csX714" fmla="*/ 196347 w 356863"/>
                <a:gd name="csY714" fmla="*/ 166250 h 217844"/>
                <a:gd name="csX715" fmla="*/ 195869 w 356863"/>
                <a:gd name="csY715" fmla="*/ 165295 h 217844"/>
                <a:gd name="csX716" fmla="*/ 193003 w 356863"/>
                <a:gd name="csY716" fmla="*/ 164339 h 217844"/>
                <a:gd name="csX717" fmla="*/ 190136 w 356863"/>
                <a:gd name="csY717" fmla="*/ 164339 h 217844"/>
                <a:gd name="csX718" fmla="*/ 188226 w 356863"/>
                <a:gd name="csY718" fmla="*/ 163384 h 217844"/>
                <a:gd name="csX719" fmla="*/ 187270 w 356863"/>
                <a:gd name="csY719" fmla="*/ 161950 h 217844"/>
                <a:gd name="csX720" fmla="*/ 190136 w 356863"/>
                <a:gd name="csY720" fmla="*/ 161950 h 217844"/>
                <a:gd name="csX721" fmla="*/ 193480 w 356863"/>
                <a:gd name="csY721" fmla="*/ 162906 h 217844"/>
                <a:gd name="csX722" fmla="*/ 198258 w 356863"/>
                <a:gd name="csY722" fmla="*/ 163384 h 217844"/>
                <a:gd name="csX723" fmla="*/ 203035 w 356863"/>
                <a:gd name="csY723" fmla="*/ 163861 h 217844"/>
                <a:gd name="csX724" fmla="*/ 203990 w 356863"/>
                <a:gd name="csY724" fmla="*/ 162906 h 217844"/>
                <a:gd name="csX725" fmla="*/ 206856 w 356863"/>
                <a:gd name="csY725" fmla="*/ 160995 h 217844"/>
                <a:gd name="csX726" fmla="*/ 207335 w 356863"/>
                <a:gd name="csY726" fmla="*/ 160517 h 217844"/>
                <a:gd name="csX727" fmla="*/ 203035 w 356863"/>
                <a:gd name="csY727" fmla="*/ 161473 h 217844"/>
                <a:gd name="csX728" fmla="*/ 198258 w 356863"/>
                <a:gd name="csY728" fmla="*/ 160995 h 217844"/>
                <a:gd name="csX729" fmla="*/ 196824 w 356863"/>
                <a:gd name="csY729" fmla="*/ 159562 h 217844"/>
                <a:gd name="csX730" fmla="*/ 195391 w 356863"/>
                <a:gd name="csY730" fmla="*/ 158129 h 217844"/>
                <a:gd name="csX731" fmla="*/ 194913 w 356863"/>
                <a:gd name="csY731" fmla="*/ 155740 h 217844"/>
                <a:gd name="csX732" fmla="*/ 195391 w 356863"/>
                <a:gd name="csY732" fmla="*/ 153829 h 217844"/>
                <a:gd name="csX733" fmla="*/ 194436 w 356863"/>
                <a:gd name="csY733" fmla="*/ 150485 h 217844"/>
                <a:gd name="csX734" fmla="*/ 193003 w 356863"/>
                <a:gd name="csY734" fmla="*/ 147619 h 217844"/>
                <a:gd name="csX735" fmla="*/ 192525 w 356863"/>
                <a:gd name="csY735" fmla="*/ 146185 h 217844"/>
                <a:gd name="csX736" fmla="*/ 191092 w 356863"/>
                <a:gd name="csY736" fmla="*/ 144274 h 217844"/>
                <a:gd name="csX737" fmla="*/ 192525 w 356863"/>
                <a:gd name="csY737" fmla="*/ 148096 h 217844"/>
                <a:gd name="csX738" fmla="*/ 193003 w 356863"/>
                <a:gd name="csY738" fmla="*/ 150007 h 217844"/>
                <a:gd name="csX739" fmla="*/ 193958 w 356863"/>
                <a:gd name="csY739" fmla="*/ 151918 h 217844"/>
                <a:gd name="csX740" fmla="*/ 193958 w 356863"/>
                <a:gd name="csY740" fmla="*/ 157651 h 217844"/>
                <a:gd name="csX741" fmla="*/ 193480 w 356863"/>
                <a:gd name="csY741" fmla="*/ 159562 h 217844"/>
                <a:gd name="csX742" fmla="*/ 191569 w 356863"/>
                <a:gd name="csY742" fmla="*/ 160039 h 217844"/>
                <a:gd name="csX743" fmla="*/ 189181 w 356863"/>
                <a:gd name="csY743" fmla="*/ 159562 h 217844"/>
                <a:gd name="csX744" fmla="*/ 186792 w 356863"/>
                <a:gd name="csY744" fmla="*/ 159084 h 217844"/>
                <a:gd name="csX745" fmla="*/ 187270 w 356863"/>
                <a:gd name="csY745" fmla="*/ 156218 h 217844"/>
                <a:gd name="csX746" fmla="*/ 185837 w 356863"/>
                <a:gd name="csY746" fmla="*/ 157173 h 217844"/>
                <a:gd name="csX747" fmla="*/ 183926 w 356863"/>
                <a:gd name="csY747" fmla="*/ 160039 h 217844"/>
                <a:gd name="csX748" fmla="*/ 182492 w 356863"/>
                <a:gd name="csY748" fmla="*/ 160517 h 217844"/>
                <a:gd name="csX749" fmla="*/ 178671 w 356863"/>
                <a:gd name="csY749" fmla="*/ 160039 h 217844"/>
                <a:gd name="csX750" fmla="*/ 171983 w 356863"/>
                <a:gd name="csY750" fmla="*/ 161950 h 217844"/>
                <a:gd name="csX751" fmla="*/ 171505 w 356863"/>
                <a:gd name="csY751" fmla="*/ 164339 h 217844"/>
                <a:gd name="csX752" fmla="*/ 170549 w 356863"/>
                <a:gd name="csY752" fmla="*/ 166728 h 217844"/>
                <a:gd name="csX753" fmla="*/ 169594 w 356863"/>
                <a:gd name="csY753" fmla="*/ 168638 h 217844"/>
                <a:gd name="csX754" fmla="*/ 169116 w 356863"/>
                <a:gd name="csY754" fmla="*/ 169594 h 217844"/>
                <a:gd name="csX755" fmla="*/ 166249 w 356863"/>
                <a:gd name="csY755" fmla="*/ 173894 h 217844"/>
                <a:gd name="csX756" fmla="*/ 165772 w 356863"/>
                <a:gd name="csY756" fmla="*/ 174371 h 217844"/>
                <a:gd name="csX757" fmla="*/ 160517 w 356863"/>
                <a:gd name="csY757" fmla="*/ 180104 h 217844"/>
                <a:gd name="csX758" fmla="*/ 160039 w 356863"/>
                <a:gd name="csY758" fmla="*/ 180582 h 217844"/>
                <a:gd name="csX759" fmla="*/ 156217 w 356863"/>
                <a:gd name="csY759" fmla="*/ 181537 h 217844"/>
                <a:gd name="csX760" fmla="*/ 154306 w 356863"/>
                <a:gd name="csY760" fmla="*/ 182970 h 217844"/>
                <a:gd name="csX761" fmla="*/ 152873 w 356863"/>
                <a:gd name="csY761" fmla="*/ 183448 h 217844"/>
                <a:gd name="csX762" fmla="*/ 150007 w 356863"/>
                <a:gd name="csY762" fmla="*/ 182970 h 217844"/>
                <a:gd name="csX763" fmla="*/ 149051 w 356863"/>
                <a:gd name="csY763" fmla="*/ 183926 h 217844"/>
                <a:gd name="csX764" fmla="*/ 148096 w 356863"/>
                <a:gd name="csY764" fmla="*/ 184881 h 217844"/>
                <a:gd name="csX765" fmla="*/ 148096 w 356863"/>
                <a:gd name="csY765" fmla="*/ 186792 h 217844"/>
                <a:gd name="csX766" fmla="*/ 149529 w 356863"/>
                <a:gd name="csY766" fmla="*/ 188703 h 217844"/>
                <a:gd name="csX767" fmla="*/ 150962 w 356863"/>
                <a:gd name="csY767" fmla="*/ 193480 h 217844"/>
                <a:gd name="csX768" fmla="*/ 150485 w 356863"/>
                <a:gd name="csY768" fmla="*/ 195869 h 217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</a:cxnLst>
              <a:rect l="l" t="t" r="r" b="b"/>
              <a:pathLst>
                <a:path w="356863" h="217844">
                  <a:moveTo>
                    <a:pt x="150485" y="195869"/>
                  </a:moveTo>
                  <a:lnTo>
                    <a:pt x="150485" y="195869"/>
                  </a:lnTo>
                  <a:lnTo>
                    <a:pt x="149051" y="194436"/>
                  </a:lnTo>
                  <a:lnTo>
                    <a:pt x="147619" y="193003"/>
                  </a:lnTo>
                  <a:lnTo>
                    <a:pt x="144274" y="191570"/>
                  </a:lnTo>
                  <a:lnTo>
                    <a:pt x="140930" y="192047"/>
                  </a:lnTo>
                  <a:lnTo>
                    <a:pt x="137108" y="193958"/>
                  </a:lnTo>
                  <a:lnTo>
                    <a:pt x="134242" y="194914"/>
                  </a:lnTo>
                  <a:lnTo>
                    <a:pt x="132808" y="194436"/>
                  </a:lnTo>
                  <a:lnTo>
                    <a:pt x="132331" y="194436"/>
                  </a:lnTo>
                  <a:lnTo>
                    <a:pt x="131853" y="194436"/>
                  </a:lnTo>
                  <a:lnTo>
                    <a:pt x="131853" y="194436"/>
                  </a:lnTo>
                  <a:lnTo>
                    <a:pt x="131853" y="194914"/>
                  </a:lnTo>
                  <a:lnTo>
                    <a:pt x="131853" y="195391"/>
                  </a:lnTo>
                  <a:lnTo>
                    <a:pt x="131853" y="195391"/>
                  </a:lnTo>
                  <a:lnTo>
                    <a:pt x="132331" y="195869"/>
                  </a:lnTo>
                  <a:lnTo>
                    <a:pt x="132331" y="196347"/>
                  </a:lnTo>
                  <a:lnTo>
                    <a:pt x="132331" y="196347"/>
                  </a:lnTo>
                  <a:lnTo>
                    <a:pt x="131853" y="196347"/>
                  </a:lnTo>
                  <a:lnTo>
                    <a:pt x="131853" y="196347"/>
                  </a:lnTo>
                  <a:lnTo>
                    <a:pt x="125642" y="194914"/>
                  </a:lnTo>
                  <a:lnTo>
                    <a:pt x="122776" y="193480"/>
                  </a:lnTo>
                  <a:lnTo>
                    <a:pt x="120865" y="190614"/>
                  </a:lnTo>
                  <a:lnTo>
                    <a:pt x="121343" y="190136"/>
                  </a:lnTo>
                  <a:lnTo>
                    <a:pt x="121821" y="190136"/>
                  </a:lnTo>
                  <a:lnTo>
                    <a:pt x="122776" y="189659"/>
                  </a:lnTo>
                  <a:lnTo>
                    <a:pt x="126121" y="189181"/>
                  </a:lnTo>
                  <a:lnTo>
                    <a:pt x="126121" y="189181"/>
                  </a:lnTo>
                  <a:lnTo>
                    <a:pt x="126598" y="189181"/>
                  </a:lnTo>
                  <a:lnTo>
                    <a:pt x="126598" y="189181"/>
                  </a:lnTo>
                  <a:lnTo>
                    <a:pt x="126598" y="188703"/>
                  </a:lnTo>
                  <a:lnTo>
                    <a:pt x="126598" y="187748"/>
                  </a:lnTo>
                  <a:lnTo>
                    <a:pt x="126598" y="186314"/>
                  </a:lnTo>
                  <a:lnTo>
                    <a:pt x="126598" y="186314"/>
                  </a:lnTo>
                  <a:lnTo>
                    <a:pt x="126121" y="185359"/>
                  </a:lnTo>
                  <a:lnTo>
                    <a:pt x="126121" y="185359"/>
                  </a:lnTo>
                  <a:lnTo>
                    <a:pt x="127554" y="183448"/>
                  </a:lnTo>
                  <a:lnTo>
                    <a:pt x="127554" y="183448"/>
                  </a:lnTo>
                  <a:lnTo>
                    <a:pt x="129942" y="182015"/>
                  </a:lnTo>
                  <a:lnTo>
                    <a:pt x="130898" y="180582"/>
                  </a:lnTo>
                  <a:lnTo>
                    <a:pt x="130898" y="180104"/>
                  </a:lnTo>
                  <a:lnTo>
                    <a:pt x="131376" y="178193"/>
                  </a:lnTo>
                  <a:lnTo>
                    <a:pt x="131376" y="178193"/>
                  </a:lnTo>
                  <a:lnTo>
                    <a:pt x="133287" y="177238"/>
                  </a:lnTo>
                  <a:lnTo>
                    <a:pt x="135197" y="175327"/>
                  </a:lnTo>
                  <a:lnTo>
                    <a:pt x="135675" y="173416"/>
                  </a:lnTo>
                  <a:lnTo>
                    <a:pt x="136631" y="171983"/>
                  </a:lnTo>
                  <a:lnTo>
                    <a:pt x="135197" y="169116"/>
                  </a:lnTo>
                  <a:lnTo>
                    <a:pt x="135197" y="167205"/>
                  </a:lnTo>
                  <a:lnTo>
                    <a:pt x="134719" y="165295"/>
                  </a:lnTo>
                  <a:lnTo>
                    <a:pt x="135675" y="164339"/>
                  </a:lnTo>
                  <a:lnTo>
                    <a:pt x="136631" y="163861"/>
                  </a:lnTo>
                  <a:lnTo>
                    <a:pt x="137586" y="163384"/>
                  </a:lnTo>
                  <a:lnTo>
                    <a:pt x="139497" y="162906"/>
                  </a:lnTo>
                  <a:lnTo>
                    <a:pt x="139974" y="162906"/>
                  </a:lnTo>
                  <a:lnTo>
                    <a:pt x="140453" y="163384"/>
                  </a:lnTo>
                  <a:lnTo>
                    <a:pt x="140453" y="166728"/>
                  </a:lnTo>
                  <a:lnTo>
                    <a:pt x="140453" y="166728"/>
                  </a:lnTo>
                  <a:lnTo>
                    <a:pt x="140930" y="166728"/>
                  </a:lnTo>
                  <a:lnTo>
                    <a:pt x="140930" y="166728"/>
                  </a:lnTo>
                  <a:lnTo>
                    <a:pt x="141408" y="166250"/>
                  </a:lnTo>
                  <a:lnTo>
                    <a:pt x="141885" y="164817"/>
                  </a:lnTo>
                  <a:lnTo>
                    <a:pt x="142363" y="164339"/>
                  </a:lnTo>
                  <a:lnTo>
                    <a:pt x="143319" y="164817"/>
                  </a:lnTo>
                  <a:lnTo>
                    <a:pt x="144274" y="165295"/>
                  </a:lnTo>
                  <a:lnTo>
                    <a:pt x="144752" y="164817"/>
                  </a:lnTo>
                  <a:lnTo>
                    <a:pt x="145230" y="164817"/>
                  </a:lnTo>
                  <a:lnTo>
                    <a:pt x="146185" y="165295"/>
                  </a:lnTo>
                  <a:lnTo>
                    <a:pt x="147140" y="165772"/>
                  </a:lnTo>
                  <a:lnTo>
                    <a:pt x="148574" y="166250"/>
                  </a:lnTo>
                  <a:lnTo>
                    <a:pt x="149051" y="165772"/>
                  </a:lnTo>
                  <a:lnTo>
                    <a:pt x="149529" y="165772"/>
                  </a:lnTo>
                  <a:lnTo>
                    <a:pt x="150485" y="164817"/>
                  </a:lnTo>
                  <a:lnTo>
                    <a:pt x="151440" y="165295"/>
                  </a:lnTo>
                  <a:lnTo>
                    <a:pt x="152873" y="167205"/>
                  </a:lnTo>
                  <a:lnTo>
                    <a:pt x="152873" y="167205"/>
                  </a:lnTo>
                  <a:lnTo>
                    <a:pt x="153829" y="167205"/>
                  </a:lnTo>
                  <a:lnTo>
                    <a:pt x="153829" y="167205"/>
                  </a:lnTo>
                  <a:lnTo>
                    <a:pt x="157651" y="166728"/>
                  </a:lnTo>
                  <a:lnTo>
                    <a:pt x="158128" y="166250"/>
                  </a:lnTo>
                  <a:lnTo>
                    <a:pt x="158606" y="165295"/>
                  </a:lnTo>
                  <a:lnTo>
                    <a:pt x="154784" y="162428"/>
                  </a:lnTo>
                  <a:lnTo>
                    <a:pt x="154784" y="160039"/>
                  </a:lnTo>
                  <a:lnTo>
                    <a:pt x="155262" y="157651"/>
                  </a:lnTo>
                  <a:lnTo>
                    <a:pt x="155262" y="157651"/>
                  </a:lnTo>
                  <a:lnTo>
                    <a:pt x="155262" y="157651"/>
                  </a:lnTo>
                  <a:lnTo>
                    <a:pt x="154784" y="155740"/>
                  </a:lnTo>
                  <a:lnTo>
                    <a:pt x="153829" y="154784"/>
                  </a:lnTo>
                  <a:lnTo>
                    <a:pt x="150485" y="153351"/>
                  </a:lnTo>
                  <a:lnTo>
                    <a:pt x="148096" y="151918"/>
                  </a:lnTo>
                  <a:lnTo>
                    <a:pt x="148096" y="151918"/>
                  </a:lnTo>
                  <a:lnTo>
                    <a:pt x="147619" y="150963"/>
                  </a:lnTo>
                  <a:lnTo>
                    <a:pt x="147619" y="150485"/>
                  </a:lnTo>
                  <a:lnTo>
                    <a:pt x="147619" y="149052"/>
                  </a:lnTo>
                  <a:lnTo>
                    <a:pt x="146663" y="147619"/>
                  </a:lnTo>
                  <a:lnTo>
                    <a:pt x="146663" y="146663"/>
                  </a:lnTo>
                  <a:lnTo>
                    <a:pt x="146663" y="146663"/>
                  </a:lnTo>
                  <a:lnTo>
                    <a:pt x="147140" y="145230"/>
                  </a:lnTo>
                  <a:lnTo>
                    <a:pt x="147140" y="143797"/>
                  </a:lnTo>
                  <a:lnTo>
                    <a:pt x="147140" y="142841"/>
                  </a:lnTo>
                  <a:lnTo>
                    <a:pt x="146663" y="142363"/>
                  </a:lnTo>
                  <a:lnTo>
                    <a:pt x="145230" y="142363"/>
                  </a:lnTo>
                  <a:lnTo>
                    <a:pt x="143796" y="141408"/>
                  </a:lnTo>
                  <a:lnTo>
                    <a:pt x="143796" y="141408"/>
                  </a:lnTo>
                  <a:lnTo>
                    <a:pt x="142841" y="139975"/>
                  </a:lnTo>
                  <a:lnTo>
                    <a:pt x="140453" y="138064"/>
                  </a:lnTo>
                  <a:lnTo>
                    <a:pt x="139497" y="138064"/>
                  </a:lnTo>
                  <a:lnTo>
                    <a:pt x="139019" y="137108"/>
                  </a:lnTo>
                  <a:lnTo>
                    <a:pt x="138542" y="136153"/>
                  </a:lnTo>
                  <a:lnTo>
                    <a:pt x="139497" y="134720"/>
                  </a:lnTo>
                  <a:lnTo>
                    <a:pt x="139974" y="132331"/>
                  </a:lnTo>
                  <a:lnTo>
                    <a:pt x="140453" y="130420"/>
                  </a:lnTo>
                  <a:lnTo>
                    <a:pt x="140453" y="129465"/>
                  </a:lnTo>
                  <a:lnTo>
                    <a:pt x="140453" y="126598"/>
                  </a:lnTo>
                  <a:lnTo>
                    <a:pt x="139019" y="124210"/>
                  </a:lnTo>
                  <a:lnTo>
                    <a:pt x="138064" y="124210"/>
                  </a:lnTo>
                  <a:lnTo>
                    <a:pt x="137108" y="124687"/>
                  </a:lnTo>
                  <a:lnTo>
                    <a:pt x="135675" y="125165"/>
                  </a:lnTo>
                  <a:lnTo>
                    <a:pt x="134719" y="124687"/>
                  </a:lnTo>
                  <a:lnTo>
                    <a:pt x="133764" y="123254"/>
                  </a:lnTo>
                  <a:lnTo>
                    <a:pt x="131853" y="119910"/>
                  </a:lnTo>
                  <a:lnTo>
                    <a:pt x="128509" y="119432"/>
                  </a:lnTo>
                  <a:lnTo>
                    <a:pt x="127076" y="119432"/>
                  </a:lnTo>
                  <a:lnTo>
                    <a:pt x="126598" y="119910"/>
                  </a:lnTo>
                  <a:lnTo>
                    <a:pt x="125642" y="120866"/>
                  </a:lnTo>
                  <a:lnTo>
                    <a:pt x="125642" y="120866"/>
                  </a:lnTo>
                  <a:lnTo>
                    <a:pt x="125165" y="120388"/>
                  </a:lnTo>
                  <a:lnTo>
                    <a:pt x="125165" y="119432"/>
                  </a:lnTo>
                  <a:lnTo>
                    <a:pt x="124210" y="118955"/>
                  </a:lnTo>
                  <a:lnTo>
                    <a:pt x="123254" y="119432"/>
                  </a:lnTo>
                  <a:lnTo>
                    <a:pt x="123254" y="118955"/>
                  </a:lnTo>
                  <a:lnTo>
                    <a:pt x="123254" y="117521"/>
                  </a:lnTo>
                  <a:lnTo>
                    <a:pt x="122299" y="117044"/>
                  </a:lnTo>
                  <a:lnTo>
                    <a:pt x="119910" y="117044"/>
                  </a:lnTo>
                  <a:lnTo>
                    <a:pt x="118477" y="116566"/>
                  </a:lnTo>
                  <a:lnTo>
                    <a:pt x="117999" y="115133"/>
                  </a:lnTo>
                  <a:lnTo>
                    <a:pt x="117521" y="114655"/>
                  </a:lnTo>
                  <a:lnTo>
                    <a:pt x="115610" y="114177"/>
                  </a:lnTo>
                  <a:lnTo>
                    <a:pt x="114655" y="113222"/>
                  </a:lnTo>
                  <a:lnTo>
                    <a:pt x="114177" y="113222"/>
                  </a:lnTo>
                  <a:lnTo>
                    <a:pt x="112744" y="112266"/>
                  </a:lnTo>
                  <a:lnTo>
                    <a:pt x="110833" y="111311"/>
                  </a:lnTo>
                  <a:lnTo>
                    <a:pt x="107967" y="110833"/>
                  </a:lnTo>
                  <a:lnTo>
                    <a:pt x="107967" y="110833"/>
                  </a:lnTo>
                  <a:lnTo>
                    <a:pt x="107967" y="110356"/>
                  </a:lnTo>
                  <a:lnTo>
                    <a:pt x="107489" y="110356"/>
                  </a:lnTo>
                  <a:lnTo>
                    <a:pt x="105578" y="111311"/>
                  </a:lnTo>
                  <a:lnTo>
                    <a:pt x="105100" y="111789"/>
                  </a:lnTo>
                  <a:lnTo>
                    <a:pt x="104623" y="112266"/>
                  </a:lnTo>
                  <a:lnTo>
                    <a:pt x="103189" y="111789"/>
                  </a:lnTo>
                  <a:lnTo>
                    <a:pt x="101278" y="113222"/>
                  </a:lnTo>
                  <a:lnTo>
                    <a:pt x="96979" y="113222"/>
                  </a:lnTo>
                  <a:lnTo>
                    <a:pt x="94590" y="113222"/>
                  </a:lnTo>
                  <a:lnTo>
                    <a:pt x="93635" y="112744"/>
                  </a:lnTo>
                  <a:lnTo>
                    <a:pt x="89813" y="115133"/>
                  </a:lnTo>
                  <a:lnTo>
                    <a:pt x="89335" y="115133"/>
                  </a:lnTo>
                  <a:lnTo>
                    <a:pt x="89335" y="116088"/>
                  </a:lnTo>
                  <a:lnTo>
                    <a:pt x="89335" y="116088"/>
                  </a:lnTo>
                  <a:lnTo>
                    <a:pt x="88380" y="116566"/>
                  </a:lnTo>
                  <a:lnTo>
                    <a:pt x="85514" y="117044"/>
                  </a:lnTo>
                  <a:lnTo>
                    <a:pt x="85035" y="117044"/>
                  </a:lnTo>
                  <a:lnTo>
                    <a:pt x="83125" y="117999"/>
                  </a:lnTo>
                  <a:lnTo>
                    <a:pt x="83125" y="117999"/>
                  </a:lnTo>
                  <a:lnTo>
                    <a:pt x="82169" y="120388"/>
                  </a:lnTo>
                  <a:lnTo>
                    <a:pt x="81692" y="121821"/>
                  </a:lnTo>
                  <a:lnTo>
                    <a:pt x="80736" y="122777"/>
                  </a:lnTo>
                  <a:lnTo>
                    <a:pt x="80258" y="123732"/>
                  </a:lnTo>
                  <a:lnTo>
                    <a:pt x="80258" y="123732"/>
                  </a:lnTo>
                  <a:lnTo>
                    <a:pt x="75003" y="124210"/>
                  </a:lnTo>
                  <a:lnTo>
                    <a:pt x="70704" y="125165"/>
                  </a:lnTo>
                  <a:lnTo>
                    <a:pt x="66404" y="125643"/>
                  </a:lnTo>
                  <a:lnTo>
                    <a:pt x="60194" y="128032"/>
                  </a:lnTo>
                  <a:lnTo>
                    <a:pt x="60194" y="128032"/>
                  </a:lnTo>
                  <a:lnTo>
                    <a:pt x="58283" y="130420"/>
                  </a:lnTo>
                  <a:lnTo>
                    <a:pt x="57805" y="130420"/>
                  </a:lnTo>
                  <a:lnTo>
                    <a:pt x="56372" y="130898"/>
                  </a:lnTo>
                  <a:lnTo>
                    <a:pt x="54939" y="130898"/>
                  </a:lnTo>
                  <a:lnTo>
                    <a:pt x="53983" y="129942"/>
                  </a:lnTo>
                  <a:lnTo>
                    <a:pt x="50162" y="126598"/>
                  </a:lnTo>
                  <a:lnTo>
                    <a:pt x="50162" y="126598"/>
                  </a:lnTo>
                  <a:lnTo>
                    <a:pt x="48728" y="125165"/>
                  </a:lnTo>
                  <a:lnTo>
                    <a:pt x="46817" y="124687"/>
                  </a:lnTo>
                  <a:lnTo>
                    <a:pt x="44906" y="125165"/>
                  </a:lnTo>
                  <a:lnTo>
                    <a:pt x="42996" y="125643"/>
                  </a:lnTo>
                  <a:lnTo>
                    <a:pt x="40607" y="125643"/>
                  </a:lnTo>
                  <a:lnTo>
                    <a:pt x="38218" y="124687"/>
                  </a:lnTo>
                  <a:lnTo>
                    <a:pt x="38218" y="124687"/>
                  </a:lnTo>
                  <a:lnTo>
                    <a:pt x="37263" y="125165"/>
                  </a:lnTo>
                  <a:lnTo>
                    <a:pt x="31530" y="123732"/>
                  </a:lnTo>
                  <a:lnTo>
                    <a:pt x="31052" y="123732"/>
                  </a:lnTo>
                  <a:lnTo>
                    <a:pt x="30575" y="123732"/>
                  </a:lnTo>
                  <a:lnTo>
                    <a:pt x="30097" y="123254"/>
                  </a:lnTo>
                  <a:lnTo>
                    <a:pt x="29619" y="123254"/>
                  </a:lnTo>
                  <a:lnTo>
                    <a:pt x="25320" y="123732"/>
                  </a:lnTo>
                  <a:lnTo>
                    <a:pt x="21498" y="120866"/>
                  </a:lnTo>
                  <a:lnTo>
                    <a:pt x="20064" y="120866"/>
                  </a:lnTo>
                  <a:lnTo>
                    <a:pt x="19109" y="121821"/>
                  </a:lnTo>
                  <a:lnTo>
                    <a:pt x="19109" y="121821"/>
                  </a:lnTo>
                  <a:lnTo>
                    <a:pt x="18631" y="123254"/>
                  </a:lnTo>
                  <a:lnTo>
                    <a:pt x="15765" y="124210"/>
                  </a:lnTo>
                  <a:lnTo>
                    <a:pt x="14809" y="124687"/>
                  </a:lnTo>
                  <a:lnTo>
                    <a:pt x="14809" y="124687"/>
                  </a:lnTo>
                  <a:lnTo>
                    <a:pt x="14332" y="124210"/>
                  </a:lnTo>
                  <a:lnTo>
                    <a:pt x="14332" y="123254"/>
                  </a:lnTo>
                  <a:lnTo>
                    <a:pt x="14332" y="122299"/>
                  </a:lnTo>
                  <a:lnTo>
                    <a:pt x="14332" y="121821"/>
                  </a:lnTo>
                  <a:lnTo>
                    <a:pt x="12898" y="120866"/>
                  </a:lnTo>
                  <a:lnTo>
                    <a:pt x="12898" y="120388"/>
                  </a:lnTo>
                  <a:lnTo>
                    <a:pt x="11465" y="120388"/>
                  </a:lnTo>
                  <a:lnTo>
                    <a:pt x="10988" y="120388"/>
                  </a:lnTo>
                  <a:lnTo>
                    <a:pt x="10988" y="120388"/>
                  </a:lnTo>
                  <a:lnTo>
                    <a:pt x="9077" y="119910"/>
                  </a:lnTo>
                  <a:lnTo>
                    <a:pt x="9077" y="119910"/>
                  </a:lnTo>
                  <a:lnTo>
                    <a:pt x="7644" y="117999"/>
                  </a:lnTo>
                  <a:lnTo>
                    <a:pt x="5733" y="116566"/>
                  </a:lnTo>
                  <a:lnTo>
                    <a:pt x="4299" y="116566"/>
                  </a:lnTo>
                  <a:lnTo>
                    <a:pt x="4299" y="116566"/>
                  </a:lnTo>
                  <a:lnTo>
                    <a:pt x="3822" y="115611"/>
                  </a:lnTo>
                  <a:lnTo>
                    <a:pt x="3344" y="114655"/>
                  </a:lnTo>
                  <a:lnTo>
                    <a:pt x="3344" y="114177"/>
                  </a:lnTo>
                  <a:lnTo>
                    <a:pt x="2866" y="113700"/>
                  </a:lnTo>
                  <a:lnTo>
                    <a:pt x="2866" y="113700"/>
                  </a:lnTo>
                  <a:lnTo>
                    <a:pt x="2389" y="112266"/>
                  </a:lnTo>
                  <a:lnTo>
                    <a:pt x="2389" y="112266"/>
                  </a:lnTo>
                  <a:lnTo>
                    <a:pt x="1911" y="112266"/>
                  </a:lnTo>
                  <a:lnTo>
                    <a:pt x="1911" y="112266"/>
                  </a:lnTo>
                  <a:lnTo>
                    <a:pt x="0" y="112266"/>
                  </a:lnTo>
                  <a:lnTo>
                    <a:pt x="0" y="112266"/>
                  </a:lnTo>
                  <a:lnTo>
                    <a:pt x="478" y="107967"/>
                  </a:lnTo>
                  <a:lnTo>
                    <a:pt x="3344" y="104623"/>
                  </a:lnTo>
                  <a:lnTo>
                    <a:pt x="4299" y="103190"/>
                  </a:lnTo>
                  <a:lnTo>
                    <a:pt x="5255" y="99368"/>
                  </a:lnTo>
                  <a:lnTo>
                    <a:pt x="6210" y="97935"/>
                  </a:lnTo>
                  <a:lnTo>
                    <a:pt x="7166" y="96501"/>
                  </a:lnTo>
                  <a:lnTo>
                    <a:pt x="8121" y="95068"/>
                  </a:lnTo>
                  <a:lnTo>
                    <a:pt x="8121" y="94113"/>
                  </a:lnTo>
                  <a:lnTo>
                    <a:pt x="8121" y="94113"/>
                  </a:lnTo>
                  <a:lnTo>
                    <a:pt x="9077" y="93635"/>
                  </a:lnTo>
                  <a:lnTo>
                    <a:pt x="11465" y="94591"/>
                  </a:lnTo>
                  <a:lnTo>
                    <a:pt x="13854" y="95546"/>
                  </a:lnTo>
                  <a:lnTo>
                    <a:pt x="14332" y="95068"/>
                  </a:lnTo>
                  <a:lnTo>
                    <a:pt x="14332" y="94113"/>
                  </a:lnTo>
                  <a:lnTo>
                    <a:pt x="14332" y="93635"/>
                  </a:lnTo>
                  <a:lnTo>
                    <a:pt x="12421" y="92202"/>
                  </a:lnTo>
                  <a:lnTo>
                    <a:pt x="11943" y="91724"/>
                  </a:lnTo>
                  <a:lnTo>
                    <a:pt x="11465" y="91246"/>
                  </a:lnTo>
                  <a:lnTo>
                    <a:pt x="11465" y="90769"/>
                  </a:lnTo>
                  <a:lnTo>
                    <a:pt x="11943" y="89335"/>
                  </a:lnTo>
                  <a:lnTo>
                    <a:pt x="11943" y="87902"/>
                  </a:lnTo>
                  <a:lnTo>
                    <a:pt x="11943" y="85991"/>
                  </a:lnTo>
                  <a:lnTo>
                    <a:pt x="10510" y="82647"/>
                  </a:lnTo>
                  <a:lnTo>
                    <a:pt x="10510" y="80736"/>
                  </a:lnTo>
                  <a:lnTo>
                    <a:pt x="11465" y="79303"/>
                  </a:lnTo>
                  <a:lnTo>
                    <a:pt x="15287" y="74526"/>
                  </a:lnTo>
                  <a:lnTo>
                    <a:pt x="16243" y="73093"/>
                  </a:lnTo>
                  <a:lnTo>
                    <a:pt x="18154" y="70704"/>
                  </a:lnTo>
                  <a:lnTo>
                    <a:pt x="22453" y="65927"/>
                  </a:lnTo>
                  <a:lnTo>
                    <a:pt x="25320" y="63060"/>
                  </a:lnTo>
                  <a:lnTo>
                    <a:pt x="27230" y="61627"/>
                  </a:lnTo>
                  <a:lnTo>
                    <a:pt x="30097" y="58761"/>
                  </a:lnTo>
                  <a:lnTo>
                    <a:pt x="31530" y="57328"/>
                  </a:lnTo>
                  <a:lnTo>
                    <a:pt x="36785" y="56372"/>
                  </a:lnTo>
                  <a:lnTo>
                    <a:pt x="37263" y="54939"/>
                  </a:lnTo>
                  <a:lnTo>
                    <a:pt x="38218" y="53506"/>
                  </a:lnTo>
                  <a:lnTo>
                    <a:pt x="39174" y="53028"/>
                  </a:lnTo>
                  <a:lnTo>
                    <a:pt x="39174" y="50639"/>
                  </a:lnTo>
                  <a:lnTo>
                    <a:pt x="38218" y="47295"/>
                  </a:lnTo>
                  <a:lnTo>
                    <a:pt x="37263" y="46340"/>
                  </a:lnTo>
                  <a:lnTo>
                    <a:pt x="36785" y="45862"/>
                  </a:lnTo>
                  <a:lnTo>
                    <a:pt x="37263" y="44907"/>
                  </a:lnTo>
                  <a:lnTo>
                    <a:pt x="37263" y="44907"/>
                  </a:lnTo>
                  <a:lnTo>
                    <a:pt x="37740" y="44907"/>
                  </a:lnTo>
                  <a:lnTo>
                    <a:pt x="38218" y="44429"/>
                  </a:lnTo>
                  <a:lnTo>
                    <a:pt x="39174" y="43951"/>
                  </a:lnTo>
                  <a:lnTo>
                    <a:pt x="39174" y="42996"/>
                  </a:lnTo>
                  <a:lnTo>
                    <a:pt x="36785" y="41085"/>
                  </a:lnTo>
                  <a:lnTo>
                    <a:pt x="36785" y="41085"/>
                  </a:lnTo>
                  <a:lnTo>
                    <a:pt x="35830" y="39652"/>
                  </a:lnTo>
                  <a:lnTo>
                    <a:pt x="34396" y="35830"/>
                  </a:lnTo>
                  <a:lnTo>
                    <a:pt x="31530" y="32008"/>
                  </a:lnTo>
                  <a:lnTo>
                    <a:pt x="30575" y="30575"/>
                  </a:lnTo>
                  <a:lnTo>
                    <a:pt x="30575" y="29142"/>
                  </a:lnTo>
                  <a:lnTo>
                    <a:pt x="31052" y="28186"/>
                  </a:lnTo>
                  <a:lnTo>
                    <a:pt x="30575" y="26275"/>
                  </a:lnTo>
                  <a:lnTo>
                    <a:pt x="29619" y="24364"/>
                  </a:lnTo>
                  <a:lnTo>
                    <a:pt x="29619" y="24364"/>
                  </a:lnTo>
                  <a:lnTo>
                    <a:pt x="29619" y="24364"/>
                  </a:lnTo>
                  <a:lnTo>
                    <a:pt x="29619" y="21976"/>
                  </a:lnTo>
                  <a:lnTo>
                    <a:pt x="29619" y="21976"/>
                  </a:lnTo>
                  <a:lnTo>
                    <a:pt x="30097" y="21020"/>
                  </a:lnTo>
                  <a:lnTo>
                    <a:pt x="31530" y="21020"/>
                  </a:lnTo>
                  <a:lnTo>
                    <a:pt x="32963" y="21020"/>
                  </a:lnTo>
                  <a:lnTo>
                    <a:pt x="34396" y="21498"/>
                  </a:lnTo>
                  <a:lnTo>
                    <a:pt x="36307" y="22453"/>
                  </a:lnTo>
                  <a:lnTo>
                    <a:pt x="36785" y="22453"/>
                  </a:lnTo>
                  <a:lnTo>
                    <a:pt x="39651" y="20065"/>
                  </a:lnTo>
                  <a:lnTo>
                    <a:pt x="42996" y="17198"/>
                  </a:lnTo>
                  <a:lnTo>
                    <a:pt x="43473" y="15287"/>
                  </a:lnTo>
                  <a:lnTo>
                    <a:pt x="44429" y="14332"/>
                  </a:lnTo>
                  <a:lnTo>
                    <a:pt x="46817" y="13854"/>
                  </a:lnTo>
                  <a:lnTo>
                    <a:pt x="49206" y="13854"/>
                  </a:lnTo>
                  <a:lnTo>
                    <a:pt x="50639" y="13854"/>
                  </a:lnTo>
                  <a:lnTo>
                    <a:pt x="54461" y="13377"/>
                  </a:lnTo>
                  <a:lnTo>
                    <a:pt x="56372" y="12899"/>
                  </a:lnTo>
                  <a:lnTo>
                    <a:pt x="58283" y="12421"/>
                  </a:lnTo>
                  <a:lnTo>
                    <a:pt x="62105" y="11943"/>
                  </a:lnTo>
                  <a:lnTo>
                    <a:pt x="68793" y="12421"/>
                  </a:lnTo>
                  <a:lnTo>
                    <a:pt x="72615" y="12421"/>
                  </a:lnTo>
                  <a:lnTo>
                    <a:pt x="75481" y="12899"/>
                  </a:lnTo>
                  <a:lnTo>
                    <a:pt x="82169" y="14810"/>
                  </a:lnTo>
                  <a:lnTo>
                    <a:pt x="84558" y="14810"/>
                  </a:lnTo>
                  <a:lnTo>
                    <a:pt x="85991" y="15765"/>
                  </a:lnTo>
                  <a:lnTo>
                    <a:pt x="88380" y="16243"/>
                  </a:lnTo>
                  <a:lnTo>
                    <a:pt x="92201" y="17198"/>
                  </a:lnTo>
                  <a:lnTo>
                    <a:pt x="96024" y="17676"/>
                  </a:lnTo>
                  <a:lnTo>
                    <a:pt x="98412" y="17198"/>
                  </a:lnTo>
                  <a:lnTo>
                    <a:pt x="99367" y="17676"/>
                  </a:lnTo>
                  <a:lnTo>
                    <a:pt x="99367" y="17676"/>
                  </a:lnTo>
                  <a:lnTo>
                    <a:pt x="102234" y="21498"/>
                  </a:lnTo>
                  <a:lnTo>
                    <a:pt x="102712" y="21976"/>
                  </a:lnTo>
                  <a:lnTo>
                    <a:pt x="103667" y="22453"/>
                  </a:lnTo>
                  <a:lnTo>
                    <a:pt x="105578" y="21976"/>
                  </a:lnTo>
                  <a:lnTo>
                    <a:pt x="108444" y="21976"/>
                  </a:lnTo>
                  <a:lnTo>
                    <a:pt x="110355" y="22931"/>
                  </a:lnTo>
                  <a:lnTo>
                    <a:pt x="110355" y="25320"/>
                  </a:lnTo>
                  <a:lnTo>
                    <a:pt x="110355" y="25798"/>
                  </a:lnTo>
                  <a:lnTo>
                    <a:pt x="111311" y="25320"/>
                  </a:lnTo>
                  <a:lnTo>
                    <a:pt x="112266" y="24364"/>
                  </a:lnTo>
                  <a:lnTo>
                    <a:pt x="113222" y="22931"/>
                  </a:lnTo>
                  <a:lnTo>
                    <a:pt x="113699" y="22453"/>
                  </a:lnTo>
                  <a:lnTo>
                    <a:pt x="116566" y="23409"/>
                  </a:lnTo>
                  <a:lnTo>
                    <a:pt x="117999" y="22931"/>
                  </a:lnTo>
                  <a:lnTo>
                    <a:pt x="119432" y="21976"/>
                  </a:lnTo>
                  <a:lnTo>
                    <a:pt x="120388" y="21976"/>
                  </a:lnTo>
                  <a:lnTo>
                    <a:pt x="122299" y="22453"/>
                  </a:lnTo>
                  <a:lnTo>
                    <a:pt x="125165" y="22931"/>
                  </a:lnTo>
                  <a:lnTo>
                    <a:pt x="127076" y="23409"/>
                  </a:lnTo>
                  <a:lnTo>
                    <a:pt x="128509" y="23886"/>
                  </a:lnTo>
                  <a:lnTo>
                    <a:pt x="129465" y="26275"/>
                  </a:lnTo>
                  <a:lnTo>
                    <a:pt x="129465" y="26275"/>
                  </a:lnTo>
                  <a:lnTo>
                    <a:pt x="130420" y="26753"/>
                  </a:lnTo>
                  <a:lnTo>
                    <a:pt x="130898" y="26753"/>
                  </a:lnTo>
                  <a:lnTo>
                    <a:pt x="132331" y="24842"/>
                  </a:lnTo>
                  <a:lnTo>
                    <a:pt x="133287" y="23886"/>
                  </a:lnTo>
                  <a:lnTo>
                    <a:pt x="134719" y="23409"/>
                  </a:lnTo>
                  <a:lnTo>
                    <a:pt x="136153" y="22931"/>
                  </a:lnTo>
                  <a:lnTo>
                    <a:pt x="136631" y="21976"/>
                  </a:lnTo>
                  <a:lnTo>
                    <a:pt x="136631" y="21976"/>
                  </a:lnTo>
                  <a:lnTo>
                    <a:pt x="137586" y="21498"/>
                  </a:lnTo>
                  <a:lnTo>
                    <a:pt x="138542" y="21498"/>
                  </a:lnTo>
                  <a:lnTo>
                    <a:pt x="139019" y="21498"/>
                  </a:lnTo>
                  <a:lnTo>
                    <a:pt x="139019" y="21498"/>
                  </a:lnTo>
                  <a:lnTo>
                    <a:pt x="139974" y="22453"/>
                  </a:lnTo>
                  <a:lnTo>
                    <a:pt x="140930" y="25320"/>
                  </a:lnTo>
                  <a:lnTo>
                    <a:pt x="142363" y="27708"/>
                  </a:lnTo>
                  <a:lnTo>
                    <a:pt x="143319" y="28186"/>
                  </a:lnTo>
                  <a:lnTo>
                    <a:pt x="145707" y="27708"/>
                  </a:lnTo>
                  <a:lnTo>
                    <a:pt x="147140" y="26753"/>
                  </a:lnTo>
                  <a:lnTo>
                    <a:pt x="150485" y="26753"/>
                  </a:lnTo>
                  <a:lnTo>
                    <a:pt x="154306" y="26275"/>
                  </a:lnTo>
                  <a:lnTo>
                    <a:pt x="157651" y="25320"/>
                  </a:lnTo>
                  <a:lnTo>
                    <a:pt x="159562" y="25798"/>
                  </a:lnTo>
                  <a:lnTo>
                    <a:pt x="160517" y="26275"/>
                  </a:lnTo>
                  <a:lnTo>
                    <a:pt x="162428" y="27708"/>
                  </a:lnTo>
                  <a:lnTo>
                    <a:pt x="162906" y="30097"/>
                  </a:lnTo>
                  <a:lnTo>
                    <a:pt x="165294" y="31530"/>
                  </a:lnTo>
                  <a:lnTo>
                    <a:pt x="167205" y="32008"/>
                  </a:lnTo>
                  <a:lnTo>
                    <a:pt x="167683" y="30097"/>
                  </a:lnTo>
                  <a:lnTo>
                    <a:pt x="168638" y="29142"/>
                  </a:lnTo>
                  <a:lnTo>
                    <a:pt x="168161" y="27708"/>
                  </a:lnTo>
                  <a:lnTo>
                    <a:pt x="168161" y="25798"/>
                  </a:lnTo>
                  <a:lnTo>
                    <a:pt x="167205" y="23886"/>
                  </a:lnTo>
                  <a:lnTo>
                    <a:pt x="166728" y="21976"/>
                  </a:lnTo>
                  <a:lnTo>
                    <a:pt x="167683" y="19587"/>
                  </a:lnTo>
                  <a:lnTo>
                    <a:pt x="169116" y="17198"/>
                  </a:lnTo>
                  <a:lnTo>
                    <a:pt x="169594" y="15765"/>
                  </a:lnTo>
                  <a:lnTo>
                    <a:pt x="171027" y="13377"/>
                  </a:lnTo>
                  <a:lnTo>
                    <a:pt x="171027" y="13377"/>
                  </a:lnTo>
                  <a:lnTo>
                    <a:pt x="172938" y="11466"/>
                  </a:lnTo>
                  <a:lnTo>
                    <a:pt x="175804" y="9077"/>
                  </a:lnTo>
                  <a:lnTo>
                    <a:pt x="175804" y="9077"/>
                  </a:lnTo>
                  <a:lnTo>
                    <a:pt x="177715" y="8121"/>
                  </a:lnTo>
                  <a:lnTo>
                    <a:pt x="179149" y="8599"/>
                  </a:lnTo>
                  <a:lnTo>
                    <a:pt x="180581" y="8599"/>
                  </a:lnTo>
                  <a:lnTo>
                    <a:pt x="182970" y="7166"/>
                  </a:lnTo>
                  <a:lnTo>
                    <a:pt x="187270" y="7166"/>
                  </a:lnTo>
                  <a:lnTo>
                    <a:pt x="191092" y="7166"/>
                  </a:lnTo>
                  <a:lnTo>
                    <a:pt x="191569" y="7166"/>
                  </a:lnTo>
                  <a:lnTo>
                    <a:pt x="193480" y="8121"/>
                  </a:lnTo>
                  <a:lnTo>
                    <a:pt x="195391" y="9077"/>
                  </a:lnTo>
                  <a:lnTo>
                    <a:pt x="196824" y="9077"/>
                  </a:lnTo>
                  <a:lnTo>
                    <a:pt x="198258" y="8599"/>
                  </a:lnTo>
                  <a:lnTo>
                    <a:pt x="200169" y="7644"/>
                  </a:lnTo>
                  <a:lnTo>
                    <a:pt x="201602" y="7166"/>
                  </a:lnTo>
                  <a:lnTo>
                    <a:pt x="203035" y="2389"/>
                  </a:lnTo>
                  <a:lnTo>
                    <a:pt x="203513" y="1433"/>
                  </a:lnTo>
                  <a:lnTo>
                    <a:pt x="204468" y="1433"/>
                  </a:lnTo>
                  <a:lnTo>
                    <a:pt x="205901" y="956"/>
                  </a:lnTo>
                  <a:lnTo>
                    <a:pt x="208768" y="1911"/>
                  </a:lnTo>
                  <a:lnTo>
                    <a:pt x="212112" y="2866"/>
                  </a:lnTo>
                  <a:lnTo>
                    <a:pt x="213545" y="2866"/>
                  </a:lnTo>
                  <a:lnTo>
                    <a:pt x="218800" y="0"/>
                  </a:lnTo>
                  <a:lnTo>
                    <a:pt x="221188" y="0"/>
                  </a:lnTo>
                  <a:lnTo>
                    <a:pt x="224533" y="478"/>
                  </a:lnTo>
                  <a:lnTo>
                    <a:pt x="227877" y="478"/>
                  </a:lnTo>
                  <a:lnTo>
                    <a:pt x="230265" y="0"/>
                  </a:lnTo>
                  <a:lnTo>
                    <a:pt x="230265" y="0"/>
                  </a:lnTo>
                  <a:lnTo>
                    <a:pt x="232176" y="956"/>
                  </a:lnTo>
                  <a:lnTo>
                    <a:pt x="234087" y="2866"/>
                  </a:lnTo>
                  <a:lnTo>
                    <a:pt x="234087" y="2866"/>
                  </a:lnTo>
                  <a:lnTo>
                    <a:pt x="235998" y="5733"/>
                  </a:lnTo>
                  <a:lnTo>
                    <a:pt x="237909" y="10988"/>
                  </a:lnTo>
                  <a:lnTo>
                    <a:pt x="243642" y="16721"/>
                  </a:lnTo>
                  <a:lnTo>
                    <a:pt x="243642" y="16721"/>
                  </a:lnTo>
                  <a:lnTo>
                    <a:pt x="243642" y="17676"/>
                  </a:lnTo>
                  <a:lnTo>
                    <a:pt x="243642" y="17676"/>
                  </a:lnTo>
                  <a:lnTo>
                    <a:pt x="243164" y="18632"/>
                  </a:lnTo>
                  <a:lnTo>
                    <a:pt x="240298" y="19587"/>
                  </a:lnTo>
                  <a:lnTo>
                    <a:pt x="237909" y="19587"/>
                  </a:lnTo>
                  <a:lnTo>
                    <a:pt x="237909" y="20542"/>
                  </a:lnTo>
                  <a:lnTo>
                    <a:pt x="237909" y="21020"/>
                  </a:lnTo>
                  <a:lnTo>
                    <a:pt x="238387" y="21976"/>
                  </a:lnTo>
                  <a:lnTo>
                    <a:pt x="239342" y="23409"/>
                  </a:lnTo>
                  <a:lnTo>
                    <a:pt x="239342" y="23409"/>
                  </a:lnTo>
                  <a:lnTo>
                    <a:pt x="239820" y="25320"/>
                  </a:lnTo>
                  <a:lnTo>
                    <a:pt x="239820" y="27231"/>
                  </a:lnTo>
                  <a:lnTo>
                    <a:pt x="239820" y="27231"/>
                  </a:lnTo>
                  <a:lnTo>
                    <a:pt x="240298" y="29142"/>
                  </a:lnTo>
                  <a:lnTo>
                    <a:pt x="240776" y="29619"/>
                  </a:lnTo>
                  <a:lnTo>
                    <a:pt x="240776" y="29619"/>
                  </a:lnTo>
                  <a:lnTo>
                    <a:pt x="241253" y="30575"/>
                  </a:lnTo>
                  <a:lnTo>
                    <a:pt x="239820" y="31530"/>
                  </a:lnTo>
                  <a:lnTo>
                    <a:pt x="239820" y="32008"/>
                  </a:lnTo>
                  <a:lnTo>
                    <a:pt x="239820" y="32008"/>
                  </a:lnTo>
                  <a:lnTo>
                    <a:pt x="240298" y="32486"/>
                  </a:lnTo>
                  <a:lnTo>
                    <a:pt x="245075" y="32486"/>
                  </a:lnTo>
                  <a:lnTo>
                    <a:pt x="247942" y="33441"/>
                  </a:lnTo>
                  <a:lnTo>
                    <a:pt x="249852" y="34397"/>
                  </a:lnTo>
                  <a:lnTo>
                    <a:pt x="250808" y="34397"/>
                  </a:lnTo>
                  <a:lnTo>
                    <a:pt x="252719" y="33919"/>
                  </a:lnTo>
                  <a:lnTo>
                    <a:pt x="255108" y="33441"/>
                  </a:lnTo>
                  <a:lnTo>
                    <a:pt x="256540" y="33441"/>
                  </a:lnTo>
                  <a:lnTo>
                    <a:pt x="256540" y="33441"/>
                  </a:lnTo>
                  <a:lnTo>
                    <a:pt x="257018" y="34397"/>
                  </a:lnTo>
                  <a:lnTo>
                    <a:pt x="257496" y="35830"/>
                  </a:lnTo>
                  <a:lnTo>
                    <a:pt x="258452" y="37741"/>
                  </a:lnTo>
                  <a:lnTo>
                    <a:pt x="259407" y="38218"/>
                  </a:lnTo>
                  <a:lnTo>
                    <a:pt x="260840" y="38218"/>
                  </a:lnTo>
                  <a:lnTo>
                    <a:pt x="261318" y="38218"/>
                  </a:lnTo>
                  <a:lnTo>
                    <a:pt x="261795" y="38218"/>
                  </a:lnTo>
                  <a:lnTo>
                    <a:pt x="262274" y="38696"/>
                  </a:lnTo>
                  <a:lnTo>
                    <a:pt x="262274" y="38696"/>
                  </a:lnTo>
                  <a:lnTo>
                    <a:pt x="261318" y="39652"/>
                  </a:lnTo>
                  <a:lnTo>
                    <a:pt x="261795" y="41085"/>
                  </a:lnTo>
                  <a:lnTo>
                    <a:pt x="261795" y="41085"/>
                  </a:lnTo>
                  <a:lnTo>
                    <a:pt x="262274" y="42040"/>
                  </a:lnTo>
                  <a:lnTo>
                    <a:pt x="262274" y="42518"/>
                  </a:lnTo>
                  <a:lnTo>
                    <a:pt x="263229" y="45384"/>
                  </a:lnTo>
                  <a:lnTo>
                    <a:pt x="263706" y="46340"/>
                  </a:lnTo>
                  <a:lnTo>
                    <a:pt x="264184" y="47295"/>
                  </a:lnTo>
                  <a:lnTo>
                    <a:pt x="264184" y="47295"/>
                  </a:lnTo>
                  <a:lnTo>
                    <a:pt x="264184" y="48728"/>
                  </a:lnTo>
                  <a:lnTo>
                    <a:pt x="264184" y="48728"/>
                  </a:lnTo>
                  <a:lnTo>
                    <a:pt x="263706" y="49684"/>
                  </a:lnTo>
                  <a:lnTo>
                    <a:pt x="263229" y="50639"/>
                  </a:lnTo>
                  <a:lnTo>
                    <a:pt x="263229" y="50639"/>
                  </a:lnTo>
                  <a:lnTo>
                    <a:pt x="263706" y="52550"/>
                  </a:lnTo>
                  <a:lnTo>
                    <a:pt x="265140" y="54939"/>
                  </a:lnTo>
                  <a:lnTo>
                    <a:pt x="266095" y="55417"/>
                  </a:lnTo>
                  <a:lnTo>
                    <a:pt x="266095" y="55417"/>
                  </a:lnTo>
                  <a:lnTo>
                    <a:pt x="267051" y="57328"/>
                  </a:lnTo>
                  <a:lnTo>
                    <a:pt x="268961" y="58283"/>
                  </a:lnTo>
                  <a:lnTo>
                    <a:pt x="271350" y="56372"/>
                  </a:lnTo>
                  <a:lnTo>
                    <a:pt x="273261" y="55417"/>
                  </a:lnTo>
                  <a:lnTo>
                    <a:pt x="275172" y="55894"/>
                  </a:lnTo>
                  <a:lnTo>
                    <a:pt x="277561" y="56372"/>
                  </a:lnTo>
                  <a:lnTo>
                    <a:pt x="277561" y="56372"/>
                  </a:lnTo>
                  <a:lnTo>
                    <a:pt x="278994" y="57328"/>
                  </a:lnTo>
                  <a:lnTo>
                    <a:pt x="278994" y="57805"/>
                  </a:lnTo>
                  <a:lnTo>
                    <a:pt x="279949" y="59239"/>
                  </a:lnTo>
                  <a:lnTo>
                    <a:pt x="279949" y="59239"/>
                  </a:lnTo>
                  <a:lnTo>
                    <a:pt x="281383" y="60194"/>
                  </a:lnTo>
                  <a:lnTo>
                    <a:pt x="282338" y="59716"/>
                  </a:lnTo>
                  <a:lnTo>
                    <a:pt x="285204" y="60194"/>
                  </a:lnTo>
                  <a:lnTo>
                    <a:pt x="285204" y="60194"/>
                  </a:lnTo>
                  <a:lnTo>
                    <a:pt x="286160" y="61149"/>
                  </a:lnTo>
                  <a:lnTo>
                    <a:pt x="287593" y="62105"/>
                  </a:lnTo>
                  <a:lnTo>
                    <a:pt x="289026" y="61149"/>
                  </a:lnTo>
                  <a:lnTo>
                    <a:pt x="290459" y="59716"/>
                  </a:lnTo>
                  <a:lnTo>
                    <a:pt x="294759" y="58283"/>
                  </a:lnTo>
                  <a:lnTo>
                    <a:pt x="297625" y="57805"/>
                  </a:lnTo>
                  <a:lnTo>
                    <a:pt x="298581" y="57805"/>
                  </a:lnTo>
                  <a:lnTo>
                    <a:pt x="300014" y="56850"/>
                  </a:lnTo>
                  <a:lnTo>
                    <a:pt x="301925" y="55894"/>
                  </a:lnTo>
                  <a:lnTo>
                    <a:pt x="303358" y="56372"/>
                  </a:lnTo>
                  <a:lnTo>
                    <a:pt x="304791" y="58283"/>
                  </a:lnTo>
                  <a:lnTo>
                    <a:pt x="304791" y="58283"/>
                  </a:lnTo>
                  <a:lnTo>
                    <a:pt x="304791" y="58283"/>
                  </a:lnTo>
                  <a:lnTo>
                    <a:pt x="306702" y="59716"/>
                  </a:lnTo>
                  <a:lnTo>
                    <a:pt x="306702" y="59716"/>
                  </a:lnTo>
                  <a:lnTo>
                    <a:pt x="307180" y="62105"/>
                  </a:lnTo>
                  <a:lnTo>
                    <a:pt x="309091" y="64971"/>
                  </a:lnTo>
                  <a:lnTo>
                    <a:pt x="309091" y="64971"/>
                  </a:lnTo>
                  <a:lnTo>
                    <a:pt x="313868" y="68793"/>
                  </a:lnTo>
                  <a:lnTo>
                    <a:pt x="315779" y="70226"/>
                  </a:lnTo>
                  <a:lnTo>
                    <a:pt x="317212" y="69749"/>
                  </a:lnTo>
                  <a:lnTo>
                    <a:pt x="317690" y="69749"/>
                  </a:lnTo>
                  <a:lnTo>
                    <a:pt x="318168" y="69271"/>
                  </a:lnTo>
                  <a:lnTo>
                    <a:pt x="318168" y="67360"/>
                  </a:lnTo>
                  <a:lnTo>
                    <a:pt x="319123" y="66405"/>
                  </a:lnTo>
                  <a:lnTo>
                    <a:pt x="320079" y="66405"/>
                  </a:lnTo>
                  <a:lnTo>
                    <a:pt x="323900" y="68793"/>
                  </a:lnTo>
                  <a:lnTo>
                    <a:pt x="325811" y="69271"/>
                  </a:lnTo>
                  <a:lnTo>
                    <a:pt x="327722" y="69271"/>
                  </a:lnTo>
                  <a:lnTo>
                    <a:pt x="330111" y="71182"/>
                  </a:lnTo>
                  <a:lnTo>
                    <a:pt x="332977" y="73093"/>
                  </a:lnTo>
                  <a:lnTo>
                    <a:pt x="335366" y="73093"/>
                  </a:lnTo>
                  <a:lnTo>
                    <a:pt x="336799" y="72615"/>
                  </a:lnTo>
                  <a:lnTo>
                    <a:pt x="338232" y="72137"/>
                  </a:lnTo>
                  <a:lnTo>
                    <a:pt x="338710" y="72615"/>
                  </a:lnTo>
                  <a:lnTo>
                    <a:pt x="338710" y="72615"/>
                  </a:lnTo>
                  <a:lnTo>
                    <a:pt x="339666" y="74048"/>
                  </a:lnTo>
                  <a:lnTo>
                    <a:pt x="340621" y="75004"/>
                  </a:lnTo>
                  <a:lnTo>
                    <a:pt x="342054" y="75481"/>
                  </a:lnTo>
                  <a:lnTo>
                    <a:pt x="343965" y="75481"/>
                  </a:lnTo>
                  <a:lnTo>
                    <a:pt x="347309" y="77870"/>
                  </a:lnTo>
                  <a:lnTo>
                    <a:pt x="347309" y="77870"/>
                  </a:lnTo>
                  <a:lnTo>
                    <a:pt x="350175" y="79781"/>
                  </a:lnTo>
                  <a:lnTo>
                    <a:pt x="352086" y="80259"/>
                  </a:lnTo>
                  <a:lnTo>
                    <a:pt x="353520" y="79303"/>
                  </a:lnTo>
                  <a:lnTo>
                    <a:pt x="354953" y="79303"/>
                  </a:lnTo>
                  <a:lnTo>
                    <a:pt x="355908" y="79781"/>
                  </a:lnTo>
                  <a:lnTo>
                    <a:pt x="355908" y="79781"/>
                  </a:lnTo>
                  <a:lnTo>
                    <a:pt x="356386" y="80736"/>
                  </a:lnTo>
                  <a:lnTo>
                    <a:pt x="355908" y="82170"/>
                  </a:lnTo>
                  <a:lnTo>
                    <a:pt x="355908" y="84080"/>
                  </a:lnTo>
                  <a:lnTo>
                    <a:pt x="355908" y="84080"/>
                  </a:lnTo>
                  <a:lnTo>
                    <a:pt x="356864" y="85514"/>
                  </a:lnTo>
                  <a:lnTo>
                    <a:pt x="356864" y="87425"/>
                  </a:lnTo>
                  <a:lnTo>
                    <a:pt x="356864" y="88858"/>
                  </a:lnTo>
                  <a:lnTo>
                    <a:pt x="355908" y="90291"/>
                  </a:lnTo>
                  <a:lnTo>
                    <a:pt x="353997" y="92202"/>
                  </a:lnTo>
                  <a:lnTo>
                    <a:pt x="352564" y="94113"/>
                  </a:lnTo>
                  <a:lnTo>
                    <a:pt x="349698" y="95068"/>
                  </a:lnTo>
                  <a:lnTo>
                    <a:pt x="348265" y="95546"/>
                  </a:lnTo>
                  <a:lnTo>
                    <a:pt x="348265" y="95546"/>
                  </a:lnTo>
                  <a:lnTo>
                    <a:pt x="348742" y="96979"/>
                  </a:lnTo>
                  <a:lnTo>
                    <a:pt x="348742" y="96979"/>
                  </a:lnTo>
                  <a:lnTo>
                    <a:pt x="348742" y="97457"/>
                  </a:lnTo>
                  <a:lnTo>
                    <a:pt x="349698" y="98412"/>
                  </a:lnTo>
                  <a:lnTo>
                    <a:pt x="352086" y="99368"/>
                  </a:lnTo>
                  <a:lnTo>
                    <a:pt x="354475" y="99846"/>
                  </a:lnTo>
                  <a:lnTo>
                    <a:pt x="354475" y="99846"/>
                  </a:lnTo>
                  <a:lnTo>
                    <a:pt x="354475" y="100801"/>
                  </a:lnTo>
                  <a:lnTo>
                    <a:pt x="353997" y="101279"/>
                  </a:lnTo>
                  <a:lnTo>
                    <a:pt x="352564" y="101756"/>
                  </a:lnTo>
                  <a:lnTo>
                    <a:pt x="350654" y="101279"/>
                  </a:lnTo>
                  <a:lnTo>
                    <a:pt x="349698" y="101756"/>
                  </a:lnTo>
                  <a:lnTo>
                    <a:pt x="348742" y="103190"/>
                  </a:lnTo>
                  <a:lnTo>
                    <a:pt x="348265" y="105100"/>
                  </a:lnTo>
                  <a:lnTo>
                    <a:pt x="347309" y="107012"/>
                  </a:lnTo>
                  <a:lnTo>
                    <a:pt x="349698" y="107489"/>
                  </a:lnTo>
                  <a:lnTo>
                    <a:pt x="350175" y="107967"/>
                  </a:lnTo>
                  <a:lnTo>
                    <a:pt x="351131" y="108445"/>
                  </a:lnTo>
                  <a:lnTo>
                    <a:pt x="351131" y="108445"/>
                  </a:lnTo>
                  <a:lnTo>
                    <a:pt x="351609" y="109878"/>
                  </a:lnTo>
                  <a:lnTo>
                    <a:pt x="352086" y="111789"/>
                  </a:lnTo>
                  <a:lnTo>
                    <a:pt x="352086" y="112266"/>
                  </a:lnTo>
                  <a:lnTo>
                    <a:pt x="352564" y="113700"/>
                  </a:lnTo>
                  <a:lnTo>
                    <a:pt x="351609" y="114177"/>
                  </a:lnTo>
                  <a:lnTo>
                    <a:pt x="351609" y="115133"/>
                  </a:lnTo>
                  <a:lnTo>
                    <a:pt x="351609" y="115133"/>
                  </a:lnTo>
                  <a:lnTo>
                    <a:pt x="352086" y="115611"/>
                  </a:lnTo>
                  <a:lnTo>
                    <a:pt x="353042" y="115611"/>
                  </a:lnTo>
                  <a:lnTo>
                    <a:pt x="353042" y="115611"/>
                  </a:lnTo>
                  <a:lnTo>
                    <a:pt x="353520" y="116088"/>
                  </a:lnTo>
                  <a:lnTo>
                    <a:pt x="353520" y="116088"/>
                  </a:lnTo>
                  <a:lnTo>
                    <a:pt x="353997" y="117044"/>
                  </a:lnTo>
                  <a:lnTo>
                    <a:pt x="352086" y="118955"/>
                  </a:lnTo>
                  <a:lnTo>
                    <a:pt x="352086" y="118955"/>
                  </a:lnTo>
                  <a:lnTo>
                    <a:pt x="351131" y="122299"/>
                  </a:lnTo>
                  <a:lnTo>
                    <a:pt x="350175" y="124210"/>
                  </a:lnTo>
                  <a:lnTo>
                    <a:pt x="350175" y="126121"/>
                  </a:lnTo>
                  <a:lnTo>
                    <a:pt x="349220" y="127554"/>
                  </a:lnTo>
                  <a:lnTo>
                    <a:pt x="347787" y="127554"/>
                  </a:lnTo>
                  <a:lnTo>
                    <a:pt x="342532" y="128032"/>
                  </a:lnTo>
                  <a:lnTo>
                    <a:pt x="337754" y="127554"/>
                  </a:lnTo>
                  <a:lnTo>
                    <a:pt x="335843" y="127554"/>
                  </a:lnTo>
                  <a:lnTo>
                    <a:pt x="332977" y="127076"/>
                  </a:lnTo>
                  <a:lnTo>
                    <a:pt x="331066" y="127554"/>
                  </a:lnTo>
                  <a:lnTo>
                    <a:pt x="329156" y="130898"/>
                  </a:lnTo>
                  <a:lnTo>
                    <a:pt x="327722" y="132331"/>
                  </a:lnTo>
                  <a:lnTo>
                    <a:pt x="324856" y="133287"/>
                  </a:lnTo>
                  <a:lnTo>
                    <a:pt x="321990" y="133764"/>
                  </a:lnTo>
                  <a:lnTo>
                    <a:pt x="320556" y="135198"/>
                  </a:lnTo>
                  <a:lnTo>
                    <a:pt x="320079" y="137108"/>
                  </a:lnTo>
                  <a:lnTo>
                    <a:pt x="320079" y="139019"/>
                  </a:lnTo>
                  <a:lnTo>
                    <a:pt x="319601" y="139975"/>
                  </a:lnTo>
                  <a:lnTo>
                    <a:pt x="319123" y="140930"/>
                  </a:lnTo>
                  <a:lnTo>
                    <a:pt x="319123" y="141408"/>
                  </a:lnTo>
                  <a:lnTo>
                    <a:pt x="319123" y="142363"/>
                  </a:lnTo>
                  <a:lnTo>
                    <a:pt x="319601" y="142363"/>
                  </a:lnTo>
                  <a:lnTo>
                    <a:pt x="320556" y="142841"/>
                  </a:lnTo>
                  <a:lnTo>
                    <a:pt x="320556" y="143319"/>
                  </a:lnTo>
                  <a:lnTo>
                    <a:pt x="320079" y="143797"/>
                  </a:lnTo>
                  <a:lnTo>
                    <a:pt x="319123" y="144274"/>
                  </a:lnTo>
                  <a:lnTo>
                    <a:pt x="319123" y="145707"/>
                  </a:lnTo>
                  <a:lnTo>
                    <a:pt x="319123" y="146663"/>
                  </a:lnTo>
                  <a:lnTo>
                    <a:pt x="319123" y="147619"/>
                  </a:lnTo>
                  <a:lnTo>
                    <a:pt x="318168" y="148096"/>
                  </a:lnTo>
                  <a:lnTo>
                    <a:pt x="311479" y="147619"/>
                  </a:lnTo>
                  <a:lnTo>
                    <a:pt x="305747" y="148096"/>
                  </a:lnTo>
                  <a:lnTo>
                    <a:pt x="301925" y="152396"/>
                  </a:lnTo>
                  <a:lnTo>
                    <a:pt x="299536" y="152396"/>
                  </a:lnTo>
                  <a:lnTo>
                    <a:pt x="296192" y="153351"/>
                  </a:lnTo>
                  <a:lnTo>
                    <a:pt x="293804" y="154784"/>
                  </a:lnTo>
                  <a:lnTo>
                    <a:pt x="290937" y="157651"/>
                  </a:lnTo>
                  <a:lnTo>
                    <a:pt x="289026" y="156218"/>
                  </a:lnTo>
                  <a:lnTo>
                    <a:pt x="286160" y="156695"/>
                  </a:lnTo>
                  <a:lnTo>
                    <a:pt x="283771" y="157173"/>
                  </a:lnTo>
                  <a:lnTo>
                    <a:pt x="280905" y="159084"/>
                  </a:lnTo>
                  <a:lnTo>
                    <a:pt x="278994" y="159562"/>
                  </a:lnTo>
                  <a:lnTo>
                    <a:pt x="275650" y="159084"/>
                  </a:lnTo>
                  <a:lnTo>
                    <a:pt x="271828" y="160039"/>
                  </a:lnTo>
                  <a:lnTo>
                    <a:pt x="263229" y="166728"/>
                  </a:lnTo>
                  <a:lnTo>
                    <a:pt x="260363" y="171027"/>
                  </a:lnTo>
                  <a:lnTo>
                    <a:pt x="259407" y="171983"/>
                  </a:lnTo>
                  <a:lnTo>
                    <a:pt x="257974" y="173416"/>
                  </a:lnTo>
                  <a:lnTo>
                    <a:pt x="256540" y="173894"/>
                  </a:lnTo>
                  <a:lnTo>
                    <a:pt x="255585" y="173894"/>
                  </a:lnTo>
                  <a:lnTo>
                    <a:pt x="259885" y="170549"/>
                  </a:lnTo>
                  <a:lnTo>
                    <a:pt x="260840" y="169116"/>
                  </a:lnTo>
                  <a:lnTo>
                    <a:pt x="261318" y="168161"/>
                  </a:lnTo>
                  <a:lnTo>
                    <a:pt x="261318" y="166728"/>
                  </a:lnTo>
                  <a:lnTo>
                    <a:pt x="259885" y="164817"/>
                  </a:lnTo>
                  <a:lnTo>
                    <a:pt x="256540" y="169594"/>
                  </a:lnTo>
                  <a:lnTo>
                    <a:pt x="254629" y="170072"/>
                  </a:lnTo>
                  <a:lnTo>
                    <a:pt x="252241" y="171505"/>
                  </a:lnTo>
                  <a:lnTo>
                    <a:pt x="252241" y="174371"/>
                  </a:lnTo>
                  <a:lnTo>
                    <a:pt x="252719" y="176760"/>
                  </a:lnTo>
                  <a:lnTo>
                    <a:pt x="253674" y="179626"/>
                  </a:lnTo>
                  <a:lnTo>
                    <a:pt x="256063" y="184404"/>
                  </a:lnTo>
                  <a:lnTo>
                    <a:pt x="260363" y="191092"/>
                  </a:lnTo>
                  <a:lnTo>
                    <a:pt x="262751" y="193480"/>
                  </a:lnTo>
                  <a:lnTo>
                    <a:pt x="264662" y="194436"/>
                  </a:lnTo>
                  <a:lnTo>
                    <a:pt x="266573" y="194436"/>
                  </a:lnTo>
                  <a:lnTo>
                    <a:pt x="270395" y="192525"/>
                  </a:lnTo>
                  <a:lnTo>
                    <a:pt x="271828" y="192047"/>
                  </a:lnTo>
                  <a:lnTo>
                    <a:pt x="275650" y="193003"/>
                  </a:lnTo>
                  <a:lnTo>
                    <a:pt x="276605" y="191570"/>
                  </a:lnTo>
                  <a:lnTo>
                    <a:pt x="278516" y="190614"/>
                  </a:lnTo>
                  <a:lnTo>
                    <a:pt x="280905" y="190614"/>
                  </a:lnTo>
                  <a:lnTo>
                    <a:pt x="283771" y="191092"/>
                  </a:lnTo>
                  <a:lnTo>
                    <a:pt x="286638" y="192047"/>
                  </a:lnTo>
                  <a:lnTo>
                    <a:pt x="285204" y="194436"/>
                  </a:lnTo>
                  <a:lnTo>
                    <a:pt x="284249" y="196347"/>
                  </a:lnTo>
                  <a:lnTo>
                    <a:pt x="283771" y="198258"/>
                  </a:lnTo>
                  <a:lnTo>
                    <a:pt x="282816" y="200646"/>
                  </a:lnTo>
                  <a:lnTo>
                    <a:pt x="279949" y="201602"/>
                  </a:lnTo>
                  <a:lnTo>
                    <a:pt x="276127" y="201602"/>
                  </a:lnTo>
                  <a:lnTo>
                    <a:pt x="272783" y="202080"/>
                  </a:lnTo>
                  <a:lnTo>
                    <a:pt x="271350" y="201124"/>
                  </a:lnTo>
                  <a:lnTo>
                    <a:pt x="270395" y="200646"/>
                  </a:lnTo>
                  <a:lnTo>
                    <a:pt x="268961" y="199691"/>
                  </a:lnTo>
                  <a:lnTo>
                    <a:pt x="266573" y="199213"/>
                  </a:lnTo>
                  <a:lnTo>
                    <a:pt x="264662" y="199691"/>
                  </a:lnTo>
                  <a:lnTo>
                    <a:pt x="262274" y="203035"/>
                  </a:lnTo>
                  <a:lnTo>
                    <a:pt x="258452" y="204946"/>
                  </a:lnTo>
                  <a:lnTo>
                    <a:pt x="257018" y="207335"/>
                  </a:lnTo>
                  <a:lnTo>
                    <a:pt x="253197" y="206857"/>
                  </a:lnTo>
                  <a:lnTo>
                    <a:pt x="249852" y="207335"/>
                  </a:lnTo>
                  <a:lnTo>
                    <a:pt x="245075" y="209723"/>
                  </a:lnTo>
                  <a:lnTo>
                    <a:pt x="241253" y="214023"/>
                  </a:lnTo>
                  <a:lnTo>
                    <a:pt x="236954" y="216889"/>
                  </a:lnTo>
                  <a:lnTo>
                    <a:pt x="233610" y="217845"/>
                  </a:lnTo>
                  <a:lnTo>
                    <a:pt x="230743" y="217845"/>
                  </a:lnTo>
                  <a:lnTo>
                    <a:pt x="228833" y="216889"/>
                  </a:lnTo>
                  <a:lnTo>
                    <a:pt x="224533" y="213545"/>
                  </a:lnTo>
                  <a:lnTo>
                    <a:pt x="225010" y="212590"/>
                  </a:lnTo>
                  <a:lnTo>
                    <a:pt x="225488" y="212112"/>
                  </a:lnTo>
                  <a:lnTo>
                    <a:pt x="226444" y="210679"/>
                  </a:lnTo>
                  <a:lnTo>
                    <a:pt x="227877" y="204946"/>
                  </a:lnTo>
                  <a:lnTo>
                    <a:pt x="227399" y="203035"/>
                  </a:lnTo>
                  <a:lnTo>
                    <a:pt x="226921" y="199691"/>
                  </a:lnTo>
                  <a:lnTo>
                    <a:pt x="223577" y="197780"/>
                  </a:lnTo>
                  <a:lnTo>
                    <a:pt x="220711" y="198258"/>
                  </a:lnTo>
                  <a:lnTo>
                    <a:pt x="219278" y="197302"/>
                  </a:lnTo>
                  <a:lnTo>
                    <a:pt x="214022" y="193480"/>
                  </a:lnTo>
                  <a:lnTo>
                    <a:pt x="211156" y="193003"/>
                  </a:lnTo>
                  <a:lnTo>
                    <a:pt x="207812" y="193958"/>
                  </a:lnTo>
                  <a:lnTo>
                    <a:pt x="206856" y="193480"/>
                  </a:lnTo>
                  <a:lnTo>
                    <a:pt x="205901" y="192047"/>
                  </a:lnTo>
                  <a:lnTo>
                    <a:pt x="212112" y="187270"/>
                  </a:lnTo>
                  <a:lnTo>
                    <a:pt x="218322" y="182970"/>
                  </a:lnTo>
                  <a:lnTo>
                    <a:pt x="221188" y="182493"/>
                  </a:lnTo>
                  <a:lnTo>
                    <a:pt x="225010" y="180582"/>
                  </a:lnTo>
                  <a:lnTo>
                    <a:pt x="228833" y="177715"/>
                  </a:lnTo>
                  <a:lnTo>
                    <a:pt x="228354" y="175804"/>
                  </a:lnTo>
                  <a:lnTo>
                    <a:pt x="227399" y="173894"/>
                  </a:lnTo>
                  <a:lnTo>
                    <a:pt x="225488" y="174371"/>
                  </a:lnTo>
                  <a:lnTo>
                    <a:pt x="224055" y="174849"/>
                  </a:lnTo>
                  <a:lnTo>
                    <a:pt x="220711" y="173416"/>
                  </a:lnTo>
                  <a:lnTo>
                    <a:pt x="219756" y="171983"/>
                  </a:lnTo>
                  <a:lnTo>
                    <a:pt x="214501" y="173416"/>
                  </a:lnTo>
                  <a:lnTo>
                    <a:pt x="211634" y="172938"/>
                  </a:lnTo>
                  <a:lnTo>
                    <a:pt x="205424" y="174371"/>
                  </a:lnTo>
                  <a:lnTo>
                    <a:pt x="202557" y="172938"/>
                  </a:lnTo>
                  <a:lnTo>
                    <a:pt x="196347" y="169594"/>
                  </a:lnTo>
                  <a:lnTo>
                    <a:pt x="194436" y="169116"/>
                  </a:lnTo>
                  <a:lnTo>
                    <a:pt x="192525" y="169116"/>
                  </a:lnTo>
                  <a:lnTo>
                    <a:pt x="191569" y="168161"/>
                  </a:lnTo>
                  <a:lnTo>
                    <a:pt x="192525" y="167683"/>
                  </a:lnTo>
                  <a:lnTo>
                    <a:pt x="194436" y="167205"/>
                  </a:lnTo>
                  <a:lnTo>
                    <a:pt x="195869" y="167205"/>
                  </a:lnTo>
                  <a:lnTo>
                    <a:pt x="196347" y="166250"/>
                  </a:lnTo>
                  <a:lnTo>
                    <a:pt x="195869" y="165295"/>
                  </a:lnTo>
                  <a:lnTo>
                    <a:pt x="193003" y="164339"/>
                  </a:lnTo>
                  <a:lnTo>
                    <a:pt x="190136" y="164339"/>
                  </a:lnTo>
                  <a:lnTo>
                    <a:pt x="188226" y="163384"/>
                  </a:lnTo>
                  <a:lnTo>
                    <a:pt x="187270" y="161950"/>
                  </a:lnTo>
                  <a:lnTo>
                    <a:pt x="190136" y="161950"/>
                  </a:lnTo>
                  <a:lnTo>
                    <a:pt x="193480" y="162906"/>
                  </a:lnTo>
                  <a:lnTo>
                    <a:pt x="198258" y="163384"/>
                  </a:lnTo>
                  <a:lnTo>
                    <a:pt x="203035" y="163861"/>
                  </a:lnTo>
                  <a:lnTo>
                    <a:pt x="203990" y="162906"/>
                  </a:lnTo>
                  <a:lnTo>
                    <a:pt x="206856" y="160995"/>
                  </a:lnTo>
                  <a:lnTo>
                    <a:pt x="207335" y="160517"/>
                  </a:lnTo>
                  <a:lnTo>
                    <a:pt x="203035" y="161473"/>
                  </a:lnTo>
                  <a:lnTo>
                    <a:pt x="198258" y="160995"/>
                  </a:lnTo>
                  <a:lnTo>
                    <a:pt x="196824" y="159562"/>
                  </a:lnTo>
                  <a:lnTo>
                    <a:pt x="195391" y="158129"/>
                  </a:lnTo>
                  <a:lnTo>
                    <a:pt x="194913" y="155740"/>
                  </a:lnTo>
                  <a:lnTo>
                    <a:pt x="195391" y="153829"/>
                  </a:lnTo>
                  <a:lnTo>
                    <a:pt x="194436" y="150485"/>
                  </a:lnTo>
                  <a:lnTo>
                    <a:pt x="193003" y="147619"/>
                  </a:lnTo>
                  <a:lnTo>
                    <a:pt x="192525" y="146185"/>
                  </a:lnTo>
                  <a:lnTo>
                    <a:pt x="191092" y="144274"/>
                  </a:lnTo>
                  <a:lnTo>
                    <a:pt x="192525" y="148096"/>
                  </a:lnTo>
                  <a:lnTo>
                    <a:pt x="193003" y="150007"/>
                  </a:lnTo>
                  <a:lnTo>
                    <a:pt x="193958" y="151918"/>
                  </a:lnTo>
                  <a:lnTo>
                    <a:pt x="193958" y="157651"/>
                  </a:lnTo>
                  <a:lnTo>
                    <a:pt x="193480" y="159562"/>
                  </a:lnTo>
                  <a:lnTo>
                    <a:pt x="191569" y="160039"/>
                  </a:lnTo>
                  <a:lnTo>
                    <a:pt x="189181" y="159562"/>
                  </a:lnTo>
                  <a:lnTo>
                    <a:pt x="186792" y="159084"/>
                  </a:lnTo>
                  <a:lnTo>
                    <a:pt x="187270" y="156218"/>
                  </a:lnTo>
                  <a:lnTo>
                    <a:pt x="185837" y="157173"/>
                  </a:lnTo>
                  <a:lnTo>
                    <a:pt x="183926" y="160039"/>
                  </a:lnTo>
                  <a:lnTo>
                    <a:pt x="182492" y="160517"/>
                  </a:lnTo>
                  <a:lnTo>
                    <a:pt x="178671" y="160039"/>
                  </a:lnTo>
                  <a:lnTo>
                    <a:pt x="171983" y="161950"/>
                  </a:lnTo>
                  <a:lnTo>
                    <a:pt x="171505" y="164339"/>
                  </a:lnTo>
                  <a:lnTo>
                    <a:pt x="170549" y="166728"/>
                  </a:lnTo>
                  <a:lnTo>
                    <a:pt x="169594" y="168638"/>
                  </a:lnTo>
                  <a:lnTo>
                    <a:pt x="169116" y="169594"/>
                  </a:lnTo>
                  <a:lnTo>
                    <a:pt x="166249" y="173894"/>
                  </a:lnTo>
                  <a:lnTo>
                    <a:pt x="165772" y="174371"/>
                  </a:lnTo>
                  <a:lnTo>
                    <a:pt x="160517" y="180104"/>
                  </a:lnTo>
                  <a:lnTo>
                    <a:pt x="160039" y="180582"/>
                  </a:lnTo>
                  <a:lnTo>
                    <a:pt x="156217" y="181537"/>
                  </a:lnTo>
                  <a:lnTo>
                    <a:pt x="154306" y="182970"/>
                  </a:lnTo>
                  <a:lnTo>
                    <a:pt x="152873" y="183448"/>
                  </a:lnTo>
                  <a:lnTo>
                    <a:pt x="150007" y="182970"/>
                  </a:lnTo>
                  <a:lnTo>
                    <a:pt x="149051" y="183926"/>
                  </a:lnTo>
                  <a:lnTo>
                    <a:pt x="148096" y="184881"/>
                  </a:lnTo>
                  <a:lnTo>
                    <a:pt x="148096" y="186792"/>
                  </a:lnTo>
                  <a:lnTo>
                    <a:pt x="149529" y="188703"/>
                  </a:lnTo>
                  <a:lnTo>
                    <a:pt x="150962" y="193480"/>
                  </a:lnTo>
                  <a:lnTo>
                    <a:pt x="150485" y="19586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" name="Freeform 5520">
              <a:extLst>
                <a:ext uri="{FF2B5EF4-FFF2-40B4-BE49-F238E27FC236}">
                  <a16:creationId xmlns:a16="http://schemas.microsoft.com/office/drawing/2014/main" id="{2C0E6917-2603-0B4B-77C7-2F4C0071C51B}"/>
                </a:ext>
              </a:extLst>
            </p:cNvPr>
            <p:cNvSpPr/>
            <p:nvPr/>
          </p:nvSpPr>
          <p:spPr>
            <a:xfrm>
              <a:off x="6508757" y="3785170"/>
              <a:ext cx="12420" cy="5732"/>
            </a:xfrm>
            <a:custGeom>
              <a:avLst/>
              <a:gdLst>
                <a:gd name="csX0" fmla="*/ 10032 w 12420"/>
                <a:gd name="csY0" fmla="*/ 4299 h 5732"/>
                <a:gd name="csX1" fmla="*/ 12421 w 12420"/>
                <a:gd name="csY1" fmla="*/ 5733 h 5732"/>
                <a:gd name="csX2" fmla="*/ 9555 w 12420"/>
                <a:gd name="csY2" fmla="*/ 5255 h 5732"/>
                <a:gd name="csX3" fmla="*/ 3821 w 12420"/>
                <a:gd name="csY3" fmla="*/ 4299 h 5732"/>
                <a:gd name="csX4" fmla="*/ 955 w 12420"/>
                <a:gd name="csY4" fmla="*/ 2866 h 5732"/>
                <a:gd name="csX5" fmla="*/ 478 w 12420"/>
                <a:gd name="csY5" fmla="*/ 1911 h 5732"/>
                <a:gd name="csX6" fmla="*/ 0 w 12420"/>
                <a:gd name="csY6" fmla="*/ 0 h 5732"/>
                <a:gd name="csX7" fmla="*/ 1433 w 12420"/>
                <a:gd name="csY7" fmla="*/ 1911 h 5732"/>
                <a:gd name="csX8" fmla="*/ 2389 w 12420"/>
                <a:gd name="csY8" fmla="*/ 2866 h 5732"/>
                <a:gd name="csX9" fmla="*/ 10032 w 12420"/>
                <a:gd name="csY9" fmla="*/ 4299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420" h="5732">
                  <a:moveTo>
                    <a:pt x="10032" y="4299"/>
                  </a:moveTo>
                  <a:lnTo>
                    <a:pt x="12421" y="5733"/>
                  </a:lnTo>
                  <a:lnTo>
                    <a:pt x="9555" y="5255"/>
                  </a:lnTo>
                  <a:lnTo>
                    <a:pt x="3821" y="4299"/>
                  </a:lnTo>
                  <a:lnTo>
                    <a:pt x="955" y="2866"/>
                  </a:lnTo>
                  <a:lnTo>
                    <a:pt x="478" y="1911"/>
                  </a:lnTo>
                  <a:lnTo>
                    <a:pt x="0" y="0"/>
                  </a:lnTo>
                  <a:lnTo>
                    <a:pt x="1433" y="1911"/>
                  </a:lnTo>
                  <a:lnTo>
                    <a:pt x="2389" y="2866"/>
                  </a:lnTo>
                  <a:lnTo>
                    <a:pt x="10032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" name="Freeform 5521">
              <a:extLst>
                <a:ext uri="{FF2B5EF4-FFF2-40B4-BE49-F238E27FC236}">
                  <a16:creationId xmlns:a16="http://schemas.microsoft.com/office/drawing/2014/main" id="{F48B0715-4493-4676-51A3-2A144BEF2391}"/>
                </a:ext>
              </a:extLst>
            </p:cNvPr>
            <p:cNvSpPr/>
            <p:nvPr/>
          </p:nvSpPr>
          <p:spPr>
            <a:xfrm>
              <a:off x="6470061" y="4658459"/>
              <a:ext cx="107489" cy="102711"/>
            </a:xfrm>
            <a:custGeom>
              <a:avLst/>
              <a:gdLst>
                <a:gd name="csX0" fmla="*/ 85991 w 107489"/>
                <a:gd name="csY0" fmla="*/ 94113 h 102711"/>
                <a:gd name="csX1" fmla="*/ 83603 w 107489"/>
                <a:gd name="csY1" fmla="*/ 94113 h 102711"/>
                <a:gd name="csX2" fmla="*/ 80258 w 107489"/>
                <a:gd name="csY2" fmla="*/ 94113 h 102711"/>
                <a:gd name="csX3" fmla="*/ 76914 w 107489"/>
                <a:gd name="csY3" fmla="*/ 94113 h 102711"/>
                <a:gd name="csX4" fmla="*/ 73092 w 107489"/>
                <a:gd name="csY4" fmla="*/ 94113 h 102711"/>
                <a:gd name="csX5" fmla="*/ 69748 w 107489"/>
                <a:gd name="csY5" fmla="*/ 94113 h 102711"/>
                <a:gd name="csX6" fmla="*/ 66404 w 107489"/>
                <a:gd name="csY6" fmla="*/ 94113 h 102711"/>
                <a:gd name="csX7" fmla="*/ 62582 w 107489"/>
                <a:gd name="csY7" fmla="*/ 94113 h 102711"/>
                <a:gd name="csX8" fmla="*/ 59238 w 107489"/>
                <a:gd name="csY8" fmla="*/ 94113 h 102711"/>
                <a:gd name="csX9" fmla="*/ 55894 w 107489"/>
                <a:gd name="csY9" fmla="*/ 94113 h 102711"/>
                <a:gd name="csX10" fmla="*/ 52072 w 107489"/>
                <a:gd name="csY10" fmla="*/ 94113 h 102711"/>
                <a:gd name="csX11" fmla="*/ 48728 w 107489"/>
                <a:gd name="csY11" fmla="*/ 94113 h 102711"/>
                <a:gd name="csX12" fmla="*/ 44906 w 107489"/>
                <a:gd name="csY12" fmla="*/ 94113 h 102711"/>
                <a:gd name="csX13" fmla="*/ 41562 w 107489"/>
                <a:gd name="csY13" fmla="*/ 94113 h 102711"/>
                <a:gd name="csX14" fmla="*/ 38218 w 107489"/>
                <a:gd name="csY14" fmla="*/ 94113 h 102711"/>
                <a:gd name="csX15" fmla="*/ 34396 w 107489"/>
                <a:gd name="csY15" fmla="*/ 94113 h 102711"/>
                <a:gd name="csX16" fmla="*/ 31052 w 107489"/>
                <a:gd name="csY16" fmla="*/ 94113 h 102711"/>
                <a:gd name="csX17" fmla="*/ 27230 w 107489"/>
                <a:gd name="csY17" fmla="*/ 94113 h 102711"/>
                <a:gd name="csX18" fmla="*/ 25319 w 107489"/>
                <a:gd name="csY18" fmla="*/ 94113 h 102711"/>
                <a:gd name="csX19" fmla="*/ 24842 w 107489"/>
                <a:gd name="csY19" fmla="*/ 94113 h 102711"/>
                <a:gd name="csX20" fmla="*/ 24842 w 107489"/>
                <a:gd name="csY20" fmla="*/ 94113 h 102711"/>
                <a:gd name="csX21" fmla="*/ 23408 w 107489"/>
                <a:gd name="csY21" fmla="*/ 94113 h 102711"/>
                <a:gd name="csX22" fmla="*/ 21975 w 107489"/>
                <a:gd name="csY22" fmla="*/ 95068 h 102711"/>
                <a:gd name="csX23" fmla="*/ 20542 w 107489"/>
                <a:gd name="csY23" fmla="*/ 95546 h 102711"/>
                <a:gd name="csX24" fmla="*/ 19109 w 107489"/>
                <a:gd name="csY24" fmla="*/ 95068 h 102711"/>
                <a:gd name="csX25" fmla="*/ 18631 w 107489"/>
                <a:gd name="csY25" fmla="*/ 95546 h 102711"/>
                <a:gd name="csX26" fmla="*/ 18631 w 107489"/>
                <a:gd name="csY26" fmla="*/ 95546 h 102711"/>
                <a:gd name="csX27" fmla="*/ 18153 w 107489"/>
                <a:gd name="csY27" fmla="*/ 95546 h 102711"/>
                <a:gd name="csX28" fmla="*/ 16721 w 107489"/>
                <a:gd name="csY28" fmla="*/ 95068 h 102711"/>
                <a:gd name="csX29" fmla="*/ 15765 w 107489"/>
                <a:gd name="csY29" fmla="*/ 95546 h 102711"/>
                <a:gd name="csX30" fmla="*/ 14809 w 107489"/>
                <a:gd name="csY30" fmla="*/ 96024 h 102711"/>
                <a:gd name="csX31" fmla="*/ 14332 w 107489"/>
                <a:gd name="csY31" fmla="*/ 97457 h 102711"/>
                <a:gd name="csX32" fmla="*/ 12898 w 107489"/>
                <a:gd name="csY32" fmla="*/ 98890 h 102711"/>
                <a:gd name="csX33" fmla="*/ 12898 w 107489"/>
                <a:gd name="csY33" fmla="*/ 98890 h 102711"/>
                <a:gd name="csX34" fmla="*/ 11465 w 107489"/>
                <a:gd name="csY34" fmla="*/ 99846 h 102711"/>
                <a:gd name="csX35" fmla="*/ 10510 w 107489"/>
                <a:gd name="csY35" fmla="*/ 100801 h 102711"/>
                <a:gd name="csX36" fmla="*/ 8599 w 107489"/>
                <a:gd name="csY36" fmla="*/ 102234 h 102711"/>
                <a:gd name="csX37" fmla="*/ 7166 w 107489"/>
                <a:gd name="csY37" fmla="*/ 102712 h 102711"/>
                <a:gd name="csX38" fmla="*/ 6688 w 107489"/>
                <a:gd name="csY38" fmla="*/ 102712 h 102711"/>
                <a:gd name="csX39" fmla="*/ 6210 w 107489"/>
                <a:gd name="csY39" fmla="*/ 102234 h 102711"/>
                <a:gd name="csX40" fmla="*/ 5733 w 107489"/>
                <a:gd name="csY40" fmla="*/ 100323 h 102711"/>
                <a:gd name="csX41" fmla="*/ 5255 w 107489"/>
                <a:gd name="csY41" fmla="*/ 100323 h 102711"/>
                <a:gd name="csX42" fmla="*/ 955 w 107489"/>
                <a:gd name="csY42" fmla="*/ 101279 h 102711"/>
                <a:gd name="csX43" fmla="*/ 0 w 107489"/>
                <a:gd name="csY43" fmla="*/ 101279 h 102711"/>
                <a:gd name="csX44" fmla="*/ 478 w 107489"/>
                <a:gd name="csY44" fmla="*/ 100801 h 102711"/>
                <a:gd name="csX45" fmla="*/ 0 w 107489"/>
                <a:gd name="csY45" fmla="*/ 96501 h 102711"/>
                <a:gd name="csX46" fmla="*/ 0 w 107489"/>
                <a:gd name="csY46" fmla="*/ 93635 h 102711"/>
                <a:gd name="csX47" fmla="*/ 478 w 107489"/>
                <a:gd name="csY47" fmla="*/ 92202 h 102711"/>
                <a:gd name="csX48" fmla="*/ 955 w 107489"/>
                <a:gd name="csY48" fmla="*/ 90291 h 102711"/>
                <a:gd name="csX49" fmla="*/ 955 w 107489"/>
                <a:gd name="csY49" fmla="*/ 88380 h 102711"/>
                <a:gd name="csX50" fmla="*/ 1433 w 107489"/>
                <a:gd name="csY50" fmla="*/ 85991 h 102711"/>
                <a:gd name="csX51" fmla="*/ 1433 w 107489"/>
                <a:gd name="csY51" fmla="*/ 84080 h 102711"/>
                <a:gd name="csX52" fmla="*/ 2389 w 107489"/>
                <a:gd name="csY52" fmla="*/ 78348 h 102711"/>
                <a:gd name="csX53" fmla="*/ 2389 w 107489"/>
                <a:gd name="csY53" fmla="*/ 77392 h 102711"/>
                <a:gd name="csX54" fmla="*/ 2866 w 107489"/>
                <a:gd name="csY54" fmla="*/ 74526 h 102711"/>
                <a:gd name="csX55" fmla="*/ 3821 w 107489"/>
                <a:gd name="csY55" fmla="*/ 73570 h 102711"/>
                <a:gd name="csX56" fmla="*/ 4299 w 107489"/>
                <a:gd name="csY56" fmla="*/ 73093 h 102711"/>
                <a:gd name="csX57" fmla="*/ 4777 w 107489"/>
                <a:gd name="csY57" fmla="*/ 71182 h 102711"/>
                <a:gd name="csX58" fmla="*/ 6210 w 107489"/>
                <a:gd name="csY58" fmla="*/ 68315 h 102711"/>
                <a:gd name="csX59" fmla="*/ 7166 w 107489"/>
                <a:gd name="csY59" fmla="*/ 66882 h 102711"/>
                <a:gd name="csX60" fmla="*/ 7166 w 107489"/>
                <a:gd name="csY60" fmla="*/ 64016 h 102711"/>
                <a:gd name="csX61" fmla="*/ 7166 w 107489"/>
                <a:gd name="csY61" fmla="*/ 61627 h 102711"/>
                <a:gd name="csX62" fmla="*/ 7644 w 107489"/>
                <a:gd name="csY62" fmla="*/ 61149 h 102711"/>
                <a:gd name="csX63" fmla="*/ 9555 w 107489"/>
                <a:gd name="csY63" fmla="*/ 60672 h 102711"/>
                <a:gd name="csX64" fmla="*/ 12421 w 107489"/>
                <a:gd name="csY64" fmla="*/ 58283 h 102711"/>
                <a:gd name="csX65" fmla="*/ 13376 w 107489"/>
                <a:gd name="csY65" fmla="*/ 56372 h 102711"/>
                <a:gd name="csX66" fmla="*/ 14809 w 107489"/>
                <a:gd name="csY66" fmla="*/ 54461 h 102711"/>
                <a:gd name="csX67" fmla="*/ 18153 w 107489"/>
                <a:gd name="csY67" fmla="*/ 53506 h 102711"/>
                <a:gd name="csX68" fmla="*/ 27230 w 107489"/>
                <a:gd name="csY68" fmla="*/ 45862 h 102711"/>
                <a:gd name="csX69" fmla="*/ 31530 w 107489"/>
                <a:gd name="csY69" fmla="*/ 41563 h 102711"/>
                <a:gd name="csX70" fmla="*/ 33441 w 107489"/>
                <a:gd name="csY70" fmla="*/ 39174 h 102711"/>
                <a:gd name="csX71" fmla="*/ 33441 w 107489"/>
                <a:gd name="csY71" fmla="*/ 38218 h 102711"/>
                <a:gd name="csX72" fmla="*/ 33919 w 107489"/>
                <a:gd name="csY72" fmla="*/ 37263 h 102711"/>
                <a:gd name="csX73" fmla="*/ 32963 w 107489"/>
                <a:gd name="csY73" fmla="*/ 36307 h 102711"/>
                <a:gd name="csX74" fmla="*/ 32485 w 107489"/>
                <a:gd name="csY74" fmla="*/ 35830 h 102711"/>
                <a:gd name="csX75" fmla="*/ 32008 w 107489"/>
                <a:gd name="csY75" fmla="*/ 34874 h 102711"/>
                <a:gd name="csX76" fmla="*/ 31052 w 107489"/>
                <a:gd name="csY76" fmla="*/ 34874 h 102711"/>
                <a:gd name="csX77" fmla="*/ 30097 w 107489"/>
                <a:gd name="csY77" fmla="*/ 34874 h 102711"/>
                <a:gd name="csX78" fmla="*/ 29141 w 107489"/>
                <a:gd name="csY78" fmla="*/ 34397 h 102711"/>
                <a:gd name="csX79" fmla="*/ 28664 w 107489"/>
                <a:gd name="csY79" fmla="*/ 33441 h 102711"/>
                <a:gd name="csX80" fmla="*/ 27708 w 107489"/>
                <a:gd name="csY80" fmla="*/ 32486 h 102711"/>
                <a:gd name="csX81" fmla="*/ 24842 w 107489"/>
                <a:gd name="csY81" fmla="*/ 32486 h 102711"/>
                <a:gd name="csX82" fmla="*/ 22931 w 107489"/>
                <a:gd name="csY82" fmla="*/ 31530 h 102711"/>
                <a:gd name="csX83" fmla="*/ 22931 w 107489"/>
                <a:gd name="csY83" fmla="*/ 30575 h 102711"/>
                <a:gd name="csX84" fmla="*/ 23886 w 107489"/>
                <a:gd name="csY84" fmla="*/ 27708 h 102711"/>
                <a:gd name="csX85" fmla="*/ 25319 w 107489"/>
                <a:gd name="csY85" fmla="*/ 24842 h 102711"/>
                <a:gd name="csX86" fmla="*/ 25319 w 107489"/>
                <a:gd name="csY86" fmla="*/ 23886 h 102711"/>
                <a:gd name="csX87" fmla="*/ 25319 w 107489"/>
                <a:gd name="csY87" fmla="*/ 22931 h 102711"/>
                <a:gd name="csX88" fmla="*/ 24842 w 107489"/>
                <a:gd name="csY88" fmla="*/ 22453 h 102711"/>
                <a:gd name="csX89" fmla="*/ 24364 w 107489"/>
                <a:gd name="csY89" fmla="*/ 21975 h 102711"/>
                <a:gd name="csX90" fmla="*/ 23408 w 107489"/>
                <a:gd name="csY90" fmla="*/ 21020 h 102711"/>
                <a:gd name="csX91" fmla="*/ 23886 w 107489"/>
                <a:gd name="csY91" fmla="*/ 19109 h 102711"/>
                <a:gd name="csX92" fmla="*/ 24842 w 107489"/>
                <a:gd name="csY92" fmla="*/ 16721 h 102711"/>
                <a:gd name="csX93" fmla="*/ 25797 w 107489"/>
                <a:gd name="csY93" fmla="*/ 15765 h 102711"/>
                <a:gd name="csX94" fmla="*/ 26753 w 107489"/>
                <a:gd name="csY94" fmla="*/ 14332 h 102711"/>
                <a:gd name="csX95" fmla="*/ 26275 w 107489"/>
                <a:gd name="csY95" fmla="*/ 13376 h 102711"/>
                <a:gd name="csX96" fmla="*/ 25319 w 107489"/>
                <a:gd name="csY96" fmla="*/ 12899 h 102711"/>
                <a:gd name="csX97" fmla="*/ 25797 w 107489"/>
                <a:gd name="csY97" fmla="*/ 11943 h 102711"/>
                <a:gd name="csX98" fmla="*/ 27230 w 107489"/>
                <a:gd name="csY98" fmla="*/ 10510 h 102711"/>
                <a:gd name="csX99" fmla="*/ 29619 w 107489"/>
                <a:gd name="csY99" fmla="*/ 8599 h 102711"/>
                <a:gd name="csX100" fmla="*/ 31530 w 107489"/>
                <a:gd name="csY100" fmla="*/ 7644 h 102711"/>
                <a:gd name="csX101" fmla="*/ 32963 w 107489"/>
                <a:gd name="csY101" fmla="*/ 7644 h 102711"/>
                <a:gd name="csX102" fmla="*/ 35352 w 107489"/>
                <a:gd name="csY102" fmla="*/ 8599 h 102711"/>
                <a:gd name="csX103" fmla="*/ 37740 w 107489"/>
                <a:gd name="csY103" fmla="*/ 9555 h 102711"/>
                <a:gd name="csX104" fmla="*/ 39174 w 107489"/>
                <a:gd name="csY104" fmla="*/ 9555 h 102711"/>
                <a:gd name="csX105" fmla="*/ 41085 w 107489"/>
                <a:gd name="csY105" fmla="*/ 9077 h 102711"/>
                <a:gd name="csX106" fmla="*/ 44428 w 107489"/>
                <a:gd name="csY106" fmla="*/ 7166 h 102711"/>
                <a:gd name="csX107" fmla="*/ 44906 w 107489"/>
                <a:gd name="csY107" fmla="*/ 8121 h 102711"/>
                <a:gd name="csX108" fmla="*/ 45862 w 107489"/>
                <a:gd name="csY108" fmla="*/ 9077 h 102711"/>
                <a:gd name="csX109" fmla="*/ 47295 w 107489"/>
                <a:gd name="csY109" fmla="*/ 10988 h 102711"/>
                <a:gd name="csX110" fmla="*/ 49206 w 107489"/>
                <a:gd name="csY110" fmla="*/ 11943 h 102711"/>
                <a:gd name="csX111" fmla="*/ 50162 w 107489"/>
                <a:gd name="csY111" fmla="*/ 12421 h 102711"/>
                <a:gd name="csX112" fmla="*/ 51117 w 107489"/>
                <a:gd name="csY112" fmla="*/ 12421 h 102711"/>
                <a:gd name="csX113" fmla="*/ 51594 w 107489"/>
                <a:gd name="csY113" fmla="*/ 12421 h 102711"/>
                <a:gd name="csX114" fmla="*/ 52072 w 107489"/>
                <a:gd name="csY114" fmla="*/ 10988 h 102711"/>
                <a:gd name="csX115" fmla="*/ 53028 w 107489"/>
                <a:gd name="csY115" fmla="*/ 10032 h 102711"/>
                <a:gd name="csX116" fmla="*/ 54939 w 107489"/>
                <a:gd name="csY116" fmla="*/ 9077 h 102711"/>
                <a:gd name="csX117" fmla="*/ 58760 w 107489"/>
                <a:gd name="csY117" fmla="*/ 8121 h 102711"/>
                <a:gd name="csX118" fmla="*/ 61627 w 107489"/>
                <a:gd name="csY118" fmla="*/ 8121 h 102711"/>
                <a:gd name="csX119" fmla="*/ 63060 w 107489"/>
                <a:gd name="csY119" fmla="*/ 8121 h 102711"/>
                <a:gd name="csX120" fmla="*/ 64971 w 107489"/>
                <a:gd name="csY120" fmla="*/ 7166 h 102711"/>
                <a:gd name="csX121" fmla="*/ 67837 w 107489"/>
                <a:gd name="csY121" fmla="*/ 5733 h 102711"/>
                <a:gd name="csX122" fmla="*/ 71181 w 107489"/>
                <a:gd name="csY122" fmla="*/ 7644 h 102711"/>
                <a:gd name="csX123" fmla="*/ 74526 w 107489"/>
                <a:gd name="csY123" fmla="*/ 8121 h 102711"/>
                <a:gd name="csX124" fmla="*/ 77870 w 107489"/>
                <a:gd name="csY124" fmla="*/ 8121 h 102711"/>
                <a:gd name="csX125" fmla="*/ 78825 w 107489"/>
                <a:gd name="csY125" fmla="*/ 7644 h 102711"/>
                <a:gd name="csX126" fmla="*/ 79303 w 107489"/>
                <a:gd name="csY126" fmla="*/ 7166 h 102711"/>
                <a:gd name="csX127" fmla="*/ 82647 w 107489"/>
                <a:gd name="csY127" fmla="*/ 3822 h 102711"/>
                <a:gd name="csX128" fmla="*/ 87424 w 107489"/>
                <a:gd name="csY128" fmla="*/ 0 h 102711"/>
                <a:gd name="csX129" fmla="*/ 90769 w 107489"/>
                <a:gd name="csY129" fmla="*/ 5733 h 102711"/>
                <a:gd name="csX130" fmla="*/ 91724 w 107489"/>
                <a:gd name="csY130" fmla="*/ 6210 h 102711"/>
                <a:gd name="csX131" fmla="*/ 91724 w 107489"/>
                <a:gd name="csY131" fmla="*/ 6210 h 102711"/>
                <a:gd name="csX132" fmla="*/ 91246 w 107489"/>
                <a:gd name="csY132" fmla="*/ 6688 h 102711"/>
                <a:gd name="csX133" fmla="*/ 91246 w 107489"/>
                <a:gd name="csY133" fmla="*/ 7166 h 102711"/>
                <a:gd name="csX134" fmla="*/ 93157 w 107489"/>
                <a:gd name="csY134" fmla="*/ 8599 h 102711"/>
                <a:gd name="csX135" fmla="*/ 94112 w 107489"/>
                <a:gd name="csY135" fmla="*/ 8599 h 102711"/>
                <a:gd name="csX136" fmla="*/ 95546 w 107489"/>
                <a:gd name="csY136" fmla="*/ 9555 h 102711"/>
                <a:gd name="csX137" fmla="*/ 96501 w 107489"/>
                <a:gd name="csY137" fmla="*/ 10032 h 102711"/>
                <a:gd name="csX138" fmla="*/ 96501 w 107489"/>
                <a:gd name="csY138" fmla="*/ 10032 h 102711"/>
                <a:gd name="csX139" fmla="*/ 96501 w 107489"/>
                <a:gd name="csY139" fmla="*/ 10988 h 102711"/>
                <a:gd name="csX140" fmla="*/ 96024 w 107489"/>
                <a:gd name="csY140" fmla="*/ 14332 h 102711"/>
                <a:gd name="csX141" fmla="*/ 96024 w 107489"/>
                <a:gd name="csY141" fmla="*/ 15287 h 102711"/>
                <a:gd name="csX142" fmla="*/ 96979 w 107489"/>
                <a:gd name="csY142" fmla="*/ 18632 h 102711"/>
                <a:gd name="csX143" fmla="*/ 96979 w 107489"/>
                <a:gd name="csY143" fmla="*/ 19109 h 102711"/>
                <a:gd name="csX144" fmla="*/ 98412 w 107489"/>
                <a:gd name="csY144" fmla="*/ 19587 h 102711"/>
                <a:gd name="csX145" fmla="*/ 99845 w 107489"/>
                <a:gd name="csY145" fmla="*/ 23409 h 102711"/>
                <a:gd name="csX146" fmla="*/ 102234 w 107489"/>
                <a:gd name="csY146" fmla="*/ 24842 h 102711"/>
                <a:gd name="csX147" fmla="*/ 102234 w 107489"/>
                <a:gd name="csY147" fmla="*/ 24842 h 102711"/>
                <a:gd name="csX148" fmla="*/ 102712 w 107489"/>
                <a:gd name="csY148" fmla="*/ 25320 h 102711"/>
                <a:gd name="csX149" fmla="*/ 102712 w 107489"/>
                <a:gd name="csY149" fmla="*/ 25320 h 102711"/>
                <a:gd name="csX150" fmla="*/ 103189 w 107489"/>
                <a:gd name="csY150" fmla="*/ 26753 h 102711"/>
                <a:gd name="csX151" fmla="*/ 104145 w 107489"/>
                <a:gd name="csY151" fmla="*/ 28664 h 102711"/>
                <a:gd name="csX152" fmla="*/ 104145 w 107489"/>
                <a:gd name="csY152" fmla="*/ 28664 h 102711"/>
                <a:gd name="csX153" fmla="*/ 104622 w 107489"/>
                <a:gd name="csY153" fmla="*/ 29141 h 102711"/>
                <a:gd name="csX154" fmla="*/ 105100 w 107489"/>
                <a:gd name="csY154" fmla="*/ 29141 h 102711"/>
                <a:gd name="csX155" fmla="*/ 106056 w 107489"/>
                <a:gd name="csY155" fmla="*/ 31530 h 102711"/>
                <a:gd name="csX156" fmla="*/ 105578 w 107489"/>
                <a:gd name="csY156" fmla="*/ 32486 h 102711"/>
                <a:gd name="csX157" fmla="*/ 105578 w 107489"/>
                <a:gd name="csY157" fmla="*/ 32963 h 102711"/>
                <a:gd name="csX158" fmla="*/ 106056 w 107489"/>
                <a:gd name="csY158" fmla="*/ 35830 h 102711"/>
                <a:gd name="csX159" fmla="*/ 107011 w 107489"/>
                <a:gd name="csY159" fmla="*/ 38696 h 102711"/>
                <a:gd name="csX160" fmla="*/ 107011 w 107489"/>
                <a:gd name="csY160" fmla="*/ 38696 h 102711"/>
                <a:gd name="csX161" fmla="*/ 107489 w 107489"/>
                <a:gd name="csY161" fmla="*/ 42518 h 102711"/>
                <a:gd name="csX162" fmla="*/ 107489 w 107489"/>
                <a:gd name="csY162" fmla="*/ 43951 h 102711"/>
                <a:gd name="csX163" fmla="*/ 107489 w 107489"/>
                <a:gd name="csY163" fmla="*/ 44907 h 102711"/>
                <a:gd name="csX164" fmla="*/ 107011 w 107489"/>
                <a:gd name="csY164" fmla="*/ 46340 h 102711"/>
                <a:gd name="csX165" fmla="*/ 107011 w 107489"/>
                <a:gd name="csY165" fmla="*/ 46340 h 102711"/>
                <a:gd name="csX166" fmla="*/ 106533 w 107489"/>
                <a:gd name="csY166" fmla="*/ 47295 h 102711"/>
                <a:gd name="csX167" fmla="*/ 105578 w 107489"/>
                <a:gd name="csY167" fmla="*/ 47773 h 102711"/>
                <a:gd name="csX168" fmla="*/ 104622 w 107489"/>
                <a:gd name="csY168" fmla="*/ 49206 h 102711"/>
                <a:gd name="csX169" fmla="*/ 104145 w 107489"/>
                <a:gd name="csY169" fmla="*/ 50639 h 102711"/>
                <a:gd name="csX170" fmla="*/ 104145 w 107489"/>
                <a:gd name="csY170" fmla="*/ 50639 h 102711"/>
                <a:gd name="csX171" fmla="*/ 103667 w 107489"/>
                <a:gd name="csY171" fmla="*/ 51117 h 102711"/>
                <a:gd name="csX172" fmla="*/ 103667 w 107489"/>
                <a:gd name="csY172" fmla="*/ 53028 h 102711"/>
                <a:gd name="csX173" fmla="*/ 103667 w 107489"/>
                <a:gd name="csY173" fmla="*/ 53506 h 102711"/>
                <a:gd name="csX174" fmla="*/ 103667 w 107489"/>
                <a:gd name="csY174" fmla="*/ 53983 h 102711"/>
                <a:gd name="csX175" fmla="*/ 103667 w 107489"/>
                <a:gd name="csY175" fmla="*/ 53983 h 102711"/>
                <a:gd name="csX176" fmla="*/ 102234 w 107489"/>
                <a:gd name="csY176" fmla="*/ 53983 h 102711"/>
                <a:gd name="csX177" fmla="*/ 100801 w 107489"/>
                <a:gd name="csY177" fmla="*/ 54461 h 102711"/>
                <a:gd name="csX178" fmla="*/ 99845 w 107489"/>
                <a:gd name="csY178" fmla="*/ 55417 h 102711"/>
                <a:gd name="csX179" fmla="*/ 98412 w 107489"/>
                <a:gd name="csY179" fmla="*/ 56372 h 102711"/>
                <a:gd name="csX180" fmla="*/ 97456 w 107489"/>
                <a:gd name="csY180" fmla="*/ 57328 h 102711"/>
                <a:gd name="csX181" fmla="*/ 96024 w 107489"/>
                <a:gd name="csY181" fmla="*/ 60194 h 102711"/>
                <a:gd name="csX182" fmla="*/ 93635 w 107489"/>
                <a:gd name="csY182" fmla="*/ 63060 h 102711"/>
                <a:gd name="csX183" fmla="*/ 93157 w 107489"/>
                <a:gd name="csY183" fmla="*/ 63538 h 102711"/>
                <a:gd name="csX184" fmla="*/ 93157 w 107489"/>
                <a:gd name="csY184" fmla="*/ 63538 h 102711"/>
                <a:gd name="csX185" fmla="*/ 91246 w 107489"/>
                <a:gd name="csY185" fmla="*/ 64971 h 102711"/>
                <a:gd name="csX186" fmla="*/ 90290 w 107489"/>
                <a:gd name="csY186" fmla="*/ 66882 h 102711"/>
                <a:gd name="csX187" fmla="*/ 89335 w 107489"/>
                <a:gd name="csY187" fmla="*/ 69271 h 102711"/>
                <a:gd name="csX188" fmla="*/ 88858 w 107489"/>
                <a:gd name="csY188" fmla="*/ 70704 h 102711"/>
                <a:gd name="csX189" fmla="*/ 86947 w 107489"/>
                <a:gd name="csY189" fmla="*/ 73093 h 102711"/>
                <a:gd name="csX190" fmla="*/ 86469 w 107489"/>
                <a:gd name="csY190" fmla="*/ 76437 h 102711"/>
                <a:gd name="csX191" fmla="*/ 86469 w 107489"/>
                <a:gd name="csY191" fmla="*/ 83125 h 102711"/>
                <a:gd name="csX192" fmla="*/ 85991 w 107489"/>
                <a:gd name="csY192" fmla="*/ 91246 h 102711"/>
                <a:gd name="csX193" fmla="*/ 85991 w 107489"/>
                <a:gd name="csY193" fmla="*/ 94113 h 102711"/>
                <a:gd name="csX194" fmla="*/ 85991 w 107489"/>
                <a:gd name="csY194" fmla="*/ 94113 h 1027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</a:cxnLst>
              <a:rect l="l" t="t" r="r" b="b"/>
              <a:pathLst>
                <a:path w="107489" h="102711">
                  <a:moveTo>
                    <a:pt x="85991" y="94113"/>
                  </a:moveTo>
                  <a:lnTo>
                    <a:pt x="83603" y="94113"/>
                  </a:lnTo>
                  <a:lnTo>
                    <a:pt x="80258" y="94113"/>
                  </a:lnTo>
                  <a:lnTo>
                    <a:pt x="76914" y="94113"/>
                  </a:lnTo>
                  <a:lnTo>
                    <a:pt x="73092" y="94113"/>
                  </a:lnTo>
                  <a:lnTo>
                    <a:pt x="69748" y="94113"/>
                  </a:lnTo>
                  <a:lnTo>
                    <a:pt x="66404" y="94113"/>
                  </a:lnTo>
                  <a:lnTo>
                    <a:pt x="62582" y="94113"/>
                  </a:lnTo>
                  <a:lnTo>
                    <a:pt x="59238" y="94113"/>
                  </a:lnTo>
                  <a:lnTo>
                    <a:pt x="55894" y="94113"/>
                  </a:lnTo>
                  <a:lnTo>
                    <a:pt x="52072" y="94113"/>
                  </a:lnTo>
                  <a:lnTo>
                    <a:pt x="48728" y="94113"/>
                  </a:lnTo>
                  <a:lnTo>
                    <a:pt x="44906" y="94113"/>
                  </a:lnTo>
                  <a:lnTo>
                    <a:pt x="41562" y="94113"/>
                  </a:lnTo>
                  <a:lnTo>
                    <a:pt x="38218" y="94113"/>
                  </a:lnTo>
                  <a:lnTo>
                    <a:pt x="34396" y="94113"/>
                  </a:lnTo>
                  <a:lnTo>
                    <a:pt x="31052" y="94113"/>
                  </a:lnTo>
                  <a:lnTo>
                    <a:pt x="27230" y="94113"/>
                  </a:lnTo>
                  <a:lnTo>
                    <a:pt x="25319" y="94113"/>
                  </a:lnTo>
                  <a:lnTo>
                    <a:pt x="24842" y="94113"/>
                  </a:lnTo>
                  <a:lnTo>
                    <a:pt x="24842" y="94113"/>
                  </a:lnTo>
                  <a:lnTo>
                    <a:pt x="23408" y="94113"/>
                  </a:lnTo>
                  <a:lnTo>
                    <a:pt x="21975" y="95068"/>
                  </a:lnTo>
                  <a:lnTo>
                    <a:pt x="20542" y="95546"/>
                  </a:lnTo>
                  <a:lnTo>
                    <a:pt x="19109" y="95068"/>
                  </a:lnTo>
                  <a:lnTo>
                    <a:pt x="18631" y="95546"/>
                  </a:lnTo>
                  <a:lnTo>
                    <a:pt x="18631" y="95546"/>
                  </a:lnTo>
                  <a:lnTo>
                    <a:pt x="18153" y="95546"/>
                  </a:lnTo>
                  <a:lnTo>
                    <a:pt x="16721" y="95068"/>
                  </a:lnTo>
                  <a:lnTo>
                    <a:pt x="15765" y="95546"/>
                  </a:lnTo>
                  <a:lnTo>
                    <a:pt x="14809" y="96024"/>
                  </a:lnTo>
                  <a:lnTo>
                    <a:pt x="14332" y="97457"/>
                  </a:lnTo>
                  <a:lnTo>
                    <a:pt x="12898" y="98890"/>
                  </a:lnTo>
                  <a:lnTo>
                    <a:pt x="12898" y="98890"/>
                  </a:lnTo>
                  <a:lnTo>
                    <a:pt x="11465" y="99846"/>
                  </a:lnTo>
                  <a:lnTo>
                    <a:pt x="10510" y="100801"/>
                  </a:lnTo>
                  <a:lnTo>
                    <a:pt x="8599" y="102234"/>
                  </a:lnTo>
                  <a:lnTo>
                    <a:pt x="7166" y="102712"/>
                  </a:lnTo>
                  <a:lnTo>
                    <a:pt x="6688" y="102712"/>
                  </a:lnTo>
                  <a:lnTo>
                    <a:pt x="6210" y="102234"/>
                  </a:lnTo>
                  <a:lnTo>
                    <a:pt x="5733" y="100323"/>
                  </a:lnTo>
                  <a:lnTo>
                    <a:pt x="5255" y="100323"/>
                  </a:lnTo>
                  <a:lnTo>
                    <a:pt x="955" y="101279"/>
                  </a:lnTo>
                  <a:lnTo>
                    <a:pt x="0" y="101279"/>
                  </a:lnTo>
                  <a:lnTo>
                    <a:pt x="478" y="100801"/>
                  </a:lnTo>
                  <a:lnTo>
                    <a:pt x="0" y="96501"/>
                  </a:lnTo>
                  <a:lnTo>
                    <a:pt x="0" y="93635"/>
                  </a:lnTo>
                  <a:lnTo>
                    <a:pt x="478" y="92202"/>
                  </a:lnTo>
                  <a:lnTo>
                    <a:pt x="955" y="90291"/>
                  </a:lnTo>
                  <a:lnTo>
                    <a:pt x="955" y="88380"/>
                  </a:lnTo>
                  <a:lnTo>
                    <a:pt x="1433" y="85991"/>
                  </a:lnTo>
                  <a:lnTo>
                    <a:pt x="1433" y="84080"/>
                  </a:lnTo>
                  <a:lnTo>
                    <a:pt x="2389" y="78348"/>
                  </a:lnTo>
                  <a:lnTo>
                    <a:pt x="2389" y="77392"/>
                  </a:lnTo>
                  <a:lnTo>
                    <a:pt x="2866" y="74526"/>
                  </a:lnTo>
                  <a:lnTo>
                    <a:pt x="3821" y="73570"/>
                  </a:lnTo>
                  <a:lnTo>
                    <a:pt x="4299" y="73093"/>
                  </a:lnTo>
                  <a:lnTo>
                    <a:pt x="4777" y="71182"/>
                  </a:lnTo>
                  <a:lnTo>
                    <a:pt x="6210" y="68315"/>
                  </a:lnTo>
                  <a:lnTo>
                    <a:pt x="7166" y="66882"/>
                  </a:lnTo>
                  <a:lnTo>
                    <a:pt x="7166" y="64016"/>
                  </a:lnTo>
                  <a:lnTo>
                    <a:pt x="7166" y="61627"/>
                  </a:lnTo>
                  <a:lnTo>
                    <a:pt x="7644" y="61149"/>
                  </a:lnTo>
                  <a:lnTo>
                    <a:pt x="9555" y="60672"/>
                  </a:lnTo>
                  <a:lnTo>
                    <a:pt x="12421" y="58283"/>
                  </a:lnTo>
                  <a:lnTo>
                    <a:pt x="13376" y="56372"/>
                  </a:lnTo>
                  <a:lnTo>
                    <a:pt x="14809" y="54461"/>
                  </a:lnTo>
                  <a:lnTo>
                    <a:pt x="18153" y="53506"/>
                  </a:lnTo>
                  <a:lnTo>
                    <a:pt x="27230" y="45862"/>
                  </a:lnTo>
                  <a:lnTo>
                    <a:pt x="31530" y="41563"/>
                  </a:lnTo>
                  <a:lnTo>
                    <a:pt x="33441" y="39174"/>
                  </a:lnTo>
                  <a:lnTo>
                    <a:pt x="33441" y="38218"/>
                  </a:lnTo>
                  <a:lnTo>
                    <a:pt x="33919" y="37263"/>
                  </a:lnTo>
                  <a:lnTo>
                    <a:pt x="32963" y="36307"/>
                  </a:lnTo>
                  <a:lnTo>
                    <a:pt x="32485" y="35830"/>
                  </a:lnTo>
                  <a:lnTo>
                    <a:pt x="32008" y="34874"/>
                  </a:lnTo>
                  <a:lnTo>
                    <a:pt x="31052" y="34874"/>
                  </a:lnTo>
                  <a:lnTo>
                    <a:pt x="30097" y="34874"/>
                  </a:lnTo>
                  <a:lnTo>
                    <a:pt x="29141" y="34397"/>
                  </a:lnTo>
                  <a:lnTo>
                    <a:pt x="28664" y="33441"/>
                  </a:lnTo>
                  <a:lnTo>
                    <a:pt x="27708" y="32486"/>
                  </a:lnTo>
                  <a:lnTo>
                    <a:pt x="24842" y="32486"/>
                  </a:lnTo>
                  <a:lnTo>
                    <a:pt x="22931" y="31530"/>
                  </a:lnTo>
                  <a:lnTo>
                    <a:pt x="22931" y="30575"/>
                  </a:lnTo>
                  <a:lnTo>
                    <a:pt x="23886" y="27708"/>
                  </a:lnTo>
                  <a:lnTo>
                    <a:pt x="25319" y="24842"/>
                  </a:lnTo>
                  <a:lnTo>
                    <a:pt x="25319" y="23886"/>
                  </a:lnTo>
                  <a:lnTo>
                    <a:pt x="25319" y="22931"/>
                  </a:lnTo>
                  <a:lnTo>
                    <a:pt x="24842" y="22453"/>
                  </a:lnTo>
                  <a:lnTo>
                    <a:pt x="24364" y="21975"/>
                  </a:lnTo>
                  <a:lnTo>
                    <a:pt x="23408" y="21020"/>
                  </a:lnTo>
                  <a:lnTo>
                    <a:pt x="23886" y="19109"/>
                  </a:lnTo>
                  <a:lnTo>
                    <a:pt x="24842" y="16721"/>
                  </a:lnTo>
                  <a:lnTo>
                    <a:pt x="25797" y="15765"/>
                  </a:lnTo>
                  <a:lnTo>
                    <a:pt x="26753" y="14332"/>
                  </a:lnTo>
                  <a:lnTo>
                    <a:pt x="26275" y="13376"/>
                  </a:lnTo>
                  <a:lnTo>
                    <a:pt x="25319" y="12899"/>
                  </a:lnTo>
                  <a:lnTo>
                    <a:pt x="25797" y="11943"/>
                  </a:lnTo>
                  <a:lnTo>
                    <a:pt x="27230" y="10510"/>
                  </a:lnTo>
                  <a:lnTo>
                    <a:pt x="29619" y="8599"/>
                  </a:lnTo>
                  <a:lnTo>
                    <a:pt x="31530" y="7644"/>
                  </a:lnTo>
                  <a:lnTo>
                    <a:pt x="32963" y="7644"/>
                  </a:lnTo>
                  <a:lnTo>
                    <a:pt x="35352" y="8599"/>
                  </a:lnTo>
                  <a:lnTo>
                    <a:pt x="37740" y="9555"/>
                  </a:lnTo>
                  <a:lnTo>
                    <a:pt x="39174" y="9555"/>
                  </a:lnTo>
                  <a:lnTo>
                    <a:pt x="41085" y="9077"/>
                  </a:lnTo>
                  <a:lnTo>
                    <a:pt x="44428" y="7166"/>
                  </a:lnTo>
                  <a:lnTo>
                    <a:pt x="44906" y="8121"/>
                  </a:lnTo>
                  <a:lnTo>
                    <a:pt x="45862" y="9077"/>
                  </a:lnTo>
                  <a:lnTo>
                    <a:pt x="47295" y="10988"/>
                  </a:lnTo>
                  <a:lnTo>
                    <a:pt x="49206" y="11943"/>
                  </a:lnTo>
                  <a:lnTo>
                    <a:pt x="50162" y="12421"/>
                  </a:lnTo>
                  <a:lnTo>
                    <a:pt x="51117" y="12421"/>
                  </a:lnTo>
                  <a:lnTo>
                    <a:pt x="51594" y="12421"/>
                  </a:lnTo>
                  <a:lnTo>
                    <a:pt x="52072" y="10988"/>
                  </a:lnTo>
                  <a:lnTo>
                    <a:pt x="53028" y="10032"/>
                  </a:lnTo>
                  <a:lnTo>
                    <a:pt x="54939" y="9077"/>
                  </a:lnTo>
                  <a:lnTo>
                    <a:pt x="58760" y="8121"/>
                  </a:lnTo>
                  <a:lnTo>
                    <a:pt x="61627" y="8121"/>
                  </a:lnTo>
                  <a:lnTo>
                    <a:pt x="63060" y="8121"/>
                  </a:lnTo>
                  <a:lnTo>
                    <a:pt x="64971" y="7166"/>
                  </a:lnTo>
                  <a:lnTo>
                    <a:pt x="67837" y="5733"/>
                  </a:lnTo>
                  <a:lnTo>
                    <a:pt x="71181" y="7644"/>
                  </a:lnTo>
                  <a:lnTo>
                    <a:pt x="74526" y="8121"/>
                  </a:lnTo>
                  <a:lnTo>
                    <a:pt x="77870" y="8121"/>
                  </a:lnTo>
                  <a:lnTo>
                    <a:pt x="78825" y="7644"/>
                  </a:lnTo>
                  <a:lnTo>
                    <a:pt x="79303" y="7166"/>
                  </a:lnTo>
                  <a:lnTo>
                    <a:pt x="82647" y="3822"/>
                  </a:lnTo>
                  <a:lnTo>
                    <a:pt x="87424" y="0"/>
                  </a:lnTo>
                  <a:lnTo>
                    <a:pt x="90769" y="5733"/>
                  </a:lnTo>
                  <a:lnTo>
                    <a:pt x="91724" y="6210"/>
                  </a:lnTo>
                  <a:lnTo>
                    <a:pt x="91724" y="6210"/>
                  </a:lnTo>
                  <a:lnTo>
                    <a:pt x="91246" y="6688"/>
                  </a:lnTo>
                  <a:lnTo>
                    <a:pt x="91246" y="7166"/>
                  </a:lnTo>
                  <a:lnTo>
                    <a:pt x="93157" y="8599"/>
                  </a:lnTo>
                  <a:lnTo>
                    <a:pt x="94112" y="8599"/>
                  </a:lnTo>
                  <a:lnTo>
                    <a:pt x="95546" y="9555"/>
                  </a:lnTo>
                  <a:lnTo>
                    <a:pt x="96501" y="10032"/>
                  </a:lnTo>
                  <a:lnTo>
                    <a:pt x="96501" y="10032"/>
                  </a:lnTo>
                  <a:lnTo>
                    <a:pt x="96501" y="10988"/>
                  </a:lnTo>
                  <a:lnTo>
                    <a:pt x="96024" y="14332"/>
                  </a:lnTo>
                  <a:lnTo>
                    <a:pt x="96024" y="15287"/>
                  </a:lnTo>
                  <a:lnTo>
                    <a:pt x="96979" y="18632"/>
                  </a:lnTo>
                  <a:lnTo>
                    <a:pt x="96979" y="19109"/>
                  </a:lnTo>
                  <a:lnTo>
                    <a:pt x="98412" y="19587"/>
                  </a:lnTo>
                  <a:lnTo>
                    <a:pt x="99845" y="23409"/>
                  </a:lnTo>
                  <a:lnTo>
                    <a:pt x="102234" y="24842"/>
                  </a:lnTo>
                  <a:lnTo>
                    <a:pt x="102234" y="24842"/>
                  </a:lnTo>
                  <a:lnTo>
                    <a:pt x="102712" y="25320"/>
                  </a:lnTo>
                  <a:lnTo>
                    <a:pt x="102712" y="25320"/>
                  </a:lnTo>
                  <a:lnTo>
                    <a:pt x="103189" y="26753"/>
                  </a:lnTo>
                  <a:lnTo>
                    <a:pt x="104145" y="28664"/>
                  </a:lnTo>
                  <a:lnTo>
                    <a:pt x="104145" y="28664"/>
                  </a:lnTo>
                  <a:lnTo>
                    <a:pt x="104622" y="29141"/>
                  </a:lnTo>
                  <a:lnTo>
                    <a:pt x="105100" y="29141"/>
                  </a:lnTo>
                  <a:lnTo>
                    <a:pt x="106056" y="31530"/>
                  </a:lnTo>
                  <a:lnTo>
                    <a:pt x="105578" y="32486"/>
                  </a:lnTo>
                  <a:lnTo>
                    <a:pt x="105578" y="32963"/>
                  </a:lnTo>
                  <a:lnTo>
                    <a:pt x="106056" y="35830"/>
                  </a:lnTo>
                  <a:lnTo>
                    <a:pt x="107011" y="38696"/>
                  </a:lnTo>
                  <a:lnTo>
                    <a:pt x="107011" y="38696"/>
                  </a:lnTo>
                  <a:lnTo>
                    <a:pt x="107489" y="42518"/>
                  </a:lnTo>
                  <a:lnTo>
                    <a:pt x="107489" y="43951"/>
                  </a:lnTo>
                  <a:lnTo>
                    <a:pt x="107489" y="44907"/>
                  </a:lnTo>
                  <a:lnTo>
                    <a:pt x="107011" y="46340"/>
                  </a:lnTo>
                  <a:lnTo>
                    <a:pt x="107011" y="46340"/>
                  </a:lnTo>
                  <a:lnTo>
                    <a:pt x="106533" y="47295"/>
                  </a:lnTo>
                  <a:lnTo>
                    <a:pt x="105578" y="47773"/>
                  </a:lnTo>
                  <a:lnTo>
                    <a:pt x="104622" y="49206"/>
                  </a:lnTo>
                  <a:lnTo>
                    <a:pt x="104145" y="50639"/>
                  </a:lnTo>
                  <a:lnTo>
                    <a:pt x="104145" y="50639"/>
                  </a:lnTo>
                  <a:lnTo>
                    <a:pt x="103667" y="51117"/>
                  </a:lnTo>
                  <a:lnTo>
                    <a:pt x="103667" y="53028"/>
                  </a:lnTo>
                  <a:lnTo>
                    <a:pt x="103667" y="53506"/>
                  </a:lnTo>
                  <a:lnTo>
                    <a:pt x="103667" y="53983"/>
                  </a:lnTo>
                  <a:lnTo>
                    <a:pt x="103667" y="53983"/>
                  </a:lnTo>
                  <a:lnTo>
                    <a:pt x="102234" y="53983"/>
                  </a:lnTo>
                  <a:lnTo>
                    <a:pt x="100801" y="54461"/>
                  </a:lnTo>
                  <a:lnTo>
                    <a:pt x="99845" y="55417"/>
                  </a:lnTo>
                  <a:lnTo>
                    <a:pt x="98412" y="56372"/>
                  </a:lnTo>
                  <a:lnTo>
                    <a:pt x="97456" y="57328"/>
                  </a:lnTo>
                  <a:lnTo>
                    <a:pt x="96024" y="60194"/>
                  </a:lnTo>
                  <a:lnTo>
                    <a:pt x="93635" y="63060"/>
                  </a:lnTo>
                  <a:lnTo>
                    <a:pt x="93157" y="63538"/>
                  </a:lnTo>
                  <a:lnTo>
                    <a:pt x="93157" y="63538"/>
                  </a:lnTo>
                  <a:lnTo>
                    <a:pt x="91246" y="64971"/>
                  </a:lnTo>
                  <a:lnTo>
                    <a:pt x="90290" y="66882"/>
                  </a:lnTo>
                  <a:lnTo>
                    <a:pt x="89335" y="69271"/>
                  </a:lnTo>
                  <a:lnTo>
                    <a:pt x="88858" y="70704"/>
                  </a:lnTo>
                  <a:lnTo>
                    <a:pt x="86947" y="73093"/>
                  </a:lnTo>
                  <a:lnTo>
                    <a:pt x="86469" y="76437"/>
                  </a:lnTo>
                  <a:lnTo>
                    <a:pt x="86469" y="83125"/>
                  </a:lnTo>
                  <a:lnTo>
                    <a:pt x="85991" y="91246"/>
                  </a:lnTo>
                  <a:lnTo>
                    <a:pt x="85991" y="94113"/>
                  </a:lnTo>
                  <a:lnTo>
                    <a:pt x="85991" y="9411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" name="Freeform 5522">
              <a:extLst>
                <a:ext uri="{FF2B5EF4-FFF2-40B4-BE49-F238E27FC236}">
                  <a16:creationId xmlns:a16="http://schemas.microsoft.com/office/drawing/2014/main" id="{DC430191-6A6E-0F2C-D81B-E3B1B7F2758D}"/>
                </a:ext>
              </a:extLst>
            </p:cNvPr>
            <p:cNvSpPr/>
            <p:nvPr/>
          </p:nvSpPr>
          <p:spPr>
            <a:xfrm>
              <a:off x="9505076" y="4202228"/>
              <a:ext cx="477" cy="955"/>
            </a:xfrm>
            <a:custGeom>
              <a:avLst/>
              <a:gdLst>
                <a:gd name="csX0" fmla="*/ 0 w 477"/>
                <a:gd name="csY0" fmla="*/ 956 h 955"/>
                <a:gd name="csX1" fmla="*/ 0 w 477"/>
                <a:gd name="csY1" fmla="*/ 956 h 955"/>
                <a:gd name="csX2" fmla="*/ 0 w 477"/>
                <a:gd name="csY2" fmla="*/ 956 h 955"/>
                <a:gd name="csX3" fmla="*/ 0 w 477"/>
                <a:gd name="csY3" fmla="*/ 478 h 955"/>
                <a:gd name="csX4" fmla="*/ 478 w 477"/>
                <a:gd name="csY4" fmla="*/ 0 h 955"/>
                <a:gd name="csX5" fmla="*/ 478 w 477"/>
                <a:gd name="csY5" fmla="*/ 0 h 955"/>
                <a:gd name="csX6" fmla="*/ 478 w 477"/>
                <a:gd name="csY6" fmla="*/ 478 h 955"/>
                <a:gd name="csX7" fmla="*/ 0 w 477"/>
                <a:gd name="csY7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7" h="955">
                  <a:moveTo>
                    <a:pt x="0" y="956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478" y="478"/>
                  </a:lnTo>
                  <a:lnTo>
                    <a:pt x="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4" name="Freeform 5523">
              <a:extLst>
                <a:ext uri="{FF2B5EF4-FFF2-40B4-BE49-F238E27FC236}">
                  <a16:creationId xmlns:a16="http://schemas.microsoft.com/office/drawing/2014/main" id="{CDDD8D8C-4090-5843-CEF3-A94DD7480898}"/>
                </a:ext>
              </a:extLst>
            </p:cNvPr>
            <p:cNvSpPr/>
            <p:nvPr/>
          </p:nvSpPr>
          <p:spPr>
            <a:xfrm>
              <a:off x="2550291" y="2854553"/>
              <a:ext cx="755290" cy="689841"/>
            </a:xfrm>
            <a:custGeom>
              <a:avLst/>
              <a:gdLst>
                <a:gd name="csX0" fmla="*/ 537446 w 755290"/>
                <a:gd name="csY0" fmla="*/ 96024 h 689841"/>
                <a:gd name="csX1" fmla="*/ 537446 w 755290"/>
                <a:gd name="csY1" fmla="*/ 111311 h 689841"/>
                <a:gd name="csX2" fmla="*/ 537446 w 755290"/>
                <a:gd name="csY2" fmla="*/ 126121 h 689841"/>
                <a:gd name="csX3" fmla="*/ 537446 w 755290"/>
                <a:gd name="csY3" fmla="*/ 140930 h 689841"/>
                <a:gd name="csX4" fmla="*/ 537446 w 755290"/>
                <a:gd name="csY4" fmla="*/ 155740 h 689841"/>
                <a:gd name="csX5" fmla="*/ 537446 w 755290"/>
                <a:gd name="csY5" fmla="*/ 170072 h 689841"/>
                <a:gd name="csX6" fmla="*/ 537446 w 755290"/>
                <a:gd name="csY6" fmla="*/ 184404 h 689841"/>
                <a:gd name="csX7" fmla="*/ 537446 w 755290"/>
                <a:gd name="csY7" fmla="*/ 198258 h 689841"/>
                <a:gd name="csX8" fmla="*/ 537446 w 755290"/>
                <a:gd name="csY8" fmla="*/ 212112 h 689841"/>
                <a:gd name="csX9" fmla="*/ 537446 w 755290"/>
                <a:gd name="csY9" fmla="*/ 225966 h 689841"/>
                <a:gd name="csX10" fmla="*/ 537446 w 755290"/>
                <a:gd name="csY10" fmla="*/ 239342 h 689841"/>
                <a:gd name="csX11" fmla="*/ 537446 w 755290"/>
                <a:gd name="csY11" fmla="*/ 252719 h 689841"/>
                <a:gd name="csX12" fmla="*/ 537446 w 755290"/>
                <a:gd name="csY12" fmla="*/ 265618 h 689841"/>
                <a:gd name="csX13" fmla="*/ 537446 w 755290"/>
                <a:gd name="csY13" fmla="*/ 278994 h 689841"/>
                <a:gd name="csX14" fmla="*/ 537446 w 755290"/>
                <a:gd name="csY14" fmla="*/ 291893 h 689841"/>
                <a:gd name="csX15" fmla="*/ 537446 w 755290"/>
                <a:gd name="csY15" fmla="*/ 304791 h 689841"/>
                <a:gd name="csX16" fmla="*/ 537446 w 755290"/>
                <a:gd name="csY16" fmla="*/ 317212 h 689841"/>
                <a:gd name="csX17" fmla="*/ 537446 w 755290"/>
                <a:gd name="csY17" fmla="*/ 329633 h 689841"/>
                <a:gd name="csX18" fmla="*/ 537446 w 755290"/>
                <a:gd name="csY18" fmla="*/ 342054 h 689841"/>
                <a:gd name="csX19" fmla="*/ 537446 w 755290"/>
                <a:gd name="csY19" fmla="*/ 354475 h 689841"/>
                <a:gd name="csX20" fmla="*/ 537446 w 755290"/>
                <a:gd name="csY20" fmla="*/ 366419 h 689841"/>
                <a:gd name="csX21" fmla="*/ 537446 w 755290"/>
                <a:gd name="csY21" fmla="*/ 378362 h 689841"/>
                <a:gd name="csX22" fmla="*/ 537446 w 755290"/>
                <a:gd name="csY22" fmla="*/ 390305 h 689841"/>
                <a:gd name="csX23" fmla="*/ 537446 w 755290"/>
                <a:gd name="csY23" fmla="*/ 401771 h 689841"/>
                <a:gd name="csX24" fmla="*/ 537446 w 755290"/>
                <a:gd name="csY24" fmla="*/ 413236 h 689841"/>
                <a:gd name="csX25" fmla="*/ 537446 w 755290"/>
                <a:gd name="csY25" fmla="*/ 425179 h 689841"/>
                <a:gd name="csX26" fmla="*/ 537446 w 755290"/>
                <a:gd name="csY26" fmla="*/ 436167 h 689841"/>
                <a:gd name="csX27" fmla="*/ 537446 w 755290"/>
                <a:gd name="csY27" fmla="*/ 447633 h 689841"/>
                <a:gd name="csX28" fmla="*/ 537446 w 755290"/>
                <a:gd name="csY28" fmla="*/ 458620 h 689841"/>
                <a:gd name="csX29" fmla="*/ 537446 w 755290"/>
                <a:gd name="csY29" fmla="*/ 470086 h 689841"/>
                <a:gd name="csX30" fmla="*/ 537446 w 755290"/>
                <a:gd name="csY30" fmla="*/ 480596 h 689841"/>
                <a:gd name="csX31" fmla="*/ 537446 w 755290"/>
                <a:gd name="csY31" fmla="*/ 491584 h 689841"/>
                <a:gd name="csX32" fmla="*/ 537446 w 755290"/>
                <a:gd name="csY32" fmla="*/ 502571 h 689841"/>
                <a:gd name="csX33" fmla="*/ 537446 w 755290"/>
                <a:gd name="csY33" fmla="*/ 502571 h 689841"/>
                <a:gd name="csX34" fmla="*/ 541745 w 755290"/>
                <a:gd name="csY34" fmla="*/ 504005 h 689841"/>
                <a:gd name="csX35" fmla="*/ 546523 w 755290"/>
                <a:gd name="csY35" fmla="*/ 505438 h 689841"/>
                <a:gd name="csX36" fmla="*/ 547956 w 755290"/>
                <a:gd name="csY36" fmla="*/ 502571 h 689841"/>
                <a:gd name="csX37" fmla="*/ 553211 w 755290"/>
                <a:gd name="csY37" fmla="*/ 504960 h 689841"/>
                <a:gd name="csX38" fmla="*/ 557510 w 755290"/>
                <a:gd name="csY38" fmla="*/ 506871 h 689841"/>
                <a:gd name="csX39" fmla="*/ 560377 w 755290"/>
                <a:gd name="csY39" fmla="*/ 504005 h 689841"/>
                <a:gd name="csX40" fmla="*/ 562288 w 755290"/>
                <a:gd name="csY40" fmla="*/ 502571 h 689841"/>
                <a:gd name="csX41" fmla="*/ 563721 w 755290"/>
                <a:gd name="csY41" fmla="*/ 501138 h 689841"/>
                <a:gd name="csX42" fmla="*/ 567543 w 755290"/>
                <a:gd name="csY42" fmla="*/ 501138 h 689841"/>
                <a:gd name="csX43" fmla="*/ 572320 w 755290"/>
                <a:gd name="csY43" fmla="*/ 501138 h 689841"/>
                <a:gd name="csX44" fmla="*/ 575186 w 755290"/>
                <a:gd name="csY44" fmla="*/ 500661 h 689841"/>
                <a:gd name="csX45" fmla="*/ 575186 w 755290"/>
                <a:gd name="csY45" fmla="*/ 503049 h 689841"/>
                <a:gd name="csX46" fmla="*/ 574231 w 755290"/>
                <a:gd name="csY46" fmla="*/ 506871 h 689841"/>
                <a:gd name="csX47" fmla="*/ 573275 w 755290"/>
                <a:gd name="csY47" fmla="*/ 510215 h 689841"/>
                <a:gd name="csX48" fmla="*/ 576142 w 755290"/>
                <a:gd name="csY48" fmla="*/ 513559 h 689841"/>
                <a:gd name="csX49" fmla="*/ 579486 w 755290"/>
                <a:gd name="csY49" fmla="*/ 515470 h 689841"/>
                <a:gd name="csX50" fmla="*/ 582830 w 755290"/>
                <a:gd name="csY50" fmla="*/ 516903 h 689841"/>
                <a:gd name="csX51" fmla="*/ 584263 w 755290"/>
                <a:gd name="csY51" fmla="*/ 521203 h 689841"/>
                <a:gd name="csX52" fmla="*/ 587607 w 755290"/>
                <a:gd name="csY52" fmla="*/ 525025 h 689841"/>
                <a:gd name="csX53" fmla="*/ 590474 w 755290"/>
                <a:gd name="csY53" fmla="*/ 527413 h 689841"/>
                <a:gd name="csX54" fmla="*/ 590474 w 755290"/>
                <a:gd name="csY54" fmla="*/ 527413 h 689841"/>
                <a:gd name="csX55" fmla="*/ 592862 w 755290"/>
                <a:gd name="csY55" fmla="*/ 529802 h 689841"/>
                <a:gd name="csX56" fmla="*/ 596684 w 755290"/>
                <a:gd name="csY56" fmla="*/ 533624 h 689841"/>
                <a:gd name="csX57" fmla="*/ 599073 w 755290"/>
                <a:gd name="csY57" fmla="*/ 536013 h 689841"/>
                <a:gd name="csX58" fmla="*/ 602895 w 755290"/>
                <a:gd name="csY58" fmla="*/ 539357 h 689841"/>
                <a:gd name="csX59" fmla="*/ 602895 w 755290"/>
                <a:gd name="csY59" fmla="*/ 539357 h 689841"/>
                <a:gd name="csX60" fmla="*/ 604805 w 755290"/>
                <a:gd name="csY60" fmla="*/ 541268 h 689841"/>
                <a:gd name="csX61" fmla="*/ 605761 w 755290"/>
                <a:gd name="csY61" fmla="*/ 545089 h 689841"/>
                <a:gd name="csX62" fmla="*/ 607194 w 755290"/>
                <a:gd name="csY62" fmla="*/ 549389 h 689841"/>
                <a:gd name="csX63" fmla="*/ 606239 w 755290"/>
                <a:gd name="csY63" fmla="*/ 552255 h 689841"/>
                <a:gd name="csX64" fmla="*/ 606239 w 755290"/>
                <a:gd name="csY64" fmla="*/ 552255 h 689841"/>
                <a:gd name="csX65" fmla="*/ 607672 w 755290"/>
                <a:gd name="csY65" fmla="*/ 552733 h 689841"/>
                <a:gd name="csX66" fmla="*/ 608150 w 755290"/>
                <a:gd name="csY66" fmla="*/ 552733 h 689841"/>
                <a:gd name="csX67" fmla="*/ 611016 w 755290"/>
                <a:gd name="csY67" fmla="*/ 549389 h 689841"/>
                <a:gd name="csX68" fmla="*/ 613882 w 755290"/>
                <a:gd name="csY68" fmla="*/ 547478 h 689841"/>
                <a:gd name="csX69" fmla="*/ 617704 w 755290"/>
                <a:gd name="csY69" fmla="*/ 545567 h 689841"/>
                <a:gd name="csX70" fmla="*/ 620093 w 755290"/>
                <a:gd name="csY70" fmla="*/ 543656 h 689841"/>
                <a:gd name="csX71" fmla="*/ 624870 w 755290"/>
                <a:gd name="csY71" fmla="*/ 543656 h 689841"/>
                <a:gd name="csX72" fmla="*/ 627259 w 755290"/>
                <a:gd name="csY72" fmla="*/ 539357 h 689841"/>
                <a:gd name="csX73" fmla="*/ 627259 w 755290"/>
                <a:gd name="csY73" fmla="*/ 539357 h 689841"/>
                <a:gd name="csX74" fmla="*/ 627259 w 755290"/>
                <a:gd name="csY74" fmla="*/ 532668 h 689841"/>
                <a:gd name="csX75" fmla="*/ 627259 w 755290"/>
                <a:gd name="csY75" fmla="*/ 532668 h 689841"/>
                <a:gd name="csX76" fmla="*/ 629647 w 755290"/>
                <a:gd name="csY76" fmla="*/ 533146 h 689841"/>
                <a:gd name="csX77" fmla="*/ 631081 w 755290"/>
                <a:gd name="csY77" fmla="*/ 532191 h 689841"/>
                <a:gd name="csX78" fmla="*/ 631081 w 755290"/>
                <a:gd name="csY78" fmla="*/ 532191 h 689841"/>
                <a:gd name="csX79" fmla="*/ 631558 w 755290"/>
                <a:gd name="csY79" fmla="*/ 530280 h 689841"/>
                <a:gd name="csX80" fmla="*/ 630125 w 755290"/>
                <a:gd name="csY80" fmla="*/ 527413 h 689841"/>
                <a:gd name="csX81" fmla="*/ 630125 w 755290"/>
                <a:gd name="csY81" fmla="*/ 527413 h 689841"/>
                <a:gd name="csX82" fmla="*/ 634425 w 755290"/>
                <a:gd name="csY82" fmla="*/ 526458 h 689841"/>
                <a:gd name="csX83" fmla="*/ 637769 w 755290"/>
                <a:gd name="csY83" fmla="*/ 525502 h 689841"/>
                <a:gd name="csX84" fmla="*/ 642546 w 755290"/>
                <a:gd name="csY84" fmla="*/ 523114 h 689841"/>
                <a:gd name="csX85" fmla="*/ 646846 w 755290"/>
                <a:gd name="csY85" fmla="*/ 520725 h 689841"/>
                <a:gd name="csX86" fmla="*/ 648757 w 755290"/>
                <a:gd name="csY86" fmla="*/ 522636 h 689841"/>
                <a:gd name="csX87" fmla="*/ 651145 w 755290"/>
                <a:gd name="csY87" fmla="*/ 524547 h 689841"/>
                <a:gd name="csX88" fmla="*/ 655445 w 755290"/>
                <a:gd name="csY88" fmla="*/ 528369 h 689841"/>
                <a:gd name="csX89" fmla="*/ 655445 w 755290"/>
                <a:gd name="csY89" fmla="*/ 529802 h 689841"/>
                <a:gd name="csX90" fmla="*/ 655445 w 755290"/>
                <a:gd name="csY90" fmla="*/ 531713 h 689841"/>
                <a:gd name="csX91" fmla="*/ 654967 w 755290"/>
                <a:gd name="csY91" fmla="*/ 533624 h 689841"/>
                <a:gd name="csX92" fmla="*/ 657356 w 755290"/>
                <a:gd name="csY92" fmla="*/ 538879 h 689841"/>
                <a:gd name="csX93" fmla="*/ 658311 w 755290"/>
                <a:gd name="csY93" fmla="*/ 539357 h 689841"/>
                <a:gd name="csX94" fmla="*/ 660222 w 755290"/>
                <a:gd name="csY94" fmla="*/ 540312 h 689841"/>
                <a:gd name="csX95" fmla="*/ 662611 w 755290"/>
                <a:gd name="csY95" fmla="*/ 542223 h 689841"/>
                <a:gd name="csX96" fmla="*/ 663566 w 755290"/>
                <a:gd name="csY96" fmla="*/ 543656 h 689841"/>
                <a:gd name="csX97" fmla="*/ 663566 w 755290"/>
                <a:gd name="csY97" fmla="*/ 543656 h 689841"/>
                <a:gd name="csX98" fmla="*/ 667388 w 755290"/>
                <a:gd name="csY98" fmla="*/ 546045 h 689841"/>
                <a:gd name="csX99" fmla="*/ 667866 w 755290"/>
                <a:gd name="csY99" fmla="*/ 547000 h 689841"/>
                <a:gd name="csX100" fmla="*/ 668344 w 755290"/>
                <a:gd name="csY100" fmla="*/ 548911 h 689841"/>
                <a:gd name="csX101" fmla="*/ 668821 w 755290"/>
                <a:gd name="csY101" fmla="*/ 550344 h 689841"/>
                <a:gd name="csX102" fmla="*/ 669299 w 755290"/>
                <a:gd name="csY102" fmla="*/ 551300 h 689841"/>
                <a:gd name="csX103" fmla="*/ 670254 w 755290"/>
                <a:gd name="csY103" fmla="*/ 552733 h 689841"/>
                <a:gd name="csX104" fmla="*/ 671688 w 755290"/>
                <a:gd name="csY104" fmla="*/ 554166 h 689841"/>
                <a:gd name="csX105" fmla="*/ 671688 w 755290"/>
                <a:gd name="csY105" fmla="*/ 554644 h 689841"/>
                <a:gd name="csX106" fmla="*/ 674554 w 755290"/>
                <a:gd name="csY106" fmla="*/ 556555 h 689841"/>
                <a:gd name="csX107" fmla="*/ 676943 w 755290"/>
                <a:gd name="csY107" fmla="*/ 557510 h 689841"/>
                <a:gd name="csX108" fmla="*/ 679809 w 755290"/>
                <a:gd name="csY108" fmla="*/ 559421 h 689841"/>
                <a:gd name="csX109" fmla="*/ 682675 w 755290"/>
                <a:gd name="csY109" fmla="*/ 563243 h 689841"/>
                <a:gd name="csX110" fmla="*/ 685064 w 755290"/>
                <a:gd name="csY110" fmla="*/ 566587 h 689841"/>
                <a:gd name="csX111" fmla="*/ 687930 w 755290"/>
                <a:gd name="csY111" fmla="*/ 569931 h 689841"/>
                <a:gd name="csX112" fmla="*/ 687453 w 755290"/>
                <a:gd name="csY112" fmla="*/ 572320 h 689841"/>
                <a:gd name="csX113" fmla="*/ 690319 w 755290"/>
                <a:gd name="csY113" fmla="*/ 576142 h 689841"/>
                <a:gd name="csX114" fmla="*/ 693663 w 755290"/>
                <a:gd name="csY114" fmla="*/ 581397 h 689841"/>
                <a:gd name="csX115" fmla="*/ 696052 w 755290"/>
                <a:gd name="csY115" fmla="*/ 585696 h 689841"/>
                <a:gd name="csX116" fmla="*/ 697485 w 755290"/>
                <a:gd name="csY116" fmla="*/ 588085 h 689841"/>
                <a:gd name="csX117" fmla="*/ 699396 w 755290"/>
                <a:gd name="csY117" fmla="*/ 591907 h 689841"/>
                <a:gd name="csX118" fmla="*/ 701785 w 755290"/>
                <a:gd name="csY118" fmla="*/ 596206 h 689841"/>
                <a:gd name="csX119" fmla="*/ 704651 w 755290"/>
                <a:gd name="csY119" fmla="*/ 600984 h 689841"/>
                <a:gd name="csX120" fmla="*/ 707040 w 755290"/>
                <a:gd name="csY120" fmla="*/ 603850 h 689841"/>
                <a:gd name="csX121" fmla="*/ 709906 w 755290"/>
                <a:gd name="csY121" fmla="*/ 608627 h 689841"/>
                <a:gd name="csX122" fmla="*/ 711339 w 755290"/>
                <a:gd name="csY122" fmla="*/ 611016 h 689841"/>
                <a:gd name="csX123" fmla="*/ 710384 w 755290"/>
                <a:gd name="csY123" fmla="*/ 612927 h 689841"/>
                <a:gd name="csX124" fmla="*/ 708951 w 755290"/>
                <a:gd name="csY124" fmla="*/ 615316 h 689841"/>
                <a:gd name="csX125" fmla="*/ 712772 w 755290"/>
                <a:gd name="csY125" fmla="*/ 616271 h 689841"/>
                <a:gd name="csX126" fmla="*/ 715161 w 755290"/>
                <a:gd name="csY126" fmla="*/ 616749 h 689841"/>
                <a:gd name="csX127" fmla="*/ 714683 w 755290"/>
                <a:gd name="csY127" fmla="*/ 619137 h 689841"/>
                <a:gd name="csX128" fmla="*/ 713728 w 755290"/>
                <a:gd name="csY128" fmla="*/ 622482 h 689841"/>
                <a:gd name="csX129" fmla="*/ 716594 w 755290"/>
                <a:gd name="csY129" fmla="*/ 623915 h 689841"/>
                <a:gd name="csX130" fmla="*/ 718505 w 755290"/>
                <a:gd name="csY130" fmla="*/ 624392 h 689841"/>
                <a:gd name="csX131" fmla="*/ 718027 w 755290"/>
                <a:gd name="csY131" fmla="*/ 626303 h 689841"/>
                <a:gd name="csX132" fmla="*/ 718983 w 755290"/>
                <a:gd name="csY132" fmla="*/ 628214 h 689841"/>
                <a:gd name="csX133" fmla="*/ 718983 w 755290"/>
                <a:gd name="csY133" fmla="*/ 631081 h 689841"/>
                <a:gd name="csX134" fmla="*/ 718983 w 755290"/>
                <a:gd name="csY134" fmla="*/ 631558 h 689841"/>
                <a:gd name="csX135" fmla="*/ 722805 w 755290"/>
                <a:gd name="csY135" fmla="*/ 631081 h 689841"/>
                <a:gd name="csX136" fmla="*/ 724238 w 755290"/>
                <a:gd name="csY136" fmla="*/ 631081 h 689841"/>
                <a:gd name="csX137" fmla="*/ 726149 w 755290"/>
                <a:gd name="csY137" fmla="*/ 632514 h 689841"/>
                <a:gd name="csX138" fmla="*/ 729015 w 755290"/>
                <a:gd name="csY138" fmla="*/ 634425 h 689841"/>
                <a:gd name="csX139" fmla="*/ 731404 w 755290"/>
                <a:gd name="csY139" fmla="*/ 635858 h 689841"/>
                <a:gd name="csX140" fmla="*/ 733792 w 755290"/>
                <a:gd name="csY140" fmla="*/ 637291 h 689841"/>
                <a:gd name="csX141" fmla="*/ 737137 w 755290"/>
                <a:gd name="csY141" fmla="*/ 638247 h 689841"/>
                <a:gd name="csX142" fmla="*/ 740481 w 755290"/>
                <a:gd name="csY142" fmla="*/ 639680 h 689841"/>
                <a:gd name="csX143" fmla="*/ 742392 w 755290"/>
                <a:gd name="csY143" fmla="*/ 642068 h 689841"/>
                <a:gd name="csX144" fmla="*/ 745736 w 755290"/>
                <a:gd name="csY144" fmla="*/ 643024 h 689841"/>
                <a:gd name="csX145" fmla="*/ 746213 w 755290"/>
                <a:gd name="csY145" fmla="*/ 643979 h 689841"/>
                <a:gd name="csX146" fmla="*/ 747169 w 755290"/>
                <a:gd name="csY146" fmla="*/ 646846 h 689841"/>
                <a:gd name="csX147" fmla="*/ 750991 w 755290"/>
                <a:gd name="csY147" fmla="*/ 647801 h 689841"/>
                <a:gd name="csX148" fmla="*/ 753379 w 755290"/>
                <a:gd name="csY148" fmla="*/ 647323 h 689841"/>
                <a:gd name="csX149" fmla="*/ 754335 w 755290"/>
                <a:gd name="csY149" fmla="*/ 648279 h 689841"/>
                <a:gd name="csX150" fmla="*/ 754812 w 755290"/>
                <a:gd name="csY150" fmla="*/ 650190 h 689841"/>
                <a:gd name="csX151" fmla="*/ 755290 w 755290"/>
                <a:gd name="csY151" fmla="*/ 652101 h 689841"/>
                <a:gd name="csX152" fmla="*/ 754812 w 755290"/>
                <a:gd name="csY152" fmla="*/ 654012 h 689841"/>
                <a:gd name="csX153" fmla="*/ 754812 w 755290"/>
                <a:gd name="csY153" fmla="*/ 654489 h 689841"/>
                <a:gd name="csX154" fmla="*/ 753857 w 755290"/>
                <a:gd name="csY154" fmla="*/ 655923 h 689841"/>
                <a:gd name="csX155" fmla="*/ 753379 w 755290"/>
                <a:gd name="csY155" fmla="*/ 657834 h 689841"/>
                <a:gd name="csX156" fmla="*/ 752902 w 755290"/>
                <a:gd name="csY156" fmla="*/ 659744 h 689841"/>
                <a:gd name="csX157" fmla="*/ 752424 w 755290"/>
                <a:gd name="csY157" fmla="*/ 661655 h 689841"/>
                <a:gd name="csX158" fmla="*/ 752424 w 755290"/>
                <a:gd name="csY158" fmla="*/ 664044 h 689841"/>
                <a:gd name="csX159" fmla="*/ 752902 w 755290"/>
                <a:gd name="csY159" fmla="*/ 665955 h 689841"/>
                <a:gd name="csX160" fmla="*/ 754335 w 755290"/>
                <a:gd name="csY160" fmla="*/ 669299 h 689841"/>
                <a:gd name="csX161" fmla="*/ 754812 w 755290"/>
                <a:gd name="csY161" fmla="*/ 671688 h 689841"/>
                <a:gd name="csX162" fmla="*/ 754812 w 755290"/>
                <a:gd name="csY162" fmla="*/ 673121 h 689841"/>
                <a:gd name="csX163" fmla="*/ 751946 w 755290"/>
                <a:gd name="csY163" fmla="*/ 678376 h 689841"/>
                <a:gd name="csX164" fmla="*/ 750991 w 755290"/>
                <a:gd name="csY164" fmla="*/ 680764 h 689841"/>
                <a:gd name="csX165" fmla="*/ 750991 w 755290"/>
                <a:gd name="csY165" fmla="*/ 681720 h 689841"/>
                <a:gd name="csX166" fmla="*/ 749080 w 755290"/>
                <a:gd name="csY166" fmla="*/ 684586 h 689841"/>
                <a:gd name="csX167" fmla="*/ 745736 w 755290"/>
                <a:gd name="csY167" fmla="*/ 687930 h 689841"/>
                <a:gd name="csX168" fmla="*/ 745736 w 755290"/>
                <a:gd name="csY168" fmla="*/ 687930 h 689841"/>
                <a:gd name="csX169" fmla="*/ 743825 w 755290"/>
                <a:gd name="csY169" fmla="*/ 689841 h 689841"/>
                <a:gd name="csX170" fmla="*/ 743347 w 755290"/>
                <a:gd name="csY170" fmla="*/ 689364 h 689841"/>
                <a:gd name="csX171" fmla="*/ 738570 w 755290"/>
                <a:gd name="csY171" fmla="*/ 688886 h 689841"/>
                <a:gd name="csX172" fmla="*/ 736659 w 755290"/>
                <a:gd name="csY172" fmla="*/ 684109 h 689841"/>
                <a:gd name="csX173" fmla="*/ 736181 w 755290"/>
                <a:gd name="csY173" fmla="*/ 680764 h 689841"/>
                <a:gd name="csX174" fmla="*/ 734748 w 755290"/>
                <a:gd name="csY174" fmla="*/ 677898 h 689841"/>
                <a:gd name="csX175" fmla="*/ 734748 w 755290"/>
                <a:gd name="csY175" fmla="*/ 676943 h 689841"/>
                <a:gd name="csX176" fmla="*/ 735703 w 755290"/>
                <a:gd name="csY176" fmla="*/ 675032 h 689841"/>
                <a:gd name="csX177" fmla="*/ 740481 w 755290"/>
                <a:gd name="csY177" fmla="*/ 673121 h 689841"/>
                <a:gd name="csX178" fmla="*/ 740481 w 755290"/>
                <a:gd name="csY178" fmla="*/ 672643 h 689841"/>
                <a:gd name="csX179" fmla="*/ 739047 w 755290"/>
                <a:gd name="csY179" fmla="*/ 672165 h 689841"/>
                <a:gd name="csX180" fmla="*/ 738570 w 755290"/>
                <a:gd name="csY180" fmla="*/ 671210 h 689841"/>
                <a:gd name="csX181" fmla="*/ 738092 w 755290"/>
                <a:gd name="csY181" fmla="*/ 667866 h 689841"/>
                <a:gd name="csX182" fmla="*/ 738092 w 755290"/>
                <a:gd name="csY182" fmla="*/ 664999 h 689841"/>
                <a:gd name="csX183" fmla="*/ 738092 w 755290"/>
                <a:gd name="csY183" fmla="*/ 663089 h 689841"/>
                <a:gd name="csX184" fmla="*/ 737137 w 755290"/>
                <a:gd name="csY184" fmla="*/ 659267 h 689841"/>
                <a:gd name="csX185" fmla="*/ 736181 w 755290"/>
                <a:gd name="csY185" fmla="*/ 656878 h 689841"/>
                <a:gd name="csX186" fmla="*/ 732837 w 755290"/>
                <a:gd name="csY186" fmla="*/ 652101 h 689841"/>
                <a:gd name="csX187" fmla="*/ 732837 w 755290"/>
                <a:gd name="csY187" fmla="*/ 650668 h 689841"/>
                <a:gd name="csX188" fmla="*/ 734270 w 755290"/>
                <a:gd name="csY188" fmla="*/ 649234 h 689841"/>
                <a:gd name="csX189" fmla="*/ 734748 w 755290"/>
                <a:gd name="csY189" fmla="*/ 647801 h 689841"/>
                <a:gd name="csX190" fmla="*/ 729971 w 755290"/>
                <a:gd name="csY190" fmla="*/ 650190 h 689841"/>
                <a:gd name="csX191" fmla="*/ 722805 w 755290"/>
                <a:gd name="csY191" fmla="*/ 653056 h 689841"/>
                <a:gd name="csX192" fmla="*/ 719938 w 755290"/>
                <a:gd name="csY192" fmla="*/ 654489 h 689841"/>
                <a:gd name="csX193" fmla="*/ 719461 w 755290"/>
                <a:gd name="csY193" fmla="*/ 655445 h 689841"/>
                <a:gd name="csX194" fmla="*/ 718983 w 755290"/>
                <a:gd name="csY194" fmla="*/ 655923 h 689841"/>
                <a:gd name="csX195" fmla="*/ 719938 w 755290"/>
                <a:gd name="csY195" fmla="*/ 657834 h 689841"/>
                <a:gd name="csX196" fmla="*/ 719461 w 755290"/>
                <a:gd name="csY196" fmla="*/ 658311 h 689841"/>
                <a:gd name="csX197" fmla="*/ 718983 w 755290"/>
                <a:gd name="csY197" fmla="*/ 659267 h 689841"/>
                <a:gd name="csX198" fmla="*/ 718505 w 755290"/>
                <a:gd name="csY198" fmla="*/ 662133 h 689841"/>
                <a:gd name="csX199" fmla="*/ 717072 w 755290"/>
                <a:gd name="csY199" fmla="*/ 664999 h 689841"/>
                <a:gd name="csX200" fmla="*/ 716116 w 755290"/>
                <a:gd name="csY200" fmla="*/ 665477 h 689841"/>
                <a:gd name="csX201" fmla="*/ 713250 w 755290"/>
                <a:gd name="csY201" fmla="*/ 664522 h 689841"/>
                <a:gd name="csX202" fmla="*/ 712772 w 755290"/>
                <a:gd name="csY202" fmla="*/ 663566 h 689841"/>
                <a:gd name="csX203" fmla="*/ 711339 w 755290"/>
                <a:gd name="csY203" fmla="*/ 659744 h 689841"/>
                <a:gd name="csX204" fmla="*/ 711817 w 755290"/>
                <a:gd name="csY204" fmla="*/ 658789 h 689841"/>
                <a:gd name="csX205" fmla="*/ 712772 w 755290"/>
                <a:gd name="csY205" fmla="*/ 657834 h 689841"/>
                <a:gd name="csX206" fmla="*/ 713728 w 755290"/>
                <a:gd name="csY206" fmla="*/ 655923 h 689841"/>
                <a:gd name="csX207" fmla="*/ 715639 w 755290"/>
                <a:gd name="csY207" fmla="*/ 653056 h 689841"/>
                <a:gd name="csX208" fmla="*/ 718983 w 755290"/>
                <a:gd name="csY208" fmla="*/ 645413 h 689841"/>
                <a:gd name="csX209" fmla="*/ 720894 w 755290"/>
                <a:gd name="csY209" fmla="*/ 645413 h 689841"/>
                <a:gd name="csX210" fmla="*/ 724716 w 755290"/>
                <a:gd name="csY210" fmla="*/ 643979 h 689841"/>
                <a:gd name="csX211" fmla="*/ 718983 w 755290"/>
                <a:gd name="csY211" fmla="*/ 643024 h 689841"/>
                <a:gd name="csX212" fmla="*/ 718027 w 755290"/>
                <a:gd name="csY212" fmla="*/ 642546 h 689841"/>
                <a:gd name="csX213" fmla="*/ 717072 w 755290"/>
                <a:gd name="csY213" fmla="*/ 641591 h 689841"/>
                <a:gd name="csX214" fmla="*/ 716594 w 755290"/>
                <a:gd name="csY214" fmla="*/ 640157 h 689841"/>
                <a:gd name="csX215" fmla="*/ 715161 w 755290"/>
                <a:gd name="csY215" fmla="*/ 638247 h 689841"/>
                <a:gd name="csX216" fmla="*/ 713250 w 755290"/>
                <a:gd name="csY216" fmla="*/ 637769 h 689841"/>
                <a:gd name="csX217" fmla="*/ 712295 w 755290"/>
                <a:gd name="csY217" fmla="*/ 636813 h 689841"/>
                <a:gd name="csX218" fmla="*/ 710861 w 755290"/>
                <a:gd name="csY218" fmla="*/ 634425 h 689841"/>
                <a:gd name="csX219" fmla="*/ 709906 w 755290"/>
                <a:gd name="csY219" fmla="*/ 633469 h 689841"/>
                <a:gd name="csX220" fmla="*/ 708951 w 755290"/>
                <a:gd name="csY220" fmla="*/ 632514 h 689841"/>
                <a:gd name="csX221" fmla="*/ 708951 w 755290"/>
                <a:gd name="csY221" fmla="*/ 631081 h 689841"/>
                <a:gd name="csX222" fmla="*/ 708473 w 755290"/>
                <a:gd name="csY222" fmla="*/ 630125 h 689841"/>
                <a:gd name="csX223" fmla="*/ 707040 w 755290"/>
                <a:gd name="csY223" fmla="*/ 629648 h 689841"/>
                <a:gd name="csX224" fmla="*/ 706084 w 755290"/>
                <a:gd name="csY224" fmla="*/ 629170 h 689841"/>
                <a:gd name="csX225" fmla="*/ 706084 w 755290"/>
                <a:gd name="csY225" fmla="*/ 625348 h 689841"/>
                <a:gd name="csX226" fmla="*/ 703218 w 755290"/>
                <a:gd name="csY226" fmla="*/ 624392 h 689841"/>
                <a:gd name="csX227" fmla="*/ 701785 w 755290"/>
                <a:gd name="csY227" fmla="*/ 623437 h 689841"/>
                <a:gd name="csX228" fmla="*/ 699874 w 755290"/>
                <a:gd name="csY228" fmla="*/ 621048 h 689841"/>
                <a:gd name="csX229" fmla="*/ 699396 w 755290"/>
                <a:gd name="csY229" fmla="*/ 620093 h 689841"/>
                <a:gd name="csX230" fmla="*/ 698918 w 755290"/>
                <a:gd name="csY230" fmla="*/ 619137 h 689841"/>
                <a:gd name="csX231" fmla="*/ 699396 w 755290"/>
                <a:gd name="csY231" fmla="*/ 616271 h 689841"/>
                <a:gd name="csX232" fmla="*/ 699396 w 755290"/>
                <a:gd name="csY232" fmla="*/ 615793 h 689841"/>
                <a:gd name="csX233" fmla="*/ 697485 w 755290"/>
                <a:gd name="csY233" fmla="*/ 616271 h 689841"/>
                <a:gd name="csX234" fmla="*/ 686497 w 755290"/>
                <a:gd name="csY234" fmla="*/ 611971 h 689841"/>
                <a:gd name="csX235" fmla="*/ 686975 w 755290"/>
                <a:gd name="csY235" fmla="*/ 606239 h 689841"/>
                <a:gd name="csX236" fmla="*/ 685064 w 755290"/>
                <a:gd name="csY236" fmla="*/ 599073 h 689841"/>
                <a:gd name="csX237" fmla="*/ 683153 w 755290"/>
                <a:gd name="csY237" fmla="*/ 596206 h 689841"/>
                <a:gd name="csX238" fmla="*/ 683631 w 755290"/>
                <a:gd name="csY238" fmla="*/ 594773 h 689841"/>
                <a:gd name="csX239" fmla="*/ 684109 w 755290"/>
                <a:gd name="csY239" fmla="*/ 594295 h 689841"/>
                <a:gd name="csX240" fmla="*/ 685064 w 755290"/>
                <a:gd name="csY240" fmla="*/ 594295 h 689841"/>
                <a:gd name="csX241" fmla="*/ 688886 w 755290"/>
                <a:gd name="csY241" fmla="*/ 596684 h 689841"/>
                <a:gd name="csX242" fmla="*/ 693185 w 755290"/>
                <a:gd name="csY242" fmla="*/ 599073 h 689841"/>
                <a:gd name="csX243" fmla="*/ 693663 w 755290"/>
                <a:gd name="csY243" fmla="*/ 598595 h 689841"/>
                <a:gd name="csX244" fmla="*/ 687453 w 755290"/>
                <a:gd name="csY244" fmla="*/ 593340 h 689841"/>
                <a:gd name="csX245" fmla="*/ 685542 w 755290"/>
                <a:gd name="csY245" fmla="*/ 591429 h 689841"/>
                <a:gd name="csX246" fmla="*/ 685064 w 755290"/>
                <a:gd name="csY246" fmla="*/ 589518 h 689841"/>
                <a:gd name="csX247" fmla="*/ 685064 w 755290"/>
                <a:gd name="csY247" fmla="*/ 588563 h 689841"/>
                <a:gd name="csX248" fmla="*/ 685542 w 755290"/>
                <a:gd name="csY248" fmla="*/ 588085 h 689841"/>
                <a:gd name="csX249" fmla="*/ 691752 w 755290"/>
                <a:gd name="csY249" fmla="*/ 588563 h 689841"/>
                <a:gd name="csX250" fmla="*/ 692230 w 755290"/>
                <a:gd name="csY250" fmla="*/ 588085 h 689841"/>
                <a:gd name="csX251" fmla="*/ 686019 w 755290"/>
                <a:gd name="csY251" fmla="*/ 586652 h 689841"/>
                <a:gd name="csX252" fmla="*/ 684586 w 755290"/>
                <a:gd name="csY252" fmla="*/ 586652 h 689841"/>
                <a:gd name="csX253" fmla="*/ 683631 w 755290"/>
                <a:gd name="csY253" fmla="*/ 589041 h 689841"/>
                <a:gd name="csX254" fmla="*/ 682675 w 755290"/>
                <a:gd name="csY254" fmla="*/ 589518 h 689841"/>
                <a:gd name="csX255" fmla="*/ 681720 w 755290"/>
                <a:gd name="csY255" fmla="*/ 589041 h 689841"/>
                <a:gd name="csX256" fmla="*/ 681242 w 755290"/>
                <a:gd name="csY256" fmla="*/ 589041 h 689841"/>
                <a:gd name="csX257" fmla="*/ 679809 w 755290"/>
                <a:gd name="csY257" fmla="*/ 586174 h 689841"/>
                <a:gd name="csX258" fmla="*/ 678376 w 755290"/>
                <a:gd name="csY258" fmla="*/ 584263 h 689841"/>
                <a:gd name="csX259" fmla="*/ 675509 w 755290"/>
                <a:gd name="csY259" fmla="*/ 581397 h 689841"/>
                <a:gd name="csX260" fmla="*/ 675032 w 755290"/>
                <a:gd name="csY260" fmla="*/ 579486 h 689841"/>
                <a:gd name="csX261" fmla="*/ 674554 w 755290"/>
                <a:gd name="csY261" fmla="*/ 576620 h 689841"/>
                <a:gd name="csX262" fmla="*/ 675032 w 755290"/>
                <a:gd name="csY262" fmla="*/ 573753 h 689841"/>
                <a:gd name="csX263" fmla="*/ 677420 w 755290"/>
                <a:gd name="csY263" fmla="*/ 568020 h 689841"/>
                <a:gd name="csX264" fmla="*/ 678376 w 755290"/>
                <a:gd name="csY264" fmla="*/ 566587 h 689841"/>
                <a:gd name="csX265" fmla="*/ 678376 w 755290"/>
                <a:gd name="csY265" fmla="*/ 566109 h 689841"/>
                <a:gd name="csX266" fmla="*/ 677898 w 755290"/>
                <a:gd name="csY266" fmla="*/ 566109 h 689841"/>
                <a:gd name="csX267" fmla="*/ 676943 w 755290"/>
                <a:gd name="csY267" fmla="*/ 566587 h 689841"/>
                <a:gd name="csX268" fmla="*/ 675509 w 755290"/>
                <a:gd name="csY268" fmla="*/ 569454 h 689841"/>
                <a:gd name="csX269" fmla="*/ 673598 w 755290"/>
                <a:gd name="csY269" fmla="*/ 574231 h 689841"/>
                <a:gd name="csX270" fmla="*/ 671688 w 755290"/>
                <a:gd name="csY270" fmla="*/ 576142 h 689841"/>
                <a:gd name="csX271" fmla="*/ 670732 w 755290"/>
                <a:gd name="csY271" fmla="*/ 575664 h 689841"/>
                <a:gd name="csX272" fmla="*/ 669299 w 755290"/>
                <a:gd name="csY272" fmla="*/ 573753 h 689841"/>
                <a:gd name="csX273" fmla="*/ 666433 w 755290"/>
                <a:gd name="csY273" fmla="*/ 571364 h 689841"/>
                <a:gd name="csX274" fmla="*/ 663088 w 755290"/>
                <a:gd name="csY274" fmla="*/ 570887 h 689841"/>
                <a:gd name="csX275" fmla="*/ 660700 w 755290"/>
                <a:gd name="csY275" fmla="*/ 568498 h 689841"/>
                <a:gd name="csX276" fmla="*/ 657356 w 755290"/>
                <a:gd name="csY276" fmla="*/ 561810 h 689841"/>
                <a:gd name="csX277" fmla="*/ 656878 w 755290"/>
                <a:gd name="csY277" fmla="*/ 557988 h 689841"/>
                <a:gd name="csX278" fmla="*/ 656400 w 755290"/>
                <a:gd name="csY278" fmla="*/ 557510 h 689841"/>
                <a:gd name="csX279" fmla="*/ 654489 w 755290"/>
                <a:gd name="csY279" fmla="*/ 556077 h 689841"/>
                <a:gd name="csX280" fmla="*/ 653534 w 755290"/>
                <a:gd name="csY280" fmla="*/ 554644 h 689841"/>
                <a:gd name="csX281" fmla="*/ 652101 w 755290"/>
                <a:gd name="csY281" fmla="*/ 546522 h 689841"/>
                <a:gd name="csX282" fmla="*/ 649712 w 755290"/>
                <a:gd name="csY282" fmla="*/ 540790 h 689841"/>
                <a:gd name="csX283" fmla="*/ 649234 w 755290"/>
                <a:gd name="csY283" fmla="*/ 537446 h 689841"/>
                <a:gd name="csX284" fmla="*/ 649234 w 755290"/>
                <a:gd name="csY284" fmla="*/ 534579 h 689841"/>
                <a:gd name="csX285" fmla="*/ 648757 w 755290"/>
                <a:gd name="csY285" fmla="*/ 534102 h 689841"/>
                <a:gd name="csX286" fmla="*/ 648279 w 755290"/>
                <a:gd name="csY286" fmla="*/ 536490 h 689841"/>
                <a:gd name="csX287" fmla="*/ 647801 w 755290"/>
                <a:gd name="csY287" fmla="*/ 537923 h 689841"/>
                <a:gd name="csX288" fmla="*/ 646368 w 755290"/>
                <a:gd name="csY288" fmla="*/ 538401 h 689841"/>
                <a:gd name="csX289" fmla="*/ 647801 w 755290"/>
                <a:gd name="csY289" fmla="*/ 540790 h 689841"/>
                <a:gd name="csX290" fmla="*/ 648279 w 755290"/>
                <a:gd name="csY290" fmla="*/ 541745 h 689841"/>
                <a:gd name="csX291" fmla="*/ 647801 w 755290"/>
                <a:gd name="csY291" fmla="*/ 541745 h 689841"/>
                <a:gd name="csX292" fmla="*/ 646368 w 755290"/>
                <a:gd name="csY292" fmla="*/ 542223 h 689841"/>
                <a:gd name="csX293" fmla="*/ 648757 w 755290"/>
                <a:gd name="csY293" fmla="*/ 546045 h 689841"/>
                <a:gd name="csX294" fmla="*/ 649712 w 755290"/>
                <a:gd name="csY294" fmla="*/ 552255 h 689841"/>
                <a:gd name="csX295" fmla="*/ 651145 w 755290"/>
                <a:gd name="csY295" fmla="*/ 557033 h 689841"/>
                <a:gd name="csX296" fmla="*/ 652101 w 755290"/>
                <a:gd name="csY296" fmla="*/ 560854 h 689841"/>
                <a:gd name="csX297" fmla="*/ 652578 w 755290"/>
                <a:gd name="csY297" fmla="*/ 563721 h 689841"/>
                <a:gd name="csX298" fmla="*/ 653056 w 755290"/>
                <a:gd name="csY298" fmla="*/ 566109 h 689841"/>
                <a:gd name="csX299" fmla="*/ 654967 w 755290"/>
                <a:gd name="csY299" fmla="*/ 572320 h 689841"/>
                <a:gd name="csX300" fmla="*/ 655445 w 755290"/>
                <a:gd name="csY300" fmla="*/ 573275 h 689841"/>
                <a:gd name="csX301" fmla="*/ 654967 w 755290"/>
                <a:gd name="csY301" fmla="*/ 574231 h 689841"/>
                <a:gd name="csX302" fmla="*/ 654489 w 755290"/>
                <a:gd name="csY302" fmla="*/ 575664 h 689841"/>
                <a:gd name="csX303" fmla="*/ 653534 w 755290"/>
                <a:gd name="csY303" fmla="*/ 576142 h 689841"/>
                <a:gd name="csX304" fmla="*/ 650190 w 755290"/>
                <a:gd name="csY304" fmla="*/ 575186 h 689841"/>
                <a:gd name="csX305" fmla="*/ 649234 w 755290"/>
                <a:gd name="csY305" fmla="*/ 573753 h 689841"/>
                <a:gd name="csX306" fmla="*/ 647323 w 755290"/>
                <a:gd name="csY306" fmla="*/ 570887 h 689841"/>
                <a:gd name="csX307" fmla="*/ 644935 w 755290"/>
                <a:gd name="csY307" fmla="*/ 569931 h 689841"/>
                <a:gd name="csX308" fmla="*/ 638724 w 755290"/>
                <a:gd name="csY308" fmla="*/ 570409 h 689841"/>
                <a:gd name="csX309" fmla="*/ 638247 w 755290"/>
                <a:gd name="csY309" fmla="*/ 569931 h 689841"/>
                <a:gd name="csX310" fmla="*/ 638247 w 755290"/>
                <a:gd name="csY310" fmla="*/ 568020 h 689841"/>
                <a:gd name="csX311" fmla="*/ 639202 w 755290"/>
                <a:gd name="csY311" fmla="*/ 564199 h 689841"/>
                <a:gd name="csX312" fmla="*/ 638724 w 755290"/>
                <a:gd name="csY312" fmla="*/ 562288 h 689841"/>
                <a:gd name="csX313" fmla="*/ 635380 w 755290"/>
                <a:gd name="csY313" fmla="*/ 556555 h 689841"/>
                <a:gd name="csX314" fmla="*/ 635380 w 755290"/>
                <a:gd name="csY314" fmla="*/ 555599 h 689841"/>
                <a:gd name="csX315" fmla="*/ 639680 w 755290"/>
                <a:gd name="csY315" fmla="*/ 552733 h 689841"/>
                <a:gd name="csX316" fmla="*/ 637769 w 755290"/>
                <a:gd name="csY316" fmla="*/ 552733 h 689841"/>
                <a:gd name="csX317" fmla="*/ 635858 w 755290"/>
                <a:gd name="csY317" fmla="*/ 553688 h 689841"/>
                <a:gd name="csX318" fmla="*/ 635380 w 755290"/>
                <a:gd name="csY318" fmla="*/ 552733 h 689841"/>
                <a:gd name="csX319" fmla="*/ 634425 w 755290"/>
                <a:gd name="csY319" fmla="*/ 549389 h 689841"/>
                <a:gd name="csX320" fmla="*/ 633947 w 755290"/>
                <a:gd name="csY320" fmla="*/ 547956 h 689841"/>
                <a:gd name="csX321" fmla="*/ 633469 w 755290"/>
                <a:gd name="csY321" fmla="*/ 547478 h 689841"/>
                <a:gd name="csX322" fmla="*/ 632991 w 755290"/>
                <a:gd name="csY322" fmla="*/ 551300 h 689841"/>
                <a:gd name="csX323" fmla="*/ 633947 w 755290"/>
                <a:gd name="csY323" fmla="*/ 552733 h 689841"/>
                <a:gd name="csX324" fmla="*/ 633947 w 755290"/>
                <a:gd name="csY324" fmla="*/ 554166 h 689841"/>
                <a:gd name="csX325" fmla="*/ 633947 w 755290"/>
                <a:gd name="csY325" fmla="*/ 555599 h 689841"/>
                <a:gd name="csX326" fmla="*/ 633469 w 755290"/>
                <a:gd name="csY326" fmla="*/ 556555 h 689841"/>
                <a:gd name="csX327" fmla="*/ 632514 w 755290"/>
                <a:gd name="csY327" fmla="*/ 557033 h 689841"/>
                <a:gd name="csX328" fmla="*/ 632036 w 755290"/>
                <a:gd name="csY328" fmla="*/ 557510 h 689841"/>
                <a:gd name="csX329" fmla="*/ 630603 w 755290"/>
                <a:gd name="csY329" fmla="*/ 556555 h 689841"/>
                <a:gd name="csX330" fmla="*/ 628692 w 755290"/>
                <a:gd name="csY330" fmla="*/ 555122 h 689841"/>
                <a:gd name="csX331" fmla="*/ 627259 w 755290"/>
                <a:gd name="csY331" fmla="*/ 554644 h 689841"/>
                <a:gd name="csX332" fmla="*/ 626781 w 755290"/>
                <a:gd name="csY332" fmla="*/ 554166 h 689841"/>
                <a:gd name="csX333" fmla="*/ 626303 w 755290"/>
                <a:gd name="csY333" fmla="*/ 552255 h 689841"/>
                <a:gd name="csX334" fmla="*/ 625348 w 755290"/>
                <a:gd name="csY334" fmla="*/ 551300 h 689841"/>
                <a:gd name="csX335" fmla="*/ 620093 w 755290"/>
                <a:gd name="csY335" fmla="*/ 549867 h 689841"/>
                <a:gd name="csX336" fmla="*/ 616749 w 755290"/>
                <a:gd name="csY336" fmla="*/ 547956 h 689841"/>
                <a:gd name="csX337" fmla="*/ 616749 w 755290"/>
                <a:gd name="csY337" fmla="*/ 548434 h 689841"/>
                <a:gd name="csX338" fmla="*/ 617704 w 755290"/>
                <a:gd name="csY338" fmla="*/ 550344 h 689841"/>
                <a:gd name="csX339" fmla="*/ 617704 w 755290"/>
                <a:gd name="csY339" fmla="*/ 551300 h 689841"/>
                <a:gd name="csX340" fmla="*/ 616749 w 755290"/>
                <a:gd name="csY340" fmla="*/ 551778 h 689841"/>
                <a:gd name="csX341" fmla="*/ 615316 w 755290"/>
                <a:gd name="csY341" fmla="*/ 553688 h 689841"/>
                <a:gd name="csX342" fmla="*/ 615793 w 755290"/>
                <a:gd name="csY342" fmla="*/ 553688 h 689841"/>
                <a:gd name="csX343" fmla="*/ 617226 w 755290"/>
                <a:gd name="csY343" fmla="*/ 553211 h 689841"/>
                <a:gd name="csX344" fmla="*/ 619137 w 755290"/>
                <a:gd name="csY344" fmla="*/ 553211 h 689841"/>
                <a:gd name="csX345" fmla="*/ 621526 w 755290"/>
                <a:gd name="csY345" fmla="*/ 554644 h 689841"/>
                <a:gd name="csX346" fmla="*/ 624392 w 755290"/>
                <a:gd name="csY346" fmla="*/ 556077 h 689841"/>
                <a:gd name="csX347" fmla="*/ 625348 w 755290"/>
                <a:gd name="csY347" fmla="*/ 556555 h 689841"/>
                <a:gd name="csX348" fmla="*/ 625348 w 755290"/>
                <a:gd name="csY348" fmla="*/ 557988 h 689841"/>
                <a:gd name="csX349" fmla="*/ 625826 w 755290"/>
                <a:gd name="csY349" fmla="*/ 558466 h 689841"/>
                <a:gd name="csX350" fmla="*/ 628214 w 755290"/>
                <a:gd name="csY350" fmla="*/ 559899 h 689841"/>
                <a:gd name="csX351" fmla="*/ 628214 w 755290"/>
                <a:gd name="csY351" fmla="*/ 560377 h 689841"/>
                <a:gd name="csX352" fmla="*/ 626781 w 755290"/>
                <a:gd name="csY352" fmla="*/ 562765 h 689841"/>
                <a:gd name="csX353" fmla="*/ 630125 w 755290"/>
                <a:gd name="csY353" fmla="*/ 562288 h 689841"/>
                <a:gd name="csX354" fmla="*/ 632036 w 755290"/>
                <a:gd name="csY354" fmla="*/ 563243 h 689841"/>
                <a:gd name="csX355" fmla="*/ 634425 w 755290"/>
                <a:gd name="csY355" fmla="*/ 566587 h 689841"/>
                <a:gd name="csX356" fmla="*/ 634902 w 755290"/>
                <a:gd name="csY356" fmla="*/ 568498 h 689841"/>
                <a:gd name="csX357" fmla="*/ 635380 w 755290"/>
                <a:gd name="csY357" fmla="*/ 570887 h 689841"/>
                <a:gd name="csX358" fmla="*/ 634902 w 755290"/>
                <a:gd name="csY358" fmla="*/ 571364 h 689841"/>
                <a:gd name="csX359" fmla="*/ 633947 w 755290"/>
                <a:gd name="csY359" fmla="*/ 571842 h 689841"/>
                <a:gd name="csX360" fmla="*/ 627259 w 755290"/>
                <a:gd name="csY360" fmla="*/ 572798 h 689841"/>
                <a:gd name="csX361" fmla="*/ 624870 w 755290"/>
                <a:gd name="csY361" fmla="*/ 575664 h 689841"/>
                <a:gd name="csX362" fmla="*/ 624392 w 755290"/>
                <a:gd name="csY362" fmla="*/ 575664 h 689841"/>
                <a:gd name="csX363" fmla="*/ 622481 w 755290"/>
                <a:gd name="csY363" fmla="*/ 574709 h 689841"/>
                <a:gd name="csX364" fmla="*/ 619137 w 755290"/>
                <a:gd name="csY364" fmla="*/ 572320 h 689841"/>
                <a:gd name="csX365" fmla="*/ 615316 w 755290"/>
                <a:gd name="csY365" fmla="*/ 570409 h 689841"/>
                <a:gd name="csX366" fmla="*/ 605761 w 755290"/>
                <a:gd name="csY366" fmla="*/ 563721 h 689841"/>
                <a:gd name="csX367" fmla="*/ 605283 w 755290"/>
                <a:gd name="csY367" fmla="*/ 563721 h 689841"/>
                <a:gd name="csX368" fmla="*/ 605283 w 755290"/>
                <a:gd name="csY368" fmla="*/ 562288 h 689841"/>
                <a:gd name="csX369" fmla="*/ 604805 w 755290"/>
                <a:gd name="csY369" fmla="*/ 561810 h 689841"/>
                <a:gd name="csX370" fmla="*/ 603372 w 755290"/>
                <a:gd name="csY370" fmla="*/ 561332 h 689841"/>
                <a:gd name="csX371" fmla="*/ 601461 w 755290"/>
                <a:gd name="csY371" fmla="*/ 559421 h 689841"/>
                <a:gd name="csX372" fmla="*/ 599550 w 755290"/>
                <a:gd name="csY372" fmla="*/ 556555 h 689841"/>
                <a:gd name="csX373" fmla="*/ 598117 w 755290"/>
                <a:gd name="csY373" fmla="*/ 554644 h 689841"/>
                <a:gd name="csX374" fmla="*/ 597640 w 755290"/>
                <a:gd name="csY374" fmla="*/ 553211 h 689841"/>
                <a:gd name="csX375" fmla="*/ 596206 w 755290"/>
                <a:gd name="csY375" fmla="*/ 551300 h 689841"/>
                <a:gd name="csX376" fmla="*/ 591907 w 755290"/>
                <a:gd name="csY376" fmla="*/ 547478 h 689841"/>
                <a:gd name="csX377" fmla="*/ 589518 w 755290"/>
                <a:gd name="csY377" fmla="*/ 546045 h 689841"/>
                <a:gd name="csX378" fmla="*/ 587607 w 755290"/>
                <a:gd name="csY378" fmla="*/ 545089 h 689841"/>
                <a:gd name="csX379" fmla="*/ 586174 w 755290"/>
                <a:gd name="csY379" fmla="*/ 545089 h 689841"/>
                <a:gd name="csX380" fmla="*/ 585696 w 755290"/>
                <a:gd name="csY380" fmla="*/ 544612 h 689841"/>
                <a:gd name="csX381" fmla="*/ 586174 w 755290"/>
                <a:gd name="csY381" fmla="*/ 543656 h 689841"/>
                <a:gd name="csX382" fmla="*/ 586652 w 755290"/>
                <a:gd name="csY382" fmla="*/ 543178 h 689841"/>
                <a:gd name="csX383" fmla="*/ 582830 w 755290"/>
                <a:gd name="csY383" fmla="*/ 542701 h 689841"/>
                <a:gd name="csX384" fmla="*/ 579008 w 755290"/>
                <a:gd name="csY384" fmla="*/ 540790 h 689841"/>
                <a:gd name="csX385" fmla="*/ 569931 w 755290"/>
                <a:gd name="csY385" fmla="*/ 536013 h 689841"/>
                <a:gd name="csX386" fmla="*/ 565632 w 755290"/>
                <a:gd name="csY386" fmla="*/ 532668 h 689841"/>
                <a:gd name="csX387" fmla="*/ 562765 w 755290"/>
                <a:gd name="csY387" fmla="*/ 531235 h 689841"/>
                <a:gd name="csX388" fmla="*/ 561332 w 755290"/>
                <a:gd name="csY388" fmla="*/ 530280 h 689841"/>
                <a:gd name="csX389" fmla="*/ 560854 w 755290"/>
                <a:gd name="csY389" fmla="*/ 529802 h 689841"/>
                <a:gd name="csX390" fmla="*/ 561810 w 755290"/>
                <a:gd name="csY390" fmla="*/ 528847 h 689841"/>
                <a:gd name="csX391" fmla="*/ 563721 w 755290"/>
                <a:gd name="csY391" fmla="*/ 528369 h 689841"/>
                <a:gd name="csX392" fmla="*/ 564676 w 755290"/>
                <a:gd name="csY392" fmla="*/ 527413 h 689841"/>
                <a:gd name="csX393" fmla="*/ 566587 w 755290"/>
                <a:gd name="csY393" fmla="*/ 524547 h 689841"/>
                <a:gd name="csX394" fmla="*/ 567065 w 755290"/>
                <a:gd name="csY394" fmla="*/ 523114 h 689841"/>
                <a:gd name="csX395" fmla="*/ 565632 w 755290"/>
                <a:gd name="csY395" fmla="*/ 521203 h 689841"/>
                <a:gd name="csX396" fmla="*/ 565154 w 755290"/>
                <a:gd name="csY396" fmla="*/ 518814 h 689841"/>
                <a:gd name="csX397" fmla="*/ 565154 w 755290"/>
                <a:gd name="csY397" fmla="*/ 517859 h 689841"/>
                <a:gd name="csX398" fmla="*/ 565632 w 755290"/>
                <a:gd name="csY398" fmla="*/ 516426 h 689841"/>
                <a:gd name="csX399" fmla="*/ 566109 w 755290"/>
                <a:gd name="csY399" fmla="*/ 515948 h 689841"/>
                <a:gd name="csX400" fmla="*/ 566587 w 755290"/>
                <a:gd name="csY400" fmla="*/ 514992 h 689841"/>
                <a:gd name="csX401" fmla="*/ 567543 w 755290"/>
                <a:gd name="csY401" fmla="*/ 514515 h 689841"/>
                <a:gd name="csX402" fmla="*/ 568020 w 755290"/>
                <a:gd name="csY402" fmla="*/ 514992 h 689841"/>
                <a:gd name="csX403" fmla="*/ 570409 w 755290"/>
                <a:gd name="csY403" fmla="*/ 517859 h 689841"/>
                <a:gd name="csX404" fmla="*/ 570887 w 755290"/>
                <a:gd name="csY404" fmla="*/ 518814 h 689841"/>
                <a:gd name="csX405" fmla="*/ 570409 w 755290"/>
                <a:gd name="csY405" fmla="*/ 522636 h 689841"/>
                <a:gd name="csX406" fmla="*/ 571364 w 755290"/>
                <a:gd name="csY406" fmla="*/ 527413 h 689841"/>
                <a:gd name="csX407" fmla="*/ 571364 w 755290"/>
                <a:gd name="csY407" fmla="*/ 526936 h 689841"/>
                <a:gd name="csX408" fmla="*/ 571842 w 755290"/>
                <a:gd name="csY408" fmla="*/ 525502 h 689841"/>
                <a:gd name="csX409" fmla="*/ 571842 w 755290"/>
                <a:gd name="csY409" fmla="*/ 522636 h 689841"/>
                <a:gd name="csX410" fmla="*/ 571842 w 755290"/>
                <a:gd name="csY410" fmla="*/ 521203 h 689841"/>
                <a:gd name="csX411" fmla="*/ 572320 w 755290"/>
                <a:gd name="csY411" fmla="*/ 519770 h 689841"/>
                <a:gd name="csX412" fmla="*/ 573275 w 755290"/>
                <a:gd name="csY412" fmla="*/ 519292 h 689841"/>
                <a:gd name="csX413" fmla="*/ 576142 w 755290"/>
                <a:gd name="csY413" fmla="*/ 519770 h 689841"/>
                <a:gd name="csX414" fmla="*/ 577097 w 755290"/>
                <a:gd name="csY414" fmla="*/ 519292 h 689841"/>
                <a:gd name="csX415" fmla="*/ 572320 w 755290"/>
                <a:gd name="csY415" fmla="*/ 517381 h 689841"/>
                <a:gd name="csX416" fmla="*/ 568976 w 755290"/>
                <a:gd name="csY416" fmla="*/ 513559 h 689841"/>
                <a:gd name="csX417" fmla="*/ 568498 w 755290"/>
                <a:gd name="csY417" fmla="*/ 513081 h 689841"/>
                <a:gd name="csX418" fmla="*/ 566587 w 755290"/>
                <a:gd name="csY418" fmla="*/ 512604 h 689841"/>
                <a:gd name="csX419" fmla="*/ 564676 w 755290"/>
                <a:gd name="csY419" fmla="*/ 514515 h 689841"/>
                <a:gd name="csX420" fmla="*/ 559899 w 755290"/>
                <a:gd name="csY420" fmla="*/ 519770 h 689841"/>
                <a:gd name="csX421" fmla="*/ 558943 w 755290"/>
                <a:gd name="csY421" fmla="*/ 520247 h 689841"/>
                <a:gd name="csX422" fmla="*/ 552733 w 755290"/>
                <a:gd name="csY422" fmla="*/ 523114 h 689841"/>
                <a:gd name="csX423" fmla="*/ 548911 w 755290"/>
                <a:gd name="csY423" fmla="*/ 524069 h 689841"/>
                <a:gd name="csX424" fmla="*/ 544134 w 755290"/>
                <a:gd name="csY424" fmla="*/ 523592 h 689841"/>
                <a:gd name="csX425" fmla="*/ 540312 w 755290"/>
                <a:gd name="csY425" fmla="*/ 522636 h 689841"/>
                <a:gd name="csX426" fmla="*/ 530757 w 755290"/>
                <a:gd name="csY426" fmla="*/ 517859 h 689841"/>
                <a:gd name="csX427" fmla="*/ 529324 w 755290"/>
                <a:gd name="csY427" fmla="*/ 516903 h 689841"/>
                <a:gd name="csX428" fmla="*/ 531235 w 755290"/>
                <a:gd name="csY428" fmla="*/ 514037 h 689841"/>
                <a:gd name="csX429" fmla="*/ 531713 w 755290"/>
                <a:gd name="csY429" fmla="*/ 513081 h 689841"/>
                <a:gd name="csX430" fmla="*/ 530757 w 755290"/>
                <a:gd name="csY430" fmla="*/ 510215 h 689841"/>
                <a:gd name="csX431" fmla="*/ 530280 w 755290"/>
                <a:gd name="csY431" fmla="*/ 509737 h 689841"/>
                <a:gd name="csX432" fmla="*/ 529324 w 755290"/>
                <a:gd name="csY432" fmla="*/ 509260 h 689841"/>
                <a:gd name="csX433" fmla="*/ 528846 w 755290"/>
                <a:gd name="csY433" fmla="*/ 509260 h 689841"/>
                <a:gd name="csX434" fmla="*/ 528846 w 755290"/>
                <a:gd name="csY434" fmla="*/ 510215 h 689841"/>
                <a:gd name="csX435" fmla="*/ 529324 w 755290"/>
                <a:gd name="csY435" fmla="*/ 511648 h 689841"/>
                <a:gd name="csX436" fmla="*/ 528369 w 755290"/>
                <a:gd name="csY436" fmla="*/ 512604 h 689841"/>
                <a:gd name="csX437" fmla="*/ 526936 w 755290"/>
                <a:gd name="csY437" fmla="*/ 513559 h 689841"/>
                <a:gd name="csX438" fmla="*/ 524069 w 755290"/>
                <a:gd name="csY438" fmla="*/ 514515 h 689841"/>
                <a:gd name="csX439" fmla="*/ 515470 w 755290"/>
                <a:gd name="csY439" fmla="*/ 512126 h 689841"/>
                <a:gd name="csX440" fmla="*/ 506393 w 755290"/>
                <a:gd name="csY440" fmla="*/ 510215 h 689841"/>
                <a:gd name="csX441" fmla="*/ 498750 w 755290"/>
                <a:gd name="csY441" fmla="*/ 509737 h 689841"/>
                <a:gd name="csX442" fmla="*/ 487762 w 755290"/>
                <a:gd name="csY442" fmla="*/ 511171 h 689841"/>
                <a:gd name="csX443" fmla="*/ 481551 w 755290"/>
                <a:gd name="csY443" fmla="*/ 513081 h 689841"/>
                <a:gd name="csX444" fmla="*/ 478207 w 755290"/>
                <a:gd name="csY444" fmla="*/ 513081 h 689841"/>
                <a:gd name="csX445" fmla="*/ 474863 w 755290"/>
                <a:gd name="csY445" fmla="*/ 512604 h 689841"/>
                <a:gd name="csX446" fmla="*/ 474385 w 755290"/>
                <a:gd name="csY446" fmla="*/ 511648 h 689841"/>
                <a:gd name="csX447" fmla="*/ 476296 w 755290"/>
                <a:gd name="csY447" fmla="*/ 511171 h 689841"/>
                <a:gd name="csX448" fmla="*/ 475818 w 755290"/>
                <a:gd name="csY448" fmla="*/ 510215 h 689841"/>
                <a:gd name="csX449" fmla="*/ 473908 w 755290"/>
                <a:gd name="csY449" fmla="*/ 507827 h 689841"/>
                <a:gd name="csX450" fmla="*/ 471041 w 755290"/>
                <a:gd name="csY450" fmla="*/ 506393 h 689841"/>
                <a:gd name="csX451" fmla="*/ 467219 w 755290"/>
                <a:gd name="csY451" fmla="*/ 505915 h 689841"/>
                <a:gd name="csX452" fmla="*/ 464831 w 755290"/>
                <a:gd name="csY452" fmla="*/ 504960 h 689841"/>
                <a:gd name="csX453" fmla="*/ 464353 w 755290"/>
                <a:gd name="csY453" fmla="*/ 504482 h 689841"/>
                <a:gd name="csX454" fmla="*/ 462920 w 755290"/>
                <a:gd name="csY454" fmla="*/ 503527 h 689841"/>
                <a:gd name="csX455" fmla="*/ 461009 w 755290"/>
                <a:gd name="csY455" fmla="*/ 502571 h 689841"/>
                <a:gd name="csX456" fmla="*/ 460053 w 755290"/>
                <a:gd name="csY456" fmla="*/ 501138 h 689841"/>
                <a:gd name="csX457" fmla="*/ 460531 w 755290"/>
                <a:gd name="csY457" fmla="*/ 496361 h 689841"/>
                <a:gd name="csX458" fmla="*/ 461487 w 755290"/>
                <a:gd name="csY458" fmla="*/ 493972 h 689841"/>
                <a:gd name="csX459" fmla="*/ 461964 w 755290"/>
                <a:gd name="csY459" fmla="*/ 492061 h 689841"/>
                <a:gd name="csX460" fmla="*/ 463875 w 755290"/>
                <a:gd name="csY460" fmla="*/ 488717 h 689841"/>
                <a:gd name="csX461" fmla="*/ 463397 w 755290"/>
                <a:gd name="csY461" fmla="*/ 489195 h 689841"/>
                <a:gd name="csX462" fmla="*/ 460531 w 755290"/>
                <a:gd name="csY462" fmla="*/ 491584 h 689841"/>
                <a:gd name="csX463" fmla="*/ 458143 w 755290"/>
                <a:gd name="csY463" fmla="*/ 493495 h 689841"/>
                <a:gd name="csX464" fmla="*/ 456232 w 755290"/>
                <a:gd name="csY464" fmla="*/ 496839 h 689841"/>
                <a:gd name="csX465" fmla="*/ 454798 w 755290"/>
                <a:gd name="csY465" fmla="*/ 498272 h 689841"/>
                <a:gd name="csX466" fmla="*/ 452888 w 755290"/>
                <a:gd name="csY466" fmla="*/ 499705 h 689841"/>
                <a:gd name="csX467" fmla="*/ 450499 w 755290"/>
                <a:gd name="csY467" fmla="*/ 499227 h 689841"/>
                <a:gd name="csX468" fmla="*/ 446677 w 755290"/>
                <a:gd name="csY468" fmla="*/ 497316 h 689841"/>
                <a:gd name="csX469" fmla="*/ 443811 w 755290"/>
                <a:gd name="csY469" fmla="*/ 496361 h 689841"/>
                <a:gd name="csX470" fmla="*/ 440944 w 755290"/>
                <a:gd name="csY470" fmla="*/ 496361 h 689841"/>
                <a:gd name="csX471" fmla="*/ 439989 w 755290"/>
                <a:gd name="csY471" fmla="*/ 495883 h 689841"/>
                <a:gd name="csX472" fmla="*/ 441900 w 755290"/>
                <a:gd name="csY472" fmla="*/ 493972 h 689841"/>
                <a:gd name="csX473" fmla="*/ 442855 w 755290"/>
                <a:gd name="csY473" fmla="*/ 493017 h 689841"/>
                <a:gd name="csX474" fmla="*/ 444288 w 755290"/>
                <a:gd name="csY474" fmla="*/ 490628 h 689841"/>
                <a:gd name="csX475" fmla="*/ 444766 w 755290"/>
                <a:gd name="csY475" fmla="*/ 489673 h 689841"/>
                <a:gd name="csX476" fmla="*/ 435211 w 755290"/>
                <a:gd name="csY476" fmla="*/ 489195 h 689841"/>
                <a:gd name="csX477" fmla="*/ 434734 w 755290"/>
                <a:gd name="csY477" fmla="*/ 487762 h 689841"/>
                <a:gd name="csX478" fmla="*/ 434734 w 755290"/>
                <a:gd name="csY478" fmla="*/ 487284 h 689841"/>
                <a:gd name="csX479" fmla="*/ 434256 w 755290"/>
                <a:gd name="csY479" fmla="*/ 486329 h 689841"/>
                <a:gd name="csX480" fmla="*/ 433301 w 755290"/>
                <a:gd name="csY480" fmla="*/ 485851 h 689841"/>
                <a:gd name="csX481" fmla="*/ 431390 w 755290"/>
                <a:gd name="csY481" fmla="*/ 486329 h 689841"/>
                <a:gd name="csX482" fmla="*/ 428046 w 755290"/>
                <a:gd name="csY482" fmla="*/ 487762 h 689841"/>
                <a:gd name="csX483" fmla="*/ 426612 w 755290"/>
                <a:gd name="csY483" fmla="*/ 486806 h 689841"/>
                <a:gd name="csX484" fmla="*/ 427090 w 755290"/>
                <a:gd name="csY484" fmla="*/ 485851 h 689841"/>
                <a:gd name="csX485" fmla="*/ 428046 w 755290"/>
                <a:gd name="csY485" fmla="*/ 485373 h 689841"/>
                <a:gd name="csX486" fmla="*/ 430434 w 755290"/>
                <a:gd name="csY486" fmla="*/ 483462 h 689841"/>
                <a:gd name="csX487" fmla="*/ 427568 w 755290"/>
                <a:gd name="csY487" fmla="*/ 482507 h 689841"/>
                <a:gd name="csX488" fmla="*/ 426135 w 755290"/>
                <a:gd name="csY488" fmla="*/ 481074 h 689841"/>
                <a:gd name="csX489" fmla="*/ 425179 w 755290"/>
                <a:gd name="csY489" fmla="*/ 480118 h 689841"/>
                <a:gd name="csX490" fmla="*/ 425657 w 755290"/>
                <a:gd name="csY490" fmla="*/ 476774 h 689841"/>
                <a:gd name="csX491" fmla="*/ 426135 w 755290"/>
                <a:gd name="csY491" fmla="*/ 474385 h 689841"/>
                <a:gd name="csX492" fmla="*/ 432345 w 755290"/>
                <a:gd name="csY492" fmla="*/ 472474 h 689841"/>
                <a:gd name="csX493" fmla="*/ 430434 w 755290"/>
                <a:gd name="csY493" fmla="*/ 471519 h 689841"/>
                <a:gd name="csX494" fmla="*/ 426612 w 755290"/>
                <a:gd name="csY494" fmla="*/ 471519 h 689841"/>
                <a:gd name="csX495" fmla="*/ 423746 w 755290"/>
                <a:gd name="csY495" fmla="*/ 473430 h 689841"/>
                <a:gd name="csX496" fmla="*/ 420880 w 755290"/>
                <a:gd name="csY496" fmla="*/ 476296 h 689841"/>
                <a:gd name="csX497" fmla="*/ 418491 w 755290"/>
                <a:gd name="csY497" fmla="*/ 477252 h 689841"/>
                <a:gd name="csX498" fmla="*/ 417536 w 755290"/>
                <a:gd name="csY498" fmla="*/ 476774 h 689841"/>
                <a:gd name="csX499" fmla="*/ 416102 w 755290"/>
                <a:gd name="csY499" fmla="*/ 476296 h 689841"/>
                <a:gd name="csX500" fmla="*/ 414191 w 755290"/>
                <a:gd name="csY500" fmla="*/ 476774 h 689841"/>
                <a:gd name="csX501" fmla="*/ 413236 w 755290"/>
                <a:gd name="csY501" fmla="*/ 477252 h 689841"/>
                <a:gd name="csX502" fmla="*/ 412758 w 755290"/>
                <a:gd name="csY502" fmla="*/ 478685 h 689841"/>
                <a:gd name="csX503" fmla="*/ 411803 w 755290"/>
                <a:gd name="csY503" fmla="*/ 479163 h 689841"/>
                <a:gd name="csX504" fmla="*/ 410847 w 755290"/>
                <a:gd name="csY504" fmla="*/ 479640 h 689841"/>
                <a:gd name="csX505" fmla="*/ 410370 w 755290"/>
                <a:gd name="csY505" fmla="*/ 479640 h 689841"/>
                <a:gd name="csX506" fmla="*/ 409892 w 755290"/>
                <a:gd name="csY506" fmla="*/ 478207 h 689841"/>
                <a:gd name="csX507" fmla="*/ 407981 w 755290"/>
                <a:gd name="csY507" fmla="*/ 477729 h 689841"/>
                <a:gd name="csX508" fmla="*/ 407025 w 755290"/>
                <a:gd name="csY508" fmla="*/ 476774 h 689841"/>
                <a:gd name="csX509" fmla="*/ 406548 w 755290"/>
                <a:gd name="csY509" fmla="*/ 477252 h 689841"/>
                <a:gd name="csX510" fmla="*/ 406070 w 755290"/>
                <a:gd name="csY510" fmla="*/ 479163 h 689841"/>
                <a:gd name="csX511" fmla="*/ 405115 w 755290"/>
                <a:gd name="csY511" fmla="*/ 480118 h 689841"/>
                <a:gd name="csX512" fmla="*/ 402248 w 755290"/>
                <a:gd name="csY512" fmla="*/ 480596 h 689841"/>
                <a:gd name="csX513" fmla="*/ 400815 w 755290"/>
                <a:gd name="csY513" fmla="*/ 480596 h 689841"/>
                <a:gd name="csX514" fmla="*/ 398426 w 755290"/>
                <a:gd name="csY514" fmla="*/ 478207 h 689841"/>
                <a:gd name="csX515" fmla="*/ 398426 w 755290"/>
                <a:gd name="csY515" fmla="*/ 477729 h 689841"/>
                <a:gd name="csX516" fmla="*/ 398904 w 755290"/>
                <a:gd name="csY516" fmla="*/ 475819 h 689841"/>
                <a:gd name="csX517" fmla="*/ 403204 w 755290"/>
                <a:gd name="csY517" fmla="*/ 468175 h 689841"/>
                <a:gd name="csX518" fmla="*/ 402726 w 755290"/>
                <a:gd name="csY518" fmla="*/ 468175 h 689841"/>
                <a:gd name="csX519" fmla="*/ 401293 w 755290"/>
                <a:gd name="csY519" fmla="*/ 469608 h 689841"/>
                <a:gd name="csX520" fmla="*/ 398904 w 755290"/>
                <a:gd name="csY520" fmla="*/ 472474 h 689841"/>
                <a:gd name="csX521" fmla="*/ 397471 w 755290"/>
                <a:gd name="csY521" fmla="*/ 473430 h 689841"/>
                <a:gd name="csX522" fmla="*/ 395560 w 755290"/>
                <a:gd name="csY522" fmla="*/ 473430 h 689841"/>
                <a:gd name="csX523" fmla="*/ 394127 w 755290"/>
                <a:gd name="csY523" fmla="*/ 473430 h 689841"/>
                <a:gd name="csX524" fmla="*/ 393171 w 755290"/>
                <a:gd name="csY524" fmla="*/ 473430 h 689841"/>
                <a:gd name="csX525" fmla="*/ 391738 w 755290"/>
                <a:gd name="csY525" fmla="*/ 474385 h 689841"/>
                <a:gd name="csX526" fmla="*/ 390783 w 755290"/>
                <a:gd name="csY526" fmla="*/ 475341 h 689841"/>
                <a:gd name="csX527" fmla="*/ 390305 w 755290"/>
                <a:gd name="csY527" fmla="*/ 476296 h 689841"/>
                <a:gd name="csX528" fmla="*/ 390783 w 755290"/>
                <a:gd name="csY528" fmla="*/ 476296 h 689841"/>
                <a:gd name="csX529" fmla="*/ 392694 w 755290"/>
                <a:gd name="csY529" fmla="*/ 475341 h 689841"/>
                <a:gd name="csX530" fmla="*/ 394127 w 755290"/>
                <a:gd name="csY530" fmla="*/ 474863 h 689841"/>
                <a:gd name="csX531" fmla="*/ 394127 w 755290"/>
                <a:gd name="csY531" fmla="*/ 475341 h 689841"/>
                <a:gd name="csX532" fmla="*/ 392694 w 755290"/>
                <a:gd name="csY532" fmla="*/ 478685 h 689841"/>
                <a:gd name="csX533" fmla="*/ 391738 w 755290"/>
                <a:gd name="csY533" fmla="*/ 482029 h 689841"/>
                <a:gd name="csX534" fmla="*/ 390783 w 755290"/>
                <a:gd name="csY534" fmla="*/ 482985 h 689841"/>
                <a:gd name="csX535" fmla="*/ 388872 w 755290"/>
                <a:gd name="csY535" fmla="*/ 482507 h 689841"/>
                <a:gd name="csX536" fmla="*/ 387439 w 755290"/>
                <a:gd name="csY536" fmla="*/ 482985 h 689841"/>
                <a:gd name="csX537" fmla="*/ 387439 w 755290"/>
                <a:gd name="csY537" fmla="*/ 483940 h 689841"/>
                <a:gd name="csX538" fmla="*/ 390783 w 755290"/>
                <a:gd name="csY538" fmla="*/ 486329 h 689841"/>
                <a:gd name="csX539" fmla="*/ 391738 w 755290"/>
                <a:gd name="csY539" fmla="*/ 486806 h 689841"/>
                <a:gd name="csX540" fmla="*/ 393171 w 755290"/>
                <a:gd name="csY540" fmla="*/ 487762 h 689841"/>
                <a:gd name="csX541" fmla="*/ 393171 w 755290"/>
                <a:gd name="csY541" fmla="*/ 488717 h 689841"/>
                <a:gd name="csX542" fmla="*/ 392694 w 755290"/>
                <a:gd name="csY542" fmla="*/ 491106 h 689841"/>
                <a:gd name="csX543" fmla="*/ 392216 w 755290"/>
                <a:gd name="csY543" fmla="*/ 492061 h 689841"/>
                <a:gd name="csX544" fmla="*/ 391738 w 755290"/>
                <a:gd name="csY544" fmla="*/ 492539 h 689841"/>
                <a:gd name="csX545" fmla="*/ 389349 w 755290"/>
                <a:gd name="csY545" fmla="*/ 492539 h 689841"/>
                <a:gd name="csX546" fmla="*/ 388394 w 755290"/>
                <a:gd name="csY546" fmla="*/ 492539 h 689841"/>
                <a:gd name="csX547" fmla="*/ 386483 w 755290"/>
                <a:gd name="csY547" fmla="*/ 494450 h 689841"/>
                <a:gd name="csX548" fmla="*/ 385528 w 755290"/>
                <a:gd name="csY548" fmla="*/ 495406 h 689841"/>
                <a:gd name="csX549" fmla="*/ 386005 w 755290"/>
                <a:gd name="csY549" fmla="*/ 495406 h 689841"/>
                <a:gd name="csX550" fmla="*/ 387439 w 755290"/>
                <a:gd name="csY550" fmla="*/ 494450 h 689841"/>
                <a:gd name="csX551" fmla="*/ 389827 w 755290"/>
                <a:gd name="csY551" fmla="*/ 493972 h 689841"/>
                <a:gd name="csX552" fmla="*/ 392694 w 755290"/>
                <a:gd name="csY552" fmla="*/ 493972 h 689841"/>
                <a:gd name="csX553" fmla="*/ 394604 w 755290"/>
                <a:gd name="csY553" fmla="*/ 493495 h 689841"/>
                <a:gd name="csX554" fmla="*/ 396038 w 755290"/>
                <a:gd name="csY554" fmla="*/ 492539 h 689841"/>
                <a:gd name="csX555" fmla="*/ 397471 w 755290"/>
                <a:gd name="csY555" fmla="*/ 492539 h 689841"/>
                <a:gd name="csX556" fmla="*/ 398904 w 755290"/>
                <a:gd name="csY556" fmla="*/ 494450 h 689841"/>
                <a:gd name="csX557" fmla="*/ 399382 w 755290"/>
                <a:gd name="csY557" fmla="*/ 495406 h 689841"/>
                <a:gd name="csX558" fmla="*/ 398426 w 755290"/>
                <a:gd name="csY558" fmla="*/ 496839 h 689841"/>
                <a:gd name="csX559" fmla="*/ 397471 w 755290"/>
                <a:gd name="csY559" fmla="*/ 497794 h 689841"/>
                <a:gd name="csX560" fmla="*/ 396038 w 755290"/>
                <a:gd name="csY560" fmla="*/ 498272 h 689841"/>
                <a:gd name="csX561" fmla="*/ 394604 w 755290"/>
                <a:gd name="csY561" fmla="*/ 499227 h 689841"/>
                <a:gd name="csX562" fmla="*/ 394604 w 755290"/>
                <a:gd name="csY562" fmla="*/ 500183 h 689841"/>
                <a:gd name="csX563" fmla="*/ 394127 w 755290"/>
                <a:gd name="csY563" fmla="*/ 501616 h 689841"/>
                <a:gd name="csX564" fmla="*/ 394127 w 755290"/>
                <a:gd name="csY564" fmla="*/ 503527 h 689841"/>
                <a:gd name="csX565" fmla="*/ 394604 w 755290"/>
                <a:gd name="csY565" fmla="*/ 507349 h 689841"/>
                <a:gd name="csX566" fmla="*/ 394127 w 755290"/>
                <a:gd name="csY566" fmla="*/ 507827 h 689841"/>
                <a:gd name="csX567" fmla="*/ 393649 w 755290"/>
                <a:gd name="csY567" fmla="*/ 507827 h 689841"/>
                <a:gd name="csX568" fmla="*/ 392694 w 755290"/>
                <a:gd name="csY568" fmla="*/ 508304 h 689841"/>
                <a:gd name="csX569" fmla="*/ 391738 w 755290"/>
                <a:gd name="csY569" fmla="*/ 508782 h 689841"/>
                <a:gd name="csX570" fmla="*/ 389827 w 755290"/>
                <a:gd name="csY570" fmla="*/ 513559 h 689841"/>
                <a:gd name="csX571" fmla="*/ 389349 w 755290"/>
                <a:gd name="csY571" fmla="*/ 514515 h 689841"/>
                <a:gd name="csX572" fmla="*/ 388394 w 755290"/>
                <a:gd name="csY572" fmla="*/ 513559 h 689841"/>
                <a:gd name="csX573" fmla="*/ 387916 w 755290"/>
                <a:gd name="csY573" fmla="*/ 514037 h 689841"/>
                <a:gd name="csX574" fmla="*/ 386961 w 755290"/>
                <a:gd name="csY574" fmla="*/ 514515 h 689841"/>
                <a:gd name="csX575" fmla="*/ 385528 w 755290"/>
                <a:gd name="csY575" fmla="*/ 514992 h 689841"/>
                <a:gd name="csX576" fmla="*/ 383617 w 755290"/>
                <a:gd name="csY576" fmla="*/ 515470 h 689841"/>
                <a:gd name="csX577" fmla="*/ 381706 w 755290"/>
                <a:gd name="csY577" fmla="*/ 514992 h 689841"/>
                <a:gd name="csX578" fmla="*/ 378362 w 755290"/>
                <a:gd name="csY578" fmla="*/ 514037 h 689841"/>
                <a:gd name="csX579" fmla="*/ 377406 w 755290"/>
                <a:gd name="csY579" fmla="*/ 513559 h 689841"/>
                <a:gd name="csX580" fmla="*/ 375973 w 755290"/>
                <a:gd name="csY580" fmla="*/ 512126 h 689841"/>
                <a:gd name="csX581" fmla="*/ 373107 w 755290"/>
                <a:gd name="csY581" fmla="*/ 513559 h 689841"/>
                <a:gd name="csX582" fmla="*/ 372629 w 755290"/>
                <a:gd name="csY582" fmla="*/ 513081 h 689841"/>
                <a:gd name="csX583" fmla="*/ 370718 w 755290"/>
                <a:gd name="csY583" fmla="*/ 509737 h 689841"/>
                <a:gd name="csX584" fmla="*/ 370240 w 755290"/>
                <a:gd name="csY584" fmla="*/ 509737 h 689841"/>
                <a:gd name="csX585" fmla="*/ 370240 w 755290"/>
                <a:gd name="csY585" fmla="*/ 513559 h 689841"/>
                <a:gd name="csX586" fmla="*/ 369285 w 755290"/>
                <a:gd name="csY586" fmla="*/ 514515 h 689841"/>
                <a:gd name="csX587" fmla="*/ 367852 w 755290"/>
                <a:gd name="csY587" fmla="*/ 517381 h 689841"/>
                <a:gd name="csX588" fmla="*/ 366896 w 755290"/>
                <a:gd name="csY588" fmla="*/ 521681 h 689841"/>
                <a:gd name="csX589" fmla="*/ 366418 w 755290"/>
                <a:gd name="csY589" fmla="*/ 521681 h 689841"/>
                <a:gd name="csX590" fmla="*/ 365941 w 755290"/>
                <a:gd name="csY590" fmla="*/ 521203 h 689841"/>
                <a:gd name="csX591" fmla="*/ 364985 w 755290"/>
                <a:gd name="csY591" fmla="*/ 517381 h 689841"/>
                <a:gd name="csX592" fmla="*/ 364508 w 755290"/>
                <a:gd name="csY592" fmla="*/ 516426 h 689841"/>
                <a:gd name="csX593" fmla="*/ 362597 w 755290"/>
                <a:gd name="csY593" fmla="*/ 518814 h 689841"/>
                <a:gd name="csX594" fmla="*/ 362597 w 755290"/>
                <a:gd name="csY594" fmla="*/ 519292 h 689841"/>
                <a:gd name="csX595" fmla="*/ 363074 w 755290"/>
                <a:gd name="csY595" fmla="*/ 522636 h 689841"/>
                <a:gd name="csX596" fmla="*/ 362597 w 755290"/>
                <a:gd name="csY596" fmla="*/ 522636 h 689841"/>
                <a:gd name="csX597" fmla="*/ 359253 w 755290"/>
                <a:gd name="csY597" fmla="*/ 521203 h 689841"/>
                <a:gd name="csX598" fmla="*/ 358775 w 755290"/>
                <a:gd name="csY598" fmla="*/ 521203 h 689841"/>
                <a:gd name="csX599" fmla="*/ 358297 w 755290"/>
                <a:gd name="csY599" fmla="*/ 521681 h 689841"/>
                <a:gd name="csX600" fmla="*/ 359730 w 755290"/>
                <a:gd name="csY600" fmla="*/ 523592 h 689841"/>
                <a:gd name="csX601" fmla="*/ 359253 w 755290"/>
                <a:gd name="csY601" fmla="*/ 524547 h 689841"/>
                <a:gd name="csX602" fmla="*/ 354953 w 755290"/>
                <a:gd name="csY602" fmla="*/ 528847 h 689841"/>
                <a:gd name="csX603" fmla="*/ 353520 w 755290"/>
                <a:gd name="csY603" fmla="*/ 528847 h 689841"/>
                <a:gd name="csX604" fmla="*/ 353042 w 755290"/>
                <a:gd name="csY604" fmla="*/ 528369 h 689841"/>
                <a:gd name="csX605" fmla="*/ 352087 w 755290"/>
                <a:gd name="csY605" fmla="*/ 528369 h 689841"/>
                <a:gd name="csX606" fmla="*/ 349220 w 755290"/>
                <a:gd name="csY606" fmla="*/ 530280 h 689841"/>
                <a:gd name="csX607" fmla="*/ 348265 w 755290"/>
                <a:gd name="csY607" fmla="*/ 530280 h 689841"/>
                <a:gd name="csX608" fmla="*/ 347309 w 755290"/>
                <a:gd name="csY608" fmla="*/ 529324 h 689841"/>
                <a:gd name="csX609" fmla="*/ 346832 w 755290"/>
                <a:gd name="csY609" fmla="*/ 529324 h 689841"/>
                <a:gd name="csX610" fmla="*/ 346354 w 755290"/>
                <a:gd name="csY610" fmla="*/ 530280 h 689841"/>
                <a:gd name="csX611" fmla="*/ 346354 w 755290"/>
                <a:gd name="csY611" fmla="*/ 532191 h 689841"/>
                <a:gd name="csX612" fmla="*/ 345398 w 755290"/>
                <a:gd name="csY612" fmla="*/ 534102 h 689841"/>
                <a:gd name="csX613" fmla="*/ 342054 w 755290"/>
                <a:gd name="csY613" fmla="*/ 536968 h 689841"/>
                <a:gd name="csX614" fmla="*/ 341099 w 755290"/>
                <a:gd name="csY614" fmla="*/ 538401 h 689841"/>
                <a:gd name="csX615" fmla="*/ 340143 w 755290"/>
                <a:gd name="csY615" fmla="*/ 540312 h 689841"/>
                <a:gd name="csX616" fmla="*/ 339666 w 755290"/>
                <a:gd name="csY616" fmla="*/ 540790 h 689841"/>
                <a:gd name="csX617" fmla="*/ 337755 w 755290"/>
                <a:gd name="csY617" fmla="*/ 539357 h 689841"/>
                <a:gd name="csX618" fmla="*/ 335366 w 755290"/>
                <a:gd name="csY618" fmla="*/ 538401 h 689841"/>
                <a:gd name="csX619" fmla="*/ 334888 w 755290"/>
                <a:gd name="csY619" fmla="*/ 538879 h 689841"/>
                <a:gd name="csX620" fmla="*/ 335844 w 755290"/>
                <a:gd name="csY620" fmla="*/ 539834 h 689841"/>
                <a:gd name="csX621" fmla="*/ 335366 w 755290"/>
                <a:gd name="csY621" fmla="*/ 540790 h 689841"/>
                <a:gd name="csX622" fmla="*/ 334411 w 755290"/>
                <a:gd name="csY622" fmla="*/ 541268 h 689841"/>
                <a:gd name="csX623" fmla="*/ 333455 w 755290"/>
                <a:gd name="csY623" fmla="*/ 540790 h 689841"/>
                <a:gd name="csX624" fmla="*/ 331544 w 755290"/>
                <a:gd name="csY624" fmla="*/ 540312 h 689841"/>
                <a:gd name="csX625" fmla="*/ 329633 w 755290"/>
                <a:gd name="csY625" fmla="*/ 540790 h 689841"/>
                <a:gd name="csX626" fmla="*/ 326767 w 755290"/>
                <a:gd name="csY626" fmla="*/ 542701 h 689841"/>
                <a:gd name="csX627" fmla="*/ 324378 w 755290"/>
                <a:gd name="csY627" fmla="*/ 542701 h 689841"/>
                <a:gd name="csX628" fmla="*/ 321034 w 755290"/>
                <a:gd name="csY628" fmla="*/ 539834 h 689841"/>
                <a:gd name="csX629" fmla="*/ 320079 w 755290"/>
                <a:gd name="csY629" fmla="*/ 539834 h 689841"/>
                <a:gd name="csX630" fmla="*/ 320079 w 755290"/>
                <a:gd name="csY630" fmla="*/ 538879 h 689841"/>
                <a:gd name="csX631" fmla="*/ 320556 w 755290"/>
                <a:gd name="csY631" fmla="*/ 536968 h 689841"/>
                <a:gd name="csX632" fmla="*/ 321512 w 755290"/>
                <a:gd name="csY632" fmla="*/ 535535 h 689841"/>
                <a:gd name="csX633" fmla="*/ 321990 w 755290"/>
                <a:gd name="csY633" fmla="*/ 534579 h 689841"/>
                <a:gd name="csX634" fmla="*/ 325334 w 755290"/>
                <a:gd name="csY634" fmla="*/ 532668 h 689841"/>
                <a:gd name="csX635" fmla="*/ 328678 w 755290"/>
                <a:gd name="csY635" fmla="*/ 532191 h 689841"/>
                <a:gd name="csX636" fmla="*/ 331067 w 755290"/>
                <a:gd name="csY636" fmla="*/ 530757 h 689841"/>
                <a:gd name="csX637" fmla="*/ 333933 w 755290"/>
                <a:gd name="csY637" fmla="*/ 528369 h 689841"/>
                <a:gd name="csX638" fmla="*/ 335366 w 755290"/>
                <a:gd name="csY638" fmla="*/ 526458 h 689841"/>
                <a:gd name="csX639" fmla="*/ 338232 w 755290"/>
                <a:gd name="csY639" fmla="*/ 521681 h 689841"/>
                <a:gd name="csX640" fmla="*/ 337755 w 755290"/>
                <a:gd name="csY640" fmla="*/ 521203 h 689841"/>
                <a:gd name="csX641" fmla="*/ 337277 w 755290"/>
                <a:gd name="csY641" fmla="*/ 521203 h 689841"/>
                <a:gd name="csX642" fmla="*/ 331067 w 755290"/>
                <a:gd name="csY642" fmla="*/ 525502 h 689841"/>
                <a:gd name="csX643" fmla="*/ 330111 w 755290"/>
                <a:gd name="csY643" fmla="*/ 525980 h 689841"/>
                <a:gd name="csX644" fmla="*/ 328678 w 755290"/>
                <a:gd name="csY644" fmla="*/ 525980 h 689841"/>
                <a:gd name="csX645" fmla="*/ 323901 w 755290"/>
                <a:gd name="csY645" fmla="*/ 524069 h 689841"/>
                <a:gd name="csX646" fmla="*/ 322945 w 755290"/>
                <a:gd name="csY646" fmla="*/ 523592 h 689841"/>
                <a:gd name="csX647" fmla="*/ 321990 w 755290"/>
                <a:gd name="csY647" fmla="*/ 521203 h 689841"/>
                <a:gd name="csX648" fmla="*/ 323423 w 755290"/>
                <a:gd name="csY648" fmla="*/ 516426 h 689841"/>
                <a:gd name="csX649" fmla="*/ 324378 w 755290"/>
                <a:gd name="csY649" fmla="*/ 513559 h 689841"/>
                <a:gd name="csX650" fmla="*/ 326767 w 755290"/>
                <a:gd name="csY650" fmla="*/ 510215 h 689841"/>
                <a:gd name="csX651" fmla="*/ 330111 w 755290"/>
                <a:gd name="csY651" fmla="*/ 505915 h 689841"/>
                <a:gd name="csX652" fmla="*/ 331067 w 755290"/>
                <a:gd name="csY652" fmla="*/ 503527 h 689841"/>
                <a:gd name="csX653" fmla="*/ 332500 w 755290"/>
                <a:gd name="csY653" fmla="*/ 496361 h 689841"/>
                <a:gd name="csX654" fmla="*/ 332500 w 755290"/>
                <a:gd name="csY654" fmla="*/ 493017 h 689841"/>
                <a:gd name="csX655" fmla="*/ 332022 w 755290"/>
                <a:gd name="csY655" fmla="*/ 489195 h 689841"/>
                <a:gd name="csX656" fmla="*/ 332022 w 755290"/>
                <a:gd name="csY656" fmla="*/ 486806 h 689841"/>
                <a:gd name="csX657" fmla="*/ 332500 w 755290"/>
                <a:gd name="csY657" fmla="*/ 485851 h 689841"/>
                <a:gd name="csX658" fmla="*/ 339666 w 755290"/>
                <a:gd name="csY658" fmla="*/ 482507 h 689841"/>
                <a:gd name="csX659" fmla="*/ 343488 w 755290"/>
                <a:gd name="csY659" fmla="*/ 479640 h 689841"/>
                <a:gd name="csX660" fmla="*/ 350176 w 755290"/>
                <a:gd name="csY660" fmla="*/ 475819 h 689841"/>
                <a:gd name="csX661" fmla="*/ 352087 w 755290"/>
                <a:gd name="csY661" fmla="*/ 475819 h 689841"/>
                <a:gd name="csX662" fmla="*/ 353042 w 755290"/>
                <a:gd name="csY662" fmla="*/ 477252 h 689841"/>
                <a:gd name="csX663" fmla="*/ 354953 w 755290"/>
                <a:gd name="csY663" fmla="*/ 478207 h 689841"/>
                <a:gd name="csX664" fmla="*/ 356386 w 755290"/>
                <a:gd name="csY664" fmla="*/ 479163 h 689841"/>
                <a:gd name="csX665" fmla="*/ 358775 w 755290"/>
                <a:gd name="csY665" fmla="*/ 479163 h 689841"/>
                <a:gd name="csX666" fmla="*/ 361641 w 755290"/>
                <a:gd name="csY666" fmla="*/ 477729 h 689841"/>
                <a:gd name="csX667" fmla="*/ 365941 w 755290"/>
                <a:gd name="csY667" fmla="*/ 478207 h 689841"/>
                <a:gd name="csX668" fmla="*/ 375018 w 755290"/>
                <a:gd name="csY668" fmla="*/ 481074 h 689841"/>
                <a:gd name="csX669" fmla="*/ 376929 w 755290"/>
                <a:gd name="csY669" fmla="*/ 481074 h 689841"/>
                <a:gd name="csX670" fmla="*/ 377406 w 755290"/>
                <a:gd name="csY670" fmla="*/ 480596 h 689841"/>
                <a:gd name="csX671" fmla="*/ 375973 w 755290"/>
                <a:gd name="csY671" fmla="*/ 479163 h 689841"/>
                <a:gd name="csX672" fmla="*/ 369285 w 755290"/>
                <a:gd name="csY672" fmla="*/ 477729 h 689841"/>
                <a:gd name="csX673" fmla="*/ 366896 w 755290"/>
                <a:gd name="csY673" fmla="*/ 476774 h 689841"/>
                <a:gd name="csX674" fmla="*/ 359253 w 755290"/>
                <a:gd name="csY674" fmla="*/ 471997 h 689841"/>
                <a:gd name="csX675" fmla="*/ 357819 w 755290"/>
                <a:gd name="csY675" fmla="*/ 470086 h 689841"/>
                <a:gd name="csX676" fmla="*/ 358297 w 755290"/>
                <a:gd name="csY676" fmla="*/ 469130 h 689841"/>
                <a:gd name="csX677" fmla="*/ 360208 w 755290"/>
                <a:gd name="csY677" fmla="*/ 468653 h 689841"/>
                <a:gd name="csX678" fmla="*/ 360686 w 755290"/>
                <a:gd name="csY678" fmla="*/ 467697 h 689841"/>
                <a:gd name="csX679" fmla="*/ 361163 w 755290"/>
                <a:gd name="csY679" fmla="*/ 466742 h 689841"/>
                <a:gd name="csX680" fmla="*/ 362119 w 755290"/>
                <a:gd name="csY680" fmla="*/ 464831 h 689841"/>
                <a:gd name="csX681" fmla="*/ 364030 w 755290"/>
                <a:gd name="csY681" fmla="*/ 462920 h 689841"/>
                <a:gd name="csX682" fmla="*/ 366896 w 755290"/>
                <a:gd name="csY682" fmla="*/ 460531 h 689841"/>
                <a:gd name="csX683" fmla="*/ 372151 w 755290"/>
                <a:gd name="csY683" fmla="*/ 457665 h 689841"/>
                <a:gd name="csX684" fmla="*/ 370240 w 755290"/>
                <a:gd name="csY684" fmla="*/ 457665 h 689841"/>
                <a:gd name="csX685" fmla="*/ 366418 w 755290"/>
                <a:gd name="csY685" fmla="*/ 458143 h 689841"/>
                <a:gd name="csX686" fmla="*/ 364985 w 755290"/>
                <a:gd name="csY686" fmla="*/ 458620 h 689841"/>
                <a:gd name="csX687" fmla="*/ 362119 w 755290"/>
                <a:gd name="csY687" fmla="*/ 461009 h 689841"/>
                <a:gd name="csX688" fmla="*/ 361163 w 755290"/>
                <a:gd name="csY688" fmla="*/ 462442 h 689841"/>
                <a:gd name="csX689" fmla="*/ 359730 w 755290"/>
                <a:gd name="csY689" fmla="*/ 465308 h 689841"/>
                <a:gd name="csX690" fmla="*/ 359253 w 755290"/>
                <a:gd name="csY690" fmla="*/ 465786 h 689841"/>
                <a:gd name="csX691" fmla="*/ 356864 w 755290"/>
                <a:gd name="csY691" fmla="*/ 466264 h 689841"/>
                <a:gd name="csX692" fmla="*/ 349220 w 755290"/>
                <a:gd name="csY692" fmla="*/ 466742 h 689841"/>
                <a:gd name="csX693" fmla="*/ 348265 w 755290"/>
                <a:gd name="csY693" fmla="*/ 465308 h 689841"/>
                <a:gd name="csX694" fmla="*/ 347309 w 755290"/>
                <a:gd name="csY694" fmla="*/ 464831 h 689841"/>
                <a:gd name="csX695" fmla="*/ 346832 w 755290"/>
                <a:gd name="csY695" fmla="*/ 465308 h 689841"/>
                <a:gd name="csX696" fmla="*/ 340143 w 755290"/>
                <a:gd name="csY696" fmla="*/ 469130 h 689841"/>
                <a:gd name="csX697" fmla="*/ 337755 w 755290"/>
                <a:gd name="csY697" fmla="*/ 471041 h 689841"/>
                <a:gd name="csX698" fmla="*/ 335844 w 755290"/>
                <a:gd name="csY698" fmla="*/ 473430 h 689841"/>
                <a:gd name="csX699" fmla="*/ 333455 w 755290"/>
                <a:gd name="csY699" fmla="*/ 474863 h 689841"/>
                <a:gd name="csX700" fmla="*/ 329633 w 755290"/>
                <a:gd name="csY700" fmla="*/ 475819 h 689841"/>
                <a:gd name="csX701" fmla="*/ 327245 w 755290"/>
                <a:gd name="csY701" fmla="*/ 477252 h 689841"/>
                <a:gd name="csX702" fmla="*/ 324378 w 755290"/>
                <a:gd name="csY702" fmla="*/ 479640 h 689841"/>
                <a:gd name="csX703" fmla="*/ 323423 w 755290"/>
                <a:gd name="csY703" fmla="*/ 482029 h 689841"/>
                <a:gd name="csX704" fmla="*/ 323423 w 755290"/>
                <a:gd name="csY704" fmla="*/ 482507 h 689841"/>
                <a:gd name="csX705" fmla="*/ 323901 w 755290"/>
                <a:gd name="csY705" fmla="*/ 485851 h 689841"/>
                <a:gd name="csX706" fmla="*/ 323423 w 755290"/>
                <a:gd name="csY706" fmla="*/ 486329 h 689841"/>
                <a:gd name="csX707" fmla="*/ 321990 w 755290"/>
                <a:gd name="csY707" fmla="*/ 486329 h 689841"/>
                <a:gd name="csX708" fmla="*/ 319123 w 755290"/>
                <a:gd name="csY708" fmla="*/ 488240 h 689841"/>
                <a:gd name="csX709" fmla="*/ 313868 w 755290"/>
                <a:gd name="csY709" fmla="*/ 493972 h 689841"/>
                <a:gd name="csX710" fmla="*/ 312913 w 755290"/>
                <a:gd name="csY710" fmla="*/ 495883 h 689841"/>
                <a:gd name="csX711" fmla="*/ 312913 w 755290"/>
                <a:gd name="csY711" fmla="*/ 496839 h 689841"/>
                <a:gd name="csX712" fmla="*/ 313868 w 755290"/>
                <a:gd name="csY712" fmla="*/ 498272 h 689841"/>
                <a:gd name="csX713" fmla="*/ 313390 w 755290"/>
                <a:gd name="csY713" fmla="*/ 499227 h 689841"/>
                <a:gd name="csX714" fmla="*/ 311957 w 755290"/>
                <a:gd name="csY714" fmla="*/ 501138 h 689841"/>
                <a:gd name="csX715" fmla="*/ 308613 w 755290"/>
                <a:gd name="csY715" fmla="*/ 503527 h 689841"/>
                <a:gd name="csX716" fmla="*/ 306225 w 755290"/>
                <a:gd name="csY716" fmla="*/ 504482 h 689841"/>
                <a:gd name="csX717" fmla="*/ 304791 w 755290"/>
                <a:gd name="csY717" fmla="*/ 504960 h 689841"/>
                <a:gd name="csX718" fmla="*/ 303358 w 755290"/>
                <a:gd name="csY718" fmla="*/ 504482 h 689841"/>
                <a:gd name="csX719" fmla="*/ 300969 w 755290"/>
                <a:gd name="csY719" fmla="*/ 502571 h 689841"/>
                <a:gd name="csX720" fmla="*/ 298581 w 755290"/>
                <a:gd name="csY720" fmla="*/ 502571 h 689841"/>
                <a:gd name="csX721" fmla="*/ 298581 w 755290"/>
                <a:gd name="csY721" fmla="*/ 503049 h 689841"/>
                <a:gd name="csX722" fmla="*/ 301447 w 755290"/>
                <a:gd name="csY722" fmla="*/ 504482 h 689841"/>
                <a:gd name="csX723" fmla="*/ 304314 w 755290"/>
                <a:gd name="csY723" fmla="*/ 506871 h 689841"/>
                <a:gd name="csX724" fmla="*/ 305747 w 755290"/>
                <a:gd name="csY724" fmla="*/ 508782 h 689841"/>
                <a:gd name="csX725" fmla="*/ 306702 w 755290"/>
                <a:gd name="csY725" fmla="*/ 510215 h 689841"/>
                <a:gd name="csX726" fmla="*/ 306702 w 755290"/>
                <a:gd name="csY726" fmla="*/ 511648 h 689841"/>
                <a:gd name="csX727" fmla="*/ 306225 w 755290"/>
                <a:gd name="csY727" fmla="*/ 513559 h 689841"/>
                <a:gd name="csX728" fmla="*/ 303836 w 755290"/>
                <a:gd name="csY728" fmla="*/ 516426 h 689841"/>
                <a:gd name="csX729" fmla="*/ 301925 w 755290"/>
                <a:gd name="csY729" fmla="*/ 516903 h 689841"/>
                <a:gd name="csX730" fmla="*/ 297148 w 755290"/>
                <a:gd name="csY730" fmla="*/ 517859 h 689841"/>
                <a:gd name="csX731" fmla="*/ 295715 w 755290"/>
                <a:gd name="csY731" fmla="*/ 518814 h 689841"/>
                <a:gd name="csX732" fmla="*/ 295237 w 755290"/>
                <a:gd name="csY732" fmla="*/ 519292 h 689841"/>
                <a:gd name="csX733" fmla="*/ 298581 w 755290"/>
                <a:gd name="csY733" fmla="*/ 520247 h 689841"/>
                <a:gd name="csX734" fmla="*/ 298581 w 755290"/>
                <a:gd name="csY734" fmla="*/ 520725 h 689841"/>
                <a:gd name="csX735" fmla="*/ 298103 w 755290"/>
                <a:gd name="csY735" fmla="*/ 523114 h 689841"/>
                <a:gd name="csX736" fmla="*/ 297625 w 755290"/>
                <a:gd name="csY736" fmla="*/ 524069 h 689841"/>
                <a:gd name="csX737" fmla="*/ 294759 w 755290"/>
                <a:gd name="csY737" fmla="*/ 525502 h 689841"/>
                <a:gd name="csX738" fmla="*/ 291893 w 755290"/>
                <a:gd name="csY738" fmla="*/ 525502 h 689841"/>
                <a:gd name="csX739" fmla="*/ 291893 w 755290"/>
                <a:gd name="csY739" fmla="*/ 525502 h 689841"/>
                <a:gd name="csX740" fmla="*/ 292370 w 755290"/>
                <a:gd name="csY740" fmla="*/ 523592 h 689841"/>
                <a:gd name="csX741" fmla="*/ 291893 w 755290"/>
                <a:gd name="csY741" fmla="*/ 523114 h 689841"/>
                <a:gd name="csX742" fmla="*/ 290937 w 755290"/>
                <a:gd name="csY742" fmla="*/ 522636 h 689841"/>
                <a:gd name="csX743" fmla="*/ 289504 w 755290"/>
                <a:gd name="csY743" fmla="*/ 523592 h 689841"/>
                <a:gd name="csX744" fmla="*/ 286160 w 755290"/>
                <a:gd name="csY744" fmla="*/ 525980 h 689841"/>
                <a:gd name="csX745" fmla="*/ 286160 w 755290"/>
                <a:gd name="csY745" fmla="*/ 526458 h 689841"/>
                <a:gd name="csX746" fmla="*/ 287115 w 755290"/>
                <a:gd name="csY746" fmla="*/ 527413 h 689841"/>
                <a:gd name="csX747" fmla="*/ 287115 w 755290"/>
                <a:gd name="csY747" fmla="*/ 527891 h 689841"/>
                <a:gd name="csX748" fmla="*/ 285204 w 755290"/>
                <a:gd name="csY748" fmla="*/ 529802 h 689841"/>
                <a:gd name="csX749" fmla="*/ 284249 w 755290"/>
                <a:gd name="csY749" fmla="*/ 531235 h 689841"/>
                <a:gd name="csX750" fmla="*/ 283294 w 755290"/>
                <a:gd name="csY750" fmla="*/ 532191 h 689841"/>
                <a:gd name="csX751" fmla="*/ 277561 w 755290"/>
                <a:gd name="csY751" fmla="*/ 536490 h 689841"/>
                <a:gd name="csX752" fmla="*/ 278039 w 755290"/>
                <a:gd name="csY752" fmla="*/ 537446 h 689841"/>
                <a:gd name="csX753" fmla="*/ 276605 w 755290"/>
                <a:gd name="csY753" fmla="*/ 540790 h 689841"/>
                <a:gd name="csX754" fmla="*/ 276128 w 755290"/>
                <a:gd name="csY754" fmla="*/ 543656 h 689841"/>
                <a:gd name="csX755" fmla="*/ 277083 w 755290"/>
                <a:gd name="csY755" fmla="*/ 545089 h 689841"/>
                <a:gd name="csX756" fmla="*/ 281383 w 755290"/>
                <a:gd name="csY756" fmla="*/ 546522 h 689841"/>
                <a:gd name="csX757" fmla="*/ 283771 w 755290"/>
                <a:gd name="csY757" fmla="*/ 546522 h 689841"/>
                <a:gd name="csX758" fmla="*/ 286160 w 755290"/>
                <a:gd name="csY758" fmla="*/ 547956 h 689841"/>
                <a:gd name="csX759" fmla="*/ 290937 w 755290"/>
                <a:gd name="csY759" fmla="*/ 550344 h 689841"/>
                <a:gd name="csX760" fmla="*/ 292370 w 755290"/>
                <a:gd name="csY760" fmla="*/ 552255 h 689841"/>
                <a:gd name="csX761" fmla="*/ 292848 w 755290"/>
                <a:gd name="csY761" fmla="*/ 553211 h 689841"/>
                <a:gd name="csX762" fmla="*/ 292848 w 755290"/>
                <a:gd name="csY762" fmla="*/ 554166 h 689841"/>
                <a:gd name="csX763" fmla="*/ 291893 w 755290"/>
                <a:gd name="csY763" fmla="*/ 555599 h 689841"/>
                <a:gd name="csX764" fmla="*/ 290460 w 755290"/>
                <a:gd name="csY764" fmla="*/ 557988 h 689841"/>
                <a:gd name="csX765" fmla="*/ 287115 w 755290"/>
                <a:gd name="csY765" fmla="*/ 561332 h 689841"/>
                <a:gd name="csX766" fmla="*/ 285204 w 755290"/>
                <a:gd name="csY766" fmla="*/ 562288 h 689841"/>
                <a:gd name="csX767" fmla="*/ 282816 w 755290"/>
                <a:gd name="csY767" fmla="*/ 563243 h 689841"/>
                <a:gd name="csX768" fmla="*/ 282338 w 755290"/>
                <a:gd name="csY768" fmla="*/ 563721 h 689841"/>
                <a:gd name="csX769" fmla="*/ 278994 w 755290"/>
                <a:gd name="csY769" fmla="*/ 567065 h 689841"/>
                <a:gd name="csX770" fmla="*/ 278039 w 755290"/>
                <a:gd name="csY770" fmla="*/ 568498 h 689841"/>
                <a:gd name="csX771" fmla="*/ 278516 w 755290"/>
                <a:gd name="csY771" fmla="*/ 570409 h 689841"/>
                <a:gd name="csX772" fmla="*/ 277561 w 755290"/>
                <a:gd name="csY772" fmla="*/ 571364 h 689841"/>
                <a:gd name="csX773" fmla="*/ 273739 w 755290"/>
                <a:gd name="csY773" fmla="*/ 573275 h 689841"/>
                <a:gd name="csX774" fmla="*/ 273739 w 755290"/>
                <a:gd name="csY774" fmla="*/ 573753 h 689841"/>
                <a:gd name="csX775" fmla="*/ 275172 w 755290"/>
                <a:gd name="csY775" fmla="*/ 573753 h 689841"/>
                <a:gd name="csX776" fmla="*/ 274694 w 755290"/>
                <a:gd name="csY776" fmla="*/ 575664 h 689841"/>
                <a:gd name="csX777" fmla="*/ 274694 w 755290"/>
                <a:gd name="csY777" fmla="*/ 578530 h 689841"/>
                <a:gd name="csX778" fmla="*/ 273739 w 755290"/>
                <a:gd name="csY778" fmla="*/ 579008 h 689841"/>
                <a:gd name="csX779" fmla="*/ 271350 w 755290"/>
                <a:gd name="csY779" fmla="*/ 579008 h 689841"/>
                <a:gd name="csX780" fmla="*/ 268006 w 755290"/>
                <a:gd name="csY780" fmla="*/ 579964 h 689841"/>
                <a:gd name="csX781" fmla="*/ 268006 w 755290"/>
                <a:gd name="csY781" fmla="*/ 579964 h 689841"/>
                <a:gd name="csX782" fmla="*/ 268006 w 755290"/>
                <a:gd name="csY782" fmla="*/ 581875 h 689841"/>
                <a:gd name="csX783" fmla="*/ 259407 w 755290"/>
                <a:gd name="csY783" fmla="*/ 583308 h 689841"/>
                <a:gd name="csX784" fmla="*/ 257496 w 755290"/>
                <a:gd name="csY784" fmla="*/ 586652 h 689841"/>
                <a:gd name="csX785" fmla="*/ 256541 w 755290"/>
                <a:gd name="csY785" fmla="*/ 588085 h 689841"/>
                <a:gd name="csX786" fmla="*/ 253197 w 755290"/>
                <a:gd name="csY786" fmla="*/ 590474 h 689841"/>
                <a:gd name="csX787" fmla="*/ 251286 w 755290"/>
                <a:gd name="csY787" fmla="*/ 591429 h 689841"/>
                <a:gd name="csX788" fmla="*/ 248897 w 755290"/>
                <a:gd name="csY788" fmla="*/ 591907 h 689841"/>
                <a:gd name="csX789" fmla="*/ 247942 w 755290"/>
                <a:gd name="csY789" fmla="*/ 592862 h 689841"/>
                <a:gd name="csX790" fmla="*/ 247942 w 755290"/>
                <a:gd name="csY790" fmla="*/ 594295 h 689841"/>
                <a:gd name="csX791" fmla="*/ 246986 w 755290"/>
                <a:gd name="csY791" fmla="*/ 595251 h 689841"/>
                <a:gd name="csX792" fmla="*/ 245075 w 755290"/>
                <a:gd name="csY792" fmla="*/ 596684 h 689841"/>
                <a:gd name="csX793" fmla="*/ 244120 w 755290"/>
                <a:gd name="csY793" fmla="*/ 598595 h 689841"/>
                <a:gd name="csX794" fmla="*/ 243642 w 755290"/>
                <a:gd name="csY794" fmla="*/ 599073 h 689841"/>
                <a:gd name="csX795" fmla="*/ 239820 w 755290"/>
                <a:gd name="csY795" fmla="*/ 599550 h 689841"/>
                <a:gd name="csX796" fmla="*/ 238865 w 755290"/>
                <a:gd name="csY796" fmla="*/ 600028 h 689841"/>
                <a:gd name="csX797" fmla="*/ 238865 w 755290"/>
                <a:gd name="csY797" fmla="*/ 602895 h 689841"/>
                <a:gd name="csX798" fmla="*/ 237909 w 755290"/>
                <a:gd name="csY798" fmla="*/ 602895 h 689841"/>
                <a:gd name="csX799" fmla="*/ 236476 w 755290"/>
                <a:gd name="csY799" fmla="*/ 601939 h 689841"/>
                <a:gd name="csX800" fmla="*/ 235043 w 755290"/>
                <a:gd name="csY800" fmla="*/ 602895 h 689841"/>
                <a:gd name="csX801" fmla="*/ 231221 w 755290"/>
                <a:gd name="csY801" fmla="*/ 605761 h 689841"/>
                <a:gd name="csX802" fmla="*/ 230266 w 755290"/>
                <a:gd name="csY802" fmla="*/ 606716 h 689841"/>
                <a:gd name="csX803" fmla="*/ 230266 w 755290"/>
                <a:gd name="csY803" fmla="*/ 607194 h 689841"/>
                <a:gd name="csX804" fmla="*/ 231221 w 755290"/>
                <a:gd name="csY804" fmla="*/ 607672 h 689841"/>
                <a:gd name="csX805" fmla="*/ 231699 w 755290"/>
                <a:gd name="csY805" fmla="*/ 609583 h 689841"/>
                <a:gd name="csX806" fmla="*/ 231699 w 755290"/>
                <a:gd name="csY806" fmla="*/ 611016 h 689841"/>
                <a:gd name="csX807" fmla="*/ 230266 w 755290"/>
                <a:gd name="csY807" fmla="*/ 614360 h 689841"/>
                <a:gd name="csX808" fmla="*/ 229788 w 755290"/>
                <a:gd name="csY808" fmla="*/ 614838 h 689841"/>
                <a:gd name="csX809" fmla="*/ 227877 w 755290"/>
                <a:gd name="csY809" fmla="*/ 615316 h 689841"/>
                <a:gd name="csX810" fmla="*/ 227399 w 755290"/>
                <a:gd name="csY810" fmla="*/ 617227 h 689841"/>
                <a:gd name="csX811" fmla="*/ 225488 w 755290"/>
                <a:gd name="csY811" fmla="*/ 617227 h 689841"/>
                <a:gd name="csX812" fmla="*/ 224533 w 755290"/>
                <a:gd name="csY812" fmla="*/ 617704 h 689841"/>
                <a:gd name="csX813" fmla="*/ 223577 w 755290"/>
                <a:gd name="csY813" fmla="*/ 618660 h 689841"/>
                <a:gd name="csX814" fmla="*/ 222622 w 755290"/>
                <a:gd name="csY814" fmla="*/ 619615 h 689841"/>
                <a:gd name="csX815" fmla="*/ 221667 w 755290"/>
                <a:gd name="csY815" fmla="*/ 619615 h 689841"/>
                <a:gd name="csX816" fmla="*/ 220233 w 755290"/>
                <a:gd name="csY816" fmla="*/ 620571 h 689841"/>
                <a:gd name="csX817" fmla="*/ 218800 w 755290"/>
                <a:gd name="csY817" fmla="*/ 622482 h 689841"/>
                <a:gd name="csX818" fmla="*/ 217367 w 755290"/>
                <a:gd name="csY818" fmla="*/ 623437 h 689841"/>
                <a:gd name="csX819" fmla="*/ 215934 w 755290"/>
                <a:gd name="csY819" fmla="*/ 623915 h 689841"/>
                <a:gd name="csX820" fmla="*/ 214501 w 755290"/>
                <a:gd name="csY820" fmla="*/ 623915 h 689841"/>
                <a:gd name="csX821" fmla="*/ 213545 w 755290"/>
                <a:gd name="csY821" fmla="*/ 623915 h 689841"/>
                <a:gd name="csX822" fmla="*/ 212112 w 755290"/>
                <a:gd name="csY822" fmla="*/ 623915 h 689841"/>
                <a:gd name="csX823" fmla="*/ 211156 w 755290"/>
                <a:gd name="csY823" fmla="*/ 624870 h 689841"/>
                <a:gd name="csX824" fmla="*/ 210201 w 755290"/>
                <a:gd name="csY824" fmla="*/ 625826 h 689841"/>
                <a:gd name="csX825" fmla="*/ 209246 w 755290"/>
                <a:gd name="csY825" fmla="*/ 628692 h 689841"/>
                <a:gd name="csX826" fmla="*/ 208290 w 755290"/>
                <a:gd name="csY826" fmla="*/ 629648 h 689841"/>
                <a:gd name="csX827" fmla="*/ 207812 w 755290"/>
                <a:gd name="csY827" fmla="*/ 630125 h 689841"/>
                <a:gd name="csX828" fmla="*/ 206379 w 755290"/>
                <a:gd name="csY828" fmla="*/ 629648 h 689841"/>
                <a:gd name="csX829" fmla="*/ 204468 w 755290"/>
                <a:gd name="csY829" fmla="*/ 629170 h 689841"/>
                <a:gd name="csX830" fmla="*/ 202557 w 755290"/>
                <a:gd name="csY830" fmla="*/ 629648 h 689841"/>
                <a:gd name="csX831" fmla="*/ 199691 w 755290"/>
                <a:gd name="csY831" fmla="*/ 631081 h 689841"/>
                <a:gd name="csX832" fmla="*/ 198735 w 755290"/>
                <a:gd name="csY832" fmla="*/ 632514 h 689841"/>
                <a:gd name="csX833" fmla="*/ 200646 w 755290"/>
                <a:gd name="csY833" fmla="*/ 632992 h 689841"/>
                <a:gd name="csX834" fmla="*/ 201602 w 755290"/>
                <a:gd name="csY834" fmla="*/ 632992 h 689841"/>
                <a:gd name="csX835" fmla="*/ 201602 w 755290"/>
                <a:gd name="csY835" fmla="*/ 633469 h 689841"/>
                <a:gd name="csX836" fmla="*/ 200646 w 755290"/>
                <a:gd name="csY836" fmla="*/ 633947 h 689841"/>
                <a:gd name="csX837" fmla="*/ 198735 w 755290"/>
                <a:gd name="csY837" fmla="*/ 633947 h 689841"/>
                <a:gd name="csX838" fmla="*/ 197780 w 755290"/>
                <a:gd name="csY838" fmla="*/ 634425 h 689841"/>
                <a:gd name="csX839" fmla="*/ 196347 w 755290"/>
                <a:gd name="csY839" fmla="*/ 634902 h 689841"/>
                <a:gd name="csX840" fmla="*/ 193003 w 755290"/>
                <a:gd name="csY840" fmla="*/ 635858 h 689841"/>
                <a:gd name="csX841" fmla="*/ 192047 w 755290"/>
                <a:gd name="csY841" fmla="*/ 636336 h 689841"/>
                <a:gd name="csX842" fmla="*/ 189659 w 755290"/>
                <a:gd name="csY842" fmla="*/ 639680 h 689841"/>
                <a:gd name="csX843" fmla="*/ 189181 w 755290"/>
                <a:gd name="csY843" fmla="*/ 640157 h 689841"/>
                <a:gd name="csX844" fmla="*/ 189659 w 755290"/>
                <a:gd name="csY844" fmla="*/ 640635 h 689841"/>
                <a:gd name="csX845" fmla="*/ 190614 w 755290"/>
                <a:gd name="csY845" fmla="*/ 640157 h 689841"/>
                <a:gd name="csX846" fmla="*/ 192525 w 755290"/>
                <a:gd name="csY846" fmla="*/ 640635 h 689841"/>
                <a:gd name="csX847" fmla="*/ 193480 w 755290"/>
                <a:gd name="csY847" fmla="*/ 641591 h 689841"/>
                <a:gd name="csX848" fmla="*/ 193958 w 755290"/>
                <a:gd name="csY848" fmla="*/ 642068 h 689841"/>
                <a:gd name="csX849" fmla="*/ 194436 w 755290"/>
                <a:gd name="csY849" fmla="*/ 643979 h 689841"/>
                <a:gd name="csX850" fmla="*/ 194436 w 755290"/>
                <a:gd name="csY850" fmla="*/ 643979 h 689841"/>
                <a:gd name="csX851" fmla="*/ 191569 w 755290"/>
                <a:gd name="csY851" fmla="*/ 646846 h 689841"/>
                <a:gd name="csX852" fmla="*/ 190614 w 755290"/>
                <a:gd name="csY852" fmla="*/ 648279 h 689841"/>
                <a:gd name="csX853" fmla="*/ 190136 w 755290"/>
                <a:gd name="csY853" fmla="*/ 648757 h 689841"/>
                <a:gd name="csX854" fmla="*/ 189659 w 755290"/>
                <a:gd name="csY854" fmla="*/ 648279 h 689841"/>
                <a:gd name="csX855" fmla="*/ 189181 w 755290"/>
                <a:gd name="csY855" fmla="*/ 644935 h 689841"/>
                <a:gd name="csX856" fmla="*/ 189181 w 755290"/>
                <a:gd name="csY856" fmla="*/ 644457 h 689841"/>
                <a:gd name="csX857" fmla="*/ 188225 w 755290"/>
                <a:gd name="csY857" fmla="*/ 644457 h 689841"/>
                <a:gd name="csX858" fmla="*/ 187748 w 755290"/>
                <a:gd name="csY858" fmla="*/ 645413 h 689841"/>
                <a:gd name="csX859" fmla="*/ 186314 w 755290"/>
                <a:gd name="csY859" fmla="*/ 649234 h 689841"/>
                <a:gd name="csX860" fmla="*/ 184404 w 755290"/>
                <a:gd name="csY860" fmla="*/ 651145 h 689841"/>
                <a:gd name="csX861" fmla="*/ 171983 w 755290"/>
                <a:gd name="csY861" fmla="*/ 655923 h 689841"/>
                <a:gd name="csX862" fmla="*/ 170072 w 755290"/>
                <a:gd name="csY862" fmla="*/ 656878 h 689841"/>
                <a:gd name="csX863" fmla="*/ 169594 w 755290"/>
                <a:gd name="csY863" fmla="*/ 658789 h 689841"/>
                <a:gd name="csX864" fmla="*/ 169116 w 755290"/>
                <a:gd name="csY864" fmla="*/ 660700 h 689841"/>
                <a:gd name="csX865" fmla="*/ 168161 w 755290"/>
                <a:gd name="csY865" fmla="*/ 661655 h 689841"/>
                <a:gd name="csX866" fmla="*/ 167205 w 755290"/>
                <a:gd name="csY866" fmla="*/ 662611 h 689841"/>
                <a:gd name="csX867" fmla="*/ 167205 w 755290"/>
                <a:gd name="csY867" fmla="*/ 662133 h 689841"/>
                <a:gd name="csX868" fmla="*/ 167205 w 755290"/>
                <a:gd name="csY868" fmla="*/ 657356 h 689841"/>
                <a:gd name="csX869" fmla="*/ 166728 w 755290"/>
                <a:gd name="csY869" fmla="*/ 656400 h 689841"/>
                <a:gd name="csX870" fmla="*/ 165772 w 755290"/>
                <a:gd name="csY870" fmla="*/ 655923 h 689841"/>
                <a:gd name="csX871" fmla="*/ 164817 w 755290"/>
                <a:gd name="csY871" fmla="*/ 655923 h 689841"/>
                <a:gd name="csX872" fmla="*/ 164339 w 755290"/>
                <a:gd name="csY872" fmla="*/ 655923 h 689841"/>
                <a:gd name="csX873" fmla="*/ 162906 w 755290"/>
                <a:gd name="csY873" fmla="*/ 656878 h 689841"/>
                <a:gd name="csX874" fmla="*/ 161950 w 755290"/>
                <a:gd name="csY874" fmla="*/ 657356 h 689841"/>
                <a:gd name="csX875" fmla="*/ 160995 w 755290"/>
                <a:gd name="csY875" fmla="*/ 657356 h 689841"/>
                <a:gd name="csX876" fmla="*/ 159562 w 755290"/>
                <a:gd name="csY876" fmla="*/ 658311 h 689841"/>
                <a:gd name="csX877" fmla="*/ 155740 w 755290"/>
                <a:gd name="csY877" fmla="*/ 661655 h 689841"/>
                <a:gd name="csX878" fmla="*/ 152873 w 755290"/>
                <a:gd name="csY878" fmla="*/ 662611 h 689841"/>
                <a:gd name="csX879" fmla="*/ 152396 w 755290"/>
                <a:gd name="csY879" fmla="*/ 663089 h 689841"/>
                <a:gd name="csX880" fmla="*/ 151440 w 755290"/>
                <a:gd name="csY880" fmla="*/ 664999 h 689841"/>
                <a:gd name="csX881" fmla="*/ 150485 w 755290"/>
                <a:gd name="csY881" fmla="*/ 665477 h 689841"/>
                <a:gd name="csX882" fmla="*/ 149529 w 755290"/>
                <a:gd name="csY882" fmla="*/ 665477 h 689841"/>
                <a:gd name="csX883" fmla="*/ 148096 w 755290"/>
                <a:gd name="csY883" fmla="*/ 664999 h 689841"/>
                <a:gd name="csX884" fmla="*/ 147141 w 755290"/>
                <a:gd name="csY884" fmla="*/ 665477 h 689841"/>
                <a:gd name="csX885" fmla="*/ 146185 w 755290"/>
                <a:gd name="csY885" fmla="*/ 666910 h 689841"/>
                <a:gd name="csX886" fmla="*/ 145230 w 755290"/>
                <a:gd name="csY886" fmla="*/ 667388 h 689841"/>
                <a:gd name="csX887" fmla="*/ 142841 w 755290"/>
                <a:gd name="csY887" fmla="*/ 666433 h 689841"/>
                <a:gd name="csX888" fmla="*/ 141408 w 755290"/>
                <a:gd name="csY888" fmla="*/ 666910 h 689841"/>
                <a:gd name="csX889" fmla="*/ 139975 w 755290"/>
                <a:gd name="csY889" fmla="*/ 668821 h 689841"/>
                <a:gd name="csX890" fmla="*/ 138542 w 755290"/>
                <a:gd name="csY890" fmla="*/ 669777 h 689841"/>
                <a:gd name="csX891" fmla="*/ 137108 w 755290"/>
                <a:gd name="csY891" fmla="*/ 670255 h 689841"/>
                <a:gd name="csX892" fmla="*/ 133286 w 755290"/>
                <a:gd name="csY892" fmla="*/ 670732 h 689841"/>
                <a:gd name="csX893" fmla="*/ 131376 w 755290"/>
                <a:gd name="csY893" fmla="*/ 670255 h 689841"/>
                <a:gd name="csX894" fmla="*/ 130898 w 755290"/>
                <a:gd name="csY894" fmla="*/ 670255 h 689841"/>
                <a:gd name="csX895" fmla="*/ 131376 w 755290"/>
                <a:gd name="csY895" fmla="*/ 667866 h 689841"/>
                <a:gd name="csX896" fmla="*/ 131853 w 755290"/>
                <a:gd name="csY896" fmla="*/ 666433 h 689841"/>
                <a:gd name="csX897" fmla="*/ 132331 w 755290"/>
                <a:gd name="csY897" fmla="*/ 665477 h 689841"/>
                <a:gd name="csX898" fmla="*/ 133286 w 755290"/>
                <a:gd name="csY898" fmla="*/ 664999 h 689841"/>
                <a:gd name="csX899" fmla="*/ 134242 w 755290"/>
                <a:gd name="csY899" fmla="*/ 664999 h 689841"/>
                <a:gd name="csX900" fmla="*/ 136631 w 755290"/>
                <a:gd name="csY900" fmla="*/ 665477 h 689841"/>
                <a:gd name="csX901" fmla="*/ 136153 w 755290"/>
                <a:gd name="csY901" fmla="*/ 664999 h 689841"/>
                <a:gd name="csX902" fmla="*/ 135675 w 755290"/>
                <a:gd name="csY902" fmla="*/ 664044 h 689841"/>
                <a:gd name="csX903" fmla="*/ 133764 w 755290"/>
                <a:gd name="csY903" fmla="*/ 663089 h 689841"/>
                <a:gd name="csX904" fmla="*/ 131376 w 755290"/>
                <a:gd name="csY904" fmla="*/ 662611 h 689841"/>
                <a:gd name="csX905" fmla="*/ 130420 w 755290"/>
                <a:gd name="csY905" fmla="*/ 663089 h 689841"/>
                <a:gd name="csX906" fmla="*/ 128987 w 755290"/>
                <a:gd name="csY906" fmla="*/ 663566 h 689841"/>
                <a:gd name="csX907" fmla="*/ 127554 w 755290"/>
                <a:gd name="csY907" fmla="*/ 664522 h 689841"/>
                <a:gd name="csX908" fmla="*/ 127076 w 755290"/>
                <a:gd name="csY908" fmla="*/ 665955 h 689841"/>
                <a:gd name="csX909" fmla="*/ 126121 w 755290"/>
                <a:gd name="csY909" fmla="*/ 669299 h 689841"/>
                <a:gd name="csX910" fmla="*/ 126121 w 755290"/>
                <a:gd name="csY910" fmla="*/ 670255 h 689841"/>
                <a:gd name="csX911" fmla="*/ 121343 w 755290"/>
                <a:gd name="csY911" fmla="*/ 676465 h 689841"/>
                <a:gd name="csX912" fmla="*/ 119432 w 755290"/>
                <a:gd name="csY912" fmla="*/ 678376 h 689841"/>
                <a:gd name="csX913" fmla="*/ 117521 w 755290"/>
                <a:gd name="csY913" fmla="*/ 677898 h 689841"/>
                <a:gd name="csX914" fmla="*/ 116566 w 755290"/>
                <a:gd name="csY914" fmla="*/ 678854 h 689841"/>
                <a:gd name="csX915" fmla="*/ 115133 w 755290"/>
                <a:gd name="csY915" fmla="*/ 680287 h 689841"/>
                <a:gd name="csX916" fmla="*/ 114177 w 755290"/>
                <a:gd name="csY916" fmla="*/ 681242 h 689841"/>
                <a:gd name="csX917" fmla="*/ 113222 w 755290"/>
                <a:gd name="csY917" fmla="*/ 680764 h 689841"/>
                <a:gd name="csX918" fmla="*/ 112266 w 755290"/>
                <a:gd name="csY918" fmla="*/ 680764 h 689841"/>
                <a:gd name="csX919" fmla="*/ 111789 w 755290"/>
                <a:gd name="csY919" fmla="*/ 680287 h 689841"/>
                <a:gd name="csX920" fmla="*/ 111789 w 755290"/>
                <a:gd name="csY920" fmla="*/ 679809 h 689841"/>
                <a:gd name="csX921" fmla="*/ 112744 w 755290"/>
                <a:gd name="csY921" fmla="*/ 679331 h 689841"/>
                <a:gd name="csX922" fmla="*/ 112266 w 755290"/>
                <a:gd name="csY922" fmla="*/ 677898 h 689841"/>
                <a:gd name="csX923" fmla="*/ 110833 w 755290"/>
                <a:gd name="csY923" fmla="*/ 675987 h 689841"/>
                <a:gd name="csX924" fmla="*/ 109878 w 755290"/>
                <a:gd name="csY924" fmla="*/ 675032 h 689841"/>
                <a:gd name="csX925" fmla="*/ 108445 w 755290"/>
                <a:gd name="csY925" fmla="*/ 675032 h 689841"/>
                <a:gd name="csX926" fmla="*/ 107967 w 755290"/>
                <a:gd name="csY926" fmla="*/ 675987 h 689841"/>
                <a:gd name="csX927" fmla="*/ 108445 w 755290"/>
                <a:gd name="csY927" fmla="*/ 680287 h 689841"/>
                <a:gd name="csX928" fmla="*/ 108445 w 755290"/>
                <a:gd name="csY928" fmla="*/ 681242 h 689841"/>
                <a:gd name="csX929" fmla="*/ 107489 w 755290"/>
                <a:gd name="csY929" fmla="*/ 682675 h 689841"/>
                <a:gd name="csX930" fmla="*/ 104623 w 755290"/>
                <a:gd name="csY930" fmla="*/ 684109 h 689841"/>
                <a:gd name="csX931" fmla="*/ 103667 w 755290"/>
                <a:gd name="csY931" fmla="*/ 684109 h 689841"/>
                <a:gd name="csX932" fmla="*/ 100801 w 755290"/>
                <a:gd name="csY932" fmla="*/ 681242 h 689841"/>
                <a:gd name="csX933" fmla="*/ 98412 w 755290"/>
                <a:gd name="csY933" fmla="*/ 680764 h 689841"/>
                <a:gd name="csX934" fmla="*/ 98412 w 755290"/>
                <a:gd name="csY934" fmla="*/ 681720 h 689841"/>
                <a:gd name="csX935" fmla="*/ 98890 w 755290"/>
                <a:gd name="csY935" fmla="*/ 683631 h 689841"/>
                <a:gd name="csX936" fmla="*/ 98412 w 755290"/>
                <a:gd name="csY936" fmla="*/ 685542 h 689841"/>
                <a:gd name="csX937" fmla="*/ 96501 w 755290"/>
                <a:gd name="csY937" fmla="*/ 686975 h 689841"/>
                <a:gd name="csX938" fmla="*/ 95068 w 755290"/>
                <a:gd name="csY938" fmla="*/ 687930 h 689841"/>
                <a:gd name="csX939" fmla="*/ 94113 w 755290"/>
                <a:gd name="csY939" fmla="*/ 687930 h 689841"/>
                <a:gd name="csX940" fmla="*/ 94113 w 755290"/>
                <a:gd name="csY940" fmla="*/ 686497 h 689841"/>
                <a:gd name="csX941" fmla="*/ 95068 w 755290"/>
                <a:gd name="csY941" fmla="*/ 684109 h 689841"/>
                <a:gd name="csX942" fmla="*/ 95068 w 755290"/>
                <a:gd name="csY942" fmla="*/ 682198 h 689841"/>
                <a:gd name="csX943" fmla="*/ 95068 w 755290"/>
                <a:gd name="csY943" fmla="*/ 680764 h 689841"/>
                <a:gd name="csX944" fmla="*/ 95068 w 755290"/>
                <a:gd name="csY944" fmla="*/ 679809 h 689841"/>
                <a:gd name="csX945" fmla="*/ 95546 w 755290"/>
                <a:gd name="csY945" fmla="*/ 678854 h 689841"/>
                <a:gd name="csX946" fmla="*/ 98890 w 755290"/>
                <a:gd name="csY946" fmla="*/ 676465 h 689841"/>
                <a:gd name="csX947" fmla="*/ 99845 w 755290"/>
                <a:gd name="csY947" fmla="*/ 675987 h 689841"/>
                <a:gd name="csX948" fmla="*/ 100801 w 755290"/>
                <a:gd name="csY948" fmla="*/ 676943 h 689841"/>
                <a:gd name="csX949" fmla="*/ 101756 w 755290"/>
                <a:gd name="csY949" fmla="*/ 676943 h 689841"/>
                <a:gd name="csX950" fmla="*/ 102712 w 755290"/>
                <a:gd name="csY950" fmla="*/ 676465 h 689841"/>
                <a:gd name="csX951" fmla="*/ 103667 w 755290"/>
                <a:gd name="csY951" fmla="*/ 675509 h 689841"/>
                <a:gd name="csX952" fmla="*/ 103667 w 755290"/>
                <a:gd name="csY952" fmla="*/ 674554 h 689841"/>
                <a:gd name="csX953" fmla="*/ 105100 w 755290"/>
                <a:gd name="csY953" fmla="*/ 673121 h 689841"/>
                <a:gd name="csX954" fmla="*/ 107489 w 755290"/>
                <a:gd name="csY954" fmla="*/ 671688 h 689841"/>
                <a:gd name="csX955" fmla="*/ 110355 w 755290"/>
                <a:gd name="csY955" fmla="*/ 668343 h 689841"/>
                <a:gd name="csX956" fmla="*/ 113700 w 755290"/>
                <a:gd name="csY956" fmla="*/ 663566 h 689841"/>
                <a:gd name="csX957" fmla="*/ 117521 w 755290"/>
                <a:gd name="csY957" fmla="*/ 659744 h 689841"/>
                <a:gd name="csX958" fmla="*/ 121821 w 755290"/>
                <a:gd name="csY958" fmla="*/ 656400 h 689841"/>
                <a:gd name="csX959" fmla="*/ 126598 w 755290"/>
                <a:gd name="csY959" fmla="*/ 653534 h 689841"/>
                <a:gd name="csX960" fmla="*/ 136153 w 755290"/>
                <a:gd name="csY960" fmla="*/ 649712 h 689841"/>
                <a:gd name="csX961" fmla="*/ 137108 w 755290"/>
                <a:gd name="csY961" fmla="*/ 650190 h 689841"/>
                <a:gd name="csX962" fmla="*/ 136153 w 755290"/>
                <a:gd name="csY962" fmla="*/ 651145 h 689841"/>
                <a:gd name="csX963" fmla="*/ 136631 w 755290"/>
                <a:gd name="csY963" fmla="*/ 652101 h 689841"/>
                <a:gd name="csX964" fmla="*/ 137586 w 755290"/>
                <a:gd name="csY964" fmla="*/ 652101 h 689841"/>
                <a:gd name="csX965" fmla="*/ 141408 w 755290"/>
                <a:gd name="csY965" fmla="*/ 651623 h 689841"/>
                <a:gd name="csX966" fmla="*/ 142841 w 755290"/>
                <a:gd name="csY966" fmla="*/ 650668 h 689841"/>
                <a:gd name="csX967" fmla="*/ 142841 w 755290"/>
                <a:gd name="csY967" fmla="*/ 651623 h 689841"/>
                <a:gd name="csX968" fmla="*/ 142363 w 755290"/>
                <a:gd name="csY968" fmla="*/ 652578 h 689841"/>
                <a:gd name="csX969" fmla="*/ 140452 w 755290"/>
                <a:gd name="csY969" fmla="*/ 653534 h 689841"/>
                <a:gd name="csX970" fmla="*/ 140452 w 755290"/>
                <a:gd name="csY970" fmla="*/ 654489 h 689841"/>
                <a:gd name="csX971" fmla="*/ 143319 w 755290"/>
                <a:gd name="csY971" fmla="*/ 657834 h 689841"/>
                <a:gd name="csX972" fmla="*/ 144274 w 755290"/>
                <a:gd name="csY972" fmla="*/ 658789 h 689841"/>
                <a:gd name="csX973" fmla="*/ 145230 w 755290"/>
                <a:gd name="csY973" fmla="*/ 658311 h 689841"/>
                <a:gd name="csX974" fmla="*/ 145707 w 755290"/>
                <a:gd name="csY974" fmla="*/ 657834 h 689841"/>
                <a:gd name="csX975" fmla="*/ 145230 w 755290"/>
                <a:gd name="csY975" fmla="*/ 655445 h 689841"/>
                <a:gd name="csX976" fmla="*/ 146185 w 755290"/>
                <a:gd name="csY976" fmla="*/ 654967 h 689841"/>
                <a:gd name="csX977" fmla="*/ 148574 w 755290"/>
                <a:gd name="csY977" fmla="*/ 654489 h 689841"/>
                <a:gd name="csX978" fmla="*/ 150007 w 755290"/>
                <a:gd name="csY978" fmla="*/ 654967 h 689841"/>
                <a:gd name="csX979" fmla="*/ 150485 w 755290"/>
                <a:gd name="csY979" fmla="*/ 655923 h 689841"/>
                <a:gd name="csX980" fmla="*/ 151918 w 755290"/>
                <a:gd name="csY980" fmla="*/ 656400 h 689841"/>
                <a:gd name="csX981" fmla="*/ 153351 w 755290"/>
                <a:gd name="csY981" fmla="*/ 656878 h 689841"/>
                <a:gd name="csX982" fmla="*/ 154784 w 755290"/>
                <a:gd name="csY982" fmla="*/ 656878 h 689841"/>
                <a:gd name="csX983" fmla="*/ 155262 w 755290"/>
                <a:gd name="csY983" fmla="*/ 655923 h 689841"/>
                <a:gd name="csX984" fmla="*/ 154307 w 755290"/>
                <a:gd name="csY984" fmla="*/ 654967 h 689841"/>
                <a:gd name="csX985" fmla="*/ 150962 w 755290"/>
                <a:gd name="csY985" fmla="*/ 652578 h 689841"/>
                <a:gd name="csX986" fmla="*/ 150007 w 755290"/>
                <a:gd name="csY986" fmla="*/ 651623 h 689841"/>
                <a:gd name="csX987" fmla="*/ 149529 w 755290"/>
                <a:gd name="csY987" fmla="*/ 650190 h 689841"/>
                <a:gd name="csX988" fmla="*/ 150007 w 755290"/>
                <a:gd name="csY988" fmla="*/ 648757 h 689841"/>
                <a:gd name="csX989" fmla="*/ 151440 w 755290"/>
                <a:gd name="csY989" fmla="*/ 646368 h 689841"/>
                <a:gd name="csX990" fmla="*/ 152873 w 755290"/>
                <a:gd name="csY990" fmla="*/ 642546 h 689841"/>
                <a:gd name="csX991" fmla="*/ 154307 w 755290"/>
                <a:gd name="csY991" fmla="*/ 640157 h 689841"/>
                <a:gd name="csX992" fmla="*/ 157651 w 755290"/>
                <a:gd name="csY992" fmla="*/ 637769 h 689841"/>
                <a:gd name="csX993" fmla="*/ 159562 w 755290"/>
                <a:gd name="csY993" fmla="*/ 636336 h 689841"/>
                <a:gd name="csX994" fmla="*/ 164817 w 755290"/>
                <a:gd name="csY994" fmla="*/ 632036 h 689841"/>
                <a:gd name="csX995" fmla="*/ 174849 w 755290"/>
                <a:gd name="csY995" fmla="*/ 628214 h 689841"/>
                <a:gd name="csX996" fmla="*/ 177238 w 755290"/>
                <a:gd name="csY996" fmla="*/ 625348 h 689841"/>
                <a:gd name="csX997" fmla="*/ 180582 w 755290"/>
                <a:gd name="csY997" fmla="*/ 622482 h 689841"/>
                <a:gd name="csX998" fmla="*/ 182015 w 755290"/>
                <a:gd name="csY998" fmla="*/ 621526 h 689841"/>
                <a:gd name="csX999" fmla="*/ 182015 w 755290"/>
                <a:gd name="csY999" fmla="*/ 622959 h 689841"/>
                <a:gd name="csX1000" fmla="*/ 182493 w 755290"/>
                <a:gd name="csY1000" fmla="*/ 623915 h 689841"/>
                <a:gd name="csX1001" fmla="*/ 184404 w 755290"/>
                <a:gd name="csY1001" fmla="*/ 624392 h 689841"/>
                <a:gd name="csX1002" fmla="*/ 185837 w 755290"/>
                <a:gd name="csY1002" fmla="*/ 624870 h 689841"/>
                <a:gd name="csX1003" fmla="*/ 186792 w 755290"/>
                <a:gd name="csY1003" fmla="*/ 624392 h 689841"/>
                <a:gd name="csX1004" fmla="*/ 186792 w 755290"/>
                <a:gd name="csY1004" fmla="*/ 623437 h 689841"/>
                <a:gd name="csX1005" fmla="*/ 186792 w 755290"/>
                <a:gd name="csY1005" fmla="*/ 621526 h 689841"/>
                <a:gd name="csX1006" fmla="*/ 186314 w 755290"/>
                <a:gd name="csY1006" fmla="*/ 619615 h 689841"/>
                <a:gd name="csX1007" fmla="*/ 186792 w 755290"/>
                <a:gd name="csY1007" fmla="*/ 617704 h 689841"/>
                <a:gd name="csX1008" fmla="*/ 186792 w 755290"/>
                <a:gd name="csY1008" fmla="*/ 616271 h 689841"/>
                <a:gd name="csX1009" fmla="*/ 188703 w 755290"/>
                <a:gd name="csY1009" fmla="*/ 613882 h 689841"/>
                <a:gd name="csX1010" fmla="*/ 190614 w 755290"/>
                <a:gd name="csY1010" fmla="*/ 611016 h 689841"/>
                <a:gd name="csX1011" fmla="*/ 193958 w 755290"/>
                <a:gd name="csY1011" fmla="*/ 607672 h 689841"/>
                <a:gd name="csX1012" fmla="*/ 195869 w 755290"/>
                <a:gd name="csY1012" fmla="*/ 606239 h 689841"/>
                <a:gd name="csX1013" fmla="*/ 197302 w 755290"/>
                <a:gd name="csY1013" fmla="*/ 605283 h 689841"/>
                <a:gd name="csX1014" fmla="*/ 199213 w 755290"/>
                <a:gd name="csY1014" fmla="*/ 603850 h 689841"/>
                <a:gd name="csX1015" fmla="*/ 202080 w 755290"/>
                <a:gd name="csY1015" fmla="*/ 600506 h 689841"/>
                <a:gd name="csX1016" fmla="*/ 203035 w 755290"/>
                <a:gd name="csY1016" fmla="*/ 600028 h 689841"/>
                <a:gd name="csX1017" fmla="*/ 205424 w 755290"/>
                <a:gd name="csY1017" fmla="*/ 599550 h 689841"/>
                <a:gd name="csX1018" fmla="*/ 205901 w 755290"/>
                <a:gd name="csY1018" fmla="*/ 599550 h 689841"/>
                <a:gd name="csX1019" fmla="*/ 206379 w 755290"/>
                <a:gd name="csY1019" fmla="*/ 600506 h 689841"/>
                <a:gd name="csX1020" fmla="*/ 207335 w 755290"/>
                <a:gd name="csY1020" fmla="*/ 600984 h 689841"/>
                <a:gd name="csX1021" fmla="*/ 209246 w 755290"/>
                <a:gd name="csY1021" fmla="*/ 601461 h 689841"/>
                <a:gd name="csX1022" fmla="*/ 210679 w 755290"/>
                <a:gd name="csY1022" fmla="*/ 600506 h 689841"/>
                <a:gd name="csX1023" fmla="*/ 210679 w 755290"/>
                <a:gd name="csY1023" fmla="*/ 600506 h 689841"/>
                <a:gd name="csX1024" fmla="*/ 209246 w 755290"/>
                <a:gd name="csY1024" fmla="*/ 600028 h 689841"/>
                <a:gd name="csX1025" fmla="*/ 208768 w 755290"/>
                <a:gd name="csY1025" fmla="*/ 599550 h 689841"/>
                <a:gd name="csX1026" fmla="*/ 207812 w 755290"/>
                <a:gd name="csY1026" fmla="*/ 597640 h 689841"/>
                <a:gd name="csX1027" fmla="*/ 206379 w 755290"/>
                <a:gd name="csY1027" fmla="*/ 596206 h 689841"/>
                <a:gd name="csX1028" fmla="*/ 205901 w 755290"/>
                <a:gd name="csY1028" fmla="*/ 594773 h 689841"/>
                <a:gd name="csX1029" fmla="*/ 206379 w 755290"/>
                <a:gd name="csY1029" fmla="*/ 592862 h 689841"/>
                <a:gd name="csX1030" fmla="*/ 207812 w 755290"/>
                <a:gd name="csY1030" fmla="*/ 587607 h 689841"/>
                <a:gd name="csX1031" fmla="*/ 207812 w 755290"/>
                <a:gd name="csY1031" fmla="*/ 582352 h 689841"/>
                <a:gd name="csX1032" fmla="*/ 208768 w 755290"/>
                <a:gd name="csY1032" fmla="*/ 579008 h 689841"/>
                <a:gd name="csX1033" fmla="*/ 211156 w 755290"/>
                <a:gd name="csY1033" fmla="*/ 578053 h 689841"/>
                <a:gd name="csX1034" fmla="*/ 215934 w 755290"/>
                <a:gd name="csY1034" fmla="*/ 577097 h 689841"/>
                <a:gd name="csX1035" fmla="*/ 213067 w 755290"/>
                <a:gd name="csY1035" fmla="*/ 575664 h 689841"/>
                <a:gd name="csX1036" fmla="*/ 212112 w 755290"/>
                <a:gd name="csY1036" fmla="*/ 575664 h 689841"/>
                <a:gd name="csX1037" fmla="*/ 210201 w 755290"/>
                <a:gd name="csY1037" fmla="*/ 575186 h 689841"/>
                <a:gd name="csX1038" fmla="*/ 209723 w 755290"/>
                <a:gd name="csY1038" fmla="*/ 571842 h 689841"/>
                <a:gd name="csX1039" fmla="*/ 209723 w 755290"/>
                <a:gd name="csY1039" fmla="*/ 569454 h 689841"/>
                <a:gd name="csX1040" fmla="*/ 210679 w 755290"/>
                <a:gd name="csY1040" fmla="*/ 566587 h 689841"/>
                <a:gd name="csX1041" fmla="*/ 215456 w 755290"/>
                <a:gd name="csY1041" fmla="*/ 561810 h 689841"/>
                <a:gd name="csX1042" fmla="*/ 220233 w 755290"/>
                <a:gd name="csY1042" fmla="*/ 558466 h 689841"/>
                <a:gd name="csX1043" fmla="*/ 219755 w 755290"/>
                <a:gd name="csY1043" fmla="*/ 557988 h 689841"/>
                <a:gd name="csX1044" fmla="*/ 219278 w 755290"/>
                <a:gd name="csY1044" fmla="*/ 557033 h 689841"/>
                <a:gd name="csX1045" fmla="*/ 221667 w 755290"/>
                <a:gd name="csY1045" fmla="*/ 550344 h 689841"/>
                <a:gd name="csX1046" fmla="*/ 223577 w 755290"/>
                <a:gd name="csY1046" fmla="*/ 544612 h 689841"/>
                <a:gd name="csX1047" fmla="*/ 220711 w 755290"/>
                <a:gd name="csY1047" fmla="*/ 549389 h 689841"/>
                <a:gd name="csX1048" fmla="*/ 216889 w 755290"/>
                <a:gd name="csY1048" fmla="*/ 553211 h 689841"/>
                <a:gd name="csX1049" fmla="*/ 206857 w 755290"/>
                <a:gd name="csY1049" fmla="*/ 557988 h 689841"/>
                <a:gd name="csX1050" fmla="*/ 199691 w 755290"/>
                <a:gd name="csY1050" fmla="*/ 561810 h 689841"/>
                <a:gd name="csX1051" fmla="*/ 196347 w 755290"/>
                <a:gd name="csY1051" fmla="*/ 562765 h 689841"/>
                <a:gd name="csX1052" fmla="*/ 193958 w 755290"/>
                <a:gd name="csY1052" fmla="*/ 561810 h 689841"/>
                <a:gd name="csX1053" fmla="*/ 192525 w 755290"/>
                <a:gd name="csY1053" fmla="*/ 557988 h 689841"/>
                <a:gd name="csX1054" fmla="*/ 191569 w 755290"/>
                <a:gd name="csY1054" fmla="*/ 557033 h 689841"/>
                <a:gd name="csX1055" fmla="*/ 190136 w 755290"/>
                <a:gd name="csY1055" fmla="*/ 554644 h 689841"/>
                <a:gd name="csX1056" fmla="*/ 190614 w 755290"/>
                <a:gd name="csY1056" fmla="*/ 551300 h 689841"/>
                <a:gd name="csX1057" fmla="*/ 191569 w 755290"/>
                <a:gd name="csY1057" fmla="*/ 549389 h 689841"/>
                <a:gd name="csX1058" fmla="*/ 193958 w 755290"/>
                <a:gd name="csY1058" fmla="*/ 548911 h 689841"/>
                <a:gd name="csX1059" fmla="*/ 196347 w 755290"/>
                <a:gd name="csY1059" fmla="*/ 549867 h 689841"/>
                <a:gd name="csX1060" fmla="*/ 198258 w 755290"/>
                <a:gd name="csY1060" fmla="*/ 549867 h 689841"/>
                <a:gd name="csX1061" fmla="*/ 195869 w 755290"/>
                <a:gd name="csY1061" fmla="*/ 547956 h 689841"/>
                <a:gd name="csX1062" fmla="*/ 191569 w 755290"/>
                <a:gd name="csY1062" fmla="*/ 546045 h 689841"/>
                <a:gd name="csX1063" fmla="*/ 190136 w 755290"/>
                <a:gd name="csY1063" fmla="*/ 546522 h 689841"/>
                <a:gd name="csX1064" fmla="*/ 188703 w 755290"/>
                <a:gd name="csY1064" fmla="*/ 549389 h 689841"/>
                <a:gd name="csX1065" fmla="*/ 186792 w 755290"/>
                <a:gd name="csY1065" fmla="*/ 551778 h 689841"/>
                <a:gd name="csX1066" fmla="*/ 184881 w 755290"/>
                <a:gd name="csY1066" fmla="*/ 550822 h 689841"/>
                <a:gd name="csX1067" fmla="*/ 183926 w 755290"/>
                <a:gd name="csY1067" fmla="*/ 549867 h 689841"/>
                <a:gd name="csX1068" fmla="*/ 184881 w 755290"/>
                <a:gd name="csY1068" fmla="*/ 552733 h 689841"/>
                <a:gd name="csX1069" fmla="*/ 183448 w 755290"/>
                <a:gd name="csY1069" fmla="*/ 556555 h 689841"/>
                <a:gd name="csX1070" fmla="*/ 182970 w 755290"/>
                <a:gd name="csY1070" fmla="*/ 558943 h 689841"/>
                <a:gd name="csX1071" fmla="*/ 184881 w 755290"/>
                <a:gd name="csY1071" fmla="*/ 566109 h 689841"/>
                <a:gd name="csX1072" fmla="*/ 184404 w 755290"/>
                <a:gd name="csY1072" fmla="*/ 568498 h 689841"/>
                <a:gd name="csX1073" fmla="*/ 181059 w 755290"/>
                <a:gd name="csY1073" fmla="*/ 569931 h 689841"/>
                <a:gd name="csX1074" fmla="*/ 178671 w 755290"/>
                <a:gd name="csY1074" fmla="*/ 567543 h 689841"/>
                <a:gd name="csX1075" fmla="*/ 173416 w 755290"/>
                <a:gd name="csY1075" fmla="*/ 558943 h 689841"/>
                <a:gd name="csX1076" fmla="*/ 171505 w 755290"/>
                <a:gd name="csY1076" fmla="*/ 556555 h 689841"/>
                <a:gd name="csX1077" fmla="*/ 167205 w 755290"/>
                <a:gd name="csY1077" fmla="*/ 552255 h 689841"/>
                <a:gd name="csX1078" fmla="*/ 165772 w 755290"/>
                <a:gd name="csY1078" fmla="*/ 552733 h 689841"/>
                <a:gd name="csX1079" fmla="*/ 163861 w 755290"/>
                <a:gd name="csY1079" fmla="*/ 555122 h 689841"/>
                <a:gd name="csX1080" fmla="*/ 161950 w 755290"/>
                <a:gd name="csY1080" fmla="*/ 555599 h 689841"/>
                <a:gd name="csX1081" fmla="*/ 157651 w 755290"/>
                <a:gd name="csY1081" fmla="*/ 552255 h 689841"/>
                <a:gd name="csX1082" fmla="*/ 155262 w 755290"/>
                <a:gd name="csY1082" fmla="*/ 550344 h 689841"/>
                <a:gd name="csX1083" fmla="*/ 153351 w 755290"/>
                <a:gd name="csY1083" fmla="*/ 547478 h 689841"/>
                <a:gd name="csX1084" fmla="*/ 150007 w 755290"/>
                <a:gd name="csY1084" fmla="*/ 548911 h 689841"/>
                <a:gd name="csX1085" fmla="*/ 147618 w 755290"/>
                <a:gd name="csY1085" fmla="*/ 550822 h 689841"/>
                <a:gd name="csX1086" fmla="*/ 144274 w 755290"/>
                <a:gd name="csY1086" fmla="*/ 553688 h 689841"/>
                <a:gd name="csX1087" fmla="*/ 142363 w 755290"/>
                <a:gd name="csY1087" fmla="*/ 553688 h 689841"/>
                <a:gd name="csX1088" fmla="*/ 136153 w 755290"/>
                <a:gd name="csY1088" fmla="*/ 556077 h 689841"/>
                <a:gd name="csX1089" fmla="*/ 135675 w 755290"/>
                <a:gd name="csY1089" fmla="*/ 556077 h 689841"/>
                <a:gd name="csX1090" fmla="*/ 134720 w 755290"/>
                <a:gd name="csY1090" fmla="*/ 557510 h 689841"/>
                <a:gd name="csX1091" fmla="*/ 134242 w 755290"/>
                <a:gd name="csY1091" fmla="*/ 557988 h 689841"/>
                <a:gd name="csX1092" fmla="*/ 133286 w 755290"/>
                <a:gd name="csY1092" fmla="*/ 560854 h 689841"/>
                <a:gd name="csX1093" fmla="*/ 125643 w 755290"/>
                <a:gd name="csY1093" fmla="*/ 562765 h 689841"/>
                <a:gd name="csX1094" fmla="*/ 117999 w 755290"/>
                <a:gd name="csY1094" fmla="*/ 561810 h 689841"/>
                <a:gd name="csX1095" fmla="*/ 120388 w 755290"/>
                <a:gd name="csY1095" fmla="*/ 560377 h 689841"/>
                <a:gd name="csX1096" fmla="*/ 123732 w 755290"/>
                <a:gd name="csY1096" fmla="*/ 558943 h 689841"/>
                <a:gd name="csX1097" fmla="*/ 126121 w 755290"/>
                <a:gd name="csY1097" fmla="*/ 556555 h 689841"/>
                <a:gd name="csX1098" fmla="*/ 125165 w 755290"/>
                <a:gd name="csY1098" fmla="*/ 552733 h 689841"/>
                <a:gd name="csX1099" fmla="*/ 124687 w 755290"/>
                <a:gd name="csY1099" fmla="*/ 550822 h 689841"/>
                <a:gd name="csX1100" fmla="*/ 125165 w 755290"/>
                <a:gd name="csY1100" fmla="*/ 548434 h 689841"/>
                <a:gd name="csX1101" fmla="*/ 128032 w 755290"/>
                <a:gd name="csY1101" fmla="*/ 545089 h 689841"/>
                <a:gd name="csX1102" fmla="*/ 124687 w 755290"/>
                <a:gd name="csY1102" fmla="*/ 545089 h 689841"/>
                <a:gd name="csX1103" fmla="*/ 122776 w 755290"/>
                <a:gd name="csY1103" fmla="*/ 546522 h 689841"/>
                <a:gd name="csX1104" fmla="*/ 121343 w 755290"/>
                <a:gd name="csY1104" fmla="*/ 544134 h 689841"/>
                <a:gd name="csX1105" fmla="*/ 120388 w 755290"/>
                <a:gd name="csY1105" fmla="*/ 538879 h 689841"/>
                <a:gd name="csX1106" fmla="*/ 122299 w 755290"/>
                <a:gd name="csY1106" fmla="*/ 536013 h 689841"/>
                <a:gd name="csX1107" fmla="*/ 123254 w 755290"/>
                <a:gd name="csY1107" fmla="*/ 534102 h 689841"/>
                <a:gd name="csX1108" fmla="*/ 124210 w 755290"/>
                <a:gd name="csY1108" fmla="*/ 530757 h 689841"/>
                <a:gd name="csX1109" fmla="*/ 124210 w 755290"/>
                <a:gd name="csY1109" fmla="*/ 528369 h 689841"/>
                <a:gd name="csX1110" fmla="*/ 122776 w 755290"/>
                <a:gd name="csY1110" fmla="*/ 523592 h 689841"/>
                <a:gd name="csX1111" fmla="*/ 117999 w 755290"/>
                <a:gd name="csY1111" fmla="*/ 514037 h 689841"/>
                <a:gd name="csX1112" fmla="*/ 116088 w 755290"/>
                <a:gd name="csY1112" fmla="*/ 506871 h 689841"/>
                <a:gd name="csX1113" fmla="*/ 112266 w 755290"/>
                <a:gd name="csY1113" fmla="*/ 503049 h 689841"/>
                <a:gd name="csX1114" fmla="*/ 115133 w 755290"/>
                <a:gd name="csY1114" fmla="*/ 496839 h 689841"/>
                <a:gd name="csX1115" fmla="*/ 117999 w 755290"/>
                <a:gd name="csY1115" fmla="*/ 490628 h 689841"/>
                <a:gd name="csX1116" fmla="*/ 121821 w 755290"/>
                <a:gd name="csY1116" fmla="*/ 488240 h 689841"/>
                <a:gd name="csX1117" fmla="*/ 121343 w 755290"/>
                <a:gd name="csY1117" fmla="*/ 487762 h 689841"/>
                <a:gd name="csX1118" fmla="*/ 119432 w 755290"/>
                <a:gd name="csY1118" fmla="*/ 487762 h 689841"/>
                <a:gd name="csX1119" fmla="*/ 117999 w 755290"/>
                <a:gd name="csY1119" fmla="*/ 488240 h 689841"/>
                <a:gd name="csX1120" fmla="*/ 117044 w 755290"/>
                <a:gd name="csY1120" fmla="*/ 490150 h 689841"/>
                <a:gd name="csX1121" fmla="*/ 115611 w 755290"/>
                <a:gd name="csY1121" fmla="*/ 491584 h 689841"/>
                <a:gd name="csX1122" fmla="*/ 111311 w 755290"/>
                <a:gd name="csY1122" fmla="*/ 498750 h 689841"/>
                <a:gd name="csX1123" fmla="*/ 108922 w 755290"/>
                <a:gd name="csY1123" fmla="*/ 502571 h 689841"/>
                <a:gd name="csX1124" fmla="*/ 107011 w 755290"/>
                <a:gd name="csY1124" fmla="*/ 503527 h 689841"/>
                <a:gd name="csX1125" fmla="*/ 109878 w 755290"/>
                <a:gd name="csY1125" fmla="*/ 504960 h 689841"/>
                <a:gd name="csX1126" fmla="*/ 110355 w 755290"/>
                <a:gd name="csY1126" fmla="*/ 505915 h 689841"/>
                <a:gd name="csX1127" fmla="*/ 110833 w 755290"/>
                <a:gd name="csY1127" fmla="*/ 508782 h 689841"/>
                <a:gd name="csX1128" fmla="*/ 110355 w 755290"/>
                <a:gd name="csY1128" fmla="*/ 512126 h 689841"/>
                <a:gd name="csX1129" fmla="*/ 109400 w 755290"/>
                <a:gd name="csY1129" fmla="*/ 513559 h 689841"/>
                <a:gd name="csX1130" fmla="*/ 106056 w 755290"/>
                <a:gd name="csY1130" fmla="*/ 513559 h 689841"/>
                <a:gd name="csX1131" fmla="*/ 103190 w 755290"/>
                <a:gd name="csY1131" fmla="*/ 515948 h 689841"/>
                <a:gd name="csX1132" fmla="*/ 96501 w 755290"/>
                <a:gd name="csY1132" fmla="*/ 518814 h 689841"/>
                <a:gd name="csX1133" fmla="*/ 87425 w 755290"/>
                <a:gd name="csY1133" fmla="*/ 520725 h 689841"/>
                <a:gd name="csX1134" fmla="*/ 83125 w 755290"/>
                <a:gd name="csY1134" fmla="*/ 520247 h 689841"/>
                <a:gd name="csX1135" fmla="*/ 78348 w 755290"/>
                <a:gd name="csY1135" fmla="*/ 516903 h 689841"/>
                <a:gd name="csX1136" fmla="*/ 78348 w 755290"/>
                <a:gd name="csY1136" fmla="*/ 515470 h 689841"/>
                <a:gd name="csX1137" fmla="*/ 78348 w 755290"/>
                <a:gd name="csY1137" fmla="*/ 513559 h 689841"/>
                <a:gd name="csX1138" fmla="*/ 71659 w 755290"/>
                <a:gd name="csY1138" fmla="*/ 507827 h 689841"/>
                <a:gd name="csX1139" fmla="*/ 67838 w 755290"/>
                <a:gd name="csY1139" fmla="*/ 502094 h 689841"/>
                <a:gd name="csX1140" fmla="*/ 65449 w 755290"/>
                <a:gd name="csY1140" fmla="*/ 502094 h 689841"/>
                <a:gd name="csX1141" fmla="*/ 63060 w 755290"/>
                <a:gd name="csY1141" fmla="*/ 500661 h 689841"/>
                <a:gd name="csX1142" fmla="*/ 60194 w 755290"/>
                <a:gd name="csY1142" fmla="*/ 498272 h 689841"/>
                <a:gd name="csX1143" fmla="*/ 60194 w 755290"/>
                <a:gd name="csY1143" fmla="*/ 496361 h 689841"/>
                <a:gd name="csX1144" fmla="*/ 60672 w 755290"/>
                <a:gd name="csY1144" fmla="*/ 494928 h 689841"/>
                <a:gd name="csX1145" fmla="*/ 59238 w 755290"/>
                <a:gd name="csY1145" fmla="*/ 493972 h 689841"/>
                <a:gd name="csX1146" fmla="*/ 56850 w 755290"/>
                <a:gd name="csY1146" fmla="*/ 494450 h 689841"/>
                <a:gd name="csX1147" fmla="*/ 54461 w 755290"/>
                <a:gd name="csY1147" fmla="*/ 493495 h 689841"/>
                <a:gd name="csX1148" fmla="*/ 61149 w 755290"/>
                <a:gd name="csY1148" fmla="*/ 486329 h 689841"/>
                <a:gd name="csX1149" fmla="*/ 63060 w 755290"/>
                <a:gd name="csY1149" fmla="*/ 481074 h 689841"/>
                <a:gd name="csX1150" fmla="*/ 64971 w 755290"/>
                <a:gd name="csY1150" fmla="*/ 480596 h 689841"/>
                <a:gd name="csX1151" fmla="*/ 67838 w 755290"/>
                <a:gd name="csY1151" fmla="*/ 481074 h 689841"/>
                <a:gd name="csX1152" fmla="*/ 70704 w 755290"/>
                <a:gd name="csY1152" fmla="*/ 483462 h 689841"/>
                <a:gd name="csX1153" fmla="*/ 73570 w 755290"/>
                <a:gd name="csY1153" fmla="*/ 483940 h 689841"/>
                <a:gd name="csX1154" fmla="*/ 75004 w 755290"/>
                <a:gd name="csY1154" fmla="*/ 484895 h 689841"/>
                <a:gd name="csX1155" fmla="*/ 75959 w 755290"/>
                <a:gd name="csY1155" fmla="*/ 486806 h 689841"/>
                <a:gd name="csX1156" fmla="*/ 74526 w 755290"/>
                <a:gd name="csY1156" fmla="*/ 489673 h 689841"/>
                <a:gd name="csX1157" fmla="*/ 73570 w 755290"/>
                <a:gd name="csY1157" fmla="*/ 491584 h 689841"/>
                <a:gd name="csX1158" fmla="*/ 75004 w 755290"/>
                <a:gd name="csY1158" fmla="*/ 491106 h 689841"/>
                <a:gd name="csX1159" fmla="*/ 78348 w 755290"/>
                <a:gd name="csY1159" fmla="*/ 488240 h 689841"/>
                <a:gd name="csX1160" fmla="*/ 81214 w 755290"/>
                <a:gd name="csY1160" fmla="*/ 485373 h 689841"/>
                <a:gd name="csX1161" fmla="*/ 82647 w 755290"/>
                <a:gd name="csY1161" fmla="*/ 485373 h 689841"/>
                <a:gd name="csX1162" fmla="*/ 83125 w 755290"/>
                <a:gd name="csY1162" fmla="*/ 485851 h 689841"/>
                <a:gd name="csX1163" fmla="*/ 84558 w 755290"/>
                <a:gd name="csY1163" fmla="*/ 488717 h 689841"/>
                <a:gd name="csX1164" fmla="*/ 86469 w 755290"/>
                <a:gd name="csY1164" fmla="*/ 491584 h 689841"/>
                <a:gd name="csX1165" fmla="*/ 90291 w 755290"/>
                <a:gd name="csY1165" fmla="*/ 489195 h 689841"/>
                <a:gd name="csX1166" fmla="*/ 92679 w 755290"/>
                <a:gd name="csY1166" fmla="*/ 485373 h 689841"/>
                <a:gd name="csX1167" fmla="*/ 90769 w 755290"/>
                <a:gd name="csY1167" fmla="*/ 483940 h 689841"/>
                <a:gd name="csX1168" fmla="*/ 88380 w 755290"/>
                <a:gd name="csY1168" fmla="*/ 482985 h 689841"/>
                <a:gd name="csX1169" fmla="*/ 83125 w 755290"/>
                <a:gd name="csY1169" fmla="*/ 482029 h 689841"/>
                <a:gd name="csX1170" fmla="*/ 84558 w 755290"/>
                <a:gd name="csY1170" fmla="*/ 481074 h 689841"/>
                <a:gd name="csX1171" fmla="*/ 87902 w 755290"/>
                <a:gd name="csY1171" fmla="*/ 481074 h 689841"/>
                <a:gd name="csX1172" fmla="*/ 89335 w 755290"/>
                <a:gd name="csY1172" fmla="*/ 480118 h 689841"/>
                <a:gd name="csX1173" fmla="*/ 87902 w 755290"/>
                <a:gd name="csY1173" fmla="*/ 478685 h 689841"/>
                <a:gd name="csX1174" fmla="*/ 85991 w 755290"/>
                <a:gd name="csY1174" fmla="*/ 477729 h 689841"/>
                <a:gd name="csX1175" fmla="*/ 81214 w 755290"/>
                <a:gd name="csY1175" fmla="*/ 481551 h 689841"/>
                <a:gd name="csX1176" fmla="*/ 72615 w 755290"/>
                <a:gd name="csY1176" fmla="*/ 481551 h 689841"/>
                <a:gd name="csX1177" fmla="*/ 66404 w 755290"/>
                <a:gd name="csY1177" fmla="*/ 479163 h 689841"/>
                <a:gd name="csX1178" fmla="*/ 60194 w 755290"/>
                <a:gd name="csY1178" fmla="*/ 479640 h 689841"/>
                <a:gd name="csX1179" fmla="*/ 59238 w 755290"/>
                <a:gd name="csY1179" fmla="*/ 479163 h 689841"/>
                <a:gd name="csX1180" fmla="*/ 57805 w 755290"/>
                <a:gd name="csY1180" fmla="*/ 477729 h 689841"/>
                <a:gd name="csX1181" fmla="*/ 61149 w 755290"/>
                <a:gd name="csY1181" fmla="*/ 474863 h 689841"/>
                <a:gd name="csX1182" fmla="*/ 64016 w 755290"/>
                <a:gd name="csY1182" fmla="*/ 473430 h 689841"/>
                <a:gd name="csX1183" fmla="*/ 64016 w 755290"/>
                <a:gd name="csY1183" fmla="*/ 472474 h 689841"/>
                <a:gd name="csX1184" fmla="*/ 62583 w 755290"/>
                <a:gd name="csY1184" fmla="*/ 471997 h 689841"/>
                <a:gd name="csX1185" fmla="*/ 59716 w 755290"/>
                <a:gd name="csY1185" fmla="*/ 472952 h 689841"/>
                <a:gd name="csX1186" fmla="*/ 58761 w 755290"/>
                <a:gd name="csY1186" fmla="*/ 471519 h 689841"/>
                <a:gd name="csX1187" fmla="*/ 58761 w 755290"/>
                <a:gd name="csY1187" fmla="*/ 469130 h 689841"/>
                <a:gd name="csX1188" fmla="*/ 58283 w 755290"/>
                <a:gd name="csY1188" fmla="*/ 469608 h 689841"/>
                <a:gd name="csX1189" fmla="*/ 57328 w 755290"/>
                <a:gd name="csY1189" fmla="*/ 470564 h 689841"/>
                <a:gd name="csX1190" fmla="*/ 55894 w 755290"/>
                <a:gd name="csY1190" fmla="*/ 470086 h 689841"/>
                <a:gd name="csX1191" fmla="*/ 54461 w 755290"/>
                <a:gd name="csY1191" fmla="*/ 469130 h 689841"/>
                <a:gd name="csX1192" fmla="*/ 54939 w 755290"/>
                <a:gd name="csY1192" fmla="*/ 467697 h 689841"/>
                <a:gd name="csX1193" fmla="*/ 56372 w 755290"/>
                <a:gd name="csY1193" fmla="*/ 466264 h 689841"/>
                <a:gd name="csX1194" fmla="*/ 55894 w 755290"/>
                <a:gd name="csY1194" fmla="*/ 466264 h 689841"/>
                <a:gd name="csX1195" fmla="*/ 54461 w 755290"/>
                <a:gd name="csY1195" fmla="*/ 466264 h 689841"/>
                <a:gd name="csX1196" fmla="*/ 53506 w 755290"/>
                <a:gd name="csY1196" fmla="*/ 468653 h 689841"/>
                <a:gd name="csX1197" fmla="*/ 53983 w 755290"/>
                <a:gd name="csY1197" fmla="*/ 470086 h 689841"/>
                <a:gd name="csX1198" fmla="*/ 53983 w 755290"/>
                <a:gd name="csY1198" fmla="*/ 472474 h 689841"/>
                <a:gd name="csX1199" fmla="*/ 51595 w 755290"/>
                <a:gd name="csY1199" fmla="*/ 472952 h 689841"/>
                <a:gd name="csX1200" fmla="*/ 50162 w 755290"/>
                <a:gd name="csY1200" fmla="*/ 472474 h 689841"/>
                <a:gd name="csX1201" fmla="*/ 48728 w 755290"/>
                <a:gd name="csY1201" fmla="*/ 470086 h 689841"/>
                <a:gd name="csX1202" fmla="*/ 47773 w 755290"/>
                <a:gd name="csY1202" fmla="*/ 465308 h 689841"/>
                <a:gd name="csX1203" fmla="*/ 43951 w 755290"/>
                <a:gd name="csY1203" fmla="*/ 463875 h 689841"/>
                <a:gd name="csX1204" fmla="*/ 43473 w 755290"/>
                <a:gd name="csY1204" fmla="*/ 461487 h 689841"/>
                <a:gd name="csX1205" fmla="*/ 45384 w 755290"/>
                <a:gd name="csY1205" fmla="*/ 458143 h 689841"/>
                <a:gd name="csX1206" fmla="*/ 44429 w 755290"/>
                <a:gd name="csY1206" fmla="*/ 456232 h 689841"/>
                <a:gd name="csX1207" fmla="*/ 42040 w 755290"/>
                <a:gd name="csY1207" fmla="*/ 455754 h 689841"/>
                <a:gd name="csX1208" fmla="*/ 39652 w 755290"/>
                <a:gd name="csY1208" fmla="*/ 457187 h 689841"/>
                <a:gd name="csX1209" fmla="*/ 38696 w 755290"/>
                <a:gd name="csY1209" fmla="*/ 455754 h 689841"/>
                <a:gd name="csX1210" fmla="*/ 38218 w 755290"/>
                <a:gd name="csY1210" fmla="*/ 454321 h 689841"/>
                <a:gd name="csX1211" fmla="*/ 38218 w 755290"/>
                <a:gd name="csY1211" fmla="*/ 451932 h 689841"/>
                <a:gd name="csX1212" fmla="*/ 38696 w 755290"/>
                <a:gd name="csY1212" fmla="*/ 451454 h 689841"/>
                <a:gd name="csX1213" fmla="*/ 39652 w 755290"/>
                <a:gd name="csY1213" fmla="*/ 451932 h 689841"/>
                <a:gd name="csX1214" fmla="*/ 44907 w 755290"/>
                <a:gd name="csY1214" fmla="*/ 450977 h 689841"/>
                <a:gd name="csX1215" fmla="*/ 45384 w 755290"/>
                <a:gd name="csY1215" fmla="*/ 450021 h 689841"/>
                <a:gd name="csX1216" fmla="*/ 41085 w 755290"/>
                <a:gd name="csY1216" fmla="*/ 448110 h 689841"/>
                <a:gd name="csX1217" fmla="*/ 40129 w 755290"/>
                <a:gd name="csY1217" fmla="*/ 446199 h 689841"/>
                <a:gd name="csX1218" fmla="*/ 41562 w 755290"/>
                <a:gd name="csY1218" fmla="*/ 444766 h 689841"/>
                <a:gd name="csX1219" fmla="*/ 44907 w 755290"/>
                <a:gd name="csY1219" fmla="*/ 444766 h 689841"/>
                <a:gd name="csX1220" fmla="*/ 49206 w 755290"/>
                <a:gd name="csY1220" fmla="*/ 443333 h 689841"/>
                <a:gd name="csX1221" fmla="*/ 47295 w 755290"/>
                <a:gd name="csY1221" fmla="*/ 441422 h 689841"/>
                <a:gd name="csX1222" fmla="*/ 46818 w 755290"/>
                <a:gd name="csY1222" fmla="*/ 439989 h 689841"/>
                <a:gd name="csX1223" fmla="*/ 46818 w 755290"/>
                <a:gd name="csY1223" fmla="*/ 438078 h 689841"/>
                <a:gd name="csX1224" fmla="*/ 47295 w 755290"/>
                <a:gd name="csY1224" fmla="*/ 434734 h 689841"/>
                <a:gd name="csX1225" fmla="*/ 52550 w 755290"/>
                <a:gd name="csY1225" fmla="*/ 426612 h 689841"/>
                <a:gd name="csX1226" fmla="*/ 57328 w 755290"/>
                <a:gd name="csY1226" fmla="*/ 419924 h 689841"/>
                <a:gd name="csX1227" fmla="*/ 59238 w 755290"/>
                <a:gd name="csY1227" fmla="*/ 418491 h 689841"/>
                <a:gd name="csX1228" fmla="*/ 61149 w 755290"/>
                <a:gd name="csY1228" fmla="*/ 417536 h 689841"/>
                <a:gd name="csX1229" fmla="*/ 63538 w 755290"/>
                <a:gd name="csY1229" fmla="*/ 418013 h 689841"/>
                <a:gd name="csX1230" fmla="*/ 65927 w 755290"/>
                <a:gd name="csY1230" fmla="*/ 419447 h 689841"/>
                <a:gd name="csX1231" fmla="*/ 65927 w 755290"/>
                <a:gd name="csY1231" fmla="*/ 418969 h 689841"/>
                <a:gd name="csX1232" fmla="*/ 65449 w 755290"/>
                <a:gd name="csY1232" fmla="*/ 418491 h 689841"/>
                <a:gd name="csX1233" fmla="*/ 64493 w 755290"/>
                <a:gd name="csY1233" fmla="*/ 415625 h 689841"/>
                <a:gd name="csX1234" fmla="*/ 67360 w 755290"/>
                <a:gd name="csY1234" fmla="*/ 414669 h 689841"/>
                <a:gd name="csX1235" fmla="*/ 69271 w 755290"/>
                <a:gd name="csY1235" fmla="*/ 411325 h 689841"/>
                <a:gd name="csX1236" fmla="*/ 69271 w 755290"/>
                <a:gd name="csY1236" fmla="*/ 410370 h 689841"/>
                <a:gd name="csX1237" fmla="*/ 67360 w 755290"/>
                <a:gd name="csY1237" fmla="*/ 411803 h 689841"/>
                <a:gd name="csX1238" fmla="*/ 65449 w 755290"/>
                <a:gd name="csY1238" fmla="*/ 414192 h 689841"/>
                <a:gd name="csX1239" fmla="*/ 64971 w 755290"/>
                <a:gd name="csY1239" fmla="*/ 411803 h 689841"/>
                <a:gd name="csX1240" fmla="*/ 64493 w 755290"/>
                <a:gd name="csY1240" fmla="*/ 407026 h 689841"/>
                <a:gd name="csX1241" fmla="*/ 65449 w 755290"/>
                <a:gd name="csY1241" fmla="*/ 402248 h 689841"/>
                <a:gd name="csX1242" fmla="*/ 65927 w 755290"/>
                <a:gd name="csY1242" fmla="*/ 400337 h 689841"/>
                <a:gd name="csX1243" fmla="*/ 67838 w 755290"/>
                <a:gd name="csY1243" fmla="*/ 398426 h 689841"/>
                <a:gd name="csX1244" fmla="*/ 72615 w 755290"/>
                <a:gd name="csY1244" fmla="*/ 397471 h 689841"/>
                <a:gd name="csX1245" fmla="*/ 73570 w 755290"/>
                <a:gd name="csY1245" fmla="*/ 397949 h 689841"/>
                <a:gd name="csX1246" fmla="*/ 73570 w 755290"/>
                <a:gd name="csY1246" fmla="*/ 396993 h 689841"/>
                <a:gd name="csX1247" fmla="*/ 70704 w 755290"/>
                <a:gd name="csY1247" fmla="*/ 394127 h 689841"/>
                <a:gd name="csX1248" fmla="*/ 72137 w 755290"/>
                <a:gd name="csY1248" fmla="*/ 391738 h 689841"/>
                <a:gd name="csX1249" fmla="*/ 73093 w 755290"/>
                <a:gd name="csY1249" fmla="*/ 390305 h 689841"/>
                <a:gd name="csX1250" fmla="*/ 78825 w 755290"/>
                <a:gd name="csY1250" fmla="*/ 388394 h 689841"/>
                <a:gd name="csX1251" fmla="*/ 82169 w 755290"/>
                <a:gd name="csY1251" fmla="*/ 389350 h 689841"/>
                <a:gd name="csX1252" fmla="*/ 86469 w 755290"/>
                <a:gd name="csY1252" fmla="*/ 391260 h 689841"/>
                <a:gd name="csX1253" fmla="*/ 88858 w 755290"/>
                <a:gd name="csY1253" fmla="*/ 394127 h 689841"/>
                <a:gd name="csX1254" fmla="*/ 88380 w 755290"/>
                <a:gd name="csY1254" fmla="*/ 395560 h 689841"/>
                <a:gd name="csX1255" fmla="*/ 87902 w 755290"/>
                <a:gd name="csY1255" fmla="*/ 396038 h 689841"/>
                <a:gd name="csX1256" fmla="*/ 86469 w 755290"/>
                <a:gd name="csY1256" fmla="*/ 396993 h 689841"/>
                <a:gd name="csX1257" fmla="*/ 85991 w 755290"/>
                <a:gd name="csY1257" fmla="*/ 397949 h 689841"/>
                <a:gd name="csX1258" fmla="*/ 86469 w 755290"/>
                <a:gd name="csY1258" fmla="*/ 398426 h 689841"/>
                <a:gd name="csX1259" fmla="*/ 88380 w 755290"/>
                <a:gd name="csY1259" fmla="*/ 396993 h 689841"/>
                <a:gd name="csX1260" fmla="*/ 91246 w 755290"/>
                <a:gd name="csY1260" fmla="*/ 394605 h 689841"/>
                <a:gd name="csX1261" fmla="*/ 92679 w 755290"/>
                <a:gd name="csY1261" fmla="*/ 395560 h 689841"/>
                <a:gd name="csX1262" fmla="*/ 94113 w 755290"/>
                <a:gd name="csY1262" fmla="*/ 396993 h 689841"/>
                <a:gd name="csX1263" fmla="*/ 95068 w 755290"/>
                <a:gd name="csY1263" fmla="*/ 396993 h 689841"/>
                <a:gd name="csX1264" fmla="*/ 99845 w 755290"/>
                <a:gd name="csY1264" fmla="*/ 396038 h 689841"/>
                <a:gd name="csX1265" fmla="*/ 102234 w 755290"/>
                <a:gd name="csY1265" fmla="*/ 394605 h 689841"/>
                <a:gd name="csX1266" fmla="*/ 104623 w 755290"/>
                <a:gd name="csY1266" fmla="*/ 390783 h 689841"/>
                <a:gd name="csX1267" fmla="*/ 108445 w 755290"/>
                <a:gd name="csY1267" fmla="*/ 388394 h 689841"/>
                <a:gd name="csX1268" fmla="*/ 113700 w 755290"/>
                <a:gd name="csY1268" fmla="*/ 380750 h 689841"/>
                <a:gd name="csX1269" fmla="*/ 115133 w 755290"/>
                <a:gd name="csY1269" fmla="*/ 377406 h 689841"/>
                <a:gd name="csX1270" fmla="*/ 117044 w 755290"/>
                <a:gd name="csY1270" fmla="*/ 377406 h 689841"/>
                <a:gd name="csX1271" fmla="*/ 118477 w 755290"/>
                <a:gd name="csY1271" fmla="*/ 377406 h 689841"/>
                <a:gd name="csX1272" fmla="*/ 119910 w 755290"/>
                <a:gd name="csY1272" fmla="*/ 379795 h 689841"/>
                <a:gd name="csX1273" fmla="*/ 121343 w 755290"/>
                <a:gd name="csY1273" fmla="*/ 380750 h 689841"/>
                <a:gd name="csX1274" fmla="*/ 130420 w 755290"/>
                <a:gd name="csY1274" fmla="*/ 380273 h 689841"/>
                <a:gd name="csX1275" fmla="*/ 135197 w 755290"/>
                <a:gd name="csY1275" fmla="*/ 378840 h 689841"/>
                <a:gd name="csX1276" fmla="*/ 138542 w 755290"/>
                <a:gd name="csY1276" fmla="*/ 376451 h 689841"/>
                <a:gd name="csX1277" fmla="*/ 142363 w 755290"/>
                <a:gd name="csY1277" fmla="*/ 372151 h 689841"/>
                <a:gd name="csX1278" fmla="*/ 144274 w 755290"/>
                <a:gd name="csY1278" fmla="*/ 369285 h 689841"/>
                <a:gd name="csX1279" fmla="*/ 145230 w 755290"/>
                <a:gd name="csY1279" fmla="*/ 365941 h 689841"/>
                <a:gd name="csX1280" fmla="*/ 143797 w 755290"/>
                <a:gd name="csY1280" fmla="*/ 361164 h 689841"/>
                <a:gd name="csX1281" fmla="*/ 142363 w 755290"/>
                <a:gd name="csY1281" fmla="*/ 356864 h 689841"/>
                <a:gd name="csX1282" fmla="*/ 140930 w 755290"/>
                <a:gd name="csY1282" fmla="*/ 347787 h 689841"/>
                <a:gd name="csX1283" fmla="*/ 136153 w 755290"/>
                <a:gd name="csY1283" fmla="*/ 341577 h 689841"/>
                <a:gd name="csX1284" fmla="*/ 132809 w 755290"/>
                <a:gd name="csY1284" fmla="*/ 340143 h 689841"/>
                <a:gd name="csX1285" fmla="*/ 130898 w 755290"/>
                <a:gd name="csY1285" fmla="*/ 340143 h 689841"/>
                <a:gd name="csX1286" fmla="*/ 132331 w 755290"/>
                <a:gd name="csY1286" fmla="*/ 336322 h 689841"/>
                <a:gd name="csX1287" fmla="*/ 136631 w 755290"/>
                <a:gd name="csY1287" fmla="*/ 336799 h 689841"/>
                <a:gd name="csX1288" fmla="*/ 139497 w 755290"/>
                <a:gd name="csY1288" fmla="*/ 335844 h 689841"/>
                <a:gd name="csX1289" fmla="*/ 141886 w 755290"/>
                <a:gd name="csY1289" fmla="*/ 333933 h 689841"/>
                <a:gd name="csX1290" fmla="*/ 142841 w 755290"/>
                <a:gd name="csY1290" fmla="*/ 332500 h 689841"/>
                <a:gd name="csX1291" fmla="*/ 143797 w 755290"/>
                <a:gd name="csY1291" fmla="*/ 329633 h 689841"/>
                <a:gd name="csX1292" fmla="*/ 143319 w 755290"/>
                <a:gd name="csY1292" fmla="*/ 326767 h 689841"/>
                <a:gd name="csX1293" fmla="*/ 142841 w 755290"/>
                <a:gd name="csY1293" fmla="*/ 324856 h 689841"/>
                <a:gd name="csX1294" fmla="*/ 141408 w 755290"/>
                <a:gd name="csY1294" fmla="*/ 322945 h 689841"/>
                <a:gd name="csX1295" fmla="*/ 139497 w 755290"/>
                <a:gd name="csY1295" fmla="*/ 320079 h 689841"/>
                <a:gd name="csX1296" fmla="*/ 138064 w 755290"/>
                <a:gd name="csY1296" fmla="*/ 319123 h 689841"/>
                <a:gd name="csX1297" fmla="*/ 137108 w 755290"/>
                <a:gd name="csY1297" fmla="*/ 319601 h 689841"/>
                <a:gd name="csX1298" fmla="*/ 131376 w 755290"/>
                <a:gd name="csY1298" fmla="*/ 324856 h 689841"/>
                <a:gd name="csX1299" fmla="*/ 128032 w 755290"/>
                <a:gd name="csY1299" fmla="*/ 324856 h 689841"/>
                <a:gd name="csX1300" fmla="*/ 125643 w 755290"/>
                <a:gd name="csY1300" fmla="*/ 323901 h 689841"/>
                <a:gd name="csX1301" fmla="*/ 123254 w 755290"/>
                <a:gd name="csY1301" fmla="*/ 327245 h 689841"/>
                <a:gd name="csX1302" fmla="*/ 117521 w 755290"/>
                <a:gd name="csY1302" fmla="*/ 330111 h 689841"/>
                <a:gd name="csX1303" fmla="*/ 114177 w 755290"/>
                <a:gd name="csY1303" fmla="*/ 332500 h 689841"/>
                <a:gd name="csX1304" fmla="*/ 108445 w 755290"/>
                <a:gd name="csY1304" fmla="*/ 339666 h 689841"/>
                <a:gd name="csX1305" fmla="*/ 106534 w 755290"/>
                <a:gd name="csY1305" fmla="*/ 342532 h 689841"/>
                <a:gd name="csX1306" fmla="*/ 104623 w 755290"/>
                <a:gd name="csY1306" fmla="*/ 342532 h 689841"/>
                <a:gd name="csX1307" fmla="*/ 103667 w 755290"/>
                <a:gd name="csY1307" fmla="*/ 336799 h 689841"/>
                <a:gd name="csX1308" fmla="*/ 96979 w 755290"/>
                <a:gd name="csY1308" fmla="*/ 331067 h 689841"/>
                <a:gd name="csX1309" fmla="*/ 95068 w 755290"/>
                <a:gd name="csY1309" fmla="*/ 332977 h 689841"/>
                <a:gd name="csX1310" fmla="*/ 96024 w 755290"/>
                <a:gd name="csY1310" fmla="*/ 334888 h 689841"/>
                <a:gd name="csX1311" fmla="*/ 97457 w 755290"/>
                <a:gd name="csY1311" fmla="*/ 335844 h 689841"/>
                <a:gd name="csX1312" fmla="*/ 99845 w 755290"/>
                <a:gd name="csY1312" fmla="*/ 336799 h 689841"/>
                <a:gd name="csX1313" fmla="*/ 98890 w 755290"/>
                <a:gd name="csY1313" fmla="*/ 338233 h 689841"/>
                <a:gd name="csX1314" fmla="*/ 97935 w 755290"/>
                <a:gd name="csY1314" fmla="*/ 340621 h 689841"/>
                <a:gd name="csX1315" fmla="*/ 95546 w 755290"/>
                <a:gd name="csY1315" fmla="*/ 338233 h 689841"/>
                <a:gd name="csX1316" fmla="*/ 91246 w 755290"/>
                <a:gd name="csY1316" fmla="*/ 335366 h 689841"/>
                <a:gd name="csX1317" fmla="*/ 86947 w 755290"/>
                <a:gd name="csY1317" fmla="*/ 333455 h 689841"/>
                <a:gd name="csX1318" fmla="*/ 75004 w 755290"/>
                <a:gd name="csY1318" fmla="*/ 333933 h 689841"/>
                <a:gd name="csX1319" fmla="*/ 67360 w 755290"/>
                <a:gd name="csY1319" fmla="*/ 337277 h 689841"/>
                <a:gd name="csX1320" fmla="*/ 66882 w 755290"/>
                <a:gd name="csY1320" fmla="*/ 336322 h 689841"/>
                <a:gd name="csX1321" fmla="*/ 65927 w 755290"/>
                <a:gd name="csY1321" fmla="*/ 336322 h 689841"/>
                <a:gd name="csX1322" fmla="*/ 64493 w 755290"/>
                <a:gd name="csY1322" fmla="*/ 336799 h 689841"/>
                <a:gd name="csX1323" fmla="*/ 64016 w 755290"/>
                <a:gd name="csY1323" fmla="*/ 338233 h 689841"/>
                <a:gd name="csX1324" fmla="*/ 63060 w 755290"/>
                <a:gd name="csY1324" fmla="*/ 339188 h 689841"/>
                <a:gd name="csX1325" fmla="*/ 61627 w 755290"/>
                <a:gd name="csY1325" fmla="*/ 339188 h 689841"/>
                <a:gd name="csX1326" fmla="*/ 58761 w 755290"/>
                <a:gd name="csY1326" fmla="*/ 338710 h 689841"/>
                <a:gd name="csX1327" fmla="*/ 52550 w 755290"/>
                <a:gd name="csY1327" fmla="*/ 336799 h 689841"/>
                <a:gd name="csX1328" fmla="*/ 38696 w 755290"/>
                <a:gd name="csY1328" fmla="*/ 333933 h 689841"/>
                <a:gd name="csX1329" fmla="*/ 34874 w 755290"/>
                <a:gd name="csY1329" fmla="*/ 332022 h 689841"/>
                <a:gd name="csX1330" fmla="*/ 32008 w 755290"/>
                <a:gd name="csY1330" fmla="*/ 327722 h 689841"/>
                <a:gd name="csX1331" fmla="*/ 32008 w 755290"/>
                <a:gd name="csY1331" fmla="*/ 324856 h 689841"/>
                <a:gd name="csX1332" fmla="*/ 33441 w 755290"/>
                <a:gd name="csY1332" fmla="*/ 323423 h 689841"/>
                <a:gd name="csX1333" fmla="*/ 33441 w 755290"/>
                <a:gd name="csY1333" fmla="*/ 319123 h 689841"/>
                <a:gd name="csX1334" fmla="*/ 30575 w 755290"/>
                <a:gd name="csY1334" fmla="*/ 318168 h 689841"/>
                <a:gd name="csX1335" fmla="*/ 25320 w 755290"/>
                <a:gd name="csY1335" fmla="*/ 311957 h 689841"/>
                <a:gd name="csX1336" fmla="*/ 22931 w 755290"/>
                <a:gd name="csY1336" fmla="*/ 309091 h 689841"/>
                <a:gd name="csX1337" fmla="*/ 23409 w 755290"/>
                <a:gd name="csY1337" fmla="*/ 309091 h 689841"/>
                <a:gd name="csX1338" fmla="*/ 24364 w 755290"/>
                <a:gd name="csY1338" fmla="*/ 309569 h 689841"/>
                <a:gd name="csX1339" fmla="*/ 26275 w 755290"/>
                <a:gd name="csY1339" fmla="*/ 310046 h 689841"/>
                <a:gd name="csX1340" fmla="*/ 31052 w 755290"/>
                <a:gd name="csY1340" fmla="*/ 309569 h 689841"/>
                <a:gd name="csX1341" fmla="*/ 32486 w 755290"/>
                <a:gd name="csY1341" fmla="*/ 305269 h 689841"/>
                <a:gd name="csX1342" fmla="*/ 35830 w 755290"/>
                <a:gd name="csY1342" fmla="*/ 304314 h 689841"/>
                <a:gd name="csX1343" fmla="*/ 39174 w 755290"/>
                <a:gd name="csY1343" fmla="*/ 304791 h 689841"/>
                <a:gd name="csX1344" fmla="*/ 38218 w 755290"/>
                <a:gd name="csY1344" fmla="*/ 303836 h 689841"/>
                <a:gd name="csX1345" fmla="*/ 37741 w 755290"/>
                <a:gd name="csY1345" fmla="*/ 302880 h 689841"/>
                <a:gd name="csX1346" fmla="*/ 29619 w 755290"/>
                <a:gd name="csY1346" fmla="*/ 300970 h 689841"/>
                <a:gd name="csX1347" fmla="*/ 28186 w 755290"/>
                <a:gd name="csY1347" fmla="*/ 301447 h 689841"/>
                <a:gd name="csX1348" fmla="*/ 13854 w 755290"/>
                <a:gd name="csY1348" fmla="*/ 297626 h 689841"/>
                <a:gd name="csX1349" fmla="*/ 1911 w 755290"/>
                <a:gd name="csY1349" fmla="*/ 291415 h 689841"/>
                <a:gd name="csX1350" fmla="*/ 955 w 755290"/>
                <a:gd name="csY1350" fmla="*/ 289982 h 689841"/>
                <a:gd name="csX1351" fmla="*/ 0 w 755290"/>
                <a:gd name="csY1351" fmla="*/ 287593 h 689841"/>
                <a:gd name="csX1352" fmla="*/ 1433 w 755290"/>
                <a:gd name="csY1352" fmla="*/ 284727 h 689841"/>
                <a:gd name="csX1353" fmla="*/ 3344 w 755290"/>
                <a:gd name="csY1353" fmla="*/ 283294 h 689841"/>
                <a:gd name="csX1354" fmla="*/ 3344 w 755290"/>
                <a:gd name="csY1354" fmla="*/ 284727 h 689841"/>
                <a:gd name="csX1355" fmla="*/ 3344 w 755290"/>
                <a:gd name="csY1355" fmla="*/ 286638 h 689841"/>
                <a:gd name="csX1356" fmla="*/ 10032 w 755290"/>
                <a:gd name="csY1356" fmla="*/ 282816 h 689841"/>
                <a:gd name="csX1357" fmla="*/ 13854 w 755290"/>
                <a:gd name="csY1357" fmla="*/ 278516 h 689841"/>
                <a:gd name="csX1358" fmla="*/ 20065 w 755290"/>
                <a:gd name="csY1358" fmla="*/ 277561 h 689841"/>
                <a:gd name="csX1359" fmla="*/ 21498 w 755290"/>
                <a:gd name="csY1359" fmla="*/ 276605 h 689841"/>
                <a:gd name="csX1360" fmla="*/ 23886 w 755290"/>
                <a:gd name="csY1360" fmla="*/ 274217 h 689841"/>
                <a:gd name="csX1361" fmla="*/ 26753 w 755290"/>
                <a:gd name="csY1361" fmla="*/ 269917 h 689841"/>
                <a:gd name="csX1362" fmla="*/ 30575 w 755290"/>
                <a:gd name="csY1362" fmla="*/ 267529 h 689841"/>
                <a:gd name="csX1363" fmla="*/ 33441 w 755290"/>
                <a:gd name="csY1363" fmla="*/ 265618 h 689841"/>
                <a:gd name="csX1364" fmla="*/ 37263 w 755290"/>
                <a:gd name="csY1364" fmla="*/ 264662 h 689841"/>
                <a:gd name="csX1365" fmla="*/ 40607 w 755290"/>
                <a:gd name="csY1365" fmla="*/ 266573 h 689841"/>
                <a:gd name="csX1366" fmla="*/ 41562 w 755290"/>
                <a:gd name="csY1366" fmla="*/ 267051 h 689841"/>
                <a:gd name="csX1367" fmla="*/ 46818 w 755290"/>
                <a:gd name="csY1367" fmla="*/ 267051 h 689841"/>
                <a:gd name="csX1368" fmla="*/ 48728 w 755290"/>
                <a:gd name="csY1368" fmla="*/ 266573 h 689841"/>
                <a:gd name="csX1369" fmla="*/ 49684 w 755290"/>
                <a:gd name="csY1369" fmla="*/ 265618 h 689841"/>
                <a:gd name="csX1370" fmla="*/ 50162 w 755290"/>
                <a:gd name="csY1370" fmla="*/ 264662 h 689841"/>
                <a:gd name="csX1371" fmla="*/ 44907 w 755290"/>
                <a:gd name="csY1371" fmla="*/ 261318 h 689841"/>
                <a:gd name="csX1372" fmla="*/ 45384 w 755290"/>
                <a:gd name="csY1372" fmla="*/ 259407 h 689841"/>
                <a:gd name="csX1373" fmla="*/ 45862 w 755290"/>
                <a:gd name="csY1373" fmla="*/ 257974 h 689841"/>
                <a:gd name="csX1374" fmla="*/ 52550 w 755290"/>
                <a:gd name="csY1374" fmla="*/ 253674 h 689841"/>
                <a:gd name="csX1375" fmla="*/ 57328 w 755290"/>
                <a:gd name="csY1375" fmla="*/ 252241 h 689841"/>
                <a:gd name="csX1376" fmla="*/ 60194 w 755290"/>
                <a:gd name="csY1376" fmla="*/ 252719 h 689841"/>
                <a:gd name="csX1377" fmla="*/ 67838 w 755290"/>
                <a:gd name="csY1377" fmla="*/ 246986 h 689841"/>
                <a:gd name="csX1378" fmla="*/ 72137 w 755290"/>
                <a:gd name="csY1378" fmla="*/ 245553 h 689841"/>
                <a:gd name="csX1379" fmla="*/ 79781 w 755290"/>
                <a:gd name="csY1379" fmla="*/ 244598 h 689841"/>
                <a:gd name="csX1380" fmla="*/ 86469 w 755290"/>
                <a:gd name="csY1380" fmla="*/ 244598 h 689841"/>
                <a:gd name="csX1381" fmla="*/ 88380 w 755290"/>
                <a:gd name="csY1381" fmla="*/ 246508 h 689841"/>
                <a:gd name="csX1382" fmla="*/ 85036 w 755290"/>
                <a:gd name="csY1382" fmla="*/ 246031 h 689841"/>
                <a:gd name="csX1383" fmla="*/ 83125 w 755290"/>
                <a:gd name="csY1383" fmla="*/ 246031 h 689841"/>
                <a:gd name="csX1384" fmla="*/ 84558 w 755290"/>
                <a:gd name="csY1384" fmla="*/ 246986 h 689841"/>
                <a:gd name="csX1385" fmla="*/ 85514 w 755290"/>
                <a:gd name="csY1385" fmla="*/ 248419 h 689841"/>
                <a:gd name="csX1386" fmla="*/ 85514 w 755290"/>
                <a:gd name="csY1386" fmla="*/ 249853 h 689841"/>
                <a:gd name="csX1387" fmla="*/ 83125 w 755290"/>
                <a:gd name="csY1387" fmla="*/ 255108 h 689841"/>
                <a:gd name="csX1388" fmla="*/ 83125 w 755290"/>
                <a:gd name="csY1388" fmla="*/ 259407 h 689841"/>
                <a:gd name="csX1389" fmla="*/ 81692 w 755290"/>
                <a:gd name="csY1389" fmla="*/ 260840 h 689841"/>
                <a:gd name="csX1390" fmla="*/ 80259 w 755290"/>
                <a:gd name="csY1390" fmla="*/ 262751 h 689841"/>
                <a:gd name="csX1391" fmla="*/ 87425 w 755290"/>
                <a:gd name="csY1391" fmla="*/ 268484 h 689841"/>
                <a:gd name="csX1392" fmla="*/ 97457 w 755290"/>
                <a:gd name="csY1392" fmla="*/ 268962 h 689841"/>
                <a:gd name="csX1393" fmla="*/ 103190 w 755290"/>
                <a:gd name="csY1393" fmla="*/ 268006 h 689841"/>
                <a:gd name="csX1394" fmla="*/ 106534 w 755290"/>
                <a:gd name="csY1394" fmla="*/ 269439 h 689841"/>
                <a:gd name="csX1395" fmla="*/ 109400 w 755290"/>
                <a:gd name="csY1395" fmla="*/ 269917 h 689841"/>
                <a:gd name="csX1396" fmla="*/ 116566 w 755290"/>
                <a:gd name="csY1396" fmla="*/ 268962 h 689841"/>
                <a:gd name="csX1397" fmla="*/ 122299 w 755290"/>
                <a:gd name="csY1397" fmla="*/ 270395 h 689841"/>
                <a:gd name="csX1398" fmla="*/ 124687 w 755290"/>
                <a:gd name="csY1398" fmla="*/ 269917 h 689841"/>
                <a:gd name="csX1399" fmla="*/ 129465 w 755290"/>
                <a:gd name="csY1399" fmla="*/ 260840 h 689841"/>
                <a:gd name="csX1400" fmla="*/ 131853 w 755290"/>
                <a:gd name="csY1400" fmla="*/ 259885 h 689841"/>
                <a:gd name="csX1401" fmla="*/ 133764 w 755290"/>
                <a:gd name="csY1401" fmla="*/ 261318 h 689841"/>
                <a:gd name="csX1402" fmla="*/ 136631 w 755290"/>
                <a:gd name="csY1402" fmla="*/ 262273 h 689841"/>
                <a:gd name="csX1403" fmla="*/ 138542 w 755290"/>
                <a:gd name="csY1403" fmla="*/ 261796 h 689841"/>
                <a:gd name="csX1404" fmla="*/ 139975 w 755290"/>
                <a:gd name="csY1404" fmla="*/ 263707 h 689841"/>
                <a:gd name="csX1405" fmla="*/ 139497 w 755290"/>
                <a:gd name="csY1405" fmla="*/ 258929 h 689841"/>
                <a:gd name="csX1406" fmla="*/ 138064 w 755290"/>
                <a:gd name="csY1406" fmla="*/ 257496 h 689841"/>
                <a:gd name="csX1407" fmla="*/ 129942 w 755290"/>
                <a:gd name="csY1407" fmla="*/ 254152 h 689841"/>
                <a:gd name="csX1408" fmla="*/ 124210 w 755290"/>
                <a:gd name="csY1408" fmla="*/ 255585 h 689841"/>
                <a:gd name="csX1409" fmla="*/ 122299 w 755290"/>
                <a:gd name="csY1409" fmla="*/ 253674 h 689841"/>
                <a:gd name="csX1410" fmla="*/ 123254 w 755290"/>
                <a:gd name="csY1410" fmla="*/ 249853 h 689841"/>
                <a:gd name="csX1411" fmla="*/ 117044 w 755290"/>
                <a:gd name="csY1411" fmla="*/ 240776 h 689841"/>
                <a:gd name="csX1412" fmla="*/ 114655 w 755290"/>
                <a:gd name="csY1412" fmla="*/ 238865 h 689841"/>
                <a:gd name="csX1413" fmla="*/ 111789 w 755290"/>
                <a:gd name="csY1413" fmla="*/ 238865 h 689841"/>
                <a:gd name="csX1414" fmla="*/ 109878 w 755290"/>
                <a:gd name="csY1414" fmla="*/ 235521 h 689841"/>
                <a:gd name="csX1415" fmla="*/ 108922 w 755290"/>
                <a:gd name="csY1415" fmla="*/ 231699 h 689841"/>
                <a:gd name="csX1416" fmla="*/ 111311 w 755290"/>
                <a:gd name="csY1416" fmla="*/ 229788 h 689841"/>
                <a:gd name="csX1417" fmla="*/ 113700 w 755290"/>
                <a:gd name="csY1417" fmla="*/ 229310 h 689841"/>
                <a:gd name="csX1418" fmla="*/ 115611 w 755290"/>
                <a:gd name="csY1418" fmla="*/ 230743 h 689841"/>
                <a:gd name="csX1419" fmla="*/ 117999 w 755290"/>
                <a:gd name="csY1419" fmla="*/ 235998 h 689841"/>
                <a:gd name="csX1420" fmla="*/ 120388 w 755290"/>
                <a:gd name="csY1420" fmla="*/ 236476 h 689841"/>
                <a:gd name="csX1421" fmla="*/ 119910 w 755290"/>
                <a:gd name="csY1421" fmla="*/ 242209 h 689841"/>
                <a:gd name="csX1422" fmla="*/ 122776 w 755290"/>
                <a:gd name="csY1422" fmla="*/ 246986 h 689841"/>
                <a:gd name="csX1423" fmla="*/ 128987 w 755290"/>
                <a:gd name="csY1423" fmla="*/ 251763 h 689841"/>
                <a:gd name="csX1424" fmla="*/ 134242 w 755290"/>
                <a:gd name="csY1424" fmla="*/ 249853 h 689841"/>
                <a:gd name="csX1425" fmla="*/ 137586 w 755290"/>
                <a:gd name="csY1425" fmla="*/ 249853 h 689841"/>
                <a:gd name="csX1426" fmla="*/ 139497 w 755290"/>
                <a:gd name="csY1426" fmla="*/ 250808 h 689841"/>
                <a:gd name="csX1427" fmla="*/ 144752 w 755290"/>
                <a:gd name="csY1427" fmla="*/ 255108 h 689841"/>
                <a:gd name="csX1428" fmla="*/ 147618 w 755290"/>
                <a:gd name="csY1428" fmla="*/ 255585 h 689841"/>
                <a:gd name="csX1429" fmla="*/ 155740 w 755290"/>
                <a:gd name="csY1429" fmla="*/ 253197 h 689841"/>
                <a:gd name="csX1430" fmla="*/ 155740 w 755290"/>
                <a:gd name="csY1430" fmla="*/ 249375 h 689841"/>
                <a:gd name="csX1431" fmla="*/ 155262 w 755290"/>
                <a:gd name="csY1431" fmla="*/ 246508 h 689841"/>
                <a:gd name="csX1432" fmla="*/ 153351 w 755290"/>
                <a:gd name="csY1432" fmla="*/ 244598 h 689841"/>
                <a:gd name="csX1433" fmla="*/ 147618 w 755290"/>
                <a:gd name="csY1433" fmla="*/ 245075 h 689841"/>
                <a:gd name="csX1434" fmla="*/ 143319 w 755290"/>
                <a:gd name="csY1434" fmla="*/ 241731 h 689841"/>
                <a:gd name="csX1435" fmla="*/ 139497 w 755290"/>
                <a:gd name="csY1435" fmla="*/ 242687 h 689841"/>
                <a:gd name="csX1436" fmla="*/ 132809 w 755290"/>
                <a:gd name="csY1436" fmla="*/ 247464 h 689841"/>
                <a:gd name="csX1437" fmla="*/ 129465 w 755290"/>
                <a:gd name="csY1437" fmla="*/ 245553 h 689841"/>
                <a:gd name="csX1438" fmla="*/ 127076 w 755290"/>
                <a:gd name="csY1438" fmla="*/ 243164 h 689841"/>
                <a:gd name="csX1439" fmla="*/ 123732 w 755290"/>
                <a:gd name="csY1439" fmla="*/ 240776 h 689841"/>
                <a:gd name="csX1440" fmla="*/ 123254 w 755290"/>
                <a:gd name="csY1440" fmla="*/ 235998 h 689841"/>
                <a:gd name="csX1441" fmla="*/ 126121 w 755290"/>
                <a:gd name="csY1441" fmla="*/ 230266 h 689841"/>
                <a:gd name="csX1442" fmla="*/ 128509 w 755290"/>
                <a:gd name="csY1442" fmla="*/ 227877 h 689841"/>
                <a:gd name="csX1443" fmla="*/ 126598 w 755290"/>
                <a:gd name="csY1443" fmla="*/ 225966 h 689841"/>
                <a:gd name="csX1444" fmla="*/ 121343 w 755290"/>
                <a:gd name="csY1444" fmla="*/ 224533 h 689841"/>
                <a:gd name="csX1445" fmla="*/ 113222 w 755290"/>
                <a:gd name="csY1445" fmla="*/ 225966 h 689841"/>
                <a:gd name="csX1446" fmla="*/ 112744 w 755290"/>
                <a:gd name="csY1446" fmla="*/ 224055 h 689841"/>
                <a:gd name="csX1447" fmla="*/ 112744 w 755290"/>
                <a:gd name="csY1447" fmla="*/ 221666 h 689841"/>
                <a:gd name="csX1448" fmla="*/ 109400 w 755290"/>
                <a:gd name="csY1448" fmla="*/ 225966 h 689841"/>
                <a:gd name="csX1449" fmla="*/ 105578 w 755290"/>
                <a:gd name="csY1449" fmla="*/ 225011 h 689841"/>
                <a:gd name="csX1450" fmla="*/ 100801 w 755290"/>
                <a:gd name="csY1450" fmla="*/ 225488 h 689841"/>
                <a:gd name="csX1451" fmla="*/ 90291 w 755290"/>
                <a:gd name="csY1451" fmla="*/ 222144 h 689841"/>
                <a:gd name="csX1452" fmla="*/ 86947 w 755290"/>
                <a:gd name="csY1452" fmla="*/ 217367 h 689841"/>
                <a:gd name="csX1453" fmla="*/ 85036 w 755290"/>
                <a:gd name="csY1453" fmla="*/ 214023 h 689841"/>
                <a:gd name="csX1454" fmla="*/ 82169 w 755290"/>
                <a:gd name="csY1454" fmla="*/ 204468 h 689841"/>
                <a:gd name="csX1455" fmla="*/ 78825 w 755290"/>
                <a:gd name="csY1455" fmla="*/ 198258 h 689841"/>
                <a:gd name="csX1456" fmla="*/ 53506 w 755290"/>
                <a:gd name="csY1456" fmla="*/ 176760 h 689841"/>
                <a:gd name="csX1457" fmla="*/ 42518 w 755290"/>
                <a:gd name="csY1457" fmla="*/ 171505 h 689841"/>
                <a:gd name="csX1458" fmla="*/ 36785 w 755290"/>
                <a:gd name="csY1458" fmla="*/ 165772 h 689841"/>
                <a:gd name="csX1459" fmla="*/ 33441 w 755290"/>
                <a:gd name="csY1459" fmla="*/ 164339 h 689841"/>
                <a:gd name="csX1460" fmla="*/ 30097 w 755290"/>
                <a:gd name="csY1460" fmla="*/ 163384 h 689841"/>
                <a:gd name="csX1461" fmla="*/ 25797 w 755290"/>
                <a:gd name="csY1461" fmla="*/ 161473 h 689841"/>
                <a:gd name="csX1462" fmla="*/ 28664 w 755290"/>
                <a:gd name="csY1462" fmla="*/ 159084 h 689841"/>
                <a:gd name="csX1463" fmla="*/ 30575 w 755290"/>
                <a:gd name="csY1463" fmla="*/ 158606 h 689841"/>
                <a:gd name="csX1464" fmla="*/ 28664 w 755290"/>
                <a:gd name="csY1464" fmla="*/ 160995 h 689841"/>
                <a:gd name="csX1465" fmla="*/ 30097 w 755290"/>
                <a:gd name="csY1465" fmla="*/ 161473 h 689841"/>
                <a:gd name="csX1466" fmla="*/ 32486 w 755290"/>
                <a:gd name="csY1466" fmla="*/ 160039 h 689841"/>
                <a:gd name="csX1467" fmla="*/ 33919 w 755290"/>
                <a:gd name="csY1467" fmla="*/ 158606 h 689841"/>
                <a:gd name="csX1468" fmla="*/ 35830 w 755290"/>
                <a:gd name="csY1468" fmla="*/ 150963 h 689841"/>
                <a:gd name="csX1469" fmla="*/ 37741 w 755290"/>
                <a:gd name="csY1469" fmla="*/ 139975 h 689841"/>
                <a:gd name="csX1470" fmla="*/ 37263 w 755290"/>
                <a:gd name="csY1470" fmla="*/ 135198 h 689841"/>
                <a:gd name="csX1471" fmla="*/ 51117 w 755290"/>
                <a:gd name="csY1471" fmla="*/ 136153 h 689841"/>
                <a:gd name="csX1472" fmla="*/ 60672 w 755290"/>
                <a:gd name="csY1472" fmla="*/ 135675 h 689841"/>
                <a:gd name="csX1473" fmla="*/ 63538 w 755290"/>
                <a:gd name="csY1473" fmla="*/ 134720 h 689841"/>
                <a:gd name="csX1474" fmla="*/ 75004 w 755290"/>
                <a:gd name="csY1474" fmla="*/ 132809 h 689841"/>
                <a:gd name="csX1475" fmla="*/ 78348 w 755290"/>
                <a:gd name="csY1475" fmla="*/ 131376 h 689841"/>
                <a:gd name="csX1476" fmla="*/ 83603 w 755290"/>
                <a:gd name="csY1476" fmla="*/ 127554 h 689841"/>
                <a:gd name="csX1477" fmla="*/ 90291 w 755290"/>
                <a:gd name="csY1477" fmla="*/ 120866 h 689841"/>
                <a:gd name="csX1478" fmla="*/ 96024 w 755290"/>
                <a:gd name="csY1478" fmla="*/ 111789 h 689841"/>
                <a:gd name="csX1479" fmla="*/ 96979 w 755290"/>
                <a:gd name="csY1479" fmla="*/ 109400 h 689841"/>
                <a:gd name="csX1480" fmla="*/ 97457 w 755290"/>
                <a:gd name="csY1480" fmla="*/ 110356 h 689841"/>
                <a:gd name="csX1481" fmla="*/ 97935 w 755290"/>
                <a:gd name="csY1481" fmla="*/ 109878 h 689841"/>
                <a:gd name="csX1482" fmla="*/ 98412 w 755290"/>
                <a:gd name="csY1482" fmla="*/ 106534 h 689841"/>
                <a:gd name="csX1483" fmla="*/ 99368 w 755290"/>
                <a:gd name="csY1483" fmla="*/ 98412 h 689841"/>
                <a:gd name="csX1484" fmla="*/ 101756 w 755290"/>
                <a:gd name="csY1484" fmla="*/ 90291 h 689841"/>
                <a:gd name="csX1485" fmla="*/ 113700 w 755290"/>
                <a:gd name="csY1485" fmla="*/ 72615 h 689841"/>
                <a:gd name="csX1486" fmla="*/ 119432 w 755290"/>
                <a:gd name="csY1486" fmla="*/ 65449 h 689841"/>
                <a:gd name="csX1487" fmla="*/ 121343 w 755290"/>
                <a:gd name="csY1487" fmla="*/ 62105 h 689841"/>
                <a:gd name="csX1488" fmla="*/ 123254 w 755290"/>
                <a:gd name="csY1488" fmla="*/ 59716 h 689841"/>
                <a:gd name="csX1489" fmla="*/ 124687 w 755290"/>
                <a:gd name="csY1489" fmla="*/ 62105 h 689841"/>
                <a:gd name="csX1490" fmla="*/ 125165 w 755290"/>
                <a:gd name="csY1490" fmla="*/ 63060 h 689841"/>
                <a:gd name="csX1491" fmla="*/ 125643 w 755290"/>
                <a:gd name="csY1491" fmla="*/ 64016 h 689841"/>
                <a:gd name="csX1492" fmla="*/ 124210 w 755290"/>
                <a:gd name="csY1492" fmla="*/ 64493 h 689841"/>
                <a:gd name="csX1493" fmla="*/ 122776 w 755290"/>
                <a:gd name="csY1493" fmla="*/ 66882 h 689841"/>
                <a:gd name="csX1494" fmla="*/ 119910 w 755290"/>
                <a:gd name="csY1494" fmla="*/ 68315 h 689841"/>
                <a:gd name="csX1495" fmla="*/ 119432 w 755290"/>
                <a:gd name="csY1495" fmla="*/ 69271 h 689841"/>
                <a:gd name="csX1496" fmla="*/ 120866 w 755290"/>
                <a:gd name="csY1496" fmla="*/ 68793 h 689841"/>
                <a:gd name="csX1497" fmla="*/ 125643 w 755290"/>
                <a:gd name="csY1497" fmla="*/ 67360 h 689841"/>
                <a:gd name="csX1498" fmla="*/ 128032 w 755290"/>
                <a:gd name="csY1498" fmla="*/ 64971 h 689841"/>
                <a:gd name="csX1499" fmla="*/ 140930 w 755290"/>
                <a:gd name="csY1499" fmla="*/ 61627 h 689841"/>
                <a:gd name="csX1500" fmla="*/ 147618 w 755290"/>
                <a:gd name="csY1500" fmla="*/ 54939 h 689841"/>
                <a:gd name="csX1501" fmla="*/ 148096 w 755290"/>
                <a:gd name="csY1501" fmla="*/ 53506 h 689841"/>
                <a:gd name="csX1502" fmla="*/ 158128 w 755290"/>
                <a:gd name="csY1502" fmla="*/ 45862 h 689841"/>
                <a:gd name="csX1503" fmla="*/ 159562 w 755290"/>
                <a:gd name="csY1503" fmla="*/ 46340 h 689841"/>
                <a:gd name="csX1504" fmla="*/ 161473 w 755290"/>
                <a:gd name="csY1504" fmla="*/ 47295 h 689841"/>
                <a:gd name="csX1505" fmla="*/ 158606 w 755290"/>
                <a:gd name="csY1505" fmla="*/ 52072 h 689841"/>
                <a:gd name="csX1506" fmla="*/ 160517 w 755290"/>
                <a:gd name="csY1506" fmla="*/ 53506 h 689841"/>
                <a:gd name="csX1507" fmla="*/ 158606 w 755290"/>
                <a:gd name="csY1507" fmla="*/ 59716 h 689841"/>
                <a:gd name="csX1508" fmla="*/ 162428 w 755290"/>
                <a:gd name="csY1508" fmla="*/ 59716 h 689841"/>
                <a:gd name="csX1509" fmla="*/ 163383 w 755290"/>
                <a:gd name="csY1509" fmla="*/ 62583 h 689841"/>
                <a:gd name="csX1510" fmla="*/ 163383 w 755290"/>
                <a:gd name="csY1510" fmla="*/ 60194 h 689841"/>
                <a:gd name="csX1511" fmla="*/ 163383 w 755290"/>
                <a:gd name="csY1511" fmla="*/ 56850 h 689841"/>
                <a:gd name="csX1512" fmla="*/ 163383 w 755290"/>
                <a:gd name="csY1512" fmla="*/ 53506 h 689841"/>
                <a:gd name="csX1513" fmla="*/ 164339 w 755290"/>
                <a:gd name="csY1513" fmla="*/ 51117 h 689841"/>
                <a:gd name="csX1514" fmla="*/ 166728 w 755290"/>
                <a:gd name="csY1514" fmla="*/ 52072 h 689841"/>
                <a:gd name="csX1515" fmla="*/ 172460 w 755290"/>
                <a:gd name="csY1515" fmla="*/ 49684 h 689841"/>
                <a:gd name="csX1516" fmla="*/ 165294 w 755290"/>
                <a:gd name="csY1516" fmla="*/ 49206 h 689841"/>
                <a:gd name="csX1517" fmla="*/ 161473 w 755290"/>
                <a:gd name="csY1517" fmla="*/ 43473 h 689841"/>
                <a:gd name="csX1518" fmla="*/ 159084 w 755290"/>
                <a:gd name="csY1518" fmla="*/ 43473 h 689841"/>
                <a:gd name="csX1519" fmla="*/ 166728 w 755290"/>
                <a:gd name="csY1519" fmla="*/ 34874 h 689841"/>
                <a:gd name="csX1520" fmla="*/ 174371 w 755290"/>
                <a:gd name="csY1520" fmla="*/ 30097 h 689841"/>
                <a:gd name="csX1521" fmla="*/ 175804 w 755290"/>
                <a:gd name="csY1521" fmla="*/ 30097 h 689841"/>
                <a:gd name="csX1522" fmla="*/ 176760 w 755290"/>
                <a:gd name="csY1522" fmla="*/ 31052 h 689841"/>
                <a:gd name="csX1523" fmla="*/ 176760 w 755290"/>
                <a:gd name="csY1523" fmla="*/ 32486 h 689841"/>
                <a:gd name="csX1524" fmla="*/ 175327 w 755290"/>
                <a:gd name="csY1524" fmla="*/ 33441 h 689841"/>
                <a:gd name="csX1525" fmla="*/ 173416 w 755290"/>
                <a:gd name="csY1525" fmla="*/ 35352 h 689841"/>
                <a:gd name="csX1526" fmla="*/ 174371 w 755290"/>
                <a:gd name="csY1526" fmla="*/ 36785 h 689841"/>
                <a:gd name="csX1527" fmla="*/ 175327 w 755290"/>
                <a:gd name="csY1527" fmla="*/ 37263 h 689841"/>
                <a:gd name="csX1528" fmla="*/ 178671 w 755290"/>
                <a:gd name="csY1528" fmla="*/ 35830 h 689841"/>
                <a:gd name="csX1529" fmla="*/ 180582 w 755290"/>
                <a:gd name="csY1529" fmla="*/ 34397 h 689841"/>
                <a:gd name="csX1530" fmla="*/ 187748 w 755290"/>
                <a:gd name="csY1530" fmla="*/ 34397 h 689841"/>
                <a:gd name="csX1531" fmla="*/ 190136 w 755290"/>
                <a:gd name="csY1531" fmla="*/ 33441 h 689841"/>
                <a:gd name="csX1532" fmla="*/ 190614 w 755290"/>
                <a:gd name="csY1532" fmla="*/ 32008 h 689841"/>
                <a:gd name="csX1533" fmla="*/ 200169 w 755290"/>
                <a:gd name="csY1533" fmla="*/ 32008 h 689841"/>
                <a:gd name="csX1534" fmla="*/ 202080 w 755290"/>
                <a:gd name="csY1534" fmla="*/ 31052 h 689841"/>
                <a:gd name="csX1535" fmla="*/ 207812 w 755290"/>
                <a:gd name="csY1535" fmla="*/ 26275 h 689841"/>
                <a:gd name="csX1536" fmla="*/ 213545 w 755290"/>
                <a:gd name="csY1536" fmla="*/ 21020 h 689841"/>
                <a:gd name="csX1537" fmla="*/ 215934 w 755290"/>
                <a:gd name="csY1537" fmla="*/ 18154 h 689841"/>
                <a:gd name="csX1538" fmla="*/ 220711 w 755290"/>
                <a:gd name="csY1538" fmla="*/ 10510 h 689841"/>
                <a:gd name="csX1539" fmla="*/ 224533 w 755290"/>
                <a:gd name="csY1539" fmla="*/ 5255 h 689841"/>
                <a:gd name="csX1540" fmla="*/ 230743 w 755290"/>
                <a:gd name="csY1540" fmla="*/ 0 h 689841"/>
                <a:gd name="csX1541" fmla="*/ 232176 w 755290"/>
                <a:gd name="csY1541" fmla="*/ 956 h 689841"/>
                <a:gd name="csX1542" fmla="*/ 229788 w 755290"/>
                <a:gd name="csY1542" fmla="*/ 1911 h 689841"/>
                <a:gd name="csX1543" fmla="*/ 228355 w 755290"/>
                <a:gd name="csY1543" fmla="*/ 3822 h 689841"/>
                <a:gd name="csX1544" fmla="*/ 230743 w 755290"/>
                <a:gd name="csY1544" fmla="*/ 6688 h 689841"/>
                <a:gd name="csX1545" fmla="*/ 243642 w 755290"/>
                <a:gd name="csY1545" fmla="*/ 12421 h 689841"/>
                <a:gd name="csX1546" fmla="*/ 246986 w 755290"/>
                <a:gd name="csY1546" fmla="*/ 12899 h 689841"/>
                <a:gd name="csX1547" fmla="*/ 248419 w 755290"/>
                <a:gd name="csY1547" fmla="*/ 16243 h 689841"/>
                <a:gd name="csX1548" fmla="*/ 246986 w 755290"/>
                <a:gd name="csY1548" fmla="*/ 19587 h 689841"/>
                <a:gd name="csX1549" fmla="*/ 243642 w 755290"/>
                <a:gd name="csY1549" fmla="*/ 23409 h 689841"/>
                <a:gd name="csX1550" fmla="*/ 236954 w 755290"/>
                <a:gd name="csY1550" fmla="*/ 27231 h 689841"/>
                <a:gd name="csX1551" fmla="*/ 238865 w 755290"/>
                <a:gd name="csY1551" fmla="*/ 28664 h 689841"/>
                <a:gd name="csX1552" fmla="*/ 240298 w 755290"/>
                <a:gd name="csY1552" fmla="*/ 32008 h 689841"/>
                <a:gd name="csX1553" fmla="*/ 242209 w 755290"/>
                <a:gd name="csY1553" fmla="*/ 32486 h 689841"/>
                <a:gd name="csX1554" fmla="*/ 245553 w 755290"/>
                <a:gd name="csY1554" fmla="*/ 31052 h 689841"/>
                <a:gd name="csX1555" fmla="*/ 248419 w 755290"/>
                <a:gd name="csY1555" fmla="*/ 29142 h 689841"/>
                <a:gd name="csX1556" fmla="*/ 253674 w 755290"/>
                <a:gd name="csY1556" fmla="*/ 22453 h 689841"/>
                <a:gd name="csX1557" fmla="*/ 255108 w 755290"/>
                <a:gd name="csY1557" fmla="*/ 18631 h 689841"/>
                <a:gd name="csX1558" fmla="*/ 256541 w 755290"/>
                <a:gd name="csY1558" fmla="*/ 17676 h 689841"/>
                <a:gd name="csX1559" fmla="*/ 260840 w 755290"/>
                <a:gd name="csY1559" fmla="*/ 18631 h 689841"/>
                <a:gd name="csX1560" fmla="*/ 263229 w 755290"/>
                <a:gd name="csY1560" fmla="*/ 20542 h 689841"/>
                <a:gd name="csX1561" fmla="*/ 266095 w 755290"/>
                <a:gd name="csY1561" fmla="*/ 23886 h 689841"/>
                <a:gd name="csX1562" fmla="*/ 265140 w 755290"/>
                <a:gd name="csY1562" fmla="*/ 27231 h 689841"/>
                <a:gd name="csX1563" fmla="*/ 264184 w 755290"/>
                <a:gd name="csY1563" fmla="*/ 29142 h 689841"/>
                <a:gd name="csX1564" fmla="*/ 267528 w 755290"/>
                <a:gd name="csY1564" fmla="*/ 31530 h 689841"/>
                <a:gd name="csX1565" fmla="*/ 271828 w 755290"/>
                <a:gd name="csY1565" fmla="*/ 32008 h 689841"/>
                <a:gd name="csX1566" fmla="*/ 275650 w 755290"/>
                <a:gd name="csY1566" fmla="*/ 34397 h 689841"/>
                <a:gd name="csX1567" fmla="*/ 281383 w 755290"/>
                <a:gd name="csY1567" fmla="*/ 30097 h 689841"/>
                <a:gd name="csX1568" fmla="*/ 285204 w 755290"/>
                <a:gd name="csY1568" fmla="*/ 29142 h 689841"/>
                <a:gd name="csX1569" fmla="*/ 289504 w 755290"/>
                <a:gd name="csY1569" fmla="*/ 29142 h 689841"/>
                <a:gd name="csX1570" fmla="*/ 294759 w 755290"/>
                <a:gd name="csY1570" fmla="*/ 26753 h 689841"/>
                <a:gd name="csX1571" fmla="*/ 303836 w 755290"/>
                <a:gd name="csY1571" fmla="*/ 30097 h 689841"/>
                <a:gd name="csX1572" fmla="*/ 305747 w 755290"/>
                <a:gd name="csY1572" fmla="*/ 29142 h 689841"/>
                <a:gd name="csX1573" fmla="*/ 309569 w 755290"/>
                <a:gd name="csY1573" fmla="*/ 29619 h 689841"/>
                <a:gd name="csX1574" fmla="*/ 313390 w 755290"/>
                <a:gd name="csY1574" fmla="*/ 31530 h 689841"/>
                <a:gd name="csX1575" fmla="*/ 314346 w 755290"/>
                <a:gd name="csY1575" fmla="*/ 33919 h 689841"/>
                <a:gd name="csX1576" fmla="*/ 310524 w 755290"/>
                <a:gd name="csY1576" fmla="*/ 38218 h 689841"/>
                <a:gd name="csX1577" fmla="*/ 310046 w 755290"/>
                <a:gd name="csY1577" fmla="*/ 42518 h 689841"/>
                <a:gd name="csX1578" fmla="*/ 311480 w 755290"/>
                <a:gd name="csY1578" fmla="*/ 44429 h 689841"/>
                <a:gd name="csX1579" fmla="*/ 313868 w 755290"/>
                <a:gd name="csY1579" fmla="*/ 44429 h 689841"/>
                <a:gd name="csX1580" fmla="*/ 314346 w 755290"/>
                <a:gd name="csY1580" fmla="*/ 47295 h 689841"/>
                <a:gd name="csX1581" fmla="*/ 315779 w 755290"/>
                <a:gd name="csY1581" fmla="*/ 47773 h 689841"/>
                <a:gd name="csX1582" fmla="*/ 323901 w 755290"/>
                <a:gd name="csY1582" fmla="*/ 47295 h 689841"/>
                <a:gd name="csX1583" fmla="*/ 322945 w 755290"/>
                <a:gd name="csY1583" fmla="*/ 48728 h 689841"/>
                <a:gd name="csX1584" fmla="*/ 322945 w 755290"/>
                <a:gd name="csY1584" fmla="*/ 50162 h 689841"/>
                <a:gd name="csX1585" fmla="*/ 320079 w 755290"/>
                <a:gd name="csY1585" fmla="*/ 53506 h 689841"/>
                <a:gd name="csX1586" fmla="*/ 334411 w 755290"/>
                <a:gd name="csY1586" fmla="*/ 55417 h 689841"/>
                <a:gd name="csX1587" fmla="*/ 336322 w 755290"/>
                <a:gd name="csY1587" fmla="*/ 53506 h 689841"/>
                <a:gd name="csX1588" fmla="*/ 339188 w 755290"/>
                <a:gd name="csY1588" fmla="*/ 52550 h 689841"/>
                <a:gd name="csX1589" fmla="*/ 345876 w 755290"/>
                <a:gd name="csY1589" fmla="*/ 50162 h 689841"/>
                <a:gd name="csX1590" fmla="*/ 348265 w 755290"/>
                <a:gd name="csY1590" fmla="*/ 51117 h 689841"/>
                <a:gd name="csX1591" fmla="*/ 350653 w 755290"/>
                <a:gd name="csY1591" fmla="*/ 53984 h 689841"/>
                <a:gd name="csX1592" fmla="*/ 353520 w 755290"/>
                <a:gd name="csY1592" fmla="*/ 54461 h 689841"/>
                <a:gd name="csX1593" fmla="*/ 355908 w 755290"/>
                <a:gd name="csY1593" fmla="*/ 53984 h 689841"/>
                <a:gd name="csX1594" fmla="*/ 361641 w 755290"/>
                <a:gd name="csY1594" fmla="*/ 50162 h 689841"/>
                <a:gd name="csX1595" fmla="*/ 367852 w 755290"/>
                <a:gd name="csY1595" fmla="*/ 50162 h 689841"/>
                <a:gd name="csX1596" fmla="*/ 370718 w 755290"/>
                <a:gd name="csY1596" fmla="*/ 51117 h 689841"/>
                <a:gd name="csX1597" fmla="*/ 373107 w 755290"/>
                <a:gd name="csY1597" fmla="*/ 50639 h 689841"/>
                <a:gd name="csX1598" fmla="*/ 381706 w 755290"/>
                <a:gd name="csY1598" fmla="*/ 54939 h 689841"/>
                <a:gd name="csX1599" fmla="*/ 385050 w 755290"/>
                <a:gd name="csY1599" fmla="*/ 55417 h 689841"/>
                <a:gd name="csX1600" fmla="*/ 388872 w 755290"/>
                <a:gd name="csY1600" fmla="*/ 60672 h 689841"/>
                <a:gd name="csX1601" fmla="*/ 391260 w 755290"/>
                <a:gd name="csY1601" fmla="*/ 60672 h 689841"/>
                <a:gd name="csX1602" fmla="*/ 393649 w 755290"/>
                <a:gd name="csY1602" fmla="*/ 58761 h 689841"/>
                <a:gd name="csX1603" fmla="*/ 395560 w 755290"/>
                <a:gd name="csY1603" fmla="*/ 58761 h 689841"/>
                <a:gd name="csX1604" fmla="*/ 397949 w 755290"/>
                <a:gd name="csY1604" fmla="*/ 60672 h 689841"/>
                <a:gd name="csX1605" fmla="*/ 401293 w 755290"/>
                <a:gd name="csY1605" fmla="*/ 61627 h 689841"/>
                <a:gd name="csX1606" fmla="*/ 402726 w 755290"/>
                <a:gd name="csY1606" fmla="*/ 64971 h 689841"/>
                <a:gd name="csX1607" fmla="*/ 404159 w 755290"/>
                <a:gd name="csY1607" fmla="*/ 65927 h 689841"/>
                <a:gd name="csX1608" fmla="*/ 417058 w 755290"/>
                <a:gd name="csY1608" fmla="*/ 68793 h 689841"/>
                <a:gd name="csX1609" fmla="*/ 423268 w 755290"/>
                <a:gd name="csY1609" fmla="*/ 67360 h 689841"/>
                <a:gd name="csX1610" fmla="*/ 432345 w 755290"/>
                <a:gd name="csY1610" fmla="*/ 67838 h 689841"/>
                <a:gd name="csX1611" fmla="*/ 437122 w 755290"/>
                <a:gd name="csY1611" fmla="*/ 69271 h 689841"/>
                <a:gd name="csX1612" fmla="*/ 441900 w 755290"/>
                <a:gd name="csY1612" fmla="*/ 69271 h 689841"/>
                <a:gd name="csX1613" fmla="*/ 449066 w 755290"/>
                <a:gd name="csY1613" fmla="*/ 75004 h 689841"/>
                <a:gd name="csX1614" fmla="*/ 453365 w 755290"/>
                <a:gd name="csY1614" fmla="*/ 75959 h 689841"/>
                <a:gd name="csX1615" fmla="*/ 454321 w 755290"/>
                <a:gd name="csY1615" fmla="*/ 77392 h 689841"/>
                <a:gd name="csX1616" fmla="*/ 465309 w 755290"/>
                <a:gd name="csY1616" fmla="*/ 78825 h 689841"/>
                <a:gd name="csX1617" fmla="*/ 469608 w 755290"/>
                <a:gd name="csY1617" fmla="*/ 75481 h 689841"/>
                <a:gd name="csX1618" fmla="*/ 476774 w 755290"/>
                <a:gd name="csY1618" fmla="*/ 75004 h 689841"/>
                <a:gd name="csX1619" fmla="*/ 482984 w 755290"/>
                <a:gd name="csY1619" fmla="*/ 72137 h 689841"/>
                <a:gd name="csX1620" fmla="*/ 486329 w 755290"/>
                <a:gd name="csY1620" fmla="*/ 72137 h 689841"/>
                <a:gd name="csX1621" fmla="*/ 490628 w 755290"/>
                <a:gd name="csY1621" fmla="*/ 73093 h 689841"/>
                <a:gd name="csX1622" fmla="*/ 492061 w 755290"/>
                <a:gd name="csY1622" fmla="*/ 72615 h 689841"/>
                <a:gd name="csX1623" fmla="*/ 493495 w 755290"/>
                <a:gd name="csY1623" fmla="*/ 71659 h 689841"/>
                <a:gd name="csX1624" fmla="*/ 503527 w 755290"/>
                <a:gd name="csY1624" fmla="*/ 75959 h 689841"/>
                <a:gd name="csX1625" fmla="*/ 509260 w 755290"/>
                <a:gd name="csY1625" fmla="*/ 80736 h 689841"/>
                <a:gd name="csX1626" fmla="*/ 511648 w 755290"/>
                <a:gd name="csY1626" fmla="*/ 84558 h 689841"/>
                <a:gd name="csX1627" fmla="*/ 523591 w 755290"/>
                <a:gd name="csY1627" fmla="*/ 89813 h 689841"/>
                <a:gd name="csX1628" fmla="*/ 526936 w 755290"/>
                <a:gd name="csY1628" fmla="*/ 92679 h 689841"/>
                <a:gd name="csX1629" fmla="*/ 529324 w 755290"/>
                <a:gd name="csY1629" fmla="*/ 96024 h 689841"/>
                <a:gd name="csX1630" fmla="*/ 530757 w 755290"/>
                <a:gd name="csY1630" fmla="*/ 96501 h 689841"/>
                <a:gd name="csX1631" fmla="*/ 531713 w 755290"/>
                <a:gd name="csY1631" fmla="*/ 95546 h 689841"/>
                <a:gd name="csX1632" fmla="*/ 535535 w 755290"/>
                <a:gd name="csY1632" fmla="*/ 95546 h 689841"/>
                <a:gd name="csX1633" fmla="*/ 537446 w 755290"/>
                <a:gd name="csY1633" fmla="*/ 96024 h 689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</a:cxnLst>
              <a:rect l="l" t="t" r="r" b="b"/>
              <a:pathLst>
                <a:path w="755290" h="689841">
                  <a:moveTo>
                    <a:pt x="537446" y="96024"/>
                  </a:moveTo>
                  <a:lnTo>
                    <a:pt x="537446" y="111311"/>
                  </a:lnTo>
                  <a:lnTo>
                    <a:pt x="537446" y="126121"/>
                  </a:lnTo>
                  <a:lnTo>
                    <a:pt x="537446" y="140930"/>
                  </a:lnTo>
                  <a:lnTo>
                    <a:pt x="537446" y="155740"/>
                  </a:lnTo>
                  <a:lnTo>
                    <a:pt x="537446" y="170072"/>
                  </a:lnTo>
                  <a:lnTo>
                    <a:pt x="537446" y="184404"/>
                  </a:lnTo>
                  <a:lnTo>
                    <a:pt x="537446" y="198258"/>
                  </a:lnTo>
                  <a:lnTo>
                    <a:pt x="537446" y="212112"/>
                  </a:lnTo>
                  <a:lnTo>
                    <a:pt x="537446" y="225966"/>
                  </a:lnTo>
                  <a:lnTo>
                    <a:pt x="537446" y="239342"/>
                  </a:lnTo>
                  <a:lnTo>
                    <a:pt x="537446" y="252719"/>
                  </a:lnTo>
                  <a:lnTo>
                    <a:pt x="537446" y="265618"/>
                  </a:lnTo>
                  <a:lnTo>
                    <a:pt x="537446" y="278994"/>
                  </a:lnTo>
                  <a:lnTo>
                    <a:pt x="537446" y="291893"/>
                  </a:lnTo>
                  <a:lnTo>
                    <a:pt x="537446" y="304791"/>
                  </a:lnTo>
                  <a:lnTo>
                    <a:pt x="537446" y="317212"/>
                  </a:lnTo>
                  <a:lnTo>
                    <a:pt x="537446" y="329633"/>
                  </a:lnTo>
                  <a:lnTo>
                    <a:pt x="537446" y="342054"/>
                  </a:lnTo>
                  <a:lnTo>
                    <a:pt x="537446" y="354475"/>
                  </a:lnTo>
                  <a:lnTo>
                    <a:pt x="537446" y="366419"/>
                  </a:lnTo>
                  <a:lnTo>
                    <a:pt x="537446" y="378362"/>
                  </a:lnTo>
                  <a:lnTo>
                    <a:pt x="537446" y="390305"/>
                  </a:lnTo>
                  <a:lnTo>
                    <a:pt x="537446" y="401771"/>
                  </a:lnTo>
                  <a:lnTo>
                    <a:pt x="537446" y="413236"/>
                  </a:lnTo>
                  <a:lnTo>
                    <a:pt x="537446" y="425179"/>
                  </a:lnTo>
                  <a:lnTo>
                    <a:pt x="537446" y="436167"/>
                  </a:lnTo>
                  <a:lnTo>
                    <a:pt x="537446" y="447633"/>
                  </a:lnTo>
                  <a:lnTo>
                    <a:pt x="537446" y="458620"/>
                  </a:lnTo>
                  <a:lnTo>
                    <a:pt x="537446" y="470086"/>
                  </a:lnTo>
                  <a:lnTo>
                    <a:pt x="537446" y="480596"/>
                  </a:lnTo>
                  <a:lnTo>
                    <a:pt x="537446" y="491584"/>
                  </a:lnTo>
                  <a:lnTo>
                    <a:pt x="537446" y="502571"/>
                  </a:lnTo>
                  <a:lnTo>
                    <a:pt x="537446" y="502571"/>
                  </a:lnTo>
                  <a:lnTo>
                    <a:pt x="541745" y="504005"/>
                  </a:lnTo>
                  <a:lnTo>
                    <a:pt x="546523" y="505438"/>
                  </a:lnTo>
                  <a:lnTo>
                    <a:pt x="547956" y="502571"/>
                  </a:lnTo>
                  <a:lnTo>
                    <a:pt x="553211" y="504960"/>
                  </a:lnTo>
                  <a:lnTo>
                    <a:pt x="557510" y="506871"/>
                  </a:lnTo>
                  <a:lnTo>
                    <a:pt x="560377" y="504005"/>
                  </a:lnTo>
                  <a:lnTo>
                    <a:pt x="562288" y="502571"/>
                  </a:lnTo>
                  <a:lnTo>
                    <a:pt x="563721" y="501138"/>
                  </a:lnTo>
                  <a:lnTo>
                    <a:pt x="567543" y="501138"/>
                  </a:lnTo>
                  <a:lnTo>
                    <a:pt x="572320" y="501138"/>
                  </a:lnTo>
                  <a:lnTo>
                    <a:pt x="575186" y="500661"/>
                  </a:lnTo>
                  <a:lnTo>
                    <a:pt x="575186" y="503049"/>
                  </a:lnTo>
                  <a:lnTo>
                    <a:pt x="574231" y="506871"/>
                  </a:lnTo>
                  <a:lnTo>
                    <a:pt x="573275" y="510215"/>
                  </a:lnTo>
                  <a:lnTo>
                    <a:pt x="576142" y="513559"/>
                  </a:lnTo>
                  <a:lnTo>
                    <a:pt x="579486" y="515470"/>
                  </a:lnTo>
                  <a:lnTo>
                    <a:pt x="582830" y="516903"/>
                  </a:lnTo>
                  <a:lnTo>
                    <a:pt x="584263" y="521203"/>
                  </a:lnTo>
                  <a:lnTo>
                    <a:pt x="587607" y="525025"/>
                  </a:lnTo>
                  <a:lnTo>
                    <a:pt x="590474" y="527413"/>
                  </a:lnTo>
                  <a:lnTo>
                    <a:pt x="590474" y="527413"/>
                  </a:lnTo>
                  <a:lnTo>
                    <a:pt x="592862" y="529802"/>
                  </a:lnTo>
                  <a:lnTo>
                    <a:pt x="596684" y="533624"/>
                  </a:lnTo>
                  <a:lnTo>
                    <a:pt x="599073" y="536013"/>
                  </a:lnTo>
                  <a:lnTo>
                    <a:pt x="602895" y="539357"/>
                  </a:lnTo>
                  <a:lnTo>
                    <a:pt x="602895" y="539357"/>
                  </a:lnTo>
                  <a:lnTo>
                    <a:pt x="604805" y="541268"/>
                  </a:lnTo>
                  <a:lnTo>
                    <a:pt x="605761" y="545089"/>
                  </a:lnTo>
                  <a:lnTo>
                    <a:pt x="607194" y="549389"/>
                  </a:lnTo>
                  <a:lnTo>
                    <a:pt x="606239" y="552255"/>
                  </a:lnTo>
                  <a:lnTo>
                    <a:pt x="606239" y="552255"/>
                  </a:lnTo>
                  <a:lnTo>
                    <a:pt x="607672" y="552733"/>
                  </a:lnTo>
                  <a:lnTo>
                    <a:pt x="608150" y="552733"/>
                  </a:lnTo>
                  <a:lnTo>
                    <a:pt x="611016" y="549389"/>
                  </a:lnTo>
                  <a:lnTo>
                    <a:pt x="613882" y="547478"/>
                  </a:lnTo>
                  <a:lnTo>
                    <a:pt x="617704" y="545567"/>
                  </a:lnTo>
                  <a:lnTo>
                    <a:pt x="620093" y="543656"/>
                  </a:lnTo>
                  <a:lnTo>
                    <a:pt x="624870" y="543656"/>
                  </a:lnTo>
                  <a:lnTo>
                    <a:pt x="627259" y="539357"/>
                  </a:lnTo>
                  <a:lnTo>
                    <a:pt x="627259" y="539357"/>
                  </a:lnTo>
                  <a:lnTo>
                    <a:pt x="627259" y="532668"/>
                  </a:lnTo>
                  <a:lnTo>
                    <a:pt x="627259" y="532668"/>
                  </a:lnTo>
                  <a:lnTo>
                    <a:pt x="629647" y="533146"/>
                  </a:lnTo>
                  <a:lnTo>
                    <a:pt x="631081" y="532191"/>
                  </a:lnTo>
                  <a:lnTo>
                    <a:pt x="631081" y="532191"/>
                  </a:lnTo>
                  <a:lnTo>
                    <a:pt x="631558" y="530280"/>
                  </a:lnTo>
                  <a:lnTo>
                    <a:pt x="630125" y="527413"/>
                  </a:lnTo>
                  <a:lnTo>
                    <a:pt x="630125" y="527413"/>
                  </a:lnTo>
                  <a:lnTo>
                    <a:pt x="634425" y="526458"/>
                  </a:lnTo>
                  <a:lnTo>
                    <a:pt x="637769" y="525502"/>
                  </a:lnTo>
                  <a:lnTo>
                    <a:pt x="642546" y="523114"/>
                  </a:lnTo>
                  <a:lnTo>
                    <a:pt x="646846" y="520725"/>
                  </a:lnTo>
                  <a:lnTo>
                    <a:pt x="648757" y="522636"/>
                  </a:lnTo>
                  <a:lnTo>
                    <a:pt x="651145" y="524547"/>
                  </a:lnTo>
                  <a:lnTo>
                    <a:pt x="655445" y="528369"/>
                  </a:lnTo>
                  <a:lnTo>
                    <a:pt x="655445" y="529802"/>
                  </a:lnTo>
                  <a:lnTo>
                    <a:pt x="655445" y="531713"/>
                  </a:lnTo>
                  <a:lnTo>
                    <a:pt x="654967" y="533624"/>
                  </a:lnTo>
                  <a:lnTo>
                    <a:pt x="657356" y="538879"/>
                  </a:lnTo>
                  <a:lnTo>
                    <a:pt x="658311" y="539357"/>
                  </a:lnTo>
                  <a:lnTo>
                    <a:pt x="660222" y="540312"/>
                  </a:lnTo>
                  <a:lnTo>
                    <a:pt x="662611" y="542223"/>
                  </a:lnTo>
                  <a:lnTo>
                    <a:pt x="663566" y="543656"/>
                  </a:lnTo>
                  <a:lnTo>
                    <a:pt x="663566" y="543656"/>
                  </a:lnTo>
                  <a:lnTo>
                    <a:pt x="667388" y="546045"/>
                  </a:lnTo>
                  <a:lnTo>
                    <a:pt x="667866" y="547000"/>
                  </a:lnTo>
                  <a:lnTo>
                    <a:pt x="668344" y="548911"/>
                  </a:lnTo>
                  <a:lnTo>
                    <a:pt x="668821" y="550344"/>
                  </a:lnTo>
                  <a:lnTo>
                    <a:pt x="669299" y="551300"/>
                  </a:lnTo>
                  <a:lnTo>
                    <a:pt x="670254" y="552733"/>
                  </a:lnTo>
                  <a:lnTo>
                    <a:pt x="671688" y="554166"/>
                  </a:lnTo>
                  <a:lnTo>
                    <a:pt x="671688" y="554644"/>
                  </a:lnTo>
                  <a:lnTo>
                    <a:pt x="674554" y="556555"/>
                  </a:lnTo>
                  <a:lnTo>
                    <a:pt x="676943" y="557510"/>
                  </a:lnTo>
                  <a:lnTo>
                    <a:pt x="679809" y="559421"/>
                  </a:lnTo>
                  <a:lnTo>
                    <a:pt x="682675" y="563243"/>
                  </a:lnTo>
                  <a:lnTo>
                    <a:pt x="685064" y="566587"/>
                  </a:lnTo>
                  <a:lnTo>
                    <a:pt x="687930" y="569931"/>
                  </a:lnTo>
                  <a:lnTo>
                    <a:pt x="687453" y="572320"/>
                  </a:lnTo>
                  <a:lnTo>
                    <a:pt x="690319" y="576142"/>
                  </a:lnTo>
                  <a:lnTo>
                    <a:pt x="693663" y="581397"/>
                  </a:lnTo>
                  <a:lnTo>
                    <a:pt x="696052" y="585696"/>
                  </a:lnTo>
                  <a:lnTo>
                    <a:pt x="697485" y="588085"/>
                  </a:lnTo>
                  <a:lnTo>
                    <a:pt x="699396" y="591907"/>
                  </a:lnTo>
                  <a:lnTo>
                    <a:pt x="701785" y="596206"/>
                  </a:lnTo>
                  <a:lnTo>
                    <a:pt x="704651" y="600984"/>
                  </a:lnTo>
                  <a:lnTo>
                    <a:pt x="707040" y="603850"/>
                  </a:lnTo>
                  <a:lnTo>
                    <a:pt x="709906" y="608627"/>
                  </a:lnTo>
                  <a:lnTo>
                    <a:pt x="711339" y="611016"/>
                  </a:lnTo>
                  <a:lnTo>
                    <a:pt x="710384" y="612927"/>
                  </a:lnTo>
                  <a:lnTo>
                    <a:pt x="708951" y="615316"/>
                  </a:lnTo>
                  <a:lnTo>
                    <a:pt x="712772" y="616271"/>
                  </a:lnTo>
                  <a:lnTo>
                    <a:pt x="715161" y="616749"/>
                  </a:lnTo>
                  <a:lnTo>
                    <a:pt x="714683" y="619137"/>
                  </a:lnTo>
                  <a:lnTo>
                    <a:pt x="713728" y="622482"/>
                  </a:lnTo>
                  <a:lnTo>
                    <a:pt x="716594" y="623915"/>
                  </a:lnTo>
                  <a:lnTo>
                    <a:pt x="718505" y="624392"/>
                  </a:lnTo>
                  <a:lnTo>
                    <a:pt x="718027" y="626303"/>
                  </a:lnTo>
                  <a:lnTo>
                    <a:pt x="718983" y="628214"/>
                  </a:lnTo>
                  <a:lnTo>
                    <a:pt x="718983" y="631081"/>
                  </a:lnTo>
                  <a:lnTo>
                    <a:pt x="718983" y="631558"/>
                  </a:lnTo>
                  <a:lnTo>
                    <a:pt x="722805" y="631081"/>
                  </a:lnTo>
                  <a:lnTo>
                    <a:pt x="724238" y="631081"/>
                  </a:lnTo>
                  <a:lnTo>
                    <a:pt x="726149" y="632514"/>
                  </a:lnTo>
                  <a:lnTo>
                    <a:pt x="729015" y="634425"/>
                  </a:lnTo>
                  <a:lnTo>
                    <a:pt x="731404" y="635858"/>
                  </a:lnTo>
                  <a:lnTo>
                    <a:pt x="733792" y="637291"/>
                  </a:lnTo>
                  <a:lnTo>
                    <a:pt x="737137" y="638247"/>
                  </a:lnTo>
                  <a:lnTo>
                    <a:pt x="740481" y="639680"/>
                  </a:lnTo>
                  <a:lnTo>
                    <a:pt x="742392" y="642068"/>
                  </a:lnTo>
                  <a:lnTo>
                    <a:pt x="745736" y="643024"/>
                  </a:lnTo>
                  <a:lnTo>
                    <a:pt x="746213" y="643979"/>
                  </a:lnTo>
                  <a:lnTo>
                    <a:pt x="747169" y="646846"/>
                  </a:lnTo>
                  <a:lnTo>
                    <a:pt x="750991" y="647801"/>
                  </a:lnTo>
                  <a:lnTo>
                    <a:pt x="753379" y="647323"/>
                  </a:lnTo>
                  <a:lnTo>
                    <a:pt x="754335" y="648279"/>
                  </a:lnTo>
                  <a:lnTo>
                    <a:pt x="754812" y="650190"/>
                  </a:lnTo>
                  <a:lnTo>
                    <a:pt x="755290" y="652101"/>
                  </a:lnTo>
                  <a:lnTo>
                    <a:pt x="754812" y="654012"/>
                  </a:lnTo>
                  <a:lnTo>
                    <a:pt x="754812" y="654489"/>
                  </a:lnTo>
                  <a:lnTo>
                    <a:pt x="753857" y="655923"/>
                  </a:lnTo>
                  <a:lnTo>
                    <a:pt x="753379" y="657834"/>
                  </a:lnTo>
                  <a:lnTo>
                    <a:pt x="752902" y="659744"/>
                  </a:lnTo>
                  <a:lnTo>
                    <a:pt x="752424" y="661655"/>
                  </a:lnTo>
                  <a:lnTo>
                    <a:pt x="752424" y="664044"/>
                  </a:lnTo>
                  <a:lnTo>
                    <a:pt x="752902" y="665955"/>
                  </a:lnTo>
                  <a:lnTo>
                    <a:pt x="754335" y="669299"/>
                  </a:lnTo>
                  <a:lnTo>
                    <a:pt x="754812" y="671688"/>
                  </a:lnTo>
                  <a:lnTo>
                    <a:pt x="754812" y="673121"/>
                  </a:lnTo>
                  <a:lnTo>
                    <a:pt x="751946" y="678376"/>
                  </a:lnTo>
                  <a:lnTo>
                    <a:pt x="750991" y="680764"/>
                  </a:lnTo>
                  <a:lnTo>
                    <a:pt x="750991" y="681720"/>
                  </a:lnTo>
                  <a:lnTo>
                    <a:pt x="749080" y="684586"/>
                  </a:lnTo>
                  <a:lnTo>
                    <a:pt x="745736" y="687930"/>
                  </a:lnTo>
                  <a:lnTo>
                    <a:pt x="745736" y="687930"/>
                  </a:lnTo>
                  <a:lnTo>
                    <a:pt x="743825" y="689841"/>
                  </a:lnTo>
                  <a:lnTo>
                    <a:pt x="743347" y="689364"/>
                  </a:lnTo>
                  <a:lnTo>
                    <a:pt x="738570" y="688886"/>
                  </a:lnTo>
                  <a:lnTo>
                    <a:pt x="736659" y="684109"/>
                  </a:lnTo>
                  <a:lnTo>
                    <a:pt x="736181" y="680764"/>
                  </a:lnTo>
                  <a:lnTo>
                    <a:pt x="734748" y="677898"/>
                  </a:lnTo>
                  <a:lnTo>
                    <a:pt x="734748" y="676943"/>
                  </a:lnTo>
                  <a:lnTo>
                    <a:pt x="735703" y="675032"/>
                  </a:lnTo>
                  <a:lnTo>
                    <a:pt x="740481" y="673121"/>
                  </a:lnTo>
                  <a:lnTo>
                    <a:pt x="740481" y="672643"/>
                  </a:lnTo>
                  <a:lnTo>
                    <a:pt x="739047" y="672165"/>
                  </a:lnTo>
                  <a:lnTo>
                    <a:pt x="738570" y="671210"/>
                  </a:lnTo>
                  <a:lnTo>
                    <a:pt x="738092" y="667866"/>
                  </a:lnTo>
                  <a:lnTo>
                    <a:pt x="738092" y="664999"/>
                  </a:lnTo>
                  <a:lnTo>
                    <a:pt x="738092" y="663089"/>
                  </a:lnTo>
                  <a:lnTo>
                    <a:pt x="737137" y="659267"/>
                  </a:lnTo>
                  <a:lnTo>
                    <a:pt x="736181" y="656878"/>
                  </a:lnTo>
                  <a:lnTo>
                    <a:pt x="732837" y="652101"/>
                  </a:lnTo>
                  <a:lnTo>
                    <a:pt x="732837" y="650668"/>
                  </a:lnTo>
                  <a:lnTo>
                    <a:pt x="734270" y="649234"/>
                  </a:lnTo>
                  <a:lnTo>
                    <a:pt x="734748" y="647801"/>
                  </a:lnTo>
                  <a:lnTo>
                    <a:pt x="729971" y="650190"/>
                  </a:lnTo>
                  <a:lnTo>
                    <a:pt x="722805" y="653056"/>
                  </a:lnTo>
                  <a:lnTo>
                    <a:pt x="719938" y="654489"/>
                  </a:lnTo>
                  <a:lnTo>
                    <a:pt x="719461" y="655445"/>
                  </a:lnTo>
                  <a:lnTo>
                    <a:pt x="718983" y="655923"/>
                  </a:lnTo>
                  <a:lnTo>
                    <a:pt x="719938" y="657834"/>
                  </a:lnTo>
                  <a:lnTo>
                    <a:pt x="719461" y="658311"/>
                  </a:lnTo>
                  <a:lnTo>
                    <a:pt x="718983" y="659267"/>
                  </a:lnTo>
                  <a:lnTo>
                    <a:pt x="718505" y="662133"/>
                  </a:lnTo>
                  <a:lnTo>
                    <a:pt x="717072" y="664999"/>
                  </a:lnTo>
                  <a:lnTo>
                    <a:pt x="716116" y="665477"/>
                  </a:lnTo>
                  <a:lnTo>
                    <a:pt x="713250" y="664522"/>
                  </a:lnTo>
                  <a:lnTo>
                    <a:pt x="712772" y="663566"/>
                  </a:lnTo>
                  <a:lnTo>
                    <a:pt x="711339" y="659744"/>
                  </a:lnTo>
                  <a:lnTo>
                    <a:pt x="711817" y="658789"/>
                  </a:lnTo>
                  <a:lnTo>
                    <a:pt x="712772" y="657834"/>
                  </a:lnTo>
                  <a:lnTo>
                    <a:pt x="713728" y="655923"/>
                  </a:lnTo>
                  <a:lnTo>
                    <a:pt x="715639" y="653056"/>
                  </a:lnTo>
                  <a:lnTo>
                    <a:pt x="718983" y="645413"/>
                  </a:lnTo>
                  <a:lnTo>
                    <a:pt x="720894" y="645413"/>
                  </a:lnTo>
                  <a:lnTo>
                    <a:pt x="724716" y="643979"/>
                  </a:lnTo>
                  <a:lnTo>
                    <a:pt x="718983" y="643024"/>
                  </a:lnTo>
                  <a:lnTo>
                    <a:pt x="718027" y="642546"/>
                  </a:lnTo>
                  <a:lnTo>
                    <a:pt x="717072" y="641591"/>
                  </a:lnTo>
                  <a:lnTo>
                    <a:pt x="716594" y="640157"/>
                  </a:lnTo>
                  <a:lnTo>
                    <a:pt x="715161" y="638247"/>
                  </a:lnTo>
                  <a:lnTo>
                    <a:pt x="713250" y="637769"/>
                  </a:lnTo>
                  <a:lnTo>
                    <a:pt x="712295" y="636813"/>
                  </a:lnTo>
                  <a:lnTo>
                    <a:pt x="710861" y="634425"/>
                  </a:lnTo>
                  <a:lnTo>
                    <a:pt x="709906" y="633469"/>
                  </a:lnTo>
                  <a:lnTo>
                    <a:pt x="708951" y="632514"/>
                  </a:lnTo>
                  <a:lnTo>
                    <a:pt x="708951" y="631081"/>
                  </a:lnTo>
                  <a:lnTo>
                    <a:pt x="708473" y="630125"/>
                  </a:lnTo>
                  <a:lnTo>
                    <a:pt x="707040" y="629648"/>
                  </a:lnTo>
                  <a:lnTo>
                    <a:pt x="706084" y="629170"/>
                  </a:lnTo>
                  <a:lnTo>
                    <a:pt x="706084" y="625348"/>
                  </a:lnTo>
                  <a:lnTo>
                    <a:pt x="703218" y="624392"/>
                  </a:lnTo>
                  <a:lnTo>
                    <a:pt x="701785" y="623437"/>
                  </a:lnTo>
                  <a:lnTo>
                    <a:pt x="699874" y="621048"/>
                  </a:lnTo>
                  <a:lnTo>
                    <a:pt x="699396" y="620093"/>
                  </a:lnTo>
                  <a:lnTo>
                    <a:pt x="698918" y="619137"/>
                  </a:lnTo>
                  <a:lnTo>
                    <a:pt x="699396" y="616271"/>
                  </a:lnTo>
                  <a:lnTo>
                    <a:pt x="699396" y="615793"/>
                  </a:lnTo>
                  <a:lnTo>
                    <a:pt x="697485" y="616271"/>
                  </a:lnTo>
                  <a:lnTo>
                    <a:pt x="686497" y="611971"/>
                  </a:lnTo>
                  <a:lnTo>
                    <a:pt x="686975" y="606239"/>
                  </a:lnTo>
                  <a:lnTo>
                    <a:pt x="685064" y="599073"/>
                  </a:lnTo>
                  <a:lnTo>
                    <a:pt x="683153" y="596206"/>
                  </a:lnTo>
                  <a:lnTo>
                    <a:pt x="683631" y="594773"/>
                  </a:lnTo>
                  <a:lnTo>
                    <a:pt x="684109" y="594295"/>
                  </a:lnTo>
                  <a:lnTo>
                    <a:pt x="685064" y="594295"/>
                  </a:lnTo>
                  <a:lnTo>
                    <a:pt x="688886" y="596684"/>
                  </a:lnTo>
                  <a:lnTo>
                    <a:pt x="693185" y="599073"/>
                  </a:lnTo>
                  <a:lnTo>
                    <a:pt x="693663" y="598595"/>
                  </a:lnTo>
                  <a:lnTo>
                    <a:pt x="687453" y="593340"/>
                  </a:lnTo>
                  <a:lnTo>
                    <a:pt x="685542" y="591429"/>
                  </a:lnTo>
                  <a:lnTo>
                    <a:pt x="685064" y="589518"/>
                  </a:lnTo>
                  <a:lnTo>
                    <a:pt x="685064" y="588563"/>
                  </a:lnTo>
                  <a:lnTo>
                    <a:pt x="685542" y="588085"/>
                  </a:lnTo>
                  <a:lnTo>
                    <a:pt x="691752" y="588563"/>
                  </a:lnTo>
                  <a:lnTo>
                    <a:pt x="692230" y="588085"/>
                  </a:lnTo>
                  <a:lnTo>
                    <a:pt x="686019" y="586652"/>
                  </a:lnTo>
                  <a:lnTo>
                    <a:pt x="684586" y="586652"/>
                  </a:lnTo>
                  <a:lnTo>
                    <a:pt x="683631" y="589041"/>
                  </a:lnTo>
                  <a:lnTo>
                    <a:pt x="682675" y="589518"/>
                  </a:lnTo>
                  <a:lnTo>
                    <a:pt x="681720" y="589041"/>
                  </a:lnTo>
                  <a:lnTo>
                    <a:pt x="681242" y="589041"/>
                  </a:lnTo>
                  <a:lnTo>
                    <a:pt x="679809" y="586174"/>
                  </a:lnTo>
                  <a:lnTo>
                    <a:pt x="678376" y="584263"/>
                  </a:lnTo>
                  <a:lnTo>
                    <a:pt x="675509" y="581397"/>
                  </a:lnTo>
                  <a:lnTo>
                    <a:pt x="675032" y="579486"/>
                  </a:lnTo>
                  <a:lnTo>
                    <a:pt x="674554" y="576620"/>
                  </a:lnTo>
                  <a:lnTo>
                    <a:pt x="675032" y="573753"/>
                  </a:lnTo>
                  <a:lnTo>
                    <a:pt x="677420" y="568020"/>
                  </a:lnTo>
                  <a:lnTo>
                    <a:pt x="678376" y="566587"/>
                  </a:lnTo>
                  <a:lnTo>
                    <a:pt x="678376" y="566109"/>
                  </a:lnTo>
                  <a:lnTo>
                    <a:pt x="677898" y="566109"/>
                  </a:lnTo>
                  <a:lnTo>
                    <a:pt x="676943" y="566587"/>
                  </a:lnTo>
                  <a:lnTo>
                    <a:pt x="675509" y="569454"/>
                  </a:lnTo>
                  <a:lnTo>
                    <a:pt x="673598" y="574231"/>
                  </a:lnTo>
                  <a:lnTo>
                    <a:pt x="671688" y="576142"/>
                  </a:lnTo>
                  <a:lnTo>
                    <a:pt x="670732" y="575664"/>
                  </a:lnTo>
                  <a:lnTo>
                    <a:pt x="669299" y="573753"/>
                  </a:lnTo>
                  <a:lnTo>
                    <a:pt x="666433" y="571364"/>
                  </a:lnTo>
                  <a:lnTo>
                    <a:pt x="663088" y="570887"/>
                  </a:lnTo>
                  <a:lnTo>
                    <a:pt x="660700" y="568498"/>
                  </a:lnTo>
                  <a:lnTo>
                    <a:pt x="657356" y="561810"/>
                  </a:lnTo>
                  <a:lnTo>
                    <a:pt x="656878" y="557988"/>
                  </a:lnTo>
                  <a:lnTo>
                    <a:pt x="656400" y="557510"/>
                  </a:lnTo>
                  <a:lnTo>
                    <a:pt x="654489" y="556077"/>
                  </a:lnTo>
                  <a:lnTo>
                    <a:pt x="653534" y="554644"/>
                  </a:lnTo>
                  <a:lnTo>
                    <a:pt x="652101" y="546522"/>
                  </a:lnTo>
                  <a:lnTo>
                    <a:pt x="649712" y="540790"/>
                  </a:lnTo>
                  <a:lnTo>
                    <a:pt x="649234" y="537446"/>
                  </a:lnTo>
                  <a:lnTo>
                    <a:pt x="649234" y="534579"/>
                  </a:lnTo>
                  <a:lnTo>
                    <a:pt x="648757" y="534102"/>
                  </a:lnTo>
                  <a:lnTo>
                    <a:pt x="648279" y="536490"/>
                  </a:lnTo>
                  <a:lnTo>
                    <a:pt x="647801" y="537923"/>
                  </a:lnTo>
                  <a:lnTo>
                    <a:pt x="646368" y="538401"/>
                  </a:lnTo>
                  <a:lnTo>
                    <a:pt x="647801" y="540790"/>
                  </a:lnTo>
                  <a:lnTo>
                    <a:pt x="648279" y="541745"/>
                  </a:lnTo>
                  <a:lnTo>
                    <a:pt x="647801" y="541745"/>
                  </a:lnTo>
                  <a:lnTo>
                    <a:pt x="646368" y="542223"/>
                  </a:lnTo>
                  <a:lnTo>
                    <a:pt x="648757" y="546045"/>
                  </a:lnTo>
                  <a:lnTo>
                    <a:pt x="649712" y="552255"/>
                  </a:lnTo>
                  <a:lnTo>
                    <a:pt x="651145" y="557033"/>
                  </a:lnTo>
                  <a:lnTo>
                    <a:pt x="652101" y="560854"/>
                  </a:lnTo>
                  <a:lnTo>
                    <a:pt x="652578" y="563721"/>
                  </a:lnTo>
                  <a:lnTo>
                    <a:pt x="653056" y="566109"/>
                  </a:lnTo>
                  <a:lnTo>
                    <a:pt x="654967" y="572320"/>
                  </a:lnTo>
                  <a:lnTo>
                    <a:pt x="655445" y="573275"/>
                  </a:lnTo>
                  <a:lnTo>
                    <a:pt x="654967" y="574231"/>
                  </a:lnTo>
                  <a:lnTo>
                    <a:pt x="654489" y="575664"/>
                  </a:lnTo>
                  <a:lnTo>
                    <a:pt x="653534" y="576142"/>
                  </a:lnTo>
                  <a:lnTo>
                    <a:pt x="650190" y="575186"/>
                  </a:lnTo>
                  <a:lnTo>
                    <a:pt x="649234" y="573753"/>
                  </a:lnTo>
                  <a:lnTo>
                    <a:pt x="647323" y="570887"/>
                  </a:lnTo>
                  <a:lnTo>
                    <a:pt x="644935" y="569931"/>
                  </a:lnTo>
                  <a:lnTo>
                    <a:pt x="638724" y="570409"/>
                  </a:lnTo>
                  <a:lnTo>
                    <a:pt x="638247" y="569931"/>
                  </a:lnTo>
                  <a:lnTo>
                    <a:pt x="638247" y="568020"/>
                  </a:lnTo>
                  <a:lnTo>
                    <a:pt x="639202" y="564199"/>
                  </a:lnTo>
                  <a:lnTo>
                    <a:pt x="638724" y="562288"/>
                  </a:lnTo>
                  <a:lnTo>
                    <a:pt x="635380" y="556555"/>
                  </a:lnTo>
                  <a:lnTo>
                    <a:pt x="635380" y="555599"/>
                  </a:lnTo>
                  <a:lnTo>
                    <a:pt x="639680" y="552733"/>
                  </a:lnTo>
                  <a:lnTo>
                    <a:pt x="637769" y="552733"/>
                  </a:lnTo>
                  <a:lnTo>
                    <a:pt x="635858" y="553688"/>
                  </a:lnTo>
                  <a:lnTo>
                    <a:pt x="635380" y="552733"/>
                  </a:lnTo>
                  <a:lnTo>
                    <a:pt x="634425" y="549389"/>
                  </a:lnTo>
                  <a:lnTo>
                    <a:pt x="633947" y="547956"/>
                  </a:lnTo>
                  <a:lnTo>
                    <a:pt x="633469" y="547478"/>
                  </a:lnTo>
                  <a:lnTo>
                    <a:pt x="632991" y="551300"/>
                  </a:lnTo>
                  <a:lnTo>
                    <a:pt x="633947" y="552733"/>
                  </a:lnTo>
                  <a:lnTo>
                    <a:pt x="633947" y="554166"/>
                  </a:lnTo>
                  <a:lnTo>
                    <a:pt x="633947" y="555599"/>
                  </a:lnTo>
                  <a:lnTo>
                    <a:pt x="633469" y="556555"/>
                  </a:lnTo>
                  <a:lnTo>
                    <a:pt x="632514" y="557033"/>
                  </a:lnTo>
                  <a:lnTo>
                    <a:pt x="632036" y="557510"/>
                  </a:lnTo>
                  <a:lnTo>
                    <a:pt x="630603" y="556555"/>
                  </a:lnTo>
                  <a:lnTo>
                    <a:pt x="628692" y="555122"/>
                  </a:lnTo>
                  <a:lnTo>
                    <a:pt x="627259" y="554644"/>
                  </a:lnTo>
                  <a:lnTo>
                    <a:pt x="626781" y="554166"/>
                  </a:lnTo>
                  <a:lnTo>
                    <a:pt x="626303" y="552255"/>
                  </a:lnTo>
                  <a:lnTo>
                    <a:pt x="625348" y="551300"/>
                  </a:lnTo>
                  <a:lnTo>
                    <a:pt x="620093" y="549867"/>
                  </a:lnTo>
                  <a:lnTo>
                    <a:pt x="616749" y="547956"/>
                  </a:lnTo>
                  <a:lnTo>
                    <a:pt x="616749" y="548434"/>
                  </a:lnTo>
                  <a:lnTo>
                    <a:pt x="617704" y="550344"/>
                  </a:lnTo>
                  <a:lnTo>
                    <a:pt x="617704" y="551300"/>
                  </a:lnTo>
                  <a:lnTo>
                    <a:pt x="616749" y="551778"/>
                  </a:lnTo>
                  <a:lnTo>
                    <a:pt x="615316" y="553688"/>
                  </a:lnTo>
                  <a:lnTo>
                    <a:pt x="615793" y="553688"/>
                  </a:lnTo>
                  <a:lnTo>
                    <a:pt x="617226" y="553211"/>
                  </a:lnTo>
                  <a:lnTo>
                    <a:pt x="619137" y="553211"/>
                  </a:lnTo>
                  <a:lnTo>
                    <a:pt x="621526" y="554644"/>
                  </a:lnTo>
                  <a:lnTo>
                    <a:pt x="624392" y="556077"/>
                  </a:lnTo>
                  <a:lnTo>
                    <a:pt x="625348" y="556555"/>
                  </a:lnTo>
                  <a:lnTo>
                    <a:pt x="625348" y="557988"/>
                  </a:lnTo>
                  <a:lnTo>
                    <a:pt x="625826" y="558466"/>
                  </a:lnTo>
                  <a:lnTo>
                    <a:pt x="628214" y="559899"/>
                  </a:lnTo>
                  <a:lnTo>
                    <a:pt x="628214" y="560377"/>
                  </a:lnTo>
                  <a:lnTo>
                    <a:pt x="626781" y="562765"/>
                  </a:lnTo>
                  <a:lnTo>
                    <a:pt x="630125" y="562288"/>
                  </a:lnTo>
                  <a:lnTo>
                    <a:pt x="632036" y="563243"/>
                  </a:lnTo>
                  <a:lnTo>
                    <a:pt x="634425" y="566587"/>
                  </a:lnTo>
                  <a:lnTo>
                    <a:pt x="634902" y="568498"/>
                  </a:lnTo>
                  <a:lnTo>
                    <a:pt x="635380" y="570887"/>
                  </a:lnTo>
                  <a:lnTo>
                    <a:pt x="634902" y="571364"/>
                  </a:lnTo>
                  <a:lnTo>
                    <a:pt x="633947" y="571842"/>
                  </a:lnTo>
                  <a:lnTo>
                    <a:pt x="627259" y="572798"/>
                  </a:lnTo>
                  <a:lnTo>
                    <a:pt x="624870" y="575664"/>
                  </a:lnTo>
                  <a:lnTo>
                    <a:pt x="624392" y="575664"/>
                  </a:lnTo>
                  <a:lnTo>
                    <a:pt x="622481" y="574709"/>
                  </a:lnTo>
                  <a:lnTo>
                    <a:pt x="619137" y="572320"/>
                  </a:lnTo>
                  <a:lnTo>
                    <a:pt x="615316" y="570409"/>
                  </a:lnTo>
                  <a:lnTo>
                    <a:pt x="605761" y="563721"/>
                  </a:lnTo>
                  <a:lnTo>
                    <a:pt x="605283" y="563721"/>
                  </a:lnTo>
                  <a:lnTo>
                    <a:pt x="605283" y="562288"/>
                  </a:lnTo>
                  <a:lnTo>
                    <a:pt x="604805" y="561810"/>
                  </a:lnTo>
                  <a:lnTo>
                    <a:pt x="603372" y="561332"/>
                  </a:lnTo>
                  <a:lnTo>
                    <a:pt x="601461" y="559421"/>
                  </a:lnTo>
                  <a:lnTo>
                    <a:pt x="599550" y="556555"/>
                  </a:lnTo>
                  <a:lnTo>
                    <a:pt x="598117" y="554644"/>
                  </a:lnTo>
                  <a:lnTo>
                    <a:pt x="597640" y="553211"/>
                  </a:lnTo>
                  <a:lnTo>
                    <a:pt x="596206" y="551300"/>
                  </a:lnTo>
                  <a:lnTo>
                    <a:pt x="591907" y="547478"/>
                  </a:lnTo>
                  <a:lnTo>
                    <a:pt x="589518" y="546045"/>
                  </a:lnTo>
                  <a:lnTo>
                    <a:pt x="587607" y="545089"/>
                  </a:lnTo>
                  <a:lnTo>
                    <a:pt x="586174" y="545089"/>
                  </a:lnTo>
                  <a:lnTo>
                    <a:pt x="585696" y="544612"/>
                  </a:lnTo>
                  <a:lnTo>
                    <a:pt x="586174" y="543656"/>
                  </a:lnTo>
                  <a:lnTo>
                    <a:pt x="586652" y="543178"/>
                  </a:lnTo>
                  <a:lnTo>
                    <a:pt x="582830" y="542701"/>
                  </a:lnTo>
                  <a:lnTo>
                    <a:pt x="579008" y="540790"/>
                  </a:lnTo>
                  <a:lnTo>
                    <a:pt x="569931" y="536013"/>
                  </a:lnTo>
                  <a:lnTo>
                    <a:pt x="565632" y="532668"/>
                  </a:lnTo>
                  <a:lnTo>
                    <a:pt x="562765" y="531235"/>
                  </a:lnTo>
                  <a:lnTo>
                    <a:pt x="561332" y="530280"/>
                  </a:lnTo>
                  <a:lnTo>
                    <a:pt x="560854" y="529802"/>
                  </a:lnTo>
                  <a:lnTo>
                    <a:pt x="561810" y="528847"/>
                  </a:lnTo>
                  <a:lnTo>
                    <a:pt x="563721" y="528369"/>
                  </a:lnTo>
                  <a:lnTo>
                    <a:pt x="564676" y="527413"/>
                  </a:lnTo>
                  <a:lnTo>
                    <a:pt x="566587" y="524547"/>
                  </a:lnTo>
                  <a:lnTo>
                    <a:pt x="567065" y="523114"/>
                  </a:lnTo>
                  <a:lnTo>
                    <a:pt x="565632" y="521203"/>
                  </a:lnTo>
                  <a:lnTo>
                    <a:pt x="565154" y="518814"/>
                  </a:lnTo>
                  <a:lnTo>
                    <a:pt x="565154" y="517859"/>
                  </a:lnTo>
                  <a:lnTo>
                    <a:pt x="565632" y="516426"/>
                  </a:lnTo>
                  <a:lnTo>
                    <a:pt x="566109" y="515948"/>
                  </a:lnTo>
                  <a:lnTo>
                    <a:pt x="566587" y="514992"/>
                  </a:lnTo>
                  <a:lnTo>
                    <a:pt x="567543" y="514515"/>
                  </a:lnTo>
                  <a:lnTo>
                    <a:pt x="568020" y="514992"/>
                  </a:lnTo>
                  <a:lnTo>
                    <a:pt x="570409" y="517859"/>
                  </a:lnTo>
                  <a:lnTo>
                    <a:pt x="570887" y="518814"/>
                  </a:lnTo>
                  <a:lnTo>
                    <a:pt x="570409" y="522636"/>
                  </a:lnTo>
                  <a:lnTo>
                    <a:pt x="571364" y="527413"/>
                  </a:lnTo>
                  <a:lnTo>
                    <a:pt x="571364" y="526936"/>
                  </a:lnTo>
                  <a:lnTo>
                    <a:pt x="571842" y="525502"/>
                  </a:lnTo>
                  <a:lnTo>
                    <a:pt x="571842" y="522636"/>
                  </a:lnTo>
                  <a:lnTo>
                    <a:pt x="571842" y="521203"/>
                  </a:lnTo>
                  <a:lnTo>
                    <a:pt x="572320" y="519770"/>
                  </a:lnTo>
                  <a:lnTo>
                    <a:pt x="573275" y="519292"/>
                  </a:lnTo>
                  <a:lnTo>
                    <a:pt x="576142" y="519770"/>
                  </a:lnTo>
                  <a:lnTo>
                    <a:pt x="577097" y="519292"/>
                  </a:lnTo>
                  <a:lnTo>
                    <a:pt x="572320" y="517381"/>
                  </a:lnTo>
                  <a:lnTo>
                    <a:pt x="568976" y="513559"/>
                  </a:lnTo>
                  <a:lnTo>
                    <a:pt x="568498" y="513081"/>
                  </a:lnTo>
                  <a:lnTo>
                    <a:pt x="566587" y="512604"/>
                  </a:lnTo>
                  <a:lnTo>
                    <a:pt x="564676" y="514515"/>
                  </a:lnTo>
                  <a:lnTo>
                    <a:pt x="559899" y="519770"/>
                  </a:lnTo>
                  <a:lnTo>
                    <a:pt x="558943" y="520247"/>
                  </a:lnTo>
                  <a:lnTo>
                    <a:pt x="552733" y="523114"/>
                  </a:lnTo>
                  <a:lnTo>
                    <a:pt x="548911" y="524069"/>
                  </a:lnTo>
                  <a:lnTo>
                    <a:pt x="544134" y="523592"/>
                  </a:lnTo>
                  <a:lnTo>
                    <a:pt x="540312" y="522636"/>
                  </a:lnTo>
                  <a:lnTo>
                    <a:pt x="530757" y="517859"/>
                  </a:lnTo>
                  <a:lnTo>
                    <a:pt x="529324" y="516903"/>
                  </a:lnTo>
                  <a:lnTo>
                    <a:pt x="531235" y="514037"/>
                  </a:lnTo>
                  <a:lnTo>
                    <a:pt x="531713" y="513081"/>
                  </a:lnTo>
                  <a:lnTo>
                    <a:pt x="530757" y="510215"/>
                  </a:lnTo>
                  <a:lnTo>
                    <a:pt x="530280" y="509737"/>
                  </a:lnTo>
                  <a:lnTo>
                    <a:pt x="529324" y="509260"/>
                  </a:lnTo>
                  <a:lnTo>
                    <a:pt x="528846" y="509260"/>
                  </a:lnTo>
                  <a:lnTo>
                    <a:pt x="528846" y="510215"/>
                  </a:lnTo>
                  <a:lnTo>
                    <a:pt x="529324" y="511648"/>
                  </a:lnTo>
                  <a:lnTo>
                    <a:pt x="528369" y="512604"/>
                  </a:lnTo>
                  <a:lnTo>
                    <a:pt x="526936" y="513559"/>
                  </a:lnTo>
                  <a:lnTo>
                    <a:pt x="524069" y="514515"/>
                  </a:lnTo>
                  <a:lnTo>
                    <a:pt x="515470" y="512126"/>
                  </a:lnTo>
                  <a:lnTo>
                    <a:pt x="506393" y="510215"/>
                  </a:lnTo>
                  <a:lnTo>
                    <a:pt x="498750" y="509737"/>
                  </a:lnTo>
                  <a:lnTo>
                    <a:pt x="487762" y="511171"/>
                  </a:lnTo>
                  <a:lnTo>
                    <a:pt x="481551" y="513081"/>
                  </a:lnTo>
                  <a:lnTo>
                    <a:pt x="478207" y="513081"/>
                  </a:lnTo>
                  <a:lnTo>
                    <a:pt x="474863" y="512604"/>
                  </a:lnTo>
                  <a:lnTo>
                    <a:pt x="474385" y="511648"/>
                  </a:lnTo>
                  <a:lnTo>
                    <a:pt x="476296" y="511171"/>
                  </a:lnTo>
                  <a:lnTo>
                    <a:pt x="475818" y="510215"/>
                  </a:lnTo>
                  <a:lnTo>
                    <a:pt x="473908" y="507827"/>
                  </a:lnTo>
                  <a:lnTo>
                    <a:pt x="471041" y="506393"/>
                  </a:lnTo>
                  <a:lnTo>
                    <a:pt x="467219" y="505915"/>
                  </a:lnTo>
                  <a:lnTo>
                    <a:pt x="464831" y="504960"/>
                  </a:lnTo>
                  <a:lnTo>
                    <a:pt x="464353" y="504482"/>
                  </a:lnTo>
                  <a:lnTo>
                    <a:pt x="462920" y="503527"/>
                  </a:lnTo>
                  <a:lnTo>
                    <a:pt x="461009" y="502571"/>
                  </a:lnTo>
                  <a:lnTo>
                    <a:pt x="460053" y="501138"/>
                  </a:lnTo>
                  <a:lnTo>
                    <a:pt x="460531" y="496361"/>
                  </a:lnTo>
                  <a:lnTo>
                    <a:pt x="461487" y="493972"/>
                  </a:lnTo>
                  <a:lnTo>
                    <a:pt x="461964" y="492061"/>
                  </a:lnTo>
                  <a:lnTo>
                    <a:pt x="463875" y="488717"/>
                  </a:lnTo>
                  <a:lnTo>
                    <a:pt x="463397" y="489195"/>
                  </a:lnTo>
                  <a:lnTo>
                    <a:pt x="460531" y="491584"/>
                  </a:lnTo>
                  <a:lnTo>
                    <a:pt x="458143" y="493495"/>
                  </a:lnTo>
                  <a:lnTo>
                    <a:pt x="456232" y="496839"/>
                  </a:lnTo>
                  <a:lnTo>
                    <a:pt x="454798" y="498272"/>
                  </a:lnTo>
                  <a:lnTo>
                    <a:pt x="452888" y="499705"/>
                  </a:lnTo>
                  <a:lnTo>
                    <a:pt x="450499" y="499227"/>
                  </a:lnTo>
                  <a:lnTo>
                    <a:pt x="446677" y="497316"/>
                  </a:lnTo>
                  <a:lnTo>
                    <a:pt x="443811" y="496361"/>
                  </a:lnTo>
                  <a:lnTo>
                    <a:pt x="440944" y="496361"/>
                  </a:lnTo>
                  <a:lnTo>
                    <a:pt x="439989" y="495883"/>
                  </a:lnTo>
                  <a:lnTo>
                    <a:pt x="441900" y="493972"/>
                  </a:lnTo>
                  <a:lnTo>
                    <a:pt x="442855" y="493017"/>
                  </a:lnTo>
                  <a:lnTo>
                    <a:pt x="444288" y="490628"/>
                  </a:lnTo>
                  <a:lnTo>
                    <a:pt x="444766" y="489673"/>
                  </a:lnTo>
                  <a:lnTo>
                    <a:pt x="435211" y="489195"/>
                  </a:lnTo>
                  <a:lnTo>
                    <a:pt x="434734" y="487762"/>
                  </a:lnTo>
                  <a:lnTo>
                    <a:pt x="434734" y="487284"/>
                  </a:lnTo>
                  <a:lnTo>
                    <a:pt x="434256" y="486329"/>
                  </a:lnTo>
                  <a:lnTo>
                    <a:pt x="433301" y="485851"/>
                  </a:lnTo>
                  <a:lnTo>
                    <a:pt x="431390" y="486329"/>
                  </a:lnTo>
                  <a:lnTo>
                    <a:pt x="428046" y="487762"/>
                  </a:lnTo>
                  <a:lnTo>
                    <a:pt x="426612" y="486806"/>
                  </a:lnTo>
                  <a:lnTo>
                    <a:pt x="427090" y="485851"/>
                  </a:lnTo>
                  <a:lnTo>
                    <a:pt x="428046" y="485373"/>
                  </a:lnTo>
                  <a:lnTo>
                    <a:pt x="430434" y="483462"/>
                  </a:lnTo>
                  <a:lnTo>
                    <a:pt x="427568" y="482507"/>
                  </a:lnTo>
                  <a:lnTo>
                    <a:pt x="426135" y="481074"/>
                  </a:lnTo>
                  <a:lnTo>
                    <a:pt x="425179" y="480118"/>
                  </a:lnTo>
                  <a:lnTo>
                    <a:pt x="425657" y="476774"/>
                  </a:lnTo>
                  <a:lnTo>
                    <a:pt x="426135" y="474385"/>
                  </a:lnTo>
                  <a:lnTo>
                    <a:pt x="432345" y="472474"/>
                  </a:lnTo>
                  <a:lnTo>
                    <a:pt x="430434" y="471519"/>
                  </a:lnTo>
                  <a:lnTo>
                    <a:pt x="426612" y="471519"/>
                  </a:lnTo>
                  <a:lnTo>
                    <a:pt x="423746" y="473430"/>
                  </a:lnTo>
                  <a:lnTo>
                    <a:pt x="420880" y="476296"/>
                  </a:lnTo>
                  <a:lnTo>
                    <a:pt x="418491" y="477252"/>
                  </a:lnTo>
                  <a:lnTo>
                    <a:pt x="417536" y="476774"/>
                  </a:lnTo>
                  <a:lnTo>
                    <a:pt x="416102" y="476296"/>
                  </a:lnTo>
                  <a:lnTo>
                    <a:pt x="414191" y="476774"/>
                  </a:lnTo>
                  <a:lnTo>
                    <a:pt x="413236" y="477252"/>
                  </a:lnTo>
                  <a:lnTo>
                    <a:pt x="412758" y="478685"/>
                  </a:lnTo>
                  <a:lnTo>
                    <a:pt x="411803" y="479163"/>
                  </a:lnTo>
                  <a:lnTo>
                    <a:pt x="410847" y="479640"/>
                  </a:lnTo>
                  <a:lnTo>
                    <a:pt x="410370" y="479640"/>
                  </a:lnTo>
                  <a:lnTo>
                    <a:pt x="409892" y="478207"/>
                  </a:lnTo>
                  <a:lnTo>
                    <a:pt x="407981" y="477729"/>
                  </a:lnTo>
                  <a:lnTo>
                    <a:pt x="407025" y="476774"/>
                  </a:lnTo>
                  <a:lnTo>
                    <a:pt x="406548" y="477252"/>
                  </a:lnTo>
                  <a:lnTo>
                    <a:pt x="406070" y="479163"/>
                  </a:lnTo>
                  <a:lnTo>
                    <a:pt x="405115" y="480118"/>
                  </a:lnTo>
                  <a:lnTo>
                    <a:pt x="402248" y="480596"/>
                  </a:lnTo>
                  <a:lnTo>
                    <a:pt x="400815" y="480596"/>
                  </a:lnTo>
                  <a:lnTo>
                    <a:pt x="398426" y="478207"/>
                  </a:lnTo>
                  <a:lnTo>
                    <a:pt x="398426" y="477729"/>
                  </a:lnTo>
                  <a:lnTo>
                    <a:pt x="398904" y="475819"/>
                  </a:lnTo>
                  <a:lnTo>
                    <a:pt x="403204" y="468175"/>
                  </a:lnTo>
                  <a:lnTo>
                    <a:pt x="402726" y="468175"/>
                  </a:lnTo>
                  <a:lnTo>
                    <a:pt x="401293" y="469608"/>
                  </a:lnTo>
                  <a:lnTo>
                    <a:pt x="398904" y="472474"/>
                  </a:lnTo>
                  <a:lnTo>
                    <a:pt x="397471" y="473430"/>
                  </a:lnTo>
                  <a:lnTo>
                    <a:pt x="395560" y="473430"/>
                  </a:lnTo>
                  <a:lnTo>
                    <a:pt x="394127" y="473430"/>
                  </a:lnTo>
                  <a:lnTo>
                    <a:pt x="393171" y="473430"/>
                  </a:lnTo>
                  <a:lnTo>
                    <a:pt x="391738" y="474385"/>
                  </a:lnTo>
                  <a:lnTo>
                    <a:pt x="390783" y="475341"/>
                  </a:lnTo>
                  <a:lnTo>
                    <a:pt x="390305" y="476296"/>
                  </a:lnTo>
                  <a:lnTo>
                    <a:pt x="390783" y="476296"/>
                  </a:lnTo>
                  <a:lnTo>
                    <a:pt x="392694" y="475341"/>
                  </a:lnTo>
                  <a:lnTo>
                    <a:pt x="394127" y="474863"/>
                  </a:lnTo>
                  <a:lnTo>
                    <a:pt x="394127" y="475341"/>
                  </a:lnTo>
                  <a:lnTo>
                    <a:pt x="392694" y="478685"/>
                  </a:lnTo>
                  <a:lnTo>
                    <a:pt x="391738" y="482029"/>
                  </a:lnTo>
                  <a:lnTo>
                    <a:pt x="390783" y="482985"/>
                  </a:lnTo>
                  <a:lnTo>
                    <a:pt x="388872" y="482507"/>
                  </a:lnTo>
                  <a:lnTo>
                    <a:pt x="387439" y="482985"/>
                  </a:lnTo>
                  <a:lnTo>
                    <a:pt x="387439" y="483940"/>
                  </a:lnTo>
                  <a:lnTo>
                    <a:pt x="390783" y="486329"/>
                  </a:lnTo>
                  <a:lnTo>
                    <a:pt x="391738" y="486806"/>
                  </a:lnTo>
                  <a:lnTo>
                    <a:pt x="393171" y="487762"/>
                  </a:lnTo>
                  <a:lnTo>
                    <a:pt x="393171" y="488717"/>
                  </a:lnTo>
                  <a:lnTo>
                    <a:pt x="392694" y="491106"/>
                  </a:lnTo>
                  <a:lnTo>
                    <a:pt x="392216" y="492061"/>
                  </a:lnTo>
                  <a:lnTo>
                    <a:pt x="391738" y="492539"/>
                  </a:lnTo>
                  <a:lnTo>
                    <a:pt x="389349" y="492539"/>
                  </a:lnTo>
                  <a:lnTo>
                    <a:pt x="388394" y="492539"/>
                  </a:lnTo>
                  <a:lnTo>
                    <a:pt x="386483" y="494450"/>
                  </a:lnTo>
                  <a:lnTo>
                    <a:pt x="385528" y="495406"/>
                  </a:lnTo>
                  <a:lnTo>
                    <a:pt x="386005" y="495406"/>
                  </a:lnTo>
                  <a:lnTo>
                    <a:pt x="387439" y="494450"/>
                  </a:lnTo>
                  <a:lnTo>
                    <a:pt x="389827" y="493972"/>
                  </a:lnTo>
                  <a:lnTo>
                    <a:pt x="392694" y="493972"/>
                  </a:lnTo>
                  <a:lnTo>
                    <a:pt x="394604" y="493495"/>
                  </a:lnTo>
                  <a:lnTo>
                    <a:pt x="396038" y="492539"/>
                  </a:lnTo>
                  <a:lnTo>
                    <a:pt x="397471" y="492539"/>
                  </a:lnTo>
                  <a:lnTo>
                    <a:pt x="398904" y="494450"/>
                  </a:lnTo>
                  <a:lnTo>
                    <a:pt x="399382" y="495406"/>
                  </a:lnTo>
                  <a:lnTo>
                    <a:pt x="398426" y="496839"/>
                  </a:lnTo>
                  <a:lnTo>
                    <a:pt x="397471" y="497794"/>
                  </a:lnTo>
                  <a:lnTo>
                    <a:pt x="396038" y="498272"/>
                  </a:lnTo>
                  <a:lnTo>
                    <a:pt x="394604" y="499227"/>
                  </a:lnTo>
                  <a:lnTo>
                    <a:pt x="394604" y="500183"/>
                  </a:lnTo>
                  <a:lnTo>
                    <a:pt x="394127" y="501616"/>
                  </a:lnTo>
                  <a:lnTo>
                    <a:pt x="394127" y="503527"/>
                  </a:lnTo>
                  <a:lnTo>
                    <a:pt x="394604" y="507349"/>
                  </a:lnTo>
                  <a:lnTo>
                    <a:pt x="394127" y="507827"/>
                  </a:lnTo>
                  <a:lnTo>
                    <a:pt x="393649" y="507827"/>
                  </a:lnTo>
                  <a:lnTo>
                    <a:pt x="392694" y="508304"/>
                  </a:lnTo>
                  <a:lnTo>
                    <a:pt x="391738" y="508782"/>
                  </a:lnTo>
                  <a:lnTo>
                    <a:pt x="389827" y="513559"/>
                  </a:lnTo>
                  <a:lnTo>
                    <a:pt x="389349" y="514515"/>
                  </a:lnTo>
                  <a:lnTo>
                    <a:pt x="388394" y="513559"/>
                  </a:lnTo>
                  <a:lnTo>
                    <a:pt x="387916" y="514037"/>
                  </a:lnTo>
                  <a:lnTo>
                    <a:pt x="386961" y="514515"/>
                  </a:lnTo>
                  <a:lnTo>
                    <a:pt x="385528" y="514992"/>
                  </a:lnTo>
                  <a:lnTo>
                    <a:pt x="383617" y="515470"/>
                  </a:lnTo>
                  <a:lnTo>
                    <a:pt x="381706" y="514992"/>
                  </a:lnTo>
                  <a:lnTo>
                    <a:pt x="378362" y="514037"/>
                  </a:lnTo>
                  <a:lnTo>
                    <a:pt x="377406" y="513559"/>
                  </a:lnTo>
                  <a:lnTo>
                    <a:pt x="375973" y="512126"/>
                  </a:lnTo>
                  <a:lnTo>
                    <a:pt x="373107" y="513559"/>
                  </a:lnTo>
                  <a:lnTo>
                    <a:pt x="372629" y="513081"/>
                  </a:lnTo>
                  <a:lnTo>
                    <a:pt x="370718" y="509737"/>
                  </a:lnTo>
                  <a:lnTo>
                    <a:pt x="370240" y="509737"/>
                  </a:lnTo>
                  <a:lnTo>
                    <a:pt x="370240" y="513559"/>
                  </a:lnTo>
                  <a:lnTo>
                    <a:pt x="369285" y="514515"/>
                  </a:lnTo>
                  <a:lnTo>
                    <a:pt x="367852" y="517381"/>
                  </a:lnTo>
                  <a:lnTo>
                    <a:pt x="366896" y="521681"/>
                  </a:lnTo>
                  <a:lnTo>
                    <a:pt x="366418" y="521681"/>
                  </a:lnTo>
                  <a:lnTo>
                    <a:pt x="365941" y="521203"/>
                  </a:lnTo>
                  <a:lnTo>
                    <a:pt x="364985" y="517381"/>
                  </a:lnTo>
                  <a:lnTo>
                    <a:pt x="364508" y="516426"/>
                  </a:lnTo>
                  <a:lnTo>
                    <a:pt x="362597" y="518814"/>
                  </a:lnTo>
                  <a:lnTo>
                    <a:pt x="362597" y="519292"/>
                  </a:lnTo>
                  <a:lnTo>
                    <a:pt x="363074" y="522636"/>
                  </a:lnTo>
                  <a:lnTo>
                    <a:pt x="362597" y="522636"/>
                  </a:lnTo>
                  <a:lnTo>
                    <a:pt x="359253" y="521203"/>
                  </a:lnTo>
                  <a:lnTo>
                    <a:pt x="358775" y="521203"/>
                  </a:lnTo>
                  <a:lnTo>
                    <a:pt x="358297" y="521681"/>
                  </a:lnTo>
                  <a:lnTo>
                    <a:pt x="359730" y="523592"/>
                  </a:lnTo>
                  <a:lnTo>
                    <a:pt x="359253" y="524547"/>
                  </a:lnTo>
                  <a:lnTo>
                    <a:pt x="354953" y="528847"/>
                  </a:lnTo>
                  <a:lnTo>
                    <a:pt x="353520" y="528847"/>
                  </a:lnTo>
                  <a:lnTo>
                    <a:pt x="353042" y="528369"/>
                  </a:lnTo>
                  <a:lnTo>
                    <a:pt x="352087" y="528369"/>
                  </a:lnTo>
                  <a:lnTo>
                    <a:pt x="349220" y="530280"/>
                  </a:lnTo>
                  <a:lnTo>
                    <a:pt x="348265" y="530280"/>
                  </a:lnTo>
                  <a:lnTo>
                    <a:pt x="347309" y="529324"/>
                  </a:lnTo>
                  <a:lnTo>
                    <a:pt x="346832" y="529324"/>
                  </a:lnTo>
                  <a:lnTo>
                    <a:pt x="346354" y="530280"/>
                  </a:lnTo>
                  <a:lnTo>
                    <a:pt x="346354" y="532191"/>
                  </a:lnTo>
                  <a:lnTo>
                    <a:pt x="345398" y="534102"/>
                  </a:lnTo>
                  <a:lnTo>
                    <a:pt x="342054" y="536968"/>
                  </a:lnTo>
                  <a:lnTo>
                    <a:pt x="341099" y="538401"/>
                  </a:lnTo>
                  <a:lnTo>
                    <a:pt x="340143" y="540312"/>
                  </a:lnTo>
                  <a:lnTo>
                    <a:pt x="339666" y="540790"/>
                  </a:lnTo>
                  <a:lnTo>
                    <a:pt x="337755" y="539357"/>
                  </a:lnTo>
                  <a:lnTo>
                    <a:pt x="335366" y="538401"/>
                  </a:lnTo>
                  <a:lnTo>
                    <a:pt x="334888" y="538879"/>
                  </a:lnTo>
                  <a:lnTo>
                    <a:pt x="335844" y="539834"/>
                  </a:lnTo>
                  <a:lnTo>
                    <a:pt x="335366" y="540790"/>
                  </a:lnTo>
                  <a:lnTo>
                    <a:pt x="334411" y="541268"/>
                  </a:lnTo>
                  <a:lnTo>
                    <a:pt x="333455" y="540790"/>
                  </a:lnTo>
                  <a:lnTo>
                    <a:pt x="331544" y="540312"/>
                  </a:lnTo>
                  <a:lnTo>
                    <a:pt x="329633" y="540790"/>
                  </a:lnTo>
                  <a:lnTo>
                    <a:pt x="326767" y="542701"/>
                  </a:lnTo>
                  <a:lnTo>
                    <a:pt x="324378" y="542701"/>
                  </a:lnTo>
                  <a:lnTo>
                    <a:pt x="321034" y="539834"/>
                  </a:lnTo>
                  <a:lnTo>
                    <a:pt x="320079" y="539834"/>
                  </a:lnTo>
                  <a:lnTo>
                    <a:pt x="320079" y="538879"/>
                  </a:lnTo>
                  <a:lnTo>
                    <a:pt x="320556" y="536968"/>
                  </a:lnTo>
                  <a:lnTo>
                    <a:pt x="321512" y="535535"/>
                  </a:lnTo>
                  <a:lnTo>
                    <a:pt x="321990" y="534579"/>
                  </a:lnTo>
                  <a:lnTo>
                    <a:pt x="325334" y="532668"/>
                  </a:lnTo>
                  <a:lnTo>
                    <a:pt x="328678" y="532191"/>
                  </a:lnTo>
                  <a:lnTo>
                    <a:pt x="331067" y="530757"/>
                  </a:lnTo>
                  <a:lnTo>
                    <a:pt x="333933" y="528369"/>
                  </a:lnTo>
                  <a:lnTo>
                    <a:pt x="335366" y="526458"/>
                  </a:lnTo>
                  <a:lnTo>
                    <a:pt x="338232" y="521681"/>
                  </a:lnTo>
                  <a:lnTo>
                    <a:pt x="337755" y="521203"/>
                  </a:lnTo>
                  <a:lnTo>
                    <a:pt x="337277" y="521203"/>
                  </a:lnTo>
                  <a:lnTo>
                    <a:pt x="331067" y="525502"/>
                  </a:lnTo>
                  <a:lnTo>
                    <a:pt x="330111" y="525980"/>
                  </a:lnTo>
                  <a:lnTo>
                    <a:pt x="328678" y="525980"/>
                  </a:lnTo>
                  <a:lnTo>
                    <a:pt x="323901" y="524069"/>
                  </a:lnTo>
                  <a:lnTo>
                    <a:pt x="322945" y="523592"/>
                  </a:lnTo>
                  <a:lnTo>
                    <a:pt x="321990" y="521203"/>
                  </a:lnTo>
                  <a:lnTo>
                    <a:pt x="323423" y="516426"/>
                  </a:lnTo>
                  <a:lnTo>
                    <a:pt x="324378" y="513559"/>
                  </a:lnTo>
                  <a:lnTo>
                    <a:pt x="326767" y="510215"/>
                  </a:lnTo>
                  <a:lnTo>
                    <a:pt x="330111" y="505915"/>
                  </a:lnTo>
                  <a:lnTo>
                    <a:pt x="331067" y="503527"/>
                  </a:lnTo>
                  <a:lnTo>
                    <a:pt x="332500" y="496361"/>
                  </a:lnTo>
                  <a:lnTo>
                    <a:pt x="332500" y="493017"/>
                  </a:lnTo>
                  <a:lnTo>
                    <a:pt x="332022" y="489195"/>
                  </a:lnTo>
                  <a:lnTo>
                    <a:pt x="332022" y="486806"/>
                  </a:lnTo>
                  <a:lnTo>
                    <a:pt x="332500" y="485851"/>
                  </a:lnTo>
                  <a:lnTo>
                    <a:pt x="339666" y="482507"/>
                  </a:lnTo>
                  <a:lnTo>
                    <a:pt x="343488" y="479640"/>
                  </a:lnTo>
                  <a:lnTo>
                    <a:pt x="350176" y="475819"/>
                  </a:lnTo>
                  <a:lnTo>
                    <a:pt x="352087" y="475819"/>
                  </a:lnTo>
                  <a:lnTo>
                    <a:pt x="353042" y="477252"/>
                  </a:lnTo>
                  <a:lnTo>
                    <a:pt x="354953" y="478207"/>
                  </a:lnTo>
                  <a:lnTo>
                    <a:pt x="356386" y="479163"/>
                  </a:lnTo>
                  <a:lnTo>
                    <a:pt x="358775" y="479163"/>
                  </a:lnTo>
                  <a:lnTo>
                    <a:pt x="361641" y="477729"/>
                  </a:lnTo>
                  <a:lnTo>
                    <a:pt x="365941" y="478207"/>
                  </a:lnTo>
                  <a:lnTo>
                    <a:pt x="375018" y="481074"/>
                  </a:lnTo>
                  <a:lnTo>
                    <a:pt x="376929" y="481074"/>
                  </a:lnTo>
                  <a:lnTo>
                    <a:pt x="377406" y="480596"/>
                  </a:lnTo>
                  <a:lnTo>
                    <a:pt x="375973" y="479163"/>
                  </a:lnTo>
                  <a:lnTo>
                    <a:pt x="369285" y="477729"/>
                  </a:lnTo>
                  <a:lnTo>
                    <a:pt x="366896" y="476774"/>
                  </a:lnTo>
                  <a:lnTo>
                    <a:pt x="359253" y="471997"/>
                  </a:lnTo>
                  <a:lnTo>
                    <a:pt x="357819" y="470086"/>
                  </a:lnTo>
                  <a:lnTo>
                    <a:pt x="358297" y="469130"/>
                  </a:lnTo>
                  <a:lnTo>
                    <a:pt x="360208" y="468653"/>
                  </a:lnTo>
                  <a:lnTo>
                    <a:pt x="360686" y="467697"/>
                  </a:lnTo>
                  <a:lnTo>
                    <a:pt x="361163" y="466742"/>
                  </a:lnTo>
                  <a:lnTo>
                    <a:pt x="362119" y="464831"/>
                  </a:lnTo>
                  <a:lnTo>
                    <a:pt x="364030" y="462920"/>
                  </a:lnTo>
                  <a:lnTo>
                    <a:pt x="366896" y="460531"/>
                  </a:lnTo>
                  <a:lnTo>
                    <a:pt x="372151" y="457665"/>
                  </a:lnTo>
                  <a:lnTo>
                    <a:pt x="370240" y="457665"/>
                  </a:lnTo>
                  <a:lnTo>
                    <a:pt x="366418" y="458143"/>
                  </a:lnTo>
                  <a:lnTo>
                    <a:pt x="364985" y="458620"/>
                  </a:lnTo>
                  <a:lnTo>
                    <a:pt x="362119" y="461009"/>
                  </a:lnTo>
                  <a:lnTo>
                    <a:pt x="361163" y="462442"/>
                  </a:lnTo>
                  <a:lnTo>
                    <a:pt x="359730" y="465308"/>
                  </a:lnTo>
                  <a:lnTo>
                    <a:pt x="359253" y="465786"/>
                  </a:lnTo>
                  <a:lnTo>
                    <a:pt x="356864" y="466264"/>
                  </a:lnTo>
                  <a:lnTo>
                    <a:pt x="349220" y="466742"/>
                  </a:lnTo>
                  <a:lnTo>
                    <a:pt x="348265" y="465308"/>
                  </a:lnTo>
                  <a:lnTo>
                    <a:pt x="347309" y="464831"/>
                  </a:lnTo>
                  <a:lnTo>
                    <a:pt x="346832" y="465308"/>
                  </a:lnTo>
                  <a:lnTo>
                    <a:pt x="340143" y="469130"/>
                  </a:lnTo>
                  <a:lnTo>
                    <a:pt x="337755" y="471041"/>
                  </a:lnTo>
                  <a:lnTo>
                    <a:pt x="335844" y="473430"/>
                  </a:lnTo>
                  <a:lnTo>
                    <a:pt x="333455" y="474863"/>
                  </a:lnTo>
                  <a:lnTo>
                    <a:pt x="329633" y="475819"/>
                  </a:lnTo>
                  <a:lnTo>
                    <a:pt x="327245" y="477252"/>
                  </a:lnTo>
                  <a:lnTo>
                    <a:pt x="324378" y="479640"/>
                  </a:lnTo>
                  <a:lnTo>
                    <a:pt x="323423" y="482029"/>
                  </a:lnTo>
                  <a:lnTo>
                    <a:pt x="323423" y="482507"/>
                  </a:lnTo>
                  <a:lnTo>
                    <a:pt x="323901" y="485851"/>
                  </a:lnTo>
                  <a:lnTo>
                    <a:pt x="323423" y="486329"/>
                  </a:lnTo>
                  <a:lnTo>
                    <a:pt x="321990" y="486329"/>
                  </a:lnTo>
                  <a:lnTo>
                    <a:pt x="319123" y="488240"/>
                  </a:lnTo>
                  <a:lnTo>
                    <a:pt x="313868" y="493972"/>
                  </a:lnTo>
                  <a:lnTo>
                    <a:pt x="312913" y="495883"/>
                  </a:lnTo>
                  <a:lnTo>
                    <a:pt x="312913" y="496839"/>
                  </a:lnTo>
                  <a:lnTo>
                    <a:pt x="313868" y="498272"/>
                  </a:lnTo>
                  <a:lnTo>
                    <a:pt x="313390" y="499227"/>
                  </a:lnTo>
                  <a:lnTo>
                    <a:pt x="311957" y="501138"/>
                  </a:lnTo>
                  <a:lnTo>
                    <a:pt x="308613" y="503527"/>
                  </a:lnTo>
                  <a:lnTo>
                    <a:pt x="306225" y="504482"/>
                  </a:lnTo>
                  <a:lnTo>
                    <a:pt x="304791" y="504960"/>
                  </a:lnTo>
                  <a:lnTo>
                    <a:pt x="303358" y="504482"/>
                  </a:lnTo>
                  <a:lnTo>
                    <a:pt x="300969" y="502571"/>
                  </a:lnTo>
                  <a:lnTo>
                    <a:pt x="298581" y="502571"/>
                  </a:lnTo>
                  <a:lnTo>
                    <a:pt x="298581" y="503049"/>
                  </a:lnTo>
                  <a:lnTo>
                    <a:pt x="301447" y="504482"/>
                  </a:lnTo>
                  <a:lnTo>
                    <a:pt x="304314" y="506871"/>
                  </a:lnTo>
                  <a:lnTo>
                    <a:pt x="305747" y="508782"/>
                  </a:lnTo>
                  <a:lnTo>
                    <a:pt x="306702" y="510215"/>
                  </a:lnTo>
                  <a:lnTo>
                    <a:pt x="306702" y="511648"/>
                  </a:lnTo>
                  <a:lnTo>
                    <a:pt x="306225" y="513559"/>
                  </a:lnTo>
                  <a:lnTo>
                    <a:pt x="303836" y="516426"/>
                  </a:lnTo>
                  <a:lnTo>
                    <a:pt x="301925" y="516903"/>
                  </a:lnTo>
                  <a:lnTo>
                    <a:pt x="297148" y="517859"/>
                  </a:lnTo>
                  <a:lnTo>
                    <a:pt x="295715" y="518814"/>
                  </a:lnTo>
                  <a:lnTo>
                    <a:pt x="295237" y="519292"/>
                  </a:lnTo>
                  <a:lnTo>
                    <a:pt x="298581" y="520247"/>
                  </a:lnTo>
                  <a:lnTo>
                    <a:pt x="298581" y="520725"/>
                  </a:lnTo>
                  <a:lnTo>
                    <a:pt x="298103" y="523114"/>
                  </a:lnTo>
                  <a:lnTo>
                    <a:pt x="297625" y="524069"/>
                  </a:lnTo>
                  <a:lnTo>
                    <a:pt x="294759" y="525502"/>
                  </a:lnTo>
                  <a:lnTo>
                    <a:pt x="291893" y="525502"/>
                  </a:lnTo>
                  <a:lnTo>
                    <a:pt x="291893" y="525502"/>
                  </a:lnTo>
                  <a:lnTo>
                    <a:pt x="292370" y="523592"/>
                  </a:lnTo>
                  <a:lnTo>
                    <a:pt x="291893" y="523114"/>
                  </a:lnTo>
                  <a:lnTo>
                    <a:pt x="290937" y="522636"/>
                  </a:lnTo>
                  <a:lnTo>
                    <a:pt x="289504" y="523592"/>
                  </a:lnTo>
                  <a:lnTo>
                    <a:pt x="286160" y="525980"/>
                  </a:lnTo>
                  <a:lnTo>
                    <a:pt x="286160" y="526458"/>
                  </a:lnTo>
                  <a:lnTo>
                    <a:pt x="287115" y="527413"/>
                  </a:lnTo>
                  <a:lnTo>
                    <a:pt x="287115" y="527891"/>
                  </a:lnTo>
                  <a:lnTo>
                    <a:pt x="285204" y="529802"/>
                  </a:lnTo>
                  <a:lnTo>
                    <a:pt x="284249" y="531235"/>
                  </a:lnTo>
                  <a:lnTo>
                    <a:pt x="283294" y="532191"/>
                  </a:lnTo>
                  <a:lnTo>
                    <a:pt x="277561" y="536490"/>
                  </a:lnTo>
                  <a:lnTo>
                    <a:pt x="278039" y="537446"/>
                  </a:lnTo>
                  <a:lnTo>
                    <a:pt x="276605" y="540790"/>
                  </a:lnTo>
                  <a:lnTo>
                    <a:pt x="276128" y="543656"/>
                  </a:lnTo>
                  <a:lnTo>
                    <a:pt x="277083" y="545089"/>
                  </a:lnTo>
                  <a:lnTo>
                    <a:pt x="281383" y="546522"/>
                  </a:lnTo>
                  <a:lnTo>
                    <a:pt x="283771" y="546522"/>
                  </a:lnTo>
                  <a:lnTo>
                    <a:pt x="286160" y="547956"/>
                  </a:lnTo>
                  <a:lnTo>
                    <a:pt x="290937" y="550344"/>
                  </a:lnTo>
                  <a:lnTo>
                    <a:pt x="292370" y="552255"/>
                  </a:lnTo>
                  <a:lnTo>
                    <a:pt x="292848" y="553211"/>
                  </a:lnTo>
                  <a:lnTo>
                    <a:pt x="292848" y="554166"/>
                  </a:lnTo>
                  <a:lnTo>
                    <a:pt x="291893" y="555599"/>
                  </a:lnTo>
                  <a:lnTo>
                    <a:pt x="290460" y="557988"/>
                  </a:lnTo>
                  <a:lnTo>
                    <a:pt x="287115" y="561332"/>
                  </a:lnTo>
                  <a:lnTo>
                    <a:pt x="285204" y="562288"/>
                  </a:lnTo>
                  <a:lnTo>
                    <a:pt x="282816" y="563243"/>
                  </a:lnTo>
                  <a:lnTo>
                    <a:pt x="282338" y="563721"/>
                  </a:lnTo>
                  <a:lnTo>
                    <a:pt x="278994" y="567065"/>
                  </a:lnTo>
                  <a:lnTo>
                    <a:pt x="278039" y="568498"/>
                  </a:lnTo>
                  <a:lnTo>
                    <a:pt x="278516" y="570409"/>
                  </a:lnTo>
                  <a:lnTo>
                    <a:pt x="277561" y="571364"/>
                  </a:lnTo>
                  <a:lnTo>
                    <a:pt x="273739" y="573275"/>
                  </a:lnTo>
                  <a:lnTo>
                    <a:pt x="273739" y="573753"/>
                  </a:lnTo>
                  <a:lnTo>
                    <a:pt x="275172" y="573753"/>
                  </a:lnTo>
                  <a:lnTo>
                    <a:pt x="274694" y="575664"/>
                  </a:lnTo>
                  <a:lnTo>
                    <a:pt x="274694" y="578530"/>
                  </a:lnTo>
                  <a:lnTo>
                    <a:pt x="273739" y="579008"/>
                  </a:lnTo>
                  <a:lnTo>
                    <a:pt x="271350" y="579008"/>
                  </a:lnTo>
                  <a:lnTo>
                    <a:pt x="268006" y="579964"/>
                  </a:lnTo>
                  <a:lnTo>
                    <a:pt x="268006" y="579964"/>
                  </a:lnTo>
                  <a:lnTo>
                    <a:pt x="268006" y="581875"/>
                  </a:lnTo>
                  <a:lnTo>
                    <a:pt x="259407" y="583308"/>
                  </a:lnTo>
                  <a:lnTo>
                    <a:pt x="257496" y="586652"/>
                  </a:lnTo>
                  <a:lnTo>
                    <a:pt x="256541" y="588085"/>
                  </a:lnTo>
                  <a:lnTo>
                    <a:pt x="253197" y="590474"/>
                  </a:lnTo>
                  <a:lnTo>
                    <a:pt x="251286" y="591429"/>
                  </a:lnTo>
                  <a:lnTo>
                    <a:pt x="248897" y="591907"/>
                  </a:lnTo>
                  <a:lnTo>
                    <a:pt x="247942" y="592862"/>
                  </a:lnTo>
                  <a:lnTo>
                    <a:pt x="247942" y="594295"/>
                  </a:lnTo>
                  <a:lnTo>
                    <a:pt x="246986" y="595251"/>
                  </a:lnTo>
                  <a:lnTo>
                    <a:pt x="245075" y="596684"/>
                  </a:lnTo>
                  <a:lnTo>
                    <a:pt x="244120" y="598595"/>
                  </a:lnTo>
                  <a:lnTo>
                    <a:pt x="243642" y="599073"/>
                  </a:lnTo>
                  <a:lnTo>
                    <a:pt x="239820" y="599550"/>
                  </a:lnTo>
                  <a:lnTo>
                    <a:pt x="238865" y="600028"/>
                  </a:lnTo>
                  <a:lnTo>
                    <a:pt x="238865" y="602895"/>
                  </a:lnTo>
                  <a:lnTo>
                    <a:pt x="237909" y="602895"/>
                  </a:lnTo>
                  <a:lnTo>
                    <a:pt x="236476" y="601939"/>
                  </a:lnTo>
                  <a:lnTo>
                    <a:pt x="235043" y="602895"/>
                  </a:lnTo>
                  <a:lnTo>
                    <a:pt x="231221" y="605761"/>
                  </a:lnTo>
                  <a:lnTo>
                    <a:pt x="230266" y="606716"/>
                  </a:lnTo>
                  <a:lnTo>
                    <a:pt x="230266" y="607194"/>
                  </a:lnTo>
                  <a:lnTo>
                    <a:pt x="231221" y="607672"/>
                  </a:lnTo>
                  <a:lnTo>
                    <a:pt x="231699" y="609583"/>
                  </a:lnTo>
                  <a:lnTo>
                    <a:pt x="231699" y="611016"/>
                  </a:lnTo>
                  <a:lnTo>
                    <a:pt x="230266" y="614360"/>
                  </a:lnTo>
                  <a:lnTo>
                    <a:pt x="229788" y="614838"/>
                  </a:lnTo>
                  <a:lnTo>
                    <a:pt x="227877" y="615316"/>
                  </a:lnTo>
                  <a:lnTo>
                    <a:pt x="227399" y="617227"/>
                  </a:lnTo>
                  <a:lnTo>
                    <a:pt x="225488" y="617227"/>
                  </a:lnTo>
                  <a:lnTo>
                    <a:pt x="224533" y="617704"/>
                  </a:lnTo>
                  <a:lnTo>
                    <a:pt x="223577" y="618660"/>
                  </a:lnTo>
                  <a:lnTo>
                    <a:pt x="222622" y="619615"/>
                  </a:lnTo>
                  <a:lnTo>
                    <a:pt x="221667" y="619615"/>
                  </a:lnTo>
                  <a:lnTo>
                    <a:pt x="220233" y="620571"/>
                  </a:lnTo>
                  <a:lnTo>
                    <a:pt x="218800" y="622482"/>
                  </a:lnTo>
                  <a:lnTo>
                    <a:pt x="217367" y="623437"/>
                  </a:lnTo>
                  <a:lnTo>
                    <a:pt x="215934" y="623915"/>
                  </a:lnTo>
                  <a:lnTo>
                    <a:pt x="214501" y="623915"/>
                  </a:lnTo>
                  <a:lnTo>
                    <a:pt x="213545" y="623915"/>
                  </a:lnTo>
                  <a:lnTo>
                    <a:pt x="212112" y="623915"/>
                  </a:lnTo>
                  <a:lnTo>
                    <a:pt x="211156" y="624870"/>
                  </a:lnTo>
                  <a:lnTo>
                    <a:pt x="210201" y="625826"/>
                  </a:lnTo>
                  <a:lnTo>
                    <a:pt x="209246" y="628692"/>
                  </a:lnTo>
                  <a:lnTo>
                    <a:pt x="208290" y="629648"/>
                  </a:lnTo>
                  <a:lnTo>
                    <a:pt x="207812" y="630125"/>
                  </a:lnTo>
                  <a:lnTo>
                    <a:pt x="206379" y="629648"/>
                  </a:lnTo>
                  <a:lnTo>
                    <a:pt x="204468" y="629170"/>
                  </a:lnTo>
                  <a:lnTo>
                    <a:pt x="202557" y="629648"/>
                  </a:lnTo>
                  <a:lnTo>
                    <a:pt x="199691" y="631081"/>
                  </a:lnTo>
                  <a:lnTo>
                    <a:pt x="198735" y="632514"/>
                  </a:lnTo>
                  <a:lnTo>
                    <a:pt x="200646" y="632992"/>
                  </a:lnTo>
                  <a:lnTo>
                    <a:pt x="201602" y="632992"/>
                  </a:lnTo>
                  <a:lnTo>
                    <a:pt x="201602" y="633469"/>
                  </a:lnTo>
                  <a:lnTo>
                    <a:pt x="200646" y="633947"/>
                  </a:lnTo>
                  <a:lnTo>
                    <a:pt x="198735" y="633947"/>
                  </a:lnTo>
                  <a:lnTo>
                    <a:pt x="197780" y="634425"/>
                  </a:lnTo>
                  <a:lnTo>
                    <a:pt x="196347" y="634902"/>
                  </a:lnTo>
                  <a:lnTo>
                    <a:pt x="193003" y="635858"/>
                  </a:lnTo>
                  <a:lnTo>
                    <a:pt x="192047" y="636336"/>
                  </a:lnTo>
                  <a:lnTo>
                    <a:pt x="189659" y="639680"/>
                  </a:lnTo>
                  <a:lnTo>
                    <a:pt x="189181" y="640157"/>
                  </a:lnTo>
                  <a:lnTo>
                    <a:pt x="189659" y="640635"/>
                  </a:lnTo>
                  <a:lnTo>
                    <a:pt x="190614" y="640157"/>
                  </a:lnTo>
                  <a:lnTo>
                    <a:pt x="192525" y="640635"/>
                  </a:lnTo>
                  <a:lnTo>
                    <a:pt x="193480" y="641591"/>
                  </a:lnTo>
                  <a:lnTo>
                    <a:pt x="193958" y="642068"/>
                  </a:lnTo>
                  <a:lnTo>
                    <a:pt x="194436" y="643979"/>
                  </a:lnTo>
                  <a:lnTo>
                    <a:pt x="194436" y="643979"/>
                  </a:lnTo>
                  <a:lnTo>
                    <a:pt x="191569" y="646846"/>
                  </a:lnTo>
                  <a:lnTo>
                    <a:pt x="190614" y="648279"/>
                  </a:lnTo>
                  <a:lnTo>
                    <a:pt x="190136" y="648757"/>
                  </a:lnTo>
                  <a:lnTo>
                    <a:pt x="189659" y="648279"/>
                  </a:lnTo>
                  <a:lnTo>
                    <a:pt x="189181" y="644935"/>
                  </a:lnTo>
                  <a:lnTo>
                    <a:pt x="189181" y="644457"/>
                  </a:lnTo>
                  <a:lnTo>
                    <a:pt x="188225" y="644457"/>
                  </a:lnTo>
                  <a:lnTo>
                    <a:pt x="187748" y="645413"/>
                  </a:lnTo>
                  <a:lnTo>
                    <a:pt x="186314" y="649234"/>
                  </a:lnTo>
                  <a:lnTo>
                    <a:pt x="184404" y="651145"/>
                  </a:lnTo>
                  <a:lnTo>
                    <a:pt x="171983" y="655923"/>
                  </a:lnTo>
                  <a:lnTo>
                    <a:pt x="170072" y="656878"/>
                  </a:lnTo>
                  <a:lnTo>
                    <a:pt x="169594" y="658789"/>
                  </a:lnTo>
                  <a:lnTo>
                    <a:pt x="169116" y="660700"/>
                  </a:lnTo>
                  <a:lnTo>
                    <a:pt x="168161" y="661655"/>
                  </a:lnTo>
                  <a:lnTo>
                    <a:pt x="167205" y="662611"/>
                  </a:lnTo>
                  <a:lnTo>
                    <a:pt x="167205" y="662133"/>
                  </a:lnTo>
                  <a:lnTo>
                    <a:pt x="167205" y="657356"/>
                  </a:lnTo>
                  <a:lnTo>
                    <a:pt x="166728" y="656400"/>
                  </a:lnTo>
                  <a:lnTo>
                    <a:pt x="165772" y="655923"/>
                  </a:lnTo>
                  <a:lnTo>
                    <a:pt x="164817" y="655923"/>
                  </a:lnTo>
                  <a:lnTo>
                    <a:pt x="164339" y="655923"/>
                  </a:lnTo>
                  <a:lnTo>
                    <a:pt x="162906" y="656878"/>
                  </a:lnTo>
                  <a:lnTo>
                    <a:pt x="161950" y="657356"/>
                  </a:lnTo>
                  <a:lnTo>
                    <a:pt x="160995" y="657356"/>
                  </a:lnTo>
                  <a:lnTo>
                    <a:pt x="159562" y="658311"/>
                  </a:lnTo>
                  <a:lnTo>
                    <a:pt x="155740" y="661655"/>
                  </a:lnTo>
                  <a:lnTo>
                    <a:pt x="152873" y="662611"/>
                  </a:lnTo>
                  <a:lnTo>
                    <a:pt x="152396" y="663089"/>
                  </a:lnTo>
                  <a:lnTo>
                    <a:pt x="151440" y="664999"/>
                  </a:lnTo>
                  <a:lnTo>
                    <a:pt x="150485" y="665477"/>
                  </a:lnTo>
                  <a:lnTo>
                    <a:pt x="149529" y="665477"/>
                  </a:lnTo>
                  <a:lnTo>
                    <a:pt x="148096" y="664999"/>
                  </a:lnTo>
                  <a:lnTo>
                    <a:pt x="147141" y="665477"/>
                  </a:lnTo>
                  <a:lnTo>
                    <a:pt x="146185" y="666910"/>
                  </a:lnTo>
                  <a:lnTo>
                    <a:pt x="145230" y="667388"/>
                  </a:lnTo>
                  <a:lnTo>
                    <a:pt x="142841" y="666433"/>
                  </a:lnTo>
                  <a:lnTo>
                    <a:pt x="141408" y="666910"/>
                  </a:lnTo>
                  <a:lnTo>
                    <a:pt x="139975" y="668821"/>
                  </a:lnTo>
                  <a:lnTo>
                    <a:pt x="138542" y="669777"/>
                  </a:lnTo>
                  <a:lnTo>
                    <a:pt x="137108" y="670255"/>
                  </a:lnTo>
                  <a:lnTo>
                    <a:pt x="133286" y="670732"/>
                  </a:lnTo>
                  <a:lnTo>
                    <a:pt x="131376" y="670255"/>
                  </a:lnTo>
                  <a:lnTo>
                    <a:pt x="130898" y="670255"/>
                  </a:lnTo>
                  <a:lnTo>
                    <a:pt x="131376" y="667866"/>
                  </a:lnTo>
                  <a:lnTo>
                    <a:pt x="131853" y="666433"/>
                  </a:lnTo>
                  <a:lnTo>
                    <a:pt x="132331" y="665477"/>
                  </a:lnTo>
                  <a:lnTo>
                    <a:pt x="133286" y="664999"/>
                  </a:lnTo>
                  <a:lnTo>
                    <a:pt x="134242" y="664999"/>
                  </a:lnTo>
                  <a:lnTo>
                    <a:pt x="136631" y="665477"/>
                  </a:lnTo>
                  <a:lnTo>
                    <a:pt x="136153" y="664999"/>
                  </a:lnTo>
                  <a:lnTo>
                    <a:pt x="135675" y="664044"/>
                  </a:lnTo>
                  <a:lnTo>
                    <a:pt x="133764" y="663089"/>
                  </a:lnTo>
                  <a:lnTo>
                    <a:pt x="131376" y="662611"/>
                  </a:lnTo>
                  <a:lnTo>
                    <a:pt x="130420" y="663089"/>
                  </a:lnTo>
                  <a:lnTo>
                    <a:pt x="128987" y="663566"/>
                  </a:lnTo>
                  <a:lnTo>
                    <a:pt x="127554" y="664522"/>
                  </a:lnTo>
                  <a:lnTo>
                    <a:pt x="127076" y="665955"/>
                  </a:lnTo>
                  <a:lnTo>
                    <a:pt x="126121" y="669299"/>
                  </a:lnTo>
                  <a:lnTo>
                    <a:pt x="126121" y="670255"/>
                  </a:lnTo>
                  <a:lnTo>
                    <a:pt x="121343" y="676465"/>
                  </a:lnTo>
                  <a:lnTo>
                    <a:pt x="119432" y="678376"/>
                  </a:lnTo>
                  <a:lnTo>
                    <a:pt x="117521" y="677898"/>
                  </a:lnTo>
                  <a:lnTo>
                    <a:pt x="116566" y="678854"/>
                  </a:lnTo>
                  <a:lnTo>
                    <a:pt x="115133" y="680287"/>
                  </a:lnTo>
                  <a:lnTo>
                    <a:pt x="114177" y="681242"/>
                  </a:lnTo>
                  <a:lnTo>
                    <a:pt x="113222" y="680764"/>
                  </a:lnTo>
                  <a:lnTo>
                    <a:pt x="112266" y="680764"/>
                  </a:lnTo>
                  <a:lnTo>
                    <a:pt x="111789" y="680287"/>
                  </a:lnTo>
                  <a:lnTo>
                    <a:pt x="111789" y="679809"/>
                  </a:lnTo>
                  <a:lnTo>
                    <a:pt x="112744" y="679331"/>
                  </a:lnTo>
                  <a:lnTo>
                    <a:pt x="112266" y="677898"/>
                  </a:lnTo>
                  <a:lnTo>
                    <a:pt x="110833" y="675987"/>
                  </a:lnTo>
                  <a:lnTo>
                    <a:pt x="109878" y="675032"/>
                  </a:lnTo>
                  <a:lnTo>
                    <a:pt x="108445" y="675032"/>
                  </a:lnTo>
                  <a:lnTo>
                    <a:pt x="107967" y="675987"/>
                  </a:lnTo>
                  <a:lnTo>
                    <a:pt x="108445" y="680287"/>
                  </a:lnTo>
                  <a:lnTo>
                    <a:pt x="108445" y="681242"/>
                  </a:lnTo>
                  <a:lnTo>
                    <a:pt x="107489" y="682675"/>
                  </a:lnTo>
                  <a:lnTo>
                    <a:pt x="104623" y="684109"/>
                  </a:lnTo>
                  <a:lnTo>
                    <a:pt x="103667" y="684109"/>
                  </a:lnTo>
                  <a:lnTo>
                    <a:pt x="100801" y="681242"/>
                  </a:lnTo>
                  <a:lnTo>
                    <a:pt x="98412" y="680764"/>
                  </a:lnTo>
                  <a:lnTo>
                    <a:pt x="98412" y="681720"/>
                  </a:lnTo>
                  <a:lnTo>
                    <a:pt x="98890" y="683631"/>
                  </a:lnTo>
                  <a:lnTo>
                    <a:pt x="98412" y="685542"/>
                  </a:lnTo>
                  <a:lnTo>
                    <a:pt x="96501" y="686975"/>
                  </a:lnTo>
                  <a:lnTo>
                    <a:pt x="95068" y="687930"/>
                  </a:lnTo>
                  <a:lnTo>
                    <a:pt x="94113" y="687930"/>
                  </a:lnTo>
                  <a:lnTo>
                    <a:pt x="94113" y="686497"/>
                  </a:lnTo>
                  <a:lnTo>
                    <a:pt x="95068" y="684109"/>
                  </a:lnTo>
                  <a:lnTo>
                    <a:pt x="95068" y="682198"/>
                  </a:lnTo>
                  <a:lnTo>
                    <a:pt x="95068" y="680764"/>
                  </a:lnTo>
                  <a:lnTo>
                    <a:pt x="95068" y="679809"/>
                  </a:lnTo>
                  <a:lnTo>
                    <a:pt x="95546" y="678854"/>
                  </a:lnTo>
                  <a:lnTo>
                    <a:pt x="98890" y="676465"/>
                  </a:lnTo>
                  <a:lnTo>
                    <a:pt x="99845" y="675987"/>
                  </a:lnTo>
                  <a:lnTo>
                    <a:pt x="100801" y="676943"/>
                  </a:lnTo>
                  <a:lnTo>
                    <a:pt x="101756" y="676943"/>
                  </a:lnTo>
                  <a:lnTo>
                    <a:pt x="102712" y="676465"/>
                  </a:lnTo>
                  <a:lnTo>
                    <a:pt x="103667" y="675509"/>
                  </a:lnTo>
                  <a:lnTo>
                    <a:pt x="103667" y="674554"/>
                  </a:lnTo>
                  <a:lnTo>
                    <a:pt x="105100" y="673121"/>
                  </a:lnTo>
                  <a:lnTo>
                    <a:pt x="107489" y="671688"/>
                  </a:lnTo>
                  <a:lnTo>
                    <a:pt x="110355" y="668343"/>
                  </a:lnTo>
                  <a:lnTo>
                    <a:pt x="113700" y="663566"/>
                  </a:lnTo>
                  <a:lnTo>
                    <a:pt x="117521" y="659744"/>
                  </a:lnTo>
                  <a:lnTo>
                    <a:pt x="121821" y="656400"/>
                  </a:lnTo>
                  <a:lnTo>
                    <a:pt x="126598" y="653534"/>
                  </a:lnTo>
                  <a:lnTo>
                    <a:pt x="136153" y="649712"/>
                  </a:lnTo>
                  <a:lnTo>
                    <a:pt x="137108" y="650190"/>
                  </a:lnTo>
                  <a:lnTo>
                    <a:pt x="136153" y="651145"/>
                  </a:lnTo>
                  <a:lnTo>
                    <a:pt x="136631" y="652101"/>
                  </a:lnTo>
                  <a:lnTo>
                    <a:pt x="137586" y="652101"/>
                  </a:lnTo>
                  <a:lnTo>
                    <a:pt x="141408" y="651623"/>
                  </a:lnTo>
                  <a:lnTo>
                    <a:pt x="142841" y="650668"/>
                  </a:lnTo>
                  <a:lnTo>
                    <a:pt x="142841" y="651623"/>
                  </a:lnTo>
                  <a:lnTo>
                    <a:pt x="142363" y="652578"/>
                  </a:lnTo>
                  <a:lnTo>
                    <a:pt x="140452" y="653534"/>
                  </a:lnTo>
                  <a:lnTo>
                    <a:pt x="140452" y="654489"/>
                  </a:lnTo>
                  <a:lnTo>
                    <a:pt x="143319" y="657834"/>
                  </a:lnTo>
                  <a:lnTo>
                    <a:pt x="144274" y="658789"/>
                  </a:lnTo>
                  <a:lnTo>
                    <a:pt x="145230" y="658311"/>
                  </a:lnTo>
                  <a:lnTo>
                    <a:pt x="145707" y="657834"/>
                  </a:lnTo>
                  <a:lnTo>
                    <a:pt x="145230" y="655445"/>
                  </a:lnTo>
                  <a:lnTo>
                    <a:pt x="146185" y="654967"/>
                  </a:lnTo>
                  <a:lnTo>
                    <a:pt x="148574" y="654489"/>
                  </a:lnTo>
                  <a:lnTo>
                    <a:pt x="150007" y="654967"/>
                  </a:lnTo>
                  <a:lnTo>
                    <a:pt x="150485" y="655923"/>
                  </a:lnTo>
                  <a:lnTo>
                    <a:pt x="151918" y="656400"/>
                  </a:lnTo>
                  <a:lnTo>
                    <a:pt x="153351" y="656878"/>
                  </a:lnTo>
                  <a:lnTo>
                    <a:pt x="154784" y="656878"/>
                  </a:lnTo>
                  <a:lnTo>
                    <a:pt x="155262" y="655923"/>
                  </a:lnTo>
                  <a:lnTo>
                    <a:pt x="154307" y="654967"/>
                  </a:lnTo>
                  <a:lnTo>
                    <a:pt x="150962" y="652578"/>
                  </a:lnTo>
                  <a:lnTo>
                    <a:pt x="150007" y="651623"/>
                  </a:lnTo>
                  <a:lnTo>
                    <a:pt x="149529" y="650190"/>
                  </a:lnTo>
                  <a:lnTo>
                    <a:pt x="150007" y="648757"/>
                  </a:lnTo>
                  <a:lnTo>
                    <a:pt x="151440" y="646368"/>
                  </a:lnTo>
                  <a:lnTo>
                    <a:pt x="152873" y="642546"/>
                  </a:lnTo>
                  <a:lnTo>
                    <a:pt x="154307" y="640157"/>
                  </a:lnTo>
                  <a:lnTo>
                    <a:pt x="157651" y="637769"/>
                  </a:lnTo>
                  <a:lnTo>
                    <a:pt x="159562" y="636336"/>
                  </a:lnTo>
                  <a:lnTo>
                    <a:pt x="164817" y="632036"/>
                  </a:lnTo>
                  <a:lnTo>
                    <a:pt x="174849" y="628214"/>
                  </a:lnTo>
                  <a:lnTo>
                    <a:pt x="177238" y="625348"/>
                  </a:lnTo>
                  <a:lnTo>
                    <a:pt x="180582" y="622482"/>
                  </a:lnTo>
                  <a:lnTo>
                    <a:pt x="182015" y="621526"/>
                  </a:lnTo>
                  <a:lnTo>
                    <a:pt x="182015" y="622959"/>
                  </a:lnTo>
                  <a:lnTo>
                    <a:pt x="182493" y="623915"/>
                  </a:lnTo>
                  <a:lnTo>
                    <a:pt x="184404" y="624392"/>
                  </a:lnTo>
                  <a:lnTo>
                    <a:pt x="185837" y="624870"/>
                  </a:lnTo>
                  <a:lnTo>
                    <a:pt x="186792" y="624392"/>
                  </a:lnTo>
                  <a:lnTo>
                    <a:pt x="186792" y="623437"/>
                  </a:lnTo>
                  <a:lnTo>
                    <a:pt x="186792" y="621526"/>
                  </a:lnTo>
                  <a:lnTo>
                    <a:pt x="186314" y="619615"/>
                  </a:lnTo>
                  <a:lnTo>
                    <a:pt x="186792" y="617704"/>
                  </a:lnTo>
                  <a:lnTo>
                    <a:pt x="186792" y="616271"/>
                  </a:lnTo>
                  <a:lnTo>
                    <a:pt x="188703" y="613882"/>
                  </a:lnTo>
                  <a:lnTo>
                    <a:pt x="190614" y="611016"/>
                  </a:lnTo>
                  <a:lnTo>
                    <a:pt x="193958" y="607672"/>
                  </a:lnTo>
                  <a:lnTo>
                    <a:pt x="195869" y="606239"/>
                  </a:lnTo>
                  <a:lnTo>
                    <a:pt x="197302" y="605283"/>
                  </a:lnTo>
                  <a:lnTo>
                    <a:pt x="199213" y="603850"/>
                  </a:lnTo>
                  <a:lnTo>
                    <a:pt x="202080" y="600506"/>
                  </a:lnTo>
                  <a:lnTo>
                    <a:pt x="203035" y="600028"/>
                  </a:lnTo>
                  <a:lnTo>
                    <a:pt x="205424" y="599550"/>
                  </a:lnTo>
                  <a:lnTo>
                    <a:pt x="205901" y="599550"/>
                  </a:lnTo>
                  <a:lnTo>
                    <a:pt x="206379" y="600506"/>
                  </a:lnTo>
                  <a:lnTo>
                    <a:pt x="207335" y="600984"/>
                  </a:lnTo>
                  <a:lnTo>
                    <a:pt x="209246" y="601461"/>
                  </a:lnTo>
                  <a:lnTo>
                    <a:pt x="210679" y="600506"/>
                  </a:lnTo>
                  <a:lnTo>
                    <a:pt x="210679" y="600506"/>
                  </a:lnTo>
                  <a:lnTo>
                    <a:pt x="209246" y="600028"/>
                  </a:lnTo>
                  <a:lnTo>
                    <a:pt x="208768" y="599550"/>
                  </a:lnTo>
                  <a:lnTo>
                    <a:pt x="207812" y="597640"/>
                  </a:lnTo>
                  <a:lnTo>
                    <a:pt x="206379" y="596206"/>
                  </a:lnTo>
                  <a:lnTo>
                    <a:pt x="205901" y="594773"/>
                  </a:lnTo>
                  <a:lnTo>
                    <a:pt x="206379" y="592862"/>
                  </a:lnTo>
                  <a:lnTo>
                    <a:pt x="207812" y="587607"/>
                  </a:lnTo>
                  <a:lnTo>
                    <a:pt x="207812" y="582352"/>
                  </a:lnTo>
                  <a:lnTo>
                    <a:pt x="208768" y="579008"/>
                  </a:lnTo>
                  <a:lnTo>
                    <a:pt x="211156" y="578053"/>
                  </a:lnTo>
                  <a:lnTo>
                    <a:pt x="215934" y="577097"/>
                  </a:lnTo>
                  <a:lnTo>
                    <a:pt x="213067" y="575664"/>
                  </a:lnTo>
                  <a:lnTo>
                    <a:pt x="212112" y="575664"/>
                  </a:lnTo>
                  <a:lnTo>
                    <a:pt x="210201" y="575186"/>
                  </a:lnTo>
                  <a:lnTo>
                    <a:pt x="209723" y="571842"/>
                  </a:lnTo>
                  <a:lnTo>
                    <a:pt x="209723" y="569454"/>
                  </a:lnTo>
                  <a:lnTo>
                    <a:pt x="210679" y="566587"/>
                  </a:lnTo>
                  <a:lnTo>
                    <a:pt x="215456" y="561810"/>
                  </a:lnTo>
                  <a:lnTo>
                    <a:pt x="220233" y="558466"/>
                  </a:lnTo>
                  <a:lnTo>
                    <a:pt x="219755" y="557988"/>
                  </a:lnTo>
                  <a:lnTo>
                    <a:pt x="219278" y="557033"/>
                  </a:lnTo>
                  <a:lnTo>
                    <a:pt x="221667" y="550344"/>
                  </a:lnTo>
                  <a:lnTo>
                    <a:pt x="223577" y="544612"/>
                  </a:lnTo>
                  <a:lnTo>
                    <a:pt x="220711" y="549389"/>
                  </a:lnTo>
                  <a:lnTo>
                    <a:pt x="216889" y="553211"/>
                  </a:lnTo>
                  <a:lnTo>
                    <a:pt x="206857" y="557988"/>
                  </a:lnTo>
                  <a:lnTo>
                    <a:pt x="199691" y="561810"/>
                  </a:lnTo>
                  <a:lnTo>
                    <a:pt x="196347" y="562765"/>
                  </a:lnTo>
                  <a:lnTo>
                    <a:pt x="193958" y="561810"/>
                  </a:lnTo>
                  <a:lnTo>
                    <a:pt x="192525" y="557988"/>
                  </a:lnTo>
                  <a:lnTo>
                    <a:pt x="191569" y="557033"/>
                  </a:lnTo>
                  <a:lnTo>
                    <a:pt x="190136" y="554644"/>
                  </a:lnTo>
                  <a:lnTo>
                    <a:pt x="190614" y="551300"/>
                  </a:lnTo>
                  <a:lnTo>
                    <a:pt x="191569" y="549389"/>
                  </a:lnTo>
                  <a:lnTo>
                    <a:pt x="193958" y="548911"/>
                  </a:lnTo>
                  <a:lnTo>
                    <a:pt x="196347" y="549867"/>
                  </a:lnTo>
                  <a:lnTo>
                    <a:pt x="198258" y="549867"/>
                  </a:lnTo>
                  <a:lnTo>
                    <a:pt x="195869" y="547956"/>
                  </a:lnTo>
                  <a:lnTo>
                    <a:pt x="191569" y="546045"/>
                  </a:lnTo>
                  <a:lnTo>
                    <a:pt x="190136" y="546522"/>
                  </a:lnTo>
                  <a:lnTo>
                    <a:pt x="188703" y="549389"/>
                  </a:lnTo>
                  <a:lnTo>
                    <a:pt x="186792" y="551778"/>
                  </a:lnTo>
                  <a:lnTo>
                    <a:pt x="184881" y="550822"/>
                  </a:lnTo>
                  <a:lnTo>
                    <a:pt x="183926" y="549867"/>
                  </a:lnTo>
                  <a:lnTo>
                    <a:pt x="184881" y="552733"/>
                  </a:lnTo>
                  <a:lnTo>
                    <a:pt x="183448" y="556555"/>
                  </a:lnTo>
                  <a:lnTo>
                    <a:pt x="182970" y="558943"/>
                  </a:lnTo>
                  <a:lnTo>
                    <a:pt x="184881" y="566109"/>
                  </a:lnTo>
                  <a:lnTo>
                    <a:pt x="184404" y="568498"/>
                  </a:lnTo>
                  <a:lnTo>
                    <a:pt x="181059" y="569931"/>
                  </a:lnTo>
                  <a:lnTo>
                    <a:pt x="178671" y="567543"/>
                  </a:lnTo>
                  <a:lnTo>
                    <a:pt x="173416" y="558943"/>
                  </a:lnTo>
                  <a:lnTo>
                    <a:pt x="171505" y="556555"/>
                  </a:lnTo>
                  <a:lnTo>
                    <a:pt x="167205" y="552255"/>
                  </a:lnTo>
                  <a:lnTo>
                    <a:pt x="165772" y="552733"/>
                  </a:lnTo>
                  <a:lnTo>
                    <a:pt x="163861" y="555122"/>
                  </a:lnTo>
                  <a:lnTo>
                    <a:pt x="161950" y="555599"/>
                  </a:lnTo>
                  <a:lnTo>
                    <a:pt x="157651" y="552255"/>
                  </a:lnTo>
                  <a:lnTo>
                    <a:pt x="155262" y="550344"/>
                  </a:lnTo>
                  <a:lnTo>
                    <a:pt x="153351" y="547478"/>
                  </a:lnTo>
                  <a:lnTo>
                    <a:pt x="150007" y="548911"/>
                  </a:lnTo>
                  <a:lnTo>
                    <a:pt x="147618" y="550822"/>
                  </a:lnTo>
                  <a:lnTo>
                    <a:pt x="144274" y="553688"/>
                  </a:lnTo>
                  <a:lnTo>
                    <a:pt x="142363" y="553688"/>
                  </a:lnTo>
                  <a:lnTo>
                    <a:pt x="136153" y="556077"/>
                  </a:lnTo>
                  <a:lnTo>
                    <a:pt x="135675" y="556077"/>
                  </a:lnTo>
                  <a:lnTo>
                    <a:pt x="134720" y="557510"/>
                  </a:lnTo>
                  <a:lnTo>
                    <a:pt x="134242" y="557988"/>
                  </a:lnTo>
                  <a:lnTo>
                    <a:pt x="133286" y="560854"/>
                  </a:lnTo>
                  <a:lnTo>
                    <a:pt x="125643" y="562765"/>
                  </a:lnTo>
                  <a:lnTo>
                    <a:pt x="117999" y="561810"/>
                  </a:lnTo>
                  <a:lnTo>
                    <a:pt x="120388" y="560377"/>
                  </a:lnTo>
                  <a:lnTo>
                    <a:pt x="123732" y="558943"/>
                  </a:lnTo>
                  <a:lnTo>
                    <a:pt x="126121" y="556555"/>
                  </a:lnTo>
                  <a:lnTo>
                    <a:pt x="125165" y="552733"/>
                  </a:lnTo>
                  <a:lnTo>
                    <a:pt x="124687" y="550822"/>
                  </a:lnTo>
                  <a:lnTo>
                    <a:pt x="125165" y="548434"/>
                  </a:lnTo>
                  <a:lnTo>
                    <a:pt x="128032" y="545089"/>
                  </a:lnTo>
                  <a:lnTo>
                    <a:pt x="124687" y="545089"/>
                  </a:lnTo>
                  <a:lnTo>
                    <a:pt x="122776" y="546522"/>
                  </a:lnTo>
                  <a:lnTo>
                    <a:pt x="121343" y="544134"/>
                  </a:lnTo>
                  <a:lnTo>
                    <a:pt x="120388" y="538879"/>
                  </a:lnTo>
                  <a:lnTo>
                    <a:pt x="122299" y="536013"/>
                  </a:lnTo>
                  <a:lnTo>
                    <a:pt x="123254" y="534102"/>
                  </a:lnTo>
                  <a:lnTo>
                    <a:pt x="124210" y="530757"/>
                  </a:lnTo>
                  <a:lnTo>
                    <a:pt x="124210" y="528369"/>
                  </a:lnTo>
                  <a:lnTo>
                    <a:pt x="122776" y="523592"/>
                  </a:lnTo>
                  <a:lnTo>
                    <a:pt x="117999" y="514037"/>
                  </a:lnTo>
                  <a:lnTo>
                    <a:pt x="116088" y="506871"/>
                  </a:lnTo>
                  <a:lnTo>
                    <a:pt x="112266" y="503049"/>
                  </a:lnTo>
                  <a:lnTo>
                    <a:pt x="115133" y="496839"/>
                  </a:lnTo>
                  <a:lnTo>
                    <a:pt x="117999" y="490628"/>
                  </a:lnTo>
                  <a:lnTo>
                    <a:pt x="121821" y="488240"/>
                  </a:lnTo>
                  <a:lnTo>
                    <a:pt x="121343" y="487762"/>
                  </a:lnTo>
                  <a:lnTo>
                    <a:pt x="119432" y="487762"/>
                  </a:lnTo>
                  <a:lnTo>
                    <a:pt x="117999" y="488240"/>
                  </a:lnTo>
                  <a:lnTo>
                    <a:pt x="117044" y="490150"/>
                  </a:lnTo>
                  <a:lnTo>
                    <a:pt x="115611" y="491584"/>
                  </a:lnTo>
                  <a:lnTo>
                    <a:pt x="111311" y="498750"/>
                  </a:lnTo>
                  <a:lnTo>
                    <a:pt x="108922" y="502571"/>
                  </a:lnTo>
                  <a:lnTo>
                    <a:pt x="107011" y="503527"/>
                  </a:lnTo>
                  <a:lnTo>
                    <a:pt x="109878" y="504960"/>
                  </a:lnTo>
                  <a:lnTo>
                    <a:pt x="110355" y="505915"/>
                  </a:lnTo>
                  <a:lnTo>
                    <a:pt x="110833" y="508782"/>
                  </a:lnTo>
                  <a:lnTo>
                    <a:pt x="110355" y="512126"/>
                  </a:lnTo>
                  <a:lnTo>
                    <a:pt x="109400" y="513559"/>
                  </a:lnTo>
                  <a:lnTo>
                    <a:pt x="106056" y="513559"/>
                  </a:lnTo>
                  <a:lnTo>
                    <a:pt x="103190" y="515948"/>
                  </a:lnTo>
                  <a:lnTo>
                    <a:pt x="96501" y="518814"/>
                  </a:lnTo>
                  <a:lnTo>
                    <a:pt x="87425" y="520725"/>
                  </a:lnTo>
                  <a:lnTo>
                    <a:pt x="83125" y="520247"/>
                  </a:lnTo>
                  <a:lnTo>
                    <a:pt x="78348" y="516903"/>
                  </a:lnTo>
                  <a:lnTo>
                    <a:pt x="78348" y="515470"/>
                  </a:lnTo>
                  <a:lnTo>
                    <a:pt x="78348" y="513559"/>
                  </a:lnTo>
                  <a:lnTo>
                    <a:pt x="71659" y="507827"/>
                  </a:lnTo>
                  <a:lnTo>
                    <a:pt x="67838" y="502094"/>
                  </a:lnTo>
                  <a:lnTo>
                    <a:pt x="65449" y="502094"/>
                  </a:lnTo>
                  <a:lnTo>
                    <a:pt x="63060" y="500661"/>
                  </a:lnTo>
                  <a:lnTo>
                    <a:pt x="60194" y="498272"/>
                  </a:lnTo>
                  <a:lnTo>
                    <a:pt x="60194" y="496361"/>
                  </a:lnTo>
                  <a:lnTo>
                    <a:pt x="60672" y="494928"/>
                  </a:lnTo>
                  <a:lnTo>
                    <a:pt x="59238" y="493972"/>
                  </a:lnTo>
                  <a:lnTo>
                    <a:pt x="56850" y="494450"/>
                  </a:lnTo>
                  <a:lnTo>
                    <a:pt x="54461" y="493495"/>
                  </a:lnTo>
                  <a:lnTo>
                    <a:pt x="61149" y="486329"/>
                  </a:lnTo>
                  <a:lnTo>
                    <a:pt x="63060" y="481074"/>
                  </a:lnTo>
                  <a:lnTo>
                    <a:pt x="64971" y="480596"/>
                  </a:lnTo>
                  <a:lnTo>
                    <a:pt x="67838" y="481074"/>
                  </a:lnTo>
                  <a:lnTo>
                    <a:pt x="70704" y="483462"/>
                  </a:lnTo>
                  <a:lnTo>
                    <a:pt x="73570" y="483940"/>
                  </a:lnTo>
                  <a:lnTo>
                    <a:pt x="75004" y="484895"/>
                  </a:lnTo>
                  <a:lnTo>
                    <a:pt x="75959" y="486806"/>
                  </a:lnTo>
                  <a:lnTo>
                    <a:pt x="74526" y="489673"/>
                  </a:lnTo>
                  <a:lnTo>
                    <a:pt x="73570" y="491584"/>
                  </a:lnTo>
                  <a:lnTo>
                    <a:pt x="75004" y="491106"/>
                  </a:lnTo>
                  <a:lnTo>
                    <a:pt x="78348" y="488240"/>
                  </a:lnTo>
                  <a:lnTo>
                    <a:pt x="81214" y="485373"/>
                  </a:lnTo>
                  <a:lnTo>
                    <a:pt x="82647" y="485373"/>
                  </a:lnTo>
                  <a:lnTo>
                    <a:pt x="83125" y="485851"/>
                  </a:lnTo>
                  <a:lnTo>
                    <a:pt x="84558" y="488717"/>
                  </a:lnTo>
                  <a:lnTo>
                    <a:pt x="86469" y="491584"/>
                  </a:lnTo>
                  <a:lnTo>
                    <a:pt x="90291" y="489195"/>
                  </a:lnTo>
                  <a:lnTo>
                    <a:pt x="92679" y="485373"/>
                  </a:lnTo>
                  <a:lnTo>
                    <a:pt x="90769" y="483940"/>
                  </a:lnTo>
                  <a:lnTo>
                    <a:pt x="88380" y="482985"/>
                  </a:lnTo>
                  <a:lnTo>
                    <a:pt x="83125" y="482029"/>
                  </a:lnTo>
                  <a:lnTo>
                    <a:pt x="84558" y="481074"/>
                  </a:lnTo>
                  <a:lnTo>
                    <a:pt x="87902" y="481074"/>
                  </a:lnTo>
                  <a:lnTo>
                    <a:pt x="89335" y="480118"/>
                  </a:lnTo>
                  <a:lnTo>
                    <a:pt x="87902" y="478685"/>
                  </a:lnTo>
                  <a:lnTo>
                    <a:pt x="85991" y="477729"/>
                  </a:lnTo>
                  <a:lnTo>
                    <a:pt x="81214" y="481551"/>
                  </a:lnTo>
                  <a:lnTo>
                    <a:pt x="72615" y="481551"/>
                  </a:lnTo>
                  <a:lnTo>
                    <a:pt x="66404" y="479163"/>
                  </a:lnTo>
                  <a:lnTo>
                    <a:pt x="60194" y="479640"/>
                  </a:lnTo>
                  <a:lnTo>
                    <a:pt x="59238" y="479163"/>
                  </a:lnTo>
                  <a:lnTo>
                    <a:pt x="57805" y="477729"/>
                  </a:lnTo>
                  <a:lnTo>
                    <a:pt x="61149" y="474863"/>
                  </a:lnTo>
                  <a:lnTo>
                    <a:pt x="64016" y="473430"/>
                  </a:lnTo>
                  <a:lnTo>
                    <a:pt x="64016" y="472474"/>
                  </a:lnTo>
                  <a:lnTo>
                    <a:pt x="62583" y="471997"/>
                  </a:lnTo>
                  <a:lnTo>
                    <a:pt x="59716" y="472952"/>
                  </a:lnTo>
                  <a:lnTo>
                    <a:pt x="58761" y="471519"/>
                  </a:lnTo>
                  <a:lnTo>
                    <a:pt x="58761" y="469130"/>
                  </a:lnTo>
                  <a:lnTo>
                    <a:pt x="58283" y="469608"/>
                  </a:lnTo>
                  <a:lnTo>
                    <a:pt x="57328" y="470564"/>
                  </a:lnTo>
                  <a:lnTo>
                    <a:pt x="55894" y="470086"/>
                  </a:lnTo>
                  <a:lnTo>
                    <a:pt x="54461" y="469130"/>
                  </a:lnTo>
                  <a:lnTo>
                    <a:pt x="54939" y="467697"/>
                  </a:lnTo>
                  <a:lnTo>
                    <a:pt x="56372" y="466264"/>
                  </a:lnTo>
                  <a:lnTo>
                    <a:pt x="55894" y="466264"/>
                  </a:lnTo>
                  <a:lnTo>
                    <a:pt x="54461" y="466264"/>
                  </a:lnTo>
                  <a:lnTo>
                    <a:pt x="53506" y="468653"/>
                  </a:lnTo>
                  <a:lnTo>
                    <a:pt x="53983" y="470086"/>
                  </a:lnTo>
                  <a:lnTo>
                    <a:pt x="53983" y="472474"/>
                  </a:lnTo>
                  <a:lnTo>
                    <a:pt x="51595" y="472952"/>
                  </a:lnTo>
                  <a:lnTo>
                    <a:pt x="50162" y="472474"/>
                  </a:lnTo>
                  <a:lnTo>
                    <a:pt x="48728" y="470086"/>
                  </a:lnTo>
                  <a:lnTo>
                    <a:pt x="47773" y="465308"/>
                  </a:lnTo>
                  <a:lnTo>
                    <a:pt x="43951" y="463875"/>
                  </a:lnTo>
                  <a:lnTo>
                    <a:pt x="43473" y="461487"/>
                  </a:lnTo>
                  <a:lnTo>
                    <a:pt x="45384" y="458143"/>
                  </a:lnTo>
                  <a:lnTo>
                    <a:pt x="44429" y="456232"/>
                  </a:lnTo>
                  <a:lnTo>
                    <a:pt x="42040" y="455754"/>
                  </a:lnTo>
                  <a:lnTo>
                    <a:pt x="39652" y="457187"/>
                  </a:lnTo>
                  <a:lnTo>
                    <a:pt x="38696" y="455754"/>
                  </a:lnTo>
                  <a:lnTo>
                    <a:pt x="38218" y="454321"/>
                  </a:lnTo>
                  <a:lnTo>
                    <a:pt x="38218" y="451932"/>
                  </a:lnTo>
                  <a:lnTo>
                    <a:pt x="38696" y="451454"/>
                  </a:lnTo>
                  <a:lnTo>
                    <a:pt x="39652" y="451932"/>
                  </a:lnTo>
                  <a:lnTo>
                    <a:pt x="44907" y="450977"/>
                  </a:lnTo>
                  <a:lnTo>
                    <a:pt x="45384" y="450021"/>
                  </a:lnTo>
                  <a:lnTo>
                    <a:pt x="41085" y="448110"/>
                  </a:lnTo>
                  <a:lnTo>
                    <a:pt x="40129" y="446199"/>
                  </a:lnTo>
                  <a:lnTo>
                    <a:pt x="41562" y="444766"/>
                  </a:lnTo>
                  <a:lnTo>
                    <a:pt x="44907" y="444766"/>
                  </a:lnTo>
                  <a:lnTo>
                    <a:pt x="49206" y="443333"/>
                  </a:lnTo>
                  <a:lnTo>
                    <a:pt x="47295" y="441422"/>
                  </a:lnTo>
                  <a:lnTo>
                    <a:pt x="46818" y="439989"/>
                  </a:lnTo>
                  <a:lnTo>
                    <a:pt x="46818" y="438078"/>
                  </a:lnTo>
                  <a:lnTo>
                    <a:pt x="47295" y="434734"/>
                  </a:lnTo>
                  <a:lnTo>
                    <a:pt x="52550" y="426612"/>
                  </a:lnTo>
                  <a:lnTo>
                    <a:pt x="57328" y="419924"/>
                  </a:lnTo>
                  <a:lnTo>
                    <a:pt x="59238" y="418491"/>
                  </a:lnTo>
                  <a:lnTo>
                    <a:pt x="61149" y="417536"/>
                  </a:lnTo>
                  <a:lnTo>
                    <a:pt x="63538" y="418013"/>
                  </a:lnTo>
                  <a:lnTo>
                    <a:pt x="65927" y="419447"/>
                  </a:lnTo>
                  <a:lnTo>
                    <a:pt x="65927" y="418969"/>
                  </a:lnTo>
                  <a:lnTo>
                    <a:pt x="65449" y="418491"/>
                  </a:lnTo>
                  <a:lnTo>
                    <a:pt x="64493" y="415625"/>
                  </a:lnTo>
                  <a:lnTo>
                    <a:pt x="67360" y="414669"/>
                  </a:lnTo>
                  <a:lnTo>
                    <a:pt x="69271" y="411325"/>
                  </a:lnTo>
                  <a:lnTo>
                    <a:pt x="69271" y="410370"/>
                  </a:lnTo>
                  <a:lnTo>
                    <a:pt x="67360" y="411803"/>
                  </a:lnTo>
                  <a:lnTo>
                    <a:pt x="65449" y="414192"/>
                  </a:lnTo>
                  <a:lnTo>
                    <a:pt x="64971" y="411803"/>
                  </a:lnTo>
                  <a:lnTo>
                    <a:pt x="64493" y="407026"/>
                  </a:lnTo>
                  <a:lnTo>
                    <a:pt x="65449" y="402248"/>
                  </a:lnTo>
                  <a:lnTo>
                    <a:pt x="65927" y="400337"/>
                  </a:lnTo>
                  <a:lnTo>
                    <a:pt x="67838" y="398426"/>
                  </a:lnTo>
                  <a:lnTo>
                    <a:pt x="72615" y="397471"/>
                  </a:lnTo>
                  <a:lnTo>
                    <a:pt x="73570" y="397949"/>
                  </a:lnTo>
                  <a:lnTo>
                    <a:pt x="73570" y="396993"/>
                  </a:lnTo>
                  <a:lnTo>
                    <a:pt x="70704" y="394127"/>
                  </a:lnTo>
                  <a:lnTo>
                    <a:pt x="72137" y="391738"/>
                  </a:lnTo>
                  <a:lnTo>
                    <a:pt x="73093" y="390305"/>
                  </a:lnTo>
                  <a:lnTo>
                    <a:pt x="78825" y="388394"/>
                  </a:lnTo>
                  <a:lnTo>
                    <a:pt x="82169" y="389350"/>
                  </a:lnTo>
                  <a:lnTo>
                    <a:pt x="86469" y="391260"/>
                  </a:lnTo>
                  <a:lnTo>
                    <a:pt x="88858" y="394127"/>
                  </a:lnTo>
                  <a:lnTo>
                    <a:pt x="88380" y="395560"/>
                  </a:lnTo>
                  <a:lnTo>
                    <a:pt x="87902" y="396038"/>
                  </a:lnTo>
                  <a:lnTo>
                    <a:pt x="86469" y="396993"/>
                  </a:lnTo>
                  <a:lnTo>
                    <a:pt x="85991" y="397949"/>
                  </a:lnTo>
                  <a:lnTo>
                    <a:pt x="86469" y="398426"/>
                  </a:lnTo>
                  <a:lnTo>
                    <a:pt x="88380" y="396993"/>
                  </a:lnTo>
                  <a:lnTo>
                    <a:pt x="91246" y="394605"/>
                  </a:lnTo>
                  <a:lnTo>
                    <a:pt x="92679" y="395560"/>
                  </a:lnTo>
                  <a:lnTo>
                    <a:pt x="94113" y="396993"/>
                  </a:lnTo>
                  <a:lnTo>
                    <a:pt x="95068" y="396993"/>
                  </a:lnTo>
                  <a:lnTo>
                    <a:pt x="99845" y="396038"/>
                  </a:lnTo>
                  <a:lnTo>
                    <a:pt x="102234" y="394605"/>
                  </a:lnTo>
                  <a:lnTo>
                    <a:pt x="104623" y="390783"/>
                  </a:lnTo>
                  <a:lnTo>
                    <a:pt x="108445" y="388394"/>
                  </a:lnTo>
                  <a:lnTo>
                    <a:pt x="113700" y="380750"/>
                  </a:lnTo>
                  <a:lnTo>
                    <a:pt x="115133" y="377406"/>
                  </a:lnTo>
                  <a:lnTo>
                    <a:pt x="117044" y="377406"/>
                  </a:lnTo>
                  <a:lnTo>
                    <a:pt x="118477" y="377406"/>
                  </a:lnTo>
                  <a:lnTo>
                    <a:pt x="119910" y="379795"/>
                  </a:lnTo>
                  <a:lnTo>
                    <a:pt x="121343" y="380750"/>
                  </a:lnTo>
                  <a:lnTo>
                    <a:pt x="130420" y="380273"/>
                  </a:lnTo>
                  <a:lnTo>
                    <a:pt x="135197" y="378840"/>
                  </a:lnTo>
                  <a:lnTo>
                    <a:pt x="138542" y="376451"/>
                  </a:lnTo>
                  <a:lnTo>
                    <a:pt x="142363" y="372151"/>
                  </a:lnTo>
                  <a:lnTo>
                    <a:pt x="144274" y="369285"/>
                  </a:lnTo>
                  <a:lnTo>
                    <a:pt x="145230" y="365941"/>
                  </a:lnTo>
                  <a:lnTo>
                    <a:pt x="143797" y="361164"/>
                  </a:lnTo>
                  <a:lnTo>
                    <a:pt x="142363" y="356864"/>
                  </a:lnTo>
                  <a:lnTo>
                    <a:pt x="140930" y="347787"/>
                  </a:lnTo>
                  <a:lnTo>
                    <a:pt x="136153" y="341577"/>
                  </a:lnTo>
                  <a:lnTo>
                    <a:pt x="132809" y="340143"/>
                  </a:lnTo>
                  <a:lnTo>
                    <a:pt x="130898" y="340143"/>
                  </a:lnTo>
                  <a:lnTo>
                    <a:pt x="132331" y="336322"/>
                  </a:lnTo>
                  <a:lnTo>
                    <a:pt x="136631" y="336799"/>
                  </a:lnTo>
                  <a:lnTo>
                    <a:pt x="139497" y="335844"/>
                  </a:lnTo>
                  <a:lnTo>
                    <a:pt x="141886" y="333933"/>
                  </a:lnTo>
                  <a:lnTo>
                    <a:pt x="142841" y="332500"/>
                  </a:lnTo>
                  <a:lnTo>
                    <a:pt x="143797" y="329633"/>
                  </a:lnTo>
                  <a:lnTo>
                    <a:pt x="143319" y="326767"/>
                  </a:lnTo>
                  <a:lnTo>
                    <a:pt x="142841" y="324856"/>
                  </a:lnTo>
                  <a:lnTo>
                    <a:pt x="141408" y="322945"/>
                  </a:lnTo>
                  <a:lnTo>
                    <a:pt x="139497" y="320079"/>
                  </a:lnTo>
                  <a:lnTo>
                    <a:pt x="138064" y="319123"/>
                  </a:lnTo>
                  <a:lnTo>
                    <a:pt x="137108" y="319601"/>
                  </a:lnTo>
                  <a:lnTo>
                    <a:pt x="131376" y="324856"/>
                  </a:lnTo>
                  <a:lnTo>
                    <a:pt x="128032" y="324856"/>
                  </a:lnTo>
                  <a:lnTo>
                    <a:pt x="125643" y="323901"/>
                  </a:lnTo>
                  <a:lnTo>
                    <a:pt x="123254" y="327245"/>
                  </a:lnTo>
                  <a:lnTo>
                    <a:pt x="117521" y="330111"/>
                  </a:lnTo>
                  <a:lnTo>
                    <a:pt x="114177" y="332500"/>
                  </a:lnTo>
                  <a:lnTo>
                    <a:pt x="108445" y="339666"/>
                  </a:lnTo>
                  <a:lnTo>
                    <a:pt x="106534" y="342532"/>
                  </a:lnTo>
                  <a:lnTo>
                    <a:pt x="104623" y="342532"/>
                  </a:lnTo>
                  <a:lnTo>
                    <a:pt x="103667" y="336799"/>
                  </a:lnTo>
                  <a:lnTo>
                    <a:pt x="96979" y="331067"/>
                  </a:lnTo>
                  <a:lnTo>
                    <a:pt x="95068" y="332977"/>
                  </a:lnTo>
                  <a:lnTo>
                    <a:pt x="96024" y="334888"/>
                  </a:lnTo>
                  <a:lnTo>
                    <a:pt x="97457" y="335844"/>
                  </a:lnTo>
                  <a:lnTo>
                    <a:pt x="99845" y="336799"/>
                  </a:lnTo>
                  <a:lnTo>
                    <a:pt x="98890" y="338233"/>
                  </a:lnTo>
                  <a:lnTo>
                    <a:pt x="97935" y="340621"/>
                  </a:lnTo>
                  <a:lnTo>
                    <a:pt x="95546" y="338233"/>
                  </a:lnTo>
                  <a:lnTo>
                    <a:pt x="91246" y="335366"/>
                  </a:lnTo>
                  <a:lnTo>
                    <a:pt x="86947" y="333455"/>
                  </a:lnTo>
                  <a:lnTo>
                    <a:pt x="75004" y="333933"/>
                  </a:lnTo>
                  <a:lnTo>
                    <a:pt x="67360" y="337277"/>
                  </a:lnTo>
                  <a:lnTo>
                    <a:pt x="66882" y="336322"/>
                  </a:lnTo>
                  <a:lnTo>
                    <a:pt x="65927" y="336322"/>
                  </a:lnTo>
                  <a:lnTo>
                    <a:pt x="64493" y="336799"/>
                  </a:lnTo>
                  <a:lnTo>
                    <a:pt x="64016" y="338233"/>
                  </a:lnTo>
                  <a:lnTo>
                    <a:pt x="63060" y="339188"/>
                  </a:lnTo>
                  <a:lnTo>
                    <a:pt x="61627" y="339188"/>
                  </a:lnTo>
                  <a:lnTo>
                    <a:pt x="58761" y="338710"/>
                  </a:lnTo>
                  <a:lnTo>
                    <a:pt x="52550" y="336799"/>
                  </a:lnTo>
                  <a:lnTo>
                    <a:pt x="38696" y="333933"/>
                  </a:lnTo>
                  <a:lnTo>
                    <a:pt x="34874" y="332022"/>
                  </a:lnTo>
                  <a:lnTo>
                    <a:pt x="32008" y="327722"/>
                  </a:lnTo>
                  <a:lnTo>
                    <a:pt x="32008" y="324856"/>
                  </a:lnTo>
                  <a:lnTo>
                    <a:pt x="33441" y="323423"/>
                  </a:lnTo>
                  <a:lnTo>
                    <a:pt x="33441" y="319123"/>
                  </a:lnTo>
                  <a:lnTo>
                    <a:pt x="30575" y="318168"/>
                  </a:lnTo>
                  <a:lnTo>
                    <a:pt x="25320" y="311957"/>
                  </a:lnTo>
                  <a:lnTo>
                    <a:pt x="22931" y="309091"/>
                  </a:lnTo>
                  <a:lnTo>
                    <a:pt x="23409" y="309091"/>
                  </a:lnTo>
                  <a:lnTo>
                    <a:pt x="24364" y="309569"/>
                  </a:lnTo>
                  <a:lnTo>
                    <a:pt x="26275" y="310046"/>
                  </a:lnTo>
                  <a:lnTo>
                    <a:pt x="31052" y="309569"/>
                  </a:lnTo>
                  <a:lnTo>
                    <a:pt x="32486" y="305269"/>
                  </a:lnTo>
                  <a:lnTo>
                    <a:pt x="35830" y="304314"/>
                  </a:lnTo>
                  <a:lnTo>
                    <a:pt x="39174" y="304791"/>
                  </a:lnTo>
                  <a:lnTo>
                    <a:pt x="38218" y="303836"/>
                  </a:lnTo>
                  <a:lnTo>
                    <a:pt x="37741" y="302880"/>
                  </a:lnTo>
                  <a:lnTo>
                    <a:pt x="29619" y="300970"/>
                  </a:lnTo>
                  <a:lnTo>
                    <a:pt x="28186" y="301447"/>
                  </a:lnTo>
                  <a:lnTo>
                    <a:pt x="13854" y="297626"/>
                  </a:lnTo>
                  <a:lnTo>
                    <a:pt x="1911" y="291415"/>
                  </a:lnTo>
                  <a:lnTo>
                    <a:pt x="955" y="289982"/>
                  </a:lnTo>
                  <a:lnTo>
                    <a:pt x="0" y="287593"/>
                  </a:lnTo>
                  <a:lnTo>
                    <a:pt x="1433" y="284727"/>
                  </a:lnTo>
                  <a:lnTo>
                    <a:pt x="3344" y="283294"/>
                  </a:lnTo>
                  <a:lnTo>
                    <a:pt x="3344" y="284727"/>
                  </a:lnTo>
                  <a:lnTo>
                    <a:pt x="3344" y="286638"/>
                  </a:lnTo>
                  <a:lnTo>
                    <a:pt x="10032" y="282816"/>
                  </a:lnTo>
                  <a:lnTo>
                    <a:pt x="13854" y="278516"/>
                  </a:lnTo>
                  <a:lnTo>
                    <a:pt x="20065" y="277561"/>
                  </a:lnTo>
                  <a:lnTo>
                    <a:pt x="21498" y="276605"/>
                  </a:lnTo>
                  <a:lnTo>
                    <a:pt x="23886" y="274217"/>
                  </a:lnTo>
                  <a:lnTo>
                    <a:pt x="26753" y="269917"/>
                  </a:lnTo>
                  <a:lnTo>
                    <a:pt x="30575" y="267529"/>
                  </a:lnTo>
                  <a:lnTo>
                    <a:pt x="33441" y="265618"/>
                  </a:lnTo>
                  <a:lnTo>
                    <a:pt x="37263" y="264662"/>
                  </a:lnTo>
                  <a:lnTo>
                    <a:pt x="40607" y="266573"/>
                  </a:lnTo>
                  <a:lnTo>
                    <a:pt x="41562" y="267051"/>
                  </a:lnTo>
                  <a:lnTo>
                    <a:pt x="46818" y="267051"/>
                  </a:lnTo>
                  <a:lnTo>
                    <a:pt x="48728" y="266573"/>
                  </a:lnTo>
                  <a:lnTo>
                    <a:pt x="49684" y="265618"/>
                  </a:lnTo>
                  <a:lnTo>
                    <a:pt x="50162" y="264662"/>
                  </a:lnTo>
                  <a:lnTo>
                    <a:pt x="44907" y="261318"/>
                  </a:lnTo>
                  <a:lnTo>
                    <a:pt x="45384" y="259407"/>
                  </a:lnTo>
                  <a:lnTo>
                    <a:pt x="45862" y="257974"/>
                  </a:lnTo>
                  <a:lnTo>
                    <a:pt x="52550" y="253674"/>
                  </a:lnTo>
                  <a:lnTo>
                    <a:pt x="57328" y="252241"/>
                  </a:lnTo>
                  <a:lnTo>
                    <a:pt x="60194" y="252719"/>
                  </a:lnTo>
                  <a:lnTo>
                    <a:pt x="67838" y="246986"/>
                  </a:lnTo>
                  <a:lnTo>
                    <a:pt x="72137" y="245553"/>
                  </a:lnTo>
                  <a:lnTo>
                    <a:pt x="79781" y="244598"/>
                  </a:lnTo>
                  <a:lnTo>
                    <a:pt x="86469" y="244598"/>
                  </a:lnTo>
                  <a:lnTo>
                    <a:pt x="88380" y="246508"/>
                  </a:lnTo>
                  <a:lnTo>
                    <a:pt x="85036" y="246031"/>
                  </a:lnTo>
                  <a:lnTo>
                    <a:pt x="83125" y="246031"/>
                  </a:lnTo>
                  <a:lnTo>
                    <a:pt x="84558" y="246986"/>
                  </a:lnTo>
                  <a:lnTo>
                    <a:pt x="85514" y="248419"/>
                  </a:lnTo>
                  <a:lnTo>
                    <a:pt x="85514" y="249853"/>
                  </a:lnTo>
                  <a:lnTo>
                    <a:pt x="83125" y="255108"/>
                  </a:lnTo>
                  <a:lnTo>
                    <a:pt x="83125" y="259407"/>
                  </a:lnTo>
                  <a:lnTo>
                    <a:pt x="81692" y="260840"/>
                  </a:lnTo>
                  <a:lnTo>
                    <a:pt x="80259" y="262751"/>
                  </a:lnTo>
                  <a:lnTo>
                    <a:pt x="87425" y="268484"/>
                  </a:lnTo>
                  <a:lnTo>
                    <a:pt x="97457" y="268962"/>
                  </a:lnTo>
                  <a:lnTo>
                    <a:pt x="103190" y="268006"/>
                  </a:lnTo>
                  <a:lnTo>
                    <a:pt x="106534" y="269439"/>
                  </a:lnTo>
                  <a:lnTo>
                    <a:pt x="109400" y="269917"/>
                  </a:lnTo>
                  <a:lnTo>
                    <a:pt x="116566" y="268962"/>
                  </a:lnTo>
                  <a:lnTo>
                    <a:pt x="122299" y="270395"/>
                  </a:lnTo>
                  <a:lnTo>
                    <a:pt x="124687" y="269917"/>
                  </a:lnTo>
                  <a:lnTo>
                    <a:pt x="129465" y="260840"/>
                  </a:lnTo>
                  <a:lnTo>
                    <a:pt x="131853" y="259885"/>
                  </a:lnTo>
                  <a:lnTo>
                    <a:pt x="133764" y="261318"/>
                  </a:lnTo>
                  <a:lnTo>
                    <a:pt x="136631" y="262273"/>
                  </a:lnTo>
                  <a:lnTo>
                    <a:pt x="138542" y="261796"/>
                  </a:lnTo>
                  <a:lnTo>
                    <a:pt x="139975" y="263707"/>
                  </a:lnTo>
                  <a:lnTo>
                    <a:pt x="139497" y="258929"/>
                  </a:lnTo>
                  <a:lnTo>
                    <a:pt x="138064" y="257496"/>
                  </a:lnTo>
                  <a:lnTo>
                    <a:pt x="129942" y="254152"/>
                  </a:lnTo>
                  <a:lnTo>
                    <a:pt x="124210" y="255585"/>
                  </a:lnTo>
                  <a:lnTo>
                    <a:pt x="122299" y="253674"/>
                  </a:lnTo>
                  <a:lnTo>
                    <a:pt x="123254" y="249853"/>
                  </a:lnTo>
                  <a:lnTo>
                    <a:pt x="117044" y="240776"/>
                  </a:lnTo>
                  <a:lnTo>
                    <a:pt x="114655" y="238865"/>
                  </a:lnTo>
                  <a:lnTo>
                    <a:pt x="111789" y="238865"/>
                  </a:lnTo>
                  <a:lnTo>
                    <a:pt x="109878" y="235521"/>
                  </a:lnTo>
                  <a:lnTo>
                    <a:pt x="108922" y="231699"/>
                  </a:lnTo>
                  <a:lnTo>
                    <a:pt x="111311" y="229788"/>
                  </a:lnTo>
                  <a:lnTo>
                    <a:pt x="113700" y="229310"/>
                  </a:lnTo>
                  <a:lnTo>
                    <a:pt x="115611" y="230743"/>
                  </a:lnTo>
                  <a:lnTo>
                    <a:pt x="117999" y="235998"/>
                  </a:lnTo>
                  <a:lnTo>
                    <a:pt x="120388" y="236476"/>
                  </a:lnTo>
                  <a:lnTo>
                    <a:pt x="119910" y="242209"/>
                  </a:lnTo>
                  <a:lnTo>
                    <a:pt x="122776" y="246986"/>
                  </a:lnTo>
                  <a:lnTo>
                    <a:pt x="128987" y="251763"/>
                  </a:lnTo>
                  <a:lnTo>
                    <a:pt x="134242" y="249853"/>
                  </a:lnTo>
                  <a:lnTo>
                    <a:pt x="137586" y="249853"/>
                  </a:lnTo>
                  <a:lnTo>
                    <a:pt x="139497" y="250808"/>
                  </a:lnTo>
                  <a:lnTo>
                    <a:pt x="144752" y="255108"/>
                  </a:lnTo>
                  <a:lnTo>
                    <a:pt x="147618" y="255585"/>
                  </a:lnTo>
                  <a:lnTo>
                    <a:pt x="155740" y="253197"/>
                  </a:lnTo>
                  <a:lnTo>
                    <a:pt x="155740" y="249375"/>
                  </a:lnTo>
                  <a:lnTo>
                    <a:pt x="155262" y="246508"/>
                  </a:lnTo>
                  <a:lnTo>
                    <a:pt x="153351" y="244598"/>
                  </a:lnTo>
                  <a:lnTo>
                    <a:pt x="147618" y="245075"/>
                  </a:lnTo>
                  <a:lnTo>
                    <a:pt x="143319" y="241731"/>
                  </a:lnTo>
                  <a:lnTo>
                    <a:pt x="139497" y="242687"/>
                  </a:lnTo>
                  <a:lnTo>
                    <a:pt x="132809" y="247464"/>
                  </a:lnTo>
                  <a:lnTo>
                    <a:pt x="129465" y="245553"/>
                  </a:lnTo>
                  <a:lnTo>
                    <a:pt x="127076" y="243164"/>
                  </a:lnTo>
                  <a:lnTo>
                    <a:pt x="123732" y="240776"/>
                  </a:lnTo>
                  <a:lnTo>
                    <a:pt x="123254" y="235998"/>
                  </a:lnTo>
                  <a:lnTo>
                    <a:pt x="126121" y="230266"/>
                  </a:lnTo>
                  <a:lnTo>
                    <a:pt x="128509" y="227877"/>
                  </a:lnTo>
                  <a:lnTo>
                    <a:pt x="126598" y="225966"/>
                  </a:lnTo>
                  <a:lnTo>
                    <a:pt x="121343" y="224533"/>
                  </a:lnTo>
                  <a:lnTo>
                    <a:pt x="113222" y="225966"/>
                  </a:lnTo>
                  <a:lnTo>
                    <a:pt x="112744" y="224055"/>
                  </a:lnTo>
                  <a:lnTo>
                    <a:pt x="112744" y="221666"/>
                  </a:lnTo>
                  <a:lnTo>
                    <a:pt x="109400" y="225966"/>
                  </a:lnTo>
                  <a:lnTo>
                    <a:pt x="105578" y="225011"/>
                  </a:lnTo>
                  <a:lnTo>
                    <a:pt x="100801" y="225488"/>
                  </a:lnTo>
                  <a:lnTo>
                    <a:pt x="90291" y="222144"/>
                  </a:lnTo>
                  <a:lnTo>
                    <a:pt x="86947" y="217367"/>
                  </a:lnTo>
                  <a:lnTo>
                    <a:pt x="85036" y="214023"/>
                  </a:lnTo>
                  <a:lnTo>
                    <a:pt x="82169" y="204468"/>
                  </a:lnTo>
                  <a:lnTo>
                    <a:pt x="78825" y="198258"/>
                  </a:lnTo>
                  <a:lnTo>
                    <a:pt x="53506" y="176760"/>
                  </a:lnTo>
                  <a:lnTo>
                    <a:pt x="42518" y="171505"/>
                  </a:lnTo>
                  <a:lnTo>
                    <a:pt x="36785" y="165772"/>
                  </a:lnTo>
                  <a:lnTo>
                    <a:pt x="33441" y="164339"/>
                  </a:lnTo>
                  <a:lnTo>
                    <a:pt x="30097" y="163384"/>
                  </a:lnTo>
                  <a:lnTo>
                    <a:pt x="25797" y="161473"/>
                  </a:lnTo>
                  <a:lnTo>
                    <a:pt x="28664" y="159084"/>
                  </a:lnTo>
                  <a:lnTo>
                    <a:pt x="30575" y="158606"/>
                  </a:lnTo>
                  <a:lnTo>
                    <a:pt x="28664" y="160995"/>
                  </a:lnTo>
                  <a:lnTo>
                    <a:pt x="30097" y="161473"/>
                  </a:lnTo>
                  <a:lnTo>
                    <a:pt x="32486" y="160039"/>
                  </a:lnTo>
                  <a:lnTo>
                    <a:pt x="33919" y="158606"/>
                  </a:lnTo>
                  <a:lnTo>
                    <a:pt x="35830" y="150963"/>
                  </a:lnTo>
                  <a:lnTo>
                    <a:pt x="37741" y="139975"/>
                  </a:lnTo>
                  <a:lnTo>
                    <a:pt x="37263" y="135198"/>
                  </a:lnTo>
                  <a:lnTo>
                    <a:pt x="51117" y="136153"/>
                  </a:lnTo>
                  <a:lnTo>
                    <a:pt x="60672" y="135675"/>
                  </a:lnTo>
                  <a:lnTo>
                    <a:pt x="63538" y="134720"/>
                  </a:lnTo>
                  <a:lnTo>
                    <a:pt x="75004" y="132809"/>
                  </a:lnTo>
                  <a:lnTo>
                    <a:pt x="78348" y="131376"/>
                  </a:lnTo>
                  <a:lnTo>
                    <a:pt x="83603" y="127554"/>
                  </a:lnTo>
                  <a:lnTo>
                    <a:pt x="90291" y="120866"/>
                  </a:lnTo>
                  <a:lnTo>
                    <a:pt x="96024" y="111789"/>
                  </a:lnTo>
                  <a:lnTo>
                    <a:pt x="96979" y="109400"/>
                  </a:lnTo>
                  <a:lnTo>
                    <a:pt x="97457" y="110356"/>
                  </a:lnTo>
                  <a:lnTo>
                    <a:pt x="97935" y="109878"/>
                  </a:lnTo>
                  <a:lnTo>
                    <a:pt x="98412" y="106534"/>
                  </a:lnTo>
                  <a:lnTo>
                    <a:pt x="99368" y="98412"/>
                  </a:lnTo>
                  <a:lnTo>
                    <a:pt x="101756" y="90291"/>
                  </a:lnTo>
                  <a:lnTo>
                    <a:pt x="113700" y="72615"/>
                  </a:lnTo>
                  <a:lnTo>
                    <a:pt x="119432" y="65449"/>
                  </a:lnTo>
                  <a:lnTo>
                    <a:pt x="121343" y="62105"/>
                  </a:lnTo>
                  <a:lnTo>
                    <a:pt x="123254" y="59716"/>
                  </a:lnTo>
                  <a:lnTo>
                    <a:pt x="124687" y="62105"/>
                  </a:lnTo>
                  <a:lnTo>
                    <a:pt x="125165" y="63060"/>
                  </a:lnTo>
                  <a:lnTo>
                    <a:pt x="125643" y="64016"/>
                  </a:lnTo>
                  <a:lnTo>
                    <a:pt x="124210" y="64493"/>
                  </a:lnTo>
                  <a:lnTo>
                    <a:pt x="122776" y="66882"/>
                  </a:lnTo>
                  <a:lnTo>
                    <a:pt x="119910" y="68315"/>
                  </a:lnTo>
                  <a:lnTo>
                    <a:pt x="119432" y="69271"/>
                  </a:lnTo>
                  <a:lnTo>
                    <a:pt x="120866" y="68793"/>
                  </a:lnTo>
                  <a:lnTo>
                    <a:pt x="125643" y="67360"/>
                  </a:lnTo>
                  <a:lnTo>
                    <a:pt x="128032" y="64971"/>
                  </a:lnTo>
                  <a:lnTo>
                    <a:pt x="140930" y="61627"/>
                  </a:lnTo>
                  <a:lnTo>
                    <a:pt x="147618" y="54939"/>
                  </a:lnTo>
                  <a:lnTo>
                    <a:pt x="148096" y="53506"/>
                  </a:lnTo>
                  <a:lnTo>
                    <a:pt x="158128" y="45862"/>
                  </a:lnTo>
                  <a:lnTo>
                    <a:pt x="159562" y="46340"/>
                  </a:lnTo>
                  <a:lnTo>
                    <a:pt x="161473" y="47295"/>
                  </a:lnTo>
                  <a:lnTo>
                    <a:pt x="158606" y="52072"/>
                  </a:lnTo>
                  <a:lnTo>
                    <a:pt x="160517" y="53506"/>
                  </a:lnTo>
                  <a:lnTo>
                    <a:pt x="158606" y="59716"/>
                  </a:lnTo>
                  <a:lnTo>
                    <a:pt x="162428" y="59716"/>
                  </a:lnTo>
                  <a:lnTo>
                    <a:pt x="163383" y="62583"/>
                  </a:lnTo>
                  <a:lnTo>
                    <a:pt x="163383" y="60194"/>
                  </a:lnTo>
                  <a:lnTo>
                    <a:pt x="163383" y="56850"/>
                  </a:lnTo>
                  <a:lnTo>
                    <a:pt x="163383" y="53506"/>
                  </a:lnTo>
                  <a:lnTo>
                    <a:pt x="164339" y="51117"/>
                  </a:lnTo>
                  <a:lnTo>
                    <a:pt x="166728" y="52072"/>
                  </a:lnTo>
                  <a:lnTo>
                    <a:pt x="172460" y="49684"/>
                  </a:lnTo>
                  <a:lnTo>
                    <a:pt x="165294" y="49206"/>
                  </a:lnTo>
                  <a:lnTo>
                    <a:pt x="161473" y="43473"/>
                  </a:lnTo>
                  <a:lnTo>
                    <a:pt x="159084" y="43473"/>
                  </a:lnTo>
                  <a:lnTo>
                    <a:pt x="166728" y="34874"/>
                  </a:lnTo>
                  <a:lnTo>
                    <a:pt x="174371" y="30097"/>
                  </a:lnTo>
                  <a:lnTo>
                    <a:pt x="175804" y="30097"/>
                  </a:lnTo>
                  <a:lnTo>
                    <a:pt x="176760" y="31052"/>
                  </a:lnTo>
                  <a:lnTo>
                    <a:pt x="176760" y="32486"/>
                  </a:lnTo>
                  <a:lnTo>
                    <a:pt x="175327" y="33441"/>
                  </a:lnTo>
                  <a:lnTo>
                    <a:pt x="173416" y="35352"/>
                  </a:lnTo>
                  <a:lnTo>
                    <a:pt x="174371" y="36785"/>
                  </a:lnTo>
                  <a:lnTo>
                    <a:pt x="175327" y="37263"/>
                  </a:lnTo>
                  <a:lnTo>
                    <a:pt x="178671" y="35830"/>
                  </a:lnTo>
                  <a:lnTo>
                    <a:pt x="180582" y="34397"/>
                  </a:lnTo>
                  <a:lnTo>
                    <a:pt x="187748" y="34397"/>
                  </a:lnTo>
                  <a:lnTo>
                    <a:pt x="190136" y="33441"/>
                  </a:lnTo>
                  <a:lnTo>
                    <a:pt x="190614" y="32008"/>
                  </a:lnTo>
                  <a:lnTo>
                    <a:pt x="200169" y="32008"/>
                  </a:lnTo>
                  <a:lnTo>
                    <a:pt x="202080" y="31052"/>
                  </a:lnTo>
                  <a:lnTo>
                    <a:pt x="207812" y="26275"/>
                  </a:lnTo>
                  <a:lnTo>
                    <a:pt x="213545" y="21020"/>
                  </a:lnTo>
                  <a:lnTo>
                    <a:pt x="215934" y="18154"/>
                  </a:lnTo>
                  <a:lnTo>
                    <a:pt x="220711" y="10510"/>
                  </a:lnTo>
                  <a:lnTo>
                    <a:pt x="224533" y="5255"/>
                  </a:lnTo>
                  <a:lnTo>
                    <a:pt x="230743" y="0"/>
                  </a:lnTo>
                  <a:lnTo>
                    <a:pt x="232176" y="956"/>
                  </a:lnTo>
                  <a:lnTo>
                    <a:pt x="229788" y="1911"/>
                  </a:lnTo>
                  <a:lnTo>
                    <a:pt x="228355" y="3822"/>
                  </a:lnTo>
                  <a:lnTo>
                    <a:pt x="230743" y="6688"/>
                  </a:lnTo>
                  <a:lnTo>
                    <a:pt x="243642" y="12421"/>
                  </a:lnTo>
                  <a:lnTo>
                    <a:pt x="246986" y="12899"/>
                  </a:lnTo>
                  <a:lnTo>
                    <a:pt x="248419" y="16243"/>
                  </a:lnTo>
                  <a:lnTo>
                    <a:pt x="246986" y="19587"/>
                  </a:lnTo>
                  <a:lnTo>
                    <a:pt x="243642" y="23409"/>
                  </a:lnTo>
                  <a:lnTo>
                    <a:pt x="236954" y="27231"/>
                  </a:lnTo>
                  <a:lnTo>
                    <a:pt x="238865" y="28664"/>
                  </a:lnTo>
                  <a:lnTo>
                    <a:pt x="240298" y="32008"/>
                  </a:lnTo>
                  <a:lnTo>
                    <a:pt x="242209" y="32486"/>
                  </a:lnTo>
                  <a:lnTo>
                    <a:pt x="245553" y="31052"/>
                  </a:lnTo>
                  <a:lnTo>
                    <a:pt x="248419" y="29142"/>
                  </a:lnTo>
                  <a:lnTo>
                    <a:pt x="253674" y="22453"/>
                  </a:lnTo>
                  <a:lnTo>
                    <a:pt x="255108" y="18631"/>
                  </a:lnTo>
                  <a:lnTo>
                    <a:pt x="256541" y="17676"/>
                  </a:lnTo>
                  <a:lnTo>
                    <a:pt x="260840" y="18631"/>
                  </a:lnTo>
                  <a:lnTo>
                    <a:pt x="263229" y="20542"/>
                  </a:lnTo>
                  <a:lnTo>
                    <a:pt x="266095" y="23886"/>
                  </a:lnTo>
                  <a:lnTo>
                    <a:pt x="265140" y="27231"/>
                  </a:lnTo>
                  <a:lnTo>
                    <a:pt x="264184" y="29142"/>
                  </a:lnTo>
                  <a:lnTo>
                    <a:pt x="267528" y="31530"/>
                  </a:lnTo>
                  <a:lnTo>
                    <a:pt x="271828" y="32008"/>
                  </a:lnTo>
                  <a:lnTo>
                    <a:pt x="275650" y="34397"/>
                  </a:lnTo>
                  <a:lnTo>
                    <a:pt x="281383" y="30097"/>
                  </a:lnTo>
                  <a:lnTo>
                    <a:pt x="285204" y="29142"/>
                  </a:lnTo>
                  <a:lnTo>
                    <a:pt x="289504" y="29142"/>
                  </a:lnTo>
                  <a:lnTo>
                    <a:pt x="294759" y="26753"/>
                  </a:lnTo>
                  <a:lnTo>
                    <a:pt x="303836" y="30097"/>
                  </a:lnTo>
                  <a:lnTo>
                    <a:pt x="305747" y="29142"/>
                  </a:lnTo>
                  <a:lnTo>
                    <a:pt x="309569" y="29619"/>
                  </a:lnTo>
                  <a:lnTo>
                    <a:pt x="313390" y="31530"/>
                  </a:lnTo>
                  <a:lnTo>
                    <a:pt x="314346" y="33919"/>
                  </a:lnTo>
                  <a:lnTo>
                    <a:pt x="310524" y="38218"/>
                  </a:lnTo>
                  <a:lnTo>
                    <a:pt x="310046" y="42518"/>
                  </a:lnTo>
                  <a:lnTo>
                    <a:pt x="311480" y="44429"/>
                  </a:lnTo>
                  <a:lnTo>
                    <a:pt x="313868" y="44429"/>
                  </a:lnTo>
                  <a:lnTo>
                    <a:pt x="314346" y="47295"/>
                  </a:lnTo>
                  <a:lnTo>
                    <a:pt x="315779" y="47773"/>
                  </a:lnTo>
                  <a:lnTo>
                    <a:pt x="323901" y="47295"/>
                  </a:lnTo>
                  <a:lnTo>
                    <a:pt x="322945" y="48728"/>
                  </a:lnTo>
                  <a:lnTo>
                    <a:pt x="322945" y="50162"/>
                  </a:lnTo>
                  <a:lnTo>
                    <a:pt x="320079" y="53506"/>
                  </a:lnTo>
                  <a:lnTo>
                    <a:pt x="334411" y="55417"/>
                  </a:lnTo>
                  <a:lnTo>
                    <a:pt x="336322" y="53506"/>
                  </a:lnTo>
                  <a:lnTo>
                    <a:pt x="339188" y="52550"/>
                  </a:lnTo>
                  <a:lnTo>
                    <a:pt x="345876" y="50162"/>
                  </a:lnTo>
                  <a:lnTo>
                    <a:pt x="348265" y="51117"/>
                  </a:lnTo>
                  <a:lnTo>
                    <a:pt x="350653" y="53984"/>
                  </a:lnTo>
                  <a:lnTo>
                    <a:pt x="353520" y="54461"/>
                  </a:lnTo>
                  <a:lnTo>
                    <a:pt x="355908" y="53984"/>
                  </a:lnTo>
                  <a:lnTo>
                    <a:pt x="361641" y="50162"/>
                  </a:lnTo>
                  <a:lnTo>
                    <a:pt x="367852" y="50162"/>
                  </a:lnTo>
                  <a:lnTo>
                    <a:pt x="370718" y="51117"/>
                  </a:lnTo>
                  <a:lnTo>
                    <a:pt x="373107" y="50639"/>
                  </a:lnTo>
                  <a:lnTo>
                    <a:pt x="381706" y="54939"/>
                  </a:lnTo>
                  <a:lnTo>
                    <a:pt x="385050" y="55417"/>
                  </a:lnTo>
                  <a:lnTo>
                    <a:pt x="388872" y="60672"/>
                  </a:lnTo>
                  <a:lnTo>
                    <a:pt x="391260" y="60672"/>
                  </a:lnTo>
                  <a:lnTo>
                    <a:pt x="393649" y="58761"/>
                  </a:lnTo>
                  <a:lnTo>
                    <a:pt x="395560" y="58761"/>
                  </a:lnTo>
                  <a:lnTo>
                    <a:pt x="397949" y="60672"/>
                  </a:lnTo>
                  <a:lnTo>
                    <a:pt x="401293" y="61627"/>
                  </a:lnTo>
                  <a:lnTo>
                    <a:pt x="402726" y="64971"/>
                  </a:lnTo>
                  <a:lnTo>
                    <a:pt x="404159" y="65927"/>
                  </a:lnTo>
                  <a:lnTo>
                    <a:pt x="417058" y="68793"/>
                  </a:lnTo>
                  <a:lnTo>
                    <a:pt x="423268" y="67360"/>
                  </a:lnTo>
                  <a:lnTo>
                    <a:pt x="432345" y="67838"/>
                  </a:lnTo>
                  <a:lnTo>
                    <a:pt x="437122" y="69271"/>
                  </a:lnTo>
                  <a:lnTo>
                    <a:pt x="441900" y="69271"/>
                  </a:lnTo>
                  <a:lnTo>
                    <a:pt x="449066" y="75004"/>
                  </a:lnTo>
                  <a:lnTo>
                    <a:pt x="453365" y="75959"/>
                  </a:lnTo>
                  <a:lnTo>
                    <a:pt x="454321" y="77392"/>
                  </a:lnTo>
                  <a:lnTo>
                    <a:pt x="465309" y="78825"/>
                  </a:lnTo>
                  <a:lnTo>
                    <a:pt x="469608" y="75481"/>
                  </a:lnTo>
                  <a:lnTo>
                    <a:pt x="476774" y="75004"/>
                  </a:lnTo>
                  <a:lnTo>
                    <a:pt x="482984" y="72137"/>
                  </a:lnTo>
                  <a:lnTo>
                    <a:pt x="486329" y="72137"/>
                  </a:lnTo>
                  <a:lnTo>
                    <a:pt x="490628" y="73093"/>
                  </a:lnTo>
                  <a:lnTo>
                    <a:pt x="492061" y="72615"/>
                  </a:lnTo>
                  <a:lnTo>
                    <a:pt x="493495" y="71659"/>
                  </a:lnTo>
                  <a:lnTo>
                    <a:pt x="503527" y="75959"/>
                  </a:lnTo>
                  <a:lnTo>
                    <a:pt x="509260" y="80736"/>
                  </a:lnTo>
                  <a:lnTo>
                    <a:pt x="511648" y="84558"/>
                  </a:lnTo>
                  <a:lnTo>
                    <a:pt x="523591" y="89813"/>
                  </a:lnTo>
                  <a:lnTo>
                    <a:pt x="526936" y="92679"/>
                  </a:lnTo>
                  <a:lnTo>
                    <a:pt x="529324" y="96024"/>
                  </a:lnTo>
                  <a:lnTo>
                    <a:pt x="530757" y="96501"/>
                  </a:lnTo>
                  <a:lnTo>
                    <a:pt x="531713" y="95546"/>
                  </a:lnTo>
                  <a:lnTo>
                    <a:pt x="535535" y="95546"/>
                  </a:lnTo>
                  <a:lnTo>
                    <a:pt x="537446" y="9602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5" name="Freeform 5524">
              <a:extLst>
                <a:ext uri="{FF2B5EF4-FFF2-40B4-BE49-F238E27FC236}">
                  <a16:creationId xmlns:a16="http://schemas.microsoft.com/office/drawing/2014/main" id="{422437F2-D57E-C9F4-85DC-F2269285531D}"/>
                </a:ext>
              </a:extLst>
            </p:cNvPr>
            <p:cNvSpPr/>
            <p:nvPr/>
          </p:nvSpPr>
          <p:spPr>
            <a:xfrm>
              <a:off x="2588987" y="3112049"/>
              <a:ext cx="6210" cy="4777"/>
            </a:xfrm>
            <a:custGeom>
              <a:avLst/>
              <a:gdLst>
                <a:gd name="csX0" fmla="*/ 478 w 6210"/>
                <a:gd name="csY0" fmla="*/ 4777 h 4777"/>
                <a:gd name="csX1" fmla="*/ 0 w 6210"/>
                <a:gd name="csY1" fmla="*/ 4777 h 4777"/>
                <a:gd name="csX2" fmla="*/ 0 w 6210"/>
                <a:gd name="csY2" fmla="*/ 4300 h 4777"/>
                <a:gd name="csX3" fmla="*/ 2389 w 6210"/>
                <a:gd name="csY3" fmla="*/ 2389 h 4777"/>
                <a:gd name="csX4" fmla="*/ 6210 w 6210"/>
                <a:gd name="csY4" fmla="*/ 0 h 4777"/>
                <a:gd name="csX5" fmla="*/ 6210 w 6210"/>
                <a:gd name="csY5" fmla="*/ 478 h 4777"/>
                <a:gd name="csX6" fmla="*/ 3822 w 6210"/>
                <a:gd name="csY6" fmla="*/ 2389 h 4777"/>
                <a:gd name="csX7" fmla="*/ 478 w 6210"/>
                <a:gd name="csY7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210" h="4777">
                  <a:moveTo>
                    <a:pt x="478" y="4777"/>
                  </a:moveTo>
                  <a:lnTo>
                    <a:pt x="0" y="4777"/>
                  </a:lnTo>
                  <a:lnTo>
                    <a:pt x="0" y="4300"/>
                  </a:lnTo>
                  <a:lnTo>
                    <a:pt x="2389" y="2389"/>
                  </a:lnTo>
                  <a:lnTo>
                    <a:pt x="6210" y="0"/>
                  </a:lnTo>
                  <a:lnTo>
                    <a:pt x="6210" y="478"/>
                  </a:lnTo>
                  <a:lnTo>
                    <a:pt x="3822" y="2389"/>
                  </a:lnTo>
                  <a:lnTo>
                    <a:pt x="47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6" name="Freeform 5525">
              <a:extLst>
                <a:ext uri="{FF2B5EF4-FFF2-40B4-BE49-F238E27FC236}">
                  <a16:creationId xmlns:a16="http://schemas.microsoft.com/office/drawing/2014/main" id="{26F4271B-73EC-B04C-49CC-AAAE674D4EB5}"/>
                </a:ext>
              </a:extLst>
            </p:cNvPr>
            <p:cNvSpPr/>
            <p:nvPr/>
          </p:nvSpPr>
          <p:spPr>
            <a:xfrm>
              <a:off x="2946329" y="3333716"/>
              <a:ext cx="3821" cy="4299"/>
            </a:xfrm>
            <a:custGeom>
              <a:avLst/>
              <a:gdLst>
                <a:gd name="csX0" fmla="*/ 3822 w 3821"/>
                <a:gd name="csY0" fmla="*/ 3822 h 4299"/>
                <a:gd name="csX1" fmla="*/ 1433 w 3821"/>
                <a:gd name="csY1" fmla="*/ 4300 h 4299"/>
                <a:gd name="csX2" fmla="*/ 0 w 3821"/>
                <a:gd name="csY2" fmla="*/ 3822 h 4299"/>
                <a:gd name="csX3" fmla="*/ 0 w 3821"/>
                <a:gd name="csY3" fmla="*/ 3344 h 4299"/>
                <a:gd name="csX4" fmla="*/ 478 w 3821"/>
                <a:gd name="csY4" fmla="*/ 1433 h 4299"/>
                <a:gd name="csX5" fmla="*/ 478 w 3821"/>
                <a:gd name="csY5" fmla="*/ 478 h 4299"/>
                <a:gd name="csX6" fmla="*/ 1433 w 3821"/>
                <a:gd name="csY6" fmla="*/ 0 h 4299"/>
                <a:gd name="csX7" fmla="*/ 3344 w 3821"/>
                <a:gd name="csY7" fmla="*/ 955 h 4299"/>
                <a:gd name="csX8" fmla="*/ 3344 w 3821"/>
                <a:gd name="csY8" fmla="*/ 1911 h 4299"/>
                <a:gd name="csX9" fmla="*/ 3822 w 3821"/>
                <a:gd name="csY9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21" h="4299">
                  <a:moveTo>
                    <a:pt x="3822" y="3822"/>
                  </a:moveTo>
                  <a:lnTo>
                    <a:pt x="1433" y="4300"/>
                  </a:lnTo>
                  <a:lnTo>
                    <a:pt x="0" y="3822"/>
                  </a:lnTo>
                  <a:lnTo>
                    <a:pt x="0" y="3344"/>
                  </a:lnTo>
                  <a:lnTo>
                    <a:pt x="478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3344" y="955"/>
                  </a:lnTo>
                  <a:lnTo>
                    <a:pt x="3344" y="1911"/>
                  </a:lnTo>
                  <a:lnTo>
                    <a:pt x="3822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7" name="Freeform 5526">
              <a:extLst>
                <a:ext uri="{FF2B5EF4-FFF2-40B4-BE49-F238E27FC236}">
                  <a16:creationId xmlns:a16="http://schemas.microsoft.com/office/drawing/2014/main" id="{687BC61A-863C-C9FC-A5E8-4829E623A796}"/>
                </a:ext>
              </a:extLst>
            </p:cNvPr>
            <p:cNvSpPr/>
            <p:nvPr/>
          </p:nvSpPr>
          <p:spPr>
            <a:xfrm>
              <a:off x="2867981" y="3349481"/>
              <a:ext cx="3821" cy="5255"/>
            </a:xfrm>
            <a:custGeom>
              <a:avLst/>
              <a:gdLst>
                <a:gd name="csX0" fmla="*/ 956 w 3821"/>
                <a:gd name="csY0" fmla="*/ 5255 h 5255"/>
                <a:gd name="csX1" fmla="*/ 0 w 3821"/>
                <a:gd name="csY1" fmla="*/ 5255 h 5255"/>
                <a:gd name="csX2" fmla="*/ 1433 w 3821"/>
                <a:gd name="csY2" fmla="*/ 3344 h 5255"/>
                <a:gd name="csX3" fmla="*/ 2389 w 3821"/>
                <a:gd name="csY3" fmla="*/ 0 h 5255"/>
                <a:gd name="csX4" fmla="*/ 3344 w 3821"/>
                <a:gd name="csY4" fmla="*/ 478 h 5255"/>
                <a:gd name="csX5" fmla="*/ 3822 w 3821"/>
                <a:gd name="csY5" fmla="*/ 956 h 5255"/>
                <a:gd name="csX6" fmla="*/ 1911 w 3821"/>
                <a:gd name="csY6" fmla="*/ 4777 h 5255"/>
                <a:gd name="csX7" fmla="*/ 956 w 3821"/>
                <a:gd name="csY7" fmla="*/ 5255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1" h="5255">
                  <a:moveTo>
                    <a:pt x="956" y="5255"/>
                  </a:moveTo>
                  <a:lnTo>
                    <a:pt x="0" y="5255"/>
                  </a:lnTo>
                  <a:lnTo>
                    <a:pt x="1433" y="3344"/>
                  </a:lnTo>
                  <a:lnTo>
                    <a:pt x="2389" y="0"/>
                  </a:lnTo>
                  <a:lnTo>
                    <a:pt x="3344" y="478"/>
                  </a:lnTo>
                  <a:lnTo>
                    <a:pt x="3822" y="956"/>
                  </a:lnTo>
                  <a:lnTo>
                    <a:pt x="1911" y="4777"/>
                  </a:lnTo>
                  <a:lnTo>
                    <a:pt x="956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8" name="Freeform 5527">
              <a:extLst>
                <a:ext uri="{FF2B5EF4-FFF2-40B4-BE49-F238E27FC236}">
                  <a16:creationId xmlns:a16="http://schemas.microsoft.com/office/drawing/2014/main" id="{4FA45314-F14D-E94B-494F-A553B39EC768}"/>
                </a:ext>
              </a:extLst>
            </p:cNvPr>
            <p:cNvSpPr/>
            <p:nvPr/>
          </p:nvSpPr>
          <p:spPr>
            <a:xfrm>
              <a:off x="2951106" y="3349958"/>
              <a:ext cx="4299" cy="11465"/>
            </a:xfrm>
            <a:custGeom>
              <a:avLst/>
              <a:gdLst>
                <a:gd name="csX0" fmla="*/ 4300 w 4299"/>
                <a:gd name="csY0" fmla="*/ 1433 h 11465"/>
                <a:gd name="csX1" fmla="*/ 4300 w 4299"/>
                <a:gd name="csY1" fmla="*/ 2389 h 11465"/>
                <a:gd name="csX2" fmla="*/ 3822 w 4299"/>
                <a:gd name="csY2" fmla="*/ 3344 h 11465"/>
                <a:gd name="csX3" fmla="*/ 4300 w 4299"/>
                <a:gd name="csY3" fmla="*/ 5255 h 11465"/>
                <a:gd name="csX4" fmla="*/ 3344 w 4299"/>
                <a:gd name="csY4" fmla="*/ 8121 h 11465"/>
                <a:gd name="csX5" fmla="*/ 2866 w 4299"/>
                <a:gd name="csY5" fmla="*/ 10032 h 11465"/>
                <a:gd name="csX6" fmla="*/ 2389 w 4299"/>
                <a:gd name="csY6" fmla="*/ 10988 h 11465"/>
                <a:gd name="csX7" fmla="*/ 1911 w 4299"/>
                <a:gd name="csY7" fmla="*/ 11465 h 11465"/>
                <a:gd name="csX8" fmla="*/ 1433 w 4299"/>
                <a:gd name="csY8" fmla="*/ 11465 h 11465"/>
                <a:gd name="csX9" fmla="*/ 955 w 4299"/>
                <a:gd name="csY9" fmla="*/ 10510 h 11465"/>
                <a:gd name="csX10" fmla="*/ 1433 w 4299"/>
                <a:gd name="csY10" fmla="*/ 9555 h 11465"/>
                <a:gd name="csX11" fmla="*/ 0 w 4299"/>
                <a:gd name="csY11" fmla="*/ 9555 h 11465"/>
                <a:gd name="csX12" fmla="*/ 0 w 4299"/>
                <a:gd name="csY12" fmla="*/ 7166 h 11465"/>
                <a:gd name="csX13" fmla="*/ 478 w 4299"/>
                <a:gd name="csY13" fmla="*/ 6210 h 11465"/>
                <a:gd name="csX14" fmla="*/ 955 w 4299"/>
                <a:gd name="csY14" fmla="*/ 5255 h 11465"/>
                <a:gd name="csX15" fmla="*/ 955 w 4299"/>
                <a:gd name="csY15" fmla="*/ 4300 h 11465"/>
                <a:gd name="csX16" fmla="*/ 1911 w 4299"/>
                <a:gd name="csY16" fmla="*/ 955 h 11465"/>
                <a:gd name="csX17" fmla="*/ 1911 w 4299"/>
                <a:gd name="csY17" fmla="*/ 955 h 11465"/>
                <a:gd name="csX18" fmla="*/ 1911 w 4299"/>
                <a:gd name="csY18" fmla="*/ 1911 h 11465"/>
                <a:gd name="csX19" fmla="*/ 2389 w 4299"/>
                <a:gd name="csY19" fmla="*/ 1911 h 11465"/>
                <a:gd name="csX20" fmla="*/ 2866 w 4299"/>
                <a:gd name="csY20" fmla="*/ 1433 h 11465"/>
                <a:gd name="csX21" fmla="*/ 3344 w 4299"/>
                <a:gd name="csY21" fmla="*/ 0 h 11465"/>
                <a:gd name="csX22" fmla="*/ 3822 w 4299"/>
                <a:gd name="csY22" fmla="*/ 0 h 11465"/>
                <a:gd name="csX23" fmla="*/ 4300 w 4299"/>
                <a:gd name="csY23" fmla="*/ 1433 h 11465"/>
                <a:gd name="csX24" fmla="*/ 4300 w 4299"/>
                <a:gd name="csY24" fmla="*/ 1433 h 11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4299" h="11465">
                  <a:moveTo>
                    <a:pt x="4300" y="1433"/>
                  </a:moveTo>
                  <a:lnTo>
                    <a:pt x="4300" y="2389"/>
                  </a:lnTo>
                  <a:lnTo>
                    <a:pt x="3822" y="3344"/>
                  </a:lnTo>
                  <a:lnTo>
                    <a:pt x="4300" y="5255"/>
                  </a:lnTo>
                  <a:lnTo>
                    <a:pt x="3344" y="8121"/>
                  </a:lnTo>
                  <a:lnTo>
                    <a:pt x="2866" y="10032"/>
                  </a:lnTo>
                  <a:lnTo>
                    <a:pt x="2389" y="10988"/>
                  </a:lnTo>
                  <a:lnTo>
                    <a:pt x="1911" y="11465"/>
                  </a:lnTo>
                  <a:lnTo>
                    <a:pt x="1433" y="11465"/>
                  </a:lnTo>
                  <a:lnTo>
                    <a:pt x="955" y="10510"/>
                  </a:lnTo>
                  <a:lnTo>
                    <a:pt x="1433" y="9555"/>
                  </a:lnTo>
                  <a:lnTo>
                    <a:pt x="0" y="9555"/>
                  </a:lnTo>
                  <a:lnTo>
                    <a:pt x="0" y="7166"/>
                  </a:lnTo>
                  <a:lnTo>
                    <a:pt x="478" y="6210"/>
                  </a:lnTo>
                  <a:lnTo>
                    <a:pt x="955" y="5255"/>
                  </a:lnTo>
                  <a:lnTo>
                    <a:pt x="955" y="4300"/>
                  </a:lnTo>
                  <a:lnTo>
                    <a:pt x="1911" y="955"/>
                  </a:lnTo>
                  <a:lnTo>
                    <a:pt x="1911" y="955"/>
                  </a:lnTo>
                  <a:lnTo>
                    <a:pt x="1911" y="1911"/>
                  </a:lnTo>
                  <a:lnTo>
                    <a:pt x="2389" y="1911"/>
                  </a:lnTo>
                  <a:lnTo>
                    <a:pt x="2866" y="1433"/>
                  </a:lnTo>
                  <a:lnTo>
                    <a:pt x="3344" y="0"/>
                  </a:lnTo>
                  <a:lnTo>
                    <a:pt x="3822" y="0"/>
                  </a:lnTo>
                  <a:lnTo>
                    <a:pt x="4300" y="1433"/>
                  </a:lnTo>
                  <a:lnTo>
                    <a:pt x="430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9" name="Freeform 5528">
              <a:extLst>
                <a:ext uri="{FF2B5EF4-FFF2-40B4-BE49-F238E27FC236}">
                  <a16:creationId xmlns:a16="http://schemas.microsoft.com/office/drawing/2014/main" id="{8330349A-0235-F95A-A57A-E1E770D60453}"/>
                </a:ext>
              </a:extLst>
            </p:cNvPr>
            <p:cNvSpPr/>
            <p:nvPr/>
          </p:nvSpPr>
          <p:spPr>
            <a:xfrm>
              <a:off x="2974515" y="3350436"/>
              <a:ext cx="11943" cy="7643"/>
            </a:xfrm>
            <a:custGeom>
              <a:avLst/>
              <a:gdLst>
                <a:gd name="csX0" fmla="*/ 6210 w 11943"/>
                <a:gd name="csY0" fmla="*/ 955 h 7643"/>
                <a:gd name="csX1" fmla="*/ 6688 w 11943"/>
                <a:gd name="csY1" fmla="*/ 1911 h 7643"/>
                <a:gd name="csX2" fmla="*/ 10510 w 11943"/>
                <a:gd name="csY2" fmla="*/ 1911 h 7643"/>
                <a:gd name="csX3" fmla="*/ 11465 w 11943"/>
                <a:gd name="csY3" fmla="*/ 1911 h 7643"/>
                <a:gd name="csX4" fmla="*/ 11943 w 11943"/>
                <a:gd name="csY4" fmla="*/ 2389 h 7643"/>
                <a:gd name="csX5" fmla="*/ 11465 w 11943"/>
                <a:gd name="csY5" fmla="*/ 3344 h 7643"/>
                <a:gd name="csX6" fmla="*/ 10032 w 11943"/>
                <a:gd name="csY6" fmla="*/ 3822 h 7643"/>
                <a:gd name="csX7" fmla="*/ 5733 w 11943"/>
                <a:gd name="csY7" fmla="*/ 5733 h 7643"/>
                <a:gd name="csX8" fmla="*/ 1911 w 11943"/>
                <a:gd name="csY8" fmla="*/ 7644 h 7643"/>
                <a:gd name="csX9" fmla="*/ 1433 w 11943"/>
                <a:gd name="csY9" fmla="*/ 7644 h 7643"/>
                <a:gd name="csX10" fmla="*/ 955 w 11943"/>
                <a:gd name="csY10" fmla="*/ 5255 h 7643"/>
                <a:gd name="csX11" fmla="*/ 478 w 11943"/>
                <a:gd name="csY11" fmla="*/ 4300 h 7643"/>
                <a:gd name="csX12" fmla="*/ 0 w 11943"/>
                <a:gd name="csY12" fmla="*/ 2866 h 7643"/>
                <a:gd name="csX13" fmla="*/ 0 w 11943"/>
                <a:gd name="csY13" fmla="*/ 2389 h 7643"/>
                <a:gd name="csX14" fmla="*/ 478 w 11943"/>
                <a:gd name="csY14" fmla="*/ 1433 h 7643"/>
                <a:gd name="csX15" fmla="*/ 1911 w 11943"/>
                <a:gd name="csY15" fmla="*/ 478 h 7643"/>
                <a:gd name="csX16" fmla="*/ 2866 w 11943"/>
                <a:gd name="csY16" fmla="*/ 0 h 7643"/>
                <a:gd name="csX17" fmla="*/ 6210 w 11943"/>
                <a:gd name="csY17" fmla="*/ 955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1943" h="7643">
                  <a:moveTo>
                    <a:pt x="6210" y="955"/>
                  </a:moveTo>
                  <a:lnTo>
                    <a:pt x="6688" y="1911"/>
                  </a:lnTo>
                  <a:lnTo>
                    <a:pt x="10510" y="1911"/>
                  </a:lnTo>
                  <a:lnTo>
                    <a:pt x="11465" y="1911"/>
                  </a:lnTo>
                  <a:lnTo>
                    <a:pt x="11943" y="2389"/>
                  </a:lnTo>
                  <a:lnTo>
                    <a:pt x="11465" y="3344"/>
                  </a:lnTo>
                  <a:lnTo>
                    <a:pt x="10032" y="3822"/>
                  </a:lnTo>
                  <a:lnTo>
                    <a:pt x="5733" y="5733"/>
                  </a:lnTo>
                  <a:lnTo>
                    <a:pt x="1911" y="7644"/>
                  </a:lnTo>
                  <a:lnTo>
                    <a:pt x="1433" y="7644"/>
                  </a:lnTo>
                  <a:lnTo>
                    <a:pt x="955" y="5255"/>
                  </a:lnTo>
                  <a:lnTo>
                    <a:pt x="478" y="4300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1911" y="478"/>
                  </a:lnTo>
                  <a:lnTo>
                    <a:pt x="2866" y="0"/>
                  </a:lnTo>
                  <a:lnTo>
                    <a:pt x="621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0" name="Freeform 5529">
              <a:extLst>
                <a:ext uri="{FF2B5EF4-FFF2-40B4-BE49-F238E27FC236}">
                  <a16:creationId xmlns:a16="http://schemas.microsoft.com/office/drawing/2014/main" id="{93556535-7E45-18F3-B198-D4F0D0502FF6}"/>
                </a:ext>
              </a:extLst>
            </p:cNvPr>
            <p:cNvSpPr/>
            <p:nvPr/>
          </p:nvSpPr>
          <p:spPr>
            <a:xfrm>
              <a:off x="3002701" y="3353302"/>
              <a:ext cx="3344" cy="3344"/>
            </a:xfrm>
            <a:custGeom>
              <a:avLst/>
              <a:gdLst>
                <a:gd name="csX0" fmla="*/ 3344 w 3344"/>
                <a:gd name="csY0" fmla="*/ 2389 h 3344"/>
                <a:gd name="csX1" fmla="*/ 2389 w 3344"/>
                <a:gd name="csY1" fmla="*/ 3344 h 3344"/>
                <a:gd name="csX2" fmla="*/ 956 w 3344"/>
                <a:gd name="csY2" fmla="*/ 2866 h 3344"/>
                <a:gd name="csX3" fmla="*/ 0 w 3344"/>
                <a:gd name="csY3" fmla="*/ 2389 h 3344"/>
                <a:gd name="csX4" fmla="*/ 2866 w 3344"/>
                <a:gd name="csY4" fmla="*/ 0 h 3344"/>
                <a:gd name="csX5" fmla="*/ 3344 w 3344"/>
                <a:gd name="csY5" fmla="*/ 478 h 3344"/>
                <a:gd name="csX6" fmla="*/ 3344 w 3344"/>
                <a:gd name="csY6" fmla="*/ 2389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3344">
                  <a:moveTo>
                    <a:pt x="3344" y="2389"/>
                  </a:moveTo>
                  <a:lnTo>
                    <a:pt x="2389" y="3344"/>
                  </a:lnTo>
                  <a:lnTo>
                    <a:pt x="956" y="2866"/>
                  </a:lnTo>
                  <a:lnTo>
                    <a:pt x="0" y="2389"/>
                  </a:lnTo>
                  <a:lnTo>
                    <a:pt x="2866" y="0"/>
                  </a:lnTo>
                  <a:lnTo>
                    <a:pt x="3344" y="478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1" name="Freeform 5530">
              <a:extLst>
                <a:ext uri="{FF2B5EF4-FFF2-40B4-BE49-F238E27FC236}">
                  <a16:creationId xmlns:a16="http://schemas.microsoft.com/office/drawing/2014/main" id="{9E73C38C-B1A1-05B3-839F-3BA7019C9510}"/>
                </a:ext>
              </a:extLst>
            </p:cNvPr>
            <p:cNvSpPr/>
            <p:nvPr/>
          </p:nvSpPr>
          <p:spPr>
            <a:xfrm>
              <a:off x="2563190" y="3353302"/>
              <a:ext cx="36785" cy="22931"/>
            </a:xfrm>
            <a:custGeom>
              <a:avLst/>
              <a:gdLst>
                <a:gd name="csX0" fmla="*/ 25797 w 36785"/>
                <a:gd name="csY0" fmla="*/ 478 h 22931"/>
                <a:gd name="csX1" fmla="*/ 27708 w 36785"/>
                <a:gd name="csY1" fmla="*/ 2389 h 22931"/>
                <a:gd name="csX2" fmla="*/ 28664 w 36785"/>
                <a:gd name="csY2" fmla="*/ 2389 h 22931"/>
                <a:gd name="csX3" fmla="*/ 31530 w 36785"/>
                <a:gd name="csY3" fmla="*/ 1911 h 22931"/>
                <a:gd name="csX4" fmla="*/ 32963 w 36785"/>
                <a:gd name="csY4" fmla="*/ 2389 h 22931"/>
                <a:gd name="csX5" fmla="*/ 33919 w 36785"/>
                <a:gd name="csY5" fmla="*/ 3344 h 22931"/>
                <a:gd name="csX6" fmla="*/ 34397 w 36785"/>
                <a:gd name="csY6" fmla="*/ 4300 h 22931"/>
                <a:gd name="csX7" fmla="*/ 34874 w 36785"/>
                <a:gd name="csY7" fmla="*/ 6211 h 22931"/>
                <a:gd name="csX8" fmla="*/ 34397 w 36785"/>
                <a:gd name="csY8" fmla="*/ 8121 h 22931"/>
                <a:gd name="csX9" fmla="*/ 34397 w 36785"/>
                <a:gd name="csY9" fmla="*/ 10988 h 22931"/>
                <a:gd name="csX10" fmla="*/ 34397 w 36785"/>
                <a:gd name="csY10" fmla="*/ 11943 h 22931"/>
                <a:gd name="csX11" fmla="*/ 35830 w 36785"/>
                <a:gd name="csY11" fmla="*/ 13377 h 22931"/>
                <a:gd name="csX12" fmla="*/ 36307 w 36785"/>
                <a:gd name="csY12" fmla="*/ 15765 h 22931"/>
                <a:gd name="csX13" fmla="*/ 36785 w 36785"/>
                <a:gd name="csY13" fmla="*/ 17676 h 22931"/>
                <a:gd name="csX14" fmla="*/ 32963 w 36785"/>
                <a:gd name="csY14" fmla="*/ 18632 h 22931"/>
                <a:gd name="csX15" fmla="*/ 29619 w 36785"/>
                <a:gd name="csY15" fmla="*/ 18632 h 22931"/>
                <a:gd name="csX16" fmla="*/ 26753 w 36785"/>
                <a:gd name="csY16" fmla="*/ 20065 h 22931"/>
                <a:gd name="csX17" fmla="*/ 25797 w 36785"/>
                <a:gd name="csY17" fmla="*/ 21020 h 22931"/>
                <a:gd name="csX18" fmla="*/ 26275 w 36785"/>
                <a:gd name="csY18" fmla="*/ 22931 h 22931"/>
                <a:gd name="csX19" fmla="*/ 25797 w 36785"/>
                <a:gd name="csY19" fmla="*/ 22931 h 22931"/>
                <a:gd name="csX20" fmla="*/ 24842 w 36785"/>
                <a:gd name="csY20" fmla="*/ 22931 h 22931"/>
                <a:gd name="csX21" fmla="*/ 23409 w 36785"/>
                <a:gd name="csY21" fmla="*/ 21498 h 22931"/>
                <a:gd name="csX22" fmla="*/ 21976 w 36785"/>
                <a:gd name="csY22" fmla="*/ 20542 h 22931"/>
                <a:gd name="csX23" fmla="*/ 16243 w 36785"/>
                <a:gd name="csY23" fmla="*/ 19587 h 22931"/>
                <a:gd name="csX24" fmla="*/ 9077 w 36785"/>
                <a:gd name="csY24" fmla="*/ 15287 h 22931"/>
                <a:gd name="csX25" fmla="*/ 6210 w 36785"/>
                <a:gd name="csY25" fmla="*/ 14332 h 22931"/>
                <a:gd name="csX26" fmla="*/ 2866 w 36785"/>
                <a:gd name="csY26" fmla="*/ 10988 h 22931"/>
                <a:gd name="csX27" fmla="*/ 0 w 36785"/>
                <a:gd name="csY27" fmla="*/ 7166 h 22931"/>
                <a:gd name="csX28" fmla="*/ 1911 w 36785"/>
                <a:gd name="csY28" fmla="*/ 6211 h 22931"/>
                <a:gd name="csX29" fmla="*/ 3822 w 36785"/>
                <a:gd name="csY29" fmla="*/ 6211 h 22931"/>
                <a:gd name="csX30" fmla="*/ 11943 w 36785"/>
                <a:gd name="csY30" fmla="*/ 6688 h 22931"/>
                <a:gd name="csX31" fmla="*/ 12899 w 36785"/>
                <a:gd name="csY31" fmla="*/ 3822 h 22931"/>
                <a:gd name="csX32" fmla="*/ 14332 w 36785"/>
                <a:gd name="csY32" fmla="*/ 2866 h 22931"/>
                <a:gd name="csX33" fmla="*/ 16721 w 36785"/>
                <a:gd name="csY33" fmla="*/ 2389 h 22931"/>
                <a:gd name="csX34" fmla="*/ 19109 w 36785"/>
                <a:gd name="csY34" fmla="*/ 478 h 22931"/>
                <a:gd name="csX35" fmla="*/ 20065 w 36785"/>
                <a:gd name="csY35" fmla="*/ 478 h 22931"/>
                <a:gd name="csX36" fmla="*/ 21498 w 36785"/>
                <a:gd name="csY36" fmla="*/ 1433 h 22931"/>
                <a:gd name="csX37" fmla="*/ 23886 w 36785"/>
                <a:gd name="csY37" fmla="*/ 478 h 22931"/>
                <a:gd name="csX38" fmla="*/ 24842 w 36785"/>
                <a:gd name="csY38" fmla="*/ 0 h 22931"/>
                <a:gd name="csX39" fmla="*/ 25797 w 36785"/>
                <a:gd name="csY39" fmla="*/ 478 h 229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6785" h="22931">
                  <a:moveTo>
                    <a:pt x="25797" y="478"/>
                  </a:moveTo>
                  <a:lnTo>
                    <a:pt x="27708" y="2389"/>
                  </a:lnTo>
                  <a:lnTo>
                    <a:pt x="28664" y="2389"/>
                  </a:lnTo>
                  <a:lnTo>
                    <a:pt x="31530" y="1911"/>
                  </a:lnTo>
                  <a:lnTo>
                    <a:pt x="32963" y="2389"/>
                  </a:lnTo>
                  <a:lnTo>
                    <a:pt x="33919" y="3344"/>
                  </a:lnTo>
                  <a:lnTo>
                    <a:pt x="34397" y="4300"/>
                  </a:lnTo>
                  <a:lnTo>
                    <a:pt x="34874" y="6211"/>
                  </a:lnTo>
                  <a:lnTo>
                    <a:pt x="34397" y="8121"/>
                  </a:lnTo>
                  <a:lnTo>
                    <a:pt x="34397" y="10988"/>
                  </a:lnTo>
                  <a:lnTo>
                    <a:pt x="34397" y="11943"/>
                  </a:lnTo>
                  <a:lnTo>
                    <a:pt x="35830" y="13377"/>
                  </a:lnTo>
                  <a:lnTo>
                    <a:pt x="36307" y="15765"/>
                  </a:lnTo>
                  <a:lnTo>
                    <a:pt x="36785" y="17676"/>
                  </a:lnTo>
                  <a:lnTo>
                    <a:pt x="32963" y="18632"/>
                  </a:lnTo>
                  <a:lnTo>
                    <a:pt x="29619" y="18632"/>
                  </a:lnTo>
                  <a:lnTo>
                    <a:pt x="26753" y="20065"/>
                  </a:lnTo>
                  <a:lnTo>
                    <a:pt x="25797" y="21020"/>
                  </a:lnTo>
                  <a:lnTo>
                    <a:pt x="26275" y="22931"/>
                  </a:lnTo>
                  <a:lnTo>
                    <a:pt x="25797" y="22931"/>
                  </a:lnTo>
                  <a:lnTo>
                    <a:pt x="24842" y="22931"/>
                  </a:lnTo>
                  <a:lnTo>
                    <a:pt x="23409" y="21498"/>
                  </a:lnTo>
                  <a:lnTo>
                    <a:pt x="21976" y="20542"/>
                  </a:lnTo>
                  <a:lnTo>
                    <a:pt x="16243" y="19587"/>
                  </a:lnTo>
                  <a:lnTo>
                    <a:pt x="9077" y="15287"/>
                  </a:lnTo>
                  <a:lnTo>
                    <a:pt x="6210" y="14332"/>
                  </a:lnTo>
                  <a:lnTo>
                    <a:pt x="2866" y="10988"/>
                  </a:lnTo>
                  <a:lnTo>
                    <a:pt x="0" y="7166"/>
                  </a:lnTo>
                  <a:lnTo>
                    <a:pt x="1911" y="6211"/>
                  </a:lnTo>
                  <a:lnTo>
                    <a:pt x="3822" y="6211"/>
                  </a:lnTo>
                  <a:lnTo>
                    <a:pt x="11943" y="6688"/>
                  </a:lnTo>
                  <a:lnTo>
                    <a:pt x="12899" y="3822"/>
                  </a:lnTo>
                  <a:lnTo>
                    <a:pt x="14332" y="2866"/>
                  </a:lnTo>
                  <a:lnTo>
                    <a:pt x="16721" y="2389"/>
                  </a:lnTo>
                  <a:lnTo>
                    <a:pt x="19109" y="478"/>
                  </a:lnTo>
                  <a:lnTo>
                    <a:pt x="20065" y="478"/>
                  </a:lnTo>
                  <a:lnTo>
                    <a:pt x="21498" y="1433"/>
                  </a:lnTo>
                  <a:lnTo>
                    <a:pt x="23886" y="478"/>
                  </a:lnTo>
                  <a:lnTo>
                    <a:pt x="24842" y="0"/>
                  </a:lnTo>
                  <a:lnTo>
                    <a:pt x="2579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2" name="Freeform 5531">
              <a:extLst>
                <a:ext uri="{FF2B5EF4-FFF2-40B4-BE49-F238E27FC236}">
                  <a16:creationId xmlns:a16="http://schemas.microsoft.com/office/drawing/2014/main" id="{3B251523-DA35-2466-0A19-036DE4DD44C5}"/>
                </a:ext>
              </a:extLst>
            </p:cNvPr>
            <p:cNvSpPr/>
            <p:nvPr/>
          </p:nvSpPr>
          <p:spPr>
            <a:xfrm>
              <a:off x="2951106" y="3354736"/>
              <a:ext cx="18153" cy="20542"/>
            </a:xfrm>
            <a:custGeom>
              <a:avLst/>
              <a:gdLst>
                <a:gd name="csX0" fmla="*/ 2866 w 18153"/>
                <a:gd name="csY0" fmla="*/ 20065 h 20542"/>
                <a:gd name="csX1" fmla="*/ 478 w 18153"/>
                <a:gd name="csY1" fmla="*/ 20542 h 20542"/>
                <a:gd name="csX2" fmla="*/ 0 w 18153"/>
                <a:gd name="csY2" fmla="*/ 19587 h 20542"/>
                <a:gd name="csX3" fmla="*/ 1433 w 18153"/>
                <a:gd name="csY3" fmla="*/ 16721 h 20542"/>
                <a:gd name="csX4" fmla="*/ 2389 w 18153"/>
                <a:gd name="csY4" fmla="*/ 15287 h 20542"/>
                <a:gd name="csX5" fmla="*/ 2866 w 18153"/>
                <a:gd name="csY5" fmla="*/ 14810 h 20542"/>
                <a:gd name="csX6" fmla="*/ 5255 w 18153"/>
                <a:gd name="csY6" fmla="*/ 11943 h 20542"/>
                <a:gd name="csX7" fmla="*/ 8121 w 18153"/>
                <a:gd name="csY7" fmla="*/ 9555 h 20542"/>
                <a:gd name="csX8" fmla="*/ 10988 w 18153"/>
                <a:gd name="csY8" fmla="*/ 6688 h 20542"/>
                <a:gd name="csX9" fmla="*/ 13376 w 18153"/>
                <a:gd name="csY9" fmla="*/ 1911 h 20542"/>
                <a:gd name="csX10" fmla="*/ 13854 w 18153"/>
                <a:gd name="csY10" fmla="*/ 0 h 20542"/>
                <a:gd name="csX11" fmla="*/ 15287 w 18153"/>
                <a:gd name="csY11" fmla="*/ 0 h 20542"/>
                <a:gd name="csX12" fmla="*/ 17198 w 18153"/>
                <a:gd name="csY12" fmla="*/ 955 h 20542"/>
                <a:gd name="csX13" fmla="*/ 18154 w 18153"/>
                <a:gd name="csY13" fmla="*/ 2866 h 20542"/>
                <a:gd name="csX14" fmla="*/ 17676 w 18153"/>
                <a:gd name="csY14" fmla="*/ 3822 h 20542"/>
                <a:gd name="csX15" fmla="*/ 10988 w 18153"/>
                <a:gd name="csY15" fmla="*/ 10510 h 20542"/>
                <a:gd name="csX16" fmla="*/ 10510 w 18153"/>
                <a:gd name="csY16" fmla="*/ 11465 h 20542"/>
                <a:gd name="csX17" fmla="*/ 10032 w 18153"/>
                <a:gd name="csY17" fmla="*/ 13376 h 20542"/>
                <a:gd name="csX18" fmla="*/ 9555 w 18153"/>
                <a:gd name="csY18" fmla="*/ 14332 h 20542"/>
                <a:gd name="csX19" fmla="*/ 8599 w 18153"/>
                <a:gd name="csY19" fmla="*/ 14810 h 20542"/>
                <a:gd name="csX20" fmla="*/ 8121 w 18153"/>
                <a:gd name="csY20" fmla="*/ 15765 h 20542"/>
                <a:gd name="csX21" fmla="*/ 7644 w 18153"/>
                <a:gd name="csY21" fmla="*/ 17198 h 20542"/>
                <a:gd name="csX22" fmla="*/ 6688 w 18153"/>
                <a:gd name="csY22" fmla="*/ 18154 h 20542"/>
                <a:gd name="csX23" fmla="*/ 5733 w 18153"/>
                <a:gd name="csY23" fmla="*/ 18154 h 20542"/>
                <a:gd name="csX24" fmla="*/ 4777 w 18153"/>
                <a:gd name="csY24" fmla="*/ 18631 h 20542"/>
                <a:gd name="csX25" fmla="*/ 4300 w 18153"/>
                <a:gd name="csY25" fmla="*/ 19109 h 20542"/>
                <a:gd name="csX26" fmla="*/ 2866 w 18153"/>
                <a:gd name="csY26" fmla="*/ 20065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8153" h="20542">
                  <a:moveTo>
                    <a:pt x="2866" y="20065"/>
                  </a:moveTo>
                  <a:lnTo>
                    <a:pt x="478" y="20542"/>
                  </a:lnTo>
                  <a:lnTo>
                    <a:pt x="0" y="19587"/>
                  </a:lnTo>
                  <a:lnTo>
                    <a:pt x="1433" y="16721"/>
                  </a:lnTo>
                  <a:lnTo>
                    <a:pt x="2389" y="15287"/>
                  </a:lnTo>
                  <a:lnTo>
                    <a:pt x="2866" y="14810"/>
                  </a:lnTo>
                  <a:lnTo>
                    <a:pt x="5255" y="11943"/>
                  </a:lnTo>
                  <a:lnTo>
                    <a:pt x="8121" y="9555"/>
                  </a:lnTo>
                  <a:lnTo>
                    <a:pt x="10988" y="6688"/>
                  </a:lnTo>
                  <a:lnTo>
                    <a:pt x="13376" y="1911"/>
                  </a:lnTo>
                  <a:lnTo>
                    <a:pt x="13854" y="0"/>
                  </a:lnTo>
                  <a:lnTo>
                    <a:pt x="15287" y="0"/>
                  </a:lnTo>
                  <a:lnTo>
                    <a:pt x="17198" y="955"/>
                  </a:lnTo>
                  <a:lnTo>
                    <a:pt x="18154" y="2866"/>
                  </a:lnTo>
                  <a:lnTo>
                    <a:pt x="17676" y="3822"/>
                  </a:lnTo>
                  <a:lnTo>
                    <a:pt x="10988" y="10510"/>
                  </a:lnTo>
                  <a:lnTo>
                    <a:pt x="10510" y="11465"/>
                  </a:lnTo>
                  <a:lnTo>
                    <a:pt x="10032" y="13376"/>
                  </a:lnTo>
                  <a:lnTo>
                    <a:pt x="9555" y="14332"/>
                  </a:lnTo>
                  <a:lnTo>
                    <a:pt x="8599" y="14810"/>
                  </a:lnTo>
                  <a:lnTo>
                    <a:pt x="8121" y="15765"/>
                  </a:lnTo>
                  <a:lnTo>
                    <a:pt x="7644" y="17198"/>
                  </a:lnTo>
                  <a:lnTo>
                    <a:pt x="6688" y="18154"/>
                  </a:lnTo>
                  <a:lnTo>
                    <a:pt x="5733" y="18154"/>
                  </a:lnTo>
                  <a:lnTo>
                    <a:pt x="4777" y="18631"/>
                  </a:lnTo>
                  <a:lnTo>
                    <a:pt x="4300" y="19109"/>
                  </a:lnTo>
                  <a:lnTo>
                    <a:pt x="2866" y="2006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3" name="Freeform 5532">
              <a:extLst>
                <a:ext uri="{FF2B5EF4-FFF2-40B4-BE49-F238E27FC236}">
                  <a16:creationId xmlns:a16="http://schemas.microsoft.com/office/drawing/2014/main" id="{E0BE830C-36D7-FFED-9BB2-A15AB82AD89E}"/>
                </a:ext>
              </a:extLst>
            </p:cNvPr>
            <p:cNvSpPr/>
            <p:nvPr/>
          </p:nvSpPr>
          <p:spPr>
            <a:xfrm>
              <a:off x="2943463" y="3362379"/>
              <a:ext cx="7165" cy="4299"/>
            </a:xfrm>
            <a:custGeom>
              <a:avLst/>
              <a:gdLst>
                <a:gd name="csX0" fmla="*/ 4777 w 7165"/>
                <a:gd name="csY0" fmla="*/ 3344 h 4299"/>
                <a:gd name="csX1" fmla="*/ 3822 w 7165"/>
                <a:gd name="csY1" fmla="*/ 4300 h 4299"/>
                <a:gd name="csX2" fmla="*/ 0 w 7165"/>
                <a:gd name="csY2" fmla="*/ 3822 h 4299"/>
                <a:gd name="csX3" fmla="*/ 478 w 7165"/>
                <a:gd name="csY3" fmla="*/ 1433 h 4299"/>
                <a:gd name="csX4" fmla="*/ 3822 w 7165"/>
                <a:gd name="csY4" fmla="*/ 0 h 4299"/>
                <a:gd name="csX5" fmla="*/ 7166 w 7165"/>
                <a:gd name="csY5" fmla="*/ 2389 h 4299"/>
                <a:gd name="csX6" fmla="*/ 4777 w 7165"/>
                <a:gd name="csY6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65" h="4299">
                  <a:moveTo>
                    <a:pt x="4777" y="3344"/>
                  </a:moveTo>
                  <a:lnTo>
                    <a:pt x="3822" y="4300"/>
                  </a:lnTo>
                  <a:lnTo>
                    <a:pt x="0" y="3822"/>
                  </a:lnTo>
                  <a:lnTo>
                    <a:pt x="478" y="1433"/>
                  </a:lnTo>
                  <a:lnTo>
                    <a:pt x="3822" y="0"/>
                  </a:lnTo>
                  <a:lnTo>
                    <a:pt x="7166" y="2389"/>
                  </a:lnTo>
                  <a:lnTo>
                    <a:pt x="4777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4" name="Freeform 5533">
              <a:extLst>
                <a:ext uri="{FF2B5EF4-FFF2-40B4-BE49-F238E27FC236}">
                  <a16:creationId xmlns:a16="http://schemas.microsoft.com/office/drawing/2014/main" id="{677A53EE-AB35-675C-666C-CD7449767A08}"/>
                </a:ext>
              </a:extLst>
            </p:cNvPr>
            <p:cNvSpPr/>
            <p:nvPr/>
          </p:nvSpPr>
          <p:spPr>
            <a:xfrm>
              <a:off x="3016077" y="3367157"/>
              <a:ext cx="7165" cy="7643"/>
            </a:xfrm>
            <a:custGeom>
              <a:avLst/>
              <a:gdLst>
                <a:gd name="csX0" fmla="*/ 956 w 7165"/>
                <a:gd name="csY0" fmla="*/ 7166 h 7643"/>
                <a:gd name="csX1" fmla="*/ 0 w 7165"/>
                <a:gd name="csY1" fmla="*/ 7644 h 7643"/>
                <a:gd name="csX2" fmla="*/ 1433 w 7165"/>
                <a:gd name="csY2" fmla="*/ 5255 h 7643"/>
                <a:gd name="csX3" fmla="*/ 3344 w 7165"/>
                <a:gd name="csY3" fmla="*/ 2389 h 7643"/>
                <a:gd name="csX4" fmla="*/ 4777 w 7165"/>
                <a:gd name="csY4" fmla="*/ 955 h 7643"/>
                <a:gd name="csX5" fmla="*/ 7166 w 7165"/>
                <a:gd name="csY5" fmla="*/ 0 h 7643"/>
                <a:gd name="csX6" fmla="*/ 7166 w 7165"/>
                <a:gd name="csY6" fmla="*/ 1433 h 7643"/>
                <a:gd name="csX7" fmla="*/ 3822 w 7165"/>
                <a:gd name="csY7" fmla="*/ 3822 h 7643"/>
                <a:gd name="csX8" fmla="*/ 956 w 7165"/>
                <a:gd name="csY8" fmla="*/ 7166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65" h="7643">
                  <a:moveTo>
                    <a:pt x="956" y="7166"/>
                  </a:moveTo>
                  <a:lnTo>
                    <a:pt x="0" y="7644"/>
                  </a:lnTo>
                  <a:lnTo>
                    <a:pt x="1433" y="5255"/>
                  </a:lnTo>
                  <a:lnTo>
                    <a:pt x="3344" y="2389"/>
                  </a:lnTo>
                  <a:lnTo>
                    <a:pt x="4777" y="955"/>
                  </a:lnTo>
                  <a:lnTo>
                    <a:pt x="7166" y="0"/>
                  </a:lnTo>
                  <a:lnTo>
                    <a:pt x="7166" y="1433"/>
                  </a:lnTo>
                  <a:lnTo>
                    <a:pt x="3822" y="3822"/>
                  </a:lnTo>
                  <a:lnTo>
                    <a:pt x="956" y="71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5" name="Freeform 5534">
              <a:extLst>
                <a:ext uri="{FF2B5EF4-FFF2-40B4-BE49-F238E27FC236}">
                  <a16:creationId xmlns:a16="http://schemas.microsoft.com/office/drawing/2014/main" id="{42C77696-866D-9DC6-1B97-47F7EE6863A3}"/>
                </a:ext>
              </a:extLst>
            </p:cNvPr>
            <p:cNvSpPr/>
            <p:nvPr/>
          </p:nvSpPr>
          <p:spPr>
            <a:xfrm>
              <a:off x="2688355" y="3411108"/>
              <a:ext cx="8121" cy="8121"/>
            </a:xfrm>
            <a:custGeom>
              <a:avLst/>
              <a:gdLst>
                <a:gd name="csX0" fmla="*/ 4300 w 8121"/>
                <a:gd name="csY0" fmla="*/ 7644 h 8121"/>
                <a:gd name="csX1" fmla="*/ 2866 w 8121"/>
                <a:gd name="csY1" fmla="*/ 8121 h 8121"/>
                <a:gd name="csX2" fmla="*/ 1433 w 8121"/>
                <a:gd name="csY2" fmla="*/ 7644 h 8121"/>
                <a:gd name="csX3" fmla="*/ 0 w 8121"/>
                <a:gd name="csY3" fmla="*/ 4300 h 8121"/>
                <a:gd name="csX4" fmla="*/ 955 w 8121"/>
                <a:gd name="csY4" fmla="*/ 4300 h 8121"/>
                <a:gd name="csX5" fmla="*/ 2866 w 8121"/>
                <a:gd name="csY5" fmla="*/ 1911 h 8121"/>
                <a:gd name="csX6" fmla="*/ 7166 w 8121"/>
                <a:gd name="csY6" fmla="*/ 0 h 8121"/>
                <a:gd name="csX7" fmla="*/ 8121 w 8121"/>
                <a:gd name="csY7" fmla="*/ 0 h 8121"/>
                <a:gd name="csX8" fmla="*/ 4300 w 8121"/>
                <a:gd name="csY8" fmla="*/ 7644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21" h="8121">
                  <a:moveTo>
                    <a:pt x="4300" y="7644"/>
                  </a:moveTo>
                  <a:lnTo>
                    <a:pt x="2866" y="8121"/>
                  </a:lnTo>
                  <a:lnTo>
                    <a:pt x="1433" y="7644"/>
                  </a:lnTo>
                  <a:lnTo>
                    <a:pt x="0" y="4300"/>
                  </a:lnTo>
                  <a:lnTo>
                    <a:pt x="955" y="4300"/>
                  </a:lnTo>
                  <a:lnTo>
                    <a:pt x="2866" y="1911"/>
                  </a:lnTo>
                  <a:lnTo>
                    <a:pt x="7166" y="0"/>
                  </a:lnTo>
                  <a:lnTo>
                    <a:pt x="8121" y="0"/>
                  </a:lnTo>
                  <a:lnTo>
                    <a:pt x="4300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6" name="Freeform 5535">
              <a:extLst>
                <a:ext uri="{FF2B5EF4-FFF2-40B4-BE49-F238E27FC236}">
                  <a16:creationId xmlns:a16="http://schemas.microsoft.com/office/drawing/2014/main" id="{85BE7773-C8AC-BD3D-C375-2797537F0C5D}"/>
                </a:ext>
              </a:extLst>
            </p:cNvPr>
            <p:cNvSpPr/>
            <p:nvPr/>
          </p:nvSpPr>
          <p:spPr>
            <a:xfrm>
              <a:off x="2856993" y="3416840"/>
              <a:ext cx="5255" cy="5255"/>
            </a:xfrm>
            <a:custGeom>
              <a:avLst/>
              <a:gdLst>
                <a:gd name="csX0" fmla="*/ 2866 w 5255"/>
                <a:gd name="csY0" fmla="*/ 4777 h 5255"/>
                <a:gd name="csX1" fmla="*/ 2389 w 5255"/>
                <a:gd name="csY1" fmla="*/ 5255 h 5255"/>
                <a:gd name="csX2" fmla="*/ 956 w 5255"/>
                <a:gd name="csY2" fmla="*/ 3822 h 5255"/>
                <a:gd name="csX3" fmla="*/ 0 w 5255"/>
                <a:gd name="csY3" fmla="*/ 2866 h 5255"/>
                <a:gd name="csX4" fmla="*/ 478 w 5255"/>
                <a:gd name="csY4" fmla="*/ 1911 h 5255"/>
                <a:gd name="csX5" fmla="*/ 3344 w 5255"/>
                <a:gd name="csY5" fmla="*/ 478 h 5255"/>
                <a:gd name="csX6" fmla="*/ 4777 w 5255"/>
                <a:gd name="csY6" fmla="*/ 0 h 5255"/>
                <a:gd name="csX7" fmla="*/ 5255 w 5255"/>
                <a:gd name="csY7" fmla="*/ 478 h 5255"/>
                <a:gd name="csX8" fmla="*/ 5255 w 5255"/>
                <a:gd name="csY8" fmla="*/ 955 h 5255"/>
                <a:gd name="csX9" fmla="*/ 5255 w 5255"/>
                <a:gd name="csY9" fmla="*/ 1911 h 5255"/>
                <a:gd name="csX10" fmla="*/ 4777 w 5255"/>
                <a:gd name="csY10" fmla="*/ 2866 h 5255"/>
                <a:gd name="csX11" fmla="*/ 2866 w 5255"/>
                <a:gd name="csY11" fmla="*/ 4777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55" h="5255">
                  <a:moveTo>
                    <a:pt x="2866" y="4777"/>
                  </a:moveTo>
                  <a:lnTo>
                    <a:pt x="2389" y="5255"/>
                  </a:lnTo>
                  <a:lnTo>
                    <a:pt x="956" y="3822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3344" y="478"/>
                  </a:lnTo>
                  <a:lnTo>
                    <a:pt x="4777" y="0"/>
                  </a:lnTo>
                  <a:lnTo>
                    <a:pt x="5255" y="478"/>
                  </a:lnTo>
                  <a:lnTo>
                    <a:pt x="5255" y="955"/>
                  </a:lnTo>
                  <a:lnTo>
                    <a:pt x="5255" y="1911"/>
                  </a:lnTo>
                  <a:lnTo>
                    <a:pt x="4777" y="2866"/>
                  </a:lnTo>
                  <a:lnTo>
                    <a:pt x="286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7" name="Freeform 5536">
              <a:extLst>
                <a:ext uri="{FF2B5EF4-FFF2-40B4-BE49-F238E27FC236}">
                  <a16:creationId xmlns:a16="http://schemas.microsoft.com/office/drawing/2014/main" id="{AC57A3D7-7AED-DA37-D54E-3C768984DB7D}"/>
                </a:ext>
              </a:extLst>
            </p:cNvPr>
            <p:cNvSpPr/>
            <p:nvPr/>
          </p:nvSpPr>
          <p:spPr>
            <a:xfrm>
              <a:off x="2842184" y="3423051"/>
              <a:ext cx="27708" cy="15765"/>
            </a:xfrm>
            <a:custGeom>
              <a:avLst/>
              <a:gdLst>
                <a:gd name="csX0" fmla="*/ 19109 w 27708"/>
                <a:gd name="csY0" fmla="*/ 2866 h 15765"/>
                <a:gd name="csX1" fmla="*/ 19587 w 27708"/>
                <a:gd name="csY1" fmla="*/ 3344 h 15765"/>
                <a:gd name="csX2" fmla="*/ 20542 w 27708"/>
                <a:gd name="csY2" fmla="*/ 1433 h 15765"/>
                <a:gd name="csX3" fmla="*/ 21020 w 27708"/>
                <a:gd name="csY3" fmla="*/ 956 h 15765"/>
                <a:gd name="csX4" fmla="*/ 23409 w 27708"/>
                <a:gd name="csY4" fmla="*/ 2866 h 15765"/>
                <a:gd name="csX5" fmla="*/ 24842 w 27708"/>
                <a:gd name="csY5" fmla="*/ 2389 h 15765"/>
                <a:gd name="csX6" fmla="*/ 25797 w 27708"/>
                <a:gd name="csY6" fmla="*/ 4777 h 15765"/>
                <a:gd name="csX7" fmla="*/ 26275 w 27708"/>
                <a:gd name="csY7" fmla="*/ 4777 h 15765"/>
                <a:gd name="csX8" fmla="*/ 27231 w 27708"/>
                <a:gd name="csY8" fmla="*/ 4777 h 15765"/>
                <a:gd name="csX9" fmla="*/ 27708 w 27708"/>
                <a:gd name="csY9" fmla="*/ 4777 h 15765"/>
                <a:gd name="csX10" fmla="*/ 27708 w 27708"/>
                <a:gd name="csY10" fmla="*/ 7166 h 15765"/>
                <a:gd name="csX11" fmla="*/ 25797 w 27708"/>
                <a:gd name="csY11" fmla="*/ 9077 h 15765"/>
                <a:gd name="csX12" fmla="*/ 24842 w 27708"/>
                <a:gd name="csY12" fmla="*/ 10032 h 15765"/>
                <a:gd name="csX13" fmla="*/ 23886 w 27708"/>
                <a:gd name="csY13" fmla="*/ 9077 h 15765"/>
                <a:gd name="csX14" fmla="*/ 23409 w 27708"/>
                <a:gd name="csY14" fmla="*/ 9077 h 15765"/>
                <a:gd name="csX15" fmla="*/ 22931 w 27708"/>
                <a:gd name="csY15" fmla="*/ 8121 h 15765"/>
                <a:gd name="csX16" fmla="*/ 22453 w 27708"/>
                <a:gd name="csY16" fmla="*/ 6688 h 15765"/>
                <a:gd name="csX17" fmla="*/ 21976 w 27708"/>
                <a:gd name="csY17" fmla="*/ 6688 h 15765"/>
                <a:gd name="csX18" fmla="*/ 20542 w 27708"/>
                <a:gd name="csY18" fmla="*/ 8121 h 15765"/>
                <a:gd name="csX19" fmla="*/ 20542 w 27708"/>
                <a:gd name="csY19" fmla="*/ 9077 h 15765"/>
                <a:gd name="csX20" fmla="*/ 21020 w 27708"/>
                <a:gd name="csY20" fmla="*/ 10032 h 15765"/>
                <a:gd name="csX21" fmla="*/ 21020 w 27708"/>
                <a:gd name="csY21" fmla="*/ 10988 h 15765"/>
                <a:gd name="csX22" fmla="*/ 19587 w 27708"/>
                <a:gd name="csY22" fmla="*/ 10988 h 15765"/>
                <a:gd name="csX23" fmla="*/ 18154 w 27708"/>
                <a:gd name="csY23" fmla="*/ 10988 h 15765"/>
                <a:gd name="csX24" fmla="*/ 16721 w 27708"/>
                <a:gd name="csY24" fmla="*/ 11943 h 15765"/>
                <a:gd name="csX25" fmla="*/ 16243 w 27708"/>
                <a:gd name="csY25" fmla="*/ 11465 h 15765"/>
                <a:gd name="csX26" fmla="*/ 15765 w 27708"/>
                <a:gd name="csY26" fmla="*/ 9555 h 15765"/>
                <a:gd name="csX27" fmla="*/ 15287 w 27708"/>
                <a:gd name="csY27" fmla="*/ 10032 h 15765"/>
                <a:gd name="csX28" fmla="*/ 14332 w 27708"/>
                <a:gd name="csY28" fmla="*/ 11943 h 15765"/>
                <a:gd name="csX29" fmla="*/ 13854 w 27708"/>
                <a:gd name="csY29" fmla="*/ 13377 h 15765"/>
                <a:gd name="csX30" fmla="*/ 11943 w 27708"/>
                <a:gd name="csY30" fmla="*/ 14332 h 15765"/>
                <a:gd name="csX31" fmla="*/ 11943 w 27708"/>
                <a:gd name="csY31" fmla="*/ 14810 h 15765"/>
                <a:gd name="csX32" fmla="*/ 10510 w 27708"/>
                <a:gd name="csY32" fmla="*/ 14810 h 15765"/>
                <a:gd name="csX33" fmla="*/ 8599 w 27708"/>
                <a:gd name="csY33" fmla="*/ 15765 h 15765"/>
                <a:gd name="csX34" fmla="*/ 7644 w 27708"/>
                <a:gd name="csY34" fmla="*/ 15287 h 15765"/>
                <a:gd name="csX35" fmla="*/ 1433 w 27708"/>
                <a:gd name="csY35" fmla="*/ 13377 h 15765"/>
                <a:gd name="csX36" fmla="*/ 0 w 27708"/>
                <a:gd name="csY36" fmla="*/ 12421 h 15765"/>
                <a:gd name="csX37" fmla="*/ 5255 w 27708"/>
                <a:gd name="csY37" fmla="*/ 7166 h 15765"/>
                <a:gd name="csX38" fmla="*/ 7644 w 27708"/>
                <a:gd name="csY38" fmla="*/ 5255 h 15765"/>
                <a:gd name="csX39" fmla="*/ 9555 w 27708"/>
                <a:gd name="csY39" fmla="*/ 5255 h 15765"/>
                <a:gd name="csX40" fmla="*/ 10988 w 27708"/>
                <a:gd name="csY40" fmla="*/ 5733 h 15765"/>
                <a:gd name="csX41" fmla="*/ 11943 w 27708"/>
                <a:gd name="csY41" fmla="*/ 5733 h 15765"/>
                <a:gd name="csX42" fmla="*/ 11943 w 27708"/>
                <a:gd name="csY42" fmla="*/ 3344 h 15765"/>
                <a:gd name="csX43" fmla="*/ 10510 w 27708"/>
                <a:gd name="csY43" fmla="*/ 1911 h 15765"/>
                <a:gd name="csX44" fmla="*/ 10510 w 27708"/>
                <a:gd name="csY44" fmla="*/ 956 h 15765"/>
                <a:gd name="csX45" fmla="*/ 13854 w 27708"/>
                <a:gd name="csY45" fmla="*/ 0 h 15765"/>
                <a:gd name="csX46" fmla="*/ 15287 w 27708"/>
                <a:gd name="csY46" fmla="*/ 0 h 15765"/>
                <a:gd name="csX47" fmla="*/ 16243 w 27708"/>
                <a:gd name="csY47" fmla="*/ 478 h 15765"/>
                <a:gd name="csX48" fmla="*/ 17676 w 27708"/>
                <a:gd name="csY48" fmla="*/ 1433 h 15765"/>
                <a:gd name="csX49" fmla="*/ 19109 w 27708"/>
                <a:gd name="csY49" fmla="*/ 2866 h 15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27708" h="15765">
                  <a:moveTo>
                    <a:pt x="19109" y="2866"/>
                  </a:moveTo>
                  <a:lnTo>
                    <a:pt x="19587" y="3344"/>
                  </a:lnTo>
                  <a:lnTo>
                    <a:pt x="20542" y="1433"/>
                  </a:lnTo>
                  <a:lnTo>
                    <a:pt x="21020" y="956"/>
                  </a:lnTo>
                  <a:lnTo>
                    <a:pt x="23409" y="2866"/>
                  </a:lnTo>
                  <a:lnTo>
                    <a:pt x="24842" y="2389"/>
                  </a:lnTo>
                  <a:lnTo>
                    <a:pt x="25797" y="4777"/>
                  </a:lnTo>
                  <a:lnTo>
                    <a:pt x="26275" y="4777"/>
                  </a:lnTo>
                  <a:lnTo>
                    <a:pt x="27231" y="4777"/>
                  </a:lnTo>
                  <a:lnTo>
                    <a:pt x="27708" y="4777"/>
                  </a:lnTo>
                  <a:lnTo>
                    <a:pt x="27708" y="7166"/>
                  </a:lnTo>
                  <a:lnTo>
                    <a:pt x="25797" y="9077"/>
                  </a:lnTo>
                  <a:lnTo>
                    <a:pt x="24842" y="10032"/>
                  </a:lnTo>
                  <a:lnTo>
                    <a:pt x="23886" y="9077"/>
                  </a:lnTo>
                  <a:lnTo>
                    <a:pt x="23409" y="9077"/>
                  </a:lnTo>
                  <a:lnTo>
                    <a:pt x="22931" y="8121"/>
                  </a:lnTo>
                  <a:lnTo>
                    <a:pt x="22453" y="6688"/>
                  </a:lnTo>
                  <a:lnTo>
                    <a:pt x="21976" y="6688"/>
                  </a:lnTo>
                  <a:lnTo>
                    <a:pt x="20542" y="8121"/>
                  </a:lnTo>
                  <a:lnTo>
                    <a:pt x="20542" y="9077"/>
                  </a:lnTo>
                  <a:lnTo>
                    <a:pt x="21020" y="10032"/>
                  </a:lnTo>
                  <a:lnTo>
                    <a:pt x="21020" y="10988"/>
                  </a:lnTo>
                  <a:lnTo>
                    <a:pt x="19587" y="10988"/>
                  </a:lnTo>
                  <a:lnTo>
                    <a:pt x="18154" y="10988"/>
                  </a:lnTo>
                  <a:lnTo>
                    <a:pt x="16721" y="11943"/>
                  </a:lnTo>
                  <a:lnTo>
                    <a:pt x="16243" y="11465"/>
                  </a:lnTo>
                  <a:lnTo>
                    <a:pt x="15765" y="9555"/>
                  </a:lnTo>
                  <a:lnTo>
                    <a:pt x="15287" y="10032"/>
                  </a:lnTo>
                  <a:lnTo>
                    <a:pt x="14332" y="11943"/>
                  </a:lnTo>
                  <a:lnTo>
                    <a:pt x="13854" y="13377"/>
                  </a:lnTo>
                  <a:lnTo>
                    <a:pt x="11943" y="14332"/>
                  </a:lnTo>
                  <a:lnTo>
                    <a:pt x="11943" y="14810"/>
                  </a:lnTo>
                  <a:lnTo>
                    <a:pt x="10510" y="14810"/>
                  </a:lnTo>
                  <a:lnTo>
                    <a:pt x="8599" y="15765"/>
                  </a:lnTo>
                  <a:lnTo>
                    <a:pt x="7644" y="15287"/>
                  </a:lnTo>
                  <a:lnTo>
                    <a:pt x="1433" y="13377"/>
                  </a:lnTo>
                  <a:lnTo>
                    <a:pt x="0" y="12421"/>
                  </a:lnTo>
                  <a:lnTo>
                    <a:pt x="5255" y="7166"/>
                  </a:lnTo>
                  <a:lnTo>
                    <a:pt x="7644" y="5255"/>
                  </a:lnTo>
                  <a:lnTo>
                    <a:pt x="9555" y="5255"/>
                  </a:lnTo>
                  <a:lnTo>
                    <a:pt x="10988" y="5733"/>
                  </a:lnTo>
                  <a:lnTo>
                    <a:pt x="11943" y="5733"/>
                  </a:lnTo>
                  <a:lnTo>
                    <a:pt x="11943" y="3344"/>
                  </a:lnTo>
                  <a:lnTo>
                    <a:pt x="10510" y="1911"/>
                  </a:lnTo>
                  <a:lnTo>
                    <a:pt x="10510" y="956"/>
                  </a:lnTo>
                  <a:lnTo>
                    <a:pt x="13854" y="0"/>
                  </a:lnTo>
                  <a:lnTo>
                    <a:pt x="15287" y="0"/>
                  </a:lnTo>
                  <a:lnTo>
                    <a:pt x="16243" y="478"/>
                  </a:lnTo>
                  <a:lnTo>
                    <a:pt x="17676" y="1433"/>
                  </a:lnTo>
                  <a:lnTo>
                    <a:pt x="19109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8" name="Freeform 5537">
              <a:extLst>
                <a:ext uri="{FF2B5EF4-FFF2-40B4-BE49-F238E27FC236}">
                  <a16:creationId xmlns:a16="http://schemas.microsoft.com/office/drawing/2014/main" id="{26ECFBB6-57E4-2C6E-C6A3-F76FE9FB3B08}"/>
                </a:ext>
              </a:extLst>
            </p:cNvPr>
            <p:cNvSpPr/>
            <p:nvPr/>
          </p:nvSpPr>
          <p:spPr>
            <a:xfrm>
              <a:off x="3207647" y="3426395"/>
              <a:ext cx="21975" cy="44428"/>
            </a:xfrm>
            <a:custGeom>
              <a:avLst/>
              <a:gdLst>
                <a:gd name="csX0" fmla="*/ 5255 w 21975"/>
                <a:gd name="csY0" fmla="*/ 6688 h 44428"/>
                <a:gd name="csX1" fmla="*/ 10510 w 21975"/>
                <a:gd name="csY1" fmla="*/ 7166 h 44428"/>
                <a:gd name="csX2" fmla="*/ 13854 w 21975"/>
                <a:gd name="csY2" fmla="*/ 7166 h 44428"/>
                <a:gd name="csX3" fmla="*/ 17198 w 21975"/>
                <a:gd name="csY3" fmla="*/ 12421 h 44428"/>
                <a:gd name="csX4" fmla="*/ 19587 w 21975"/>
                <a:gd name="csY4" fmla="*/ 16243 h 44428"/>
                <a:gd name="csX5" fmla="*/ 20542 w 21975"/>
                <a:gd name="csY5" fmla="*/ 19109 h 44428"/>
                <a:gd name="csX6" fmla="*/ 21498 w 21975"/>
                <a:gd name="csY6" fmla="*/ 21976 h 44428"/>
                <a:gd name="csX7" fmla="*/ 21976 w 21975"/>
                <a:gd name="csY7" fmla="*/ 24842 h 44428"/>
                <a:gd name="csX8" fmla="*/ 21976 w 21975"/>
                <a:gd name="csY8" fmla="*/ 25320 h 44428"/>
                <a:gd name="csX9" fmla="*/ 20065 w 21975"/>
                <a:gd name="csY9" fmla="*/ 23409 h 44428"/>
                <a:gd name="csX10" fmla="*/ 18631 w 21975"/>
                <a:gd name="csY10" fmla="*/ 19587 h 44428"/>
                <a:gd name="csX11" fmla="*/ 18154 w 21975"/>
                <a:gd name="csY11" fmla="*/ 18154 h 44428"/>
                <a:gd name="csX12" fmla="*/ 17198 w 21975"/>
                <a:gd name="csY12" fmla="*/ 17676 h 44428"/>
                <a:gd name="csX13" fmla="*/ 16721 w 21975"/>
                <a:gd name="csY13" fmla="*/ 16243 h 44428"/>
                <a:gd name="csX14" fmla="*/ 15287 w 21975"/>
                <a:gd name="csY14" fmla="*/ 12899 h 44428"/>
                <a:gd name="csX15" fmla="*/ 15287 w 21975"/>
                <a:gd name="csY15" fmla="*/ 11465 h 44428"/>
                <a:gd name="csX16" fmla="*/ 14332 w 21975"/>
                <a:gd name="csY16" fmla="*/ 10988 h 44428"/>
                <a:gd name="csX17" fmla="*/ 13854 w 21975"/>
                <a:gd name="csY17" fmla="*/ 10510 h 44428"/>
                <a:gd name="csX18" fmla="*/ 12899 w 21975"/>
                <a:gd name="csY18" fmla="*/ 10510 h 44428"/>
                <a:gd name="csX19" fmla="*/ 12421 w 21975"/>
                <a:gd name="csY19" fmla="*/ 10988 h 44428"/>
                <a:gd name="csX20" fmla="*/ 12899 w 21975"/>
                <a:gd name="csY20" fmla="*/ 13376 h 44428"/>
                <a:gd name="csX21" fmla="*/ 13377 w 21975"/>
                <a:gd name="csY21" fmla="*/ 16243 h 44428"/>
                <a:gd name="csX22" fmla="*/ 17198 w 21975"/>
                <a:gd name="csY22" fmla="*/ 21976 h 44428"/>
                <a:gd name="csX23" fmla="*/ 19587 w 21975"/>
                <a:gd name="csY23" fmla="*/ 25320 h 44428"/>
                <a:gd name="csX24" fmla="*/ 20065 w 21975"/>
                <a:gd name="csY24" fmla="*/ 26275 h 44428"/>
                <a:gd name="csX25" fmla="*/ 20065 w 21975"/>
                <a:gd name="csY25" fmla="*/ 29142 h 44428"/>
                <a:gd name="csX26" fmla="*/ 19109 w 21975"/>
                <a:gd name="csY26" fmla="*/ 30575 h 44428"/>
                <a:gd name="csX27" fmla="*/ 20542 w 21975"/>
                <a:gd name="csY27" fmla="*/ 33441 h 44428"/>
                <a:gd name="csX28" fmla="*/ 20542 w 21975"/>
                <a:gd name="csY28" fmla="*/ 33919 h 44428"/>
                <a:gd name="csX29" fmla="*/ 20065 w 21975"/>
                <a:gd name="csY29" fmla="*/ 34396 h 44428"/>
                <a:gd name="csX30" fmla="*/ 16721 w 21975"/>
                <a:gd name="csY30" fmla="*/ 35830 h 44428"/>
                <a:gd name="csX31" fmla="*/ 13377 w 21975"/>
                <a:gd name="csY31" fmla="*/ 41085 h 44428"/>
                <a:gd name="csX32" fmla="*/ 10032 w 21975"/>
                <a:gd name="csY32" fmla="*/ 43951 h 44428"/>
                <a:gd name="csX33" fmla="*/ 8599 w 21975"/>
                <a:gd name="csY33" fmla="*/ 44429 h 44428"/>
                <a:gd name="csX34" fmla="*/ 7644 w 21975"/>
                <a:gd name="csY34" fmla="*/ 43951 h 44428"/>
                <a:gd name="csX35" fmla="*/ 7166 w 21975"/>
                <a:gd name="csY35" fmla="*/ 42996 h 44428"/>
                <a:gd name="csX36" fmla="*/ 6688 w 21975"/>
                <a:gd name="csY36" fmla="*/ 41085 h 44428"/>
                <a:gd name="csX37" fmla="*/ 6211 w 21975"/>
                <a:gd name="csY37" fmla="*/ 39174 h 44428"/>
                <a:gd name="csX38" fmla="*/ 7166 w 21975"/>
                <a:gd name="csY38" fmla="*/ 38218 h 44428"/>
                <a:gd name="csX39" fmla="*/ 9077 w 21975"/>
                <a:gd name="csY39" fmla="*/ 32008 h 44428"/>
                <a:gd name="csX40" fmla="*/ 9077 w 21975"/>
                <a:gd name="csY40" fmla="*/ 29619 h 44428"/>
                <a:gd name="csX41" fmla="*/ 6688 w 21975"/>
                <a:gd name="csY41" fmla="*/ 26753 h 44428"/>
                <a:gd name="csX42" fmla="*/ 5733 w 21975"/>
                <a:gd name="csY42" fmla="*/ 24364 h 44428"/>
                <a:gd name="csX43" fmla="*/ 4777 w 21975"/>
                <a:gd name="csY43" fmla="*/ 21020 h 44428"/>
                <a:gd name="csX44" fmla="*/ 3822 w 21975"/>
                <a:gd name="csY44" fmla="*/ 12421 h 44428"/>
                <a:gd name="csX45" fmla="*/ 3344 w 21975"/>
                <a:gd name="csY45" fmla="*/ 9555 h 44428"/>
                <a:gd name="csX46" fmla="*/ 2389 w 21975"/>
                <a:gd name="csY46" fmla="*/ 7166 h 44428"/>
                <a:gd name="csX47" fmla="*/ 1433 w 21975"/>
                <a:gd name="csY47" fmla="*/ 5255 h 44428"/>
                <a:gd name="csX48" fmla="*/ 956 w 21975"/>
                <a:gd name="csY48" fmla="*/ 2866 h 44428"/>
                <a:gd name="csX49" fmla="*/ 0 w 21975"/>
                <a:gd name="csY49" fmla="*/ 955 h 44428"/>
                <a:gd name="csX50" fmla="*/ 478 w 21975"/>
                <a:gd name="csY50" fmla="*/ 0 h 44428"/>
                <a:gd name="csX51" fmla="*/ 1911 w 21975"/>
                <a:gd name="csY51" fmla="*/ 955 h 44428"/>
                <a:gd name="csX52" fmla="*/ 4300 w 21975"/>
                <a:gd name="csY52" fmla="*/ 4300 h 44428"/>
                <a:gd name="csX53" fmla="*/ 5255 w 21975"/>
                <a:gd name="csY53" fmla="*/ 6688 h 44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21975" h="44428">
                  <a:moveTo>
                    <a:pt x="5255" y="6688"/>
                  </a:moveTo>
                  <a:lnTo>
                    <a:pt x="10510" y="7166"/>
                  </a:lnTo>
                  <a:lnTo>
                    <a:pt x="13854" y="7166"/>
                  </a:lnTo>
                  <a:lnTo>
                    <a:pt x="17198" y="12421"/>
                  </a:lnTo>
                  <a:lnTo>
                    <a:pt x="19587" y="16243"/>
                  </a:lnTo>
                  <a:lnTo>
                    <a:pt x="20542" y="19109"/>
                  </a:lnTo>
                  <a:lnTo>
                    <a:pt x="21498" y="21976"/>
                  </a:lnTo>
                  <a:lnTo>
                    <a:pt x="21976" y="24842"/>
                  </a:lnTo>
                  <a:lnTo>
                    <a:pt x="21976" y="25320"/>
                  </a:lnTo>
                  <a:lnTo>
                    <a:pt x="20065" y="23409"/>
                  </a:lnTo>
                  <a:lnTo>
                    <a:pt x="18631" y="19587"/>
                  </a:lnTo>
                  <a:lnTo>
                    <a:pt x="18154" y="18154"/>
                  </a:lnTo>
                  <a:lnTo>
                    <a:pt x="17198" y="17676"/>
                  </a:lnTo>
                  <a:lnTo>
                    <a:pt x="16721" y="16243"/>
                  </a:lnTo>
                  <a:lnTo>
                    <a:pt x="15287" y="12899"/>
                  </a:lnTo>
                  <a:lnTo>
                    <a:pt x="15287" y="11465"/>
                  </a:lnTo>
                  <a:lnTo>
                    <a:pt x="14332" y="10988"/>
                  </a:lnTo>
                  <a:lnTo>
                    <a:pt x="13854" y="10510"/>
                  </a:lnTo>
                  <a:lnTo>
                    <a:pt x="12899" y="10510"/>
                  </a:lnTo>
                  <a:lnTo>
                    <a:pt x="12421" y="10988"/>
                  </a:lnTo>
                  <a:lnTo>
                    <a:pt x="12899" y="13376"/>
                  </a:lnTo>
                  <a:lnTo>
                    <a:pt x="13377" y="16243"/>
                  </a:lnTo>
                  <a:lnTo>
                    <a:pt x="17198" y="21976"/>
                  </a:lnTo>
                  <a:lnTo>
                    <a:pt x="19587" y="25320"/>
                  </a:lnTo>
                  <a:lnTo>
                    <a:pt x="20065" y="26275"/>
                  </a:lnTo>
                  <a:lnTo>
                    <a:pt x="20065" y="29142"/>
                  </a:lnTo>
                  <a:lnTo>
                    <a:pt x="19109" y="30575"/>
                  </a:lnTo>
                  <a:lnTo>
                    <a:pt x="20542" y="33441"/>
                  </a:lnTo>
                  <a:lnTo>
                    <a:pt x="20542" y="33919"/>
                  </a:lnTo>
                  <a:lnTo>
                    <a:pt x="20065" y="34396"/>
                  </a:lnTo>
                  <a:lnTo>
                    <a:pt x="16721" y="35830"/>
                  </a:lnTo>
                  <a:lnTo>
                    <a:pt x="13377" y="41085"/>
                  </a:lnTo>
                  <a:lnTo>
                    <a:pt x="10032" y="43951"/>
                  </a:lnTo>
                  <a:lnTo>
                    <a:pt x="8599" y="44429"/>
                  </a:lnTo>
                  <a:lnTo>
                    <a:pt x="7644" y="43951"/>
                  </a:lnTo>
                  <a:lnTo>
                    <a:pt x="7166" y="42996"/>
                  </a:lnTo>
                  <a:lnTo>
                    <a:pt x="6688" y="41085"/>
                  </a:lnTo>
                  <a:lnTo>
                    <a:pt x="6211" y="39174"/>
                  </a:lnTo>
                  <a:lnTo>
                    <a:pt x="7166" y="38218"/>
                  </a:lnTo>
                  <a:lnTo>
                    <a:pt x="9077" y="32008"/>
                  </a:lnTo>
                  <a:lnTo>
                    <a:pt x="9077" y="29619"/>
                  </a:lnTo>
                  <a:lnTo>
                    <a:pt x="6688" y="26753"/>
                  </a:lnTo>
                  <a:lnTo>
                    <a:pt x="5733" y="24364"/>
                  </a:lnTo>
                  <a:lnTo>
                    <a:pt x="4777" y="21020"/>
                  </a:lnTo>
                  <a:lnTo>
                    <a:pt x="3822" y="12421"/>
                  </a:lnTo>
                  <a:lnTo>
                    <a:pt x="3344" y="9555"/>
                  </a:lnTo>
                  <a:lnTo>
                    <a:pt x="2389" y="7166"/>
                  </a:lnTo>
                  <a:lnTo>
                    <a:pt x="1433" y="5255"/>
                  </a:lnTo>
                  <a:lnTo>
                    <a:pt x="956" y="2866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1911" y="955"/>
                  </a:lnTo>
                  <a:lnTo>
                    <a:pt x="4300" y="4300"/>
                  </a:lnTo>
                  <a:lnTo>
                    <a:pt x="5255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9" name="Freeform 5538">
              <a:extLst>
                <a:ext uri="{FF2B5EF4-FFF2-40B4-BE49-F238E27FC236}">
                  <a16:creationId xmlns:a16="http://schemas.microsoft.com/office/drawing/2014/main" id="{2801CEDF-7891-B976-2C6F-4B7FB4F0483F}"/>
                </a:ext>
              </a:extLst>
            </p:cNvPr>
            <p:cNvSpPr/>
            <p:nvPr/>
          </p:nvSpPr>
          <p:spPr>
            <a:xfrm>
              <a:off x="3213380" y="3426873"/>
              <a:ext cx="6688" cy="4777"/>
            </a:xfrm>
            <a:custGeom>
              <a:avLst/>
              <a:gdLst>
                <a:gd name="csX0" fmla="*/ 6688 w 6688"/>
                <a:gd name="csY0" fmla="*/ 3822 h 4777"/>
                <a:gd name="csX1" fmla="*/ 6688 w 6688"/>
                <a:gd name="csY1" fmla="*/ 4777 h 4777"/>
                <a:gd name="csX2" fmla="*/ 3822 w 6688"/>
                <a:gd name="csY2" fmla="*/ 4300 h 4777"/>
                <a:gd name="csX3" fmla="*/ 1433 w 6688"/>
                <a:gd name="csY3" fmla="*/ 3344 h 4777"/>
                <a:gd name="csX4" fmla="*/ 0 w 6688"/>
                <a:gd name="csY4" fmla="*/ 1433 h 4777"/>
                <a:gd name="csX5" fmla="*/ 0 w 6688"/>
                <a:gd name="csY5" fmla="*/ 955 h 4777"/>
                <a:gd name="csX6" fmla="*/ 2866 w 6688"/>
                <a:gd name="csY6" fmla="*/ 0 h 4777"/>
                <a:gd name="csX7" fmla="*/ 5255 w 6688"/>
                <a:gd name="csY7" fmla="*/ 1911 h 4777"/>
                <a:gd name="csX8" fmla="*/ 6688 w 6688"/>
                <a:gd name="csY8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688" h="4777">
                  <a:moveTo>
                    <a:pt x="6688" y="3822"/>
                  </a:moveTo>
                  <a:lnTo>
                    <a:pt x="6688" y="4777"/>
                  </a:lnTo>
                  <a:lnTo>
                    <a:pt x="3822" y="4300"/>
                  </a:lnTo>
                  <a:lnTo>
                    <a:pt x="1433" y="3344"/>
                  </a:lnTo>
                  <a:lnTo>
                    <a:pt x="0" y="1433"/>
                  </a:lnTo>
                  <a:lnTo>
                    <a:pt x="0" y="955"/>
                  </a:lnTo>
                  <a:lnTo>
                    <a:pt x="2866" y="0"/>
                  </a:lnTo>
                  <a:lnTo>
                    <a:pt x="5255" y="1911"/>
                  </a:lnTo>
                  <a:lnTo>
                    <a:pt x="6688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0" name="Freeform 5539">
              <a:extLst>
                <a:ext uri="{FF2B5EF4-FFF2-40B4-BE49-F238E27FC236}">
                  <a16:creationId xmlns:a16="http://schemas.microsoft.com/office/drawing/2014/main" id="{63BC6D40-D695-69E9-0FFB-7150B5379111}"/>
                </a:ext>
              </a:extLst>
            </p:cNvPr>
            <p:cNvSpPr/>
            <p:nvPr/>
          </p:nvSpPr>
          <p:spPr>
            <a:xfrm>
              <a:off x="3175639" y="3429261"/>
              <a:ext cx="33441" cy="29141"/>
            </a:xfrm>
            <a:custGeom>
              <a:avLst/>
              <a:gdLst>
                <a:gd name="csX0" fmla="*/ 16243 w 33441"/>
                <a:gd name="csY0" fmla="*/ 955 h 29141"/>
                <a:gd name="csX1" fmla="*/ 19109 w 33441"/>
                <a:gd name="csY1" fmla="*/ 4300 h 29141"/>
                <a:gd name="csX2" fmla="*/ 19109 w 33441"/>
                <a:gd name="csY2" fmla="*/ 4777 h 29141"/>
                <a:gd name="csX3" fmla="*/ 18631 w 33441"/>
                <a:gd name="csY3" fmla="*/ 7166 h 29141"/>
                <a:gd name="csX4" fmla="*/ 17198 w 33441"/>
                <a:gd name="csY4" fmla="*/ 7644 h 29141"/>
                <a:gd name="csX5" fmla="*/ 17676 w 33441"/>
                <a:gd name="csY5" fmla="*/ 8599 h 29141"/>
                <a:gd name="csX6" fmla="*/ 18631 w 33441"/>
                <a:gd name="csY6" fmla="*/ 9555 h 29141"/>
                <a:gd name="csX7" fmla="*/ 19587 w 33441"/>
                <a:gd name="csY7" fmla="*/ 9077 h 29141"/>
                <a:gd name="csX8" fmla="*/ 22453 w 33441"/>
                <a:gd name="csY8" fmla="*/ 5733 h 29141"/>
                <a:gd name="csX9" fmla="*/ 23409 w 33441"/>
                <a:gd name="csY9" fmla="*/ 4777 h 29141"/>
                <a:gd name="csX10" fmla="*/ 23886 w 33441"/>
                <a:gd name="csY10" fmla="*/ 4777 h 29141"/>
                <a:gd name="csX11" fmla="*/ 27708 w 33441"/>
                <a:gd name="csY11" fmla="*/ 5733 h 29141"/>
                <a:gd name="csX12" fmla="*/ 31052 w 33441"/>
                <a:gd name="csY12" fmla="*/ 7644 h 29141"/>
                <a:gd name="csX13" fmla="*/ 32008 w 33441"/>
                <a:gd name="csY13" fmla="*/ 8599 h 29141"/>
                <a:gd name="csX14" fmla="*/ 32486 w 33441"/>
                <a:gd name="csY14" fmla="*/ 10988 h 29141"/>
                <a:gd name="csX15" fmla="*/ 31530 w 33441"/>
                <a:gd name="csY15" fmla="*/ 15287 h 29141"/>
                <a:gd name="csX16" fmla="*/ 28664 w 33441"/>
                <a:gd name="csY16" fmla="*/ 16243 h 29141"/>
                <a:gd name="csX17" fmla="*/ 27708 w 33441"/>
                <a:gd name="csY17" fmla="*/ 16243 h 29141"/>
                <a:gd name="csX18" fmla="*/ 26275 w 33441"/>
                <a:gd name="csY18" fmla="*/ 15287 h 29141"/>
                <a:gd name="csX19" fmla="*/ 24364 w 33441"/>
                <a:gd name="csY19" fmla="*/ 17198 h 29141"/>
                <a:gd name="csX20" fmla="*/ 25797 w 33441"/>
                <a:gd name="csY20" fmla="*/ 18154 h 29141"/>
                <a:gd name="csX21" fmla="*/ 31530 w 33441"/>
                <a:gd name="csY21" fmla="*/ 18631 h 29141"/>
                <a:gd name="csX22" fmla="*/ 32963 w 33441"/>
                <a:gd name="csY22" fmla="*/ 21020 h 29141"/>
                <a:gd name="csX23" fmla="*/ 33441 w 33441"/>
                <a:gd name="csY23" fmla="*/ 23409 h 29141"/>
                <a:gd name="csX24" fmla="*/ 32008 w 33441"/>
                <a:gd name="csY24" fmla="*/ 26753 h 29141"/>
                <a:gd name="csX25" fmla="*/ 29141 w 33441"/>
                <a:gd name="csY25" fmla="*/ 25797 h 29141"/>
                <a:gd name="csX26" fmla="*/ 26275 w 33441"/>
                <a:gd name="csY26" fmla="*/ 23886 h 29141"/>
                <a:gd name="csX27" fmla="*/ 21020 w 33441"/>
                <a:gd name="csY27" fmla="*/ 20542 h 29141"/>
                <a:gd name="csX28" fmla="*/ 19587 w 33441"/>
                <a:gd name="csY28" fmla="*/ 20542 h 29141"/>
                <a:gd name="csX29" fmla="*/ 18631 w 33441"/>
                <a:gd name="csY29" fmla="*/ 21020 h 29141"/>
                <a:gd name="csX30" fmla="*/ 18631 w 33441"/>
                <a:gd name="csY30" fmla="*/ 22931 h 29141"/>
                <a:gd name="csX31" fmla="*/ 18631 w 33441"/>
                <a:gd name="csY31" fmla="*/ 26753 h 29141"/>
                <a:gd name="csX32" fmla="*/ 17198 w 33441"/>
                <a:gd name="csY32" fmla="*/ 29141 h 29141"/>
                <a:gd name="csX33" fmla="*/ 12899 w 33441"/>
                <a:gd name="csY33" fmla="*/ 28186 h 29141"/>
                <a:gd name="csX34" fmla="*/ 10988 w 33441"/>
                <a:gd name="csY34" fmla="*/ 24842 h 29141"/>
                <a:gd name="csX35" fmla="*/ 9555 w 33441"/>
                <a:gd name="csY35" fmla="*/ 20065 h 29141"/>
                <a:gd name="csX36" fmla="*/ 3344 w 33441"/>
                <a:gd name="csY36" fmla="*/ 14809 h 29141"/>
                <a:gd name="csX37" fmla="*/ 1911 w 33441"/>
                <a:gd name="csY37" fmla="*/ 13376 h 29141"/>
                <a:gd name="csX38" fmla="*/ 0 w 33441"/>
                <a:gd name="csY38" fmla="*/ 10032 h 29141"/>
                <a:gd name="csX39" fmla="*/ 478 w 33441"/>
                <a:gd name="csY39" fmla="*/ 7644 h 29141"/>
                <a:gd name="csX40" fmla="*/ 955 w 33441"/>
                <a:gd name="csY40" fmla="*/ 5733 h 29141"/>
                <a:gd name="csX41" fmla="*/ 1911 w 33441"/>
                <a:gd name="csY41" fmla="*/ 5733 h 29141"/>
                <a:gd name="csX42" fmla="*/ 3822 w 33441"/>
                <a:gd name="csY42" fmla="*/ 4300 h 29141"/>
                <a:gd name="csX43" fmla="*/ 4777 w 33441"/>
                <a:gd name="csY43" fmla="*/ 1911 h 29141"/>
                <a:gd name="csX44" fmla="*/ 6210 w 33441"/>
                <a:gd name="csY44" fmla="*/ 3822 h 29141"/>
                <a:gd name="csX45" fmla="*/ 8121 w 33441"/>
                <a:gd name="csY45" fmla="*/ 5733 h 29141"/>
                <a:gd name="csX46" fmla="*/ 8121 w 33441"/>
                <a:gd name="csY46" fmla="*/ 3822 h 29141"/>
                <a:gd name="csX47" fmla="*/ 9077 w 33441"/>
                <a:gd name="csY47" fmla="*/ 2389 h 29141"/>
                <a:gd name="csX48" fmla="*/ 10988 w 33441"/>
                <a:gd name="csY48" fmla="*/ 2389 h 29141"/>
                <a:gd name="csX49" fmla="*/ 11943 w 33441"/>
                <a:gd name="csY49" fmla="*/ 1911 h 29141"/>
                <a:gd name="csX50" fmla="*/ 13376 w 33441"/>
                <a:gd name="csY50" fmla="*/ 955 h 29141"/>
                <a:gd name="csX51" fmla="*/ 15287 w 33441"/>
                <a:gd name="csY51" fmla="*/ 0 h 29141"/>
                <a:gd name="csX52" fmla="*/ 16243 w 33441"/>
                <a:gd name="csY52" fmla="*/ 955 h 291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33441" h="29141">
                  <a:moveTo>
                    <a:pt x="16243" y="955"/>
                  </a:moveTo>
                  <a:lnTo>
                    <a:pt x="19109" y="4300"/>
                  </a:lnTo>
                  <a:lnTo>
                    <a:pt x="19109" y="4777"/>
                  </a:lnTo>
                  <a:lnTo>
                    <a:pt x="18631" y="7166"/>
                  </a:lnTo>
                  <a:lnTo>
                    <a:pt x="17198" y="7644"/>
                  </a:lnTo>
                  <a:lnTo>
                    <a:pt x="17676" y="8599"/>
                  </a:lnTo>
                  <a:lnTo>
                    <a:pt x="18631" y="9555"/>
                  </a:lnTo>
                  <a:lnTo>
                    <a:pt x="19587" y="9077"/>
                  </a:lnTo>
                  <a:lnTo>
                    <a:pt x="22453" y="5733"/>
                  </a:lnTo>
                  <a:lnTo>
                    <a:pt x="23409" y="4777"/>
                  </a:lnTo>
                  <a:lnTo>
                    <a:pt x="23886" y="4777"/>
                  </a:lnTo>
                  <a:lnTo>
                    <a:pt x="27708" y="5733"/>
                  </a:lnTo>
                  <a:lnTo>
                    <a:pt x="31052" y="7644"/>
                  </a:lnTo>
                  <a:lnTo>
                    <a:pt x="32008" y="8599"/>
                  </a:lnTo>
                  <a:lnTo>
                    <a:pt x="32486" y="10988"/>
                  </a:lnTo>
                  <a:lnTo>
                    <a:pt x="31530" y="15287"/>
                  </a:lnTo>
                  <a:lnTo>
                    <a:pt x="28664" y="16243"/>
                  </a:lnTo>
                  <a:lnTo>
                    <a:pt x="27708" y="16243"/>
                  </a:lnTo>
                  <a:lnTo>
                    <a:pt x="26275" y="15287"/>
                  </a:lnTo>
                  <a:lnTo>
                    <a:pt x="24364" y="17198"/>
                  </a:lnTo>
                  <a:lnTo>
                    <a:pt x="25797" y="18154"/>
                  </a:lnTo>
                  <a:lnTo>
                    <a:pt x="31530" y="18631"/>
                  </a:lnTo>
                  <a:lnTo>
                    <a:pt x="32963" y="21020"/>
                  </a:lnTo>
                  <a:lnTo>
                    <a:pt x="33441" y="23409"/>
                  </a:lnTo>
                  <a:lnTo>
                    <a:pt x="32008" y="26753"/>
                  </a:lnTo>
                  <a:lnTo>
                    <a:pt x="29141" y="25797"/>
                  </a:lnTo>
                  <a:lnTo>
                    <a:pt x="26275" y="23886"/>
                  </a:lnTo>
                  <a:lnTo>
                    <a:pt x="21020" y="20542"/>
                  </a:lnTo>
                  <a:lnTo>
                    <a:pt x="19587" y="20542"/>
                  </a:lnTo>
                  <a:lnTo>
                    <a:pt x="18631" y="21020"/>
                  </a:lnTo>
                  <a:lnTo>
                    <a:pt x="18631" y="22931"/>
                  </a:lnTo>
                  <a:lnTo>
                    <a:pt x="18631" y="26753"/>
                  </a:lnTo>
                  <a:lnTo>
                    <a:pt x="17198" y="29141"/>
                  </a:lnTo>
                  <a:lnTo>
                    <a:pt x="12899" y="28186"/>
                  </a:lnTo>
                  <a:lnTo>
                    <a:pt x="10988" y="24842"/>
                  </a:lnTo>
                  <a:lnTo>
                    <a:pt x="9555" y="20065"/>
                  </a:lnTo>
                  <a:lnTo>
                    <a:pt x="3344" y="14809"/>
                  </a:lnTo>
                  <a:lnTo>
                    <a:pt x="1911" y="13376"/>
                  </a:lnTo>
                  <a:lnTo>
                    <a:pt x="0" y="10032"/>
                  </a:lnTo>
                  <a:lnTo>
                    <a:pt x="478" y="7644"/>
                  </a:lnTo>
                  <a:lnTo>
                    <a:pt x="955" y="5733"/>
                  </a:lnTo>
                  <a:lnTo>
                    <a:pt x="1911" y="5733"/>
                  </a:lnTo>
                  <a:lnTo>
                    <a:pt x="3822" y="4300"/>
                  </a:lnTo>
                  <a:lnTo>
                    <a:pt x="4777" y="1911"/>
                  </a:lnTo>
                  <a:lnTo>
                    <a:pt x="6210" y="3822"/>
                  </a:lnTo>
                  <a:lnTo>
                    <a:pt x="8121" y="5733"/>
                  </a:lnTo>
                  <a:lnTo>
                    <a:pt x="8121" y="3822"/>
                  </a:lnTo>
                  <a:lnTo>
                    <a:pt x="9077" y="2389"/>
                  </a:lnTo>
                  <a:lnTo>
                    <a:pt x="10988" y="2389"/>
                  </a:lnTo>
                  <a:lnTo>
                    <a:pt x="11943" y="1911"/>
                  </a:lnTo>
                  <a:lnTo>
                    <a:pt x="13376" y="955"/>
                  </a:lnTo>
                  <a:lnTo>
                    <a:pt x="15287" y="0"/>
                  </a:lnTo>
                  <a:lnTo>
                    <a:pt x="16243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1" name="Freeform 5540">
              <a:extLst>
                <a:ext uri="{FF2B5EF4-FFF2-40B4-BE49-F238E27FC236}">
                  <a16:creationId xmlns:a16="http://schemas.microsoft.com/office/drawing/2014/main" id="{41133E0C-9529-D296-3B4C-09629F3B71C1}"/>
                </a:ext>
              </a:extLst>
            </p:cNvPr>
            <p:cNvSpPr/>
            <p:nvPr/>
          </p:nvSpPr>
          <p:spPr>
            <a:xfrm>
              <a:off x="2815431" y="3439294"/>
              <a:ext cx="49683" cy="40607"/>
            </a:xfrm>
            <a:custGeom>
              <a:avLst/>
              <a:gdLst>
                <a:gd name="csX0" fmla="*/ 36307 w 49683"/>
                <a:gd name="csY0" fmla="*/ 5255 h 40607"/>
                <a:gd name="csX1" fmla="*/ 36307 w 49683"/>
                <a:gd name="csY1" fmla="*/ 7166 h 40607"/>
                <a:gd name="csX2" fmla="*/ 37263 w 49683"/>
                <a:gd name="csY2" fmla="*/ 6688 h 40607"/>
                <a:gd name="csX3" fmla="*/ 40129 w 49683"/>
                <a:gd name="csY3" fmla="*/ 4777 h 40607"/>
                <a:gd name="csX4" fmla="*/ 41563 w 49683"/>
                <a:gd name="csY4" fmla="*/ 4300 h 40607"/>
                <a:gd name="csX5" fmla="*/ 43951 w 49683"/>
                <a:gd name="csY5" fmla="*/ 4300 h 40607"/>
                <a:gd name="csX6" fmla="*/ 45384 w 49683"/>
                <a:gd name="csY6" fmla="*/ 5255 h 40607"/>
                <a:gd name="csX7" fmla="*/ 45862 w 49683"/>
                <a:gd name="csY7" fmla="*/ 5733 h 40607"/>
                <a:gd name="csX8" fmla="*/ 45862 w 49683"/>
                <a:gd name="csY8" fmla="*/ 6688 h 40607"/>
                <a:gd name="csX9" fmla="*/ 44429 w 49683"/>
                <a:gd name="csY9" fmla="*/ 8121 h 40607"/>
                <a:gd name="csX10" fmla="*/ 44429 w 49683"/>
                <a:gd name="csY10" fmla="*/ 9077 h 40607"/>
                <a:gd name="csX11" fmla="*/ 45862 w 49683"/>
                <a:gd name="csY11" fmla="*/ 10988 h 40607"/>
                <a:gd name="csX12" fmla="*/ 49206 w 49683"/>
                <a:gd name="csY12" fmla="*/ 12421 h 40607"/>
                <a:gd name="csX13" fmla="*/ 49684 w 49683"/>
                <a:gd name="csY13" fmla="*/ 12899 h 40607"/>
                <a:gd name="csX14" fmla="*/ 49684 w 49683"/>
                <a:gd name="csY14" fmla="*/ 13377 h 40607"/>
                <a:gd name="csX15" fmla="*/ 47295 w 49683"/>
                <a:gd name="csY15" fmla="*/ 16721 h 40607"/>
                <a:gd name="csX16" fmla="*/ 46340 w 49683"/>
                <a:gd name="csY16" fmla="*/ 17676 h 40607"/>
                <a:gd name="csX17" fmla="*/ 45862 w 49683"/>
                <a:gd name="csY17" fmla="*/ 17676 h 40607"/>
                <a:gd name="csX18" fmla="*/ 41563 w 49683"/>
                <a:gd name="csY18" fmla="*/ 17198 h 40607"/>
                <a:gd name="csX19" fmla="*/ 37741 w 49683"/>
                <a:gd name="csY19" fmla="*/ 16243 h 40607"/>
                <a:gd name="csX20" fmla="*/ 35830 w 49683"/>
                <a:gd name="csY20" fmla="*/ 15765 h 40607"/>
                <a:gd name="csX21" fmla="*/ 35352 w 49683"/>
                <a:gd name="csY21" fmla="*/ 16243 h 40607"/>
                <a:gd name="csX22" fmla="*/ 34397 w 49683"/>
                <a:gd name="csY22" fmla="*/ 17198 h 40607"/>
                <a:gd name="csX23" fmla="*/ 34874 w 49683"/>
                <a:gd name="csY23" fmla="*/ 17676 h 40607"/>
                <a:gd name="csX24" fmla="*/ 38696 w 49683"/>
                <a:gd name="csY24" fmla="*/ 17676 h 40607"/>
                <a:gd name="csX25" fmla="*/ 39652 w 49683"/>
                <a:gd name="csY25" fmla="*/ 19109 h 40607"/>
                <a:gd name="csX26" fmla="*/ 40129 w 49683"/>
                <a:gd name="csY26" fmla="*/ 20065 h 40607"/>
                <a:gd name="csX27" fmla="*/ 40607 w 49683"/>
                <a:gd name="csY27" fmla="*/ 21498 h 40607"/>
                <a:gd name="csX28" fmla="*/ 39652 w 49683"/>
                <a:gd name="csY28" fmla="*/ 21976 h 40607"/>
                <a:gd name="csX29" fmla="*/ 38218 w 49683"/>
                <a:gd name="csY29" fmla="*/ 22453 h 40607"/>
                <a:gd name="csX30" fmla="*/ 36785 w 49683"/>
                <a:gd name="csY30" fmla="*/ 22453 h 40607"/>
                <a:gd name="csX31" fmla="*/ 34397 w 49683"/>
                <a:gd name="csY31" fmla="*/ 23409 h 40607"/>
                <a:gd name="csX32" fmla="*/ 32963 w 49683"/>
                <a:gd name="csY32" fmla="*/ 24842 h 40607"/>
                <a:gd name="csX33" fmla="*/ 28664 w 49683"/>
                <a:gd name="csY33" fmla="*/ 25320 h 40607"/>
                <a:gd name="csX34" fmla="*/ 25320 w 49683"/>
                <a:gd name="csY34" fmla="*/ 27231 h 40607"/>
                <a:gd name="csX35" fmla="*/ 24364 w 49683"/>
                <a:gd name="csY35" fmla="*/ 28186 h 40607"/>
                <a:gd name="csX36" fmla="*/ 23886 w 49683"/>
                <a:gd name="csY36" fmla="*/ 29619 h 40607"/>
                <a:gd name="csX37" fmla="*/ 22453 w 49683"/>
                <a:gd name="csY37" fmla="*/ 30575 h 40607"/>
                <a:gd name="csX38" fmla="*/ 19587 w 49683"/>
                <a:gd name="csY38" fmla="*/ 31052 h 40607"/>
                <a:gd name="csX39" fmla="*/ 21498 w 49683"/>
                <a:gd name="csY39" fmla="*/ 32008 h 40607"/>
                <a:gd name="csX40" fmla="*/ 21498 w 49683"/>
                <a:gd name="csY40" fmla="*/ 32486 h 40607"/>
                <a:gd name="csX41" fmla="*/ 21498 w 49683"/>
                <a:gd name="csY41" fmla="*/ 33441 h 40607"/>
                <a:gd name="csX42" fmla="*/ 21498 w 49683"/>
                <a:gd name="csY42" fmla="*/ 34397 h 40607"/>
                <a:gd name="csX43" fmla="*/ 19109 w 49683"/>
                <a:gd name="csY43" fmla="*/ 37741 h 40607"/>
                <a:gd name="csX44" fmla="*/ 14810 w 49683"/>
                <a:gd name="csY44" fmla="*/ 40607 h 40607"/>
                <a:gd name="csX45" fmla="*/ 13854 w 49683"/>
                <a:gd name="csY45" fmla="*/ 40129 h 40607"/>
                <a:gd name="csX46" fmla="*/ 13377 w 49683"/>
                <a:gd name="csY46" fmla="*/ 40129 h 40607"/>
                <a:gd name="csX47" fmla="*/ 12899 w 49683"/>
                <a:gd name="csY47" fmla="*/ 39652 h 40607"/>
                <a:gd name="csX48" fmla="*/ 12899 w 49683"/>
                <a:gd name="csY48" fmla="*/ 38696 h 40607"/>
                <a:gd name="csX49" fmla="*/ 18632 w 49683"/>
                <a:gd name="csY49" fmla="*/ 33441 h 40607"/>
                <a:gd name="csX50" fmla="*/ 18154 w 49683"/>
                <a:gd name="csY50" fmla="*/ 32963 h 40607"/>
                <a:gd name="csX51" fmla="*/ 16721 w 49683"/>
                <a:gd name="csY51" fmla="*/ 32963 h 40607"/>
                <a:gd name="csX52" fmla="*/ 14332 w 49683"/>
                <a:gd name="csY52" fmla="*/ 31530 h 40607"/>
                <a:gd name="csX53" fmla="*/ 12421 w 49683"/>
                <a:gd name="csY53" fmla="*/ 32486 h 40607"/>
                <a:gd name="csX54" fmla="*/ 12421 w 49683"/>
                <a:gd name="csY54" fmla="*/ 32486 h 40607"/>
                <a:gd name="csX55" fmla="*/ 12899 w 49683"/>
                <a:gd name="csY55" fmla="*/ 31052 h 40607"/>
                <a:gd name="csX56" fmla="*/ 13854 w 49683"/>
                <a:gd name="csY56" fmla="*/ 29142 h 40607"/>
                <a:gd name="csX57" fmla="*/ 13377 w 49683"/>
                <a:gd name="csY57" fmla="*/ 28664 h 40607"/>
                <a:gd name="csX58" fmla="*/ 12899 w 49683"/>
                <a:gd name="csY58" fmla="*/ 28664 h 40607"/>
                <a:gd name="csX59" fmla="*/ 11466 w 49683"/>
                <a:gd name="csY59" fmla="*/ 28186 h 40607"/>
                <a:gd name="csX60" fmla="*/ 9555 w 49683"/>
                <a:gd name="csY60" fmla="*/ 28186 h 40607"/>
                <a:gd name="csX61" fmla="*/ 7644 w 49683"/>
                <a:gd name="csY61" fmla="*/ 28664 h 40607"/>
                <a:gd name="csX62" fmla="*/ 6688 w 49683"/>
                <a:gd name="csY62" fmla="*/ 29619 h 40607"/>
                <a:gd name="csX63" fmla="*/ 6688 w 49683"/>
                <a:gd name="csY63" fmla="*/ 29619 h 40607"/>
                <a:gd name="csX64" fmla="*/ 9077 w 49683"/>
                <a:gd name="csY64" fmla="*/ 29619 h 40607"/>
                <a:gd name="csX65" fmla="*/ 9555 w 49683"/>
                <a:gd name="csY65" fmla="*/ 30097 h 40607"/>
                <a:gd name="csX66" fmla="*/ 10032 w 49683"/>
                <a:gd name="csY66" fmla="*/ 31052 h 40607"/>
                <a:gd name="csX67" fmla="*/ 10510 w 49683"/>
                <a:gd name="csY67" fmla="*/ 31530 h 40607"/>
                <a:gd name="csX68" fmla="*/ 10510 w 49683"/>
                <a:gd name="csY68" fmla="*/ 32963 h 40607"/>
                <a:gd name="csX69" fmla="*/ 10032 w 49683"/>
                <a:gd name="csY69" fmla="*/ 34397 h 40607"/>
                <a:gd name="csX70" fmla="*/ 9077 w 49683"/>
                <a:gd name="csY70" fmla="*/ 35830 h 40607"/>
                <a:gd name="csX71" fmla="*/ 7644 w 49683"/>
                <a:gd name="csY71" fmla="*/ 35352 h 40607"/>
                <a:gd name="csX72" fmla="*/ 4300 w 49683"/>
                <a:gd name="csY72" fmla="*/ 31530 h 40607"/>
                <a:gd name="csX73" fmla="*/ 2866 w 49683"/>
                <a:gd name="csY73" fmla="*/ 26275 h 40607"/>
                <a:gd name="csX74" fmla="*/ 478 w 49683"/>
                <a:gd name="csY74" fmla="*/ 21976 h 40607"/>
                <a:gd name="csX75" fmla="*/ 0 w 49683"/>
                <a:gd name="csY75" fmla="*/ 20542 h 40607"/>
                <a:gd name="csX76" fmla="*/ 956 w 49683"/>
                <a:gd name="csY76" fmla="*/ 18154 h 40607"/>
                <a:gd name="csX77" fmla="*/ 3822 w 49683"/>
                <a:gd name="csY77" fmla="*/ 14332 h 40607"/>
                <a:gd name="csX78" fmla="*/ 6688 w 49683"/>
                <a:gd name="csY78" fmla="*/ 12899 h 40607"/>
                <a:gd name="csX79" fmla="*/ 8599 w 49683"/>
                <a:gd name="csY79" fmla="*/ 11466 h 40607"/>
                <a:gd name="csX80" fmla="*/ 10510 w 49683"/>
                <a:gd name="csY80" fmla="*/ 10988 h 40607"/>
                <a:gd name="csX81" fmla="*/ 11943 w 49683"/>
                <a:gd name="csY81" fmla="*/ 10988 h 40607"/>
                <a:gd name="csX82" fmla="*/ 13854 w 49683"/>
                <a:gd name="csY82" fmla="*/ 11943 h 40607"/>
                <a:gd name="csX83" fmla="*/ 14332 w 49683"/>
                <a:gd name="csY83" fmla="*/ 13377 h 40607"/>
                <a:gd name="csX84" fmla="*/ 13854 w 49683"/>
                <a:gd name="csY84" fmla="*/ 13854 h 40607"/>
                <a:gd name="csX85" fmla="*/ 14332 w 49683"/>
                <a:gd name="csY85" fmla="*/ 14332 h 40607"/>
                <a:gd name="csX86" fmla="*/ 15287 w 49683"/>
                <a:gd name="csY86" fmla="*/ 15287 h 40607"/>
                <a:gd name="csX87" fmla="*/ 16721 w 49683"/>
                <a:gd name="csY87" fmla="*/ 18154 h 40607"/>
                <a:gd name="csX88" fmla="*/ 18154 w 49683"/>
                <a:gd name="csY88" fmla="*/ 21020 h 40607"/>
                <a:gd name="csX89" fmla="*/ 19109 w 49683"/>
                <a:gd name="csY89" fmla="*/ 21976 h 40607"/>
                <a:gd name="csX90" fmla="*/ 20542 w 49683"/>
                <a:gd name="csY90" fmla="*/ 22931 h 40607"/>
                <a:gd name="csX91" fmla="*/ 19109 w 49683"/>
                <a:gd name="csY91" fmla="*/ 20542 h 40607"/>
                <a:gd name="csX92" fmla="*/ 18154 w 49683"/>
                <a:gd name="csY92" fmla="*/ 18154 h 40607"/>
                <a:gd name="csX93" fmla="*/ 18154 w 49683"/>
                <a:gd name="csY93" fmla="*/ 12899 h 40607"/>
                <a:gd name="csX94" fmla="*/ 17676 w 49683"/>
                <a:gd name="csY94" fmla="*/ 11466 h 40607"/>
                <a:gd name="csX95" fmla="*/ 18154 w 49683"/>
                <a:gd name="csY95" fmla="*/ 10988 h 40607"/>
                <a:gd name="csX96" fmla="*/ 20542 w 49683"/>
                <a:gd name="csY96" fmla="*/ 11466 h 40607"/>
                <a:gd name="csX97" fmla="*/ 20542 w 49683"/>
                <a:gd name="csY97" fmla="*/ 10510 h 40607"/>
                <a:gd name="csX98" fmla="*/ 18154 w 49683"/>
                <a:gd name="csY98" fmla="*/ 9077 h 40607"/>
                <a:gd name="csX99" fmla="*/ 16721 w 49683"/>
                <a:gd name="csY99" fmla="*/ 7644 h 40607"/>
                <a:gd name="csX100" fmla="*/ 16243 w 49683"/>
                <a:gd name="csY100" fmla="*/ 6211 h 40607"/>
                <a:gd name="csX101" fmla="*/ 16243 w 49683"/>
                <a:gd name="csY101" fmla="*/ 5255 h 40607"/>
                <a:gd name="csX102" fmla="*/ 17198 w 49683"/>
                <a:gd name="csY102" fmla="*/ 3822 h 40607"/>
                <a:gd name="csX103" fmla="*/ 18154 w 49683"/>
                <a:gd name="csY103" fmla="*/ 3344 h 40607"/>
                <a:gd name="csX104" fmla="*/ 19109 w 49683"/>
                <a:gd name="csY104" fmla="*/ 3344 h 40607"/>
                <a:gd name="csX105" fmla="*/ 20542 w 49683"/>
                <a:gd name="csY105" fmla="*/ 3344 h 40607"/>
                <a:gd name="csX106" fmla="*/ 21020 w 49683"/>
                <a:gd name="csY106" fmla="*/ 3822 h 40607"/>
                <a:gd name="csX107" fmla="*/ 22931 w 49683"/>
                <a:gd name="csY107" fmla="*/ 7166 h 40607"/>
                <a:gd name="csX108" fmla="*/ 23886 w 49683"/>
                <a:gd name="csY108" fmla="*/ 8121 h 40607"/>
                <a:gd name="csX109" fmla="*/ 24364 w 49683"/>
                <a:gd name="csY109" fmla="*/ 8121 h 40607"/>
                <a:gd name="csX110" fmla="*/ 25320 w 49683"/>
                <a:gd name="csY110" fmla="*/ 7644 h 40607"/>
                <a:gd name="csX111" fmla="*/ 25798 w 49683"/>
                <a:gd name="csY111" fmla="*/ 6688 h 40607"/>
                <a:gd name="csX112" fmla="*/ 26275 w 49683"/>
                <a:gd name="csY112" fmla="*/ 6211 h 40607"/>
                <a:gd name="csX113" fmla="*/ 27231 w 49683"/>
                <a:gd name="csY113" fmla="*/ 5733 h 40607"/>
                <a:gd name="csX114" fmla="*/ 29142 w 49683"/>
                <a:gd name="csY114" fmla="*/ 6211 h 40607"/>
                <a:gd name="csX115" fmla="*/ 29619 w 49683"/>
                <a:gd name="csY115" fmla="*/ 6211 h 40607"/>
                <a:gd name="csX116" fmla="*/ 30097 w 49683"/>
                <a:gd name="csY116" fmla="*/ 5255 h 40607"/>
                <a:gd name="csX117" fmla="*/ 30097 w 49683"/>
                <a:gd name="csY117" fmla="*/ 3822 h 40607"/>
                <a:gd name="csX118" fmla="*/ 30575 w 49683"/>
                <a:gd name="csY118" fmla="*/ 3344 h 40607"/>
                <a:gd name="csX119" fmla="*/ 30575 w 49683"/>
                <a:gd name="csY119" fmla="*/ 2389 h 40607"/>
                <a:gd name="csX120" fmla="*/ 29619 w 49683"/>
                <a:gd name="csY120" fmla="*/ 478 h 40607"/>
                <a:gd name="csX121" fmla="*/ 31052 w 49683"/>
                <a:gd name="csY121" fmla="*/ 0 h 40607"/>
                <a:gd name="csX122" fmla="*/ 35352 w 49683"/>
                <a:gd name="csY122" fmla="*/ 1433 h 40607"/>
                <a:gd name="csX123" fmla="*/ 37263 w 49683"/>
                <a:gd name="csY123" fmla="*/ 2866 h 40607"/>
                <a:gd name="csX124" fmla="*/ 36307 w 49683"/>
                <a:gd name="csY124" fmla="*/ 5255 h 40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</a:cxnLst>
              <a:rect l="l" t="t" r="r" b="b"/>
              <a:pathLst>
                <a:path w="49683" h="40607">
                  <a:moveTo>
                    <a:pt x="36307" y="5255"/>
                  </a:moveTo>
                  <a:lnTo>
                    <a:pt x="36307" y="7166"/>
                  </a:lnTo>
                  <a:lnTo>
                    <a:pt x="37263" y="6688"/>
                  </a:lnTo>
                  <a:lnTo>
                    <a:pt x="40129" y="4777"/>
                  </a:lnTo>
                  <a:lnTo>
                    <a:pt x="41563" y="4300"/>
                  </a:lnTo>
                  <a:lnTo>
                    <a:pt x="43951" y="4300"/>
                  </a:lnTo>
                  <a:lnTo>
                    <a:pt x="45384" y="5255"/>
                  </a:lnTo>
                  <a:lnTo>
                    <a:pt x="45862" y="5733"/>
                  </a:lnTo>
                  <a:lnTo>
                    <a:pt x="45862" y="6688"/>
                  </a:lnTo>
                  <a:lnTo>
                    <a:pt x="44429" y="8121"/>
                  </a:lnTo>
                  <a:lnTo>
                    <a:pt x="44429" y="9077"/>
                  </a:lnTo>
                  <a:lnTo>
                    <a:pt x="45862" y="10988"/>
                  </a:lnTo>
                  <a:lnTo>
                    <a:pt x="49206" y="12421"/>
                  </a:lnTo>
                  <a:lnTo>
                    <a:pt x="49684" y="12899"/>
                  </a:lnTo>
                  <a:lnTo>
                    <a:pt x="49684" y="13377"/>
                  </a:lnTo>
                  <a:lnTo>
                    <a:pt x="47295" y="16721"/>
                  </a:lnTo>
                  <a:lnTo>
                    <a:pt x="46340" y="17676"/>
                  </a:lnTo>
                  <a:lnTo>
                    <a:pt x="45862" y="17676"/>
                  </a:lnTo>
                  <a:lnTo>
                    <a:pt x="41563" y="17198"/>
                  </a:lnTo>
                  <a:lnTo>
                    <a:pt x="37741" y="16243"/>
                  </a:lnTo>
                  <a:lnTo>
                    <a:pt x="35830" y="15765"/>
                  </a:lnTo>
                  <a:lnTo>
                    <a:pt x="35352" y="16243"/>
                  </a:lnTo>
                  <a:lnTo>
                    <a:pt x="34397" y="17198"/>
                  </a:lnTo>
                  <a:lnTo>
                    <a:pt x="34874" y="17676"/>
                  </a:lnTo>
                  <a:lnTo>
                    <a:pt x="38696" y="17676"/>
                  </a:lnTo>
                  <a:lnTo>
                    <a:pt x="39652" y="19109"/>
                  </a:lnTo>
                  <a:lnTo>
                    <a:pt x="40129" y="20065"/>
                  </a:lnTo>
                  <a:lnTo>
                    <a:pt x="40607" y="21498"/>
                  </a:lnTo>
                  <a:lnTo>
                    <a:pt x="39652" y="21976"/>
                  </a:lnTo>
                  <a:lnTo>
                    <a:pt x="38218" y="22453"/>
                  </a:lnTo>
                  <a:lnTo>
                    <a:pt x="36785" y="22453"/>
                  </a:lnTo>
                  <a:lnTo>
                    <a:pt x="34397" y="23409"/>
                  </a:lnTo>
                  <a:lnTo>
                    <a:pt x="32963" y="24842"/>
                  </a:lnTo>
                  <a:lnTo>
                    <a:pt x="28664" y="25320"/>
                  </a:lnTo>
                  <a:lnTo>
                    <a:pt x="25320" y="27231"/>
                  </a:lnTo>
                  <a:lnTo>
                    <a:pt x="24364" y="28186"/>
                  </a:lnTo>
                  <a:lnTo>
                    <a:pt x="23886" y="29619"/>
                  </a:lnTo>
                  <a:lnTo>
                    <a:pt x="22453" y="30575"/>
                  </a:lnTo>
                  <a:lnTo>
                    <a:pt x="19587" y="31052"/>
                  </a:lnTo>
                  <a:lnTo>
                    <a:pt x="21498" y="32008"/>
                  </a:lnTo>
                  <a:lnTo>
                    <a:pt x="21498" y="32486"/>
                  </a:lnTo>
                  <a:lnTo>
                    <a:pt x="21498" y="33441"/>
                  </a:lnTo>
                  <a:lnTo>
                    <a:pt x="21498" y="34397"/>
                  </a:lnTo>
                  <a:lnTo>
                    <a:pt x="19109" y="37741"/>
                  </a:lnTo>
                  <a:lnTo>
                    <a:pt x="14810" y="40607"/>
                  </a:lnTo>
                  <a:lnTo>
                    <a:pt x="13854" y="40129"/>
                  </a:lnTo>
                  <a:lnTo>
                    <a:pt x="13377" y="40129"/>
                  </a:lnTo>
                  <a:lnTo>
                    <a:pt x="12899" y="39652"/>
                  </a:lnTo>
                  <a:lnTo>
                    <a:pt x="12899" y="38696"/>
                  </a:lnTo>
                  <a:lnTo>
                    <a:pt x="18632" y="33441"/>
                  </a:lnTo>
                  <a:lnTo>
                    <a:pt x="18154" y="32963"/>
                  </a:lnTo>
                  <a:lnTo>
                    <a:pt x="16721" y="32963"/>
                  </a:lnTo>
                  <a:lnTo>
                    <a:pt x="14332" y="31530"/>
                  </a:lnTo>
                  <a:lnTo>
                    <a:pt x="12421" y="32486"/>
                  </a:lnTo>
                  <a:lnTo>
                    <a:pt x="12421" y="32486"/>
                  </a:lnTo>
                  <a:lnTo>
                    <a:pt x="12899" y="31052"/>
                  </a:lnTo>
                  <a:lnTo>
                    <a:pt x="13854" y="29142"/>
                  </a:lnTo>
                  <a:lnTo>
                    <a:pt x="13377" y="28664"/>
                  </a:lnTo>
                  <a:lnTo>
                    <a:pt x="12899" y="28664"/>
                  </a:lnTo>
                  <a:lnTo>
                    <a:pt x="11466" y="28186"/>
                  </a:lnTo>
                  <a:lnTo>
                    <a:pt x="9555" y="28186"/>
                  </a:lnTo>
                  <a:lnTo>
                    <a:pt x="7644" y="28664"/>
                  </a:lnTo>
                  <a:lnTo>
                    <a:pt x="6688" y="29619"/>
                  </a:lnTo>
                  <a:lnTo>
                    <a:pt x="6688" y="29619"/>
                  </a:lnTo>
                  <a:lnTo>
                    <a:pt x="9077" y="29619"/>
                  </a:lnTo>
                  <a:lnTo>
                    <a:pt x="9555" y="30097"/>
                  </a:lnTo>
                  <a:lnTo>
                    <a:pt x="10032" y="31052"/>
                  </a:lnTo>
                  <a:lnTo>
                    <a:pt x="10510" y="31530"/>
                  </a:lnTo>
                  <a:lnTo>
                    <a:pt x="10510" y="32963"/>
                  </a:lnTo>
                  <a:lnTo>
                    <a:pt x="10032" y="34397"/>
                  </a:lnTo>
                  <a:lnTo>
                    <a:pt x="9077" y="35830"/>
                  </a:lnTo>
                  <a:lnTo>
                    <a:pt x="7644" y="35352"/>
                  </a:lnTo>
                  <a:lnTo>
                    <a:pt x="4300" y="31530"/>
                  </a:lnTo>
                  <a:lnTo>
                    <a:pt x="2866" y="26275"/>
                  </a:lnTo>
                  <a:lnTo>
                    <a:pt x="478" y="21976"/>
                  </a:lnTo>
                  <a:lnTo>
                    <a:pt x="0" y="20542"/>
                  </a:lnTo>
                  <a:lnTo>
                    <a:pt x="956" y="18154"/>
                  </a:lnTo>
                  <a:lnTo>
                    <a:pt x="3822" y="14332"/>
                  </a:lnTo>
                  <a:lnTo>
                    <a:pt x="6688" y="12899"/>
                  </a:lnTo>
                  <a:lnTo>
                    <a:pt x="8599" y="11466"/>
                  </a:lnTo>
                  <a:lnTo>
                    <a:pt x="10510" y="10988"/>
                  </a:lnTo>
                  <a:lnTo>
                    <a:pt x="11943" y="10988"/>
                  </a:lnTo>
                  <a:lnTo>
                    <a:pt x="13854" y="11943"/>
                  </a:lnTo>
                  <a:lnTo>
                    <a:pt x="14332" y="13377"/>
                  </a:lnTo>
                  <a:lnTo>
                    <a:pt x="13854" y="13854"/>
                  </a:lnTo>
                  <a:lnTo>
                    <a:pt x="14332" y="14332"/>
                  </a:lnTo>
                  <a:lnTo>
                    <a:pt x="15287" y="15287"/>
                  </a:lnTo>
                  <a:lnTo>
                    <a:pt x="16721" y="18154"/>
                  </a:lnTo>
                  <a:lnTo>
                    <a:pt x="18154" y="21020"/>
                  </a:lnTo>
                  <a:lnTo>
                    <a:pt x="19109" y="21976"/>
                  </a:lnTo>
                  <a:lnTo>
                    <a:pt x="20542" y="22931"/>
                  </a:lnTo>
                  <a:lnTo>
                    <a:pt x="19109" y="20542"/>
                  </a:lnTo>
                  <a:lnTo>
                    <a:pt x="18154" y="18154"/>
                  </a:lnTo>
                  <a:lnTo>
                    <a:pt x="18154" y="12899"/>
                  </a:lnTo>
                  <a:lnTo>
                    <a:pt x="17676" y="11466"/>
                  </a:lnTo>
                  <a:lnTo>
                    <a:pt x="18154" y="10988"/>
                  </a:lnTo>
                  <a:lnTo>
                    <a:pt x="20542" y="11466"/>
                  </a:lnTo>
                  <a:lnTo>
                    <a:pt x="20542" y="10510"/>
                  </a:lnTo>
                  <a:lnTo>
                    <a:pt x="18154" y="9077"/>
                  </a:lnTo>
                  <a:lnTo>
                    <a:pt x="16721" y="7644"/>
                  </a:lnTo>
                  <a:lnTo>
                    <a:pt x="16243" y="6211"/>
                  </a:lnTo>
                  <a:lnTo>
                    <a:pt x="16243" y="5255"/>
                  </a:lnTo>
                  <a:lnTo>
                    <a:pt x="17198" y="3822"/>
                  </a:lnTo>
                  <a:lnTo>
                    <a:pt x="18154" y="3344"/>
                  </a:lnTo>
                  <a:lnTo>
                    <a:pt x="19109" y="3344"/>
                  </a:lnTo>
                  <a:lnTo>
                    <a:pt x="20542" y="3344"/>
                  </a:lnTo>
                  <a:lnTo>
                    <a:pt x="21020" y="3822"/>
                  </a:lnTo>
                  <a:lnTo>
                    <a:pt x="22931" y="7166"/>
                  </a:lnTo>
                  <a:lnTo>
                    <a:pt x="23886" y="8121"/>
                  </a:lnTo>
                  <a:lnTo>
                    <a:pt x="24364" y="8121"/>
                  </a:lnTo>
                  <a:lnTo>
                    <a:pt x="25320" y="7644"/>
                  </a:lnTo>
                  <a:lnTo>
                    <a:pt x="25798" y="6688"/>
                  </a:lnTo>
                  <a:lnTo>
                    <a:pt x="26275" y="6211"/>
                  </a:lnTo>
                  <a:lnTo>
                    <a:pt x="27231" y="5733"/>
                  </a:lnTo>
                  <a:lnTo>
                    <a:pt x="29142" y="6211"/>
                  </a:lnTo>
                  <a:lnTo>
                    <a:pt x="29619" y="6211"/>
                  </a:lnTo>
                  <a:lnTo>
                    <a:pt x="30097" y="5255"/>
                  </a:lnTo>
                  <a:lnTo>
                    <a:pt x="30097" y="3822"/>
                  </a:lnTo>
                  <a:lnTo>
                    <a:pt x="30575" y="3344"/>
                  </a:lnTo>
                  <a:lnTo>
                    <a:pt x="30575" y="2389"/>
                  </a:lnTo>
                  <a:lnTo>
                    <a:pt x="29619" y="478"/>
                  </a:lnTo>
                  <a:lnTo>
                    <a:pt x="31052" y="0"/>
                  </a:lnTo>
                  <a:lnTo>
                    <a:pt x="35352" y="1433"/>
                  </a:lnTo>
                  <a:lnTo>
                    <a:pt x="37263" y="2866"/>
                  </a:lnTo>
                  <a:lnTo>
                    <a:pt x="36307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2" name="Freeform 5541">
              <a:extLst>
                <a:ext uri="{FF2B5EF4-FFF2-40B4-BE49-F238E27FC236}">
                  <a16:creationId xmlns:a16="http://schemas.microsoft.com/office/drawing/2014/main" id="{37F6D1C1-EB28-92FE-5ED6-B72F27DA7BA7}"/>
                </a:ext>
              </a:extLst>
            </p:cNvPr>
            <p:cNvSpPr/>
            <p:nvPr/>
          </p:nvSpPr>
          <p:spPr>
            <a:xfrm>
              <a:off x="2839317" y="3439294"/>
              <a:ext cx="5255" cy="5255"/>
            </a:xfrm>
            <a:custGeom>
              <a:avLst/>
              <a:gdLst>
                <a:gd name="csX0" fmla="*/ 5255 w 5255"/>
                <a:gd name="csY0" fmla="*/ 4300 h 5255"/>
                <a:gd name="csX1" fmla="*/ 4777 w 5255"/>
                <a:gd name="csY1" fmla="*/ 5255 h 5255"/>
                <a:gd name="csX2" fmla="*/ 4300 w 5255"/>
                <a:gd name="csY2" fmla="*/ 4777 h 5255"/>
                <a:gd name="csX3" fmla="*/ 3344 w 5255"/>
                <a:gd name="csY3" fmla="*/ 3822 h 5255"/>
                <a:gd name="csX4" fmla="*/ 956 w 5255"/>
                <a:gd name="csY4" fmla="*/ 2389 h 5255"/>
                <a:gd name="csX5" fmla="*/ 0 w 5255"/>
                <a:gd name="csY5" fmla="*/ 956 h 5255"/>
                <a:gd name="csX6" fmla="*/ 0 w 5255"/>
                <a:gd name="csY6" fmla="*/ 478 h 5255"/>
                <a:gd name="csX7" fmla="*/ 956 w 5255"/>
                <a:gd name="csY7" fmla="*/ 0 h 5255"/>
                <a:gd name="csX8" fmla="*/ 3344 w 5255"/>
                <a:gd name="csY8" fmla="*/ 1433 h 5255"/>
                <a:gd name="csX9" fmla="*/ 4300 w 5255"/>
                <a:gd name="csY9" fmla="*/ 2866 h 5255"/>
                <a:gd name="csX10" fmla="*/ 5255 w 5255"/>
                <a:gd name="csY10" fmla="*/ 430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5" h="5255">
                  <a:moveTo>
                    <a:pt x="5255" y="4300"/>
                  </a:moveTo>
                  <a:lnTo>
                    <a:pt x="4777" y="5255"/>
                  </a:lnTo>
                  <a:lnTo>
                    <a:pt x="4300" y="4777"/>
                  </a:lnTo>
                  <a:lnTo>
                    <a:pt x="3344" y="3822"/>
                  </a:lnTo>
                  <a:lnTo>
                    <a:pt x="956" y="2389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3344" y="1433"/>
                  </a:lnTo>
                  <a:lnTo>
                    <a:pt x="4300" y="2866"/>
                  </a:lnTo>
                  <a:lnTo>
                    <a:pt x="5255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3" name="Freeform 5542">
              <a:extLst>
                <a:ext uri="{FF2B5EF4-FFF2-40B4-BE49-F238E27FC236}">
                  <a16:creationId xmlns:a16="http://schemas.microsoft.com/office/drawing/2014/main" id="{BA1F2785-9665-127A-CC88-5D7C02AABB3F}"/>
                </a:ext>
              </a:extLst>
            </p:cNvPr>
            <p:cNvSpPr/>
            <p:nvPr/>
          </p:nvSpPr>
          <p:spPr>
            <a:xfrm>
              <a:off x="3189971" y="3454103"/>
              <a:ext cx="24364" cy="43951"/>
            </a:xfrm>
            <a:custGeom>
              <a:avLst/>
              <a:gdLst>
                <a:gd name="csX0" fmla="*/ 17198 w 24364"/>
                <a:gd name="csY0" fmla="*/ 6211 h 43951"/>
                <a:gd name="csX1" fmla="*/ 18631 w 24364"/>
                <a:gd name="csY1" fmla="*/ 10032 h 43951"/>
                <a:gd name="csX2" fmla="*/ 20065 w 24364"/>
                <a:gd name="csY2" fmla="*/ 12899 h 43951"/>
                <a:gd name="csX3" fmla="*/ 21020 w 24364"/>
                <a:gd name="csY3" fmla="*/ 16243 h 43951"/>
                <a:gd name="csX4" fmla="*/ 22931 w 24364"/>
                <a:gd name="csY4" fmla="*/ 23409 h 43951"/>
                <a:gd name="csX5" fmla="*/ 23886 w 24364"/>
                <a:gd name="csY5" fmla="*/ 26275 h 43951"/>
                <a:gd name="csX6" fmla="*/ 23886 w 24364"/>
                <a:gd name="csY6" fmla="*/ 27708 h 43951"/>
                <a:gd name="csX7" fmla="*/ 24364 w 24364"/>
                <a:gd name="csY7" fmla="*/ 31530 h 43951"/>
                <a:gd name="csX8" fmla="*/ 23886 w 24364"/>
                <a:gd name="csY8" fmla="*/ 32008 h 43951"/>
                <a:gd name="csX9" fmla="*/ 23409 w 24364"/>
                <a:gd name="csY9" fmla="*/ 32963 h 43951"/>
                <a:gd name="csX10" fmla="*/ 23409 w 24364"/>
                <a:gd name="csY10" fmla="*/ 33919 h 43951"/>
                <a:gd name="csX11" fmla="*/ 23886 w 24364"/>
                <a:gd name="csY11" fmla="*/ 36785 h 43951"/>
                <a:gd name="csX12" fmla="*/ 23886 w 24364"/>
                <a:gd name="csY12" fmla="*/ 41085 h 43951"/>
                <a:gd name="csX13" fmla="*/ 23409 w 24364"/>
                <a:gd name="csY13" fmla="*/ 43473 h 43951"/>
                <a:gd name="csX14" fmla="*/ 22931 w 24364"/>
                <a:gd name="csY14" fmla="*/ 43951 h 43951"/>
                <a:gd name="csX15" fmla="*/ 21498 w 24364"/>
                <a:gd name="csY15" fmla="*/ 42996 h 43951"/>
                <a:gd name="csX16" fmla="*/ 20542 w 24364"/>
                <a:gd name="csY16" fmla="*/ 42040 h 43951"/>
                <a:gd name="csX17" fmla="*/ 19587 w 24364"/>
                <a:gd name="csY17" fmla="*/ 40607 h 43951"/>
                <a:gd name="csX18" fmla="*/ 17676 w 24364"/>
                <a:gd name="csY18" fmla="*/ 36307 h 43951"/>
                <a:gd name="csX19" fmla="*/ 16721 w 24364"/>
                <a:gd name="csY19" fmla="*/ 33919 h 43951"/>
                <a:gd name="csX20" fmla="*/ 16721 w 24364"/>
                <a:gd name="csY20" fmla="*/ 32486 h 43951"/>
                <a:gd name="csX21" fmla="*/ 17198 w 24364"/>
                <a:gd name="csY21" fmla="*/ 31530 h 43951"/>
                <a:gd name="csX22" fmla="*/ 17676 w 24364"/>
                <a:gd name="csY22" fmla="*/ 31052 h 43951"/>
                <a:gd name="csX23" fmla="*/ 19109 w 24364"/>
                <a:gd name="csY23" fmla="*/ 29142 h 43951"/>
                <a:gd name="csX24" fmla="*/ 18631 w 24364"/>
                <a:gd name="csY24" fmla="*/ 28664 h 43951"/>
                <a:gd name="csX25" fmla="*/ 18154 w 24364"/>
                <a:gd name="csY25" fmla="*/ 29142 h 43951"/>
                <a:gd name="csX26" fmla="*/ 16243 w 24364"/>
                <a:gd name="csY26" fmla="*/ 29619 h 43951"/>
                <a:gd name="csX27" fmla="*/ 14809 w 24364"/>
                <a:gd name="csY27" fmla="*/ 28186 h 43951"/>
                <a:gd name="csX28" fmla="*/ 13376 w 24364"/>
                <a:gd name="csY28" fmla="*/ 27231 h 43951"/>
                <a:gd name="csX29" fmla="*/ 13854 w 24364"/>
                <a:gd name="csY29" fmla="*/ 24842 h 43951"/>
                <a:gd name="csX30" fmla="*/ 13376 w 24364"/>
                <a:gd name="csY30" fmla="*/ 23886 h 43951"/>
                <a:gd name="csX31" fmla="*/ 10988 w 24364"/>
                <a:gd name="csY31" fmla="*/ 24842 h 43951"/>
                <a:gd name="csX32" fmla="*/ 10032 w 24364"/>
                <a:gd name="csY32" fmla="*/ 23886 h 43951"/>
                <a:gd name="csX33" fmla="*/ 9555 w 24364"/>
                <a:gd name="csY33" fmla="*/ 22931 h 43951"/>
                <a:gd name="csX34" fmla="*/ 10032 w 24364"/>
                <a:gd name="csY34" fmla="*/ 21498 h 43951"/>
                <a:gd name="csX35" fmla="*/ 10510 w 24364"/>
                <a:gd name="csY35" fmla="*/ 20542 h 43951"/>
                <a:gd name="csX36" fmla="*/ 12421 w 24364"/>
                <a:gd name="csY36" fmla="*/ 17198 h 43951"/>
                <a:gd name="csX37" fmla="*/ 12421 w 24364"/>
                <a:gd name="csY37" fmla="*/ 16721 h 43951"/>
                <a:gd name="csX38" fmla="*/ 11465 w 24364"/>
                <a:gd name="csY38" fmla="*/ 16721 h 43951"/>
                <a:gd name="csX39" fmla="*/ 9555 w 24364"/>
                <a:gd name="csY39" fmla="*/ 15287 h 43951"/>
                <a:gd name="csX40" fmla="*/ 9077 w 24364"/>
                <a:gd name="csY40" fmla="*/ 11943 h 43951"/>
                <a:gd name="csX41" fmla="*/ 7644 w 24364"/>
                <a:gd name="csY41" fmla="*/ 10032 h 43951"/>
                <a:gd name="csX42" fmla="*/ 6688 w 24364"/>
                <a:gd name="csY42" fmla="*/ 10032 h 43951"/>
                <a:gd name="csX43" fmla="*/ 4300 w 24364"/>
                <a:gd name="csY43" fmla="*/ 15765 h 43951"/>
                <a:gd name="csX44" fmla="*/ 3344 w 24364"/>
                <a:gd name="csY44" fmla="*/ 17198 h 43951"/>
                <a:gd name="csX45" fmla="*/ 478 w 24364"/>
                <a:gd name="csY45" fmla="*/ 17676 h 43951"/>
                <a:gd name="csX46" fmla="*/ 955 w 24364"/>
                <a:gd name="csY46" fmla="*/ 16243 h 43951"/>
                <a:gd name="csX47" fmla="*/ 1433 w 24364"/>
                <a:gd name="csY47" fmla="*/ 14810 h 43951"/>
                <a:gd name="csX48" fmla="*/ 478 w 24364"/>
                <a:gd name="csY48" fmla="*/ 10510 h 43951"/>
                <a:gd name="csX49" fmla="*/ 0 w 24364"/>
                <a:gd name="csY49" fmla="*/ 8599 h 43951"/>
                <a:gd name="csX50" fmla="*/ 955 w 24364"/>
                <a:gd name="csY50" fmla="*/ 7644 h 43951"/>
                <a:gd name="csX51" fmla="*/ 2866 w 24364"/>
                <a:gd name="csY51" fmla="*/ 7166 h 43951"/>
                <a:gd name="csX52" fmla="*/ 4300 w 24364"/>
                <a:gd name="csY52" fmla="*/ 6211 h 43951"/>
                <a:gd name="csX53" fmla="*/ 5255 w 24364"/>
                <a:gd name="csY53" fmla="*/ 5255 h 43951"/>
                <a:gd name="csX54" fmla="*/ 5255 w 24364"/>
                <a:gd name="csY54" fmla="*/ 3822 h 43951"/>
                <a:gd name="csX55" fmla="*/ 6688 w 24364"/>
                <a:gd name="csY55" fmla="*/ 956 h 43951"/>
                <a:gd name="csX56" fmla="*/ 7644 w 24364"/>
                <a:gd name="csY56" fmla="*/ 0 h 43951"/>
                <a:gd name="csX57" fmla="*/ 9555 w 24364"/>
                <a:gd name="csY57" fmla="*/ 0 h 43951"/>
                <a:gd name="csX58" fmla="*/ 13854 w 24364"/>
                <a:gd name="csY58" fmla="*/ 3822 h 43951"/>
                <a:gd name="csX59" fmla="*/ 15287 w 24364"/>
                <a:gd name="csY59" fmla="*/ 4300 h 43951"/>
                <a:gd name="csX60" fmla="*/ 17198 w 24364"/>
                <a:gd name="csY60" fmla="*/ 6211 h 43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24364" h="43951">
                  <a:moveTo>
                    <a:pt x="17198" y="6211"/>
                  </a:moveTo>
                  <a:lnTo>
                    <a:pt x="18631" y="10032"/>
                  </a:lnTo>
                  <a:lnTo>
                    <a:pt x="20065" y="12899"/>
                  </a:lnTo>
                  <a:lnTo>
                    <a:pt x="21020" y="16243"/>
                  </a:lnTo>
                  <a:lnTo>
                    <a:pt x="22931" y="23409"/>
                  </a:lnTo>
                  <a:lnTo>
                    <a:pt x="23886" y="26275"/>
                  </a:lnTo>
                  <a:lnTo>
                    <a:pt x="23886" y="27708"/>
                  </a:lnTo>
                  <a:lnTo>
                    <a:pt x="24364" y="31530"/>
                  </a:lnTo>
                  <a:lnTo>
                    <a:pt x="23886" y="32008"/>
                  </a:lnTo>
                  <a:lnTo>
                    <a:pt x="23409" y="32963"/>
                  </a:lnTo>
                  <a:lnTo>
                    <a:pt x="23409" y="33919"/>
                  </a:lnTo>
                  <a:lnTo>
                    <a:pt x="23886" y="36785"/>
                  </a:lnTo>
                  <a:lnTo>
                    <a:pt x="23886" y="41085"/>
                  </a:lnTo>
                  <a:lnTo>
                    <a:pt x="23409" y="43473"/>
                  </a:lnTo>
                  <a:lnTo>
                    <a:pt x="22931" y="43951"/>
                  </a:lnTo>
                  <a:lnTo>
                    <a:pt x="21498" y="42996"/>
                  </a:lnTo>
                  <a:lnTo>
                    <a:pt x="20542" y="42040"/>
                  </a:lnTo>
                  <a:lnTo>
                    <a:pt x="19587" y="40607"/>
                  </a:lnTo>
                  <a:lnTo>
                    <a:pt x="17676" y="36307"/>
                  </a:lnTo>
                  <a:lnTo>
                    <a:pt x="16721" y="33919"/>
                  </a:lnTo>
                  <a:lnTo>
                    <a:pt x="16721" y="32486"/>
                  </a:lnTo>
                  <a:lnTo>
                    <a:pt x="17198" y="31530"/>
                  </a:lnTo>
                  <a:lnTo>
                    <a:pt x="17676" y="31052"/>
                  </a:lnTo>
                  <a:lnTo>
                    <a:pt x="19109" y="29142"/>
                  </a:lnTo>
                  <a:lnTo>
                    <a:pt x="18631" y="28664"/>
                  </a:lnTo>
                  <a:lnTo>
                    <a:pt x="18154" y="29142"/>
                  </a:lnTo>
                  <a:lnTo>
                    <a:pt x="16243" y="29619"/>
                  </a:lnTo>
                  <a:lnTo>
                    <a:pt x="14809" y="28186"/>
                  </a:lnTo>
                  <a:lnTo>
                    <a:pt x="13376" y="27231"/>
                  </a:lnTo>
                  <a:lnTo>
                    <a:pt x="13854" y="24842"/>
                  </a:lnTo>
                  <a:lnTo>
                    <a:pt x="13376" y="23886"/>
                  </a:lnTo>
                  <a:lnTo>
                    <a:pt x="10988" y="24842"/>
                  </a:lnTo>
                  <a:lnTo>
                    <a:pt x="10032" y="23886"/>
                  </a:lnTo>
                  <a:lnTo>
                    <a:pt x="9555" y="22931"/>
                  </a:lnTo>
                  <a:lnTo>
                    <a:pt x="10032" y="21498"/>
                  </a:lnTo>
                  <a:lnTo>
                    <a:pt x="10510" y="20542"/>
                  </a:lnTo>
                  <a:lnTo>
                    <a:pt x="12421" y="17198"/>
                  </a:lnTo>
                  <a:lnTo>
                    <a:pt x="12421" y="16721"/>
                  </a:lnTo>
                  <a:lnTo>
                    <a:pt x="11465" y="16721"/>
                  </a:lnTo>
                  <a:lnTo>
                    <a:pt x="9555" y="15287"/>
                  </a:lnTo>
                  <a:lnTo>
                    <a:pt x="9077" y="11943"/>
                  </a:lnTo>
                  <a:lnTo>
                    <a:pt x="7644" y="10032"/>
                  </a:lnTo>
                  <a:lnTo>
                    <a:pt x="6688" y="10032"/>
                  </a:lnTo>
                  <a:lnTo>
                    <a:pt x="4300" y="15765"/>
                  </a:lnTo>
                  <a:lnTo>
                    <a:pt x="3344" y="17198"/>
                  </a:lnTo>
                  <a:lnTo>
                    <a:pt x="478" y="17676"/>
                  </a:lnTo>
                  <a:lnTo>
                    <a:pt x="955" y="16243"/>
                  </a:lnTo>
                  <a:lnTo>
                    <a:pt x="1433" y="14810"/>
                  </a:lnTo>
                  <a:lnTo>
                    <a:pt x="478" y="10510"/>
                  </a:lnTo>
                  <a:lnTo>
                    <a:pt x="0" y="8599"/>
                  </a:lnTo>
                  <a:lnTo>
                    <a:pt x="955" y="7644"/>
                  </a:lnTo>
                  <a:lnTo>
                    <a:pt x="2866" y="7166"/>
                  </a:lnTo>
                  <a:lnTo>
                    <a:pt x="4300" y="6211"/>
                  </a:lnTo>
                  <a:lnTo>
                    <a:pt x="5255" y="5255"/>
                  </a:lnTo>
                  <a:lnTo>
                    <a:pt x="5255" y="3822"/>
                  </a:lnTo>
                  <a:lnTo>
                    <a:pt x="6688" y="956"/>
                  </a:lnTo>
                  <a:lnTo>
                    <a:pt x="7644" y="0"/>
                  </a:lnTo>
                  <a:lnTo>
                    <a:pt x="9555" y="0"/>
                  </a:lnTo>
                  <a:lnTo>
                    <a:pt x="13854" y="3822"/>
                  </a:lnTo>
                  <a:lnTo>
                    <a:pt x="15287" y="4300"/>
                  </a:lnTo>
                  <a:lnTo>
                    <a:pt x="17198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4" name="Freeform 5543">
              <a:extLst>
                <a:ext uri="{FF2B5EF4-FFF2-40B4-BE49-F238E27FC236}">
                  <a16:creationId xmlns:a16="http://schemas.microsoft.com/office/drawing/2014/main" id="{361E1FF4-3231-DD61-A01E-2F0DC54318F9}"/>
                </a:ext>
              </a:extLst>
            </p:cNvPr>
            <p:cNvSpPr/>
            <p:nvPr/>
          </p:nvSpPr>
          <p:spPr>
            <a:xfrm>
              <a:off x="2842184" y="3466047"/>
              <a:ext cx="9076" cy="6210"/>
            </a:xfrm>
            <a:custGeom>
              <a:avLst/>
              <a:gdLst>
                <a:gd name="csX0" fmla="*/ 7166 w 9076"/>
                <a:gd name="csY0" fmla="*/ 1911 h 6210"/>
                <a:gd name="csX1" fmla="*/ 4777 w 9076"/>
                <a:gd name="csY1" fmla="*/ 3344 h 6210"/>
                <a:gd name="csX2" fmla="*/ 4300 w 9076"/>
                <a:gd name="csY2" fmla="*/ 2866 h 6210"/>
                <a:gd name="csX3" fmla="*/ 2866 w 9076"/>
                <a:gd name="csY3" fmla="*/ 5255 h 6210"/>
                <a:gd name="csX4" fmla="*/ 1433 w 9076"/>
                <a:gd name="csY4" fmla="*/ 6211 h 6210"/>
                <a:gd name="csX5" fmla="*/ 0 w 9076"/>
                <a:gd name="csY5" fmla="*/ 4300 h 6210"/>
                <a:gd name="csX6" fmla="*/ 478 w 9076"/>
                <a:gd name="csY6" fmla="*/ 1911 h 6210"/>
                <a:gd name="csX7" fmla="*/ 1911 w 9076"/>
                <a:gd name="csY7" fmla="*/ 0 h 6210"/>
                <a:gd name="csX8" fmla="*/ 8599 w 9076"/>
                <a:gd name="csY8" fmla="*/ 478 h 6210"/>
                <a:gd name="csX9" fmla="*/ 9077 w 9076"/>
                <a:gd name="csY9" fmla="*/ 956 h 6210"/>
                <a:gd name="csX10" fmla="*/ 9077 w 9076"/>
                <a:gd name="csY10" fmla="*/ 1433 h 6210"/>
                <a:gd name="csX11" fmla="*/ 8599 w 9076"/>
                <a:gd name="csY11" fmla="*/ 1911 h 6210"/>
                <a:gd name="csX12" fmla="*/ 7166 w 9076"/>
                <a:gd name="csY12" fmla="*/ 1911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076" h="6210">
                  <a:moveTo>
                    <a:pt x="7166" y="1911"/>
                  </a:moveTo>
                  <a:lnTo>
                    <a:pt x="4777" y="3344"/>
                  </a:lnTo>
                  <a:lnTo>
                    <a:pt x="4300" y="2866"/>
                  </a:lnTo>
                  <a:lnTo>
                    <a:pt x="2866" y="5255"/>
                  </a:lnTo>
                  <a:lnTo>
                    <a:pt x="1433" y="6211"/>
                  </a:lnTo>
                  <a:lnTo>
                    <a:pt x="0" y="4300"/>
                  </a:lnTo>
                  <a:lnTo>
                    <a:pt x="478" y="1911"/>
                  </a:lnTo>
                  <a:lnTo>
                    <a:pt x="1911" y="0"/>
                  </a:lnTo>
                  <a:lnTo>
                    <a:pt x="8599" y="478"/>
                  </a:lnTo>
                  <a:lnTo>
                    <a:pt x="9077" y="956"/>
                  </a:lnTo>
                  <a:lnTo>
                    <a:pt x="9077" y="1433"/>
                  </a:lnTo>
                  <a:lnTo>
                    <a:pt x="8599" y="1911"/>
                  </a:lnTo>
                  <a:lnTo>
                    <a:pt x="7166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5" name="Freeform 5544">
              <a:extLst>
                <a:ext uri="{FF2B5EF4-FFF2-40B4-BE49-F238E27FC236}">
                  <a16:creationId xmlns:a16="http://schemas.microsoft.com/office/drawing/2014/main" id="{7EC34178-3FF3-708D-8602-6754E74E4E52}"/>
                </a:ext>
              </a:extLst>
            </p:cNvPr>
            <p:cNvSpPr/>
            <p:nvPr/>
          </p:nvSpPr>
          <p:spPr>
            <a:xfrm>
              <a:off x="3226756" y="3469868"/>
              <a:ext cx="20542" cy="20542"/>
            </a:xfrm>
            <a:custGeom>
              <a:avLst/>
              <a:gdLst>
                <a:gd name="csX0" fmla="*/ 12421 w 20542"/>
                <a:gd name="csY0" fmla="*/ 2389 h 20542"/>
                <a:gd name="csX1" fmla="*/ 13377 w 20542"/>
                <a:gd name="csY1" fmla="*/ 3344 h 20542"/>
                <a:gd name="csX2" fmla="*/ 14332 w 20542"/>
                <a:gd name="csY2" fmla="*/ 2389 h 20542"/>
                <a:gd name="csX3" fmla="*/ 15765 w 20542"/>
                <a:gd name="csY3" fmla="*/ 2389 h 20542"/>
                <a:gd name="csX4" fmla="*/ 18154 w 20542"/>
                <a:gd name="csY4" fmla="*/ 3344 h 20542"/>
                <a:gd name="csX5" fmla="*/ 19587 w 20542"/>
                <a:gd name="csY5" fmla="*/ 4777 h 20542"/>
                <a:gd name="csX6" fmla="*/ 20542 w 20542"/>
                <a:gd name="csY6" fmla="*/ 6210 h 20542"/>
                <a:gd name="csX7" fmla="*/ 20542 w 20542"/>
                <a:gd name="csY7" fmla="*/ 7166 h 20542"/>
                <a:gd name="csX8" fmla="*/ 20065 w 20542"/>
                <a:gd name="csY8" fmla="*/ 9555 h 20542"/>
                <a:gd name="csX9" fmla="*/ 20542 w 20542"/>
                <a:gd name="csY9" fmla="*/ 11943 h 20542"/>
                <a:gd name="csX10" fmla="*/ 20065 w 20542"/>
                <a:gd name="csY10" fmla="*/ 12899 h 20542"/>
                <a:gd name="csX11" fmla="*/ 20065 w 20542"/>
                <a:gd name="csY11" fmla="*/ 14332 h 20542"/>
                <a:gd name="csX12" fmla="*/ 19587 w 20542"/>
                <a:gd name="csY12" fmla="*/ 14809 h 20542"/>
                <a:gd name="csX13" fmla="*/ 18631 w 20542"/>
                <a:gd name="csY13" fmla="*/ 14809 h 20542"/>
                <a:gd name="csX14" fmla="*/ 16721 w 20542"/>
                <a:gd name="csY14" fmla="*/ 12899 h 20542"/>
                <a:gd name="csX15" fmla="*/ 14810 w 20542"/>
                <a:gd name="csY15" fmla="*/ 9077 h 20542"/>
                <a:gd name="csX16" fmla="*/ 12899 w 20542"/>
                <a:gd name="csY16" fmla="*/ 8121 h 20542"/>
                <a:gd name="csX17" fmla="*/ 12899 w 20542"/>
                <a:gd name="csY17" fmla="*/ 8599 h 20542"/>
                <a:gd name="csX18" fmla="*/ 13377 w 20542"/>
                <a:gd name="csY18" fmla="*/ 9555 h 20542"/>
                <a:gd name="csX19" fmla="*/ 14810 w 20542"/>
                <a:gd name="csY19" fmla="*/ 11465 h 20542"/>
                <a:gd name="csX20" fmla="*/ 14810 w 20542"/>
                <a:gd name="csY20" fmla="*/ 12899 h 20542"/>
                <a:gd name="csX21" fmla="*/ 15765 w 20542"/>
                <a:gd name="csY21" fmla="*/ 14332 h 20542"/>
                <a:gd name="csX22" fmla="*/ 16243 w 20542"/>
                <a:gd name="csY22" fmla="*/ 15287 h 20542"/>
                <a:gd name="csX23" fmla="*/ 16721 w 20542"/>
                <a:gd name="csY23" fmla="*/ 16721 h 20542"/>
                <a:gd name="csX24" fmla="*/ 16721 w 20542"/>
                <a:gd name="csY24" fmla="*/ 18154 h 20542"/>
                <a:gd name="csX25" fmla="*/ 16243 w 20542"/>
                <a:gd name="csY25" fmla="*/ 19109 h 20542"/>
                <a:gd name="csX26" fmla="*/ 15765 w 20542"/>
                <a:gd name="csY26" fmla="*/ 19587 h 20542"/>
                <a:gd name="csX27" fmla="*/ 15287 w 20542"/>
                <a:gd name="csY27" fmla="*/ 20065 h 20542"/>
                <a:gd name="csX28" fmla="*/ 11943 w 20542"/>
                <a:gd name="csY28" fmla="*/ 19587 h 20542"/>
                <a:gd name="csX29" fmla="*/ 10032 w 20542"/>
                <a:gd name="csY29" fmla="*/ 20542 h 20542"/>
                <a:gd name="csX30" fmla="*/ 7644 w 20542"/>
                <a:gd name="csY30" fmla="*/ 20065 h 20542"/>
                <a:gd name="csX31" fmla="*/ 6688 w 20542"/>
                <a:gd name="csY31" fmla="*/ 19587 h 20542"/>
                <a:gd name="csX32" fmla="*/ 6688 w 20542"/>
                <a:gd name="csY32" fmla="*/ 18154 h 20542"/>
                <a:gd name="csX33" fmla="*/ 6211 w 20542"/>
                <a:gd name="csY33" fmla="*/ 15765 h 20542"/>
                <a:gd name="csX34" fmla="*/ 5733 w 20542"/>
                <a:gd name="csY34" fmla="*/ 11943 h 20542"/>
                <a:gd name="csX35" fmla="*/ 5733 w 20542"/>
                <a:gd name="csY35" fmla="*/ 9077 h 20542"/>
                <a:gd name="csX36" fmla="*/ 4300 w 20542"/>
                <a:gd name="csY36" fmla="*/ 6688 h 20542"/>
                <a:gd name="csX37" fmla="*/ 3344 w 20542"/>
                <a:gd name="csY37" fmla="*/ 4777 h 20542"/>
                <a:gd name="csX38" fmla="*/ 1433 w 20542"/>
                <a:gd name="csY38" fmla="*/ 3344 h 20542"/>
                <a:gd name="csX39" fmla="*/ 0 w 20542"/>
                <a:gd name="csY39" fmla="*/ 1911 h 20542"/>
                <a:gd name="csX40" fmla="*/ 478 w 20542"/>
                <a:gd name="csY40" fmla="*/ 955 h 20542"/>
                <a:gd name="csX41" fmla="*/ 2389 w 20542"/>
                <a:gd name="csY41" fmla="*/ 0 h 20542"/>
                <a:gd name="csX42" fmla="*/ 5255 w 20542"/>
                <a:gd name="csY42" fmla="*/ 478 h 20542"/>
                <a:gd name="csX43" fmla="*/ 12421 w 20542"/>
                <a:gd name="csY43" fmla="*/ 2389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0542" h="20542">
                  <a:moveTo>
                    <a:pt x="12421" y="2389"/>
                  </a:moveTo>
                  <a:lnTo>
                    <a:pt x="13377" y="3344"/>
                  </a:lnTo>
                  <a:lnTo>
                    <a:pt x="14332" y="2389"/>
                  </a:lnTo>
                  <a:lnTo>
                    <a:pt x="15765" y="2389"/>
                  </a:lnTo>
                  <a:lnTo>
                    <a:pt x="18154" y="3344"/>
                  </a:lnTo>
                  <a:lnTo>
                    <a:pt x="19587" y="4777"/>
                  </a:lnTo>
                  <a:lnTo>
                    <a:pt x="20542" y="6210"/>
                  </a:lnTo>
                  <a:lnTo>
                    <a:pt x="20542" y="7166"/>
                  </a:lnTo>
                  <a:lnTo>
                    <a:pt x="20065" y="9555"/>
                  </a:lnTo>
                  <a:lnTo>
                    <a:pt x="20542" y="11943"/>
                  </a:lnTo>
                  <a:lnTo>
                    <a:pt x="20065" y="12899"/>
                  </a:lnTo>
                  <a:lnTo>
                    <a:pt x="20065" y="14332"/>
                  </a:lnTo>
                  <a:lnTo>
                    <a:pt x="19587" y="14809"/>
                  </a:lnTo>
                  <a:lnTo>
                    <a:pt x="18631" y="14809"/>
                  </a:lnTo>
                  <a:lnTo>
                    <a:pt x="16721" y="12899"/>
                  </a:lnTo>
                  <a:lnTo>
                    <a:pt x="14810" y="9077"/>
                  </a:lnTo>
                  <a:lnTo>
                    <a:pt x="12899" y="8121"/>
                  </a:lnTo>
                  <a:lnTo>
                    <a:pt x="12899" y="8599"/>
                  </a:lnTo>
                  <a:lnTo>
                    <a:pt x="13377" y="9555"/>
                  </a:lnTo>
                  <a:lnTo>
                    <a:pt x="14810" y="11465"/>
                  </a:lnTo>
                  <a:lnTo>
                    <a:pt x="14810" y="12899"/>
                  </a:lnTo>
                  <a:lnTo>
                    <a:pt x="15765" y="14332"/>
                  </a:lnTo>
                  <a:lnTo>
                    <a:pt x="16243" y="15287"/>
                  </a:lnTo>
                  <a:lnTo>
                    <a:pt x="16721" y="16721"/>
                  </a:lnTo>
                  <a:lnTo>
                    <a:pt x="16721" y="18154"/>
                  </a:lnTo>
                  <a:lnTo>
                    <a:pt x="16243" y="19109"/>
                  </a:lnTo>
                  <a:lnTo>
                    <a:pt x="15765" y="19587"/>
                  </a:lnTo>
                  <a:lnTo>
                    <a:pt x="15287" y="20065"/>
                  </a:lnTo>
                  <a:lnTo>
                    <a:pt x="11943" y="19587"/>
                  </a:lnTo>
                  <a:lnTo>
                    <a:pt x="10032" y="20542"/>
                  </a:lnTo>
                  <a:lnTo>
                    <a:pt x="7644" y="20065"/>
                  </a:lnTo>
                  <a:lnTo>
                    <a:pt x="6688" y="19587"/>
                  </a:lnTo>
                  <a:lnTo>
                    <a:pt x="6688" y="18154"/>
                  </a:lnTo>
                  <a:lnTo>
                    <a:pt x="6211" y="15765"/>
                  </a:lnTo>
                  <a:lnTo>
                    <a:pt x="5733" y="11943"/>
                  </a:lnTo>
                  <a:lnTo>
                    <a:pt x="5733" y="9077"/>
                  </a:lnTo>
                  <a:lnTo>
                    <a:pt x="4300" y="6688"/>
                  </a:lnTo>
                  <a:lnTo>
                    <a:pt x="3344" y="4777"/>
                  </a:lnTo>
                  <a:lnTo>
                    <a:pt x="1433" y="3344"/>
                  </a:lnTo>
                  <a:lnTo>
                    <a:pt x="0" y="1911"/>
                  </a:lnTo>
                  <a:lnTo>
                    <a:pt x="478" y="955"/>
                  </a:lnTo>
                  <a:lnTo>
                    <a:pt x="2389" y="0"/>
                  </a:lnTo>
                  <a:lnTo>
                    <a:pt x="5255" y="478"/>
                  </a:lnTo>
                  <a:lnTo>
                    <a:pt x="12421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6" name="Freeform 5545">
              <a:extLst>
                <a:ext uri="{FF2B5EF4-FFF2-40B4-BE49-F238E27FC236}">
                  <a16:creationId xmlns:a16="http://schemas.microsoft.com/office/drawing/2014/main" id="{C1024E49-3539-5343-BEBA-6C0E64FB17C3}"/>
                </a:ext>
              </a:extLst>
            </p:cNvPr>
            <p:cNvSpPr/>
            <p:nvPr/>
          </p:nvSpPr>
          <p:spPr>
            <a:xfrm>
              <a:off x="3218635" y="3474646"/>
              <a:ext cx="12898" cy="28186"/>
            </a:xfrm>
            <a:custGeom>
              <a:avLst/>
              <a:gdLst>
                <a:gd name="csX0" fmla="*/ 8121 w 12898"/>
                <a:gd name="csY0" fmla="*/ 2866 h 28186"/>
                <a:gd name="csX1" fmla="*/ 9077 w 12898"/>
                <a:gd name="csY1" fmla="*/ 5255 h 28186"/>
                <a:gd name="csX2" fmla="*/ 10988 w 12898"/>
                <a:gd name="csY2" fmla="*/ 4777 h 28186"/>
                <a:gd name="csX3" fmla="*/ 11943 w 12898"/>
                <a:gd name="csY3" fmla="*/ 6688 h 28186"/>
                <a:gd name="csX4" fmla="*/ 12899 w 12898"/>
                <a:gd name="csY4" fmla="*/ 9077 h 28186"/>
                <a:gd name="csX5" fmla="*/ 12421 w 12898"/>
                <a:gd name="csY5" fmla="*/ 10988 h 28186"/>
                <a:gd name="csX6" fmla="*/ 11465 w 12898"/>
                <a:gd name="csY6" fmla="*/ 10510 h 28186"/>
                <a:gd name="csX7" fmla="*/ 10510 w 12898"/>
                <a:gd name="csY7" fmla="*/ 11465 h 28186"/>
                <a:gd name="csX8" fmla="*/ 10032 w 12898"/>
                <a:gd name="csY8" fmla="*/ 14809 h 28186"/>
                <a:gd name="csX9" fmla="*/ 10510 w 12898"/>
                <a:gd name="csY9" fmla="*/ 17676 h 28186"/>
                <a:gd name="csX10" fmla="*/ 10032 w 12898"/>
                <a:gd name="csY10" fmla="*/ 21020 h 28186"/>
                <a:gd name="csX11" fmla="*/ 9077 w 12898"/>
                <a:gd name="csY11" fmla="*/ 24364 h 28186"/>
                <a:gd name="csX12" fmla="*/ 8599 w 12898"/>
                <a:gd name="csY12" fmla="*/ 26275 h 28186"/>
                <a:gd name="csX13" fmla="*/ 8121 w 12898"/>
                <a:gd name="csY13" fmla="*/ 27230 h 28186"/>
                <a:gd name="csX14" fmla="*/ 7644 w 12898"/>
                <a:gd name="csY14" fmla="*/ 27230 h 28186"/>
                <a:gd name="csX15" fmla="*/ 7166 w 12898"/>
                <a:gd name="csY15" fmla="*/ 26753 h 28186"/>
                <a:gd name="csX16" fmla="*/ 6210 w 12898"/>
                <a:gd name="csY16" fmla="*/ 26275 h 28186"/>
                <a:gd name="csX17" fmla="*/ 5255 w 12898"/>
                <a:gd name="csY17" fmla="*/ 28186 h 28186"/>
                <a:gd name="csX18" fmla="*/ 3822 w 12898"/>
                <a:gd name="csY18" fmla="*/ 28186 h 28186"/>
                <a:gd name="csX19" fmla="*/ 2866 w 12898"/>
                <a:gd name="csY19" fmla="*/ 23886 h 28186"/>
                <a:gd name="csX20" fmla="*/ 3822 w 12898"/>
                <a:gd name="csY20" fmla="*/ 17198 h 28186"/>
                <a:gd name="csX21" fmla="*/ 6210 w 12898"/>
                <a:gd name="csY21" fmla="*/ 15765 h 28186"/>
                <a:gd name="csX22" fmla="*/ 4777 w 12898"/>
                <a:gd name="csY22" fmla="*/ 13854 h 28186"/>
                <a:gd name="csX23" fmla="*/ 1911 w 12898"/>
                <a:gd name="csY23" fmla="*/ 11465 h 28186"/>
                <a:gd name="csX24" fmla="*/ 2389 w 12898"/>
                <a:gd name="csY24" fmla="*/ 10510 h 28186"/>
                <a:gd name="csX25" fmla="*/ 0 w 12898"/>
                <a:gd name="csY25" fmla="*/ 6688 h 28186"/>
                <a:gd name="csX26" fmla="*/ 0 w 12898"/>
                <a:gd name="csY26" fmla="*/ 5733 h 28186"/>
                <a:gd name="csX27" fmla="*/ 478 w 12898"/>
                <a:gd name="csY27" fmla="*/ 2866 h 28186"/>
                <a:gd name="csX28" fmla="*/ 2389 w 12898"/>
                <a:gd name="csY28" fmla="*/ 478 h 28186"/>
                <a:gd name="csX29" fmla="*/ 4777 w 12898"/>
                <a:gd name="csY29" fmla="*/ 0 h 28186"/>
                <a:gd name="csX30" fmla="*/ 6688 w 12898"/>
                <a:gd name="csY30" fmla="*/ 955 h 28186"/>
                <a:gd name="csX31" fmla="*/ 7644 w 12898"/>
                <a:gd name="csY31" fmla="*/ 1911 h 28186"/>
                <a:gd name="csX32" fmla="*/ 8121 w 12898"/>
                <a:gd name="csY32" fmla="*/ 2866 h 28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2898" h="28186">
                  <a:moveTo>
                    <a:pt x="8121" y="2866"/>
                  </a:moveTo>
                  <a:lnTo>
                    <a:pt x="9077" y="5255"/>
                  </a:lnTo>
                  <a:lnTo>
                    <a:pt x="10988" y="4777"/>
                  </a:lnTo>
                  <a:lnTo>
                    <a:pt x="11943" y="6688"/>
                  </a:lnTo>
                  <a:lnTo>
                    <a:pt x="12899" y="9077"/>
                  </a:lnTo>
                  <a:lnTo>
                    <a:pt x="12421" y="10988"/>
                  </a:lnTo>
                  <a:lnTo>
                    <a:pt x="11465" y="10510"/>
                  </a:lnTo>
                  <a:lnTo>
                    <a:pt x="10510" y="11465"/>
                  </a:lnTo>
                  <a:lnTo>
                    <a:pt x="10032" y="14809"/>
                  </a:lnTo>
                  <a:lnTo>
                    <a:pt x="10510" y="17676"/>
                  </a:lnTo>
                  <a:lnTo>
                    <a:pt x="10032" y="21020"/>
                  </a:lnTo>
                  <a:lnTo>
                    <a:pt x="9077" y="24364"/>
                  </a:lnTo>
                  <a:lnTo>
                    <a:pt x="8599" y="26275"/>
                  </a:lnTo>
                  <a:lnTo>
                    <a:pt x="8121" y="27230"/>
                  </a:lnTo>
                  <a:lnTo>
                    <a:pt x="7644" y="27230"/>
                  </a:lnTo>
                  <a:lnTo>
                    <a:pt x="7166" y="26753"/>
                  </a:lnTo>
                  <a:lnTo>
                    <a:pt x="6210" y="26275"/>
                  </a:lnTo>
                  <a:lnTo>
                    <a:pt x="5255" y="28186"/>
                  </a:lnTo>
                  <a:lnTo>
                    <a:pt x="3822" y="28186"/>
                  </a:lnTo>
                  <a:lnTo>
                    <a:pt x="2866" y="23886"/>
                  </a:lnTo>
                  <a:lnTo>
                    <a:pt x="3822" y="17198"/>
                  </a:lnTo>
                  <a:lnTo>
                    <a:pt x="6210" y="15765"/>
                  </a:lnTo>
                  <a:lnTo>
                    <a:pt x="4777" y="13854"/>
                  </a:lnTo>
                  <a:lnTo>
                    <a:pt x="1911" y="11465"/>
                  </a:lnTo>
                  <a:lnTo>
                    <a:pt x="2389" y="10510"/>
                  </a:lnTo>
                  <a:lnTo>
                    <a:pt x="0" y="6688"/>
                  </a:lnTo>
                  <a:lnTo>
                    <a:pt x="0" y="5733"/>
                  </a:lnTo>
                  <a:lnTo>
                    <a:pt x="478" y="2866"/>
                  </a:lnTo>
                  <a:lnTo>
                    <a:pt x="2389" y="478"/>
                  </a:lnTo>
                  <a:lnTo>
                    <a:pt x="4777" y="0"/>
                  </a:lnTo>
                  <a:lnTo>
                    <a:pt x="6688" y="955"/>
                  </a:lnTo>
                  <a:lnTo>
                    <a:pt x="7644" y="1911"/>
                  </a:lnTo>
                  <a:lnTo>
                    <a:pt x="812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7" name="Freeform 5546">
              <a:extLst>
                <a:ext uri="{FF2B5EF4-FFF2-40B4-BE49-F238E27FC236}">
                  <a16:creationId xmlns:a16="http://schemas.microsoft.com/office/drawing/2014/main" id="{78BBB25D-8F4C-8B2A-CF4E-EE943E8174E0}"/>
                </a:ext>
              </a:extLst>
            </p:cNvPr>
            <p:cNvSpPr/>
            <p:nvPr/>
          </p:nvSpPr>
          <p:spPr>
            <a:xfrm>
              <a:off x="3247298" y="3478945"/>
              <a:ext cx="7643" cy="9554"/>
            </a:xfrm>
            <a:custGeom>
              <a:avLst/>
              <a:gdLst>
                <a:gd name="csX0" fmla="*/ 3822 w 7643"/>
                <a:gd name="csY0" fmla="*/ 9077 h 9554"/>
                <a:gd name="csX1" fmla="*/ 3822 w 7643"/>
                <a:gd name="csY1" fmla="*/ 9555 h 9554"/>
                <a:gd name="csX2" fmla="*/ 955 w 7643"/>
                <a:gd name="csY2" fmla="*/ 9555 h 9554"/>
                <a:gd name="csX3" fmla="*/ 478 w 7643"/>
                <a:gd name="csY3" fmla="*/ 9077 h 9554"/>
                <a:gd name="csX4" fmla="*/ 0 w 7643"/>
                <a:gd name="csY4" fmla="*/ 7644 h 9554"/>
                <a:gd name="csX5" fmla="*/ 0 w 7643"/>
                <a:gd name="csY5" fmla="*/ 6210 h 9554"/>
                <a:gd name="csX6" fmla="*/ 955 w 7643"/>
                <a:gd name="csY6" fmla="*/ 5255 h 9554"/>
                <a:gd name="csX7" fmla="*/ 1433 w 7643"/>
                <a:gd name="csY7" fmla="*/ 3344 h 9554"/>
                <a:gd name="csX8" fmla="*/ 1911 w 7643"/>
                <a:gd name="csY8" fmla="*/ 0 h 9554"/>
                <a:gd name="csX9" fmla="*/ 5733 w 7643"/>
                <a:gd name="csY9" fmla="*/ 3822 h 9554"/>
                <a:gd name="csX10" fmla="*/ 6688 w 7643"/>
                <a:gd name="csY10" fmla="*/ 5255 h 9554"/>
                <a:gd name="csX11" fmla="*/ 7644 w 7643"/>
                <a:gd name="csY11" fmla="*/ 7166 h 9554"/>
                <a:gd name="csX12" fmla="*/ 6210 w 7643"/>
                <a:gd name="csY12" fmla="*/ 8121 h 9554"/>
                <a:gd name="csX13" fmla="*/ 4777 w 7643"/>
                <a:gd name="csY13" fmla="*/ 8599 h 9554"/>
                <a:gd name="csX14" fmla="*/ 3822 w 7643"/>
                <a:gd name="csY14" fmla="*/ 9077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643" h="9554">
                  <a:moveTo>
                    <a:pt x="3822" y="9077"/>
                  </a:moveTo>
                  <a:lnTo>
                    <a:pt x="3822" y="9555"/>
                  </a:lnTo>
                  <a:lnTo>
                    <a:pt x="955" y="9555"/>
                  </a:lnTo>
                  <a:lnTo>
                    <a:pt x="478" y="9077"/>
                  </a:lnTo>
                  <a:lnTo>
                    <a:pt x="0" y="7644"/>
                  </a:lnTo>
                  <a:lnTo>
                    <a:pt x="0" y="6210"/>
                  </a:lnTo>
                  <a:lnTo>
                    <a:pt x="955" y="5255"/>
                  </a:lnTo>
                  <a:lnTo>
                    <a:pt x="1433" y="3344"/>
                  </a:lnTo>
                  <a:lnTo>
                    <a:pt x="1911" y="0"/>
                  </a:lnTo>
                  <a:lnTo>
                    <a:pt x="5733" y="3822"/>
                  </a:lnTo>
                  <a:lnTo>
                    <a:pt x="6688" y="5255"/>
                  </a:lnTo>
                  <a:lnTo>
                    <a:pt x="7644" y="7166"/>
                  </a:lnTo>
                  <a:lnTo>
                    <a:pt x="6210" y="8121"/>
                  </a:lnTo>
                  <a:lnTo>
                    <a:pt x="4777" y="8599"/>
                  </a:lnTo>
                  <a:lnTo>
                    <a:pt x="3822" y="90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8" name="Freeform 5547">
              <a:extLst>
                <a:ext uri="{FF2B5EF4-FFF2-40B4-BE49-F238E27FC236}">
                  <a16:creationId xmlns:a16="http://schemas.microsoft.com/office/drawing/2014/main" id="{C736C95D-99A6-A970-41AE-3A1150B185DC}"/>
                </a:ext>
              </a:extLst>
            </p:cNvPr>
            <p:cNvSpPr/>
            <p:nvPr/>
          </p:nvSpPr>
          <p:spPr>
            <a:xfrm>
              <a:off x="2823075" y="3485156"/>
              <a:ext cx="4777" cy="3344"/>
            </a:xfrm>
            <a:custGeom>
              <a:avLst/>
              <a:gdLst>
                <a:gd name="csX0" fmla="*/ 2389 w 4777"/>
                <a:gd name="csY0" fmla="*/ 3344 h 3344"/>
                <a:gd name="csX1" fmla="*/ 1433 w 4777"/>
                <a:gd name="csY1" fmla="*/ 3344 h 3344"/>
                <a:gd name="csX2" fmla="*/ 0 w 4777"/>
                <a:gd name="csY2" fmla="*/ 2389 h 3344"/>
                <a:gd name="csX3" fmla="*/ 478 w 4777"/>
                <a:gd name="csY3" fmla="*/ 1433 h 3344"/>
                <a:gd name="csX4" fmla="*/ 2389 w 4777"/>
                <a:gd name="csY4" fmla="*/ 0 h 3344"/>
                <a:gd name="csX5" fmla="*/ 4300 w 4777"/>
                <a:gd name="csY5" fmla="*/ 478 h 3344"/>
                <a:gd name="csX6" fmla="*/ 4777 w 4777"/>
                <a:gd name="csY6" fmla="*/ 956 h 3344"/>
                <a:gd name="csX7" fmla="*/ 4777 w 4777"/>
                <a:gd name="csY7" fmla="*/ 1911 h 3344"/>
                <a:gd name="csX8" fmla="*/ 4300 w 4777"/>
                <a:gd name="csY8" fmla="*/ 2389 h 3344"/>
                <a:gd name="csX9" fmla="*/ 3822 w 4777"/>
                <a:gd name="csY9" fmla="*/ 2866 h 3344"/>
                <a:gd name="csX10" fmla="*/ 2389 w 4777"/>
                <a:gd name="csY10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77" h="3344">
                  <a:moveTo>
                    <a:pt x="2389" y="3344"/>
                  </a:moveTo>
                  <a:lnTo>
                    <a:pt x="1433" y="3344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2389" y="0"/>
                  </a:lnTo>
                  <a:lnTo>
                    <a:pt x="4300" y="478"/>
                  </a:lnTo>
                  <a:lnTo>
                    <a:pt x="4777" y="956"/>
                  </a:lnTo>
                  <a:lnTo>
                    <a:pt x="4777" y="1911"/>
                  </a:lnTo>
                  <a:lnTo>
                    <a:pt x="4300" y="2389"/>
                  </a:lnTo>
                  <a:lnTo>
                    <a:pt x="3822" y="2866"/>
                  </a:lnTo>
                  <a:lnTo>
                    <a:pt x="238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9" name="Freeform 5548">
              <a:extLst>
                <a:ext uri="{FF2B5EF4-FFF2-40B4-BE49-F238E27FC236}">
                  <a16:creationId xmlns:a16="http://schemas.microsoft.com/office/drawing/2014/main" id="{09792EB3-3B68-28AA-1172-918EC33BE6E7}"/>
                </a:ext>
              </a:extLst>
            </p:cNvPr>
            <p:cNvSpPr/>
            <p:nvPr/>
          </p:nvSpPr>
          <p:spPr>
            <a:xfrm>
              <a:off x="2814476" y="3485633"/>
              <a:ext cx="6688" cy="6210"/>
            </a:xfrm>
            <a:custGeom>
              <a:avLst/>
              <a:gdLst>
                <a:gd name="csX0" fmla="*/ 1911 w 6688"/>
                <a:gd name="csY0" fmla="*/ 5255 h 6210"/>
                <a:gd name="csX1" fmla="*/ 478 w 6688"/>
                <a:gd name="csY1" fmla="*/ 6210 h 6210"/>
                <a:gd name="csX2" fmla="*/ 0 w 6688"/>
                <a:gd name="csY2" fmla="*/ 5733 h 6210"/>
                <a:gd name="csX3" fmla="*/ 0 w 6688"/>
                <a:gd name="csY3" fmla="*/ 5255 h 6210"/>
                <a:gd name="csX4" fmla="*/ 0 w 6688"/>
                <a:gd name="csY4" fmla="*/ 4300 h 6210"/>
                <a:gd name="csX5" fmla="*/ 955 w 6688"/>
                <a:gd name="csY5" fmla="*/ 3344 h 6210"/>
                <a:gd name="csX6" fmla="*/ 2866 w 6688"/>
                <a:gd name="csY6" fmla="*/ 956 h 6210"/>
                <a:gd name="csX7" fmla="*/ 4777 w 6688"/>
                <a:gd name="csY7" fmla="*/ 0 h 6210"/>
                <a:gd name="csX8" fmla="*/ 6210 w 6688"/>
                <a:gd name="csY8" fmla="*/ 0 h 6210"/>
                <a:gd name="csX9" fmla="*/ 6688 w 6688"/>
                <a:gd name="csY9" fmla="*/ 956 h 6210"/>
                <a:gd name="csX10" fmla="*/ 5255 w 6688"/>
                <a:gd name="csY10" fmla="*/ 2389 h 6210"/>
                <a:gd name="csX11" fmla="*/ 1911 w 6688"/>
                <a:gd name="csY11" fmla="*/ 5255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688" h="6210">
                  <a:moveTo>
                    <a:pt x="1911" y="5255"/>
                  </a:moveTo>
                  <a:lnTo>
                    <a:pt x="478" y="6210"/>
                  </a:lnTo>
                  <a:lnTo>
                    <a:pt x="0" y="5733"/>
                  </a:lnTo>
                  <a:lnTo>
                    <a:pt x="0" y="5255"/>
                  </a:lnTo>
                  <a:lnTo>
                    <a:pt x="0" y="4300"/>
                  </a:lnTo>
                  <a:lnTo>
                    <a:pt x="955" y="3344"/>
                  </a:lnTo>
                  <a:lnTo>
                    <a:pt x="2866" y="956"/>
                  </a:lnTo>
                  <a:lnTo>
                    <a:pt x="4777" y="0"/>
                  </a:lnTo>
                  <a:lnTo>
                    <a:pt x="6210" y="0"/>
                  </a:lnTo>
                  <a:lnTo>
                    <a:pt x="6688" y="956"/>
                  </a:lnTo>
                  <a:lnTo>
                    <a:pt x="5255" y="2389"/>
                  </a:lnTo>
                  <a:lnTo>
                    <a:pt x="1911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0" name="Freeform 5549">
              <a:extLst>
                <a:ext uri="{FF2B5EF4-FFF2-40B4-BE49-F238E27FC236}">
                  <a16:creationId xmlns:a16="http://schemas.microsoft.com/office/drawing/2014/main" id="{BA1554EB-9F25-FAF2-48FA-9C37E61FBFDC}"/>
                </a:ext>
              </a:extLst>
            </p:cNvPr>
            <p:cNvSpPr/>
            <p:nvPr/>
          </p:nvSpPr>
          <p:spPr>
            <a:xfrm>
              <a:off x="3252076" y="3488978"/>
              <a:ext cx="12420" cy="18631"/>
            </a:xfrm>
            <a:custGeom>
              <a:avLst/>
              <a:gdLst>
                <a:gd name="csX0" fmla="*/ 11943 w 12420"/>
                <a:gd name="csY0" fmla="*/ 12421 h 18631"/>
                <a:gd name="csX1" fmla="*/ 11465 w 12420"/>
                <a:gd name="csY1" fmla="*/ 18154 h 18631"/>
                <a:gd name="csX2" fmla="*/ 10510 w 12420"/>
                <a:gd name="csY2" fmla="*/ 17676 h 18631"/>
                <a:gd name="csX3" fmla="*/ 9555 w 12420"/>
                <a:gd name="csY3" fmla="*/ 17676 h 18631"/>
                <a:gd name="csX4" fmla="*/ 8121 w 12420"/>
                <a:gd name="csY4" fmla="*/ 18631 h 18631"/>
                <a:gd name="csX5" fmla="*/ 6688 w 12420"/>
                <a:gd name="csY5" fmla="*/ 18154 h 18631"/>
                <a:gd name="csX6" fmla="*/ 5733 w 12420"/>
                <a:gd name="csY6" fmla="*/ 17676 h 18631"/>
                <a:gd name="csX7" fmla="*/ 5733 w 12420"/>
                <a:gd name="csY7" fmla="*/ 16721 h 18631"/>
                <a:gd name="csX8" fmla="*/ 5733 w 12420"/>
                <a:gd name="csY8" fmla="*/ 15287 h 18631"/>
                <a:gd name="csX9" fmla="*/ 4777 w 12420"/>
                <a:gd name="csY9" fmla="*/ 14332 h 18631"/>
                <a:gd name="csX10" fmla="*/ 1911 w 12420"/>
                <a:gd name="csY10" fmla="*/ 13854 h 18631"/>
                <a:gd name="csX11" fmla="*/ 955 w 12420"/>
                <a:gd name="csY11" fmla="*/ 13854 h 18631"/>
                <a:gd name="csX12" fmla="*/ 478 w 12420"/>
                <a:gd name="csY12" fmla="*/ 11943 h 18631"/>
                <a:gd name="csX13" fmla="*/ 0 w 12420"/>
                <a:gd name="csY13" fmla="*/ 9555 h 18631"/>
                <a:gd name="csX14" fmla="*/ 478 w 12420"/>
                <a:gd name="csY14" fmla="*/ 9077 h 18631"/>
                <a:gd name="csX15" fmla="*/ 1911 w 12420"/>
                <a:gd name="csY15" fmla="*/ 8121 h 18631"/>
                <a:gd name="csX16" fmla="*/ 3344 w 12420"/>
                <a:gd name="csY16" fmla="*/ 5733 h 18631"/>
                <a:gd name="csX17" fmla="*/ 3822 w 12420"/>
                <a:gd name="csY17" fmla="*/ 5255 h 18631"/>
                <a:gd name="csX18" fmla="*/ 6688 w 12420"/>
                <a:gd name="csY18" fmla="*/ 0 h 18631"/>
                <a:gd name="csX19" fmla="*/ 7644 w 12420"/>
                <a:gd name="csY19" fmla="*/ 0 h 18631"/>
                <a:gd name="csX20" fmla="*/ 10032 w 12420"/>
                <a:gd name="csY20" fmla="*/ 3344 h 18631"/>
                <a:gd name="csX21" fmla="*/ 12421 w 12420"/>
                <a:gd name="csY21" fmla="*/ 8121 h 18631"/>
                <a:gd name="csX22" fmla="*/ 11943 w 12420"/>
                <a:gd name="csY22" fmla="*/ 12421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2420" h="18631">
                  <a:moveTo>
                    <a:pt x="11943" y="12421"/>
                  </a:moveTo>
                  <a:lnTo>
                    <a:pt x="11465" y="18154"/>
                  </a:lnTo>
                  <a:lnTo>
                    <a:pt x="10510" y="17676"/>
                  </a:lnTo>
                  <a:lnTo>
                    <a:pt x="9555" y="17676"/>
                  </a:lnTo>
                  <a:lnTo>
                    <a:pt x="8121" y="18631"/>
                  </a:lnTo>
                  <a:lnTo>
                    <a:pt x="6688" y="18154"/>
                  </a:lnTo>
                  <a:lnTo>
                    <a:pt x="5733" y="17676"/>
                  </a:lnTo>
                  <a:lnTo>
                    <a:pt x="5733" y="16721"/>
                  </a:lnTo>
                  <a:lnTo>
                    <a:pt x="5733" y="15287"/>
                  </a:lnTo>
                  <a:lnTo>
                    <a:pt x="4777" y="14332"/>
                  </a:lnTo>
                  <a:lnTo>
                    <a:pt x="1911" y="13854"/>
                  </a:lnTo>
                  <a:lnTo>
                    <a:pt x="955" y="13854"/>
                  </a:lnTo>
                  <a:lnTo>
                    <a:pt x="478" y="11943"/>
                  </a:lnTo>
                  <a:lnTo>
                    <a:pt x="0" y="9555"/>
                  </a:lnTo>
                  <a:lnTo>
                    <a:pt x="478" y="9077"/>
                  </a:lnTo>
                  <a:lnTo>
                    <a:pt x="1911" y="8121"/>
                  </a:lnTo>
                  <a:lnTo>
                    <a:pt x="3344" y="5733"/>
                  </a:lnTo>
                  <a:lnTo>
                    <a:pt x="3822" y="5255"/>
                  </a:lnTo>
                  <a:lnTo>
                    <a:pt x="6688" y="0"/>
                  </a:lnTo>
                  <a:lnTo>
                    <a:pt x="7644" y="0"/>
                  </a:lnTo>
                  <a:lnTo>
                    <a:pt x="10032" y="3344"/>
                  </a:lnTo>
                  <a:lnTo>
                    <a:pt x="12421" y="8121"/>
                  </a:lnTo>
                  <a:lnTo>
                    <a:pt x="11943" y="1242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1" name="Freeform 5550">
              <a:extLst>
                <a:ext uri="{FF2B5EF4-FFF2-40B4-BE49-F238E27FC236}">
                  <a16:creationId xmlns:a16="http://schemas.microsoft.com/office/drawing/2014/main" id="{C00BB98E-0FE8-60B0-F843-622326AAB019}"/>
                </a:ext>
              </a:extLst>
            </p:cNvPr>
            <p:cNvSpPr/>
            <p:nvPr/>
          </p:nvSpPr>
          <p:spPr>
            <a:xfrm>
              <a:off x="3245387" y="3490411"/>
              <a:ext cx="8121" cy="6688"/>
            </a:xfrm>
            <a:custGeom>
              <a:avLst/>
              <a:gdLst>
                <a:gd name="csX0" fmla="*/ 5255 w 8121"/>
                <a:gd name="csY0" fmla="*/ 6688 h 6688"/>
                <a:gd name="csX1" fmla="*/ 4300 w 8121"/>
                <a:gd name="csY1" fmla="*/ 6688 h 6688"/>
                <a:gd name="csX2" fmla="*/ 2866 w 8121"/>
                <a:gd name="csY2" fmla="*/ 6210 h 6688"/>
                <a:gd name="csX3" fmla="*/ 0 w 8121"/>
                <a:gd name="csY3" fmla="*/ 3822 h 6688"/>
                <a:gd name="csX4" fmla="*/ 0 w 8121"/>
                <a:gd name="csY4" fmla="*/ 2866 h 6688"/>
                <a:gd name="csX5" fmla="*/ 478 w 8121"/>
                <a:gd name="csY5" fmla="*/ 1911 h 6688"/>
                <a:gd name="csX6" fmla="*/ 1911 w 8121"/>
                <a:gd name="csY6" fmla="*/ 478 h 6688"/>
                <a:gd name="csX7" fmla="*/ 2866 w 8121"/>
                <a:gd name="csY7" fmla="*/ 0 h 6688"/>
                <a:gd name="csX8" fmla="*/ 6688 w 8121"/>
                <a:gd name="csY8" fmla="*/ 0 h 6688"/>
                <a:gd name="csX9" fmla="*/ 7644 w 8121"/>
                <a:gd name="csY9" fmla="*/ 478 h 6688"/>
                <a:gd name="csX10" fmla="*/ 8121 w 8121"/>
                <a:gd name="csY10" fmla="*/ 1433 h 6688"/>
                <a:gd name="csX11" fmla="*/ 8121 w 8121"/>
                <a:gd name="csY11" fmla="*/ 1911 h 6688"/>
                <a:gd name="csX12" fmla="*/ 7644 w 8121"/>
                <a:gd name="csY12" fmla="*/ 2866 h 6688"/>
                <a:gd name="csX13" fmla="*/ 7644 w 8121"/>
                <a:gd name="csY13" fmla="*/ 3822 h 6688"/>
                <a:gd name="csX14" fmla="*/ 7644 w 8121"/>
                <a:gd name="csY14" fmla="*/ 4300 h 6688"/>
                <a:gd name="csX15" fmla="*/ 7166 w 8121"/>
                <a:gd name="csY15" fmla="*/ 5255 h 6688"/>
                <a:gd name="csX16" fmla="*/ 5255 w 8121"/>
                <a:gd name="csY16" fmla="*/ 668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121" h="6688">
                  <a:moveTo>
                    <a:pt x="5255" y="6688"/>
                  </a:moveTo>
                  <a:lnTo>
                    <a:pt x="4300" y="6688"/>
                  </a:lnTo>
                  <a:lnTo>
                    <a:pt x="2866" y="6210"/>
                  </a:lnTo>
                  <a:lnTo>
                    <a:pt x="0" y="3822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1911" y="478"/>
                  </a:lnTo>
                  <a:lnTo>
                    <a:pt x="2866" y="0"/>
                  </a:lnTo>
                  <a:lnTo>
                    <a:pt x="6688" y="0"/>
                  </a:lnTo>
                  <a:lnTo>
                    <a:pt x="7644" y="478"/>
                  </a:lnTo>
                  <a:lnTo>
                    <a:pt x="8121" y="1433"/>
                  </a:lnTo>
                  <a:lnTo>
                    <a:pt x="8121" y="1911"/>
                  </a:lnTo>
                  <a:lnTo>
                    <a:pt x="7644" y="2866"/>
                  </a:lnTo>
                  <a:lnTo>
                    <a:pt x="7644" y="3822"/>
                  </a:lnTo>
                  <a:lnTo>
                    <a:pt x="7644" y="4300"/>
                  </a:lnTo>
                  <a:lnTo>
                    <a:pt x="7166" y="5255"/>
                  </a:lnTo>
                  <a:lnTo>
                    <a:pt x="5255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2" name="Freeform 5551">
              <a:extLst>
                <a:ext uri="{FF2B5EF4-FFF2-40B4-BE49-F238E27FC236}">
                  <a16:creationId xmlns:a16="http://schemas.microsoft.com/office/drawing/2014/main" id="{AEEF54A3-84D6-E961-9989-6799C245083B}"/>
                </a:ext>
              </a:extLst>
            </p:cNvPr>
            <p:cNvSpPr/>
            <p:nvPr/>
          </p:nvSpPr>
          <p:spPr>
            <a:xfrm>
              <a:off x="3231056" y="3494233"/>
              <a:ext cx="35352" cy="52072"/>
            </a:xfrm>
            <a:custGeom>
              <a:avLst/>
              <a:gdLst>
                <a:gd name="csX0" fmla="*/ 3822 w 35352"/>
                <a:gd name="csY0" fmla="*/ 0 h 52072"/>
                <a:gd name="csX1" fmla="*/ 7644 w 35352"/>
                <a:gd name="csY1" fmla="*/ 478 h 52072"/>
                <a:gd name="csX2" fmla="*/ 10988 w 35352"/>
                <a:gd name="csY2" fmla="*/ 478 h 52072"/>
                <a:gd name="csX3" fmla="*/ 12421 w 35352"/>
                <a:gd name="csY3" fmla="*/ 1911 h 52072"/>
                <a:gd name="csX4" fmla="*/ 12899 w 35352"/>
                <a:gd name="csY4" fmla="*/ 3344 h 52072"/>
                <a:gd name="csX5" fmla="*/ 13377 w 35352"/>
                <a:gd name="csY5" fmla="*/ 4777 h 52072"/>
                <a:gd name="csX6" fmla="*/ 13854 w 35352"/>
                <a:gd name="csY6" fmla="*/ 5733 h 52072"/>
                <a:gd name="csX7" fmla="*/ 13377 w 35352"/>
                <a:gd name="csY7" fmla="*/ 6688 h 52072"/>
                <a:gd name="csX8" fmla="*/ 13377 w 35352"/>
                <a:gd name="csY8" fmla="*/ 7644 h 52072"/>
                <a:gd name="csX9" fmla="*/ 13377 w 35352"/>
                <a:gd name="csY9" fmla="*/ 8121 h 52072"/>
                <a:gd name="csX10" fmla="*/ 20065 w 35352"/>
                <a:gd name="csY10" fmla="*/ 10988 h 52072"/>
                <a:gd name="csX11" fmla="*/ 22931 w 35352"/>
                <a:gd name="csY11" fmla="*/ 14332 h 52072"/>
                <a:gd name="csX12" fmla="*/ 24364 w 35352"/>
                <a:gd name="csY12" fmla="*/ 16243 h 52072"/>
                <a:gd name="csX13" fmla="*/ 25320 w 35352"/>
                <a:gd name="csY13" fmla="*/ 17676 h 52072"/>
                <a:gd name="csX14" fmla="*/ 26275 w 35352"/>
                <a:gd name="csY14" fmla="*/ 21020 h 52072"/>
                <a:gd name="csX15" fmla="*/ 29142 w 35352"/>
                <a:gd name="csY15" fmla="*/ 25320 h 52072"/>
                <a:gd name="csX16" fmla="*/ 30575 w 35352"/>
                <a:gd name="csY16" fmla="*/ 26275 h 52072"/>
                <a:gd name="csX17" fmla="*/ 31530 w 35352"/>
                <a:gd name="csY17" fmla="*/ 27708 h 52072"/>
                <a:gd name="csX18" fmla="*/ 31052 w 35352"/>
                <a:gd name="csY18" fmla="*/ 27708 h 52072"/>
                <a:gd name="csX19" fmla="*/ 29142 w 35352"/>
                <a:gd name="csY19" fmla="*/ 26753 h 52072"/>
                <a:gd name="csX20" fmla="*/ 24842 w 35352"/>
                <a:gd name="csY20" fmla="*/ 23886 h 52072"/>
                <a:gd name="csX21" fmla="*/ 24364 w 35352"/>
                <a:gd name="csY21" fmla="*/ 24364 h 52072"/>
                <a:gd name="csX22" fmla="*/ 23886 w 35352"/>
                <a:gd name="csY22" fmla="*/ 25798 h 52072"/>
                <a:gd name="csX23" fmla="*/ 23409 w 35352"/>
                <a:gd name="csY23" fmla="*/ 26753 h 52072"/>
                <a:gd name="csX24" fmla="*/ 22453 w 35352"/>
                <a:gd name="csY24" fmla="*/ 27708 h 52072"/>
                <a:gd name="csX25" fmla="*/ 23409 w 35352"/>
                <a:gd name="csY25" fmla="*/ 28186 h 52072"/>
                <a:gd name="csX26" fmla="*/ 26753 w 35352"/>
                <a:gd name="csY26" fmla="*/ 27708 h 52072"/>
                <a:gd name="csX27" fmla="*/ 29619 w 35352"/>
                <a:gd name="csY27" fmla="*/ 30097 h 52072"/>
                <a:gd name="csX28" fmla="*/ 30575 w 35352"/>
                <a:gd name="csY28" fmla="*/ 30575 h 52072"/>
                <a:gd name="csX29" fmla="*/ 32008 w 35352"/>
                <a:gd name="csY29" fmla="*/ 32486 h 52072"/>
                <a:gd name="csX30" fmla="*/ 32008 w 35352"/>
                <a:gd name="csY30" fmla="*/ 33441 h 52072"/>
                <a:gd name="csX31" fmla="*/ 31052 w 35352"/>
                <a:gd name="csY31" fmla="*/ 34874 h 52072"/>
                <a:gd name="csX32" fmla="*/ 30575 w 35352"/>
                <a:gd name="csY32" fmla="*/ 35352 h 52072"/>
                <a:gd name="csX33" fmla="*/ 31052 w 35352"/>
                <a:gd name="csY33" fmla="*/ 35830 h 52072"/>
                <a:gd name="csX34" fmla="*/ 31530 w 35352"/>
                <a:gd name="csY34" fmla="*/ 35830 h 52072"/>
                <a:gd name="csX35" fmla="*/ 34874 w 35352"/>
                <a:gd name="csY35" fmla="*/ 35830 h 52072"/>
                <a:gd name="csX36" fmla="*/ 35352 w 35352"/>
                <a:gd name="csY36" fmla="*/ 36307 h 52072"/>
                <a:gd name="csX37" fmla="*/ 34874 w 35352"/>
                <a:gd name="csY37" fmla="*/ 42040 h 52072"/>
                <a:gd name="csX38" fmla="*/ 35352 w 35352"/>
                <a:gd name="csY38" fmla="*/ 43951 h 52072"/>
                <a:gd name="csX39" fmla="*/ 35352 w 35352"/>
                <a:gd name="csY39" fmla="*/ 44907 h 52072"/>
                <a:gd name="csX40" fmla="*/ 34874 w 35352"/>
                <a:gd name="csY40" fmla="*/ 45862 h 52072"/>
                <a:gd name="csX41" fmla="*/ 34874 w 35352"/>
                <a:gd name="csY41" fmla="*/ 47295 h 52072"/>
                <a:gd name="csX42" fmla="*/ 35352 w 35352"/>
                <a:gd name="csY42" fmla="*/ 48251 h 52072"/>
                <a:gd name="csX43" fmla="*/ 35352 w 35352"/>
                <a:gd name="csY43" fmla="*/ 49206 h 52072"/>
                <a:gd name="csX44" fmla="*/ 34397 w 35352"/>
                <a:gd name="csY44" fmla="*/ 51595 h 52072"/>
                <a:gd name="csX45" fmla="*/ 33919 w 35352"/>
                <a:gd name="csY45" fmla="*/ 52073 h 52072"/>
                <a:gd name="csX46" fmla="*/ 32486 w 35352"/>
                <a:gd name="csY46" fmla="*/ 52073 h 52072"/>
                <a:gd name="csX47" fmla="*/ 31052 w 35352"/>
                <a:gd name="csY47" fmla="*/ 51117 h 52072"/>
                <a:gd name="csX48" fmla="*/ 29619 w 35352"/>
                <a:gd name="csY48" fmla="*/ 49206 h 52072"/>
                <a:gd name="csX49" fmla="*/ 28186 w 35352"/>
                <a:gd name="csY49" fmla="*/ 45862 h 52072"/>
                <a:gd name="csX50" fmla="*/ 27708 w 35352"/>
                <a:gd name="csY50" fmla="*/ 45384 h 52072"/>
                <a:gd name="csX51" fmla="*/ 25798 w 35352"/>
                <a:gd name="csY51" fmla="*/ 44907 h 52072"/>
                <a:gd name="csX52" fmla="*/ 25320 w 35352"/>
                <a:gd name="csY52" fmla="*/ 44429 h 52072"/>
                <a:gd name="csX53" fmla="*/ 23886 w 35352"/>
                <a:gd name="csY53" fmla="*/ 44429 h 52072"/>
                <a:gd name="csX54" fmla="*/ 23409 w 35352"/>
                <a:gd name="csY54" fmla="*/ 42996 h 52072"/>
                <a:gd name="csX55" fmla="*/ 23409 w 35352"/>
                <a:gd name="csY55" fmla="*/ 41085 h 52072"/>
                <a:gd name="csX56" fmla="*/ 22453 w 35352"/>
                <a:gd name="csY56" fmla="*/ 39652 h 52072"/>
                <a:gd name="csX57" fmla="*/ 22453 w 35352"/>
                <a:gd name="csY57" fmla="*/ 38696 h 52072"/>
                <a:gd name="csX58" fmla="*/ 21976 w 35352"/>
                <a:gd name="csY58" fmla="*/ 38218 h 52072"/>
                <a:gd name="csX59" fmla="*/ 21020 w 35352"/>
                <a:gd name="csY59" fmla="*/ 38696 h 52072"/>
                <a:gd name="csX60" fmla="*/ 21498 w 35352"/>
                <a:gd name="csY60" fmla="*/ 40607 h 52072"/>
                <a:gd name="csX61" fmla="*/ 21020 w 35352"/>
                <a:gd name="csY61" fmla="*/ 42040 h 52072"/>
                <a:gd name="csX62" fmla="*/ 19587 w 35352"/>
                <a:gd name="csY62" fmla="*/ 41563 h 52072"/>
                <a:gd name="csX63" fmla="*/ 16721 w 35352"/>
                <a:gd name="csY63" fmla="*/ 36785 h 52072"/>
                <a:gd name="csX64" fmla="*/ 13854 w 35352"/>
                <a:gd name="csY64" fmla="*/ 33441 h 52072"/>
                <a:gd name="csX65" fmla="*/ 12899 w 35352"/>
                <a:gd name="csY65" fmla="*/ 32486 h 52072"/>
                <a:gd name="csX66" fmla="*/ 13377 w 35352"/>
                <a:gd name="csY66" fmla="*/ 31530 h 52072"/>
                <a:gd name="csX67" fmla="*/ 14332 w 35352"/>
                <a:gd name="csY67" fmla="*/ 31052 h 52072"/>
                <a:gd name="csX68" fmla="*/ 15765 w 35352"/>
                <a:gd name="csY68" fmla="*/ 31052 h 52072"/>
                <a:gd name="csX69" fmla="*/ 15765 w 35352"/>
                <a:gd name="csY69" fmla="*/ 30575 h 52072"/>
                <a:gd name="csX70" fmla="*/ 13377 w 35352"/>
                <a:gd name="csY70" fmla="*/ 26753 h 52072"/>
                <a:gd name="csX71" fmla="*/ 13377 w 35352"/>
                <a:gd name="csY71" fmla="*/ 25798 h 52072"/>
                <a:gd name="csX72" fmla="*/ 14332 w 35352"/>
                <a:gd name="csY72" fmla="*/ 24364 h 52072"/>
                <a:gd name="csX73" fmla="*/ 13377 w 35352"/>
                <a:gd name="csY73" fmla="*/ 23409 h 52072"/>
                <a:gd name="csX74" fmla="*/ 10510 w 35352"/>
                <a:gd name="csY74" fmla="*/ 23886 h 52072"/>
                <a:gd name="csX75" fmla="*/ 9077 w 35352"/>
                <a:gd name="csY75" fmla="*/ 23409 h 52072"/>
                <a:gd name="csX76" fmla="*/ 8121 w 35352"/>
                <a:gd name="csY76" fmla="*/ 21976 h 52072"/>
                <a:gd name="csX77" fmla="*/ 7644 w 35352"/>
                <a:gd name="csY77" fmla="*/ 21020 h 52072"/>
                <a:gd name="csX78" fmla="*/ 5255 w 35352"/>
                <a:gd name="csY78" fmla="*/ 21020 h 52072"/>
                <a:gd name="csX79" fmla="*/ 4300 w 35352"/>
                <a:gd name="csY79" fmla="*/ 21020 h 52072"/>
                <a:gd name="csX80" fmla="*/ 2389 w 35352"/>
                <a:gd name="csY80" fmla="*/ 19109 h 52072"/>
                <a:gd name="csX81" fmla="*/ 1433 w 35352"/>
                <a:gd name="csY81" fmla="*/ 17676 h 52072"/>
                <a:gd name="csX82" fmla="*/ 1911 w 35352"/>
                <a:gd name="csY82" fmla="*/ 17198 h 52072"/>
                <a:gd name="csX83" fmla="*/ 3344 w 35352"/>
                <a:gd name="csY83" fmla="*/ 16243 h 52072"/>
                <a:gd name="csX84" fmla="*/ 4300 w 35352"/>
                <a:gd name="csY84" fmla="*/ 16243 h 52072"/>
                <a:gd name="csX85" fmla="*/ 6211 w 35352"/>
                <a:gd name="csY85" fmla="*/ 17676 h 52072"/>
                <a:gd name="csX86" fmla="*/ 7166 w 35352"/>
                <a:gd name="csY86" fmla="*/ 17676 h 52072"/>
                <a:gd name="csX87" fmla="*/ 8599 w 35352"/>
                <a:gd name="csY87" fmla="*/ 15765 h 52072"/>
                <a:gd name="csX88" fmla="*/ 9077 w 35352"/>
                <a:gd name="csY88" fmla="*/ 14810 h 52072"/>
                <a:gd name="csX89" fmla="*/ 10510 w 35352"/>
                <a:gd name="csY89" fmla="*/ 13377 h 52072"/>
                <a:gd name="csX90" fmla="*/ 10032 w 35352"/>
                <a:gd name="csY90" fmla="*/ 12421 h 52072"/>
                <a:gd name="csX91" fmla="*/ 9555 w 35352"/>
                <a:gd name="csY91" fmla="*/ 10510 h 52072"/>
                <a:gd name="csX92" fmla="*/ 7644 w 35352"/>
                <a:gd name="csY92" fmla="*/ 9555 h 52072"/>
                <a:gd name="csX93" fmla="*/ 4300 w 35352"/>
                <a:gd name="csY93" fmla="*/ 10988 h 52072"/>
                <a:gd name="csX94" fmla="*/ 1433 w 35352"/>
                <a:gd name="csY94" fmla="*/ 12899 h 52072"/>
                <a:gd name="csX95" fmla="*/ 478 w 35352"/>
                <a:gd name="csY95" fmla="*/ 11943 h 52072"/>
                <a:gd name="csX96" fmla="*/ 0 w 35352"/>
                <a:gd name="csY96" fmla="*/ 10988 h 52072"/>
                <a:gd name="csX97" fmla="*/ 3344 w 35352"/>
                <a:gd name="csY97" fmla="*/ 8121 h 52072"/>
                <a:gd name="csX98" fmla="*/ 4777 w 35352"/>
                <a:gd name="csY98" fmla="*/ 6211 h 52072"/>
                <a:gd name="csX99" fmla="*/ 4300 w 35352"/>
                <a:gd name="csY99" fmla="*/ 5255 h 52072"/>
                <a:gd name="csX100" fmla="*/ 3344 w 35352"/>
                <a:gd name="csY100" fmla="*/ 3822 h 52072"/>
                <a:gd name="csX101" fmla="*/ 3344 w 35352"/>
                <a:gd name="csY101" fmla="*/ 478 h 52072"/>
                <a:gd name="csX102" fmla="*/ 3822 w 35352"/>
                <a:gd name="csY102" fmla="*/ 0 h 52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</a:cxnLst>
              <a:rect l="l" t="t" r="r" b="b"/>
              <a:pathLst>
                <a:path w="35352" h="52072">
                  <a:moveTo>
                    <a:pt x="3822" y="0"/>
                  </a:moveTo>
                  <a:lnTo>
                    <a:pt x="7644" y="478"/>
                  </a:lnTo>
                  <a:lnTo>
                    <a:pt x="10988" y="478"/>
                  </a:lnTo>
                  <a:lnTo>
                    <a:pt x="12421" y="1911"/>
                  </a:lnTo>
                  <a:lnTo>
                    <a:pt x="12899" y="3344"/>
                  </a:lnTo>
                  <a:lnTo>
                    <a:pt x="13377" y="4777"/>
                  </a:lnTo>
                  <a:lnTo>
                    <a:pt x="13854" y="5733"/>
                  </a:lnTo>
                  <a:lnTo>
                    <a:pt x="13377" y="6688"/>
                  </a:lnTo>
                  <a:lnTo>
                    <a:pt x="13377" y="7644"/>
                  </a:lnTo>
                  <a:lnTo>
                    <a:pt x="13377" y="8121"/>
                  </a:lnTo>
                  <a:lnTo>
                    <a:pt x="20065" y="10988"/>
                  </a:lnTo>
                  <a:lnTo>
                    <a:pt x="22931" y="14332"/>
                  </a:lnTo>
                  <a:lnTo>
                    <a:pt x="24364" y="16243"/>
                  </a:lnTo>
                  <a:lnTo>
                    <a:pt x="25320" y="17676"/>
                  </a:lnTo>
                  <a:lnTo>
                    <a:pt x="26275" y="21020"/>
                  </a:lnTo>
                  <a:lnTo>
                    <a:pt x="29142" y="25320"/>
                  </a:lnTo>
                  <a:lnTo>
                    <a:pt x="30575" y="26275"/>
                  </a:lnTo>
                  <a:lnTo>
                    <a:pt x="31530" y="27708"/>
                  </a:lnTo>
                  <a:lnTo>
                    <a:pt x="31052" y="27708"/>
                  </a:lnTo>
                  <a:lnTo>
                    <a:pt x="29142" y="26753"/>
                  </a:lnTo>
                  <a:lnTo>
                    <a:pt x="24842" y="23886"/>
                  </a:lnTo>
                  <a:lnTo>
                    <a:pt x="24364" y="24364"/>
                  </a:lnTo>
                  <a:lnTo>
                    <a:pt x="23886" y="25798"/>
                  </a:lnTo>
                  <a:lnTo>
                    <a:pt x="23409" y="26753"/>
                  </a:lnTo>
                  <a:lnTo>
                    <a:pt x="22453" y="27708"/>
                  </a:lnTo>
                  <a:lnTo>
                    <a:pt x="23409" y="28186"/>
                  </a:lnTo>
                  <a:lnTo>
                    <a:pt x="26753" y="27708"/>
                  </a:lnTo>
                  <a:lnTo>
                    <a:pt x="29619" y="30097"/>
                  </a:lnTo>
                  <a:lnTo>
                    <a:pt x="30575" y="30575"/>
                  </a:lnTo>
                  <a:lnTo>
                    <a:pt x="32008" y="32486"/>
                  </a:lnTo>
                  <a:lnTo>
                    <a:pt x="32008" y="33441"/>
                  </a:lnTo>
                  <a:lnTo>
                    <a:pt x="31052" y="34874"/>
                  </a:lnTo>
                  <a:lnTo>
                    <a:pt x="30575" y="35352"/>
                  </a:lnTo>
                  <a:lnTo>
                    <a:pt x="31052" y="35830"/>
                  </a:lnTo>
                  <a:lnTo>
                    <a:pt x="31530" y="35830"/>
                  </a:lnTo>
                  <a:lnTo>
                    <a:pt x="34874" y="35830"/>
                  </a:lnTo>
                  <a:lnTo>
                    <a:pt x="35352" y="36307"/>
                  </a:lnTo>
                  <a:lnTo>
                    <a:pt x="34874" y="42040"/>
                  </a:lnTo>
                  <a:lnTo>
                    <a:pt x="35352" y="43951"/>
                  </a:lnTo>
                  <a:lnTo>
                    <a:pt x="35352" y="44907"/>
                  </a:lnTo>
                  <a:lnTo>
                    <a:pt x="34874" y="45862"/>
                  </a:lnTo>
                  <a:lnTo>
                    <a:pt x="34874" y="47295"/>
                  </a:lnTo>
                  <a:lnTo>
                    <a:pt x="35352" y="48251"/>
                  </a:lnTo>
                  <a:lnTo>
                    <a:pt x="35352" y="49206"/>
                  </a:lnTo>
                  <a:lnTo>
                    <a:pt x="34397" y="51595"/>
                  </a:lnTo>
                  <a:lnTo>
                    <a:pt x="33919" y="52073"/>
                  </a:lnTo>
                  <a:lnTo>
                    <a:pt x="32486" y="52073"/>
                  </a:lnTo>
                  <a:lnTo>
                    <a:pt x="31052" y="51117"/>
                  </a:lnTo>
                  <a:lnTo>
                    <a:pt x="29619" y="49206"/>
                  </a:lnTo>
                  <a:lnTo>
                    <a:pt x="28186" y="45862"/>
                  </a:lnTo>
                  <a:lnTo>
                    <a:pt x="27708" y="45384"/>
                  </a:lnTo>
                  <a:lnTo>
                    <a:pt x="25798" y="44907"/>
                  </a:lnTo>
                  <a:lnTo>
                    <a:pt x="25320" y="44429"/>
                  </a:lnTo>
                  <a:lnTo>
                    <a:pt x="23886" y="44429"/>
                  </a:lnTo>
                  <a:lnTo>
                    <a:pt x="23409" y="42996"/>
                  </a:lnTo>
                  <a:lnTo>
                    <a:pt x="23409" y="41085"/>
                  </a:lnTo>
                  <a:lnTo>
                    <a:pt x="22453" y="39652"/>
                  </a:lnTo>
                  <a:lnTo>
                    <a:pt x="22453" y="38696"/>
                  </a:lnTo>
                  <a:lnTo>
                    <a:pt x="21976" y="38218"/>
                  </a:lnTo>
                  <a:lnTo>
                    <a:pt x="21020" y="38696"/>
                  </a:lnTo>
                  <a:lnTo>
                    <a:pt x="21498" y="40607"/>
                  </a:lnTo>
                  <a:lnTo>
                    <a:pt x="21020" y="42040"/>
                  </a:lnTo>
                  <a:lnTo>
                    <a:pt x="19587" y="41563"/>
                  </a:lnTo>
                  <a:lnTo>
                    <a:pt x="16721" y="36785"/>
                  </a:lnTo>
                  <a:lnTo>
                    <a:pt x="13854" y="33441"/>
                  </a:lnTo>
                  <a:lnTo>
                    <a:pt x="12899" y="32486"/>
                  </a:lnTo>
                  <a:lnTo>
                    <a:pt x="13377" y="31530"/>
                  </a:lnTo>
                  <a:lnTo>
                    <a:pt x="14332" y="31052"/>
                  </a:lnTo>
                  <a:lnTo>
                    <a:pt x="15765" y="31052"/>
                  </a:lnTo>
                  <a:lnTo>
                    <a:pt x="15765" y="30575"/>
                  </a:lnTo>
                  <a:lnTo>
                    <a:pt x="13377" y="26753"/>
                  </a:lnTo>
                  <a:lnTo>
                    <a:pt x="13377" y="25798"/>
                  </a:lnTo>
                  <a:lnTo>
                    <a:pt x="14332" y="24364"/>
                  </a:lnTo>
                  <a:lnTo>
                    <a:pt x="13377" y="23409"/>
                  </a:lnTo>
                  <a:lnTo>
                    <a:pt x="10510" y="23886"/>
                  </a:lnTo>
                  <a:lnTo>
                    <a:pt x="9077" y="23409"/>
                  </a:lnTo>
                  <a:lnTo>
                    <a:pt x="8121" y="21976"/>
                  </a:lnTo>
                  <a:lnTo>
                    <a:pt x="7644" y="21020"/>
                  </a:lnTo>
                  <a:lnTo>
                    <a:pt x="5255" y="21020"/>
                  </a:lnTo>
                  <a:lnTo>
                    <a:pt x="4300" y="21020"/>
                  </a:lnTo>
                  <a:lnTo>
                    <a:pt x="2389" y="19109"/>
                  </a:lnTo>
                  <a:lnTo>
                    <a:pt x="1433" y="17676"/>
                  </a:lnTo>
                  <a:lnTo>
                    <a:pt x="1911" y="17198"/>
                  </a:lnTo>
                  <a:lnTo>
                    <a:pt x="3344" y="16243"/>
                  </a:lnTo>
                  <a:lnTo>
                    <a:pt x="4300" y="16243"/>
                  </a:lnTo>
                  <a:lnTo>
                    <a:pt x="6211" y="17676"/>
                  </a:lnTo>
                  <a:lnTo>
                    <a:pt x="7166" y="17676"/>
                  </a:lnTo>
                  <a:lnTo>
                    <a:pt x="8599" y="15765"/>
                  </a:lnTo>
                  <a:lnTo>
                    <a:pt x="9077" y="14810"/>
                  </a:lnTo>
                  <a:lnTo>
                    <a:pt x="10510" y="13377"/>
                  </a:lnTo>
                  <a:lnTo>
                    <a:pt x="10032" y="12421"/>
                  </a:lnTo>
                  <a:lnTo>
                    <a:pt x="9555" y="10510"/>
                  </a:lnTo>
                  <a:lnTo>
                    <a:pt x="7644" y="9555"/>
                  </a:lnTo>
                  <a:lnTo>
                    <a:pt x="4300" y="10988"/>
                  </a:lnTo>
                  <a:lnTo>
                    <a:pt x="1433" y="12899"/>
                  </a:lnTo>
                  <a:lnTo>
                    <a:pt x="478" y="11943"/>
                  </a:lnTo>
                  <a:lnTo>
                    <a:pt x="0" y="10988"/>
                  </a:lnTo>
                  <a:lnTo>
                    <a:pt x="3344" y="8121"/>
                  </a:lnTo>
                  <a:lnTo>
                    <a:pt x="4777" y="6211"/>
                  </a:lnTo>
                  <a:lnTo>
                    <a:pt x="4300" y="5255"/>
                  </a:lnTo>
                  <a:lnTo>
                    <a:pt x="3344" y="3822"/>
                  </a:lnTo>
                  <a:lnTo>
                    <a:pt x="3344" y="478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3" name="Freeform 5552">
              <a:extLst>
                <a:ext uri="{FF2B5EF4-FFF2-40B4-BE49-F238E27FC236}">
                  <a16:creationId xmlns:a16="http://schemas.microsoft.com/office/drawing/2014/main" id="{AB8E38DA-CBA4-D5B1-4014-CBAC280FCAEC}"/>
                </a:ext>
              </a:extLst>
            </p:cNvPr>
            <p:cNvSpPr/>
            <p:nvPr/>
          </p:nvSpPr>
          <p:spPr>
            <a:xfrm>
              <a:off x="3269274" y="3506654"/>
              <a:ext cx="17198" cy="25319"/>
            </a:xfrm>
            <a:custGeom>
              <a:avLst/>
              <a:gdLst>
                <a:gd name="csX0" fmla="*/ 17198 w 17198"/>
                <a:gd name="csY0" fmla="*/ 14810 h 25319"/>
                <a:gd name="csX1" fmla="*/ 17198 w 17198"/>
                <a:gd name="csY1" fmla="*/ 12421 h 25319"/>
                <a:gd name="csX2" fmla="*/ 17198 w 17198"/>
                <a:gd name="csY2" fmla="*/ 9077 h 25319"/>
                <a:gd name="csX3" fmla="*/ 16721 w 17198"/>
                <a:gd name="csY3" fmla="*/ 7166 h 25319"/>
                <a:gd name="csX4" fmla="*/ 14332 w 17198"/>
                <a:gd name="csY4" fmla="*/ 3344 h 25319"/>
                <a:gd name="csX5" fmla="*/ 11943 w 17198"/>
                <a:gd name="csY5" fmla="*/ 0 h 25319"/>
                <a:gd name="csX6" fmla="*/ 11466 w 17198"/>
                <a:gd name="csY6" fmla="*/ 0 h 25319"/>
                <a:gd name="csX7" fmla="*/ 4300 w 17198"/>
                <a:gd name="csY7" fmla="*/ 3822 h 25319"/>
                <a:gd name="csX8" fmla="*/ 3822 w 17198"/>
                <a:gd name="csY8" fmla="*/ 11943 h 25319"/>
                <a:gd name="csX9" fmla="*/ 1433 w 17198"/>
                <a:gd name="csY9" fmla="*/ 14332 h 25319"/>
                <a:gd name="csX10" fmla="*/ 0 w 17198"/>
                <a:gd name="csY10" fmla="*/ 17198 h 25319"/>
                <a:gd name="csX11" fmla="*/ 0 w 17198"/>
                <a:gd name="csY11" fmla="*/ 19109 h 25319"/>
                <a:gd name="csX12" fmla="*/ 478 w 17198"/>
                <a:gd name="csY12" fmla="*/ 23409 h 25319"/>
                <a:gd name="csX13" fmla="*/ 1433 w 17198"/>
                <a:gd name="csY13" fmla="*/ 25320 h 25319"/>
                <a:gd name="csX14" fmla="*/ 2389 w 17198"/>
                <a:gd name="csY14" fmla="*/ 23409 h 25319"/>
                <a:gd name="csX15" fmla="*/ 3822 w 17198"/>
                <a:gd name="csY15" fmla="*/ 21020 h 25319"/>
                <a:gd name="csX16" fmla="*/ 6211 w 17198"/>
                <a:gd name="csY16" fmla="*/ 19587 h 25319"/>
                <a:gd name="csX17" fmla="*/ 7166 w 17198"/>
                <a:gd name="csY17" fmla="*/ 18631 h 25319"/>
                <a:gd name="csX18" fmla="*/ 7644 w 17198"/>
                <a:gd name="csY18" fmla="*/ 17676 h 25319"/>
                <a:gd name="csX19" fmla="*/ 8121 w 17198"/>
                <a:gd name="csY19" fmla="*/ 18631 h 25319"/>
                <a:gd name="csX20" fmla="*/ 7644 w 17198"/>
                <a:gd name="csY20" fmla="*/ 20542 h 25319"/>
                <a:gd name="csX21" fmla="*/ 8121 w 17198"/>
                <a:gd name="csY21" fmla="*/ 21976 h 25319"/>
                <a:gd name="csX22" fmla="*/ 9077 w 17198"/>
                <a:gd name="csY22" fmla="*/ 21976 h 25319"/>
                <a:gd name="csX23" fmla="*/ 10510 w 17198"/>
                <a:gd name="csY23" fmla="*/ 21976 h 25319"/>
                <a:gd name="csX24" fmla="*/ 11466 w 17198"/>
                <a:gd name="csY24" fmla="*/ 23409 h 25319"/>
                <a:gd name="csX25" fmla="*/ 12899 w 17198"/>
                <a:gd name="csY25" fmla="*/ 23886 h 25319"/>
                <a:gd name="csX26" fmla="*/ 14810 w 17198"/>
                <a:gd name="csY26" fmla="*/ 21976 h 25319"/>
                <a:gd name="csX27" fmla="*/ 16243 w 17198"/>
                <a:gd name="csY27" fmla="*/ 18631 h 25319"/>
                <a:gd name="csX28" fmla="*/ 17198 w 17198"/>
                <a:gd name="csY28" fmla="*/ 14810 h 25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7198" h="25319">
                  <a:moveTo>
                    <a:pt x="17198" y="14810"/>
                  </a:moveTo>
                  <a:lnTo>
                    <a:pt x="17198" y="12421"/>
                  </a:lnTo>
                  <a:lnTo>
                    <a:pt x="17198" y="9077"/>
                  </a:lnTo>
                  <a:lnTo>
                    <a:pt x="16721" y="7166"/>
                  </a:lnTo>
                  <a:lnTo>
                    <a:pt x="14332" y="3344"/>
                  </a:lnTo>
                  <a:lnTo>
                    <a:pt x="11943" y="0"/>
                  </a:lnTo>
                  <a:lnTo>
                    <a:pt x="11466" y="0"/>
                  </a:lnTo>
                  <a:lnTo>
                    <a:pt x="4300" y="3822"/>
                  </a:lnTo>
                  <a:lnTo>
                    <a:pt x="3822" y="11943"/>
                  </a:lnTo>
                  <a:lnTo>
                    <a:pt x="1433" y="14332"/>
                  </a:lnTo>
                  <a:lnTo>
                    <a:pt x="0" y="17198"/>
                  </a:lnTo>
                  <a:lnTo>
                    <a:pt x="0" y="19109"/>
                  </a:lnTo>
                  <a:lnTo>
                    <a:pt x="478" y="23409"/>
                  </a:lnTo>
                  <a:lnTo>
                    <a:pt x="1433" y="25320"/>
                  </a:lnTo>
                  <a:lnTo>
                    <a:pt x="2389" y="23409"/>
                  </a:lnTo>
                  <a:lnTo>
                    <a:pt x="3822" y="21020"/>
                  </a:lnTo>
                  <a:lnTo>
                    <a:pt x="6211" y="19587"/>
                  </a:lnTo>
                  <a:lnTo>
                    <a:pt x="7166" y="18631"/>
                  </a:lnTo>
                  <a:lnTo>
                    <a:pt x="7644" y="17676"/>
                  </a:lnTo>
                  <a:lnTo>
                    <a:pt x="8121" y="18631"/>
                  </a:lnTo>
                  <a:lnTo>
                    <a:pt x="7644" y="20542"/>
                  </a:lnTo>
                  <a:lnTo>
                    <a:pt x="8121" y="21976"/>
                  </a:lnTo>
                  <a:lnTo>
                    <a:pt x="9077" y="21976"/>
                  </a:lnTo>
                  <a:lnTo>
                    <a:pt x="10510" y="21976"/>
                  </a:lnTo>
                  <a:lnTo>
                    <a:pt x="11466" y="23409"/>
                  </a:lnTo>
                  <a:lnTo>
                    <a:pt x="12899" y="23886"/>
                  </a:lnTo>
                  <a:lnTo>
                    <a:pt x="14810" y="21976"/>
                  </a:lnTo>
                  <a:lnTo>
                    <a:pt x="16243" y="18631"/>
                  </a:lnTo>
                  <a:lnTo>
                    <a:pt x="17198" y="148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4" name="Freeform 5553">
              <a:extLst>
                <a:ext uri="{FF2B5EF4-FFF2-40B4-BE49-F238E27FC236}">
                  <a16:creationId xmlns:a16="http://schemas.microsoft.com/office/drawing/2014/main" id="{633EDD82-5E95-1B8A-D7F3-B6D85A308585}"/>
                </a:ext>
              </a:extLst>
            </p:cNvPr>
            <p:cNvSpPr/>
            <p:nvPr/>
          </p:nvSpPr>
          <p:spPr>
            <a:xfrm>
              <a:off x="2795366" y="3507609"/>
              <a:ext cx="3344" cy="4299"/>
            </a:xfrm>
            <a:custGeom>
              <a:avLst/>
              <a:gdLst>
                <a:gd name="csX0" fmla="*/ 3344 w 3344"/>
                <a:gd name="csY0" fmla="*/ 3344 h 4299"/>
                <a:gd name="csX1" fmla="*/ 2389 w 3344"/>
                <a:gd name="csY1" fmla="*/ 4300 h 4299"/>
                <a:gd name="csX2" fmla="*/ 955 w 3344"/>
                <a:gd name="csY2" fmla="*/ 4300 h 4299"/>
                <a:gd name="csX3" fmla="*/ 0 w 3344"/>
                <a:gd name="csY3" fmla="*/ 3822 h 4299"/>
                <a:gd name="csX4" fmla="*/ 0 w 3344"/>
                <a:gd name="csY4" fmla="*/ 2866 h 4299"/>
                <a:gd name="csX5" fmla="*/ 2389 w 3344"/>
                <a:gd name="csY5" fmla="*/ 478 h 4299"/>
                <a:gd name="csX6" fmla="*/ 2866 w 3344"/>
                <a:gd name="csY6" fmla="*/ 0 h 4299"/>
                <a:gd name="csX7" fmla="*/ 3344 w 3344"/>
                <a:gd name="csY7" fmla="*/ 0 h 4299"/>
                <a:gd name="csX8" fmla="*/ 3344 w 3344"/>
                <a:gd name="csY8" fmla="*/ 1433 h 4299"/>
                <a:gd name="csX9" fmla="*/ 3344 w 3344"/>
                <a:gd name="csY9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4299">
                  <a:moveTo>
                    <a:pt x="3344" y="3344"/>
                  </a:moveTo>
                  <a:lnTo>
                    <a:pt x="2389" y="4300"/>
                  </a:lnTo>
                  <a:lnTo>
                    <a:pt x="955" y="4300"/>
                  </a:lnTo>
                  <a:lnTo>
                    <a:pt x="0" y="3822"/>
                  </a:lnTo>
                  <a:lnTo>
                    <a:pt x="0" y="2866"/>
                  </a:lnTo>
                  <a:lnTo>
                    <a:pt x="2389" y="478"/>
                  </a:lnTo>
                  <a:lnTo>
                    <a:pt x="2866" y="0"/>
                  </a:lnTo>
                  <a:lnTo>
                    <a:pt x="3344" y="0"/>
                  </a:lnTo>
                  <a:lnTo>
                    <a:pt x="3344" y="1433"/>
                  </a:lnTo>
                  <a:lnTo>
                    <a:pt x="3344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5" name="Freeform 5554">
              <a:extLst>
                <a:ext uri="{FF2B5EF4-FFF2-40B4-BE49-F238E27FC236}">
                  <a16:creationId xmlns:a16="http://schemas.microsoft.com/office/drawing/2014/main" id="{863A5451-63AA-D692-C22F-8A471C99E768}"/>
                </a:ext>
              </a:extLst>
            </p:cNvPr>
            <p:cNvSpPr/>
            <p:nvPr/>
          </p:nvSpPr>
          <p:spPr>
            <a:xfrm>
              <a:off x="3231533" y="3519552"/>
              <a:ext cx="9076" cy="9076"/>
            </a:xfrm>
            <a:custGeom>
              <a:avLst/>
              <a:gdLst>
                <a:gd name="csX0" fmla="*/ 8599 w 9076"/>
                <a:gd name="csY0" fmla="*/ 478 h 9076"/>
                <a:gd name="csX1" fmla="*/ 9077 w 9076"/>
                <a:gd name="csY1" fmla="*/ 1433 h 9076"/>
                <a:gd name="csX2" fmla="*/ 9077 w 9076"/>
                <a:gd name="csY2" fmla="*/ 1911 h 9076"/>
                <a:gd name="csX3" fmla="*/ 6211 w 9076"/>
                <a:gd name="csY3" fmla="*/ 3822 h 9076"/>
                <a:gd name="csX4" fmla="*/ 6211 w 9076"/>
                <a:gd name="csY4" fmla="*/ 4300 h 9076"/>
                <a:gd name="csX5" fmla="*/ 5733 w 9076"/>
                <a:gd name="csY5" fmla="*/ 5733 h 9076"/>
                <a:gd name="csX6" fmla="*/ 4777 w 9076"/>
                <a:gd name="csY6" fmla="*/ 6210 h 9076"/>
                <a:gd name="csX7" fmla="*/ 3822 w 9076"/>
                <a:gd name="csY7" fmla="*/ 7644 h 9076"/>
                <a:gd name="csX8" fmla="*/ 1911 w 9076"/>
                <a:gd name="csY8" fmla="*/ 9077 h 9076"/>
                <a:gd name="csX9" fmla="*/ 1911 w 9076"/>
                <a:gd name="csY9" fmla="*/ 4300 h 9076"/>
                <a:gd name="csX10" fmla="*/ 0 w 9076"/>
                <a:gd name="csY10" fmla="*/ 1911 h 9076"/>
                <a:gd name="csX11" fmla="*/ 1911 w 9076"/>
                <a:gd name="csY11" fmla="*/ 478 h 9076"/>
                <a:gd name="csX12" fmla="*/ 3344 w 9076"/>
                <a:gd name="csY12" fmla="*/ 955 h 9076"/>
                <a:gd name="csX13" fmla="*/ 5733 w 9076"/>
                <a:gd name="csY13" fmla="*/ 955 h 9076"/>
                <a:gd name="csX14" fmla="*/ 7644 w 9076"/>
                <a:gd name="csY14" fmla="*/ 0 h 9076"/>
                <a:gd name="csX15" fmla="*/ 8599 w 9076"/>
                <a:gd name="csY15" fmla="*/ 478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9076" h="9076">
                  <a:moveTo>
                    <a:pt x="8599" y="478"/>
                  </a:moveTo>
                  <a:lnTo>
                    <a:pt x="9077" y="1433"/>
                  </a:lnTo>
                  <a:lnTo>
                    <a:pt x="9077" y="1911"/>
                  </a:lnTo>
                  <a:lnTo>
                    <a:pt x="6211" y="3822"/>
                  </a:lnTo>
                  <a:lnTo>
                    <a:pt x="6211" y="4300"/>
                  </a:lnTo>
                  <a:lnTo>
                    <a:pt x="5733" y="5733"/>
                  </a:lnTo>
                  <a:lnTo>
                    <a:pt x="4777" y="6210"/>
                  </a:lnTo>
                  <a:lnTo>
                    <a:pt x="3822" y="7644"/>
                  </a:lnTo>
                  <a:lnTo>
                    <a:pt x="1911" y="9077"/>
                  </a:lnTo>
                  <a:lnTo>
                    <a:pt x="1911" y="4300"/>
                  </a:lnTo>
                  <a:lnTo>
                    <a:pt x="0" y="1911"/>
                  </a:lnTo>
                  <a:lnTo>
                    <a:pt x="1911" y="478"/>
                  </a:lnTo>
                  <a:lnTo>
                    <a:pt x="3344" y="955"/>
                  </a:lnTo>
                  <a:lnTo>
                    <a:pt x="5733" y="955"/>
                  </a:lnTo>
                  <a:lnTo>
                    <a:pt x="7644" y="0"/>
                  </a:lnTo>
                  <a:lnTo>
                    <a:pt x="8599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6" name="Freeform 5555">
              <a:extLst>
                <a:ext uri="{FF2B5EF4-FFF2-40B4-BE49-F238E27FC236}">
                  <a16:creationId xmlns:a16="http://schemas.microsoft.com/office/drawing/2014/main" id="{88713416-20B4-9A10-D1CD-775703358D2A}"/>
                </a:ext>
              </a:extLst>
            </p:cNvPr>
            <p:cNvSpPr/>
            <p:nvPr/>
          </p:nvSpPr>
          <p:spPr>
            <a:xfrm>
              <a:off x="2694088" y="3524330"/>
              <a:ext cx="7165" cy="8121"/>
            </a:xfrm>
            <a:custGeom>
              <a:avLst/>
              <a:gdLst>
                <a:gd name="csX0" fmla="*/ 2866 w 7165"/>
                <a:gd name="csY0" fmla="*/ 2866 h 8121"/>
                <a:gd name="csX1" fmla="*/ 3344 w 7165"/>
                <a:gd name="csY1" fmla="*/ 2866 h 8121"/>
                <a:gd name="csX2" fmla="*/ 3822 w 7165"/>
                <a:gd name="csY2" fmla="*/ 2866 h 8121"/>
                <a:gd name="csX3" fmla="*/ 5255 w 7165"/>
                <a:gd name="csY3" fmla="*/ 955 h 8121"/>
                <a:gd name="csX4" fmla="*/ 5733 w 7165"/>
                <a:gd name="csY4" fmla="*/ 955 h 8121"/>
                <a:gd name="csX5" fmla="*/ 5733 w 7165"/>
                <a:gd name="csY5" fmla="*/ 1433 h 8121"/>
                <a:gd name="csX6" fmla="*/ 5255 w 7165"/>
                <a:gd name="csY6" fmla="*/ 3344 h 8121"/>
                <a:gd name="csX7" fmla="*/ 6210 w 7165"/>
                <a:gd name="csY7" fmla="*/ 5255 h 8121"/>
                <a:gd name="csX8" fmla="*/ 7166 w 7165"/>
                <a:gd name="csY8" fmla="*/ 6688 h 8121"/>
                <a:gd name="csX9" fmla="*/ 7166 w 7165"/>
                <a:gd name="csY9" fmla="*/ 7166 h 8121"/>
                <a:gd name="csX10" fmla="*/ 4777 w 7165"/>
                <a:gd name="csY10" fmla="*/ 7644 h 8121"/>
                <a:gd name="csX11" fmla="*/ 2866 w 7165"/>
                <a:gd name="csY11" fmla="*/ 7166 h 8121"/>
                <a:gd name="csX12" fmla="*/ 1911 w 7165"/>
                <a:gd name="csY12" fmla="*/ 7644 h 8121"/>
                <a:gd name="csX13" fmla="*/ 956 w 7165"/>
                <a:gd name="csY13" fmla="*/ 8121 h 8121"/>
                <a:gd name="csX14" fmla="*/ 478 w 7165"/>
                <a:gd name="csY14" fmla="*/ 7166 h 8121"/>
                <a:gd name="csX15" fmla="*/ 0 w 7165"/>
                <a:gd name="csY15" fmla="*/ 2866 h 8121"/>
                <a:gd name="csX16" fmla="*/ 0 w 7165"/>
                <a:gd name="csY16" fmla="*/ 2389 h 8121"/>
                <a:gd name="csX17" fmla="*/ 956 w 7165"/>
                <a:gd name="csY17" fmla="*/ 478 h 8121"/>
                <a:gd name="csX18" fmla="*/ 2389 w 7165"/>
                <a:gd name="csY18" fmla="*/ 0 h 8121"/>
                <a:gd name="csX19" fmla="*/ 2866 w 7165"/>
                <a:gd name="csY19" fmla="*/ 0 h 8121"/>
                <a:gd name="csX20" fmla="*/ 3344 w 7165"/>
                <a:gd name="csY20" fmla="*/ 955 h 8121"/>
                <a:gd name="csX21" fmla="*/ 3344 w 7165"/>
                <a:gd name="csY21" fmla="*/ 1433 h 8121"/>
                <a:gd name="csX22" fmla="*/ 2866 w 7165"/>
                <a:gd name="csY22" fmla="*/ 2866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7165" h="8121">
                  <a:moveTo>
                    <a:pt x="2866" y="2866"/>
                  </a:moveTo>
                  <a:lnTo>
                    <a:pt x="3344" y="2866"/>
                  </a:lnTo>
                  <a:lnTo>
                    <a:pt x="3822" y="2866"/>
                  </a:lnTo>
                  <a:lnTo>
                    <a:pt x="5255" y="955"/>
                  </a:lnTo>
                  <a:lnTo>
                    <a:pt x="5733" y="955"/>
                  </a:lnTo>
                  <a:lnTo>
                    <a:pt x="5733" y="1433"/>
                  </a:lnTo>
                  <a:lnTo>
                    <a:pt x="5255" y="3344"/>
                  </a:lnTo>
                  <a:lnTo>
                    <a:pt x="6210" y="5255"/>
                  </a:lnTo>
                  <a:lnTo>
                    <a:pt x="7166" y="6688"/>
                  </a:lnTo>
                  <a:lnTo>
                    <a:pt x="7166" y="7166"/>
                  </a:lnTo>
                  <a:lnTo>
                    <a:pt x="4777" y="7644"/>
                  </a:lnTo>
                  <a:lnTo>
                    <a:pt x="2866" y="7166"/>
                  </a:lnTo>
                  <a:lnTo>
                    <a:pt x="1911" y="7644"/>
                  </a:lnTo>
                  <a:lnTo>
                    <a:pt x="956" y="8121"/>
                  </a:lnTo>
                  <a:lnTo>
                    <a:pt x="478" y="7166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956" y="478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344" y="955"/>
                  </a:lnTo>
                  <a:lnTo>
                    <a:pt x="3344" y="1433"/>
                  </a:lnTo>
                  <a:lnTo>
                    <a:pt x="2866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7" name="Freeform 5556">
              <a:extLst>
                <a:ext uri="{FF2B5EF4-FFF2-40B4-BE49-F238E27FC236}">
                  <a16:creationId xmlns:a16="http://schemas.microsoft.com/office/drawing/2014/main" id="{B4BBAF06-E8E4-281E-703B-D7F38B272107}"/>
                </a:ext>
              </a:extLst>
            </p:cNvPr>
            <p:cNvSpPr/>
            <p:nvPr/>
          </p:nvSpPr>
          <p:spPr>
            <a:xfrm>
              <a:off x="2700298" y="3525763"/>
              <a:ext cx="3821" cy="3344"/>
            </a:xfrm>
            <a:custGeom>
              <a:avLst/>
              <a:gdLst>
                <a:gd name="csX0" fmla="*/ 3822 w 3821"/>
                <a:gd name="csY0" fmla="*/ 956 h 3344"/>
                <a:gd name="csX1" fmla="*/ 3822 w 3821"/>
                <a:gd name="csY1" fmla="*/ 3344 h 3344"/>
                <a:gd name="csX2" fmla="*/ 955 w 3821"/>
                <a:gd name="csY2" fmla="*/ 1433 h 3344"/>
                <a:gd name="csX3" fmla="*/ 0 w 3821"/>
                <a:gd name="csY3" fmla="*/ 956 h 3344"/>
                <a:gd name="csX4" fmla="*/ 478 w 3821"/>
                <a:gd name="csY4" fmla="*/ 0 h 3344"/>
                <a:gd name="csX5" fmla="*/ 3344 w 3821"/>
                <a:gd name="csY5" fmla="*/ 0 h 3344"/>
                <a:gd name="csX6" fmla="*/ 3822 w 3821"/>
                <a:gd name="csY6" fmla="*/ 95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3344">
                  <a:moveTo>
                    <a:pt x="3822" y="956"/>
                  </a:moveTo>
                  <a:lnTo>
                    <a:pt x="3822" y="3344"/>
                  </a:lnTo>
                  <a:lnTo>
                    <a:pt x="955" y="1433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3344" y="0"/>
                  </a:lnTo>
                  <a:lnTo>
                    <a:pt x="3822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8" name="Freeform 5557">
              <a:extLst>
                <a:ext uri="{FF2B5EF4-FFF2-40B4-BE49-F238E27FC236}">
                  <a16:creationId xmlns:a16="http://schemas.microsoft.com/office/drawing/2014/main" id="{ECEEFC05-2786-B349-5579-1897FEB0072F}"/>
                </a:ext>
              </a:extLst>
            </p:cNvPr>
            <p:cNvSpPr/>
            <p:nvPr/>
          </p:nvSpPr>
          <p:spPr>
            <a:xfrm>
              <a:off x="3237266" y="3526718"/>
              <a:ext cx="16720" cy="20542"/>
            </a:xfrm>
            <a:custGeom>
              <a:avLst/>
              <a:gdLst>
                <a:gd name="csX0" fmla="*/ 11465 w 16720"/>
                <a:gd name="csY0" fmla="*/ 13854 h 20542"/>
                <a:gd name="csX1" fmla="*/ 11943 w 16720"/>
                <a:gd name="csY1" fmla="*/ 14332 h 20542"/>
                <a:gd name="csX2" fmla="*/ 12899 w 16720"/>
                <a:gd name="csY2" fmla="*/ 13854 h 20542"/>
                <a:gd name="csX3" fmla="*/ 13376 w 16720"/>
                <a:gd name="csY3" fmla="*/ 12899 h 20542"/>
                <a:gd name="csX4" fmla="*/ 14810 w 16720"/>
                <a:gd name="csY4" fmla="*/ 12899 h 20542"/>
                <a:gd name="csX5" fmla="*/ 15765 w 16720"/>
                <a:gd name="csY5" fmla="*/ 13376 h 20542"/>
                <a:gd name="csX6" fmla="*/ 16721 w 16720"/>
                <a:gd name="csY6" fmla="*/ 13854 h 20542"/>
                <a:gd name="csX7" fmla="*/ 16243 w 16720"/>
                <a:gd name="csY7" fmla="*/ 15287 h 20542"/>
                <a:gd name="csX8" fmla="*/ 15765 w 16720"/>
                <a:gd name="csY8" fmla="*/ 18154 h 20542"/>
                <a:gd name="csX9" fmla="*/ 15287 w 16720"/>
                <a:gd name="csY9" fmla="*/ 19109 h 20542"/>
                <a:gd name="csX10" fmla="*/ 14810 w 16720"/>
                <a:gd name="csY10" fmla="*/ 20542 h 20542"/>
                <a:gd name="csX11" fmla="*/ 12899 w 16720"/>
                <a:gd name="csY11" fmla="*/ 19587 h 20542"/>
                <a:gd name="csX12" fmla="*/ 10988 w 16720"/>
                <a:gd name="csY12" fmla="*/ 18154 h 20542"/>
                <a:gd name="csX13" fmla="*/ 8599 w 16720"/>
                <a:gd name="csY13" fmla="*/ 15287 h 20542"/>
                <a:gd name="csX14" fmla="*/ 7644 w 16720"/>
                <a:gd name="csY14" fmla="*/ 12899 h 20542"/>
                <a:gd name="csX15" fmla="*/ 7166 w 16720"/>
                <a:gd name="csY15" fmla="*/ 11943 h 20542"/>
                <a:gd name="csX16" fmla="*/ 6688 w 16720"/>
                <a:gd name="csY16" fmla="*/ 11465 h 20542"/>
                <a:gd name="csX17" fmla="*/ 4777 w 16720"/>
                <a:gd name="csY17" fmla="*/ 7644 h 20542"/>
                <a:gd name="csX18" fmla="*/ 3822 w 16720"/>
                <a:gd name="csY18" fmla="*/ 4777 h 20542"/>
                <a:gd name="csX19" fmla="*/ 2389 w 16720"/>
                <a:gd name="csY19" fmla="*/ 4777 h 20542"/>
                <a:gd name="csX20" fmla="*/ 478 w 16720"/>
                <a:gd name="csY20" fmla="*/ 3822 h 20542"/>
                <a:gd name="csX21" fmla="*/ 0 w 16720"/>
                <a:gd name="csY21" fmla="*/ 2389 h 20542"/>
                <a:gd name="csX22" fmla="*/ 478 w 16720"/>
                <a:gd name="csY22" fmla="*/ 955 h 20542"/>
                <a:gd name="csX23" fmla="*/ 2866 w 16720"/>
                <a:gd name="csY23" fmla="*/ 0 h 20542"/>
                <a:gd name="csX24" fmla="*/ 7166 w 16720"/>
                <a:gd name="csY24" fmla="*/ 3822 h 20542"/>
                <a:gd name="csX25" fmla="*/ 7644 w 16720"/>
                <a:gd name="csY25" fmla="*/ 5255 h 20542"/>
                <a:gd name="csX26" fmla="*/ 9077 w 16720"/>
                <a:gd name="csY26" fmla="*/ 7166 h 20542"/>
                <a:gd name="csX27" fmla="*/ 9077 w 16720"/>
                <a:gd name="csY27" fmla="*/ 9555 h 20542"/>
                <a:gd name="csX28" fmla="*/ 10032 w 16720"/>
                <a:gd name="csY28" fmla="*/ 10510 h 20542"/>
                <a:gd name="csX29" fmla="*/ 11465 w 16720"/>
                <a:gd name="csY29" fmla="*/ 13854 h 2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6720" h="20542">
                  <a:moveTo>
                    <a:pt x="11465" y="13854"/>
                  </a:moveTo>
                  <a:lnTo>
                    <a:pt x="11943" y="14332"/>
                  </a:lnTo>
                  <a:lnTo>
                    <a:pt x="12899" y="13854"/>
                  </a:lnTo>
                  <a:lnTo>
                    <a:pt x="13376" y="12899"/>
                  </a:lnTo>
                  <a:lnTo>
                    <a:pt x="14810" y="12899"/>
                  </a:lnTo>
                  <a:lnTo>
                    <a:pt x="15765" y="13376"/>
                  </a:lnTo>
                  <a:lnTo>
                    <a:pt x="16721" y="13854"/>
                  </a:lnTo>
                  <a:lnTo>
                    <a:pt x="16243" y="15287"/>
                  </a:lnTo>
                  <a:lnTo>
                    <a:pt x="15765" y="18154"/>
                  </a:lnTo>
                  <a:lnTo>
                    <a:pt x="15287" y="19109"/>
                  </a:lnTo>
                  <a:lnTo>
                    <a:pt x="14810" y="20542"/>
                  </a:lnTo>
                  <a:lnTo>
                    <a:pt x="12899" y="19587"/>
                  </a:lnTo>
                  <a:lnTo>
                    <a:pt x="10988" y="18154"/>
                  </a:lnTo>
                  <a:lnTo>
                    <a:pt x="8599" y="15287"/>
                  </a:lnTo>
                  <a:lnTo>
                    <a:pt x="7644" y="12899"/>
                  </a:lnTo>
                  <a:lnTo>
                    <a:pt x="7166" y="11943"/>
                  </a:lnTo>
                  <a:lnTo>
                    <a:pt x="6688" y="11465"/>
                  </a:lnTo>
                  <a:lnTo>
                    <a:pt x="4777" y="7644"/>
                  </a:lnTo>
                  <a:lnTo>
                    <a:pt x="3822" y="4777"/>
                  </a:lnTo>
                  <a:lnTo>
                    <a:pt x="2389" y="4777"/>
                  </a:lnTo>
                  <a:lnTo>
                    <a:pt x="478" y="3822"/>
                  </a:lnTo>
                  <a:lnTo>
                    <a:pt x="0" y="2389"/>
                  </a:lnTo>
                  <a:lnTo>
                    <a:pt x="478" y="955"/>
                  </a:lnTo>
                  <a:lnTo>
                    <a:pt x="2866" y="0"/>
                  </a:lnTo>
                  <a:lnTo>
                    <a:pt x="7166" y="3822"/>
                  </a:lnTo>
                  <a:lnTo>
                    <a:pt x="7644" y="5255"/>
                  </a:lnTo>
                  <a:lnTo>
                    <a:pt x="9077" y="7166"/>
                  </a:lnTo>
                  <a:lnTo>
                    <a:pt x="9077" y="9555"/>
                  </a:lnTo>
                  <a:lnTo>
                    <a:pt x="10032" y="10510"/>
                  </a:lnTo>
                  <a:lnTo>
                    <a:pt x="11465" y="1385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9" name="Freeform 5558">
              <a:extLst>
                <a:ext uri="{FF2B5EF4-FFF2-40B4-BE49-F238E27FC236}">
                  <a16:creationId xmlns:a16="http://schemas.microsoft.com/office/drawing/2014/main" id="{58B608F0-C61E-6661-E5D3-1C3BFE699DD5}"/>
                </a:ext>
              </a:extLst>
            </p:cNvPr>
            <p:cNvSpPr/>
            <p:nvPr/>
          </p:nvSpPr>
          <p:spPr>
            <a:xfrm>
              <a:off x="2706031" y="3528629"/>
              <a:ext cx="8121" cy="10987"/>
            </a:xfrm>
            <a:custGeom>
              <a:avLst/>
              <a:gdLst>
                <a:gd name="csX0" fmla="*/ 7166 w 8121"/>
                <a:gd name="csY0" fmla="*/ 4300 h 10987"/>
                <a:gd name="csX1" fmla="*/ 6210 w 8121"/>
                <a:gd name="csY1" fmla="*/ 5255 h 10987"/>
                <a:gd name="csX2" fmla="*/ 5733 w 8121"/>
                <a:gd name="csY2" fmla="*/ 6210 h 10987"/>
                <a:gd name="csX3" fmla="*/ 4777 w 8121"/>
                <a:gd name="csY3" fmla="*/ 6688 h 10987"/>
                <a:gd name="csX4" fmla="*/ 3822 w 8121"/>
                <a:gd name="csY4" fmla="*/ 7166 h 10987"/>
                <a:gd name="csX5" fmla="*/ 1433 w 8121"/>
                <a:gd name="csY5" fmla="*/ 10510 h 10987"/>
                <a:gd name="csX6" fmla="*/ 0 w 8121"/>
                <a:gd name="csY6" fmla="*/ 10988 h 10987"/>
                <a:gd name="csX7" fmla="*/ 1433 w 8121"/>
                <a:gd name="csY7" fmla="*/ 8121 h 10987"/>
                <a:gd name="csX8" fmla="*/ 1911 w 8121"/>
                <a:gd name="csY8" fmla="*/ 7166 h 10987"/>
                <a:gd name="csX9" fmla="*/ 1911 w 8121"/>
                <a:gd name="csY9" fmla="*/ 6688 h 10987"/>
                <a:gd name="csX10" fmla="*/ 1433 w 8121"/>
                <a:gd name="csY10" fmla="*/ 4777 h 10987"/>
                <a:gd name="csX11" fmla="*/ 1911 w 8121"/>
                <a:gd name="csY11" fmla="*/ 4777 h 10987"/>
                <a:gd name="csX12" fmla="*/ 2866 w 8121"/>
                <a:gd name="csY12" fmla="*/ 4300 h 10987"/>
                <a:gd name="csX13" fmla="*/ 3822 w 8121"/>
                <a:gd name="csY13" fmla="*/ 2389 h 10987"/>
                <a:gd name="csX14" fmla="*/ 5255 w 8121"/>
                <a:gd name="csY14" fmla="*/ 2389 h 10987"/>
                <a:gd name="csX15" fmla="*/ 6210 w 8121"/>
                <a:gd name="csY15" fmla="*/ 0 h 10987"/>
                <a:gd name="csX16" fmla="*/ 7166 w 8121"/>
                <a:gd name="csY16" fmla="*/ 0 h 10987"/>
                <a:gd name="csX17" fmla="*/ 7166 w 8121"/>
                <a:gd name="csY17" fmla="*/ 0 h 10987"/>
                <a:gd name="csX18" fmla="*/ 6688 w 8121"/>
                <a:gd name="csY18" fmla="*/ 1433 h 10987"/>
                <a:gd name="csX19" fmla="*/ 8121 w 8121"/>
                <a:gd name="csY19" fmla="*/ 2866 h 10987"/>
                <a:gd name="csX20" fmla="*/ 7644 w 8121"/>
                <a:gd name="csY20" fmla="*/ 3822 h 10987"/>
                <a:gd name="csX21" fmla="*/ 7166 w 8121"/>
                <a:gd name="csY21" fmla="*/ 4300 h 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121" h="10987">
                  <a:moveTo>
                    <a:pt x="7166" y="4300"/>
                  </a:moveTo>
                  <a:lnTo>
                    <a:pt x="6210" y="5255"/>
                  </a:lnTo>
                  <a:lnTo>
                    <a:pt x="5733" y="6210"/>
                  </a:lnTo>
                  <a:lnTo>
                    <a:pt x="4777" y="6688"/>
                  </a:lnTo>
                  <a:lnTo>
                    <a:pt x="3822" y="7166"/>
                  </a:lnTo>
                  <a:lnTo>
                    <a:pt x="1433" y="10510"/>
                  </a:lnTo>
                  <a:lnTo>
                    <a:pt x="0" y="10988"/>
                  </a:lnTo>
                  <a:lnTo>
                    <a:pt x="1433" y="8121"/>
                  </a:lnTo>
                  <a:lnTo>
                    <a:pt x="1911" y="7166"/>
                  </a:lnTo>
                  <a:lnTo>
                    <a:pt x="1911" y="6688"/>
                  </a:lnTo>
                  <a:lnTo>
                    <a:pt x="1433" y="4777"/>
                  </a:lnTo>
                  <a:lnTo>
                    <a:pt x="1911" y="4777"/>
                  </a:lnTo>
                  <a:lnTo>
                    <a:pt x="2866" y="4300"/>
                  </a:lnTo>
                  <a:lnTo>
                    <a:pt x="3822" y="2389"/>
                  </a:lnTo>
                  <a:lnTo>
                    <a:pt x="5255" y="2389"/>
                  </a:lnTo>
                  <a:lnTo>
                    <a:pt x="6210" y="0"/>
                  </a:lnTo>
                  <a:lnTo>
                    <a:pt x="7166" y="0"/>
                  </a:lnTo>
                  <a:lnTo>
                    <a:pt x="7166" y="0"/>
                  </a:lnTo>
                  <a:lnTo>
                    <a:pt x="6688" y="1433"/>
                  </a:lnTo>
                  <a:lnTo>
                    <a:pt x="8121" y="2866"/>
                  </a:lnTo>
                  <a:lnTo>
                    <a:pt x="7644" y="3822"/>
                  </a:lnTo>
                  <a:lnTo>
                    <a:pt x="7166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0" name="Freeform 5559">
              <a:extLst>
                <a:ext uri="{FF2B5EF4-FFF2-40B4-BE49-F238E27FC236}">
                  <a16:creationId xmlns:a16="http://schemas.microsoft.com/office/drawing/2014/main" id="{564D1F0C-08C8-DF17-D663-1FB16C7FD471}"/>
                </a:ext>
              </a:extLst>
            </p:cNvPr>
            <p:cNvSpPr/>
            <p:nvPr/>
          </p:nvSpPr>
          <p:spPr>
            <a:xfrm>
              <a:off x="3274051" y="3528629"/>
              <a:ext cx="7165" cy="11943"/>
            </a:xfrm>
            <a:custGeom>
              <a:avLst/>
              <a:gdLst>
                <a:gd name="csX0" fmla="*/ 5255 w 7165"/>
                <a:gd name="csY0" fmla="*/ 6210 h 11943"/>
                <a:gd name="csX1" fmla="*/ 7166 w 7165"/>
                <a:gd name="csY1" fmla="*/ 10032 h 11943"/>
                <a:gd name="csX2" fmla="*/ 7166 w 7165"/>
                <a:gd name="csY2" fmla="*/ 11465 h 11943"/>
                <a:gd name="csX3" fmla="*/ 5255 w 7165"/>
                <a:gd name="csY3" fmla="*/ 11943 h 11943"/>
                <a:gd name="csX4" fmla="*/ 3822 w 7165"/>
                <a:gd name="csY4" fmla="*/ 11943 h 11943"/>
                <a:gd name="csX5" fmla="*/ 2866 w 7165"/>
                <a:gd name="csY5" fmla="*/ 11465 h 11943"/>
                <a:gd name="csX6" fmla="*/ 2866 w 7165"/>
                <a:gd name="csY6" fmla="*/ 10988 h 11943"/>
                <a:gd name="csX7" fmla="*/ 3344 w 7165"/>
                <a:gd name="csY7" fmla="*/ 8599 h 11943"/>
                <a:gd name="csX8" fmla="*/ 2389 w 7165"/>
                <a:gd name="csY8" fmla="*/ 7644 h 11943"/>
                <a:gd name="csX9" fmla="*/ 956 w 7165"/>
                <a:gd name="csY9" fmla="*/ 7166 h 11943"/>
                <a:gd name="csX10" fmla="*/ 0 w 7165"/>
                <a:gd name="csY10" fmla="*/ 7644 h 11943"/>
                <a:gd name="csX11" fmla="*/ 0 w 7165"/>
                <a:gd name="csY11" fmla="*/ 5733 h 11943"/>
                <a:gd name="csX12" fmla="*/ 956 w 7165"/>
                <a:gd name="csY12" fmla="*/ 4300 h 11943"/>
                <a:gd name="csX13" fmla="*/ 478 w 7165"/>
                <a:gd name="csY13" fmla="*/ 2389 h 11943"/>
                <a:gd name="csX14" fmla="*/ 478 w 7165"/>
                <a:gd name="csY14" fmla="*/ 478 h 11943"/>
                <a:gd name="csX15" fmla="*/ 478 w 7165"/>
                <a:gd name="csY15" fmla="*/ 0 h 11943"/>
                <a:gd name="csX16" fmla="*/ 1433 w 7165"/>
                <a:gd name="csY16" fmla="*/ 0 h 11943"/>
                <a:gd name="csX17" fmla="*/ 3822 w 7165"/>
                <a:gd name="csY17" fmla="*/ 1911 h 11943"/>
                <a:gd name="csX18" fmla="*/ 5255 w 7165"/>
                <a:gd name="csY18" fmla="*/ 6210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165" h="11943">
                  <a:moveTo>
                    <a:pt x="5255" y="6210"/>
                  </a:moveTo>
                  <a:lnTo>
                    <a:pt x="7166" y="10032"/>
                  </a:lnTo>
                  <a:lnTo>
                    <a:pt x="7166" y="11465"/>
                  </a:lnTo>
                  <a:lnTo>
                    <a:pt x="5255" y="11943"/>
                  </a:lnTo>
                  <a:lnTo>
                    <a:pt x="3822" y="11943"/>
                  </a:lnTo>
                  <a:lnTo>
                    <a:pt x="2866" y="11465"/>
                  </a:lnTo>
                  <a:lnTo>
                    <a:pt x="2866" y="10988"/>
                  </a:lnTo>
                  <a:lnTo>
                    <a:pt x="3344" y="8599"/>
                  </a:lnTo>
                  <a:lnTo>
                    <a:pt x="2389" y="7644"/>
                  </a:lnTo>
                  <a:lnTo>
                    <a:pt x="956" y="7166"/>
                  </a:lnTo>
                  <a:lnTo>
                    <a:pt x="0" y="7644"/>
                  </a:lnTo>
                  <a:lnTo>
                    <a:pt x="0" y="5733"/>
                  </a:lnTo>
                  <a:lnTo>
                    <a:pt x="956" y="4300"/>
                  </a:lnTo>
                  <a:lnTo>
                    <a:pt x="478" y="2389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3822" y="1911"/>
                  </a:lnTo>
                  <a:lnTo>
                    <a:pt x="5255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1" name="Freeform 5560">
              <a:extLst>
                <a:ext uri="{FF2B5EF4-FFF2-40B4-BE49-F238E27FC236}">
                  <a16:creationId xmlns:a16="http://schemas.microsoft.com/office/drawing/2014/main" id="{D6A86C1F-3352-D9E8-02BC-500D36738164}"/>
                </a:ext>
              </a:extLst>
            </p:cNvPr>
            <p:cNvSpPr/>
            <p:nvPr/>
          </p:nvSpPr>
          <p:spPr>
            <a:xfrm>
              <a:off x="2717497" y="3530062"/>
              <a:ext cx="2866" cy="5255"/>
            </a:xfrm>
            <a:custGeom>
              <a:avLst/>
              <a:gdLst>
                <a:gd name="csX0" fmla="*/ 2866 w 2866"/>
                <a:gd name="csY0" fmla="*/ 2389 h 5255"/>
                <a:gd name="csX1" fmla="*/ 2866 w 2866"/>
                <a:gd name="csY1" fmla="*/ 4777 h 5255"/>
                <a:gd name="csX2" fmla="*/ 2389 w 2866"/>
                <a:gd name="csY2" fmla="*/ 5255 h 5255"/>
                <a:gd name="csX3" fmla="*/ 1911 w 2866"/>
                <a:gd name="csY3" fmla="*/ 4777 h 5255"/>
                <a:gd name="csX4" fmla="*/ 955 w 2866"/>
                <a:gd name="csY4" fmla="*/ 5255 h 5255"/>
                <a:gd name="csX5" fmla="*/ 0 w 2866"/>
                <a:gd name="csY5" fmla="*/ 4777 h 5255"/>
                <a:gd name="csX6" fmla="*/ 478 w 2866"/>
                <a:gd name="csY6" fmla="*/ 3822 h 5255"/>
                <a:gd name="csX7" fmla="*/ 478 w 2866"/>
                <a:gd name="csY7" fmla="*/ 3344 h 5255"/>
                <a:gd name="csX8" fmla="*/ 1433 w 2866"/>
                <a:gd name="csY8" fmla="*/ 3344 h 5255"/>
                <a:gd name="csX9" fmla="*/ 1433 w 2866"/>
                <a:gd name="csY9" fmla="*/ 1911 h 5255"/>
                <a:gd name="csX10" fmla="*/ 1433 w 2866"/>
                <a:gd name="csY10" fmla="*/ 1433 h 5255"/>
                <a:gd name="csX11" fmla="*/ 1911 w 2866"/>
                <a:gd name="csY11" fmla="*/ 478 h 5255"/>
                <a:gd name="csX12" fmla="*/ 2389 w 2866"/>
                <a:gd name="csY12" fmla="*/ 0 h 5255"/>
                <a:gd name="csX13" fmla="*/ 2866 w 2866"/>
                <a:gd name="csY13" fmla="*/ 2389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866" h="5255">
                  <a:moveTo>
                    <a:pt x="2866" y="2389"/>
                  </a:moveTo>
                  <a:lnTo>
                    <a:pt x="2866" y="4777"/>
                  </a:lnTo>
                  <a:lnTo>
                    <a:pt x="2389" y="5255"/>
                  </a:lnTo>
                  <a:lnTo>
                    <a:pt x="1911" y="4777"/>
                  </a:lnTo>
                  <a:lnTo>
                    <a:pt x="955" y="5255"/>
                  </a:lnTo>
                  <a:lnTo>
                    <a:pt x="0" y="4777"/>
                  </a:lnTo>
                  <a:lnTo>
                    <a:pt x="478" y="3822"/>
                  </a:lnTo>
                  <a:lnTo>
                    <a:pt x="478" y="3344"/>
                  </a:lnTo>
                  <a:lnTo>
                    <a:pt x="1433" y="3344"/>
                  </a:lnTo>
                  <a:lnTo>
                    <a:pt x="1433" y="1911"/>
                  </a:lnTo>
                  <a:lnTo>
                    <a:pt x="1433" y="1433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28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2" name="Freeform 5561">
              <a:extLst>
                <a:ext uri="{FF2B5EF4-FFF2-40B4-BE49-F238E27FC236}">
                  <a16:creationId xmlns:a16="http://schemas.microsoft.com/office/drawing/2014/main" id="{565806B6-D94A-EE2E-877C-2581DA17D1DA}"/>
                </a:ext>
              </a:extLst>
            </p:cNvPr>
            <p:cNvSpPr/>
            <p:nvPr/>
          </p:nvSpPr>
          <p:spPr>
            <a:xfrm>
              <a:off x="2721318" y="3535317"/>
              <a:ext cx="1910" cy="2866"/>
            </a:xfrm>
            <a:custGeom>
              <a:avLst/>
              <a:gdLst>
                <a:gd name="csX0" fmla="*/ 1911 w 1910"/>
                <a:gd name="csY0" fmla="*/ 2866 h 2866"/>
                <a:gd name="csX1" fmla="*/ 1433 w 1910"/>
                <a:gd name="csY1" fmla="*/ 2866 h 2866"/>
                <a:gd name="csX2" fmla="*/ 955 w 1910"/>
                <a:gd name="csY2" fmla="*/ 2389 h 2866"/>
                <a:gd name="csX3" fmla="*/ 0 w 1910"/>
                <a:gd name="csY3" fmla="*/ 956 h 2866"/>
                <a:gd name="csX4" fmla="*/ 0 w 1910"/>
                <a:gd name="csY4" fmla="*/ 0 h 2866"/>
                <a:gd name="csX5" fmla="*/ 1433 w 1910"/>
                <a:gd name="csY5" fmla="*/ 478 h 2866"/>
                <a:gd name="csX6" fmla="*/ 1911 w 1910"/>
                <a:gd name="csY6" fmla="*/ 1911 h 2866"/>
                <a:gd name="csX7" fmla="*/ 1911 w 1910"/>
                <a:gd name="csY7" fmla="*/ 2866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10" h="2866">
                  <a:moveTo>
                    <a:pt x="1911" y="2866"/>
                  </a:moveTo>
                  <a:lnTo>
                    <a:pt x="1433" y="2866"/>
                  </a:lnTo>
                  <a:lnTo>
                    <a:pt x="955" y="2389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433" y="478"/>
                  </a:lnTo>
                  <a:lnTo>
                    <a:pt x="1911" y="1911"/>
                  </a:lnTo>
                  <a:lnTo>
                    <a:pt x="191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3" name="Freeform 5562">
              <a:extLst>
                <a:ext uri="{FF2B5EF4-FFF2-40B4-BE49-F238E27FC236}">
                  <a16:creationId xmlns:a16="http://schemas.microsoft.com/office/drawing/2014/main" id="{94C700F0-751C-1BC9-E3A8-A0451CB7354A}"/>
                </a:ext>
              </a:extLst>
            </p:cNvPr>
            <p:cNvSpPr/>
            <p:nvPr/>
          </p:nvSpPr>
          <p:spPr>
            <a:xfrm>
              <a:off x="2613351" y="3535795"/>
              <a:ext cx="36307" cy="20064"/>
            </a:xfrm>
            <a:custGeom>
              <a:avLst/>
              <a:gdLst>
                <a:gd name="csX0" fmla="*/ 28664 w 36307"/>
                <a:gd name="csY0" fmla="*/ 1911 h 20064"/>
                <a:gd name="csX1" fmla="*/ 30575 w 36307"/>
                <a:gd name="csY1" fmla="*/ 7166 h 20064"/>
                <a:gd name="csX2" fmla="*/ 31052 w 36307"/>
                <a:gd name="csY2" fmla="*/ 8121 h 20064"/>
                <a:gd name="csX3" fmla="*/ 32486 w 36307"/>
                <a:gd name="csY3" fmla="*/ 8599 h 20064"/>
                <a:gd name="csX4" fmla="*/ 34397 w 36307"/>
                <a:gd name="csY4" fmla="*/ 9555 h 20064"/>
                <a:gd name="csX5" fmla="*/ 35352 w 36307"/>
                <a:gd name="csY5" fmla="*/ 10032 h 20064"/>
                <a:gd name="csX6" fmla="*/ 36307 w 36307"/>
                <a:gd name="csY6" fmla="*/ 11465 h 20064"/>
                <a:gd name="csX7" fmla="*/ 36307 w 36307"/>
                <a:gd name="csY7" fmla="*/ 11943 h 20064"/>
                <a:gd name="csX8" fmla="*/ 31052 w 36307"/>
                <a:gd name="csY8" fmla="*/ 9555 h 20064"/>
                <a:gd name="csX9" fmla="*/ 27231 w 36307"/>
                <a:gd name="csY9" fmla="*/ 12899 h 20064"/>
                <a:gd name="csX10" fmla="*/ 26275 w 36307"/>
                <a:gd name="csY10" fmla="*/ 13376 h 20064"/>
                <a:gd name="csX11" fmla="*/ 16721 w 36307"/>
                <a:gd name="csY11" fmla="*/ 13376 h 20064"/>
                <a:gd name="csX12" fmla="*/ 14810 w 36307"/>
                <a:gd name="csY12" fmla="*/ 13854 h 20064"/>
                <a:gd name="csX13" fmla="*/ 13376 w 36307"/>
                <a:gd name="csY13" fmla="*/ 14810 h 20064"/>
                <a:gd name="csX14" fmla="*/ 10988 w 36307"/>
                <a:gd name="csY14" fmla="*/ 17676 h 20064"/>
                <a:gd name="csX15" fmla="*/ 10032 w 36307"/>
                <a:gd name="csY15" fmla="*/ 18631 h 20064"/>
                <a:gd name="csX16" fmla="*/ 9077 w 36307"/>
                <a:gd name="csY16" fmla="*/ 19587 h 20064"/>
                <a:gd name="csX17" fmla="*/ 6210 w 36307"/>
                <a:gd name="csY17" fmla="*/ 20065 h 20064"/>
                <a:gd name="csX18" fmla="*/ 3344 w 36307"/>
                <a:gd name="csY18" fmla="*/ 20065 h 20064"/>
                <a:gd name="csX19" fmla="*/ 1911 w 36307"/>
                <a:gd name="csY19" fmla="*/ 19587 h 20064"/>
                <a:gd name="csX20" fmla="*/ 955 w 36307"/>
                <a:gd name="csY20" fmla="*/ 18154 h 20064"/>
                <a:gd name="csX21" fmla="*/ 0 w 36307"/>
                <a:gd name="csY21" fmla="*/ 15765 h 20064"/>
                <a:gd name="csX22" fmla="*/ 0 w 36307"/>
                <a:gd name="csY22" fmla="*/ 14810 h 20064"/>
                <a:gd name="csX23" fmla="*/ 478 w 36307"/>
                <a:gd name="csY23" fmla="*/ 13854 h 20064"/>
                <a:gd name="csX24" fmla="*/ 3344 w 36307"/>
                <a:gd name="csY24" fmla="*/ 11943 h 20064"/>
                <a:gd name="csX25" fmla="*/ 3822 w 36307"/>
                <a:gd name="csY25" fmla="*/ 10988 h 20064"/>
                <a:gd name="csX26" fmla="*/ 7644 w 36307"/>
                <a:gd name="csY26" fmla="*/ 5255 h 20064"/>
                <a:gd name="csX27" fmla="*/ 8599 w 36307"/>
                <a:gd name="csY27" fmla="*/ 4300 h 20064"/>
                <a:gd name="csX28" fmla="*/ 9555 w 36307"/>
                <a:gd name="csY28" fmla="*/ 4300 h 20064"/>
                <a:gd name="csX29" fmla="*/ 12421 w 36307"/>
                <a:gd name="csY29" fmla="*/ 4777 h 20064"/>
                <a:gd name="csX30" fmla="*/ 15287 w 36307"/>
                <a:gd name="csY30" fmla="*/ 2866 h 20064"/>
                <a:gd name="csX31" fmla="*/ 20542 w 36307"/>
                <a:gd name="csY31" fmla="*/ 0 h 20064"/>
                <a:gd name="csX32" fmla="*/ 21976 w 36307"/>
                <a:gd name="csY32" fmla="*/ 0 h 20064"/>
                <a:gd name="csX33" fmla="*/ 25797 w 36307"/>
                <a:gd name="csY33" fmla="*/ 0 h 20064"/>
                <a:gd name="csX34" fmla="*/ 26753 w 36307"/>
                <a:gd name="csY34" fmla="*/ 0 h 20064"/>
                <a:gd name="csX35" fmla="*/ 27708 w 36307"/>
                <a:gd name="csY35" fmla="*/ 956 h 20064"/>
                <a:gd name="csX36" fmla="*/ 28664 w 36307"/>
                <a:gd name="csY36" fmla="*/ 1911 h 20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36307" h="20064">
                  <a:moveTo>
                    <a:pt x="28664" y="1911"/>
                  </a:moveTo>
                  <a:lnTo>
                    <a:pt x="30575" y="7166"/>
                  </a:lnTo>
                  <a:lnTo>
                    <a:pt x="31052" y="8121"/>
                  </a:lnTo>
                  <a:lnTo>
                    <a:pt x="32486" y="8599"/>
                  </a:lnTo>
                  <a:lnTo>
                    <a:pt x="34397" y="9555"/>
                  </a:lnTo>
                  <a:lnTo>
                    <a:pt x="35352" y="10032"/>
                  </a:lnTo>
                  <a:lnTo>
                    <a:pt x="36307" y="11465"/>
                  </a:lnTo>
                  <a:lnTo>
                    <a:pt x="36307" y="11943"/>
                  </a:lnTo>
                  <a:lnTo>
                    <a:pt x="31052" y="9555"/>
                  </a:lnTo>
                  <a:lnTo>
                    <a:pt x="27231" y="12899"/>
                  </a:lnTo>
                  <a:lnTo>
                    <a:pt x="26275" y="13376"/>
                  </a:lnTo>
                  <a:lnTo>
                    <a:pt x="16721" y="13376"/>
                  </a:lnTo>
                  <a:lnTo>
                    <a:pt x="14810" y="13854"/>
                  </a:lnTo>
                  <a:lnTo>
                    <a:pt x="13376" y="14810"/>
                  </a:lnTo>
                  <a:lnTo>
                    <a:pt x="10988" y="17676"/>
                  </a:lnTo>
                  <a:lnTo>
                    <a:pt x="10032" y="18631"/>
                  </a:lnTo>
                  <a:lnTo>
                    <a:pt x="9077" y="19587"/>
                  </a:lnTo>
                  <a:lnTo>
                    <a:pt x="6210" y="20065"/>
                  </a:lnTo>
                  <a:lnTo>
                    <a:pt x="3344" y="20065"/>
                  </a:lnTo>
                  <a:lnTo>
                    <a:pt x="1911" y="19587"/>
                  </a:lnTo>
                  <a:lnTo>
                    <a:pt x="955" y="18154"/>
                  </a:lnTo>
                  <a:lnTo>
                    <a:pt x="0" y="15765"/>
                  </a:lnTo>
                  <a:lnTo>
                    <a:pt x="0" y="14810"/>
                  </a:lnTo>
                  <a:lnTo>
                    <a:pt x="478" y="13854"/>
                  </a:lnTo>
                  <a:lnTo>
                    <a:pt x="3344" y="11943"/>
                  </a:lnTo>
                  <a:lnTo>
                    <a:pt x="3822" y="10988"/>
                  </a:lnTo>
                  <a:lnTo>
                    <a:pt x="7644" y="5255"/>
                  </a:lnTo>
                  <a:lnTo>
                    <a:pt x="8599" y="4300"/>
                  </a:lnTo>
                  <a:lnTo>
                    <a:pt x="9555" y="4300"/>
                  </a:lnTo>
                  <a:lnTo>
                    <a:pt x="12421" y="4777"/>
                  </a:lnTo>
                  <a:lnTo>
                    <a:pt x="15287" y="2866"/>
                  </a:lnTo>
                  <a:lnTo>
                    <a:pt x="20542" y="0"/>
                  </a:lnTo>
                  <a:lnTo>
                    <a:pt x="21976" y="0"/>
                  </a:lnTo>
                  <a:lnTo>
                    <a:pt x="25797" y="0"/>
                  </a:lnTo>
                  <a:lnTo>
                    <a:pt x="26753" y="0"/>
                  </a:lnTo>
                  <a:lnTo>
                    <a:pt x="27708" y="956"/>
                  </a:lnTo>
                  <a:lnTo>
                    <a:pt x="2866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4" name="Freeform 5563">
              <a:extLst>
                <a:ext uri="{FF2B5EF4-FFF2-40B4-BE49-F238E27FC236}">
                  <a16:creationId xmlns:a16="http://schemas.microsoft.com/office/drawing/2014/main" id="{7D8A25F5-4019-FD01-90AD-5340E8C14830}"/>
                </a:ext>
              </a:extLst>
            </p:cNvPr>
            <p:cNvSpPr/>
            <p:nvPr/>
          </p:nvSpPr>
          <p:spPr>
            <a:xfrm>
              <a:off x="2662558" y="3537706"/>
              <a:ext cx="3821" cy="4299"/>
            </a:xfrm>
            <a:custGeom>
              <a:avLst/>
              <a:gdLst>
                <a:gd name="csX0" fmla="*/ 2866 w 3821"/>
                <a:gd name="csY0" fmla="*/ 4300 h 4299"/>
                <a:gd name="csX1" fmla="*/ 1911 w 3821"/>
                <a:gd name="csY1" fmla="*/ 4300 h 4299"/>
                <a:gd name="csX2" fmla="*/ 955 w 3821"/>
                <a:gd name="csY2" fmla="*/ 3344 h 4299"/>
                <a:gd name="csX3" fmla="*/ 478 w 3821"/>
                <a:gd name="csY3" fmla="*/ 2866 h 4299"/>
                <a:gd name="csX4" fmla="*/ 0 w 3821"/>
                <a:gd name="csY4" fmla="*/ 1433 h 4299"/>
                <a:gd name="csX5" fmla="*/ 2866 w 3821"/>
                <a:gd name="csY5" fmla="*/ 0 h 4299"/>
                <a:gd name="csX6" fmla="*/ 3344 w 3821"/>
                <a:gd name="csY6" fmla="*/ 0 h 4299"/>
                <a:gd name="csX7" fmla="*/ 3822 w 3821"/>
                <a:gd name="csY7" fmla="*/ 956 h 4299"/>
                <a:gd name="csX8" fmla="*/ 3822 w 3821"/>
                <a:gd name="csY8" fmla="*/ 1433 h 4299"/>
                <a:gd name="csX9" fmla="*/ 3344 w 3821"/>
                <a:gd name="csY9" fmla="*/ 3822 h 4299"/>
                <a:gd name="csX10" fmla="*/ 2866 w 3821"/>
                <a:gd name="csY10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21" h="4299">
                  <a:moveTo>
                    <a:pt x="2866" y="4300"/>
                  </a:moveTo>
                  <a:lnTo>
                    <a:pt x="1911" y="4300"/>
                  </a:lnTo>
                  <a:lnTo>
                    <a:pt x="955" y="3344"/>
                  </a:lnTo>
                  <a:lnTo>
                    <a:pt x="478" y="2866"/>
                  </a:lnTo>
                  <a:lnTo>
                    <a:pt x="0" y="1433"/>
                  </a:lnTo>
                  <a:lnTo>
                    <a:pt x="2866" y="0"/>
                  </a:lnTo>
                  <a:lnTo>
                    <a:pt x="3344" y="0"/>
                  </a:lnTo>
                  <a:lnTo>
                    <a:pt x="3822" y="956"/>
                  </a:lnTo>
                  <a:lnTo>
                    <a:pt x="3822" y="1433"/>
                  </a:lnTo>
                  <a:lnTo>
                    <a:pt x="3344" y="3822"/>
                  </a:lnTo>
                  <a:lnTo>
                    <a:pt x="2866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5" name="Freeform 5564">
              <a:extLst>
                <a:ext uri="{FF2B5EF4-FFF2-40B4-BE49-F238E27FC236}">
                  <a16:creationId xmlns:a16="http://schemas.microsoft.com/office/drawing/2014/main" id="{74771685-A9E9-D146-7CDE-151CC673AA5B}"/>
                </a:ext>
              </a:extLst>
            </p:cNvPr>
            <p:cNvSpPr/>
            <p:nvPr/>
          </p:nvSpPr>
          <p:spPr>
            <a:xfrm>
              <a:off x="2654914" y="3552993"/>
              <a:ext cx="5255" cy="3821"/>
            </a:xfrm>
            <a:custGeom>
              <a:avLst/>
              <a:gdLst>
                <a:gd name="csX0" fmla="*/ 5255 w 5255"/>
                <a:gd name="csY0" fmla="*/ 2866 h 3821"/>
                <a:gd name="csX1" fmla="*/ 3344 w 5255"/>
                <a:gd name="csY1" fmla="*/ 3822 h 3821"/>
                <a:gd name="csX2" fmla="*/ 1433 w 5255"/>
                <a:gd name="csY2" fmla="*/ 2866 h 3821"/>
                <a:gd name="csX3" fmla="*/ 0 w 5255"/>
                <a:gd name="csY3" fmla="*/ 1911 h 3821"/>
                <a:gd name="csX4" fmla="*/ 0 w 5255"/>
                <a:gd name="csY4" fmla="*/ 0 h 3821"/>
                <a:gd name="csX5" fmla="*/ 3344 w 5255"/>
                <a:gd name="csY5" fmla="*/ 955 h 3821"/>
                <a:gd name="csX6" fmla="*/ 4300 w 5255"/>
                <a:gd name="csY6" fmla="*/ 1433 h 3821"/>
                <a:gd name="csX7" fmla="*/ 5255 w 5255"/>
                <a:gd name="csY7" fmla="*/ 286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5" h="3821">
                  <a:moveTo>
                    <a:pt x="5255" y="2866"/>
                  </a:moveTo>
                  <a:lnTo>
                    <a:pt x="3344" y="3822"/>
                  </a:lnTo>
                  <a:lnTo>
                    <a:pt x="1433" y="2866"/>
                  </a:lnTo>
                  <a:lnTo>
                    <a:pt x="0" y="1911"/>
                  </a:lnTo>
                  <a:lnTo>
                    <a:pt x="0" y="0"/>
                  </a:lnTo>
                  <a:lnTo>
                    <a:pt x="3344" y="955"/>
                  </a:lnTo>
                  <a:lnTo>
                    <a:pt x="4300" y="1433"/>
                  </a:lnTo>
                  <a:lnTo>
                    <a:pt x="5255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6" name="Freeform 5565">
              <a:extLst>
                <a:ext uri="{FF2B5EF4-FFF2-40B4-BE49-F238E27FC236}">
                  <a16:creationId xmlns:a16="http://schemas.microsoft.com/office/drawing/2014/main" id="{F831F53A-843B-F77D-7136-9362EE07BA6A}"/>
                </a:ext>
              </a:extLst>
            </p:cNvPr>
            <p:cNvSpPr/>
            <p:nvPr/>
          </p:nvSpPr>
          <p:spPr>
            <a:xfrm>
              <a:off x="2598542" y="3559682"/>
              <a:ext cx="4777" cy="4777"/>
            </a:xfrm>
            <a:custGeom>
              <a:avLst/>
              <a:gdLst>
                <a:gd name="csX0" fmla="*/ 1911 w 4777"/>
                <a:gd name="csY0" fmla="*/ 4777 h 4777"/>
                <a:gd name="csX1" fmla="*/ 956 w 4777"/>
                <a:gd name="csY1" fmla="*/ 4777 h 4777"/>
                <a:gd name="csX2" fmla="*/ 956 w 4777"/>
                <a:gd name="csY2" fmla="*/ 4300 h 4777"/>
                <a:gd name="csX3" fmla="*/ 956 w 4777"/>
                <a:gd name="csY3" fmla="*/ 2866 h 4777"/>
                <a:gd name="csX4" fmla="*/ 0 w 4777"/>
                <a:gd name="csY4" fmla="*/ 956 h 4777"/>
                <a:gd name="csX5" fmla="*/ 1433 w 4777"/>
                <a:gd name="csY5" fmla="*/ 0 h 4777"/>
                <a:gd name="csX6" fmla="*/ 2389 w 4777"/>
                <a:gd name="csY6" fmla="*/ 0 h 4777"/>
                <a:gd name="csX7" fmla="*/ 2389 w 4777"/>
                <a:gd name="csY7" fmla="*/ 478 h 4777"/>
                <a:gd name="csX8" fmla="*/ 3344 w 4777"/>
                <a:gd name="csY8" fmla="*/ 1911 h 4777"/>
                <a:gd name="csX9" fmla="*/ 4300 w 4777"/>
                <a:gd name="csY9" fmla="*/ 2389 h 4777"/>
                <a:gd name="csX10" fmla="*/ 4777 w 4777"/>
                <a:gd name="csY10" fmla="*/ 2866 h 4777"/>
                <a:gd name="csX11" fmla="*/ 3822 w 4777"/>
                <a:gd name="csY11" fmla="*/ 3344 h 4777"/>
                <a:gd name="csX12" fmla="*/ 1911 w 4777"/>
                <a:gd name="csY12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77" h="4777">
                  <a:moveTo>
                    <a:pt x="1911" y="4777"/>
                  </a:moveTo>
                  <a:lnTo>
                    <a:pt x="956" y="4777"/>
                  </a:lnTo>
                  <a:lnTo>
                    <a:pt x="956" y="4300"/>
                  </a:lnTo>
                  <a:lnTo>
                    <a:pt x="956" y="2866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389" y="478"/>
                  </a:lnTo>
                  <a:lnTo>
                    <a:pt x="3344" y="1911"/>
                  </a:lnTo>
                  <a:lnTo>
                    <a:pt x="4300" y="2389"/>
                  </a:lnTo>
                  <a:lnTo>
                    <a:pt x="4777" y="2866"/>
                  </a:lnTo>
                  <a:lnTo>
                    <a:pt x="3822" y="3344"/>
                  </a:lnTo>
                  <a:lnTo>
                    <a:pt x="1911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7" name="Freeform 5566">
              <a:extLst>
                <a:ext uri="{FF2B5EF4-FFF2-40B4-BE49-F238E27FC236}">
                  <a16:creationId xmlns:a16="http://schemas.microsoft.com/office/drawing/2014/main" id="{CEFBEFCC-48EA-2DEC-D5FE-EDC40400FB0F}"/>
                </a:ext>
              </a:extLst>
            </p:cNvPr>
            <p:cNvSpPr/>
            <p:nvPr/>
          </p:nvSpPr>
          <p:spPr>
            <a:xfrm>
              <a:off x="2589465" y="3562070"/>
              <a:ext cx="8599" cy="4777"/>
            </a:xfrm>
            <a:custGeom>
              <a:avLst/>
              <a:gdLst>
                <a:gd name="csX0" fmla="*/ 5255 w 8599"/>
                <a:gd name="csY0" fmla="*/ 4300 h 4777"/>
                <a:gd name="csX1" fmla="*/ 4777 w 8599"/>
                <a:gd name="csY1" fmla="*/ 4777 h 4777"/>
                <a:gd name="csX2" fmla="*/ 4300 w 8599"/>
                <a:gd name="csY2" fmla="*/ 4777 h 4777"/>
                <a:gd name="csX3" fmla="*/ 3822 w 8599"/>
                <a:gd name="csY3" fmla="*/ 4777 h 4777"/>
                <a:gd name="csX4" fmla="*/ 1433 w 8599"/>
                <a:gd name="csY4" fmla="*/ 4777 h 4777"/>
                <a:gd name="csX5" fmla="*/ 955 w 8599"/>
                <a:gd name="csY5" fmla="*/ 4777 h 4777"/>
                <a:gd name="csX6" fmla="*/ 478 w 8599"/>
                <a:gd name="csY6" fmla="*/ 2866 h 4777"/>
                <a:gd name="csX7" fmla="*/ 0 w 8599"/>
                <a:gd name="csY7" fmla="*/ 1911 h 4777"/>
                <a:gd name="csX8" fmla="*/ 478 w 8599"/>
                <a:gd name="csY8" fmla="*/ 956 h 4777"/>
                <a:gd name="csX9" fmla="*/ 1433 w 8599"/>
                <a:gd name="csY9" fmla="*/ 478 h 4777"/>
                <a:gd name="csX10" fmla="*/ 2866 w 8599"/>
                <a:gd name="csY10" fmla="*/ 0 h 4777"/>
                <a:gd name="csX11" fmla="*/ 4300 w 8599"/>
                <a:gd name="csY11" fmla="*/ 0 h 4777"/>
                <a:gd name="csX12" fmla="*/ 7166 w 8599"/>
                <a:gd name="csY12" fmla="*/ 1911 h 4777"/>
                <a:gd name="csX13" fmla="*/ 8121 w 8599"/>
                <a:gd name="csY13" fmla="*/ 2866 h 4777"/>
                <a:gd name="csX14" fmla="*/ 8599 w 8599"/>
                <a:gd name="csY14" fmla="*/ 3344 h 4777"/>
                <a:gd name="csX15" fmla="*/ 7644 w 8599"/>
                <a:gd name="csY15" fmla="*/ 3822 h 4777"/>
                <a:gd name="csX16" fmla="*/ 5255 w 8599"/>
                <a:gd name="csY16" fmla="*/ 430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599" h="4777">
                  <a:moveTo>
                    <a:pt x="5255" y="4300"/>
                  </a:moveTo>
                  <a:lnTo>
                    <a:pt x="4777" y="4777"/>
                  </a:lnTo>
                  <a:lnTo>
                    <a:pt x="4300" y="4777"/>
                  </a:lnTo>
                  <a:lnTo>
                    <a:pt x="3822" y="4777"/>
                  </a:lnTo>
                  <a:lnTo>
                    <a:pt x="1433" y="4777"/>
                  </a:lnTo>
                  <a:lnTo>
                    <a:pt x="955" y="4777"/>
                  </a:lnTo>
                  <a:lnTo>
                    <a:pt x="478" y="2866"/>
                  </a:lnTo>
                  <a:lnTo>
                    <a:pt x="0" y="1911"/>
                  </a:lnTo>
                  <a:lnTo>
                    <a:pt x="478" y="956"/>
                  </a:lnTo>
                  <a:lnTo>
                    <a:pt x="1433" y="478"/>
                  </a:lnTo>
                  <a:lnTo>
                    <a:pt x="2866" y="0"/>
                  </a:lnTo>
                  <a:lnTo>
                    <a:pt x="4300" y="0"/>
                  </a:lnTo>
                  <a:lnTo>
                    <a:pt x="7166" y="1911"/>
                  </a:lnTo>
                  <a:lnTo>
                    <a:pt x="8121" y="2866"/>
                  </a:lnTo>
                  <a:lnTo>
                    <a:pt x="8599" y="3344"/>
                  </a:lnTo>
                  <a:lnTo>
                    <a:pt x="7644" y="3822"/>
                  </a:lnTo>
                  <a:lnTo>
                    <a:pt x="5255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8" name="Freeform 5567">
              <a:extLst>
                <a:ext uri="{FF2B5EF4-FFF2-40B4-BE49-F238E27FC236}">
                  <a16:creationId xmlns:a16="http://schemas.microsoft.com/office/drawing/2014/main" id="{384B0F26-C110-722B-BB96-217DAC9F8C87}"/>
                </a:ext>
              </a:extLst>
            </p:cNvPr>
            <p:cNvSpPr/>
            <p:nvPr/>
          </p:nvSpPr>
          <p:spPr>
            <a:xfrm>
              <a:off x="2556024" y="3568281"/>
              <a:ext cx="31052" cy="22931"/>
            </a:xfrm>
            <a:custGeom>
              <a:avLst/>
              <a:gdLst>
                <a:gd name="csX0" fmla="*/ 23409 w 31052"/>
                <a:gd name="csY0" fmla="*/ 3344 h 22931"/>
                <a:gd name="csX1" fmla="*/ 24364 w 31052"/>
                <a:gd name="csY1" fmla="*/ 4777 h 22931"/>
                <a:gd name="csX2" fmla="*/ 25797 w 31052"/>
                <a:gd name="csY2" fmla="*/ 3822 h 22931"/>
                <a:gd name="csX3" fmla="*/ 26753 w 31052"/>
                <a:gd name="csY3" fmla="*/ 2389 h 22931"/>
                <a:gd name="csX4" fmla="*/ 27708 w 31052"/>
                <a:gd name="csY4" fmla="*/ 956 h 22931"/>
                <a:gd name="csX5" fmla="*/ 28186 w 31052"/>
                <a:gd name="csY5" fmla="*/ 0 h 22931"/>
                <a:gd name="csX6" fmla="*/ 29142 w 31052"/>
                <a:gd name="csY6" fmla="*/ 956 h 22931"/>
                <a:gd name="csX7" fmla="*/ 31052 w 31052"/>
                <a:gd name="csY7" fmla="*/ 2389 h 22931"/>
                <a:gd name="csX8" fmla="*/ 29619 w 31052"/>
                <a:gd name="csY8" fmla="*/ 4300 h 22931"/>
                <a:gd name="csX9" fmla="*/ 26275 w 31052"/>
                <a:gd name="csY9" fmla="*/ 6688 h 22931"/>
                <a:gd name="csX10" fmla="*/ 24842 w 31052"/>
                <a:gd name="csY10" fmla="*/ 8599 h 22931"/>
                <a:gd name="csX11" fmla="*/ 24842 w 31052"/>
                <a:gd name="csY11" fmla="*/ 9555 h 22931"/>
                <a:gd name="csX12" fmla="*/ 28186 w 31052"/>
                <a:gd name="csY12" fmla="*/ 8599 h 22931"/>
                <a:gd name="csX13" fmla="*/ 29142 w 31052"/>
                <a:gd name="csY13" fmla="*/ 9077 h 22931"/>
                <a:gd name="csX14" fmla="*/ 29619 w 31052"/>
                <a:gd name="csY14" fmla="*/ 9555 h 22931"/>
                <a:gd name="csX15" fmla="*/ 28664 w 31052"/>
                <a:gd name="csY15" fmla="*/ 10032 h 22931"/>
                <a:gd name="csX16" fmla="*/ 26753 w 31052"/>
                <a:gd name="csY16" fmla="*/ 10988 h 22931"/>
                <a:gd name="csX17" fmla="*/ 25320 w 31052"/>
                <a:gd name="csY17" fmla="*/ 12421 h 22931"/>
                <a:gd name="csX18" fmla="*/ 21976 w 31052"/>
                <a:gd name="csY18" fmla="*/ 14332 h 22931"/>
                <a:gd name="csX19" fmla="*/ 20542 w 31052"/>
                <a:gd name="csY19" fmla="*/ 16243 h 22931"/>
                <a:gd name="csX20" fmla="*/ 18631 w 31052"/>
                <a:gd name="csY20" fmla="*/ 17198 h 22931"/>
                <a:gd name="csX21" fmla="*/ 16721 w 31052"/>
                <a:gd name="csY21" fmla="*/ 17198 h 22931"/>
                <a:gd name="csX22" fmla="*/ 12899 w 31052"/>
                <a:gd name="csY22" fmla="*/ 18154 h 22931"/>
                <a:gd name="csX23" fmla="*/ 10510 w 31052"/>
                <a:gd name="csY23" fmla="*/ 19587 h 22931"/>
                <a:gd name="csX24" fmla="*/ 10032 w 31052"/>
                <a:gd name="csY24" fmla="*/ 20065 h 22931"/>
                <a:gd name="csX25" fmla="*/ 9077 w 31052"/>
                <a:gd name="csY25" fmla="*/ 20542 h 22931"/>
                <a:gd name="csX26" fmla="*/ 8121 w 31052"/>
                <a:gd name="csY26" fmla="*/ 20542 h 22931"/>
                <a:gd name="csX27" fmla="*/ 7166 w 31052"/>
                <a:gd name="csY27" fmla="*/ 21020 h 22931"/>
                <a:gd name="csX28" fmla="*/ 6210 w 31052"/>
                <a:gd name="csY28" fmla="*/ 21976 h 22931"/>
                <a:gd name="csX29" fmla="*/ 5733 w 31052"/>
                <a:gd name="csY29" fmla="*/ 22453 h 22931"/>
                <a:gd name="csX30" fmla="*/ 4300 w 31052"/>
                <a:gd name="csY30" fmla="*/ 22453 h 22931"/>
                <a:gd name="csX31" fmla="*/ 3344 w 31052"/>
                <a:gd name="csY31" fmla="*/ 22931 h 22931"/>
                <a:gd name="csX32" fmla="*/ 2866 w 31052"/>
                <a:gd name="csY32" fmla="*/ 22931 h 22931"/>
                <a:gd name="csX33" fmla="*/ 478 w 31052"/>
                <a:gd name="csY33" fmla="*/ 21498 h 22931"/>
                <a:gd name="csX34" fmla="*/ 0 w 31052"/>
                <a:gd name="csY34" fmla="*/ 21020 h 22931"/>
                <a:gd name="csX35" fmla="*/ 1911 w 31052"/>
                <a:gd name="csY35" fmla="*/ 19587 h 22931"/>
                <a:gd name="csX36" fmla="*/ 3344 w 31052"/>
                <a:gd name="csY36" fmla="*/ 19109 h 22931"/>
                <a:gd name="csX37" fmla="*/ 5255 w 31052"/>
                <a:gd name="csY37" fmla="*/ 18632 h 22931"/>
                <a:gd name="csX38" fmla="*/ 7644 w 31052"/>
                <a:gd name="csY38" fmla="*/ 17198 h 22931"/>
                <a:gd name="csX39" fmla="*/ 11943 w 31052"/>
                <a:gd name="csY39" fmla="*/ 15765 h 22931"/>
                <a:gd name="csX40" fmla="*/ 13376 w 31052"/>
                <a:gd name="csY40" fmla="*/ 14810 h 22931"/>
                <a:gd name="csX41" fmla="*/ 13854 w 31052"/>
                <a:gd name="csY41" fmla="*/ 11466 h 22931"/>
                <a:gd name="csX42" fmla="*/ 15287 w 31052"/>
                <a:gd name="csY42" fmla="*/ 10988 h 22931"/>
                <a:gd name="csX43" fmla="*/ 15765 w 31052"/>
                <a:gd name="csY43" fmla="*/ 9555 h 22931"/>
                <a:gd name="csX44" fmla="*/ 18154 w 31052"/>
                <a:gd name="csY44" fmla="*/ 9555 h 22931"/>
                <a:gd name="csX45" fmla="*/ 19109 w 31052"/>
                <a:gd name="csY45" fmla="*/ 10988 h 22931"/>
                <a:gd name="csX46" fmla="*/ 19587 w 31052"/>
                <a:gd name="csY46" fmla="*/ 11466 h 22931"/>
                <a:gd name="csX47" fmla="*/ 19587 w 31052"/>
                <a:gd name="csY47" fmla="*/ 10988 h 22931"/>
                <a:gd name="csX48" fmla="*/ 19587 w 31052"/>
                <a:gd name="csY48" fmla="*/ 10032 h 22931"/>
                <a:gd name="csX49" fmla="*/ 21020 w 31052"/>
                <a:gd name="csY49" fmla="*/ 9077 h 22931"/>
                <a:gd name="csX50" fmla="*/ 20542 w 31052"/>
                <a:gd name="csY50" fmla="*/ 8599 h 22931"/>
                <a:gd name="csX51" fmla="*/ 18154 w 31052"/>
                <a:gd name="csY51" fmla="*/ 7644 h 22931"/>
                <a:gd name="csX52" fmla="*/ 16243 w 31052"/>
                <a:gd name="csY52" fmla="*/ 7166 h 22931"/>
                <a:gd name="csX53" fmla="*/ 15287 w 31052"/>
                <a:gd name="csY53" fmla="*/ 7166 h 22931"/>
                <a:gd name="csX54" fmla="*/ 14332 w 31052"/>
                <a:gd name="csY54" fmla="*/ 6688 h 22931"/>
                <a:gd name="csX55" fmla="*/ 13854 w 31052"/>
                <a:gd name="csY55" fmla="*/ 5733 h 22931"/>
                <a:gd name="csX56" fmla="*/ 13376 w 31052"/>
                <a:gd name="csY56" fmla="*/ 5255 h 22931"/>
                <a:gd name="csX57" fmla="*/ 13376 w 31052"/>
                <a:gd name="csY57" fmla="*/ 4300 h 22931"/>
                <a:gd name="csX58" fmla="*/ 14332 w 31052"/>
                <a:gd name="csY58" fmla="*/ 2866 h 22931"/>
                <a:gd name="csX59" fmla="*/ 15287 w 31052"/>
                <a:gd name="csY59" fmla="*/ 1911 h 22931"/>
                <a:gd name="csX60" fmla="*/ 16243 w 31052"/>
                <a:gd name="csY60" fmla="*/ 1433 h 22931"/>
                <a:gd name="csX61" fmla="*/ 19109 w 31052"/>
                <a:gd name="csY61" fmla="*/ 956 h 22931"/>
                <a:gd name="csX62" fmla="*/ 21020 w 31052"/>
                <a:gd name="csY62" fmla="*/ 0 h 22931"/>
                <a:gd name="csX63" fmla="*/ 22453 w 31052"/>
                <a:gd name="csY63" fmla="*/ 0 h 22931"/>
                <a:gd name="csX64" fmla="*/ 23409 w 31052"/>
                <a:gd name="csY64" fmla="*/ 478 h 22931"/>
                <a:gd name="csX65" fmla="*/ 23409 w 31052"/>
                <a:gd name="csY65" fmla="*/ 3344 h 229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31052" h="22931">
                  <a:moveTo>
                    <a:pt x="23409" y="3344"/>
                  </a:moveTo>
                  <a:lnTo>
                    <a:pt x="24364" y="4777"/>
                  </a:lnTo>
                  <a:lnTo>
                    <a:pt x="25797" y="3822"/>
                  </a:lnTo>
                  <a:lnTo>
                    <a:pt x="26753" y="2389"/>
                  </a:lnTo>
                  <a:lnTo>
                    <a:pt x="27708" y="956"/>
                  </a:lnTo>
                  <a:lnTo>
                    <a:pt x="28186" y="0"/>
                  </a:lnTo>
                  <a:lnTo>
                    <a:pt x="29142" y="956"/>
                  </a:lnTo>
                  <a:lnTo>
                    <a:pt x="31052" y="2389"/>
                  </a:lnTo>
                  <a:lnTo>
                    <a:pt x="29619" y="4300"/>
                  </a:lnTo>
                  <a:lnTo>
                    <a:pt x="26275" y="6688"/>
                  </a:lnTo>
                  <a:lnTo>
                    <a:pt x="24842" y="8599"/>
                  </a:lnTo>
                  <a:lnTo>
                    <a:pt x="24842" y="9555"/>
                  </a:lnTo>
                  <a:lnTo>
                    <a:pt x="28186" y="8599"/>
                  </a:lnTo>
                  <a:lnTo>
                    <a:pt x="29142" y="9077"/>
                  </a:lnTo>
                  <a:lnTo>
                    <a:pt x="29619" y="9555"/>
                  </a:lnTo>
                  <a:lnTo>
                    <a:pt x="28664" y="10032"/>
                  </a:lnTo>
                  <a:lnTo>
                    <a:pt x="26753" y="10988"/>
                  </a:lnTo>
                  <a:lnTo>
                    <a:pt x="25320" y="12421"/>
                  </a:lnTo>
                  <a:lnTo>
                    <a:pt x="21976" y="14332"/>
                  </a:lnTo>
                  <a:lnTo>
                    <a:pt x="20542" y="16243"/>
                  </a:lnTo>
                  <a:lnTo>
                    <a:pt x="18631" y="17198"/>
                  </a:lnTo>
                  <a:lnTo>
                    <a:pt x="16721" y="17198"/>
                  </a:lnTo>
                  <a:lnTo>
                    <a:pt x="12899" y="18154"/>
                  </a:lnTo>
                  <a:lnTo>
                    <a:pt x="10510" y="19587"/>
                  </a:lnTo>
                  <a:lnTo>
                    <a:pt x="10032" y="20065"/>
                  </a:lnTo>
                  <a:lnTo>
                    <a:pt x="9077" y="20542"/>
                  </a:lnTo>
                  <a:lnTo>
                    <a:pt x="8121" y="20542"/>
                  </a:lnTo>
                  <a:lnTo>
                    <a:pt x="7166" y="21020"/>
                  </a:lnTo>
                  <a:lnTo>
                    <a:pt x="6210" y="21976"/>
                  </a:lnTo>
                  <a:lnTo>
                    <a:pt x="5733" y="22453"/>
                  </a:lnTo>
                  <a:lnTo>
                    <a:pt x="4300" y="22453"/>
                  </a:lnTo>
                  <a:lnTo>
                    <a:pt x="3344" y="22931"/>
                  </a:lnTo>
                  <a:lnTo>
                    <a:pt x="2866" y="22931"/>
                  </a:lnTo>
                  <a:lnTo>
                    <a:pt x="478" y="21498"/>
                  </a:lnTo>
                  <a:lnTo>
                    <a:pt x="0" y="21020"/>
                  </a:lnTo>
                  <a:lnTo>
                    <a:pt x="1911" y="19587"/>
                  </a:lnTo>
                  <a:lnTo>
                    <a:pt x="3344" y="19109"/>
                  </a:lnTo>
                  <a:lnTo>
                    <a:pt x="5255" y="18632"/>
                  </a:lnTo>
                  <a:lnTo>
                    <a:pt x="7644" y="17198"/>
                  </a:lnTo>
                  <a:lnTo>
                    <a:pt x="11943" y="15765"/>
                  </a:lnTo>
                  <a:lnTo>
                    <a:pt x="13376" y="14810"/>
                  </a:lnTo>
                  <a:lnTo>
                    <a:pt x="13854" y="11466"/>
                  </a:lnTo>
                  <a:lnTo>
                    <a:pt x="15287" y="10988"/>
                  </a:lnTo>
                  <a:lnTo>
                    <a:pt x="15765" y="9555"/>
                  </a:lnTo>
                  <a:lnTo>
                    <a:pt x="18154" y="9555"/>
                  </a:lnTo>
                  <a:lnTo>
                    <a:pt x="19109" y="10988"/>
                  </a:lnTo>
                  <a:lnTo>
                    <a:pt x="19587" y="11466"/>
                  </a:lnTo>
                  <a:lnTo>
                    <a:pt x="19587" y="10988"/>
                  </a:lnTo>
                  <a:lnTo>
                    <a:pt x="19587" y="10032"/>
                  </a:lnTo>
                  <a:lnTo>
                    <a:pt x="21020" y="9077"/>
                  </a:lnTo>
                  <a:lnTo>
                    <a:pt x="20542" y="8599"/>
                  </a:lnTo>
                  <a:lnTo>
                    <a:pt x="18154" y="7644"/>
                  </a:lnTo>
                  <a:lnTo>
                    <a:pt x="16243" y="7166"/>
                  </a:lnTo>
                  <a:lnTo>
                    <a:pt x="15287" y="7166"/>
                  </a:lnTo>
                  <a:lnTo>
                    <a:pt x="14332" y="6688"/>
                  </a:lnTo>
                  <a:lnTo>
                    <a:pt x="13854" y="5733"/>
                  </a:lnTo>
                  <a:lnTo>
                    <a:pt x="13376" y="5255"/>
                  </a:lnTo>
                  <a:lnTo>
                    <a:pt x="13376" y="4300"/>
                  </a:lnTo>
                  <a:lnTo>
                    <a:pt x="14332" y="2866"/>
                  </a:lnTo>
                  <a:lnTo>
                    <a:pt x="15287" y="1911"/>
                  </a:lnTo>
                  <a:lnTo>
                    <a:pt x="16243" y="1433"/>
                  </a:lnTo>
                  <a:lnTo>
                    <a:pt x="19109" y="956"/>
                  </a:lnTo>
                  <a:lnTo>
                    <a:pt x="21020" y="0"/>
                  </a:lnTo>
                  <a:lnTo>
                    <a:pt x="22453" y="0"/>
                  </a:lnTo>
                  <a:lnTo>
                    <a:pt x="23409" y="478"/>
                  </a:lnTo>
                  <a:lnTo>
                    <a:pt x="23409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9" name="Freeform 5568">
              <a:extLst>
                <a:ext uri="{FF2B5EF4-FFF2-40B4-BE49-F238E27FC236}">
                  <a16:creationId xmlns:a16="http://schemas.microsoft.com/office/drawing/2014/main" id="{313499A5-4161-071D-4ACB-772329F7F776}"/>
                </a:ext>
              </a:extLst>
            </p:cNvPr>
            <p:cNvSpPr/>
            <p:nvPr/>
          </p:nvSpPr>
          <p:spPr>
            <a:xfrm>
              <a:off x="2586599" y="3573058"/>
              <a:ext cx="3344" cy="3821"/>
            </a:xfrm>
            <a:custGeom>
              <a:avLst/>
              <a:gdLst>
                <a:gd name="csX0" fmla="*/ 956 w 3344"/>
                <a:gd name="csY0" fmla="*/ 3822 h 3821"/>
                <a:gd name="csX1" fmla="*/ 478 w 3344"/>
                <a:gd name="csY1" fmla="*/ 3822 h 3821"/>
                <a:gd name="csX2" fmla="*/ 0 w 3344"/>
                <a:gd name="csY2" fmla="*/ 3344 h 3821"/>
                <a:gd name="csX3" fmla="*/ 0 w 3344"/>
                <a:gd name="csY3" fmla="*/ 2389 h 3821"/>
                <a:gd name="csX4" fmla="*/ 478 w 3344"/>
                <a:gd name="csY4" fmla="*/ 1911 h 3821"/>
                <a:gd name="csX5" fmla="*/ 1433 w 3344"/>
                <a:gd name="csY5" fmla="*/ 956 h 3821"/>
                <a:gd name="csX6" fmla="*/ 1911 w 3344"/>
                <a:gd name="csY6" fmla="*/ 478 h 3821"/>
                <a:gd name="csX7" fmla="*/ 2866 w 3344"/>
                <a:gd name="csY7" fmla="*/ 0 h 3821"/>
                <a:gd name="csX8" fmla="*/ 3344 w 3344"/>
                <a:gd name="csY8" fmla="*/ 478 h 3821"/>
                <a:gd name="csX9" fmla="*/ 2389 w 3344"/>
                <a:gd name="csY9" fmla="*/ 1911 h 3821"/>
                <a:gd name="csX10" fmla="*/ 1433 w 3344"/>
                <a:gd name="csY10" fmla="*/ 2866 h 3821"/>
                <a:gd name="csX11" fmla="*/ 956 w 3344"/>
                <a:gd name="csY11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4" h="3821">
                  <a:moveTo>
                    <a:pt x="956" y="3822"/>
                  </a:moveTo>
                  <a:lnTo>
                    <a:pt x="478" y="3822"/>
                  </a:lnTo>
                  <a:lnTo>
                    <a:pt x="0" y="3344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1433" y="956"/>
                  </a:lnTo>
                  <a:lnTo>
                    <a:pt x="1911" y="478"/>
                  </a:lnTo>
                  <a:lnTo>
                    <a:pt x="2866" y="0"/>
                  </a:lnTo>
                  <a:lnTo>
                    <a:pt x="3344" y="478"/>
                  </a:lnTo>
                  <a:lnTo>
                    <a:pt x="2389" y="1911"/>
                  </a:lnTo>
                  <a:lnTo>
                    <a:pt x="1433" y="2866"/>
                  </a:lnTo>
                  <a:lnTo>
                    <a:pt x="95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0" name="Freeform 5569">
              <a:extLst>
                <a:ext uri="{FF2B5EF4-FFF2-40B4-BE49-F238E27FC236}">
                  <a16:creationId xmlns:a16="http://schemas.microsoft.com/office/drawing/2014/main" id="{A40C4AB2-866F-95F8-1519-6FF0B54D40DB}"/>
                </a:ext>
              </a:extLst>
            </p:cNvPr>
            <p:cNvSpPr/>
            <p:nvPr/>
          </p:nvSpPr>
          <p:spPr>
            <a:xfrm>
              <a:off x="2530704" y="3582135"/>
              <a:ext cx="25319" cy="21975"/>
            </a:xfrm>
            <a:custGeom>
              <a:avLst/>
              <a:gdLst>
                <a:gd name="csX0" fmla="*/ 21976 w 25319"/>
                <a:gd name="csY0" fmla="*/ 6210 h 21975"/>
                <a:gd name="csX1" fmla="*/ 16243 w 25319"/>
                <a:gd name="csY1" fmla="*/ 9555 h 21975"/>
                <a:gd name="csX2" fmla="*/ 14332 w 25319"/>
                <a:gd name="csY2" fmla="*/ 11943 h 21975"/>
                <a:gd name="csX3" fmla="*/ 12421 w 25319"/>
                <a:gd name="csY3" fmla="*/ 14332 h 21975"/>
                <a:gd name="csX4" fmla="*/ 11466 w 25319"/>
                <a:gd name="csY4" fmla="*/ 15765 h 21975"/>
                <a:gd name="csX5" fmla="*/ 10510 w 25319"/>
                <a:gd name="csY5" fmla="*/ 15765 h 21975"/>
                <a:gd name="csX6" fmla="*/ 9555 w 25319"/>
                <a:gd name="csY6" fmla="*/ 16243 h 21975"/>
                <a:gd name="csX7" fmla="*/ 7644 w 25319"/>
                <a:gd name="csY7" fmla="*/ 18154 h 21975"/>
                <a:gd name="csX8" fmla="*/ 6688 w 25319"/>
                <a:gd name="csY8" fmla="*/ 18154 h 21975"/>
                <a:gd name="csX9" fmla="*/ 478 w 25319"/>
                <a:gd name="csY9" fmla="*/ 21975 h 21975"/>
                <a:gd name="csX10" fmla="*/ 0 w 25319"/>
                <a:gd name="csY10" fmla="*/ 21975 h 21975"/>
                <a:gd name="csX11" fmla="*/ 0 w 25319"/>
                <a:gd name="csY11" fmla="*/ 21020 h 21975"/>
                <a:gd name="csX12" fmla="*/ 1911 w 25319"/>
                <a:gd name="csY12" fmla="*/ 19587 h 21975"/>
                <a:gd name="csX13" fmla="*/ 3344 w 25319"/>
                <a:gd name="csY13" fmla="*/ 18154 h 21975"/>
                <a:gd name="csX14" fmla="*/ 4777 w 25319"/>
                <a:gd name="csY14" fmla="*/ 16243 h 21975"/>
                <a:gd name="csX15" fmla="*/ 5733 w 25319"/>
                <a:gd name="csY15" fmla="*/ 15287 h 21975"/>
                <a:gd name="csX16" fmla="*/ 5733 w 25319"/>
                <a:gd name="csY16" fmla="*/ 14332 h 21975"/>
                <a:gd name="csX17" fmla="*/ 6210 w 25319"/>
                <a:gd name="csY17" fmla="*/ 12421 h 21975"/>
                <a:gd name="csX18" fmla="*/ 6210 w 25319"/>
                <a:gd name="csY18" fmla="*/ 11465 h 21975"/>
                <a:gd name="csX19" fmla="*/ 7644 w 25319"/>
                <a:gd name="csY19" fmla="*/ 10032 h 21975"/>
                <a:gd name="csX20" fmla="*/ 8599 w 25319"/>
                <a:gd name="csY20" fmla="*/ 9077 h 21975"/>
                <a:gd name="csX21" fmla="*/ 10032 w 25319"/>
                <a:gd name="csY21" fmla="*/ 8599 h 21975"/>
                <a:gd name="csX22" fmla="*/ 12899 w 25319"/>
                <a:gd name="csY22" fmla="*/ 9077 h 21975"/>
                <a:gd name="csX23" fmla="*/ 13854 w 25319"/>
                <a:gd name="csY23" fmla="*/ 8121 h 21975"/>
                <a:gd name="csX24" fmla="*/ 14332 w 25319"/>
                <a:gd name="csY24" fmla="*/ 7644 h 21975"/>
                <a:gd name="csX25" fmla="*/ 13376 w 25319"/>
                <a:gd name="csY25" fmla="*/ 7166 h 21975"/>
                <a:gd name="csX26" fmla="*/ 13376 w 25319"/>
                <a:gd name="csY26" fmla="*/ 6210 h 21975"/>
                <a:gd name="csX27" fmla="*/ 13376 w 25319"/>
                <a:gd name="csY27" fmla="*/ 4300 h 21975"/>
                <a:gd name="csX28" fmla="*/ 14332 w 25319"/>
                <a:gd name="csY28" fmla="*/ 2866 h 21975"/>
                <a:gd name="csX29" fmla="*/ 15765 w 25319"/>
                <a:gd name="csY29" fmla="*/ 1433 h 21975"/>
                <a:gd name="csX30" fmla="*/ 17676 w 25319"/>
                <a:gd name="csY30" fmla="*/ 478 h 21975"/>
                <a:gd name="csX31" fmla="*/ 20065 w 25319"/>
                <a:gd name="csY31" fmla="*/ 0 h 21975"/>
                <a:gd name="csX32" fmla="*/ 21498 w 25319"/>
                <a:gd name="csY32" fmla="*/ 0 h 21975"/>
                <a:gd name="csX33" fmla="*/ 24842 w 25319"/>
                <a:gd name="csY33" fmla="*/ 1433 h 21975"/>
                <a:gd name="csX34" fmla="*/ 25320 w 25319"/>
                <a:gd name="csY34" fmla="*/ 1911 h 21975"/>
                <a:gd name="csX35" fmla="*/ 24364 w 25319"/>
                <a:gd name="csY35" fmla="*/ 3822 h 21975"/>
                <a:gd name="csX36" fmla="*/ 23886 w 25319"/>
                <a:gd name="csY36" fmla="*/ 5255 h 21975"/>
                <a:gd name="csX37" fmla="*/ 21976 w 25319"/>
                <a:gd name="csY37" fmla="*/ 6210 h 21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5319" h="21975">
                  <a:moveTo>
                    <a:pt x="21976" y="6210"/>
                  </a:moveTo>
                  <a:lnTo>
                    <a:pt x="16243" y="9555"/>
                  </a:lnTo>
                  <a:lnTo>
                    <a:pt x="14332" y="11943"/>
                  </a:lnTo>
                  <a:lnTo>
                    <a:pt x="12421" y="14332"/>
                  </a:lnTo>
                  <a:lnTo>
                    <a:pt x="11466" y="15765"/>
                  </a:lnTo>
                  <a:lnTo>
                    <a:pt x="10510" y="15765"/>
                  </a:lnTo>
                  <a:lnTo>
                    <a:pt x="9555" y="16243"/>
                  </a:lnTo>
                  <a:lnTo>
                    <a:pt x="7644" y="18154"/>
                  </a:lnTo>
                  <a:lnTo>
                    <a:pt x="6688" y="18154"/>
                  </a:lnTo>
                  <a:lnTo>
                    <a:pt x="478" y="21975"/>
                  </a:lnTo>
                  <a:lnTo>
                    <a:pt x="0" y="21975"/>
                  </a:lnTo>
                  <a:lnTo>
                    <a:pt x="0" y="21020"/>
                  </a:lnTo>
                  <a:lnTo>
                    <a:pt x="1911" y="19587"/>
                  </a:lnTo>
                  <a:lnTo>
                    <a:pt x="3344" y="18154"/>
                  </a:lnTo>
                  <a:lnTo>
                    <a:pt x="4777" y="16243"/>
                  </a:lnTo>
                  <a:lnTo>
                    <a:pt x="5733" y="15287"/>
                  </a:lnTo>
                  <a:lnTo>
                    <a:pt x="5733" y="14332"/>
                  </a:lnTo>
                  <a:lnTo>
                    <a:pt x="6210" y="12421"/>
                  </a:lnTo>
                  <a:lnTo>
                    <a:pt x="6210" y="11465"/>
                  </a:lnTo>
                  <a:lnTo>
                    <a:pt x="7644" y="10032"/>
                  </a:lnTo>
                  <a:lnTo>
                    <a:pt x="8599" y="9077"/>
                  </a:lnTo>
                  <a:lnTo>
                    <a:pt x="10032" y="8599"/>
                  </a:lnTo>
                  <a:lnTo>
                    <a:pt x="12899" y="9077"/>
                  </a:lnTo>
                  <a:lnTo>
                    <a:pt x="13854" y="8121"/>
                  </a:lnTo>
                  <a:lnTo>
                    <a:pt x="14332" y="7644"/>
                  </a:lnTo>
                  <a:lnTo>
                    <a:pt x="13376" y="7166"/>
                  </a:lnTo>
                  <a:lnTo>
                    <a:pt x="13376" y="6210"/>
                  </a:lnTo>
                  <a:lnTo>
                    <a:pt x="13376" y="4300"/>
                  </a:lnTo>
                  <a:lnTo>
                    <a:pt x="14332" y="2866"/>
                  </a:lnTo>
                  <a:lnTo>
                    <a:pt x="15765" y="1433"/>
                  </a:lnTo>
                  <a:lnTo>
                    <a:pt x="17676" y="478"/>
                  </a:lnTo>
                  <a:lnTo>
                    <a:pt x="20065" y="0"/>
                  </a:lnTo>
                  <a:lnTo>
                    <a:pt x="21498" y="0"/>
                  </a:lnTo>
                  <a:lnTo>
                    <a:pt x="24842" y="1433"/>
                  </a:lnTo>
                  <a:lnTo>
                    <a:pt x="25320" y="1911"/>
                  </a:lnTo>
                  <a:lnTo>
                    <a:pt x="24364" y="3822"/>
                  </a:lnTo>
                  <a:lnTo>
                    <a:pt x="23886" y="5255"/>
                  </a:lnTo>
                  <a:lnTo>
                    <a:pt x="21976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1" name="Freeform 5570">
              <a:extLst>
                <a:ext uri="{FF2B5EF4-FFF2-40B4-BE49-F238E27FC236}">
                  <a16:creationId xmlns:a16="http://schemas.microsoft.com/office/drawing/2014/main" id="{4D9DCCD0-581F-F50C-42A6-96E302C2D1AF}"/>
                </a:ext>
              </a:extLst>
            </p:cNvPr>
            <p:cNvSpPr/>
            <p:nvPr/>
          </p:nvSpPr>
          <p:spPr>
            <a:xfrm>
              <a:off x="3410682" y="3703956"/>
              <a:ext cx="1144639" cy="560854"/>
            </a:xfrm>
            <a:custGeom>
              <a:avLst/>
              <a:gdLst>
                <a:gd name="csX0" fmla="*/ 1006098 w 1144639"/>
                <a:gd name="csY0" fmla="*/ 222144 h 560854"/>
                <a:gd name="csX1" fmla="*/ 1006576 w 1144639"/>
                <a:gd name="csY1" fmla="*/ 220233 h 560854"/>
                <a:gd name="csX2" fmla="*/ 1007531 w 1144639"/>
                <a:gd name="csY2" fmla="*/ 218322 h 560854"/>
                <a:gd name="csX3" fmla="*/ 1008009 w 1144639"/>
                <a:gd name="csY3" fmla="*/ 214978 h 560854"/>
                <a:gd name="csX4" fmla="*/ 1008009 w 1144639"/>
                <a:gd name="csY4" fmla="*/ 212112 h 560854"/>
                <a:gd name="csX5" fmla="*/ 1007054 w 1144639"/>
                <a:gd name="csY5" fmla="*/ 211156 h 560854"/>
                <a:gd name="csX6" fmla="*/ 1006098 w 1144639"/>
                <a:gd name="csY6" fmla="*/ 210201 h 560854"/>
                <a:gd name="csX7" fmla="*/ 1007054 w 1144639"/>
                <a:gd name="csY7" fmla="*/ 213067 h 560854"/>
                <a:gd name="csX8" fmla="*/ 1007531 w 1144639"/>
                <a:gd name="csY8" fmla="*/ 216411 h 560854"/>
                <a:gd name="csX9" fmla="*/ 1007054 w 1144639"/>
                <a:gd name="csY9" fmla="*/ 218322 h 560854"/>
                <a:gd name="csX10" fmla="*/ 1005143 w 1144639"/>
                <a:gd name="csY10" fmla="*/ 222144 h 560854"/>
                <a:gd name="csX11" fmla="*/ 1004187 w 1144639"/>
                <a:gd name="csY11" fmla="*/ 223100 h 560854"/>
                <a:gd name="csX12" fmla="*/ 1003232 w 1144639"/>
                <a:gd name="csY12" fmla="*/ 223577 h 560854"/>
                <a:gd name="csX13" fmla="*/ 1002276 w 1144639"/>
                <a:gd name="csY13" fmla="*/ 224055 h 560854"/>
                <a:gd name="csX14" fmla="*/ 1001799 w 1144639"/>
                <a:gd name="csY14" fmla="*/ 224533 h 560854"/>
                <a:gd name="csX15" fmla="*/ 1000843 w 1144639"/>
                <a:gd name="csY15" fmla="*/ 225488 h 560854"/>
                <a:gd name="csX16" fmla="*/ 1000365 w 1144639"/>
                <a:gd name="csY16" fmla="*/ 227399 h 560854"/>
                <a:gd name="csX17" fmla="*/ 1000843 w 1144639"/>
                <a:gd name="csY17" fmla="*/ 229310 h 560854"/>
                <a:gd name="csX18" fmla="*/ 1004665 w 1144639"/>
                <a:gd name="csY18" fmla="*/ 229788 h 560854"/>
                <a:gd name="csX19" fmla="*/ 1005621 w 1144639"/>
                <a:gd name="csY19" fmla="*/ 229310 h 560854"/>
                <a:gd name="csX20" fmla="*/ 1006098 w 1144639"/>
                <a:gd name="csY20" fmla="*/ 230266 h 560854"/>
                <a:gd name="csX21" fmla="*/ 1006576 w 1144639"/>
                <a:gd name="csY21" fmla="*/ 232176 h 560854"/>
                <a:gd name="csX22" fmla="*/ 1006098 w 1144639"/>
                <a:gd name="csY22" fmla="*/ 234087 h 560854"/>
                <a:gd name="csX23" fmla="*/ 1005621 w 1144639"/>
                <a:gd name="csY23" fmla="*/ 235998 h 560854"/>
                <a:gd name="csX24" fmla="*/ 1005143 w 1144639"/>
                <a:gd name="csY24" fmla="*/ 238387 h 560854"/>
                <a:gd name="csX25" fmla="*/ 1004665 w 1144639"/>
                <a:gd name="csY25" fmla="*/ 241731 h 560854"/>
                <a:gd name="csX26" fmla="*/ 1004187 w 1144639"/>
                <a:gd name="csY26" fmla="*/ 245075 h 560854"/>
                <a:gd name="csX27" fmla="*/ 1003710 w 1144639"/>
                <a:gd name="csY27" fmla="*/ 244120 h 560854"/>
                <a:gd name="csX28" fmla="*/ 1004187 w 1144639"/>
                <a:gd name="csY28" fmla="*/ 240298 h 560854"/>
                <a:gd name="csX29" fmla="*/ 1003710 w 1144639"/>
                <a:gd name="csY29" fmla="*/ 240775 h 560854"/>
                <a:gd name="csX30" fmla="*/ 1003232 w 1144639"/>
                <a:gd name="csY30" fmla="*/ 241253 h 560854"/>
                <a:gd name="csX31" fmla="*/ 1002276 w 1144639"/>
                <a:gd name="csY31" fmla="*/ 246508 h 560854"/>
                <a:gd name="csX32" fmla="*/ 1000365 w 1144639"/>
                <a:gd name="csY32" fmla="*/ 248897 h 560854"/>
                <a:gd name="csX33" fmla="*/ 998932 w 1144639"/>
                <a:gd name="csY33" fmla="*/ 250808 h 560854"/>
                <a:gd name="csX34" fmla="*/ 997499 w 1144639"/>
                <a:gd name="csY34" fmla="*/ 250808 h 560854"/>
                <a:gd name="csX35" fmla="*/ 997977 w 1144639"/>
                <a:gd name="csY35" fmla="*/ 252241 h 560854"/>
                <a:gd name="csX36" fmla="*/ 997499 w 1144639"/>
                <a:gd name="csY36" fmla="*/ 252719 h 560854"/>
                <a:gd name="csX37" fmla="*/ 997021 w 1144639"/>
                <a:gd name="csY37" fmla="*/ 254630 h 560854"/>
                <a:gd name="csX38" fmla="*/ 996066 w 1144639"/>
                <a:gd name="csY38" fmla="*/ 255585 h 560854"/>
                <a:gd name="csX39" fmla="*/ 995111 w 1144639"/>
                <a:gd name="csY39" fmla="*/ 255585 h 560854"/>
                <a:gd name="csX40" fmla="*/ 994155 w 1144639"/>
                <a:gd name="csY40" fmla="*/ 256063 h 560854"/>
                <a:gd name="csX41" fmla="*/ 993677 w 1144639"/>
                <a:gd name="csY41" fmla="*/ 256541 h 560854"/>
                <a:gd name="csX42" fmla="*/ 993677 w 1144639"/>
                <a:gd name="csY42" fmla="*/ 257496 h 560854"/>
                <a:gd name="csX43" fmla="*/ 992722 w 1144639"/>
                <a:gd name="csY43" fmla="*/ 258452 h 560854"/>
                <a:gd name="csX44" fmla="*/ 989855 w 1144639"/>
                <a:gd name="csY44" fmla="*/ 263229 h 560854"/>
                <a:gd name="csX45" fmla="*/ 986989 w 1144639"/>
                <a:gd name="csY45" fmla="*/ 264662 h 560854"/>
                <a:gd name="csX46" fmla="*/ 986511 w 1144639"/>
                <a:gd name="csY46" fmla="*/ 264662 h 560854"/>
                <a:gd name="csX47" fmla="*/ 987467 w 1144639"/>
                <a:gd name="csY47" fmla="*/ 262273 h 560854"/>
                <a:gd name="csX48" fmla="*/ 987945 w 1144639"/>
                <a:gd name="csY48" fmla="*/ 259885 h 560854"/>
                <a:gd name="csX49" fmla="*/ 986034 w 1144639"/>
                <a:gd name="csY49" fmla="*/ 258929 h 560854"/>
                <a:gd name="csX50" fmla="*/ 984600 w 1144639"/>
                <a:gd name="csY50" fmla="*/ 258452 h 560854"/>
                <a:gd name="csX51" fmla="*/ 983167 w 1144639"/>
                <a:gd name="csY51" fmla="*/ 258452 h 560854"/>
                <a:gd name="csX52" fmla="*/ 981256 w 1144639"/>
                <a:gd name="csY52" fmla="*/ 257018 h 560854"/>
                <a:gd name="csX53" fmla="*/ 978868 w 1144639"/>
                <a:gd name="csY53" fmla="*/ 255585 h 560854"/>
                <a:gd name="csX54" fmla="*/ 975523 w 1144639"/>
                <a:gd name="csY54" fmla="*/ 252241 h 560854"/>
                <a:gd name="csX55" fmla="*/ 975523 w 1144639"/>
                <a:gd name="csY55" fmla="*/ 251286 h 560854"/>
                <a:gd name="csX56" fmla="*/ 975523 w 1144639"/>
                <a:gd name="csY56" fmla="*/ 249375 h 560854"/>
                <a:gd name="csX57" fmla="*/ 976479 w 1144639"/>
                <a:gd name="csY57" fmla="*/ 246986 h 560854"/>
                <a:gd name="csX58" fmla="*/ 977434 w 1144639"/>
                <a:gd name="csY58" fmla="*/ 245075 h 560854"/>
                <a:gd name="csX59" fmla="*/ 978868 w 1144639"/>
                <a:gd name="csY59" fmla="*/ 244120 h 560854"/>
                <a:gd name="csX60" fmla="*/ 982689 w 1144639"/>
                <a:gd name="csY60" fmla="*/ 243164 h 560854"/>
                <a:gd name="csX61" fmla="*/ 983645 w 1144639"/>
                <a:gd name="csY61" fmla="*/ 241731 h 560854"/>
                <a:gd name="csX62" fmla="*/ 984123 w 1144639"/>
                <a:gd name="csY62" fmla="*/ 240298 h 560854"/>
                <a:gd name="csX63" fmla="*/ 982212 w 1144639"/>
                <a:gd name="csY63" fmla="*/ 242687 h 560854"/>
                <a:gd name="csX64" fmla="*/ 979346 w 1144639"/>
                <a:gd name="csY64" fmla="*/ 243164 h 560854"/>
                <a:gd name="csX65" fmla="*/ 977912 w 1144639"/>
                <a:gd name="csY65" fmla="*/ 244120 h 560854"/>
                <a:gd name="csX66" fmla="*/ 976479 w 1144639"/>
                <a:gd name="csY66" fmla="*/ 245075 h 560854"/>
                <a:gd name="csX67" fmla="*/ 975523 w 1144639"/>
                <a:gd name="csY67" fmla="*/ 246508 h 560854"/>
                <a:gd name="csX68" fmla="*/ 974090 w 1144639"/>
                <a:gd name="csY68" fmla="*/ 248419 h 560854"/>
                <a:gd name="csX69" fmla="*/ 974090 w 1144639"/>
                <a:gd name="csY69" fmla="*/ 249852 h 560854"/>
                <a:gd name="csX70" fmla="*/ 974568 w 1144639"/>
                <a:gd name="csY70" fmla="*/ 250808 h 560854"/>
                <a:gd name="csX71" fmla="*/ 974568 w 1144639"/>
                <a:gd name="csY71" fmla="*/ 252241 h 560854"/>
                <a:gd name="csX72" fmla="*/ 975523 w 1144639"/>
                <a:gd name="csY72" fmla="*/ 254152 h 560854"/>
                <a:gd name="csX73" fmla="*/ 977434 w 1144639"/>
                <a:gd name="csY73" fmla="*/ 257018 h 560854"/>
                <a:gd name="csX74" fmla="*/ 977912 w 1144639"/>
                <a:gd name="csY74" fmla="*/ 261318 h 560854"/>
                <a:gd name="csX75" fmla="*/ 979346 w 1144639"/>
                <a:gd name="csY75" fmla="*/ 264184 h 560854"/>
                <a:gd name="csX76" fmla="*/ 982212 w 1144639"/>
                <a:gd name="csY76" fmla="*/ 267529 h 560854"/>
                <a:gd name="csX77" fmla="*/ 984123 w 1144639"/>
                <a:gd name="csY77" fmla="*/ 268484 h 560854"/>
                <a:gd name="csX78" fmla="*/ 984123 w 1144639"/>
                <a:gd name="csY78" fmla="*/ 269917 h 560854"/>
                <a:gd name="csX79" fmla="*/ 983167 w 1144639"/>
                <a:gd name="csY79" fmla="*/ 271828 h 560854"/>
                <a:gd name="csX80" fmla="*/ 982212 w 1144639"/>
                <a:gd name="csY80" fmla="*/ 272783 h 560854"/>
                <a:gd name="csX81" fmla="*/ 983645 w 1144639"/>
                <a:gd name="csY81" fmla="*/ 272783 h 560854"/>
                <a:gd name="csX82" fmla="*/ 984123 w 1144639"/>
                <a:gd name="csY82" fmla="*/ 273261 h 560854"/>
                <a:gd name="csX83" fmla="*/ 985078 w 1144639"/>
                <a:gd name="csY83" fmla="*/ 275172 h 560854"/>
                <a:gd name="csX84" fmla="*/ 985078 w 1144639"/>
                <a:gd name="csY84" fmla="*/ 276605 h 560854"/>
                <a:gd name="csX85" fmla="*/ 984600 w 1144639"/>
                <a:gd name="csY85" fmla="*/ 278039 h 560854"/>
                <a:gd name="csX86" fmla="*/ 984123 w 1144639"/>
                <a:gd name="csY86" fmla="*/ 278039 h 560854"/>
                <a:gd name="csX87" fmla="*/ 984123 w 1144639"/>
                <a:gd name="csY87" fmla="*/ 277083 h 560854"/>
                <a:gd name="csX88" fmla="*/ 984123 w 1144639"/>
                <a:gd name="csY88" fmla="*/ 276605 h 560854"/>
                <a:gd name="csX89" fmla="*/ 983167 w 1144639"/>
                <a:gd name="csY89" fmla="*/ 277083 h 560854"/>
                <a:gd name="csX90" fmla="*/ 983167 w 1144639"/>
                <a:gd name="csY90" fmla="*/ 278039 h 560854"/>
                <a:gd name="csX91" fmla="*/ 982689 w 1144639"/>
                <a:gd name="csY91" fmla="*/ 279949 h 560854"/>
                <a:gd name="csX92" fmla="*/ 982689 w 1144639"/>
                <a:gd name="csY92" fmla="*/ 280905 h 560854"/>
                <a:gd name="csX93" fmla="*/ 981256 w 1144639"/>
                <a:gd name="csY93" fmla="*/ 280905 h 560854"/>
                <a:gd name="csX94" fmla="*/ 979823 w 1144639"/>
                <a:gd name="csY94" fmla="*/ 283771 h 560854"/>
                <a:gd name="csX95" fmla="*/ 978868 w 1144639"/>
                <a:gd name="csY95" fmla="*/ 285205 h 560854"/>
                <a:gd name="csX96" fmla="*/ 973613 w 1144639"/>
                <a:gd name="csY96" fmla="*/ 295237 h 560854"/>
                <a:gd name="csX97" fmla="*/ 974090 w 1144639"/>
                <a:gd name="csY97" fmla="*/ 296670 h 560854"/>
                <a:gd name="csX98" fmla="*/ 973135 w 1144639"/>
                <a:gd name="csY98" fmla="*/ 297148 h 560854"/>
                <a:gd name="csX99" fmla="*/ 971702 w 1144639"/>
                <a:gd name="csY99" fmla="*/ 297625 h 560854"/>
                <a:gd name="csX100" fmla="*/ 970269 w 1144639"/>
                <a:gd name="csY100" fmla="*/ 298581 h 560854"/>
                <a:gd name="csX101" fmla="*/ 969313 w 1144639"/>
                <a:gd name="csY101" fmla="*/ 300014 h 560854"/>
                <a:gd name="csX102" fmla="*/ 968835 w 1144639"/>
                <a:gd name="csY102" fmla="*/ 302880 h 560854"/>
                <a:gd name="csX103" fmla="*/ 966924 w 1144639"/>
                <a:gd name="csY103" fmla="*/ 306224 h 560854"/>
                <a:gd name="csX104" fmla="*/ 965969 w 1144639"/>
                <a:gd name="csY104" fmla="*/ 304791 h 560854"/>
                <a:gd name="csX105" fmla="*/ 965969 w 1144639"/>
                <a:gd name="csY105" fmla="*/ 303358 h 560854"/>
                <a:gd name="csX106" fmla="*/ 966447 w 1144639"/>
                <a:gd name="csY106" fmla="*/ 300492 h 560854"/>
                <a:gd name="csX107" fmla="*/ 967880 w 1144639"/>
                <a:gd name="csY107" fmla="*/ 295237 h 560854"/>
                <a:gd name="csX108" fmla="*/ 969791 w 1144639"/>
                <a:gd name="csY108" fmla="*/ 292370 h 560854"/>
                <a:gd name="csX109" fmla="*/ 971224 w 1144639"/>
                <a:gd name="csY109" fmla="*/ 290937 h 560854"/>
                <a:gd name="csX110" fmla="*/ 972657 w 1144639"/>
                <a:gd name="csY110" fmla="*/ 287593 h 560854"/>
                <a:gd name="csX111" fmla="*/ 971224 w 1144639"/>
                <a:gd name="csY111" fmla="*/ 287115 h 560854"/>
                <a:gd name="csX112" fmla="*/ 968835 w 1144639"/>
                <a:gd name="csY112" fmla="*/ 287115 h 560854"/>
                <a:gd name="csX113" fmla="*/ 969313 w 1144639"/>
                <a:gd name="csY113" fmla="*/ 285682 h 560854"/>
                <a:gd name="csX114" fmla="*/ 969791 w 1144639"/>
                <a:gd name="csY114" fmla="*/ 284727 h 560854"/>
                <a:gd name="csX115" fmla="*/ 968835 w 1144639"/>
                <a:gd name="csY115" fmla="*/ 283294 h 560854"/>
                <a:gd name="csX116" fmla="*/ 967880 w 1144639"/>
                <a:gd name="csY116" fmla="*/ 283294 h 560854"/>
                <a:gd name="csX117" fmla="*/ 967402 w 1144639"/>
                <a:gd name="csY117" fmla="*/ 282816 h 560854"/>
                <a:gd name="csX118" fmla="*/ 968357 w 1144639"/>
                <a:gd name="csY118" fmla="*/ 281860 h 560854"/>
                <a:gd name="csX119" fmla="*/ 968357 w 1144639"/>
                <a:gd name="csY119" fmla="*/ 280905 h 560854"/>
                <a:gd name="csX120" fmla="*/ 968357 w 1144639"/>
                <a:gd name="csY120" fmla="*/ 279472 h 560854"/>
                <a:gd name="csX121" fmla="*/ 968835 w 1144639"/>
                <a:gd name="csY121" fmla="*/ 278516 h 560854"/>
                <a:gd name="csX122" fmla="*/ 967880 w 1144639"/>
                <a:gd name="csY122" fmla="*/ 278516 h 560854"/>
                <a:gd name="csX123" fmla="*/ 966924 w 1144639"/>
                <a:gd name="csY123" fmla="*/ 279472 h 560854"/>
                <a:gd name="csX124" fmla="*/ 966447 w 1144639"/>
                <a:gd name="csY124" fmla="*/ 279949 h 560854"/>
                <a:gd name="csX125" fmla="*/ 965969 w 1144639"/>
                <a:gd name="csY125" fmla="*/ 278994 h 560854"/>
                <a:gd name="csX126" fmla="*/ 965491 w 1144639"/>
                <a:gd name="csY126" fmla="*/ 278994 h 560854"/>
                <a:gd name="csX127" fmla="*/ 965491 w 1144639"/>
                <a:gd name="csY127" fmla="*/ 279949 h 560854"/>
                <a:gd name="csX128" fmla="*/ 965014 w 1144639"/>
                <a:gd name="csY128" fmla="*/ 280427 h 560854"/>
                <a:gd name="csX129" fmla="*/ 963580 w 1144639"/>
                <a:gd name="csY129" fmla="*/ 279472 h 560854"/>
                <a:gd name="csX130" fmla="*/ 961669 w 1144639"/>
                <a:gd name="csY130" fmla="*/ 278516 h 560854"/>
                <a:gd name="csX131" fmla="*/ 960714 w 1144639"/>
                <a:gd name="csY131" fmla="*/ 276605 h 560854"/>
                <a:gd name="csX132" fmla="*/ 959758 w 1144639"/>
                <a:gd name="csY132" fmla="*/ 275172 h 560854"/>
                <a:gd name="csX133" fmla="*/ 960714 w 1144639"/>
                <a:gd name="csY133" fmla="*/ 272783 h 560854"/>
                <a:gd name="csX134" fmla="*/ 962147 w 1144639"/>
                <a:gd name="csY134" fmla="*/ 272306 h 560854"/>
                <a:gd name="csX135" fmla="*/ 963580 w 1144639"/>
                <a:gd name="csY135" fmla="*/ 272783 h 560854"/>
                <a:gd name="csX136" fmla="*/ 965969 w 1144639"/>
                <a:gd name="csY136" fmla="*/ 272783 h 560854"/>
                <a:gd name="csX137" fmla="*/ 965491 w 1144639"/>
                <a:gd name="csY137" fmla="*/ 272306 h 560854"/>
                <a:gd name="csX138" fmla="*/ 964536 w 1144639"/>
                <a:gd name="csY138" fmla="*/ 272306 h 560854"/>
                <a:gd name="csX139" fmla="*/ 962625 w 1144639"/>
                <a:gd name="csY139" fmla="*/ 270395 h 560854"/>
                <a:gd name="csX140" fmla="*/ 961669 w 1144639"/>
                <a:gd name="csY140" fmla="*/ 268962 h 560854"/>
                <a:gd name="csX141" fmla="*/ 960236 w 1144639"/>
                <a:gd name="csY141" fmla="*/ 268962 h 560854"/>
                <a:gd name="csX142" fmla="*/ 959758 w 1144639"/>
                <a:gd name="csY142" fmla="*/ 269917 h 560854"/>
                <a:gd name="csX143" fmla="*/ 959281 w 1144639"/>
                <a:gd name="csY143" fmla="*/ 270395 h 560854"/>
                <a:gd name="csX144" fmla="*/ 959758 w 1144639"/>
                <a:gd name="csY144" fmla="*/ 267529 h 560854"/>
                <a:gd name="csX145" fmla="*/ 960714 w 1144639"/>
                <a:gd name="csY145" fmla="*/ 267529 h 560854"/>
                <a:gd name="csX146" fmla="*/ 962625 w 1144639"/>
                <a:gd name="csY146" fmla="*/ 267051 h 560854"/>
                <a:gd name="csX147" fmla="*/ 962147 w 1144639"/>
                <a:gd name="csY147" fmla="*/ 265617 h 560854"/>
                <a:gd name="csX148" fmla="*/ 961192 w 1144639"/>
                <a:gd name="csY148" fmla="*/ 264662 h 560854"/>
                <a:gd name="csX149" fmla="*/ 959281 w 1144639"/>
                <a:gd name="csY149" fmla="*/ 265617 h 560854"/>
                <a:gd name="csX150" fmla="*/ 959281 w 1144639"/>
                <a:gd name="csY150" fmla="*/ 264662 h 560854"/>
                <a:gd name="csX151" fmla="*/ 959758 w 1144639"/>
                <a:gd name="csY151" fmla="*/ 263229 h 560854"/>
                <a:gd name="csX152" fmla="*/ 961192 w 1144639"/>
                <a:gd name="csY152" fmla="*/ 263229 h 560854"/>
                <a:gd name="csX153" fmla="*/ 962147 w 1144639"/>
                <a:gd name="csY153" fmla="*/ 263707 h 560854"/>
                <a:gd name="csX154" fmla="*/ 963103 w 1144639"/>
                <a:gd name="csY154" fmla="*/ 261796 h 560854"/>
                <a:gd name="csX155" fmla="*/ 963103 w 1144639"/>
                <a:gd name="csY155" fmla="*/ 260840 h 560854"/>
                <a:gd name="csX156" fmla="*/ 961669 w 1144639"/>
                <a:gd name="csY156" fmla="*/ 262273 h 560854"/>
                <a:gd name="csX157" fmla="*/ 961192 w 1144639"/>
                <a:gd name="csY157" fmla="*/ 258929 h 560854"/>
                <a:gd name="csX158" fmla="*/ 962625 w 1144639"/>
                <a:gd name="csY158" fmla="*/ 256063 h 560854"/>
                <a:gd name="csX159" fmla="*/ 964536 w 1144639"/>
                <a:gd name="csY159" fmla="*/ 255107 h 560854"/>
                <a:gd name="csX160" fmla="*/ 966447 w 1144639"/>
                <a:gd name="csY160" fmla="*/ 255107 h 560854"/>
                <a:gd name="csX161" fmla="*/ 968357 w 1144639"/>
                <a:gd name="csY161" fmla="*/ 254630 h 560854"/>
                <a:gd name="csX162" fmla="*/ 966924 w 1144639"/>
                <a:gd name="csY162" fmla="*/ 254152 h 560854"/>
                <a:gd name="csX163" fmla="*/ 965969 w 1144639"/>
                <a:gd name="csY163" fmla="*/ 253674 h 560854"/>
                <a:gd name="csX164" fmla="*/ 966924 w 1144639"/>
                <a:gd name="csY164" fmla="*/ 252719 h 560854"/>
                <a:gd name="csX165" fmla="*/ 967402 w 1144639"/>
                <a:gd name="csY165" fmla="*/ 252719 h 560854"/>
                <a:gd name="csX166" fmla="*/ 968357 w 1144639"/>
                <a:gd name="csY166" fmla="*/ 251763 h 560854"/>
                <a:gd name="csX167" fmla="*/ 966447 w 1144639"/>
                <a:gd name="csY167" fmla="*/ 251763 h 560854"/>
                <a:gd name="csX168" fmla="*/ 966447 w 1144639"/>
                <a:gd name="csY168" fmla="*/ 249852 h 560854"/>
                <a:gd name="csX169" fmla="*/ 965491 w 1144639"/>
                <a:gd name="csY169" fmla="*/ 250330 h 560854"/>
                <a:gd name="csX170" fmla="*/ 964536 w 1144639"/>
                <a:gd name="csY170" fmla="*/ 250330 h 560854"/>
                <a:gd name="csX171" fmla="*/ 964058 w 1144639"/>
                <a:gd name="csY171" fmla="*/ 251286 h 560854"/>
                <a:gd name="csX172" fmla="*/ 964058 w 1144639"/>
                <a:gd name="csY172" fmla="*/ 252719 h 560854"/>
                <a:gd name="csX173" fmla="*/ 964058 w 1144639"/>
                <a:gd name="csY173" fmla="*/ 253197 h 560854"/>
                <a:gd name="csX174" fmla="*/ 963103 w 1144639"/>
                <a:gd name="csY174" fmla="*/ 254152 h 560854"/>
                <a:gd name="csX175" fmla="*/ 961669 w 1144639"/>
                <a:gd name="csY175" fmla="*/ 254630 h 560854"/>
                <a:gd name="csX176" fmla="*/ 961669 w 1144639"/>
                <a:gd name="csY176" fmla="*/ 253674 h 560854"/>
                <a:gd name="csX177" fmla="*/ 960714 w 1144639"/>
                <a:gd name="csY177" fmla="*/ 253197 h 560854"/>
                <a:gd name="csX178" fmla="*/ 960714 w 1144639"/>
                <a:gd name="csY178" fmla="*/ 255107 h 560854"/>
                <a:gd name="csX179" fmla="*/ 960236 w 1144639"/>
                <a:gd name="csY179" fmla="*/ 256063 h 560854"/>
                <a:gd name="csX180" fmla="*/ 959281 w 1144639"/>
                <a:gd name="csY180" fmla="*/ 254152 h 560854"/>
                <a:gd name="csX181" fmla="*/ 958803 w 1144639"/>
                <a:gd name="csY181" fmla="*/ 254630 h 560854"/>
                <a:gd name="csX182" fmla="*/ 958803 w 1144639"/>
                <a:gd name="csY182" fmla="*/ 255107 h 560854"/>
                <a:gd name="csX183" fmla="*/ 958803 w 1144639"/>
                <a:gd name="csY183" fmla="*/ 256063 h 560854"/>
                <a:gd name="csX184" fmla="*/ 957848 w 1144639"/>
                <a:gd name="csY184" fmla="*/ 256541 h 560854"/>
                <a:gd name="csX185" fmla="*/ 957848 w 1144639"/>
                <a:gd name="csY185" fmla="*/ 257496 h 560854"/>
                <a:gd name="csX186" fmla="*/ 957370 w 1144639"/>
                <a:gd name="csY186" fmla="*/ 258452 h 560854"/>
                <a:gd name="csX187" fmla="*/ 954504 w 1144639"/>
                <a:gd name="csY187" fmla="*/ 257018 h 560854"/>
                <a:gd name="csX188" fmla="*/ 954504 w 1144639"/>
                <a:gd name="csY188" fmla="*/ 257496 h 560854"/>
                <a:gd name="csX189" fmla="*/ 955937 w 1144639"/>
                <a:gd name="csY189" fmla="*/ 259885 h 560854"/>
                <a:gd name="csX190" fmla="*/ 957370 w 1144639"/>
                <a:gd name="csY190" fmla="*/ 260363 h 560854"/>
                <a:gd name="csX191" fmla="*/ 957370 w 1144639"/>
                <a:gd name="csY191" fmla="*/ 261796 h 560854"/>
                <a:gd name="csX192" fmla="*/ 956414 w 1144639"/>
                <a:gd name="csY192" fmla="*/ 262751 h 560854"/>
                <a:gd name="csX193" fmla="*/ 954981 w 1144639"/>
                <a:gd name="csY193" fmla="*/ 261796 h 560854"/>
                <a:gd name="csX194" fmla="*/ 954981 w 1144639"/>
                <a:gd name="csY194" fmla="*/ 261796 h 560854"/>
                <a:gd name="csX195" fmla="*/ 955459 w 1144639"/>
                <a:gd name="csY195" fmla="*/ 263707 h 560854"/>
                <a:gd name="csX196" fmla="*/ 955937 w 1144639"/>
                <a:gd name="csY196" fmla="*/ 264662 h 560854"/>
                <a:gd name="csX197" fmla="*/ 955459 w 1144639"/>
                <a:gd name="csY197" fmla="*/ 266095 h 560854"/>
                <a:gd name="csX198" fmla="*/ 955459 w 1144639"/>
                <a:gd name="csY198" fmla="*/ 267051 h 560854"/>
                <a:gd name="csX199" fmla="*/ 955459 w 1144639"/>
                <a:gd name="csY199" fmla="*/ 268484 h 560854"/>
                <a:gd name="csX200" fmla="*/ 954981 w 1144639"/>
                <a:gd name="csY200" fmla="*/ 269439 h 560854"/>
                <a:gd name="csX201" fmla="*/ 955937 w 1144639"/>
                <a:gd name="csY201" fmla="*/ 274217 h 560854"/>
                <a:gd name="csX202" fmla="*/ 956892 w 1144639"/>
                <a:gd name="csY202" fmla="*/ 275650 h 560854"/>
                <a:gd name="csX203" fmla="*/ 957370 w 1144639"/>
                <a:gd name="csY203" fmla="*/ 277083 h 560854"/>
                <a:gd name="csX204" fmla="*/ 957848 w 1144639"/>
                <a:gd name="csY204" fmla="*/ 278039 h 560854"/>
                <a:gd name="csX205" fmla="*/ 957370 w 1144639"/>
                <a:gd name="csY205" fmla="*/ 278516 h 560854"/>
                <a:gd name="csX206" fmla="*/ 955937 w 1144639"/>
                <a:gd name="csY206" fmla="*/ 277561 h 560854"/>
                <a:gd name="csX207" fmla="*/ 954504 w 1144639"/>
                <a:gd name="csY207" fmla="*/ 276605 h 560854"/>
                <a:gd name="csX208" fmla="*/ 953070 w 1144639"/>
                <a:gd name="csY208" fmla="*/ 274217 h 560854"/>
                <a:gd name="csX209" fmla="*/ 952592 w 1144639"/>
                <a:gd name="csY209" fmla="*/ 273261 h 560854"/>
                <a:gd name="csX210" fmla="*/ 952592 w 1144639"/>
                <a:gd name="csY210" fmla="*/ 272783 h 560854"/>
                <a:gd name="csX211" fmla="*/ 952592 w 1144639"/>
                <a:gd name="csY211" fmla="*/ 274217 h 560854"/>
                <a:gd name="csX212" fmla="*/ 953070 w 1144639"/>
                <a:gd name="csY212" fmla="*/ 276128 h 560854"/>
                <a:gd name="csX213" fmla="*/ 957848 w 1144639"/>
                <a:gd name="csY213" fmla="*/ 280427 h 560854"/>
                <a:gd name="csX214" fmla="*/ 958803 w 1144639"/>
                <a:gd name="csY214" fmla="*/ 282338 h 560854"/>
                <a:gd name="csX215" fmla="*/ 959281 w 1144639"/>
                <a:gd name="csY215" fmla="*/ 283294 h 560854"/>
                <a:gd name="csX216" fmla="*/ 959281 w 1144639"/>
                <a:gd name="csY216" fmla="*/ 284727 h 560854"/>
                <a:gd name="csX217" fmla="*/ 957848 w 1144639"/>
                <a:gd name="csY217" fmla="*/ 283771 h 560854"/>
                <a:gd name="csX218" fmla="*/ 956892 w 1144639"/>
                <a:gd name="csY218" fmla="*/ 282816 h 560854"/>
                <a:gd name="csX219" fmla="*/ 954026 w 1144639"/>
                <a:gd name="csY219" fmla="*/ 281382 h 560854"/>
                <a:gd name="csX220" fmla="*/ 950682 w 1144639"/>
                <a:gd name="csY220" fmla="*/ 280427 h 560854"/>
                <a:gd name="csX221" fmla="*/ 948771 w 1144639"/>
                <a:gd name="csY221" fmla="*/ 277561 h 560854"/>
                <a:gd name="csX222" fmla="*/ 948771 w 1144639"/>
                <a:gd name="csY222" fmla="*/ 278994 h 560854"/>
                <a:gd name="csX223" fmla="*/ 948293 w 1144639"/>
                <a:gd name="csY223" fmla="*/ 279949 h 560854"/>
                <a:gd name="csX224" fmla="*/ 946860 w 1144639"/>
                <a:gd name="csY224" fmla="*/ 278516 h 560854"/>
                <a:gd name="csX225" fmla="*/ 946382 w 1144639"/>
                <a:gd name="csY225" fmla="*/ 277561 h 560854"/>
                <a:gd name="csX226" fmla="*/ 945904 w 1144639"/>
                <a:gd name="csY226" fmla="*/ 276605 h 560854"/>
                <a:gd name="csX227" fmla="*/ 944471 w 1144639"/>
                <a:gd name="csY227" fmla="*/ 276605 h 560854"/>
                <a:gd name="csX228" fmla="*/ 943038 w 1144639"/>
                <a:gd name="csY228" fmla="*/ 277561 h 560854"/>
                <a:gd name="csX229" fmla="*/ 941605 w 1144639"/>
                <a:gd name="csY229" fmla="*/ 277083 h 560854"/>
                <a:gd name="csX230" fmla="*/ 941127 w 1144639"/>
                <a:gd name="csY230" fmla="*/ 275172 h 560854"/>
                <a:gd name="csX231" fmla="*/ 941605 w 1144639"/>
                <a:gd name="csY231" fmla="*/ 274217 h 560854"/>
                <a:gd name="csX232" fmla="*/ 943516 w 1144639"/>
                <a:gd name="csY232" fmla="*/ 271828 h 560854"/>
                <a:gd name="csX233" fmla="*/ 944949 w 1144639"/>
                <a:gd name="csY233" fmla="*/ 270395 h 560854"/>
                <a:gd name="csX234" fmla="*/ 945427 w 1144639"/>
                <a:gd name="csY234" fmla="*/ 268484 h 560854"/>
                <a:gd name="csX235" fmla="*/ 945427 w 1144639"/>
                <a:gd name="csY235" fmla="*/ 266095 h 560854"/>
                <a:gd name="csX236" fmla="*/ 944949 w 1144639"/>
                <a:gd name="csY236" fmla="*/ 268962 h 560854"/>
                <a:gd name="csX237" fmla="*/ 943993 w 1144639"/>
                <a:gd name="csY237" fmla="*/ 269917 h 560854"/>
                <a:gd name="csX238" fmla="*/ 942560 w 1144639"/>
                <a:gd name="csY238" fmla="*/ 270873 h 560854"/>
                <a:gd name="csX239" fmla="*/ 940649 w 1144639"/>
                <a:gd name="csY239" fmla="*/ 272783 h 560854"/>
                <a:gd name="csX240" fmla="*/ 940649 w 1144639"/>
                <a:gd name="csY240" fmla="*/ 274694 h 560854"/>
                <a:gd name="csX241" fmla="*/ 939694 w 1144639"/>
                <a:gd name="csY241" fmla="*/ 277561 h 560854"/>
                <a:gd name="csX242" fmla="*/ 940649 w 1144639"/>
                <a:gd name="csY242" fmla="*/ 278516 h 560854"/>
                <a:gd name="csX243" fmla="*/ 941605 w 1144639"/>
                <a:gd name="csY243" fmla="*/ 278994 h 560854"/>
                <a:gd name="csX244" fmla="*/ 943993 w 1144639"/>
                <a:gd name="csY244" fmla="*/ 278039 h 560854"/>
                <a:gd name="csX245" fmla="*/ 944949 w 1144639"/>
                <a:gd name="csY245" fmla="*/ 278516 h 560854"/>
                <a:gd name="csX246" fmla="*/ 947815 w 1144639"/>
                <a:gd name="csY246" fmla="*/ 282338 h 560854"/>
                <a:gd name="csX247" fmla="*/ 953070 w 1144639"/>
                <a:gd name="csY247" fmla="*/ 283771 h 560854"/>
                <a:gd name="csX248" fmla="*/ 954981 w 1144639"/>
                <a:gd name="csY248" fmla="*/ 284727 h 560854"/>
                <a:gd name="csX249" fmla="*/ 956414 w 1144639"/>
                <a:gd name="csY249" fmla="*/ 286638 h 560854"/>
                <a:gd name="csX250" fmla="*/ 958803 w 1144639"/>
                <a:gd name="csY250" fmla="*/ 287593 h 560854"/>
                <a:gd name="csX251" fmla="*/ 960714 w 1144639"/>
                <a:gd name="csY251" fmla="*/ 289026 h 560854"/>
                <a:gd name="csX252" fmla="*/ 960714 w 1144639"/>
                <a:gd name="csY252" fmla="*/ 289982 h 560854"/>
                <a:gd name="csX253" fmla="*/ 960236 w 1144639"/>
                <a:gd name="csY253" fmla="*/ 291415 h 560854"/>
                <a:gd name="csX254" fmla="*/ 959758 w 1144639"/>
                <a:gd name="csY254" fmla="*/ 292848 h 560854"/>
                <a:gd name="csX255" fmla="*/ 958803 w 1144639"/>
                <a:gd name="csY255" fmla="*/ 294281 h 560854"/>
                <a:gd name="csX256" fmla="*/ 957370 w 1144639"/>
                <a:gd name="csY256" fmla="*/ 294281 h 560854"/>
                <a:gd name="csX257" fmla="*/ 955937 w 1144639"/>
                <a:gd name="csY257" fmla="*/ 293804 h 560854"/>
                <a:gd name="csX258" fmla="*/ 950204 w 1144639"/>
                <a:gd name="csY258" fmla="*/ 288071 h 560854"/>
                <a:gd name="csX259" fmla="*/ 949248 w 1144639"/>
                <a:gd name="csY259" fmla="*/ 287593 h 560854"/>
                <a:gd name="csX260" fmla="*/ 947338 w 1144639"/>
                <a:gd name="csY260" fmla="*/ 284727 h 560854"/>
                <a:gd name="csX261" fmla="*/ 944471 w 1144639"/>
                <a:gd name="csY261" fmla="*/ 282816 h 560854"/>
                <a:gd name="csX262" fmla="*/ 943993 w 1144639"/>
                <a:gd name="csY262" fmla="*/ 282816 h 560854"/>
                <a:gd name="csX263" fmla="*/ 947338 w 1144639"/>
                <a:gd name="csY263" fmla="*/ 285682 h 560854"/>
                <a:gd name="csX264" fmla="*/ 949248 w 1144639"/>
                <a:gd name="csY264" fmla="*/ 288071 h 560854"/>
                <a:gd name="csX265" fmla="*/ 951637 w 1144639"/>
                <a:gd name="csY265" fmla="*/ 290937 h 560854"/>
                <a:gd name="csX266" fmla="*/ 953548 w 1144639"/>
                <a:gd name="csY266" fmla="*/ 292370 h 560854"/>
                <a:gd name="csX267" fmla="*/ 954981 w 1144639"/>
                <a:gd name="csY267" fmla="*/ 294281 h 560854"/>
                <a:gd name="csX268" fmla="*/ 956414 w 1144639"/>
                <a:gd name="csY268" fmla="*/ 295237 h 560854"/>
                <a:gd name="csX269" fmla="*/ 959758 w 1144639"/>
                <a:gd name="csY269" fmla="*/ 296670 h 560854"/>
                <a:gd name="csX270" fmla="*/ 958325 w 1144639"/>
                <a:gd name="csY270" fmla="*/ 297625 h 560854"/>
                <a:gd name="csX271" fmla="*/ 960714 w 1144639"/>
                <a:gd name="csY271" fmla="*/ 298103 h 560854"/>
                <a:gd name="csX272" fmla="*/ 960714 w 1144639"/>
                <a:gd name="csY272" fmla="*/ 299536 h 560854"/>
                <a:gd name="csX273" fmla="*/ 960714 w 1144639"/>
                <a:gd name="csY273" fmla="*/ 301447 h 560854"/>
                <a:gd name="csX274" fmla="*/ 957848 w 1144639"/>
                <a:gd name="csY274" fmla="*/ 300970 h 560854"/>
                <a:gd name="csX275" fmla="*/ 957848 w 1144639"/>
                <a:gd name="csY275" fmla="*/ 301925 h 560854"/>
                <a:gd name="csX276" fmla="*/ 957848 w 1144639"/>
                <a:gd name="csY276" fmla="*/ 302880 h 560854"/>
                <a:gd name="csX277" fmla="*/ 956892 w 1144639"/>
                <a:gd name="csY277" fmla="*/ 303358 h 560854"/>
                <a:gd name="csX278" fmla="*/ 954981 w 1144639"/>
                <a:gd name="csY278" fmla="*/ 302403 h 560854"/>
                <a:gd name="csX279" fmla="*/ 950682 w 1144639"/>
                <a:gd name="csY279" fmla="*/ 298103 h 560854"/>
                <a:gd name="csX280" fmla="*/ 950682 w 1144639"/>
                <a:gd name="csY280" fmla="*/ 298581 h 560854"/>
                <a:gd name="csX281" fmla="*/ 951159 w 1144639"/>
                <a:gd name="csY281" fmla="*/ 299059 h 560854"/>
                <a:gd name="csX282" fmla="*/ 953548 w 1144639"/>
                <a:gd name="csY282" fmla="*/ 301925 h 560854"/>
                <a:gd name="csX283" fmla="*/ 955937 w 1144639"/>
                <a:gd name="csY283" fmla="*/ 303836 h 560854"/>
                <a:gd name="csX284" fmla="*/ 957848 w 1144639"/>
                <a:gd name="csY284" fmla="*/ 304791 h 560854"/>
                <a:gd name="csX285" fmla="*/ 959281 w 1144639"/>
                <a:gd name="csY285" fmla="*/ 306224 h 560854"/>
                <a:gd name="csX286" fmla="*/ 959758 w 1144639"/>
                <a:gd name="csY286" fmla="*/ 307180 h 560854"/>
                <a:gd name="csX287" fmla="*/ 960236 w 1144639"/>
                <a:gd name="csY287" fmla="*/ 308136 h 560854"/>
                <a:gd name="csX288" fmla="*/ 959281 w 1144639"/>
                <a:gd name="csY288" fmla="*/ 309091 h 560854"/>
                <a:gd name="csX289" fmla="*/ 957848 w 1144639"/>
                <a:gd name="csY289" fmla="*/ 309569 h 560854"/>
                <a:gd name="csX290" fmla="*/ 956892 w 1144639"/>
                <a:gd name="csY290" fmla="*/ 308613 h 560854"/>
                <a:gd name="csX291" fmla="*/ 955937 w 1144639"/>
                <a:gd name="csY291" fmla="*/ 307658 h 560854"/>
                <a:gd name="csX292" fmla="*/ 954026 w 1144639"/>
                <a:gd name="csY292" fmla="*/ 306224 h 560854"/>
                <a:gd name="csX293" fmla="*/ 953548 w 1144639"/>
                <a:gd name="csY293" fmla="*/ 304314 h 560854"/>
                <a:gd name="csX294" fmla="*/ 952115 w 1144639"/>
                <a:gd name="csY294" fmla="*/ 304791 h 560854"/>
                <a:gd name="csX295" fmla="*/ 945904 w 1144639"/>
                <a:gd name="csY295" fmla="*/ 302403 h 560854"/>
                <a:gd name="csX296" fmla="*/ 941127 w 1144639"/>
                <a:gd name="csY296" fmla="*/ 301925 h 560854"/>
                <a:gd name="csX297" fmla="*/ 941605 w 1144639"/>
                <a:gd name="csY297" fmla="*/ 302403 h 560854"/>
                <a:gd name="csX298" fmla="*/ 942082 w 1144639"/>
                <a:gd name="csY298" fmla="*/ 302880 h 560854"/>
                <a:gd name="csX299" fmla="*/ 945904 w 1144639"/>
                <a:gd name="csY299" fmla="*/ 303358 h 560854"/>
                <a:gd name="csX300" fmla="*/ 947338 w 1144639"/>
                <a:gd name="csY300" fmla="*/ 304314 h 560854"/>
                <a:gd name="csX301" fmla="*/ 950682 w 1144639"/>
                <a:gd name="csY301" fmla="*/ 305269 h 560854"/>
                <a:gd name="csX302" fmla="*/ 952592 w 1144639"/>
                <a:gd name="csY302" fmla="*/ 305747 h 560854"/>
                <a:gd name="csX303" fmla="*/ 953070 w 1144639"/>
                <a:gd name="csY303" fmla="*/ 308613 h 560854"/>
                <a:gd name="csX304" fmla="*/ 955937 w 1144639"/>
                <a:gd name="csY304" fmla="*/ 310524 h 560854"/>
                <a:gd name="csX305" fmla="*/ 955937 w 1144639"/>
                <a:gd name="csY305" fmla="*/ 311957 h 560854"/>
                <a:gd name="csX306" fmla="*/ 957848 w 1144639"/>
                <a:gd name="csY306" fmla="*/ 311957 h 560854"/>
                <a:gd name="csX307" fmla="*/ 961192 w 1144639"/>
                <a:gd name="csY307" fmla="*/ 310524 h 560854"/>
                <a:gd name="csX308" fmla="*/ 963103 w 1144639"/>
                <a:gd name="csY308" fmla="*/ 311002 h 560854"/>
                <a:gd name="csX309" fmla="*/ 965969 w 1144639"/>
                <a:gd name="csY309" fmla="*/ 311480 h 560854"/>
                <a:gd name="csX310" fmla="*/ 966447 w 1144639"/>
                <a:gd name="csY310" fmla="*/ 312435 h 560854"/>
                <a:gd name="csX311" fmla="*/ 966924 w 1144639"/>
                <a:gd name="csY311" fmla="*/ 314824 h 560854"/>
                <a:gd name="csX312" fmla="*/ 967880 w 1144639"/>
                <a:gd name="csY312" fmla="*/ 317212 h 560854"/>
                <a:gd name="csX313" fmla="*/ 970746 w 1144639"/>
                <a:gd name="csY313" fmla="*/ 326767 h 560854"/>
                <a:gd name="csX314" fmla="*/ 974568 w 1144639"/>
                <a:gd name="csY314" fmla="*/ 334888 h 560854"/>
                <a:gd name="csX315" fmla="*/ 975046 w 1144639"/>
                <a:gd name="csY315" fmla="*/ 335844 h 560854"/>
                <a:gd name="csX316" fmla="*/ 974090 w 1144639"/>
                <a:gd name="csY316" fmla="*/ 334888 h 560854"/>
                <a:gd name="csX317" fmla="*/ 971224 w 1144639"/>
                <a:gd name="csY317" fmla="*/ 329633 h 560854"/>
                <a:gd name="csX318" fmla="*/ 969791 w 1144639"/>
                <a:gd name="csY318" fmla="*/ 325812 h 560854"/>
                <a:gd name="csX319" fmla="*/ 967880 w 1144639"/>
                <a:gd name="csY319" fmla="*/ 319123 h 560854"/>
                <a:gd name="csX320" fmla="*/ 967402 w 1144639"/>
                <a:gd name="csY320" fmla="*/ 317690 h 560854"/>
                <a:gd name="csX321" fmla="*/ 966924 w 1144639"/>
                <a:gd name="csY321" fmla="*/ 317212 h 560854"/>
                <a:gd name="csX322" fmla="*/ 966447 w 1144639"/>
                <a:gd name="csY322" fmla="*/ 317690 h 560854"/>
                <a:gd name="csX323" fmla="*/ 966447 w 1144639"/>
                <a:gd name="csY323" fmla="*/ 318646 h 560854"/>
                <a:gd name="csX324" fmla="*/ 966447 w 1144639"/>
                <a:gd name="csY324" fmla="*/ 319123 h 560854"/>
                <a:gd name="csX325" fmla="*/ 965969 w 1144639"/>
                <a:gd name="csY325" fmla="*/ 321512 h 560854"/>
                <a:gd name="csX326" fmla="*/ 966447 w 1144639"/>
                <a:gd name="csY326" fmla="*/ 322467 h 560854"/>
                <a:gd name="csX327" fmla="*/ 967402 w 1144639"/>
                <a:gd name="csY327" fmla="*/ 323423 h 560854"/>
                <a:gd name="csX328" fmla="*/ 968357 w 1144639"/>
                <a:gd name="csY328" fmla="*/ 325812 h 560854"/>
                <a:gd name="csX329" fmla="*/ 969313 w 1144639"/>
                <a:gd name="csY329" fmla="*/ 329633 h 560854"/>
                <a:gd name="csX330" fmla="*/ 968357 w 1144639"/>
                <a:gd name="csY330" fmla="*/ 328200 h 560854"/>
                <a:gd name="csX331" fmla="*/ 966924 w 1144639"/>
                <a:gd name="csY331" fmla="*/ 327245 h 560854"/>
                <a:gd name="csX332" fmla="*/ 964536 w 1144639"/>
                <a:gd name="csY332" fmla="*/ 326767 h 560854"/>
                <a:gd name="csX333" fmla="*/ 963103 w 1144639"/>
                <a:gd name="csY333" fmla="*/ 325812 h 560854"/>
                <a:gd name="csX334" fmla="*/ 963103 w 1144639"/>
                <a:gd name="csY334" fmla="*/ 327245 h 560854"/>
                <a:gd name="csX335" fmla="*/ 962625 w 1144639"/>
                <a:gd name="csY335" fmla="*/ 328678 h 560854"/>
                <a:gd name="csX336" fmla="*/ 961669 w 1144639"/>
                <a:gd name="csY336" fmla="*/ 328200 h 560854"/>
                <a:gd name="csX337" fmla="*/ 960714 w 1144639"/>
                <a:gd name="csY337" fmla="*/ 327722 h 560854"/>
                <a:gd name="csX338" fmla="*/ 961192 w 1144639"/>
                <a:gd name="csY338" fmla="*/ 329633 h 560854"/>
                <a:gd name="csX339" fmla="*/ 959281 w 1144639"/>
                <a:gd name="csY339" fmla="*/ 329155 h 560854"/>
                <a:gd name="csX340" fmla="*/ 958325 w 1144639"/>
                <a:gd name="csY340" fmla="*/ 329155 h 560854"/>
                <a:gd name="csX341" fmla="*/ 957370 w 1144639"/>
                <a:gd name="csY341" fmla="*/ 330589 h 560854"/>
                <a:gd name="csX342" fmla="*/ 956414 w 1144639"/>
                <a:gd name="csY342" fmla="*/ 331544 h 560854"/>
                <a:gd name="csX343" fmla="*/ 954981 w 1144639"/>
                <a:gd name="csY343" fmla="*/ 331544 h 560854"/>
                <a:gd name="csX344" fmla="*/ 952592 w 1144639"/>
                <a:gd name="csY344" fmla="*/ 330111 h 560854"/>
                <a:gd name="csX345" fmla="*/ 951637 w 1144639"/>
                <a:gd name="csY345" fmla="*/ 328678 h 560854"/>
                <a:gd name="csX346" fmla="*/ 951159 w 1144639"/>
                <a:gd name="csY346" fmla="*/ 326767 h 560854"/>
                <a:gd name="csX347" fmla="*/ 951159 w 1144639"/>
                <a:gd name="csY347" fmla="*/ 329155 h 560854"/>
                <a:gd name="csX348" fmla="*/ 951637 w 1144639"/>
                <a:gd name="csY348" fmla="*/ 331066 h 560854"/>
                <a:gd name="csX349" fmla="*/ 951637 w 1144639"/>
                <a:gd name="csY349" fmla="*/ 332977 h 560854"/>
                <a:gd name="csX350" fmla="*/ 953548 w 1144639"/>
                <a:gd name="csY350" fmla="*/ 333455 h 560854"/>
                <a:gd name="csX351" fmla="*/ 955937 w 1144639"/>
                <a:gd name="csY351" fmla="*/ 332977 h 560854"/>
                <a:gd name="csX352" fmla="*/ 958803 w 1144639"/>
                <a:gd name="csY352" fmla="*/ 332977 h 560854"/>
                <a:gd name="csX353" fmla="*/ 960714 w 1144639"/>
                <a:gd name="csY353" fmla="*/ 332977 h 560854"/>
                <a:gd name="csX354" fmla="*/ 961669 w 1144639"/>
                <a:gd name="csY354" fmla="*/ 332022 h 560854"/>
                <a:gd name="csX355" fmla="*/ 964536 w 1144639"/>
                <a:gd name="csY355" fmla="*/ 332500 h 560854"/>
                <a:gd name="csX356" fmla="*/ 964536 w 1144639"/>
                <a:gd name="csY356" fmla="*/ 334888 h 560854"/>
                <a:gd name="csX357" fmla="*/ 964536 w 1144639"/>
                <a:gd name="csY357" fmla="*/ 336799 h 560854"/>
                <a:gd name="csX358" fmla="*/ 964058 w 1144639"/>
                <a:gd name="csY358" fmla="*/ 338710 h 560854"/>
                <a:gd name="csX359" fmla="*/ 965014 w 1144639"/>
                <a:gd name="csY359" fmla="*/ 338710 h 560854"/>
                <a:gd name="csX360" fmla="*/ 965969 w 1144639"/>
                <a:gd name="csY360" fmla="*/ 338232 h 560854"/>
                <a:gd name="csX361" fmla="*/ 966447 w 1144639"/>
                <a:gd name="csY361" fmla="*/ 334411 h 560854"/>
                <a:gd name="csX362" fmla="*/ 968835 w 1144639"/>
                <a:gd name="csY362" fmla="*/ 332977 h 560854"/>
                <a:gd name="csX363" fmla="*/ 969791 w 1144639"/>
                <a:gd name="csY363" fmla="*/ 332977 h 560854"/>
                <a:gd name="csX364" fmla="*/ 970269 w 1144639"/>
                <a:gd name="csY364" fmla="*/ 334411 h 560854"/>
                <a:gd name="csX365" fmla="*/ 970746 w 1144639"/>
                <a:gd name="csY365" fmla="*/ 335366 h 560854"/>
                <a:gd name="csX366" fmla="*/ 970746 w 1144639"/>
                <a:gd name="csY366" fmla="*/ 337277 h 560854"/>
                <a:gd name="csX367" fmla="*/ 970269 w 1144639"/>
                <a:gd name="csY367" fmla="*/ 339666 h 560854"/>
                <a:gd name="csX368" fmla="*/ 966447 w 1144639"/>
                <a:gd name="csY368" fmla="*/ 343010 h 560854"/>
                <a:gd name="csX369" fmla="*/ 963580 w 1144639"/>
                <a:gd name="csY369" fmla="*/ 345876 h 560854"/>
                <a:gd name="csX370" fmla="*/ 962625 w 1144639"/>
                <a:gd name="csY370" fmla="*/ 346354 h 560854"/>
                <a:gd name="csX371" fmla="*/ 960236 w 1144639"/>
                <a:gd name="csY371" fmla="*/ 345876 h 560854"/>
                <a:gd name="csX372" fmla="*/ 958325 w 1144639"/>
                <a:gd name="csY372" fmla="*/ 345398 h 560854"/>
                <a:gd name="csX373" fmla="*/ 956892 w 1144639"/>
                <a:gd name="csY373" fmla="*/ 345398 h 560854"/>
                <a:gd name="csX374" fmla="*/ 955937 w 1144639"/>
                <a:gd name="csY374" fmla="*/ 345398 h 560854"/>
                <a:gd name="csX375" fmla="*/ 955459 w 1144639"/>
                <a:gd name="csY375" fmla="*/ 344443 h 560854"/>
                <a:gd name="csX376" fmla="*/ 955459 w 1144639"/>
                <a:gd name="csY376" fmla="*/ 343010 h 560854"/>
                <a:gd name="csX377" fmla="*/ 954504 w 1144639"/>
                <a:gd name="csY377" fmla="*/ 342532 h 560854"/>
                <a:gd name="csX378" fmla="*/ 953548 w 1144639"/>
                <a:gd name="csY378" fmla="*/ 342532 h 560854"/>
                <a:gd name="csX379" fmla="*/ 953070 w 1144639"/>
                <a:gd name="csY379" fmla="*/ 344443 h 560854"/>
                <a:gd name="csX380" fmla="*/ 951159 w 1144639"/>
                <a:gd name="csY380" fmla="*/ 344443 h 560854"/>
                <a:gd name="csX381" fmla="*/ 948293 w 1144639"/>
                <a:gd name="csY381" fmla="*/ 343965 h 560854"/>
                <a:gd name="csX382" fmla="*/ 945427 w 1144639"/>
                <a:gd name="csY382" fmla="*/ 342532 h 560854"/>
                <a:gd name="csX383" fmla="*/ 946382 w 1144639"/>
                <a:gd name="csY383" fmla="*/ 343965 h 560854"/>
                <a:gd name="csX384" fmla="*/ 954026 w 1144639"/>
                <a:gd name="csY384" fmla="*/ 346831 h 560854"/>
                <a:gd name="csX385" fmla="*/ 954981 w 1144639"/>
                <a:gd name="csY385" fmla="*/ 347309 h 560854"/>
                <a:gd name="csX386" fmla="*/ 955937 w 1144639"/>
                <a:gd name="csY386" fmla="*/ 348265 h 560854"/>
                <a:gd name="csX387" fmla="*/ 954504 w 1144639"/>
                <a:gd name="csY387" fmla="*/ 349698 h 560854"/>
                <a:gd name="csX388" fmla="*/ 954026 w 1144639"/>
                <a:gd name="csY388" fmla="*/ 350653 h 560854"/>
                <a:gd name="csX389" fmla="*/ 953548 w 1144639"/>
                <a:gd name="csY389" fmla="*/ 352087 h 560854"/>
                <a:gd name="csX390" fmla="*/ 953548 w 1144639"/>
                <a:gd name="csY390" fmla="*/ 352564 h 560854"/>
                <a:gd name="csX391" fmla="*/ 950204 w 1144639"/>
                <a:gd name="csY391" fmla="*/ 354475 h 560854"/>
                <a:gd name="csX392" fmla="*/ 948771 w 1144639"/>
                <a:gd name="csY392" fmla="*/ 353997 h 560854"/>
                <a:gd name="csX393" fmla="*/ 944471 w 1144639"/>
                <a:gd name="csY393" fmla="*/ 350653 h 560854"/>
                <a:gd name="csX394" fmla="*/ 946382 w 1144639"/>
                <a:gd name="csY394" fmla="*/ 353520 h 560854"/>
                <a:gd name="csX395" fmla="*/ 948293 w 1144639"/>
                <a:gd name="csY395" fmla="*/ 354953 h 560854"/>
                <a:gd name="csX396" fmla="*/ 951159 w 1144639"/>
                <a:gd name="csY396" fmla="*/ 355431 h 560854"/>
                <a:gd name="csX397" fmla="*/ 956892 w 1144639"/>
                <a:gd name="csY397" fmla="*/ 354475 h 560854"/>
                <a:gd name="csX398" fmla="*/ 958803 w 1144639"/>
                <a:gd name="csY398" fmla="*/ 355431 h 560854"/>
                <a:gd name="csX399" fmla="*/ 957370 w 1144639"/>
                <a:gd name="csY399" fmla="*/ 357819 h 560854"/>
                <a:gd name="csX400" fmla="*/ 955459 w 1144639"/>
                <a:gd name="csY400" fmla="*/ 359253 h 560854"/>
                <a:gd name="csX401" fmla="*/ 953548 w 1144639"/>
                <a:gd name="csY401" fmla="*/ 359253 h 560854"/>
                <a:gd name="csX402" fmla="*/ 952115 w 1144639"/>
                <a:gd name="csY402" fmla="*/ 359730 h 560854"/>
                <a:gd name="csX403" fmla="*/ 951159 w 1144639"/>
                <a:gd name="csY403" fmla="*/ 360686 h 560854"/>
                <a:gd name="csX404" fmla="*/ 950204 w 1144639"/>
                <a:gd name="csY404" fmla="*/ 360686 h 560854"/>
                <a:gd name="csX405" fmla="*/ 948293 w 1144639"/>
                <a:gd name="csY405" fmla="*/ 360686 h 560854"/>
                <a:gd name="csX406" fmla="*/ 944949 w 1144639"/>
                <a:gd name="csY406" fmla="*/ 360686 h 560854"/>
                <a:gd name="csX407" fmla="*/ 943516 w 1144639"/>
                <a:gd name="csY407" fmla="*/ 360686 h 560854"/>
                <a:gd name="csX408" fmla="*/ 941127 w 1144639"/>
                <a:gd name="csY408" fmla="*/ 362596 h 560854"/>
                <a:gd name="csX409" fmla="*/ 940172 w 1144639"/>
                <a:gd name="csY409" fmla="*/ 363074 h 560854"/>
                <a:gd name="csX410" fmla="*/ 938739 w 1144639"/>
                <a:gd name="csY410" fmla="*/ 362596 h 560854"/>
                <a:gd name="csX411" fmla="*/ 938261 w 1144639"/>
                <a:gd name="csY411" fmla="*/ 361163 h 560854"/>
                <a:gd name="csX412" fmla="*/ 937783 w 1144639"/>
                <a:gd name="csY412" fmla="*/ 360208 h 560854"/>
                <a:gd name="csX413" fmla="*/ 937783 w 1144639"/>
                <a:gd name="csY413" fmla="*/ 363074 h 560854"/>
                <a:gd name="csX414" fmla="*/ 938261 w 1144639"/>
                <a:gd name="csY414" fmla="*/ 364030 h 560854"/>
                <a:gd name="csX415" fmla="*/ 938739 w 1144639"/>
                <a:gd name="csY415" fmla="*/ 364508 h 560854"/>
                <a:gd name="csX416" fmla="*/ 935872 w 1144639"/>
                <a:gd name="csY416" fmla="*/ 366419 h 560854"/>
                <a:gd name="csX417" fmla="*/ 933006 w 1144639"/>
                <a:gd name="csY417" fmla="*/ 368329 h 560854"/>
                <a:gd name="csX418" fmla="*/ 932050 w 1144639"/>
                <a:gd name="csY418" fmla="*/ 368807 h 560854"/>
                <a:gd name="csX419" fmla="*/ 931095 w 1144639"/>
                <a:gd name="csY419" fmla="*/ 369762 h 560854"/>
                <a:gd name="csX420" fmla="*/ 929184 w 1144639"/>
                <a:gd name="csY420" fmla="*/ 373107 h 560854"/>
                <a:gd name="csX421" fmla="*/ 928228 w 1144639"/>
                <a:gd name="csY421" fmla="*/ 375018 h 560854"/>
                <a:gd name="csX422" fmla="*/ 927750 w 1144639"/>
                <a:gd name="csY422" fmla="*/ 377406 h 560854"/>
                <a:gd name="csX423" fmla="*/ 927750 w 1144639"/>
                <a:gd name="csY423" fmla="*/ 376451 h 560854"/>
                <a:gd name="csX424" fmla="*/ 927750 w 1144639"/>
                <a:gd name="csY424" fmla="*/ 374540 h 560854"/>
                <a:gd name="csX425" fmla="*/ 927273 w 1144639"/>
                <a:gd name="csY425" fmla="*/ 372629 h 560854"/>
                <a:gd name="csX426" fmla="*/ 926795 w 1144639"/>
                <a:gd name="csY426" fmla="*/ 376451 h 560854"/>
                <a:gd name="csX427" fmla="*/ 925840 w 1144639"/>
                <a:gd name="csY427" fmla="*/ 378362 h 560854"/>
                <a:gd name="csX428" fmla="*/ 918196 w 1144639"/>
                <a:gd name="csY428" fmla="*/ 377884 h 560854"/>
                <a:gd name="csX429" fmla="*/ 914852 w 1144639"/>
                <a:gd name="csY429" fmla="*/ 378839 h 560854"/>
                <a:gd name="csX430" fmla="*/ 909597 w 1144639"/>
                <a:gd name="csY430" fmla="*/ 382184 h 560854"/>
                <a:gd name="csX431" fmla="*/ 908164 w 1144639"/>
                <a:gd name="csY431" fmla="*/ 383617 h 560854"/>
                <a:gd name="csX432" fmla="*/ 903864 w 1144639"/>
                <a:gd name="csY432" fmla="*/ 389350 h 560854"/>
                <a:gd name="csX433" fmla="*/ 902431 w 1144639"/>
                <a:gd name="csY433" fmla="*/ 392694 h 560854"/>
                <a:gd name="csX434" fmla="*/ 901475 w 1144639"/>
                <a:gd name="csY434" fmla="*/ 391260 h 560854"/>
                <a:gd name="csX435" fmla="*/ 901953 w 1144639"/>
                <a:gd name="csY435" fmla="*/ 389827 h 560854"/>
                <a:gd name="csX436" fmla="*/ 901953 w 1144639"/>
                <a:gd name="csY436" fmla="*/ 389350 h 560854"/>
                <a:gd name="csX437" fmla="*/ 900998 w 1144639"/>
                <a:gd name="csY437" fmla="*/ 390783 h 560854"/>
                <a:gd name="csX438" fmla="*/ 901953 w 1144639"/>
                <a:gd name="csY438" fmla="*/ 393649 h 560854"/>
                <a:gd name="csX439" fmla="*/ 900998 w 1144639"/>
                <a:gd name="csY439" fmla="*/ 395082 h 560854"/>
                <a:gd name="csX440" fmla="*/ 898131 w 1144639"/>
                <a:gd name="csY440" fmla="*/ 396993 h 560854"/>
                <a:gd name="csX441" fmla="*/ 896698 w 1144639"/>
                <a:gd name="csY441" fmla="*/ 397471 h 560854"/>
                <a:gd name="csX442" fmla="*/ 894787 w 1144639"/>
                <a:gd name="csY442" fmla="*/ 397949 h 560854"/>
                <a:gd name="csX443" fmla="*/ 894309 w 1144639"/>
                <a:gd name="csY443" fmla="*/ 399860 h 560854"/>
                <a:gd name="csX444" fmla="*/ 891921 w 1144639"/>
                <a:gd name="csY444" fmla="*/ 401770 h 560854"/>
                <a:gd name="csX445" fmla="*/ 890488 w 1144639"/>
                <a:gd name="csY445" fmla="*/ 402248 h 560854"/>
                <a:gd name="csX446" fmla="*/ 888099 w 1144639"/>
                <a:gd name="csY446" fmla="*/ 401770 h 560854"/>
                <a:gd name="csX447" fmla="*/ 888577 w 1144639"/>
                <a:gd name="csY447" fmla="*/ 403681 h 560854"/>
                <a:gd name="csX448" fmla="*/ 887621 w 1144639"/>
                <a:gd name="csY448" fmla="*/ 405115 h 560854"/>
                <a:gd name="csX449" fmla="*/ 886188 w 1144639"/>
                <a:gd name="csY449" fmla="*/ 406070 h 560854"/>
                <a:gd name="csX450" fmla="*/ 884277 w 1144639"/>
                <a:gd name="csY450" fmla="*/ 406548 h 560854"/>
                <a:gd name="csX451" fmla="*/ 882844 w 1144639"/>
                <a:gd name="csY451" fmla="*/ 406548 h 560854"/>
                <a:gd name="csX452" fmla="*/ 881889 w 1144639"/>
                <a:gd name="csY452" fmla="*/ 407026 h 560854"/>
                <a:gd name="csX453" fmla="*/ 881411 w 1144639"/>
                <a:gd name="csY453" fmla="*/ 407981 h 560854"/>
                <a:gd name="csX454" fmla="*/ 879500 w 1144639"/>
                <a:gd name="csY454" fmla="*/ 408459 h 560854"/>
                <a:gd name="csX455" fmla="*/ 877589 w 1144639"/>
                <a:gd name="csY455" fmla="*/ 407981 h 560854"/>
                <a:gd name="csX456" fmla="*/ 875200 w 1144639"/>
                <a:gd name="csY456" fmla="*/ 407981 h 560854"/>
                <a:gd name="csX457" fmla="*/ 873767 w 1144639"/>
                <a:gd name="csY457" fmla="*/ 408459 h 560854"/>
                <a:gd name="csX458" fmla="*/ 876156 w 1144639"/>
                <a:gd name="csY458" fmla="*/ 408936 h 560854"/>
                <a:gd name="csX459" fmla="*/ 877111 w 1144639"/>
                <a:gd name="csY459" fmla="*/ 410369 h 560854"/>
                <a:gd name="csX460" fmla="*/ 877111 w 1144639"/>
                <a:gd name="csY460" fmla="*/ 411803 h 560854"/>
                <a:gd name="csX461" fmla="*/ 876156 w 1144639"/>
                <a:gd name="csY461" fmla="*/ 412280 h 560854"/>
                <a:gd name="csX462" fmla="*/ 875200 w 1144639"/>
                <a:gd name="csY462" fmla="*/ 413236 h 560854"/>
                <a:gd name="csX463" fmla="*/ 874723 w 1144639"/>
                <a:gd name="csY463" fmla="*/ 413236 h 560854"/>
                <a:gd name="csX464" fmla="*/ 874245 w 1144639"/>
                <a:gd name="csY464" fmla="*/ 412280 h 560854"/>
                <a:gd name="csX465" fmla="*/ 873767 w 1144639"/>
                <a:gd name="csY465" fmla="*/ 410847 h 560854"/>
                <a:gd name="csX466" fmla="*/ 873290 w 1144639"/>
                <a:gd name="csY466" fmla="*/ 411325 h 560854"/>
                <a:gd name="csX467" fmla="*/ 872812 w 1144639"/>
                <a:gd name="csY467" fmla="*/ 411803 h 560854"/>
                <a:gd name="csX468" fmla="*/ 872334 w 1144639"/>
                <a:gd name="csY468" fmla="*/ 412280 h 560854"/>
                <a:gd name="csX469" fmla="*/ 870423 w 1144639"/>
                <a:gd name="csY469" fmla="*/ 409892 h 560854"/>
                <a:gd name="csX470" fmla="*/ 870901 w 1144639"/>
                <a:gd name="csY470" fmla="*/ 411325 h 560854"/>
                <a:gd name="csX471" fmla="*/ 871378 w 1144639"/>
                <a:gd name="csY471" fmla="*/ 412758 h 560854"/>
                <a:gd name="csX472" fmla="*/ 871856 w 1144639"/>
                <a:gd name="csY472" fmla="*/ 413714 h 560854"/>
                <a:gd name="csX473" fmla="*/ 872812 w 1144639"/>
                <a:gd name="csY473" fmla="*/ 414192 h 560854"/>
                <a:gd name="csX474" fmla="*/ 872812 w 1144639"/>
                <a:gd name="csY474" fmla="*/ 414669 h 560854"/>
                <a:gd name="csX475" fmla="*/ 871378 w 1144639"/>
                <a:gd name="csY475" fmla="*/ 416102 h 560854"/>
                <a:gd name="csX476" fmla="*/ 870901 w 1144639"/>
                <a:gd name="csY476" fmla="*/ 416580 h 560854"/>
                <a:gd name="csX477" fmla="*/ 869945 w 1144639"/>
                <a:gd name="csY477" fmla="*/ 417058 h 560854"/>
                <a:gd name="csX478" fmla="*/ 868990 w 1144639"/>
                <a:gd name="csY478" fmla="*/ 418013 h 560854"/>
                <a:gd name="csX479" fmla="*/ 869468 w 1144639"/>
                <a:gd name="csY479" fmla="*/ 418491 h 560854"/>
                <a:gd name="csX480" fmla="*/ 868034 w 1144639"/>
                <a:gd name="csY480" fmla="*/ 420402 h 560854"/>
                <a:gd name="csX481" fmla="*/ 865646 w 1144639"/>
                <a:gd name="csY481" fmla="*/ 421835 h 560854"/>
                <a:gd name="csX482" fmla="*/ 865168 w 1144639"/>
                <a:gd name="csY482" fmla="*/ 421835 h 560854"/>
                <a:gd name="csX483" fmla="*/ 864690 w 1144639"/>
                <a:gd name="csY483" fmla="*/ 421835 h 560854"/>
                <a:gd name="csX484" fmla="*/ 864690 w 1144639"/>
                <a:gd name="csY484" fmla="*/ 422791 h 560854"/>
                <a:gd name="csX485" fmla="*/ 865646 w 1144639"/>
                <a:gd name="csY485" fmla="*/ 423268 h 560854"/>
                <a:gd name="csX486" fmla="*/ 865168 w 1144639"/>
                <a:gd name="csY486" fmla="*/ 423746 h 560854"/>
                <a:gd name="csX487" fmla="*/ 864690 w 1144639"/>
                <a:gd name="csY487" fmla="*/ 424701 h 560854"/>
                <a:gd name="csX488" fmla="*/ 863735 w 1144639"/>
                <a:gd name="csY488" fmla="*/ 424701 h 560854"/>
                <a:gd name="csX489" fmla="*/ 862779 w 1144639"/>
                <a:gd name="csY489" fmla="*/ 425657 h 560854"/>
                <a:gd name="csX490" fmla="*/ 863257 w 1144639"/>
                <a:gd name="csY490" fmla="*/ 426612 h 560854"/>
                <a:gd name="csX491" fmla="*/ 863257 w 1144639"/>
                <a:gd name="csY491" fmla="*/ 427090 h 560854"/>
                <a:gd name="csX492" fmla="*/ 863257 w 1144639"/>
                <a:gd name="csY492" fmla="*/ 427568 h 560854"/>
                <a:gd name="csX493" fmla="*/ 861824 w 1144639"/>
                <a:gd name="csY493" fmla="*/ 428523 h 560854"/>
                <a:gd name="csX494" fmla="*/ 861346 w 1144639"/>
                <a:gd name="csY494" fmla="*/ 429001 h 560854"/>
                <a:gd name="csX495" fmla="*/ 862302 w 1144639"/>
                <a:gd name="csY495" fmla="*/ 429479 h 560854"/>
                <a:gd name="csX496" fmla="*/ 862779 w 1144639"/>
                <a:gd name="csY496" fmla="*/ 429001 h 560854"/>
                <a:gd name="csX497" fmla="*/ 863257 w 1144639"/>
                <a:gd name="csY497" fmla="*/ 429479 h 560854"/>
                <a:gd name="csX498" fmla="*/ 862302 w 1144639"/>
                <a:gd name="csY498" fmla="*/ 430434 h 560854"/>
                <a:gd name="csX499" fmla="*/ 861824 w 1144639"/>
                <a:gd name="csY499" fmla="*/ 431390 h 560854"/>
                <a:gd name="csX500" fmla="*/ 860868 w 1144639"/>
                <a:gd name="csY500" fmla="*/ 432823 h 560854"/>
                <a:gd name="csX501" fmla="*/ 859435 w 1144639"/>
                <a:gd name="csY501" fmla="*/ 433301 h 560854"/>
                <a:gd name="csX502" fmla="*/ 859435 w 1144639"/>
                <a:gd name="csY502" fmla="*/ 433301 h 560854"/>
                <a:gd name="csX503" fmla="*/ 860391 w 1144639"/>
                <a:gd name="csY503" fmla="*/ 433778 h 560854"/>
                <a:gd name="csX504" fmla="*/ 860868 w 1144639"/>
                <a:gd name="csY504" fmla="*/ 435211 h 560854"/>
                <a:gd name="csX505" fmla="*/ 859435 w 1144639"/>
                <a:gd name="csY505" fmla="*/ 437122 h 560854"/>
                <a:gd name="csX506" fmla="*/ 858480 w 1144639"/>
                <a:gd name="csY506" fmla="*/ 436645 h 560854"/>
                <a:gd name="csX507" fmla="*/ 858002 w 1144639"/>
                <a:gd name="csY507" fmla="*/ 436167 h 560854"/>
                <a:gd name="csX508" fmla="*/ 857524 w 1144639"/>
                <a:gd name="csY508" fmla="*/ 438078 h 560854"/>
                <a:gd name="csX509" fmla="*/ 857524 w 1144639"/>
                <a:gd name="csY509" fmla="*/ 438556 h 560854"/>
                <a:gd name="csX510" fmla="*/ 857524 w 1144639"/>
                <a:gd name="csY510" fmla="*/ 440467 h 560854"/>
                <a:gd name="csX511" fmla="*/ 856569 w 1144639"/>
                <a:gd name="csY511" fmla="*/ 442377 h 560854"/>
                <a:gd name="csX512" fmla="*/ 856569 w 1144639"/>
                <a:gd name="csY512" fmla="*/ 443333 h 560854"/>
                <a:gd name="csX513" fmla="*/ 856569 w 1144639"/>
                <a:gd name="csY513" fmla="*/ 444766 h 560854"/>
                <a:gd name="csX514" fmla="*/ 856569 w 1144639"/>
                <a:gd name="csY514" fmla="*/ 446199 h 560854"/>
                <a:gd name="csX515" fmla="*/ 857524 w 1144639"/>
                <a:gd name="csY515" fmla="*/ 448110 h 560854"/>
                <a:gd name="csX516" fmla="*/ 858958 w 1144639"/>
                <a:gd name="csY516" fmla="*/ 455754 h 560854"/>
                <a:gd name="csX517" fmla="*/ 859913 w 1144639"/>
                <a:gd name="csY517" fmla="*/ 458620 h 560854"/>
                <a:gd name="csX518" fmla="*/ 861824 w 1144639"/>
                <a:gd name="csY518" fmla="*/ 465786 h 560854"/>
                <a:gd name="csX519" fmla="*/ 864690 w 1144639"/>
                <a:gd name="csY519" fmla="*/ 472952 h 560854"/>
                <a:gd name="csX520" fmla="*/ 868512 w 1144639"/>
                <a:gd name="csY520" fmla="*/ 481551 h 560854"/>
                <a:gd name="csX521" fmla="*/ 875200 w 1144639"/>
                <a:gd name="csY521" fmla="*/ 491583 h 560854"/>
                <a:gd name="csX522" fmla="*/ 876156 w 1144639"/>
                <a:gd name="csY522" fmla="*/ 493017 h 560854"/>
                <a:gd name="csX523" fmla="*/ 875200 w 1144639"/>
                <a:gd name="csY523" fmla="*/ 493972 h 560854"/>
                <a:gd name="csX524" fmla="*/ 875200 w 1144639"/>
                <a:gd name="csY524" fmla="*/ 495406 h 560854"/>
                <a:gd name="csX525" fmla="*/ 874723 w 1144639"/>
                <a:gd name="csY525" fmla="*/ 497316 h 560854"/>
                <a:gd name="csX526" fmla="*/ 875200 w 1144639"/>
                <a:gd name="csY526" fmla="*/ 499227 h 560854"/>
                <a:gd name="csX527" fmla="*/ 876156 w 1144639"/>
                <a:gd name="csY527" fmla="*/ 501616 h 560854"/>
                <a:gd name="csX528" fmla="*/ 877589 w 1144639"/>
                <a:gd name="csY528" fmla="*/ 504960 h 560854"/>
                <a:gd name="csX529" fmla="*/ 876634 w 1144639"/>
                <a:gd name="csY529" fmla="*/ 504482 h 560854"/>
                <a:gd name="csX530" fmla="*/ 874245 w 1144639"/>
                <a:gd name="csY530" fmla="*/ 499227 h 560854"/>
                <a:gd name="csX531" fmla="*/ 874245 w 1144639"/>
                <a:gd name="csY531" fmla="*/ 496361 h 560854"/>
                <a:gd name="csX532" fmla="*/ 874723 w 1144639"/>
                <a:gd name="csY532" fmla="*/ 492061 h 560854"/>
                <a:gd name="csX533" fmla="*/ 873767 w 1144639"/>
                <a:gd name="csY533" fmla="*/ 492539 h 560854"/>
                <a:gd name="csX534" fmla="*/ 873767 w 1144639"/>
                <a:gd name="csY534" fmla="*/ 493494 h 560854"/>
                <a:gd name="csX535" fmla="*/ 873290 w 1144639"/>
                <a:gd name="csY535" fmla="*/ 495406 h 560854"/>
                <a:gd name="csX536" fmla="*/ 872812 w 1144639"/>
                <a:gd name="csY536" fmla="*/ 495883 h 560854"/>
                <a:gd name="csX537" fmla="*/ 871856 w 1144639"/>
                <a:gd name="csY537" fmla="*/ 493494 h 560854"/>
                <a:gd name="csX538" fmla="*/ 871856 w 1144639"/>
                <a:gd name="csY538" fmla="*/ 492539 h 560854"/>
                <a:gd name="csX539" fmla="*/ 872812 w 1144639"/>
                <a:gd name="csY539" fmla="*/ 491106 h 560854"/>
                <a:gd name="csX540" fmla="*/ 872812 w 1144639"/>
                <a:gd name="csY540" fmla="*/ 490628 h 560854"/>
                <a:gd name="csX541" fmla="*/ 871378 w 1144639"/>
                <a:gd name="csY541" fmla="*/ 490150 h 560854"/>
                <a:gd name="csX542" fmla="*/ 870901 w 1144639"/>
                <a:gd name="csY542" fmla="*/ 488717 h 560854"/>
                <a:gd name="csX543" fmla="*/ 871378 w 1144639"/>
                <a:gd name="csY543" fmla="*/ 487762 h 560854"/>
                <a:gd name="csX544" fmla="*/ 870423 w 1144639"/>
                <a:gd name="csY544" fmla="*/ 487284 h 560854"/>
                <a:gd name="csX545" fmla="*/ 869945 w 1144639"/>
                <a:gd name="csY545" fmla="*/ 487284 h 560854"/>
                <a:gd name="csX546" fmla="*/ 870423 w 1144639"/>
                <a:gd name="csY546" fmla="*/ 490150 h 560854"/>
                <a:gd name="csX547" fmla="*/ 870901 w 1144639"/>
                <a:gd name="csY547" fmla="*/ 491583 h 560854"/>
                <a:gd name="csX548" fmla="*/ 871856 w 1144639"/>
                <a:gd name="csY548" fmla="*/ 494928 h 560854"/>
                <a:gd name="csX549" fmla="*/ 872812 w 1144639"/>
                <a:gd name="csY549" fmla="*/ 497316 h 560854"/>
                <a:gd name="csX550" fmla="*/ 873767 w 1144639"/>
                <a:gd name="csY550" fmla="*/ 499227 h 560854"/>
                <a:gd name="csX551" fmla="*/ 881889 w 1144639"/>
                <a:gd name="csY551" fmla="*/ 519292 h 560854"/>
                <a:gd name="csX552" fmla="*/ 884277 w 1144639"/>
                <a:gd name="csY552" fmla="*/ 521681 h 560854"/>
                <a:gd name="csX553" fmla="*/ 884755 w 1144639"/>
                <a:gd name="csY553" fmla="*/ 523591 h 560854"/>
                <a:gd name="csX554" fmla="*/ 885710 w 1144639"/>
                <a:gd name="csY554" fmla="*/ 527413 h 560854"/>
                <a:gd name="csX555" fmla="*/ 885710 w 1144639"/>
                <a:gd name="csY555" fmla="*/ 532190 h 560854"/>
                <a:gd name="csX556" fmla="*/ 884277 w 1144639"/>
                <a:gd name="csY556" fmla="*/ 540790 h 560854"/>
                <a:gd name="csX557" fmla="*/ 884277 w 1144639"/>
                <a:gd name="csY557" fmla="*/ 547000 h 560854"/>
                <a:gd name="csX558" fmla="*/ 883800 w 1144639"/>
                <a:gd name="csY558" fmla="*/ 546522 h 560854"/>
                <a:gd name="csX559" fmla="*/ 883800 w 1144639"/>
                <a:gd name="csY559" fmla="*/ 546045 h 560854"/>
                <a:gd name="csX560" fmla="*/ 883322 w 1144639"/>
                <a:gd name="csY560" fmla="*/ 546045 h 560854"/>
                <a:gd name="csX561" fmla="*/ 882366 w 1144639"/>
                <a:gd name="csY561" fmla="*/ 548911 h 560854"/>
                <a:gd name="csX562" fmla="*/ 880455 w 1144639"/>
                <a:gd name="csY562" fmla="*/ 551300 h 560854"/>
                <a:gd name="csX563" fmla="*/ 879978 w 1144639"/>
                <a:gd name="csY563" fmla="*/ 555122 h 560854"/>
                <a:gd name="csX564" fmla="*/ 879500 w 1144639"/>
                <a:gd name="csY564" fmla="*/ 557032 h 560854"/>
                <a:gd name="csX565" fmla="*/ 877111 w 1144639"/>
                <a:gd name="csY565" fmla="*/ 558943 h 560854"/>
                <a:gd name="csX566" fmla="*/ 875678 w 1144639"/>
                <a:gd name="csY566" fmla="*/ 558943 h 560854"/>
                <a:gd name="csX567" fmla="*/ 871856 w 1144639"/>
                <a:gd name="csY567" fmla="*/ 560377 h 560854"/>
                <a:gd name="csX568" fmla="*/ 869468 w 1144639"/>
                <a:gd name="csY568" fmla="*/ 559899 h 560854"/>
                <a:gd name="csX569" fmla="*/ 866601 w 1144639"/>
                <a:gd name="csY569" fmla="*/ 560854 h 560854"/>
                <a:gd name="csX570" fmla="*/ 864690 w 1144639"/>
                <a:gd name="csY570" fmla="*/ 560854 h 560854"/>
                <a:gd name="csX571" fmla="*/ 863257 w 1144639"/>
                <a:gd name="csY571" fmla="*/ 558943 h 560854"/>
                <a:gd name="csX572" fmla="*/ 863735 w 1144639"/>
                <a:gd name="csY572" fmla="*/ 558466 h 560854"/>
                <a:gd name="csX573" fmla="*/ 864213 w 1144639"/>
                <a:gd name="csY573" fmla="*/ 557510 h 560854"/>
                <a:gd name="csX574" fmla="*/ 864690 w 1144639"/>
                <a:gd name="csY574" fmla="*/ 557032 h 560854"/>
                <a:gd name="csX575" fmla="*/ 867557 w 1144639"/>
                <a:gd name="csY575" fmla="*/ 558943 h 560854"/>
                <a:gd name="csX576" fmla="*/ 868034 w 1144639"/>
                <a:gd name="csY576" fmla="*/ 558466 h 560854"/>
                <a:gd name="csX577" fmla="*/ 867079 w 1144639"/>
                <a:gd name="csY577" fmla="*/ 557510 h 560854"/>
                <a:gd name="csX578" fmla="*/ 865646 w 1144639"/>
                <a:gd name="csY578" fmla="*/ 557032 h 560854"/>
                <a:gd name="csX579" fmla="*/ 864690 w 1144639"/>
                <a:gd name="csY579" fmla="*/ 556077 h 560854"/>
                <a:gd name="csX580" fmla="*/ 862302 w 1144639"/>
                <a:gd name="csY580" fmla="*/ 551778 h 560854"/>
                <a:gd name="csX581" fmla="*/ 859913 w 1144639"/>
                <a:gd name="csY581" fmla="*/ 548911 h 560854"/>
                <a:gd name="csX582" fmla="*/ 859435 w 1144639"/>
                <a:gd name="csY582" fmla="*/ 547000 h 560854"/>
                <a:gd name="csX583" fmla="*/ 855613 w 1144639"/>
                <a:gd name="csY583" fmla="*/ 545567 h 560854"/>
                <a:gd name="csX584" fmla="*/ 852747 w 1144639"/>
                <a:gd name="csY584" fmla="*/ 544134 h 560854"/>
                <a:gd name="csX585" fmla="*/ 850836 w 1144639"/>
                <a:gd name="csY585" fmla="*/ 540790 h 560854"/>
                <a:gd name="csX586" fmla="*/ 849403 w 1144639"/>
                <a:gd name="csY586" fmla="*/ 534579 h 560854"/>
                <a:gd name="csX587" fmla="*/ 848448 w 1144639"/>
                <a:gd name="csY587" fmla="*/ 534101 h 560854"/>
                <a:gd name="csX588" fmla="*/ 847492 w 1144639"/>
                <a:gd name="csY588" fmla="*/ 533624 h 560854"/>
                <a:gd name="csX589" fmla="*/ 848925 w 1144639"/>
                <a:gd name="csY589" fmla="*/ 531713 h 560854"/>
                <a:gd name="csX590" fmla="*/ 850359 w 1144639"/>
                <a:gd name="csY590" fmla="*/ 529802 h 560854"/>
                <a:gd name="csX591" fmla="*/ 849403 w 1144639"/>
                <a:gd name="csY591" fmla="*/ 530280 h 560854"/>
                <a:gd name="csX592" fmla="*/ 848448 w 1144639"/>
                <a:gd name="csY592" fmla="*/ 530757 h 560854"/>
                <a:gd name="csX593" fmla="*/ 847492 w 1144639"/>
                <a:gd name="csY593" fmla="*/ 532668 h 560854"/>
                <a:gd name="csX594" fmla="*/ 847014 w 1144639"/>
                <a:gd name="csY594" fmla="*/ 532668 h 560854"/>
                <a:gd name="csX595" fmla="*/ 846059 w 1144639"/>
                <a:gd name="csY595" fmla="*/ 532668 h 560854"/>
                <a:gd name="csX596" fmla="*/ 845581 w 1144639"/>
                <a:gd name="csY596" fmla="*/ 529324 h 560854"/>
                <a:gd name="csX597" fmla="*/ 845581 w 1144639"/>
                <a:gd name="csY597" fmla="*/ 525502 h 560854"/>
                <a:gd name="csX598" fmla="*/ 846536 w 1144639"/>
                <a:gd name="csY598" fmla="*/ 524069 h 560854"/>
                <a:gd name="csX599" fmla="*/ 845103 w 1144639"/>
                <a:gd name="csY599" fmla="*/ 524069 h 560854"/>
                <a:gd name="csX600" fmla="*/ 843193 w 1144639"/>
                <a:gd name="csY600" fmla="*/ 524547 h 560854"/>
                <a:gd name="csX601" fmla="*/ 843670 w 1144639"/>
                <a:gd name="csY601" fmla="*/ 525980 h 560854"/>
                <a:gd name="csX602" fmla="*/ 843193 w 1144639"/>
                <a:gd name="csY602" fmla="*/ 526458 h 560854"/>
                <a:gd name="csX603" fmla="*/ 842237 w 1144639"/>
                <a:gd name="csY603" fmla="*/ 526458 h 560854"/>
                <a:gd name="csX604" fmla="*/ 841282 w 1144639"/>
                <a:gd name="csY604" fmla="*/ 525980 h 560854"/>
                <a:gd name="csX605" fmla="*/ 839848 w 1144639"/>
                <a:gd name="csY605" fmla="*/ 524547 h 560854"/>
                <a:gd name="csX606" fmla="*/ 837937 w 1144639"/>
                <a:gd name="csY606" fmla="*/ 522158 h 560854"/>
                <a:gd name="csX607" fmla="*/ 834593 w 1144639"/>
                <a:gd name="csY607" fmla="*/ 514992 h 560854"/>
                <a:gd name="csX608" fmla="*/ 834116 w 1144639"/>
                <a:gd name="csY608" fmla="*/ 514037 h 560854"/>
                <a:gd name="csX609" fmla="*/ 832683 w 1144639"/>
                <a:gd name="csY609" fmla="*/ 513081 h 560854"/>
                <a:gd name="csX610" fmla="*/ 833160 w 1144639"/>
                <a:gd name="csY610" fmla="*/ 513081 h 560854"/>
                <a:gd name="csX611" fmla="*/ 834116 w 1144639"/>
                <a:gd name="csY611" fmla="*/ 512604 h 560854"/>
                <a:gd name="csX612" fmla="*/ 836504 w 1144639"/>
                <a:gd name="csY612" fmla="*/ 509737 h 560854"/>
                <a:gd name="csX613" fmla="*/ 838415 w 1144639"/>
                <a:gd name="csY613" fmla="*/ 507826 h 560854"/>
                <a:gd name="csX614" fmla="*/ 838893 w 1144639"/>
                <a:gd name="csY614" fmla="*/ 506393 h 560854"/>
                <a:gd name="csX615" fmla="*/ 838893 w 1144639"/>
                <a:gd name="csY615" fmla="*/ 505915 h 560854"/>
                <a:gd name="csX616" fmla="*/ 837937 w 1144639"/>
                <a:gd name="csY616" fmla="*/ 504960 h 560854"/>
                <a:gd name="csX617" fmla="*/ 836982 w 1144639"/>
                <a:gd name="csY617" fmla="*/ 505438 h 560854"/>
                <a:gd name="csX618" fmla="*/ 836504 w 1144639"/>
                <a:gd name="csY618" fmla="*/ 505438 h 560854"/>
                <a:gd name="csX619" fmla="*/ 835549 w 1144639"/>
                <a:gd name="csY619" fmla="*/ 504005 h 560854"/>
                <a:gd name="csX620" fmla="*/ 834116 w 1144639"/>
                <a:gd name="csY620" fmla="*/ 503527 h 560854"/>
                <a:gd name="csX621" fmla="*/ 833638 w 1144639"/>
                <a:gd name="csY621" fmla="*/ 503527 h 560854"/>
                <a:gd name="csX622" fmla="*/ 834116 w 1144639"/>
                <a:gd name="csY622" fmla="*/ 504960 h 560854"/>
                <a:gd name="csX623" fmla="*/ 835071 w 1144639"/>
                <a:gd name="csY623" fmla="*/ 505438 h 560854"/>
                <a:gd name="csX624" fmla="*/ 834593 w 1144639"/>
                <a:gd name="csY624" fmla="*/ 507349 h 560854"/>
                <a:gd name="csX625" fmla="*/ 834593 w 1144639"/>
                <a:gd name="csY625" fmla="*/ 508304 h 560854"/>
                <a:gd name="csX626" fmla="*/ 833638 w 1144639"/>
                <a:gd name="csY626" fmla="*/ 508782 h 560854"/>
                <a:gd name="csX627" fmla="*/ 832683 w 1144639"/>
                <a:gd name="csY627" fmla="*/ 508304 h 560854"/>
                <a:gd name="csX628" fmla="*/ 832205 w 1144639"/>
                <a:gd name="csY628" fmla="*/ 508782 h 560854"/>
                <a:gd name="csX629" fmla="*/ 831727 w 1144639"/>
                <a:gd name="csY629" fmla="*/ 508304 h 560854"/>
                <a:gd name="csX630" fmla="*/ 830771 w 1144639"/>
                <a:gd name="csY630" fmla="*/ 507349 h 560854"/>
                <a:gd name="csX631" fmla="*/ 830294 w 1144639"/>
                <a:gd name="csY631" fmla="*/ 505915 h 560854"/>
                <a:gd name="csX632" fmla="*/ 832205 w 1144639"/>
                <a:gd name="csY632" fmla="*/ 498272 h 560854"/>
                <a:gd name="csX633" fmla="*/ 833638 w 1144639"/>
                <a:gd name="csY633" fmla="*/ 493017 h 560854"/>
                <a:gd name="csX634" fmla="*/ 834116 w 1144639"/>
                <a:gd name="csY634" fmla="*/ 487284 h 560854"/>
                <a:gd name="csX635" fmla="*/ 834116 w 1144639"/>
                <a:gd name="csY635" fmla="*/ 486329 h 560854"/>
                <a:gd name="csX636" fmla="*/ 834116 w 1144639"/>
                <a:gd name="csY636" fmla="*/ 484417 h 560854"/>
                <a:gd name="csX637" fmla="*/ 831727 w 1144639"/>
                <a:gd name="csY637" fmla="*/ 481074 h 560854"/>
                <a:gd name="csX638" fmla="*/ 821217 w 1144639"/>
                <a:gd name="csY638" fmla="*/ 472952 h 560854"/>
                <a:gd name="csX639" fmla="*/ 813095 w 1144639"/>
                <a:gd name="csY639" fmla="*/ 462920 h 560854"/>
                <a:gd name="csX640" fmla="*/ 806407 w 1144639"/>
                <a:gd name="csY640" fmla="*/ 459576 h 560854"/>
                <a:gd name="csX641" fmla="*/ 801152 w 1144639"/>
                <a:gd name="csY641" fmla="*/ 460053 h 560854"/>
                <a:gd name="csX642" fmla="*/ 800197 w 1144639"/>
                <a:gd name="csY642" fmla="*/ 461009 h 560854"/>
                <a:gd name="csX643" fmla="*/ 799719 w 1144639"/>
                <a:gd name="csY643" fmla="*/ 461964 h 560854"/>
                <a:gd name="csX644" fmla="*/ 800197 w 1144639"/>
                <a:gd name="csY644" fmla="*/ 462920 h 560854"/>
                <a:gd name="csX645" fmla="*/ 799719 w 1144639"/>
                <a:gd name="csY645" fmla="*/ 463398 h 560854"/>
                <a:gd name="csX646" fmla="*/ 798286 w 1144639"/>
                <a:gd name="csY646" fmla="*/ 463398 h 560854"/>
                <a:gd name="csX647" fmla="*/ 796375 w 1144639"/>
                <a:gd name="csY647" fmla="*/ 463875 h 560854"/>
                <a:gd name="csX648" fmla="*/ 791598 w 1144639"/>
                <a:gd name="csY648" fmla="*/ 466264 h 560854"/>
                <a:gd name="csX649" fmla="*/ 789687 w 1144639"/>
                <a:gd name="csY649" fmla="*/ 466264 h 560854"/>
                <a:gd name="csX650" fmla="*/ 787776 w 1144639"/>
                <a:gd name="csY650" fmla="*/ 466742 h 560854"/>
                <a:gd name="csX651" fmla="*/ 786820 w 1144639"/>
                <a:gd name="csY651" fmla="*/ 467219 h 560854"/>
                <a:gd name="csX652" fmla="*/ 783954 w 1144639"/>
                <a:gd name="csY652" fmla="*/ 467697 h 560854"/>
                <a:gd name="csX653" fmla="*/ 781088 w 1144639"/>
                <a:gd name="csY653" fmla="*/ 468175 h 560854"/>
                <a:gd name="csX654" fmla="*/ 780132 w 1144639"/>
                <a:gd name="csY654" fmla="*/ 467697 h 560854"/>
                <a:gd name="csX655" fmla="*/ 779177 w 1144639"/>
                <a:gd name="csY655" fmla="*/ 466264 h 560854"/>
                <a:gd name="csX656" fmla="*/ 779177 w 1144639"/>
                <a:gd name="csY656" fmla="*/ 464831 h 560854"/>
                <a:gd name="csX657" fmla="*/ 779654 w 1144639"/>
                <a:gd name="csY657" fmla="*/ 466264 h 560854"/>
                <a:gd name="csX658" fmla="*/ 780610 w 1144639"/>
                <a:gd name="csY658" fmla="*/ 467219 h 560854"/>
                <a:gd name="csX659" fmla="*/ 781088 w 1144639"/>
                <a:gd name="csY659" fmla="*/ 466742 h 560854"/>
                <a:gd name="csX660" fmla="*/ 781088 w 1144639"/>
                <a:gd name="csY660" fmla="*/ 465786 h 560854"/>
                <a:gd name="csX661" fmla="*/ 780610 w 1144639"/>
                <a:gd name="csY661" fmla="*/ 464353 h 560854"/>
                <a:gd name="csX662" fmla="*/ 777266 w 1144639"/>
                <a:gd name="csY662" fmla="*/ 461964 h 560854"/>
                <a:gd name="csX663" fmla="*/ 773922 w 1144639"/>
                <a:gd name="csY663" fmla="*/ 459098 h 560854"/>
                <a:gd name="csX664" fmla="*/ 774877 w 1144639"/>
                <a:gd name="csY664" fmla="*/ 459098 h 560854"/>
                <a:gd name="csX665" fmla="*/ 775355 w 1144639"/>
                <a:gd name="csY665" fmla="*/ 458620 h 560854"/>
                <a:gd name="csX666" fmla="*/ 774399 w 1144639"/>
                <a:gd name="csY666" fmla="*/ 457665 h 560854"/>
                <a:gd name="csX667" fmla="*/ 774877 w 1144639"/>
                <a:gd name="csY667" fmla="*/ 456709 h 560854"/>
                <a:gd name="csX668" fmla="*/ 775355 w 1144639"/>
                <a:gd name="csY668" fmla="*/ 455754 h 560854"/>
                <a:gd name="csX669" fmla="*/ 773922 w 1144639"/>
                <a:gd name="csY669" fmla="*/ 455754 h 560854"/>
                <a:gd name="csX670" fmla="*/ 772488 w 1144639"/>
                <a:gd name="csY670" fmla="*/ 456232 h 560854"/>
                <a:gd name="csX671" fmla="*/ 772488 w 1144639"/>
                <a:gd name="csY671" fmla="*/ 457187 h 560854"/>
                <a:gd name="csX672" fmla="*/ 772488 w 1144639"/>
                <a:gd name="csY672" fmla="*/ 458142 h 560854"/>
                <a:gd name="csX673" fmla="*/ 771533 w 1144639"/>
                <a:gd name="csY673" fmla="*/ 458142 h 560854"/>
                <a:gd name="csX674" fmla="*/ 770578 w 1144639"/>
                <a:gd name="csY674" fmla="*/ 457187 h 560854"/>
                <a:gd name="csX675" fmla="*/ 763889 w 1144639"/>
                <a:gd name="csY675" fmla="*/ 454799 h 560854"/>
                <a:gd name="csX676" fmla="*/ 758634 w 1144639"/>
                <a:gd name="csY676" fmla="*/ 453365 h 560854"/>
                <a:gd name="csX677" fmla="*/ 762934 w 1144639"/>
                <a:gd name="csY677" fmla="*/ 452410 h 560854"/>
                <a:gd name="csX678" fmla="*/ 765322 w 1144639"/>
                <a:gd name="csY678" fmla="*/ 452887 h 560854"/>
                <a:gd name="csX679" fmla="*/ 764845 w 1144639"/>
                <a:gd name="csY679" fmla="*/ 452410 h 560854"/>
                <a:gd name="csX680" fmla="*/ 764367 w 1144639"/>
                <a:gd name="csY680" fmla="*/ 451932 h 560854"/>
                <a:gd name="csX681" fmla="*/ 762456 w 1144639"/>
                <a:gd name="csY681" fmla="*/ 451454 h 560854"/>
                <a:gd name="csX682" fmla="*/ 760068 w 1144639"/>
                <a:gd name="csY682" fmla="*/ 451454 h 560854"/>
                <a:gd name="csX683" fmla="*/ 758634 w 1144639"/>
                <a:gd name="csY683" fmla="*/ 450976 h 560854"/>
                <a:gd name="csX684" fmla="*/ 757201 w 1144639"/>
                <a:gd name="csY684" fmla="*/ 451932 h 560854"/>
                <a:gd name="csX685" fmla="*/ 755768 w 1144639"/>
                <a:gd name="csY685" fmla="*/ 452887 h 560854"/>
                <a:gd name="csX686" fmla="*/ 754335 w 1144639"/>
                <a:gd name="csY686" fmla="*/ 452887 h 560854"/>
                <a:gd name="csX687" fmla="*/ 748602 w 1144639"/>
                <a:gd name="csY687" fmla="*/ 453843 h 560854"/>
                <a:gd name="csX688" fmla="*/ 743825 w 1144639"/>
                <a:gd name="csY688" fmla="*/ 454321 h 560854"/>
                <a:gd name="csX689" fmla="*/ 744303 w 1144639"/>
                <a:gd name="csY689" fmla="*/ 453843 h 560854"/>
                <a:gd name="csX690" fmla="*/ 745258 w 1144639"/>
                <a:gd name="csY690" fmla="*/ 453365 h 560854"/>
                <a:gd name="csX691" fmla="*/ 748124 w 1144639"/>
                <a:gd name="csY691" fmla="*/ 452410 h 560854"/>
                <a:gd name="csX692" fmla="*/ 748602 w 1144639"/>
                <a:gd name="csY692" fmla="*/ 450976 h 560854"/>
                <a:gd name="csX693" fmla="*/ 747647 w 1144639"/>
                <a:gd name="csY693" fmla="*/ 449543 h 560854"/>
                <a:gd name="csX694" fmla="*/ 747169 w 1144639"/>
                <a:gd name="csY694" fmla="*/ 450021 h 560854"/>
                <a:gd name="csX695" fmla="*/ 746213 w 1144639"/>
                <a:gd name="csY695" fmla="*/ 450976 h 560854"/>
                <a:gd name="csX696" fmla="*/ 745258 w 1144639"/>
                <a:gd name="csY696" fmla="*/ 450021 h 560854"/>
                <a:gd name="csX697" fmla="*/ 744303 w 1144639"/>
                <a:gd name="csY697" fmla="*/ 450021 h 560854"/>
                <a:gd name="csX698" fmla="*/ 744303 w 1144639"/>
                <a:gd name="csY698" fmla="*/ 451932 h 560854"/>
                <a:gd name="csX699" fmla="*/ 742869 w 1144639"/>
                <a:gd name="csY699" fmla="*/ 453365 h 560854"/>
                <a:gd name="csX700" fmla="*/ 742392 w 1144639"/>
                <a:gd name="csY700" fmla="*/ 454321 h 560854"/>
                <a:gd name="csX701" fmla="*/ 738570 w 1144639"/>
                <a:gd name="csY701" fmla="*/ 455276 h 560854"/>
                <a:gd name="csX702" fmla="*/ 737614 w 1144639"/>
                <a:gd name="csY702" fmla="*/ 455276 h 560854"/>
                <a:gd name="csX703" fmla="*/ 739047 w 1144639"/>
                <a:gd name="csY703" fmla="*/ 453843 h 560854"/>
                <a:gd name="csX704" fmla="*/ 739047 w 1144639"/>
                <a:gd name="csY704" fmla="*/ 453365 h 560854"/>
                <a:gd name="csX705" fmla="*/ 737614 w 1144639"/>
                <a:gd name="csY705" fmla="*/ 453843 h 560854"/>
                <a:gd name="csX706" fmla="*/ 735226 w 1144639"/>
                <a:gd name="csY706" fmla="*/ 455754 h 560854"/>
                <a:gd name="csX707" fmla="*/ 728060 w 1144639"/>
                <a:gd name="csY707" fmla="*/ 456709 h 560854"/>
                <a:gd name="csX708" fmla="*/ 728060 w 1144639"/>
                <a:gd name="csY708" fmla="*/ 456232 h 560854"/>
                <a:gd name="csX709" fmla="*/ 729971 w 1144639"/>
                <a:gd name="csY709" fmla="*/ 456232 h 560854"/>
                <a:gd name="csX710" fmla="*/ 731881 w 1144639"/>
                <a:gd name="csY710" fmla="*/ 455276 h 560854"/>
                <a:gd name="csX711" fmla="*/ 731881 w 1144639"/>
                <a:gd name="csY711" fmla="*/ 454321 h 560854"/>
                <a:gd name="csX712" fmla="*/ 730926 w 1144639"/>
                <a:gd name="csY712" fmla="*/ 452887 h 560854"/>
                <a:gd name="csX713" fmla="*/ 729971 w 1144639"/>
                <a:gd name="csY713" fmla="*/ 452887 h 560854"/>
                <a:gd name="csX714" fmla="*/ 729493 w 1144639"/>
                <a:gd name="csY714" fmla="*/ 451932 h 560854"/>
                <a:gd name="csX715" fmla="*/ 729493 w 1144639"/>
                <a:gd name="csY715" fmla="*/ 449543 h 560854"/>
                <a:gd name="csX716" fmla="*/ 729015 w 1144639"/>
                <a:gd name="csY716" fmla="*/ 448588 h 560854"/>
                <a:gd name="csX717" fmla="*/ 727582 w 1144639"/>
                <a:gd name="csY717" fmla="*/ 447155 h 560854"/>
                <a:gd name="csX718" fmla="*/ 727104 w 1144639"/>
                <a:gd name="csY718" fmla="*/ 447155 h 560854"/>
                <a:gd name="csX719" fmla="*/ 726149 w 1144639"/>
                <a:gd name="csY719" fmla="*/ 449543 h 560854"/>
                <a:gd name="csX720" fmla="*/ 725671 w 1144639"/>
                <a:gd name="csY720" fmla="*/ 452887 h 560854"/>
                <a:gd name="csX721" fmla="*/ 725193 w 1144639"/>
                <a:gd name="csY721" fmla="*/ 453843 h 560854"/>
                <a:gd name="csX722" fmla="*/ 722805 w 1144639"/>
                <a:gd name="csY722" fmla="*/ 453843 h 560854"/>
                <a:gd name="csX723" fmla="*/ 720894 w 1144639"/>
                <a:gd name="csY723" fmla="*/ 453843 h 560854"/>
                <a:gd name="csX724" fmla="*/ 714206 w 1144639"/>
                <a:gd name="csY724" fmla="*/ 454321 h 560854"/>
                <a:gd name="csX725" fmla="*/ 711817 w 1144639"/>
                <a:gd name="csY725" fmla="*/ 452887 h 560854"/>
                <a:gd name="csX726" fmla="*/ 710862 w 1144639"/>
                <a:gd name="csY726" fmla="*/ 452887 h 560854"/>
                <a:gd name="csX727" fmla="*/ 709906 w 1144639"/>
                <a:gd name="csY727" fmla="*/ 452887 h 560854"/>
                <a:gd name="csX728" fmla="*/ 707040 w 1144639"/>
                <a:gd name="csY728" fmla="*/ 453843 h 560854"/>
                <a:gd name="csX729" fmla="*/ 703696 w 1144639"/>
                <a:gd name="csY729" fmla="*/ 454799 h 560854"/>
                <a:gd name="csX730" fmla="*/ 702740 w 1144639"/>
                <a:gd name="csY730" fmla="*/ 454321 h 560854"/>
                <a:gd name="csX731" fmla="*/ 701785 w 1144639"/>
                <a:gd name="csY731" fmla="*/ 454321 h 560854"/>
                <a:gd name="csX732" fmla="*/ 699396 w 1144639"/>
                <a:gd name="csY732" fmla="*/ 456709 h 560854"/>
                <a:gd name="csX733" fmla="*/ 696530 w 1144639"/>
                <a:gd name="csY733" fmla="*/ 458142 h 560854"/>
                <a:gd name="csX734" fmla="*/ 689364 w 1144639"/>
                <a:gd name="csY734" fmla="*/ 455754 h 560854"/>
                <a:gd name="csX735" fmla="*/ 687453 w 1144639"/>
                <a:gd name="csY735" fmla="*/ 454321 h 560854"/>
                <a:gd name="csX736" fmla="*/ 685542 w 1144639"/>
                <a:gd name="csY736" fmla="*/ 453843 h 560854"/>
                <a:gd name="csX737" fmla="*/ 683631 w 1144639"/>
                <a:gd name="csY737" fmla="*/ 453843 h 560854"/>
                <a:gd name="csX738" fmla="*/ 681720 w 1144639"/>
                <a:gd name="csY738" fmla="*/ 455754 h 560854"/>
                <a:gd name="csX739" fmla="*/ 680287 w 1144639"/>
                <a:gd name="csY739" fmla="*/ 458620 h 560854"/>
                <a:gd name="csX740" fmla="*/ 682675 w 1144639"/>
                <a:gd name="csY740" fmla="*/ 460053 h 560854"/>
                <a:gd name="csX741" fmla="*/ 684586 w 1144639"/>
                <a:gd name="csY741" fmla="*/ 461009 h 560854"/>
                <a:gd name="csX742" fmla="*/ 688408 w 1144639"/>
                <a:gd name="csY742" fmla="*/ 460531 h 560854"/>
                <a:gd name="csX743" fmla="*/ 690319 w 1144639"/>
                <a:gd name="csY743" fmla="*/ 459098 h 560854"/>
                <a:gd name="csX744" fmla="*/ 692230 w 1144639"/>
                <a:gd name="csY744" fmla="*/ 459098 h 560854"/>
                <a:gd name="csX745" fmla="*/ 692708 w 1144639"/>
                <a:gd name="csY745" fmla="*/ 458620 h 560854"/>
                <a:gd name="csX746" fmla="*/ 693663 w 1144639"/>
                <a:gd name="csY746" fmla="*/ 458142 h 560854"/>
                <a:gd name="csX747" fmla="*/ 695096 w 1144639"/>
                <a:gd name="csY747" fmla="*/ 458620 h 560854"/>
                <a:gd name="csX748" fmla="*/ 695096 w 1144639"/>
                <a:gd name="csY748" fmla="*/ 459098 h 560854"/>
                <a:gd name="csX749" fmla="*/ 694141 w 1144639"/>
                <a:gd name="csY749" fmla="*/ 460053 h 560854"/>
                <a:gd name="csX750" fmla="*/ 692708 w 1144639"/>
                <a:gd name="csY750" fmla="*/ 460531 h 560854"/>
                <a:gd name="csX751" fmla="*/ 691752 w 1144639"/>
                <a:gd name="csY751" fmla="*/ 461487 h 560854"/>
                <a:gd name="csX752" fmla="*/ 693185 w 1144639"/>
                <a:gd name="csY752" fmla="*/ 462920 h 560854"/>
                <a:gd name="csX753" fmla="*/ 695574 w 1144639"/>
                <a:gd name="csY753" fmla="*/ 463398 h 560854"/>
                <a:gd name="csX754" fmla="*/ 696530 w 1144639"/>
                <a:gd name="csY754" fmla="*/ 463398 h 560854"/>
                <a:gd name="csX755" fmla="*/ 697007 w 1144639"/>
                <a:gd name="csY755" fmla="*/ 461487 h 560854"/>
                <a:gd name="csX756" fmla="*/ 698440 w 1144639"/>
                <a:gd name="csY756" fmla="*/ 460531 h 560854"/>
                <a:gd name="csX757" fmla="*/ 700351 w 1144639"/>
                <a:gd name="csY757" fmla="*/ 460531 h 560854"/>
                <a:gd name="csX758" fmla="*/ 699874 w 1144639"/>
                <a:gd name="csY758" fmla="*/ 461487 h 560854"/>
                <a:gd name="csX759" fmla="*/ 700351 w 1144639"/>
                <a:gd name="csY759" fmla="*/ 461964 h 560854"/>
                <a:gd name="csX760" fmla="*/ 700829 w 1144639"/>
                <a:gd name="csY760" fmla="*/ 463398 h 560854"/>
                <a:gd name="csX761" fmla="*/ 700829 w 1144639"/>
                <a:gd name="csY761" fmla="*/ 464831 h 560854"/>
                <a:gd name="csX762" fmla="*/ 700829 w 1144639"/>
                <a:gd name="csY762" fmla="*/ 465308 h 560854"/>
                <a:gd name="csX763" fmla="*/ 698918 w 1144639"/>
                <a:gd name="csY763" fmla="*/ 466264 h 560854"/>
                <a:gd name="csX764" fmla="*/ 697485 w 1144639"/>
                <a:gd name="csY764" fmla="*/ 466264 h 560854"/>
                <a:gd name="csX765" fmla="*/ 696530 w 1144639"/>
                <a:gd name="csY765" fmla="*/ 467219 h 560854"/>
                <a:gd name="csX766" fmla="*/ 697007 w 1144639"/>
                <a:gd name="csY766" fmla="*/ 467697 h 560854"/>
                <a:gd name="csX767" fmla="*/ 695574 w 1144639"/>
                <a:gd name="csY767" fmla="*/ 468175 h 560854"/>
                <a:gd name="csX768" fmla="*/ 695096 w 1144639"/>
                <a:gd name="csY768" fmla="*/ 468175 h 560854"/>
                <a:gd name="csX769" fmla="*/ 694619 w 1144639"/>
                <a:gd name="csY769" fmla="*/ 468175 h 560854"/>
                <a:gd name="csX770" fmla="*/ 694619 w 1144639"/>
                <a:gd name="csY770" fmla="*/ 469130 h 560854"/>
                <a:gd name="csX771" fmla="*/ 693663 w 1144639"/>
                <a:gd name="csY771" fmla="*/ 469608 h 560854"/>
                <a:gd name="csX772" fmla="*/ 694619 w 1144639"/>
                <a:gd name="csY772" fmla="*/ 471041 h 560854"/>
                <a:gd name="csX773" fmla="*/ 696530 w 1144639"/>
                <a:gd name="csY773" fmla="*/ 471997 h 560854"/>
                <a:gd name="csX774" fmla="*/ 697963 w 1144639"/>
                <a:gd name="csY774" fmla="*/ 473430 h 560854"/>
                <a:gd name="csX775" fmla="*/ 703218 w 1144639"/>
                <a:gd name="csY775" fmla="*/ 475341 h 560854"/>
                <a:gd name="csX776" fmla="*/ 704651 w 1144639"/>
                <a:gd name="csY776" fmla="*/ 475341 h 560854"/>
                <a:gd name="csX777" fmla="*/ 705606 w 1144639"/>
                <a:gd name="csY777" fmla="*/ 477252 h 560854"/>
                <a:gd name="csX778" fmla="*/ 706562 w 1144639"/>
                <a:gd name="csY778" fmla="*/ 477729 h 560854"/>
                <a:gd name="csX779" fmla="*/ 707995 w 1144639"/>
                <a:gd name="csY779" fmla="*/ 478207 h 560854"/>
                <a:gd name="csX780" fmla="*/ 707517 w 1144639"/>
                <a:gd name="csY780" fmla="*/ 479163 h 560854"/>
                <a:gd name="csX781" fmla="*/ 706084 w 1144639"/>
                <a:gd name="csY781" fmla="*/ 480118 h 560854"/>
                <a:gd name="csX782" fmla="*/ 705606 w 1144639"/>
                <a:gd name="csY782" fmla="*/ 481551 h 560854"/>
                <a:gd name="csX783" fmla="*/ 705129 w 1144639"/>
                <a:gd name="csY783" fmla="*/ 482029 h 560854"/>
                <a:gd name="csX784" fmla="*/ 704173 w 1144639"/>
                <a:gd name="csY784" fmla="*/ 481074 h 560854"/>
                <a:gd name="csX785" fmla="*/ 703218 w 1144639"/>
                <a:gd name="csY785" fmla="*/ 480596 h 560854"/>
                <a:gd name="csX786" fmla="*/ 701307 w 1144639"/>
                <a:gd name="csY786" fmla="*/ 482507 h 560854"/>
                <a:gd name="csX787" fmla="*/ 700829 w 1144639"/>
                <a:gd name="csY787" fmla="*/ 482507 h 560854"/>
                <a:gd name="csX788" fmla="*/ 700829 w 1144639"/>
                <a:gd name="csY788" fmla="*/ 481074 h 560854"/>
                <a:gd name="csX789" fmla="*/ 700351 w 1144639"/>
                <a:gd name="csY789" fmla="*/ 480118 h 560854"/>
                <a:gd name="csX790" fmla="*/ 699396 w 1144639"/>
                <a:gd name="csY790" fmla="*/ 478207 h 560854"/>
                <a:gd name="csX791" fmla="*/ 697963 w 1144639"/>
                <a:gd name="csY791" fmla="*/ 477252 h 560854"/>
                <a:gd name="csX792" fmla="*/ 696530 w 1144639"/>
                <a:gd name="csY792" fmla="*/ 476774 h 560854"/>
                <a:gd name="csX793" fmla="*/ 695574 w 1144639"/>
                <a:gd name="csY793" fmla="*/ 475818 h 560854"/>
                <a:gd name="csX794" fmla="*/ 694619 w 1144639"/>
                <a:gd name="csY794" fmla="*/ 475818 h 560854"/>
                <a:gd name="csX795" fmla="*/ 693663 w 1144639"/>
                <a:gd name="csY795" fmla="*/ 475818 h 560854"/>
                <a:gd name="csX796" fmla="*/ 692230 w 1144639"/>
                <a:gd name="csY796" fmla="*/ 475341 h 560854"/>
                <a:gd name="csX797" fmla="*/ 692230 w 1144639"/>
                <a:gd name="csY797" fmla="*/ 474385 h 560854"/>
                <a:gd name="csX798" fmla="*/ 691752 w 1144639"/>
                <a:gd name="csY798" fmla="*/ 473908 h 560854"/>
                <a:gd name="csX799" fmla="*/ 690797 w 1144639"/>
                <a:gd name="csY799" fmla="*/ 472952 h 560854"/>
                <a:gd name="csX800" fmla="*/ 685064 w 1144639"/>
                <a:gd name="csY800" fmla="*/ 471041 h 560854"/>
                <a:gd name="csX801" fmla="*/ 685064 w 1144639"/>
                <a:gd name="csY801" fmla="*/ 471997 h 560854"/>
                <a:gd name="csX802" fmla="*/ 685542 w 1144639"/>
                <a:gd name="csY802" fmla="*/ 472474 h 560854"/>
                <a:gd name="csX803" fmla="*/ 686497 w 1144639"/>
                <a:gd name="csY803" fmla="*/ 472952 h 560854"/>
                <a:gd name="csX804" fmla="*/ 687453 w 1144639"/>
                <a:gd name="csY804" fmla="*/ 473430 h 560854"/>
                <a:gd name="csX805" fmla="*/ 686975 w 1144639"/>
                <a:gd name="csY805" fmla="*/ 475341 h 560854"/>
                <a:gd name="csX806" fmla="*/ 686975 w 1144639"/>
                <a:gd name="csY806" fmla="*/ 476296 h 560854"/>
                <a:gd name="csX807" fmla="*/ 686497 w 1144639"/>
                <a:gd name="csY807" fmla="*/ 477252 h 560854"/>
                <a:gd name="csX808" fmla="*/ 686020 w 1144639"/>
                <a:gd name="csY808" fmla="*/ 478685 h 560854"/>
                <a:gd name="csX809" fmla="*/ 685542 w 1144639"/>
                <a:gd name="csY809" fmla="*/ 479640 h 560854"/>
                <a:gd name="csX810" fmla="*/ 684108 w 1144639"/>
                <a:gd name="csY810" fmla="*/ 480118 h 560854"/>
                <a:gd name="csX811" fmla="*/ 683153 w 1144639"/>
                <a:gd name="csY811" fmla="*/ 479640 h 560854"/>
                <a:gd name="csX812" fmla="*/ 682198 w 1144639"/>
                <a:gd name="csY812" fmla="*/ 476774 h 560854"/>
                <a:gd name="csX813" fmla="*/ 680765 w 1144639"/>
                <a:gd name="csY813" fmla="*/ 476296 h 560854"/>
                <a:gd name="csX814" fmla="*/ 678376 w 1144639"/>
                <a:gd name="csY814" fmla="*/ 476296 h 560854"/>
                <a:gd name="csX815" fmla="*/ 676465 w 1144639"/>
                <a:gd name="csY815" fmla="*/ 476774 h 560854"/>
                <a:gd name="csX816" fmla="*/ 675032 w 1144639"/>
                <a:gd name="csY816" fmla="*/ 479163 h 560854"/>
                <a:gd name="csX817" fmla="*/ 673121 w 1144639"/>
                <a:gd name="csY817" fmla="*/ 479640 h 560854"/>
                <a:gd name="csX818" fmla="*/ 668343 w 1144639"/>
                <a:gd name="csY818" fmla="*/ 478207 h 560854"/>
                <a:gd name="csX819" fmla="*/ 662611 w 1144639"/>
                <a:gd name="csY819" fmla="*/ 476296 h 560854"/>
                <a:gd name="csX820" fmla="*/ 662611 w 1144639"/>
                <a:gd name="csY820" fmla="*/ 475818 h 560854"/>
                <a:gd name="csX821" fmla="*/ 663566 w 1144639"/>
                <a:gd name="csY821" fmla="*/ 475341 h 560854"/>
                <a:gd name="csX822" fmla="*/ 665477 w 1144639"/>
                <a:gd name="csY822" fmla="*/ 475818 h 560854"/>
                <a:gd name="csX823" fmla="*/ 665477 w 1144639"/>
                <a:gd name="csY823" fmla="*/ 474863 h 560854"/>
                <a:gd name="csX824" fmla="*/ 663566 w 1144639"/>
                <a:gd name="csY824" fmla="*/ 472952 h 560854"/>
                <a:gd name="csX825" fmla="*/ 663089 w 1144639"/>
                <a:gd name="csY825" fmla="*/ 471997 h 560854"/>
                <a:gd name="csX826" fmla="*/ 663566 w 1144639"/>
                <a:gd name="csY826" fmla="*/ 470564 h 560854"/>
                <a:gd name="csX827" fmla="*/ 663089 w 1144639"/>
                <a:gd name="csY827" fmla="*/ 470564 h 560854"/>
                <a:gd name="csX828" fmla="*/ 661655 w 1144639"/>
                <a:gd name="csY828" fmla="*/ 471519 h 560854"/>
                <a:gd name="csX829" fmla="*/ 658311 w 1144639"/>
                <a:gd name="csY829" fmla="*/ 471041 h 560854"/>
                <a:gd name="csX830" fmla="*/ 657356 w 1144639"/>
                <a:gd name="csY830" fmla="*/ 469608 h 560854"/>
                <a:gd name="csX831" fmla="*/ 654967 w 1144639"/>
                <a:gd name="csY831" fmla="*/ 466742 h 560854"/>
                <a:gd name="csX832" fmla="*/ 652101 w 1144639"/>
                <a:gd name="csY832" fmla="*/ 466742 h 560854"/>
                <a:gd name="csX833" fmla="*/ 650667 w 1144639"/>
                <a:gd name="csY833" fmla="*/ 464831 h 560854"/>
                <a:gd name="csX834" fmla="*/ 648279 w 1144639"/>
                <a:gd name="csY834" fmla="*/ 465786 h 560854"/>
                <a:gd name="csX835" fmla="*/ 646846 w 1144639"/>
                <a:gd name="csY835" fmla="*/ 466742 h 560854"/>
                <a:gd name="csX836" fmla="*/ 645890 w 1144639"/>
                <a:gd name="csY836" fmla="*/ 467697 h 560854"/>
                <a:gd name="csX837" fmla="*/ 646368 w 1144639"/>
                <a:gd name="csY837" fmla="*/ 468652 h 560854"/>
                <a:gd name="csX838" fmla="*/ 647324 w 1144639"/>
                <a:gd name="csY838" fmla="*/ 469608 h 560854"/>
                <a:gd name="csX839" fmla="*/ 646846 w 1144639"/>
                <a:gd name="csY839" fmla="*/ 470086 h 560854"/>
                <a:gd name="csX840" fmla="*/ 643501 w 1144639"/>
                <a:gd name="csY840" fmla="*/ 470564 h 560854"/>
                <a:gd name="csX841" fmla="*/ 635380 w 1144639"/>
                <a:gd name="csY841" fmla="*/ 470086 h 560854"/>
                <a:gd name="csX842" fmla="*/ 632992 w 1144639"/>
                <a:gd name="csY842" fmla="*/ 469130 h 560854"/>
                <a:gd name="csX843" fmla="*/ 629648 w 1144639"/>
                <a:gd name="csY843" fmla="*/ 467697 h 560854"/>
                <a:gd name="csX844" fmla="*/ 625348 w 1144639"/>
                <a:gd name="csY844" fmla="*/ 466264 h 560854"/>
                <a:gd name="csX845" fmla="*/ 622959 w 1144639"/>
                <a:gd name="csY845" fmla="*/ 465786 h 560854"/>
                <a:gd name="csX846" fmla="*/ 621048 w 1144639"/>
                <a:gd name="csY846" fmla="*/ 466264 h 560854"/>
                <a:gd name="csX847" fmla="*/ 614838 w 1144639"/>
                <a:gd name="csY847" fmla="*/ 466264 h 560854"/>
                <a:gd name="csX848" fmla="*/ 613405 w 1144639"/>
                <a:gd name="csY848" fmla="*/ 466742 h 560854"/>
                <a:gd name="csX849" fmla="*/ 612449 w 1144639"/>
                <a:gd name="csY849" fmla="*/ 467219 h 560854"/>
                <a:gd name="csX850" fmla="*/ 611494 w 1144639"/>
                <a:gd name="csY850" fmla="*/ 466742 h 560854"/>
                <a:gd name="csX851" fmla="*/ 611016 w 1144639"/>
                <a:gd name="csY851" fmla="*/ 465308 h 560854"/>
                <a:gd name="csX852" fmla="*/ 611971 w 1144639"/>
                <a:gd name="csY852" fmla="*/ 465308 h 560854"/>
                <a:gd name="csX853" fmla="*/ 612927 w 1144639"/>
                <a:gd name="csY853" fmla="*/ 464831 h 560854"/>
                <a:gd name="csX854" fmla="*/ 613405 w 1144639"/>
                <a:gd name="csY854" fmla="*/ 463398 h 560854"/>
                <a:gd name="csX855" fmla="*/ 613405 w 1144639"/>
                <a:gd name="csY855" fmla="*/ 462442 h 560854"/>
                <a:gd name="csX856" fmla="*/ 612927 w 1144639"/>
                <a:gd name="csY856" fmla="*/ 461964 h 560854"/>
                <a:gd name="csX857" fmla="*/ 611971 w 1144639"/>
                <a:gd name="csY857" fmla="*/ 461964 h 560854"/>
                <a:gd name="csX858" fmla="*/ 610060 w 1144639"/>
                <a:gd name="csY858" fmla="*/ 465308 h 560854"/>
                <a:gd name="csX859" fmla="*/ 611016 w 1144639"/>
                <a:gd name="csY859" fmla="*/ 467219 h 560854"/>
                <a:gd name="csX860" fmla="*/ 611016 w 1144639"/>
                <a:gd name="csY860" fmla="*/ 468175 h 560854"/>
                <a:gd name="csX861" fmla="*/ 607194 w 1144639"/>
                <a:gd name="csY861" fmla="*/ 468175 h 560854"/>
                <a:gd name="csX862" fmla="*/ 597640 w 1144639"/>
                <a:gd name="csY862" fmla="*/ 472474 h 560854"/>
                <a:gd name="csX863" fmla="*/ 593818 w 1144639"/>
                <a:gd name="csY863" fmla="*/ 474385 h 560854"/>
                <a:gd name="csX864" fmla="*/ 593818 w 1144639"/>
                <a:gd name="csY864" fmla="*/ 473908 h 560854"/>
                <a:gd name="csX865" fmla="*/ 598595 w 1144639"/>
                <a:gd name="csY865" fmla="*/ 471041 h 560854"/>
                <a:gd name="csX866" fmla="*/ 596684 w 1144639"/>
                <a:gd name="csY866" fmla="*/ 470564 h 560854"/>
                <a:gd name="csX867" fmla="*/ 594295 w 1144639"/>
                <a:gd name="csY867" fmla="*/ 471041 h 560854"/>
                <a:gd name="csX868" fmla="*/ 593340 w 1144639"/>
                <a:gd name="csY868" fmla="*/ 471041 h 560854"/>
                <a:gd name="csX869" fmla="*/ 594773 w 1144639"/>
                <a:gd name="csY869" fmla="*/ 468652 h 560854"/>
                <a:gd name="csX870" fmla="*/ 594295 w 1144639"/>
                <a:gd name="csY870" fmla="*/ 466742 h 560854"/>
                <a:gd name="csX871" fmla="*/ 592385 w 1144639"/>
                <a:gd name="csY871" fmla="*/ 466742 h 560854"/>
                <a:gd name="csX872" fmla="*/ 591429 w 1144639"/>
                <a:gd name="csY872" fmla="*/ 468175 h 560854"/>
                <a:gd name="csX873" fmla="*/ 590474 w 1144639"/>
                <a:gd name="csY873" fmla="*/ 468175 h 560854"/>
                <a:gd name="csX874" fmla="*/ 589518 w 1144639"/>
                <a:gd name="csY874" fmla="*/ 467697 h 560854"/>
                <a:gd name="csX875" fmla="*/ 588563 w 1144639"/>
                <a:gd name="csY875" fmla="*/ 467697 h 560854"/>
                <a:gd name="csX876" fmla="*/ 589041 w 1144639"/>
                <a:gd name="csY876" fmla="*/ 471519 h 560854"/>
                <a:gd name="csX877" fmla="*/ 590474 w 1144639"/>
                <a:gd name="csY877" fmla="*/ 472952 h 560854"/>
                <a:gd name="csX878" fmla="*/ 591429 w 1144639"/>
                <a:gd name="csY878" fmla="*/ 474863 h 560854"/>
                <a:gd name="csX879" fmla="*/ 588563 w 1144639"/>
                <a:gd name="csY879" fmla="*/ 476774 h 560854"/>
                <a:gd name="csX880" fmla="*/ 586174 w 1144639"/>
                <a:gd name="csY880" fmla="*/ 478685 h 560854"/>
                <a:gd name="csX881" fmla="*/ 586174 w 1144639"/>
                <a:gd name="csY881" fmla="*/ 480596 h 560854"/>
                <a:gd name="csX882" fmla="*/ 583785 w 1144639"/>
                <a:gd name="csY882" fmla="*/ 482984 h 560854"/>
                <a:gd name="csX883" fmla="*/ 581397 w 1144639"/>
                <a:gd name="csY883" fmla="*/ 484417 h 560854"/>
                <a:gd name="csX884" fmla="*/ 576142 w 1144639"/>
                <a:gd name="csY884" fmla="*/ 487762 h 560854"/>
                <a:gd name="csX885" fmla="*/ 574709 w 1144639"/>
                <a:gd name="csY885" fmla="*/ 488240 h 560854"/>
                <a:gd name="csX886" fmla="*/ 572320 w 1144639"/>
                <a:gd name="csY886" fmla="*/ 489673 h 560854"/>
                <a:gd name="csX887" fmla="*/ 568976 w 1144639"/>
                <a:gd name="csY887" fmla="*/ 490628 h 560854"/>
                <a:gd name="csX888" fmla="*/ 565632 w 1144639"/>
                <a:gd name="csY888" fmla="*/ 492539 h 560854"/>
                <a:gd name="csX889" fmla="*/ 564676 w 1144639"/>
                <a:gd name="csY889" fmla="*/ 493017 h 560854"/>
                <a:gd name="csX890" fmla="*/ 566587 w 1144639"/>
                <a:gd name="csY890" fmla="*/ 491583 h 560854"/>
                <a:gd name="csX891" fmla="*/ 568976 w 1144639"/>
                <a:gd name="csY891" fmla="*/ 490150 h 560854"/>
                <a:gd name="csX892" fmla="*/ 567065 w 1144639"/>
                <a:gd name="csY892" fmla="*/ 490150 h 560854"/>
                <a:gd name="csX893" fmla="*/ 563721 w 1144639"/>
                <a:gd name="csY893" fmla="*/ 489195 h 560854"/>
                <a:gd name="csX894" fmla="*/ 561810 w 1144639"/>
                <a:gd name="csY894" fmla="*/ 489195 h 560854"/>
                <a:gd name="csX895" fmla="*/ 561810 w 1144639"/>
                <a:gd name="csY895" fmla="*/ 490150 h 560854"/>
                <a:gd name="csX896" fmla="*/ 560377 w 1144639"/>
                <a:gd name="csY896" fmla="*/ 490628 h 560854"/>
                <a:gd name="csX897" fmla="*/ 558944 w 1144639"/>
                <a:gd name="csY897" fmla="*/ 489673 h 560854"/>
                <a:gd name="csX898" fmla="*/ 557988 w 1144639"/>
                <a:gd name="csY898" fmla="*/ 488717 h 560854"/>
                <a:gd name="csX899" fmla="*/ 557988 w 1144639"/>
                <a:gd name="csY899" fmla="*/ 488240 h 560854"/>
                <a:gd name="csX900" fmla="*/ 557033 w 1144639"/>
                <a:gd name="csY900" fmla="*/ 488240 h 560854"/>
                <a:gd name="csX901" fmla="*/ 556555 w 1144639"/>
                <a:gd name="csY901" fmla="*/ 488240 h 560854"/>
                <a:gd name="csX902" fmla="*/ 558944 w 1144639"/>
                <a:gd name="csY902" fmla="*/ 493017 h 560854"/>
                <a:gd name="csX903" fmla="*/ 559899 w 1144639"/>
                <a:gd name="csY903" fmla="*/ 493017 h 560854"/>
                <a:gd name="csX904" fmla="*/ 560854 w 1144639"/>
                <a:gd name="csY904" fmla="*/ 493494 h 560854"/>
                <a:gd name="csX905" fmla="*/ 559421 w 1144639"/>
                <a:gd name="csY905" fmla="*/ 494450 h 560854"/>
                <a:gd name="csX906" fmla="*/ 557988 w 1144639"/>
                <a:gd name="csY906" fmla="*/ 495406 h 560854"/>
                <a:gd name="csX907" fmla="*/ 556077 w 1144639"/>
                <a:gd name="csY907" fmla="*/ 495883 h 560854"/>
                <a:gd name="csX908" fmla="*/ 554166 w 1144639"/>
                <a:gd name="csY908" fmla="*/ 494450 h 560854"/>
                <a:gd name="csX909" fmla="*/ 553688 w 1144639"/>
                <a:gd name="csY909" fmla="*/ 496361 h 560854"/>
                <a:gd name="csX910" fmla="*/ 553211 w 1144639"/>
                <a:gd name="csY910" fmla="*/ 498272 h 560854"/>
                <a:gd name="csX911" fmla="*/ 552733 w 1144639"/>
                <a:gd name="csY911" fmla="*/ 498749 h 560854"/>
                <a:gd name="csX912" fmla="*/ 551778 w 1144639"/>
                <a:gd name="csY912" fmla="*/ 499705 h 560854"/>
                <a:gd name="csX913" fmla="*/ 551300 w 1144639"/>
                <a:gd name="csY913" fmla="*/ 499227 h 560854"/>
                <a:gd name="csX914" fmla="*/ 550822 w 1144639"/>
                <a:gd name="csY914" fmla="*/ 498272 h 560854"/>
                <a:gd name="csX915" fmla="*/ 550344 w 1144639"/>
                <a:gd name="csY915" fmla="*/ 499227 h 560854"/>
                <a:gd name="csX916" fmla="*/ 549389 w 1144639"/>
                <a:gd name="csY916" fmla="*/ 499705 h 560854"/>
                <a:gd name="csX917" fmla="*/ 547478 w 1144639"/>
                <a:gd name="csY917" fmla="*/ 499705 h 560854"/>
                <a:gd name="csX918" fmla="*/ 546522 w 1144639"/>
                <a:gd name="csY918" fmla="*/ 500183 h 560854"/>
                <a:gd name="csX919" fmla="*/ 546522 w 1144639"/>
                <a:gd name="csY919" fmla="*/ 500660 h 560854"/>
                <a:gd name="csX920" fmla="*/ 546522 w 1144639"/>
                <a:gd name="csY920" fmla="*/ 501616 h 560854"/>
                <a:gd name="csX921" fmla="*/ 548911 w 1144639"/>
                <a:gd name="csY921" fmla="*/ 501138 h 560854"/>
                <a:gd name="csX922" fmla="*/ 547956 w 1144639"/>
                <a:gd name="csY922" fmla="*/ 503049 h 560854"/>
                <a:gd name="csX923" fmla="*/ 546045 w 1144639"/>
                <a:gd name="csY923" fmla="*/ 505438 h 560854"/>
                <a:gd name="csX924" fmla="*/ 544612 w 1144639"/>
                <a:gd name="csY924" fmla="*/ 505915 h 560854"/>
                <a:gd name="csX925" fmla="*/ 542223 w 1144639"/>
                <a:gd name="csY925" fmla="*/ 505438 h 560854"/>
                <a:gd name="csX926" fmla="*/ 541268 w 1144639"/>
                <a:gd name="csY926" fmla="*/ 505915 h 560854"/>
                <a:gd name="csX927" fmla="*/ 540790 w 1144639"/>
                <a:gd name="csY927" fmla="*/ 506393 h 560854"/>
                <a:gd name="csX928" fmla="*/ 543656 w 1144639"/>
                <a:gd name="csY928" fmla="*/ 509737 h 560854"/>
                <a:gd name="csX929" fmla="*/ 541745 w 1144639"/>
                <a:gd name="csY929" fmla="*/ 514992 h 560854"/>
                <a:gd name="csX930" fmla="*/ 540790 w 1144639"/>
                <a:gd name="csY930" fmla="*/ 516425 h 560854"/>
                <a:gd name="csX931" fmla="*/ 539834 w 1144639"/>
                <a:gd name="csY931" fmla="*/ 516903 h 560854"/>
                <a:gd name="csX932" fmla="*/ 538879 w 1144639"/>
                <a:gd name="csY932" fmla="*/ 516903 h 560854"/>
                <a:gd name="csX933" fmla="*/ 536013 w 1144639"/>
                <a:gd name="csY933" fmla="*/ 515470 h 560854"/>
                <a:gd name="csX934" fmla="*/ 534102 w 1144639"/>
                <a:gd name="csY934" fmla="*/ 514037 h 560854"/>
                <a:gd name="csX935" fmla="*/ 535535 w 1144639"/>
                <a:gd name="csY935" fmla="*/ 517381 h 560854"/>
                <a:gd name="csX936" fmla="*/ 539834 w 1144639"/>
                <a:gd name="csY936" fmla="*/ 518336 h 560854"/>
                <a:gd name="csX937" fmla="*/ 539834 w 1144639"/>
                <a:gd name="csY937" fmla="*/ 519770 h 560854"/>
                <a:gd name="csX938" fmla="*/ 539834 w 1144639"/>
                <a:gd name="csY938" fmla="*/ 520725 h 560854"/>
                <a:gd name="csX939" fmla="*/ 539357 w 1144639"/>
                <a:gd name="csY939" fmla="*/ 522158 h 560854"/>
                <a:gd name="csX940" fmla="*/ 538401 w 1144639"/>
                <a:gd name="csY940" fmla="*/ 524069 h 560854"/>
                <a:gd name="csX941" fmla="*/ 538879 w 1144639"/>
                <a:gd name="csY941" fmla="*/ 525025 h 560854"/>
                <a:gd name="csX942" fmla="*/ 539834 w 1144639"/>
                <a:gd name="csY942" fmla="*/ 528369 h 560854"/>
                <a:gd name="csX943" fmla="*/ 540312 w 1144639"/>
                <a:gd name="csY943" fmla="*/ 529802 h 560854"/>
                <a:gd name="csX944" fmla="*/ 540790 w 1144639"/>
                <a:gd name="csY944" fmla="*/ 533624 h 560854"/>
                <a:gd name="csX945" fmla="*/ 541268 w 1144639"/>
                <a:gd name="csY945" fmla="*/ 535535 h 560854"/>
                <a:gd name="csX946" fmla="*/ 545089 w 1144639"/>
                <a:gd name="csY946" fmla="*/ 542223 h 560854"/>
                <a:gd name="csX947" fmla="*/ 546522 w 1144639"/>
                <a:gd name="csY947" fmla="*/ 542223 h 560854"/>
                <a:gd name="csX948" fmla="*/ 546522 w 1144639"/>
                <a:gd name="csY948" fmla="*/ 543178 h 560854"/>
                <a:gd name="csX949" fmla="*/ 546522 w 1144639"/>
                <a:gd name="csY949" fmla="*/ 544134 h 560854"/>
                <a:gd name="csX950" fmla="*/ 546522 w 1144639"/>
                <a:gd name="csY950" fmla="*/ 544134 h 560854"/>
                <a:gd name="csX951" fmla="*/ 543656 w 1144639"/>
                <a:gd name="csY951" fmla="*/ 544612 h 560854"/>
                <a:gd name="csX952" fmla="*/ 542701 w 1144639"/>
                <a:gd name="csY952" fmla="*/ 545567 h 560854"/>
                <a:gd name="csX953" fmla="*/ 542701 w 1144639"/>
                <a:gd name="csY953" fmla="*/ 546045 h 560854"/>
                <a:gd name="csX954" fmla="*/ 542223 w 1144639"/>
                <a:gd name="csY954" fmla="*/ 546045 h 560854"/>
                <a:gd name="csX955" fmla="*/ 542223 w 1144639"/>
                <a:gd name="csY955" fmla="*/ 546045 h 560854"/>
                <a:gd name="csX956" fmla="*/ 540790 w 1144639"/>
                <a:gd name="csY956" fmla="*/ 545567 h 560854"/>
                <a:gd name="csX957" fmla="*/ 537923 w 1144639"/>
                <a:gd name="csY957" fmla="*/ 543656 h 560854"/>
                <a:gd name="csX958" fmla="*/ 533624 w 1144639"/>
                <a:gd name="csY958" fmla="*/ 542701 h 560854"/>
                <a:gd name="csX959" fmla="*/ 527891 w 1144639"/>
                <a:gd name="csY959" fmla="*/ 542223 h 560854"/>
                <a:gd name="csX960" fmla="*/ 527891 w 1144639"/>
                <a:gd name="csY960" fmla="*/ 542223 h 560854"/>
                <a:gd name="csX961" fmla="*/ 524069 w 1144639"/>
                <a:gd name="csY961" fmla="*/ 541267 h 560854"/>
                <a:gd name="csX962" fmla="*/ 522158 w 1144639"/>
                <a:gd name="csY962" fmla="*/ 539834 h 560854"/>
                <a:gd name="csX963" fmla="*/ 519770 w 1144639"/>
                <a:gd name="csY963" fmla="*/ 538879 h 560854"/>
                <a:gd name="csX964" fmla="*/ 517859 w 1144639"/>
                <a:gd name="csY964" fmla="*/ 538879 h 560854"/>
                <a:gd name="csX965" fmla="*/ 515948 w 1144639"/>
                <a:gd name="csY965" fmla="*/ 537923 h 560854"/>
                <a:gd name="csX966" fmla="*/ 514515 w 1144639"/>
                <a:gd name="csY966" fmla="*/ 536490 h 560854"/>
                <a:gd name="csX967" fmla="*/ 512126 w 1144639"/>
                <a:gd name="csY967" fmla="*/ 536013 h 560854"/>
                <a:gd name="csX968" fmla="*/ 509260 w 1144639"/>
                <a:gd name="csY968" fmla="*/ 535535 h 560854"/>
                <a:gd name="csX969" fmla="*/ 507826 w 1144639"/>
                <a:gd name="csY969" fmla="*/ 534579 h 560854"/>
                <a:gd name="csX970" fmla="*/ 506393 w 1144639"/>
                <a:gd name="csY970" fmla="*/ 532190 h 560854"/>
                <a:gd name="csX971" fmla="*/ 506393 w 1144639"/>
                <a:gd name="csY971" fmla="*/ 532190 h 560854"/>
                <a:gd name="csX972" fmla="*/ 505438 w 1144639"/>
                <a:gd name="csY972" fmla="*/ 528369 h 560854"/>
                <a:gd name="csX973" fmla="*/ 504005 w 1144639"/>
                <a:gd name="csY973" fmla="*/ 525502 h 560854"/>
                <a:gd name="csX974" fmla="*/ 501138 w 1144639"/>
                <a:gd name="csY974" fmla="*/ 522636 h 560854"/>
                <a:gd name="csX975" fmla="*/ 500661 w 1144639"/>
                <a:gd name="csY975" fmla="*/ 522158 h 560854"/>
                <a:gd name="csX976" fmla="*/ 500661 w 1144639"/>
                <a:gd name="csY976" fmla="*/ 521681 h 560854"/>
                <a:gd name="csX977" fmla="*/ 501138 w 1144639"/>
                <a:gd name="csY977" fmla="*/ 519770 h 560854"/>
                <a:gd name="csX978" fmla="*/ 500661 w 1144639"/>
                <a:gd name="csY978" fmla="*/ 518336 h 560854"/>
                <a:gd name="csX979" fmla="*/ 499705 w 1144639"/>
                <a:gd name="csY979" fmla="*/ 517381 h 560854"/>
                <a:gd name="csX980" fmla="*/ 499705 w 1144639"/>
                <a:gd name="csY980" fmla="*/ 516425 h 560854"/>
                <a:gd name="csX981" fmla="*/ 500183 w 1144639"/>
                <a:gd name="csY981" fmla="*/ 515470 h 560854"/>
                <a:gd name="csX982" fmla="*/ 500183 w 1144639"/>
                <a:gd name="csY982" fmla="*/ 514037 h 560854"/>
                <a:gd name="csX983" fmla="*/ 499705 w 1144639"/>
                <a:gd name="csY983" fmla="*/ 512126 h 560854"/>
                <a:gd name="csX984" fmla="*/ 497794 w 1144639"/>
                <a:gd name="csY984" fmla="*/ 510215 h 560854"/>
                <a:gd name="csX985" fmla="*/ 494928 w 1144639"/>
                <a:gd name="csY985" fmla="*/ 508304 h 560854"/>
                <a:gd name="csX986" fmla="*/ 492061 w 1144639"/>
                <a:gd name="csY986" fmla="*/ 505438 h 560854"/>
                <a:gd name="csX987" fmla="*/ 490150 w 1144639"/>
                <a:gd name="csY987" fmla="*/ 502094 h 560854"/>
                <a:gd name="csX988" fmla="*/ 487762 w 1144639"/>
                <a:gd name="csY988" fmla="*/ 499227 h 560854"/>
                <a:gd name="csX989" fmla="*/ 487762 w 1144639"/>
                <a:gd name="csY989" fmla="*/ 499227 h 560854"/>
                <a:gd name="csX990" fmla="*/ 485373 w 1144639"/>
                <a:gd name="csY990" fmla="*/ 497794 h 560854"/>
                <a:gd name="csX991" fmla="*/ 483940 w 1144639"/>
                <a:gd name="csY991" fmla="*/ 496361 h 560854"/>
                <a:gd name="csX992" fmla="*/ 483462 w 1144639"/>
                <a:gd name="csY992" fmla="*/ 493972 h 560854"/>
                <a:gd name="csX993" fmla="*/ 482984 w 1144639"/>
                <a:gd name="csY993" fmla="*/ 493017 h 560854"/>
                <a:gd name="csX994" fmla="*/ 483462 w 1144639"/>
                <a:gd name="csY994" fmla="*/ 492539 h 560854"/>
                <a:gd name="csX995" fmla="*/ 482029 w 1144639"/>
                <a:gd name="csY995" fmla="*/ 490150 h 560854"/>
                <a:gd name="csX996" fmla="*/ 479163 w 1144639"/>
                <a:gd name="csY996" fmla="*/ 485851 h 560854"/>
                <a:gd name="csX997" fmla="*/ 477252 w 1144639"/>
                <a:gd name="csY997" fmla="*/ 482984 h 560854"/>
                <a:gd name="csX998" fmla="*/ 476774 w 1144639"/>
                <a:gd name="csY998" fmla="*/ 481074 h 560854"/>
                <a:gd name="csX999" fmla="*/ 474863 w 1144639"/>
                <a:gd name="csY999" fmla="*/ 478685 h 560854"/>
                <a:gd name="csX1000" fmla="*/ 471519 w 1144639"/>
                <a:gd name="csY1000" fmla="*/ 475818 h 560854"/>
                <a:gd name="csX1001" fmla="*/ 469608 w 1144639"/>
                <a:gd name="csY1001" fmla="*/ 473908 h 560854"/>
                <a:gd name="csX1002" fmla="*/ 469130 w 1144639"/>
                <a:gd name="csY1002" fmla="*/ 472952 h 560854"/>
                <a:gd name="csX1003" fmla="*/ 469130 w 1144639"/>
                <a:gd name="csY1003" fmla="*/ 472952 h 560854"/>
                <a:gd name="csX1004" fmla="*/ 464353 w 1144639"/>
                <a:gd name="csY1004" fmla="*/ 469130 h 560854"/>
                <a:gd name="csX1005" fmla="*/ 462442 w 1144639"/>
                <a:gd name="csY1005" fmla="*/ 466742 h 560854"/>
                <a:gd name="csX1006" fmla="*/ 461487 w 1144639"/>
                <a:gd name="csY1006" fmla="*/ 466264 h 560854"/>
                <a:gd name="csX1007" fmla="*/ 461487 w 1144639"/>
                <a:gd name="csY1007" fmla="*/ 466264 h 560854"/>
                <a:gd name="csX1008" fmla="*/ 460054 w 1144639"/>
                <a:gd name="csY1008" fmla="*/ 466264 h 560854"/>
                <a:gd name="csX1009" fmla="*/ 459576 w 1144639"/>
                <a:gd name="csY1009" fmla="*/ 466264 h 560854"/>
                <a:gd name="csX1010" fmla="*/ 459098 w 1144639"/>
                <a:gd name="csY1010" fmla="*/ 465308 h 560854"/>
                <a:gd name="csX1011" fmla="*/ 459098 w 1144639"/>
                <a:gd name="csY1011" fmla="*/ 465308 h 560854"/>
                <a:gd name="csX1012" fmla="*/ 458620 w 1144639"/>
                <a:gd name="csY1012" fmla="*/ 465308 h 560854"/>
                <a:gd name="csX1013" fmla="*/ 458143 w 1144639"/>
                <a:gd name="csY1013" fmla="*/ 465786 h 560854"/>
                <a:gd name="csX1014" fmla="*/ 455276 w 1144639"/>
                <a:gd name="csY1014" fmla="*/ 466264 h 560854"/>
                <a:gd name="csX1015" fmla="*/ 450499 w 1144639"/>
                <a:gd name="csY1015" fmla="*/ 465786 h 560854"/>
                <a:gd name="csX1016" fmla="*/ 447155 w 1144639"/>
                <a:gd name="csY1016" fmla="*/ 465308 h 560854"/>
                <a:gd name="csX1017" fmla="*/ 447155 w 1144639"/>
                <a:gd name="csY1017" fmla="*/ 465308 h 560854"/>
                <a:gd name="csX1018" fmla="*/ 444766 w 1144639"/>
                <a:gd name="csY1018" fmla="*/ 464353 h 560854"/>
                <a:gd name="csX1019" fmla="*/ 444766 w 1144639"/>
                <a:gd name="csY1019" fmla="*/ 464353 h 560854"/>
                <a:gd name="csX1020" fmla="*/ 443333 w 1144639"/>
                <a:gd name="csY1020" fmla="*/ 464353 h 560854"/>
                <a:gd name="csX1021" fmla="*/ 442855 w 1144639"/>
                <a:gd name="csY1021" fmla="*/ 465786 h 560854"/>
                <a:gd name="csX1022" fmla="*/ 442377 w 1144639"/>
                <a:gd name="csY1022" fmla="*/ 465786 h 560854"/>
                <a:gd name="csX1023" fmla="*/ 440944 w 1144639"/>
                <a:gd name="csY1023" fmla="*/ 466264 h 560854"/>
                <a:gd name="csX1024" fmla="*/ 438078 w 1144639"/>
                <a:gd name="csY1024" fmla="*/ 466742 h 560854"/>
                <a:gd name="csX1025" fmla="*/ 435689 w 1144639"/>
                <a:gd name="csY1025" fmla="*/ 469130 h 560854"/>
                <a:gd name="csX1026" fmla="*/ 433778 w 1144639"/>
                <a:gd name="csY1026" fmla="*/ 472952 h 560854"/>
                <a:gd name="csX1027" fmla="*/ 432823 w 1144639"/>
                <a:gd name="csY1027" fmla="*/ 475818 h 560854"/>
                <a:gd name="csX1028" fmla="*/ 433301 w 1144639"/>
                <a:gd name="csY1028" fmla="*/ 476774 h 560854"/>
                <a:gd name="csX1029" fmla="*/ 432823 w 1144639"/>
                <a:gd name="csY1029" fmla="*/ 477729 h 560854"/>
                <a:gd name="csX1030" fmla="*/ 432345 w 1144639"/>
                <a:gd name="csY1030" fmla="*/ 477729 h 560854"/>
                <a:gd name="csX1031" fmla="*/ 431390 w 1144639"/>
                <a:gd name="csY1031" fmla="*/ 478207 h 560854"/>
                <a:gd name="csX1032" fmla="*/ 429957 w 1144639"/>
                <a:gd name="csY1032" fmla="*/ 479640 h 560854"/>
                <a:gd name="csX1033" fmla="*/ 428523 w 1144639"/>
                <a:gd name="csY1033" fmla="*/ 481551 h 560854"/>
                <a:gd name="csX1034" fmla="*/ 428523 w 1144639"/>
                <a:gd name="csY1034" fmla="*/ 481551 h 560854"/>
                <a:gd name="csX1035" fmla="*/ 427090 w 1144639"/>
                <a:gd name="csY1035" fmla="*/ 482507 h 560854"/>
                <a:gd name="csX1036" fmla="*/ 427090 w 1144639"/>
                <a:gd name="csY1036" fmla="*/ 482507 h 560854"/>
                <a:gd name="csX1037" fmla="*/ 425179 w 1144639"/>
                <a:gd name="csY1037" fmla="*/ 482507 h 560854"/>
                <a:gd name="csX1038" fmla="*/ 422313 w 1144639"/>
                <a:gd name="csY1038" fmla="*/ 481074 h 560854"/>
                <a:gd name="csX1039" fmla="*/ 417536 w 1144639"/>
                <a:gd name="csY1039" fmla="*/ 478207 h 560854"/>
                <a:gd name="csX1040" fmla="*/ 417058 w 1144639"/>
                <a:gd name="csY1040" fmla="*/ 478207 h 560854"/>
                <a:gd name="csX1041" fmla="*/ 413714 w 1144639"/>
                <a:gd name="csY1041" fmla="*/ 476296 h 560854"/>
                <a:gd name="csX1042" fmla="*/ 410847 w 1144639"/>
                <a:gd name="csY1042" fmla="*/ 475818 h 560854"/>
                <a:gd name="csX1043" fmla="*/ 410847 w 1144639"/>
                <a:gd name="csY1043" fmla="*/ 475818 h 560854"/>
                <a:gd name="csX1044" fmla="*/ 408459 w 1144639"/>
                <a:gd name="csY1044" fmla="*/ 474385 h 560854"/>
                <a:gd name="csX1045" fmla="*/ 406548 w 1144639"/>
                <a:gd name="csY1045" fmla="*/ 472474 h 560854"/>
                <a:gd name="csX1046" fmla="*/ 406548 w 1144639"/>
                <a:gd name="csY1046" fmla="*/ 472474 h 560854"/>
                <a:gd name="csX1047" fmla="*/ 404637 w 1144639"/>
                <a:gd name="csY1047" fmla="*/ 471041 h 560854"/>
                <a:gd name="csX1048" fmla="*/ 402726 w 1144639"/>
                <a:gd name="csY1048" fmla="*/ 470564 h 560854"/>
                <a:gd name="csX1049" fmla="*/ 400815 w 1144639"/>
                <a:gd name="csY1049" fmla="*/ 468175 h 560854"/>
                <a:gd name="csX1050" fmla="*/ 398426 w 1144639"/>
                <a:gd name="csY1050" fmla="*/ 464353 h 560854"/>
                <a:gd name="csX1051" fmla="*/ 396993 w 1144639"/>
                <a:gd name="csY1051" fmla="*/ 461487 h 560854"/>
                <a:gd name="csX1052" fmla="*/ 396993 w 1144639"/>
                <a:gd name="csY1052" fmla="*/ 458620 h 560854"/>
                <a:gd name="csX1053" fmla="*/ 394127 w 1144639"/>
                <a:gd name="csY1053" fmla="*/ 451932 h 560854"/>
                <a:gd name="csX1054" fmla="*/ 392694 w 1144639"/>
                <a:gd name="csY1054" fmla="*/ 449066 h 560854"/>
                <a:gd name="csX1055" fmla="*/ 391260 w 1144639"/>
                <a:gd name="csY1055" fmla="*/ 448110 h 560854"/>
                <a:gd name="csX1056" fmla="*/ 391260 w 1144639"/>
                <a:gd name="csY1056" fmla="*/ 448110 h 560854"/>
                <a:gd name="csX1057" fmla="*/ 388872 w 1144639"/>
                <a:gd name="csY1057" fmla="*/ 446199 h 560854"/>
                <a:gd name="csX1058" fmla="*/ 388872 w 1144639"/>
                <a:gd name="csY1058" fmla="*/ 446199 h 560854"/>
                <a:gd name="csX1059" fmla="*/ 385528 w 1144639"/>
                <a:gd name="csY1059" fmla="*/ 444766 h 560854"/>
                <a:gd name="csX1060" fmla="*/ 380750 w 1144639"/>
                <a:gd name="csY1060" fmla="*/ 440944 h 560854"/>
                <a:gd name="csX1061" fmla="*/ 374540 w 1144639"/>
                <a:gd name="csY1061" fmla="*/ 435211 h 560854"/>
                <a:gd name="csX1062" fmla="*/ 370718 w 1144639"/>
                <a:gd name="csY1062" fmla="*/ 432345 h 560854"/>
                <a:gd name="csX1063" fmla="*/ 367852 w 1144639"/>
                <a:gd name="csY1063" fmla="*/ 430912 h 560854"/>
                <a:gd name="csX1064" fmla="*/ 365941 w 1144639"/>
                <a:gd name="csY1064" fmla="*/ 429001 h 560854"/>
                <a:gd name="csX1065" fmla="*/ 364030 w 1144639"/>
                <a:gd name="csY1065" fmla="*/ 426135 h 560854"/>
                <a:gd name="csX1066" fmla="*/ 362597 w 1144639"/>
                <a:gd name="csY1066" fmla="*/ 424224 h 560854"/>
                <a:gd name="csX1067" fmla="*/ 362119 w 1144639"/>
                <a:gd name="csY1067" fmla="*/ 424224 h 560854"/>
                <a:gd name="csX1068" fmla="*/ 362119 w 1144639"/>
                <a:gd name="csY1068" fmla="*/ 424224 h 560854"/>
                <a:gd name="csX1069" fmla="*/ 362119 w 1144639"/>
                <a:gd name="csY1069" fmla="*/ 424224 h 560854"/>
                <a:gd name="csX1070" fmla="*/ 362119 w 1144639"/>
                <a:gd name="csY1070" fmla="*/ 424224 h 560854"/>
                <a:gd name="csX1071" fmla="*/ 362119 w 1144639"/>
                <a:gd name="csY1071" fmla="*/ 424224 h 560854"/>
                <a:gd name="csX1072" fmla="*/ 357819 w 1144639"/>
                <a:gd name="csY1072" fmla="*/ 424224 h 560854"/>
                <a:gd name="csX1073" fmla="*/ 353520 w 1144639"/>
                <a:gd name="csY1073" fmla="*/ 424224 h 560854"/>
                <a:gd name="csX1074" fmla="*/ 348742 w 1144639"/>
                <a:gd name="csY1074" fmla="*/ 424224 h 560854"/>
                <a:gd name="csX1075" fmla="*/ 344443 w 1144639"/>
                <a:gd name="csY1075" fmla="*/ 424224 h 560854"/>
                <a:gd name="csX1076" fmla="*/ 340143 w 1144639"/>
                <a:gd name="csY1076" fmla="*/ 424224 h 560854"/>
                <a:gd name="csX1077" fmla="*/ 340143 w 1144639"/>
                <a:gd name="csY1077" fmla="*/ 424224 h 560854"/>
                <a:gd name="csX1078" fmla="*/ 335844 w 1144639"/>
                <a:gd name="csY1078" fmla="*/ 424224 h 560854"/>
                <a:gd name="csX1079" fmla="*/ 331544 w 1144639"/>
                <a:gd name="csY1079" fmla="*/ 424224 h 560854"/>
                <a:gd name="csX1080" fmla="*/ 331544 w 1144639"/>
                <a:gd name="csY1080" fmla="*/ 424224 h 560854"/>
                <a:gd name="csX1081" fmla="*/ 327245 w 1144639"/>
                <a:gd name="csY1081" fmla="*/ 423746 h 560854"/>
                <a:gd name="csX1082" fmla="*/ 327245 w 1144639"/>
                <a:gd name="csY1082" fmla="*/ 424224 h 560854"/>
                <a:gd name="csX1083" fmla="*/ 327245 w 1144639"/>
                <a:gd name="csY1083" fmla="*/ 426612 h 560854"/>
                <a:gd name="csX1084" fmla="*/ 327245 w 1144639"/>
                <a:gd name="csY1084" fmla="*/ 429001 h 560854"/>
                <a:gd name="csX1085" fmla="*/ 327245 w 1144639"/>
                <a:gd name="csY1085" fmla="*/ 431390 h 560854"/>
                <a:gd name="csX1086" fmla="*/ 327245 w 1144639"/>
                <a:gd name="csY1086" fmla="*/ 433778 h 560854"/>
                <a:gd name="csX1087" fmla="*/ 320079 w 1144639"/>
                <a:gd name="csY1087" fmla="*/ 433778 h 560854"/>
                <a:gd name="csX1088" fmla="*/ 312913 w 1144639"/>
                <a:gd name="csY1088" fmla="*/ 433778 h 560854"/>
                <a:gd name="csX1089" fmla="*/ 306225 w 1144639"/>
                <a:gd name="csY1089" fmla="*/ 433778 h 560854"/>
                <a:gd name="csX1090" fmla="*/ 305747 w 1144639"/>
                <a:gd name="csY1090" fmla="*/ 433778 h 560854"/>
                <a:gd name="csX1091" fmla="*/ 299059 w 1144639"/>
                <a:gd name="csY1091" fmla="*/ 433778 h 560854"/>
                <a:gd name="csX1092" fmla="*/ 291893 w 1144639"/>
                <a:gd name="csY1092" fmla="*/ 433778 h 560854"/>
                <a:gd name="csX1093" fmla="*/ 285205 w 1144639"/>
                <a:gd name="csY1093" fmla="*/ 433778 h 560854"/>
                <a:gd name="csX1094" fmla="*/ 278039 w 1144639"/>
                <a:gd name="csY1094" fmla="*/ 433778 h 560854"/>
                <a:gd name="csX1095" fmla="*/ 270873 w 1144639"/>
                <a:gd name="csY1095" fmla="*/ 433778 h 560854"/>
                <a:gd name="csX1096" fmla="*/ 261318 w 1144639"/>
                <a:gd name="csY1096" fmla="*/ 430434 h 560854"/>
                <a:gd name="csX1097" fmla="*/ 252241 w 1144639"/>
                <a:gd name="csY1097" fmla="*/ 427568 h 560854"/>
                <a:gd name="csX1098" fmla="*/ 242687 w 1144639"/>
                <a:gd name="csY1098" fmla="*/ 424224 h 560854"/>
                <a:gd name="csX1099" fmla="*/ 233132 w 1144639"/>
                <a:gd name="csY1099" fmla="*/ 420880 h 560854"/>
                <a:gd name="csX1100" fmla="*/ 224055 w 1144639"/>
                <a:gd name="csY1100" fmla="*/ 418013 h 560854"/>
                <a:gd name="csX1101" fmla="*/ 214500 w 1144639"/>
                <a:gd name="csY1101" fmla="*/ 414669 h 560854"/>
                <a:gd name="csX1102" fmla="*/ 204946 w 1144639"/>
                <a:gd name="csY1102" fmla="*/ 411803 h 560854"/>
                <a:gd name="csX1103" fmla="*/ 195869 w 1144639"/>
                <a:gd name="csY1103" fmla="*/ 408459 h 560854"/>
                <a:gd name="csX1104" fmla="*/ 196825 w 1144639"/>
                <a:gd name="csY1104" fmla="*/ 407026 h 560854"/>
                <a:gd name="csX1105" fmla="*/ 197780 w 1144639"/>
                <a:gd name="csY1105" fmla="*/ 404159 h 560854"/>
                <a:gd name="csX1106" fmla="*/ 195869 w 1144639"/>
                <a:gd name="csY1106" fmla="*/ 404159 h 560854"/>
                <a:gd name="csX1107" fmla="*/ 190136 w 1144639"/>
                <a:gd name="csY1107" fmla="*/ 404637 h 560854"/>
                <a:gd name="csX1108" fmla="*/ 184404 w 1144639"/>
                <a:gd name="csY1108" fmla="*/ 405115 h 560854"/>
                <a:gd name="csX1109" fmla="*/ 178671 w 1144639"/>
                <a:gd name="csY1109" fmla="*/ 405592 h 560854"/>
                <a:gd name="csX1110" fmla="*/ 172938 w 1144639"/>
                <a:gd name="csY1110" fmla="*/ 406070 h 560854"/>
                <a:gd name="csX1111" fmla="*/ 167205 w 1144639"/>
                <a:gd name="csY1111" fmla="*/ 406548 h 560854"/>
                <a:gd name="csX1112" fmla="*/ 161473 w 1144639"/>
                <a:gd name="csY1112" fmla="*/ 407026 h 560854"/>
                <a:gd name="csX1113" fmla="*/ 155740 w 1144639"/>
                <a:gd name="csY1113" fmla="*/ 407503 h 560854"/>
                <a:gd name="csX1114" fmla="*/ 150485 w 1144639"/>
                <a:gd name="csY1114" fmla="*/ 407981 h 560854"/>
                <a:gd name="csX1115" fmla="*/ 150485 w 1144639"/>
                <a:gd name="csY1115" fmla="*/ 407981 h 560854"/>
                <a:gd name="csX1116" fmla="*/ 150007 w 1144639"/>
                <a:gd name="csY1116" fmla="*/ 405592 h 560854"/>
                <a:gd name="csX1117" fmla="*/ 149052 w 1144639"/>
                <a:gd name="csY1117" fmla="*/ 404637 h 560854"/>
                <a:gd name="csX1118" fmla="*/ 148096 w 1144639"/>
                <a:gd name="csY1118" fmla="*/ 405115 h 560854"/>
                <a:gd name="csX1119" fmla="*/ 147618 w 1144639"/>
                <a:gd name="csY1119" fmla="*/ 402248 h 560854"/>
                <a:gd name="csX1120" fmla="*/ 147618 w 1144639"/>
                <a:gd name="csY1120" fmla="*/ 400337 h 560854"/>
                <a:gd name="csX1121" fmla="*/ 147618 w 1144639"/>
                <a:gd name="csY1121" fmla="*/ 399382 h 560854"/>
                <a:gd name="csX1122" fmla="*/ 146663 w 1144639"/>
                <a:gd name="csY1122" fmla="*/ 395560 h 560854"/>
                <a:gd name="csX1123" fmla="*/ 143797 w 1144639"/>
                <a:gd name="csY1123" fmla="*/ 391260 h 560854"/>
                <a:gd name="csX1124" fmla="*/ 137108 w 1144639"/>
                <a:gd name="csY1124" fmla="*/ 386005 h 560854"/>
                <a:gd name="csX1125" fmla="*/ 133764 w 1144639"/>
                <a:gd name="csY1125" fmla="*/ 384572 h 560854"/>
                <a:gd name="csX1126" fmla="*/ 131376 w 1144639"/>
                <a:gd name="csY1126" fmla="*/ 382184 h 560854"/>
                <a:gd name="csX1127" fmla="*/ 129942 w 1144639"/>
                <a:gd name="csY1127" fmla="*/ 381706 h 560854"/>
                <a:gd name="csX1128" fmla="*/ 127554 w 1144639"/>
                <a:gd name="csY1128" fmla="*/ 381228 h 560854"/>
                <a:gd name="csX1129" fmla="*/ 127076 w 1144639"/>
                <a:gd name="csY1129" fmla="*/ 382184 h 560854"/>
                <a:gd name="csX1130" fmla="*/ 124687 w 1144639"/>
                <a:gd name="csY1130" fmla="*/ 381706 h 560854"/>
                <a:gd name="csX1131" fmla="*/ 125165 w 1144639"/>
                <a:gd name="csY1131" fmla="*/ 379317 h 560854"/>
                <a:gd name="csX1132" fmla="*/ 122777 w 1144639"/>
                <a:gd name="csY1132" fmla="*/ 375495 h 560854"/>
                <a:gd name="csX1133" fmla="*/ 121343 w 1144639"/>
                <a:gd name="csY1133" fmla="*/ 375495 h 560854"/>
                <a:gd name="csX1134" fmla="*/ 116566 w 1144639"/>
                <a:gd name="csY1134" fmla="*/ 375495 h 560854"/>
                <a:gd name="csX1135" fmla="*/ 110356 w 1144639"/>
                <a:gd name="csY1135" fmla="*/ 373584 h 560854"/>
                <a:gd name="csX1136" fmla="*/ 108445 w 1144639"/>
                <a:gd name="csY1136" fmla="*/ 372629 h 560854"/>
                <a:gd name="csX1137" fmla="*/ 107967 w 1144639"/>
                <a:gd name="csY1137" fmla="*/ 370718 h 560854"/>
                <a:gd name="csX1138" fmla="*/ 105100 w 1144639"/>
                <a:gd name="csY1138" fmla="*/ 368807 h 560854"/>
                <a:gd name="csX1139" fmla="*/ 101279 w 1144639"/>
                <a:gd name="csY1139" fmla="*/ 366896 h 560854"/>
                <a:gd name="csX1140" fmla="*/ 98890 w 1144639"/>
                <a:gd name="csY1140" fmla="*/ 367374 h 560854"/>
                <a:gd name="csX1141" fmla="*/ 96024 w 1144639"/>
                <a:gd name="csY1141" fmla="*/ 366896 h 560854"/>
                <a:gd name="csX1142" fmla="*/ 92202 w 1144639"/>
                <a:gd name="csY1142" fmla="*/ 365941 h 560854"/>
                <a:gd name="csX1143" fmla="*/ 89813 w 1144639"/>
                <a:gd name="csY1143" fmla="*/ 365941 h 560854"/>
                <a:gd name="csX1144" fmla="*/ 85514 w 1144639"/>
                <a:gd name="csY1144" fmla="*/ 365941 h 560854"/>
                <a:gd name="csX1145" fmla="*/ 83603 w 1144639"/>
                <a:gd name="csY1145" fmla="*/ 365941 h 560854"/>
                <a:gd name="csX1146" fmla="*/ 82170 w 1144639"/>
                <a:gd name="csY1146" fmla="*/ 364030 h 560854"/>
                <a:gd name="csX1147" fmla="*/ 80736 w 1144639"/>
                <a:gd name="csY1147" fmla="*/ 363552 h 560854"/>
                <a:gd name="csX1148" fmla="*/ 80736 w 1144639"/>
                <a:gd name="csY1148" fmla="*/ 361641 h 560854"/>
                <a:gd name="csX1149" fmla="*/ 80736 w 1144639"/>
                <a:gd name="csY1149" fmla="*/ 359730 h 560854"/>
                <a:gd name="csX1150" fmla="*/ 80736 w 1144639"/>
                <a:gd name="csY1150" fmla="*/ 358297 h 560854"/>
                <a:gd name="csX1151" fmla="*/ 80259 w 1144639"/>
                <a:gd name="csY1151" fmla="*/ 355431 h 560854"/>
                <a:gd name="csX1152" fmla="*/ 80736 w 1144639"/>
                <a:gd name="csY1152" fmla="*/ 352564 h 560854"/>
                <a:gd name="csX1153" fmla="*/ 80259 w 1144639"/>
                <a:gd name="csY1153" fmla="*/ 351609 h 560854"/>
                <a:gd name="csX1154" fmla="*/ 79303 w 1144639"/>
                <a:gd name="csY1154" fmla="*/ 350653 h 560854"/>
                <a:gd name="csX1155" fmla="*/ 76437 w 1144639"/>
                <a:gd name="csY1155" fmla="*/ 349698 h 560854"/>
                <a:gd name="csX1156" fmla="*/ 75959 w 1144639"/>
                <a:gd name="csY1156" fmla="*/ 348265 h 560854"/>
                <a:gd name="csX1157" fmla="*/ 76437 w 1144639"/>
                <a:gd name="csY1157" fmla="*/ 345876 h 560854"/>
                <a:gd name="csX1158" fmla="*/ 75481 w 1144639"/>
                <a:gd name="csY1158" fmla="*/ 344921 h 560854"/>
                <a:gd name="csX1159" fmla="*/ 73093 w 1144639"/>
                <a:gd name="csY1159" fmla="*/ 343487 h 560854"/>
                <a:gd name="csX1160" fmla="*/ 70704 w 1144639"/>
                <a:gd name="csY1160" fmla="*/ 340621 h 560854"/>
                <a:gd name="csX1161" fmla="*/ 67838 w 1144639"/>
                <a:gd name="csY1161" fmla="*/ 339188 h 560854"/>
                <a:gd name="csX1162" fmla="*/ 66882 w 1144639"/>
                <a:gd name="csY1162" fmla="*/ 336799 h 560854"/>
                <a:gd name="csX1163" fmla="*/ 64971 w 1144639"/>
                <a:gd name="csY1163" fmla="*/ 334888 h 560854"/>
                <a:gd name="csX1164" fmla="*/ 64493 w 1144639"/>
                <a:gd name="csY1164" fmla="*/ 333455 h 560854"/>
                <a:gd name="csX1165" fmla="*/ 60194 w 1144639"/>
                <a:gd name="csY1165" fmla="*/ 328678 h 560854"/>
                <a:gd name="csX1166" fmla="*/ 55894 w 1144639"/>
                <a:gd name="csY1166" fmla="*/ 324378 h 560854"/>
                <a:gd name="csX1167" fmla="*/ 55417 w 1144639"/>
                <a:gd name="csY1167" fmla="*/ 321989 h 560854"/>
                <a:gd name="csX1168" fmla="*/ 55417 w 1144639"/>
                <a:gd name="csY1168" fmla="*/ 319123 h 560854"/>
                <a:gd name="csX1169" fmla="*/ 56850 w 1144639"/>
                <a:gd name="csY1169" fmla="*/ 317212 h 560854"/>
                <a:gd name="csX1170" fmla="*/ 57805 w 1144639"/>
                <a:gd name="csY1170" fmla="*/ 315301 h 560854"/>
                <a:gd name="csX1171" fmla="*/ 57805 w 1144639"/>
                <a:gd name="csY1171" fmla="*/ 313868 h 560854"/>
                <a:gd name="csX1172" fmla="*/ 57328 w 1144639"/>
                <a:gd name="csY1172" fmla="*/ 312913 h 560854"/>
                <a:gd name="csX1173" fmla="*/ 55894 w 1144639"/>
                <a:gd name="csY1173" fmla="*/ 310524 h 560854"/>
                <a:gd name="csX1174" fmla="*/ 50162 w 1144639"/>
                <a:gd name="csY1174" fmla="*/ 309569 h 560854"/>
                <a:gd name="csX1175" fmla="*/ 45862 w 1144639"/>
                <a:gd name="csY1175" fmla="*/ 304791 h 560854"/>
                <a:gd name="csX1176" fmla="*/ 45384 w 1144639"/>
                <a:gd name="csY1176" fmla="*/ 300970 h 560854"/>
                <a:gd name="csX1177" fmla="*/ 43951 w 1144639"/>
                <a:gd name="csY1177" fmla="*/ 297148 h 560854"/>
                <a:gd name="csX1178" fmla="*/ 43951 w 1144639"/>
                <a:gd name="csY1178" fmla="*/ 294281 h 560854"/>
                <a:gd name="csX1179" fmla="*/ 43473 w 1144639"/>
                <a:gd name="csY1179" fmla="*/ 291893 h 560854"/>
                <a:gd name="csX1180" fmla="*/ 44907 w 1144639"/>
                <a:gd name="csY1180" fmla="*/ 291415 h 560854"/>
                <a:gd name="csX1181" fmla="*/ 45862 w 1144639"/>
                <a:gd name="csY1181" fmla="*/ 291415 h 560854"/>
                <a:gd name="csX1182" fmla="*/ 45862 w 1144639"/>
                <a:gd name="csY1182" fmla="*/ 292370 h 560854"/>
                <a:gd name="csX1183" fmla="*/ 46340 w 1144639"/>
                <a:gd name="csY1183" fmla="*/ 294281 h 560854"/>
                <a:gd name="csX1184" fmla="*/ 47773 w 1144639"/>
                <a:gd name="csY1184" fmla="*/ 295714 h 560854"/>
                <a:gd name="csX1185" fmla="*/ 49206 w 1144639"/>
                <a:gd name="csY1185" fmla="*/ 296670 h 560854"/>
                <a:gd name="csX1186" fmla="*/ 50162 w 1144639"/>
                <a:gd name="csY1186" fmla="*/ 298103 h 560854"/>
                <a:gd name="csX1187" fmla="*/ 51117 w 1144639"/>
                <a:gd name="csY1187" fmla="*/ 298581 h 560854"/>
                <a:gd name="csX1188" fmla="*/ 52072 w 1144639"/>
                <a:gd name="csY1188" fmla="*/ 298581 h 560854"/>
                <a:gd name="csX1189" fmla="*/ 51595 w 1144639"/>
                <a:gd name="csY1189" fmla="*/ 297625 h 560854"/>
                <a:gd name="csX1190" fmla="*/ 51117 w 1144639"/>
                <a:gd name="csY1190" fmla="*/ 297148 h 560854"/>
                <a:gd name="csX1191" fmla="*/ 50639 w 1144639"/>
                <a:gd name="csY1191" fmla="*/ 295237 h 560854"/>
                <a:gd name="csX1192" fmla="*/ 49206 w 1144639"/>
                <a:gd name="csY1192" fmla="*/ 292848 h 560854"/>
                <a:gd name="csX1193" fmla="*/ 47773 w 1144639"/>
                <a:gd name="csY1193" fmla="*/ 291415 h 560854"/>
                <a:gd name="csX1194" fmla="*/ 46818 w 1144639"/>
                <a:gd name="csY1194" fmla="*/ 289026 h 560854"/>
                <a:gd name="csX1195" fmla="*/ 46340 w 1144639"/>
                <a:gd name="csY1195" fmla="*/ 288548 h 560854"/>
                <a:gd name="csX1196" fmla="*/ 45862 w 1144639"/>
                <a:gd name="csY1196" fmla="*/ 287593 h 560854"/>
                <a:gd name="csX1197" fmla="*/ 47295 w 1144639"/>
                <a:gd name="csY1197" fmla="*/ 286160 h 560854"/>
                <a:gd name="csX1198" fmla="*/ 49206 w 1144639"/>
                <a:gd name="csY1198" fmla="*/ 285682 h 560854"/>
                <a:gd name="csX1199" fmla="*/ 52072 w 1144639"/>
                <a:gd name="csY1199" fmla="*/ 285205 h 560854"/>
                <a:gd name="csX1200" fmla="*/ 59238 w 1144639"/>
                <a:gd name="csY1200" fmla="*/ 285682 h 560854"/>
                <a:gd name="csX1201" fmla="*/ 60672 w 1144639"/>
                <a:gd name="csY1201" fmla="*/ 285205 h 560854"/>
                <a:gd name="csX1202" fmla="*/ 62105 w 1144639"/>
                <a:gd name="csY1202" fmla="*/ 285205 h 560854"/>
                <a:gd name="csX1203" fmla="*/ 63060 w 1144639"/>
                <a:gd name="csY1203" fmla="*/ 285205 h 560854"/>
                <a:gd name="csX1204" fmla="*/ 61149 w 1144639"/>
                <a:gd name="csY1204" fmla="*/ 284727 h 560854"/>
                <a:gd name="csX1205" fmla="*/ 60194 w 1144639"/>
                <a:gd name="csY1205" fmla="*/ 284727 h 560854"/>
                <a:gd name="csX1206" fmla="*/ 58761 w 1144639"/>
                <a:gd name="csY1206" fmla="*/ 284727 h 560854"/>
                <a:gd name="csX1207" fmla="*/ 55894 w 1144639"/>
                <a:gd name="csY1207" fmla="*/ 284727 h 560854"/>
                <a:gd name="csX1208" fmla="*/ 54939 w 1144639"/>
                <a:gd name="csY1208" fmla="*/ 284727 h 560854"/>
                <a:gd name="csX1209" fmla="*/ 53984 w 1144639"/>
                <a:gd name="csY1209" fmla="*/ 283771 h 560854"/>
                <a:gd name="csX1210" fmla="*/ 53028 w 1144639"/>
                <a:gd name="csY1210" fmla="*/ 283771 h 560854"/>
                <a:gd name="csX1211" fmla="*/ 50639 w 1144639"/>
                <a:gd name="csY1211" fmla="*/ 285205 h 560854"/>
                <a:gd name="csX1212" fmla="*/ 49684 w 1144639"/>
                <a:gd name="csY1212" fmla="*/ 284727 h 560854"/>
                <a:gd name="csX1213" fmla="*/ 46818 w 1144639"/>
                <a:gd name="csY1213" fmla="*/ 283294 h 560854"/>
                <a:gd name="csX1214" fmla="*/ 45862 w 1144639"/>
                <a:gd name="csY1214" fmla="*/ 283294 h 560854"/>
                <a:gd name="csX1215" fmla="*/ 43951 w 1144639"/>
                <a:gd name="csY1215" fmla="*/ 284249 h 560854"/>
                <a:gd name="csX1216" fmla="*/ 43951 w 1144639"/>
                <a:gd name="csY1216" fmla="*/ 287593 h 560854"/>
                <a:gd name="csX1217" fmla="*/ 44429 w 1144639"/>
                <a:gd name="csY1217" fmla="*/ 290459 h 560854"/>
                <a:gd name="csX1218" fmla="*/ 43473 w 1144639"/>
                <a:gd name="csY1218" fmla="*/ 290459 h 560854"/>
                <a:gd name="csX1219" fmla="*/ 42040 w 1144639"/>
                <a:gd name="csY1219" fmla="*/ 289504 h 560854"/>
                <a:gd name="csX1220" fmla="*/ 40129 w 1144639"/>
                <a:gd name="csY1220" fmla="*/ 288548 h 560854"/>
                <a:gd name="csX1221" fmla="*/ 38696 w 1144639"/>
                <a:gd name="csY1221" fmla="*/ 287593 h 560854"/>
                <a:gd name="csX1222" fmla="*/ 36307 w 1144639"/>
                <a:gd name="csY1222" fmla="*/ 286160 h 560854"/>
                <a:gd name="csX1223" fmla="*/ 35352 w 1144639"/>
                <a:gd name="csY1223" fmla="*/ 285205 h 560854"/>
                <a:gd name="csX1224" fmla="*/ 33919 w 1144639"/>
                <a:gd name="csY1224" fmla="*/ 286638 h 560854"/>
                <a:gd name="csX1225" fmla="*/ 33919 w 1144639"/>
                <a:gd name="csY1225" fmla="*/ 286160 h 560854"/>
                <a:gd name="csX1226" fmla="*/ 34397 w 1144639"/>
                <a:gd name="csY1226" fmla="*/ 284249 h 560854"/>
                <a:gd name="csX1227" fmla="*/ 34397 w 1144639"/>
                <a:gd name="csY1227" fmla="*/ 281382 h 560854"/>
                <a:gd name="csX1228" fmla="*/ 36307 w 1144639"/>
                <a:gd name="csY1228" fmla="*/ 283771 h 560854"/>
                <a:gd name="csX1229" fmla="*/ 35830 w 1144639"/>
                <a:gd name="csY1229" fmla="*/ 281860 h 560854"/>
                <a:gd name="csX1230" fmla="*/ 33919 w 1144639"/>
                <a:gd name="csY1230" fmla="*/ 279949 h 560854"/>
                <a:gd name="csX1231" fmla="*/ 32963 w 1144639"/>
                <a:gd name="csY1231" fmla="*/ 279472 h 560854"/>
                <a:gd name="csX1232" fmla="*/ 31530 w 1144639"/>
                <a:gd name="csY1232" fmla="*/ 276128 h 560854"/>
                <a:gd name="csX1233" fmla="*/ 28186 w 1144639"/>
                <a:gd name="csY1233" fmla="*/ 274217 h 560854"/>
                <a:gd name="csX1234" fmla="*/ 25320 w 1144639"/>
                <a:gd name="csY1234" fmla="*/ 270873 h 560854"/>
                <a:gd name="csX1235" fmla="*/ 20065 w 1144639"/>
                <a:gd name="csY1235" fmla="*/ 265617 h 560854"/>
                <a:gd name="csX1236" fmla="*/ 19587 w 1144639"/>
                <a:gd name="csY1236" fmla="*/ 260840 h 560854"/>
                <a:gd name="csX1237" fmla="*/ 17676 w 1144639"/>
                <a:gd name="csY1237" fmla="*/ 254630 h 560854"/>
                <a:gd name="csX1238" fmla="*/ 18631 w 1144639"/>
                <a:gd name="csY1238" fmla="*/ 251286 h 560854"/>
                <a:gd name="csX1239" fmla="*/ 18154 w 1144639"/>
                <a:gd name="csY1239" fmla="*/ 248897 h 560854"/>
                <a:gd name="csX1240" fmla="*/ 17198 w 1144639"/>
                <a:gd name="csY1240" fmla="*/ 245075 h 560854"/>
                <a:gd name="csX1241" fmla="*/ 16243 w 1144639"/>
                <a:gd name="csY1241" fmla="*/ 243164 h 560854"/>
                <a:gd name="csX1242" fmla="*/ 11943 w 1144639"/>
                <a:gd name="csY1242" fmla="*/ 237432 h 560854"/>
                <a:gd name="csX1243" fmla="*/ 7644 w 1144639"/>
                <a:gd name="csY1243" fmla="*/ 234087 h 560854"/>
                <a:gd name="csX1244" fmla="*/ 6688 w 1144639"/>
                <a:gd name="csY1244" fmla="*/ 231221 h 560854"/>
                <a:gd name="csX1245" fmla="*/ 6688 w 1144639"/>
                <a:gd name="csY1245" fmla="*/ 228355 h 560854"/>
                <a:gd name="csX1246" fmla="*/ 7644 w 1144639"/>
                <a:gd name="csY1246" fmla="*/ 225488 h 560854"/>
                <a:gd name="csX1247" fmla="*/ 8599 w 1144639"/>
                <a:gd name="csY1247" fmla="*/ 223100 h 560854"/>
                <a:gd name="csX1248" fmla="*/ 9077 w 1144639"/>
                <a:gd name="csY1248" fmla="*/ 222144 h 560854"/>
                <a:gd name="csX1249" fmla="*/ 9077 w 1144639"/>
                <a:gd name="csY1249" fmla="*/ 222622 h 560854"/>
                <a:gd name="csX1250" fmla="*/ 9077 w 1144639"/>
                <a:gd name="csY1250" fmla="*/ 223100 h 560854"/>
                <a:gd name="csX1251" fmla="*/ 9555 w 1144639"/>
                <a:gd name="csY1251" fmla="*/ 223577 h 560854"/>
                <a:gd name="csX1252" fmla="*/ 10032 w 1144639"/>
                <a:gd name="csY1252" fmla="*/ 222144 h 560854"/>
                <a:gd name="csX1253" fmla="*/ 10032 w 1144639"/>
                <a:gd name="csY1253" fmla="*/ 221666 h 560854"/>
                <a:gd name="csX1254" fmla="*/ 9555 w 1144639"/>
                <a:gd name="csY1254" fmla="*/ 221666 h 560854"/>
                <a:gd name="csX1255" fmla="*/ 9555 w 1144639"/>
                <a:gd name="csY1255" fmla="*/ 221189 h 560854"/>
                <a:gd name="csX1256" fmla="*/ 10032 w 1144639"/>
                <a:gd name="csY1256" fmla="*/ 220233 h 560854"/>
                <a:gd name="csX1257" fmla="*/ 11465 w 1144639"/>
                <a:gd name="csY1257" fmla="*/ 216889 h 560854"/>
                <a:gd name="csX1258" fmla="*/ 11465 w 1144639"/>
                <a:gd name="csY1258" fmla="*/ 212112 h 560854"/>
                <a:gd name="csX1259" fmla="*/ 12421 w 1144639"/>
                <a:gd name="csY1259" fmla="*/ 206857 h 560854"/>
                <a:gd name="csX1260" fmla="*/ 12421 w 1144639"/>
                <a:gd name="csY1260" fmla="*/ 204946 h 560854"/>
                <a:gd name="csX1261" fmla="*/ 11465 w 1144639"/>
                <a:gd name="csY1261" fmla="*/ 201124 h 560854"/>
                <a:gd name="csX1262" fmla="*/ 10988 w 1144639"/>
                <a:gd name="csY1262" fmla="*/ 198735 h 560854"/>
                <a:gd name="csX1263" fmla="*/ 9077 w 1144639"/>
                <a:gd name="csY1263" fmla="*/ 196825 h 560854"/>
                <a:gd name="csX1264" fmla="*/ 10032 w 1144639"/>
                <a:gd name="csY1264" fmla="*/ 194436 h 560854"/>
                <a:gd name="csX1265" fmla="*/ 10032 w 1144639"/>
                <a:gd name="csY1265" fmla="*/ 192047 h 560854"/>
                <a:gd name="csX1266" fmla="*/ 7166 w 1144639"/>
                <a:gd name="csY1266" fmla="*/ 188703 h 560854"/>
                <a:gd name="csX1267" fmla="*/ 5733 w 1144639"/>
                <a:gd name="csY1267" fmla="*/ 184403 h 560854"/>
                <a:gd name="csX1268" fmla="*/ 5733 w 1144639"/>
                <a:gd name="csY1268" fmla="*/ 182493 h 560854"/>
                <a:gd name="csX1269" fmla="*/ 5733 w 1144639"/>
                <a:gd name="csY1269" fmla="*/ 177715 h 560854"/>
                <a:gd name="csX1270" fmla="*/ 5255 w 1144639"/>
                <a:gd name="csY1270" fmla="*/ 175327 h 560854"/>
                <a:gd name="csX1271" fmla="*/ 3344 w 1144639"/>
                <a:gd name="csY1271" fmla="*/ 171983 h 560854"/>
                <a:gd name="csX1272" fmla="*/ 4300 w 1144639"/>
                <a:gd name="csY1272" fmla="*/ 168638 h 560854"/>
                <a:gd name="csX1273" fmla="*/ 4777 w 1144639"/>
                <a:gd name="csY1273" fmla="*/ 167205 h 560854"/>
                <a:gd name="csX1274" fmla="*/ 7166 w 1144639"/>
                <a:gd name="csY1274" fmla="*/ 158606 h 560854"/>
                <a:gd name="csX1275" fmla="*/ 7644 w 1144639"/>
                <a:gd name="csY1275" fmla="*/ 158128 h 560854"/>
                <a:gd name="csX1276" fmla="*/ 8599 w 1144639"/>
                <a:gd name="csY1276" fmla="*/ 158128 h 560854"/>
                <a:gd name="csX1277" fmla="*/ 10032 w 1144639"/>
                <a:gd name="csY1277" fmla="*/ 156695 h 560854"/>
                <a:gd name="csX1278" fmla="*/ 9555 w 1144639"/>
                <a:gd name="csY1278" fmla="*/ 156218 h 560854"/>
                <a:gd name="csX1279" fmla="*/ 8121 w 1144639"/>
                <a:gd name="csY1279" fmla="*/ 157173 h 560854"/>
                <a:gd name="csX1280" fmla="*/ 9077 w 1144639"/>
                <a:gd name="csY1280" fmla="*/ 153829 h 560854"/>
                <a:gd name="csX1281" fmla="*/ 10510 w 1144639"/>
                <a:gd name="csY1281" fmla="*/ 150962 h 560854"/>
                <a:gd name="csX1282" fmla="*/ 10988 w 1144639"/>
                <a:gd name="csY1282" fmla="*/ 150007 h 560854"/>
                <a:gd name="csX1283" fmla="*/ 11465 w 1144639"/>
                <a:gd name="csY1283" fmla="*/ 140930 h 560854"/>
                <a:gd name="csX1284" fmla="*/ 11943 w 1144639"/>
                <a:gd name="csY1284" fmla="*/ 133764 h 560854"/>
                <a:gd name="csX1285" fmla="*/ 12899 w 1144639"/>
                <a:gd name="csY1285" fmla="*/ 131376 h 560854"/>
                <a:gd name="csX1286" fmla="*/ 12899 w 1144639"/>
                <a:gd name="csY1286" fmla="*/ 128987 h 560854"/>
                <a:gd name="csX1287" fmla="*/ 13377 w 1144639"/>
                <a:gd name="csY1287" fmla="*/ 125643 h 560854"/>
                <a:gd name="csX1288" fmla="*/ 12899 w 1144639"/>
                <a:gd name="csY1288" fmla="*/ 122777 h 560854"/>
                <a:gd name="csX1289" fmla="*/ 15287 w 1144639"/>
                <a:gd name="csY1289" fmla="*/ 106534 h 560854"/>
                <a:gd name="csX1290" fmla="*/ 14810 w 1144639"/>
                <a:gd name="csY1290" fmla="*/ 104623 h 560854"/>
                <a:gd name="csX1291" fmla="*/ 15287 w 1144639"/>
                <a:gd name="csY1291" fmla="*/ 101756 h 560854"/>
                <a:gd name="csX1292" fmla="*/ 14810 w 1144639"/>
                <a:gd name="csY1292" fmla="*/ 95068 h 560854"/>
                <a:gd name="csX1293" fmla="*/ 15287 w 1144639"/>
                <a:gd name="csY1293" fmla="*/ 87424 h 560854"/>
                <a:gd name="csX1294" fmla="*/ 14332 w 1144639"/>
                <a:gd name="csY1294" fmla="*/ 86469 h 560854"/>
                <a:gd name="csX1295" fmla="*/ 14332 w 1144639"/>
                <a:gd name="csY1295" fmla="*/ 85513 h 560854"/>
                <a:gd name="csX1296" fmla="*/ 14810 w 1144639"/>
                <a:gd name="csY1296" fmla="*/ 85036 h 560854"/>
                <a:gd name="csX1297" fmla="*/ 15765 w 1144639"/>
                <a:gd name="csY1297" fmla="*/ 86469 h 560854"/>
                <a:gd name="csX1298" fmla="*/ 20542 w 1144639"/>
                <a:gd name="csY1298" fmla="*/ 86469 h 560854"/>
                <a:gd name="csX1299" fmla="*/ 23409 w 1144639"/>
                <a:gd name="csY1299" fmla="*/ 85036 h 560854"/>
                <a:gd name="csX1300" fmla="*/ 24842 w 1144639"/>
                <a:gd name="csY1300" fmla="*/ 85513 h 560854"/>
                <a:gd name="csX1301" fmla="*/ 25797 w 1144639"/>
                <a:gd name="csY1301" fmla="*/ 86947 h 560854"/>
                <a:gd name="csX1302" fmla="*/ 27708 w 1144639"/>
                <a:gd name="csY1302" fmla="*/ 87424 h 560854"/>
                <a:gd name="csX1303" fmla="*/ 29619 w 1144639"/>
                <a:gd name="csY1303" fmla="*/ 86947 h 560854"/>
                <a:gd name="csX1304" fmla="*/ 28664 w 1144639"/>
                <a:gd name="csY1304" fmla="*/ 86469 h 560854"/>
                <a:gd name="csX1305" fmla="*/ 27708 w 1144639"/>
                <a:gd name="csY1305" fmla="*/ 86469 h 560854"/>
                <a:gd name="csX1306" fmla="*/ 25797 w 1144639"/>
                <a:gd name="csY1306" fmla="*/ 85036 h 560854"/>
                <a:gd name="csX1307" fmla="*/ 24842 w 1144639"/>
                <a:gd name="csY1307" fmla="*/ 84080 h 560854"/>
                <a:gd name="csX1308" fmla="*/ 21020 w 1144639"/>
                <a:gd name="csY1308" fmla="*/ 84080 h 560854"/>
                <a:gd name="csX1309" fmla="*/ 20065 w 1144639"/>
                <a:gd name="csY1309" fmla="*/ 83125 h 560854"/>
                <a:gd name="csX1310" fmla="*/ 16243 w 1144639"/>
                <a:gd name="csY1310" fmla="*/ 84080 h 560854"/>
                <a:gd name="csX1311" fmla="*/ 14810 w 1144639"/>
                <a:gd name="csY1311" fmla="*/ 83125 h 560854"/>
                <a:gd name="csX1312" fmla="*/ 12421 w 1144639"/>
                <a:gd name="csY1312" fmla="*/ 83603 h 560854"/>
                <a:gd name="csX1313" fmla="*/ 13377 w 1144639"/>
                <a:gd name="csY1313" fmla="*/ 81214 h 560854"/>
                <a:gd name="csX1314" fmla="*/ 12899 w 1144639"/>
                <a:gd name="csY1314" fmla="*/ 78347 h 560854"/>
                <a:gd name="csX1315" fmla="*/ 13377 w 1144639"/>
                <a:gd name="csY1315" fmla="*/ 75004 h 560854"/>
                <a:gd name="csX1316" fmla="*/ 13854 w 1144639"/>
                <a:gd name="csY1316" fmla="*/ 77392 h 560854"/>
                <a:gd name="csX1317" fmla="*/ 15287 w 1144639"/>
                <a:gd name="csY1317" fmla="*/ 79781 h 560854"/>
                <a:gd name="csX1318" fmla="*/ 15765 w 1144639"/>
                <a:gd name="csY1318" fmla="*/ 76914 h 560854"/>
                <a:gd name="csX1319" fmla="*/ 16243 w 1144639"/>
                <a:gd name="csY1319" fmla="*/ 73570 h 560854"/>
                <a:gd name="csX1320" fmla="*/ 14810 w 1144639"/>
                <a:gd name="csY1320" fmla="*/ 72137 h 560854"/>
                <a:gd name="csX1321" fmla="*/ 12421 w 1144639"/>
                <a:gd name="csY1321" fmla="*/ 71182 h 560854"/>
                <a:gd name="csX1322" fmla="*/ 11943 w 1144639"/>
                <a:gd name="csY1322" fmla="*/ 68315 h 560854"/>
                <a:gd name="csX1323" fmla="*/ 17198 w 1144639"/>
                <a:gd name="csY1323" fmla="*/ 65449 h 560854"/>
                <a:gd name="csX1324" fmla="*/ 14332 w 1144639"/>
                <a:gd name="csY1324" fmla="*/ 64971 h 560854"/>
                <a:gd name="csX1325" fmla="*/ 13377 w 1144639"/>
                <a:gd name="csY1325" fmla="*/ 64016 h 560854"/>
                <a:gd name="csX1326" fmla="*/ 11943 w 1144639"/>
                <a:gd name="csY1326" fmla="*/ 63538 h 560854"/>
                <a:gd name="csX1327" fmla="*/ 11465 w 1144639"/>
                <a:gd name="csY1327" fmla="*/ 64493 h 560854"/>
                <a:gd name="csX1328" fmla="*/ 11465 w 1144639"/>
                <a:gd name="csY1328" fmla="*/ 65927 h 560854"/>
                <a:gd name="csX1329" fmla="*/ 10988 w 1144639"/>
                <a:gd name="csY1329" fmla="*/ 64493 h 560854"/>
                <a:gd name="csX1330" fmla="*/ 10510 w 1144639"/>
                <a:gd name="csY1330" fmla="*/ 62582 h 560854"/>
                <a:gd name="csX1331" fmla="*/ 10032 w 1144639"/>
                <a:gd name="csY1331" fmla="*/ 59238 h 560854"/>
                <a:gd name="csX1332" fmla="*/ 7644 w 1144639"/>
                <a:gd name="csY1332" fmla="*/ 53983 h 560854"/>
                <a:gd name="csX1333" fmla="*/ 6688 w 1144639"/>
                <a:gd name="csY1333" fmla="*/ 46817 h 560854"/>
                <a:gd name="csX1334" fmla="*/ 4777 w 1144639"/>
                <a:gd name="csY1334" fmla="*/ 43473 h 560854"/>
                <a:gd name="csX1335" fmla="*/ 1433 w 1144639"/>
                <a:gd name="csY1335" fmla="*/ 40607 h 560854"/>
                <a:gd name="csX1336" fmla="*/ 956 w 1144639"/>
                <a:gd name="csY1336" fmla="*/ 38696 h 560854"/>
                <a:gd name="csX1337" fmla="*/ 0 w 1144639"/>
                <a:gd name="csY1337" fmla="*/ 33441 h 560854"/>
                <a:gd name="csX1338" fmla="*/ 478 w 1144639"/>
                <a:gd name="csY1338" fmla="*/ 30097 h 560854"/>
                <a:gd name="csX1339" fmla="*/ 0 w 1144639"/>
                <a:gd name="csY1339" fmla="*/ 27708 h 560854"/>
                <a:gd name="csX1340" fmla="*/ 1433 w 1144639"/>
                <a:gd name="csY1340" fmla="*/ 27708 h 560854"/>
                <a:gd name="csX1341" fmla="*/ 5255 w 1144639"/>
                <a:gd name="csY1341" fmla="*/ 29619 h 560854"/>
                <a:gd name="csX1342" fmla="*/ 10510 w 1144639"/>
                <a:gd name="csY1342" fmla="*/ 31052 h 560854"/>
                <a:gd name="csX1343" fmla="*/ 11943 w 1144639"/>
                <a:gd name="csY1343" fmla="*/ 32486 h 560854"/>
                <a:gd name="csX1344" fmla="*/ 14332 w 1144639"/>
                <a:gd name="csY1344" fmla="*/ 33441 h 560854"/>
                <a:gd name="csX1345" fmla="*/ 28186 w 1144639"/>
                <a:gd name="csY1345" fmla="*/ 34396 h 560854"/>
                <a:gd name="csX1346" fmla="*/ 28664 w 1144639"/>
                <a:gd name="csY1346" fmla="*/ 34396 h 560854"/>
                <a:gd name="csX1347" fmla="*/ 30575 w 1144639"/>
                <a:gd name="csY1347" fmla="*/ 33441 h 560854"/>
                <a:gd name="csX1348" fmla="*/ 31530 w 1144639"/>
                <a:gd name="csY1348" fmla="*/ 33919 h 560854"/>
                <a:gd name="csX1349" fmla="*/ 33441 w 1144639"/>
                <a:gd name="csY1349" fmla="*/ 35352 h 560854"/>
                <a:gd name="csX1350" fmla="*/ 34397 w 1144639"/>
                <a:gd name="csY1350" fmla="*/ 35830 h 560854"/>
                <a:gd name="csX1351" fmla="*/ 35830 w 1144639"/>
                <a:gd name="csY1351" fmla="*/ 35830 h 560854"/>
                <a:gd name="csX1352" fmla="*/ 36785 w 1144639"/>
                <a:gd name="csY1352" fmla="*/ 35352 h 560854"/>
                <a:gd name="csX1353" fmla="*/ 38218 w 1144639"/>
                <a:gd name="csY1353" fmla="*/ 33919 h 560854"/>
                <a:gd name="csX1354" fmla="*/ 38218 w 1144639"/>
                <a:gd name="csY1354" fmla="*/ 34396 h 560854"/>
                <a:gd name="csX1355" fmla="*/ 38218 w 1144639"/>
                <a:gd name="csY1355" fmla="*/ 35830 h 560854"/>
                <a:gd name="csX1356" fmla="*/ 39174 w 1144639"/>
                <a:gd name="csY1356" fmla="*/ 37263 h 560854"/>
                <a:gd name="csX1357" fmla="*/ 40129 w 1144639"/>
                <a:gd name="csY1357" fmla="*/ 39651 h 560854"/>
                <a:gd name="csX1358" fmla="*/ 40607 w 1144639"/>
                <a:gd name="csY1358" fmla="*/ 41085 h 560854"/>
                <a:gd name="csX1359" fmla="*/ 38218 w 1144639"/>
                <a:gd name="csY1359" fmla="*/ 44907 h 560854"/>
                <a:gd name="csX1360" fmla="*/ 37741 w 1144639"/>
                <a:gd name="csY1360" fmla="*/ 44907 h 560854"/>
                <a:gd name="csX1361" fmla="*/ 37741 w 1144639"/>
                <a:gd name="csY1361" fmla="*/ 43473 h 560854"/>
                <a:gd name="csX1362" fmla="*/ 37263 w 1144639"/>
                <a:gd name="csY1362" fmla="*/ 43473 h 560854"/>
                <a:gd name="csX1363" fmla="*/ 32963 w 1144639"/>
                <a:gd name="csY1363" fmla="*/ 49684 h 560854"/>
                <a:gd name="csX1364" fmla="*/ 31052 w 1144639"/>
                <a:gd name="csY1364" fmla="*/ 53028 h 560854"/>
                <a:gd name="csX1365" fmla="*/ 31052 w 1144639"/>
                <a:gd name="csY1365" fmla="*/ 54461 h 560854"/>
                <a:gd name="csX1366" fmla="*/ 31052 w 1144639"/>
                <a:gd name="csY1366" fmla="*/ 54939 h 560854"/>
                <a:gd name="csX1367" fmla="*/ 31530 w 1144639"/>
                <a:gd name="csY1367" fmla="*/ 55417 h 560854"/>
                <a:gd name="csX1368" fmla="*/ 33441 w 1144639"/>
                <a:gd name="csY1368" fmla="*/ 54939 h 560854"/>
                <a:gd name="csX1369" fmla="*/ 35352 w 1144639"/>
                <a:gd name="csY1369" fmla="*/ 53506 h 560854"/>
                <a:gd name="csX1370" fmla="*/ 35352 w 1144639"/>
                <a:gd name="csY1370" fmla="*/ 53506 h 560854"/>
                <a:gd name="csX1371" fmla="*/ 33441 w 1144639"/>
                <a:gd name="csY1371" fmla="*/ 53983 h 560854"/>
                <a:gd name="csX1372" fmla="*/ 32486 w 1144639"/>
                <a:gd name="csY1372" fmla="*/ 53983 h 560854"/>
                <a:gd name="csX1373" fmla="*/ 32486 w 1144639"/>
                <a:gd name="csY1373" fmla="*/ 52550 h 560854"/>
                <a:gd name="csX1374" fmla="*/ 32963 w 1144639"/>
                <a:gd name="csY1374" fmla="*/ 51595 h 560854"/>
                <a:gd name="csX1375" fmla="*/ 34397 w 1144639"/>
                <a:gd name="csY1375" fmla="*/ 49684 h 560854"/>
                <a:gd name="csX1376" fmla="*/ 35352 w 1144639"/>
                <a:gd name="csY1376" fmla="*/ 48251 h 560854"/>
                <a:gd name="csX1377" fmla="*/ 37263 w 1144639"/>
                <a:gd name="csY1377" fmla="*/ 46817 h 560854"/>
                <a:gd name="csX1378" fmla="*/ 38696 w 1144639"/>
                <a:gd name="csY1378" fmla="*/ 45862 h 560854"/>
                <a:gd name="csX1379" fmla="*/ 39174 w 1144639"/>
                <a:gd name="csY1379" fmla="*/ 44429 h 560854"/>
                <a:gd name="csX1380" fmla="*/ 41563 w 1144639"/>
                <a:gd name="csY1380" fmla="*/ 42040 h 560854"/>
                <a:gd name="csX1381" fmla="*/ 42040 w 1144639"/>
                <a:gd name="csY1381" fmla="*/ 41562 h 560854"/>
                <a:gd name="csX1382" fmla="*/ 42040 w 1144639"/>
                <a:gd name="csY1382" fmla="*/ 40129 h 560854"/>
                <a:gd name="csX1383" fmla="*/ 42040 w 1144639"/>
                <a:gd name="csY1383" fmla="*/ 39651 h 560854"/>
                <a:gd name="csX1384" fmla="*/ 42996 w 1144639"/>
                <a:gd name="csY1384" fmla="*/ 40129 h 560854"/>
                <a:gd name="csX1385" fmla="*/ 43473 w 1144639"/>
                <a:gd name="csY1385" fmla="*/ 42996 h 560854"/>
                <a:gd name="csX1386" fmla="*/ 43473 w 1144639"/>
                <a:gd name="csY1386" fmla="*/ 43951 h 560854"/>
                <a:gd name="csX1387" fmla="*/ 41563 w 1144639"/>
                <a:gd name="csY1387" fmla="*/ 45384 h 560854"/>
                <a:gd name="csX1388" fmla="*/ 41085 w 1144639"/>
                <a:gd name="csY1388" fmla="*/ 45862 h 560854"/>
                <a:gd name="csX1389" fmla="*/ 41563 w 1144639"/>
                <a:gd name="csY1389" fmla="*/ 48251 h 560854"/>
                <a:gd name="csX1390" fmla="*/ 41085 w 1144639"/>
                <a:gd name="csY1390" fmla="*/ 48251 h 560854"/>
                <a:gd name="csX1391" fmla="*/ 40607 w 1144639"/>
                <a:gd name="csY1391" fmla="*/ 48251 h 560854"/>
                <a:gd name="csX1392" fmla="*/ 40129 w 1144639"/>
                <a:gd name="csY1392" fmla="*/ 48251 h 560854"/>
                <a:gd name="csX1393" fmla="*/ 42040 w 1144639"/>
                <a:gd name="csY1393" fmla="*/ 50639 h 560854"/>
                <a:gd name="csX1394" fmla="*/ 42518 w 1144639"/>
                <a:gd name="csY1394" fmla="*/ 52072 h 560854"/>
                <a:gd name="csX1395" fmla="*/ 42518 w 1144639"/>
                <a:gd name="csY1395" fmla="*/ 53983 h 560854"/>
                <a:gd name="csX1396" fmla="*/ 42040 w 1144639"/>
                <a:gd name="csY1396" fmla="*/ 56850 h 560854"/>
                <a:gd name="csX1397" fmla="*/ 41563 w 1144639"/>
                <a:gd name="csY1397" fmla="*/ 57328 h 560854"/>
                <a:gd name="csX1398" fmla="*/ 40607 w 1144639"/>
                <a:gd name="csY1398" fmla="*/ 57328 h 560854"/>
                <a:gd name="csX1399" fmla="*/ 39652 w 1144639"/>
                <a:gd name="csY1399" fmla="*/ 56372 h 560854"/>
                <a:gd name="csX1400" fmla="*/ 39174 w 1144639"/>
                <a:gd name="csY1400" fmla="*/ 56372 h 560854"/>
                <a:gd name="csX1401" fmla="*/ 38218 w 1144639"/>
                <a:gd name="csY1401" fmla="*/ 58761 h 560854"/>
                <a:gd name="csX1402" fmla="*/ 38218 w 1144639"/>
                <a:gd name="csY1402" fmla="*/ 58761 h 560854"/>
                <a:gd name="csX1403" fmla="*/ 37741 w 1144639"/>
                <a:gd name="csY1403" fmla="*/ 55894 h 560854"/>
                <a:gd name="csX1404" fmla="*/ 37263 w 1144639"/>
                <a:gd name="csY1404" fmla="*/ 55417 h 560854"/>
                <a:gd name="csX1405" fmla="*/ 35352 w 1144639"/>
                <a:gd name="csY1405" fmla="*/ 56850 h 560854"/>
                <a:gd name="csX1406" fmla="*/ 34874 w 1144639"/>
                <a:gd name="csY1406" fmla="*/ 58283 h 560854"/>
                <a:gd name="csX1407" fmla="*/ 33919 w 1144639"/>
                <a:gd name="csY1407" fmla="*/ 60194 h 560854"/>
                <a:gd name="csX1408" fmla="*/ 33441 w 1144639"/>
                <a:gd name="csY1408" fmla="*/ 61149 h 560854"/>
                <a:gd name="csX1409" fmla="*/ 35352 w 1144639"/>
                <a:gd name="csY1409" fmla="*/ 61149 h 560854"/>
                <a:gd name="csX1410" fmla="*/ 37741 w 1144639"/>
                <a:gd name="csY1410" fmla="*/ 60672 h 560854"/>
                <a:gd name="csX1411" fmla="*/ 39174 w 1144639"/>
                <a:gd name="csY1411" fmla="*/ 61627 h 560854"/>
                <a:gd name="csX1412" fmla="*/ 39652 w 1144639"/>
                <a:gd name="csY1412" fmla="*/ 61627 h 560854"/>
                <a:gd name="csX1413" fmla="*/ 41085 w 1144639"/>
                <a:gd name="csY1413" fmla="*/ 60672 h 560854"/>
                <a:gd name="csX1414" fmla="*/ 41563 w 1144639"/>
                <a:gd name="csY1414" fmla="*/ 60194 h 560854"/>
                <a:gd name="csX1415" fmla="*/ 42996 w 1144639"/>
                <a:gd name="csY1415" fmla="*/ 57328 h 560854"/>
                <a:gd name="csX1416" fmla="*/ 43473 w 1144639"/>
                <a:gd name="csY1416" fmla="*/ 56850 h 560854"/>
                <a:gd name="csX1417" fmla="*/ 44429 w 1144639"/>
                <a:gd name="csY1417" fmla="*/ 56850 h 560854"/>
                <a:gd name="csX1418" fmla="*/ 45384 w 1144639"/>
                <a:gd name="csY1418" fmla="*/ 56372 h 560854"/>
                <a:gd name="csX1419" fmla="*/ 46818 w 1144639"/>
                <a:gd name="csY1419" fmla="*/ 54939 h 560854"/>
                <a:gd name="csX1420" fmla="*/ 46818 w 1144639"/>
                <a:gd name="csY1420" fmla="*/ 53983 h 560854"/>
                <a:gd name="csX1421" fmla="*/ 46340 w 1144639"/>
                <a:gd name="csY1421" fmla="*/ 50639 h 560854"/>
                <a:gd name="csX1422" fmla="*/ 46340 w 1144639"/>
                <a:gd name="csY1422" fmla="*/ 48728 h 560854"/>
                <a:gd name="csX1423" fmla="*/ 45862 w 1144639"/>
                <a:gd name="csY1423" fmla="*/ 47773 h 560854"/>
                <a:gd name="csX1424" fmla="*/ 45384 w 1144639"/>
                <a:gd name="csY1424" fmla="*/ 47295 h 560854"/>
                <a:gd name="csX1425" fmla="*/ 45384 w 1144639"/>
                <a:gd name="csY1425" fmla="*/ 46340 h 560854"/>
                <a:gd name="csX1426" fmla="*/ 45862 w 1144639"/>
                <a:gd name="csY1426" fmla="*/ 45384 h 560854"/>
                <a:gd name="csX1427" fmla="*/ 45862 w 1144639"/>
                <a:gd name="csY1427" fmla="*/ 44429 h 560854"/>
                <a:gd name="csX1428" fmla="*/ 45862 w 1144639"/>
                <a:gd name="csY1428" fmla="*/ 43473 h 560854"/>
                <a:gd name="csX1429" fmla="*/ 45862 w 1144639"/>
                <a:gd name="csY1429" fmla="*/ 42518 h 560854"/>
                <a:gd name="csX1430" fmla="*/ 47295 w 1144639"/>
                <a:gd name="csY1430" fmla="*/ 40607 h 560854"/>
                <a:gd name="csX1431" fmla="*/ 47295 w 1144639"/>
                <a:gd name="csY1431" fmla="*/ 39651 h 560854"/>
                <a:gd name="csX1432" fmla="*/ 48728 w 1144639"/>
                <a:gd name="csY1432" fmla="*/ 37263 h 560854"/>
                <a:gd name="csX1433" fmla="*/ 48251 w 1144639"/>
                <a:gd name="csY1433" fmla="*/ 36785 h 560854"/>
                <a:gd name="csX1434" fmla="*/ 47295 w 1144639"/>
                <a:gd name="csY1434" fmla="*/ 35830 h 560854"/>
                <a:gd name="csX1435" fmla="*/ 46818 w 1144639"/>
                <a:gd name="csY1435" fmla="*/ 34874 h 560854"/>
                <a:gd name="csX1436" fmla="*/ 45862 w 1144639"/>
                <a:gd name="csY1436" fmla="*/ 33441 h 560854"/>
                <a:gd name="csX1437" fmla="*/ 45384 w 1144639"/>
                <a:gd name="csY1437" fmla="*/ 32963 h 560854"/>
                <a:gd name="csX1438" fmla="*/ 45384 w 1144639"/>
                <a:gd name="csY1438" fmla="*/ 32963 h 560854"/>
                <a:gd name="csX1439" fmla="*/ 45862 w 1144639"/>
                <a:gd name="csY1439" fmla="*/ 35352 h 560854"/>
                <a:gd name="csX1440" fmla="*/ 45862 w 1144639"/>
                <a:gd name="csY1440" fmla="*/ 35352 h 560854"/>
                <a:gd name="csX1441" fmla="*/ 43951 w 1144639"/>
                <a:gd name="csY1441" fmla="*/ 34396 h 560854"/>
                <a:gd name="csX1442" fmla="*/ 43473 w 1144639"/>
                <a:gd name="csY1442" fmla="*/ 33441 h 560854"/>
                <a:gd name="csX1443" fmla="*/ 42996 w 1144639"/>
                <a:gd name="csY1443" fmla="*/ 32486 h 560854"/>
                <a:gd name="csX1444" fmla="*/ 43473 w 1144639"/>
                <a:gd name="csY1444" fmla="*/ 31530 h 560854"/>
                <a:gd name="csX1445" fmla="*/ 44429 w 1144639"/>
                <a:gd name="csY1445" fmla="*/ 30575 h 560854"/>
                <a:gd name="csX1446" fmla="*/ 45862 w 1144639"/>
                <a:gd name="csY1446" fmla="*/ 30575 h 560854"/>
                <a:gd name="csX1447" fmla="*/ 45384 w 1144639"/>
                <a:gd name="csY1447" fmla="*/ 29619 h 560854"/>
                <a:gd name="csX1448" fmla="*/ 43951 w 1144639"/>
                <a:gd name="csY1448" fmla="*/ 27708 h 560854"/>
                <a:gd name="csX1449" fmla="*/ 42996 w 1144639"/>
                <a:gd name="csY1449" fmla="*/ 26753 h 560854"/>
                <a:gd name="csX1450" fmla="*/ 42040 w 1144639"/>
                <a:gd name="csY1450" fmla="*/ 26275 h 560854"/>
                <a:gd name="csX1451" fmla="*/ 41085 w 1144639"/>
                <a:gd name="csY1451" fmla="*/ 25797 h 560854"/>
                <a:gd name="csX1452" fmla="*/ 40607 w 1144639"/>
                <a:gd name="csY1452" fmla="*/ 25797 h 560854"/>
                <a:gd name="csX1453" fmla="*/ 40129 w 1144639"/>
                <a:gd name="csY1453" fmla="*/ 25320 h 560854"/>
                <a:gd name="csX1454" fmla="*/ 40607 w 1144639"/>
                <a:gd name="csY1454" fmla="*/ 24364 h 560854"/>
                <a:gd name="csX1455" fmla="*/ 41085 w 1144639"/>
                <a:gd name="csY1455" fmla="*/ 24364 h 560854"/>
                <a:gd name="csX1456" fmla="*/ 42996 w 1144639"/>
                <a:gd name="csY1456" fmla="*/ 24364 h 560854"/>
                <a:gd name="csX1457" fmla="*/ 43951 w 1144639"/>
                <a:gd name="csY1457" fmla="*/ 23886 h 560854"/>
                <a:gd name="csX1458" fmla="*/ 43951 w 1144639"/>
                <a:gd name="csY1458" fmla="*/ 22931 h 560854"/>
                <a:gd name="csX1459" fmla="*/ 43473 w 1144639"/>
                <a:gd name="csY1459" fmla="*/ 22453 h 560854"/>
                <a:gd name="csX1460" fmla="*/ 43473 w 1144639"/>
                <a:gd name="csY1460" fmla="*/ 19587 h 560854"/>
                <a:gd name="csX1461" fmla="*/ 42996 w 1144639"/>
                <a:gd name="csY1461" fmla="*/ 17198 h 560854"/>
                <a:gd name="csX1462" fmla="*/ 42518 w 1144639"/>
                <a:gd name="csY1462" fmla="*/ 16721 h 560854"/>
                <a:gd name="csX1463" fmla="*/ 42040 w 1144639"/>
                <a:gd name="csY1463" fmla="*/ 16721 h 560854"/>
                <a:gd name="csX1464" fmla="*/ 41563 w 1144639"/>
                <a:gd name="csY1464" fmla="*/ 16721 h 560854"/>
                <a:gd name="csX1465" fmla="*/ 40607 w 1144639"/>
                <a:gd name="csY1465" fmla="*/ 16721 h 560854"/>
                <a:gd name="csX1466" fmla="*/ 40129 w 1144639"/>
                <a:gd name="csY1466" fmla="*/ 16243 h 560854"/>
                <a:gd name="csX1467" fmla="*/ 39174 w 1144639"/>
                <a:gd name="csY1467" fmla="*/ 14332 h 560854"/>
                <a:gd name="csX1468" fmla="*/ 38218 w 1144639"/>
                <a:gd name="csY1468" fmla="*/ 10510 h 560854"/>
                <a:gd name="csX1469" fmla="*/ 40129 w 1144639"/>
                <a:gd name="csY1469" fmla="*/ 10510 h 560854"/>
                <a:gd name="csX1470" fmla="*/ 48728 w 1144639"/>
                <a:gd name="csY1470" fmla="*/ 10510 h 560854"/>
                <a:gd name="csX1471" fmla="*/ 56850 w 1144639"/>
                <a:gd name="csY1471" fmla="*/ 10510 h 560854"/>
                <a:gd name="csX1472" fmla="*/ 65449 w 1144639"/>
                <a:gd name="csY1472" fmla="*/ 10510 h 560854"/>
                <a:gd name="csX1473" fmla="*/ 74048 w 1144639"/>
                <a:gd name="csY1473" fmla="*/ 10510 h 560854"/>
                <a:gd name="csX1474" fmla="*/ 82170 w 1144639"/>
                <a:gd name="csY1474" fmla="*/ 10510 h 560854"/>
                <a:gd name="csX1475" fmla="*/ 90769 w 1144639"/>
                <a:gd name="csY1475" fmla="*/ 10510 h 560854"/>
                <a:gd name="csX1476" fmla="*/ 99368 w 1144639"/>
                <a:gd name="csY1476" fmla="*/ 10510 h 560854"/>
                <a:gd name="csX1477" fmla="*/ 107489 w 1144639"/>
                <a:gd name="csY1477" fmla="*/ 10510 h 560854"/>
                <a:gd name="csX1478" fmla="*/ 116088 w 1144639"/>
                <a:gd name="csY1478" fmla="*/ 10510 h 560854"/>
                <a:gd name="csX1479" fmla="*/ 124687 w 1144639"/>
                <a:gd name="csY1479" fmla="*/ 10510 h 560854"/>
                <a:gd name="csX1480" fmla="*/ 132809 w 1144639"/>
                <a:gd name="csY1480" fmla="*/ 10510 h 560854"/>
                <a:gd name="csX1481" fmla="*/ 141408 w 1144639"/>
                <a:gd name="csY1481" fmla="*/ 10510 h 560854"/>
                <a:gd name="csX1482" fmla="*/ 150007 w 1144639"/>
                <a:gd name="csY1482" fmla="*/ 10510 h 560854"/>
                <a:gd name="csX1483" fmla="*/ 158606 w 1144639"/>
                <a:gd name="csY1483" fmla="*/ 10510 h 560854"/>
                <a:gd name="csX1484" fmla="*/ 166728 w 1144639"/>
                <a:gd name="csY1484" fmla="*/ 10510 h 560854"/>
                <a:gd name="csX1485" fmla="*/ 175327 w 1144639"/>
                <a:gd name="csY1485" fmla="*/ 10510 h 560854"/>
                <a:gd name="csX1486" fmla="*/ 183926 w 1144639"/>
                <a:gd name="csY1486" fmla="*/ 10510 h 560854"/>
                <a:gd name="csX1487" fmla="*/ 192047 w 1144639"/>
                <a:gd name="csY1487" fmla="*/ 10510 h 560854"/>
                <a:gd name="csX1488" fmla="*/ 200646 w 1144639"/>
                <a:gd name="csY1488" fmla="*/ 10510 h 560854"/>
                <a:gd name="csX1489" fmla="*/ 209246 w 1144639"/>
                <a:gd name="csY1489" fmla="*/ 10510 h 560854"/>
                <a:gd name="csX1490" fmla="*/ 217845 w 1144639"/>
                <a:gd name="csY1490" fmla="*/ 10510 h 560854"/>
                <a:gd name="csX1491" fmla="*/ 225966 w 1144639"/>
                <a:gd name="csY1491" fmla="*/ 10510 h 560854"/>
                <a:gd name="csX1492" fmla="*/ 234565 w 1144639"/>
                <a:gd name="csY1492" fmla="*/ 10510 h 560854"/>
                <a:gd name="csX1493" fmla="*/ 243164 w 1144639"/>
                <a:gd name="csY1493" fmla="*/ 10510 h 560854"/>
                <a:gd name="csX1494" fmla="*/ 251286 w 1144639"/>
                <a:gd name="csY1494" fmla="*/ 10510 h 560854"/>
                <a:gd name="csX1495" fmla="*/ 259885 w 1144639"/>
                <a:gd name="csY1495" fmla="*/ 10510 h 560854"/>
                <a:gd name="csX1496" fmla="*/ 268484 w 1144639"/>
                <a:gd name="csY1496" fmla="*/ 10510 h 560854"/>
                <a:gd name="csX1497" fmla="*/ 276605 w 1144639"/>
                <a:gd name="csY1497" fmla="*/ 10510 h 560854"/>
                <a:gd name="csX1498" fmla="*/ 285205 w 1144639"/>
                <a:gd name="csY1498" fmla="*/ 10510 h 560854"/>
                <a:gd name="csX1499" fmla="*/ 293804 w 1144639"/>
                <a:gd name="csY1499" fmla="*/ 10510 h 560854"/>
                <a:gd name="csX1500" fmla="*/ 301925 w 1144639"/>
                <a:gd name="csY1500" fmla="*/ 10510 h 560854"/>
                <a:gd name="csX1501" fmla="*/ 310524 w 1144639"/>
                <a:gd name="csY1501" fmla="*/ 10510 h 560854"/>
                <a:gd name="csX1502" fmla="*/ 319123 w 1144639"/>
                <a:gd name="csY1502" fmla="*/ 10510 h 560854"/>
                <a:gd name="csX1503" fmla="*/ 327722 w 1144639"/>
                <a:gd name="csY1503" fmla="*/ 10510 h 560854"/>
                <a:gd name="csX1504" fmla="*/ 335844 w 1144639"/>
                <a:gd name="csY1504" fmla="*/ 10510 h 560854"/>
                <a:gd name="csX1505" fmla="*/ 344443 w 1144639"/>
                <a:gd name="csY1505" fmla="*/ 10510 h 560854"/>
                <a:gd name="csX1506" fmla="*/ 353042 w 1144639"/>
                <a:gd name="csY1506" fmla="*/ 10510 h 560854"/>
                <a:gd name="csX1507" fmla="*/ 361163 w 1144639"/>
                <a:gd name="csY1507" fmla="*/ 10510 h 560854"/>
                <a:gd name="csX1508" fmla="*/ 369763 w 1144639"/>
                <a:gd name="csY1508" fmla="*/ 10510 h 560854"/>
                <a:gd name="csX1509" fmla="*/ 378362 w 1144639"/>
                <a:gd name="csY1509" fmla="*/ 10510 h 560854"/>
                <a:gd name="csX1510" fmla="*/ 386961 w 1144639"/>
                <a:gd name="csY1510" fmla="*/ 10510 h 560854"/>
                <a:gd name="csX1511" fmla="*/ 395082 w 1144639"/>
                <a:gd name="csY1511" fmla="*/ 10510 h 560854"/>
                <a:gd name="csX1512" fmla="*/ 403681 w 1144639"/>
                <a:gd name="csY1512" fmla="*/ 10510 h 560854"/>
                <a:gd name="csX1513" fmla="*/ 412281 w 1144639"/>
                <a:gd name="csY1513" fmla="*/ 10510 h 560854"/>
                <a:gd name="csX1514" fmla="*/ 420402 w 1144639"/>
                <a:gd name="csY1514" fmla="*/ 10510 h 560854"/>
                <a:gd name="csX1515" fmla="*/ 429001 w 1144639"/>
                <a:gd name="csY1515" fmla="*/ 10510 h 560854"/>
                <a:gd name="csX1516" fmla="*/ 437600 w 1144639"/>
                <a:gd name="csY1516" fmla="*/ 10510 h 560854"/>
                <a:gd name="csX1517" fmla="*/ 445722 w 1144639"/>
                <a:gd name="csY1517" fmla="*/ 10510 h 560854"/>
                <a:gd name="csX1518" fmla="*/ 454321 w 1144639"/>
                <a:gd name="csY1518" fmla="*/ 10510 h 560854"/>
                <a:gd name="csX1519" fmla="*/ 462920 w 1144639"/>
                <a:gd name="csY1519" fmla="*/ 10510 h 560854"/>
                <a:gd name="csX1520" fmla="*/ 471519 w 1144639"/>
                <a:gd name="csY1520" fmla="*/ 10510 h 560854"/>
                <a:gd name="csX1521" fmla="*/ 479640 w 1144639"/>
                <a:gd name="csY1521" fmla="*/ 10510 h 560854"/>
                <a:gd name="csX1522" fmla="*/ 488240 w 1144639"/>
                <a:gd name="csY1522" fmla="*/ 10510 h 560854"/>
                <a:gd name="csX1523" fmla="*/ 496839 w 1144639"/>
                <a:gd name="csY1523" fmla="*/ 10510 h 560854"/>
                <a:gd name="csX1524" fmla="*/ 504960 w 1144639"/>
                <a:gd name="csY1524" fmla="*/ 10510 h 560854"/>
                <a:gd name="csX1525" fmla="*/ 513559 w 1144639"/>
                <a:gd name="csY1525" fmla="*/ 10510 h 560854"/>
                <a:gd name="csX1526" fmla="*/ 522158 w 1144639"/>
                <a:gd name="csY1526" fmla="*/ 10510 h 560854"/>
                <a:gd name="csX1527" fmla="*/ 530280 w 1144639"/>
                <a:gd name="csY1527" fmla="*/ 10510 h 560854"/>
                <a:gd name="csX1528" fmla="*/ 538879 w 1144639"/>
                <a:gd name="csY1528" fmla="*/ 10510 h 560854"/>
                <a:gd name="csX1529" fmla="*/ 547478 w 1144639"/>
                <a:gd name="csY1529" fmla="*/ 10510 h 560854"/>
                <a:gd name="csX1530" fmla="*/ 556077 w 1144639"/>
                <a:gd name="csY1530" fmla="*/ 10510 h 560854"/>
                <a:gd name="csX1531" fmla="*/ 564199 w 1144639"/>
                <a:gd name="csY1531" fmla="*/ 10510 h 560854"/>
                <a:gd name="csX1532" fmla="*/ 572798 w 1144639"/>
                <a:gd name="csY1532" fmla="*/ 10510 h 560854"/>
                <a:gd name="csX1533" fmla="*/ 581397 w 1144639"/>
                <a:gd name="csY1533" fmla="*/ 10510 h 560854"/>
                <a:gd name="csX1534" fmla="*/ 585696 w 1144639"/>
                <a:gd name="csY1534" fmla="*/ 10510 h 560854"/>
                <a:gd name="csX1535" fmla="*/ 586174 w 1144639"/>
                <a:gd name="csY1535" fmla="*/ 4777 h 560854"/>
                <a:gd name="csX1536" fmla="*/ 586174 w 1144639"/>
                <a:gd name="csY1536" fmla="*/ 0 h 560854"/>
                <a:gd name="csX1537" fmla="*/ 586174 w 1144639"/>
                <a:gd name="csY1537" fmla="*/ 0 h 560854"/>
                <a:gd name="csX1538" fmla="*/ 590474 w 1144639"/>
                <a:gd name="csY1538" fmla="*/ 478 h 560854"/>
                <a:gd name="csX1539" fmla="*/ 591429 w 1144639"/>
                <a:gd name="csY1539" fmla="*/ 1433 h 560854"/>
                <a:gd name="csX1540" fmla="*/ 591907 w 1144639"/>
                <a:gd name="csY1540" fmla="*/ 1911 h 560854"/>
                <a:gd name="csX1541" fmla="*/ 591907 w 1144639"/>
                <a:gd name="csY1541" fmla="*/ 1911 h 560854"/>
                <a:gd name="csX1542" fmla="*/ 591907 w 1144639"/>
                <a:gd name="csY1542" fmla="*/ 3344 h 560854"/>
                <a:gd name="csX1543" fmla="*/ 592385 w 1144639"/>
                <a:gd name="csY1543" fmla="*/ 7166 h 560854"/>
                <a:gd name="csX1544" fmla="*/ 592862 w 1144639"/>
                <a:gd name="csY1544" fmla="*/ 10510 h 560854"/>
                <a:gd name="csX1545" fmla="*/ 594773 w 1144639"/>
                <a:gd name="csY1545" fmla="*/ 14332 h 560854"/>
                <a:gd name="csX1546" fmla="*/ 594773 w 1144639"/>
                <a:gd name="csY1546" fmla="*/ 15765 h 560854"/>
                <a:gd name="csX1547" fmla="*/ 595729 w 1144639"/>
                <a:gd name="csY1547" fmla="*/ 16721 h 560854"/>
                <a:gd name="csX1548" fmla="*/ 596684 w 1144639"/>
                <a:gd name="csY1548" fmla="*/ 17676 h 560854"/>
                <a:gd name="csX1549" fmla="*/ 600506 w 1144639"/>
                <a:gd name="csY1549" fmla="*/ 18631 h 560854"/>
                <a:gd name="csX1550" fmla="*/ 607672 w 1144639"/>
                <a:gd name="csY1550" fmla="*/ 20065 h 560854"/>
                <a:gd name="csX1551" fmla="*/ 611971 w 1144639"/>
                <a:gd name="csY1551" fmla="*/ 21020 h 560854"/>
                <a:gd name="csX1552" fmla="*/ 612927 w 1144639"/>
                <a:gd name="csY1552" fmla="*/ 22931 h 560854"/>
                <a:gd name="csX1553" fmla="*/ 614838 w 1144639"/>
                <a:gd name="csY1553" fmla="*/ 23409 h 560854"/>
                <a:gd name="csX1554" fmla="*/ 617704 w 1144639"/>
                <a:gd name="csY1554" fmla="*/ 22931 h 560854"/>
                <a:gd name="csX1555" fmla="*/ 619615 w 1144639"/>
                <a:gd name="csY1555" fmla="*/ 22453 h 560854"/>
                <a:gd name="csX1556" fmla="*/ 621048 w 1144639"/>
                <a:gd name="csY1556" fmla="*/ 21020 h 560854"/>
                <a:gd name="csX1557" fmla="*/ 621048 w 1144639"/>
                <a:gd name="csY1557" fmla="*/ 21020 h 560854"/>
                <a:gd name="csX1558" fmla="*/ 621526 w 1144639"/>
                <a:gd name="csY1558" fmla="*/ 21020 h 560854"/>
                <a:gd name="csX1559" fmla="*/ 623437 w 1144639"/>
                <a:gd name="csY1559" fmla="*/ 20542 h 560854"/>
                <a:gd name="csX1560" fmla="*/ 625826 w 1144639"/>
                <a:gd name="csY1560" fmla="*/ 21020 h 560854"/>
                <a:gd name="csX1561" fmla="*/ 627736 w 1144639"/>
                <a:gd name="csY1561" fmla="*/ 21020 h 560854"/>
                <a:gd name="csX1562" fmla="*/ 628692 w 1144639"/>
                <a:gd name="csY1562" fmla="*/ 21020 h 560854"/>
                <a:gd name="csX1563" fmla="*/ 632036 w 1144639"/>
                <a:gd name="csY1563" fmla="*/ 22453 h 560854"/>
                <a:gd name="csX1564" fmla="*/ 633947 w 1144639"/>
                <a:gd name="csY1564" fmla="*/ 23409 h 560854"/>
                <a:gd name="csX1565" fmla="*/ 636813 w 1144639"/>
                <a:gd name="csY1565" fmla="*/ 25320 h 560854"/>
                <a:gd name="csX1566" fmla="*/ 638724 w 1144639"/>
                <a:gd name="csY1566" fmla="*/ 25797 h 560854"/>
                <a:gd name="csX1567" fmla="*/ 639680 w 1144639"/>
                <a:gd name="csY1567" fmla="*/ 27708 h 560854"/>
                <a:gd name="csX1568" fmla="*/ 640158 w 1144639"/>
                <a:gd name="csY1568" fmla="*/ 30097 h 560854"/>
                <a:gd name="csX1569" fmla="*/ 641591 w 1144639"/>
                <a:gd name="csY1569" fmla="*/ 30097 h 560854"/>
                <a:gd name="csX1570" fmla="*/ 642546 w 1144639"/>
                <a:gd name="csY1570" fmla="*/ 28664 h 560854"/>
                <a:gd name="csX1571" fmla="*/ 645413 w 1144639"/>
                <a:gd name="csY1571" fmla="*/ 28664 h 560854"/>
                <a:gd name="csX1572" fmla="*/ 648279 w 1144639"/>
                <a:gd name="csY1572" fmla="*/ 29619 h 560854"/>
                <a:gd name="csX1573" fmla="*/ 651623 w 1144639"/>
                <a:gd name="csY1573" fmla="*/ 32486 h 560854"/>
                <a:gd name="csX1574" fmla="*/ 655445 w 1144639"/>
                <a:gd name="csY1574" fmla="*/ 34874 h 560854"/>
                <a:gd name="csX1575" fmla="*/ 658311 w 1144639"/>
                <a:gd name="csY1575" fmla="*/ 36307 h 560854"/>
                <a:gd name="csX1576" fmla="*/ 660700 w 1144639"/>
                <a:gd name="csY1576" fmla="*/ 36307 h 560854"/>
                <a:gd name="csX1577" fmla="*/ 664044 w 1144639"/>
                <a:gd name="csY1577" fmla="*/ 34874 h 560854"/>
                <a:gd name="csX1578" fmla="*/ 667388 w 1144639"/>
                <a:gd name="csY1578" fmla="*/ 32486 h 560854"/>
                <a:gd name="csX1579" fmla="*/ 670255 w 1144639"/>
                <a:gd name="csY1579" fmla="*/ 32008 h 560854"/>
                <a:gd name="csX1580" fmla="*/ 671688 w 1144639"/>
                <a:gd name="csY1580" fmla="*/ 32486 h 560854"/>
                <a:gd name="csX1581" fmla="*/ 672643 w 1144639"/>
                <a:gd name="csY1581" fmla="*/ 34396 h 560854"/>
                <a:gd name="csX1582" fmla="*/ 673599 w 1144639"/>
                <a:gd name="csY1582" fmla="*/ 34874 h 560854"/>
                <a:gd name="csX1583" fmla="*/ 675987 w 1144639"/>
                <a:gd name="csY1583" fmla="*/ 34874 h 560854"/>
                <a:gd name="csX1584" fmla="*/ 681720 w 1144639"/>
                <a:gd name="csY1584" fmla="*/ 35352 h 560854"/>
                <a:gd name="csX1585" fmla="*/ 686497 w 1144639"/>
                <a:gd name="csY1585" fmla="*/ 34396 h 560854"/>
                <a:gd name="csX1586" fmla="*/ 687453 w 1144639"/>
                <a:gd name="csY1586" fmla="*/ 35830 h 560854"/>
                <a:gd name="csX1587" fmla="*/ 688408 w 1144639"/>
                <a:gd name="csY1587" fmla="*/ 37263 h 560854"/>
                <a:gd name="csX1588" fmla="*/ 690319 w 1144639"/>
                <a:gd name="csY1588" fmla="*/ 37741 h 560854"/>
                <a:gd name="csX1589" fmla="*/ 692708 w 1144639"/>
                <a:gd name="csY1589" fmla="*/ 37263 h 560854"/>
                <a:gd name="csX1590" fmla="*/ 696530 w 1144639"/>
                <a:gd name="csY1590" fmla="*/ 37741 h 560854"/>
                <a:gd name="csX1591" fmla="*/ 696052 w 1144639"/>
                <a:gd name="csY1591" fmla="*/ 38218 h 560854"/>
                <a:gd name="csX1592" fmla="*/ 695574 w 1144639"/>
                <a:gd name="csY1592" fmla="*/ 38218 h 560854"/>
                <a:gd name="csX1593" fmla="*/ 694619 w 1144639"/>
                <a:gd name="csY1593" fmla="*/ 38218 h 560854"/>
                <a:gd name="csX1594" fmla="*/ 693663 w 1144639"/>
                <a:gd name="csY1594" fmla="*/ 39174 h 560854"/>
                <a:gd name="csX1595" fmla="*/ 691752 w 1144639"/>
                <a:gd name="csY1595" fmla="*/ 40607 h 560854"/>
                <a:gd name="csX1596" fmla="*/ 688408 w 1144639"/>
                <a:gd name="csY1596" fmla="*/ 42040 h 560854"/>
                <a:gd name="csX1597" fmla="*/ 684586 w 1144639"/>
                <a:gd name="csY1597" fmla="*/ 43473 h 560854"/>
                <a:gd name="csX1598" fmla="*/ 676465 w 1144639"/>
                <a:gd name="csY1598" fmla="*/ 46340 h 560854"/>
                <a:gd name="csX1599" fmla="*/ 671688 w 1144639"/>
                <a:gd name="csY1599" fmla="*/ 49206 h 560854"/>
                <a:gd name="csX1600" fmla="*/ 669299 w 1144639"/>
                <a:gd name="csY1600" fmla="*/ 50639 h 560854"/>
                <a:gd name="csX1601" fmla="*/ 660700 w 1144639"/>
                <a:gd name="csY1601" fmla="*/ 58761 h 560854"/>
                <a:gd name="csX1602" fmla="*/ 655445 w 1144639"/>
                <a:gd name="csY1602" fmla="*/ 63538 h 560854"/>
                <a:gd name="csX1603" fmla="*/ 647324 w 1144639"/>
                <a:gd name="csY1603" fmla="*/ 69271 h 560854"/>
                <a:gd name="csX1604" fmla="*/ 646368 w 1144639"/>
                <a:gd name="csY1604" fmla="*/ 70226 h 560854"/>
                <a:gd name="csX1605" fmla="*/ 646368 w 1144639"/>
                <a:gd name="csY1605" fmla="*/ 71182 h 560854"/>
                <a:gd name="csX1606" fmla="*/ 647324 w 1144639"/>
                <a:gd name="csY1606" fmla="*/ 71659 h 560854"/>
                <a:gd name="csX1607" fmla="*/ 648757 w 1144639"/>
                <a:gd name="csY1607" fmla="*/ 72615 h 560854"/>
                <a:gd name="csX1608" fmla="*/ 650190 w 1144639"/>
                <a:gd name="csY1608" fmla="*/ 72615 h 560854"/>
                <a:gd name="csX1609" fmla="*/ 651623 w 1144639"/>
                <a:gd name="csY1609" fmla="*/ 72615 h 560854"/>
                <a:gd name="csX1610" fmla="*/ 658311 w 1144639"/>
                <a:gd name="csY1610" fmla="*/ 70704 h 560854"/>
                <a:gd name="csX1611" fmla="*/ 661178 w 1144639"/>
                <a:gd name="csY1611" fmla="*/ 69748 h 560854"/>
                <a:gd name="csX1612" fmla="*/ 664044 w 1144639"/>
                <a:gd name="csY1612" fmla="*/ 67838 h 560854"/>
                <a:gd name="csX1613" fmla="*/ 664522 w 1144639"/>
                <a:gd name="csY1613" fmla="*/ 67838 h 560854"/>
                <a:gd name="csX1614" fmla="*/ 665477 w 1144639"/>
                <a:gd name="csY1614" fmla="*/ 67838 h 560854"/>
                <a:gd name="csX1615" fmla="*/ 665955 w 1144639"/>
                <a:gd name="csY1615" fmla="*/ 68315 h 560854"/>
                <a:gd name="csX1616" fmla="*/ 669299 w 1144639"/>
                <a:gd name="csY1616" fmla="*/ 65927 h 560854"/>
                <a:gd name="csX1617" fmla="*/ 670732 w 1144639"/>
                <a:gd name="csY1617" fmla="*/ 65449 h 560854"/>
                <a:gd name="csX1618" fmla="*/ 671688 w 1144639"/>
                <a:gd name="csY1618" fmla="*/ 65449 h 560854"/>
                <a:gd name="csX1619" fmla="*/ 672643 w 1144639"/>
                <a:gd name="csY1619" fmla="*/ 66404 h 560854"/>
                <a:gd name="csX1620" fmla="*/ 673121 w 1144639"/>
                <a:gd name="csY1620" fmla="*/ 66882 h 560854"/>
                <a:gd name="csX1621" fmla="*/ 672643 w 1144639"/>
                <a:gd name="csY1621" fmla="*/ 68315 h 560854"/>
                <a:gd name="csX1622" fmla="*/ 671688 w 1144639"/>
                <a:gd name="csY1622" fmla="*/ 69748 h 560854"/>
                <a:gd name="csX1623" fmla="*/ 671210 w 1144639"/>
                <a:gd name="csY1623" fmla="*/ 71182 h 560854"/>
                <a:gd name="csX1624" fmla="*/ 671210 w 1144639"/>
                <a:gd name="csY1624" fmla="*/ 72137 h 560854"/>
                <a:gd name="csX1625" fmla="*/ 670732 w 1144639"/>
                <a:gd name="csY1625" fmla="*/ 73093 h 560854"/>
                <a:gd name="csX1626" fmla="*/ 669777 w 1144639"/>
                <a:gd name="csY1626" fmla="*/ 74526 h 560854"/>
                <a:gd name="csX1627" fmla="*/ 669777 w 1144639"/>
                <a:gd name="csY1627" fmla="*/ 75004 h 560854"/>
                <a:gd name="csX1628" fmla="*/ 673121 w 1144639"/>
                <a:gd name="csY1628" fmla="*/ 74048 h 560854"/>
                <a:gd name="csX1629" fmla="*/ 673599 w 1144639"/>
                <a:gd name="csY1629" fmla="*/ 73570 h 560854"/>
                <a:gd name="csX1630" fmla="*/ 673599 w 1144639"/>
                <a:gd name="csY1630" fmla="*/ 73570 h 560854"/>
                <a:gd name="csX1631" fmla="*/ 673121 w 1144639"/>
                <a:gd name="csY1631" fmla="*/ 73093 h 560854"/>
                <a:gd name="csX1632" fmla="*/ 673599 w 1144639"/>
                <a:gd name="csY1632" fmla="*/ 73093 h 560854"/>
                <a:gd name="csX1633" fmla="*/ 675987 w 1144639"/>
                <a:gd name="csY1633" fmla="*/ 74526 h 560854"/>
                <a:gd name="csX1634" fmla="*/ 677420 w 1144639"/>
                <a:gd name="csY1634" fmla="*/ 75481 h 560854"/>
                <a:gd name="csX1635" fmla="*/ 678854 w 1144639"/>
                <a:gd name="csY1635" fmla="*/ 75481 h 560854"/>
                <a:gd name="csX1636" fmla="*/ 681720 w 1144639"/>
                <a:gd name="csY1636" fmla="*/ 75004 h 560854"/>
                <a:gd name="csX1637" fmla="*/ 685064 w 1144639"/>
                <a:gd name="csY1637" fmla="*/ 74048 h 560854"/>
                <a:gd name="csX1638" fmla="*/ 688408 w 1144639"/>
                <a:gd name="csY1638" fmla="*/ 72137 h 560854"/>
                <a:gd name="csX1639" fmla="*/ 691274 w 1144639"/>
                <a:gd name="csY1639" fmla="*/ 70226 h 560854"/>
                <a:gd name="csX1640" fmla="*/ 694141 w 1144639"/>
                <a:gd name="csY1640" fmla="*/ 68793 h 560854"/>
                <a:gd name="csX1641" fmla="*/ 698440 w 1144639"/>
                <a:gd name="csY1641" fmla="*/ 68315 h 560854"/>
                <a:gd name="csX1642" fmla="*/ 700829 w 1144639"/>
                <a:gd name="csY1642" fmla="*/ 67838 h 560854"/>
                <a:gd name="csX1643" fmla="*/ 702740 w 1144639"/>
                <a:gd name="csY1643" fmla="*/ 66882 h 560854"/>
                <a:gd name="csX1644" fmla="*/ 705129 w 1144639"/>
                <a:gd name="csY1644" fmla="*/ 64971 h 560854"/>
                <a:gd name="csX1645" fmla="*/ 706084 w 1144639"/>
                <a:gd name="csY1645" fmla="*/ 64493 h 560854"/>
                <a:gd name="csX1646" fmla="*/ 707995 w 1144639"/>
                <a:gd name="csY1646" fmla="*/ 64016 h 560854"/>
                <a:gd name="csX1647" fmla="*/ 708950 w 1144639"/>
                <a:gd name="csY1647" fmla="*/ 63538 h 560854"/>
                <a:gd name="csX1648" fmla="*/ 709906 w 1144639"/>
                <a:gd name="csY1648" fmla="*/ 62105 h 560854"/>
                <a:gd name="csX1649" fmla="*/ 711339 w 1144639"/>
                <a:gd name="csY1649" fmla="*/ 60672 h 560854"/>
                <a:gd name="csX1650" fmla="*/ 713728 w 1144639"/>
                <a:gd name="csY1650" fmla="*/ 59238 h 560854"/>
                <a:gd name="csX1651" fmla="*/ 715161 w 1144639"/>
                <a:gd name="csY1651" fmla="*/ 58283 h 560854"/>
                <a:gd name="csX1652" fmla="*/ 715161 w 1144639"/>
                <a:gd name="csY1652" fmla="*/ 58761 h 560854"/>
                <a:gd name="csX1653" fmla="*/ 715639 w 1144639"/>
                <a:gd name="csY1653" fmla="*/ 59238 h 560854"/>
                <a:gd name="csX1654" fmla="*/ 715639 w 1144639"/>
                <a:gd name="csY1654" fmla="*/ 60194 h 560854"/>
                <a:gd name="csX1655" fmla="*/ 716116 w 1144639"/>
                <a:gd name="csY1655" fmla="*/ 60672 h 560854"/>
                <a:gd name="csX1656" fmla="*/ 717072 w 1144639"/>
                <a:gd name="csY1656" fmla="*/ 61627 h 560854"/>
                <a:gd name="csX1657" fmla="*/ 717550 w 1144639"/>
                <a:gd name="csY1657" fmla="*/ 62105 h 560854"/>
                <a:gd name="csX1658" fmla="*/ 717550 w 1144639"/>
                <a:gd name="csY1658" fmla="*/ 63060 h 560854"/>
                <a:gd name="csX1659" fmla="*/ 718027 w 1144639"/>
                <a:gd name="csY1659" fmla="*/ 63538 h 560854"/>
                <a:gd name="csX1660" fmla="*/ 718505 w 1144639"/>
                <a:gd name="csY1660" fmla="*/ 64493 h 560854"/>
                <a:gd name="csX1661" fmla="*/ 718983 w 1144639"/>
                <a:gd name="csY1661" fmla="*/ 65449 h 560854"/>
                <a:gd name="csX1662" fmla="*/ 718505 w 1144639"/>
                <a:gd name="csY1662" fmla="*/ 67838 h 560854"/>
                <a:gd name="csX1663" fmla="*/ 718505 w 1144639"/>
                <a:gd name="csY1663" fmla="*/ 68793 h 560854"/>
                <a:gd name="csX1664" fmla="*/ 718983 w 1144639"/>
                <a:gd name="csY1664" fmla="*/ 69748 h 560854"/>
                <a:gd name="csX1665" fmla="*/ 718983 w 1144639"/>
                <a:gd name="csY1665" fmla="*/ 69748 h 560854"/>
                <a:gd name="csX1666" fmla="*/ 719461 w 1144639"/>
                <a:gd name="csY1666" fmla="*/ 69748 h 560854"/>
                <a:gd name="csX1667" fmla="*/ 719938 w 1144639"/>
                <a:gd name="csY1667" fmla="*/ 68793 h 560854"/>
                <a:gd name="csX1668" fmla="*/ 720416 w 1144639"/>
                <a:gd name="csY1668" fmla="*/ 68315 h 560854"/>
                <a:gd name="csX1669" fmla="*/ 720416 w 1144639"/>
                <a:gd name="csY1669" fmla="*/ 67838 h 560854"/>
                <a:gd name="csX1670" fmla="*/ 723760 w 1144639"/>
                <a:gd name="csY1670" fmla="*/ 65927 h 560854"/>
                <a:gd name="csX1671" fmla="*/ 724238 w 1144639"/>
                <a:gd name="csY1671" fmla="*/ 65927 h 560854"/>
                <a:gd name="csX1672" fmla="*/ 725193 w 1144639"/>
                <a:gd name="csY1672" fmla="*/ 66404 h 560854"/>
                <a:gd name="csX1673" fmla="*/ 730448 w 1144639"/>
                <a:gd name="csY1673" fmla="*/ 67360 h 560854"/>
                <a:gd name="csX1674" fmla="*/ 732359 w 1144639"/>
                <a:gd name="csY1674" fmla="*/ 67838 h 560854"/>
                <a:gd name="csX1675" fmla="*/ 734270 w 1144639"/>
                <a:gd name="csY1675" fmla="*/ 68793 h 560854"/>
                <a:gd name="csX1676" fmla="*/ 735226 w 1144639"/>
                <a:gd name="csY1676" fmla="*/ 69271 h 560854"/>
                <a:gd name="csX1677" fmla="*/ 737614 w 1144639"/>
                <a:gd name="csY1677" fmla="*/ 73093 h 560854"/>
                <a:gd name="csX1678" fmla="*/ 738570 w 1144639"/>
                <a:gd name="csY1678" fmla="*/ 74526 h 560854"/>
                <a:gd name="csX1679" fmla="*/ 739525 w 1144639"/>
                <a:gd name="csY1679" fmla="*/ 75004 h 560854"/>
                <a:gd name="csX1680" fmla="*/ 740003 w 1144639"/>
                <a:gd name="csY1680" fmla="*/ 75481 h 560854"/>
                <a:gd name="csX1681" fmla="*/ 740481 w 1144639"/>
                <a:gd name="csY1681" fmla="*/ 76914 h 560854"/>
                <a:gd name="csX1682" fmla="*/ 740481 w 1144639"/>
                <a:gd name="csY1682" fmla="*/ 77392 h 560854"/>
                <a:gd name="csX1683" fmla="*/ 744303 w 1144639"/>
                <a:gd name="csY1683" fmla="*/ 77392 h 560854"/>
                <a:gd name="csX1684" fmla="*/ 746213 w 1144639"/>
                <a:gd name="csY1684" fmla="*/ 77392 h 560854"/>
                <a:gd name="csX1685" fmla="*/ 747169 w 1144639"/>
                <a:gd name="csY1685" fmla="*/ 76914 h 560854"/>
                <a:gd name="csX1686" fmla="*/ 748124 w 1144639"/>
                <a:gd name="csY1686" fmla="*/ 76914 h 560854"/>
                <a:gd name="csX1687" fmla="*/ 749557 w 1144639"/>
                <a:gd name="csY1687" fmla="*/ 78347 h 560854"/>
                <a:gd name="csX1688" fmla="*/ 750513 w 1144639"/>
                <a:gd name="csY1688" fmla="*/ 78825 h 560854"/>
                <a:gd name="csX1689" fmla="*/ 751946 w 1144639"/>
                <a:gd name="csY1689" fmla="*/ 78347 h 560854"/>
                <a:gd name="csX1690" fmla="*/ 752902 w 1144639"/>
                <a:gd name="csY1690" fmla="*/ 78347 h 560854"/>
                <a:gd name="csX1691" fmla="*/ 754335 w 1144639"/>
                <a:gd name="csY1691" fmla="*/ 78825 h 560854"/>
                <a:gd name="csX1692" fmla="*/ 754813 w 1144639"/>
                <a:gd name="csY1692" fmla="*/ 79303 h 560854"/>
                <a:gd name="csX1693" fmla="*/ 754813 w 1144639"/>
                <a:gd name="csY1693" fmla="*/ 79303 h 560854"/>
                <a:gd name="csX1694" fmla="*/ 757201 w 1144639"/>
                <a:gd name="csY1694" fmla="*/ 77392 h 560854"/>
                <a:gd name="csX1695" fmla="*/ 759590 w 1144639"/>
                <a:gd name="csY1695" fmla="*/ 75481 h 560854"/>
                <a:gd name="csX1696" fmla="*/ 762934 w 1144639"/>
                <a:gd name="csY1696" fmla="*/ 73570 h 560854"/>
                <a:gd name="csX1697" fmla="*/ 764845 w 1144639"/>
                <a:gd name="csY1697" fmla="*/ 73093 h 560854"/>
                <a:gd name="csX1698" fmla="*/ 765322 w 1144639"/>
                <a:gd name="csY1698" fmla="*/ 73093 h 560854"/>
                <a:gd name="csX1699" fmla="*/ 768667 w 1144639"/>
                <a:gd name="csY1699" fmla="*/ 72615 h 560854"/>
                <a:gd name="csX1700" fmla="*/ 771533 w 1144639"/>
                <a:gd name="csY1700" fmla="*/ 72615 h 560854"/>
                <a:gd name="csX1701" fmla="*/ 775355 w 1144639"/>
                <a:gd name="csY1701" fmla="*/ 73093 h 560854"/>
                <a:gd name="csX1702" fmla="*/ 778699 w 1144639"/>
                <a:gd name="csY1702" fmla="*/ 72615 h 560854"/>
                <a:gd name="csX1703" fmla="*/ 782043 w 1144639"/>
                <a:gd name="csY1703" fmla="*/ 71182 h 560854"/>
                <a:gd name="csX1704" fmla="*/ 784910 w 1144639"/>
                <a:gd name="csY1704" fmla="*/ 70704 h 560854"/>
                <a:gd name="csX1705" fmla="*/ 787298 w 1144639"/>
                <a:gd name="csY1705" fmla="*/ 70226 h 560854"/>
                <a:gd name="csX1706" fmla="*/ 788254 w 1144639"/>
                <a:gd name="csY1706" fmla="*/ 70704 h 560854"/>
                <a:gd name="csX1707" fmla="*/ 787298 w 1144639"/>
                <a:gd name="csY1707" fmla="*/ 71659 h 560854"/>
                <a:gd name="csX1708" fmla="*/ 787298 w 1144639"/>
                <a:gd name="csY1708" fmla="*/ 73093 h 560854"/>
                <a:gd name="csX1709" fmla="*/ 787298 w 1144639"/>
                <a:gd name="csY1709" fmla="*/ 75004 h 560854"/>
                <a:gd name="csX1710" fmla="*/ 786820 w 1144639"/>
                <a:gd name="csY1710" fmla="*/ 76437 h 560854"/>
                <a:gd name="csX1711" fmla="*/ 786343 w 1144639"/>
                <a:gd name="csY1711" fmla="*/ 76914 h 560854"/>
                <a:gd name="csX1712" fmla="*/ 786343 w 1144639"/>
                <a:gd name="csY1712" fmla="*/ 77392 h 560854"/>
                <a:gd name="csX1713" fmla="*/ 786820 w 1144639"/>
                <a:gd name="csY1713" fmla="*/ 77870 h 560854"/>
                <a:gd name="csX1714" fmla="*/ 789209 w 1144639"/>
                <a:gd name="csY1714" fmla="*/ 77870 h 560854"/>
                <a:gd name="csX1715" fmla="*/ 790164 w 1144639"/>
                <a:gd name="csY1715" fmla="*/ 78825 h 560854"/>
                <a:gd name="csX1716" fmla="*/ 791598 w 1144639"/>
                <a:gd name="csY1716" fmla="*/ 78825 h 560854"/>
                <a:gd name="csX1717" fmla="*/ 793509 w 1144639"/>
                <a:gd name="csY1717" fmla="*/ 78347 h 560854"/>
                <a:gd name="csX1718" fmla="*/ 794464 w 1144639"/>
                <a:gd name="csY1718" fmla="*/ 78347 h 560854"/>
                <a:gd name="csX1719" fmla="*/ 795420 w 1144639"/>
                <a:gd name="csY1719" fmla="*/ 79303 h 560854"/>
                <a:gd name="csX1720" fmla="*/ 796853 w 1144639"/>
                <a:gd name="csY1720" fmla="*/ 79781 h 560854"/>
                <a:gd name="csX1721" fmla="*/ 797808 w 1144639"/>
                <a:gd name="csY1721" fmla="*/ 78825 h 560854"/>
                <a:gd name="csX1722" fmla="*/ 798764 w 1144639"/>
                <a:gd name="csY1722" fmla="*/ 78347 h 560854"/>
                <a:gd name="csX1723" fmla="*/ 799719 w 1144639"/>
                <a:gd name="csY1723" fmla="*/ 77870 h 560854"/>
                <a:gd name="csX1724" fmla="*/ 800197 w 1144639"/>
                <a:gd name="csY1724" fmla="*/ 77870 h 560854"/>
                <a:gd name="csX1725" fmla="*/ 800675 w 1144639"/>
                <a:gd name="csY1725" fmla="*/ 78347 h 560854"/>
                <a:gd name="csX1726" fmla="*/ 801152 w 1144639"/>
                <a:gd name="csY1726" fmla="*/ 78825 h 560854"/>
                <a:gd name="csX1727" fmla="*/ 802108 w 1144639"/>
                <a:gd name="csY1727" fmla="*/ 80258 h 560854"/>
                <a:gd name="csX1728" fmla="*/ 802586 w 1144639"/>
                <a:gd name="csY1728" fmla="*/ 81214 h 560854"/>
                <a:gd name="csX1729" fmla="*/ 803063 w 1144639"/>
                <a:gd name="csY1729" fmla="*/ 83125 h 560854"/>
                <a:gd name="csX1730" fmla="*/ 803063 w 1144639"/>
                <a:gd name="csY1730" fmla="*/ 83603 h 560854"/>
                <a:gd name="csX1731" fmla="*/ 803063 w 1144639"/>
                <a:gd name="csY1731" fmla="*/ 84558 h 560854"/>
                <a:gd name="csX1732" fmla="*/ 802586 w 1144639"/>
                <a:gd name="csY1732" fmla="*/ 85036 h 560854"/>
                <a:gd name="csX1733" fmla="*/ 802586 w 1144639"/>
                <a:gd name="csY1733" fmla="*/ 85513 h 560854"/>
                <a:gd name="csX1734" fmla="*/ 802586 w 1144639"/>
                <a:gd name="csY1734" fmla="*/ 85991 h 560854"/>
                <a:gd name="csX1735" fmla="*/ 804974 w 1144639"/>
                <a:gd name="csY1735" fmla="*/ 86469 h 560854"/>
                <a:gd name="csX1736" fmla="*/ 806407 w 1144639"/>
                <a:gd name="csY1736" fmla="*/ 86947 h 560854"/>
                <a:gd name="csX1737" fmla="*/ 806407 w 1144639"/>
                <a:gd name="csY1737" fmla="*/ 87424 h 560854"/>
                <a:gd name="csX1738" fmla="*/ 806407 w 1144639"/>
                <a:gd name="csY1738" fmla="*/ 87902 h 560854"/>
                <a:gd name="csX1739" fmla="*/ 806407 w 1144639"/>
                <a:gd name="csY1739" fmla="*/ 88858 h 560854"/>
                <a:gd name="csX1740" fmla="*/ 806885 w 1144639"/>
                <a:gd name="csY1740" fmla="*/ 89335 h 560854"/>
                <a:gd name="csX1741" fmla="*/ 808796 w 1144639"/>
                <a:gd name="csY1741" fmla="*/ 90291 h 560854"/>
                <a:gd name="csX1742" fmla="*/ 809274 w 1144639"/>
                <a:gd name="csY1742" fmla="*/ 90769 h 560854"/>
                <a:gd name="csX1743" fmla="*/ 809274 w 1144639"/>
                <a:gd name="csY1743" fmla="*/ 91724 h 560854"/>
                <a:gd name="csX1744" fmla="*/ 808796 w 1144639"/>
                <a:gd name="csY1744" fmla="*/ 91724 h 560854"/>
                <a:gd name="csX1745" fmla="*/ 807841 w 1144639"/>
                <a:gd name="csY1745" fmla="*/ 92202 h 560854"/>
                <a:gd name="csX1746" fmla="*/ 800675 w 1144639"/>
                <a:gd name="csY1746" fmla="*/ 91246 h 560854"/>
                <a:gd name="csX1747" fmla="*/ 798286 w 1144639"/>
                <a:gd name="csY1747" fmla="*/ 90769 h 560854"/>
                <a:gd name="csX1748" fmla="*/ 798286 w 1144639"/>
                <a:gd name="csY1748" fmla="*/ 91246 h 560854"/>
                <a:gd name="csX1749" fmla="*/ 797808 w 1144639"/>
                <a:gd name="csY1749" fmla="*/ 91246 h 560854"/>
                <a:gd name="csX1750" fmla="*/ 797330 w 1144639"/>
                <a:gd name="csY1750" fmla="*/ 91246 h 560854"/>
                <a:gd name="csX1751" fmla="*/ 796853 w 1144639"/>
                <a:gd name="csY1751" fmla="*/ 91246 h 560854"/>
                <a:gd name="csX1752" fmla="*/ 796853 w 1144639"/>
                <a:gd name="csY1752" fmla="*/ 90769 h 560854"/>
                <a:gd name="csX1753" fmla="*/ 796375 w 1144639"/>
                <a:gd name="csY1753" fmla="*/ 90291 h 560854"/>
                <a:gd name="csX1754" fmla="*/ 795897 w 1144639"/>
                <a:gd name="csY1754" fmla="*/ 89813 h 560854"/>
                <a:gd name="csX1755" fmla="*/ 794942 w 1144639"/>
                <a:gd name="csY1755" fmla="*/ 89813 h 560854"/>
                <a:gd name="csX1756" fmla="*/ 793986 w 1144639"/>
                <a:gd name="csY1756" fmla="*/ 90291 h 560854"/>
                <a:gd name="csX1757" fmla="*/ 793031 w 1144639"/>
                <a:gd name="csY1757" fmla="*/ 92202 h 560854"/>
                <a:gd name="csX1758" fmla="*/ 793031 w 1144639"/>
                <a:gd name="csY1758" fmla="*/ 92679 h 560854"/>
                <a:gd name="csX1759" fmla="*/ 793031 w 1144639"/>
                <a:gd name="csY1759" fmla="*/ 93635 h 560854"/>
                <a:gd name="csX1760" fmla="*/ 793031 w 1144639"/>
                <a:gd name="csY1760" fmla="*/ 94113 h 560854"/>
                <a:gd name="csX1761" fmla="*/ 793031 w 1144639"/>
                <a:gd name="csY1761" fmla="*/ 94590 h 560854"/>
                <a:gd name="csX1762" fmla="*/ 793031 w 1144639"/>
                <a:gd name="csY1762" fmla="*/ 94590 h 560854"/>
                <a:gd name="csX1763" fmla="*/ 792076 w 1144639"/>
                <a:gd name="csY1763" fmla="*/ 94590 h 560854"/>
                <a:gd name="csX1764" fmla="*/ 791120 w 1144639"/>
                <a:gd name="csY1764" fmla="*/ 94113 h 560854"/>
                <a:gd name="csX1765" fmla="*/ 787776 w 1144639"/>
                <a:gd name="csY1765" fmla="*/ 91246 h 560854"/>
                <a:gd name="csX1766" fmla="*/ 785387 w 1144639"/>
                <a:gd name="csY1766" fmla="*/ 89813 h 560854"/>
                <a:gd name="csX1767" fmla="*/ 782043 w 1144639"/>
                <a:gd name="csY1767" fmla="*/ 88858 h 560854"/>
                <a:gd name="csX1768" fmla="*/ 779654 w 1144639"/>
                <a:gd name="csY1768" fmla="*/ 88380 h 560854"/>
                <a:gd name="csX1769" fmla="*/ 777744 w 1144639"/>
                <a:gd name="csY1769" fmla="*/ 88380 h 560854"/>
                <a:gd name="csX1770" fmla="*/ 776310 w 1144639"/>
                <a:gd name="csY1770" fmla="*/ 88858 h 560854"/>
                <a:gd name="csX1771" fmla="*/ 775355 w 1144639"/>
                <a:gd name="csY1771" fmla="*/ 90291 h 560854"/>
                <a:gd name="csX1772" fmla="*/ 773444 w 1144639"/>
                <a:gd name="csY1772" fmla="*/ 91246 h 560854"/>
                <a:gd name="csX1773" fmla="*/ 771055 w 1144639"/>
                <a:gd name="csY1773" fmla="*/ 91724 h 560854"/>
                <a:gd name="csX1774" fmla="*/ 769622 w 1144639"/>
                <a:gd name="csY1774" fmla="*/ 92202 h 560854"/>
                <a:gd name="csX1775" fmla="*/ 769145 w 1144639"/>
                <a:gd name="csY1775" fmla="*/ 92679 h 560854"/>
                <a:gd name="csX1776" fmla="*/ 768667 w 1144639"/>
                <a:gd name="csY1776" fmla="*/ 92679 h 560854"/>
                <a:gd name="csX1777" fmla="*/ 766756 w 1144639"/>
                <a:gd name="csY1777" fmla="*/ 92202 h 560854"/>
                <a:gd name="csX1778" fmla="*/ 765322 w 1144639"/>
                <a:gd name="csY1778" fmla="*/ 91724 h 560854"/>
                <a:gd name="csX1779" fmla="*/ 763412 w 1144639"/>
                <a:gd name="csY1779" fmla="*/ 92202 h 560854"/>
                <a:gd name="csX1780" fmla="*/ 762456 w 1144639"/>
                <a:gd name="csY1780" fmla="*/ 92679 h 560854"/>
                <a:gd name="csX1781" fmla="*/ 761023 w 1144639"/>
                <a:gd name="csY1781" fmla="*/ 94590 h 560854"/>
                <a:gd name="csX1782" fmla="*/ 760545 w 1144639"/>
                <a:gd name="csY1782" fmla="*/ 95546 h 560854"/>
                <a:gd name="csX1783" fmla="*/ 759590 w 1144639"/>
                <a:gd name="csY1783" fmla="*/ 96024 h 560854"/>
                <a:gd name="csX1784" fmla="*/ 757201 w 1144639"/>
                <a:gd name="csY1784" fmla="*/ 97457 h 560854"/>
                <a:gd name="csX1785" fmla="*/ 757201 w 1144639"/>
                <a:gd name="csY1785" fmla="*/ 97935 h 560854"/>
                <a:gd name="csX1786" fmla="*/ 755768 w 1144639"/>
                <a:gd name="csY1786" fmla="*/ 99368 h 560854"/>
                <a:gd name="csX1787" fmla="*/ 755290 w 1144639"/>
                <a:gd name="csY1787" fmla="*/ 99845 h 560854"/>
                <a:gd name="csX1788" fmla="*/ 755290 w 1144639"/>
                <a:gd name="csY1788" fmla="*/ 100801 h 560854"/>
                <a:gd name="csX1789" fmla="*/ 754813 w 1144639"/>
                <a:gd name="csY1789" fmla="*/ 100801 h 560854"/>
                <a:gd name="csX1790" fmla="*/ 753857 w 1144639"/>
                <a:gd name="csY1790" fmla="*/ 99845 h 560854"/>
                <a:gd name="csX1791" fmla="*/ 753857 w 1144639"/>
                <a:gd name="csY1791" fmla="*/ 98890 h 560854"/>
                <a:gd name="csX1792" fmla="*/ 754813 w 1144639"/>
                <a:gd name="csY1792" fmla="*/ 97457 h 560854"/>
                <a:gd name="csX1793" fmla="*/ 755290 w 1144639"/>
                <a:gd name="csY1793" fmla="*/ 96501 h 560854"/>
                <a:gd name="csX1794" fmla="*/ 756246 w 1144639"/>
                <a:gd name="csY1794" fmla="*/ 96501 h 560854"/>
                <a:gd name="csX1795" fmla="*/ 756723 w 1144639"/>
                <a:gd name="csY1795" fmla="*/ 96024 h 560854"/>
                <a:gd name="csX1796" fmla="*/ 756723 w 1144639"/>
                <a:gd name="csY1796" fmla="*/ 94590 h 560854"/>
                <a:gd name="csX1797" fmla="*/ 756246 w 1144639"/>
                <a:gd name="csY1797" fmla="*/ 94113 h 560854"/>
                <a:gd name="csX1798" fmla="*/ 755290 w 1144639"/>
                <a:gd name="csY1798" fmla="*/ 94113 h 560854"/>
                <a:gd name="csX1799" fmla="*/ 754335 w 1144639"/>
                <a:gd name="csY1799" fmla="*/ 95068 h 560854"/>
                <a:gd name="csX1800" fmla="*/ 753857 w 1144639"/>
                <a:gd name="csY1800" fmla="*/ 95068 h 560854"/>
                <a:gd name="csX1801" fmla="*/ 752424 w 1144639"/>
                <a:gd name="csY1801" fmla="*/ 94590 h 560854"/>
                <a:gd name="csX1802" fmla="*/ 751946 w 1144639"/>
                <a:gd name="csY1802" fmla="*/ 95546 h 560854"/>
                <a:gd name="csX1803" fmla="*/ 750991 w 1144639"/>
                <a:gd name="csY1803" fmla="*/ 96979 h 560854"/>
                <a:gd name="csX1804" fmla="*/ 750035 w 1144639"/>
                <a:gd name="csY1804" fmla="*/ 98412 h 560854"/>
                <a:gd name="csX1805" fmla="*/ 749080 w 1144639"/>
                <a:gd name="csY1805" fmla="*/ 98890 h 560854"/>
                <a:gd name="csX1806" fmla="*/ 748124 w 1144639"/>
                <a:gd name="csY1806" fmla="*/ 98412 h 560854"/>
                <a:gd name="csX1807" fmla="*/ 748124 w 1144639"/>
                <a:gd name="csY1807" fmla="*/ 96501 h 560854"/>
                <a:gd name="csX1808" fmla="*/ 748124 w 1144639"/>
                <a:gd name="csY1808" fmla="*/ 95068 h 560854"/>
                <a:gd name="csX1809" fmla="*/ 748124 w 1144639"/>
                <a:gd name="csY1809" fmla="*/ 93635 h 560854"/>
                <a:gd name="csX1810" fmla="*/ 748124 w 1144639"/>
                <a:gd name="csY1810" fmla="*/ 93157 h 560854"/>
                <a:gd name="csX1811" fmla="*/ 747647 w 1144639"/>
                <a:gd name="csY1811" fmla="*/ 93635 h 560854"/>
                <a:gd name="csX1812" fmla="*/ 747169 w 1144639"/>
                <a:gd name="csY1812" fmla="*/ 95068 h 560854"/>
                <a:gd name="csX1813" fmla="*/ 746213 w 1144639"/>
                <a:gd name="csY1813" fmla="*/ 97935 h 560854"/>
                <a:gd name="csX1814" fmla="*/ 745736 w 1144639"/>
                <a:gd name="csY1814" fmla="*/ 98890 h 560854"/>
                <a:gd name="csX1815" fmla="*/ 744780 w 1144639"/>
                <a:gd name="csY1815" fmla="*/ 99368 h 560854"/>
                <a:gd name="csX1816" fmla="*/ 743347 w 1144639"/>
                <a:gd name="csY1816" fmla="*/ 101279 h 560854"/>
                <a:gd name="csX1817" fmla="*/ 741914 w 1144639"/>
                <a:gd name="csY1817" fmla="*/ 104623 h 560854"/>
                <a:gd name="csX1818" fmla="*/ 740003 w 1144639"/>
                <a:gd name="csY1818" fmla="*/ 107489 h 560854"/>
                <a:gd name="csX1819" fmla="*/ 737614 w 1144639"/>
                <a:gd name="csY1819" fmla="*/ 110355 h 560854"/>
                <a:gd name="csX1820" fmla="*/ 736659 w 1144639"/>
                <a:gd name="csY1820" fmla="*/ 112266 h 560854"/>
                <a:gd name="csX1821" fmla="*/ 736181 w 1144639"/>
                <a:gd name="csY1821" fmla="*/ 112266 h 560854"/>
                <a:gd name="csX1822" fmla="*/ 735703 w 1144639"/>
                <a:gd name="csY1822" fmla="*/ 112744 h 560854"/>
                <a:gd name="csX1823" fmla="*/ 735703 w 1144639"/>
                <a:gd name="csY1823" fmla="*/ 114655 h 560854"/>
                <a:gd name="csX1824" fmla="*/ 735226 w 1144639"/>
                <a:gd name="csY1824" fmla="*/ 116088 h 560854"/>
                <a:gd name="csX1825" fmla="*/ 734270 w 1144639"/>
                <a:gd name="csY1825" fmla="*/ 117044 h 560854"/>
                <a:gd name="csX1826" fmla="*/ 731404 w 1144639"/>
                <a:gd name="csY1826" fmla="*/ 118477 h 560854"/>
                <a:gd name="csX1827" fmla="*/ 730926 w 1144639"/>
                <a:gd name="csY1827" fmla="*/ 119432 h 560854"/>
                <a:gd name="csX1828" fmla="*/ 730926 w 1144639"/>
                <a:gd name="csY1828" fmla="*/ 119910 h 560854"/>
                <a:gd name="csX1829" fmla="*/ 729015 w 1144639"/>
                <a:gd name="csY1829" fmla="*/ 122777 h 560854"/>
                <a:gd name="csX1830" fmla="*/ 728060 w 1144639"/>
                <a:gd name="csY1830" fmla="*/ 124687 h 560854"/>
                <a:gd name="csX1831" fmla="*/ 727582 w 1144639"/>
                <a:gd name="csY1831" fmla="*/ 126598 h 560854"/>
                <a:gd name="csX1832" fmla="*/ 727582 w 1144639"/>
                <a:gd name="csY1832" fmla="*/ 128031 h 560854"/>
                <a:gd name="csX1833" fmla="*/ 728538 w 1144639"/>
                <a:gd name="csY1833" fmla="*/ 128509 h 560854"/>
                <a:gd name="csX1834" fmla="*/ 729493 w 1144639"/>
                <a:gd name="csY1834" fmla="*/ 128031 h 560854"/>
                <a:gd name="csX1835" fmla="*/ 729971 w 1144639"/>
                <a:gd name="csY1835" fmla="*/ 127076 h 560854"/>
                <a:gd name="csX1836" fmla="*/ 730926 w 1144639"/>
                <a:gd name="csY1836" fmla="*/ 126598 h 560854"/>
                <a:gd name="csX1837" fmla="*/ 732359 w 1144639"/>
                <a:gd name="csY1837" fmla="*/ 125643 h 560854"/>
                <a:gd name="csX1838" fmla="*/ 733315 w 1144639"/>
                <a:gd name="csY1838" fmla="*/ 124687 h 560854"/>
                <a:gd name="csX1839" fmla="*/ 734270 w 1144639"/>
                <a:gd name="csY1839" fmla="*/ 122299 h 560854"/>
                <a:gd name="csX1840" fmla="*/ 735703 w 1144639"/>
                <a:gd name="csY1840" fmla="*/ 120865 h 560854"/>
                <a:gd name="csX1841" fmla="*/ 736659 w 1144639"/>
                <a:gd name="csY1841" fmla="*/ 120865 h 560854"/>
                <a:gd name="csX1842" fmla="*/ 736659 w 1144639"/>
                <a:gd name="csY1842" fmla="*/ 120865 h 560854"/>
                <a:gd name="csX1843" fmla="*/ 738092 w 1144639"/>
                <a:gd name="csY1843" fmla="*/ 119910 h 560854"/>
                <a:gd name="csX1844" fmla="*/ 739525 w 1144639"/>
                <a:gd name="csY1844" fmla="*/ 120388 h 560854"/>
                <a:gd name="csX1845" fmla="*/ 740003 w 1144639"/>
                <a:gd name="csY1845" fmla="*/ 121343 h 560854"/>
                <a:gd name="csX1846" fmla="*/ 740958 w 1144639"/>
                <a:gd name="csY1846" fmla="*/ 121821 h 560854"/>
                <a:gd name="csX1847" fmla="*/ 740958 w 1144639"/>
                <a:gd name="csY1847" fmla="*/ 122777 h 560854"/>
                <a:gd name="csX1848" fmla="*/ 740481 w 1144639"/>
                <a:gd name="csY1848" fmla="*/ 124210 h 560854"/>
                <a:gd name="csX1849" fmla="*/ 740003 w 1144639"/>
                <a:gd name="csY1849" fmla="*/ 125643 h 560854"/>
                <a:gd name="csX1850" fmla="*/ 739047 w 1144639"/>
                <a:gd name="csY1850" fmla="*/ 127076 h 560854"/>
                <a:gd name="csX1851" fmla="*/ 738092 w 1144639"/>
                <a:gd name="csY1851" fmla="*/ 129465 h 560854"/>
                <a:gd name="csX1852" fmla="*/ 737137 w 1144639"/>
                <a:gd name="csY1852" fmla="*/ 132809 h 560854"/>
                <a:gd name="csX1853" fmla="*/ 737137 w 1144639"/>
                <a:gd name="csY1853" fmla="*/ 134720 h 560854"/>
                <a:gd name="csX1854" fmla="*/ 737614 w 1144639"/>
                <a:gd name="csY1854" fmla="*/ 136631 h 560854"/>
                <a:gd name="csX1855" fmla="*/ 737137 w 1144639"/>
                <a:gd name="csY1855" fmla="*/ 138064 h 560854"/>
                <a:gd name="csX1856" fmla="*/ 735703 w 1144639"/>
                <a:gd name="csY1856" fmla="*/ 139019 h 560854"/>
                <a:gd name="csX1857" fmla="*/ 734748 w 1144639"/>
                <a:gd name="csY1857" fmla="*/ 140930 h 560854"/>
                <a:gd name="csX1858" fmla="*/ 733792 w 1144639"/>
                <a:gd name="csY1858" fmla="*/ 142841 h 560854"/>
                <a:gd name="csX1859" fmla="*/ 733315 w 1144639"/>
                <a:gd name="csY1859" fmla="*/ 144752 h 560854"/>
                <a:gd name="csX1860" fmla="*/ 733315 w 1144639"/>
                <a:gd name="csY1860" fmla="*/ 146185 h 560854"/>
                <a:gd name="csX1861" fmla="*/ 733315 w 1144639"/>
                <a:gd name="csY1861" fmla="*/ 147141 h 560854"/>
                <a:gd name="csX1862" fmla="*/ 733792 w 1144639"/>
                <a:gd name="csY1862" fmla="*/ 148574 h 560854"/>
                <a:gd name="csX1863" fmla="*/ 733792 w 1144639"/>
                <a:gd name="csY1863" fmla="*/ 149529 h 560854"/>
                <a:gd name="csX1864" fmla="*/ 732359 w 1144639"/>
                <a:gd name="csY1864" fmla="*/ 152396 h 560854"/>
                <a:gd name="csX1865" fmla="*/ 731881 w 1144639"/>
                <a:gd name="csY1865" fmla="*/ 153829 h 560854"/>
                <a:gd name="csX1866" fmla="*/ 731881 w 1144639"/>
                <a:gd name="csY1866" fmla="*/ 155262 h 560854"/>
                <a:gd name="csX1867" fmla="*/ 731404 w 1144639"/>
                <a:gd name="csY1867" fmla="*/ 156218 h 560854"/>
                <a:gd name="csX1868" fmla="*/ 730448 w 1144639"/>
                <a:gd name="csY1868" fmla="*/ 158606 h 560854"/>
                <a:gd name="csX1869" fmla="*/ 729971 w 1144639"/>
                <a:gd name="csY1869" fmla="*/ 160039 h 560854"/>
                <a:gd name="csX1870" fmla="*/ 729971 w 1144639"/>
                <a:gd name="csY1870" fmla="*/ 160995 h 560854"/>
                <a:gd name="csX1871" fmla="*/ 729971 w 1144639"/>
                <a:gd name="csY1871" fmla="*/ 163384 h 560854"/>
                <a:gd name="csX1872" fmla="*/ 729971 w 1144639"/>
                <a:gd name="csY1872" fmla="*/ 163861 h 560854"/>
                <a:gd name="csX1873" fmla="*/ 729971 w 1144639"/>
                <a:gd name="csY1873" fmla="*/ 164339 h 560854"/>
                <a:gd name="csX1874" fmla="*/ 730448 w 1144639"/>
                <a:gd name="csY1874" fmla="*/ 164817 h 560854"/>
                <a:gd name="csX1875" fmla="*/ 730448 w 1144639"/>
                <a:gd name="csY1875" fmla="*/ 165294 h 560854"/>
                <a:gd name="csX1876" fmla="*/ 729971 w 1144639"/>
                <a:gd name="csY1876" fmla="*/ 166250 h 560854"/>
                <a:gd name="csX1877" fmla="*/ 729971 w 1144639"/>
                <a:gd name="csY1877" fmla="*/ 167205 h 560854"/>
                <a:gd name="csX1878" fmla="*/ 730926 w 1144639"/>
                <a:gd name="csY1878" fmla="*/ 167683 h 560854"/>
                <a:gd name="csX1879" fmla="*/ 730926 w 1144639"/>
                <a:gd name="csY1879" fmla="*/ 168638 h 560854"/>
                <a:gd name="csX1880" fmla="*/ 731404 w 1144639"/>
                <a:gd name="csY1880" fmla="*/ 170072 h 560854"/>
                <a:gd name="csX1881" fmla="*/ 731404 w 1144639"/>
                <a:gd name="csY1881" fmla="*/ 171027 h 560854"/>
                <a:gd name="csX1882" fmla="*/ 732359 w 1144639"/>
                <a:gd name="csY1882" fmla="*/ 171983 h 560854"/>
                <a:gd name="csX1883" fmla="*/ 732359 w 1144639"/>
                <a:gd name="csY1883" fmla="*/ 173416 h 560854"/>
                <a:gd name="csX1884" fmla="*/ 731881 w 1144639"/>
                <a:gd name="csY1884" fmla="*/ 175327 h 560854"/>
                <a:gd name="csX1885" fmla="*/ 731881 w 1144639"/>
                <a:gd name="csY1885" fmla="*/ 178671 h 560854"/>
                <a:gd name="csX1886" fmla="*/ 731881 w 1144639"/>
                <a:gd name="csY1886" fmla="*/ 183448 h 560854"/>
                <a:gd name="csX1887" fmla="*/ 731881 w 1144639"/>
                <a:gd name="csY1887" fmla="*/ 186792 h 560854"/>
                <a:gd name="csX1888" fmla="*/ 732837 w 1144639"/>
                <a:gd name="csY1888" fmla="*/ 188225 h 560854"/>
                <a:gd name="csX1889" fmla="*/ 733315 w 1144639"/>
                <a:gd name="csY1889" fmla="*/ 189181 h 560854"/>
                <a:gd name="csX1890" fmla="*/ 733792 w 1144639"/>
                <a:gd name="csY1890" fmla="*/ 189659 h 560854"/>
                <a:gd name="csX1891" fmla="*/ 734748 w 1144639"/>
                <a:gd name="csY1891" fmla="*/ 192047 h 560854"/>
                <a:gd name="csX1892" fmla="*/ 735703 w 1144639"/>
                <a:gd name="csY1892" fmla="*/ 195391 h 560854"/>
                <a:gd name="csX1893" fmla="*/ 736659 w 1144639"/>
                <a:gd name="csY1893" fmla="*/ 197780 h 560854"/>
                <a:gd name="csX1894" fmla="*/ 737614 w 1144639"/>
                <a:gd name="csY1894" fmla="*/ 198735 h 560854"/>
                <a:gd name="csX1895" fmla="*/ 738570 w 1144639"/>
                <a:gd name="csY1895" fmla="*/ 199213 h 560854"/>
                <a:gd name="csX1896" fmla="*/ 739047 w 1144639"/>
                <a:gd name="csY1896" fmla="*/ 199691 h 560854"/>
                <a:gd name="csX1897" fmla="*/ 739525 w 1144639"/>
                <a:gd name="csY1897" fmla="*/ 199691 h 560854"/>
                <a:gd name="csX1898" fmla="*/ 739525 w 1144639"/>
                <a:gd name="csY1898" fmla="*/ 200168 h 560854"/>
                <a:gd name="csX1899" fmla="*/ 740958 w 1144639"/>
                <a:gd name="csY1899" fmla="*/ 200646 h 560854"/>
                <a:gd name="csX1900" fmla="*/ 742869 w 1144639"/>
                <a:gd name="csY1900" fmla="*/ 200646 h 560854"/>
                <a:gd name="csX1901" fmla="*/ 744780 w 1144639"/>
                <a:gd name="csY1901" fmla="*/ 200646 h 560854"/>
                <a:gd name="csX1902" fmla="*/ 746213 w 1144639"/>
                <a:gd name="csY1902" fmla="*/ 200168 h 560854"/>
                <a:gd name="csX1903" fmla="*/ 751946 w 1144639"/>
                <a:gd name="csY1903" fmla="*/ 196825 h 560854"/>
                <a:gd name="csX1904" fmla="*/ 753857 w 1144639"/>
                <a:gd name="csY1904" fmla="*/ 195391 h 560854"/>
                <a:gd name="csX1905" fmla="*/ 755290 w 1144639"/>
                <a:gd name="csY1905" fmla="*/ 193958 h 560854"/>
                <a:gd name="csX1906" fmla="*/ 756246 w 1144639"/>
                <a:gd name="csY1906" fmla="*/ 192047 h 560854"/>
                <a:gd name="csX1907" fmla="*/ 757201 w 1144639"/>
                <a:gd name="csY1907" fmla="*/ 189659 h 560854"/>
                <a:gd name="csX1908" fmla="*/ 759590 w 1144639"/>
                <a:gd name="csY1908" fmla="*/ 186314 h 560854"/>
                <a:gd name="csX1909" fmla="*/ 760545 w 1144639"/>
                <a:gd name="csY1909" fmla="*/ 184403 h 560854"/>
                <a:gd name="csX1910" fmla="*/ 761501 w 1144639"/>
                <a:gd name="csY1910" fmla="*/ 181537 h 560854"/>
                <a:gd name="csX1911" fmla="*/ 762456 w 1144639"/>
                <a:gd name="csY1911" fmla="*/ 179149 h 560854"/>
                <a:gd name="csX1912" fmla="*/ 762934 w 1144639"/>
                <a:gd name="csY1912" fmla="*/ 175804 h 560854"/>
                <a:gd name="csX1913" fmla="*/ 763412 w 1144639"/>
                <a:gd name="csY1913" fmla="*/ 172938 h 560854"/>
                <a:gd name="csX1914" fmla="*/ 763412 w 1144639"/>
                <a:gd name="csY1914" fmla="*/ 169594 h 560854"/>
                <a:gd name="csX1915" fmla="*/ 762934 w 1144639"/>
                <a:gd name="csY1915" fmla="*/ 166727 h 560854"/>
                <a:gd name="csX1916" fmla="*/ 761501 w 1144639"/>
                <a:gd name="csY1916" fmla="*/ 163384 h 560854"/>
                <a:gd name="csX1917" fmla="*/ 761023 w 1144639"/>
                <a:gd name="csY1917" fmla="*/ 161950 h 560854"/>
                <a:gd name="csX1918" fmla="*/ 761023 w 1144639"/>
                <a:gd name="csY1918" fmla="*/ 161473 h 560854"/>
                <a:gd name="csX1919" fmla="*/ 759112 w 1144639"/>
                <a:gd name="csY1919" fmla="*/ 157173 h 560854"/>
                <a:gd name="csX1920" fmla="*/ 756723 w 1144639"/>
                <a:gd name="csY1920" fmla="*/ 151440 h 560854"/>
                <a:gd name="csX1921" fmla="*/ 756723 w 1144639"/>
                <a:gd name="csY1921" fmla="*/ 150962 h 560854"/>
                <a:gd name="csX1922" fmla="*/ 759112 w 1144639"/>
                <a:gd name="csY1922" fmla="*/ 147618 h 560854"/>
                <a:gd name="csX1923" fmla="*/ 759112 w 1144639"/>
                <a:gd name="csY1923" fmla="*/ 147141 h 560854"/>
                <a:gd name="csX1924" fmla="*/ 758634 w 1144639"/>
                <a:gd name="csY1924" fmla="*/ 144274 h 560854"/>
                <a:gd name="csX1925" fmla="*/ 758157 w 1144639"/>
                <a:gd name="csY1925" fmla="*/ 142841 h 560854"/>
                <a:gd name="csX1926" fmla="*/ 757201 w 1144639"/>
                <a:gd name="csY1926" fmla="*/ 140930 h 560854"/>
                <a:gd name="csX1927" fmla="*/ 757201 w 1144639"/>
                <a:gd name="csY1927" fmla="*/ 140452 h 560854"/>
                <a:gd name="csX1928" fmla="*/ 759590 w 1144639"/>
                <a:gd name="csY1928" fmla="*/ 138064 h 560854"/>
                <a:gd name="csX1929" fmla="*/ 760545 w 1144639"/>
                <a:gd name="csY1929" fmla="*/ 136153 h 560854"/>
                <a:gd name="csX1930" fmla="*/ 761979 w 1144639"/>
                <a:gd name="csY1930" fmla="*/ 133764 h 560854"/>
                <a:gd name="csX1931" fmla="*/ 762456 w 1144639"/>
                <a:gd name="csY1931" fmla="*/ 131376 h 560854"/>
                <a:gd name="csX1932" fmla="*/ 762934 w 1144639"/>
                <a:gd name="csY1932" fmla="*/ 128509 h 560854"/>
                <a:gd name="csX1933" fmla="*/ 762934 w 1144639"/>
                <a:gd name="csY1933" fmla="*/ 126598 h 560854"/>
                <a:gd name="csX1934" fmla="*/ 762456 w 1144639"/>
                <a:gd name="csY1934" fmla="*/ 125165 h 560854"/>
                <a:gd name="csX1935" fmla="*/ 762456 w 1144639"/>
                <a:gd name="csY1935" fmla="*/ 124687 h 560854"/>
                <a:gd name="csX1936" fmla="*/ 762934 w 1144639"/>
                <a:gd name="csY1936" fmla="*/ 124210 h 560854"/>
                <a:gd name="csX1937" fmla="*/ 765322 w 1144639"/>
                <a:gd name="csY1937" fmla="*/ 123254 h 560854"/>
                <a:gd name="csX1938" fmla="*/ 765800 w 1144639"/>
                <a:gd name="csY1938" fmla="*/ 122299 h 560854"/>
                <a:gd name="csX1939" fmla="*/ 765800 w 1144639"/>
                <a:gd name="csY1939" fmla="*/ 119910 h 560854"/>
                <a:gd name="csX1940" fmla="*/ 766278 w 1144639"/>
                <a:gd name="csY1940" fmla="*/ 118954 h 560854"/>
                <a:gd name="csX1941" fmla="*/ 767234 w 1144639"/>
                <a:gd name="csY1941" fmla="*/ 118954 h 560854"/>
                <a:gd name="csX1942" fmla="*/ 767711 w 1144639"/>
                <a:gd name="csY1942" fmla="*/ 118477 h 560854"/>
                <a:gd name="csX1943" fmla="*/ 768667 w 1144639"/>
                <a:gd name="csY1943" fmla="*/ 117999 h 560854"/>
                <a:gd name="csX1944" fmla="*/ 769622 w 1144639"/>
                <a:gd name="csY1944" fmla="*/ 117521 h 560854"/>
                <a:gd name="csX1945" fmla="*/ 770578 w 1144639"/>
                <a:gd name="csY1945" fmla="*/ 117999 h 560854"/>
                <a:gd name="csX1946" fmla="*/ 772011 w 1144639"/>
                <a:gd name="csY1946" fmla="*/ 116566 h 560854"/>
                <a:gd name="csX1947" fmla="*/ 773922 w 1144639"/>
                <a:gd name="csY1947" fmla="*/ 113700 h 560854"/>
                <a:gd name="csX1948" fmla="*/ 775355 w 1144639"/>
                <a:gd name="csY1948" fmla="*/ 111789 h 560854"/>
                <a:gd name="csX1949" fmla="*/ 776310 w 1144639"/>
                <a:gd name="csY1949" fmla="*/ 111789 h 560854"/>
                <a:gd name="csX1950" fmla="*/ 776310 w 1144639"/>
                <a:gd name="csY1950" fmla="*/ 111789 h 560854"/>
                <a:gd name="csX1951" fmla="*/ 775833 w 1144639"/>
                <a:gd name="csY1951" fmla="*/ 112744 h 560854"/>
                <a:gd name="csX1952" fmla="*/ 775833 w 1144639"/>
                <a:gd name="csY1952" fmla="*/ 113700 h 560854"/>
                <a:gd name="csX1953" fmla="*/ 775833 w 1144639"/>
                <a:gd name="csY1953" fmla="*/ 114655 h 560854"/>
                <a:gd name="csX1954" fmla="*/ 775833 w 1144639"/>
                <a:gd name="csY1954" fmla="*/ 115611 h 560854"/>
                <a:gd name="csX1955" fmla="*/ 775355 w 1144639"/>
                <a:gd name="csY1955" fmla="*/ 117044 h 560854"/>
                <a:gd name="csX1956" fmla="*/ 775355 w 1144639"/>
                <a:gd name="csY1956" fmla="*/ 117521 h 560854"/>
                <a:gd name="csX1957" fmla="*/ 774877 w 1144639"/>
                <a:gd name="csY1957" fmla="*/ 119910 h 560854"/>
                <a:gd name="csX1958" fmla="*/ 774399 w 1144639"/>
                <a:gd name="csY1958" fmla="*/ 121343 h 560854"/>
                <a:gd name="csX1959" fmla="*/ 775355 w 1144639"/>
                <a:gd name="csY1959" fmla="*/ 121821 h 560854"/>
                <a:gd name="csX1960" fmla="*/ 775833 w 1144639"/>
                <a:gd name="csY1960" fmla="*/ 121821 h 560854"/>
                <a:gd name="csX1961" fmla="*/ 776310 w 1144639"/>
                <a:gd name="csY1961" fmla="*/ 120388 h 560854"/>
                <a:gd name="csX1962" fmla="*/ 776788 w 1144639"/>
                <a:gd name="csY1962" fmla="*/ 119432 h 560854"/>
                <a:gd name="csX1963" fmla="*/ 776310 w 1144639"/>
                <a:gd name="csY1963" fmla="*/ 119432 h 560854"/>
                <a:gd name="csX1964" fmla="*/ 776310 w 1144639"/>
                <a:gd name="csY1964" fmla="*/ 118477 h 560854"/>
                <a:gd name="csX1965" fmla="*/ 776788 w 1144639"/>
                <a:gd name="csY1965" fmla="*/ 117521 h 560854"/>
                <a:gd name="csX1966" fmla="*/ 777266 w 1144639"/>
                <a:gd name="csY1966" fmla="*/ 117044 h 560854"/>
                <a:gd name="csX1967" fmla="*/ 777744 w 1144639"/>
                <a:gd name="csY1967" fmla="*/ 117044 h 560854"/>
                <a:gd name="csX1968" fmla="*/ 777744 w 1144639"/>
                <a:gd name="csY1968" fmla="*/ 117521 h 560854"/>
                <a:gd name="csX1969" fmla="*/ 777744 w 1144639"/>
                <a:gd name="csY1969" fmla="*/ 118954 h 560854"/>
                <a:gd name="csX1970" fmla="*/ 776310 w 1144639"/>
                <a:gd name="csY1970" fmla="*/ 121821 h 560854"/>
                <a:gd name="csX1971" fmla="*/ 776310 w 1144639"/>
                <a:gd name="csY1971" fmla="*/ 122299 h 560854"/>
                <a:gd name="csX1972" fmla="*/ 776788 w 1144639"/>
                <a:gd name="csY1972" fmla="*/ 122777 h 560854"/>
                <a:gd name="csX1973" fmla="*/ 777744 w 1144639"/>
                <a:gd name="csY1973" fmla="*/ 120865 h 560854"/>
                <a:gd name="csX1974" fmla="*/ 779177 w 1144639"/>
                <a:gd name="csY1974" fmla="*/ 118477 h 560854"/>
                <a:gd name="csX1975" fmla="*/ 779654 w 1144639"/>
                <a:gd name="csY1975" fmla="*/ 116088 h 560854"/>
                <a:gd name="csX1976" fmla="*/ 780132 w 1144639"/>
                <a:gd name="csY1976" fmla="*/ 115133 h 560854"/>
                <a:gd name="csX1977" fmla="*/ 779654 w 1144639"/>
                <a:gd name="csY1977" fmla="*/ 111789 h 560854"/>
                <a:gd name="csX1978" fmla="*/ 779654 w 1144639"/>
                <a:gd name="csY1978" fmla="*/ 110833 h 560854"/>
                <a:gd name="csX1979" fmla="*/ 780132 w 1144639"/>
                <a:gd name="csY1979" fmla="*/ 109878 h 560854"/>
                <a:gd name="csX1980" fmla="*/ 781088 w 1144639"/>
                <a:gd name="csY1980" fmla="*/ 108922 h 560854"/>
                <a:gd name="csX1981" fmla="*/ 782999 w 1144639"/>
                <a:gd name="csY1981" fmla="*/ 107967 h 560854"/>
                <a:gd name="csX1982" fmla="*/ 784910 w 1144639"/>
                <a:gd name="csY1982" fmla="*/ 107011 h 560854"/>
                <a:gd name="csX1983" fmla="*/ 786820 w 1144639"/>
                <a:gd name="csY1983" fmla="*/ 107011 h 560854"/>
                <a:gd name="csX1984" fmla="*/ 788254 w 1144639"/>
                <a:gd name="csY1984" fmla="*/ 107011 h 560854"/>
                <a:gd name="csX1985" fmla="*/ 788731 w 1144639"/>
                <a:gd name="csY1985" fmla="*/ 106534 h 560854"/>
                <a:gd name="csX1986" fmla="*/ 788731 w 1144639"/>
                <a:gd name="csY1986" fmla="*/ 106056 h 560854"/>
                <a:gd name="csX1987" fmla="*/ 787298 w 1144639"/>
                <a:gd name="csY1987" fmla="*/ 105578 h 560854"/>
                <a:gd name="csX1988" fmla="*/ 786343 w 1144639"/>
                <a:gd name="csY1988" fmla="*/ 105100 h 560854"/>
                <a:gd name="csX1989" fmla="*/ 785865 w 1144639"/>
                <a:gd name="csY1989" fmla="*/ 104145 h 560854"/>
                <a:gd name="csX1990" fmla="*/ 785387 w 1144639"/>
                <a:gd name="csY1990" fmla="*/ 102712 h 560854"/>
                <a:gd name="csX1991" fmla="*/ 785865 w 1144639"/>
                <a:gd name="csY1991" fmla="*/ 101279 h 560854"/>
                <a:gd name="csX1992" fmla="*/ 786343 w 1144639"/>
                <a:gd name="csY1992" fmla="*/ 99845 h 560854"/>
                <a:gd name="csX1993" fmla="*/ 787776 w 1144639"/>
                <a:gd name="csY1993" fmla="*/ 98890 h 560854"/>
                <a:gd name="csX1994" fmla="*/ 788254 w 1144639"/>
                <a:gd name="csY1994" fmla="*/ 97935 h 560854"/>
                <a:gd name="csX1995" fmla="*/ 787776 w 1144639"/>
                <a:gd name="csY1995" fmla="*/ 96979 h 560854"/>
                <a:gd name="csX1996" fmla="*/ 788254 w 1144639"/>
                <a:gd name="csY1996" fmla="*/ 96979 h 560854"/>
                <a:gd name="csX1997" fmla="*/ 790164 w 1144639"/>
                <a:gd name="csY1997" fmla="*/ 96979 h 560854"/>
                <a:gd name="csX1998" fmla="*/ 791120 w 1144639"/>
                <a:gd name="csY1998" fmla="*/ 96979 h 560854"/>
                <a:gd name="csX1999" fmla="*/ 792076 w 1144639"/>
                <a:gd name="csY1999" fmla="*/ 96501 h 560854"/>
                <a:gd name="csX2000" fmla="*/ 792076 w 1144639"/>
                <a:gd name="csY2000" fmla="*/ 96501 h 560854"/>
                <a:gd name="csX2001" fmla="*/ 793509 w 1144639"/>
                <a:gd name="csY2001" fmla="*/ 96979 h 560854"/>
                <a:gd name="csX2002" fmla="*/ 795897 w 1144639"/>
                <a:gd name="csY2002" fmla="*/ 98412 h 560854"/>
                <a:gd name="csX2003" fmla="*/ 798764 w 1144639"/>
                <a:gd name="csY2003" fmla="*/ 99368 h 560854"/>
                <a:gd name="csX2004" fmla="*/ 800675 w 1144639"/>
                <a:gd name="csY2004" fmla="*/ 99845 h 560854"/>
                <a:gd name="csX2005" fmla="*/ 802586 w 1144639"/>
                <a:gd name="csY2005" fmla="*/ 100323 h 560854"/>
                <a:gd name="csX2006" fmla="*/ 803541 w 1144639"/>
                <a:gd name="csY2006" fmla="*/ 101279 h 560854"/>
                <a:gd name="csX2007" fmla="*/ 804496 w 1144639"/>
                <a:gd name="csY2007" fmla="*/ 102234 h 560854"/>
                <a:gd name="csX2008" fmla="*/ 804974 w 1144639"/>
                <a:gd name="csY2008" fmla="*/ 103189 h 560854"/>
                <a:gd name="csX2009" fmla="*/ 805929 w 1144639"/>
                <a:gd name="csY2009" fmla="*/ 103667 h 560854"/>
                <a:gd name="csX2010" fmla="*/ 807363 w 1144639"/>
                <a:gd name="csY2010" fmla="*/ 104145 h 560854"/>
                <a:gd name="csX2011" fmla="*/ 808796 w 1144639"/>
                <a:gd name="csY2011" fmla="*/ 104623 h 560854"/>
                <a:gd name="csX2012" fmla="*/ 809752 w 1144639"/>
                <a:gd name="csY2012" fmla="*/ 105100 h 560854"/>
                <a:gd name="csX2013" fmla="*/ 815484 w 1144639"/>
                <a:gd name="csY2013" fmla="*/ 107011 h 560854"/>
                <a:gd name="csX2014" fmla="*/ 817873 w 1144639"/>
                <a:gd name="csY2014" fmla="*/ 108445 h 560854"/>
                <a:gd name="csX2015" fmla="*/ 818828 w 1144639"/>
                <a:gd name="csY2015" fmla="*/ 109400 h 560854"/>
                <a:gd name="csX2016" fmla="*/ 819306 w 1144639"/>
                <a:gd name="csY2016" fmla="*/ 109878 h 560854"/>
                <a:gd name="csX2017" fmla="*/ 819306 w 1144639"/>
                <a:gd name="csY2017" fmla="*/ 110355 h 560854"/>
                <a:gd name="csX2018" fmla="*/ 819306 w 1144639"/>
                <a:gd name="csY2018" fmla="*/ 111311 h 560854"/>
                <a:gd name="csX2019" fmla="*/ 820261 w 1144639"/>
                <a:gd name="csY2019" fmla="*/ 112744 h 560854"/>
                <a:gd name="csX2020" fmla="*/ 820739 w 1144639"/>
                <a:gd name="csY2020" fmla="*/ 112744 h 560854"/>
                <a:gd name="csX2021" fmla="*/ 820739 w 1144639"/>
                <a:gd name="csY2021" fmla="*/ 113222 h 560854"/>
                <a:gd name="csX2022" fmla="*/ 820739 w 1144639"/>
                <a:gd name="csY2022" fmla="*/ 114655 h 560854"/>
                <a:gd name="csX2023" fmla="*/ 821217 w 1144639"/>
                <a:gd name="csY2023" fmla="*/ 115133 h 560854"/>
                <a:gd name="csX2024" fmla="*/ 821695 w 1144639"/>
                <a:gd name="csY2024" fmla="*/ 115611 h 560854"/>
                <a:gd name="csX2025" fmla="*/ 821217 w 1144639"/>
                <a:gd name="csY2025" fmla="*/ 116088 h 560854"/>
                <a:gd name="csX2026" fmla="*/ 819784 w 1144639"/>
                <a:gd name="csY2026" fmla="*/ 115133 h 560854"/>
                <a:gd name="csX2027" fmla="*/ 818828 w 1144639"/>
                <a:gd name="csY2027" fmla="*/ 115611 h 560854"/>
                <a:gd name="csX2028" fmla="*/ 818351 w 1144639"/>
                <a:gd name="csY2028" fmla="*/ 116566 h 560854"/>
                <a:gd name="csX2029" fmla="*/ 818351 w 1144639"/>
                <a:gd name="csY2029" fmla="*/ 117044 h 560854"/>
                <a:gd name="csX2030" fmla="*/ 818351 w 1144639"/>
                <a:gd name="csY2030" fmla="*/ 117999 h 560854"/>
                <a:gd name="csX2031" fmla="*/ 820739 w 1144639"/>
                <a:gd name="csY2031" fmla="*/ 120388 h 560854"/>
                <a:gd name="csX2032" fmla="*/ 821217 w 1144639"/>
                <a:gd name="csY2032" fmla="*/ 122299 h 560854"/>
                <a:gd name="csX2033" fmla="*/ 821217 w 1144639"/>
                <a:gd name="csY2033" fmla="*/ 125165 h 560854"/>
                <a:gd name="csX2034" fmla="*/ 820739 w 1144639"/>
                <a:gd name="csY2034" fmla="*/ 126120 h 560854"/>
                <a:gd name="csX2035" fmla="*/ 820739 w 1144639"/>
                <a:gd name="csY2035" fmla="*/ 128031 h 560854"/>
                <a:gd name="csX2036" fmla="*/ 820739 w 1144639"/>
                <a:gd name="csY2036" fmla="*/ 131853 h 560854"/>
                <a:gd name="csX2037" fmla="*/ 820739 w 1144639"/>
                <a:gd name="csY2037" fmla="*/ 132809 h 560854"/>
                <a:gd name="csX2038" fmla="*/ 819784 w 1144639"/>
                <a:gd name="csY2038" fmla="*/ 134242 h 560854"/>
                <a:gd name="csX2039" fmla="*/ 817873 w 1144639"/>
                <a:gd name="csY2039" fmla="*/ 135675 h 560854"/>
                <a:gd name="csX2040" fmla="*/ 817873 w 1144639"/>
                <a:gd name="csY2040" fmla="*/ 135197 h 560854"/>
                <a:gd name="csX2041" fmla="*/ 817395 w 1144639"/>
                <a:gd name="csY2041" fmla="*/ 135197 h 560854"/>
                <a:gd name="csX2042" fmla="*/ 816917 w 1144639"/>
                <a:gd name="csY2042" fmla="*/ 135675 h 560854"/>
                <a:gd name="csX2043" fmla="*/ 816440 w 1144639"/>
                <a:gd name="csY2043" fmla="*/ 137108 h 560854"/>
                <a:gd name="csX2044" fmla="*/ 815484 w 1144639"/>
                <a:gd name="csY2044" fmla="*/ 139497 h 560854"/>
                <a:gd name="csX2045" fmla="*/ 815006 w 1144639"/>
                <a:gd name="csY2045" fmla="*/ 140930 h 560854"/>
                <a:gd name="csX2046" fmla="*/ 814051 w 1144639"/>
                <a:gd name="csY2046" fmla="*/ 140930 h 560854"/>
                <a:gd name="csX2047" fmla="*/ 813573 w 1144639"/>
                <a:gd name="csY2047" fmla="*/ 141408 h 560854"/>
                <a:gd name="csX2048" fmla="*/ 813573 w 1144639"/>
                <a:gd name="csY2048" fmla="*/ 141886 h 560854"/>
                <a:gd name="csX2049" fmla="*/ 812618 w 1144639"/>
                <a:gd name="csY2049" fmla="*/ 142363 h 560854"/>
                <a:gd name="csX2050" fmla="*/ 810707 w 1144639"/>
                <a:gd name="csY2050" fmla="*/ 142363 h 560854"/>
                <a:gd name="csX2051" fmla="*/ 809752 w 1144639"/>
                <a:gd name="csY2051" fmla="*/ 143319 h 560854"/>
                <a:gd name="csX2052" fmla="*/ 808796 w 1144639"/>
                <a:gd name="csY2052" fmla="*/ 145707 h 560854"/>
                <a:gd name="csX2053" fmla="*/ 808796 w 1144639"/>
                <a:gd name="csY2053" fmla="*/ 146663 h 560854"/>
                <a:gd name="csX2054" fmla="*/ 808318 w 1144639"/>
                <a:gd name="csY2054" fmla="*/ 148096 h 560854"/>
                <a:gd name="csX2055" fmla="*/ 808318 w 1144639"/>
                <a:gd name="csY2055" fmla="*/ 149052 h 560854"/>
                <a:gd name="csX2056" fmla="*/ 808796 w 1144639"/>
                <a:gd name="csY2056" fmla="*/ 150007 h 560854"/>
                <a:gd name="csX2057" fmla="*/ 810229 w 1144639"/>
                <a:gd name="csY2057" fmla="*/ 150962 h 560854"/>
                <a:gd name="csX2058" fmla="*/ 812618 w 1144639"/>
                <a:gd name="csY2058" fmla="*/ 151918 h 560854"/>
                <a:gd name="csX2059" fmla="*/ 814051 w 1144639"/>
                <a:gd name="csY2059" fmla="*/ 151918 h 560854"/>
                <a:gd name="csX2060" fmla="*/ 815006 w 1144639"/>
                <a:gd name="csY2060" fmla="*/ 151440 h 560854"/>
                <a:gd name="csX2061" fmla="*/ 815962 w 1144639"/>
                <a:gd name="csY2061" fmla="*/ 150007 h 560854"/>
                <a:gd name="csX2062" fmla="*/ 816917 w 1144639"/>
                <a:gd name="csY2062" fmla="*/ 149529 h 560854"/>
                <a:gd name="csX2063" fmla="*/ 817873 w 1144639"/>
                <a:gd name="csY2063" fmla="*/ 149052 h 560854"/>
                <a:gd name="csX2064" fmla="*/ 818351 w 1144639"/>
                <a:gd name="csY2064" fmla="*/ 148574 h 560854"/>
                <a:gd name="csX2065" fmla="*/ 820261 w 1144639"/>
                <a:gd name="csY2065" fmla="*/ 145230 h 560854"/>
                <a:gd name="csX2066" fmla="*/ 820261 w 1144639"/>
                <a:gd name="csY2066" fmla="*/ 144752 h 560854"/>
                <a:gd name="csX2067" fmla="*/ 819306 w 1144639"/>
                <a:gd name="csY2067" fmla="*/ 144274 h 560854"/>
                <a:gd name="csX2068" fmla="*/ 819306 w 1144639"/>
                <a:gd name="csY2068" fmla="*/ 144274 h 560854"/>
                <a:gd name="csX2069" fmla="*/ 820261 w 1144639"/>
                <a:gd name="csY2069" fmla="*/ 144274 h 560854"/>
                <a:gd name="csX2070" fmla="*/ 821217 w 1144639"/>
                <a:gd name="csY2070" fmla="*/ 143796 h 560854"/>
                <a:gd name="csX2071" fmla="*/ 821695 w 1144639"/>
                <a:gd name="csY2071" fmla="*/ 142841 h 560854"/>
                <a:gd name="csX2072" fmla="*/ 823128 w 1144639"/>
                <a:gd name="csY2072" fmla="*/ 142363 h 560854"/>
                <a:gd name="csX2073" fmla="*/ 825517 w 1144639"/>
                <a:gd name="csY2073" fmla="*/ 141886 h 560854"/>
                <a:gd name="csX2074" fmla="*/ 827427 w 1144639"/>
                <a:gd name="csY2074" fmla="*/ 140930 h 560854"/>
                <a:gd name="csX2075" fmla="*/ 828383 w 1144639"/>
                <a:gd name="csY2075" fmla="*/ 140452 h 560854"/>
                <a:gd name="csX2076" fmla="*/ 829338 w 1144639"/>
                <a:gd name="csY2076" fmla="*/ 141408 h 560854"/>
                <a:gd name="csX2077" fmla="*/ 831249 w 1144639"/>
                <a:gd name="csY2077" fmla="*/ 142363 h 560854"/>
                <a:gd name="csX2078" fmla="*/ 832683 w 1144639"/>
                <a:gd name="csY2078" fmla="*/ 143796 h 560854"/>
                <a:gd name="csX2079" fmla="*/ 833638 w 1144639"/>
                <a:gd name="csY2079" fmla="*/ 146185 h 560854"/>
                <a:gd name="csX2080" fmla="*/ 835071 w 1144639"/>
                <a:gd name="csY2080" fmla="*/ 151440 h 560854"/>
                <a:gd name="csX2081" fmla="*/ 836504 w 1144639"/>
                <a:gd name="csY2081" fmla="*/ 160517 h 560854"/>
                <a:gd name="csX2082" fmla="*/ 837937 w 1144639"/>
                <a:gd name="csY2082" fmla="*/ 165294 h 560854"/>
                <a:gd name="csX2083" fmla="*/ 838415 w 1144639"/>
                <a:gd name="csY2083" fmla="*/ 166250 h 560854"/>
                <a:gd name="csX2084" fmla="*/ 838415 w 1144639"/>
                <a:gd name="csY2084" fmla="*/ 166727 h 560854"/>
                <a:gd name="csX2085" fmla="*/ 838893 w 1144639"/>
                <a:gd name="csY2085" fmla="*/ 166727 h 560854"/>
                <a:gd name="csX2086" fmla="*/ 837460 w 1144639"/>
                <a:gd name="csY2086" fmla="*/ 173893 h 560854"/>
                <a:gd name="csX2087" fmla="*/ 836027 w 1144639"/>
                <a:gd name="csY2087" fmla="*/ 176760 h 560854"/>
                <a:gd name="csX2088" fmla="*/ 834116 w 1144639"/>
                <a:gd name="csY2088" fmla="*/ 178193 h 560854"/>
                <a:gd name="csX2089" fmla="*/ 832205 w 1144639"/>
                <a:gd name="csY2089" fmla="*/ 180104 h 560854"/>
                <a:gd name="csX2090" fmla="*/ 829816 w 1144639"/>
                <a:gd name="csY2090" fmla="*/ 182493 h 560854"/>
                <a:gd name="csX2091" fmla="*/ 826950 w 1144639"/>
                <a:gd name="csY2091" fmla="*/ 183926 h 560854"/>
                <a:gd name="csX2092" fmla="*/ 825517 w 1144639"/>
                <a:gd name="csY2092" fmla="*/ 184403 h 560854"/>
                <a:gd name="csX2093" fmla="*/ 825517 w 1144639"/>
                <a:gd name="csY2093" fmla="*/ 184881 h 560854"/>
                <a:gd name="csX2094" fmla="*/ 825517 w 1144639"/>
                <a:gd name="csY2094" fmla="*/ 184881 h 560854"/>
                <a:gd name="csX2095" fmla="*/ 825039 w 1144639"/>
                <a:gd name="csY2095" fmla="*/ 184881 h 560854"/>
                <a:gd name="csX2096" fmla="*/ 824083 w 1144639"/>
                <a:gd name="csY2096" fmla="*/ 186314 h 560854"/>
                <a:gd name="csX2097" fmla="*/ 823606 w 1144639"/>
                <a:gd name="csY2097" fmla="*/ 188225 h 560854"/>
                <a:gd name="csX2098" fmla="*/ 823606 w 1144639"/>
                <a:gd name="csY2098" fmla="*/ 190136 h 560854"/>
                <a:gd name="csX2099" fmla="*/ 823606 w 1144639"/>
                <a:gd name="csY2099" fmla="*/ 190614 h 560854"/>
                <a:gd name="csX2100" fmla="*/ 823128 w 1144639"/>
                <a:gd name="csY2100" fmla="*/ 191092 h 560854"/>
                <a:gd name="csX2101" fmla="*/ 822172 w 1144639"/>
                <a:gd name="csY2101" fmla="*/ 192525 h 560854"/>
                <a:gd name="csX2102" fmla="*/ 821695 w 1144639"/>
                <a:gd name="csY2102" fmla="*/ 192525 h 560854"/>
                <a:gd name="csX2103" fmla="*/ 821695 w 1144639"/>
                <a:gd name="csY2103" fmla="*/ 193480 h 560854"/>
                <a:gd name="csX2104" fmla="*/ 821695 w 1144639"/>
                <a:gd name="csY2104" fmla="*/ 193480 h 560854"/>
                <a:gd name="csX2105" fmla="*/ 821217 w 1144639"/>
                <a:gd name="csY2105" fmla="*/ 193480 h 560854"/>
                <a:gd name="csX2106" fmla="*/ 820739 w 1144639"/>
                <a:gd name="csY2106" fmla="*/ 193958 h 560854"/>
                <a:gd name="csX2107" fmla="*/ 819784 w 1144639"/>
                <a:gd name="csY2107" fmla="*/ 194914 h 560854"/>
                <a:gd name="csX2108" fmla="*/ 818351 w 1144639"/>
                <a:gd name="csY2108" fmla="*/ 197780 h 560854"/>
                <a:gd name="csX2109" fmla="*/ 817873 w 1144639"/>
                <a:gd name="csY2109" fmla="*/ 198258 h 560854"/>
                <a:gd name="csX2110" fmla="*/ 818351 w 1144639"/>
                <a:gd name="csY2110" fmla="*/ 198735 h 560854"/>
                <a:gd name="csX2111" fmla="*/ 820261 w 1144639"/>
                <a:gd name="csY2111" fmla="*/ 198735 h 560854"/>
                <a:gd name="csX2112" fmla="*/ 821217 w 1144639"/>
                <a:gd name="csY2112" fmla="*/ 199691 h 560854"/>
                <a:gd name="csX2113" fmla="*/ 822172 w 1144639"/>
                <a:gd name="csY2113" fmla="*/ 200168 h 560854"/>
                <a:gd name="csX2114" fmla="*/ 825517 w 1144639"/>
                <a:gd name="csY2114" fmla="*/ 201602 h 560854"/>
                <a:gd name="csX2115" fmla="*/ 826950 w 1144639"/>
                <a:gd name="csY2115" fmla="*/ 202557 h 560854"/>
                <a:gd name="csX2116" fmla="*/ 827905 w 1144639"/>
                <a:gd name="csY2116" fmla="*/ 203035 h 560854"/>
                <a:gd name="csX2117" fmla="*/ 828861 w 1144639"/>
                <a:gd name="csY2117" fmla="*/ 203035 h 560854"/>
                <a:gd name="csX2118" fmla="*/ 829338 w 1144639"/>
                <a:gd name="csY2118" fmla="*/ 203035 h 560854"/>
                <a:gd name="csX2119" fmla="*/ 829816 w 1144639"/>
                <a:gd name="csY2119" fmla="*/ 202080 h 560854"/>
                <a:gd name="csX2120" fmla="*/ 830294 w 1144639"/>
                <a:gd name="csY2120" fmla="*/ 202080 h 560854"/>
                <a:gd name="csX2121" fmla="*/ 831249 w 1144639"/>
                <a:gd name="csY2121" fmla="*/ 202557 h 560854"/>
                <a:gd name="csX2122" fmla="*/ 833160 w 1144639"/>
                <a:gd name="csY2122" fmla="*/ 203513 h 560854"/>
                <a:gd name="csX2123" fmla="*/ 833160 w 1144639"/>
                <a:gd name="csY2123" fmla="*/ 203513 h 560854"/>
                <a:gd name="csX2124" fmla="*/ 827905 w 1144639"/>
                <a:gd name="csY2124" fmla="*/ 204468 h 560854"/>
                <a:gd name="csX2125" fmla="*/ 826472 w 1144639"/>
                <a:gd name="csY2125" fmla="*/ 205424 h 560854"/>
                <a:gd name="csX2126" fmla="*/ 827905 w 1144639"/>
                <a:gd name="csY2126" fmla="*/ 205424 h 560854"/>
                <a:gd name="csX2127" fmla="*/ 829338 w 1144639"/>
                <a:gd name="csY2127" fmla="*/ 205424 h 560854"/>
                <a:gd name="csX2128" fmla="*/ 830771 w 1144639"/>
                <a:gd name="csY2128" fmla="*/ 204946 h 560854"/>
                <a:gd name="csX2129" fmla="*/ 832205 w 1144639"/>
                <a:gd name="csY2129" fmla="*/ 204946 h 560854"/>
                <a:gd name="csX2130" fmla="*/ 833638 w 1144639"/>
                <a:gd name="csY2130" fmla="*/ 205424 h 560854"/>
                <a:gd name="csX2131" fmla="*/ 834116 w 1144639"/>
                <a:gd name="csY2131" fmla="*/ 204946 h 560854"/>
                <a:gd name="csX2132" fmla="*/ 834116 w 1144639"/>
                <a:gd name="csY2132" fmla="*/ 204946 h 560854"/>
                <a:gd name="csX2133" fmla="*/ 836504 w 1144639"/>
                <a:gd name="csY2133" fmla="*/ 206379 h 560854"/>
                <a:gd name="csX2134" fmla="*/ 837460 w 1144639"/>
                <a:gd name="csY2134" fmla="*/ 206379 h 560854"/>
                <a:gd name="csX2135" fmla="*/ 838415 w 1144639"/>
                <a:gd name="csY2135" fmla="*/ 206379 h 560854"/>
                <a:gd name="csX2136" fmla="*/ 839371 w 1144639"/>
                <a:gd name="csY2136" fmla="*/ 205901 h 560854"/>
                <a:gd name="csX2137" fmla="*/ 841282 w 1144639"/>
                <a:gd name="csY2137" fmla="*/ 204946 h 560854"/>
                <a:gd name="csX2138" fmla="*/ 844626 w 1144639"/>
                <a:gd name="csY2138" fmla="*/ 204468 h 560854"/>
                <a:gd name="csX2139" fmla="*/ 847492 w 1144639"/>
                <a:gd name="csY2139" fmla="*/ 203991 h 560854"/>
                <a:gd name="csX2140" fmla="*/ 850359 w 1144639"/>
                <a:gd name="csY2140" fmla="*/ 203991 h 560854"/>
                <a:gd name="csX2141" fmla="*/ 852269 w 1144639"/>
                <a:gd name="csY2141" fmla="*/ 203991 h 560854"/>
                <a:gd name="csX2142" fmla="*/ 854180 w 1144639"/>
                <a:gd name="csY2142" fmla="*/ 203035 h 560854"/>
                <a:gd name="csX2143" fmla="*/ 858002 w 1144639"/>
                <a:gd name="csY2143" fmla="*/ 200168 h 560854"/>
                <a:gd name="csX2144" fmla="*/ 862302 w 1144639"/>
                <a:gd name="csY2144" fmla="*/ 197780 h 560854"/>
                <a:gd name="csX2145" fmla="*/ 869468 w 1144639"/>
                <a:gd name="csY2145" fmla="*/ 194436 h 560854"/>
                <a:gd name="csX2146" fmla="*/ 879978 w 1144639"/>
                <a:gd name="csY2146" fmla="*/ 191092 h 560854"/>
                <a:gd name="csX2147" fmla="*/ 881411 w 1144639"/>
                <a:gd name="csY2147" fmla="*/ 190136 h 560854"/>
                <a:gd name="csX2148" fmla="*/ 883322 w 1144639"/>
                <a:gd name="csY2148" fmla="*/ 189181 h 560854"/>
                <a:gd name="csX2149" fmla="*/ 884277 w 1144639"/>
                <a:gd name="csY2149" fmla="*/ 188703 h 560854"/>
                <a:gd name="csX2150" fmla="*/ 885233 w 1144639"/>
                <a:gd name="csY2150" fmla="*/ 188225 h 560854"/>
                <a:gd name="csX2151" fmla="*/ 892399 w 1144639"/>
                <a:gd name="csY2151" fmla="*/ 184403 h 560854"/>
                <a:gd name="csX2152" fmla="*/ 896220 w 1144639"/>
                <a:gd name="csY2152" fmla="*/ 182493 h 560854"/>
                <a:gd name="csX2153" fmla="*/ 898131 w 1144639"/>
                <a:gd name="csY2153" fmla="*/ 180582 h 560854"/>
                <a:gd name="csX2154" fmla="*/ 900042 w 1144639"/>
                <a:gd name="csY2154" fmla="*/ 179626 h 560854"/>
                <a:gd name="csX2155" fmla="*/ 902431 w 1144639"/>
                <a:gd name="csY2155" fmla="*/ 178193 h 560854"/>
                <a:gd name="csX2156" fmla="*/ 903864 w 1144639"/>
                <a:gd name="csY2156" fmla="*/ 176760 h 560854"/>
                <a:gd name="csX2157" fmla="*/ 905297 w 1144639"/>
                <a:gd name="csY2157" fmla="*/ 175327 h 560854"/>
                <a:gd name="csX2158" fmla="*/ 906731 w 1144639"/>
                <a:gd name="csY2158" fmla="*/ 173893 h 560854"/>
                <a:gd name="csX2159" fmla="*/ 908164 w 1144639"/>
                <a:gd name="csY2159" fmla="*/ 173416 h 560854"/>
                <a:gd name="csX2160" fmla="*/ 908641 w 1144639"/>
                <a:gd name="csY2160" fmla="*/ 172460 h 560854"/>
                <a:gd name="csX2161" fmla="*/ 909119 w 1144639"/>
                <a:gd name="csY2161" fmla="*/ 171505 h 560854"/>
                <a:gd name="csX2162" fmla="*/ 908641 w 1144639"/>
                <a:gd name="csY2162" fmla="*/ 170072 h 560854"/>
                <a:gd name="csX2163" fmla="*/ 908164 w 1144639"/>
                <a:gd name="csY2163" fmla="*/ 168638 h 560854"/>
                <a:gd name="csX2164" fmla="*/ 907686 w 1144639"/>
                <a:gd name="csY2164" fmla="*/ 167683 h 560854"/>
                <a:gd name="csX2165" fmla="*/ 908641 w 1144639"/>
                <a:gd name="csY2165" fmla="*/ 166727 h 560854"/>
                <a:gd name="csX2166" fmla="*/ 908641 w 1144639"/>
                <a:gd name="csY2166" fmla="*/ 165772 h 560854"/>
                <a:gd name="csX2167" fmla="*/ 908164 w 1144639"/>
                <a:gd name="csY2167" fmla="*/ 165772 h 560854"/>
                <a:gd name="csX2168" fmla="*/ 905297 w 1144639"/>
                <a:gd name="csY2168" fmla="*/ 164817 h 560854"/>
                <a:gd name="csX2169" fmla="*/ 905297 w 1144639"/>
                <a:gd name="csY2169" fmla="*/ 160517 h 560854"/>
                <a:gd name="csX2170" fmla="*/ 905297 w 1144639"/>
                <a:gd name="csY2170" fmla="*/ 160517 h 560854"/>
                <a:gd name="csX2171" fmla="*/ 905297 w 1144639"/>
                <a:gd name="csY2171" fmla="*/ 160517 h 560854"/>
                <a:gd name="csX2172" fmla="*/ 912463 w 1144639"/>
                <a:gd name="csY2172" fmla="*/ 158606 h 560854"/>
                <a:gd name="csX2173" fmla="*/ 917241 w 1144639"/>
                <a:gd name="csY2173" fmla="*/ 157651 h 560854"/>
                <a:gd name="csX2174" fmla="*/ 922973 w 1144639"/>
                <a:gd name="csY2174" fmla="*/ 157651 h 560854"/>
                <a:gd name="csX2175" fmla="*/ 929662 w 1144639"/>
                <a:gd name="csY2175" fmla="*/ 158606 h 560854"/>
                <a:gd name="csX2176" fmla="*/ 932050 w 1144639"/>
                <a:gd name="csY2176" fmla="*/ 159561 h 560854"/>
                <a:gd name="csX2177" fmla="*/ 933483 w 1144639"/>
                <a:gd name="csY2177" fmla="*/ 160517 h 560854"/>
                <a:gd name="csX2178" fmla="*/ 935394 w 1144639"/>
                <a:gd name="csY2178" fmla="*/ 160517 h 560854"/>
                <a:gd name="csX2179" fmla="*/ 937783 w 1144639"/>
                <a:gd name="csY2179" fmla="*/ 160039 h 560854"/>
                <a:gd name="csX2180" fmla="*/ 940649 w 1144639"/>
                <a:gd name="csY2180" fmla="*/ 160039 h 560854"/>
                <a:gd name="csX2181" fmla="*/ 944471 w 1144639"/>
                <a:gd name="csY2181" fmla="*/ 160039 h 560854"/>
                <a:gd name="csX2182" fmla="*/ 946382 w 1144639"/>
                <a:gd name="csY2182" fmla="*/ 160517 h 560854"/>
                <a:gd name="csX2183" fmla="*/ 946860 w 1144639"/>
                <a:gd name="csY2183" fmla="*/ 160995 h 560854"/>
                <a:gd name="csX2184" fmla="*/ 946860 w 1144639"/>
                <a:gd name="csY2184" fmla="*/ 160517 h 560854"/>
                <a:gd name="csX2185" fmla="*/ 947338 w 1144639"/>
                <a:gd name="csY2185" fmla="*/ 160039 h 560854"/>
                <a:gd name="csX2186" fmla="*/ 948293 w 1144639"/>
                <a:gd name="csY2186" fmla="*/ 159561 h 560854"/>
                <a:gd name="csX2187" fmla="*/ 951159 w 1144639"/>
                <a:gd name="csY2187" fmla="*/ 158606 h 560854"/>
                <a:gd name="csX2188" fmla="*/ 951637 w 1144639"/>
                <a:gd name="csY2188" fmla="*/ 159084 h 560854"/>
                <a:gd name="csX2189" fmla="*/ 952115 w 1144639"/>
                <a:gd name="csY2189" fmla="*/ 158606 h 560854"/>
                <a:gd name="csX2190" fmla="*/ 953070 w 1144639"/>
                <a:gd name="csY2190" fmla="*/ 157173 h 560854"/>
                <a:gd name="csX2191" fmla="*/ 954504 w 1144639"/>
                <a:gd name="csY2191" fmla="*/ 156218 h 560854"/>
                <a:gd name="csX2192" fmla="*/ 956414 w 1144639"/>
                <a:gd name="csY2192" fmla="*/ 154784 h 560854"/>
                <a:gd name="csX2193" fmla="*/ 958325 w 1144639"/>
                <a:gd name="csY2193" fmla="*/ 154307 h 560854"/>
                <a:gd name="csX2194" fmla="*/ 960236 w 1144639"/>
                <a:gd name="csY2194" fmla="*/ 153829 h 560854"/>
                <a:gd name="csX2195" fmla="*/ 961192 w 1144639"/>
                <a:gd name="csY2195" fmla="*/ 153829 h 560854"/>
                <a:gd name="csX2196" fmla="*/ 961669 w 1144639"/>
                <a:gd name="csY2196" fmla="*/ 152873 h 560854"/>
                <a:gd name="csX2197" fmla="*/ 962147 w 1144639"/>
                <a:gd name="csY2197" fmla="*/ 152396 h 560854"/>
                <a:gd name="csX2198" fmla="*/ 961669 w 1144639"/>
                <a:gd name="csY2198" fmla="*/ 151918 h 560854"/>
                <a:gd name="csX2199" fmla="*/ 962147 w 1144639"/>
                <a:gd name="csY2199" fmla="*/ 151440 h 560854"/>
                <a:gd name="csX2200" fmla="*/ 962147 w 1144639"/>
                <a:gd name="csY2200" fmla="*/ 151440 h 560854"/>
                <a:gd name="csX2201" fmla="*/ 962147 w 1144639"/>
                <a:gd name="csY2201" fmla="*/ 150962 h 560854"/>
                <a:gd name="csX2202" fmla="*/ 961669 w 1144639"/>
                <a:gd name="csY2202" fmla="*/ 150485 h 560854"/>
                <a:gd name="csX2203" fmla="*/ 961669 w 1144639"/>
                <a:gd name="csY2203" fmla="*/ 148574 h 560854"/>
                <a:gd name="csX2204" fmla="*/ 961192 w 1144639"/>
                <a:gd name="csY2204" fmla="*/ 147618 h 560854"/>
                <a:gd name="csX2205" fmla="*/ 960714 w 1144639"/>
                <a:gd name="csY2205" fmla="*/ 146663 h 560854"/>
                <a:gd name="csX2206" fmla="*/ 960236 w 1144639"/>
                <a:gd name="csY2206" fmla="*/ 146185 h 560854"/>
                <a:gd name="csX2207" fmla="*/ 960236 w 1144639"/>
                <a:gd name="csY2207" fmla="*/ 145707 h 560854"/>
                <a:gd name="csX2208" fmla="*/ 961192 w 1144639"/>
                <a:gd name="csY2208" fmla="*/ 145230 h 560854"/>
                <a:gd name="csX2209" fmla="*/ 961192 w 1144639"/>
                <a:gd name="csY2209" fmla="*/ 145707 h 560854"/>
                <a:gd name="csX2210" fmla="*/ 961669 w 1144639"/>
                <a:gd name="csY2210" fmla="*/ 145707 h 560854"/>
                <a:gd name="csX2211" fmla="*/ 962147 w 1144639"/>
                <a:gd name="csY2211" fmla="*/ 145707 h 560854"/>
                <a:gd name="csX2212" fmla="*/ 963103 w 1144639"/>
                <a:gd name="csY2212" fmla="*/ 144274 h 560854"/>
                <a:gd name="csX2213" fmla="*/ 963103 w 1144639"/>
                <a:gd name="csY2213" fmla="*/ 143796 h 560854"/>
                <a:gd name="csX2214" fmla="*/ 964058 w 1144639"/>
                <a:gd name="csY2214" fmla="*/ 143319 h 560854"/>
                <a:gd name="csX2215" fmla="*/ 964536 w 1144639"/>
                <a:gd name="csY2215" fmla="*/ 142363 h 560854"/>
                <a:gd name="csX2216" fmla="*/ 964058 w 1144639"/>
                <a:gd name="csY2216" fmla="*/ 142363 h 560854"/>
                <a:gd name="csX2217" fmla="*/ 962625 w 1144639"/>
                <a:gd name="csY2217" fmla="*/ 142363 h 560854"/>
                <a:gd name="csX2218" fmla="*/ 962147 w 1144639"/>
                <a:gd name="csY2218" fmla="*/ 142363 h 560854"/>
                <a:gd name="csX2219" fmla="*/ 962625 w 1144639"/>
                <a:gd name="csY2219" fmla="*/ 141408 h 560854"/>
                <a:gd name="csX2220" fmla="*/ 962625 w 1144639"/>
                <a:gd name="csY2220" fmla="*/ 140452 h 560854"/>
                <a:gd name="csX2221" fmla="*/ 962625 w 1144639"/>
                <a:gd name="csY2221" fmla="*/ 140452 h 560854"/>
                <a:gd name="csX2222" fmla="*/ 962147 w 1144639"/>
                <a:gd name="csY2222" fmla="*/ 140452 h 560854"/>
                <a:gd name="csX2223" fmla="*/ 960236 w 1144639"/>
                <a:gd name="csY2223" fmla="*/ 141408 h 560854"/>
                <a:gd name="csX2224" fmla="*/ 959758 w 1144639"/>
                <a:gd name="csY2224" fmla="*/ 141408 h 560854"/>
                <a:gd name="csX2225" fmla="*/ 959758 w 1144639"/>
                <a:gd name="csY2225" fmla="*/ 140930 h 560854"/>
                <a:gd name="csX2226" fmla="*/ 958803 w 1144639"/>
                <a:gd name="csY2226" fmla="*/ 139497 h 560854"/>
                <a:gd name="csX2227" fmla="*/ 961192 w 1144639"/>
                <a:gd name="csY2227" fmla="*/ 137586 h 560854"/>
                <a:gd name="csX2228" fmla="*/ 969313 w 1144639"/>
                <a:gd name="csY2228" fmla="*/ 132331 h 560854"/>
                <a:gd name="csX2229" fmla="*/ 970269 w 1144639"/>
                <a:gd name="csY2229" fmla="*/ 131376 h 560854"/>
                <a:gd name="csX2230" fmla="*/ 970269 w 1144639"/>
                <a:gd name="csY2230" fmla="*/ 130898 h 560854"/>
                <a:gd name="csX2231" fmla="*/ 970269 w 1144639"/>
                <a:gd name="csY2231" fmla="*/ 129942 h 560854"/>
                <a:gd name="csX2232" fmla="*/ 969791 w 1144639"/>
                <a:gd name="csY2232" fmla="*/ 129942 h 560854"/>
                <a:gd name="csX2233" fmla="*/ 970269 w 1144639"/>
                <a:gd name="csY2233" fmla="*/ 129942 h 560854"/>
                <a:gd name="csX2234" fmla="*/ 977912 w 1144639"/>
                <a:gd name="csY2234" fmla="*/ 122777 h 560854"/>
                <a:gd name="csX2235" fmla="*/ 982212 w 1144639"/>
                <a:gd name="csY2235" fmla="*/ 119432 h 560854"/>
                <a:gd name="csX2236" fmla="*/ 986034 w 1144639"/>
                <a:gd name="csY2236" fmla="*/ 117521 h 560854"/>
                <a:gd name="csX2237" fmla="*/ 988422 w 1144639"/>
                <a:gd name="csY2237" fmla="*/ 117044 h 560854"/>
                <a:gd name="csX2238" fmla="*/ 990333 w 1144639"/>
                <a:gd name="csY2238" fmla="*/ 117044 h 560854"/>
                <a:gd name="csX2239" fmla="*/ 991766 w 1144639"/>
                <a:gd name="csY2239" fmla="*/ 117044 h 560854"/>
                <a:gd name="csX2240" fmla="*/ 992244 w 1144639"/>
                <a:gd name="csY2240" fmla="*/ 117044 h 560854"/>
                <a:gd name="csX2241" fmla="*/ 997021 w 1144639"/>
                <a:gd name="csY2241" fmla="*/ 117044 h 560854"/>
                <a:gd name="csX2242" fmla="*/ 1005143 w 1144639"/>
                <a:gd name="csY2242" fmla="*/ 117044 h 560854"/>
                <a:gd name="csX2243" fmla="*/ 1013742 w 1144639"/>
                <a:gd name="csY2243" fmla="*/ 117044 h 560854"/>
                <a:gd name="csX2244" fmla="*/ 1021863 w 1144639"/>
                <a:gd name="csY2244" fmla="*/ 117044 h 560854"/>
                <a:gd name="csX2245" fmla="*/ 1029985 w 1144639"/>
                <a:gd name="csY2245" fmla="*/ 117044 h 560854"/>
                <a:gd name="csX2246" fmla="*/ 1038106 w 1144639"/>
                <a:gd name="csY2246" fmla="*/ 116566 h 560854"/>
                <a:gd name="csX2247" fmla="*/ 1046705 w 1144639"/>
                <a:gd name="csY2247" fmla="*/ 116566 h 560854"/>
                <a:gd name="csX2248" fmla="*/ 1054827 w 1144639"/>
                <a:gd name="csY2248" fmla="*/ 116566 h 560854"/>
                <a:gd name="csX2249" fmla="*/ 1056737 w 1144639"/>
                <a:gd name="csY2249" fmla="*/ 111789 h 560854"/>
                <a:gd name="csX2250" fmla="*/ 1058649 w 1144639"/>
                <a:gd name="csY2250" fmla="*/ 109400 h 560854"/>
                <a:gd name="csX2251" fmla="*/ 1061037 w 1144639"/>
                <a:gd name="csY2251" fmla="*/ 110355 h 560854"/>
                <a:gd name="csX2252" fmla="*/ 1062470 w 1144639"/>
                <a:gd name="csY2252" fmla="*/ 110355 h 560854"/>
                <a:gd name="csX2253" fmla="*/ 1063903 w 1144639"/>
                <a:gd name="csY2253" fmla="*/ 108922 h 560854"/>
                <a:gd name="csX2254" fmla="*/ 1065337 w 1144639"/>
                <a:gd name="csY2254" fmla="*/ 108445 h 560854"/>
                <a:gd name="csX2255" fmla="*/ 1065814 w 1144639"/>
                <a:gd name="csY2255" fmla="*/ 108445 h 560854"/>
                <a:gd name="csX2256" fmla="*/ 1066292 w 1144639"/>
                <a:gd name="csY2256" fmla="*/ 109400 h 560854"/>
                <a:gd name="csX2257" fmla="*/ 1067248 w 1144639"/>
                <a:gd name="csY2257" fmla="*/ 110355 h 560854"/>
                <a:gd name="csX2258" fmla="*/ 1067725 w 1144639"/>
                <a:gd name="csY2258" fmla="*/ 109878 h 560854"/>
                <a:gd name="csX2259" fmla="*/ 1068203 w 1144639"/>
                <a:gd name="csY2259" fmla="*/ 108922 h 560854"/>
                <a:gd name="csX2260" fmla="*/ 1068203 w 1144639"/>
                <a:gd name="csY2260" fmla="*/ 108922 h 560854"/>
                <a:gd name="csX2261" fmla="*/ 1068203 w 1144639"/>
                <a:gd name="csY2261" fmla="*/ 107489 h 560854"/>
                <a:gd name="csX2262" fmla="*/ 1069159 w 1144639"/>
                <a:gd name="csY2262" fmla="*/ 106534 h 560854"/>
                <a:gd name="csX2263" fmla="*/ 1070114 w 1144639"/>
                <a:gd name="csY2263" fmla="*/ 106534 h 560854"/>
                <a:gd name="csX2264" fmla="*/ 1070592 w 1144639"/>
                <a:gd name="csY2264" fmla="*/ 106534 h 560854"/>
                <a:gd name="csX2265" fmla="*/ 1071069 w 1144639"/>
                <a:gd name="csY2265" fmla="*/ 106056 h 560854"/>
                <a:gd name="csX2266" fmla="*/ 1071069 w 1144639"/>
                <a:gd name="csY2266" fmla="*/ 106056 h 560854"/>
                <a:gd name="csX2267" fmla="*/ 1071069 w 1144639"/>
                <a:gd name="csY2267" fmla="*/ 105100 h 560854"/>
                <a:gd name="csX2268" fmla="*/ 1071069 w 1144639"/>
                <a:gd name="csY2268" fmla="*/ 104145 h 560854"/>
                <a:gd name="csX2269" fmla="*/ 1071069 w 1144639"/>
                <a:gd name="csY2269" fmla="*/ 102712 h 560854"/>
                <a:gd name="csX2270" fmla="*/ 1072980 w 1144639"/>
                <a:gd name="csY2270" fmla="*/ 100323 h 560854"/>
                <a:gd name="csX2271" fmla="*/ 1075847 w 1144639"/>
                <a:gd name="csY2271" fmla="*/ 98890 h 560854"/>
                <a:gd name="csX2272" fmla="*/ 1076802 w 1144639"/>
                <a:gd name="csY2272" fmla="*/ 97935 h 560854"/>
                <a:gd name="csX2273" fmla="*/ 1076802 w 1144639"/>
                <a:gd name="csY2273" fmla="*/ 97935 h 560854"/>
                <a:gd name="csX2274" fmla="*/ 1076802 w 1144639"/>
                <a:gd name="csY2274" fmla="*/ 96024 h 560854"/>
                <a:gd name="csX2275" fmla="*/ 1078235 w 1144639"/>
                <a:gd name="csY2275" fmla="*/ 94590 h 560854"/>
                <a:gd name="csX2276" fmla="*/ 1078235 w 1144639"/>
                <a:gd name="csY2276" fmla="*/ 94590 h 560854"/>
                <a:gd name="csX2277" fmla="*/ 1079191 w 1144639"/>
                <a:gd name="csY2277" fmla="*/ 93635 h 560854"/>
                <a:gd name="csX2278" fmla="*/ 1079191 w 1144639"/>
                <a:gd name="csY2278" fmla="*/ 93635 h 560854"/>
                <a:gd name="csX2279" fmla="*/ 1079191 w 1144639"/>
                <a:gd name="csY2279" fmla="*/ 92679 h 560854"/>
                <a:gd name="csX2280" fmla="*/ 1079191 w 1144639"/>
                <a:gd name="csY2280" fmla="*/ 92679 h 560854"/>
                <a:gd name="csX2281" fmla="*/ 1078713 w 1144639"/>
                <a:gd name="csY2281" fmla="*/ 91724 h 560854"/>
                <a:gd name="csX2282" fmla="*/ 1078713 w 1144639"/>
                <a:gd name="csY2282" fmla="*/ 91724 h 560854"/>
                <a:gd name="csX2283" fmla="*/ 1078713 w 1144639"/>
                <a:gd name="csY2283" fmla="*/ 89813 h 560854"/>
                <a:gd name="csX2284" fmla="*/ 1079191 w 1144639"/>
                <a:gd name="csY2284" fmla="*/ 87424 h 560854"/>
                <a:gd name="csX2285" fmla="*/ 1080146 w 1144639"/>
                <a:gd name="csY2285" fmla="*/ 84558 h 560854"/>
                <a:gd name="csX2286" fmla="*/ 1080146 w 1144639"/>
                <a:gd name="csY2286" fmla="*/ 84558 h 560854"/>
                <a:gd name="csX2287" fmla="*/ 1081579 w 1144639"/>
                <a:gd name="csY2287" fmla="*/ 82170 h 560854"/>
                <a:gd name="csX2288" fmla="*/ 1083490 w 1144639"/>
                <a:gd name="csY2288" fmla="*/ 79781 h 560854"/>
                <a:gd name="csX2289" fmla="*/ 1083490 w 1144639"/>
                <a:gd name="csY2289" fmla="*/ 79303 h 560854"/>
                <a:gd name="csX2290" fmla="*/ 1083968 w 1144639"/>
                <a:gd name="csY2290" fmla="*/ 75959 h 560854"/>
                <a:gd name="csX2291" fmla="*/ 1084924 w 1144639"/>
                <a:gd name="csY2291" fmla="*/ 72615 h 560854"/>
                <a:gd name="csX2292" fmla="*/ 1087312 w 1144639"/>
                <a:gd name="csY2292" fmla="*/ 68793 h 560854"/>
                <a:gd name="csX2293" fmla="*/ 1090656 w 1144639"/>
                <a:gd name="csY2293" fmla="*/ 64971 h 560854"/>
                <a:gd name="csX2294" fmla="*/ 1092090 w 1144639"/>
                <a:gd name="csY2294" fmla="*/ 62582 h 560854"/>
                <a:gd name="csX2295" fmla="*/ 1095434 w 1144639"/>
                <a:gd name="csY2295" fmla="*/ 58283 h 560854"/>
                <a:gd name="csX2296" fmla="*/ 1097822 w 1144639"/>
                <a:gd name="csY2296" fmla="*/ 55417 h 560854"/>
                <a:gd name="csX2297" fmla="*/ 1098778 w 1144639"/>
                <a:gd name="csY2297" fmla="*/ 53983 h 560854"/>
                <a:gd name="csX2298" fmla="*/ 1099733 w 1144639"/>
                <a:gd name="csY2298" fmla="*/ 52550 h 560854"/>
                <a:gd name="csX2299" fmla="*/ 1101644 w 1144639"/>
                <a:gd name="csY2299" fmla="*/ 53028 h 560854"/>
                <a:gd name="csX2300" fmla="*/ 1103555 w 1144639"/>
                <a:gd name="csY2300" fmla="*/ 53506 h 560854"/>
                <a:gd name="csX2301" fmla="*/ 1103555 w 1144639"/>
                <a:gd name="csY2301" fmla="*/ 55894 h 560854"/>
                <a:gd name="csX2302" fmla="*/ 1103555 w 1144639"/>
                <a:gd name="csY2302" fmla="*/ 57328 h 560854"/>
                <a:gd name="csX2303" fmla="*/ 1103555 w 1144639"/>
                <a:gd name="csY2303" fmla="*/ 57328 h 560854"/>
                <a:gd name="csX2304" fmla="*/ 1104510 w 1144639"/>
                <a:gd name="csY2304" fmla="*/ 58283 h 560854"/>
                <a:gd name="csX2305" fmla="*/ 1105944 w 1144639"/>
                <a:gd name="csY2305" fmla="*/ 59238 h 560854"/>
                <a:gd name="csX2306" fmla="*/ 1106899 w 1144639"/>
                <a:gd name="csY2306" fmla="*/ 59238 h 560854"/>
                <a:gd name="csX2307" fmla="*/ 1108332 w 1144639"/>
                <a:gd name="csY2307" fmla="*/ 59238 h 560854"/>
                <a:gd name="csX2308" fmla="*/ 1111199 w 1144639"/>
                <a:gd name="csY2308" fmla="*/ 57805 h 560854"/>
                <a:gd name="csX2309" fmla="*/ 1115021 w 1144639"/>
                <a:gd name="csY2309" fmla="*/ 57328 h 560854"/>
                <a:gd name="csX2310" fmla="*/ 1116932 w 1144639"/>
                <a:gd name="csY2310" fmla="*/ 56372 h 560854"/>
                <a:gd name="csX2311" fmla="*/ 1117409 w 1144639"/>
                <a:gd name="csY2311" fmla="*/ 55417 h 560854"/>
                <a:gd name="csX2312" fmla="*/ 1118365 w 1144639"/>
                <a:gd name="csY2312" fmla="*/ 55417 h 560854"/>
                <a:gd name="csX2313" fmla="*/ 1119798 w 1144639"/>
                <a:gd name="csY2313" fmla="*/ 55417 h 560854"/>
                <a:gd name="csX2314" fmla="*/ 1122664 w 1144639"/>
                <a:gd name="csY2314" fmla="*/ 57328 h 560854"/>
                <a:gd name="csX2315" fmla="*/ 1126008 w 1144639"/>
                <a:gd name="csY2315" fmla="*/ 60194 h 560854"/>
                <a:gd name="csX2316" fmla="*/ 1128397 w 1144639"/>
                <a:gd name="csY2316" fmla="*/ 62582 h 560854"/>
                <a:gd name="csX2317" fmla="*/ 1128397 w 1144639"/>
                <a:gd name="csY2317" fmla="*/ 66404 h 560854"/>
                <a:gd name="csX2318" fmla="*/ 1128397 w 1144639"/>
                <a:gd name="csY2318" fmla="*/ 70704 h 560854"/>
                <a:gd name="csX2319" fmla="*/ 1128397 w 1144639"/>
                <a:gd name="csY2319" fmla="*/ 75004 h 560854"/>
                <a:gd name="csX2320" fmla="*/ 1128397 w 1144639"/>
                <a:gd name="csY2320" fmla="*/ 77870 h 560854"/>
                <a:gd name="csX2321" fmla="*/ 1128875 w 1144639"/>
                <a:gd name="csY2321" fmla="*/ 82170 h 560854"/>
                <a:gd name="csX2322" fmla="*/ 1128875 w 1144639"/>
                <a:gd name="csY2322" fmla="*/ 85513 h 560854"/>
                <a:gd name="csX2323" fmla="*/ 1128875 w 1144639"/>
                <a:gd name="csY2323" fmla="*/ 89813 h 560854"/>
                <a:gd name="csX2324" fmla="*/ 1128875 w 1144639"/>
                <a:gd name="csY2324" fmla="*/ 92202 h 560854"/>
                <a:gd name="csX2325" fmla="*/ 1129352 w 1144639"/>
                <a:gd name="csY2325" fmla="*/ 93157 h 560854"/>
                <a:gd name="csX2326" fmla="*/ 1128875 w 1144639"/>
                <a:gd name="csY2326" fmla="*/ 94113 h 560854"/>
                <a:gd name="csX2327" fmla="*/ 1128875 w 1144639"/>
                <a:gd name="csY2327" fmla="*/ 94590 h 560854"/>
                <a:gd name="csX2328" fmla="*/ 1128875 w 1144639"/>
                <a:gd name="csY2328" fmla="*/ 94590 h 560854"/>
                <a:gd name="csX2329" fmla="*/ 1128875 w 1144639"/>
                <a:gd name="csY2329" fmla="*/ 95068 h 560854"/>
                <a:gd name="csX2330" fmla="*/ 1128875 w 1144639"/>
                <a:gd name="csY2330" fmla="*/ 95546 h 560854"/>
                <a:gd name="csX2331" fmla="*/ 1128875 w 1144639"/>
                <a:gd name="csY2331" fmla="*/ 96024 h 560854"/>
                <a:gd name="csX2332" fmla="*/ 1128875 w 1144639"/>
                <a:gd name="csY2332" fmla="*/ 96501 h 560854"/>
                <a:gd name="csX2333" fmla="*/ 1128397 w 1144639"/>
                <a:gd name="csY2333" fmla="*/ 96979 h 560854"/>
                <a:gd name="csX2334" fmla="*/ 1128397 w 1144639"/>
                <a:gd name="csY2334" fmla="*/ 97935 h 560854"/>
                <a:gd name="csX2335" fmla="*/ 1128397 w 1144639"/>
                <a:gd name="csY2335" fmla="*/ 98412 h 560854"/>
                <a:gd name="csX2336" fmla="*/ 1128875 w 1144639"/>
                <a:gd name="csY2336" fmla="*/ 98890 h 560854"/>
                <a:gd name="csX2337" fmla="*/ 1129352 w 1144639"/>
                <a:gd name="csY2337" fmla="*/ 99368 h 560854"/>
                <a:gd name="csX2338" fmla="*/ 1129830 w 1144639"/>
                <a:gd name="csY2338" fmla="*/ 99368 h 560854"/>
                <a:gd name="csX2339" fmla="*/ 1130308 w 1144639"/>
                <a:gd name="csY2339" fmla="*/ 99845 h 560854"/>
                <a:gd name="csX2340" fmla="*/ 1131263 w 1144639"/>
                <a:gd name="csY2340" fmla="*/ 100323 h 560854"/>
                <a:gd name="csX2341" fmla="*/ 1132697 w 1144639"/>
                <a:gd name="csY2341" fmla="*/ 100801 h 560854"/>
                <a:gd name="csX2342" fmla="*/ 1133652 w 1144639"/>
                <a:gd name="csY2342" fmla="*/ 101279 h 560854"/>
                <a:gd name="csX2343" fmla="*/ 1134608 w 1144639"/>
                <a:gd name="csY2343" fmla="*/ 100801 h 560854"/>
                <a:gd name="csX2344" fmla="*/ 1135563 w 1144639"/>
                <a:gd name="csY2344" fmla="*/ 101279 h 560854"/>
                <a:gd name="csX2345" fmla="*/ 1136041 w 1144639"/>
                <a:gd name="csY2345" fmla="*/ 102234 h 560854"/>
                <a:gd name="csX2346" fmla="*/ 1136041 w 1144639"/>
                <a:gd name="csY2346" fmla="*/ 102234 h 560854"/>
                <a:gd name="csX2347" fmla="*/ 1136041 w 1144639"/>
                <a:gd name="csY2347" fmla="*/ 103189 h 560854"/>
                <a:gd name="csX2348" fmla="*/ 1136041 w 1144639"/>
                <a:gd name="csY2348" fmla="*/ 103189 h 560854"/>
                <a:gd name="csX2349" fmla="*/ 1135563 w 1144639"/>
                <a:gd name="csY2349" fmla="*/ 103667 h 560854"/>
                <a:gd name="csX2350" fmla="*/ 1134608 w 1144639"/>
                <a:gd name="csY2350" fmla="*/ 104145 h 560854"/>
                <a:gd name="csX2351" fmla="*/ 1134608 w 1144639"/>
                <a:gd name="csY2351" fmla="*/ 104623 h 560854"/>
                <a:gd name="csX2352" fmla="*/ 1134608 w 1144639"/>
                <a:gd name="csY2352" fmla="*/ 104623 h 560854"/>
                <a:gd name="csX2353" fmla="*/ 1135085 w 1144639"/>
                <a:gd name="csY2353" fmla="*/ 105578 h 560854"/>
                <a:gd name="csX2354" fmla="*/ 1135563 w 1144639"/>
                <a:gd name="csY2354" fmla="*/ 106056 h 560854"/>
                <a:gd name="csX2355" fmla="*/ 1136041 w 1144639"/>
                <a:gd name="csY2355" fmla="*/ 107011 h 560854"/>
                <a:gd name="csX2356" fmla="*/ 1136041 w 1144639"/>
                <a:gd name="csY2356" fmla="*/ 107489 h 560854"/>
                <a:gd name="csX2357" fmla="*/ 1135563 w 1144639"/>
                <a:gd name="csY2357" fmla="*/ 107967 h 560854"/>
                <a:gd name="csX2358" fmla="*/ 1135563 w 1144639"/>
                <a:gd name="csY2358" fmla="*/ 108445 h 560854"/>
                <a:gd name="csX2359" fmla="*/ 1135085 w 1144639"/>
                <a:gd name="csY2359" fmla="*/ 108922 h 560854"/>
                <a:gd name="csX2360" fmla="*/ 1135085 w 1144639"/>
                <a:gd name="csY2360" fmla="*/ 109878 h 560854"/>
                <a:gd name="csX2361" fmla="*/ 1135085 w 1144639"/>
                <a:gd name="csY2361" fmla="*/ 109878 h 560854"/>
                <a:gd name="csX2362" fmla="*/ 1135563 w 1144639"/>
                <a:gd name="csY2362" fmla="*/ 110833 h 560854"/>
                <a:gd name="csX2363" fmla="*/ 1136518 w 1144639"/>
                <a:gd name="csY2363" fmla="*/ 111789 h 560854"/>
                <a:gd name="csX2364" fmla="*/ 1136996 w 1144639"/>
                <a:gd name="csY2364" fmla="*/ 112744 h 560854"/>
                <a:gd name="csX2365" fmla="*/ 1137951 w 1144639"/>
                <a:gd name="csY2365" fmla="*/ 113222 h 560854"/>
                <a:gd name="csX2366" fmla="*/ 1138429 w 1144639"/>
                <a:gd name="csY2366" fmla="*/ 112744 h 560854"/>
                <a:gd name="csX2367" fmla="*/ 1138907 w 1144639"/>
                <a:gd name="csY2367" fmla="*/ 112266 h 560854"/>
                <a:gd name="csX2368" fmla="*/ 1139385 w 1144639"/>
                <a:gd name="csY2368" fmla="*/ 111789 h 560854"/>
                <a:gd name="csX2369" fmla="*/ 1140340 w 1144639"/>
                <a:gd name="csY2369" fmla="*/ 112266 h 560854"/>
                <a:gd name="csX2370" fmla="*/ 1140818 w 1144639"/>
                <a:gd name="csY2370" fmla="*/ 112266 h 560854"/>
                <a:gd name="csX2371" fmla="*/ 1141774 w 1144639"/>
                <a:gd name="csY2371" fmla="*/ 112744 h 560854"/>
                <a:gd name="csX2372" fmla="*/ 1141774 w 1144639"/>
                <a:gd name="csY2372" fmla="*/ 113222 h 560854"/>
                <a:gd name="csX2373" fmla="*/ 1142251 w 1144639"/>
                <a:gd name="csY2373" fmla="*/ 114655 h 560854"/>
                <a:gd name="csX2374" fmla="*/ 1142729 w 1144639"/>
                <a:gd name="csY2374" fmla="*/ 117521 h 560854"/>
                <a:gd name="csX2375" fmla="*/ 1142251 w 1144639"/>
                <a:gd name="csY2375" fmla="*/ 118477 h 560854"/>
                <a:gd name="csX2376" fmla="*/ 1142251 w 1144639"/>
                <a:gd name="csY2376" fmla="*/ 119910 h 560854"/>
                <a:gd name="csX2377" fmla="*/ 1144162 w 1144639"/>
                <a:gd name="csY2377" fmla="*/ 120388 h 560854"/>
                <a:gd name="csX2378" fmla="*/ 1144640 w 1144639"/>
                <a:gd name="csY2378" fmla="*/ 120865 h 560854"/>
                <a:gd name="csX2379" fmla="*/ 1144640 w 1144639"/>
                <a:gd name="csY2379" fmla="*/ 121343 h 560854"/>
                <a:gd name="csX2380" fmla="*/ 1140340 w 1144639"/>
                <a:gd name="csY2380" fmla="*/ 125165 h 560854"/>
                <a:gd name="csX2381" fmla="*/ 1136996 w 1144639"/>
                <a:gd name="csY2381" fmla="*/ 124687 h 560854"/>
                <a:gd name="csX2382" fmla="*/ 1135085 w 1144639"/>
                <a:gd name="csY2382" fmla="*/ 125643 h 560854"/>
                <a:gd name="csX2383" fmla="*/ 1133174 w 1144639"/>
                <a:gd name="csY2383" fmla="*/ 126120 h 560854"/>
                <a:gd name="csX2384" fmla="*/ 1132697 w 1144639"/>
                <a:gd name="csY2384" fmla="*/ 128031 h 560854"/>
                <a:gd name="csX2385" fmla="*/ 1131263 w 1144639"/>
                <a:gd name="csY2385" fmla="*/ 128031 h 560854"/>
                <a:gd name="csX2386" fmla="*/ 1129830 w 1144639"/>
                <a:gd name="csY2386" fmla="*/ 128031 h 560854"/>
                <a:gd name="csX2387" fmla="*/ 1128875 w 1144639"/>
                <a:gd name="csY2387" fmla="*/ 127554 h 560854"/>
                <a:gd name="csX2388" fmla="*/ 1127919 w 1144639"/>
                <a:gd name="csY2388" fmla="*/ 128031 h 560854"/>
                <a:gd name="csX2389" fmla="*/ 1126486 w 1144639"/>
                <a:gd name="csY2389" fmla="*/ 130898 h 560854"/>
                <a:gd name="csX2390" fmla="*/ 1125053 w 1144639"/>
                <a:gd name="csY2390" fmla="*/ 130898 h 560854"/>
                <a:gd name="csX2391" fmla="*/ 1125053 w 1144639"/>
                <a:gd name="csY2391" fmla="*/ 131853 h 560854"/>
                <a:gd name="csX2392" fmla="*/ 1124097 w 1144639"/>
                <a:gd name="csY2392" fmla="*/ 132331 h 560854"/>
                <a:gd name="csX2393" fmla="*/ 1123620 w 1144639"/>
                <a:gd name="csY2393" fmla="*/ 132809 h 560854"/>
                <a:gd name="csX2394" fmla="*/ 1122664 w 1144639"/>
                <a:gd name="csY2394" fmla="*/ 131376 h 560854"/>
                <a:gd name="csX2395" fmla="*/ 1122186 w 1144639"/>
                <a:gd name="csY2395" fmla="*/ 129942 h 560854"/>
                <a:gd name="csX2396" fmla="*/ 1121709 w 1144639"/>
                <a:gd name="csY2396" fmla="*/ 129942 h 560854"/>
                <a:gd name="csX2397" fmla="*/ 1120753 w 1144639"/>
                <a:gd name="csY2397" fmla="*/ 129465 h 560854"/>
                <a:gd name="csX2398" fmla="*/ 1119798 w 1144639"/>
                <a:gd name="csY2398" fmla="*/ 129465 h 560854"/>
                <a:gd name="csX2399" fmla="*/ 1118842 w 1144639"/>
                <a:gd name="csY2399" fmla="*/ 129465 h 560854"/>
                <a:gd name="csX2400" fmla="*/ 1118365 w 1144639"/>
                <a:gd name="csY2400" fmla="*/ 130420 h 560854"/>
                <a:gd name="csX2401" fmla="*/ 1116932 w 1144639"/>
                <a:gd name="csY2401" fmla="*/ 131376 h 560854"/>
                <a:gd name="csX2402" fmla="*/ 1116454 w 1144639"/>
                <a:gd name="csY2402" fmla="*/ 130420 h 560854"/>
                <a:gd name="csX2403" fmla="*/ 1115498 w 1144639"/>
                <a:gd name="csY2403" fmla="*/ 129465 h 560854"/>
                <a:gd name="csX2404" fmla="*/ 1115021 w 1144639"/>
                <a:gd name="csY2404" fmla="*/ 130898 h 560854"/>
                <a:gd name="csX2405" fmla="*/ 1114065 w 1144639"/>
                <a:gd name="csY2405" fmla="*/ 132809 h 560854"/>
                <a:gd name="csX2406" fmla="*/ 1114543 w 1144639"/>
                <a:gd name="csY2406" fmla="*/ 134720 h 560854"/>
                <a:gd name="csX2407" fmla="*/ 1114065 w 1144639"/>
                <a:gd name="csY2407" fmla="*/ 135675 h 560854"/>
                <a:gd name="csX2408" fmla="*/ 1113110 w 1144639"/>
                <a:gd name="csY2408" fmla="*/ 135675 h 560854"/>
                <a:gd name="csX2409" fmla="*/ 1112632 w 1144639"/>
                <a:gd name="csY2409" fmla="*/ 134720 h 560854"/>
                <a:gd name="csX2410" fmla="*/ 1110243 w 1144639"/>
                <a:gd name="csY2410" fmla="*/ 133764 h 560854"/>
                <a:gd name="csX2411" fmla="*/ 1108332 w 1144639"/>
                <a:gd name="csY2411" fmla="*/ 133764 h 560854"/>
                <a:gd name="csX2412" fmla="*/ 1108810 w 1144639"/>
                <a:gd name="csY2412" fmla="*/ 132809 h 560854"/>
                <a:gd name="csX2413" fmla="*/ 1110243 w 1144639"/>
                <a:gd name="csY2413" fmla="*/ 131376 h 560854"/>
                <a:gd name="csX2414" fmla="*/ 1109766 w 1144639"/>
                <a:gd name="csY2414" fmla="*/ 130898 h 560854"/>
                <a:gd name="csX2415" fmla="*/ 1109288 w 1144639"/>
                <a:gd name="csY2415" fmla="*/ 130898 h 560854"/>
                <a:gd name="csX2416" fmla="*/ 1108810 w 1144639"/>
                <a:gd name="csY2416" fmla="*/ 130898 h 560854"/>
                <a:gd name="csX2417" fmla="*/ 1109288 w 1144639"/>
                <a:gd name="csY2417" fmla="*/ 129465 h 560854"/>
                <a:gd name="csX2418" fmla="*/ 1109288 w 1144639"/>
                <a:gd name="csY2418" fmla="*/ 128031 h 560854"/>
                <a:gd name="csX2419" fmla="*/ 1108810 w 1144639"/>
                <a:gd name="csY2419" fmla="*/ 128509 h 560854"/>
                <a:gd name="csX2420" fmla="*/ 1107855 w 1144639"/>
                <a:gd name="csY2420" fmla="*/ 129942 h 560854"/>
                <a:gd name="csX2421" fmla="*/ 1105466 w 1144639"/>
                <a:gd name="csY2421" fmla="*/ 131376 h 560854"/>
                <a:gd name="csX2422" fmla="*/ 1105466 w 1144639"/>
                <a:gd name="csY2422" fmla="*/ 133764 h 560854"/>
                <a:gd name="csX2423" fmla="*/ 1103555 w 1144639"/>
                <a:gd name="csY2423" fmla="*/ 138064 h 560854"/>
                <a:gd name="csX2424" fmla="*/ 1103555 w 1144639"/>
                <a:gd name="csY2424" fmla="*/ 139975 h 560854"/>
                <a:gd name="csX2425" fmla="*/ 1102122 w 1144639"/>
                <a:gd name="csY2425" fmla="*/ 141408 h 560854"/>
                <a:gd name="csX2426" fmla="*/ 1100211 w 1144639"/>
                <a:gd name="csY2426" fmla="*/ 142841 h 560854"/>
                <a:gd name="csX2427" fmla="*/ 1097822 w 1144639"/>
                <a:gd name="csY2427" fmla="*/ 142363 h 560854"/>
                <a:gd name="csX2428" fmla="*/ 1095911 w 1144639"/>
                <a:gd name="csY2428" fmla="*/ 143319 h 560854"/>
                <a:gd name="csX2429" fmla="*/ 1094956 w 1144639"/>
                <a:gd name="csY2429" fmla="*/ 144752 h 560854"/>
                <a:gd name="csX2430" fmla="*/ 1094478 w 1144639"/>
                <a:gd name="csY2430" fmla="*/ 145230 h 560854"/>
                <a:gd name="csX2431" fmla="*/ 1094001 w 1144639"/>
                <a:gd name="csY2431" fmla="*/ 143319 h 560854"/>
                <a:gd name="csX2432" fmla="*/ 1093523 w 1144639"/>
                <a:gd name="csY2432" fmla="*/ 142841 h 560854"/>
                <a:gd name="csX2433" fmla="*/ 1093045 w 1144639"/>
                <a:gd name="csY2433" fmla="*/ 145230 h 560854"/>
                <a:gd name="csX2434" fmla="*/ 1092090 w 1144639"/>
                <a:gd name="csY2434" fmla="*/ 145230 h 560854"/>
                <a:gd name="csX2435" fmla="*/ 1092090 w 1144639"/>
                <a:gd name="csY2435" fmla="*/ 143796 h 560854"/>
                <a:gd name="csX2436" fmla="*/ 1091612 w 1144639"/>
                <a:gd name="csY2436" fmla="*/ 142363 h 560854"/>
                <a:gd name="csX2437" fmla="*/ 1090656 w 1144639"/>
                <a:gd name="csY2437" fmla="*/ 143319 h 560854"/>
                <a:gd name="csX2438" fmla="*/ 1090179 w 1144639"/>
                <a:gd name="csY2438" fmla="*/ 146185 h 560854"/>
                <a:gd name="csX2439" fmla="*/ 1089701 w 1144639"/>
                <a:gd name="csY2439" fmla="*/ 145707 h 560854"/>
                <a:gd name="csX2440" fmla="*/ 1089223 w 1144639"/>
                <a:gd name="csY2440" fmla="*/ 144752 h 560854"/>
                <a:gd name="csX2441" fmla="*/ 1088745 w 1144639"/>
                <a:gd name="csY2441" fmla="*/ 144752 h 560854"/>
                <a:gd name="csX2442" fmla="*/ 1088745 w 1144639"/>
                <a:gd name="csY2442" fmla="*/ 145707 h 560854"/>
                <a:gd name="csX2443" fmla="*/ 1089223 w 1144639"/>
                <a:gd name="csY2443" fmla="*/ 147141 h 560854"/>
                <a:gd name="csX2444" fmla="*/ 1088745 w 1144639"/>
                <a:gd name="csY2444" fmla="*/ 148096 h 560854"/>
                <a:gd name="csX2445" fmla="*/ 1088268 w 1144639"/>
                <a:gd name="csY2445" fmla="*/ 147618 h 560854"/>
                <a:gd name="csX2446" fmla="*/ 1087312 w 1144639"/>
                <a:gd name="csY2446" fmla="*/ 147141 h 560854"/>
                <a:gd name="csX2447" fmla="*/ 1086357 w 1144639"/>
                <a:gd name="csY2447" fmla="*/ 147618 h 560854"/>
                <a:gd name="csX2448" fmla="*/ 1085401 w 1144639"/>
                <a:gd name="csY2448" fmla="*/ 147618 h 560854"/>
                <a:gd name="csX2449" fmla="*/ 1085401 w 1144639"/>
                <a:gd name="csY2449" fmla="*/ 147141 h 560854"/>
                <a:gd name="csX2450" fmla="*/ 1085401 w 1144639"/>
                <a:gd name="csY2450" fmla="*/ 146185 h 560854"/>
                <a:gd name="csX2451" fmla="*/ 1083490 w 1144639"/>
                <a:gd name="csY2451" fmla="*/ 146663 h 560854"/>
                <a:gd name="csX2452" fmla="*/ 1081102 w 1144639"/>
                <a:gd name="csY2452" fmla="*/ 148096 h 560854"/>
                <a:gd name="csX2453" fmla="*/ 1079669 w 1144639"/>
                <a:gd name="csY2453" fmla="*/ 150485 h 560854"/>
                <a:gd name="csX2454" fmla="*/ 1080146 w 1144639"/>
                <a:gd name="csY2454" fmla="*/ 150962 h 560854"/>
                <a:gd name="csX2455" fmla="*/ 1080624 w 1144639"/>
                <a:gd name="csY2455" fmla="*/ 151918 h 560854"/>
                <a:gd name="csX2456" fmla="*/ 1077758 w 1144639"/>
                <a:gd name="csY2456" fmla="*/ 155262 h 560854"/>
                <a:gd name="csX2457" fmla="*/ 1074414 w 1144639"/>
                <a:gd name="csY2457" fmla="*/ 158606 h 560854"/>
                <a:gd name="csX2458" fmla="*/ 1072025 w 1144639"/>
                <a:gd name="csY2458" fmla="*/ 163861 h 560854"/>
                <a:gd name="csX2459" fmla="*/ 1071069 w 1144639"/>
                <a:gd name="csY2459" fmla="*/ 164817 h 560854"/>
                <a:gd name="csX2460" fmla="*/ 1070114 w 1144639"/>
                <a:gd name="csY2460" fmla="*/ 165772 h 560854"/>
                <a:gd name="csX2461" fmla="*/ 1069636 w 1144639"/>
                <a:gd name="csY2461" fmla="*/ 168638 h 560854"/>
                <a:gd name="csX2462" fmla="*/ 1068203 w 1144639"/>
                <a:gd name="csY2462" fmla="*/ 171505 h 560854"/>
                <a:gd name="csX2463" fmla="*/ 1069159 w 1144639"/>
                <a:gd name="csY2463" fmla="*/ 172938 h 560854"/>
                <a:gd name="csX2464" fmla="*/ 1069159 w 1144639"/>
                <a:gd name="csY2464" fmla="*/ 174371 h 560854"/>
                <a:gd name="csX2465" fmla="*/ 1070114 w 1144639"/>
                <a:gd name="csY2465" fmla="*/ 175804 h 560854"/>
                <a:gd name="csX2466" fmla="*/ 1071069 w 1144639"/>
                <a:gd name="csY2466" fmla="*/ 175804 h 560854"/>
                <a:gd name="csX2467" fmla="*/ 1072025 w 1144639"/>
                <a:gd name="csY2467" fmla="*/ 175327 h 560854"/>
                <a:gd name="csX2468" fmla="*/ 1072503 w 1144639"/>
                <a:gd name="csY2468" fmla="*/ 175327 h 560854"/>
                <a:gd name="csX2469" fmla="*/ 1072980 w 1144639"/>
                <a:gd name="csY2469" fmla="*/ 176282 h 560854"/>
                <a:gd name="csX2470" fmla="*/ 1072503 w 1144639"/>
                <a:gd name="csY2470" fmla="*/ 176760 h 560854"/>
                <a:gd name="csX2471" fmla="*/ 1071547 w 1144639"/>
                <a:gd name="csY2471" fmla="*/ 176760 h 560854"/>
                <a:gd name="csX2472" fmla="*/ 1070114 w 1144639"/>
                <a:gd name="csY2472" fmla="*/ 178193 h 560854"/>
                <a:gd name="csX2473" fmla="*/ 1068203 w 1144639"/>
                <a:gd name="csY2473" fmla="*/ 178671 h 560854"/>
                <a:gd name="csX2474" fmla="*/ 1067725 w 1144639"/>
                <a:gd name="csY2474" fmla="*/ 179626 h 560854"/>
                <a:gd name="csX2475" fmla="*/ 1066292 w 1144639"/>
                <a:gd name="csY2475" fmla="*/ 181537 h 560854"/>
                <a:gd name="csX2476" fmla="*/ 1064381 w 1144639"/>
                <a:gd name="csY2476" fmla="*/ 183926 h 560854"/>
                <a:gd name="csX2477" fmla="*/ 1065337 w 1144639"/>
                <a:gd name="csY2477" fmla="*/ 184881 h 560854"/>
                <a:gd name="csX2478" fmla="*/ 1068681 w 1144639"/>
                <a:gd name="csY2478" fmla="*/ 185359 h 560854"/>
                <a:gd name="csX2479" fmla="*/ 1070114 w 1144639"/>
                <a:gd name="csY2479" fmla="*/ 186314 h 560854"/>
                <a:gd name="csX2480" fmla="*/ 1072503 w 1144639"/>
                <a:gd name="csY2480" fmla="*/ 191092 h 560854"/>
                <a:gd name="csX2481" fmla="*/ 1072025 w 1144639"/>
                <a:gd name="csY2481" fmla="*/ 191569 h 560854"/>
                <a:gd name="csX2482" fmla="*/ 1072025 w 1144639"/>
                <a:gd name="csY2482" fmla="*/ 192525 h 560854"/>
                <a:gd name="csX2483" fmla="*/ 1073936 w 1144639"/>
                <a:gd name="csY2483" fmla="*/ 193480 h 560854"/>
                <a:gd name="csX2484" fmla="*/ 1074891 w 1144639"/>
                <a:gd name="csY2484" fmla="*/ 196825 h 560854"/>
                <a:gd name="csX2485" fmla="*/ 1076325 w 1144639"/>
                <a:gd name="csY2485" fmla="*/ 197780 h 560854"/>
                <a:gd name="csX2486" fmla="*/ 1079191 w 1144639"/>
                <a:gd name="csY2486" fmla="*/ 198735 h 560854"/>
                <a:gd name="csX2487" fmla="*/ 1082057 w 1144639"/>
                <a:gd name="csY2487" fmla="*/ 197780 h 560854"/>
                <a:gd name="csX2488" fmla="*/ 1084924 w 1144639"/>
                <a:gd name="csY2488" fmla="*/ 196347 h 560854"/>
                <a:gd name="csX2489" fmla="*/ 1084924 w 1144639"/>
                <a:gd name="csY2489" fmla="*/ 194914 h 560854"/>
                <a:gd name="csX2490" fmla="*/ 1083013 w 1144639"/>
                <a:gd name="csY2490" fmla="*/ 192525 h 560854"/>
                <a:gd name="csX2491" fmla="*/ 1082535 w 1144639"/>
                <a:gd name="csY2491" fmla="*/ 191092 h 560854"/>
                <a:gd name="csX2492" fmla="*/ 1081579 w 1144639"/>
                <a:gd name="csY2492" fmla="*/ 190614 h 560854"/>
                <a:gd name="csX2493" fmla="*/ 1081102 w 1144639"/>
                <a:gd name="csY2493" fmla="*/ 191092 h 560854"/>
                <a:gd name="csX2494" fmla="*/ 1080146 w 1144639"/>
                <a:gd name="csY2494" fmla="*/ 190136 h 560854"/>
                <a:gd name="csX2495" fmla="*/ 1080146 w 1144639"/>
                <a:gd name="csY2495" fmla="*/ 189659 h 560854"/>
                <a:gd name="csX2496" fmla="*/ 1080624 w 1144639"/>
                <a:gd name="csY2496" fmla="*/ 189659 h 560854"/>
                <a:gd name="csX2497" fmla="*/ 1081579 w 1144639"/>
                <a:gd name="csY2497" fmla="*/ 189659 h 560854"/>
                <a:gd name="csX2498" fmla="*/ 1082535 w 1144639"/>
                <a:gd name="csY2498" fmla="*/ 190136 h 560854"/>
                <a:gd name="csX2499" fmla="*/ 1085401 w 1144639"/>
                <a:gd name="csY2499" fmla="*/ 193003 h 560854"/>
                <a:gd name="csX2500" fmla="*/ 1085879 w 1144639"/>
                <a:gd name="csY2500" fmla="*/ 196825 h 560854"/>
                <a:gd name="csX2501" fmla="*/ 1086357 w 1144639"/>
                <a:gd name="csY2501" fmla="*/ 199213 h 560854"/>
                <a:gd name="csX2502" fmla="*/ 1085879 w 1144639"/>
                <a:gd name="csY2502" fmla="*/ 199691 h 560854"/>
                <a:gd name="csX2503" fmla="*/ 1084924 w 1144639"/>
                <a:gd name="csY2503" fmla="*/ 199691 h 560854"/>
                <a:gd name="csX2504" fmla="*/ 1083490 w 1144639"/>
                <a:gd name="csY2504" fmla="*/ 199691 h 560854"/>
                <a:gd name="csX2505" fmla="*/ 1076802 w 1144639"/>
                <a:gd name="csY2505" fmla="*/ 201124 h 560854"/>
                <a:gd name="csX2506" fmla="*/ 1075369 w 1144639"/>
                <a:gd name="csY2506" fmla="*/ 202080 h 560854"/>
                <a:gd name="csX2507" fmla="*/ 1072025 w 1144639"/>
                <a:gd name="csY2507" fmla="*/ 203513 h 560854"/>
                <a:gd name="csX2508" fmla="*/ 1071547 w 1144639"/>
                <a:gd name="csY2508" fmla="*/ 202557 h 560854"/>
                <a:gd name="csX2509" fmla="*/ 1072025 w 1144639"/>
                <a:gd name="csY2509" fmla="*/ 201602 h 560854"/>
                <a:gd name="csX2510" fmla="*/ 1071547 w 1144639"/>
                <a:gd name="csY2510" fmla="*/ 199213 h 560854"/>
                <a:gd name="csX2511" fmla="*/ 1071069 w 1144639"/>
                <a:gd name="csY2511" fmla="*/ 198735 h 560854"/>
                <a:gd name="csX2512" fmla="*/ 1065337 w 1144639"/>
                <a:gd name="csY2512" fmla="*/ 203035 h 560854"/>
                <a:gd name="csX2513" fmla="*/ 1063426 w 1144639"/>
                <a:gd name="csY2513" fmla="*/ 203035 h 560854"/>
                <a:gd name="csX2514" fmla="*/ 1061515 w 1144639"/>
                <a:gd name="csY2514" fmla="*/ 204468 h 560854"/>
                <a:gd name="csX2515" fmla="*/ 1061515 w 1144639"/>
                <a:gd name="csY2515" fmla="*/ 203513 h 560854"/>
                <a:gd name="csX2516" fmla="*/ 1061037 w 1144639"/>
                <a:gd name="csY2516" fmla="*/ 200646 h 560854"/>
                <a:gd name="csX2517" fmla="*/ 1061993 w 1144639"/>
                <a:gd name="csY2517" fmla="*/ 198258 h 560854"/>
                <a:gd name="csX2518" fmla="*/ 1061515 w 1144639"/>
                <a:gd name="csY2518" fmla="*/ 198258 h 560854"/>
                <a:gd name="csX2519" fmla="*/ 1059604 w 1144639"/>
                <a:gd name="csY2519" fmla="*/ 199691 h 560854"/>
                <a:gd name="csX2520" fmla="*/ 1058649 w 1144639"/>
                <a:gd name="csY2520" fmla="*/ 198735 h 560854"/>
                <a:gd name="csX2521" fmla="*/ 1058649 w 1144639"/>
                <a:gd name="csY2521" fmla="*/ 197780 h 560854"/>
                <a:gd name="csX2522" fmla="*/ 1057693 w 1144639"/>
                <a:gd name="csY2522" fmla="*/ 197302 h 560854"/>
                <a:gd name="csX2523" fmla="*/ 1057215 w 1144639"/>
                <a:gd name="csY2523" fmla="*/ 196825 h 560854"/>
                <a:gd name="csX2524" fmla="*/ 1057693 w 1144639"/>
                <a:gd name="csY2524" fmla="*/ 199213 h 560854"/>
                <a:gd name="csX2525" fmla="*/ 1056737 w 1144639"/>
                <a:gd name="csY2525" fmla="*/ 201124 h 560854"/>
                <a:gd name="csX2526" fmla="*/ 1056260 w 1144639"/>
                <a:gd name="csY2526" fmla="*/ 205424 h 560854"/>
                <a:gd name="csX2527" fmla="*/ 1054827 w 1144639"/>
                <a:gd name="csY2527" fmla="*/ 206857 h 560854"/>
                <a:gd name="csX2528" fmla="*/ 1049572 w 1144639"/>
                <a:gd name="csY2528" fmla="*/ 208290 h 560854"/>
                <a:gd name="csX2529" fmla="*/ 1046705 w 1144639"/>
                <a:gd name="csY2529" fmla="*/ 207812 h 560854"/>
                <a:gd name="csX2530" fmla="*/ 1043839 w 1144639"/>
                <a:gd name="csY2530" fmla="*/ 208290 h 560854"/>
                <a:gd name="csX2531" fmla="*/ 1040017 w 1144639"/>
                <a:gd name="csY2531" fmla="*/ 209245 h 560854"/>
                <a:gd name="csX2532" fmla="*/ 1038106 w 1144639"/>
                <a:gd name="csY2532" fmla="*/ 208768 h 560854"/>
                <a:gd name="csX2533" fmla="*/ 1035718 w 1144639"/>
                <a:gd name="csY2533" fmla="*/ 209723 h 560854"/>
                <a:gd name="csX2534" fmla="*/ 1028552 w 1144639"/>
                <a:gd name="csY2534" fmla="*/ 209723 h 560854"/>
                <a:gd name="csX2535" fmla="*/ 1026641 w 1144639"/>
                <a:gd name="csY2535" fmla="*/ 209245 h 560854"/>
                <a:gd name="csX2536" fmla="*/ 1024730 w 1144639"/>
                <a:gd name="csY2536" fmla="*/ 211156 h 560854"/>
                <a:gd name="csX2537" fmla="*/ 1021863 w 1144639"/>
                <a:gd name="csY2537" fmla="*/ 212112 h 560854"/>
                <a:gd name="csX2538" fmla="*/ 1013742 w 1144639"/>
                <a:gd name="csY2538" fmla="*/ 215456 h 560854"/>
                <a:gd name="csX2539" fmla="*/ 1011831 w 1144639"/>
                <a:gd name="csY2539" fmla="*/ 216889 h 560854"/>
                <a:gd name="csX2540" fmla="*/ 1009920 w 1144639"/>
                <a:gd name="csY2540" fmla="*/ 219278 h 560854"/>
                <a:gd name="csX2541" fmla="*/ 1008487 w 1144639"/>
                <a:gd name="csY2541" fmla="*/ 220233 h 560854"/>
                <a:gd name="csX2542" fmla="*/ 1007531 w 1144639"/>
                <a:gd name="csY2542" fmla="*/ 220711 h 560854"/>
                <a:gd name="csX2543" fmla="*/ 1006576 w 1144639"/>
                <a:gd name="csY2543" fmla="*/ 221666 h 560854"/>
                <a:gd name="csX2544" fmla="*/ 1006098 w 1144639"/>
                <a:gd name="csY2544" fmla="*/ 222144 h 560854"/>
                <a:gd name="csX2545" fmla="*/ 1005621 w 1144639"/>
                <a:gd name="csY2545" fmla="*/ 222144 h 560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</a:cxnLst>
              <a:rect l="l" t="t" r="r" b="b"/>
              <a:pathLst>
                <a:path w="1144639" h="560854">
                  <a:moveTo>
                    <a:pt x="1006098" y="222144"/>
                  </a:moveTo>
                  <a:lnTo>
                    <a:pt x="1006576" y="220233"/>
                  </a:lnTo>
                  <a:lnTo>
                    <a:pt x="1007531" y="218322"/>
                  </a:lnTo>
                  <a:lnTo>
                    <a:pt x="1008009" y="214978"/>
                  </a:lnTo>
                  <a:lnTo>
                    <a:pt x="1008009" y="212112"/>
                  </a:lnTo>
                  <a:lnTo>
                    <a:pt x="1007054" y="211156"/>
                  </a:lnTo>
                  <a:lnTo>
                    <a:pt x="1006098" y="210201"/>
                  </a:lnTo>
                  <a:lnTo>
                    <a:pt x="1007054" y="213067"/>
                  </a:lnTo>
                  <a:lnTo>
                    <a:pt x="1007531" y="216411"/>
                  </a:lnTo>
                  <a:lnTo>
                    <a:pt x="1007054" y="218322"/>
                  </a:lnTo>
                  <a:lnTo>
                    <a:pt x="1005143" y="222144"/>
                  </a:lnTo>
                  <a:lnTo>
                    <a:pt x="1004187" y="223100"/>
                  </a:lnTo>
                  <a:lnTo>
                    <a:pt x="1003232" y="223577"/>
                  </a:lnTo>
                  <a:lnTo>
                    <a:pt x="1002276" y="224055"/>
                  </a:lnTo>
                  <a:lnTo>
                    <a:pt x="1001799" y="224533"/>
                  </a:lnTo>
                  <a:lnTo>
                    <a:pt x="1000843" y="225488"/>
                  </a:lnTo>
                  <a:lnTo>
                    <a:pt x="1000365" y="227399"/>
                  </a:lnTo>
                  <a:lnTo>
                    <a:pt x="1000843" y="229310"/>
                  </a:lnTo>
                  <a:lnTo>
                    <a:pt x="1004665" y="229788"/>
                  </a:lnTo>
                  <a:lnTo>
                    <a:pt x="1005621" y="229310"/>
                  </a:lnTo>
                  <a:lnTo>
                    <a:pt x="1006098" y="230266"/>
                  </a:lnTo>
                  <a:lnTo>
                    <a:pt x="1006576" y="232176"/>
                  </a:lnTo>
                  <a:lnTo>
                    <a:pt x="1006098" y="234087"/>
                  </a:lnTo>
                  <a:lnTo>
                    <a:pt x="1005621" y="235998"/>
                  </a:lnTo>
                  <a:lnTo>
                    <a:pt x="1005143" y="238387"/>
                  </a:lnTo>
                  <a:lnTo>
                    <a:pt x="1004665" y="241731"/>
                  </a:lnTo>
                  <a:lnTo>
                    <a:pt x="1004187" y="245075"/>
                  </a:lnTo>
                  <a:lnTo>
                    <a:pt x="1003710" y="244120"/>
                  </a:lnTo>
                  <a:lnTo>
                    <a:pt x="1004187" y="240298"/>
                  </a:lnTo>
                  <a:lnTo>
                    <a:pt x="1003710" y="240775"/>
                  </a:lnTo>
                  <a:lnTo>
                    <a:pt x="1003232" y="241253"/>
                  </a:lnTo>
                  <a:lnTo>
                    <a:pt x="1002276" y="246508"/>
                  </a:lnTo>
                  <a:lnTo>
                    <a:pt x="1000365" y="248897"/>
                  </a:lnTo>
                  <a:lnTo>
                    <a:pt x="998932" y="250808"/>
                  </a:lnTo>
                  <a:lnTo>
                    <a:pt x="997499" y="250808"/>
                  </a:lnTo>
                  <a:lnTo>
                    <a:pt x="997977" y="252241"/>
                  </a:lnTo>
                  <a:lnTo>
                    <a:pt x="997499" y="252719"/>
                  </a:lnTo>
                  <a:lnTo>
                    <a:pt x="997021" y="254630"/>
                  </a:lnTo>
                  <a:lnTo>
                    <a:pt x="996066" y="255585"/>
                  </a:lnTo>
                  <a:lnTo>
                    <a:pt x="995111" y="255585"/>
                  </a:lnTo>
                  <a:lnTo>
                    <a:pt x="994155" y="256063"/>
                  </a:lnTo>
                  <a:lnTo>
                    <a:pt x="993677" y="256541"/>
                  </a:lnTo>
                  <a:lnTo>
                    <a:pt x="993677" y="257496"/>
                  </a:lnTo>
                  <a:lnTo>
                    <a:pt x="992722" y="258452"/>
                  </a:lnTo>
                  <a:lnTo>
                    <a:pt x="989855" y="263229"/>
                  </a:lnTo>
                  <a:lnTo>
                    <a:pt x="986989" y="264662"/>
                  </a:lnTo>
                  <a:lnTo>
                    <a:pt x="986511" y="264662"/>
                  </a:lnTo>
                  <a:lnTo>
                    <a:pt x="987467" y="262273"/>
                  </a:lnTo>
                  <a:lnTo>
                    <a:pt x="987945" y="259885"/>
                  </a:lnTo>
                  <a:lnTo>
                    <a:pt x="986034" y="258929"/>
                  </a:lnTo>
                  <a:lnTo>
                    <a:pt x="984600" y="258452"/>
                  </a:lnTo>
                  <a:lnTo>
                    <a:pt x="983167" y="258452"/>
                  </a:lnTo>
                  <a:lnTo>
                    <a:pt x="981256" y="257018"/>
                  </a:lnTo>
                  <a:lnTo>
                    <a:pt x="978868" y="255585"/>
                  </a:lnTo>
                  <a:lnTo>
                    <a:pt x="975523" y="252241"/>
                  </a:lnTo>
                  <a:lnTo>
                    <a:pt x="975523" y="251286"/>
                  </a:lnTo>
                  <a:lnTo>
                    <a:pt x="975523" y="249375"/>
                  </a:lnTo>
                  <a:lnTo>
                    <a:pt x="976479" y="246986"/>
                  </a:lnTo>
                  <a:lnTo>
                    <a:pt x="977434" y="245075"/>
                  </a:lnTo>
                  <a:lnTo>
                    <a:pt x="978868" y="244120"/>
                  </a:lnTo>
                  <a:lnTo>
                    <a:pt x="982689" y="243164"/>
                  </a:lnTo>
                  <a:lnTo>
                    <a:pt x="983645" y="241731"/>
                  </a:lnTo>
                  <a:lnTo>
                    <a:pt x="984123" y="240298"/>
                  </a:lnTo>
                  <a:lnTo>
                    <a:pt x="982212" y="242687"/>
                  </a:lnTo>
                  <a:lnTo>
                    <a:pt x="979346" y="243164"/>
                  </a:lnTo>
                  <a:lnTo>
                    <a:pt x="977912" y="244120"/>
                  </a:lnTo>
                  <a:lnTo>
                    <a:pt x="976479" y="245075"/>
                  </a:lnTo>
                  <a:lnTo>
                    <a:pt x="975523" y="246508"/>
                  </a:lnTo>
                  <a:lnTo>
                    <a:pt x="974090" y="248419"/>
                  </a:lnTo>
                  <a:lnTo>
                    <a:pt x="974090" y="249852"/>
                  </a:lnTo>
                  <a:lnTo>
                    <a:pt x="974568" y="250808"/>
                  </a:lnTo>
                  <a:lnTo>
                    <a:pt x="974568" y="252241"/>
                  </a:lnTo>
                  <a:lnTo>
                    <a:pt x="975523" y="254152"/>
                  </a:lnTo>
                  <a:lnTo>
                    <a:pt x="977434" y="257018"/>
                  </a:lnTo>
                  <a:lnTo>
                    <a:pt x="977912" y="261318"/>
                  </a:lnTo>
                  <a:lnTo>
                    <a:pt x="979346" y="264184"/>
                  </a:lnTo>
                  <a:lnTo>
                    <a:pt x="982212" y="267529"/>
                  </a:lnTo>
                  <a:lnTo>
                    <a:pt x="984123" y="268484"/>
                  </a:lnTo>
                  <a:lnTo>
                    <a:pt x="984123" y="269917"/>
                  </a:lnTo>
                  <a:lnTo>
                    <a:pt x="983167" y="271828"/>
                  </a:lnTo>
                  <a:lnTo>
                    <a:pt x="982212" y="272783"/>
                  </a:lnTo>
                  <a:lnTo>
                    <a:pt x="983645" y="272783"/>
                  </a:lnTo>
                  <a:lnTo>
                    <a:pt x="984123" y="273261"/>
                  </a:lnTo>
                  <a:lnTo>
                    <a:pt x="985078" y="275172"/>
                  </a:lnTo>
                  <a:lnTo>
                    <a:pt x="985078" y="276605"/>
                  </a:lnTo>
                  <a:lnTo>
                    <a:pt x="984600" y="278039"/>
                  </a:lnTo>
                  <a:lnTo>
                    <a:pt x="984123" y="278039"/>
                  </a:lnTo>
                  <a:lnTo>
                    <a:pt x="984123" y="277083"/>
                  </a:lnTo>
                  <a:lnTo>
                    <a:pt x="984123" y="276605"/>
                  </a:lnTo>
                  <a:lnTo>
                    <a:pt x="983167" y="277083"/>
                  </a:lnTo>
                  <a:lnTo>
                    <a:pt x="983167" y="278039"/>
                  </a:lnTo>
                  <a:lnTo>
                    <a:pt x="982689" y="279949"/>
                  </a:lnTo>
                  <a:lnTo>
                    <a:pt x="982689" y="280905"/>
                  </a:lnTo>
                  <a:lnTo>
                    <a:pt x="981256" y="280905"/>
                  </a:lnTo>
                  <a:lnTo>
                    <a:pt x="979823" y="283771"/>
                  </a:lnTo>
                  <a:lnTo>
                    <a:pt x="978868" y="285205"/>
                  </a:lnTo>
                  <a:lnTo>
                    <a:pt x="973613" y="295237"/>
                  </a:lnTo>
                  <a:lnTo>
                    <a:pt x="974090" y="296670"/>
                  </a:lnTo>
                  <a:lnTo>
                    <a:pt x="973135" y="297148"/>
                  </a:lnTo>
                  <a:lnTo>
                    <a:pt x="971702" y="297625"/>
                  </a:lnTo>
                  <a:lnTo>
                    <a:pt x="970269" y="298581"/>
                  </a:lnTo>
                  <a:lnTo>
                    <a:pt x="969313" y="300014"/>
                  </a:lnTo>
                  <a:lnTo>
                    <a:pt x="968835" y="302880"/>
                  </a:lnTo>
                  <a:lnTo>
                    <a:pt x="966924" y="306224"/>
                  </a:lnTo>
                  <a:lnTo>
                    <a:pt x="965969" y="304791"/>
                  </a:lnTo>
                  <a:lnTo>
                    <a:pt x="965969" y="303358"/>
                  </a:lnTo>
                  <a:lnTo>
                    <a:pt x="966447" y="300492"/>
                  </a:lnTo>
                  <a:lnTo>
                    <a:pt x="967880" y="295237"/>
                  </a:lnTo>
                  <a:lnTo>
                    <a:pt x="969791" y="292370"/>
                  </a:lnTo>
                  <a:lnTo>
                    <a:pt x="971224" y="290937"/>
                  </a:lnTo>
                  <a:lnTo>
                    <a:pt x="972657" y="287593"/>
                  </a:lnTo>
                  <a:lnTo>
                    <a:pt x="971224" y="287115"/>
                  </a:lnTo>
                  <a:lnTo>
                    <a:pt x="968835" y="287115"/>
                  </a:lnTo>
                  <a:lnTo>
                    <a:pt x="969313" y="285682"/>
                  </a:lnTo>
                  <a:lnTo>
                    <a:pt x="969791" y="284727"/>
                  </a:lnTo>
                  <a:lnTo>
                    <a:pt x="968835" y="283294"/>
                  </a:lnTo>
                  <a:lnTo>
                    <a:pt x="967880" y="283294"/>
                  </a:lnTo>
                  <a:lnTo>
                    <a:pt x="967402" y="282816"/>
                  </a:lnTo>
                  <a:lnTo>
                    <a:pt x="968357" y="281860"/>
                  </a:lnTo>
                  <a:lnTo>
                    <a:pt x="968357" y="280905"/>
                  </a:lnTo>
                  <a:lnTo>
                    <a:pt x="968357" y="279472"/>
                  </a:lnTo>
                  <a:lnTo>
                    <a:pt x="968835" y="278516"/>
                  </a:lnTo>
                  <a:lnTo>
                    <a:pt x="967880" y="278516"/>
                  </a:lnTo>
                  <a:lnTo>
                    <a:pt x="966924" y="279472"/>
                  </a:lnTo>
                  <a:lnTo>
                    <a:pt x="966447" y="279949"/>
                  </a:lnTo>
                  <a:lnTo>
                    <a:pt x="965969" y="278994"/>
                  </a:lnTo>
                  <a:lnTo>
                    <a:pt x="965491" y="278994"/>
                  </a:lnTo>
                  <a:lnTo>
                    <a:pt x="965491" y="279949"/>
                  </a:lnTo>
                  <a:lnTo>
                    <a:pt x="965014" y="280427"/>
                  </a:lnTo>
                  <a:lnTo>
                    <a:pt x="963580" y="279472"/>
                  </a:lnTo>
                  <a:lnTo>
                    <a:pt x="961669" y="278516"/>
                  </a:lnTo>
                  <a:lnTo>
                    <a:pt x="960714" y="276605"/>
                  </a:lnTo>
                  <a:lnTo>
                    <a:pt x="959758" y="275172"/>
                  </a:lnTo>
                  <a:lnTo>
                    <a:pt x="960714" y="272783"/>
                  </a:lnTo>
                  <a:lnTo>
                    <a:pt x="962147" y="272306"/>
                  </a:lnTo>
                  <a:lnTo>
                    <a:pt x="963580" y="272783"/>
                  </a:lnTo>
                  <a:lnTo>
                    <a:pt x="965969" y="272783"/>
                  </a:lnTo>
                  <a:lnTo>
                    <a:pt x="965491" y="272306"/>
                  </a:lnTo>
                  <a:lnTo>
                    <a:pt x="964536" y="272306"/>
                  </a:lnTo>
                  <a:lnTo>
                    <a:pt x="962625" y="270395"/>
                  </a:lnTo>
                  <a:lnTo>
                    <a:pt x="961669" y="268962"/>
                  </a:lnTo>
                  <a:lnTo>
                    <a:pt x="960236" y="268962"/>
                  </a:lnTo>
                  <a:lnTo>
                    <a:pt x="959758" y="269917"/>
                  </a:lnTo>
                  <a:lnTo>
                    <a:pt x="959281" y="270395"/>
                  </a:lnTo>
                  <a:lnTo>
                    <a:pt x="959758" y="267529"/>
                  </a:lnTo>
                  <a:lnTo>
                    <a:pt x="960714" y="267529"/>
                  </a:lnTo>
                  <a:lnTo>
                    <a:pt x="962625" y="267051"/>
                  </a:lnTo>
                  <a:lnTo>
                    <a:pt x="962147" y="265617"/>
                  </a:lnTo>
                  <a:lnTo>
                    <a:pt x="961192" y="264662"/>
                  </a:lnTo>
                  <a:lnTo>
                    <a:pt x="959281" y="265617"/>
                  </a:lnTo>
                  <a:lnTo>
                    <a:pt x="959281" y="264662"/>
                  </a:lnTo>
                  <a:lnTo>
                    <a:pt x="959758" y="263229"/>
                  </a:lnTo>
                  <a:lnTo>
                    <a:pt x="961192" y="263229"/>
                  </a:lnTo>
                  <a:lnTo>
                    <a:pt x="962147" y="263707"/>
                  </a:lnTo>
                  <a:lnTo>
                    <a:pt x="963103" y="261796"/>
                  </a:lnTo>
                  <a:lnTo>
                    <a:pt x="963103" y="260840"/>
                  </a:lnTo>
                  <a:lnTo>
                    <a:pt x="961669" y="262273"/>
                  </a:lnTo>
                  <a:lnTo>
                    <a:pt x="961192" y="258929"/>
                  </a:lnTo>
                  <a:lnTo>
                    <a:pt x="962625" y="256063"/>
                  </a:lnTo>
                  <a:lnTo>
                    <a:pt x="964536" y="255107"/>
                  </a:lnTo>
                  <a:lnTo>
                    <a:pt x="966447" y="255107"/>
                  </a:lnTo>
                  <a:lnTo>
                    <a:pt x="968357" y="254630"/>
                  </a:lnTo>
                  <a:lnTo>
                    <a:pt x="966924" y="254152"/>
                  </a:lnTo>
                  <a:lnTo>
                    <a:pt x="965969" y="253674"/>
                  </a:lnTo>
                  <a:lnTo>
                    <a:pt x="966924" y="252719"/>
                  </a:lnTo>
                  <a:lnTo>
                    <a:pt x="967402" y="252719"/>
                  </a:lnTo>
                  <a:lnTo>
                    <a:pt x="968357" y="251763"/>
                  </a:lnTo>
                  <a:lnTo>
                    <a:pt x="966447" y="251763"/>
                  </a:lnTo>
                  <a:lnTo>
                    <a:pt x="966447" y="249852"/>
                  </a:lnTo>
                  <a:lnTo>
                    <a:pt x="965491" y="250330"/>
                  </a:lnTo>
                  <a:lnTo>
                    <a:pt x="964536" y="250330"/>
                  </a:lnTo>
                  <a:lnTo>
                    <a:pt x="964058" y="251286"/>
                  </a:lnTo>
                  <a:lnTo>
                    <a:pt x="964058" y="252719"/>
                  </a:lnTo>
                  <a:lnTo>
                    <a:pt x="964058" y="253197"/>
                  </a:lnTo>
                  <a:lnTo>
                    <a:pt x="963103" y="254152"/>
                  </a:lnTo>
                  <a:lnTo>
                    <a:pt x="961669" y="254630"/>
                  </a:lnTo>
                  <a:lnTo>
                    <a:pt x="961669" y="253674"/>
                  </a:lnTo>
                  <a:lnTo>
                    <a:pt x="960714" y="253197"/>
                  </a:lnTo>
                  <a:lnTo>
                    <a:pt x="960714" y="255107"/>
                  </a:lnTo>
                  <a:lnTo>
                    <a:pt x="960236" y="256063"/>
                  </a:lnTo>
                  <a:lnTo>
                    <a:pt x="959281" y="254152"/>
                  </a:lnTo>
                  <a:lnTo>
                    <a:pt x="958803" y="254630"/>
                  </a:lnTo>
                  <a:lnTo>
                    <a:pt x="958803" y="255107"/>
                  </a:lnTo>
                  <a:lnTo>
                    <a:pt x="958803" y="256063"/>
                  </a:lnTo>
                  <a:lnTo>
                    <a:pt x="957848" y="256541"/>
                  </a:lnTo>
                  <a:lnTo>
                    <a:pt x="957848" y="257496"/>
                  </a:lnTo>
                  <a:lnTo>
                    <a:pt x="957370" y="258452"/>
                  </a:lnTo>
                  <a:lnTo>
                    <a:pt x="954504" y="257018"/>
                  </a:lnTo>
                  <a:lnTo>
                    <a:pt x="954504" y="257496"/>
                  </a:lnTo>
                  <a:lnTo>
                    <a:pt x="955937" y="259885"/>
                  </a:lnTo>
                  <a:lnTo>
                    <a:pt x="957370" y="260363"/>
                  </a:lnTo>
                  <a:lnTo>
                    <a:pt x="957370" y="261796"/>
                  </a:lnTo>
                  <a:lnTo>
                    <a:pt x="956414" y="262751"/>
                  </a:lnTo>
                  <a:lnTo>
                    <a:pt x="954981" y="261796"/>
                  </a:lnTo>
                  <a:lnTo>
                    <a:pt x="954981" y="261796"/>
                  </a:lnTo>
                  <a:lnTo>
                    <a:pt x="955459" y="263707"/>
                  </a:lnTo>
                  <a:lnTo>
                    <a:pt x="955937" y="264662"/>
                  </a:lnTo>
                  <a:lnTo>
                    <a:pt x="955459" y="266095"/>
                  </a:lnTo>
                  <a:lnTo>
                    <a:pt x="955459" y="267051"/>
                  </a:lnTo>
                  <a:lnTo>
                    <a:pt x="955459" y="268484"/>
                  </a:lnTo>
                  <a:lnTo>
                    <a:pt x="954981" y="269439"/>
                  </a:lnTo>
                  <a:lnTo>
                    <a:pt x="955937" y="274217"/>
                  </a:lnTo>
                  <a:lnTo>
                    <a:pt x="956892" y="275650"/>
                  </a:lnTo>
                  <a:lnTo>
                    <a:pt x="957370" y="277083"/>
                  </a:lnTo>
                  <a:lnTo>
                    <a:pt x="957848" y="278039"/>
                  </a:lnTo>
                  <a:lnTo>
                    <a:pt x="957370" y="278516"/>
                  </a:lnTo>
                  <a:lnTo>
                    <a:pt x="955937" y="277561"/>
                  </a:lnTo>
                  <a:lnTo>
                    <a:pt x="954504" y="276605"/>
                  </a:lnTo>
                  <a:lnTo>
                    <a:pt x="953070" y="274217"/>
                  </a:lnTo>
                  <a:lnTo>
                    <a:pt x="952592" y="273261"/>
                  </a:lnTo>
                  <a:lnTo>
                    <a:pt x="952592" y="272783"/>
                  </a:lnTo>
                  <a:lnTo>
                    <a:pt x="952592" y="274217"/>
                  </a:lnTo>
                  <a:lnTo>
                    <a:pt x="953070" y="276128"/>
                  </a:lnTo>
                  <a:lnTo>
                    <a:pt x="957848" y="280427"/>
                  </a:lnTo>
                  <a:lnTo>
                    <a:pt x="958803" y="282338"/>
                  </a:lnTo>
                  <a:lnTo>
                    <a:pt x="959281" y="283294"/>
                  </a:lnTo>
                  <a:lnTo>
                    <a:pt x="959281" y="284727"/>
                  </a:lnTo>
                  <a:lnTo>
                    <a:pt x="957848" y="283771"/>
                  </a:lnTo>
                  <a:lnTo>
                    <a:pt x="956892" y="282816"/>
                  </a:lnTo>
                  <a:lnTo>
                    <a:pt x="954026" y="281382"/>
                  </a:lnTo>
                  <a:lnTo>
                    <a:pt x="950682" y="280427"/>
                  </a:lnTo>
                  <a:lnTo>
                    <a:pt x="948771" y="277561"/>
                  </a:lnTo>
                  <a:lnTo>
                    <a:pt x="948771" y="278994"/>
                  </a:lnTo>
                  <a:lnTo>
                    <a:pt x="948293" y="279949"/>
                  </a:lnTo>
                  <a:lnTo>
                    <a:pt x="946860" y="278516"/>
                  </a:lnTo>
                  <a:lnTo>
                    <a:pt x="946382" y="277561"/>
                  </a:lnTo>
                  <a:lnTo>
                    <a:pt x="945904" y="276605"/>
                  </a:lnTo>
                  <a:lnTo>
                    <a:pt x="944471" y="276605"/>
                  </a:lnTo>
                  <a:lnTo>
                    <a:pt x="943038" y="277561"/>
                  </a:lnTo>
                  <a:lnTo>
                    <a:pt x="941605" y="277083"/>
                  </a:lnTo>
                  <a:lnTo>
                    <a:pt x="941127" y="275172"/>
                  </a:lnTo>
                  <a:lnTo>
                    <a:pt x="941605" y="274217"/>
                  </a:lnTo>
                  <a:lnTo>
                    <a:pt x="943516" y="271828"/>
                  </a:lnTo>
                  <a:lnTo>
                    <a:pt x="944949" y="270395"/>
                  </a:lnTo>
                  <a:lnTo>
                    <a:pt x="945427" y="268484"/>
                  </a:lnTo>
                  <a:lnTo>
                    <a:pt x="945427" y="266095"/>
                  </a:lnTo>
                  <a:lnTo>
                    <a:pt x="944949" y="268962"/>
                  </a:lnTo>
                  <a:lnTo>
                    <a:pt x="943993" y="269917"/>
                  </a:lnTo>
                  <a:lnTo>
                    <a:pt x="942560" y="270873"/>
                  </a:lnTo>
                  <a:lnTo>
                    <a:pt x="940649" y="272783"/>
                  </a:lnTo>
                  <a:lnTo>
                    <a:pt x="940649" y="274694"/>
                  </a:lnTo>
                  <a:lnTo>
                    <a:pt x="939694" y="277561"/>
                  </a:lnTo>
                  <a:lnTo>
                    <a:pt x="940649" y="278516"/>
                  </a:lnTo>
                  <a:lnTo>
                    <a:pt x="941605" y="278994"/>
                  </a:lnTo>
                  <a:lnTo>
                    <a:pt x="943993" y="278039"/>
                  </a:lnTo>
                  <a:lnTo>
                    <a:pt x="944949" y="278516"/>
                  </a:lnTo>
                  <a:lnTo>
                    <a:pt x="947815" y="282338"/>
                  </a:lnTo>
                  <a:lnTo>
                    <a:pt x="953070" y="283771"/>
                  </a:lnTo>
                  <a:lnTo>
                    <a:pt x="954981" y="284727"/>
                  </a:lnTo>
                  <a:lnTo>
                    <a:pt x="956414" y="286638"/>
                  </a:lnTo>
                  <a:lnTo>
                    <a:pt x="958803" y="287593"/>
                  </a:lnTo>
                  <a:lnTo>
                    <a:pt x="960714" y="289026"/>
                  </a:lnTo>
                  <a:lnTo>
                    <a:pt x="960714" y="289982"/>
                  </a:lnTo>
                  <a:lnTo>
                    <a:pt x="960236" y="291415"/>
                  </a:lnTo>
                  <a:lnTo>
                    <a:pt x="959758" y="292848"/>
                  </a:lnTo>
                  <a:lnTo>
                    <a:pt x="958803" y="294281"/>
                  </a:lnTo>
                  <a:lnTo>
                    <a:pt x="957370" y="294281"/>
                  </a:lnTo>
                  <a:lnTo>
                    <a:pt x="955937" y="293804"/>
                  </a:lnTo>
                  <a:lnTo>
                    <a:pt x="950204" y="288071"/>
                  </a:lnTo>
                  <a:lnTo>
                    <a:pt x="949248" y="287593"/>
                  </a:lnTo>
                  <a:lnTo>
                    <a:pt x="947338" y="284727"/>
                  </a:lnTo>
                  <a:lnTo>
                    <a:pt x="944471" y="282816"/>
                  </a:lnTo>
                  <a:lnTo>
                    <a:pt x="943993" y="282816"/>
                  </a:lnTo>
                  <a:lnTo>
                    <a:pt x="947338" y="285682"/>
                  </a:lnTo>
                  <a:lnTo>
                    <a:pt x="949248" y="288071"/>
                  </a:lnTo>
                  <a:lnTo>
                    <a:pt x="951637" y="290937"/>
                  </a:lnTo>
                  <a:lnTo>
                    <a:pt x="953548" y="292370"/>
                  </a:lnTo>
                  <a:lnTo>
                    <a:pt x="954981" y="294281"/>
                  </a:lnTo>
                  <a:lnTo>
                    <a:pt x="956414" y="295237"/>
                  </a:lnTo>
                  <a:lnTo>
                    <a:pt x="959758" y="296670"/>
                  </a:lnTo>
                  <a:lnTo>
                    <a:pt x="958325" y="297625"/>
                  </a:lnTo>
                  <a:lnTo>
                    <a:pt x="960714" y="298103"/>
                  </a:lnTo>
                  <a:lnTo>
                    <a:pt x="960714" y="299536"/>
                  </a:lnTo>
                  <a:lnTo>
                    <a:pt x="960714" y="301447"/>
                  </a:lnTo>
                  <a:lnTo>
                    <a:pt x="957848" y="300970"/>
                  </a:lnTo>
                  <a:lnTo>
                    <a:pt x="957848" y="301925"/>
                  </a:lnTo>
                  <a:lnTo>
                    <a:pt x="957848" y="302880"/>
                  </a:lnTo>
                  <a:lnTo>
                    <a:pt x="956892" y="303358"/>
                  </a:lnTo>
                  <a:lnTo>
                    <a:pt x="954981" y="302403"/>
                  </a:lnTo>
                  <a:lnTo>
                    <a:pt x="950682" y="298103"/>
                  </a:lnTo>
                  <a:lnTo>
                    <a:pt x="950682" y="298581"/>
                  </a:lnTo>
                  <a:lnTo>
                    <a:pt x="951159" y="299059"/>
                  </a:lnTo>
                  <a:lnTo>
                    <a:pt x="953548" y="301925"/>
                  </a:lnTo>
                  <a:lnTo>
                    <a:pt x="955937" y="303836"/>
                  </a:lnTo>
                  <a:lnTo>
                    <a:pt x="957848" y="304791"/>
                  </a:lnTo>
                  <a:lnTo>
                    <a:pt x="959281" y="306224"/>
                  </a:lnTo>
                  <a:lnTo>
                    <a:pt x="959758" y="307180"/>
                  </a:lnTo>
                  <a:lnTo>
                    <a:pt x="960236" y="308136"/>
                  </a:lnTo>
                  <a:lnTo>
                    <a:pt x="959281" y="309091"/>
                  </a:lnTo>
                  <a:lnTo>
                    <a:pt x="957848" y="309569"/>
                  </a:lnTo>
                  <a:lnTo>
                    <a:pt x="956892" y="308613"/>
                  </a:lnTo>
                  <a:lnTo>
                    <a:pt x="955937" y="307658"/>
                  </a:lnTo>
                  <a:lnTo>
                    <a:pt x="954026" y="306224"/>
                  </a:lnTo>
                  <a:lnTo>
                    <a:pt x="953548" y="304314"/>
                  </a:lnTo>
                  <a:lnTo>
                    <a:pt x="952115" y="304791"/>
                  </a:lnTo>
                  <a:lnTo>
                    <a:pt x="945904" y="302403"/>
                  </a:lnTo>
                  <a:lnTo>
                    <a:pt x="941127" y="301925"/>
                  </a:lnTo>
                  <a:lnTo>
                    <a:pt x="941605" y="302403"/>
                  </a:lnTo>
                  <a:lnTo>
                    <a:pt x="942082" y="302880"/>
                  </a:lnTo>
                  <a:lnTo>
                    <a:pt x="945904" y="303358"/>
                  </a:lnTo>
                  <a:lnTo>
                    <a:pt x="947338" y="304314"/>
                  </a:lnTo>
                  <a:lnTo>
                    <a:pt x="950682" y="305269"/>
                  </a:lnTo>
                  <a:lnTo>
                    <a:pt x="952592" y="305747"/>
                  </a:lnTo>
                  <a:lnTo>
                    <a:pt x="953070" y="308613"/>
                  </a:lnTo>
                  <a:lnTo>
                    <a:pt x="955937" y="310524"/>
                  </a:lnTo>
                  <a:lnTo>
                    <a:pt x="955937" y="311957"/>
                  </a:lnTo>
                  <a:lnTo>
                    <a:pt x="957848" y="311957"/>
                  </a:lnTo>
                  <a:lnTo>
                    <a:pt x="961192" y="310524"/>
                  </a:lnTo>
                  <a:lnTo>
                    <a:pt x="963103" y="311002"/>
                  </a:lnTo>
                  <a:lnTo>
                    <a:pt x="965969" y="311480"/>
                  </a:lnTo>
                  <a:lnTo>
                    <a:pt x="966447" y="312435"/>
                  </a:lnTo>
                  <a:lnTo>
                    <a:pt x="966924" y="314824"/>
                  </a:lnTo>
                  <a:lnTo>
                    <a:pt x="967880" y="317212"/>
                  </a:lnTo>
                  <a:lnTo>
                    <a:pt x="970746" y="326767"/>
                  </a:lnTo>
                  <a:lnTo>
                    <a:pt x="974568" y="334888"/>
                  </a:lnTo>
                  <a:lnTo>
                    <a:pt x="975046" y="335844"/>
                  </a:lnTo>
                  <a:lnTo>
                    <a:pt x="974090" y="334888"/>
                  </a:lnTo>
                  <a:lnTo>
                    <a:pt x="971224" y="329633"/>
                  </a:lnTo>
                  <a:lnTo>
                    <a:pt x="969791" y="325812"/>
                  </a:lnTo>
                  <a:lnTo>
                    <a:pt x="967880" y="319123"/>
                  </a:lnTo>
                  <a:lnTo>
                    <a:pt x="967402" y="317690"/>
                  </a:lnTo>
                  <a:lnTo>
                    <a:pt x="966924" y="317212"/>
                  </a:lnTo>
                  <a:lnTo>
                    <a:pt x="966447" y="317690"/>
                  </a:lnTo>
                  <a:lnTo>
                    <a:pt x="966447" y="318646"/>
                  </a:lnTo>
                  <a:lnTo>
                    <a:pt x="966447" y="319123"/>
                  </a:lnTo>
                  <a:lnTo>
                    <a:pt x="965969" y="321512"/>
                  </a:lnTo>
                  <a:lnTo>
                    <a:pt x="966447" y="322467"/>
                  </a:lnTo>
                  <a:lnTo>
                    <a:pt x="967402" y="323423"/>
                  </a:lnTo>
                  <a:lnTo>
                    <a:pt x="968357" y="325812"/>
                  </a:lnTo>
                  <a:lnTo>
                    <a:pt x="969313" y="329633"/>
                  </a:lnTo>
                  <a:lnTo>
                    <a:pt x="968357" y="328200"/>
                  </a:lnTo>
                  <a:lnTo>
                    <a:pt x="966924" y="327245"/>
                  </a:lnTo>
                  <a:lnTo>
                    <a:pt x="964536" y="326767"/>
                  </a:lnTo>
                  <a:lnTo>
                    <a:pt x="963103" y="325812"/>
                  </a:lnTo>
                  <a:lnTo>
                    <a:pt x="963103" y="327245"/>
                  </a:lnTo>
                  <a:lnTo>
                    <a:pt x="962625" y="328678"/>
                  </a:lnTo>
                  <a:lnTo>
                    <a:pt x="961669" y="328200"/>
                  </a:lnTo>
                  <a:lnTo>
                    <a:pt x="960714" y="327722"/>
                  </a:lnTo>
                  <a:lnTo>
                    <a:pt x="961192" y="329633"/>
                  </a:lnTo>
                  <a:lnTo>
                    <a:pt x="959281" y="329155"/>
                  </a:lnTo>
                  <a:lnTo>
                    <a:pt x="958325" y="329155"/>
                  </a:lnTo>
                  <a:lnTo>
                    <a:pt x="957370" y="330589"/>
                  </a:lnTo>
                  <a:lnTo>
                    <a:pt x="956414" y="331544"/>
                  </a:lnTo>
                  <a:lnTo>
                    <a:pt x="954981" y="331544"/>
                  </a:lnTo>
                  <a:lnTo>
                    <a:pt x="952592" y="330111"/>
                  </a:lnTo>
                  <a:lnTo>
                    <a:pt x="951637" y="328678"/>
                  </a:lnTo>
                  <a:lnTo>
                    <a:pt x="951159" y="326767"/>
                  </a:lnTo>
                  <a:lnTo>
                    <a:pt x="951159" y="329155"/>
                  </a:lnTo>
                  <a:lnTo>
                    <a:pt x="951637" y="331066"/>
                  </a:lnTo>
                  <a:lnTo>
                    <a:pt x="951637" y="332977"/>
                  </a:lnTo>
                  <a:lnTo>
                    <a:pt x="953548" y="333455"/>
                  </a:lnTo>
                  <a:lnTo>
                    <a:pt x="955937" y="332977"/>
                  </a:lnTo>
                  <a:lnTo>
                    <a:pt x="958803" y="332977"/>
                  </a:lnTo>
                  <a:lnTo>
                    <a:pt x="960714" y="332977"/>
                  </a:lnTo>
                  <a:lnTo>
                    <a:pt x="961669" y="332022"/>
                  </a:lnTo>
                  <a:lnTo>
                    <a:pt x="964536" y="332500"/>
                  </a:lnTo>
                  <a:lnTo>
                    <a:pt x="964536" y="334888"/>
                  </a:lnTo>
                  <a:lnTo>
                    <a:pt x="964536" y="336799"/>
                  </a:lnTo>
                  <a:lnTo>
                    <a:pt x="964058" y="338710"/>
                  </a:lnTo>
                  <a:lnTo>
                    <a:pt x="965014" y="338710"/>
                  </a:lnTo>
                  <a:lnTo>
                    <a:pt x="965969" y="338232"/>
                  </a:lnTo>
                  <a:lnTo>
                    <a:pt x="966447" y="334411"/>
                  </a:lnTo>
                  <a:lnTo>
                    <a:pt x="968835" y="332977"/>
                  </a:lnTo>
                  <a:lnTo>
                    <a:pt x="969791" y="332977"/>
                  </a:lnTo>
                  <a:lnTo>
                    <a:pt x="970269" y="334411"/>
                  </a:lnTo>
                  <a:lnTo>
                    <a:pt x="970746" y="335366"/>
                  </a:lnTo>
                  <a:lnTo>
                    <a:pt x="970746" y="337277"/>
                  </a:lnTo>
                  <a:lnTo>
                    <a:pt x="970269" y="339666"/>
                  </a:lnTo>
                  <a:lnTo>
                    <a:pt x="966447" y="343010"/>
                  </a:lnTo>
                  <a:lnTo>
                    <a:pt x="963580" y="345876"/>
                  </a:lnTo>
                  <a:lnTo>
                    <a:pt x="962625" y="346354"/>
                  </a:lnTo>
                  <a:lnTo>
                    <a:pt x="960236" y="345876"/>
                  </a:lnTo>
                  <a:lnTo>
                    <a:pt x="958325" y="345398"/>
                  </a:lnTo>
                  <a:lnTo>
                    <a:pt x="956892" y="345398"/>
                  </a:lnTo>
                  <a:lnTo>
                    <a:pt x="955937" y="345398"/>
                  </a:lnTo>
                  <a:lnTo>
                    <a:pt x="955459" y="344443"/>
                  </a:lnTo>
                  <a:lnTo>
                    <a:pt x="955459" y="343010"/>
                  </a:lnTo>
                  <a:lnTo>
                    <a:pt x="954504" y="342532"/>
                  </a:lnTo>
                  <a:lnTo>
                    <a:pt x="953548" y="342532"/>
                  </a:lnTo>
                  <a:lnTo>
                    <a:pt x="953070" y="344443"/>
                  </a:lnTo>
                  <a:lnTo>
                    <a:pt x="951159" y="344443"/>
                  </a:lnTo>
                  <a:lnTo>
                    <a:pt x="948293" y="343965"/>
                  </a:lnTo>
                  <a:lnTo>
                    <a:pt x="945427" y="342532"/>
                  </a:lnTo>
                  <a:lnTo>
                    <a:pt x="946382" y="343965"/>
                  </a:lnTo>
                  <a:lnTo>
                    <a:pt x="954026" y="346831"/>
                  </a:lnTo>
                  <a:lnTo>
                    <a:pt x="954981" y="347309"/>
                  </a:lnTo>
                  <a:lnTo>
                    <a:pt x="955937" y="348265"/>
                  </a:lnTo>
                  <a:lnTo>
                    <a:pt x="954504" y="349698"/>
                  </a:lnTo>
                  <a:lnTo>
                    <a:pt x="954026" y="350653"/>
                  </a:lnTo>
                  <a:lnTo>
                    <a:pt x="953548" y="352087"/>
                  </a:lnTo>
                  <a:lnTo>
                    <a:pt x="953548" y="352564"/>
                  </a:lnTo>
                  <a:lnTo>
                    <a:pt x="950204" y="354475"/>
                  </a:lnTo>
                  <a:lnTo>
                    <a:pt x="948771" y="353997"/>
                  </a:lnTo>
                  <a:lnTo>
                    <a:pt x="944471" y="350653"/>
                  </a:lnTo>
                  <a:lnTo>
                    <a:pt x="946382" y="353520"/>
                  </a:lnTo>
                  <a:lnTo>
                    <a:pt x="948293" y="354953"/>
                  </a:lnTo>
                  <a:lnTo>
                    <a:pt x="951159" y="355431"/>
                  </a:lnTo>
                  <a:lnTo>
                    <a:pt x="956892" y="354475"/>
                  </a:lnTo>
                  <a:lnTo>
                    <a:pt x="958803" y="355431"/>
                  </a:lnTo>
                  <a:lnTo>
                    <a:pt x="957370" y="357819"/>
                  </a:lnTo>
                  <a:lnTo>
                    <a:pt x="955459" y="359253"/>
                  </a:lnTo>
                  <a:lnTo>
                    <a:pt x="953548" y="359253"/>
                  </a:lnTo>
                  <a:lnTo>
                    <a:pt x="952115" y="359730"/>
                  </a:lnTo>
                  <a:lnTo>
                    <a:pt x="951159" y="360686"/>
                  </a:lnTo>
                  <a:lnTo>
                    <a:pt x="950204" y="360686"/>
                  </a:lnTo>
                  <a:lnTo>
                    <a:pt x="948293" y="360686"/>
                  </a:lnTo>
                  <a:lnTo>
                    <a:pt x="944949" y="360686"/>
                  </a:lnTo>
                  <a:lnTo>
                    <a:pt x="943516" y="360686"/>
                  </a:lnTo>
                  <a:lnTo>
                    <a:pt x="941127" y="362596"/>
                  </a:lnTo>
                  <a:lnTo>
                    <a:pt x="940172" y="363074"/>
                  </a:lnTo>
                  <a:lnTo>
                    <a:pt x="938739" y="362596"/>
                  </a:lnTo>
                  <a:lnTo>
                    <a:pt x="938261" y="361163"/>
                  </a:lnTo>
                  <a:lnTo>
                    <a:pt x="937783" y="360208"/>
                  </a:lnTo>
                  <a:lnTo>
                    <a:pt x="937783" y="363074"/>
                  </a:lnTo>
                  <a:lnTo>
                    <a:pt x="938261" y="364030"/>
                  </a:lnTo>
                  <a:lnTo>
                    <a:pt x="938739" y="364508"/>
                  </a:lnTo>
                  <a:lnTo>
                    <a:pt x="935872" y="366419"/>
                  </a:lnTo>
                  <a:lnTo>
                    <a:pt x="933006" y="368329"/>
                  </a:lnTo>
                  <a:lnTo>
                    <a:pt x="932050" y="368807"/>
                  </a:lnTo>
                  <a:lnTo>
                    <a:pt x="931095" y="369762"/>
                  </a:lnTo>
                  <a:lnTo>
                    <a:pt x="929184" y="373107"/>
                  </a:lnTo>
                  <a:lnTo>
                    <a:pt x="928228" y="375018"/>
                  </a:lnTo>
                  <a:lnTo>
                    <a:pt x="927750" y="377406"/>
                  </a:lnTo>
                  <a:lnTo>
                    <a:pt x="927750" y="376451"/>
                  </a:lnTo>
                  <a:lnTo>
                    <a:pt x="927750" y="374540"/>
                  </a:lnTo>
                  <a:lnTo>
                    <a:pt x="927273" y="372629"/>
                  </a:lnTo>
                  <a:lnTo>
                    <a:pt x="926795" y="376451"/>
                  </a:lnTo>
                  <a:lnTo>
                    <a:pt x="925840" y="378362"/>
                  </a:lnTo>
                  <a:lnTo>
                    <a:pt x="918196" y="377884"/>
                  </a:lnTo>
                  <a:lnTo>
                    <a:pt x="914852" y="378839"/>
                  </a:lnTo>
                  <a:lnTo>
                    <a:pt x="909597" y="382184"/>
                  </a:lnTo>
                  <a:lnTo>
                    <a:pt x="908164" y="383617"/>
                  </a:lnTo>
                  <a:lnTo>
                    <a:pt x="903864" y="389350"/>
                  </a:lnTo>
                  <a:lnTo>
                    <a:pt x="902431" y="392694"/>
                  </a:lnTo>
                  <a:lnTo>
                    <a:pt x="901475" y="391260"/>
                  </a:lnTo>
                  <a:lnTo>
                    <a:pt x="901953" y="389827"/>
                  </a:lnTo>
                  <a:lnTo>
                    <a:pt x="901953" y="389350"/>
                  </a:lnTo>
                  <a:lnTo>
                    <a:pt x="900998" y="390783"/>
                  </a:lnTo>
                  <a:lnTo>
                    <a:pt x="901953" y="393649"/>
                  </a:lnTo>
                  <a:lnTo>
                    <a:pt x="900998" y="395082"/>
                  </a:lnTo>
                  <a:lnTo>
                    <a:pt x="898131" y="396993"/>
                  </a:lnTo>
                  <a:lnTo>
                    <a:pt x="896698" y="397471"/>
                  </a:lnTo>
                  <a:lnTo>
                    <a:pt x="894787" y="397949"/>
                  </a:lnTo>
                  <a:lnTo>
                    <a:pt x="894309" y="399860"/>
                  </a:lnTo>
                  <a:lnTo>
                    <a:pt x="891921" y="401770"/>
                  </a:lnTo>
                  <a:lnTo>
                    <a:pt x="890488" y="402248"/>
                  </a:lnTo>
                  <a:lnTo>
                    <a:pt x="888099" y="401770"/>
                  </a:lnTo>
                  <a:lnTo>
                    <a:pt x="888577" y="403681"/>
                  </a:lnTo>
                  <a:lnTo>
                    <a:pt x="887621" y="405115"/>
                  </a:lnTo>
                  <a:lnTo>
                    <a:pt x="886188" y="406070"/>
                  </a:lnTo>
                  <a:lnTo>
                    <a:pt x="884277" y="406548"/>
                  </a:lnTo>
                  <a:lnTo>
                    <a:pt x="882844" y="406548"/>
                  </a:lnTo>
                  <a:lnTo>
                    <a:pt x="881889" y="407026"/>
                  </a:lnTo>
                  <a:lnTo>
                    <a:pt x="881411" y="407981"/>
                  </a:lnTo>
                  <a:lnTo>
                    <a:pt x="879500" y="408459"/>
                  </a:lnTo>
                  <a:lnTo>
                    <a:pt x="877589" y="407981"/>
                  </a:lnTo>
                  <a:lnTo>
                    <a:pt x="875200" y="407981"/>
                  </a:lnTo>
                  <a:lnTo>
                    <a:pt x="873767" y="408459"/>
                  </a:lnTo>
                  <a:lnTo>
                    <a:pt x="876156" y="408936"/>
                  </a:lnTo>
                  <a:lnTo>
                    <a:pt x="877111" y="410369"/>
                  </a:lnTo>
                  <a:lnTo>
                    <a:pt x="877111" y="411803"/>
                  </a:lnTo>
                  <a:lnTo>
                    <a:pt x="876156" y="412280"/>
                  </a:lnTo>
                  <a:lnTo>
                    <a:pt x="875200" y="413236"/>
                  </a:lnTo>
                  <a:lnTo>
                    <a:pt x="874723" y="413236"/>
                  </a:lnTo>
                  <a:lnTo>
                    <a:pt x="874245" y="412280"/>
                  </a:lnTo>
                  <a:lnTo>
                    <a:pt x="873767" y="410847"/>
                  </a:lnTo>
                  <a:lnTo>
                    <a:pt x="873290" y="411325"/>
                  </a:lnTo>
                  <a:lnTo>
                    <a:pt x="872812" y="411803"/>
                  </a:lnTo>
                  <a:lnTo>
                    <a:pt x="872334" y="412280"/>
                  </a:lnTo>
                  <a:lnTo>
                    <a:pt x="870423" y="409892"/>
                  </a:lnTo>
                  <a:lnTo>
                    <a:pt x="870901" y="411325"/>
                  </a:lnTo>
                  <a:lnTo>
                    <a:pt x="871378" y="412758"/>
                  </a:lnTo>
                  <a:lnTo>
                    <a:pt x="871856" y="413714"/>
                  </a:lnTo>
                  <a:lnTo>
                    <a:pt x="872812" y="414192"/>
                  </a:lnTo>
                  <a:lnTo>
                    <a:pt x="872812" y="414669"/>
                  </a:lnTo>
                  <a:lnTo>
                    <a:pt x="871378" y="416102"/>
                  </a:lnTo>
                  <a:lnTo>
                    <a:pt x="870901" y="416580"/>
                  </a:lnTo>
                  <a:lnTo>
                    <a:pt x="869945" y="417058"/>
                  </a:lnTo>
                  <a:lnTo>
                    <a:pt x="868990" y="418013"/>
                  </a:lnTo>
                  <a:lnTo>
                    <a:pt x="869468" y="418491"/>
                  </a:lnTo>
                  <a:lnTo>
                    <a:pt x="868034" y="420402"/>
                  </a:lnTo>
                  <a:lnTo>
                    <a:pt x="865646" y="421835"/>
                  </a:lnTo>
                  <a:lnTo>
                    <a:pt x="865168" y="421835"/>
                  </a:lnTo>
                  <a:lnTo>
                    <a:pt x="864690" y="421835"/>
                  </a:lnTo>
                  <a:lnTo>
                    <a:pt x="864690" y="422791"/>
                  </a:lnTo>
                  <a:lnTo>
                    <a:pt x="865646" y="423268"/>
                  </a:lnTo>
                  <a:lnTo>
                    <a:pt x="865168" y="423746"/>
                  </a:lnTo>
                  <a:lnTo>
                    <a:pt x="864690" y="424701"/>
                  </a:lnTo>
                  <a:lnTo>
                    <a:pt x="863735" y="424701"/>
                  </a:lnTo>
                  <a:lnTo>
                    <a:pt x="862779" y="425657"/>
                  </a:lnTo>
                  <a:lnTo>
                    <a:pt x="863257" y="426612"/>
                  </a:lnTo>
                  <a:lnTo>
                    <a:pt x="863257" y="427090"/>
                  </a:lnTo>
                  <a:lnTo>
                    <a:pt x="863257" y="427568"/>
                  </a:lnTo>
                  <a:lnTo>
                    <a:pt x="861824" y="428523"/>
                  </a:lnTo>
                  <a:lnTo>
                    <a:pt x="861346" y="429001"/>
                  </a:lnTo>
                  <a:lnTo>
                    <a:pt x="862302" y="429479"/>
                  </a:lnTo>
                  <a:lnTo>
                    <a:pt x="862779" y="429001"/>
                  </a:lnTo>
                  <a:lnTo>
                    <a:pt x="863257" y="429479"/>
                  </a:lnTo>
                  <a:lnTo>
                    <a:pt x="862302" y="430434"/>
                  </a:lnTo>
                  <a:lnTo>
                    <a:pt x="861824" y="431390"/>
                  </a:lnTo>
                  <a:lnTo>
                    <a:pt x="860868" y="432823"/>
                  </a:lnTo>
                  <a:lnTo>
                    <a:pt x="859435" y="433301"/>
                  </a:lnTo>
                  <a:lnTo>
                    <a:pt x="859435" y="433301"/>
                  </a:lnTo>
                  <a:lnTo>
                    <a:pt x="860391" y="433778"/>
                  </a:lnTo>
                  <a:lnTo>
                    <a:pt x="860868" y="435211"/>
                  </a:lnTo>
                  <a:lnTo>
                    <a:pt x="859435" y="437122"/>
                  </a:lnTo>
                  <a:lnTo>
                    <a:pt x="858480" y="436645"/>
                  </a:lnTo>
                  <a:lnTo>
                    <a:pt x="858002" y="436167"/>
                  </a:lnTo>
                  <a:lnTo>
                    <a:pt x="857524" y="438078"/>
                  </a:lnTo>
                  <a:lnTo>
                    <a:pt x="857524" y="438556"/>
                  </a:lnTo>
                  <a:lnTo>
                    <a:pt x="857524" y="440467"/>
                  </a:lnTo>
                  <a:lnTo>
                    <a:pt x="856569" y="442377"/>
                  </a:lnTo>
                  <a:lnTo>
                    <a:pt x="856569" y="443333"/>
                  </a:lnTo>
                  <a:lnTo>
                    <a:pt x="856569" y="444766"/>
                  </a:lnTo>
                  <a:lnTo>
                    <a:pt x="856569" y="446199"/>
                  </a:lnTo>
                  <a:lnTo>
                    <a:pt x="857524" y="448110"/>
                  </a:lnTo>
                  <a:lnTo>
                    <a:pt x="858958" y="455754"/>
                  </a:lnTo>
                  <a:lnTo>
                    <a:pt x="859913" y="458620"/>
                  </a:lnTo>
                  <a:lnTo>
                    <a:pt x="861824" y="465786"/>
                  </a:lnTo>
                  <a:lnTo>
                    <a:pt x="864690" y="472952"/>
                  </a:lnTo>
                  <a:lnTo>
                    <a:pt x="868512" y="481551"/>
                  </a:lnTo>
                  <a:lnTo>
                    <a:pt x="875200" y="491583"/>
                  </a:lnTo>
                  <a:lnTo>
                    <a:pt x="876156" y="493017"/>
                  </a:lnTo>
                  <a:lnTo>
                    <a:pt x="875200" y="493972"/>
                  </a:lnTo>
                  <a:lnTo>
                    <a:pt x="875200" y="495406"/>
                  </a:lnTo>
                  <a:lnTo>
                    <a:pt x="874723" y="497316"/>
                  </a:lnTo>
                  <a:lnTo>
                    <a:pt x="875200" y="499227"/>
                  </a:lnTo>
                  <a:lnTo>
                    <a:pt x="876156" y="501616"/>
                  </a:lnTo>
                  <a:lnTo>
                    <a:pt x="877589" y="504960"/>
                  </a:lnTo>
                  <a:lnTo>
                    <a:pt x="876634" y="504482"/>
                  </a:lnTo>
                  <a:lnTo>
                    <a:pt x="874245" y="499227"/>
                  </a:lnTo>
                  <a:lnTo>
                    <a:pt x="874245" y="496361"/>
                  </a:lnTo>
                  <a:lnTo>
                    <a:pt x="874723" y="492061"/>
                  </a:lnTo>
                  <a:lnTo>
                    <a:pt x="873767" y="492539"/>
                  </a:lnTo>
                  <a:lnTo>
                    <a:pt x="873767" y="493494"/>
                  </a:lnTo>
                  <a:lnTo>
                    <a:pt x="873290" y="495406"/>
                  </a:lnTo>
                  <a:lnTo>
                    <a:pt x="872812" y="495883"/>
                  </a:lnTo>
                  <a:lnTo>
                    <a:pt x="871856" y="493494"/>
                  </a:lnTo>
                  <a:lnTo>
                    <a:pt x="871856" y="492539"/>
                  </a:lnTo>
                  <a:lnTo>
                    <a:pt x="872812" y="491106"/>
                  </a:lnTo>
                  <a:lnTo>
                    <a:pt x="872812" y="490628"/>
                  </a:lnTo>
                  <a:lnTo>
                    <a:pt x="871378" y="490150"/>
                  </a:lnTo>
                  <a:lnTo>
                    <a:pt x="870901" y="488717"/>
                  </a:lnTo>
                  <a:lnTo>
                    <a:pt x="871378" y="487762"/>
                  </a:lnTo>
                  <a:lnTo>
                    <a:pt x="870423" y="487284"/>
                  </a:lnTo>
                  <a:lnTo>
                    <a:pt x="869945" y="487284"/>
                  </a:lnTo>
                  <a:lnTo>
                    <a:pt x="870423" y="490150"/>
                  </a:lnTo>
                  <a:lnTo>
                    <a:pt x="870901" y="491583"/>
                  </a:lnTo>
                  <a:lnTo>
                    <a:pt x="871856" y="494928"/>
                  </a:lnTo>
                  <a:lnTo>
                    <a:pt x="872812" y="497316"/>
                  </a:lnTo>
                  <a:lnTo>
                    <a:pt x="873767" y="499227"/>
                  </a:lnTo>
                  <a:lnTo>
                    <a:pt x="881889" y="519292"/>
                  </a:lnTo>
                  <a:lnTo>
                    <a:pt x="884277" y="521681"/>
                  </a:lnTo>
                  <a:lnTo>
                    <a:pt x="884755" y="523591"/>
                  </a:lnTo>
                  <a:lnTo>
                    <a:pt x="885710" y="527413"/>
                  </a:lnTo>
                  <a:lnTo>
                    <a:pt x="885710" y="532190"/>
                  </a:lnTo>
                  <a:lnTo>
                    <a:pt x="884277" y="540790"/>
                  </a:lnTo>
                  <a:lnTo>
                    <a:pt x="884277" y="547000"/>
                  </a:lnTo>
                  <a:lnTo>
                    <a:pt x="883800" y="546522"/>
                  </a:lnTo>
                  <a:lnTo>
                    <a:pt x="883800" y="546045"/>
                  </a:lnTo>
                  <a:lnTo>
                    <a:pt x="883322" y="546045"/>
                  </a:lnTo>
                  <a:lnTo>
                    <a:pt x="882366" y="548911"/>
                  </a:lnTo>
                  <a:lnTo>
                    <a:pt x="880455" y="551300"/>
                  </a:lnTo>
                  <a:lnTo>
                    <a:pt x="879978" y="555122"/>
                  </a:lnTo>
                  <a:lnTo>
                    <a:pt x="879500" y="557032"/>
                  </a:lnTo>
                  <a:lnTo>
                    <a:pt x="877111" y="558943"/>
                  </a:lnTo>
                  <a:lnTo>
                    <a:pt x="875678" y="558943"/>
                  </a:lnTo>
                  <a:lnTo>
                    <a:pt x="871856" y="560377"/>
                  </a:lnTo>
                  <a:lnTo>
                    <a:pt x="869468" y="559899"/>
                  </a:lnTo>
                  <a:lnTo>
                    <a:pt x="866601" y="560854"/>
                  </a:lnTo>
                  <a:lnTo>
                    <a:pt x="864690" y="560854"/>
                  </a:lnTo>
                  <a:lnTo>
                    <a:pt x="863257" y="558943"/>
                  </a:lnTo>
                  <a:lnTo>
                    <a:pt x="863735" y="558466"/>
                  </a:lnTo>
                  <a:lnTo>
                    <a:pt x="864213" y="557510"/>
                  </a:lnTo>
                  <a:lnTo>
                    <a:pt x="864690" y="557032"/>
                  </a:lnTo>
                  <a:lnTo>
                    <a:pt x="867557" y="558943"/>
                  </a:lnTo>
                  <a:lnTo>
                    <a:pt x="868034" y="558466"/>
                  </a:lnTo>
                  <a:lnTo>
                    <a:pt x="867079" y="557510"/>
                  </a:lnTo>
                  <a:lnTo>
                    <a:pt x="865646" y="557032"/>
                  </a:lnTo>
                  <a:lnTo>
                    <a:pt x="864690" y="556077"/>
                  </a:lnTo>
                  <a:lnTo>
                    <a:pt x="862302" y="551778"/>
                  </a:lnTo>
                  <a:lnTo>
                    <a:pt x="859913" y="548911"/>
                  </a:lnTo>
                  <a:lnTo>
                    <a:pt x="859435" y="547000"/>
                  </a:lnTo>
                  <a:lnTo>
                    <a:pt x="855613" y="545567"/>
                  </a:lnTo>
                  <a:lnTo>
                    <a:pt x="852747" y="544134"/>
                  </a:lnTo>
                  <a:lnTo>
                    <a:pt x="850836" y="540790"/>
                  </a:lnTo>
                  <a:lnTo>
                    <a:pt x="849403" y="534579"/>
                  </a:lnTo>
                  <a:lnTo>
                    <a:pt x="848448" y="534101"/>
                  </a:lnTo>
                  <a:lnTo>
                    <a:pt x="847492" y="533624"/>
                  </a:lnTo>
                  <a:lnTo>
                    <a:pt x="848925" y="531713"/>
                  </a:lnTo>
                  <a:lnTo>
                    <a:pt x="850359" y="529802"/>
                  </a:lnTo>
                  <a:lnTo>
                    <a:pt x="849403" y="530280"/>
                  </a:lnTo>
                  <a:lnTo>
                    <a:pt x="848448" y="530757"/>
                  </a:lnTo>
                  <a:lnTo>
                    <a:pt x="847492" y="532668"/>
                  </a:lnTo>
                  <a:lnTo>
                    <a:pt x="847014" y="532668"/>
                  </a:lnTo>
                  <a:lnTo>
                    <a:pt x="846059" y="532668"/>
                  </a:lnTo>
                  <a:lnTo>
                    <a:pt x="845581" y="529324"/>
                  </a:lnTo>
                  <a:lnTo>
                    <a:pt x="845581" y="525502"/>
                  </a:lnTo>
                  <a:lnTo>
                    <a:pt x="846536" y="524069"/>
                  </a:lnTo>
                  <a:lnTo>
                    <a:pt x="845103" y="524069"/>
                  </a:lnTo>
                  <a:lnTo>
                    <a:pt x="843193" y="524547"/>
                  </a:lnTo>
                  <a:lnTo>
                    <a:pt x="843670" y="525980"/>
                  </a:lnTo>
                  <a:lnTo>
                    <a:pt x="843193" y="526458"/>
                  </a:lnTo>
                  <a:lnTo>
                    <a:pt x="842237" y="526458"/>
                  </a:lnTo>
                  <a:lnTo>
                    <a:pt x="841282" y="525980"/>
                  </a:lnTo>
                  <a:lnTo>
                    <a:pt x="839848" y="524547"/>
                  </a:lnTo>
                  <a:lnTo>
                    <a:pt x="837937" y="522158"/>
                  </a:lnTo>
                  <a:lnTo>
                    <a:pt x="834593" y="514992"/>
                  </a:lnTo>
                  <a:lnTo>
                    <a:pt x="834116" y="514037"/>
                  </a:lnTo>
                  <a:lnTo>
                    <a:pt x="832683" y="513081"/>
                  </a:lnTo>
                  <a:lnTo>
                    <a:pt x="833160" y="513081"/>
                  </a:lnTo>
                  <a:lnTo>
                    <a:pt x="834116" y="512604"/>
                  </a:lnTo>
                  <a:lnTo>
                    <a:pt x="836504" y="509737"/>
                  </a:lnTo>
                  <a:lnTo>
                    <a:pt x="838415" y="507826"/>
                  </a:lnTo>
                  <a:lnTo>
                    <a:pt x="838893" y="506393"/>
                  </a:lnTo>
                  <a:lnTo>
                    <a:pt x="838893" y="505915"/>
                  </a:lnTo>
                  <a:lnTo>
                    <a:pt x="837937" y="504960"/>
                  </a:lnTo>
                  <a:lnTo>
                    <a:pt x="836982" y="505438"/>
                  </a:lnTo>
                  <a:lnTo>
                    <a:pt x="836504" y="505438"/>
                  </a:lnTo>
                  <a:lnTo>
                    <a:pt x="835549" y="504005"/>
                  </a:lnTo>
                  <a:lnTo>
                    <a:pt x="834116" y="503527"/>
                  </a:lnTo>
                  <a:lnTo>
                    <a:pt x="833638" y="503527"/>
                  </a:lnTo>
                  <a:lnTo>
                    <a:pt x="834116" y="504960"/>
                  </a:lnTo>
                  <a:lnTo>
                    <a:pt x="835071" y="505438"/>
                  </a:lnTo>
                  <a:lnTo>
                    <a:pt x="834593" y="507349"/>
                  </a:lnTo>
                  <a:lnTo>
                    <a:pt x="834593" y="508304"/>
                  </a:lnTo>
                  <a:lnTo>
                    <a:pt x="833638" y="508782"/>
                  </a:lnTo>
                  <a:lnTo>
                    <a:pt x="832683" y="508304"/>
                  </a:lnTo>
                  <a:lnTo>
                    <a:pt x="832205" y="508782"/>
                  </a:lnTo>
                  <a:lnTo>
                    <a:pt x="831727" y="508304"/>
                  </a:lnTo>
                  <a:lnTo>
                    <a:pt x="830771" y="507349"/>
                  </a:lnTo>
                  <a:lnTo>
                    <a:pt x="830294" y="505915"/>
                  </a:lnTo>
                  <a:lnTo>
                    <a:pt x="832205" y="498272"/>
                  </a:lnTo>
                  <a:lnTo>
                    <a:pt x="833638" y="493017"/>
                  </a:lnTo>
                  <a:lnTo>
                    <a:pt x="834116" y="487284"/>
                  </a:lnTo>
                  <a:lnTo>
                    <a:pt x="834116" y="486329"/>
                  </a:lnTo>
                  <a:lnTo>
                    <a:pt x="834116" y="484417"/>
                  </a:lnTo>
                  <a:lnTo>
                    <a:pt x="831727" y="481074"/>
                  </a:lnTo>
                  <a:lnTo>
                    <a:pt x="821217" y="472952"/>
                  </a:lnTo>
                  <a:lnTo>
                    <a:pt x="813095" y="462920"/>
                  </a:lnTo>
                  <a:lnTo>
                    <a:pt x="806407" y="459576"/>
                  </a:lnTo>
                  <a:lnTo>
                    <a:pt x="801152" y="460053"/>
                  </a:lnTo>
                  <a:lnTo>
                    <a:pt x="800197" y="461009"/>
                  </a:lnTo>
                  <a:lnTo>
                    <a:pt x="799719" y="461964"/>
                  </a:lnTo>
                  <a:lnTo>
                    <a:pt x="800197" y="462920"/>
                  </a:lnTo>
                  <a:lnTo>
                    <a:pt x="799719" y="463398"/>
                  </a:lnTo>
                  <a:lnTo>
                    <a:pt x="798286" y="463398"/>
                  </a:lnTo>
                  <a:lnTo>
                    <a:pt x="796375" y="463875"/>
                  </a:lnTo>
                  <a:lnTo>
                    <a:pt x="791598" y="466264"/>
                  </a:lnTo>
                  <a:lnTo>
                    <a:pt x="789687" y="466264"/>
                  </a:lnTo>
                  <a:lnTo>
                    <a:pt x="787776" y="466742"/>
                  </a:lnTo>
                  <a:lnTo>
                    <a:pt x="786820" y="467219"/>
                  </a:lnTo>
                  <a:lnTo>
                    <a:pt x="783954" y="467697"/>
                  </a:lnTo>
                  <a:lnTo>
                    <a:pt x="781088" y="468175"/>
                  </a:lnTo>
                  <a:lnTo>
                    <a:pt x="780132" y="467697"/>
                  </a:lnTo>
                  <a:lnTo>
                    <a:pt x="779177" y="466264"/>
                  </a:lnTo>
                  <a:lnTo>
                    <a:pt x="779177" y="464831"/>
                  </a:lnTo>
                  <a:lnTo>
                    <a:pt x="779654" y="466264"/>
                  </a:lnTo>
                  <a:lnTo>
                    <a:pt x="780610" y="467219"/>
                  </a:lnTo>
                  <a:lnTo>
                    <a:pt x="781088" y="466742"/>
                  </a:lnTo>
                  <a:lnTo>
                    <a:pt x="781088" y="465786"/>
                  </a:lnTo>
                  <a:lnTo>
                    <a:pt x="780610" y="464353"/>
                  </a:lnTo>
                  <a:lnTo>
                    <a:pt x="777266" y="461964"/>
                  </a:lnTo>
                  <a:lnTo>
                    <a:pt x="773922" y="459098"/>
                  </a:lnTo>
                  <a:lnTo>
                    <a:pt x="774877" y="459098"/>
                  </a:lnTo>
                  <a:lnTo>
                    <a:pt x="775355" y="458620"/>
                  </a:lnTo>
                  <a:lnTo>
                    <a:pt x="774399" y="457665"/>
                  </a:lnTo>
                  <a:lnTo>
                    <a:pt x="774877" y="456709"/>
                  </a:lnTo>
                  <a:lnTo>
                    <a:pt x="775355" y="455754"/>
                  </a:lnTo>
                  <a:lnTo>
                    <a:pt x="773922" y="455754"/>
                  </a:lnTo>
                  <a:lnTo>
                    <a:pt x="772488" y="456232"/>
                  </a:lnTo>
                  <a:lnTo>
                    <a:pt x="772488" y="457187"/>
                  </a:lnTo>
                  <a:lnTo>
                    <a:pt x="772488" y="458142"/>
                  </a:lnTo>
                  <a:lnTo>
                    <a:pt x="771533" y="458142"/>
                  </a:lnTo>
                  <a:lnTo>
                    <a:pt x="770578" y="457187"/>
                  </a:lnTo>
                  <a:lnTo>
                    <a:pt x="763889" y="454799"/>
                  </a:lnTo>
                  <a:lnTo>
                    <a:pt x="758634" y="453365"/>
                  </a:lnTo>
                  <a:lnTo>
                    <a:pt x="762934" y="452410"/>
                  </a:lnTo>
                  <a:lnTo>
                    <a:pt x="765322" y="452887"/>
                  </a:lnTo>
                  <a:lnTo>
                    <a:pt x="764845" y="452410"/>
                  </a:lnTo>
                  <a:lnTo>
                    <a:pt x="764367" y="451932"/>
                  </a:lnTo>
                  <a:lnTo>
                    <a:pt x="762456" y="451454"/>
                  </a:lnTo>
                  <a:lnTo>
                    <a:pt x="760068" y="451454"/>
                  </a:lnTo>
                  <a:lnTo>
                    <a:pt x="758634" y="450976"/>
                  </a:lnTo>
                  <a:lnTo>
                    <a:pt x="757201" y="451932"/>
                  </a:lnTo>
                  <a:lnTo>
                    <a:pt x="755768" y="452887"/>
                  </a:lnTo>
                  <a:lnTo>
                    <a:pt x="754335" y="452887"/>
                  </a:lnTo>
                  <a:lnTo>
                    <a:pt x="748602" y="453843"/>
                  </a:lnTo>
                  <a:lnTo>
                    <a:pt x="743825" y="454321"/>
                  </a:lnTo>
                  <a:lnTo>
                    <a:pt x="744303" y="453843"/>
                  </a:lnTo>
                  <a:lnTo>
                    <a:pt x="745258" y="453365"/>
                  </a:lnTo>
                  <a:lnTo>
                    <a:pt x="748124" y="452410"/>
                  </a:lnTo>
                  <a:lnTo>
                    <a:pt x="748602" y="450976"/>
                  </a:lnTo>
                  <a:lnTo>
                    <a:pt x="747647" y="449543"/>
                  </a:lnTo>
                  <a:lnTo>
                    <a:pt x="747169" y="450021"/>
                  </a:lnTo>
                  <a:lnTo>
                    <a:pt x="746213" y="450976"/>
                  </a:lnTo>
                  <a:lnTo>
                    <a:pt x="745258" y="450021"/>
                  </a:lnTo>
                  <a:lnTo>
                    <a:pt x="744303" y="450021"/>
                  </a:lnTo>
                  <a:lnTo>
                    <a:pt x="744303" y="451932"/>
                  </a:lnTo>
                  <a:lnTo>
                    <a:pt x="742869" y="453365"/>
                  </a:lnTo>
                  <a:lnTo>
                    <a:pt x="742392" y="454321"/>
                  </a:lnTo>
                  <a:lnTo>
                    <a:pt x="738570" y="455276"/>
                  </a:lnTo>
                  <a:lnTo>
                    <a:pt x="737614" y="455276"/>
                  </a:lnTo>
                  <a:lnTo>
                    <a:pt x="739047" y="453843"/>
                  </a:lnTo>
                  <a:lnTo>
                    <a:pt x="739047" y="453365"/>
                  </a:lnTo>
                  <a:lnTo>
                    <a:pt x="737614" y="453843"/>
                  </a:lnTo>
                  <a:lnTo>
                    <a:pt x="735226" y="455754"/>
                  </a:lnTo>
                  <a:lnTo>
                    <a:pt x="728060" y="456709"/>
                  </a:lnTo>
                  <a:lnTo>
                    <a:pt x="728060" y="456232"/>
                  </a:lnTo>
                  <a:lnTo>
                    <a:pt x="729971" y="456232"/>
                  </a:lnTo>
                  <a:lnTo>
                    <a:pt x="731881" y="455276"/>
                  </a:lnTo>
                  <a:lnTo>
                    <a:pt x="731881" y="454321"/>
                  </a:lnTo>
                  <a:lnTo>
                    <a:pt x="730926" y="452887"/>
                  </a:lnTo>
                  <a:lnTo>
                    <a:pt x="729971" y="452887"/>
                  </a:lnTo>
                  <a:lnTo>
                    <a:pt x="729493" y="451932"/>
                  </a:lnTo>
                  <a:lnTo>
                    <a:pt x="729493" y="449543"/>
                  </a:lnTo>
                  <a:lnTo>
                    <a:pt x="729015" y="448588"/>
                  </a:lnTo>
                  <a:lnTo>
                    <a:pt x="727582" y="447155"/>
                  </a:lnTo>
                  <a:lnTo>
                    <a:pt x="727104" y="447155"/>
                  </a:lnTo>
                  <a:lnTo>
                    <a:pt x="726149" y="449543"/>
                  </a:lnTo>
                  <a:lnTo>
                    <a:pt x="725671" y="452887"/>
                  </a:lnTo>
                  <a:lnTo>
                    <a:pt x="725193" y="453843"/>
                  </a:lnTo>
                  <a:lnTo>
                    <a:pt x="722805" y="453843"/>
                  </a:lnTo>
                  <a:lnTo>
                    <a:pt x="720894" y="453843"/>
                  </a:lnTo>
                  <a:lnTo>
                    <a:pt x="714206" y="454321"/>
                  </a:lnTo>
                  <a:lnTo>
                    <a:pt x="711817" y="452887"/>
                  </a:lnTo>
                  <a:lnTo>
                    <a:pt x="710862" y="452887"/>
                  </a:lnTo>
                  <a:lnTo>
                    <a:pt x="709906" y="452887"/>
                  </a:lnTo>
                  <a:lnTo>
                    <a:pt x="707040" y="453843"/>
                  </a:lnTo>
                  <a:lnTo>
                    <a:pt x="703696" y="454799"/>
                  </a:lnTo>
                  <a:lnTo>
                    <a:pt x="702740" y="454321"/>
                  </a:lnTo>
                  <a:lnTo>
                    <a:pt x="701785" y="454321"/>
                  </a:lnTo>
                  <a:lnTo>
                    <a:pt x="699396" y="456709"/>
                  </a:lnTo>
                  <a:lnTo>
                    <a:pt x="696530" y="458142"/>
                  </a:lnTo>
                  <a:lnTo>
                    <a:pt x="689364" y="455754"/>
                  </a:lnTo>
                  <a:lnTo>
                    <a:pt x="687453" y="454321"/>
                  </a:lnTo>
                  <a:lnTo>
                    <a:pt x="685542" y="453843"/>
                  </a:lnTo>
                  <a:lnTo>
                    <a:pt x="683631" y="453843"/>
                  </a:lnTo>
                  <a:lnTo>
                    <a:pt x="681720" y="455754"/>
                  </a:lnTo>
                  <a:lnTo>
                    <a:pt x="680287" y="458620"/>
                  </a:lnTo>
                  <a:lnTo>
                    <a:pt x="682675" y="460053"/>
                  </a:lnTo>
                  <a:lnTo>
                    <a:pt x="684586" y="461009"/>
                  </a:lnTo>
                  <a:lnTo>
                    <a:pt x="688408" y="460531"/>
                  </a:lnTo>
                  <a:lnTo>
                    <a:pt x="690319" y="459098"/>
                  </a:lnTo>
                  <a:lnTo>
                    <a:pt x="692230" y="459098"/>
                  </a:lnTo>
                  <a:lnTo>
                    <a:pt x="692708" y="458620"/>
                  </a:lnTo>
                  <a:lnTo>
                    <a:pt x="693663" y="458142"/>
                  </a:lnTo>
                  <a:lnTo>
                    <a:pt x="695096" y="458620"/>
                  </a:lnTo>
                  <a:lnTo>
                    <a:pt x="695096" y="459098"/>
                  </a:lnTo>
                  <a:lnTo>
                    <a:pt x="694141" y="460053"/>
                  </a:lnTo>
                  <a:lnTo>
                    <a:pt x="692708" y="460531"/>
                  </a:lnTo>
                  <a:lnTo>
                    <a:pt x="691752" y="461487"/>
                  </a:lnTo>
                  <a:lnTo>
                    <a:pt x="693185" y="462920"/>
                  </a:lnTo>
                  <a:lnTo>
                    <a:pt x="695574" y="463398"/>
                  </a:lnTo>
                  <a:lnTo>
                    <a:pt x="696530" y="463398"/>
                  </a:lnTo>
                  <a:lnTo>
                    <a:pt x="697007" y="461487"/>
                  </a:lnTo>
                  <a:lnTo>
                    <a:pt x="698440" y="460531"/>
                  </a:lnTo>
                  <a:lnTo>
                    <a:pt x="700351" y="460531"/>
                  </a:lnTo>
                  <a:lnTo>
                    <a:pt x="699874" y="461487"/>
                  </a:lnTo>
                  <a:lnTo>
                    <a:pt x="700351" y="461964"/>
                  </a:lnTo>
                  <a:lnTo>
                    <a:pt x="700829" y="463398"/>
                  </a:lnTo>
                  <a:lnTo>
                    <a:pt x="700829" y="464831"/>
                  </a:lnTo>
                  <a:lnTo>
                    <a:pt x="700829" y="465308"/>
                  </a:lnTo>
                  <a:lnTo>
                    <a:pt x="698918" y="466264"/>
                  </a:lnTo>
                  <a:lnTo>
                    <a:pt x="697485" y="466264"/>
                  </a:lnTo>
                  <a:lnTo>
                    <a:pt x="696530" y="467219"/>
                  </a:lnTo>
                  <a:lnTo>
                    <a:pt x="697007" y="467697"/>
                  </a:lnTo>
                  <a:lnTo>
                    <a:pt x="695574" y="468175"/>
                  </a:lnTo>
                  <a:lnTo>
                    <a:pt x="695096" y="468175"/>
                  </a:lnTo>
                  <a:lnTo>
                    <a:pt x="694619" y="468175"/>
                  </a:lnTo>
                  <a:lnTo>
                    <a:pt x="694619" y="469130"/>
                  </a:lnTo>
                  <a:lnTo>
                    <a:pt x="693663" y="469608"/>
                  </a:lnTo>
                  <a:lnTo>
                    <a:pt x="694619" y="471041"/>
                  </a:lnTo>
                  <a:lnTo>
                    <a:pt x="696530" y="471997"/>
                  </a:lnTo>
                  <a:lnTo>
                    <a:pt x="697963" y="473430"/>
                  </a:lnTo>
                  <a:lnTo>
                    <a:pt x="703218" y="475341"/>
                  </a:lnTo>
                  <a:lnTo>
                    <a:pt x="704651" y="475341"/>
                  </a:lnTo>
                  <a:lnTo>
                    <a:pt x="705606" y="477252"/>
                  </a:lnTo>
                  <a:lnTo>
                    <a:pt x="706562" y="477729"/>
                  </a:lnTo>
                  <a:lnTo>
                    <a:pt x="707995" y="478207"/>
                  </a:lnTo>
                  <a:lnTo>
                    <a:pt x="707517" y="479163"/>
                  </a:lnTo>
                  <a:lnTo>
                    <a:pt x="706084" y="480118"/>
                  </a:lnTo>
                  <a:lnTo>
                    <a:pt x="705606" y="481551"/>
                  </a:lnTo>
                  <a:lnTo>
                    <a:pt x="705129" y="482029"/>
                  </a:lnTo>
                  <a:lnTo>
                    <a:pt x="704173" y="481074"/>
                  </a:lnTo>
                  <a:lnTo>
                    <a:pt x="703218" y="480596"/>
                  </a:lnTo>
                  <a:lnTo>
                    <a:pt x="701307" y="482507"/>
                  </a:lnTo>
                  <a:lnTo>
                    <a:pt x="700829" y="482507"/>
                  </a:lnTo>
                  <a:lnTo>
                    <a:pt x="700829" y="481074"/>
                  </a:lnTo>
                  <a:lnTo>
                    <a:pt x="700351" y="480118"/>
                  </a:lnTo>
                  <a:lnTo>
                    <a:pt x="699396" y="478207"/>
                  </a:lnTo>
                  <a:lnTo>
                    <a:pt x="697963" y="477252"/>
                  </a:lnTo>
                  <a:lnTo>
                    <a:pt x="696530" y="476774"/>
                  </a:lnTo>
                  <a:lnTo>
                    <a:pt x="695574" y="475818"/>
                  </a:lnTo>
                  <a:lnTo>
                    <a:pt x="694619" y="475818"/>
                  </a:lnTo>
                  <a:lnTo>
                    <a:pt x="693663" y="475818"/>
                  </a:lnTo>
                  <a:lnTo>
                    <a:pt x="692230" y="475341"/>
                  </a:lnTo>
                  <a:lnTo>
                    <a:pt x="692230" y="474385"/>
                  </a:lnTo>
                  <a:lnTo>
                    <a:pt x="691752" y="473908"/>
                  </a:lnTo>
                  <a:lnTo>
                    <a:pt x="690797" y="472952"/>
                  </a:lnTo>
                  <a:lnTo>
                    <a:pt x="685064" y="471041"/>
                  </a:lnTo>
                  <a:lnTo>
                    <a:pt x="685064" y="471997"/>
                  </a:lnTo>
                  <a:lnTo>
                    <a:pt x="685542" y="472474"/>
                  </a:lnTo>
                  <a:lnTo>
                    <a:pt x="686497" y="472952"/>
                  </a:lnTo>
                  <a:lnTo>
                    <a:pt x="687453" y="473430"/>
                  </a:lnTo>
                  <a:lnTo>
                    <a:pt x="686975" y="475341"/>
                  </a:lnTo>
                  <a:lnTo>
                    <a:pt x="686975" y="476296"/>
                  </a:lnTo>
                  <a:lnTo>
                    <a:pt x="686497" y="477252"/>
                  </a:lnTo>
                  <a:lnTo>
                    <a:pt x="686020" y="478685"/>
                  </a:lnTo>
                  <a:lnTo>
                    <a:pt x="685542" y="479640"/>
                  </a:lnTo>
                  <a:lnTo>
                    <a:pt x="684108" y="480118"/>
                  </a:lnTo>
                  <a:lnTo>
                    <a:pt x="683153" y="479640"/>
                  </a:lnTo>
                  <a:lnTo>
                    <a:pt x="682198" y="476774"/>
                  </a:lnTo>
                  <a:lnTo>
                    <a:pt x="680765" y="476296"/>
                  </a:lnTo>
                  <a:lnTo>
                    <a:pt x="678376" y="476296"/>
                  </a:lnTo>
                  <a:lnTo>
                    <a:pt x="676465" y="476774"/>
                  </a:lnTo>
                  <a:lnTo>
                    <a:pt x="675032" y="479163"/>
                  </a:lnTo>
                  <a:lnTo>
                    <a:pt x="673121" y="479640"/>
                  </a:lnTo>
                  <a:lnTo>
                    <a:pt x="668343" y="478207"/>
                  </a:lnTo>
                  <a:lnTo>
                    <a:pt x="662611" y="476296"/>
                  </a:lnTo>
                  <a:lnTo>
                    <a:pt x="662611" y="475818"/>
                  </a:lnTo>
                  <a:lnTo>
                    <a:pt x="663566" y="475341"/>
                  </a:lnTo>
                  <a:lnTo>
                    <a:pt x="665477" y="475818"/>
                  </a:lnTo>
                  <a:lnTo>
                    <a:pt x="665477" y="474863"/>
                  </a:lnTo>
                  <a:lnTo>
                    <a:pt x="663566" y="472952"/>
                  </a:lnTo>
                  <a:lnTo>
                    <a:pt x="663089" y="471997"/>
                  </a:lnTo>
                  <a:lnTo>
                    <a:pt x="663566" y="470564"/>
                  </a:lnTo>
                  <a:lnTo>
                    <a:pt x="663089" y="470564"/>
                  </a:lnTo>
                  <a:lnTo>
                    <a:pt x="661655" y="471519"/>
                  </a:lnTo>
                  <a:lnTo>
                    <a:pt x="658311" y="471041"/>
                  </a:lnTo>
                  <a:lnTo>
                    <a:pt x="657356" y="469608"/>
                  </a:lnTo>
                  <a:lnTo>
                    <a:pt x="654967" y="466742"/>
                  </a:lnTo>
                  <a:lnTo>
                    <a:pt x="652101" y="466742"/>
                  </a:lnTo>
                  <a:lnTo>
                    <a:pt x="650667" y="464831"/>
                  </a:lnTo>
                  <a:lnTo>
                    <a:pt x="648279" y="465786"/>
                  </a:lnTo>
                  <a:lnTo>
                    <a:pt x="646846" y="466742"/>
                  </a:lnTo>
                  <a:lnTo>
                    <a:pt x="645890" y="467697"/>
                  </a:lnTo>
                  <a:lnTo>
                    <a:pt x="646368" y="468652"/>
                  </a:lnTo>
                  <a:lnTo>
                    <a:pt x="647324" y="469608"/>
                  </a:lnTo>
                  <a:lnTo>
                    <a:pt x="646846" y="470086"/>
                  </a:lnTo>
                  <a:lnTo>
                    <a:pt x="643501" y="470564"/>
                  </a:lnTo>
                  <a:lnTo>
                    <a:pt x="635380" y="470086"/>
                  </a:lnTo>
                  <a:lnTo>
                    <a:pt x="632992" y="469130"/>
                  </a:lnTo>
                  <a:lnTo>
                    <a:pt x="629648" y="467697"/>
                  </a:lnTo>
                  <a:lnTo>
                    <a:pt x="625348" y="466264"/>
                  </a:lnTo>
                  <a:lnTo>
                    <a:pt x="622959" y="465786"/>
                  </a:lnTo>
                  <a:lnTo>
                    <a:pt x="621048" y="466264"/>
                  </a:lnTo>
                  <a:lnTo>
                    <a:pt x="614838" y="466264"/>
                  </a:lnTo>
                  <a:lnTo>
                    <a:pt x="613405" y="466742"/>
                  </a:lnTo>
                  <a:lnTo>
                    <a:pt x="612449" y="467219"/>
                  </a:lnTo>
                  <a:lnTo>
                    <a:pt x="611494" y="466742"/>
                  </a:lnTo>
                  <a:lnTo>
                    <a:pt x="611016" y="465308"/>
                  </a:lnTo>
                  <a:lnTo>
                    <a:pt x="611971" y="465308"/>
                  </a:lnTo>
                  <a:lnTo>
                    <a:pt x="612927" y="464831"/>
                  </a:lnTo>
                  <a:lnTo>
                    <a:pt x="613405" y="463398"/>
                  </a:lnTo>
                  <a:lnTo>
                    <a:pt x="613405" y="462442"/>
                  </a:lnTo>
                  <a:lnTo>
                    <a:pt x="612927" y="461964"/>
                  </a:lnTo>
                  <a:lnTo>
                    <a:pt x="611971" y="461964"/>
                  </a:lnTo>
                  <a:lnTo>
                    <a:pt x="610060" y="465308"/>
                  </a:lnTo>
                  <a:lnTo>
                    <a:pt x="611016" y="467219"/>
                  </a:lnTo>
                  <a:lnTo>
                    <a:pt x="611016" y="468175"/>
                  </a:lnTo>
                  <a:lnTo>
                    <a:pt x="607194" y="468175"/>
                  </a:lnTo>
                  <a:lnTo>
                    <a:pt x="597640" y="472474"/>
                  </a:lnTo>
                  <a:lnTo>
                    <a:pt x="593818" y="474385"/>
                  </a:lnTo>
                  <a:lnTo>
                    <a:pt x="593818" y="473908"/>
                  </a:lnTo>
                  <a:lnTo>
                    <a:pt x="598595" y="471041"/>
                  </a:lnTo>
                  <a:lnTo>
                    <a:pt x="596684" y="470564"/>
                  </a:lnTo>
                  <a:lnTo>
                    <a:pt x="594295" y="471041"/>
                  </a:lnTo>
                  <a:lnTo>
                    <a:pt x="593340" y="471041"/>
                  </a:lnTo>
                  <a:lnTo>
                    <a:pt x="594773" y="468652"/>
                  </a:lnTo>
                  <a:lnTo>
                    <a:pt x="594295" y="466742"/>
                  </a:lnTo>
                  <a:lnTo>
                    <a:pt x="592385" y="466742"/>
                  </a:lnTo>
                  <a:lnTo>
                    <a:pt x="591429" y="468175"/>
                  </a:lnTo>
                  <a:lnTo>
                    <a:pt x="590474" y="468175"/>
                  </a:lnTo>
                  <a:lnTo>
                    <a:pt x="589518" y="467697"/>
                  </a:lnTo>
                  <a:lnTo>
                    <a:pt x="588563" y="467697"/>
                  </a:lnTo>
                  <a:lnTo>
                    <a:pt x="589041" y="471519"/>
                  </a:lnTo>
                  <a:lnTo>
                    <a:pt x="590474" y="472952"/>
                  </a:lnTo>
                  <a:lnTo>
                    <a:pt x="591429" y="474863"/>
                  </a:lnTo>
                  <a:lnTo>
                    <a:pt x="588563" y="476774"/>
                  </a:lnTo>
                  <a:lnTo>
                    <a:pt x="586174" y="478685"/>
                  </a:lnTo>
                  <a:lnTo>
                    <a:pt x="586174" y="480596"/>
                  </a:lnTo>
                  <a:lnTo>
                    <a:pt x="583785" y="482984"/>
                  </a:lnTo>
                  <a:lnTo>
                    <a:pt x="581397" y="484417"/>
                  </a:lnTo>
                  <a:lnTo>
                    <a:pt x="576142" y="487762"/>
                  </a:lnTo>
                  <a:lnTo>
                    <a:pt x="574709" y="488240"/>
                  </a:lnTo>
                  <a:lnTo>
                    <a:pt x="572320" y="489673"/>
                  </a:lnTo>
                  <a:lnTo>
                    <a:pt x="568976" y="490628"/>
                  </a:lnTo>
                  <a:lnTo>
                    <a:pt x="565632" y="492539"/>
                  </a:lnTo>
                  <a:lnTo>
                    <a:pt x="564676" y="493017"/>
                  </a:lnTo>
                  <a:lnTo>
                    <a:pt x="566587" y="491583"/>
                  </a:lnTo>
                  <a:lnTo>
                    <a:pt x="568976" y="490150"/>
                  </a:lnTo>
                  <a:lnTo>
                    <a:pt x="567065" y="490150"/>
                  </a:lnTo>
                  <a:lnTo>
                    <a:pt x="563721" y="489195"/>
                  </a:lnTo>
                  <a:lnTo>
                    <a:pt x="561810" y="489195"/>
                  </a:lnTo>
                  <a:lnTo>
                    <a:pt x="561810" y="490150"/>
                  </a:lnTo>
                  <a:lnTo>
                    <a:pt x="560377" y="490628"/>
                  </a:lnTo>
                  <a:lnTo>
                    <a:pt x="558944" y="489673"/>
                  </a:lnTo>
                  <a:lnTo>
                    <a:pt x="557988" y="488717"/>
                  </a:lnTo>
                  <a:lnTo>
                    <a:pt x="557988" y="488240"/>
                  </a:lnTo>
                  <a:lnTo>
                    <a:pt x="557033" y="488240"/>
                  </a:lnTo>
                  <a:lnTo>
                    <a:pt x="556555" y="488240"/>
                  </a:lnTo>
                  <a:lnTo>
                    <a:pt x="558944" y="493017"/>
                  </a:lnTo>
                  <a:lnTo>
                    <a:pt x="559899" y="493017"/>
                  </a:lnTo>
                  <a:lnTo>
                    <a:pt x="560854" y="493494"/>
                  </a:lnTo>
                  <a:lnTo>
                    <a:pt x="559421" y="494450"/>
                  </a:lnTo>
                  <a:lnTo>
                    <a:pt x="557988" y="495406"/>
                  </a:lnTo>
                  <a:lnTo>
                    <a:pt x="556077" y="495883"/>
                  </a:lnTo>
                  <a:lnTo>
                    <a:pt x="554166" y="494450"/>
                  </a:lnTo>
                  <a:lnTo>
                    <a:pt x="553688" y="496361"/>
                  </a:lnTo>
                  <a:lnTo>
                    <a:pt x="553211" y="498272"/>
                  </a:lnTo>
                  <a:lnTo>
                    <a:pt x="552733" y="498749"/>
                  </a:lnTo>
                  <a:lnTo>
                    <a:pt x="551778" y="499705"/>
                  </a:lnTo>
                  <a:lnTo>
                    <a:pt x="551300" y="499227"/>
                  </a:lnTo>
                  <a:lnTo>
                    <a:pt x="550822" y="498272"/>
                  </a:lnTo>
                  <a:lnTo>
                    <a:pt x="550344" y="499227"/>
                  </a:lnTo>
                  <a:lnTo>
                    <a:pt x="549389" y="499705"/>
                  </a:lnTo>
                  <a:lnTo>
                    <a:pt x="547478" y="499705"/>
                  </a:lnTo>
                  <a:lnTo>
                    <a:pt x="546522" y="500183"/>
                  </a:lnTo>
                  <a:lnTo>
                    <a:pt x="546522" y="500660"/>
                  </a:lnTo>
                  <a:lnTo>
                    <a:pt x="546522" y="501616"/>
                  </a:lnTo>
                  <a:lnTo>
                    <a:pt x="548911" y="501138"/>
                  </a:lnTo>
                  <a:lnTo>
                    <a:pt x="547956" y="503049"/>
                  </a:lnTo>
                  <a:lnTo>
                    <a:pt x="546045" y="505438"/>
                  </a:lnTo>
                  <a:lnTo>
                    <a:pt x="544612" y="505915"/>
                  </a:lnTo>
                  <a:lnTo>
                    <a:pt x="542223" y="505438"/>
                  </a:lnTo>
                  <a:lnTo>
                    <a:pt x="541268" y="505915"/>
                  </a:lnTo>
                  <a:lnTo>
                    <a:pt x="540790" y="506393"/>
                  </a:lnTo>
                  <a:lnTo>
                    <a:pt x="543656" y="509737"/>
                  </a:lnTo>
                  <a:lnTo>
                    <a:pt x="541745" y="514992"/>
                  </a:lnTo>
                  <a:lnTo>
                    <a:pt x="540790" y="516425"/>
                  </a:lnTo>
                  <a:lnTo>
                    <a:pt x="539834" y="516903"/>
                  </a:lnTo>
                  <a:lnTo>
                    <a:pt x="538879" y="516903"/>
                  </a:lnTo>
                  <a:lnTo>
                    <a:pt x="536013" y="515470"/>
                  </a:lnTo>
                  <a:lnTo>
                    <a:pt x="534102" y="514037"/>
                  </a:lnTo>
                  <a:lnTo>
                    <a:pt x="535535" y="517381"/>
                  </a:lnTo>
                  <a:lnTo>
                    <a:pt x="539834" y="518336"/>
                  </a:lnTo>
                  <a:lnTo>
                    <a:pt x="539834" y="519770"/>
                  </a:lnTo>
                  <a:lnTo>
                    <a:pt x="539834" y="520725"/>
                  </a:lnTo>
                  <a:lnTo>
                    <a:pt x="539357" y="522158"/>
                  </a:lnTo>
                  <a:lnTo>
                    <a:pt x="538401" y="524069"/>
                  </a:lnTo>
                  <a:lnTo>
                    <a:pt x="538879" y="525025"/>
                  </a:lnTo>
                  <a:lnTo>
                    <a:pt x="539834" y="528369"/>
                  </a:lnTo>
                  <a:lnTo>
                    <a:pt x="540312" y="529802"/>
                  </a:lnTo>
                  <a:lnTo>
                    <a:pt x="540790" y="533624"/>
                  </a:lnTo>
                  <a:lnTo>
                    <a:pt x="541268" y="535535"/>
                  </a:lnTo>
                  <a:lnTo>
                    <a:pt x="545089" y="542223"/>
                  </a:lnTo>
                  <a:lnTo>
                    <a:pt x="546522" y="542223"/>
                  </a:lnTo>
                  <a:lnTo>
                    <a:pt x="546522" y="543178"/>
                  </a:lnTo>
                  <a:lnTo>
                    <a:pt x="546522" y="544134"/>
                  </a:lnTo>
                  <a:lnTo>
                    <a:pt x="546522" y="544134"/>
                  </a:lnTo>
                  <a:lnTo>
                    <a:pt x="543656" y="544612"/>
                  </a:lnTo>
                  <a:lnTo>
                    <a:pt x="542701" y="545567"/>
                  </a:lnTo>
                  <a:lnTo>
                    <a:pt x="542701" y="546045"/>
                  </a:lnTo>
                  <a:lnTo>
                    <a:pt x="542223" y="546045"/>
                  </a:lnTo>
                  <a:lnTo>
                    <a:pt x="542223" y="546045"/>
                  </a:lnTo>
                  <a:lnTo>
                    <a:pt x="540790" y="545567"/>
                  </a:lnTo>
                  <a:lnTo>
                    <a:pt x="537923" y="543656"/>
                  </a:lnTo>
                  <a:lnTo>
                    <a:pt x="533624" y="542701"/>
                  </a:lnTo>
                  <a:lnTo>
                    <a:pt x="527891" y="542223"/>
                  </a:lnTo>
                  <a:lnTo>
                    <a:pt x="527891" y="542223"/>
                  </a:lnTo>
                  <a:lnTo>
                    <a:pt x="524069" y="541267"/>
                  </a:lnTo>
                  <a:lnTo>
                    <a:pt x="522158" y="539834"/>
                  </a:lnTo>
                  <a:lnTo>
                    <a:pt x="519770" y="538879"/>
                  </a:lnTo>
                  <a:lnTo>
                    <a:pt x="517859" y="538879"/>
                  </a:lnTo>
                  <a:lnTo>
                    <a:pt x="515948" y="537923"/>
                  </a:lnTo>
                  <a:lnTo>
                    <a:pt x="514515" y="536490"/>
                  </a:lnTo>
                  <a:lnTo>
                    <a:pt x="512126" y="536013"/>
                  </a:lnTo>
                  <a:lnTo>
                    <a:pt x="509260" y="535535"/>
                  </a:lnTo>
                  <a:lnTo>
                    <a:pt x="507826" y="534579"/>
                  </a:lnTo>
                  <a:lnTo>
                    <a:pt x="506393" y="532190"/>
                  </a:lnTo>
                  <a:lnTo>
                    <a:pt x="506393" y="532190"/>
                  </a:lnTo>
                  <a:lnTo>
                    <a:pt x="505438" y="528369"/>
                  </a:lnTo>
                  <a:lnTo>
                    <a:pt x="504005" y="525502"/>
                  </a:lnTo>
                  <a:lnTo>
                    <a:pt x="501138" y="522636"/>
                  </a:lnTo>
                  <a:lnTo>
                    <a:pt x="500661" y="522158"/>
                  </a:lnTo>
                  <a:lnTo>
                    <a:pt x="500661" y="521681"/>
                  </a:lnTo>
                  <a:lnTo>
                    <a:pt x="501138" y="519770"/>
                  </a:lnTo>
                  <a:lnTo>
                    <a:pt x="500661" y="518336"/>
                  </a:lnTo>
                  <a:lnTo>
                    <a:pt x="499705" y="517381"/>
                  </a:lnTo>
                  <a:lnTo>
                    <a:pt x="499705" y="516425"/>
                  </a:lnTo>
                  <a:lnTo>
                    <a:pt x="500183" y="515470"/>
                  </a:lnTo>
                  <a:lnTo>
                    <a:pt x="500183" y="514037"/>
                  </a:lnTo>
                  <a:lnTo>
                    <a:pt x="499705" y="512126"/>
                  </a:lnTo>
                  <a:lnTo>
                    <a:pt x="497794" y="510215"/>
                  </a:lnTo>
                  <a:lnTo>
                    <a:pt x="494928" y="508304"/>
                  </a:lnTo>
                  <a:lnTo>
                    <a:pt x="492061" y="505438"/>
                  </a:lnTo>
                  <a:lnTo>
                    <a:pt x="490150" y="502094"/>
                  </a:lnTo>
                  <a:lnTo>
                    <a:pt x="487762" y="499227"/>
                  </a:lnTo>
                  <a:lnTo>
                    <a:pt x="487762" y="499227"/>
                  </a:lnTo>
                  <a:lnTo>
                    <a:pt x="485373" y="497794"/>
                  </a:lnTo>
                  <a:lnTo>
                    <a:pt x="483940" y="496361"/>
                  </a:lnTo>
                  <a:lnTo>
                    <a:pt x="483462" y="493972"/>
                  </a:lnTo>
                  <a:lnTo>
                    <a:pt x="482984" y="493017"/>
                  </a:lnTo>
                  <a:lnTo>
                    <a:pt x="483462" y="492539"/>
                  </a:lnTo>
                  <a:lnTo>
                    <a:pt x="482029" y="490150"/>
                  </a:lnTo>
                  <a:lnTo>
                    <a:pt x="479163" y="485851"/>
                  </a:lnTo>
                  <a:lnTo>
                    <a:pt x="477252" y="482984"/>
                  </a:lnTo>
                  <a:lnTo>
                    <a:pt x="476774" y="481074"/>
                  </a:lnTo>
                  <a:lnTo>
                    <a:pt x="474863" y="478685"/>
                  </a:lnTo>
                  <a:lnTo>
                    <a:pt x="471519" y="475818"/>
                  </a:lnTo>
                  <a:lnTo>
                    <a:pt x="469608" y="473908"/>
                  </a:lnTo>
                  <a:lnTo>
                    <a:pt x="469130" y="472952"/>
                  </a:lnTo>
                  <a:lnTo>
                    <a:pt x="469130" y="472952"/>
                  </a:lnTo>
                  <a:lnTo>
                    <a:pt x="464353" y="469130"/>
                  </a:lnTo>
                  <a:lnTo>
                    <a:pt x="462442" y="466742"/>
                  </a:lnTo>
                  <a:lnTo>
                    <a:pt x="461487" y="466264"/>
                  </a:lnTo>
                  <a:lnTo>
                    <a:pt x="461487" y="466264"/>
                  </a:lnTo>
                  <a:lnTo>
                    <a:pt x="460054" y="466264"/>
                  </a:lnTo>
                  <a:lnTo>
                    <a:pt x="459576" y="466264"/>
                  </a:lnTo>
                  <a:lnTo>
                    <a:pt x="459098" y="465308"/>
                  </a:lnTo>
                  <a:lnTo>
                    <a:pt x="459098" y="465308"/>
                  </a:lnTo>
                  <a:lnTo>
                    <a:pt x="458620" y="465308"/>
                  </a:lnTo>
                  <a:lnTo>
                    <a:pt x="458143" y="465786"/>
                  </a:lnTo>
                  <a:lnTo>
                    <a:pt x="455276" y="466264"/>
                  </a:lnTo>
                  <a:lnTo>
                    <a:pt x="450499" y="465786"/>
                  </a:lnTo>
                  <a:lnTo>
                    <a:pt x="447155" y="465308"/>
                  </a:lnTo>
                  <a:lnTo>
                    <a:pt x="447155" y="465308"/>
                  </a:lnTo>
                  <a:lnTo>
                    <a:pt x="444766" y="464353"/>
                  </a:lnTo>
                  <a:lnTo>
                    <a:pt x="444766" y="464353"/>
                  </a:lnTo>
                  <a:lnTo>
                    <a:pt x="443333" y="464353"/>
                  </a:lnTo>
                  <a:lnTo>
                    <a:pt x="442855" y="465786"/>
                  </a:lnTo>
                  <a:lnTo>
                    <a:pt x="442377" y="465786"/>
                  </a:lnTo>
                  <a:lnTo>
                    <a:pt x="440944" y="466264"/>
                  </a:lnTo>
                  <a:lnTo>
                    <a:pt x="438078" y="466742"/>
                  </a:lnTo>
                  <a:lnTo>
                    <a:pt x="435689" y="469130"/>
                  </a:lnTo>
                  <a:lnTo>
                    <a:pt x="433778" y="472952"/>
                  </a:lnTo>
                  <a:lnTo>
                    <a:pt x="432823" y="475818"/>
                  </a:lnTo>
                  <a:lnTo>
                    <a:pt x="433301" y="476774"/>
                  </a:lnTo>
                  <a:lnTo>
                    <a:pt x="432823" y="477729"/>
                  </a:lnTo>
                  <a:lnTo>
                    <a:pt x="432345" y="477729"/>
                  </a:lnTo>
                  <a:lnTo>
                    <a:pt x="431390" y="478207"/>
                  </a:lnTo>
                  <a:lnTo>
                    <a:pt x="429957" y="479640"/>
                  </a:lnTo>
                  <a:lnTo>
                    <a:pt x="428523" y="481551"/>
                  </a:lnTo>
                  <a:lnTo>
                    <a:pt x="428523" y="481551"/>
                  </a:lnTo>
                  <a:lnTo>
                    <a:pt x="427090" y="482507"/>
                  </a:lnTo>
                  <a:lnTo>
                    <a:pt x="427090" y="482507"/>
                  </a:lnTo>
                  <a:lnTo>
                    <a:pt x="425179" y="482507"/>
                  </a:lnTo>
                  <a:lnTo>
                    <a:pt x="422313" y="481074"/>
                  </a:lnTo>
                  <a:lnTo>
                    <a:pt x="417536" y="478207"/>
                  </a:lnTo>
                  <a:lnTo>
                    <a:pt x="417058" y="478207"/>
                  </a:lnTo>
                  <a:lnTo>
                    <a:pt x="413714" y="476296"/>
                  </a:lnTo>
                  <a:lnTo>
                    <a:pt x="410847" y="475818"/>
                  </a:lnTo>
                  <a:lnTo>
                    <a:pt x="410847" y="475818"/>
                  </a:lnTo>
                  <a:lnTo>
                    <a:pt x="408459" y="474385"/>
                  </a:lnTo>
                  <a:lnTo>
                    <a:pt x="406548" y="472474"/>
                  </a:lnTo>
                  <a:lnTo>
                    <a:pt x="406548" y="472474"/>
                  </a:lnTo>
                  <a:lnTo>
                    <a:pt x="404637" y="471041"/>
                  </a:lnTo>
                  <a:lnTo>
                    <a:pt x="402726" y="470564"/>
                  </a:lnTo>
                  <a:lnTo>
                    <a:pt x="400815" y="468175"/>
                  </a:lnTo>
                  <a:lnTo>
                    <a:pt x="398426" y="464353"/>
                  </a:lnTo>
                  <a:lnTo>
                    <a:pt x="396993" y="461487"/>
                  </a:lnTo>
                  <a:lnTo>
                    <a:pt x="396993" y="458620"/>
                  </a:lnTo>
                  <a:lnTo>
                    <a:pt x="394127" y="451932"/>
                  </a:lnTo>
                  <a:lnTo>
                    <a:pt x="392694" y="449066"/>
                  </a:lnTo>
                  <a:lnTo>
                    <a:pt x="391260" y="448110"/>
                  </a:lnTo>
                  <a:lnTo>
                    <a:pt x="391260" y="448110"/>
                  </a:lnTo>
                  <a:lnTo>
                    <a:pt x="388872" y="446199"/>
                  </a:lnTo>
                  <a:lnTo>
                    <a:pt x="388872" y="446199"/>
                  </a:lnTo>
                  <a:lnTo>
                    <a:pt x="385528" y="444766"/>
                  </a:lnTo>
                  <a:lnTo>
                    <a:pt x="380750" y="440944"/>
                  </a:lnTo>
                  <a:lnTo>
                    <a:pt x="374540" y="435211"/>
                  </a:lnTo>
                  <a:lnTo>
                    <a:pt x="370718" y="432345"/>
                  </a:lnTo>
                  <a:lnTo>
                    <a:pt x="367852" y="430912"/>
                  </a:lnTo>
                  <a:lnTo>
                    <a:pt x="365941" y="429001"/>
                  </a:lnTo>
                  <a:lnTo>
                    <a:pt x="364030" y="426135"/>
                  </a:lnTo>
                  <a:lnTo>
                    <a:pt x="362597" y="424224"/>
                  </a:lnTo>
                  <a:lnTo>
                    <a:pt x="362119" y="424224"/>
                  </a:lnTo>
                  <a:lnTo>
                    <a:pt x="362119" y="424224"/>
                  </a:lnTo>
                  <a:lnTo>
                    <a:pt x="362119" y="424224"/>
                  </a:lnTo>
                  <a:lnTo>
                    <a:pt x="362119" y="424224"/>
                  </a:lnTo>
                  <a:lnTo>
                    <a:pt x="362119" y="424224"/>
                  </a:lnTo>
                  <a:lnTo>
                    <a:pt x="357819" y="424224"/>
                  </a:lnTo>
                  <a:lnTo>
                    <a:pt x="353520" y="424224"/>
                  </a:lnTo>
                  <a:lnTo>
                    <a:pt x="348742" y="424224"/>
                  </a:lnTo>
                  <a:lnTo>
                    <a:pt x="344443" y="424224"/>
                  </a:lnTo>
                  <a:lnTo>
                    <a:pt x="340143" y="424224"/>
                  </a:lnTo>
                  <a:lnTo>
                    <a:pt x="340143" y="424224"/>
                  </a:lnTo>
                  <a:lnTo>
                    <a:pt x="335844" y="424224"/>
                  </a:lnTo>
                  <a:lnTo>
                    <a:pt x="331544" y="424224"/>
                  </a:lnTo>
                  <a:lnTo>
                    <a:pt x="331544" y="424224"/>
                  </a:lnTo>
                  <a:lnTo>
                    <a:pt x="327245" y="423746"/>
                  </a:lnTo>
                  <a:lnTo>
                    <a:pt x="327245" y="424224"/>
                  </a:lnTo>
                  <a:lnTo>
                    <a:pt x="327245" y="426612"/>
                  </a:lnTo>
                  <a:lnTo>
                    <a:pt x="327245" y="429001"/>
                  </a:lnTo>
                  <a:lnTo>
                    <a:pt x="327245" y="431390"/>
                  </a:lnTo>
                  <a:lnTo>
                    <a:pt x="327245" y="433778"/>
                  </a:lnTo>
                  <a:lnTo>
                    <a:pt x="320079" y="433778"/>
                  </a:lnTo>
                  <a:lnTo>
                    <a:pt x="312913" y="433778"/>
                  </a:lnTo>
                  <a:lnTo>
                    <a:pt x="306225" y="433778"/>
                  </a:lnTo>
                  <a:lnTo>
                    <a:pt x="305747" y="433778"/>
                  </a:lnTo>
                  <a:lnTo>
                    <a:pt x="299059" y="433778"/>
                  </a:lnTo>
                  <a:lnTo>
                    <a:pt x="291893" y="433778"/>
                  </a:lnTo>
                  <a:lnTo>
                    <a:pt x="285205" y="433778"/>
                  </a:lnTo>
                  <a:lnTo>
                    <a:pt x="278039" y="433778"/>
                  </a:lnTo>
                  <a:lnTo>
                    <a:pt x="270873" y="433778"/>
                  </a:lnTo>
                  <a:lnTo>
                    <a:pt x="261318" y="430434"/>
                  </a:lnTo>
                  <a:lnTo>
                    <a:pt x="252241" y="427568"/>
                  </a:lnTo>
                  <a:lnTo>
                    <a:pt x="242687" y="424224"/>
                  </a:lnTo>
                  <a:lnTo>
                    <a:pt x="233132" y="420880"/>
                  </a:lnTo>
                  <a:lnTo>
                    <a:pt x="224055" y="418013"/>
                  </a:lnTo>
                  <a:lnTo>
                    <a:pt x="214500" y="414669"/>
                  </a:lnTo>
                  <a:lnTo>
                    <a:pt x="204946" y="411803"/>
                  </a:lnTo>
                  <a:lnTo>
                    <a:pt x="195869" y="408459"/>
                  </a:lnTo>
                  <a:lnTo>
                    <a:pt x="196825" y="407026"/>
                  </a:lnTo>
                  <a:lnTo>
                    <a:pt x="197780" y="404159"/>
                  </a:lnTo>
                  <a:lnTo>
                    <a:pt x="195869" y="404159"/>
                  </a:lnTo>
                  <a:lnTo>
                    <a:pt x="190136" y="404637"/>
                  </a:lnTo>
                  <a:lnTo>
                    <a:pt x="184404" y="405115"/>
                  </a:lnTo>
                  <a:lnTo>
                    <a:pt x="178671" y="405592"/>
                  </a:lnTo>
                  <a:lnTo>
                    <a:pt x="172938" y="406070"/>
                  </a:lnTo>
                  <a:lnTo>
                    <a:pt x="167205" y="406548"/>
                  </a:lnTo>
                  <a:lnTo>
                    <a:pt x="161473" y="407026"/>
                  </a:lnTo>
                  <a:lnTo>
                    <a:pt x="155740" y="407503"/>
                  </a:lnTo>
                  <a:lnTo>
                    <a:pt x="150485" y="407981"/>
                  </a:lnTo>
                  <a:lnTo>
                    <a:pt x="150485" y="407981"/>
                  </a:lnTo>
                  <a:lnTo>
                    <a:pt x="150007" y="405592"/>
                  </a:lnTo>
                  <a:lnTo>
                    <a:pt x="149052" y="404637"/>
                  </a:lnTo>
                  <a:lnTo>
                    <a:pt x="148096" y="405115"/>
                  </a:lnTo>
                  <a:lnTo>
                    <a:pt x="147618" y="402248"/>
                  </a:lnTo>
                  <a:lnTo>
                    <a:pt x="147618" y="400337"/>
                  </a:lnTo>
                  <a:lnTo>
                    <a:pt x="147618" y="399382"/>
                  </a:lnTo>
                  <a:lnTo>
                    <a:pt x="146663" y="395560"/>
                  </a:lnTo>
                  <a:lnTo>
                    <a:pt x="143797" y="391260"/>
                  </a:lnTo>
                  <a:lnTo>
                    <a:pt x="137108" y="386005"/>
                  </a:lnTo>
                  <a:lnTo>
                    <a:pt x="133764" y="384572"/>
                  </a:lnTo>
                  <a:lnTo>
                    <a:pt x="131376" y="382184"/>
                  </a:lnTo>
                  <a:lnTo>
                    <a:pt x="129942" y="381706"/>
                  </a:lnTo>
                  <a:lnTo>
                    <a:pt x="127554" y="381228"/>
                  </a:lnTo>
                  <a:lnTo>
                    <a:pt x="127076" y="382184"/>
                  </a:lnTo>
                  <a:lnTo>
                    <a:pt x="124687" y="381706"/>
                  </a:lnTo>
                  <a:lnTo>
                    <a:pt x="125165" y="379317"/>
                  </a:lnTo>
                  <a:lnTo>
                    <a:pt x="122777" y="375495"/>
                  </a:lnTo>
                  <a:lnTo>
                    <a:pt x="121343" y="375495"/>
                  </a:lnTo>
                  <a:lnTo>
                    <a:pt x="116566" y="375495"/>
                  </a:lnTo>
                  <a:lnTo>
                    <a:pt x="110356" y="373584"/>
                  </a:lnTo>
                  <a:lnTo>
                    <a:pt x="108445" y="372629"/>
                  </a:lnTo>
                  <a:lnTo>
                    <a:pt x="107967" y="370718"/>
                  </a:lnTo>
                  <a:lnTo>
                    <a:pt x="105100" y="368807"/>
                  </a:lnTo>
                  <a:lnTo>
                    <a:pt x="101279" y="366896"/>
                  </a:lnTo>
                  <a:lnTo>
                    <a:pt x="98890" y="367374"/>
                  </a:lnTo>
                  <a:lnTo>
                    <a:pt x="96024" y="366896"/>
                  </a:lnTo>
                  <a:lnTo>
                    <a:pt x="92202" y="365941"/>
                  </a:lnTo>
                  <a:lnTo>
                    <a:pt x="89813" y="365941"/>
                  </a:lnTo>
                  <a:lnTo>
                    <a:pt x="85514" y="365941"/>
                  </a:lnTo>
                  <a:lnTo>
                    <a:pt x="83603" y="365941"/>
                  </a:lnTo>
                  <a:lnTo>
                    <a:pt x="82170" y="364030"/>
                  </a:lnTo>
                  <a:lnTo>
                    <a:pt x="80736" y="363552"/>
                  </a:lnTo>
                  <a:lnTo>
                    <a:pt x="80736" y="361641"/>
                  </a:lnTo>
                  <a:lnTo>
                    <a:pt x="80736" y="359730"/>
                  </a:lnTo>
                  <a:lnTo>
                    <a:pt x="80736" y="358297"/>
                  </a:lnTo>
                  <a:lnTo>
                    <a:pt x="80259" y="355431"/>
                  </a:lnTo>
                  <a:lnTo>
                    <a:pt x="80736" y="352564"/>
                  </a:lnTo>
                  <a:lnTo>
                    <a:pt x="80259" y="351609"/>
                  </a:lnTo>
                  <a:lnTo>
                    <a:pt x="79303" y="350653"/>
                  </a:lnTo>
                  <a:lnTo>
                    <a:pt x="76437" y="349698"/>
                  </a:lnTo>
                  <a:lnTo>
                    <a:pt x="75959" y="348265"/>
                  </a:lnTo>
                  <a:lnTo>
                    <a:pt x="76437" y="345876"/>
                  </a:lnTo>
                  <a:lnTo>
                    <a:pt x="75481" y="344921"/>
                  </a:lnTo>
                  <a:lnTo>
                    <a:pt x="73093" y="343487"/>
                  </a:lnTo>
                  <a:lnTo>
                    <a:pt x="70704" y="340621"/>
                  </a:lnTo>
                  <a:lnTo>
                    <a:pt x="67838" y="339188"/>
                  </a:lnTo>
                  <a:lnTo>
                    <a:pt x="66882" y="336799"/>
                  </a:lnTo>
                  <a:lnTo>
                    <a:pt x="64971" y="334888"/>
                  </a:lnTo>
                  <a:lnTo>
                    <a:pt x="64493" y="333455"/>
                  </a:lnTo>
                  <a:lnTo>
                    <a:pt x="60194" y="328678"/>
                  </a:lnTo>
                  <a:lnTo>
                    <a:pt x="55894" y="324378"/>
                  </a:lnTo>
                  <a:lnTo>
                    <a:pt x="55417" y="321989"/>
                  </a:lnTo>
                  <a:lnTo>
                    <a:pt x="55417" y="319123"/>
                  </a:lnTo>
                  <a:lnTo>
                    <a:pt x="56850" y="317212"/>
                  </a:lnTo>
                  <a:lnTo>
                    <a:pt x="57805" y="315301"/>
                  </a:lnTo>
                  <a:lnTo>
                    <a:pt x="57805" y="313868"/>
                  </a:lnTo>
                  <a:lnTo>
                    <a:pt x="57328" y="312913"/>
                  </a:lnTo>
                  <a:lnTo>
                    <a:pt x="55894" y="310524"/>
                  </a:lnTo>
                  <a:lnTo>
                    <a:pt x="50162" y="309569"/>
                  </a:lnTo>
                  <a:lnTo>
                    <a:pt x="45862" y="304791"/>
                  </a:lnTo>
                  <a:lnTo>
                    <a:pt x="45384" y="300970"/>
                  </a:lnTo>
                  <a:lnTo>
                    <a:pt x="43951" y="297148"/>
                  </a:lnTo>
                  <a:lnTo>
                    <a:pt x="43951" y="294281"/>
                  </a:lnTo>
                  <a:lnTo>
                    <a:pt x="43473" y="291893"/>
                  </a:lnTo>
                  <a:lnTo>
                    <a:pt x="44907" y="291415"/>
                  </a:lnTo>
                  <a:lnTo>
                    <a:pt x="45862" y="291415"/>
                  </a:lnTo>
                  <a:lnTo>
                    <a:pt x="45862" y="292370"/>
                  </a:lnTo>
                  <a:lnTo>
                    <a:pt x="46340" y="294281"/>
                  </a:lnTo>
                  <a:lnTo>
                    <a:pt x="47773" y="295714"/>
                  </a:lnTo>
                  <a:lnTo>
                    <a:pt x="49206" y="296670"/>
                  </a:lnTo>
                  <a:lnTo>
                    <a:pt x="50162" y="298103"/>
                  </a:lnTo>
                  <a:lnTo>
                    <a:pt x="51117" y="298581"/>
                  </a:lnTo>
                  <a:lnTo>
                    <a:pt x="52072" y="298581"/>
                  </a:lnTo>
                  <a:lnTo>
                    <a:pt x="51595" y="297625"/>
                  </a:lnTo>
                  <a:lnTo>
                    <a:pt x="51117" y="297148"/>
                  </a:lnTo>
                  <a:lnTo>
                    <a:pt x="50639" y="295237"/>
                  </a:lnTo>
                  <a:lnTo>
                    <a:pt x="49206" y="292848"/>
                  </a:lnTo>
                  <a:lnTo>
                    <a:pt x="47773" y="291415"/>
                  </a:lnTo>
                  <a:lnTo>
                    <a:pt x="46818" y="289026"/>
                  </a:lnTo>
                  <a:lnTo>
                    <a:pt x="46340" y="288548"/>
                  </a:lnTo>
                  <a:lnTo>
                    <a:pt x="45862" y="287593"/>
                  </a:lnTo>
                  <a:lnTo>
                    <a:pt x="47295" y="286160"/>
                  </a:lnTo>
                  <a:lnTo>
                    <a:pt x="49206" y="285682"/>
                  </a:lnTo>
                  <a:lnTo>
                    <a:pt x="52072" y="285205"/>
                  </a:lnTo>
                  <a:lnTo>
                    <a:pt x="59238" y="285682"/>
                  </a:lnTo>
                  <a:lnTo>
                    <a:pt x="60672" y="285205"/>
                  </a:lnTo>
                  <a:lnTo>
                    <a:pt x="62105" y="285205"/>
                  </a:lnTo>
                  <a:lnTo>
                    <a:pt x="63060" y="285205"/>
                  </a:lnTo>
                  <a:lnTo>
                    <a:pt x="61149" y="284727"/>
                  </a:lnTo>
                  <a:lnTo>
                    <a:pt x="60194" y="284727"/>
                  </a:lnTo>
                  <a:lnTo>
                    <a:pt x="58761" y="284727"/>
                  </a:lnTo>
                  <a:lnTo>
                    <a:pt x="55894" y="284727"/>
                  </a:lnTo>
                  <a:lnTo>
                    <a:pt x="54939" y="284727"/>
                  </a:lnTo>
                  <a:lnTo>
                    <a:pt x="53984" y="283771"/>
                  </a:lnTo>
                  <a:lnTo>
                    <a:pt x="53028" y="283771"/>
                  </a:lnTo>
                  <a:lnTo>
                    <a:pt x="50639" y="285205"/>
                  </a:lnTo>
                  <a:lnTo>
                    <a:pt x="49684" y="284727"/>
                  </a:lnTo>
                  <a:lnTo>
                    <a:pt x="46818" y="283294"/>
                  </a:lnTo>
                  <a:lnTo>
                    <a:pt x="45862" y="283294"/>
                  </a:lnTo>
                  <a:lnTo>
                    <a:pt x="43951" y="284249"/>
                  </a:lnTo>
                  <a:lnTo>
                    <a:pt x="43951" y="287593"/>
                  </a:lnTo>
                  <a:lnTo>
                    <a:pt x="44429" y="290459"/>
                  </a:lnTo>
                  <a:lnTo>
                    <a:pt x="43473" y="290459"/>
                  </a:lnTo>
                  <a:lnTo>
                    <a:pt x="42040" y="289504"/>
                  </a:lnTo>
                  <a:lnTo>
                    <a:pt x="40129" y="288548"/>
                  </a:lnTo>
                  <a:lnTo>
                    <a:pt x="38696" y="287593"/>
                  </a:lnTo>
                  <a:lnTo>
                    <a:pt x="36307" y="286160"/>
                  </a:lnTo>
                  <a:lnTo>
                    <a:pt x="35352" y="285205"/>
                  </a:lnTo>
                  <a:lnTo>
                    <a:pt x="33919" y="286638"/>
                  </a:lnTo>
                  <a:lnTo>
                    <a:pt x="33919" y="286160"/>
                  </a:lnTo>
                  <a:lnTo>
                    <a:pt x="34397" y="284249"/>
                  </a:lnTo>
                  <a:lnTo>
                    <a:pt x="34397" y="281382"/>
                  </a:lnTo>
                  <a:lnTo>
                    <a:pt x="36307" y="283771"/>
                  </a:lnTo>
                  <a:lnTo>
                    <a:pt x="35830" y="281860"/>
                  </a:lnTo>
                  <a:lnTo>
                    <a:pt x="33919" y="279949"/>
                  </a:lnTo>
                  <a:lnTo>
                    <a:pt x="32963" y="279472"/>
                  </a:lnTo>
                  <a:lnTo>
                    <a:pt x="31530" y="276128"/>
                  </a:lnTo>
                  <a:lnTo>
                    <a:pt x="28186" y="274217"/>
                  </a:lnTo>
                  <a:lnTo>
                    <a:pt x="25320" y="270873"/>
                  </a:lnTo>
                  <a:lnTo>
                    <a:pt x="20065" y="265617"/>
                  </a:lnTo>
                  <a:lnTo>
                    <a:pt x="19587" y="260840"/>
                  </a:lnTo>
                  <a:lnTo>
                    <a:pt x="17676" y="254630"/>
                  </a:lnTo>
                  <a:lnTo>
                    <a:pt x="18631" y="251286"/>
                  </a:lnTo>
                  <a:lnTo>
                    <a:pt x="18154" y="248897"/>
                  </a:lnTo>
                  <a:lnTo>
                    <a:pt x="17198" y="245075"/>
                  </a:lnTo>
                  <a:lnTo>
                    <a:pt x="16243" y="243164"/>
                  </a:lnTo>
                  <a:lnTo>
                    <a:pt x="11943" y="237432"/>
                  </a:lnTo>
                  <a:lnTo>
                    <a:pt x="7644" y="234087"/>
                  </a:lnTo>
                  <a:lnTo>
                    <a:pt x="6688" y="231221"/>
                  </a:lnTo>
                  <a:lnTo>
                    <a:pt x="6688" y="228355"/>
                  </a:lnTo>
                  <a:lnTo>
                    <a:pt x="7644" y="225488"/>
                  </a:lnTo>
                  <a:lnTo>
                    <a:pt x="8599" y="223100"/>
                  </a:lnTo>
                  <a:lnTo>
                    <a:pt x="9077" y="222144"/>
                  </a:lnTo>
                  <a:lnTo>
                    <a:pt x="9077" y="222622"/>
                  </a:lnTo>
                  <a:lnTo>
                    <a:pt x="9077" y="223100"/>
                  </a:lnTo>
                  <a:lnTo>
                    <a:pt x="9555" y="223577"/>
                  </a:lnTo>
                  <a:lnTo>
                    <a:pt x="10032" y="222144"/>
                  </a:lnTo>
                  <a:lnTo>
                    <a:pt x="10032" y="221666"/>
                  </a:lnTo>
                  <a:lnTo>
                    <a:pt x="9555" y="221666"/>
                  </a:lnTo>
                  <a:lnTo>
                    <a:pt x="9555" y="221189"/>
                  </a:lnTo>
                  <a:lnTo>
                    <a:pt x="10032" y="220233"/>
                  </a:lnTo>
                  <a:lnTo>
                    <a:pt x="11465" y="216889"/>
                  </a:lnTo>
                  <a:lnTo>
                    <a:pt x="11465" y="212112"/>
                  </a:lnTo>
                  <a:lnTo>
                    <a:pt x="12421" y="206857"/>
                  </a:lnTo>
                  <a:lnTo>
                    <a:pt x="12421" y="204946"/>
                  </a:lnTo>
                  <a:lnTo>
                    <a:pt x="11465" y="201124"/>
                  </a:lnTo>
                  <a:lnTo>
                    <a:pt x="10988" y="198735"/>
                  </a:lnTo>
                  <a:lnTo>
                    <a:pt x="9077" y="196825"/>
                  </a:lnTo>
                  <a:lnTo>
                    <a:pt x="10032" y="194436"/>
                  </a:lnTo>
                  <a:lnTo>
                    <a:pt x="10032" y="192047"/>
                  </a:lnTo>
                  <a:lnTo>
                    <a:pt x="7166" y="188703"/>
                  </a:lnTo>
                  <a:lnTo>
                    <a:pt x="5733" y="184403"/>
                  </a:lnTo>
                  <a:lnTo>
                    <a:pt x="5733" y="182493"/>
                  </a:lnTo>
                  <a:lnTo>
                    <a:pt x="5733" y="177715"/>
                  </a:lnTo>
                  <a:lnTo>
                    <a:pt x="5255" y="175327"/>
                  </a:lnTo>
                  <a:lnTo>
                    <a:pt x="3344" y="171983"/>
                  </a:lnTo>
                  <a:lnTo>
                    <a:pt x="4300" y="168638"/>
                  </a:lnTo>
                  <a:lnTo>
                    <a:pt x="4777" y="167205"/>
                  </a:lnTo>
                  <a:lnTo>
                    <a:pt x="7166" y="158606"/>
                  </a:lnTo>
                  <a:lnTo>
                    <a:pt x="7644" y="158128"/>
                  </a:lnTo>
                  <a:lnTo>
                    <a:pt x="8599" y="158128"/>
                  </a:lnTo>
                  <a:lnTo>
                    <a:pt x="10032" y="156695"/>
                  </a:lnTo>
                  <a:lnTo>
                    <a:pt x="9555" y="156218"/>
                  </a:lnTo>
                  <a:lnTo>
                    <a:pt x="8121" y="157173"/>
                  </a:lnTo>
                  <a:lnTo>
                    <a:pt x="9077" y="153829"/>
                  </a:lnTo>
                  <a:lnTo>
                    <a:pt x="10510" y="150962"/>
                  </a:lnTo>
                  <a:lnTo>
                    <a:pt x="10988" y="150007"/>
                  </a:lnTo>
                  <a:lnTo>
                    <a:pt x="11465" y="140930"/>
                  </a:lnTo>
                  <a:lnTo>
                    <a:pt x="11943" y="133764"/>
                  </a:lnTo>
                  <a:lnTo>
                    <a:pt x="12899" y="131376"/>
                  </a:lnTo>
                  <a:lnTo>
                    <a:pt x="12899" y="128987"/>
                  </a:lnTo>
                  <a:lnTo>
                    <a:pt x="13377" y="125643"/>
                  </a:lnTo>
                  <a:lnTo>
                    <a:pt x="12899" y="122777"/>
                  </a:lnTo>
                  <a:lnTo>
                    <a:pt x="15287" y="106534"/>
                  </a:lnTo>
                  <a:lnTo>
                    <a:pt x="14810" y="104623"/>
                  </a:lnTo>
                  <a:lnTo>
                    <a:pt x="15287" y="101756"/>
                  </a:lnTo>
                  <a:lnTo>
                    <a:pt x="14810" y="95068"/>
                  </a:lnTo>
                  <a:lnTo>
                    <a:pt x="15287" y="87424"/>
                  </a:lnTo>
                  <a:lnTo>
                    <a:pt x="14332" y="86469"/>
                  </a:lnTo>
                  <a:lnTo>
                    <a:pt x="14332" y="85513"/>
                  </a:lnTo>
                  <a:lnTo>
                    <a:pt x="14810" y="85036"/>
                  </a:lnTo>
                  <a:lnTo>
                    <a:pt x="15765" y="86469"/>
                  </a:lnTo>
                  <a:lnTo>
                    <a:pt x="20542" y="86469"/>
                  </a:lnTo>
                  <a:lnTo>
                    <a:pt x="23409" y="85036"/>
                  </a:lnTo>
                  <a:lnTo>
                    <a:pt x="24842" y="85513"/>
                  </a:lnTo>
                  <a:lnTo>
                    <a:pt x="25797" y="86947"/>
                  </a:lnTo>
                  <a:lnTo>
                    <a:pt x="27708" y="87424"/>
                  </a:lnTo>
                  <a:lnTo>
                    <a:pt x="29619" y="86947"/>
                  </a:lnTo>
                  <a:lnTo>
                    <a:pt x="28664" y="86469"/>
                  </a:lnTo>
                  <a:lnTo>
                    <a:pt x="27708" y="86469"/>
                  </a:lnTo>
                  <a:lnTo>
                    <a:pt x="25797" y="85036"/>
                  </a:lnTo>
                  <a:lnTo>
                    <a:pt x="24842" y="84080"/>
                  </a:lnTo>
                  <a:lnTo>
                    <a:pt x="21020" y="84080"/>
                  </a:lnTo>
                  <a:lnTo>
                    <a:pt x="20065" y="83125"/>
                  </a:lnTo>
                  <a:lnTo>
                    <a:pt x="16243" y="84080"/>
                  </a:lnTo>
                  <a:lnTo>
                    <a:pt x="14810" y="83125"/>
                  </a:lnTo>
                  <a:lnTo>
                    <a:pt x="12421" y="83603"/>
                  </a:lnTo>
                  <a:lnTo>
                    <a:pt x="13377" y="81214"/>
                  </a:lnTo>
                  <a:lnTo>
                    <a:pt x="12899" y="78347"/>
                  </a:lnTo>
                  <a:lnTo>
                    <a:pt x="13377" y="75004"/>
                  </a:lnTo>
                  <a:lnTo>
                    <a:pt x="13854" y="77392"/>
                  </a:lnTo>
                  <a:lnTo>
                    <a:pt x="15287" y="79781"/>
                  </a:lnTo>
                  <a:lnTo>
                    <a:pt x="15765" y="76914"/>
                  </a:lnTo>
                  <a:lnTo>
                    <a:pt x="16243" y="73570"/>
                  </a:lnTo>
                  <a:lnTo>
                    <a:pt x="14810" y="72137"/>
                  </a:lnTo>
                  <a:lnTo>
                    <a:pt x="12421" y="71182"/>
                  </a:lnTo>
                  <a:lnTo>
                    <a:pt x="11943" y="68315"/>
                  </a:lnTo>
                  <a:lnTo>
                    <a:pt x="17198" y="65449"/>
                  </a:lnTo>
                  <a:lnTo>
                    <a:pt x="14332" y="64971"/>
                  </a:lnTo>
                  <a:lnTo>
                    <a:pt x="13377" y="64016"/>
                  </a:lnTo>
                  <a:lnTo>
                    <a:pt x="11943" y="63538"/>
                  </a:lnTo>
                  <a:lnTo>
                    <a:pt x="11465" y="64493"/>
                  </a:lnTo>
                  <a:lnTo>
                    <a:pt x="11465" y="65927"/>
                  </a:lnTo>
                  <a:lnTo>
                    <a:pt x="10988" y="64493"/>
                  </a:lnTo>
                  <a:lnTo>
                    <a:pt x="10510" y="62582"/>
                  </a:lnTo>
                  <a:lnTo>
                    <a:pt x="10032" y="59238"/>
                  </a:lnTo>
                  <a:lnTo>
                    <a:pt x="7644" y="53983"/>
                  </a:lnTo>
                  <a:lnTo>
                    <a:pt x="6688" y="46817"/>
                  </a:lnTo>
                  <a:lnTo>
                    <a:pt x="4777" y="43473"/>
                  </a:lnTo>
                  <a:lnTo>
                    <a:pt x="1433" y="40607"/>
                  </a:lnTo>
                  <a:lnTo>
                    <a:pt x="956" y="38696"/>
                  </a:lnTo>
                  <a:lnTo>
                    <a:pt x="0" y="33441"/>
                  </a:lnTo>
                  <a:lnTo>
                    <a:pt x="478" y="30097"/>
                  </a:lnTo>
                  <a:lnTo>
                    <a:pt x="0" y="27708"/>
                  </a:lnTo>
                  <a:lnTo>
                    <a:pt x="1433" y="27708"/>
                  </a:lnTo>
                  <a:lnTo>
                    <a:pt x="5255" y="29619"/>
                  </a:lnTo>
                  <a:lnTo>
                    <a:pt x="10510" y="31052"/>
                  </a:lnTo>
                  <a:lnTo>
                    <a:pt x="11943" y="32486"/>
                  </a:lnTo>
                  <a:lnTo>
                    <a:pt x="14332" y="33441"/>
                  </a:lnTo>
                  <a:lnTo>
                    <a:pt x="28186" y="34396"/>
                  </a:lnTo>
                  <a:lnTo>
                    <a:pt x="28664" y="34396"/>
                  </a:lnTo>
                  <a:lnTo>
                    <a:pt x="30575" y="33441"/>
                  </a:lnTo>
                  <a:lnTo>
                    <a:pt x="31530" y="33919"/>
                  </a:lnTo>
                  <a:lnTo>
                    <a:pt x="33441" y="35352"/>
                  </a:lnTo>
                  <a:lnTo>
                    <a:pt x="34397" y="35830"/>
                  </a:lnTo>
                  <a:lnTo>
                    <a:pt x="35830" y="35830"/>
                  </a:lnTo>
                  <a:lnTo>
                    <a:pt x="36785" y="35352"/>
                  </a:lnTo>
                  <a:lnTo>
                    <a:pt x="38218" y="33919"/>
                  </a:lnTo>
                  <a:lnTo>
                    <a:pt x="38218" y="34396"/>
                  </a:lnTo>
                  <a:lnTo>
                    <a:pt x="38218" y="35830"/>
                  </a:lnTo>
                  <a:lnTo>
                    <a:pt x="39174" y="37263"/>
                  </a:lnTo>
                  <a:lnTo>
                    <a:pt x="40129" y="39651"/>
                  </a:lnTo>
                  <a:lnTo>
                    <a:pt x="40607" y="41085"/>
                  </a:lnTo>
                  <a:lnTo>
                    <a:pt x="38218" y="44907"/>
                  </a:lnTo>
                  <a:lnTo>
                    <a:pt x="37741" y="44907"/>
                  </a:lnTo>
                  <a:lnTo>
                    <a:pt x="37741" y="43473"/>
                  </a:lnTo>
                  <a:lnTo>
                    <a:pt x="37263" y="43473"/>
                  </a:lnTo>
                  <a:lnTo>
                    <a:pt x="32963" y="49684"/>
                  </a:lnTo>
                  <a:lnTo>
                    <a:pt x="31052" y="53028"/>
                  </a:lnTo>
                  <a:lnTo>
                    <a:pt x="31052" y="54461"/>
                  </a:lnTo>
                  <a:lnTo>
                    <a:pt x="31052" y="54939"/>
                  </a:lnTo>
                  <a:lnTo>
                    <a:pt x="31530" y="55417"/>
                  </a:lnTo>
                  <a:lnTo>
                    <a:pt x="33441" y="54939"/>
                  </a:lnTo>
                  <a:lnTo>
                    <a:pt x="35352" y="53506"/>
                  </a:lnTo>
                  <a:lnTo>
                    <a:pt x="35352" y="53506"/>
                  </a:lnTo>
                  <a:lnTo>
                    <a:pt x="33441" y="53983"/>
                  </a:lnTo>
                  <a:lnTo>
                    <a:pt x="32486" y="53983"/>
                  </a:lnTo>
                  <a:lnTo>
                    <a:pt x="32486" y="52550"/>
                  </a:lnTo>
                  <a:lnTo>
                    <a:pt x="32963" y="51595"/>
                  </a:lnTo>
                  <a:lnTo>
                    <a:pt x="34397" y="49684"/>
                  </a:lnTo>
                  <a:lnTo>
                    <a:pt x="35352" y="48251"/>
                  </a:lnTo>
                  <a:lnTo>
                    <a:pt x="37263" y="46817"/>
                  </a:lnTo>
                  <a:lnTo>
                    <a:pt x="38696" y="45862"/>
                  </a:lnTo>
                  <a:lnTo>
                    <a:pt x="39174" y="44429"/>
                  </a:lnTo>
                  <a:lnTo>
                    <a:pt x="41563" y="42040"/>
                  </a:lnTo>
                  <a:lnTo>
                    <a:pt x="42040" y="41562"/>
                  </a:lnTo>
                  <a:lnTo>
                    <a:pt x="42040" y="40129"/>
                  </a:lnTo>
                  <a:lnTo>
                    <a:pt x="42040" y="39651"/>
                  </a:lnTo>
                  <a:lnTo>
                    <a:pt x="42996" y="40129"/>
                  </a:lnTo>
                  <a:lnTo>
                    <a:pt x="43473" y="42996"/>
                  </a:lnTo>
                  <a:lnTo>
                    <a:pt x="43473" y="43951"/>
                  </a:lnTo>
                  <a:lnTo>
                    <a:pt x="41563" y="45384"/>
                  </a:lnTo>
                  <a:lnTo>
                    <a:pt x="41085" y="45862"/>
                  </a:lnTo>
                  <a:lnTo>
                    <a:pt x="41563" y="48251"/>
                  </a:lnTo>
                  <a:lnTo>
                    <a:pt x="41085" y="48251"/>
                  </a:lnTo>
                  <a:lnTo>
                    <a:pt x="40607" y="48251"/>
                  </a:lnTo>
                  <a:lnTo>
                    <a:pt x="40129" y="48251"/>
                  </a:lnTo>
                  <a:lnTo>
                    <a:pt x="42040" y="50639"/>
                  </a:lnTo>
                  <a:lnTo>
                    <a:pt x="42518" y="52072"/>
                  </a:lnTo>
                  <a:lnTo>
                    <a:pt x="42518" y="53983"/>
                  </a:lnTo>
                  <a:lnTo>
                    <a:pt x="42040" y="56850"/>
                  </a:lnTo>
                  <a:lnTo>
                    <a:pt x="41563" y="57328"/>
                  </a:lnTo>
                  <a:lnTo>
                    <a:pt x="40607" y="57328"/>
                  </a:lnTo>
                  <a:lnTo>
                    <a:pt x="39652" y="56372"/>
                  </a:lnTo>
                  <a:lnTo>
                    <a:pt x="39174" y="56372"/>
                  </a:lnTo>
                  <a:lnTo>
                    <a:pt x="38218" y="58761"/>
                  </a:lnTo>
                  <a:lnTo>
                    <a:pt x="38218" y="58761"/>
                  </a:lnTo>
                  <a:lnTo>
                    <a:pt x="37741" y="55894"/>
                  </a:lnTo>
                  <a:lnTo>
                    <a:pt x="37263" y="55417"/>
                  </a:lnTo>
                  <a:lnTo>
                    <a:pt x="35352" y="56850"/>
                  </a:lnTo>
                  <a:lnTo>
                    <a:pt x="34874" y="58283"/>
                  </a:lnTo>
                  <a:lnTo>
                    <a:pt x="33919" y="60194"/>
                  </a:lnTo>
                  <a:lnTo>
                    <a:pt x="33441" y="61149"/>
                  </a:lnTo>
                  <a:lnTo>
                    <a:pt x="35352" y="61149"/>
                  </a:lnTo>
                  <a:lnTo>
                    <a:pt x="37741" y="60672"/>
                  </a:lnTo>
                  <a:lnTo>
                    <a:pt x="39174" y="61627"/>
                  </a:lnTo>
                  <a:lnTo>
                    <a:pt x="39652" y="61627"/>
                  </a:lnTo>
                  <a:lnTo>
                    <a:pt x="41085" y="60672"/>
                  </a:lnTo>
                  <a:lnTo>
                    <a:pt x="41563" y="60194"/>
                  </a:lnTo>
                  <a:lnTo>
                    <a:pt x="42996" y="57328"/>
                  </a:lnTo>
                  <a:lnTo>
                    <a:pt x="43473" y="56850"/>
                  </a:lnTo>
                  <a:lnTo>
                    <a:pt x="44429" y="56850"/>
                  </a:lnTo>
                  <a:lnTo>
                    <a:pt x="45384" y="56372"/>
                  </a:lnTo>
                  <a:lnTo>
                    <a:pt x="46818" y="54939"/>
                  </a:lnTo>
                  <a:lnTo>
                    <a:pt x="46818" y="53983"/>
                  </a:lnTo>
                  <a:lnTo>
                    <a:pt x="46340" y="50639"/>
                  </a:lnTo>
                  <a:lnTo>
                    <a:pt x="46340" y="48728"/>
                  </a:lnTo>
                  <a:lnTo>
                    <a:pt x="45862" y="47773"/>
                  </a:lnTo>
                  <a:lnTo>
                    <a:pt x="45384" y="47295"/>
                  </a:lnTo>
                  <a:lnTo>
                    <a:pt x="45384" y="46340"/>
                  </a:lnTo>
                  <a:lnTo>
                    <a:pt x="45862" y="45384"/>
                  </a:lnTo>
                  <a:lnTo>
                    <a:pt x="45862" y="44429"/>
                  </a:lnTo>
                  <a:lnTo>
                    <a:pt x="45862" y="43473"/>
                  </a:lnTo>
                  <a:lnTo>
                    <a:pt x="45862" y="42518"/>
                  </a:lnTo>
                  <a:lnTo>
                    <a:pt x="47295" y="40607"/>
                  </a:lnTo>
                  <a:lnTo>
                    <a:pt x="47295" y="39651"/>
                  </a:lnTo>
                  <a:lnTo>
                    <a:pt x="48728" y="37263"/>
                  </a:lnTo>
                  <a:lnTo>
                    <a:pt x="48251" y="36785"/>
                  </a:lnTo>
                  <a:lnTo>
                    <a:pt x="47295" y="35830"/>
                  </a:lnTo>
                  <a:lnTo>
                    <a:pt x="46818" y="34874"/>
                  </a:lnTo>
                  <a:lnTo>
                    <a:pt x="45862" y="33441"/>
                  </a:lnTo>
                  <a:lnTo>
                    <a:pt x="45384" y="32963"/>
                  </a:lnTo>
                  <a:lnTo>
                    <a:pt x="45384" y="32963"/>
                  </a:lnTo>
                  <a:lnTo>
                    <a:pt x="45862" y="35352"/>
                  </a:lnTo>
                  <a:lnTo>
                    <a:pt x="45862" y="35352"/>
                  </a:lnTo>
                  <a:lnTo>
                    <a:pt x="43951" y="34396"/>
                  </a:lnTo>
                  <a:lnTo>
                    <a:pt x="43473" y="33441"/>
                  </a:lnTo>
                  <a:lnTo>
                    <a:pt x="42996" y="32486"/>
                  </a:lnTo>
                  <a:lnTo>
                    <a:pt x="43473" y="31530"/>
                  </a:lnTo>
                  <a:lnTo>
                    <a:pt x="44429" y="30575"/>
                  </a:lnTo>
                  <a:lnTo>
                    <a:pt x="45862" y="30575"/>
                  </a:lnTo>
                  <a:lnTo>
                    <a:pt x="45384" y="29619"/>
                  </a:lnTo>
                  <a:lnTo>
                    <a:pt x="43951" y="27708"/>
                  </a:lnTo>
                  <a:lnTo>
                    <a:pt x="42996" y="26753"/>
                  </a:lnTo>
                  <a:lnTo>
                    <a:pt x="42040" y="26275"/>
                  </a:lnTo>
                  <a:lnTo>
                    <a:pt x="41085" y="25797"/>
                  </a:lnTo>
                  <a:lnTo>
                    <a:pt x="40607" y="25797"/>
                  </a:lnTo>
                  <a:lnTo>
                    <a:pt x="40129" y="25320"/>
                  </a:lnTo>
                  <a:lnTo>
                    <a:pt x="40607" y="24364"/>
                  </a:lnTo>
                  <a:lnTo>
                    <a:pt x="41085" y="24364"/>
                  </a:lnTo>
                  <a:lnTo>
                    <a:pt x="42996" y="24364"/>
                  </a:lnTo>
                  <a:lnTo>
                    <a:pt x="43951" y="23886"/>
                  </a:lnTo>
                  <a:lnTo>
                    <a:pt x="43951" y="22931"/>
                  </a:lnTo>
                  <a:lnTo>
                    <a:pt x="43473" y="22453"/>
                  </a:lnTo>
                  <a:lnTo>
                    <a:pt x="43473" y="19587"/>
                  </a:lnTo>
                  <a:lnTo>
                    <a:pt x="42996" y="17198"/>
                  </a:lnTo>
                  <a:lnTo>
                    <a:pt x="42518" y="16721"/>
                  </a:lnTo>
                  <a:lnTo>
                    <a:pt x="42040" y="16721"/>
                  </a:lnTo>
                  <a:lnTo>
                    <a:pt x="41563" y="16721"/>
                  </a:lnTo>
                  <a:lnTo>
                    <a:pt x="40607" y="16721"/>
                  </a:lnTo>
                  <a:lnTo>
                    <a:pt x="40129" y="16243"/>
                  </a:lnTo>
                  <a:lnTo>
                    <a:pt x="39174" y="14332"/>
                  </a:lnTo>
                  <a:lnTo>
                    <a:pt x="38218" y="10510"/>
                  </a:lnTo>
                  <a:lnTo>
                    <a:pt x="40129" y="10510"/>
                  </a:lnTo>
                  <a:lnTo>
                    <a:pt x="48728" y="10510"/>
                  </a:lnTo>
                  <a:lnTo>
                    <a:pt x="56850" y="10510"/>
                  </a:lnTo>
                  <a:lnTo>
                    <a:pt x="65449" y="10510"/>
                  </a:lnTo>
                  <a:lnTo>
                    <a:pt x="74048" y="10510"/>
                  </a:lnTo>
                  <a:lnTo>
                    <a:pt x="82170" y="10510"/>
                  </a:lnTo>
                  <a:lnTo>
                    <a:pt x="90769" y="10510"/>
                  </a:lnTo>
                  <a:lnTo>
                    <a:pt x="99368" y="10510"/>
                  </a:lnTo>
                  <a:lnTo>
                    <a:pt x="107489" y="10510"/>
                  </a:lnTo>
                  <a:lnTo>
                    <a:pt x="116088" y="10510"/>
                  </a:lnTo>
                  <a:lnTo>
                    <a:pt x="124687" y="10510"/>
                  </a:lnTo>
                  <a:lnTo>
                    <a:pt x="132809" y="10510"/>
                  </a:lnTo>
                  <a:lnTo>
                    <a:pt x="141408" y="10510"/>
                  </a:lnTo>
                  <a:lnTo>
                    <a:pt x="150007" y="10510"/>
                  </a:lnTo>
                  <a:lnTo>
                    <a:pt x="158606" y="10510"/>
                  </a:lnTo>
                  <a:lnTo>
                    <a:pt x="166728" y="10510"/>
                  </a:lnTo>
                  <a:lnTo>
                    <a:pt x="175327" y="10510"/>
                  </a:lnTo>
                  <a:lnTo>
                    <a:pt x="183926" y="10510"/>
                  </a:lnTo>
                  <a:lnTo>
                    <a:pt x="192047" y="10510"/>
                  </a:lnTo>
                  <a:lnTo>
                    <a:pt x="200646" y="10510"/>
                  </a:lnTo>
                  <a:lnTo>
                    <a:pt x="209246" y="10510"/>
                  </a:lnTo>
                  <a:lnTo>
                    <a:pt x="217845" y="10510"/>
                  </a:lnTo>
                  <a:lnTo>
                    <a:pt x="225966" y="10510"/>
                  </a:lnTo>
                  <a:lnTo>
                    <a:pt x="234565" y="10510"/>
                  </a:lnTo>
                  <a:lnTo>
                    <a:pt x="243164" y="10510"/>
                  </a:lnTo>
                  <a:lnTo>
                    <a:pt x="251286" y="10510"/>
                  </a:lnTo>
                  <a:lnTo>
                    <a:pt x="259885" y="10510"/>
                  </a:lnTo>
                  <a:lnTo>
                    <a:pt x="268484" y="10510"/>
                  </a:lnTo>
                  <a:lnTo>
                    <a:pt x="276605" y="10510"/>
                  </a:lnTo>
                  <a:lnTo>
                    <a:pt x="285205" y="10510"/>
                  </a:lnTo>
                  <a:lnTo>
                    <a:pt x="293804" y="10510"/>
                  </a:lnTo>
                  <a:lnTo>
                    <a:pt x="301925" y="10510"/>
                  </a:lnTo>
                  <a:lnTo>
                    <a:pt x="310524" y="10510"/>
                  </a:lnTo>
                  <a:lnTo>
                    <a:pt x="319123" y="10510"/>
                  </a:lnTo>
                  <a:lnTo>
                    <a:pt x="327722" y="10510"/>
                  </a:lnTo>
                  <a:lnTo>
                    <a:pt x="335844" y="10510"/>
                  </a:lnTo>
                  <a:lnTo>
                    <a:pt x="344443" y="10510"/>
                  </a:lnTo>
                  <a:lnTo>
                    <a:pt x="353042" y="10510"/>
                  </a:lnTo>
                  <a:lnTo>
                    <a:pt x="361163" y="10510"/>
                  </a:lnTo>
                  <a:lnTo>
                    <a:pt x="369763" y="10510"/>
                  </a:lnTo>
                  <a:lnTo>
                    <a:pt x="378362" y="10510"/>
                  </a:lnTo>
                  <a:lnTo>
                    <a:pt x="386961" y="10510"/>
                  </a:lnTo>
                  <a:lnTo>
                    <a:pt x="395082" y="10510"/>
                  </a:lnTo>
                  <a:lnTo>
                    <a:pt x="403681" y="10510"/>
                  </a:lnTo>
                  <a:lnTo>
                    <a:pt x="412281" y="10510"/>
                  </a:lnTo>
                  <a:lnTo>
                    <a:pt x="420402" y="10510"/>
                  </a:lnTo>
                  <a:lnTo>
                    <a:pt x="429001" y="10510"/>
                  </a:lnTo>
                  <a:lnTo>
                    <a:pt x="437600" y="10510"/>
                  </a:lnTo>
                  <a:lnTo>
                    <a:pt x="445722" y="10510"/>
                  </a:lnTo>
                  <a:lnTo>
                    <a:pt x="454321" y="10510"/>
                  </a:lnTo>
                  <a:lnTo>
                    <a:pt x="462920" y="10510"/>
                  </a:lnTo>
                  <a:lnTo>
                    <a:pt x="471519" y="10510"/>
                  </a:lnTo>
                  <a:lnTo>
                    <a:pt x="479640" y="10510"/>
                  </a:lnTo>
                  <a:lnTo>
                    <a:pt x="488240" y="10510"/>
                  </a:lnTo>
                  <a:lnTo>
                    <a:pt x="496839" y="10510"/>
                  </a:lnTo>
                  <a:lnTo>
                    <a:pt x="504960" y="10510"/>
                  </a:lnTo>
                  <a:lnTo>
                    <a:pt x="513559" y="10510"/>
                  </a:lnTo>
                  <a:lnTo>
                    <a:pt x="522158" y="10510"/>
                  </a:lnTo>
                  <a:lnTo>
                    <a:pt x="530280" y="10510"/>
                  </a:lnTo>
                  <a:lnTo>
                    <a:pt x="538879" y="10510"/>
                  </a:lnTo>
                  <a:lnTo>
                    <a:pt x="547478" y="10510"/>
                  </a:lnTo>
                  <a:lnTo>
                    <a:pt x="556077" y="10510"/>
                  </a:lnTo>
                  <a:lnTo>
                    <a:pt x="564199" y="10510"/>
                  </a:lnTo>
                  <a:lnTo>
                    <a:pt x="572798" y="10510"/>
                  </a:lnTo>
                  <a:lnTo>
                    <a:pt x="581397" y="10510"/>
                  </a:lnTo>
                  <a:lnTo>
                    <a:pt x="585696" y="10510"/>
                  </a:lnTo>
                  <a:lnTo>
                    <a:pt x="586174" y="4777"/>
                  </a:lnTo>
                  <a:lnTo>
                    <a:pt x="586174" y="0"/>
                  </a:lnTo>
                  <a:lnTo>
                    <a:pt x="586174" y="0"/>
                  </a:lnTo>
                  <a:lnTo>
                    <a:pt x="590474" y="478"/>
                  </a:lnTo>
                  <a:lnTo>
                    <a:pt x="591429" y="1433"/>
                  </a:lnTo>
                  <a:lnTo>
                    <a:pt x="591907" y="1911"/>
                  </a:lnTo>
                  <a:lnTo>
                    <a:pt x="591907" y="1911"/>
                  </a:lnTo>
                  <a:lnTo>
                    <a:pt x="591907" y="3344"/>
                  </a:lnTo>
                  <a:lnTo>
                    <a:pt x="592385" y="7166"/>
                  </a:lnTo>
                  <a:lnTo>
                    <a:pt x="592862" y="10510"/>
                  </a:lnTo>
                  <a:lnTo>
                    <a:pt x="594773" y="14332"/>
                  </a:lnTo>
                  <a:lnTo>
                    <a:pt x="594773" y="15765"/>
                  </a:lnTo>
                  <a:lnTo>
                    <a:pt x="595729" y="16721"/>
                  </a:lnTo>
                  <a:lnTo>
                    <a:pt x="596684" y="17676"/>
                  </a:lnTo>
                  <a:lnTo>
                    <a:pt x="600506" y="18631"/>
                  </a:lnTo>
                  <a:lnTo>
                    <a:pt x="607672" y="20065"/>
                  </a:lnTo>
                  <a:lnTo>
                    <a:pt x="611971" y="21020"/>
                  </a:lnTo>
                  <a:lnTo>
                    <a:pt x="612927" y="22931"/>
                  </a:lnTo>
                  <a:lnTo>
                    <a:pt x="614838" y="23409"/>
                  </a:lnTo>
                  <a:lnTo>
                    <a:pt x="617704" y="22931"/>
                  </a:lnTo>
                  <a:lnTo>
                    <a:pt x="619615" y="22453"/>
                  </a:lnTo>
                  <a:lnTo>
                    <a:pt x="621048" y="21020"/>
                  </a:lnTo>
                  <a:lnTo>
                    <a:pt x="621048" y="21020"/>
                  </a:lnTo>
                  <a:lnTo>
                    <a:pt x="621526" y="21020"/>
                  </a:lnTo>
                  <a:lnTo>
                    <a:pt x="623437" y="20542"/>
                  </a:lnTo>
                  <a:lnTo>
                    <a:pt x="625826" y="21020"/>
                  </a:lnTo>
                  <a:lnTo>
                    <a:pt x="627736" y="21020"/>
                  </a:lnTo>
                  <a:lnTo>
                    <a:pt x="628692" y="21020"/>
                  </a:lnTo>
                  <a:lnTo>
                    <a:pt x="632036" y="22453"/>
                  </a:lnTo>
                  <a:lnTo>
                    <a:pt x="633947" y="23409"/>
                  </a:lnTo>
                  <a:lnTo>
                    <a:pt x="636813" y="25320"/>
                  </a:lnTo>
                  <a:lnTo>
                    <a:pt x="638724" y="25797"/>
                  </a:lnTo>
                  <a:lnTo>
                    <a:pt x="639680" y="27708"/>
                  </a:lnTo>
                  <a:lnTo>
                    <a:pt x="640158" y="30097"/>
                  </a:lnTo>
                  <a:lnTo>
                    <a:pt x="641591" y="30097"/>
                  </a:lnTo>
                  <a:lnTo>
                    <a:pt x="642546" y="28664"/>
                  </a:lnTo>
                  <a:lnTo>
                    <a:pt x="645413" y="28664"/>
                  </a:lnTo>
                  <a:lnTo>
                    <a:pt x="648279" y="29619"/>
                  </a:lnTo>
                  <a:lnTo>
                    <a:pt x="651623" y="32486"/>
                  </a:lnTo>
                  <a:lnTo>
                    <a:pt x="655445" y="34874"/>
                  </a:lnTo>
                  <a:lnTo>
                    <a:pt x="658311" y="36307"/>
                  </a:lnTo>
                  <a:lnTo>
                    <a:pt x="660700" y="36307"/>
                  </a:lnTo>
                  <a:lnTo>
                    <a:pt x="664044" y="34874"/>
                  </a:lnTo>
                  <a:lnTo>
                    <a:pt x="667388" y="32486"/>
                  </a:lnTo>
                  <a:lnTo>
                    <a:pt x="670255" y="32008"/>
                  </a:lnTo>
                  <a:lnTo>
                    <a:pt x="671688" y="32486"/>
                  </a:lnTo>
                  <a:lnTo>
                    <a:pt x="672643" y="34396"/>
                  </a:lnTo>
                  <a:lnTo>
                    <a:pt x="673599" y="34874"/>
                  </a:lnTo>
                  <a:lnTo>
                    <a:pt x="675987" y="34874"/>
                  </a:lnTo>
                  <a:lnTo>
                    <a:pt x="681720" y="35352"/>
                  </a:lnTo>
                  <a:lnTo>
                    <a:pt x="686497" y="34396"/>
                  </a:lnTo>
                  <a:lnTo>
                    <a:pt x="687453" y="35830"/>
                  </a:lnTo>
                  <a:lnTo>
                    <a:pt x="688408" y="37263"/>
                  </a:lnTo>
                  <a:lnTo>
                    <a:pt x="690319" y="37741"/>
                  </a:lnTo>
                  <a:lnTo>
                    <a:pt x="692708" y="37263"/>
                  </a:lnTo>
                  <a:lnTo>
                    <a:pt x="696530" y="37741"/>
                  </a:lnTo>
                  <a:lnTo>
                    <a:pt x="696052" y="38218"/>
                  </a:lnTo>
                  <a:lnTo>
                    <a:pt x="695574" y="38218"/>
                  </a:lnTo>
                  <a:lnTo>
                    <a:pt x="694619" y="38218"/>
                  </a:lnTo>
                  <a:lnTo>
                    <a:pt x="693663" y="39174"/>
                  </a:lnTo>
                  <a:lnTo>
                    <a:pt x="691752" y="40607"/>
                  </a:lnTo>
                  <a:lnTo>
                    <a:pt x="688408" y="42040"/>
                  </a:lnTo>
                  <a:lnTo>
                    <a:pt x="684586" y="43473"/>
                  </a:lnTo>
                  <a:lnTo>
                    <a:pt x="676465" y="46340"/>
                  </a:lnTo>
                  <a:lnTo>
                    <a:pt x="671688" y="49206"/>
                  </a:lnTo>
                  <a:lnTo>
                    <a:pt x="669299" y="50639"/>
                  </a:lnTo>
                  <a:lnTo>
                    <a:pt x="660700" y="58761"/>
                  </a:lnTo>
                  <a:lnTo>
                    <a:pt x="655445" y="63538"/>
                  </a:lnTo>
                  <a:lnTo>
                    <a:pt x="647324" y="69271"/>
                  </a:lnTo>
                  <a:lnTo>
                    <a:pt x="646368" y="70226"/>
                  </a:lnTo>
                  <a:lnTo>
                    <a:pt x="646368" y="71182"/>
                  </a:lnTo>
                  <a:lnTo>
                    <a:pt x="647324" y="71659"/>
                  </a:lnTo>
                  <a:lnTo>
                    <a:pt x="648757" y="72615"/>
                  </a:lnTo>
                  <a:lnTo>
                    <a:pt x="650190" y="72615"/>
                  </a:lnTo>
                  <a:lnTo>
                    <a:pt x="651623" y="72615"/>
                  </a:lnTo>
                  <a:lnTo>
                    <a:pt x="658311" y="70704"/>
                  </a:lnTo>
                  <a:lnTo>
                    <a:pt x="661178" y="69748"/>
                  </a:lnTo>
                  <a:lnTo>
                    <a:pt x="664044" y="67838"/>
                  </a:lnTo>
                  <a:lnTo>
                    <a:pt x="664522" y="67838"/>
                  </a:lnTo>
                  <a:lnTo>
                    <a:pt x="665477" y="67838"/>
                  </a:lnTo>
                  <a:lnTo>
                    <a:pt x="665955" y="68315"/>
                  </a:lnTo>
                  <a:lnTo>
                    <a:pt x="669299" y="65927"/>
                  </a:lnTo>
                  <a:lnTo>
                    <a:pt x="670732" y="65449"/>
                  </a:lnTo>
                  <a:lnTo>
                    <a:pt x="671688" y="65449"/>
                  </a:lnTo>
                  <a:lnTo>
                    <a:pt x="672643" y="66404"/>
                  </a:lnTo>
                  <a:lnTo>
                    <a:pt x="673121" y="66882"/>
                  </a:lnTo>
                  <a:lnTo>
                    <a:pt x="672643" y="68315"/>
                  </a:lnTo>
                  <a:lnTo>
                    <a:pt x="671688" y="69748"/>
                  </a:lnTo>
                  <a:lnTo>
                    <a:pt x="671210" y="71182"/>
                  </a:lnTo>
                  <a:lnTo>
                    <a:pt x="671210" y="72137"/>
                  </a:lnTo>
                  <a:lnTo>
                    <a:pt x="670732" y="73093"/>
                  </a:lnTo>
                  <a:lnTo>
                    <a:pt x="669777" y="74526"/>
                  </a:lnTo>
                  <a:lnTo>
                    <a:pt x="669777" y="75004"/>
                  </a:lnTo>
                  <a:lnTo>
                    <a:pt x="673121" y="74048"/>
                  </a:lnTo>
                  <a:lnTo>
                    <a:pt x="673599" y="73570"/>
                  </a:lnTo>
                  <a:lnTo>
                    <a:pt x="673599" y="73570"/>
                  </a:lnTo>
                  <a:lnTo>
                    <a:pt x="673121" y="73093"/>
                  </a:lnTo>
                  <a:lnTo>
                    <a:pt x="673599" y="73093"/>
                  </a:lnTo>
                  <a:lnTo>
                    <a:pt x="675987" y="74526"/>
                  </a:lnTo>
                  <a:lnTo>
                    <a:pt x="677420" y="75481"/>
                  </a:lnTo>
                  <a:lnTo>
                    <a:pt x="678854" y="75481"/>
                  </a:lnTo>
                  <a:lnTo>
                    <a:pt x="681720" y="75004"/>
                  </a:lnTo>
                  <a:lnTo>
                    <a:pt x="685064" y="74048"/>
                  </a:lnTo>
                  <a:lnTo>
                    <a:pt x="688408" y="72137"/>
                  </a:lnTo>
                  <a:lnTo>
                    <a:pt x="691274" y="70226"/>
                  </a:lnTo>
                  <a:lnTo>
                    <a:pt x="694141" y="68793"/>
                  </a:lnTo>
                  <a:lnTo>
                    <a:pt x="698440" y="68315"/>
                  </a:lnTo>
                  <a:lnTo>
                    <a:pt x="700829" y="67838"/>
                  </a:lnTo>
                  <a:lnTo>
                    <a:pt x="702740" y="66882"/>
                  </a:lnTo>
                  <a:lnTo>
                    <a:pt x="705129" y="64971"/>
                  </a:lnTo>
                  <a:lnTo>
                    <a:pt x="706084" y="64493"/>
                  </a:lnTo>
                  <a:lnTo>
                    <a:pt x="707995" y="64016"/>
                  </a:lnTo>
                  <a:lnTo>
                    <a:pt x="708950" y="63538"/>
                  </a:lnTo>
                  <a:lnTo>
                    <a:pt x="709906" y="62105"/>
                  </a:lnTo>
                  <a:lnTo>
                    <a:pt x="711339" y="60672"/>
                  </a:lnTo>
                  <a:lnTo>
                    <a:pt x="713728" y="59238"/>
                  </a:lnTo>
                  <a:lnTo>
                    <a:pt x="715161" y="58283"/>
                  </a:lnTo>
                  <a:lnTo>
                    <a:pt x="715161" y="58761"/>
                  </a:lnTo>
                  <a:lnTo>
                    <a:pt x="715639" y="59238"/>
                  </a:lnTo>
                  <a:lnTo>
                    <a:pt x="715639" y="60194"/>
                  </a:lnTo>
                  <a:lnTo>
                    <a:pt x="716116" y="60672"/>
                  </a:lnTo>
                  <a:lnTo>
                    <a:pt x="717072" y="61627"/>
                  </a:lnTo>
                  <a:lnTo>
                    <a:pt x="717550" y="62105"/>
                  </a:lnTo>
                  <a:lnTo>
                    <a:pt x="717550" y="63060"/>
                  </a:lnTo>
                  <a:lnTo>
                    <a:pt x="718027" y="63538"/>
                  </a:lnTo>
                  <a:lnTo>
                    <a:pt x="718505" y="64493"/>
                  </a:lnTo>
                  <a:lnTo>
                    <a:pt x="718983" y="65449"/>
                  </a:lnTo>
                  <a:lnTo>
                    <a:pt x="718505" y="67838"/>
                  </a:lnTo>
                  <a:lnTo>
                    <a:pt x="718505" y="68793"/>
                  </a:lnTo>
                  <a:lnTo>
                    <a:pt x="718983" y="69748"/>
                  </a:lnTo>
                  <a:lnTo>
                    <a:pt x="718983" y="69748"/>
                  </a:lnTo>
                  <a:lnTo>
                    <a:pt x="719461" y="69748"/>
                  </a:lnTo>
                  <a:lnTo>
                    <a:pt x="719938" y="68793"/>
                  </a:lnTo>
                  <a:lnTo>
                    <a:pt x="720416" y="68315"/>
                  </a:lnTo>
                  <a:lnTo>
                    <a:pt x="720416" y="67838"/>
                  </a:lnTo>
                  <a:lnTo>
                    <a:pt x="723760" y="65927"/>
                  </a:lnTo>
                  <a:lnTo>
                    <a:pt x="724238" y="65927"/>
                  </a:lnTo>
                  <a:lnTo>
                    <a:pt x="725193" y="66404"/>
                  </a:lnTo>
                  <a:lnTo>
                    <a:pt x="730448" y="67360"/>
                  </a:lnTo>
                  <a:lnTo>
                    <a:pt x="732359" y="67838"/>
                  </a:lnTo>
                  <a:lnTo>
                    <a:pt x="734270" y="68793"/>
                  </a:lnTo>
                  <a:lnTo>
                    <a:pt x="735226" y="69271"/>
                  </a:lnTo>
                  <a:lnTo>
                    <a:pt x="737614" y="73093"/>
                  </a:lnTo>
                  <a:lnTo>
                    <a:pt x="738570" y="74526"/>
                  </a:lnTo>
                  <a:lnTo>
                    <a:pt x="739525" y="75004"/>
                  </a:lnTo>
                  <a:lnTo>
                    <a:pt x="740003" y="75481"/>
                  </a:lnTo>
                  <a:lnTo>
                    <a:pt x="740481" y="76914"/>
                  </a:lnTo>
                  <a:lnTo>
                    <a:pt x="740481" y="77392"/>
                  </a:lnTo>
                  <a:lnTo>
                    <a:pt x="744303" y="77392"/>
                  </a:lnTo>
                  <a:lnTo>
                    <a:pt x="746213" y="77392"/>
                  </a:lnTo>
                  <a:lnTo>
                    <a:pt x="747169" y="76914"/>
                  </a:lnTo>
                  <a:lnTo>
                    <a:pt x="748124" y="76914"/>
                  </a:lnTo>
                  <a:lnTo>
                    <a:pt x="749557" y="78347"/>
                  </a:lnTo>
                  <a:lnTo>
                    <a:pt x="750513" y="78825"/>
                  </a:lnTo>
                  <a:lnTo>
                    <a:pt x="751946" y="78347"/>
                  </a:lnTo>
                  <a:lnTo>
                    <a:pt x="752902" y="78347"/>
                  </a:lnTo>
                  <a:lnTo>
                    <a:pt x="754335" y="78825"/>
                  </a:lnTo>
                  <a:lnTo>
                    <a:pt x="754813" y="79303"/>
                  </a:lnTo>
                  <a:lnTo>
                    <a:pt x="754813" y="79303"/>
                  </a:lnTo>
                  <a:lnTo>
                    <a:pt x="757201" y="77392"/>
                  </a:lnTo>
                  <a:lnTo>
                    <a:pt x="759590" y="75481"/>
                  </a:lnTo>
                  <a:lnTo>
                    <a:pt x="762934" y="73570"/>
                  </a:lnTo>
                  <a:lnTo>
                    <a:pt x="764845" y="73093"/>
                  </a:lnTo>
                  <a:lnTo>
                    <a:pt x="765322" y="73093"/>
                  </a:lnTo>
                  <a:lnTo>
                    <a:pt x="768667" y="72615"/>
                  </a:lnTo>
                  <a:lnTo>
                    <a:pt x="771533" y="72615"/>
                  </a:lnTo>
                  <a:lnTo>
                    <a:pt x="775355" y="73093"/>
                  </a:lnTo>
                  <a:lnTo>
                    <a:pt x="778699" y="72615"/>
                  </a:lnTo>
                  <a:lnTo>
                    <a:pt x="782043" y="71182"/>
                  </a:lnTo>
                  <a:lnTo>
                    <a:pt x="784910" y="70704"/>
                  </a:lnTo>
                  <a:lnTo>
                    <a:pt x="787298" y="70226"/>
                  </a:lnTo>
                  <a:lnTo>
                    <a:pt x="788254" y="70704"/>
                  </a:lnTo>
                  <a:lnTo>
                    <a:pt x="787298" y="71659"/>
                  </a:lnTo>
                  <a:lnTo>
                    <a:pt x="787298" y="73093"/>
                  </a:lnTo>
                  <a:lnTo>
                    <a:pt x="787298" y="75004"/>
                  </a:lnTo>
                  <a:lnTo>
                    <a:pt x="786820" y="76437"/>
                  </a:lnTo>
                  <a:lnTo>
                    <a:pt x="786343" y="76914"/>
                  </a:lnTo>
                  <a:lnTo>
                    <a:pt x="786343" y="77392"/>
                  </a:lnTo>
                  <a:lnTo>
                    <a:pt x="786820" y="77870"/>
                  </a:lnTo>
                  <a:lnTo>
                    <a:pt x="789209" y="77870"/>
                  </a:lnTo>
                  <a:lnTo>
                    <a:pt x="790164" y="78825"/>
                  </a:lnTo>
                  <a:lnTo>
                    <a:pt x="791598" y="78825"/>
                  </a:lnTo>
                  <a:lnTo>
                    <a:pt x="793509" y="78347"/>
                  </a:lnTo>
                  <a:lnTo>
                    <a:pt x="794464" y="78347"/>
                  </a:lnTo>
                  <a:lnTo>
                    <a:pt x="795420" y="79303"/>
                  </a:lnTo>
                  <a:lnTo>
                    <a:pt x="796853" y="79781"/>
                  </a:lnTo>
                  <a:lnTo>
                    <a:pt x="797808" y="78825"/>
                  </a:lnTo>
                  <a:lnTo>
                    <a:pt x="798764" y="78347"/>
                  </a:lnTo>
                  <a:lnTo>
                    <a:pt x="799719" y="77870"/>
                  </a:lnTo>
                  <a:lnTo>
                    <a:pt x="800197" y="77870"/>
                  </a:lnTo>
                  <a:lnTo>
                    <a:pt x="800675" y="78347"/>
                  </a:lnTo>
                  <a:lnTo>
                    <a:pt x="801152" y="78825"/>
                  </a:lnTo>
                  <a:lnTo>
                    <a:pt x="802108" y="80258"/>
                  </a:lnTo>
                  <a:lnTo>
                    <a:pt x="802586" y="81214"/>
                  </a:lnTo>
                  <a:lnTo>
                    <a:pt x="803063" y="83125"/>
                  </a:lnTo>
                  <a:lnTo>
                    <a:pt x="803063" y="83603"/>
                  </a:lnTo>
                  <a:lnTo>
                    <a:pt x="803063" y="84558"/>
                  </a:lnTo>
                  <a:lnTo>
                    <a:pt x="802586" y="85036"/>
                  </a:lnTo>
                  <a:lnTo>
                    <a:pt x="802586" y="85513"/>
                  </a:lnTo>
                  <a:lnTo>
                    <a:pt x="802586" y="85991"/>
                  </a:lnTo>
                  <a:lnTo>
                    <a:pt x="804974" y="86469"/>
                  </a:lnTo>
                  <a:lnTo>
                    <a:pt x="806407" y="86947"/>
                  </a:lnTo>
                  <a:lnTo>
                    <a:pt x="806407" y="87424"/>
                  </a:lnTo>
                  <a:lnTo>
                    <a:pt x="806407" y="87902"/>
                  </a:lnTo>
                  <a:lnTo>
                    <a:pt x="806407" y="88858"/>
                  </a:lnTo>
                  <a:lnTo>
                    <a:pt x="806885" y="89335"/>
                  </a:lnTo>
                  <a:lnTo>
                    <a:pt x="808796" y="90291"/>
                  </a:lnTo>
                  <a:lnTo>
                    <a:pt x="809274" y="90769"/>
                  </a:lnTo>
                  <a:lnTo>
                    <a:pt x="809274" y="91724"/>
                  </a:lnTo>
                  <a:lnTo>
                    <a:pt x="808796" y="91724"/>
                  </a:lnTo>
                  <a:lnTo>
                    <a:pt x="807841" y="92202"/>
                  </a:lnTo>
                  <a:lnTo>
                    <a:pt x="800675" y="91246"/>
                  </a:lnTo>
                  <a:lnTo>
                    <a:pt x="798286" y="90769"/>
                  </a:lnTo>
                  <a:lnTo>
                    <a:pt x="798286" y="91246"/>
                  </a:lnTo>
                  <a:lnTo>
                    <a:pt x="797808" y="91246"/>
                  </a:lnTo>
                  <a:lnTo>
                    <a:pt x="797330" y="91246"/>
                  </a:lnTo>
                  <a:lnTo>
                    <a:pt x="796853" y="91246"/>
                  </a:lnTo>
                  <a:lnTo>
                    <a:pt x="796853" y="90769"/>
                  </a:lnTo>
                  <a:lnTo>
                    <a:pt x="796375" y="90291"/>
                  </a:lnTo>
                  <a:lnTo>
                    <a:pt x="795897" y="89813"/>
                  </a:lnTo>
                  <a:lnTo>
                    <a:pt x="794942" y="89813"/>
                  </a:lnTo>
                  <a:lnTo>
                    <a:pt x="793986" y="90291"/>
                  </a:lnTo>
                  <a:lnTo>
                    <a:pt x="793031" y="92202"/>
                  </a:lnTo>
                  <a:lnTo>
                    <a:pt x="793031" y="92679"/>
                  </a:lnTo>
                  <a:lnTo>
                    <a:pt x="793031" y="93635"/>
                  </a:lnTo>
                  <a:lnTo>
                    <a:pt x="793031" y="94113"/>
                  </a:lnTo>
                  <a:lnTo>
                    <a:pt x="793031" y="94590"/>
                  </a:lnTo>
                  <a:lnTo>
                    <a:pt x="793031" y="94590"/>
                  </a:lnTo>
                  <a:lnTo>
                    <a:pt x="792076" y="94590"/>
                  </a:lnTo>
                  <a:lnTo>
                    <a:pt x="791120" y="94113"/>
                  </a:lnTo>
                  <a:lnTo>
                    <a:pt x="787776" y="91246"/>
                  </a:lnTo>
                  <a:lnTo>
                    <a:pt x="785387" y="89813"/>
                  </a:lnTo>
                  <a:lnTo>
                    <a:pt x="782043" y="88858"/>
                  </a:lnTo>
                  <a:lnTo>
                    <a:pt x="779654" y="88380"/>
                  </a:lnTo>
                  <a:lnTo>
                    <a:pt x="777744" y="88380"/>
                  </a:lnTo>
                  <a:lnTo>
                    <a:pt x="776310" y="88858"/>
                  </a:lnTo>
                  <a:lnTo>
                    <a:pt x="775355" y="90291"/>
                  </a:lnTo>
                  <a:lnTo>
                    <a:pt x="773444" y="91246"/>
                  </a:lnTo>
                  <a:lnTo>
                    <a:pt x="771055" y="91724"/>
                  </a:lnTo>
                  <a:lnTo>
                    <a:pt x="769622" y="92202"/>
                  </a:lnTo>
                  <a:lnTo>
                    <a:pt x="769145" y="92679"/>
                  </a:lnTo>
                  <a:lnTo>
                    <a:pt x="768667" y="92679"/>
                  </a:lnTo>
                  <a:lnTo>
                    <a:pt x="766756" y="92202"/>
                  </a:lnTo>
                  <a:lnTo>
                    <a:pt x="765322" y="91724"/>
                  </a:lnTo>
                  <a:lnTo>
                    <a:pt x="763412" y="92202"/>
                  </a:lnTo>
                  <a:lnTo>
                    <a:pt x="762456" y="92679"/>
                  </a:lnTo>
                  <a:lnTo>
                    <a:pt x="761023" y="94590"/>
                  </a:lnTo>
                  <a:lnTo>
                    <a:pt x="760545" y="95546"/>
                  </a:lnTo>
                  <a:lnTo>
                    <a:pt x="759590" y="96024"/>
                  </a:lnTo>
                  <a:lnTo>
                    <a:pt x="757201" y="97457"/>
                  </a:lnTo>
                  <a:lnTo>
                    <a:pt x="757201" y="97935"/>
                  </a:lnTo>
                  <a:lnTo>
                    <a:pt x="755768" y="99368"/>
                  </a:lnTo>
                  <a:lnTo>
                    <a:pt x="755290" y="99845"/>
                  </a:lnTo>
                  <a:lnTo>
                    <a:pt x="755290" y="100801"/>
                  </a:lnTo>
                  <a:lnTo>
                    <a:pt x="754813" y="100801"/>
                  </a:lnTo>
                  <a:lnTo>
                    <a:pt x="753857" y="99845"/>
                  </a:lnTo>
                  <a:lnTo>
                    <a:pt x="753857" y="98890"/>
                  </a:lnTo>
                  <a:lnTo>
                    <a:pt x="754813" y="97457"/>
                  </a:lnTo>
                  <a:lnTo>
                    <a:pt x="755290" y="96501"/>
                  </a:lnTo>
                  <a:lnTo>
                    <a:pt x="756246" y="96501"/>
                  </a:lnTo>
                  <a:lnTo>
                    <a:pt x="756723" y="96024"/>
                  </a:lnTo>
                  <a:lnTo>
                    <a:pt x="756723" y="94590"/>
                  </a:lnTo>
                  <a:lnTo>
                    <a:pt x="756246" y="94113"/>
                  </a:lnTo>
                  <a:lnTo>
                    <a:pt x="755290" y="94113"/>
                  </a:lnTo>
                  <a:lnTo>
                    <a:pt x="754335" y="95068"/>
                  </a:lnTo>
                  <a:lnTo>
                    <a:pt x="753857" y="95068"/>
                  </a:lnTo>
                  <a:lnTo>
                    <a:pt x="752424" y="94590"/>
                  </a:lnTo>
                  <a:lnTo>
                    <a:pt x="751946" y="95546"/>
                  </a:lnTo>
                  <a:lnTo>
                    <a:pt x="750991" y="96979"/>
                  </a:lnTo>
                  <a:lnTo>
                    <a:pt x="750035" y="98412"/>
                  </a:lnTo>
                  <a:lnTo>
                    <a:pt x="749080" y="98890"/>
                  </a:lnTo>
                  <a:lnTo>
                    <a:pt x="748124" y="98412"/>
                  </a:lnTo>
                  <a:lnTo>
                    <a:pt x="748124" y="96501"/>
                  </a:lnTo>
                  <a:lnTo>
                    <a:pt x="748124" y="95068"/>
                  </a:lnTo>
                  <a:lnTo>
                    <a:pt x="748124" y="93635"/>
                  </a:lnTo>
                  <a:lnTo>
                    <a:pt x="748124" y="93157"/>
                  </a:lnTo>
                  <a:lnTo>
                    <a:pt x="747647" y="93635"/>
                  </a:lnTo>
                  <a:lnTo>
                    <a:pt x="747169" y="95068"/>
                  </a:lnTo>
                  <a:lnTo>
                    <a:pt x="746213" y="97935"/>
                  </a:lnTo>
                  <a:lnTo>
                    <a:pt x="745736" y="98890"/>
                  </a:lnTo>
                  <a:lnTo>
                    <a:pt x="744780" y="99368"/>
                  </a:lnTo>
                  <a:lnTo>
                    <a:pt x="743347" y="101279"/>
                  </a:lnTo>
                  <a:lnTo>
                    <a:pt x="741914" y="104623"/>
                  </a:lnTo>
                  <a:lnTo>
                    <a:pt x="740003" y="107489"/>
                  </a:lnTo>
                  <a:lnTo>
                    <a:pt x="737614" y="110355"/>
                  </a:lnTo>
                  <a:lnTo>
                    <a:pt x="736659" y="112266"/>
                  </a:lnTo>
                  <a:lnTo>
                    <a:pt x="736181" y="112266"/>
                  </a:lnTo>
                  <a:lnTo>
                    <a:pt x="735703" y="112744"/>
                  </a:lnTo>
                  <a:lnTo>
                    <a:pt x="735703" y="114655"/>
                  </a:lnTo>
                  <a:lnTo>
                    <a:pt x="735226" y="116088"/>
                  </a:lnTo>
                  <a:lnTo>
                    <a:pt x="734270" y="117044"/>
                  </a:lnTo>
                  <a:lnTo>
                    <a:pt x="731404" y="118477"/>
                  </a:lnTo>
                  <a:lnTo>
                    <a:pt x="730926" y="119432"/>
                  </a:lnTo>
                  <a:lnTo>
                    <a:pt x="730926" y="119910"/>
                  </a:lnTo>
                  <a:lnTo>
                    <a:pt x="729015" y="122777"/>
                  </a:lnTo>
                  <a:lnTo>
                    <a:pt x="728060" y="124687"/>
                  </a:lnTo>
                  <a:lnTo>
                    <a:pt x="727582" y="126598"/>
                  </a:lnTo>
                  <a:lnTo>
                    <a:pt x="727582" y="128031"/>
                  </a:lnTo>
                  <a:lnTo>
                    <a:pt x="728538" y="128509"/>
                  </a:lnTo>
                  <a:lnTo>
                    <a:pt x="729493" y="128031"/>
                  </a:lnTo>
                  <a:lnTo>
                    <a:pt x="729971" y="127076"/>
                  </a:lnTo>
                  <a:lnTo>
                    <a:pt x="730926" y="126598"/>
                  </a:lnTo>
                  <a:lnTo>
                    <a:pt x="732359" y="125643"/>
                  </a:lnTo>
                  <a:lnTo>
                    <a:pt x="733315" y="124687"/>
                  </a:lnTo>
                  <a:lnTo>
                    <a:pt x="734270" y="122299"/>
                  </a:lnTo>
                  <a:lnTo>
                    <a:pt x="735703" y="120865"/>
                  </a:lnTo>
                  <a:lnTo>
                    <a:pt x="736659" y="120865"/>
                  </a:lnTo>
                  <a:lnTo>
                    <a:pt x="736659" y="120865"/>
                  </a:lnTo>
                  <a:lnTo>
                    <a:pt x="738092" y="119910"/>
                  </a:lnTo>
                  <a:lnTo>
                    <a:pt x="739525" y="120388"/>
                  </a:lnTo>
                  <a:lnTo>
                    <a:pt x="740003" y="121343"/>
                  </a:lnTo>
                  <a:lnTo>
                    <a:pt x="740958" y="121821"/>
                  </a:lnTo>
                  <a:lnTo>
                    <a:pt x="740958" y="122777"/>
                  </a:lnTo>
                  <a:lnTo>
                    <a:pt x="740481" y="124210"/>
                  </a:lnTo>
                  <a:lnTo>
                    <a:pt x="740003" y="125643"/>
                  </a:lnTo>
                  <a:lnTo>
                    <a:pt x="739047" y="127076"/>
                  </a:lnTo>
                  <a:lnTo>
                    <a:pt x="738092" y="129465"/>
                  </a:lnTo>
                  <a:lnTo>
                    <a:pt x="737137" y="132809"/>
                  </a:lnTo>
                  <a:lnTo>
                    <a:pt x="737137" y="134720"/>
                  </a:lnTo>
                  <a:lnTo>
                    <a:pt x="737614" y="136631"/>
                  </a:lnTo>
                  <a:lnTo>
                    <a:pt x="737137" y="138064"/>
                  </a:lnTo>
                  <a:lnTo>
                    <a:pt x="735703" y="139019"/>
                  </a:lnTo>
                  <a:lnTo>
                    <a:pt x="734748" y="140930"/>
                  </a:lnTo>
                  <a:lnTo>
                    <a:pt x="733792" y="142841"/>
                  </a:lnTo>
                  <a:lnTo>
                    <a:pt x="733315" y="144752"/>
                  </a:lnTo>
                  <a:lnTo>
                    <a:pt x="733315" y="146185"/>
                  </a:lnTo>
                  <a:lnTo>
                    <a:pt x="733315" y="147141"/>
                  </a:lnTo>
                  <a:lnTo>
                    <a:pt x="733792" y="148574"/>
                  </a:lnTo>
                  <a:lnTo>
                    <a:pt x="733792" y="149529"/>
                  </a:lnTo>
                  <a:lnTo>
                    <a:pt x="732359" y="152396"/>
                  </a:lnTo>
                  <a:lnTo>
                    <a:pt x="731881" y="153829"/>
                  </a:lnTo>
                  <a:lnTo>
                    <a:pt x="731881" y="155262"/>
                  </a:lnTo>
                  <a:lnTo>
                    <a:pt x="731404" y="156218"/>
                  </a:lnTo>
                  <a:lnTo>
                    <a:pt x="730448" y="158606"/>
                  </a:lnTo>
                  <a:lnTo>
                    <a:pt x="729971" y="160039"/>
                  </a:lnTo>
                  <a:lnTo>
                    <a:pt x="729971" y="160995"/>
                  </a:lnTo>
                  <a:lnTo>
                    <a:pt x="729971" y="163384"/>
                  </a:lnTo>
                  <a:lnTo>
                    <a:pt x="729971" y="163861"/>
                  </a:lnTo>
                  <a:lnTo>
                    <a:pt x="729971" y="164339"/>
                  </a:lnTo>
                  <a:lnTo>
                    <a:pt x="730448" y="164817"/>
                  </a:lnTo>
                  <a:lnTo>
                    <a:pt x="730448" y="165294"/>
                  </a:lnTo>
                  <a:lnTo>
                    <a:pt x="729971" y="166250"/>
                  </a:lnTo>
                  <a:lnTo>
                    <a:pt x="729971" y="167205"/>
                  </a:lnTo>
                  <a:lnTo>
                    <a:pt x="730926" y="167683"/>
                  </a:lnTo>
                  <a:lnTo>
                    <a:pt x="730926" y="168638"/>
                  </a:lnTo>
                  <a:lnTo>
                    <a:pt x="731404" y="170072"/>
                  </a:lnTo>
                  <a:lnTo>
                    <a:pt x="731404" y="171027"/>
                  </a:lnTo>
                  <a:lnTo>
                    <a:pt x="732359" y="171983"/>
                  </a:lnTo>
                  <a:lnTo>
                    <a:pt x="732359" y="173416"/>
                  </a:lnTo>
                  <a:lnTo>
                    <a:pt x="731881" y="175327"/>
                  </a:lnTo>
                  <a:lnTo>
                    <a:pt x="731881" y="178671"/>
                  </a:lnTo>
                  <a:lnTo>
                    <a:pt x="731881" y="183448"/>
                  </a:lnTo>
                  <a:lnTo>
                    <a:pt x="731881" y="186792"/>
                  </a:lnTo>
                  <a:lnTo>
                    <a:pt x="732837" y="188225"/>
                  </a:lnTo>
                  <a:lnTo>
                    <a:pt x="733315" y="189181"/>
                  </a:lnTo>
                  <a:lnTo>
                    <a:pt x="733792" y="189659"/>
                  </a:lnTo>
                  <a:lnTo>
                    <a:pt x="734748" y="192047"/>
                  </a:lnTo>
                  <a:lnTo>
                    <a:pt x="735703" y="195391"/>
                  </a:lnTo>
                  <a:lnTo>
                    <a:pt x="736659" y="197780"/>
                  </a:lnTo>
                  <a:lnTo>
                    <a:pt x="737614" y="198735"/>
                  </a:lnTo>
                  <a:lnTo>
                    <a:pt x="738570" y="199213"/>
                  </a:lnTo>
                  <a:lnTo>
                    <a:pt x="739047" y="199691"/>
                  </a:lnTo>
                  <a:lnTo>
                    <a:pt x="739525" y="199691"/>
                  </a:lnTo>
                  <a:lnTo>
                    <a:pt x="739525" y="200168"/>
                  </a:lnTo>
                  <a:lnTo>
                    <a:pt x="740958" y="200646"/>
                  </a:lnTo>
                  <a:lnTo>
                    <a:pt x="742869" y="200646"/>
                  </a:lnTo>
                  <a:lnTo>
                    <a:pt x="744780" y="200646"/>
                  </a:lnTo>
                  <a:lnTo>
                    <a:pt x="746213" y="200168"/>
                  </a:lnTo>
                  <a:lnTo>
                    <a:pt x="751946" y="196825"/>
                  </a:lnTo>
                  <a:lnTo>
                    <a:pt x="753857" y="195391"/>
                  </a:lnTo>
                  <a:lnTo>
                    <a:pt x="755290" y="193958"/>
                  </a:lnTo>
                  <a:lnTo>
                    <a:pt x="756246" y="192047"/>
                  </a:lnTo>
                  <a:lnTo>
                    <a:pt x="757201" y="189659"/>
                  </a:lnTo>
                  <a:lnTo>
                    <a:pt x="759590" y="186314"/>
                  </a:lnTo>
                  <a:lnTo>
                    <a:pt x="760545" y="184403"/>
                  </a:lnTo>
                  <a:lnTo>
                    <a:pt x="761501" y="181537"/>
                  </a:lnTo>
                  <a:lnTo>
                    <a:pt x="762456" y="179149"/>
                  </a:lnTo>
                  <a:lnTo>
                    <a:pt x="762934" y="175804"/>
                  </a:lnTo>
                  <a:lnTo>
                    <a:pt x="763412" y="172938"/>
                  </a:lnTo>
                  <a:lnTo>
                    <a:pt x="763412" y="169594"/>
                  </a:lnTo>
                  <a:lnTo>
                    <a:pt x="762934" y="166727"/>
                  </a:lnTo>
                  <a:lnTo>
                    <a:pt x="761501" y="163384"/>
                  </a:lnTo>
                  <a:lnTo>
                    <a:pt x="761023" y="161950"/>
                  </a:lnTo>
                  <a:lnTo>
                    <a:pt x="761023" y="161473"/>
                  </a:lnTo>
                  <a:lnTo>
                    <a:pt x="759112" y="157173"/>
                  </a:lnTo>
                  <a:lnTo>
                    <a:pt x="756723" y="151440"/>
                  </a:lnTo>
                  <a:lnTo>
                    <a:pt x="756723" y="150962"/>
                  </a:lnTo>
                  <a:lnTo>
                    <a:pt x="759112" y="147618"/>
                  </a:lnTo>
                  <a:lnTo>
                    <a:pt x="759112" y="147141"/>
                  </a:lnTo>
                  <a:lnTo>
                    <a:pt x="758634" y="144274"/>
                  </a:lnTo>
                  <a:lnTo>
                    <a:pt x="758157" y="142841"/>
                  </a:lnTo>
                  <a:lnTo>
                    <a:pt x="757201" y="140930"/>
                  </a:lnTo>
                  <a:lnTo>
                    <a:pt x="757201" y="140452"/>
                  </a:lnTo>
                  <a:lnTo>
                    <a:pt x="759590" y="138064"/>
                  </a:lnTo>
                  <a:lnTo>
                    <a:pt x="760545" y="136153"/>
                  </a:lnTo>
                  <a:lnTo>
                    <a:pt x="761979" y="133764"/>
                  </a:lnTo>
                  <a:lnTo>
                    <a:pt x="762456" y="131376"/>
                  </a:lnTo>
                  <a:lnTo>
                    <a:pt x="762934" y="128509"/>
                  </a:lnTo>
                  <a:lnTo>
                    <a:pt x="762934" y="126598"/>
                  </a:lnTo>
                  <a:lnTo>
                    <a:pt x="762456" y="125165"/>
                  </a:lnTo>
                  <a:lnTo>
                    <a:pt x="762456" y="124687"/>
                  </a:lnTo>
                  <a:lnTo>
                    <a:pt x="762934" y="124210"/>
                  </a:lnTo>
                  <a:lnTo>
                    <a:pt x="765322" y="123254"/>
                  </a:lnTo>
                  <a:lnTo>
                    <a:pt x="765800" y="122299"/>
                  </a:lnTo>
                  <a:lnTo>
                    <a:pt x="765800" y="119910"/>
                  </a:lnTo>
                  <a:lnTo>
                    <a:pt x="766278" y="118954"/>
                  </a:lnTo>
                  <a:lnTo>
                    <a:pt x="767234" y="118954"/>
                  </a:lnTo>
                  <a:lnTo>
                    <a:pt x="767711" y="118477"/>
                  </a:lnTo>
                  <a:lnTo>
                    <a:pt x="768667" y="117999"/>
                  </a:lnTo>
                  <a:lnTo>
                    <a:pt x="769622" y="117521"/>
                  </a:lnTo>
                  <a:lnTo>
                    <a:pt x="770578" y="117999"/>
                  </a:lnTo>
                  <a:lnTo>
                    <a:pt x="772011" y="116566"/>
                  </a:lnTo>
                  <a:lnTo>
                    <a:pt x="773922" y="113700"/>
                  </a:lnTo>
                  <a:lnTo>
                    <a:pt x="775355" y="111789"/>
                  </a:lnTo>
                  <a:lnTo>
                    <a:pt x="776310" y="111789"/>
                  </a:lnTo>
                  <a:lnTo>
                    <a:pt x="776310" y="111789"/>
                  </a:lnTo>
                  <a:lnTo>
                    <a:pt x="775833" y="112744"/>
                  </a:lnTo>
                  <a:lnTo>
                    <a:pt x="775833" y="113700"/>
                  </a:lnTo>
                  <a:lnTo>
                    <a:pt x="775833" y="114655"/>
                  </a:lnTo>
                  <a:lnTo>
                    <a:pt x="775833" y="115611"/>
                  </a:lnTo>
                  <a:lnTo>
                    <a:pt x="775355" y="117044"/>
                  </a:lnTo>
                  <a:lnTo>
                    <a:pt x="775355" y="117521"/>
                  </a:lnTo>
                  <a:lnTo>
                    <a:pt x="774877" y="119910"/>
                  </a:lnTo>
                  <a:lnTo>
                    <a:pt x="774399" y="121343"/>
                  </a:lnTo>
                  <a:lnTo>
                    <a:pt x="775355" y="121821"/>
                  </a:lnTo>
                  <a:lnTo>
                    <a:pt x="775833" y="121821"/>
                  </a:lnTo>
                  <a:lnTo>
                    <a:pt x="776310" y="120388"/>
                  </a:lnTo>
                  <a:lnTo>
                    <a:pt x="776788" y="119432"/>
                  </a:lnTo>
                  <a:lnTo>
                    <a:pt x="776310" y="119432"/>
                  </a:lnTo>
                  <a:lnTo>
                    <a:pt x="776310" y="118477"/>
                  </a:lnTo>
                  <a:lnTo>
                    <a:pt x="776788" y="117521"/>
                  </a:lnTo>
                  <a:lnTo>
                    <a:pt x="777266" y="117044"/>
                  </a:lnTo>
                  <a:lnTo>
                    <a:pt x="777744" y="117044"/>
                  </a:lnTo>
                  <a:lnTo>
                    <a:pt x="777744" y="117521"/>
                  </a:lnTo>
                  <a:lnTo>
                    <a:pt x="777744" y="118954"/>
                  </a:lnTo>
                  <a:lnTo>
                    <a:pt x="776310" y="121821"/>
                  </a:lnTo>
                  <a:lnTo>
                    <a:pt x="776310" y="122299"/>
                  </a:lnTo>
                  <a:lnTo>
                    <a:pt x="776788" y="122777"/>
                  </a:lnTo>
                  <a:lnTo>
                    <a:pt x="777744" y="120865"/>
                  </a:lnTo>
                  <a:lnTo>
                    <a:pt x="779177" y="118477"/>
                  </a:lnTo>
                  <a:lnTo>
                    <a:pt x="779654" y="116088"/>
                  </a:lnTo>
                  <a:lnTo>
                    <a:pt x="780132" y="115133"/>
                  </a:lnTo>
                  <a:lnTo>
                    <a:pt x="779654" y="111789"/>
                  </a:lnTo>
                  <a:lnTo>
                    <a:pt x="779654" y="110833"/>
                  </a:lnTo>
                  <a:lnTo>
                    <a:pt x="780132" y="109878"/>
                  </a:lnTo>
                  <a:lnTo>
                    <a:pt x="781088" y="108922"/>
                  </a:lnTo>
                  <a:lnTo>
                    <a:pt x="782999" y="107967"/>
                  </a:lnTo>
                  <a:lnTo>
                    <a:pt x="784910" y="107011"/>
                  </a:lnTo>
                  <a:lnTo>
                    <a:pt x="786820" y="107011"/>
                  </a:lnTo>
                  <a:lnTo>
                    <a:pt x="788254" y="107011"/>
                  </a:lnTo>
                  <a:lnTo>
                    <a:pt x="788731" y="106534"/>
                  </a:lnTo>
                  <a:lnTo>
                    <a:pt x="788731" y="106056"/>
                  </a:lnTo>
                  <a:lnTo>
                    <a:pt x="787298" y="105578"/>
                  </a:lnTo>
                  <a:lnTo>
                    <a:pt x="786343" y="105100"/>
                  </a:lnTo>
                  <a:lnTo>
                    <a:pt x="785865" y="104145"/>
                  </a:lnTo>
                  <a:lnTo>
                    <a:pt x="785387" y="102712"/>
                  </a:lnTo>
                  <a:lnTo>
                    <a:pt x="785865" y="101279"/>
                  </a:lnTo>
                  <a:lnTo>
                    <a:pt x="786343" y="99845"/>
                  </a:lnTo>
                  <a:lnTo>
                    <a:pt x="787776" y="98890"/>
                  </a:lnTo>
                  <a:lnTo>
                    <a:pt x="788254" y="97935"/>
                  </a:lnTo>
                  <a:lnTo>
                    <a:pt x="787776" y="96979"/>
                  </a:lnTo>
                  <a:lnTo>
                    <a:pt x="788254" y="96979"/>
                  </a:lnTo>
                  <a:lnTo>
                    <a:pt x="790164" y="96979"/>
                  </a:lnTo>
                  <a:lnTo>
                    <a:pt x="791120" y="96979"/>
                  </a:lnTo>
                  <a:lnTo>
                    <a:pt x="792076" y="96501"/>
                  </a:lnTo>
                  <a:lnTo>
                    <a:pt x="792076" y="96501"/>
                  </a:lnTo>
                  <a:lnTo>
                    <a:pt x="793509" y="96979"/>
                  </a:lnTo>
                  <a:lnTo>
                    <a:pt x="795897" y="98412"/>
                  </a:lnTo>
                  <a:lnTo>
                    <a:pt x="798764" y="99368"/>
                  </a:lnTo>
                  <a:lnTo>
                    <a:pt x="800675" y="99845"/>
                  </a:lnTo>
                  <a:lnTo>
                    <a:pt x="802586" y="100323"/>
                  </a:lnTo>
                  <a:lnTo>
                    <a:pt x="803541" y="101279"/>
                  </a:lnTo>
                  <a:lnTo>
                    <a:pt x="804496" y="102234"/>
                  </a:lnTo>
                  <a:lnTo>
                    <a:pt x="804974" y="103189"/>
                  </a:lnTo>
                  <a:lnTo>
                    <a:pt x="805929" y="103667"/>
                  </a:lnTo>
                  <a:lnTo>
                    <a:pt x="807363" y="104145"/>
                  </a:lnTo>
                  <a:lnTo>
                    <a:pt x="808796" y="104623"/>
                  </a:lnTo>
                  <a:lnTo>
                    <a:pt x="809752" y="105100"/>
                  </a:lnTo>
                  <a:lnTo>
                    <a:pt x="815484" y="107011"/>
                  </a:lnTo>
                  <a:lnTo>
                    <a:pt x="817873" y="108445"/>
                  </a:lnTo>
                  <a:lnTo>
                    <a:pt x="818828" y="109400"/>
                  </a:lnTo>
                  <a:lnTo>
                    <a:pt x="819306" y="109878"/>
                  </a:lnTo>
                  <a:lnTo>
                    <a:pt x="819306" y="110355"/>
                  </a:lnTo>
                  <a:lnTo>
                    <a:pt x="819306" y="111311"/>
                  </a:lnTo>
                  <a:lnTo>
                    <a:pt x="820261" y="112744"/>
                  </a:lnTo>
                  <a:lnTo>
                    <a:pt x="820739" y="112744"/>
                  </a:lnTo>
                  <a:lnTo>
                    <a:pt x="820739" y="113222"/>
                  </a:lnTo>
                  <a:lnTo>
                    <a:pt x="820739" y="114655"/>
                  </a:lnTo>
                  <a:lnTo>
                    <a:pt x="821217" y="115133"/>
                  </a:lnTo>
                  <a:lnTo>
                    <a:pt x="821695" y="115611"/>
                  </a:lnTo>
                  <a:lnTo>
                    <a:pt x="821217" y="116088"/>
                  </a:lnTo>
                  <a:lnTo>
                    <a:pt x="819784" y="115133"/>
                  </a:lnTo>
                  <a:lnTo>
                    <a:pt x="818828" y="115611"/>
                  </a:lnTo>
                  <a:lnTo>
                    <a:pt x="818351" y="116566"/>
                  </a:lnTo>
                  <a:lnTo>
                    <a:pt x="818351" y="117044"/>
                  </a:lnTo>
                  <a:lnTo>
                    <a:pt x="818351" y="117999"/>
                  </a:lnTo>
                  <a:lnTo>
                    <a:pt x="820739" y="120388"/>
                  </a:lnTo>
                  <a:lnTo>
                    <a:pt x="821217" y="122299"/>
                  </a:lnTo>
                  <a:lnTo>
                    <a:pt x="821217" y="125165"/>
                  </a:lnTo>
                  <a:lnTo>
                    <a:pt x="820739" y="126120"/>
                  </a:lnTo>
                  <a:lnTo>
                    <a:pt x="820739" y="128031"/>
                  </a:lnTo>
                  <a:lnTo>
                    <a:pt x="820739" y="131853"/>
                  </a:lnTo>
                  <a:lnTo>
                    <a:pt x="820739" y="132809"/>
                  </a:lnTo>
                  <a:lnTo>
                    <a:pt x="819784" y="134242"/>
                  </a:lnTo>
                  <a:lnTo>
                    <a:pt x="817873" y="135675"/>
                  </a:lnTo>
                  <a:lnTo>
                    <a:pt x="817873" y="135197"/>
                  </a:lnTo>
                  <a:lnTo>
                    <a:pt x="817395" y="135197"/>
                  </a:lnTo>
                  <a:lnTo>
                    <a:pt x="816917" y="135675"/>
                  </a:lnTo>
                  <a:lnTo>
                    <a:pt x="816440" y="137108"/>
                  </a:lnTo>
                  <a:lnTo>
                    <a:pt x="815484" y="139497"/>
                  </a:lnTo>
                  <a:lnTo>
                    <a:pt x="815006" y="140930"/>
                  </a:lnTo>
                  <a:lnTo>
                    <a:pt x="814051" y="140930"/>
                  </a:lnTo>
                  <a:lnTo>
                    <a:pt x="813573" y="141408"/>
                  </a:lnTo>
                  <a:lnTo>
                    <a:pt x="813573" y="141886"/>
                  </a:lnTo>
                  <a:lnTo>
                    <a:pt x="812618" y="142363"/>
                  </a:lnTo>
                  <a:lnTo>
                    <a:pt x="810707" y="142363"/>
                  </a:lnTo>
                  <a:lnTo>
                    <a:pt x="809752" y="143319"/>
                  </a:lnTo>
                  <a:lnTo>
                    <a:pt x="808796" y="145707"/>
                  </a:lnTo>
                  <a:lnTo>
                    <a:pt x="808796" y="146663"/>
                  </a:lnTo>
                  <a:lnTo>
                    <a:pt x="808318" y="148096"/>
                  </a:lnTo>
                  <a:lnTo>
                    <a:pt x="808318" y="149052"/>
                  </a:lnTo>
                  <a:lnTo>
                    <a:pt x="808796" y="150007"/>
                  </a:lnTo>
                  <a:lnTo>
                    <a:pt x="810229" y="150962"/>
                  </a:lnTo>
                  <a:lnTo>
                    <a:pt x="812618" y="151918"/>
                  </a:lnTo>
                  <a:lnTo>
                    <a:pt x="814051" y="151918"/>
                  </a:lnTo>
                  <a:lnTo>
                    <a:pt x="815006" y="151440"/>
                  </a:lnTo>
                  <a:lnTo>
                    <a:pt x="815962" y="150007"/>
                  </a:lnTo>
                  <a:lnTo>
                    <a:pt x="816917" y="149529"/>
                  </a:lnTo>
                  <a:lnTo>
                    <a:pt x="817873" y="149052"/>
                  </a:lnTo>
                  <a:lnTo>
                    <a:pt x="818351" y="148574"/>
                  </a:lnTo>
                  <a:lnTo>
                    <a:pt x="820261" y="145230"/>
                  </a:lnTo>
                  <a:lnTo>
                    <a:pt x="820261" y="144752"/>
                  </a:lnTo>
                  <a:lnTo>
                    <a:pt x="819306" y="144274"/>
                  </a:lnTo>
                  <a:lnTo>
                    <a:pt x="819306" y="144274"/>
                  </a:lnTo>
                  <a:lnTo>
                    <a:pt x="820261" y="144274"/>
                  </a:lnTo>
                  <a:lnTo>
                    <a:pt x="821217" y="143796"/>
                  </a:lnTo>
                  <a:lnTo>
                    <a:pt x="821695" y="142841"/>
                  </a:lnTo>
                  <a:lnTo>
                    <a:pt x="823128" y="142363"/>
                  </a:lnTo>
                  <a:lnTo>
                    <a:pt x="825517" y="141886"/>
                  </a:lnTo>
                  <a:lnTo>
                    <a:pt x="827427" y="140930"/>
                  </a:lnTo>
                  <a:lnTo>
                    <a:pt x="828383" y="140452"/>
                  </a:lnTo>
                  <a:lnTo>
                    <a:pt x="829338" y="141408"/>
                  </a:lnTo>
                  <a:lnTo>
                    <a:pt x="831249" y="142363"/>
                  </a:lnTo>
                  <a:lnTo>
                    <a:pt x="832683" y="143796"/>
                  </a:lnTo>
                  <a:lnTo>
                    <a:pt x="833638" y="146185"/>
                  </a:lnTo>
                  <a:lnTo>
                    <a:pt x="835071" y="151440"/>
                  </a:lnTo>
                  <a:lnTo>
                    <a:pt x="836504" y="160517"/>
                  </a:lnTo>
                  <a:lnTo>
                    <a:pt x="837937" y="165294"/>
                  </a:lnTo>
                  <a:lnTo>
                    <a:pt x="838415" y="166250"/>
                  </a:lnTo>
                  <a:lnTo>
                    <a:pt x="838415" y="166727"/>
                  </a:lnTo>
                  <a:lnTo>
                    <a:pt x="838893" y="166727"/>
                  </a:lnTo>
                  <a:lnTo>
                    <a:pt x="837460" y="173893"/>
                  </a:lnTo>
                  <a:lnTo>
                    <a:pt x="836027" y="176760"/>
                  </a:lnTo>
                  <a:lnTo>
                    <a:pt x="834116" y="178193"/>
                  </a:lnTo>
                  <a:lnTo>
                    <a:pt x="832205" y="180104"/>
                  </a:lnTo>
                  <a:lnTo>
                    <a:pt x="829816" y="182493"/>
                  </a:lnTo>
                  <a:lnTo>
                    <a:pt x="826950" y="183926"/>
                  </a:lnTo>
                  <a:lnTo>
                    <a:pt x="825517" y="184403"/>
                  </a:lnTo>
                  <a:lnTo>
                    <a:pt x="825517" y="184881"/>
                  </a:lnTo>
                  <a:lnTo>
                    <a:pt x="825517" y="184881"/>
                  </a:lnTo>
                  <a:lnTo>
                    <a:pt x="825039" y="184881"/>
                  </a:lnTo>
                  <a:lnTo>
                    <a:pt x="824083" y="186314"/>
                  </a:lnTo>
                  <a:lnTo>
                    <a:pt x="823606" y="188225"/>
                  </a:lnTo>
                  <a:lnTo>
                    <a:pt x="823606" y="190136"/>
                  </a:lnTo>
                  <a:lnTo>
                    <a:pt x="823606" y="190614"/>
                  </a:lnTo>
                  <a:lnTo>
                    <a:pt x="823128" y="191092"/>
                  </a:lnTo>
                  <a:lnTo>
                    <a:pt x="822172" y="192525"/>
                  </a:lnTo>
                  <a:lnTo>
                    <a:pt x="821695" y="192525"/>
                  </a:lnTo>
                  <a:lnTo>
                    <a:pt x="821695" y="193480"/>
                  </a:lnTo>
                  <a:lnTo>
                    <a:pt x="821695" y="193480"/>
                  </a:lnTo>
                  <a:lnTo>
                    <a:pt x="821217" y="193480"/>
                  </a:lnTo>
                  <a:lnTo>
                    <a:pt x="820739" y="193958"/>
                  </a:lnTo>
                  <a:lnTo>
                    <a:pt x="819784" y="194914"/>
                  </a:lnTo>
                  <a:lnTo>
                    <a:pt x="818351" y="197780"/>
                  </a:lnTo>
                  <a:lnTo>
                    <a:pt x="817873" y="198258"/>
                  </a:lnTo>
                  <a:lnTo>
                    <a:pt x="818351" y="198735"/>
                  </a:lnTo>
                  <a:lnTo>
                    <a:pt x="820261" y="198735"/>
                  </a:lnTo>
                  <a:lnTo>
                    <a:pt x="821217" y="199691"/>
                  </a:lnTo>
                  <a:lnTo>
                    <a:pt x="822172" y="200168"/>
                  </a:lnTo>
                  <a:lnTo>
                    <a:pt x="825517" y="201602"/>
                  </a:lnTo>
                  <a:lnTo>
                    <a:pt x="826950" y="202557"/>
                  </a:lnTo>
                  <a:lnTo>
                    <a:pt x="827905" y="203035"/>
                  </a:lnTo>
                  <a:lnTo>
                    <a:pt x="828861" y="203035"/>
                  </a:lnTo>
                  <a:lnTo>
                    <a:pt x="829338" y="203035"/>
                  </a:lnTo>
                  <a:lnTo>
                    <a:pt x="829816" y="202080"/>
                  </a:lnTo>
                  <a:lnTo>
                    <a:pt x="830294" y="202080"/>
                  </a:lnTo>
                  <a:lnTo>
                    <a:pt x="831249" y="202557"/>
                  </a:lnTo>
                  <a:lnTo>
                    <a:pt x="833160" y="203513"/>
                  </a:lnTo>
                  <a:lnTo>
                    <a:pt x="833160" y="203513"/>
                  </a:lnTo>
                  <a:lnTo>
                    <a:pt x="827905" y="204468"/>
                  </a:lnTo>
                  <a:lnTo>
                    <a:pt x="826472" y="205424"/>
                  </a:lnTo>
                  <a:lnTo>
                    <a:pt x="827905" y="205424"/>
                  </a:lnTo>
                  <a:lnTo>
                    <a:pt x="829338" y="205424"/>
                  </a:lnTo>
                  <a:lnTo>
                    <a:pt x="830771" y="204946"/>
                  </a:lnTo>
                  <a:lnTo>
                    <a:pt x="832205" y="204946"/>
                  </a:lnTo>
                  <a:lnTo>
                    <a:pt x="833638" y="205424"/>
                  </a:lnTo>
                  <a:lnTo>
                    <a:pt x="834116" y="204946"/>
                  </a:lnTo>
                  <a:lnTo>
                    <a:pt x="834116" y="204946"/>
                  </a:lnTo>
                  <a:lnTo>
                    <a:pt x="836504" y="206379"/>
                  </a:lnTo>
                  <a:lnTo>
                    <a:pt x="837460" y="206379"/>
                  </a:lnTo>
                  <a:lnTo>
                    <a:pt x="838415" y="206379"/>
                  </a:lnTo>
                  <a:lnTo>
                    <a:pt x="839371" y="205901"/>
                  </a:lnTo>
                  <a:lnTo>
                    <a:pt x="841282" y="204946"/>
                  </a:lnTo>
                  <a:lnTo>
                    <a:pt x="844626" y="204468"/>
                  </a:lnTo>
                  <a:lnTo>
                    <a:pt x="847492" y="203991"/>
                  </a:lnTo>
                  <a:lnTo>
                    <a:pt x="850359" y="203991"/>
                  </a:lnTo>
                  <a:lnTo>
                    <a:pt x="852269" y="203991"/>
                  </a:lnTo>
                  <a:lnTo>
                    <a:pt x="854180" y="203035"/>
                  </a:lnTo>
                  <a:lnTo>
                    <a:pt x="858002" y="200168"/>
                  </a:lnTo>
                  <a:lnTo>
                    <a:pt x="862302" y="197780"/>
                  </a:lnTo>
                  <a:lnTo>
                    <a:pt x="869468" y="194436"/>
                  </a:lnTo>
                  <a:lnTo>
                    <a:pt x="879978" y="191092"/>
                  </a:lnTo>
                  <a:lnTo>
                    <a:pt x="881411" y="190136"/>
                  </a:lnTo>
                  <a:lnTo>
                    <a:pt x="883322" y="189181"/>
                  </a:lnTo>
                  <a:lnTo>
                    <a:pt x="884277" y="188703"/>
                  </a:lnTo>
                  <a:lnTo>
                    <a:pt x="885233" y="188225"/>
                  </a:lnTo>
                  <a:lnTo>
                    <a:pt x="892399" y="184403"/>
                  </a:lnTo>
                  <a:lnTo>
                    <a:pt x="896220" y="182493"/>
                  </a:lnTo>
                  <a:lnTo>
                    <a:pt x="898131" y="180582"/>
                  </a:lnTo>
                  <a:lnTo>
                    <a:pt x="900042" y="179626"/>
                  </a:lnTo>
                  <a:lnTo>
                    <a:pt x="902431" y="178193"/>
                  </a:lnTo>
                  <a:lnTo>
                    <a:pt x="903864" y="176760"/>
                  </a:lnTo>
                  <a:lnTo>
                    <a:pt x="905297" y="175327"/>
                  </a:lnTo>
                  <a:lnTo>
                    <a:pt x="906731" y="173893"/>
                  </a:lnTo>
                  <a:lnTo>
                    <a:pt x="908164" y="173416"/>
                  </a:lnTo>
                  <a:lnTo>
                    <a:pt x="908641" y="172460"/>
                  </a:lnTo>
                  <a:lnTo>
                    <a:pt x="909119" y="171505"/>
                  </a:lnTo>
                  <a:lnTo>
                    <a:pt x="908641" y="170072"/>
                  </a:lnTo>
                  <a:lnTo>
                    <a:pt x="908164" y="168638"/>
                  </a:lnTo>
                  <a:lnTo>
                    <a:pt x="907686" y="167683"/>
                  </a:lnTo>
                  <a:lnTo>
                    <a:pt x="908641" y="166727"/>
                  </a:lnTo>
                  <a:lnTo>
                    <a:pt x="908641" y="165772"/>
                  </a:lnTo>
                  <a:lnTo>
                    <a:pt x="908164" y="165772"/>
                  </a:lnTo>
                  <a:lnTo>
                    <a:pt x="905297" y="164817"/>
                  </a:lnTo>
                  <a:lnTo>
                    <a:pt x="905297" y="160517"/>
                  </a:lnTo>
                  <a:lnTo>
                    <a:pt x="905297" y="160517"/>
                  </a:lnTo>
                  <a:lnTo>
                    <a:pt x="905297" y="160517"/>
                  </a:lnTo>
                  <a:lnTo>
                    <a:pt x="912463" y="158606"/>
                  </a:lnTo>
                  <a:lnTo>
                    <a:pt x="917241" y="157651"/>
                  </a:lnTo>
                  <a:lnTo>
                    <a:pt x="922973" y="157651"/>
                  </a:lnTo>
                  <a:lnTo>
                    <a:pt x="929662" y="158606"/>
                  </a:lnTo>
                  <a:lnTo>
                    <a:pt x="932050" y="159561"/>
                  </a:lnTo>
                  <a:lnTo>
                    <a:pt x="933483" y="160517"/>
                  </a:lnTo>
                  <a:lnTo>
                    <a:pt x="935394" y="160517"/>
                  </a:lnTo>
                  <a:lnTo>
                    <a:pt x="937783" y="160039"/>
                  </a:lnTo>
                  <a:lnTo>
                    <a:pt x="940649" y="160039"/>
                  </a:lnTo>
                  <a:lnTo>
                    <a:pt x="944471" y="160039"/>
                  </a:lnTo>
                  <a:lnTo>
                    <a:pt x="946382" y="160517"/>
                  </a:lnTo>
                  <a:lnTo>
                    <a:pt x="946860" y="160995"/>
                  </a:lnTo>
                  <a:lnTo>
                    <a:pt x="946860" y="160517"/>
                  </a:lnTo>
                  <a:lnTo>
                    <a:pt x="947338" y="160039"/>
                  </a:lnTo>
                  <a:lnTo>
                    <a:pt x="948293" y="159561"/>
                  </a:lnTo>
                  <a:lnTo>
                    <a:pt x="951159" y="158606"/>
                  </a:lnTo>
                  <a:lnTo>
                    <a:pt x="951637" y="159084"/>
                  </a:lnTo>
                  <a:lnTo>
                    <a:pt x="952115" y="158606"/>
                  </a:lnTo>
                  <a:lnTo>
                    <a:pt x="953070" y="157173"/>
                  </a:lnTo>
                  <a:lnTo>
                    <a:pt x="954504" y="156218"/>
                  </a:lnTo>
                  <a:lnTo>
                    <a:pt x="956414" y="154784"/>
                  </a:lnTo>
                  <a:lnTo>
                    <a:pt x="958325" y="154307"/>
                  </a:lnTo>
                  <a:lnTo>
                    <a:pt x="960236" y="153829"/>
                  </a:lnTo>
                  <a:lnTo>
                    <a:pt x="961192" y="153829"/>
                  </a:lnTo>
                  <a:lnTo>
                    <a:pt x="961669" y="152873"/>
                  </a:lnTo>
                  <a:lnTo>
                    <a:pt x="962147" y="152396"/>
                  </a:lnTo>
                  <a:lnTo>
                    <a:pt x="961669" y="151918"/>
                  </a:lnTo>
                  <a:lnTo>
                    <a:pt x="962147" y="151440"/>
                  </a:lnTo>
                  <a:lnTo>
                    <a:pt x="962147" y="151440"/>
                  </a:lnTo>
                  <a:lnTo>
                    <a:pt x="962147" y="150962"/>
                  </a:lnTo>
                  <a:lnTo>
                    <a:pt x="961669" y="150485"/>
                  </a:lnTo>
                  <a:lnTo>
                    <a:pt x="961669" y="148574"/>
                  </a:lnTo>
                  <a:lnTo>
                    <a:pt x="961192" y="147618"/>
                  </a:lnTo>
                  <a:lnTo>
                    <a:pt x="960714" y="146663"/>
                  </a:lnTo>
                  <a:lnTo>
                    <a:pt x="960236" y="146185"/>
                  </a:lnTo>
                  <a:lnTo>
                    <a:pt x="960236" y="145707"/>
                  </a:lnTo>
                  <a:lnTo>
                    <a:pt x="961192" y="145230"/>
                  </a:lnTo>
                  <a:lnTo>
                    <a:pt x="961192" y="145707"/>
                  </a:lnTo>
                  <a:lnTo>
                    <a:pt x="961669" y="145707"/>
                  </a:lnTo>
                  <a:lnTo>
                    <a:pt x="962147" y="145707"/>
                  </a:lnTo>
                  <a:lnTo>
                    <a:pt x="963103" y="144274"/>
                  </a:lnTo>
                  <a:lnTo>
                    <a:pt x="963103" y="143796"/>
                  </a:lnTo>
                  <a:lnTo>
                    <a:pt x="964058" y="143319"/>
                  </a:lnTo>
                  <a:lnTo>
                    <a:pt x="964536" y="142363"/>
                  </a:lnTo>
                  <a:lnTo>
                    <a:pt x="964058" y="142363"/>
                  </a:lnTo>
                  <a:lnTo>
                    <a:pt x="962625" y="142363"/>
                  </a:lnTo>
                  <a:lnTo>
                    <a:pt x="962147" y="142363"/>
                  </a:lnTo>
                  <a:lnTo>
                    <a:pt x="962625" y="141408"/>
                  </a:lnTo>
                  <a:lnTo>
                    <a:pt x="962625" y="140452"/>
                  </a:lnTo>
                  <a:lnTo>
                    <a:pt x="962625" y="140452"/>
                  </a:lnTo>
                  <a:lnTo>
                    <a:pt x="962147" y="140452"/>
                  </a:lnTo>
                  <a:lnTo>
                    <a:pt x="960236" y="141408"/>
                  </a:lnTo>
                  <a:lnTo>
                    <a:pt x="959758" y="141408"/>
                  </a:lnTo>
                  <a:lnTo>
                    <a:pt x="959758" y="140930"/>
                  </a:lnTo>
                  <a:lnTo>
                    <a:pt x="958803" y="139497"/>
                  </a:lnTo>
                  <a:lnTo>
                    <a:pt x="961192" y="137586"/>
                  </a:lnTo>
                  <a:lnTo>
                    <a:pt x="969313" y="132331"/>
                  </a:lnTo>
                  <a:lnTo>
                    <a:pt x="970269" y="131376"/>
                  </a:lnTo>
                  <a:lnTo>
                    <a:pt x="970269" y="130898"/>
                  </a:lnTo>
                  <a:lnTo>
                    <a:pt x="970269" y="129942"/>
                  </a:lnTo>
                  <a:lnTo>
                    <a:pt x="969791" y="129942"/>
                  </a:lnTo>
                  <a:lnTo>
                    <a:pt x="970269" y="129942"/>
                  </a:lnTo>
                  <a:lnTo>
                    <a:pt x="977912" y="122777"/>
                  </a:lnTo>
                  <a:lnTo>
                    <a:pt x="982212" y="119432"/>
                  </a:lnTo>
                  <a:lnTo>
                    <a:pt x="986034" y="117521"/>
                  </a:lnTo>
                  <a:lnTo>
                    <a:pt x="988422" y="117044"/>
                  </a:lnTo>
                  <a:lnTo>
                    <a:pt x="990333" y="117044"/>
                  </a:lnTo>
                  <a:lnTo>
                    <a:pt x="991766" y="117044"/>
                  </a:lnTo>
                  <a:lnTo>
                    <a:pt x="992244" y="117044"/>
                  </a:lnTo>
                  <a:lnTo>
                    <a:pt x="997021" y="117044"/>
                  </a:lnTo>
                  <a:lnTo>
                    <a:pt x="1005143" y="117044"/>
                  </a:lnTo>
                  <a:lnTo>
                    <a:pt x="1013742" y="117044"/>
                  </a:lnTo>
                  <a:lnTo>
                    <a:pt x="1021863" y="117044"/>
                  </a:lnTo>
                  <a:lnTo>
                    <a:pt x="1029985" y="117044"/>
                  </a:lnTo>
                  <a:lnTo>
                    <a:pt x="1038106" y="116566"/>
                  </a:lnTo>
                  <a:lnTo>
                    <a:pt x="1046705" y="116566"/>
                  </a:lnTo>
                  <a:lnTo>
                    <a:pt x="1054827" y="116566"/>
                  </a:lnTo>
                  <a:lnTo>
                    <a:pt x="1056737" y="111789"/>
                  </a:lnTo>
                  <a:lnTo>
                    <a:pt x="1058649" y="109400"/>
                  </a:lnTo>
                  <a:lnTo>
                    <a:pt x="1061037" y="110355"/>
                  </a:lnTo>
                  <a:lnTo>
                    <a:pt x="1062470" y="110355"/>
                  </a:lnTo>
                  <a:lnTo>
                    <a:pt x="1063903" y="108922"/>
                  </a:lnTo>
                  <a:lnTo>
                    <a:pt x="1065337" y="108445"/>
                  </a:lnTo>
                  <a:lnTo>
                    <a:pt x="1065814" y="108445"/>
                  </a:lnTo>
                  <a:lnTo>
                    <a:pt x="1066292" y="109400"/>
                  </a:lnTo>
                  <a:lnTo>
                    <a:pt x="1067248" y="110355"/>
                  </a:lnTo>
                  <a:lnTo>
                    <a:pt x="1067725" y="109878"/>
                  </a:lnTo>
                  <a:lnTo>
                    <a:pt x="1068203" y="108922"/>
                  </a:lnTo>
                  <a:lnTo>
                    <a:pt x="1068203" y="108922"/>
                  </a:lnTo>
                  <a:lnTo>
                    <a:pt x="1068203" y="107489"/>
                  </a:lnTo>
                  <a:lnTo>
                    <a:pt x="1069159" y="106534"/>
                  </a:lnTo>
                  <a:lnTo>
                    <a:pt x="1070114" y="106534"/>
                  </a:lnTo>
                  <a:lnTo>
                    <a:pt x="1070592" y="106534"/>
                  </a:lnTo>
                  <a:lnTo>
                    <a:pt x="1071069" y="106056"/>
                  </a:lnTo>
                  <a:lnTo>
                    <a:pt x="1071069" y="106056"/>
                  </a:lnTo>
                  <a:lnTo>
                    <a:pt x="1071069" y="105100"/>
                  </a:lnTo>
                  <a:lnTo>
                    <a:pt x="1071069" y="104145"/>
                  </a:lnTo>
                  <a:lnTo>
                    <a:pt x="1071069" y="102712"/>
                  </a:lnTo>
                  <a:lnTo>
                    <a:pt x="1072980" y="100323"/>
                  </a:lnTo>
                  <a:lnTo>
                    <a:pt x="1075847" y="98890"/>
                  </a:lnTo>
                  <a:lnTo>
                    <a:pt x="1076802" y="97935"/>
                  </a:lnTo>
                  <a:lnTo>
                    <a:pt x="1076802" y="97935"/>
                  </a:lnTo>
                  <a:lnTo>
                    <a:pt x="1076802" y="96024"/>
                  </a:lnTo>
                  <a:lnTo>
                    <a:pt x="1078235" y="94590"/>
                  </a:lnTo>
                  <a:lnTo>
                    <a:pt x="1078235" y="94590"/>
                  </a:lnTo>
                  <a:lnTo>
                    <a:pt x="1079191" y="93635"/>
                  </a:lnTo>
                  <a:lnTo>
                    <a:pt x="1079191" y="93635"/>
                  </a:lnTo>
                  <a:lnTo>
                    <a:pt x="1079191" y="92679"/>
                  </a:lnTo>
                  <a:lnTo>
                    <a:pt x="1079191" y="92679"/>
                  </a:lnTo>
                  <a:lnTo>
                    <a:pt x="1078713" y="91724"/>
                  </a:lnTo>
                  <a:lnTo>
                    <a:pt x="1078713" y="91724"/>
                  </a:lnTo>
                  <a:lnTo>
                    <a:pt x="1078713" y="89813"/>
                  </a:lnTo>
                  <a:lnTo>
                    <a:pt x="1079191" y="87424"/>
                  </a:lnTo>
                  <a:lnTo>
                    <a:pt x="1080146" y="84558"/>
                  </a:lnTo>
                  <a:lnTo>
                    <a:pt x="1080146" y="84558"/>
                  </a:lnTo>
                  <a:lnTo>
                    <a:pt x="1081579" y="82170"/>
                  </a:lnTo>
                  <a:lnTo>
                    <a:pt x="1083490" y="79781"/>
                  </a:lnTo>
                  <a:lnTo>
                    <a:pt x="1083490" y="79303"/>
                  </a:lnTo>
                  <a:lnTo>
                    <a:pt x="1083968" y="75959"/>
                  </a:lnTo>
                  <a:lnTo>
                    <a:pt x="1084924" y="72615"/>
                  </a:lnTo>
                  <a:lnTo>
                    <a:pt x="1087312" y="68793"/>
                  </a:lnTo>
                  <a:lnTo>
                    <a:pt x="1090656" y="64971"/>
                  </a:lnTo>
                  <a:lnTo>
                    <a:pt x="1092090" y="62582"/>
                  </a:lnTo>
                  <a:lnTo>
                    <a:pt x="1095434" y="58283"/>
                  </a:lnTo>
                  <a:lnTo>
                    <a:pt x="1097822" y="55417"/>
                  </a:lnTo>
                  <a:lnTo>
                    <a:pt x="1098778" y="53983"/>
                  </a:lnTo>
                  <a:lnTo>
                    <a:pt x="1099733" y="52550"/>
                  </a:lnTo>
                  <a:lnTo>
                    <a:pt x="1101644" y="53028"/>
                  </a:lnTo>
                  <a:lnTo>
                    <a:pt x="1103555" y="53506"/>
                  </a:lnTo>
                  <a:lnTo>
                    <a:pt x="1103555" y="55894"/>
                  </a:lnTo>
                  <a:lnTo>
                    <a:pt x="1103555" y="57328"/>
                  </a:lnTo>
                  <a:lnTo>
                    <a:pt x="1103555" y="57328"/>
                  </a:lnTo>
                  <a:lnTo>
                    <a:pt x="1104510" y="58283"/>
                  </a:lnTo>
                  <a:lnTo>
                    <a:pt x="1105944" y="59238"/>
                  </a:lnTo>
                  <a:lnTo>
                    <a:pt x="1106899" y="59238"/>
                  </a:lnTo>
                  <a:lnTo>
                    <a:pt x="1108332" y="59238"/>
                  </a:lnTo>
                  <a:lnTo>
                    <a:pt x="1111199" y="57805"/>
                  </a:lnTo>
                  <a:lnTo>
                    <a:pt x="1115021" y="57328"/>
                  </a:lnTo>
                  <a:lnTo>
                    <a:pt x="1116932" y="56372"/>
                  </a:lnTo>
                  <a:lnTo>
                    <a:pt x="1117409" y="55417"/>
                  </a:lnTo>
                  <a:lnTo>
                    <a:pt x="1118365" y="55417"/>
                  </a:lnTo>
                  <a:lnTo>
                    <a:pt x="1119798" y="55417"/>
                  </a:lnTo>
                  <a:lnTo>
                    <a:pt x="1122664" y="57328"/>
                  </a:lnTo>
                  <a:lnTo>
                    <a:pt x="1126008" y="60194"/>
                  </a:lnTo>
                  <a:lnTo>
                    <a:pt x="1128397" y="62582"/>
                  </a:lnTo>
                  <a:lnTo>
                    <a:pt x="1128397" y="66404"/>
                  </a:lnTo>
                  <a:lnTo>
                    <a:pt x="1128397" y="70704"/>
                  </a:lnTo>
                  <a:lnTo>
                    <a:pt x="1128397" y="75004"/>
                  </a:lnTo>
                  <a:lnTo>
                    <a:pt x="1128397" y="77870"/>
                  </a:lnTo>
                  <a:lnTo>
                    <a:pt x="1128875" y="82170"/>
                  </a:lnTo>
                  <a:lnTo>
                    <a:pt x="1128875" y="85513"/>
                  </a:lnTo>
                  <a:lnTo>
                    <a:pt x="1128875" y="89813"/>
                  </a:lnTo>
                  <a:lnTo>
                    <a:pt x="1128875" y="92202"/>
                  </a:lnTo>
                  <a:lnTo>
                    <a:pt x="1129352" y="93157"/>
                  </a:lnTo>
                  <a:lnTo>
                    <a:pt x="1128875" y="94113"/>
                  </a:lnTo>
                  <a:lnTo>
                    <a:pt x="1128875" y="94590"/>
                  </a:lnTo>
                  <a:lnTo>
                    <a:pt x="1128875" y="94590"/>
                  </a:lnTo>
                  <a:lnTo>
                    <a:pt x="1128875" y="95068"/>
                  </a:lnTo>
                  <a:lnTo>
                    <a:pt x="1128875" y="95546"/>
                  </a:lnTo>
                  <a:lnTo>
                    <a:pt x="1128875" y="96024"/>
                  </a:lnTo>
                  <a:lnTo>
                    <a:pt x="1128875" y="96501"/>
                  </a:lnTo>
                  <a:lnTo>
                    <a:pt x="1128397" y="96979"/>
                  </a:lnTo>
                  <a:lnTo>
                    <a:pt x="1128397" y="97935"/>
                  </a:lnTo>
                  <a:lnTo>
                    <a:pt x="1128397" y="98412"/>
                  </a:lnTo>
                  <a:lnTo>
                    <a:pt x="1128875" y="98890"/>
                  </a:lnTo>
                  <a:lnTo>
                    <a:pt x="1129352" y="99368"/>
                  </a:lnTo>
                  <a:lnTo>
                    <a:pt x="1129830" y="99368"/>
                  </a:lnTo>
                  <a:lnTo>
                    <a:pt x="1130308" y="99845"/>
                  </a:lnTo>
                  <a:lnTo>
                    <a:pt x="1131263" y="100323"/>
                  </a:lnTo>
                  <a:lnTo>
                    <a:pt x="1132697" y="100801"/>
                  </a:lnTo>
                  <a:lnTo>
                    <a:pt x="1133652" y="101279"/>
                  </a:lnTo>
                  <a:lnTo>
                    <a:pt x="1134608" y="100801"/>
                  </a:lnTo>
                  <a:lnTo>
                    <a:pt x="1135563" y="101279"/>
                  </a:lnTo>
                  <a:lnTo>
                    <a:pt x="1136041" y="102234"/>
                  </a:lnTo>
                  <a:lnTo>
                    <a:pt x="1136041" y="102234"/>
                  </a:lnTo>
                  <a:lnTo>
                    <a:pt x="1136041" y="103189"/>
                  </a:lnTo>
                  <a:lnTo>
                    <a:pt x="1136041" y="103189"/>
                  </a:lnTo>
                  <a:lnTo>
                    <a:pt x="1135563" y="103667"/>
                  </a:lnTo>
                  <a:lnTo>
                    <a:pt x="1134608" y="104145"/>
                  </a:lnTo>
                  <a:lnTo>
                    <a:pt x="1134608" y="104623"/>
                  </a:lnTo>
                  <a:lnTo>
                    <a:pt x="1134608" y="104623"/>
                  </a:lnTo>
                  <a:lnTo>
                    <a:pt x="1135085" y="105578"/>
                  </a:lnTo>
                  <a:lnTo>
                    <a:pt x="1135563" y="106056"/>
                  </a:lnTo>
                  <a:lnTo>
                    <a:pt x="1136041" y="107011"/>
                  </a:lnTo>
                  <a:lnTo>
                    <a:pt x="1136041" y="107489"/>
                  </a:lnTo>
                  <a:lnTo>
                    <a:pt x="1135563" y="107967"/>
                  </a:lnTo>
                  <a:lnTo>
                    <a:pt x="1135563" y="108445"/>
                  </a:lnTo>
                  <a:lnTo>
                    <a:pt x="1135085" y="108922"/>
                  </a:lnTo>
                  <a:lnTo>
                    <a:pt x="1135085" y="109878"/>
                  </a:lnTo>
                  <a:lnTo>
                    <a:pt x="1135085" y="109878"/>
                  </a:lnTo>
                  <a:lnTo>
                    <a:pt x="1135563" y="110833"/>
                  </a:lnTo>
                  <a:lnTo>
                    <a:pt x="1136518" y="111789"/>
                  </a:lnTo>
                  <a:lnTo>
                    <a:pt x="1136996" y="112744"/>
                  </a:lnTo>
                  <a:lnTo>
                    <a:pt x="1137951" y="113222"/>
                  </a:lnTo>
                  <a:lnTo>
                    <a:pt x="1138429" y="112744"/>
                  </a:lnTo>
                  <a:lnTo>
                    <a:pt x="1138907" y="112266"/>
                  </a:lnTo>
                  <a:lnTo>
                    <a:pt x="1139385" y="111789"/>
                  </a:lnTo>
                  <a:lnTo>
                    <a:pt x="1140340" y="112266"/>
                  </a:lnTo>
                  <a:lnTo>
                    <a:pt x="1140818" y="112266"/>
                  </a:lnTo>
                  <a:lnTo>
                    <a:pt x="1141774" y="112744"/>
                  </a:lnTo>
                  <a:lnTo>
                    <a:pt x="1141774" y="113222"/>
                  </a:lnTo>
                  <a:lnTo>
                    <a:pt x="1142251" y="114655"/>
                  </a:lnTo>
                  <a:lnTo>
                    <a:pt x="1142729" y="117521"/>
                  </a:lnTo>
                  <a:lnTo>
                    <a:pt x="1142251" y="118477"/>
                  </a:lnTo>
                  <a:lnTo>
                    <a:pt x="1142251" y="119910"/>
                  </a:lnTo>
                  <a:lnTo>
                    <a:pt x="1144162" y="120388"/>
                  </a:lnTo>
                  <a:lnTo>
                    <a:pt x="1144640" y="120865"/>
                  </a:lnTo>
                  <a:lnTo>
                    <a:pt x="1144640" y="121343"/>
                  </a:lnTo>
                  <a:lnTo>
                    <a:pt x="1140340" y="125165"/>
                  </a:lnTo>
                  <a:lnTo>
                    <a:pt x="1136996" y="124687"/>
                  </a:lnTo>
                  <a:lnTo>
                    <a:pt x="1135085" y="125643"/>
                  </a:lnTo>
                  <a:lnTo>
                    <a:pt x="1133174" y="126120"/>
                  </a:lnTo>
                  <a:lnTo>
                    <a:pt x="1132697" y="128031"/>
                  </a:lnTo>
                  <a:lnTo>
                    <a:pt x="1131263" y="128031"/>
                  </a:lnTo>
                  <a:lnTo>
                    <a:pt x="1129830" y="128031"/>
                  </a:lnTo>
                  <a:lnTo>
                    <a:pt x="1128875" y="127554"/>
                  </a:lnTo>
                  <a:lnTo>
                    <a:pt x="1127919" y="128031"/>
                  </a:lnTo>
                  <a:lnTo>
                    <a:pt x="1126486" y="130898"/>
                  </a:lnTo>
                  <a:lnTo>
                    <a:pt x="1125053" y="130898"/>
                  </a:lnTo>
                  <a:lnTo>
                    <a:pt x="1125053" y="131853"/>
                  </a:lnTo>
                  <a:lnTo>
                    <a:pt x="1124097" y="132331"/>
                  </a:lnTo>
                  <a:lnTo>
                    <a:pt x="1123620" y="132809"/>
                  </a:lnTo>
                  <a:lnTo>
                    <a:pt x="1122664" y="131376"/>
                  </a:lnTo>
                  <a:lnTo>
                    <a:pt x="1122186" y="129942"/>
                  </a:lnTo>
                  <a:lnTo>
                    <a:pt x="1121709" y="129942"/>
                  </a:lnTo>
                  <a:lnTo>
                    <a:pt x="1120753" y="129465"/>
                  </a:lnTo>
                  <a:lnTo>
                    <a:pt x="1119798" y="129465"/>
                  </a:lnTo>
                  <a:lnTo>
                    <a:pt x="1118842" y="129465"/>
                  </a:lnTo>
                  <a:lnTo>
                    <a:pt x="1118365" y="130420"/>
                  </a:lnTo>
                  <a:lnTo>
                    <a:pt x="1116932" y="131376"/>
                  </a:lnTo>
                  <a:lnTo>
                    <a:pt x="1116454" y="130420"/>
                  </a:lnTo>
                  <a:lnTo>
                    <a:pt x="1115498" y="129465"/>
                  </a:lnTo>
                  <a:lnTo>
                    <a:pt x="1115021" y="130898"/>
                  </a:lnTo>
                  <a:lnTo>
                    <a:pt x="1114065" y="132809"/>
                  </a:lnTo>
                  <a:lnTo>
                    <a:pt x="1114543" y="134720"/>
                  </a:lnTo>
                  <a:lnTo>
                    <a:pt x="1114065" y="135675"/>
                  </a:lnTo>
                  <a:lnTo>
                    <a:pt x="1113110" y="135675"/>
                  </a:lnTo>
                  <a:lnTo>
                    <a:pt x="1112632" y="134720"/>
                  </a:lnTo>
                  <a:lnTo>
                    <a:pt x="1110243" y="133764"/>
                  </a:lnTo>
                  <a:lnTo>
                    <a:pt x="1108332" y="133764"/>
                  </a:lnTo>
                  <a:lnTo>
                    <a:pt x="1108810" y="132809"/>
                  </a:lnTo>
                  <a:lnTo>
                    <a:pt x="1110243" y="131376"/>
                  </a:lnTo>
                  <a:lnTo>
                    <a:pt x="1109766" y="130898"/>
                  </a:lnTo>
                  <a:lnTo>
                    <a:pt x="1109288" y="130898"/>
                  </a:lnTo>
                  <a:lnTo>
                    <a:pt x="1108810" y="130898"/>
                  </a:lnTo>
                  <a:lnTo>
                    <a:pt x="1109288" y="129465"/>
                  </a:lnTo>
                  <a:lnTo>
                    <a:pt x="1109288" y="128031"/>
                  </a:lnTo>
                  <a:lnTo>
                    <a:pt x="1108810" y="128509"/>
                  </a:lnTo>
                  <a:lnTo>
                    <a:pt x="1107855" y="129942"/>
                  </a:lnTo>
                  <a:lnTo>
                    <a:pt x="1105466" y="131376"/>
                  </a:lnTo>
                  <a:lnTo>
                    <a:pt x="1105466" y="133764"/>
                  </a:lnTo>
                  <a:lnTo>
                    <a:pt x="1103555" y="138064"/>
                  </a:lnTo>
                  <a:lnTo>
                    <a:pt x="1103555" y="139975"/>
                  </a:lnTo>
                  <a:lnTo>
                    <a:pt x="1102122" y="141408"/>
                  </a:lnTo>
                  <a:lnTo>
                    <a:pt x="1100211" y="142841"/>
                  </a:lnTo>
                  <a:lnTo>
                    <a:pt x="1097822" y="142363"/>
                  </a:lnTo>
                  <a:lnTo>
                    <a:pt x="1095911" y="143319"/>
                  </a:lnTo>
                  <a:lnTo>
                    <a:pt x="1094956" y="144752"/>
                  </a:lnTo>
                  <a:lnTo>
                    <a:pt x="1094478" y="145230"/>
                  </a:lnTo>
                  <a:lnTo>
                    <a:pt x="1094001" y="143319"/>
                  </a:lnTo>
                  <a:lnTo>
                    <a:pt x="1093523" y="142841"/>
                  </a:lnTo>
                  <a:lnTo>
                    <a:pt x="1093045" y="145230"/>
                  </a:lnTo>
                  <a:lnTo>
                    <a:pt x="1092090" y="145230"/>
                  </a:lnTo>
                  <a:lnTo>
                    <a:pt x="1092090" y="143796"/>
                  </a:lnTo>
                  <a:lnTo>
                    <a:pt x="1091612" y="142363"/>
                  </a:lnTo>
                  <a:lnTo>
                    <a:pt x="1090656" y="143319"/>
                  </a:lnTo>
                  <a:lnTo>
                    <a:pt x="1090179" y="146185"/>
                  </a:lnTo>
                  <a:lnTo>
                    <a:pt x="1089701" y="145707"/>
                  </a:lnTo>
                  <a:lnTo>
                    <a:pt x="1089223" y="144752"/>
                  </a:lnTo>
                  <a:lnTo>
                    <a:pt x="1088745" y="144752"/>
                  </a:lnTo>
                  <a:lnTo>
                    <a:pt x="1088745" y="145707"/>
                  </a:lnTo>
                  <a:lnTo>
                    <a:pt x="1089223" y="147141"/>
                  </a:lnTo>
                  <a:lnTo>
                    <a:pt x="1088745" y="148096"/>
                  </a:lnTo>
                  <a:lnTo>
                    <a:pt x="1088268" y="147618"/>
                  </a:lnTo>
                  <a:lnTo>
                    <a:pt x="1087312" y="147141"/>
                  </a:lnTo>
                  <a:lnTo>
                    <a:pt x="1086357" y="147618"/>
                  </a:lnTo>
                  <a:lnTo>
                    <a:pt x="1085401" y="147618"/>
                  </a:lnTo>
                  <a:lnTo>
                    <a:pt x="1085401" y="147141"/>
                  </a:lnTo>
                  <a:lnTo>
                    <a:pt x="1085401" y="146185"/>
                  </a:lnTo>
                  <a:lnTo>
                    <a:pt x="1083490" y="146663"/>
                  </a:lnTo>
                  <a:lnTo>
                    <a:pt x="1081102" y="148096"/>
                  </a:lnTo>
                  <a:lnTo>
                    <a:pt x="1079669" y="150485"/>
                  </a:lnTo>
                  <a:lnTo>
                    <a:pt x="1080146" y="150962"/>
                  </a:lnTo>
                  <a:lnTo>
                    <a:pt x="1080624" y="151918"/>
                  </a:lnTo>
                  <a:lnTo>
                    <a:pt x="1077758" y="155262"/>
                  </a:lnTo>
                  <a:lnTo>
                    <a:pt x="1074414" y="158606"/>
                  </a:lnTo>
                  <a:lnTo>
                    <a:pt x="1072025" y="163861"/>
                  </a:lnTo>
                  <a:lnTo>
                    <a:pt x="1071069" y="164817"/>
                  </a:lnTo>
                  <a:lnTo>
                    <a:pt x="1070114" y="165772"/>
                  </a:lnTo>
                  <a:lnTo>
                    <a:pt x="1069636" y="168638"/>
                  </a:lnTo>
                  <a:lnTo>
                    <a:pt x="1068203" y="171505"/>
                  </a:lnTo>
                  <a:lnTo>
                    <a:pt x="1069159" y="172938"/>
                  </a:lnTo>
                  <a:lnTo>
                    <a:pt x="1069159" y="174371"/>
                  </a:lnTo>
                  <a:lnTo>
                    <a:pt x="1070114" y="175804"/>
                  </a:lnTo>
                  <a:lnTo>
                    <a:pt x="1071069" y="175804"/>
                  </a:lnTo>
                  <a:lnTo>
                    <a:pt x="1072025" y="175327"/>
                  </a:lnTo>
                  <a:lnTo>
                    <a:pt x="1072503" y="175327"/>
                  </a:lnTo>
                  <a:lnTo>
                    <a:pt x="1072980" y="176282"/>
                  </a:lnTo>
                  <a:lnTo>
                    <a:pt x="1072503" y="176760"/>
                  </a:lnTo>
                  <a:lnTo>
                    <a:pt x="1071547" y="176760"/>
                  </a:lnTo>
                  <a:lnTo>
                    <a:pt x="1070114" y="178193"/>
                  </a:lnTo>
                  <a:lnTo>
                    <a:pt x="1068203" y="178671"/>
                  </a:lnTo>
                  <a:lnTo>
                    <a:pt x="1067725" y="179626"/>
                  </a:lnTo>
                  <a:lnTo>
                    <a:pt x="1066292" y="181537"/>
                  </a:lnTo>
                  <a:lnTo>
                    <a:pt x="1064381" y="183926"/>
                  </a:lnTo>
                  <a:lnTo>
                    <a:pt x="1065337" y="184881"/>
                  </a:lnTo>
                  <a:lnTo>
                    <a:pt x="1068681" y="185359"/>
                  </a:lnTo>
                  <a:lnTo>
                    <a:pt x="1070114" y="186314"/>
                  </a:lnTo>
                  <a:lnTo>
                    <a:pt x="1072503" y="191092"/>
                  </a:lnTo>
                  <a:lnTo>
                    <a:pt x="1072025" y="191569"/>
                  </a:lnTo>
                  <a:lnTo>
                    <a:pt x="1072025" y="192525"/>
                  </a:lnTo>
                  <a:lnTo>
                    <a:pt x="1073936" y="193480"/>
                  </a:lnTo>
                  <a:lnTo>
                    <a:pt x="1074891" y="196825"/>
                  </a:lnTo>
                  <a:lnTo>
                    <a:pt x="1076325" y="197780"/>
                  </a:lnTo>
                  <a:lnTo>
                    <a:pt x="1079191" y="198735"/>
                  </a:lnTo>
                  <a:lnTo>
                    <a:pt x="1082057" y="197780"/>
                  </a:lnTo>
                  <a:lnTo>
                    <a:pt x="1084924" y="196347"/>
                  </a:lnTo>
                  <a:lnTo>
                    <a:pt x="1084924" y="194914"/>
                  </a:lnTo>
                  <a:lnTo>
                    <a:pt x="1083013" y="192525"/>
                  </a:lnTo>
                  <a:lnTo>
                    <a:pt x="1082535" y="191092"/>
                  </a:lnTo>
                  <a:lnTo>
                    <a:pt x="1081579" y="190614"/>
                  </a:lnTo>
                  <a:lnTo>
                    <a:pt x="1081102" y="191092"/>
                  </a:lnTo>
                  <a:lnTo>
                    <a:pt x="1080146" y="190136"/>
                  </a:lnTo>
                  <a:lnTo>
                    <a:pt x="1080146" y="189659"/>
                  </a:lnTo>
                  <a:lnTo>
                    <a:pt x="1080624" y="189659"/>
                  </a:lnTo>
                  <a:lnTo>
                    <a:pt x="1081579" y="189659"/>
                  </a:lnTo>
                  <a:lnTo>
                    <a:pt x="1082535" y="190136"/>
                  </a:lnTo>
                  <a:lnTo>
                    <a:pt x="1085401" y="193003"/>
                  </a:lnTo>
                  <a:lnTo>
                    <a:pt x="1085879" y="196825"/>
                  </a:lnTo>
                  <a:lnTo>
                    <a:pt x="1086357" y="199213"/>
                  </a:lnTo>
                  <a:lnTo>
                    <a:pt x="1085879" y="199691"/>
                  </a:lnTo>
                  <a:lnTo>
                    <a:pt x="1084924" y="199691"/>
                  </a:lnTo>
                  <a:lnTo>
                    <a:pt x="1083490" y="199691"/>
                  </a:lnTo>
                  <a:lnTo>
                    <a:pt x="1076802" y="201124"/>
                  </a:lnTo>
                  <a:lnTo>
                    <a:pt x="1075369" y="202080"/>
                  </a:lnTo>
                  <a:lnTo>
                    <a:pt x="1072025" y="203513"/>
                  </a:lnTo>
                  <a:lnTo>
                    <a:pt x="1071547" y="202557"/>
                  </a:lnTo>
                  <a:lnTo>
                    <a:pt x="1072025" y="201602"/>
                  </a:lnTo>
                  <a:lnTo>
                    <a:pt x="1071547" y="199213"/>
                  </a:lnTo>
                  <a:lnTo>
                    <a:pt x="1071069" y="198735"/>
                  </a:lnTo>
                  <a:lnTo>
                    <a:pt x="1065337" y="203035"/>
                  </a:lnTo>
                  <a:lnTo>
                    <a:pt x="1063426" y="203035"/>
                  </a:lnTo>
                  <a:lnTo>
                    <a:pt x="1061515" y="204468"/>
                  </a:lnTo>
                  <a:lnTo>
                    <a:pt x="1061515" y="203513"/>
                  </a:lnTo>
                  <a:lnTo>
                    <a:pt x="1061037" y="200646"/>
                  </a:lnTo>
                  <a:lnTo>
                    <a:pt x="1061993" y="198258"/>
                  </a:lnTo>
                  <a:lnTo>
                    <a:pt x="1061515" y="198258"/>
                  </a:lnTo>
                  <a:lnTo>
                    <a:pt x="1059604" y="199691"/>
                  </a:lnTo>
                  <a:lnTo>
                    <a:pt x="1058649" y="198735"/>
                  </a:lnTo>
                  <a:lnTo>
                    <a:pt x="1058649" y="197780"/>
                  </a:lnTo>
                  <a:lnTo>
                    <a:pt x="1057693" y="197302"/>
                  </a:lnTo>
                  <a:lnTo>
                    <a:pt x="1057215" y="196825"/>
                  </a:lnTo>
                  <a:lnTo>
                    <a:pt x="1057693" y="199213"/>
                  </a:lnTo>
                  <a:lnTo>
                    <a:pt x="1056737" y="201124"/>
                  </a:lnTo>
                  <a:lnTo>
                    <a:pt x="1056260" y="205424"/>
                  </a:lnTo>
                  <a:lnTo>
                    <a:pt x="1054827" y="206857"/>
                  </a:lnTo>
                  <a:lnTo>
                    <a:pt x="1049572" y="208290"/>
                  </a:lnTo>
                  <a:lnTo>
                    <a:pt x="1046705" y="207812"/>
                  </a:lnTo>
                  <a:lnTo>
                    <a:pt x="1043839" y="208290"/>
                  </a:lnTo>
                  <a:lnTo>
                    <a:pt x="1040017" y="209245"/>
                  </a:lnTo>
                  <a:lnTo>
                    <a:pt x="1038106" y="208768"/>
                  </a:lnTo>
                  <a:lnTo>
                    <a:pt x="1035718" y="209723"/>
                  </a:lnTo>
                  <a:lnTo>
                    <a:pt x="1028552" y="209723"/>
                  </a:lnTo>
                  <a:lnTo>
                    <a:pt x="1026641" y="209245"/>
                  </a:lnTo>
                  <a:lnTo>
                    <a:pt x="1024730" y="211156"/>
                  </a:lnTo>
                  <a:lnTo>
                    <a:pt x="1021863" y="212112"/>
                  </a:lnTo>
                  <a:lnTo>
                    <a:pt x="1013742" y="215456"/>
                  </a:lnTo>
                  <a:lnTo>
                    <a:pt x="1011831" y="216889"/>
                  </a:lnTo>
                  <a:lnTo>
                    <a:pt x="1009920" y="219278"/>
                  </a:lnTo>
                  <a:lnTo>
                    <a:pt x="1008487" y="220233"/>
                  </a:lnTo>
                  <a:lnTo>
                    <a:pt x="1007531" y="220711"/>
                  </a:lnTo>
                  <a:lnTo>
                    <a:pt x="1006576" y="221666"/>
                  </a:lnTo>
                  <a:lnTo>
                    <a:pt x="1006098" y="222144"/>
                  </a:lnTo>
                  <a:lnTo>
                    <a:pt x="1005621" y="22214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2" name="Freeform 5571">
              <a:extLst>
                <a:ext uri="{FF2B5EF4-FFF2-40B4-BE49-F238E27FC236}">
                  <a16:creationId xmlns:a16="http://schemas.microsoft.com/office/drawing/2014/main" id="{02F4C0C5-66BE-F714-8B7B-E0784856FA07}"/>
                </a:ext>
              </a:extLst>
            </p:cNvPr>
            <p:cNvSpPr/>
            <p:nvPr/>
          </p:nvSpPr>
          <p:spPr>
            <a:xfrm>
              <a:off x="3444601" y="3722587"/>
              <a:ext cx="4299" cy="2866"/>
            </a:xfrm>
            <a:custGeom>
              <a:avLst/>
              <a:gdLst>
                <a:gd name="csX0" fmla="*/ 4300 w 4299"/>
                <a:gd name="csY0" fmla="*/ 955 h 2866"/>
                <a:gd name="csX1" fmla="*/ 4300 w 4299"/>
                <a:gd name="csY1" fmla="*/ 1433 h 2866"/>
                <a:gd name="csX2" fmla="*/ 3822 w 4299"/>
                <a:gd name="csY2" fmla="*/ 1911 h 2866"/>
                <a:gd name="csX3" fmla="*/ 3344 w 4299"/>
                <a:gd name="csY3" fmla="*/ 1911 h 2866"/>
                <a:gd name="csX4" fmla="*/ 2389 w 4299"/>
                <a:gd name="csY4" fmla="*/ 955 h 2866"/>
                <a:gd name="csX5" fmla="*/ 1911 w 4299"/>
                <a:gd name="csY5" fmla="*/ 955 h 2866"/>
                <a:gd name="csX6" fmla="*/ 2389 w 4299"/>
                <a:gd name="csY6" fmla="*/ 2389 h 2866"/>
                <a:gd name="csX7" fmla="*/ 1911 w 4299"/>
                <a:gd name="csY7" fmla="*/ 2866 h 2866"/>
                <a:gd name="csX8" fmla="*/ 0 w 4299"/>
                <a:gd name="csY8" fmla="*/ 1911 h 2866"/>
                <a:gd name="csX9" fmla="*/ 0 w 4299"/>
                <a:gd name="csY9" fmla="*/ 1433 h 2866"/>
                <a:gd name="csX10" fmla="*/ 478 w 4299"/>
                <a:gd name="csY10" fmla="*/ 478 h 2866"/>
                <a:gd name="csX11" fmla="*/ 1433 w 4299"/>
                <a:gd name="csY11" fmla="*/ 0 h 2866"/>
                <a:gd name="csX12" fmla="*/ 1911 w 4299"/>
                <a:gd name="csY12" fmla="*/ 0 h 2866"/>
                <a:gd name="csX13" fmla="*/ 4300 w 4299"/>
                <a:gd name="csY13" fmla="*/ 955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299" h="2866">
                  <a:moveTo>
                    <a:pt x="4300" y="955"/>
                  </a:moveTo>
                  <a:lnTo>
                    <a:pt x="4300" y="1433"/>
                  </a:lnTo>
                  <a:lnTo>
                    <a:pt x="3822" y="1911"/>
                  </a:lnTo>
                  <a:lnTo>
                    <a:pt x="3344" y="1911"/>
                  </a:lnTo>
                  <a:lnTo>
                    <a:pt x="2389" y="955"/>
                  </a:lnTo>
                  <a:lnTo>
                    <a:pt x="1911" y="955"/>
                  </a:lnTo>
                  <a:lnTo>
                    <a:pt x="2389" y="2389"/>
                  </a:lnTo>
                  <a:lnTo>
                    <a:pt x="1911" y="2866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4300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3" name="Freeform 5572">
              <a:extLst>
                <a:ext uri="{FF2B5EF4-FFF2-40B4-BE49-F238E27FC236}">
                  <a16:creationId xmlns:a16="http://schemas.microsoft.com/office/drawing/2014/main" id="{B0E102ED-CA15-11FF-7662-4C34A0FE6F61}"/>
                </a:ext>
              </a:extLst>
            </p:cNvPr>
            <p:cNvSpPr/>
            <p:nvPr/>
          </p:nvSpPr>
          <p:spPr>
            <a:xfrm>
              <a:off x="3441257" y="3724976"/>
              <a:ext cx="3344" cy="3821"/>
            </a:xfrm>
            <a:custGeom>
              <a:avLst/>
              <a:gdLst>
                <a:gd name="csX0" fmla="*/ 2866 w 3344"/>
                <a:gd name="csY0" fmla="*/ 3344 h 3821"/>
                <a:gd name="csX1" fmla="*/ 3344 w 3344"/>
                <a:gd name="csY1" fmla="*/ 3822 h 3821"/>
                <a:gd name="csX2" fmla="*/ 1433 w 3344"/>
                <a:gd name="csY2" fmla="*/ 3344 h 3821"/>
                <a:gd name="csX3" fmla="*/ 478 w 3344"/>
                <a:gd name="csY3" fmla="*/ 2866 h 3821"/>
                <a:gd name="csX4" fmla="*/ 0 w 3344"/>
                <a:gd name="csY4" fmla="*/ 2389 h 3821"/>
                <a:gd name="csX5" fmla="*/ 0 w 3344"/>
                <a:gd name="csY5" fmla="*/ 955 h 3821"/>
                <a:gd name="csX6" fmla="*/ 0 w 3344"/>
                <a:gd name="csY6" fmla="*/ 478 h 3821"/>
                <a:gd name="csX7" fmla="*/ 956 w 3344"/>
                <a:gd name="csY7" fmla="*/ 0 h 3821"/>
                <a:gd name="csX8" fmla="*/ 2866 w 3344"/>
                <a:gd name="csY8" fmla="*/ 1911 h 3821"/>
                <a:gd name="csX9" fmla="*/ 2866 w 3344"/>
                <a:gd name="csY9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3821">
                  <a:moveTo>
                    <a:pt x="2866" y="3344"/>
                  </a:moveTo>
                  <a:lnTo>
                    <a:pt x="3344" y="3822"/>
                  </a:lnTo>
                  <a:lnTo>
                    <a:pt x="1433" y="3344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866" y="1911"/>
                  </a:lnTo>
                  <a:lnTo>
                    <a:pt x="286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4" name="Freeform 5573">
              <a:extLst>
                <a:ext uri="{FF2B5EF4-FFF2-40B4-BE49-F238E27FC236}">
                  <a16:creationId xmlns:a16="http://schemas.microsoft.com/office/drawing/2014/main" id="{1BB2068D-69A1-B370-D396-E40B6C8275A3}"/>
                </a:ext>
              </a:extLst>
            </p:cNvPr>
            <p:cNvSpPr/>
            <p:nvPr/>
          </p:nvSpPr>
          <p:spPr>
            <a:xfrm>
              <a:off x="3446034" y="3726887"/>
              <a:ext cx="1911" cy="3344"/>
            </a:xfrm>
            <a:custGeom>
              <a:avLst/>
              <a:gdLst>
                <a:gd name="csX0" fmla="*/ 1911 w 1911"/>
                <a:gd name="csY0" fmla="*/ 3344 h 3344"/>
                <a:gd name="csX1" fmla="*/ 1911 w 1911"/>
                <a:gd name="csY1" fmla="*/ 3344 h 3344"/>
                <a:gd name="csX2" fmla="*/ 478 w 1911"/>
                <a:gd name="csY2" fmla="*/ 2866 h 3344"/>
                <a:gd name="csX3" fmla="*/ 0 w 1911"/>
                <a:gd name="csY3" fmla="*/ 2389 h 3344"/>
                <a:gd name="csX4" fmla="*/ 0 w 1911"/>
                <a:gd name="csY4" fmla="*/ 1911 h 3344"/>
                <a:gd name="csX5" fmla="*/ 0 w 1911"/>
                <a:gd name="csY5" fmla="*/ 0 h 3344"/>
                <a:gd name="csX6" fmla="*/ 956 w 1911"/>
                <a:gd name="csY6" fmla="*/ 0 h 3344"/>
                <a:gd name="csX7" fmla="*/ 956 w 1911"/>
                <a:gd name="csY7" fmla="*/ 0 h 3344"/>
                <a:gd name="csX8" fmla="*/ 1433 w 1911"/>
                <a:gd name="csY8" fmla="*/ 1433 h 3344"/>
                <a:gd name="csX9" fmla="*/ 1911 w 1911"/>
                <a:gd name="csY9" fmla="*/ 2389 h 3344"/>
                <a:gd name="csX10" fmla="*/ 1911 w 1911"/>
                <a:gd name="csY10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911" h="3344">
                  <a:moveTo>
                    <a:pt x="1911" y="3344"/>
                  </a:moveTo>
                  <a:lnTo>
                    <a:pt x="1911" y="3344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1433" y="1433"/>
                  </a:lnTo>
                  <a:lnTo>
                    <a:pt x="1911" y="2389"/>
                  </a:lnTo>
                  <a:lnTo>
                    <a:pt x="1911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5" name="Freeform 5574">
              <a:extLst>
                <a:ext uri="{FF2B5EF4-FFF2-40B4-BE49-F238E27FC236}">
                  <a16:creationId xmlns:a16="http://schemas.microsoft.com/office/drawing/2014/main" id="{772F9E3F-A7CE-6925-9171-09D5436D5F67}"/>
                </a:ext>
              </a:extLst>
            </p:cNvPr>
            <p:cNvSpPr/>
            <p:nvPr/>
          </p:nvSpPr>
          <p:spPr>
            <a:xfrm>
              <a:off x="3449378" y="3731186"/>
              <a:ext cx="7643" cy="12898"/>
            </a:xfrm>
            <a:custGeom>
              <a:avLst/>
              <a:gdLst>
                <a:gd name="csX0" fmla="*/ 3822 w 7643"/>
                <a:gd name="csY0" fmla="*/ 6211 h 12898"/>
                <a:gd name="csX1" fmla="*/ 4777 w 7643"/>
                <a:gd name="csY1" fmla="*/ 10032 h 12898"/>
                <a:gd name="csX2" fmla="*/ 4777 w 7643"/>
                <a:gd name="csY2" fmla="*/ 8599 h 12898"/>
                <a:gd name="csX3" fmla="*/ 7644 w 7643"/>
                <a:gd name="csY3" fmla="*/ 10988 h 12898"/>
                <a:gd name="csX4" fmla="*/ 7644 w 7643"/>
                <a:gd name="csY4" fmla="*/ 12421 h 12898"/>
                <a:gd name="csX5" fmla="*/ 7166 w 7643"/>
                <a:gd name="csY5" fmla="*/ 12899 h 12898"/>
                <a:gd name="csX6" fmla="*/ 6688 w 7643"/>
                <a:gd name="csY6" fmla="*/ 12899 h 12898"/>
                <a:gd name="csX7" fmla="*/ 6210 w 7643"/>
                <a:gd name="csY7" fmla="*/ 12421 h 12898"/>
                <a:gd name="csX8" fmla="*/ 5733 w 7643"/>
                <a:gd name="csY8" fmla="*/ 11465 h 12898"/>
                <a:gd name="csX9" fmla="*/ 5255 w 7643"/>
                <a:gd name="csY9" fmla="*/ 10988 h 12898"/>
                <a:gd name="csX10" fmla="*/ 3822 w 7643"/>
                <a:gd name="csY10" fmla="*/ 10988 h 12898"/>
                <a:gd name="csX11" fmla="*/ 3344 w 7643"/>
                <a:gd name="csY11" fmla="*/ 9555 h 12898"/>
                <a:gd name="csX12" fmla="*/ 2866 w 7643"/>
                <a:gd name="csY12" fmla="*/ 9077 h 12898"/>
                <a:gd name="csX13" fmla="*/ 2866 w 7643"/>
                <a:gd name="csY13" fmla="*/ 7166 h 12898"/>
                <a:gd name="csX14" fmla="*/ 2389 w 7643"/>
                <a:gd name="csY14" fmla="*/ 6688 h 12898"/>
                <a:gd name="csX15" fmla="*/ 1911 w 7643"/>
                <a:gd name="csY15" fmla="*/ 6211 h 12898"/>
                <a:gd name="csX16" fmla="*/ 1433 w 7643"/>
                <a:gd name="csY16" fmla="*/ 5733 h 12898"/>
                <a:gd name="csX17" fmla="*/ 478 w 7643"/>
                <a:gd name="csY17" fmla="*/ 4300 h 12898"/>
                <a:gd name="csX18" fmla="*/ 0 w 7643"/>
                <a:gd name="csY18" fmla="*/ 4300 h 12898"/>
                <a:gd name="csX19" fmla="*/ 478 w 7643"/>
                <a:gd name="csY19" fmla="*/ 2866 h 12898"/>
                <a:gd name="csX20" fmla="*/ 1911 w 7643"/>
                <a:gd name="csY20" fmla="*/ 956 h 12898"/>
                <a:gd name="csX21" fmla="*/ 2389 w 7643"/>
                <a:gd name="csY21" fmla="*/ 0 h 12898"/>
                <a:gd name="csX22" fmla="*/ 2866 w 7643"/>
                <a:gd name="csY22" fmla="*/ 0 h 12898"/>
                <a:gd name="csX23" fmla="*/ 3822 w 7643"/>
                <a:gd name="csY23" fmla="*/ 956 h 12898"/>
                <a:gd name="csX24" fmla="*/ 4300 w 7643"/>
                <a:gd name="csY24" fmla="*/ 1911 h 12898"/>
                <a:gd name="csX25" fmla="*/ 4300 w 7643"/>
                <a:gd name="csY25" fmla="*/ 2389 h 12898"/>
                <a:gd name="csX26" fmla="*/ 1433 w 7643"/>
                <a:gd name="csY26" fmla="*/ 3822 h 12898"/>
                <a:gd name="csX27" fmla="*/ 956 w 7643"/>
                <a:gd name="csY27" fmla="*/ 4300 h 12898"/>
                <a:gd name="csX28" fmla="*/ 2389 w 7643"/>
                <a:gd name="csY28" fmla="*/ 4777 h 12898"/>
                <a:gd name="csX29" fmla="*/ 3344 w 7643"/>
                <a:gd name="csY29" fmla="*/ 5255 h 12898"/>
                <a:gd name="csX30" fmla="*/ 3822 w 7643"/>
                <a:gd name="csY30" fmla="*/ 6211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7643" h="12898">
                  <a:moveTo>
                    <a:pt x="3822" y="6211"/>
                  </a:moveTo>
                  <a:lnTo>
                    <a:pt x="4777" y="10032"/>
                  </a:lnTo>
                  <a:lnTo>
                    <a:pt x="4777" y="8599"/>
                  </a:lnTo>
                  <a:lnTo>
                    <a:pt x="7644" y="10988"/>
                  </a:lnTo>
                  <a:lnTo>
                    <a:pt x="7644" y="12421"/>
                  </a:lnTo>
                  <a:lnTo>
                    <a:pt x="7166" y="12899"/>
                  </a:lnTo>
                  <a:lnTo>
                    <a:pt x="6688" y="12899"/>
                  </a:lnTo>
                  <a:lnTo>
                    <a:pt x="6210" y="12421"/>
                  </a:lnTo>
                  <a:lnTo>
                    <a:pt x="5733" y="11465"/>
                  </a:lnTo>
                  <a:lnTo>
                    <a:pt x="5255" y="10988"/>
                  </a:lnTo>
                  <a:lnTo>
                    <a:pt x="3822" y="10988"/>
                  </a:lnTo>
                  <a:lnTo>
                    <a:pt x="3344" y="9555"/>
                  </a:lnTo>
                  <a:lnTo>
                    <a:pt x="2866" y="9077"/>
                  </a:lnTo>
                  <a:lnTo>
                    <a:pt x="2866" y="7166"/>
                  </a:lnTo>
                  <a:lnTo>
                    <a:pt x="2389" y="6688"/>
                  </a:lnTo>
                  <a:lnTo>
                    <a:pt x="1911" y="6211"/>
                  </a:lnTo>
                  <a:lnTo>
                    <a:pt x="1433" y="5733"/>
                  </a:lnTo>
                  <a:lnTo>
                    <a:pt x="478" y="4300"/>
                  </a:lnTo>
                  <a:lnTo>
                    <a:pt x="0" y="4300"/>
                  </a:lnTo>
                  <a:lnTo>
                    <a:pt x="478" y="2866"/>
                  </a:lnTo>
                  <a:lnTo>
                    <a:pt x="1911" y="956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822" y="956"/>
                  </a:lnTo>
                  <a:lnTo>
                    <a:pt x="4300" y="1911"/>
                  </a:lnTo>
                  <a:lnTo>
                    <a:pt x="4300" y="2389"/>
                  </a:lnTo>
                  <a:lnTo>
                    <a:pt x="1433" y="3822"/>
                  </a:lnTo>
                  <a:lnTo>
                    <a:pt x="956" y="4300"/>
                  </a:lnTo>
                  <a:lnTo>
                    <a:pt x="2389" y="4777"/>
                  </a:lnTo>
                  <a:lnTo>
                    <a:pt x="3344" y="5255"/>
                  </a:lnTo>
                  <a:lnTo>
                    <a:pt x="3822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6" name="Freeform 5575">
              <a:extLst>
                <a:ext uri="{FF2B5EF4-FFF2-40B4-BE49-F238E27FC236}">
                  <a16:creationId xmlns:a16="http://schemas.microsoft.com/office/drawing/2014/main" id="{BA7444E5-983E-4083-24DF-A510872EB075}"/>
                </a:ext>
              </a:extLst>
            </p:cNvPr>
            <p:cNvSpPr/>
            <p:nvPr/>
          </p:nvSpPr>
          <p:spPr>
            <a:xfrm>
              <a:off x="4114855" y="3736919"/>
              <a:ext cx="14331" cy="9076"/>
            </a:xfrm>
            <a:custGeom>
              <a:avLst/>
              <a:gdLst>
                <a:gd name="csX0" fmla="*/ 4777 w 14331"/>
                <a:gd name="csY0" fmla="*/ 6688 h 9076"/>
                <a:gd name="csX1" fmla="*/ 4777 w 14331"/>
                <a:gd name="csY1" fmla="*/ 7166 h 9076"/>
                <a:gd name="csX2" fmla="*/ 5255 w 14331"/>
                <a:gd name="csY2" fmla="*/ 7644 h 9076"/>
                <a:gd name="csX3" fmla="*/ 5255 w 14331"/>
                <a:gd name="csY3" fmla="*/ 7644 h 9076"/>
                <a:gd name="csX4" fmla="*/ 4300 w 14331"/>
                <a:gd name="csY4" fmla="*/ 8121 h 9076"/>
                <a:gd name="csX5" fmla="*/ 2389 w 14331"/>
                <a:gd name="csY5" fmla="*/ 9077 h 9076"/>
                <a:gd name="csX6" fmla="*/ 956 w 14331"/>
                <a:gd name="csY6" fmla="*/ 9077 h 9076"/>
                <a:gd name="csX7" fmla="*/ 0 w 14331"/>
                <a:gd name="csY7" fmla="*/ 9077 h 9076"/>
                <a:gd name="csX8" fmla="*/ 0 w 14331"/>
                <a:gd name="csY8" fmla="*/ 8121 h 9076"/>
                <a:gd name="csX9" fmla="*/ 478 w 14331"/>
                <a:gd name="csY9" fmla="*/ 7644 h 9076"/>
                <a:gd name="csX10" fmla="*/ 478 w 14331"/>
                <a:gd name="csY10" fmla="*/ 7166 h 9076"/>
                <a:gd name="csX11" fmla="*/ 0 w 14331"/>
                <a:gd name="csY11" fmla="*/ 7166 h 9076"/>
                <a:gd name="csX12" fmla="*/ 0 w 14331"/>
                <a:gd name="csY12" fmla="*/ 6688 h 9076"/>
                <a:gd name="csX13" fmla="*/ 956 w 14331"/>
                <a:gd name="csY13" fmla="*/ 6210 h 9076"/>
                <a:gd name="csX14" fmla="*/ 8599 w 14331"/>
                <a:gd name="csY14" fmla="*/ 1911 h 9076"/>
                <a:gd name="csX15" fmla="*/ 11943 w 14331"/>
                <a:gd name="csY15" fmla="*/ 478 h 9076"/>
                <a:gd name="csX16" fmla="*/ 13854 w 14331"/>
                <a:gd name="csY16" fmla="*/ 0 h 9076"/>
                <a:gd name="csX17" fmla="*/ 14332 w 14331"/>
                <a:gd name="csY17" fmla="*/ 478 h 9076"/>
                <a:gd name="csX18" fmla="*/ 12421 w 14331"/>
                <a:gd name="csY18" fmla="*/ 1911 h 9076"/>
                <a:gd name="csX19" fmla="*/ 11943 w 14331"/>
                <a:gd name="csY19" fmla="*/ 2389 h 9076"/>
                <a:gd name="csX20" fmla="*/ 11943 w 14331"/>
                <a:gd name="csY20" fmla="*/ 2866 h 9076"/>
                <a:gd name="csX21" fmla="*/ 11466 w 14331"/>
                <a:gd name="csY21" fmla="*/ 3822 h 9076"/>
                <a:gd name="csX22" fmla="*/ 5733 w 14331"/>
                <a:gd name="csY22" fmla="*/ 6688 h 9076"/>
                <a:gd name="csX23" fmla="*/ 4777 w 14331"/>
                <a:gd name="csY23" fmla="*/ 6688 h 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4331" h="9076">
                  <a:moveTo>
                    <a:pt x="4777" y="6688"/>
                  </a:moveTo>
                  <a:lnTo>
                    <a:pt x="4777" y="7166"/>
                  </a:lnTo>
                  <a:lnTo>
                    <a:pt x="5255" y="7644"/>
                  </a:lnTo>
                  <a:lnTo>
                    <a:pt x="5255" y="7644"/>
                  </a:lnTo>
                  <a:lnTo>
                    <a:pt x="4300" y="8121"/>
                  </a:lnTo>
                  <a:lnTo>
                    <a:pt x="2389" y="9077"/>
                  </a:lnTo>
                  <a:lnTo>
                    <a:pt x="956" y="9077"/>
                  </a:lnTo>
                  <a:lnTo>
                    <a:pt x="0" y="9077"/>
                  </a:lnTo>
                  <a:lnTo>
                    <a:pt x="0" y="8121"/>
                  </a:lnTo>
                  <a:lnTo>
                    <a:pt x="478" y="7644"/>
                  </a:lnTo>
                  <a:lnTo>
                    <a:pt x="478" y="7166"/>
                  </a:lnTo>
                  <a:lnTo>
                    <a:pt x="0" y="7166"/>
                  </a:lnTo>
                  <a:lnTo>
                    <a:pt x="0" y="6688"/>
                  </a:lnTo>
                  <a:lnTo>
                    <a:pt x="956" y="6210"/>
                  </a:lnTo>
                  <a:lnTo>
                    <a:pt x="8599" y="1911"/>
                  </a:lnTo>
                  <a:lnTo>
                    <a:pt x="11943" y="478"/>
                  </a:lnTo>
                  <a:lnTo>
                    <a:pt x="13854" y="0"/>
                  </a:lnTo>
                  <a:lnTo>
                    <a:pt x="14332" y="478"/>
                  </a:lnTo>
                  <a:lnTo>
                    <a:pt x="12421" y="1911"/>
                  </a:lnTo>
                  <a:lnTo>
                    <a:pt x="11943" y="2389"/>
                  </a:lnTo>
                  <a:lnTo>
                    <a:pt x="11943" y="2866"/>
                  </a:lnTo>
                  <a:lnTo>
                    <a:pt x="11466" y="3822"/>
                  </a:lnTo>
                  <a:lnTo>
                    <a:pt x="5733" y="6688"/>
                  </a:lnTo>
                  <a:lnTo>
                    <a:pt x="4777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7" name="Freeform 5576">
              <a:extLst>
                <a:ext uri="{FF2B5EF4-FFF2-40B4-BE49-F238E27FC236}">
                  <a16:creationId xmlns:a16="http://schemas.microsoft.com/office/drawing/2014/main" id="{EA93D5F8-1EB0-288C-5F1B-47CBECF1A326}"/>
                </a:ext>
              </a:extLst>
            </p:cNvPr>
            <p:cNvSpPr/>
            <p:nvPr/>
          </p:nvSpPr>
          <p:spPr>
            <a:xfrm>
              <a:off x="3452722" y="3749818"/>
              <a:ext cx="1910" cy="3344"/>
            </a:xfrm>
            <a:custGeom>
              <a:avLst/>
              <a:gdLst>
                <a:gd name="csX0" fmla="*/ 1911 w 1910"/>
                <a:gd name="csY0" fmla="*/ 2866 h 3344"/>
                <a:gd name="csX1" fmla="*/ 1433 w 1910"/>
                <a:gd name="csY1" fmla="*/ 3344 h 3344"/>
                <a:gd name="csX2" fmla="*/ 478 w 1910"/>
                <a:gd name="csY2" fmla="*/ 2866 h 3344"/>
                <a:gd name="csX3" fmla="*/ 0 w 1910"/>
                <a:gd name="csY3" fmla="*/ 2389 h 3344"/>
                <a:gd name="csX4" fmla="*/ 0 w 1910"/>
                <a:gd name="csY4" fmla="*/ 956 h 3344"/>
                <a:gd name="csX5" fmla="*/ 478 w 1910"/>
                <a:gd name="csY5" fmla="*/ 0 h 3344"/>
                <a:gd name="csX6" fmla="*/ 955 w 1910"/>
                <a:gd name="csY6" fmla="*/ 0 h 3344"/>
                <a:gd name="csX7" fmla="*/ 1433 w 1910"/>
                <a:gd name="csY7" fmla="*/ 478 h 3344"/>
                <a:gd name="csX8" fmla="*/ 1433 w 1910"/>
                <a:gd name="csY8" fmla="*/ 478 h 3344"/>
                <a:gd name="csX9" fmla="*/ 1911 w 1910"/>
                <a:gd name="csY9" fmla="*/ 2866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0" h="3344">
                  <a:moveTo>
                    <a:pt x="1911" y="2866"/>
                  </a:moveTo>
                  <a:lnTo>
                    <a:pt x="1433" y="3344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955" y="0"/>
                  </a:lnTo>
                  <a:lnTo>
                    <a:pt x="1433" y="478"/>
                  </a:lnTo>
                  <a:lnTo>
                    <a:pt x="1433" y="478"/>
                  </a:lnTo>
                  <a:lnTo>
                    <a:pt x="1911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8" name="Freeform 5577">
              <a:extLst>
                <a:ext uri="{FF2B5EF4-FFF2-40B4-BE49-F238E27FC236}">
                  <a16:creationId xmlns:a16="http://schemas.microsoft.com/office/drawing/2014/main" id="{B40FDCDE-9E47-F467-3883-BA61DBAD9CB8}"/>
                </a:ext>
              </a:extLst>
            </p:cNvPr>
            <p:cNvSpPr/>
            <p:nvPr/>
          </p:nvSpPr>
          <p:spPr>
            <a:xfrm>
              <a:off x="3454155" y="3755551"/>
              <a:ext cx="2388" cy="3821"/>
            </a:xfrm>
            <a:custGeom>
              <a:avLst/>
              <a:gdLst>
                <a:gd name="csX0" fmla="*/ 2389 w 2388"/>
                <a:gd name="csY0" fmla="*/ 2389 h 3821"/>
                <a:gd name="csX1" fmla="*/ 2389 w 2388"/>
                <a:gd name="csY1" fmla="*/ 2866 h 3821"/>
                <a:gd name="csX2" fmla="*/ 1433 w 2388"/>
                <a:gd name="csY2" fmla="*/ 3822 h 3821"/>
                <a:gd name="csX3" fmla="*/ 956 w 2388"/>
                <a:gd name="csY3" fmla="*/ 3344 h 3821"/>
                <a:gd name="csX4" fmla="*/ 956 w 2388"/>
                <a:gd name="csY4" fmla="*/ 2866 h 3821"/>
                <a:gd name="csX5" fmla="*/ 956 w 2388"/>
                <a:gd name="csY5" fmla="*/ 2866 h 3821"/>
                <a:gd name="csX6" fmla="*/ 0 w 2388"/>
                <a:gd name="csY6" fmla="*/ 3344 h 3821"/>
                <a:gd name="csX7" fmla="*/ 0 w 2388"/>
                <a:gd name="csY7" fmla="*/ 1911 h 3821"/>
                <a:gd name="csX8" fmla="*/ 478 w 2388"/>
                <a:gd name="csY8" fmla="*/ 0 h 3821"/>
                <a:gd name="csX9" fmla="*/ 956 w 2388"/>
                <a:gd name="csY9" fmla="*/ 0 h 3821"/>
                <a:gd name="csX10" fmla="*/ 1433 w 2388"/>
                <a:gd name="csY10" fmla="*/ 956 h 3821"/>
                <a:gd name="csX11" fmla="*/ 2389 w 2388"/>
                <a:gd name="csY11" fmla="*/ 2389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88" h="3821">
                  <a:moveTo>
                    <a:pt x="2389" y="2389"/>
                  </a:moveTo>
                  <a:lnTo>
                    <a:pt x="2389" y="2866"/>
                  </a:lnTo>
                  <a:lnTo>
                    <a:pt x="1433" y="3822"/>
                  </a:lnTo>
                  <a:lnTo>
                    <a:pt x="956" y="3344"/>
                  </a:lnTo>
                  <a:lnTo>
                    <a:pt x="956" y="2866"/>
                  </a:lnTo>
                  <a:lnTo>
                    <a:pt x="956" y="2866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1433" y="956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9" name="Freeform 5578">
              <a:extLst>
                <a:ext uri="{FF2B5EF4-FFF2-40B4-BE49-F238E27FC236}">
                  <a16:creationId xmlns:a16="http://schemas.microsoft.com/office/drawing/2014/main" id="{4C8E2303-A72C-C46B-CDFC-4D4004946E7C}"/>
                </a:ext>
              </a:extLst>
            </p:cNvPr>
            <p:cNvSpPr/>
            <p:nvPr/>
          </p:nvSpPr>
          <p:spPr>
            <a:xfrm>
              <a:off x="4126321" y="3755551"/>
              <a:ext cx="17198" cy="12898"/>
            </a:xfrm>
            <a:custGeom>
              <a:avLst/>
              <a:gdLst>
                <a:gd name="csX0" fmla="*/ 7644 w 17198"/>
                <a:gd name="csY0" fmla="*/ 7644 h 12898"/>
                <a:gd name="csX1" fmla="*/ 7644 w 17198"/>
                <a:gd name="csY1" fmla="*/ 8121 h 12898"/>
                <a:gd name="csX2" fmla="*/ 7644 w 17198"/>
                <a:gd name="csY2" fmla="*/ 9077 h 12898"/>
                <a:gd name="csX3" fmla="*/ 5255 w 17198"/>
                <a:gd name="csY3" fmla="*/ 10988 h 12898"/>
                <a:gd name="csX4" fmla="*/ 4299 w 17198"/>
                <a:gd name="csY4" fmla="*/ 12421 h 12898"/>
                <a:gd name="csX5" fmla="*/ 3822 w 17198"/>
                <a:gd name="csY5" fmla="*/ 12899 h 12898"/>
                <a:gd name="csX6" fmla="*/ 2866 w 17198"/>
                <a:gd name="csY6" fmla="*/ 11943 h 12898"/>
                <a:gd name="csX7" fmla="*/ 2866 w 17198"/>
                <a:gd name="csY7" fmla="*/ 10988 h 12898"/>
                <a:gd name="csX8" fmla="*/ 3822 w 17198"/>
                <a:gd name="csY8" fmla="*/ 10510 h 12898"/>
                <a:gd name="csX9" fmla="*/ 4299 w 17198"/>
                <a:gd name="csY9" fmla="*/ 9555 h 12898"/>
                <a:gd name="csX10" fmla="*/ 4299 w 17198"/>
                <a:gd name="csY10" fmla="*/ 8599 h 12898"/>
                <a:gd name="csX11" fmla="*/ 3822 w 17198"/>
                <a:gd name="csY11" fmla="*/ 8121 h 12898"/>
                <a:gd name="csX12" fmla="*/ 3344 w 17198"/>
                <a:gd name="csY12" fmla="*/ 9077 h 12898"/>
                <a:gd name="csX13" fmla="*/ 3822 w 17198"/>
                <a:gd name="csY13" fmla="*/ 9077 h 12898"/>
                <a:gd name="csX14" fmla="*/ 3822 w 17198"/>
                <a:gd name="csY14" fmla="*/ 9555 h 12898"/>
                <a:gd name="csX15" fmla="*/ 3822 w 17198"/>
                <a:gd name="csY15" fmla="*/ 10032 h 12898"/>
                <a:gd name="csX16" fmla="*/ 956 w 17198"/>
                <a:gd name="csY16" fmla="*/ 9077 h 12898"/>
                <a:gd name="csX17" fmla="*/ 0 w 17198"/>
                <a:gd name="csY17" fmla="*/ 8599 h 12898"/>
                <a:gd name="csX18" fmla="*/ 0 w 17198"/>
                <a:gd name="csY18" fmla="*/ 7166 h 12898"/>
                <a:gd name="csX19" fmla="*/ 956 w 17198"/>
                <a:gd name="csY19" fmla="*/ 5733 h 12898"/>
                <a:gd name="csX20" fmla="*/ 4299 w 17198"/>
                <a:gd name="csY20" fmla="*/ 2866 h 12898"/>
                <a:gd name="csX21" fmla="*/ 5733 w 17198"/>
                <a:gd name="csY21" fmla="*/ 1911 h 12898"/>
                <a:gd name="csX22" fmla="*/ 10032 w 17198"/>
                <a:gd name="csY22" fmla="*/ 478 h 12898"/>
                <a:gd name="csX23" fmla="*/ 12421 w 17198"/>
                <a:gd name="csY23" fmla="*/ 0 h 12898"/>
                <a:gd name="csX24" fmla="*/ 14809 w 17198"/>
                <a:gd name="csY24" fmla="*/ 0 h 12898"/>
                <a:gd name="csX25" fmla="*/ 16243 w 17198"/>
                <a:gd name="csY25" fmla="*/ 478 h 12898"/>
                <a:gd name="csX26" fmla="*/ 17198 w 17198"/>
                <a:gd name="csY26" fmla="*/ 1433 h 12898"/>
                <a:gd name="csX27" fmla="*/ 16243 w 17198"/>
                <a:gd name="csY27" fmla="*/ 1911 h 12898"/>
                <a:gd name="csX28" fmla="*/ 11943 w 17198"/>
                <a:gd name="csY28" fmla="*/ 2389 h 12898"/>
                <a:gd name="csX29" fmla="*/ 11943 w 17198"/>
                <a:gd name="csY29" fmla="*/ 2866 h 12898"/>
                <a:gd name="csX30" fmla="*/ 12421 w 17198"/>
                <a:gd name="csY30" fmla="*/ 3344 h 12898"/>
                <a:gd name="csX31" fmla="*/ 12899 w 17198"/>
                <a:gd name="csY31" fmla="*/ 3822 h 12898"/>
                <a:gd name="csX32" fmla="*/ 11943 w 17198"/>
                <a:gd name="csY32" fmla="*/ 4300 h 12898"/>
                <a:gd name="csX33" fmla="*/ 7644 w 17198"/>
                <a:gd name="csY33" fmla="*/ 7644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17198" h="12898">
                  <a:moveTo>
                    <a:pt x="7644" y="7644"/>
                  </a:moveTo>
                  <a:lnTo>
                    <a:pt x="7644" y="8121"/>
                  </a:lnTo>
                  <a:lnTo>
                    <a:pt x="7644" y="9077"/>
                  </a:lnTo>
                  <a:lnTo>
                    <a:pt x="5255" y="10988"/>
                  </a:lnTo>
                  <a:lnTo>
                    <a:pt x="4299" y="12421"/>
                  </a:lnTo>
                  <a:lnTo>
                    <a:pt x="3822" y="12899"/>
                  </a:lnTo>
                  <a:lnTo>
                    <a:pt x="2866" y="11943"/>
                  </a:lnTo>
                  <a:lnTo>
                    <a:pt x="2866" y="10988"/>
                  </a:lnTo>
                  <a:lnTo>
                    <a:pt x="3822" y="10510"/>
                  </a:lnTo>
                  <a:lnTo>
                    <a:pt x="4299" y="9555"/>
                  </a:lnTo>
                  <a:lnTo>
                    <a:pt x="4299" y="8599"/>
                  </a:lnTo>
                  <a:lnTo>
                    <a:pt x="3822" y="8121"/>
                  </a:lnTo>
                  <a:lnTo>
                    <a:pt x="3344" y="9077"/>
                  </a:lnTo>
                  <a:lnTo>
                    <a:pt x="3822" y="9077"/>
                  </a:lnTo>
                  <a:lnTo>
                    <a:pt x="3822" y="9555"/>
                  </a:lnTo>
                  <a:lnTo>
                    <a:pt x="3822" y="10032"/>
                  </a:lnTo>
                  <a:lnTo>
                    <a:pt x="956" y="9077"/>
                  </a:lnTo>
                  <a:lnTo>
                    <a:pt x="0" y="8599"/>
                  </a:lnTo>
                  <a:lnTo>
                    <a:pt x="0" y="7166"/>
                  </a:lnTo>
                  <a:lnTo>
                    <a:pt x="956" y="5733"/>
                  </a:lnTo>
                  <a:lnTo>
                    <a:pt x="4299" y="2866"/>
                  </a:lnTo>
                  <a:lnTo>
                    <a:pt x="5733" y="1911"/>
                  </a:lnTo>
                  <a:lnTo>
                    <a:pt x="10032" y="478"/>
                  </a:lnTo>
                  <a:lnTo>
                    <a:pt x="12421" y="0"/>
                  </a:lnTo>
                  <a:lnTo>
                    <a:pt x="14809" y="0"/>
                  </a:lnTo>
                  <a:lnTo>
                    <a:pt x="16243" y="478"/>
                  </a:lnTo>
                  <a:lnTo>
                    <a:pt x="17198" y="1433"/>
                  </a:lnTo>
                  <a:lnTo>
                    <a:pt x="16243" y="1911"/>
                  </a:lnTo>
                  <a:lnTo>
                    <a:pt x="11943" y="2389"/>
                  </a:lnTo>
                  <a:lnTo>
                    <a:pt x="11943" y="2866"/>
                  </a:lnTo>
                  <a:lnTo>
                    <a:pt x="12421" y="3344"/>
                  </a:lnTo>
                  <a:lnTo>
                    <a:pt x="12899" y="3822"/>
                  </a:lnTo>
                  <a:lnTo>
                    <a:pt x="11943" y="4300"/>
                  </a:lnTo>
                  <a:lnTo>
                    <a:pt x="7644" y="76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0" name="Freeform 5579">
              <a:extLst>
                <a:ext uri="{FF2B5EF4-FFF2-40B4-BE49-F238E27FC236}">
                  <a16:creationId xmlns:a16="http://schemas.microsoft.com/office/drawing/2014/main" id="{D08612A9-035A-7D0A-2F2C-11C2660E6F84}"/>
                </a:ext>
              </a:extLst>
            </p:cNvPr>
            <p:cNvSpPr/>
            <p:nvPr/>
          </p:nvSpPr>
          <p:spPr>
            <a:xfrm>
              <a:off x="3446034" y="3761283"/>
              <a:ext cx="1433" cy="2388"/>
            </a:xfrm>
            <a:custGeom>
              <a:avLst/>
              <a:gdLst>
                <a:gd name="csX0" fmla="*/ 1433 w 1433"/>
                <a:gd name="csY0" fmla="*/ 1911 h 2388"/>
                <a:gd name="csX1" fmla="*/ 956 w 1433"/>
                <a:gd name="csY1" fmla="*/ 2389 h 2388"/>
                <a:gd name="csX2" fmla="*/ 956 w 1433"/>
                <a:gd name="csY2" fmla="*/ 2389 h 2388"/>
                <a:gd name="csX3" fmla="*/ 478 w 1433"/>
                <a:gd name="csY3" fmla="*/ 1433 h 2388"/>
                <a:gd name="csX4" fmla="*/ 0 w 1433"/>
                <a:gd name="csY4" fmla="*/ 478 h 2388"/>
                <a:gd name="csX5" fmla="*/ 956 w 1433"/>
                <a:gd name="csY5" fmla="*/ 0 h 2388"/>
                <a:gd name="csX6" fmla="*/ 1433 w 1433"/>
                <a:gd name="csY6" fmla="*/ 1433 h 2388"/>
                <a:gd name="csX7" fmla="*/ 1433 w 1433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2388">
                  <a:moveTo>
                    <a:pt x="1433" y="1911"/>
                  </a:moveTo>
                  <a:lnTo>
                    <a:pt x="956" y="2389"/>
                  </a:lnTo>
                  <a:lnTo>
                    <a:pt x="956" y="2389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1433" y="1433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1" name="Freeform 5580">
              <a:extLst>
                <a:ext uri="{FF2B5EF4-FFF2-40B4-BE49-F238E27FC236}">
                  <a16:creationId xmlns:a16="http://schemas.microsoft.com/office/drawing/2014/main" id="{50DFDD3C-89D2-3CA2-A2FA-19591755E4CA}"/>
                </a:ext>
              </a:extLst>
            </p:cNvPr>
            <p:cNvSpPr/>
            <p:nvPr/>
          </p:nvSpPr>
          <p:spPr>
            <a:xfrm>
              <a:off x="4089535" y="3766538"/>
              <a:ext cx="1433" cy="1911"/>
            </a:xfrm>
            <a:custGeom>
              <a:avLst/>
              <a:gdLst>
                <a:gd name="csX0" fmla="*/ 956 w 1433"/>
                <a:gd name="csY0" fmla="*/ 1433 h 1911"/>
                <a:gd name="csX1" fmla="*/ 478 w 1433"/>
                <a:gd name="csY1" fmla="*/ 1911 h 1911"/>
                <a:gd name="csX2" fmla="*/ 0 w 1433"/>
                <a:gd name="csY2" fmla="*/ 1433 h 1911"/>
                <a:gd name="csX3" fmla="*/ 0 w 1433"/>
                <a:gd name="csY3" fmla="*/ 956 h 1911"/>
                <a:gd name="csX4" fmla="*/ 478 w 1433"/>
                <a:gd name="csY4" fmla="*/ 478 h 1911"/>
                <a:gd name="csX5" fmla="*/ 956 w 1433"/>
                <a:gd name="csY5" fmla="*/ 0 h 1911"/>
                <a:gd name="csX6" fmla="*/ 1433 w 1433"/>
                <a:gd name="csY6" fmla="*/ 478 h 1911"/>
                <a:gd name="csX7" fmla="*/ 1433 w 1433"/>
                <a:gd name="csY7" fmla="*/ 956 h 1911"/>
                <a:gd name="csX8" fmla="*/ 956 w 1433"/>
                <a:gd name="csY8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33" h="1911">
                  <a:moveTo>
                    <a:pt x="956" y="1433"/>
                  </a:moveTo>
                  <a:lnTo>
                    <a:pt x="478" y="1911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433" y="478"/>
                  </a:lnTo>
                  <a:lnTo>
                    <a:pt x="1433" y="956"/>
                  </a:lnTo>
                  <a:lnTo>
                    <a:pt x="95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2" name="Freeform 5581">
              <a:extLst>
                <a:ext uri="{FF2B5EF4-FFF2-40B4-BE49-F238E27FC236}">
                  <a16:creationId xmlns:a16="http://schemas.microsoft.com/office/drawing/2014/main" id="{64CCF3B3-7292-43DA-B011-D671E23E1810}"/>
                </a:ext>
              </a:extLst>
            </p:cNvPr>
            <p:cNvSpPr/>
            <p:nvPr/>
          </p:nvSpPr>
          <p:spPr>
            <a:xfrm>
              <a:off x="4083803" y="3769405"/>
              <a:ext cx="955" cy="1433"/>
            </a:xfrm>
            <a:custGeom>
              <a:avLst/>
              <a:gdLst>
                <a:gd name="csX0" fmla="*/ 956 w 955"/>
                <a:gd name="csY0" fmla="*/ 955 h 1433"/>
                <a:gd name="csX1" fmla="*/ 956 w 955"/>
                <a:gd name="csY1" fmla="*/ 1433 h 1433"/>
                <a:gd name="csX2" fmla="*/ 0 w 955"/>
                <a:gd name="csY2" fmla="*/ 955 h 1433"/>
                <a:gd name="csX3" fmla="*/ 0 w 955"/>
                <a:gd name="csY3" fmla="*/ 478 h 1433"/>
                <a:gd name="csX4" fmla="*/ 0 w 955"/>
                <a:gd name="csY4" fmla="*/ 0 h 1433"/>
                <a:gd name="csX5" fmla="*/ 478 w 955"/>
                <a:gd name="csY5" fmla="*/ 0 h 1433"/>
                <a:gd name="csX6" fmla="*/ 956 w 955"/>
                <a:gd name="csY6" fmla="*/ 955 h 1433"/>
                <a:gd name="csX7" fmla="*/ 956 w 955"/>
                <a:gd name="csY7" fmla="*/ 955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5" h="1433">
                  <a:moveTo>
                    <a:pt x="956" y="955"/>
                  </a:moveTo>
                  <a:lnTo>
                    <a:pt x="956" y="1433"/>
                  </a:lnTo>
                  <a:lnTo>
                    <a:pt x="0" y="955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956" y="955"/>
                  </a:lnTo>
                  <a:lnTo>
                    <a:pt x="956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3" name="Freeform 5582">
              <a:extLst>
                <a:ext uri="{FF2B5EF4-FFF2-40B4-BE49-F238E27FC236}">
                  <a16:creationId xmlns:a16="http://schemas.microsoft.com/office/drawing/2014/main" id="{2C803D9A-F1A7-83B8-B15D-7CE549B5565A}"/>
                </a:ext>
              </a:extLst>
            </p:cNvPr>
            <p:cNvSpPr/>
            <p:nvPr/>
          </p:nvSpPr>
          <p:spPr>
            <a:xfrm>
              <a:off x="4086191" y="3769405"/>
              <a:ext cx="2388" cy="1433"/>
            </a:xfrm>
            <a:custGeom>
              <a:avLst/>
              <a:gdLst>
                <a:gd name="csX0" fmla="*/ 1911 w 2388"/>
                <a:gd name="csY0" fmla="*/ 1433 h 1433"/>
                <a:gd name="csX1" fmla="*/ 1433 w 2388"/>
                <a:gd name="csY1" fmla="*/ 1433 h 1433"/>
                <a:gd name="csX2" fmla="*/ 0 w 2388"/>
                <a:gd name="csY2" fmla="*/ 1433 h 1433"/>
                <a:gd name="csX3" fmla="*/ 0 w 2388"/>
                <a:gd name="csY3" fmla="*/ 955 h 1433"/>
                <a:gd name="csX4" fmla="*/ 1433 w 2388"/>
                <a:gd name="csY4" fmla="*/ 478 h 1433"/>
                <a:gd name="csX5" fmla="*/ 1911 w 2388"/>
                <a:gd name="csY5" fmla="*/ 0 h 1433"/>
                <a:gd name="csX6" fmla="*/ 2389 w 2388"/>
                <a:gd name="csY6" fmla="*/ 478 h 1433"/>
                <a:gd name="csX7" fmla="*/ 1911 w 2388"/>
                <a:gd name="csY7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88" h="1433">
                  <a:moveTo>
                    <a:pt x="1911" y="1433"/>
                  </a:moveTo>
                  <a:lnTo>
                    <a:pt x="1433" y="1433"/>
                  </a:lnTo>
                  <a:lnTo>
                    <a:pt x="0" y="1433"/>
                  </a:lnTo>
                  <a:lnTo>
                    <a:pt x="0" y="955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389" y="478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4" name="Freeform 5583">
              <a:extLst>
                <a:ext uri="{FF2B5EF4-FFF2-40B4-BE49-F238E27FC236}">
                  <a16:creationId xmlns:a16="http://schemas.microsoft.com/office/drawing/2014/main" id="{B494C681-A6D8-742D-59AF-C2C0DB20A7B5}"/>
                </a:ext>
              </a:extLst>
            </p:cNvPr>
            <p:cNvSpPr/>
            <p:nvPr/>
          </p:nvSpPr>
          <p:spPr>
            <a:xfrm>
              <a:off x="4083325" y="3772271"/>
              <a:ext cx="3821" cy="2388"/>
            </a:xfrm>
            <a:custGeom>
              <a:avLst/>
              <a:gdLst>
                <a:gd name="csX0" fmla="*/ 1433 w 3821"/>
                <a:gd name="csY0" fmla="*/ 1911 h 2388"/>
                <a:gd name="csX1" fmla="*/ 478 w 3821"/>
                <a:gd name="csY1" fmla="*/ 2389 h 2388"/>
                <a:gd name="csX2" fmla="*/ 0 w 3821"/>
                <a:gd name="csY2" fmla="*/ 2389 h 2388"/>
                <a:gd name="csX3" fmla="*/ 0 w 3821"/>
                <a:gd name="csY3" fmla="*/ 1911 h 2388"/>
                <a:gd name="csX4" fmla="*/ 478 w 3821"/>
                <a:gd name="csY4" fmla="*/ 1433 h 2388"/>
                <a:gd name="csX5" fmla="*/ 3344 w 3821"/>
                <a:gd name="csY5" fmla="*/ 0 h 2388"/>
                <a:gd name="csX6" fmla="*/ 3822 w 3821"/>
                <a:gd name="csY6" fmla="*/ 0 h 2388"/>
                <a:gd name="csX7" fmla="*/ 3822 w 3821"/>
                <a:gd name="csY7" fmla="*/ 0 h 2388"/>
                <a:gd name="csX8" fmla="*/ 2866 w 3821"/>
                <a:gd name="csY8" fmla="*/ 956 h 2388"/>
                <a:gd name="csX9" fmla="*/ 2389 w 3821"/>
                <a:gd name="csY9" fmla="*/ 1433 h 2388"/>
                <a:gd name="csX10" fmla="*/ 1911 w 3821"/>
                <a:gd name="csY10" fmla="*/ 1911 h 2388"/>
                <a:gd name="csX11" fmla="*/ 1433 w 3821"/>
                <a:gd name="csY11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1" h="2388">
                  <a:moveTo>
                    <a:pt x="1433" y="1911"/>
                  </a:moveTo>
                  <a:lnTo>
                    <a:pt x="478" y="2389"/>
                  </a:lnTo>
                  <a:lnTo>
                    <a:pt x="0" y="2389"/>
                  </a:lnTo>
                  <a:lnTo>
                    <a:pt x="0" y="1911"/>
                  </a:lnTo>
                  <a:lnTo>
                    <a:pt x="478" y="1433"/>
                  </a:lnTo>
                  <a:lnTo>
                    <a:pt x="3344" y="0"/>
                  </a:lnTo>
                  <a:lnTo>
                    <a:pt x="3822" y="0"/>
                  </a:lnTo>
                  <a:lnTo>
                    <a:pt x="3822" y="0"/>
                  </a:lnTo>
                  <a:lnTo>
                    <a:pt x="2866" y="956"/>
                  </a:lnTo>
                  <a:lnTo>
                    <a:pt x="2389" y="1433"/>
                  </a:lnTo>
                  <a:lnTo>
                    <a:pt x="1911" y="1911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5" name="Freeform 5584">
              <a:extLst>
                <a:ext uri="{FF2B5EF4-FFF2-40B4-BE49-F238E27FC236}">
                  <a16:creationId xmlns:a16="http://schemas.microsoft.com/office/drawing/2014/main" id="{38137466-FE1B-9B2A-1ACB-9B9A7556863B}"/>
                </a:ext>
              </a:extLst>
            </p:cNvPr>
            <p:cNvSpPr/>
            <p:nvPr/>
          </p:nvSpPr>
          <p:spPr>
            <a:xfrm>
              <a:off x="4212312" y="3780870"/>
              <a:ext cx="2866" cy="5255"/>
            </a:xfrm>
            <a:custGeom>
              <a:avLst/>
              <a:gdLst>
                <a:gd name="csX0" fmla="*/ 2866 w 2866"/>
                <a:gd name="csY0" fmla="*/ 0 h 5255"/>
                <a:gd name="csX1" fmla="*/ 2866 w 2866"/>
                <a:gd name="csY1" fmla="*/ 956 h 5255"/>
                <a:gd name="csX2" fmla="*/ 2389 w 2866"/>
                <a:gd name="csY2" fmla="*/ 1911 h 5255"/>
                <a:gd name="csX3" fmla="*/ 2389 w 2866"/>
                <a:gd name="csY3" fmla="*/ 3344 h 5255"/>
                <a:gd name="csX4" fmla="*/ 2866 w 2866"/>
                <a:gd name="csY4" fmla="*/ 4777 h 5255"/>
                <a:gd name="csX5" fmla="*/ 2866 w 2866"/>
                <a:gd name="csY5" fmla="*/ 5255 h 5255"/>
                <a:gd name="csX6" fmla="*/ 2389 w 2866"/>
                <a:gd name="csY6" fmla="*/ 5255 h 5255"/>
                <a:gd name="csX7" fmla="*/ 1911 w 2866"/>
                <a:gd name="csY7" fmla="*/ 4777 h 5255"/>
                <a:gd name="csX8" fmla="*/ 1433 w 2866"/>
                <a:gd name="csY8" fmla="*/ 3822 h 5255"/>
                <a:gd name="csX9" fmla="*/ 956 w 2866"/>
                <a:gd name="csY9" fmla="*/ 2389 h 5255"/>
                <a:gd name="csX10" fmla="*/ 0 w 2866"/>
                <a:gd name="csY10" fmla="*/ 1433 h 5255"/>
                <a:gd name="csX11" fmla="*/ 1433 w 2866"/>
                <a:gd name="csY11" fmla="*/ 0 h 5255"/>
                <a:gd name="csX12" fmla="*/ 1911 w 2866"/>
                <a:gd name="csY12" fmla="*/ 0 h 5255"/>
                <a:gd name="csX13" fmla="*/ 2866 w 2866"/>
                <a:gd name="csY13" fmla="*/ 0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866" h="5255">
                  <a:moveTo>
                    <a:pt x="2866" y="0"/>
                  </a:moveTo>
                  <a:lnTo>
                    <a:pt x="2866" y="956"/>
                  </a:lnTo>
                  <a:lnTo>
                    <a:pt x="2389" y="1911"/>
                  </a:lnTo>
                  <a:lnTo>
                    <a:pt x="2389" y="3344"/>
                  </a:lnTo>
                  <a:lnTo>
                    <a:pt x="2866" y="4777"/>
                  </a:lnTo>
                  <a:lnTo>
                    <a:pt x="2866" y="5255"/>
                  </a:lnTo>
                  <a:lnTo>
                    <a:pt x="2389" y="5255"/>
                  </a:lnTo>
                  <a:lnTo>
                    <a:pt x="1911" y="4777"/>
                  </a:lnTo>
                  <a:lnTo>
                    <a:pt x="1433" y="3822"/>
                  </a:lnTo>
                  <a:lnTo>
                    <a:pt x="956" y="2389"/>
                  </a:lnTo>
                  <a:lnTo>
                    <a:pt x="0" y="1433"/>
                  </a:lnTo>
                  <a:lnTo>
                    <a:pt x="1433" y="0"/>
                  </a:lnTo>
                  <a:lnTo>
                    <a:pt x="1911" y="0"/>
                  </a:lnTo>
                  <a:lnTo>
                    <a:pt x="286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6" name="Freeform 5585">
              <a:extLst>
                <a:ext uri="{FF2B5EF4-FFF2-40B4-BE49-F238E27FC236}">
                  <a16:creationId xmlns:a16="http://schemas.microsoft.com/office/drawing/2014/main" id="{19ACFE50-ED6B-A3AE-1985-58AD24E15683}"/>
                </a:ext>
              </a:extLst>
            </p:cNvPr>
            <p:cNvSpPr/>
            <p:nvPr/>
          </p:nvSpPr>
          <p:spPr>
            <a:xfrm>
              <a:off x="4214223" y="3786603"/>
              <a:ext cx="1433" cy="1911"/>
            </a:xfrm>
            <a:custGeom>
              <a:avLst/>
              <a:gdLst>
                <a:gd name="csX0" fmla="*/ 478 w 1433"/>
                <a:gd name="csY0" fmla="*/ 0 h 1911"/>
                <a:gd name="csX1" fmla="*/ 956 w 1433"/>
                <a:gd name="csY1" fmla="*/ 478 h 1911"/>
                <a:gd name="csX2" fmla="*/ 1433 w 1433"/>
                <a:gd name="csY2" fmla="*/ 956 h 1911"/>
                <a:gd name="csX3" fmla="*/ 1433 w 1433"/>
                <a:gd name="csY3" fmla="*/ 1433 h 1911"/>
                <a:gd name="csX4" fmla="*/ 1433 w 1433"/>
                <a:gd name="csY4" fmla="*/ 1911 h 1911"/>
                <a:gd name="csX5" fmla="*/ 956 w 1433"/>
                <a:gd name="csY5" fmla="*/ 1911 h 1911"/>
                <a:gd name="csX6" fmla="*/ 0 w 1433"/>
                <a:gd name="csY6" fmla="*/ 956 h 1911"/>
                <a:gd name="csX7" fmla="*/ 0 w 1433"/>
                <a:gd name="csY7" fmla="*/ 956 h 1911"/>
                <a:gd name="csX8" fmla="*/ 0 w 1433"/>
                <a:gd name="csY8" fmla="*/ 478 h 1911"/>
                <a:gd name="csX9" fmla="*/ 0 w 1433"/>
                <a:gd name="csY9" fmla="*/ 0 h 1911"/>
                <a:gd name="csX10" fmla="*/ 478 w 1433"/>
                <a:gd name="csY10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33" h="1911">
                  <a:moveTo>
                    <a:pt x="478" y="0"/>
                  </a:moveTo>
                  <a:lnTo>
                    <a:pt x="956" y="478"/>
                  </a:lnTo>
                  <a:lnTo>
                    <a:pt x="1433" y="956"/>
                  </a:lnTo>
                  <a:lnTo>
                    <a:pt x="1433" y="1433"/>
                  </a:lnTo>
                  <a:lnTo>
                    <a:pt x="1433" y="1911"/>
                  </a:lnTo>
                  <a:lnTo>
                    <a:pt x="956" y="1911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7" name="Freeform 5586">
              <a:extLst>
                <a:ext uri="{FF2B5EF4-FFF2-40B4-BE49-F238E27FC236}">
                  <a16:creationId xmlns:a16="http://schemas.microsoft.com/office/drawing/2014/main" id="{0E98BE00-BE10-0166-A9F7-FF44FBF6F0FC}"/>
                </a:ext>
              </a:extLst>
            </p:cNvPr>
            <p:cNvSpPr/>
            <p:nvPr/>
          </p:nvSpPr>
          <p:spPr>
            <a:xfrm>
              <a:off x="4220433" y="3792336"/>
              <a:ext cx="7643" cy="4299"/>
            </a:xfrm>
            <a:custGeom>
              <a:avLst/>
              <a:gdLst>
                <a:gd name="csX0" fmla="*/ 7166 w 7643"/>
                <a:gd name="csY0" fmla="*/ 2389 h 4299"/>
                <a:gd name="csX1" fmla="*/ 7644 w 7643"/>
                <a:gd name="csY1" fmla="*/ 2866 h 4299"/>
                <a:gd name="csX2" fmla="*/ 7166 w 7643"/>
                <a:gd name="csY2" fmla="*/ 3822 h 4299"/>
                <a:gd name="csX3" fmla="*/ 5733 w 7643"/>
                <a:gd name="csY3" fmla="*/ 4299 h 4299"/>
                <a:gd name="csX4" fmla="*/ 2866 w 7643"/>
                <a:gd name="csY4" fmla="*/ 4299 h 4299"/>
                <a:gd name="csX5" fmla="*/ 955 w 7643"/>
                <a:gd name="csY5" fmla="*/ 3822 h 4299"/>
                <a:gd name="csX6" fmla="*/ 0 w 7643"/>
                <a:gd name="csY6" fmla="*/ 3344 h 4299"/>
                <a:gd name="csX7" fmla="*/ 0 w 7643"/>
                <a:gd name="csY7" fmla="*/ 2866 h 4299"/>
                <a:gd name="csX8" fmla="*/ 0 w 7643"/>
                <a:gd name="csY8" fmla="*/ 2389 h 4299"/>
                <a:gd name="csX9" fmla="*/ 478 w 7643"/>
                <a:gd name="csY9" fmla="*/ 1911 h 4299"/>
                <a:gd name="csX10" fmla="*/ 955 w 7643"/>
                <a:gd name="csY10" fmla="*/ 2389 h 4299"/>
                <a:gd name="csX11" fmla="*/ 1911 w 7643"/>
                <a:gd name="csY11" fmla="*/ 2389 h 4299"/>
                <a:gd name="csX12" fmla="*/ 3344 w 7643"/>
                <a:gd name="csY12" fmla="*/ 1433 h 4299"/>
                <a:gd name="csX13" fmla="*/ 3822 w 7643"/>
                <a:gd name="csY13" fmla="*/ 956 h 4299"/>
                <a:gd name="csX14" fmla="*/ 3822 w 7643"/>
                <a:gd name="csY14" fmla="*/ 956 h 4299"/>
                <a:gd name="csX15" fmla="*/ 3344 w 7643"/>
                <a:gd name="csY15" fmla="*/ 0 h 4299"/>
                <a:gd name="csX16" fmla="*/ 3822 w 7643"/>
                <a:gd name="csY16" fmla="*/ 0 h 4299"/>
                <a:gd name="csX17" fmla="*/ 5255 w 7643"/>
                <a:gd name="csY17" fmla="*/ 0 h 4299"/>
                <a:gd name="csX18" fmla="*/ 5733 w 7643"/>
                <a:gd name="csY18" fmla="*/ 478 h 4299"/>
                <a:gd name="csX19" fmla="*/ 6688 w 7643"/>
                <a:gd name="csY19" fmla="*/ 1911 h 4299"/>
                <a:gd name="csX20" fmla="*/ 7166 w 7643"/>
                <a:gd name="csY20" fmla="*/ 2389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7643" h="4299">
                  <a:moveTo>
                    <a:pt x="7166" y="2389"/>
                  </a:moveTo>
                  <a:lnTo>
                    <a:pt x="7644" y="2866"/>
                  </a:lnTo>
                  <a:lnTo>
                    <a:pt x="7166" y="3822"/>
                  </a:lnTo>
                  <a:lnTo>
                    <a:pt x="5733" y="4299"/>
                  </a:lnTo>
                  <a:lnTo>
                    <a:pt x="2866" y="4299"/>
                  </a:lnTo>
                  <a:lnTo>
                    <a:pt x="955" y="3822"/>
                  </a:lnTo>
                  <a:lnTo>
                    <a:pt x="0" y="3344"/>
                  </a:lnTo>
                  <a:lnTo>
                    <a:pt x="0" y="2866"/>
                  </a:lnTo>
                  <a:lnTo>
                    <a:pt x="0" y="2389"/>
                  </a:lnTo>
                  <a:lnTo>
                    <a:pt x="478" y="1911"/>
                  </a:lnTo>
                  <a:lnTo>
                    <a:pt x="955" y="2389"/>
                  </a:lnTo>
                  <a:lnTo>
                    <a:pt x="1911" y="2389"/>
                  </a:lnTo>
                  <a:lnTo>
                    <a:pt x="3344" y="1433"/>
                  </a:lnTo>
                  <a:lnTo>
                    <a:pt x="3822" y="956"/>
                  </a:lnTo>
                  <a:lnTo>
                    <a:pt x="3822" y="956"/>
                  </a:lnTo>
                  <a:lnTo>
                    <a:pt x="3344" y="0"/>
                  </a:lnTo>
                  <a:lnTo>
                    <a:pt x="3822" y="0"/>
                  </a:lnTo>
                  <a:lnTo>
                    <a:pt x="5255" y="0"/>
                  </a:lnTo>
                  <a:lnTo>
                    <a:pt x="5733" y="478"/>
                  </a:lnTo>
                  <a:lnTo>
                    <a:pt x="6688" y="1911"/>
                  </a:lnTo>
                  <a:lnTo>
                    <a:pt x="716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8" name="Freeform 5587">
              <a:extLst>
                <a:ext uri="{FF2B5EF4-FFF2-40B4-BE49-F238E27FC236}">
                  <a16:creationId xmlns:a16="http://schemas.microsoft.com/office/drawing/2014/main" id="{8B1455A6-96D1-D126-FD29-1E9958C70B3E}"/>
                </a:ext>
              </a:extLst>
            </p:cNvPr>
            <p:cNvSpPr/>
            <p:nvPr/>
          </p:nvSpPr>
          <p:spPr>
            <a:xfrm>
              <a:off x="4206579" y="3799502"/>
              <a:ext cx="3821" cy="2388"/>
            </a:xfrm>
            <a:custGeom>
              <a:avLst/>
              <a:gdLst>
                <a:gd name="csX0" fmla="*/ 478 w 3821"/>
                <a:gd name="csY0" fmla="*/ 0 h 2388"/>
                <a:gd name="csX1" fmla="*/ 2866 w 3821"/>
                <a:gd name="csY1" fmla="*/ 478 h 2388"/>
                <a:gd name="csX2" fmla="*/ 2866 w 3821"/>
                <a:gd name="csY2" fmla="*/ 478 h 2388"/>
                <a:gd name="csX3" fmla="*/ 3822 w 3821"/>
                <a:gd name="csY3" fmla="*/ 956 h 2388"/>
                <a:gd name="csX4" fmla="*/ 3822 w 3821"/>
                <a:gd name="csY4" fmla="*/ 1433 h 2388"/>
                <a:gd name="csX5" fmla="*/ 3822 w 3821"/>
                <a:gd name="csY5" fmla="*/ 1911 h 2388"/>
                <a:gd name="csX6" fmla="*/ 3344 w 3821"/>
                <a:gd name="csY6" fmla="*/ 2389 h 2388"/>
                <a:gd name="csX7" fmla="*/ 2389 w 3821"/>
                <a:gd name="csY7" fmla="*/ 2389 h 2388"/>
                <a:gd name="csX8" fmla="*/ 1911 w 3821"/>
                <a:gd name="csY8" fmla="*/ 1911 h 2388"/>
                <a:gd name="csX9" fmla="*/ 0 w 3821"/>
                <a:gd name="csY9" fmla="*/ 478 h 2388"/>
                <a:gd name="csX10" fmla="*/ 478 w 3821"/>
                <a:gd name="csY10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21" h="2388">
                  <a:moveTo>
                    <a:pt x="478" y="0"/>
                  </a:moveTo>
                  <a:lnTo>
                    <a:pt x="2866" y="478"/>
                  </a:lnTo>
                  <a:lnTo>
                    <a:pt x="2866" y="478"/>
                  </a:lnTo>
                  <a:lnTo>
                    <a:pt x="3822" y="956"/>
                  </a:lnTo>
                  <a:lnTo>
                    <a:pt x="3822" y="1433"/>
                  </a:lnTo>
                  <a:lnTo>
                    <a:pt x="3822" y="1911"/>
                  </a:lnTo>
                  <a:lnTo>
                    <a:pt x="3344" y="2389"/>
                  </a:lnTo>
                  <a:lnTo>
                    <a:pt x="2389" y="2389"/>
                  </a:lnTo>
                  <a:lnTo>
                    <a:pt x="1911" y="1911"/>
                  </a:lnTo>
                  <a:lnTo>
                    <a:pt x="0" y="478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9" name="Freeform 5588">
              <a:extLst>
                <a:ext uri="{FF2B5EF4-FFF2-40B4-BE49-F238E27FC236}">
                  <a16:creationId xmlns:a16="http://schemas.microsoft.com/office/drawing/2014/main" id="{81B07691-C196-FCD0-CE4A-5CF6892113D1}"/>
                </a:ext>
              </a:extLst>
            </p:cNvPr>
            <p:cNvSpPr/>
            <p:nvPr/>
          </p:nvSpPr>
          <p:spPr>
            <a:xfrm>
              <a:off x="4186037" y="3800935"/>
              <a:ext cx="2388" cy="4299"/>
            </a:xfrm>
            <a:custGeom>
              <a:avLst/>
              <a:gdLst>
                <a:gd name="csX0" fmla="*/ 956 w 2388"/>
                <a:gd name="csY0" fmla="*/ 4300 h 4299"/>
                <a:gd name="csX1" fmla="*/ 478 w 2388"/>
                <a:gd name="csY1" fmla="*/ 4300 h 4299"/>
                <a:gd name="csX2" fmla="*/ 0 w 2388"/>
                <a:gd name="csY2" fmla="*/ 4300 h 4299"/>
                <a:gd name="csX3" fmla="*/ 0 w 2388"/>
                <a:gd name="csY3" fmla="*/ 2866 h 4299"/>
                <a:gd name="csX4" fmla="*/ 478 w 2388"/>
                <a:gd name="csY4" fmla="*/ 956 h 4299"/>
                <a:gd name="csX5" fmla="*/ 1433 w 2388"/>
                <a:gd name="csY5" fmla="*/ 0 h 4299"/>
                <a:gd name="csX6" fmla="*/ 2389 w 2388"/>
                <a:gd name="csY6" fmla="*/ 478 h 4299"/>
                <a:gd name="csX7" fmla="*/ 1911 w 2388"/>
                <a:gd name="csY7" fmla="*/ 478 h 4299"/>
                <a:gd name="csX8" fmla="*/ 2389 w 2388"/>
                <a:gd name="csY8" fmla="*/ 2866 h 4299"/>
                <a:gd name="csX9" fmla="*/ 1911 w 2388"/>
                <a:gd name="csY9" fmla="*/ 3822 h 4299"/>
                <a:gd name="csX10" fmla="*/ 956 w 2388"/>
                <a:gd name="csY10" fmla="*/ 4300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8" h="4299">
                  <a:moveTo>
                    <a:pt x="956" y="4300"/>
                  </a:moveTo>
                  <a:lnTo>
                    <a:pt x="478" y="4300"/>
                  </a:lnTo>
                  <a:lnTo>
                    <a:pt x="0" y="4300"/>
                  </a:lnTo>
                  <a:lnTo>
                    <a:pt x="0" y="2866"/>
                  </a:lnTo>
                  <a:lnTo>
                    <a:pt x="478" y="956"/>
                  </a:lnTo>
                  <a:lnTo>
                    <a:pt x="1433" y="0"/>
                  </a:lnTo>
                  <a:lnTo>
                    <a:pt x="2389" y="478"/>
                  </a:lnTo>
                  <a:lnTo>
                    <a:pt x="1911" y="478"/>
                  </a:lnTo>
                  <a:lnTo>
                    <a:pt x="2389" y="2866"/>
                  </a:lnTo>
                  <a:lnTo>
                    <a:pt x="1911" y="3822"/>
                  </a:lnTo>
                  <a:lnTo>
                    <a:pt x="956" y="430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0" name="Freeform 5589">
              <a:extLst>
                <a:ext uri="{FF2B5EF4-FFF2-40B4-BE49-F238E27FC236}">
                  <a16:creationId xmlns:a16="http://schemas.microsoft.com/office/drawing/2014/main" id="{B4249440-F10E-ECD1-DF60-F51DDD0C67CE}"/>
                </a:ext>
              </a:extLst>
            </p:cNvPr>
            <p:cNvSpPr/>
            <p:nvPr/>
          </p:nvSpPr>
          <p:spPr>
            <a:xfrm>
              <a:off x="4159284" y="3810012"/>
              <a:ext cx="1911" cy="1910"/>
            </a:xfrm>
            <a:custGeom>
              <a:avLst/>
              <a:gdLst>
                <a:gd name="csX0" fmla="*/ 1911 w 1911"/>
                <a:gd name="csY0" fmla="*/ 1911 h 1910"/>
                <a:gd name="csX1" fmla="*/ 1433 w 1911"/>
                <a:gd name="csY1" fmla="*/ 1911 h 1910"/>
                <a:gd name="csX2" fmla="*/ 0 w 1911"/>
                <a:gd name="csY2" fmla="*/ 1911 h 1910"/>
                <a:gd name="csX3" fmla="*/ 0 w 1911"/>
                <a:gd name="csY3" fmla="*/ 1433 h 1910"/>
                <a:gd name="csX4" fmla="*/ 478 w 1911"/>
                <a:gd name="csY4" fmla="*/ 0 h 1910"/>
                <a:gd name="csX5" fmla="*/ 478 w 1911"/>
                <a:gd name="csY5" fmla="*/ 0 h 1910"/>
                <a:gd name="csX6" fmla="*/ 1433 w 1911"/>
                <a:gd name="csY6" fmla="*/ 0 h 1910"/>
                <a:gd name="csX7" fmla="*/ 1911 w 1911"/>
                <a:gd name="csY7" fmla="*/ 478 h 1910"/>
                <a:gd name="csX8" fmla="*/ 1911 w 1911"/>
                <a:gd name="csY8" fmla="*/ 478 h 1910"/>
                <a:gd name="csX9" fmla="*/ 1911 w 1911"/>
                <a:gd name="csY9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11" h="1910">
                  <a:moveTo>
                    <a:pt x="1911" y="1911"/>
                  </a:moveTo>
                  <a:lnTo>
                    <a:pt x="1433" y="1911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1911" y="478"/>
                  </a:lnTo>
                  <a:lnTo>
                    <a:pt x="1911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1" name="Freeform 5590">
              <a:extLst>
                <a:ext uri="{FF2B5EF4-FFF2-40B4-BE49-F238E27FC236}">
                  <a16:creationId xmlns:a16="http://schemas.microsoft.com/office/drawing/2014/main" id="{3080EDB4-25EE-CFC8-5C2B-7FD6E5A42343}"/>
                </a:ext>
              </a:extLst>
            </p:cNvPr>
            <p:cNvSpPr/>
            <p:nvPr/>
          </p:nvSpPr>
          <p:spPr>
            <a:xfrm>
              <a:off x="4150207" y="3812878"/>
              <a:ext cx="8599" cy="12420"/>
            </a:xfrm>
            <a:custGeom>
              <a:avLst/>
              <a:gdLst>
                <a:gd name="csX0" fmla="*/ 8599 w 8599"/>
                <a:gd name="csY0" fmla="*/ 1911 h 12420"/>
                <a:gd name="csX1" fmla="*/ 8121 w 8599"/>
                <a:gd name="csY1" fmla="*/ 1911 h 12420"/>
                <a:gd name="csX2" fmla="*/ 7644 w 8599"/>
                <a:gd name="csY2" fmla="*/ 1911 h 12420"/>
                <a:gd name="csX3" fmla="*/ 7166 w 8599"/>
                <a:gd name="csY3" fmla="*/ 2389 h 12420"/>
                <a:gd name="csX4" fmla="*/ 7166 w 8599"/>
                <a:gd name="csY4" fmla="*/ 3344 h 12420"/>
                <a:gd name="csX5" fmla="*/ 7166 w 8599"/>
                <a:gd name="csY5" fmla="*/ 4300 h 12420"/>
                <a:gd name="csX6" fmla="*/ 6688 w 8599"/>
                <a:gd name="csY6" fmla="*/ 3822 h 12420"/>
                <a:gd name="csX7" fmla="*/ 6688 w 8599"/>
                <a:gd name="csY7" fmla="*/ 4300 h 12420"/>
                <a:gd name="csX8" fmla="*/ 7166 w 8599"/>
                <a:gd name="csY8" fmla="*/ 4777 h 12420"/>
                <a:gd name="csX9" fmla="*/ 7166 w 8599"/>
                <a:gd name="csY9" fmla="*/ 5255 h 12420"/>
                <a:gd name="csX10" fmla="*/ 6688 w 8599"/>
                <a:gd name="csY10" fmla="*/ 5733 h 12420"/>
                <a:gd name="csX11" fmla="*/ 6210 w 8599"/>
                <a:gd name="csY11" fmla="*/ 6210 h 12420"/>
                <a:gd name="csX12" fmla="*/ 5733 w 8599"/>
                <a:gd name="csY12" fmla="*/ 6210 h 12420"/>
                <a:gd name="csX13" fmla="*/ 5255 w 8599"/>
                <a:gd name="csY13" fmla="*/ 6688 h 12420"/>
                <a:gd name="csX14" fmla="*/ 4777 w 8599"/>
                <a:gd name="csY14" fmla="*/ 8599 h 12420"/>
                <a:gd name="csX15" fmla="*/ 4299 w 8599"/>
                <a:gd name="csY15" fmla="*/ 9077 h 12420"/>
                <a:gd name="csX16" fmla="*/ 4777 w 8599"/>
                <a:gd name="csY16" fmla="*/ 9555 h 12420"/>
                <a:gd name="csX17" fmla="*/ 4299 w 8599"/>
                <a:gd name="csY17" fmla="*/ 10032 h 12420"/>
                <a:gd name="csX18" fmla="*/ 2866 w 8599"/>
                <a:gd name="csY18" fmla="*/ 12421 h 12420"/>
                <a:gd name="csX19" fmla="*/ 1911 w 8599"/>
                <a:gd name="csY19" fmla="*/ 12421 h 12420"/>
                <a:gd name="csX20" fmla="*/ 956 w 8599"/>
                <a:gd name="csY20" fmla="*/ 11943 h 12420"/>
                <a:gd name="csX21" fmla="*/ 478 w 8599"/>
                <a:gd name="csY21" fmla="*/ 11466 h 12420"/>
                <a:gd name="csX22" fmla="*/ 478 w 8599"/>
                <a:gd name="csY22" fmla="*/ 10510 h 12420"/>
                <a:gd name="csX23" fmla="*/ 0 w 8599"/>
                <a:gd name="csY23" fmla="*/ 9555 h 12420"/>
                <a:gd name="csX24" fmla="*/ 478 w 8599"/>
                <a:gd name="csY24" fmla="*/ 9077 h 12420"/>
                <a:gd name="csX25" fmla="*/ 1911 w 8599"/>
                <a:gd name="csY25" fmla="*/ 7166 h 12420"/>
                <a:gd name="csX26" fmla="*/ 2866 w 8599"/>
                <a:gd name="csY26" fmla="*/ 5733 h 12420"/>
                <a:gd name="csX27" fmla="*/ 2866 w 8599"/>
                <a:gd name="csY27" fmla="*/ 4300 h 12420"/>
                <a:gd name="csX28" fmla="*/ 3822 w 8599"/>
                <a:gd name="csY28" fmla="*/ 3344 h 12420"/>
                <a:gd name="csX29" fmla="*/ 4777 w 8599"/>
                <a:gd name="csY29" fmla="*/ 2866 h 12420"/>
                <a:gd name="csX30" fmla="*/ 5733 w 8599"/>
                <a:gd name="csY30" fmla="*/ 2389 h 12420"/>
                <a:gd name="csX31" fmla="*/ 6688 w 8599"/>
                <a:gd name="csY31" fmla="*/ 956 h 12420"/>
                <a:gd name="csX32" fmla="*/ 7166 w 8599"/>
                <a:gd name="csY32" fmla="*/ 0 h 12420"/>
                <a:gd name="csX33" fmla="*/ 8121 w 8599"/>
                <a:gd name="csY33" fmla="*/ 478 h 12420"/>
                <a:gd name="csX34" fmla="*/ 8599 w 8599"/>
                <a:gd name="csY34" fmla="*/ 956 h 12420"/>
                <a:gd name="csX35" fmla="*/ 8599 w 8599"/>
                <a:gd name="csY35" fmla="*/ 1911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8599" h="12420">
                  <a:moveTo>
                    <a:pt x="8599" y="1911"/>
                  </a:moveTo>
                  <a:lnTo>
                    <a:pt x="8121" y="1911"/>
                  </a:lnTo>
                  <a:lnTo>
                    <a:pt x="7644" y="1911"/>
                  </a:lnTo>
                  <a:lnTo>
                    <a:pt x="7166" y="2389"/>
                  </a:lnTo>
                  <a:lnTo>
                    <a:pt x="7166" y="3344"/>
                  </a:lnTo>
                  <a:lnTo>
                    <a:pt x="7166" y="4300"/>
                  </a:lnTo>
                  <a:lnTo>
                    <a:pt x="6688" y="3822"/>
                  </a:lnTo>
                  <a:lnTo>
                    <a:pt x="6688" y="4300"/>
                  </a:lnTo>
                  <a:lnTo>
                    <a:pt x="7166" y="4777"/>
                  </a:lnTo>
                  <a:lnTo>
                    <a:pt x="7166" y="5255"/>
                  </a:lnTo>
                  <a:lnTo>
                    <a:pt x="6688" y="5733"/>
                  </a:lnTo>
                  <a:lnTo>
                    <a:pt x="6210" y="6210"/>
                  </a:lnTo>
                  <a:lnTo>
                    <a:pt x="5733" y="6210"/>
                  </a:lnTo>
                  <a:lnTo>
                    <a:pt x="5255" y="6688"/>
                  </a:lnTo>
                  <a:lnTo>
                    <a:pt x="4777" y="8599"/>
                  </a:lnTo>
                  <a:lnTo>
                    <a:pt x="4299" y="9077"/>
                  </a:lnTo>
                  <a:lnTo>
                    <a:pt x="4777" y="9555"/>
                  </a:lnTo>
                  <a:lnTo>
                    <a:pt x="4299" y="10032"/>
                  </a:lnTo>
                  <a:lnTo>
                    <a:pt x="2866" y="12421"/>
                  </a:lnTo>
                  <a:lnTo>
                    <a:pt x="1911" y="12421"/>
                  </a:lnTo>
                  <a:lnTo>
                    <a:pt x="956" y="11943"/>
                  </a:lnTo>
                  <a:lnTo>
                    <a:pt x="478" y="11466"/>
                  </a:lnTo>
                  <a:lnTo>
                    <a:pt x="478" y="10510"/>
                  </a:lnTo>
                  <a:lnTo>
                    <a:pt x="0" y="9555"/>
                  </a:lnTo>
                  <a:lnTo>
                    <a:pt x="478" y="9077"/>
                  </a:lnTo>
                  <a:lnTo>
                    <a:pt x="1911" y="7166"/>
                  </a:lnTo>
                  <a:lnTo>
                    <a:pt x="2866" y="5733"/>
                  </a:lnTo>
                  <a:lnTo>
                    <a:pt x="2866" y="4300"/>
                  </a:lnTo>
                  <a:lnTo>
                    <a:pt x="3822" y="3344"/>
                  </a:lnTo>
                  <a:lnTo>
                    <a:pt x="4777" y="2866"/>
                  </a:lnTo>
                  <a:lnTo>
                    <a:pt x="5733" y="2389"/>
                  </a:lnTo>
                  <a:lnTo>
                    <a:pt x="6688" y="956"/>
                  </a:lnTo>
                  <a:lnTo>
                    <a:pt x="7166" y="0"/>
                  </a:lnTo>
                  <a:lnTo>
                    <a:pt x="8121" y="478"/>
                  </a:lnTo>
                  <a:lnTo>
                    <a:pt x="8599" y="956"/>
                  </a:lnTo>
                  <a:lnTo>
                    <a:pt x="859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2" name="Freeform 5591">
              <a:extLst>
                <a:ext uri="{FF2B5EF4-FFF2-40B4-BE49-F238E27FC236}">
                  <a16:creationId xmlns:a16="http://schemas.microsoft.com/office/drawing/2014/main" id="{654B0648-B205-5082-2387-4F90F3FEB3EE}"/>
                </a:ext>
              </a:extLst>
            </p:cNvPr>
            <p:cNvSpPr/>
            <p:nvPr/>
          </p:nvSpPr>
          <p:spPr>
            <a:xfrm>
              <a:off x="4176960" y="3816700"/>
              <a:ext cx="1911" cy="1911"/>
            </a:xfrm>
            <a:custGeom>
              <a:avLst/>
              <a:gdLst>
                <a:gd name="csX0" fmla="*/ 1911 w 1911"/>
                <a:gd name="csY0" fmla="*/ 1433 h 1911"/>
                <a:gd name="csX1" fmla="*/ 1433 w 1911"/>
                <a:gd name="csY1" fmla="*/ 1911 h 1911"/>
                <a:gd name="csX2" fmla="*/ 956 w 1911"/>
                <a:gd name="csY2" fmla="*/ 1911 h 1911"/>
                <a:gd name="csX3" fmla="*/ 478 w 1911"/>
                <a:gd name="csY3" fmla="*/ 1433 h 1911"/>
                <a:gd name="csX4" fmla="*/ 0 w 1911"/>
                <a:gd name="csY4" fmla="*/ 478 h 1911"/>
                <a:gd name="csX5" fmla="*/ 478 w 1911"/>
                <a:gd name="csY5" fmla="*/ 0 h 1911"/>
                <a:gd name="csX6" fmla="*/ 1433 w 1911"/>
                <a:gd name="csY6" fmla="*/ 478 h 1911"/>
                <a:gd name="csX7" fmla="*/ 1911 w 1911"/>
                <a:gd name="csY7" fmla="*/ 956 h 1911"/>
                <a:gd name="csX8" fmla="*/ 1911 w 1911"/>
                <a:gd name="csY8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1911">
                  <a:moveTo>
                    <a:pt x="1911" y="1433"/>
                  </a:moveTo>
                  <a:lnTo>
                    <a:pt x="1433" y="1911"/>
                  </a:lnTo>
                  <a:lnTo>
                    <a:pt x="956" y="1911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478"/>
                  </a:lnTo>
                  <a:lnTo>
                    <a:pt x="1911" y="956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3" name="Freeform 5592">
              <a:extLst>
                <a:ext uri="{FF2B5EF4-FFF2-40B4-BE49-F238E27FC236}">
                  <a16:creationId xmlns:a16="http://schemas.microsoft.com/office/drawing/2014/main" id="{8E33CEEF-3F15-BFA8-C7A3-F4249946C1F9}"/>
                </a:ext>
              </a:extLst>
            </p:cNvPr>
            <p:cNvSpPr/>
            <p:nvPr/>
          </p:nvSpPr>
          <p:spPr>
            <a:xfrm>
              <a:off x="4527135" y="3834854"/>
              <a:ext cx="4299" cy="5255"/>
            </a:xfrm>
            <a:custGeom>
              <a:avLst/>
              <a:gdLst>
                <a:gd name="csX0" fmla="*/ 4300 w 4299"/>
                <a:gd name="csY0" fmla="*/ 2867 h 5255"/>
                <a:gd name="csX1" fmla="*/ 3344 w 4299"/>
                <a:gd name="csY1" fmla="*/ 3344 h 5255"/>
                <a:gd name="csX2" fmla="*/ 1911 w 4299"/>
                <a:gd name="csY2" fmla="*/ 3344 h 5255"/>
                <a:gd name="csX3" fmla="*/ 1911 w 4299"/>
                <a:gd name="csY3" fmla="*/ 4777 h 5255"/>
                <a:gd name="csX4" fmla="*/ 1911 w 4299"/>
                <a:gd name="csY4" fmla="*/ 5255 h 5255"/>
                <a:gd name="csX5" fmla="*/ 478 w 4299"/>
                <a:gd name="csY5" fmla="*/ 4300 h 5255"/>
                <a:gd name="csX6" fmla="*/ 0 w 4299"/>
                <a:gd name="csY6" fmla="*/ 3822 h 5255"/>
                <a:gd name="csX7" fmla="*/ 0 w 4299"/>
                <a:gd name="csY7" fmla="*/ 2389 h 5255"/>
                <a:gd name="csX8" fmla="*/ 956 w 4299"/>
                <a:gd name="csY8" fmla="*/ 478 h 5255"/>
                <a:gd name="csX9" fmla="*/ 1911 w 4299"/>
                <a:gd name="csY9" fmla="*/ 0 h 5255"/>
                <a:gd name="csX10" fmla="*/ 3344 w 4299"/>
                <a:gd name="csY10" fmla="*/ 478 h 5255"/>
                <a:gd name="csX11" fmla="*/ 4300 w 4299"/>
                <a:gd name="csY11" fmla="*/ 2389 h 5255"/>
                <a:gd name="csX12" fmla="*/ 4300 w 4299"/>
                <a:gd name="csY12" fmla="*/ 2867 h 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5255">
                  <a:moveTo>
                    <a:pt x="4300" y="2867"/>
                  </a:moveTo>
                  <a:lnTo>
                    <a:pt x="3344" y="3344"/>
                  </a:lnTo>
                  <a:lnTo>
                    <a:pt x="1911" y="3344"/>
                  </a:lnTo>
                  <a:lnTo>
                    <a:pt x="1911" y="4777"/>
                  </a:lnTo>
                  <a:lnTo>
                    <a:pt x="1911" y="5255"/>
                  </a:lnTo>
                  <a:lnTo>
                    <a:pt x="478" y="4300"/>
                  </a:lnTo>
                  <a:lnTo>
                    <a:pt x="0" y="3822"/>
                  </a:lnTo>
                  <a:lnTo>
                    <a:pt x="0" y="2389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3344" y="478"/>
                  </a:lnTo>
                  <a:lnTo>
                    <a:pt x="4300" y="2389"/>
                  </a:lnTo>
                  <a:lnTo>
                    <a:pt x="4300" y="286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4" name="Freeform 5593">
              <a:extLst>
                <a:ext uri="{FF2B5EF4-FFF2-40B4-BE49-F238E27FC236}">
                  <a16:creationId xmlns:a16="http://schemas.microsoft.com/office/drawing/2014/main" id="{95C1574D-3D56-5127-89A6-A686A354E652}"/>
                </a:ext>
              </a:extLst>
            </p:cNvPr>
            <p:cNvSpPr/>
            <p:nvPr/>
          </p:nvSpPr>
          <p:spPr>
            <a:xfrm>
              <a:off x="4373784" y="3838676"/>
              <a:ext cx="1433" cy="955"/>
            </a:xfrm>
            <a:custGeom>
              <a:avLst/>
              <a:gdLst>
                <a:gd name="csX0" fmla="*/ 478 w 1433"/>
                <a:gd name="csY0" fmla="*/ 478 h 955"/>
                <a:gd name="csX1" fmla="*/ 0 w 1433"/>
                <a:gd name="csY1" fmla="*/ 955 h 955"/>
                <a:gd name="csX2" fmla="*/ 0 w 1433"/>
                <a:gd name="csY2" fmla="*/ 478 h 955"/>
                <a:gd name="csX3" fmla="*/ 0 w 1433"/>
                <a:gd name="csY3" fmla="*/ 0 h 955"/>
                <a:gd name="csX4" fmla="*/ 478 w 1433"/>
                <a:gd name="csY4" fmla="*/ 0 h 955"/>
                <a:gd name="csX5" fmla="*/ 1433 w 1433"/>
                <a:gd name="csY5" fmla="*/ 0 h 955"/>
                <a:gd name="csX6" fmla="*/ 1433 w 1433"/>
                <a:gd name="csY6" fmla="*/ 0 h 955"/>
                <a:gd name="csX7" fmla="*/ 478 w 1433"/>
                <a:gd name="csY7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955">
                  <a:moveTo>
                    <a:pt x="478" y="478"/>
                  </a:moveTo>
                  <a:lnTo>
                    <a:pt x="0" y="955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478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5" name="Freeform 5594">
              <a:extLst>
                <a:ext uri="{FF2B5EF4-FFF2-40B4-BE49-F238E27FC236}">
                  <a16:creationId xmlns:a16="http://schemas.microsoft.com/office/drawing/2014/main" id="{A362B6A6-AEC6-A075-BB90-FC0734DFCED3}"/>
                </a:ext>
              </a:extLst>
            </p:cNvPr>
            <p:cNvSpPr/>
            <p:nvPr/>
          </p:nvSpPr>
          <p:spPr>
            <a:xfrm>
              <a:off x="4521403" y="3839631"/>
              <a:ext cx="1433" cy="1911"/>
            </a:xfrm>
            <a:custGeom>
              <a:avLst/>
              <a:gdLst>
                <a:gd name="csX0" fmla="*/ 1433 w 1433"/>
                <a:gd name="csY0" fmla="*/ 1911 h 1911"/>
                <a:gd name="csX1" fmla="*/ 955 w 1433"/>
                <a:gd name="csY1" fmla="*/ 1911 h 1911"/>
                <a:gd name="csX2" fmla="*/ 0 w 1433"/>
                <a:gd name="csY2" fmla="*/ 1911 h 1911"/>
                <a:gd name="csX3" fmla="*/ 0 w 1433"/>
                <a:gd name="csY3" fmla="*/ 956 h 1911"/>
                <a:gd name="csX4" fmla="*/ 0 w 1433"/>
                <a:gd name="csY4" fmla="*/ 478 h 1911"/>
                <a:gd name="csX5" fmla="*/ 478 w 1433"/>
                <a:gd name="csY5" fmla="*/ 0 h 1911"/>
                <a:gd name="csX6" fmla="*/ 955 w 1433"/>
                <a:gd name="csY6" fmla="*/ 478 h 1911"/>
                <a:gd name="csX7" fmla="*/ 1433 w 1433"/>
                <a:gd name="csY7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1911">
                  <a:moveTo>
                    <a:pt x="1433" y="1911"/>
                  </a:moveTo>
                  <a:lnTo>
                    <a:pt x="955" y="1911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955" y="478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6" name="Freeform 5595">
              <a:extLst>
                <a:ext uri="{FF2B5EF4-FFF2-40B4-BE49-F238E27FC236}">
                  <a16:creationId xmlns:a16="http://schemas.microsoft.com/office/drawing/2014/main" id="{94726B9F-0827-31F4-6242-0AD01C5A2866}"/>
                </a:ext>
              </a:extLst>
            </p:cNvPr>
            <p:cNvSpPr/>
            <p:nvPr/>
          </p:nvSpPr>
          <p:spPr>
            <a:xfrm>
              <a:off x="4370918" y="3845364"/>
              <a:ext cx="955" cy="955"/>
            </a:xfrm>
            <a:custGeom>
              <a:avLst/>
              <a:gdLst>
                <a:gd name="csX0" fmla="*/ 478 w 955"/>
                <a:gd name="csY0" fmla="*/ 956 h 955"/>
                <a:gd name="csX1" fmla="*/ 0 w 955"/>
                <a:gd name="csY1" fmla="*/ 956 h 955"/>
                <a:gd name="csX2" fmla="*/ 0 w 955"/>
                <a:gd name="csY2" fmla="*/ 478 h 955"/>
                <a:gd name="csX3" fmla="*/ 478 w 955"/>
                <a:gd name="csY3" fmla="*/ 478 h 955"/>
                <a:gd name="csX4" fmla="*/ 955 w 955"/>
                <a:gd name="csY4" fmla="*/ 0 h 955"/>
                <a:gd name="csX5" fmla="*/ 955 w 955"/>
                <a:gd name="csY5" fmla="*/ 478 h 955"/>
                <a:gd name="csX6" fmla="*/ 478 w 955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955">
                  <a:moveTo>
                    <a:pt x="478" y="956"/>
                  </a:moveTo>
                  <a:lnTo>
                    <a:pt x="0" y="956"/>
                  </a:lnTo>
                  <a:lnTo>
                    <a:pt x="0" y="478"/>
                  </a:lnTo>
                  <a:lnTo>
                    <a:pt x="478" y="478"/>
                  </a:lnTo>
                  <a:lnTo>
                    <a:pt x="955" y="0"/>
                  </a:lnTo>
                  <a:lnTo>
                    <a:pt x="955" y="478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7" name="Freeform 5596">
              <a:extLst>
                <a:ext uri="{FF2B5EF4-FFF2-40B4-BE49-F238E27FC236}">
                  <a16:creationId xmlns:a16="http://schemas.microsoft.com/office/drawing/2014/main" id="{9D69086F-4FD3-8557-9561-E1B866A80C9A}"/>
                </a:ext>
              </a:extLst>
            </p:cNvPr>
            <p:cNvSpPr/>
            <p:nvPr/>
          </p:nvSpPr>
          <p:spPr>
            <a:xfrm>
              <a:off x="4316457" y="3869728"/>
              <a:ext cx="2388" cy="1910"/>
            </a:xfrm>
            <a:custGeom>
              <a:avLst/>
              <a:gdLst>
                <a:gd name="csX0" fmla="*/ 1911 w 2388"/>
                <a:gd name="csY0" fmla="*/ 955 h 1910"/>
                <a:gd name="csX1" fmla="*/ 1433 w 2388"/>
                <a:gd name="csY1" fmla="*/ 1911 h 1910"/>
                <a:gd name="csX2" fmla="*/ 956 w 2388"/>
                <a:gd name="csY2" fmla="*/ 1911 h 1910"/>
                <a:gd name="csX3" fmla="*/ 478 w 2388"/>
                <a:gd name="csY3" fmla="*/ 1433 h 1910"/>
                <a:gd name="csX4" fmla="*/ 0 w 2388"/>
                <a:gd name="csY4" fmla="*/ 955 h 1910"/>
                <a:gd name="csX5" fmla="*/ 478 w 2388"/>
                <a:gd name="csY5" fmla="*/ 0 h 1910"/>
                <a:gd name="csX6" fmla="*/ 956 w 2388"/>
                <a:gd name="csY6" fmla="*/ 0 h 1910"/>
                <a:gd name="csX7" fmla="*/ 2389 w 2388"/>
                <a:gd name="csY7" fmla="*/ 0 h 1910"/>
                <a:gd name="csX8" fmla="*/ 2389 w 2388"/>
                <a:gd name="csY8" fmla="*/ 478 h 1910"/>
                <a:gd name="csX9" fmla="*/ 1911 w 2388"/>
                <a:gd name="csY9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388" h="1910">
                  <a:moveTo>
                    <a:pt x="1911" y="955"/>
                  </a:moveTo>
                  <a:lnTo>
                    <a:pt x="1433" y="1911"/>
                  </a:lnTo>
                  <a:lnTo>
                    <a:pt x="956" y="1911"/>
                  </a:lnTo>
                  <a:lnTo>
                    <a:pt x="478" y="1433"/>
                  </a:lnTo>
                  <a:lnTo>
                    <a:pt x="0" y="955"/>
                  </a:lnTo>
                  <a:lnTo>
                    <a:pt x="478" y="0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2389" y="478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8" name="Freeform 5597">
              <a:extLst>
                <a:ext uri="{FF2B5EF4-FFF2-40B4-BE49-F238E27FC236}">
                  <a16:creationId xmlns:a16="http://schemas.microsoft.com/office/drawing/2014/main" id="{77704A63-23D4-78A9-C94D-331421A6E57C}"/>
                </a:ext>
              </a:extLst>
            </p:cNvPr>
            <p:cNvSpPr/>
            <p:nvPr/>
          </p:nvSpPr>
          <p:spPr>
            <a:xfrm>
              <a:off x="4468853" y="3904124"/>
              <a:ext cx="2388" cy="4777"/>
            </a:xfrm>
            <a:custGeom>
              <a:avLst/>
              <a:gdLst>
                <a:gd name="csX0" fmla="*/ 1911 w 2388"/>
                <a:gd name="csY0" fmla="*/ 3822 h 4777"/>
                <a:gd name="csX1" fmla="*/ 955 w 2388"/>
                <a:gd name="csY1" fmla="*/ 4777 h 4777"/>
                <a:gd name="csX2" fmla="*/ 0 w 2388"/>
                <a:gd name="csY2" fmla="*/ 4777 h 4777"/>
                <a:gd name="csX3" fmla="*/ 478 w 2388"/>
                <a:gd name="csY3" fmla="*/ 3822 h 4777"/>
                <a:gd name="csX4" fmla="*/ 955 w 2388"/>
                <a:gd name="csY4" fmla="*/ 2389 h 4777"/>
                <a:gd name="csX5" fmla="*/ 1433 w 2388"/>
                <a:gd name="csY5" fmla="*/ 956 h 4777"/>
                <a:gd name="csX6" fmla="*/ 1433 w 2388"/>
                <a:gd name="csY6" fmla="*/ 478 h 4777"/>
                <a:gd name="csX7" fmla="*/ 2389 w 2388"/>
                <a:gd name="csY7" fmla="*/ 0 h 4777"/>
                <a:gd name="csX8" fmla="*/ 1911 w 2388"/>
                <a:gd name="csY8" fmla="*/ 3822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4777">
                  <a:moveTo>
                    <a:pt x="1911" y="3822"/>
                  </a:moveTo>
                  <a:lnTo>
                    <a:pt x="955" y="4777"/>
                  </a:lnTo>
                  <a:lnTo>
                    <a:pt x="0" y="4777"/>
                  </a:lnTo>
                  <a:lnTo>
                    <a:pt x="478" y="3822"/>
                  </a:lnTo>
                  <a:lnTo>
                    <a:pt x="955" y="2389"/>
                  </a:lnTo>
                  <a:lnTo>
                    <a:pt x="1433" y="956"/>
                  </a:lnTo>
                  <a:lnTo>
                    <a:pt x="1433" y="478"/>
                  </a:lnTo>
                  <a:lnTo>
                    <a:pt x="2389" y="0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9" name="Freeform 5598">
              <a:extLst>
                <a:ext uri="{FF2B5EF4-FFF2-40B4-BE49-F238E27FC236}">
                  <a16:creationId xmlns:a16="http://schemas.microsoft.com/office/drawing/2014/main" id="{DC84B0AE-D172-6E24-F297-B257392F93DC}"/>
                </a:ext>
              </a:extLst>
            </p:cNvPr>
            <p:cNvSpPr/>
            <p:nvPr/>
          </p:nvSpPr>
          <p:spPr>
            <a:xfrm>
              <a:off x="4467897" y="3906035"/>
              <a:ext cx="955" cy="2866"/>
            </a:xfrm>
            <a:custGeom>
              <a:avLst/>
              <a:gdLst>
                <a:gd name="csX0" fmla="*/ 478 w 955"/>
                <a:gd name="csY0" fmla="*/ 2389 h 2866"/>
                <a:gd name="csX1" fmla="*/ 0 w 955"/>
                <a:gd name="csY1" fmla="*/ 2866 h 2866"/>
                <a:gd name="csX2" fmla="*/ 0 w 955"/>
                <a:gd name="csY2" fmla="*/ 1433 h 2866"/>
                <a:gd name="csX3" fmla="*/ 478 w 955"/>
                <a:gd name="csY3" fmla="*/ 478 h 2866"/>
                <a:gd name="csX4" fmla="*/ 478 w 955"/>
                <a:gd name="csY4" fmla="*/ 0 h 2866"/>
                <a:gd name="csX5" fmla="*/ 956 w 955"/>
                <a:gd name="csY5" fmla="*/ 956 h 2866"/>
                <a:gd name="csX6" fmla="*/ 478 w 955"/>
                <a:gd name="csY6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2866">
                  <a:moveTo>
                    <a:pt x="478" y="2389"/>
                  </a:moveTo>
                  <a:lnTo>
                    <a:pt x="0" y="2866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956" y="956"/>
                  </a:lnTo>
                  <a:lnTo>
                    <a:pt x="478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0" name="Freeform 5599">
              <a:extLst>
                <a:ext uri="{FF2B5EF4-FFF2-40B4-BE49-F238E27FC236}">
                  <a16:creationId xmlns:a16="http://schemas.microsoft.com/office/drawing/2014/main" id="{2C791D90-9172-EBFC-3249-2EA4456CD86F}"/>
                </a:ext>
              </a:extLst>
            </p:cNvPr>
            <p:cNvSpPr/>
            <p:nvPr/>
          </p:nvSpPr>
          <p:spPr>
            <a:xfrm>
              <a:off x="4478885" y="3908902"/>
              <a:ext cx="6688" cy="3344"/>
            </a:xfrm>
            <a:custGeom>
              <a:avLst/>
              <a:gdLst>
                <a:gd name="csX0" fmla="*/ 6688 w 6688"/>
                <a:gd name="csY0" fmla="*/ 1911 h 3344"/>
                <a:gd name="csX1" fmla="*/ 956 w 6688"/>
                <a:gd name="csY1" fmla="*/ 3344 h 3344"/>
                <a:gd name="csX2" fmla="*/ 0 w 6688"/>
                <a:gd name="csY2" fmla="*/ 2389 h 3344"/>
                <a:gd name="csX3" fmla="*/ 1433 w 6688"/>
                <a:gd name="csY3" fmla="*/ 1911 h 3344"/>
                <a:gd name="csX4" fmla="*/ 3344 w 6688"/>
                <a:gd name="csY4" fmla="*/ 478 h 3344"/>
                <a:gd name="csX5" fmla="*/ 4300 w 6688"/>
                <a:gd name="csY5" fmla="*/ 0 h 3344"/>
                <a:gd name="csX6" fmla="*/ 6210 w 6688"/>
                <a:gd name="csY6" fmla="*/ 956 h 3344"/>
                <a:gd name="csX7" fmla="*/ 6688 w 6688"/>
                <a:gd name="csY7" fmla="*/ 1911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688" h="3344">
                  <a:moveTo>
                    <a:pt x="6688" y="1911"/>
                  </a:moveTo>
                  <a:lnTo>
                    <a:pt x="956" y="3344"/>
                  </a:lnTo>
                  <a:lnTo>
                    <a:pt x="0" y="2389"/>
                  </a:lnTo>
                  <a:lnTo>
                    <a:pt x="1433" y="1911"/>
                  </a:lnTo>
                  <a:lnTo>
                    <a:pt x="3344" y="478"/>
                  </a:lnTo>
                  <a:lnTo>
                    <a:pt x="4300" y="0"/>
                  </a:lnTo>
                  <a:lnTo>
                    <a:pt x="6210" y="956"/>
                  </a:lnTo>
                  <a:lnTo>
                    <a:pt x="6688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1" name="Freeform 5600">
              <a:extLst>
                <a:ext uri="{FF2B5EF4-FFF2-40B4-BE49-F238E27FC236}">
                  <a16:creationId xmlns:a16="http://schemas.microsoft.com/office/drawing/2014/main" id="{2B396F5D-48B2-282E-42AF-C1B1453DDFA6}"/>
                </a:ext>
              </a:extLst>
            </p:cNvPr>
            <p:cNvSpPr/>
            <p:nvPr/>
          </p:nvSpPr>
          <p:spPr>
            <a:xfrm>
              <a:off x="4490828" y="3910335"/>
              <a:ext cx="5254" cy="3821"/>
            </a:xfrm>
            <a:custGeom>
              <a:avLst/>
              <a:gdLst>
                <a:gd name="csX0" fmla="*/ 5255 w 5254"/>
                <a:gd name="csY0" fmla="*/ 3344 h 3821"/>
                <a:gd name="csX1" fmla="*/ 3822 w 5254"/>
                <a:gd name="csY1" fmla="*/ 3822 h 3821"/>
                <a:gd name="csX2" fmla="*/ 0 w 5254"/>
                <a:gd name="csY2" fmla="*/ 2866 h 3821"/>
                <a:gd name="csX3" fmla="*/ 2866 w 5254"/>
                <a:gd name="csY3" fmla="*/ 1911 h 3821"/>
                <a:gd name="csX4" fmla="*/ 3344 w 5254"/>
                <a:gd name="csY4" fmla="*/ 1911 h 3821"/>
                <a:gd name="csX5" fmla="*/ 3822 w 5254"/>
                <a:gd name="csY5" fmla="*/ 478 h 3821"/>
                <a:gd name="csX6" fmla="*/ 3822 w 5254"/>
                <a:gd name="csY6" fmla="*/ 0 h 3821"/>
                <a:gd name="csX7" fmla="*/ 5255 w 5254"/>
                <a:gd name="csY7" fmla="*/ 2389 h 3821"/>
                <a:gd name="csX8" fmla="*/ 5255 w 5254"/>
                <a:gd name="csY8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254" h="3821">
                  <a:moveTo>
                    <a:pt x="5255" y="3344"/>
                  </a:moveTo>
                  <a:lnTo>
                    <a:pt x="3822" y="3822"/>
                  </a:lnTo>
                  <a:lnTo>
                    <a:pt x="0" y="2866"/>
                  </a:lnTo>
                  <a:lnTo>
                    <a:pt x="2866" y="1911"/>
                  </a:lnTo>
                  <a:lnTo>
                    <a:pt x="3344" y="1911"/>
                  </a:lnTo>
                  <a:lnTo>
                    <a:pt x="3822" y="478"/>
                  </a:lnTo>
                  <a:lnTo>
                    <a:pt x="3822" y="0"/>
                  </a:lnTo>
                  <a:lnTo>
                    <a:pt x="5255" y="2389"/>
                  </a:lnTo>
                  <a:lnTo>
                    <a:pt x="52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2" name="Freeform 5601">
              <a:extLst>
                <a:ext uri="{FF2B5EF4-FFF2-40B4-BE49-F238E27FC236}">
                  <a16:creationId xmlns:a16="http://schemas.microsoft.com/office/drawing/2014/main" id="{DD663CDC-F0CA-429B-3DC0-F066B4F7165C}"/>
                </a:ext>
              </a:extLst>
            </p:cNvPr>
            <p:cNvSpPr/>
            <p:nvPr/>
          </p:nvSpPr>
          <p:spPr>
            <a:xfrm>
              <a:off x="4415825" y="3916545"/>
              <a:ext cx="42040" cy="13853"/>
            </a:xfrm>
            <a:custGeom>
              <a:avLst/>
              <a:gdLst>
                <a:gd name="csX0" fmla="*/ 30097 w 42040"/>
                <a:gd name="csY0" fmla="*/ 3822 h 13853"/>
                <a:gd name="csX1" fmla="*/ 28664 w 42040"/>
                <a:gd name="csY1" fmla="*/ 5255 h 13853"/>
                <a:gd name="csX2" fmla="*/ 29619 w 42040"/>
                <a:gd name="csY2" fmla="*/ 5733 h 13853"/>
                <a:gd name="csX3" fmla="*/ 31052 w 42040"/>
                <a:gd name="csY3" fmla="*/ 5255 h 13853"/>
                <a:gd name="csX4" fmla="*/ 32008 w 42040"/>
                <a:gd name="csY4" fmla="*/ 4299 h 13853"/>
                <a:gd name="csX5" fmla="*/ 34397 w 42040"/>
                <a:gd name="csY5" fmla="*/ 2866 h 13853"/>
                <a:gd name="csX6" fmla="*/ 36308 w 42040"/>
                <a:gd name="csY6" fmla="*/ 2389 h 13853"/>
                <a:gd name="csX7" fmla="*/ 37263 w 42040"/>
                <a:gd name="csY7" fmla="*/ 2389 h 13853"/>
                <a:gd name="csX8" fmla="*/ 38218 w 42040"/>
                <a:gd name="csY8" fmla="*/ 3344 h 13853"/>
                <a:gd name="csX9" fmla="*/ 40129 w 42040"/>
                <a:gd name="csY9" fmla="*/ 2389 h 13853"/>
                <a:gd name="csX10" fmla="*/ 42040 w 42040"/>
                <a:gd name="csY10" fmla="*/ 1911 h 13853"/>
                <a:gd name="csX11" fmla="*/ 33441 w 42040"/>
                <a:gd name="csY11" fmla="*/ 6210 h 13853"/>
                <a:gd name="csX12" fmla="*/ 31530 w 42040"/>
                <a:gd name="csY12" fmla="*/ 6688 h 13853"/>
                <a:gd name="csX13" fmla="*/ 29142 w 42040"/>
                <a:gd name="csY13" fmla="*/ 7644 h 13853"/>
                <a:gd name="csX14" fmla="*/ 26753 w 42040"/>
                <a:gd name="csY14" fmla="*/ 8599 h 13853"/>
                <a:gd name="csX15" fmla="*/ 24842 w 42040"/>
                <a:gd name="csY15" fmla="*/ 8599 h 13853"/>
                <a:gd name="csX16" fmla="*/ 16243 w 42040"/>
                <a:gd name="csY16" fmla="*/ 11943 h 13853"/>
                <a:gd name="csX17" fmla="*/ 15765 w 42040"/>
                <a:gd name="csY17" fmla="*/ 11943 h 13853"/>
                <a:gd name="csX18" fmla="*/ 14810 w 42040"/>
                <a:gd name="csY18" fmla="*/ 11465 h 13853"/>
                <a:gd name="csX19" fmla="*/ 8121 w 42040"/>
                <a:gd name="csY19" fmla="*/ 12899 h 13853"/>
                <a:gd name="csX20" fmla="*/ 4777 w 42040"/>
                <a:gd name="csY20" fmla="*/ 13376 h 13853"/>
                <a:gd name="csX21" fmla="*/ 2389 w 42040"/>
                <a:gd name="csY21" fmla="*/ 13854 h 13853"/>
                <a:gd name="csX22" fmla="*/ 4300 w 42040"/>
                <a:gd name="csY22" fmla="*/ 12421 h 13853"/>
                <a:gd name="csX23" fmla="*/ 4300 w 42040"/>
                <a:gd name="csY23" fmla="*/ 11943 h 13853"/>
                <a:gd name="csX24" fmla="*/ 3822 w 42040"/>
                <a:gd name="csY24" fmla="*/ 11943 h 13853"/>
                <a:gd name="csX25" fmla="*/ 2867 w 42040"/>
                <a:gd name="csY25" fmla="*/ 11943 h 13853"/>
                <a:gd name="csX26" fmla="*/ 1911 w 42040"/>
                <a:gd name="csY26" fmla="*/ 12899 h 13853"/>
                <a:gd name="csX27" fmla="*/ 0 w 42040"/>
                <a:gd name="csY27" fmla="*/ 13376 h 13853"/>
                <a:gd name="csX28" fmla="*/ 0 w 42040"/>
                <a:gd name="csY28" fmla="*/ 11943 h 13853"/>
                <a:gd name="csX29" fmla="*/ 478 w 42040"/>
                <a:gd name="csY29" fmla="*/ 10988 h 13853"/>
                <a:gd name="csX30" fmla="*/ 956 w 42040"/>
                <a:gd name="csY30" fmla="*/ 10032 h 13853"/>
                <a:gd name="csX31" fmla="*/ 2867 w 42040"/>
                <a:gd name="csY31" fmla="*/ 8599 h 13853"/>
                <a:gd name="csX32" fmla="*/ 5255 w 42040"/>
                <a:gd name="csY32" fmla="*/ 7644 h 13853"/>
                <a:gd name="csX33" fmla="*/ 6688 w 42040"/>
                <a:gd name="csY33" fmla="*/ 6688 h 13853"/>
                <a:gd name="csX34" fmla="*/ 7166 w 42040"/>
                <a:gd name="csY34" fmla="*/ 7166 h 13853"/>
                <a:gd name="csX35" fmla="*/ 7644 w 42040"/>
                <a:gd name="csY35" fmla="*/ 6210 h 13853"/>
                <a:gd name="csX36" fmla="*/ 8121 w 42040"/>
                <a:gd name="csY36" fmla="*/ 5733 h 13853"/>
                <a:gd name="csX37" fmla="*/ 9077 w 42040"/>
                <a:gd name="csY37" fmla="*/ 5255 h 13853"/>
                <a:gd name="csX38" fmla="*/ 10510 w 42040"/>
                <a:gd name="csY38" fmla="*/ 5255 h 13853"/>
                <a:gd name="csX39" fmla="*/ 11466 w 42040"/>
                <a:gd name="csY39" fmla="*/ 5255 h 13853"/>
                <a:gd name="csX40" fmla="*/ 11943 w 42040"/>
                <a:gd name="csY40" fmla="*/ 4777 h 13853"/>
                <a:gd name="csX41" fmla="*/ 12899 w 42040"/>
                <a:gd name="csY41" fmla="*/ 4777 h 13853"/>
                <a:gd name="csX42" fmla="*/ 14810 w 42040"/>
                <a:gd name="csY42" fmla="*/ 5255 h 13853"/>
                <a:gd name="csX43" fmla="*/ 16721 w 42040"/>
                <a:gd name="csY43" fmla="*/ 5255 h 13853"/>
                <a:gd name="csX44" fmla="*/ 18154 w 42040"/>
                <a:gd name="csY44" fmla="*/ 4299 h 13853"/>
                <a:gd name="csX45" fmla="*/ 19587 w 42040"/>
                <a:gd name="csY45" fmla="*/ 4299 h 13853"/>
                <a:gd name="csX46" fmla="*/ 23409 w 42040"/>
                <a:gd name="csY46" fmla="*/ 4299 h 13853"/>
                <a:gd name="csX47" fmla="*/ 27708 w 42040"/>
                <a:gd name="csY47" fmla="*/ 3822 h 13853"/>
                <a:gd name="csX48" fmla="*/ 29142 w 42040"/>
                <a:gd name="csY48" fmla="*/ 2866 h 13853"/>
                <a:gd name="csX49" fmla="*/ 32486 w 42040"/>
                <a:gd name="csY49" fmla="*/ 478 h 13853"/>
                <a:gd name="csX50" fmla="*/ 34874 w 42040"/>
                <a:gd name="csY50" fmla="*/ 0 h 13853"/>
                <a:gd name="csX51" fmla="*/ 31530 w 42040"/>
                <a:gd name="csY51" fmla="*/ 2389 h 13853"/>
                <a:gd name="csX52" fmla="*/ 30097 w 42040"/>
                <a:gd name="csY52" fmla="*/ 3822 h 13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42040" h="13853">
                  <a:moveTo>
                    <a:pt x="30097" y="3822"/>
                  </a:moveTo>
                  <a:lnTo>
                    <a:pt x="28664" y="5255"/>
                  </a:lnTo>
                  <a:lnTo>
                    <a:pt x="29619" y="5733"/>
                  </a:lnTo>
                  <a:lnTo>
                    <a:pt x="31052" y="5255"/>
                  </a:lnTo>
                  <a:lnTo>
                    <a:pt x="32008" y="4299"/>
                  </a:lnTo>
                  <a:lnTo>
                    <a:pt x="34397" y="2866"/>
                  </a:lnTo>
                  <a:lnTo>
                    <a:pt x="36308" y="2389"/>
                  </a:lnTo>
                  <a:lnTo>
                    <a:pt x="37263" y="2389"/>
                  </a:lnTo>
                  <a:lnTo>
                    <a:pt x="38218" y="3344"/>
                  </a:lnTo>
                  <a:lnTo>
                    <a:pt x="40129" y="2389"/>
                  </a:lnTo>
                  <a:lnTo>
                    <a:pt x="42040" y="1911"/>
                  </a:lnTo>
                  <a:lnTo>
                    <a:pt x="33441" y="6210"/>
                  </a:lnTo>
                  <a:lnTo>
                    <a:pt x="31530" y="6688"/>
                  </a:lnTo>
                  <a:lnTo>
                    <a:pt x="29142" y="7644"/>
                  </a:lnTo>
                  <a:lnTo>
                    <a:pt x="26753" y="8599"/>
                  </a:lnTo>
                  <a:lnTo>
                    <a:pt x="24842" y="8599"/>
                  </a:lnTo>
                  <a:lnTo>
                    <a:pt x="16243" y="11943"/>
                  </a:lnTo>
                  <a:lnTo>
                    <a:pt x="15765" y="11943"/>
                  </a:lnTo>
                  <a:lnTo>
                    <a:pt x="14810" y="11465"/>
                  </a:lnTo>
                  <a:lnTo>
                    <a:pt x="8121" y="12899"/>
                  </a:lnTo>
                  <a:lnTo>
                    <a:pt x="4777" y="13376"/>
                  </a:lnTo>
                  <a:lnTo>
                    <a:pt x="2389" y="13854"/>
                  </a:lnTo>
                  <a:lnTo>
                    <a:pt x="4300" y="12421"/>
                  </a:lnTo>
                  <a:lnTo>
                    <a:pt x="4300" y="11943"/>
                  </a:lnTo>
                  <a:lnTo>
                    <a:pt x="3822" y="11943"/>
                  </a:lnTo>
                  <a:lnTo>
                    <a:pt x="2867" y="11943"/>
                  </a:lnTo>
                  <a:lnTo>
                    <a:pt x="1911" y="12899"/>
                  </a:lnTo>
                  <a:lnTo>
                    <a:pt x="0" y="13376"/>
                  </a:lnTo>
                  <a:lnTo>
                    <a:pt x="0" y="11943"/>
                  </a:lnTo>
                  <a:lnTo>
                    <a:pt x="478" y="10988"/>
                  </a:lnTo>
                  <a:lnTo>
                    <a:pt x="956" y="10032"/>
                  </a:lnTo>
                  <a:lnTo>
                    <a:pt x="2867" y="8599"/>
                  </a:lnTo>
                  <a:lnTo>
                    <a:pt x="5255" y="7644"/>
                  </a:lnTo>
                  <a:lnTo>
                    <a:pt x="6688" y="6688"/>
                  </a:lnTo>
                  <a:lnTo>
                    <a:pt x="7166" y="7166"/>
                  </a:lnTo>
                  <a:lnTo>
                    <a:pt x="7644" y="6210"/>
                  </a:lnTo>
                  <a:lnTo>
                    <a:pt x="8121" y="5733"/>
                  </a:lnTo>
                  <a:lnTo>
                    <a:pt x="9077" y="5255"/>
                  </a:lnTo>
                  <a:lnTo>
                    <a:pt x="10510" y="5255"/>
                  </a:lnTo>
                  <a:lnTo>
                    <a:pt x="11466" y="5255"/>
                  </a:lnTo>
                  <a:lnTo>
                    <a:pt x="11943" y="4777"/>
                  </a:lnTo>
                  <a:lnTo>
                    <a:pt x="12899" y="4777"/>
                  </a:lnTo>
                  <a:lnTo>
                    <a:pt x="14810" y="5255"/>
                  </a:lnTo>
                  <a:lnTo>
                    <a:pt x="16721" y="5255"/>
                  </a:lnTo>
                  <a:lnTo>
                    <a:pt x="18154" y="4299"/>
                  </a:lnTo>
                  <a:lnTo>
                    <a:pt x="19587" y="4299"/>
                  </a:lnTo>
                  <a:lnTo>
                    <a:pt x="23409" y="4299"/>
                  </a:lnTo>
                  <a:lnTo>
                    <a:pt x="27708" y="3822"/>
                  </a:lnTo>
                  <a:lnTo>
                    <a:pt x="29142" y="2866"/>
                  </a:lnTo>
                  <a:lnTo>
                    <a:pt x="32486" y="478"/>
                  </a:lnTo>
                  <a:lnTo>
                    <a:pt x="34874" y="0"/>
                  </a:lnTo>
                  <a:lnTo>
                    <a:pt x="31530" y="2389"/>
                  </a:lnTo>
                  <a:lnTo>
                    <a:pt x="30097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3" name="Freeform 5602">
              <a:extLst>
                <a:ext uri="{FF2B5EF4-FFF2-40B4-BE49-F238E27FC236}">
                  <a16:creationId xmlns:a16="http://schemas.microsoft.com/office/drawing/2014/main" id="{09F0C1A5-19BC-977A-5AFF-001295910168}"/>
                </a:ext>
              </a:extLst>
            </p:cNvPr>
            <p:cNvSpPr/>
            <p:nvPr/>
          </p:nvSpPr>
          <p:spPr>
            <a:xfrm>
              <a:off x="4411525" y="3928011"/>
              <a:ext cx="3343" cy="3344"/>
            </a:xfrm>
            <a:custGeom>
              <a:avLst/>
              <a:gdLst>
                <a:gd name="csX0" fmla="*/ 955 w 3343"/>
                <a:gd name="csY0" fmla="*/ 3344 h 3344"/>
                <a:gd name="csX1" fmla="*/ 0 w 3343"/>
                <a:gd name="csY1" fmla="*/ 3344 h 3344"/>
                <a:gd name="csX2" fmla="*/ 955 w 3343"/>
                <a:gd name="csY2" fmla="*/ 1433 h 3344"/>
                <a:gd name="csX3" fmla="*/ 2866 w 3343"/>
                <a:gd name="csY3" fmla="*/ 0 h 3344"/>
                <a:gd name="csX4" fmla="*/ 3344 w 3343"/>
                <a:gd name="csY4" fmla="*/ 478 h 3344"/>
                <a:gd name="csX5" fmla="*/ 3344 w 3343"/>
                <a:gd name="csY5" fmla="*/ 1433 h 3344"/>
                <a:gd name="csX6" fmla="*/ 3344 w 3343"/>
                <a:gd name="csY6" fmla="*/ 1911 h 3344"/>
                <a:gd name="csX7" fmla="*/ 1911 w 3343"/>
                <a:gd name="csY7" fmla="*/ 2867 h 3344"/>
                <a:gd name="csX8" fmla="*/ 955 w 3343"/>
                <a:gd name="csY8" fmla="*/ 3344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343" h="3344">
                  <a:moveTo>
                    <a:pt x="955" y="3344"/>
                  </a:moveTo>
                  <a:lnTo>
                    <a:pt x="0" y="3344"/>
                  </a:lnTo>
                  <a:lnTo>
                    <a:pt x="955" y="1433"/>
                  </a:lnTo>
                  <a:lnTo>
                    <a:pt x="2866" y="0"/>
                  </a:lnTo>
                  <a:lnTo>
                    <a:pt x="3344" y="478"/>
                  </a:lnTo>
                  <a:lnTo>
                    <a:pt x="3344" y="1433"/>
                  </a:lnTo>
                  <a:lnTo>
                    <a:pt x="3344" y="1911"/>
                  </a:lnTo>
                  <a:lnTo>
                    <a:pt x="1911" y="2867"/>
                  </a:lnTo>
                  <a:lnTo>
                    <a:pt x="955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4" name="Freeform 5603">
              <a:extLst>
                <a:ext uri="{FF2B5EF4-FFF2-40B4-BE49-F238E27FC236}">
                  <a16:creationId xmlns:a16="http://schemas.microsoft.com/office/drawing/2014/main" id="{6581D402-9C13-B5D8-3749-06CF1CF2486F}"/>
                </a:ext>
              </a:extLst>
            </p:cNvPr>
            <p:cNvSpPr/>
            <p:nvPr/>
          </p:nvSpPr>
          <p:spPr>
            <a:xfrm>
              <a:off x="4411047" y="3949987"/>
              <a:ext cx="2866" cy="4777"/>
            </a:xfrm>
            <a:custGeom>
              <a:avLst/>
              <a:gdLst>
                <a:gd name="csX0" fmla="*/ 2389 w 2866"/>
                <a:gd name="csY0" fmla="*/ 1433 h 4777"/>
                <a:gd name="csX1" fmla="*/ 0 w 2866"/>
                <a:gd name="csY1" fmla="*/ 4777 h 4777"/>
                <a:gd name="csX2" fmla="*/ 0 w 2866"/>
                <a:gd name="csY2" fmla="*/ 4299 h 4777"/>
                <a:gd name="csX3" fmla="*/ 2867 w 2866"/>
                <a:gd name="csY3" fmla="*/ 0 h 4777"/>
                <a:gd name="csX4" fmla="*/ 2389 w 2866"/>
                <a:gd name="csY4" fmla="*/ 1433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66" h="4777">
                  <a:moveTo>
                    <a:pt x="2389" y="1433"/>
                  </a:moveTo>
                  <a:lnTo>
                    <a:pt x="0" y="4777"/>
                  </a:lnTo>
                  <a:lnTo>
                    <a:pt x="0" y="4299"/>
                  </a:lnTo>
                  <a:lnTo>
                    <a:pt x="2867" y="0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5" name="Freeform 5604">
              <a:extLst>
                <a:ext uri="{FF2B5EF4-FFF2-40B4-BE49-F238E27FC236}">
                  <a16:creationId xmlns:a16="http://schemas.microsoft.com/office/drawing/2014/main" id="{32A6853C-4C95-B247-768D-1890D99DCA49}"/>
                </a:ext>
              </a:extLst>
            </p:cNvPr>
            <p:cNvSpPr/>
            <p:nvPr/>
          </p:nvSpPr>
          <p:spPr>
            <a:xfrm>
              <a:off x="4389072" y="3983428"/>
              <a:ext cx="5254" cy="10032"/>
            </a:xfrm>
            <a:custGeom>
              <a:avLst/>
              <a:gdLst>
                <a:gd name="csX0" fmla="*/ 956 w 5254"/>
                <a:gd name="csY0" fmla="*/ 9555 h 10032"/>
                <a:gd name="csX1" fmla="*/ 0 w 5254"/>
                <a:gd name="csY1" fmla="*/ 10032 h 10032"/>
                <a:gd name="csX2" fmla="*/ 2866 w 5254"/>
                <a:gd name="csY2" fmla="*/ 5255 h 10032"/>
                <a:gd name="csX3" fmla="*/ 4777 w 5254"/>
                <a:gd name="csY3" fmla="*/ 1433 h 10032"/>
                <a:gd name="csX4" fmla="*/ 5255 w 5254"/>
                <a:gd name="csY4" fmla="*/ 0 h 10032"/>
                <a:gd name="csX5" fmla="*/ 4777 w 5254"/>
                <a:gd name="csY5" fmla="*/ 2866 h 10032"/>
                <a:gd name="csX6" fmla="*/ 3344 w 5254"/>
                <a:gd name="csY6" fmla="*/ 5255 h 10032"/>
                <a:gd name="csX7" fmla="*/ 956 w 5254"/>
                <a:gd name="csY7" fmla="*/ 9555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10032">
                  <a:moveTo>
                    <a:pt x="956" y="9555"/>
                  </a:moveTo>
                  <a:lnTo>
                    <a:pt x="0" y="10032"/>
                  </a:lnTo>
                  <a:lnTo>
                    <a:pt x="2866" y="5255"/>
                  </a:lnTo>
                  <a:lnTo>
                    <a:pt x="4777" y="1433"/>
                  </a:lnTo>
                  <a:lnTo>
                    <a:pt x="5255" y="0"/>
                  </a:lnTo>
                  <a:lnTo>
                    <a:pt x="4777" y="2866"/>
                  </a:lnTo>
                  <a:lnTo>
                    <a:pt x="3344" y="5255"/>
                  </a:lnTo>
                  <a:lnTo>
                    <a:pt x="956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6" name="Freeform 5605">
              <a:extLst>
                <a:ext uri="{FF2B5EF4-FFF2-40B4-BE49-F238E27FC236}">
                  <a16:creationId xmlns:a16="http://schemas.microsoft.com/office/drawing/2014/main" id="{D3F45A74-9A95-98FB-C8BA-64683C694058}"/>
                </a:ext>
              </a:extLst>
            </p:cNvPr>
            <p:cNvSpPr/>
            <p:nvPr/>
          </p:nvSpPr>
          <p:spPr>
            <a:xfrm>
              <a:off x="4382383" y="4036933"/>
              <a:ext cx="1433" cy="2388"/>
            </a:xfrm>
            <a:custGeom>
              <a:avLst/>
              <a:gdLst>
                <a:gd name="csX0" fmla="*/ 1433 w 1433"/>
                <a:gd name="csY0" fmla="*/ 1911 h 2388"/>
                <a:gd name="csX1" fmla="*/ 956 w 1433"/>
                <a:gd name="csY1" fmla="*/ 2389 h 2388"/>
                <a:gd name="csX2" fmla="*/ 0 w 1433"/>
                <a:gd name="csY2" fmla="*/ 0 h 2388"/>
                <a:gd name="csX3" fmla="*/ 956 w 1433"/>
                <a:gd name="csY3" fmla="*/ 955 h 2388"/>
                <a:gd name="csX4" fmla="*/ 1433 w 1433"/>
                <a:gd name="csY4" fmla="*/ 1433 h 2388"/>
                <a:gd name="csX5" fmla="*/ 1433 w 1433"/>
                <a:gd name="csY5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2388">
                  <a:moveTo>
                    <a:pt x="1433" y="1911"/>
                  </a:moveTo>
                  <a:lnTo>
                    <a:pt x="956" y="2389"/>
                  </a:lnTo>
                  <a:lnTo>
                    <a:pt x="0" y="0"/>
                  </a:lnTo>
                  <a:lnTo>
                    <a:pt x="956" y="955"/>
                  </a:lnTo>
                  <a:lnTo>
                    <a:pt x="1433" y="1433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7" name="Freeform 5606">
              <a:extLst>
                <a:ext uri="{FF2B5EF4-FFF2-40B4-BE49-F238E27FC236}">
                  <a16:creationId xmlns:a16="http://schemas.microsoft.com/office/drawing/2014/main" id="{B266E2EB-AC93-96BF-573A-6CB0E7E69C00}"/>
                </a:ext>
              </a:extLst>
            </p:cNvPr>
            <p:cNvSpPr/>
            <p:nvPr/>
          </p:nvSpPr>
          <p:spPr>
            <a:xfrm>
              <a:off x="4382861" y="4041233"/>
              <a:ext cx="4299" cy="11943"/>
            </a:xfrm>
            <a:custGeom>
              <a:avLst/>
              <a:gdLst>
                <a:gd name="csX0" fmla="*/ 2866 w 4299"/>
                <a:gd name="csY0" fmla="*/ 11466 h 11943"/>
                <a:gd name="csX1" fmla="*/ 0 w 4299"/>
                <a:gd name="csY1" fmla="*/ 11943 h 11943"/>
                <a:gd name="csX2" fmla="*/ 0 w 4299"/>
                <a:gd name="csY2" fmla="*/ 11943 h 11943"/>
                <a:gd name="csX3" fmla="*/ 2866 w 4299"/>
                <a:gd name="csY3" fmla="*/ 10510 h 11943"/>
                <a:gd name="csX4" fmla="*/ 3822 w 4299"/>
                <a:gd name="csY4" fmla="*/ 6210 h 11943"/>
                <a:gd name="csX5" fmla="*/ 3822 w 4299"/>
                <a:gd name="csY5" fmla="*/ 4300 h 11943"/>
                <a:gd name="csX6" fmla="*/ 3344 w 4299"/>
                <a:gd name="csY6" fmla="*/ 478 h 11943"/>
                <a:gd name="csX7" fmla="*/ 3344 w 4299"/>
                <a:gd name="csY7" fmla="*/ 0 h 11943"/>
                <a:gd name="csX8" fmla="*/ 4299 w 4299"/>
                <a:gd name="csY8" fmla="*/ 956 h 11943"/>
                <a:gd name="csX9" fmla="*/ 4299 w 4299"/>
                <a:gd name="csY9" fmla="*/ 4300 h 11943"/>
                <a:gd name="csX10" fmla="*/ 4299 w 4299"/>
                <a:gd name="csY10" fmla="*/ 7166 h 11943"/>
                <a:gd name="csX11" fmla="*/ 3344 w 4299"/>
                <a:gd name="csY11" fmla="*/ 10510 h 11943"/>
                <a:gd name="csX12" fmla="*/ 2866 w 4299"/>
                <a:gd name="csY12" fmla="*/ 11466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11943">
                  <a:moveTo>
                    <a:pt x="2866" y="11466"/>
                  </a:moveTo>
                  <a:lnTo>
                    <a:pt x="0" y="11943"/>
                  </a:lnTo>
                  <a:lnTo>
                    <a:pt x="0" y="11943"/>
                  </a:lnTo>
                  <a:lnTo>
                    <a:pt x="2866" y="10510"/>
                  </a:lnTo>
                  <a:lnTo>
                    <a:pt x="3822" y="6210"/>
                  </a:lnTo>
                  <a:lnTo>
                    <a:pt x="3822" y="4300"/>
                  </a:lnTo>
                  <a:lnTo>
                    <a:pt x="3344" y="478"/>
                  </a:lnTo>
                  <a:lnTo>
                    <a:pt x="3344" y="0"/>
                  </a:lnTo>
                  <a:lnTo>
                    <a:pt x="4299" y="956"/>
                  </a:lnTo>
                  <a:lnTo>
                    <a:pt x="4299" y="4300"/>
                  </a:lnTo>
                  <a:lnTo>
                    <a:pt x="4299" y="7166"/>
                  </a:lnTo>
                  <a:lnTo>
                    <a:pt x="3344" y="10510"/>
                  </a:lnTo>
                  <a:lnTo>
                    <a:pt x="2866" y="114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8" name="Freeform 5607">
              <a:extLst>
                <a:ext uri="{FF2B5EF4-FFF2-40B4-BE49-F238E27FC236}">
                  <a16:creationId xmlns:a16="http://schemas.microsoft.com/office/drawing/2014/main" id="{24F8EA6F-5E96-1693-AEE3-48079C034664}"/>
                </a:ext>
              </a:extLst>
            </p:cNvPr>
            <p:cNvSpPr/>
            <p:nvPr/>
          </p:nvSpPr>
          <p:spPr>
            <a:xfrm>
              <a:off x="4377129" y="4054132"/>
              <a:ext cx="3821" cy="1433"/>
            </a:xfrm>
            <a:custGeom>
              <a:avLst/>
              <a:gdLst>
                <a:gd name="csX0" fmla="*/ 3822 w 3821"/>
                <a:gd name="csY0" fmla="*/ 0 h 1433"/>
                <a:gd name="csX1" fmla="*/ 0 w 3821"/>
                <a:gd name="csY1" fmla="*/ 1433 h 1433"/>
                <a:gd name="csX2" fmla="*/ 0 w 3821"/>
                <a:gd name="csY2" fmla="*/ 1433 h 1433"/>
                <a:gd name="csX3" fmla="*/ 1911 w 3821"/>
                <a:gd name="csY3" fmla="*/ 0 h 1433"/>
                <a:gd name="csX4" fmla="*/ 3822 w 3821"/>
                <a:gd name="csY4" fmla="*/ 0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21" h="1433">
                  <a:moveTo>
                    <a:pt x="3822" y="0"/>
                  </a:moveTo>
                  <a:lnTo>
                    <a:pt x="0" y="1433"/>
                  </a:lnTo>
                  <a:lnTo>
                    <a:pt x="0" y="1433"/>
                  </a:lnTo>
                  <a:lnTo>
                    <a:pt x="1911" y="0"/>
                  </a:lnTo>
                  <a:lnTo>
                    <a:pt x="3822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9" name="Freeform 5608">
              <a:extLst>
                <a:ext uri="{FF2B5EF4-FFF2-40B4-BE49-F238E27FC236}">
                  <a16:creationId xmlns:a16="http://schemas.microsoft.com/office/drawing/2014/main" id="{439258B0-A864-69FD-6A44-951273F624D2}"/>
                </a:ext>
              </a:extLst>
            </p:cNvPr>
            <p:cNvSpPr/>
            <p:nvPr/>
          </p:nvSpPr>
          <p:spPr>
            <a:xfrm>
              <a:off x="4366141" y="4059386"/>
              <a:ext cx="6210" cy="6688"/>
            </a:xfrm>
            <a:custGeom>
              <a:avLst/>
              <a:gdLst>
                <a:gd name="csX0" fmla="*/ 478 w 6210"/>
                <a:gd name="csY0" fmla="*/ 6688 h 6688"/>
                <a:gd name="csX1" fmla="*/ 0 w 6210"/>
                <a:gd name="csY1" fmla="*/ 6688 h 6688"/>
                <a:gd name="csX2" fmla="*/ 1911 w 6210"/>
                <a:gd name="csY2" fmla="*/ 4300 h 6688"/>
                <a:gd name="csX3" fmla="*/ 5255 w 6210"/>
                <a:gd name="csY3" fmla="*/ 478 h 6688"/>
                <a:gd name="csX4" fmla="*/ 6210 w 6210"/>
                <a:gd name="csY4" fmla="*/ 0 h 6688"/>
                <a:gd name="csX5" fmla="*/ 3344 w 6210"/>
                <a:gd name="csY5" fmla="*/ 2867 h 6688"/>
                <a:gd name="csX6" fmla="*/ 478 w 6210"/>
                <a:gd name="csY6" fmla="*/ 6688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6688">
                  <a:moveTo>
                    <a:pt x="478" y="6688"/>
                  </a:moveTo>
                  <a:lnTo>
                    <a:pt x="0" y="6688"/>
                  </a:lnTo>
                  <a:lnTo>
                    <a:pt x="1911" y="4300"/>
                  </a:lnTo>
                  <a:lnTo>
                    <a:pt x="5255" y="478"/>
                  </a:lnTo>
                  <a:lnTo>
                    <a:pt x="6210" y="0"/>
                  </a:lnTo>
                  <a:lnTo>
                    <a:pt x="3344" y="2867"/>
                  </a:lnTo>
                  <a:lnTo>
                    <a:pt x="478" y="66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0" name="Freeform 5609">
              <a:extLst>
                <a:ext uri="{FF2B5EF4-FFF2-40B4-BE49-F238E27FC236}">
                  <a16:creationId xmlns:a16="http://schemas.microsoft.com/office/drawing/2014/main" id="{745964C7-37BD-1E5B-FE5E-6005FF71D595}"/>
                </a:ext>
              </a:extLst>
            </p:cNvPr>
            <p:cNvSpPr/>
            <p:nvPr/>
          </p:nvSpPr>
          <p:spPr>
            <a:xfrm>
              <a:off x="4363274" y="4064642"/>
              <a:ext cx="2388" cy="955"/>
            </a:xfrm>
            <a:custGeom>
              <a:avLst/>
              <a:gdLst>
                <a:gd name="csX0" fmla="*/ 2389 w 2388"/>
                <a:gd name="csY0" fmla="*/ 956 h 955"/>
                <a:gd name="csX1" fmla="*/ 1911 w 2388"/>
                <a:gd name="csY1" fmla="*/ 956 h 955"/>
                <a:gd name="csX2" fmla="*/ 1433 w 2388"/>
                <a:gd name="csY2" fmla="*/ 956 h 955"/>
                <a:gd name="csX3" fmla="*/ 0 w 2388"/>
                <a:gd name="csY3" fmla="*/ 478 h 955"/>
                <a:gd name="csX4" fmla="*/ 0 w 2388"/>
                <a:gd name="csY4" fmla="*/ 0 h 955"/>
                <a:gd name="csX5" fmla="*/ 956 w 2388"/>
                <a:gd name="csY5" fmla="*/ 0 h 955"/>
                <a:gd name="csX6" fmla="*/ 2389 w 2388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955">
                  <a:moveTo>
                    <a:pt x="2389" y="956"/>
                  </a:moveTo>
                  <a:lnTo>
                    <a:pt x="1911" y="956"/>
                  </a:lnTo>
                  <a:lnTo>
                    <a:pt x="1433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956" y="0"/>
                  </a:lnTo>
                  <a:lnTo>
                    <a:pt x="2389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1" name="Freeform 5610">
              <a:extLst>
                <a:ext uri="{FF2B5EF4-FFF2-40B4-BE49-F238E27FC236}">
                  <a16:creationId xmlns:a16="http://schemas.microsoft.com/office/drawing/2014/main" id="{224CEE92-55D1-0C46-A3D8-9F3C164D6F8D}"/>
                </a:ext>
              </a:extLst>
            </p:cNvPr>
            <p:cNvSpPr/>
            <p:nvPr/>
          </p:nvSpPr>
          <p:spPr>
            <a:xfrm>
              <a:off x="3505750" y="4078496"/>
              <a:ext cx="7165" cy="2388"/>
            </a:xfrm>
            <a:custGeom>
              <a:avLst/>
              <a:gdLst>
                <a:gd name="csX0" fmla="*/ 478 w 7165"/>
                <a:gd name="csY0" fmla="*/ 0 h 2388"/>
                <a:gd name="csX1" fmla="*/ 4777 w 7165"/>
                <a:gd name="csY1" fmla="*/ 956 h 2388"/>
                <a:gd name="csX2" fmla="*/ 6688 w 7165"/>
                <a:gd name="csY2" fmla="*/ 478 h 2388"/>
                <a:gd name="csX3" fmla="*/ 7166 w 7165"/>
                <a:gd name="csY3" fmla="*/ 956 h 2388"/>
                <a:gd name="csX4" fmla="*/ 7166 w 7165"/>
                <a:gd name="csY4" fmla="*/ 1433 h 2388"/>
                <a:gd name="csX5" fmla="*/ 1911 w 7165"/>
                <a:gd name="csY5" fmla="*/ 2389 h 2388"/>
                <a:gd name="csX6" fmla="*/ 478 w 7165"/>
                <a:gd name="csY6" fmla="*/ 1911 h 2388"/>
                <a:gd name="csX7" fmla="*/ 478 w 7165"/>
                <a:gd name="csY7" fmla="*/ 956 h 2388"/>
                <a:gd name="csX8" fmla="*/ 0 w 7165"/>
                <a:gd name="csY8" fmla="*/ 0 h 2388"/>
                <a:gd name="csX9" fmla="*/ 478 w 7165"/>
                <a:gd name="csY9" fmla="*/ 0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165" h="2388">
                  <a:moveTo>
                    <a:pt x="478" y="0"/>
                  </a:moveTo>
                  <a:lnTo>
                    <a:pt x="4777" y="956"/>
                  </a:lnTo>
                  <a:lnTo>
                    <a:pt x="6688" y="478"/>
                  </a:lnTo>
                  <a:lnTo>
                    <a:pt x="7166" y="956"/>
                  </a:lnTo>
                  <a:lnTo>
                    <a:pt x="7166" y="1433"/>
                  </a:lnTo>
                  <a:lnTo>
                    <a:pt x="1911" y="2389"/>
                  </a:lnTo>
                  <a:lnTo>
                    <a:pt x="478" y="1911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2" name="Freeform 5611">
              <a:extLst>
                <a:ext uri="{FF2B5EF4-FFF2-40B4-BE49-F238E27FC236}">
                  <a16:creationId xmlns:a16="http://schemas.microsoft.com/office/drawing/2014/main" id="{201BCF94-9895-4216-D516-17571D3A2A3F}"/>
                </a:ext>
              </a:extLst>
            </p:cNvPr>
            <p:cNvSpPr/>
            <p:nvPr/>
          </p:nvSpPr>
          <p:spPr>
            <a:xfrm>
              <a:off x="3495240" y="4078496"/>
              <a:ext cx="2866" cy="955"/>
            </a:xfrm>
            <a:custGeom>
              <a:avLst/>
              <a:gdLst>
                <a:gd name="csX0" fmla="*/ 2866 w 2866"/>
                <a:gd name="csY0" fmla="*/ 956 h 955"/>
                <a:gd name="csX1" fmla="*/ 1433 w 2866"/>
                <a:gd name="csY1" fmla="*/ 956 h 955"/>
                <a:gd name="csX2" fmla="*/ 0 w 2866"/>
                <a:gd name="csY2" fmla="*/ 956 h 955"/>
                <a:gd name="csX3" fmla="*/ 478 w 2866"/>
                <a:gd name="csY3" fmla="*/ 478 h 955"/>
                <a:gd name="csX4" fmla="*/ 1433 w 2866"/>
                <a:gd name="csY4" fmla="*/ 0 h 955"/>
                <a:gd name="csX5" fmla="*/ 1911 w 2866"/>
                <a:gd name="csY5" fmla="*/ 478 h 955"/>
                <a:gd name="csX6" fmla="*/ 2866 w 2866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955">
                  <a:moveTo>
                    <a:pt x="2866" y="956"/>
                  </a:moveTo>
                  <a:lnTo>
                    <a:pt x="1433" y="95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1911" y="478"/>
                  </a:lnTo>
                  <a:lnTo>
                    <a:pt x="286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3" name="Freeform 5612">
              <a:extLst>
                <a:ext uri="{FF2B5EF4-FFF2-40B4-BE49-F238E27FC236}">
                  <a16:creationId xmlns:a16="http://schemas.microsoft.com/office/drawing/2014/main" id="{054CB257-1987-ACC8-06C7-6DE5FE391C5F}"/>
                </a:ext>
              </a:extLst>
            </p:cNvPr>
            <p:cNvSpPr/>
            <p:nvPr/>
          </p:nvSpPr>
          <p:spPr>
            <a:xfrm>
              <a:off x="3499062" y="4079451"/>
              <a:ext cx="5255" cy="2866"/>
            </a:xfrm>
            <a:custGeom>
              <a:avLst/>
              <a:gdLst>
                <a:gd name="csX0" fmla="*/ 3822 w 5255"/>
                <a:gd name="csY0" fmla="*/ 2389 h 2866"/>
                <a:gd name="csX1" fmla="*/ 2866 w 5255"/>
                <a:gd name="csY1" fmla="*/ 2867 h 2866"/>
                <a:gd name="csX2" fmla="*/ 1433 w 5255"/>
                <a:gd name="csY2" fmla="*/ 2389 h 2866"/>
                <a:gd name="csX3" fmla="*/ 0 w 5255"/>
                <a:gd name="csY3" fmla="*/ 478 h 2866"/>
                <a:gd name="csX4" fmla="*/ 3344 w 5255"/>
                <a:gd name="csY4" fmla="*/ 0 h 2866"/>
                <a:gd name="csX5" fmla="*/ 5255 w 5255"/>
                <a:gd name="csY5" fmla="*/ 956 h 2866"/>
                <a:gd name="csX6" fmla="*/ 5255 w 5255"/>
                <a:gd name="csY6" fmla="*/ 1433 h 2866"/>
                <a:gd name="csX7" fmla="*/ 3822 w 5255"/>
                <a:gd name="csY7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5" h="2866">
                  <a:moveTo>
                    <a:pt x="3822" y="2389"/>
                  </a:moveTo>
                  <a:lnTo>
                    <a:pt x="2866" y="2867"/>
                  </a:lnTo>
                  <a:lnTo>
                    <a:pt x="1433" y="2389"/>
                  </a:lnTo>
                  <a:lnTo>
                    <a:pt x="0" y="478"/>
                  </a:lnTo>
                  <a:lnTo>
                    <a:pt x="3344" y="0"/>
                  </a:lnTo>
                  <a:lnTo>
                    <a:pt x="5255" y="956"/>
                  </a:lnTo>
                  <a:lnTo>
                    <a:pt x="5255" y="1433"/>
                  </a:lnTo>
                  <a:lnTo>
                    <a:pt x="3822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4" name="Freeform 5613">
              <a:extLst>
                <a:ext uri="{FF2B5EF4-FFF2-40B4-BE49-F238E27FC236}">
                  <a16:creationId xmlns:a16="http://schemas.microsoft.com/office/drawing/2014/main" id="{2B96EAC0-512F-3779-430D-AFF51DC0FBBD}"/>
                </a:ext>
              </a:extLst>
            </p:cNvPr>
            <p:cNvSpPr/>
            <p:nvPr/>
          </p:nvSpPr>
          <p:spPr>
            <a:xfrm>
              <a:off x="3532503" y="4091394"/>
              <a:ext cx="5255" cy="3821"/>
            </a:xfrm>
            <a:custGeom>
              <a:avLst/>
              <a:gdLst>
                <a:gd name="csX0" fmla="*/ 4300 w 5255"/>
                <a:gd name="csY0" fmla="*/ 1911 h 3821"/>
                <a:gd name="csX1" fmla="*/ 5255 w 5255"/>
                <a:gd name="csY1" fmla="*/ 3822 h 3821"/>
                <a:gd name="csX2" fmla="*/ 3822 w 5255"/>
                <a:gd name="csY2" fmla="*/ 3344 h 3821"/>
                <a:gd name="csX3" fmla="*/ 2389 w 5255"/>
                <a:gd name="csY3" fmla="*/ 3344 h 3821"/>
                <a:gd name="csX4" fmla="*/ 1911 w 5255"/>
                <a:gd name="csY4" fmla="*/ 2867 h 3821"/>
                <a:gd name="csX5" fmla="*/ 1433 w 5255"/>
                <a:gd name="csY5" fmla="*/ 1433 h 3821"/>
                <a:gd name="csX6" fmla="*/ 956 w 5255"/>
                <a:gd name="csY6" fmla="*/ 956 h 3821"/>
                <a:gd name="csX7" fmla="*/ 0 w 5255"/>
                <a:gd name="csY7" fmla="*/ 956 h 3821"/>
                <a:gd name="csX8" fmla="*/ 0 w 5255"/>
                <a:gd name="csY8" fmla="*/ 956 h 3821"/>
                <a:gd name="csX9" fmla="*/ 0 w 5255"/>
                <a:gd name="csY9" fmla="*/ 478 h 3821"/>
                <a:gd name="csX10" fmla="*/ 0 w 5255"/>
                <a:gd name="csY10" fmla="*/ 0 h 3821"/>
                <a:gd name="csX11" fmla="*/ 3344 w 5255"/>
                <a:gd name="csY11" fmla="*/ 1433 h 3821"/>
                <a:gd name="csX12" fmla="*/ 4300 w 5255"/>
                <a:gd name="csY12" fmla="*/ 1911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255" h="3821">
                  <a:moveTo>
                    <a:pt x="4300" y="1911"/>
                  </a:moveTo>
                  <a:lnTo>
                    <a:pt x="5255" y="3822"/>
                  </a:lnTo>
                  <a:lnTo>
                    <a:pt x="3822" y="3344"/>
                  </a:lnTo>
                  <a:lnTo>
                    <a:pt x="2389" y="3344"/>
                  </a:lnTo>
                  <a:lnTo>
                    <a:pt x="1911" y="2867"/>
                  </a:lnTo>
                  <a:lnTo>
                    <a:pt x="1433" y="1433"/>
                  </a:lnTo>
                  <a:lnTo>
                    <a:pt x="956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3344" y="1433"/>
                  </a:lnTo>
                  <a:lnTo>
                    <a:pt x="430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5" name="Freeform 5614">
              <a:extLst>
                <a:ext uri="{FF2B5EF4-FFF2-40B4-BE49-F238E27FC236}">
                  <a16:creationId xmlns:a16="http://schemas.microsoft.com/office/drawing/2014/main" id="{38737C05-B4B8-947B-BF2E-6FBC5CE0316A}"/>
                </a:ext>
              </a:extLst>
            </p:cNvPr>
            <p:cNvSpPr/>
            <p:nvPr/>
          </p:nvSpPr>
          <p:spPr>
            <a:xfrm>
              <a:off x="3512438" y="4095694"/>
              <a:ext cx="2866" cy="1433"/>
            </a:xfrm>
            <a:custGeom>
              <a:avLst/>
              <a:gdLst>
                <a:gd name="csX0" fmla="*/ 2866 w 2866"/>
                <a:gd name="csY0" fmla="*/ 1433 h 1433"/>
                <a:gd name="csX1" fmla="*/ 1911 w 2866"/>
                <a:gd name="csY1" fmla="*/ 1433 h 1433"/>
                <a:gd name="csX2" fmla="*/ 478 w 2866"/>
                <a:gd name="csY2" fmla="*/ 1433 h 1433"/>
                <a:gd name="csX3" fmla="*/ 0 w 2866"/>
                <a:gd name="csY3" fmla="*/ 0 h 1433"/>
                <a:gd name="csX4" fmla="*/ 955 w 2866"/>
                <a:gd name="csY4" fmla="*/ 0 h 1433"/>
                <a:gd name="csX5" fmla="*/ 1911 w 2866"/>
                <a:gd name="csY5" fmla="*/ 0 h 1433"/>
                <a:gd name="csX6" fmla="*/ 2389 w 2866"/>
                <a:gd name="csY6" fmla="*/ 956 h 1433"/>
                <a:gd name="csX7" fmla="*/ 2866 w 2866"/>
                <a:gd name="csY7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1433">
                  <a:moveTo>
                    <a:pt x="2866" y="1433"/>
                  </a:moveTo>
                  <a:lnTo>
                    <a:pt x="1911" y="1433"/>
                  </a:lnTo>
                  <a:lnTo>
                    <a:pt x="478" y="1433"/>
                  </a:lnTo>
                  <a:lnTo>
                    <a:pt x="0" y="0"/>
                  </a:lnTo>
                  <a:lnTo>
                    <a:pt x="955" y="0"/>
                  </a:lnTo>
                  <a:lnTo>
                    <a:pt x="1911" y="0"/>
                  </a:lnTo>
                  <a:lnTo>
                    <a:pt x="2389" y="956"/>
                  </a:lnTo>
                  <a:lnTo>
                    <a:pt x="2866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6" name="Freeform 5615">
              <a:extLst>
                <a:ext uri="{FF2B5EF4-FFF2-40B4-BE49-F238E27FC236}">
                  <a16:creationId xmlns:a16="http://schemas.microsoft.com/office/drawing/2014/main" id="{38F32F53-E48F-EDF5-576D-AA52E53CBA80}"/>
                </a:ext>
              </a:extLst>
            </p:cNvPr>
            <p:cNvSpPr/>
            <p:nvPr/>
          </p:nvSpPr>
          <p:spPr>
            <a:xfrm>
              <a:off x="3532025" y="4100949"/>
              <a:ext cx="4777" cy="4777"/>
            </a:xfrm>
            <a:custGeom>
              <a:avLst/>
              <a:gdLst>
                <a:gd name="csX0" fmla="*/ 4777 w 4777"/>
                <a:gd name="csY0" fmla="*/ 4777 h 4777"/>
                <a:gd name="csX1" fmla="*/ 3344 w 4777"/>
                <a:gd name="csY1" fmla="*/ 4777 h 4777"/>
                <a:gd name="csX2" fmla="*/ 2389 w 4777"/>
                <a:gd name="csY2" fmla="*/ 4300 h 4777"/>
                <a:gd name="csX3" fmla="*/ 956 w 4777"/>
                <a:gd name="csY3" fmla="*/ 2389 h 4777"/>
                <a:gd name="csX4" fmla="*/ 0 w 4777"/>
                <a:gd name="csY4" fmla="*/ 478 h 4777"/>
                <a:gd name="csX5" fmla="*/ 478 w 4777"/>
                <a:gd name="csY5" fmla="*/ 0 h 4777"/>
                <a:gd name="csX6" fmla="*/ 1433 w 4777"/>
                <a:gd name="csY6" fmla="*/ 1911 h 4777"/>
                <a:gd name="csX7" fmla="*/ 3822 w 4777"/>
                <a:gd name="csY7" fmla="*/ 4300 h 4777"/>
                <a:gd name="csX8" fmla="*/ 4777 w 4777"/>
                <a:gd name="csY8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4777">
                  <a:moveTo>
                    <a:pt x="4777" y="4777"/>
                  </a:moveTo>
                  <a:lnTo>
                    <a:pt x="3344" y="4777"/>
                  </a:lnTo>
                  <a:lnTo>
                    <a:pt x="2389" y="4300"/>
                  </a:lnTo>
                  <a:lnTo>
                    <a:pt x="956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1911"/>
                  </a:lnTo>
                  <a:lnTo>
                    <a:pt x="3822" y="4300"/>
                  </a:lnTo>
                  <a:lnTo>
                    <a:pt x="4777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7" name="Freeform 5616">
              <a:extLst>
                <a:ext uri="{FF2B5EF4-FFF2-40B4-BE49-F238E27FC236}">
                  <a16:creationId xmlns:a16="http://schemas.microsoft.com/office/drawing/2014/main" id="{37A19348-37D7-1E7E-A57B-0F679CB5561D}"/>
                </a:ext>
              </a:extLst>
            </p:cNvPr>
            <p:cNvSpPr/>
            <p:nvPr/>
          </p:nvSpPr>
          <p:spPr>
            <a:xfrm>
              <a:off x="4267728" y="4144900"/>
              <a:ext cx="1433" cy="5254"/>
            </a:xfrm>
            <a:custGeom>
              <a:avLst/>
              <a:gdLst>
                <a:gd name="csX0" fmla="*/ 1433 w 1433"/>
                <a:gd name="csY0" fmla="*/ 0 h 5254"/>
                <a:gd name="csX1" fmla="*/ 478 w 1433"/>
                <a:gd name="csY1" fmla="*/ 5255 h 5254"/>
                <a:gd name="csX2" fmla="*/ 0 w 1433"/>
                <a:gd name="csY2" fmla="*/ 3344 h 5254"/>
                <a:gd name="csX3" fmla="*/ 0 w 1433"/>
                <a:gd name="csY3" fmla="*/ 1911 h 5254"/>
                <a:gd name="csX4" fmla="*/ 956 w 1433"/>
                <a:gd name="csY4" fmla="*/ 478 h 5254"/>
                <a:gd name="csX5" fmla="*/ 1433 w 1433"/>
                <a:gd name="csY5" fmla="*/ 0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5254">
                  <a:moveTo>
                    <a:pt x="1433" y="0"/>
                  </a:moveTo>
                  <a:lnTo>
                    <a:pt x="478" y="5255"/>
                  </a:lnTo>
                  <a:lnTo>
                    <a:pt x="0" y="3344"/>
                  </a:lnTo>
                  <a:lnTo>
                    <a:pt x="0" y="1911"/>
                  </a:lnTo>
                  <a:lnTo>
                    <a:pt x="956" y="478"/>
                  </a:lnTo>
                  <a:lnTo>
                    <a:pt x="14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8" name="Freeform 5617">
              <a:extLst>
                <a:ext uri="{FF2B5EF4-FFF2-40B4-BE49-F238E27FC236}">
                  <a16:creationId xmlns:a16="http://schemas.microsoft.com/office/drawing/2014/main" id="{22354C2B-FD14-043B-B6E2-5E906A73C8F4}"/>
                </a:ext>
              </a:extLst>
            </p:cNvPr>
            <p:cNvSpPr/>
            <p:nvPr/>
          </p:nvSpPr>
          <p:spPr>
            <a:xfrm>
              <a:off x="4132531" y="4159710"/>
              <a:ext cx="4777" cy="955"/>
            </a:xfrm>
            <a:custGeom>
              <a:avLst/>
              <a:gdLst>
                <a:gd name="csX0" fmla="*/ 4777 w 4777"/>
                <a:gd name="csY0" fmla="*/ 478 h 955"/>
                <a:gd name="csX1" fmla="*/ 2866 w 4777"/>
                <a:gd name="csY1" fmla="*/ 956 h 955"/>
                <a:gd name="csX2" fmla="*/ 478 w 4777"/>
                <a:gd name="csY2" fmla="*/ 956 h 955"/>
                <a:gd name="csX3" fmla="*/ 0 w 4777"/>
                <a:gd name="csY3" fmla="*/ 956 h 955"/>
                <a:gd name="csX4" fmla="*/ 956 w 4777"/>
                <a:gd name="csY4" fmla="*/ 478 h 955"/>
                <a:gd name="csX5" fmla="*/ 3822 w 4777"/>
                <a:gd name="csY5" fmla="*/ 0 h 955"/>
                <a:gd name="csX6" fmla="*/ 4777 w 4777"/>
                <a:gd name="csY6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77" h="955">
                  <a:moveTo>
                    <a:pt x="4777" y="478"/>
                  </a:moveTo>
                  <a:lnTo>
                    <a:pt x="2866" y="956"/>
                  </a:lnTo>
                  <a:lnTo>
                    <a:pt x="478" y="956"/>
                  </a:lnTo>
                  <a:lnTo>
                    <a:pt x="0" y="956"/>
                  </a:lnTo>
                  <a:lnTo>
                    <a:pt x="956" y="478"/>
                  </a:lnTo>
                  <a:lnTo>
                    <a:pt x="3822" y="0"/>
                  </a:lnTo>
                  <a:lnTo>
                    <a:pt x="477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9" name="Freeform 5618">
              <a:extLst>
                <a:ext uri="{FF2B5EF4-FFF2-40B4-BE49-F238E27FC236}">
                  <a16:creationId xmlns:a16="http://schemas.microsoft.com/office/drawing/2014/main" id="{F36C1C72-F45C-290C-8377-E0F7B6E9DCCD}"/>
                </a:ext>
              </a:extLst>
            </p:cNvPr>
            <p:cNvSpPr/>
            <p:nvPr/>
          </p:nvSpPr>
          <p:spPr>
            <a:xfrm>
              <a:off x="4124410" y="4160188"/>
              <a:ext cx="3344" cy="955"/>
            </a:xfrm>
            <a:custGeom>
              <a:avLst/>
              <a:gdLst>
                <a:gd name="csX0" fmla="*/ 3344 w 3344"/>
                <a:gd name="csY0" fmla="*/ 956 h 955"/>
                <a:gd name="csX1" fmla="*/ 2867 w 3344"/>
                <a:gd name="csY1" fmla="*/ 956 h 955"/>
                <a:gd name="csX2" fmla="*/ 956 w 3344"/>
                <a:gd name="csY2" fmla="*/ 478 h 955"/>
                <a:gd name="csX3" fmla="*/ 0 w 3344"/>
                <a:gd name="csY3" fmla="*/ 0 h 955"/>
                <a:gd name="csX4" fmla="*/ 0 w 3344"/>
                <a:gd name="csY4" fmla="*/ 0 h 955"/>
                <a:gd name="csX5" fmla="*/ 2867 w 3344"/>
                <a:gd name="csY5" fmla="*/ 478 h 955"/>
                <a:gd name="csX6" fmla="*/ 3344 w 3344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4" h="955">
                  <a:moveTo>
                    <a:pt x="3344" y="956"/>
                  </a:moveTo>
                  <a:lnTo>
                    <a:pt x="2867" y="956"/>
                  </a:lnTo>
                  <a:lnTo>
                    <a:pt x="956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867" y="478"/>
                  </a:lnTo>
                  <a:lnTo>
                    <a:pt x="3344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0" name="Freeform 5619">
              <a:extLst>
                <a:ext uri="{FF2B5EF4-FFF2-40B4-BE49-F238E27FC236}">
                  <a16:creationId xmlns:a16="http://schemas.microsoft.com/office/drawing/2014/main" id="{DBDD4BD3-D1A4-F520-2E8C-ABCA476B37AC}"/>
                </a:ext>
              </a:extLst>
            </p:cNvPr>
            <p:cNvSpPr/>
            <p:nvPr/>
          </p:nvSpPr>
          <p:spPr>
            <a:xfrm>
              <a:off x="4111989" y="4162098"/>
              <a:ext cx="3344" cy="2388"/>
            </a:xfrm>
            <a:custGeom>
              <a:avLst/>
              <a:gdLst>
                <a:gd name="csX0" fmla="*/ 2389 w 3344"/>
                <a:gd name="csY0" fmla="*/ 1433 h 2388"/>
                <a:gd name="csX1" fmla="*/ 2389 w 3344"/>
                <a:gd name="csY1" fmla="*/ 2389 h 2388"/>
                <a:gd name="csX2" fmla="*/ 1433 w 3344"/>
                <a:gd name="csY2" fmla="*/ 2389 h 2388"/>
                <a:gd name="csX3" fmla="*/ 0 w 3344"/>
                <a:gd name="csY3" fmla="*/ 1911 h 2388"/>
                <a:gd name="csX4" fmla="*/ 478 w 3344"/>
                <a:gd name="csY4" fmla="*/ 1911 h 2388"/>
                <a:gd name="csX5" fmla="*/ 956 w 3344"/>
                <a:gd name="csY5" fmla="*/ 1433 h 2388"/>
                <a:gd name="csX6" fmla="*/ 1433 w 3344"/>
                <a:gd name="csY6" fmla="*/ 956 h 2388"/>
                <a:gd name="csX7" fmla="*/ 3344 w 3344"/>
                <a:gd name="csY7" fmla="*/ 0 h 2388"/>
                <a:gd name="csX8" fmla="*/ 2389 w 3344"/>
                <a:gd name="csY8" fmla="*/ 956 h 2388"/>
                <a:gd name="csX9" fmla="*/ 2389 w 3344"/>
                <a:gd name="csY9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344" h="2388">
                  <a:moveTo>
                    <a:pt x="2389" y="1433"/>
                  </a:moveTo>
                  <a:lnTo>
                    <a:pt x="2389" y="2389"/>
                  </a:lnTo>
                  <a:lnTo>
                    <a:pt x="1433" y="2389"/>
                  </a:lnTo>
                  <a:lnTo>
                    <a:pt x="0" y="1911"/>
                  </a:lnTo>
                  <a:lnTo>
                    <a:pt x="478" y="1911"/>
                  </a:lnTo>
                  <a:lnTo>
                    <a:pt x="956" y="1433"/>
                  </a:lnTo>
                  <a:lnTo>
                    <a:pt x="1433" y="956"/>
                  </a:lnTo>
                  <a:lnTo>
                    <a:pt x="3344" y="0"/>
                  </a:lnTo>
                  <a:lnTo>
                    <a:pt x="2389" y="956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1" name="Freeform 5620">
              <a:extLst>
                <a:ext uri="{FF2B5EF4-FFF2-40B4-BE49-F238E27FC236}">
                  <a16:creationId xmlns:a16="http://schemas.microsoft.com/office/drawing/2014/main" id="{5FCD40CA-AA22-A0D0-FA0D-5B269395D766}"/>
                </a:ext>
              </a:extLst>
            </p:cNvPr>
            <p:cNvSpPr/>
            <p:nvPr/>
          </p:nvSpPr>
          <p:spPr>
            <a:xfrm>
              <a:off x="4121543" y="4164487"/>
              <a:ext cx="955" cy="5732"/>
            </a:xfrm>
            <a:custGeom>
              <a:avLst/>
              <a:gdLst>
                <a:gd name="csX0" fmla="*/ 478 w 955"/>
                <a:gd name="csY0" fmla="*/ 5255 h 5732"/>
                <a:gd name="csX1" fmla="*/ 0 w 955"/>
                <a:gd name="csY1" fmla="*/ 5733 h 5732"/>
                <a:gd name="csX2" fmla="*/ 478 w 955"/>
                <a:gd name="csY2" fmla="*/ 2389 h 5732"/>
                <a:gd name="csX3" fmla="*/ 0 w 955"/>
                <a:gd name="csY3" fmla="*/ 0 h 5732"/>
                <a:gd name="csX4" fmla="*/ 478 w 955"/>
                <a:gd name="csY4" fmla="*/ 956 h 5732"/>
                <a:gd name="csX5" fmla="*/ 956 w 955"/>
                <a:gd name="csY5" fmla="*/ 2389 h 5732"/>
                <a:gd name="csX6" fmla="*/ 478 w 955"/>
                <a:gd name="csY6" fmla="*/ 5255 h 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5732">
                  <a:moveTo>
                    <a:pt x="478" y="5255"/>
                  </a:moveTo>
                  <a:lnTo>
                    <a:pt x="0" y="5733"/>
                  </a:lnTo>
                  <a:lnTo>
                    <a:pt x="478" y="2389"/>
                  </a:lnTo>
                  <a:lnTo>
                    <a:pt x="0" y="0"/>
                  </a:lnTo>
                  <a:lnTo>
                    <a:pt x="478" y="956"/>
                  </a:lnTo>
                  <a:lnTo>
                    <a:pt x="956" y="2389"/>
                  </a:lnTo>
                  <a:lnTo>
                    <a:pt x="478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2" name="Freeform 5621">
              <a:extLst>
                <a:ext uri="{FF2B5EF4-FFF2-40B4-BE49-F238E27FC236}">
                  <a16:creationId xmlns:a16="http://schemas.microsoft.com/office/drawing/2014/main" id="{9B0F739F-C384-CA41-03EC-2B6380DB9E8E}"/>
                </a:ext>
              </a:extLst>
            </p:cNvPr>
            <p:cNvSpPr/>
            <p:nvPr/>
          </p:nvSpPr>
          <p:spPr>
            <a:xfrm>
              <a:off x="4120110" y="4170698"/>
              <a:ext cx="1433" cy="1910"/>
            </a:xfrm>
            <a:custGeom>
              <a:avLst/>
              <a:gdLst>
                <a:gd name="csX0" fmla="*/ 955 w 1433"/>
                <a:gd name="csY0" fmla="*/ 955 h 1910"/>
                <a:gd name="csX1" fmla="*/ 0 w 1433"/>
                <a:gd name="csY1" fmla="*/ 1911 h 1910"/>
                <a:gd name="csX2" fmla="*/ 0 w 1433"/>
                <a:gd name="csY2" fmla="*/ 1433 h 1910"/>
                <a:gd name="csX3" fmla="*/ 478 w 1433"/>
                <a:gd name="csY3" fmla="*/ 478 h 1910"/>
                <a:gd name="csX4" fmla="*/ 1433 w 1433"/>
                <a:gd name="csY4" fmla="*/ 0 h 1910"/>
                <a:gd name="csX5" fmla="*/ 955 w 1433"/>
                <a:gd name="csY5" fmla="*/ 955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1910">
                  <a:moveTo>
                    <a:pt x="955" y="955"/>
                  </a:moveTo>
                  <a:lnTo>
                    <a:pt x="0" y="1911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955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3" name="Freeform 5622">
              <a:extLst>
                <a:ext uri="{FF2B5EF4-FFF2-40B4-BE49-F238E27FC236}">
                  <a16:creationId xmlns:a16="http://schemas.microsoft.com/office/drawing/2014/main" id="{8B31CF06-F97F-FB76-7D68-AF56075DC867}"/>
                </a:ext>
              </a:extLst>
            </p:cNvPr>
            <p:cNvSpPr/>
            <p:nvPr/>
          </p:nvSpPr>
          <p:spPr>
            <a:xfrm>
              <a:off x="4195591" y="4171175"/>
              <a:ext cx="7643" cy="2388"/>
            </a:xfrm>
            <a:custGeom>
              <a:avLst/>
              <a:gdLst>
                <a:gd name="csX0" fmla="*/ 4299 w 7643"/>
                <a:gd name="csY0" fmla="*/ 1911 h 2388"/>
                <a:gd name="csX1" fmla="*/ 2389 w 7643"/>
                <a:gd name="csY1" fmla="*/ 2389 h 2388"/>
                <a:gd name="csX2" fmla="*/ 0 w 7643"/>
                <a:gd name="csY2" fmla="*/ 1911 h 2388"/>
                <a:gd name="csX3" fmla="*/ 1433 w 7643"/>
                <a:gd name="csY3" fmla="*/ 1911 h 2388"/>
                <a:gd name="csX4" fmla="*/ 2389 w 7643"/>
                <a:gd name="csY4" fmla="*/ 1911 h 2388"/>
                <a:gd name="csX5" fmla="*/ 4777 w 7643"/>
                <a:gd name="csY5" fmla="*/ 956 h 2388"/>
                <a:gd name="csX6" fmla="*/ 6210 w 7643"/>
                <a:gd name="csY6" fmla="*/ 0 h 2388"/>
                <a:gd name="csX7" fmla="*/ 7644 w 7643"/>
                <a:gd name="csY7" fmla="*/ 0 h 2388"/>
                <a:gd name="csX8" fmla="*/ 4299 w 7643"/>
                <a:gd name="csY8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43" h="2388">
                  <a:moveTo>
                    <a:pt x="4299" y="1911"/>
                  </a:moveTo>
                  <a:lnTo>
                    <a:pt x="2389" y="2389"/>
                  </a:lnTo>
                  <a:lnTo>
                    <a:pt x="0" y="1911"/>
                  </a:lnTo>
                  <a:lnTo>
                    <a:pt x="1433" y="1911"/>
                  </a:lnTo>
                  <a:lnTo>
                    <a:pt x="2389" y="1911"/>
                  </a:lnTo>
                  <a:lnTo>
                    <a:pt x="4777" y="956"/>
                  </a:lnTo>
                  <a:lnTo>
                    <a:pt x="6210" y="0"/>
                  </a:lnTo>
                  <a:lnTo>
                    <a:pt x="7644" y="0"/>
                  </a:lnTo>
                  <a:lnTo>
                    <a:pt x="429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4" name="Freeform 5623">
              <a:extLst>
                <a:ext uri="{FF2B5EF4-FFF2-40B4-BE49-F238E27FC236}">
                  <a16:creationId xmlns:a16="http://schemas.microsoft.com/office/drawing/2014/main" id="{B7E782F7-FE74-9687-C518-95F83F05A8DD}"/>
                </a:ext>
              </a:extLst>
            </p:cNvPr>
            <p:cNvSpPr/>
            <p:nvPr/>
          </p:nvSpPr>
          <p:spPr>
            <a:xfrm>
              <a:off x="4058961" y="4173086"/>
              <a:ext cx="5255" cy="3343"/>
            </a:xfrm>
            <a:custGeom>
              <a:avLst/>
              <a:gdLst>
                <a:gd name="csX0" fmla="*/ 4300 w 5255"/>
                <a:gd name="csY0" fmla="*/ 2866 h 3343"/>
                <a:gd name="csX1" fmla="*/ 3822 w 5255"/>
                <a:gd name="csY1" fmla="*/ 3344 h 3343"/>
                <a:gd name="csX2" fmla="*/ 478 w 5255"/>
                <a:gd name="csY2" fmla="*/ 1433 h 3343"/>
                <a:gd name="csX3" fmla="*/ 0 w 5255"/>
                <a:gd name="csY3" fmla="*/ 478 h 3343"/>
                <a:gd name="csX4" fmla="*/ 1911 w 5255"/>
                <a:gd name="csY4" fmla="*/ 0 h 3343"/>
                <a:gd name="csX5" fmla="*/ 2867 w 5255"/>
                <a:gd name="csY5" fmla="*/ 0 h 3343"/>
                <a:gd name="csX6" fmla="*/ 4300 w 5255"/>
                <a:gd name="csY6" fmla="*/ 955 h 3343"/>
                <a:gd name="csX7" fmla="*/ 4777 w 5255"/>
                <a:gd name="csY7" fmla="*/ 955 h 3343"/>
                <a:gd name="csX8" fmla="*/ 5255 w 5255"/>
                <a:gd name="csY8" fmla="*/ 1433 h 3343"/>
                <a:gd name="csX9" fmla="*/ 5255 w 5255"/>
                <a:gd name="csY9" fmla="*/ 1911 h 3343"/>
                <a:gd name="csX10" fmla="*/ 4300 w 5255"/>
                <a:gd name="csY10" fmla="*/ 2866 h 3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55" h="3343">
                  <a:moveTo>
                    <a:pt x="4300" y="2866"/>
                  </a:moveTo>
                  <a:lnTo>
                    <a:pt x="3822" y="3344"/>
                  </a:lnTo>
                  <a:lnTo>
                    <a:pt x="478" y="1433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2867" y="0"/>
                  </a:lnTo>
                  <a:lnTo>
                    <a:pt x="4300" y="955"/>
                  </a:lnTo>
                  <a:lnTo>
                    <a:pt x="4777" y="955"/>
                  </a:lnTo>
                  <a:lnTo>
                    <a:pt x="5255" y="1433"/>
                  </a:lnTo>
                  <a:lnTo>
                    <a:pt x="5255" y="1911"/>
                  </a:lnTo>
                  <a:lnTo>
                    <a:pt x="4300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5" name="Freeform 5624">
              <a:extLst>
                <a:ext uri="{FF2B5EF4-FFF2-40B4-BE49-F238E27FC236}">
                  <a16:creationId xmlns:a16="http://schemas.microsoft.com/office/drawing/2014/main" id="{E76C0240-A62F-8D63-548F-C1EB24CF38C8}"/>
                </a:ext>
              </a:extLst>
            </p:cNvPr>
            <p:cNvSpPr/>
            <p:nvPr/>
          </p:nvSpPr>
          <p:spPr>
            <a:xfrm>
              <a:off x="3997811" y="4179297"/>
              <a:ext cx="6688" cy="4299"/>
            </a:xfrm>
            <a:custGeom>
              <a:avLst/>
              <a:gdLst>
                <a:gd name="csX0" fmla="*/ 956 w 6688"/>
                <a:gd name="csY0" fmla="*/ 3822 h 4299"/>
                <a:gd name="csX1" fmla="*/ 0 w 6688"/>
                <a:gd name="csY1" fmla="*/ 4299 h 4299"/>
                <a:gd name="csX2" fmla="*/ 4777 w 6688"/>
                <a:gd name="csY2" fmla="*/ 956 h 4299"/>
                <a:gd name="csX3" fmla="*/ 5255 w 6688"/>
                <a:gd name="csY3" fmla="*/ 0 h 4299"/>
                <a:gd name="csX4" fmla="*/ 6688 w 6688"/>
                <a:gd name="csY4" fmla="*/ 0 h 4299"/>
                <a:gd name="csX5" fmla="*/ 4777 w 6688"/>
                <a:gd name="csY5" fmla="*/ 1911 h 4299"/>
                <a:gd name="csX6" fmla="*/ 956 w 6688"/>
                <a:gd name="csY6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8" h="4299">
                  <a:moveTo>
                    <a:pt x="956" y="3822"/>
                  </a:moveTo>
                  <a:lnTo>
                    <a:pt x="0" y="4299"/>
                  </a:lnTo>
                  <a:lnTo>
                    <a:pt x="4777" y="956"/>
                  </a:lnTo>
                  <a:lnTo>
                    <a:pt x="5255" y="0"/>
                  </a:lnTo>
                  <a:lnTo>
                    <a:pt x="6688" y="0"/>
                  </a:lnTo>
                  <a:lnTo>
                    <a:pt x="4777" y="1911"/>
                  </a:lnTo>
                  <a:lnTo>
                    <a:pt x="956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6" name="Freeform 5625">
              <a:extLst>
                <a:ext uri="{FF2B5EF4-FFF2-40B4-BE49-F238E27FC236}">
                  <a16:creationId xmlns:a16="http://schemas.microsoft.com/office/drawing/2014/main" id="{31987DAB-6759-DB9B-D561-4BFB78DD6382}"/>
                </a:ext>
              </a:extLst>
            </p:cNvPr>
            <p:cNvSpPr/>
            <p:nvPr/>
          </p:nvSpPr>
          <p:spPr>
            <a:xfrm>
              <a:off x="3963893" y="4198883"/>
              <a:ext cx="8121" cy="4777"/>
            </a:xfrm>
            <a:custGeom>
              <a:avLst/>
              <a:gdLst>
                <a:gd name="csX0" fmla="*/ 956 w 8121"/>
                <a:gd name="csY0" fmla="*/ 4777 h 4777"/>
                <a:gd name="csX1" fmla="*/ 0 w 8121"/>
                <a:gd name="csY1" fmla="*/ 4777 h 4777"/>
                <a:gd name="csX2" fmla="*/ 956 w 8121"/>
                <a:gd name="csY2" fmla="*/ 3822 h 4777"/>
                <a:gd name="csX3" fmla="*/ 2389 w 8121"/>
                <a:gd name="csY3" fmla="*/ 3344 h 4777"/>
                <a:gd name="csX4" fmla="*/ 5733 w 8121"/>
                <a:gd name="csY4" fmla="*/ 956 h 4777"/>
                <a:gd name="csX5" fmla="*/ 7166 w 8121"/>
                <a:gd name="csY5" fmla="*/ 956 h 4777"/>
                <a:gd name="csX6" fmla="*/ 7644 w 8121"/>
                <a:gd name="csY6" fmla="*/ 478 h 4777"/>
                <a:gd name="csX7" fmla="*/ 8121 w 8121"/>
                <a:gd name="csY7" fmla="*/ 0 h 4777"/>
                <a:gd name="csX8" fmla="*/ 7644 w 8121"/>
                <a:gd name="csY8" fmla="*/ 956 h 4777"/>
                <a:gd name="csX9" fmla="*/ 5255 w 8121"/>
                <a:gd name="csY9" fmla="*/ 2389 h 4777"/>
                <a:gd name="csX10" fmla="*/ 956 w 8121"/>
                <a:gd name="csY10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8121" h="4777">
                  <a:moveTo>
                    <a:pt x="956" y="4777"/>
                  </a:moveTo>
                  <a:lnTo>
                    <a:pt x="0" y="4777"/>
                  </a:lnTo>
                  <a:lnTo>
                    <a:pt x="956" y="3822"/>
                  </a:lnTo>
                  <a:lnTo>
                    <a:pt x="2389" y="3344"/>
                  </a:lnTo>
                  <a:lnTo>
                    <a:pt x="5733" y="956"/>
                  </a:lnTo>
                  <a:lnTo>
                    <a:pt x="7166" y="956"/>
                  </a:lnTo>
                  <a:lnTo>
                    <a:pt x="7644" y="478"/>
                  </a:lnTo>
                  <a:lnTo>
                    <a:pt x="8121" y="0"/>
                  </a:lnTo>
                  <a:lnTo>
                    <a:pt x="7644" y="956"/>
                  </a:lnTo>
                  <a:lnTo>
                    <a:pt x="5255" y="2389"/>
                  </a:lnTo>
                  <a:lnTo>
                    <a:pt x="95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7" name="Freeform 5626">
              <a:extLst>
                <a:ext uri="{FF2B5EF4-FFF2-40B4-BE49-F238E27FC236}">
                  <a16:creationId xmlns:a16="http://schemas.microsoft.com/office/drawing/2014/main" id="{A3C8412E-E054-8BEA-378B-441FE4BB7A07}"/>
                </a:ext>
              </a:extLst>
            </p:cNvPr>
            <p:cNvSpPr/>
            <p:nvPr/>
          </p:nvSpPr>
          <p:spPr>
            <a:xfrm>
              <a:off x="3959593" y="4204139"/>
              <a:ext cx="3821" cy="4777"/>
            </a:xfrm>
            <a:custGeom>
              <a:avLst/>
              <a:gdLst>
                <a:gd name="csX0" fmla="*/ 478 w 3821"/>
                <a:gd name="csY0" fmla="*/ 4777 h 4777"/>
                <a:gd name="csX1" fmla="*/ 0 w 3821"/>
                <a:gd name="csY1" fmla="*/ 4777 h 4777"/>
                <a:gd name="csX2" fmla="*/ 956 w 3821"/>
                <a:gd name="csY2" fmla="*/ 3344 h 4777"/>
                <a:gd name="csX3" fmla="*/ 956 w 3821"/>
                <a:gd name="csY3" fmla="*/ 2389 h 4777"/>
                <a:gd name="csX4" fmla="*/ 2389 w 3821"/>
                <a:gd name="csY4" fmla="*/ 478 h 4777"/>
                <a:gd name="csX5" fmla="*/ 3344 w 3821"/>
                <a:gd name="csY5" fmla="*/ 0 h 4777"/>
                <a:gd name="csX6" fmla="*/ 3822 w 3821"/>
                <a:gd name="csY6" fmla="*/ 955 h 4777"/>
                <a:gd name="csX7" fmla="*/ 1911 w 3821"/>
                <a:gd name="csY7" fmla="*/ 2389 h 4777"/>
                <a:gd name="csX8" fmla="*/ 478 w 3821"/>
                <a:gd name="csY8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1" h="4777">
                  <a:moveTo>
                    <a:pt x="478" y="4777"/>
                  </a:moveTo>
                  <a:lnTo>
                    <a:pt x="0" y="4777"/>
                  </a:lnTo>
                  <a:lnTo>
                    <a:pt x="956" y="3344"/>
                  </a:lnTo>
                  <a:lnTo>
                    <a:pt x="956" y="2389"/>
                  </a:lnTo>
                  <a:lnTo>
                    <a:pt x="2389" y="478"/>
                  </a:lnTo>
                  <a:lnTo>
                    <a:pt x="3344" y="0"/>
                  </a:lnTo>
                  <a:lnTo>
                    <a:pt x="3822" y="955"/>
                  </a:lnTo>
                  <a:lnTo>
                    <a:pt x="1911" y="2389"/>
                  </a:lnTo>
                  <a:lnTo>
                    <a:pt x="478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8" name="Freeform 5627">
              <a:extLst>
                <a:ext uri="{FF2B5EF4-FFF2-40B4-BE49-F238E27FC236}">
                  <a16:creationId xmlns:a16="http://schemas.microsoft.com/office/drawing/2014/main" id="{2DA9B857-0705-C83E-B551-CA5BB3FB344C}"/>
                </a:ext>
              </a:extLst>
            </p:cNvPr>
            <p:cNvSpPr/>
            <p:nvPr/>
          </p:nvSpPr>
          <p:spPr>
            <a:xfrm>
              <a:off x="4288749" y="4209871"/>
              <a:ext cx="5254" cy="13376"/>
            </a:xfrm>
            <a:custGeom>
              <a:avLst/>
              <a:gdLst>
                <a:gd name="csX0" fmla="*/ 4777 w 5254"/>
                <a:gd name="csY0" fmla="*/ 11943 h 13376"/>
                <a:gd name="csX1" fmla="*/ 5255 w 5254"/>
                <a:gd name="csY1" fmla="*/ 13377 h 13376"/>
                <a:gd name="csX2" fmla="*/ 3344 w 5254"/>
                <a:gd name="csY2" fmla="*/ 9555 h 13376"/>
                <a:gd name="csX3" fmla="*/ 956 w 5254"/>
                <a:gd name="csY3" fmla="*/ 4300 h 13376"/>
                <a:gd name="csX4" fmla="*/ 0 w 5254"/>
                <a:gd name="csY4" fmla="*/ 0 h 13376"/>
                <a:gd name="csX5" fmla="*/ 478 w 5254"/>
                <a:gd name="csY5" fmla="*/ 1433 h 13376"/>
                <a:gd name="csX6" fmla="*/ 1433 w 5254"/>
                <a:gd name="csY6" fmla="*/ 3822 h 13376"/>
                <a:gd name="csX7" fmla="*/ 4777 w 5254"/>
                <a:gd name="csY7" fmla="*/ 11943 h 1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254" h="13376">
                  <a:moveTo>
                    <a:pt x="4777" y="11943"/>
                  </a:moveTo>
                  <a:lnTo>
                    <a:pt x="5255" y="13377"/>
                  </a:lnTo>
                  <a:lnTo>
                    <a:pt x="3344" y="9555"/>
                  </a:lnTo>
                  <a:lnTo>
                    <a:pt x="956" y="4300"/>
                  </a:lnTo>
                  <a:lnTo>
                    <a:pt x="0" y="0"/>
                  </a:lnTo>
                  <a:lnTo>
                    <a:pt x="478" y="1433"/>
                  </a:lnTo>
                  <a:lnTo>
                    <a:pt x="1433" y="3822"/>
                  </a:lnTo>
                  <a:lnTo>
                    <a:pt x="4777" y="1194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9" name="Freeform 5628">
              <a:extLst>
                <a:ext uri="{FF2B5EF4-FFF2-40B4-BE49-F238E27FC236}">
                  <a16:creationId xmlns:a16="http://schemas.microsoft.com/office/drawing/2014/main" id="{C81FC0E8-6829-CB52-64E7-08205C1A644F}"/>
                </a:ext>
              </a:extLst>
            </p:cNvPr>
            <p:cNvSpPr/>
            <p:nvPr/>
          </p:nvSpPr>
          <p:spPr>
            <a:xfrm>
              <a:off x="3952427" y="4210349"/>
              <a:ext cx="6688" cy="11943"/>
            </a:xfrm>
            <a:custGeom>
              <a:avLst/>
              <a:gdLst>
                <a:gd name="csX0" fmla="*/ 478 w 6688"/>
                <a:gd name="csY0" fmla="*/ 10988 h 11943"/>
                <a:gd name="csX1" fmla="*/ 0 w 6688"/>
                <a:gd name="csY1" fmla="*/ 11943 h 11943"/>
                <a:gd name="csX2" fmla="*/ 0 w 6688"/>
                <a:gd name="csY2" fmla="*/ 10032 h 11943"/>
                <a:gd name="csX3" fmla="*/ 1911 w 6688"/>
                <a:gd name="csY3" fmla="*/ 6210 h 11943"/>
                <a:gd name="csX4" fmla="*/ 5255 w 6688"/>
                <a:gd name="csY4" fmla="*/ 956 h 11943"/>
                <a:gd name="csX5" fmla="*/ 6688 w 6688"/>
                <a:gd name="csY5" fmla="*/ 0 h 11943"/>
                <a:gd name="csX6" fmla="*/ 2866 w 6688"/>
                <a:gd name="csY6" fmla="*/ 5733 h 11943"/>
                <a:gd name="csX7" fmla="*/ 478 w 6688"/>
                <a:gd name="csY7" fmla="*/ 10988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688" h="11943">
                  <a:moveTo>
                    <a:pt x="478" y="10988"/>
                  </a:moveTo>
                  <a:lnTo>
                    <a:pt x="0" y="11943"/>
                  </a:lnTo>
                  <a:lnTo>
                    <a:pt x="0" y="10032"/>
                  </a:lnTo>
                  <a:lnTo>
                    <a:pt x="1911" y="6210"/>
                  </a:lnTo>
                  <a:lnTo>
                    <a:pt x="5255" y="956"/>
                  </a:lnTo>
                  <a:lnTo>
                    <a:pt x="6688" y="0"/>
                  </a:lnTo>
                  <a:lnTo>
                    <a:pt x="2866" y="5733"/>
                  </a:lnTo>
                  <a:lnTo>
                    <a:pt x="478" y="1098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0" name="Freeform 5629">
              <a:extLst>
                <a:ext uri="{FF2B5EF4-FFF2-40B4-BE49-F238E27FC236}">
                  <a16:creationId xmlns:a16="http://schemas.microsoft.com/office/drawing/2014/main" id="{0C8C1A17-EA2B-387C-818F-5449EBD6137A}"/>
                </a:ext>
              </a:extLst>
            </p:cNvPr>
            <p:cNvSpPr/>
            <p:nvPr/>
          </p:nvSpPr>
          <p:spPr>
            <a:xfrm>
              <a:off x="3951949" y="4223248"/>
              <a:ext cx="4777" cy="21975"/>
            </a:xfrm>
            <a:custGeom>
              <a:avLst/>
              <a:gdLst>
                <a:gd name="csX0" fmla="*/ 4777 w 4777"/>
                <a:gd name="csY0" fmla="*/ 21020 h 21975"/>
                <a:gd name="csX1" fmla="*/ 4299 w 4777"/>
                <a:gd name="csY1" fmla="*/ 21975 h 21975"/>
                <a:gd name="csX2" fmla="*/ 2866 w 4777"/>
                <a:gd name="csY2" fmla="*/ 17676 h 21975"/>
                <a:gd name="csX3" fmla="*/ 0 w 4777"/>
                <a:gd name="csY3" fmla="*/ 7644 h 21975"/>
                <a:gd name="csX4" fmla="*/ 0 w 4777"/>
                <a:gd name="csY4" fmla="*/ 1911 h 21975"/>
                <a:gd name="csX5" fmla="*/ 478 w 4777"/>
                <a:gd name="csY5" fmla="*/ 0 h 21975"/>
                <a:gd name="csX6" fmla="*/ 1433 w 4777"/>
                <a:gd name="csY6" fmla="*/ 8121 h 21975"/>
                <a:gd name="csX7" fmla="*/ 4299 w 4777"/>
                <a:gd name="csY7" fmla="*/ 18154 h 21975"/>
                <a:gd name="csX8" fmla="*/ 4777 w 4777"/>
                <a:gd name="csY8" fmla="*/ 21020 h 21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77" h="21975">
                  <a:moveTo>
                    <a:pt x="4777" y="21020"/>
                  </a:moveTo>
                  <a:lnTo>
                    <a:pt x="4299" y="21975"/>
                  </a:lnTo>
                  <a:lnTo>
                    <a:pt x="2866" y="17676"/>
                  </a:lnTo>
                  <a:lnTo>
                    <a:pt x="0" y="7644"/>
                  </a:lnTo>
                  <a:lnTo>
                    <a:pt x="0" y="1911"/>
                  </a:lnTo>
                  <a:lnTo>
                    <a:pt x="478" y="0"/>
                  </a:lnTo>
                  <a:lnTo>
                    <a:pt x="1433" y="8121"/>
                  </a:lnTo>
                  <a:lnTo>
                    <a:pt x="4299" y="18154"/>
                  </a:lnTo>
                  <a:lnTo>
                    <a:pt x="4777" y="2102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1" name="Freeform 5630">
              <a:extLst>
                <a:ext uri="{FF2B5EF4-FFF2-40B4-BE49-F238E27FC236}">
                  <a16:creationId xmlns:a16="http://schemas.microsoft.com/office/drawing/2014/main" id="{099A2CBC-907D-2507-711B-AF5C8821E9FC}"/>
                </a:ext>
              </a:extLst>
            </p:cNvPr>
            <p:cNvSpPr/>
            <p:nvPr/>
          </p:nvSpPr>
          <p:spPr>
            <a:xfrm>
              <a:off x="4254352" y="4233280"/>
              <a:ext cx="1433" cy="4299"/>
            </a:xfrm>
            <a:custGeom>
              <a:avLst/>
              <a:gdLst>
                <a:gd name="csX0" fmla="*/ 1433 w 1433"/>
                <a:gd name="csY0" fmla="*/ 2866 h 4299"/>
                <a:gd name="csX1" fmla="*/ 1433 w 1433"/>
                <a:gd name="csY1" fmla="*/ 4300 h 4299"/>
                <a:gd name="csX2" fmla="*/ 478 w 1433"/>
                <a:gd name="csY2" fmla="*/ 2389 h 4299"/>
                <a:gd name="csX3" fmla="*/ 0 w 1433"/>
                <a:gd name="csY3" fmla="*/ 0 h 4299"/>
                <a:gd name="csX4" fmla="*/ 956 w 1433"/>
                <a:gd name="csY4" fmla="*/ 956 h 4299"/>
                <a:gd name="csX5" fmla="*/ 1433 w 1433"/>
                <a:gd name="csY5" fmla="*/ 2866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33" h="4299">
                  <a:moveTo>
                    <a:pt x="1433" y="2866"/>
                  </a:moveTo>
                  <a:lnTo>
                    <a:pt x="1433" y="4300"/>
                  </a:lnTo>
                  <a:lnTo>
                    <a:pt x="478" y="2389"/>
                  </a:lnTo>
                  <a:lnTo>
                    <a:pt x="0" y="0"/>
                  </a:lnTo>
                  <a:lnTo>
                    <a:pt x="956" y="956"/>
                  </a:lnTo>
                  <a:lnTo>
                    <a:pt x="1433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2" name="Freeform 5631">
              <a:extLst>
                <a:ext uri="{FF2B5EF4-FFF2-40B4-BE49-F238E27FC236}">
                  <a16:creationId xmlns:a16="http://schemas.microsoft.com/office/drawing/2014/main" id="{F6C24D13-CA91-BB9A-BCC7-364FF0E4D07E}"/>
                </a:ext>
              </a:extLst>
            </p:cNvPr>
            <p:cNvSpPr/>
            <p:nvPr/>
          </p:nvSpPr>
          <p:spPr>
            <a:xfrm>
              <a:off x="4253397" y="4236624"/>
              <a:ext cx="3344" cy="2388"/>
            </a:xfrm>
            <a:custGeom>
              <a:avLst/>
              <a:gdLst>
                <a:gd name="csX0" fmla="*/ 3344 w 3344"/>
                <a:gd name="csY0" fmla="*/ 1911 h 2388"/>
                <a:gd name="csX1" fmla="*/ 2867 w 3344"/>
                <a:gd name="csY1" fmla="*/ 2389 h 2388"/>
                <a:gd name="csX2" fmla="*/ 1433 w 3344"/>
                <a:gd name="csY2" fmla="*/ 1911 h 2388"/>
                <a:gd name="csX3" fmla="*/ 478 w 3344"/>
                <a:gd name="csY3" fmla="*/ 956 h 2388"/>
                <a:gd name="csX4" fmla="*/ 0 w 3344"/>
                <a:gd name="csY4" fmla="*/ 0 h 2388"/>
                <a:gd name="csX5" fmla="*/ 1433 w 3344"/>
                <a:gd name="csY5" fmla="*/ 1433 h 2388"/>
                <a:gd name="csX6" fmla="*/ 1911 w 3344"/>
                <a:gd name="csY6" fmla="*/ 1433 h 2388"/>
                <a:gd name="csX7" fmla="*/ 3344 w 3344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4" h="2388">
                  <a:moveTo>
                    <a:pt x="3344" y="1911"/>
                  </a:moveTo>
                  <a:lnTo>
                    <a:pt x="2867" y="2389"/>
                  </a:lnTo>
                  <a:lnTo>
                    <a:pt x="1433" y="1911"/>
                  </a:lnTo>
                  <a:lnTo>
                    <a:pt x="478" y="956"/>
                  </a:lnTo>
                  <a:lnTo>
                    <a:pt x="0" y="0"/>
                  </a:lnTo>
                  <a:lnTo>
                    <a:pt x="1433" y="1433"/>
                  </a:lnTo>
                  <a:lnTo>
                    <a:pt x="1911" y="1433"/>
                  </a:lnTo>
                  <a:lnTo>
                    <a:pt x="3344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3" name="Freeform 5632">
              <a:extLst>
                <a:ext uri="{FF2B5EF4-FFF2-40B4-BE49-F238E27FC236}">
                  <a16:creationId xmlns:a16="http://schemas.microsoft.com/office/drawing/2014/main" id="{A88ACA54-841C-C2A0-E6E5-B3EAE74AD01C}"/>
                </a:ext>
              </a:extLst>
            </p:cNvPr>
            <p:cNvSpPr/>
            <p:nvPr/>
          </p:nvSpPr>
          <p:spPr>
            <a:xfrm>
              <a:off x="4285882" y="4260511"/>
              <a:ext cx="6210" cy="8121"/>
            </a:xfrm>
            <a:custGeom>
              <a:avLst/>
              <a:gdLst>
                <a:gd name="csX0" fmla="*/ 3822 w 6210"/>
                <a:gd name="csY0" fmla="*/ 4299 h 8121"/>
                <a:gd name="csX1" fmla="*/ 0 w 6210"/>
                <a:gd name="csY1" fmla="*/ 8121 h 8121"/>
                <a:gd name="csX2" fmla="*/ 478 w 6210"/>
                <a:gd name="csY2" fmla="*/ 7166 h 8121"/>
                <a:gd name="csX3" fmla="*/ 1911 w 6210"/>
                <a:gd name="csY3" fmla="*/ 5255 h 8121"/>
                <a:gd name="csX4" fmla="*/ 2389 w 6210"/>
                <a:gd name="csY4" fmla="*/ 4299 h 8121"/>
                <a:gd name="csX5" fmla="*/ 3344 w 6210"/>
                <a:gd name="csY5" fmla="*/ 3344 h 8121"/>
                <a:gd name="csX6" fmla="*/ 4300 w 6210"/>
                <a:gd name="csY6" fmla="*/ 2389 h 8121"/>
                <a:gd name="csX7" fmla="*/ 4300 w 6210"/>
                <a:gd name="csY7" fmla="*/ 956 h 8121"/>
                <a:gd name="csX8" fmla="*/ 5733 w 6210"/>
                <a:gd name="csY8" fmla="*/ 478 h 8121"/>
                <a:gd name="csX9" fmla="*/ 6211 w 6210"/>
                <a:gd name="csY9" fmla="*/ 0 h 8121"/>
                <a:gd name="csX10" fmla="*/ 3822 w 6210"/>
                <a:gd name="csY10" fmla="*/ 4299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210" h="8121">
                  <a:moveTo>
                    <a:pt x="3822" y="4299"/>
                  </a:moveTo>
                  <a:lnTo>
                    <a:pt x="0" y="8121"/>
                  </a:lnTo>
                  <a:lnTo>
                    <a:pt x="478" y="7166"/>
                  </a:lnTo>
                  <a:lnTo>
                    <a:pt x="1911" y="5255"/>
                  </a:lnTo>
                  <a:lnTo>
                    <a:pt x="2389" y="4299"/>
                  </a:lnTo>
                  <a:lnTo>
                    <a:pt x="3344" y="3344"/>
                  </a:lnTo>
                  <a:lnTo>
                    <a:pt x="4300" y="2389"/>
                  </a:lnTo>
                  <a:lnTo>
                    <a:pt x="4300" y="956"/>
                  </a:lnTo>
                  <a:lnTo>
                    <a:pt x="5733" y="478"/>
                  </a:lnTo>
                  <a:lnTo>
                    <a:pt x="6211" y="0"/>
                  </a:lnTo>
                  <a:lnTo>
                    <a:pt x="3822" y="429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4" name="Freeform 5633">
              <a:extLst>
                <a:ext uri="{FF2B5EF4-FFF2-40B4-BE49-F238E27FC236}">
                  <a16:creationId xmlns:a16="http://schemas.microsoft.com/office/drawing/2014/main" id="{7420A492-0CA2-05FA-870C-F33825DBE2C8}"/>
                </a:ext>
              </a:extLst>
            </p:cNvPr>
            <p:cNvSpPr/>
            <p:nvPr/>
          </p:nvSpPr>
          <p:spPr>
            <a:xfrm>
              <a:off x="4283971" y="4268632"/>
              <a:ext cx="955" cy="955"/>
            </a:xfrm>
            <a:custGeom>
              <a:avLst/>
              <a:gdLst>
                <a:gd name="csX0" fmla="*/ 478 w 955"/>
                <a:gd name="csY0" fmla="*/ 955 h 955"/>
                <a:gd name="csX1" fmla="*/ 0 w 955"/>
                <a:gd name="csY1" fmla="*/ 955 h 955"/>
                <a:gd name="csX2" fmla="*/ 956 w 955"/>
                <a:gd name="csY2" fmla="*/ 0 h 955"/>
                <a:gd name="csX3" fmla="*/ 956 w 955"/>
                <a:gd name="csY3" fmla="*/ 0 h 955"/>
                <a:gd name="csX4" fmla="*/ 478 w 955"/>
                <a:gd name="csY4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5" h="955">
                  <a:moveTo>
                    <a:pt x="478" y="955"/>
                  </a:moveTo>
                  <a:lnTo>
                    <a:pt x="0" y="955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478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5" name="Freeform 5634">
              <a:extLst>
                <a:ext uri="{FF2B5EF4-FFF2-40B4-BE49-F238E27FC236}">
                  <a16:creationId xmlns:a16="http://schemas.microsoft.com/office/drawing/2014/main" id="{C6BD789F-2C6B-1465-C350-AE14EDF52D16}"/>
                </a:ext>
              </a:extLst>
            </p:cNvPr>
            <p:cNvSpPr/>
            <p:nvPr/>
          </p:nvSpPr>
          <p:spPr>
            <a:xfrm>
              <a:off x="4280627" y="4270543"/>
              <a:ext cx="955" cy="955"/>
            </a:xfrm>
            <a:custGeom>
              <a:avLst/>
              <a:gdLst>
                <a:gd name="csX0" fmla="*/ 0 w 955"/>
                <a:gd name="csY0" fmla="*/ 956 h 955"/>
                <a:gd name="csX1" fmla="*/ 0 w 955"/>
                <a:gd name="csY1" fmla="*/ 956 h 955"/>
                <a:gd name="csX2" fmla="*/ 0 w 955"/>
                <a:gd name="csY2" fmla="*/ 478 h 955"/>
                <a:gd name="csX3" fmla="*/ 956 w 955"/>
                <a:gd name="csY3" fmla="*/ 0 h 955"/>
                <a:gd name="csX4" fmla="*/ 956 w 955"/>
                <a:gd name="csY4" fmla="*/ 478 h 955"/>
                <a:gd name="csX5" fmla="*/ 956 w 955"/>
                <a:gd name="csY5" fmla="*/ 478 h 955"/>
                <a:gd name="csX6" fmla="*/ 0 w 955"/>
                <a:gd name="csY6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5" h="955">
                  <a:moveTo>
                    <a:pt x="0" y="956"/>
                  </a:moveTo>
                  <a:lnTo>
                    <a:pt x="0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956" y="478"/>
                  </a:lnTo>
                  <a:lnTo>
                    <a:pt x="956" y="478"/>
                  </a:lnTo>
                  <a:lnTo>
                    <a:pt x="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6" name="Freeform 5635">
              <a:extLst>
                <a:ext uri="{FF2B5EF4-FFF2-40B4-BE49-F238E27FC236}">
                  <a16:creationId xmlns:a16="http://schemas.microsoft.com/office/drawing/2014/main" id="{1D5FF365-BEC8-A1DA-1037-07FED5546D16}"/>
                </a:ext>
              </a:extLst>
            </p:cNvPr>
            <p:cNvSpPr/>
            <p:nvPr/>
          </p:nvSpPr>
          <p:spPr>
            <a:xfrm>
              <a:off x="4274894" y="4272454"/>
              <a:ext cx="3821" cy="1433"/>
            </a:xfrm>
            <a:custGeom>
              <a:avLst/>
              <a:gdLst>
                <a:gd name="csX0" fmla="*/ 1433 w 3821"/>
                <a:gd name="csY0" fmla="*/ 956 h 1433"/>
                <a:gd name="csX1" fmla="*/ 956 w 3821"/>
                <a:gd name="csY1" fmla="*/ 1433 h 1433"/>
                <a:gd name="csX2" fmla="*/ 0 w 3821"/>
                <a:gd name="csY2" fmla="*/ 956 h 1433"/>
                <a:gd name="csX3" fmla="*/ 956 w 3821"/>
                <a:gd name="csY3" fmla="*/ 478 h 1433"/>
                <a:gd name="csX4" fmla="*/ 3822 w 3821"/>
                <a:gd name="csY4" fmla="*/ 0 h 1433"/>
                <a:gd name="csX5" fmla="*/ 2867 w 3821"/>
                <a:gd name="csY5" fmla="*/ 478 h 1433"/>
                <a:gd name="csX6" fmla="*/ 1433 w 3821"/>
                <a:gd name="csY6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1433">
                  <a:moveTo>
                    <a:pt x="1433" y="956"/>
                  </a:moveTo>
                  <a:lnTo>
                    <a:pt x="956" y="1433"/>
                  </a:lnTo>
                  <a:lnTo>
                    <a:pt x="0" y="956"/>
                  </a:lnTo>
                  <a:lnTo>
                    <a:pt x="956" y="478"/>
                  </a:lnTo>
                  <a:lnTo>
                    <a:pt x="3822" y="0"/>
                  </a:lnTo>
                  <a:lnTo>
                    <a:pt x="2867" y="478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7" name="Freeform 5636">
              <a:extLst>
                <a:ext uri="{FF2B5EF4-FFF2-40B4-BE49-F238E27FC236}">
                  <a16:creationId xmlns:a16="http://schemas.microsoft.com/office/drawing/2014/main" id="{C2DA2C7E-4AAD-A1F6-842A-D2834F88D0FF}"/>
                </a:ext>
              </a:extLst>
            </p:cNvPr>
            <p:cNvSpPr/>
            <p:nvPr/>
          </p:nvSpPr>
          <p:spPr>
            <a:xfrm>
              <a:off x="4269162" y="4272454"/>
              <a:ext cx="1911" cy="2388"/>
            </a:xfrm>
            <a:custGeom>
              <a:avLst/>
              <a:gdLst>
                <a:gd name="csX0" fmla="*/ 1433 w 1911"/>
                <a:gd name="csY0" fmla="*/ 1911 h 2388"/>
                <a:gd name="csX1" fmla="*/ 956 w 1911"/>
                <a:gd name="csY1" fmla="*/ 2389 h 2388"/>
                <a:gd name="csX2" fmla="*/ 956 w 1911"/>
                <a:gd name="csY2" fmla="*/ 2389 h 2388"/>
                <a:gd name="csX3" fmla="*/ 956 w 1911"/>
                <a:gd name="csY3" fmla="*/ 1911 h 2388"/>
                <a:gd name="csX4" fmla="*/ 0 w 1911"/>
                <a:gd name="csY4" fmla="*/ 478 h 2388"/>
                <a:gd name="csX5" fmla="*/ 0 w 1911"/>
                <a:gd name="csY5" fmla="*/ 0 h 2388"/>
                <a:gd name="csX6" fmla="*/ 1911 w 1911"/>
                <a:gd name="csY6" fmla="*/ 1433 h 2388"/>
                <a:gd name="csX7" fmla="*/ 1911 w 1911"/>
                <a:gd name="csY7" fmla="*/ 1911 h 2388"/>
                <a:gd name="csX8" fmla="*/ 1433 w 1911"/>
                <a:gd name="csY8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1" h="2388">
                  <a:moveTo>
                    <a:pt x="1433" y="1911"/>
                  </a:moveTo>
                  <a:lnTo>
                    <a:pt x="956" y="2389"/>
                  </a:lnTo>
                  <a:lnTo>
                    <a:pt x="956" y="2389"/>
                  </a:lnTo>
                  <a:lnTo>
                    <a:pt x="956" y="1911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1911" y="1433"/>
                  </a:lnTo>
                  <a:lnTo>
                    <a:pt x="1911" y="1911"/>
                  </a:lnTo>
                  <a:lnTo>
                    <a:pt x="1433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8" name="Freeform 5637">
              <a:extLst>
                <a:ext uri="{FF2B5EF4-FFF2-40B4-BE49-F238E27FC236}">
                  <a16:creationId xmlns:a16="http://schemas.microsoft.com/office/drawing/2014/main" id="{831828E6-7275-9583-5925-EF4478EDC197}"/>
                </a:ext>
              </a:extLst>
            </p:cNvPr>
            <p:cNvSpPr/>
            <p:nvPr/>
          </p:nvSpPr>
          <p:spPr>
            <a:xfrm>
              <a:off x="4264862" y="4273887"/>
              <a:ext cx="1910" cy="1911"/>
            </a:xfrm>
            <a:custGeom>
              <a:avLst/>
              <a:gdLst>
                <a:gd name="csX0" fmla="*/ 1433 w 1910"/>
                <a:gd name="csY0" fmla="*/ 1433 h 1911"/>
                <a:gd name="csX1" fmla="*/ 0 w 1910"/>
                <a:gd name="csY1" fmla="*/ 1911 h 1911"/>
                <a:gd name="csX2" fmla="*/ 956 w 1910"/>
                <a:gd name="csY2" fmla="*/ 956 h 1911"/>
                <a:gd name="csX3" fmla="*/ 1433 w 1910"/>
                <a:gd name="csY3" fmla="*/ 0 h 1911"/>
                <a:gd name="csX4" fmla="*/ 1911 w 1910"/>
                <a:gd name="csY4" fmla="*/ 956 h 1911"/>
                <a:gd name="csX5" fmla="*/ 1911 w 1910"/>
                <a:gd name="csY5" fmla="*/ 1433 h 1911"/>
                <a:gd name="csX6" fmla="*/ 1433 w 1910"/>
                <a:gd name="csY6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1911">
                  <a:moveTo>
                    <a:pt x="1433" y="1433"/>
                  </a:moveTo>
                  <a:lnTo>
                    <a:pt x="0" y="1911"/>
                  </a:lnTo>
                  <a:lnTo>
                    <a:pt x="956" y="956"/>
                  </a:lnTo>
                  <a:lnTo>
                    <a:pt x="1433" y="0"/>
                  </a:lnTo>
                  <a:lnTo>
                    <a:pt x="1911" y="956"/>
                  </a:lnTo>
                  <a:lnTo>
                    <a:pt x="1911" y="1433"/>
                  </a:lnTo>
                  <a:lnTo>
                    <a:pt x="1433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9" name="Freeform 5638">
              <a:extLst>
                <a:ext uri="{FF2B5EF4-FFF2-40B4-BE49-F238E27FC236}">
                  <a16:creationId xmlns:a16="http://schemas.microsoft.com/office/drawing/2014/main" id="{96470DCF-1650-0D15-8B3E-90D84ACDFE1F}"/>
                </a:ext>
              </a:extLst>
            </p:cNvPr>
            <p:cNvSpPr/>
            <p:nvPr/>
          </p:nvSpPr>
          <p:spPr>
            <a:xfrm>
              <a:off x="4261518" y="4275798"/>
              <a:ext cx="1433" cy="955"/>
            </a:xfrm>
            <a:custGeom>
              <a:avLst/>
              <a:gdLst>
                <a:gd name="csX0" fmla="*/ 478 w 1433"/>
                <a:gd name="csY0" fmla="*/ 955 h 955"/>
                <a:gd name="csX1" fmla="*/ 0 w 1433"/>
                <a:gd name="csY1" fmla="*/ 955 h 955"/>
                <a:gd name="csX2" fmla="*/ 0 w 1433"/>
                <a:gd name="csY2" fmla="*/ 478 h 955"/>
                <a:gd name="csX3" fmla="*/ 478 w 1433"/>
                <a:gd name="csY3" fmla="*/ 0 h 955"/>
                <a:gd name="csX4" fmla="*/ 1433 w 1433"/>
                <a:gd name="csY4" fmla="*/ 0 h 955"/>
                <a:gd name="csX5" fmla="*/ 1433 w 1433"/>
                <a:gd name="csY5" fmla="*/ 478 h 955"/>
                <a:gd name="csX6" fmla="*/ 478 w 1433"/>
                <a:gd name="csY6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33" h="955">
                  <a:moveTo>
                    <a:pt x="478" y="955"/>
                  </a:moveTo>
                  <a:lnTo>
                    <a:pt x="0" y="955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1433" y="0"/>
                  </a:lnTo>
                  <a:lnTo>
                    <a:pt x="1433" y="478"/>
                  </a:lnTo>
                  <a:lnTo>
                    <a:pt x="478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0" name="Freeform 5639">
              <a:extLst>
                <a:ext uri="{FF2B5EF4-FFF2-40B4-BE49-F238E27FC236}">
                  <a16:creationId xmlns:a16="http://schemas.microsoft.com/office/drawing/2014/main" id="{DE8A6A29-34BE-C43B-2076-ACF91907CE3C}"/>
                </a:ext>
              </a:extLst>
            </p:cNvPr>
            <p:cNvSpPr/>
            <p:nvPr/>
          </p:nvSpPr>
          <p:spPr>
            <a:xfrm>
              <a:off x="2715108" y="4322616"/>
              <a:ext cx="9554" cy="6688"/>
            </a:xfrm>
            <a:custGeom>
              <a:avLst/>
              <a:gdLst>
                <a:gd name="csX0" fmla="*/ 8121 w 9554"/>
                <a:gd name="csY0" fmla="*/ 5255 h 6688"/>
                <a:gd name="csX1" fmla="*/ 6210 w 9554"/>
                <a:gd name="csY1" fmla="*/ 6688 h 6688"/>
                <a:gd name="csX2" fmla="*/ 5255 w 9554"/>
                <a:gd name="csY2" fmla="*/ 6210 h 6688"/>
                <a:gd name="csX3" fmla="*/ 3344 w 9554"/>
                <a:gd name="csY3" fmla="*/ 5733 h 6688"/>
                <a:gd name="csX4" fmla="*/ 2866 w 9554"/>
                <a:gd name="csY4" fmla="*/ 5255 h 6688"/>
                <a:gd name="csX5" fmla="*/ 478 w 9554"/>
                <a:gd name="csY5" fmla="*/ 4299 h 6688"/>
                <a:gd name="csX6" fmla="*/ 0 w 9554"/>
                <a:gd name="csY6" fmla="*/ 3344 h 6688"/>
                <a:gd name="csX7" fmla="*/ 955 w 9554"/>
                <a:gd name="csY7" fmla="*/ 1433 h 6688"/>
                <a:gd name="csX8" fmla="*/ 3822 w 9554"/>
                <a:gd name="csY8" fmla="*/ 0 h 6688"/>
                <a:gd name="csX9" fmla="*/ 8599 w 9554"/>
                <a:gd name="csY9" fmla="*/ 0 h 6688"/>
                <a:gd name="csX10" fmla="*/ 9555 w 9554"/>
                <a:gd name="csY10" fmla="*/ 956 h 6688"/>
                <a:gd name="csX11" fmla="*/ 9555 w 9554"/>
                <a:gd name="csY11" fmla="*/ 1911 h 6688"/>
                <a:gd name="csX12" fmla="*/ 9077 w 9554"/>
                <a:gd name="csY12" fmla="*/ 3344 h 6688"/>
                <a:gd name="csX13" fmla="*/ 8599 w 9554"/>
                <a:gd name="csY13" fmla="*/ 4777 h 6688"/>
                <a:gd name="csX14" fmla="*/ 8121 w 9554"/>
                <a:gd name="csY14" fmla="*/ 5255 h 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554" h="6688">
                  <a:moveTo>
                    <a:pt x="8121" y="5255"/>
                  </a:moveTo>
                  <a:lnTo>
                    <a:pt x="6210" y="6688"/>
                  </a:lnTo>
                  <a:lnTo>
                    <a:pt x="5255" y="6210"/>
                  </a:lnTo>
                  <a:lnTo>
                    <a:pt x="3344" y="5733"/>
                  </a:lnTo>
                  <a:lnTo>
                    <a:pt x="2866" y="5255"/>
                  </a:lnTo>
                  <a:lnTo>
                    <a:pt x="478" y="4299"/>
                  </a:lnTo>
                  <a:lnTo>
                    <a:pt x="0" y="3344"/>
                  </a:lnTo>
                  <a:lnTo>
                    <a:pt x="955" y="1433"/>
                  </a:lnTo>
                  <a:lnTo>
                    <a:pt x="3822" y="0"/>
                  </a:lnTo>
                  <a:lnTo>
                    <a:pt x="8599" y="0"/>
                  </a:lnTo>
                  <a:lnTo>
                    <a:pt x="9555" y="956"/>
                  </a:lnTo>
                  <a:lnTo>
                    <a:pt x="9555" y="1911"/>
                  </a:lnTo>
                  <a:lnTo>
                    <a:pt x="9077" y="3344"/>
                  </a:lnTo>
                  <a:lnTo>
                    <a:pt x="8599" y="4777"/>
                  </a:lnTo>
                  <a:lnTo>
                    <a:pt x="8121" y="52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1" name="Freeform 5640">
              <a:extLst>
                <a:ext uri="{FF2B5EF4-FFF2-40B4-BE49-F238E27FC236}">
                  <a16:creationId xmlns:a16="http://schemas.microsoft.com/office/drawing/2014/main" id="{E8F410EF-2AB7-9D64-E52A-A97ADC41CC59}"/>
                </a:ext>
              </a:extLst>
            </p:cNvPr>
            <p:cNvSpPr/>
            <p:nvPr/>
          </p:nvSpPr>
          <p:spPr>
            <a:xfrm>
              <a:off x="2706031" y="4326437"/>
              <a:ext cx="3821" cy="4299"/>
            </a:xfrm>
            <a:custGeom>
              <a:avLst/>
              <a:gdLst>
                <a:gd name="csX0" fmla="*/ 956 w 3821"/>
                <a:gd name="csY0" fmla="*/ 3344 h 4299"/>
                <a:gd name="csX1" fmla="*/ 956 w 3821"/>
                <a:gd name="csY1" fmla="*/ 4300 h 4299"/>
                <a:gd name="csX2" fmla="*/ 0 w 3821"/>
                <a:gd name="csY2" fmla="*/ 4300 h 4299"/>
                <a:gd name="csX3" fmla="*/ 0 w 3821"/>
                <a:gd name="csY3" fmla="*/ 3344 h 4299"/>
                <a:gd name="csX4" fmla="*/ 478 w 3821"/>
                <a:gd name="csY4" fmla="*/ 2389 h 4299"/>
                <a:gd name="csX5" fmla="*/ 1433 w 3821"/>
                <a:gd name="csY5" fmla="*/ 1433 h 4299"/>
                <a:gd name="csX6" fmla="*/ 2866 w 3821"/>
                <a:gd name="csY6" fmla="*/ 0 h 4299"/>
                <a:gd name="csX7" fmla="*/ 3822 w 3821"/>
                <a:gd name="csY7" fmla="*/ 0 h 4299"/>
                <a:gd name="csX8" fmla="*/ 3344 w 3821"/>
                <a:gd name="csY8" fmla="*/ 956 h 4299"/>
                <a:gd name="csX9" fmla="*/ 3344 w 3821"/>
                <a:gd name="csY9" fmla="*/ 1911 h 4299"/>
                <a:gd name="csX10" fmla="*/ 1911 w 3821"/>
                <a:gd name="csY10" fmla="*/ 2866 h 4299"/>
                <a:gd name="csX11" fmla="*/ 956 w 3821"/>
                <a:gd name="csY11" fmla="*/ 3344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821" h="4299">
                  <a:moveTo>
                    <a:pt x="956" y="3344"/>
                  </a:moveTo>
                  <a:lnTo>
                    <a:pt x="956" y="4300"/>
                  </a:lnTo>
                  <a:lnTo>
                    <a:pt x="0" y="4300"/>
                  </a:lnTo>
                  <a:lnTo>
                    <a:pt x="0" y="3344"/>
                  </a:lnTo>
                  <a:lnTo>
                    <a:pt x="478" y="2389"/>
                  </a:lnTo>
                  <a:lnTo>
                    <a:pt x="1433" y="1433"/>
                  </a:lnTo>
                  <a:lnTo>
                    <a:pt x="2866" y="0"/>
                  </a:lnTo>
                  <a:lnTo>
                    <a:pt x="3822" y="0"/>
                  </a:lnTo>
                  <a:lnTo>
                    <a:pt x="3344" y="956"/>
                  </a:lnTo>
                  <a:lnTo>
                    <a:pt x="3344" y="1911"/>
                  </a:lnTo>
                  <a:lnTo>
                    <a:pt x="1911" y="2866"/>
                  </a:lnTo>
                  <a:lnTo>
                    <a:pt x="956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2" name="Freeform 5641">
              <a:extLst>
                <a:ext uri="{FF2B5EF4-FFF2-40B4-BE49-F238E27FC236}">
                  <a16:creationId xmlns:a16="http://schemas.microsoft.com/office/drawing/2014/main" id="{7C631F44-9E89-9386-46FB-942C5064CD37}"/>
                </a:ext>
              </a:extLst>
            </p:cNvPr>
            <p:cNvSpPr/>
            <p:nvPr/>
          </p:nvSpPr>
          <p:spPr>
            <a:xfrm>
              <a:off x="2745205" y="4332648"/>
              <a:ext cx="12420" cy="8121"/>
            </a:xfrm>
            <a:custGeom>
              <a:avLst/>
              <a:gdLst>
                <a:gd name="csX0" fmla="*/ 9077 w 12420"/>
                <a:gd name="csY0" fmla="*/ 4777 h 8121"/>
                <a:gd name="csX1" fmla="*/ 10032 w 12420"/>
                <a:gd name="csY1" fmla="*/ 4777 h 8121"/>
                <a:gd name="csX2" fmla="*/ 10988 w 12420"/>
                <a:gd name="csY2" fmla="*/ 4777 h 8121"/>
                <a:gd name="csX3" fmla="*/ 10988 w 12420"/>
                <a:gd name="csY3" fmla="*/ 6210 h 8121"/>
                <a:gd name="csX4" fmla="*/ 11943 w 12420"/>
                <a:gd name="csY4" fmla="*/ 7166 h 8121"/>
                <a:gd name="csX5" fmla="*/ 12421 w 12420"/>
                <a:gd name="csY5" fmla="*/ 7644 h 8121"/>
                <a:gd name="csX6" fmla="*/ 11465 w 12420"/>
                <a:gd name="csY6" fmla="*/ 8121 h 8121"/>
                <a:gd name="csX7" fmla="*/ 9077 w 12420"/>
                <a:gd name="csY7" fmla="*/ 8121 h 8121"/>
                <a:gd name="csX8" fmla="*/ 8121 w 12420"/>
                <a:gd name="csY8" fmla="*/ 8121 h 8121"/>
                <a:gd name="csX9" fmla="*/ 7166 w 12420"/>
                <a:gd name="csY9" fmla="*/ 6688 h 8121"/>
                <a:gd name="csX10" fmla="*/ 6210 w 12420"/>
                <a:gd name="csY10" fmla="*/ 7166 h 8121"/>
                <a:gd name="csX11" fmla="*/ 5733 w 12420"/>
                <a:gd name="csY11" fmla="*/ 6210 h 8121"/>
                <a:gd name="csX12" fmla="*/ 5733 w 12420"/>
                <a:gd name="csY12" fmla="*/ 6210 h 8121"/>
                <a:gd name="csX13" fmla="*/ 4777 w 12420"/>
                <a:gd name="csY13" fmla="*/ 6210 h 8121"/>
                <a:gd name="csX14" fmla="*/ 5733 w 12420"/>
                <a:gd name="csY14" fmla="*/ 7644 h 8121"/>
                <a:gd name="csX15" fmla="*/ 3822 w 12420"/>
                <a:gd name="csY15" fmla="*/ 7644 h 8121"/>
                <a:gd name="csX16" fmla="*/ 2866 w 12420"/>
                <a:gd name="csY16" fmla="*/ 7166 h 8121"/>
                <a:gd name="csX17" fmla="*/ 2389 w 12420"/>
                <a:gd name="csY17" fmla="*/ 6210 h 8121"/>
                <a:gd name="csX18" fmla="*/ 478 w 12420"/>
                <a:gd name="csY18" fmla="*/ 3822 h 8121"/>
                <a:gd name="csX19" fmla="*/ 478 w 12420"/>
                <a:gd name="csY19" fmla="*/ 3344 h 8121"/>
                <a:gd name="csX20" fmla="*/ 0 w 12420"/>
                <a:gd name="csY20" fmla="*/ 2389 h 8121"/>
                <a:gd name="csX21" fmla="*/ 2866 w 12420"/>
                <a:gd name="csY21" fmla="*/ 1911 h 8121"/>
                <a:gd name="csX22" fmla="*/ 4777 w 12420"/>
                <a:gd name="csY22" fmla="*/ 0 h 8121"/>
                <a:gd name="csX23" fmla="*/ 5733 w 12420"/>
                <a:gd name="csY23" fmla="*/ 0 h 8121"/>
                <a:gd name="csX24" fmla="*/ 8121 w 12420"/>
                <a:gd name="csY24" fmla="*/ 2867 h 8121"/>
                <a:gd name="csX25" fmla="*/ 8121 w 12420"/>
                <a:gd name="csY25" fmla="*/ 3822 h 8121"/>
                <a:gd name="csX26" fmla="*/ 8599 w 12420"/>
                <a:gd name="csY26" fmla="*/ 4300 h 8121"/>
                <a:gd name="csX27" fmla="*/ 9077 w 12420"/>
                <a:gd name="csY27" fmla="*/ 4777 h 8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2420" h="8121">
                  <a:moveTo>
                    <a:pt x="9077" y="4777"/>
                  </a:moveTo>
                  <a:lnTo>
                    <a:pt x="10032" y="4777"/>
                  </a:lnTo>
                  <a:lnTo>
                    <a:pt x="10988" y="4777"/>
                  </a:lnTo>
                  <a:lnTo>
                    <a:pt x="10988" y="6210"/>
                  </a:lnTo>
                  <a:lnTo>
                    <a:pt x="11943" y="7166"/>
                  </a:lnTo>
                  <a:lnTo>
                    <a:pt x="12421" y="7644"/>
                  </a:lnTo>
                  <a:lnTo>
                    <a:pt x="11465" y="8121"/>
                  </a:lnTo>
                  <a:lnTo>
                    <a:pt x="9077" y="8121"/>
                  </a:lnTo>
                  <a:lnTo>
                    <a:pt x="8121" y="8121"/>
                  </a:lnTo>
                  <a:lnTo>
                    <a:pt x="7166" y="6688"/>
                  </a:lnTo>
                  <a:lnTo>
                    <a:pt x="6210" y="7166"/>
                  </a:lnTo>
                  <a:lnTo>
                    <a:pt x="5733" y="6210"/>
                  </a:lnTo>
                  <a:lnTo>
                    <a:pt x="5733" y="6210"/>
                  </a:lnTo>
                  <a:lnTo>
                    <a:pt x="4777" y="6210"/>
                  </a:lnTo>
                  <a:lnTo>
                    <a:pt x="5733" y="7644"/>
                  </a:lnTo>
                  <a:lnTo>
                    <a:pt x="3822" y="7644"/>
                  </a:lnTo>
                  <a:lnTo>
                    <a:pt x="2866" y="7166"/>
                  </a:lnTo>
                  <a:lnTo>
                    <a:pt x="2389" y="6210"/>
                  </a:lnTo>
                  <a:lnTo>
                    <a:pt x="478" y="3822"/>
                  </a:lnTo>
                  <a:lnTo>
                    <a:pt x="478" y="3344"/>
                  </a:lnTo>
                  <a:lnTo>
                    <a:pt x="0" y="2389"/>
                  </a:lnTo>
                  <a:lnTo>
                    <a:pt x="2866" y="1911"/>
                  </a:lnTo>
                  <a:lnTo>
                    <a:pt x="4777" y="0"/>
                  </a:lnTo>
                  <a:lnTo>
                    <a:pt x="5733" y="0"/>
                  </a:lnTo>
                  <a:lnTo>
                    <a:pt x="8121" y="2867"/>
                  </a:lnTo>
                  <a:lnTo>
                    <a:pt x="8121" y="3822"/>
                  </a:lnTo>
                  <a:lnTo>
                    <a:pt x="8599" y="4300"/>
                  </a:lnTo>
                  <a:lnTo>
                    <a:pt x="9077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3" name="Freeform 5642">
              <a:extLst>
                <a:ext uri="{FF2B5EF4-FFF2-40B4-BE49-F238E27FC236}">
                  <a16:creationId xmlns:a16="http://schemas.microsoft.com/office/drawing/2014/main" id="{D62F4F26-CCD3-B3F3-276D-155A11331FEB}"/>
                </a:ext>
              </a:extLst>
            </p:cNvPr>
            <p:cNvSpPr/>
            <p:nvPr/>
          </p:nvSpPr>
          <p:spPr>
            <a:xfrm>
              <a:off x="2764314" y="4341725"/>
              <a:ext cx="11465" cy="3344"/>
            </a:xfrm>
            <a:custGeom>
              <a:avLst/>
              <a:gdLst>
                <a:gd name="csX0" fmla="*/ 1911 w 11465"/>
                <a:gd name="csY0" fmla="*/ 478 h 3344"/>
                <a:gd name="csX1" fmla="*/ 5733 w 11465"/>
                <a:gd name="csY1" fmla="*/ 956 h 3344"/>
                <a:gd name="csX2" fmla="*/ 6688 w 11465"/>
                <a:gd name="csY2" fmla="*/ 478 h 3344"/>
                <a:gd name="csX3" fmla="*/ 7644 w 11465"/>
                <a:gd name="csY3" fmla="*/ 956 h 3344"/>
                <a:gd name="csX4" fmla="*/ 10988 w 11465"/>
                <a:gd name="csY4" fmla="*/ 1433 h 3344"/>
                <a:gd name="csX5" fmla="*/ 11465 w 11465"/>
                <a:gd name="csY5" fmla="*/ 1433 h 3344"/>
                <a:gd name="csX6" fmla="*/ 10988 w 11465"/>
                <a:gd name="csY6" fmla="*/ 2389 h 3344"/>
                <a:gd name="csX7" fmla="*/ 8599 w 11465"/>
                <a:gd name="csY7" fmla="*/ 3344 h 3344"/>
                <a:gd name="csX8" fmla="*/ 5733 w 11465"/>
                <a:gd name="csY8" fmla="*/ 2389 h 3344"/>
                <a:gd name="csX9" fmla="*/ 0 w 11465"/>
                <a:gd name="csY9" fmla="*/ 2389 h 3344"/>
                <a:gd name="csX10" fmla="*/ 478 w 11465"/>
                <a:gd name="csY10" fmla="*/ 1433 h 3344"/>
                <a:gd name="csX11" fmla="*/ 955 w 11465"/>
                <a:gd name="csY11" fmla="*/ 956 h 3344"/>
                <a:gd name="csX12" fmla="*/ 955 w 11465"/>
                <a:gd name="csY12" fmla="*/ 0 h 3344"/>
                <a:gd name="csX13" fmla="*/ 1911 w 11465"/>
                <a:gd name="csY13" fmla="*/ 478 h 3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465" h="3344">
                  <a:moveTo>
                    <a:pt x="1911" y="478"/>
                  </a:moveTo>
                  <a:lnTo>
                    <a:pt x="5733" y="956"/>
                  </a:lnTo>
                  <a:lnTo>
                    <a:pt x="6688" y="478"/>
                  </a:lnTo>
                  <a:lnTo>
                    <a:pt x="7644" y="956"/>
                  </a:lnTo>
                  <a:lnTo>
                    <a:pt x="10988" y="1433"/>
                  </a:lnTo>
                  <a:lnTo>
                    <a:pt x="11465" y="1433"/>
                  </a:lnTo>
                  <a:lnTo>
                    <a:pt x="10988" y="2389"/>
                  </a:lnTo>
                  <a:lnTo>
                    <a:pt x="8599" y="3344"/>
                  </a:lnTo>
                  <a:lnTo>
                    <a:pt x="5733" y="2389"/>
                  </a:lnTo>
                  <a:lnTo>
                    <a:pt x="0" y="2389"/>
                  </a:lnTo>
                  <a:lnTo>
                    <a:pt x="478" y="1433"/>
                  </a:lnTo>
                  <a:lnTo>
                    <a:pt x="955" y="956"/>
                  </a:lnTo>
                  <a:lnTo>
                    <a:pt x="955" y="0"/>
                  </a:lnTo>
                  <a:lnTo>
                    <a:pt x="1911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4" name="Freeform 5643">
              <a:extLst>
                <a:ext uri="{FF2B5EF4-FFF2-40B4-BE49-F238E27FC236}">
                  <a16:creationId xmlns:a16="http://schemas.microsoft.com/office/drawing/2014/main" id="{0798EBC7-C019-BC53-7D8D-B95BBAE6F7E9}"/>
                </a:ext>
              </a:extLst>
            </p:cNvPr>
            <p:cNvSpPr/>
            <p:nvPr/>
          </p:nvSpPr>
          <p:spPr>
            <a:xfrm>
              <a:off x="2776257" y="4345546"/>
              <a:ext cx="13854" cy="8599"/>
            </a:xfrm>
            <a:custGeom>
              <a:avLst/>
              <a:gdLst>
                <a:gd name="csX0" fmla="*/ 4300 w 13854"/>
                <a:gd name="csY0" fmla="*/ 1911 h 8599"/>
                <a:gd name="csX1" fmla="*/ 4777 w 13854"/>
                <a:gd name="csY1" fmla="*/ 2389 h 8599"/>
                <a:gd name="csX2" fmla="*/ 6688 w 13854"/>
                <a:gd name="csY2" fmla="*/ 1911 h 8599"/>
                <a:gd name="csX3" fmla="*/ 8121 w 13854"/>
                <a:gd name="csY3" fmla="*/ 1433 h 8599"/>
                <a:gd name="csX4" fmla="*/ 10988 w 13854"/>
                <a:gd name="csY4" fmla="*/ 2866 h 8599"/>
                <a:gd name="csX5" fmla="*/ 11943 w 13854"/>
                <a:gd name="csY5" fmla="*/ 3822 h 8599"/>
                <a:gd name="csX6" fmla="*/ 13376 w 13854"/>
                <a:gd name="csY6" fmla="*/ 4777 h 8599"/>
                <a:gd name="csX7" fmla="*/ 13854 w 13854"/>
                <a:gd name="csY7" fmla="*/ 5255 h 8599"/>
                <a:gd name="csX8" fmla="*/ 13376 w 13854"/>
                <a:gd name="csY8" fmla="*/ 6210 h 8599"/>
                <a:gd name="csX9" fmla="*/ 11943 w 13854"/>
                <a:gd name="csY9" fmla="*/ 7644 h 8599"/>
                <a:gd name="csX10" fmla="*/ 9077 w 13854"/>
                <a:gd name="csY10" fmla="*/ 7644 h 8599"/>
                <a:gd name="csX11" fmla="*/ 7644 w 13854"/>
                <a:gd name="csY11" fmla="*/ 8599 h 8599"/>
                <a:gd name="csX12" fmla="*/ 5733 w 13854"/>
                <a:gd name="csY12" fmla="*/ 8121 h 8599"/>
                <a:gd name="csX13" fmla="*/ 5255 w 13854"/>
                <a:gd name="csY13" fmla="*/ 8121 h 8599"/>
                <a:gd name="csX14" fmla="*/ 4777 w 13854"/>
                <a:gd name="csY14" fmla="*/ 6210 h 8599"/>
                <a:gd name="csX15" fmla="*/ 4300 w 13854"/>
                <a:gd name="csY15" fmla="*/ 4300 h 8599"/>
                <a:gd name="csX16" fmla="*/ 2866 w 13854"/>
                <a:gd name="csY16" fmla="*/ 4777 h 8599"/>
                <a:gd name="csX17" fmla="*/ 1433 w 13854"/>
                <a:gd name="csY17" fmla="*/ 4300 h 8599"/>
                <a:gd name="csX18" fmla="*/ 0 w 13854"/>
                <a:gd name="csY18" fmla="*/ 2389 h 8599"/>
                <a:gd name="csX19" fmla="*/ 0 w 13854"/>
                <a:gd name="csY19" fmla="*/ 1433 h 8599"/>
                <a:gd name="csX20" fmla="*/ 955 w 13854"/>
                <a:gd name="csY20" fmla="*/ 0 h 8599"/>
                <a:gd name="csX21" fmla="*/ 2389 w 13854"/>
                <a:gd name="csY21" fmla="*/ 0 h 8599"/>
                <a:gd name="csX22" fmla="*/ 3344 w 13854"/>
                <a:gd name="csY22" fmla="*/ 956 h 8599"/>
                <a:gd name="csX23" fmla="*/ 4300 w 13854"/>
                <a:gd name="csY23" fmla="*/ 1911 h 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3854" h="8599">
                  <a:moveTo>
                    <a:pt x="4300" y="1911"/>
                  </a:moveTo>
                  <a:lnTo>
                    <a:pt x="4777" y="2389"/>
                  </a:lnTo>
                  <a:lnTo>
                    <a:pt x="6688" y="1911"/>
                  </a:lnTo>
                  <a:lnTo>
                    <a:pt x="8121" y="1433"/>
                  </a:lnTo>
                  <a:lnTo>
                    <a:pt x="10988" y="2866"/>
                  </a:lnTo>
                  <a:lnTo>
                    <a:pt x="11943" y="3822"/>
                  </a:lnTo>
                  <a:lnTo>
                    <a:pt x="13376" y="4777"/>
                  </a:lnTo>
                  <a:lnTo>
                    <a:pt x="13854" y="5255"/>
                  </a:lnTo>
                  <a:lnTo>
                    <a:pt x="13376" y="6210"/>
                  </a:lnTo>
                  <a:lnTo>
                    <a:pt x="11943" y="7644"/>
                  </a:lnTo>
                  <a:lnTo>
                    <a:pt x="9077" y="7644"/>
                  </a:lnTo>
                  <a:lnTo>
                    <a:pt x="7644" y="8599"/>
                  </a:lnTo>
                  <a:lnTo>
                    <a:pt x="5733" y="8121"/>
                  </a:lnTo>
                  <a:lnTo>
                    <a:pt x="5255" y="8121"/>
                  </a:lnTo>
                  <a:lnTo>
                    <a:pt x="4777" y="6210"/>
                  </a:lnTo>
                  <a:lnTo>
                    <a:pt x="4300" y="4300"/>
                  </a:lnTo>
                  <a:lnTo>
                    <a:pt x="2866" y="4777"/>
                  </a:lnTo>
                  <a:lnTo>
                    <a:pt x="1433" y="4300"/>
                  </a:lnTo>
                  <a:lnTo>
                    <a:pt x="0" y="2389"/>
                  </a:lnTo>
                  <a:lnTo>
                    <a:pt x="0" y="1433"/>
                  </a:lnTo>
                  <a:lnTo>
                    <a:pt x="955" y="0"/>
                  </a:lnTo>
                  <a:lnTo>
                    <a:pt x="2389" y="0"/>
                  </a:lnTo>
                  <a:lnTo>
                    <a:pt x="3344" y="956"/>
                  </a:lnTo>
                  <a:lnTo>
                    <a:pt x="4300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5" name="Freeform 5644">
              <a:extLst>
                <a:ext uri="{FF2B5EF4-FFF2-40B4-BE49-F238E27FC236}">
                  <a16:creationId xmlns:a16="http://schemas.microsoft.com/office/drawing/2014/main" id="{48B65382-91E1-05ED-3092-75870365D104}"/>
                </a:ext>
              </a:extLst>
            </p:cNvPr>
            <p:cNvSpPr/>
            <p:nvPr/>
          </p:nvSpPr>
          <p:spPr>
            <a:xfrm>
              <a:off x="2769091" y="4347458"/>
              <a:ext cx="4777" cy="3821"/>
            </a:xfrm>
            <a:custGeom>
              <a:avLst/>
              <a:gdLst>
                <a:gd name="csX0" fmla="*/ 4300 w 4777"/>
                <a:gd name="csY0" fmla="*/ 3344 h 3821"/>
                <a:gd name="csX1" fmla="*/ 2866 w 4777"/>
                <a:gd name="csY1" fmla="*/ 3822 h 3821"/>
                <a:gd name="csX2" fmla="*/ 1911 w 4777"/>
                <a:gd name="csY2" fmla="*/ 3344 h 3821"/>
                <a:gd name="csX3" fmla="*/ 1433 w 4777"/>
                <a:gd name="csY3" fmla="*/ 1911 h 3821"/>
                <a:gd name="csX4" fmla="*/ 0 w 4777"/>
                <a:gd name="csY4" fmla="*/ 478 h 3821"/>
                <a:gd name="csX5" fmla="*/ 2389 w 4777"/>
                <a:gd name="csY5" fmla="*/ 0 h 3821"/>
                <a:gd name="csX6" fmla="*/ 3344 w 4777"/>
                <a:gd name="csY6" fmla="*/ 478 h 3821"/>
                <a:gd name="csX7" fmla="*/ 4300 w 4777"/>
                <a:gd name="csY7" fmla="*/ 955 h 3821"/>
                <a:gd name="csX8" fmla="*/ 4777 w 4777"/>
                <a:gd name="csY8" fmla="*/ 1911 h 3821"/>
                <a:gd name="csX9" fmla="*/ 4300 w 4777"/>
                <a:gd name="csY9" fmla="*/ 3344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77" h="3821">
                  <a:moveTo>
                    <a:pt x="4300" y="3344"/>
                  </a:moveTo>
                  <a:lnTo>
                    <a:pt x="2866" y="3822"/>
                  </a:lnTo>
                  <a:lnTo>
                    <a:pt x="1911" y="3344"/>
                  </a:lnTo>
                  <a:lnTo>
                    <a:pt x="1433" y="1911"/>
                  </a:lnTo>
                  <a:lnTo>
                    <a:pt x="0" y="478"/>
                  </a:lnTo>
                  <a:lnTo>
                    <a:pt x="2389" y="0"/>
                  </a:lnTo>
                  <a:lnTo>
                    <a:pt x="3344" y="478"/>
                  </a:lnTo>
                  <a:lnTo>
                    <a:pt x="4300" y="955"/>
                  </a:lnTo>
                  <a:lnTo>
                    <a:pt x="4777" y="1911"/>
                  </a:lnTo>
                  <a:lnTo>
                    <a:pt x="4300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6" name="Freeform 5645">
              <a:extLst>
                <a:ext uri="{FF2B5EF4-FFF2-40B4-BE49-F238E27FC236}">
                  <a16:creationId xmlns:a16="http://schemas.microsoft.com/office/drawing/2014/main" id="{D2CAA3F3-191D-AD18-629F-EE87F044CFB9}"/>
                </a:ext>
              </a:extLst>
            </p:cNvPr>
            <p:cNvSpPr/>
            <p:nvPr/>
          </p:nvSpPr>
          <p:spPr>
            <a:xfrm>
              <a:off x="2789156" y="4360356"/>
              <a:ext cx="24841" cy="24841"/>
            </a:xfrm>
            <a:custGeom>
              <a:avLst/>
              <a:gdLst>
                <a:gd name="csX0" fmla="*/ 9077 w 24841"/>
                <a:gd name="csY0" fmla="*/ 23886 h 24841"/>
                <a:gd name="csX1" fmla="*/ 8599 w 24841"/>
                <a:gd name="csY1" fmla="*/ 24842 h 24841"/>
                <a:gd name="csX2" fmla="*/ 7166 w 24841"/>
                <a:gd name="csY2" fmla="*/ 24842 h 24841"/>
                <a:gd name="csX3" fmla="*/ 3344 w 24841"/>
                <a:gd name="csY3" fmla="*/ 22931 h 24841"/>
                <a:gd name="csX4" fmla="*/ 2866 w 24841"/>
                <a:gd name="csY4" fmla="*/ 21976 h 24841"/>
                <a:gd name="csX5" fmla="*/ 2866 w 24841"/>
                <a:gd name="csY5" fmla="*/ 17198 h 24841"/>
                <a:gd name="csX6" fmla="*/ 1433 w 24841"/>
                <a:gd name="csY6" fmla="*/ 12899 h 24841"/>
                <a:gd name="csX7" fmla="*/ 0 w 24841"/>
                <a:gd name="csY7" fmla="*/ 10032 h 24841"/>
                <a:gd name="csX8" fmla="*/ 956 w 24841"/>
                <a:gd name="csY8" fmla="*/ 8599 h 24841"/>
                <a:gd name="csX9" fmla="*/ 2866 w 24841"/>
                <a:gd name="csY9" fmla="*/ 7166 h 24841"/>
                <a:gd name="csX10" fmla="*/ 4300 w 24841"/>
                <a:gd name="csY10" fmla="*/ 4777 h 24841"/>
                <a:gd name="csX11" fmla="*/ 2866 w 24841"/>
                <a:gd name="csY11" fmla="*/ 1911 h 24841"/>
                <a:gd name="csX12" fmla="*/ 3344 w 24841"/>
                <a:gd name="csY12" fmla="*/ 0 h 24841"/>
                <a:gd name="csX13" fmla="*/ 4300 w 24841"/>
                <a:gd name="csY13" fmla="*/ 0 h 24841"/>
                <a:gd name="csX14" fmla="*/ 8599 w 24841"/>
                <a:gd name="csY14" fmla="*/ 1911 h 24841"/>
                <a:gd name="csX15" fmla="*/ 16721 w 24841"/>
                <a:gd name="csY15" fmla="*/ 5255 h 24841"/>
                <a:gd name="csX16" fmla="*/ 19109 w 24841"/>
                <a:gd name="csY16" fmla="*/ 7644 h 24841"/>
                <a:gd name="csX17" fmla="*/ 19587 w 24841"/>
                <a:gd name="csY17" fmla="*/ 10032 h 24841"/>
                <a:gd name="csX18" fmla="*/ 21020 w 24841"/>
                <a:gd name="csY18" fmla="*/ 10510 h 24841"/>
                <a:gd name="csX19" fmla="*/ 21498 w 24841"/>
                <a:gd name="csY19" fmla="*/ 11943 h 24841"/>
                <a:gd name="csX20" fmla="*/ 23886 w 24841"/>
                <a:gd name="csY20" fmla="*/ 13377 h 24841"/>
                <a:gd name="csX21" fmla="*/ 24842 w 24841"/>
                <a:gd name="csY21" fmla="*/ 14332 h 24841"/>
                <a:gd name="csX22" fmla="*/ 23886 w 24841"/>
                <a:gd name="csY22" fmla="*/ 15765 h 24841"/>
                <a:gd name="csX23" fmla="*/ 19587 w 24841"/>
                <a:gd name="csY23" fmla="*/ 18154 h 24841"/>
                <a:gd name="csX24" fmla="*/ 14810 w 24841"/>
                <a:gd name="csY24" fmla="*/ 19587 h 24841"/>
                <a:gd name="csX25" fmla="*/ 10032 w 24841"/>
                <a:gd name="csY25" fmla="*/ 22453 h 24841"/>
                <a:gd name="csX26" fmla="*/ 9077 w 24841"/>
                <a:gd name="csY26" fmla="*/ 23886 h 24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4841" h="24841">
                  <a:moveTo>
                    <a:pt x="9077" y="23886"/>
                  </a:moveTo>
                  <a:lnTo>
                    <a:pt x="8599" y="24842"/>
                  </a:lnTo>
                  <a:lnTo>
                    <a:pt x="7166" y="24842"/>
                  </a:lnTo>
                  <a:lnTo>
                    <a:pt x="3344" y="22931"/>
                  </a:lnTo>
                  <a:lnTo>
                    <a:pt x="2866" y="21976"/>
                  </a:lnTo>
                  <a:lnTo>
                    <a:pt x="2866" y="17198"/>
                  </a:lnTo>
                  <a:lnTo>
                    <a:pt x="1433" y="12899"/>
                  </a:lnTo>
                  <a:lnTo>
                    <a:pt x="0" y="10032"/>
                  </a:lnTo>
                  <a:lnTo>
                    <a:pt x="956" y="8599"/>
                  </a:lnTo>
                  <a:lnTo>
                    <a:pt x="2866" y="7166"/>
                  </a:lnTo>
                  <a:lnTo>
                    <a:pt x="4300" y="4777"/>
                  </a:lnTo>
                  <a:lnTo>
                    <a:pt x="2866" y="1911"/>
                  </a:lnTo>
                  <a:lnTo>
                    <a:pt x="3344" y="0"/>
                  </a:lnTo>
                  <a:lnTo>
                    <a:pt x="4300" y="0"/>
                  </a:lnTo>
                  <a:lnTo>
                    <a:pt x="8599" y="1911"/>
                  </a:lnTo>
                  <a:lnTo>
                    <a:pt x="16721" y="5255"/>
                  </a:lnTo>
                  <a:lnTo>
                    <a:pt x="19109" y="7644"/>
                  </a:lnTo>
                  <a:lnTo>
                    <a:pt x="19587" y="10032"/>
                  </a:lnTo>
                  <a:lnTo>
                    <a:pt x="21020" y="10510"/>
                  </a:lnTo>
                  <a:lnTo>
                    <a:pt x="21498" y="11943"/>
                  </a:lnTo>
                  <a:lnTo>
                    <a:pt x="23886" y="13377"/>
                  </a:lnTo>
                  <a:lnTo>
                    <a:pt x="24842" y="14332"/>
                  </a:lnTo>
                  <a:lnTo>
                    <a:pt x="23886" y="15765"/>
                  </a:lnTo>
                  <a:lnTo>
                    <a:pt x="19587" y="18154"/>
                  </a:lnTo>
                  <a:lnTo>
                    <a:pt x="14810" y="19587"/>
                  </a:lnTo>
                  <a:lnTo>
                    <a:pt x="10032" y="22453"/>
                  </a:lnTo>
                  <a:lnTo>
                    <a:pt x="9077" y="2388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7" name="Freeform 5646">
              <a:extLst>
                <a:ext uri="{FF2B5EF4-FFF2-40B4-BE49-F238E27FC236}">
                  <a16:creationId xmlns:a16="http://schemas.microsoft.com/office/drawing/2014/main" id="{B5634841-076E-1AD2-AC63-89508062E53C}"/>
                </a:ext>
              </a:extLst>
            </p:cNvPr>
            <p:cNvSpPr/>
            <p:nvPr/>
          </p:nvSpPr>
          <p:spPr>
            <a:xfrm>
              <a:off x="4724916" y="5305783"/>
              <a:ext cx="105100" cy="103667"/>
            </a:xfrm>
            <a:custGeom>
              <a:avLst/>
              <a:gdLst>
                <a:gd name="csX0" fmla="*/ 97935 w 105100"/>
                <a:gd name="csY0" fmla="*/ 64016 h 103667"/>
                <a:gd name="csX1" fmla="*/ 97457 w 105100"/>
                <a:gd name="csY1" fmla="*/ 64016 h 103667"/>
                <a:gd name="csX2" fmla="*/ 97457 w 105100"/>
                <a:gd name="csY2" fmla="*/ 65449 h 103667"/>
                <a:gd name="csX3" fmla="*/ 97457 w 105100"/>
                <a:gd name="csY3" fmla="*/ 72615 h 103667"/>
                <a:gd name="csX4" fmla="*/ 96979 w 105100"/>
                <a:gd name="csY4" fmla="*/ 75004 h 103667"/>
                <a:gd name="csX5" fmla="*/ 97457 w 105100"/>
                <a:gd name="csY5" fmla="*/ 75959 h 103667"/>
                <a:gd name="csX6" fmla="*/ 97457 w 105100"/>
                <a:gd name="csY6" fmla="*/ 76437 h 103667"/>
                <a:gd name="csX7" fmla="*/ 98412 w 105100"/>
                <a:gd name="csY7" fmla="*/ 76914 h 103667"/>
                <a:gd name="csX8" fmla="*/ 99846 w 105100"/>
                <a:gd name="csY8" fmla="*/ 77392 h 103667"/>
                <a:gd name="csX9" fmla="*/ 100323 w 105100"/>
                <a:gd name="csY9" fmla="*/ 77870 h 103667"/>
                <a:gd name="csX10" fmla="*/ 99368 w 105100"/>
                <a:gd name="csY10" fmla="*/ 78348 h 103667"/>
                <a:gd name="csX11" fmla="*/ 98412 w 105100"/>
                <a:gd name="csY11" fmla="*/ 79781 h 103667"/>
                <a:gd name="csX12" fmla="*/ 96979 w 105100"/>
                <a:gd name="csY12" fmla="*/ 83603 h 103667"/>
                <a:gd name="csX13" fmla="*/ 93157 w 105100"/>
                <a:gd name="csY13" fmla="*/ 88858 h 103667"/>
                <a:gd name="csX14" fmla="*/ 92202 w 105100"/>
                <a:gd name="csY14" fmla="*/ 91724 h 103667"/>
                <a:gd name="csX15" fmla="*/ 87902 w 105100"/>
                <a:gd name="csY15" fmla="*/ 94590 h 103667"/>
                <a:gd name="csX16" fmla="*/ 84558 w 105100"/>
                <a:gd name="csY16" fmla="*/ 97935 h 103667"/>
                <a:gd name="csX17" fmla="*/ 82647 w 105100"/>
                <a:gd name="csY17" fmla="*/ 97935 h 103667"/>
                <a:gd name="csX18" fmla="*/ 80736 w 105100"/>
                <a:gd name="csY18" fmla="*/ 99368 h 103667"/>
                <a:gd name="csX19" fmla="*/ 70226 w 105100"/>
                <a:gd name="csY19" fmla="*/ 103667 h 103667"/>
                <a:gd name="csX20" fmla="*/ 66405 w 105100"/>
                <a:gd name="csY20" fmla="*/ 102712 h 103667"/>
                <a:gd name="csX21" fmla="*/ 63538 w 105100"/>
                <a:gd name="csY21" fmla="*/ 102712 h 103667"/>
                <a:gd name="csX22" fmla="*/ 60672 w 105100"/>
                <a:gd name="csY22" fmla="*/ 100801 h 103667"/>
                <a:gd name="csX23" fmla="*/ 54939 w 105100"/>
                <a:gd name="csY23" fmla="*/ 100323 h 103667"/>
                <a:gd name="csX24" fmla="*/ 51117 w 105100"/>
                <a:gd name="csY24" fmla="*/ 101279 h 103667"/>
                <a:gd name="csX25" fmla="*/ 45862 w 105100"/>
                <a:gd name="csY25" fmla="*/ 103189 h 103667"/>
                <a:gd name="csX26" fmla="*/ 44429 w 105100"/>
                <a:gd name="csY26" fmla="*/ 103189 h 103667"/>
                <a:gd name="csX27" fmla="*/ 43473 w 105100"/>
                <a:gd name="csY27" fmla="*/ 103189 h 103667"/>
                <a:gd name="csX28" fmla="*/ 40607 w 105100"/>
                <a:gd name="csY28" fmla="*/ 102234 h 103667"/>
                <a:gd name="csX29" fmla="*/ 39174 w 105100"/>
                <a:gd name="csY29" fmla="*/ 100323 h 103667"/>
                <a:gd name="csX30" fmla="*/ 31530 w 105100"/>
                <a:gd name="csY30" fmla="*/ 97935 h 103667"/>
                <a:gd name="csX31" fmla="*/ 25320 w 105100"/>
                <a:gd name="csY31" fmla="*/ 93157 h 103667"/>
                <a:gd name="csX32" fmla="*/ 17676 w 105100"/>
                <a:gd name="csY32" fmla="*/ 93157 h 103667"/>
                <a:gd name="csX33" fmla="*/ 11943 w 105100"/>
                <a:gd name="csY33" fmla="*/ 93635 h 103667"/>
                <a:gd name="csX34" fmla="*/ 10988 w 105100"/>
                <a:gd name="csY34" fmla="*/ 93157 h 103667"/>
                <a:gd name="csX35" fmla="*/ 10510 w 105100"/>
                <a:gd name="csY35" fmla="*/ 91724 h 103667"/>
                <a:gd name="csX36" fmla="*/ 9555 w 105100"/>
                <a:gd name="csY36" fmla="*/ 89813 h 103667"/>
                <a:gd name="csX37" fmla="*/ 4300 w 105100"/>
                <a:gd name="csY37" fmla="*/ 85514 h 103667"/>
                <a:gd name="csX38" fmla="*/ 478 w 105100"/>
                <a:gd name="csY38" fmla="*/ 81214 h 103667"/>
                <a:gd name="csX39" fmla="*/ 0 w 105100"/>
                <a:gd name="csY39" fmla="*/ 76914 h 103667"/>
                <a:gd name="csX40" fmla="*/ 478 w 105100"/>
                <a:gd name="csY40" fmla="*/ 72615 h 103667"/>
                <a:gd name="csX41" fmla="*/ 1433 w 105100"/>
                <a:gd name="csY41" fmla="*/ 67360 h 103667"/>
                <a:gd name="csX42" fmla="*/ 1433 w 105100"/>
                <a:gd name="csY42" fmla="*/ 65449 h 103667"/>
                <a:gd name="csX43" fmla="*/ 2866 w 105100"/>
                <a:gd name="csY43" fmla="*/ 64493 h 103667"/>
                <a:gd name="csX44" fmla="*/ 4300 w 105100"/>
                <a:gd name="csY44" fmla="*/ 64493 h 103667"/>
                <a:gd name="csX45" fmla="*/ 5733 w 105100"/>
                <a:gd name="csY45" fmla="*/ 63060 h 103667"/>
                <a:gd name="csX46" fmla="*/ 6688 w 105100"/>
                <a:gd name="csY46" fmla="*/ 60672 h 103667"/>
                <a:gd name="csX47" fmla="*/ 7166 w 105100"/>
                <a:gd name="csY47" fmla="*/ 59239 h 103667"/>
                <a:gd name="csX48" fmla="*/ 6210 w 105100"/>
                <a:gd name="csY48" fmla="*/ 56372 h 103667"/>
                <a:gd name="csX49" fmla="*/ 5255 w 105100"/>
                <a:gd name="csY49" fmla="*/ 52073 h 103667"/>
                <a:gd name="csX50" fmla="*/ 4777 w 105100"/>
                <a:gd name="csY50" fmla="*/ 50162 h 103667"/>
                <a:gd name="csX51" fmla="*/ 6210 w 105100"/>
                <a:gd name="csY51" fmla="*/ 46817 h 103667"/>
                <a:gd name="csX52" fmla="*/ 6210 w 105100"/>
                <a:gd name="csY52" fmla="*/ 45384 h 103667"/>
                <a:gd name="csX53" fmla="*/ 5255 w 105100"/>
                <a:gd name="csY53" fmla="*/ 43951 h 103667"/>
                <a:gd name="csX54" fmla="*/ 5255 w 105100"/>
                <a:gd name="csY54" fmla="*/ 42518 h 103667"/>
                <a:gd name="csX55" fmla="*/ 5733 w 105100"/>
                <a:gd name="csY55" fmla="*/ 41085 h 103667"/>
                <a:gd name="csX56" fmla="*/ 5255 w 105100"/>
                <a:gd name="csY56" fmla="*/ 39651 h 103667"/>
                <a:gd name="csX57" fmla="*/ 4777 w 105100"/>
                <a:gd name="csY57" fmla="*/ 38696 h 103667"/>
                <a:gd name="csX58" fmla="*/ 5255 w 105100"/>
                <a:gd name="csY58" fmla="*/ 37263 h 103667"/>
                <a:gd name="csX59" fmla="*/ 6688 w 105100"/>
                <a:gd name="csY59" fmla="*/ 36307 h 103667"/>
                <a:gd name="csX60" fmla="*/ 7644 w 105100"/>
                <a:gd name="csY60" fmla="*/ 35352 h 103667"/>
                <a:gd name="csX61" fmla="*/ 8599 w 105100"/>
                <a:gd name="csY61" fmla="*/ 33441 h 103667"/>
                <a:gd name="csX62" fmla="*/ 8599 w 105100"/>
                <a:gd name="csY62" fmla="*/ 33441 h 103667"/>
                <a:gd name="csX63" fmla="*/ 9077 w 105100"/>
                <a:gd name="csY63" fmla="*/ 32008 h 103667"/>
                <a:gd name="csX64" fmla="*/ 9077 w 105100"/>
                <a:gd name="csY64" fmla="*/ 31052 h 103667"/>
                <a:gd name="csX65" fmla="*/ 9077 w 105100"/>
                <a:gd name="csY65" fmla="*/ 31052 h 103667"/>
                <a:gd name="csX66" fmla="*/ 8599 w 105100"/>
                <a:gd name="csY66" fmla="*/ 30097 h 103667"/>
                <a:gd name="csX67" fmla="*/ 7644 w 105100"/>
                <a:gd name="csY67" fmla="*/ 29141 h 103667"/>
                <a:gd name="csX68" fmla="*/ 8121 w 105100"/>
                <a:gd name="csY68" fmla="*/ 27708 h 103667"/>
                <a:gd name="csX69" fmla="*/ 9555 w 105100"/>
                <a:gd name="csY69" fmla="*/ 25320 h 103667"/>
                <a:gd name="csX70" fmla="*/ 10510 w 105100"/>
                <a:gd name="csY70" fmla="*/ 22931 h 103667"/>
                <a:gd name="csX71" fmla="*/ 10988 w 105100"/>
                <a:gd name="csY71" fmla="*/ 22931 h 103667"/>
                <a:gd name="csX72" fmla="*/ 10988 w 105100"/>
                <a:gd name="csY72" fmla="*/ 21498 h 103667"/>
                <a:gd name="csX73" fmla="*/ 10988 w 105100"/>
                <a:gd name="csY73" fmla="*/ 21020 h 103667"/>
                <a:gd name="csX74" fmla="*/ 10988 w 105100"/>
                <a:gd name="csY74" fmla="*/ 19587 h 103667"/>
                <a:gd name="csX75" fmla="*/ 10510 w 105100"/>
                <a:gd name="csY75" fmla="*/ 18154 h 103667"/>
                <a:gd name="csX76" fmla="*/ 10988 w 105100"/>
                <a:gd name="csY76" fmla="*/ 17676 h 103667"/>
                <a:gd name="csX77" fmla="*/ 10988 w 105100"/>
                <a:gd name="csY77" fmla="*/ 17676 h 103667"/>
                <a:gd name="csX78" fmla="*/ 11943 w 105100"/>
                <a:gd name="csY78" fmla="*/ 17198 h 103667"/>
                <a:gd name="csX79" fmla="*/ 12421 w 105100"/>
                <a:gd name="csY79" fmla="*/ 15765 h 103667"/>
                <a:gd name="csX80" fmla="*/ 12421 w 105100"/>
                <a:gd name="csY80" fmla="*/ 15765 h 103667"/>
                <a:gd name="csX81" fmla="*/ 12421 w 105100"/>
                <a:gd name="csY81" fmla="*/ 12899 h 103667"/>
                <a:gd name="csX82" fmla="*/ 10988 w 105100"/>
                <a:gd name="csY82" fmla="*/ 10032 h 103667"/>
                <a:gd name="csX83" fmla="*/ 11943 w 105100"/>
                <a:gd name="csY83" fmla="*/ 8121 h 103667"/>
                <a:gd name="csX84" fmla="*/ 14332 w 105100"/>
                <a:gd name="csY84" fmla="*/ 5733 h 103667"/>
                <a:gd name="csX85" fmla="*/ 15765 w 105100"/>
                <a:gd name="csY85" fmla="*/ 3822 h 103667"/>
                <a:gd name="csX86" fmla="*/ 15765 w 105100"/>
                <a:gd name="csY86" fmla="*/ 3822 h 103667"/>
                <a:gd name="csX87" fmla="*/ 15765 w 105100"/>
                <a:gd name="csY87" fmla="*/ 2389 h 103667"/>
                <a:gd name="csX88" fmla="*/ 16243 w 105100"/>
                <a:gd name="csY88" fmla="*/ 1911 h 103667"/>
                <a:gd name="csX89" fmla="*/ 16243 w 105100"/>
                <a:gd name="csY89" fmla="*/ 1911 h 103667"/>
                <a:gd name="csX90" fmla="*/ 17676 w 105100"/>
                <a:gd name="csY90" fmla="*/ 3344 h 103667"/>
                <a:gd name="csX91" fmla="*/ 21020 w 105100"/>
                <a:gd name="csY91" fmla="*/ 3822 h 103667"/>
                <a:gd name="csX92" fmla="*/ 24364 w 105100"/>
                <a:gd name="csY92" fmla="*/ 3822 h 103667"/>
                <a:gd name="csX93" fmla="*/ 24364 w 105100"/>
                <a:gd name="csY93" fmla="*/ 3822 h 103667"/>
                <a:gd name="csX94" fmla="*/ 24842 w 105100"/>
                <a:gd name="csY94" fmla="*/ 3344 h 103667"/>
                <a:gd name="csX95" fmla="*/ 26275 w 105100"/>
                <a:gd name="csY95" fmla="*/ 956 h 103667"/>
                <a:gd name="csX96" fmla="*/ 26275 w 105100"/>
                <a:gd name="csY96" fmla="*/ 956 h 103667"/>
                <a:gd name="csX97" fmla="*/ 27708 w 105100"/>
                <a:gd name="csY97" fmla="*/ 0 h 103667"/>
                <a:gd name="csX98" fmla="*/ 29619 w 105100"/>
                <a:gd name="csY98" fmla="*/ 0 h 103667"/>
                <a:gd name="csX99" fmla="*/ 32008 w 105100"/>
                <a:gd name="csY99" fmla="*/ 0 h 103667"/>
                <a:gd name="csX100" fmla="*/ 33919 w 105100"/>
                <a:gd name="csY100" fmla="*/ 1911 h 103667"/>
                <a:gd name="csX101" fmla="*/ 40129 w 105100"/>
                <a:gd name="csY101" fmla="*/ 7166 h 103667"/>
                <a:gd name="csX102" fmla="*/ 44907 w 105100"/>
                <a:gd name="csY102" fmla="*/ 10988 h 103667"/>
                <a:gd name="csX103" fmla="*/ 46340 w 105100"/>
                <a:gd name="csY103" fmla="*/ 12899 h 103667"/>
                <a:gd name="csX104" fmla="*/ 47295 w 105100"/>
                <a:gd name="csY104" fmla="*/ 14332 h 103667"/>
                <a:gd name="csX105" fmla="*/ 48251 w 105100"/>
                <a:gd name="csY105" fmla="*/ 15287 h 103667"/>
                <a:gd name="csX106" fmla="*/ 47773 w 105100"/>
                <a:gd name="csY106" fmla="*/ 18632 h 103667"/>
                <a:gd name="csX107" fmla="*/ 47773 w 105100"/>
                <a:gd name="csY107" fmla="*/ 20065 h 103667"/>
                <a:gd name="csX108" fmla="*/ 48251 w 105100"/>
                <a:gd name="csY108" fmla="*/ 20542 h 103667"/>
                <a:gd name="csX109" fmla="*/ 49206 w 105100"/>
                <a:gd name="csY109" fmla="*/ 20542 h 103667"/>
                <a:gd name="csX110" fmla="*/ 50639 w 105100"/>
                <a:gd name="csY110" fmla="*/ 20542 h 103667"/>
                <a:gd name="csX111" fmla="*/ 51117 w 105100"/>
                <a:gd name="csY111" fmla="*/ 20065 h 103667"/>
                <a:gd name="csX112" fmla="*/ 52073 w 105100"/>
                <a:gd name="csY112" fmla="*/ 19587 h 103667"/>
                <a:gd name="csX113" fmla="*/ 53028 w 105100"/>
                <a:gd name="csY113" fmla="*/ 18632 h 103667"/>
                <a:gd name="csX114" fmla="*/ 53028 w 105100"/>
                <a:gd name="csY114" fmla="*/ 18632 h 103667"/>
                <a:gd name="csX115" fmla="*/ 53983 w 105100"/>
                <a:gd name="csY115" fmla="*/ 17676 h 103667"/>
                <a:gd name="csX116" fmla="*/ 54939 w 105100"/>
                <a:gd name="csY116" fmla="*/ 17198 h 103667"/>
                <a:gd name="csX117" fmla="*/ 54939 w 105100"/>
                <a:gd name="csY117" fmla="*/ 17198 h 103667"/>
                <a:gd name="csX118" fmla="*/ 55416 w 105100"/>
                <a:gd name="csY118" fmla="*/ 16721 h 103667"/>
                <a:gd name="csX119" fmla="*/ 55894 w 105100"/>
                <a:gd name="csY119" fmla="*/ 15765 h 103667"/>
                <a:gd name="csX120" fmla="*/ 55894 w 105100"/>
                <a:gd name="csY120" fmla="*/ 15765 h 103667"/>
                <a:gd name="csX121" fmla="*/ 56372 w 105100"/>
                <a:gd name="csY121" fmla="*/ 15765 h 103667"/>
                <a:gd name="csX122" fmla="*/ 56850 w 105100"/>
                <a:gd name="csY122" fmla="*/ 16243 h 103667"/>
                <a:gd name="csX123" fmla="*/ 59239 w 105100"/>
                <a:gd name="csY123" fmla="*/ 18154 h 103667"/>
                <a:gd name="csX124" fmla="*/ 60672 w 105100"/>
                <a:gd name="csY124" fmla="*/ 19587 h 103667"/>
                <a:gd name="csX125" fmla="*/ 61149 w 105100"/>
                <a:gd name="csY125" fmla="*/ 21020 h 103667"/>
                <a:gd name="csX126" fmla="*/ 62105 w 105100"/>
                <a:gd name="csY126" fmla="*/ 21975 h 103667"/>
                <a:gd name="csX127" fmla="*/ 62582 w 105100"/>
                <a:gd name="csY127" fmla="*/ 22931 h 103667"/>
                <a:gd name="csX128" fmla="*/ 63060 w 105100"/>
                <a:gd name="csY128" fmla="*/ 23409 h 103667"/>
                <a:gd name="csX129" fmla="*/ 64493 w 105100"/>
                <a:gd name="csY129" fmla="*/ 24842 h 103667"/>
                <a:gd name="csX130" fmla="*/ 66405 w 105100"/>
                <a:gd name="csY130" fmla="*/ 25320 h 103667"/>
                <a:gd name="csX131" fmla="*/ 66405 w 105100"/>
                <a:gd name="csY131" fmla="*/ 25320 h 103667"/>
                <a:gd name="csX132" fmla="*/ 67360 w 105100"/>
                <a:gd name="csY132" fmla="*/ 24842 h 103667"/>
                <a:gd name="csX133" fmla="*/ 70226 w 105100"/>
                <a:gd name="csY133" fmla="*/ 27231 h 103667"/>
                <a:gd name="csX134" fmla="*/ 76437 w 105100"/>
                <a:gd name="csY134" fmla="*/ 29141 h 103667"/>
                <a:gd name="csX135" fmla="*/ 77392 w 105100"/>
                <a:gd name="csY135" fmla="*/ 30097 h 103667"/>
                <a:gd name="csX136" fmla="*/ 78348 w 105100"/>
                <a:gd name="csY136" fmla="*/ 32008 h 103667"/>
                <a:gd name="csX137" fmla="*/ 80736 w 105100"/>
                <a:gd name="csY137" fmla="*/ 34874 h 103667"/>
                <a:gd name="csX138" fmla="*/ 83603 w 105100"/>
                <a:gd name="csY138" fmla="*/ 36785 h 103667"/>
                <a:gd name="csX139" fmla="*/ 85991 w 105100"/>
                <a:gd name="csY139" fmla="*/ 38218 h 103667"/>
                <a:gd name="csX140" fmla="*/ 88380 w 105100"/>
                <a:gd name="csY140" fmla="*/ 38696 h 103667"/>
                <a:gd name="csX141" fmla="*/ 89335 w 105100"/>
                <a:gd name="csY141" fmla="*/ 39174 h 103667"/>
                <a:gd name="csX142" fmla="*/ 90291 w 105100"/>
                <a:gd name="csY142" fmla="*/ 40129 h 103667"/>
                <a:gd name="csX143" fmla="*/ 91724 w 105100"/>
                <a:gd name="csY143" fmla="*/ 41085 h 103667"/>
                <a:gd name="csX144" fmla="*/ 92680 w 105100"/>
                <a:gd name="csY144" fmla="*/ 41085 h 103667"/>
                <a:gd name="csX145" fmla="*/ 93157 w 105100"/>
                <a:gd name="csY145" fmla="*/ 42040 h 103667"/>
                <a:gd name="csX146" fmla="*/ 94113 w 105100"/>
                <a:gd name="csY146" fmla="*/ 43951 h 103667"/>
                <a:gd name="csX147" fmla="*/ 95068 w 105100"/>
                <a:gd name="csY147" fmla="*/ 46340 h 103667"/>
                <a:gd name="csX148" fmla="*/ 96024 w 105100"/>
                <a:gd name="csY148" fmla="*/ 48728 h 103667"/>
                <a:gd name="csX149" fmla="*/ 97935 w 105100"/>
                <a:gd name="csY149" fmla="*/ 50639 h 103667"/>
                <a:gd name="csX150" fmla="*/ 100801 w 105100"/>
                <a:gd name="csY150" fmla="*/ 52550 h 103667"/>
                <a:gd name="csX151" fmla="*/ 103189 w 105100"/>
                <a:gd name="csY151" fmla="*/ 53506 h 103667"/>
                <a:gd name="csX152" fmla="*/ 103189 w 105100"/>
                <a:gd name="csY152" fmla="*/ 53506 h 103667"/>
                <a:gd name="csX153" fmla="*/ 104623 w 105100"/>
                <a:gd name="csY153" fmla="*/ 54461 h 103667"/>
                <a:gd name="csX154" fmla="*/ 105100 w 105100"/>
                <a:gd name="csY154" fmla="*/ 55894 h 103667"/>
                <a:gd name="csX155" fmla="*/ 103667 w 105100"/>
                <a:gd name="csY155" fmla="*/ 57805 h 103667"/>
                <a:gd name="csX156" fmla="*/ 103667 w 105100"/>
                <a:gd name="csY156" fmla="*/ 57805 h 103667"/>
                <a:gd name="csX157" fmla="*/ 101756 w 105100"/>
                <a:gd name="csY157" fmla="*/ 60194 h 103667"/>
                <a:gd name="csX158" fmla="*/ 99846 w 105100"/>
                <a:gd name="csY158" fmla="*/ 61627 h 103667"/>
                <a:gd name="csX159" fmla="*/ 98412 w 105100"/>
                <a:gd name="csY159" fmla="*/ 63060 h 103667"/>
                <a:gd name="csX160" fmla="*/ 98412 w 105100"/>
                <a:gd name="csY160" fmla="*/ 63060 h 103667"/>
                <a:gd name="csX161" fmla="*/ 97935 w 105100"/>
                <a:gd name="csY161" fmla="*/ 64016 h 1036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</a:cxnLst>
              <a:rect l="l" t="t" r="r" b="b"/>
              <a:pathLst>
                <a:path w="105100" h="103667">
                  <a:moveTo>
                    <a:pt x="97935" y="64016"/>
                  </a:moveTo>
                  <a:lnTo>
                    <a:pt x="97457" y="64016"/>
                  </a:lnTo>
                  <a:lnTo>
                    <a:pt x="97457" y="65449"/>
                  </a:lnTo>
                  <a:lnTo>
                    <a:pt x="97457" y="72615"/>
                  </a:lnTo>
                  <a:lnTo>
                    <a:pt x="96979" y="75004"/>
                  </a:lnTo>
                  <a:lnTo>
                    <a:pt x="97457" y="75959"/>
                  </a:lnTo>
                  <a:lnTo>
                    <a:pt x="97457" y="76437"/>
                  </a:lnTo>
                  <a:lnTo>
                    <a:pt x="98412" y="76914"/>
                  </a:lnTo>
                  <a:lnTo>
                    <a:pt x="99846" y="77392"/>
                  </a:lnTo>
                  <a:lnTo>
                    <a:pt x="100323" y="77870"/>
                  </a:lnTo>
                  <a:lnTo>
                    <a:pt x="99368" y="78348"/>
                  </a:lnTo>
                  <a:lnTo>
                    <a:pt x="98412" y="79781"/>
                  </a:lnTo>
                  <a:lnTo>
                    <a:pt x="96979" y="83603"/>
                  </a:lnTo>
                  <a:lnTo>
                    <a:pt x="93157" y="88858"/>
                  </a:lnTo>
                  <a:lnTo>
                    <a:pt x="92202" y="91724"/>
                  </a:lnTo>
                  <a:lnTo>
                    <a:pt x="87902" y="94590"/>
                  </a:lnTo>
                  <a:lnTo>
                    <a:pt x="84558" y="97935"/>
                  </a:lnTo>
                  <a:lnTo>
                    <a:pt x="82647" y="97935"/>
                  </a:lnTo>
                  <a:lnTo>
                    <a:pt x="80736" y="99368"/>
                  </a:lnTo>
                  <a:lnTo>
                    <a:pt x="70226" y="103667"/>
                  </a:lnTo>
                  <a:lnTo>
                    <a:pt x="66405" y="102712"/>
                  </a:lnTo>
                  <a:lnTo>
                    <a:pt x="63538" y="102712"/>
                  </a:lnTo>
                  <a:lnTo>
                    <a:pt x="60672" y="100801"/>
                  </a:lnTo>
                  <a:lnTo>
                    <a:pt x="54939" y="100323"/>
                  </a:lnTo>
                  <a:lnTo>
                    <a:pt x="51117" y="101279"/>
                  </a:lnTo>
                  <a:lnTo>
                    <a:pt x="45862" y="103189"/>
                  </a:lnTo>
                  <a:lnTo>
                    <a:pt x="44429" y="103189"/>
                  </a:lnTo>
                  <a:lnTo>
                    <a:pt x="43473" y="103189"/>
                  </a:lnTo>
                  <a:lnTo>
                    <a:pt x="40607" y="102234"/>
                  </a:lnTo>
                  <a:lnTo>
                    <a:pt x="39174" y="100323"/>
                  </a:lnTo>
                  <a:lnTo>
                    <a:pt x="31530" y="97935"/>
                  </a:lnTo>
                  <a:lnTo>
                    <a:pt x="25320" y="93157"/>
                  </a:lnTo>
                  <a:lnTo>
                    <a:pt x="17676" y="93157"/>
                  </a:lnTo>
                  <a:lnTo>
                    <a:pt x="11943" y="93635"/>
                  </a:lnTo>
                  <a:lnTo>
                    <a:pt x="10988" y="93157"/>
                  </a:lnTo>
                  <a:lnTo>
                    <a:pt x="10510" y="91724"/>
                  </a:lnTo>
                  <a:lnTo>
                    <a:pt x="9555" y="89813"/>
                  </a:lnTo>
                  <a:lnTo>
                    <a:pt x="4300" y="85514"/>
                  </a:lnTo>
                  <a:lnTo>
                    <a:pt x="478" y="81214"/>
                  </a:lnTo>
                  <a:lnTo>
                    <a:pt x="0" y="76914"/>
                  </a:lnTo>
                  <a:lnTo>
                    <a:pt x="478" y="72615"/>
                  </a:lnTo>
                  <a:lnTo>
                    <a:pt x="1433" y="67360"/>
                  </a:lnTo>
                  <a:lnTo>
                    <a:pt x="1433" y="65449"/>
                  </a:lnTo>
                  <a:lnTo>
                    <a:pt x="2866" y="64493"/>
                  </a:lnTo>
                  <a:lnTo>
                    <a:pt x="4300" y="64493"/>
                  </a:lnTo>
                  <a:lnTo>
                    <a:pt x="5733" y="63060"/>
                  </a:lnTo>
                  <a:lnTo>
                    <a:pt x="6688" y="60672"/>
                  </a:lnTo>
                  <a:lnTo>
                    <a:pt x="7166" y="59239"/>
                  </a:lnTo>
                  <a:lnTo>
                    <a:pt x="6210" y="56372"/>
                  </a:lnTo>
                  <a:lnTo>
                    <a:pt x="5255" y="52073"/>
                  </a:lnTo>
                  <a:lnTo>
                    <a:pt x="4777" y="50162"/>
                  </a:lnTo>
                  <a:lnTo>
                    <a:pt x="6210" y="46817"/>
                  </a:lnTo>
                  <a:lnTo>
                    <a:pt x="6210" y="45384"/>
                  </a:lnTo>
                  <a:lnTo>
                    <a:pt x="5255" y="43951"/>
                  </a:lnTo>
                  <a:lnTo>
                    <a:pt x="5255" y="42518"/>
                  </a:lnTo>
                  <a:lnTo>
                    <a:pt x="5733" y="41085"/>
                  </a:lnTo>
                  <a:lnTo>
                    <a:pt x="5255" y="39651"/>
                  </a:lnTo>
                  <a:lnTo>
                    <a:pt x="4777" y="38696"/>
                  </a:lnTo>
                  <a:lnTo>
                    <a:pt x="5255" y="37263"/>
                  </a:lnTo>
                  <a:lnTo>
                    <a:pt x="6688" y="36307"/>
                  </a:lnTo>
                  <a:lnTo>
                    <a:pt x="7644" y="35352"/>
                  </a:lnTo>
                  <a:lnTo>
                    <a:pt x="8599" y="33441"/>
                  </a:lnTo>
                  <a:lnTo>
                    <a:pt x="8599" y="33441"/>
                  </a:lnTo>
                  <a:lnTo>
                    <a:pt x="9077" y="32008"/>
                  </a:lnTo>
                  <a:lnTo>
                    <a:pt x="9077" y="31052"/>
                  </a:lnTo>
                  <a:lnTo>
                    <a:pt x="9077" y="31052"/>
                  </a:lnTo>
                  <a:lnTo>
                    <a:pt x="8599" y="30097"/>
                  </a:lnTo>
                  <a:lnTo>
                    <a:pt x="7644" y="29141"/>
                  </a:lnTo>
                  <a:lnTo>
                    <a:pt x="8121" y="27708"/>
                  </a:lnTo>
                  <a:lnTo>
                    <a:pt x="9555" y="25320"/>
                  </a:lnTo>
                  <a:lnTo>
                    <a:pt x="10510" y="22931"/>
                  </a:lnTo>
                  <a:lnTo>
                    <a:pt x="10988" y="22931"/>
                  </a:lnTo>
                  <a:lnTo>
                    <a:pt x="10988" y="21498"/>
                  </a:lnTo>
                  <a:lnTo>
                    <a:pt x="10988" y="21020"/>
                  </a:lnTo>
                  <a:lnTo>
                    <a:pt x="10988" y="19587"/>
                  </a:lnTo>
                  <a:lnTo>
                    <a:pt x="10510" y="18154"/>
                  </a:lnTo>
                  <a:lnTo>
                    <a:pt x="10988" y="17676"/>
                  </a:lnTo>
                  <a:lnTo>
                    <a:pt x="10988" y="17676"/>
                  </a:lnTo>
                  <a:lnTo>
                    <a:pt x="11943" y="17198"/>
                  </a:lnTo>
                  <a:lnTo>
                    <a:pt x="12421" y="15765"/>
                  </a:lnTo>
                  <a:lnTo>
                    <a:pt x="12421" y="15765"/>
                  </a:lnTo>
                  <a:lnTo>
                    <a:pt x="12421" y="12899"/>
                  </a:lnTo>
                  <a:lnTo>
                    <a:pt x="10988" y="10032"/>
                  </a:lnTo>
                  <a:lnTo>
                    <a:pt x="11943" y="8121"/>
                  </a:lnTo>
                  <a:lnTo>
                    <a:pt x="14332" y="5733"/>
                  </a:lnTo>
                  <a:lnTo>
                    <a:pt x="15765" y="3822"/>
                  </a:lnTo>
                  <a:lnTo>
                    <a:pt x="15765" y="3822"/>
                  </a:lnTo>
                  <a:lnTo>
                    <a:pt x="15765" y="2389"/>
                  </a:lnTo>
                  <a:lnTo>
                    <a:pt x="16243" y="1911"/>
                  </a:lnTo>
                  <a:lnTo>
                    <a:pt x="16243" y="1911"/>
                  </a:lnTo>
                  <a:lnTo>
                    <a:pt x="17676" y="3344"/>
                  </a:lnTo>
                  <a:lnTo>
                    <a:pt x="21020" y="3822"/>
                  </a:lnTo>
                  <a:lnTo>
                    <a:pt x="24364" y="3822"/>
                  </a:lnTo>
                  <a:lnTo>
                    <a:pt x="24364" y="3822"/>
                  </a:lnTo>
                  <a:lnTo>
                    <a:pt x="24842" y="3344"/>
                  </a:lnTo>
                  <a:lnTo>
                    <a:pt x="26275" y="956"/>
                  </a:lnTo>
                  <a:lnTo>
                    <a:pt x="26275" y="956"/>
                  </a:lnTo>
                  <a:lnTo>
                    <a:pt x="27708" y="0"/>
                  </a:lnTo>
                  <a:lnTo>
                    <a:pt x="29619" y="0"/>
                  </a:lnTo>
                  <a:lnTo>
                    <a:pt x="32008" y="0"/>
                  </a:lnTo>
                  <a:lnTo>
                    <a:pt x="33919" y="1911"/>
                  </a:lnTo>
                  <a:lnTo>
                    <a:pt x="40129" y="7166"/>
                  </a:lnTo>
                  <a:lnTo>
                    <a:pt x="44907" y="10988"/>
                  </a:lnTo>
                  <a:lnTo>
                    <a:pt x="46340" y="12899"/>
                  </a:lnTo>
                  <a:lnTo>
                    <a:pt x="47295" y="14332"/>
                  </a:lnTo>
                  <a:lnTo>
                    <a:pt x="48251" y="15287"/>
                  </a:lnTo>
                  <a:lnTo>
                    <a:pt x="47773" y="18632"/>
                  </a:lnTo>
                  <a:lnTo>
                    <a:pt x="47773" y="20065"/>
                  </a:lnTo>
                  <a:lnTo>
                    <a:pt x="48251" y="20542"/>
                  </a:lnTo>
                  <a:lnTo>
                    <a:pt x="49206" y="20542"/>
                  </a:lnTo>
                  <a:lnTo>
                    <a:pt x="50639" y="20542"/>
                  </a:lnTo>
                  <a:lnTo>
                    <a:pt x="51117" y="20065"/>
                  </a:lnTo>
                  <a:lnTo>
                    <a:pt x="52073" y="19587"/>
                  </a:lnTo>
                  <a:lnTo>
                    <a:pt x="53028" y="18632"/>
                  </a:lnTo>
                  <a:lnTo>
                    <a:pt x="53028" y="18632"/>
                  </a:lnTo>
                  <a:lnTo>
                    <a:pt x="53983" y="17676"/>
                  </a:lnTo>
                  <a:lnTo>
                    <a:pt x="54939" y="17198"/>
                  </a:lnTo>
                  <a:lnTo>
                    <a:pt x="54939" y="17198"/>
                  </a:lnTo>
                  <a:lnTo>
                    <a:pt x="55416" y="16721"/>
                  </a:lnTo>
                  <a:lnTo>
                    <a:pt x="55894" y="15765"/>
                  </a:lnTo>
                  <a:lnTo>
                    <a:pt x="55894" y="15765"/>
                  </a:lnTo>
                  <a:lnTo>
                    <a:pt x="56372" y="15765"/>
                  </a:lnTo>
                  <a:lnTo>
                    <a:pt x="56850" y="16243"/>
                  </a:lnTo>
                  <a:lnTo>
                    <a:pt x="59239" y="18154"/>
                  </a:lnTo>
                  <a:lnTo>
                    <a:pt x="60672" y="19587"/>
                  </a:lnTo>
                  <a:lnTo>
                    <a:pt x="61149" y="21020"/>
                  </a:lnTo>
                  <a:lnTo>
                    <a:pt x="62105" y="21975"/>
                  </a:lnTo>
                  <a:lnTo>
                    <a:pt x="62582" y="22931"/>
                  </a:lnTo>
                  <a:lnTo>
                    <a:pt x="63060" y="23409"/>
                  </a:lnTo>
                  <a:lnTo>
                    <a:pt x="64493" y="24842"/>
                  </a:lnTo>
                  <a:lnTo>
                    <a:pt x="66405" y="25320"/>
                  </a:lnTo>
                  <a:lnTo>
                    <a:pt x="66405" y="25320"/>
                  </a:lnTo>
                  <a:lnTo>
                    <a:pt x="67360" y="24842"/>
                  </a:lnTo>
                  <a:lnTo>
                    <a:pt x="70226" y="27231"/>
                  </a:lnTo>
                  <a:lnTo>
                    <a:pt x="76437" y="29141"/>
                  </a:lnTo>
                  <a:lnTo>
                    <a:pt x="77392" y="30097"/>
                  </a:lnTo>
                  <a:lnTo>
                    <a:pt x="78348" y="32008"/>
                  </a:lnTo>
                  <a:lnTo>
                    <a:pt x="80736" y="34874"/>
                  </a:lnTo>
                  <a:lnTo>
                    <a:pt x="83603" y="36785"/>
                  </a:lnTo>
                  <a:lnTo>
                    <a:pt x="85991" y="38218"/>
                  </a:lnTo>
                  <a:lnTo>
                    <a:pt x="88380" y="38696"/>
                  </a:lnTo>
                  <a:lnTo>
                    <a:pt x="89335" y="39174"/>
                  </a:lnTo>
                  <a:lnTo>
                    <a:pt x="90291" y="40129"/>
                  </a:lnTo>
                  <a:lnTo>
                    <a:pt x="91724" y="41085"/>
                  </a:lnTo>
                  <a:lnTo>
                    <a:pt x="92680" y="41085"/>
                  </a:lnTo>
                  <a:lnTo>
                    <a:pt x="93157" y="42040"/>
                  </a:lnTo>
                  <a:lnTo>
                    <a:pt x="94113" y="43951"/>
                  </a:lnTo>
                  <a:lnTo>
                    <a:pt x="95068" y="46340"/>
                  </a:lnTo>
                  <a:lnTo>
                    <a:pt x="96024" y="48728"/>
                  </a:lnTo>
                  <a:lnTo>
                    <a:pt x="97935" y="50639"/>
                  </a:lnTo>
                  <a:lnTo>
                    <a:pt x="100801" y="52550"/>
                  </a:lnTo>
                  <a:lnTo>
                    <a:pt x="103189" y="53506"/>
                  </a:lnTo>
                  <a:lnTo>
                    <a:pt x="103189" y="53506"/>
                  </a:lnTo>
                  <a:lnTo>
                    <a:pt x="104623" y="54461"/>
                  </a:lnTo>
                  <a:lnTo>
                    <a:pt x="105100" y="55894"/>
                  </a:lnTo>
                  <a:lnTo>
                    <a:pt x="103667" y="57805"/>
                  </a:lnTo>
                  <a:lnTo>
                    <a:pt x="103667" y="57805"/>
                  </a:lnTo>
                  <a:lnTo>
                    <a:pt x="101756" y="60194"/>
                  </a:lnTo>
                  <a:lnTo>
                    <a:pt x="99846" y="61627"/>
                  </a:lnTo>
                  <a:lnTo>
                    <a:pt x="98412" y="63060"/>
                  </a:lnTo>
                  <a:lnTo>
                    <a:pt x="98412" y="63060"/>
                  </a:lnTo>
                  <a:lnTo>
                    <a:pt x="97935" y="6401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8" name="Freeform 5647">
              <a:extLst>
                <a:ext uri="{FF2B5EF4-FFF2-40B4-BE49-F238E27FC236}">
                  <a16:creationId xmlns:a16="http://schemas.microsoft.com/office/drawing/2014/main" id="{EA5F622C-D41C-1E31-61BF-3C7CB0E5E39A}"/>
                </a:ext>
              </a:extLst>
            </p:cNvPr>
            <p:cNvSpPr/>
            <p:nvPr/>
          </p:nvSpPr>
          <p:spPr>
            <a:xfrm>
              <a:off x="6993653" y="3806668"/>
              <a:ext cx="340620" cy="204945"/>
            </a:xfrm>
            <a:custGeom>
              <a:avLst/>
              <a:gdLst>
                <a:gd name="csX0" fmla="*/ 235520 w 340620"/>
                <a:gd name="csY0" fmla="*/ 204946 h 204945"/>
                <a:gd name="csX1" fmla="*/ 234087 w 340620"/>
                <a:gd name="csY1" fmla="*/ 203513 h 204945"/>
                <a:gd name="csX2" fmla="*/ 233610 w 340620"/>
                <a:gd name="csY2" fmla="*/ 202557 h 204945"/>
                <a:gd name="csX3" fmla="*/ 233610 w 340620"/>
                <a:gd name="csY3" fmla="*/ 202557 h 204945"/>
                <a:gd name="csX4" fmla="*/ 233610 w 340620"/>
                <a:gd name="csY4" fmla="*/ 202080 h 204945"/>
                <a:gd name="csX5" fmla="*/ 232654 w 340620"/>
                <a:gd name="csY5" fmla="*/ 201602 h 204945"/>
                <a:gd name="csX6" fmla="*/ 230743 w 340620"/>
                <a:gd name="csY6" fmla="*/ 201602 h 204945"/>
                <a:gd name="csX7" fmla="*/ 229788 w 340620"/>
                <a:gd name="csY7" fmla="*/ 201124 h 204945"/>
                <a:gd name="csX8" fmla="*/ 228833 w 340620"/>
                <a:gd name="csY8" fmla="*/ 200646 h 204945"/>
                <a:gd name="csX9" fmla="*/ 228833 w 340620"/>
                <a:gd name="csY9" fmla="*/ 200646 h 204945"/>
                <a:gd name="csX10" fmla="*/ 227399 w 340620"/>
                <a:gd name="csY10" fmla="*/ 200646 h 204945"/>
                <a:gd name="csX11" fmla="*/ 225010 w 340620"/>
                <a:gd name="csY11" fmla="*/ 202080 h 204945"/>
                <a:gd name="csX12" fmla="*/ 222622 w 340620"/>
                <a:gd name="csY12" fmla="*/ 201124 h 204945"/>
                <a:gd name="csX13" fmla="*/ 220233 w 340620"/>
                <a:gd name="csY13" fmla="*/ 199213 h 204945"/>
                <a:gd name="csX14" fmla="*/ 215456 w 340620"/>
                <a:gd name="csY14" fmla="*/ 198258 h 204945"/>
                <a:gd name="csX15" fmla="*/ 209245 w 340620"/>
                <a:gd name="csY15" fmla="*/ 198735 h 204945"/>
                <a:gd name="csX16" fmla="*/ 209245 w 340620"/>
                <a:gd name="csY16" fmla="*/ 198735 h 204945"/>
                <a:gd name="csX17" fmla="*/ 209245 w 340620"/>
                <a:gd name="csY17" fmla="*/ 196347 h 204945"/>
                <a:gd name="csX18" fmla="*/ 209245 w 340620"/>
                <a:gd name="csY18" fmla="*/ 193003 h 204945"/>
                <a:gd name="csX19" fmla="*/ 209245 w 340620"/>
                <a:gd name="csY19" fmla="*/ 193003 h 204945"/>
                <a:gd name="csX20" fmla="*/ 209245 w 340620"/>
                <a:gd name="csY20" fmla="*/ 188703 h 204945"/>
                <a:gd name="csX21" fmla="*/ 211156 w 340620"/>
                <a:gd name="csY21" fmla="*/ 185359 h 204945"/>
                <a:gd name="csX22" fmla="*/ 211156 w 340620"/>
                <a:gd name="csY22" fmla="*/ 184881 h 204945"/>
                <a:gd name="csX23" fmla="*/ 211156 w 340620"/>
                <a:gd name="csY23" fmla="*/ 183926 h 204945"/>
                <a:gd name="csX24" fmla="*/ 211156 w 340620"/>
                <a:gd name="csY24" fmla="*/ 183926 h 204945"/>
                <a:gd name="csX25" fmla="*/ 210201 w 340620"/>
                <a:gd name="csY25" fmla="*/ 183448 h 204945"/>
                <a:gd name="csX26" fmla="*/ 206856 w 340620"/>
                <a:gd name="csY26" fmla="*/ 182493 h 204945"/>
                <a:gd name="csX27" fmla="*/ 205424 w 340620"/>
                <a:gd name="csY27" fmla="*/ 182015 h 204945"/>
                <a:gd name="csX28" fmla="*/ 203990 w 340620"/>
                <a:gd name="csY28" fmla="*/ 181059 h 204945"/>
                <a:gd name="csX29" fmla="*/ 202557 w 340620"/>
                <a:gd name="csY29" fmla="*/ 180104 h 204945"/>
                <a:gd name="csX30" fmla="*/ 202557 w 340620"/>
                <a:gd name="csY30" fmla="*/ 180104 h 204945"/>
                <a:gd name="csX31" fmla="*/ 200646 w 340620"/>
                <a:gd name="csY31" fmla="*/ 179149 h 204945"/>
                <a:gd name="csX32" fmla="*/ 198258 w 340620"/>
                <a:gd name="csY32" fmla="*/ 178193 h 204945"/>
                <a:gd name="csX33" fmla="*/ 195869 w 340620"/>
                <a:gd name="csY33" fmla="*/ 177715 h 204945"/>
                <a:gd name="csX34" fmla="*/ 194913 w 340620"/>
                <a:gd name="csY34" fmla="*/ 178193 h 204945"/>
                <a:gd name="csX35" fmla="*/ 193480 w 340620"/>
                <a:gd name="csY35" fmla="*/ 178671 h 204945"/>
                <a:gd name="csX36" fmla="*/ 192525 w 340620"/>
                <a:gd name="csY36" fmla="*/ 178671 h 204945"/>
                <a:gd name="csX37" fmla="*/ 191092 w 340620"/>
                <a:gd name="csY37" fmla="*/ 178193 h 204945"/>
                <a:gd name="csX38" fmla="*/ 187270 w 340620"/>
                <a:gd name="csY38" fmla="*/ 175804 h 204945"/>
                <a:gd name="csX39" fmla="*/ 186792 w 340620"/>
                <a:gd name="csY39" fmla="*/ 175804 h 204945"/>
                <a:gd name="csX40" fmla="*/ 180581 w 340620"/>
                <a:gd name="csY40" fmla="*/ 171505 h 204945"/>
                <a:gd name="csX41" fmla="*/ 175326 w 340620"/>
                <a:gd name="csY41" fmla="*/ 168161 h 204945"/>
                <a:gd name="csX42" fmla="*/ 172460 w 340620"/>
                <a:gd name="csY42" fmla="*/ 166727 h 204945"/>
                <a:gd name="csX43" fmla="*/ 171505 w 340620"/>
                <a:gd name="csY43" fmla="*/ 166250 h 204945"/>
                <a:gd name="csX44" fmla="*/ 169594 w 340620"/>
                <a:gd name="csY44" fmla="*/ 164817 h 204945"/>
                <a:gd name="csX45" fmla="*/ 169594 w 340620"/>
                <a:gd name="csY45" fmla="*/ 164817 h 204945"/>
                <a:gd name="csX46" fmla="*/ 165294 w 340620"/>
                <a:gd name="csY46" fmla="*/ 160995 h 204945"/>
                <a:gd name="csX47" fmla="*/ 162428 w 340620"/>
                <a:gd name="csY47" fmla="*/ 161473 h 204945"/>
                <a:gd name="csX48" fmla="*/ 158128 w 340620"/>
                <a:gd name="csY48" fmla="*/ 159084 h 204945"/>
                <a:gd name="csX49" fmla="*/ 154784 w 340620"/>
                <a:gd name="csY49" fmla="*/ 156695 h 204945"/>
                <a:gd name="csX50" fmla="*/ 153829 w 340620"/>
                <a:gd name="csY50" fmla="*/ 156218 h 204945"/>
                <a:gd name="csX51" fmla="*/ 149529 w 340620"/>
                <a:gd name="csY51" fmla="*/ 151918 h 204945"/>
                <a:gd name="csX52" fmla="*/ 149529 w 340620"/>
                <a:gd name="csY52" fmla="*/ 151918 h 204945"/>
                <a:gd name="csX53" fmla="*/ 145230 w 340620"/>
                <a:gd name="csY53" fmla="*/ 149052 h 204945"/>
                <a:gd name="csX54" fmla="*/ 140453 w 340620"/>
                <a:gd name="csY54" fmla="*/ 145707 h 204945"/>
                <a:gd name="csX55" fmla="*/ 137586 w 340620"/>
                <a:gd name="csY55" fmla="*/ 143796 h 204945"/>
                <a:gd name="csX56" fmla="*/ 137586 w 340620"/>
                <a:gd name="csY56" fmla="*/ 143796 h 204945"/>
                <a:gd name="csX57" fmla="*/ 132331 w 340620"/>
                <a:gd name="csY57" fmla="*/ 140452 h 204945"/>
                <a:gd name="csX58" fmla="*/ 129942 w 340620"/>
                <a:gd name="csY58" fmla="*/ 138542 h 204945"/>
                <a:gd name="csX59" fmla="*/ 128987 w 340620"/>
                <a:gd name="csY59" fmla="*/ 137586 h 204945"/>
                <a:gd name="csX60" fmla="*/ 128509 w 340620"/>
                <a:gd name="csY60" fmla="*/ 136631 h 204945"/>
                <a:gd name="csX61" fmla="*/ 128509 w 340620"/>
                <a:gd name="csY61" fmla="*/ 136153 h 204945"/>
                <a:gd name="csX62" fmla="*/ 127076 w 340620"/>
                <a:gd name="csY62" fmla="*/ 130420 h 204945"/>
                <a:gd name="csX63" fmla="*/ 127076 w 340620"/>
                <a:gd name="csY63" fmla="*/ 129465 h 204945"/>
                <a:gd name="csX64" fmla="*/ 125642 w 340620"/>
                <a:gd name="csY64" fmla="*/ 126120 h 204945"/>
                <a:gd name="csX65" fmla="*/ 125642 w 340620"/>
                <a:gd name="csY65" fmla="*/ 126120 h 204945"/>
                <a:gd name="csX66" fmla="*/ 123254 w 340620"/>
                <a:gd name="csY66" fmla="*/ 124210 h 204945"/>
                <a:gd name="csX67" fmla="*/ 121343 w 340620"/>
                <a:gd name="csY67" fmla="*/ 120865 h 204945"/>
                <a:gd name="csX68" fmla="*/ 119910 w 340620"/>
                <a:gd name="csY68" fmla="*/ 116088 h 204945"/>
                <a:gd name="csX69" fmla="*/ 118477 w 340620"/>
                <a:gd name="csY69" fmla="*/ 112744 h 204945"/>
                <a:gd name="csX70" fmla="*/ 117521 w 340620"/>
                <a:gd name="csY70" fmla="*/ 111311 h 204945"/>
                <a:gd name="csX71" fmla="*/ 117521 w 340620"/>
                <a:gd name="csY71" fmla="*/ 111311 h 204945"/>
                <a:gd name="csX72" fmla="*/ 115610 w 340620"/>
                <a:gd name="csY72" fmla="*/ 109400 h 204945"/>
                <a:gd name="csX73" fmla="*/ 112744 w 340620"/>
                <a:gd name="csY73" fmla="*/ 107489 h 204945"/>
                <a:gd name="csX74" fmla="*/ 109400 w 340620"/>
                <a:gd name="csY74" fmla="*/ 106534 h 204945"/>
                <a:gd name="csX75" fmla="*/ 108444 w 340620"/>
                <a:gd name="csY75" fmla="*/ 106534 h 204945"/>
                <a:gd name="csX76" fmla="*/ 107967 w 340620"/>
                <a:gd name="csY76" fmla="*/ 107011 h 204945"/>
                <a:gd name="csX77" fmla="*/ 107489 w 340620"/>
                <a:gd name="csY77" fmla="*/ 107489 h 204945"/>
                <a:gd name="csX78" fmla="*/ 107489 w 340620"/>
                <a:gd name="csY78" fmla="*/ 107489 h 204945"/>
                <a:gd name="csX79" fmla="*/ 106056 w 340620"/>
                <a:gd name="csY79" fmla="*/ 108445 h 204945"/>
                <a:gd name="csX80" fmla="*/ 104623 w 340620"/>
                <a:gd name="csY80" fmla="*/ 108922 h 204945"/>
                <a:gd name="csX81" fmla="*/ 103189 w 340620"/>
                <a:gd name="csY81" fmla="*/ 108922 h 204945"/>
                <a:gd name="csX82" fmla="*/ 102234 w 340620"/>
                <a:gd name="csY82" fmla="*/ 108445 h 204945"/>
                <a:gd name="csX83" fmla="*/ 98412 w 340620"/>
                <a:gd name="csY83" fmla="*/ 107967 h 204945"/>
                <a:gd name="csX84" fmla="*/ 96979 w 340620"/>
                <a:gd name="csY84" fmla="*/ 107489 h 204945"/>
                <a:gd name="csX85" fmla="*/ 95068 w 340620"/>
                <a:gd name="csY85" fmla="*/ 107489 h 204945"/>
                <a:gd name="csX86" fmla="*/ 90291 w 340620"/>
                <a:gd name="csY86" fmla="*/ 107967 h 204945"/>
                <a:gd name="csX87" fmla="*/ 88858 w 340620"/>
                <a:gd name="csY87" fmla="*/ 107967 h 204945"/>
                <a:gd name="csX88" fmla="*/ 84080 w 340620"/>
                <a:gd name="csY88" fmla="*/ 105100 h 204945"/>
                <a:gd name="csX89" fmla="*/ 81692 w 340620"/>
                <a:gd name="csY89" fmla="*/ 103667 h 204945"/>
                <a:gd name="csX90" fmla="*/ 81214 w 340620"/>
                <a:gd name="csY90" fmla="*/ 103189 h 204945"/>
                <a:gd name="csX91" fmla="*/ 81214 w 340620"/>
                <a:gd name="csY91" fmla="*/ 101756 h 204945"/>
                <a:gd name="csX92" fmla="*/ 82169 w 340620"/>
                <a:gd name="csY92" fmla="*/ 100323 h 204945"/>
                <a:gd name="csX93" fmla="*/ 82647 w 340620"/>
                <a:gd name="csY93" fmla="*/ 98890 h 204945"/>
                <a:gd name="csX94" fmla="*/ 82647 w 340620"/>
                <a:gd name="csY94" fmla="*/ 98890 h 204945"/>
                <a:gd name="csX95" fmla="*/ 82169 w 340620"/>
                <a:gd name="csY95" fmla="*/ 97935 h 204945"/>
                <a:gd name="csX96" fmla="*/ 81214 w 340620"/>
                <a:gd name="csY96" fmla="*/ 96501 h 204945"/>
                <a:gd name="csX97" fmla="*/ 81214 w 340620"/>
                <a:gd name="csY97" fmla="*/ 95068 h 204945"/>
                <a:gd name="csX98" fmla="*/ 82169 w 340620"/>
                <a:gd name="csY98" fmla="*/ 94113 h 204945"/>
                <a:gd name="csX99" fmla="*/ 82169 w 340620"/>
                <a:gd name="csY99" fmla="*/ 94113 h 204945"/>
                <a:gd name="csX100" fmla="*/ 83603 w 340620"/>
                <a:gd name="csY100" fmla="*/ 94590 h 204945"/>
                <a:gd name="csX101" fmla="*/ 84080 w 340620"/>
                <a:gd name="csY101" fmla="*/ 94113 h 204945"/>
                <a:gd name="csX102" fmla="*/ 84080 w 340620"/>
                <a:gd name="csY102" fmla="*/ 94113 h 204945"/>
                <a:gd name="csX103" fmla="*/ 83603 w 340620"/>
                <a:gd name="csY103" fmla="*/ 93157 h 204945"/>
                <a:gd name="csX104" fmla="*/ 83603 w 340620"/>
                <a:gd name="csY104" fmla="*/ 93157 h 204945"/>
                <a:gd name="csX105" fmla="*/ 83125 w 340620"/>
                <a:gd name="csY105" fmla="*/ 92679 h 204945"/>
                <a:gd name="csX106" fmla="*/ 82169 w 340620"/>
                <a:gd name="csY106" fmla="*/ 91246 h 204945"/>
                <a:gd name="csX107" fmla="*/ 82169 w 340620"/>
                <a:gd name="csY107" fmla="*/ 91246 h 204945"/>
                <a:gd name="csX108" fmla="*/ 79303 w 340620"/>
                <a:gd name="csY108" fmla="*/ 90291 h 204945"/>
                <a:gd name="csX109" fmla="*/ 78825 w 340620"/>
                <a:gd name="csY109" fmla="*/ 89813 h 204945"/>
                <a:gd name="csX110" fmla="*/ 78825 w 340620"/>
                <a:gd name="csY110" fmla="*/ 89813 h 204945"/>
                <a:gd name="csX111" fmla="*/ 78825 w 340620"/>
                <a:gd name="csY111" fmla="*/ 89335 h 204945"/>
                <a:gd name="csX112" fmla="*/ 78825 w 340620"/>
                <a:gd name="csY112" fmla="*/ 89335 h 204945"/>
                <a:gd name="csX113" fmla="*/ 79303 w 340620"/>
                <a:gd name="csY113" fmla="*/ 88858 h 204945"/>
                <a:gd name="csX114" fmla="*/ 79303 w 340620"/>
                <a:gd name="csY114" fmla="*/ 87424 h 204945"/>
                <a:gd name="csX115" fmla="*/ 79303 w 340620"/>
                <a:gd name="csY115" fmla="*/ 85991 h 204945"/>
                <a:gd name="csX116" fmla="*/ 79781 w 340620"/>
                <a:gd name="csY116" fmla="*/ 85036 h 204945"/>
                <a:gd name="csX117" fmla="*/ 79781 w 340620"/>
                <a:gd name="csY117" fmla="*/ 85036 h 204945"/>
                <a:gd name="csX118" fmla="*/ 79781 w 340620"/>
                <a:gd name="csY118" fmla="*/ 84558 h 204945"/>
                <a:gd name="csX119" fmla="*/ 79781 w 340620"/>
                <a:gd name="csY119" fmla="*/ 84080 h 204945"/>
                <a:gd name="csX120" fmla="*/ 78825 w 340620"/>
                <a:gd name="csY120" fmla="*/ 83603 h 204945"/>
                <a:gd name="csX121" fmla="*/ 78825 w 340620"/>
                <a:gd name="csY121" fmla="*/ 83125 h 204945"/>
                <a:gd name="csX122" fmla="*/ 76914 w 340620"/>
                <a:gd name="csY122" fmla="*/ 81692 h 204945"/>
                <a:gd name="csX123" fmla="*/ 75003 w 340620"/>
                <a:gd name="csY123" fmla="*/ 81692 h 204945"/>
                <a:gd name="csX124" fmla="*/ 68793 w 340620"/>
                <a:gd name="csY124" fmla="*/ 81692 h 204945"/>
                <a:gd name="csX125" fmla="*/ 66882 w 340620"/>
                <a:gd name="csY125" fmla="*/ 81214 h 204945"/>
                <a:gd name="csX126" fmla="*/ 65449 w 340620"/>
                <a:gd name="csY126" fmla="*/ 80258 h 204945"/>
                <a:gd name="csX127" fmla="*/ 64016 w 340620"/>
                <a:gd name="csY127" fmla="*/ 77392 h 204945"/>
                <a:gd name="csX128" fmla="*/ 63060 w 340620"/>
                <a:gd name="csY128" fmla="*/ 76437 h 204945"/>
                <a:gd name="csX129" fmla="*/ 63060 w 340620"/>
                <a:gd name="csY129" fmla="*/ 76437 h 204945"/>
                <a:gd name="csX130" fmla="*/ 62582 w 340620"/>
                <a:gd name="csY130" fmla="*/ 76437 h 204945"/>
                <a:gd name="csX131" fmla="*/ 60671 w 340620"/>
                <a:gd name="csY131" fmla="*/ 75959 h 204945"/>
                <a:gd name="csX132" fmla="*/ 58760 w 340620"/>
                <a:gd name="csY132" fmla="*/ 75959 h 204945"/>
                <a:gd name="csX133" fmla="*/ 57805 w 340620"/>
                <a:gd name="csY133" fmla="*/ 75481 h 204945"/>
                <a:gd name="csX134" fmla="*/ 54939 w 340620"/>
                <a:gd name="csY134" fmla="*/ 72615 h 204945"/>
                <a:gd name="csX135" fmla="*/ 52073 w 340620"/>
                <a:gd name="csY135" fmla="*/ 70226 h 204945"/>
                <a:gd name="csX136" fmla="*/ 52073 w 340620"/>
                <a:gd name="csY136" fmla="*/ 70226 h 204945"/>
                <a:gd name="csX137" fmla="*/ 50639 w 340620"/>
                <a:gd name="csY137" fmla="*/ 72615 h 204945"/>
                <a:gd name="csX138" fmla="*/ 49684 w 340620"/>
                <a:gd name="csY138" fmla="*/ 72615 h 204945"/>
                <a:gd name="csX139" fmla="*/ 47295 w 340620"/>
                <a:gd name="csY139" fmla="*/ 72615 h 204945"/>
                <a:gd name="csX140" fmla="*/ 45384 w 340620"/>
                <a:gd name="csY140" fmla="*/ 72137 h 204945"/>
                <a:gd name="csX141" fmla="*/ 44428 w 340620"/>
                <a:gd name="csY141" fmla="*/ 72615 h 204945"/>
                <a:gd name="csX142" fmla="*/ 42996 w 340620"/>
                <a:gd name="csY142" fmla="*/ 73570 h 204945"/>
                <a:gd name="csX143" fmla="*/ 42996 w 340620"/>
                <a:gd name="csY143" fmla="*/ 73570 h 204945"/>
                <a:gd name="csX144" fmla="*/ 43473 w 340620"/>
                <a:gd name="csY144" fmla="*/ 74526 h 204945"/>
                <a:gd name="csX145" fmla="*/ 44428 w 340620"/>
                <a:gd name="csY145" fmla="*/ 75004 h 204945"/>
                <a:gd name="csX146" fmla="*/ 45862 w 340620"/>
                <a:gd name="csY146" fmla="*/ 76437 h 204945"/>
                <a:gd name="csX147" fmla="*/ 48728 w 340620"/>
                <a:gd name="csY147" fmla="*/ 79303 h 204945"/>
                <a:gd name="csX148" fmla="*/ 49684 w 340620"/>
                <a:gd name="csY148" fmla="*/ 80736 h 204945"/>
                <a:gd name="csX149" fmla="*/ 49684 w 340620"/>
                <a:gd name="csY149" fmla="*/ 81214 h 204945"/>
                <a:gd name="csX150" fmla="*/ 49684 w 340620"/>
                <a:gd name="csY150" fmla="*/ 81692 h 204945"/>
                <a:gd name="csX151" fmla="*/ 49206 w 340620"/>
                <a:gd name="csY151" fmla="*/ 82170 h 204945"/>
                <a:gd name="csX152" fmla="*/ 48728 w 340620"/>
                <a:gd name="csY152" fmla="*/ 82170 h 204945"/>
                <a:gd name="csX153" fmla="*/ 48251 w 340620"/>
                <a:gd name="csY153" fmla="*/ 82170 h 204945"/>
                <a:gd name="csX154" fmla="*/ 47773 w 340620"/>
                <a:gd name="csY154" fmla="*/ 81692 h 204945"/>
                <a:gd name="csX155" fmla="*/ 47773 w 340620"/>
                <a:gd name="csY155" fmla="*/ 81692 h 204945"/>
                <a:gd name="csX156" fmla="*/ 47773 w 340620"/>
                <a:gd name="csY156" fmla="*/ 80736 h 204945"/>
                <a:gd name="csX157" fmla="*/ 47773 w 340620"/>
                <a:gd name="csY157" fmla="*/ 80736 h 204945"/>
                <a:gd name="csX158" fmla="*/ 46817 w 340620"/>
                <a:gd name="csY158" fmla="*/ 79303 h 204945"/>
                <a:gd name="csX159" fmla="*/ 46817 w 340620"/>
                <a:gd name="csY159" fmla="*/ 79303 h 204945"/>
                <a:gd name="csX160" fmla="*/ 45862 w 340620"/>
                <a:gd name="csY160" fmla="*/ 78825 h 204945"/>
                <a:gd name="csX161" fmla="*/ 44907 w 340620"/>
                <a:gd name="csY161" fmla="*/ 78347 h 204945"/>
                <a:gd name="csX162" fmla="*/ 43473 w 340620"/>
                <a:gd name="csY162" fmla="*/ 77870 h 204945"/>
                <a:gd name="csX163" fmla="*/ 41562 w 340620"/>
                <a:gd name="csY163" fmla="*/ 77392 h 204945"/>
                <a:gd name="csX164" fmla="*/ 40607 w 340620"/>
                <a:gd name="csY164" fmla="*/ 77392 h 204945"/>
                <a:gd name="csX165" fmla="*/ 40129 w 340620"/>
                <a:gd name="csY165" fmla="*/ 77870 h 204945"/>
                <a:gd name="csX166" fmla="*/ 40129 w 340620"/>
                <a:gd name="csY166" fmla="*/ 77870 h 204945"/>
                <a:gd name="csX167" fmla="*/ 39174 w 340620"/>
                <a:gd name="csY167" fmla="*/ 78825 h 204945"/>
                <a:gd name="csX168" fmla="*/ 38696 w 340620"/>
                <a:gd name="csY168" fmla="*/ 80736 h 204945"/>
                <a:gd name="csX169" fmla="*/ 37263 w 340620"/>
                <a:gd name="csY169" fmla="*/ 83603 h 204945"/>
                <a:gd name="csX170" fmla="*/ 36307 w 340620"/>
                <a:gd name="csY170" fmla="*/ 84558 h 204945"/>
                <a:gd name="csX171" fmla="*/ 33919 w 340620"/>
                <a:gd name="csY171" fmla="*/ 85036 h 204945"/>
                <a:gd name="csX172" fmla="*/ 27708 w 340620"/>
                <a:gd name="csY172" fmla="*/ 85513 h 204945"/>
                <a:gd name="csX173" fmla="*/ 26275 w 340620"/>
                <a:gd name="csY173" fmla="*/ 85991 h 204945"/>
                <a:gd name="csX174" fmla="*/ 24842 w 340620"/>
                <a:gd name="csY174" fmla="*/ 86947 h 204945"/>
                <a:gd name="csX175" fmla="*/ 24842 w 340620"/>
                <a:gd name="csY175" fmla="*/ 86947 h 204945"/>
                <a:gd name="csX176" fmla="*/ 22453 w 340620"/>
                <a:gd name="csY176" fmla="*/ 90291 h 204945"/>
                <a:gd name="csX177" fmla="*/ 21020 w 340620"/>
                <a:gd name="csY177" fmla="*/ 91246 h 204945"/>
                <a:gd name="csX178" fmla="*/ 21020 w 340620"/>
                <a:gd name="csY178" fmla="*/ 91246 h 204945"/>
                <a:gd name="csX179" fmla="*/ 19587 w 340620"/>
                <a:gd name="csY179" fmla="*/ 92679 h 204945"/>
                <a:gd name="csX180" fmla="*/ 20064 w 340620"/>
                <a:gd name="csY180" fmla="*/ 96979 h 204945"/>
                <a:gd name="csX181" fmla="*/ 20064 w 340620"/>
                <a:gd name="csY181" fmla="*/ 97935 h 204945"/>
                <a:gd name="csX182" fmla="*/ 20542 w 340620"/>
                <a:gd name="csY182" fmla="*/ 102712 h 204945"/>
                <a:gd name="csX183" fmla="*/ 21020 w 340620"/>
                <a:gd name="csY183" fmla="*/ 102712 h 204945"/>
                <a:gd name="csX184" fmla="*/ 21975 w 340620"/>
                <a:gd name="csY184" fmla="*/ 104145 h 204945"/>
                <a:gd name="csX185" fmla="*/ 22453 w 340620"/>
                <a:gd name="csY185" fmla="*/ 104623 h 204945"/>
                <a:gd name="csX186" fmla="*/ 22453 w 340620"/>
                <a:gd name="csY186" fmla="*/ 104623 h 204945"/>
                <a:gd name="csX187" fmla="*/ 22931 w 340620"/>
                <a:gd name="csY187" fmla="*/ 105100 h 204945"/>
                <a:gd name="csX188" fmla="*/ 22453 w 340620"/>
                <a:gd name="csY188" fmla="*/ 105578 h 204945"/>
                <a:gd name="csX189" fmla="*/ 21498 w 340620"/>
                <a:gd name="csY189" fmla="*/ 106056 h 204945"/>
                <a:gd name="csX190" fmla="*/ 21498 w 340620"/>
                <a:gd name="csY190" fmla="*/ 106056 h 204945"/>
                <a:gd name="csX191" fmla="*/ 20542 w 340620"/>
                <a:gd name="csY191" fmla="*/ 107011 h 204945"/>
                <a:gd name="csX192" fmla="*/ 19587 w 340620"/>
                <a:gd name="csY192" fmla="*/ 107011 h 204945"/>
                <a:gd name="csX193" fmla="*/ 17676 w 340620"/>
                <a:gd name="csY193" fmla="*/ 106534 h 204945"/>
                <a:gd name="csX194" fmla="*/ 15765 w 340620"/>
                <a:gd name="csY194" fmla="*/ 106534 h 204945"/>
                <a:gd name="csX195" fmla="*/ 10032 w 340620"/>
                <a:gd name="csY195" fmla="*/ 106056 h 204945"/>
                <a:gd name="csX196" fmla="*/ 5255 w 340620"/>
                <a:gd name="csY196" fmla="*/ 106056 h 204945"/>
                <a:gd name="csX197" fmla="*/ 0 w 340620"/>
                <a:gd name="csY197" fmla="*/ 105578 h 204945"/>
                <a:gd name="csX198" fmla="*/ 0 w 340620"/>
                <a:gd name="csY198" fmla="*/ 105578 h 204945"/>
                <a:gd name="csX199" fmla="*/ 0 w 340620"/>
                <a:gd name="csY199" fmla="*/ 99845 h 204945"/>
                <a:gd name="csX200" fmla="*/ 0 w 340620"/>
                <a:gd name="csY200" fmla="*/ 94590 h 204945"/>
                <a:gd name="csX201" fmla="*/ 0 w 340620"/>
                <a:gd name="csY201" fmla="*/ 88858 h 204945"/>
                <a:gd name="csX202" fmla="*/ 0 w 340620"/>
                <a:gd name="csY202" fmla="*/ 83125 h 204945"/>
                <a:gd name="csX203" fmla="*/ 0 w 340620"/>
                <a:gd name="csY203" fmla="*/ 77392 h 204945"/>
                <a:gd name="csX204" fmla="*/ 0 w 340620"/>
                <a:gd name="csY204" fmla="*/ 72137 h 204945"/>
                <a:gd name="csX205" fmla="*/ 0 w 340620"/>
                <a:gd name="csY205" fmla="*/ 66404 h 204945"/>
                <a:gd name="csX206" fmla="*/ 0 w 340620"/>
                <a:gd name="csY206" fmla="*/ 60672 h 204945"/>
                <a:gd name="csX207" fmla="*/ 0 w 340620"/>
                <a:gd name="csY207" fmla="*/ 54939 h 204945"/>
                <a:gd name="csX208" fmla="*/ 0 w 340620"/>
                <a:gd name="csY208" fmla="*/ 49206 h 204945"/>
                <a:gd name="csX209" fmla="*/ 0 w 340620"/>
                <a:gd name="csY209" fmla="*/ 43473 h 204945"/>
                <a:gd name="csX210" fmla="*/ 0 w 340620"/>
                <a:gd name="csY210" fmla="*/ 37740 h 204945"/>
                <a:gd name="csX211" fmla="*/ 0 w 340620"/>
                <a:gd name="csY211" fmla="*/ 32008 h 204945"/>
                <a:gd name="csX212" fmla="*/ 0 w 340620"/>
                <a:gd name="csY212" fmla="*/ 25797 h 204945"/>
                <a:gd name="csX213" fmla="*/ 0 w 340620"/>
                <a:gd name="csY213" fmla="*/ 20065 h 204945"/>
                <a:gd name="csX214" fmla="*/ 0 w 340620"/>
                <a:gd name="csY214" fmla="*/ 14332 h 204945"/>
                <a:gd name="csX215" fmla="*/ 2389 w 340620"/>
                <a:gd name="csY215" fmla="*/ 13376 h 204945"/>
                <a:gd name="csX216" fmla="*/ 2389 w 340620"/>
                <a:gd name="csY216" fmla="*/ 13376 h 204945"/>
                <a:gd name="csX217" fmla="*/ 5733 w 340620"/>
                <a:gd name="csY217" fmla="*/ 12421 h 204945"/>
                <a:gd name="csX218" fmla="*/ 8599 w 340620"/>
                <a:gd name="csY218" fmla="*/ 11943 h 204945"/>
                <a:gd name="csX219" fmla="*/ 12421 w 340620"/>
                <a:gd name="csY219" fmla="*/ 10510 h 204945"/>
                <a:gd name="csX220" fmla="*/ 12421 w 340620"/>
                <a:gd name="csY220" fmla="*/ 10510 h 204945"/>
                <a:gd name="csX221" fmla="*/ 16243 w 340620"/>
                <a:gd name="csY221" fmla="*/ 9555 h 204945"/>
                <a:gd name="csX222" fmla="*/ 19587 w 340620"/>
                <a:gd name="csY222" fmla="*/ 8599 h 204945"/>
                <a:gd name="csX223" fmla="*/ 23886 w 340620"/>
                <a:gd name="csY223" fmla="*/ 7166 h 204945"/>
                <a:gd name="csX224" fmla="*/ 23886 w 340620"/>
                <a:gd name="csY224" fmla="*/ 7166 h 204945"/>
                <a:gd name="csX225" fmla="*/ 26753 w 340620"/>
                <a:gd name="csY225" fmla="*/ 6210 h 204945"/>
                <a:gd name="csX226" fmla="*/ 29619 w 340620"/>
                <a:gd name="csY226" fmla="*/ 5255 h 204945"/>
                <a:gd name="csX227" fmla="*/ 33441 w 340620"/>
                <a:gd name="csY227" fmla="*/ 4299 h 204945"/>
                <a:gd name="csX228" fmla="*/ 39651 w 340620"/>
                <a:gd name="csY228" fmla="*/ 2866 h 204945"/>
                <a:gd name="csX229" fmla="*/ 42518 w 340620"/>
                <a:gd name="csY229" fmla="*/ 1911 h 204945"/>
                <a:gd name="csX230" fmla="*/ 45862 w 340620"/>
                <a:gd name="csY230" fmla="*/ 956 h 204945"/>
                <a:gd name="csX231" fmla="*/ 45862 w 340620"/>
                <a:gd name="csY231" fmla="*/ 956 h 204945"/>
                <a:gd name="csX232" fmla="*/ 49206 w 340620"/>
                <a:gd name="csY232" fmla="*/ 0 h 204945"/>
                <a:gd name="csX233" fmla="*/ 51117 w 340620"/>
                <a:gd name="csY233" fmla="*/ 0 h 204945"/>
                <a:gd name="csX234" fmla="*/ 51117 w 340620"/>
                <a:gd name="csY234" fmla="*/ 0 h 204945"/>
                <a:gd name="csX235" fmla="*/ 53505 w 340620"/>
                <a:gd name="csY235" fmla="*/ 956 h 204945"/>
                <a:gd name="csX236" fmla="*/ 56372 w 340620"/>
                <a:gd name="csY236" fmla="*/ 2866 h 204945"/>
                <a:gd name="csX237" fmla="*/ 58760 w 340620"/>
                <a:gd name="csY237" fmla="*/ 4299 h 204945"/>
                <a:gd name="csX238" fmla="*/ 61627 w 340620"/>
                <a:gd name="csY238" fmla="*/ 6210 h 204945"/>
                <a:gd name="csX239" fmla="*/ 64493 w 340620"/>
                <a:gd name="csY239" fmla="*/ 7644 h 204945"/>
                <a:gd name="csX240" fmla="*/ 67360 w 340620"/>
                <a:gd name="csY240" fmla="*/ 9555 h 204945"/>
                <a:gd name="csX241" fmla="*/ 67360 w 340620"/>
                <a:gd name="csY241" fmla="*/ 9555 h 204945"/>
                <a:gd name="csX242" fmla="*/ 69748 w 340620"/>
                <a:gd name="csY242" fmla="*/ 10988 h 204945"/>
                <a:gd name="csX243" fmla="*/ 72615 w 340620"/>
                <a:gd name="csY243" fmla="*/ 12899 h 204945"/>
                <a:gd name="csX244" fmla="*/ 75481 w 340620"/>
                <a:gd name="csY244" fmla="*/ 14809 h 204945"/>
                <a:gd name="csX245" fmla="*/ 78348 w 340620"/>
                <a:gd name="csY245" fmla="*/ 16243 h 204945"/>
                <a:gd name="csX246" fmla="*/ 80736 w 340620"/>
                <a:gd name="csY246" fmla="*/ 18154 h 204945"/>
                <a:gd name="csX247" fmla="*/ 83603 w 340620"/>
                <a:gd name="csY247" fmla="*/ 19587 h 204945"/>
                <a:gd name="csX248" fmla="*/ 86469 w 340620"/>
                <a:gd name="csY248" fmla="*/ 21498 h 204945"/>
                <a:gd name="csX249" fmla="*/ 89335 w 340620"/>
                <a:gd name="csY249" fmla="*/ 22931 h 204945"/>
                <a:gd name="csX250" fmla="*/ 91724 w 340620"/>
                <a:gd name="csY250" fmla="*/ 24842 h 204945"/>
                <a:gd name="csX251" fmla="*/ 94590 w 340620"/>
                <a:gd name="csY251" fmla="*/ 26275 h 204945"/>
                <a:gd name="csX252" fmla="*/ 97457 w 340620"/>
                <a:gd name="csY252" fmla="*/ 28186 h 204945"/>
                <a:gd name="csX253" fmla="*/ 99846 w 340620"/>
                <a:gd name="csY253" fmla="*/ 29619 h 204945"/>
                <a:gd name="csX254" fmla="*/ 101278 w 340620"/>
                <a:gd name="csY254" fmla="*/ 30575 h 204945"/>
                <a:gd name="csX255" fmla="*/ 101756 w 340620"/>
                <a:gd name="csY255" fmla="*/ 33441 h 204945"/>
                <a:gd name="csX256" fmla="*/ 103189 w 340620"/>
                <a:gd name="csY256" fmla="*/ 35352 h 204945"/>
                <a:gd name="csX257" fmla="*/ 105100 w 340620"/>
                <a:gd name="csY257" fmla="*/ 37263 h 204945"/>
                <a:gd name="csX258" fmla="*/ 107489 w 340620"/>
                <a:gd name="csY258" fmla="*/ 39651 h 204945"/>
                <a:gd name="csX259" fmla="*/ 110355 w 340620"/>
                <a:gd name="csY259" fmla="*/ 42518 h 204945"/>
                <a:gd name="csX260" fmla="*/ 111311 w 340620"/>
                <a:gd name="csY260" fmla="*/ 43951 h 204945"/>
                <a:gd name="csX261" fmla="*/ 112266 w 340620"/>
                <a:gd name="csY261" fmla="*/ 44906 h 204945"/>
                <a:gd name="csX262" fmla="*/ 114177 w 340620"/>
                <a:gd name="csY262" fmla="*/ 46817 h 204945"/>
                <a:gd name="csX263" fmla="*/ 117521 w 340620"/>
                <a:gd name="csY263" fmla="*/ 50162 h 204945"/>
                <a:gd name="csX264" fmla="*/ 119432 w 340620"/>
                <a:gd name="csY264" fmla="*/ 52550 h 204945"/>
                <a:gd name="csX265" fmla="*/ 120865 w 340620"/>
                <a:gd name="csY265" fmla="*/ 52550 h 204945"/>
                <a:gd name="csX266" fmla="*/ 124210 w 340620"/>
                <a:gd name="csY266" fmla="*/ 52072 h 204945"/>
                <a:gd name="csX267" fmla="*/ 128509 w 340620"/>
                <a:gd name="csY267" fmla="*/ 51117 h 204945"/>
                <a:gd name="csX268" fmla="*/ 132331 w 340620"/>
                <a:gd name="csY268" fmla="*/ 50639 h 204945"/>
                <a:gd name="csX269" fmla="*/ 136153 w 340620"/>
                <a:gd name="csY269" fmla="*/ 50162 h 204945"/>
                <a:gd name="csX270" fmla="*/ 140453 w 340620"/>
                <a:gd name="csY270" fmla="*/ 49206 h 204945"/>
                <a:gd name="csX271" fmla="*/ 143319 w 340620"/>
                <a:gd name="csY271" fmla="*/ 48728 h 204945"/>
                <a:gd name="csX272" fmla="*/ 148096 w 340620"/>
                <a:gd name="csY272" fmla="*/ 49206 h 204945"/>
                <a:gd name="csX273" fmla="*/ 152873 w 340620"/>
                <a:gd name="csY273" fmla="*/ 49684 h 204945"/>
                <a:gd name="csX274" fmla="*/ 156217 w 340620"/>
                <a:gd name="csY274" fmla="*/ 49684 h 204945"/>
                <a:gd name="csX275" fmla="*/ 159562 w 340620"/>
                <a:gd name="csY275" fmla="*/ 50162 h 204945"/>
                <a:gd name="csX276" fmla="*/ 163383 w 340620"/>
                <a:gd name="csY276" fmla="*/ 50639 h 204945"/>
                <a:gd name="csX277" fmla="*/ 165772 w 340620"/>
                <a:gd name="csY277" fmla="*/ 50639 h 204945"/>
                <a:gd name="csX278" fmla="*/ 168161 w 340620"/>
                <a:gd name="csY278" fmla="*/ 50639 h 204945"/>
                <a:gd name="csX279" fmla="*/ 169116 w 340620"/>
                <a:gd name="csY279" fmla="*/ 50162 h 204945"/>
                <a:gd name="csX280" fmla="*/ 171027 w 340620"/>
                <a:gd name="csY280" fmla="*/ 49206 h 204945"/>
                <a:gd name="csX281" fmla="*/ 173415 w 340620"/>
                <a:gd name="csY281" fmla="*/ 48251 h 204945"/>
                <a:gd name="csX282" fmla="*/ 175326 w 340620"/>
                <a:gd name="csY282" fmla="*/ 47295 h 204945"/>
                <a:gd name="csX283" fmla="*/ 177238 w 340620"/>
                <a:gd name="csY283" fmla="*/ 46817 h 204945"/>
                <a:gd name="csX284" fmla="*/ 179149 w 340620"/>
                <a:gd name="csY284" fmla="*/ 48251 h 204945"/>
                <a:gd name="csX285" fmla="*/ 180104 w 340620"/>
                <a:gd name="csY285" fmla="*/ 49206 h 204945"/>
                <a:gd name="csX286" fmla="*/ 180581 w 340620"/>
                <a:gd name="csY286" fmla="*/ 50162 h 204945"/>
                <a:gd name="csX287" fmla="*/ 182492 w 340620"/>
                <a:gd name="csY287" fmla="*/ 52072 h 204945"/>
                <a:gd name="csX288" fmla="*/ 184403 w 340620"/>
                <a:gd name="csY288" fmla="*/ 53983 h 204945"/>
                <a:gd name="csX289" fmla="*/ 186314 w 340620"/>
                <a:gd name="csY289" fmla="*/ 55417 h 204945"/>
                <a:gd name="csX290" fmla="*/ 188703 w 340620"/>
                <a:gd name="csY290" fmla="*/ 56850 h 204945"/>
                <a:gd name="csX291" fmla="*/ 188703 w 340620"/>
                <a:gd name="csY291" fmla="*/ 56850 h 204945"/>
                <a:gd name="csX292" fmla="*/ 190614 w 340620"/>
                <a:gd name="csY292" fmla="*/ 59238 h 204945"/>
                <a:gd name="csX293" fmla="*/ 192525 w 340620"/>
                <a:gd name="csY293" fmla="*/ 63060 h 204945"/>
                <a:gd name="csX294" fmla="*/ 193480 w 340620"/>
                <a:gd name="csY294" fmla="*/ 65449 h 204945"/>
                <a:gd name="csX295" fmla="*/ 194913 w 340620"/>
                <a:gd name="csY295" fmla="*/ 67838 h 204945"/>
                <a:gd name="csX296" fmla="*/ 194913 w 340620"/>
                <a:gd name="csY296" fmla="*/ 67838 h 204945"/>
                <a:gd name="csX297" fmla="*/ 196824 w 340620"/>
                <a:gd name="csY297" fmla="*/ 66882 h 204945"/>
                <a:gd name="csX298" fmla="*/ 199213 w 340620"/>
                <a:gd name="csY298" fmla="*/ 65449 h 204945"/>
                <a:gd name="csX299" fmla="*/ 200646 w 340620"/>
                <a:gd name="csY299" fmla="*/ 64971 h 204945"/>
                <a:gd name="csX300" fmla="*/ 200646 w 340620"/>
                <a:gd name="csY300" fmla="*/ 64971 h 204945"/>
                <a:gd name="csX301" fmla="*/ 200646 w 340620"/>
                <a:gd name="csY301" fmla="*/ 67838 h 204945"/>
                <a:gd name="csX302" fmla="*/ 200646 w 340620"/>
                <a:gd name="csY302" fmla="*/ 70226 h 204945"/>
                <a:gd name="csX303" fmla="*/ 200169 w 340620"/>
                <a:gd name="csY303" fmla="*/ 74526 h 204945"/>
                <a:gd name="csX304" fmla="*/ 199691 w 340620"/>
                <a:gd name="csY304" fmla="*/ 77392 h 204945"/>
                <a:gd name="csX305" fmla="*/ 199213 w 340620"/>
                <a:gd name="csY305" fmla="*/ 81214 h 204945"/>
                <a:gd name="csX306" fmla="*/ 199213 w 340620"/>
                <a:gd name="csY306" fmla="*/ 84558 h 204945"/>
                <a:gd name="csX307" fmla="*/ 199213 w 340620"/>
                <a:gd name="csY307" fmla="*/ 86947 h 204945"/>
                <a:gd name="csX308" fmla="*/ 199213 w 340620"/>
                <a:gd name="csY308" fmla="*/ 88858 h 204945"/>
                <a:gd name="csX309" fmla="*/ 202557 w 340620"/>
                <a:gd name="csY309" fmla="*/ 89335 h 204945"/>
                <a:gd name="csX310" fmla="*/ 205424 w 340620"/>
                <a:gd name="csY310" fmla="*/ 89335 h 204945"/>
                <a:gd name="csX311" fmla="*/ 208768 w 340620"/>
                <a:gd name="csY311" fmla="*/ 89335 h 204945"/>
                <a:gd name="csX312" fmla="*/ 209245 w 340620"/>
                <a:gd name="csY312" fmla="*/ 91724 h 204945"/>
                <a:gd name="csX313" fmla="*/ 209723 w 340620"/>
                <a:gd name="csY313" fmla="*/ 95546 h 204945"/>
                <a:gd name="csX314" fmla="*/ 210201 w 340620"/>
                <a:gd name="csY314" fmla="*/ 98890 h 204945"/>
                <a:gd name="csX315" fmla="*/ 210679 w 340620"/>
                <a:gd name="csY315" fmla="*/ 101279 h 204945"/>
                <a:gd name="csX316" fmla="*/ 211634 w 340620"/>
                <a:gd name="csY316" fmla="*/ 105100 h 204945"/>
                <a:gd name="csX317" fmla="*/ 212112 w 340620"/>
                <a:gd name="csY317" fmla="*/ 107011 h 204945"/>
                <a:gd name="csX318" fmla="*/ 213067 w 340620"/>
                <a:gd name="csY318" fmla="*/ 108922 h 204945"/>
                <a:gd name="csX319" fmla="*/ 213545 w 340620"/>
                <a:gd name="csY319" fmla="*/ 109400 h 204945"/>
                <a:gd name="csX320" fmla="*/ 214978 w 340620"/>
                <a:gd name="csY320" fmla="*/ 109878 h 204945"/>
                <a:gd name="csX321" fmla="*/ 219278 w 340620"/>
                <a:gd name="csY321" fmla="*/ 109400 h 204945"/>
                <a:gd name="csX322" fmla="*/ 223099 w 340620"/>
                <a:gd name="csY322" fmla="*/ 109400 h 204945"/>
                <a:gd name="csX323" fmla="*/ 225966 w 340620"/>
                <a:gd name="csY323" fmla="*/ 109400 h 204945"/>
                <a:gd name="csX324" fmla="*/ 229310 w 340620"/>
                <a:gd name="csY324" fmla="*/ 108922 h 204945"/>
                <a:gd name="csX325" fmla="*/ 233132 w 340620"/>
                <a:gd name="csY325" fmla="*/ 108922 h 204945"/>
                <a:gd name="csX326" fmla="*/ 234565 w 340620"/>
                <a:gd name="csY326" fmla="*/ 109400 h 204945"/>
                <a:gd name="csX327" fmla="*/ 235998 w 340620"/>
                <a:gd name="csY327" fmla="*/ 108922 h 204945"/>
                <a:gd name="csX328" fmla="*/ 237431 w 340620"/>
                <a:gd name="csY328" fmla="*/ 108445 h 204945"/>
                <a:gd name="csX329" fmla="*/ 238387 w 340620"/>
                <a:gd name="csY329" fmla="*/ 110355 h 204945"/>
                <a:gd name="csX330" fmla="*/ 238865 w 340620"/>
                <a:gd name="csY330" fmla="*/ 110833 h 204945"/>
                <a:gd name="csX331" fmla="*/ 239820 w 340620"/>
                <a:gd name="csY331" fmla="*/ 111789 h 204945"/>
                <a:gd name="csX332" fmla="*/ 240776 w 340620"/>
                <a:gd name="csY332" fmla="*/ 112744 h 204945"/>
                <a:gd name="csX333" fmla="*/ 240298 w 340620"/>
                <a:gd name="csY333" fmla="*/ 114177 h 204945"/>
                <a:gd name="csX334" fmla="*/ 239820 w 340620"/>
                <a:gd name="csY334" fmla="*/ 116566 h 204945"/>
                <a:gd name="csX335" fmla="*/ 239342 w 340620"/>
                <a:gd name="csY335" fmla="*/ 117999 h 204945"/>
                <a:gd name="csX336" fmla="*/ 240776 w 340620"/>
                <a:gd name="csY336" fmla="*/ 119432 h 204945"/>
                <a:gd name="csX337" fmla="*/ 240776 w 340620"/>
                <a:gd name="csY337" fmla="*/ 119432 h 204945"/>
                <a:gd name="csX338" fmla="*/ 241731 w 340620"/>
                <a:gd name="csY338" fmla="*/ 119910 h 204945"/>
                <a:gd name="csX339" fmla="*/ 244120 w 340620"/>
                <a:gd name="csY339" fmla="*/ 121343 h 204945"/>
                <a:gd name="csX340" fmla="*/ 246986 w 340620"/>
                <a:gd name="csY340" fmla="*/ 122299 h 204945"/>
                <a:gd name="csX341" fmla="*/ 248419 w 340620"/>
                <a:gd name="csY341" fmla="*/ 122777 h 204945"/>
                <a:gd name="csX342" fmla="*/ 249852 w 340620"/>
                <a:gd name="csY342" fmla="*/ 122299 h 204945"/>
                <a:gd name="csX343" fmla="*/ 250330 w 340620"/>
                <a:gd name="csY343" fmla="*/ 121343 h 204945"/>
                <a:gd name="csX344" fmla="*/ 250330 w 340620"/>
                <a:gd name="csY344" fmla="*/ 120388 h 204945"/>
                <a:gd name="csX345" fmla="*/ 249375 w 340620"/>
                <a:gd name="csY345" fmla="*/ 118954 h 204945"/>
                <a:gd name="csX346" fmla="*/ 249852 w 340620"/>
                <a:gd name="csY346" fmla="*/ 117521 h 204945"/>
                <a:gd name="csX347" fmla="*/ 250330 w 340620"/>
                <a:gd name="csY347" fmla="*/ 116088 h 204945"/>
                <a:gd name="csX348" fmla="*/ 251763 w 340620"/>
                <a:gd name="csY348" fmla="*/ 114177 h 204945"/>
                <a:gd name="csX349" fmla="*/ 253197 w 340620"/>
                <a:gd name="csY349" fmla="*/ 112266 h 204945"/>
                <a:gd name="csX350" fmla="*/ 255585 w 340620"/>
                <a:gd name="csY350" fmla="*/ 110355 h 204945"/>
                <a:gd name="csX351" fmla="*/ 257974 w 340620"/>
                <a:gd name="csY351" fmla="*/ 108445 h 204945"/>
                <a:gd name="csX352" fmla="*/ 259407 w 340620"/>
                <a:gd name="csY352" fmla="*/ 107011 h 204945"/>
                <a:gd name="csX353" fmla="*/ 259885 w 340620"/>
                <a:gd name="csY353" fmla="*/ 104623 h 204945"/>
                <a:gd name="csX354" fmla="*/ 261318 w 340620"/>
                <a:gd name="csY354" fmla="*/ 103189 h 204945"/>
                <a:gd name="csX355" fmla="*/ 263229 w 340620"/>
                <a:gd name="csY355" fmla="*/ 102234 h 204945"/>
                <a:gd name="csX356" fmla="*/ 265617 w 340620"/>
                <a:gd name="csY356" fmla="*/ 101756 h 204945"/>
                <a:gd name="csX357" fmla="*/ 266095 w 340620"/>
                <a:gd name="csY357" fmla="*/ 100323 h 204945"/>
                <a:gd name="csX358" fmla="*/ 266095 w 340620"/>
                <a:gd name="csY358" fmla="*/ 100323 h 204945"/>
                <a:gd name="csX359" fmla="*/ 269440 w 340620"/>
                <a:gd name="csY359" fmla="*/ 97935 h 204945"/>
                <a:gd name="csX360" fmla="*/ 271350 w 340620"/>
                <a:gd name="csY360" fmla="*/ 96979 h 204945"/>
                <a:gd name="csX361" fmla="*/ 274217 w 340620"/>
                <a:gd name="csY361" fmla="*/ 96501 h 204945"/>
                <a:gd name="csX362" fmla="*/ 277561 w 340620"/>
                <a:gd name="csY362" fmla="*/ 95068 h 204945"/>
                <a:gd name="csX363" fmla="*/ 279949 w 340620"/>
                <a:gd name="csY363" fmla="*/ 93635 h 204945"/>
                <a:gd name="csX364" fmla="*/ 282816 w 340620"/>
                <a:gd name="csY364" fmla="*/ 90291 h 204945"/>
                <a:gd name="csX365" fmla="*/ 284727 w 340620"/>
                <a:gd name="csY365" fmla="*/ 88380 h 204945"/>
                <a:gd name="csX366" fmla="*/ 284727 w 340620"/>
                <a:gd name="csY366" fmla="*/ 88380 h 204945"/>
                <a:gd name="csX367" fmla="*/ 286638 w 340620"/>
                <a:gd name="csY367" fmla="*/ 86947 h 204945"/>
                <a:gd name="csX368" fmla="*/ 288071 w 340620"/>
                <a:gd name="csY368" fmla="*/ 86947 h 204945"/>
                <a:gd name="csX369" fmla="*/ 289026 w 340620"/>
                <a:gd name="csY369" fmla="*/ 88380 h 204945"/>
                <a:gd name="csX370" fmla="*/ 289504 w 340620"/>
                <a:gd name="csY370" fmla="*/ 88380 h 204945"/>
                <a:gd name="csX371" fmla="*/ 289982 w 340620"/>
                <a:gd name="csY371" fmla="*/ 88380 h 204945"/>
                <a:gd name="csX372" fmla="*/ 290459 w 340620"/>
                <a:gd name="csY372" fmla="*/ 87902 h 204945"/>
                <a:gd name="csX373" fmla="*/ 291415 w 340620"/>
                <a:gd name="csY373" fmla="*/ 86469 h 204945"/>
                <a:gd name="csX374" fmla="*/ 292370 w 340620"/>
                <a:gd name="csY374" fmla="*/ 85036 h 204945"/>
                <a:gd name="csX375" fmla="*/ 292370 w 340620"/>
                <a:gd name="csY375" fmla="*/ 85036 h 204945"/>
                <a:gd name="csX376" fmla="*/ 293326 w 340620"/>
                <a:gd name="csY376" fmla="*/ 84558 h 204945"/>
                <a:gd name="csX377" fmla="*/ 295236 w 340620"/>
                <a:gd name="csY377" fmla="*/ 84080 h 204945"/>
                <a:gd name="csX378" fmla="*/ 297147 w 340620"/>
                <a:gd name="csY378" fmla="*/ 83125 h 204945"/>
                <a:gd name="csX379" fmla="*/ 297147 w 340620"/>
                <a:gd name="csY379" fmla="*/ 83125 h 204945"/>
                <a:gd name="csX380" fmla="*/ 297625 w 340620"/>
                <a:gd name="csY380" fmla="*/ 82647 h 204945"/>
                <a:gd name="csX381" fmla="*/ 298581 w 340620"/>
                <a:gd name="csY381" fmla="*/ 82170 h 204945"/>
                <a:gd name="csX382" fmla="*/ 299059 w 340620"/>
                <a:gd name="csY382" fmla="*/ 82170 h 204945"/>
                <a:gd name="csX383" fmla="*/ 300492 w 340620"/>
                <a:gd name="csY383" fmla="*/ 83125 h 204945"/>
                <a:gd name="csX384" fmla="*/ 302402 w 340620"/>
                <a:gd name="csY384" fmla="*/ 84080 h 204945"/>
                <a:gd name="csX385" fmla="*/ 302881 w 340620"/>
                <a:gd name="csY385" fmla="*/ 84558 h 204945"/>
                <a:gd name="csX386" fmla="*/ 302881 w 340620"/>
                <a:gd name="csY386" fmla="*/ 84558 h 204945"/>
                <a:gd name="csX387" fmla="*/ 302881 w 340620"/>
                <a:gd name="csY387" fmla="*/ 85036 h 204945"/>
                <a:gd name="csX388" fmla="*/ 302402 w 340620"/>
                <a:gd name="csY388" fmla="*/ 85036 h 204945"/>
                <a:gd name="csX389" fmla="*/ 298581 w 340620"/>
                <a:gd name="csY389" fmla="*/ 87424 h 204945"/>
                <a:gd name="csX390" fmla="*/ 296192 w 340620"/>
                <a:gd name="csY390" fmla="*/ 88380 h 204945"/>
                <a:gd name="csX391" fmla="*/ 295236 w 340620"/>
                <a:gd name="csY391" fmla="*/ 88380 h 204945"/>
                <a:gd name="csX392" fmla="*/ 294759 w 340620"/>
                <a:gd name="csY392" fmla="*/ 88858 h 204945"/>
                <a:gd name="csX393" fmla="*/ 294281 w 340620"/>
                <a:gd name="csY393" fmla="*/ 91246 h 204945"/>
                <a:gd name="csX394" fmla="*/ 294281 w 340620"/>
                <a:gd name="csY394" fmla="*/ 91246 h 204945"/>
                <a:gd name="csX395" fmla="*/ 293804 w 340620"/>
                <a:gd name="csY395" fmla="*/ 91246 h 204945"/>
                <a:gd name="csX396" fmla="*/ 292848 w 340620"/>
                <a:gd name="csY396" fmla="*/ 91246 h 204945"/>
                <a:gd name="csX397" fmla="*/ 290937 w 340620"/>
                <a:gd name="csY397" fmla="*/ 92202 h 204945"/>
                <a:gd name="csX398" fmla="*/ 289504 w 340620"/>
                <a:gd name="csY398" fmla="*/ 93157 h 204945"/>
                <a:gd name="csX399" fmla="*/ 289504 w 340620"/>
                <a:gd name="csY399" fmla="*/ 93157 h 204945"/>
                <a:gd name="csX400" fmla="*/ 287115 w 340620"/>
                <a:gd name="csY400" fmla="*/ 96024 h 204945"/>
                <a:gd name="csX401" fmla="*/ 281860 w 340620"/>
                <a:gd name="csY401" fmla="*/ 99368 h 204945"/>
                <a:gd name="csX402" fmla="*/ 281860 w 340620"/>
                <a:gd name="csY402" fmla="*/ 99845 h 204945"/>
                <a:gd name="csX403" fmla="*/ 281860 w 340620"/>
                <a:gd name="csY403" fmla="*/ 100323 h 204945"/>
                <a:gd name="csX404" fmla="*/ 282338 w 340620"/>
                <a:gd name="csY404" fmla="*/ 100801 h 204945"/>
                <a:gd name="csX405" fmla="*/ 284249 w 340620"/>
                <a:gd name="csY405" fmla="*/ 101279 h 204945"/>
                <a:gd name="csX406" fmla="*/ 286160 w 340620"/>
                <a:gd name="csY406" fmla="*/ 102712 h 204945"/>
                <a:gd name="csX407" fmla="*/ 287593 w 340620"/>
                <a:gd name="csY407" fmla="*/ 103667 h 204945"/>
                <a:gd name="csX408" fmla="*/ 290937 w 340620"/>
                <a:gd name="csY408" fmla="*/ 102234 h 204945"/>
                <a:gd name="csX409" fmla="*/ 291893 w 340620"/>
                <a:gd name="csY409" fmla="*/ 102712 h 204945"/>
                <a:gd name="csX410" fmla="*/ 292848 w 340620"/>
                <a:gd name="csY410" fmla="*/ 103667 h 204945"/>
                <a:gd name="csX411" fmla="*/ 293804 w 340620"/>
                <a:gd name="csY411" fmla="*/ 107011 h 204945"/>
                <a:gd name="csX412" fmla="*/ 295236 w 340620"/>
                <a:gd name="csY412" fmla="*/ 107967 h 204945"/>
                <a:gd name="csX413" fmla="*/ 297147 w 340620"/>
                <a:gd name="csY413" fmla="*/ 108445 h 204945"/>
                <a:gd name="csX414" fmla="*/ 298581 w 340620"/>
                <a:gd name="csY414" fmla="*/ 108922 h 204945"/>
                <a:gd name="csX415" fmla="*/ 300492 w 340620"/>
                <a:gd name="csY415" fmla="*/ 109878 h 204945"/>
                <a:gd name="csX416" fmla="*/ 302402 w 340620"/>
                <a:gd name="csY416" fmla="*/ 109878 h 204945"/>
                <a:gd name="csX417" fmla="*/ 303836 w 340620"/>
                <a:gd name="csY417" fmla="*/ 109878 h 204945"/>
                <a:gd name="csX418" fmla="*/ 305747 w 340620"/>
                <a:gd name="csY418" fmla="*/ 110355 h 204945"/>
                <a:gd name="csX419" fmla="*/ 306224 w 340620"/>
                <a:gd name="csY419" fmla="*/ 109878 h 204945"/>
                <a:gd name="csX420" fmla="*/ 306224 w 340620"/>
                <a:gd name="csY420" fmla="*/ 105100 h 204945"/>
                <a:gd name="csX421" fmla="*/ 308135 w 340620"/>
                <a:gd name="csY421" fmla="*/ 106056 h 204945"/>
                <a:gd name="csX422" fmla="*/ 309091 w 340620"/>
                <a:gd name="csY422" fmla="*/ 106056 h 204945"/>
                <a:gd name="csX423" fmla="*/ 309568 w 340620"/>
                <a:gd name="csY423" fmla="*/ 105578 h 204945"/>
                <a:gd name="csX424" fmla="*/ 310047 w 340620"/>
                <a:gd name="csY424" fmla="*/ 104623 h 204945"/>
                <a:gd name="csX425" fmla="*/ 310524 w 340620"/>
                <a:gd name="csY425" fmla="*/ 102712 h 204945"/>
                <a:gd name="csX426" fmla="*/ 310047 w 340620"/>
                <a:gd name="csY426" fmla="*/ 101279 h 204945"/>
                <a:gd name="csX427" fmla="*/ 310524 w 340620"/>
                <a:gd name="csY427" fmla="*/ 100323 h 204945"/>
                <a:gd name="csX428" fmla="*/ 310524 w 340620"/>
                <a:gd name="csY428" fmla="*/ 100323 h 204945"/>
                <a:gd name="csX429" fmla="*/ 311479 w 340620"/>
                <a:gd name="csY429" fmla="*/ 100323 h 204945"/>
                <a:gd name="csX430" fmla="*/ 311479 w 340620"/>
                <a:gd name="csY430" fmla="*/ 100323 h 204945"/>
                <a:gd name="csX431" fmla="*/ 311479 w 340620"/>
                <a:gd name="csY431" fmla="*/ 100323 h 204945"/>
                <a:gd name="csX432" fmla="*/ 311957 w 340620"/>
                <a:gd name="csY432" fmla="*/ 100801 h 204945"/>
                <a:gd name="csX433" fmla="*/ 311957 w 340620"/>
                <a:gd name="csY433" fmla="*/ 102234 h 204945"/>
                <a:gd name="csX434" fmla="*/ 312913 w 340620"/>
                <a:gd name="csY434" fmla="*/ 103189 h 204945"/>
                <a:gd name="csX435" fmla="*/ 313868 w 340620"/>
                <a:gd name="csY435" fmla="*/ 103189 h 204945"/>
                <a:gd name="csX436" fmla="*/ 314346 w 340620"/>
                <a:gd name="csY436" fmla="*/ 104623 h 204945"/>
                <a:gd name="csX437" fmla="*/ 315301 w 340620"/>
                <a:gd name="csY437" fmla="*/ 106056 h 204945"/>
                <a:gd name="csX438" fmla="*/ 315301 w 340620"/>
                <a:gd name="csY438" fmla="*/ 108445 h 204945"/>
                <a:gd name="csX439" fmla="*/ 317212 w 340620"/>
                <a:gd name="csY439" fmla="*/ 108922 h 204945"/>
                <a:gd name="csX440" fmla="*/ 319123 w 340620"/>
                <a:gd name="csY440" fmla="*/ 109400 h 204945"/>
                <a:gd name="csX441" fmla="*/ 320079 w 340620"/>
                <a:gd name="csY441" fmla="*/ 108922 h 204945"/>
                <a:gd name="csX442" fmla="*/ 321034 w 340620"/>
                <a:gd name="csY442" fmla="*/ 109400 h 204945"/>
                <a:gd name="csX443" fmla="*/ 321512 w 340620"/>
                <a:gd name="csY443" fmla="*/ 110355 h 204945"/>
                <a:gd name="csX444" fmla="*/ 321512 w 340620"/>
                <a:gd name="csY444" fmla="*/ 111789 h 204945"/>
                <a:gd name="csX445" fmla="*/ 321512 w 340620"/>
                <a:gd name="csY445" fmla="*/ 112744 h 204945"/>
                <a:gd name="csX446" fmla="*/ 321990 w 340620"/>
                <a:gd name="csY446" fmla="*/ 113222 h 204945"/>
                <a:gd name="csX447" fmla="*/ 323900 w 340620"/>
                <a:gd name="csY447" fmla="*/ 112266 h 204945"/>
                <a:gd name="csX448" fmla="*/ 325334 w 340620"/>
                <a:gd name="csY448" fmla="*/ 112266 h 204945"/>
                <a:gd name="csX449" fmla="*/ 326289 w 340620"/>
                <a:gd name="csY449" fmla="*/ 112744 h 204945"/>
                <a:gd name="csX450" fmla="*/ 328200 w 340620"/>
                <a:gd name="csY450" fmla="*/ 113700 h 204945"/>
                <a:gd name="csX451" fmla="*/ 330111 w 340620"/>
                <a:gd name="csY451" fmla="*/ 116088 h 204945"/>
                <a:gd name="csX452" fmla="*/ 331066 w 340620"/>
                <a:gd name="csY452" fmla="*/ 116566 h 204945"/>
                <a:gd name="csX453" fmla="*/ 334411 w 340620"/>
                <a:gd name="csY453" fmla="*/ 116566 h 204945"/>
                <a:gd name="csX454" fmla="*/ 335366 w 340620"/>
                <a:gd name="csY454" fmla="*/ 117044 h 204945"/>
                <a:gd name="csX455" fmla="*/ 336322 w 340620"/>
                <a:gd name="csY455" fmla="*/ 117044 h 204945"/>
                <a:gd name="csX456" fmla="*/ 337754 w 340620"/>
                <a:gd name="csY456" fmla="*/ 116566 h 204945"/>
                <a:gd name="csX457" fmla="*/ 340621 w 340620"/>
                <a:gd name="csY457" fmla="*/ 117521 h 204945"/>
                <a:gd name="csX458" fmla="*/ 340621 w 340620"/>
                <a:gd name="csY458" fmla="*/ 117999 h 204945"/>
                <a:gd name="csX459" fmla="*/ 340143 w 340620"/>
                <a:gd name="csY459" fmla="*/ 118477 h 204945"/>
                <a:gd name="csX460" fmla="*/ 333455 w 340620"/>
                <a:gd name="csY460" fmla="*/ 121821 h 204945"/>
                <a:gd name="csX461" fmla="*/ 333455 w 340620"/>
                <a:gd name="csY461" fmla="*/ 121821 h 204945"/>
                <a:gd name="csX462" fmla="*/ 332977 w 340620"/>
                <a:gd name="csY462" fmla="*/ 122777 h 204945"/>
                <a:gd name="csX463" fmla="*/ 331544 w 340620"/>
                <a:gd name="csY463" fmla="*/ 124210 h 204945"/>
                <a:gd name="csX464" fmla="*/ 331066 w 340620"/>
                <a:gd name="csY464" fmla="*/ 124210 h 204945"/>
                <a:gd name="csX465" fmla="*/ 330111 w 340620"/>
                <a:gd name="csY465" fmla="*/ 124687 h 204945"/>
                <a:gd name="csX466" fmla="*/ 329156 w 340620"/>
                <a:gd name="csY466" fmla="*/ 124687 h 204945"/>
                <a:gd name="csX467" fmla="*/ 325811 w 340620"/>
                <a:gd name="csY467" fmla="*/ 123254 h 204945"/>
                <a:gd name="csX468" fmla="*/ 325334 w 340620"/>
                <a:gd name="csY468" fmla="*/ 123732 h 204945"/>
                <a:gd name="csX469" fmla="*/ 325334 w 340620"/>
                <a:gd name="csY469" fmla="*/ 124210 h 204945"/>
                <a:gd name="csX470" fmla="*/ 325334 w 340620"/>
                <a:gd name="csY470" fmla="*/ 124687 h 204945"/>
                <a:gd name="csX471" fmla="*/ 325811 w 340620"/>
                <a:gd name="csY471" fmla="*/ 126120 h 204945"/>
                <a:gd name="csX472" fmla="*/ 325811 w 340620"/>
                <a:gd name="csY472" fmla="*/ 127076 h 204945"/>
                <a:gd name="csX473" fmla="*/ 324856 w 340620"/>
                <a:gd name="csY473" fmla="*/ 127554 h 204945"/>
                <a:gd name="csX474" fmla="*/ 322945 w 340620"/>
                <a:gd name="csY474" fmla="*/ 127076 h 204945"/>
                <a:gd name="csX475" fmla="*/ 322467 w 340620"/>
                <a:gd name="csY475" fmla="*/ 126598 h 204945"/>
                <a:gd name="csX476" fmla="*/ 322467 w 340620"/>
                <a:gd name="csY476" fmla="*/ 126598 h 204945"/>
                <a:gd name="csX477" fmla="*/ 321990 w 340620"/>
                <a:gd name="csY477" fmla="*/ 126598 h 204945"/>
                <a:gd name="csX478" fmla="*/ 320556 w 340620"/>
                <a:gd name="csY478" fmla="*/ 126598 h 204945"/>
                <a:gd name="csX479" fmla="*/ 318168 w 340620"/>
                <a:gd name="csY479" fmla="*/ 128987 h 204945"/>
                <a:gd name="csX480" fmla="*/ 317212 w 340620"/>
                <a:gd name="csY480" fmla="*/ 130420 h 204945"/>
                <a:gd name="csX481" fmla="*/ 317212 w 340620"/>
                <a:gd name="csY481" fmla="*/ 130898 h 204945"/>
                <a:gd name="csX482" fmla="*/ 316257 w 340620"/>
                <a:gd name="csY482" fmla="*/ 131376 h 204945"/>
                <a:gd name="csX483" fmla="*/ 314824 w 340620"/>
                <a:gd name="csY483" fmla="*/ 131853 h 204945"/>
                <a:gd name="csX484" fmla="*/ 314824 w 340620"/>
                <a:gd name="csY484" fmla="*/ 131853 h 204945"/>
                <a:gd name="csX485" fmla="*/ 313390 w 340620"/>
                <a:gd name="csY485" fmla="*/ 132809 h 204945"/>
                <a:gd name="csX486" fmla="*/ 311957 w 340620"/>
                <a:gd name="csY486" fmla="*/ 133764 h 204945"/>
                <a:gd name="csX487" fmla="*/ 311479 w 340620"/>
                <a:gd name="csY487" fmla="*/ 132809 h 204945"/>
                <a:gd name="csX488" fmla="*/ 311002 w 340620"/>
                <a:gd name="csY488" fmla="*/ 132331 h 204945"/>
                <a:gd name="csX489" fmla="*/ 310524 w 340620"/>
                <a:gd name="csY489" fmla="*/ 131853 h 204945"/>
                <a:gd name="csX490" fmla="*/ 309568 w 340620"/>
                <a:gd name="csY490" fmla="*/ 132331 h 204945"/>
                <a:gd name="csX491" fmla="*/ 308613 w 340620"/>
                <a:gd name="csY491" fmla="*/ 132331 h 204945"/>
                <a:gd name="csX492" fmla="*/ 307180 w 340620"/>
                <a:gd name="csY492" fmla="*/ 131376 h 204945"/>
                <a:gd name="csX493" fmla="*/ 305747 w 340620"/>
                <a:gd name="csY493" fmla="*/ 130420 h 204945"/>
                <a:gd name="csX494" fmla="*/ 304313 w 340620"/>
                <a:gd name="csY494" fmla="*/ 130420 h 204945"/>
                <a:gd name="csX495" fmla="*/ 300014 w 340620"/>
                <a:gd name="csY495" fmla="*/ 130898 h 204945"/>
                <a:gd name="csX496" fmla="*/ 298103 w 340620"/>
                <a:gd name="csY496" fmla="*/ 131376 h 204945"/>
                <a:gd name="csX497" fmla="*/ 297147 w 340620"/>
                <a:gd name="csY497" fmla="*/ 131376 h 204945"/>
                <a:gd name="csX498" fmla="*/ 296192 w 340620"/>
                <a:gd name="csY498" fmla="*/ 131853 h 204945"/>
                <a:gd name="csX499" fmla="*/ 291415 w 340620"/>
                <a:gd name="csY499" fmla="*/ 132331 h 204945"/>
                <a:gd name="csX500" fmla="*/ 290459 w 340620"/>
                <a:gd name="csY500" fmla="*/ 132331 h 204945"/>
                <a:gd name="csX501" fmla="*/ 289504 w 340620"/>
                <a:gd name="csY501" fmla="*/ 130898 h 204945"/>
                <a:gd name="csX502" fmla="*/ 289504 w 340620"/>
                <a:gd name="csY502" fmla="*/ 130898 h 204945"/>
                <a:gd name="csX503" fmla="*/ 289026 w 340620"/>
                <a:gd name="csY503" fmla="*/ 129465 h 204945"/>
                <a:gd name="csX504" fmla="*/ 287593 w 340620"/>
                <a:gd name="csY504" fmla="*/ 128987 h 204945"/>
                <a:gd name="csX505" fmla="*/ 286160 w 340620"/>
                <a:gd name="csY505" fmla="*/ 128509 h 204945"/>
                <a:gd name="csX506" fmla="*/ 285682 w 340620"/>
                <a:gd name="csY506" fmla="*/ 128031 h 204945"/>
                <a:gd name="csX507" fmla="*/ 285682 w 340620"/>
                <a:gd name="csY507" fmla="*/ 127554 h 204945"/>
                <a:gd name="csX508" fmla="*/ 285682 w 340620"/>
                <a:gd name="csY508" fmla="*/ 126598 h 204945"/>
                <a:gd name="csX509" fmla="*/ 285682 w 340620"/>
                <a:gd name="csY509" fmla="*/ 126598 h 204945"/>
                <a:gd name="csX510" fmla="*/ 285682 w 340620"/>
                <a:gd name="csY510" fmla="*/ 126598 h 204945"/>
                <a:gd name="csX511" fmla="*/ 289026 w 340620"/>
                <a:gd name="csY511" fmla="*/ 123732 h 204945"/>
                <a:gd name="csX512" fmla="*/ 291893 w 340620"/>
                <a:gd name="csY512" fmla="*/ 121343 h 204945"/>
                <a:gd name="csX513" fmla="*/ 292370 w 340620"/>
                <a:gd name="csY513" fmla="*/ 121343 h 204945"/>
                <a:gd name="csX514" fmla="*/ 292848 w 340620"/>
                <a:gd name="csY514" fmla="*/ 120865 h 204945"/>
                <a:gd name="csX515" fmla="*/ 293326 w 340620"/>
                <a:gd name="csY515" fmla="*/ 119910 h 204945"/>
                <a:gd name="csX516" fmla="*/ 293326 w 340620"/>
                <a:gd name="csY516" fmla="*/ 119432 h 204945"/>
                <a:gd name="csX517" fmla="*/ 290937 w 340620"/>
                <a:gd name="csY517" fmla="*/ 118477 h 204945"/>
                <a:gd name="csX518" fmla="*/ 290937 w 340620"/>
                <a:gd name="csY518" fmla="*/ 118477 h 204945"/>
                <a:gd name="csX519" fmla="*/ 290937 w 340620"/>
                <a:gd name="csY519" fmla="*/ 117999 h 204945"/>
                <a:gd name="csX520" fmla="*/ 290937 w 340620"/>
                <a:gd name="csY520" fmla="*/ 117999 h 204945"/>
                <a:gd name="csX521" fmla="*/ 291415 w 340620"/>
                <a:gd name="csY521" fmla="*/ 117999 h 204945"/>
                <a:gd name="csX522" fmla="*/ 291415 w 340620"/>
                <a:gd name="csY522" fmla="*/ 117044 h 204945"/>
                <a:gd name="csX523" fmla="*/ 289982 w 340620"/>
                <a:gd name="csY523" fmla="*/ 116088 h 204945"/>
                <a:gd name="csX524" fmla="*/ 289982 w 340620"/>
                <a:gd name="csY524" fmla="*/ 115611 h 204945"/>
                <a:gd name="csX525" fmla="*/ 289504 w 340620"/>
                <a:gd name="csY525" fmla="*/ 115611 h 204945"/>
                <a:gd name="csX526" fmla="*/ 287115 w 340620"/>
                <a:gd name="csY526" fmla="*/ 112744 h 204945"/>
                <a:gd name="csX527" fmla="*/ 286160 w 340620"/>
                <a:gd name="csY527" fmla="*/ 112744 h 204945"/>
                <a:gd name="csX528" fmla="*/ 285682 w 340620"/>
                <a:gd name="csY528" fmla="*/ 112744 h 204945"/>
                <a:gd name="csX529" fmla="*/ 285682 w 340620"/>
                <a:gd name="csY529" fmla="*/ 112744 h 204945"/>
                <a:gd name="csX530" fmla="*/ 284727 w 340620"/>
                <a:gd name="csY530" fmla="*/ 115133 h 204945"/>
                <a:gd name="csX531" fmla="*/ 284249 w 340620"/>
                <a:gd name="csY531" fmla="*/ 116088 h 204945"/>
                <a:gd name="csX532" fmla="*/ 280905 w 340620"/>
                <a:gd name="csY532" fmla="*/ 117521 h 204945"/>
                <a:gd name="csX533" fmla="*/ 278516 w 340620"/>
                <a:gd name="csY533" fmla="*/ 118954 h 204945"/>
                <a:gd name="csX534" fmla="*/ 273739 w 340620"/>
                <a:gd name="csY534" fmla="*/ 120865 h 204945"/>
                <a:gd name="csX535" fmla="*/ 272783 w 340620"/>
                <a:gd name="csY535" fmla="*/ 121343 h 204945"/>
                <a:gd name="csX536" fmla="*/ 271828 w 340620"/>
                <a:gd name="csY536" fmla="*/ 121343 h 204945"/>
                <a:gd name="csX537" fmla="*/ 270872 w 340620"/>
                <a:gd name="csY537" fmla="*/ 120865 h 204945"/>
                <a:gd name="csX538" fmla="*/ 268484 w 340620"/>
                <a:gd name="csY538" fmla="*/ 118954 h 204945"/>
                <a:gd name="csX539" fmla="*/ 266573 w 340620"/>
                <a:gd name="csY539" fmla="*/ 117999 h 204945"/>
                <a:gd name="csX540" fmla="*/ 265617 w 340620"/>
                <a:gd name="csY540" fmla="*/ 118954 h 204945"/>
                <a:gd name="csX541" fmla="*/ 265140 w 340620"/>
                <a:gd name="csY541" fmla="*/ 119432 h 204945"/>
                <a:gd name="csX542" fmla="*/ 264662 w 340620"/>
                <a:gd name="csY542" fmla="*/ 119910 h 204945"/>
                <a:gd name="csX543" fmla="*/ 264662 w 340620"/>
                <a:gd name="csY543" fmla="*/ 122299 h 204945"/>
                <a:gd name="csX544" fmla="*/ 263706 w 340620"/>
                <a:gd name="csY544" fmla="*/ 123254 h 204945"/>
                <a:gd name="csX545" fmla="*/ 262751 w 340620"/>
                <a:gd name="csY545" fmla="*/ 123732 h 204945"/>
                <a:gd name="csX546" fmla="*/ 264662 w 340620"/>
                <a:gd name="csY546" fmla="*/ 129465 h 204945"/>
                <a:gd name="csX547" fmla="*/ 264184 w 340620"/>
                <a:gd name="csY547" fmla="*/ 129942 h 204945"/>
                <a:gd name="csX548" fmla="*/ 262751 w 340620"/>
                <a:gd name="csY548" fmla="*/ 130420 h 204945"/>
                <a:gd name="csX549" fmla="*/ 262751 w 340620"/>
                <a:gd name="csY549" fmla="*/ 130420 h 204945"/>
                <a:gd name="csX550" fmla="*/ 263706 w 340620"/>
                <a:gd name="csY550" fmla="*/ 132331 h 204945"/>
                <a:gd name="csX551" fmla="*/ 262751 w 340620"/>
                <a:gd name="csY551" fmla="*/ 132809 h 204945"/>
                <a:gd name="csX552" fmla="*/ 260840 w 340620"/>
                <a:gd name="csY552" fmla="*/ 132331 h 204945"/>
                <a:gd name="csX553" fmla="*/ 257496 w 340620"/>
                <a:gd name="csY553" fmla="*/ 131853 h 204945"/>
                <a:gd name="csX554" fmla="*/ 251763 w 340620"/>
                <a:gd name="csY554" fmla="*/ 132809 h 204945"/>
                <a:gd name="csX555" fmla="*/ 251286 w 340620"/>
                <a:gd name="csY555" fmla="*/ 133286 h 204945"/>
                <a:gd name="csX556" fmla="*/ 251286 w 340620"/>
                <a:gd name="csY556" fmla="*/ 133286 h 204945"/>
                <a:gd name="csX557" fmla="*/ 250808 w 340620"/>
                <a:gd name="csY557" fmla="*/ 133764 h 204945"/>
                <a:gd name="csX558" fmla="*/ 251286 w 340620"/>
                <a:gd name="csY558" fmla="*/ 134242 h 204945"/>
                <a:gd name="csX559" fmla="*/ 251286 w 340620"/>
                <a:gd name="csY559" fmla="*/ 134242 h 204945"/>
                <a:gd name="csX560" fmla="*/ 251763 w 340620"/>
                <a:gd name="csY560" fmla="*/ 134242 h 204945"/>
                <a:gd name="csX561" fmla="*/ 254152 w 340620"/>
                <a:gd name="csY561" fmla="*/ 134242 h 204945"/>
                <a:gd name="csX562" fmla="*/ 256540 w 340620"/>
                <a:gd name="csY562" fmla="*/ 134242 h 204945"/>
                <a:gd name="csX563" fmla="*/ 257018 w 340620"/>
                <a:gd name="csY563" fmla="*/ 133764 h 204945"/>
                <a:gd name="csX564" fmla="*/ 257974 w 340620"/>
                <a:gd name="csY564" fmla="*/ 134242 h 204945"/>
                <a:gd name="csX565" fmla="*/ 257974 w 340620"/>
                <a:gd name="csY565" fmla="*/ 135197 h 204945"/>
                <a:gd name="csX566" fmla="*/ 257496 w 340620"/>
                <a:gd name="csY566" fmla="*/ 135675 h 204945"/>
                <a:gd name="csX567" fmla="*/ 257496 w 340620"/>
                <a:gd name="csY567" fmla="*/ 135675 h 204945"/>
                <a:gd name="csX568" fmla="*/ 256540 w 340620"/>
                <a:gd name="csY568" fmla="*/ 135675 h 204945"/>
                <a:gd name="csX569" fmla="*/ 255108 w 340620"/>
                <a:gd name="csY569" fmla="*/ 135675 h 204945"/>
                <a:gd name="csX570" fmla="*/ 254629 w 340620"/>
                <a:gd name="csY570" fmla="*/ 136153 h 204945"/>
                <a:gd name="csX571" fmla="*/ 254629 w 340620"/>
                <a:gd name="csY571" fmla="*/ 136153 h 204945"/>
                <a:gd name="csX572" fmla="*/ 254152 w 340620"/>
                <a:gd name="csY572" fmla="*/ 136631 h 204945"/>
                <a:gd name="csX573" fmla="*/ 254152 w 340620"/>
                <a:gd name="csY573" fmla="*/ 137108 h 204945"/>
                <a:gd name="csX574" fmla="*/ 255108 w 340620"/>
                <a:gd name="csY574" fmla="*/ 138064 h 204945"/>
                <a:gd name="csX575" fmla="*/ 255585 w 340620"/>
                <a:gd name="csY575" fmla="*/ 139019 h 204945"/>
                <a:gd name="csX576" fmla="*/ 255585 w 340620"/>
                <a:gd name="csY576" fmla="*/ 139497 h 204945"/>
                <a:gd name="csX577" fmla="*/ 255585 w 340620"/>
                <a:gd name="csY577" fmla="*/ 139975 h 204945"/>
                <a:gd name="csX578" fmla="*/ 255108 w 340620"/>
                <a:gd name="csY578" fmla="*/ 139975 h 204945"/>
                <a:gd name="csX579" fmla="*/ 254629 w 340620"/>
                <a:gd name="csY579" fmla="*/ 139497 h 204945"/>
                <a:gd name="csX580" fmla="*/ 254152 w 340620"/>
                <a:gd name="csY580" fmla="*/ 139497 h 204945"/>
                <a:gd name="csX581" fmla="*/ 254152 w 340620"/>
                <a:gd name="csY581" fmla="*/ 139497 h 204945"/>
                <a:gd name="csX582" fmla="*/ 253674 w 340620"/>
                <a:gd name="csY582" fmla="*/ 139975 h 204945"/>
                <a:gd name="csX583" fmla="*/ 253674 w 340620"/>
                <a:gd name="csY583" fmla="*/ 140452 h 204945"/>
                <a:gd name="csX584" fmla="*/ 253197 w 340620"/>
                <a:gd name="csY584" fmla="*/ 140930 h 204945"/>
                <a:gd name="csX585" fmla="*/ 253197 w 340620"/>
                <a:gd name="csY585" fmla="*/ 140930 h 204945"/>
                <a:gd name="csX586" fmla="*/ 252241 w 340620"/>
                <a:gd name="csY586" fmla="*/ 140930 h 204945"/>
                <a:gd name="csX587" fmla="*/ 251286 w 340620"/>
                <a:gd name="csY587" fmla="*/ 140930 h 204945"/>
                <a:gd name="csX588" fmla="*/ 251286 w 340620"/>
                <a:gd name="csY588" fmla="*/ 140930 h 204945"/>
                <a:gd name="csX589" fmla="*/ 250808 w 340620"/>
                <a:gd name="csY589" fmla="*/ 143319 h 204945"/>
                <a:gd name="csX590" fmla="*/ 250330 w 340620"/>
                <a:gd name="csY590" fmla="*/ 145707 h 204945"/>
                <a:gd name="csX591" fmla="*/ 248897 w 340620"/>
                <a:gd name="csY591" fmla="*/ 147618 h 204945"/>
                <a:gd name="csX592" fmla="*/ 248897 w 340620"/>
                <a:gd name="csY592" fmla="*/ 147618 h 204945"/>
                <a:gd name="csX593" fmla="*/ 247942 w 340620"/>
                <a:gd name="csY593" fmla="*/ 148096 h 204945"/>
                <a:gd name="csX594" fmla="*/ 247942 w 340620"/>
                <a:gd name="csY594" fmla="*/ 148096 h 204945"/>
                <a:gd name="csX595" fmla="*/ 246508 w 340620"/>
                <a:gd name="csY595" fmla="*/ 148096 h 204945"/>
                <a:gd name="csX596" fmla="*/ 244597 w 340620"/>
                <a:gd name="csY596" fmla="*/ 148096 h 204945"/>
                <a:gd name="csX597" fmla="*/ 243642 w 340620"/>
                <a:gd name="csY597" fmla="*/ 148096 h 204945"/>
                <a:gd name="csX598" fmla="*/ 240298 w 340620"/>
                <a:gd name="csY598" fmla="*/ 147618 h 204945"/>
                <a:gd name="csX599" fmla="*/ 240298 w 340620"/>
                <a:gd name="csY599" fmla="*/ 147618 h 204945"/>
                <a:gd name="csX600" fmla="*/ 236954 w 340620"/>
                <a:gd name="csY600" fmla="*/ 146663 h 204945"/>
                <a:gd name="csX601" fmla="*/ 233132 w 340620"/>
                <a:gd name="csY601" fmla="*/ 146185 h 204945"/>
                <a:gd name="csX602" fmla="*/ 233132 w 340620"/>
                <a:gd name="csY602" fmla="*/ 146185 h 204945"/>
                <a:gd name="csX603" fmla="*/ 232176 w 340620"/>
                <a:gd name="csY603" fmla="*/ 146663 h 204945"/>
                <a:gd name="csX604" fmla="*/ 229788 w 340620"/>
                <a:gd name="csY604" fmla="*/ 147618 h 204945"/>
                <a:gd name="csX605" fmla="*/ 228354 w 340620"/>
                <a:gd name="csY605" fmla="*/ 148574 h 204945"/>
                <a:gd name="csX606" fmla="*/ 227877 w 340620"/>
                <a:gd name="csY606" fmla="*/ 149529 h 204945"/>
                <a:gd name="csX607" fmla="*/ 227399 w 340620"/>
                <a:gd name="csY607" fmla="*/ 150007 h 204945"/>
                <a:gd name="csX608" fmla="*/ 225488 w 340620"/>
                <a:gd name="csY608" fmla="*/ 154784 h 204945"/>
                <a:gd name="csX609" fmla="*/ 225966 w 340620"/>
                <a:gd name="csY609" fmla="*/ 155740 h 204945"/>
                <a:gd name="csX610" fmla="*/ 225966 w 340620"/>
                <a:gd name="csY610" fmla="*/ 155740 h 204945"/>
                <a:gd name="csX611" fmla="*/ 226444 w 340620"/>
                <a:gd name="csY611" fmla="*/ 156218 h 204945"/>
                <a:gd name="csX612" fmla="*/ 230743 w 340620"/>
                <a:gd name="csY612" fmla="*/ 157173 h 204945"/>
                <a:gd name="csX613" fmla="*/ 231699 w 340620"/>
                <a:gd name="csY613" fmla="*/ 157651 h 204945"/>
                <a:gd name="csX614" fmla="*/ 232176 w 340620"/>
                <a:gd name="csY614" fmla="*/ 158128 h 204945"/>
                <a:gd name="csX615" fmla="*/ 232176 w 340620"/>
                <a:gd name="csY615" fmla="*/ 160517 h 204945"/>
                <a:gd name="csX616" fmla="*/ 232654 w 340620"/>
                <a:gd name="csY616" fmla="*/ 160995 h 204945"/>
                <a:gd name="csX617" fmla="*/ 234087 w 340620"/>
                <a:gd name="csY617" fmla="*/ 160995 h 204945"/>
                <a:gd name="csX618" fmla="*/ 235998 w 340620"/>
                <a:gd name="csY618" fmla="*/ 160995 h 204945"/>
                <a:gd name="csX619" fmla="*/ 236476 w 340620"/>
                <a:gd name="csY619" fmla="*/ 160995 h 204945"/>
                <a:gd name="csX620" fmla="*/ 237909 w 340620"/>
                <a:gd name="csY620" fmla="*/ 160995 h 204945"/>
                <a:gd name="csX621" fmla="*/ 239342 w 340620"/>
                <a:gd name="csY621" fmla="*/ 160995 h 204945"/>
                <a:gd name="csX622" fmla="*/ 240776 w 340620"/>
                <a:gd name="csY622" fmla="*/ 161473 h 204945"/>
                <a:gd name="csX623" fmla="*/ 241253 w 340620"/>
                <a:gd name="csY623" fmla="*/ 162428 h 204945"/>
                <a:gd name="csX624" fmla="*/ 241731 w 340620"/>
                <a:gd name="csY624" fmla="*/ 163384 h 204945"/>
                <a:gd name="csX625" fmla="*/ 239342 w 340620"/>
                <a:gd name="csY625" fmla="*/ 168161 h 204945"/>
                <a:gd name="csX626" fmla="*/ 239820 w 340620"/>
                <a:gd name="csY626" fmla="*/ 170072 h 204945"/>
                <a:gd name="csX627" fmla="*/ 240298 w 340620"/>
                <a:gd name="csY627" fmla="*/ 172938 h 204945"/>
                <a:gd name="csX628" fmla="*/ 241253 w 340620"/>
                <a:gd name="csY628" fmla="*/ 174849 h 204945"/>
                <a:gd name="csX629" fmla="*/ 241253 w 340620"/>
                <a:gd name="csY629" fmla="*/ 174849 h 204945"/>
                <a:gd name="csX630" fmla="*/ 243642 w 340620"/>
                <a:gd name="csY630" fmla="*/ 177238 h 204945"/>
                <a:gd name="csX631" fmla="*/ 245075 w 340620"/>
                <a:gd name="csY631" fmla="*/ 178193 h 204945"/>
                <a:gd name="csX632" fmla="*/ 245553 w 340620"/>
                <a:gd name="csY632" fmla="*/ 179149 h 204945"/>
                <a:gd name="csX633" fmla="*/ 245553 w 340620"/>
                <a:gd name="csY633" fmla="*/ 180104 h 204945"/>
                <a:gd name="csX634" fmla="*/ 245553 w 340620"/>
                <a:gd name="csY634" fmla="*/ 181059 h 204945"/>
                <a:gd name="csX635" fmla="*/ 244597 w 340620"/>
                <a:gd name="csY635" fmla="*/ 182970 h 204945"/>
                <a:gd name="csX636" fmla="*/ 243164 w 340620"/>
                <a:gd name="csY636" fmla="*/ 184881 h 204945"/>
                <a:gd name="csX637" fmla="*/ 242209 w 340620"/>
                <a:gd name="csY637" fmla="*/ 185359 h 204945"/>
                <a:gd name="csX638" fmla="*/ 242209 w 340620"/>
                <a:gd name="csY638" fmla="*/ 185359 h 204945"/>
                <a:gd name="csX639" fmla="*/ 240298 w 340620"/>
                <a:gd name="csY639" fmla="*/ 187748 h 204945"/>
                <a:gd name="csX640" fmla="*/ 238865 w 340620"/>
                <a:gd name="csY640" fmla="*/ 190136 h 204945"/>
                <a:gd name="csX641" fmla="*/ 235998 w 340620"/>
                <a:gd name="csY641" fmla="*/ 193480 h 204945"/>
                <a:gd name="csX642" fmla="*/ 235043 w 340620"/>
                <a:gd name="csY642" fmla="*/ 195391 h 204945"/>
                <a:gd name="csX643" fmla="*/ 234565 w 340620"/>
                <a:gd name="csY643" fmla="*/ 201124 h 204945"/>
                <a:gd name="csX644" fmla="*/ 234087 w 340620"/>
                <a:gd name="csY644" fmla="*/ 202080 h 204945"/>
                <a:gd name="csX645" fmla="*/ 233610 w 340620"/>
                <a:gd name="csY645" fmla="*/ 202557 h 204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</a:cxnLst>
              <a:rect l="l" t="t" r="r" b="b"/>
              <a:pathLst>
                <a:path w="340620" h="204945">
                  <a:moveTo>
                    <a:pt x="235520" y="204946"/>
                  </a:moveTo>
                  <a:lnTo>
                    <a:pt x="234087" y="203513"/>
                  </a:lnTo>
                  <a:lnTo>
                    <a:pt x="233610" y="202557"/>
                  </a:lnTo>
                  <a:lnTo>
                    <a:pt x="233610" y="202557"/>
                  </a:lnTo>
                  <a:lnTo>
                    <a:pt x="233610" y="202080"/>
                  </a:lnTo>
                  <a:lnTo>
                    <a:pt x="232654" y="201602"/>
                  </a:lnTo>
                  <a:lnTo>
                    <a:pt x="230743" y="201602"/>
                  </a:lnTo>
                  <a:lnTo>
                    <a:pt x="229788" y="201124"/>
                  </a:lnTo>
                  <a:lnTo>
                    <a:pt x="228833" y="200646"/>
                  </a:lnTo>
                  <a:lnTo>
                    <a:pt x="228833" y="200646"/>
                  </a:lnTo>
                  <a:lnTo>
                    <a:pt x="227399" y="200646"/>
                  </a:lnTo>
                  <a:lnTo>
                    <a:pt x="225010" y="202080"/>
                  </a:lnTo>
                  <a:lnTo>
                    <a:pt x="222622" y="201124"/>
                  </a:lnTo>
                  <a:lnTo>
                    <a:pt x="220233" y="199213"/>
                  </a:lnTo>
                  <a:lnTo>
                    <a:pt x="215456" y="198258"/>
                  </a:lnTo>
                  <a:lnTo>
                    <a:pt x="209245" y="198735"/>
                  </a:lnTo>
                  <a:lnTo>
                    <a:pt x="209245" y="198735"/>
                  </a:lnTo>
                  <a:lnTo>
                    <a:pt x="209245" y="196347"/>
                  </a:lnTo>
                  <a:lnTo>
                    <a:pt x="209245" y="193003"/>
                  </a:lnTo>
                  <a:lnTo>
                    <a:pt x="209245" y="193003"/>
                  </a:lnTo>
                  <a:lnTo>
                    <a:pt x="209245" y="188703"/>
                  </a:lnTo>
                  <a:lnTo>
                    <a:pt x="211156" y="185359"/>
                  </a:lnTo>
                  <a:lnTo>
                    <a:pt x="211156" y="184881"/>
                  </a:lnTo>
                  <a:lnTo>
                    <a:pt x="211156" y="183926"/>
                  </a:lnTo>
                  <a:lnTo>
                    <a:pt x="211156" y="183926"/>
                  </a:lnTo>
                  <a:lnTo>
                    <a:pt x="210201" y="183448"/>
                  </a:lnTo>
                  <a:lnTo>
                    <a:pt x="206856" y="182493"/>
                  </a:lnTo>
                  <a:lnTo>
                    <a:pt x="205424" y="182015"/>
                  </a:lnTo>
                  <a:lnTo>
                    <a:pt x="203990" y="181059"/>
                  </a:lnTo>
                  <a:lnTo>
                    <a:pt x="202557" y="180104"/>
                  </a:lnTo>
                  <a:lnTo>
                    <a:pt x="202557" y="180104"/>
                  </a:lnTo>
                  <a:lnTo>
                    <a:pt x="200646" y="179149"/>
                  </a:lnTo>
                  <a:lnTo>
                    <a:pt x="198258" y="178193"/>
                  </a:lnTo>
                  <a:lnTo>
                    <a:pt x="195869" y="177715"/>
                  </a:lnTo>
                  <a:lnTo>
                    <a:pt x="194913" y="178193"/>
                  </a:lnTo>
                  <a:lnTo>
                    <a:pt x="193480" y="178671"/>
                  </a:lnTo>
                  <a:lnTo>
                    <a:pt x="192525" y="178671"/>
                  </a:lnTo>
                  <a:lnTo>
                    <a:pt x="191092" y="178193"/>
                  </a:lnTo>
                  <a:lnTo>
                    <a:pt x="187270" y="175804"/>
                  </a:lnTo>
                  <a:lnTo>
                    <a:pt x="186792" y="175804"/>
                  </a:lnTo>
                  <a:lnTo>
                    <a:pt x="180581" y="171505"/>
                  </a:lnTo>
                  <a:lnTo>
                    <a:pt x="175326" y="168161"/>
                  </a:lnTo>
                  <a:lnTo>
                    <a:pt x="172460" y="166727"/>
                  </a:lnTo>
                  <a:lnTo>
                    <a:pt x="171505" y="166250"/>
                  </a:lnTo>
                  <a:lnTo>
                    <a:pt x="169594" y="164817"/>
                  </a:lnTo>
                  <a:lnTo>
                    <a:pt x="169594" y="164817"/>
                  </a:lnTo>
                  <a:lnTo>
                    <a:pt x="165294" y="160995"/>
                  </a:lnTo>
                  <a:lnTo>
                    <a:pt x="162428" y="161473"/>
                  </a:lnTo>
                  <a:lnTo>
                    <a:pt x="158128" y="159084"/>
                  </a:lnTo>
                  <a:lnTo>
                    <a:pt x="154784" y="156695"/>
                  </a:lnTo>
                  <a:lnTo>
                    <a:pt x="153829" y="156218"/>
                  </a:lnTo>
                  <a:lnTo>
                    <a:pt x="149529" y="151918"/>
                  </a:lnTo>
                  <a:lnTo>
                    <a:pt x="149529" y="151918"/>
                  </a:lnTo>
                  <a:lnTo>
                    <a:pt x="145230" y="149052"/>
                  </a:lnTo>
                  <a:lnTo>
                    <a:pt x="140453" y="145707"/>
                  </a:lnTo>
                  <a:lnTo>
                    <a:pt x="137586" y="143796"/>
                  </a:lnTo>
                  <a:lnTo>
                    <a:pt x="137586" y="143796"/>
                  </a:lnTo>
                  <a:lnTo>
                    <a:pt x="132331" y="140452"/>
                  </a:lnTo>
                  <a:lnTo>
                    <a:pt x="129942" y="138542"/>
                  </a:lnTo>
                  <a:lnTo>
                    <a:pt x="128987" y="137586"/>
                  </a:lnTo>
                  <a:lnTo>
                    <a:pt x="128509" y="136631"/>
                  </a:lnTo>
                  <a:lnTo>
                    <a:pt x="128509" y="136153"/>
                  </a:lnTo>
                  <a:lnTo>
                    <a:pt x="127076" y="130420"/>
                  </a:lnTo>
                  <a:lnTo>
                    <a:pt x="127076" y="129465"/>
                  </a:lnTo>
                  <a:lnTo>
                    <a:pt x="125642" y="126120"/>
                  </a:lnTo>
                  <a:lnTo>
                    <a:pt x="125642" y="126120"/>
                  </a:lnTo>
                  <a:lnTo>
                    <a:pt x="123254" y="124210"/>
                  </a:lnTo>
                  <a:lnTo>
                    <a:pt x="121343" y="120865"/>
                  </a:lnTo>
                  <a:lnTo>
                    <a:pt x="119910" y="116088"/>
                  </a:lnTo>
                  <a:lnTo>
                    <a:pt x="118477" y="112744"/>
                  </a:lnTo>
                  <a:lnTo>
                    <a:pt x="117521" y="111311"/>
                  </a:lnTo>
                  <a:lnTo>
                    <a:pt x="117521" y="111311"/>
                  </a:lnTo>
                  <a:lnTo>
                    <a:pt x="115610" y="109400"/>
                  </a:lnTo>
                  <a:lnTo>
                    <a:pt x="112744" y="107489"/>
                  </a:lnTo>
                  <a:lnTo>
                    <a:pt x="109400" y="106534"/>
                  </a:lnTo>
                  <a:lnTo>
                    <a:pt x="108444" y="106534"/>
                  </a:lnTo>
                  <a:lnTo>
                    <a:pt x="107967" y="107011"/>
                  </a:lnTo>
                  <a:lnTo>
                    <a:pt x="107489" y="107489"/>
                  </a:lnTo>
                  <a:lnTo>
                    <a:pt x="107489" y="107489"/>
                  </a:lnTo>
                  <a:lnTo>
                    <a:pt x="106056" y="108445"/>
                  </a:lnTo>
                  <a:lnTo>
                    <a:pt x="104623" y="108922"/>
                  </a:lnTo>
                  <a:lnTo>
                    <a:pt x="103189" y="108922"/>
                  </a:lnTo>
                  <a:lnTo>
                    <a:pt x="102234" y="108445"/>
                  </a:lnTo>
                  <a:lnTo>
                    <a:pt x="98412" y="107967"/>
                  </a:lnTo>
                  <a:lnTo>
                    <a:pt x="96979" y="107489"/>
                  </a:lnTo>
                  <a:lnTo>
                    <a:pt x="95068" y="107489"/>
                  </a:lnTo>
                  <a:lnTo>
                    <a:pt x="90291" y="107967"/>
                  </a:lnTo>
                  <a:lnTo>
                    <a:pt x="88858" y="107967"/>
                  </a:lnTo>
                  <a:lnTo>
                    <a:pt x="84080" y="105100"/>
                  </a:lnTo>
                  <a:lnTo>
                    <a:pt x="81692" y="103667"/>
                  </a:lnTo>
                  <a:lnTo>
                    <a:pt x="81214" y="103189"/>
                  </a:lnTo>
                  <a:lnTo>
                    <a:pt x="81214" y="101756"/>
                  </a:lnTo>
                  <a:lnTo>
                    <a:pt x="82169" y="100323"/>
                  </a:lnTo>
                  <a:lnTo>
                    <a:pt x="82647" y="98890"/>
                  </a:lnTo>
                  <a:lnTo>
                    <a:pt x="82647" y="98890"/>
                  </a:lnTo>
                  <a:lnTo>
                    <a:pt x="82169" y="97935"/>
                  </a:lnTo>
                  <a:lnTo>
                    <a:pt x="81214" y="96501"/>
                  </a:lnTo>
                  <a:lnTo>
                    <a:pt x="81214" y="95068"/>
                  </a:lnTo>
                  <a:lnTo>
                    <a:pt x="82169" y="94113"/>
                  </a:lnTo>
                  <a:lnTo>
                    <a:pt x="82169" y="94113"/>
                  </a:lnTo>
                  <a:lnTo>
                    <a:pt x="83603" y="94590"/>
                  </a:lnTo>
                  <a:lnTo>
                    <a:pt x="84080" y="94113"/>
                  </a:lnTo>
                  <a:lnTo>
                    <a:pt x="84080" y="94113"/>
                  </a:lnTo>
                  <a:lnTo>
                    <a:pt x="83603" y="93157"/>
                  </a:lnTo>
                  <a:lnTo>
                    <a:pt x="83603" y="93157"/>
                  </a:lnTo>
                  <a:lnTo>
                    <a:pt x="83125" y="92679"/>
                  </a:lnTo>
                  <a:lnTo>
                    <a:pt x="82169" y="91246"/>
                  </a:lnTo>
                  <a:lnTo>
                    <a:pt x="82169" y="91246"/>
                  </a:lnTo>
                  <a:lnTo>
                    <a:pt x="79303" y="90291"/>
                  </a:lnTo>
                  <a:lnTo>
                    <a:pt x="78825" y="89813"/>
                  </a:lnTo>
                  <a:lnTo>
                    <a:pt x="78825" y="89813"/>
                  </a:lnTo>
                  <a:lnTo>
                    <a:pt x="78825" y="89335"/>
                  </a:lnTo>
                  <a:lnTo>
                    <a:pt x="78825" y="89335"/>
                  </a:lnTo>
                  <a:lnTo>
                    <a:pt x="79303" y="88858"/>
                  </a:lnTo>
                  <a:lnTo>
                    <a:pt x="79303" y="87424"/>
                  </a:lnTo>
                  <a:lnTo>
                    <a:pt x="79303" y="85991"/>
                  </a:lnTo>
                  <a:lnTo>
                    <a:pt x="79781" y="85036"/>
                  </a:lnTo>
                  <a:lnTo>
                    <a:pt x="79781" y="85036"/>
                  </a:lnTo>
                  <a:lnTo>
                    <a:pt x="79781" y="84558"/>
                  </a:lnTo>
                  <a:lnTo>
                    <a:pt x="79781" y="84080"/>
                  </a:lnTo>
                  <a:lnTo>
                    <a:pt x="78825" y="83603"/>
                  </a:lnTo>
                  <a:lnTo>
                    <a:pt x="78825" y="83125"/>
                  </a:lnTo>
                  <a:lnTo>
                    <a:pt x="76914" y="81692"/>
                  </a:lnTo>
                  <a:lnTo>
                    <a:pt x="75003" y="81692"/>
                  </a:lnTo>
                  <a:lnTo>
                    <a:pt x="68793" y="81692"/>
                  </a:lnTo>
                  <a:lnTo>
                    <a:pt x="66882" y="81214"/>
                  </a:lnTo>
                  <a:lnTo>
                    <a:pt x="65449" y="80258"/>
                  </a:lnTo>
                  <a:lnTo>
                    <a:pt x="64016" y="77392"/>
                  </a:lnTo>
                  <a:lnTo>
                    <a:pt x="63060" y="76437"/>
                  </a:lnTo>
                  <a:lnTo>
                    <a:pt x="63060" y="76437"/>
                  </a:lnTo>
                  <a:lnTo>
                    <a:pt x="62582" y="76437"/>
                  </a:lnTo>
                  <a:lnTo>
                    <a:pt x="60671" y="75959"/>
                  </a:lnTo>
                  <a:lnTo>
                    <a:pt x="58760" y="75959"/>
                  </a:lnTo>
                  <a:lnTo>
                    <a:pt x="57805" y="75481"/>
                  </a:lnTo>
                  <a:lnTo>
                    <a:pt x="54939" y="72615"/>
                  </a:lnTo>
                  <a:lnTo>
                    <a:pt x="52073" y="70226"/>
                  </a:lnTo>
                  <a:lnTo>
                    <a:pt x="52073" y="70226"/>
                  </a:lnTo>
                  <a:lnTo>
                    <a:pt x="50639" y="72615"/>
                  </a:lnTo>
                  <a:lnTo>
                    <a:pt x="49684" y="72615"/>
                  </a:lnTo>
                  <a:lnTo>
                    <a:pt x="47295" y="72615"/>
                  </a:lnTo>
                  <a:lnTo>
                    <a:pt x="45384" y="72137"/>
                  </a:lnTo>
                  <a:lnTo>
                    <a:pt x="44428" y="72615"/>
                  </a:lnTo>
                  <a:lnTo>
                    <a:pt x="42996" y="73570"/>
                  </a:lnTo>
                  <a:lnTo>
                    <a:pt x="42996" y="73570"/>
                  </a:lnTo>
                  <a:lnTo>
                    <a:pt x="43473" y="74526"/>
                  </a:lnTo>
                  <a:lnTo>
                    <a:pt x="44428" y="75004"/>
                  </a:lnTo>
                  <a:lnTo>
                    <a:pt x="45862" y="76437"/>
                  </a:lnTo>
                  <a:lnTo>
                    <a:pt x="48728" y="79303"/>
                  </a:lnTo>
                  <a:lnTo>
                    <a:pt x="49684" y="80736"/>
                  </a:lnTo>
                  <a:lnTo>
                    <a:pt x="49684" y="81214"/>
                  </a:lnTo>
                  <a:lnTo>
                    <a:pt x="49684" y="81692"/>
                  </a:lnTo>
                  <a:lnTo>
                    <a:pt x="49206" y="82170"/>
                  </a:lnTo>
                  <a:lnTo>
                    <a:pt x="48728" y="82170"/>
                  </a:lnTo>
                  <a:lnTo>
                    <a:pt x="48251" y="82170"/>
                  </a:lnTo>
                  <a:lnTo>
                    <a:pt x="47773" y="81692"/>
                  </a:lnTo>
                  <a:lnTo>
                    <a:pt x="47773" y="81692"/>
                  </a:lnTo>
                  <a:lnTo>
                    <a:pt x="47773" y="80736"/>
                  </a:lnTo>
                  <a:lnTo>
                    <a:pt x="47773" y="80736"/>
                  </a:lnTo>
                  <a:lnTo>
                    <a:pt x="46817" y="79303"/>
                  </a:lnTo>
                  <a:lnTo>
                    <a:pt x="46817" y="79303"/>
                  </a:lnTo>
                  <a:lnTo>
                    <a:pt x="45862" y="78825"/>
                  </a:lnTo>
                  <a:lnTo>
                    <a:pt x="44907" y="78347"/>
                  </a:lnTo>
                  <a:lnTo>
                    <a:pt x="43473" y="77870"/>
                  </a:lnTo>
                  <a:lnTo>
                    <a:pt x="41562" y="77392"/>
                  </a:lnTo>
                  <a:lnTo>
                    <a:pt x="40607" y="77392"/>
                  </a:lnTo>
                  <a:lnTo>
                    <a:pt x="40129" y="77870"/>
                  </a:lnTo>
                  <a:lnTo>
                    <a:pt x="40129" y="77870"/>
                  </a:lnTo>
                  <a:lnTo>
                    <a:pt x="39174" y="78825"/>
                  </a:lnTo>
                  <a:lnTo>
                    <a:pt x="38696" y="80736"/>
                  </a:lnTo>
                  <a:lnTo>
                    <a:pt x="37263" y="83603"/>
                  </a:lnTo>
                  <a:lnTo>
                    <a:pt x="36307" y="84558"/>
                  </a:lnTo>
                  <a:lnTo>
                    <a:pt x="33919" y="85036"/>
                  </a:lnTo>
                  <a:lnTo>
                    <a:pt x="27708" y="85513"/>
                  </a:lnTo>
                  <a:lnTo>
                    <a:pt x="26275" y="85991"/>
                  </a:lnTo>
                  <a:lnTo>
                    <a:pt x="24842" y="86947"/>
                  </a:lnTo>
                  <a:lnTo>
                    <a:pt x="24842" y="86947"/>
                  </a:lnTo>
                  <a:lnTo>
                    <a:pt x="22453" y="90291"/>
                  </a:lnTo>
                  <a:lnTo>
                    <a:pt x="21020" y="91246"/>
                  </a:lnTo>
                  <a:lnTo>
                    <a:pt x="21020" y="91246"/>
                  </a:lnTo>
                  <a:lnTo>
                    <a:pt x="19587" y="92679"/>
                  </a:lnTo>
                  <a:lnTo>
                    <a:pt x="20064" y="96979"/>
                  </a:lnTo>
                  <a:lnTo>
                    <a:pt x="20064" y="97935"/>
                  </a:lnTo>
                  <a:lnTo>
                    <a:pt x="20542" y="102712"/>
                  </a:lnTo>
                  <a:lnTo>
                    <a:pt x="21020" y="102712"/>
                  </a:lnTo>
                  <a:lnTo>
                    <a:pt x="21975" y="104145"/>
                  </a:lnTo>
                  <a:lnTo>
                    <a:pt x="22453" y="104623"/>
                  </a:lnTo>
                  <a:lnTo>
                    <a:pt x="22453" y="104623"/>
                  </a:lnTo>
                  <a:lnTo>
                    <a:pt x="22931" y="105100"/>
                  </a:lnTo>
                  <a:lnTo>
                    <a:pt x="22453" y="105578"/>
                  </a:lnTo>
                  <a:lnTo>
                    <a:pt x="21498" y="106056"/>
                  </a:lnTo>
                  <a:lnTo>
                    <a:pt x="21498" y="106056"/>
                  </a:lnTo>
                  <a:lnTo>
                    <a:pt x="20542" y="107011"/>
                  </a:lnTo>
                  <a:lnTo>
                    <a:pt x="19587" y="107011"/>
                  </a:lnTo>
                  <a:lnTo>
                    <a:pt x="17676" y="106534"/>
                  </a:lnTo>
                  <a:lnTo>
                    <a:pt x="15765" y="106534"/>
                  </a:lnTo>
                  <a:lnTo>
                    <a:pt x="10032" y="106056"/>
                  </a:lnTo>
                  <a:lnTo>
                    <a:pt x="5255" y="106056"/>
                  </a:lnTo>
                  <a:lnTo>
                    <a:pt x="0" y="105578"/>
                  </a:lnTo>
                  <a:lnTo>
                    <a:pt x="0" y="105578"/>
                  </a:lnTo>
                  <a:lnTo>
                    <a:pt x="0" y="99845"/>
                  </a:lnTo>
                  <a:lnTo>
                    <a:pt x="0" y="94590"/>
                  </a:lnTo>
                  <a:lnTo>
                    <a:pt x="0" y="88858"/>
                  </a:lnTo>
                  <a:lnTo>
                    <a:pt x="0" y="83125"/>
                  </a:lnTo>
                  <a:lnTo>
                    <a:pt x="0" y="77392"/>
                  </a:lnTo>
                  <a:lnTo>
                    <a:pt x="0" y="72137"/>
                  </a:lnTo>
                  <a:lnTo>
                    <a:pt x="0" y="66404"/>
                  </a:lnTo>
                  <a:lnTo>
                    <a:pt x="0" y="60672"/>
                  </a:lnTo>
                  <a:lnTo>
                    <a:pt x="0" y="54939"/>
                  </a:lnTo>
                  <a:lnTo>
                    <a:pt x="0" y="49206"/>
                  </a:lnTo>
                  <a:lnTo>
                    <a:pt x="0" y="43473"/>
                  </a:lnTo>
                  <a:lnTo>
                    <a:pt x="0" y="37740"/>
                  </a:lnTo>
                  <a:lnTo>
                    <a:pt x="0" y="32008"/>
                  </a:lnTo>
                  <a:lnTo>
                    <a:pt x="0" y="25797"/>
                  </a:lnTo>
                  <a:lnTo>
                    <a:pt x="0" y="20065"/>
                  </a:lnTo>
                  <a:lnTo>
                    <a:pt x="0" y="14332"/>
                  </a:lnTo>
                  <a:lnTo>
                    <a:pt x="2389" y="13376"/>
                  </a:lnTo>
                  <a:lnTo>
                    <a:pt x="2389" y="13376"/>
                  </a:lnTo>
                  <a:lnTo>
                    <a:pt x="5733" y="12421"/>
                  </a:lnTo>
                  <a:lnTo>
                    <a:pt x="8599" y="11943"/>
                  </a:lnTo>
                  <a:lnTo>
                    <a:pt x="12421" y="10510"/>
                  </a:lnTo>
                  <a:lnTo>
                    <a:pt x="12421" y="10510"/>
                  </a:lnTo>
                  <a:lnTo>
                    <a:pt x="16243" y="9555"/>
                  </a:lnTo>
                  <a:lnTo>
                    <a:pt x="19587" y="8599"/>
                  </a:lnTo>
                  <a:lnTo>
                    <a:pt x="23886" y="7166"/>
                  </a:lnTo>
                  <a:lnTo>
                    <a:pt x="23886" y="7166"/>
                  </a:lnTo>
                  <a:lnTo>
                    <a:pt x="26753" y="6210"/>
                  </a:lnTo>
                  <a:lnTo>
                    <a:pt x="29619" y="5255"/>
                  </a:lnTo>
                  <a:lnTo>
                    <a:pt x="33441" y="4299"/>
                  </a:lnTo>
                  <a:lnTo>
                    <a:pt x="39651" y="2866"/>
                  </a:lnTo>
                  <a:lnTo>
                    <a:pt x="42518" y="1911"/>
                  </a:lnTo>
                  <a:lnTo>
                    <a:pt x="45862" y="956"/>
                  </a:lnTo>
                  <a:lnTo>
                    <a:pt x="45862" y="956"/>
                  </a:lnTo>
                  <a:lnTo>
                    <a:pt x="49206" y="0"/>
                  </a:lnTo>
                  <a:lnTo>
                    <a:pt x="51117" y="0"/>
                  </a:lnTo>
                  <a:lnTo>
                    <a:pt x="51117" y="0"/>
                  </a:lnTo>
                  <a:lnTo>
                    <a:pt x="53505" y="956"/>
                  </a:lnTo>
                  <a:lnTo>
                    <a:pt x="56372" y="2866"/>
                  </a:lnTo>
                  <a:lnTo>
                    <a:pt x="58760" y="4299"/>
                  </a:lnTo>
                  <a:lnTo>
                    <a:pt x="61627" y="6210"/>
                  </a:lnTo>
                  <a:lnTo>
                    <a:pt x="64493" y="7644"/>
                  </a:lnTo>
                  <a:lnTo>
                    <a:pt x="67360" y="9555"/>
                  </a:lnTo>
                  <a:lnTo>
                    <a:pt x="67360" y="9555"/>
                  </a:lnTo>
                  <a:lnTo>
                    <a:pt x="69748" y="10988"/>
                  </a:lnTo>
                  <a:lnTo>
                    <a:pt x="72615" y="12899"/>
                  </a:lnTo>
                  <a:lnTo>
                    <a:pt x="75481" y="14809"/>
                  </a:lnTo>
                  <a:lnTo>
                    <a:pt x="78348" y="16243"/>
                  </a:lnTo>
                  <a:lnTo>
                    <a:pt x="80736" y="18154"/>
                  </a:lnTo>
                  <a:lnTo>
                    <a:pt x="83603" y="19587"/>
                  </a:lnTo>
                  <a:lnTo>
                    <a:pt x="86469" y="21498"/>
                  </a:lnTo>
                  <a:lnTo>
                    <a:pt x="89335" y="22931"/>
                  </a:lnTo>
                  <a:lnTo>
                    <a:pt x="91724" y="24842"/>
                  </a:lnTo>
                  <a:lnTo>
                    <a:pt x="94590" y="26275"/>
                  </a:lnTo>
                  <a:lnTo>
                    <a:pt x="97457" y="28186"/>
                  </a:lnTo>
                  <a:lnTo>
                    <a:pt x="99846" y="29619"/>
                  </a:lnTo>
                  <a:lnTo>
                    <a:pt x="101278" y="30575"/>
                  </a:lnTo>
                  <a:lnTo>
                    <a:pt x="101756" y="33441"/>
                  </a:lnTo>
                  <a:lnTo>
                    <a:pt x="103189" y="35352"/>
                  </a:lnTo>
                  <a:lnTo>
                    <a:pt x="105100" y="37263"/>
                  </a:lnTo>
                  <a:lnTo>
                    <a:pt x="107489" y="39651"/>
                  </a:lnTo>
                  <a:lnTo>
                    <a:pt x="110355" y="42518"/>
                  </a:lnTo>
                  <a:lnTo>
                    <a:pt x="111311" y="43951"/>
                  </a:lnTo>
                  <a:lnTo>
                    <a:pt x="112266" y="44906"/>
                  </a:lnTo>
                  <a:lnTo>
                    <a:pt x="114177" y="46817"/>
                  </a:lnTo>
                  <a:lnTo>
                    <a:pt x="117521" y="50162"/>
                  </a:lnTo>
                  <a:lnTo>
                    <a:pt x="119432" y="52550"/>
                  </a:lnTo>
                  <a:lnTo>
                    <a:pt x="120865" y="52550"/>
                  </a:lnTo>
                  <a:lnTo>
                    <a:pt x="124210" y="52072"/>
                  </a:lnTo>
                  <a:lnTo>
                    <a:pt x="128509" y="51117"/>
                  </a:lnTo>
                  <a:lnTo>
                    <a:pt x="132331" y="50639"/>
                  </a:lnTo>
                  <a:lnTo>
                    <a:pt x="136153" y="50162"/>
                  </a:lnTo>
                  <a:lnTo>
                    <a:pt x="140453" y="49206"/>
                  </a:lnTo>
                  <a:lnTo>
                    <a:pt x="143319" y="48728"/>
                  </a:lnTo>
                  <a:lnTo>
                    <a:pt x="148096" y="49206"/>
                  </a:lnTo>
                  <a:lnTo>
                    <a:pt x="152873" y="49684"/>
                  </a:lnTo>
                  <a:lnTo>
                    <a:pt x="156217" y="49684"/>
                  </a:lnTo>
                  <a:lnTo>
                    <a:pt x="159562" y="50162"/>
                  </a:lnTo>
                  <a:lnTo>
                    <a:pt x="163383" y="50639"/>
                  </a:lnTo>
                  <a:lnTo>
                    <a:pt x="165772" y="50639"/>
                  </a:lnTo>
                  <a:lnTo>
                    <a:pt x="168161" y="50639"/>
                  </a:lnTo>
                  <a:lnTo>
                    <a:pt x="169116" y="50162"/>
                  </a:lnTo>
                  <a:lnTo>
                    <a:pt x="171027" y="49206"/>
                  </a:lnTo>
                  <a:lnTo>
                    <a:pt x="173415" y="48251"/>
                  </a:lnTo>
                  <a:lnTo>
                    <a:pt x="175326" y="47295"/>
                  </a:lnTo>
                  <a:lnTo>
                    <a:pt x="177238" y="46817"/>
                  </a:lnTo>
                  <a:lnTo>
                    <a:pt x="179149" y="48251"/>
                  </a:lnTo>
                  <a:lnTo>
                    <a:pt x="180104" y="49206"/>
                  </a:lnTo>
                  <a:lnTo>
                    <a:pt x="180581" y="50162"/>
                  </a:lnTo>
                  <a:lnTo>
                    <a:pt x="182492" y="52072"/>
                  </a:lnTo>
                  <a:lnTo>
                    <a:pt x="184403" y="53983"/>
                  </a:lnTo>
                  <a:lnTo>
                    <a:pt x="186314" y="55417"/>
                  </a:lnTo>
                  <a:lnTo>
                    <a:pt x="188703" y="56850"/>
                  </a:lnTo>
                  <a:lnTo>
                    <a:pt x="188703" y="56850"/>
                  </a:lnTo>
                  <a:lnTo>
                    <a:pt x="190614" y="59238"/>
                  </a:lnTo>
                  <a:lnTo>
                    <a:pt x="192525" y="63060"/>
                  </a:lnTo>
                  <a:lnTo>
                    <a:pt x="193480" y="65449"/>
                  </a:lnTo>
                  <a:lnTo>
                    <a:pt x="194913" y="67838"/>
                  </a:lnTo>
                  <a:lnTo>
                    <a:pt x="194913" y="67838"/>
                  </a:lnTo>
                  <a:lnTo>
                    <a:pt x="196824" y="66882"/>
                  </a:lnTo>
                  <a:lnTo>
                    <a:pt x="199213" y="65449"/>
                  </a:lnTo>
                  <a:lnTo>
                    <a:pt x="200646" y="64971"/>
                  </a:lnTo>
                  <a:lnTo>
                    <a:pt x="200646" y="64971"/>
                  </a:lnTo>
                  <a:lnTo>
                    <a:pt x="200646" y="67838"/>
                  </a:lnTo>
                  <a:lnTo>
                    <a:pt x="200646" y="70226"/>
                  </a:lnTo>
                  <a:lnTo>
                    <a:pt x="200169" y="74526"/>
                  </a:lnTo>
                  <a:lnTo>
                    <a:pt x="199691" y="77392"/>
                  </a:lnTo>
                  <a:lnTo>
                    <a:pt x="199213" y="81214"/>
                  </a:lnTo>
                  <a:lnTo>
                    <a:pt x="199213" y="84558"/>
                  </a:lnTo>
                  <a:lnTo>
                    <a:pt x="199213" y="86947"/>
                  </a:lnTo>
                  <a:lnTo>
                    <a:pt x="199213" y="88858"/>
                  </a:lnTo>
                  <a:lnTo>
                    <a:pt x="202557" y="89335"/>
                  </a:lnTo>
                  <a:lnTo>
                    <a:pt x="205424" y="89335"/>
                  </a:lnTo>
                  <a:lnTo>
                    <a:pt x="208768" y="89335"/>
                  </a:lnTo>
                  <a:lnTo>
                    <a:pt x="209245" y="91724"/>
                  </a:lnTo>
                  <a:lnTo>
                    <a:pt x="209723" y="95546"/>
                  </a:lnTo>
                  <a:lnTo>
                    <a:pt x="210201" y="98890"/>
                  </a:lnTo>
                  <a:lnTo>
                    <a:pt x="210679" y="101279"/>
                  </a:lnTo>
                  <a:lnTo>
                    <a:pt x="211634" y="105100"/>
                  </a:lnTo>
                  <a:lnTo>
                    <a:pt x="212112" y="107011"/>
                  </a:lnTo>
                  <a:lnTo>
                    <a:pt x="213067" y="108922"/>
                  </a:lnTo>
                  <a:lnTo>
                    <a:pt x="213545" y="109400"/>
                  </a:lnTo>
                  <a:lnTo>
                    <a:pt x="214978" y="109878"/>
                  </a:lnTo>
                  <a:lnTo>
                    <a:pt x="219278" y="109400"/>
                  </a:lnTo>
                  <a:lnTo>
                    <a:pt x="223099" y="109400"/>
                  </a:lnTo>
                  <a:lnTo>
                    <a:pt x="225966" y="109400"/>
                  </a:lnTo>
                  <a:lnTo>
                    <a:pt x="229310" y="108922"/>
                  </a:lnTo>
                  <a:lnTo>
                    <a:pt x="233132" y="108922"/>
                  </a:lnTo>
                  <a:lnTo>
                    <a:pt x="234565" y="109400"/>
                  </a:lnTo>
                  <a:lnTo>
                    <a:pt x="235998" y="108922"/>
                  </a:lnTo>
                  <a:lnTo>
                    <a:pt x="237431" y="108445"/>
                  </a:lnTo>
                  <a:lnTo>
                    <a:pt x="238387" y="110355"/>
                  </a:lnTo>
                  <a:lnTo>
                    <a:pt x="238865" y="110833"/>
                  </a:lnTo>
                  <a:lnTo>
                    <a:pt x="239820" y="111789"/>
                  </a:lnTo>
                  <a:lnTo>
                    <a:pt x="240776" y="112744"/>
                  </a:lnTo>
                  <a:lnTo>
                    <a:pt x="240298" y="114177"/>
                  </a:lnTo>
                  <a:lnTo>
                    <a:pt x="239820" y="116566"/>
                  </a:lnTo>
                  <a:lnTo>
                    <a:pt x="239342" y="117999"/>
                  </a:lnTo>
                  <a:lnTo>
                    <a:pt x="240776" y="119432"/>
                  </a:lnTo>
                  <a:lnTo>
                    <a:pt x="240776" y="119432"/>
                  </a:lnTo>
                  <a:lnTo>
                    <a:pt x="241731" y="119910"/>
                  </a:lnTo>
                  <a:lnTo>
                    <a:pt x="244120" y="121343"/>
                  </a:lnTo>
                  <a:lnTo>
                    <a:pt x="246986" y="122299"/>
                  </a:lnTo>
                  <a:lnTo>
                    <a:pt x="248419" y="122777"/>
                  </a:lnTo>
                  <a:lnTo>
                    <a:pt x="249852" y="122299"/>
                  </a:lnTo>
                  <a:lnTo>
                    <a:pt x="250330" y="121343"/>
                  </a:lnTo>
                  <a:lnTo>
                    <a:pt x="250330" y="120388"/>
                  </a:lnTo>
                  <a:lnTo>
                    <a:pt x="249375" y="118954"/>
                  </a:lnTo>
                  <a:lnTo>
                    <a:pt x="249852" y="117521"/>
                  </a:lnTo>
                  <a:lnTo>
                    <a:pt x="250330" y="116088"/>
                  </a:lnTo>
                  <a:lnTo>
                    <a:pt x="251763" y="114177"/>
                  </a:lnTo>
                  <a:lnTo>
                    <a:pt x="253197" y="112266"/>
                  </a:lnTo>
                  <a:lnTo>
                    <a:pt x="255585" y="110355"/>
                  </a:lnTo>
                  <a:lnTo>
                    <a:pt x="257974" y="108445"/>
                  </a:lnTo>
                  <a:lnTo>
                    <a:pt x="259407" y="107011"/>
                  </a:lnTo>
                  <a:lnTo>
                    <a:pt x="259885" y="104623"/>
                  </a:lnTo>
                  <a:lnTo>
                    <a:pt x="261318" y="103189"/>
                  </a:lnTo>
                  <a:lnTo>
                    <a:pt x="263229" y="102234"/>
                  </a:lnTo>
                  <a:lnTo>
                    <a:pt x="265617" y="101756"/>
                  </a:lnTo>
                  <a:lnTo>
                    <a:pt x="266095" y="100323"/>
                  </a:lnTo>
                  <a:lnTo>
                    <a:pt x="266095" y="100323"/>
                  </a:lnTo>
                  <a:lnTo>
                    <a:pt x="269440" y="97935"/>
                  </a:lnTo>
                  <a:lnTo>
                    <a:pt x="271350" y="96979"/>
                  </a:lnTo>
                  <a:lnTo>
                    <a:pt x="274217" y="96501"/>
                  </a:lnTo>
                  <a:lnTo>
                    <a:pt x="277561" y="95068"/>
                  </a:lnTo>
                  <a:lnTo>
                    <a:pt x="279949" y="93635"/>
                  </a:lnTo>
                  <a:lnTo>
                    <a:pt x="282816" y="90291"/>
                  </a:lnTo>
                  <a:lnTo>
                    <a:pt x="284727" y="88380"/>
                  </a:lnTo>
                  <a:lnTo>
                    <a:pt x="284727" y="88380"/>
                  </a:lnTo>
                  <a:lnTo>
                    <a:pt x="286638" y="86947"/>
                  </a:lnTo>
                  <a:lnTo>
                    <a:pt x="288071" y="86947"/>
                  </a:lnTo>
                  <a:lnTo>
                    <a:pt x="289026" y="88380"/>
                  </a:lnTo>
                  <a:lnTo>
                    <a:pt x="289504" y="88380"/>
                  </a:lnTo>
                  <a:lnTo>
                    <a:pt x="289982" y="88380"/>
                  </a:lnTo>
                  <a:lnTo>
                    <a:pt x="290459" y="87902"/>
                  </a:lnTo>
                  <a:lnTo>
                    <a:pt x="291415" y="86469"/>
                  </a:lnTo>
                  <a:lnTo>
                    <a:pt x="292370" y="85036"/>
                  </a:lnTo>
                  <a:lnTo>
                    <a:pt x="292370" y="85036"/>
                  </a:lnTo>
                  <a:lnTo>
                    <a:pt x="293326" y="84558"/>
                  </a:lnTo>
                  <a:lnTo>
                    <a:pt x="295236" y="84080"/>
                  </a:lnTo>
                  <a:lnTo>
                    <a:pt x="297147" y="83125"/>
                  </a:lnTo>
                  <a:lnTo>
                    <a:pt x="297147" y="83125"/>
                  </a:lnTo>
                  <a:lnTo>
                    <a:pt x="297625" y="82647"/>
                  </a:lnTo>
                  <a:lnTo>
                    <a:pt x="298581" y="82170"/>
                  </a:lnTo>
                  <a:lnTo>
                    <a:pt x="299059" y="82170"/>
                  </a:lnTo>
                  <a:lnTo>
                    <a:pt x="300492" y="83125"/>
                  </a:lnTo>
                  <a:lnTo>
                    <a:pt x="302402" y="84080"/>
                  </a:lnTo>
                  <a:lnTo>
                    <a:pt x="302881" y="84558"/>
                  </a:lnTo>
                  <a:lnTo>
                    <a:pt x="302881" y="84558"/>
                  </a:lnTo>
                  <a:lnTo>
                    <a:pt x="302881" y="85036"/>
                  </a:lnTo>
                  <a:lnTo>
                    <a:pt x="302402" y="85036"/>
                  </a:lnTo>
                  <a:lnTo>
                    <a:pt x="298581" y="87424"/>
                  </a:lnTo>
                  <a:lnTo>
                    <a:pt x="296192" y="88380"/>
                  </a:lnTo>
                  <a:lnTo>
                    <a:pt x="295236" y="88380"/>
                  </a:lnTo>
                  <a:lnTo>
                    <a:pt x="294759" y="88858"/>
                  </a:lnTo>
                  <a:lnTo>
                    <a:pt x="294281" y="91246"/>
                  </a:lnTo>
                  <a:lnTo>
                    <a:pt x="294281" y="91246"/>
                  </a:lnTo>
                  <a:lnTo>
                    <a:pt x="293804" y="91246"/>
                  </a:lnTo>
                  <a:lnTo>
                    <a:pt x="292848" y="91246"/>
                  </a:lnTo>
                  <a:lnTo>
                    <a:pt x="290937" y="92202"/>
                  </a:lnTo>
                  <a:lnTo>
                    <a:pt x="289504" y="93157"/>
                  </a:lnTo>
                  <a:lnTo>
                    <a:pt x="289504" y="93157"/>
                  </a:lnTo>
                  <a:lnTo>
                    <a:pt x="287115" y="96024"/>
                  </a:lnTo>
                  <a:lnTo>
                    <a:pt x="281860" y="99368"/>
                  </a:lnTo>
                  <a:lnTo>
                    <a:pt x="281860" y="99845"/>
                  </a:lnTo>
                  <a:lnTo>
                    <a:pt x="281860" y="100323"/>
                  </a:lnTo>
                  <a:lnTo>
                    <a:pt x="282338" y="100801"/>
                  </a:lnTo>
                  <a:lnTo>
                    <a:pt x="284249" y="101279"/>
                  </a:lnTo>
                  <a:lnTo>
                    <a:pt x="286160" y="102712"/>
                  </a:lnTo>
                  <a:lnTo>
                    <a:pt x="287593" y="103667"/>
                  </a:lnTo>
                  <a:lnTo>
                    <a:pt x="290937" y="102234"/>
                  </a:lnTo>
                  <a:lnTo>
                    <a:pt x="291893" y="102712"/>
                  </a:lnTo>
                  <a:lnTo>
                    <a:pt x="292848" y="103667"/>
                  </a:lnTo>
                  <a:lnTo>
                    <a:pt x="293804" y="107011"/>
                  </a:lnTo>
                  <a:lnTo>
                    <a:pt x="295236" y="107967"/>
                  </a:lnTo>
                  <a:lnTo>
                    <a:pt x="297147" y="108445"/>
                  </a:lnTo>
                  <a:lnTo>
                    <a:pt x="298581" y="108922"/>
                  </a:lnTo>
                  <a:lnTo>
                    <a:pt x="300492" y="109878"/>
                  </a:lnTo>
                  <a:lnTo>
                    <a:pt x="302402" y="109878"/>
                  </a:lnTo>
                  <a:lnTo>
                    <a:pt x="303836" y="109878"/>
                  </a:lnTo>
                  <a:lnTo>
                    <a:pt x="305747" y="110355"/>
                  </a:lnTo>
                  <a:lnTo>
                    <a:pt x="306224" y="109878"/>
                  </a:lnTo>
                  <a:lnTo>
                    <a:pt x="306224" y="105100"/>
                  </a:lnTo>
                  <a:lnTo>
                    <a:pt x="308135" y="106056"/>
                  </a:lnTo>
                  <a:lnTo>
                    <a:pt x="309091" y="106056"/>
                  </a:lnTo>
                  <a:lnTo>
                    <a:pt x="309568" y="105578"/>
                  </a:lnTo>
                  <a:lnTo>
                    <a:pt x="310047" y="104623"/>
                  </a:lnTo>
                  <a:lnTo>
                    <a:pt x="310524" y="102712"/>
                  </a:lnTo>
                  <a:lnTo>
                    <a:pt x="310047" y="101279"/>
                  </a:lnTo>
                  <a:lnTo>
                    <a:pt x="310524" y="100323"/>
                  </a:lnTo>
                  <a:lnTo>
                    <a:pt x="310524" y="100323"/>
                  </a:lnTo>
                  <a:lnTo>
                    <a:pt x="311479" y="100323"/>
                  </a:lnTo>
                  <a:lnTo>
                    <a:pt x="311479" y="100323"/>
                  </a:lnTo>
                  <a:lnTo>
                    <a:pt x="311479" y="100323"/>
                  </a:lnTo>
                  <a:lnTo>
                    <a:pt x="311957" y="100801"/>
                  </a:lnTo>
                  <a:lnTo>
                    <a:pt x="311957" y="102234"/>
                  </a:lnTo>
                  <a:lnTo>
                    <a:pt x="312913" y="103189"/>
                  </a:lnTo>
                  <a:lnTo>
                    <a:pt x="313868" y="103189"/>
                  </a:lnTo>
                  <a:lnTo>
                    <a:pt x="314346" y="104623"/>
                  </a:lnTo>
                  <a:lnTo>
                    <a:pt x="315301" y="106056"/>
                  </a:lnTo>
                  <a:lnTo>
                    <a:pt x="315301" y="108445"/>
                  </a:lnTo>
                  <a:lnTo>
                    <a:pt x="317212" y="108922"/>
                  </a:lnTo>
                  <a:lnTo>
                    <a:pt x="319123" y="109400"/>
                  </a:lnTo>
                  <a:lnTo>
                    <a:pt x="320079" y="108922"/>
                  </a:lnTo>
                  <a:lnTo>
                    <a:pt x="321034" y="109400"/>
                  </a:lnTo>
                  <a:lnTo>
                    <a:pt x="321512" y="110355"/>
                  </a:lnTo>
                  <a:lnTo>
                    <a:pt x="321512" y="111789"/>
                  </a:lnTo>
                  <a:lnTo>
                    <a:pt x="321512" y="112744"/>
                  </a:lnTo>
                  <a:lnTo>
                    <a:pt x="321990" y="113222"/>
                  </a:lnTo>
                  <a:lnTo>
                    <a:pt x="323900" y="112266"/>
                  </a:lnTo>
                  <a:lnTo>
                    <a:pt x="325334" y="112266"/>
                  </a:lnTo>
                  <a:lnTo>
                    <a:pt x="326289" y="112744"/>
                  </a:lnTo>
                  <a:lnTo>
                    <a:pt x="328200" y="113700"/>
                  </a:lnTo>
                  <a:lnTo>
                    <a:pt x="330111" y="116088"/>
                  </a:lnTo>
                  <a:lnTo>
                    <a:pt x="331066" y="116566"/>
                  </a:lnTo>
                  <a:lnTo>
                    <a:pt x="334411" y="116566"/>
                  </a:lnTo>
                  <a:lnTo>
                    <a:pt x="335366" y="117044"/>
                  </a:lnTo>
                  <a:lnTo>
                    <a:pt x="336322" y="117044"/>
                  </a:lnTo>
                  <a:lnTo>
                    <a:pt x="337754" y="116566"/>
                  </a:lnTo>
                  <a:lnTo>
                    <a:pt x="340621" y="117521"/>
                  </a:lnTo>
                  <a:lnTo>
                    <a:pt x="340621" y="117999"/>
                  </a:lnTo>
                  <a:lnTo>
                    <a:pt x="340143" y="118477"/>
                  </a:lnTo>
                  <a:lnTo>
                    <a:pt x="333455" y="121821"/>
                  </a:lnTo>
                  <a:lnTo>
                    <a:pt x="333455" y="121821"/>
                  </a:lnTo>
                  <a:lnTo>
                    <a:pt x="332977" y="122777"/>
                  </a:lnTo>
                  <a:lnTo>
                    <a:pt x="331544" y="124210"/>
                  </a:lnTo>
                  <a:lnTo>
                    <a:pt x="331066" y="124210"/>
                  </a:lnTo>
                  <a:lnTo>
                    <a:pt x="330111" y="124687"/>
                  </a:lnTo>
                  <a:lnTo>
                    <a:pt x="329156" y="124687"/>
                  </a:lnTo>
                  <a:lnTo>
                    <a:pt x="325811" y="123254"/>
                  </a:lnTo>
                  <a:lnTo>
                    <a:pt x="325334" y="123732"/>
                  </a:lnTo>
                  <a:lnTo>
                    <a:pt x="325334" y="124210"/>
                  </a:lnTo>
                  <a:lnTo>
                    <a:pt x="325334" y="124687"/>
                  </a:lnTo>
                  <a:lnTo>
                    <a:pt x="325811" y="126120"/>
                  </a:lnTo>
                  <a:lnTo>
                    <a:pt x="325811" y="127076"/>
                  </a:lnTo>
                  <a:lnTo>
                    <a:pt x="324856" y="127554"/>
                  </a:lnTo>
                  <a:lnTo>
                    <a:pt x="322945" y="127076"/>
                  </a:lnTo>
                  <a:lnTo>
                    <a:pt x="322467" y="126598"/>
                  </a:lnTo>
                  <a:lnTo>
                    <a:pt x="322467" y="126598"/>
                  </a:lnTo>
                  <a:lnTo>
                    <a:pt x="321990" y="126598"/>
                  </a:lnTo>
                  <a:lnTo>
                    <a:pt x="320556" y="126598"/>
                  </a:lnTo>
                  <a:lnTo>
                    <a:pt x="318168" y="128987"/>
                  </a:lnTo>
                  <a:lnTo>
                    <a:pt x="317212" y="130420"/>
                  </a:lnTo>
                  <a:lnTo>
                    <a:pt x="317212" y="130898"/>
                  </a:lnTo>
                  <a:lnTo>
                    <a:pt x="316257" y="131376"/>
                  </a:lnTo>
                  <a:lnTo>
                    <a:pt x="314824" y="131853"/>
                  </a:lnTo>
                  <a:lnTo>
                    <a:pt x="314824" y="131853"/>
                  </a:lnTo>
                  <a:lnTo>
                    <a:pt x="313390" y="132809"/>
                  </a:lnTo>
                  <a:lnTo>
                    <a:pt x="311957" y="133764"/>
                  </a:lnTo>
                  <a:lnTo>
                    <a:pt x="311479" y="132809"/>
                  </a:lnTo>
                  <a:lnTo>
                    <a:pt x="311002" y="132331"/>
                  </a:lnTo>
                  <a:lnTo>
                    <a:pt x="310524" y="131853"/>
                  </a:lnTo>
                  <a:lnTo>
                    <a:pt x="309568" y="132331"/>
                  </a:lnTo>
                  <a:lnTo>
                    <a:pt x="308613" y="132331"/>
                  </a:lnTo>
                  <a:lnTo>
                    <a:pt x="307180" y="131376"/>
                  </a:lnTo>
                  <a:lnTo>
                    <a:pt x="305747" y="130420"/>
                  </a:lnTo>
                  <a:lnTo>
                    <a:pt x="304313" y="130420"/>
                  </a:lnTo>
                  <a:lnTo>
                    <a:pt x="300014" y="130898"/>
                  </a:lnTo>
                  <a:lnTo>
                    <a:pt x="298103" y="131376"/>
                  </a:lnTo>
                  <a:lnTo>
                    <a:pt x="297147" y="131376"/>
                  </a:lnTo>
                  <a:lnTo>
                    <a:pt x="296192" y="131853"/>
                  </a:lnTo>
                  <a:lnTo>
                    <a:pt x="291415" y="132331"/>
                  </a:lnTo>
                  <a:lnTo>
                    <a:pt x="290459" y="132331"/>
                  </a:lnTo>
                  <a:lnTo>
                    <a:pt x="289504" y="130898"/>
                  </a:lnTo>
                  <a:lnTo>
                    <a:pt x="289504" y="130898"/>
                  </a:lnTo>
                  <a:lnTo>
                    <a:pt x="289026" y="129465"/>
                  </a:lnTo>
                  <a:lnTo>
                    <a:pt x="287593" y="128987"/>
                  </a:lnTo>
                  <a:lnTo>
                    <a:pt x="286160" y="128509"/>
                  </a:lnTo>
                  <a:lnTo>
                    <a:pt x="285682" y="128031"/>
                  </a:lnTo>
                  <a:lnTo>
                    <a:pt x="285682" y="127554"/>
                  </a:lnTo>
                  <a:lnTo>
                    <a:pt x="285682" y="126598"/>
                  </a:lnTo>
                  <a:lnTo>
                    <a:pt x="285682" y="126598"/>
                  </a:lnTo>
                  <a:lnTo>
                    <a:pt x="285682" y="126598"/>
                  </a:lnTo>
                  <a:lnTo>
                    <a:pt x="289026" y="123732"/>
                  </a:lnTo>
                  <a:lnTo>
                    <a:pt x="291893" y="121343"/>
                  </a:lnTo>
                  <a:lnTo>
                    <a:pt x="292370" y="121343"/>
                  </a:lnTo>
                  <a:lnTo>
                    <a:pt x="292848" y="120865"/>
                  </a:lnTo>
                  <a:lnTo>
                    <a:pt x="293326" y="119910"/>
                  </a:lnTo>
                  <a:lnTo>
                    <a:pt x="293326" y="119432"/>
                  </a:lnTo>
                  <a:lnTo>
                    <a:pt x="290937" y="118477"/>
                  </a:lnTo>
                  <a:lnTo>
                    <a:pt x="290937" y="118477"/>
                  </a:lnTo>
                  <a:lnTo>
                    <a:pt x="290937" y="117999"/>
                  </a:lnTo>
                  <a:lnTo>
                    <a:pt x="290937" y="117999"/>
                  </a:lnTo>
                  <a:lnTo>
                    <a:pt x="291415" y="117999"/>
                  </a:lnTo>
                  <a:lnTo>
                    <a:pt x="291415" y="117044"/>
                  </a:lnTo>
                  <a:lnTo>
                    <a:pt x="289982" y="116088"/>
                  </a:lnTo>
                  <a:lnTo>
                    <a:pt x="289982" y="115611"/>
                  </a:lnTo>
                  <a:lnTo>
                    <a:pt x="289504" y="115611"/>
                  </a:lnTo>
                  <a:lnTo>
                    <a:pt x="287115" y="112744"/>
                  </a:lnTo>
                  <a:lnTo>
                    <a:pt x="286160" y="112744"/>
                  </a:lnTo>
                  <a:lnTo>
                    <a:pt x="285682" y="112744"/>
                  </a:lnTo>
                  <a:lnTo>
                    <a:pt x="285682" y="112744"/>
                  </a:lnTo>
                  <a:lnTo>
                    <a:pt x="284727" y="115133"/>
                  </a:lnTo>
                  <a:lnTo>
                    <a:pt x="284249" y="116088"/>
                  </a:lnTo>
                  <a:lnTo>
                    <a:pt x="280905" y="117521"/>
                  </a:lnTo>
                  <a:lnTo>
                    <a:pt x="278516" y="118954"/>
                  </a:lnTo>
                  <a:lnTo>
                    <a:pt x="273739" y="120865"/>
                  </a:lnTo>
                  <a:lnTo>
                    <a:pt x="272783" y="121343"/>
                  </a:lnTo>
                  <a:lnTo>
                    <a:pt x="271828" y="121343"/>
                  </a:lnTo>
                  <a:lnTo>
                    <a:pt x="270872" y="120865"/>
                  </a:lnTo>
                  <a:lnTo>
                    <a:pt x="268484" y="118954"/>
                  </a:lnTo>
                  <a:lnTo>
                    <a:pt x="266573" y="117999"/>
                  </a:lnTo>
                  <a:lnTo>
                    <a:pt x="265617" y="118954"/>
                  </a:lnTo>
                  <a:lnTo>
                    <a:pt x="265140" y="119432"/>
                  </a:lnTo>
                  <a:lnTo>
                    <a:pt x="264662" y="119910"/>
                  </a:lnTo>
                  <a:lnTo>
                    <a:pt x="264662" y="122299"/>
                  </a:lnTo>
                  <a:lnTo>
                    <a:pt x="263706" y="123254"/>
                  </a:lnTo>
                  <a:lnTo>
                    <a:pt x="262751" y="123732"/>
                  </a:lnTo>
                  <a:lnTo>
                    <a:pt x="264662" y="129465"/>
                  </a:lnTo>
                  <a:lnTo>
                    <a:pt x="264184" y="129942"/>
                  </a:lnTo>
                  <a:lnTo>
                    <a:pt x="262751" y="130420"/>
                  </a:lnTo>
                  <a:lnTo>
                    <a:pt x="262751" y="130420"/>
                  </a:lnTo>
                  <a:lnTo>
                    <a:pt x="263706" y="132331"/>
                  </a:lnTo>
                  <a:lnTo>
                    <a:pt x="262751" y="132809"/>
                  </a:lnTo>
                  <a:lnTo>
                    <a:pt x="260840" y="132331"/>
                  </a:lnTo>
                  <a:lnTo>
                    <a:pt x="257496" y="131853"/>
                  </a:lnTo>
                  <a:lnTo>
                    <a:pt x="251763" y="132809"/>
                  </a:lnTo>
                  <a:lnTo>
                    <a:pt x="251286" y="133286"/>
                  </a:lnTo>
                  <a:lnTo>
                    <a:pt x="251286" y="133286"/>
                  </a:lnTo>
                  <a:lnTo>
                    <a:pt x="250808" y="133764"/>
                  </a:lnTo>
                  <a:lnTo>
                    <a:pt x="251286" y="134242"/>
                  </a:lnTo>
                  <a:lnTo>
                    <a:pt x="251286" y="134242"/>
                  </a:lnTo>
                  <a:lnTo>
                    <a:pt x="251763" y="134242"/>
                  </a:lnTo>
                  <a:lnTo>
                    <a:pt x="254152" y="134242"/>
                  </a:lnTo>
                  <a:lnTo>
                    <a:pt x="256540" y="134242"/>
                  </a:lnTo>
                  <a:lnTo>
                    <a:pt x="257018" y="133764"/>
                  </a:lnTo>
                  <a:lnTo>
                    <a:pt x="257974" y="134242"/>
                  </a:lnTo>
                  <a:lnTo>
                    <a:pt x="257974" y="135197"/>
                  </a:lnTo>
                  <a:lnTo>
                    <a:pt x="257496" y="135675"/>
                  </a:lnTo>
                  <a:lnTo>
                    <a:pt x="257496" y="135675"/>
                  </a:lnTo>
                  <a:lnTo>
                    <a:pt x="256540" y="135675"/>
                  </a:lnTo>
                  <a:lnTo>
                    <a:pt x="255108" y="135675"/>
                  </a:lnTo>
                  <a:lnTo>
                    <a:pt x="254629" y="136153"/>
                  </a:lnTo>
                  <a:lnTo>
                    <a:pt x="254629" y="136153"/>
                  </a:lnTo>
                  <a:lnTo>
                    <a:pt x="254152" y="136631"/>
                  </a:lnTo>
                  <a:lnTo>
                    <a:pt x="254152" y="137108"/>
                  </a:lnTo>
                  <a:lnTo>
                    <a:pt x="255108" y="138064"/>
                  </a:lnTo>
                  <a:lnTo>
                    <a:pt x="255585" y="139019"/>
                  </a:lnTo>
                  <a:lnTo>
                    <a:pt x="255585" y="139497"/>
                  </a:lnTo>
                  <a:lnTo>
                    <a:pt x="255585" y="139975"/>
                  </a:lnTo>
                  <a:lnTo>
                    <a:pt x="255108" y="139975"/>
                  </a:lnTo>
                  <a:lnTo>
                    <a:pt x="254629" y="139497"/>
                  </a:lnTo>
                  <a:lnTo>
                    <a:pt x="254152" y="139497"/>
                  </a:lnTo>
                  <a:lnTo>
                    <a:pt x="254152" y="139497"/>
                  </a:lnTo>
                  <a:lnTo>
                    <a:pt x="253674" y="139975"/>
                  </a:lnTo>
                  <a:lnTo>
                    <a:pt x="253674" y="140452"/>
                  </a:lnTo>
                  <a:lnTo>
                    <a:pt x="253197" y="140930"/>
                  </a:lnTo>
                  <a:lnTo>
                    <a:pt x="253197" y="140930"/>
                  </a:lnTo>
                  <a:lnTo>
                    <a:pt x="252241" y="140930"/>
                  </a:lnTo>
                  <a:lnTo>
                    <a:pt x="251286" y="140930"/>
                  </a:lnTo>
                  <a:lnTo>
                    <a:pt x="251286" y="140930"/>
                  </a:lnTo>
                  <a:lnTo>
                    <a:pt x="250808" y="143319"/>
                  </a:lnTo>
                  <a:lnTo>
                    <a:pt x="250330" y="145707"/>
                  </a:lnTo>
                  <a:lnTo>
                    <a:pt x="248897" y="147618"/>
                  </a:lnTo>
                  <a:lnTo>
                    <a:pt x="248897" y="147618"/>
                  </a:lnTo>
                  <a:lnTo>
                    <a:pt x="247942" y="148096"/>
                  </a:lnTo>
                  <a:lnTo>
                    <a:pt x="247942" y="148096"/>
                  </a:lnTo>
                  <a:lnTo>
                    <a:pt x="246508" y="148096"/>
                  </a:lnTo>
                  <a:lnTo>
                    <a:pt x="244597" y="148096"/>
                  </a:lnTo>
                  <a:lnTo>
                    <a:pt x="243642" y="148096"/>
                  </a:lnTo>
                  <a:lnTo>
                    <a:pt x="240298" y="147618"/>
                  </a:lnTo>
                  <a:lnTo>
                    <a:pt x="240298" y="147618"/>
                  </a:lnTo>
                  <a:lnTo>
                    <a:pt x="236954" y="146663"/>
                  </a:lnTo>
                  <a:lnTo>
                    <a:pt x="233132" y="146185"/>
                  </a:lnTo>
                  <a:lnTo>
                    <a:pt x="233132" y="146185"/>
                  </a:lnTo>
                  <a:lnTo>
                    <a:pt x="232176" y="146663"/>
                  </a:lnTo>
                  <a:lnTo>
                    <a:pt x="229788" y="147618"/>
                  </a:lnTo>
                  <a:lnTo>
                    <a:pt x="228354" y="148574"/>
                  </a:lnTo>
                  <a:lnTo>
                    <a:pt x="227877" y="149529"/>
                  </a:lnTo>
                  <a:lnTo>
                    <a:pt x="227399" y="150007"/>
                  </a:lnTo>
                  <a:lnTo>
                    <a:pt x="225488" y="154784"/>
                  </a:lnTo>
                  <a:lnTo>
                    <a:pt x="225966" y="155740"/>
                  </a:lnTo>
                  <a:lnTo>
                    <a:pt x="225966" y="155740"/>
                  </a:lnTo>
                  <a:lnTo>
                    <a:pt x="226444" y="156218"/>
                  </a:lnTo>
                  <a:lnTo>
                    <a:pt x="230743" y="157173"/>
                  </a:lnTo>
                  <a:lnTo>
                    <a:pt x="231699" y="157651"/>
                  </a:lnTo>
                  <a:lnTo>
                    <a:pt x="232176" y="158128"/>
                  </a:lnTo>
                  <a:lnTo>
                    <a:pt x="232176" y="160517"/>
                  </a:lnTo>
                  <a:lnTo>
                    <a:pt x="232654" y="160995"/>
                  </a:lnTo>
                  <a:lnTo>
                    <a:pt x="234087" y="160995"/>
                  </a:lnTo>
                  <a:lnTo>
                    <a:pt x="235998" y="160995"/>
                  </a:lnTo>
                  <a:lnTo>
                    <a:pt x="236476" y="160995"/>
                  </a:lnTo>
                  <a:lnTo>
                    <a:pt x="237909" y="160995"/>
                  </a:lnTo>
                  <a:lnTo>
                    <a:pt x="239342" y="160995"/>
                  </a:lnTo>
                  <a:lnTo>
                    <a:pt x="240776" y="161473"/>
                  </a:lnTo>
                  <a:lnTo>
                    <a:pt x="241253" y="162428"/>
                  </a:lnTo>
                  <a:lnTo>
                    <a:pt x="241731" y="163384"/>
                  </a:lnTo>
                  <a:lnTo>
                    <a:pt x="239342" y="168161"/>
                  </a:lnTo>
                  <a:lnTo>
                    <a:pt x="239820" y="170072"/>
                  </a:lnTo>
                  <a:lnTo>
                    <a:pt x="240298" y="172938"/>
                  </a:lnTo>
                  <a:lnTo>
                    <a:pt x="241253" y="174849"/>
                  </a:lnTo>
                  <a:lnTo>
                    <a:pt x="241253" y="174849"/>
                  </a:lnTo>
                  <a:lnTo>
                    <a:pt x="243642" y="177238"/>
                  </a:lnTo>
                  <a:lnTo>
                    <a:pt x="245075" y="178193"/>
                  </a:lnTo>
                  <a:lnTo>
                    <a:pt x="245553" y="179149"/>
                  </a:lnTo>
                  <a:lnTo>
                    <a:pt x="245553" y="180104"/>
                  </a:lnTo>
                  <a:lnTo>
                    <a:pt x="245553" y="181059"/>
                  </a:lnTo>
                  <a:lnTo>
                    <a:pt x="244597" y="182970"/>
                  </a:lnTo>
                  <a:lnTo>
                    <a:pt x="243164" y="184881"/>
                  </a:lnTo>
                  <a:lnTo>
                    <a:pt x="242209" y="185359"/>
                  </a:lnTo>
                  <a:lnTo>
                    <a:pt x="242209" y="185359"/>
                  </a:lnTo>
                  <a:lnTo>
                    <a:pt x="240298" y="187748"/>
                  </a:lnTo>
                  <a:lnTo>
                    <a:pt x="238865" y="190136"/>
                  </a:lnTo>
                  <a:lnTo>
                    <a:pt x="235998" y="193480"/>
                  </a:lnTo>
                  <a:lnTo>
                    <a:pt x="235043" y="195391"/>
                  </a:lnTo>
                  <a:lnTo>
                    <a:pt x="234565" y="201124"/>
                  </a:lnTo>
                  <a:lnTo>
                    <a:pt x="234087" y="202080"/>
                  </a:lnTo>
                  <a:lnTo>
                    <a:pt x="233610" y="202557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9" name="Freeform 5648">
              <a:extLst>
                <a:ext uri="{FF2B5EF4-FFF2-40B4-BE49-F238E27FC236}">
                  <a16:creationId xmlns:a16="http://schemas.microsoft.com/office/drawing/2014/main" id="{226F88EB-F235-DA2E-8E27-25D647A7DECE}"/>
                </a:ext>
              </a:extLst>
            </p:cNvPr>
            <p:cNvSpPr/>
            <p:nvPr/>
          </p:nvSpPr>
          <p:spPr>
            <a:xfrm>
              <a:off x="7282679" y="3919412"/>
              <a:ext cx="2388" cy="2388"/>
            </a:xfrm>
            <a:custGeom>
              <a:avLst/>
              <a:gdLst>
                <a:gd name="csX0" fmla="*/ 2389 w 2388"/>
                <a:gd name="csY0" fmla="*/ 1911 h 2388"/>
                <a:gd name="csX1" fmla="*/ 1911 w 2388"/>
                <a:gd name="csY1" fmla="*/ 1433 h 2388"/>
                <a:gd name="csX2" fmla="*/ 1433 w 2388"/>
                <a:gd name="csY2" fmla="*/ 478 h 2388"/>
                <a:gd name="csX3" fmla="*/ 478 w 2388"/>
                <a:gd name="csY3" fmla="*/ 0 h 2388"/>
                <a:gd name="csX4" fmla="*/ 0 w 2388"/>
                <a:gd name="csY4" fmla="*/ 478 h 2388"/>
                <a:gd name="csX5" fmla="*/ 478 w 2388"/>
                <a:gd name="csY5" fmla="*/ 956 h 2388"/>
                <a:gd name="csX6" fmla="*/ 1433 w 2388"/>
                <a:gd name="csY6" fmla="*/ 2389 h 2388"/>
                <a:gd name="csX7" fmla="*/ 1433 w 2388"/>
                <a:gd name="csY7" fmla="*/ 2389 h 2388"/>
                <a:gd name="csX8" fmla="*/ 2389 w 2388"/>
                <a:gd name="csY8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388">
                  <a:moveTo>
                    <a:pt x="2389" y="1911"/>
                  </a:moveTo>
                  <a:lnTo>
                    <a:pt x="1911" y="1433"/>
                  </a:lnTo>
                  <a:lnTo>
                    <a:pt x="1433" y="478"/>
                  </a:lnTo>
                  <a:lnTo>
                    <a:pt x="478" y="0"/>
                  </a:lnTo>
                  <a:lnTo>
                    <a:pt x="0" y="478"/>
                  </a:lnTo>
                  <a:lnTo>
                    <a:pt x="478" y="956"/>
                  </a:lnTo>
                  <a:lnTo>
                    <a:pt x="1433" y="2389"/>
                  </a:lnTo>
                  <a:lnTo>
                    <a:pt x="1433" y="2389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0" name="Freeform 5649">
              <a:extLst>
                <a:ext uri="{FF2B5EF4-FFF2-40B4-BE49-F238E27FC236}">
                  <a16:creationId xmlns:a16="http://schemas.microsoft.com/office/drawing/2014/main" id="{1448AA35-6209-E0C1-11AC-775F0565C2BD}"/>
                </a:ext>
              </a:extLst>
            </p:cNvPr>
            <p:cNvSpPr/>
            <p:nvPr/>
          </p:nvSpPr>
          <p:spPr>
            <a:xfrm>
              <a:off x="7290800" y="3940432"/>
              <a:ext cx="5733" cy="6210"/>
            </a:xfrm>
            <a:custGeom>
              <a:avLst/>
              <a:gdLst>
                <a:gd name="csX0" fmla="*/ 4300 w 5733"/>
                <a:gd name="csY0" fmla="*/ 3822 h 6210"/>
                <a:gd name="csX1" fmla="*/ 5255 w 5733"/>
                <a:gd name="csY1" fmla="*/ 5733 h 6210"/>
                <a:gd name="csX2" fmla="*/ 5255 w 5733"/>
                <a:gd name="csY2" fmla="*/ 5733 h 6210"/>
                <a:gd name="csX3" fmla="*/ 3822 w 5733"/>
                <a:gd name="csY3" fmla="*/ 6210 h 6210"/>
                <a:gd name="csX4" fmla="*/ 2389 w 5733"/>
                <a:gd name="csY4" fmla="*/ 6210 h 6210"/>
                <a:gd name="csX5" fmla="*/ 956 w 5733"/>
                <a:gd name="csY5" fmla="*/ 5733 h 6210"/>
                <a:gd name="csX6" fmla="*/ 1911 w 5733"/>
                <a:gd name="csY6" fmla="*/ 3822 h 6210"/>
                <a:gd name="csX7" fmla="*/ 1911 w 5733"/>
                <a:gd name="csY7" fmla="*/ 3822 h 6210"/>
                <a:gd name="csX8" fmla="*/ 1911 w 5733"/>
                <a:gd name="csY8" fmla="*/ 3344 h 6210"/>
                <a:gd name="csX9" fmla="*/ 1433 w 5733"/>
                <a:gd name="csY9" fmla="*/ 3344 h 6210"/>
                <a:gd name="csX10" fmla="*/ 478 w 5733"/>
                <a:gd name="csY10" fmla="*/ 2389 h 6210"/>
                <a:gd name="csX11" fmla="*/ 0 w 5733"/>
                <a:gd name="csY11" fmla="*/ 1433 h 6210"/>
                <a:gd name="csX12" fmla="*/ 478 w 5733"/>
                <a:gd name="csY12" fmla="*/ 478 h 6210"/>
                <a:gd name="csX13" fmla="*/ 956 w 5733"/>
                <a:gd name="csY13" fmla="*/ 0 h 6210"/>
                <a:gd name="csX14" fmla="*/ 1433 w 5733"/>
                <a:gd name="csY14" fmla="*/ 0 h 6210"/>
                <a:gd name="csX15" fmla="*/ 2389 w 5733"/>
                <a:gd name="csY15" fmla="*/ 1433 h 6210"/>
                <a:gd name="csX16" fmla="*/ 2389 w 5733"/>
                <a:gd name="csY16" fmla="*/ 1433 h 6210"/>
                <a:gd name="csX17" fmla="*/ 3344 w 5733"/>
                <a:gd name="csY17" fmla="*/ 1911 h 6210"/>
                <a:gd name="csX18" fmla="*/ 5255 w 5733"/>
                <a:gd name="csY18" fmla="*/ 2389 h 6210"/>
                <a:gd name="csX19" fmla="*/ 5733 w 5733"/>
                <a:gd name="csY19" fmla="*/ 2389 h 6210"/>
                <a:gd name="csX20" fmla="*/ 4300 w 5733"/>
                <a:gd name="csY20" fmla="*/ 3822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5733" h="6210">
                  <a:moveTo>
                    <a:pt x="4300" y="3822"/>
                  </a:moveTo>
                  <a:lnTo>
                    <a:pt x="5255" y="5733"/>
                  </a:lnTo>
                  <a:lnTo>
                    <a:pt x="5255" y="5733"/>
                  </a:lnTo>
                  <a:lnTo>
                    <a:pt x="3822" y="6210"/>
                  </a:lnTo>
                  <a:lnTo>
                    <a:pt x="2389" y="6210"/>
                  </a:lnTo>
                  <a:lnTo>
                    <a:pt x="956" y="5733"/>
                  </a:lnTo>
                  <a:lnTo>
                    <a:pt x="1911" y="3822"/>
                  </a:lnTo>
                  <a:lnTo>
                    <a:pt x="1911" y="3822"/>
                  </a:lnTo>
                  <a:lnTo>
                    <a:pt x="1911" y="3344"/>
                  </a:lnTo>
                  <a:lnTo>
                    <a:pt x="1433" y="3344"/>
                  </a:lnTo>
                  <a:lnTo>
                    <a:pt x="478" y="2389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433" y="0"/>
                  </a:lnTo>
                  <a:lnTo>
                    <a:pt x="2389" y="1433"/>
                  </a:lnTo>
                  <a:lnTo>
                    <a:pt x="2389" y="1433"/>
                  </a:lnTo>
                  <a:lnTo>
                    <a:pt x="3344" y="1911"/>
                  </a:lnTo>
                  <a:lnTo>
                    <a:pt x="5255" y="2389"/>
                  </a:lnTo>
                  <a:lnTo>
                    <a:pt x="5733" y="2389"/>
                  </a:lnTo>
                  <a:lnTo>
                    <a:pt x="4300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1" name="Freeform 5650">
              <a:extLst>
                <a:ext uri="{FF2B5EF4-FFF2-40B4-BE49-F238E27FC236}">
                  <a16:creationId xmlns:a16="http://schemas.microsoft.com/office/drawing/2014/main" id="{244E9E9C-9224-57EA-9E60-F3F6F57074FB}"/>
                </a:ext>
              </a:extLst>
            </p:cNvPr>
            <p:cNvSpPr/>
            <p:nvPr/>
          </p:nvSpPr>
          <p:spPr>
            <a:xfrm>
              <a:off x="7305132" y="3943776"/>
              <a:ext cx="2388" cy="2388"/>
            </a:xfrm>
            <a:custGeom>
              <a:avLst/>
              <a:gdLst>
                <a:gd name="csX0" fmla="*/ 1911 w 2388"/>
                <a:gd name="csY0" fmla="*/ 1433 h 2388"/>
                <a:gd name="csX1" fmla="*/ 1433 w 2388"/>
                <a:gd name="csY1" fmla="*/ 2389 h 2388"/>
                <a:gd name="csX2" fmla="*/ 478 w 2388"/>
                <a:gd name="csY2" fmla="*/ 1911 h 2388"/>
                <a:gd name="csX3" fmla="*/ 0 w 2388"/>
                <a:gd name="csY3" fmla="*/ 1433 h 2388"/>
                <a:gd name="csX4" fmla="*/ 0 w 2388"/>
                <a:gd name="csY4" fmla="*/ 955 h 2388"/>
                <a:gd name="csX5" fmla="*/ 956 w 2388"/>
                <a:gd name="csY5" fmla="*/ 478 h 2388"/>
                <a:gd name="csX6" fmla="*/ 1911 w 2388"/>
                <a:gd name="csY6" fmla="*/ 478 h 2388"/>
                <a:gd name="csX7" fmla="*/ 2389 w 2388"/>
                <a:gd name="csY7" fmla="*/ 0 h 2388"/>
                <a:gd name="csX8" fmla="*/ 1911 w 2388"/>
                <a:gd name="csY8" fmla="*/ 1433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88" h="2388">
                  <a:moveTo>
                    <a:pt x="1911" y="1433"/>
                  </a:moveTo>
                  <a:lnTo>
                    <a:pt x="1433" y="2389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0" y="955"/>
                  </a:lnTo>
                  <a:lnTo>
                    <a:pt x="956" y="478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191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2" name="Freeform 5651">
              <a:extLst>
                <a:ext uri="{FF2B5EF4-FFF2-40B4-BE49-F238E27FC236}">
                  <a16:creationId xmlns:a16="http://schemas.microsoft.com/office/drawing/2014/main" id="{E1E117FC-AB77-1B25-DD5C-9BDA40D9E941}"/>
                </a:ext>
              </a:extLst>
            </p:cNvPr>
            <p:cNvSpPr/>
            <p:nvPr/>
          </p:nvSpPr>
          <p:spPr>
            <a:xfrm>
              <a:off x="4668544" y="4490776"/>
              <a:ext cx="2866" cy="4299"/>
            </a:xfrm>
            <a:custGeom>
              <a:avLst/>
              <a:gdLst>
                <a:gd name="csX0" fmla="*/ 1911 w 2866"/>
                <a:gd name="csY0" fmla="*/ 3822 h 4299"/>
                <a:gd name="csX1" fmla="*/ 1433 w 2866"/>
                <a:gd name="csY1" fmla="*/ 4299 h 4299"/>
                <a:gd name="csX2" fmla="*/ 0 w 2866"/>
                <a:gd name="csY2" fmla="*/ 2866 h 4299"/>
                <a:gd name="csX3" fmla="*/ 0 w 2866"/>
                <a:gd name="csY3" fmla="*/ 1433 h 4299"/>
                <a:gd name="csX4" fmla="*/ 956 w 2866"/>
                <a:gd name="csY4" fmla="*/ 478 h 4299"/>
                <a:gd name="csX5" fmla="*/ 1911 w 2866"/>
                <a:gd name="csY5" fmla="*/ 0 h 4299"/>
                <a:gd name="csX6" fmla="*/ 2866 w 2866"/>
                <a:gd name="csY6" fmla="*/ 0 h 4299"/>
                <a:gd name="csX7" fmla="*/ 2866 w 2866"/>
                <a:gd name="csY7" fmla="*/ 1433 h 4299"/>
                <a:gd name="csX8" fmla="*/ 2866 w 2866"/>
                <a:gd name="csY8" fmla="*/ 2866 h 4299"/>
                <a:gd name="csX9" fmla="*/ 1911 w 2866"/>
                <a:gd name="csY9" fmla="*/ 3822 h 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66" h="4299">
                  <a:moveTo>
                    <a:pt x="1911" y="3822"/>
                  </a:moveTo>
                  <a:lnTo>
                    <a:pt x="1433" y="4299"/>
                  </a:lnTo>
                  <a:lnTo>
                    <a:pt x="0" y="2866"/>
                  </a:lnTo>
                  <a:lnTo>
                    <a:pt x="0" y="1433"/>
                  </a:lnTo>
                  <a:lnTo>
                    <a:pt x="956" y="478"/>
                  </a:lnTo>
                  <a:lnTo>
                    <a:pt x="1911" y="0"/>
                  </a:lnTo>
                  <a:lnTo>
                    <a:pt x="2866" y="0"/>
                  </a:lnTo>
                  <a:lnTo>
                    <a:pt x="2866" y="1433"/>
                  </a:lnTo>
                  <a:lnTo>
                    <a:pt x="2866" y="2866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3" name="Freeform 5652">
              <a:extLst>
                <a:ext uri="{FF2B5EF4-FFF2-40B4-BE49-F238E27FC236}">
                  <a16:creationId xmlns:a16="http://schemas.microsoft.com/office/drawing/2014/main" id="{5CBF8A54-7CF9-7143-B148-E308C779BB4D}"/>
                </a:ext>
              </a:extLst>
            </p:cNvPr>
            <p:cNvSpPr/>
            <p:nvPr/>
          </p:nvSpPr>
          <p:spPr>
            <a:xfrm>
              <a:off x="4668544" y="4496509"/>
              <a:ext cx="1433" cy="1433"/>
            </a:xfrm>
            <a:custGeom>
              <a:avLst/>
              <a:gdLst>
                <a:gd name="csX0" fmla="*/ 956 w 1433"/>
                <a:gd name="csY0" fmla="*/ 956 h 1433"/>
                <a:gd name="csX1" fmla="*/ 478 w 1433"/>
                <a:gd name="csY1" fmla="*/ 1433 h 1433"/>
                <a:gd name="csX2" fmla="*/ 956 w 1433"/>
                <a:gd name="csY2" fmla="*/ 1433 h 1433"/>
                <a:gd name="csX3" fmla="*/ 478 w 1433"/>
                <a:gd name="csY3" fmla="*/ 1433 h 1433"/>
                <a:gd name="csX4" fmla="*/ 478 w 1433"/>
                <a:gd name="csY4" fmla="*/ 1433 h 1433"/>
                <a:gd name="csX5" fmla="*/ 478 w 1433"/>
                <a:gd name="csY5" fmla="*/ 1433 h 1433"/>
                <a:gd name="csX6" fmla="*/ 478 w 1433"/>
                <a:gd name="csY6" fmla="*/ 1433 h 1433"/>
                <a:gd name="csX7" fmla="*/ 0 w 1433"/>
                <a:gd name="csY7" fmla="*/ 1433 h 1433"/>
                <a:gd name="csX8" fmla="*/ 0 w 1433"/>
                <a:gd name="csY8" fmla="*/ 956 h 1433"/>
                <a:gd name="csX9" fmla="*/ 478 w 1433"/>
                <a:gd name="csY9" fmla="*/ 956 h 1433"/>
                <a:gd name="csX10" fmla="*/ 956 w 1433"/>
                <a:gd name="csY10" fmla="*/ 956 h 1433"/>
                <a:gd name="csX11" fmla="*/ 956 w 1433"/>
                <a:gd name="csY11" fmla="*/ 956 h 1433"/>
                <a:gd name="csX12" fmla="*/ 478 w 1433"/>
                <a:gd name="csY12" fmla="*/ 956 h 1433"/>
                <a:gd name="csX13" fmla="*/ 478 w 1433"/>
                <a:gd name="csY13" fmla="*/ 956 h 1433"/>
                <a:gd name="csX14" fmla="*/ 478 w 1433"/>
                <a:gd name="csY14" fmla="*/ 478 h 1433"/>
                <a:gd name="csX15" fmla="*/ 1433 w 1433"/>
                <a:gd name="csY15" fmla="*/ 478 h 1433"/>
                <a:gd name="csX16" fmla="*/ 1433 w 1433"/>
                <a:gd name="csY16" fmla="*/ 0 h 1433"/>
                <a:gd name="csX17" fmla="*/ 1433 w 1433"/>
                <a:gd name="csY17" fmla="*/ 0 h 1433"/>
                <a:gd name="csX18" fmla="*/ 1433 w 1433"/>
                <a:gd name="csY18" fmla="*/ 0 h 1433"/>
                <a:gd name="csX19" fmla="*/ 1433 w 1433"/>
                <a:gd name="csY19" fmla="*/ 478 h 1433"/>
                <a:gd name="csX20" fmla="*/ 1433 w 1433"/>
                <a:gd name="csY20" fmla="*/ 478 h 1433"/>
                <a:gd name="csX21" fmla="*/ 1433 w 1433"/>
                <a:gd name="csY21" fmla="*/ 478 h 1433"/>
                <a:gd name="csX22" fmla="*/ 956 w 1433"/>
                <a:gd name="csY22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433" h="1433">
                  <a:moveTo>
                    <a:pt x="956" y="956"/>
                  </a:moveTo>
                  <a:lnTo>
                    <a:pt x="478" y="1433"/>
                  </a:lnTo>
                  <a:lnTo>
                    <a:pt x="956" y="1433"/>
                  </a:lnTo>
                  <a:lnTo>
                    <a:pt x="478" y="1433"/>
                  </a:lnTo>
                  <a:lnTo>
                    <a:pt x="478" y="1433"/>
                  </a:lnTo>
                  <a:lnTo>
                    <a:pt x="478" y="1433"/>
                  </a:lnTo>
                  <a:lnTo>
                    <a:pt x="478" y="1433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478" y="956"/>
                  </a:lnTo>
                  <a:lnTo>
                    <a:pt x="956" y="956"/>
                  </a:lnTo>
                  <a:lnTo>
                    <a:pt x="956" y="956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478" y="478"/>
                  </a:lnTo>
                  <a:lnTo>
                    <a:pt x="1433" y="478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1433" y="0"/>
                  </a:lnTo>
                  <a:lnTo>
                    <a:pt x="1433" y="478"/>
                  </a:lnTo>
                  <a:lnTo>
                    <a:pt x="1433" y="478"/>
                  </a:lnTo>
                  <a:lnTo>
                    <a:pt x="1433" y="478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4" name="Freeform 5653">
              <a:extLst>
                <a:ext uri="{FF2B5EF4-FFF2-40B4-BE49-F238E27FC236}">
                  <a16:creationId xmlns:a16="http://schemas.microsoft.com/office/drawing/2014/main" id="{2D1B6CB1-602B-457C-73FC-D9B51C7FCA69}"/>
                </a:ext>
              </a:extLst>
            </p:cNvPr>
            <p:cNvSpPr/>
            <p:nvPr/>
          </p:nvSpPr>
          <p:spPr>
            <a:xfrm>
              <a:off x="4667110" y="4502242"/>
              <a:ext cx="477" cy="955"/>
            </a:xfrm>
            <a:custGeom>
              <a:avLst/>
              <a:gdLst>
                <a:gd name="csX0" fmla="*/ 478 w 477"/>
                <a:gd name="csY0" fmla="*/ 956 h 955"/>
                <a:gd name="csX1" fmla="*/ 0 w 477"/>
                <a:gd name="csY1" fmla="*/ 956 h 955"/>
                <a:gd name="csX2" fmla="*/ 0 w 477"/>
                <a:gd name="csY2" fmla="*/ 956 h 955"/>
                <a:gd name="csX3" fmla="*/ 0 w 477"/>
                <a:gd name="csY3" fmla="*/ 956 h 955"/>
                <a:gd name="csX4" fmla="*/ 0 w 477"/>
                <a:gd name="csY4" fmla="*/ 956 h 955"/>
                <a:gd name="csX5" fmla="*/ 478 w 477"/>
                <a:gd name="csY5" fmla="*/ 478 h 955"/>
                <a:gd name="csX6" fmla="*/ 478 w 477"/>
                <a:gd name="csY6" fmla="*/ 478 h 955"/>
                <a:gd name="csX7" fmla="*/ 478 w 477"/>
                <a:gd name="csY7" fmla="*/ 478 h 955"/>
                <a:gd name="csX8" fmla="*/ 478 w 477"/>
                <a:gd name="csY8" fmla="*/ 0 h 955"/>
                <a:gd name="csX9" fmla="*/ 478 w 477"/>
                <a:gd name="csY9" fmla="*/ 0 h 955"/>
                <a:gd name="csX10" fmla="*/ 478 w 477"/>
                <a:gd name="csY10" fmla="*/ 478 h 955"/>
                <a:gd name="csX11" fmla="*/ 478 w 477"/>
                <a:gd name="csY11" fmla="*/ 478 h 955"/>
                <a:gd name="csX12" fmla="*/ 478 w 477"/>
                <a:gd name="csY12" fmla="*/ 478 h 955"/>
                <a:gd name="csX13" fmla="*/ 478 w 477"/>
                <a:gd name="csY13" fmla="*/ 956 h 955"/>
                <a:gd name="csX14" fmla="*/ 478 w 477"/>
                <a:gd name="csY14" fmla="*/ 956 h 955"/>
                <a:gd name="csX15" fmla="*/ 478 w 477"/>
                <a:gd name="csY15" fmla="*/ 956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77" h="955">
                  <a:moveTo>
                    <a:pt x="478" y="956"/>
                  </a:moveTo>
                  <a:lnTo>
                    <a:pt x="0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478" y="956"/>
                  </a:lnTo>
                  <a:lnTo>
                    <a:pt x="478" y="956"/>
                  </a:lnTo>
                  <a:lnTo>
                    <a:pt x="478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5" name="Freeform 5654">
              <a:extLst>
                <a:ext uri="{FF2B5EF4-FFF2-40B4-BE49-F238E27FC236}">
                  <a16:creationId xmlns:a16="http://schemas.microsoft.com/office/drawing/2014/main" id="{DEB8BF19-99B4-788D-CF69-7EEE3261EB51}"/>
                </a:ext>
              </a:extLst>
            </p:cNvPr>
            <p:cNvSpPr/>
            <p:nvPr/>
          </p:nvSpPr>
          <p:spPr>
            <a:xfrm>
              <a:off x="4428723" y="4512752"/>
              <a:ext cx="268483" cy="209245"/>
            </a:xfrm>
            <a:custGeom>
              <a:avLst/>
              <a:gdLst>
                <a:gd name="csX0" fmla="*/ 264662 w 268483"/>
                <a:gd name="csY0" fmla="*/ 66882 h 209245"/>
                <a:gd name="csX1" fmla="*/ 268484 w 268483"/>
                <a:gd name="csY1" fmla="*/ 71182 h 209245"/>
                <a:gd name="csX2" fmla="*/ 268484 w 268483"/>
                <a:gd name="csY2" fmla="*/ 71659 h 209245"/>
                <a:gd name="csX3" fmla="*/ 268006 w 268483"/>
                <a:gd name="csY3" fmla="*/ 72137 h 209245"/>
                <a:gd name="csX4" fmla="*/ 265617 w 268483"/>
                <a:gd name="csY4" fmla="*/ 73093 h 209245"/>
                <a:gd name="csX5" fmla="*/ 265140 w 268483"/>
                <a:gd name="csY5" fmla="*/ 73570 h 209245"/>
                <a:gd name="csX6" fmla="*/ 264662 w 268483"/>
                <a:gd name="csY6" fmla="*/ 75959 h 209245"/>
                <a:gd name="csX7" fmla="*/ 261796 w 268483"/>
                <a:gd name="csY7" fmla="*/ 76914 h 209245"/>
                <a:gd name="csX8" fmla="*/ 259407 w 268483"/>
                <a:gd name="csY8" fmla="*/ 78348 h 209245"/>
                <a:gd name="csX9" fmla="*/ 258452 w 268483"/>
                <a:gd name="csY9" fmla="*/ 79303 h 209245"/>
                <a:gd name="csX10" fmla="*/ 257496 w 268483"/>
                <a:gd name="csY10" fmla="*/ 79781 h 209245"/>
                <a:gd name="csX11" fmla="*/ 255108 w 268483"/>
                <a:gd name="csY11" fmla="*/ 80258 h 209245"/>
                <a:gd name="csX12" fmla="*/ 254152 w 268483"/>
                <a:gd name="csY12" fmla="*/ 80736 h 209245"/>
                <a:gd name="csX13" fmla="*/ 254152 w 268483"/>
                <a:gd name="csY13" fmla="*/ 80736 h 209245"/>
                <a:gd name="csX14" fmla="*/ 253197 w 268483"/>
                <a:gd name="csY14" fmla="*/ 83125 h 209245"/>
                <a:gd name="csX15" fmla="*/ 252241 w 268483"/>
                <a:gd name="csY15" fmla="*/ 84080 h 209245"/>
                <a:gd name="csX16" fmla="*/ 250808 w 268483"/>
                <a:gd name="csY16" fmla="*/ 85036 h 209245"/>
                <a:gd name="csX17" fmla="*/ 250808 w 268483"/>
                <a:gd name="csY17" fmla="*/ 85991 h 209245"/>
                <a:gd name="csX18" fmla="*/ 252719 w 268483"/>
                <a:gd name="csY18" fmla="*/ 88380 h 209245"/>
                <a:gd name="csX19" fmla="*/ 253197 w 268483"/>
                <a:gd name="csY19" fmla="*/ 89335 h 209245"/>
                <a:gd name="csX20" fmla="*/ 252719 w 268483"/>
                <a:gd name="csY20" fmla="*/ 90291 h 209245"/>
                <a:gd name="csX21" fmla="*/ 252719 w 268483"/>
                <a:gd name="csY21" fmla="*/ 91246 h 209245"/>
                <a:gd name="csX22" fmla="*/ 252719 w 268483"/>
                <a:gd name="csY22" fmla="*/ 91246 h 209245"/>
                <a:gd name="csX23" fmla="*/ 253674 w 268483"/>
                <a:gd name="csY23" fmla="*/ 92202 h 209245"/>
                <a:gd name="csX24" fmla="*/ 254630 w 268483"/>
                <a:gd name="csY24" fmla="*/ 92202 h 209245"/>
                <a:gd name="csX25" fmla="*/ 256063 w 268483"/>
                <a:gd name="csY25" fmla="*/ 92202 h 209245"/>
                <a:gd name="csX26" fmla="*/ 257496 w 268483"/>
                <a:gd name="csY26" fmla="*/ 92202 h 209245"/>
                <a:gd name="csX27" fmla="*/ 258452 w 268483"/>
                <a:gd name="csY27" fmla="*/ 92202 h 209245"/>
                <a:gd name="csX28" fmla="*/ 258929 w 268483"/>
                <a:gd name="csY28" fmla="*/ 92680 h 209245"/>
                <a:gd name="csX29" fmla="*/ 258929 w 268483"/>
                <a:gd name="csY29" fmla="*/ 93157 h 209245"/>
                <a:gd name="csX30" fmla="*/ 257974 w 268483"/>
                <a:gd name="csY30" fmla="*/ 95068 h 209245"/>
                <a:gd name="csX31" fmla="*/ 257496 w 268483"/>
                <a:gd name="csY31" fmla="*/ 96024 h 209245"/>
                <a:gd name="csX32" fmla="*/ 253674 w 268483"/>
                <a:gd name="csY32" fmla="*/ 97457 h 209245"/>
                <a:gd name="csX33" fmla="*/ 251763 w 268483"/>
                <a:gd name="csY33" fmla="*/ 98412 h 209245"/>
                <a:gd name="csX34" fmla="*/ 250808 w 268483"/>
                <a:gd name="csY34" fmla="*/ 99368 h 209245"/>
                <a:gd name="csX35" fmla="*/ 248897 w 268483"/>
                <a:gd name="csY35" fmla="*/ 98890 h 209245"/>
                <a:gd name="csX36" fmla="*/ 247942 w 268483"/>
                <a:gd name="csY36" fmla="*/ 98890 h 209245"/>
                <a:gd name="csX37" fmla="*/ 246986 w 268483"/>
                <a:gd name="csY37" fmla="*/ 99368 h 209245"/>
                <a:gd name="csX38" fmla="*/ 246508 w 268483"/>
                <a:gd name="csY38" fmla="*/ 99846 h 209245"/>
                <a:gd name="csX39" fmla="*/ 245075 w 268483"/>
                <a:gd name="csY39" fmla="*/ 99846 h 209245"/>
                <a:gd name="csX40" fmla="*/ 243164 w 268483"/>
                <a:gd name="csY40" fmla="*/ 100323 h 209245"/>
                <a:gd name="csX41" fmla="*/ 242209 w 268483"/>
                <a:gd name="csY41" fmla="*/ 100801 h 209245"/>
                <a:gd name="csX42" fmla="*/ 241731 w 268483"/>
                <a:gd name="csY42" fmla="*/ 101279 h 209245"/>
                <a:gd name="csX43" fmla="*/ 241253 w 268483"/>
                <a:gd name="csY43" fmla="*/ 102712 h 209245"/>
                <a:gd name="csX44" fmla="*/ 241731 w 268483"/>
                <a:gd name="csY44" fmla="*/ 103667 h 209245"/>
                <a:gd name="csX45" fmla="*/ 242209 w 268483"/>
                <a:gd name="csY45" fmla="*/ 105100 h 209245"/>
                <a:gd name="csX46" fmla="*/ 242209 w 268483"/>
                <a:gd name="csY46" fmla="*/ 106056 h 209245"/>
                <a:gd name="csX47" fmla="*/ 242686 w 268483"/>
                <a:gd name="csY47" fmla="*/ 109400 h 209245"/>
                <a:gd name="csX48" fmla="*/ 242209 w 268483"/>
                <a:gd name="csY48" fmla="*/ 109878 h 209245"/>
                <a:gd name="csX49" fmla="*/ 240776 w 268483"/>
                <a:gd name="csY49" fmla="*/ 110833 h 209245"/>
                <a:gd name="csX50" fmla="*/ 239342 w 268483"/>
                <a:gd name="csY50" fmla="*/ 112266 h 209245"/>
                <a:gd name="csX51" fmla="*/ 237432 w 268483"/>
                <a:gd name="csY51" fmla="*/ 114177 h 209245"/>
                <a:gd name="csX52" fmla="*/ 237909 w 268483"/>
                <a:gd name="csY52" fmla="*/ 114655 h 209245"/>
                <a:gd name="csX53" fmla="*/ 242209 w 268483"/>
                <a:gd name="csY53" fmla="*/ 118955 h 209245"/>
                <a:gd name="csX54" fmla="*/ 246031 w 268483"/>
                <a:gd name="csY54" fmla="*/ 123254 h 209245"/>
                <a:gd name="csX55" fmla="*/ 250330 w 268483"/>
                <a:gd name="csY55" fmla="*/ 127554 h 209245"/>
                <a:gd name="csX56" fmla="*/ 250808 w 268483"/>
                <a:gd name="csY56" fmla="*/ 128031 h 209245"/>
                <a:gd name="csX57" fmla="*/ 251763 w 268483"/>
                <a:gd name="csY57" fmla="*/ 128509 h 209245"/>
                <a:gd name="csX58" fmla="*/ 252719 w 268483"/>
                <a:gd name="csY58" fmla="*/ 129942 h 209245"/>
                <a:gd name="csX59" fmla="*/ 253197 w 268483"/>
                <a:gd name="csY59" fmla="*/ 131376 h 209245"/>
                <a:gd name="csX60" fmla="*/ 253197 w 268483"/>
                <a:gd name="csY60" fmla="*/ 132331 h 209245"/>
                <a:gd name="csX61" fmla="*/ 252719 w 268483"/>
                <a:gd name="csY61" fmla="*/ 133287 h 209245"/>
                <a:gd name="csX62" fmla="*/ 251763 w 268483"/>
                <a:gd name="csY62" fmla="*/ 134720 h 209245"/>
                <a:gd name="csX63" fmla="*/ 250330 w 268483"/>
                <a:gd name="csY63" fmla="*/ 135675 h 209245"/>
                <a:gd name="csX64" fmla="*/ 248419 w 268483"/>
                <a:gd name="csY64" fmla="*/ 136153 h 209245"/>
                <a:gd name="csX65" fmla="*/ 246986 w 268483"/>
                <a:gd name="csY65" fmla="*/ 137108 h 209245"/>
                <a:gd name="csX66" fmla="*/ 246031 w 268483"/>
                <a:gd name="csY66" fmla="*/ 139019 h 209245"/>
                <a:gd name="csX67" fmla="*/ 245075 w 268483"/>
                <a:gd name="csY67" fmla="*/ 139975 h 209245"/>
                <a:gd name="csX68" fmla="*/ 244598 w 268483"/>
                <a:gd name="csY68" fmla="*/ 139975 h 209245"/>
                <a:gd name="csX69" fmla="*/ 243642 w 268483"/>
                <a:gd name="csY69" fmla="*/ 140453 h 209245"/>
                <a:gd name="csX70" fmla="*/ 243164 w 268483"/>
                <a:gd name="csY70" fmla="*/ 140453 h 209245"/>
                <a:gd name="csX71" fmla="*/ 241253 w 268483"/>
                <a:gd name="csY71" fmla="*/ 140453 h 209245"/>
                <a:gd name="csX72" fmla="*/ 241253 w 268483"/>
                <a:gd name="csY72" fmla="*/ 140453 h 209245"/>
                <a:gd name="csX73" fmla="*/ 239820 w 268483"/>
                <a:gd name="csY73" fmla="*/ 139975 h 209245"/>
                <a:gd name="csX74" fmla="*/ 239820 w 268483"/>
                <a:gd name="csY74" fmla="*/ 139975 h 209245"/>
                <a:gd name="csX75" fmla="*/ 237909 w 268483"/>
                <a:gd name="csY75" fmla="*/ 141408 h 209245"/>
                <a:gd name="csX76" fmla="*/ 235998 w 268483"/>
                <a:gd name="csY76" fmla="*/ 142363 h 209245"/>
                <a:gd name="csX77" fmla="*/ 235998 w 268483"/>
                <a:gd name="csY77" fmla="*/ 142363 h 209245"/>
                <a:gd name="csX78" fmla="*/ 234087 w 268483"/>
                <a:gd name="csY78" fmla="*/ 144274 h 209245"/>
                <a:gd name="csX79" fmla="*/ 228833 w 268483"/>
                <a:gd name="csY79" fmla="*/ 145707 h 209245"/>
                <a:gd name="csX80" fmla="*/ 224055 w 268483"/>
                <a:gd name="csY80" fmla="*/ 147141 h 209245"/>
                <a:gd name="csX81" fmla="*/ 222622 w 268483"/>
                <a:gd name="csY81" fmla="*/ 147619 h 209245"/>
                <a:gd name="csX82" fmla="*/ 222622 w 268483"/>
                <a:gd name="csY82" fmla="*/ 147619 h 209245"/>
                <a:gd name="csX83" fmla="*/ 217367 w 268483"/>
                <a:gd name="csY83" fmla="*/ 146663 h 209245"/>
                <a:gd name="csX84" fmla="*/ 216411 w 268483"/>
                <a:gd name="csY84" fmla="*/ 147141 h 209245"/>
                <a:gd name="csX85" fmla="*/ 215934 w 268483"/>
                <a:gd name="csY85" fmla="*/ 147141 h 209245"/>
                <a:gd name="csX86" fmla="*/ 214501 w 268483"/>
                <a:gd name="csY86" fmla="*/ 148096 h 209245"/>
                <a:gd name="csX87" fmla="*/ 213545 w 268483"/>
                <a:gd name="csY87" fmla="*/ 148574 h 209245"/>
                <a:gd name="csX88" fmla="*/ 213545 w 268483"/>
                <a:gd name="csY88" fmla="*/ 148574 h 209245"/>
                <a:gd name="csX89" fmla="*/ 212590 w 268483"/>
                <a:gd name="csY89" fmla="*/ 148574 h 209245"/>
                <a:gd name="csX90" fmla="*/ 212112 w 268483"/>
                <a:gd name="csY90" fmla="*/ 148574 h 209245"/>
                <a:gd name="csX91" fmla="*/ 211156 w 268483"/>
                <a:gd name="csY91" fmla="*/ 149052 h 209245"/>
                <a:gd name="csX92" fmla="*/ 210679 w 268483"/>
                <a:gd name="csY92" fmla="*/ 150485 h 209245"/>
                <a:gd name="csX93" fmla="*/ 210201 w 268483"/>
                <a:gd name="csY93" fmla="*/ 155262 h 209245"/>
                <a:gd name="csX94" fmla="*/ 208290 w 268483"/>
                <a:gd name="csY94" fmla="*/ 156695 h 209245"/>
                <a:gd name="csX95" fmla="*/ 206379 w 268483"/>
                <a:gd name="csY95" fmla="*/ 156695 h 209245"/>
                <a:gd name="csX96" fmla="*/ 206379 w 268483"/>
                <a:gd name="csY96" fmla="*/ 156695 h 209245"/>
                <a:gd name="csX97" fmla="*/ 204468 w 268483"/>
                <a:gd name="csY97" fmla="*/ 155262 h 209245"/>
                <a:gd name="csX98" fmla="*/ 203035 w 268483"/>
                <a:gd name="csY98" fmla="*/ 153829 h 209245"/>
                <a:gd name="csX99" fmla="*/ 199691 w 268483"/>
                <a:gd name="csY99" fmla="*/ 150962 h 209245"/>
                <a:gd name="csX100" fmla="*/ 198735 w 268483"/>
                <a:gd name="csY100" fmla="*/ 150485 h 209245"/>
                <a:gd name="csX101" fmla="*/ 198258 w 268483"/>
                <a:gd name="csY101" fmla="*/ 150485 h 209245"/>
                <a:gd name="csX102" fmla="*/ 198258 w 268483"/>
                <a:gd name="csY102" fmla="*/ 150485 h 209245"/>
                <a:gd name="csX103" fmla="*/ 195391 w 268483"/>
                <a:gd name="csY103" fmla="*/ 151440 h 209245"/>
                <a:gd name="csX104" fmla="*/ 195391 w 268483"/>
                <a:gd name="csY104" fmla="*/ 151440 h 209245"/>
                <a:gd name="csX105" fmla="*/ 193958 w 268483"/>
                <a:gd name="csY105" fmla="*/ 150962 h 209245"/>
                <a:gd name="csX106" fmla="*/ 192525 w 268483"/>
                <a:gd name="csY106" fmla="*/ 150485 h 209245"/>
                <a:gd name="csX107" fmla="*/ 192525 w 268483"/>
                <a:gd name="csY107" fmla="*/ 150485 h 209245"/>
                <a:gd name="csX108" fmla="*/ 190614 w 268483"/>
                <a:gd name="csY108" fmla="*/ 150485 h 209245"/>
                <a:gd name="csX109" fmla="*/ 187270 w 268483"/>
                <a:gd name="csY109" fmla="*/ 150962 h 209245"/>
                <a:gd name="csX110" fmla="*/ 185359 w 268483"/>
                <a:gd name="csY110" fmla="*/ 150962 h 209245"/>
                <a:gd name="csX111" fmla="*/ 185359 w 268483"/>
                <a:gd name="csY111" fmla="*/ 150962 h 209245"/>
                <a:gd name="csX112" fmla="*/ 184403 w 268483"/>
                <a:gd name="csY112" fmla="*/ 150007 h 209245"/>
                <a:gd name="csX113" fmla="*/ 183448 w 268483"/>
                <a:gd name="csY113" fmla="*/ 148096 h 209245"/>
                <a:gd name="csX114" fmla="*/ 182493 w 268483"/>
                <a:gd name="csY114" fmla="*/ 147619 h 209245"/>
                <a:gd name="csX115" fmla="*/ 182015 w 268483"/>
                <a:gd name="csY115" fmla="*/ 147141 h 209245"/>
                <a:gd name="csX116" fmla="*/ 180582 w 268483"/>
                <a:gd name="csY116" fmla="*/ 147141 h 209245"/>
                <a:gd name="csX117" fmla="*/ 175327 w 268483"/>
                <a:gd name="csY117" fmla="*/ 147141 h 209245"/>
                <a:gd name="csX118" fmla="*/ 174371 w 268483"/>
                <a:gd name="csY118" fmla="*/ 147141 h 209245"/>
                <a:gd name="csX119" fmla="*/ 174371 w 268483"/>
                <a:gd name="csY119" fmla="*/ 147141 h 209245"/>
                <a:gd name="csX120" fmla="*/ 173416 w 268483"/>
                <a:gd name="csY120" fmla="*/ 146663 h 209245"/>
                <a:gd name="csX121" fmla="*/ 172460 w 268483"/>
                <a:gd name="csY121" fmla="*/ 145230 h 209245"/>
                <a:gd name="csX122" fmla="*/ 171505 w 268483"/>
                <a:gd name="csY122" fmla="*/ 144274 h 209245"/>
                <a:gd name="csX123" fmla="*/ 170549 w 268483"/>
                <a:gd name="csY123" fmla="*/ 144274 h 209245"/>
                <a:gd name="csX124" fmla="*/ 170072 w 268483"/>
                <a:gd name="csY124" fmla="*/ 144274 h 209245"/>
                <a:gd name="csX125" fmla="*/ 169594 w 268483"/>
                <a:gd name="csY125" fmla="*/ 145230 h 209245"/>
                <a:gd name="csX126" fmla="*/ 171983 w 268483"/>
                <a:gd name="csY126" fmla="*/ 147619 h 209245"/>
                <a:gd name="csX127" fmla="*/ 172460 w 268483"/>
                <a:gd name="csY127" fmla="*/ 149052 h 209245"/>
                <a:gd name="csX128" fmla="*/ 174371 w 268483"/>
                <a:gd name="csY128" fmla="*/ 151440 h 209245"/>
                <a:gd name="csX129" fmla="*/ 180582 w 268483"/>
                <a:gd name="csY129" fmla="*/ 155740 h 209245"/>
                <a:gd name="csX130" fmla="*/ 181537 w 268483"/>
                <a:gd name="csY130" fmla="*/ 156695 h 209245"/>
                <a:gd name="csX131" fmla="*/ 181537 w 268483"/>
                <a:gd name="csY131" fmla="*/ 158606 h 209245"/>
                <a:gd name="csX132" fmla="*/ 181060 w 268483"/>
                <a:gd name="csY132" fmla="*/ 161473 h 209245"/>
                <a:gd name="csX133" fmla="*/ 181537 w 268483"/>
                <a:gd name="csY133" fmla="*/ 163861 h 209245"/>
                <a:gd name="csX134" fmla="*/ 182970 w 268483"/>
                <a:gd name="csY134" fmla="*/ 167683 h 209245"/>
                <a:gd name="csX135" fmla="*/ 184881 w 268483"/>
                <a:gd name="csY135" fmla="*/ 171027 h 209245"/>
                <a:gd name="csX136" fmla="*/ 185359 w 268483"/>
                <a:gd name="csY136" fmla="*/ 173416 h 209245"/>
                <a:gd name="csX137" fmla="*/ 185359 w 268483"/>
                <a:gd name="csY137" fmla="*/ 175327 h 209245"/>
                <a:gd name="csX138" fmla="*/ 184881 w 268483"/>
                <a:gd name="csY138" fmla="*/ 176282 h 209245"/>
                <a:gd name="csX139" fmla="*/ 184881 w 268483"/>
                <a:gd name="csY139" fmla="*/ 176760 h 209245"/>
                <a:gd name="csX140" fmla="*/ 185359 w 268483"/>
                <a:gd name="csY140" fmla="*/ 176760 h 209245"/>
                <a:gd name="csX141" fmla="*/ 187270 w 268483"/>
                <a:gd name="csY141" fmla="*/ 177238 h 209245"/>
                <a:gd name="csX142" fmla="*/ 187270 w 268483"/>
                <a:gd name="csY142" fmla="*/ 177238 h 209245"/>
                <a:gd name="csX143" fmla="*/ 191569 w 268483"/>
                <a:gd name="csY143" fmla="*/ 177715 h 209245"/>
                <a:gd name="csX144" fmla="*/ 193958 w 268483"/>
                <a:gd name="csY144" fmla="*/ 177715 h 209245"/>
                <a:gd name="csX145" fmla="*/ 197780 w 268483"/>
                <a:gd name="csY145" fmla="*/ 178193 h 209245"/>
                <a:gd name="csX146" fmla="*/ 198258 w 268483"/>
                <a:gd name="csY146" fmla="*/ 179626 h 209245"/>
                <a:gd name="csX147" fmla="*/ 197780 w 268483"/>
                <a:gd name="csY147" fmla="*/ 181537 h 209245"/>
                <a:gd name="csX148" fmla="*/ 196825 w 268483"/>
                <a:gd name="csY148" fmla="*/ 182970 h 209245"/>
                <a:gd name="csX149" fmla="*/ 196347 w 268483"/>
                <a:gd name="csY149" fmla="*/ 182970 h 209245"/>
                <a:gd name="csX150" fmla="*/ 194436 w 268483"/>
                <a:gd name="csY150" fmla="*/ 183448 h 209245"/>
                <a:gd name="csX151" fmla="*/ 194436 w 268483"/>
                <a:gd name="csY151" fmla="*/ 183448 h 209245"/>
                <a:gd name="csX152" fmla="*/ 192047 w 268483"/>
                <a:gd name="csY152" fmla="*/ 184881 h 209245"/>
                <a:gd name="csX153" fmla="*/ 188703 w 268483"/>
                <a:gd name="csY153" fmla="*/ 185837 h 209245"/>
                <a:gd name="csX154" fmla="*/ 187270 w 268483"/>
                <a:gd name="csY154" fmla="*/ 186314 h 209245"/>
                <a:gd name="csX155" fmla="*/ 187270 w 268483"/>
                <a:gd name="csY155" fmla="*/ 186314 h 209245"/>
                <a:gd name="csX156" fmla="*/ 186314 w 268483"/>
                <a:gd name="csY156" fmla="*/ 186314 h 209245"/>
                <a:gd name="csX157" fmla="*/ 186314 w 268483"/>
                <a:gd name="csY157" fmla="*/ 186314 h 209245"/>
                <a:gd name="csX158" fmla="*/ 185837 w 268483"/>
                <a:gd name="csY158" fmla="*/ 186792 h 209245"/>
                <a:gd name="csX159" fmla="*/ 184881 w 268483"/>
                <a:gd name="csY159" fmla="*/ 187270 h 209245"/>
                <a:gd name="csX160" fmla="*/ 184403 w 268483"/>
                <a:gd name="csY160" fmla="*/ 189659 h 209245"/>
                <a:gd name="csX161" fmla="*/ 183448 w 268483"/>
                <a:gd name="csY161" fmla="*/ 192525 h 209245"/>
                <a:gd name="csX162" fmla="*/ 181537 w 268483"/>
                <a:gd name="csY162" fmla="*/ 193958 h 209245"/>
                <a:gd name="csX163" fmla="*/ 179626 w 268483"/>
                <a:gd name="csY163" fmla="*/ 195391 h 209245"/>
                <a:gd name="csX164" fmla="*/ 179626 w 268483"/>
                <a:gd name="csY164" fmla="*/ 195391 h 209245"/>
                <a:gd name="csX165" fmla="*/ 178193 w 268483"/>
                <a:gd name="csY165" fmla="*/ 195391 h 209245"/>
                <a:gd name="csX166" fmla="*/ 177715 w 268483"/>
                <a:gd name="csY166" fmla="*/ 195391 h 209245"/>
                <a:gd name="csX167" fmla="*/ 176282 w 268483"/>
                <a:gd name="csY167" fmla="*/ 195391 h 209245"/>
                <a:gd name="csX168" fmla="*/ 176282 w 268483"/>
                <a:gd name="csY168" fmla="*/ 195391 h 209245"/>
                <a:gd name="csX169" fmla="*/ 175327 w 268483"/>
                <a:gd name="csY169" fmla="*/ 195869 h 209245"/>
                <a:gd name="csX170" fmla="*/ 174371 w 268483"/>
                <a:gd name="csY170" fmla="*/ 196825 h 209245"/>
                <a:gd name="csX171" fmla="*/ 172460 w 268483"/>
                <a:gd name="csY171" fmla="*/ 198258 h 209245"/>
                <a:gd name="csX172" fmla="*/ 171505 w 268483"/>
                <a:gd name="csY172" fmla="*/ 199213 h 209245"/>
                <a:gd name="csX173" fmla="*/ 171505 w 268483"/>
                <a:gd name="csY173" fmla="*/ 199213 h 209245"/>
                <a:gd name="csX174" fmla="*/ 169594 w 268483"/>
                <a:gd name="csY174" fmla="*/ 199213 h 209245"/>
                <a:gd name="csX175" fmla="*/ 169594 w 268483"/>
                <a:gd name="csY175" fmla="*/ 199213 h 209245"/>
                <a:gd name="csX176" fmla="*/ 169594 w 268483"/>
                <a:gd name="csY176" fmla="*/ 199213 h 209245"/>
                <a:gd name="csX177" fmla="*/ 167683 w 268483"/>
                <a:gd name="csY177" fmla="*/ 199691 h 209245"/>
                <a:gd name="csX178" fmla="*/ 165294 w 268483"/>
                <a:gd name="csY178" fmla="*/ 200646 h 209245"/>
                <a:gd name="csX179" fmla="*/ 163861 w 268483"/>
                <a:gd name="csY179" fmla="*/ 201602 h 209245"/>
                <a:gd name="csX180" fmla="*/ 162428 w 268483"/>
                <a:gd name="csY180" fmla="*/ 203513 h 209245"/>
                <a:gd name="csX181" fmla="*/ 160517 w 268483"/>
                <a:gd name="csY181" fmla="*/ 204946 h 209245"/>
                <a:gd name="csX182" fmla="*/ 158606 w 268483"/>
                <a:gd name="csY182" fmla="*/ 205901 h 209245"/>
                <a:gd name="csX183" fmla="*/ 158128 w 268483"/>
                <a:gd name="csY183" fmla="*/ 207335 h 209245"/>
                <a:gd name="csX184" fmla="*/ 156695 w 268483"/>
                <a:gd name="csY184" fmla="*/ 209245 h 209245"/>
                <a:gd name="csX185" fmla="*/ 155262 w 268483"/>
                <a:gd name="csY185" fmla="*/ 209245 h 209245"/>
                <a:gd name="csX186" fmla="*/ 154784 w 268483"/>
                <a:gd name="csY186" fmla="*/ 209245 h 209245"/>
                <a:gd name="csX187" fmla="*/ 154784 w 268483"/>
                <a:gd name="csY187" fmla="*/ 208290 h 209245"/>
                <a:gd name="csX188" fmla="*/ 155740 w 268483"/>
                <a:gd name="csY188" fmla="*/ 206379 h 209245"/>
                <a:gd name="csX189" fmla="*/ 154784 w 268483"/>
                <a:gd name="csY189" fmla="*/ 204946 h 209245"/>
                <a:gd name="csX190" fmla="*/ 153351 w 268483"/>
                <a:gd name="csY190" fmla="*/ 203991 h 209245"/>
                <a:gd name="csX191" fmla="*/ 152396 w 268483"/>
                <a:gd name="csY191" fmla="*/ 203991 h 209245"/>
                <a:gd name="csX192" fmla="*/ 152396 w 268483"/>
                <a:gd name="csY192" fmla="*/ 203991 h 209245"/>
                <a:gd name="csX193" fmla="*/ 151918 w 268483"/>
                <a:gd name="csY193" fmla="*/ 203991 h 209245"/>
                <a:gd name="csX194" fmla="*/ 151918 w 268483"/>
                <a:gd name="csY194" fmla="*/ 203991 h 209245"/>
                <a:gd name="csX195" fmla="*/ 150007 w 268483"/>
                <a:gd name="csY195" fmla="*/ 204946 h 209245"/>
                <a:gd name="csX196" fmla="*/ 147619 w 268483"/>
                <a:gd name="csY196" fmla="*/ 206379 h 209245"/>
                <a:gd name="csX197" fmla="*/ 146185 w 268483"/>
                <a:gd name="csY197" fmla="*/ 207335 h 209245"/>
                <a:gd name="csX198" fmla="*/ 144752 w 268483"/>
                <a:gd name="csY198" fmla="*/ 207812 h 209245"/>
                <a:gd name="csX199" fmla="*/ 142363 w 268483"/>
                <a:gd name="csY199" fmla="*/ 207812 h 209245"/>
                <a:gd name="csX200" fmla="*/ 141886 w 268483"/>
                <a:gd name="csY200" fmla="*/ 207812 h 209245"/>
                <a:gd name="csX201" fmla="*/ 139975 w 268483"/>
                <a:gd name="csY201" fmla="*/ 208290 h 209245"/>
                <a:gd name="csX202" fmla="*/ 139019 w 268483"/>
                <a:gd name="csY202" fmla="*/ 207812 h 209245"/>
                <a:gd name="csX203" fmla="*/ 137586 w 268483"/>
                <a:gd name="csY203" fmla="*/ 206857 h 209245"/>
                <a:gd name="csX204" fmla="*/ 133764 w 268483"/>
                <a:gd name="csY204" fmla="*/ 203991 h 209245"/>
                <a:gd name="csX205" fmla="*/ 128987 w 268483"/>
                <a:gd name="csY205" fmla="*/ 199691 h 209245"/>
                <a:gd name="csX206" fmla="*/ 128987 w 268483"/>
                <a:gd name="csY206" fmla="*/ 199691 h 209245"/>
                <a:gd name="csX207" fmla="*/ 128509 w 268483"/>
                <a:gd name="csY207" fmla="*/ 199691 h 209245"/>
                <a:gd name="csX208" fmla="*/ 128509 w 268483"/>
                <a:gd name="csY208" fmla="*/ 198258 h 209245"/>
                <a:gd name="csX209" fmla="*/ 128509 w 268483"/>
                <a:gd name="csY209" fmla="*/ 197302 h 209245"/>
                <a:gd name="csX210" fmla="*/ 127554 w 268483"/>
                <a:gd name="csY210" fmla="*/ 195391 h 209245"/>
                <a:gd name="csX211" fmla="*/ 127076 w 268483"/>
                <a:gd name="csY211" fmla="*/ 193480 h 209245"/>
                <a:gd name="csX212" fmla="*/ 126598 w 268483"/>
                <a:gd name="csY212" fmla="*/ 193003 h 209245"/>
                <a:gd name="csX213" fmla="*/ 126598 w 268483"/>
                <a:gd name="csY213" fmla="*/ 191569 h 209245"/>
                <a:gd name="csX214" fmla="*/ 125165 w 268483"/>
                <a:gd name="csY214" fmla="*/ 188703 h 209245"/>
                <a:gd name="csX215" fmla="*/ 124687 w 268483"/>
                <a:gd name="csY215" fmla="*/ 186792 h 209245"/>
                <a:gd name="csX216" fmla="*/ 123732 w 268483"/>
                <a:gd name="csY216" fmla="*/ 185837 h 209245"/>
                <a:gd name="csX217" fmla="*/ 124210 w 268483"/>
                <a:gd name="csY217" fmla="*/ 184881 h 209245"/>
                <a:gd name="csX218" fmla="*/ 123732 w 268483"/>
                <a:gd name="csY218" fmla="*/ 183926 h 209245"/>
                <a:gd name="csX219" fmla="*/ 122777 w 268483"/>
                <a:gd name="csY219" fmla="*/ 182970 h 209245"/>
                <a:gd name="csX220" fmla="*/ 121821 w 268483"/>
                <a:gd name="csY220" fmla="*/ 180582 h 209245"/>
                <a:gd name="csX221" fmla="*/ 122299 w 268483"/>
                <a:gd name="csY221" fmla="*/ 179626 h 209245"/>
                <a:gd name="csX222" fmla="*/ 122299 w 268483"/>
                <a:gd name="csY222" fmla="*/ 178671 h 209245"/>
                <a:gd name="csX223" fmla="*/ 121343 w 268483"/>
                <a:gd name="csY223" fmla="*/ 177715 h 209245"/>
                <a:gd name="csX224" fmla="*/ 121343 w 268483"/>
                <a:gd name="csY224" fmla="*/ 177715 h 209245"/>
                <a:gd name="csX225" fmla="*/ 119910 w 268483"/>
                <a:gd name="csY225" fmla="*/ 177238 h 209245"/>
                <a:gd name="csX226" fmla="*/ 118477 w 268483"/>
                <a:gd name="csY226" fmla="*/ 175327 h 209245"/>
                <a:gd name="csX227" fmla="*/ 116566 w 268483"/>
                <a:gd name="csY227" fmla="*/ 173894 h 209245"/>
                <a:gd name="csX228" fmla="*/ 115611 w 268483"/>
                <a:gd name="csY228" fmla="*/ 173416 h 209245"/>
                <a:gd name="csX229" fmla="*/ 115133 w 268483"/>
                <a:gd name="csY229" fmla="*/ 173416 h 209245"/>
                <a:gd name="csX230" fmla="*/ 115133 w 268483"/>
                <a:gd name="csY230" fmla="*/ 172938 h 209245"/>
                <a:gd name="csX231" fmla="*/ 114655 w 268483"/>
                <a:gd name="csY231" fmla="*/ 171505 h 209245"/>
                <a:gd name="csX232" fmla="*/ 114177 w 268483"/>
                <a:gd name="csY232" fmla="*/ 171505 h 209245"/>
                <a:gd name="csX233" fmla="*/ 113222 w 268483"/>
                <a:gd name="csY233" fmla="*/ 171027 h 209245"/>
                <a:gd name="csX234" fmla="*/ 111311 w 268483"/>
                <a:gd name="csY234" fmla="*/ 170549 h 209245"/>
                <a:gd name="csX235" fmla="*/ 110833 w 268483"/>
                <a:gd name="csY235" fmla="*/ 170549 h 209245"/>
                <a:gd name="csX236" fmla="*/ 109400 w 268483"/>
                <a:gd name="csY236" fmla="*/ 171027 h 209245"/>
                <a:gd name="csX237" fmla="*/ 109400 w 268483"/>
                <a:gd name="csY237" fmla="*/ 171505 h 209245"/>
                <a:gd name="csX238" fmla="*/ 108922 w 268483"/>
                <a:gd name="csY238" fmla="*/ 170072 h 209245"/>
                <a:gd name="csX239" fmla="*/ 109878 w 268483"/>
                <a:gd name="csY239" fmla="*/ 169594 h 209245"/>
                <a:gd name="csX240" fmla="*/ 116088 w 268483"/>
                <a:gd name="csY240" fmla="*/ 164339 h 209245"/>
                <a:gd name="csX241" fmla="*/ 119432 w 268483"/>
                <a:gd name="csY241" fmla="*/ 161473 h 209245"/>
                <a:gd name="csX242" fmla="*/ 119432 w 268483"/>
                <a:gd name="csY242" fmla="*/ 161473 h 209245"/>
                <a:gd name="csX243" fmla="*/ 119910 w 268483"/>
                <a:gd name="csY243" fmla="*/ 160517 h 209245"/>
                <a:gd name="csX244" fmla="*/ 119910 w 268483"/>
                <a:gd name="csY244" fmla="*/ 160039 h 209245"/>
                <a:gd name="csX245" fmla="*/ 119432 w 268483"/>
                <a:gd name="csY245" fmla="*/ 159084 h 209245"/>
                <a:gd name="csX246" fmla="*/ 119432 w 268483"/>
                <a:gd name="csY246" fmla="*/ 159084 h 209245"/>
                <a:gd name="csX247" fmla="*/ 116566 w 268483"/>
                <a:gd name="csY247" fmla="*/ 154784 h 209245"/>
                <a:gd name="csX248" fmla="*/ 115133 w 268483"/>
                <a:gd name="csY248" fmla="*/ 154307 h 209245"/>
                <a:gd name="csX249" fmla="*/ 114177 w 268483"/>
                <a:gd name="csY249" fmla="*/ 153829 h 209245"/>
                <a:gd name="csX250" fmla="*/ 113222 w 268483"/>
                <a:gd name="csY250" fmla="*/ 151918 h 209245"/>
                <a:gd name="csX251" fmla="*/ 111789 w 268483"/>
                <a:gd name="csY251" fmla="*/ 148096 h 209245"/>
                <a:gd name="csX252" fmla="*/ 110833 w 268483"/>
                <a:gd name="csY252" fmla="*/ 145707 h 209245"/>
                <a:gd name="csX253" fmla="*/ 110355 w 268483"/>
                <a:gd name="csY253" fmla="*/ 144274 h 209245"/>
                <a:gd name="csX254" fmla="*/ 110355 w 268483"/>
                <a:gd name="csY254" fmla="*/ 142363 h 209245"/>
                <a:gd name="csX255" fmla="*/ 109878 w 268483"/>
                <a:gd name="csY255" fmla="*/ 141408 h 209245"/>
                <a:gd name="csX256" fmla="*/ 109400 w 268483"/>
                <a:gd name="csY256" fmla="*/ 140453 h 209245"/>
                <a:gd name="csX257" fmla="*/ 109400 w 268483"/>
                <a:gd name="csY257" fmla="*/ 137586 h 209245"/>
                <a:gd name="csX258" fmla="*/ 109878 w 268483"/>
                <a:gd name="csY258" fmla="*/ 132809 h 209245"/>
                <a:gd name="csX259" fmla="*/ 110355 w 268483"/>
                <a:gd name="csY259" fmla="*/ 128987 h 209245"/>
                <a:gd name="csX260" fmla="*/ 109878 w 268483"/>
                <a:gd name="csY260" fmla="*/ 126598 h 209245"/>
                <a:gd name="csX261" fmla="*/ 110833 w 268483"/>
                <a:gd name="csY261" fmla="*/ 124687 h 209245"/>
                <a:gd name="csX262" fmla="*/ 112266 w 268483"/>
                <a:gd name="csY262" fmla="*/ 123254 h 209245"/>
                <a:gd name="csX263" fmla="*/ 113700 w 268483"/>
                <a:gd name="csY263" fmla="*/ 121343 h 209245"/>
                <a:gd name="csX264" fmla="*/ 113700 w 268483"/>
                <a:gd name="csY264" fmla="*/ 118477 h 209245"/>
                <a:gd name="csX265" fmla="*/ 114655 w 268483"/>
                <a:gd name="csY265" fmla="*/ 116088 h 209245"/>
                <a:gd name="csX266" fmla="*/ 117044 w 268483"/>
                <a:gd name="csY266" fmla="*/ 114177 h 209245"/>
                <a:gd name="csX267" fmla="*/ 117521 w 268483"/>
                <a:gd name="csY267" fmla="*/ 112744 h 209245"/>
                <a:gd name="csX268" fmla="*/ 117044 w 268483"/>
                <a:gd name="csY268" fmla="*/ 110833 h 209245"/>
                <a:gd name="csX269" fmla="*/ 116566 w 268483"/>
                <a:gd name="csY269" fmla="*/ 109878 h 209245"/>
                <a:gd name="csX270" fmla="*/ 115133 w 268483"/>
                <a:gd name="csY270" fmla="*/ 108922 h 209245"/>
                <a:gd name="csX271" fmla="*/ 115133 w 268483"/>
                <a:gd name="csY271" fmla="*/ 108922 h 209245"/>
                <a:gd name="csX272" fmla="*/ 112744 w 268483"/>
                <a:gd name="csY272" fmla="*/ 107967 h 209245"/>
                <a:gd name="csX273" fmla="*/ 111789 w 268483"/>
                <a:gd name="csY273" fmla="*/ 107967 h 209245"/>
                <a:gd name="csX274" fmla="*/ 109400 w 268483"/>
                <a:gd name="csY274" fmla="*/ 107967 h 209245"/>
                <a:gd name="csX275" fmla="*/ 109400 w 268483"/>
                <a:gd name="csY275" fmla="*/ 107967 h 209245"/>
                <a:gd name="csX276" fmla="*/ 107489 w 268483"/>
                <a:gd name="csY276" fmla="*/ 108922 h 209245"/>
                <a:gd name="csX277" fmla="*/ 103667 w 268483"/>
                <a:gd name="csY277" fmla="*/ 109400 h 209245"/>
                <a:gd name="csX278" fmla="*/ 103667 w 268483"/>
                <a:gd name="csY278" fmla="*/ 109400 h 209245"/>
                <a:gd name="csX279" fmla="*/ 96979 w 268483"/>
                <a:gd name="csY279" fmla="*/ 110355 h 209245"/>
                <a:gd name="csX280" fmla="*/ 91724 w 268483"/>
                <a:gd name="csY280" fmla="*/ 110355 h 209245"/>
                <a:gd name="csX281" fmla="*/ 89335 w 268483"/>
                <a:gd name="csY281" fmla="*/ 109878 h 209245"/>
                <a:gd name="csX282" fmla="*/ 87902 w 268483"/>
                <a:gd name="csY282" fmla="*/ 109400 h 209245"/>
                <a:gd name="csX283" fmla="*/ 85036 w 268483"/>
                <a:gd name="csY283" fmla="*/ 109878 h 209245"/>
                <a:gd name="csX284" fmla="*/ 82647 w 268483"/>
                <a:gd name="csY284" fmla="*/ 111311 h 209245"/>
                <a:gd name="csX285" fmla="*/ 81214 w 268483"/>
                <a:gd name="csY285" fmla="*/ 111311 h 209245"/>
                <a:gd name="csX286" fmla="*/ 81214 w 268483"/>
                <a:gd name="csY286" fmla="*/ 111311 h 209245"/>
                <a:gd name="csX287" fmla="*/ 80736 w 268483"/>
                <a:gd name="csY287" fmla="*/ 110833 h 209245"/>
                <a:gd name="csX288" fmla="*/ 80258 w 268483"/>
                <a:gd name="csY288" fmla="*/ 110833 h 209245"/>
                <a:gd name="csX289" fmla="*/ 80258 w 268483"/>
                <a:gd name="csY289" fmla="*/ 110833 h 209245"/>
                <a:gd name="csX290" fmla="*/ 79303 w 268483"/>
                <a:gd name="csY290" fmla="*/ 110355 h 209245"/>
                <a:gd name="csX291" fmla="*/ 78348 w 268483"/>
                <a:gd name="csY291" fmla="*/ 110833 h 209245"/>
                <a:gd name="csX292" fmla="*/ 78348 w 268483"/>
                <a:gd name="csY292" fmla="*/ 110833 h 209245"/>
                <a:gd name="csX293" fmla="*/ 77870 w 268483"/>
                <a:gd name="csY293" fmla="*/ 110833 h 209245"/>
                <a:gd name="csX294" fmla="*/ 77870 w 268483"/>
                <a:gd name="csY294" fmla="*/ 110833 h 209245"/>
                <a:gd name="csX295" fmla="*/ 75004 w 268483"/>
                <a:gd name="csY295" fmla="*/ 107489 h 209245"/>
                <a:gd name="csX296" fmla="*/ 72137 w 268483"/>
                <a:gd name="csY296" fmla="*/ 104145 h 209245"/>
                <a:gd name="csX297" fmla="*/ 68793 w 268483"/>
                <a:gd name="csY297" fmla="*/ 100323 h 209245"/>
                <a:gd name="csX298" fmla="*/ 64971 w 268483"/>
                <a:gd name="csY298" fmla="*/ 96024 h 209245"/>
                <a:gd name="csX299" fmla="*/ 64016 w 268483"/>
                <a:gd name="csY299" fmla="*/ 96024 h 209245"/>
                <a:gd name="csX300" fmla="*/ 63060 w 268483"/>
                <a:gd name="csY300" fmla="*/ 96024 h 209245"/>
                <a:gd name="csX301" fmla="*/ 61627 w 268483"/>
                <a:gd name="csY301" fmla="*/ 96024 h 209245"/>
                <a:gd name="csX302" fmla="*/ 59239 w 268483"/>
                <a:gd name="csY302" fmla="*/ 95546 h 209245"/>
                <a:gd name="csX303" fmla="*/ 57328 w 268483"/>
                <a:gd name="csY303" fmla="*/ 95068 h 209245"/>
                <a:gd name="csX304" fmla="*/ 56372 w 268483"/>
                <a:gd name="csY304" fmla="*/ 94113 h 209245"/>
                <a:gd name="csX305" fmla="*/ 56372 w 268483"/>
                <a:gd name="csY305" fmla="*/ 94113 h 209245"/>
                <a:gd name="csX306" fmla="*/ 54939 w 268483"/>
                <a:gd name="csY306" fmla="*/ 94113 h 209245"/>
                <a:gd name="csX307" fmla="*/ 53983 w 268483"/>
                <a:gd name="csY307" fmla="*/ 93635 h 209245"/>
                <a:gd name="csX308" fmla="*/ 53506 w 268483"/>
                <a:gd name="csY308" fmla="*/ 93635 h 209245"/>
                <a:gd name="csX309" fmla="*/ 52073 w 268483"/>
                <a:gd name="csY309" fmla="*/ 93157 h 209245"/>
                <a:gd name="csX310" fmla="*/ 50639 w 268483"/>
                <a:gd name="csY310" fmla="*/ 93635 h 209245"/>
                <a:gd name="csX311" fmla="*/ 46817 w 268483"/>
                <a:gd name="csY311" fmla="*/ 95068 h 209245"/>
                <a:gd name="csX312" fmla="*/ 44429 w 268483"/>
                <a:gd name="csY312" fmla="*/ 95068 h 209245"/>
                <a:gd name="csX313" fmla="*/ 44429 w 268483"/>
                <a:gd name="csY313" fmla="*/ 95068 h 209245"/>
                <a:gd name="csX314" fmla="*/ 42518 w 268483"/>
                <a:gd name="csY314" fmla="*/ 95068 h 209245"/>
                <a:gd name="csX315" fmla="*/ 39651 w 268483"/>
                <a:gd name="csY315" fmla="*/ 94590 h 209245"/>
                <a:gd name="csX316" fmla="*/ 37741 w 268483"/>
                <a:gd name="csY316" fmla="*/ 94590 h 209245"/>
                <a:gd name="csX317" fmla="*/ 34397 w 268483"/>
                <a:gd name="csY317" fmla="*/ 94590 h 209245"/>
                <a:gd name="csX318" fmla="*/ 31052 w 268483"/>
                <a:gd name="csY318" fmla="*/ 95068 h 209245"/>
                <a:gd name="csX319" fmla="*/ 29141 w 268483"/>
                <a:gd name="csY319" fmla="*/ 95068 h 209245"/>
                <a:gd name="csX320" fmla="*/ 26753 w 268483"/>
                <a:gd name="csY320" fmla="*/ 94590 h 209245"/>
                <a:gd name="csX321" fmla="*/ 25320 w 268483"/>
                <a:gd name="csY321" fmla="*/ 93157 h 209245"/>
                <a:gd name="csX322" fmla="*/ 23886 w 268483"/>
                <a:gd name="csY322" fmla="*/ 90291 h 209245"/>
                <a:gd name="csX323" fmla="*/ 23886 w 268483"/>
                <a:gd name="csY323" fmla="*/ 90291 h 209245"/>
                <a:gd name="csX324" fmla="*/ 22931 w 268483"/>
                <a:gd name="csY324" fmla="*/ 88380 h 209245"/>
                <a:gd name="csX325" fmla="*/ 22931 w 268483"/>
                <a:gd name="csY325" fmla="*/ 88380 h 209245"/>
                <a:gd name="csX326" fmla="*/ 21498 w 268483"/>
                <a:gd name="csY326" fmla="*/ 87902 h 209245"/>
                <a:gd name="csX327" fmla="*/ 21020 w 268483"/>
                <a:gd name="csY327" fmla="*/ 87902 h 209245"/>
                <a:gd name="csX328" fmla="*/ 19587 w 268483"/>
                <a:gd name="csY328" fmla="*/ 87424 h 209245"/>
                <a:gd name="csX329" fmla="*/ 19109 w 268483"/>
                <a:gd name="csY329" fmla="*/ 87424 h 209245"/>
                <a:gd name="csX330" fmla="*/ 18154 w 268483"/>
                <a:gd name="csY330" fmla="*/ 86469 h 209245"/>
                <a:gd name="csX331" fmla="*/ 18154 w 268483"/>
                <a:gd name="csY331" fmla="*/ 86469 h 209245"/>
                <a:gd name="csX332" fmla="*/ 17676 w 268483"/>
                <a:gd name="csY332" fmla="*/ 85514 h 209245"/>
                <a:gd name="csX333" fmla="*/ 17676 w 268483"/>
                <a:gd name="csY333" fmla="*/ 85514 h 209245"/>
                <a:gd name="csX334" fmla="*/ 17676 w 268483"/>
                <a:gd name="csY334" fmla="*/ 83603 h 209245"/>
                <a:gd name="csX335" fmla="*/ 17676 w 268483"/>
                <a:gd name="csY335" fmla="*/ 81214 h 209245"/>
                <a:gd name="csX336" fmla="*/ 18154 w 268483"/>
                <a:gd name="csY336" fmla="*/ 80258 h 209245"/>
                <a:gd name="csX337" fmla="*/ 18154 w 268483"/>
                <a:gd name="csY337" fmla="*/ 77392 h 209245"/>
                <a:gd name="csX338" fmla="*/ 19109 w 268483"/>
                <a:gd name="csY338" fmla="*/ 75959 h 209245"/>
                <a:gd name="csX339" fmla="*/ 20065 w 268483"/>
                <a:gd name="csY339" fmla="*/ 75004 h 209245"/>
                <a:gd name="csX340" fmla="*/ 20065 w 268483"/>
                <a:gd name="csY340" fmla="*/ 74048 h 209245"/>
                <a:gd name="csX341" fmla="*/ 19109 w 268483"/>
                <a:gd name="csY341" fmla="*/ 71659 h 209245"/>
                <a:gd name="csX342" fmla="*/ 18632 w 268483"/>
                <a:gd name="csY342" fmla="*/ 69748 h 209245"/>
                <a:gd name="csX343" fmla="*/ 16721 w 268483"/>
                <a:gd name="csY343" fmla="*/ 67838 h 209245"/>
                <a:gd name="csX344" fmla="*/ 13854 w 268483"/>
                <a:gd name="csY344" fmla="*/ 65449 h 209245"/>
                <a:gd name="csX345" fmla="*/ 13854 w 268483"/>
                <a:gd name="csY345" fmla="*/ 65449 h 209245"/>
                <a:gd name="csX346" fmla="*/ 12899 w 268483"/>
                <a:gd name="csY346" fmla="*/ 61149 h 209245"/>
                <a:gd name="csX347" fmla="*/ 11466 w 268483"/>
                <a:gd name="csY347" fmla="*/ 56372 h 209245"/>
                <a:gd name="csX348" fmla="*/ 10510 w 268483"/>
                <a:gd name="csY348" fmla="*/ 55894 h 209245"/>
                <a:gd name="csX349" fmla="*/ 10510 w 268483"/>
                <a:gd name="csY349" fmla="*/ 55894 h 209245"/>
                <a:gd name="csX350" fmla="*/ 10032 w 268483"/>
                <a:gd name="csY350" fmla="*/ 55894 h 209245"/>
                <a:gd name="csX351" fmla="*/ 9077 w 268483"/>
                <a:gd name="csY351" fmla="*/ 56372 h 209245"/>
                <a:gd name="csX352" fmla="*/ 9077 w 268483"/>
                <a:gd name="csY352" fmla="*/ 56372 h 209245"/>
                <a:gd name="csX353" fmla="*/ 8121 w 268483"/>
                <a:gd name="csY353" fmla="*/ 55894 h 209245"/>
                <a:gd name="csX354" fmla="*/ 8121 w 268483"/>
                <a:gd name="csY354" fmla="*/ 55894 h 209245"/>
                <a:gd name="csX355" fmla="*/ 7166 w 268483"/>
                <a:gd name="csY355" fmla="*/ 53983 h 209245"/>
                <a:gd name="csX356" fmla="*/ 6210 w 268483"/>
                <a:gd name="csY356" fmla="*/ 53506 h 209245"/>
                <a:gd name="csX357" fmla="*/ 4777 w 268483"/>
                <a:gd name="csY357" fmla="*/ 54461 h 209245"/>
                <a:gd name="csX358" fmla="*/ 3344 w 268483"/>
                <a:gd name="csY358" fmla="*/ 54939 h 209245"/>
                <a:gd name="csX359" fmla="*/ 478 w 268483"/>
                <a:gd name="csY359" fmla="*/ 55417 h 209245"/>
                <a:gd name="csX360" fmla="*/ 478 w 268483"/>
                <a:gd name="csY360" fmla="*/ 55417 h 209245"/>
                <a:gd name="csX361" fmla="*/ 0 w 268483"/>
                <a:gd name="csY361" fmla="*/ 54939 h 209245"/>
                <a:gd name="csX362" fmla="*/ 0 w 268483"/>
                <a:gd name="csY362" fmla="*/ 54461 h 209245"/>
                <a:gd name="csX363" fmla="*/ 1433 w 268483"/>
                <a:gd name="csY363" fmla="*/ 52550 h 209245"/>
                <a:gd name="csX364" fmla="*/ 2866 w 268483"/>
                <a:gd name="csY364" fmla="*/ 50162 h 209245"/>
                <a:gd name="csX365" fmla="*/ 4300 w 268483"/>
                <a:gd name="csY365" fmla="*/ 48251 h 209245"/>
                <a:gd name="csX366" fmla="*/ 5733 w 268483"/>
                <a:gd name="csY366" fmla="*/ 46340 h 209245"/>
                <a:gd name="csX367" fmla="*/ 7166 w 268483"/>
                <a:gd name="csY367" fmla="*/ 43951 h 209245"/>
                <a:gd name="csX368" fmla="*/ 7644 w 268483"/>
                <a:gd name="csY368" fmla="*/ 39651 h 209245"/>
                <a:gd name="csX369" fmla="*/ 8599 w 268483"/>
                <a:gd name="csY369" fmla="*/ 36785 h 209245"/>
                <a:gd name="csX370" fmla="*/ 10032 w 268483"/>
                <a:gd name="csY370" fmla="*/ 31052 h 209245"/>
                <a:gd name="csX371" fmla="*/ 12421 w 268483"/>
                <a:gd name="csY371" fmla="*/ 26753 h 209245"/>
                <a:gd name="csX372" fmla="*/ 13376 w 268483"/>
                <a:gd name="csY372" fmla="*/ 24842 h 209245"/>
                <a:gd name="csX373" fmla="*/ 15765 w 268483"/>
                <a:gd name="csY373" fmla="*/ 21975 h 209245"/>
                <a:gd name="csX374" fmla="*/ 16721 w 268483"/>
                <a:gd name="csY374" fmla="*/ 20542 h 209245"/>
                <a:gd name="csX375" fmla="*/ 18154 w 268483"/>
                <a:gd name="csY375" fmla="*/ 19587 h 209245"/>
                <a:gd name="csX376" fmla="*/ 21975 w 268483"/>
                <a:gd name="csY376" fmla="*/ 18154 h 209245"/>
                <a:gd name="csX377" fmla="*/ 26753 w 268483"/>
                <a:gd name="csY377" fmla="*/ 10510 h 209245"/>
                <a:gd name="csX378" fmla="*/ 27708 w 268483"/>
                <a:gd name="csY378" fmla="*/ 9555 h 209245"/>
                <a:gd name="csX379" fmla="*/ 32486 w 268483"/>
                <a:gd name="csY379" fmla="*/ 8121 h 209245"/>
                <a:gd name="csX380" fmla="*/ 36307 w 268483"/>
                <a:gd name="csY380" fmla="*/ 7644 h 209245"/>
                <a:gd name="csX381" fmla="*/ 38218 w 268483"/>
                <a:gd name="csY381" fmla="*/ 6688 h 209245"/>
                <a:gd name="csX382" fmla="*/ 39174 w 268483"/>
                <a:gd name="csY382" fmla="*/ 6688 h 209245"/>
                <a:gd name="csX383" fmla="*/ 39651 w 268483"/>
                <a:gd name="csY383" fmla="*/ 6210 h 209245"/>
                <a:gd name="csX384" fmla="*/ 40607 w 268483"/>
                <a:gd name="csY384" fmla="*/ 5733 h 209245"/>
                <a:gd name="csX385" fmla="*/ 40607 w 268483"/>
                <a:gd name="csY385" fmla="*/ 6210 h 209245"/>
                <a:gd name="csX386" fmla="*/ 40129 w 268483"/>
                <a:gd name="csY386" fmla="*/ 6688 h 209245"/>
                <a:gd name="csX387" fmla="*/ 38696 w 268483"/>
                <a:gd name="csY387" fmla="*/ 7644 h 209245"/>
                <a:gd name="csX388" fmla="*/ 37263 w 268483"/>
                <a:gd name="csY388" fmla="*/ 8599 h 209245"/>
                <a:gd name="csX389" fmla="*/ 29619 w 268483"/>
                <a:gd name="csY389" fmla="*/ 10032 h 209245"/>
                <a:gd name="csX390" fmla="*/ 29141 w 268483"/>
                <a:gd name="csY390" fmla="*/ 10510 h 209245"/>
                <a:gd name="csX391" fmla="*/ 27708 w 268483"/>
                <a:gd name="csY391" fmla="*/ 11466 h 209245"/>
                <a:gd name="csX392" fmla="*/ 27708 w 268483"/>
                <a:gd name="csY392" fmla="*/ 12899 h 209245"/>
                <a:gd name="csX393" fmla="*/ 28186 w 268483"/>
                <a:gd name="csY393" fmla="*/ 14332 h 209245"/>
                <a:gd name="csX394" fmla="*/ 30575 w 268483"/>
                <a:gd name="csY394" fmla="*/ 18154 h 209245"/>
                <a:gd name="csX395" fmla="*/ 31052 w 268483"/>
                <a:gd name="csY395" fmla="*/ 19109 h 209245"/>
                <a:gd name="csX396" fmla="*/ 34397 w 268483"/>
                <a:gd name="csY396" fmla="*/ 21498 h 209245"/>
                <a:gd name="csX397" fmla="*/ 33441 w 268483"/>
                <a:gd name="csY397" fmla="*/ 21975 h 209245"/>
                <a:gd name="csX398" fmla="*/ 32486 w 268483"/>
                <a:gd name="csY398" fmla="*/ 21975 h 209245"/>
                <a:gd name="csX399" fmla="*/ 33441 w 268483"/>
                <a:gd name="csY399" fmla="*/ 24842 h 209245"/>
                <a:gd name="csX400" fmla="*/ 34874 w 268483"/>
                <a:gd name="csY400" fmla="*/ 26753 h 209245"/>
                <a:gd name="csX401" fmla="*/ 35352 w 268483"/>
                <a:gd name="csY401" fmla="*/ 28186 h 209245"/>
                <a:gd name="csX402" fmla="*/ 33919 w 268483"/>
                <a:gd name="csY402" fmla="*/ 32008 h 209245"/>
                <a:gd name="csX403" fmla="*/ 31052 w 268483"/>
                <a:gd name="csY403" fmla="*/ 34397 h 209245"/>
                <a:gd name="csX404" fmla="*/ 29141 w 268483"/>
                <a:gd name="csY404" fmla="*/ 37263 h 209245"/>
                <a:gd name="csX405" fmla="*/ 27708 w 268483"/>
                <a:gd name="csY405" fmla="*/ 38218 h 209245"/>
                <a:gd name="csX406" fmla="*/ 24842 w 268483"/>
                <a:gd name="csY406" fmla="*/ 43473 h 209245"/>
                <a:gd name="csX407" fmla="*/ 27231 w 268483"/>
                <a:gd name="csY407" fmla="*/ 46817 h 209245"/>
                <a:gd name="csX408" fmla="*/ 27708 w 268483"/>
                <a:gd name="csY408" fmla="*/ 48251 h 209245"/>
                <a:gd name="csX409" fmla="*/ 29619 w 268483"/>
                <a:gd name="csY409" fmla="*/ 50639 h 209245"/>
                <a:gd name="csX410" fmla="*/ 31052 w 268483"/>
                <a:gd name="csY410" fmla="*/ 51595 h 209245"/>
                <a:gd name="csX411" fmla="*/ 32008 w 268483"/>
                <a:gd name="csY411" fmla="*/ 52550 h 209245"/>
                <a:gd name="csX412" fmla="*/ 31530 w 268483"/>
                <a:gd name="csY412" fmla="*/ 53983 h 209245"/>
                <a:gd name="csX413" fmla="*/ 32008 w 268483"/>
                <a:gd name="csY413" fmla="*/ 55894 h 209245"/>
                <a:gd name="csX414" fmla="*/ 33441 w 268483"/>
                <a:gd name="csY414" fmla="*/ 57328 h 209245"/>
                <a:gd name="csX415" fmla="*/ 34397 w 268483"/>
                <a:gd name="csY415" fmla="*/ 57805 h 209245"/>
                <a:gd name="csX416" fmla="*/ 36307 w 268483"/>
                <a:gd name="csY416" fmla="*/ 57805 h 209245"/>
                <a:gd name="csX417" fmla="*/ 41085 w 268483"/>
                <a:gd name="csY417" fmla="*/ 56372 h 209245"/>
                <a:gd name="csX418" fmla="*/ 42040 w 268483"/>
                <a:gd name="csY418" fmla="*/ 55417 h 209245"/>
                <a:gd name="csX419" fmla="*/ 42996 w 268483"/>
                <a:gd name="csY419" fmla="*/ 54461 h 209245"/>
                <a:gd name="csX420" fmla="*/ 45384 w 268483"/>
                <a:gd name="csY420" fmla="*/ 52073 h 209245"/>
                <a:gd name="csX421" fmla="*/ 45384 w 268483"/>
                <a:gd name="csY421" fmla="*/ 49206 h 209245"/>
                <a:gd name="csX422" fmla="*/ 45862 w 268483"/>
                <a:gd name="csY422" fmla="*/ 45384 h 209245"/>
                <a:gd name="csX423" fmla="*/ 45384 w 268483"/>
                <a:gd name="csY423" fmla="*/ 42996 h 209245"/>
                <a:gd name="csX424" fmla="*/ 42996 w 268483"/>
                <a:gd name="csY424" fmla="*/ 40129 h 209245"/>
                <a:gd name="csX425" fmla="*/ 41563 w 268483"/>
                <a:gd name="csY425" fmla="*/ 37741 h 209245"/>
                <a:gd name="csX426" fmla="*/ 39174 w 268483"/>
                <a:gd name="csY426" fmla="*/ 35352 h 209245"/>
                <a:gd name="csX427" fmla="*/ 37741 w 268483"/>
                <a:gd name="csY427" fmla="*/ 31530 h 209245"/>
                <a:gd name="csX428" fmla="*/ 37263 w 268483"/>
                <a:gd name="csY428" fmla="*/ 30097 h 209245"/>
                <a:gd name="csX429" fmla="*/ 36785 w 268483"/>
                <a:gd name="csY429" fmla="*/ 28664 h 209245"/>
                <a:gd name="csX430" fmla="*/ 36307 w 268483"/>
                <a:gd name="csY430" fmla="*/ 25798 h 209245"/>
                <a:gd name="csX431" fmla="*/ 37741 w 268483"/>
                <a:gd name="csY431" fmla="*/ 24842 h 209245"/>
                <a:gd name="csX432" fmla="*/ 37741 w 268483"/>
                <a:gd name="csY432" fmla="*/ 22453 h 209245"/>
                <a:gd name="csX433" fmla="*/ 41563 w 268483"/>
                <a:gd name="csY433" fmla="*/ 21975 h 209245"/>
                <a:gd name="csX434" fmla="*/ 50639 w 268483"/>
                <a:gd name="csY434" fmla="*/ 17676 h 209245"/>
                <a:gd name="csX435" fmla="*/ 55894 w 268483"/>
                <a:gd name="csY435" fmla="*/ 16721 h 209245"/>
                <a:gd name="csX436" fmla="*/ 62105 w 268483"/>
                <a:gd name="csY436" fmla="*/ 14809 h 209245"/>
                <a:gd name="csX437" fmla="*/ 63538 w 268483"/>
                <a:gd name="csY437" fmla="*/ 13854 h 209245"/>
                <a:gd name="csX438" fmla="*/ 64971 w 268483"/>
                <a:gd name="csY438" fmla="*/ 11943 h 209245"/>
                <a:gd name="csX439" fmla="*/ 65927 w 268483"/>
                <a:gd name="csY439" fmla="*/ 11943 h 209245"/>
                <a:gd name="csX440" fmla="*/ 68793 w 268483"/>
                <a:gd name="csY440" fmla="*/ 13376 h 209245"/>
                <a:gd name="csX441" fmla="*/ 70704 w 268483"/>
                <a:gd name="csY441" fmla="*/ 12899 h 209245"/>
                <a:gd name="csX442" fmla="*/ 71182 w 268483"/>
                <a:gd name="csY442" fmla="*/ 11943 h 209245"/>
                <a:gd name="csX443" fmla="*/ 70226 w 268483"/>
                <a:gd name="csY443" fmla="*/ 9555 h 209245"/>
                <a:gd name="csX444" fmla="*/ 68315 w 268483"/>
                <a:gd name="csY444" fmla="*/ 9555 h 209245"/>
                <a:gd name="csX445" fmla="*/ 63060 w 268483"/>
                <a:gd name="csY445" fmla="*/ 10032 h 209245"/>
                <a:gd name="csX446" fmla="*/ 62582 w 268483"/>
                <a:gd name="csY446" fmla="*/ 9077 h 209245"/>
                <a:gd name="csX447" fmla="*/ 62582 w 268483"/>
                <a:gd name="csY447" fmla="*/ 8121 h 209245"/>
                <a:gd name="csX448" fmla="*/ 61149 w 268483"/>
                <a:gd name="csY448" fmla="*/ 5255 h 209245"/>
                <a:gd name="csX449" fmla="*/ 61627 w 268483"/>
                <a:gd name="csY449" fmla="*/ 3344 h 209245"/>
                <a:gd name="csX450" fmla="*/ 62582 w 268483"/>
                <a:gd name="csY450" fmla="*/ 1433 h 209245"/>
                <a:gd name="csX451" fmla="*/ 64493 w 268483"/>
                <a:gd name="csY451" fmla="*/ 956 h 209245"/>
                <a:gd name="csX452" fmla="*/ 66405 w 268483"/>
                <a:gd name="csY452" fmla="*/ 0 h 209245"/>
                <a:gd name="csX453" fmla="*/ 68315 w 268483"/>
                <a:gd name="csY453" fmla="*/ 1433 h 209245"/>
                <a:gd name="csX454" fmla="*/ 69271 w 268483"/>
                <a:gd name="csY454" fmla="*/ 2389 h 209245"/>
                <a:gd name="csX455" fmla="*/ 70226 w 268483"/>
                <a:gd name="csY455" fmla="*/ 3344 h 209245"/>
                <a:gd name="csX456" fmla="*/ 70704 w 268483"/>
                <a:gd name="csY456" fmla="*/ 6210 h 209245"/>
                <a:gd name="csX457" fmla="*/ 71659 w 268483"/>
                <a:gd name="csY457" fmla="*/ 9077 h 209245"/>
                <a:gd name="csX458" fmla="*/ 72615 w 268483"/>
                <a:gd name="csY458" fmla="*/ 11466 h 209245"/>
                <a:gd name="csX459" fmla="*/ 74048 w 268483"/>
                <a:gd name="csY459" fmla="*/ 12899 h 209245"/>
                <a:gd name="csX460" fmla="*/ 75481 w 268483"/>
                <a:gd name="csY460" fmla="*/ 12899 h 209245"/>
                <a:gd name="csX461" fmla="*/ 75959 w 268483"/>
                <a:gd name="csY461" fmla="*/ 12421 h 209245"/>
                <a:gd name="csX462" fmla="*/ 82170 w 268483"/>
                <a:gd name="csY462" fmla="*/ 12421 h 209245"/>
                <a:gd name="csX463" fmla="*/ 85514 w 268483"/>
                <a:gd name="csY463" fmla="*/ 13376 h 209245"/>
                <a:gd name="csX464" fmla="*/ 89813 w 268483"/>
                <a:gd name="csY464" fmla="*/ 13854 h 209245"/>
                <a:gd name="csX465" fmla="*/ 94113 w 268483"/>
                <a:gd name="csY465" fmla="*/ 16243 h 209245"/>
                <a:gd name="csX466" fmla="*/ 98412 w 268483"/>
                <a:gd name="csY466" fmla="*/ 18632 h 209245"/>
                <a:gd name="csX467" fmla="*/ 99368 w 268483"/>
                <a:gd name="csY467" fmla="*/ 21020 h 209245"/>
                <a:gd name="csX468" fmla="*/ 99846 w 268483"/>
                <a:gd name="csY468" fmla="*/ 22453 h 209245"/>
                <a:gd name="csX469" fmla="*/ 100801 w 268483"/>
                <a:gd name="csY469" fmla="*/ 23886 h 209245"/>
                <a:gd name="csX470" fmla="*/ 99846 w 268483"/>
                <a:gd name="csY470" fmla="*/ 25320 h 209245"/>
                <a:gd name="csX471" fmla="*/ 100323 w 268483"/>
                <a:gd name="csY471" fmla="*/ 27231 h 209245"/>
                <a:gd name="csX472" fmla="*/ 101756 w 268483"/>
                <a:gd name="csY472" fmla="*/ 29619 h 209245"/>
                <a:gd name="csX473" fmla="*/ 103667 w 268483"/>
                <a:gd name="csY473" fmla="*/ 31052 h 209245"/>
                <a:gd name="csX474" fmla="*/ 108922 w 268483"/>
                <a:gd name="csY474" fmla="*/ 31530 h 209245"/>
                <a:gd name="csX475" fmla="*/ 114655 w 268483"/>
                <a:gd name="csY475" fmla="*/ 30575 h 209245"/>
                <a:gd name="csX476" fmla="*/ 123732 w 268483"/>
                <a:gd name="csY476" fmla="*/ 29619 h 209245"/>
                <a:gd name="csX477" fmla="*/ 126598 w 268483"/>
                <a:gd name="csY477" fmla="*/ 29141 h 209245"/>
                <a:gd name="csX478" fmla="*/ 141408 w 268483"/>
                <a:gd name="csY478" fmla="*/ 28664 h 209245"/>
                <a:gd name="csX479" fmla="*/ 143796 w 268483"/>
                <a:gd name="csY479" fmla="*/ 29619 h 209245"/>
                <a:gd name="csX480" fmla="*/ 144274 w 268483"/>
                <a:gd name="csY480" fmla="*/ 30575 h 209245"/>
                <a:gd name="csX481" fmla="*/ 144274 w 268483"/>
                <a:gd name="csY481" fmla="*/ 31530 h 209245"/>
                <a:gd name="csX482" fmla="*/ 149052 w 268483"/>
                <a:gd name="csY482" fmla="*/ 35352 h 209245"/>
                <a:gd name="csX483" fmla="*/ 152873 w 268483"/>
                <a:gd name="csY483" fmla="*/ 35830 h 209245"/>
                <a:gd name="csX484" fmla="*/ 156218 w 268483"/>
                <a:gd name="csY484" fmla="*/ 37263 h 209245"/>
                <a:gd name="csX485" fmla="*/ 159562 w 268483"/>
                <a:gd name="csY485" fmla="*/ 37741 h 209245"/>
                <a:gd name="csX486" fmla="*/ 163384 w 268483"/>
                <a:gd name="csY486" fmla="*/ 38696 h 209245"/>
                <a:gd name="csX487" fmla="*/ 165294 w 268483"/>
                <a:gd name="csY487" fmla="*/ 38696 h 209245"/>
                <a:gd name="csX488" fmla="*/ 167205 w 268483"/>
                <a:gd name="csY488" fmla="*/ 38218 h 209245"/>
                <a:gd name="csX489" fmla="*/ 168638 w 268483"/>
                <a:gd name="csY489" fmla="*/ 38218 h 209245"/>
                <a:gd name="csX490" fmla="*/ 182015 w 268483"/>
                <a:gd name="csY490" fmla="*/ 31530 h 209245"/>
                <a:gd name="csX491" fmla="*/ 189181 w 268483"/>
                <a:gd name="csY491" fmla="*/ 32008 h 209245"/>
                <a:gd name="csX492" fmla="*/ 190136 w 268483"/>
                <a:gd name="csY492" fmla="*/ 31530 h 209245"/>
                <a:gd name="csX493" fmla="*/ 191092 w 268483"/>
                <a:gd name="csY493" fmla="*/ 31052 h 209245"/>
                <a:gd name="csX494" fmla="*/ 188226 w 268483"/>
                <a:gd name="csY494" fmla="*/ 30097 h 209245"/>
                <a:gd name="csX495" fmla="*/ 182493 w 268483"/>
                <a:gd name="csY495" fmla="*/ 29619 h 209245"/>
                <a:gd name="csX496" fmla="*/ 181060 w 268483"/>
                <a:gd name="csY496" fmla="*/ 30097 h 209245"/>
                <a:gd name="csX497" fmla="*/ 179626 w 268483"/>
                <a:gd name="csY497" fmla="*/ 28664 h 209245"/>
                <a:gd name="csX498" fmla="*/ 181537 w 268483"/>
                <a:gd name="csY498" fmla="*/ 28664 h 209245"/>
                <a:gd name="csX499" fmla="*/ 188226 w 268483"/>
                <a:gd name="csY499" fmla="*/ 28186 h 209245"/>
                <a:gd name="csX500" fmla="*/ 195869 w 268483"/>
                <a:gd name="csY500" fmla="*/ 28186 h 209245"/>
                <a:gd name="csX501" fmla="*/ 201602 w 268483"/>
                <a:gd name="csY501" fmla="*/ 27231 h 209245"/>
                <a:gd name="csX502" fmla="*/ 204946 w 268483"/>
                <a:gd name="csY502" fmla="*/ 26753 h 209245"/>
                <a:gd name="csX503" fmla="*/ 206379 w 268483"/>
                <a:gd name="csY503" fmla="*/ 27231 h 209245"/>
                <a:gd name="csX504" fmla="*/ 211634 w 268483"/>
                <a:gd name="csY504" fmla="*/ 26275 h 209245"/>
                <a:gd name="csX505" fmla="*/ 220711 w 268483"/>
                <a:gd name="csY505" fmla="*/ 27231 h 209245"/>
                <a:gd name="csX506" fmla="*/ 227877 w 268483"/>
                <a:gd name="csY506" fmla="*/ 26275 h 209245"/>
                <a:gd name="csX507" fmla="*/ 226921 w 268483"/>
                <a:gd name="csY507" fmla="*/ 27708 h 209245"/>
                <a:gd name="csX508" fmla="*/ 224533 w 268483"/>
                <a:gd name="csY508" fmla="*/ 28186 h 209245"/>
                <a:gd name="csX509" fmla="*/ 220711 w 268483"/>
                <a:gd name="csY509" fmla="*/ 28664 h 209245"/>
                <a:gd name="csX510" fmla="*/ 217845 w 268483"/>
                <a:gd name="csY510" fmla="*/ 30097 h 209245"/>
                <a:gd name="csX511" fmla="*/ 211634 w 268483"/>
                <a:gd name="csY511" fmla="*/ 29619 h 209245"/>
                <a:gd name="csX512" fmla="*/ 207335 w 268483"/>
                <a:gd name="csY512" fmla="*/ 30575 h 209245"/>
                <a:gd name="csX513" fmla="*/ 208768 w 268483"/>
                <a:gd name="csY513" fmla="*/ 31052 h 209245"/>
                <a:gd name="csX514" fmla="*/ 208768 w 268483"/>
                <a:gd name="csY514" fmla="*/ 32486 h 209245"/>
                <a:gd name="csX515" fmla="*/ 209245 w 268483"/>
                <a:gd name="csY515" fmla="*/ 32963 h 209245"/>
                <a:gd name="csX516" fmla="*/ 209723 w 268483"/>
                <a:gd name="csY516" fmla="*/ 32963 h 209245"/>
                <a:gd name="csX517" fmla="*/ 211156 w 268483"/>
                <a:gd name="csY517" fmla="*/ 33919 h 209245"/>
                <a:gd name="csX518" fmla="*/ 211634 w 268483"/>
                <a:gd name="csY518" fmla="*/ 34874 h 209245"/>
                <a:gd name="csX519" fmla="*/ 212112 w 268483"/>
                <a:gd name="csY519" fmla="*/ 36307 h 209245"/>
                <a:gd name="csX520" fmla="*/ 211634 w 268483"/>
                <a:gd name="csY520" fmla="*/ 38218 h 209245"/>
                <a:gd name="csX521" fmla="*/ 210679 w 268483"/>
                <a:gd name="csY521" fmla="*/ 39174 h 209245"/>
                <a:gd name="csX522" fmla="*/ 212590 w 268483"/>
                <a:gd name="csY522" fmla="*/ 38696 h 209245"/>
                <a:gd name="csX523" fmla="*/ 213545 w 268483"/>
                <a:gd name="csY523" fmla="*/ 38218 h 209245"/>
                <a:gd name="csX524" fmla="*/ 213067 w 268483"/>
                <a:gd name="csY524" fmla="*/ 37263 h 209245"/>
                <a:gd name="csX525" fmla="*/ 213545 w 268483"/>
                <a:gd name="csY525" fmla="*/ 36307 h 209245"/>
                <a:gd name="csX526" fmla="*/ 214501 w 268483"/>
                <a:gd name="csY526" fmla="*/ 36307 h 209245"/>
                <a:gd name="csX527" fmla="*/ 214978 w 268483"/>
                <a:gd name="csY527" fmla="*/ 36785 h 209245"/>
                <a:gd name="csX528" fmla="*/ 217367 w 268483"/>
                <a:gd name="csY528" fmla="*/ 41563 h 209245"/>
                <a:gd name="csX529" fmla="*/ 219278 w 268483"/>
                <a:gd name="csY529" fmla="*/ 43951 h 209245"/>
                <a:gd name="csX530" fmla="*/ 219278 w 268483"/>
                <a:gd name="csY530" fmla="*/ 43951 h 209245"/>
                <a:gd name="csX531" fmla="*/ 219756 w 268483"/>
                <a:gd name="csY531" fmla="*/ 43951 h 209245"/>
                <a:gd name="csX532" fmla="*/ 220233 w 268483"/>
                <a:gd name="csY532" fmla="*/ 43473 h 209245"/>
                <a:gd name="csX533" fmla="*/ 221189 w 268483"/>
                <a:gd name="csY533" fmla="*/ 42518 h 209245"/>
                <a:gd name="csX534" fmla="*/ 221667 w 268483"/>
                <a:gd name="csY534" fmla="*/ 42996 h 209245"/>
                <a:gd name="csX535" fmla="*/ 222144 w 268483"/>
                <a:gd name="csY535" fmla="*/ 43473 h 209245"/>
                <a:gd name="csX536" fmla="*/ 222144 w 268483"/>
                <a:gd name="csY536" fmla="*/ 43473 h 209245"/>
                <a:gd name="csX537" fmla="*/ 222144 w 268483"/>
                <a:gd name="csY537" fmla="*/ 42518 h 209245"/>
                <a:gd name="csX538" fmla="*/ 222622 w 268483"/>
                <a:gd name="csY538" fmla="*/ 41085 h 209245"/>
                <a:gd name="csX539" fmla="*/ 222144 w 268483"/>
                <a:gd name="csY539" fmla="*/ 40607 h 209245"/>
                <a:gd name="csX540" fmla="*/ 223100 w 268483"/>
                <a:gd name="csY540" fmla="*/ 40607 h 209245"/>
                <a:gd name="csX541" fmla="*/ 224055 w 268483"/>
                <a:gd name="csY541" fmla="*/ 40607 h 209245"/>
                <a:gd name="csX542" fmla="*/ 225010 w 268483"/>
                <a:gd name="csY542" fmla="*/ 41085 h 209245"/>
                <a:gd name="csX543" fmla="*/ 227399 w 268483"/>
                <a:gd name="csY543" fmla="*/ 42518 h 209245"/>
                <a:gd name="csX544" fmla="*/ 228833 w 268483"/>
                <a:gd name="csY544" fmla="*/ 43951 h 209245"/>
                <a:gd name="csX545" fmla="*/ 228833 w 268483"/>
                <a:gd name="csY545" fmla="*/ 44907 h 209245"/>
                <a:gd name="csX546" fmla="*/ 229310 w 268483"/>
                <a:gd name="csY546" fmla="*/ 45384 h 209245"/>
                <a:gd name="csX547" fmla="*/ 230266 w 268483"/>
                <a:gd name="csY547" fmla="*/ 45862 h 209245"/>
                <a:gd name="csX548" fmla="*/ 230743 w 268483"/>
                <a:gd name="csY548" fmla="*/ 46817 h 209245"/>
                <a:gd name="csX549" fmla="*/ 230743 w 268483"/>
                <a:gd name="csY549" fmla="*/ 45862 h 209245"/>
                <a:gd name="csX550" fmla="*/ 230266 w 268483"/>
                <a:gd name="csY550" fmla="*/ 44907 h 209245"/>
                <a:gd name="csX551" fmla="*/ 230266 w 268483"/>
                <a:gd name="csY551" fmla="*/ 43473 h 209245"/>
                <a:gd name="csX552" fmla="*/ 232654 w 268483"/>
                <a:gd name="csY552" fmla="*/ 43473 h 209245"/>
                <a:gd name="csX553" fmla="*/ 233610 w 268483"/>
                <a:gd name="csY553" fmla="*/ 42040 h 209245"/>
                <a:gd name="csX554" fmla="*/ 235043 w 268483"/>
                <a:gd name="csY554" fmla="*/ 42996 h 209245"/>
                <a:gd name="csX555" fmla="*/ 239342 w 268483"/>
                <a:gd name="csY555" fmla="*/ 46817 h 209245"/>
                <a:gd name="csX556" fmla="*/ 240776 w 268483"/>
                <a:gd name="csY556" fmla="*/ 47773 h 209245"/>
                <a:gd name="csX557" fmla="*/ 245075 w 268483"/>
                <a:gd name="csY557" fmla="*/ 48251 h 209245"/>
                <a:gd name="csX558" fmla="*/ 247942 w 268483"/>
                <a:gd name="csY558" fmla="*/ 50162 h 209245"/>
                <a:gd name="csX559" fmla="*/ 249375 w 268483"/>
                <a:gd name="csY559" fmla="*/ 52073 h 209245"/>
                <a:gd name="csX560" fmla="*/ 248419 w 268483"/>
                <a:gd name="csY560" fmla="*/ 53506 h 209245"/>
                <a:gd name="csX561" fmla="*/ 246031 w 268483"/>
                <a:gd name="csY561" fmla="*/ 54461 h 209245"/>
                <a:gd name="csX562" fmla="*/ 244598 w 268483"/>
                <a:gd name="csY562" fmla="*/ 55417 h 209245"/>
                <a:gd name="csX563" fmla="*/ 244120 w 268483"/>
                <a:gd name="csY563" fmla="*/ 56850 h 209245"/>
                <a:gd name="csX564" fmla="*/ 244120 w 268483"/>
                <a:gd name="csY564" fmla="*/ 57805 h 209245"/>
                <a:gd name="csX565" fmla="*/ 243164 w 268483"/>
                <a:gd name="csY565" fmla="*/ 59239 h 209245"/>
                <a:gd name="csX566" fmla="*/ 243164 w 268483"/>
                <a:gd name="csY566" fmla="*/ 59716 h 209245"/>
                <a:gd name="csX567" fmla="*/ 242686 w 268483"/>
                <a:gd name="csY567" fmla="*/ 61149 h 209245"/>
                <a:gd name="csX568" fmla="*/ 241731 w 268483"/>
                <a:gd name="csY568" fmla="*/ 63538 h 209245"/>
                <a:gd name="csX569" fmla="*/ 240298 w 268483"/>
                <a:gd name="csY569" fmla="*/ 65927 h 209245"/>
                <a:gd name="csX570" fmla="*/ 233132 w 268483"/>
                <a:gd name="csY570" fmla="*/ 65927 h 209245"/>
                <a:gd name="csX571" fmla="*/ 234565 w 268483"/>
                <a:gd name="csY571" fmla="*/ 66882 h 209245"/>
                <a:gd name="csX572" fmla="*/ 236476 w 268483"/>
                <a:gd name="csY572" fmla="*/ 67360 h 209245"/>
                <a:gd name="csX573" fmla="*/ 239342 w 268483"/>
                <a:gd name="csY573" fmla="*/ 69271 h 209245"/>
                <a:gd name="csX574" fmla="*/ 241253 w 268483"/>
                <a:gd name="csY574" fmla="*/ 67838 h 209245"/>
                <a:gd name="csX575" fmla="*/ 244598 w 268483"/>
                <a:gd name="csY575" fmla="*/ 67838 h 209245"/>
                <a:gd name="csX576" fmla="*/ 247942 w 268483"/>
                <a:gd name="csY576" fmla="*/ 65927 h 209245"/>
                <a:gd name="csX577" fmla="*/ 249375 w 268483"/>
                <a:gd name="csY577" fmla="*/ 65927 h 209245"/>
                <a:gd name="csX578" fmla="*/ 255585 w 268483"/>
                <a:gd name="csY578" fmla="*/ 66882 h 209245"/>
                <a:gd name="csX579" fmla="*/ 257018 w 268483"/>
                <a:gd name="csY579" fmla="*/ 65449 h 209245"/>
                <a:gd name="csX580" fmla="*/ 258452 w 268483"/>
                <a:gd name="csY580" fmla="*/ 65449 h 209245"/>
                <a:gd name="csX581" fmla="*/ 261796 w 268483"/>
                <a:gd name="csY581" fmla="*/ 65449 h 209245"/>
                <a:gd name="csX582" fmla="*/ 264662 w 268483"/>
                <a:gd name="csY582" fmla="*/ 66882 h 209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</a:cxnLst>
              <a:rect l="l" t="t" r="r" b="b"/>
              <a:pathLst>
                <a:path w="268483" h="209245">
                  <a:moveTo>
                    <a:pt x="264662" y="66882"/>
                  </a:moveTo>
                  <a:lnTo>
                    <a:pt x="268484" y="71182"/>
                  </a:lnTo>
                  <a:lnTo>
                    <a:pt x="268484" y="71659"/>
                  </a:lnTo>
                  <a:lnTo>
                    <a:pt x="268006" y="72137"/>
                  </a:lnTo>
                  <a:lnTo>
                    <a:pt x="265617" y="73093"/>
                  </a:lnTo>
                  <a:lnTo>
                    <a:pt x="265140" y="73570"/>
                  </a:lnTo>
                  <a:lnTo>
                    <a:pt x="264662" y="75959"/>
                  </a:lnTo>
                  <a:lnTo>
                    <a:pt x="261796" y="76914"/>
                  </a:lnTo>
                  <a:lnTo>
                    <a:pt x="259407" y="78348"/>
                  </a:lnTo>
                  <a:lnTo>
                    <a:pt x="258452" y="79303"/>
                  </a:lnTo>
                  <a:lnTo>
                    <a:pt x="257496" y="79781"/>
                  </a:lnTo>
                  <a:lnTo>
                    <a:pt x="255108" y="80258"/>
                  </a:lnTo>
                  <a:lnTo>
                    <a:pt x="254152" y="80736"/>
                  </a:lnTo>
                  <a:lnTo>
                    <a:pt x="254152" y="80736"/>
                  </a:lnTo>
                  <a:lnTo>
                    <a:pt x="253197" y="83125"/>
                  </a:lnTo>
                  <a:lnTo>
                    <a:pt x="252241" y="84080"/>
                  </a:lnTo>
                  <a:lnTo>
                    <a:pt x="250808" y="85036"/>
                  </a:lnTo>
                  <a:lnTo>
                    <a:pt x="250808" y="85991"/>
                  </a:lnTo>
                  <a:lnTo>
                    <a:pt x="252719" y="88380"/>
                  </a:lnTo>
                  <a:lnTo>
                    <a:pt x="253197" y="89335"/>
                  </a:lnTo>
                  <a:lnTo>
                    <a:pt x="252719" y="90291"/>
                  </a:lnTo>
                  <a:lnTo>
                    <a:pt x="252719" y="91246"/>
                  </a:lnTo>
                  <a:lnTo>
                    <a:pt x="252719" y="91246"/>
                  </a:lnTo>
                  <a:lnTo>
                    <a:pt x="253674" y="92202"/>
                  </a:lnTo>
                  <a:lnTo>
                    <a:pt x="254630" y="92202"/>
                  </a:lnTo>
                  <a:lnTo>
                    <a:pt x="256063" y="92202"/>
                  </a:lnTo>
                  <a:lnTo>
                    <a:pt x="257496" y="92202"/>
                  </a:lnTo>
                  <a:lnTo>
                    <a:pt x="258452" y="92202"/>
                  </a:lnTo>
                  <a:lnTo>
                    <a:pt x="258929" y="92680"/>
                  </a:lnTo>
                  <a:lnTo>
                    <a:pt x="258929" y="93157"/>
                  </a:lnTo>
                  <a:lnTo>
                    <a:pt x="257974" y="95068"/>
                  </a:lnTo>
                  <a:lnTo>
                    <a:pt x="257496" y="96024"/>
                  </a:lnTo>
                  <a:lnTo>
                    <a:pt x="253674" y="97457"/>
                  </a:lnTo>
                  <a:lnTo>
                    <a:pt x="251763" y="98412"/>
                  </a:lnTo>
                  <a:lnTo>
                    <a:pt x="250808" y="99368"/>
                  </a:lnTo>
                  <a:lnTo>
                    <a:pt x="248897" y="98890"/>
                  </a:lnTo>
                  <a:lnTo>
                    <a:pt x="247942" y="98890"/>
                  </a:lnTo>
                  <a:lnTo>
                    <a:pt x="246986" y="99368"/>
                  </a:lnTo>
                  <a:lnTo>
                    <a:pt x="246508" y="99846"/>
                  </a:lnTo>
                  <a:lnTo>
                    <a:pt x="245075" y="99846"/>
                  </a:lnTo>
                  <a:lnTo>
                    <a:pt x="243164" y="100323"/>
                  </a:lnTo>
                  <a:lnTo>
                    <a:pt x="242209" y="100801"/>
                  </a:lnTo>
                  <a:lnTo>
                    <a:pt x="241731" y="101279"/>
                  </a:lnTo>
                  <a:lnTo>
                    <a:pt x="241253" y="102712"/>
                  </a:lnTo>
                  <a:lnTo>
                    <a:pt x="241731" y="103667"/>
                  </a:lnTo>
                  <a:lnTo>
                    <a:pt x="242209" y="105100"/>
                  </a:lnTo>
                  <a:lnTo>
                    <a:pt x="242209" y="106056"/>
                  </a:lnTo>
                  <a:lnTo>
                    <a:pt x="242686" y="109400"/>
                  </a:lnTo>
                  <a:lnTo>
                    <a:pt x="242209" y="109878"/>
                  </a:lnTo>
                  <a:lnTo>
                    <a:pt x="240776" y="110833"/>
                  </a:lnTo>
                  <a:lnTo>
                    <a:pt x="239342" y="112266"/>
                  </a:lnTo>
                  <a:lnTo>
                    <a:pt x="237432" y="114177"/>
                  </a:lnTo>
                  <a:lnTo>
                    <a:pt x="237909" y="114655"/>
                  </a:lnTo>
                  <a:lnTo>
                    <a:pt x="242209" y="118955"/>
                  </a:lnTo>
                  <a:lnTo>
                    <a:pt x="246031" y="123254"/>
                  </a:lnTo>
                  <a:lnTo>
                    <a:pt x="250330" y="127554"/>
                  </a:lnTo>
                  <a:lnTo>
                    <a:pt x="250808" y="128031"/>
                  </a:lnTo>
                  <a:lnTo>
                    <a:pt x="251763" y="128509"/>
                  </a:lnTo>
                  <a:lnTo>
                    <a:pt x="252719" y="129942"/>
                  </a:lnTo>
                  <a:lnTo>
                    <a:pt x="253197" y="131376"/>
                  </a:lnTo>
                  <a:lnTo>
                    <a:pt x="253197" y="132331"/>
                  </a:lnTo>
                  <a:lnTo>
                    <a:pt x="252719" y="133287"/>
                  </a:lnTo>
                  <a:lnTo>
                    <a:pt x="251763" y="134720"/>
                  </a:lnTo>
                  <a:lnTo>
                    <a:pt x="250330" y="135675"/>
                  </a:lnTo>
                  <a:lnTo>
                    <a:pt x="248419" y="136153"/>
                  </a:lnTo>
                  <a:lnTo>
                    <a:pt x="246986" y="137108"/>
                  </a:lnTo>
                  <a:lnTo>
                    <a:pt x="246031" y="139019"/>
                  </a:lnTo>
                  <a:lnTo>
                    <a:pt x="245075" y="139975"/>
                  </a:lnTo>
                  <a:lnTo>
                    <a:pt x="244598" y="139975"/>
                  </a:lnTo>
                  <a:lnTo>
                    <a:pt x="243642" y="140453"/>
                  </a:lnTo>
                  <a:lnTo>
                    <a:pt x="243164" y="140453"/>
                  </a:lnTo>
                  <a:lnTo>
                    <a:pt x="241253" y="140453"/>
                  </a:lnTo>
                  <a:lnTo>
                    <a:pt x="241253" y="140453"/>
                  </a:lnTo>
                  <a:lnTo>
                    <a:pt x="239820" y="139975"/>
                  </a:lnTo>
                  <a:lnTo>
                    <a:pt x="239820" y="139975"/>
                  </a:lnTo>
                  <a:lnTo>
                    <a:pt x="237909" y="141408"/>
                  </a:lnTo>
                  <a:lnTo>
                    <a:pt x="235998" y="142363"/>
                  </a:lnTo>
                  <a:lnTo>
                    <a:pt x="235998" y="142363"/>
                  </a:lnTo>
                  <a:lnTo>
                    <a:pt x="234087" y="144274"/>
                  </a:lnTo>
                  <a:lnTo>
                    <a:pt x="228833" y="145707"/>
                  </a:lnTo>
                  <a:lnTo>
                    <a:pt x="224055" y="147141"/>
                  </a:lnTo>
                  <a:lnTo>
                    <a:pt x="222622" y="147619"/>
                  </a:lnTo>
                  <a:lnTo>
                    <a:pt x="222622" y="147619"/>
                  </a:lnTo>
                  <a:lnTo>
                    <a:pt x="217367" y="146663"/>
                  </a:lnTo>
                  <a:lnTo>
                    <a:pt x="216411" y="147141"/>
                  </a:lnTo>
                  <a:lnTo>
                    <a:pt x="215934" y="147141"/>
                  </a:lnTo>
                  <a:lnTo>
                    <a:pt x="214501" y="148096"/>
                  </a:lnTo>
                  <a:lnTo>
                    <a:pt x="213545" y="148574"/>
                  </a:lnTo>
                  <a:lnTo>
                    <a:pt x="213545" y="148574"/>
                  </a:lnTo>
                  <a:lnTo>
                    <a:pt x="212590" y="148574"/>
                  </a:lnTo>
                  <a:lnTo>
                    <a:pt x="212112" y="148574"/>
                  </a:lnTo>
                  <a:lnTo>
                    <a:pt x="211156" y="149052"/>
                  </a:lnTo>
                  <a:lnTo>
                    <a:pt x="210679" y="150485"/>
                  </a:lnTo>
                  <a:lnTo>
                    <a:pt x="210201" y="155262"/>
                  </a:lnTo>
                  <a:lnTo>
                    <a:pt x="208290" y="156695"/>
                  </a:lnTo>
                  <a:lnTo>
                    <a:pt x="206379" y="156695"/>
                  </a:lnTo>
                  <a:lnTo>
                    <a:pt x="206379" y="156695"/>
                  </a:lnTo>
                  <a:lnTo>
                    <a:pt x="204468" y="155262"/>
                  </a:lnTo>
                  <a:lnTo>
                    <a:pt x="203035" y="153829"/>
                  </a:lnTo>
                  <a:lnTo>
                    <a:pt x="199691" y="150962"/>
                  </a:lnTo>
                  <a:lnTo>
                    <a:pt x="198735" y="150485"/>
                  </a:lnTo>
                  <a:lnTo>
                    <a:pt x="198258" y="150485"/>
                  </a:lnTo>
                  <a:lnTo>
                    <a:pt x="198258" y="150485"/>
                  </a:lnTo>
                  <a:lnTo>
                    <a:pt x="195391" y="151440"/>
                  </a:lnTo>
                  <a:lnTo>
                    <a:pt x="195391" y="151440"/>
                  </a:lnTo>
                  <a:lnTo>
                    <a:pt x="193958" y="150962"/>
                  </a:lnTo>
                  <a:lnTo>
                    <a:pt x="192525" y="150485"/>
                  </a:lnTo>
                  <a:lnTo>
                    <a:pt x="192525" y="150485"/>
                  </a:lnTo>
                  <a:lnTo>
                    <a:pt x="190614" y="150485"/>
                  </a:lnTo>
                  <a:lnTo>
                    <a:pt x="187270" y="150962"/>
                  </a:lnTo>
                  <a:lnTo>
                    <a:pt x="185359" y="150962"/>
                  </a:lnTo>
                  <a:lnTo>
                    <a:pt x="185359" y="150962"/>
                  </a:lnTo>
                  <a:lnTo>
                    <a:pt x="184403" y="150007"/>
                  </a:lnTo>
                  <a:lnTo>
                    <a:pt x="183448" y="148096"/>
                  </a:lnTo>
                  <a:lnTo>
                    <a:pt x="182493" y="147619"/>
                  </a:lnTo>
                  <a:lnTo>
                    <a:pt x="182015" y="147141"/>
                  </a:lnTo>
                  <a:lnTo>
                    <a:pt x="180582" y="147141"/>
                  </a:lnTo>
                  <a:lnTo>
                    <a:pt x="175327" y="147141"/>
                  </a:lnTo>
                  <a:lnTo>
                    <a:pt x="174371" y="147141"/>
                  </a:lnTo>
                  <a:lnTo>
                    <a:pt x="174371" y="147141"/>
                  </a:lnTo>
                  <a:lnTo>
                    <a:pt x="173416" y="146663"/>
                  </a:lnTo>
                  <a:lnTo>
                    <a:pt x="172460" y="145230"/>
                  </a:lnTo>
                  <a:lnTo>
                    <a:pt x="171505" y="144274"/>
                  </a:lnTo>
                  <a:lnTo>
                    <a:pt x="170549" y="144274"/>
                  </a:lnTo>
                  <a:lnTo>
                    <a:pt x="170072" y="144274"/>
                  </a:lnTo>
                  <a:lnTo>
                    <a:pt x="169594" y="145230"/>
                  </a:lnTo>
                  <a:lnTo>
                    <a:pt x="171983" y="147619"/>
                  </a:lnTo>
                  <a:lnTo>
                    <a:pt x="172460" y="149052"/>
                  </a:lnTo>
                  <a:lnTo>
                    <a:pt x="174371" y="151440"/>
                  </a:lnTo>
                  <a:lnTo>
                    <a:pt x="180582" y="155740"/>
                  </a:lnTo>
                  <a:lnTo>
                    <a:pt x="181537" y="156695"/>
                  </a:lnTo>
                  <a:lnTo>
                    <a:pt x="181537" y="158606"/>
                  </a:lnTo>
                  <a:lnTo>
                    <a:pt x="181060" y="161473"/>
                  </a:lnTo>
                  <a:lnTo>
                    <a:pt x="181537" y="163861"/>
                  </a:lnTo>
                  <a:lnTo>
                    <a:pt x="182970" y="167683"/>
                  </a:lnTo>
                  <a:lnTo>
                    <a:pt x="184881" y="171027"/>
                  </a:lnTo>
                  <a:lnTo>
                    <a:pt x="185359" y="173416"/>
                  </a:lnTo>
                  <a:lnTo>
                    <a:pt x="185359" y="175327"/>
                  </a:lnTo>
                  <a:lnTo>
                    <a:pt x="184881" y="176282"/>
                  </a:lnTo>
                  <a:lnTo>
                    <a:pt x="184881" y="176760"/>
                  </a:lnTo>
                  <a:lnTo>
                    <a:pt x="185359" y="176760"/>
                  </a:lnTo>
                  <a:lnTo>
                    <a:pt x="187270" y="177238"/>
                  </a:lnTo>
                  <a:lnTo>
                    <a:pt x="187270" y="177238"/>
                  </a:lnTo>
                  <a:lnTo>
                    <a:pt x="191569" y="177715"/>
                  </a:lnTo>
                  <a:lnTo>
                    <a:pt x="193958" y="177715"/>
                  </a:lnTo>
                  <a:lnTo>
                    <a:pt x="197780" y="178193"/>
                  </a:lnTo>
                  <a:lnTo>
                    <a:pt x="198258" y="179626"/>
                  </a:lnTo>
                  <a:lnTo>
                    <a:pt x="197780" y="181537"/>
                  </a:lnTo>
                  <a:lnTo>
                    <a:pt x="196825" y="182970"/>
                  </a:lnTo>
                  <a:lnTo>
                    <a:pt x="196347" y="182970"/>
                  </a:lnTo>
                  <a:lnTo>
                    <a:pt x="194436" y="183448"/>
                  </a:lnTo>
                  <a:lnTo>
                    <a:pt x="194436" y="183448"/>
                  </a:lnTo>
                  <a:lnTo>
                    <a:pt x="192047" y="184881"/>
                  </a:lnTo>
                  <a:lnTo>
                    <a:pt x="188703" y="185837"/>
                  </a:lnTo>
                  <a:lnTo>
                    <a:pt x="187270" y="186314"/>
                  </a:lnTo>
                  <a:lnTo>
                    <a:pt x="187270" y="186314"/>
                  </a:lnTo>
                  <a:lnTo>
                    <a:pt x="186314" y="186314"/>
                  </a:lnTo>
                  <a:lnTo>
                    <a:pt x="186314" y="186314"/>
                  </a:lnTo>
                  <a:lnTo>
                    <a:pt x="185837" y="186792"/>
                  </a:lnTo>
                  <a:lnTo>
                    <a:pt x="184881" y="187270"/>
                  </a:lnTo>
                  <a:lnTo>
                    <a:pt x="184403" y="189659"/>
                  </a:lnTo>
                  <a:lnTo>
                    <a:pt x="183448" y="192525"/>
                  </a:lnTo>
                  <a:lnTo>
                    <a:pt x="181537" y="193958"/>
                  </a:lnTo>
                  <a:lnTo>
                    <a:pt x="179626" y="195391"/>
                  </a:lnTo>
                  <a:lnTo>
                    <a:pt x="179626" y="195391"/>
                  </a:lnTo>
                  <a:lnTo>
                    <a:pt x="178193" y="195391"/>
                  </a:lnTo>
                  <a:lnTo>
                    <a:pt x="177715" y="195391"/>
                  </a:lnTo>
                  <a:lnTo>
                    <a:pt x="176282" y="195391"/>
                  </a:lnTo>
                  <a:lnTo>
                    <a:pt x="176282" y="195391"/>
                  </a:lnTo>
                  <a:lnTo>
                    <a:pt x="175327" y="195869"/>
                  </a:lnTo>
                  <a:lnTo>
                    <a:pt x="174371" y="196825"/>
                  </a:lnTo>
                  <a:lnTo>
                    <a:pt x="172460" y="198258"/>
                  </a:lnTo>
                  <a:lnTo>
                    <a:pt x="171505" y="199213"/>
                  </a:lnTo>
                  <a:lnTo>
                    <a:pt x="171505" y="199213"/>
                  </a:lnTo>
                  <a:lnTo>
                    <a:pt x="169594" y="199213"/>
                  </a:lnTo>
                  <a:lnTo>
                    <a:pt x="169594" y="199213"/>
                  </a:lnTo>
                  <a:lnTo>
                    <a:pt x="169594" y="199213"/>
                  </a:lnTo>
                  <a:lnTo>
                    <a:pt x="167683" y="199691"/>
                  </a:lnTo>
                  <a:lnTo>
                    <a:pt x="165294" y="200646"/>
                  </a:lnTo>
                  <a:lnTo>
                    <a:pt x="163861" y="201602"/>
                  </a:lnTo>
                  <a:lnTo>
                    <a:pt x="162428" y="203513"/>
                  </a:lnTo>
                  <a:lnTo>
                    <a:pt x="160517" y="204946"/>
                  </a:lnTo>
                  <a:lnTo>
                    <a:pt x="158606" y="205901"/>
                  </a:lnTo>
                  <a:lnTo>
                    <a:pt x="158128" y="207335"/>
                  </a:lnTo>
                  <a:lnTo>
                    <a:pt x="156695" y="209245"/>
                  </a:lnTo>
                  <a:lnTo>
                    <a:pt x="155262" y="209245"/>
                  </a:lnTo>
                  <a:lnTo>
                    <a:pt x="154784" y="209245"/>
                  </a:lnTo>
                  <a:lnTo>
                    <a:pt x="154784" y="208290"/>
                  </a:lnTo>
                  <a:lnTo>
                    <a:pt x="155740" y="206379"/>
                  </a:lnTo>
                  <a:lnTo>
                    <a:pt x="154784" y="204946"/>
                  </a:lnTo>
                  <a:lnTo>
                    <a:pt x="153351" y="203991"/>
                  </a:lnTo>
                  <a:lnTo>
                    <a:pt x="152396" y="203991"/>
                  </a:lnTo>
                  <a:lnTo>
                    <a:pt x="152396" y="203991"/>
                  </a:lnTo>
                  <a:lnTo>
                    <a:pt x="151918" y="203991"/>
                  </a:lnTo>
                  <a:lnTo>
                    <a:pt x="151918" y="203991"/>
                  </a:lnTo>
                  <a:lnTo>
                    <a:pt x="150007" y="204946"/>
                  </a:lnTo>
                  <a:lnTo>
                    <a:pt x="147619" y="206379"/>
                  </a:lnTo>
                  <a:lnTo>
                    <a:pt x="146185" y="207335"/>
                  </a:lnTo>
                  <a:lnTo>
                    <a:pt x="144752" y="207812"/>
                  </a:lnTo>
                  <a:lnTo>
                    <a:pt x="142363" y="207812"/>
                  </a:lnTo>
                  <a:lnTo>
                    <a:pt x="141886" y="207812"/>
                  </a:lnTo>
                  <a:lnTo>
                    <a:pt x="139975" y="208290"/>
                  </a:lnTo>
                  <a:lnTo>
                    <a:pt x="139019" y="207812"/>
                  </a:lnTo>
                  <a:lnTo>
                    <a:pt x="137586" y="206857"/>
                  </a:lnTo>
                  <a:lnTo>
                    <a:pt x="133764" y="203991"/>
                  </a:lnTo>
                  <a:lnTo>
                    <a:pt x="128987" y="199691"/>
                  </a:lnTo>
                  <a:lnTo>
                    <a:pt x="128987" y="199691"/>
                  </a:lnTo>
                  <a:lnTo>
                    <a:pt x="128509" y="199691"/>
                  </a:lnTo>
                  <a:lnTo>
                    <a:pt x="128509" y="198258"/>
                  </a:lnTo>
                  <a:lnTo>
                    <a:pt x="128509" y="197302"/>
                  </a:lnTo>
                  <a:lnTo>
                    <a:pt x="127554" y="195391"/>
                  </a:lnTo>
                  <a:lnTo>
                    <a:pt x="127076" y="193480"/>
                  </a:lnTo>
                  <a:lnTo>
                    <a:pt x="126598" y="193003"/>
                  </a:lnTo>
                  <a:lnTo>
                    <a:pt x="126598" y="191569"/>
                  </a:lnTo>
                  <a:lnTo>
                    <a:pt x="125165" y="188703"/>
                  </a:lnTo>
                  <a:lnTo>
                    <a:pt x="124687" y="186792"/>
                  </a:lnTo>
                  <a:lnTo>
                    <a:pt x="123732" y="185837"/>
                  </a:lnTo>
                  <a:lnTo>
                    <a:pt x="124210" y="184881"/>
                  </a:lnTo>
                  <a:lnTo>
                    <a:pt x="123732" y="183926"/>
                  </a:lnTo>
                  <a:lnTo>
                    <a:pt x="122777" y="182970"/>
                  </a:lnTo>
                  <a:lnTo>
                    <a:pt x="121821" y="180582"/>
                  </a:lnTo>
                  <a:lnTo>
                    <a:pt x="122299" y="179626"/>
                  </a:lnTo>
                  <a:lnTo>
                    <a:pt x="122299" y="178671"/>
                  </a:lnTo>
                  <a:lnTo>
                    <a:pt x="121343" y="177715"/>
                  </a:lnTo>
                  <a:lnTo>
                    <a:pt x="121343" y="177715"/>
                  </a:lnTo>
                  <a:lnTo>
                    <a:pt x="119910" y="177238"/>
                  </a:lnTo>
                  <a:lnTo>
                    <a:pt x="118477" y="175327"/>
                  </a:lnTo>
                  <a:lnTo>
                    <a:pt x="116566" y="173894"/>
                  </a:lnTo>
                  <a:lnTo>
                    <a:pt x="115611" y="173416"/>
                  </a:lnTo>
                  <a:lnTo>
                    <a:pt x="115133" y="173416"/>
                  </a:lnTo>
                  <a:lnTo>
                    <a:pt x="115133" y="172938"/>
                  </a:lnTo>
                  <a:lnTo>
                    <a:pt x="114655" y="171505"/>
                  </a:lnTo>
                  <a:lnTo>
                    <a:pt x="114177" y="171505"/>
                  </a:lnTo>
                  <a:lnTo>
                    <a:pt x="113222" y="171027"/>
                  </a:lnTo>
                  <a:lnTo>
                    <a:pt x="111311" y="170549"/>
                  </a:lnTo>
                  <a:lnTo>
                    <a:pt x="110833" y="170549"/>
                  </a:lnTo>
                  <a:lnTo>
                    <a:pt x="109400" y="171027"/>
                  </a:lnTo>
                  <a:lnTo>
                    <a:pt x="109400" y="171505"/>
                  </a:lnTo>
                  <a:lnTo>
                    <a:pt x="108922" y="170072"/>
                  </a:lnTo>
                  <a:lnTo>
                    <a:pt x="109878" y="169594"/>
                  </a:lnTo>
                  <a:lnTo>
                    <a:pt x="116088" y="164339"/>
                  </a:lnTo>
                  <a:lnTo>
                    <a:pt x="119432" y="161473"/>
                  </a:lnTo>
                  <a:lnTo>
                    <a:pt x="119432" y="161473"/>
                  </a:lnTo>
                  <a:lnTo>
                    <a:pt x="119910" y="160517"/>
                  </a:lnTo>
                  <a:lnTo>
                    <a:pt x="119910" y="160039"/>
                  </a:lnTo>
                  <a:lnTo>
                    <a:pt x="119432" y="159084"/>
                  </a:lnTo>
                  <a:lnTo>
                    <a:pt x="119432" y="159084"/>
                  </a:lnTo>
                  <a:lnTo>
                    <a:pt x="116566" y="154784"/>
                  </a:lnTo>
                  <a:lnTo>
                    <a:pt x="115133" y="154307"/>
                  </a:lnTo>
                  <a:lnTo>
                    <a:pt x="114177" y="153829"/>
                  </a:lnTo>
                  <a:lnTo>
                    <a:pt x="113222" y="151918"/>
                  </a:lnTo>
                  <a:lnTo>
                    <a:pt x="111789" y="148096"/>
                  </a:lnTo>
                  <a:lnTo>
                    <a:pt x="110833" y="145707"/>
                  </a:lnTo>
                  <a:lnTo>
                    <a:pt x="110355" y="144274"/>
                  </a:lnTo>
                  <a:lnTo>
                    <a:pt x="110355" y="142363"/>
                  </a:lnTo>
                  <a:lnTo>
                    <a:pt x="109878" y="141408"/>
                  </a:lnTo>
                  <a:lnTo>
                    <a:pt x="109400" y="140453"/>
                  </a:lnTo>
                  <a:lnTo>
                    <a:pt x="109400" y="137586"/>
                  </a:lnTo>
                  <a:lnTo>
                    <a:pt x="109878" y="132809"/>
                  </a:lnTo>
                  <a:lnTo>
                    <a:pt x="110355" y="128987"/>
                  </a:lnTo>
                  <a:lnTo>
                    <a:pt x="109878" y="126598"/>
                  </a:lnTo>
                  <a:lnTo>
                    <a:pt x="110833" y="124687"/>
                  </a:lnTo>
                  <a:lnTo>
                    <a:pt x="112266" y="123254"/>
                  </a:lnTo>
                  <a:lnTo>
                    <a:pt x="113700" y="121343"/>
                  </a:lnTo>
                  <a:lnTo>
                    <a:pt x="113700" y="118477"/>
                  </a:lnTo>
                  <a:lnTo>
                    <a:pt x="114655" y="116088"/>
                  </a:lnTo>
                  <a:lnTo>
                    <a:pt x="117044" y="114177"/>
                  </a:lnTo>
                  <a:lnTo>
                    <a:pt x="117521" y="112744"/>
                  </a:lnTo>
                  <a:lnTo>
                    <a:pt x="117044" y="110833"/>
                  </a:lnTo>
                  <a:lnTo>
                    <a:pt x="116566" y="109878"/>
                  </a:lnTo>
                  <a:lnTo>
                    <a:pt x="115133" y="108922"/>
                  </a:lnTo>
                  <a:lnTo>
                    <a:pt x="115133" y="108922"/>
                  </a:lnTo>
                  <a:lnTo>
                    <a:pt x="112744" y="107967"/>
                  </a:lnTo>
                  <a:lnTo>
                    <a:pt x="111789" y="107967"/>
                  </a:lnTo>
                  <a:lnTo>
                    <a:pt x="109400" y="107967"/>
                  </a:lnTo>
                  <a:lnTo>
                    <a:pt x="109400" y="107967"/>
                  </a:lnTo>
                  <a:lnTo>
                    <a:pt x="107489" y="108922"/>
                  </a:lnTo>
                  <a:lnTo>
                    <a:pt x="103667" y="109400"/>
                  </a:lnTo>
                  <a:lnTo>
                    <a:pt x="103667" y="109400"/>
                  </a:lnTo>
                  <a:lnTo>
                    <a:pt x="96979" y="110355"/>
                  </a:lnTo>
                  <a:lnTo>
                    <a:pt x="91724" y="110355"/>
                  </a:lnTo>
                  <a:lnTo>
                    <a:pt x="89335" y="109878"/>
                  </a:lnTo>
                  <a:lnTo>
                    <a:pt x="87902" y="109400"/>
                  </a:lnTo>
                  <a:lnTo>
                    <a:pt x="85036" y="109878"/>
                  </a:lnTo>
                  <a:lnTo>
                    <a:pt x="82647" y="111311"/>
                  </a:lnTo>
                  <a:lnTo>
                    <a:pt x="81214" y="111311"/>
                  </a:lnTo>
                  <a:lnTo>
                    <a:pt x="81214" y="111311"/>
                  </a:lnTo>
                  <a:lnTo>
                    <a:pt x="80736" y="110833"/>
                  </a:lnTo>
                  <a:lnTo>
                    <a:pt x="80258" y="110833"/>
                  </a:lnTo>
                  <a:lnTo>
                    <a:pt x="80258" y="110833"/>
                  </a:lnTo>
                  <a:lnTo>
                    <a:pt x="79303" y="110355"/>
                  </a:lnTo>
                  <a:lnTo>
                    <a:pt x="78348" y="110833"/>
                  </a:lnTo>
                  <a:lnTo>
                    <a:pt x="78348" y="110833"/>
                  </a:lnTo>
                  <a:lnTo>
                    <a:pt x="77870" y="110833"/>
                  </a:lnTo>
                  <a:lnTo>
                    <a:pt x="77870" y="110833"/>
                  </a:lnTo>
                  <a:lnTo>
                    <a:pt x="75004" y="107489"/>
                  </a:lnTo>
                  <a:lnTo>
                    <a:pt x="72137" y="104145"/>
                  </a:lnTo>
                  <a:lnTo>
                    <a:pt x="68793" y="100323"/>
                  </a:lnTo>
                  <a:lnTo>
                    <a:pt x="64971" y="96024"/>
                  </a:lnTo>
                  <a:lnTo>
                    <a:pt x="64016" y="96024"/>
                  </a:lnTo>
                  <a:lnTo>
                    <a:pt x="63060" y="96024"/>
                  </a:lnTo>
                  <a:lnTo>
                    <a:pt x="61627" y="96024"/>
                  </a:lnTo>
                  <a:lnTo>
                    <a:pt x="59239" y="95546"/>
                  </a:lnTo>
                  <a:lnTo>
                    <a:pt x="57328" y="95068"/>
                  </a:lnTo>
                  <a:lnTo>
                    <a:pt x="56372" y="94113"/>
                  </a:lnTo>
                  <a:lnTo>
                    <a:pt x="56372" y="94113"/>
                  </a:lnTo>
                  <a:lnTo>
                    <a:pt x="54939" y="94113"/>
                  </a:lnTo>
                  <a:lnTo>
                    <a:pt x="53983" y="93635"/>
                  </a:lnTo>
                  <a:lnTo>
                    <a:pt x="53506" y="93635"/>
                  </a:lnTo>
                  <a:lnTo>
                    <a:pt x="52073" y="93157"/>
                  </a:lnTo>
                  <a:lnTo>
                    <a:pt x="50639" y="93635"/>
                  </a:lnTo>
                  <a:lnTo>
                    <a:pt x="46817" y="95068"/>
                  </a:lnTo>
                  <a:lnTo>
                    <a:pt x="44429" y="95068"/>
                  </a:lnTo>
                  <a:lnTo>
                    <a:pt x="44429" y="95068"/>
                  </a:lnTo>
                  <a:lnTo>
                    <a:pt x="42518" y="95068"/>
                  </a:lnTo>
                  <a:lnTo>
                    <a:pt x="39651" y="94590"/>
                  </a:lnTo>
                  <a:lnTo>
                    <a:pt x="37741" y="94590"/>
                  </a:lnTo>
                  <a:lnTo>
                    <a:pt x="34397" y="94590"/>
                  </a:lnTo>
                  <a:lnTo>
                    <a:pt x="31052" y="95068"/>
                  </a:lnTo>
                  <a:lnTo>
                    <a:pt x="29141" y="95068"/>
                  </a:lnTo>
                  <a:lnTo>
                    <a:pt x="26753" y="94590"/>
                  </a:lnTo>
                  <a:lnTo>
                    <a:pt x="25320" y="93157"/>
                  </a:lnTo>
                  <a:lnTo>
                    <a:pt x="23886" y="90291"/>
                  </a:lnTo>
                  <a:lnTo>
                    <a:pt x="23886" y="90291"/>
                  </a:lnTo>
                  <a:lnTo>
                    <a:pt x="22931" y="88380"/>
                  </a:lnTo>
                  <a:lnTo>
                    <a:pt x="22931" y="88380"/>
                  </a:lnTo>
                  <a:lnTo>
                    <a:pt x="21498" y="87902"/>
                  </a:lnTo>
                  <a:lnTo>
                    <a:pt x="21020" y="87902"/>
                  </a:lnTo>
                  <a:lnTo>
                    <a:pt x="19587" y="87424"/>
                  </a:lnTo>
                  <a:lnTo>
                    <a:pt x="19109" y="87424"/>
                  </a:lnTo>
                  <a:lnTo>
                    <a:pt x="18154" y="86469"/>
                  </a:lnTo>
                  <a:lnTo>
                    <a:pt x="18154" y="86469"/>
                  </a:lnTo>
                  <a:lnTo>
                    <a:pt x="17676" y="85514"/>
                  </a:lnTo>
                  <a:lnTo>
                    <a:pt x="17676" y="85514"/>
                  </a:lnTo>
                  <a:lnTo>
                    <a:pt x="17676" y="83603"/>
                  </a:lnTo>
                  <a:lnTo>
                    <a:pt x="17676" y="81214"/>
                  </a:lnTo>
                  <a:lnTo>
                    <a:pt x="18154" y="80258"/>
                  </a:lnTo>
                  <a:lnTo>
                    <a:pt x="18154" y="77392"/>
                  </a:lnTo>
                  <a:lnTo>
                    <a:pt x="19109" y="75959"/>
                  </a:lnTo>
                  <a:lnTo>
                    <a:pt x="20065" y="75004"/>
                  </a:lnTo>
                  <a:lnTo>
                    <a:pt x="20065" y="74048"/>
                  </a:lnTo>
                  <a:lnTo>
                    <a:pt x="19109" y="71659"/>
                  </a:lnTo>
                  <a:lnTo>
                    <a:pt x="18632" y="69748"/>
                  </a:lnTo>
                  <a:lnTo>
                    <a:pt x="16721" y="67838"/>
                  </a:lnTo>
                  <a:lnTo>
                    <a:pt x="13854" y="65449"/>
                  </a:lnTo>
                  <a:lnTo>
                    <a:pt x="13854" y="65449"/>
                  </a:lnTo>
                  <a:lnTo>
                    <a:pt x="12899" y="61149"/>
                  </a:lnTo>
                  <a:lnTo>
                    <a:pt x="11466" y="56372"/>
                  </a:lnTo>
                  <a:lnTo>
                    <a:pt x="10510" y="55894"/>
                  </a:lnTo>
                  <a:lnTo>
                    <a:pt x="10510" y="55894"/>
                  </a:lnTo>
                  <a:lnTo>
                    <a:pt x="10032" y="55894"/>
                  </a:lnTo>
                  <a:lnTo>
                    <a:pt x="9077" y="56372"/>
                  </a:lnTo>
                  <a:lnTo>
                    <a:pt x="9077" y="56372"/>
                  </a:lnTo>
                  <a:lnTo>
                    <a:pt x="8121" y="55894"/>
                  </a:lnTo>
                  <a:lnTo>
                    <a:pt x="8121" y="55894"/>
                  </a:lnTo>
                  <a:lnTo>
                    <a:pt x="7166" y="53983"/>
                  </a:lnTo>
                  <a:lnTo>
                    <a:pt x="6210" y="53506"/>
                  </a:lnTo>
                  <a:lnTo>
                    <a:pt x="4777" y="54461"/>
                  </a:lnTo>
                  <a:lnTo>
                    <a:pt x="3344" y="54939"/>
                  </a:lnTo>
                  <a:lnTo>
                    <a:pt x="478" y="55417"/>
                  </a:lnTo>
                  <a:lnTo>
                    <a:pt x="478" y="55417"/>
                  </a:lnTo>
                  <a:lnTo>
                    <a:pt x="0" y="54939"/>
                  </a:lnTo>
                  <a:lnTo>
                    <a:pt x="0" y="54461"/>
                  </a:lnTo>
                  <a:lnTo>
                    <a:pt x="1433" y="52550"/>
                  </a:lnTo>
                  <a:lnTo>
                    <a:pt x="2866" y="50162"/>
                  </a:lnTo>
                  <a:lnTo>
                    <a:pt x="4300" y="48251"/>
                  </a:lnTo>
                  <a:lnTo>
                    <a:pt x="5733" y="46340"/>
                  </a:lnTo>
                  <a:lnTo>
                    <a:pt x="7166" y="43951"/>
                  </a:lnTo>
                  <a:lnTo>
                    <a:pt x="7644" y="39651"/>
                  </a:lnTo>
                  <a:lnTo>
                    <a:pt x="8599" y="36785"/>
                  </a:lnTo>
                  <a:lnTo>
                    <a:pt x="10032" y="31052"/>
                  </a:lnTo>
                  <a:lnTo>
                    <a:pt x="12421" y="26753"/>
                  </a:lnTo>
                  <a:lnTo>
                    <a:pt x="13376" y="24842"/>
                  </a:lnTo>
                  <a:lnTo>
                    <a:pt x="15765" y="21975"/>
                  </a:lnTo>
                  <a:lnTo>
                    <a:pt x="16721" y="20542"/>
                  </a:lnTo>
                  <a:lnTo>
                    <a:pt x="18154" y="19587"/>
                  </a:lnTo>
                  <a:lnTo>
                    <a:pt x="21975" y="18154"/>
                  </a:lnTo>
                  <a:lnTo>
                    <a:pt x="26753" y="10510"/>
                  </a:lnTo>
                  <a:lnTo>
                    <a:pt x="27708" y="9555"/>
                  </a:lnTo>
                  <a:lnTo>
                    <a:pt x="32486" y="8121"/>
                  </a:lnTo>
                  <a:lnTo>
                    <a:pt x="36307" y="7644"/>
                  </a:lnTo>
                  <a:lnTo>
                    <a:pt x="38218" y="6688"/>
                  </a:lnTo>
                  <a:lnTo>
                    <a:pt x="39174" y="6688"/>
                  </a:lnTo>
                  <a:lnTo>
                    <a:pt x="39651" y="6210"/>
                  </a:lnTo>
                  <a:lnTo>
                    <a:pt x="40607" y="5733"/>
                  </a:lnTo>
                  <a:lnTo>
                    <a:pt x="40607" y="6210"/>
                  </a:lnTo>
                  <a:lnTo>
                    <a:pt x="40129" y="6688"/>
                  </a:lnTo>
                  <a:lnTo>
                    <a:pt x="38696" y="7644"/>
                  </a:lnTo>
                  <a:lnTo>
                    <a:pt x="37263" y="8599"/>
                  </a:lnTo>
                  <a:lnTo>
                    <a:pt x="29619" y="10032"/>
                  </a:lnTo>
                  <a:lnTo>
                    <a:pt x="29141" y="10510"/>
                  </a:lnTo>
                  <a:lnTo>
                    <a:pt x="27708" y="11466"/>
                  </a:lnTo>
                  <a:lnTo>
                    <a:pt x="27708" y="12899"/>
                  </a:lnTo>
                  <a:lnTo>
                    <a:pt x="28186" y="14332"/>
                  </a:lnTo>
                  <a:lnTo>
                    <a:pt x="30575" y="18154"/>
                  </a:lnTo>
                  <a:lnTo>
                    <a:pt x="31052" y="19109"/>
                  </a:lnTo>
                  <a:lnTo>
                    <a:pt x="34397" y="21498"/>
                  </a:lnTo>
                  <a:lnTo>
                    <a:pt x="33441" y="21975"/>
                  </a:lnTo>
                  <a:lnTo>
                    <a:pt x="32486" y="21975"/>
                  </a:lnTo>
                  <a:lnTo>
                    <a:pt x="33441" y="24842"/>
                  </a:lnTo>
                  <a:lnTo>
                    <a:pt x="34874" y="26753"/>
                  </a:lnTo>
                  <a:lnTo>
                    <a:pt x="35352" y="28186"/>
                  </a:lnTo>
                  <a:lnTo>
                    <a:pt x="33919" y="32008"/>
                  </a:lnTo>
                  <a:lnTo>
                    <a:pt x="31052" y="34397"/>
                  </a:lnTo>
                  <a:lnTo>
                    <a:pt x="29141" y="37263"/>
                  </a:lnTo>
                  <a:lnTo>
                    <a:pt x="27708" y="38218"/>
                  </a:lnTo>
                  <a:lnTo>
                    <a:pt x="24842" y="43473"/>
                  </a:lnTo>
                  <a:lnTo>
                    <a:pt x="27231" y="46817"/>
                  </a:lnTo>
                  <a:lnTo>
                    <a:pt x="27708" y="48251"/>
                  </a:lnTo>
                  <a:lnTo>
                    <a:pt x="29619" y="50639"/>
                  </a:lnTo>
                  <a:lnTo>
                    <a:pt x="31052" y="51595"/>
                  </a:lnTo>
                  <a:lnTo>
                    <a:pt x="32008" y="52550"/>
                  </a:lnTo>
                  <a:lnTo>
                    <a:pt x="31530" y="53983"/>
                  </a:lnTo>
                  <a:lnTo>
                    <a:pt x="32008" y="55894"/>
                  </a:lnTo>
                  <a:lnTo>
                    <a:pt x="33441" y="57328"/>
                  </a:lnTo>
                  <a:lnTo>
                    <a:pt x="34397" y="57805"/>
                  </a:lnTo>
                  <a:lnTo>
                    <a:pt x="36307" y="57805"/>
                  </a:lnTo>
                  <a:lnTo>
                    <a:pt x="41085" y="56372"/>
                  </a:lnTo>
                  <a:lnTo>
                    <a:pt x="42040" y="55417"/>
                  </a:lnTo>
                  <a:lnTo>
                    <a:pt x="42996" y="54461"/>
                  </a:lnTo>
                  <a:lnTo>
                    <a:pt x="45384" y="52073"/>
                  </a:lnTo>
                  <a:lnTo>
                    <a:pt x="45384" y="49206"/>
                  </a:lnTo>
                  <a:lnTo>
                    <a:pt x="45862" y="45384"/>
                  </a:lnTo>
                  <a:lnTo>
                    <a:pt x="45384" y="42996"/>
                  </a:lnTo>
                  <a:lnTo>
                    <a:pt x="42996" y="40129"/>
                  </a:lnTo>
                  <a:lnTo>
                    <a:pt x="41563" y="37741"/>
                  </a:lnTo>
                  <a:lnTo>
                    <a:pt x="39174" y="35352"/>
                  </a:lnTo>
                  <a:lnTo>
                    <a:pt x="37741" y="31530"/>
                  </a:lnTo>
                  <a:lnTo>
                    <a:pt x="37263" y="30097"/>
                  </a:lnTo>
                  <a:lnTo>
                    <a:pt x="36785" y="28664"/>
                  </a:lnTo>
                  <a:lnTo>
                    <a:pt x="36307" y="25798"/>
                  </a:lnTo>
                  <a:lnTo>
                    <a:pt x="37741" y="24842"/>
                  </a:lnTo>
                  <a:lnTo>
                    <a:pt x="37741" y="22453"/>
                  </a:lnTo>
                  <a:lnTo>
                    <a:pt x="41563" y="21975"/>
                  </a:lnTo>
                  <a:lnTo>
                    <a:pt x="50639" y="17676"/>
                  </a:lnTo>
                  <a:lnTo>
                    <a:pt x="55894" y="16721"/>
                  </a:lnTo>
                  <a:lnTo>
                    <a:pt x="62105" y="14809"/>
                  </a:lnTo>
                  <a:lnTo>
                    <a:pt x="63538" y="13854"/>
                  </a:lnTo>
                  <a:lnTo>
                    <a:pt x="64971" y="11943"/>
                  </a:lnTo>
                  <a:lnTo>
                    <a:pt x="65927" y="11943"/>
                  </a:lnTo>
                  <a:lnTo>
                    <a:pt x="68793" y="13376"/>
                  </a:lnTo>
                  <a:lnTo>
                    <a:pt x="70704" y="12899"/>
                  </a:lnTo>
                  <a:lnTo>
                    <a:pt x="71182" y="11943"/>
                  </a:lnTo>
                  <a:lnTo>
                    <a:pt x="70226" y="9555"/>
                  </a:lnTo>
                  <a:lnTo>
                    <a:pt x="68315" y="9555"/>
                  </a:lnTo>
                  <a:lnTo>
                    <a:pt x="63060" y="10032"/>
                  </a:lnTo>
                  <a:lnTo>
                    <a:pt x="62582" y="9077"/>
                  </a:lnTo>
                  <a:lnTo>
                    <a:pt x="62582" y="8121"/>
                  </a:lnTo>
                  <a:lnTo>
                    <a:pt x="61149" y="5255"/>
                  </a:lnTo>
                  <a:lnTo>
                    <a:pt x="61627" y="3344"/>
                  </a:lnTo>
                  <a:lnTo>
                    <a:pt x="62582" y="1433"/>
                  </a:lnTo>
                  <a:lnTo>
                    <a:pt x="64493" y="956"/>
                  </a:lnTo>
                  <a:lnTo>
                    <a:pt x="66405" y="0"/>
                  </a:lnTo>
                  <a:lnTo>
                    <a:pt x="68315" y="1433"/>
                  </a:lnTo>
                  <a:lnTo>
                    <a:pt x="69271" y="2389"/>
                  </a:lnTo>
                  <a:lnTo>
                    <a:pt x="70226" y="3344"/>
                  </a:lnTo>
                  <a:lnTo>
                    <a:pt x="70704" y="6210"/>
                  </a:lnTo>
                  <a:lnTo>
                    <a:pt x="71659" y="9077"/>
                  </a:lnTo>
                  <a:lnTo>
                    <a:pt x="72615" y="11466"/>
                  </a:lnTo>
                  <a:lnTo>
                    <a:pt x="74048" y="12899"/>
                  </a:lnTo>
                  <a:lnTo>
                    <a:pt x="75481" y="12899"/>
                  </a:lnTo>
                  <a:lnTo>
                    <a:pt x="75959" y="12421"/>
                  </a:lnTo>
                  <a:lnTo>
                    <a:pt x="82170" y="12421"/>
                  </a:lnTo>
                  <a:lnTo>
                    <a:pt x="85514" y="13376"/>
                  </a:lnTo>
                  <a:lnTo>
                    <a:pt x="89813" y="13854"/>
                  </a:lnTo>
                  <a:lnTo>
                    <a:pt x="94113" y="16243"/>
                  </a:lnTo>
                  <a:lnTo>
                    <a:pt x="98412" y="18632"/>
                  </a:lnTo>
                  <a:lnTo>
                    <a:pt x="99368" y="21020"/>
                  </a:lnTo>
                  <a:lnTo>
                    <a:pt x="99846" y="22453"/>
                  </a:lnTo>
                  <a:lnTo>
                    <a:pt x="100801" y="23886"/>
                  </a:lnTo>
                  <a:lnTo>
                    <a:pt x="99846" y="25320"/>
                  </a:lnTo>
                  <a:lnTo>
                    <a:pt x="100323" y="27231"/>
                  </a:lnTo>
                  <a:lnTo>
                    <a:pt x="101756" y="29619"/>
                  </a:lnTo>
                  <a:lnTo>
                    <a:pt x="103667" y="31052"/>
                  </a:lnTo>
                  <a:lnTo>
                    <a:pt x="108922" y="31530"/>
                  </a:lnTo>
                  <a:lnTo>
                    <a:pt x="114655" y="30575"/>
                  </a:lnTo>
                  <a:lnTo>
                    <a:pt x="123732" y="29619"/>
                  </a:lnTo>
                  <a:lnTo>
                    <a:pt x="126598" y="29141"/>
                  </a:lnTo>
                  <a:lnTo>
                    <a:pt x="141408" y="28664"/>
                  </a:lnTo>
                  <a:lnTo>
                    <a:pt x="143796" y="29619"/>
                  </a:lnTo>
                  <a:lnTo>
                    <a:pt x="144274" y="30575"/>
                  </a:lnTo>
                  <a:lnTo>
                    <a:pt x="144274" y="31530"/>
                  </a:lnTo>
                  <a:lnTo>
                    <a:pt x="149052" y="35352"/>
                  </a:lnTo>
                  <a:lnTo>
                    <a:pt x="152873" y="35830"/>
                  </a:lnTo>
                  <a:lnTo>
                    <a:pt x="156218" y="37263"/>
                  </a:lnTo>
                  <a:lnTo>
                    <a:pt x="159562" y="37741"/>
                  </a:lnTo>
                  <a:lnTo>
                    <a:pt x="163384" y="38696"/>
                  </a:lnTo>
                  <a:lnTo>
                    <a:pt x="165294" y="38696"/>
                  </a:lnTo>
                  <a:lnTo>
                    <a:pt x="167205" y="38218"/>
                  </a:lnTo>
                  <a:lnTo>
                    <a:pt x="168638" y="38218"/>
                  </a:lnTo>
                  <a:lnTo>
                    <a:pt x="182015" y="31530"/>
                  </a:lnTo>
                  <a:lnTo>
                    <a:pt x="189181" y="32008"/>
                  </a:lnTo>
                  <a:lnTo>
                    <a:pt x="190136" y="31530"/>
                  </a:lnTo>
                  <a:lnTo>
                    <a:pt x="191092" y="31052"/>
                  </a:lnTo>
                  <a:lnTo>
                    <a:pt x="188226" y="30097"/>
                  </a:lnTo>
                  <a:lnTo>
                    <a:pt x="182493" y="29619"/>
                  </a:lnTo>
                  <a:lnTo>
                    <a:pt x="181060" y="30097"/>
                  </a:lnTo>
                  <a:lnTo>
                    <a:pt x="179626" y="28664"/>
                  </a:lnTo>
                  <a:lnTo>
                    <a:pt x="181537" y="28664"/>
                  </a:lnTo>
                  <a:lnTo>
                    <a:pt x="188226" y="28186"/>
                  </a:lnTo>
                  <a:lnTo>
                    <a:pt x="195869" y="28186"/>
                  </a:lnTo>
                  <a:lnTo>
                    <a:pt x="201602" y="27231"/>
                  </a:lnTo>
                  <a:lnTo>
                    <a:pt x="204946" y="26753"/>
                  </a:lnTo>
                  <a:lnTo>
                    <a:pt x="206379" y="27231"/>
                  </a:lnTo>
                  <a:lnTo>
                    <a:pt x="211634" y="26275"/>
                  </a:lnTo>
                  <a:lnTo>
                    <a:pt x="220711" y="27231"/>
                  </a:lnTo>
                  <a:lnTo>
                    <a:pt x="227877" y="26275"/>
                  </a:lnTo>
                  <a:lnTo>
                    <a:pt x="226921" y="27708"/>
                  </a:lnTo>
                  <a:lnTo>
                    <a:pt x="224533" y="28186"/>
                  </a:lnTo>
                  <a:lnTo>
                    <a:pt x="220711" y="28664"/>
                  </a:lnTo>
                  <a:lnTo>
                    <a:pt x="217845" y="30097"/>
                  </a:lnTo>
                  <a:lnTo>
                    <a:pt x="211634" y="29619"/>
                  </a:lnTo>
                  <a:lnTo>
                    <a:pt x="207335" y="30575"/>
                  </a:lnTo>
                  <a:lnTo>
                    <a:pt x="208768" y="31052"/>
                  </a:lnTo>
                  <a:lnTo>
                    <a:pt x="208768" y="32486"/>
                  </a:lnTo>
                  <a:lnTo>
                    <a:pt x="209245" y="32963"/>
                  </a:lnTo>
                  <a:lnTo>
                    <a:pt x="209723" y="32963"/>
                  </a:lnTo>
                  <a:lnTo>
                    <a:pt x="211156" y="33919"/>
                  </a:lnTo>
                  <a:lnTo>
                    <a:pt x="211634" y="34874"/>
                  </a:lnTo>
                  <a:lnTo>
                    <a:pt x="212112" y="36307"/>
                  </a:lnTo>
                  <a:lnTo>
                    <a:pt x="211634" y="38218"/>
                  </a:lnTo>
                  <a:lnTo>
                    <a:pt x="210679" y="39174"/>
                  </a:lnTo>
                  <a:lnTo>
                    <a:pt x="212590" y="38696"/>
                  </a:lnTo>
                  <a:lnTo>
                    <a:pt x="213545" y="38218"/>
                  </a:lnTo>
                  <a:lnTo>
                    <a:pt x="213067" y="37263"/>
                  </a:lnTo>
                  <a:lnTo>
                    <a:pt x="213545" y="36307"/>
                  </a:lnTo>
                  <a:lnTo>
                    <a:pt x="214501" y="36307"/>
                  </a:lnTo>
                  <a:lnTo>
                    <a:pt x="214978" y="36785"/>
                  </a:lnTo>
                  <a:lnTo>
                    <a:pt x="217367" y="41563"/>
                  </a:lnTo>
                  <a:lnTo>
                    <a:pt x="219278" y="43951"/>
                  </a:lnTo>
                  <a:lnTo>
                    <a:pt x="219278" y="43951"/>
                  </a:lnTo>
                  <a:lnTo>
                    <a:pt x="219756" y="43951"/>
                  </a:lnTo>
                  <a:lnTo>
                    <a:pt x="220233" y="43473"/>
                  </a:lnTo>
                  <a:lnTo>
                    <a:pt x="221189" y="42518"/>
                  </a:lnTo>
                  <a:lnTo>
                    <a:pt x="221667" y="42996"/>
                  </a:lnTo>
                  <a:lnTo>
                    <a:pt x="222144" y="43473"/>
                  </a:lnTo>
                  <a:lnTo>
                    <a:pt x="222144" y="43473"/>
                  </a:lnTo>
                  <a:lnTo>
                    <a:pt x="222144" y="42518"/>
                  </a:lnTo>
                  <a:lnTo>
                    <a:pt x="222622" y="41085"/>
                  </a:lnTo>
                  <a:lnTo>
                    <a:pt x="222144" y="40607"/>
                  </a:lnTo>
                  <a:lnTo>
                    <a:pt x="223100" y="40607"/>
                  </a:lnTo>
                  <a:lnTo>
                    <a:pt x="224055" y="40607"/>
                  </a:lnTo>
                  <a:lnTo>
                    <a:pt x="225010" y="41085"/>
                  </a:lnTo>
                  <a:lnTo>
                    <a:pt x="227399" y="42518"/>
                  </a:lnTo>
                  <a:lnTo>
                    <a:pt x="228833" y="43951"/>
                  </a:lnTo>
                  <a:lnTo>
                    <a:pt x="228833" y="44907"/>
                  </a:lnTo>
                  <a:lnTo>
                    <a:pt x="229310" y="45384"/>
                  </a:lnTo>
                  <a:lnTo>
                    <a:pt x="230266" y="45862"/>
                  </a:lnTo>
                  <a:lnTo>
                    <a:pt x="230743" y="46817"/>
                  </a:lnTo>
                  <a:lnTo>
                    <a:pt x="230743" y="45862"/>
                  </a:lnTo>
                  <a:lnTo>
                    <a:pt x="230266" y="44907"/>
                  </a:lnTo>
                  <a:lnTo>
                    <a:pt x="230266" y="43473"/>
                  </a:lnTo>
                  <a:lnTo>
                    <a:pt x="232654" y="43473"/>
                  </a:lnTo>
                  <a:lnTo>
                    <a:pt x="233610" y="42040"/>
                  </a:lnTo>
                  <a:lnTo>
                    <a:pt x="235043" y="42996"/>
                  </a:lnTo>
                  <a:lnTo>
                    <a:pt x="239342" y="46817"/>
                  </a:lnTo>
                  <a:lnTo>
                    <a:pt x="240776" y="47773"/>
                  </a:lnTo>
                  <a:lnTo>
                    <a:pt x="245075" y="48251"/>
                  </a:lnTo>
                  <a:lnTo>
                    <a:pt x="247942" y="50162"/>
                  </a:lnTo>
                  <a:lnTo>
                    <a:pt x="249375" y="52073"/>
                  </a:lnTo>
                  <a:lnTo>
                    <a:pt x="248419" y="53506"/>
                  </a:lnTo>
                  <a:lnTo>
                    <a:pt x="246031" y="54461"/>
                  </a:lnTo>
                  <a:lnTo>
                    <a:pt x="244598" y="55417"/>
                  </a:lnTo>
                  <a:lnTo>
                    <a:pt x="244120" y="56850"/>
                  </a:lnTo>
                  <a:lnTo>
                    <a:pt x="244120" y="57805"/>
                  </a:lnTo>
                  <a:lnTo>
                    <a:pt x="243164" y="59239"/>
                  </a:lnTo>
                  <a:lnTo>
                    <a:pt x="243164" y="59716"/>
                  </a:lnTo>
                  <a:lnTo>
                    <a:pt x="242686" y="61149"/>
                  </a:lnTo>
                  <a:lnTo>
                    <a:pt x="241731" y="63538"/>
                  </a:lnTo>
                  <a:lnTo>
                    <a:pt x="240298" y="65927"/>
                  </a:lnTo>
                  <a:lnTo>
                    <a:pt x="233132" y="65927"/>
                  </a:lnTo>
                  <a:lnTo>
                    <a:pt x="234565" y="66882"/>
                  </a:lnTo>
                  <a:lnTo>
                    <a:pt x="236476" y="67360"/>
                  </a:lnTo>
                  <a:lnTo>
                    <a:pt x="239342" y="69271"/>
                  </a:lnTo>
                  <a:lnTo>
                    <a:pt x="241253" y="67838"/>
                  </a:lnTo>
                  <a:lnTo>
                    <a:pt x="244598" y="67838"/>
                  </a:lnTo>
                  <a:lnTo>
                    <a:pt x="247942" y="65927"/>
                  </a:lnTo>
                  <a:lnTo>
                    <a:pt x="249375" y="65927"/>
                  </a:lnTo>
                  <a:lnTo>
                    <a:pt x="255585" y="66882"/>
                  </a:lnTo>
                  <a:lnTo>
                    <a:pt x="257018" y="65449"/>
                  </a:lnTo>
                  <a:lnTo>
                    <a:pt x="258452" y="65449"/>
                  </a:lnTo>
                  <a:lnTo>
                    <a:pt x="261796" y="65449"/>
                  </a:lnTo>
                  <a:lnTo>
                    <a:pt x="264662" y="6688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6" name="Freeform 5655">
              <a:extLst>
                <a:ext uri="{FF2B5EF4-FFF2-40B4-BE49-F238E27FC236}">
                  <a16:creationId xmlns:a16="http://schemas.microsoft.com/office/drawing/2014/main" id="{0FE17731-8E8A-2003-66C7-4E6AAE6731C7}"/>
                </a:ext>
              </a:extLst>
            </p:cNvPr>
            <p:cNvSpPr/>
            <p:nvPr/>
          </p:nvSpPr>
          <p:spPr>
            <a:xfrm>
              <a:off x="4606439" y="4531383"/>
              <a:ext cx="11943" cy="5254"/>
            </a:xfrm>
            <a:custGeom>
              <a:avLst/>
              <a:gdLst>
                <a:gd name="csX0" fmla="*/ 10988 w 11943"/>
                <a:gd name="csY0" fmla="*/ 955 h 5254"/>
                <a:gd name="csX1" fmla="*/ 11943 w 11943"/>
                <a:gd name="csY1" fmla="*/ 3344 h 5254"/>
                <a:gd name="csX2" fmla="*/ 11465 w 11943"/>
                <a:gd name="csY2" fmla="*/ 3822 h 5254"/>
                <a:gd name="csX3" fmla="*/ 9555 w 11943"/>
                <a:gd name="csY3" fmla="*/ 5255 h 5254"/>
                <a:gd name="csX4" fmla="*/ 8121 w 11943"/>
                <a:gd name="csY4" fmla="*/ 5255 h 5254"/>
                <a:gd name="csX5" fmla="*/ 7166 w 11943"/>
                <a:gd name="csY5" fmla="*/ 5255 h 5254"/>
                <a:gd name="csX6" fmla="*/ 6210 w 11943"/>
                <a:gd name="csY6" fmla="*/ 4777 h 5254"/>
                <a:gd name="csX7" fmla="*/ 4777 w 11943"/>
                <a:gd name="csY7" fmla="*/ 3822 h 5254"/>
                <a:gd name="csX8" fmla="*/ 3822 w 11943"/>
                <a:gd name="csY8" fmla="*/ 4299 h 5254"/>
                <a:gd name="csX9" fmla="*/ 956 w 11943"/>
                <a:gd name="csY9" fmla="*/ 3822 h 5254"/>
                <a:gd name="csX10" fmla="*/ 0 w 11943"/>
                <a:gd name="csY10" fmla="*/ 3344 h 5254"/>
                <a:gd name="csX11" fmla="*/ 1433 w 11943"/>
                <a:gd name="csY11" fmla="*/ 2389 h 5254"/>
                <a:gd name="csX12" fmla="*/ 3344 w 11943"/>
                <a:gd name="csY12" fmla="*/ 1911 h 5254"/>
                <a:gd name="csX13" fmla="*/ 3822 w 11943"/>
                <a:gd name="csY13" fmla="*/ 1433 h 5254"/>
                <a:gd name="csX14" fmla="*/ 4299 w 11943"/>
                <a:gd name="csY14" fmla="*/ 2389 h 5254"/>
                <a:gd name="csX15" fmla="*/ 5733 w 11943"/>
                <a:gd name="csY15" fmla="*/ 2866 h 5254"/>
                <a:gd name="csX16" fmla="*/ 7644 w 11943"/>
                <a:gd name="csY16" fmla="*/ 2866 h 5254"/>
                <a:gd name="csX17" fmla="*/ 8121 w 11943"/>
                <a:gd name="csY17" fmla="*/ 1911 h 5254"/>
                <a:gd name="csX18" fmla="*/ 10032 w 11943"/>
                <a:gd name="csY18" fmla="*/ 0 h 5254"/>
                <a:gd name="csX19" fmla="*/ 10988 w 11943"/>
                <a:gd name="csY19" fmla="*/ 955 h 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943" h="5254">
                  <a:moveTo>
                    <a:pt x="10988" y="955"/>
                  </a:moveTo>
                  <a:lnTo>
                    <a:pt x="11943" y="3344"/>
                  </a:lnTo>
                  <a:lnTo>
                    <a:pt x="11465" y="3822"/>
                  </a:lnTo>
                  <a:lnTo>
                    <a:pt x="9555" y="5255"/>
                  </a:lnTo>
                  <a:lnTo>
                    <a:pt x="8121" y="5255"/>
                  </a:lnTo>
                  <a:lnTo>
                    <a:pt x="7166" y="5255"/>
                  </a:lnTo>
                  <a:lnTo>
                    <a:pt x="6210" y="4777"/>
                  </a:lnTo>
                  <a:lnTo>
                    <a:pt x="4777" y="3822"/>
                  </a:lnTo>
                  <a:lnTo>
                    <a:pt x="3822" y="4299"/>
                  </a:lnTo>
                  <a:lnTo>
                    <a:pt x="956" y="3822"/>
                  </a:lnTo>
                  <a:lnTo>
                    <a:pt x="0" y="3344"/>
                  </a:lnTo>
                  <a:lnTo>
                    <a:pt x="1433" y="2389"/>
                  </a:lnTo>
                  <a:lnTo>
                    <a:pt x="3344" y="1911"/>
                  </a:lnTo>
                  <a:lnTo>
                    <a:pt x="3822" y="1433"/>
                  </a:lnTo>
                  <a:lnTo>
                    <a:pt x="4299" y="2389"/>
                  </a:lnTo>
                  <a:lnTo>
                    <a:pt x="5733" y="2866"/>
                  </a:lnTo>
                  <a:lnTo>
                    <a:pt x="7644" y="2866"/>
                  </a:lnTo>
                  <a:lnTo>
                    <a:pt x="8121" y="1911"/>
                  </a:lnTo>
                  <a:lnTo>
                    <a:pt x="10032" y="0"/>
                  </a:lnTo>
                  <a:lnTo>
                    <a:pt x="10988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7" name="Freeform 5656">
              <a:extLst>
                <a:ext uri="{FF2B5EF4-FFF2-40B4-BE49-F238E27FC236}">
                  <a16:creationId xmlns:a16="http://schemas.microsoft.com/office/drawing/2014/main" id="{3BC0966A-3988-FDFA-B5CA-83E9F57CC68E}"/>
                </a:ext>
              </a:extLst>
            </p:cNvPr>
            <p:cNvSpPr/>
            <p:nvPr/>
          </p:nvSpPr>
          <p:spPr>
            <a:xfrm>
              <a:off x="4586374" y="4535205"/>
              <a:ext cx="4299" cy="1433"/>
            </a:xfrm>
            <a:custGeom>
              <a:avLst/>
              <a:gdLst>
                <a:gd name="csX0" fmla="*/ 4300 w 4299"/>
                <a:gd name="csY0" fmla="*/ 956 h 1433"/>
                <a:gd name="csX1" fmla="*/ 2866 w 4299"/>
                <a:gd name="csY1" fmla="*/ 1433 h 1433"/>
                <a:gd name="csX2" fmla="*/ 956 w 4299"/>
                <a:gd name="csY2" fmla="*/ 956 h 1433"/>
                <a:gd name="csX3" fmla="*/ 0 w 4299"/>
                <a:gd name="csY3" fmla="*/ 478 h 1433"/>
                <a:gd name="csX4" fmla="*/ 956 w 4299"/>
                <a:gd name="csY4" fmla="*/ 0 h 1433"/>
                <a:gd name="csX5" fmla="*/ 2389 w 4299"/>
                <a:gd name="csY5" fmla="*/ 0 h 1433"/>
                <a:gd name="csX6" fmla="*/ 3822 w 4299"/>
                <a:gd name="csY6" fmla="*/ 478 h 1433"/>
                <a:gd name="csX7" fmla="*/ 4300 w 4299"/>
                <a:gd name="csY7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99" h="1433">
                  <a:moveTo>
                    <a:pt x="4300" y="956"/>
                  </a:moveTo>
                  <a:lnTo>
                    <a:pt x="2866" y="1433"/>
                  </a:lnTo>
                  <a:lnTo>
                    <a:pt x="956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3822" y="478"/>
                  </a:lnTo>
                  <a:lnTo>
                    <a:pt x="4300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8" name="Freeform 5657">
              <a:extLst>
                <a:ext uri="{FF2B5EF4-FFF2-40B4-BE49-F238E27FC236}">
                  <a16:creationId xmlns:a16="http://schemas.microsoft.com/office/drawing/2014/main" id="{2FC6F4E5-861C-66E3-69B8-65593D439BB5}"/>
                </a:ext>
              </a:extLst>
            </p:cNvPr>
            <p:cNvSpPr/>
            <p:nvPr/>
          </p:nvSpPr>
          <p:spPr>
            <a:xfrm>
              <a:off x="4675232" y="4567213"/>
              <a:ext cx="3822" cy="1910"/>
            </a:xfrm>
            <a:custGeom>
              <a:avLst/>
              <a:gdLst>
                <a:gd name="csX0" fmla="*/ 2389 w 3822"/>
                <a:gd name="csY0" fmla="*/ 1433 h 1910"/>
                <a:gd name="csX1" fmla="*/ 0 w 3822"/>
                <a:gd name="csY1" fmla="*/ 1911 h 1910"/>
                <a:gd name="csX2" fmla="*/ 0 w 3822"/>
                <a:gd name="csY2" fmla="*/ 1433 h 1910"/>
                <a:gd name="csX3" fmla="*/ 478 w 3822"/>
                <a:gd name="csY3" fmla="*/ 955 h 1910"/>
                <a:gd name="csX4" fmla="*/ 1911 w 3822"/>
                <a:gd name="csY4" fmla="*/ 478 h 1910"/>
                <a:gd name="csX5" fmla="*/ 2389 w 3822"/>
                <a:gd name="csY5" fmla="*/ 0 h 1910"/>
                <a:gd name="csX6" fmla="*/ 3344 w 3822"/>
                <a:gd name="csY6" fmla="*/ 0 h 1910"/>
                <a:gd name="csX7" fmla="*/ 3344 w 3822"/>
                <a:gd name="csY7" fmla="*/ 0 h 1910"/>
                <a:gd name="csX8" fmla="*/ 3822 w 3822"/>
                <a:gd name="csY8" fmla="*/ 478 h 1910"/>
                <a:gd name="csX9" fmla="*/ 2867 w 3822"/>
                <a:gd name="csY9" fmla="*/ 955 h 1910"/>
                <a:gd name="csX10" fmla="*/ 2389 w 3822"/>
                <a:gd name="csY10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22" h="1910">
                  <a:moveTo>
                    <a:pt x="2389" y="1433"/>
                  </a:moveTo>
                  <a:lnTo>
                    <a:pt x="0" y="1911"/>
                  </a:lnTo>
                  <a:lnTo>
                    <a:pt x="0" y="1433"/>
                  </a:lnTo>
                  <a:lnTo>
                    <a:pt x="478" y="955"/>
                  </a:lnTo>
                  <a:lnTo>
                    <a:pt x="1911" y="478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3344" y="0"/>
                  </a:lnTo>
                  <a:lnTo>
                    <a:pt x="3822" y="478"/>
                  </a:lnTo>
                  <a:lnTo>
                    <a:pt x="2867" y="955"/>
                  </a:lnTo>
                  <a:lnTo>
                    <a:pt x="238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9" name="Freeform 5658">
              <a:extLst>
                <a:ext uri="{FF2B5EF4-FFF2-40B4-BE49-F238E27FC236}">
                  <a16:creationId xmlns:a16="http://schemas.microsoft.com/office/drawing/2014/main" id="{967A2CE9-527E-C67D-14EC-4F010F1B0CC6}"/>
                </a:ext>
              </a:extLst>
            </p:cNvPr>
            <p:cNvSpPr/>
            <p:nvPr/>
          </p:nvSpPr>
          <p:spPr>
            <a:xfrm>
              <a:off x="4672843" y="4570079"/>
              <a:ext cx="4299" cy="3821"/>
            </a:xfrm>
            <a:custGeom>
              <a:avLst/>
              <a:gdLst>
                <a:gd name="csX0" fmla="*/ 1433 w 4299"/>
                <a:gd name="csY0" fmla="*/ 3822 h 3821"/>
                <a:gd name="csX1" fmla="*/ 0 w 4299"/>
                <a:gd name="csY1" fmla="*/ 3822 h 3821"/>
                <a:gd name="csX2" fmla="*/ 0 w 4299"/>
                <a:gd name="csY2" fmla="*/ 1911 h 3821"/>
                <a:gd name="csX3" fmla="*/ 0 w 4299"/>
                <a:gd name="csY3" fmla="*/ 1433 h 3821"/>
                <a:gd name="csX4" fmla="*/ 2389 w 4299"/>
                <a:gd name="csY4" fmla="*/ 0 h 3821"/>
                <a:gd name="csX5" fmla="*/ 2867 w 4299"/>
                <a:gd name="csY5" fmla="*/ 0 h 3821"/>
                <a:gd name="csX6" fmla="*/ 3344 w 4299"/>
                <a:gd name="csY6" fmla="*/ 0 h 3821"/>
                <a:gd name="csX7" fmla="*/ 3344 w 4299"/>
                <a:gd name="csY7" fmla="*/ 478 h 3821"/>
                <a:gd name="csX8" fmla="*/ 4300 w 4299"/>
                <a:gd name="csY8" fmla="*/ 1433 h 3821"/>
                <a:gd name="csX9" fmla="*/ 3822 w 4299"/>
                <a:gd name="csY9" fmla="*/ 1911 h 3821"/>
                <a:gd name="csX10" fmla="*/ 2867 w 4299"/>
                <a:gd name="csY10" fmla="*/ 2866 h 3821"/>
                <a:gd name="csX11" fmla="*/ 1433 w 4299"/>
                <a:gd name="csY11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299" h="3821">
                  <a:moveTo>
                    <a:pt x="1433" y="3822"/>
                  </a:moveTo>
                  <a:lnTo>
                    <a:pt x="0" y="3822"/>
                  </a:lnTo>
                  <a:lnTo>
                    <a:pt x="0" y="1911"/>
                  </a:lnTo>
                  <a:lnTo>
                    <a:pt x="0" y="1433"/>
                  </a:lnTo>
                  <a:lnTo>
                    <a:pt x="2389" y="0"/>
                  </a:lnTo>
                  <a:lnTo>
                    <a:pt x="2867" y="0"/>
                  </a:lnTo>
                  <a:lnTo>
                    <a:pt x="3344" y="0"/>
                  </a:lnTo>
                  <a:lnTo>
                    <a:pt x="3344" y="478"/>
                  </a:lnTo>
                  <a:lnTo>
                    <a:pt x="4300" y="1433"/>
                  </a:lnTo>
                  <a:lnTo>
                    <a:pt x="3822" y="1911"/>
                  </a:lnTo>
                  <a:lnTo>
                    <a:pt x="2867" y="2866"/>
                  </a:lnTo>
                  <a:lnTo>
                    <a:pt x="14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0" name="Freeform 5659">
              <a:extLst>
                <a:ext uri="{FF2B5EF4-FFF2-40B4-BE49-F238E27FC236}">
                  <a16:creationId xmlns:a16="http://schemas.microsoft.com/office/drawing/2014/main" id="{5290E98A-51C0-5C69-BEF2-41DD5C9C0D5B}"/>
                </a:ext>
              </a:extLst>
            </p:cNvPr>
            <p:cNvSpPr/>
            <p:nvPr/>
          </p:nvSpPr>
          <p:spPr>
            <a:xfrm>
              <a:off x="4606439" y="4389498"/>
              <a:ext cx="2866" cy="955"/>
            </a:xfrm>
            <a:custGeom>
              <a:avLst/>
              <a:gdLst>
                <a:gd name="csX0" fmla="*/ 2389 w 2866"/>
                <a:gd name="csY0" fmla="*/ 0 h 955"/>
                <a:gd name="csX1" fmla="*/ 2866 w 2866"/>
                <a:gd name="csY1" fmla="*/ 956 h 955"/>
                <a:gd name="csX2" fmla="*/ 2389 w 2866"/>
                <a:gd name="csY2" fmla="*/ 956 h 955"/>
                <a:gd name="csX3" fmla="*/ 1433 w 2866"/>
                <a:gd name="csY3" fmla="*/ 478 h 955"/>
                <a:gd name="csX4" fmla="*/ 478 w 2866"/>
                <a:gd name="csY4" fmla="*/ 478 h 955"/>
                <a:gd name="csX5" fmla="*/ 0 w 2866"/>
                <a:gd name="csY5" fmla="*/ 0 h 955"/>
                <a:gd name="csX6" fmla="*/ 0 w 2866"/>
                <a:gd name="csY6" fmla="*/ 0 h 955"/>
                <a:gd name="csX7" fmla="*/ 1911 w 2866"/>
                <a:gd name="csY7" fmla="*/ 0 h 955"/>
                <a:gd name="csX8" fmla="*/ 2389 w 2866"/>
                <a:gd name="csY8" fmla="*/ 0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955">
                  <a:moveTo>
                    <a:pt x="2389" y="0"/>
                  </a:moveTo>
                  <a:lnTo>
                    <a:pt x="2866" y="956"/>
                  </a:lnTo>
                  <a:lnTo>
                    <a:pt x="2389" y="956"/>
                  </a:lnTo>
                  <a:lnTo>
                    <a:pt x="1433" y="478"/>
                  </a:lnTo>
                  <a:lnTo>
                    <a:pt x="478" y="478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1" name="Freeform 5660">
              <a:extLst>
                <a:ext uri="{FF2B5EF4-FFF2-40B4-BE49-F238E27FC236}">
                  <a16:creationId xmlns:a16="http://schemas.microsoft.com/office/drawing/2014/main" id="{E2A2A421-40B5-1509-9CE6-37C9D127D601}"/>
                </a:ext>
              </a:extLst>
            </p:cNvPr>
            <p:cNvSpPr/>
            <p:nvPr/>
          </p:nvSpPr>
          <p:spPr>
            <a:xfrm>
              <a:off x="4605961" y="4393797"/>
              <a:ext cx="2388" cy="1433"/>
            </a:xfrm>
            <a:custGeom>
              <a:avLst/>
              <a:gdLst>
                <a:gd name="csX0" fmla="*/ 956 w 2388"/>
                <a:gd name="csY0" fmla="*/ 956 h 1433"/>
                <a:gd name="csX1" fmla="*/ 478 w 2388"/>
                <a:gd name="csY1" fmla="*/ 1433 h 1433"/>
                <a:gd name="csX2" fmla="*/ 0 w 2388"/>
                <a:gd name="csY2" fmla="*/ 1433 h 1433"/>
                <a:gd name="csX3" fmla="*/ 0 w 2388"/>
                <a:gd name="csY3" fmla="*/ 956 h 1433"/>
                <a:gd name="csX4" fmla="*/ 0 w 2388"/>
                <a:gd name="csY4" fmla="*/ 0 h 1433"/>
                <a:gd name="csX5" fmla="*/ 2389 w 2388"/>
                <a:gd name="csY5" fmla="*/ 0 h 1433"/>
                <a:gd name="csX6" fmla="*/ 956 w 2388"/>
                <a:gd name="csY6" fmla="*/ 956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433">
                  <a:moveTo>
                    <a:pt x="956" y="956"/>
                  </a:moveTo>
                  <a:lnTo>
                    <a:pt x="478" y="1433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2389" y="0"/>
                  </a:lnTo>
                  <a:lnTo>
                    <a:pt x="956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2" name="Freeform 5661">
              <a:extLst>
                <a:ext uri="{FF2B5EF4-FFF2-40B4-BE49-F238E27FC236}">
                  <a16:creationId xmlns:a16="http://schemas.microsoft.com/office/drawing/2014/main" id="{F1F51FB0-C70E-3D1C-F635-3B1AE0681839}"/>
                </a:ext>
              </a:extLst>
            </p:cNvPr>
            <p:cNvSpPr/>
            <p:nvPr/>
          </p:nvSpPr>
          <p:spPr>
            <a:xfrm>
              <a:off x="4600706" y="4395230"/>
              <a:ext cx="2866" cy="955"/>
            </a:xfrm>
            <a:custGeom>
              <a:avLst/>
              <a:gdLst>
                <a:gd name="csX0" fmla="*/ 1911 w 2866"/>
                <a:gd name="csY0" fmla="*/ 955 h 955"/>
                <a:gd name="csX1" fmla="*/ 478 w 2866"/>
                <a:gd name="csY1" fmla="*/ 955 h 955"/>
                <a:gd name="csX2" fmla="*/ 0 w 2866"/>
                <a:gd name="csY2" fmla="*/ 478 h 955"/>
                <a:gd name="csX3" fmla="*/ 956 w 2866"/>
                <a:gd name="csY3" fmla="*/ 0 h 955"/>
                <a:gd name="csX4" fmla="*/ 2389 w 2866"/>
                <a:gd name="csY4" fmla="*/ 0 h 955"/>
                <a:gd name="csX5" fmla="*/ 2866 w 2866"/>
                <a:gd name="csY5" fmla="*/ 0 h 955"/>
                <a:gd name="csX6" fmla="*/ 1911 w 2866"/>
                <a:gd name="csY6" fmla="*/ 955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6" h="955">
                  <a:moveTo>
                    <a:pt x="1911" y="955"/>
                  </a:moveTo>
                  <a:lnTo>
                    <a:pt x="478" y="955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1911" y="9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3" name="Freeform 5662">
              <a:extLst>
                <a:ext uri="{FF2B5EF4-FFF2-40B4-BE49-F238E27FC236}">
                  <a16:creationId xmlns:a16="http://schemas.microsoft.com/office/drawing/2014/main" id="{2393CD97-1C3F-B8CD-B199-11D28FFDCD4A}"/>
                </a:ext>
              </a:extLst>
            </p:cNvPr>
            <p:cNvSpPr/>
            <p:nvPr/>
          </p:nvSpPr>
          <p:spPr>
            <a:xfrm>
              <a:off x="4594018" y="4396186"/>
              <a:ext cx="3822" cy="1433"/>
            </a:xfrm>
            <a:custGeom>
              <a:avLst/>
              <a:gdLst>
                <a:gd name="csX0" fmla="*/ 3822 w 3822"/>
                <a:gd name="csY0" fmla="*/ 1433 h 1433"/>
                <a:gd name="csX1" fmla="*/ 2389 w 3822"/>
                <a:gd name="csY1" fmla="*/ 1433 h 1433"/>
                <a:gd name="csX2" fmla="*/ 0 w 3822"/>
                <a:gd name="csY2" fmla="*/ 478 h 1433"/>
                <a:gd name="csX3" fmla="*/ 1911 w 3822"/>
                <a:gd name="csY3" fmla="*/ 0 h 1433"/>
                <a:gd name="csX4" fmla="*/ 2867 w 3822"/>
                <a:gd name="csY4" fmla="*/ 478 h 1433"/>
                <a:gd name="csX5" fmla="*/ 3822 w 3822"/>
                <a:gd name="csY5" fmla="*/ 1433 h 1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22" h="1433">
                  <a:moveTo>
                    <a:pt x="3822" y="1433"/>
                  </a:moveTo>
                  <a:lnTo>
                    <a:pt x="2389" y="1433"/>
                  </a:lnTo>
                  <a:lnTo>
                    <a:pt x="0" y="478"/>
                  </a:lnTo>
                  <a:lnTo>
                    <a:pt x="1911" y="0"/>
                  </a:lnTo>
                  <a:lnTo>
                    <a:pt x="2867" y="478"/>
                  </a:lnTo>
                  <a:lnTo>
                    <a:pt x="3822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4" name="Freeform 5663">
              <a:extLst>
                <a:ext uri="{FF2B5EF4-FFF2-40B4-BE49-F238E27FC236}">
                  <a16:creationId xmlns:a16="http://schemas.microsoft.com/office/drawing/2014/main" id="{534076F5-88A7-EB23-0BA7-80D7DC1F38F8}"/>
                </a:ext>
              </a:extLst>
            </p:cNvPr>
            <p:cNvSpPr/>
            <p:nvPr/>
          </p:nvSpPr>
          <p:spPr>
            <a:xfrm>
              <a:off x="4598795" y="4396664"/>
              <a:ext cx="2866" cy="955"/>
            </a:xfrm>
            <a:custGeom>
              <a:avLst/>
              <a:gdLst>
                <a:gd name="csX0" fmla="*/ 2867 w 2866"/>
                <a:gd name="csY0" fmla="*/ 478 h 955"/>
                <a:gd name="csX1" fmla="*/ 1433 w 2866"/>
                <a:gd name="csY1" fmla="*/ 956 h 955"/>
                <a:gd name="csX2" fmla="*/ 478 w 2866"/>
                <a:gd name="csY2" fmla="*/ 956 h 955"/>
                <a:gd name="csX3" fmla="*/ 0 w 2866"/>
                <a:gd name="csY3" fmla="*/ 478 h 955"/>
                <a:gd name="csX4" fmla="*/ 956 w 2866"/>
                <a:gd name="csY4" fmla="*/ 0 h 955"/>
                <a:gd name="csX5" fmla="*/ 2867 w 2866"/>
                <a:gd name="csY5" fmla="*/ 478 h 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955">
                  <a:moveTo>
                    <a:pt x="2867" y="478"/>
                  </a:moveTo>
                  <a:lnTo>
                    <a:pt x="1433" y="956"/>
                  </a:lnTo>
                  <a:lnTo>
                    <a:pt x="478" y="956"/>
                  </a:lnTo>
                  <a:lnTo>
                    <a:pt x="0" y="478"/>
                  </a:lnTo>
                  <a:lnTo>
                    <a:pt x="956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5" name="Freeform 5664">
              <a:extLst>
                <a:ext uri="{FF2B5EF4-FFF2-40B4-BE49-F238E27FC236}">
                  <a16:creationId xmlns:a16="http://schemas.microsoft.com/office/drawing/2014/main" id="{842D0860-63FD-661E-B5DC-9F443065F2E5}"/>
                </a:ext>
              </a:extLst>
            </p:cNvPr>
            <p:cNvSpPr/>
            <p:nvPr/>
          </p:nvSpPr>
          <p:spPr>
            <a:xfrm>
              <a:off x="4596884" y="4407651"/>
              <a:ext cx="6210" cy="1911"/>
            </a:xfrm>
            <a:custGeom>
              <a:avLst/>
              <a:gdLst>
                <a:gd name="csX0" fmla="*/ 2389 w 6210"/>
                <a:gd name="csY0" fmla="*/ 0 h 1911"/>
                <a:gd name="csX1" fmla="*/ 4299 w 6210"/>
                <a:gd name="csY1" fmla="*/ 956 h 1911"/>
                <a:gd name="csX2" fmla="*/ 6210 w 6210"/>
                <a:gd name="csY2" fmla="*/ 956 h 1911"/>
                <a:gd name="csX3" fmla="*/ 3822 w 6210"/>
                <a:gd name="csY3" fmla="*/ 1911 h 1911"/>
                <a:gd name="csX4" fmla="*/ 0 w 6210"/>
                <a:gd name="csY4" fmla="*/ 1911 h 1911"/>
                <a:gd name="csX5" fmla="*/ 0 w 6210"/>
                <a:gd name="csY5" fmla="*/ 478 h 1911"/>
                <a:gd name="csX6" fmla="*/ 2389 w 6210"/>
                <a:gd name="csY6" fmla="*/ 0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210" h="1911">
                  <a:moveTo>
                    <a:pt x="2389" y="0"/>
                  </a:moveTo>
                  <a:lnTo>
                    <a:pt x="4299" y="956"/>
                  </a:lnTo>
                  <a:lnTo>
                    <a:pt x="6210" y="956"/>
                  </a:lnTo>
                  <a:lnTo>
                    <a:pt x="3822" y="1911"/>
                  </a:lnTo>
                  <a:lnTo>
                    <a:pt x="0" y="1911"/>
                  </a:lnTo>
                  <a:lnTo>
                    <a:pt x="0" y="478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6" name="Freeform 5665">
              <a:extLst>
                <a:ext uri="{FF2B5EF4-FFF2-40B4-BE49-F238E27FC236}">
                  <a16:creationId xmlns:a16="http://schemas.microsoft.com/office/drawing/2014/main" id="{E9665C5E-A9C2-4B85-7C85-87550032B5E1}"/>
                </a:ext>
              </a:extLst>
            </p:cNvPr>
            <p:cNvSpPr/>
            <p:nvPr/>
          </p:nvSpPr>
          <p:spPr>
            <a:xfrm>
              <a:off x="7908982" y="4300162"/>
              <a:ext cx="145229" cy="278516"/>
            </a:xfrm>
            <a:custGeom>
              <a:avLst/>
              <a:gdLst>
                <a:gd name="csX0" fmla="*/ 116088 w 145229"/>
                <a:gd name="csY0" fmla="*/ 36307 h 278516"/>
                <a:gd name="csX1" fmla="*/ 115133 w 145229"/>
                <a:gd name="csY1" fmla="*/ 36307 h 278516"/>
                <a:gd name="csX2" fmla="*/ 112744 w 145229"/>
                <a:gd name="csY2" fmla="*/ 36307 h 278516"/>
                <a:gd name="csX3" fmla="*/ 110833 w 145229"/>
                <a:gd name="csY3" fmla="*/ 38218 h 278516"/>
                <a:gd name="csX4" fmla="*/ 109400 w 145229"/>
                <a:gd name="csY4" fmla="*/ 38696 h 278516"/>
                <a:gd name="csX5" fmla="*/ 107012 w 145229"/>
                <a:gd name="csY5" fmla="*/ 39651 h 278516"/>
                <a:gd name="csX6" fmla="*/ 104623 w 145229"/>
                <a:gd name="csY6" fmla="*/ 40607 h 278516"/>
                <a:gd name="csX7" fmla="*/ 104145 w 145229"/>
                <a:gd name="csY7" fmla="*/ 42040 h 278516"/>
                <a:gd name="csX8" fmla="*/ 104145 w 145229"/>
                <a:gd name="csY8" fmla="*/ 43473 h 278516"/>
                <a:gd name="csX9" fmla="*/ 103667 w 145229"/>
                <a:gd name="csY9" fmla="*/ 44907 h 278516"/>
                <a:gd name="csX10" fmla="*/ 99846 w 145229"/>
                <a:gd name="csY10" fmla="*/ 46817 h 278516"/>
                <a:gd name="csX11" fmla="*/ 98890 w 145229"/>
                <a:gd name="csY11" fmla="*/ 46817 h 278516"/>
                <a:gd name="csX12" fmla="*/ 98412 w 145229"/>
                <a:gd name="csY12" fmla="*/ 45862 h 278516"/>
                <a:gd name="csX13" fmla="*/ 96979 w 145229"/>
                <a:gd name="csY13" fmla="*/ 46340 h 278516"/>
                <a:gd name="csX14" fmla="*/ 96501 w 145229"/>
                <a:gd name="csY14" fmla="*/ 46817 h 278516"/>
                <a:gd name="csX15" fmla="*/ 95546 w 145229"/>
                <a:gd name="csY15" fmla="*/ 46340 h 278516"/>
                <a:gd name="csX16" fmla="*/ 94591 w 145229"/>
                <a:gd name="csY16" fmla="*/ 46817 h 278516"/>
                <a:gd name="csX17" fmla="*/ 93157 w 145229"/>
                <a:gd name="csY17" fmla="*/ 46817 h 278516"/>
                <a:gd name="csX18" fmla="*/ 91724 w 145229"/>
                <a:gd name="csY18" fmla="*/ 46340 h 278516"/>
                <a:gd name="csX19" fmla="*/ 91246 w 145229"/>
                <a:gd name="csY19" fmla="*/ 45862 h 278516"/>
                <a:gd name="csX20" fmla="*/ 90291 w 145229"/>
                <a:gd name="csY20" fmla="*/ 45862 h 278516"/>
                <a:gd name="csX21" fmla="*/ 90291 w 145229"/>
                <a:gd name="csY21" fmla="*/ 46817 h 278516"/>
                <a:gd name="csX22" fmla="*/ 91724 w 145229"/>
                <a:gd name="csY22" fmla="*/ 49684 h 278516"/>
                <a:gd name="csX23" fmla="*/ 91724 w 145229"/>
                <a:gd name="csY23" fmla="*/ 51117 h 278516"/>
                <a:gd name="csX24" fmla="*/ 87902 w 145229"/>
                <a:gd name="csY24" fmla="*/ 55417 h 278516"/>
                <a:gd name="csX25" fmla="*/ 88380 w 145229"/>
                <a:gd name="csY25" fmla="*/ 57805 h 278516"/>
                <a:gd name="csX26" fmla="*/ 86947 w 145229"/>
                <a:gd name="csY26" fmla="*/ 59716 h 278516"/>
                <a:gd name="csX27" fmla="*/ 84558 w 145229"/>
                <a:gd name="csY27" fmla="*/ 61149 h 278516"/>
                <a:gd name="csX28" fmla="*/ 80259 w 145229"/>
                <a:gd name="csY28" fmla="*/ 65449 h 278516"/>
                <a:gd name="csX29" fmla="*/ 78348 w 145229"/>
                <a:gd name="csY29" fmla="*/ 65449 h 278516"/>
                <a:gd name="csX30" fmla="*/ 76437 w 145229"/>
                <a:gd name="csY30" fmla="*/ 66405 h 278516"/>
                <a:gd name="csX31" fmla="*/ 73093 w 145229"/>
                <a:gd name="csY31" fmla="*/ 73093 h 278516"/>
                <a:gd name="csX32" fmla="*/ 73093 w 145229"/>
                <a:gd name="csY32" fmla="*/ 75481 h 278516"/>
                <a:gd name="csX33" fmla="*/ 72615 w 145229"/>
                <a:gd name="csY33" fmla="*/ 77392 h 278516"/>
                <a:gd name="csX34" fmla="*/ 72615 w 145229"/>
                <a:gd name="csY34" fmla="*/ 78825 h 278516"/>
                <a:gd name="csX35" fmla="*/ 71182 w 145229"/>
                <a:gd name="csY35" fmla="*/ 82170 h 278516"/>
                <a:gd name="csX36" fmla="*/ 69748 w 145229"/>
                <a:gd name="csY36" fmla="*/ 83603 h 278516"/>
                <a:gd name="csX37" fmla="*/ 69271 w 145229"/>
                <a:gd name="csY37" fmla="*/ 85036 h 278516"/>
                <a:gd name="csX38" fmla="*/ 71659 w 145229"/>
                <a:gd name="csY38" fmla="*/ 88858 h 278516"/>
                <a:gd name="csX39" fmla="*/ 71659 w 145229"/>
                <a:gd name="csY39" fmla="*/ 89335 h 278516"/>
                <a:gd name="csX40" fmla="*/ 73093 w 145229"/>
                <a:gd name="csY40" fmla="*/ 91246 h 278516"/>
                <a:gd name="csX41" fmla="*/ 73570 w 145229"/>
                <a:gd name="csY41" fmla="*/ 92680 h 278516"/>
                <a:gd name="csX42" fmla="*/ 74526 w 145229"/>
                <a:gd name="csY42" fmla="*/ 94113 h 278516"/>
                <a:gd name="csX43" fmla="*/ 78348 w 145229"/>
                <a:gd name="csY43" fmla="*/ 97457 h 278516"/>
                <a:gd name="csX44" fmla="*/ 79781 w 145229"/>
                <a:gd name="csY44" fmla="*/ 98890 h 278516"/>
                <a:gd name="csX45" fmla="*/ 81692 w 145229"/>
                <a:gd name="csY45" fmla="*/ 99368 h 278516"/>
                <a:gd name="csX46" fmla="*/ 85036 w 145229"/>
                <a:gd name="csY46" fmla="*/ 102712 h 278516"/>
                <a:gd name="csX47" fmla="*/ 86947 w 145229"/>
                <a:gd name="csY47" fmla="*/ 104623 h 278516"/>
                <a:gd name="csX48" fmla="*/ 85991 w 145229"/>
                <a:gd name="csY48" fmla="*/ 106056 h 278516"/>
                <a:gd name="csX49" fmla="*/ 86469 w 145229"/>
                <a:gd name="csY49" fmla="*/ 108922 h 278516"/>
                <a:gd name="csX50" fmla="*/ 84080 w 145229"/>
                <a:gd name="csY50" fmla="*/ 107967 h 278516"/>
                <a:gd name="csX51" fmla="*/ 84080 w 145229"/>
                <a:gd name="csY51" fmla="*/ 108445 h 278516"/>
                <a:gd name="csX52" fmla="*/ 86947 w 145229"/>
                <a:gd name="csY52" fmla="*/ 109878 h 278516"/>
                <a:gd name="csX53" fmla="*/ 91246 w 145229"/>
                <a:gd name="csY53" fmla="*/ 115611 h 278516"/>
                <a:gd name="csX54" fmla="*/ 95068 w 145229"/>
                <a:gd name="csY54" fmla="*/ 118477 h 278516"/>
                <a:gd name="csX55" fmla="*/ 98890 w 145229"/>
                <a:gd name="csY55" fmla="*/ 121343 h 278516"/>
                <a:gd name="csX56" fmla="*/ 100323 w 145229"/>
                <a:gd name="csY56" fmla="*/ 124210 h 278516"/>
                <a:gd name="csX57" fmla="*/ 103667 w 145229"/>
                <a:gd name="csY57" fmla="*/ 126598 h 278516"/>
                <a:gd name="csX58" fmla="*/ 107489 w 145229"/>
                <a:gd name="csY58" fmla="*/ 129465 h 278516"/>
                <a:gd name="csX59" fmla="*/ 107489 w 145229"/>
                <a:gd name="csY59" fmla="*/ 129942 h 278516"/>
                <a:gd name="csX60" fmla="*/ 108444 w 145229"/>
                <a:gd name="csY60" fmla="*/ 130898 h 278516"/>
                <a:gd name="csX61" fmla="*/ 111311 w 145229"/>
                <a:gd name="csY61" fmla="*/ 132331 h 278516"/>
                <a:gd name="csX62" fmla="*/ 112744 w 145229"/>
                <a:gd name="csY62" fmla="*/ 133764 h 278516"/>
                <a:gd name="csX63" fmla="*/ 113222 w 145229"/>
                <a:gd name="csY63" fmla="*/ 135197 h 278516"/>
                <a:gd name="csX64" fmla="*/ 114177 w 145229"/>
                <a:gd name="csY64" fmla="*/ 135675 h 278516"/>
                <a:gd name="csX65" fmla="*/ 115133 w 145229"/>
                <a:gd name="csY65" fmla="*/ 135197 h 278516"/>
                <a:gd name="csX66" fmla="*/ 116566 w 145229"/>
                <a:gd name="csY66" fmla="*/ 135197 h 278516"/>
                <a:gd name="csX67" fmla="*/ 117044 w 145229"/>
                <a:gd name="csY67" fmla="*/ 135197 h 278516"/>
                <a:gd name="csX68" fmla="*/ 118477 w 145229"/>
                <a:gd name="csY68" fmla="*/ 136631 h 278516"/>
                <a:gd name="csX69" fmla="*/ 119910 w 145229"/>
                <a:gd name="csY69" fmla="*/ 138542 h 278516"/>
                <a:gd name="csX70" fmla="*/ 120866 w 145229"/>
                <a:gd name="csY70" fmla="*/ 139497 h 278516"/>
                <a:gd name="csX71" fmla="*/ 121343 w 145229"/>
                <a:gd name="csY71" fmla="*/ 139497 h 278516"/>
                <a:gd name="csX72" fmla="*/ 121821 w 145229"/>
                <a:gd name="csY72" fmla="*/ 139497 h 278516"/>
                <a:gd name="csX73" fmla="*/ 121821 w 145229"/>
                <a:gd name="csY73" fmla="*/ 140930 h 278516"/>
                <a:gd name="csX74" fmla="*/ 122299 w 145229"/>
                <a:gd name="csY74" fmla="*/ 141408 h 278516"/>
                <a:gd name="csX75" fmla="*/ 124210 w 145229"/>
                <a:gd name="csY75" fmla="*/ 143796 h 278516"/>
                <a:gd name="csX76" fmla="*/ 125165 w 145229"/>
                <a:gd name="csY76" fmla="*/ 145707 h 278516"/>
                <a:gd name="csX77" fmla="*/ 128032 w 145229"/>
                <a:gd name="csY77" fmla="*/ 149052 h 278516"/>
                <a:gd name="csX78" fmla="*/ 129942 w 145229"/>
                <a:gd name="csY78" fmla="*/ 150962 h 278516"/>
                <a:gd name="csX79" fmla="*/ 131376 w 145229"/>
                <a:gd name="csY79" fmla="*/ 151918 h 278516"/>
                <a:gd name="csX80" fmla="*/ 132809 w 145229"/>
                <a:gd name="csY80" fmla="*/ 152873 h 278516"/>
                <a:gd name="csX81" fmla="*/ 134242 w 145229"/>
                <a:gd name="csY81" fmla="*/ 156695 h 278516"/>
                <a:gd name="csX82" fmla="*/ 135198 w 145229"/>
                <a:gd name="csY82" fmla="*/ 160039 h 278516"/>
                <a:gd name="csX83" fmla="*/ 136631 w 145229"/>
                <a:gd name="csY83" fmla="*/ 163861 h 278516"/>
                <a:gd name="csX84" fmla="*/ 138064 w 145229"/>
                <a:gd name="csY84" fmla="*/ 165294 h 278516"/>
                <a:gd name="csX85" fmla="*/ 138064 w 145229"/>
                <a:gd name="csY85" fmla="*/ 168638 h 278516"/>
                <a:gd name="csX86" fmla="*/ 139019 w 145229"/>
                <a:gd name="csY86" fmla="*/ 171505 h 278516"/>
                <a:gd name="csX87" fmla="*/ 139975 w 145229"/>
                <a:gd name="csY87" fmla="*/ 173894 h 278516"/>
                <a:gd name="csX88" fmla="*/ 140453 w 145229"/>
                <a:gd name="csY88" fmla="*/ 175804 h 278516"/>
                <a:gd name="csX89" fmla="*/ 140930 w 145229"/>
                <a:gd name="csY89" fmla="*/ 177238 h 278516"/>
                <a:gd name="csX90" fmla="*/ 141408 w 145229"/>
                <a:gd name="csY90" fmla="*/ 177715 h 278516"/>
                <a:gd name="csX91" fmla="*/ 142364 w 145229"/>
                <a:gd name="csY91" fmla="*/ 181537 h 278516"/>
                <a:gd name="csX92" fmla="*/ 141885 w 145229"/>
                <a:gd name="csY92" fmla="*/ 182970 h 278516"/>
                <a:gd name="csX93" fmla="*/ 141408 w 145229"/>
                <a:gd name="csY93" fmla="*/ 181537 h 278516"/>
                <a:gd name="csX94" fmla="*/ 141408 w 145229"/>
                <a:gd name="csY94" fmla="*/ 186314 h 278516"/>
                <a:gd name="csX95" fmla="*/ 141885 w 145229"/>
                <a:gd name="csY95" fmla="*/ 189181 h 278516"/>
                <a:gd name="csX96" fmla="*/ 141885 w 145229"/>
                <a:gd name="csY96" fmla="*/ 192047 h 278516"/>
                <a:gd name="csX97" fmla="*/ 142364 w 145229"/>
                <a:gd name="csY97" fmla="*/ 193480 h 278516"/>
                <a:gd name="csX98" fmla="*/ 143796 w 145229"/>
                <a:gd name="csY98" fmla="*/ 196825 h 278516"/>
                <a:gd name="csX99" fmla="*/ 144752 w 145229"/>
                <a:gd name="csY99" fmla="*/ 198258 h 278516"/>
                <a:gd name="csX100" fmla="*/ 144752 w 145229"/>
                <a:gd name="csY100" fmla="*/ 202557 h 278516"/>
                <a:gd name="csX101" fmla="*/ 145230 w 145229"/>
                <a:gd name="csY101" fmla="*/ 204946 h 278516"/>
                <a:gd name="csX102" fmla="*/ 143796 w 145229"/>
                <a:gd name="csY102" fmla="*/ 203513 h 278516"/>
                <a:gd name="csX103" fmla="*/ 142841 w 145229"/>
                <a:gd name="csY103" fmla="*/ 202080 h 278516"/>
                <a:gd name="csX104" fmla="*/ 141885 w 145229"/>
                <a:gd name="csY104" fmla="*/ 203035 h 278516"/>
                <a:gd name="csX105" fmla="*/ 140453 w 145229"/>
                <a:gd name="csY105" fmla="*/ 203991 h 278516"/>
                <a:gd name="csX106" fmla="*/ 142364 w 145229"/>
                <a:gd name="csY106" fmla="*/ 208768 h 278516"/>
                <a:gd name="csX107" fmla="*/ 140453 w 145229"/>
                <a:gd name="csY107" fmla="*/ 208290 h 278516"/>
                <a:gd name="csX108" fmla="*/ 140453 w 145229"/>
                <a:gd name="csY108" fmla="*/ 214501 h 278516"/>
                <a:gd name="csX109" fmla="*/ 141408 w 145229"/>
                <a:gd name="csY109" fmla="*/ 215934 h 278516"/>
                <a:gd name="csX110" fmla="*/ 141408 w 145229"/>
                <a:gd name="csY110" fmla="*/ 216889 h 278516"/>
                <a:gd name="csX111" fmla="*/ 141408 w 145229"/>
                <a:gd name="csY111" fmla="*/ 217845 h 278516"/>
                <a:gd name="csX112" fmla="*/ 140930 w 145229"/>
                <a:gd name="csY112" fmla="*/ 216889 h 278516"/>
                <a:gd name="csX113" fmla="*/ 140453 w 145229"/>
                <a:gd name="csY113" fmla="*/ 215934 h 278516"/>
                <a:gd name="csX114" fmla="*/ 140453 w 145229"/>
                <a:gd name="csY114" fmla="*/ 215934 h 278516"/>
                <a:gd name="csX115" fmla="*/ 140453 w 145229"/>
                <a:gd name="csY115" fmla="*/ 216411 h 278516"/>
                <a:gd name="csX116" fmla="*/ 139497 w 145229"/>
                <a:gd name="csY116" fmla="*/ 217367 h 278516"/>
                <a:gd name="csX117" fmla="*/ 139497 w 145229"/>
                <a:gd name="csY117" fmla="*/ 218800 h 278516"/>
                <a:gd name="csX118" fmla="*/ 139975 w 145229"/>
                <a:gd name="csY118" fmla="*/ 220233 h 278516"/>
                <a:gd name="csX119" fmla="*/ 140453 w 145229"/>
                <a:gd name="csY119" fmla="*/ 221189 h 278516"/>
                <a:gd name="csX120" fmla="*/ 139975 w 145229"/>
                <a:gd name="csY120" fmla="*/ 222144 h 278516"/>
                <a:gd name="csX121" fmla="*/ 139019 w 145229"/>
                <a:gd name="csY121" fmla="*/ 223100 h 278516"/>
                <a:gd name="csX122" fmla="*/ 137108 w 145229"/>
                <a:gd name="csY122" fmla="*/ 223577 h 278516"/>
                <a:gd name="csX123" fmla="*/ 136631 w 145229"/>
                <a:gd name="csY123" fmla="*/ 225966 h 278516"/>
                <a:gd name="csX124" fmla="*/ 136153 w 145229"/>
                <a:gd name="csY124" fmla="*/ 228355 h 278516"/>
                <a:gd name="csX125" fmla="*/ 132809 w 145229"/>
                <a:gd name="csY125" fmla="*/ 228355 h 278516"/>
                <a:gd name="csX126" fmla="*/ 130420 w 145229"/>
                <a:gd name="csY126" fmla="*/ 230743 h 278516"/>
                <a:gd name="csX127" fmla="*/ 127554 w 145229"/>
                <a:gd name="csY127" fmla="*/ 231699 h 278516"/>
                <a:gd name="csX128" fmla="*/ 124687 w 145229"/>
                <a:gd name="csY128" fmla="*/ 233610 h 278516"/>
                <a:gd name="csX129" fmla="*/ 121821 w 145229"/>
                <a:gd name="csY129" fmla="*/ 235521 h 278516"/>
                <a:gd name="csX130" fmla="*/ 119910 w 145229"/>
                <a:gd name="csY130" fmla="*/ 235998 h 278516"/>
                <a:gd name="csX131" fmla="*/ 118477 w 145229"/>
                <a:gd name="csY131" fmla="*/ 236476 h 278516"/>
                <a:gd name="csX132" fmla="*/ 116566 w 145229"/>
                <a:gd name="csY132" fmla="*/ 239342 h 278516"/>
                <a:gd name="csX133" fmla="*/ 113222 w 145229"/>
                <a:gd name="csY133" fmla="*/ 239820 h 278516"/>
                <a:gd name="csX134" fmla="*/ 107967 w 145229"/>
                <a:gd name="csY134" fmla="*/ 242687 h 278516"/>
                <a:gd name="csX135" fmla="*/ 106056 w 145229"/>
                <a:gd name="csY135" fmla="*/ 243642 h 278516"/>
                <a:gd name="csX136" fmla="*/ 104145 w 145229"/>
                <a:gd name="csY136" fmla="*/ 244120 h 278516"/>
                <a:gd name="csX137" fmla="*/ 101757 w 145229"/>
                <a:gd name="csY137" fmla="*/ 245553 h 278516"/>
                <a:gd name="csX138" fmla="*/ 101278 w 145229"/>
                <a:gd name="csY138" fmla="*/ 245075 h 278516"/>
                <a:gd name="csX139" fmla="*/ 100801 w 145229"/>
                <a:gd name="csY139" fmla="*/ 244120 h 278516"/>
                <a:gd name="csX140" fmla="*/ 98412 w 145229"/>
                <a:gd name="csY140" fmla="*/ 243642 h 278516"/>
                <a:gd name="csX141" fmla="*/ 97457 w 145229"/>
                <a:gd name="csY141" fmla="*/ 242687 h 278516"/>
                <a:gd name="csX142" fmla="*/ 96979 w 145229"/>
                <a:gd name="csY142" fmla="*/ 241253 h 278516"/>
                <a:gd name="csX143" fmla="*/ 96979 w 145229"/>
                <a:gd name="csY143" fmla="*/ 240776 h 278516"/>
                <a:gd name="csX144" fmla="*/ 96501 w 145229"/>
                <a:gd name="csY144" fmla="*/ 241253 h 278516"/>
                <a:gd name="csX145" fmla="*/ 96024 w 145229"/>
                <a:gd name="csY145" fmla="*/ 244598 h 278516"/>
                <a:gd name="csX146" fmla="*/ 95546 w 145229"/>
                <a:gd name="csY146" fmla="*/ 245553 h 278516"/>
                <a:gd name="csX147" fmla="*/ 94591 w 145229"/>
                <a:gd name="csY147" fmla="*/ 245553 h 278516"/>
                <a:gd name="csX148" fmla="*/ 93157 w 145229"/>
                <a:gd name="csY148" fmla="*/ 244598 h 278516"/>
                <a:gd name="csX149" fmla="*/ 91246 w 145229"/>
                <a:gd name="csY149" fmla="*/ 242687 h 278516"/>
                <a:gd name="csX150" fmla="*/ 88858 w 145229"/>
                <a:gd name="csY150" fmla="*/ 244120 h 278516"/>
                <a:gd name="csX151" fmla="*/ 89813 w 145229"/>
                <a:gd name="csY151" fmla="*/ 244598 h 278516"/>
                <a:gd name="csX152" fmla="*/ 90769 w 145229"/>
                <a:gd name="csY152" fmla="*/ 244120 h 278516"/>
                <a:gd name="csX153" fmla="*/ 91724 w 145229"/>
                <a:gd name="csY153" fmla="*/ 244598 h 278516"/>
                <a:gd name="csX154" fmla="*/ 92202 w 145229"/>
                <a:gd name="csY154" fmla="*/ 246031 h 278516"/>
                <a:gd name="csX155" fmla="*/ 92202 w 145229"/>
                <a:gd name="csY155" fmla="*/ 246508 h 278516"/>
                <a:gd name="csX156" fmla="*/ 91724 w 145229"/>
                <a:gd name="csY156" fmla="*/ 247464 h 278516"/>
                <a:gd name="csX157" fmla="*/ 89813 w 145229"/>
                <a:gd name="csY157" fmla="*/ 247464 h 278516"/>
                <a:gd name="csX158" fmla="*/ 86469 w 145229"/>
                <a:gd name="csY158" fmla="*/ 246986 h 278516"/>
                <a:gd name="csX159" fmla="*/ 85991 w 145229"/>
                <a:gd name="csY159" fmla="*/ 247464 h 278516"/>
                <a:gd name="csX160" fmla="*/ 88858 w 145229"/>
                <a:gd name="csY160" fmla="*/ 248419 h 278516"/>
                <a:gd name="csX161" fmla="*/ 91246 w 145229"/>
                <a:gd name="csY161" fmla="*/ 249375 h 278516"/>
                <a:gd name="csX162" fmla="*/ 92202 w 145229"/>
                <a:gd name="csY162" fmla="*/ 249852 h 278516"/>
                <a:gd name="csX163" fmla="*/ 92202 w 145229"/>
                <a:gd name="csY163" fmla="*/ 250808 h 278516"/>
                <a:gd name="csX164" fmla="*/ 90769 w 145229"/>
                <a:gd name="csY164" fmla="*/ 251763 h 278516"/>
                <a:gd name="csX165" fmla="*/ 89813 w 145229"/>
                <a:gd name="csY165" fmla="*/ 252719 h 278516"/>
                <a:gd name="csX166" fmla="*/ 89813 w 145229"/>
                <a:gd name="csY166" fmla="*/ 253674 h 278516"/>
                <a:gd name="csX167" fmla="*/ 89813 w 145229"/>
                <a:gd name="csY167" fmla="*/ 254630 h 278516"/>
                <a:gd name="csX168" fmla="*/ 88858 w 145229"/>
                <a:gd name="csY168" fmla="*/ 255585 h 278516"/>
                <a:gd name="csX169" fmla="*/ 87902 w 145229"/>
                <a:gd name="csY169" fmla="*/ 255108 h 278516"/>
                <a:gd name="csX170" fmla="*/ 85991 w 145229"/>
                <a:gd name="csY170" fmla="*/ 253674 h 278516"/>
                <a:gd name="csX171" fmla="*/ 79781 w 145229"/>
                <a:gd name="csY171" fmla="*/ 248897 h 278516"/>
                <a:gd name="csX172" fmla="*/ 80259 w 145229"/>
                <a:gd name="csY172" fmla="*/ 250330 h 278516"/>
                <a:gd name="csX173" fmla="*/ 86947 w 145229"/>
                <a:gd name="csY173" fmla="*/ 256063 h 278516"/>
                <a:gd name="csX174" fmla="*/ 87902 w 145229"/>
                <a:gd name="csY174" fmla="*/ 257974 h 278516"/>
                <a:gd name="csX175" fmla="*/ 88380 w 145229"/>
                <a:gd name="csY175" fmla="*/ 259407 h 278516"/>
                <a:gd name="csX176" fmla="*/ 87425 w 145229"/>
                <a:gd name="csY176" fmla="*/ 259885 h 278516"/>
                <a:gd name="csX177" fmla="*/ 86469 w 145229"/>
                <a:gd name="csY177" fmla="*/ 260840 h 278516"/>
                <a:gd name="csX178" fmla="*/ 84558 w 145229"/>
                <a:gd name="csY178" fmla="*/ 260840 h 278516"/>
                <a:gd name="csX179" fmla="*/ 80736 w 145229"/>
                <a:gd name="csY179" fmla="*/ 258929 h 278516"/>
                <a:gd name="csX180" fmla="*/ 75481 w 145229"/>
                <a:gd name="csY180" fmla="*/ 253674 h 278516"/>
                <a:gd name="csX181" fmla="*/ 73570 w 145229"/>
                <a:gd name="csY181" fmla="*/ 252719 h 278516"/>
                <a:gd name="csX182" fmla="*/ 79303 w 145229"/>
                <a:gd name="csY182" fmla="*/ 258929 h 278516"/>
                <a:gd name="csX183" fmla="*/ 79781 w 145229"/>
                <a:gd name="csY183" fmla="*/ 260363 h 278516"/>
                <a:gd name="csX184" fmla="*/ 80736 w 145229"/>
                <a:gd name="csY184" fmla="*/ 261796 h 278516"/>
                <a:gd name="csX185" fmla="*/ 80736 w 145229"/>
                <a:gd name="csY185" fmla="*/ 262751 h 278516"/>
                <a:gd name="csX186" fmla="*/ 80259 w 145229"/>
                <a:gd name="csY186" fmla="*/ 263707 h 278516"/>
                <a:gd name="csX187" fmla="*/ 66882 w 145229"/>
                <a:gd name="csY187" fmla="*/ 269440 h 278516"/>
                <a:gd name="csX188" fmla="*/ 64971 w 145229"/>
                <a:gd name="csY188" fmla="*/ 271828 h 278516"/>
                <a:gd name="csX189" fmla="*/ 63538 w 145229"/>
                <a:gd name="csY189" fmla="*/ 274694 h 278516"/>
                <a:gd name="csX190" fmla="*/ 60671 w 145229"/>
                <a:gd name="csY190" fmla="*/ 276605 h 278516"/>
                <a:gd name="csX191" fmla="*/ 59239 w 145229"/>
                <a:gd name="csY191" fmla="*/ 278039 h 278516"/>
                <a:gd name="csX192" fmla="*/ 54939 w 145229"/>
                <a:gd name="csY192" fmla="*/ 278516 h 278516"/>
                <a:gd name="csX193" fmla="*/ 52550 w 145229"/>
                <a:gd name="csY193" fmla="*/ 278516 h 278516"/>
                <a:gd name="csX194" fmla="*/ 54939 w 145229"/>
                <a:gd name="csY194" fmla="*/ 275650 h 278516"/>
                <a:gd name="csX195" fmla="*/ 53505 w 145229"/>
                <a:gd name="csY195" fmla="*/ 274694 h 278516"/>
                <a:gd name="csX196" fmla="*/ 53505 w 145229"/>
                <a:gd name="csY196" fmla="*/ 267529 h 278516"/>
                <a:gd name="csX197" fmla="*/ 53984 w 145229"/>
                <a:gd name="csY197" fmla="*/ 259885 h 278516"/>
                <a:gd name="csX198" fmla="*/ 54939 w 145229"/>
                <a:gd name="csY198" fmla="*/ 256063 h 278516"/>
                <a:gd name="csX199" fmla="*/ 56850 w 145229"/>
                <a:gd name="csY199" fmla="*/ 255108 h 278516"/>
                <a:gd name="csX200" fmla="*/ 58761 w 145229"/>
                <a:gd name="csY200" fmla="*/ 254630 h 278516"/>
                <a:gd name="csX201" fmla="*/ 58761 w 145229"/>
                <a:gd name="csY201" fmla="*/ 253674 h 278516"/>
                <a:gd name="csX202" fmla="*/ 58761 w 145229"/>
                <a:gd name="csY202" fmla="*/ 252719 h 278516"/>
                <a:gd name="csX203" fmla="*/ 57805 w 145229"/>
                <a:gd name="csY203" fmla="*/ 251763 h 278516"/>
                <a:gd name="csX204" fmla="*/ 56372 w 145229"/>
                <a:gd name="csY204" fmla="*/ 250808 h 278516"/>
                <a:gd name="csX205" fmla="*/ 54461 w 145229"/>
                <a:gd name="csY205" fmla="*/ 250808 h 278516"/>
                <a:gd name="csX206" fmla="*/ 53028 w 145229"/>
                <a:gd name="csY206" fmla="*/ 248897 h 278516"/>
                <a:gd name="csX207" fmla="*/ 52073 w 145229"/>
                <a:gd name="csY207" fmla="*/ 248897 h 278516"/>
                <a:gd name="csX208" fmla="*/ 50162 w 145229"/>
                <a:gd name="csY208" fmla="*/ 249852 h 278516"/>
                <a:gd name="csX209" fmla="*/ 49206 w 145229"/>
                <a:gd name="csY209" fmla="*/ 248897 h 278516"/>
                <a:gd name="csX210" fmla="*/ 49206 w 145229"/>
                <a:gd name="csY210" fmla="*/ 247942 h 278516"/>
                <a:gd name="csX211" fmla="*/ 47295 w 145229"/>
                <a:gd name="csY211" fmla="*/ 246508 h 278516"/>
                <a:gd name="csX212" fmla="*/ 45862 w 145229"/>
                <a:gd name="csY212" fmla="*/ 245075 h 278516"/>
                <a:gd name="csX213" fmla="*/ 46340 w 145229"/>
                <a:gd name="csY213" fmla="*/ 245075 h 278516"/>
                <a:gd name="csX214" fmla="*/ 47295 w 145229"/>
                <a:gd name="csY214" fmla="*/ 244120 h 278516"/>
                <a:gd name="csX215" fmla="*/ 48251 w 145229"/>
                <a:gd name="csY215" fmla="*/ 243164 h 278516"/>
                <a:gd name="csX216" fmla="*/ 50639 w 145229"/>
                <a:gd name="csY216" fmla="*/ 243164 h 278516"/>
                <a:gd name="csX217" fmla="*/ 51117 w 145229"/>
                <a:gd name="csY217" fmla="*/ 243164 h 278516"/>
                <a:gd name="csX218" fmla="*/ 53505 w 145229"/>
                <a:gd name="csY218" fmla="*/ 243164 h 278516"/>
                <a:gd name="csX219" fmla="*/ 53984 w 145229"/>
                <a:gd name="csY219" fmla="*/ 243164 h 278516"/>
                <a:gd name="csX220" fmla="*/ 53984 w 145229"/>
                <a:gd name="csY220" fmla="*/ 242687 h 278516"/>
                <a:gd name="csX221" fmla="*/ 54939 w 145229"/>
                <a:gd name="csY221" fmla="*/ 241731 h 278516"/>
                <a:gd name="csX222" fmla="*/ 56850 w 145229"/>
                <a:gd name="csY222" fmla="*/ 240776 h 278516"/>
                <a:gd name="csX223" fmla="*/ 57805 w 145229"/>
                <a:gd name="csY223" fmla="*/ 239820 h 278516"/>
                <a:gd name="csX224" fmla="*/ 58283 w 145229"/>
                <a:gd name="csY224" fmla="*/ 239342 h 278516"/>
                <a:gd name="csX225" fmla="*/ 57805 w 145229"/>
                <a:gd name="csY225" fmla="*/ 237909 h 278516"/>
                <a:gd name="csX226" fmla="*/ 57328 w 145229"/>
                <a:gd name="csY226" fmla="*/ 236476 h 278516"/>
                <a:gd name="csX227" fmla="*/ 57805 w 145229"/>
                <a:gd name="csY227" fmla="*/ 235998 h 278516"/>
                <a:gd name="csX228" fmla="*/ 60194 w 145229"/>
                <a:gd name="csY228" fmla="*/ 236476 h 278516"/>
                <a:gd name="csX229" fmla="*/ 62582 w 145229"/>
                <a:gd name="csY229" fmla="*/ 236954 h 278516"/>
                <a:gd name="csX230" fmla="*/ 63060 w 145229"/>
                <a:gd name="csY230" fmla="*/ 237432 h 278516"/>
                <a:gd name="csX231" fmla="*/ 64493 w 145229"/>
                <a:gd name="csY231" fmla="*/ 235521 h 278516"/>
                <a:gd name="csX232" fmla="*/ 64971 w 145229"/>
                <a:gd name="csY232" fmla="*/ 235043 h 278516"/>
                <a:gd name="csX233" fmla="*/ 65927 w 145229"/>
                <a:gd name="csY233" fmla="*/ 235043 h 278516"/>
                <a:gd name="csX234" fmla="*/ 68316 w 145229"/>
                <a:gd name="csY234" fmla="*/ 235043 h 278516"/>
                <a:gd name="csX235" fmla="*/ 70704 w 145229"/>
                <a:gd name="csY235" fmla="*/ 234565 h 278516"/>
                <a:gd name="csX236" fmla="*/ 72137 w 145229"/>
                <a:gd name="csY236" fmla="*/ 234565 h 278516"/>
                <a:gd name="csX237" fmla="*/ 72137 w 145229"/>
                <a:gd name="csY237" fmla="*/ 234565 h 278516"/>
                <a:gd name="csX238" fmla="*/ 72615 w 145229"/>
                <a:gd name="csY238" fmla="*/ 235043 h 278516"/>
                <a:gd name="csX239" fmla="*/ 73093 w 145229"/>
                <a:gd name="csY239" fmla="*/ 235998 h 278516"/>
                <a:gd name="csX240" fmla="*/ 74048 w 145229"/>
                <a:gd name="csY240" fmla="*/ 236954 h 278516"/>
                <a:gd name="csX241" fmla="*/ 74526 w 145229"/>
                <a:gd name="csY241" fmla="*/ 236954 h 278516"/>
                <a:gd name="csX242" fmla="*/ 75481 w 145229"/>
                <a:gd name="csY242" fmla="*/ 236476 h 278516"/>
                <a:gd name="csX243" fmla="*/ 76437 w 145229"/>
                <a:gd name="csY243" fmla="*/ 236954 h 278516"/>
                <a:gd name="csX244" fmla="*/ 78825 w 145229"/>
                <a:gd name="csY244" fmla="*/ 237909 h 278516"/>
                <a:gd name="csX245" fmla="*/ 80259 w 145229"/>
                <a:gd name="csY245" fmla="*/ 238387 h 278516"/>
                <a:gd name="csX246" fmla="*/ 80259 w 145229"/>
                <a:gd name="csY246" fmla="*/ 237909 h 278516"/>
                <a:gd name="csX247" fmla="*/ 79303 w 145229"/>
                <a:gd name="csY247" fmla="*/ 235998 h 278516"/>
                <a:gd name="csX248" fmla="*/ 80259 w 145229"/>
                <a:gd name="csY248" fmla="*/ 234087 h 278516"/>
                <a:gd name="csX249" fmla="*/ 80259 w 145229"/>
                <a:gd name="csY249" fmla="*/ 233610 h 278516"/>
                <a:gd name="csX250" fmla="*/ 78825 w 145229"/>
                <a:gd name="csY250" fmla="*/ 233132 h 278516"/>
                <a:gd name="csX251" fmla="*/ 74526 w 145229"/>
                <a:gd name="csY251" fmla="*/ 229788 h 278516"/>
                <a:gd name="csX252" fmla="*/ 74048 w 145229"/>
                <a:gd name="csY252" fmla="*/ 228833 h 278516"/>
                <a:gd name="csX253" fmla="*/ 74048 w 145229"/>
                <a:gd name="csY253" fmla="*/ 227399 h 278516"/>
                <a:gd name="csX254" fmla="*/ 74048 w 145229"/>
                <a:gd name="csY254" fmla="*/ 225488 h 278516"/>
                <a:gd name="csX255" fmla="*/ 73570 w 145229"/>
                <a:gd name="csY255" fmla="*/ 224055 h 278516"/>
                <a:gd name="csX256" fmla="*/ 73570 w 145229"/>
                <a:gd name="csY256" fmla="*/ 223100 h 278516"/>
                <a:gd name="csX257" fmla="*/ 74048 w 145229"/>
                <a:gd name="csY257" fmla="*/ 222622 h 278516"/>
                <a:gd name="csX258" fmla="*/ 74526 w 145229"/>
                <a:gd name="csY258" fmla="*/ 222622 h 278516"/>
                <a:gd name="csX259" fmla="*/ 75481 w 145229"/>
                <a:gd name="csY259" fmla="*/ 222144 h 278516"/>
                <a:gd name="csX260" fmla="*/ 75959 w 145229"/>
                <a:gd name="csY260" fmla="*/ 221667 h 278516"/>
                <a:gd name="csX261" fmla="*/ 76914 w 145229"/>
                <a:gd name="csY261" fmla="*/ 220233 h 278516"/>
                <a:gd name="csX262" fmla="*/ 78825 w 145229"/>
                <a:gd name="csY262" fmla="*/ 220711 h 278516"/>
                <a:gd name="csX263" fmla="*/ 81692 w 145229"/>
                <a:gd name="csY263" fmla="*/ 221189 h 278516"/>
                <a:gd name="csX264" fmla="*/ 83603 w 145229"/>
                <a:gd name="csY264" fmla="*/ 221667 h 278516"/>
                <a:gd name="csX265" fmla="*/ 85036 w 145229"/>
                <a:gd name="csY265" fmla="*/ 221667 h 278516"/>
                <a:gd name="csX266" fmla="*/ 85036 w 145229"/>
                <a:gd name="csY266" fmla="*/ 221667 h 278516"/>
                <a:gd name="csX267" fmla="*/ 85036 w 145229"/>
                <a:gd name="csY267" fmla="*/ 220711 h 278516"/>
                <a:gd name="csX268" fmla="*/ 85036 w 145229"/>
                <a:gd name="csY268" fmla="*/ 217367 h 278516"/>
                <a:gd name="csX269" fmla="*/ 85036 w 145229"/>
                <a:gd name="csY269" fmla="*/ 216889 h 278516"/>
                <a:gd name="csX270" fmla="*/ 86947 w 145229"/>
                <a:gd name="csY270" fmla="*/ 216411 h 278516"/>
                <a:gd name="csX271" fmla="*/ 89335 w 145229"/>
                <a:gd name="csY271" fmla="*/ 216411 h 278516"/>
                <a:gd name="csX272" fmla="*/ 90769 w 145229"/>
                <a:gd name="csY272" fmla="*/ 216411 h 278516"/>
                <a:gd name="csX273" fmla="*/ 92202 w 145229"/>
                <a:gd name="csY273" fmla="*/ 214978 h 278516"/>
                <a:gd name="csX274" fmla="*/ 95546 w 145229"/>
                <a:gd name="csY274" fmla="*/ 214501 h 278516"/>
                <a:gd name="csX275" fmla="*/ 97457 w 145229"/>
                <a:gd name="csY275" fmla="*/ 212590 h 278516"/>
                <a:gd name="csX276" fmla="*/ 99846 w 145229"/>
                <a:gd name="csY276" fmla="*/ 210679 h 278516"/>
                <a:gd name="csX277" fmla="*/ 99846 w 145229"/>
                <a:gd name="csY277" fmla="*/ 210679 h 278516"/>
                <a:gd name="csX278" fmla="*/ 100801 w 145229"/>
                <a:gd name="csY278" fmla="*/ 210201 h 278516"/>
                <a:gd name="csX279" fmla="*/ 102234 w 145229"/>
                <a:gd name="csY279" fmla="*/ 210201 h 278516"/>
                <a:gd name="csX280" fmla="*/ 103189 w 145229"/>
                <a:gd name="csY280" fmla="*/ 210201 h 278516"/>
                <a:gd name="csX281" fmla="*/ 104623 w 145229"/>
                <a:gd name="csY281" fmla="*/ 211156 h 278516"/>
                <a:gd name="csX282" fmla="*/ 105578 w 145229"/>
                <a:gd name="csY282" fmla="*/ 210679 h 278516"/>
                <a:gd name="csX283" fmla="*/ 106534 w 145229"/>
                <a:gd name="csY283" fmla="*/ 209245 h 278516"/>
                <a:gd name="csX284" fmla="*/ 107489 w 145229"/>
                <a:gd name="csY284" fmla="*/ 207812 h 278516"/>
                <a:gd name="csX285" fmla="*/ 107489 w 145229"/>
                <a:gd name="csY285" fmla="*/ 205901 h 278516"/>
                <a:gd name="csX286" fmla="*/ 107489 w 145229"/>
                <a:gd name="csY286" fmla="*/ 203035 h 278516"/>
                <a:gd name="csX287" fmla="*/ 107012 w 145229"/>
                <a:gd name="csY287" fmla="*/ 200646 h 278516"/>
                <a:gd name="csX288" fmla="*/ 106056 w 145229"/>
                <a:gd name="csY288" fmla="*/ 198735 h 278516"/>
                <a:gd name="csX289" fmla="*/ 106056 w 145229"/>
                <a:gd name="csY289" fmla="*/ 196825 h 278516"/>
                <a:gd name="csX290" fmla="*/ 107489 w 145229"/>
                <a:gd name="csY290" fmla="*/ 193480 h 278516"/>
                <a:gd name="csX291" fmla="*/ 108923 w 145229"/>
                <a:gd name="csY291" fmla="*/ 189181 h 278516"/>
                <a:gd name="csX292" fmla="*/ 108444 w 145229"/>
                <a:gd name="csY292" fmla="*/ 187748 h 278516"/>
                <a:gd name="csX293" fmla="*/ 107012 w 145229"/>
                <a:gd name="csY293" fmla="*/ 185359 h 278516"/>
                <a:gd name="csX294" fmla="*/ 106056 w 145229"/>
                <a:gd name="csY294" fmla="*/ 182493 h 278516"/>
                <a:gd name="csX295" fmla="*/ 104623 w 145229"/>
                <a:gd name="csY295" fmla="*/ 179149 h 278516"/>
                <a:gd name="csX296" fmla="*/ 103667 w 145229"/>
                <a:gd name="csY296" fmla="*/ 178671 h 278516"/>
                <a:gd name="csX297" fmla="*/ 103667 w 145229"/>
                <a:gd name="csY297" fmla="*/ 177715 h 278516"/>
                <a:gd name="csX298" fmla="*/ 103189 w 145229"/>
                <a:gd name="csY298" fmla="*/ 176282 h 278516"/>
                <a:gd name="csX299" fmla="*/ 103667 w 145229"/>
                <a:gd name="csY299" fmla="*/ 172938 h 278516"/>
                <a:gd name="csX300" fmla="*/ 104145 w 145229"/>
                <a:gd name="csY300" fmla="*/ 171983 h 278516"/>
                <a:gd name="csX301" fmla="*/ 105578 w 145229"/>
                <a:gd name="csY301" fmla="*/ 170549 h 278516"/>
                <a:gd name="csX302" fmla="*/ 106534 w 145229"/>
                <a:gd name="csY302" fmla="*/ 168638 h 278516"/>
                <a:gd name="csX303" fmla="*/ 107489 w 145229"/>
                <a:gd name="csY303" fmla="*/ 166728 h 278516"/>
                <a:gd name="csX304" fmla="*/ 107012 w 145229"/>
                <a:gd name="csY304" fmla="*/ 165772 h 278516"/>
                <a:gd name="csX305" fmla="*/ 107012 w 145229"/>
                <a:gd name="csY305" fmla="*/ 165772 h 278516"/>
                <a:gd name="csX306" fmla="*/ 107012 w 145229"/>
                <a:gd name="csY306" fmla="*/ 163384 h 278516"/>
                <a:gd name="csX307" fmla="*/ 107012 w 145229"/>
                <a:gd name="csY307" fmla="*/ 162428 h 278516"/>
                <a:gd name="csX308" fmla="*/ 106534 w 145229"/>
                <a:gd name="csY308" fmla="*/ 161950 h 278516"/>
                <a:gd name="csX309" fmla="*/ 106056 w 145229"/>
                <a:gd name="csY309" fmla="*/ 160517 h 278516"/>
                <a:gd name="csX310" fmla="*/ 106534 w 145229"/>
                <a:gd name="csY310" fmla="*/ 159562 h 278516"/>
                <a:gd name="csX311" fmla="*/ 107489 w 145229"/>
                <a:gd name="csY311" fmla="*/ 159084 h 278516"/>
                <a:gd name="csX312" fmla="*/ 107489 w 145229"/>
                <a:gd name="csY312" fmla="*/ 159084 h 278516"/>
                <a:gd name="csX313" fmla="*/ 108444 w 145229"/>
                <a:gd name="csY313" fmla="*/ 158128 h 278516"/>
                <a:gd name="csX314" fmla="*/ 109400 w 145229"/>
                <a:gd name="csY314" fmla="*/ 156695 h 278516"/>
                <a:gd name="csX315" fmla="*/ 109878 w 145229"/>
                <a:gd name="csY315" fmla="*/ 155262 h 278516"/>
                <a:gd name="csX316" fmla="*/ 108923 w 145229"/>
                <a:gd name="csY316" fmla="*/ 154307 h 278516"/>
                <a:gd name="csX317" fmla="*/ 107967 w 145229"/>
                <a:gd name="csY317" fmla="*/ 152873 h 278516"/>
                <a:gd name="csX318" fmla="*/ 105578 w 145229"/>
                <a:gd name="csY318" fmla="*/ 151440 h 278516"/>
                <a:gd name="csX319" fmla="*/ 103667 w 145229"/>
                <a:gd name="csY319" fmla="*/ 149529 h 278516"/>
                <a:gd name="csX320" fmla="*/ 102234 w 145229"/>
                <a:gd name="csY320" fmla="*/ 148574 h 278516"/>
                <a:gd name="csX321" fmla="*/ 101278 w 145229"/>
                <a:gd name="csY321" fmla="*/ 147619 h 278516"/>
                <a:gd name="csX322" fmla="*/ 100323 w 145229"/>
                <a:gd name="csY322" fmla="*/ 146185 h 278516"/>
                <a:gd name="csX323" fmla="*/ 99846 w 145229"/>
                <a:gd name="csY323" fmla="*/ 145230 h 278516"/>
                <a:gd name="csX324" fmla="*/ 100323 w 145229"/>
                <a:gd name="csY324" fmla="*/ 144274 h 278516"/>
                <a:gd name="csX325" fmla="*/ 103667 w 145229"/>
                <a:gd name="csY325" fmla="*/ 142841 h 278516"/>
                <a:gd name="csX326" fmla="*/ 104623 w 145229"/>
                <a:gd name="csY326" fmla="*/ 142363 h 278516"/>
                <a:gd name="csX327" fmla="*/ 104623 w 145229"/>
                <a:gd name="csY327" fmla="*/ 141408 h 278516"/>
                <a:gd name="csX328" fmla="*/ 104623 w 145229"/>
                <a:gd name="csY328" fmla="*/ 140453 h 278516"/>
                <a:gd name="csX329" fmla="*/ 103667 w 145229"/>
                <a:gd name="csY329" fmla="*/ 139975 h 278516"/>
                <a:gd name="csX330" fmla="*/ 102712 w 145229"/>
                <a:gd name="csY330" fmla="*/ 139975 h 278516"/>
                <a:gd name="csX331" fmla="*/ 100801 w 145229"/>
                <a:gd name="csY331" fmla="*/ 139019 h 278516"/>
                <a:gd name="csX332" fmla="*/ 97935 w 145229"/>
                <a:gd name="csY332" fmla="*/ 136153 h 278516"/>
                <a:gd name="csX333" fmla="*/ 96501 w 145229"/>
                <a:gd name="csY333" fmla="*/ 135675 h 278516"/>
                <a:gd name="csX334" fmla="*/ 95546 w 145229"/>
                <a:gd name="csY334" fmla="*/ 134720 h 278516"/>
                <a:gd name="csX335" fmla="*/ 94591 w 145229"/>
                <a:gd name="csY335" fmla="*/ 133764 h 278516"/>
                <a:gd name="csX336" fmla="*/ 93635 w 145229"/>
                <a:gd name="csY336" fmla="*/ 131853 h 278516"/>
                <a:gd name="csX337" fmla="*/ 93157 w 145229"/>
                <a:gd name="csY337" fmla="*/ 131376 h 278516"/>
                <a:gd name="csX338" fmla="*/ 92680 w 145229"/>
                <a:gd name="csY338" fmla="*/ 132331 h 278516"/>
                <a:gd name="csX339" fmla="*/ 91724 w 145229"/>
                <a:gd name="csY339" fmla="*/ 132809 h 278516"/>
                <a:gd name="csX340" fmla="*/ 90769 w 145229"/>
                <a:gd name="csY340" fmla="*/ 132809 h 278516"/>
                <a:gd name="csX341" fmla="*/ 89813 w 145229"/>
                <a:gd name="csY341" fmla="*/ 132331 h 278516"/>
                <a:gd name="csX342" fmla="*/ 89335 w 145229"/>
                <a:gd name="csY342" fmla="*/ 131376 h 278516"/>
                <a:gd name="csX343" fmla="*/ 88858 w 145229"/>
                <a:gd name="csY343" fmla="*/ 129942 h 278516"/>
                <a:gd name="csX344" fmla="*/ 87902 w 145229"/>
                <a:gd name="csY344" fmla="*/ 128987 h 278516"/>
                <a:gd name="csX345" fmla="*/ 87425 w 145229"/>
                <a:gd name="csY345" fmla="*/ 126121 h 278516"/>
                <a:gd name="csX346" fmla="*/ 87425 w 145229"/>
                <a:gd name="csY346" fmla="*/ 124687 h 278516"/>
                <a:gd name="csX347" fmla="*/ 86947 w 145229"/>
                <a:gd name="csY347" fmla="*/ 123254 h 278516"/>
                <a:gd name="csX348" fmla="*/ 85991 w 145229"/>
                <a:gd name="csY348" fmla="*/ 122777 h 278516"/>
                <a:gd name="csX349" fmla="*/ 85514 w 145229"/>
                <a:gd name="csY349" fmla="*/ 122299 h 278516"/>
                <a:gd name="csX350" fmla="*/ 83603 w 145229"/>
                <a:gd name="csY350" fmla="*/ 119910 h 278516"/>
                <a:gd name="csX351" fmla="*/ 82169 w 145229"/>
                <a:gd name="csY351" fmla="*/ 118477 h 278516"/>
                <a:gd name="csX352" fmla="*/ 82169 w 145229"/>
                <a:gd name="csY352" fmla="*/ 118477 h 278516"/>
                <a:gd name="csX353" fmla="*/ 76914 w 145229"/>
                <a:gd name="csY353" fmla="*/ 114655 h 278516"/>
                <a:gd name="csX354" fmla="*/ 76437 w 145229"/>
                <a:gd name="csY354" fmla="*/ 114177 h 278516"/>
                <a:gd name="csX355" fmla="*/ 75003 w 145229"/>
                <a:gd name="csY355" fmla="*/ 112744 h 278516"/>
                <a:gd name="csX356" fmla="*/ 75003 w 145229"/>
                <a:gd name="csY356" fmla="*/ 112744 h 278516"/>
                <a:gd name="csX357" fmla="*/ 72615 w 145229"/>
                <a:gd name="csY357" fmla="*/ 110355 h 278516"/>
                <a:gd name="csX358" fmla="*/ 70704 w 145229"/>
                <a:gd name="csY358" fmla="*/ 108445 h 278516"/>
                <a:gd name="csX359" fmla="*/ 69271 w 145229"/>
                <a:gd name="csY359" fmla="*/ 106534 h 278516"/>
                <a:gd name="csX360" fmla="*/ 68793 w 145229"/>
                <a:gd name="csY360" fmla="*/ 105100 h 278516"/>
                <a:gd name="csX361" fmla="*/ 68793 w 145229"/>
                <a:gd name="csY361" fmla="*/ 103667 h 278516"/>
                <a:gd name="csX362" fmla="*/ 67360 w 145229"/>
                <a:gd name="csY362" fmla="*/ 102234 h 278516"/>
                <a:gd name="csX363" fmla="*/ 65927 w 145229"/>
                <a:gd name="csY363" fmla="*/ 100801 h 278516"/>
                <a:gd name="csX364" fmla="*/ 64971 w 145229"/>
                <a:gd name="csY364" fmla="*/ 100323 h 278516"/>
                <a:gd name="csX365" fmla="*/ 63538 w 145229"/>
                <a:gd name="csY365" fmla="*/ 99846 h 278516"/>
                <a:gd name="csX366" fmla="*/ 62582 w 145229"/>
                <a:gd name="csY366" fmla="*/ 98890 h 278516"/>
                <a:gd name="csX367" fmla="*/ 60194 w 145229"/>
                <a:gd name="csY367" fmla="*/ 96979 h 278516"/>
                <a:gd name="csX368" fmla="*/ 59239 w 145229"/>
                <a:gd name="csY368" fmla="*/ 96024 h 278516"/>
                <a:gd name="csX369" fmla="*/ 58761 w 145229"/>
                <a:gd name="csY369" fmla="*/ 95068 h 278516"/>
                <a:gd name="csX370" fmla="*/ 58761 w 145229"/>
                <a:gd name="csY370" fmla="*/ 94113 h 278516"/>
                <a:gd name="csX371" fmla="*/ 59239 w 145229"/>
                <a:gd name="csY371" fmla="*/ 92680 h 278516"/>
                <a:gd name="csX372" fmla="*/ 59716 w 145229"/>
                <a:gd name="csY372" fmla="*/ 91724 h 278516"/>
                <a:gd name="csX373" fmla="*/ 60194 w 145229"/>
                <a:gd name="csY373" fmla="*/ 91246 h 278516"/>
                <a:gd name="csX374" fmla="*/ 59239 w 145229"/>
                <a:gd name="csY374" fmla="*/ 90769 h 278516"/>
                <a:gd name="csX375" fmla="*/ 56850 w 145229"/>
                <a:gd name="csY375" fmla="*/ 89813 h 278516"/>
                <a:gd name="csX376" fmla="*/ 51595 w 145229"/>
                <a:gd name="csY376" fmla="*/ 88380 h 278516"/>
                <a:gd name="csX377" fmla="*/ 49206 w 145229"/>
                <a:gd name="csY377" fmla="*/ 87424 h 278516"/>
                <a:gd name="csX378" fmla="*/ 47295 w 145229"/>
                <a:gd name="csY378" fmla="*/ 85991 h 278516"/>
                <a:gd name="csX379" fmla="*/ 45862 w 145229"/>
                <a:gd name="csY379" fmla="*/ 85036 h 278516"/>
                <a:gd name="csX380" fmla="*/ 39174 w 145229"/>
                <a:gd name="csY380" fmla="*/ 80736 h 278516"/>
                <a:gd name="csX381" fmla="*/ 37263 w 145229"/>
                <a:gd name="csY381" fmla="*/ 80258 h 278516"/>
                <a:gd name="csX382" fmla="*/ 35830 w 145229"/>
                <a:gd name="csY382" fmla="*/ 79303 h 278516"/>
                <a:gd name="csX383" fmla="*/ 34874 w 145229"/>
                <a:gd name="csY383" fmla="*/ 78825 h 278516"/>
                <a:gd name="csX384" fmla="*/ 35352 w 145229"/>
                <a:gd name="csY384" fmla="*/ 77870 h 278516"/>
                <a:gd name="csX385" fmla="*/ 35352 w 145229"/>
                <a:gd name="csY385" fmla="*/ 77870 h 278516"/>
                <a:gd name="csX386" fmla="*/ 35352 w 145229"/>
                <a:gd name="csY386" fmla="*/ 77870 h 278516"/>
                <a:gd name="csX387" fmla="*/ 35830 w 145229"/>
                <a:gd name="csY387" fmla="*/ 77392 h 278516"/>
                <a:gd name="csX388" fmla="*/ 37741 w 145229"/>
                <a:gd name="csY388" fmla="*/ 76437 h 278516"/>
                <a:gd name="csX389" fmla="*/ 38696 w 145229"/>
                <a:gd name="csY389" fmla="*/ 75481 h 278516"/>
                <a:gd name="csX390" fmla="*/ 38218 w 145229"/>
                <a:gd name="csY390" fmla="*/ 73570 h 278516"/>
                <a:gd name="csX391" fmla="*/ 37741 w 145229"/>
                <a:gd name="csY391" fmla="*/ 72137 h 278516"/>
                <a:gd name="csX392" fmla="*/ 37741 w 145229"/>
                <a:gd name="csY392" fmla="*/ 71659 h 278516"/>
                <a:gd name="csX393" fmla="*/ 38696 w 145229"/>
                <a:gd name="csY393" fmla="*/ 71659 h 278516"/>
                <a:gd name="csX394" fmla="*/ 39652 w 145229"/>
                <a:gd name="csY394" fmla="*/ 71659 h 278516"/>
                <a:gd name="csX395" fmla="*/ 42518 w 145229"/>
                <a:gd name="csY395" fmla="*/ 71182 h 278516"/>
                <a:gd name="csX396" fmla="*/ 48251 w 145229"/>
                <a:gd name="csY396" fmla="*/ 72615 h 278516"/>
                <a:gd name="csX397" fmla="*/ 48251 w 145229"/>
                <a:gd name="csY397" fmla="*/ 72615 h 278516"/>
                <a:gd name="csX398" fmla="*/ 48728 w 145229"/>
                <a:gd name="csY398" fmla="*/ 72615 h 278516"/>
                <a:gd name="csX399" fmla="*/ 50639 w 145229"/>
                <a:gd name="csY399" fmla="*/ 71182 h 278516"/>
                <a:gd name="csX400" fmla="*/ 52073 w 145229"/>
                <a:gd name="csY400" fmla="*/ 70226 h 278516"/>
                <a:gd name="csX401" fmla="*/ 52073 w 145229"/>
                <a:gd name="csY401" fmla="*/ 70226 h 278516"/>
                <a:gd name="csX402" fmla="*/ 53028 w 145229"/>
                <a:gd name="csY402" fmla="*/ 68315 h 278516"/>
                <a:gd name="csX403" fmla="*/ 53505 w 145229"/>
                <a:gd name="csY403" fmla="*/ 67360 h 278516"/>
                <a:gd name="csX404" fmla="*/ 53984 w 145229"/>
                <a:gd name="csY404" fmla="*/ 66405 h 278516"/>
                <a:gd name="csX405" fmla="*/ 55416 w 145229"/>
                <a:gd name="csY405" fmla="*/ 64971 h 278516"/>
                <a:gd name="csX406" fmla="*/ 55894 w 145229"/>
                <a:gd name="csY406" fmla="*/ 63538 h 278516"/>
                <a:gd name="csX407" fmla="*/ 54939 w 145229"/>
                <a:gd name="csY407" fmla="*/ 62105 h 278516"/>
                <a:gd name="csX408" fmla="*/ 53984 w 145229"/>
                <a:gd name="csY408" fmla="*/ 61627 h 278516"/>
                <a:gd name="csX409" fmla="*/ 53505 w 145229"/>
                <a:gd name="csY409" fmla="*/ 61149 h 278516"/>
                <a:gd name="csX410" fmla="*/ 51117 w 145229"/>
                <a:gd name="csY410" fmla="*/ 61149 h 278516"/>
                <a:gd name="csX411" fmla="*/ 50639 w 145229"/>
                <a:gd name="csY411" fmla="*/ 61149 h 278516"/>
                <a:gd name="csX412" fmla="*/ 50162 w 145229"/>
                <a:gd name="csY412" fmla="*/ 59716 h 278516"/>
                <a:gd name="csX413" fmla="*/ 50162 w 145229"/>
                <a:gd name="csY413" fmla="*/ 59239 h 278516"/>
                <a:gd name="csX414" fmla="*/ 49684 w 145229"/>
                <a:gd name="csY414" fmla="*/ 58283 h 278516"/>
                <a:gd name="csX415" fmla="*/ 47295 w 145229"/>
                <a:gd name="csY415" fmla="*/ 57328 h 278516"/>
                <a:gd name="csX416" fmla="*/ 44907 w 145229"/>
                <a:gd name="csY416" fmla="*/ 57328 h 278516"/>
                <a:gd name="csX417" fmla="*/ 44429 w 145229"/>
                <a:gd name="csY417" fmla="*/ 56850 h 278516"/>
                <a:gd name="csX418" fmla="*/ 45384 w 145229"/>
                <a:gd name="csY418" fmla="*/ 55894 h 278516"/>
                <a:gd name="csX419" fmla="*/ 46818 w 145229"/>
                <a:gd name="csY419" fmla="*/ 54939 h 278516"/>
                <a:gd name="csX420" fmla="*/ 47773 w 145229"/>
                <a:gd name="csY420" fmla="*/ 54461 h 278516"/>
                <a:gd name="csX421" fmla="*/ 47773 w 145229"/>
                <a:gd name="csY421" fmla="*/ 54461 h 278516"/>
                <a:gd name="csX422" fmla="*/ 48728 w 145229"/>
                <a:gd name="csY422" fmla="*/ 53506 h 278516"/>
                <a:gd name="csX423" fmla="*/ 48728 w 145229"/>
                <a:gd name="csY423" fmla="*/ 53028 h 278516"/>
                <a:gd name="csX424" fmla="*/ 48251 w 145229"/>
                <a:gd name="csY424" fmla="*/ 52550 h 278516"/>
                <a:gd name="csX425" fmla="*/ 47773 w 145229"/>
                <a:gd name="csY425" fmla="*/ 52073 h 278516"/>
                <a:gd name="csX426" fmla="*/ 46340 w 145229"/>
                <a:gd name="csY426" fmla="*/ 51117 h 278516"/>
                <a:gd name="csX427" fmla="*/ 43951 w 145229"/>
                <a:gd name="csY427" fmla="*/ 49684 h 278516"/>
                <a:gd name="csX428" fmla="*/ 41085 w 145229"/>
                <a:gd name="csY428" fmla="*/ 47773 h 278516"/>
                <a:gd name="csX429" fmla="*/ 39174 w 145229"/>
                <a:gd name="csY429" fmla="*/ 47295 h 278516"/>
                <a:gd name="csX430" fmla="*/ 38218 w 145229"/>
                <a:gd name="csY430" fmla="*/ 47295 h 278516"/>
                <a:gd name="csX431" fmla="*/ 34874 w 145229"/>
                <a:gd name="csY431" fmla="*/ 48728 h 278516"/>
                <a:gd name="csX432" fmla="*/ 32963 w 145229"/>
                <a:gd name="csY432" fmla="*/ 49684 h 278516"/>
                <a:gd name="csX433" fmla="*/ 31530 w 145229"/>
                <a:gd name="csY433" fmla="*/ 51595 h 278516"/>
                <a:gd name="csX434" fmla="*/ 31530 w 145229"/>
                <a:gd name="csY434" fmla="*/ 51595 h 278516"/>
                <a:gd name="csX435" fmla="*/ 30097 w 145229"/>
                <a:gd name="csY435" fmla="*/ 52073 h 278516"/>
                <a:gd name="csX436" fmla="*/ 28186 w 145229"/>
                <a:gd name="csY436" fmla="*/ 51117 h 278516"/>
                <a:gd name="csX437" fmla="*/ 26753 w 145229"/>
                <a:gd name="csY437" fmla="*/ 50162 h 278516"/>
                <a:gd name="csX438" fmla="*/ 21498 w 145229"/>
                <a:gd name="csY438" fmla="*/ 49206 h 278516"/>
                <a:gd name="csX439" fmla="*/ 19587 w 145229"/>
                <a:gd name="csY439" fmla="*/ 48251 h 278516"/>
                <a:gd name="csX440" fmla="*/ 15287 w 145229"/>
                <a:gd name="csY440" fmla="*/ 42040 h 278516"/>
                <a:gd name="csX441" fmla="*/ 14332 w 145229"/>
                <a:gd name="csY441" fmla="*/ 41085 h 278516"/>
                <a:gd name="csX442" fmla="*/ 14809 w 145229"/>
                <a:gd name="csY442" fmla="*/ 39651 h 278516"/>
                <a:gd name="csX443" fmla="*/ 14809 w 145229"/>
                <a:gd name="csY443" fmla="*/ 39651 h 278516"/>
                <a:gd name="csX444" fmla="*/ 15287 w 145229"/>
                <a:gd name="csY444" fmla="*/ 37263 h 278516"/>
                <a:gd name="csX445" fmla="*/ 15765 w 145229"/>
                <a:gd name="csY445" fmla="*/ 36307 h 278516"/>
                <a:gd name="csX446" fmla="*/ 16243 w 145229"/>
                <a:gd name="csY446" fmla="*/ 34874 h 278516"/>
                <a:gd name="csX447" fmla="*/ 16721 w 145229"/>
                <a:gd name="csY447" fmla="*/ 33919 h 278516"/>
                <a:gd name="csX448" fmla="*/ 16243 w 145229"/>
                <a:gd name="csY448" fmla="*/ 32963 h 278516"/>
                <a:gd name="csX449" fmla="*/ 15765 w 145229"/>
                <a:gd name="csY449" fmla="*/ 32008 h 278516"/>
                <a:gd name="csX450" fmla="*/ 14809 w 145229"/>
                <a:gd name="csY450" fmla="*/ 32008 h 278516"/>
                <a:gd name="csX451" fmla="*/ 14332 w 145229"/>
                <a:gd name="csY451" fmla="*/ 31530 h 278516"/>
                <a:gd name="csX452" fmla="*/ 13854 w 145229"/>
                <a:gd name="csY452" fmla="*/ 30097 h 278516"/>
                <a:gd name="csX453" fmla="*/ 13377 w 145229"/>
                <a:gd name="csY453" fmla="*/ 30575 h 278516"/>
                <a:gd name="csX454" fmla="*/ 12898 w 145229"/>
                <a:gd name="csY454" fmla="*/ 31530 h 278516"/>
                <a:gd name="csX455" fmla="*/ 12898 w 145229"/>
                <a:gd name="csY455" fmla="*/ 32486 h 278516"/>
                <a:gd name="csX456" fmla="*/ 12421 w 145229"/>
                <a:gd name="csY456" fmla="*/ 32963 h 278516"/>
                <a:gd name="csX457" fmla="*/ 11466 w 145229"/>
                <a:gd name="csY457" fmla="*/ 32963 h 278516"/>
                <a:gd name="csX458" fmla="*/ 10510 w 145229"/>
                <a:gd name="csY458" fmla="*/ 32963 h 278516"/>
                <a:gd name="csX459" fmla="*/ 10032 w 145229"/>
                <a:gd name="csY459" fmla="*/ 32008 h 278516"/>
                <a:gd name="csX460" fmla="*/ 10032 w 145229"/>
                <a:gd name="csY460" fmla="*/ 31052 h 278516"/>
                <a:gd name="csX461" fmla="*/ 9555 w 145229"/>
                <a:gd name="csY461" fmla="*/ 29619 h 278516"/>
                <a:gd name="csX462" fmla="*/ 9077 w 145229"/>
                <a:gd name="csY462" fmla="*/ 28186 h 278516"/>
                <a:gd name="csX463" fmla="*/ 9077 w 145229"/>
                <a:gd name="csY463" fmla="*/ 28186 h 278516"/>
                <a:gd name="csX464" fmla="*/ 7166 w 145229"/>
                <a:gd name="csY464" fmla="*/ 27231 h 278516"/>
                <a:gd name="csX465" fmla="*/ 6211 w 145229"/>
                <a:gd name="csY465" fmla="*/ 26275 h 278516"/>
                <a:gd name="csX466" fmla="*/ 3344 w 145229"/>
                <a:gd name="csY466" fmla="*/ 22931 h 278516"/>
                <a:gd name="csX467" fmla="*/ 3344 w 145229"/>
                <a:gd name="csY467" fmla="*/ 22931 h 278516"/>
                <a:gd name="csX468" fmla="*/ 955 w 145229"/>
                <a:gd name="csY468" fmla="*/ 21020 h 278516"/>
                <a:gd name="csX469" fmla="*/ 0 w 145229"/>
                <a:gd name="csY469" fmla="*/ 19109 h 278516"/>
                <a:gd name="csX470" fmla="*/ 0 w 145229"/>
                <a:gd name="csY470" fmla="*/ 19109 h 278516"/>
                <a:gd name="csX471" fmla="*/ 955 w 145229"/>
                <a:gd name="csY471" fmla="*/ 18632 h 278516"/>
                <a:gd name="csX472" fmla="*/ 2389 w 145229"/>
                <a:gd name="csY472" fmla="*/ 17676 h 278516"/>
                <a:gd name="csX473" fmla="*/ 3344 w 145229"/>
                <a:gd name="csY473" fmla="*/ 15765 h 278516"/>
                <a:gd name="csX474" fmla="*/ 4777 w 145229"/>
                <a:gd name="csY474" fmla="*/ 13854 h 278516"/>
                <a:gd name="csX475" fmla="*/ 5733 w 145229"/>
                <a:gd name="csY475" fmla="*/ 12899 h 278516"/>
                <a:gd name="csX476" fmla="*/ 6211 w 145229"/>
                <a:gd name="csY476" fmla="*/ 12421 h 278516"/>
                <a:gd name="csX477" fmla="*/ 6688 w 145229"/>
                <a:gd name="csY477" fmla="*/ 11943 h 278516"/>
                <a:gd name="csX478" fmla="*/ 7644 w 145229"/>
                <a:gd name="csY478" fmla="*/ 11943 h 278516"/>
                <a:gd name="csX479" fmla="*/ 9555 w 145229"/>
                <a:gd name="csY479" fmla="*/ 12899 h 278516"/>
                <a:gd name="csX480" fmla="*/ 11943 w 145229"/>
                <a:gd name="csY480" fmla="*/ 13854 h 278516"/>
                <a:gd name="csX481" fmla="*/ 13854 w 145229"/>
                <a:gd name="csY481" fmla="*/ 15287 h 278516"/>
                <a:gd name="csX482" fmla="*/ 14809 w 145229"/>
                <a:gd name="csY482" fmla="*/ 16243 h 278516"/>
                <a:gd name="csX483" fmla="*/ 16243 w 145229"/>
                <a:gd name="csY483" fmla="*/ 17676 h 278516"/>
                <a:gd name="csX484" fmla="*/ 17198 w 145229"/>
                <a:gd name="csY484" fmla="*/ 17676 h 278516"/>
                <a:gd name="csX485" fmla="*/ 17676 w 145229"/>
                <a:gd name="csY485" fmla="*/ 17676 h 278516"/>
                <a:gd name="csX486" fmla="*/ 19109 w 145229"/>
                <a:gd name="csY486" fmla="*/ 16721 h 278516"/>
                <a:gd name="csX487" fmla="*/ 20064 w 145229"/>
                <a:gd name="csY487" fmla="*/ 15765 h 278516"/>
                <a:gd name="csX488" fmla="*/ 20064 w 145229"/>
                <a:gd name="csY488" fmla="*/ 14809 h 278516"/>
                <a:gd name="csX489" fmla="*/ 21020 w 145229"/>
                <a:gd name="csY489" fmla="*/ 13854 h 278516"/>
                <a:gd name="csX490" fmla="*/ 22453 w 145229"/>
                <a:gd name="csY490" fmla="*/ 12421 h 278516"/>
                <a:gd name="csX491" fmla="*/ 23409 w 145229"/>
                <a:gd name="csY491" fmla="*/ 11466 h 278516"/>
                <a:gd name="csX492" fmla="*/ 23886 w 145229"/>
                <a:gd name="csY492" fmla="*/ 11466 h 278516"/>
                <a:gd name="csX493" fmla="*/ 24364 w 145229"/>
                <a:gd name="csY493" fmla="*/ 11943 h 278516"/>
                <a:gd name="csX494" fmla="*/ 24364 w 145229"/>
                <a:gd name="csY494" fmla="*/ 11943 h 278516"/>
                <a:gd name="csX495" fmla="*/ 26753 w 145229"/>
                <a:gd name="csY495" fmla="*/ 14809 h 278516"/>
                <a:gd name="csX496" fmla="*/ 27230 w 145229"/>
                <a:gd name="csY496" fmla="*/ 15287 h 278516"/>
                <a:gd name="csX497" fmla="*/ 27709 w 145229"/>
                <a:gd name="csY497" fmla="*/ 14809 h 278516"/>
                <a:gd name="csX498" fmla="*/ 27709 w 145229"/>
                <a:gd name="csY498" fmla="*/ 14809 h 278516"/>
                <a:gd name="csX499" fmla="*/ 28664 w 145229"/>
                <a:gd name="csY499" fmla="*/ 12421 h 278516"/>
                <a:gd name="csX500" fmla="*/ 29619 w 145229"/>
                <a:gd name="csY500" fmla="*/ 11466 h 278516"/>
                <a:gd name="csX501" fmla="*/ 30097 w 145229"/>
                <a:gd name="csY501" fmla="*/ 11466 h 278516"/>
                <a:gd name="csX502" fmla="*/ 35352 w 145229"/>
                <a:gd name="csY502" fmla="*/ 16243 h 278516"/>
                <a:gd name="csX503" fmla="*/ 35830 w 145229"/>
                <a:gd name="csY503" fmla="*/ 15765 h 278516"/>
                <a:gd name="csX504" fmla="*/ 36785 w 145229"/>
                <a:gd name="csY504" fmla="*/ 15765 h 278516"/>
                <a:gd name="csX505" fmla="*/ 36785 w 145229"/>
                <a:gd name="csY505" fmla="*/ 15765 h 278516"/>
                <a:gd name="csX506" fmla="*/ 37263 w 145229"/>
                <a:gd name="csY506" fmla="*/ 15287 h 278516"/>
                <a:gd name="csX507" fmla="*/ 37263 w 145229"/>
                <a:gd name="csY507" fmla="*/ 13376 h 278516"/>
                <a:gd name="csX508" fmla="*/ 38218 w 145229"/>
                <a:gd name="csY508" fmla="*/ 11943 h 278516"/>
                <a:gd name="csX509" fmla="*/ 40129 w 145229"/>
                <a:gd name="csY509" fmla="*/ 10988 h 278516"/>
                <a:gd name="csX510" fmla="*/ 41562 w 145229"/>
                <a:gd name="csY510" fmla="*/ 10510 h 278516"/>
                <a:gd name="csX511" fmla="*/ 41562 w 145229"/>
                <a:gd name="csY511" fmla="*/ 10510 h 278516"/>
                <a:gd name="csX512" fmla="*/ 42040 w 145229"/>
                <a:gd name="csY512" fmla="*/ 11466 h 278516"/>
                <a:gd name="csX513" fmla="*/ 42996 w 145229"/>
                <a:gd name="csY513" fmla="*/ 12421 h 278516"/>
                <a:gd name="csX514" fmla="*/ 44429 w 145229"/>
                <a:gd name="csY514" fmla="*/ 12899 h 278516"/>
                <a:gd name="csX515" fmla="*/ 47773 w 145229"/>
                <a:gd name="csY515" fmla="*/ 10988 h 278516"/>
                <a:gd name="csX516" fmla="*/ 48728 w 145229"/>
                <a:gd name="csY516" fmla="*/ 10510 h 278516"/>
                <a:gd name="csX517" fmla="*/ 49684 w 145229"/>
                <a:gd name="csY517" fmla="*/ 10510 h 278516"/>
                <a:gd name="csX518" fmla="*/ 50639 w 145229"/>
                <a:gd name="csY518" fmla="*/ 10510 h 278516"/>
                <a:gd name="csX519" fmla="*/ 52073 w 145229"/>
                <a:gd name="csY519" fmla="*/ 9555 h 278516"/>
                <a:gd name="csX520" fmla="*/ 53028 w 145229"/>
                <a:gd name="csY520" fmla="*/ 8599 h 278516"/>
                <a:gd name="csX521" fmla="*/ 53505 w 145229"/>
                <a:gd name="csY521" fmla="*/ 6688 h 278516"/>
                <a:gd name="csX522" fmla="*/ 53505 w 145229"/>
                <a:gd name="csY522" fmla="*/ 5255 h 278516"/>
                <a:gd name="csX523" fmla="*/ 54461 w 145229"/>
                <a:gd name="csY523" fmla="*/ 4300 h 278516"/>
                <a:gd name="csX524" fmla="*/ 55416 w 145229"/>
                <a:gd name="csY524" fmla="*/ 3822 h 278516"/>
                <a:gd name="csX525" fmla="*/ 56850 w 145229"/>
                <a:gd name="csY525" fmla="*/ 3344 h 278516"/>
                <a:gd name="csX526" fmla="*/ 60671 w 145229"/>
                <a:gd name="csY526" fmla="*/ 1433 h 278516"/>
                <a:gd name="csX527" fmla="*/ 61627 w 145229"/>
                <a:gd name="csY527" fmla="*/ 478 h 278516"/>
                <a:gd name="csX528" fmla="*/ 62582 w 145229"/>
                <a:gd name="csY528" fmla="*/ 0 h 278516"/>
                <a:gd name="csX529" fmla="*/ 64016 w 145229"/>
                <a:gd name="csY529" fmla="*/ 956 h 278516"/>
                <a:gd name="csX530" fmla="*/ 65927 w 145229"/>
                <a:gd name="csY530" fmla="*/ 2389 h 278516"/>
                <a:gd name="csX531" fmla="*/ 65927 w 145229"/>
                <a:gd name="csY531" fmla="*/ 2389 h 278516"/>
                <a:gd name="csX532" fmla="*/ 66882 w 145229"/>
                <a:gd name="csY532" fmla="*/ 3344 h 278516"/>
                <a:gd name="csX533" fmla="*/ 66882 w 145229"/>
                <a:gd name="csY533" fmla="*/ 3344 h 278516"/>
                <a:gd name="csX534" fmla="*/ 67837 w 145229"/>
                <a:gd name="csY534" fmla="*/ 4777 h 278516"/>
                <a:gd name="csX535" fmla="*/ 67837 w 145229"/>
                <a:gd name="csY535" fmla="*/ 5733 h 278516"/>
                <a:gd name="csX536" fmla="*/ 70704 w 145229"/>
                <a:gd name="csY536" fmla="*/ 6210 h 278516"/>
                <a:gd name="csX537" fmla="*/ 72615 w 145229"/>
                <a:gd name="csY537" fmla="*/ 7644 h 278516"/>
                <a:gd name="csX538" fmla="*/ 73570 w 145229"/>
                <a:gd name="csY538" fmla="*/ 8599 h 278516"/>
                <a:gd name="csX539" fmla="*/ 75003 w 145229"/>
                <a:gd name="csY539" fmla="*/ 8599 h 278516"/>
                <a:gd name="csX540" fmla="*/ 75959 w 145229"/>
                <a:gd name="csY540" fmla="*/ 8121 h 278516"/>
                <a:gd name="csX541" fmla="*/ 76914 w 145229"/>
                <a:gd name="csY541" fmla="*/ 7644 h 278516"/>
                <a:gd name="csX542" fmla="*/ 78348 w 145229"/>
                <a:gd name="csY542" fmla="*/ 7644 h 278516"/>
                <a:gd name="csX543" fmla="*/ 79781 w 145229"/>
                <a:gd name="csY543" fmla="*/ 7644 h 278516"/>
                <a:gd name="csX544" fmla="*/ 80736 w 145229"/>
                <a:gd name="csY544" fmla="*/ 8121 h 278516"/>
                <a:gd name="csX545" fmla="*/ 81692 w 145229"/>
                <a:gd name="csY545" fmla="*/ 9555 h 278516"/>
                <a:gd name="csX546" fmla="*/ 82647 w 145229"/>
                <a:gd name="csY546" fmla="*/ 10032 h 278516"/>
                <a:gd name="csX547" fmla="*/ 83603 w 145229"/>
                <a:gd name="csY547" fmla="*/ 9555 h 278516"/>
                <a:gd name="csX548" fmla="*/ 85991 w 145229"/>
                <a:gd name="csY548" fmla="*/ 9077 h 278516"/>
                <a:gd name="csX549" fmla="*/ 87425 w 145229"/>
                <a:gd name="csY549" fmla="*/ 8599 h 278516"/>
                <a:gd name="csX550" fmla="*/ 89335 w 145229"/>
                <a:gd name="csY550" fmla="*/ 9555 h 278516"/>
                <a:gd name="csX551" fmla="*/ 92202 w 145229"/>
                <a:gd name="csY551" fmla="*/ 11466 h 278516"/>
                <a:gd name="csX552" fmla="*/ 91724 w 145229"/>
                <a:gd name="csY552" fmla="*/ 12899 h 278516"/>
                <a:gd name="csX553" fmla="*/ 90769 w 145229"/>
                <a:gd name="csY553" fmla="*/ 14332 h 278516"/>
                <a:gd name="csX554" fmla="*/ 89335 w 145229"/>
                <a:gd name="csY554" fmla="*/ 15287 h 278516"/>
                <a:gd name="csX555" fmla="*/ 88380 w 145229"/>
                <a:gd name="csY555" fmla="*/ 15287 h 278516"/>
                <a:gd name="csX556" fmla="*/ 87902 w 145229"/>
                <a:gd name="csY556" fmla="*/ 16721 h 278516"/>
                <a:gd name="csX557" fmla="*/ 87425 w 145229"/>
                <a:gd name="csY557" fmla="*/ 18632 h 278516"/>
                <a:gd name="csX558" fmla="*/ 87902 w 145229"/>
                <a:gd name="csY558" fmla="*/ 20065 h 278516"/>
                <a:gd name="csX559" fmla="*/ 88858 w 145229"/>
                <a:gd name="csY559" fmla="*/ 20065 h 278516"/>
                <a:gd name="csX560" fmla="*/ 89335 w 145229"/>
                <a:gd name="csY560" fmla="*/ 21020 h 278516"/>
                <a:gd name="csX561" fmla="*/ 89813 w 145229"/>
                <a:gd name="csY561" fmla="*/ 21975 h 278516"/>
                <a:gd name="csX562" fmla="*/ 89813 w 145229"/>
                <a:gd name="csY562" fmla="*/ 23886 h 278516"/>
                <a:gd name="csX563" fmla="*/ 89813 w 145229"/>
                <a:gd name="csY563" fmla="*/ 26275 h 278516"/>
                <a:gd name="csX564" fmla="*/ 89813 w 145229"/>
                <a:gd name="csY564" fmla="*/ 27231 h 278516"/>
                <a:gd name="csX565" fmla="*/ 90769 w 145229"/>
                <a:gd name="csY565" fmla="*/ 26753 h 278516"/>
                <a:gd name="csX566" fmla="*/ 91246 w 145229"/>
                <a:gd name="csY566" fmla="*/ 26753 h 278516"/>
                <a:gd name="csX567" fmla="*/ 92680 w 145229"/>
                <a:gd name="csY567" fmla="*/ 26753 h 278516"/>
                <a:gd name="csX568" fmla="*/ 94112 w 145229"/>
                <a:gd name="csY568" fmla="*/ 27708 h 278516"/>
                <a:gd name="csX569" fmla="*/ 95068 w 145229"/>
                <a:gd name="csY569" fmla="*/ 28186 h 278516"/>
                <a:gd name="csX570" fmla="*/ 96024 w 145229"/>
                <a:gd name="csY570" fmla="*/ 28186 h 278516"/>
                <a:gd name="csX571" fmla="*/ 96979 w 145229"/>
                <a:gd name="csY571" fmla="*/ 28664 h 278516"/>
                <a:gd name="csX572" fmla="*/ 96979 w 145229"/>
                <a:gd name="csY572" fmla="*/ 29619 h 278516"/>
                <a:gd name="csX573" fmla="*/ 97935 w 145229"/>
                <a:gd name="csY573" fmla="*/ 30575 h 278516"/>
                <a:gd name="csX574" fmla="*/ 100323 w 145229"/>
                <a:gd name="csY574" fmla="*/ 32008 h 278516"/>
                <a:gd name="csX575" fmla="*/ 102234 w 145229"/>
                <a:gd name="csY575" fmla="*/ 32486 h 278516"/>
                <a:gd name="csX576" fmla="*/ 103667 w 145229"/>
                <a:gd name="csY576" fmla="*/ 34397 h 278516"/>
                <a:gd name="csX577" fmla="*/ 105100 w 145229"/>
                <a:gd name="csY577" fmla="*/ 33441 h 278516"/>
                <a:gd name="csX578" fmla="*/ 105578 w 145229"/>
                <a:gd name="csY578" fmla="*/ 33441 h 278516"/>
                <a:gd name="csX579" fmla="*/ 106056 w 145229"/>
                <a:gd name="csY579" fmla="*/ 34397 h 278516"/>
                <a:gd name="csX580" fmla="*/ 109400 w 145229"/>
                <a:gd name="csY580" fmla="*/ 34397 h 278516"/>
                <a:gd name="csX581" fmla="*/ 111789 w 145229"/>
                <a:gd name="csY581" fmla="*/ 33441 h 278516"/>
                <a:gd name="csX582" fmla="*/ 112744 w 145229"/>
                <a:gd name="csY582" fmla="*/ 33441 h 278516"/>
                <a:gd name="csX583" fmla="*/ 114655 w 145229"/>
                <a:gd name="csY583" fmla="*/ 35352 h 278516"/>
                <a:gd name="csX584" fmla="*/ 116088 w 145229"/>
                <a:gd name="csY584" fmla="*/ 36307 h 278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</a:cxnLst>
              <a:rect l="l" t="t" r="r" b="b"/>
              <a:pathLst>
                <a:path w="145229" h="278516">
                  <a:moveTo>
                    <a:pt x="116088" y="36307"/>
                  </a:moveTo>
                  <a:lnTo>
                    <a:pt x="115133" y="36307"/>
                  </a:lnTo>
                  <a:lnTo>
                    <a:pt x="112744" y="36307"/>
                  </a:lnTo>
                  <a:lnTo>
                    <a:pt x="110833" y="38218"/>
                  </a:lnTo>
                  <a:lnTo>
                    <a:pt x="109400" y="38696"/>
                  </a:lnTo>
                  <a:lnTo>
                    <a:pt x="107012" y="39651"/>
                  </a:lnTo>
                  <a:lnTo>
                    <a:pt x="104623" y="40607"/>
                  </a:lnTo>
                  <a:lnTo>
                    <a:pt x="104145" y="42040"/>
                  </a:lnTo>
                  <a:lnTo>
                    <a:pt x="104145" y="43473"/>
                  </a:lnTo>
                  <a:lnTo>
                    <a:pt x="103667" y="44907"/>
                  </a:lnTo>
                  <a:lnTo>
                    <a:pt x="99846" y="46817"/>
                  </a:lnTo>
                  <a:lnTo>
                    <a:pt x="98890" y="46817"/>
                  </a:lnTo>
                  <a:lnTo>
                    <a:pt x="98412" y="45862"/>
                  </a:lnTo>
                  <a:lnTo>
                    <a:pt x="96979" y="46340"/>
                  </a:lnTo>
                  <a:lnTo>
                    <a:pt x="96501" y="46817"/>
                  </a:lnTo>
                  <a:lnTo>
                    <a:pt x="95546" y="46340"/>
                  </a:lnTo>
                  <a:lnTo>
                    <a:pt x="94591" y="46817"/>
                  </a:lnTo>
                  <a:lnTo>
                    <a:pt x="93157" y="46817"/>
                  </a:lnTo>
                  <a:lnTo>
                    <a:pt x="91724" y="46340"/>
                  </a:lnTo>
                  <a:lnTo>
                    <a:pt x="91246" y="45862"/>
                  </a:lnTo>
                  <a:lnTo>
                    <a:pt x="90291" y="45862"/>
                  </a:lnTo>
                  <a:lnTo>
                    <a:pt x="90291" y="46817"/>
                  </a:lnTo>
                  <a:lnTo>
                    <a:pt x="91724" y="49684"/>
                  </a:lnTo>
                  <a:lnTo>
                    <a:pt x="91724" y="51117"/>
                  </a:lnTo>
                  <a:lnTo>
                    <a:pt x="87902" y="55417"/>
                  </a:lnTo>
                  <a:lnTo>
                    <a:pt x="88380" y="57805"/>
                  </a:lnTo>
                  <a:lnTo>
                    <a:pt x="86947" y="59716"/>
                  </a:lnTo>
                  <a:lnTo>
                    <a:pt x="84558" y="61149"/>
                  </a:lnTo>
                  <a:lnTo>
                    <a:pt x="80259" y="65449"/>
                  </a:lnTo>
                  <a:lnTo>
                    <a:pt x="78348" y="65449"/>
                  </a:lnTo>
                  <a:lnTo>
                    <a:pt x="76437" y="66405"/>
                  </a:lnTo>
                  <a:lnTo>
                    <a:pt x="73093" y="73093"/>
                  </a:lnTo>
                  <a:lnTo>
                    <a:pt x="73093" y="75481"/>
                  </a:lnTo>
                  <a:lnTo>
                    <a:pt x="72615" y="77392"/>
                  </a:lnTo>
                  <a:lnTo>
                    <a:pt x="72615" y="78825"/>
                  </a:lnTo>
                  <a:lnTo>
                    <a:pt x="71182" y="82170"/>
                  </a:lnTo>
                  <a:lnTo>
                    <a:pt x="69748" y="83603"/>
                  </a:lnTo>
                  <a:lnTo>
                    <a:pt x="69271" y="85036"/>
                  </a:lnTo>
                  <a:lnTo>
                    <a:pt x="71659" y="88858"/>
                  </a:lnTo>
                  <a:lnTo>
                    <a:pt x="71659" y="89335"/>
                  </a:lnTo>
                  <a:lnTo>
                    <a:pt x="73093" y="91246"/>
                  </a:lnTo>
                  <a:lnTo>
                    <a:pt x="73570" y="92680"/>
                  </a:lnTo>
                  <a:lnTo>
                    <a:pt x="74526" y="94113"/>
                  </a:lnTo>
                  <a:lnTo>
                    <a:pt x="78348" y="97457"/>
                  </a:lnTo>
                  <a:lnTo>
                    <a:pt x="79781" y="98890"/>
                  </a:lnTo>
                  <a:lnTo>
                    <a:pt x="81692" y="99368"/>
                  </a:lnTo>
                  <a:lnTo>
                    <a:pt x="85036" y="102712"/>
                  </a:lnTo>
                  <a:lnTo>
                    <a:pt x="86947" y="104623"/>
                  </a:lnTo>
                  <a:lnTo>
                    <a:pt x="85991" y="106056"/>
                  </a:lnTo>
                  <a:lnTo>
                    <a:pt x="86469" y="108922"/>
                  </a:lnTo>
                  <a:lnTo>
                    <a:pt x="84080" y="107967"/>
                  </a:lnTo>
                  <a:lnTo>
                    <a:pt x="84080" y="108445"/>
                  </a:lnTo>
                  <a:lnTo>
                    <a:pt x="86947" y="109878"/>
                  </a:lnTo>
                  <a:lnTo>
                    <a:pt x="91246" y="115611"/>
                  </a:lnTo>
                  <a:lnTo>
                    <a:pt x="95068" y="118477"/>
                  </a:lnTo>
                  <a:lnTo>
                    <a:pt x="98890" y="121343"/>
                  </a:lnTo>
                  <a:lnTo>
                    <a:pt x="100323" y="124210"/>
                  </a:lnTo>
                  <a:lnTo>
                    <a:pt x="103667" y="126598"/>
                  </a:lnTo>
                  <a:lnTo>
                    <a:pt x="107489" y="129465"/>
                  </a:lnTo>
                  <a:lnTo>
                    <a:pt x="107489" y="129942"/>
                  </a:lnTo>
                  <a:lnTo>
                    <a:pt x="108444" y="130898"/>
                  </a:lnTo>
                  <a:lnTo>
                    <a:pt x="111311" y="132331"/>
                  </a:lnTo>
                  <a:lnTo>
                    <a:pt x="112744" y="133764"/>
                  </a:lnTo>
                  <a:lnTo>
                    <a:pt x="113222" y="135197"/>
                  </a:lnTo>
                  <a:lnTo>
                    <a:pt x="114177" y="135675"/>
                  </a:lnTo>
                  <a:lnTo>
                    <a:pt x="115133" y="135197"/>
                  </a:lnTo>
                  <a:lnTo>
                    <a:pt x="116566" y="135197"/>
                  </a:lnTo>
                  <a:lnTo>
                    <a:pt x="117044" y="135197"/>
                  </a:lnTo>
                  <a:lnTo>
                    <a:pt x="118477" y="136631"/>
                  </a:lnTo>
                  <a:lnTo>
                    <a:pt x="119910" y="138542"/>
                  </a:lnTo>
                  <a:lnTo>
                    <a:pt x="120866" y="139497"/>
                  </a:lnTo>
                  <a:lnTo>
                    <a:pt x="121343" y="139497"/>
                  </a:lnTo>
                  <a:lnTo>
                    <a:pt x="121821" y="139497"/>
                  </a:lnTo>
                  <a:lnTo>
                    <a:pt x="121821" y="140930"/>
                  </a:lnTo>
                  <a:lnTo>
                    <a:pt x="122299" y="141408"/>
                  </a:lnTo>
                  <a:lnTo>
                    <a:pt x="124210" y="143796"/>
                  </a:lnTo>
                  <a:lnTo>
                    <a:pt x="125165" y="145707"/>
                  </a:lnTo>
                  <a:lnTo>
                    <a:pt x="128032" y="149052"/>
                  </a:lnTo>
                  <a:lnTo>
                    <a:pt x="129942" y="150962"/>
                  </a:lnTo>
                  <a:lnTo>
                    <a:pt x="131376" y="151918"/>
                  </a:lnTo>
                  <a:lnTo>
                    <a:pt x="132809" y="152873"/>
                  </a:lnTo>
                  <a:lnTo>
                    <a:pt x="134242" y="156695"/>
                  </a:lnTo>
                  <a:lnTo>
                    <a:pt x="135198" y="160039"/>
                  </a:lnTo>
                  <a:lnTo>
                    <a:pt x="136631" y="163861"/>
                  </a:lnTo>
                  <a:lnTo>
                    <a:pt x="138064" y="165294"/>
                  </a:lnTo>
                  <a:lnTo>
                    <a:pt x="138064" y="168638"/>
                  </a:lnTo>
                  <a:lnTo>
                    <a:pt x="139019" y="171505"/>
                  </a:lnTo>
                  <a:lnTo>
                    <a:pt x="139975" y="173894"/>
                  </a:lnTo>
                  <a:lnTo>
                    <a:pt x="140453" y="175804"/>
                  </a:lnTo>
                  <a:lnTo>
                    <a:pt x="140930" y="177238"/>
                  </a:lnTo>
                  <a:lnTo>
                    <a:pt x="141408" y="177715"/>
                  </a:lnTo>
                  <a:lnTo>
                    <a:pt x="142364" y="181537"/>
                  </a:lnTo>
                  <a:lnTo>
                    <a:pt x="141885" y="182970"/>
                  </a:lnTo>
                  <a:lnTo>
                    <a:pt x="141408" y="181537"/>
                  </a:lnTo>
                  <a:lnTo>
                    <a:pt x="141408" y="186314"/>
                  </a:lnTo>
                  <a:lnTo>
                    <a:pt x="141885" y="189181"/>
                  </a:lnTo>
                  <a:lnTo>
                    <a:pt x="141885" y="192047"/>
                  </a:lnTo>
                  <a:lnTo>
                    <a:pt x="142364" y="193480"/>
                  </a:lnTo>
                  <a:lnTo>
                    <a:pt x="143796" y="196825"/>
                  </a:lnTo>
                  <a:lnTo>
                    <a:pt x="144752" y="198258"/>
                  </a:lnTo>
                  <a:lnTo>
                    <a:pt x="144752" y="202557"/>
                  </a:lnTo>
                  <a:lnTo>
                    <a:pt x="145230" y="204946"/>
                  </a:lnTo>
                  <a:lnTo>
                    <a:pt x="143796" y="203513"/>
                  </a:lnTo>
                  <a:lnTo>
                    <a:pt x="142841" y="202080"/>
                  </a:lnTo>
                  <a:lnTo>
                    <a:pt x="141885" y="203035"/>
                  </a:lnTo>
                  <a:lnTo>
                    <a:pt x="140453" y="203991"/>
                  </a:lnTo>
                  <a:lnTo>
                    <a:pt x="142364" y="208768"/>
                  </a:lnTo>
                  <a:lnTo>
                    <a:pt x="140453" y="208290"/>
                  </a:lnTo>
                  <a:lnTo>
                    <a:pt x="140453" y="214501"/>
                  </a:lnTo>
                  <a:lnTo>
                    <a:pt x="141408" y="215934"/>
                  </a:lnTo>
                  <a:lnTo>
                    <a:pt x="141408" y="216889"/>
                  </a:lnTo>
                  <a:lnTo>
                    <a:pt x="141408" y="217845"/>
                  </a:lnTo>
                  <a:lnTo>
                    <a:pt x="140930" y="216889"/>
                  </a:lnTo>
                  <a:lnTo>
                    <a:pt x="140453" y="215934"/>
                  </a:lnTo>
                  <a:lnTo>
                    <a:pt x="140453" y="215934"/>
                  </a:lnTo>
                  <a:lnTo>
                    <a:pt x="140453" y="216411"/>
                  </a:lnTo>
                  <a:lnTo>
                    <a:pt x="139497" y="217367"/>
                  </a:lnTo>
                  <a:lnTo>
                    <a:pt x="139497" y="218800"/>
                  </a:lnTo>
                  <a:lnTo>
                    <a:pt x="139975" y="220233"/>
                  </a:lnTo>
                  <a:lnTo>
                    <a:pt x="140453" y="221189"/>
                  </a:lnTo>
                  <a:lnTo>
                    <a:pt x="139975" y="222144"/>
                  </a:lnTo>
                  <a:lnTo>
                    <a:pt x="139019" y="223100"/>
                  </a:lnTo>
                  <a:lnTo>
                    <a:pt x="137108" y="223577"/>
                  </a:lnTo>
                  <a:lnTo>
                    <a:pt x="136631" y="225966"/>
                  </a:lnTo>
                  <a:lnTo>
                    <a:pt x="136153" y="228355"/>
                  </a:lnTo>
                  <a:lnTo>
                    <a:pt x="132809" y="228355"/>
                  </a:lnTo>
                  <a:lnTo>
                    <a:pt x="130420" y="230743"/>
                  </a:lnTo>
                  <a:lnTo>
                    <a:pt x="127554" y="231699"/>
                  </a:lnTo>
                  <a:lnTo>
                    <a:pt x="124687" y="233610"/>
                  </a:lnTo>
                  <a:lnTo>
                    <a:pt x="121821" y="235521"/>
                  </a:lnTo>
                  <a:lnTo>
                    <a:pt x="119910" y="235998"/>
                  </a:lnTo>
                  <a:lnTo>
                    <a:pt x="118477" y="236476"/>
                  </a:lnTo>
                  <a:lnTo>
                    <a:pt x="116566" y="239342"/>
                  </a:lnTo>
                  <a:lnTo>
                    <a:pt x="113222" y="239820"/>
                  </a:lnTo>
                  <a:lnTo>
                    <a:pt x="107967" y="242687"/>
                  </a:lnTo>
                  <a:lnTo>
                    <a:pt x="106056" y="243642"/>
                  </a:lnTo>
                  <a:lnTo>
                    <a:pt x="104145" y="244120"/>
                  </a:lnTo>
                  <a:lnTo>
                    <a:pt x="101757" y="245553"/>
                  </a:lnTo>
                  <a:lnTo>
                    <a:pt x="101278" y="245075"/>
                  </a:lnTo>
                  <a:lnTo>
                    <a:pt x="100801" y="244120"/>
                  </a:lnTo>
                  <a:lnTo>
                    <a:pt x="98412" y="243642"/>
                  </a:lnTo>
                  <a:lnTo>
                    <a:pt x="97457" y="242687"/>
                  </a:lnTo>
                  <a:lnTo>
                    <a:pt x="96979" y="241253"/>
                  </a:lnTo>
                  <a:lnTo>
                    <a:pt x="96979" y="240776"/>
                  </a:lnTo>
                  <a:lnTo>
                    <a:pt x="96501" y="241253"/>
                  </a:lnTo>
                  <a:lnTo>
                    <a:pt x="96024" y="244598"/>
                  </a:lnTo>
                  <a:lnTo>
                    <a:pt x="95546" y="245553"/>
                  </a:lnTo>
                  <a:lnTo>
                    <a:pt x="94591" y="245553"/>
                  </a:lnTo>
                  <a:lnTo>
                    <a:pt x="93157" y="244598"/>
                  </a:lnTo>
                  <a:lnTo>
                    <a:pt x="91246" y="242687"/>
                  </a:lnTo>
                  <a:lnTo>
                    <a:pt x="88858" y="244120"/>
                  </a:lnTo>
                  <a:lnTo>
                    <a:pt x="89813" y="244598"/>
                  </a:lnTo>
                  <a:lnTo>
                    <a:pt x="90769" y="244120"/>
                  </a:lnTo>
                  <a:lnTo>
                    <a:pt x="91724" y="244598"/>
                  </a:lnTo>
                  <a:lnTo>
                    <a:pt x="92202" y="246031"/>
                  </a:lnTo>
                  <a:lnTo>
                    <a:pt x="92202" y="246508"/>
                  </a:lnTo>
                  <a:lnTo>
                    <a:pt x="91724" y="247464"/>
                  </a:lnTo>
                  <a:lnTo>
                    <a:pt x="89813" y="247464"/>
                  </a:lnTo>
                  <a:lnTo>
                    <a:pt x="86469" y="246986"/>
                  </a:lnTo>
                  <a:lnTo>
                    <a:pt x="85991" y="247464"/>
                  </a:lnTo>
                  <a:lnTo>
                    <a:pt x="88858" y="248419"/>
                  </a:lnTo>
                  <a:lnTo>
                    <a:pt x="91246" y="249375"/>
                  </a:lnTo>
                  <a:lnTo>
                    <a:pt x="92202" y="249852"/>
                  </a:lnTo>
                  <a:lnTo>
                    <a:pt x="92202" y="250808"/>
                  </a:lnTo>
                  <a:lnTo>
                    <a:pt x="90769" y="251763"/>
                  </a:lnTo>
                  <a:lnTo>
                    <a:pt x="89813" y="252719"/>
                  </a:lnTo>
                  <a:lnTo>
                    <a:pt x="89813" y="253674"/>
                  </a:lnTo>
                  <a:lnTo>
                    <a:pt x="89813" y="254630"/>
                  </a:lnTo>
                  <a:lnTo>
                    <a:pt x="88858" y="255585"/>
                  </a:lnTo>
                  <a:lnTo>
                    <a:pt x="87902" y="255108"/>
                  </a:lnTo>
                  <a:lnTo>
                    <a:pt x="85991" y="253674"/>
                  </a:lnTo>
                  <a:lnTo>
                    <a:pt x="79781" y="248897"/>
                  </a:lnTo>
                  <a:lnTo>
                    <a:pt x="80259" y="250330"/>
                  </a:lnTo>
                  <a:lnTo>
                    <a:pt x="86947" y="256063"/>
                  </a:lnTo>
                  <a:lnTo>
                    <a:pt x="87902" y="257974"/>
                  </a:lnTo>
                  <a:lnTo>
                    <a:pt x="88380" y="259407"/>
                  </a:lnTo>
                  <a:lnTo>
                    <a:pt x="87425" y="259885"/>
                  </a:lnTo>
                  <a:lnTo>
                    <a:pt x="86469" y="260840"/>
                  </a:lnTo>
                  <a:lnTo>
                    <a:pt x="84558" y="260840"/>
                  </a:lnTo>
                  <a:lnTo>
                    <a:pt x="80736" y="258929"/>
                  </a:lnTo>
                  <a:lnTo>
                    <a:pt x="75481" y="253674"/>
                  </a:lnTo>
                  <a:lnTo>
                    <a:pt x="73570" y="252719"/>
                  </a:lnTo>
                  <a:lnTo>
                    <a:pt x="79303" y="258929"/>
                  </a:lnTo>
                  <a:lnTo>
                    <a:pt x="79781" y="260363"/>
                  </a:lnTo>
                  <a:lnTo>
                    <a:pt x="80736" y="261796"/>
                  </a:lnTo>
                  <a:lnTo>
                    <a:pt x="80736" y="262751"/>
                  </a:lnTo>
                  <a:lnTo>
                    <a:pt x="80259" y="263707"/>
                  </a:lnTo>
                  <a:lnTo>
                    <a:pt x="66882" y="269440"/>
                  </a:lnTo>
                  <a:lnTo>
                    <a:pt x="64971" y="271828"/>
                  </a:lnTo>
                  <a:lnTo>
                    <a:pt x="63538" y="274694"/>
                  </a:lnTo>
                  <a:lnTo>
                    <a:pt x="60671" y="276605"/>
                  </a:lnTo>
                  <a:lnTo>
                    <a:pt x="59239" y="278039"/>
                  </a:lnTo>
                  <a:lnTo>
                    <a:pt x="54939" y="278516"/>
                  </a:lnTo>
                  <a:lnTo>
                    <a:pt x="52550" y="278516"/>
                  </a:lnTo>
                  <a:lnTo>
                    <a:pt x="54939" y="275650"/>
                  </a:lnTo>
                  <a:lnTo>
                    <a:pt x="53505" y="274694"/>
                  </a:lnTo>
                  <a:lnTo>
                    <a:pt x="53505" y="267529"/>
                  </a:lnTo>
                  <a:lnTo>
                    <a:pt x="53984" y="259885"/>
                  </a:lnTo>
                  <a:lnTo>
                    <a:pt x="54939" y="256063"/>
                  </a:lnTo>
                  <a:lnTo>
                    <a:pt x="56850" y="255108"/>
                  </a:lnTo>
                  <a:lnTo>
                    <a:pt x="58761" y="254630"/>
                  </a:lnTo>
                  <a:lnTo>
                    <a:pt x="58761" y="253674"/>
                  </a:lnTo>
                  <a:lnTo>
                    <a:pt x="58761" y="252719"/>
                  </a:lnTo>
                  <a:lnTo>
                    <a:pt x="57805" y="251763"/>
                  </a:lnTo>
                  <a:lnTo>
                    <a:pt x="56372" y="250808"/>
                  </a:lnTo>
                  <a:lnTo>
                    <a:pt x="54461" y="250808"/>
                  </a:lnTo>
                  <a:lnTo>
                    <a:pt x="53028" y="248897"/>
                  </a:lnTo>
                  <a:lnTo>
                    <a:pt x="52073" y="248897"/>
                  </a:lnTo>
                  <a:lnTo>
                    <a:pt x="50162" y="249852"/>
                  </a:lnTo>
                  <a:lnTo>
                    <a:pt x="49206" y="248897"/>
                  </a:lnTo>
                  <a:lnTo>
                    <a:pt x="49206" y="247942"/>
                  </a:lnTo>
                  <a:lnTo>
                    <a:pt x="47295" y="246508"/>
                  </a:lnTo>
                  <a:lnTo>
                    <a:pt x="45862" y="245075"/>
                  </a:lnTo>
                  <a:lnTo>
                    <a:pt x="46340" y="245075"/>
                  </a:lnTo>
                  <a:lnTo>
                    <a:pt x="47295" y="244120"/>
                  </a:lnTo>
                  <a:lnTo>
                    <a:pt x="48251" y="243164"/>
                  </a:lnTo>
                  <a:lnTo>
                    <a:pt x="50639" y="243164"/>
                  </a:lnTo>
                  <a:lnTo>
                    <a:pt x="51117" y="243164"/>
                  </a:lnTo>
                  <a:lnTo>
                    <a:pt x="53505" y="243164"/>
                  </a:lnTo>
                  <a:lnTo>
                    <a:pt x="53984" y="243164"/>
                  </a:lnTo>
                  <a:lnTo>
                    <a:pt x="53984" y="242687"/>
                  </a:lnTo>
                  <a:lnTo>
                    <a:pt x="54939" y="241731"/>
                  </a:lnTo>
                  <a:lnTo>
                    <a:pt x="56850" y="240776"/>
                  </a:lnTo>
                  <a:lnTo>
                    <a:pt x="57805" y="239820"/>
                  </a:lnTo>
                  <a:lnTo>
                    <a:pt x="58283" y="239342"/>
                  </a:lnTo>
                  <a:lnTo>
                    <a:pt x="57805" y="237909"/>
                  </a:lnTo>
                  <a:lnTo>
                    <a:pt x="57328" y="236476"/>
                  </a:lnTo>
                  <a:lnTo>
                    <a:pt x="57805" y="235998"/>
                  </a:lnTo>
                  <a:lnTo>
                    <a:pt x="60194" y="236476"/>
                  </a:lnTo>
                  <a:lnTo>
                    <a:pt x="62582" y="236954"/>
                  </a:lnTo>
                  <a:lnTo>
                    <a:pt x="63060" y="237432"/>
                  </a:lnTo>
                  <a:lnTo>
                    <a:pt x="64493" y="235521"/>
                  </a:lnTo>
                  <a:lnTo>
                    <a:pt x="64971" y="235043"/>
                  </a:lnTo>
                  <a:lnTo>
                    <a:pt x="65927" y="235043"/>
                  </a:lnTo>
                  <a:lnTo>
                    <a:pt x="68316" y="235043"/>
                  </a:lnTo>
                  <a:lnTo>
                    <a:pt x="70704" y="234565"/>
                  </a:lnTo>
                  <a:lnTo>
                    <a:pt x="72137" y="234565"/>
                  </a:lnTo>
                  <a:lnTo>
                    <a:pt x="72137" y="234565"/>
                  </a:lnTo>
                  <a:lnTo>
                    <a:pt x="72615" y="235043"/>
                  </a:lnTo>
                  <a:lnTo>
                    <a:pt x="73093" y="235998"/>
                  </a:lnTo>
                  <a:lnTo>
                    <a:pt x="74048" y="236954"/>
                  </a:lnTo>
                  <a:lnTo>
                    <a:pt x="74526" y="236954"/>
                  </a:lnTo>
                  <a:lnTo>
                    <a:pt x="75481" y="236476"/>
                  </a:lnTo>
                  <a:lnTo>
                    <a:pt x="76437" y="236954"/>
                  </a:lnTo>
                  <a:lnTo>
                    <a:pt x="78825" y="237909"/>
                  </a:lnTo>
                  <a:lnTo>
                    <a:pt x="80259" y="238387"/>
                  </a:lnTo>
                  <a:lnTo>
                    <a:pt x="80259" y="237909"/>
                  </a:lnTo>
                  <a:lnTo>
                    <a:pt x="79303" y="235998"/>
                  </a:lnTo>
                  <a:lnTo>
                    <a:pt x="80259" y="234087"/>
                  </a:lnTo>
                  <a:lnTo>
                    <a:pt x="80259" y="233610"/>
                  </a:lnTo>
                  <a:lnTo>
                    <a:pt x="78825" y="233132"/>
                  </a:lnTo>
                  <a:lnTo>
                    <a:pt x="74526" y="229788"/>
                  </a:lnTo>
                  <a:lnTo>
                    <a:pt x="74048" y="228833"/>
                  </a:lnTo>
                  <a:lnTo>
                    <a:pt x="74048" y="227399"/>
                  </a:lnTo>
                  <a:lnTo>
                    <a:pt x="74048" y="225488"/>
                  </a:lnTo>
                  <a:lnTo>
                    <a:pt x="73570" y="224055"/>
                  </a:lnTo>
                  <a:lnTo>
                    <a:pt x="73570" y="223100"/>
                  </a:lnTo>
                  <a:lnTo>
                    <a:pt x="74048" y="222622"/>
                  </a:lnTo>
                  <a:lnTo>
                    <a:pt x="74526" y="222622"/>
                  </a:lnTo>
                  <a:lnTo>
                    <a:pt x="75481" y="222144"/>
                  </a:lnTo>
                  <a:lnTo>
                    <a:pt x="75959" y="221667"/>
                  </a:lnTo>
                  <a:lnTo>
                    <a:pt x="76914" y="220233"/>
                  </a:lnTo>
                  <a:lnTo>
                    <a:pt x="78825" y="220711"/>
                  </a:lnTo>
                  <a:lnTo>
                    <a:pt x="81692" y="221189"/>
                  </a:lnTo>
                  <a:lnTo>
                    <a:pt x="83603" y="221667"/>
                  </a:lnTo>
                  <a:lnTo>
                    <a:pt x="85036" y="221667"/>
                  </a:lnTo>
                  <a:lnTo>
                    <a:pt x="85036" y="221667"/>
                  </a:lnTo>
                  <a:lnTo>
                    <a:pt x="85036" y="220711"/>
                  </a:lnTo>
                  <a:lnTo>
                    <a:pt x="85036" y="217367"/>
                  </a:lnTo>
                  <a:lnTo>
                    <a:pt x="85036" y="216889"/>
                  </a:lnTo>
                  <a:lnTo>
                    <a:pt x="86947" y="216411"/>
                  </a:lnTo>
                  <a:lnTo>
                    <a:pt x="89335" y="216411"/>
                  </a:lnTo>
                  <a:lnTo>
                    <a:pt x="90769" y="216411"/>
                  </a:lnTo>
                  <a:lnTo>
                    <a:pt x="92202" y="214978"/>
                  </a:lnTo>
                  <a:lnTo>
                    <a:pt x="95546" y="214501"/>
                  </a:lnTo>
                  <a:lnTo>
                    <a:pt x="97457" y="212590"/>
                  </a:lnTo>
                  <a:lnTo>
                    <a:pt x="99846" y="210679"/>
                  </a:lnTo>
                  <a:lnTo>
                    <a:pt x="99846" y="210679"/>
                  </a:lnTo>
                  <a:lnTo>
                    <a:pt x="100801" y="210201"/>
                  </a:lnTo>
                  <a:lnTo>
                    <a:pt x="102234" y="210201"/>
                  </a:lnTo>
                  <a:lnTo>
                    <a:pt x="103189" y="210201"/>
                  </a:lnTo>
                  <a:lnTo>
                    <a:pt x="104623" y="211156"/>
                  </a:lnTo>
                  <a:lnTo>
                    <a:pt x="105578" y="210679"/>
                  </a:lnTo>
                  <a:lnTo>
                    <a:pt x="106534" y="209245"/>
                  </a:lnTo>
                  <a:lnTo>
                    <a:pt x="107489" y="207812"/>
                  </a:lnTo>
                  <a:lnTo>
                    <a:pt x="107489" y="205901"/>
                  </a:lnTo>
                  <a:lnTo>
                    <a:pt x="107489" y="203035"/>
                  </a:lnTo>
                  <a:lnTo>
                    <a:pt x="107012" y="200646"/>
                  </a:lnTo>
                  <a:lnTo>
                    <a:pt x="106056" y="198735"/>
                  </a:lnTo>
                  <a:lnTo>
                    <a:pt x="106056" y="196825"/>
                  </a:lnTo>
                  <a:lnTo>
                    <a:pt x="107489" y="193480"/>
                  </a:lnTo>
                  <a:lnTo>
                    <a:pt x="108923" y="189181"/>
                  </a:lnTo>
                  <a:lnTo>
                    <a:pt x="108444" y="187748"/>
                  </a:lnTo>
                  <a:lnTo>
                    <a:pt x="107012" y="185359"/>
                  </a:lnTo>
                  <a:lnTo>
                    <a:pt x="106056" y="182493"/>
                  </a:lnTo>
                  <a:lnTo>
                    <a:pt x="104623" y="179149"/>
                  </a:lnTo>
                  <a:lnTo>
                    <a:pt x="103667" y="178671"/>
                  </a:lnTo>
                  <a:lnTo>
                    <a:pt x="103667" y="177715"/>
                  </a:lnTo>
                  <a:lnTo>
                    <a:pt x="103189" y="176282"/>
                  </a:lnTo>
                  <a:lnTo>
                    <a:pt x="103667" y="172938"/>
                  </a:lnTo>
                  <a:lnTo>
                    <a:pt x="104145" y="171983"/>
                  </a:lnTo>
                  <a:lnTo>
                    <a:pt x="105578" y="170549"/>
                  </a:lnTo>
                  <a:lnTo>
                    <a:pt x="106534" y="168638"/>
                  </a:lnTo>
                  <a:lnTo>
                    <a:pt x="107489" y="166728"/>
                  </a:lnTo>
                  <a:lnTo>
                    <a:pt x="107012" y="165772"/>
                  </a:lnTo>
                  <a:lnTo>
                    <a:pt x="107012" y="165772"/>
                  </a:lnTo>
                  <a:lnTo>
                    <a:pt x="107012" y="163384"/>
                  </a:lnTo>
                  <a:lnTo>
                    <a:pt x="107012" y="162428"/>
                  </a:lnTo>
                  <a:lnTo>
                    <a:pt x="106534" y="161950"/>
                  </a:lnTo>
                  <a:lnTo>
                    <a:pt x="106056" y="160517"/>
                  </a:lnTo>
                  <a:lnTo>
                    <a:pt x="106534" y="159562"/>
                  </a:lnTo>
                  <a:lnTo>
                    <a:pt x="107489" y="159084"/>
                  </a:lnTo>
                  <a:lnTo>
                    <a:pt x="107489" y="159084"/>
                  </a:lnTo>
                  <a:lnTo>
                    <a:pt x="108444" y="158128"/>
                  </a:lnTo>
                  <a:lnTo>
                    <a:pt x="109400" y="156695"/>
                  </a:lnTo>
                  <a:lnTo>
                    <a:pt x="109878" y="155262"/>
                  </a:lnTo>
                  <a:lnTo>
                    <a:pt x="108923" y="154307"/>
                  </a:lnTo>
                  <a:lnTo>
                    <a:pt x="107967" y="152873"/>
                  </a:lnTo>
                  <a:lnTo>
                    <a:pt x="105578" y="151440"/>
                  </a:lnTo>
                  <a:lnTo>
                    <a:pt x="103667" y="149529"/>
                  </a:lnTo>
                  <a:lnTo>
                    <a:pt x="102234" y="148574"/>
                  </a:lnTo>
                  <a:lnTo>
                    <a:pt x="101278" y="147619"/>
                  </a:lnTo>
                  <a:lnTo>
                    <a:pt x="100323" y="146185"/>
                  </a:lnTo>
                  <a:lnTo>
                    <a:pt x="99846" y="145230"/>
                  </a:lnTo>
                  <a:lnTo>
                    <a:pt x="100323" y="144274"/>
                  </a:lnTo>
                  <a:lnTo>
                    <a:pt x="103667" y="142841"/>
                  </a:lnTo>
                  <a:lnTo>
                    <a:pt x="104623" y="142363"/>
                  </a:lnTo>
                  <a:lnTo>
                    <a:pt x="104623" y="141408"/>
                  </a:lnTo>
                  <a:lnTo>
                    <a:pt x="104623" y="140453"/>
                  </a:lnTo>
                  <a:lnTo>
                    <a:pt x="103667" y="139975"/>
                  </a:lnTo>
                  <a:lnTo>
                    <a:pt x="102712" y="139975"/>
                  </a:lnTo>
                  <a:lnTo>
                    <a:pt x="100801" y="139019"/>
                  </a:lnTo>
                  <a:lnTo>
                    <a:pt x="97935" y="136153"/>
                  </a:lnTo>
                  <a:lnTo>
                    <a:pt x="96501" y="135675"/>
                  </a:lnTo>
                  <a:lnTo>
                    <a:pt x="95546" y="134720"/>
                  </a:lnTo>
                  <a:lnTo>
                    <a:pt x="94591" y="133764"/>
                  </a:lnTo>
                  <a:lnTo>
                    <a:pt x="93635" y="131853"/>
                  </a:lnTo>
                  <a:lnTo>
                    <a:pt x="93157" y="131376"/>
                  </a:lnTo>
                  <a:lnTo>
                    <a:pt x="92680" y="132331"/>
                  </a:lnTo>
                  <a:lnTo>
                    <a:pt x="91724" y="132809"/>
                  </a:lnTo>
                  <a:lnTo>
                    <a:pt x="90769" y="132809"/>
                  </a:lnTo>
                  <a:lnTo>
                    <a:pt x="89813" y="132331"/>
                  </a:lnTo>
                  <a:lnTo>
                    <a:pt x="89335" y="131376"/>
                  </a:lnTo>
                  <a:lnTo>
                    <a:pt x="88858" y="129942"/>
                  </a:lnTo>
                  <a:lnTo>
                    <a:pt x="87902" y="128987"/>
                  </a:lnTo>
                  <a:lnTo>
                    <a:pt x="87425" y="126121"/>
                  </a:lnTo>
                  <a:lnTo>
                    <a:pt x="87425" y="124687"/>
                  </a:lnTo>
                  <a:lnTo>
                    <a:pt x="86947" y="123254"/>
                  </a:lnTo>
                  <a:lnTo>
                    <a:pt x="85991" y="122777"/>
                  </a:lnTo>
                  <a:lnTo>
                    <a:pt x="85514" y="122299"/>
                  </a:lnTo>
                  <a:lnTo>
                    <a:pt x="83603" y="119910"/>
                  </a:lnTo>
                  <a:lnTo>
                    <a:pt x="82169" y="118477"/>
                  </a:lnTo>
                  <a:lnTo>
                    <a:pt x="82169" y="118477"/>
                  </a:lnTo>
                  <a:lnTo>
                    <a:pt x="76914" y="114655"/>
                  </a:lnTo>
                  <a:lnTo>
                    <a:pt x="76437" y="114177"/>
                  </a:lnTo>
                  <a:lnTo>
                    <a:pt x="75003" y="112744"/>
                  </a:lnTo>
                  <a:lnTo>
                    <a:pt x="75003" y="112744"/>
                  </a:lnTo>
                  <a:lnTo>
                    <a:pt x="72615" y="110355"/>
                  </a:lnTo>
                  <a:lnTo>
                    <a:pt x="70704" y="108445"/>
                  </a:lnTo>
                  <a:lnTo>
                    <a:pt x="69271" y="106534"/>
                  </a:lnTo>
                  <a:lnTo>
                    <a:pt x="68793" y="105100"/>
                  </a:lnTo>
                  <a:lnTo>
                    <a:pt x="68793" y="103667"/>
                  </a:lnTo>
                  <a:lnTo>
                    <a:pt x="67360" y="102234"/>
                  </a:lnTo>
                  <a:lnTo>
                    <a:pt x="65927" y="100801"/>
                  </a:lnTo>
                  <a:lnTo>
                    <a:pt x="64971" y="100323"/>
                  </a:lnTo>
                  <a:lnTo>
                    <a:pt x="63538" y="99846"/>
                  </a:lnTo>
                  <a:lnTo>
                    <a:pt x="62582" y="98890"/>
                  </a:lnTo>
                  <a:lnTo>
                    <a:pt x="60194" y="96979"/>
                  </a:lnTo>
                  <a:lnTo>
                    <a:pt x="59239" y="96024"/>
                  </a:lnTo>
                  <a:lnTo>
                    <a:pt x="58761" y="95068"/>
                  </a:lnTo>
                  <a:lnTo>
                    <a:pt x="58761" y="94113"/>
                  </a:lnTo>
                  <a:lnTo>
                    <a:pt x="59239" y="92680"/>
                  </a:lnTo>
                  <a:lnTo>
                    <a:pt x="59716" y="91724"/>
                  </a:lnTo>
                  <a:lnTo>
                    <a:pt x="60194" y="91246"/>
                  </a:lnTo>
                  <a:lnTo>
                    <a:pt x="59239" y="90769"/>
                  </a:lnTo>
                  <a:lnTo>
                    <a:pt x="56850" y="89813"/>
                  </a:lnTo>
                  <a:lnTo>
                    <a:pt x="51595" y="88380"/>
                  </a:lnTo>
                  <a:lnTo>
                    <a:pt x="49206" y="87424"/>
                  </a:lnTo>
                  <a:lnTo>
                    <a:pt x="47295" y="85991"/>
                  </a:lnTo>
                  <a:lnTo>
                    <a:pt x="45862" y="85036"/>
                  </a:lnTo>
                  <a:lnTo>
                    <a:pt x="39174" y="80736"/>
                  </a:lnTo>
                  <a:lnTo>
                    <a:pt x="37263" y="80258"/>
                  </a:lnTo>
                  <a:lnTo>
                    <a:pt x="35830" y="79303"/>
                  </a:lnTo>
                  <a:lnTo>
                    <a:pt x="34874" y="78825"/>
                  </a:lnTo>
                  <a:lnTo>
                    <a:pt x="35352" y="77870"/>
                  </a:lnTo>
                  <a:lnTo>
                    <a:pt x="35352" y="77870"/>
                  </a:lnTo>
                  <a:lnTo>
                    <a:pt x="35352" y="77870"/>
                  </a:lnTo>
                  <a:lnTo>
                    <a:pt x="35830" y="77392"/>
                  </a:lnTo>
                  <a:lnTo>
                    <a:pt x="37741" y="76437"/>
                  </a:lnTo>
                  <a:lnTo>
                    <a:pt x="38696" y="75481"/>
                  </a:lnTo>
                  <a:lnTo>
                    <a:pt x="38218" y="73570"/>
                  </a:lnTo>
                  <a:lnTo>
                    <a:pt x="37741" y="72137"/>
                  </a:lnTo>
                  <a:lnTo>
                    <a:pt x="37741" y="71659"/>
                  </a:lnTo>
                  <a:lnTo>
                    <a:pt x="38696" y="71659"/>
                  </a:lnTo>
                  <a:lnTo>
                    <a:pt x="39652" y="71659"/>
                  </a:lnTo>
                  <a:lnTo>
                    <a:pt x="42518" y="71182"/>
                  </a:lnTo>
                  <a:lnTo>
                    <a:pt x="48251" y="72615"/>
                  </a:lnTo>
                  <a:lnTo>
                    <a:pt x="48251" y="72615"/>
                  </a:lnTo>
                  <a:lnTo>
                    <a:pt x="48728" y="72615"/>
                  </a:lnTo>
                  <a:lnTo>
                    <a:pt x="50639" y="71182"/>
                  </a:lnTo>
                  <a:lnTo>
                    <a:pt x="52073" y="70226"/>
                  </a:lnTo>
                  <a:lnTo>
                    <a:pt x="52073" y="70226"/>
                  </a:lnTo>
                  <a:lnTo>
                    <a:pt x="53028" y="68315"/>
                  </a:lnTo>
                  <a:lnTo>
                    <a:pt x="53505" y="67360"/>
                  </a:lnTo>
                  <a:lnTo>
                    <a:pt x="53984" y="66405"/>
                  </a:lnTo>
                  <a:lnTo>
                    <a:pt x="55416" y="64971"/>
                  </a:lnTo>
                  <a:lnTo>
                    <a:pt x="55894" y="63538"/>
                  </a:lnTo>
                  <a:lnTo>
                    <a:pt x="54939" y="62105"/>
                  </a:lnTo>
                  <a:lnTo>
                    <a:pt x="53984" y="61627"/>
                  </a:lnTo>
                  <a:lnTo>
                    <a:pt x="53505" y="61149"/>
                  </a:lnTo>
                  <a:lnTo>
                    <a:pt x="51117" y="61149"/>
                  </a:lnTo>
                  <a:lnTo>
                    <a:pt x="50639" y="61149"/>
                  </a:lnTo>
                  <a:lnTo>
                    <a:pt x="50162" y="59716"/>
                  </a:lnTo>
                  <a:lnTo>
                    <a:pt x="50162" y="59239"/>
                  </a:lnTo>
                  <a:lnTo>
                    <a:pt x="49684" y="58283"/>
                  </a:lnTo>
                  <a:lnTo>
                    <a:pt x="47295" y="57328"/>
                  </a:lnTo>
                  <a:lnTo>
                    <a:pt x="44907" y="57328"/>
                  </a:lnTo>
                  <a:lnTo>
                    <a:pt x="44429" y="56850"/>
                  </a:lnTo>
                  <a:lnTo>
                    <a:pt x="45384" y="55894"/>
                  </a:lnTo>
                  <a:lnTo>
                    <a:pt x="46818" y="54939"/>
                  </a:lnTo>
                  <a:lnTo>
                    <a:pt x="47773" y="54461"/>
                  </a:lnTo>
                  <a:lnTo>
                    <a:pt x="47773" y="54461"/>
                  </a:lnTo>
                  <a:lnTo>
                    <a:pt x="48728" y="53506"/>
                  </a:lnTo>
                  <a:lnTo>
                    <a:pt x="48728" y="53028"/>
                  </a:lnTo>
                  <a:lnTo>
                    <a:pt x="48251" y="52550"/>
                  </a:lnTo>
                  <a:lnTo>
                    <a:pt x="47773" y="52073"/>
                  </a:lnTo>
                  <a:lnTo>
                    <a:pt x="46340" y="51117"/>
                  </a:lnTo>
                  <a:lnTo>
                    <a:pt x="43951" y="49684"/>
                  </a:lnTo>
                  <a:lnTo>
                    <a:pt x="41085" y="47773"/>
                  </a:lnTo>
                  <a:lnTo>
                    <a:pt x="39174" y="47295"/>
                  </a:lnTo>
                  <a:lnTo>
                    <a:pt x="38218" y="47295"/>
                  </a:lnTo>
                  <a:lnTo>
                    <a:pt x="34874" y="48728"/>
                  </a:lnTo>
                  <a:lnTo>
                    <a:pt x="32963" y="49684"/>
                  </a:lnTo>
                  <a:lnTo>
                    <a:pt x="31530" y="51595"/>
                  </a:lnTo>
                  <a:lnTo>
                    <a:pt x="31530" y="51595"/>
                  </a:lnTo>
                  <a:lnTo>
                    <a:pt x="30097" y="52073"/>
                  </a:lnTo>
                  <a:lnTo>
                    <a:pt x="28186" y="51117"/>
                  </a:lnTo>
                  <a:lnTo>
                    <a:pt x="26753" y="50162"/>
                  </a:lnTo>
                  <a:lnTo>
                    <a:pt x="21498" y="49206"/>
                  </a:lnTo>
                  <a:lnTo>
                    <a:pt x="19587" y="48251"/>
                  </a:lnTo>
                  <a:lnTo>
                    <a:pt x="15287" y="42040"/>
                  </a:lnTo>
                  <a:lnTo>
                    <a:pt x="14332" y="41085"/>
                  </a:lnTo>
                  <a:lnTo>
                    <a:pt x="14809" y="39651"/>
                  </a:lnTo>
                  <a:lnTo>
                    <a:pt x="14809" y="39651"/>
                  </a:lnTo>
                  <a:lnTo>
                    <a:pt x="15287" y="37263"/>
                  </a:lnTo>
                  <a:lnTo>
                    <a:pt x="15765" y="36307"/>
                  </a:lnTo>
                  <a:lnTo>
                    <a:pt x="16243" y="34874"/>
                  </a:lnTo>
                  <a:lnTo>
                    <a:pt x="16721" y="33919"/>
                  </a:lnTo>
                  <a:lnTo>
                    <a:pt x="16243" y="32963"/>
                  </a:lnTo>
                  <a:lnTo>
                    <a:pt x="15765" y="32008"/>
                  </a:lnTo>
                  <a:lnTo>
                    <a:pt x="14809" y="32008"/>
                  </a:lnTo>
                  <a:lnTo>
                    <a:pt x="14332" y="31530"/>
                  </a:lnTo>
                  <a:lnTo>
                    <a:pt x="13854" y="30097"/>
                  </a:lnTo>
                  <a:lnTo>
                    <a:pt x="13377" y="30575"/>
                  </a:lnTo>
                  <a:lnTo>
                    <a:pt x="12898" y="31530"/>
                  </a:lnTo>
                  <a:lnTo>
                    <a:pt x="12898" y="32486"/>
                  </a:lnTo>
                  <a:lnTo>
                    <a:pt x="12421" y="32963"/>
                  </a:lnTo>
                  <a:lnTo>
                    <a:pt x="11466" y="32963"/>
                  </a:lnTo>
                  <a:lnTo>
                    <a:pt x="10510" y="32963"/>
                  </a:lnTo>
                  <a:lnTo>
                    <a:pt x="10032" y="32008"/>
                  </a:lnTo>
                  <a:lnTo>
                    <a:pt x="10032" y="31052"/>
                  </a:lnTo>
                  <a:lnTo>
                    <a:pt x="9555" y="29619"/>
                  </a:lnTo>
                  <a:lnTo>
                    <a:pt x="9077" y="28186"/>
                  </a:lnTo>
                  <a:lnTo>
                    <a:pt x="9077" y="28186"/>
                  </a:lnTo>
                  <a:lnTo>
                    <a:pt x="7166" y="27231"/>
                  </a:lnTo>
                  <a:lnTo>
                    <a:pt x="6211" y="26275"/>
                  </a:lnTo>
                  <a:lnTo>
                    <a:pt x="3344" y="22931"/>
                  </a:lnTo>
                  <a:lnTo>
                    <a:pt x="3344" y="22931"/>
                  </a:lnTo>
                  <a:lnTo>
                    <a:pt x="955" y="21020"/>
                  </a:lnTo>
                  <a:lnTo>
                    <a:pt x="0" y="19109"/>
                  </a:lnTo>
                  <a:lnTo>
                    <a:pt x="0" y="19109"/>
                  </a:lnTo>
                  <a:lnTo>
                    <a:pt x="955" y="18632"/>
                  </a:lnTo>
                  <a:lnTo>
                    <a:pt x="2389" y="17676"/>
                  </a:lnTo>
                  <a:lnTo>
                    <a:pt x="3344" y="15765"/>
                  </a:lnTo>
                  <a:lnTo>
                    <a:pt x="4777" y="13854"/>
                  </a:lnTo>
                  <a:lnTo>
                    <a:pt x="5733" y="12899"/>
                  </a:lnTo>
                  <a:lnTo>
                    <a:pt x="6211" y="12421"/>
                  </a:lnTo>
                  <a:lnTo>
                    <a:pt x="6688" y="11943"/>
                  </a:lnTo>
                  <a:lnTo>
                    <a:pt x="7644" y="11943"/>
                  </a:lnTo>
                  <a:lnTo>
                    <a:pt x="9555" y="12899"/>
                  </a:lnTo>
                  <a:lnTo>
                    <a:pt x="11943" y="13854"/>
                  </a:lnTo>
                  <a:lnTo>
                    <a:pt x="13854" y="15287"/>
                  </a:lnTo>
                  <a:lnTo>
                    <a:pt x="14809" y="16243"/>
                  </a:lnTo>
                  <a:lnTo>
                    <a:pt x="16243" y="17676"/>
                  </a:lnTo>
                  <a:lnTo>
                    <a:pt x="17198" y="17676"/>
                  </a:lnTo>
                  <a:lnTo>
                    <a:pt x="17676" y="17676"/>
                  </a:lnTo>
                  <a:lnTo>
                    <a:pt x="19109" y="16721"/>
                  </a:lnTo>
                  <a:lnTo>
                    <a:pt x="20064" y="15765"/>
                  </a:lnTo>
                  <a:lnTo>
                    <a:pt x="20064" y="14809"/>
                  </a:lnTo>
                  <a:lnTo>
                    <a:pt x="21020" y="13854"/>
                  </a:lnTo>
                  <a:lnTo>
                    <a:pt x="22453" y="12421"/>
                  </a:lnTo>
                  <a:lnTo>
                    <a:pt x="23409" y="11466"/>
                  </a:lnTo>
                  <a:lnTo>
                    <a:pt x="23886" y="11466"/>
                  </a:lnTo>
                  <a:lnTo>
                    <a:pt x="24364" y="11943"/>
                  </a:lnTo>
                  <a:lnTo>
                    <a:pt x="24364" y="11943"/>
                  </a:lnTo>
                  <a:lnTo>
                    <a:pt x="26753" y="14809"/>
                  </a:lnTo>
                  <a:lnTo>
                    <a:pt x="27230" y="15287"/>
                  </a:lnTo>
                  <a:lnTo>
                    <a:pt x="27709" y="14809"/>
                  </a:lnTo>
                  <a:lnTo>
                    <a:pt x="27709" y="14809"/>
                  </a:lnTo>
                  <a:lnTo>
                    <a:pt x="28664" y="12421"/>
                  </a:lnTo>
                  <a:lnTo>
                    <a:pt x="29619" y="11466"/>
                  </a:lnTo>
                  <a:lnTo>
                    <a:pt x="30097" y="11466"/>
                  </a:lnTo>
                  <a:lnTo>
                    <a:pt x="35352" y="16243"/>
                  </a:lnTo>
                  <a:lnTo>
                    <a:pt x="35830" y="15765"/>
                  </a:lnTo>
                  <a:lnTo>
                    <a:pt x="36785" y="15765"/>
                  </a:lnTo>
                  <a:lnTo>
                    <a:pt x="36785" y="15765"/>
                  </a:lnTo>
                  <a:lnTo>
                    <a:pt x="37263" y="15287"/>
                  </a:lnTo>
                  <a:lnTo>
                    <a:pt x="37263" y="13376"/>
                  </a:lnTo>
                  <a:lnTo>
                    <a:pt x="38218" y="11943"/>
                  </a:lnTo>
                  <a:lnTo>
                    <a:pt x="40129" y="10988"/>
                  </a:lnTo>
                  <a:lnTo>
                    <a:pt x="41562" y="10510"/>
                  </a:lnTo>
                  <a:lnTo>
                    <a:pt x="41562" y="10510"/>
                  </a:lnTo>
                  <a:lnTo>
                    <a:pt x="42040" y="11466"/>
                  </a:lnTo>
                  <a:lnTo>
                    <a:pt x="42996" y="12421"/>
                  </a:lnTo>
                  <a:lnTo>
                    <a:pt x="44429" y="12899"/>
                  </a:lnTo>
                  <a:lnTo>
                    <a:pt x="47773" y="10988"/>
                  </a:lnTo>
                  <a:lnTo>
                    <a:pt x="48728" y="10510"/>
                  </a:lnTo>
                  <a:lnTo>
                    <a:pt x="49684" y="10510"/>
                  </a:lnTo>
                  <a:lnTo>
                    <a:pt x="50639" y="10510"/>
                  </a:lnTo>
                  <a:lnTo>
                    <a:pt x="52073" y="9555"/>
                  </a:lnTo>
                  <a:lnTo>
                    <a:pt x="53028" y="8599"/>
                  </a:lnTo>
                  <a:lnTo>
                    <a:pt x="53505" y="6688"/>
                  </a:lnTo>
                  <a:lnTo>
                    <a:pt x="53505" y="5255"/>
                  </a:lnTo>
                  <a:lnTo>
                    <a:pt x="54461" y="4300"/>
                  </a:lnTo>
                  <a:lnTo>
                    <a:pt x="55416" y="3822"/>
                  </a:lnTo>
                  <a:lnTo>
                    <a:pt x="56850" y="3344"/>
                  </a:lnTo>
                  <a:lnTo>
                    <a:pt x="60671" y="1433"/>
                  </a:lnTo>
                  <a:lnTo>
                    <a:pt x="61627" y="478"/>
                  </a:lnTo>
                  <a:lnTo>
                    <a:pt x="62582" y="0"/>
                  </a:lnTo>
                  <a:lnTo>
                    <a:pt x="64016" y="956"/>
                  </a:lnTo>
                  <a:lnTo>
                    <a:pt x="65927" y="2389"/>
                  </a:lnTo>
                  <a:lnTo>
                    <a:pt x="65927" y="2389"/>
                  </a:lnTo>
                  <a:lnTo>
                    <a:pt x="66882" y="3344"/>
                  </a:lnTo>
                  <a:lnTo>
                    <a:pt x="66882" y="3344"/>
                  </a:lnTo>
                  <a:lnTo>
                    <a:pt x="67837" y="4777"/>
                  </a:lnTo>
                  <a:lnTo>
                    <a:pt x="67837" y="5733"/>
                  </a:lnTo>
                  <a:lnTo>
                    <a:pt x="70704" y="6210"/>
                  </a:lnTo>
                  <a:lnTo>
                    <a:pt x="72615" y="7644"/>
                  </a:lnTo>
                  <a:lnTo>
                    <a:pt x="73570" y="8599"/>
                  </a:lnTo>
                  <a:lnTo>
                    <a:pt x="75003" y="8599"/>
                  </a:lnTo>
                  <a:lnTo>
                    <a:pt x="75959" y="8121"/>
                  </a:lnTo>
                  <a:lnTo>
                    <a:pt x="76914" y="7644"/>
                  </a:lnTo>
                  <a:lnTo>
                    <a:pt x="78348" y="7644"/>
                  </a:lnTo>
                  <a:lnTo>
                    <a:pt x="79781" y="7644"/>
                  </a:lnTo>
                  <a:lnTo>
                    <a:pt x="80736" y="8121"/>
                  </a:lnTo>
                  <a:lnTo>
                    <a:pt x="81692" y="9555"/>
                  </a:lnTo>
                  <a:lnTo>
                    <a:pt x="82647" y="10032"/>
                  </a:lnTo>
                  <a:lnTo>
                    <a:pt x="83603" y="9555"/>
                  </a:lnTo>
                  <a:lnTo>
                    <a:pt x="85991" y="9077"/>
                  </a:lnTo>
                  <a:lnTo>
                    <a:pt x="87425" y="8599"/>
                  </a:lnTo>
                  <a:lnTo>
                    <a:pt x="89335" y="9555"/>
                  </a:lnTo>
                  <a:lnTo>
                    <a:pt x="92202" y="11466"/>
                  </a:lnTo>
                  <a:lnTo>
                    <a:pt x="91724" y="12899"/>
                  </a:lnTo>
                  <a:lnTo>
                    <a:pt x="90769" y="14332"/>
                  </a:lnTo>
                  <a:lnTo>
                    <a:pt x="89335" y="15287"/>
                  </a:lnTo>
                  <a:lnTo>
                    <a:pt x="88380" y="15287"/>
                  </a:lnTo>
                  <a:lnTo>
                    <a:pt x="87902" y="16721"/>
                  </a:lnTo>
                  <a:lnTo>
                    <a:pt x="87425" y="18632"/>
                  </a:lnTo>
                  <a:lnTo>
                    <a:pt x="87902" y="20065"/>
                  </a:lnTo>
                  <a:lnTo>
                    <a:pt x="88858" y="20065"/>
                  </a:lnTo>
                  <a:lnTo>
                    <a:pt x="89335" y="21020"/>
                  </a:lnTo>
                  <a:lnTo>
                    <a:pt x="89813" y="21975"/>
                  </a:lnTo>
                  <a:lnTo>
                    <a:pt x="89813" y="23886"/>
                  </a:lnTo>
                  <a:lnTo>
                    <a:pt x="89813" y="26275"/>
                  </a:lnTo>
                  <a:lnTo>
                    <a:pt x="89813" y="27231"/>
                  </a:lnTo>
                  <a:lnTo>
                    <a:pt x="90769" y="26753"/>
                  </a:lnTo>
                  <a:lnTo>
                    <a:pt x="91246" y="26753"/>
                  </a:lnTo>
                  <a:lnTo>
                    <a:pt x="92680" y="26753"/>
                  </a:lnTo>
                  <a:lnTo>
                    <a:pt x="94112" y="27708"/>
                  </a:lnTo>
                  <a:lnTo>
                    <a:pt x="95068" y="28186"/>
                  </a:lnTo>
                  <a:lnTo>
                    <a:pt x="96024" y="28186"/>
                  </a:lnTo>
                  <a:lnTo>
                    <a:pt x="96979" y="28664"/>
                  </a:lnTo>
                  <a:lnTo>
                    <a:pt x="96979" y="29619"/>
                  </a:lnTo>
                  <a:lnTo>
                    <a:pt x="97935" y="30575"/>
                  </a:lnTo>
                  <a:lnTo>
                    <a:pt x="100323" y="32008"/>
                  </a:lnTo>
                  <a:lnTo>
                    <a:pt x="102234" y="32486"/>
                  </a:lnTo>
                  <a:lnTo>
                    <a:pt x="103667" y="34397"/>
                  </a:lnTo>
                  <a:lnTo>
                    <a:pt x="105100" y="33441"/>
                  </a:lnTo>
                  <a:lnTo>
                    <a:pt x="105578" y="33441"/>
                  </a:lnTo>
                  <a:lnTo>
                    <a:pt x="106056" y="34397"/>
                  </a:lnTo>
                  <a:lnTo>
                    <a:pt x="109400" y="34397"/>
                  </a:lnTo>
                  <a:lnTo>
                    <a:pt x="111789" y="33441"/>
                  </a:lnTo>
                  <a:lnTo>
                    <a:pt x="112744" y="33441"/>
                  </a:lnTo>
                  <a:lnTo>
                    <a:pt x="114655" y="35352"/>
                  </a:lnTo>
                  <a:lnTo>
                    <a:pt x="116088" y="3630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7" name="Freeform 5666">
              <a:extLst>
                <a:ext uri="{FF2B5EF4-FFF2-40B4-BE49-F238E27FC236}">
                  <a16:creationId xmlns:a16="http://schemas.microsoft.com/office/drawing/2014/main" id="{A12165CF-8002-4090-081B-47930091A24C}"/>
                </a:ext>
              </a:extLst>
            </p:cNvPr>
            <p:cNvSpPr/>
            <p:nvPr/>
          </p:nvSpPr>
          <p:spPr>
            <a:xfrm>
              <a:off x="8013605" y="4340769"/>
              <a:ext cx="3821" cy="3821"/>
            </a:xfrm>
            <a:custGeom>
              <a:avLst/>
              <a:gdLst>
                <a:gd name="csX0" fmla="*/ 3821 w 3821"/>
                <a:gd name="csY0" fmla="*/ 1433 h 3821"/>
                <a:gd name="csX1" fmla="*/ 955 w 3821"/>
                <a:gd name="csY1" fmla="*/ 3822 h 3821"/>
                <a:gd name="csX2" fmla="*/ 0 w 3821"/>
                <a:gd name="csY2" fmla="*/ 3822 h 3821"/>
                <a:gd name="csX3" fmla="*/ 955 w 3821"/>
                <a:gd name="csY3" fmla="*/ 956 h 3821"/>
                <a:gd name="csX4" fmla="*/ 1433 w 3821"/>
                <a:gd name="csY4" fmla="*/ 0 h 3821"/>
                <a:gd name="csX5" fmla="*/ 3344 w 3821"/>
                <a:gd name="csY5" fmla="*/ 956 h 3821"/>
                <a:gd name="csX6" fmla="*/ 3821 w 3821"/>
                <a:gd name="csY6" fmla="*/ 1433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21" h="3821">
                  <a:moveTo>
                    <a:pt x="3821" y="1433"/>
                  </a:moveTo>
                  <a:lnTo>
                    <a:pt x="955" y="3822"/>
                  </a:lnTo>
                  <a:lnTo>
                    <a:pt x="0" y="3822"/>
                  </a:lnTo>
                  <a:lnTo>
                    <a:pt x="955" y="956"/>
                  </a:lnTo>
                  <a:lnTo>
                    <a:pt x="1433" y="0"/>
                  </a:lnTo>
                  <a:lnTo>
                    <a:pt x="3344" y="956"/>
                  </a:lnTo>
                  <a:lnTo>
                    <a:pt x="3821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8" name="Freeform 5667">
              <a:extLst>
                <a:ext uri="{FF2B5EF4-FFF2-40B4-BE49-F238E27FC236}">
                  <a16:creationId xmlns:a16="http://schemas.microsoft.com/office/drawing/2014/main" id="{BA0E5F7B-F79D-1579-FE7C-99A7AA64A37D}"/>
                </a:ext>
              </a:extLst>
            </p:cNvPr>
            <p:cNvSpPr/>
            <p:nvPr/>
          </p:nvSpPr>
          <p:spPr>
            <a:xfrm>
              <a:off x="8013605" y="4345546"/>
              <a:ext cx="2866" cy="2388"/>
            </a:xfrm>
            <a:custGeom>
              <a:avLst/>
              <a:gdLst>
                <a:gd name="csX0" fmla="*/ 2389 w 2866"/>
                <a:gd name="csY0" fmla="*/ 1911 h 2388"/>
                <a:gd name="csX1" fmla="*/ 1433 w 2866"/>
                <a:gd name="csY1" fmla="*/ 2389 h 2388"/>
                <a:gd name="csX2" fmla="*/ 0 w 2866"/>
                <a:gd name="csY2" fmla="*/ 2389 h 2388"/>
                <a:gd name="csX3" fmla="*/ 1433 w 2866"/>
                <a:gd name="csY3" fmla="*/ 1433 h 2388"/>
                <a:gd name="csX4" fmla="*/ 2389 w 2866"/>
                <a:gd name="csY4" fmla="*/ 478 h 2388"/>
                <a:gd name="csX5" fmla="*/ 2866 w 2866"/>
                <a:gd name="csY5" fmla="*/ 0 h 2388"/>
                <a:gd name="csX6" fmla="*/ 2866 w 2866"/>
                <a:gd name="csY6" fmla="*/ 956 h 2388"/>
                <a:gd name="csX7" fmla="*/ 2389 w 2866"/>
                <a:gd name="csY7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2388">
                  <a:moveTo>
                    <a:pt x="2389" y="1911"/>
                  </a:moveTo>
                  <a:lnTo>
                    <a:pt x="1433" y="2389"/>
                  </a:lnTo>
                  <a:lnTo>
                    <a:pt x="0" y="2389"/>
                  </a:lnTo>
                  <a:lnTo>
                    <a:pt x="1433" y="1433"/>
                  </a:lnTo>
                  <a:lnTo>
                    <a:pt x="2389" y="478"/>
                  </a:lnTo>
                  <a:lnTo>
                    <a:pt x="2866" y="0"/>
                  </a:lnTo>
                  <a:lnTo>
                    <a:pt x="2866" y="956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9" name="Freeform 5668">
              <a:extLst>
                <a:ext uri="{FF2B5EF4-FFF2-40B4-BE49-F238E27FC236}">
                  <a16:creationId xmlns:a16="http://schemas.microsoft.com/office/drawing/2014/main" id="{D66D38F3-9102-8E6C-736D-CEDB11581AEA}"/>
                </a:ext>
              </a:extLst>
            </p:cNvPr>
            <p:cNvSpPr/>
            <p:nvPr/>
          </p:nvSpPr>
          <p:spPr>
            <a:xfrm>
              <a:off x="8001184" y="4347458"/>
              <a:ext cx="1910" cy="2866"/>
            </a:xfrm>
            <a:custGeom>
              <a:avLst/>
              <a:gdLst>
                <a:gd name="csX0" fmla="*/ 1910 w 1910"/>
                <a:gd name="csY0" fmla="*/ 2389 h 2866"/>
                <a:gd name="csX1" fmla="*/ 1433 w 1910"/>
                <a:gd name="csY1" fmla="*/ 2866 h 2866"/>
                <a:gd name="csX2" fmla="*/ 478 w 1910"/>
                <a:gd name="csY2" fmla="*/ 1911 h 2866"/>
                <a:gd name="csX3" fmla="*/ 0 w 1910"/>
                <a:gd name="csY3" fmla="*/ 1433 h 2866"/>
                <a:gd name="csX4" fmla="*/ 478 w 1910"/>
                <a:gd name="csY4" fmla="*/ 0 h 2866"/>
                <a:gd name="csX5" fmla="*/ 1433 w 1910"/>
                <a:gd name="csY5" fmla="*/ 1433 h 2866"/>
                <a:gd name="csX6" fmla="*/ 1910 w 1910"/>
                <a:gd name="csY6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2866">
                  <a:moveTo>
                    <a:pt x="1910" y="2389"/>
                  </a:moveTo>
                  <a:lnTo>
                    <a:pt x="1433" y="2866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478" y="0"/>
                  </a:lnTo>
                  <a:lnTo>
                    <a:pt x="1433" y="1433"/>
                  </a:lnTo>
                  <a:lnTo>
                    <a:pt x="1910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0" name="Freeform 5669">
              <a:extLst>
                <a:ext uri="{FF2B5EF4-FFF2-40B4-BE49-F238E27FC236}">
                  <a16:creationId xmlns:a16="http://schemas.microsoft.com/office/drawing/2014/main" id="{028B0531-4AD7-5772-C150-B78E49A3064D}"/>
                </a:ext>
              </a:extLst>
            </p:cNvPr>
            <p:cNvSpPr/>
            <p:nvPr/>
          </p:nvSpPr>
          <p:spPr>
            <a:xfrm>
              <a:off x="8004050" y="4348891"/>
              <a:ext cx="2866" cy="2388"/>
            </a:xfrm>
            <a:custGeom>
              <a:avLst/>
              <a:gdLst>
                <a:gd name="csX0" fmla="*/ 2389 w 2866"/>
                <a:gd name="csY0" fmla="*/ 2389 h 2388"/>
                <a:gd name="csX1" fmla="*/ 1433 w 2866"/>
                <a:gd name="csY1" fmla="*/ 2389 h 2388"/>
                <a:gd name="csX2" fmla="*/ 0 w 2866"/>
                <a:gd name="csY2" fmla="*/ 478 h 2388"/>
                <a:gd name="csX3" fmla="*/ 478 w 2866"/>
                <a:gd name="csY3" fmla="*/ 0 h 2388"/>
                <a:gd name="csX4" fmla="*/ 2389 w 2866"/>
                <a:gd name="csY4" fmla="*/ 478 h 2388"/>
                <a:gd name="csX5" fmla="*/ 2866 w 2866"/>
                <a:gd name="csY5" fmla="*/ 956 h 2388"/>
                <a:gd name="csX6" fmla="*/ 2866 w 2866"/>
                <a:gd name="csY6" fmla="*/ 956 h 2388"/>
                <a:gd name="csX7" fmla="*/ 2389 w 2866"/>
                <a:gd name="csY7" fmla="*/ 1911 h 2388"/>
                <a:gd name="csX8" fmla="*/ 2389 w 2866"/>
                <a:gd name="csY8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2388">
                  <a:moveTo>
                    <a:pt x="2389" y="2389"/>
                  </a:moveTo>
                  <a:lnTo>
                    <a:pt x="1433" y="2389"/>
                  </a:lnTo>
                  <a:lnTo>
                    <a:pt x="0" y="478"/>
                  </a:lnTo>
                  <a:lnTo>
                    <a:pt x="478" y="0"/>
                  </a:lnTo>
                  <a:lnTo>
                    <a:pt x="2389" y="478"/>
                  </a:lnTo>
                  <a:lnTo>
                    <a:pt x="2866" y="956"/>
                  </a:lnTo>
                  <a:lnTo>
                    <a:pt x="2866" y="956"/>
                  </a:lnTo>
                  <a:lnTo>
                    <a:pt x="2389" y="1911"/>
                  </a:lnTo>
                  <a:lnTo>
                    <a:pt x="2389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1" name="Freeform 5670">
              <a:extLst>
                <a:ext uri="{FF2B5EF4-FFF2-40B4-BE49-F238E27FC236}">
                  <a16:creationId xmlns:a16="http://schemas.microsoft.com/office/drawing/2014/main" id="{DBA3CBD7-49DD-F895-B541-32CAE99B1C1F}"/>
                </a:ext>
              </a:extLst>
            </p:cNvPr>
            <p:cNvSpPr/>
            <p:nvPr/>
          </p:nvSpPr>
          <p:spPr>
            <a:xfrm>
              <a:off x="8007394" y="4544760"/>
              <a:ext cx="2388" cy="1910"/>
            </a:xfrm>
            <a:custGeom>
              <a:avLst/>
              <a:gdLst>
                <a:gd name="csX0" fmla="*/ 1433 w 2388"/>
                <a:gd name="csY0" fmla="*/ 956 h 1910"/>
                <a:gd name="csX1" fmla="*/ 0 w 2388"/>
                <a:gd name="csY1" fmla="*/ 1911 h 1910"/>
                <a:gd name="csX2" fmla="*/ 0 w 2388"/>
                <a:gd name="csY2" fmla="*/ 956 h 1910"/>
                <a:gd name="csX3" fmla="*/ 1433 w 2388"/>
                <a:gd name="csY3" fmla="*/ 478 h 1910"/>
                <a:gd name="csX4" fmla="*/ 1911 w 2388"/>
                <a:gd name="csY4" fmla="*/ 0 h 1910"/>
                <a:gd name="csX5" fmla="*/ 2389 w 2388"/>
                <a:gd name="csY5" fmla="*/ 0 h 1910"/>
                <a:gd name="csX6" fmla="*/ 1433 w 2388"/>
                <a:gd name="csY6" fmla="*/ 956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88" h="1910">
                  <a:moveTo>
                    <a:pt x="1433" y="956"/>
                  </a:moveTo>
                  <a:lnTo>
                    <a:pt x="0" y="1911"/>
                  </a:lnTo>
                  <a:lnTo>
                    <a:pt x="0" y="956"/>
                  </a:lnTo>
                  <a:lnTo>
                    <a:pt x="1433" y="478"/>
                  </a:lnTo>
                  <a:lnTo>
                    <a:pt x="1911" y="0"/>
                  </a:lnTo>
                  <a:lnTo>
                    <a:pt x="2389" y="0"/>
                  </a:lnTo>
                  <a:lnTo>
                    <a:pt x="1433" y="95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2" name="Freeform 5671">
              <a:extLst>
                <a:ext uri="{FF2B5EF4-FFF2-40B4-BE49-F238E27FC236}">
                  <a16:creationId xmlns:a16="http://schemas.microsoft.com/office/drawing/2014/main" id="{2E51B903-29CF-36A6-DC43-F60BB770A9E7}"/>
                </a:ext>
              </a:extLst>
            </p:cNvPr>
            <p:cNvSpPr/>
            <p:nvPr/>
          </p:nvSpPr>
          <p:spPr>
            <a:xfrm>
              <a:off x="7943378" y="4545237"/>
              <a:ext cx="4299" cy="7165"/>
            </a:xfrm>
            <a:custGeom>
              <a:avLst/>
              <a:gdLst>
                <a:gd name="csX0" fmla="*/ 4300 w 4299"/>
                <a:gd name="csY0" fmla="*/ 478 h 7165"/>
                <a:gd name="csX1" fmla="*/ 4300 w 4299"/>
                <a:gd name="csY1" fmla="*/ 1433 h 7165"/>
                <a:gd name="csX2" fmla="*/ 4300 w 4299"/>
                <a:gd name="csY2" fmla="*/ 3344 h 7165"/>
                <a:gd name="csX3" fmla="*/ 3344 w 4299"/>
                <a:gd name="csY3" fmla="*/ 5733 h 7165"/>
                <a:gd name="csX4" fmla="*/ 3822 w 4299"/>
                <a:gd name="csY4" fmla="*/ 6688 h 7165"/>
                <a:gd name="csX5" fmla="*/ 3344 w 4299"/>
                <a:gd name="csY5" fmla="*/ 7166 h 7165"/>
                <a:gd name="csX6" fmla="*/ 1911 w 4299"/>
                <a:gd name="csY6" fmla="*/ 3344 h 7165"/>
                <a:gd name="csX7" fmla="*/ 0 w 4299"/>
                <a:gd name="csY7" fmla="*/ 1433 h 7165"/>
                <a:gd name="csX8" fmla="*/ 0 w 4299"/>
                <a:gd name="csY8" fmla="*/ 956 h 7165"/>
                <a:gd name="csX9" fmla="*/ 956 w 4299"/>
                <a:gd name="csY9" fmla="*/ 956 h 7165"/>
                <a:gd name="csX10" fmla="*/ 2389 w 4299"/>
                <a:gd name="csY10" fmla="*/ 0 h 7165"/>
                <a:gd name="csX11" fmla="*/ 3344 w 4299"/>
                <a:gd name="csY11" fmla="*/ 0 h 7165"/>
                <a:gd name="csX12" fmla="*/ 4300 w 4299"/>
                <a:gd name="csY12" fmla="*/ 478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299" h="7165">
                  <a:moveTo>
                    <a:pt x="4300" y="478"/>
                  </a:moveTo>
                  <a:lnTo>
                    <a:pt x="4300" y="1433"/>
                  </a:lnTo>
                  <a:lnTo>
                    <a:pt x="4300" y="3344"/>
                  </a:lnTo>
                  <a:lnTo>
                    <a:pt x="3344" y="5733"/>
                  </a:lnTo>
                  <a:lnTo>
                    <a:pt x="3822" y="6688"/>
                  </a:lnTo>
                  <a:lnTo>
                    <a:pt x="3344" y="7166"/>
                  </a:lnTo>
                  <a:lnTo>
                    <a:pt x="1911" y="3344"/>
                  </a:lnTo>
                  <a:lnTo>
                    <a:pt x="0" y="1433"/>
                  </a:lnTo>
                  <a:lnTo>
                    <a:pt x="0" y="956"/>
                  </a:lnTo>
                  <a:lnTo>
                    <a:pt x="956" y="956"/>
                  </a:lnTo>
                  <a:lnTo>
                    <a:pt x="2389" y="0"/>
                  </a:lnTo>
                  <a:lnTo>
                    <a:pt x="3344" y="0"/>
                  </a:lnTo>
                  <a:lnTo>
                    <a:pt x="4300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3" name="Freeform 5672">
              <a:extLst>
                <a:ext uri="{FF2B5EF4-FFF2-40B4-BE49-F238E27FC236}">
                  <a16:creationId xmlns:a16="http://schemas.microsoft.com/office/drawing/2014/main" id="{0E8726F7-26D4-E746-0AFD-8E4130F2E4A7}"/>
                </a:ext>
              </a:extLst>
            </p:cNvPr>
            <p:cNvSpPr/>
            <p:nvPr/>
          </p:nvSpPr>
          <p:spPr>
            <a:xfrm>
              <a:off x="7996885" y="4575334"/>
              <a:ext cx="1911" cy="1911"/>
            </a:xfrm>
            <a:custGeom>
              <a:avLst/>
              <a:gdLst>
                <a:gd name="csX0" fmla="*/ 955 w 1911"/>
                <a:gd name="csY0" fmla="*/ 1911 h 1911"/>
                <a:gd name="csX1" fmla="*/ 478 w 1911"/>
                <a:gd name="csY1" fmla="*/ 1911 h 1911"/>
                <a:gd name="csX2" fmla="*/ 0 w 1911"/>
                <a:gd name="csY2" fmla="*/ 1433 h 1911"/>
                <a:gd name="csX3" fmla="*/ 1911 w 1911"/>
                <a:gd name="csY3" fmla="*/ 0 h 1911"/>
                <a:gd name="csX4" fmla="*/ 1911 w 1911"/>
                <a:gd name="csY4" fmla="*/ 956 h 1911"/>
                <a:gd name="csX5" fmla="*/ 1911 w 1911"/>
                <a:gd name="csY5" fmla="*/ 1433 h 1911"/>
                <a:gd name="csX6" fmla="*/ 955 w 1911"/>
                <a:gd name="csY6" fmla="*/ 1911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1" h="1911">
                  <a:moveTo>
                    <a:pt x="955" y="1911"/>
                  </a:moveTo>
                  <a:lnTo>
                    <a:pt x="478" y="1911"/>
                  </a:lnTo>
                  <a:lnTo>
                    <a:pt x="0" y="1433"/>
                  </a:lnTo>
                  <a:lnTo>
                    <a:pt x="1911" y="0"/>
                  </a:lnTo>
                  <a:lnTo>
                    <a:pt x="1911" y="956"/>
                  </a:lnTo>
                  <a:lnTo>
                    <a:pt x="1911" y="1433"/>
                  </a:lnTo>
                  <a:lnTo>
                    <a:pt x="955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4" name="Freeform 5673">
              <a:extLst>
                <a:ext uri="{FF2B5EF4-FFF2-40B4-BE49-F238E27FC236}">
                  <a16:creationId xmlns:a16="http://schemas.microsoft.com/office/drawing/2014/main" id="{B8A97193-A0A6-A8B4-36E4-59BEFB248F23}"/>
                </a:ext>
              </a:extLst>
            </p:cNvPr>
            <p:cNvSpPr/>
            <p:nvPr/>
          </p:nvSpPr>
          <p:spPr>
            <a:xfrm>
              <a:off x="9203151" y="4984748"/>
              <a:ext cx="3343" cy="3821"/>
            </a:xfrm>
            <a:custGeom>
              <a:avLst/>
              <a:gdLst>
                <a:gd name="csX0" fmla="*/ 1911 w 3343"/>
                <a:gd name="csY0" fmla="*/ 3822 h 3821"/>
                <a:gd name="csX1" fmla="*/ 1911 w 3343"/>
                <a:gd name="csY1" fmla="*/ 3822 h 3821"/>
                <a:gd name="csX2" fmla="*/ 1433 w 3343"/>
                <a:gd name="csY2" fmla="*/ 3822 h 3821"/>
                <a:gd name="csX3" fmla="*/ 0 w 3343"/>
                <a:gd name="csY3" fmla="*/ 1433 h 3821"/>
                <a:gd name="csX4" fmla="*/ 478 w 3343"/>
                <a:gd name="csY4" fmla="*/ 478 h 3821"/>
                <a:gd name="csX5" fmla="*/ 1911 w 3343"/>
                <a:gd name="csY5" fmla="*/ 0 h 3821"/>
                <a:gd name="csX6" fmla="*/ 3344 w 3343"/>
                <a:gd name="csY6" fmla="*/ 1433 h 3821"/>
                <a:gd name="csX7" fmla="*/ 3344 w 3343"/>
                <a:gd name="csY7" fmla="*/ 1911 h 3821"/>
                <a:gd name="csX8" fmla="*/ 3344 w 3343"/>
                <a:gd name="csY8" fmla="*/ 2389 h 3821"/>
                <a:gd name="csX9" fmla="*/ 3344 w 3343"/>
                <a:gd name="csY9" fmla="*/ 2867 h 3821"/>
                <a:gd name="csX10" fmla="*/ 2389 w 3343"/>
                <a:gd name="csY10" fmla="*/ 3344 h 3821"/>
                <a:gd name="csX11" fmla="*/ 1911 w 3343"/>
                <a:gd name="csY11" fmla="*/ 3822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43" h="3821">
                  <a:moveTo>
                    <a:pt x="1911" y="3822"/>
                  </a:moveTo>
                  <a:lnTo>
                    <a:pt x="1911" y="3822"/>
                  </a:lnTo>
                  <a:lnTo>
                    <a:pt x="1433" y="3822"/>
                  </a:lnTo>
                  <a:lnTo>
                    <a:pt x="0" y="1433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3344" y="1433"/>
                  </a:lnTo>
                  <a:lnTo>
                    <a:pt x="3344" y="1911"/>
                  </a:lnTo>
                  <a:lnTo>
                    <a:pt x="3344" y="2389"/>
                  </a:lnTo>
                  <a:lnTo>
                    <a:pt x="3344" y="2867"/>
                  </a:lnTo>
                  <a:lnTo>
                    <a:pt x="2389" y="3344"/>
                  </a:lnTo>
                  <a:lnTo>
                    <a:pt x="1911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5" name="Freeform 5674">
              <a:extLst>
                <a:ext uri="{FF2B5EF4-FFF2-40B4-BE49-F238E27FC236}">
                  <a16:creationId xmlns:a16="http://schemas.microsoft.com/office/drawing/2014/main" id="{4F2BA0E1-B325-44F5-38DC-B2C2CA1A66C1}"/>
                </a:ext>
              </a:extLst>
            </p:cNvPr>
            <p:cNvSpPr/>
            <p:nvPr/>
          </p:nvSpPr>
          <p:spPr>
            <a:xfrm>
              <a:off x="9203629" y="4992870"/>
              <a:ext cx="3822" cy="2866"/>
            </a:xfrm>
            <a:custGeom>
              <a:avLst/>
              <a:gdLst>
                <a:gd name="csX0" fmla="*/ 3344 w 3822"/>
                <a:gd name="csY0" fmla="*/ 2389 h 2866"/>
                <a:gd name="csX1" fmla="*/ 2866 w 3822"/>
                <a:gd name="csY1" fmla="*/ 2866 h 2866"/>
                <a:gd name="csX2" fmla="*/ 478 w 3822"/>
                <a:gd name="csY2" fmla="*/ 2866 h 2866"/>
                <a:gd name="csX3" fmla="*/ 0 w 3822"/>
                <a:gd name="csY3" fmla="*/ 2389 h 2866"/>
                <a:gd name="csX4" fmla="*/ 0 w 3822"/>
                <a:gd name="csY4" fmla="*/ 956 h 2866"/>
                <a:gd name="csX5" fmla="*/ 478 w 3822"/>
                <a:gd name="csY5" fmla="*/ 478 h 2866"/>
                <a:gd name="csX6" fmla="*/ 1911 w 3822"/>
                <a:gd name="csY6" fmla="*/ 0 h 2866"/>
                <a:gd name="csX7" fmla="*/ 3822 w 3822"/>
                <a:gd name="csY7" fmla="*/ 478 h 2866"/>
                <a:gd name="csX8" fmla="*/ 3344 w 3822"/>
                <a:gd name="csY8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822" h="2866">
                  <a:moveTo>
                    <a:pt x="3344" y="2389"/>
                  </a:moveTo>
                  <a:lnTo>
                    <a:pt x="2866" y="2866"/>
                  </a:lnTo>
                  <a:lnTo>
                    <a:pt x="478" y="2866"/>
                  </a:lnTo>
                  <a:lnTo>
                    <a:pt x="0" y="2389"/>
                  </a:lnTo>
                  <a:lnTo>
                    <a:pt x="0" y="956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3822" y="478"/>
                  </a:lnTo>
                  <a:lnTo>
                    <a:pt x="3344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6" name="Freeform 5675">
              <a:extLst>
                <a:ext uri="{FF2B5EF4-FFF2-40B4-BE49-F238E27FC236}">
                  <a16:creationId xmlns:a16="http://schemas.microsoft.com/office/drawing/2014/main" id="{F78D936A-0B26-C340-9AFF-9DF524EA295C}"/>
                </a:ext>
              </a:extLst>
            </p:cNvPr>
            <p:cNvSpPr/>
            <p:nvPr/>
          </p:nvSpPr>
          <p:spPr>
            <a:xfrm>
              <a:off x="9185953" y="5001947"/>
              <a:ext cx="13376" cy="18631"/>
            </a:xfrm>
            <a:custGeom>
              <a:avLst/>
              <a:gdLst>
                <a:gd name="csX0" fmla="*/ 4777 w 13376"/>
                <a:gd name="csY0" fmla="*/ 3822 h 18631"/>
                <a:gd name="csX1" fmla="*/ 5733 w 13376"/>
                <a:gd name="csY1" fmla="*/ 10032 h 18631"/>
                <a:gd name="csX2" fmla="*/ 7166 w 13376"/>
                <a:gd name="csY2" fmla="*/ 9555 h 18631"/>
                <a:gd name="csX3" fmla="*/ 8121 w 13376"/>
                <a:gd name="csY3" fmla="*/ 9555 h 18631"/>
                <a:gd name="csX4" fmla="*/ 9076 w 13376"/>
                <a:gd name="csY4" fmla="*/ 8121 h 18631"/>
                <a:gd name="csX5" fmla="*/ 9555 w 13376"/>
                <a:gd name="csY5" fmla="*/ 5733 h 18631"/>
                <a:gd name="csX6" fmla="*/ 10032 w 13376"/>
                <a:gd name="csY6" fmla="*/ 5255 h 18631"/>
                <a:gd name="csX7" fmla="*/ 10987 w 13376"/>
                <a:gd name="csY7" fmla="*/ 5733 h 18631"/>
                <a:gd name="csX8" fmla="*/ 10510 w 13376"/>
                <a:gd name="csY8" fmla="*/ 6210 h 18631"/>
                <a:gd name="csX9" fmla="*/ 10987 w 13376"/>
                <a:gd name="csY9" fmla="*/ 8121 h 18631"/>
                <a:gd name="csX10" fmla="*/ 11943 w 13376"/>
                <a:gd name="csY10" fmla="*/ 9077 h 18631"/>
                <a:gd name="csX11" fmla="*/ 12421 w 13376"/>
                <a:gd name="csY11" fmla="*/ 9555 h 18631"/>
                <a:gd name="csX12" fmla="*/ 13376 w 13376"/>
                <a:gd name="csY12" fmla="*/ 14332 h 18631"/>
                <a:gd name="csX13" fmla="*/ 13376 w 13376"/>
                <a:gd name="csY13" fmla="*/ 15287 h 18631"/>
                <a:gd name="csX14" fmla="*/ 13376 w 13376"/>
                <a:gd name="csY14" fmla="*/ 15765 h 18631"/>
                <a:gd name="csX15" fmla="*/ 11465 w 13376"/>
                <a:gd name="csY15" fmla="*/ 17676 h 18631"/>
                <a:gd name="csX16" fmla="*/ 8121 w 13376"/>
                <a:gd name="csY16" fmla="*/ 17676 h 18631"/>
                <a:gd name="csX17" fmla="*/ 6210 w 13376"/>
                <a:gd name="csY17" fmla="*/ 18631 h 18631"/>
                <a:gd name="csX18" fmla="*/ 4777 w 13376"/>
                <a:gd name="csY18" fmla="*/ 18631 h 18631"/>
                <a:gd name="csX19" fmla="*/ 4777 w 13376"/>
                <a:gd name="csY19" fmla="*/ 17676 h 18631"/>
                <a:gd name="csX20" fmla="*/ 3821 w 13376"/>
                <a:gd name="csY20" fmla="*/ 16721 h 18631"/>
                <a:gd name="csX21" fmla="*/ 2389 w 13376"/>
                <a:gd name="csY21" fmla="*/ 14332 h 18631"/>
                <a:gd name="csX22" fmla="*/ 2389 w 13376"/>
                <a:gd name="csY22" fmla="*/ 10988 h 18631"/>
                <a:gd name="csX23" fmla="*/ 0 w 13376"/>
                <a:gd name="csY23" fmla="*/ 4299 h 18631"/>
                <a:gd name="csX24" fmla="*/ 0 w 13376"/>
                <a:gd name="csY24" fmla="*/ 2389 h 18631"/>
                <a:gd name="csX25" fmla="*/ 955 w 13376"/>
                <a:gd name="csY25" fmla="*/ 0 h 18631"/>
                <a:gd name="csX26" fmla="*/ 1910 w 13376"/>
                <a:gd name="csY26" fmla="*/ 0 h 18631"/>
                <a:gd name="csX27" fmla="*/ 2866 w 13376"/>
                <a:gd name="csY27" fmla="*/ 1911 h 18631"/>
                <a:gd name="csX28" fmla="*/ 4777 w 13376"/>
                <a:gd name="csY28" fmla="*/ 3822 h 18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3376" h="18631">
                  <a:moveTo>
                    <a:pt x="4777" y="3822"/>
                  </a:moveTo>
                  <a:lnTo>
                    <a:pt x="5733" y="10032"/>
                  </a:lnTo>
                  <a:lnTo>
                    <a:pt x="7166" y="9555"/>
                  </a:lnTo>
                  <a:lnTo>
                    <a:pt x="8121" y="9555"/>
                  </a:lnTo>
                  <a:lnTo>
                    <a:pt x="9076" y="8121"/>
                  </a:lnTo>
                  <a:lnTo>
                    <a:pt x="9555" y="5733"/>
                  </a:lnTo>
                  <a:lnTo>
                    <a:pt x="10032" y="5255"/>
                  </a:lnTo>
                  <a:lnTo>
                    <a:pt x="10987" y="5733"/>
                  </a:lnTo>
                  <a:lnTo>
                    <a:pt x="10510" y="6210"/>
                  </a:lnTo>
                  <a:lnTo>
                    <a:pt x="10987" y="8121"/>
                  </a:lnTo>
                  <a:lnTo>
                    <a:pt x="11943" y="9077"/>
                  </a:lnTo>
                  <a:lnTo>
                    <a:pt x="12421" y="9555"/>
                  </a:lnTo>
                  <a:lnTo>
                    <a:pt x="13376" y="14332"/>
                  </a:lnTo>
                  <a:lnTo>
                    <a:pt x="13376" y="15287"/>
                  </a:lnTo>
                  <a:lnTo>
                    <a:pt x="13376" y="15765"/>
                  </a:lnTo>
                  <a:lnTo>
                    <a:pt x="11465" y="17676"/>
                  </a:lnTo>
                  <a:lnTo>
                    <a:pt x="8121" y="17676"/>
                  </a:lnTo>
                  <a:lnTo>
                    <a:pt x="6210" y="18631"/>
                  </a:lnTo>
                  <a:lnTo>
                    <a:pt x="4777" y="18631"/>
                  </a:lnTo>
                  <a:lnTo>
                    <a:pt x="4777" y="17676"/>
                  </a:lnTo>
                  <a:lnTo>
                    <a:pt x="3821" y="16721"/>
                  </a:lnTo>
                  <a:lnTo>
                    <a:pt x="2389" y="14332"/>
                  </a:lnTo>
                  <a:lnTo>
                    <a:pt x="2389" y="10988"/>
                  </a:lnTo>
                  <a:lnTo>
                    <a:pt x="0" y="4299"/>
                  </a:lnTo>
                  <a:lnTo>
                    <a:pt x="0" y="2389"/>
                  </a:lnTo>
                  <a:lnTo>
                    <a:pt x="955" y="0"/>
                  </a:lnTo>
                  <a:lnTo>
                    <a:pt x="1910" y="0"/>
                  </a:lnTo>
                  <a:lnTo>
                    <a:pt x="2866" y="1911"/>
                  </a:lnTo>
                  <a:lnTo>
                    <a:pt x="4777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7" name="Freeform 5676">
              <a:extLst>
                <a:ext uri="{FF2B5EF4-FFF2-40B4-BE49-F238E27FC236}">
                  <a16:creationId xmlns:a16="http://schemas.microsoft.com/office/drawing/2014/main" id="{F29B59F2-0B53-FCE5-0F8F-3D68A5E2425A}"/>
                </a:ext>
              </a:extLst>
            </p:cNvPr>
            <p:cNvSpPr/>
            <p:nvPr/>
          </p:nvSpPr>
          <p:spPr>
            <a:xfrm>
              <a:off x="9217483" y="5008635"/>
              <a:ext cx="1432" cy="7643"/>
            </a:xfrm>
            <a:custGeom>
              <a:avLst/>
              <a:gdLst>
                <a:gd name="csX0" fmla="*/ 1433 w 1432"/>
                <a:gd name="csY0" fmla="*/ 6210 h 7643"/>
                <a:gd name="csX1" fmla="*/ 1433 w 1432"/>
                <a:gd name="csY1" fmla="*/ 7644 h 7643"/>
                <a:gd name="csX2" fmla="*/ 478 w 1432"/>
                <a:gd name="csY2" fmla="*/ 6210 h 7643"/>
                <a:gd name="csX3" fmla="*/ 0 w 1432"/>
                <a:gd name="csY3" fmla="*/ 478 h 7643"/>
                <a:gd name="csX4" fmla="*/ 0 w 1432"/>
                <a:gd name="csY4" fmla="*/ 0 h 7643"/>
                <a:gd name="csX5" fmla="*/ 478 w 1432"/>
                <a:gd name="csY5" fmla="*/ 0 h 7643"/>
                <a:gd name="csX6" fmla="*/ 1433 w 1432"/>
                <a:gd name="csY6" fmla="*/ 3822 h 7643"/>
                <a:gd name="csX7" fmla="*/ 1433 w 1432"/>
                <a:gd name="csY7" fmla="*/ 6210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2" h="7643">
                  <a:moveTo>
                    <a:pt x="1433" y="6210"/>
                  </a:moveTo>
                  <a:lnTo>
                    <a:pt x="1433" y="7644"/>
                  </a:lnTo>
                  <a:lnTo>
                    <a:pt x="478" y="6210"/>
                  </a:lnTo>
                  <a:lnTo>
                    <a:pt x="0" y="47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1433" y="3822"/>
                  </a:lnTo>
                  <a:lnTo>
                    <a:pt x="1433" y="621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8" name="Freeform 5677">
              <a:extLst>
                <a:ext uri="{FF2B5EF4-FFF2-40B4-BE49-F238E27FC236}">
                  <a16:creationId xmlns:a16="http://schemas.microsoft.com/office/drawing/2014/main" id="{98719B90-97D1-69A5-BBCF-6B9EE0B0ED5B}"/>
                </a:ext>
              </a:extLst>
            </p:cNvPr>
            <p:cNvSpPr/>
            <p:nvPr/>
          </p:nvSpPr>
          <p:spPr>
            <a:xfrm>
              <a:off x="9208884" y="5013890"/>
              <a:ext cx="6688" cy="3821"/>
            </a:xfrm>
            <a:custGeom>
              <a:avLst/>
              <a:gdLst>
                <a:gd name="csX0" fmla="*/ 4777 w 6688"/>
                <a:gd name="csY0" fmla="*/ 2866 h 3821"/>
                <a:gd name="csX1" fmla="*/ 3344 w 6688"/>
                <a:gd name="csY1" fmla="*/ 3822 h 3821"/>
                <a:gd name="csX2" fmla="*/ 956 w 6688"/>
                <a:gd name="csY2" fmla="*/ 3822 h 3821"/>
                <a:gd name="csX3" fmla="*/ 0 w 6688"/>
                <a:gd name="csY3" fmla="*/ 3344 h 3821"/>
                <a:gd name="csX4" fmla="*/ 2866 w 6688"/>
                <a:gd name="csY4" fmla="*/ 955 h 3821"/>
                <a:gd name="csX5" fmla="*/ 6688 w 6688"/>
                <a:gd name="csY5" fmla="*/ 0 h 3821"/>
                <a:gd name="csX6" fmla="*/ 4777 w 6688"/>
                <a:gd name="csY6" fmla="*/ 2866 h 3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8" h="3821">
                  <a:moveTo>
                    <a:pt x="4777" y="2866"/>
                  </a:moveTo>
                  <a:lnTo>
                    <a:pt x="3344" y="3822"/>
                  </a:lnTo>
                  <a:lnTo>
                    <a:pt x="956" y="3822"/>
                  </a:lnTo>
                  <a:lnTo>
                    <a:pt x="0" y="3344"/>
                  </a:lnTo>
                  <a:lnTo>
                    <a:pt x="2866" y="955"/>
                  </a:lnTo>
                  <a:lnTo>
                    <a:pt x="6688" y="0"/>
                  </a:lnTo>
                  <a:lnTo>
                    <a:pt x="4777" y="2866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9" name="Freeform 5678">
              <a:extLst>
                <a:ext uri="{FF2B5EF4-FFF2-40B4-BE49-F238E27FC236}">
                  <a16:creationId xmlns:a16="http://schemas.microsoft.com/office/drawing/2014/main" id="{7946A606-ACBE-72CE-A906-29E51A1195D8}"/>
                </a:ext>
              </a:extLst>
            </p:cNvPr>
            <p:cNvSpPr/>
            <p:nvPr/>
          </p:nvSpPr>
          <p:spPr>
            <a:xfrm>
              <a:off x="9217961" y="5017234"/>
              <a:ext cx="2866" cy="9554"/>
            </a:xfrm>
            <a:custGeom>
              <a:avLst/>
              <a:gdLst>
                <a:gd name="csX0" fmla="*/ 1433 w 2866"/>
                <a:gd name="csY0" fmla="*/ 9555 h 9554"/>
                <a:gd name="csX1" fmla="*/ 1433 w 2866"/>
                <a:gd name="csY1" fmla="*/ 9555 h 9554"/>
                <a:gd name="csX2" fmla="*/ 955 w 2866"/>
                <a:gd name="csY2" fmla="*/ 9077 h 9554"/>
                <a:gd name="csX3" fmla="*/ 0 w 2866"/>
                <a:gd name="csY3" fmla="*/ 4300 h 9554"/>
                <a:gd name="csX4" fmla="*/ 478 w 2866"/>
                <a:gd name="csY4" fmla="*/ 0 h 9554"/>
                <a:gd name="csX5" fmla="*/ 955 w 2866"/>
                <a:gd name="csY5" fmla="*/ 956 h 9554"/>
                <a:gd name="csX6" fmla="*/ 2866 w 2866"/>
                <a:gd name="csY6" fmla="*/ 8121 h 9554"/>
                <a:gd name="csX7" fmla="*/ 2389 w 2866"/>
                <a:gd name="csY7" fmla="*/ 9555 h 9554"/>
                <a:gd name="csX8" fmla="*/ 1433 w 2866"/>
                <a:gd name="csY8" fmla="*/ 9555 h 9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66" h="9554">
                  <a:moveTo>
                    <a:pt x="1433" y="9555"/>
                  </a:moveTo>
                  <a:lnTo>
                    <a:pt x="1433" y="9555"/>
                  </a:lnTo>
                  <a:lnTo>
                    <a:pt x="955" y="9077"/>
                  </a:lnTo>
                  <a:lnTo>
                    <a:pt x="0" y="4300"/>
                  </a:lnTo>
                  <a:lnTo>
                    <a:pt x="478" y="0"/>
                  </a:lnTo>
                  <a:lnTo>
                    <a:pt x="955" y="956"/>
                  </a:lnTo>
                  <a:lnTo>
                    <a:pt x="2866" y="8121"/>
                  </a:lnTo>
                  <a:lnTo>
                    <a:pt x="2389" y="9555"/>
                  </a:lnTo>
                  <a:lnTo>
                    <a:pt x="1433" y="9555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0" name="Freeform 5679">
              <a:extLst>
                <a:ext uri="{FF2B5EF4-FFF2-40B4-BE49-F238E27FC236}">
                  <a16:creationId xmlns:a16="http://schemas.microsoft.com/office/drawing/2014/main" id="{1431695B-11A1-1758-E3F7-228C2EB72160}"/>
                </a:ext>
              </a:extLst>
            </p:cNvPr>
            <p:cNvSpPr/>
            <p:nvPr/>
          </p:nvSpPr>
          <p:spPr>
            <a:xfrm>
              <a:off x="9197418" y="5020578"/>
              <a:ext cx="2866" cy="2388"/>
            </a:xfrm>
            <a:custGeom>
              <a:avLst/>
              <a:gdLst>
                <a:gd name="csX0" fmla="*/ 2389 w 2866"/>
                <a:gd name="csY0" fmla="*/ 1911 h 2388"/>
                <a:gd name="csX1" fmla="*/ 1911 w 2866"/>
                <a:gd name="csY1" fmla="*/ 2389 h 2388"/>
                <a:gd name="csX2" fmla="*/ 0 w 2866"/>
                <a:gd name="csY2" fmla="*/ 956 h 2388"/>
                <a:gd name="csX3" fmla="*/ 478 w 2866"/>
                <a:gd name="csY3" fmla="*/ 0 h 2388"/>
                <a:gd name="csX4" fmla="*/ 2867 w 2866"/>
                <a:gd name="csY4" fmla="*/ 478 h 2388"/>
                <a:gd name="csX5" fmla="*/ 2389 w 2866"/>
                <a:gd name="csY5" fmla="*/ 1911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66" h="2388">
                  <a:moveTo>
                    <a:pt x="2389" y="1911"/>
                  </a:moveTo>
                  <a:lnTo>
                    <a:pt x="1911" y="2389"/>
                  </a:lnTo>
                  <a:lnTo>
                    <a:pt x="0" y="956"/>
                  </a:lnTo>
                  <a:lnTo>
                    <a:pt x="478" y="0"/>
                  </a:lnTo>
                  <a:lnTo>
                    <a:pt x="2867" y="478"/>
                  </a:lnTo>
                  <a:lnTo>
                    <a:pt x="2389" y="19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1" name="Freeform 5680">
              <a:extLst>
                <a:ext uri="{FF2B5EF4-FFF2-40B4-BE49-F238E27FC236}">
                  <a16:creationId xmlns:a16="http://schemas.microsoft.com/office/drawing/2014/main" id="{6C786438-C657-D2C1-ADD4-8005EB3CEE03}"/>
                </a:ext>
              </a:extLst>
            </p:cNvPr>
            <p:cNvSpPr/>
            <p:nvPr/>
          </p:nvSpPr>
          <p:spPr>
            <a:xfrm>
              <a:off x="9198374" y="5025355"/>
              <a:ext cx="13854" cy="12898"/>
            </a:xfrm>
            <a:custGeom>
              <a:avLst/>
              <a:gdLst>
                <a:gd name="csX0" fmla="*/ 5255 w 13854"/>
                <a:gd name="csY0" fmla="*/ 3822 h 12898"/>
                <a:gd name="csX1" fmla="*/ 6210 w 13854"/>
                <a:gd name="csY1" fmla="*/ 4300 h 12898"/>
                <a:gd name="csX2" fmla="*/ 6688 w 13854"/>
                <a:gd name="csY2" fmla="*/ 4300 h 12898"/>
                <a:gd name="csX3" fmla="*/ 7166 w 13854"/>
                <a:gd name="csY3" fmla="*/ 5255 h 12898"/>
                <a:gd name="csX4" fmla="*/ 10032 w 13854"/>
                <a:gd name="csY4" fmla="*/ 7166 h 12898"/>
                <a:gd name="csX5" fmla="*/ 10510 w 13854"/>
                <a:gd name="csY5" fmla="*/ 7166 h 12898"/>
                <a:gd name="csX6" fmla="*/ 11466 w 13854"/>
                <a:gd name="csY6" fmla="*/ 8121 h 12898"/>
                <a:gd name="csX7" fmla="*/ 12421 w 13854"/>
                <a:gd name="csY7" fmla="*/ 8599 h 12898"/>
                <a:gd name="csX8" fmla="*/ 12898 w 13854"/>
                <a:gd name="csY8" fmla="*/ 9555 h 12898"/>
                <a:gd name="csX9" fmla="*/ 13854 w 13854"/>
                <a:gd name="csY9" fmla="*/ 10510 h 12898"/>
                <a:gd name="csX10" fmla="*/ 12421 w 13854"/>
                <a:gd name="csY10" fmla="*/ 11943 h 12898"/>
                <a:gd name="csX11" fmla="*/ 9077 w 13854"/>
                <a:gd name="csY11" fmla="*/ 11466 h 12898"/>
                <a:gd name="csX12" fmla="*/ 7644 w 13854"/>
                <a:gd name="csY12" fmla="*/ 12899 h 12898"/>
                <a:gd name="csX13" fmla="*/ 6210 w 13854"/>
                <a:gd name="csY13" fmla="*/ 12421 h 12898"/>
                <a:gd name="csX14" fmla="*/ 5733 w 13854"/>
                <a:gd name="csY14" fmla="*/ 11943 h 12898"/>
                <a:gd name="csX15" fmla="*/ 6210 w 13854"/>
                <a:gd name="csY15" fmla="*/ 11466 h 12898"/>
                <a:gd name="csX16" fmla="*/ 5255 w 13854"/>
                <a:gd name="csY16" fmla="*/ 9555 h 12898"/>
                <a:gd name="csX17" fmla="*/ 4777 w 13854"/>
                <a:gd name="csY17" fmla="*/ 6688 h 12898"/>
                <a:gd name="csX18" fmla="*/ 4300 w 13854"/>
                <a:gd name="csY18" fmla="*/ 5255 h 12898"/>
                <a:gd name="csX19" fmla="*/ 3344 w 13854"/>
                <a:gd name="csY19" fmla="*/ 4300 h 12898"/>
                <a:gd name="csX20" fmla="*/ 1911 w 13854"/>
                <a:gd name="csY20" fmla="*/ 5255 h 12898"/>
                <a:gd name="csX21" fmla="*/ 1433 w 13854"/>
                <a:gd name="csY21" fmla="*/ 5255 h 12898"/>
                <a:gd name="csX22" fmla="*/ 0 w 13854"/>
                <a:gd name="csY22" fmla="*/ 3822 h 12898"/>
                <a:gd name="csX23" fmla="*/ 955 w 13854"/>
                <a:gd name="csY23" fmla="*/ 956 h 12898"/>
                <a:gd name="csX24" fmla="*/ 955 w 13854"/>
                <a:gd name="csY24" fmla="*/ 0 h 12898"/>
                <a:gd name="csX25" fmla="*/ 2389 w 13854"/>
                <a:gd name="csY25" fmla="*/ 0 h 12898"/>
                <a:gd name="csX26" fmla="*/ 3821 w 13854"/>
                <a:gd name="csY26" fmla="*/ 478 h 12898"/>
                <a:gd name="csX27" fmla="*/ 5255 w 13854"/>
                <a:gd name="csY27" fmla="*/ 3822 h 12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3854" h="12898">
                  <a:moveTo>
                    <a:pt x="5255" y="3822"/>
                  </a:moveTo>
                  <a:lnTo>
                    <a:pt x="6210" y="4300"/>
                  </a:lnTo>
                  <a:lnTo>
                    <a:pt x="6688" y="4300"/>
                  </a:lnTo>
                  <a:lnTo>
                    <a:pt x="7166" y="5255"/>
                  </a:lnTo>
                  <a:lnTo>
                    <a:pt x="10032" y="7166"/>
                  </a:lnTo>
                  <a:lnTo>
                    <a:pt x="10510" y="7166"/>
                  </a:lnTo>
                  <a:lnTo>
                    <a:pt x="11466" y="8121"/>
                  </a:lnTo>
                  <a:lnTo>
                    <a:pt x="12421" y="8599"/>
                  </a:lnTo>
                  <a:lnTo>
                    <a:pt x="12898" y="9555"/>
                  </a:lnTo>
                  <a:lnTo>
                    <a:pt x="13854" y="10510"/>
                  </a:lnTo>
                  <a:lnTo>
                    <a:pt x="12421" y="11943"/>
                  </a:lnTo>
                  <a:lnTo>
                    <a:pt x="9077" y="11466"/>
                  </a:lnTo>
                  <a:lnTo>
                    <a:pt x="7644" y="12899"/>
                  </a:lnTo>
                  <a:lnTo>
                    <a:pt x="6210" y="12421"/>
                  </a:lnTo>
                  <a:lnTo>
                    <a:pt x="5733" y="11943"/>
                  </a:lnTo>
                  <a:lnTo>
                    <a:pt x="6210" y="11466"/>
                  </a:lnTo>
                  <a:lnTo>
                    <a:pt x="5255" y="9555"/>
                  </a:lnTo>
                  <a:lnTo>
                    <a:pt x="4777" y="6688"/>
                  </a:lnTo>
                  <a:lnTo>
                    <a:pt x="4300" y="5255"/>
                  </a:lnTo>
                  <a:lnTo>
                    <a:pt x="3344" y="4300"/>
                  </a:lnTo>
                  <a:lnTo>
                    <a:pt x="1911" y="5255"/>
                  </a:lnTo>
                  <a:lnTo>
                    <a:pt x="1433" y="5255"/>
                  </a:lnTo>
                  <a:lnTo>
                    <a:pt x="0" y="3822"/>
                  </a:lnTo>
                  <a:lnTo>
                    <a:pt x="955" y="956"/>
                  </a:lnTo>
                  <a:lnTo>
                    <a:pt x="955" y="0"/>
                  </a:lnTo>
                  <a:lnTo>
                    <a:pt x="2389" y="0"/>
                  </a:lnTo>
                  <a:lnTo>
                    <a:pt x="3821" y="478"/>
                  </a:lnTo>
                  <a:lnTo>
                    <a:pt x="5255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2" name="Freeform 5681">
              <a:extLst>
                <a:ext uri="{FF2B5EF4-FFF2-40B4-BE49-F238E27FC236}">
                  <a16:creationId xmlns:a16="http://schemas.microsoft.com/office/drawing/2014/main" id="{5530F719-48C0-6816-A5BC-3360A118333B}"/>
                </a:ext>
              </a:extLst>
            </p:cNvPr>
            <p:cNvSpPr/>
            <p:nvPr/>
          </p:nvSpPr>
          <p:spPr>
            <a:xfrm>
              <a:off x="9214139" y="5029177"/>
              <a:ext cx="7165" cy="4777"/>
            </a:xfrm>
            <a:custGeom>
              <a:avLst/>
              <a:gdLst>
                <a:gd name="csX0" fmla="*/ 7166 w 7165"/>
                <a:gd name="csY0" fmla="*/ 4777 h 4777"/>
                <a:gd name="csX1" fmla="*/ 4777 w 7165"/>
                <a:gd name="csY1" fmla="*/ 4777 h 4777"/>
                <a:gd name="csX2" fmla="*/ 1911 w 7165"/>
                <a:gd name="csY2" fmla="*/ 4300 h 4777"/>
                <a:gd name="csX3" fmla="*/ 478 w 7165"/>
                <a:gd name="csY3" fmla="*/ 3344 h 4777"/>
                <a:gd name="csX4" fmla="*/ 0 w 7165"/>
                <a:gd name="csY4" fmla="*/ 2867 h 4777"/>
                <a:gd name="csX5" fmla="*/ 956 w 7165"/>
                <a:gd name="csY5" fmla="*/ 1911 h 4777"/>
                <a:gd name="csX6" fmla="*/ 2389 w 7165"/>
                <a:gd name="csY6" fmla="*/ 1911 h 4777"/>
                <a:gd name="csX7" fmla="*/ 4300 w 7165"/>
                <a:gd name="csY7" fmla="*/ 0 h 4777"/>
                <a:gd name="csX8" fmla="*/ 5255 w 7165"/>
                <a:gd name="csY8" fmla="*/ 478 h 4777"/>
                <a:gd name="csX9" fmla="*/ 5733 w 7165"/>
                <a:gd name="csY9" fmla="*/ 2867 h 4777"/>
                <a:gd name="csX10" fmla="*/ 6688 w 7165"/>
                <a:gd name="csY10" fmla="*/ 3344 h 4777"/>
                <a:gd name="csX11" fmla="*/ 7166 w 7165"/>
                <a:gd name="csY11" fmla="*/ 3822 h 4777"/>
                <a:gd name="csX12" fmla="*/ 7166 w 7165"/>
                <a:gd name="csY12" fmla="*/ 4777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165" h="4777">
                  <a:moveTo>
                    <a:pt x="7166" y="4777"/>
                  </a:moveTo>
                  <a:lnTo>
                    <a:pt x="4777" y="4777"/>
                  </a:lnTo>
                  <a:lnTo>
                    <a:pt x="1911" y="4300"/>
                  </a:lnTo>
                  <a:lnTo>
                    <a:pt x="478" y="3344"/>
                  </a:lnTo>
                  <a:lnTo>
                    <a:pt x="0" y="2867"/>
                  </a:lnTo>
                  <a:lnTo>
                    <a:pt x="956" y="1911"/>
                  </a:lnTo>
                  <a:lnTo>
                    <a:pt x="2389" y="1911"/>
                  </a:lnTo>
                  <a:lnTo>
                    <a:pt x="4300" y="0"/>
                  </a:lnTo>
                  <a:lnTo>
                    <a:pt x="5255" y="478"/>
                  </a:lnTo>
                  <a:lnTo>
                    <a:pt x="5733" y="2867"/>
                  </a:lnTo>
                  <a:lnTo>
                    <a:pt x="6688" y="3344"/>
                  </a:lnTo>
                  <a:lnTo>
                    <a:pt x="7166" y="3822"/>
                  </a:lnTo>
                  <a:lnTo>
                    <a:pt x="7166" y="477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3" name="Freeform 5682">
              <a:extLst>
                <a:ext uri="{FF2B5EF4-FFF2-40B4-BE49-F238E27FC236}">
                  <a16:creationId xmlns:a16="http://schemas.microsoft.com/office/drawing/2014/main" id="{ECCACECA-85F3-7530-EF18-5F269F8DB86B}"/>
                </a:ext>
              </a:extLst>
            </p:cNvPr>
            <p:cNvSpPr/>
            <p:nvPr/>
          </p:nvSpPr>
          <p:spPr>
            <a:xfrm>
              <a:off x="9217961" y="5038732"/>
              <a:ext cx="6688" cy="4777"/>
            </a:xfrm>
            <a:custGeom>
              <a:avLst/>
              <a:gdLst>
                <a:gd name="csX0" fmla="*/ 6211 w 6688"/>
                <a:gd name="csY0" fmla="*/ 3344 h 4777"/>
                <a:gd name="csX1" fmla="*/ 6688 w 6688"/>
                <a:gd name="csY1" fmla="*/ 3822 h 4777"/>
                <a:gd name="csX2" fmla="*/ 6688 w 6688"/>
                <a:gd name="csY2" fmla="*/ 4777 h 4777"/>
                <a:gd name="csX3" fmla="*/ 3822 w 6688"/>
                <a:gd name="csY3" fmla="*/ 3822 h 4777"/>
                <a:gd name="csX4" fmla="*/ 1433 w 6688"/>
                <a:gd name="csY4" fmla="*/ 3822 h 4777"/>
                <a:gd name="csX5" fmla="*/ 955 w 6688"/>
                <a:gd name="csY5" fmla="*/ 3822 h 4777"/>
                <a:gd name="csX6" fmla="*/ 478 w 6688"/>
                <a:gd name="csY6" fmla="*/ 3344 h 4777"/>
                <a:gd name="csX7" fmla="*/ 0 w 6688"/>
                <a:gd name="csY7" fmla="*/ 1911 h 4777"/>
                <a:gd name="csX8" fmla="*/ 0 w 6688"/>
                <a:gd name="csY8" fmla="*/ 956 h 4777"/>
                <a:gd name="csX9" fmla="*/ 955 w 6688"/>
                <a:gd name="csY9" fmla="*/ 0 h 4777"/>
                <a:gd name="csX10" fmla="*/ 1433 w 6688"/>
                <a:gd name="csY10" fmla="*/ 0 h 4777"/>
                <a:gd name="csX11" fmla="*/ 1911 w 6688"/>
                <a:gd name="csY11" fmla="*/ 956 h 4777"/>
                <a:gd name="csX12" fmla="*/ 2866 w 6688"/>
                <a:gd name="csY12" fmla="*/ 1433 h 4777"/>
                <a:gd name="csX13" fmla="*/ 3344 w 6688"/>
                <a:gd name="csY13" fmla="*/ 1911 h 4777"/>
                <a:gd name="csX14" fmla="*/ 4777 w 6688"/>
                <a:gd name="csY14" fmla="*/ 3344 h 4777"/>
                <a:gd name="csX15" fmla="*/ 6211 w 6688"/>
                <a:gd name="csY15" fmla="*/ 3344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688" h="4777">
                  <a:moveTo>
                    <a:pt x="6211" y="3344"/>
                  </a:moveTo>
                  <a:lnTo>
                    <a:pt x="6688" y="3822"/>
                  </a:lnTo>
                  <a:lnTo>
                    <a:pt x="6688" y="4777"/>
                  </a:lnTo>
                  <a:lnTo>
                    <a:pt x="3822" y="3822"/>
                  </a:lnTo>
                  <a:lnTo>
                    <a:pt x="1433" y="3822"/>
                  </a:lnTo>
                  <a:lnTo>
                    <a:pt x="955" y="3822"/>
                  </a:lnTo>
                  <a:lnTo>
                    <a:pt x="478" y="3344"/>
                  </a:lnTo>
                  <a:lnTo>
                    <a:pt x="0" y="1911"/>
                  </a:lnTo>
                  <a:lnTo>
                    <a:pt x="0" y="956"/>
                  </a:lnTo>
                  <a:lnTo>
                    <a:pt x="955" y="0"/>
                  </a:lnTo>
                  <a:lnTo>
                    <a:pt x="1433" y="0"/>
                  </a:lnTo>
                  <a:lnTo>
                    <a:pt x="1911" y="956"/>
                  </a:lnTo>
                  <a:lnTo>
                    <a:pt x="2866" y="1433"/>
                  </a:lnTo>
                  <a:lnTo>
                    <a:pt x="3344" y="1911"/>
                  </a:lnTo>
                  <a:lnTo>
                    <a:pt x="4777" y="3344"/>
                  </a:lnTo>
                  <a:lnTo>
                    <a:pt x="6211" y="3344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4" name="Freeform 5683">
              <a:extLst>
                <a:ext uri="{FF2B5EF4-FFF2-40B4-BE49-F238E27FC236}">
                  <a16:creationId xmlns:a16="http://schemas.microsoft.com/office/drawing/2014/main" id="{EA20BB09-5682-05FD-0736-6EFB79B3E3E6}"/>
                </a:ext>
              </a:extLst>
            </p:cNvPr>
            <p:cNvSpPr/>
            <p:nvPr/>
          </p:nvSpPr>
          <p:spPr>
            <a:xfrm>
              <a:off x="9218438" y="5056886"/>
              <a:ext cx="8599" cy="4777"/>
            </a:xfrm>
            <a:custGeom>
              <a:avLst/>
              <a:gdLst>
                <a:gd name="csX0" fmla="*/ 5733 w 8599"/>
                <a:gd name="csY0" fmla="*/ 0 h 4777"/>
                <a:gd name="csX1" fmla="*/ 7644 w 8599"/>
                <a:gd name="csY1" fmla="*/ 2389 h 4777"/>
                <a:gd name="csX2" fmla="*/ 8599 w 8599"/>
                <a:gd name="csY2" fmla="*/ 2866 h 4777"/>
                <a:gd name="csX3" fmla="*/ 7166 w 8599"/>
                <a:gd name="csY3" fmla="*/ 4777 h 4777"/>
                <a:gd name="csX4" fmla="*/ 4777 w 8599"/>
                <a:gd name="csY4" fmla="*/ 4777 h 4777"/>
                <a:gd name="csX5" fmla="*/ 1911 w 8599"/>
                <a:gd name="csY5" fmla="*/ 4299 h 4777"/>
                <a:gd name="csX6" fmla="*/ 2866 w 8599"/>
                <a:gd name="csY6" fmla="*/ 3822 h 4777"/>
                <a:gd name="csX7" fmla="*/ 2389 w 8599"/>
                <a:gd name="csY7" fmla="*/ 2866 h 4777"/>
                <a:gd name="csX8" fmla="*/ 1433 w 8599"/>
                <a:gd name="csY8" fmla="*/ 2866 h 4777"/>
                <a:gd name="csX9" fmla="*/ 478 w 8599"/>
                <a:gd name="csY9" fmla="*/ 2866 h 4777"/>
                <a:gd name="csX10" fmla="*/ 0 w 8599"/>
                <a:gd name="csY10" fmla="*/ 2866 h 4777"/>
                <a:gd name="csX11" fmla="*/ 478 w 8599"/>
                <a:gd name="csY11" fmla="*/ 1911 h 4777"/>
                <a:gd name="csX12" fmla="*/ 2389 w 8599"/>
                <a:gd name="csY12" fmla="*/ 0 h 4777"/>
                <a:gd name="csX13" fmla="*/ 2866 w 8599"/>
                <a:gd name="csY13" fmla="*/ 0 h 4777"/>
                <a:gd name="csX14" fmla="*/ 3344 w 8599"/>
                <a:gd name="csY14" fmla="*/ 0 h 4777"/>
                <a:gd name="csX15" fmla="*/ 3822 w 8599"/>
                <a:gd name="csY15" fmla="*/ 0 h 4777"/>
                <a:gd name="csX16" fmla="*/ 5733 w 8599"/>
                <a:gd name="csY16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599" h="4777">
                  <a:moveTo>
                    <a:pt x="5733" y="0"/>
                  </a:moveTo>
                  <a:lnTo>
                    <a:pt x="7644" y="2389"/>
                  </a:lnTo>
                  <a:lnTo>
                    <a:pt x="8599" y="2866"/>
                  </a:lnTo>
                  <a:lnTo>
                    <a:pt x="7166" y="4777"/>
                  </a:lnTo>
                  <a:lnTo>
                    <a:pt x="4777" y="4777"/>
                  </a:lnTo>
                  <a:lnTo>
                    <a:pt x="1911" y="4299"/>
                  </a:lnTo>
                  <a:lnTo>
                    <a:pt x="2866" y="3822"/>
                  </a:lnTo>
                  <a:lnTo>
                    <a:pt x="2389" y="2866"/>
                  </a:lnTo>
                  <a:lnTo>
                    <a:pt x="1433" y="2866"/>
                  </a:lnTo>
                  <a:lnTo>
                    <a:pt x="478" y="2866"/>
                  </a:lnTo>
                  <a:lnTo>
                    <a:pt x="0" y="2866"/>
                  </a:lnTo>
                  <a:lnTo>
                    <a:pt x="478" y="1911"/>
                  </a:lnTo>
                  <a:lnTo>
                    <a:pt x="2389" y="0"/>
                  </a:lnTo>
                  <a:lnTo>
                    <a:pt x="2866" y="0"/>
                  </a:lnTo>
                  <a:lnTo>
                    <a:pt x="3344" y="0"/>
                  </a:lnTo>
                  <a:lnTo>
                    <a:pt x="3822" y="0"/>
                  </a:lnTo>
                  <a:lnTo>
                    <a:pt x="5733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5" name="Freeform 5684">
              <a:extLst>
                <a:ext uri="{FF2B5EF4-FFF2-40B4-BE49-F238E27FC236}">
                  <a16:creationId xmlns:a16="http://schemas.microsoft.com/office/drawing/2014/main" id="{7370BC59-4187-B03C-02DB-9D6832C6AB3C}"/>
                </a:ext>
              </a:extLst>
            </p:cNvPr>
            <p:cNvSpPr/>
            <p:nvPr/>
          </p:nvSpPr>
          <p:spPr>
            <a:xfrm>
              <a:off x="9235159" y="5076950"/>
              <a:ext cx="6688" cy="7165"/>
            </a:xfrm>
            <a:custGeom>
              <a:avLst/>
              <a:gdLst>
                <a:gd name="csX0" fmla="*/ 6688 w 6688"/>
                <a:gd name="csY0" fmla="*/ 6211 h 7165"/>
                <a:gd name="csX1" fmla="*/ 5733 w 6688"/>
                <a:gd name="csY1" fmla="*/ 7166 h 7165"/>
                <a:gd name="csX2" fmla="*/ 4777 w 6688"/>
                <a:gd name="csY2" fmla="*/ 7166 h 7165"/>
                <a:gd name="csX3" fmla="*/ 0 w 6688"/>
                <a:gd name="csY3" fmla="*/ 5255 h 7165"/>
                <a:gd name="csX4" fmla="*/ 0 w 6688"/>
                <a:gd name="csY4" fmla="*/ 4300 h 7165"/>
                <a:gd name="csX5" fmla="*/ 0 w 6688"/>
                <a:gd name="csY5" fmla="*/ 1911 h 7165"/>
                <a:gd name="csX6" fmla="*/ 478 w 6688"/>
                <a:gd name="csY6" fmla="*/ 478 h 7165"/>
                <a:gd name="csX7" fmla="*/ 1911 w 6688"/>
                <a:gd name="csY7" fmla="*/ 0 h 7165"/>
                <a:gd name="csX8" fmla="*/ 2866 w 6688"/>
                <a:gd name="csY8" fmla="*/ 478 h 7165"/>
                <a:gd name="csX9" fmla="*/ 3344 w 6688"/>
                <a:gd name="csY9" fmla="*/ 2389 h 7165"/>
                <a:gd name="csX10" fmla="*/ 5255 w 6688"/>
                <a:gd name="csY10" fmla="*/ 2867 h 7165"/>
                <a:gd name="csX11" fmla="*/ 4300 w 6688"/>
                <a:gd name="csY11" fmla="*/ 3822 h 7165"/>
                <a:gd name="csX12" fmla="*/ 5733 w 6688"/>
                <a:gd name="csY12" fmla="*/ 4777 h 7165"/>
                <a:gd name="csX13" fmla="*/ 6688 w 6688"/>
                <a:gd name="csY13" fmla="*/ 6211 h 7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688" h="7165">
                  <a:moveTo>
                    <a:pt x="6688" y="6211"/>
                  </a:moveTo>
                  <a:lnTo>
                    <a:pt x="5733" y="7166"/>
                  </a:lnTo>
                  <a:lnTo>
                    <a:pt x="4777" y="7166"/>
                  </a:lnTo>
                  <a:lnTo>
                    <a:pt x="0" y="5255"/>
                  </a:lnTo>
                  <a:lnTo>
                    <a:pt x="0" y="4300"/>
                  </a:lnTo>
                  <a:lnTo>
                    <a:pt x="0" y="1911"/>
                  </a:lnTo>
                  <a:lnTo>
                    <a:pt x="478" y="478"/>
                  </a:lnTo>
                  <a:lnTo>
                    <a:pt x="1911" y="0"/>
                  </a:lnTo>
                  <a:lnTo>
                    <a:pt x="2866" y="478"/>
                  </a:lnTo>
                  <a:lnTo>
                    <a:pt x="3344" y="2389"/>
                  </a:lnTo>
                  <a:lnTo>
                    <a:pt x="5255" y="2867"/>
                  </a:lnTo>
                  <a:lnTo>
                    <a:pt x="4300" y="3822"/>
                  </a:lnTo>
                  <a:lnTo>
                    <a:pt x="5733" y="4777"/>
                  </a:lnTo>
                  <a:lnTo>
                    <a:pt x="6688" y="6211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6" name="Freeform 5685">
              <a:extLst>
                <a:ext uri="{FF2B5EF4-FFF2-40B4-BE49-F238E27FC236}">
                  <a16:creationId xmlns:a16="http://schemas.microsoft.com/office/drawing/2014/main" id="{CA992F71-49EF-9DA1-7A87-94639836EB52}"/>
                </a:ext>
              </a:extLst>
            </p:cNvPr>
            <p:cNvSpPr/>
            <p:nvPr/>
          </p:nvSpPr>
          <p:spPr>
            <a:xfrm>
              <a:off x="9239459" y="5090804"/>
              <a:ext cx="5732" cy="6210"/>
            </a:xfrm>
            <a:custGeom>
              <a:avLst/>
              <a:gdLst>
                <a:gd name="csX0" fmla="*/ 5733 w 5732"/>
                <a:gd name="csY0" fmla="*/ 3822 h 6210"/>
                <a:gd name="csX1" fmla="*/ 4300 w 5732"/>
                <a:gd name="csY1" fmla="*/ 6210 h 6210"/>
                <a:gd name="csX2" fmla="*/ 2866 w 5732"/>
                <a:gd name="csY2" fmla="*/ 5733 h 6210"/>
                <a:gd name="csX3" fmla="*/ 955 w 5732"/>
                <a:gd name="csY3" fmla="*/ 4300 h 6210"/>
                <a:gd name="csX4" fmla="*/ 0 w 5732"/>
                <a:gd name="csY4" fmla="*/ 2866 h 6210"/>
                <a:gd name="csX5" fmla="*/ 478 w 5732"/>
                <a:gd name="csY5" fmla="*/ 478 h 6210"/>
                <a:gd name="csX6" fmla="*/ 1433 w 5732"/>
                <a:gd name="csY6" fmla="*/ 0 h 6210"/>
                <a:gd name="csX7" fmla="*/ 2389 w 5732"/>
                <a:gd name="csY7" fmla="*/ 0 h 6210"/>
                <a:gd name="csX8" fmla="*/ 2866 w 5732"/>
                <a:gd name="csY8" fmla="*/ 2389 h 6210"/>
                <a:gd name="csX9" fmla="*/ 5733 w 5732"/>
                <a:gd name="csY9" fmla="*/ 3822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732" h="6210">
                  <a:moveTo>
                    <a:pt x="5733" y="3822"/>
                  </a:moveTo>
                  <a:lnTo>
                    <a:pt x="4300" y="6210"/>
                  </a:lnTo>
                  <a:lnTo>
                    <a:pt x="2866" y="5733"/>
                  </a:lnTo>
                  <a:lnTo>
                    <a:pt x="955" y="4300"/>
                  </a:lnTo>
                  <a:lnTo>
                    <a:pt x="0" y="2866"/>
                  </a:lnTo>
                  <a:lnTo>
                    <a:pt x="478" y="478"/>
                  </a:lnTo>
                  <a:lnTo>
                    <a:pt x="1433" y="0"/>
                  </a:lnTo>
                  <a:lnTo>
                    <a:pt x="2389" y="0"/>
                  </a:lnTo>
                  <a:lnTo>
                    <a:pt x="2866" y="2389"/>
                  </a:lnTo>
                  <a:lnTo>
                    <a:pt x="5733" y="3822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7" name="Freeform 5686">
              <a:extLst>
                <a:ext uri="{FF2B5EF4-FFF2-40B4-BE49-F238E27FC236}">
                  <a16:creationId xmlns:a16="http://schemas.microsoft.com/office/drawing/2014/main" id="{657ECADC-257D-657C-6ABF-1F277898E9A9}"/>
                </a:ext>
              </a:extLst>
            </p:cNvPr>
            <p:cNvSpPr/>
            <p:nvPr/>
          </p:nvSpPr>
          <p:spPr>
            <a:xfrm>
              <a:off x="9249968" y="5106569"/>
              <a:ext cx="2866" cy="1911"/>
            </a:xfrm>
            <a:custGeom>
              <a:avLst/>
              <a:gdLst>
                <a:gd name="csX0" fmla="*/ 2867 w 2866"/>
                <a:gd name="csY0" fmla="*/ 478 h 1911"/>
                <a:gd name="csX1" fmla="*/ 2389 w 2866"/>
                <a:gd name="csY1" fmla="*/ 1911 h 1911"/>
                <a:gd name="csX2" fmla="*/ 1433 w 2866"/>
                <a:gd name="csY2" fmla="*/ 1911 h 1911"/>
                <a:gd name="csX3" fmla="*/ 0 w 2866"/>
                <a:gd name="csY3" fmla="*/ 956 h 1911"/>
                <a:gd name="csX4" fmla="*/ 0 w 2866"/>
                <a:gd name="csY4" fmla="*/ 0 h 1911"/>
                <a:gd name="csX5" fmla="*/ 1911 w 2866"/>
                <a:gd name="csY5" fmla="*/ 0 h 1911"/>
                <a:gd name="csX6" fmla="*/ 1911 w 2866"/>
                <a:gd name="csY6" fmla="*/ 0 h 1911"/>
                <a:gd name="csX7" fmla="*/ 2867 w 2866"/>
                <a:gd name="csY7" fmla="*/ 478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6" h="1911">
                  <a:moveTo>
                    <a:pt x="2867" y="478"/>
                  </a:moveTo>
                  <a:lnTo>
                    <a:pt x="2389" y="1911"/>
                  </a:lnTo>
                  <a:lnTo>
                    <a:pt x="1433" y="1911"/>
                  </a:lnTo>
                  <a:lnTo>
                    <a:pt x="0" y="956"/>
                  </a:lnTo>
                  <a:lnTo>
                    <a:pt x="0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2867" y="478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8" name="Freeform 5687">
              <a:extLst>
                <a:ext uri="{FF2B5EF4-FFF2-40B4-BE49-F238E27FC236}">
                  <a16:creationId xmlns:a16="http://schemas.microsoft.com/office/drawing/2014/main" id="{2AD8C2AA-8A91-F91C-379B-5E95311D6608}"/>
                </a:ext>
              </a:extLst>
            </p:cNvPr>
            <p:cNvSpPr/>
            <p:nvPr/>
          </p:nvSpPr>
          <p:spPr>
            <a:xfrm>
              <a:off x="6729468" y="4384720"/>
              <a:ext cx="206857" cy="120387"/>
            </a:xfrm>
            <a:custGeom>
              <a:avLst/>
              <a:gdLst>
                <a:gd name="csX0" fmla="*/ 206857 w 206857"/>
                <a:gd name="csY0" fmla="*/ 44429 h 120387"/>
                <a:gd name="csX1" fmla="*/ 196825 w 206857"/>
                <a:gd name="csY1" fmla="*/ 47773 h 120387"/>
                <a:gd name="csX2" fmla="*/ 194436 w 206857"/>
                <a:gd name="csY2" fmla="*/ 49684 h 120387"/>
                <a:gd name="csX3" fmla="*/ 192048 w 206857"/>
                <a:gd name="csY3" fmla="*/ 51117 h 120387"/>
                <a:gd name="csX4" fmla="*/ 190137 w 206857"/>
                <a:gd name="csY4" fmla="*/ 53506 h 120387"/>
                <a:gd name="csX5" fmla="*/ 188703 w 206857"/>
                <a:gd name="csY5" fmla="*/ 57805 h 120387"/>
                <a:gd name="csX6" fmla="*/ 189659 w 206857"/>
                <a:gd name="csY6" fmla="*/ 61149 h 120387"/>
                <a:gd name="csX7" fmla="*/ 189659 w 206857"/>
                <a:gd name="csY7" fmla="*/ 63538 h 120387"/>
                <a:gd name="csX8" fmla="*/ 187270 w 206857"/>
                <a:gd name="csY8" fmla="*/ 64493 h 120387"/>
                <a:gd name="csX9" fmla="*/ 184882 w 206857"/>
                <a:gd name="csY9" fmla="*/ 65449 h 120387"/>
                <a:gd name="csX10" fmla="*/ 182015 w 206857"/>
                <a:gd name="csY10" fmla="*/ 66882 h 120387"/>
                <a:gd name="csX11" fmla="*/ 180582 w 206857"/>
                <a:gd name="csY11" fmla="*/ 67360 h 120387"/>
                <a:gd name="csX12" fmla="*/ 179149 w 206857"/>
                <a:gd name="csY12" fmla="*/ 68315 h 120387"/>
                <a:gd name="csX13" fmla="*/ 177716 w 206857"/>
                <a:gd name="csY13" fmla="*/ 69271 h 120387"/>
                <a:gd name="csX14" fmla="*/ 171983 w 206857"/>
                <a:gd name="csY14" fmla="*/ 71182 h 120387"/>
                <a:gd name="csX15" fmla="*/ 165772 w 206857"/>
                <a:gd name="csY15" fmla="*/ 73093 h 120387"/>
                <a:gd name="csX16" fmla="*/ 156218 w 206857"/>
                <a:gd name="csY16" fmla="*/ 75004 h 120387"/>
                <a:gd name="csX17" fmla="*/ 152396 w 206857"/>
                <a:gd name="csY17" fmla="*/ 76914 h 120387"/>
                <a:gd name="csX18" fmla="*/ 149052 w 206857"/>
                <a:gd name="csY18" fmla="*/ 78347 h 120387"/>
                <a:gd name="csX19" fmla="*/ 143796 w 206857"/>
                <a:gd name="csY19" fmla="*/ 78825 h 120387"/>
                <a:gd name="csX20" fmla="*/ 137109 w 206857"/>
                <a:gd name="csY20" fmla="*/ 80736 h 120387"/>
                <a:gd name="csX21" fmla="*/ 132809 w 206857"/>
                <a:gd name="csY21" fmla="*/ 82170 h 120387"/>
                <a:gd name="csX22" fmla="*/ 128032 w 206857"/>
                <a:gd name="csY22" fmla="*/ 85036 h 120387"/>
                <a:gd name="csX23" fmla="*/ 127076 w 206857"/>
                <a:gd name="csY23" fmla="*/ 85991 h 120387"/>
                <a:gd name="csX24" fmla="*/ 126121 w 206857"/>
                <a:gd name="csY24" fmla="*/ 87902 h 120387"/>
                <a:gd name="csX25" fmla="*/ 124687 w 206857"/>
                <a:gd name="csY25" fmla="*/ 89335 h 120387"/>
                <a:gd name="csX26" fmla="*/ 121821 w 206857"/>
                <a:gd name="csY26" fmla="*/ 91724 h 120387"/>
                <a:gd name="csX27" fmla="*/ 119432 w 206857"/>
                <a:gd name="csY27" fmla="*/ 93157 h 120387"/>
                <a:gd name="csX28" fmla="*/ 118000 w 206857"/>
                <a:gd name="csY28" fmla="*/ 93635 h 120387"/>
                <a:gd name="csX29" fmla="*/ 115133 w 206857"/>
                <a:gd name="csY29" fmla="*/ 94113 h 120387"/>
                <a:gd name="csX30" fmla="*/ 111789 w 206857"/>
                <a:gd name="csY30" fmla="*/ 94113 h 120387"/>
                <a:gd name="csX31" fmla="*/ 106056 w 206857"/>
                <a:gd name="csY31" fmla="*/ 93635 h 120387"/>
                <a:gd name="csX32" fmla="*/ 104623 w 206857"/>
                <a:gd name="csY32" fmla="*/ 94113 h 120387"/>
                <a:gd name="csX33" fmla="*/ 103189 w 206857"/>
                <a:gd name="csY33" fmla="*/ 95068 h 120387"/>
                <a:gd name="csX34" fmla="*/ 98890 w 206857"/>
                <a:gd name="csY34" fmla="*/ 96979 h 120387"/>
                <a:gd name="csX35" fmla="*/ 94591 w 206857"/>
                <a:gd name="csY35" fmla="*/ 100801 h 120387"/>
                <a:gd name="csX36" fmla="*/ 91246 w 206857"/>
                <a:gd name="csY36" fmla="*/ 101756 h 120387"/>
                <a:gd name="csX37" fmla="*/ 85991 w 206857"/>
                <a:gd name="csY37" fmla="*/ 102712 h 120387"/>
                <a:gd name="csX38" fmla="*/ 82170 w 206857"/>
                <a:gd name="csY38" fmla="*/ 104145 h 120387"/>
                <a:gd name="csX39" fmla="*/ 79781 w 206857"/>
                <a:gd name="csY39" fmla="*/ 104623 h 120387"/>
                <a:gd name="csX40" fmla="*/ 76437 w 206857"/>
                <a:gd name="csY40" fmla="*/ 105100 h 120387"/>
                <a:gd name="csX41" fmla="*/ 70704 w 206857"/>
                <a:gd name="csY41" fmla="*/ 105100 h 120387"/>
                <a:gd name="csX42" fmla="*/ 64971 w 206857"/>
                <a:gd name="csY42" fmla="*/ 105578 h 120387"/>
                <a:gd name="csX43" fmla="*/ 59716 w 206857"/>
                <a:gd name="csY43" fmla="*/ 106534 h 120387"/>
                <a:gd name="csX44" fmla="*/ 57328 w 206857"/>
                <a:gd name="csY44" fmla="*/ 108445 h 120387"/>
                <a:gd name="csX45" fmla="*/ 54461 w 206857"/>
                <a:gd name="csY45" fmla="*/ 111789 h 120387"/>
                <a:gd name="csX46" fmla="*/ 50162 w 206857"/>
                <a:gd name="csY46" fmla="*/ 112744 h 120387"/>
                <a:gd name="csX47" fmla="*/ 48729 w 206857"/>
                <a:gd name="csY47" fmla="*/ 114177 h 120387"/>
                <a:gd name="csX48" fmla="*/ 47295 w 206857"/>
                <a:gd name="csY48" fmla="*/ 116088 h 120387"/>
                <a:gd name="csX49" fmla="*/ 44429 w 206857"/>
                <a:gd name="csY49" fmla="*/ 117044 h 120387"/>
                <a:gd name="csX50" fmla="*/ 42040 w 206857"/>
                <a:gd name="csY50" fmla="*/ 117044 h 120387"/>
                <a:gd name="csX51" fmla="*/ 39174 w 206857"/>
                <a:gd name="csY51" fmla="*/ 116088 h 120387"/>
                <a:gd name="csX52" fmla="*/ 33919 w 206857"/>
                <a:gd name="csY52" fmla="*/ 118954 h 120387"/>
                <a:gd name="csX53" fmla="*/ 32008 w 206857"/>
                <a:gd name="csY53" fmla="*/ 119432 h 120387"/>
                <a:gd name="csX54" fmla="*/ 29141 w 206857"/>
                <a:gd name="csY54" fmla="*/ 119432 h 120387"/>
                <a:gd name="csX55" fmla="*/ 26753 w 206857"/>
                <a:gd name="csY55" fmla="*/ 120388 h 120387"/>
                <a:gd name="csX56" fmla="*/ 25320 w 206857"/>
                <a:gd name="csY56" fmla="*/ 119910 h 120387"/>
                <a:gd name="csX57" fmla="*/ 23409 w 206857"/>
                <a:gd name="csY57" fmla="*/ 118954 h 120387"/>
                <a:gd name="csX58" fmla="*/ 19587 w 206857"/>
                <a:gd name="csY58" fmla="*/ 117521 h 120387"/>
                <a:gd name="csX59" fmla="*/ 16721 w 206857"/>
                <a:gd name="csY59" fmla="*/ 118477 h 120387"/>
                <a:gd name="csX60" fmla="*/ 16243 w 206857"/>
                <a:gd name="csY60" fmla="*/ 115611 h 120387"/>
                <a:gd name="csX61" fmla="*/ 11466 w 206857"/>
                <a:gd name="csY61" fmla="*/ 107967 h 120387"/>
                <a:gd name="csX62" fmla="*/ 12421 w 206857"/>
                <a:gd name="csY62" fmla="*/ 100801 h 120387"/>
                <a:gd name="csX63" fmla="*/ 12421 w 206857"/>
                <a:gd name="csY63" fmla="*/ 99845 h 120387"/>
                <a:gd name="csX64" fmla="*/ 11466 w 206857"/>
                <a:gd name="csY64" fmla="*/ 96979 h 120387"/>
                <a:gd name="csX65" fmla="*/ 8599 w 206857"/>
                <a:gd name="csY65" fmla="*/ 94113 h 120387"/>
                <a:gd name="csX66" fmla="*/ 9077 w 206857"/>
                <a:gd name="csY66" fmla="*/ 90291 h 120387"/>
                <a:gd name="csX67" fmla="*/ 8122 w 206857"/>
                <a:gd name="csY67" fmla="*/ 87902 h 120387"/>
                <a:gd name="csX68" fmla="*/ 7166 w 206857"/>
                <a:gd name="csY68" fmla="*/ 85036 h 120387"/>
                <a:gd name="csX69" fmla="*/ 7166 w 206857"/>
                <a:gd name="csY69" fmla="*/ 84558 h 120387"/>
                <a:gd name="csX70" fmla="*/ 7644 w 206857"/>
                <a:gd name="csY70" fmla="*/ 84080 h 120387"/>
                <a:gd name="csX71" fmla="*/ 5733 w 206857"/>
                <a:gd name="csY71" fmla="*/ 79781 h 120387"/>
                <a:gd name="csX72" fmla="*/ 5255 w 206857"/>
                <a:gd name="csY72" fmla="*/ 78825 h 120387"/>
                <a:gd name="csX73" fmla="*/ 5255 w 206857"/>
                <a:gd name="csY73" fmla="*/ 78347 h 120387"/>
                <a:gd name="csX74" fmla="*/ 5733 w 206857"/>
                <a:gd name="csY74" fmla="*/ 77392 h 120387"/>
                <a:gd name="csX75" fmla="*/ 5733 w 206857"/>
                <a:gd name="csY75" fmla="*/ 76914 h 120387"/>
                <a:gd name="csX76" fmla="*/ 4777 w 206857"/>
                <a:gd name="csY76" fmla="*/ 75481 h 120387"/>
                <a:gd name="csX77" fmla="*/ 4300 w 206857"/>
                <a:gd name="csY77" fmla="*/ 73093 h 120387"/>
                <a:gd name="csX78" fmla="*/ 0 w 206857"/>
                <a:gd name="csY78" fmla="*/ 71182 h 120387"/>
                <a:gd name="csX79" fmla="*/ 956 w 206857"/>
                <a:gd name="csY79" fmla="*/ 69271 h 120387"/>
                <a:gd name="csX80" fmla="*/ 1911 w 206857"/>
                <a:gd name="csY80" fmla="*/ 70226 h 120387"/>
                <a:gd name="csX81" fmla="*/ 2866 w 206857"/>
                <a:gd name="csY81" fmla="*/ 70704 h 120387"/>
                <a:gd name="csX82" fmla="*/ 2866 w 206857"/>
                <a:gd name="csY82" fmla="*/ 69271 h 120387"/>
                <a:gd name="csX83" fmla="*/ 2866 w 206857"/>
                <a:gd name="csY83" fmla="*/ 68793 h 120387"/>
                <a:gd name="csX84" fmla="*/ 1433 w 206857"/>
                <a:gd name="csY84" fmla="*/ 63538 h 120387"/>
                <a:gd name="csX85" fmla="*/ 3822 w 206857"/>
                <a:gd name="csY85" fmla="*/ 56372 h 120387"/>
                <a:gd name="csX86" fmla="*/ 2866 w 206857"/>
                <a:gd name="csY86" fmla="*/ 49684 h 120387"/>
                <a:gd name="csX87" fmla="*/ 6688 w 206857"/>
                <a:gd name="csY87" fmla="*/ 47295 h 120387"/>
                <a:gd name="csX88" fmla="*/ 7644 w 206857"/>
                <a:gd name="csY88" fmla="*/ 46340 h 120387"/>
                <a:gd name="csX89" fmla="*/ 7644 w 206857"/>
                <a:gd name="csY89" fmla="*/ 46340 h 120387"/>
                <a:gd name="csX90" fmla="*/ 8122 w 206857"/>
                <a:gd name="csY90" fmla="*/ 45862 h 120387"/>
                <a:gd name="csX91" fmla="*/ 9077 w 206857"/>
                <a:gd name="csY91" fmla="*/ 44429 h 120387"/>
                <a:gd name="csX92" fmla="*/ 10032 w 206857"/>
                <a:gd name="csY92" fmla="*/ 43951 h 120387"/>
                <a:gd name="csX93" fmla="*/ 10510 w 206857"/>
                <a:gd name="csY93" fmla="*/ 43951 h 120387"/>
                <a:gd name="csX94" fmla="*/ 10510 w 206857"/>
                <a:gd name="csY94" fmla="*/ 42518 h 120387"/>
                <a:gd name="csX95" fmla="*/ 10510 w 206857"/>
                <a:gd name="csY95" fmla="*/ 41563 h 120387"/>
                <a:gd name="csX96" fmla="*/ 10032 w 206857"/>
                <a:gd name="csY96" fmla="*/ 41085 h 120387"/>
                <a:gd name="csX97" fmla="*/ 9555 w 206857"/>
                <a:gd name="csY97" fmla="*/ 39174 h 120387"/>
                <a:gd name="csX98" fmla="*/ 9555 w 206857"/>
                <a:gd name="csY98" fmla="*/ 36785 h 120387"/>
                <a:gd name="csX99" fmla="*/ 9555 w 206857"/>
                <a:gd name="csY99" fmla="*/ 35830 h 120387"/>
                <a:gd name="csX100" fmla="*/ 10032 w 206857"/>
                <a:gd name="csY100" fmla="*/ 34397 h 120387"/>
                <a:gd name="csX101" fmla="*/ 10032 w 206857"/>
                <a:gd name="csY101" fmla="*/ 33919 h 120387"/>
                <a:gd name="csX102" fmla="*/ 11466 w 206857"/>
                <a:gd name="csY102" fmla="*/ 33441 h 120387"/>
                <a:gd name="csX103" fmla="*/ 11466 w 206857"/>
                <a:gd name="csY103" fmla="*/ 32963 h 120387"/>
                <a:gd name="csX104" fmla="*/ 11466 w 206857"/>
                <a:gd name="csY104" fmla="*/ 32963 h 120387"/>
                <a:gd name="csX105" fmla="*/ 10510 w 206857"/>
                <a:gd name="csY105" fmla="*/ 32008 h 120387"/>
                <a:gd name="csX106" fmla="*/ 10988 w 206857"/>
                <a:gd name="csY106" fmla="*/ 31052 h 120387"/>
                <a:gd name="csX107" fmla="*/ 12899 w 206857"/>
                <a:gd name="csY107" fmla="*/ 29141 h 120387"/>
                <a:gd name="csX108" fmla="*/ 13854 w 206857"/>
                <a:gd name="csY108" fmla="*/ 28664 h 120387"/>
                <a:gd name="csX109" fmla="*/ 15288 w 206857"/>
                <a:gd name="csY109" fmla="*/ 28186 h 120387"/>
                <a:gd name="csX110" fmla="*/ 15288 w 206857"/>
                <a:gd name="csY110" fmla="*/ 28186 h 120387"/>
                <a:gd name="csX111" fmla="*/ 16243 w 206857"/>
                <a:gd name="csY111" fmla="*/ 28186 h 120387"/>
                <a:gd name="csX112" fmla="*/ 17676 w 206857"/>
                <a:gd name="csY112" fmla="*/ 28664 h 120387"/>
                <a:gd name="csX113" fmla="*/ 19109 w 206857"/>
                <a:gd name="csY113" fmla="*/ 29141 h 120387"/>
                <a:gd name="csX114" fmla="*/ 20065 w 206857"/>
                <a:gd name="csY114" fmla="*/ 30097 h 120387"/>
                <a:gd name="csX115" fmla="*/ 20065 w 206857"/>
                <a:gd name="csY115" fmla="*/ 30097 h 120387"/>
                <a:gd name="csX116" fmla="*/ 21020 w 206857"/>
                <a:gd name="csY116" fmla="*/ 31052 h 120387"/>
                <a:gd name="csX117" fmla="*/ 22931 w 206857"/>
                <a:gd name="csY117" fmla="*/ 31530 h 120387"/>
                <a:gd name="csX118" fmla="*/ 24364 w 206857"/>
                <a:gd name="csY118" fmla="*/ 31530 h 120387"/>
                <a:gd name="csX119" fmla="*/ 25320 w 206857"/>
                <a:gd name="csY119" fmla="*/ 32008 h 120387"/>
                <a:gd name="csX120" fmla="*/ 25320 w 206857"/>
                <a:gd name="csY120" fmla="*/ 32008 h 120387"/>
                <a:gd name="csX121" fmla="*/ 26275 w 206857"/>
                <a:gd name="csY121" fmla="*/ 31530 h 120387"/>
                <a:gd name="csX122" fmla="*/ 26753 w 206857"/>
                <a:gd name="csY122" fmla="*/ 31052 h 120387"/>
                <a:gd name="csX123" fmla="*/ 27231 w 206857"/>
                <a:gd name="csY123" fmla="*/ 31052 h 120387"/>
                <a:gd name="csX124" fmla="*/ 28664 w 206857"/>
                <a:gd name="csY124" fmla="*/ 31052 h 120387"/>
                <a:gd name="csX125" fmla="*/ 28664 w 206857"/>
                <a:gd name="csY125" fmla="*/ 31052 h 120387"/>
                <a:gd name="csX126" fmla="*/ 30097 w 206857"/>
                <a:gd name="csY126" fmla="*/ 30575 h 120387"/>
                <a:gd name="csX127" fmla="*/ 30097 w 206857"/>
                <a:gd name="csY127" fmla="*/ 30575 h 120387"/>
                <a:gd name="csX128" fmla="*/ 33919 w 206857"/>
                <a:gd name="csY128" fmla="*/ 30097 h 120387"/>
                <a:gd name="csX129" fmla="*/ 37741 w 206857"/>
                <a:gd name="csY129" fmla="*/ 30575 h 120387"/>
                <a:gd name="csX130" fmla="*/ 37741 w 206857"/>
                <a:gd name="csY130" fmla="*/ 30575 h 120387"/>
                <a:gd name="csX131" fmla="*/ 41563 w 206857"/>
                <a:gd name="csY131" fmla="*/ 29619 h 120387"/>
                <a:gd name="csX132" fmla="*/ 45384 w 206857"/>
                <a:gd name="csY132" fmla="*/ 29619 h 120387"/>
                <a:gd name="csX133" fmla="*/ 49684 w 206857"/>
                <a:gd name="csY133" fmla="*/ 30097 h 120387"/>
                <a:gd name="csX134" fmla="*/ 50639 w 206857"/>
                <a:gd name="csY134" fmla="*/ 30097 h 120387"/>
                <a:gd name="csX135" fmla="*/ 51117 w 206857"/>
                <a:gd name="csY135" fmla="*/ 30097 h 120387"/>
                <a:gd name="csX136" fmla="*/ 54939 w 206857"/>
                <a:gd name="csY136" fmla="*/ 32008 h 120387"/>
                <a:gd name="csX137" fmla="*/ 57328 w 206857"/>
                <a:gd name="csY137" fmla="*/ 32486 h 120387"/>
                <a:gd name="csX138" fmla="*/ 62582 w 206857"/>
                <a:gd name="csY138" fmla="*/ 32486 h 120387"/>
                <a:gd name="csX139" fmla="*/ 67838 w 206857"/>
                <a:gd name="csY139" fmla="*/ 33441 h 120387"/>
                <a:gd name="csX140" fmla="*/ 67838 w 206857"/>
                <a:gd name="csY140" fmla="*/ 33441 h 120387"/>
                <a:gd name="csX141" fmla="*/ 72615 w 206857"/>
                <a:gd name="csY141" fmla="*/ 33441 h 120387"/>
                <a:gd name="csX142" fmla="*/ 76914 w 206857"/>
                <a:gd name="csY142" fmla="*/ 33441 h 120387"/>
                <a:gd name="csX143" fmla="*/ 80259 w 206857"/>
                <a:gd name="csY143" fmla="*/ 32963 h 120387"/>
                <a:gd name="csX144" fmla="*/ 80736 w 206857"/>
                <a:gd name="csY144" fmla="*/ 32963 h 120387"/>
                <a:gd name="csX145" fmla="*/ 82170 w 206857"/>
                <a:gd name="csY145" fmla="*/ 33919 h 120387"/>
                <a:gd name="csX146" fmla="*/ 84080 w 206857"/>
                <a:gd name="csY146" fmla="*/ 36307 h 120387"/>
                <a:gd name="csX147" fmla="*/ 85991 w 206857"/>
                <a:gd name="csY147" fmla="*/ 38696 h 120387"/>
                <a:gd name="csX148" fmla="*/ 89336 w 206857"/>
                <a:gd name="csY148" fmla="*/ 39174 h 120387"/>
                <a:gd name="csX149" fmla="*/ 89336 w 206857"/>
                <a:gd name="csY149" fmla="*/ 39174 h 120387"/>
                <a:gd name="csX150" fmla="*/ 91246 w 206857"/>
                <a:gd name="csY150" fmla="*/ 38218 h 120387"/>
                <a:gd name="csX151" fmla="*/ 93635 w 206857"/>
                <a:gd name="csY151" fmla="*/ 36785 h 120387"/>
                <a:gd name="csX152" fmla="*/ 95068 w 206857"/>
                <a:gd name="csY152" fmla="*/ 35830 h 120387"/>
                <a:gd name="csX153" fmla="*/ 96979 w 206857"/>
                <a:gd name="csY153" fmla="*/ 32008 h 120387"/>
                <a:gd name="csX154" fmla="*/ 97935 w 206857"/>
                <a:gd name="csY154" fmla="*/ 29619 h 120387"/>
                <a:gd name="csX155" fmla="*/ 100323 w 206857"/>
                <a:gd name="csY155" fmla="*/ 26753 h 120387"/>
                <a:gd name="csX156" fmla="*/ 102234 w 206857"/>
                <a:gd name="csY156" fmla="*/ 24364 h 120387"/>
                <a:gd name="csX157" fmla="*/ 105100 w 206857"/>
                <a:gd name="csY157" fmla="*/ 21020 h 120387"/>
                <a:gd name="csX158" fmla="*/ 105100 w 206857"/>
                <a:gd name="csY158" fmla="*/ 21020 h 120387"/>
                <a:gd name="csX159" fmla="*/ 106534 w 206857"/>
                <a:gd name="csY159" fmla="*/ 19587 h 120387"/>
                <a:gd name="csX160" fmla="*/ 109400 w 206857"/>
                <a:gd name="csY160" fmla="*/ 16243 h 120387"/>
                <a:gd name="csX161" fmla="*/ 112266 w 206857"/>
                <a:gd name="csY161" fmla="*/ 14809 h 120387"/>
                <a:gd name="csX162" fmla="*/ 118000 w 206857"/>
                <a:gd name="csY162" fmla="*/ 11943 h 120387"/>
                <a:gd name="csX163" fmla="*/ 123254 w 206857"/>
                <a:gd name="csY163" fmla="*/ 9555 h 120387"/>
                <a:gd name="csX164" fmla="*/ 126598 w 206857"/>
                <a:gd name="csY164" fmla="*/ 8121 h 120387"/>
                <a:gd name="csX165" fmla="*/ 126598 w 206857"/>
                <a:gd name="csY165" fmla="*/ 8121 h 120387"/>
                <a:gd name="csX166" fmla="*/ 129943 w 206857"/>
                <a:gd name="csY166" fmla="*/ 7166 h 120387"/>
                <a:gd name="csX167" fmla="*/ 133764 w 206857"/>
                <a:gd name="csY167" fmla="*/ 6688 h 120387"/>
                <a:gd name="csX168" fmla="*/ 134720 w 206857"/>
                <a:gd name="csY168" fmla="*/ 6688 h 120387"/>
                <a:gd name="csX169" fmla="*/ 136153 w 206857"/>
                <a:gd name="csY169" fmla="*/ 6210 h 120387"/>
                <a:gd name="csX170" fmla="*/ 140930 w 206857"/>
                <a:gd name="csY170" fmla="*/ 5733 h 120387"/>
                <a:gd name="csX171" fmla="*/ 146663 w 206857"/>
                <a:gd name="csY171" fmla="*/ 4777 h 120387"/>
                <a:gd name="csX172" fmla="*/ 152873 w 206857"/>
                <a:gd name="csY172" fmla="*/ 4299 h 120387"/>
                <a:gd name="csX173" fmla="*/ 158607 w 206857"/>
                <a:gd name="csY173" fmla="*/ 3344 h 120387"/>
                <a:gd name="csX174" fmla="*/ 160039 w 206857"/>
                <a:gd name="csY174" fmla="*/ 3344 h 120387"/>
                <a:gd name="csX175" fmla="*/ 164817 w 206857"/>
                <a:gd name="csY175" fmla="*/ 2866 h 120387"/>
                <a:gd name="csX176" fmla="*/ 171027 w 206857"/>
                <a:gd name="csY176" fmla="*/ 1911 h 120387"/>
                <a:gd name="csX177" fmla="*/ 175805 w 206857"/>
                <a:gd name="csY177" fmla="*/ 1433 h 120387"/>
                <a:gd name="csX178" fmla="*/ 176282 w 206857"/>
                <a:gd name="csY178" fmla="*/ 956 h 120387"/>
                <a:gd name="csX179" fmla="*/ 180582 w 206857"/>
                <a:gd name="csY179" fmla="*/ 478 h 120387"/>
                <a:gd name="csX180" fmla="*/ 183926 w 206857"/>
                <a:gd name="csY180" fmla="*/ 0 h 120387"/>
                <a:gd name="csX181" fmla="*/ 184882 w 206857"/>
                <a:gd name="csY181" fmla="*/ 0 h 120387"/>
                <a:gd name="csX182" fmla="*/ 184882 w 206857"/>
                <a:gd name="csY182" fmla="*/ 0 h 120387"/>
                <a:gd name="csX183" fmla="*/ 185837 w 206857"/>
                <a:gd name="csY183" fmla="*/ 1911 h 120387"/>
                <a:gd name="csX184" fmla="*/ 186792 w 206857"/>
                <a:gd name="csY184" fmla="*/ 3822 h 120387"/>
                <a:gd name="csX185" fmla="*/ 187748 w 206857"/>
                <a:gd name="csY185" fmla="*/ 5733 h 120387"/>
                <a:gd name="csX186" fmla="*/ 188703 w 206857"/>
                <a:gd name="csY186" fmla="*/ 7644 h 120387"/>
                <a:gd name="csX187" fmla="*/ 189659 w 206857"/>
                <a:gd name="csY187" fmla="*/ 9555 h 120387"/>
                <a:gd name="csX188" fmla="*/ 190137 w 206857"/>
                <a:gd name="csY188" fmla="*/ 11465 h 120387"/>
                <a:gd name="csX189" fmla="*/ 191092 w 206857"/>
                <a:gd name="csY189" fmla="*/ 13376 h 120387"/>
                <a:gd name="csX190" fmla="*/ 192048 w 206857"/>
                <a:gd name="csY190" fmla="*/ 15287 h 120387"/>
                <a:gd name="csX191" fmla="*/ 193003 w 206857"/>
                <a:gd name="csY191" fmla="*/ 17198 h 120387"/>
                <a:gd name="csX192" fmla="*/ 193003 w 206857"/>
                <a:gd name="csY192" fmla="*/ 17198 h 120387"/>
                <a:gd name="csX193" fmla="*/ 193958 w 206857"/>
                <a:gd name="csY193" fmla="*/ 19109 h 120387"/>
                <a:gd name="csX194" fmla="*/ 194914 w 206857"/>
                <a:gd name="csY194" fmla="*/ 21020 h 120387"/>
                <a:gd name="csX195" fmla="*/ 195391 w 206857"/>
                <a:gd name="csY195" fmla="*/ 22931 h 120387"/>
                <a:gd name="csX196" fmla="*/ 196347 w 206857"/>
                <a:gd name="csY196" fmla="*/ 24842 h 120387"/>
                <a:gd name="csX197" fmla="*/ 197302 w 206857"/>
                <a:gd name="csY197" fmla="*/ 26753 h 120387"/>
                <a:gd name="csX198" fmla="*/ 198258 w 206857"/>
                <a:gd name="csY198" fmla="*/ 28664 h 120387"/>
                <a:gd name="csX199" fmla="*/ 199214 w 206857"/>
                <a:gd name="csY199" fmla="*/ 30575 h 120387"/>
                <a:gd name="csX200" fmla="*/ 200169 w 206857"/>
                <a:gd name="csY200" fmla="*/ 32486 h 120387"/>
                <a:gd name="csX201" fmla="*/ 201124 w 206857"/>
                <a:gd name="csY201" fmla="*/ 32963 h 120387"/>
                <a:gd name="csX202" fmla="*/ 201602 w 206857"/>
                <a:gd name="csY202" fmla="*/ 32963 h 120387"/>
                <a:gd name="csX203" fmla="*/ 202080 w 206857"/>
                <a:gd name="csY203" fmla="*/ 34874 h 120387"/>
                <a:gd name="csX204" fmla="*/ 203513 w 206857"/>
                <a:gd name="csY204" fmla="*/ 37263 h 120387"/>
                <a:gd name="csX205" fmla="*/ 204468 w 206857"/>
                <a:gd name="csY205" fmla="*/ 39651 h 120387"/>
                <a:gd name="csX206" fmla="*/ 205901 w 206857"/>
                <a:gd name="csY206" fmla="*/ 42040 h 120387"/>
                <a:gd name="csX207" fmla="*/ 206857 w 206857"/>
                <a:gd name="csY207" fmla="*/ 44429 h 120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</a:cxnLst>
              <a:rect l="l" t="t" r="r" b="b"/>
              <a:pathLst>
                <a:path w="206857" h="120387">
                  <a:moveTo>
                    <a:pt x="206857" y="44429"/>
                  </a:moveTo>
                  <a:lnTo>
                    <a:pt x="196825" y="47773"/>
                  </a:lnTo>
                  <a:lnTo>
                    <a:pt x="194436" y="49684"/>
                  </a:lnTo>
                  <a:lnTo>
                    <a:pt x="192048" y="51117"/>
                  </a:lnTo>
                  <a:lnTo>
                    <a:pt x="190137" y="53506"/>
                  </a:lnTo>
                  <a:lnTo>
                    <a:pt x="188703" y="57805"/>
                  </a:lnTo>
                  <a:lnTo>
                    <a:pt x="189659" y="61149"/>
                  </a:lnTo>
                  <a:lnTo>
                    <a:pt x="189659" y="63538"/>
                  </a:lnTo>
                  <a:lnTo>
                    <a:pt x="187270" y="64493"/>
                  </a:lnTo>
                  <a:lnTo>
                    <a:pt x="184882" y="65449"/>
                  </a:lnTo>
                  <a:lnTo>
                    <a:pt x="182015" y="66882"/>
                  </a:lnTo>
                  <a:lnTo>
                    <a:pt x="180582" y="67360"/>
                  </a:lnTo>
                  <a:lnTo>
                    <a:pt x="179149" y="68315"/>
                  </a:lnTo>
                  <a:lnTo>
                    <a:pt x="177716" y="69271"/>
                  </a:lnTo>
                  <a:lnTo>
                    <a:pt x="171983" y="71182"/>
                  </a:lnTo>
                  <a:lnTo>
                    <a:pt x="165772" y="73093"/>
                  </a:lnTo>
                  <a:lnTo>
                    <a:pt x="156218" y="75004"/>
                  </a:lnTo>
                  <a:lnTo>
                    <a:pt x="152396" y="76914"/>
                  </a:lnTo>
                  <a:lnTo>
                    <a:pt x="149052" y="78347"/>
                  </a:lnTo>
                  <a:lnTo>
                    <a:pt x="143796" y="78825"/>
                  </a:lnTo>
                  <a:lnTo>
                    <a:pt x="137109" y="80736"/>
                  </a:lnTo>
                  <a:lnTo>
                    <a:pt x="132809" y="82170"/>
                  </a:lnTo>
                  <a:lnTo>
                    <a:pt x="128032" y="85036"/>
                  </a:lnTo>
                  <a:lnTo>
                    <a:pt x="127076" y="85991"/>
                  </a:lnTo>
                  <a:lnTo>
                    <a:pt x="126121" y="87902"/>
                  </a:lnTo>
                  <a:lnTo>
                    <a:pt x="124687" y="89335"/>
                  </a:lnTo>
                  <a:lnTo>
                    <a:pt x="121821" y="91724"/>
                  </a:lnTo>
                  <a:lnTo>
                    <a:pt x="119432" y="93157"/>
                  </a:lnTo>
                  <a:lnTo>
                    <a:pt x="118000" y="93635"/>
                  </a:lnTo>
                  <a:lnTo>
                    <a:pt x="115133" y="94113"/>
                  </a:lnTo>
                  <a:lnTo>
                    <a:pt x="111789" y="94113"/>
                  </a:lnTo>
                  <a:lnTo>
                    <a:pt x="106056" y="93635"/>
                  </a:lnTo>
                  <a:lnTo>
                    <a:pt x="104623" y="94113"/>
                  </a:lnTo>
                  <a:lnTo>
                    <a:pt x="103189" y="95068"/>
                  </a:lnTo>
                  <a:lnTo>
                    <a:pt x="98890" y="96979"/>
                  </a:lnTo>
                  <a:lnTo>
                    <a:pt x="94591" y="100801"/>
                  </a:lnTo>
                  <a:lnTo>
                    <a:pt x="91246" y="101756"/>
                  </a:lnTo>
                  <a:lnTo>
                    <a:pt x="85991" y="102712"/>
                  </a:lnTo>
                  <a:lnTo>
                    <a:pt x="82170" y="104145"/>
                  </a:lnTo>
                  <a:lnTo>
                    <a:pt x="79781" y="104623"/>
                  </a:lnTo>
                  <a:lnTo>
                    <a:pt x="76437" y="105100"/>
                  </a:lnTo>
                  <a:lnTo>
                    <a:pt x="70704" y="105100"/>
                  </a:lnTo>
                  <a:lnTo>
                    <a:pt x="64971" y="105578"/>
                  </a:lnTo>
                  <a:lnTo>
                    <a:pt x="59716" y="106534"/>
                  </a:lnTo>
                  <a:lnTo>
                    <a:pt x="57328" y="108445"/>
                  </a:lnTo>
                  <a:lnTo>
                    <a:pt x="54461" y="111789"/>
                  </a:lnTo>
                  <a:lnTo>
                    <a:pt x="50162" y="112744"/>
                  </a:lnTo>
                  <a:lnTo>
                    <a:pt x="48729" y="114177"/>
                  </a:lnTo>
                  <a:lnTo>
                    <a:pt x="47295" y="116088"/>
                  </a:lnTo>
                  <a:lnTo>
                    <a:pt x="44429" y="117044"/>
                  </a:lnTo>
                  <a:lnTo>
                    <a:pt x="42040" y="117044"/>
                  </a:lnTo>
                  <a:lnTo>
                    <a:pt x="39174" y="116088"/>
                  </a:lnTo>
                  <a:lnTo>
                    <a:pt x="33919" y="118954"/>
                  </a:lnTo>
                  <a:lnTo>
                    <a:pt x="32008" y="119432"/>
                  </a:lnTo>
                  <a:lnTo>
                    <a:pt x="29141" y="119432"/>
                  </a:lnTo>
                  <a:lnTo>
                    <a:pt x="26753" y="120388"/>
                  </a:lnTo>
                  <a:lnTo>
                    <a:pt x="25320" y="119910"/>
                  </a:lnTo>
                  <a:lnTo>
                    <a:pt x="23409" y="118954"/>
                  </a:lnTo>
                  <a:lnTo>
                    <a:pt x="19587" y="117521"/>
                  </a:lnTo>
                  <a:lnTo>
                    <a:pt x="16721" y="118477"/>
                  </a:lnTo>
                  <a:lnTo>
                    <a:pt x="16243" y="115611"/>
                  </a:lnTo>
                  <a:lnTo>
                    <a:pt x="11466" y="107967"/>
                  </a:lnTo>
                  <a:lnTo>
                    <a:pt x="12421" y="100801"/>
                  </a:lnTo>
                  <a:lnTo>
                    <a:pt x="12421" y="99845"/>
                  </a:lnTo>
                  <a:lnTo>
                    <a:pt x="11466" y="96979"/>
                  </a:lnTo>
                  <a:lnTo>
                    <a:pt x="8599" y="94113"/>
                  </a:lnTo>
                  <a:lnTo>
                    <a:pt x="9077" y="90291"/>
                  </a:lnTo>
                  <a:lnTo>
                    <a:pt x="8122" y="87902"/>
                  </a:lnTo>
                  <a:lnTo>
                    <a:pt x="7166" y="85036"/>
                  </a:lnTo>
                  <a:lnTo>
                    <a:pt x="7166" y="84558"/>
                  </a:lnTo>
                  <a:lnTo>
                    <a:pt x="7644" y="84080"/>
                  </a:lnTo>
                  <a:lnTo>
                    <a:pt x="5733" y="79781"/>
                  </a:lnTo>
                  <a:lnTo>
                    <a:pt x="5255" y="78825"/>
                  </a:lnTo>
                  <a:lnTo>
                    <a:pt x="5255" y="78347"/>
                  </a:lnTo>
                  <a:lnTo>
                    <a:pt x="5733" y="77392"/>
                  </a:lnTo>
                  <a:lnTo>
                    <a:pt x="5733" y="76914"/>
                  </a:lnTo>
                  <a:lnTo>
                    <a:pt x="4777" y="75481"/>
                  </a:lnTo>
                  <a:lnTo>
                    <a:pt x="4300" y="73093"/>
                  </a:lnTo>
                  <a:lnTo>
                    <a:pt x="0" y="71182"/>
                  </a:lnTo>
                  <a:lnTo>
                    <a:pt x="956" y="69271"/>
                  </a:lnTo>
                  <a:lnTo>
                    <a:pt x="1911" y="70226"/>
                  </a:lnTo>
                  <a:lnTo>
                    <a:pt x="2866" y="70704"/>
                  </a:lnTo>
                  <a:lnTo>
                    <a:pt x="2866" y="69271"/>
                  </a:lnTo>
                  <a:lnTo>
                    <a:pt x="2866" y="68793"/>
                  </a:lnTo>
                  <a:lnTo>
                    <a:pt x="1433" y="63538"/>
                  </a:lnTo>
                  <a:lnTo>
                    <a:pt x="3822" y="56372"/>
                  </a:lnTo>
                  <a:lnTo>
                    <a:pt x="2866" y="49684"/>
                  </a:lnTo>
                  <a:lnTo>
                    <a:pt x="6688" y="47295"/>
                  </a:lnTo>
                  <a:lnTo>
                    <a:pt x="7644" y="46340"/>
                  </a:lnTo>
                  <a:lnTo>
                    <a:pt x="7644" y="46340"/>
                  </a:lnTo>
                  <a:lnTo>
                    <a:pt x="8122" y="45862"/>
                  </a:lnTo>
                  <a:lnTo>
                    <a:pt x="9077" y="44429"/>
                  </a:lnTo>
                  <a:lnTo>
                    <a:pt x="10032" y="43951"/>
                  </a:lnTo>
                  <a:lnTo>
                    <a:pt x="10510" y="43951"/>
                  </a:lnTo>
                  <a:lnTo>
                    <a:pt x="10510" y="42518"/>
                  </a:lnTo>
                  <a:lnTo>
                    <a:pt x="10510" y="41563"/>
                  </a:lnTo>
                  <a:lnTo>
                    <a:pt x="10032" y="41085"/>
                  </a:lnTo>
                  <a:lnTo>
                    <a:pt x="9555" y="39174"/>
                  </a:lnTo>
                  <a:lnTo>
                    <a:pt x="9555" y="36785"/>
                  </a:lnTo>
                  <a:lnTo>
                    <a:pt x="9555" y="35830"/>
                  </a:lnTo>
                  <a:lnTo>
                    <a:pt x="10032" y="34397"/>
                  </a:lnTo>
                  <a:lnTo>
                    <a:pt x="10032" y="33919"/>
                  </a:lnTo>
                  <a:lnTo>
                    <a:pt x="11466" y="33441"/>
                  </a:lnTo>
                  <a:lnTo>
                    <a:pt x="11466" y="32963"/>
                  </a:lnTo>
                  <a:lnTo>
                    <a:pt x="11466" y="32963"/>
                  </a:lnTo>
                  <a:lnTo>
                    <a:pt x="10510" y="32008"/>
                  </a:lnTo>
                  <a:lnTo>
                    <a:pt x="10988" y="31052"/>
                  </a:lnTo>
                  <a:lnTo>
                    <a:pt x="12899" y="29141"/>
                  </a:lnTo>
                  <a:lnTo>
                    <a:pt x="13854" y="28664"/>
                  </a:lnTo>
                  <a:lnTo>
                    <a:pt x="15288" y="28186"/>
                  </a:lnTo>
                  <a:lnTo>
                    <a:pt x="15288" y="28186"/>
                  </a:lnTo>
                  <a:lnTo>
                    <a:pt x="16243" y="28186"/>
                  </a:lnTo>
                  <a:lnTo>
                    <a:pt x="17676" y="28664"/>
                  </a:lnTo>
                  <a:lnTo>
                    <a:pt x="19109" y="29141"/>
                  </a:lnTo>
                  <a:lnTo>
                    <a:pt x="20065" y="30097"/>
                  </a:lnTo>
                  <a:lnTo>
                    <a:pt x="20065" y="30097"/>
                  </a:lnTo>
                  <a:lnTo>
                    <a:pt x="21020" y="31052"/>
                  </a:lnTo>
                  <a:lnTo>
                    <a:pt x="22931" y="31530"/>
                  </a:lnTo>
                  <a:lnTo>
                    <a:pt x="24364" y="31530"/>
                  </a:lnTo>
                  <a:lnTo>
                    <a:pt x="25320" y="32008"/>
                  </a:lnTo>
                  <a:lnTo>
                    <a:pt x="25320" y="32008"/>
                  </a:lnTo>
                  <a:lnTo>
                    <a:pt x="26275" y="31530"/>
                  </a:lnTo>
                  <a:lnTo>
                    <a:pt x="26753" y="31052"/>
                  </a:lnTo>
                  <a:lnTo>
                    <a:pt x="27231" y="31052"/>
                  </a:lnTo>
                  <a:lnTo>
                    <a:pt x="28664" y="31052"/>
                  </a:lnTo>
                  <a:lnTo>
                    <a:pt x="28664" y="31052"/>
                  </a:lnTo>
                  <a:lnTo>
                    <a:pt x="30097" y="30575"/>
                  </a:lnTo>
                  <a:lnTo>
                    <a:pt x="30097" y="30575"/>
                  </a:lnTo>
                  <a:lnTo>
                    <a:pt x="33919" y="30097"/>
                  </a:lnTo>
                  <a:lnTo>
                    <a:pt x="37741" y="30575"/>
                  </a:lnTo>
                  <a:lnTo>
                    <a:pt x="37741" y="30575"/>
                  </a:lnTo>
                  <a:lnTo>
                    <a:pt x="41563" y="29619"/>
                  </a:lnTo>
                  <a:lnTo>
                    <a:pt x="45384" y="29619"/>
                  </a:lnTo>
                  <a:lnTo>
                    <a:pt x="49684" y="30097"/>
                  </a:lnTo>
                  <a:lnTo>
                    <a:pt x="50639" y="30097"/>
                  </a:lnTo>
                  <a:lnTo>
                    <a:pt x="51117" y="30097"/>
                  </a:lnTo>
                  <a:lnTo>
                    <a:pt x="54939" y="32008"/>
                  </a:lnTo>
                  <a:lnTo>
                    <a:pt x="57328" y="32486"/>
                  </a:lnTo>
                  <a:lnTo>
                    <a:pt x="62582" y="32486"/>
                  </a:lnTo>
                  <a:lnTo>
                    <a:pt x="67838" y="33441"/>
                  </a:lnTo>
                  <a:lnTo>
                    <a:pt x="67838" y="33441"/>
                  </a:lnTo>
                  <a:lnTo>
                    <a:pt x="72615" y="33441"/>
                  </a:lnTo>
                  <a:lnTo>
                    <a:pt x="76914" y="33441"/>
                  </a:lnTo>
                  <a:lnTo>
                    <a:pt x="80259" y="32963"/>
                  </a:lnTo>
                  <a:lnTo>
                    <a:pt x="80736" y="32963"/>
                  </a:lnTo>
                  <a:lnTo>
                    <a:pt x="82170" y="33919"/>
                  </a:lnTo>
                  <a:lnTo>
                    <a:pt x="84080" y="36307"/>
                  </a:lnTo>
                  <a:lnTo>
                    <a:pt x="85991" y="38696"/>
                  </a:lnTo>
                  <a:lnTo>
                    <a:pt x="89336" y="39174"/>
                  </a:lnTo>
                  <a:lnTo>
                    <a:pt x="89336" y="39174"/>
                  </a:lnTo>
                  <a:lnTo>
                    <a:pt x="91246" y="38218"/>
                  </a:lnTo>
                  <a:lnTo>
                    <a:pt x="93635" y="36785"/>
                  </a:lnTo>
                  <a:lnTo>
                    <a:pt x="95068" y="35830"/>
                  </a:lnTo>
                  <a:lnTo>
                    <a:pt x="96979" y="32008"/>
                  </a:lnTo>
                  <a:lnTo>
                    <a:pt x="97935" y="29619"/>
                  </a:lnTo>
                  <a:lnTo>
                    <a:pt x="100323" y="26753"/>
                  </a:lnTo>
                  <a:lnTo>
                    <a:pt x="102234" y="24364"/>
                  </a:lnTo>
                  <a:lnTo>
                    <a:pt x="105100" y="21020"/>
                  </a:lnTo>
                  <a:lnTo>
                    <a:pt x="105100" y="21020"/>
                  </a:lnTo>
                  <a:lnTo>
                    <a:pt x="106534" y="19587"/>
                  </a:lnTo>
                  <a:lnTo>
                    <a:pt x="109400" y="16243"/>
                  </a:lnTo>
                  <a:lnTo>
                    <a:pt x="112266" y="14809"/>
                  </a:lnTo>
                  <a:lnTo>
                    <a:pt x="118000" y="11943"/>
                  </a:lnTo>
                  <a:lnTo>
                    <a:pt x="123254" y="9555"/>
                  </a:lnTo>
                  <a:lnTo>
                    <a:pt x="126598" y="8121"/>
                  </a:lnTo>
                  <a:lnTo>
                    <a:pt x="126598" y="8121"/>
                  </a:lnTo>
                  <a:lnTo>
                    <a:pt x="129943" y="7166"/>
                  </a:lnTo>
                  <a:lnTo>
                    <a:pt x="133764" y="6688"/>
                  </a:lnTo>
                  <a:lnTo>
                    <a:pt x="134720" y="6688"/>
                  </a:lnTo>
                  <a:lnTo>
                    <a:pt x="136153" y="6210"/>
                  </a:lnTo>
                  <a:lnTo>
                    <a:pt x="140930" y="5733"/>
                  </a:lnTo>
                  <a:lnTo>
                    <a:pt x="146663" y="4777"/>
                  </a:lnTo>
                  <a:lnTo>
                    <a:pt x="152873" y="4299"/>
                  </a:lnTo>
                  <a:lnTo>
                    <a:pt x="158607" y="3344"/>
                  </a:lnTo>
                  <a:lnTo>
                    <a:pt x="160039" y="3344"/>
                  </a:lnTo>
                  <a:lnTo>
                    <a:pt x="164817" y="2866"/>
                  </a:lnTo>
                  <a:lnTo>
                    <a:pt x="171027" y="1911"/>
                  </a:lnTo>
                  <a:lnTo>
                    <a:pt x="175805" y="1433"/>
                  </a:lnTo>
                  <a:lnTo>
                    <a:pt x="176282" y="956"/>
                  </a:lnTo>
                  <a:lnTo>
                    <a:pt x="180582" y="478"/>
                  </a:lnTo>
                  <a:lnTo>
                    <a:pt x="183926" y="0"/>
                  </a:lnTo>
                  <a:lnTo>
                    <a:pt x="184882" y="0"/>
                  </a:lnTo>
                  <a:lnTo>
                    <a:pt x="184882" y="0"/>
                  </a:lnTo>
                  <a:lnTo>
                    <a:pt x="185837" y="1911"/>
                  </a:lnTo>
                  <a:lnTo>
                    <a:pt x="186792" y="3822"/>
                  </a:lnTo>
                  <a:lnTo>
                    <a:pt x="187748" y="5733"/>
                  </a:lnTo>
                  <a:lnTo>
                    <a:pt x="188703" y="7644"/>
                  </a:lnTo>
                  <a:lnTo>
                    <a:pt x="189659" y="9555"/>
                  </a:lnTo>
                  <a:lnTo>
                    <a:pt x="190137" y="11465"/>
                  </a:lnTo>
                  <a:lnTo>
                    <a:pt x="191092" y="13376"/>
                  </a:lnTo>
                  <a:lnTo>
                    <a:pt x="192048" y="15287"/>
                  </a:lnTo>
                  <a:lnTo>
                    <a:pt x="193003" y="17198"/>
                  </a:lnTo>
                  <a:lnTo>
                    <a:pt x="193003" y="17198"/>
                  </a:lnTo>
                  <a:lnTo>
                    <a:pt x="193958" y="19109"/>
                  </a:lnTo>
                  <a:lnTo>
                    <a:pt x="194914" y="21020"/>
                  </a:lnTo>
                  <a:lnTo>
                    <a:pt x="195391" y="22931"/>
                  </a:lnTo>
                  <a:lnTo>
                    <a:pt x="196347" y="24842"/>
                  </a:lnTo>
                  <a:lnTo>
                    <a:pt x="197302" y="26753"/>
                  </a:lnTo>
                  <a:lnTo>
                    <a:pt x="198258" y="28664"/>
                  </a:lnTo>
                  <a:lnTo>
                    <a:pt x="199214" y="30575"/>
                  </a:lnTo>
                  <a:lnTo>
                    <a:pt x="200169" y="32486"/>
                  </a:lnTo>
                  <a:lnTo>
                    <a:pt x="201124" y="32963"/>
                  </a:lnTo>
                  <a:lnTo>
                    <a:pt x="201602" y="32963"/>
                  </a:lnTo>
                  <a:lnTo>
                    <a:pt x="202080" y="34874"/>
                  </a:lnTo>
                  <a:lnTo>
                    <a:pt x="203513" y="37263"/>
                  </a:lnTo>
                  <a:lnTo>
                    <a:pt x="204468" y="39651"/>
                  </a:lnTo>
                  <a:lnTo>
                    <a:pt x="205901" y="42040"/>
                  </a:lnTo>
                  <a:lnTo>
                    <a:pt x="206857" y="4442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9" name="Freeform 5688">
              <a:extLst>
                <a:ext uri="{FF2B5EF4-FFF2-40B4-BE49-F238E27FC236}">
                  <a16:creationId xmlns:a16="http://schemas.microsoft.com/office/drawing/2014/main" id="{60050D72-561E-FB68-FB79-390E1F15B529}"/>
                </a:ext>
              </a:extLst>
            </p:cNvPr>
            <p:cNvSpPr/>
            <p:nvPr/>
          </p:nvSpPr>
          <p:spPr>
            <a:xfrm>
              <a:off x="6727557" y="4452080"/>
              <a:ext cx="1433" cy="2866"/>
            </a:xfrm>
            <a:custGeom>
              <a:avLst/>
              <a:gdLst>
                <a:gd name="csX0" fmla="*/ 956 w 1433"/>
                <a:gd name="csY0" fmla="*/ 2389 h 2866"/>
                <a:gd name="csX1" fmla="*/ 0 w 1433"/>
                <a:gd name="csY1" fmla="*/ 2867 h 2866"/>
                <a:gd name="csX2" fmla="*/ 0 w 1433"/>
                <a:gd name="csY2" fmla="*/ 2389 h 2866"/>
                <a:gd name="csX3" fmla="*/ 478 w 1433"/>
                <a:gd name="csY3" fmla="*/ 478 h 2866"/>
                <a:gd name="csX4" fmla="*/ 956 w 1433"/>
                <a:gd name="csY4" fmla="*/ 0 h 2866"/>
                <a:gd name="csX5" fmla="*/ 1433 w 1433"/>
                <a:gd name="csY5" fmla="*/ 1433 h 2866"/>
                <a:gd name="csX6" fmla="*/ 956 w 1433"/>
                <a:gd name="csY6" fmla="*/ 1911 h 2866"/>
                <a:gd name="csX7" fmla="*/ 956 w 1433"/>
                <a:gd name="csY7" fmla="*/ 2389 h 2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3" h="2866">
                  <a:moveTo>
                    <a:pt x="956" y="2389"/>
                  </a:moveTo>
                  <a:lnTo>
                    <a:pt x="0" y="2867"/>
                  </a:lnTo>
                  <a:lnTo>
                    <a:pt x="0" y="2389"/>
                  </a:lnTo>
                  <a:lnTo>
                    <a:pt x="478" y="478"/>
                  </a:lnTo>
                  <a:lnTo>
                    <a:pt x="956" y="0"/>
                  </a:lnTo>
                  <a:lnTo>
                    <a:pt x="1433" y="1433"/>
                  </a:lnTo>
                  <a:lnTo>
                    <a:pt x="956" y="1911"/>
                  </a:lnTo>
                  <a:lnTo>
                    <a:pt x="956" y="2389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0" name="Freeform 5689">
              <a:extLst>
                <a:ext uri="{FF2B5EF4-FFF2-40B4-BE49-F238E27FC236}">
                  <a16:creationId xmlns:a16="http://schemas.microsoft.com/office/drawing/2014/main" id="{8516B9D4-F6B6-2B49-642D-1D42EEB682CE}"/>
                </a:ext>
              </a:extLst>
            </p:cNvPr>
            <p:cNvSpPr/>
            <p:nvPr/>
          </p:nvSpPr>
          <p:spPr>
            <a:xfrm>
              <a:off x="6730424" y="4477878"/>
              <a:ext cx="1910" cy="1910"/>
            </a:xfrm>
            <a:custGeom>
              <a:avLst/>
              <a:gdLst>
                <a:gd name="csX0" fmla="*/ 1910 w 1910"/>
                <a:gd name="csY0" fmla="*/ 1433 h 1910"/>
                <a:gd name="csX1" fmla="*/ 1433 w 1910"/>
                <a:gd name="csY1" fmla="*/ 1911 h 1910"/>
                <a:gd name="csX2" fmla="*/ 1433 w 1910"/>
                <a:gd name="csY2" fmla="*/ 1911 h 1910"/>
                <a:gd name="csX3" fmla="*/ 0 w 1910"/>
                <a:gd name="csY3" fmla="*/ 956 h 1910"/>
                <a:gd name="csX4" fmla="*/ 1433 w 1910"/>
                <a:gd name="csY4" fmla="*/ 0 h 1910"/>
                <a:gd name="csX5" fmla="*/ 1910 w 1910"/>
                <a:gd name="csY5" fmla="*/ 956 h 1910"/>
                <a:gd name="csX6" fmla="*/ 1910 w 1910"/>
                <a:gd name="csY6" fmla="*/ 1433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10" h="1910">
                  <a:moveTo>
                    <a:pt x="1910" y="1433"/>
                  </a:moveTo>
                  <a:lnTo>
                    <a:pt x="1433" y="1911"/>
                  </a:lnTo>
                  <a:lnTo>
                    <a:pt x="1433" y="1911"/>
                  </a:lnTo>
                  <a:lnTo>
                    <a:pt x="0" y="956"/>
                  </a:lnTo>
                  <a:lnTo>
                    <a:pt x="1433" y="0"/>
                  </a:lnTo>
                  <a:lnTo>
                    <a:pt x="1910" y="956"/>
                  </a:lnTo>
                  <a:lnTo>
                    <a:pt x="1910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1" name="Freeform 5690">
              <a:extLst>
                <a:ext uri="{FF2B5EF4-FFF2-40B4-BE49-F238E27FC236}">
                  <a16:creationId xmlns:a16="http://schemas.microsoft.com/office/drawing/2014/main" id="{8C32D787-548A-B52B-E5E1-E281854E4C49}"/>
                </a:ext>
              </a:extLst>
            </p:cNvPr>
            <p:cNvSpPr/>
            <p:nvPr/>
          </p:nvSpPr>
          <p:spPr>
            <a:xfrm>
              <a:off x="6730424" y="4483132"/>
              <a:ext cx="1910" cy="1911"/>
            </a:xfrm>
            <a:custGeom>
              <a:avLst/>
              <a:gdLst>
                <a:gd name="csX0" fmla="*/ 955 w 1910"/>
                <a:gd name="csY0" fmla="*/ 1433 h 1911"/>
                <a:gd name="csX1" fmla="*/ 0 w 1910"/>
                <a:gd name="csY1" fmla="*/ 1911 h 1911"/>
                <a:gd name="csX2" fmla="*/ 955 w 1910"/>
                <a:gd name="csY2" fmla="*/ 478 h 1911"/>
                <a:gd name="csX3" fmla="*/ 1910 w 1910"/>
                <a:gd name="csY3" fmla="*/ 0 h 1911"/>
                <a:gd name="csX4" fmla="*/ 1910 w 1910"/>
                <a:gd name="csY4" fmla="*/ 0 h 1911"/>
                <a:gd name="csX5" fmla="*/ 955 w 1910"/>
                <a:gd name="csY5" fmla="*/ 1433 h 1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10" h="1911">
                  <a:moveTo>
                    <a:pt x="955" y="1433"/>
                  </a:moveTo>
                  <a:lnTo>
                    <a:pt x="0" y="1911"/>
                  </a:lnTo>
                  <a:lnTo>
                    <a:pt x="955" y="478"/>
                  </a:lnTo>
                  <a:lnTo>
                    <a:pt x="1910" y="0"/>
                  </a:lnTo>
                  <a:lnTo>
                    <a:pt x="1910" y="0"/>
                  </a:lnTo>
                  <a:lnTo>
                    <a:pt x="955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2" name="Freeform 5691">
              <a:extLst>
                <a:ext uri="{FF2B5EF4-FFF2-40B4-BE49-F238E27FC236}">
                  <a16:creationId xmlns:a16="http://schemas.microsoft.com/office/drawing/2014/main" id="{529FC0D3-5298-35DE-6530-649181D3EDA0}"/>
                </a:ext>
              </a:extLst>
            </p:cNvPr>
            <p:cNvSpPr/>
            <p:nvPr/>
          </p:nvSpPr>
          <p:spPr>
            <a:xfrm>
              <a:off x="6941102" y="4502720"/>
              <a:ext cx="23886" cy="7643"/>
            </a:xfrm>
            <a:custGeom>
              <a:avLst/>
              <a:gdLst>
                <a:gd name="csX0" fmla="*/ 8599 w 23886"/>
                <a:gd name="csY0" fmla="*/ 1433 h 7643"/>
                <a:gd name="csX1" fmla="*/ 10032 w 23886"/>
                <a:gd name="csY1" fmla="*/ 1911 h 7643"/>
                <a:gd name="csX2" fmla="*/ 11943 w 23886"/>
                <a:gd name="csY2" fmla="*/ 955 h 7643"/>
                <a:gd name="csX3" fmla="*/ 17198 w 23886"/>
                <a:gd name="csY3" fmla="*/ 955 h 7643"/>
                <a:gd name="csX4" fmla="*/ 23886 w 23886"/>
                <a:gd name="csY4" fmla="*/ 3344 h 7643"/>
                <a:gd name="csX5" fmla="*/ 22453 w 23886"/>
                <a:gd name="csY5" fmla="*/ 3822 h 7643"/>
                <a:gd name="csX6" fmla="*/ 21498 w 23886"/>
                <a:gd name="csY6" fmla="*/ 4299 h 7643"/>
                <a:gd name="csX7" fmla="*/ 19109 w 23886"/>
                <a:gd name="csY7" fmla="*/ 5255 h 7643"/>
                <a:gd name="csX8" fmla="*/ 16243 w 23886"/>
                <a:gd name="csY8" fmla="*/ 6688 h 7643"/>
                <a:gd name="csX9" fmla="*/ 8121 w 23886"/>
                <a:gd name="csY9" fmla="*/ 7644 h 7643"/>
                <a:gd name="csX10" fmla="*/ 5733 w 23886"/>
                <a:gd name="csY10" fmla="*/ 7166 h 7643"/>
                <a:gd name="csX11" fmla="*/ 3821 w 23886"/>
                <a:gd name="csY11" fmla="*/ 5733 h 7643"/>
                <a:gd name="csX12" fmla="*/ 0 w 23886"/>
                <a:gd name="csY12" fmla="*/ 3344 h 7643"/>
                <a:gd name="csX13" fmla="*/ 1433 w 23886"/>
                <a:gd name="csY13" fmla="*/ 2389 h 7643"/>
                <a:gd name="csX14" fmla="*/ 1911 w 23886"/>
                <a:gd name="csY14" fmla="*/ 1433 h 7643"/>
                <a:gd name="csX15" fmla="*/ 2389 w 23886"/>
                <a:gd name="csY15" fmla="*/ 955 h 7643"/>
                <a:gd name="csX16" fmla="*/ 4300 w 23886"/>
                <a:gd name="csY16" fmla="*/ 0 h 7643"/>
                <a:gd name="csX17" fmla="*/ 6210 w 23886"/>
                <a:gd name="csY17" fmla="*/ 478 h 7643"/>
                <a:gd name="csX18" fmla="*/ 8599 w 23886"/>
                <a:gd name="csY18" fmla="*/ 1433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3886" h="7643">
                  <a:moveTo>
                    <a:pt x="8599" y="1433"/>
                  </a:moveTo>
                  <a:lnTo>
                    <a:pt x="10032" y="1911"/>
                  </a:lnTo>
                  <a:lnTo>
                    <a:pt x="11943" y="955"/>
                  </a:lnTo>
                  <a:lnTo>
                    <a:pt x="17198" y="955"/>
                  </a:lnTo>
                  <a:lnTo>
                    <a:pt x="23886" y="3344"/>
                  </a:lnTo>
                  <a:lnTo>
                    <a:pt x="22453" y="3822"/>
                  </a:lnTo>
                  <a:lnTo>
                    <a:pt x="21498" y="4299"/>
                  </a:lnTo>
                  <a:lnTo>
                    <a:pt x="19109" y="5255"/>
                  </a:lnTo>
                  <a:lnTo>
                    <a:pt x="16243" y="6688"/>
                  </a:lnTo>
                  <a:lnTo>
                    <a:pt x="8121" y="7644"/>
                  </a:lnTo>
                  <a:lnTo>
                    <a:pt x="5733" y="7166"/>
                  </a:lnTo>
                  <a:lnTo>
                    <a:pt x="3821" y="5733"/>
                  </a:lnTo>
                  <a:lnTo>
                    <a:pt x="0" y="3344"/>
                  </a:lnTo>
                  <a:lnTo>
                    <a:pt x="1433" y="2389"/>
                  </a:lnTo>
                  <a:lnTo>
                    <a:pt x="1911" y="1433"/>
                  </a:lnTo>
                  <a:lnTo>
                    <a:pt x="2389" y="955"/>
                  </a:lnTo>
                  <a:lnTo>
                    <a:pt x="4300" y="0"/>
                  </a:lnTo>
                  <a:lnTo>
                    <a:pt x="6210" y="478"/>
                  </a:lnTo>
                  <a:lnTo>
                    <a:pt x="8599" y="14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3" name="Freeform 5692">
              <a:extLst>
                <a:ext uri="{FF2B5EF4-FFF2-40B4-BE49-F238E27FC236}">
                  <a16:creationId xmlns:a16="http://schemas.microsoft.com/office/drawing/2014/main" id="{060DE729-1858-C5F3-A932-A207C2368B6C}"/>
                </a:ext>
              </a:extLst>
            </p:cNvPr>
            <p:cNvSpPr/>
            <p:nvPr/>
          </p:nvSpPr>
          <p:spPr>
            <a:xfrm>
              <a:off x="6776763" y="4965162"/>
              <a:ext cx="3822" cy="6210"/>
            </a:xfrm>
            <a:custGeom>
              <a:avLst/>
              <a:gdLst>
                <a:gd name="csX0" fmla="*/ 2866 w 3822"/>
                <a:gd name="csY0" fmla="*/ 5733 h 6210"/>
                <a:gd name="csX1" fmla="*/ 1911 w 3822"/>
                <a:gd name="csY1" fmla="*/ 6210 h 6210"/>
                <a:gd name="csX2" fmla="*/ 955 w 3822"/>
                <a:gd name="csY2" fmla="*/ 5733 h 6210"/>
                <a:gd name="csX3" fmla="*/ 955 w 3822"/>
                <a:gd name="csY3" fmla="*/ 4299 h 6210"/>
                <a:gd name="csX4" fmla="*/ 955 w 3822"/>
                <a:gd name="csY4" fmla="*/ 3344 h 6210"/>
                <a:gd name="csX5" fmla="*/ 1433 w 3822"/>
                <a:gd name="csY5" fmla="*/ 2389 h 6210"/>
                <a:gd name="csX6" fmla="*/ 0 w 3822"/>
                <a:gd name="csY6" fmla="*/ 956 h 6210"/>
                <a:gd name="csX7" fmla="*/ 955 w 3822"/>
                <a:gd name="csY7" fmla="*/ 0 h 6210"/>
                <a:gd name="csX8" fmla="*/ 1911 w 3822"/>
                <a:gd name="csY8" fmla="*/ 956 h 6210"/>
                <a:gd name="csX9" fmla="*/ 2389 w 3822"/>
                <a:gd name="csY9" fmla="*/ 956 h 6210"/>
                <a:gd name="csX10" fmla="*/ 3822 w 3822"/>
                <a:gd name="csY10" fmla="*/ 1911 h 6210"/>
                <a:gd name="csX11" fmla="*/ 3344 w 3822"/>
                <a:gd name="csY11" fmla="*/ 3344 h 6210"/>
                <a:gd name="csX12" fmla="*/ 3344 w 3822"/>
                <a:gd name="csY12" fmla="*/ 3344 h 6210"/>
                <a:gd name="csX13" fmla="*/ 2866 w 3822"/>
                <a:gd name="csY13" fmla="*/ 4777 h 6210"/>
                <a:gd name="csX14" fmla="*/ 2866 w 3822"/>
                <a:gd name="csY14" fmla="*/ 5733 h 6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822" h="6210">
                  <a:moveTo>
                    <a:pt x="2866" y="5733"/>
                  </a:moveTo>
                  <a:lnTo>
                    <a:pt x="1911" y="6210"/>
                  </a:lnTo>
                  <a:lnTo>
                    <a:pt x="955" y="5733"/>
                  </a:lnTo>
                  <a:lnTo>
                    <a:pt x="955" y="4299"/>
                  </a:lnTo>
                  <a:lnTo>
                    <a:pt x="955" y="3344"/>
                  </a:lnTo>
                  <a:lnTo>
                    <a:pt x="1433" y="2389"/>
                  </a:lnTo>
                  <a:lnTo>
                    <a:pt x="0" y="956"/>
                  </a:lnTo>
                  <a:lnTo>
                    <a:pt x="955" y="0"/>
                  </a:lnTo>
                  <a:lnTo>
                    <a:pt x="1911" y="956"/>
                  </a:lnTo>
                  <a:lnTo>
                    <a:pt x="2389" y="956"/>
                  </a:lnTo>
                  <a:lnTo>
                    <a:pt x="3822" y="1911"/>
                  </a:lnTo>
                  <a:lnTo>
                    <a:pt x="3344" y="3344"/>
                  </a:lnTo>
                  <a:lnTo>
                    <a:pt x="3344" y="3344"/>
                  </a:lnTo>
                  <a:lnTo>
                    <a:pt x="2866" y="4777"/>
                  </a:lnTo>
                  <a:lnTo>
                    <a:pt x="2866" y="5733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4" name="Freeform 5693">
              <a:extLst>
                <a:ext uri="{FF2B5EF4-FFF2-40B4-BE49-F238E27FC236}">
                  <a16:creationId xmlns:a16="http://schemas.microsoft.com/office/drawing/2014/main" id="{697C9ABA-384D-ED6D-90D5-323F427874F5}"/>
                </a:ext>
              </a:extLst>
            </p:cNvPr>
            <p:cNvSpPr/>
            <p:nvPr/>
          </p:nvSpPr>
          <p:spPr>
            <a:xfrm>
              <a:off x="6209699" y="5146221"/>
              <a:ext cx="326289" cy="259884"/>
            </a:xfrm>
            <a:custGeom>
              <a:avLst/>
              <a:gdLst>
                <a:gd name="csX0" fmla="*/ 294759 w 326289"/>
                <a:gd name="csY0" fmla="*/ 3822 h 259884"/>
                <a:gd name="csX1" fmla="*/ 294759 w 326289"/>
                <a:gd name="csY1" fmla="*/ 5255 h 259884"/>
                <a:gd name="csX2" fmla="*/ 294759 w 326289"/>
                <a:gd name="csY2" fmla="*/ 5733 h 259884"/>
                <a:gd name="csX3" fmla="*/ 295714 w 326289"/>
                <a:gd name="csY3" fmla="*/ 8121 h 259884"/>
                <a:gd name="csX4" fmla="*/ 297148 w 326289"/>
                <a:gd name="csY4" fmla="*/ 12421 h 259884"/>
                <a:gd name="csX5" fmla="*/ 298103 w 326289"/>
                <a:gd name="csY5" fmla="*/ 16243 h 259884"/>
                <a:gd name="csX6" fmla="*/ 299536 w 326289"/>
                <a:gd name="csY6" fmla="*/ 21020 h 259884"/>
                <a:gd name="csX7" fmla="*/ 299536 w 326289"/>
                <a:gd name="csY7" fmla="*/ 23886 h 259884"/>
                <a:gd name="csX8" fmla="*/ 299536 w 326289"/>
                <a:gd name="csY8" fmla="*/ 25320 h 259884"/>
                <a:gd name="csX9" fmla="*/ 300970 w 326289"/>
                <a:gd name="csY9" fmla="*/ 26753 h 259884"/>
                <a:gd name="csX10" fmla="*/ 302403 w 326289"/>
                <a:gd name="csY10" fmla="*/ 29142 h 259884"/>
                <a:gd name="csX11" fmla="*/ 302880 w 326289"/>
                <a:gd name="csY11" fmla="*/ 30575 h 259884"/>
                <a:gd name="csX12" fmla="*/ 303358 w 326289"/>
                <a:gd name="csY12" fmla="*/ 31530 h 259884"/>
                <a:gd name="csX13" fmla="*/ 304791 w 326289"/>
                <a:gd name="csY13" fmla="*/ 33441 h 259884"/>
                <a:gd name="csX14" fmla="*/ 305747 w 326289"/>
                <a:gd name="csY14" fmla="*/ 36308 h 259884"/>
                <a:gd name="csX15" fmla="*/ 306702 w 326289"/>
                <a:gd name="csY15" fmla="*/ 40129 h 259884"/>
                <a:gd name="csX16" fmla="*/ 307658 w 326289"/>
                <a:gd name="csY16" fmla="*/ 42040 h 259884"/>
                <a:gd name="csX17" fmla="*/ 308136 w 326289"/>
                <a:gd name="csY17" fmla="*/ 42996 h 259884"/>
                <a:gd name="csX18" fmla="*/ 308136 w 326289"/>
                <a:gd name="csY18" fmla="*/ 44429 h 259884"/>
                <a:gd name="csX19" fmla="*/ 308136 w 326289"/>
                <a:gd name="csY19" fmla="*/ 48251 h 259884"/>
                <a:gd name="csX20" fmla="*/ 308136 w 326289"/>
                <a:gd name="csY20" fmla="*/ 52073 h 259884"/>
                <a:gd name="csX21" fmla="*/ 308136 w 326289"/>
                <a:gd name="csY21" fmla="*/ 56850 h 259884"/>
                <a:gd name="csX22" fmla="*/ 308136 w 326289"/>
                <a:gd name="csY22" fmla="*/ 60672 h 259884"/>
                <a:gd name="csX23" fmla="*/ 308136 w 326289"/>
                <a:gd name="csY23" fmla="*/ 62583 h 259884"/>
                <a:gd name="csX24" fmla="*/ 308136 w 326289"/>
                <a:gd name="csY24" fmla="*/ 67838 h 259884"/>
                <a:gd name="csX25" fmla="*/ 307180 w 326289"/>
                <a:gd name="csY25" fmla="*/ 70704 h 259884"/>
                <a:gd name="csX26" fmla="*/ 307180 w 326289"/>
                <a:gd name="csY26" fmla="*/ 73093 h 259884"/>
                <a:gd name="csX27" fmla="*/ 307658 w 326289"/>
                <a:gd name="csY27" fmla="*/ 74526 h 259884"/>
                <a:gd name="csX28" fmla="*/ 307658 w 326289"/>
                <a:gd name="csY28" fmla="*/ 74526 h 259884"/>
                <a:gd name="csX29" fmla="*/ 307180 w 326289"/>
                <a:gd name="csY29" fmla="*/ 75004 h 259884"/>
                <a:gd name="csX30" fmla="*/ 306225 w 326289"/>
                <a:gd name="csY30" fmla="*/ 75004 h 259884"/>
                <a:gd name="csX31" fmla="*/ 306225 w 326289"/>
                <a:gd name="csY31" fmla="*/ 75004 h 259884"/>
                <a:gd name="csX32" fmla="*/ 301447 w 326289"/>
                <a:gd name="csY32" fmla="*/ 72615 h 259884"/>
                <a:gd name="csX33" fmla="*/ 297148 w 326289"/>
                <a:gd name="csY33" fmla="*/ 70226 h 259884"/>
                <a:gd name="csX34" fmla="*/ 296193 w 326289"/>
                <a:gd name="csY34" fmla="*/ 70226 h 259884"/>
                <a:gd name="csX35" fmla="*/ 295714 w 326289"/>
                <a:gd name="csY35" fmla="*/ 70226 h 259884"/>
                <a:gd name="csX36" fmla="*/ 295237 w 326289"/>
                <a:gd name="csY36" fmla="*/ 70704 h 259884"/>
                <a:gd name="csX37" fmla="*/ 292848 w 326289"/>
                <a:gd name="csY37" fmla="*/ 72137 h 259884"/>
                <a:gd name="csX38" fmla="*/ 290459 w 326289"/>
                <a:gd name="csY38" fmla="*/ 75004 h 259884"/>
                <a:gd name="csX39" fmla="*/ 289504 w 326289"/>
                <a:gd name="csY39" fmla="*/ 77392 h 259884"/>
                <a:gd name="csX40" fmla="*/ 287593 w 326289"/>
                <a:gd name="csY40" fmla="*/ 79781 h 259884"/>
                <a:gd name="csX41" fmla="*/ 284727 w 326289"/>
                <a:gd name="csY41" fmla="*/ 83603 h 259884"/>
                <a:gd name="csX42" fmla="*/ 284727 w 326289"/>
                <a:gd name="csY42" fmla="*/ 84558 h 259884"/>
                <a:gd name="csX43" fmla="*/ 284727 w 326289"/>
                <a:gd name="csY43" fmla="*/ 87902 h 259884"/>
                <a:gd name="csX44" fmla="*/ 284727 w 326289"/>
                <a:gd name="csY44" fmla="*/ 90769 h 259884"/>
                <a:gd name="csX45" fmla="*/ 285205 w 326289"/>
                <a:gd name="csY45" fmla="*/ 91247 h 259884"/>
                <a:gd name="csX46" fmla="*/ 286638 w 326289"/>
                <a:gd name="csY46" fmla="*/ 91247 h 259884"/>
                <a:gd name="csX47" fmla="*/ 286638 w 326289"/>
                <a:gd name="csY47" fmla="*/ 91247 h 259884"/>
                <a:gd name="csX48" fmla="*/ 287593 w 326289"/>
                <a:gd name="csY48" fmla="*/ 94113 h 259884"/>
                <a:gd name="csX49" fmla="*/ 289982 w 326289"/>
                <a:gd name="csY49" fmla="*/ 97935 h 259884"/>
                <a:gd name="csX50" fmla="*/ 294282 w 326289"/>
                <a:gd name="csY50" fmla="*/ 100323 h 259884"/>
                <a:gd name="csX51" fmla="*/ 298103 w 326289"/>
                <a:gd name="csY51" fmla="*/ 101757 h 259884"/>
                <a:gd name="csX52" fmla="*/ 303358 w 326289"/>
                <a:gd name="csY52" fmla="*/ 101757 h 259884"/>
                <a:gd name="csX53" fmla="*/ 307658 w 326289"/>
                <a:gd name="csY53" fmla="*/ 101757 h 259884"/>
                <a:gd name="csX54" fmla="*/ 307658 w 326289"/>
                <a:gd name="csY54" fmla="*/ 98890 h 259884"/>
                <a:gd name="csX55" fmla="*/ 308136 w 326289"/>
                <a:gd name="csY55" fmla="*/ 94591 h 259884"/>
                <a:gd name="csX56" fmla="*/ 308613 w 326289"/>
                <a:gd name="csY56" fmla="*/ 91724 h 259884"/>
                <a:gd name="csX57" fmla="*/ 309091 w 326289"/>
                <a:gd name="csY57" fmla="*/ 91724 h 259884"/>
                <a:gd name="csX58" fmla="*/ 310046 w 326289"/>
                <a:gd name="csY58" fmla="*/ 92202 h 259884"/>
                <a:gd name="csX59" fmla="*/ 311002 w 326289"/>
                <a:gd name="csY59" fmla="*/ 92202 h 259884"/>
                <a:gd name="csX60" fmla="*/ 311002 w 326289"/>
                <a:gd name="csY60" fmla="*/ 92202 h 259884"/>
                <a:gd name="csX61" fmla="*/ 312435 w 326289"/>
                <a:gd name="csY61" fmla="*/ 92202 h 259884"/>
                <a:gd name="csX62" fmla="*/ 315779 w 326289"/>
                <a:gd name="csY62" fmla="*/ 92680 h 259884"/>
                <a:gd name="csX63" fmla="*/ 318168 w 326289"/>
                <a:gd name="csY63" fmla="*/ 92680 h 259884"/>
                <a:gd name="csX64" fmla="*/ 320557 w 326289"/>
                <a:gd name="csY64" fmla="*/ 92680 h 259884"/>
                <a:gd name="csX65" fmla="*/ 323901 w 326289"/>
                <a:gd name="csY65" fmla="*/ 92680 h 259884"/>
                <a:gd name="csX66" fmla="*/ 326289 w 326289"/>
                <a:gd name="csY66" fmla="*/ 92680 h 259884"/>
                <a:gd name="csX67" fmla="*/ 326289 w 326289"/>
                <a:gd name="csY67" fmla="*/ 92680 h 259884"/>
                <a:gd name="csX68" fmla="*/ 325334 w 326289"/>
                <a:gd name="csY68" fmla="*/ 96979 h 259884"/>
                <a:gd name="csX69" fmla="*/ 322468 w 326289"/>
                <a:gd name="csY69" fmla="*/ 104623 h 259884"/>
                <a:gd name="csX70" fmla="*/ 321512 w 326289"/>
                <a:gd name="csY70" fmla="*/ 107967 h 259884"/>
                <a:gd name="csX71" fmla="*/ 319123 w 326289"/>
                <a:gd name="csY71" fmla="*/ 119910 h 259884"/>
                <a:gd name="csX72" fmla="*/ 316257 w 326289"/>
                <a:gd name="csY72" fmla="*/ 126121 h 259884"/>
                <a:gd name="csX73" fmla="*/ 314346 w 326289"/>
                <a:gd name="csY73" fmla="*/ 128987 h 259884"/>
                <a:gd name="csX74" fmla="*/ 309091 w 326289"/>
                <a:gd name="csY74" fmla="*/ 133287 h 259884"/>
                <a:gd name="csX75" fmla="*/ 307658 w 326289"/>
                <a:gd name="csY75" fmla="*/ 134242 h 259884"/>
                <a:gd name="csX76" fmla="*/ 306702 w 326289"/>
                <a:gd name="csY76" fmla="*/ 134720 h 259884"/>
                <a:gd name="csX77" fmla="*/ 304314 w 326289"/>
                <a:gd name="csY77" fmla="*/ 135198 h 259884"/>
                <a:gd name="csX78" fmla="*/ 295714 w 326289"/>
                <a:gd name="csY78" fmla="*/ 144274 h 259884"/>
                <a:gd name="csX79" fmla="*/ 292370 w 326289"/>
                <a:gd name="csY79" fmla="*/ 149052 h 259884"/>
                <a:gd name="csX80" fmla="*/ 289504 w 326289"/>
                <a:gd name="csY80" fmla="*/ 155262 h 259884"/>
                <a:gd name="csX81" fmla="*/ 286160 w 326289"/>
                <a:gd name="csY81" fmla="*/ 159084 h 259884"/>
                <a:gd name="csX82" fmla="*/ 282338 w 326289"/>
                <a:gd name="csY82" fmla="*/ 166728 h 259884"/>
                <a:gd name="csX83" fmla="*/ 278516 w 326289"/>
                <a:gd name="csY83" fmla="*/ 172461 h 259884"/>
                <a:gd name="csX84" fmla="*/ 274695 w 326289"/>
                <a:gd name="csY84" fmla="*/ 177715 h 259884"/>
                <a:gd name="csX85" fmla="*/ 268484 w 326289"/>
                <a:gd name="csY85" fmla="*/ 185359 h 259884"/>
                <a:gd name="csX86" fmla="*/ 265618 w 326289"/>
                <a:gd name="csY86" fmla="*/ 187270 h 259884"/>
                <a:gd name="csX87" fmla="*/ 263707 w 326289"/>
                <a:gd name="csY87" fmla="*/ 188226 h 259884"/>
                <a:gd name="csX88" fmla="*/ 258929 w 326289"/>
                <a:gd name="csY88" fmla="*/ 192525 h 259884"/>
                <a:gd name="csX89" fmla="*/ 251763 w 326289"/>
                <a:gd name="csY89" fmla="*/ 199691 h 259884"/>
                <a:gd name="csX90" fmla="*/ 246509 w 326289"/>
                <a:gd name="csY90" fmla="*/ 205902 h 259884"/>
                <a:gd name="csX91" fmla="*/ 238387 w 326289"/>
                <a:gd name="csY91" fmla="*/ 213068 h 259884"/>
                <a:gd name="csX92" fmla="*/ 233610 w 326289"/>
                <a:gd name="csY92" fmla="*/ 215934 h 259884"/>
                <a:gd name="csX93" fmla="*/ 226444 w 326289"/>
                <a:gd name="csY93" fmla="*/ 222144 h 259884"/>
                <a:gd name="csX94" fmla="*/ 224533 w 326289"/>
                <a:gd name="csY94" fmla="*/ 223100 h 259884"/>
                <a:gd name="csX95" fmla="*/ 216889 w 326289"/>
                <a:gd name="csY95" fmla="*/ 228833 h 259884"/>
                <a:gd name="csX96" fmla="*/ 211156 w 326289"/>
                <a:gd name="csY96" fmla="*/ 232177 h 259884"/>
                <a:gd name="csX97" fmla="*/ 201602 w 326289"/>
                <a:gd name="csY97" fmla="*/ 236476 h 259884"/>
                <a:gd name="csX98" fmla="*/ 198258 w 326289"/>
                <a:gd name="csY98" fmla="*/ 237432 h 259884"/>
                <a:gd name="csX99" fmla="*/ 189659 w 326289"/>
                <a:gd name="csY99" fmla="*/ 236476 h 259884"/>
                <a:gd name="csX100" fmla="*/ 185837 w 326289"/>
                <a:gd name="csY100" fmla="*/ 236954 h 259884"/>
                <a:gd name="csX101" fmla="*/ 182970 w 326289"/>
                <a:gd name="csY101" fmla="*/ 239343 h 259884"/>
                <a:gd name="csX102" fmla="*/ 182493 w 326289"/>
                <a:gd name="csY102" fmla="*/ 243164 h 259884"/>
                <a:gd name="csX103" fmla="*/ 181060 w 326289"/>
                <a:gd name="csY103" fmla="*/ 243642 h 259884"/>
                <a:gd name="csX104" fmla="*/ 179149 w 326289"/>
                <a:gd name="csY104" fmla="*/ 243642 h 259884"/>
                <a:gd name="csX105" fmla="*/ 172938 w 326289"/>
                <a:gd name="csY105" fmla="*/ 242209 h 259884"/>
                <a:gd name="csX106" fmla="*/ 170072 w 326289"/>
                <a:gd name="csY106" fmla="*/ 242209 h 259884"/>
                <a:gd name="csX107" fmla="*/ 168161 w 326289"/>
                <a:gd name="csY107" fmla="*/ 244120 h 259884"/>
                <a:gd name="csX108" fmla="*/ 166250 w 326289"/>
                <a:gd name="csY108" fmla="*/ 246509 h 259884"/>
                <a:gd name="csX109" fmla="*/ 161950 w 326289"/>
                <a:gd name="csY109" fmla="*/ 246509 h 259884"/>
                <a:gd name="csX110" fmla="*/ 153829 w 326289"/>
                <a:gd name="csY110" fmla="*/ 244120 h 259884"/>
                <a:gd name="csX111" fmla="*/ 143797 w 326289"/>
                <a:gd name="csY111" fmla="*/ 242687 h 259884"/>
                <a:gd name="csX112" fmla="*/ 141886 w 326289"/>
                <a:gd name="csY112" fmla="*/ 242687 h 259884"/>
                <a:gd name="csX113" fmla="*/ 137108 w 326289"/>
                <a:gd name="csY113" fmla="*/ 244120 h 259884"/>
                <a:gd name="csX114" fmla="*/ 135675 w 326289"/>
                <a:gd name="csY114" fmla="*/ 244598 h 259884"/>
                <a:gd name="csX115" fmla="*/ 128509 w 326289"/>
                <a:gd name="csY115" fmla="*/ 244120 h 259884"/>
                <a:gd name="csX116" fmla="*/ 124688 w 326289"/>
                <a:gd name="csY116" fmla="*/ 243164 h 259884"/>
                <a:gd name="csX117" fmla="*/ 121343 w 326289"/>
                <a:gd name="csY117" fmla="*/ 243164 h 259884"/>
                <a:gd name="csX118" fmla="*/ 118477 w 326289"/>
                <a:gd name="csY118" fmla="*/ 244120 h 259884"/>
                <a:gd name="csX119" fmla="*/ 115133 w 326289"/>
                <a:gd name="csY119" fmla="*/ 244120 h 259884"/>
                <a:gd name="csX120" fmla="*/ 106056 w 326289"/>
                <a:gd name="csY120" fmla="*/ 250808 h 259884"/>
                <a:gd name="csX121" fmla="*/ 101279 w 326289"/>
                <a:gd name="csY121" fmla="*/ 250808 h 259884"/>
                <a:gd name="csX122" fmla="*/ 97457 w 326289"/>
                <a:gd name="csY122" fmla="*/ 251763 h 259884"/>
                <a:gd name="csX123" fmla="*/ 95546 w 326289"/>
                <a:gd name="csY123" fmla="*/ 251763 h 259884"/>
                <a:gd name="csX124" fmla="*/ 91724 w 326289"/>
                <a:gd name="csY124" fmla="*/ 250808 h 259884"/>
                <a:gd name="csX125" fmla="*/ 90291 w 326289"/>
                <a:gd name="csY125" fmla="*/ 250808 h 259884"/>
                <a:gd name="csX126" fmla="*/ 88380 w 326289"/>
                <a:gd name="csY126" fmla="*/ 251286 h 259884"/>
                <a:gd name="csX127" fmla="*/ 85991 w 326289"/>
                <a:gd name="csY127" fmla="*/ 252241 h 259884"/>
                <a:gd name="csX128" fmla="*/ 81214 w 326289"/>
                <a:gd name="csY128" fmla="*/ 252719 h 259884"/>
                <a:gd name="csX129" fmla="*/ 79303 w 326289"/>
                <a:gd name="csY129" fmla="*/ 254152 h 259884"/>
                <a:gd name="csX130" fmla="*/ 71182 w 326289"/>
                <a:gd name="csY130" fmla="*/ 259885 h 259884"/>
                <a:gd name="csX131" fmla="*/ 69271 w 326289"/>
                <a:gd name="csY131" fmla="*/ 259885 h 259884"/>
                <a:gd name="csX132" fmla="*/ 67838 w 326289"/>
                <a:gd name="csY132" fmla="*/ 259407 h 259884"/>
                <a:gd name="csX133" fmla="*/ 63538 w 326289"/>
                <a:gd name="csY133" fmla="*/ 259407 h 259884"/>
                <a:gd name="csX134" fmla="*/ 58761 w 326289"/>
                <a:gd name="csY134" fmla="*/ 256063 h 259884"/>
                <a:gd name="csX135" fmla="*/ 56850 w 326289"/>
                <a:gd name="csY135" fmla="*/ 256541 h 259884"/>
                <a:gd name="csX136" fmla="*/ 57328 w 326289"/>
                <a:gd name="csY136" fmla="*/ 255108 h 259884"/>
                <a:gd name="csX137" fmla="*/ 57328 w 326289"/>
                <a:gd name="csY137" fmla="*/ 253675 h 259884"/>
                <a:gd name="csX138" fmla="*/ 56372 w 326289"/>
                <a:gd name="csY138" fmla="*/ 252241 h 259884"/>
                <a:gd name="csX139" fmla="*/ 55894 w 326289"/>
                <a:gd name="csY139" fmla="*/ 251763 h 259884"/>
                <a:gd name="csX140" fmla="*/ 53983 w 326289"/>
                <a:gd name="csY140" fmla="*/ 251763 h 259884"/>
                <a:gd name="csX141" fmla="*/ 52550 w 326289"/>
                <a:gd name="csY141" fmla="*/ 250330 h 259884"/>
                <a:gd name="csX142" fmla="*/ 49684 w 326289"/>
                <a:gd name="csY142" fmla="*/ 250330 h 259884"/>
                <a:gd name="csX143" fmla="*/ 48728 w 326289"/>
                <a:gd name="csY143" fmla="*/ 250808 h 259884"/>
                <a:gd name="csX144" fmla="*/ 47295 w 326289"/>
                <a:gd name="csY144" fmla="*/ 250808 h 259884"/>
                <a:gd name="csX145" fmla="*/ 47295 w 326289"/>
                <a:gd name="csY145" fmla="*/ 249375 h 259884"/>
                <a:gd name="csX146" fmla="*/ 47295 w 326289"/>
                <a:gd name="csY146" fmla="*/ 248419 h 259884"/>
                <a:gd name="csX147" fmla="*/ 47295 w 326289"/>
                <a:gd name="csY147" fmla="*/ 246986 h 259884"/>
                <a:gd name="csX148" fmla="*/ 46817 w 326289"/>
                <a:gd name="csY148" fmla="*/ 245075 h 259884"/>
                <a:gd name="csX149" fmla="*/ 45862 w 326289"/>
                <a:gd name="csY149" fmla="*/ 244598 h 259884"/>
                <a:gd name="csX150" fmla="*/ 44907 w 326289"/>
                <a:gd name="csY150" fmla="*/ 244598 h 259884"/>
                <a:gd name="csX151" fmla="*/ 42996 w 326289"/>
                <a:gd name="csY151" fmla="*/ 244598 h 259884"/>
                <a:gd name="csX152" fmla="*/ 41563 w 326289"/>
                <a:gd name="csY152" fmla="*/ 244598 h 259884"/>
                <a:gd name="csX153" fmla="*/ 41085 w 326289"/>
                <a:gd name="csY153" fmla="*/ 245075 h 259884"/>
                <a:gd name="csX154" fmla="*/ 40129 w 326289"/>
                <a:gd name="csY154" fmla="*/ 246509 h 259884"/>
                <a:gd name="csX155" fmla="*/ 40129 w 326289"/>
                <a:gd name="csY155" fmla="*/ 250330 h 259884"/>
                <a:gd name="csX156" fmla="*/ 39174 w 326289"/>
                <a:gd name="csY156" fmla="*/ 249375 h 259884"/>
                <a:gd name="csX157" fmla="*/ 37741 w 326289"/>
                <a:gd name="csY157" fmla="*/ 246986 h 259884"/>
                <a:gd name="csX158" fmla="*/ 37741 w 326289"/>
                <a:gd name="csY158" fmla="*/ 244598 h 259884"/>
                <a:gd name="csX159" fmla="*/ 38218 w 326289"/>
                <a:gd name="csY159" fmla="*/ 241253 h 259884"/>
                <a:gd name="csX160" fmla="*/ 40129 w 326289"/>
                <a:gd name="csY160" fmla="*/ 240298 h 259884"/>
                <a:gd name="csX161" fmla="*/ 40129 w 326289"/>
                <a:gd name="csY161" fmla="*/ 238387 h 259884"/>
                <a:gd name="csX162" fmla="*/ 39651 w 326289"/>
                <a:gd name="csY162" fmla="*/ 236476 h 259884"/>
                <a:gd name="csX163" fmla="*/ 37263 w 326289"/>
                <a:gd name="csY163" fmla="*/ 232177 h 259884"/>
                <a:gd name="csX164" fmla="*/ 36308 w 326289"/>
                <a:gd name="csY164" fmla="*/ 230266 h 259884"/>
                <a:gd name="csX165" fmla="*/ 33919 w 326289"/>
                <a:gd name="csY165" fmla="*/ 228833 h 259884"/>
                <a:gd name="csX166" fmla="*/ 32486 w 326289"/>
                <a:gd name="csY166" fmla="*/ 225488 h 259884"/>
                <a:gd name="csX167" fmla="*/ 31052 w 326289"/>
                <a:gd name="csY167" fmla="*/ 224533 h 259884"/>
                <a:gd name="csX168" fmla="*/ 30097 w 326289"/>
                <a:gd name="csY168" fmla="*/ 222144 h 259884"/>
                <a:gd name="csX169" fmla="*/ 28664 w 326289"/>
                <a:gd name="csY169" fmla="*/ 220233 h 259884"/>
                <a:gd name="csX170" fmla="*/ 28186 w 326289"/>
                <a:gd name="csY170" fmla="*/ 217367 h 259884"/>
                <a:gd name="csX171" fmla="*/ 29142 w 326289"/>
                <a:gd name="csY171" fmla="*/ 215934 h 259884"/>
                <a:gd name="csX172" fmla="*/ 30097 w 326289"/>
                <a:gd name="csY172" fmla="*/ 214978 h 259884"/>
                <a:gd name="csX173" fmla="*/ 31530 w 326289"/>
                <a:gd name="csY173" fmla="*/ 216412 h 259884"/>
                <a:gd name="csX174" fmla="*/ 33441 w 326289"/>
                <a:gd name="csY174" fmla="*/ 215934 h 259884"/>
                <a:gd name="csX175" fmla="*/ 35830 w 326289"/>
                <a:gd name="csY175" fmla="*/ 213545 h 259884"/>
                <a:gd name="csX176" fmla="*/ 37263 w 326289"/>
                <a:gd name="csY176" fmla="*/ 210679 h 259884"/>
                <a:gd name="csX177" fmla="*/ 37741 w 326289"/>
                <a:gd name="csY177" fmla="*/ 205424 h 259884"/>
                <a:gd name="csX178" fmla="*/ 37263 w 326289"/>
                <a:gd name="csY178" fmla="*/ 202080 h 259884"/>
                <a:gd name="csX179" fmla="*/ 35352 w 326289"/>
                <a:gd name="csY179" fmla="*/ 193958 h 259884"/>
                <a:gd name="csX180" fmla="*/ 34397 w 326289"/>
                <a:gd name="csY180" fmla="*/ 192525 h 259884"/>
                <a:gd name="csX181" fmla="*/ 29619 w 326289"/>
                <a:gd name="csY181" fmla="*/ 186314 h 259884"/>
                <a:gd name="csX182" fmla="*/ 24842 w 326289"/>
                <a:gd name="csY182" fmla="*/ 178671 h 259884"/>
                <a:gd name="csX183" fmla="*/ 18154 w 326289"/>
                <a:gd name="csY183" fmla="*/ 166728 h 259884"/>
                <a:gd name="csX184" fmla="*/ 14810 w 326289"/>
                <a:gd name="csY184" fmla="*/ 159562 h 259884"/>
                <a:gd name="csX185" fmla="*/ 10032 w 326289"/>
                <a:gd name="csY185" fmla="*/ 144752 h 259884"/>
                <a:gd name="csX186" fmla="*/ 6210 w 326289"/>
                <a:gd name="csY186" fmla="*/ 136631 h 259884"/>
                <a:gd name="csX187" fmla="*/ 956 w 326289"/>
                <a:gd name="csY187" fmla="*/ 128987 h 259884"/>
                <a:gd name="csX188" fmla="*/ 0 w 326289"/>
                <a:gd name="csY188" fmla="*/ 128509 h 259884"/>
                <a:gd name="csX189" fmla="*/ 956 w 326289"/>
                <a:gd name="csY189" fmla="*/ 128032 h 259884"/>
                <a:gd name="csX190" fmla="*/ 3822 w 326289"/>
                <a:gd name="csY190" fmla="*/ 126121 h 259884"/>
                <a:gd name="csX191" fmla="*/ 4777 w 326289"/>
                <a:gd name="csY191" fmla="*/ 125643 h 259884"/>
                <a:gd name="csX192" fmla="*/ 5733 w 326289"/>
                <a:gd name="csY192" fmla="*/ 125643 h 259884"/>
                <a:gd name="csX193" fmla="*/ 6210 w 326289"/>
                <a:gd name="csY193" fmla="*/ 125165 h 259884"/>
                <a:gd name="csX194" fmla="*/ 6210 w 326289"/>
                <a:gd name="csY194" fmla="*/ 125165 h 259884"/>
                <a:gd name="csX195" fmla="*/ 7166 w 326289"/>
                <a:gd name="csY195" fmla="*/ 124210 h 259884"/>
                <a:gd name="csX196" fmla="*/ 7166 w 326289"/>
                <a:gd name="csY196" fmla="*/ 123254 h 259884"/>
                <a:gd name="csX197" fmla="*/ 7644 w 326289"/>
                <a:gd name="csY197" fmla="*/ 121343 h 259884"/>
                <a:gd name="csX198" fmla="*/ 8121 w 326289"/>
                <a:gd name="csY198" fmla="*/ 120388 h 259884"/>
                <a:gd name="csX199" fmla="*/ 8599 w 326289"/>
                <a:gd name="csY199" fmla="*/ 118477 h 259884"/>
                <a:gd name="csX200" fmla="*/ 10032 w 326289"/>
                <a:gd name="csY200" fmla="*/ 117522 h 259884"/>
                <a:gd name="csX201" fmla="*/ 12421 w 326289"/>
                <a:gd name="csY201" fmla="*/ 116566 h 259884"/>
                <a:gd name="csX202" fmla="*/ 12421 w 326289"/>
                <a:gd name="csY202" fmla="*/ 116566 h 259884"/>
                <a:gd name="csX203" fmla="*/ 14332 w 326289"/>
                <a:gd name="csY203" fmla="*/ 117522 h 259884"/>
                <a:gd name="csX204" fmla="*/ 14332 w 326289"/>
                <a:gd name="csY204" fmla="*/ 117522 h 259884"/>
                <a:gd name="csX205" fmla="*/ 14810 w 326289"/>
                <a:gd name="csY205" fmla="*/ 118955 h 259884"/>
                <a:gd name="csX206" fmla="*/ 15287 w 326289"/>
                <a:gd name="csY206" fmla="*/ 119910 h 259884"/>
                <a:gd name="csX207" fmla="*/ 16243 w 326289"/>
                <a:gd name="csY207" fmla="*/ 120866 h 259884"/>
                <a:gd name="csX208" fmla="*/ 17198 w 326289"/>
                <a:gd name="csY208" fmla="*/ 120866 h 259884"/>
                <a:gd name="csX209" fmla="*/ 18154 w 326289"/>
                <a:gd name="csY209" fmla="*/ 121343 h 259884"/>
                <a:gd name="csX210" fmla="*/ 18632 w 326289"/>
                <a:gd name="csY210" fmla="*/ 123254 h 259884"/>
                <a:gd name="csX211" fmla="*/ 18632 w 326289"/>
                <a:gd name="csY211" fmla="*/ 124688 h 259884"/>
                <a:gd name="csX212" fmla="*/ 18154 w 326289"/>
                <a:gd name="csY212" fmla="*/ 125165 h 259884"/>
                <a:gd name="csX213" fmla="*/ 18154 w 326289"/>
                <a:gd name="csY213" fmla="*/ 126121 h 259884"/>
                <a:gd name="csX214" fmla="*/ 19109 w 326289"/>
                <a:gd name="csY214" fmla="*/ 127554 h 259884"/>
                <a:gd name="csX215" fmla="*/ 19587 w 326289"/>
                <a:gd name="csY215" fmla="*/ 128987 h 259884"/>
                <a:gd name="csX216" fmla="*/ 20065 w 326289"/>
                <a:gd name="csY216" fmla="*/ 130420 h 259884"/>
                <a:gd name="csX217" fmla="*/ 23409 w 326289"/>
                <a:gd name="csY217" fmla="*/ 131376 h 259884"/>
                <a:gd name="csX218" fmla="*/ 25320 w 326289"/>
                <a:gd name="csY218" fmla="*/ 131854 h 259884"/>
                <a:gd name="csX219" fmla="*/ 27708 w 326289"/>
                <a:gd name="csY219" fmla="*/ 131854 h 259884"/>
                <a:gd name="csX220" fmla="*/ 30575 w 326289"/>
                <a:gd name="csY220" fmla="*/ 132809 h 259884"/>
                <a:gd name="csX221" fmla="*/ 32963 w 326289"/>
                <a:gd name="csY221" fmla="*/ 133764 h 259884"/>
                <a:gd name="csX222" fmla="*/ 37263 w 326289"/>
                <a:gd name="csY222" fmla="*/ 134242 h 259884"/>
                <a:gd name="csX223" fmla="*/ 42996 w 326289"/>
                <a:gd name="csY223" fmla="*/ 133764 h 259884"/>
                <a:gd name="csX224" fmla="*/ 47773 w 326289"/>
                <a:gd name="csY224" fmla="*/ 133764 h 259884"/>
                <a:gd name="csX225" fmla="*/ 51595 w 326289"/>
                <a:gd name="csY225" fmla="*/ 135198 h 259884"/>
                <a:gd name="csX226" fmla="*/ 53983 w 326289"/>
                <a:gd name="csY226" fmla="*/ 135198 h 259884"/>
                <a:gd name="csX227" fmla="*/ 55894 w 326289"/>
                <a:gd name="csY227" fmla="*/ 134720 h 259884"/>
                <a:gd name="csX228" fmla="*/ 55894 w 326289"/>
                <a:gd name="csY228" fmla="*/ 134720 h 259884"/>
                <a:gd name="csX229" fmla="*/ 56372 w 326289"/>
                <a:gd name="csY229" fmla="*/ 133287 h 259884"/>
                <a:gd name="csX230" fmla="*/ 56372 w 326289"/>
                <a:gd name="csY230" fmla="*/ 133287 h 259884"/>
                <a:gd name="csX231" fmla="*/ 56372 w 326289"/>
                <a:gd name="csY231" fmla="*/ 131854 h 259884"/>
                <a:gd name="csX232" fmla="*/ 56850 w 326289"/>
                <a:gd name="csY232" fmla="*/ 131376 h 259884"/>
                <a:gd name="csX233" fmla="*/ 56850 w 326289"/>
                <a:gd name="csY233" fmla="*/ 130898 h 259884"/>
                <a:gd name="csX234" fmla="*/ 56850 w 326289"/>
                <a:gd name="csY234" fmla="*/ 130898 h 259884"/>
                <a:gd name="csX235" fmla="*/ 58761 w 326289"/>
                <a:gd name="csY235" fmla="*/ 130898 h 259884"/>
                <a:gd name="csX236" fmla="*/ 60194 w 326289"/>
                <a:gd name="csY236" fmla="*/ 129465 h 259884"/>
                <a:gd name="csX237" fmla="*/ 61627 w 326289"/>
                <a:gd name="csY237" fmla="*/ 128032 h 259884"/>
                <a:gd name="csX238" fmla="*/ 64016 w 326289"/>
                <a:gd name="csY238" fmla="*/ 126121 h 259884"/>
                <a:gd name="csX239" fmla="*/ 68315 w 326289"/>
                <a:gd name="csY239" fmla="*/ 125165 h 259884"/>
                <a:gd name="csX240" fmla="*/ 70226 w 326289"/>
                <a:gd name="csY240" fmla="*/ 125165 h 259884"/>
                <a:gd name="csX241" fmla="*/ 70226 w 326289"/>
                <a:gd name="csY241" fmla="*/ 125165 h 259884"/>
                <a:gd name="csX242" fmla="*/ 70226 w 326289"/>
                <a:gd name="csY242" fmla="*/ 122299 h 259884"/>
                <a:gd name="csX243" fmla="*/ 70226 w 326289"/>
                <a:gd name="csY243" fmla="*/ 113222 h 259884"/>
                <a:gd name="csX244" fmla="*/ 70226 w 326289"/>
                <a:gd name="csY244" fmla="*/ 104145 h 259884"/>
                <a:gd name="csX245" fmla="*/ 70226 w 326289"/>
                <a:gd name="csY245" fmla="*/ 95068 h 259884"/>
                <a:gd name="csX246" fmla="*/ 70226 w 326289"/>
                <a:gd name="csY246" fmla="*/ 85991 h 259884"/>
                <a:gd name="csX247" fmla="*/ 70226 w 326289"/>
                <a:gd name="csY247" fmla="*/ 76915 h 259884"/>
                <a:gd name="csX248" fmla="*/ 70226 w 326289"/>
                <a:gd name="csY248" fmla="*/ 68316 h 259884"/>
                <a:gd name="csX249" fmla="*/ 70226 w 326289"/>
                <a:gd name="csY249" fmla="*/ 59239 h 259884"/>
                <a:gd name="csX250" fmla="*/ 70226 w 326289"/>
                <a:gd name="csY250" fmla="*/ 51117 h 259884"/>
                <a:gd name="csX251" fmla="*/ 70226 w 326289"/>
                <a:gd name="csY251" fmla="*/ 50639 h 259884"/>
                <a:gd name="csX252" fmla="*/ 71182 w 326289"/>
                <a:gd name="csY252" fmla="*/ 51595 h 259884"/>
                <a:gd name="csX253" fmla="*/ 71182 w 326289"/>
                <a:gd name="csY253" fmla="*/ 51595 h 259884"/>
                <a:gd name="csX254" fmla="*/ 77392 w 326289"/>
                <a:gd name="csY254" fmla="*/ 55894 h 259884"/>
                <a:gd name="csX255" fmla="*/ 79303 w 326289"/>
                <a:gd name="csY255" fmla="*/ 58283 h 259884"/>
                <a:gd name="csX256" fmla="*/ 80258 w 326289"/>
                <a:gd name="csY256" fmla="*/ 59716 h 259884"/>
                <a:gd name="csX257" fmla="*/ 82647 w 326289"/>
                <a:gd name="csY257" fmla="*/ 64971 h 259884"/>
                <a:gd name="csX258" fmla="*/ 84558 w 326289"/>
                <a:gd name="csY258" fmla="*/ 70226 h 259884"/>
                <a:gd name="csX259" fmla="*/ 86469 w 326289"/>
                <a:gd name="csY259" fmla="*/ 73570 h 259884"/>
                <a:gd name="csX260" fmla="*/ 86469 w 326289"/>
                <a:gd name="csY260" fmla="*/ 75481 h 259884"/>
                <a:gd name="csX261" fmla="*/ 86947 w 326289"/>
                <a:gd name="csY261" fmla="*/ 76915 h 259884"/>
                <a:gd name="csX262" fmla="*/ 86947 w 326289"/>
                <a:gd name="csY262" fmla="*/ 77870 h 259884"/>
                <a:gd name="csX263" fmla="*/ 86947 w 326289"/>
                <a:gd name="csY263" fmla="*/ 78825 h 259884"/>
                <a:gd name="csX264" fmla="*/ 85514 w 326289"/>
                <a:gd name="csY264" fmla="*/ 80736 h 259884"/>
                <a:gd name="csX265" fmla="*/ 84558 w 326289"/>
                <a:gd name="csY265" fmla="*/ 82170 h 259884"/>
                <a:gd name="csX266" fmla="*/ 83125 w 326289"/>
                <a:gd name="csY266" fmla="*/ 84558 h 259884"/>
                <a:gd name="csX267" fmla="*/ 83125 w 326289"/>
                <a:gd name="csY267" fmla="*/ 86947 h 259884"/>
                <a:gd name="csX268" fmla="*/ 83603 w 326289"/>
                <a:gd name="csY268" fmla="*/ 90291 h 259884"/>
                <a:gd name="csX269" fmla="*/ 84081 w 326289"/>
                <a:gd name="csY269" fmla="*/ 92202 h 259884"/>
                <a:gd name="csX270" fmla="*/ 85514 w 326289"/>
                <a:gd name="csY270" fmla="*/ 92680 h 259884"/>
                <a:gd name="csX271" fmla="*/ 85991 w 326289"/>
                <a:gd name="csY271" fmla="*/ 92202 h 259884"/>
                <a:gd name="csX272" fmla="*/ 87902 w 326289"/>
                <a:gd name="csY272" fmla="*/ 91724 h 259884"/>
                <a:gd name="csX273" fmla="*/ 89813 w 326289"/>
                <a:gd name="csY273" fmla="*/ 92202 h 259884"/>
                <a:gd name="csX274" fmla="*/ 91724 w 326289"/>
                <a:gd name="csY274" fmla="*/ 92680 h 259884"/>
                <a:gd name="csX275" fmla="*/ 99368 w 326289"/>
                <a:gd name="csY275" fmla="*/ 92202 h 259884"/>
                <a:gd name="csX276" fmla="*/ 100323 w 326289"/>
                <a:gd name="csY276" fmla="*/ 92202 h 259884"/>
                <a:gd name="csX277" fmla="*/ 103190 w 326289"/>
                <a:gd name="csY277" fmla="*/ 92680 h 259884"/>
                <a:gd name="csX278" fmla="*/ 104145 w 326289"/>
                <a:gd name="csY278" fmla="*/ 92202 h 259884"/>
                <a:gd name="csX279" fmla="*/ 105100 w 326289"/>
                <a:gd name="csY279" fmla="*/ 91724 h 259884"/>
                <a:gd name="csX280" fmla="*/ 105100 w 326289"/>
                <a:gd name="csY280" fmla="*/ 91724 h 259884"/>
                <a:gd name="csX281" fmla="*/ 106056 w 326289"/>
                <a:gd name="csY281" fmla="*/ 89813 h 259884"/>
                <a:gd name="csX282" fmla="*/ 106534 w 326289"/>
                <a:gd name="csY282" fmla="*/ 89335 h 259884"/>
                <a:gd name="csX283" fmla="*/ 107012 w 326289"/>
                <a:gd name="csY283" fmla="*/ 88858 h 259884"/>
                <a:gd name="csX284" fmla="*/ 108445 w 326289"/>
                <a:gd name="csY284" fmla="*/ 88858 h 259884"/>
                <a:gd name="csX285" fmla="*/ 110356 w 326289"/>
                <a:gd name="csY285" fmla="*/ 88380 h 259884"/>
                <a:gd name="csX286" fmla="*/ 112266 w 326289"/>
                <a:gd name="csY286" fmla="*/ 86947 h 259884"/>
                <a:gd name="csX287" fmla="*/ 114655 w 326289"/>
                <a:gd name="csY287" fmla="*/ 83125 h 259884"/>
                <a:gd name="csX288" fmla="*/ 119910 w 326289"/>
                <a:gd name="csY288" fmla="*/ 79781 h 259884"/>
                <a:gd name="csX289" fmla="*/ 121343 w 326289"/>
                <a:gd name="csY289" fmla="*/ 78825 h 259884"/>
                <a:gd name="csX290" fmla="*/ 122299 w 326289"/>
                <a:gd name="csY290" fmla="*/ 77870 h 259884"/>
                <a:gd name="csX291" fmla="*/ 123254 w 326289"/>
                <a:gd name="csY291" fmla="*/ 76915 h 259884"/>
                <a:gd name="csX292" fmla="*/ 124688 w 326289"/>
                <a:gd name="csY292" fmla="*/ 72615 h 259884"/>
                <a:gd name="csX293" fmla="*/ 126121 w 326289"/>
                <a:gd name="csY293" fmla="*/ 68793 h 259884"/>
                <a:gd name="csX294" fmla="*/ 126598 w 326289"/>
                <a:gd name="csY294" fmla="*/ 67360 h 259884"/>
                <a:gd name="csX295" fmla="*/ 127554 w 326289"/>
                <a:gd name="csY295" fmla="*/ 64493 h 259884"/>
                <a:gd name="csX296" fmla="*/ 129465 w 326289"/>
                <a:gd name="csY296" fmla="*/ 62583 h 259884"/>
                <a:gd name="csX297" fmla="*/ 130420 w 326289"/>
                <a:gd name="csY297" fmla="*/ 61627 h 259884"/>
                <a:gd name="csX298" fmla="*/ 131376 w 326289"/>
                <a:gd name="csY298" fmla="*/ 61627 h 259884"/>
                <a:gd name="csX299" fmla="*/ 133287 w 326289"/>
                <a:gd name="csY299" fmla="*/ 61150 h 259884"/>
                <a:gd name="csX300" fmla="*/ 135675 w 326289"/>
                <a:gd name="csY300" fmla="*/ 60672 h 259884"/>
                <a:gd name="csX301" fmla="*/ 138064 w 326289"/>
                <a:gd name="csY301" fmla="*/ 61150 h 259884"/>
                <a:gd name="csX302" fmla="*/ 140453 w 326289"/>
                <a:gd name="csY302" fmla="*/ 62105 h 259884"/>
                <a:gd name="csX303" fmla="*/ 143319 w 326289"/>
                <a:gd name="csY303" fmla="*/ 64016 h 259884"/>
                <a:gd name="csX304" fmla="*/ 146663 w 326289"/>
                <a:gd name="csY304" fmla="*/ 66405 h 259884"/>
                <a:gd name="csX305" fmla="*/ 148096 w 326289"/>
                <a:gd name="csY305" fmla="*/ 67360 h 259884"/>
                <a:gd name="csX306" fmla="*/ 149529 w 326289"/>
                <a:gd name="csY306" fmla="*/ 67838 h 259884"/>
                <a:gd name="csX307" fmla="*/ 151918 w 326289"/>
                <a:gd name="csY307" fmla="*/ 67838 h 259884"/>
                <a:gd name="csX308" fmla="*/ 153829 w 326289"/>
                <a:gd name="csY308" fmla="*/ 67838 h 259884"/>
                <a:gd name="csX309" fmla="*/ 156695 w 326289"/>
                <a:gd name="csY309" fmla="*/ 70226 h 259884"/>
                <a:gd name="csX310" fmla="*/ 158129 w 326289"/>
                <a:gd name="csY310" fmla="*/ 70226 h 259884"/>
                <a:gd name="csX311" fmla="*/ 160995 w 326289"/>
                <a:gd name="csY311" fmla="*/ 71182 h 259884"/>
                <a:gd name="csX312" fmla="*/ 160995 w 326289"/>
                <a:gd name="csY312" fmla="*/ 71182 h 259884"/>
                <a:gd name="csX313" fmla="*/ 164817 w 326289"/>
                <a:gd name="csY313" fmla="*/ 71659 h 259884"/>
                <a:gd name="csX314" fmla="*/ 167205 w 326289"/>
                <a:gd name="csY314" fmla="*/ 71659 h 259884"/>
                <a:gd name="csX315" fmla="*/ 167205 w 326289"/>
                <a:gd name="csY315" fmla="*/ 71659 h 259884"/>
                <a:gd name="csX316" fmla="*/ 170072 w 326289"/>
                <a:gd name="csY316" fmla="*/ 70226 h 259884"/>
                <a:gd name="csX317" fmla="*/ 171505 w 326289"/>
                <a:gd name="csY317" fmla="*/ 70226 h 259884"/>
                <a:gd name="csX318" fmla="*/ 173894 w 326289"/>
                <a:gd name="csY318" fmla="*/ 70704 h 259884"/>
                <a:gd name="csX319" fmla="*/ 176760 w 326289"/>
                <a:gd name="csY319" fmla="*/ 70226 h 259884"/>
                <a:gd name="csX320" fmla="*/ 178671 w 326289"/>
                <a:gd name="csY320" fmla="*/ 69749 h 259884"/>
                <a:gd name="csX321" fmla="*/ 180104 w 326289"/>
                <a:gd name="csY321" fmla="*/ 68793 h 259884"/>
                <a:gd name="csX322" fmla="*/ 181537 w 326289"/>
                <a:gd name="csY322" fmla="*/ 67360 h 259884"/>
                <a:gd name="csX323" fmla="*/ 181537 w 326289"/>
                <a:gd name="csY323" fmla="*/ 67360 h 259884"/>
                <a:gd name="csX324" fmla="*/ 182970 w 326289"/>
                <a:gd name="csY324" fmla="*/ 64016 h 259884"/>
                <a:gd name="csX325" fmla="*/ 183926 w 326289"/>
                <a:gd name="csY325" fmla="*/ 61627 h 259884"/>
                <a:gd name="csX326" fmla="*/ 184881 w 326289"/>
                <a:gd name="csY326" fmla="*/ 59239 h 259884"/>
                <a:gd name="csX327" fmla="*/ 184881 w 326289"/>
                <a:gd name="csY327" fmla="*/ 58283 h 259884"/>
                <a:gd name="csX328" fmla="*/ 186792 w 326289"/>
                <a:gd name="csY328" fmla="*/ 53984 h 259884"/>
                <a:gd name="csX329" fmla="*/ 186792 w 326289"/>
                <a:gd name="csY329" fmla="*/ 53506 h 259884"/>
                <a:gd name="csX330" fmla="*/ 187270 w 326289"/>
                <a:gd name="csY330" fmla="*/ 51117 h 259884"/>
                <a:gd name="csX331" fmla="*/ 187748 w 326289"/>
                <a:gd name="csY331" fmla="*/ 50162 h 259884"/>
                <a:gd name="csX332" fmla="*/ 190136 w 326289"/>
                <a:gd name="csY332" fmla="*/ 49206 h 259884"/>
                <a:gd name="csX333" fmla="*/ 192047 w 326289"/>
                <a:gd name="csY333" fmla="*/ 48728 h 259884"/>
                <a:gd name="csX334" fmla="*/ 197302 w 326289"/>
                <a:gd name="csY334" fmla="*/ 47773 h 259884"/>
                <a:gd name="csX335" fmla="*/ 198736 w 326289"/>
                <a:gd name="csY335" fmla="*/ 46818 h 259884"/>
                <a:gd name="csX336" fmla="*/ 198736 w 326289"/>
                <a:gd name="csY336" fmla="*/ 46818 h 259884"/>
                <a:gd name="csX337" fmla="*/ 199691 w 326289"/>
                <a:gd name="csY337" fmla="*/ 45862 h 259884"/>
                <a:gd name="csX338" fmla="*/ 202079 w 326289"/>
                <a:gd name="csY338" fmla="*/ 43474 h 259884"/>
                <a:gd name="csX339" fmla="*/ 202079 w 326289"/>
                <a:gd name="csY339" fmla="*/ 43474 h 259884"/>
                <a:gd name="csX340" fmla="*/ 203513 w 326289"/>
                <a:gd name="csY340" fmla="*/ 42040 h 259884"/>
                <a:gd name="csX341" fmla="*/ 204946 w 326289"/>
                <a:gd name="csY341" fmla="*/ 41563 h 259884"/>
                <a:gd name="csX342" fmla="*/ 206379 w 326289"/>
                <a:gd name="csY342" fmla="*/ 40129 h 259884"/>
                <a:gd name="csX343" fmla="*/ 208768 w 326289"/>
                <a:gd name="csY343" fmla="*/ 30575 h 259884"/>
                <a:gd name="csX344" fmla="*/ 209245 w 326289"/>
                <a:gd name="csY344" fmla="*/ 29619 h 259884"/>
                <a:gd name="csX345" fmla="*/ 211156 w 326289"/>
                <a:gd name="csY345" fmla="*/ 27231 h 259884"/>
                <a:gd name="csX346" fmla="*/ 211156 w 326289"/>
                <a:gd name="csY346" fmla="*/ 27231 h 259884"/>
                <a:gd name="csX347" fmla="*/ 212590 w 326289"/>
                <a:gd name="csY347" fmla="*/ 26275 h 259884"/>
                <a:gd name="csX348" fmla="*/ 213068 w 326289"/>
                <a:gd name="csY348" fmla="*/ 25798 h 259884"/>
                <a:gd name="csX349" fmla="*/ 214500 w 326289"/>
                <a:gd name="csY349" fmla="*/ 25320 h 259884"/>
                <a:gd name="csX350" fmla="*/ 215456 w 326289"/>
                <a:gd name="csY350" fmla="*/ 23886 h 259884"/>
                <a:gd name="csX351" fmla="*/ 217367 w 326289"/>
                <a:gd name="csY351" fmla="*/ 23409 h 259884"/>
                <a:gd name="csX352" fmla="*/ 217367 w 326289"/>
                <a:gd name="csY352" fmla="*/ 23409 h 259884"/>
                <a:gd name="csX353" fmla="*/ 219278 w 326289"/>
                <a:gd name="csY353" fmla="*/ 22931 h 259884"/>
                <a:gd name="csX354" fmla="*/ 220711 w 326289"/>
                <a:gd name="csY354" fmla="*/ 21976 h 259884"/>
                <a:gd name="csX355" fmla="*/ 221189 w 326289"/>
                <a:gd name="csY355" fmla="*/ 20543 h 259884"/>
                <a:gd name="csX356" fmla="*/ 221189 w 326289"/>
                <a:gd name="csY356" fmla="*/ 20543 h 259884"/>
                <a:gd name="csX357" fmla="*/ 222144 w 326289"/>
                <a:gd name="csY357" fmla="*/ 20065 h 259884"/>
                <a:gd name="csX358" fmla="*/ 223577 w 326289"/>
                <a:gd name="csY358" fmla="*/ 20065 h 259884"/>
                <a:gd name="csX359" fmla="*/ 224533 w 326289"/>
                <a:gd name="csY359" fmla="*/ 19587 h 259884"/>
                <a:gd name="csX360" fmla="*/ 224533 w 326289"/>
                <a:gd name="csY360" fmla="*/ 18632 h 259884"/>
                <a:gd name="csX361" fmla="*/ 225488 w 326289"/>
                <a:gd name="csY361" fmla="*/ 17676 h 259884"/>
                <a:gd name="csX362" fmla="*/ 227399 w 326289"/>
                <a:gd name="csY362" fmla="*/ 17198 h 259884"/>
                <a:gd name="csX363" fmla="*/ 227877 w 326289"/>
                <a:gd name="csY363" fmla="*/ 16243 h 259884"/>
                <a:gd name="csX364" fmla="*/ 227877 w 326289"/>
                <a:gd name="csY364" fmla="*/ 15287 h 259884"/>
                <a:gd name="csX365" fmla="*/ 229788 w 326289"/>
                <a:gd name="csY365" fmla="*/ 13377 h 259884"/>
                <a:gd name="csX366" fmla="*/ 233610 w 326289"/>
                <a:gd name="csY366" fmla="*/ 9555 h 259884"/>
                <a:gd name="csX367" fmla="*/ 236954 w 326289"/>
                <a:gd name="csY367" fmla="*/ 7644 h 259884"/>
                <a:gd name="csX368" fmla="*/ 240298 w 326289"/>
                <a:gd name="csY368" fmla="*/ 7166 h 259884"/>
                <a:gd name="csX369" fmla="*/ 243164 w 326289"/>
                <a:gd name="csY369" fmla="*/ 6688 h 259884"/>
                <a:gd name="csX370" fmla="*/ 246031 w 326289"/>
                <a:gd name="csY370" fmla="*/ 5733 h 259884"/>
                <a:gd name="csX371" fmla="*/ 247941 w 326289"/>
                <a:gd name="csY371" fmla="*/ 3822 h 259884"/>
                <a:gd name="csX372" fmla="*/ 249375 w 326289"/>
                <a:gd name="csY372" fmla="*/ 1433 h 259884"/>
                <a:gd name="csX373" fmla="*/ 251763 w 326289"/>
                <a:gd name="csY373" fmla="*/ 478 h 259884"/>
                <a:gd name="csX374" fmla="*/ 256063 w 326289"/>
                <a:gd name="csY374" fmla="*/ 0 h 2598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</a:cxnLst>
              <a:rect l="l" t="t" r="r" b="b"/>
              <a:pathLst>
                <a:path w="326289" h="259884">
                  <a:moveTo>
                    <a:pt x="294759" y="3822"/>
                  </a:moveTo>
                  <a:lnTo>
                    <a:pt x="294759" y="5255"/>
                  </a:lnTo>
                  <a:lnTo>
                    <a:pt x="294759" y="5733"/>
                  </a:lnTo>
                  <a:lnTo>
                    <a:pt x="295714" y="8121"/>
                  </a:lnTo>
                  <a:lnTo>
                    <a:pt x="297148" y="12421"/>
                  </a:lnTo>
                  <a:lnTo>
                    <a:pt x="298103" y="16243"/>
                  </a:lnTo>
                  <a:lnTo>
                    <a:pt x="299536" y="21020"/>
                  </a:lnTo>
                  <a:lnTo>
                    <a:pt x="299536" y="23886"/>
                  </a:lnTo>
                  <a:lnTo>
                    <a:pt x="299536" y="25320"/>
                  </a:lnTo>
                  <a:lnTo>
                    <a:pt x="300970" y="26753"/>
                  </a:lnTo>
                  <a:lnTo>
                    <a:pt x="302403" y="29142"/>
                  </a:lnTo>
                  <a:lnTo>
                    <a:pt x="302880" y="30575"/>
                  </a:lnTo>
                  <a:lnTo>
                    <a:pt x="303358" y="31530"/>
                  </a:lnTo>
                  <a:lnTo>
                    <a:pt x="304791" y="33441"/>
                  </a:lnTo>
                  <a:lnTo>
                    <a:pt x="305747" y="36308"/>
                  </a:lnTo>
                  <a:lnTo>
                    <a:pt x="306702" y="40129"/>
                  </a:lnTo>
                  <a:lnTo>
                    <a:pt x="307658" y="42040"/>
                  </a:lnTo>
                  <a:lnTo>
                    <a:pt x="308136" y="42996"/>
                  </a:lnTo>
                  <a:lnTo>
                    <a:pt x="308136" y="44429"/>
                  </a:lnTo>
                  <a:lnTo>
                    <a:pt x="308136" y="48251"/>
                  </a:lnTo>
                  <a:lnTo>
                    <a:pt x="308136" y="52073"/>
                  </a:lnTo>
                  <a:lnTo>
                    <a:pt x="308136" y="56850"/>
                  </a:lnTo>
                  <a:lnTo>
                    <a:pt x="308136" y="60672"/>
                  </a:lnTo>
                  <a:lnTo>
                    <a:pt x="308136" y="62583"/>
                  </a:lnTo>
                  <a:lnTo>
                    <a:pt x="308136" y="67838"/>
                  </a:lnTo>
                  <a:lnTo>
                    <a:pt x="307180" y="70704"/>
                  </a:lnTo>
                  <a:lnTo>
                    <a:pt x="307180" y="73093"/>
                  </a:lnTo>
                  <a:lnTo>
                    <a:pt x="307658" y="74526"/>
                  </a:lnTo>
                  <a:lnTo>
                    <a:pt x="307658" y="74526"/>
                  </a:lnTo>
                  <a:lnTo>
                    <a:pt x="307180" y="75004"/>
                  </a:lnTo>
                  <a:lnTo>
                    <a:pt x="306225" y="75004"/>
                  </a:lnTo>
                  <a:lnTo>
                    <a:pt x="306225" y="75004"/>
                  </a:lnTo>
                  <a:lnTo>
                    <a:pt x="301447" y="72615"/>
                  </a:lnTo>
                  <a:lnTo>
                    <a:pt x="297148" y="70226"/>
                  </a:lnTo>
                  <a:lnTo>
                    <a:pt x="296193" y="70226"/>
                  </a:lnTo>
                  <a:lnTo>
                    <a:pt x="295714" y="70226"/>
                  </a:lnTo>
                  <a:lnTo>
                    <a:pt x="295237" y="70704"/>
                  </a:lnTo>
                  <a:lnTo>
                    <a:pt x="292848" y="72137"/>
                  </a:lnTo>
                  <a:lnTo>
                    <a:pt x="290459" y="75004"/>
                  </a:lnTo>
                  <a:lnTo>
                    <a:pt x="289504" y="77392"/>
                  </a:lnTo>
                  <a:lnTo>
                    <a:pt x="287593" y="79781"/>
                  </a:lnTo>
                  <a:lnTo>
                    <a:pt x="284727" y="83603"/>
                  </a:lnTo>
                  <a:lnTo>
                    <a:pt x="284727" y="84558"/>
                  </a:lnTo>
                  <a:lnTo>
                    <a:pt x="284727" y="87902"/>
                  </a:lnTo>
                  <a:lnTo>
                    <a:pt x="284727" y="90769"/>
                  </a:lnTo>
                  <a:lnTo>
                    <a:pt x="285205" y="91247"/>
                  </a:lnTo>
                  <a:lnTo>
                    <a:pt x="286638" y="91247"/>
                  </a:lnTo>
                  <a:lnTo>
                    <a:pt x="286638" y="91247"/>
                  </a:lnTo>
                  <a:lnTo>
                    <a:pt x="287593" y="94113"/>
                  </a:lnTo>
                  <a:lnTo>
                    <a:pt x="289982" y="97935"/>
                  </a:lnTo>
                  <a:lnTo>
                    <a:pt x="294282" y="100323"/>
                  </a:lnTo>
                  <a:lnTo>
                    <a:pt x="298103" y="101757"/>
                  </a:lnTo>
                  <a:lnTo>
                    <a:pt x="303358" y="101757"/>
                  </a:lnTo>
                  <a:lnTo>
                    <a:pt x="307658" y="101757"/>
                  </a:lnTo>
                  <a:lnTo>
                    <a:pt x="307658" y="98890"/>
                  </a:lnTo>
                  <a:lnTo>
                    <a:pt x="308136" y="94591"/>
                  </a:lnTo>
                  <a:lnTo>
                    <a:pt x="308613" y="91724"/>
                  </a:lnTo>
                  <a:lnTo>
                    <a:pt x="309091" y="91724"/>
                  </a:lnTo>
                  <a:lnTo>
                    <a:pt x="310046" y="92202"/>
                  </a:lnTo>
                  <a:lnTo>
                    <a:pt x="311002" y="92202"/>
                  </a:lnTo>
                  <a:lnTo>
                    <a:pt x="311002" y="92202"/>
                  </a:lnTo>
                  <a:lnTo>
                    <a:pt x="312435" y="92202"/>
                  </a:lnTo>
                  <a:lnTo>
                    <a:pt x="315779" y="92680"/>
                  </a:lnTo>
                  <a:lnTo>
                    <a:pt x="318168" y="92680"/>
                  </a:lnTo>
                  <a:lnTo>
                    <a:pt x="320557" y="92680"/>
                  </a:lnTo>
                  <a:lnTo>
                    <a:pt x="323901" y="92680"/>
                  </a:lnTo>
                  <a:lnTo>
                    <a:pt x="326289" y="92680"/>
                  </a:lnTo>
                  <a:lnTo>
                    <a:pt x="326289" y="92680"/>
                  </a:lnTo>
                  <a:lnTo>
                    <a:pt x="325334" y="96979"/>
                  </a:lnTo>
                  <a:lnTo>
                    <a:pt x="322468" y="104623"/>
                  </a:lnTo>
                  <a:lnTo>
                    <a:pt x="321512" y="107967"/>
                  </a:lnTo>
                  <a:lnTo>
                    <a:pt x="319123" y="119910"/>
                  </a:lnTo>
                  <a:lnTo>
                    <a:pt x="316257" y="126121"/>
                  </a:lnTo>
                  <a:lnTo>
                    <a:pt x="314346" y="128987"/>
                  </a:lnTo>
                  <a:lnTo>
                    <a:pt x="309091" y="133287"/>
                  </a:lnTo>
                  <a:lnTo>
                    <a:pt x="307658" y="134242"/>
                  </a:lnTo>
                  <a:lnTo>
                    <a:pt x="306702" y="134720"/>
                  </a:lnTo>
                  <a:lnTo>
                    <a:pt x="304314" y="135198"/>
                  </a:lnTo>
                  <a:lnTo>
                    <a:pt x="295714" y="144274"/>
                  </a:lnTo>
                  <a:lnTo>
                    <a:pt x="292370" y="149052"/>
                  </a:lnTo>
                  <a:lnTo>
                    <a:pt x="289504" y="155262"/>
                  </a:lnTo>
                  <a:lnTo>
                    <a:pt x="286160" y="159084"/>
                  </a:lnTo>
                  <a:lnTo>
                    <a:pt x="282338" y="166728"/>
                  </a:lnTo>
                  <a:lnTo>
                    <a:pt x="278516" y="172461"/>
                  </a:lnTo>
                  <a:lnTo>
                    <a:pt x="274695" y="177715"/>
                  </a:lnTo>
                  <a:lnTo>
                    <a:pt x="268484" y="185359"/>
                  </a:lnTo>
                  <a:lnTo>
                    <a:pt x="265618" y="187270"/>
                  </a:lnTo>
                  <a:lnTo>
                    <a:pt x="263707" y="188226"/>
                  </a:lnTo>
                  <a:lnTo>
                    <a:pt x="258929" y="192525"/>
                  </a:lnTo>
                  <a:lnTo>
                    <a:pt x="251763" y="199691"/>
                  </a:lnTo>
                  <a:lnTo>
                    <a:pt x="246509" y="205902"/>
                  </a:lnTo>
                  <a:lnTo>
                    <a:pt x="238387" y="213068"/>
                  </a:lnTo>
                  <a:lnTo>
                    <a:pt x="233610" y="215934"/>
                  </a:lnTo>
                  <a:lnTo>
                    <a:pt x="226444" y="222144"/>
                  </a:lnTo>
                  <a:lnTo>
                    <a:pt x="224533" y="223100"/>
                  </a:lnTo>
                  <a:lnTo>
                    <a:pt x="216889" y="228833"/>
                  </a:lnTo>
                  <a:lnTo>
                    <a:pt x="211156" y="232177"/>
                  </a:lnTo>
                  <a:lnTo>
                    <a:pt x="201602" y="236476"/>
                  </a:lnTo>
                  <a:lnTo>
                    <a:pt x="198258" y="237432"/>
                  </a:lnTo>
                  <a:lnTo>
                    <a:pt x="189659" y="236476"/>
                  </a:lnTo>
                  <a:lnTo>
                    <a:pt x="185837" y="236954"/>
                  </a:lnTo>
                  <a:lnTo>
                    <a:pt x="182970" y="239343"/>
                  </a:lnTo>
                  <a:lnTo>
                    <a:pt x="182493" y="243164"/>
                  </a:lnTo>
                  <a:lnTo>
                    <a:pt x="181060" y="243642"/>
                  </a:lnTo>
                  <a:lnTo>
                    <a:pt x="179149" y="243642"/>
                  </a:lnTo>
                  <a:lnTo>
                    <a:pt x="172938" y="242209"/>
                  </a:lnTo>
                  <a:lnTo>
                    <a:pt x="170072" y="242209"/>
                  </a:lnTo>
                  <a:lnTo>
                    <a:pt x="168161" y="244120"/>
                  </a:lnTo>
                  <a:lnTo>
                    <a:pt x="166250" y="246509"/>
                  </a:lnTo>
                  <a:lnTo>
                    <a:pt x="161950" y="246509"/>
                  </a:lnTo>
                  <a:lnTo>
                    <a:pt x="153829" y="244120"/>
                  </a:lnTo>
                  <a:lnTo>
                    <a:pt x="143797" y="242687"/>
                  </a:lnTo>
                  <a:lnTo>
                    <a:pt x="141886" y="242687"/>
                  </a:lnTo>
                  <a:lnTo>
                    <a:pt x="137108" y="244120"/>
                  </a:lnTo>
                  <a:lnTo>
                    <a:pt x="135675" y="244598"/>
                  </a:lnTo>
                  <a:lnTo>
                    <a:pt x="128509" y="244120"/>
                  </a:lnTo>
                  <a:lnTo>
                    <a:pt x="124688" y="243164"/>
                  </a:lnTo>
                  <a:lnTo>
                    <a:pt x="121343" y="243164"/>
                  </a:lnTo>
                  <a:lnTo>
                    <a:pt x="118477" y="244120"/>
                  </a:lnTo>
                  <a:lnTo>
                    <a:pt x="115133" y="244120"/>
                  </a:lnTo>
                  <a:lnTo>
                    <a:pt x="106056" y="250808"/>
                  </a:lnTo>
                  <a:lnTo>
                    <a:pt x="101279" y="250808"/>
                  </a:lnTo>
                  <a:lnTo>
                    <a:pt x="97457" y="251763"/>
                  </a:lnTo>
                  <a:lnTo>
                    <a:pt x="95546" y="251763"/>
                  </a:lnTo>
                  <a:lnTo>
                    <a:pt x="91724" y="250808"/>
                  </a:lnTo>
                  <a:lnTo>
                    <a:pt x="90291" y="250808"/>
                  </a:lnTo>
                  <a:lnTo>
                    <a:pt x="88380" y="251286"/>
                  </a:lnTo>
                  <a:lnTo>
                    <a:pt x="85991" y="252241"/>
                  </a:lnTo>
                  <a:lnTo>
                    <a:pt x="81214" y="252719"/>
                  </a:lnTo>
                  <a:lnTo>
                    <a:pt x="79303" y="254152"/>
                  </a:lnTo>
                  <a:lnTo>
                    <a:pt x="71182" y="259885"/>
                  </a:lnTo>
                  <a:lnTo>
                    <a:pt x="69271" y="259885"/>
                  </a:lnTo>
                  <a:lnTo>
                    <a:pt x="67838" y="259407"/>
                  </a:lnTo>
                  <a:lnTo>
                    <a:pt x="63538" y="259407"/>
                  </a:lnTo>
                  <a:lnTo>
                    <a:pt x="58761" y="256063"/>
                  </a:lnTo>
                  <a:lnTo>
                    <a:pt x="56850" y="256541"/>
                  </a:lnTo>
                  <a:lnTo>
                    <a:pt x="57328" y="255108"/>
                  </a:lnTo>
                  <a:lnTo>
                    <a:pt x="57328" y="253675"/>
                  </a:lnTo>
                  <a:lnTo>
                    <a:pt x="56372" y="252241"/>
                  </a:lnTo>
                  <a:lnTo>
                    <a:pt x="55894" y="251763"/>
                  </a:lnTo>
                  <a:lnTo>
                    <a:pt x="53983" y="251763"/>
                  </a:lnTo>
                  <a:lnTo>
                    <a:pt x="52550" y="250330"/>
                  </a:lnTo>
                  <a:lnTo>
                    <a:pt x="49684" y="250330"/>
                  </a:lnTo>
                  <a:lnTo>
                    <a:pt x="48728" y="250808"/>
                  </a:lnTo>
                  <a:lnTo>
                    <a:pt x="47295" y="250808"/>
                  </a:lnTo>
                  <a:lnTo>
                    <a:pt x="47295" y="249375"/>
                  </a:lnTo>
                  <a:lnTo>
                    <a:pt x="47295" y="248419"/>
                  </a:lnTo>
                  <a:lnTo>
                    <a:pt x="47295" y="246986"/>
                  </a:lnTo>
                  <a:lnTo>
                    <a:pt x="46817" y="245075"/>
                  </a:lnTo>
                  <a:lnTo>
                    <a:pt x="45862" y="244598"/>
                  </a:lnTo>
                  <a:lnTo>
                    <a:pt x="44907" y="244598"/>
                  </a:lnTo>
                  <a:lnTo>
                    <a:pt x="42996" y="244598"/>
                  </a:lnTo>
                  <a:lnTo>
                    <a:pt x="41563" y="244598"/>
                  </a:lnTo>
                  <a:lnTo>
                    <a:pt x="41085" y="245075"/>
                  </a:lnTo>
                  <a:lnTo>
                    <a:pt x="40129" y="246509"/>
                  </a:lnTo>
                  <a:lnTo>
                    <a:pt x="40129" y="250330"/>
                  </a:lnTo>
                  <a:lnTo>
                    <a:pt x="39174" y="249375"/>
                  </a:lnTo>
                  <a:lnTo>
                    <a:pt x="37741" y="246986"/>
                  </a:lnTo>
                  <a:lnTo>
                    <a:pt x="37741" y="244598"/>
                  </a:lnTo>
                  <a:lnTo>
                    <a:pt x="38218" y="241253"/>
                  </a:lnTo>
                  <a:lnTo>
                    <a:pt x="40129" y="240298"/>
                  </a:lnTo>
                  <a:lnTo>
                    <a:pt x="40129" y="238387"/>
                  </a:lnTo>
                  <a:lnTo>
                    <a:pt x="39651" y="236476"/>
                  </a:lnTo>
                  <a:lnTo>
                    <a:pt x="37263" y="232177"/>
                  </a:lnTo>
                  <a:lnTo>
                    <a:pt x="36308" y="230266"/>
                  </a:lnTo>
                  <a:lnTo>
                    <a:pt x="33919" y="228833"/>
                  </a:lnTo>
                  <a:lnTo>
                    <a:pt x="32486" y="225488"/>
                  </a:lnTo>
                  <a:lnTo>
                    <a:pt x="31052" y="224533"/>
                  </a:lnTo>
                  <a:lnTo>
                    <a:pt x="30097" y="222144"/>
                  </a:lnTo>
                  <a:lnTo>
                    <a:pt x="28664" y="220233"/>
                  </a:lnTo>
                  <a:lnTo>
                    <a:pt x="28186" y="217367"/>
                  </a:lnTo>
                  <a:lnTo>
                    <a:pt x="29142" y="215934"/>
                  </a:lnTo>
                  <a:lnTo>
                    <a:pt x="30097" y="214978"/>
                  </a:lnTo>
                  <a:lnTo>
                    <a:pt x="31530" y="216412"/>
                  </a:lnTo>
                  <a:lnTo>
                    <a:pt x="33441" y="215934"/>
                  </a:lnTo>
                  <a:lnTo>
                    <a:pt x="35830" y="213545"/>
                  </a:lnTo>
                  <a:lnTo>
                    <a:pt x="37263" y="210679"/>
                  </a:lnTo>
                  <a:lnTo>
                    <a:pt x="37741" y="205424"/>
                  </a:lnTo>
                  <a:lnTo>
                    <a:pt x="37263" y="202080"/>
                  </a:lnTo>
                  <a:lnTo>
                    <a:pt x="35352" y="193958"/>
                  </a:lnTo>
                  <a:lnTo>
                    <a:pt x="34397" y="192525"/>
                  </a:lnTo>
                  <a:lnTo>
                    <a:pt x="29619" y="186314"/>
                  </a:lnTo>
                  <a:lnTo>
                    <a:pt x="24842" y="178671"/>
                  </a:lnTo>
                  <a:lnTo>
                    <a:pt x="18154" y="166728"/>
                  </a:lnTo>
                  <a:lnTo>
                    <a:pt x="14810" y="159562"/>
                  </a:lnTo>
                  <a:lnTo>
                    <a:pt x="10032" y="144752"/>
                  </a:lnTo>
                  <a:lnTo>
                    <a:pt x="6210" y="136631"/>
                  </a:lnTo>
                  <a:lnTo>
                    <a:pt x="956" y="128987"/>
                  </a:lnTo>
                  <a:lnTo>
                    <a:pt x="0" y="128509"/>
                  </a:lnTo>
                  <a:lnTo>
                    <a:pt x="956" y="128032"/>
                  </a:lnTo>
                  <a:lnTo>
                    <a:pt x="3822" y="126121"/>
                  </a:lnTo>
                  <a:lnTo>
                    <a:pt x="4777" y="125643"/>
                  </a:lnTo>
                  <a:lnTo>
                    <a:pt x="5733" y="125643"/>
                  </a:lnTo>
                  <a:lnTo>
                    <a:pt x="6210" y="125165"/>
                  </a:lnTo>
                  <a:lnTo>
                    <a:pt x="6210" y="125165"/>
                  </a:lnTo>
                  <a:lnTo>
                    <a:pt x="7166" y="124210"/>
                  </a:lnTo>
                  <a:lnTo>
                    <a:pt x="7166" y="123254"/>
                  </a:lnTo>
                  <a:lnTo>
                    <a:pt x="7644" y="121343"/>
                  </a:lnTo>
                  <a:lnTo>
                    <a:pt x="8121" y="120388"/>
                  </a:lnTo>
                  <a:lnTo>
                    <a:pt x="8599" y="118477"/>
                  </a:lnTo>
                  <a:lnTo>
                    <a:pt x="10032" y="117522"/>
                  </a:lnTo>
                  <a:lnTo>
                    <a:pt x="12421" y="116566"/>
                  </a:lnTo>
                  <a:lnTo>
                    <a:pt x="12421" y="116566"/>
                  </a:lnTo>
                  <a:lnTo>
                    <a:pt x="14332" y="117522"/>
                  </a:lnTo>
                  <a:lnTo>
                    <a:pt x="14332" y="117522"/>
                  </a:lnTo>
                  <a:lnTo>
                    <a:pt x="14810" y="118955"/>
                  </a:lnTo>
                  <a:lnTo>
                    <a:pt x="15287" y="119910"/>
                  </a:lnTo>
                  <a:lnTo>
                    <a:pt x="16243" y="120866"/>
                  </a:lnTo>
                  <a:lnTo>
                    <a:pt x="17198" y="120866"/>
                  </a:lnTo>
                  <a:lnTo>
                    <a:pt x="18154" y="121343"/>
                  </a:lnTo>
                  <a:lnTo>
                    <a:pt x="18632" y="123254"/>
                  </a:lnTo>
                  <a:lnTo>
                    <a:pt x="18632" y="124688"/>
                  </a:lnTo>
                  <a:lnTo>
                    <a:pt x="18154" y="125165"/>
                  </a:lnTo>
                  <a:lnTo>
                    <a:pt x="18154" y="126121"/>
                  </a:lnTo>
                  <a:lnTo>
                    <a:pt x="19109" y="127554"/>
                  </a:lnTo>
                  <a:lnTo>
                    <a:pt x="19587" y="128987"/>
                  </a:lnTo>
                  <a:lnTo>
                    <a:pt x="20065" y="130420"/>
                  </a:lnTo>
                  <a:lnTo>
                    <a:pt x="23409" y="131376"/>
                  </a:lnTo>
                  <a:lnTo>
                    <a:pt x="25320" y="131854"/>
                  </a:lnTo>
                  <a:lnTo>
                    <a:pt x="27708" y="131854"/>
                  </a:lnTo>
                  <a:lnTo>
                    <a:pt x="30575" y="132809"/>
                  </a:lnTo>
                  <a:lnTo>
                    <a:pt x="32963" y="133764"/>
                  </a:lnTo>
                  <a:lnTo>
                    <a:pt x="37263" y="134242"/>
                  </a:lnTo>
                  <a:lnTo>
                    <a:pt x="42996" y="133764"/>
                  </a:lnTo>
                  <a:lnTo>
                    <a:pt x="47773" y="133764"/>
                  </a:lnTo>
                  <a:lnTo>
                    <a:pt x="51595" y="135198"/>
                  </a:lnTo>
                  <a:lnTo>
                    <a:pt x="53983" y="135198"/>
                  </a:lnTo>
                  <a:lnTo>
                    <a:pt x="55894" y="134720"/>
                  </a:lnTo>
                  <a:lnTo>
                    <a:pt x="55894" y="134720"/>
                  </a:lnTo>
                  <a:lnTo>
                    <a:pt x="56372" y="133287"/>
                  </a:lnTo>
                  <a:lnTo>
                    <a:pt x="56372" y="133287"/>
                  </a:lnTo>
                  <a:lnTo>
                    <a:pt x="56372" y="131854"/>
                  </a:lnTo>
                  <a:lnTo>
                    <a:pt x="56850" y="131376"/>
                  </a:lnTo>
                  <a:lnTo>
                    <a:pt x="56850" y="130898"/>
                  </a:lnTo>
                  <a:lnTo>
                    <a:pt x="56850" y="130898"/>
                  </a:lnTo>
                  <a:lnTo>
                    <a:pt x="58761" y="130898"/>
                  </a:lnTo>
                  <a:lnTo>
                    <a:pt x="60194" y="129465"/>
                  </a:lnTo>
                  <a:lnTo>
                    <a:pt x="61627" y="128032"/>
                  </a:lnTo>
                  <a:lnTo>
                    <a:pt x="64016" y="126121"/>
                  </a:lnTo>
                  <a:lnTo>
                    <a:pt x="68315" y="125165"/>
                  </a:lnTo>
                  <a:lnTo>
                    <a:pt x="70226" y="125165"/>
                  </a:lnTo>
                  <a:lnTo>
                    <a:pt x="70226" y="125165"/>
                  </a:lnTo>
                  <a:lnTo>
                    <a:pt x="70226" y="122299"/>
                  </a:lnTo>
                  <a:lnTo>
                    <a:pt x="70226" y="113222"/>
                  </a:lnTo>
                  <a:lnTo>
                    <a:pt x="70226" y="104145"/>
                  </a:lnTo>
                  <a:lnTo>
                    <a:pt x="70226" y="95068"/>
                  </a:lnTo>
                  <a:lnTo>
                    <a:pt x="70226" y="85991"/>
                  </a:lnTo>
                  <a:lnTo>
                    <a:pt x="70226" y="76915"/>
                  </a:lnTo>
                  <a:lnTo>
                    <a:pt x="70226" y="68316"/>
                  </a:lnTo>
                  <a:lnTo>
                    <a:pt x="70226" y="59239"/>
                  </a:lnTo>
                  <a:lnTo>
                    <a:pt x="70226" y="51117"/>
                  </a:lnTo>
                  <a:lnTo>
                    <a:pt x="70226" y="50639"/>
                  </a:lnTo>
                  <a:lnTo>
                    <a:pt x="71182" y="51595"/>
                  </a:lnTo>
                  <a:lnTo>
                    <a:pt x="71182" y="51595"/>
                  </a:lnTo>
                  <a:lnTo>
                    <a:pt x="77392" y="55894"/>
                  </a:lnTo>
                  <a:lnTo>
                    <a:pt x="79303" y="58283"/>
                  </a:lnTo>
                  <a:lnTo>
                    <a:pt x="80258" y="59716"/>
                  </a:lnTo>
                  <a:lnTo>
                    <a:pt x="82647" y="64971"/>
                  </a:lnTo>
                  <a:lnTo>
                    <a:pt x="84558" y="70226"/>
                  </a:lnTo>
                  <a:lnTo>
                    <a:pt x="86469" y="73570"/>
                  </a:lnTo>
                  <a:lnTo>
                    <a:pt x="86469" y="75481"/>
                  </a:lnTo>
                  <a:lnTo>
                    <a:pt x="86947" y="76915"/>
                  </a:lnTo>
                  <a:lnTo>
                    <a:pt x="86947" y="77870"/>
                  </a:lnTo>
                  <a:lnTo>
                    <a:pt x="86947" y="78825"/>
                  </a:lnTo>
                  <a:lnTo>
                    <a:pt x="85514" y="80736"/>
                  </a:lnTo>
                  <a:lnTo>
                    <a:pt x="84558" y="82170"/>
                  </a:lnTo>
                  <a:lnTo>
                    <a:pt x="83125" y="84558"/>
                  </a:lnTo>
                  <a:lnTo>
                    <a:pt x="83125" y="86947"/>
                  </a:lnTo>
                  <a:lnTo>
                    <a:pt x="83603" y="90291"/>
                  </a:lnTo>
                  <a:lnTo>
                    <a:pt x="84081" y="92202"/>
                  </a:lnTo>
                  <a:lnTo>
                    <a:pt x="85514" y="92680"/>
                  </a:lnTo>
                  <a:lnTo>
                    <a:pt x="85991" y="92202"/>
                  </a:lnTo>
                  <a:lnTo>
                    <a:pt x="87902" y="91724"/>
                  </a:lnTo>
                  <a:lnTo>
                    <a:pt x="89813" y="92202"/>
                  </a:lnTo>
                  <a:lnTo>
                    <a:pt x="91724" y="92680"/>
                  </a:lnTo>
                  <a:lnTo>
                    <a:pt x="99368" y="92202"/>
                  </a:lnTo>
                  <a:lnTo>
                    <a:pt x="100323" y="92202"/>
                  </a:lnTo>
                  <a:lnTo>
                    <a:pt x="103190" y="92680"/>
                  </a:lnTo>
                  <a:lnTo>
                    <a:pt x="104145" y="92202"/>
                  </a:lnTo>
                  <a:lnTo>
                    <a:pt x="105100" y="91724"/>
                  </a:lnTo>
                  <a:lnTo>
                    <a:pt x="105100" y="91724"/>
                  </a:lnTo>
                  <a:lnTo>
                    <a:pt x="106056" y="89813"/>
                  </a:lnTo>
                  <a:lnTo>
                    <a:pt x="106534" y="89335"/>
                  </a:lnTo>
                  <a:lnTo>
                    <a:pt x="107012" y="88858"/>
                  </a:lnTo>
                  <a:lnTo>
                    <a:pt x="108445" y="88858"/>
                  </a:lnTo>
                  <a:lnTo>
                    <a:pt x="110356" y="88380"/>
                  </a:lnTo>
                  <a:lnTo>
                    <a:pt x="112266" y="86947"/>
                  </a:lnTo>
                  <a:lnTo>
                    <a:pt x="114655" y="83125"/>
                  </a:lnTo>
                  <a:lnTo>
                    <a:pt x="119910" y="79781"/>
                  </a:lnTo>
                  <a:lnTo>
                    <a:pt x="121343" y="78825"/>
                  </a:lnTo>
                  <a:lnTo>
                    <a:pt x="122299" y="77870"/>
                  </a:lnTo>
                  <a:lnTo>
                    <a:pt x="123254" y="76915"/>
                  </a:lnTo>
                  <a:lnTo>
                    <a:pt x="124688" y="72615"/>
                  </a:lnTo>
                  <a:lnTo>
                    <a:pt x="126121" y="68793"/>
                  </a:lnTo>
                  <a:lnTo>
                    <a:pt x="126598" y="67360"/>
                  </a:lnTo>
                  <a:lnTo>
                    <a:pt x="127554" y="64493"/>
                  </a:lnTo>
                  <a:lnTo>
                    <a:pt x="129465" y="62583"/>
                  </a:lnTo>
                  <a:lnTo>
                    <a:pt x="130420" y="61627"/>
                  </a:lnTo>
                  <a:lnTo>
                    <a:pt x="131376" y="61627"/>
                  </a:lnTo>
                  <a:lnTo>
                    <a:pt x="133287" y="61150"/>
                  </a:lnTo>
                  <a:lnTo>
                    <a:pt x="135675" y="60672"/>
                  </a:lnTo>
                  <a:lnTo>
                    <a:pt x="138064" y="61150"/>
                  </a:lnTo>
                  <a:lnTo>
                    <a:pt x="140453" y="62105"/>
                  </a:lnTo>
                  <a:lnTo>
                    <a:pt x="143319" y="64016"/>
                  </a:lnTo>
                  <a:lnTo>
                    <a:pt x="146663" y="66405"/>
                  </a:lnTo>
                  <a:lnTo>
                    <a:pt x="148096" y="67360"/>
                  </a:lnTo>
                  <a:lnTo>
                    <a:pt x="149529" y="67838"/>
                  </a:lnTo>
                  <a:lnTo>
                    <a:pt x="151918" y="67838"/>
                  </a:lnTo>
                  <a:lnTo>
                    <a:pt x="153829" y="67838"/>
                  </a:lnTo>
                  <a:lnTo>
                    <a:pt x="156695" y="70226"/>
                  </a:lnTo>
                  <a:lnTo>
                    <a:pt x="158129" y="70226"/>
                  </a:lnTo>
                  <a:lnTo>
                    <a:pt x="160995" y="71182"/>
                  </a:lnTo>
                  <a:lnTo>
                    <a:pt x="160995" y="71182"/>
                  </a:lnTo>
                  <a:lnTo>
                    <a:pt x="164817" y="71659"/>
                  </a:lnTo>
                  <a:lnTo>
                    <a:pt x="167205" y="71659"/>
                  </a:lnTo>
                  <a:lnTo>
                    <a:pt x="167205" y="71659"/>
                  </a:lnTo>
                  <a:lnTo>
                    <a:pt x="170072" y="70226"/>
                  </a:lnTo>
                  <a:lnTo>
                    <a:pt x="171505" y="70226"/>
                  </a:lnTo>
                  <a:lnTo>
                    <a:pt x="173894" y="70704"/>
                  </a:lnTo>
                  <a:lnTo>
                    <a:pt x="176760" y="70226"/>
                  </a:lnTo>
                  <a:lnTo>
                    <a:pt x="178671" y="69749"/>
                  </a:lnTo>
                  <a:lnTo>
                    <a:pt x="180104" y="68793"/>
                  </a:lnTo>
                  <a:lnTo>
                    <a:pt x="181537" y="67360"/>
                  </a:lnTo>
                  <a:lnTo>
                    <a:pt x="181537" y="67360"/>
                  </a:lnTo>
                  <a:lnTo>
                    <a:pt x="182970" y="64016"/>
                  </a:lnTo>
                  <a:lnTo>
                    <a:pt x="183926" y="61627"/>
                  </a:lnTo>
                  <a:lnTo>
                    <a:pt x="184881" y="59239"/>
                  </a:lnTo>
                  <a:lnTo>
                    <a:pt x="184881" y="58283"/>
                  </a:lnTo>
                  <a:lnTo>
                    <a:pt x="186792" y="53984"/>
                  </a:lnTo>
                  <a:lnTo>
                    <a:pt x="186792" y="53506"/>
                  </a:lnTo>
                  <a:lnTo>
                    <a:pt x="187270" y="51117"/>
                  </a:lnTo>
                  <a:lnTo>
                    <a:pt x="187748" y="50162"/>
                  </a:lnTo>
                  <a:lnTo>
                    <a:pt x="190136" y="49206"/>
                  </a:lnTo>
                  <a:lnTo>
                    <a:pt x="192047" y="48728"/>
                  </a:lnTo>
                  <a:lnTo>
                    <a:pt x="197302" y="47773"/>
                  </a:lnTo>
                  <a:lnTo>
                    <a:pt x="198736" y="46818"/>
                  </a:lnTo>
                  <a:lnTo>
                    <a:pt x="198736" y="46818"/>
                  </a:lnTo>
                  <a:lnTo>
                    <a:pt x="199691" y="45862"/>
                  </a:lnTo>
                  <a:lnTo>
                    <a:pt x="202079" y="43474"/>
                  </a:lnTo>
                  <a:lnTo>
                    <a:pt x="202079" y="43474"/>
                  </a:lnTo>
                  <a:lnTo>
                    <a:pt x="203513" y="42040"/>
                  </a:lnTo>
                  <a:lnTo>
                    <a:pt x="204946" y="41563"/>
                  </a:lnTo>
                  <a:lnTo>
                    <a:pt x="206379" y="40129"/>
                  </a:lnTo>
                  <a:lnTo>
                    <a:pt x="208768" y="30575"/>
                  </a:lnTo>
                  <a:lnTo>
                    <a:pt x="209245" y="29619"/>
                  </a:lnTo>
                  <a:lnTo>
                    <a:pt x="211156" y="27231"/>
                  </a:lnTo>
                  <a:lnTo>
                    <a:pt x="211156" y="27231"/>
                  </a:lnTo>
                  <a:lnTo>
                    <a:pt x="212590" y="26275"/>
                  </a:lnTo>
                  <a:lnTo>
                    <a:pt x="213068" y="25798"/>
                  </a:lnTo>
                  <a:lnTo>
                    <a:pt x="214500" y="25320"/>
                  </a:lnTo>
                  <a:lnTo>
                    <a:pt x="215456" y="23886"/>
                  </a:lnTo>
                  <a:lnTo>
                    <a:pt x="217367" y="23409"/>
                  </a:lnTo>
                  <a:lnTo>
                    <a:pt x="217367" y="23409"/>
                  </a:lnTo>
                  <a:lnTo>
                    <a:pt x="219278" y="22931"/>
                  </a:lnTo>
                  <a:lnTo>
                    <a:pt x="220711" y="21976"/>
                  </a:lnTo>
                  <a:lnTo>
                    <a:pt x="221189" y="20543"/>
                  </a:lnTo>
                  <a:lnTo>
                    <a:pt x="221189" y="20543"/>
                  </a:lnTo>
                  <a:lnTo>
                    <a:pt x="222144" y="20065"/>
                  </a:lnTo>
                  <a:lnTo>
                    <a:pt x="223577" y="20065"/>
                  </a:lnTo>
                  <a:lnTo>
                    <a:pt x="224533" y="19587"/>
                  </a:lnTo>
                  <a:lnTo>
                    <a:pt x="224533" y="18632"/>
                  </a:lnTo>
                  <a:lnTo>
                    <a:pt x="225488" y="17676"/>
                  </a:lnTo>
                  <a:lnTo>
                    <a:pt x="227399" y="17198"/>
                  </a:lnTo>
                  <a:lnTo>
                    <a:pt x="227877" y="16243"/>
                  </a:lnTo>
                  <a:lnTo>
                    <a:pt x="227877" y="15287"/>
                  </a:lnTo>
                  <a:lnTo>
                    <a:pt x="229788" y="13377"/>
                  </a:lnTo>
                  <a:lnTo>
                    <a:pt x="233610" y="9555"/>
                  </a:lnTo>
                  <a:lnTo>
                    <a:pt x="236954" y="7644"/>
                  </a:lnTo>
                  <a:lnTo>
                    <a:pt x="240298" y="7166"/>
                  </a:lnTo>
                  <a:lnTo>
                    <a:pt x="243164" y="6688"/>
                  </a:lnTo>
                  <a:lnTo>
                    <a:pt x="246031" y="5733"/>
                  </a:lnTo>
                  <a:lnTo>
                    <a:pt x="247941" y="3822"/>
                  </a:lnTo>
                  <a:lnTo>
                    <a:pt x="249375" y="1433"/>
                  </a:lnTo>
                  <a:lnTo>
                    <a:pt x="251763" y="478"/>
                  </a:lnTo>
                  <a:lnTo>
                    <a:pt x="256063" y="0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5" name="Freeform 5694">
              <a:extLst>
                <a:ext uri="{FF2B5EF4-FFF2-40B4-BE49-F238E27FC236}">
                  <a16:creationId xmlns:a16="http://schemas.microsoft.com/office/drawing/2014/main" id="{288F392F-D151-ED44-F6BA-2C9442D65D7D}"/>
                </a:ext>
              </a:extLst>
            </p:cNvPr>
            <p:cNvSpPr/>
            <p:nvPr/>
          </p:nvSpPr>
          <p:spPr>
            <a:xfrm>
              <a:off x="6420377" y="5274253"/>
              <a:ext cx="46339" cy="42995"/>
            </a:xfrm>
            <a:custGeom>
              <a:avLst/>
              <a:gdLst>
                <a:gd name="csX0" fmla="*/ 33441 w 46339"/>
                <a:gd name="csY0" fmla="*/ 31530 h 42995"/>
                <a:gd name="csX1" fmla="*/ 36307 w 46339"/>
                <a:gd name="csY1" fmla="*/ 30097 h 42995"/>
                <a:gd name="csX2" fmla="*/ 37741 w 46339"/>
                <a:gd name="csY2" fmla="*/ 29141 h 42995"/>
                <a:gd name="csX3" fmla="*/ 39174 w 46339"/>
                <a:gd name="csY3" fmla="*/ 28664 h 42995"/>
                <a:gd name="csX4" fmla="*/ 40607 w 46339"/>
                <a:gd name="csY4" fmla="*/ 27708 h 42995"/>
                <a:gd name="csX5" fmla="*/ 41085 w 46339"/>
                <a:gd name="csY5" fmla="*/ 25320 h 42995"/>
                <a:gd name="csX6" fmla="*/ 41085 w 46339"/>
                <a:gd name="csY6" fmla="*/ 22931 h 42995"/>
                <a:gd name="csX7" fmla="*/ 42518 w 46339"/>
                <a:gd name="csY7" fmla="*/ 21975 h 42995"/>
                <a:gd name="csX8" fmla="*/ 43473 w 46339"/>
                <a:gd name="csY8" fmla="*/ 21498 h 42995"/>
                <a:gd name="csX9" fmla="*/ 44428 w 46339"/>
                <a:gd name="csY9" fmla="*/ 20542 h 42995"/>
                <a:gd name="csX10" fmla="*/ 45384 w 46339"/>
                <a:gd name="csY10" fmla="*/ 17676 h 42995"/>
                <a:gd name="csX11" fmla="*/ 46340 w 46339"/>
                <a:gd name="csY11" fmla="*/ 15287 h 42995"/>
                <a:gd name="csX12" fmla="*/ 46340 w 46339"/>
                <a:gd name="csY12" fmla="*/ 14332 h 42995"/>
                <a:gd name="csX13" fmla="*/ 45862 w 46339"/>
                <a:gd name="csY13" fmla="*/ 12898 h 42995"/>
                <a:gd name="csX14" fmla="*/ 44907 w 46339"/>
                <a:gd name="csY14" fmla="*/ 11943 h 42995"/>
                <a:gd name="csX15" fmla="*/ 44428 w 46339"/>
                <a:gd name="csY15" fmla="*/ 10510 h 42995"/>
                <a:gd name="csX16" fmla="*/ 43473 w 46339"/>
                <a:gd name="csY16" fmla="*/ 10032 h 42995"/>
                <a:gd name="csX17" fmla="*/ 42040 w 46339"/>
                <a:gd name="csY17" fmla="*/ 9555 h 42995"/>
                <a:gd name="csX18" fmla="*/ 39651 w 46339"/>
                <a:gd name="csY18" fmla="*/ 7644 h 42995"/>
                <a:gd name="csX19" fmla="*/ 37741 w 46339"/>
                <a:gd name="csY19" fmla="*/ 6210 h 42995"/>
                <a:gd name="csX20" fmla="*/ 35830 w 46339"/>
                <a:gd name="csY20" fmla="*/ 3822 h 42995"/>
                <a:gd name="csX21" fmla="*/ 34874 w 46339"/>
                <a:gd name="csY21" fmla="*/ 3822 h 42995"/>
                <a:gd name="csX22" fmla="*/ 32963 w 46339"/>
                <a:gd name="csY22" fmla="*/ 1911 h 42995"/>
                <a:gd name="csX23" fmla="*/ 32008 w 46339"/>
                <a:gd name="csY23" fmla="*/ 1433 h 42995"/>
                <a:gd name="csX24" fmla="*/ 31530 w 46339"/>
                <a:gd name="csY24" fmla="*/ 478 h 42995"/>
                <a:gd name="csX25" fmla="*/ 31052 w 46339"/>
                <a:gd name="csY25" fmla="*/ 0 h 42995"/>
                <a:gd name="csX26" fmla="*/ 30097 w 46339"/>
                <a:gd name="csY26" fmla="*/ 0 h 42995"/>
                <a:gd name="csX27" fmla="*/ 28186 w 46339"/>
                <a:gd name="csY27" fmla="*/ 478 h 42995"/>
                <a:gd name="csX28" fmla="*/ 23409 w 46339"/>
                <a:gd name="csY28" fmla="*/ 2389 h 42995"/>
                <a:gd name="csX29" fmla="*/ 20542 w 46339"/>
                <a:gd name="csY29" fmla="*/ 3822 h 42995"/>
                <a:gd name="csX30" fmla="*/ 17676 w 46339"/>
                <a:gd name="csY30" fmla="*/ 5733 h 42995"/>
                <a:gd name="csX31" fmla="*/ 15287 w 46339"/>
                <a:gd name="csY31" fmla="*/ 6688 h 42995"/>
                <a:gd name="csX32" fmla="*/ 13376 w 46339"/>
                <a:gd name="csY32" fmla="*/ 7166 h 42995"/>
                <a:gd name="csX33" fmla="*/ 11943 w 46339"/>
                <a:gd name="csY33" fmla="*/ 9555 h 42995"/>
                <a:gd name="csX34" fmla="*/ 10510 w 46339"/>
                <a:gd name="csY34" fmla="*/ 11465 h 42995"/>
                <a:gd name="csX35" fmla="*/ 9077 w 46339"/>
                <a:gd name="csY35" fmla="*/ 13376 h 42995"/>
                <a:gd name="csX36" fmla="*/ 8599 w 46339"/>
                <a:gd name="csY36" fmla="*/ 14332 h 42995"/>
                <a:gd name="csX37" fmla="*/ 7644 w 46339"/>
                <a:gd name="csY37" fmla="*/ 14809 h 42995"/>
                <a:gd name="csX38" fmla="*/ 7166 w 46339"/>
                <a:gd name="csY38" fmla="*/ 16243 h 42995"/>
                <a:gd name="csX39" fmla="*/ 5733 w 46339"/>
                <a:gd name="csY39" fmla="*/ 18154 h 42995"/>
                <a:gd name="csX40" fmla="*/ 4777 w 46339"/>
                <a:gd name="csY40" fmla="*/ 19587 h 42995"/>
                <a:gd name="csX41" fmla="*/ 4777 w 46339"/>
                <a:gd name="csY41" fmla="*/ 19587 h 42995"/>
                <a:gd name="csX42" fmla="*/ 2866 w 46339"/>
                <a:gd name="csY42" fmla="*/ 20064 h 42995"/>
                <a:gd name="csX43" fmla="*/ 478 w 46339"/>
                <a:gd name="csY43" fmla="*/ 21020 h 42995"/>
                <a:gd name="csX44" fmla="*/ 0 w 46339"/>
                <a:gd name="csY44" fmla="*/ 21498 h 42995"/>
                <a:gd name="csX45" fmla="*/ 0 w 46339"/>
                <a:gd name="csY45" fmla="*/ 22453 h 42995"/>
                <a:gd name="csX46" fmla="*/ 478 w 46339"/>
                <a:gd name="csY46" fmla="*/ 24364 h 42995"/>
                <a:gd name="csX47" fmla="*/ 1433 w 46339"/>
                <a:gd name="csY47" fmla="*/ 26275 h 42995"/>
                <a:gd name="csX48" fmla="*/ 2866 w 46339"/>
                <a:gd name="csY48" fmla="*/ 28186 h 42995"/>
                <a:gd name="csX49" fmla="*/ 3344 w 46339"/>
                <a:gd name="csY49" fmla="*/ 29619 h 42995"/>
                <a:gd name="csX50" fmla="*/ 4777 w 46339"/>
                <a:gd name="csY50" fmla="*/ 31530 h 42995"/>
                <a:gd name="csX51" fmla="*/ 5733 w 46339"/>
                <a:gd name="csY51" fmla="*/ 32486 h 42995"/>
                <a:gd name="csX52" fmla="*/ 5733 w 46339"/>
                <a:gd name="csY52" fmla="*/ 34396 h 42995"/>
                <a:gd name="csX53" fmla="*/ 6210 w 46339"/>
                <a:gd name="csY53" fmla="*/ 35352 h 42995"/>
                <a:gd name="csX54" fmla="*/ 6688 w 46339"/>
                <a:gd name="csY54" fmla="*/ 35830 h 42995"/>
                <a:gd name="csX55" fmla="*/ 6688 w 46339"/>
                <a:gd name="csY55" fmla="*/ 36307 h 42995"/>
                <a:gd name="csX56" fmla="*/ 7166 w 46339"/>
                <a:gd name="csY56" fmla="*/ 36307 h 42995"/>
                <a:gd name="csX57" fmla="*/ 8599 w 46339"/>
                <a:gd name="csY57" fmla="*/ 36785 h 42995"/>
                <a:gd name="csX58" fmla="*/ 8599 w 46339"/>
                <a:gd name="csY58" fmla="*/ 37263 h 42995"/>
                <a:gd name="csX59" fmla="*/ 9555 w 46339"/>
                <a:gd name="csY59" fmla="*/ 38218 h 42995"/>
                <a:gd name="csX60" fmla="*/ 10510 w 46339"/>
                <a:gd name="csY60" fmla="*/ 39174 h 42995"/>
                <a:gd name="csX61" fmla="*/ 11943 w 46339"/>
                <a:gd name="csY61" fmla="*/ 40607 h 42995"/>
                <a:gd name="csX62" fmla="*/ 11943 w 46339"/>
                <a:gd name="csY62" fmla="*/ 40607 h 42995"/>
                <a:gd name="csX63" fmla="*/ 13854 w 46339"/>
                <a:gd name="csY63" fmla="*/ 42040 h 42995"/>
                <a:gd name="csX64" fmla="*/ 16721 w 46339"/>
                <a:gd name="csY64" fmla="*/ 42518 h 42995"/>
                <a:gd name="csX65" fmla="*/ 19109 w 46339"/>
                <a:gd name="csY65" fmla="*/ 42996 h 42995"/>
                <a:gd name="csX66" fmla="*/ 19587 w 46339"/>
                <a:gd name="csY66" fmla="*/ 42518 h 42995"/>
                <a:gd name="csX67" fmla="*/ 20542 w 46339"/>
                <a:gd name="csY67" fmla="*/ 41562 h 42995"/>
                <a:gd name="csX68" fmla="*/ 21020 w 46339"/>
                <a:gd name="csY68" fmla="*/ 40607 h 42995"/>
                <a:gd name="csX69" fmla="*/ 21498 w 46339"/>
                <a:gd name="csY69" fmla="*/ 38696 h 42995"/>
                <a:gd name="csX70" fmla="*/ 21975 w 46339"/>
                <a:gd name="csY70" fmla="*/ 37740 h 42995"/>
                <a:gd name="csX71" fmla="*/ 24842 w 46339"/>
                <a:gd name="csY71" fmla="*/ 33919 h 42995"/>
                <a:gd name="csX72" fmla="*/ 24842 w 46339"/>
                <a:gd name="csY72" fmla="*/ 33919 h 42995"/>
                <a:gd name="csX73" fmla="*/ 26275 w 46339"/>
                <a:gd name="csY73" fmla="*/ 32486 h 42995"/>
                <a:gd name="csX74" fmla="*/ 26275 w 46339"/>
                <a:gd name="csY74" fmla="*/ 32486 h 42995"/>
                <a:gd name="csX75" fmla="*/ 26275 w 46339"/>
                <a:gd name="csY75" fmla="*/ 32486 h 42995"/>
                <a:gd name="csX76" fmla="*/ 27230 w 46339"/>
                <a:gd name="csY76" fmla="*/ 32486 h 42995"/>
                <a:gd name="csX77" fmla="*/ 28664 w 46339"/>
                <a:gd name="csY77" fmla="*/ 32008 h 42995"/>
                <a:gd name="csX78" fmla="*/ 30097 w 46339"/>
                <a:gd name="csY78" fmla="*/ 32008 h 42995"/>
                <a:gd name="csX79" fmla="*/ 31052 w 46339"/>
                <a:gd name="csY79" fmla="*/ 32008 h 42995"/>
                <a:gd name="csX80" fmla="*/ 31530 w 46339"/>
                <a:gd name="csY80" fmla="*/ 32008 h 42995"/>
                <a:gd name="csX81" fmla="*/ 33441 w 46339"/>
                <a:gd name="csY81" fmla="*/ 31530 h 42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6339" h="42995">
                  <a:moveTo>
                    <a:pt x="33441" y="31530"/>
                  </a:moveTo>
                  <a:lnTo>
                    <a:pt x="36307" y="30097"/>
                  </a:lnTo>
                  <a:lnTo>
                    <a:pt x="37741" y="29141"/>
                  </a:lnTo>
                  <a:lnTo>
                    <a:pt x="39174" y="28664"/>
                  </a:lnTo>
                  <a:lnTo>
                    <a:pt x="40607" y="27708"/>
                  </a:lnTo>
                  <a:lnTo>
                    <a:pt x="41085" y="25320"/>
                  </a:lnTo>
                  <a:lnTo>
                    <a:pt x="41085" y="22931"/>
                  </a:lnTo>
                  <a:lnTo>
                    <a:pt x="42518" y="21975"/>
                  </a:lnTo>
                  <a:lnTo>
                    <a:pt x="43473" y="21498"/>
                  </a:lnTo>
                  <a:lnTo>
                    <a:pt x="44428" y="20542"/>
                  </a:lnTo>
                  <a:lnTo>
                    <a:pt x="45384" y="17676"/>
                  </a:lnTo>
                  <a:lnTo>
                    <a:pt x="46340" y="15287"/>
                  </a:lnTo>
                  <a:lnTo>
                    <a:pt x="46340" y="14332"/>
                  </a:lnTo>
                  <a:lnTo>
                    <a:pt x="45862" y="12898"/>
                  </a:lnTo>
                  <a:lnTo>
                    <a:pt x="44907" y="11943"/>
                  </a:lnTo>
                  <a:lnTo>
                    <a:pt x="44428" y="10510"/>
                  </a:lnTo>
                  <a:lnTo>
                    <a:pt x="43473" y="10032"/>
                  </a:lnTo>
                  <a:lnTo>
                    <a:pt x="42040" y="9555"/>
                  </a:lnTo>
                  <a:lnTo>
                    <a:pt x="39651" y="7644"/>
                  </a:lnTo>
                  <a:lnTo>
                    <a:pt x="37741" y="6210"/>
                  </a:lnTo>
                  <a:lnTo>
                    <a:pt x="35830" y="3822"/>
                  </a:lnTo>
                  <a:lnTo>
                    <a:pt x="34874" y="3822"/>
                  </a:lnTo>
                  <a:lnTo>
                    <a:pt x="32963" y="1911"/>
                  </a:lnTo>
                  <a:lnTo>
                    <a:pt x="32008" y="1433"/>
                  </a:lnTo>
                  <a:lnTo>
                    <a:pt x="31530" y="478"/>
                  </a:lnTo>
                  <a:lnTo>
                    <a:pt x="31052" y="0"/>
                  </a:lnTo>
                  <a:lnTo>
                    <a:pt x="30097" y="0"/>
                  </a:lnTo>
                  <a:lnTo>
                    <a:pt x="28186" y="478"/>
                  </a:lnTo>
                  <a:lnTo>
                    <a:pt x="23409" y="2389"/>
                  </a:lnTo>
                  <a:lnTo>
                    <a:pt x="20542" y="3822"/>
                  </a:lnTo>
                  <a:lnTo>
                    <a:pt x="17676" y="5733"/>
                  </a:lnTo>
                  <a:lnTo>
                    <a:pt x="15287" y="6688"/>
                  </a:lnTo>
                  <a:lnTo>
                    <a:pt x="13376" y="7166"/>
                  </a:lnTo>
                  <a:lnTo>
                    <a:pt x="11943" y="9555"/>
                  </a:lnTo>
                  <a:lnTo>
                    <a:pt x="10510" y="11465"/>
                  </a:lnTo>
                  <a:lnTo>
                    <a:pt x="9077" y="13376"/>
                  </a:lnTo>
                  <a:lnTo>
                    <a:pt x="8599" y="14332"/>
                  </a:lnTo>
                  <a:lnTo>
                    <a:pt x="7644" y="14809"/>
                  </a:lnTo>
                  <a:lnTo>
                    <a:pt x="7166" y="16243"/>
                  </a:lnTo>
                  <a:lnTo>
                    <a:pt x="5733" y="18154"/>
                  </a:lnTo>
                  <a:lnTo>
                    <a:pt x="4777" y="19587"/>
                  </a:lnTo>
                  <a:lnTo>
                    <a:pt x="4777" y="19587"/>
                  </a:lnTo>
                  <a:lnTo>
                    <a:pt x="2866" y="20064"/>
                  </a:lnTo>
                  <a:lnTo>
                    <a:pt x="478" y="21020"/>
                  </a:lnTo>
                  <a:lnTo>
                    <a:pt x="0" y="21498"/>
                  </a:lnTo>
                  <a:lnTo>
                    <a:pt x="0" y="22453"/>
                  </a:lnTo>
                  <a:lnTo>
                    <a:pt x="478" y="24364"/>
                  </a:lnTo>
                  <a:lnTo>
                    <a:pt x="1433" y="26275"/>
                  </a:lnTo>
                  <a:lnTo>
                    <a:pt x="2866" y="28186"/>
                  </a:lnTo>
                  <a:lnTo>
                    <a:pt x="3344" y="29619"/>
                  </a:lnTo>
                  <a:lnTo>
                    <a:pt x="4777" y="31530"/>
                  </a:lnTo>
                  <a:lnTo>
                    <a:pt x="5733" y="32486"/>
                  </a:lnTo>
                  <a:lnTo>
                    <a:pt x="5733" y="34396"/>
                  </a:lnTo>
                  <a:lnTo>
                    <a:pt x="6210" y="35352"/>
                  </a:lnTo>
                  <a:lnTo>
                    <a:pt x="6688" y="35830"/>
                  </a:lnTo>
                  <a:lnTo>
                    <a:pt x="6688" y="36307"/>
                  </a:lnTo>
                  <a:lnTo>
                    <a:pt x="7166" y="36307"/>
                  </a:lnTo>
                  <a:lnTo>
                    <a:pt x="8599" y="36785"/>
                  </a:lnTo>
                  <a:lnTo>
                    <a:pt x="8599" y="37263"/>
                  </a:lnTo>
                  <a:lnTo>
                    <a:pt x="9555" y="38218"/>
                  </a:lnTo>
                  <a:lnTo>
                    <a:pt x="10510" y="39174"/>
                  </a:lnTo>
                  <a:lnTo>
                    <a:pt x="11943" y="40607"/>
                  </a:lnTo>
                  <a:lnTo>
                    <a:pt x="11943" y="40607"/>
                  </a:lnTo>
                  <a:lnTo>
                    <a:pt x="13854" y="42040"/>
                  </a:lnTo>
                  <a:lnTo>
                    <a:pt x="16721" y="42518"/>
                  </a:lnTo>
                  <a:lnTo>
                    <a:pt x="19109" y="42996"/>
                  </a:lnTo>
                  <a:lnTo>
                    <a:pt x="19587" y="42518"/>
                  </a:lnTo>
                  <a:lnTo>
                    <a:pt x="20542" y="41562"/>
                  </a:lnTo>
                  <a:lnTo>
                    <a:pt x="21020" y="40607"/>
                  </a:lnTo>
                  <a:lnTo>
                    <a:pt x="21498" y="38696"/>
                  </a:lnTo>
                  <a:lnTo>
                    <a:pt x="21975" y="37740"/>
                  </a:lnTo>
                  <a:lnTo>
                    <a:pt x="24842" y="33919"/>
                  </a:lnTo>
                  <a:lnTo>
                    <a:pt x="24842" y="33919"/>
                  </a:lnTo>
                  <a:lnTo>
                    <a:pt x="26275" y="32486"/>
                  </a:lnTo>
                  <a:lnTo>
                    <a:pt x="26275" y="32486"/>
                  </a:lnTo>
                  <a:lnTo>
                    <a:pt x="26275" y="32486"/>
                  </a:lnTo>
                  <a:lnTo>
                    <a:pt x="27230" y="32486"/>
                  </a:lnTo>
                  <a:lnTo>
                    <a:pt x="28664" y="32008"/>
                  </a:lnTo>
                  <a:lnTo>
                    <a:pt x="30097" y="32008"/>
                  </a:lnTo>
                  <a:lnTo>
                    <a:pt x="31052" y="32008"/>
                  </a:lnTo>
                  <a:lnTo>
                    <a:pt x="31530" y="32008"/>
                  </a:lnTo>
                  <a:lnTo>
                    <a:pt x="33441" y="3153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6" name="Freeform 5695">
              <a:extLst>
                <a:ext uri="{FF2B5EF4-FFF2-40B4-BE49-F238E27FC236}">
                  <a16:creationId xmlns:a16="http://schemas.microsoft.com/office/drawing/2014/main" id="{02B55A9D-2C73-D472-8C0D-47FAB1CDE0E2}"/>
                </a:ext>
              </a:extLst>
            </p:cNvPr>
            <p:cNvSpPr/>
            <p:nvPr/>
          </p:nvSpPr>
          <p:spPr>
            <a:xfrm>
              <a:off x="6319576" y="4882992"/>
              <a:ext cx="231699" cy="178670"/>
            </a:xfrm>
            <a:custGeom>
              <a:avLst/>
              <a:gdLst>
                <a:gd name="csX0" fmla="*/ 64971 w 231699"/>
                <a:gd name="csY0" fmla="*/ 178671 h 178670"/>
                <a:gd name="csX1" fmla="*/ 61627 w 231699"/>
                <a:gd name="csY1" fmla="*/ 175327 h 178670"/>
                <a:gd name="csX2" fmla="*/ 60194 w 231699"/>
                <a:gd name="csY2" fmla="*/ 174371 h 178670"/>
                <a:gd name="csX3" fmla="*/ 58761 w 231699"/>
                <a:gd name="csY3" fmla="*/ 173894 h 178670"/>
                <a:gd name="csX4" fmla="*/ 54461 w 231699"/>
                <a:gd name="csY4" fmla="*/ 173416 h 178670"/>
                <a:gd name="csX5" fmla="*/ 45384 w 231699"/>
                <a:gd name="csY5" fmla="*/ 172460 h 178670"/>
                <a:gd name="csX6" fmla="*/ 44429 w 231699"/>
                <a:gd name="csY6" fmla="*/ 172938 h 178670"/>
                <a:gd name="csX7" fmla="*/ 41085 w 231699"/>
                <a:gd name="csY7" fmla="*/ 173416 h 178670"/>
                <a:gd name="csX8" fmla="*/ 36308 w 231699"/>
                <a:gd name="csY8" fmla="*/ 173894 h 178670"/>
                <a:gd name="csX9" fmla="*/ 32008 w 231699"/>
                <a:gd name="csY9" fmla="*/ 174849 h 178670"/>
                <a:gd name="csX10" fmla="*/ 27708 w 231699"/>
                <a:gd name="csY10" fmla="*/ 175804 h 178670"/>
                <a:gd name="csX11" fmla="*/ 23886 w 231699"/>
                <a:gd name="csY11" fmla="*/ 172460 h 178670"/>
                <a:gd name="csX12" fmla="*/ 19587 w 231699"/>
                <a:gd name="csY12" fmla="*/ 168638 h 178670"/>
                <a:gd name="csX13" fmla="*/ 14810 w 231699"/>
                <a:gd name="csY13" fmla="*/ 164817 h 178670"/>
                <a:gd name="csX14" fmla="*/ 11466 w 231699"/>
                <a:gd name="csY14" fmla="*/ 161950 h 178670"/>
                <a:gd name="csX15" fmla="*/ 9555 w 231699"/>
                <a:gd name="csY15" fmla="*/ 160039 h 178670"/>
                <a:gd name="csX16" fmla="*/ 6688 w 231699"/>
                <a:gd name="csY16" fmla="*/ 157651 h 178670"/>
                <a:gd name="csX17" fmla="*/ 4300 w 231699"/>
                <a:gd name="csY17" fmla="*/ 156218 h 178670"/>
                <a:gd name="csX18" fmla="*/ 3344 w 231699"/>
                <a:gd name="csY18" fmla="*/ 155740 h 178670"/>
                <a:gd name="csX19" fmla="*/ 1433 w 231699"/>
                <a:gd name="csY19" fmla="*/ 149529 h 178670"/>
                <a:gd name="csX20" fmla="*/ 0 w 231699"/>
                <a:gd name="csY20" fmla="*/ 143796 h 178670"/>
                <a:gd name="csX21" fmla="*/ 0 w 231699"/>
                <a:gd name="csY21" fmla="*/ 139497 h 178670"/>
                <a:gd name="csX22" fmla="*/ 0 w 231699"/>
                <a:gd name="csY22" fmla="*/ 133287 h 178670"/>
                <a:gd name="csX23" fmla="*/ 0 w 231699"/>
                <a:gd name="csY23" fmla="*/ 127554 h 178670"/>
                <a:gd name="csX24" fmla="*/ 0 w 231699"/>
                <a:gd name="csY24" fmla="*/ 121343 h 178670"/>
                <a:gd name="csX25" fmla="*/ 0 w 231699"/>
                <a:gd name="csY25" fmla="*/ 115133 h 178670"/>
                <a:gd name="csX26" fmla="*/ 0 w 231699"/>
                <a:gd name="csY26" fmla="*/ 109400 h 178670"/>
                <a:gd name="csX27" fmla="*/ 0 w 231699"/>
                <a:gd name="csY27" fmla="*/ 103189 h 178670"/>
                <a:gd name="csX28" fmla="*/ 0 w 231699"/>
                <a:gd name="csY28" fmla="*/ 97457 h 178670"/>
                <a:gd name="csX29" fmla="*/ 0 w 231699"/>
                <a:gd name="csY29" fmla="*/ 91246 h 178670"/>
                <a:gd name="csX30" fmla="*/ 0 w 231699"/>
                <a:gd name="csY30" fmla="*/ 88380 h 178670"/>
                <a:gd name="csX31" fmla="*/ 4777 w 231699"/>
                <a:gd name="csY31" fmla="*/ 88380 h 178670"/>
                <a:gd name="csX32" fmla="*/ 10032 w 231699"/>
                <a:gd name="csY32" fmla="*/ 88380 h 178670"/>
                <a:gd name="csX33" fmla="*/ 15287 w 231699"/>
                <a:gd name="csY33" fmla="*/ 88380 h 178670"/>
                <a:gd name="csX34" fmla="*/ 21020 w 231699"/>
                <a:gd name="csY34" fmla="*/ 88380 h 178670"/>
                <a:gd name="csX35" fmla="*/ 27231 w 231699"/>
                <a:gd name="csY35" fmla="*/ 88380 h 178670"/>
                <a:gd name="csX36" fmla="*/ 32963 w 231699"/>
                <a:gd name="csY36" fmla="*/ 88380 h 178670"/>
                <a:gd name="csX37" fmla="*/ 36785 w 231699"/>
                <a:gd name="csY37" fmla="*/ 88380 h 178670"/>
                <a:gd name="csX38" fmla="*/ 38218 w 231699"/>
                <a:gd name="csY38" fmla="*/ 88380 h 178670"/>
                <a:gd name="csX39" fmla="*/ 39174 w 231699"/>
                <a:gd name="csY39" fmla="*/ 88380 h 178670"/>
                <a:gd name="csX40" fmla="*/ 39651 w 231699"/>
                <a:gd name="csY40" fmla="*/ 87902 h 178670"/>
                <a:gd name="csX41" fmla="*/ 37741 w 231699"/>
                <a:gd name="csY41" fmla="*/ 85036 h 178670"/>
                <a:gd name="csX42" fmla="*/ 37741 w 231699"/>
                <a:gd name="csY42" fmla="*/ 83603 h 178670"/>
                <a:gd name="csX43" fmla="*/ 38218 w 231699"/>
                <a:gd name="csY43" fmla="*/ 81692 h 178670"/>
                <a:gd name="csX44" fmla="*/ 39174 w 231699"/>
                <a:gd name="csY44" fmla="*/ 80258 h 178670"/>
                <a:gd name="csX45" fmla="*/ 40129 w 231699"/>
                <a:gd name="csY45" fmla="*/ 77870 h 178670"/>
                <a:gd name="csX46" fmla="*/ 40129 w 231699"/>
                <a:gd name="csY46" fmla="*/ 76437 h 178670"/>
                <a:gd name="csX47" fmla="*/ 39174 w 231699"/>
                <a:gd name="csY47" fmla="*/ 72137 h 178670"/>
                <a:gd name="csX48" fmla="*/ 39174 w 231699"/>
                <a:gd name="csY48" fmla="*/ 69748 h 178670"/>
                <a:gd name="csX49" fmla="*/ 39651 w 231699"/>
                <a:gd name="csY49" fmla="*/ 67360 h 178670"/>
                <a:gd name="csX50" fmla="*/ 39651 w 231699"/>
                <a:gd name="csY50" fmla="*/ 64971 h 178670"/>
                <a:gd name="csX51" fmla="*/ 39651 w 231699"/>
                <a:gd name="csY51" fmla="*/ 63538 h 178670"/>
                <a:gd name="csX52" fmla="*/ 39651 w 231699"/>
                <a:gd name="csY52" fmla="*/ 62582 h 178670"/>
                <a:gd name="csX53" fmla="*/ 40607 w 231699"/>
                <a:gd name="csY53" fmla="*/ 61149 h 178670"/>
                <a:gd name="csX54" fmla="*/ 40607 w 231699"/>
                <a:gd name="csY54" fmla="*/ 59716 h 178670"/>
                <a:gd name="csX55" fmla="*/ 41085 w 231699"/>
                <a:gd name="csY55" fmla="*/ 59239 h 178670"/>
                <a:gd name="csX56" fmla="*/ 41085 w 231699"/>
                <a:gd name="csY56" fmla="*/ 58283 h 178670"/>
                <a:gd name="csX57" fmla="*/ 40607 w 231699"/>
                <a:gd name="csY57" fmla="*/ 57328 h 178670"/>
                <a:gd name="csX58" fmla="*/ 40129 w 231699"/>
                <a:gd name="csY58" fmla="*/ 54939 h 178670"/>
                <a:gd name="csX59" fmla="*/ 40129 w 231699"/>
                <a:gd name="csY59" fmla="*/ 51595 h 178670"/>
                <a:gd name="csX60" fmla="*/ 39651 w 231699"/>
                <a:gd name="csY60" fmla="*/ 49206 h 178670"/>
                <a:gd name="csX61" fmla="*/ 40129 w 231699"/>
                <a:gd name="csY61" fmla="*/ 49206 h 178670"/>
                <a:gd name="csX62" fmla="*/ 41563 w 231699"/>
                <a:gd name="csY62" fmla="*/ 49684 h 178670"/>
                <a:gd name="csX63" fmla="*/ 42518 w 231699"/>
                <a:gd name="csY63" fmla="*/ 50639 h 178670"/>
                <a:gd name="csX64" fmla="*/ 42996 w 231699"/>
                <a:gd name="csY64" fmla="*/ 52073 h 178670"/>
                <a:gd name="csX65" fmla="*/ 43951 w 231699"/>
                <a:gd name="csY65" fmla="*/ 52073 h 178670"/>
                <a:gd name="csX66" fmla="*/ 46340 w 231699"/>
                <a:gd name="csY66" fmla="*/ 53028 h 178670"/>
                <a:gd name="csX67" fmla="*/ 47295 w 231699"/>
                <a:gd name="csY67" fmla="*/ 53983 h 178670"/>
                <a:gd name="csX68" fmla="*/ 47773 w 231699"/>
                <a:gd name="csY68" fmla="*/ 56372 h 178670"/>
                <a:gd name="csX69" fmla="*/ 47773 w 231699"/>
                <a:gd name="csY69" fmla="*/ 57328 h 178670"/>
                <a:gd name="csX70" fmla="*/ 46817 w 231699"/>
                <a:gd name="csY70" fmla="*/ 58283 h 178670"/>
                <a:gd name="csX71" fmla="*/ 47773 w 231699"/>
                <a:gd name="csY71" fmla="*/ 59239 h 178670"/>
                <a:gd name="csX72" fmla="*/ 49206 w 231699"/>
                <a:gd name="csY72" fmla="*/ 59716 h 178670"/>
                <a:gd name="csX73" fmla="*/ 50639 w 231699"/>
                <a:gd name="csY73" fmla="*/ 59716 h 178670"/>
                <a:gd name="csX74" fmla="*/ 53506 w 231699"/>
                <a:gd name="csY74" fmla="*/ 58283 h 178670"/>
                <a:gd name="csX75" fmla="*/ 54461 w 231699"/>
                <a:gd name="csY75" fmla="*/ 57805 h 178670"/>
                <a:gd name="csX76" fmla="*/ 55894 w 231699"/>
                <a:gd name="csY76" fmla="*/ 57328 h 178670"/>
                <a:gd name="csX77" fmla="*/ 57328 w 231699"/>
                <a:gd name="csY77" fmla="*/ 56850 h 178670"/>
                <a:gd name="csX78" fmla="*/ 61627 w 231699"/>
                <a:gd name="csY78" fmla="*/ 56372 h 178670"/>
                <a:gd name="csX79" fmla="*/ 63538 w 231699"/>
                <a:gd name="csY79" fmla="*/ 55894 h 178670"/>
                <a:gd name="csX80" fmla="*/ 64971 w 231699"/>
                <a:gd name="csY80" fmla="*/ 55417 h 178670"/>
                <a:gd name="csX81" fmla="*/ 65449 w 231699"/>
                <a:gd name="csY81" fmla="*/ 55417 h 178670"/>
                <a:gd name="csX82" fmla="*/ 66405 w 231699"/>
                <a:gd name="csY82" fmla="*/ 55894 h 178670"/>
                <a:gd name="csX83" fmla="*/ 65927 w 231699"/>
                <a:gd name="csY83" fmla="*/ 57805 h 178670"/>
                <a:gd name="csX84" fmla="*/ 65449 w 231699"/>
                <a:gd name="csY84" fmla="*/ 59239 h 178670"/>
                <a:gd name="csX85" fmla="*/ 66405 w 231699"/>
                <a:gd name="csY85" fmla="*/ 61627 h 178670"/>
                <a:gd name="csX86" fmla="*/ 66882 w 231699"/>
                <a:gd name="csY86" fmla="*/ 63060 h 178670"/>
                <a:gd name="csX87" fmla="*/ 68315 w 231699"/>
                <a:gd name="csY87" fmla="*/ 64016 h 178670"/>
                <a:gd name="csX88" fmla="*/ 69271 w 231699"/>
                <a:gd name="csY88" fmla="*/ 64493 h 178670"/>
                <a:gd name="csX89" fmla="*/ 70226 w 231699"/>
                <a:gd name="csY89" fmla="*/ 65449 h 178670"/>
                <a:gd name="csX90" fmla="*/ 72137 w 231699"/>
                <a:gd name="csY90" fmla="*/ 65449 h 178670"/>
                <a:gd name="csX91" fmla="*/ 76915 w 231699"/>
                <a:gd name="csY91" fmla="*/ 66882 h 178670"/>
                <a:gd name="csX92" fmla="*/ 78348 w 231699"/>
                <a:gd name="csY92" fmla="*/ 67360 h 178670"/>
                <a:gd name="csX93" fmla="*/ 80258 w 231699"/>
                <a:gd name="csY93" fmla="*/ 67838 h 178670"/>
                <a:gd name="csX94" fmla="*/ 81692 w 231699"/>
                <a:gd name="csY94" fmla="*/ 68315 h 178670"/>
                <a:gd name="csX95" fmla="*/ 86469 w 231699"/>
                <a:gd name="csY95" fmla="*/ 68793 h 178670"/>
                <a:gd name="csX96" fmla="*/ 88380 w 231699"/>
                <a:gd name="csY96" fmla="*/ 69271 h 178670"/>
                <a:gd name="csX97" fmla="*/ 91724 w 231699"/>
                <a:gd name="csY97" fmla="*/ 69748 h 178670"/>
                <a:gd name="csX98" fmla="*/ 94113 w 231699"/>
                <a:gd name="csY98" fmla="*/ 69748 h 178670"/>
                <a:gd name="csX99" fmla="*/ 96024 w 231699"/>
                <a:gd name="csY99" fmla="*/ 69271 h 178670"/>
                <a:gd name="csX100" fmla="*/ 97457 w 231699"/>
                <a:gd name="csY100" fmla="*/ 68793 h 178670"/>
                <a:gd name="csX101" fmla="*/ 98412 w 231699"/>
                <a:gd name="csY101" fmla="*/ 68793 h 178670"/>
                <a:gd name="csX102" fmla="*/ 98412 w 231699"/>
                <a:gd name="csY102" fmla="*/ 68315 h 178670"/>
                <a:gd name="csX103" fmla="*/ 99368 w 231699"/>
                <a:gd name="csY103" fmla="*/ 66882 h 178670"/>
                <a:gd name="csX104" fmla="*/ 100323 w 231699"/>
                <a:gd name="csY104" fmla="*/ 64016 h 178670"/>
                <a:gd name="csX105" fmla="*/ 100323 w 231699"/>
                <a:gd name="csY105" fmla="*/ 63060 h 178670"/>
                <a:gd name="csX106" fmla="*/ 101279 w 231699"/>
                <a:gd name="csY106" fmla="*/ 62582 h 178670"/>
                <a:gd name="csX107" fmla="*/ 102712 w 231699"/>
                <a:gd name="csY107" fmla="*/ 62105 h 178670"/>
                <a:gd name="csX108" fmla="*/ 103667 w 231699"/>
                <a:gd name="csY108" fmla="*/ 62582 h 178670"/>
                <a:gd name="csX109" fmla="*/ 104145 w 231699"/>
                <a:gd name="csY109" fmla="*/ 65927 h 178670"/>
                <a:gd name="csX110" fmla="*/ 107967 w 231699"/>
                <a:gd name="csY110" fmla="*/ 68793 h 178670"/>
                <a:gd name="csX111" fmla="*/ 109400 w 231699"/>
                <a:gd name="csY111" fmla="*/ 71659 h 178670"/>
                <a:gd name="csX112" fmla="*/ 110356 w 231699"/>
                <a:gd name="csY112" fmla="*/ 73570 h 178670"/>
                <a:gd name="csX113" fmla="*/ 110833 w 231699"/>
                <a:gd name="csY113" fmla="*/ 74048 h 178670"/>
                <a:gd name="csX114" fmla="*/ 112267 w 231699"/>
                <a:gd name="csY114" fmla="*/ 75004 h 178670"/>
                <a:gd name="csX115" fmla="*/ 114655 w 231699"/>
                <a:gd name="csY115" fmla="*/ 75481 h 178670"/>
                <a:gd name="csX116" fmla="*/ 116566 w 231699"/>
                <a:gd name="csY116" fmla="*/ 75481 h 178670"/>
                <a:gd name="csX117" fmla="*/ 120865 w 231699"/>
                <a:gd name="csY117" fmla="*/ 76914 h 178670"/>
                <a:gd name="csX118" fmla="*/ 124210 w 231699"/>
                <a:gd name="csY118" fmla="*/ 77870 h 178670"/>
                <a:gd name="csX119" fmla="*/ 126599 w 231699"/>
                <a:gd name="csY119" fmla="*/ 78825 h 178670"/>
                <a:gd name="csX120" fmla="*/ 127554 w 231699"/>
                <a:gd name="csY120" fmla="*/ 79781 h 178670"/>
                <a:gd name="csX121" fmla="*/ 128509 w 231699"/>
                <a:gd name="csY121" fmla="*/ 80736 h 178670"/>
                <a:gd name="csX122" fmla="*/ 128987 w 231699"/>
                <a:gd name="csY122" fmla="*/ 81692 h 178670"/>
                <a:gd name="csX123" fmla="*/ 129465 w 231699"/>
                <a:gd name="csY123" fmla="*/ 83125 h 178670"/>
                <a:gd name="csX124" fmla="*/ 129465 w 231699"/>
                <a:gd name="csY124" fmla="*/ 83603 h 178670"/>
                <a:gd name="csX125" fmla="*/ 130420 w 231699"/>
                <a:gd name="csY125" fmla="*/ 85514 h 178670"/>
                <a:gd name="csX126" fmla="*/ 130420 w 231699"/>
                <a:gd name="csY126" fmla="*/ 85514 h 178670"/>
                <a:gd name="csX127" fmla="*/ 131854 w 231699"/>
                <a:gd name="csY127" fmla="*/ 85991 h 178670"/>
                <a:gd name="csX128" fmla="*/ 132809 w 231699"/>
                <a:gd name="csY128" fmla="*/ 85991 h 178670"/>
                <a:gd name="csX129" fmla="*/ 133765 w 231699"/>
                <a:gd name="csY129" fmla="*/ 86947 h 178670"/>
                <a:gd name="csX130" fmla="*/ 134720 w 231699"/>
                <a:gd name="csY130" fmla="*/ 88380 h 178670"/>
                <a:gd name="csX131" fmla="*/ 136631 w 231699"/>
                <a:gd name="csY131" fmla="*/ 90769 h 178670"/>
                <a:gd name="csX132" fmla="*/ 137586 w 231699"/>
                <a:gd name="csY132" fmla="*/ 92680 h 178670"/>
                <a:gd name="csX133" fmla="*/ 138064 w 231699"/>
                <a:gd name="csY133" fmla="*/ 94113 h 178670"/>
                <a:gd name="csX134" fmla="*/ 139497 w 231699"/>
                <a:gd name="csY134" fmla="*/ 95546 h 178670"/>
                <a:gd name="csX135" fmla="*/ 141408 w 231699"/>
                <a:gd name="csY135" fmla="*/ 96024 h 178670"/>
                <a:gd name="csX136" fmla="*/ 143319 w 231699"/>
                <a:gd name="csY136" fmla="*/ 96024 h 178670"/>
                <a:gd name="csX137" fmla="*/ 144274 w 231699"/>
                <a:gd name="csY137" fmla="*/ 95546 h 178670"/>
                <a:gd name="csX138" fmla="*/ 146663 w 231699"/>
                <a:gd name="csY138" fmla="*/ 94590 h 178670"/>
                <a:gd name="csX139" fmla="*/ 149052 w 231699"/>
                <a:gd name="csY139" fmla="*/ 93635 h 178670"/>
                <a:gd name="csX140" fmla="*/ 150007 w 231699"/>
                <a:gd name="csY140" fmla="*/ 93157 h 178670"/>
                <a:gd name="csX141" fmla="*/ 150963 w 231699"/>
                <a:gd name="csY141" fmla="*/ 93635 h 178670"/>
                <a:gd name="csX142" fmla="*/ 150963 w 231699"/>
                <a:gd name="csY142" fmla="*/ 93635 h 178670"/>
                <a:gd name="csX143" fmla="*/ 151918 w 231699"/>
                <a:gd name="csY143" fmla="*/ 94113 h 178670"/>
                <a:gd name="csX144" fmla="*/ 151918 w 231699"/>
                <a:gd name="csY144" fmla="*/ 95546 h 178670"/>
                <a:gd name="csX145" fmla="*/ 152396 w 231699"/>
                <a:gd name="csY145" fmla="*/ 96024 h 178670"/>
                <a:gd name="csX146" fmla="*/ 153829 w 231699"/>
                <a:gd name="csY146" fmla="*/ 96979 h 178670"/>
                <a:gd name="csX147" fmla="*/ 154784 w 231699"/>
                <a:gd name="csY147" fmla="*/ 96501 h 178670"/>
                <a:gd name="csX148" fmla="*/ 154784 w 231699"/>
                <a:gd name="csY148" fmla="*/ 96024 h 178670"/>
                <a:gd name="csX149" fmla="*/ 155262 w 231699"/>
                <a:gd name="csY149" fmla="*/ 95546 h 178670"/>
                <a:gd name="csX150" fmla="*/ 155262 w 231699"/>
                <a:gd name="csY150" fmla="*/ 91724 h 178670"/>
                <a:gd name="csX151" fmla="*/ 155262 w 231699"/>
                <a:gd name="csY151" fmla="*/ 88380 h 178670"/>
                <a:gd name="csX152" fmla="*/ 155262 w 231699"/>
                <a:gd name="csY152" fmla="*/ 85514 h 178670"/>
                <a:gd name="csX153" fmla="*/ 155262 w 231699"/>
                <a:gd name="csY153" fmla="*/ 81692 h 178670"/>
                <a:gd name="csX154" fmla="*/ 154784 w 231699"/>
                <a:gd name="csY154" fmla="*/ 78348 h 178670"/>
                <a:gd name="csX155" fmla="*/ 154784 w 231699"/>
                <a:gd name="csY155" fmla="*/ 75481 h 178670"/>
                <a:gd name="csX156" fmla="*/ 154784 w 231699"/>
                <a:gd name="csY156" fmla="*/ 73093 h 178670"/>
                <a:gd name="csX157" fmla="*/ 154307 w 231699"/>
                <a:gd name="csY157" fmla="*/ 73093 h 178670"/>
                <a:gd name="csX158" fmla="*/ 152874 w 231699"/>
                <a:gd name="csY158" fmla="*/ 73570 h 178670"/>
                <a:gd name="csX159" fmla="*/ 150485 w 231699"/>
                <a:gd name="csY159" fmla="*/ 73570 h 178670"/>
                <a:gd name="csX160" fmla="*/ 149529 w 231699"/>
                <a:gd name="csY160" fmla="*/ 74048 h 178670"/>
                <a:gd name="csX161" fmla="*/ 149052 w 231699"/>
                <a:gd name="csY161" fmla="*/ 75004 h 178670"/>
                <a:gd name="csX162" fmla="*/ 149052 w 231699"/>
                <a:gd name="csY162" fmla="*/ 75959 h 178670"/>
                <a:gd name="csX163" fmla="*/ 149052 w 231699"/>
                <a:gd name="csY163" fmla="*/ 77392 h 178670"/>
                <a:gd name="csX164" fmla="*/ 149052 w 231699"/>
                <a:gd name="csY164" fmla="*/ 77870 h 178670"/>
                <a:gd name="csX165" fmla="*/ 147618 w 231699"/>
                <a:gd name="csY165" fmla="*/ 77870 h 178670"/>
                <a:gd name="csX166" fmla="*/ 146185 w 231699"/>
                <a:gd name="csY166" fmla="*/ 77392 h 178670"/>
                <a:gd name="csX167" fmla="*/ 142841 w 231699"/>
                <a:gd name="csY167" fmla="*/ 76914 h 178670"/>
                <a:gd name="csX168" fmla="*/ 140452 w 231699"/>
                <a:gd name="csY168" fmla="*/ 76437 h 178670"/>
                <a:gd name="csX169" fmla="*/ 138542 w 231699"/>
                <a:gd name="csY169" fmla="*/ 75004 h 178670"/>
                <a:gd name="csX170" fmla="*/ 136153 w 231699"/>
                <a:gd name="csY170" fmla="*/ 72137 h 178670"/>
                <a:gd name="csX171" fmla="*/ 134720 w 231699"/>
                <a:gd name="csY171" fmla="*/ 71182 h 178670"/>
                <a:gd name="csX172" fmla="*/ 130898 w 231699"/>
                <a:gd name="csY172" fmla="*/ 68315 h 178670"/>
                <a:gd name="csX173" fmla="*/ 129942 w 231699"/>
                <a:gd name="csY173" fmla="*/ 67838 h 178670"/>
                <a:gd name="csX174" fmla="*/ 128987 w 231699"/>
                <a:gd name="csY174" fmla="*/ 66405 h 178670"/>
                <a:gd name="csX175" fmla="*/ 128031 w 231699"/>
                <a:gd name="csY175" fmla="*/ 64493 h 178670"/>
                <a:gd name="csX176" fmla="*/ 127554 w 231699"/>
                <a:gd name="csY176" fmla="*/ 63060 h 178670"/>
                <a:gd name="csX177" fmla="*/ 127076 w 231699"/>
                <a:gd name="csY177" fmla="*/ 62105 h 178670"/>
                <a:gd name="csX178" fmla="*/ 126599 w 231699"/>
                <a:gd name="csY178" fmla="*/ 60672 h 178670"/>
                <a:gd name="csX179" fmla="*/ 127554 w 231699"/>
                <a:gd name="csY179" fmla="*/ 58283 h 178670"/>
                <a:gd name="csX180" fmla="*/ 128987 w 231699"/>
                <a:gd name="csY180" fmla="*/ 53506 h 178670"/>
                <a:gd name="csX181" fmla="*/ 129942 w 231699"/>
                <a:gd name="csY181" fmla="*/ 50162 h 178670"/>
                <a:gd name="csX182" fmla="*/ 130420 w 231699"/>
                <a:gd name="csY182" fmla="*/ 47773 h 178670"/>
                <a:gd name="csX183" fmla="*/ 132331 w 231699"/>
                <a:gd name="csY183" fmla="*/ 45384 h 178670"/>
                <a:gd name="csX184" fmla="*/ 132331 w 231699"/>
                <a:gd name="csY184" fmla="*/ 43473 h 178670"/>
                <a:gd name="csX185" fmla="*/ 131376 w 231699"/>
                <a:gd name="csY185" fmla="*/ 40607 h 178670"/>
                <a:gd name="csX186" fmla="*/ 131854 w 231699"/>
                <a:gd name="csY186" fmla="*/ 39174 h 178670"/>
                <a:gd name="csX187" fmla="*/ 131854 w 231699"/>
                <a:gd name="csY187" fmla="*/ 34874 h 178670"/>
                <a:gd name="csX188" fmla="*/ 131854 w 231699"/>
                <a:gd name="csY188" fmla="*/ 31530 h 178670"/>
                <a:gd name="csX189" fmla="*/ 131854 w 231699"/>
                <a:gd name="csY189" fmla="*/ 30097 h 178670"/>
                <a:gd name="csX190" fmla="*/ 131376 w 231699"/>
                <a:gd name="csY190" fmla="*/ 27231 h 178670"/>
                <a:gd name="csX191" fmla="*/ 129942 w 231699"/>
                <a:gd name="csY191" fmla="*/ 24364 h 178670"/>
                <a:gd name="csX192" fmla="*/ 127554 w 231699"/>
                <a:gd name="csY192" fmla="*/ 20065 h 178670"/>
                <a:gd name="csX193" fmla="*/ 127554 w 231699"/>
                <a:gd name="csY193" fmla="*/ 19109 h 178670"/>
                <a:gd name="csX194" fmla="*/ 128987 w 231699"/>
                <a:gd name="csY194" fmla="*/ 18154 h 178670"/>
                <a:gd name="csX195" fmla="*/ 131854 w 231699"/>
                <a:gd name="csY195" fmla="*/ 16243 h 178670"/>
                <a:gd name="csX196" fmla="*/ 132809 w 231699"/>
                <a:gd name="csY196" fmla="*/ 15287 h 178670"/>
                <a:gd name="csX197" fmla="*/ 134720 w 231699"/>
                <a:gd name="csY197" fmla="*/ 13854 h 178670"/>
                <a:gd name="csX198" fmla="*/ 135197 w 231699"/>
                <a:gd name="csY198" fmla="*/ 12899 h 178670"/>
                <a:gd name="csX199" fmla="*/ 136631 w 231699"/>
                <a:gd name="csY199" fmla="*/ 10988 h 178670"/>
                <a:gd name="csX200" fmla="*/ 137586 w 231699"/>
                <a:gd name="csY200" fmla="*/ 9555 h 178670"/>
                <a:gd name="csX201" fmla="*/ 138064 w 231699"/>
                <a:gd name="csY201" fmla="*/ 7166 h 178670"/>
                <a:gd name="csX202" fmla="*/ 137108 w 231699"/>
                <a:gd name="csY202" fmla="*/ 5255 h 178670"/>
                <a:gd name="csX203" fmla="*/ 138542 w 231699"/>
                <a:gd name="csY203" fmla="*/ 5255 h 178670"/>
                <a:gd name="csX204" fmla="*/ 143319 w 231699"/>
                <a:gd name="csY204" fmla="*/ 4300 h 178670"/>
                <a:gd name="csX205" fmla="*/ 149052 w 231699"/>
                <a:gd name="csY205" fmla="*/ 3822 h 178670"/>
                <a:gd name="csX206" fmla="*/ 154307 w 231699"/>
                <a:gd name="csY206" fmla="*/ 2866 h 178670"/>
                <a:gd name="csX207" fmla="*/ 160040 w 231699"/>
                <a:gd name="csY207" fmla="*/ 1911 h 178670"/>
                <a:gd name="csX208" fmla="*/ 165772 w 231699"/>
                <a:gd name="csY208" fmla="*/ 1433 h 178670"/>
                <a:gd name="csX209" fmla="*/ 170549 w 231699"/>
                <a:gd name="csY209" fmla="*/ 478 h 178670"/>
                <a:gd name="csX210" fmla="*/ 173893 w 231699"/>
                <a:gd name="csY210" fmla="*/ 0 h 178670"/>
                <a:gd name="csX211" fmla="*/ 174372 w 231699"/>
                <a:gd name="csY211" fmla="*/ 1433 h 178670"/>
                <a:gd name="csX212" fmla="*/ 175804 w 231699"/>
                <a:gd name="csY212" fmla="*/ 3822 h 178670"/>
                <a:gd name="csX213" fmla="*/ 176760 w 231699"/>
                <a:gd name="csY213" fmla="*/ 5255 h 178670"/>
                <a:gd name="csX214" fmla="*/ 176760 w 231699"/>
                <a:gd name="csY214" fmla="*/ 5255 h 178670"/>
                <a:gd name="csX215" fmla="*/ 178193 w 231699"/>
                <a:gd name="csY215" fmla="*/ 6688 h 178670"/>
                <a:gd name="csX216" fmla="*/ 179626 w 231699"/>
                <a:gd name="csY216" fmla="*/ 7644 h 178670"/>
                <a:gd name="csX217" fmla="*/ 180104 w 231699"/>
                <a:gd name="csY217" fmla="*/ 7644 h 178670"/>
                <a:gd name="csX218" fmla="*/ 180582 w 231699"/>
                <a:gd name="csY218" fmla="*/ 7644 h 178670"/>
                <a:gd name="csX219" fmla="*/ 185837 w 231699"/>
                <a:gd name="csY219" fmla="*/ 7644 h 178670"/>
                <a:gd name="csX220" fmla="*/ 187748 w 231699"/>
                <a:gd name="csY220" fmla="*/ 8599 h 178670"/>
                <a:gd name="csX221" fmla="*/ 189659 w 231699"/>
                <a:gd name="csY221" fmla="*/ 9555 h 178670"/>
                <a:gd name="csX222" fmla="*/ 189659 w 231699"/>
                <a:gd name="csY222" fmla="*/ 9555 h 178670"/>
                <a:gd name="csX223" fmla="*/ 189659 w 231699"/>
                <a:gd name="csY223" fmla="*/ 10032 h 178670"/>
                <a:gd name="csX224" fmla="*/ 190136 w 231699"/>
                <a:gd name="csY224" fmla="*/ 11466 h 178670"/>
                <a:gd name="csX225" fmla="*/ 190136 w 231699"/>
                <a:gd name="csY225" fmla="*/ 11466 h 178670"/>
                <a:gd name="csX226" fmla="*/ 191092 w 231699"/>
                <a:gd name="csY226" fmla="*/ 12421 h 178670"/>
                <a:gd name="csX227" fmla="*/ 192525 w 231699"/>
                <a:gd name="csY227" fmla="*/ 13376 h 178670"/>
                <a:gd name="csX228" fmla="*/ 193003 w 231699"/>
                <a:gd name="csY228" fmla="*/ 13376 h 178670"/>
                <a:gd name="csX229" fmla="*/ 193481 w 231699"/>
                <a:gd name="csY229" fmla="*/ 12899 h 178670"/>
                <a:gd name="csX230" fmla="*/ 195391 w 231699"/>
                <a:gd name="csY230" fmla="*/ 12899 h 178670"/>
                <a:gd name="csX231" fmla="*/ 196347 w 231699"/>
                <a:gd name="csY231" fmla="*/ 13376 h 178670"/>
                <a:gd name="csX232" fmla="*/ 197302 w 231699"/>
                <a:gd name="csY232" fmla="*/ 13854 h 178670"/>
                <a:gd name="csX233" fmla="*/ 197302 w 231699"/>
                <a:gd name="csY233" fmla="*/ 15287 h 178670"/>
                <a:gd name="csX234" fmla="*/ 197780 w 231699"/>
                <a:gd name="csY234" fmla="*/ 15765 h 178670"/>
                <a:gd name="csX235" fmla="*/ 199213 w 231699"/>
                <a:gd name="csY235" fmla="*/ 16243 h 178670"/>
                <a:gd name="csX236" fmla="*/ 201124 w 231699"/>
                <a:gd name="csY236" fmla="*/ 16243 h 178670"/>
                <a:gd name="csX237" fmla="*/ 203035 w 231699"/>
                <a:gd name="csY237" fmla="*/ 17198 h 178670"/>
                <a:gd name="csX238" fmla="*/ 204946 w 231699"/>
                <a:gd name="csY238" fmla="*/ 17198 h 178670"/>
                <a:gd name="csX239" fmla="*/ 207334 w 231699"/>
                <a:gd name="csY239" fmla="*/ 17676 h 178670"/>
                <a:gd name="csX240" fmla="*/ 208290 w 231699"/>
                <a:gd name="csY240" fmla="*/ 18632 h 178670"/>
                <a:gd name="csX241" fmla="*/ 210679 w 231699"/>
                <a:gd name="csY241" fmla="*/ 20065 h 178670"/>
                <a:gd name="csX242" fmla="*/ 214023 w 231699"/>
                <a:gd name="csY242" fmla="*/ 21020 h 178670"/>
                <a:gd name="csX243" fmla="*/ 215934 w 231699"/>
                <a:gd name="csY243" fmla="*/ 21975 h 178670"/>
                <a:gd name="csX244" fmla="*/ 216889 w 231699"/>
                <a:gd name="csY244" fmla="*/ 22453 h 178670"/>
                <a:gd name="csX245" fmla="*/ 216889 w 231699"/>
                <a:gd name="csY245" fmla="*/ 22931 h 178670"/>
                <a:gd name="csX246" fmla="*/ 217845 w 231699"/>
                <a:gd name="csY246" fmla="*/ 23886 h 178670"/>
                <a:gd name="csX247" fmla="*/ 218322 w 231699"/>
                <a:gd name="csY247" fmla="*/ 24364 h 178670"/>
                <a:gd name="csX248" fmla="*/ 218322 w 231699"/>
                <a:gd name="csY248" fmla="*/ 25320 h 178670"/>
                <a:gd name="csX249" fmla="*/ 218322 w 231699"/>
                <a:gd name="csY249" fmla="*/ 26275 h 178670"/>
                <a:gd name="csX250" fmla="*/ 219278 w 231699"/>
                <a:gd name="csY250" fmla="*/ 26275 h 178670"/>
                <a:gd name="csX251" fmla="*/ 220233 w 231699"/>
                <a:gd name="csY251" fmla="*/ 26753 h 178670"/>
                <a:gd name="csX252" fmla="*/ 220711 w 231699"/>
                <a:gd name="csY252" fmla="*/ 25798 h 178670"/>
                <a:gd name="csX253" fmla="*/ 221666 w 231699"/>
                <a:gd name="csY253" fmla="*/ 25798 h 178670"/>
                <a:gd name="csX254" fmla="*/ 222622 w 231699"/>
                <a:gd name="csY254" fmla="*/ 26275 h 178670"/>
                <a:gd name="csX255" fmla="*/ 222622 w 231699"/>
                <a:gd name="csY255" fmla="*/ 27231 h 178670"/>
                <a:gd name="csX256" fmla="*/ 223577 w 231699"/>
                <a:gd name="csY256" fmla="*/ 28664 h 178670"/>
                <a:gd name="csX257" fmla="*/ 224533 w 231699"/>
                <a:gd name="csY257" fmla="*/ 29619 h 178670"/>
                <a:gd name="csX258" fmla="*/ 225488 w 231699"/>
                <a:gd name="csY258" fmla="*/ 30575 h 178670"/>
                <a:gd name="csX259" fmla="*/ 225488 w 231699"/>
                <a:gd name="csY259" fmla="*/ 32486 h 178670"/>
                <a:gd name="csX260" fmla="*/ 224533 w 231699"/>
                <a:gd name="csY260" fmla="*/ 33919 h 178670"/>
                <a:gd name="csX261" fmla="*/ 226444 w 231699"/>
                <a:gd name="csY261" fmla="*/ 35352 h 178670"/>
                <a:gd name="csX262" fmla="*/ 228355 w 231699"/>
                <a:gd name="csY262" fmla="*/ 36785 h 178670"/>
                <a:gd name="csX263" fmla="*/ 229310 w 231699"/>
                <a:gd name="csY263" fmla="*/ 37741 h 178670"/>
                <a:gd name="csX264" fmla="*/ 229310 w 231699"/>
                <a:gd name="csY264" fmla="*/ 39651 h 178670"/>
                <a:gd name="csX265" fmla="*/ 229788 w 231699"/>
                <a:gd name="csY265" fmla="*/ 40607 h 178670"/>
                <a:gd name="csX266" fmla="*/ 231221 w 231699"/>
                <a:gd name="csY266" fmla="*/ 42040 h 178670"/>
                <a:gd name="csX267" fmla="*/ 231699 w 231699"/>
                <a:gd name="csY267" fmla="*/ 43473 h 178670"/>
                <a:gd name="csX268" fmla="*/ 231699 w 231699"/>
                <a:gd name="csY268" fmla="*/ 43951 h 178670"/>
                <a:gd name="csX269" fmla="*/ 227877 w 231699"/>
                <a:gd name="csY269" fmla="*/ 47773 h 178670"/>
                <a:gd name="csX270" fmla="*/ 226444 w 231699"/>
                <a:gd name="csY270" fmla="*/ 47773 h 178670"/>
                <a:gd name="csX271" fmla="*/ 225488 w 231699"/>
                <a:gd name="csY271" fmla="*/ 48251 h 178670"/>
                <a:gd name="csX272" fmla="*/ 224533 w 231699"/>
                <a:gd name="csY272" fmla="*/ 48728 h 178670"/>
                <a:gd name="csX273" fmla="*/ 223577 w 231699"/>
                <a:gd name="csY273" fmla="*/ 49684 h 178670"/>
                <a:gd name="csX274" fmla="*/ 224055 w 231699"/>
                <a:gd name="csY274" fmla="*/ 50162 h 178670"/>
                <a:gd name="csX275" fmla="*/ 224055 w 231699"/>
                <a:gd name="csY275" fmla="*/ 50162 h 178670"/>
                <a:gd name="csX276" fmla="*/ 224533 w 231699"/>
                <a:gd name="csY276" fmla="*/ 51117 h 178670"/>
                <a:gd name="csX277" fmla="*/ 225488 w 231699"/>
                <a:gd name="csY277" fmla="*/ 53028 h 178670"/>
                <a:gd name="csX278" fmla="*/ 225966 w 231699"/>
                <a:gd name="csY278" fmla="*/ 54461 h 178670"/>
                <a:gd name="csX279" fmla="*/ 225488 w 231699"/>
                <a:gd name="csY279" fmla="*/ 56372 h 178670"/>
                <a:gd name="csX280" fmla="*/ 224055 w 231699"/>
                <a:gd name="csY280" fmla="*/ 58761 h 178670"/>
                <a:gd name="csX281" fmla="*/ 224055 w 231699"/>
                <a:gd name="csY281" fmla="*/ 59239 h 178670"/>
                <a:gd name="csX282" fmla="*/ 223100 w 231699"/>
                <a:gd name="csY282" fmla="*/ 59239 h 178670"/>
                <a:gd name="csX283" fmla="*/ 223100 w 231699"/>
                <a:gd name="csY283" fmla="*/ 61627 h 178670"/>
                <a:gd name="csX284" fmla="*/ 223577 w 231699"/>
                <a:gd name="csY284" fmla="*/ 62105 h 178670"/>
                <a:gd name="csX285" fmla="*/ 224533 w 231699"/>
                <a:gd name="csY285" fmla="*/ 63060 h 178670"/>
                <a:gd name="csX286" fmla="*/ 224533 w 231699"/>
                <a:gd name="csY286" fmla="*/ 63060 h 178670"/>
                <a:gd name="csX287" fmla="*/ 224533 w 231699"/>
                <a:gd name="csY287" fmla="*/ 64493 h 178670"/>
                <a:gd name="csX288" fmla="*/ 224533 w 231699"/>
                <a:gd name="csY288" fmla="*/ 66405 h 178670"/>
                <a:gd name="csX289" fmla="*/ 224533 w 231699"/>
                <a:gd name="csY289" fmla="*/ 66405 h 178670"/>
                <a:gd name="csX290" fmla="*/ 224533 w 231699"/>
                <a:gd name="csY290" fmla="*/ 67838 h 178670"/>
                <a:gd name="csX291" fmla="*/ 223577 w 231699"/>
                <a:gd name="csY291" fmla="*/ 72137 h 178670"/>
                <a:gd name="csX292" fmla="*/ 225488 w 231699"/>
                <a:gd name="csY292" fmla="*/ 75481 h 178670"/>
                <a:gd name="csX293" fmla="*/ 225488 w 231699"/>
                <a:gd name="csY293" fmla="*/ 75959 h 178670"/>
                <a:gd name="csX294" fmla="*/ 225966 w 231699"/>
                <a:gd name="csY294" fmla="*/ 75959 h 178670"/>
                <a:gd name="csX295" fmla="*/ 228355 w 231699"/>
                <a:gd name="csY295" fmla="*/ 75959 h 178670"/>
                <a:gd name="csX296" fmla="*/ 228355 w 231699"/>
                <a:gd name="csY296" fmla="*/ 76437 h 178670"/>
                <a:gd name="csX297" fmla="*/ 228832 w 231699"/>
                <a:gd name="csY297" fmla="*/ 76437 h 178670"/>
                <a:gd name="csX298" fmla="*/ 228355 w 231699"/>
                <a:gd name="csY298" fmla="*/ 77392 h 178670"/>
                <a:gd name="csX299" fmla="*/ 226922 w 231699"/>
                <a:gd name="csY299" fmla="*/ 78348 h 178670"/>
                <a:gd name="csX300" fmla="*/ 226444 w 231699"/>
                <a:gd name="csY300" fmla="*/ 79303 h 178670"/>
                <a:gd name="csX301" fmla="*/ 223577 w 231699"/>
                <a:gd name="csY301" fmla="*/ 80258 h 178670"/>
                <a:gd name="csX302" fmla="*/ 218800 w 231699"/>
                <a:gd name="csY302" fmla="*/ 81692 h 178670"/>
                <a:gd name="csX303" fmla="*/ 218322 w 231699"/>
                <a:gd name="csY303" fmla="*/ 83125 h 178670"/>
                <a:gd name="csX304" fmla="*/ 217367 w 231699"/>
                <a:gd name="csY304" fmla="*/ 85036 h 178670"/>
                <a:gd name="csX305" fmla="*/ 217845 w 231699"/>
                <a:gd name="csY305" fmla="*/ 85991 h 178670"/>
                <a:gd name="csX306" fmla="*/ 218800 w 231699"/>
                <a:gd name="csY306" fmla="*/ 86469 h 178670"/>
                <a:gd name="csX307" fmla="*/ 218322 w 231699"/>
                <a:gd name="csY307" fmla="*/ 88380 h 178670"/>
                <a:gd name="csX308" fmla="*/ 217845 w 231699"/>
                <a:gd name="csY308" fmla="*/ 90291 h 178670"/>
                <a:gd name="csX309" fmla="*/ 218322 w 231699"/>
                <a:gd name="csY309" fmla="*/ 91724 h 178670"/>
                <a:gd name="csX310" fmla="*/ 217845 w 231699"/>
                <a:gd name="csY310" fmla="*/ 92680 h 178670"/>
                <a:gd name="csX311" fmla="*/ 217367 w 231699"/>
                <a:gd name="csY311" fmla="*/ 93157 h 178670"/>
                <a:gd name="csX312" fmla="*/ 216411 w 231699"/>
                <a:gd name="csY312" fmla="*/ 95068 h 178670"/>
                <a:gd name="csX313" fmla="*/ 215456 w 231699"/>
                <a:gd name="csY313" fmla="*/ 96979 h 178670"/>
                <a:gd name="csX314" fmla="*/ 214979 w 231699"/>
                <a:gd name="csY314" fmla="*/ 97935 h 178670"/>
                <a:gd name="csX315" fmla="*/ 214979 w 231699"/>
                <a:gd name="csY315" fmla="*/ 97935 h 178670"/>
                <a:gd name="csX316" fmla="*/ 214023 w 231699"/>
                <a:gd name="csY316" fmla="*/ 98890 h 178670"/>
                <a:gd name="csX317" fmla="*/ 212112 w 231699"/>
                <a:gd name="csY317" fmla="*/ 99368 h 178670"/>
                <a:gd name="csX318" fmla="*/ 212112 w 231699"/>
                <a:gd name="csY318" fmla="*/ 99846 h 178670"/>
                <a:gd name="csX319" fmla="*/ 214023 w 231699"/>
                <a:gd name="csY319" fmla="*/ 100801 h 178670"/>
                <a:gd name="csX320" fmla="*/ 214500 w 231699"/>
                <a:gd name="csY320" fmla="*/ 101279 h 178670"/>
                <a:gd name="csX321" fmla="*/ 214979 w 231699"/>
                <a:gd name="csY321" fmla="*/ 101756 h 178670"/>
                <a:gd name="csX322" fmla="*/ 214500 w 231699"/>
                <a:gd name="csY322" fmla="*/ 102234 h 178670"/>
                <a:gd name="csX323" fmla="*/ 214023 w 231699"/>
                <a:gd name="csY323" fmla="*/ 102712 h 178670"/>
                <a:gd name="csX324" fmla="*/ 214979 w 231699"/>
                <a:gd name="csY324" fmla="*/ 103189 h 178670"/>
                <a:gd name="csX325" fmla="*/ 215934 w 231699"/>
                <a:gd name="csY325" fmla="*/ 103667 h 178670"/>
                <a:gd name="csX326" fmla="*/ 215934 w 231699"/>
                <a:gd name="csY326" fmla="*/ 103667 h 178670"/>
                <a:gd name="csX327" fmla="*/ 216889 w 231699"/>
                <a:gd name="csY327" fmla="*/ 105100 h 178670"/>
                <a:gd name="csX328" fmla="*/ 217845 w 231699"/>
                <a:gd name="csY328" fmla="*/ 106534 h 178670"/>
                <a:gd name="csX329" fmla="*/ 218322 w 231699"/>
                <a:gd name="csY329" fmla="*/ 107489 h 178670"/>
                <a:gd name="csX330" fmla="*/ 218322 w 231699"/>
                <a:gd name="csY330" fmla="*/ 107489 h 178670"/>
                <a:gd name="csX331" fmla="*/ 218322 w 231699"/>
                <a:gd name="csY331" fmla="*/ 107489 h 178670"/>
                <a:gd name="csX332" fmla="*/ 218800 w 231699"/>
                <a:gd name="csY332" fmla="*/ 107489 h 178670"/>
                <a:gd name="csX333" fmla="*/ 219278 w 231699"/>
                <a:gd name="csY333" fmla="*/ 107489 h 178670"/>
                <a:gd name="csX334" fmla="*/ 220711 w 231699"/>
                <a:gd name="csY334" fmla="*/ 106534 h 178670"/>
                <a:gd name="csX335" fmla="*/ 221666 w 231699"/>
                <a:gd name="csY335" fmla="*/ 106056 h 178670"/>
                <a:gd name="csX336" fmla="*/ 222622 w 231699"/>
                <a:gd name="csY336" fmla="*/ 107489 h 178670"/>
                <a:gd name="csX337" fmla="*/ 222622 w 231699"/>
                <a:gd name="csY337" fmla="*/ 107489 h 178670"/>
                <a:gd name="csX338" fmla="*/ 222622 w 231699"/>
                <a:gd name="csY338" fmla="*/ 107489 h 178670"/>
                <a:gd name="csX339" fmla="*/ 219278 w 231699"/>
                <a:gd name="csY339" fmla="*/ 108445 h 178670"/>
                <a:gd name="csX340" fmla="*/ 218322 w 231699"/>
                <a:gd name="csY340" fmla="*/ 108922 h 178670"/>
                <a:gd name="csX341" fmla="*/ 215934 w 231699"/>
                <a:gd name="csY341" fmla="*/ 109400 h 178670"/>
                <a:gd name="csX342" fmla="*/ 209723 w 231699"/>
                <a:gd name="csY342" fmla="*/ 111311 h 178670"/>
                <a:gd name="csX343" fmla="*/ 203991 w 231699"/>
                <a:gd name="csY343" fmla="*/ 113222 h 178670"/>
                <a:gd name="csX344" fmla="*/ 202557 w 231699"/>
                <a:gd name="csY344" fmla="*/ 113700 h 178670"/>
                <a:gd name="csX345" fmla="*/ 199691 w 231699"/>
                <a:gd name="csY345" fmla="*/ 114177 h 178670"/>
                <a:gd name="csX346" fmla="*/ 198258 w 231699"/>
                <a:gd name="csY346" fmla="*/ 114655 h 178670"/>
                <a:gd name="csX347" fmla="*/ 198258 w 231699"/>
                <a:gd name="csY347" fmla="*/ 115133 h 178670"/>
                <a:gd name="csX348" fmla="*/ 193481 w 231699"/>
                <a:gd name="csY348" fmla="*/ 116566 h 178670"/>
                <a:gd name="csX349" fmla="*/ 191092 w 231699"/>
                <a:gd name="csY349" fmla="*/ 117044 h 178670"/>
                <a:gd name="csX350" fmla="*/ 189659 w 231699"/>
                <a:gd name="csY350" fmla="*/ 117999 h 178670"/>
                <a:gd name="csX351" fmla="*/ 185359 w 231699"/>
                <a:gd name="csY351" fmla="*/ 118955 h 178670"/>
                <a:gd name="csX352" fmla="*/ 181537 w 231699"/>
                <a:gd name="csY352" fmla="*/ 119910 h 178670"/>
                <a:gd name="csX353" fmla="*/ 178193 w 231699"/>
                <a:gd name="csY353" fmla="*/ 120865 h 178670"/>
                <a:gd name="csX354" fmla="*/ 177238 w 231699"/>
                <a:gd name="csY354" fmla="*/ 121343 h 178670"/>
                <a:gd name="csX355" fmla="*/ 172461 w 231699"/>
                <a:gd name="csY355" fmla="*/ 122299 h 178670"/>
                <a:gd name="csX356" fmla="*/ 169594 w 231699"/>
                <a:gd name="csY356" fmla="*/ 123254 h 178670"/>
                <a:gd name="csX357" fmla="*/ 168161 w 231699"/>
                <a:gd name="csY357" fmla="*/ 124210 h 178670"/>
                <a:gd name="csX358" fmla="*/ 163861 w 231699"/>
                <a:gd name="csY358" fmla="*/ 125643 h 178670"/>
                <a:gd name="csX359" fmla="*/ 163861 w 231699"/>
                <a:gd name="csY359" fmla="*/ 125643 h 178670"/>
                <a:gd name="csX360" fmla="*/ 163384 w 231699"/>
                <a:gd name="csY360" fmla="*/ 125643 h 178670"/>
                <a:gd name="csX361" fmla="*/ 163384 w 231699"/>
                <a:gd name="csY361" fmla="*/ 126121 h 178670"/>
                <a:gd name="csX362" fmla="*/ 163384 w 231699"/>
                <a:gd name="csY362" fmla="*/ 127076 h 178670"/>
                <a:gd name="csX363" fmla="*/ 163861 w 231699"/>
                <a:gd name="csY363" fmla="*/ 129465 h 178670"/>
                <a:gd name="csX364" fmla="*/ 165295 w 231699"/>
                <a:gd name="csY364" fmla="*/ 131376 h 178670"/>
                <a:gd name="csX365" fmla="*/ 166250 w 231699"/>
                <a:gd name="csY365" fmla="*/ 132331 h 178670"/>
                <a:gd name="csX366" fmla="*/ 166727 w 231699"/>
                <a:gd name="csY366" fmla="*/ 135197 h 178670"/>
                <a:gd name="csX367" fmla="*/ 166727 w 231699"/>
                <a:gd name="csY367" fmla="*/ 138064 h 1786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</a:cxnLst>
              <a:rect l="l" t="t" r="r" b="b"/>
              <a:pathLst>
                <a:path w="231699" h="178670">
                  <a:moveTo>
                    <a:pt x="64971" y="178671"/>
                  </a:moveTo>
                  <a:lnTo>
                    <a:pt x="61627" y="175327"/>
                  </a:lnTo>
                  <a:lnTo>
                    <a:pt x="60194" y="174371"/>
                  </a:lnTo>
                  <a:lnTo>
                    <a:pt x="58761" y="173894"/>
                  </a:lnTo>
                  <a:lnTo>
                    <a:pt x="54461" y="173416"/>
                  </a:lnTo>
                  <a:lnTo>
                    <a:pt x="45384" y="172460"/>
                  </a:lnTo>
                  <a:lnTo>
                    <a:pt x="44429" y="172938"/>
                  </a:lnTo>
                  <a:lnTo>
                    <a:pt x="41085" y="173416"/>
                  </a:lnTo>
                  <a:lnTo>
                    <a:pt x="36308" y="173894"/>
                  </a:lnTo>
                  <a:lnTo>
                    <a:pt x="32008" y="174849"/>
                  </a:lnTo>
                  <a:lnTo>
                    <a:pt x="27708" y="175804"/>
                  </a:lnTo>
                  <a:lnTo>
                    <a:pt x="23886" y="172460"/>
                  </a:lnTo>
                  <a:lnTo>
                    <a:pt x="19587" y="168638"/>
                  </a:lnTo>
                  <a:lnTo>
                    <a:pt x="14810" y="164817"/>
                  </a:lnTo>
                  <a:lnTo>
                    <a:pt x="11466" y="161950"/>
                  </a:lnTo>
                  <a:lnTo>
                    <a:pt x="9555" y="160039"/>
                  </a:lnTo>
                  <a:lnTo>
                    <a:pt x="6688" y="157651"/>
                  </a:lnTo>
                  <a:lnTo>
                    <a:pt x="4300" y="156218"/>
                  </a:lnTo>
                  <a:lnTo>
                    <a:pt x="3344" y="155740"/>
                  </a:lnTo>
                  <a:lnTo>
                    <a:pt x="1433" y="149529"/>
                  </a:lnTo>
                  <a:lnTo>
                    <a:pt x="0" y="143796"/>
                  </a:lnTo>
                  <a:lnTo>
                    <a:pt x="0" y="139497"/>
                  </a:lnTo>
                  <a:lnTo>
                    <a:pt x="0" y="133287"/>
                  </a:lnTo>
                  <a:lnTo>
                    <a:pt x="0" y="127554"/>
                  </a:lnTo>
                  <a:lnTo>
                    <a:pt x="0" y="121343"/>
                  </a:lnTo>
                  <a:lnTo>
                    <a:pt x="0" y="115133"/>
                  </a:lnTo>
                  <a:lnTo>
                    <a:pt x="0" y="109400"/>
                  </a:lnTo>
                  <a:lnTo>
                    <a:pt x="0" y="103189"/>
                  </a:lnTo>
                  <a:lnTo>
                    <a:pt x="0" y="97457"/>
                  </a:lnTo>
                  <a:lnTo>
                    <a:pt x="0" y="91246"/>
                  </a:lnTo>
                  <a:lnTo>
                    <a:pt x="0" y="88380"/>
                  </a:lnTo>
                  <a:lnTo>
                    <a:pt x="4777" y="88380"/>
                  </a:lnTo>
                  <a:lnTo>
                    <a:pt x="10032" y="88380"/>
                  </a:lnTo>
                  <a:lnTo>
                    <a:pt x="15287" y="88380"/>
                  </a:lnTo>
                  <a:lnTo>
                    <a:pt x="21020" y="88380"/>
                  </a:lnTo>
                  <a:lnTo>
                    <a:pt x="27231" y="88380"/>
                  </a:lnTo>
                  <a:lnTo>
                    <a:pt x="32963" y="88380"/>
                  </a:lnTo>
                  <a:lnTo>
                    <a:pt x="36785" y="88380"/>
                  </a:lnTo>
                  <a:lnTo>
                    <a:pt x="38218" y="88380"/>
                  </a:lnTo>
                  <a:lnTo>
                    <a:pt x="39174" y="88380"/>
                  </a:lnTo>
                  <a:lnTo>
                    <a:pt x="39651" y="87902"/>
                  </a:lnTo>
                  <a:lnTo>
                    <a:pt x="37741" y="85036"/>
                  </a:lnTo>
                  <a:lnTo>
                    <a:pt x="37741" y="83603"/>
                  </a:lnTo>
                  <a:lnTo>
                    <a:pt x="38218" y="81692"/>
                  </a:lnTo>
                  <a:lnTo>
                    <a:pt x="39174" y="80258"/>
                  </a:lnTo>
                  <a:lnTo>
                    <a:pt x="40129" y="77870"/>
                  </a:lnTo>
                  <a:lnTo>
                    <a:pt x="40129" y="76437"/>
                  </a:lnTo>
                  <a:lnTo>
                    <a:pt x="39174" y="72137"/>
                  </a:lnTo>
                  <a:lnTo>
                    <a:pt x="39174" y="69748"/>
                  </a:lnTo>
                  <a:lnTo>
                    <a:pt x="39651" y="67360"/>
                  </a:lnTo>
                  <a:lnTo>
                    <a:pt x="39651" y="64971"/>
                  </a:lnTo>
                  <a:lnTo>
                    <a:pt x="39651" y="63538"/>
                  </a:lnTo>
                  <a:lnTo>
                    <a:pt x="39651" y="62582"/>
                  </a:lnTo>
                  <a:lnTo>
                    <a:pt x="40607" y="61149"/>
                  </a:lnTo>
                  <a:lnTo>
                    <a:pt x="40607" y="59716"/>
                  </a:lnTo>
                  <a:lnTo>
                    <a:pt x="41085" y="59239"/>
                  </a:lnTo>
                  <a:lnTo>
                    <a:pt x="41085" y="58283"/>
                  </a:lnTo>
                  <a:lnTo>
                    <a:pt x="40607" y="57328"/>
                  </a:lnTo>
                  <a:lnTo>
                    <a:pt x="40129" y="54939"/>
                  </a:lnTo>
                  <a:lnTo>
                    <a:pt x="40129" y="51595"/>
                  </a:lnTo>
                  <a:lnTo>
                    <a:pt x="39651" y="49206"/>
                  </a:lnTo>
                  <a:lnTo>
                    <a:pt x="40129" y="49206"/>
                  </a:lnTo>
                  <a:lnTo>
                    <a:pt x="41563" y="49684"/>
                  </a:lnTo>
                  <a:lnTo>
                    <a:pt x="42518" y="50639"/>
                  </a:lnTo>
                  <a:lnTo>
                    <a:pt x="42996" y="52073"/>
                  </a:lnTo>
                  <a:lnTo>
                    <a:pt x="43951" y="52073"/>
                  </a:lnTo>
                  <a:lnTo>
                    <a:pt x="46340" y="53028"/>
                  </a:lnTo>
                  <a:lnTo>
                    <a:pt x="47295" y="53983"/>
                  </a:lnTo>
                  <a:lnTo>
                    <a:pt x="47773" y="56372"/>
                  </a:lnTo>
                  <a:lnTo>
                    <a:pt x="47773" y="57328"/>
                  </a:lnTo>
                  <a:lnTo>
                    <a:pt x="46817" y="58283"/>
                  </a:lnTo>
                  <a:lnTo>
                    <a:pt x="47773" y="59239"/>
                  </a:lnTo>
                  <a:lnTo>
                    <a:pt x="49206" y="59716"/>
                  </a:lnTo>
                  <a:lnTo>
                    <a:pt x="50639" y="59716"/>
                  </a:lnTo>
                  <a:lnTo>
                    <a:pt x="53506" y="58283"/>
                  </a:lnTo>
                  <a:lnTo>
                    <a:pt x="54461" y="57805"/>
                  </a:lnTo>
                  <a:lnTo>
                    <a:pt x="55894" y="57328"/>
                  </a:lnTo>
                  <a:lnTo>
                    <a:pt x="57328" y="56850"/>
                  </a:lnTo>
                  <a:lnTo>
                    <a:pt x="61627" y="56372"/>
                  </a:lnTo>
                  <a:lnTo>
                    <a:pt x="63538" y="55894"/>
                  </a:lnTo>
                  <a:lnTo>
                    <a:pt x="64971" y="55417"/>
                  </a:lnTo>
                  <a:lnTo>
                    <a:pt x="65449" y="55417"/>
                  </a:lnTo>
                  <a:lnTo>
                    <a:pt x="66405" y="55894"/>
                  </a:lnTo>
                  <a:lnTo>
                    <a:pt x="65927" y="57805"/>
                  </a:lnTo>
                  <a:lnTo>
                    <a:pt x="65449" y="59239"/>
                  </a:lnTo>
                  <a:lnTo>
                    <a:pt x="66405" y="61627"/>
                  </a:lnTo>
                  <a:lnTo>
                    <a:pt x="66882" y="63060"/>
                  </a:lnTo>
                  <a:lnTo>
                    <a:pt x="68315" y="64016"/>
                  </a:lnTo>
                  <a:lnTo>
                    <a:pt x="69271" y="64493"/>
                  </a:lnTo>
                  <a:lnTo>
                    <a:pt x="70226" y="65449"/>
                  </a:lnTo>
                  <a:lnTo>
                    <a:pt x="72137" y="65449"/>
                  </a:lnTo>
                  <a:lnTo>
                    <a:pt x="76915" y="66882"/>
                  </a:lnTo>
                  <a:lnTo>
                    <a:pt x="78348" y="67360"/>
                  </a:lnTo>
                  <a:lnTo>
                    <a:pt x="80258" y="67838"/>
                  </a:lnTo>
                  <a:lnTo>
                    <a:pt x="81692" y="68315"/>
                  </a:lnTo>
                  <a:lnTo>
                    <a:pt x="86469" y="68793"/>
                  </a:lnTo>
                  <a:lnTo>
                    <a:pt x="88380" y="69271"/>
                  </a:lnTo>
                  <a:lnTo>
                    <a:pt x="91724" y="69748"/>
                  </a:lnTo>
                  <a:lnTo>
                    <a:pt x="94113" y="69748"/>
                  </a:lnTo>
                  <a:lnTo>
                    <a:pt x="96024" y="69271"/>
                  </a:lnTo>
                  <a:lnTo>
                    <a:pt x="97457" y="68793"/>
                  </a:lnTo>
                  <a:lnTo>
                    <a:pt x="98412" y="68793"/>
                  </a:lnTo>
                  <a:lnTo>
                    <a:pt x="98412" y="68315"/>
                  </a:lnTo>
                  <a:lnTo>
                    <a:pt x="99368" y="66882"/>
                  </a:lnTo>
                  <a:lnTo>
                    <a:pt x="100323" y="64016"/>
                  </a:lnTo>
                  <a:lnTo>
                    <a:pt x="100323" y="63060"/>
                  </a:lnTo>
                  <a:lnTo>
                    <a:pt x="101279" y="62582"/>
                  </a:lnTo>
                  <a:lnTo>
                    <a:pt x="102712" y="62105"/>
                  </a:lnTo>
                  <a:lnTo>
                    <a:pt x="103667" y="62582"/>
                  </a:lnTo>
                  <a:lnTo>
                    <a:pt x="104145" y="65927"/>
                  </a:lnTo>
                  <a:lnTo>
                    <a:pt x="107967" y="68793"/>
                  </a:lnTo>
                  <a:lnTo>
                    <a:pt x="109400" y="71659"/>
                  </a:lnTo>
                  <a:lnTo>
                    <a:pt x="110356" y="73570"/>
                  </a:lnTo>
                  <a:lnTo>
                    <a:pt x="110833" y="74048"/>
                  </a:lnTo>
                  <a:lnTo>
                    <a:pt x="112267" y="75004"/>
                  </a:lnTo>
                  <a:lnTo>
                    <a:pt x="114655" y="75481"/>
                  </a:lnTo>
                  <a:lnTo>
                    <a:pt x="116566" y="75481"/>
                  </a:lnTo>
                  <a:lnTo>
                    <a:pt x="120865" y="76914"/>
                  </a:lnTo>
                  <a:lnTo>
                    <a:pt x="124210" y="77870"/>
                  </a:lnTo>
                  <a:lnTo>
                    <a:pt x="126599" y="78825"/>
                  </a:lnTo>
                  <a:lnTo>
                    <a:pt x="127554" y="79781"/>
                  </a:lnTo>
                  <a:lnTo>
                    <a:pt x="128509" y="80736"/>
                  </a:lnTo>
                  <a:lnTo>
                    <a:pt x="128987" y="81692"/>
                  </a:lnTo>
                  <a:lnTo>
                    <a:pt x="129465" y="83125"/>
                  </a:lnTo>
                  <a:lnTo>
                    <a:pt x="129465" y="83603"/>
                  </a:lnTo>
                  <a:lnTo>
                    <a:pt x="130420" y="85514"/>
                  </a:lnTo>
                  <a:lnTo>
                    <a:pt x="130420" y="85514"/>
                  </a:lnTo>
                  <a:lnTo>
                    <a:pt x="131854" y="85991"/>
                  </a:lnTo>
                  <a:lnTo>
                    <a:pt x="132809" y="85991"/>
                  </a:lnTo>
                  <a:lnTo>
                    <a:pt x="133765" y="86947"/>
                  </a:lnTo>
                  <a:lnTo>
                    <a:pt x="134720" y="88380"/>
                  </a:lnTo>
                  <a:lnTo>
                    <a:pt x="136631" y="90769"/>
                  </a:lnTo>
                  <a:lnTo>
                    <a:pt x="137586" y="92680"/>
                  </a:lnTo>
                  <a:lnTo>
                    <a:pt x="138064" y="94113"/>
                  </a:lnTo>
                  <a:lnTo>
                    <a:pt x="139497" y="95546"/>
                  </a:lnTo>
                  <a:lnTo>
                    <a:pt x="141408" y="96024"/>
                  </a:lnTo>
                  <a:lnTo>
                    <a:pt x="143319" y="96024"/>
                  </a:lnTo>
                  <a:lnTo>
                    <a:pt x="144274" y="95546"/>
                  </a:lnTo>
                  <a:lnTo>
                    <a:pt x="146663" y="94590"/>
                  </a:lnTo>
                  <a:lnTo>
                    <a:pt x="149052" y="93635"/>
                  </a:lnTo>
                  <a:lnTo>
                    <a:pt x="150007" y="93157"/>
                  </a:lnTo>
                  <a:lnTo>
                    <a:pt x="150963" y="93635"/>
                  </a:lnTo>
                  <a:lnTo>
                    <a:pt x="150963" y="93635"/>
                  </a:lnTo>
                  <a:lnTo>
                    <a:pt x="151918" y="94113"/>
                  </a:lnTo>
                  <a:lnTo>
                    <a:pt x="151918" y="95546"/>
                  </a:lnTo>
                  <a:lnTo>
                    <a:pt x="152396" y="96024"/>
                  </a:lnTo>
                  <a:lnTo>
                    <a:pt x="153829" y="96979"/>
                  </a:lnTo>
                  <a:lnTo>
                    <a:pt x="154784" y="96501"/>
                  </a:lnTo>
                  <a:lnTo>
                    <a:pt x="154784" y="96024"/>
                  </a:lnTo>
                  <a:lnTo>
                    <a:pt x="155262" y="95546"/>
                  </a:lnTo>
                  <a:lnTo>
                    <a:pt x="155262" y="91724"/>
                  </a:lnTo>
                  <a:lnTo>
                    <a:pt x="155262" y="88380"/>
                  </a:lnTo>
                  <a:lnTo>
                    <a:pt x="155262" y="85514"/>
                  </a:lnTo>
                  <a:lnTo>
                    <a:pt x="155262" y="81692"/>
                  </a:lnTo>
                  <a:lnTo>
                    <a:pt x="154784" y="78348"/>
                  </a:lnTo>
                  <a:lnTo>
                    <a:pt x="154784" y="75481"/>
                  </a:lnTo>
                  <a:lnTo>
                    <a:pt x="154784" y="73093"/>
                  </a:lnTo>
                  <a:lnTo>
                    <a:pt x="154307" y="73093"/>
                  </a:lnTo>
                  <a:lnTo>
                    <a:pt x="152874" y="73570"/>
                  </a:lnTo>
                  <a:lnTo>
                    <a:pt x="150485" y="73570"/>
                  </a:lnTo>
                  <a:lnTo>
                    <a:pt x="149529" y="74048"/>
                  </a:lnTo>
                  <a:lnTo>
                    <a:pt x="149052" y="75004"/>
                  </a:lnTo>
                  <a:lnTo>
                    <a:pt x="149052" y="75959"/>
                  </a:lnTo>
                  <a:lnTo>
                    <a:pt x="149052" y="77392"/>
                  </a:lnTo>
                  <a:lnTo>
                    <a:pt x="149052" y="77870"/>
                  </a:lnTo>
                  <a:lnTo>
                    <a:pt x="147618" y="77870"/>
                  </a:lnTo>
                  <a:lnTo>
                    <a:pt x="146185" y="77392"/>
                  </a:lnTo>
                  <a:lnTo>
                    <a:pt x="142841" y="76914"/>
                  </a:lnTo>
                  <a:lnTo>
                    <a:pt x="140452" y="76437"/>
                  </a:lnTo>
                  <a:lnTo>
                    <a:pt x="138542" y="75004"/>
                  </a:lnTo>
                  <a:lnTo>
                    <a:pt x="136153" y="72137"/>
                  </a:lnTo>
                  <a:lnTo>
                    <a:pt x="134720" y="71182"/>
                  </a:lnTo>
                  <a:lnTo>
                    <a:pt x="130898" y="68315"/>
                  </a:lnTo>
                  <a:lnTo>
                    <a:pt x="129942" y="67838"/>
                  </a:lnTo>
                  <a:lnTo>
                    <a:pt x="128987" y="66405"/>
                  </a:lnTo>
                  <a:lnTo>
                    <a:pt x="128031" y="64493"/>
                  </a:lnTo>
                  <a:lnTo>
                    <a:pt x="127554" y="63060"/>
                  </a:lnTo>
                  <a:lnTo>
                    <a:pt x="127076" y="62105"/>
                  </a:lnTo>
                  <a:lnTo>
                    <a:pt x="126599" y="60672"/>
                  </a:lnTo>
                  <a:lnTo>
                    <a:pt x="127554" y="58283"/>
                  </a:lnTo>
                  <a:lnTo>
                    <a:pt x="128987" y="53506"/>
                  </a:lnTo>
                  <a:lnTo>
                    <a:pt x="129942" y="50162"/>
                  </a:lnTo>
                  <a:lnTo>
                    <a:pt x="130420" y="47773"/>
                  </a:lnTo>
                  <a:lnTo>
                    <a:pt x="132331" y="45384"/>
                  </a:lnTo>
                  <a:lnTo>
                    <a:pt x="132331" y="43473"/>
                  </a:lnTo>
                  <a:lnTo>
                    <a:pt x="131376" y="40607"/>
                  </a:lnTo>
                  <a:lnTo>
                    <a:pt x="131854" y="39174"/>
                  </a:lnTo>
                  <a:lnTo>
                    <a:pt x="131854" y="34874"/>
                  </a:lnTo>
                  <a:lnTo>
                    <a:pt x="131854" y="31530"/>
                  </a:lnTo>
                  <a:lnTo>
                    <a:pt x="131854" y="30097"/>
                  </a:lnTo>
                  <a:lnTo>
                    <a:pt x="131376" y="27231"/>
                  </a:lnTo>
                  <a:lnTo>
                    <a:pt x="129942" y="24364"/>
                  </a:lnTo>
                  <a:lnTo>
                    <a:pt x="127554" y="20065"/>
                  </a:lnTo>
                  <a:lnTo>
                    <a:pt x="127554" y="19109"/>
                  </a:lnTo>
                  <a:lnTo>
                    <a:pt x="128987" y="18154"/>
                  </a:lnTo>
                  <a:lnTo>
                    <a:pt x="131854" y="16243"/>
                  </a:lnTo>
                  <a:lnTo>
                    <a:pt x="132809" y="15287"/>
                  </a:lnTo>
                  <a:lnTo>
                    <a:pt x="134720" y="13854"/>
                  </a:lnTo>
                  <a:lnTo>
                    <a:pt x="135197" y="12899"/>
                  </a:lnTo>
                  <a:lnTo>
                    <a:pt x="136631" y="10988"/>
                  </a:lnTo>
                  <a:lnTo>
                    <a:pt x="137586" y="9555"/>
                  </a:lnTo>
                  <a:lnTo>
                    <a:pt x="138064" y="7166"/>
                  </a:lnTo>
                  <a:lnTo>
                    <a:pt x="137108" y="5255"/>
                  </a:lnTo>
                  <a:lnTo>
                    <a:pt x="138542" y="5255"/>
                  </a:lnTo>
                  <a:lnTo>
                    <a:pt x="143319" y="4300"/>
                  </a:lnTo>
                  <a:lnTo>
                    <a:pt x="149052" y="3822"/>
                  </a:lnTo>
                  <a:lnTo>
                    <a:pt x="154307" y="2866"/>
                  </a:lnTo>
                  <a:lnTo>
                    <a:pt x="160040" y="1911"/>
                  </a:lnTo>
                  <a:lnTo>
                    <a:pt x="165772" y="1433"/>
                  </a:lnTo>
                  <a:lnTo>
                    <a:pt x="170549" y="478"/>
                  </a:lnTo>
                  <a:lnTo>
                    <a:pt x="173893" y="0"/>
                  </a:lnTo>
                  <a:lnTo>
                    <a:pt x="174372" y="1433"/>
                  </a:lnTo>
                  <a:lnTo>
                    <a:pt x="175804" y="3822"/>
                  </a:lnTo>
                  <a:lnTo>
                    <a:pt x="176760" y="5255"/>
                  </a:lnTo>
                  <a:lnTo>
                    <a:pt x="176760" y="5255"/>
                  </a:lnTo>
                  <a:lnTo>
                    <a:pt x="178193" y="6688"/>
                  </a:lnTo>
                  <a:lnTo>
                    <a:pt x="179626" y="7644"/>
                  </a:lnTo>
                  <a:lnTo>
                    <a:pt x="180104" y="7644"/>
                  </a:lnTo>
                  <a:lnTo>
                    <a:pt x="180582" y="7644"/>
                  </a:lnTo>
                  <a:lnTo>
                    <a:pt x="185837" y="7644"/>
                  </a:lnTo>
                  <a:lnTo>
                    <a:pt x="187748" y="8599"/>
                  </a:lnTo>
                  <a:lnTo>
                    <a:pt x="189659" y="9555"/>
                  </a:lnTo>
                  <a:lnTo>
                    <a:pt x="189659" y="9555"/>
                  </a:lnTo>
                  <a:lnTo>
                    <a:pt x="189659" y="10032"/>
                  </a:lnTo>
                  <a:lnTo>
                    <a:pt x="190136" y="11466"/>
                  </a:lnTo>
                  <a:lnTo>
                    <a:pt x="190136" y="11466"/>
                  </a:lnTo>
                  <a:lnTo>
                    <a:pt x="191092" y="12421"/>
                  </a:lnTo>
                  <a:lnTo>
                    <a:pt x="192525" y="13376"/>
                  </a:lnTo>
                  <a:lnTo>
                    <a:pt x="193003" y="13376"/>
                  </a:lnTo>
                  <a:lnTo>
                    <a:pt x="193481" y="12899"/>
                  </a:lnTo>
                  <a:lnTo>
                    <a:pt x="195391" y="12899"/>
                  </a:lnTo>
                  <a:lnTo>
                    <a:pt x="196347" y="13376"/>
                  </a:lnTo>
                  <a:lnTo>
                    <a:pt x="197302" y="13854"/>
                  </a:lnTo>
                  <a:lnTo>
                    <a:pt x="197302" y="15287"/>
                  </a:lnTo>
                  <a:lnTo>
                    <a:pt x="197780" y="15765"/>
                  </a:lnTo>
                  <a:lnTo>
                    <a:pt x="199213" y="16243"/>
                  </a:lnTo>
                  <a:lnTo>
                    <a:pt x="201124" y="16243"/>
                  </a:lnTo>
                  <a:lnTo>
                    <a:pt x="203035" y="17198"/>
                  </a:lnTo>
                  <a:lnTo>
                    <a:pt x="204946" y="17198"/>
                  </a:lnTo>
                  <a:lnTo>
                    <a:pt x="207334" y="17676"/>
                  </a:lnTo>
                  <a:lnTo>
                    <a:pt x="208290" y="18632"/>
                  </a:lnTo>
                  <a:lnTo>
                    <a:pt x="210679" y="20065"/>
                  </a:lnTo>
                  <a:lnTo>
                    <a:pt x="214023" y="21020"/>
                  </a:lnTo>
                  <a:lnTo>
                    <a:pt x="215934" y="21975"/>
                  </a:lnTo>
                  <a:lnTo>
                    <a:pt x="216889" y="22453"/>
                  </a:lnTo>
                  <a:lnTo>
                    <a:pt x="216889" y="22931"/>
                  </a:lnTo>
                  <a:lnTo>
                    <a:pt x="217845" y="23886"/>
                  </a:lnTo>
                  <a:lnTo>
                    <a:pt x="218322" y="24364"/>
                  </a:lnTo>
                  <a:lnTo>
                    <a:pt x="218322" y="25320"/>
                  </a:lnTo>
                  <a:lnTo>
                    <a:pt x="218322" y="26275"/>
                  </a:lnTo>
                  <a:lnTo>
                    <a:pt x="219278" y="26275"/>
                  </a:lnTo>
                  <a:lnTo>
                    <a:pt x="220233" y="26753"/>
                  </a:lnTo>
                  <a:lnTo>
                    <a:pt x="220711" y="25798"/>
                  </a:lnTo>
                  <a:lnTo>
                    <a:pt x="221666" y="25798"/>
                  </a:lnTo>
                  <a:lnTo>
                    <a:pt x="222622" y="26275"/>
                  </a:lnTo>
                  <a:lnTo>
                    <a:pt x="222622" y="27231"/>
                  </a:lnTo>
                  <a:lnTo>
                    <a:pt x="223577" y="28664"/>
                  </a:lnTo>
                  <a:lnTo>
                    <a:pt x="224533" y="29619"/>
                  </a:lnTo>
                  <a:lnTo>
                    <a:pt x="225488" y="30575"/>
                  </a:lnTo>
                  <a:lnTo>
                    <a:pt x="225488" y="32486"/>
                  </a:lnTo>
                  <a:lnTo>
                    <a:pt x="224533" y="33919"/>
                  </a:lnTo>
                  <a:lnTo>
                    <a:pt x="226444" y="35352"/>
                  </a:lnTo>
                  <a:lnTo>
                    <a:pt x="228355" y="36785"/>
                  </a:lnTo>
                  <a:lnTo>
                    <a:pt x="229310" y="37741"/>
                  </a:lnTo>
                  <a:lnTo>
                    <a:pt x="229310" y="39651"/>
                  </a:lnTo>
                  <a:lnTo>
                    <a:pt x="229788" y="40607"/>
                  </a:lnTo>
                  <a:lnTo>
                    <a:pt x="231221" y="42040"/>
                  </a:lnTo>
                  <a:lnTo>
                    <a:pt x="231699" y="43473"/>
                  </a:lnTo>
                  <a:lnTo>
                    <a:pt x="231699" y="43951"/>
                  </a:lnTo>
                  <a:lnTo>
                    <a:pt x="227877" y="47773"/>
                  </a:lnTo>
                  <a:lnTo>
                    <a:pt x="226444" y="47773"/>
                  </a:lnTo>
                  <a:lnTo>
                    <a:pt x="225488" y="48251"/>
                  </a:lnTo>
                  <a:lnTo>
                    <a:pt x="224533" y="48728"/>
                  </a:lnTo>
                  <a:lnTo>
                    <a:pt x="223577" y="49684"/>
                  </a:lnTo>
                  <a:lnTo>
                    <a:pt x="224055" y="50162"/>
                  </a:lnTo>
                  <a:lnTo>
                    <a:pt x="224055" y="50162"/>
                  </a:lnTo>
                  <a:lnTo>
                    <a:pt x="224533" y="51117"/>
                  </a:lnTo>
                  <a:lnTo>
                    <a:pt x="225488" y="53028"/>
                  </a:lnTo>
                  <a:lnTo>
                    <a:pt x="225966" y="54461"/>
                  </a:lnTo>
                  <a:lnTo>
                    <a:pt x="225488" y="56372"/>
                  </a:lnTo>
                  <a:lnTo>
                    <a:pt x="224055" y="58761"/>
                  </a:lnTo>
                  <a:lnTo>
                    <a:pt x="224055" y="59239"/>
                  </a:lnTo>
                  <a:lnTo>
                    <a:pt x="223100" y="59239"/>
                  </a:lnTo>
                  <a:lnTo>
                    <a:pt x="223100" y="61627"/>
                  </a:lnTo>
                  <a:lnTo>
                    <a:pt x="223577" y="62105"/>
                  </a:lnTo>
                  <a:lnTo>
                    <a:pt x="224533" y="63060"/>
                  </a:lnTo>
                  <a:lnTo>
                    <a:pt x="224533" y="63060"/>
                  </a:lnTo>
                  <a:lnTo>
                    <a:pt x="224533" y="64493"/>
                  </a:lnTo>
                  <a:lnTo>
                    <a:pt x="224533" y="66405"/>
                  </a:lnTo>
                  <a:lnTo>
                    <a:pt x="224533" y="66405"/>
                  </a:lnTo>
                  <a:lnTo>
                    <a:pt x="224533" y="67838"/>
                  </a:lnTo>
                  <a:lnTo>
                    <a:pt x="223577" y="72137"/>
                  </a:lnTo>
                  <a:lnTo>
                    <a:pt x="225488" y="75481"/>
                  </a:lnTo>
                  <a:lnTo>
                    <a:pt x="225488" y="75959"/>
                  </a:lnTo>
                  <a:lnTo>
                    <a:pt x="225966" y="75959"/>
                  </a:lnTo>
                  <a:lnTo>
                    <a:pt x="228355" y="75959"/>
                  </a:lnTo>
                  <a:lnTo>
                    <a:pt x="228355" y="76437"/>
                  </a:lnTo>
                  <a:lnTo>
                    <a:pt x="228832" y="76437"/>
                  </a:lnTo>
                  <a:lnTo>
                    <a:pt x="228355" y="77392"/>
                  </a:lnTo>
                  <a:lnTo>
                    <a:pt x="226922" y="78348"/>
                  </a:lnTo>
                  <a:lnTo>
                    <a:pt x="226444" y="79303"/>
                  </a:lnTo>
                  <a:lnTo>
                    <a:pt x="223577" y="80258"/>
                  </a:lnTo>
                  <a:lnTo>
                    <a:pt x="218800" y="81692"/>
                  </a:lnTo>
                  <a:lnTo>
                    <a:pt x="218322" y="83125"/>
                  </a:lnTo>
                  <a:lnTo>
                    <a:pt x="217367" y="85036"/>
                  </a:lnTo>
                  <a:lnTo>
                    <a:pt x="217845" y="85991"/>
                  </a:lnTo>
                  <a:lnTo>
                    <a:pt x="218800" y="86469"/>
                  </a:lnTo>
                  <a:lnTo>
                    <a:pt x="218322" y="88380"/>
                  </a:lnTo>
                  <a:lnTo>
                    <a:pt x="217845" y="90291"/>
                  </a:lnTo>
                  <a:lnTo>
                    <a:pt x="218322" y="91724"/>
                  </a:lnTo>
                  <a:lnTo>
                    <a:pt x="217845" y="92680"/>
                  </a:lnTo>
                  <a:lnTo>
                    <a:pt x="217367" y="93157"/>
                  </a:lnTo>
                  <a:lnTo>
                    <a:pt x="216411" y="95068"/>
                  </a:lnTo>
                  <a:lnTo>
                    <a:pt x="215456" y="96979"/>
                  </a:lnTo>
                  <a:lnTo>
                    <a:pt x="214979" y="97935"/>
                  </a:lnTo>
                  <a:lnTo>
                    <a:pt x="214979" y="97935"/>
                  </a:lnTo>
                  <a:lnTo>
                    <a:pt x="214023" y="98890"/>
                  </a:lnTo>
                  <a:lnTo>
                    <a:pt x="212112" y="99368"/>
                  </a:lnTo>
                  <a:lnTo>
                    <a:pt x="212112" y="99846"/>
                  </a:lnTo>
                  <a:lnTo>
                    <a:pt x="214023" y="100801"/>
                  </a:lnTo>
                  <a:lnTo>
                    <a:pt x="214500" y="101279"/>
                  </a:lnTo>
                  <a:lnTo>
                    <a:pt x="214979" y="101756"/>
                  </a:lnTo>
                  <a:lnTo>
                    <a:pt x="214500" y="102234"/>
                  </a:lnTo>
                  <a:lnTo>
                    <a:pt x="214023" y="102712"/>
                  </a:lnTo>
                  <a:lnTo>
                    <a:pt x="214979" y="103189"/>
                  </a:lnTo>
                  <a:lnTo>
                    <a:pt x="215934" y="103667"/>
                  </a:lnTo>
                  <a:lnTo>
                    <a:pt x="215934" y="103667"/>
                  </a:lnTo>
                  <a:lnTo>
                    <a:pt x="216889" y="105100"/>
                  </a:lnTo>
                  <a:lnTo>
                    <a:pt x="217845" y="106534"/>
                  </a:lnTo>
                  <a:lnTo>
                    <a:pt x="218322" y="107489"/>
                  </a:lnTo>
                  <a:lnTo>
                    <a:pt x="218322" y="107489"/>
                  </a:lnTo>
                  <a:lnTo>
                    <a:pt x="218322" y="107489"/>
                  </a:lnTo>
                  <a:lnTo>
                    <a:pt x="218800" y="107489"/>
                  </a:lnTo>
                  <a:lnTo>
                    <a:pt x="219278" y="107489"/>
                  </a:lnTo>
                  <a:lnTo>
                    <a:pt x="220711" y="106534"/>
                  </a:lnTo>
                  <a:lnTo>
                    <a:pt x="221666" y="106056"/>
                  </a:lnTo>
                  <a:lnTo>
                    <a:pt x="222622" y="107489"/>
                  </a:lnTo>
                  <a:lnTo>
                    <a:pt x="222622" y="107489"/>
                  </a:lnTo>
                  <a:lnTo>
                    <a:pt x="222622" y="107489"/>
                  </a:lnTo>
                  <a:lnTo>
                    <a:pt x="219278" y="108445"/>
                  </a:lnTo>
                  <a:lnTo>
                    <a:pt x="218322" y="108922"/>
                  </a:lnTo>
                  <a:lnTo>
                    <a:pt x="215934" y="109400"/>
                  </a:lnTo>
                  <a:lnTo>
                    <a:pt x="209723" y="111311"/>
                  </a:lnTo>
                  <a:lnTo>
                    <a:pt x="203991" y="113222"/>
                  </a:lnTo>
                  <a:lnTo>
                    <a:pt x="202557" y="113700"/>
                  </a:lnTo>
                  <a:lnTo>
                    <a:pt x="199691" y="114177"/>
                  </a:lnTo>
                  <a:lnTo>
                    <a:pt x="198258" y="114655"/>
                  </a:lnTo>
                  <a:lnTo>
                    <a:pt x="198258" y="115133"/>
                  </a:lnTo>
                  <a:lnTo>
                    <a:pt x="193481" y="116566"/>
                  </a:lnTo>
                  <a:lnTo>
                    <a:pt x="191092" y="117044"/>
                  </a:lnTo>
                  <a:lnTo>
                    <a:pt x="189659" y="117999"/>
                  </a:lnTo>
                  <a:lnTo>
                    <a:pt x="185359" y="118955"/>
                  </a:lnTo>
                  <a:lnTo>
                    <a:pt x="181537" y="119910"/>
                  </a:lnTo>
                  <a:lnTo>
                    <a:pt x="178193" y="120865"/>
                  </a:lnTo>
                  <a:lnTo>
                    <a:pt x="177238" y="121343"/>
                  </a:lnTo>
                  <a:lnTo>
                    <a:pt x="172461" y="122299"/>
                  </a:lnTo>
                  <a:lnTo>
                    <a:pt x="169594" y="123254"/>
                  </a:lnTo>
                  <a:lnTo>
                    <a:pt x="168161" y="124210"/>
                  </a:lnTo>
                  <a:lnTo>
                    <a:pt x="163861" y="125643"/>
                  </a:lnTo>
                  <a:lnTo>
                    <a:pt x="163861" y="125643"/>
                  </a:lnTo>
                  <a:lnTo>
                    <a:pt x="163384" y="125643"/>
                  </a:lnTo>
                  <a:lnTo>
                    <a:pt x="163384" y="126121"/>
                  </a:lnTo>
                  <a:lnTo>
                    <a:pt x="163384" y="127076"/>
                  </a:lnTo>
                  <a:lnTo>
                    <a:pt x="163861" y="129465"/>
                  </a:lnTo>
                  <a:lnTo>
                    <a:pt x="165295" y="131376"/>
                  </a:lnTo>
                  <a:lnTo>
                    <a:pt x="166250" y="132331"/>
                  </a:lnTo>
                  <a:lnTo>
                    <a:pt x="166727" y="135197"/>
                  </a:lnTo>
                  <a:lnTo>
                    <a:pt x="166727" y="138064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7" name="Freeform 5696">
              <a:extLst>
                <a:ext uri="{FF2B5EF4-FFF2-40B4-BE49-F238E27FC236}">
                  <a16:creationId xmlns:a16="http://schemas.microsoft.com/office/drawing/2014/main" id="{45A68591-8973-0562-E43A-3562A6BCFEC2}"/>
                </a:ext>
              </a:extLst>
            </p:cNvPr>
            <p:cNvSpPr/>
            <p:nvPr/>
          </p:nvSpPr>
          <p:spPr>
            <a:xfrm>
              <a:off x="6454296" y="5035388"/>
              <a:ext cx="1433" cy="2388"/>
            </a:xfrm>
            <a:custGeom>
              <a:avLst/>
              <a:gdLst>
                <a:gd name="csX0" fmla="*/ 1433 w 1433"/>
                <a:gd name="csY0" fmla="*/ 0 h 2388"/>
                <a:gd name="csX1" fmla="*/ 0 w 1433"/>
                <a:gd name="csY1" fmla="*/ 2389 h 2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3" h="2388">
                  <a:moveTo>
                    <a:pt x="1433" y="0"/>
                  </a:moveTo>
                  <a:lnTo>
                    <a:pt x="0" y="2389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8" name="Freeform 5697">
              <a:extLst>
                <a:ext uri="{FF2B5EF4-FFF2-40B4-BE49-F238E27FC236}">
                  <a16:creationId xmlns:a16="http://schemas.microsoft.com/office/drawing/2014/main" id="{A75AB0BD-F628-F61D-C52A-175FDD0F22DD}"/>
                </a:ext>
              </a:extLst>
            </p:cNvPr>
            <p:cNvSpPr/>
            <p:nvPr/>
          </p:nvSpPr>
          <p:spPr>
            <a:xfrm>
              <a:off x="6384070" y="5021056"/>
              <a:ext cx="154306" cy="128986"/>
            </a:xfrm>
            <a:custGeom>
              <a:avLst/>
              <a:gdLst>
                <a:gd name="csX0" fmla="*/ 120388 w 154306"/>
                <a:gd name="csY0" fmla="*/ 128987 h 128986"/>
                <a:gd name="csX1" fmla="*/ 119910 w 154306"/>
                <a:gd name="csY1" fmla="*/ 128987 h 128986"/>
                <a:gd name="csX2" fmla="*/ 118477 w 154306"/>
                <a:gd name="csY2" fmla="*/ 128031 h 128986"/>
                <a:gd name="csX3" fmla="*/ 116088 w 154306"/>
                <a:gd name="csY3" fmla="*/ 127554 h 128986"/>
                <a:gd name="csX4" fmla="*/ 112744 w 154306"/>
                <a:gd name="csY4" fmla="*/ 127076 h 128986"/>
                <a:gd name="csX5" fmla="*/ 108922 w 154306"/>
                <a:gd name="csY5" fmla="*/ 127076 h 128986"/>
                <a:gd name="csX6" fmla="*/ 103667 w 154306"/>
                <a:gd name="csY6" fmla="*/ 127554 h 128986"/>
                <a:gd name="csX7" fmla="*/ 98412 w 154306"/>
                <a:gd name="csY7" fmla="*/ 127076 h 128986"/>
                <a:gd name="csX8" fmla="*/ 92679 w 154306"/>
                <a:gd name="csY8" fmla="*/ 124687 h 128986"/>
                <a:gd name="csX9" fmla="*/ 87902 w 154306"/>
                <a:gd name="csY9" fmla="*/ 124210 h 128986"/>
                <a:gd name="csX10" fmla="*/ 82170 w 154306"/>
                <a:gd name="csY10" fmla="*/ 125165 h 128986"/>
                <a:gd name="csX11" fmla="*/ 82170 w 154306"/>
                <a:gd name="csY11" fmla="*/ 125165 h 128986"/>
                <a:gd name="csX12" fmla="*/ 81692 w 154306"/>
                <a:gd name="csY12" fmla="*/ 125165 h 128986"/>
                <a:gd name="csX13" fmla="*/ 81214 w 154306"/>
                <a:gd name="csY13" fmla="*/ 124210 h 128986"/>
                <a:gd name="csX14" fmla="*/ 79303 w 154306"/>
                <a:gd name="csY14" fmla="*/ 122776 h 128986"/>
                <a:gd name="csX15" fmla="*/ 76915 w 154306"/>
                <a:gd name="csY15" fmla="*/ 122776 h 128986"/>
                <a:gd name="csX16" fmla="*/ 75959 w 154306"/>
                <a:gd name="csY16" fmla="*/ 122299 h 128986"/>
                <a:gd name="csX17" fmla="*/ 75481 w 154306"/>
                <a:gd name="csY17" fmla="*/ 121821 h 128986"/>
                <a:gd name="csX18" fmla="*/ 75004 w 154306"/>
                <a:gd name="csY18" fmla="*/ 120865 h 128986"/>
                <a:gd name="csX19" fmla="*/ 75004 w 154306"/>
                <a:gd name="csY19" fmla="*/ 119910 h 128986"/>
                <a:gd name="csX20" fmla="*/ 75481 w 154306"/>
                <a:gd name="csY20" fmla="*/ 117521 h 128986"/>
                <a:gd name="csX21" fmla="*/ 75481 w 154306"/>
                <a:gd name="csY21" fmla="*/ 117521 h 128986"/>
                <a:gd name="csX22" fmla="*/ 74526 w 154306"/>
                <a:gd name="csY22" fmla="*/ 117044 h 128986"/>
                <a:gd name="csX23" fmla="*/ 73093 w 154306"/>
                <a:gd name="csY23" fmla="*/ 116566 h 128986"/>
                <a:gd name="csX24" fmla="*/ 69749 w 154306"/>
                <a:gd name="csY24" fmla="*/ 115610 h 128986"/>
                <a:gd name="csX25" fmla="*/ 65449 w 154306"/>
                <a:gd name="csY25" fmla="*/ 114655 h 128986"/>
                <a:gd name="csX26" fmla="*/ 58761 w 154306"/>
                <a:gd name="csY26" fmla="*/ 113222 h 128986"/>
                <a:gd name="csX27" fmla="*/ 55894 w 154306"/>
                <a:gd name="csY27" fmla="*/ 113222 h 128986"/>
                <a:gd name="csX28" fmla="*/ 55417 w 154306"/>
                <a:gd name="csY28" fmla="*/ 112744 h 128986"/>
                <a:gd name="csX29" fmla="*/ 54461 w 154306"/>
                <a:gd name="csY29" fmla="*/ 111789 h 128986"/>
                <a:gd name="csX30" fmla="*/ 53028 w 154306"/>
                <a:gd name="csY30" fmla="*/ 108922 h 128986"/>
                <a:gd name="csX31" fmla="*/ 52072 w 154306"/>
                <a:gd name="csY31" fmla="*/ 107011 h 128986"/>
                <a:gd name="csX32" fmla="*/ 48728 w 154306"/>
                <a:gd name="csY32" fmla="*/ 104145 h 128986"/>
                <a:gd name="csX33" fmla="*/ 48251 w 154306"/>
                <a:gd name="csY33" fmla="*/ 103189 h 128986"/>
                <a:gd name="csX34" fmla="*/ 48728 w 154306"/>
                <a:gd name="csY34" fmla="*/ 100801 h 128986"/>
                <a:gd name="csX35" fmla="*/ 48728 w 154306"/>
                <a:gd name="csY35" fmla="*/ 98890 h 128986"/>
                <a:gd name="csX36" fmla="*/ 49206 w 154306"/>
                <a:gd name="csY36" fmla="*/ 97457 h 128986"/>
                <a:gd name="csX37" fmla="*/ 48728 w 154306"/>
                <a:gd name="csY37" fmla="*/ 96024 h 128986"/>
                <a:gd name="csX38" fmla="*/ 48728 w 154306"/>
                <a:gd name="csY38" fmla="*/ 94112 h 128986"/>
                <a:gd name="csX39" fmla="*/ 48728 w 154306"/>
                <a:gd name="csY39" fmla="*/ 92679 h 128986"/>
                <a:gd name="csX40" fmla="*/ 48728 w 154306"/>
                <a:gd name="csY40" fmla="*/ 92202 h 128986"/>
                <a:gd name="csX41" fmla="*/ 47295 w 154306"/>
                <a:gd name="csY41" fmla="*/ 91724 h 128986"/>
                <a:gd name="csX42" fmla="*/ 44429 w 154306"/>
                <a:gd name="csY42" fmla="*/ 91724 h 128986"/>
                <a:gd name="csX43" fmla="*/ 40607 w 154306"/>
                <a:gd name="csY43" fmla="*/ 91724 h 128986"/>
                <a:gd name="csX44" fmla="*/ 40607 w 154306"/>
                <a:gd name="csY44" fmla="*/ 89813 h 128986"/>
                <a:gd name="csX45" fmla="*/ 40129 w 154306"/>
                <a:gd name="csY45" fmla="*/ 86947 h 128986"/>
                <a:gd name="csX46" fmla="*/ 39651 w 154306"/>
                <a:gd name="csY46" fmla="*/ 85513 h 128986"/>
                <a:gd name="csX47" fmla="*/ 38696 w 154306"/>
                <a:gd name="csY47" fmla="*/ 84558 h 128986"/>
                <a:gd name="csX48" fmla="*/ 36785 w 154306"/>
                <a:gd name="csY48" fmla="*/ 83603 h 128986"/>
                <a:gd name="csX49" fmla="*/ 33441 w 154306"/>
                <a:gd name="csY49" fmla="*/ 82169 h 128986"/>
                <a:gd name="csX50" fmla="*/ 28664 w 154306"/>
                <a:gd name="csY50" fmla="*/ 80736 h 128986"/>
                <a:gd name="csX51" fmla="*/ 24842 w 154306"/>
                <a:gd name="csY51" fmla="*/ 77870 h 128986"/>
                <a:gd name="csX52" fmla="*/ 20065 w 154306"/>
                <a:gd name="csY52" fmla="*/ 74526 h 128986"/>
                <a:gd name="csX53" fmla="*/ 18631 w 154306"/>
                <a:gd name="csY53" fmla="*/ 73570 h 128986"/>
                <a:gd name="csX54" fmla="*/ 18631 w 154306"/>
                <a:gd name="csY54" fmla="*/ 73570 h 128986"/>
                <a:gd name="csX55" fmla="*/ 16721 w 154306"/>
                <a:gd name="csY55" fmla="*/ 70704 h 128986"/>
                <a:gd name="csX56" fmla="*/ 14332 w 154306"/>
                <a:gd name="csY56" fmla="*/ 64971 h 128986"/>
                <a:gd name="csX57" fmla="*/ 14332 w 154306"/>
                <a:gd name="csY57" fmla="*/ 63060 h 128986"/>
                <a:gd name="csX58" fmla="*/ 14332 w 154306"/>
                <a:gd name="csY58" fmla="*/ 62105 h 128986"/>
                <a:gd name="csX59" fmla="*/ 11466 w 154306"/>
                <a:gd name="csY59" fmla="*/ 59716 h 128986"/>
                <a:gd name="csX60" fmla="*/ 10988 w 154306"/>
                <a:gd name="csY60" fmla="*/ 58283 h 128986"/>
                <a:gd name="csX61" fmla="*/ 10510 w 154306"/>
                <a:gd name="csY61" fmla="*/ 56850 h 128986"/>
                <a:gd name="csX62" fmla="*/ 6688 w 154306"/>
                <a:gd name="csY62" fmla="*/ 52550 h 128986"/>
                <a:gd name="csX63" fmla="*/ 5255 w 154306"/>
                <a:gd name="csY63" fmla="*/ 51117 h 128986"/>
                <a:gd name="csX64" fmla="*/ 4300 w 154306"/>
                <a:gd name="csY64" fmla="*/ 48728 h 128986"/>
                <a:gd name="csX65" fmla="*/ 2867 w 154306"/>
                <a:gd name="csY65" fmla="*/ 46817 h 128986"/>
                <a:gd name="csX66" fmla="*/ 2389 w 154306"/>
                <a:gd name="csY66" fmla="*/ 46340 h 128986"/>
                <a:gd name="csX67" fmla="*/ 956 w 154306"/>
                <a:gd name="csY67" fmla="*/ 44906 h 128986"/>
                <a:gd name="csX68" fmla="*/ 478 w 154306"/>
                <a:gd name="csY68" fmla="*/ 43951 h 128986"/>
                <a:gd name="csX69" fmla="*/ 0 w 154306"/>
                <a:gd name="csY69" fmla="*/ 42518 h 128986"/>
                <a:gd name="csX70" fmla="*/ 0 w 154306"/>
                <a:gd name="csY70" fmla="*/ 41562 h 128986"/>
                <a:gd name="csX71" fmla="*/ 478 w 154306"/>
                <a:gd name="csY71" fmla="*/ 40607 h 128986"/>
                <a:gd name="csX72" fmla="*/ 4300 w 154306"/>
                <a:gd name="csY72" fmla="*/ 41562 h 128986"/>
                <a:gd name="csX73" fmla="*/ 6688 w 154306"/>
                <a:gd name="csY73" fmla="*/ 41562 h 128986"/>
                <a:gd name="csX74" fmla="*/ 8121 w 154306"/>
                <a:gd name="csY74" fmla="*/ 41085 h 128986"/>
                <a:gd name="csX75" fmla="*/ 10032 w 154306"/>
                <a:gd name="csY75" fmla="*/ 41562 h 128986"/>
                <a:gd name="csX76" fmla="*/ 12421 w 154306"/>
                <a:gd name="csY76" fmla="*/ 43473 h 128986"/>
                <a:gd name="csX77" fmla="*/ 15287 w 154306"/>
                <a:gd name="csY77" fmla="*/ 43951 h 128986"/>
                <a:gd name="csX78" fmla="*/ 18154 w 154306"/>
                <a:gd name="csY78" fmla="*/ 42518 h 128986"/>
                <a:gd name="csX79" fmla="*/ 21976 w 154306"/>
                <a:gd name="csY79" fmla="*/ 42996 h 128986"/>
                <a:gd name="csX80" fmla="*/ 26753 w 154306"/>
                <a:gd name="csY80" fmla="*/ 44906 h 128986"/>
                <a:gd name="csX81" fmla="*/ 30575 w 154306"/>
                <a:gd name="csY81" fmla="*/ 44906 h 128986"/>
                <a:gd name="csX82" fmla="*/ 35352 w 154306"/>
                <a:gd name="csY82" fmla="*/ 43473 h 128986"/>
                <a:gd name="csX83" fmla="*/ 39651 w 154306"/>
                <a:gd name="csY83" fmla="*/ 39174 h 128986"/>
                <a:gd name="csX84" fmla="*/ 43951 w 154306"/>
                <a:gd name="csY84" fmla="*/ 34874 h 128986"/>
                <a:gd name="csX85" fmla="*/ 47773 w 154306"/>
                <a:gd name="csY85" fmla="*/ 30097 h 128986"/>
                <a:gd name="csX86" fmla="*/ 50162 w 154306"/>
                <a:gd name="csY86" fmla="*/ 26275 h 128986"/>
                <a:gd name="csX87" fmla="*/ 53506 w 154306"/>
                <a:gd name="csY87" fmla="*/ 23409 h 128986"/>
                <a:gd name="csX88" fmla="*/ 58283 w 154306"/>
                <a:gd name="csY88" fmla="*/ 21020 h 128986"/>
                <a:gd name="csX89" fmla="*/ 63060 w 154306"/>
                <a:gd name="csY89" fmla="*/ 19109 h 128986"/>
                <a:gd name="csX90" fmla="*/ 70226 w 154306"/>
                <a:gd name="csY90" fmla="*/ 16721 h 128986"/>
                <a:gd name="csX91" fmla="*/ 70226 w 154306"/>
                <a:gd name="csY91" fmla="*/ 16721 h 128986"/>
                <a:gd name="csX92" fmla="*/ 71660 w 154306"/>
                <a:gd name="csY92" fmla="*/ 14332 h 128986"/>
                <a:gd name="csX93" fmla="*/ 72137 w 154306"/>
                <a:gd name="csY93" fmla="*/ 12421 h 128986"/>
                <a:gd name="csX94" fmla="*/ 72137 w 154306"/>
                <a:gd name="csY94" fmla="*/ 9077 h 128986"/>
                <a:gd name="csX95" fmla="*/ 72137 w 154306"/>
                <a:gd name="csY95" fmla="*/ 7166 h 128986"/>
                <a:gd name="csX96" fmla="*/ 73093 w 154306"/>
                <a:gd name="csY96" fmla="*/ 6210 h 128986"/>
                <a:gd name="csX97" fmla="*/ 74048 w 154306"/>
                <a:gd name="csY97" fmla="*/ 5733 h 128986"/>
                <a:gd name="csX98" fmla="*/ 75959 w 154306"/>
                <a:gd name="csY98" fmla="*/ 4777 h 128986"/>
                <a:gd name="csX99" fmla="*/ 80258 w 154306"/>
                <a:gd name="csY99" fmla="*/ 2389 h 128986"/>
                <a:gd name="csX100" fmla="*/ 84558 w 154306"/>
                <a:gd name="csY100" fmla="*/ 955 h 128986"/>
                <a:gd name="csX101" fmla="*/ 89335 w 154306"/>
                <a:gd name="csY101" fmla="*/ 0 h 128986"/>
                <a:gd name="csX102" fmla="*/ 94590 w 154306"/>
                <a:gd name="csY102" fmla="*/ 0 h 128986"/>
                <a:gd name="csX103" fmla="*/ 99368 w 154306"/>
                <a:gd name="csY103" fmla="*/ 0 h 128986"/>
                <a:gd name="csX104" fmla="*/ 102234 w 154306"/>
                <a:gd name="csY104" fmla="*/ 0 h 128986"/>
                <a:gd name="csX105" fmla="*/ 102712 w 154306"/>
                <a:gd name="csY105" fmla="*/ 2866 h 128986"/>
                <a:gd name="csX106" fmla="*/ 102712 w 154306"/>
                <a:gd name="csY106" fmla="*/ 6210 h 128986"/>
                <a:gd name="csX107" fmla="*/ 103190 w 154306"/>
                <a:gd name="csY107" fmla="*/ 6210 h 128986"/>
                <a:gd name="csX108" fmla="*/ 107011 w 154306"/>
                <a:gd name="csY108" fmla="*/ 6688 h 128986"/>
                <a:gd name="csX109" fmla="*/ 113222 w 154306"/>
                <a:gd name="csY109" fmla="*/ 6688 h 128986"/>
                <a:gd name="csX110" fmla="*/ 118954 w 154306"/>
                <a:gd name="csY110" fmla="*/ 7166 h 128986"/>
                <a:gd name="csX111" fmla="*/ 122777 w 154306"/>
                <a:gd name="csY111" fmla="*/ 9555 h 128986"/>
                <a:gd name="csX112" fmla="*/ 124210 w 154306"/>
                <a:gd name="csY112" fmla="*/ 10032 h 128986"/>
                <a:gd name="csX113" fmla="*/ 128031 w 154306"/>
                <a:gd name="csY113" fmla="*/ 10510 h 128986"/>
                <a:gd name="csX114" fmla="*/ 133286 w 154306"/>
                <a:gd name="csY114" fmla="*/ 14809 h 128986"/>
                <a:gd name="csX115" fmla="*/ 139019 w 154306"/>
                <a:gd name="csY115" fmla="*/ 14809 h 128986"/>
                <a:gd name="csX116" fmla="*/ 143319 w 154306"/>
                <a:gd name="csY116" fmla="*/ 16243 h 128986"/>
                <a:gd name="csX117" fmla="*/ 146663 w 154306"/>
                <a:gd name="csY117" fmla="*/ 17676 h 128986"/>
                <a:gd name="csX118" fmla="*/ 149052 w 154306"/>
                <a:gd name="csY118" fmla="*/ 19109 h 128986"/>
                <a:gd name="csX119" fmla="*/ 150485 w 154306"/>
                <a:gd name="csY119" fmla="*/ 19587 h 128986"/>
                <a:gd name="csX120" fmla="*/ 152396 w 154306"/>
                <a:gd name="csY120" fmla="*/ 19587 h 128986"/>
                <a:gd name="csX121" fmla="*/ 152874 w 154306"/>
                <a:gd name="csY121" fmla="*/ 20064 h 128986"/>
                <a:gd name="csX122" fmla="*/ 152874 w 154306"/>
                <a:gd name="csY122" fmla="*/ 21020 h 128986"/>
                <a:gd name="csX123" fmla="*/ 151440 w 154306"/>
                <a:gd name="csY123" fmla="*/ 23409 h 128986"/>
                <a:gd name="csX124" fmla="*/ 151918 w 154306"/>
                <a:gd name="csY124" fmla="*/ 26275 h 128986"/>
                <a:gd name="csX125" fmla="*/ 153351 w 154306"/>
                <a:gd name="csY125" fmla="*/ 30097 h 128986"/>
                <a:gd name="csX126" fmla="*/ 153829 w 154306"/>
                <a:gd name="csY126" fmla="*/ 33441 h 128986"/>
                <a:gd name="csX127" fmla="*/ 153351 w 154306"/>
                <a:gd name="csY127" fmla="*/ 39651 h 128986"/>
                <a:gd name="csX128" fmla="*/ 153351 w 154306"/>
                <a:gd name="csY128" fmla="*/ 45862 h 128986"/>
                <a:gd name="csX129" fmla="*/ 153351 w 154306"/>
                <a:gd name="csY129" fmla="*/ 48251 h 128986"/>
                <a:gd name="csX130" fmla="*/ 153829 w 154306"/>
                <a:gd name="csY130" fmla="*/ 49684 h 128986"/>
                <a:gd name="csX131" fmla="*/ 153829 w 154306"/>
                <a:gd name="csY131" fmla="*/ 50162 h 128986"/>
                <a:gd name="csX132" fmla="*/ 153829 w 154306"/>
                <a:gd name="csY132" fmla="*/ 51117 h 128986"/>
                <a:gd name="csX133" fmla="*/ 152874 w 154306"/>
                <a:gd name="csY133" fmla="*/ 53505 h 128986"/>
                <a:gd name="csX134" fmla="*/ 152396 w 154306"/>
                <a:gd name="csY134" fmla="*/ 56372 h 128986"/>
                <a:gd name="csX135" fmla="*/ 151918 w 154306"/>
                <a:gd name="csY135" fmla="*/ 57328 h 128986"/>
                <a:gd name="csX136" fmla="*/ 151918 w 154306"/>
                <a:gd name="csY136" fmla="*/ 58283 h 128986"/>
                <a:gd name="csX137" fmla="*/ 151440 w 154306"/>
                <a:gd name="csY137" fmla="*/ 58761 h 128986"/>
                <a:gd name="csX138" fmla="*/ 148574 w 154306"/>
                <a:gd name="csY138" fmla="*/ 60194 h 128986"/>
                <a:gd name="csX139" fmla="*/ 148574 w 154306"/>
                <a:gd name="csY139" fmla="*/ 60194 h 128986"/>
                <a:gd name="csX140" fmla="*/ 148096 w 154306"/>
                <a:gd name="csY140" fmla="*/ 60671 h 128986"/>
                <a:gd name="csX141" fmla="*/ 148096 w 154306"/>
                <a:gd name="csY141" fmla="*/ 62105 h 128986"/>
                <a:gd name="csX142" fmla="*/ 148574 w 154306"/>
                <a:gd name="csY142" fmla="*/ 63538 h 128986"/>
                <a:gd name="csX143" fmla="*/ 148574 w 154306"/>
                <a:gd name="csY143" fmla="*/ 63538 h 128986"/>
                <a:gd name="csX144" fmla="*/ 149529 w 154306"/>
                <a:gd name="csY144" fmla="*/ 64016 h 128986"/>
                <a:gd name="csX145" fmla="*/ 150485 w 154306"/>
                <a:gd name="csY145" fmla="*/ 64493 h 128986"/>
                <a:gd name="csX146" fmla="*/ 150963 w 154306"/>
                <a:gd name="csY146" fmla="*/ 65449 h 128986"/>
                <a:gd name="csX147" fmla="*/ 150963 w 154306"/>
                <a:gd name="csY147" fmla="*/ 66404 h 128986"/>
                <a:gd name="csX148" fmla="*/ 150963 w 154306"/>
                <a:gd name="csY148" fmla="*/ 67837 h 128986"/>
                <a:gd name="csX149" fmla="*/ 149529 w 154306"/>
                <a:gd name="csY149" fmla="*/ 70704 h 128986"/>
                <a:gd name="csX150" fmla="*/ 150963 w 154306"/>
                <a:gd name="csY150" fmla="*/ 74048 h 128986"/>
                <a:gd name="csX151" fmla="*/ 151918 w 154306"/>
                <a:gd name="csY151" fmla="*/ 76437 h 128986"/>
                <a:gd name="csX152" fmla="*/ 153351 w 154306"/>
                <a:gd name="csY152" fmla="*/ 78825 h 128986"/>
                <a:gd name="csX153" fmla="*/ 154307 w 154306"/>
                <a:gd name="csY153" fmla="*/ 80258 h 128986"/>
                <a:gd name="csX154" fmla="*/ 154307 w 154306"/>
                <a:gd name="csY154" fmla="*/ 81214 h 128986"/>
                <a:gd name="csX155" fmla="*/ 153829 w 154306"/>
                <a:gd name="csY155" fmla="*/ 82169 h 128986"/>
                <a:gd name="csX156" fmla="*/ 151440 w 154306"/>
                <a:gd name="csY156" fmla="*/ 86947 h 128986"/>
                <a:gd name="csX157" fmla="*/ 149529 w 154306"/>
                <a:gd name="csY157" fmla="*/ 89335 h 128986"/>
                <a:gd name="csX158" fmla="*/ 147618 w 154306"/>
                <a:gd name="csY158" fmla="*/ 92679 h 128986"/>
                <a:gd name="csX159" fmla="*/ 144752 w 154306"/>
                <a:gd name="csY159" fmla="*/ 94590 h 128986"/>
                <a:gd name="csX160" fmla="*/ 143797 w 154306"/>
                <a:gd name="csY160" fmla="*/ 95546 h 128986"/>
                <a:gd name="csX161" fmla="*/ 143797 w 154306"/>
                <a:gd name="csY161" fmla="*/ 96501 h 128986"/>
                <a:gd name="csX162" fmla="*/ 143797 w 154306"/>
                <a:gd name="csY162" fmla="*/ 98412 h 128986"/>
                <a:gd name="csX163" fmla="*/ 143797 w 154306"/>
                <a:gd name="csY163" fmla="*/ 100801 h 128986"/>
                <a:gd name="csX164" fmla="*/ 143797 w 154306"/>
                <a:gd name="csY164" fmla="*/ 100801 h 128986"/>
                <a:gd name="csX165" fmla="*/ 141408 w 154306"/>
                <a:gd name="csY165" fmla="*/ 104623 h 128986"/>
                <a:gd name="csX166" fmla="*/ 142841 w 154306"/>
                <a:gd name="csY166" fmla="*/ 107489 h 128986"/>
                <a:gd name="csX167" fmla="*/ 142363 w 154306"/>
                <a:gd name="csY167" fmla="*/ 107967 h 128986"/>
                <a:gd name="csX168" fmla="*/ 141886 w 154306"/>
                <a:gd name="csY168" fmla="*/ 108444 h 128986"/>
                <a:gd name="csX169" fmla="*/ 138064 w 154306"/>
                <a:gd name="csY169" fmla="*/ 111789 h 128986"/>
                <a:gd name="csX170" fmla="*/ 134720 w 154306"/>
                <a:gd name="csY170" fmla="*/ 115610 h 128986"/>
                <a:gd name="csX171" fmla="*/ 131854 w 154306"/>
                <a:gd name="csY171" fmla="*/ 117999 h 128986"/>
                <a:gd name="csX172" fmla="*/ 128987 w 154306"/>
                <a:gd name="csY172" fmla="*/ 120865 h 128986"/>
                <a:gd name="csX173" fmla="*/ 125643 w 154306"/>
                <a:gd name="csY173" fmla="*/ 124210 h 128986"/>
                <a:gd name="csX174" fmla="*/ 122777 w 154306"/>
                <a:gd name="csY174" fmla="*/ 127076 h 128986"/>
                <a:gd name="csX175" fmla="*/ 120388 w 154306"/>
                <a:gd name="csY175" fmla="*/ 128987 h 128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</a:cxnLst>
              <a:rect l="l" t="t" r="r" b="b"/>
              <a:pathLst>
                <a:path w="154306" h="128986">
                  <a:moveTo>
                    <a:pt x="120388" y="128987"/>
                  </a:moveTo>
                  <a:lnTo>
                    <a:pt x="119910" y="128987"/>
                  </a:lnTo>
                  <a:lnTo>
                    <a:pt x="118477" y="128031"/>
                  </a:lnTo>
                  <a:lnTo>
                    <a:pt x="116088" y="127554"/>
                  </a:lnTo>
                  <a:lnTo>
                    <a:pt x="112744" y="127076"/>
                  </a:lnTo>
                  <a:lnTo>
                    <a:pt x="108922" y="127076"/>
                  </a:lnTo>
                  <a:lnTo>
                    <a:pt x="103667" y="127554"/>
                  </a:lnTo>
                  <a:lnTo>
                    <a:pt x="98412" y="127076"/>
                  </a:lnTo>
                  <a:lnTo>
                    <a:pt x="92679" y="124687"/>
                  </a:lnTo>
                  <a:lnTo>
                    <a:pt x="87902" y="124210"/>
                  </a:lnTo>
                  <a:lnTo>
                    <a:pt x="82170" y="125165"/>
                  </a:lnTo>
                  <a:lnTo>
                    <a:pt x="82170" y="125165"/>
                  </a:lnTo>
                  <a:lnTo>
                    <a:pt x="81692" y="125165"/>
                  </a:lnTo>
                  <a:lnTo>
                    <a:pt x="81214" y="124210"/>
                  </a:lnTo>
                  <a:lnTo>
                    <a:pt x="79303" y="122776"/>
                  </a:lnTo>
                  <a:lnTo>
                    <a:pt x="76915" y="122776"/>
                  </a:lnTo>
                  <a:lnTo>
                    <a:pt x="75959" y="122299"/>
                  </a:lnTo>
                  <a:lnTo>
                    <a:pt x="75481" y="121821"/>
                  </a:lnTo>
                  <a:lnTo>
                    <a:pt x="75004" y="120865"/>
                  </a:lnTo>
                  <a:lnTo>
                    <a:pt x="75004" y="119910"/>
                  </a:lnTo>
                  <a:lnTo>
                    <a:pt x="75481" y="117521"/>
                  </a:lnTo>
                  <a:lnTo>
                    <a:pt x="75481" y="117521"/>
                  </a:lnTo>
                  <a:lnTo>
                    <a:pt x="74526" y="117044"/>
                  </a:lnTo>
                  <a:lnTo>
                    <a:pt x="73093" y="116566"/>
                  </a:lnTo>
                  <a:lnTo>
                    <a:pt x="69749" y="115610"/>
                  </a:lnTo>
                  <a:lnTo>
                    <a:pt x="65449" y="114655"/>
                  </a:lnTo>
                  <a:lnTo>
                    <a:pt x="58761" y="113222"/>
                  </a:lnTo>
                  <a:lnTo>
                    <a:pt x="55894" y="113222"/>
                  </a:lnTo>
                  <a:lnTo>
                    <a:pt x="55417" y="112744"/>
                  </a:lnTo>
                  <a:lnTo>
                    <a:pt x="54461" y="111789"/>
                  </a:lnTo>
                  <a:lnTo>
                    <a:pt x="53028" y="108922"/>
                  </a:lnTo>
                  <a:lnTo>
                    <a:pt x="52072" y="107011"/>
                  </a:lnTo>
                  <a:lnTo>
                    <a:pt x="48728" y="104145"/>
                  </a:lnTo>
                  <a:lnTo>
                    <a:pt x="48251" y="103189"/>
                  </a:lnTo>
                  <a:lnTo>
                    <a:pt x="48728" y="100801"/>
                  </a:lnTo>
                  <a:lnTo>
                    <a:pt x="48728" y="98890"/>
                  </a:lnTo>
                  <a:lnTo>
                    <a:pt x="49206" y="97457"/>
                  </a:lnTo>
                  <a:lnTo>
                    <a:pt x="48728" y="96024"/>
                  </a:lnTo>
                  <a:lnTo>
                    <a:pt x="48728" y="94112"/>
                  </a:lnTo>
                  <a:lnTo>
                    <a:pt x="48728" y="92679"/>
                  </a:lnTo>
                  <a:lnTo>
                    <a:pt x="48728" y="92202"/>
                  </a:lnTo>
                  <a:lnTo>
                    <a:pt x="47295" y="91724"/>
                  </a:lnTo>
                  <a:lnTo>
                    <a:pt x="44429" y="91724"/>
                  </a:lnTo>
                  <a:lnTo>
                    <a:pt x="40607" y="91724"/>
                  </a:lnTo>
                  <a:lnTo>
                    <a:pt x="40607" y="89813"/>
                  </a:lnTo>
                  <a:lnTo>
                    <a:pt x="40129" y="86947"/>
                  </a:lnTo>
                  <a:lnTo>
                    <a:pt x="39651" y="85513"/>
                  </a:lnTo>
                  <a:lnTo>
                    <a:pt x="38696" y="84558"/>
                  </a:lnTo>
                  <a:lnTo>
                    <a:pt x="36785" y="83603"/>
                  </a:lnTo>
                  <a:lnTo>
                    <a:pt x="33441" y="82169"/>
                  </a:lnTo>
                  <a:lnTo>
                    <a:pt x="28664" y="80736"/>
                  </a:lnTo>
                  <a:lnTo>
                    <a:pt x="24842" y="77870"/>
                  </a:lnTo>
                  <a:lnTo>
                    <a:pt x="20065" y="74526"/>
                  </a:lnTo>
                  <a:lnTo>
                    <a:pt x="18631" y="73570"/>
                  </a:lnTo>
                  <a:lnTo>
                    <a:pt x="18631" y="73570"/>
                  </a:lnTo>
                  <a:lnTo>
                    <a:pt x="16721" y="70704"/>
                  </a:lnTo>
                  <a:lnTo>
                    <a:pt x="14332" y="64971"/>
                  </a:lnTo>
                  <a:lnTo>
                    <a:pt x="14332" y="63060"/>
                  </a:lnTo>
                  <a:lnTo>
                    <a:pt x="14332" y="62105"/>
                  </a:lnTo>
                  <a:lnTo>
                    <a:pt x="11466" y="59716"/>
                  </a:lnTo>
                  <a:lnTo>
                    <a:pt x="10988" y="58283"/>
                  </a:lnTo>
                  <a:lnTo>
                    <a:pt x="10510" y="56850"/>
                  </a:lnTo>
                  <a:lnTo>
                    <a:pt x="6688" y="52550"/>
                  </a:lnTo>
                  <a:lnTo>
                    <a:pt x="5255" y="51117"/>
                  </a:lnTo>
                  <a:lnTo>
                    <a:pt x="4300" y="48728"/>
                  </a:lnTo>
                  <a:lnTo>
                    <a:pt x="2867" y="46817"/>
                  </a:lnTo>
                  <a:lnTo>
                    <a:pt x="2389" y="46340"/>
                  </a:lnTo>
                  <a:lnTo>
                    <a:pt x="956" y="44906"/>
                  </a:lnTo>
                  <a:lnTo>
                    <a:pt x="478" y="43951"/>
                  </a:lnTo>
                  <a:lnTo>
                    <a:pt x="0" y="42518"/>
                  </a:lnTo>
                  <a:lnTo>
                    <a:pt x="0" y="41562"/>
                  </a:lnTo>
                  <a:lnTo>
                    <a:pt x="478" y="40607"/>
                  </a:lnTo>
                  <a:lnTo>
                    <a:pt x="4300" y="41562"/>
                  </a:lnTo>
                  <a:lnTo>
                    <a:pt x="6688" y="41562"/>
                  </a:lnTo>
                  <a:lnTo>
                    <a:pt x="8121" y="41085"/>
                  </a:lnTo>
                  <a:lnTo>
                    <a:pt x="10032" y="41562"/>
                  </a:lnTo>
                  <a:lnTo>
                    <a:pt x="12421" y="43473"/>
                  </a:lnTo>
                  <a:lnTo>
                    <a:pt x="15287" y="43951"/>
                  </a:lnTo>
                  <a:lnTo>
                    <a:pt x="18154" y="42518"/>
                  </a:lnTo>
                  <a:lnTo>
                    <a:pt x="21976" y="42996"/>
                  </a:lnTo>
                  <a:lnTo>
                    <a:pt x="26753" y="44906"/>
                  </a:lnTo>
                  <a:lnTo>
                    <a:pt x="30575" y="44906"/>
                  </a:lnTo>
                  <a:lnTo>
                    <a:pt x="35352" y="43473"/>
                  </a:lnTo>
                  <a:lnTo>
                    <a:pt x="39651" y="39174"/>
                  </a:lnTo>
                  <a:lnTo>
                    <a:pt x="43951" y="34874"/>
                  </a:lnTo>
                  <a:lnTo>
                    <a:pt x="47773" y="30097"/>
                  </a:lnTo>
                  <a:lnTo>
                    <a:pt x="50162" y="26275"/>
                  </a:lnTo>
                  <a:lnTo>
                    <a:pt x="53506" y="23409"/>
                  </a:lnTo>
                  <a:lnTo>
                    <a:pt x="58283" y="21020"/>
                  </a:lnTo>
                  <a:lnTo>
                    <a:pt x="63060" y="19109"/>
                  </a:lnTo>
                  <a:lnTo>
                    <a:pt x="70226" y="16721"/>
                  </a:lnTo>
                  <a:lnTo>
                    <a:pt x="70226" y="16721"/>
                  </a:lnTo>
                  <a:lnTo>
                    <a:pt x="71660" y="14332"/>
                  </a:lnTo>
                  <a:lnTo>
                    <a:pt x="72137" y="12421"/>
                  </a:lnTo>
                  <a:lnTo>
                    <a:pt x="72137" y="9077"/>
                  </a:lnTo>
                  <a:lnTo>
                    <a:pt x="72137" y="7166"/>
                  </a:lnTo>
                  <a:lnTo>
                    <a:pt x="73093" y="6210"/>
                  </a:lnTo>
                  <a:lnTo>
                    <a:pt x="74048" y="5733"/>
                  </a:lnTo>
                  <a:lnTo>
                    <a:pt x="75959" y="4777"/>
                  </a:lnTo>
                  <a:lnTo>
                    <a:pt x="80258" y="2389"/>
                  </a:lnTo>
                  <a:lnTo>
                    <a:pt x="84558" y="955"/>
                  </a:lnTo>
                  <a:lnTo>
                    <a:pt x="89335" y="0"/>
                  </a:lnTo>
                  <a:lnTo>
                    <a:pt x="94590" y="0"/>
                  </a:lnTo>
                  <a:lnTo>
                    <a:pt x="99368" y="0"/>
                  </a:lnTo>
                  <a:lnTo>
                    <a:pt x="102234" y="0"/>
                  </a:lnTo>
                  <a:lnTo>
                    <a:pt x="102712" y="2866"/>
                  </a:lnTo>
                  <a:lnTo>
                    <a:pt x="102712" y="6210"/>
                  </a:lnTo>
                  <a:lnTo>
                    <a:pt x="103190" y="6210"/>
                  </a:lnTo>
                  <a:lnTo>
                    <a:pt x="107011" y="6688"/>
                  </a:lnTo>
                  <a:lnTo>
                    <a:pt x="113222" y="6688"/>
                  </a:lnTo>
                  <a:lnTo>
                    <a:pt x="118954" y="7166"/>
                  </a:lnTo>
                  <a:lnTo>
                    <a:pt x="122777" y="9555"/>
                  </a:lnTo>
                  <a:lnTo>
                    <a:pt x="124210" y="10032"/>
                  </a:lnTo>
                  <a:lnTo>
                    <a:pt x="128031" y="10510"/>
                  </a:lnTo>
                  <a:lnTo>
                    <a:pt x="133286" y="14809"/>
                  </a:lnTo>
                  <a:lnTo>
                    <a:pt x="139019" y="14809"/>
                  </a:lnTo>
                  <a:lnTo>
                    <a:pt x="143319" y="16243"/>
                  </a:lnTo>
                  <a:lnTo>
                    <a:pt x="146663" y="17676"/>
                  </a:lnTo>
                  <a:lnTo>
                    <a:pt x="149052" y="19109"/>
                  </a:lnTo>
                  <a:lnTo>
                    <a:pt x="150485" y="19587"/>
                  </a:lnTo>
                  <a:lnTo>
                    <a:pt x="152396" y="19587"/>
                  </a:lnTo>
                  <a:lnTo>
                    <a:pt x="152874" y="20064"/>
                  </a:lnTo>
                  <a:lnTo>
                    <a:pt x="152874" y="21020"/>
                  </a:lnTo>
                  <a:lnTo>
                    <a:pt x="151440" y="23409"/>
                  </a:lnTo>
                  <a:lnTo>
                    <a:pt x="151918" y="26275"/>
                  </a:lnTo>
                  <a:lnTo>
                    <a:pt x="153351" y="30097"/>
                  </a:lnTo>
                  <a:lnTo>
                    <a:pt x="153829" y="33441"/>
                  </a:lnTo>
                  <a:lnTo>
                    <a:pt x="153351" y="39651"/>
                  </a:lnTo>
                  <a:lnTo>
                    <a:pt x="153351" y="45862"/>
                  </a:lnTo>
                  <a:lnTo>
                    <a:pt x="153351" y="48251"/>
                  </a:lnTo>
                  <a:lnTo>
                    <a:pt x="153829" y="49684"/>
                  </a:lnTo>
                  <a:lnTo>
                    <a:pt x="153829" y="50162"/>
                  </a:lnTo>
                  <a:lnTo>
                    <a:pt x="153829" y="51117"/>
                  </a:lnTo>
                  <a:lnTo>
                    <a:pt x="152874" y="53505"/>
                  </a:lnTo>
                  <a:lnTo>
                    <a:pt x="152396" y="56372"/>
                  </a:lnTo>
                  <a:lnTo>
                    <a:pt x="151918" y="57328"/>
                  </a:lnTo>
                  <a:lnTo>
                    <a:pt x="151918" y="58283"/>
                  </a:lnTo>
                  <a:lnTo>
                    <a:pt x="151440" y="58761"/>
                  </a:lnTo>
                  <a:lnTo>
                    <a:pt x="148574" y="60194"/>
                  </a:lnTo>
                  <a:lnTo>
                    <a:pt x="148574" y="60194"/>
                  </a:lnTo>
                  <a:lnTo>
                    <a:pt x="148096" y="60671"/>
                  </a:lnTo>
                  <a:lnTo>
                    <a:pt x="148096" y="62105"/>
                  </a:lnTo>
                  <a:lnTo>
                    <a:pt x="148574" y="63538"/>
                  </a:lnTo>
                  <a:lnTo>
                    <a:pt x="148574" y="63538"/>
                  </a:lnTo>
                  <a:lnTo>
                    <a:pt x="149529" y="64016"/>
                  </a:lnTo>
                  <a:lnTo>
                    <a:pt x="150485" y="64493"/>
                  </a:lnTo>
                  <a:lnTo>
                    <a:pt x="150963" y="65449"/>
                  </a:lnTo>
                  <a:lnTo>
                    <a:pt x="150963" y="66404"/>
                  </a:lnTo>
                  <a:lnTo>
                    <a:pt x="150963" y="67837"/>
                  </a:lnTo>
                  <a:lnTo>
                    <a:pt x="149529" y="70704"/>
                  </a:lnTo>
                  <a:lnTo>
                    <a:pt x="150963" y="74048"/>
                  </a:lnTo>
                  <a:lnTo>
                    <a:pt x="151918" y="76437"/>
                  </a:lnTo>
                  <a:lnTo>
                    <a:pt x="153351" y="78825"/>
                  </a:lnTo>
                  <a:lnTo>
                    <a:pt x="154307" y="80258"/>
                  </a:lnTo>
                  <a:lnTo>
                    <a:pt x="154307" y="81214"/>
                  </a:lnTo>
                  <a:lnTo>
                    <a:pt x="153829" y="82169"/>
                  </a:lnTo>
                  <a:lnTo>
                    <a:pt x="151440" y="86947"/>
                  </a:lnTo>
                  <a:lnTo>
                    <a:pt x="149529" y="89335"/>
                  </a:lnTo>
                  <a:lnTo>
                    <a:pt x="147618" y="92679"/>
                  </a:lnTo>
                  <a:lnTo>
                    <a:pt x="144752" y="94590"/>
                  </a:lnTo>
                  <a:lnTo>
                    <a:pt x="143797" y="95546"/>
                  </a:lnTo>
                  <a:lnTo>
                    <a:pt x="143797" y="96501"/>
                  </a:lnTo>
                  <a:lnTo>
                    <a:pt x="143797" y="98412"/>
                  </a:lnTo>
                  <a:lnTo>
                    <a:pt x="143797" y="100801"/>
                  </a:lnTo>
                  <a:lnTo>
                    <a:pt x="143797" y="100801"/>
                  </a:lnTo>
                  <a:lnTo>
                    <a:pt x="141408" y="104623"/>
                  </a:lnTo>
                  <a:lnTo>
                    <a:pt x="142841" y="107489"/>
                  </a:lnTo>
                  <a:lnTo>
                    <a:pt x="142363" y="107967"/>
                  </a:lnTo>
                  <a:lnTo>
                    <a:pt x="141886" y="108444"/>
                  </a:lnTo>
                  <a:lnTo>
                    <a:pt x="138064" y="111789"/>
                  </a:lnTo>
                  <a:lnTo>
                    <a:pt x="134720" y="115610"/>
                  </a:lnTo>
                  <a:lnTo>
                    <a:pt x="131854" y="117999"/>
                  </a:lnTo>
                  <a:lnTo>
                    <a:pt x="128987" y="120865"/>
                  </a:lnTo>
                  <a:lnTo>
                    <a:pt x="125643" y="124210"/>
                  </a:lnTo>
                  <a:lnTo>
                    <a:pt x="122777" y="127076"/>
                  </a:lnTo>
                  <a:lnTo>
                    <a:pt x="120388" y="128987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9" name="Freeform 5698">
              <a:extLst>
                <a:ext uri="{FF2B5EF4-FFF2-40B4-BE49-F238E27FC236}">
                  <a16:creationId xmlns:a16="http://schemas.microsoft.com/office/drawing/2014/main" id="{58372389-9FFD-54C2-C336-19876388683C}"/>
                </a:ext>
              </a:extLst>
            </p:cNvPr>
            <p:cNvSpPr/>
            <p:nvPr/>
          </p:nvSpPr>
          <p:spPr>
            <a:xfrm>
              <a:off x="5542310" y="4103815"/>
              <a:ext cx="10988" cy="4777"/>
            </a:xfrm>
            <a:custGeom>
              <a:avLst/>
              <a:gdLst>
                <a:gd name="csX0" fmla="*/ 956 w 10988"/>
                <a:gd name="csY0" fmla="*/ 0 h 4777"/>
                <a:gd name="csX1" fmla="*/ 3822 w 10988"/>
                <a:gd name="csY1" fmla="*/ 955 h 4777"/>
                <a:gd name="csX2" fmla="*/ 6211 w 10988"/>
                <a:gd name="csY2" fmla="*/ 478 h 4777"/>
                <a:gd name="csX3" fmla="*/ 9555 w 10988"/>
                <a:gd name="csY3" fmla="*/ 1911 h 4777"/>
                <a:gd name="csX4" fmla="*/ 10988 w 10988"/>
                <a:gd name="csY4" fmla="*/ 2389 h 4777"/>
                <a:gd name="csX5" fmla="*/ 9555 w 10988"/>
                <a:gd name="csY5" fmla="*/ 3344 h 4777"/>
                <a:gd name="csX6" fmla="*/ 8121 w 10988"/>
                <a:gd name="csY6" fmla="*/ 4777 h 4777"/>
                <a:gd name="csX7" fmla="*/ 4777 w 10988"/>
                <a:gd name="csY7" fmla="*/ 4299 h 4777"/>
                <a:gd name="csX8" fmla="*/ 1433 w 10988"/>
                <a:gd name="csY8" fmla="*/ 2866 h 4777"/>
                <a:gd name="csX9" fmla="*/ 478 w 10988"/>
                <a:gd name="csY9" fmla="*/ 1911 h 4777"/>
                <a:gd name="csX10" fmla="*/ 0 w 10988"/>
                <a:gd name="csY10" fmla="*/ 1433 h 4777"/>
                <a:gd name="csX11" fmla="*/ 956 w 10988"/>
                <a:gd name="csY11" fmla="*/ 0 h 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988" h="4777">
                  <a:moveTo>
                    <a:pt x="956" y="0"/>
                  </a:moveTo>
                  <a:lnTo>
                    <a:pt x="3822" y="955"/>
                  </a:lnTo>
                  <a:lnTo>
                    <a:pt x="6211" y="478"/>
                  </a:lnTo>
                  <a:lnTo>
                    <a:pt x="9555" y="1911"/>
                  </a:lnTo>
                  <a:lnTo>
                    <a:pt x="10988" y="2389"/>
                  </a:lnTo>
                  <a:lnTo>
                    <a:pt x="9555" y="3344"/>
                  </a:lnTo>
                  <a:lnTo>
                    <a:pt x="8121" y="4777"/>
                  </a:lnTo>
                  <a:lnTo>
                    <a:pt x="4777" y="4299"/>
                  </a:lnTo>
                  <a:lnTo>
                    <a:pt x="1433" y="2866"/>
                  </a:lnTo>
                  <a:lnTo>
                    <a:pt x="478" y="1911"/>
                  </a:lnTo>
                  <a:lnTo>
                    <a:pt x="0" y="1433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0" name="Freeform 5699">
              <a:extLst>
                <a:ext uri="{FF2B5EF4-FFF2-40B4-BE49-F238E27FC236}">
                  <a16:creationId xmlns:a16="http://schemas.microsoft.com/office/drawing/2014/main" id="{9EEF8795-0378-4162-A62E-3764D642D29C}"/>
                </a:ext>
              </a:extLst>
            </p:cNvPr>
            <p:cNvSpPr/>
            <p:nvPr/>
          </p:nvSpPr>
          <p:spPr>
            <a:xfrm>
              <a:off x="5696617" y="3891704"/>
              <a:ext cx="64493" cy="120387"/>
            </a:xfrm>
            <a:custGeom>
              <a:avLst/>
              <a:gdLst>
                <a:gd name="csX0" fmla="*/ 41562 w 64493"/>
                <a:gd name="csY0" fmla="*/ 102712 h 120387"/>
                <a:gd name="csX1" fmla="*/ 40129 w 64493"/>
                <a:gd name="csY1" fmla="*/ 104145 h 120387"/>
                <a:gd name="csX2" fmla="*/ 40129 w 64493"/>
                <a:gd name="csY2" fmla="*/ 104623 h 120387"/>
                <a:gd name="csX3" fmla="*/ 38696 w 64493"/>
                <a:gd name="csY3" fmla="*/ 107489 h 120387"/>
                <a:gd name="csX4" fmla="*/ 39174 w 64493"/>
                <a:gd name="csY4" fmla="*/ 108922 h 120387"/>
                <a:gd name="csX5" fmla="*/ 39651 w 64493"/>
                <a:gd name="csY5" fmla="*/ 110833 h 120387"/>
                <a:gd name="csX6" fmla="*/ 41085 w 64493"/>
                <a:gd name="csY6" fmla="*/ 116566 h 120387"/>
                <a:gd name="csX7" fmla="*/ 40129 w 64493"/>
                <a:gd name="csY7" fmla="*/ 116566 h 120387"/>
                <a:gd name="csX8" fmla="*/ 39174 w 64493"/>
                <a:gd name="csY8" fmla="*/ 117044 h 120387"/>
                <a:gd name="csX9" fmla="*/ 32486 w 64493"/>
                <a:gd name="csY9" fmla="*/ 120388 h 120387"/>
                <a:gd name="csX10" fmla="*/ 30097 w 64493"/>
                <a:gd name="csY10" fmla="*/ 120388 h 120387"/>
                <a:gd name="csX11" fmla="*/ 26275 w 64493"/>
                <a:gd name="csY11" fmla="*/ 118955 h 120387"/>
                <a:gd name="csX12" fmla="*/ 19587 w 64493"/>
                <a:gd name="csY12" fmla="*/ 118477 h 120387"/>
                <a:gd name="csX13" fmla="*/ 17198 w 64493"/>
                <a:gd name="csY13" fmla="*/ 117999 h 120387"/>
                <a:gd name="csX14" fmla="*/ 14332 w 64493"/>
                <a:gd name="csY14" fmla="*/ 118955 h 120387"/>
                <a:gd name="csX15" fmla="*/ 12421 w 64493"/>
                <a:gd name="csY15" fmla="*/ 118955 h 120387"/>
                <a:gd name="csX16" fmla="*/ 10510 w 64493"/>
                <a:gd name="csY16" fmla="*/ 120388 h 120387"/>
                <a:gd name="csX17" fmla="*/ 9077 w 64493"/>
                <a:gd name="csY17" fmla="*/ 119910 h 120387"/>
                <a:gd name="csX18" fmla="*/ 10988 w 64493"/>
                <a:gd name="csY18" fmla="*/ 117044 h 120387"/>
                <a:gd name="csX19" fmla="*/ 12898 w 64493"/>
                <a:gd name="csY19" fmla="*/ 110833 h 120387"/>
                <a:gd name="csX20" fmla="*/ 12898 w 64493"/>
                <a:gd name="csY20" fmla="*/ 107012 h 120387"/>
                <a:gd name="csX21" fmla="*/ 13376 w 64493"/>
                <a:gd name="csY21" fmla="*/ 104145 h 120387"/>
                <a:gd name="csX22" fmla="*/ 12898 w 64493"/>
                <a:gd name="csY22" fmla="*/ 100801 h 120387"/>
                <a:gd name="csX23" fmla="*/ 11465 w 64493"/>
                <a:gd name="csY23" fmla="*/ 98890 h 120387"/>
                <a:gd name="csX24" fmla="*/ 13376 w 64493"/>
                <a:gd name="csY24" fmla="*/ 93635 h 120387"/>
                <a:gd name="csX25" fmla="*/ 12898 w 64493"/>
                <a:gd name="csY25" fmla="*/ 90769 h 120387"/>
                <a:gd name="csX26" fmla="*/ 11465 w 64493"/>
                <a:gd name="csY26" fmla="*/ 87424 h 120387"/>
                <a:gd name="csX27" fmla="*/ 15765 w 64493"/>
                <a:gd name="csY27" fmla="*/ 87902 h 120387"/>
                <a:gd name="csX28" fmla="*/ 14332 w 64493"/>
                <a:gd name="csY28" fmla="*/ 86947 h 120387"/>
                <a:gd name="csX29" fmla="*/ 13376 w 64493"/>
                <a:gd name="csY29" fmla="*/ 85991 h 120387"/>
                <a:gd name="csX30" fmla="*/ 11943 w 64493"/>
                <a:gd name="csY30" fmla="*/ 85991 h 120387"/>
                <a:gd name="csX31" fmla="*/ 10988 w 64493"/>
                <a:gd name="csY31" fmla="*/ 85991 h 120387"/>
                <a:gd name="csX32" fmla="*/ 7166 w 64493"/>
                <a:gd name="csY32" fmla="*/ 87424 h 120387"/>
                <a:gd name="csX33" fmla="*/ 5733 w 64493"/>
                <a:gd name="csY33" fmla="*/ 87902 h 120387"/>
                <a:gd name="csX34" fmla="*/ 5255 w 64493"/>
                <a:gd name="csY34" fmla="*/ 87424 h 120387"/>
                <a:gd name="csX35" fmla="*/ 5255 w 64493"/>
                <a:gd name="csY35" fmla="*/ 85514 h 120387"/>
                <a:gd name="csX36" fmla="*/ 4299 w 64493"/>
                <a:gd name="csY36" fmla="*/ 82647 h 120387"/>
                <a:gd name="csX37" fmla="*/ 5733 w 64493"/>
                <a:gd name="csY37" fmla="*/ 82170 h 120387"/>
                <a:gd name="csX38" fmla="*/ 7644 w 64493"/>
                <a:gd name="csY38" fmla="*/ 81692 h 120387"/>
                <a:gd name="csX39" fmla="*/ 9077 w 64493"/>
                <a:gd name="csY39" fmla="*/ 80736 h 120387"/>
                <a:gd name="csX40" fmla="*/ 9555 w 64493"/>
                <a:gd name="csY40" fmla="*/ 79303 h 120387"/>
                <a:gd name="csX41" fmla="*/ 9077 w 64493"/>
                <a:gd name="csY41" fmla="*/ 76914 h 120387"/>
                <a:gd name="csX42" fmla="*/ 10510 w 64493"/>
                <a:gd name="csY42" fmla="*/ 74526 h 120387"/>
                <a:gd name="csX43" fmla="*/ 13376 w 64493"/>
                <a:gd name="csY43" fmla="*/ 72615 h 120387"/>
                <a:gd name="csX44" fmla="*/ 11943 w 64493"/>
                <a:gd name="csY44" fmla="*/ 73093 h 120387"/>
                <a:gd name="csX45" fmla="*/ 10032 w 64493"/>
                <a:gd name="csY45" fmla="*/ 74526 h 120387"/>
                <a:gd name="csX46" fmla="*/ 7644 w 64493"/>
                <a:gd name="csY46" fmla="*/ 78348 h 120387"/>
                <a:gd name="csX47" fmla="*/ 6688 w 64493"/>
                <a:gd name="csY47" fmla="*/ 80736 h 120387"/>
                <a:gd name="csX48" fmla="*/ 4299 w 64493"/>
                <a:gd name="csY48" fmla="*/ 81214 h 120387"/>
                <a:gd name="csX49" fmla="*/ 2389 w 64493"/>
                <a:gd name="csY49" fmla="*/ 81692 h 120387"/>
                <a:gd name="csX50" fmla="*/ 955 w 64493"/>
                <a:gd name="csY50" fmla="*/ 81692 h 120387"/>
                <a:gd name="csX51" fmla="*/ 0 w 64493"/>
                <a:gd name="csY51" fmla="*/ 80736 h 120387"/>
                <a:gd name="csX52" fmla="*/ 0 w 64493"/>
                <a:gd name="csY52" fmla="*/ 79303 h 120387"/>
                <a:gd name="csX53" fmla="*/ 0 w 64493"/>
                <a:gd name="csY53" fmla="*/ 78348 h 120387"/>
                <a:gd name="csX54" fmla="*/ 955 w 64493"/>
                <a:gd name="csY54" fmla="*/ 75481 h 120387"/>
                <a:gd name="csX55" fmla="*/ 955 w 64493"/>
                <a:gd name="csY55" fmla="*/ 72137 h 120387"/>
                <a:gd name="csX56" fmla="*/ 2389 w 64493"/>
                <a:gd name="csY56" fmla="*/ 68793 h 120387"/>
                <a:gd name="csX57" fmla="*/ 2389 w 64493"/>
                <a:gd name="csY57" fmla="*/ 67838 h 120387"/>
                <a:gd name="csX58" fmla="*/ 1911 w 64493"/>
                <a:gd name="csY58" fmla="*/ 66882 h 120387"/>
                <a:gd name="csX59" fmla="*/ 2866 w 64493"/>
                <a:gd name="csY59" fmla="*/ 65449 h 120387"/>
                <a:gd name="csX60" fmla="*/ 4299 w 64493"/>
                <a:gd name="csY60" fmla="*/ 64971 h 120387"/>
                <a:gd name="csX61" fmla="*/ 6210 w 64493"/>
                <a:gd name="csY61" fmla="*/ 62105 h 120387"/>
                <a:gd name="csX62" fmla="*/ 9077 w 64493"/>
                <a:gd name="csY62" fmla="*/ 55417 h 120387"/>
                <a:gd name="csX63" fmla="*/ 12421 w 64493"/>
                <a:gd name="csY63" fmla="*/ 48728 h 120387"/>
                <a:gd name="csX64" fmla="*/ 12421 w 64493"/>
                <a:gd name="csY64" fmla="*/ 47773 h 120387"/>
                <a:gd name="csX65" fmla="*/ 11465 w 64493"/>
                <a:gd name="csY65" fmla="*/ 46817 h 120387"/>
                <a:gd name="csX66" fmla="*/ 11943 w 64493"/>
                <a:gd name="csY66" fmla="*/ 44907 h 120387"/>
                <a:gd name="csX67" fmla="*/ 13854 w 64493"/>
                <a:gd name="csY67" fmla="*/ 36785 h 120387"/>
                <a:gd name="csX68" fmla="*/ 14809 w 64493"/>
                <a:gd name="csY68" fmla="*/ 35830 h 120387"/>
                <a:gd name="csX69" fmla="*/ 15765 w 64493"/>
                <a:gd name="csY69" fmla="*/ 33441 h 120387"/>
                <a:gd name="csX70" fmla="*/ 15765 w 64493"/>
                <a:gd name="csY70" fmla="*/ 29141 h 120387"/>
                <a:gd name="csX71" fmla="*/ 16243 w 64493"/>
                <a:gd name="csY71" fmla="*/ 26753 h 120387"/>
                <a:gd name="csX72" fmla="*/ 16243 w 64493"/>
                <a:gd name="csY72" fmla="*/ 25320 h 120387"/>
                <a:gd name="csX73" fmla="*/ 15765 w 64493"/>
                <a:gd name="csY73" fmla="*/ 23886 h 120387"/>
                <a:gd name="csX74" fmla="*/ 14332 w 64493"/>
                <a:gd name="csY74" fmla="*/ 20542 h 120387"/>
                <a:gd name="csX75" fmla="*/ 12898 w 64493"/>
                <a:gd name="csY75" fmla="*/ 13854 h 120387"/>
                <a:gd name="csX76" fmla="*/ 12898 w 64493"/>
                <a:gd name="csY76" fmla="*/ 11466 h 120387"/>
                <a:gd name="csX77" fmla="*/ 14332 w 64493"/>
                <a:gd name="csY77" fmla="*/ 10510 h 120387"/>
                <a:gd name="csX78" fmla="*/ 12421 w 64493"/>
                <a:gd name="csY78" fmla="*/ 10510 h 120387"/>
                <a:gd name="csX79" fmla="*/ 11465 w 64493"/>
                <a:gd name="csY79" fmla="*/ 9077 h 120387"/>
                <a:gd name="csX80" fmla="*/ 11943 w 64493"/>
                <a:gd name="csY80" fmla="*/ 7166 h 120387"/>
                <a:gd name="csX81" fmla="*/ 12898 w 64493"/>
                <a:gd name="csY81" fmla="*/ 5733 h 120387"/>
                <a:gd name="csX82" fmla="*/ 13854 w 64493"/>
                <a:gd name="csY82" fmla="*/ 4777 h 120387"/>
                <a:gd name="csX83" fmla="*/ 15765 w 64493"/>
                <a:gd name="csY83" fmla="*/ 2866 h 120387"/>
                <a:gd name="csX84" fmla="*/ 17676 w 64493"/>
                <a:gd name="csY84" fmla="*/ 1911 h 120387"/>
                <a:gd name="csX85" fmla="*/ 18631 w 64493"/>
                <a:gd name="csY85" fmla="*/ 1433 h 120387"/>
                <a:gd name="csX86" fmla="*/ 22931 w 64493"/>
                <a:gd name="csY86" fmla="*/ 478 h 120387"/>
                <a:gd name="csX87" fmla="*/ 23886 w 64493"/>
                <a:gd name="csY87" fmla="*/ 0 h 120387"/>
                <a:gd name="csX88" fmla="*/ 24842 w 64493"/>
                <a:gd name="csY88" fmla="*/ 0 h 120387"/>
                <a:gd name="csX89" fmla="*/ 25320 w 64493"/>
                <a:gd name="csY89" fmla="*/ 478 h 120387"/>
                <a:gd name="csX90" fmla="*/ 25797 w 64493"/>
                <a:gd name="csY90" fmla="*/ 1433 h 120387"/>
                <a:gd name="csX91" fmla="*/ 26275 w 64493"/>
                <a:gd name="csY91" fmla="*/ 2389 h 120387"/>
                <a:gd name="csX92" fmla="*/ 26753 w 64493"/>
                <a:gd name="csY92" fmla="*/ 2866 h 120387"/>
                <a:gd name="csX93" fmla="*/ 25797 w 64493"/>
                <a:gd name="csY93" fmla="*/ 3822 h 120387"/>
                <a:gd name="csX94" fmla="*/ 24842 w 64493"/>
                <a:gd name="csY94" fmla="*/ 4777 h 120387"/>
                <a:gd name="csX95" fmla="*/ 24842 w 64493"/>
                <a:gd name="csY95" fmla="*/ 5255 h 120387"/>
                <a:gd name="csX96" fmla="*/ 24842 w 64493"/>
                <a:gd name="csY96" fmla="*/ 5733 h 120387"/>
                <a:gd name="csX97" fmla="*/ 25320 w 64493"/>
                <a:gd name="csY97" fmla="*/ 7166 h 120387"/>
                <a:gd name="csX98" fmla="*/ 25797 w 64493"/>
                <a:gd name="csY98" fmla="*/ 7644 h 120387"/>
                <a:gd name="csX99" fmla="*/ 26275 w 64493"/>
                <a:gd name="csY99" fmla="*/ 7644 h 120387"/>
                <a:gd name="csX100" fmla="*/ 27230 w 64493"/>
                <a:gd name="csY100" fmla="*/ 7644 h 120387"/>
                <a:gd name="csX101" fmla="*/ 29141 w 64493"/>
                <a:gd name="csY101" fmla="*/ 6688 h 120387"/>
                <a:gd name="csX102" fmla="*/ 30575 w 64493"/>
                <a:gd name="csY102" fmla="*/ 6210 h 120387"/>
                <a:gd name="csX103" fmla="*/ 31052 w 64493"/>
                <a:gd name="csY103" fmla="*/ 6210 h 120387"/>
                <a:gd name="csX104" fmla="*/ 35352 w 64493"/>
                <a:gd name="csY104" fmla="*/ 5733 h 120387"/>
                <a:gd name="csX105" fmla="*/ 36307 w 64493"/>
                <a:gd name="csY105" fmla="*/ 6210 h 120387"/>
                <a:gd name="csX106" fmla="*/ 36785 w 64493"/>
                <a:gd name="csY106" fmla="*/ 6688 h 120387"/>
                <a:gd name="csX107" fmla="*/ 38696 w 64493"/>
                <a:gd name="csY107" fmla="*/ 7166 h 120387"/>
                <a:gd name="csX108" fmla="*/ 41085 w 64493"/>
                <a:gd name="csY108" fmla="*/ 7166 h 120387"/>
                <a:gd name="csX109" fmla="*/ 43473 w 64493"/>
                <a:gd name="csY109" fmla="*/ 6688 h 120387"/>
                <a:gd name="csX110" fmla="*/ 44429 w 64493"/>
                <a:gd name="csY110" fmla="*/ 6210 h 120387"/>
                <a:gd name="csX111" fmla="*/ 44906 w 64493"/>
                <a:gd name="csY111" fmla="*/ 5733 h 120387"/>
                <a:gd name="csX112" fmla="*/ 44906 w 64493"/>
                <a:gd name="csY112" fmla="*/ 4777 h 120387"/>
                <a:gd name="csX113" fmla="*/ 44906 w 64493"/>
                <a:gd name="csY113" fmla="*/ 4777 h 120387"/>
                <a:gd name="csX114" fmla="*/ 44906 w 64493"/>
                <a:gd name="csY114" fmla="*/ 4300 h 120387"/>
                <a:gd name="csX115" fmla="*/ 45384 w 64493"/>
                <a:gd name="csY115" fmla="*/ 3822 h 120387"/>
                <a:gd name="csX116" fmla="*/ 45862 w 64493"/>
                <a:gd name="csY116" fmla="*/ 3822 h 120387"/>
                <a:gd name="csX117" fmla="*/ 46817 w 64493"/>
                <a:gd name="csY117" fmla="*/ 4300 h 120387"/>
                <a:gd name="csX118" fmla="*/ 48251 w 64493"/>
                <a:gd name="csY118" fmla="*/ 4300 h 120387"/>
                <a:gd name="csX119" fmla="*/ 51595 w 64493"/>
                <a:gd name="csY119" fmla="*/ 4777 h 120387"/>
                <a:gd name="csX120" fmla="*/ 52072 w 64493"/>
                <a:gd name="csY120" fmla="*/ 4300 h 120387"/>
                <a:gd name="csX121" fmla="*/ 53505 w 64493"/>
                <a:gd name="csY121" fmla="*/ 4300 h 120387"/>
                <a:gd name="csX122" fmla="*/ 54939 w 64493"/>
                <a:gd name="csY122" fmla="*/ 4777 h 120387"/>
                <a:gd name="csX123" fmla="*/ 56372 w 64493"/>
                <a:gd name="csY123" fmla="*/ 4777 h 120387"/>
                <a:gd name="csX124" fmla="*/ 57328 w 64493"/>
                <a:gd name="csY124" fmla="*/ 5255 h 120387"/>
                <a:gd name="csX125" fmla="*/ 57805 w 64493"/>
                <a:gd name="csY125" fmla="*/ 6210 h 120387"/>
                <a:gd name="csX126" fmla="*/ 57805 w 64493"/>
                <a:gd name="csY126" fmla="*/ 8121 h 120387"/>
                <a:gd name="csX127" fmla="*/ 57805 w 64493"/>
                <a:gd name="csY127" fmla="*/ 10510 h 120387"/>
                <a:gd name="csX128" fmla="*/ 57805 w 64493"/>
                <a:gd name="csY128" fmla="*/ 10988 h 120387"/>
                <a:gd name="csX129" fmla="*/ 59238 w 64493"/>
                <a:gd name="csY129" fmla="*/ 11466 h 120387"/>
                <a:gd name="csX130" fmla="*/ 61149 w 64493"/>
                <a:gd name="csY130" fmla="*/ 11466 h 120387"/>
                <a:gd name="csX131" fmla="*/ 62582 w 64493"/>
                <a:gd name="csY131" fmla="*/ 11943 h 120387"/>
                <a:gd name="csX132" fmla="*/ 64016 w 64493"/>
                <a:gd name="csY132" fmla="*/ 12899 h 120387"/>
                <a:gd name="csX133" fmla="*/ 64493 w 64493"/>
                <a:gd name="csY133" fmla="*/ 13854 h 120387"/>
                <a:gd name="csX134" fmla="*/ 64493 w 64493"/>
                <a:gd name="csY134" fmla="*/ 14809 h 120387"/>
                <a:gd name="csX135" fmla="*/ 64016 w 64493"/>
                <a:gd name="csY135" fmla="*/ 14809 h 120387"/>
                <a:gd name="csX136" fmla="*/ 64016 w 64493"/>
                <a:gd name="csY136" fmla="*/ 15287 h 120387"/>
                <a:gd name="csX137" fmla="*/ 63538 w 64493"/>
                <a:gd name="csY137" fmla="*/ 15765 h 120387"/>
                <a:gd name="csX138" fmla="*/ 63060 w 64493"/>
                <a:gd name="csY138" fmla="*/ 16243 h 120387"/>
                <a:gd name="csX139" fmla="*/ 63060 w 64493"/>
                <a:gd name="csY139" fmla="*/ 16721 h 120387"/>
                <a:gd name="csX140" fmla="*/ 60671 w 64493"/>
                <a:gd name="csY140" fmla="*/ 18632 h 120387"/>
                <a:gd name="csX141" fmla="*/ 57328 w 64493"/>
                <a:gd name="csY141" fmla="*/ 20065 h 120387"/>
                <a:gd name="csX142" fmla="*/ 54939 w 64493"/>
                <a:gd name="csY142" fmla="*/ 22453 h 120387"/>
                <a:gd name="csX143" fmla="*/ 53505 w 64493"/>
                <a:gd name="csY143" fmla="*/ 24842 h 120387"/>
                <a:gd name="csX144" fmla="*/ 51117 w 64493"/>
                <a:gd name="csY144" fmla="*/ 25798 h 120387"/>
                <a:gd name="csX145" fmla="*/ 50639 w 64493"/>
                <a:gd name="csY145" fmla="*/ 26275 h 120387"/>
                <a:gd name="csX146" fmla="*/ 50162 w 64493"/>
                <a:gd name="csY146" fmla="*/ 27231 h 120387"/>
                <a:gd name="csX147" fmla="*/ 51595 w 64493"/>
                <a:gd name="csY147" fmla="*/ 30097 h 120387"/>
                <a:gd name="csX148" fmla="*/ 52072 w 64493"/>
                <a:gd name="csY148" fmla="*/ 32963 h 120387"/>
                <a:gd name="csX149" fmla="*/ 52550 w 64493"/>
                <a:gd name="csY149" fmla="*/ 35830 h 120387"/>
                <a:gd name="csX150" fmla="*/ 52550 w 64493"/>
                <a:gd name="csY150" fmla="*/ 36307 h 120387"/>
                <a:gd name="csX151" fmla="*/ 52072 w 64493"/>
                <a:gd name="csY151" fmla="*/ 39651 h 120387"/>
                <a:gd name="csX152" fmla="*/ 52072 w 64493"/>
                <a:gd name="csY152" fmla="*/ 40607 h 120387"/>
                <a:gd name="csX153" fmla="*/ 52072 w 64493"/>
                <a:gd name="csY153" fmla="*/ 41563 h 120387"/>
                <a:gd name="csX154" fmla="*/ 52550 w 64493"/>
                <a:gd name="csY154" fmla="*/ 42518 h 120387"/>
                <a:gd name="csX155" fmla="*/ 52550 w 64493"/>
                <a:gd name="csY155" fmla="*/ 42996 h 120387"/>
                <a:gd name="csX156" fmla="*/ 52072 w 64493"/>
                <a:gd name="csY156" fmla="*/ 43951 h 120387"/>
                <a:gd name="csX157" fmla="*/ 51595 w 64493"/>
                <a:gd name="csY157" fmla="*/ 43951 h 120387"/>
                <a:gd name="csX158" fmla="*/ 50162 w 64493"/>
                <a:gd name="csY158" fmla="*/ 45384 h 120387"/>
                <a:gd name="csX159" fmla="*/ 48728 w 64493"/>
                <a:gd name="csY159" fmla="*/ 46340 h 120387"/>
                <a:gd name="csX160" fmla="*/ 48251 w 64493"/>
                <a:gd name="csY160" fmla="*/ 46817 h 120387"/>
                <a:gd name="csX161" fmla="*/ 48251 w 64493"/>
                <a:gd name="csY161" fmla="*/ 47295 h 120387"/>
                <a:gd name="csX162" fmla="*/ 48251 w 64493"/>
                <a:gd name="csY162" fmla="*/ 47773 h 120387"/>
                <a:gd name="csX163" fmla="*/ 50639 w 64493"/>
                <a:gd name="csY163" fmla="*/ 49684 h 120387"/>
                <a:gd name="csX164" fmla="*/ 51117 w 64493"/>
                <a:gd name="csY164" fmla="*/ 50639 h 120387"/>
                <a:gd name="csX165" fmla="*/ 50639 w 64493"/>
                <a:gd name="csY165" fmla="*/ 52550 h 120387"/>
                <a:gd name="csX166" fmla="*/ 49684 w 64493"/>
                <a:gd name="csY166" fmla="*/ 55894 h 120387"/>
                <a:gd name="csX167" fmla="*/ 49206 w 64493"/>
                <a:gd name="csY167" fmla="*/ 56850 h 120387"/>
                <a:gd name="csX168" fmla="*/ 48251 w 64493"/>
                <a:gd name="csY168" fmla="*/ 57805 h 120387"/>
                <a:gd name="csX169" fmla="*/ 47773 w 64493"/>
                <a:gd name="csY169" fmla="*/ 58283 h 120387"/>
                <a:gd name="csX170" fmla="*/ 46817 w 64493"/>
                <a:gd name="csY170" fmla="*/ 58761 h 120387"/>
                <a:gd name="csX171" fmla="*/ 40129 w 64493"/>
                <a:gd name="csY171" fmla="*/ 58761 h 120387"/>
                <a:gd name="csX172" fmla="*/ 38218 w 64493"/>
                <a:gd name="csY172" fmla="*/ 59239 h 120387"/>
                <a:gd name="csX173" fmla="*/ 38696 w 64493"/>
                <a:gd name="csY173" fmla="*/ 59716 h 120387"/>
                <a:gd name="csX174" fmla="*/ 38696 w 64493"/>
                <a:gd name="csY174" fmla="*/ 59716 h 120387"/>
                <a:gd name="csX175" fmla="*/ 40129 w 64493"/>
                <a:gd name="csY175" fmla="*/ 62105 h 120387"/>
                <a:gd name="csX176" fmla="*/ 41562 w 64493"/>
                <a:gd name="csY176" fmla="*/ 63538 h 120387"/>
                <a:gd name="csX177" fmla="*/ 42518 w 64493"/>
                <a:gd name="csY177" fmla="*/ 64016 h 120387"/>
                <a:gd name="csX178" fmla="*/ 42996 w 64493"/>
                <a:gd name="csY178" fmla="*/ 66882 h 120387"/>
                <a:gd name="csX179" fmla="*/ 45384 w 64493"/>
                <a:gd name="csY179" fmla="*/ 71659 h 120387"/>
                <a:gd name="csX180" fmla="*/ 48251 w 64493"/>
                <a:gd name="csY180" fmla="*/ 72137 h 120387"/>
                <a:gd name="csX181" fmla="*/ 49206 w 64493"/>
                <a:gd name="csY181" fmla="*/ 73570 h 120387"/>
                <a:gd name="csX182" fmla="*/ 48728 w 64493"/>
                <a:gd name="csY182" fmla="*/ 75004 h 120387"/>
                <a:gd name="csX183" fmla="*/ 48251 w 64493"/>
                <a:gd name="csY183" fmla="*/ 76914 h 120387"/>
                <a:gd name="csX184" fmla="*/ 47773 w 64493"/>
                <a:gd name="csY184" fmla="*/ 77392 h 120387"/>
                <a:gd name="csX185" fmla="*/ 46340 w 64493"/>
                <a:gd name="csY185" fmla="*/ 78825 h 120387"/>
                <a:gd name="csX186" fmla="*/ 44429 w 64493"/>
                <a:gd name="csY186" fmla="*/ 80258 h 120387"/>
                <a:gd name="csX187" fmla="*/ 43473 w 64493"/>
                <a:gd name="csY187" fmla="*/ 81214 h 120387"/>
                <a:gd name="csX188" fmla="*/ 43473 w 64493"/>
                <a:gd name="csY188" fmla="*/ 81692 h 120387"/>
                <a:gd name="csX189" fmla="*/ 43473 w 64493"/>
                <a:gd name="csY189" fmla="*/ 82647 h 120387"/>
                <a:gd name="csX190" fmla="*/ 42996 w 64493"/>
                <a:gd name="csY190" fmla="*/ 84558 h 120387"/>
                <a:gd name="csX191" fmla="*/ 42518 w 64493"/>
                <a:gd name="csY191" fmla="*/ 86469 h 120387"/>
                <a:gd name="csX192" fmla="*/ 42040 w 64493"/>
                <a:gd name="csY192" fmla="*/ 87424 h 120387"/>
                <a:gd name="csX193" fmla="*/ 46817 w 64493"/>
                <a:gd name="csY193" fmla="*/ 93635 h 120387"/>
                <a:gd name="csX194" fmla="*/ 49684 w 64493"/>
                <a:gd name="csY194" fmla="*/ 93157 h 120387"/>
                <a:gd name="csX195" fmla="*/ 49684 w 64493"/>
                <a:gd name="csY195" fmla="*/ 93635 h 120387"/>
                <a:gd name="csX196" fmla="*/ 49206 w 64493"/>
                <a:gd name="csY196" fmla="*/ 95068 h 120387"/>
                <a:gd name="csX197" fmla="*/ 48728 w 64493"/>
                <a:gd name="csY197" fmla="*/ 96979 h 120387"/>
                <a:gd name="csX198" fmla="*/ 48251 w 64493"/>
                <a:gd name="csY198" fmla="*/ 96979 h 120387"/>
                <a:gd name="csX199" fmla="*/ 47773 w 64493"/>
                <a:gd name="csY199" fmla="*/ 96979 h 120387"/>
                <a:gd name="csX200" fmla="*/ 45384 w 64493"/>
                <a:gd name="csY200" fmla="*/ 97935 h 120387"/>
                <a:gd name="csX201" fmla="*/ 42996 w 64493"/>
                <a:gd name="csY201" fmla="*/ 99846 h 120387"/>
                <a:gd name="csX202" fmla="*/ 42518 w 64493"/>
                <a:gd name="csY202" fmla="*/ 100801 h 120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</a:cxnLst>
              <a:rect l="l" t="t" r="r" b="b"/>
              <a:pathLst>
                <a:path w="64493" h="120387">
                  <a:moveTo>
                    <a:pt x="41562" y="102712"/>
                  </a:moveTo>
                  <a:lnTo>
                    <a:pt x="40129" y="104145"/>
                  </a:lnTo>
                  <a:lnTo>
                    <a:pt x="40129" y="104623"/>
                  </a:lnTo>
                  <a:lnTo>
                    <a:pt x="38696" y="107489"/>
                  </a:lnTo>
                  <a:lnTo>
                    <a:pt x="39174" y="108922"/>
                  </a:lnTo>
                  <a:lnTo>
                    <a:pt x="39651" y="110833"/>
                  </a:lnTo>
                  <a:lnTo>
                    <a:pt x="41085" y="116566"/>
                  </a:lnTo>
                  <a:lnTo>
                    <a:pt x="40129" y="116566"/>
                  </a:lnTo>
                  <a:lnTo>
                    <a:pt x="39174" y="117044"/>
                  </a:lnTo>
                  <a:lnTo>
                    <a:pt x="32486" y="120388"/>
                  </a:lnTo>
                  <a:lnTo>
                    <a:pt x="30097" y="120388"/>
                  </a:lnTo>
                  <a:lnTo>
                    <a:pt x="26275" y="118955"/>
                  </a:lnTo>
                  <a:lnTo>
                    <a:pt x="19587" y="118477"/>
                  </a:lnTo>
                  <a:lnTo>
                    <a:pt x="17198" y="117999"/>
                  </a:lnTo>
                  <a:lnTo>
                    <a:pt x="14332" y="118955"/>
                  </a:lnTo>
                  <a:lnTo>
                    <a:pt x="12421" y="118955"/>
                  </a:lnTo>
                  <a:lnTo>
                    <a:pt x="10510" y="120388"/>
                  </a:lnTo>
                  <a:lnTo>
                    <a:pt x="9077" y="119910"/>
                  </a:lnTo>
                  <a:lnTo>
                    <a:pt x="10988" y="117044"/>
                  </a:lnTo>
                  <a:lnTo>
                    <a:pt x="12898" y="110833"/>
                  </a:lnTo>
                  <a:lnTo>
                    <a:pt x="12898" y="107012"/>
                  </a:lnTo>
                  <a:lnTo>
                    <a:pt x="13376" y="104145"/>
                  </a:lnTo>
                  <a:lnTo>
                    <a:pt x="12898" y="100801"/>
                  </a:lnTo>
                  <a:lnTo>
                    <a:pt x="11465" y="98890"/>
                  </a:lnTo>
                  <a:lnTo>
                    <a:pt x="13376" y="93635"/>
                  </a:lnTo>
                  <a:lnTo>
                    <a:pt x="12898" y="90769"/>
                  </a:lnTo>
                  <a:lnTo>
                    <a:pt x="11465" y="87424"/>
                  </a:lnTo>
                  <a:lnTo>
                    <a:pt x="15765" y="87902"/>
                  </a:lnTo>
                  <a:lnTo>
                    <a:pt x="14332" y="86947"/>
                  </a:lnTo>
                  <a:lnTo>
                    <a:pt x="13376" y="85991"/>
                  </a:lnTo>
                  <a:lnTo>
                    <a:pt x="11943" y="85991"/>
                  </a:lnTo>
                  <a:lnTo>
                    <a:pt x="10988" y="85991"/>
                  </a:lnTo>
                  <a:lnTo>
                    <a:pt x="7166" y="87424"/>
                  </a:lnTo>
                  <a:lnTo>
                    <a:pt x="5733" y="87902"/>
                  </a:lnTo>
                  <a:lnTo>
                    <a:pt x="5255" y="87424"/>
                  </a:lnTo>
                  <a:lnTo>
                    <a:pt x="5255" y="85514"/>
                  </a:lnTo>
                  <a:lnTo>
                    <a:pt x="4299" y="82647"/>
                  </a:lnTo>
                  <a:lnTo>
                    <a:pt x="5733" y="82170"/>
                  </a:lnTo>
                  <a:lnTo>
                    <a:pt x="7644" y="81692"/>
                  </a:lnTo>
                  <a:lnTo>
                    <a:pt x="9077" y="80736"/>
                  </a:lnTo>
                  <a:lnTo>
                    <a:pt x="9555" y="79303"/>
                  </a:lnTo>
                  <a:lnTo>
                    <a:pt x="9077" y="76914"/>
                  </a:lnTo>
                  <a:lnTo>
                    <a:pt x="10510" y="74526"/>
                  </a:lnTo>
                  <a:lnTo>
                    <a:pt x="13376" y="72615"/>
                  </a:lnTo>
                  <a:lnTo>
                    <a:pt x="11943" y="73093"/>
                  </a:lnTo>
                  <a:lnTo>
                    <a:pt x="10032" y="74526"/>
                  </a:lnTo>
                  <a:lnTo>
                    <a:pt x="7644" y="78348"/>
                  </a:lnTo>
                  <a:lnTo>
                    <a:pt x="6688" y="80736"/>
                  </a:lnTo>
                  <a:lnTo>
                    <a:pt x="4299" y="81214"/>
                  </a:lnTo>
                  <a:lnTo>
                    <a:pt x="2389" y="81692"/>
                  </a:lnTo>
                  <a:lnTo>
                    <a:pt x="955" y="81692"/>
                  </a:lnTo>
                  <a:lnTo>
                    <a:pt x="0" y="80736"/>
                  </a:lnTo>
                  <a:lnTo>
                    <a:pt x="0" y="79303"/>
                  </a:lnTo>
                  <a:lnTo>
                    <a:pt x="0" y="78348"/>
                  </a:lnTo>
                  <a:lnTo>
                    <a:pt x="955" y="75481"/>
                  </a:lnTo>
                  <a:lnTo>
                    <a:pt x="955" y="72137"/>
                  </a:lnTo>
                  <a:lnTo>
                    <a:pt x="2389" y="68793"/>
                  </a:lnTo>
                  <a:lnTo>
                    <a:pt x="2389" y="67838"/>
                  </a:lnTo>
                  <a:lnTo>
                    <a:pt x="1911" y="66882"/>
                  </a:lnTo>
                  <a:lnTo>
                    <a:pt x="2866" y="65449"/>
                  </a:lnTo>
                  <a:lnTo>
                    <a:pt x="4299" y="64971"/>
                  </a:lnTo>
                  <a:lnTo>
                    <a:pt x="6210" y="62105"/>
                  </a:lnTo>
                  <a:lnTo>
                    <a:pt x="9077" y="55417"/>
                  </a:lnTo>
                  <a:lnTo>
                    <a:pt x="12421" y="48728"/>
                  </a:lnTo>
                  <a:lnTo>
                    <a:pt x="12421" y="47773"/>
                  </a:lnTo>
                  <a:lnTo>
                    <a:pt x="11465" y="46817"/>
                  </a:lnTo>
                  <a:lnTo>
                    <a:pt x="11943" y="44907"/>
                  </a:lnTo>
                  <a:lnTo>
                    <a:pt x="13854" y="36785"/>
                  </a:lnTo>
                  <a:lnTo>
                    <a:pt x="14809" y="35830"/>
                  </a:lnTo>
                  <a:lnTo>
                    <a:pt x="15765" y="33441"/>
                  </a:lnTo>
                  <a:lnTo>
                    <a:pt x="15765" y="29141"/>
                  </a:lnTo>
                  <a:lnTo>
                    <a:pt x="16243" y="26753"/>
                  </a:lnTo>
                  <a:lnTo>
                    <a:pt x="16243" y="25320"/>
                  </a:lnTo>
                  <a:lnTo>
                    <a:pt x="15765" y="23886"/>
                  </a:lnTo>
                  <a:lnTo>
                    <a:pt x="14332" y="20542"/>
                  </a:lnTo>
                  <a:lnTo>
                    <a:pt x="12898" y="13854"/>
                  </a:lnTo>
                  <a:lnTo>
                    <a:pt x="12898" y="11466"/>
                  </a:lnTo>
                  <a:lnTo>
                    <a:pt x="14332" y="10510"/>
                  </a:lnTo>
                  <a:lnTo>
                    <a:pt x="12421" y="10510"/>
                  </a:lnTo>
                  <a:lnTo>
                    <a:pt x="11465" y="9077"/>
                  </a:lnTo>
                  <a:lnTo>
                    <a:pt x="11943" y="7166"/>
                  </a:lnTo>
                  <a:lnTo>
                    <a:pt x="12898" y="5733"/>
                  </a:lnTo>
                  <a:lnTo>
                    <a:pt x="13854" y="4777"/>
                  </a:lnTo>
                  <a:lnTo>
                    <a:pt x="15765" y="2866"/>
                  </a:lnTo>
                  <a:lnTo>
                    <a:pt x="17676" y="1911"/>
                  </a:lnTo>
                  <a:lnTo>
                    <a:pt x="18631" y="1433"/>
                  </a:lnTo>
                  <a:lnTo>
                    <a:pt x="22931" y="478"/>
                  </a:lnTo>
                  <a:lnTo>
                    <a:pt x="23886" y="0"/>
                  </a:lnTo>
                  <a:lnTo>
                    <a:pt x="24842" y="0"/>
                  </a:lnTo>
                  <a:lnTo>
                    <a:pt x="25320" y="478"/>
                  </a:lnTo>
                  <a:lnTo>
                    <a:pt x="25797" y="1433"/>
                  </a:lnTo>
                  <a:lnTo>
                    <a:pt x="26275" y="2389"/>
                  </a:lnTo>
                  <a:lnTo>
                    <a:pt x="26753" y="2866"/>
                  </a:lnTo>
                  <a:lnTo>
                    <a:pt x="25797" y="3822"/>
                  </a:lnTo>
                  <a:lnTo>
                    <a:pt x="24842" y="4777"/>
                  </a:lnTo>
                  <a:lnTo>
                    <a:pt x="24842" y="5255"/>
                  </a:lnTo>
                  <a:lnTo>
                    <a:pt x="24842" y="5733"/>
                  </a:lnTo>
                  <a:lnTo>
                    <a:pt x="25320" y="7166"/>
                  </a:lnTo>
                  <a:lnTo>
                    <a:pt x="25797" y="7644"/>
                  </a:lnTo>
                  <a:lnTo>
                    <a:pt x="26275" y="7644"/>
                  </a:lnTo>
                  <a:lnTo>
                    <a:pt x="27230" y="7644"/>
                  </a:lnTo>
                  <a:lnTo>
                    <a:pt x="29141" y="6688"/>
                  </a:lnTo>
                  <a:lnTo>
                    <a:pt x="30575" y="6210"/>
                  </a:lnTo>
                  <a:lnTo>
                    <a:pt x="31052" y="6210"/>
                  </a:lnTo>
                  <a:lnTo>
                    <a:pt x="35352" y="5733"/>
                  </a:lnTo>
                  <a:lnTo>
                    <a:pt x="36307" y="6210"/>
                  </a:lnTo>
                  <a:lnTo>
                    <a:pt x="36785" y="6688"/>
                  </a:lnTo>
                  <a:lnTo>
                    <a:pt x="38696" y="7166"/>
                  </a:lnTo>
                  <a:lnTo>
                    <a:pt x="41085" y="7166"/>
                  </a:lnTo>
                  <a:lnTo>
                    <a:pt x="43473" y="6688"/>
                  </a:lnTo>
                  <a:lnTo>
                    <a:pt x="44429" y="6210"/>
                  </a:lnTo>
                  <a:lnTo>
                    <a:pt x="44906" y="5733"/>
                  </a:lnTo>
                  <a:lnTo>
                    <a:pt x="44906" y="4777"/>
                  </a:lnTo>
                  <a:lnTo>
                    <a:pt x="44906" y="4777"/>
                  </a:lnTo>
                  <a:lnTo>
                    <a:pt x="44906" y="4300"/>
                  </a:lnTo>
                  <a:lnTo>
                    <a:pt x="45384" y="3822"/>
                  </a:lnTo>
                  <a:lnTo>
                    <a:pt x="45862" y="3822"/>
                  </a:lnTo>
                  <a:lnTo>
                    <a:pt x="46817" y="4300"/>
                  </a:lnTo>
                  <a:lnTo>
                    <a:pt x="48251" y="4300"/>
                  </a:lnTo>
                  <a:lnTo>
                    <a:pt x="51595" y="4777"/>
                  </a:lnTo>
                  <a:lnTo>
                    <a:pt x="52072" y="4300"/>
                  </a:lnTo>
                  <a:lnTo>
                    <a:pt x="53505" y="4300"/>
                  </a:lnTo>
                  <a:lnTo>
                    <a:pt x="54939" y="4777"/>
                  </a:lnTo>
                  <a:lnTo>
                    <a:pt x="56372" y="4777"/>
                  </a:lnTo>
                  <a:lnTo>
                    <a:pt x="57328" y="5255"/>
                  </a:lnTo>
                  <a:lnTo>
                    <a:pt x="57805" y="6210"/>
                  </a:lnTo>
                  <a:lnTo>
                    <a:pt x="57805" y="8121"/>
                  </a:lnTo>
                  <a:lnTo>
                    <a:pt x="57805" y="10510"/>
                  </a:lnTo>
                  <a:lnTo>
                    <a:pt x="57805" y="10988"/>
                  </a:lnTo>
                  <a:lnTo>
                    <a:pt x="59238" y="11466"/>
                  </a:lnTo>
                  <a:lnTo>
                    <a:pt x="61149" y="11466"/>
                  </a:lnTo>
                  <a:lnTo>
                    <a:pt x="62582" y="11943"/>
                  </a:lnTo>
                  <a:lnTo>
                    <a:pt x="64016" y="12899"/>
                  </a:lnTo>
                  <a:lnTo>
                    <a:pt x="64493" y="13854"/>
                  </a:lnTo>
                  <a:lnTo>
                    <a:pt x="64493" y="14809"/>
                  </a:lnTo>
                  <a:lnTo>
                    <a:pt x="64016" y="14809"/>
                  </a:lnTo>
                  <a:lnTo>
                    <a:pt x="64016" y="15287"/>
                  </a:lnTo>
                  <a:lnTo>
                    <a:pt x="63538" y="15765"/>
                  </a:lnTo>
                  <a:lnTo>
                    <a:pt x="63060" y="16243"/>
                  </a:lnTo>
                  <a:lnTo>
                    <a:pt x="63060" y="16721"/>
                  </a:lnTo>
                  <a:lnTo>
                    <a:pt x="60671" y="18632"/>
                  </a:lnTo>
                  <a:lnTo>
                    <a:pt x="57328" y="20065"/>
                  </a:lnTo>
                  <a:lnTo>
                    <a:pt x="54939" y="22453"/>
                  </a:lnTo>
                  <a:lnTo>
                    <a:pt x="53505" y="24842"/>
                  </a:lnTo>
                  <a:lnTo>
                    <a:pt x="51117" y="25798"/>
                  </a:lnTo>
                  <a:lnTo>
                    <a:pt x="50639" y="26275"/>
                  </a:lnTo>
                  <a:lnTo>
                    <a:pt x="50162" y="27231"/>
                  </a:lnTo>
                  <a:lnTo>
                    <a:pt x="51595" y="30097"/>
                  </a:lnTo>
                  <a:lnTo>
                    <a:pt x="52072" y="32963"/>
                  </a:lnTo>
                  <a:lnTo>
                    <a:pt x="52550" y="35830"/>
                  </a:lnTo>
                  <a:lnTo>
                    <a:pt x="52550" y="36307"/>
                  </a:lnTo>
                  <a:lnTo>
                    <a:pt x="52072" y="39651"/>
                  </a:lnTo>
                  <a:lnTo>
                    <a:pt x="52072" y="40607"/>
                  </a:lnTo>
                  <a:lnTo>
                    <a:pt x="52072" y="41563"/>
                  </a:lnTo>
                  <a:lnTo>
                    <a:pt x="52550" y="42518"/>
                  </a:lnTo>
                  <a:lnTo>
                    <a:pt x="52550" y="42996"/>
                  </a:lnTo>
                  <a:lnTo>
                    <a:pt x="52072" y="43951"/>
                  </a:lnTo>
                  <a:lnTo>
                    <a:pt x="51595" y="43951"/>
                  </a:lnTo>
                  <a:lnTo>
                    <a:pt x="50162" y="45384"/>
                  </a:lnTo>
                  <a:lnTo>
                    <a:pt x="48728" y="46340"/>
                  </a:lnTo>
                  <a:lnTo>
                    <a:pt x="48251" y="46817"/>
                  </a:lnTo>
                  <a:lnTo>
                    <a:pt x="48251" y="47295"/>
                  </a:lnTo>
                  <a:lnTo>
                    <a:pt x="48251" y="47773"/>
                  </a:lnTo>
                  <a:lnTo>
                    <a:pt x="50639" y="49684"/>
                  </a:lnTo>
                  <a:lnTo>
                    <a:pt x="51117" y="50639"/>
                  </a:lnTo>
                  <a:lnTo>
                    <a:pt x="50639" y="52550"/>
                  </a:lnTo>
                  <a:lnTo>
                    <a:pt x="49684" y="55894"/>
                  </a:lnTo>
                  <a:lnTo>
                    <a:pt x="49206" y="56850"/>
                  </a:lnTo>
                  <a:lnTo>
                    <a:pt x="48251" y="57805"/>
                  </a:lnTo>
                  <a:lnTo>
                    <a:pt x="47773" y="58283"/>
                  </a:lnTo>
                  <a:lnTo>
                    <a:pt x="46817" y="58761"/>
                  </a:lnTo>
                  <a:lnTo>
                    <a:pt x="40129" y="58761"/>
                  </a:lnTo>
                  <a:lnTo>
                    <a:pt x="38218" y="59239"/>
                  </a:lnTo>
                  <a:lnTo>
                    <a:pt x="38696" y="59716"/>
                  </a:lnTo>
                  <a:lnTo>
                    <a:pt x="38696" y="59716"/>
                  </a:lnTo>
                  <a:lnTo>
                    <a:pt x="40129" y="62105"/>
                  </a:lnTo>
                  <a:lnTo>
                    <a:pt x="41562" y="63538"/>
                  </a:lnTo>
                  <a:lnTo>
                    <a:pt x="42518" y="64016"/>
                  </a:lnTo>
                  <a:lnTo>
                    <a:pt x="42996" y="66882"/>
                  </a:lnTo>
                  <a:lnTo>
                    <a:pt x="45384" y="71659"/>
                  </a:lnTo>
                  <a:lnTo>
                    <a:pt x="48251" y="72137"/>
                  </a:lnTo>
                  <a:lnTo>
                    <a:pt x="49206" y="73570"/>
                  </a:lnTo>
                  <a:lnTo>
                    <a:pt x="48728" y="75004"/>
                  </a:lnTo>
                  <a:lnTo>
                    <a:pt x="48251" y="76914"/>
                  </a:lnTo>
                  <a:lnTo>
                    <a:pt x="47773" y="77392"/>
                  </a:lnTo>
                  <a:lnTo>
                    <a:pt x="46340" y="78825"/>
                  </a:lnTo>
                  <a:lnTo>
                    <a:pt x="44429" y="80258"/>
                  </a:lnTo>
                  <a:lnTo>
                    <a:pt x="43473" y="81214"/>
                  </a:lnTo>
                  <a:lnTo>
                    <a:pt x="43473" y="81692"/>
                  </a:lnTo>
                  <a:lnTo>
                    <a:pt x="43473" y="82647"/>
                  </a:lnTo>
                  <a:lnTo>
                    <a:pt x="42996" y="84558"/>
                  </a:lnTo>
                  <a:lnTo>
                    <a:pt x="42518" y="86469"/>
                  </a:lnTo>
                  <a:lnTo>
                    <a:pt x="42040" y="87424"/>
                  </a:lnTo>
                  <a:lnTo>
                    <a:pt x="46817" y="93635"/>
                  </a:lnTo>
                  <a:lnTo>
                    <a:pt x="49684" y="93157"/>
                  </a:lnTo>
                  <a:lnTo>
                    <a:pt x="49684" y="93635"/>
                  </a:lnTo>
                  <a:lnTo>
                    <a:pt x="49206" y="95068"/>
                  </a:lnTo>
                  <a:lnTo>
                    <a:pt x="48728" y="96979"/>
                  </a:lnTo>
                  <a:lnTo>
                    <a:pt x="48251" y="96979"/>
                  </a:lnTo>
                  <a:lnTo>
                    <a:pt x="47773" y="96979"/>
                  </a:lnTo>
                  <a:lnTo>
                    <a:pt x="45384" y="97935"/>
                  </a:lnTo>
                  <a:lnTo>
                    <a:pt x="42996" y="99846"/>
                  </a:lnTo>
                  <a:lnTo>
                    <a:pt x="42518" y="10080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1" name="Freeform 5700">
              <a:extLst>
                <a:ext uri="{FF2B5EF4-FFF2-40B4-BE49-F238E27FC236}">
                  <a16:creationId xmlns:a16="http://schemas.microsoft.com/office/drawing/2014/main" id="{7F3C5372-8CEC-ACDE-595B-133E260507D5}"/>
                </a:ext>
              </a:extLst>
            </p:cNvPr>
            <p:cNvSpPr/>
            <p:nvPr/>
          </p:nvSpPr>
          <p:spPr>
            <a:xfrm>
              <a:off x="5738180" y="3992504"/>
              <a:ext cx="955" cy="1910"/>
            </a:xfrm>
            <a:custGeom>
              <a:avLst/>
              <a:gdLst>
                <a:gd name="csX0" fmla="*/ 955 w 955"/>
                <a:gd name="csY0" fmla="*/ 0 h 1910"/>
                <a:gd name="csX1" fmla="*/ 0 w 955"/>
                <a:gd name="csY1" fmla="*/ 1911 h 1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55" h="1910">
                  <a:moveTo>
                    <a:pt x="955" y="0"/>
                  </a:moveTo>
                  <a:lnTo>
                    <a:pt x="0" y="1911"/>
                  </a:lnTo>
                </a:path>
              </a:pathLst>
            </a:custGeom>
            <a:grpFill/>
            <a:ln w="952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1" name="Google Shape;1853;p15">
            <a:extLst>
              <a:ext uri="{FF2B5EF4-FFF2-40B4-BE49-F238E27FC236}">
                <a16:creationId xmlns:a16="http://schemas.microsoft.com/office/drawing/2014/main" id="{14B35C43-4B9F-6D0E-9301-ADE615028149}"/>
              </a:ext>
            </a:extLst>
          </p:cNvPr>
          <p:cNvSpPr/>
          <p:nvPr/>
        </p:nvSpPr>
        <p:spPr>
          <a:xfrm>
            <a:off x="199" y="6221561"/>
            <a:ext cx="12191603" cy="6364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1400"/>
              <a:buFontTx/>
              <a:buNone/>
              <a:tabLst/>
              <a:defRPr/>
            </a:pPr>
            <a:endParaRPr kumimoji="0" sz="1867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DDB0D0F-94AD-1A58-E68A-7FE68EA82C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Zscaler: The Industry’s largest Inline Security Cloud</a:t>
            </a:r>
            <a:endParaRPr lang="en-US" dirty="0">
              <a:solidFill>
                <a:schemeClr val="accent2"/>
              </a:solidFill>
            </a:endParaRPr>
          </a:p>
        </p:txBody>
      </p:sp>
      <p:sp>
        <p:nvSpPr>
          <p:cNvPr id="20" name="Google Shape;1721;p15">
            <a:extLst>
              <a:ext uri="{FF2B5EF4-FFF2-40B4-BE49-F238E27FC236}">
                <a16:creationId xmlns:a16="http://schemas.microsoft.com/office/drawing/2014/main" id="{9E1442ED-5B6F-AF81-61EC-CFD8647B7E9E}"/>
              </a:ext>
            </a:extLst>
          </p:cNvPr>
          <p:cNvSpPr/>
          <p:nvPr/>
        </p:nvSpPr>
        <p:spPr>
          <a:xfrm>
            <a:off x="3410144" y="3547412"/>
            <a:ext cx="64008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061F48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1" name="Google Shape;1722;p15">
            <a:extLst>
              <a:ext uri="{FF2B5EF4-FFF2-40B4-BE49-F238E27FC236}">
                <a16:creationId xmlns:a16="http://schemas.microsoft.com/office/drawing/2014/main" id="{162E93E7-53BF-A926-6E27-C865A8724AF7}"/>
              </a:ext>
            </a:extLst>
          </p:cNvPr>
          <p:cNvSpPr txBox="1"/>
          <p:nvPr/>
        </p:nvSpPr>
        <p:spPr>
          <a:xfrm>
            <a:off x="3495128" y="3500318"/>
            <a:ext cx="492790" cy="1232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Denver</a:t>
            </a:r>
            <a:endParaRPr kumimoji="0" sz="16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2" name="Google Shape;1723;p15">
            <a:extLst>
              <a:ext uri="{FF2B5EF4-FFF2-40B4-BE49-F238E27FC236}">
                <a16:creationId xmlns:a16="http://schemas.microsoft.com/office/drawing/2014/main" id="{E25D5376-F5E9-E193-5E85-3517DF767FA3}"/>
              </a:ext>
            </a:extLst>
          </p:cNvPr>
          <p:cNvSpPr/>
          <p:nvPr/>
        </p:nvSpPr>
        <p:spPr>
          <a:xfrm>
            <a:off x="4057379" y="3273834"/>
            <a:ext cx="64008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061F48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3" name="Google Shape;1724;p15">
            <a:extLst>
              <a:ext uri="{FF2B5EF4-FFF2-40B4-BE49-F238E27FC236}">
                <a16:creationId xmlns:a16="http://schemas.microsoft.com/office/drawing/2014/main" id="{87D0B8B6-D7E6-8704-1244-A40E7DFF78E3}"/>
              </a:ext>
            </a:extLst>
          </p:cNvPr>
          <p:cNvSpPr txBox="1"/>
          <p:nvPr/>
        </p:nvSpPr>
        <p:spPr>
          <a:xfrm>
            <a:off x="3541200" y="3229314"/>
            <a:ext cx="515933" cy="1232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Toronto (2)</a:t>
            </a:r>
            <a:endParaRPr kumimoji="0" sz="16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4" name="Google Shape;1725;p15">
            <a:extLst>
              <a:ext uri="{FF2B5EF4-FFF2-40B4-BE49-F238E27FC236}">
                <a16:creationId xmlns:a16="http://schemas.microsoft.com/office/drawing/2014/main" id="{EAB886AA-F0D4-74D2-497E-41948B8CD418}"/>
              </a:ext>
            </a:extLst>
          </p:cNvPr>
          <p:cNvSpPr/>
          <p:nvPr/>
        </p:nvSpPr>
        <p:spPr>
          <a:xfrm>
            <a:off x="4225013" y="3467068"/>
            <a:ext cx="64008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061F48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5" name="Google Shape;1726;p15">
            <a:extLst>
              <a:ext uri="{FF2B5EF4-FFF2-40B4-BE49-F238E27FC236}">
                <a16:creationId xmlns:a16="http://schemas.microsoft.com/office/drawing/2014/main" id="{3BF0051F-2869-CC31-D93F-EDE46BF7B9A6}"/>
              </a:ext>
            </a:extLst>
          </p:cNvPr>
          <p:cNvSpPr txBox="1"/>
          <p:nvPr/>
        </p:nvSpPr>
        <p:spPr>
          <a:xfrm>
            <a:off x="4314662" y="3433132"/>
            <a:ext cx="584860" cy="1232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New York (2)</a:t>
            </a:r>
            <a:endParaRPr kumimoji="0" sz="16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719" name="Group 5718">
            <a:extLst>
              <a:ext uri="{FF2B5EF4-FFF2-40B4-BE49-F238E27FC236}">
                <a16:creationId xmlns:a16="http://schemas.microsoft.com/office/drawing/2014/main" id="{628648C8-15D5-9FB3-2311-2EE3B074D2D7}"/>
              </a:ext>
            </a:extLst>
          </p:cNvPr>
          <p:cNvGrpSpPr/>
          <p:nvPr/>
        </p:nvGrpSpPr>
        <p:grpSpPr>
          <a:xfrm>
            <a:off x="5871332" y="3343772"/>
            <a:ext cx="304908" cy="123297"/>
            <a:chOff x="5648257" y="3318648"/>
            <a:chExt cx="304908" cy="123297"/>
          </a:xfrm>
        </p:grpSpPr>
        <p:sp>
          <p:nvSpPr>
            <p:cNvPr id="26" name="Google Shape;1727;p15">
              <a:extLst>
                <a:ext uri="{FF2B5EF4-FFF2-40B4-BE49-F238E27FC236}">
                  <a16:creationId xmlns:a16="http://schemas.microsoft.com/office/drawing/2014/main" id="{8CB58C3C-F2CE-E02A-B029-97C81DED08BB}"/>
                </a:ext>
              </a:extLst>
            </p:cNvPr>
            <p:cNvSpPr/>
            <p:nvPr/>
          </p:nvSpPr>
          <p:spPr>
            <a:xfrm>
              <a:off x="5892973" y="3333502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1728;p15">
              <a:extLst>
                <a:ext uri="{FF2B5EF4-FFF2-40B4-BE49-F238E27FC236}">
                  <a16:creationId xmlns:a16="http://schemas.microsoft.com/office/drawing/2014/main" id="{29A8A3E1-0B36-3619-3FC0-E379C453186B}"/>
                </a:ext>
              </a:extLst>
            </p:cNvPr>
            <p:cNvSpPr txBox="1"/>
            <p:nvPr/>
          </p:nvSpPr>
          <p:spPr>
            <a:xfrm>
              <a:off x="5648257" y="3318648"/>
              <a:ext cx="235262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Paris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" name="Google Shape;1729;p15">
            <a:extLst>
              <a:ext uri="{FF2B5EF4-FFF2-40B4-BE49-F238E27FC236}">
                <a16:creationId xmlns:a16="http://schemas.microsoft.com/office/drawing/2014/main" id="{A84765ED-FBBD-E7E6-9CBF-7E4004DE09D0}"/>
              </a:ext>
            </a:extLst>
          </p:cNvPr>
          <p:cNvSpPr/>
          <p:nvPr/>
        </p:nvSpPr>
        <p:spPr>
          <a:xfrm>
            <a:off x="5778242" y="3202961"/>
            <a:ext cx="60192" cy="58023"/>
          </a:xfrm>
          <a:prstGeom prst="ellipse">
            <a:avLst/>
          </a:prstGeom>
          <a:solidFill>
            <a:srgbClr val="082E6F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061F48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29" name="Google Shape;1730;p15">
            <a:extLst>
              <a:ext uri="{FF2B5EF4-FFF2-40B4-BE49-F238E27FC236}">
                <a16:creationId xmlns:a16="http://schemas.microsoft.com/office/drawing/2014/main" id="{3D470058-EF82-07A1-9664-AEE4F25D1D65}"/>
              </a:ext>
            </a:extLst>
          </p:cNvPr>
          <p:cNvSpPr txBox="1"/>
          <p:nvPr/>
        </p:nvSpPr>
        <p:spPr>
          <a:xfrm>
            <a:off x="5661654" y="3177566"/>
            <a:ext cx="346205" cy="1232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London</a:t>
            </a:r>
            <a:endParaRPr kumimoji="0" sz="16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30" name="Google Shape;1731;p15">
            <a:extLst>
              <a:ext uri="{FF2B5EF4-FFF2-40B4-BE49-F238E27FC236}">
                <a16:creationId xmlns:a16="http://schemas.microsoft.com/office/drawing/2014/main" id="{506F4DC3-944F-908A-10EA-FC5D49319CC8}"/>
              </a:ext>
            </a:extLst>
          </p:cNvPr>
          <p:cNvGrpSpPr/>
          <p:nvPr/>
        </p:nvGrpSpPr>
        <p:grpSpPr>
          <a:xfrm>
            <a:off x="6052037" y="3073975"/>
            <a:ext cx="525602" cy="169940"/>
            <a:chOff x="4223463" y="1864479"/>
            <a:chExt cx="400800" cy="126526"/>
          </a:xfrm>
        </p:grpSpPr>
        <p:sp>
          <p:nvSpPr>
            <p:cNvPr id="31" name="Google Shape;1732;p15">
              <a:extLst>
                <a:ext uri="{FF2B5EF4-FFF2-40B4-BE49-F238E27FC236}">
                  <a16:creationId xmlns:a16="http://schemas.microsoft.com/office/drawing/2014/main" id="{F55F49C8-A39F-36A0-D2A5-6CC50CBED737}"/>
                </a:ext>
              </a:extLst>
            </p:cNvPr>
            <p:cNvSpPr/>
            <p:nvPr/>
          </p:nvSpPr>
          <p:spPr>
            <a:xfrm>
              <a:off x="4304321" y="1943349"/>
              <a:ext cx="48810" cy="4765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1733;p15">
              <a:extLst>
                <a:ext uri="{FF2B5EF4-FFF2-40B4-BE49-F238E27FC236}">
                  <a16:creationId xmlns:a16="http://schemas.microsoft.com/office/drawing/2014/main" id="{C94A9613-B045-D4F5-9B5E-58083C6B62D1}"/>
                </a:ext>
              </a:extLst>
            </p:cNvPr>
            <p:cNvSpPr txBox="1"/>
            <p:nvPr/>
          </p:nvSpPr>
          <p:spPr>
            <a:xfrm>
              <a:off x="4223463" y="1864479"/>
              <a:ext cx="400800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Amsterdam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" name="Google Shape;1734;p15">
            <a:extLst>
              <a:ext uri="{FF2B5EF4-FFF2-40B4-BE49-F238E27FC236}">
                <a16:creationId xmlns:a16="http://schemas.microsoft.com/office/drawing/2014/main" id="{A7FA5320-AB59-13E1-CBFE-5E8683DD82D6}"/>
              </a:ext>
            </a:extLst>
          </p:cNvPr>
          <p:cNvGrpSpPr/>
          <p:nvPr/>
        </p:nvGrpSpPr>
        <p:grpSpPr>
          <a:xfrm>
            <a:off x="6170824" y="3169676"/>
            <a:ext cx="763001" cy="157208"/>
            <a:chOff x="4310586" y="1929465"/>
            <a:chExt cx="581830" cy="117048"/>
          </a:xfrm>
        </p:grpSpPr>
        <p:sp>
          <p:nvSpPr>
            <p:cNvPr id="34" name="Google Shape;1735;p15">
              <a:extLst>
                <a:ext uri="{FF2B5EF4-FFF2-40B4-BE49-F238E27FC236}">
                  <a16:creationId xmlns:a16="http://schemas.microsoft.com/office/drawing/2014/main" id="{B5774B76-721A-B66A-1322-227A06F9102F}"/>
                </a:ext>
              </a:extLst>
            </p:cNvPr>
            <p:cNvSpPr/>
            <p:nvPr/>
          </p:nvSpPr>
          <p:spPr>
            <a:xfrm rot="10800000">
              <a:off x="4310586" y="1998856"/>
              <a:ext cx="4881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1736;p15">
              <a:extLst>
                <a:ext uri="{FF2B5EF4-FFF2-40B4-BE49-F238E27FC236}">
                  <a16:creationId xmlns:a16="http://schemas.microsoft.com/office/drawing/2014/main" id="{826F3021-41DF-6AD8-BFA7-423A2FF8977A}"/>
                </a:ext>
              </a:extLst>
            </p:cNvPr>
            <p:cNvSpPr txBox="1"/>
            <p:nvPr/>
          </p:nvSpPr>
          <p:spPr>
            <a:xfrm>
              <a:off x="4364130" y="1929465"/>
              <a:ext cx="528286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Brussels (2)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" name="Google Shape;1737;p15">
            <a:extLst>
              <a:ext uri="{FF2B5EF4-FFF2-40B4-BE49-F238E27FC236}">
                <a16:creationId xmlns:a16="http://schemas.microsoft.com/office/drawing/2014/main" id="{A0C9FA78-9F26-AE72-4210-A1F57054EBD2}"/>
              </a:ext>
            </a:extLst>
          </p:cNvPr>
          <p:cNvGrpSpPr/>
          <p:nvPr/>
        </p:nvGrpSpPr>
        <p:grpSpPr>
          <a:xfrm>
            <a:off x="6492359" y="2741318"/>
            <a:ext cx="480753" cy="188279"/>
            <a:chOff x="4544349" y="1579756"/>
            <a:chExt cx="366600" cy="140182"/>
          </a:xfrm>
        </p:grpSpPr>
        <p:sp>
          <p:nvSpPr>
            <p:cNvPr id="37" name="Google Shape;1738;p15">
              <a:extLst>
                <a:ext uri="{FF2B5EF4-FFF2-40B4-BE49-F238E27FC236}">
                  <a16:creationId xmlns:a16="http://schemas.microsoft.com/office/drawing/2014/main" id="{991157A1-05D5-A22C-109B-096F9F5E17DB}"/>
                </a:ext>
              </a:extLst>
            </p:cNvPr>
            <p:cNvSpPr/>
            <p:nvPr/>
          </p:nvSpPr>
          <p:spPr>
            <a:xfrm>
              <a:off x="4544349" y="1672281"/>
              <a:ext cx="4590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1739;p15">
              <a:extLst>
                <a:ext uri="{FF2B5EF4-FFF2-40B4-BE49-F238E27FC236}">
                  <a16:creationId xmlns:a16="http://schemas.microsoft.com/office/drawing/2014/main" id="{8D528987-4FED-050D-C283-0195703C497F}"/>
                </a:ext>
              </a:extLst>
            </p:cNvPr>
            <p:cNvSpPr txBox="1"/>
            <p:nvPr/>
          </p:nvSpPr>
          <p:spPr>
            <a:xfrm>
              <a:off x="4544349" y="1579756"/>
              <a:ext cx="366600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Stockholm</a:t>
              </a: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" name="Google Shape;1740;p15">
            <a:extLst>
              <a:ext uri="{FF2B5EF4-FFF2-40B4-BE49-F238E27FC236}">
                <a16:creationId xmlns:a16="http://schemas.microsoft.com/office/drawing/2014/main" id="{E5C2B635-23A1-9F48-0FC4-AC67659052FB}"/>
              </a:ext>
            </a:extLst>
          </p:cNvPr>
          <p:cNvSpPr txBox="1"/>
          <p:nvPr/>
        </p:nvSpPr>
        <p:spPr>
          <a:xfrm>
            <a:off x="7119157" y="2877893"/>
            <a:ext cx="378376" cy="123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Moscow</a:t>
            </a:r>
            <a:endParaRPr kumimoji="0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709" name="Group 5708">
            <a:extLst>
              <a:ext uri="{FF2B5EF4-FFF2-40B4-BE49-F238E27FC236}">
                <a16:creationId xmlns:a16="http://schemas.microsoft.com/office/drawing/2014/main" id="{E3F44D86-3B8E-9948-4CBB-A57AC71E5615}"/>
              </a:ext>
            </a:extLst>
          </p:cNvPr>
          <p:cNvGrpSpPr/>
          <p:nvPr/>
        </p:nvGrpSpPr>
        <p:grpSpPr>
          <a:xfrm>
            <a:off x="7467116" y="4221728"/>
            <a:ext cx="592955" cy="194992"/>
            <a:chOff x="7444891" y="4202678"/>
            <a:chExt cx="592955" cy="194992"/>
          </a:xfrm>
        </p:grpSpPr>
        <p:sp>
          <p:nvSpPr>
            <p:cNvPr id="40" name="Google Shape;1741;p15">
              <a:extLst>
                <a:ext uri="{FF2B5EF4-FFF2-40B4-BE49-F238E27FC236}">
                  <a16:creationId xmlns:a16="http://schemas.microsoft.com/office/drawing/2014/main" id="{85E39855-E329-BD85-117F-AACAC989A427}"/>
                </a:ext>
              </a:extLst>
            </p:cNvPr>
            <p:cNvSpPr/>
            <p:nvPr/>
          </p:nvSpPr>
          <p:spPr>
            <a:xfrm>
              <a:off x="7928515" y="4202678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1" i="0" u="none" strike="noStrike" kern="1200" cap="none" spc="0" normalizeH="0" baseline="0" noProof="0" dirty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1742;p15">
              <a:extLst>
                <a:ext uri="{FF2B5EF4-FFF2-40B4-BE49-F238E27FC236}">
                  <a16:creationId xmlns:a16="http://schemas.microsoft.com/office/drawing/2014/main" id="{365A3652-CA3C-4AA9-C1E1-11F266D1D64D}"/>
                </a:ext>
              </a:extLst>
            </p:cNvPr>
            <p:cNvSpPr txBox="1"/>
            <p:nvPr/>
          </p:nvSpPr>
          <p:spPr>
            <a:xfrm>
              <a:off x="7444891" y="4274373"/>
              <a:ext cx="592955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Mumbai (3)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05" name="Group 5704">
            <a:extLst>
              <a:ext uri="{FF2B5EF4-FFF2-40B4-BE49-F238E27FC236}">
                <a16:creationId xmlns:a16="http://schemas.microsoft.com/office/drawing/2014/main" id="{D6A7C6A8-F2E3-ECD8-320B-24566057CF9C}"/>
              </a:ext>
            </a:extLst>
          </p:cNvPr>
          <p:cNvGrpSpPr/>
          <p:nvPr/>
        </p:nvGrpSpPr>
        <p:grpSpPr>
          <a:xfrm>
            <a:off x="8654102" y="4450964"/>
            <a:ext cx="746115" cy="123297"/>
            <a:chOff x="8255010" y="4515091"/>
            <a:chExt cx="746115" cy="123297"/>
          </a:xfrm>
        </p:grpSpPr>
        <p:sp>
          <p:nvSpPr>
            <p:cNvPr id="42" name="Google Shape;1743;p15">
              <a:extLst>
                <a:ext uri="{FF2B5EF4-FFF2-40B4-BE49-F238E27FC236}">
                  <a16:creationId xmlns:a16="http://schemas.microsoft.com/office/drawing/2014/main" id="{95A6D7A2-B96E-B135-C826-29BE582B9EE2}"/>
                </a:ext>
              </a:extLst>
            </p:cNvPr>
            <p:cNvSpPr/>
            <p:nvPr/>
          </p:nvSpPr>
          <p:spPr>
            <a:xfrm>
              <a:off x="8255010" y="4552723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1744;p15">
              <a:extLst>
                <a:ext uri="{FF2B5EF4-FFF2-40B4-BE49-F238E27FC236}">
                  <a16:creationId xmlns:a16="http://schemas.microsoft.com/office/drawing/2014/main" id="{4ED4F757-ED52-8A09-FCB4-1C81E270316F}"/>
                </a:ext>
              </a:extLst>
            </p:cNvPr>
            <p:cNvSpPr txBox="1"/>
            <p:nvPr/>
          </p:nvSpPr>
          <p:spPr>
            <a:xfrm>
              <a:off x="8340265" y="4515091"/>
              <a:ext cx="660860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Singapore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04" name="Group 5703">
            <a:extLst>
              <a:ext uri="{FF2B5EF4-FFF2-40B4-BE49-F238E27FC236}">
                <a16:creationId xmlns:a16="http://schemas.microsoft.com/office/drawing/2014/main" id="{458D527C-B7C6-1420-405D-2C470CA3381D}"/>
              </a:ext>
            </a:extLst>
          </p:cNvPr>
          <p:cNvGrpSpPr/>
          <p:nvPr/>
        </p:nvGrpSpPr>
        <p:grpSpPr>
          <a:xfrm>
            <a:off x="9857076" y="5285711"/>
            <a:ext cx="566449" cy="123297"/>
            <a:chOff x="9857076" y="5285711"/>
            <a:chExt cx="566449" cy="123297"/>
          </a:xfrm>
        </p:grpSpPr>
        <p:sp>
          <p:nvSpPr>
            <p:cNvPr id="44" name="Google Shape;1745;p15">
              <a:extLst>
                <a:ext uri="{FF2B5EF4-FFF2-40B4-BE49-F238E27FC236}">
                  <a16:creationId xmlns:a16="http://schemas.microsoft.com/office/drawing/2014/main" id="{09179987-11D2-FD3F-B358-678A40FE7872}"/>
                </a:ext>
              </a:extLst>
            </p:cNvPr>
            <p:cNvSpPr/>
            <p:nvPr/>
          </p:nvSpPr>
          <p:spPr>
            <a:xfrm>
              <a:off x="9857076" y="5333726"/>
              <a:ext cx="64008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1746;p15">
              <a:extLst>
                <a:ext uri="{FF2B5EF4-FFF2-40B4-BE49-F238E27FC236}">
                  <a16:creationId xmlns:a16="http://schemas.microsoft.com/office/drawing/2014/main" id="{A21B2012-3372-3D67-BAA1-739980D268DE}"/>
                </a:ext>
              </a:extLst>
            </p:cNvPr>
            <p:cNvSpPr txBox="1"/>
            <p:nvPr/>
          </p:nvSpPr>
          <p:spPr>
            <a:xfrm>
              <a:off x="9950775" y="5285711"/>
              <a:ext cx="472750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Sydney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" name="Google Shape;1747;p15">
            <a:extLst>
              <a:ext uri="{FF2B5EF4-FFF2-40B4-BE49-F238E27FC236}">
                <a16:creationId xmlns:a16="http://schemas.microsoft.com/office/drawing/2014/main" id="{5FFA3848-3566-122D-432C-C00EF02E40F1}"/>
              </a:ext>
            </a:extLst>
          </p:cNvPr>
          <p:cNvGrpSpPr/>
          <p:nvPr/>
        </p:nvGrpSpPr>
        <p:grpSpPr>
          <a:xfrm>
            <a:off x="5923069" y="5314338"/>
            <a:ext cx="709289" cy="158435"/>
            <a:chOff x="4096765" y="3615785"/>
            <a:chExt cx="540872" cy="117961"/>
          </a:xfrm>
        </p:grpSpPr>
        <p:sp>
          <p:nvSpPr>
            <p:cNvPr id="47" name="Google Shape;1748;p15">
              <a:extLst>
                <a:ext uri="{FF2B5EF4-FFF2-40B4-BE49-F238E27FC236}">
                  <a16:creationId xmlns:a16="http://schemas.microsoft.com/office/drawing/2014/main" id="{03CE25E6-58F8-4BF5-0311-4A283988A54E}"/>
                </a:ext>
              </a:extLst>
            </p:cNvPr>
            <p:cNvSpPr/>
            <p:nvPr/>
          </p:nvSpPr>
          <p:spPr>
            <a:xfrm>
              <a:off x="4591737" y="3634387"/>
              <a:ext cx="45900" cy="4765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1749;p15">
              <a:extLst>
                <a:ext uri="{FF2B5EF4-FFF2-40B4-BE49-F238E27FC236}">
                  <a16:creationId xmlns:a16="http://schemas.microsoft.com/office/drawing/2014/main" id="{05B36805-4A8E-C58C-D500-35170614B192}"/>
                </a:ext>
              </a:extLst>
            </p:cNvPr>
            <p:cNvSpPr txBox="1"/>
            <p:nvPr/>
          </p:nvSpPr>
          <p:spPr>
            <a:xfrm>
              <a:off x="4096765" y="3615785"/>
              <a:ext cx="460295" cy="11796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Cape Town</a:t>
              </a: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" name="Google Shape;1750;p15">
            <a:extLst>
              <a:ext uri="{FF2B5EF4-FFF2-40B4-BE49-F238E27FC236}">
                <a16:creationId xmlns:a16="http://schemas.microsoft.com/office/drawing/2014/main" id="{32570FD9-4DB0-DA6E-22BA-387BD2BB5C9A}"/>
              </a:ext>
            </a:extLst>
          </p:cNvPr>
          <p:cNvSpPr txBox="1"/>
          <p:nvPr/>
        </p:nvSpPr>
        <p:spPr>
          <a:xfrm>
            <a:off x="5546434" y="3585262"/>
            <a:ext cx="316305" cy="1232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Madrid</a:t>
            </a:r>
            <a:endParaRPr kumimoji="0" sz="16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50" name="Google Shape;1751;p15">
            <a:extLst>
              <a:ext uri="{FF2B5EF4-FFF2-40B4-BE49-F238E27FC236}">
                <a16:creationId xmlns:a16="http://schemas.microsoft.com/office/drawing/2014/main" id="{9612B6A1-DF76-E6AC-7955-4DD7486605C4}"/>
              </a:ext>
            </a:extLst>
          </p:cNvPr>
          <p:cNvSpPr/>
          <p:nvPr/>
        </p:nvSpPr>
        <p:spPr>
          <a:xfrm>
            <a:off x="5883519" y="3609273"/>
            <a:ext cx="60192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715" name="Group 5714">
            <a:extLst>
              <a:ext uri="{FF2B5EF4-FFF2-40B4-BE49-F238E27FC236}">
                <a16:creationId xmlns:a16="http://schemas.microsoft.com/office/drawing/2014/main" id="{6497DF99-1F15-AFC8-8967-D6A990EFC41D}"/>
              </a:ext>
            </a:extLst>
          </p:cNvPr>
          <p:cNvGrpSpPr/>
          <p:nvPr/>
        </p:nvGrpSpPr>
        <p:grpSpPr>
          <a:xfrm>
            <a:off x="6681078" y="5204501"/>
            <a:ext cx="1138611" cy="123297"/>
            <a:chOff x="6681078" y="5204501"/>
            <a:chExt cx="1138611" cy="123297"/>
          </a:xfrm>
        </p:grpSpPr>
        <p:sp>
          <p:nvSpPr>
            <p:cNvPr id="51" name="Google Shape;1752;p15">
              <a:extLst>
                <a:ext uri="{FF2B5EF4-FFF2-40B4-BE49-F238E27FC236}">
                  <a16:creationId xmlns:a16="http://schemas.microsoft.com/office/drawing/2014/main" id="{F9E8FF20-07CD-8828-418F-048A2B067900}"/>
                </a:ext>
              </a:extLst>
            </p:cNvPr>
            <p:cNvSpPr txBox="1"/>
            <p:nvPr/>
          </p:nvSpPr>
          <p:spPr>
            <a:xfrm>
              <a:off x="6781249" y="5204501"/>
              <a:ext cx="1038440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Johannesburg (2)</a:t>
              </a:r>
              <a:endParaRPr kumimoji="0" sz="1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1753;p15">
              <a:extLst>
                <a:ext uri="{FF2B5EF4-FFF2-40B4-BE49-F238E27FC236}">
                  <a16:creationId xmlns:a16="http://schemas.microsoft.com/office/drawing/2014/main" id="{B8EE48E4-C402-3DF0-C8E4-7FE8C939D553}"/>
                </a:ext>
              </a:extLst>
            </p:cNvPr>
            <p:cNvSpPr/>
            <p:nvPr/>
          </p:nvSpPr>
          <p:spPr>
            <a:xfrm>
              <a:off x="6681078" y="5244056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" name="Google Shape;1754;p15">
            <a:extLst>
              <a:ext uri="{FF2B5EF4-FFF2-40B4-BE49-F238E27FC236}">
                <a16:creationId xmlns:a16="http://schemas.microsoft.com/office/drawing/2014/main" id="{24E0ED49-531A-9B65-E9A2-C4A1169C08FF}"/>
              </a:ext>
            </a:extLst>
          </p:cNvPr>
          <p:cNvSpPr txBox="1"/>
          <p:nvPr/>
        </p:nvSpPr>
        <p:spPr>
          <a:xfrm>
            <a:off x="4024304" y="3683885"/>
            <a:ext cx="512855" cy="1232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Atlanta (2)</a:t>
            </a:r>
            <a:endParaRPr kumimoji="0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54" name="Google Shape;1755;p15">
            <a:extLst>
              <a:ext uri="{FF2B5EF4-FFF2-40B4-BE49-F238E27FC236}">
                <a16:creationId xmlns:a16="http://schemas.microsoft.com/office/drawing/2014/main" id="{D041E516-B871-C335-1A14-D2051BEADC64}"/>
              </a:ext>
            </a:extLst>
          </p:cNvPr>
          <p:cNvSpPr/>
          <p:nvPr/>
        </p:nvSpPr>
        <p:spPr>
          <a:xfrm>
            <a:off x="3941615" y="3723980"/>
            <a:ext cx="64008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061F48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55" name="Google Shape;1756;p15">
            <a:extLst>
              <a:ext uri="{FF2B5EF4-FFF2-40B4-BE49-F238E27FC236}">
                <a16:creationId xmlns:a16="http://schemas.microsoft.com/office/drawing/2014/main" id="{E654D6E3-704F-064E-0FA6-CD8141A5D1D0}"/>
              </a:ext>
            </a:extLst>
          </p:cNvPr>
          <p:cNvSpPr txBox="1"/>
          <p:nvPr/>
        </p:nvSpPr>
        <p:spPr>
          <a:xfrm>
            <a:off x="3151661" y="3640113"/>
            <a:ext cx="439386" cy="1232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Dallas (2)</a:t>
            </a:r>
            <a:endParaRPr kumimoji="0" sz="16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56" name="Google Shape;1757;p15">
            <a:extLst>
              <a:ext uri="{FF2B5EF4-FFF2-40B4-BE49-F238E27FC236}">
                <a16:creationId xmlns:a16="http://schemas.microsoft.com/office/drawing/2014/main" id="{E7335C75-6DFD-3389-52E3-0C1D1E95D3C4}"/>
              </a:ext>
            </a:extLst>
          </p:cNvPr>
          <p:cNvSpPr/>
          <p:nvPr/>
        </p:nvSpPr>
        <p:spPr>
          <a:xfrm>
            <a:off x="3597592" y="3730469"/>
            <a:ext cx="64008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061F48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7" name="Google Shape;1758;p15">
            <a:extLst>
              <a:ext uri="{FF2B5EF4-FFF2-40B4-BE49-F238E27FC236}">
                <a16:creationId xmlns:a16="http://schemas.microsoft.com/office/drawing/2014/main" id="{93EFFF47-9742-2F98-4BA2-6E0E1C65CFDD}"/>
              </a:ext>
            </a:extLst>
          </p:cNvPr>
          <p:cNvGrpSpPr/>
          <p:nvPr/>
        </p:nvGrpSpPr>
        <p:grpSpPr>
          <a:xfrm>
            <a:off x="6273772" y="3251664"/>
            <a:ext cx="496028" cy="124983"/>
            <a:chOff x="4395048" y="1996898"/>
            <a:chExt cx="378248" cy="93055"/>
          </a:xfrm>
        </p:grpSpPr>
        <p:sp>
          <p:nvSpPr>
            <p:cNvPr id="58" name="Google Shape;1759;p15">
              <a:extLst>
                <a:ext uri="{FF2B5EF4-FFF2-40B4-BE49-F238E27FC236}">
                  <a16:creationId xmlns:a16="http://schemas.microsoft.com/office/drawing/2014/main" id="{70D13929-5B7C-8210-AC54-3B83C56F27F0}"/>
                </a:ext>
              </a:extLst>
            </p:cNvPr>
            <p:cNvSpPr txBox="1"/>
            <p:nvPr/>
          </p:nvSpPr>
          <p:spPr>
            <a:xfrm>
              <a:off x="4460396" y="1996898"/>
              <a:ext cx="312900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Frankfurt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1760;p15">
              <a:extLst>
                <a:ext uri="{FF2B5EF4-FFF2-40B4-BE49-F238E27FC236}">
                  <a16:creationId xmlns:a16="http://schemas.microsoft.com/office/drawing/2014/main" id="{C5AEC4D4-08E5-3344-BBFF-393F334A95AA}"/>
                </a:ext>
              </a:extLst>
            </p:cNvPr>
            <p:cNvSpPr/>
            <p:nvPr/>
          </p:nvSpPr>
          <p:spPr>
            <a:xfrm>
              <a:off x="4395048" y="2042296"/>
              <a:ext cx="4590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27" name="Group 5726">
            <a:extLst>
              <a:ext uri="{FF2B5EF4-FFF2-40B4-BE49-F238E27FC236}">
                <a16:creationId xmlns:a16="http://schemas.microsoft.com/office/drawing/2014/main" id="{41490C0B-454B-97F7-2931-35757223C8D7}"/>
              </a:ext>
            </a:extLst>
          </p:cNvPr>
          <p:cNvGrpSpPr/>
          <p:nvPr/>
        </p:nvGrpSpPr>
        <p:grpSpPr>
          <a:xfrm>
            <a:off x="4290937" y="5060610"/>
            <a:ext cx="651473" cy="123297"/>
            <a:chOff x="4225013" y="5138807"/>
            <a:chExt cx="651473" cy="123297"/>
          </a:xfrm>
        </p:grpSpPr>
        <p:sp>
          <p:nvSpPr>
            <p:cNvPr id="60" name="Google Shape;1761;p15">
              <a:extLst>
                <a:ext uri="{FF2B5EF4-FFF2-40B4-BE49-F238E27FC236}">
                  <a16:creationId xmlns:a16="http://schemas.microsoft.com/office/drawing/2014/main" id="{6E887996-5B97-FB2D-EB28-B28892F9E114}"/>
                </a:ext>
              </a:extLst>
            </p:cNvPr>
            <p:cNvSpPr txBox="1"/>
            <p:nvPr/>
          </p:nvSpPr>
          <p:spPr>
            <a:xfrm>
              <a:off x="4225013" y="5138807"/>
              <a:ext cx="617328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82E6F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Sao Paulo (2)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762;p15">
              <a:extLst>
                <a:ext uri="{FF2B5EF4-FFF2-40B4-BE49-F238E27FC236}">
                  <a16:creationId xmlns:a16="http://schemas.microsoft.com/office/drawing/2014/main" id="{FF267F8E-EAAE-59D0-A346-B410C5C1089F}"/>
                </a:ext>
              </a:extLst>
            </p:cNvPr>
            <p:cNvSpPr/>
            <p:nvPr/>
          </p:nvSpPr>
          <p:spPr>
            <a:xfrm>
              <a:off x="4816294" y="5172411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763;p15">
            <a:extLst>
              <a:ext uri="{FF2B5EF4-FFF2-40B4-BE49-F238E27FC236}">
                <a16:creationId xmlns:a16="http://schemas.microsoft.com/office/drawing/2014/main" id="{DCACC501-4788-FBCF-74B2-7018B7C1CA3C}"/>
              </a:ext>
            </a:extLst>
          </p:cNvPr>
          <p:cNvGrpSpPr/>
          <p:nvPr/>
        </p:nvGrpSpPr>
        <p:grpSpPr>
          <a:xfrm>
            <a:off x="6229276" y="4283009"/>
            <a:ext cx="603622" cy="205909"/>
            <a:chOff x="4283025" y="2816491"/>
            <a:chExt cx="460295" cy="153308"/>
          </a:xfrm>
        </p:grpSpPr>
        <p:sp>
          <p:nvSpPr>
            <p:cNvPr id="63" name="Google Shape;1764;p15">
              <a:extLst>
                <a:ext uri="{FF2B5EF4-FFF2-40B4-BE49-F238E27FC236}">
                  <a16:creationId xmlns:a16="http://schemas.microsoft.com/office/drawing/2014/main" id="{01D106FD-F27F-76A3-45E9-0C101466C3DD}"/>
                </a:ext>
              </a:extLst>
            </p:cNvPr>
            <p:cNvSpPr txBox="1"/>
            <p:nvPr/>
          </p:nvSpPr>
          <p:spPr>
            <a:xfrm>
              <a:off x="4283025" y="2816491"/>
              <a:ext cx="460295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Lagos (2)</a:t>
              </a: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765;p15">
              <a:extLst>
                <a:ext uri="{FF2B5EF4-FFF2-40B4-BE49-F238E27FC236}">
                  <a16:creationId xmlns:a16="http://schemas.microsoft.com/office/drawing/2014/main" id="{37CBE41A-6308-C3CC-D993-4F446DCD6085}"/>
                </a:ext>
              </a:extLst>
            </p:cNvPr>
            <p:cNvSpPr/>
            <p:nvPr/>
          </p:nvSpPr>
          <p:spPr>
            <a:xfrm>
              <a:off x="4283026" y="2922142"/>
              <a:ext cx="4590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" name="Google Shape;1769;p15">
            <a:extLst>
              <a:ext uri="{FF2B5EF4-FFF2-40B4-BE49-F238E27FC236}">
                <a16:creationId xmlns:a16="http://schemas.microsoft.com/office/drawing/2014/main" id="{056F4420-2A3F-6E41-515E-91477A972D2F}"/>
              </a:ext>
            </a:extLst>
          </p:cNvPr>
          <p:cNvGrpSpPr/>
          <p:nvPr/>
        </p:nvGrpSpPr>
        <p:grpSpPr>
          <a:xfrm>
            <a:off x="6535344" y="3813408"/>
            <a:ext cx="449732" cy="123297"/>
            <a:chOff x="4549477" y="2411578"/>
            <a:chExt cx="342945" cy="91800"/>
          </a:xfrm>
        </p:grpSpPr>
        <p:sp>
          <p:nvSpPr>
            <p:cNvPr id="69" name="Google Shape;1770;p15">
              <a:extLst>
                <a:ext uri="{FF2B5EF4-FFF2-40B4-BE49-F238E27FC236}">
                  <a16:creationId xmlns:a16="http://schemas.microsoft.com/office/drawing/2014/main" id="{A432227F-6B5B-9C09-CD2E-2D44997A0950}"/>
                </a:ext>
              </a:extLst>
            </p:cNvPr>
            <p:cNvSpPr txBox="1"/>
            <p:nvPr/>
          </p:nvSpPr>
          <p:spPr>
            <a:xfrm>
              <a:off x="4549477" y="2411578"/>
              <a:ext cx="278700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Tel Aviv</a:t>
              </a: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1771;p15">
              <a:extLst>
                <a:ext uri="{FF2B5EF4-FFF2-40B4-BE49-F238E27FC236}">
                  <a16:creationId xmlns:a16="http://schemas.microsoft.com/office/drawing/2014/main" id="{F6630D10-FDF6-87E4-2B83-4322C9E90347}"/>
                </a:ext>
              </a:extLst>
            </p:cNvPr>
            <p:cNvSpPr/>
            <p:nvPr/>
          </p:nvSpPr>
          <p:spPr>
            <a:xfrm>
              <a:off x="4846522" y="2436692"/>
              <a:ext cx="4590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" name="Google Shape;1772;p15">
            <a:extLst>
              <a:ext uri="{FF2B5EF4-FFF2-40B4-BE49-F238E27FC236}">
                <a16:creationId xmlns:a16="http://schemas.microsoft.com/office/drawing/2014/main" id="{E1DEECDA-C5FA-3F34-BEB2-C4BA056C636F}"/>
              </a:ext>
            </a:extLst>
          </p:cNvPr>
          <p:cNvSpPr txBox="1"/>
          <p:nvPr/>
        </p:nvSpPr>
        <p:spPr>
          <a:xfrm>
            <a:off x="4147752" y="3547414"/>
            <a:ext cx="722309" cy="1232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Washington DC</a:t>
            </a:r>
            <a:endParaRPr kumimoji="0" sz="16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72" name="Google Shape;1773;p15">
            <a:extLst>
              <a:ext uri="{FF2B5EF4-FFF2-40B4-BE49-F238E27FC236}">
                <a16:creationId xmlns:a16="http://schemas.microsoft.com/office/drawing/2014/main" id="{91CD7527-4DFD-F179-0681-3C510A2DC28D}"/>
              </a:ext>
            </a:extLst>
          </p:cNvPr>
          <p:cNvSpPr/>
          <p:nvPr/>
        </p:nvSpPr>
        <p:spPr>
          <a:xfrm>
            <a:off x="4058100" y="3587585"/>
            <a:ext cx="64008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061F48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73" name="Google Shape;1774;p15">
            <a:extLst>
              <a:ext uri="{FF2B5EF4-FFF2-40B4-BE49-F238E27FC236}">
                <a16:creationId xmlns:a16="http://schemas.microsoft.com/office/drawing/2014/main" id="{D55583A5-0ABF-0913-36FF-B2068A0C863A}"/>
              </a:ext>
            </a:extLst>
          </p:cNvPr>
          <p:cNvSpPr txBox="1"/>
          <p:nvPr/>
        </p:nvSpPr>
        <p:spPr>
          <a:xfrm>
            <a:off x="3287422" y="3333992"/>
            <a:ext cx="540675" cy="1232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Chicago (2)</a:t>
            </a:r>
            <a:endParaRPr kumimoji="0" sz="16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74" name="Google Shape;1775;p15">
            <a:extLst>
              <a:ext uri="{FF2B5EF4-FFF2-40B4-BE49-F238E27FC236}">
                <a16:creationId xmlns:a16="http://schemas.microsoft.com/office/drawing/2014/main" id="{AF30BF8B-0F0E-2D0D-05B7-F1870944386A}"/>
              </a:ext>
            </a:extLst>
          </p:cNvPr>
          <p:cNvSpPr/>
          <p:nvPr/>
        </p:nvSpPr>
        <p:spPr>
          <a:xfrm>
            <a:off x="3849825" y="3391794"/>
            <a:ext cx="64008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061F48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732" name="Group 5731">
            <a:extLst>
              <a:ext uri="{FF2B5EF4-FFF2-40B4-BE49-F238E27FC236}">
                <a16:creationId xmlns:a16="http://schemas.microsoft.com/office/drawing/2014/main" id="{20B54842-0657-4082-C59B-19EB8F0CC774}"/>
              </a:ext>
            </a:extLst>
          </p:cNvPr>
          <p:cNvGrpSpPr/>
          <p:nvPr/>
        </p:nvGrpSpPr>
        <p:grpSpPr>
          <a:xfrm>
            <a:off x="2504929" y="3724892"/>
            <a:ext cx="646732" cy="123297"/>
            <a:chOff x="2505582" y="3722910"/>
            <a:chExt cx="646732" cy="123297"/>
          </a:xfrm>
        </p:grpSpPr>
        <p:sp>
          <p:nvSpPr>
            <p:cNvPr id="75" name="Google Shape;1776;p15">
              <a:extLst>
                <a:ext uri="{FF2B5EF4-FFF2-40B4-BE49-F238E27FC236}">
                  <a16:creationId xmlns:a16="http://schemas.microsoft.com/office/drawing/2014/main" id="{12B04A0F-197B-9554-7527-E4F3295B1E01}"/>
                </a:ext>
              </a:extLst>
            </p:cNvPr>
            <p:cNvSpPr txBox="1"/>
            <p:nvPr/>
          </p:nvSpPr>
          <p:spPr>
            <a:xfrm>
              <a:off x="2505582" y="3722910"/>
              <a:ext cx="564157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Los Angeles</a:t>
              </a:r>
              <a:endParaRPr kumimoji="0" sz="16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1777;p15">
              <a:extLst>
                <a:ext uri="{FF2B5EF4-FFF2-40B4-BE49-F238E27FC236}">
                  <a16:creationId xmlns:a16="http://schemas.microsoft.com/office/drawing/2014/main" id="{CBEAB733-0D28-DAF2-D243-854013175C95}"/>
                </a:ext>
              </a:extLst>
            </p:cNvPr>
            <p:cNvSpPr/>
            <p:nvPr/>
          </p:nvSpPr>
          <p:spPr>
            <a:xfrm>
              <a:off x="3088306" y="3750584"/>
              <a:ext cx="64008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" name="Google Shape;1778;p15">
            <a:extLst>
              <a:ext uri="{FF2B5EF4-FFF2-40B4-BE49-F238E27FC236}">
                <a16:creationId xmlns:a16="http://schemas.microsoft.com/office/drawing/2014/main" id="{C441D130-F624-49A3-D5BC-A94D82A1C14E}"/>
              </a:ext>
            </a:extLst>
          </p:cNvPr>
          <p:cNvGrpSpPr/>
          <p:nvPr/>
        </p:nvGrpSpPr>
        <p:grpSpPr>
          <a:xfrm>
            <a:off x="6296506" y="2980077"/>
            <a:ext cx="1131181" cy="123297"/>
            <a:chOff x="4393949" y="1767736"/>
            <a:chExt cx="862588" cy="91800"/>
          </a:xfrm>
        </p:grpSpPr>
        <p:sp>
          <p:nvSpPr>
            <p:cNvPr id="78" name="Google Shape;1779;p15">
              <a:extLst>
                <a:ext uri="{FF2B5EF4-FFF2-40B4-BE49-F238E27FC236}">
                  <a16:creationId xmlns:a16="http://schemas.microsoft.com/office/drawing/2014/main" id="{6BD97824-6D08-3D88-3F38-65D04D319737}"/>
                </a:ext>
              </a:extLst>
            </p:cNvPr>
            <p:cNvSpPr txBox="1"/>
            <p:nvPr/>
          </p:nvSpPr>
          <p:spPr>
            <a:xfrm>
              <a:off x="4462023" y="1767736"/>
              <a:ext cx="794514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Copenhagen (2)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1780;p15">
              <a:extLst>
                <a:ext uri="{FF2B5EF4-FFF2-40B4-BE49-F238E27FC236}">
                  <a16:creationId xmlns:a16="http://schemas.microsoft.com/office/drawing/2014/main" id="{A1DDAC09-D5AE-122F-15FC-01D4B40C412B}"/>
                </a:ext>
              </a:extLst>
            </p:cNvPr>
            <p:cNvSpPr/>
            <p:nvPr/>
          </p:nvSpPr>
          <p:spPr>
            <a:xfrm>
              <a:off x="4393949" y="1789360"/>
              <a:ext cx="4881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03" name="Group 5702">
            <a:extLst>
              <a:ext uri="{FF2B5EF4-FFF2-40B4-BE49-F238E27FC236}">
                <a16:creationId xmlns:a16="http://schemas.microsoft.com/office/drawing/2014/main" id="{A5A93F7E-8ADA-A5C9-CF0C-1D7253478165}"/>
              </a:ext>
            </a:extLst>
          </p:cNvPr>
          <p:cNvGrpSpPr/>
          <p:nvPr/>
        </p:nvGrpSpPr>
        <p:grpSpPr>
          <a:xfrm>
            <a:off x="9075539" y="5427137"/>
            <a:ext cx="783074" cy="123192"/>
            <a:chOff x="9075539" y="5427137"/>
            <a:chExt cx="783074" cy="123192"/>
          </a:xfrm>
        </p:grpSpPr>
        <p:sp>
          <p:nvSpPr>
            <p:cNvPr id="80" name="Google Shape;1781;p15">
              <a:extLst>
                <a:ext uri="{FF2B5EF4-FFF2-40B4-BE49-F238E27FC236}">
                  <a16:creationId xmlns:a16="http://schemas.microsoft.com/office/drawing/2014/main" id="{3C20BE94-B6D6-BC3F-BA6D-E9F2DA754376}"/>
                </a:ext>
              </a:extLst>
            </p:cNvPr>
            <p:cNvSpPr txBox="1"/>
            <p:nvPr/>
          </p:nvSpPr>
          <p:spPr>
            <a:xfrm>
              <a:off x="9075539" y="5427137"/>
              <a:ext cx="721841" cy="1231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Melbourne (2)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1782;p15">
              <a:extLst>
                <a:ext uri="{FF2B5EF4-FFF2-40B4-BE49-F238E27FC236}">
                  <a16:creationId xmlns:a16="http://schemas.microsoft.com/office/drawing/2014/main" id="{52D1BD63-7EC0-1F08-36FE-3F6BF1AF36EC}"/>
                </a:ext>
              </a:extLst>
            </p:cNvPr>
            <p:cNvSpPr/>
            <p:nvPr/>
          </p:nvSpPr>
          <p:spPr>
            <a:xfrm>
              <a:off x="9798421" y="5463137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16" name="Group 5715">
            <a:extLst>
              <a:ext uri="{FF2B5EF4-FFF2-40B4-BE49-F238E27FC236}">
                <a16:creationId xmlns:a16="http://schemas.microsoft.com/office/drawing/2014/main" id="{85AD87B6-BB51-EE9F-3909-33B222222AAE}"/>
              </a:ext>
            </a:extLst>
          </p:cNvPr>
          <p:cNvGrpSpPr/>
          <p:nvPr/>
        </p:nvGrpSpPr>
        <p:grpSpPr>
          <a:xfrm>
            <a:off x="6377439" y="3494780"/>
            <a:ext cx="627177" cy="123297"/>
            <a:chOff x="6087653" y="3508968"/>
            <a:chExt cx="627177" cy="123297"/>
          </a:xfrm>
        </p:grpSpPr>
        <p:sp>
          <p:nvSpPr>
            <p:cNvPr id="82" name="Google Shape;1783;p15">
              <a:extLst>
                <a:ext uri="{FF2B5EF4-FFF2-40B4-BE49-F238E27FC236}">
                  <a16:creationId xmlns:a16="http://schemas.microsoft.com/office/drawing/2014/main" id="{372A2CE5-71F8-8E6F-2EAF-2A117337145B}"/>
                </a:ext>
              </a:extLst>
            </p:cNvPr>
            <p:cNvSpPr txBox="1"/>
            <p:nvPr/>
          </p:nvSpPr>
          <p:spPr>
            <a:xfrm>
              <a:off x="6174975" y="3508968"/>
              <a:ext cx="539855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Milan (2)</a:t>
              </a:r>
            </a:p>
          </p:txBody>
        </p:sp>
        <p:sp>
          <p:nvSpPr>
            <p:cNvPr id="83" name="Google Shape;1784;p15">
              <a:extLst>
                <a:ext uri="{FF2B5EF4-FFF2-40B4-BE49-F238E27FC236}">
                  <a16:creationId xmlns:a16="http://schemas.microsoft.com/office/drawing/2014/main" id="{4ED0FE11-BBC5-4479-1CC8-1A6C8479B132}"/>
                </a:ext>
              </a:extLst>
            </p:cNvPr>
            <p:cNvSpPr/>
            <p:nvPr/>
          </p:nvSpPr>
          <p:spPr>
            <a:xfrm>
              <a:off x="6087653" y="3533416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 dirty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08" name="Group 5707">
            <a:extLst>
              <a:ext uri="{FF2B5EF4-FFF2-40B4-BE49-F238E27FC236}">
                <a16:creationId xmlns:a16="http://schemas.microsoft.com/office/drawing/2014/main" id="{DC72BDA9-35C9-A10F-AD25-BE81483C9700}"/>
              </a:ext>
            </a:extLst>
          </p:cNvPr>
          <p:cNvGrpSpPr/>
          <p:nvPr/>
        </p:nvGrpSpPr>
        <p:grpSpPr>
          <a:xfrm>
            <a:off x="8355056" y="3973462"/>
            <a:ext cx="645183" cy="123297"/>
            <a:chOff x="7908925" y="3993764"/>
            <a:chExt cx="645183" cy="123297"/>
          </a:xfrm>
        </p:grpSpPr>
        <p:sp>
          <p:nvSpPr>
            <p:cNvPr id="84" name="Google Shape;1785;p15">
              <a:extLst>
                <a:ext uri="{FF2B5EF4-FFF2-40B4-BE49-F238E27FC236}">
                  <a16:creationId xmlns:a16="http://schemas.microsoft.com/office/drawing/2014/main" id="{A6789FE5-D5F0-C9F1-FFAD-99A74941D4A4}"/>
                </a:ext>
              </a:extLst>
            </p:cNvPr>
            <p:cNvSpPr txBox="1"/>
            <p:nvPr/>
          </p:nvSpPr>
          <p:spPr>
            <a:xfrm>
              <a:off x="7908925" y="3993764"/>
              <a:ext cx="567601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Hong Kong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1786;p15">
              <a:extLst>
                <a:ext uri="{FF2B5EF4-FFF2-40B4-BE49-F238E27FC236}">
                  <a16:creationId xmlns:a16="http://schemas.microsoft.com/office/drawing/2014/main" id="{BF6982F1-35D1-EB62-4E92-2C56777B9838}"/>
                </a:ext>
              </a:extLst>
            </p:cNvPr>
            <p:cNvSpPr/>
            <p:nvPr/>
          </p:nvSpPr>
          <p:spPr>
            <a:xfrm>
              <a:off x="8493916" y="4040702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" name="Google Shape;1787;p15">
            <a:extLst>
              <a:ext uri="{FF2B5EF4-FFF2-40B4-BE49-F238E27FC236}">
                <a16:creationId xmlns:a16="http://schemas.microsoft.com/office/drawing/2014/main" id="{E6B4E6D0-993E-AFC4-E958-67B6AAF5FE37}"/>
              </a:ext>
            </a:extLst>
          </p:cNvPr>
          <p:cNvGrpSpPr/>
          <p:nvPr/>
        </p:nvGrpSpPr>
        <p:grpSpPr>
          <a:xfrm>
            <a:off x="9120882" y="3974547"/>
            <a:ext cx="488003" cy="123297"/>
            <a:chOff x="6405342" y="2551092"/>
            <a:chExt cx="372128" cy="91800"/>
          </a:xfrm>
        </p:grpSpPr>
        <p:sp>
          <p:nvSpPr>
            <p:cNvPr id="87" name="Google Shape;1788;p15">
              <a:extLst>
                <a:ext uri="{FF2B5EF4-FFF2-40B4-BE49-F238E27FC236}">
                  <a16:creationId xmlns:a16="http://schemas.microsoft.com/office/drawing/2014/main" id="{A7E4401B-ECDF-573E-145F-F7E900AD033C}"/>
                </a:ext>
              </a:extLst>
            </p:cNvPr>
            <p:cNvSpPr txBox="1"/>
            <p:nvPr/>
          </p:nvSpPr>
          <p:spPr>
            <a:xfrm>
              <a:off x="6476084" y="2551092"/>
              <a:ext cx="301386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Taipei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1789;p15">
              <a:extLst>
                <a:ext uri="{FF2B5EF4-FFF2-40B4-BE49-F238E27FC236}">
                  <a16:creationId xmlns:a16="http://schemas.microsoft.com/office/drawing/2014/main" id="{6C13870B-C383-4F80-831F-6A8563391E51}"/>
                </a:ext>
              </a:extLst>
            </p:cNvPr>
            <p:cNvSpPr/>
            <p:nvPr/>
          </p:nvSpPr>
          <p:spPr>
            <a:xfrm>
              <a:off x="6405342" y="2584086"/>
              <a:ext cx="4881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17" name="Group 5716">
            <a:extLst>
              <a:ext uri="{FF2B5EF4-FFF2-40B4-BE49-F238E27FC236}">
                <a16:creationId xmlns:a16="http://schemas.microsoft.com/office/drawing/2014/main" id="{E1205118-669E-A0C5-43EB-CD07255A5E44}"/>
              </a:ext>
            </a:extLst>
          </p:cNvPr>
          <p:cNvGrpSpPr/>
          <p:nvPr/>
        </p:nvGrpSpPr>
        <p:grpSpPr>
          <a:xfrm>
            <a:off x="6024272" y="3406141"/>
            <a:ext cx="329421" cy="150288"/>
            <a:chOff x="5768752" y="3385816"/>
            <a:chExt cx="329421" cy="150288"/>
          </a:xfrm>
        </p:grpSpPr>
        <p:sp>
          <p:nvSpPr>
            <p:cNvPr id="89" name="Google Shape;1790;p15">
              <a:extLst>
                <a:ext uri="{FF2B5EF4-FFF2-40B4-BE49-F238E27FC236}">
                  <a16:creationId xmlns:a16="http://schemas.microsoft.com/office/drawing/2014/main" id="{F25E60AA-60BD-3E05-3FB8-E4FD8D2B9F84}"/>
                </a:ext>
              </a:extLst>
            </p:cNvPr>
            <p:cNvSpPr txBox="1"/>
            <p:nvPr/>
          </p:nvSpPr>
          <p:spPr>
            <a:xfrm>
              <a:off x="5768752" y="3412807"/>
              <a:ext cx="286406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Zurich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1791;p15">
              <a:extLst>
                <a:ext uri="{FF2B5EF4-FFF2-40B4-BE49-F238E27FC236}">
                  <a16:creationId xmlns:a16="http://schemas.microsoft.com/office/drawing/2014/main" id="{46B2F3AC-3473-6935-8DE2-52CEFB5A8EC0}"/>
                </a:ext>
              </a:extLst>
            </p:cNvPr>
            <p:cNvSpPr/>
            <p:nvPr/>
          </p:nvSpPr>
          <p:spPr>
            <a:xfrm>
              <a:off x="6037981" y="3385816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" name="Google Shape;1792;p15">
            <a:extLst>
              <a:ext uri="{FF2B5EF4-FFF2-40B4-BE49-F238E27FC236}">
                <a16:creationId xmlns:a16="http://schemas.microsoft.com/office/drawing/2014/main" id="{8465DD69-B08B-4E03-20C7-93AEF330E980}"/>
              </a:ext>
            </a:extLst>
          </p:cNvPr>
          <p:cNvGrpSpPr/>
          <p:nvPr/>
        </p:nvGrpSpPr>
        <p:grpSpPr>
          <a:xfrm>
            <a:off x="8044024" y="4200583"/>
            <a:ext cx="785512" cy="123297"/>
            <a:chOff x="5649191" y="2748207"/>
            <a:chExt cx="598996" cy="91800"/>
          </a:xfrm>
        </p:grpSpPr>
        <p:sp>
          <p:nvSpPr>
            <p:cNvPr id="92" name="Google Shape;1793;p15">
              <a:extLst>
                <a:ext uri="{FF2B5EF4-FFF2-40B4-BE49-F238E27FC236}">
                  <a16:creationId xmlns:a16="http://schemas.microsoft.com/office/drawing/2014/main" id="{F2065680-8919-84A5-8F2C-0F19FD5993CA}"/>
                </a:ext>
              </a:extLst>
            </p:cNvPr>
            <p:cNvSpPr txBox="1"/>
            <p:nvPr/>
          </p:nvSpPr>
          <p:spPr>
            <a:xfrm>
              <a:off x="5715367" y="2748207"/>
              <a:ext cx="532820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Chennai (2)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1794;p15">
              <a:extLst>
                <a:ext uri="{FF2B5EF4-FFF2-40B4-BE49-F238E27FC236}">
                  <a16:creationId xmlns:a16="http://schemas.microsoft.com/office/drawing/2014/main" id="{ED62897F-F0F0-6A45-A4E5-90A451C0449B}"/>
                </a:ext>
              </a:extLst>
            </p:cNvPr>
            <p:cNvSpPr/>
            <p:nvPr/>
          </p:nvSpPr>
          <p:spPr>
            <a:xfrm>
              <a:off x="5649191" y="2775596"/>
              <a:ext cx="4590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 dirty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" name="Google Shape;1795;p15">
            <a:extLst>
              <a:ext uri="{FF2B5EF4-FFF2-40B4-BE49-F238E27FC236}">
                <a16:creationId xmlns:a16="http://schemas.microsoft.com/office/drawing/2014/main" id="{0975D09D-9EA7-4D39-0C7B-DE5BD1AB2508}"/>
              </a:ext>
            </a:extLst>
          </p:cNvPr>
          <p:cNvGrpSpPr/>
          <p:nvPr/>
        </p:nvGrpSpPr>
        <p:grpSpPr>
          <a:xfrm>
            <a:off x="8777845" y="3578464"/>
            <a:ext cx="387230" cy="123297"/>
            <a:chOff x="6078937" y="2202403"/>
            <a:chExt cx="295284" cy="91800"/>
          </a:xfrm>
        </p:grpSpPr>
        <p:sp>
          <p:nvSpPr>
            <p:cNvPr id="95" name="Google Shape;1796;p15">
              <a:extLst>
                <a:ext uri="{FF2B5EF4-FFF2-40B4-BE49-F238E27FC236}">
                  <a16:creationId xmlns:a16="http://schemas.microsoft.com/office/drawing/2014/main" id="{465F1948-8838-DFFC-EB74-69DD38D366E1}"/>
                </a:ext>
              </a:extLst>
            </p:cNvPr>
            <p:cNvSpPr/>
            <p:nvPr/>
          </p:nvSpPr>
          <p:spPr>
            <a:xfrm>
              <a:off x="6328321" y="2239391"/>
              <a:ext cx="4590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1797;p15">
              <a:extLst>
                <a:ext uri="{FF2B5EF4-FFF2-40B4-BE49-F238E27FC236}">
                  <a16:creationId xmlns:a16="http://schemas.microsoft.com/office/drawing/2014/main" id="{96F13034-E326-F4DE-DA17-46FB5CD788D6}"/>
                </a:ext>
              </a:extLst>
            </p:cNvPr>
            <p:cNvSpPr txBox="1"/>
            <p:nvPr/>
          </p:nvSpPr>
          <p:spPr>
            <a:xfrm>
              <a:off x="6078937" y="2202403"/>
              <a:ext cx="231300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Tianjin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12" name="Group 5711">
            <a:extLst>
              <a:ext uri="{FF2B5EF4-FFF2-40B4-BE49-F238E27FC236}">
                <a16:creationId xmlns:a16="http://schemas.microsoft.com/office/drawing/2014/main" id="{745AF3EA-2124-A1FC-487A-34A5BD44A382}"/>
              </a:ext>
            </a:extLst>
          </p:cNvPr>
          <p:cNvGrpSpPr/>
          <p:nvPr/>
        </p:nvGrpSpPr>
        <p:grpSpPr>
          <a:xfrm>
            <a:off x="9605136" y="3599613"/>
            <a:ext cx="427864" cy="123297"/>
            <a:chOff x="9090786" y="3625437"/>
            <a:chExt cx="427864" cy="123297"/>
          </a:xfrm>
        </p:grpSpPr>
        <p:sp>
          <p:nvSpPr>
            <p:cNvPr id="97" name="Google Shape;1798;p15">
              <a:extLst>
                <a:ext uri="{FF2B5EF4-FFF2-40B4-BE49-F238E27FC236}">
                  <a16:creationId xmlns:a16="http://schemas.microsoft.com/office/drawing/2014/main" id="{59FAF9C5-D967-5163-98B1-4DACA846DE65}"/>
                </a:ext>
              </a:extLst>
            </p:cNvPr>
            <p:cNvSpPr txBox="1"/>
            <p:nvPr/>
          </p:nvSpPr>
          <p:spPr>
            <a:xfrm>
              <a:off x="9184188" y="3625437"/>
              <a:ext cx="334462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Tokyo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1799;p15">
              <a:extLst>
                <a:ext uri="{FF2B5EF4-FFF2-40B4-BE49-F238E27FC236}">
                  <a16:creationId xmlns:a16="http://schemas.microsoft.com/office/drawing/2014/main" id="{FD85D382-D8C5-7295-95F2-79C46495C52A}"/>
                </a:ext>
              </a:extLst>
            </p:cNvPr>
            <p:cNvSpPr/>
            <p:nvPr/>
          </p:nvSpPr>
          <p:spPr>
            <a:xfrm>
              <a:off x="9090786" y="3674072"/>
              <a:ext cx="64008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" name="Google Shape;1800;p15">
            <a:extLst>
              <a:ext uri="{FF2B5EF4-FFF2-40B4-BE49-F238E27FC236}">
                <a16:creationId xmlns:a16="http://schemas.microsoft.com/office/drawing/2014/main" id="{F6658657-1879-40BD-81EA-74280EA7DA74}"/>
              </a:ext>
            </a:extLst>
          </p:cNvPr>
          <p:cNvGrpSpPr/>
          <p:nvPr/>
        </p:nvGrpSpPr>
        <p:grpSpPr>
          <a:xfrm>
            <a:off x="7217814" y="3873192"/>
            <a:ext cx="256507" cy="202236"/>
            <a:chOff x="5015661" y="2477613"/>
            <a:chExt cx="195600" cy="150573"/>
          </a:xfrm>
        </p:grpSpPr>
        <p:sp>
          <p:nvSpPr>
            <p:cNvPr id="100" name="Google Shape;1801;p15">
              <a:extLst>
                <a:ext uri="{FF2B5EF4-FFF2-40B4-BE49-F238E27FC236}">
                  <a16:creationId xmlns:a16="http://schemas.microsoft.com/office/drawing/2014/main" id="{AEC42949-969B-ABA5-6370-C27BFBF7C8C7}"/>
                </a:ext>
              </a:extLst>
            </p:cNvPr>
            <p:cNvSpPr/>
            <p:nvPr/>
          </p:nvSpPr>
          <p:spPr>
            <a:xfrm>
              <a:off x="5152489" y="2580529"/>
              <a:ext cx="4590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802;p15">
              <a:extLst>
                <a:ext uri="{FF2B5EF4-FFF2-40B4-BE49-F238E27FC236}">
                  <a16:creationId xmlns:a16="http://schemas.microsoft.com/office/drawing/2014/main" id="{BEEA2D14-A419-081F-6FB7-173E141445B0}"/>
                </a:ext>
              </a:extLst>
            </p:cNvPr>
            <p:cNvSpPr txBox="1"/>
            <p:nvPr/>
          </p:nvSpPr>
          <p:spPr>
            <a:xfrm>
              <a:off x="5015661" y="2477613"/>
              <a:ext cx="195600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Qatar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2" name="Google Shape;1803;p15">
            <a:extLst>
              <a:ext uri="{FF2B5EF4-FFF2-40B4-BE49-F238E27FC236}">
                <a16:creationId xmlns:a16="http://schemas.microsoft.com/office/drawing/2014/main" id="{856B7279-6627-8838-E715-65DB93EBD491}"/>
              </a:ext>
            </a:extLst>
          </p:cNvPr>
          <p:cNvSpPr/>
          <p:nvPr/>
        </p:nvSpPr>
        <p:spPr>
          <a:xfrm>
            <a:off x="7497533" y="4017171"/>
            <a:ext cx="60192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317BF3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804;p15">
            <a:extLst>
              <a:ext uri="{FF2B5EF4-FFF2-40B4-BE49-F238E27FC236}">
                <a16:creationId xmlns:a16="http://schemas.microsoft.com/office/drawing/2014/main" id="{33CD30EA-E120-3C1F-C3ED-16D3CF8783F7}"/>
              </a:ext>
            </a:extLst>
          </p:cNvPr>
          <p:cNvSpPr txBox="1"/>
          <p:nvPr/>
        </p:nvSpPr>
        <p:spPr>
          <a:xfrm>
            <a:off x="7497533" y="4081452"/>
            <a:ext cx="211657" cy="1232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UAE</a:t>
            </a:r>
            <a:endParaRPr kumimoji="0" sz="16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731" name="Group 5730">
            <a:extLst>
              <a:ext uri="{FF2B5EF4-FFF2-40B4-BE49-F238E27FC236}">
                <a16:creationId xmlns:a16="http://schemas.microsoft.com/office/drawing/2014/main" id="{766A169E-9EBF-65EB-8DE4-CFFAB40DA53B}"/>
              </a:ext>
            </a:extLst>
          </p:cNvPr>
          <p:cNvGrpSpPr/>
          <p:nvPr/>
        </p:nvGrpSpPr>
        <p:grpSpPr>
          <a:xfrm>
            <a:off x="4009007" y="3932020"/>
            <a:ext cx="717153" cy="123297"/>
            <a:chOff x="4009007" y="3932020"/>
            <a:chExt cx="717153" cy="123297"/>
          </a:xfrm>
        </p:grpSpPr>
        <p:sp>
          <p:nvSpPr>
            <p:cNvPr id="104" name="Google Shape;1805;p15">
              <a:extLst>
                <a:ext uri="{FF2B5EF4-FFF2-40B4-BE49-F238E27FC236}">
                  <a16:creationId xmlns:a16="http://schemas.microsoft.com/office/drawing/2014/main" id="{93F9B17B-D54B-E8BB-A7CF-09DCF4ABFA15}"/>
                </a:ext>
              </a:extLst>
            </p:cNvPr>
            <p:cNvSpPr txBox="1"/>
            <p:nvPr/>
          </p:nvSpPr>
          <p:spPr>
            <a:xfrm>
              <a:off x="4105721" y="3932020"/>
              <a:ext cx="620439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Miami (2)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806;p15">
              <a:extLst>
                <a:ext uri="{FF2B5EF4-FFF2-40B4-BE49-F238E27FC236}">
                  <a16:creationId xmlns:a16="http://schemas.microsoft.com/office/drawing/2014/main" id="{338DA6A5-E7CB-2B1E-41A5-4D30BE127F4E}"/>
                </a:ext>
              </a:extLst>
            </p:cNvPr>
            <p:cNvSpPr/>
            <p:nvPr/>
          </p:nvSpPr>
          <p:spPr>
            <a:xfrm>
              <a:off x="4009007" y="3957579"/>
              <a:ext cx="64008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" name="Google Shape;1807;p15">
            <a:extLst>
              <a:ext uri="{FF2B5EF4-FFF2-40B4-BE49-F238E27FC236}">
                <a16:creationId xmlns:a16="http://schemas.microsoft.com/office/drawing/2014/main" id="{41794BFD-F7DF-D9D4-E324-D4C3DE1EE666}"/>
              </a:ext>
            </a:extLst>
          </p:cNvPr>
          <p:cNvGrpSpPr/>
          <p:nvPr/>
        </p:nvGrpSpPr>
        <p:grpSpPr>
          <a:xfrm>
            <a:off x="6824724" y="4107503"/>
            <a:ext cx="592089" cy="181461"/>
            <a:chOff x="4755746" y="2641509"/>
            <a:chExt cx="451500" cy="135105"/>
          </a:xfrm>
        </p:grpSpPr>
        <p:sp>
          <p:nvSpPr>
            <p:cNvPr id="107" name="Google Shape;1808;p15">
              <a:extLst>
                <a:ext uri="{FF2B5EF4-FFF2-40B4-BE49-F238E27FC236}">
                  <a16:creationId xmlns:a16="http://schemas.microsoft.com/office/drawing/2014/main" id="{F9FED188-7B13-F624-B151-6C8F782E23F6}"/>
                </a:ext>
              </a:extLst>
            </p:cNvPr>
            <p:cNvSpPr/>
            <p:nvPr/>
          </p:nvSpPr>
          <p:spPr>
            <a:xfrm>
              <a:off x="4980145" y="2641509"/>
              <a:ext cx="45900" cy="4765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809;p15">
              <a:extLst>
                <a:ext uri="{FF2B5EF4-FFF2-40B4-BE49-F238E27FC236}">
                  <a16:creationId xmlns:a16="http://schemas.microsoft.com/office/drawing/2014/main" id="{3A3DFE9A-1C4D-33D4-2389-32B7743470B9}"/>
                </a:ext>
              </a:extLst>
            </p:cNvPr>
            <p:cNvSpPr txBox="1"/>
            <p:nvPr/>
          </p:nvSpPr>
          <p:spPr>
            <a:xfrm>
              <a:off x="4755746" y="2684814"/>
              <a:ext cx="451500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Saudi Arabia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23" name="Group 5722">
            <a:extLst>
              <a:ext uri="{FF2B5EF4-FFF2-40B4-BE49-F238E27FC236}">
                <a16:creationId xmlns:a16="http://schemas.microsoft.com/office/drawing/2014/main" id="{A7BDD5B0-B231-A125-26CD-B705B4086439}"/>
              </a:ext>
            </a:extLst>
          </p:cNvPr>
          <p:cNvGrpSpPr/>
          <p:nvPr/>
        </p:nvGrpSpPr>
        <p:grpSpPr>
          <a:xfrm>
            <a:off x="6611971" y="3079882"/>
            <a:ext cx="666465" cy="123297"/>
            <a:chOff x="6713571" y="3106392"/>
            <a:chExt cx="666465" cy="123297"/>
          </a:xfrm>
        </p:grpSpPr>
        <p:sp>
          <p:nvSpPr>
            <p:cNvPr id="109" name="Google Shape;1810;p15">
              <a:extLst>
                <a:ext uri="{FF2B5EF4-FFF2-40B4-BE49-F238E27FC236}">
                  <a16:creationId xmlns:a16="http://schemas.microsoft.com/office/drawing/2014/main" id="{E857A8D9-273C-B4D9-4E1A-51C0D179E8A0}"/>
                </a:ext>
              </a:extLst>
            </p:cNvPr>
            <p:cNvSpPr/>
            <p:nvPr/>
          </p:nvSpPr>
          <p:spPr>
            <a:xfrm>
              <a:off x="6713571" y="3139252"/>
              <a:ext cx="60192" cy="5802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811;p15">
              <a:extLst>
                <a:ext uri="{FF2B5EF4-FFF2-40B4-BE49-F238E27FC236}">
                  <a16:creationId xmlns:a16="http://schemas.microsoft.com/office/drawing/2014/main" id="{1F112D5F-E288-716B-EFDB-9B3928B3C374}"/>
                </a:ext>
              </a:extLst>
            </p:cNvPr>
            <p:cNvSpPr txBox="1"/>
            <p:nvPr/>
          </p:nvSpPr>
          <p:spPr>
            <a:xfrm>
              <a:off x="6787947" y="3106392"/>
              <a:ext cx="592089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Warsaw (2)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34" name="Group 5733">
            <a:extLst>
              <a:ext uri="{FF2B5EF4-FFF2-40B4-BE49-F238E27FC236}">
                <a16:creationId xmlns:a16="http://schemas.microsoft.com/office/drawing/2014/main" id="{33905B66-C5F5-1739-B310-AB89FFA652DD}"/>
              </a:ext>
            </a:extLst>
          </p:cNvPr>
          <p:cNvGrpSpPr/>
          <p:nvPr/>
        </p:nvGrpSpPr>
        <p:grpSpPr>
          <a:xfrm>
            <a:off x="2628834" y="3435159"/>
            <a:ext cx="387562" cy="146318"/>
            <a:chOff x="2679822" y="3416276"/>
            <a:chExt cx="387562" cy="146318"/>
          </a:xfrm>
        </p:grpSpPr>
        <p:sp>
          <p:nvSpPr>
            <p:cNvPr id="111" name="Google Shape;1812;p15">
              <a:extLst>
                <a:ext uri="{FF2B5EF4-FFF2-40B4-BE49-F238E27FC236}">
                  <a16:creationId xmlns:a16="http://schemas.microsoft.com/office/drawing/2014/main" id="{4B35BA72-16A0-F0DF-E210-509D0B1A2056}"/>
                </a:ext>
              </a:extLst>
            </p:cNvPr>
            <p:cNvSpPr txBox="1"/>
            <p:nvPr/>
          </p:nvSpPr>
          <p:spPr>
            <a:xfrm>
              <a:off x="2679822" y="3439297"/>
              <a:ext cx="320632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Seattle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813;p15">
              <a:extLst>
                <a:ext uri="{FF2B5EF4-FFF2-40B4-BE49-F238E27FC236}">
                  <a16:creationId xmlns:a16="http://schemas.microsoft.com/office/drawing/2014/main" id="{8540BEE2-8FD4-D299-1E02-D818B9E92950}"/>
                </a:ext>
              </a:extLst>
            </p:cNvPr>
            <p:cNvSpPr/>
            <p:nvPr/>
          </p:nvSpPr>
          <p:spPr>
            <a:xfrm>
              <a:off x="3003376" y="3416276"/>
              <a:ext cx="64008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" name="Google Shape;1814;p15">
            <a:extLst>
              <a:ext uri="{FF2B5EF4-FFF2-40B4-BE49-F238E27FC236}">
                <a16:creationId xmlns:a16="http://schemas.microsoft.com/office/drawing/2014/main" id="{989527E5-141C-5E4E-282D-E11B3567874E}"/>
              </a:ext>
            </a:extLst>
          </p:cNvPr>
          <p:cNvGrpSpPr/>
          <p:nvPr/>
        </p:nvGrpSpPr>
        <p:grpSpPr>
          <a:xfrm>
            <a:off x="6189177" y="2756559"/>
            <a:ext cx="215673" cy="184934"/>
            <a:chOff x="4317982" y="1596011"/>
            <a:chExt cx="164462" cy="137690"/>
          </a:xfrm>
        </p:grpSpPr>
        <p:sp>
          <p:nvSpPr>
            <p:cNvPr id="114" name="Google Shape;1815;p15">
              <a:extLst>
                <a:ext uri="{FF2B5EF4-FFF2-40B4-BE49-F238E27FC236}">
                  <a16:creationId xmlns:a16="http://schemas.microsoft.com/office/drawing/2014/main" id="{5BD77DB4-3238-0DEF-B6B2-3BCA8C06B435}"/>
                </a:ext>
              </a:extLst>
            </p:cNvPr>
            <p:cNvSpPr txBox="1"/>
            <p:nvPr/>
          </p:nvSpPr>
          <p:spPr>
            <a:xfrm>
              <a:off x="4317982" y="1596011"/>
              <a:ext cx="161400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Oslo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816;p15">
              <a:extLst>
                <a:ext uri="{FF2B5EF4-FFF2-40B4-BE49-F238E27FC236}">
                  <a16:creationId xmlns:a16="http://schemas.microsoft.com/office/drawing/2014/main" id="{B8059625-9614-D221-84F3-15AF36A7A7C1}"/>
                </a:ext>
              </a:extLst>
            </p:cNvPr>
            <p:cNvSpPr/>
            <p:nvPr/>
          </p:nvSpPr>
          <p:spPr>
            <a:xfrm>
              <a:off x="4436544" y="1686045"/>
              <a:ext cx="45900" cy="4765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" name="Google Shape;1817;p15">
            <a:extLst>
              <a:ext uri="{FF2B5EF4-FFF2-40B4-BE49-F238E27FC236}">
                <a16:creationId xmlns:a16="http://schemas.microsoft.com/office/drawing/2014/main" id="{B57AB1B7-36CC-6D13-02AF-259D3EE608C3}"/>
              </a:ext>
            </a:extLst>
          </p:cNvPr>
          <p:cNvGrpSpPr/>
          <p:nvPr/>
        </p:nvGrpSpPr>
        <p:grpSpPr>
          <a:xfrm>
            <a:off x="8607423" y="3764378"/>
            <a:ext cx="552309" cy="123297"/>
            <a:chOff x="5990136" y="2393481"/>
            <a:chExt cx="421166" cy="91800"/>
          </a:xfrm>
        </p:grpSpPr>
        <p:sp>
          <p:nvSpPr>
            <p:cNvPr id="117" name="Google Shape;1818;p15">
              <a:extLst>
                <a:ext uri="{FF2B5EF4-FFF2-40B4-BE49-F238E27FC236}">
                  <a16:creationId xmlns:a16="http://schemas.microsoft.com/office/drawing/2014/main" id="{EFC70070-E96C-65C5-8E03-9AE4756BA900}"/>
                </a:ext>
              </a:extLst>
            </p:cNvPr>
            <p:cNvSpPr txBox="1"/>
            <p:nvPr/>
          </p:nvSpPr>
          <p:spPr>
            <a:xfrm>
              <a:off x="5990136" y="2393481"/>
              <a:ext cx="364564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Shanghai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819;p15">
              <a:extLst>
                <a:ext uri="{FF2B5EF4-FFF2-40B4-BE49-F238E27FC236}">
                  <a16:creationId xmlns:a16="http://schemas.microsoft.com/office/drawing/2014/main" id="{779DE5B9-BBAD-19CD-2D64-C214E2F7ACC5}"/>
                </a:ext>
              </a:extLst>
            </p:cNvPr>
            <p:cNvSpPr/>
            <p:nvPr/>
          </p:nvSpPr>
          <p:spPr>
            <a:xfrm>
              <a:off x="6365402" y="2426865"/>
              <a:ext cx="4590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9" name="Google Shape;1820;p15">
            <a:extLst>
              <a:ext uri="{FF2B5EF4-FFF2-40B4-BE49-F238E27FC236}">
                <a16:creationId xmlns:a16="http://schemas.microsoft.com/office/drawing/2014/main" id="{DF132262-0C0C-07FF-9AF0-BA20D25BDE1F}"/>
              </a:ext>
            </a:extLst>
          </p:cNvPr>
          <p:cNvGrpSpPr/>
          <p:nvPr/>
        </p:nvGrpSpPr>
        <p:grpSpPr>
          <a:xfrm>
            <a:off x="10496306" y="5474774"/>
            <a:ext cx="625727" cy="123297"/>
            <a:chOff x="6921289" y="3629626"/>
            <a:chExt cx="477151" cy="91800"/>
          </a:xfrm>
        </p:grpSpPr>
        <p:sp>
          <p:nvSpPr>
            <p:cNvPr id="120" name="Google Shape;1821;p15">
              <a:extLst>
                <a:ext uri="{FF2B5EF4-FFF2-40B4-BE49-F238E27FC236}">
                  <a16:creationId xmlns:a16="http://schemas.microsoft.com/office/drawing/2014/main" id="{5DD36571-DFCE-C8F6-6012-C58C70554868}"/>
                </a:ext>
              </a:extLst>
            </p:cNvPr>
            <p:cNvSpPr/>
            <p:nvPr/>
          </p:nvSpPr>
          <p:spPr>
            <a:xfrm>
              <a:off x="6921289" y="3665377"/>
              <a:ext cx="4590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822;p15">
              <a:extLst>
                <a:ext uri="{FF2B5EF4-FFF2-40B4-BE49-F238E27FC236}">
                  <a16:creationId xmlns:a16="http://schemas.microsoft.com/office/drawing/2014/main" id="{2341D16A-6EFD-39F5-5BD0-B4EFEDFF5EB9}"/>
                </a:ext>
              </a:extLst>
            </p:cNvPr>
            <p:cNvSpPr txBox="1"/>
            <p:nvPr/>
          </p:nvSpPr>
          <p:spPr>
            <a:xfrm>
              <a:off x="6990318" y="3629626"/>
              <a:ext cx="408122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Auckland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13" name="Group 5712">
            <a:extLst>
              <a:ext uri="{FF2B5EF4-FFF2-40B4-BE49-F238E27FC236}">
                <a16:creationId xmlns:a16="http://schemas.microsoft.com/office/drawing/2014/main" id="{49C0DD7E-CA31-AF0E-B532-88E4BCD67272}"/>
              </a:ext>
            </a:extLst>
          </p:cNvPr>
          <p:cNvGrpSpPr/>
          <p:nvPr/>
        </p:nvGrpSpPr>
        <p:grpSpPr>
          <a:xfrm>
            <a:off x="9288302" y="3505286"/>
            <a:ext cx="290507" cy="195590"/>
            <a:chOff x="8799438" y="3512156"/>
            <a:chExt cx="290507" cy="195590"/>
          </a:xfrm>
        </p:grpSpPr>
        <p:sp>
          <p:nvSpPr>
            <p:cNvPr id="122" name="Google Shape;1823;p15">
              <a:extLst>
                <a:ext uri="{FF2B5EF4-FFF2-40B4-BE49-F238E27FC236}">
                  <a16:creationId xmlns:a16="http://schemas.microsoft.com/office/drawing/2014/main" id="{69811FDA-E5B5-FC15-2D07-2D77E34061C2}"/>
                </a:ext>
              </a:extLst>
            </p:cNvPr>
            <p:cNvSpPr/>
            <p:nvPr/>
          </p:nvSpPr>
          <p:spPr>
            <a:xfrm>
              <a:off x="8799438" y="3643738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824;p15">
              <a:extLst>
                <a:ext uri="{FF2B5EF4-FFF2-40B4-BE49-F238E27FC236}">
                  <a16:creationId xmlns:a16="http://schemas.microsoft.com/office/drawing/2014/main" id="{B3668D9C-8701-6B1E-A600-6008FE34CA19}"/>
                </a:ext>
              </a:extLst>
            </p:cNvPr>
            <p:cNvSpPr txBox="1"/>
            <p:nvPr/>
          </p:nvSpPr>
          <p:spPr>
            <a:xfrm>
              <a:off x="8807304" y="3512156"/>
              <a:ext cx="282641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82E6F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Seoul</a:t>
              </a:r>
              <a:endParaRPr kumimoji="0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33" name="Group 5732">
            <a:extLst>
              <a:ext uri="{FF2B5EF4-FFF2-40B4-BE49-F238E27FC236}">
                <a16:creationId xmlns:a16="http://schemas.microsoft.com/office/drawing/2014/main" id="{9BF6F099-9A3F-7FBF-3F13-9CC8D2C67D95}"/>
              </a:ext>
            </a:extLst>
          </p:cNvPr>
          <p:cNvGrpSpPr/>
          <p:nvPr/>
        </p:nvGrpSpPr>
        <p:grpSpPr>
          <a:xfrm>
            <a:off x="2283726" y="3600788"/>
            <a:ext cx="754579" cy="123192"/>
            <a:chOff x="2304860" y="3559968"/>
            <a:chExt cx="754579" cy="123192"/>
          </a:xfrm>
        </p:grpSpPr>
        <p:sp>
          <p:nvSpPr>
            <p:cNvPr id="124" name="Google Shape;1826;p15">
              <a:extLst>
                <a:ext uri="{FF2B5EF4-FFF2-40B4-BE49-F238E27FC236}">
                  <a16:creationId xmlns:a16="http://schemas.microsoft.com/office/drawing/2014/main" id="{72694A48-8947-6B9B-C555-7047B041F32C}"/>
                </a:ext>
              </a:extLst>
            </p:cNvPr>
            <p:cNvSpPr txBox="1"/>
            <p:nvPr/>
          </p:nvSpPr>
          <p:spPr>
            <a:xfrm>
              <a:off x="2304860" y="3559968"/>
              <a:ext cx="662357" cy="1231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San Francisco</a:t>
              </a:r>
              <a:endParaRPr kumimoji="0" sz="16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827;p15">
              <a:extLst>
                <a:ext uri="{FF2B5EF4-FFF2-40B4-BE49-F238E27FC236}">
                  <a16:creationId xmlns:a16="http://schemas.microsoft.com/office/drawing/2014/main" id="{9BF8B10E-AEA6-6DEA-3ED0-5A36098E5FA6}"/>
                </a:ext>
              </a:extLst>
            </p:cNvPr>
            <p:cNvSpPr/>
            <p:nvPr/>
          </p:nvSpPr>
          <p:spPr>
            <a:xfrm>
              <a:off x="2995431" y="3587585"/>
              <a:ext cx="64008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14" name="Group 5713">
            <a:extLst>
              <a:ext uri="{FF2B5EF4-FFF2-40B4-BE49-F238E27FC236}">
                <a16:creationId xmlns:a16="http://schemas.microsoft.com/office/drawing/2014/main" id="{C3C10A35-2DF9-C1C8-B23C-8F60C9ADD3E1}"/>
              </a:ext>
            </a:extLst>
          </p:cNvPr>
          <p:cNvGrpSpPr/>
          <p:nvPr/>
        </p:nvGrpSpPr>
        <p:grpSpPr>
          <a:xfrm>
            <a:off x="8593531" y="3461898"/>
            <a:ext cx="530482" cy="123192"/>
            <a:chOff x="8025206" y="3399595"/>
            <a:chExt cx="530482" cy="123192"/>
          </a:xfrm>
        </p:grpSpPr>
        <p:sp>
          <p:nvSpPr>
            <p:cNvPr id="126" name="Google Shape;1828;p15">
              <a:extLst>
                <a:ext uri="{FF2B5EF4-FFF2-40B4-BE49-F238E27FC236}">
                  <a16:creationId xmlns:a16="http://schemas.microsoft.com/office/drawing/2014/main" id="{473C693B-8707-F56E-3C7E-E83CA6056EF3}"/>
                </a:ext>
              </a:extLst>
            </p:cNvPr>
            <p:cNvSpPr/>
            <p:nvPr/>
          </p:nvSpPr>
          <p:spPr>
            <a:xfrm>
              <a:off x="8495292" y="3441288"/>
              <a:ext cx="60396" cy="6400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829;p15">
              <a:extLst>
                <a:ext uri="{FF2B5EF4-FFF2-40B4-BE49-F238E27FC236}">
                  <a16:creationId xmlns:a16="http://schemas.microsoft.com/office/drawing/2014/main" id="{F30E9A5C-82CC-8D0D-F348-CAD5B4C46E42}"/>
                </a:ext>
              </a:extLst>
            </p:cNvPr>
            <p:cNvSpPr txBox="1"/>
            <p:nvPr/>
          </p:nvSpPr>
          <p:spPr>
            <a:xfrm>
              <a:off x="8025206" y="3399595"/>
              <a:ext cx="444371" cy="1231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Beijing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8" name="Google Shape;1830;p15">
            <a:extLst>
              <a:ext uri="{FF2B5EF4-FFF2-40B4-BE49-F238E27FC236}">
                <a16:creationId xmlns:a16="http://schemas.microsoft.com/office/drawing/2014/main" id="{A3023020-762E-1E55-3EBC-321C72B131DE}"/>
              </a:ext>
            </a:extLst>
          </p:cNvPr>
          <p:cNvSpPr/>
          <p:nvPr/>
        </p:nvSpPr>
        <p:spPr>
          <a:xfrm>
            <a:off x="6021839" y="3221443"/>
            <a:ext cx="60396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FFC000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720" name="Group 5719">
            <a:extLst>
              <a:ext uri="{FF2B5EF4-FFF2-40B4-BE49-F238E27FC236}">
                <a16:creationId xmlns:a16="http://schemas.microsoft.com/office/drawing/2014/main" id="{F15389C2-B30A-E39B-9C5D-5D6671F87796}"/>
              </a:ext>
            </a:extLst>
          </p:cNvPr>
          <p:cNvGrpSpPr/>
          <p:nvPr/>
        </p:nvGrpSpPr>
        <p:grpSpPr>
          <a:xfrm>
            <a:off x="5746520" y="3264439"/>
            <a:ext cx="382178" cy="123192"/>
            <a:chOff x="5498568" y="3249339"/>
            <a:chExt cx="382178" cy="123192"/>
          </a:xfrm>
        </p:grpSpPr>
        <p:sp>
          <p:nvSpPr>
            <p:cNvPr id="130" name="Google Shape;1832;p15">
              <a:extLst>
                <a:ext uri="{FF2B5EF4-FFF2-40B4-BE49-F238E27FC236}">
                  <a16:creationId xmlns:a16="http://schemas.microsoft.com/office/drawing/2014/main" id="{7001FCF7-E4D5-8E76-F562-8CCA11BD668F}"/>
                </a:ext>
              </a:extLst>
            </p:cNvPr>
            <p:cNvSpPr/>
            <p:nvPr/>
          </p:nvSpPr>
          <p:spPr>
            <a:xfrm>
              <a:off x="5820350" y="3283403"/>
              <a:ext cx="60396" cy="6400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833;p15">
              <a:extLst>
                <a:ext uri="{FF2B5EF4-FFF2-40B4-BE49-F238E27FC236}">
                  <a16:creationId xmlns:a16="http://schemas.microsoft.com/office/drawing/2014/main" id="{A20B88F2-314B-36EC-E089-817912CFB96C}"/>
                </a:ext>
              </a:extLst>
            </p:cNvPr>
            <p:cNvSpPr txBox="1"/>
            <p:nvPr/>
          </p:nvSpPr>
          <p:spPr>
            <a:xfrm>
              <a:off x="5498568" y="3249339"/>
              <a:ext cx="305580" cy="1231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Rouen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18" name="Group 5717">
            <a:extLst>
              <a:ext uri="{FF2B5EF4-FFF2-40B4-BE49-F238E27FC236}">
                <a16:creationId xmlns:a16="http://schemas.microsoft.com/office/drawing/2014/main" id="{36EB574C-54B8-035A-77B9-71E1DA550EE2}"/>
              </a:ext>
            </a:extLst>
          </p:cNvPr>
          <p:cNvGrpSpPr/>
          <p:nvPr/>
        </p:nvGrpSpPr>
        <p:grpSpPr>
          <a:xfrm>
            <a:off x="6396065" y="3405473"/>
            <a:ext cx="385184" cy="123192"/>
            <a:chOff x="6150160" y="3405429"/>
            <a:chExt cx="385184" cy="123192"/>
          </a:xfrm>
        </p:grpSpPr>
        <p:sp>
          <p:nvSpPr>
            <p:cNvPr id="132" name="Google Shape;1834;p15">
              <a:extLst>
                <a:ext uri="{FF2B5EF4-FFF2-40B4-BE49-F238E27FC236}">
                  <a16:creationId xmlns:a16="http://schemas.microsoft.com/office/drawing/2014/main" id="{72176C05-DE87-6564-77F4-5E18D224F34B}"/>
                </a:ext>
              </a:extLst>
            </p:cNvPr>
            <p:cNvSpPr/>
            <p:nvPr/>
          </p:nvSpPr>
          <p:spPr>
            <a:xfrm>
              <a:off x="6150160" y="3430650"/>
              <a:ext cx="60396" cy="6400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835;p15">
              <a:extLst>
                <a:ext uri="{FF2B5EF4-FFF2-40B4-BE49-F238E27FC236}">
                  <a16:creationId xmlns:a16="http://schemas.microsoft.com/office/drawing/2014/main" id="{09FAA264-C566-3121-D143-F6B5338A3443}"/>
                </a:ext>
              </a:extLst>
            </p:cNvPr>
            <p:cNvSpPr txBox="1"/>
            <p:nvPr/>
          </p:nvSpPr>
          <p:spPr>
            <a:xfrm>
              <a:off x="6214565" y="3405429"/>
              <a:ext cx="320779" cy="1231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Vienna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30" name="Group 5729">
            <a:extLst>
              <a:ext uri="{FF2B5EF4-FFF2-40B4-BE49-F238E27FC236}">
                <a16:creationId xmlns:a16="http://schemas.microsoft.com/office/drawing/2014/main" id="{54FE1743-B33E-6DAA-7FE2-0D0BFC65F15B}"/>
              </a:ext>
            </a:extLst>
          </p:cNvPr>
          <p:cNvGrpSpPr/>
          <p:nvPr/>
        </p:nvGrpSpPr>
        <p:grpSpPr>
          <a:xfrm>
            <a:off x="2839828" y="3861810"/>
            <a:ext cx="738456" cy="123192"/>
            <a:chOff x="2839828" y="3861810"/>
            <a:chExt cx="738456" cy="123192"/>
          </a:xfrm>
        </p:grpSpPr>
        <p:sp>
          <p:nvSpPr>
            <p:cNvPr id="134" name="Google Shape;1836;p15">
              <a:extLst>
                <a:ext uri="{FF2B5EF4-FFF2-40B4-BE49-F238E27FC236}">
                  <a16:creationId xmlns:a16="http://schemas.microsoft.com/office/drawing/2014/main" id="{354AB041-06DF-D46E-524A-A6D15BDC5EEC}"/>
                </a:ext>
              </a:extLst>
            </p:cNvPr>
            <p:cNvSpPr txBox="1"/>
            <p:nvPr/>
          </p:nvSpPr>
          <p:spPr>
            <a:xfrm>
              <a:off x="2839828" y="3861810"/>
              <a:ext cx="649558" cy="1231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Nuevo Loredo</a:t>
              </a:r>
              <a:endParaRPr kumimoji="0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837;p15">
              <a:extLst>
                <a:ext uri="{FF2B5EF4-FFF2-40B4-BE49-F238E27FC236}">
                  <a16:creationId xmlns:a16="http://schemas.microsoft.com/office/drawing/2014/main" id="{16060D37-4039-5D37-209E-BA97A6128498}"/>
                </a:ext>
              </a:extLst>
            </p:cNvPr>
            <p:cNvSpPr/>
            <p:nvPr/>
          </p:nvSpPr>
          <p:spPr>
            <a:xfrm>
              <a:off x="3517888" y="3886564"/>
              <a:ext cx="60396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35" name="Group 5734">
            <a:extLst>
              <a:ext uri="{FF2B5EF4-FFF2-40B4-BE49-F238E27FC236}">
                <a16:creationId xmlns:a16="http://schemas.microsoft.com/office/drawing/2014/main" id="{18237502-4123-C58C-8F82-FF6BD3CDC7E2}"/>
              </a:ext>
            </a:extLst>
          </p:cNvPr>
          <p:cNvGrpSpPr/>
          <p:nvPr/>
        </p:nvGrpSpPr>
        <p:grpSpPr>
          <a:xfrm>
            <a:off x="2477671" y="3246714"/>
            <a:ext cx="580715" cy="123192"/>
            <a:chOff x="2460170" y="3254935"/>
            <a:chExt cx="580715" cy="123192"/>
          </a:xfrm>
        </p:grpSpPr>
        <p:sp>
          <p:nvSpPr>
            <p:cNvPr id="137" name="Google Shape;1839;p15">
              <a:extLst>
                <a:ext uri="{FF2B5EF4-FFF2-40B4-BE49-F238E27FC236}">
                  <a16:creationId xmlns:a16="http://schemas.microsoft.com/office/drawing/2014/main" id="{7F48D2FE-C2C1-2C7C-6F5E-8967AF8A1F17}"/>
                </a:ext>
              </a:extLst>
            </p:cNvPr>
            <p:cNvSpPr txBox="1"/>
            <p:nvPr/>
          </p:nvSpPr>
          <p:spPr>
            <a:xfrm>
              <a:off x="2460170" y="3254935"/>
              <a:ext cx="493568" cy="1231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82E6F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Vancouver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840;p15">
              <a:extLst>
                <a:ext uri="{FF2B5EF4-FFF2-40B4-BE49-F238E27FC236}">
                  <a16:creationId xmlns:a16="http://schemas.microsoft.com/office/drawing/2014/main" id="{5827A032-E1C5-F546-A706-9F03193F5398}"/>
                </a:ext>
              </a:extLst>
            </p:cNvPr>
            <p:cNvSpPr/>
            <p:nvPr/>
          </p:nvSpPr>
          <p:spPr>
            <a:xfrm>
              <a:off x="2976877" y="3280039"/>
              <a:ext cx="64008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10" name="Group 5709">
            <a:extLst>
              <a:ext uri="{FF2B5EF4-FFF2-40B4-BE49-F238E27FC236}">
                <a16:creationId xmlns:a16="http://schemas.microsoft.com/office/drawing/2014/main" id="{75120510-49FD-726D-C073-A40BD3D21164}"/>
              </a:ext>
            </a:extLst>
          </p:cNvPr>
          <p:cNvGrpSpPr/>
          <p:nvPr/>
        </p:nvGrpSpPr>
        <p:grpSpPr>
          <a:xfrm>
            <a:off x="7419797" y="3880266"/>
            <a:ext cx="649558" cy="189397"/>
            <a:chOff x="7159517" y="3862928"/>
            <a:chExt cx="649558" cy="189397"/>
          </a:xfrm>
        </p:grpSpPr>
        <p:sp>
          <p:nvSpPr>
            <p:cNvPr id="139" name="Google Shape;1841;p15">
              <a:extLst>
                <a:ext uri="{FF2B5EF4-FFF2-40B4-BE49-F238E27FC236}">
                  <a16:creationId xmlns:a16="http://schemas.microsoft.com/office/drawing/2014/main" id="{E81C19E2-6013-C255-7FD1-301562D7B5E5}"/>
                </a:ext>
              </a:extLst>
            </p:cNvPr>
            <p:cNvSpPr/>
            <p:nvPr/>
          </p:nvSpPr>
          <p:spPr>
            <a:xfrm>
              <a:off x="7737229" y="3988317"/>
              <a:ext cx="60396" cy="6400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842;p15">
              <a:extLst>
                <a:ext uri="{FF2B5EF4-FFF2-40B4-BE49-F238E27FC236}">
                  <a16:creationId xmlns:a16="http://schemas.microsoft.com/office/drawing/2014/main" id="{19816870-E042-C6CF-217A-7E14414D83C6}"/>
                </a:ext>
              </a:extLst>
            </p:cNvPr>
            <p:cNvSpPr txBox="1"/>
            <p:nvPr/>
          </p:nvSpPr>
          <p:spPr>
            <a:xfrm>
              <a:off x="7159517" y="3862928"/>
              <a:ext cx="649558" cy="1231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New Delhi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0" name="Google Shape;1852;p15">
            <a:extLst>
              <a:ext uri="{FF2B5EF4-FFF2-40B4-BE49-F238E27FC236}">
                <a16:creationId xmlns:a16="http://schemas.microsoft.com/office/drawing/2014/main" id="{003BBC33-1587-C319-4CEE-FC49DA99EDF3}"/>
              </a:ext>
            </a:extLst>
          </p:cNvPr>
          <p:cNvGrpSpPr/>
          <p:nvPr/>
        </p:nvGrpSpPr>
        <p:grpSpPr>
          <a:xfrm>
            <a:off x="397" y="6221564"/>
            <a:ext cx="12191603" cy="636439"/>
            <a:chOff x="-20947" y="4164720"/>
            <a:chExt cx="9144297" cy="477360"/>
          </a:xfrm>
        </p:grpSpPr>
        <p:sp>
          <p:nvSpPr>
            <p:cNvPr id="151" name="Google Shape;1853;p15">
              <a:extLst>
                <a:ext uri="{FF2B5EF4-FFF2-40B4-BE49-F238E27FC236}">
                  <a16:creationId xmlns:a16="http://schemas.microsoft.com/office/drawing/2014/main" id="{5F4E6F1B-435D-B647-CBA5-9DD39422C90B}"/>
                </a:ext>
              </a:extLst>
            </p:cNvPr>
            <p:cNvSpPr/>
            <p:nvPr/>
          </p:nvSpPr>
          <p:spPr>
            <a:xfrm>
              <a:off x="-20947" y="4164720"/>
              <a:ext cx="9144297" cy="47736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1400"/>
                <a:buFontTx/>
                <a:buNone/>
                <a:tabLst/>
                <a:defRPr/>
              </a:pPr>
              <a:endParaRPr kumimoji="0" sz="1867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854;p15">
              <a:extLst>
                <a:ext uri="{FF2B5EF4-FFF2-40B4-BE49-F238E27FC236}">
                  <a16:creationId xmlns:a16="http://schemas.microsoft.com/office/drawing/2014/main" id="{4980EF87-9641-4B62-7F09-AEB7890DF2F9}"/>
                </a:ext>
              </a:extLst>
            </p:cNvPr>
            <p:cNvSpPr txBox="1"/>
            <p:nvPr/>
          </p:nvSpPr>
          <p:spPr>
            <a:xfrm>
              <a:off x="219455" y="4245152"/>
              <a:ext cx="8705100" cy="34187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400"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Delivers exceptional user experience, reliability, and security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rgbClr val="001744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AC1FCAA3-B675-DC2B-6D11-F6B5C5AAF158}"/>
              </a:ext>
            </a:extLst>
          </p:cNvPr>
          <p:cNvGrpSpPr/>
          <p:nvPr/>
        </p:nvGrpSpPr>
        <p:grpSpPr>
          <a:xfrm>
            <a:off x="370818" y="822440"/>
            <a:ext cx="11450364" cy="824511"/>
            <a:chOff x="370818" y="734219"/>
            <a:chExt cx="11450364" cy="824511"/>
          </a:xfrm>
        </p:grpSpPr>
        <p:sp>
          <p:nvSpPr>
            <p:cNvPr id="168" name="Google Shape;1859;p15">
              <a:extLst>
                <a:ext uri="{FF2B5EF4-FFF2-40B4-BE49-F238E27FC236}">
                  <a16:creationId xmlns:a16="http://schemas.microsoft.com/office/drawing/2014/main" id="{B635586F-3256-003D-F681-1CF21B1DCEA0}"/>
                </a:ext>
              </a:extLst>
            </p:cNvPr>
            <p:cNvSpPr/>
            <p:nvPr/>
          </p:nvSpPr>
          <p:spPr>
            <a:xfrm>
              <a:off x="3572035" y="1209623"/>
              <a:ext cx="1812929" cy="34877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algn="ctr" defTabSz="228600"/>
              <a:r>
                <a:rPr lang="en-US" sz="1200" dirty="0">
                  <a:cs typeface="Arial"/>
                  <a:sym typeface="Arial"/>
                </a:rPr>
                <a:t>Requests processed/day</a:t>
              </a:r>
              <a:endParaRPr sz="1200" dirty="0">
                <a:cs typeface="Arial"/>
                <a:sym typeface="Arial"/>
              </a:endParaRPr>
            </a:p>
          </p:txBody>
        </p:sp>
        <p:sp>
          <p:nvSpPr>
            <p:cNvPr id="169" name="Google Shape;1860;p15">
              <a:extLst>
                <a:ext uri="{FF2B5EF4-FFF2-40B4-BE49-F238E27FC236}">
                  <a16:creationId xmlns:a16="http://schemas.microsoft.com/office/drawing/2014/main" id="{F24E24C9-6A30-4864-D693-451E8B2211CF}"/>
                </a:ext>
              </a:extLst>
            </p:cNvPr>
            <p:cNvSpPr/>
            <p:nvPr/>
          </p:nvSpPr>
          <p:spPr>
            <a:xfrm>
              <a:off x="3064026" y="734219"/>
              <a:ext cx="2828946" cy="492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9CDA"/>
                </a:buClr>
                <a:buSzPts val="2400"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750B+</a:t>
              </a:r>
              <a:endParaRPr kumimoji="0" sz="18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862;p15">
              <a:extLst>
                <a:ext uri="{FF2B5EF4-FFF2-40B4-BE49-F238E27FC236}">
                  <a16:creationId xmlns:a16="http://schemas.microsoft.com/office/drawing/2014/main" id="{54026DE2-EA4F-9935-B30E-F9CF8CE5CAA8}"/>
                </a:ext>
              </a:extLst>
            </p:cNvPr>
            <p:cNvSpPr/>
            <p:nvPr/>
          </p:nvSpPr>
          <p:spPr>
            <a:xfrm>
              <a:off x="8757540" y="734220"/>
              <a:ext cx="3063642" cy="492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algn="ctr" defTabSz="228600">
                <a:buClr>
                  <a:srgbClr val="009CDA"/>
                </a:buClr>
                <a:buSzPts val="2400"/>
              </a:pPr>
              <a:r>
                <a:rPr lang="en-US" sz="3200" b="1" dirty="0">
                  <a:solidFill>
                    <a:schemeClr val="accent2"/>
                  </a:solidFill>
                  <a:cs typeface="Arial"/>
                  <a:sym typeface="Arial"/>
                </a:rPr>
                <a:t>200K+</a:t>
              </a:r>
              <a:endParaRPr sz="3200" b="1" dirty="0">
                <a:solidFill>
                  <a:schemeClr val="accent2"/>
                </a:solidFill>
                <a:cs typeface="Arial"/>
                <a:sym typeface="Arial"/>
              </a:endParaRPr>
            </a:p>
          </p:txBody>
        </p:sp>
        <p:sp>
          <p:nvSpPr>
            <p:cNvPr id="167" name="Google Shape;1863;p15">
              <a:extLst>
                <a:ext uri="{FF2B5EF4-FFF2-40B4-BE49-F238E27FC236}">
                  <a16:creationId xmlns:a16="http://schemas.microsoft.com/office/drawing/2014/main" id="{83F79B83-1080-B049-D3B9-59AA2BEFAA64}"/>
                </a:ext>
              </a:extLst>
            </p:cNvPr>
            <p:cNvSpPr/>
            <p:nvPr/>
          </p:nvSpPr>
          <p:spPr>
            <a:xfrm>
              <a:off x="9230141" y="1209622"/>
              <a:ext cx="2118441" cy="3487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algn="ctr" defTabSz="228600"/>
              <a:r>
                <a:rPr lang="en-US" sz="1200" dirty="0">
                  <a:cs typeface="Arial"/>
                  <a:sym typeface="Arial"/>
                </a:rPr>
                <a:t>Unique security updates/day</a:t>
              </a:r>
              <a:endParaRPr sz="1200" dirty="0">
                <a:cs typeface="Arial"/>
                <a:sym typeface="Arial"/>
              </a:endParaRPr>
            </a:p>
          </p:txBody>
        </p:sp>
        <p:sp>
          <p:nvSpPr>
            <p:cNvPr id="164" name="Google Shape;1865;p15">
              <a:extLst>
                <a:ext uri="{FF2B5EF4-FFF2-40B4-BE49-F238E27FC236}">
                  <a16:creationId xmlns:a16="http://schemas.microsoft.com/office/drawing/2014/main" id="{EA88EB16-FF88-DE4C-8818-F4B556822DB0}"/>
                </a:ext>
              </a:extLst>
            </p:cNvPr>
            <p:cNvSpPr/>
            <p:nvPr/>
          </p:nvSpPr>
          <p:spPr>
            <a:xfrm>
              <a:off x="639823" y="1209622"/>
              <a:ext cx="2127157" cy="3487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algn="ctr" defTabSz="228600"/>
              <a:r>
                <a:rPr lang="en-US" sz="1200" dirty="0">
                  <a:cs typeface="Arial"/>
                  <a:sym typeface="Arial"/>
                </a:rPr>
                <a:t>Zero Trust Exchanges </a:t>
              </a:r>
              <a:r>
                <a:rPr lang="en-US" sz="1200" dirty="0">
                  <a:cs typeface="Arial"/>
                </a:rPr>
                <a:t>w</a:t>
              </a:r>
              <a:r>
                <a:rPr lang="en-US" sz="1200" dirty="0">
                  <a:cs typeface="Arial"/>
                  <a:sym typeface="Arial"/>
                </a:rPr>
                <a:t>orldwide</a:t>
              </a:r>
              <a:endParaRPr sz="1200" dirty="0">
                <a:cs typeface="Arial"/>
                <a:sym typeface="Arial"/>
              </a:endParaRPr>
            </a:p>
          </p:txBody>
        </p:sp>
        <p:sp>
          <p:nvSpPr>
            <p:cNvPr id="165" name="Google Shape;1866;p15">
              <a:extLst>
                <a:ext uri="{FF2B5EF4-FFF2-40B4-BE49-F238E27FC236}">
                  <a16:creationId xmlns:a16="http://schemas.microsoft.com/office/drawing/2014/main" id="{86B5A7ED-6608-12CF-C51F-E26D3AA4F6AC}"/>
                </a:ext>
              </a:extLst>
            </p:cNvPr>
            <p:cNvSpPr/>
            <p:nvPr/>
          </p:nvSpPr>
          <p:spPr>
            <a:xfrm>
              <a:off x="370818" y="734219"/>
              <a:ext cx="2665166" cy="492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9CDA"/>
                </a:buClr>
                <a:buSzPts val="2400"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Global</a:t>
              </a:r>
              <a:endParaRPr kumimoji="0" sz="32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59" name="Google Shape;1867;p15">
              <a:extLst>
                <a:ext uri="{FF2B5EF4-FFF2-40B4-BE49-F238E27FC236}">
                  <a16:creationId xmlns:a16="http://schemas.microsoft.com/office/drawing/2014/main" id="{BD71C7E7-83B9-E749-7D59-EF1DAF37052F}"/>
                </a:ext>
              </a:extLst>
            </p:cNvPr>
            <p:cNvCxnSpPr>
              <a:cxnSpLocks/>
            </p:cNvCxnSpPr>
            <p:nvPr/>
          </p:nvCxnSpPr>
          <p:spPr>
            <a:xfrm>
              <a:off x="3047038" y="856375"/>
              <a:ext cx="0" cy="702355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0" name="Google Shape;1868;p15">
              <a:extLst>
                <a:ext uri="{FF2B5EF4-FFF2-40B4-BE49-F238E27FC236}">
                  <a16:creationId xmlns:a16="http://schemas.microsoft.com/office/drawing/2014/main" id="{80A084CA-FF58-9AD3-AEB6-62946C228B05}"/>
                </a:ext>
              </a:extLst>
            </p:cNvPr>
            <p:cNvCxnSpPr>
              <a:cxnSpLocks/>
            </p:cNvCxnSpPr>
            <p:nvPr/>
          </p:nvCxnSpPr>
          <p:spPr>
            <a:xfrm>
              <a:off x="5908921" y="856375"/>
              <a:ext cx="0" cy="702355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5" name="Google Shape;1869;p15">
              <a:extLst>
                <a:ext uri="{FF2B5EF4-FFF2-40B4-BE49-F238E27FC236}">
                  <a16:creationId xmlns:a16="http://schemas.microsoft.com/office/drawing/2014/main" id="{BEDE8F82-C85F-0E5C-4602-17D0B4FA0290}"/>
                </a:ext>
              </a:extLst>
            </p:cNvPr>
            <p:cNvCxnSpPr>
              <a:cxnSpLocks/>
            </p:cNvCxnSpPr>
            <p:nvPr/>
          </p:nvCxnSpPr>
          <p:spPr>
            <a:xfrm>
              <a:off x="8756556" y="856375"/>
              <a:ext cx="0" cy="702355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6" name="Google Shape;1870;p15">
              <a:extLst>
                <a:ext uri="{FF2B5EF4-FFF2-40B4-BE49-F238E27FC236}">
                  <a16:creationId xmlns:a16="http://schemas.microsoft.com/office/drawing/2014/main" id="{4558AA71-2161-D25F-3A04-D8626BB991A5}"/>
                </a:ext>
              </a:extLst>
            </p:cNvPr>
            <p:cNvSpPr/>
            <p:nvPr/>
          </p:nvSpPr>
          <p:spPr>
            <a:xfrm>
              <a:off x="6026945" y="1209623"/>
              <a:ext cx="2620214" cy="34877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Security incidents and policy violations prevented/day</a:t>
              </a:r>
              <a:endParaRPr kumimoji="0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57" name="Google Shape;1871;p15">
              <a:extLst>
                <a:ext uri="{FF2B5EF4-FFF2-40B4-BE49-F238E27FC236}">
                  <a16:creationId xmlns:a16="http://schemas.microsoft.com/office/drawing/2014/main" id="{5C0A5D2E-D012-A5E1-773C-8B0553876F74}"/>
                </a:ext>
              </a:extLst>
            </p:cNvPr>
            <p:cNvSpPr/>
            <p:nvPr/>
          </p:nvSpPr>
          <p:spPr>
            <a:xfrm>
              <a:off x="5916706" y="734220"/>
              <a:ext cx="2837330" cy="492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9CDA"/>
                </a:buClr>
                <a:buSzPts val="2400"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7B+</a:t>
              </a:r>
              <a:endParaRPr kumimoji="0" sz="32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" name="Google Shape;1872;p15">
            <a:extLst>
              <a:ext uri="{FF2B5EF4-FFF2-40B4-BE49-F238E27FC236}">
                <a16:creationId xmlns:a16="http://schemas.microsoft.com/office/drawing/2014/main" id="{E92B140C-1BFD-0CDE-6B2E-E5ED8CD931C2}"/>
              </a:ext>
            </a:extLst>
          </p:cNvPr>
          <p:cNvSpPr/>
          <p:nvPr/>
        </p:nvSpPr>
        <p:spPr>
          <a:xfrm>
            <a:off x="7035132" y="2903500"/>
            <a:ext cx="59996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711" name="Group 5710">
            <a:extLst>
              <a:ext uri="{FF2B5EF4-FFF2-40B4-BE49-F238E27FC236}">
                <a16:creationId xmlns:a16="http://schemas.microsoft.com/office/drawing/2014/main" id="{DCB5A7BD-2E8E-FCB2-BAD8-CBD47FACCCF2}"/>
              </a:ext>
            </a:extLst>
          </p:cNvPr>
          <p:cNvGrpSpPr/>
          <p:nvPr/>
        </p:nvGrpSpPr>
        <p:grpSpPr>
          <a:xfrm>
            <a:off x="9474839" y="3701473"/>
            <a:ext cx="524604" cy="123297"/>
            <a:chOff x="9474839" y="3701473"/>
            <a:chExt cx="524604" cy="123297"/>
          </a:xfrm>
        </p:grpSpPr>
        <p:sp>
          <p:nvSpPr>
            <p:cNvPr id="171" name="Google Shape;1873;p15">
              <a:extLst>
                <a:ext uri="{FF2B5EF4-FFF2-40B4-BE49-F238E27FC236}">
                  <a16:creationId xmlns:a16="http://schemas.microsoft.com/office/drawing/2014/main" id="{E7205BBC-630B-A461-3520-9CBEAF07728C}"/>
                </a:ext>
              </a:extLst>
            </p:cNvPr>
            <p:cNvSpPr txBox="1"/>
            <p:nvPr/>
          </p:nvSpPr>
          <p:spPr>
            <a:xfrm>
              <a:off x="9568260" y="3701473"/>
              <a:ext cx="431183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Osaka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874;p15">
              <a:extLst>
                <a:ext uri="{FF2B5EF4-FFF2-40B4-BE49-F238E27FC236}">
                  <a16:creationId xmlns:a16="http://schemas.microsoft.com/office/drawing/2014/main" id="{2EE4A8F2-AB3D-00E0-98D6-CDFF9DD7EBD8}"/>
                </a:ext>
              </a:extLst>
            </p:cNvPr>
            <p:cNvSpPr/>
            <p:nvPr/>
          </p:nvSpPr>
          <p:spPr>
            <a:xfrm>
              <a:off x="9474839" y="3737711"/>
              <a:ext cx="64008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061F48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3" name="Google Shape;1875;p15">
            <a:extLst>
              <a:ext uri="{FF2B5EF4-FFF2-40B4-BE49-F238E27FC236}">
                <a16:creationId xmlns:a16="http://schemas.microsoft.com/office/drawing/2014/main" id="{138A0415-D6F7-B0A2-346B-6671B7DEAEC2}"/>
              </a:ext>
            </a:extLst>
          </p:cNvPr>
          <p:cNvSpPr txBox="1"/>
          <p:nvPr/>
        </p:nvSpPr>
        <p:spPr>
          <a:xfrm>
            <a:off x="10109176" y="5850389"/>
            <a:ext cx="1961473" cy="348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2" tIns="121892" rIns="121892" bIns="121892" anchor="t" anchorCtr="0">
            <a:spAutoFit/>
          </a:bodyPr>
          <a:lstStyle/>
          <a:p>
            <a:pPr marL="0" marR="0" lvl="0" indent="0" algn="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82E6F"/>
              </a:buClr>
              <a:buSzPts val="500"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Peering: https://</a:t>
            </a:r>
            <a:r>
              <a:rPr kumimoji="0" lang="en-US" sz="6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www.peeringdb.com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8D1848D6-03D7-D2F7-B6CE-CE5DAC79BCA8}"/>
              </a:ext>
            </a:extLst>
          </p:cNvPr>
          <p:cNvGrpSpPr/>
          <p:nvPr/>
        </p:nvGrpSpPr>
        <p:grpSpPr>
          <a:xfrm>
            <a:off x="10259287" y="3351117"/>
            <a:ext cx="2056934" cy="574363"/>
            <a:chOff x="208569" y="2832402"/>
            <a:chExt cx="1542801" cy="430800"/>
          </a:xfrm>
        </p:grpSpPr>
        <p:sp>
          <p:nvSpPr>
            <p:cNvPr id="175" name="Google Shape;1825;p15">
              <a:extLst>
                <a:ext uri="{FF2B5EF4-FFF2-40B4-BE49-F238E27FC236}">
                  <a16:creationId xmlns:a16="http://schemas.microsoft.com/office/drawing/2014/main" id="{C9E103C7-6F18-9FA4-FD9B-872DFEC7F848}"/>
                </a:ext>
              </a:extLst>
            </p:cNvPr>
            <p:cNvSpPr/>
            <p:nvPr/>
          </p:nvSpPr>
          <p:spPr>
            <a:xfrm>
              <a:off x="252184" y="2832402"/>
              <a:ext cx="1499186" cy="430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892" tIns="60929" rIns="121892" bIns="60929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1100"/>
                <a:buFontTx/>
                <a:buNone/>
                <a:tabLst/>
                <a:defRPr/>
              </a:pPr>
              <a:r>
                <a:rPr kumimoji="0" lang="en-US" sz="1333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Peering in internet exchanges and Microsoft 365 DCs</a:t>
              </a:r>
              <a:endParaRPr kumimoji="0" sz="1333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23;p15">
              <a:extLst>
                <a:ext uri="{FF2B5EF4-FFF2-40B4-BE49-F238E27FC236}">
                  <a16:creationId xmlns:a16="http://schemas.microsoft.com/office/drawing/2014/main" id="{A3481B55-5E9A-2FD9-885C-1E8941D87922}"/>
                </a:ext>
              </a:extLst>
            </p:cNvPr>
            <p:cNvSpPr/>
            <p:nvPr/>
          </p:nvSpPr>
          <p:spPr>
            <a:xfrm>
              <a:off x="208569" y="2935382"/>
              <a:ext cx="45147" cy="4352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7" name="Google Shape;1724;p15">
            <a:extLst>
              <a:ext uri="{FF2B5EF4-FFF2-40B4-BE49-F238E27FC236}">
                <a16:creationId xmlns:a16="http://schemas.microsoft.com/office/drawing/2014/main" id="{3704F5F7-62C3-4D5A-DF02-1769D5739A78}"/>
              </a:ext>
            </a:extLst>
          </p:cNvPr>
          <p:cNvSpPr txBox="1"/>
          <p:nvPr/>
        </p:nvSpPr>
        <p:spPr>
          <a:xfrm>
            <a:off x="4176530" y="3202961"/>
            <a:ext cx="446526" cy="1199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r">
              <a:buClr>
                <a:srgbClr val="317BF3"/>
              </a:buClr>
              <a:buSzPts val="600"/>
              <a:buNone/>
              <a:defRPr sz="600">
                <a:solidFill>
                  <a:srgbClr val="317BF3"/>
                </a:solidFill>
              </a:defRPr>
            </a:lvl1pPr>
          </a:lstStyle>
          <a:p>
            <a:pPr marL="0" marR="0" lvl="0" indent="0" algn="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7BF3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+mn-ea"/>
                <a:cs typeface="+mn-cs"/>
              </a:rPr>
              <a:t>Montreal</a:t>
            </a:r>
            <a:endParaRPr kumimoji="0" sz="700" b="0" i="0" u="none" strike="noStrike" kern="1200" cap="none" spc="0" normalizeH="0" baseline="0" noProof="0" dirty="0">
              <a:ln>
                <a:noFill/>
              </a:ln>
              <a:solidFill>
                <a:schemeClr val="accent2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78" name="Google Shape;1816;p15">
            <a:extLst>
              <a:ext uri="{FF2B5EF4-FFF2-40B4-BE49-F238E27FC236}">
                <a16:creationId xmlns:a16="http://schemas.microsoft.com/office/drawing/2014/main" id="{852395AB-509C-7F59-6B35-DB769D750A49}"/>
              </a:ext>
            </a:extLst>
          </p:cNvPr>
          <p:cNvSpPr/>
          <p:nvPr/>
        </p:nvSpPr>
        <p:spPr>
          <a:xfrm>
            <a:off x="4184859" y="3331513"/>
            <a:ext cx="60192" cy="6400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317BF3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179" name="Google Shape;1758;p15">
            <a:extLst>
              <a:ext uri="{FF2B5EF4-FFF2-40B4-BE49-F238E27FC236}">
                <a16:creationId xmlns:a16="http://schemas.microsoft.com/office/drawing/2014/main" id="{268D474B-DBA0-7592-B3EA-E88E926B1B30}"/>
              </a:ext>
            </a:extLst>
          </p:cNvPr>
          <p:cNvGrpSpPr/>
          <p:nvPr/>
        </p:nvGrpSpPr>
        <p:grpSpPr>
          <a:xfrm>
            <a:off x="6371438" y="3331924"/>
            <a:ext cx="502467" cy="123297"/>
            <a:chOff x="4395048" y="2027680"/>
            <a:chExt cx="383158" cy="91800"/>
          </a:xfrm>
        </p:grpSpPr>
        <p:sp>
          <p:nvSpPr>
            <p:cNvPr id="180" name="Google Shape;1759;p15">
              <a:extLst>
                <a:ext uri="{FF2B5EF4-FFF2-40B4-BE49-F238E27FC236}">
                  <a16:creationId xmlns:a16="http://schemas.microsoft.com/office/drawing/2014/main" id="{73E59A0F-D9D8-A475-CAFB-F654DE87B345}"/>
                </a:ext>
              </a:extLst>
            </p:cNvPr>
            <p:cNvSpPr txBox="1"/>
            <p:nvPr/>
          </p:nvSpPr>
          <p:spPr>
            <a:xfrm>
              <a:off x="4465306" y="2027680"/>
              <a:ext cx="312900" cy="9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0" indent="0" algn="r">
                <a:buClr>
                  <a:srgbClr val="317BF3"/>
                </a:buClr>
                <a:buSzPts val="600"/>
                <a:buNone/>
                <a:defRPr sz="600">
                  <a:solidFill>
                    <a:srgbClr val="317BF3"/>
                  </a:solidFill>
                </a:defRPr>
              </a:lvl1pPr>
            </a:lstStyle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+mn-ea"/>
                  <a:cs typeface="+mn-cs"/>
                </a:rPr>
                <a:t>Munich</a:t>
              </a:r>
              <a:endParaRPr kumimoji="0" sz="7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81" name="Google Shape;1760;p15">
              <a:extLst>
                <a:ext uri="{FF2B5EF4-FFF2-40B4-BE49-F238E27FC236}">
                  <a16:creationId xmlns:a16="http://schemas.microsoft.com/office/drawing/2014/main" id="{5BECF1DA-C7E1-6642-76A2-56590E9DC421}"/>
                </a:ext>
              </a:extLst>
            </p:cNvPr>
            <p:cNvSpPr/>
            <p:nvPr/>
          </p:nvSpPr>
          <p:spPr>
            <a:xfrm>
              <a:off x="4395048" y="2048072"/>
              <a:ext cx="45900" cy="4765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4" name="Google Shape;1725;p15">
            <a:extLst>
              <a:ext uri="{FF2B5EF4-FFF2-40B4-BE49-F238E27FC236}">
                <a16:creationId xmlns:a16="http://schemas.microsoft.com/office/drawing/2014/main" id="{9662AD9B-6718-657A-7C79-8DDDC673B942}"/>
              </a:ext>
            </a:extLst>
          </p:cNvPr>
          <p:cNvSpPr/>
          <p:nvPr/>
        </p:nvSpPr>
        <p:spPr>
          <a:xfrm>
            <a:off x="4245720" y="3390827"/>
            <a:ext cx="64008" cy="6400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txBody>
          <a:bodyPr spcFirstLastPara="1" wrap="square" lIns="121892" tIns="60929" rIns="121892" bIns="60929" anchor="ctr" anchorCtr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744"/>
              </a:buClr>
              <a:buSzPts val="600"/>
              <a:buFontTx/>
              <a:buNone/>
              <a:tabLst/>
              <a:defRPr/>
            </a:pPr>
            <a:endParaRPr kumimoji="0" sz="700" b="0" i="0" u="none" strike="noStrike" kern="1200" cap="none" spc="0" normalizeH="0" baseline="0" noProof="0">
              <a:ln>
                <a:noFill/>
              </a:ln>
              <a:solidFill>
                <a:srgbClr val="061F48"/>
              </a:solidFill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sp>
        <p:nvSpPr>
          <p:cNvPr id="185" name="Google Shape;1726;p15">
            <a:extLst>
              <a:ext uri="{FF2B5EF4-FFF2-40B4-BE49-F238E27FC236}">
                <a16:creationId xmlns:a16="http://schemas.microsoft.com/office/drawing/2014/main" id="{2F020DD3-59D7-1BD8-8477-690F5B5FF8FE}"/>
              </a:ext>
            </a:extLst>
          </p:cNvPr>
          <p:cNvSpPr txBox="1"/>
          <p:nvPr/>
        </p:nvSpPr>
        <p:spPr>
          <a:xfrm>
            <a:off x="4324244" y="3337821"/>
            <a:ext cx="584860" cy="1232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61F48"/>
              </a:buClr>
              <a:buSzPts val="600"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rPr>
              <a:t>Boston</a:t>
            </a:r>
            <a:endParaRPr kumimoji="0" sz="16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Arial"/>
              <a:cs typeface="Arial"/>
              <a:sym typeface="Arial"/>
            </a:endParaRPr>
          </a:p>
        </p:txBody>
      </p:sp>
      <p:grpSp>
        <p:nvGrpSpPr>
          <p:cNvPr id="5725" name="Group 5724">
            <a:extLst>
              <a:ext uri="{FF2B5EF4-FFF2-40B4-BE49-F238E27FC236}">
                <a16:creationId xmlns:a16="http://schemas.microsoft.com/office/drawing/2014/main" id="{B712E241-1BBA-F115-B81A-D3D916FF800E}"/>
              </a:ext>
            </a:extLst>
          </p:cNvPr>
          <p:cNvGrpSpPr/>
          <p:nvPr/>
        </p:nvGrpSpPr>
        <p:grpSpPr>
          <a:xfrm>
            <a:off x="3849901" y="5406622"/>
            <a:ext cx="492790" cy="123297"/>
            <a:chOff x="3849825" y="5442315"/>
            <a:chExt cx="492790" cy="123297"/>
          </a:xfrm>
        </p:grpSpPr>
        <p:sp>
          <p:nvSpPr>
            <p:cNvPr id="186" name="Google Shape;1761;p15">
              <a:extLst>
                <a:ext uri="{FF2B5EF4-FFF2-40B4-BE49-F238E27FC236}">
                  <a16:creationId xmlns:a16="http://schemas.microsoft.com/office/drawing/2014/main" id="{E6FED99C-29B0-C27C-4FB0-F93D47D3CD2A}"/>
                </a:ext>
              </a:extLst>
            </p:cNvPr>
            <p:cNvSpPr txBox="1"/>
            <p:nvPr/>
          </p:nvSpPr>
          <p:spPr>
            <a:xfrm>
              <a:off x="3849825" y="5442315"/>
              <a:ext cx="492790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82E6F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Santiago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762;p15">
              <a:extLst>
                <a:ext uri="{FF2B5EF4-FFF2-40B4-BE49-F238E27FC236}">
                  <a16:creationId xmlns:a16="http://schemas.microsoft.com/office/drawing/2014/main" id="{E98FB2D4-CCCB-FFB1-2375-84A40975FCE6}"/>
                </a:ext>
              </a:extLst>
            </p:cNvPr>
            <p:cNvSpPr/>
            <p:nvPr/>
          </p:nvSpPr>
          <p:spPr>
            <a:xfrm>
              <a:off x="4258314" y="5469621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24" name="Group 5723">
            <a:extLst>
              <a:ext uri="{FF2B5EF4-FFF2-40B4-BE49-F238E27FC236}">
                <a16:creationId xmlns:a16="http://schemas.microsoft.com/office/drawing/2014/main" id="{F81B6035-8114-75FC-B0CB-903E17E805DC}"/>
              </a:ext>
            </a:extLst>
          </p:cNvPr>
          <p:cNvGrpSpPr/>
          <p:nvPr/>
        </p:nvGrpSpPr>
        <p:grpSpPr>
          <a:xfrm>
            <a:off x="4580615" y="5416281"/>
            <a:ext cx="695482" cy="123297"/>
            <a:chOff x="4546900" y="5464792"/>
            <a:chExt cx="695482" cy="123297"/>
          </a:xfrm>
        </p:grpSpPr>
        <p:sp>
          <p:nvSpPr>
            <p:cNvPr id="188" name="Google Shape;1762;p15">
              <a:extLst>
                <a:ext uri="{FF2B5EF4-FFF2-40B4-BE49-F238E27FC236}">
                  <a16:creationId xmlns:a16="http://schemas.microsoft.com/office/drawing/2014/main" id="{A71BDB26-E9F3-CC44-EE82-BFC17EA81D6C}"/>
                </a:ext>
              </a:extLst>
            </p:cNvPr>
            <p:cNvSpPr/>
            <p:nvPr/>
          </p:nvSpPr>
          <p:spPr>
            <a:xfrm>
              <a:off x="4546900" y="5500168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761;p15">
              <a:extLst>
                <a:ext uri="{FF2B5EF4-FFF2-40B4-BE49-F238E27FC236}">
                  <a16:creationId xmlns:a16="http://schemas.microsoft.com/office/drawing/2014/main" id="{F98CA63F-5C7D-F545-6E7C-11187720A8EA}"/>
                </a:ext>
              </a:extLst>
            </p:cNvPr>
            <p:cNvSpPr txBox="1"/>
            <p:nvPr/>
          </p:nvSpPr>
          <p:spPr>
            <a:xfrm>
              <a:off x="4630090" y="5464792"/>
              <a:ext cx="612292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82E6F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Buenos Aires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26" name="Group 5725">
            <a:extLst>
              <a:ext uri="{FF2B5EF4-FFF2-40B4-BE49-F238E27FC236}">
                <a16:creationId xmlns:a16="http://schemas.microsoft.com/office/drawing/2014/main" id="{EE3FB694-95FB-51D0-4546-5F9A77755E6C}"/>
              </a:ext>
            </a:extLst>
          </p:cNvPr>
          <p:cNvGrpSpPr/>
          <p:nvPr/>
        </p:nvGrpSpPr>
        <p:grpSpPr>
          <a:xfrm>
            <a:off x="4909104" y="5033163"/>
            <a:ext cx="829274" cy="123297"/>
            <a:chOff x="4838730" y="5104558"/>
            <a:chExt cx="829274" cy="123297"/>
          </a:xfrm>
        </p:grpSpPr>
        <p:sp>
          <p:nvSpPr>
            <p:cNvPr id="190" name="Google Shape;1762;p15">
              <a:extLst>
                <a:ext uri="{FF2B5EF4-FFF2-40B4-BE49-F238E27FC236}">
                  <a16:creationId xmlns:a16="http://schemas.microsoft.com/office/drawing/2014/main" id="{2D5EC9B6-1EAD-7334-5587-A7B16C2AE383}"/>
                </a:ext>
              </a:extLst>
            </p:cNvPr>
            <p:cNvSpPr/>
            <p:nvPr/>
          </p:nvSpPr>
          <p:spPr>
            <a:xfrm>
              <a:off x="4838730" y="5143400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761;p15">
              <a:extLst>
                <a:ext uri="{FF2B5EF4-FFF2-40B4-BE49-F238E27FC236}">
                  <a16:creationId xmlns:a16="http://schemas.microsoft.com/office/drawing/2014/main" id="{F92688A8-B942-B5BD-CB85-5E6A60AB689A}"/>
                </a:ext>
              </a:extLst>
            </p:cNvPr>
            <p:cNvSpPr txBox="1"/>
            <p:nvPr/>
          </p:nvSpPr>
          <p:spPr>
            <a:xfrm>
              <a:off x="4916178" y="5104558"/>
              <a:ext cx="751826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82E6F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Rio Di Janeiro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28" name="Group 5727">
            <a:extLst>
              <a:ext uri="{FF2B5EF4-FFF2-40B4-BE49-F238E27FC236}">
                <a16:creationId xmlns:a16="http://schemas.microsoft.com/office/drawing/2014/main" id="{A46FE9E0-5947-2313-770D-CE3022E10A77}"/>
              </a:ext>
            </a:extLst>
          </p:cNvPr>
          <p:cNvGrpSpPr/>
          <p:nvPr/>
        </p:nvGrpSpPr>
        <p:grpSpPr>
          <a:xfrm>
            <a:off x="3853590" y="4415750"/>
            <a:ext cx="407085" cy="123297"/>
            <a:chOff x="3823247" y="4489286"/>
            <a:chExt cx="407085" cy="123297"/>
          </a:xfrm>
        </p:grpSpPr>
        <p:sp>
          <p:nvSpPr>
            <p:cNvPr id="192" name="Google Shape;1761;p15">
              <a:extLst>
                <a:ext uri="{FF2B5EF4-FFF2-40B4-BE49-F238E27FC236}">
                  <a16:creationId xmlns:a16="http://schemas.microsoft.com/office/drawing/2014/main" id="{F731BB7E-AC16-DD99-3802-2A0041BBBF66}"/>
                </a:ext>
              </a:extLst>
            </p:cNvPr>
            <p:cNvSpPr txBox="1"/>
            <p:nvPr/>
          </p:nvSpPr>
          <p:spPr>
            <a:xfrm>
              <a:off x="3823247" y="4489286"/>
              <a:ext cx="353283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82E6F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Bogota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762;p15">
              <a:extLst>
                <a:ext uri="{FF2B5EF4-FFF2-40B4-BE49-F238E27FC236}">
                  <a16:creationId xmlns:a16="http://schemas.microsoft.com/office/drawing/2014/main" id="{EABA6B1F-E563-9F0F-EE02-B5C00E87CE96}"/>
                </a:ext>
              </a:extLst>
            </p:cNvPr>
            <p:cNvSpPr/>
            <p:nvPr/>
          </p:nvSpPr>
          <p:spPr>
            <a:xfrm>
              <a:off x="4170140" y="4521791"/>
              <a:ext cx="60192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29" name="Group 5728">
            <a:extLst>
              <a:ext uri="{FF2B5EF4-FFF2-40B4-BE49-F238E27FC236}">
                <a16:creationId xmlns:a16="http://schemas.microsoft.com/office/drawing/2014/main" id="{4DCB9993-D803-14EA-6975-AEDCD5FB97F3}"/>
              </a:ext>
            </a:extLst>
          </p:cNvPr>
          <p:cNvGrpSpPr/>
          <p:nvPr/>
        </p:nvGrpSpPr>
        <p:grpSpPr>
          <a:xfrm>
            <a:off x="2897410" y="4078356"/>
            <a:ext cx="730278" cy="123192"/>
            <a:chOff x="2873847" y="4098536"/>
            <a:chExt cx="730278" cy="123192"/>
          </a:xfrm>
        </p:grpSpPr>
        <p:sp>
          <p:nvSpPr>
            <p:cNvPr id="194" name="Google Shape;1836;p15">
              <a:extLst>
                <a:ext uri="{FF2B5EF4-FFF2-40B4-BE49-F238E27FC236}">
                  <a16:creationId xmlns:a16="http://schemas.microsoft.com/office/drawing/2014/main" id="{930A1A75-6624-19A5-399C-92A92FA1D463}"/>
                </a:ext>
              </a:extLst>
            </p:cNvPr>
            <p:cNvSpPr txBox="1"/>
            <p:nvPr/>
          </p:nvSpPr>
          <p:spPr>
            <a:xfrm>
              <a:off x="2873847" y="4098536"/>
              <a:ext cx="649558" cy="1231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61F48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rPr>
                <a:t>Mexico City</a:t>
              </a:r>
              <a:endParaRPr kumimoji="0" sz="7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837;p15">
              <a:extLst>
                <a:ext uri="{FF2B5EF4-FFF2-40B4-BE49-F238E27FC236}">
                  <a16:creationId xmlns:a16="http://schemas.microsoft.com/office/drawing/2014/main" id="{644EE59A-EE9B-DFF1-E4B2-1D6EE7F1846F}"/>
                </a:ext>
              </a:extLst>
            </p:cNvPr>
            <p:cNvSpPr/>
            <p:nvPr/>
          </p:nvSpPr>
          <p:spPr>
            <a:xfrm>
              <a:off x="3543729" y="4134813"/>
              <a:ext cx="60396" cy="6400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36" name="Group 5735">
            <a:extLst>
              <a:ext uri="{FF2B5EF4-FFF2-40B4-BE49-F238E27FC236}">
                <a16:creationId xmlns:a16="http://schemas.microsoft.com/office/drawing/2014/main" id="{B393AC9E-0813-81CA-511B-0D039A96C334}"/>
              </a:ext>
            </a:extLst>
          </p:cNvPr>
          <p:cNvGrpSpPr/>
          <p:nvPr/>
        </p:nvGrpSpPr>
        <p:grpSpPr>
          <a:xfrm>
            <a:off x="173963" y="4358715"/>
            <a:ext cx="3654134" cy="1450203"/>
            <a:chOff x="59231" y="4358715"/>
            <a:chExt cx="3654134" cy="1450203"/>
          </a:xfrm>
        </p:grpSpPr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43089F6D-C41E-777B-5E0A-EEEC8B3A6581}"/>
                </a:ext>
              </a:extLst>
            </p:cNvPr>
            <p:cNvSpPr/>
            <p:nvPr/>
          </p:nvSpPr>
          <p:spPr>
            <a:xfrm>
              <a:off x="111515" y="4729098"/>
              <a:ext cx="3429684" cy="1046961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208" name="Google Shape;4244;p412">
              <a:extLst>
                <a:ext uri="{FF2B5EF4-FFF2-40B4-BE49-F238E27FC236}">
                  <a16:creationId xmlns:a16="http://schemas.microsoft.com/office/drawing/2014/main" id="{FE969FFF-A3A9-2154-4D8A-42F8229FED5F}"/>
                </a:ext>
              </a:extLst>
            </p:cNvPr>
            <p:cNvGrpSpPr/>
            <p:nvPr/>
          </p:nvGrpSpPr>
          <p:grpSpPr>
            <a:xfrm>
              <a:off x="1235208" y="4358715"/>
              <a:ext cx="1182298" cy="740766"/>
              <a:chOff x="1933117" y="3319404"/>
              <a:chExt cx="1152144" cy="721872"/>
            </a:xfrm>
          </p:grpSpPr>
          <p:grpSp>
            <p:nvGrpSpPr>
              <p:cNvPr id="209" name="Google Shape;4245;p412">
                <a:extLst>
                  <a:ext uri="{FF2B5EF4-FFF2-40B4-BE49-F238E27FC236}">
                    <a16:creationId xmlns:a16="http://schemas.microsoft.com/office/drawing/2014/main" id="{6B47C74A-6BD3-2AA6-A907-44541E382D85}"/>
                  </a:ext>
                </a:extLst>
              </p:cNvPr>
              <p:cNvGrpSpPr/>
              <p:nvPr/>
            </p:nvGrpSpPr>
            <p:grpSpPr>
              <a:xfrm>
                <a:off x="1933117" y="3319404"/>
                <a:ext cx="1152144" cy="721872"/>
                <a:chOff x="6923681" y="5192222"/>
                <a:chExt cx="981878" cy="615192"/>
              </a:xfrm>
            </p:grpSpPr>
            <p:sp>
              <p:nvSpPr>
                <p:cNvPr id="211" name="Google Shape;4246;p412">
                  <a:extLst>
                    <a:ext uri="{FF2B5EF4-FFF2-40B4-BE49-F238E27FC236}">
                      <a16:creationId xmlns:a16="http://schemas.microsoft.com/office/drawing/2014/main" id="{CB89B01F-D760-145B-9A8A-D09209CBE5C6}"/>
                    </a:ext>
                  </a:extLst>
                </p:cNvPr>
                <p:cNvSpPr/>
                <p:nvPr/>
              </p:nvSpPr>
              <p:spPr>
                <a:xfrm>
                  <a:off x="6923681" y="5192222"/>
                  <a:ext cx="981878" cy="615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878" h="615192" extrusionOk="0">
                      <a:moveTo>
                        <a:pt x="980036" y="313893"/>
                      </a:moveTo>
                      <a:cubicBezTo>
                        <a:pt x="965413" y="222739"/>
                        <a:pt x="891259" y="178543"/>
                        <a:pt x="803332" y="169971"/>
                      </a:cubicBezTo>
                      <a:cubicBezTo>
                        <a:pt x="801068" y="169780"/>
                        <a:pt x="798804" y="169494"/>
                        <a:pt x="796445" y="169304"/>
                      </a:cubicBezTo>
                      <a:lnTo>
                        <a:pt x="796822" y="169304"/>
                      </a:lnTo>
                      <a:cubicBezTo>
                        <a:pt x="796822" y="169304"/>
                        <a:pt x="773425" y="104724"/>
                        <a:pt x="716159" y="55290"/>
                      </a:cubicBezTo>
                      <a:cubicBezTo>
                        <a:pt x="716159" y="55290"/>
                        <a:pt x="716159" y="55290"/>
                        <a:pt x="716065" y="55194"/>
                      </a:cubicBezTo>
                      <a:cubicBezTo>
                        <a:pt x="715782" y="54909"/>
                        <a:pt x="715499" y="54718"/>
                        <a:pt x="715216" y="54432"/>
                      </a:cubicBezTo>
                      <a:cubicBezTo>
                        <a:pt x="704932" y="45479"/>
                        <a:pt x="694460" y="37954"/>
                        <a:pt x="683705" y="31668"/>
                      </a:cubicBezTo>
                      <a:cubicBezTo>
                        <a:pt x="657572" y="18237"/>
                        <a:pt x="621156" y="7569"/>
                        <a:pt x="579645" y="2807"/>
                      </a:cubicBezTo>
                      <a:cubicBezTo>
                        <a:pt x="554456" y="-146"/>
                        <a:pt x="527473" y="-908"/>
                        <a:pt x="499831" y="1188"/>
                      </a:cubicBezTo>
                      <a:cubicBezTo>
                        <a:pt x="424828" y="6712"/>
                        <a:pt x="345109" y="33096"/>
                        <a:pt x="284918" y="93961"/>
                      </a:cubicBezTo>
                      <a:cubicBezTo>
                        <a:pt x="220859" y="81198"/>
                        <a:pt x="163970" y="93771"/>
                        <a:pt x="118214" y="121393"/>
                      </a:cubicBezTo>
                      <a:cubicBezTo>
                        <a:pt x="117648" y="121774"/>
                        <a:pt x="116988" y="122155"/>
                        <a:pt x="116422" y="122536"/>
                      </a:cubicBezTo>
                      <a:cubicBezTo>
                        <a:pt x="113591" y="124251"/>
                        <a:pt x="110855" y="126060"/>
                        <a:pt x="108214" y="127870"/>
                      </a:cubicBezTo>
                      <a:cubicBezTo>
                        <a:pt x="106893" y="128727"/>
                        <a:pt x="105666" y="129680"/>
                        <a:pt x="104346" y="130537"/>
                      </a:cubicBezTo>
                      <a:cubicBezTo>
                        <a:pt x="102176" y="132061"/>
                        <a:pt x="100006" y="133680"/>
                        <a:pt x="97836" y="135300"/>
                      </a:cubicBezTo>
                      <a:cubicBezTo>
                        <a:pt x="96610" y="136157"/>
                        <a:pt x="95477" y="137109"/>
                        <a:pt x="94251" y="138062"/>
                      </a:cubicBezTo>
                      <a:cubicBezTo>
                        <a:pt x="91515" y="140253"/>
                        <a:pt x="88873" y="142443"/>
                        <a:pt x="86232" y="144729"/>
                      </a:cubicBezTo>
                      <a:cubicBezTo>
                        <a:pt x="85854" y="145015"/>
                        <a:pt x="85571" y="145301"/>
                        <a:pt x="85194" y="145587"/>
                      </a:cubicBezTo>
                      <a:cubicBezTo>
                        <a:pt x="28683" y="194831"/>
                        <a:pt x="-3394" y="269412"/>
                        <a:pt x="286" y="340468"/>
                      </a:cubicBezTo>
                      <a:cubicBezTo>
                        <a:pt x="7173" y="474390"/>
                        <a:pt x="151895" y="557829"/>
                        <a:pt x="234350" y="535254"/>
                      </a:cubicBezTo>
                      <a:cubicBezTo>
                        <a:pt x="236331" y="534683"/>
                        <a:pt x="238407" y="535254"/>
                        <a:pt x="240294" y="535254"/>
                      </a:cubicBezTo>
                      <a:cubicBezTo>
                        <a:pt x="246898" y="539255"/>
                        <a:pt x="272087" y="539160"/>
                        <a:pt x="272087" y="539160"/>
                      </a:cubicBezTo>
                      <a:cubicBezTo>
                        <a:pt x="302277" y="573545"/>
                        <a:pt x="341429" y="591547"/>
                        <a:pt x="412658" y="580593"/>
                      </a:cubicBezTo>
                      <a:cubicBezTo>
                        <a:pt x="553040" y="650031"/>
                        <a:pt x="711725" y="606692"/>
                        <a:pt x="790973" y="523634"/>
                      </a:cubicBezTo>
                      <a:cubicBezTo>
                        <a:pt x="792105" y="522396"/>
                        <a:pt x="793237" y="521157"/>
                        <a:pt x="794275" y="519919"/>
                      </a:cubicBezTo>
                      <a:cubicBezTo>
                        <a:pt x="795124" y="518967"/>
                        <a:pt x="795973" y="518109"/>
                        <a:pt x="796728" y="517157"/>
                      </a:cubicBezTo>
                      <a:cubicBezTo>
                        <a:pt x="807011" y="504965"/>
                        <a:pt x="815974" y="492011"/>
                        <a:pt x="823616" y="478581"/>
                      </a:cubicBezTo>
                      <a:cubicBezTo>
                        <a:pt x="824559" y="476866"/>
                        <a:pt x="825502" y="475056"/>
                        <a:pt x="826352" y="473342"/>
                      </a:cubicBezTo>
                      <a:cubicBezTo>
                        <a:pt x="882486" y="469151"/>
                        <a:pt x="938148" y="443910"/>
                        <a:pt x="965413" y="399333"/>
                      </a:cubicBezTo>
                      <a:cubicBezTo>
                        <a:pt x="979187" y="375996"/>
                        <a:pt x="985319" y="347421"/>
                        <a:pt x="979942" y="313989"/>
                      </a:cubicBezTo>
                      <a:close/>
                    </a:path>
                  </a:pathLst>
                </a:custGeom>
                <a:solidFill>
                  <a:srgbClr val="236BF5"/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  <p:sp>
              <p:nvSpPr>
                <p:cNvPr id="212" name="Google Shape;4247;p412">
                  <a:extLst>
                    <a:ext uri="{FF2B5EF4-FFF2-40B4-BE49-F238E27FC236}">
                      <a16:creationId xmlns:a16="http://schemas.microsoft.com/office/drawing/2014/main" id="{C10BFD99-AE26-1C75-95C9-84247BFC2B2C}"/>
                    </a:ext>
                  </a:extLst>
                </p:cNvPr>
                <p:cNvSpPr/>
                <p:nvPr/>
              </p:nvSpPr>
              <p:spPr>
                <a:xfrm>
                  <a:off x="7164069" y="5244930"/>
                  <a:ext cx="635148" cy="486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148" h="486452" extrusionOk="0">
                      <a:moveTo>
                        <a:pt x="624267" y="250613"/>
                      </a:moveTo>
                      <a:cubicBezTo>
                        <a:pt x="510678" y="120311"/>
                        <a:pt x="254065" y="237659"/>
                        <a:pt x="244914" y="247374"/>
                      </a:cubicBezTo>
                      <a:cubicBezTo>
                        <a:pt x="301425" y="160125"/>
                        <a:pt x="439543" y="108119"/>
                        <a:pt x="556057" y="116691"/>
                      </a:cubicBezTo>
                      <a:lnTo>
                        <a:pt x="556434" y="116691"/>
                      </a:lnTo>
                      <a:cubicBezTo>
                        <a:pt x="556434" y="116691"/>
                        <a:pt x="533037" y="52112"/>
                        <a:pt x="475771" y="2677"/>
                      </a:cubicBezTo>
                      <a:cubicBezTo>
                        <a:pt x="475771" y="2677"/>
                        <a:pt x="475771" y="2677"/>
                        <a:pt x="475677" y="2582"/>
                      </a:cubicBezTo>
                      <a:cubicBezTo>
                        <a:pt x="392466" y="-9705"/>
                        <a:pt x="295199" y="21918"/>
                        <a:pt x="184157" y="96308"/>
                      </a:cubicBezTo>
                      <a:cubicBezTo>
                        <a:pt x="184157" y="96308"/>
                        <a:pt x="197177" y="102594"/>
                        <a:pt x="197837" y="102213"/>
                      </a:cubicBezTo>
                      <a:cubicBezTo>
                        <a:pt x="313218" y="51921"/>
                        <a:pt x="395768" y="81354"/>
                        <a:pt x="395108" y="81544"/>
                      </a:cubicBezTo>
                      <a:cubicBezTo>
                        <a:pt x="92833" y="188129"/>
                        <a:pt x="18397" y="394059"/>
                        <a:pt x="0" y="482547"/>
                      </a:cubicBezTo>
                      <a:cubicBezTo>
                        <a:pt x="6604" y="486547"/>
                        <a:pt x="31794" y="486452"/>
                        <a:pt x="31794" y="486452"/>
                      </a:cubicBezTo>
                      <a:cubicBezTo>
                        <a:pt x="92739" y="407204"/>
                        <a:pt x="277462" y="264710"/>
                        <a:pt x="502942" y="338243"/>
                      </a:cubicBezTo>
                      <a:cubicBezTo>
                        <a:pt x="623323" y="377486"/>
                        <a:pt x="654645" y="285189"/>
                        <a:pt x="624361" y="250613"/>
                      </a:cubicBezTo>
                      <a:close/>
                    </a:path>
                  </a:pathLst>
                </a:custGeom>
                <a:solidFill>
                  <a:srgbClr val="A6C1FF">
                    <a:alpha val="29803"/>
                  </a:srgbClr>
                </a:solidFill>
                <a:ln>
                  <a:noFill/>
                </a:ln>
              </p:spPr>
              <p:txBody>
                <a:bodyPr spcFirstLastPara="1" wrap="square" lIns="91419" tIns="45697" rIns="91419" bIns="45697" anchor="ctr" anchorCtr="0">
                  <a:noAutofit/>
                </a:bodyPr>
                <a:lstStyle/>
                <a:p>
                  <a:pPr marL="0" marR="0" lvl="0" indent="0" algn="l" defTabSz="228586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FFFFFF"/>
                    </a:buClr>
                    <a:buSzPts val="1800"/>
                    <a:buFontTx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Century Gothic"/>
                    <a:cs typeface="Century Gothic"/>
                    <a:sym typeface="Century Gothic"/>
                  </a:endParaRPr>
                </a:p>
              </p:txBody>
            </p:sp>
          </p:grpSp>
          <p:sp>
            <p:nvSpPr>
              <p:cNvPr id="210" name="Google Shape;4248;p412">
                <a:extLst>
                  <a:ext uri="{FF2B5EF4-FFF2-40B4-BE49-F238E27FC236}">
                    <a16:creationId xmlns:a16="http://schemas.microsoft.com/office/drawing/2014/main" id="{99D90552-3FAF-81D5-BF54-F5BDEC648696}"/>
                  </a:ext>
                </a:extLst>
              </p:cNvPr>
              <p:cNvSpPr/>
              <p:nvPr/>
            </p:nvSpPr>
            <p:spPr>
              <a:xfrm>
                <a:off x="2150617" y="3557739"/>
                <a:ext cx="717144" cy="260523"/>
              </a:xfrm>
              <a:custGeom>
                <a:avLst/>
                <a:gdLst/>
                <a:ahLst/>
                <a:cxnLst/>
                <a:rect l="l" t="t" r="r" b="b"/>
                <a:pathLst>
                  <a:path w="717144" h="260523" extrusionOk="0">
                    <a:moveTo>
                      <a:pt x="405915" y="197319"/>
                    </a:moveTo>
                    <a:cubicBezTo>
                      <a:pt x="403661" y="198743"/>
                      <a:pt x="400931" y="199573"/>
                      <a:pt x="397846" y="200048"/>
                    </a:cubicBezTo>
                    <a:lnTo>
                      <a:pt x="388829" y="201232"/>
                    </a:lnTo>
                    <a:cubicBezTo>
                      <a:pt x="382658" y="201945"/>
                      <a:pt x="379455" y="204909"/>
                      <a:pt x="379455" y="209178"/>
                    </a:cubicBezTo>
                    <a:cubicBezTo>
                      <a:pt x="379455" y="214158"/>
                      <a:pt x="383253" y="217241"/>
                      <a:pt x="389659" y="217241"/>
                    </a:cubicBezTo>
                    <a:cubicBezTo>
                      <a:pt x="399152" y="217241"/>
                      <a:pt x="405915" y="210363"/>
                      <a:pt x="405915" y="200996"/>
                    </a:cubicBezTo>
                    <a:close/>
                    <a:moveTo>
                      <a:pt x="564793" y="175737"/>
                    </a:moveTo>
                    <a:cubicBezTo>
                      <a:pt x="553639" y="175737"/>
                      <a:pt x="546045" y="183564"/>
                      <a:pt x="546045" y="194830"/>
                    </a:cubicBezTo>
                    <a:cubicBezTo>
                      <a:pt x="546045" y="206095"/>
                      <a:pt x="553757" y="213921"/>
                      <a:pt x="564793" y="213921"/>
                    </a:cubicBezTo>
                    <a:cubicBezTo>
                      <a:pt x="575828" y="213921"/>
                      <a:pt x="583184" y="206213"/>
                      <a:pt x="583184" y="194830"/>
                    </a:cubicBezTo>
                    <a:cubicBezTo>
                      <a:pt x="583184" y="183445"/>
                      <a:pt x="575828" y="175737"/>
                      <a:pt x="564793" y="175737"/>
                    </a:cubicBezTo>
                    <a:close/>
                    <a:moveTo>
                      <a:pt x="653545" y="173367"/>
                    </a:moveTo>
                    <a:cubicBezTo>
                      <a:pt x="644527" y="173367"/>
                      <a:pt x="638595" y="178110"/>
                      <a:pt x="636696" y="186766"/>
                    </a:cubicBezTo>
                    <a:lnTo>
                      <a:pt x="668733" y="186766"/>
                    </a:lnTo>
                    <a:cubicBezTo>
                      <a:pt x="667902" y="179058"/>
                      <a:pt x="662564" y="173367"/>
                      <a:pt x="653545" y="173367"/>
                    </a:cubicBezTo>
                    <a:close/>
                    <a:moveTo>
                      <a:pt x="112246" y="159018"/>
                    </a:moveTo>
                    <a:lnTo>
                      <a:pt x="134910" y="159018"/>
                    </a:lnTo>
                    <a:lnTo>
                      <a:pt x="150098" y="178939"/>
                    </a:lnTo>
                    <a:lnTo>
                      <a:pt x="165285" y="159018"/>
                    </a:lnTo>
                    <a:lnTo>
                      <a:pt x="188066" y="159018"/>
                    </a:lnTo>
                    <a:lnTo>
                      <a:pt x="161489" y="193762"/>
                    </a:lnTo>
                    <a:lnTo>
                      <a:pt x="189254" y="230167"/>
                    </a:lnTo>
                    <a:lnTo>
                      <a:pt x="166590" y="230167"/>
                    </a:lnTo>
                    <a:lnTo>
                      <a:pt x="150098" y="208704"/>
                    </a:lnTo>
                    <a:lnTo>
                      <a:pt x="133723" y="230167"/>
                    </a:lnTo>
                    <a:lnTo>
                      <a:pt x="111060" y="230167"/>
                    </a:lnTo>
                    <a:lnTo>
                      <a:pt x="138825" y="193762"/>
                    </a:lnTo>
                    <a:close/>
                    <a:moveTo>
                      <a:pt x="654020" y="157476"/>
                    </a:moveTo>
                    <a:cubicBezTo>
                      <a:pt x="675734" y="157476"/>
                      <a:pt x="689141" y="172417"/>
                      <a:pt x="689141" y="195303"/>
                    </a:cubicBezTo>
                    <a:lnTo>
                      <a:pt x="689141" y="200403"/>
                    </a:lnTo>
                    <a:lnTo>
                      <a:pt x="636816" y="200403"/>
                    </a:lnTo>
                    <a:lnTo>
                      <a:pt x="636816" y="200641"/>
                    </a:lnTo>
                    <a:cubicBezTo>
                      <a:pt x="639188" y="210126"/>
                      <a:pt x="647732" y="214276"/>
                      <a:pt x="656037" y="214276"/>
                    </a:cubicBezTo>
                    <a:cubicBezTo>
                      <a:pt x="664343" y="214276"/>
                      <a:pt x="671225" y="211312"/>
                      <a:pt x="676208" y="207043"/>
                    </a:cubicBezTo>
                    <a:lnTo>
                      <a:pt x="684040" y="222577"/>
                    </a:lnTo>
                    <a:cubicBezTo>
                      <a:pt x="678225" y="227440"/>
                      <a:pt x="669326" y="231946"/>
                      <a:pt x="655682" y="231946"/>
                    </a:cubicBezTo>
                    <a:cubicBezTo>
                      <a:pt x="631594" y="231946"/>
                      <a:pt x="617593" y="215819"/>
                      <a:pt x="617593" y="194712"/>
                    </a:cubicBezTo>
                    <a:cubicBezTo>
                      <a:pt x="617593" y="173603"/>
                      <a:pt x="631713" y="157476"/>
                      <a:pt x="654020" y="157476"/>
                    </a:cubicBezTo>
                    <a:close/>
                    <a:moveTo>
                      <a:pt x="485769" y="157358"/>
                    </a:moveTo>
                    <a:cubicBezTo>
                      <a:pt x="501668" y="157358"/>
                      <a:pt x="510805" y="167556"/>
                      <a:pt x="510805" y="185699"/>
                    </a:cubicBezTo>
                    <a:lnTo>
                      <a:pt x="510805" y="230167"/>
                    </a:lnTo>
                    <a:lnTo>
                      <a:pt x="491583" y="230167"/>
                    </a:lnTo>
                    <a:lnTo>
                      <a:pt x="491583" y="190797"/>
                    </a:lnTo>
                    <a:cubicBezTo>
                      <a:pt x="491583" y="180718"/>
                      <a:pt x="487074" y="175501"/>
                      <a:pt x="478294" y="175501"/>
                    </a:cubicBezTo>
                    <a:cubicBezTo>
                      <a:pt x="468327" y="175501"/>
                      <a:pt x="463107" y="182734"/>
                      <a:pt x="463107" y="196253"/>
                    </a:cubicBezTo>
                    <a:lnTo>
                      <a:pt x="463107" y="230285"/>
                    </a:lnTo>
                    <a:lnTo>
                      <a:pt x="444359" y="230285"/>
                    </a:lnTo>
                    <a:lnTo>
                      <a:pt x="444241" y="230285"/>
                    </a:lnTo>
                    <a:lnTo>
                      <a:pt x="444241" y="159137"/>
                    </a:lnTo>
                    <a:lnTo>
                      <a:pt x="462512" y="159137"/>
                    </a:lnTo>
                    <a:lnTo>
                      <a:pt x="462512" y="169928"/>
                    </a:lnTo>
                    <a:cubicBezTo>
                      <a:pt x="467970" y="161627"/>
                      <a:pt x="476158" y="157358"/>
                      <a:pt x="485769" y="157358"/>
                    </a:cubicBezTo>
                    <a:close/>
                    <a:moveTo>
                      <a:pt x="393812" y="157358"/>
                    </a:moveTo>
                    <a:cubicBezTo>
                      <a:pt x="412085" y="157358"/>
                      <a:pt x="424544" y="165422"/>
                      <a:pt x="424544" y="183802"/>
                    </a:cubicBezTo>
                    <a:lnTo>
                      <a:pt x="424662" y="183920"/>
                    </a:lnTo>
                    <a:lnTo>
                      <a:pt x="424662" y="230404"/>
                    </a:lnTo>
                    <a:lnTo>
                      <a:pt x="405915" y="230404"/>
                    </a:lnTo>
                    <a:lnTo>
                      <a:pt x="405915" y="220680"/>
                    </a:lnTo>
                    <a:cubicBezTo>
                      <a:pt x="401406" y="227677"/>
                      <a:pt x="393931" y="231946"/>
                      <a:pt x="384082" y="231946"/>
                    </a:cubicBezTo>
                    <a:cubicBezTo>
                      <a:pt x="369845" y="231946"/>
                      <a:pt x="359877" y="222815"/>
                      <a:pt x="359877" y="210126"/>
                    </a:cubicBezTo>
                    <a:cubicBezTo>
                      <a:pt x="359877" y="197439"/>
                      <a:pt x="368776" y="190086"/>
                      <a:pt x="383727" y="188426"/>
                    </a:cubicBezTo>
                    <a:lnTo>
                      <a:pt x="397135" y="187004"/>
                    </a:lnTo>
                    <a:cubicBezTo>
                      <a:pt x="403779" y="186292"/>
                      <a:pt x="405796" y="184275"/>
                      <a:pt x="405796" y="180837"/>
                    </a:cubicBezTo>
                    <a:cubicBezTo>
                      <a:pt x="405796" y="176805"/>
                      <a:pt x="401524" y="174315"/>
                      <a:pt x="394169" y="174315"/>
                    </a:cubicBezTo>
                    <a:cubicBezTo>
                      <a:pt x="384320" y="174315"/>
                      <a:pt x="377913" y="177754"/>
                      <a:pt x="375658" y="183564"/>
                    </a:cubicBezTo>
                    <a:lnTo>
                      <a:pt x="361657" y="173603"/>
                    </a:lnTo>
                    <a:cubicBezTo>
                      <a:pt x="366047" y="163168"/>
                      <a:pt x="377320" y="157358"/>
                      <a:pt x="393812" y="157358"/>
                    </a:cubicBezTo>
                    <a:close/>
                    <a:moveTo>
                      <a:pt x="235647" y="157358"/>
                    </a:moveTo>
                    <a:cubicBezTo>
                      <a:pt x="246444" y="157358"/>
                      <a:pt x="255818" y="160916"/>
                      <a:pt x="262700" y="167793"/>
                    </a:cubicBezTo>
                    <a:lnTo>
                      <a:pt x="252021" y="182852"/>
                    </a:lnTo>
                    <a:cubicBezTo>
                      <a:pt x="247274" y="178110"/>
                      <a:pt x="241936" y="175737"/>
                      <a:pt x="235647" y="175737"/>
                    </a:cubicBezTo>
                    <a:cubicBezTo>
                      <a:pt x="224730" y="175737"/>
                      <a:pt x="217017" y="183564"/>
                      <a:pt x="217017" y="194712"/>
                    </a:cubicBezTo>
                    <a:cubicBezTo>
                      <a:pt x="217017" y="205858"/>
                      <a:pt x="224730" y="213565"/>
                      <a:pt x="235647" y="213565"/>
                    </a:cubicBezTo>
                    <a:cubicBezTo>
                      <a:pt x="241936" y="213565"/>
                      <a:pt x="247630" y="210956"/>
                      <a:pt x="252495" y="206332"/>
                    </a:cubicBezTo>
                    <a:lnTo>
                      <a:pt x="262937" y="221391"/>
                    </a:lnTo>
                    <a:cubicBezTo>
                      <a:pt x="256055" y="228270"/>
                      <a:pt x="246444" y="231946"/>
                      <a:pt x="235410" y="231946"/>
                    </a:cubicBezTo>
                    <a:cubicBezTo>
                      <a:pt x="213103" y="231946"/>
                      <a:pt x="197677" y="216767"/>
                      <a:pt x="197677" y="194712"/>
                    </a:cubicBezTo>
                    <a:cubicBezTo>
                      <a:pt x="197677" y="172655"/>
                      <a:pt x="213340" y="157476"/>
                      <a:pt x="235647" y="157476"/>
                    </a:cubicBezTo>
                    <a:close/>
                    <a:moveTo>
                      <a:pt x="559453" y="157239"/>
                    </a:moveTo>
                    <a:lnTo>
                      <a:pt x="559572" y="157476"/>
                    </a:lnTo>
                    <a:cubicBezTo>
                      <a:pt x="569420" y="157476"/>
                      <a:pt x="578201" y="161864"/>
                      <a:pt x="582710" y="169097"/>
                    </a:cubicBezTo>
                    <a:lnTo>
                      <a:pt x="582710" y="159137"/>
                    </a:lnTo>
                    <a:lnTo>
                      <a:pt x="601456" y="159137"/>
                    </a:lnTo>
                    <a:lnTo>
                      <a:pt x="601456" y="225542"/>
                    </a:lnTo>
                    <a:cubicBezTo>
                      <a:pt x="601456" y="248310"/>
                      <a:pt x="587930" y="260523"/>
                      <a:pt x="562775" y="260523"/>
                    </a:cubicBezTo>
                    <a:cubicBezTo>
                      <a:pt x="549487" y="260523"/>
                      <a:pt x="539400" y="256966"/>
                      <a:pt x="531332" y="249377"/>
                    </a:cubicBezTo>
                    <a:lnTo>
                      <a:pt x="540587" y="233842"/>
                    </a:lnTo>
                    <a:cubicBezTo>
                      <a:pt x="546757" y="239773"/>
                      <a:pt x="553639" y="242736"/>
                      <a:pt x="562182" y="242736"/>
                    </a:cubicBezTo>
                    <a:cubicBezTo>
                      <a:pt x="575946" y="242736"/>
                      <a:pt x="582946" y="236571"/>
                      <a:pt x="582946" y="224356"/>
                    </a:cubicBezTo>
                    <a:lnTo>
                      <a:pt x="582946" y="219850"/>
                    </a:lnTo>
                    <a:cubicBezTo>
                      <a:pt x="578081" y="226847"/>
                      <a:pt x="569895" y="230760"/>
                      <a:pt x="560046" y="230760"/>
                    </a:cubicBezTo>
                    <a:cubicBezTo>
                      <a:pt x="539875" y="230760"/>
                      <a:pt x="526587" y="216293"/>
                      <a:pt x="526587" y="194237"/>
                    </a:cubicBezTo>
                    <a:cubicBezTo>
                      <a:pt x="526587" y="172181"/>
                      <a:pt x="540113" y="157239"/>
                      <a:pt x="559453" y="157239"/>
                    </a:cubicBezTo>
                    <a:close/>
                    <a:moveTo>
                      <a:pt x="277176" y="130795"/>
                    </a:moveTo>
                    <a:lnTo>
                      <a:pt x="295923" y="130795"/>
                    </a:lnTo>
                    <a:lnTo>
                      <a:pt x="295923" y="169808"/>
                    </a:lnTo>
                    <a:cubicBezTo>
                      <a:pt x="301143" y="161389"/>
                      <a:pt x="308857" y="157476"/>
                      <a:pt x="318467" y="157476"/>
                    </a:cubicBezTo>
                    <a:cubicBezTo>
                      <a:pt x="334723" y="157476"/>
                      <a:pt x="343622" y="167674"/>
                      <a:pt x="343622" y="186173"/>
                    </a:cubicBezTo>
                    <a:lnTo>
                      <a:pt x="343622" y="230285"/>
                    </a:lnTo>
                    <a:lnTo>
                      <a:pt x="324400" y="230285"/>
                    </a:lnTo>
                    <a:lnTo>
                      <a:pt x="324400" y="190917"/>
                    </a:lnTo>
                    <a:cubicBezTo>
                      <a:pt x="324400" y="180837"/>
                      <a:pt x="319891" y="175619"/>
                      <a:pt x="311467" y="175619"/>
                    </a:cubicBezTo>
                    <a:cubicBezTo>
                      <a:pt x="301262" y="175619"/>
                      <a:pt x="295923" y="182734"/>
                      <a:pt x="295923" y="196371"/>
                    </a:cubicBezTo>
                    <a:lnTo>
                      <a:pt x="295923" y="230404"/>
                    </a:lnTo>
                    <a:lnTo>
                      <a:pt x="277176" y="230404"/>
                    </a:lnTo>
                    <a:close/>
                    <a:moveTo>
                      <a:pt x="34409" y="130558"/>
                    </a:moveTo>
                    <a:lnTo>
                      <a:pt x="98720" y="130558"/>
                    </a:lnTo>
                    <a:lnTo>
                      <a:pt x="98720" y="150480"/>
                    </a:lnTo>
                    <a:lnTo>
                      <a:pt x="54344" y="150480"/>
                    </a:lnTo>
                    <a:lnTo>
                      <a:pt x="54344" y="170401"/>
                    </a:lnTo>
                    <a:lnTo>
                      <a:pt x="98720" y="170401"/>
                    </a:lnTo>
                    <a:lnTo>
                      <a:pt x="98720" y="190324"/>
                    </a:lnTo>
                    <a:lnTo>
                      <a:pt x="54344" y="190324"/>
                    </a:lnTo>
                    <a:lnTo>
                      <a:pt x="54344" y="210245"/>
                    </a:lnTo>
                    <a:lnTo>
                      <a:pt x="98720" y="210245"/>
                    </a:lnTo>
                    <a:lnTo>
                      <a:pt x="98720" y="230167"/>
                    </a:lnTo>
                    <a:lnTo>
                      <a:pt x="34409" y="230167"/>
                    </a:lnTo>
                    <a:close/>
                    <a:moveTo>
                      <a:pt x="273497" y="45179"/>
                    </a:moveTo>
                    <a:cubicBezTo>
                      <a:pt x="262819" y="45179"/>
                      <a:pt x="254512" y="52769"/>
                      <a:pt x="254512" y="64152"/>
                    </a:cubicBezTo>
                    <a:cubicBezTo>
                      <a:pt x="254512" y="75537"/>
                      <a:pt x="262819" y="83007"/>
                      <a:pt x="273497" y="83007"/>
                    </a:cubicBezTo>
                    <a:cubicBezTo>
                      <a:pt x="284176" y="83007"/>
                      <a:pt x="292363" y="75418"/>
                      <a:pt x="292363" y="64152"/>
                    </a:cubicBezTo>
                    <a:cubicBezTo>
                      <a:pt x="292363" y="52887"/>
                      <a:pt x="284058" y="45179"/>
                      <a:pt x="273497" y="45179"/>
                    </a:cubicBezTo>
                    <a:close/>
                    <a:moveTo>
                      <a:pt x="129808" y="42689"/>
                    </a:moveTo>
                    <a:cubicBezTo>
                      <a:pt x="120790" y="42689"/>
                      <a:pt x="114858" y="47433"/>
                      <a:pt x="112959" y="56089"/>
                    </a:cubicBezTo>
                    <a:lnTo>
                      <a:pt x="144995" y="56089"/>
                    </a:lnTo>
                    <a:cubicBezTo>
                      <a:pt x="144165" y="48381"/>
                      <a:pt x="138825" y="42689"/>
                      <a:pt x="129808" y="42689"/>
                    </a:cubicBezTo>
                    <a:close/>
                    <a:moveTo>
                      <a:pt x="562775" y="28579"/>
                    </a:moveTo>
                    <a:lnTo>
                      <a:pt x="581641" y="28579"/>
                    </a:lnTo>
                    <a:lnTo>
                      <a:pt x="581879" y="28579"/>
                    </a:lnTo>
                    <a:lnTo>
                      <a:pt x="581879" y="99727"/>
                    </a:lnTo>
                    <a:lnTo>
                      <a:pt x="563606" y="99727"/>
                    </a:lnTo>
                    <a:lnTo>
                      <a:pt x="563606" y="88936"/>
                    </a:lnTo>
                    <a:cubicBezTo>
                      <a:pt x="558741" y="96169"/>
                      <a:pt x="551622" y="101506"/>
                      <a:pt x="540942" y="101506"/>
                    </a:cubicBezTo>
                    <a:cubicBezTo>
                      <a:pt x="524450" y="101506"/>
                      <a:pt x="516263" y="90360"/>
                      <a:pt x="516263" y="72928"/>
                    </a:cubicBezTo>
                    <a:lnTo>
                      <a:pt x="516263" y="28697"/>
                    </a:lnTo>
                    <a:lnTo>
                      <a:pt x="535484" y="28697"/>
                    </a:lnTo>
                    <a:lnTo>
                      <a:pt x="535484" y="68185"/>
                    </a:lnTo>
                    <a:cubicBezTo>
                      <a:pt x="535484" y="78264"/>
                      <a:pt x="539163" y="83363"/>
                      <a:pt x="547469" y="83363"/>
                    </a:cubicBezTo>
                    <a:cubicBezTo>
                      <a:pt x="558029" y="83363"/>
                      <a:pt x="562775" y="74825"/>
                      <a:pt x="562775" y="62611"/>
                    </a:cubicBezTo>
                    <a:close/>
                    <a:moveTo>
                      <a:pt x="630645" y="26799"/>
                    </a:moveTo>
                    <a:lnTo>
                      <a:pt x="630645" y="26918"/>
                    </a:lnTo>
                    <a:cubicBezTo>
                      <a:pt x="643341" y="26918"/>
                      <a:pt x="652597" y="30713"/>
                      <a:pt x="659003" y="37471"/>
                    </a:cubicBezTo>
                    <a:lnTo>
                      <a:pt x="648443" y="51108"/>
                    </a:lnTo>
                    <a:cubicBezTo>
                      <a:pt x="644172" y="46365"/>
                      <a:pt x="636341" y="43875"/>
                      <a:pt x="629103" y="43875"/>
                    </a:cubicBezTo>
                    <a:cubicBezTo>
                      <a:pt x="623288" y="43875"/>
                      <a:pt x="620085" y="45772"/>
                      <a:pt x="620085" y="48856"/>
                    </a:cubicBezTo>
                    <a:cubicBezTo>
                      <a:pt x="620085" y="52294"/>
                      <a:pt x="623526" y="53006"/>
                      <a:pt x="636578" y="55971"/>
                    </a:cubicBezTo>
                    <a:cubicBezTo>
                      <a:pt x="650105" y="59054"/>
                      <a:pt x="659359" y="64034"/>
                      <a:pt x="659359" y="78264"/>
                    </a:cubicBezTo>
                    <a:cubicBezTo>
                      <a:pt x="659359" y="93917"/>
                      <a:pt x="648206" y="101506"/>
                      <a:pt x="628628" y="101506"/>
                    </a:cubicBezTo>
                    <a:cubicBezTo>
                      <a:pt x="614390" y="101506"/>
                      <a:pt x="603118" y="97237"/>
                      <a:pt x="597067" y="89647"/>
                    </a:cubicBezTo>
                    <a:lnTo>
                      <a:pt x="607983" y="75418"/>
                    </a:lnTo>
                    <a:cubicBezTo>
                      <a:pt x="612492" y="80636"/>
                      <a:pt x="619967" y="84668"/>
                      <a:pt x="630645" y="84668"/>
                    </a:cubicBezTo>
                    <a:cubicBezTo>
                      <a:pt x="635866" y="84668"/>
                      <a:pt x="640019" y="83245"/>
                      <a:pt x="640019" y="79212"/>
                    </a:cubicBezTo>
                    <a:cubicBezTo>
                      <a:pt x="640019" y="75537"/>
                      <a:pt x="636459" y="74707"/>
                      <a:pt x="624238" y="71979"/>
                    </a:cubicBezTo>
                    <a:cubicBezTo>
                      <a:pt x="613085" y="69608"/>
                      <a:pt x="600626" y="64745"/>
                      <a:pt x="600626" y="49449"/>
                    </a:cubicBezTo>
                    <a:cubicBezTo>
                      <a:pt x="600626" y="34151"/>
                      <a:pt x="612017" y="26799"/>
                      <a:pt x="630645" y="26799"/>
                    </a:cubicBezTo>
                    <a:close/>
                    <a:moveTo>
                      <a:pt x="496092" y="26799"/>
                    </a:moveTo>
                    <a:cubicBezTo>
                      <a:pt x="498702" y="26799"/>
                      <a:pt x="500838" y="27274"/>
                      <a:pt x="503092" y="27749"/>
                    </a:cubicBezTo>
                    <a:lnTo>
                      <a:pt x="503092" y="47907"/>
                    </a:lnTo>
                    <a:cubicBezTo>
                      <a:pt x="500482" y="47077"/>
                      <a:pt x="497516" y="46722"/>
                      <a:pt x="494549" y="46722"/>
                    </a:cubicBezTo>
                    <a:cubicBezTo>
                      <a:pt x="482209" y="46722"/>
                      <a:pt x="476633" y="53717"/>
                      <a:pt x="476633" y="67354"/>
                    </a:cubicBezTo>
                    <a:lnTo>
                      <a:pt x="476633" y="99491"/>
                    </a:lnTo>
                    <a:lnTo>
                      <a:pt x="457885" y="99491"/>
                    </a:lnTo>
                    <a:lnTo>
                      <a:pt x="457885" y="28341"/>
                    </a:lnTo>
                    <a:lnTo>
                      <a:pt x="475920" y="28341"/>
                    </a:lnTo>
                    <a:lnTo>
                      <a:pt x="475920" y="39962"/>
                    </a:lnTo>
                    <a:lnTo>
                      <a:pt x="475920" y="40200"/>
                    </a:lnTo>
                    <a:cubicBezTo>
                      <a:pt x="479718" y="31899"/>
                      <a:pt x="486125" y="26799"/>
                      <a:pt x="496092" y="26799"/>
                    </a:cubicBezTo>
                    <a:close/>
                    <a:moveTo>
                      <a:pt x="273497" y="26799"/>
                    </a:moveTo>
                    <a:cubicBezTo>
                      <a:pt x="295449" y="26799"/>
                      <a:pt x="311823" y="41859"/>
                      <a:pt x="311823" y="64034"/>
                    </a:cubicBezTo>
                    <a:cubicBezTo>
                      <a:pt x="311823" y="86209"/>
                      <a:pt x="295449" y="101268"/>
                      <a:pt x="273497" y="101268"/>
                    </a:cubicBezTo>
                    <a:cubicBezTo>
                      <a:pt x="251546" y="101268"/>
                      <a:pt x="235172" y="86209"/>
                      <a:pt x="235172" y="64034"/>
                    </a:cubicBezTo>
                    <a:cubicBezTo>
                      <a:pt x="235172" y="41859"/>
                      <a:pt x="251546" y="26799"/>
                      <a:pt x="273497" y="26799"/>
                    </a:cubicBezTo>
                    <a:close/>
                    <a:moveTo>
                      <a:pt x="219391" y="26799"/>
                    </a:moveTo>
                    <a:cubicBezTo>
                      <a:pt x="222002" y="26799"/>
                      <a:pt x="224137" y="27274"/>
                      <a:pt x="226391" y="27749"/>
                    </a:cubicBezTo>
                    <a:lnTo>
                      <a:pt x="226391" y="47907"/>
                    </a:lnTo>
                    <a:cubicBezTo>
                      <a:pt x="223781" y="47077"/>
                      <a:pt x="220815" y="46722"/>
                      <a:pt x="217848" y="46722"/>
                    </a:cubicBezTo>
                    <a:cubicBezTo>
                      <a:pt x="205508" y="46722"/>
                      <a:pt x="199932" y="53717"/>
                      <a:pt x="199932" y="67354"/>
                    </a:cubicBezTo>
                    <a:lnTo>
                      <a:pt x="199932" y="99491"/>
                    </a:lnTo>
                    <a:lnTo>
                      <a:pt x="181184" y="99491"/>
                    </a:lnTo>
                    <a:lnTo>
                      <a:pt x="181184" y="28341"/>
                    </a:lnTo>
                    <a:lnTo>
                      <a:pt x="199220" y="28341"/>
                    </a:lnTo>
                    <a:lnTo>
                      <a:pt x="199220" y="39962"/>
                    </a:lnTo>
                    <a:lnTo>
                      <a:pt x="199220" y="40200"/>
                    </a:lnTo>
                    <a:cubicBezTo>
                      <a:pt x="203016" y="31899"/>
                      <a:pt x="209424" y="26799"/>
                      <a:pt x="219391" y="26799"/>
                    </a:cubicBezTo>
                    <a:close/>
                    <a:moveTo>
                      <a:pt x="130282" y="26799"/>
                    </a:moveTo>
                    <a:cubicBezTo>
                      <a:pt x="151995" y="26799"/>
                      <a:pt x="165403" y="41741"/>
                      <a:pt x="165403" y="64627"/>
                    </a:cubicBezTo>
                    <a:lnTo>
                      <a:pt x="165403" y="69726"/>
                    </a:lnTo>
                    <a:lnTo>
                      <a:pt x="113077" y="69726"/>
                    </a:lnTo>
                    <a:lnTo>
                      <a:pt x="113077" y="69963"/>
                    </a:lnTo>
                    <a:cubicBezTo>
                      <a:pt x="115451" y="79450"/>
                      <a:pt x="123993" y="83600"/>
                      <a:pt x="132299" y="83600"/>
                    </a:cubicBezTo>
                    <a:cubicBezTo>
                      <a:pt x="140604" y="83600"/>
                      <a:pt x="147486" y="80636"/>
                      <a:pt x="152470" y="76367"/>
                    </a:cubicBezTo>
                    <a:lnTo>
                      <a:pt x="160301" y="91901"/>
                    </a:lnTo>
                    <a:cubicBezTo>
                      <a:pt x="154487" y="96762"/>
                      <a:pt x="145588" y="101268"/>
                      <a:pt x="131943" y="101268"/>
                    </a:cubicBezTo>
                    <a:cubicBezTo>
                      <a:pt x="107856" y="101268"/>
                      <a:pt x="93855" y="85142"/>
                      <a:pt x="93855" y="64034"/>
                    </a:cubicBezTo>
                    <a:cubicBezTo>
                      <a:pt x="93855" y="42927"/>
                      <a:pt x="107975" y="26799"/>
                      <a:pt x="130282" y="26799"/>
                    </a:cubicBezTo>
                    <a:close/>
                    <a:moveTo>
                      <a:pt x="680362" y="9487"/>
                    </a:moveTo>
                    <a:lnTo>
                      <a:pt x="699108" y="9487"/>
                    </a:lnTo>
                    <a:lnTo>
                      <a:pt x="699108" y="28579"/>
                    </a:lnTo>
                    <a:lnTo>
                      <a:pt x="717144" y="28579"/>
                    </a:lnTo>
                    <a:lnTo>
                      <a:pt x="717144" y="44350"/>
                    </a:lnTo>
                    <a:lnTo>
                      <a:pt x="699108" y="44350"/>
                    </a:lnTo>
                    <a:lnTo>
                      <a:pt x="699108" y="75180"/>
                    </a:lnTo>
                    <a:cubicBezTo>
                      <a:pt x="699108" y="79687"/>
                      <a:pt x="701363" y="81584"/>
                      <a:pt x="706228" y="81584"/>
                    </a:cubicBezTo>
                    <a:cubicBezTo>
                      <a:pt x="709075" y="81584"/>
                      <a:pt x="711448" y="81347"/>
                      <a:pt x="716670" y="80398"/>
                    </a:cubicBezTo>
                    <a:lnTo>
                      <a:pt x="716670" y="98186"/>
                    </a:lnTo>
                    <a:lnTo>
                      <a:pt x="716670" y="98305"/>
                    </a:lnTo>
                    <a:cubicBezTo>
                      <a:pt x="711448" y="99609"/>
                      <a:pt x="705990" y="100439"/>
                      <a:pt x="701245" y="100439"/>
                    </a:cubicBezTo>
                    <a:cubicBezTo>
                      <a:pt x="687955" y="100439"/>
                      <a:pt x="680362" y="94153"/>
                      <a:pt x="680362" y="77908"/>
                    </a:cubicBezTo>
                    <a:lnTo>
                      <a:pt x="680362" y="44350"/>
                    </a:lnTo>
                    <a:lnTo>
                      <a:pt x="667427" y="44350"/>
                    </a:lnTo>
                    <a:lnTo>
                      <a:pt x="667427" y="28579"/>
                    </a:lnTo>
                    <a:lnTo>
                      <a:pt x="680362" y="28579"/>
                    </a:lnTo>
                    <a:close/>
                    <a:moveTo>
                      <a:pt x="353351" y="0"/>
                    </a:moveTo>
                    <a:lnTo>
                      <a:pt x="445308" y="0"/>
                    </a:lnTo>
                    <a:lnTo>
                      <a:pt x="445308" y="19922"/>
                    </a:lnTo>
                    <a:lnTo>
                      <a:pt x="409237" y="19922"/>
                    </a:lnTo>
                    <a:lnTo>
                      <a:pt x="409237" y="99609"/>
                    </a:lnTo>
                    <a:lnTo>
                      <a:pt x="389304" y="99609"/>
                    </a:lnTo>
                    <a:lnTo>
                      <a:pt x="389304" y="19922"/>
                    </a:lnTo>
                    <a:lnTo>
                      <a:pt x="353351" y="19922"/>
                    </a:lnTo>
                    <a:close/>
                    <a:moveTo>
                      <a:pt x="0" y="0"/>
                    </a:moveTo>
                    <a:lnTo>
                      <a:pt x="81278" y="0"/>
                    </a:lnTo>
                    <a:lnTo>
                      <a:pt x="81278" y="14348"/>
                    </a:lnTo>
                    <a:lnTo>
                      <a:pt x="29782" y="79568"/>
                    </a:lnTo>
                    <a:lnTo>
                      <a:pt x="81278" y="79568"/>
                    </a:lnTo>
                    <a:lnTo>
                      <a:pt x="81278" y="99491"/>
                    </a:lnTo>
                    <a:lnTo>
                      <a:pt x="0" y="99491"/>
                    </a:lnTo>
                    <a:lnTo>
                      <a:pt x="0" y="85261"/>
                    </a:lnTo>
                    <a:lnTo>
                      <a:pt x="51496" y="19922"/>
                    </a:lnTo>
                    <a:lnTo>
                      <a:pt x="0" y="199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19" tIns="45697" rIns="91419" bIns="45697" anchor="ctr" anchorCtr="0">
                <a:noAutofit/>
              </a:bodyPr>
              <a:lstStyle/>
              <a:p>
                <a:pPr marL="0" marR="0" lvl="0" indent="0" algn="l" defTabSz="228586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Tx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Century Gothic"/>
                  <a:cs typeface="Century Gothic"/>
                  <a:sym typeface="Century Gothic"/>
                </a:endParaRP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FAF12198-865B-E89E-B744-9F195595686C}"/>
                </a:ext>
              </a:extLst>
            </p:cNvPr>
            <p:cNvGrpSpPr/>
            <p:nvPr/>
          </p:nvGrpSpPr>
          <p:grpSpPr>
            <a:xfrm>
              <a:off x="59231" y="5152679"/>
              <a:ext cx="3654134" cy="656239"/>
              <a:chOff x="59231" y="5152679"/>
              <a:chExt cx="3654134" cy="656239"/>
            </a:xfrm>
          </p:grpSpPr>
          <p:pic>
            <p:nvPicPr>
              <p:cNvPr id="142" name="Google Shape;1844;p15">
                <a:extLst>
                  <a:ext uri="{FF2B5EF4-FFF2-40B4-BE49-F238E27FC236}">
                    <a16:creationId xmlns:a16="http://schemas.microsoft.com/office/drawing/2014/main" id="{9A73CFF8-40EB-B3F6-177B-EAF44FCD4440}"/>
                  </a:ext>
                </a:extLst>
              </p:cNvPr>
              <p:cNvPicPr preferRelativeResize="0"/>
              <p:nvPr/>
            </p:nvPicPr>
            <p:blipFill rotWithShape="1">
              <a:blip r:embed="rId3" cstate="print">
                <a:alphaModFix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59231" y="5152679"/>
                <a:ext cx="884351" cy="6079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44" name="Google Shape;1848;p15">
                <a:extLst>
                  <a:ext uri="{FF2B5EF4-FFF2-40B4-BE49-F238E27FC236}">
                    <a16:creationId xmlns:a16="http://schemas.microsoft.com/office/drawing/2014/main" id="{86F2AA63-4F0A-1643-0DA0-40E98B625F1D}"/>
                  </a:ext>
                </a:extLst>
              </p:cNvPr>
              <p:cNvPicPr preferRelativeResize="0"/>
              <p:nvPr/>
            </p:nvPicPr>
            <p:blipFill rotWithShape="1">
              <a:blip r:embed="rId4" cstate="print">
                <a:alphaModFix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1046851" y="5154922"/>
                <a:ext cx="980991" cy="65399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45" name="Google Shape;1849;p15">
                <a:extLst>
                  <a:ext uri="{FF2B5EF4-FFF2-40B4-BE49-F238E27FC236}">
                    <a16:creationId xmlns:a16="http://schemas.microsoft.com/office/drawing/2014/main" id="{5309B0C3-9823-14BC-A1F1-3A75C161B0B5}"/>
                  </a:ext>
                </a:extLst>
              </p:cNvPr>
              <p:cNvPicPr preferRelativeResize="0"/>
              <p:nvPr/>
            </p:nvPicPr>
            <p:blipFill rotWithShape="1">
              <a:blip r:embed="rId5" cstate="print">
                <a:alphaModFix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736190" y="5231117"/>
                <a:ext cx="544943" cy="544944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46" name="Google Shape;1850;p15" descr="A picture containing room&#10;&#10;Description automatically generated">
                <a:extLst>
                  <a:ext uri="{FF2B5EF4-FFF2-40B4-BE49-F238E27FC236}">
                    <a16:creationId xmlns:a16="http://schemas.microsoft.com/office/drawing/2014/main" id="{B65FC351-3134-7354-4C8E-5785B2B365E8}"/>
                  </a:ext>
                </a:extLst>
              </p:cNvPr>
              <p:cNvPicPr preferRelativeResize="0"/>
              <p:nvPr/>
            </p:nvPicPr>
            <p:blipFill rotWithShape="1">
              <a:blip r:embed="rId6" cstate="print">
                <a:alphaModFix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1811269" y="5224451"/>
                <a:ext cx="498637" cy="493601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47" name="Google Shape;1851;p15">
                <a:extLst>
                  <a:ext uri="{FF2B5EF4-FFF2-40B4-BE49-F238E27FC236}">
                    <a16:creationId xmlns:a16="http://schemas.microsoft.com/office/drawing/2014/main" id="{139CE7D3-5791-F076-CBF7-93E5D684E81C}"/>
                  </a:ext>
                </a:extLst>
              </p:cNvPr>
              <p:cNvSpPr txBox="1"/>
              <p:nvPr/>
            </p:nvSpPr>
            <p:spPr>
              <a:xfrm>
                <a:off x="2730892" y="5285628"/>
                <a:ext cx="982473" cy="4245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892" tIns="60929" rIns="121892" bIns="60929" anchor="t" anchorCtr="0">
                <a:noAutofit/>
              </a:bodyPr>
              <a:lstStyle/>
              <a:p>
                <a:pPr marL="0" marR="0" lvl="0" indent="0" algn="l" defTabSz="2286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1B427E"/>
                  </a:buClr>
                  <a:buSzPts val="700"/>
                  <a:buFontTx/>
                  <a:buNone/>
                  <a:tabLst/>
                  <a:defRPr/>
                </a:pPr>
                <a:r>
                  <a:rPr kumimoji="0" lang="en-US" sz="933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ea typeface="Arial"/>
                    <a:cs typeface="Arial"/>
                    <a:sym typeface="Arial"/>
                  </a:rPr>
                  <a:t>High Authority</a:t>
                </a:r>
                <a:endParaRPr kumimoji="0" sz="1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8F12EB9B-C0BA-0ACD-E884-FA1C1E06AC2D}"/>
                  </a:ext>
                </a:extLst>
              </p:cNvPr>
              <p:cNvGrpSpPr/>
              <p:nvPr/>
            </p:nvGrpSpPr>
            <p:grpSpPr>
              <a:xfrm>
                <a:off x="2345228" y="5246953"/>
                <a:ext cx="439923" cy="439923"/>
                <a:chOff x="2345228" y="5246953"/>
                <a:chExt cx="439923" cy="439923"/>
              </a:xfrm>
            </p:grpSpPr>
            <p:sp>
              <p:nvSpPr>
                <p:cNvPr id="148" name="Google Shape;1846;p15">
                  <a:extLst>
                    <a:ext uri="{FF2B5EF4-FFF2-40B4-BE49-F238E27FC236}">
                      <a16:creationId xmlns:a16="http://schemas.microsoft.com/office/drawing/2014/main" id="{2BE21188-56A0-0D11-CE38-87664DEE2380}"/>
                    </a:ext>
                  </a:extLst>
                </p:cNvPr>
                <p:cNvSpPr/>
                <p:nvPr/>
              </p:nvSpPr>
              <p:spPr>
                <a:xfrm>
                  <a:off x="2345228" y="5246953"/>
                  <a:ext cx="439923" cy="439923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>
                  <a:solidFill>
                    <a:schemeClr val="tx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121892" tIns="60929" rIns="121892" bIns="60929" anchor="ctr" anchorCtr="0">
                  <a:noAutofit/>
                </a:bodyPr>
                <a:lstStyle/>
                <a:p>
                  <a:pPr marL="0" marR="0" lvl="0" indent="0" algn="ctr" defTabSz="2286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1744"/>
                    </a:buClr>
                    <a:buSzPts val="1013"/>
                    <a:buFontTx/>
                    <a:buNone/>
                    <a:tabLst/>
                    <a:defRPr/>
                  </a:pPr>
                  <a:endParaRPr kumimoji="0" sz="1351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Arial"/>
                    <a:cs typeface="Arial"/>
                    <a:sym typeface="Arial"/>
                  </a:endParaRPr>
                </a:p>
              </p:txBody>
            </p:sp>
            <p:pic>
              <p:nvPicPr>
                <p:cNvPr id="218" name="Google Shape;1847;p15">
                  <a:extLst>
                    <a:ext uri="{FF2B5EF4-FFF2-40B4-BE49-F238E27FC236}">
                      <a16:creationId xmlns:a16="http://schemas.microsoft.com/office/drawing/2014/main" id="{53348F3F-5DB3-A9F0-6F97-DD1E399E5279}"/>
                    </a:ext>
                  </a:extLst>
                </p:cNvPr>
                <p:cNvPicPr preferRelativeResize="0"/>
                <p:nvPr/>
              </p:nvPicPr>
              <p:blipFill rotWithShape="1">
                <a:blip r:embed="rId7" cstate="print">
                  <a:alphaModFix/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 l="19121" r="19121"/>
                <a:stretch>
                  <a:fillRect/>
                </a:stretch>
              </p:blipFill>
              <p:spPr>
                <a:xfrm>
                  <a:off x="2390616" y="5290904"/>
                  <a:ext cx="358934" cy="35765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</p:grpSp>
      <p:grpSp>
        <p:nvGrpSpPr>
          <p:cNvPr id="5707" name="Group 5706">
            <a:extLst>
              <a:ext uri="{FF2B5EF4-FFF2-40B4-BE49-F238E27FC236}">
                <a16:creationId xmlns:a16="http://schemas.microsoft.com/office/drawing/2014/main" id="{39064CD6-FD6A-4991-B44D-0B0B90683333}"/>
              </a:ext>
            </a:extLst>
          </p:cNvPr>
          <p:cNvGrpSpPr/>
          <p:nvPr/>
        </p:nvGrpSpPr>
        <p:grpSpPr>
          <a:xfrm>
            <a:off x="7884670" y="4363722"/>
            <a:ext cx="779528" cy="123297"/>
            <a:chOff x="7856095" y="4614915"/>
            <a:chExt cx="779528" cy="123297"/>
          </a:xfrm>
        </p:grpSpPr>
        <p:sp>
          <p:nvSpPr>
            <p:cNvPr id="66" name="Google Shape;1767;p15">
              <a:extLst>
                <a:ext uri="{FF2B5EF4-FFF2-40B4-BE49-F238E27FC236}">
                  <a16:creationId xmlns:a16="http://schemas.microsoft.com/office/drawing/2014/main" id="{573B2DD0-2704-75BB-2CD0-A65DA2C53F08}"/>
                </a:ext>
              </a:extLst>
            </p:cNvPr>
            <p:cNvSpPr txBox="1"/>
            <p:nvPr/>
          </p:nvSpPr>
          <p:spPr>
            <a:xfrm>
              <a:off x="7856095" y="4614915"/>
              <a:ext cx="700593" cy="1232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Kuala Lumpur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5706" name="Google Shape;1821;p15">
              <a:extLst>
                <a:ext uri="{FF2B5EF4-FFF2-40B4-BE49-F238E27FC236}">
                  <a16:creationId xmlns:a16="http://schemas.microsoft.com/office/drawing/2014/main" id="{B652B4DE-5DAC-E192-82DD-44D7B75C31F7}"/>
                </a:ext>
              </a:extLst>
            </p:cNvPr>
            <p:cNvSpPr/>
            <p:nvPr/>
          </p:nvSpPr>
          <p:spPr>
            <a:xfrm>
              <a:off x="8575431" y="4654084"/>
              <a:ext cx="60192" cy="6400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317BF3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22" name="Group 5721">
            <a:extLst>
              <a:ext uri="{FF2B5EF4-FFF2-40B4-BE49-F238E27FC236}">
                <a16:creationId xmlns:a16="http://schemas.microsoft.com/office/drawing/2014/main" id="{457F8CFF-0C68-E67A-7268-5520C9D070B7}"/>
              </a:ext>
            </a:extLst>
          </p:cNvPr>
          <p:cNvGrpSpPr/>
          <p:nvPr/>
        </p:nvGrpSpPr>
        <p:grpSpPr>
          <a:xfrm>
            <a:off x="5435203" y="3076223"/>
            <a:ext cx="616936" cy="125604"/>
            <a:chOff x="5435203" y="3076223"/>
            <a:chExt cx="616936" cy="125604"/>
          </a:xfrm>
        </p:grpSpPr>
        <p:sp>
          <p:nvSpPr>
            <p:cNvPr id="129" name="Google Shape;1831;p15">
              <a:extLst>
                <a:ext uri="{FF2B5EF4-FFF2-40B4-BE49-F238E27FC236}">
                  <a16:creationId xmlns:a16="http://schemas.microsoft.com/office/drawing/2014/main" id="{9E004959-1194-1365-F9C4-5B2415B5FF8F}"/>
                </a:ext>
              </a:extLst>
            </p:cNvPr>
            <p:cNvSpPr txBox="1"/>
            <p:nvPr/>
          </p:nvSpPr>
          <p:spPr>
            <a:xfrm>
              <a:off x="5435203" y="3076223"/>
              <a:ext cx="538765" cy="1231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17BF3"/>
                </a:buClr>
                <a:buSzPts val="600"/>
                <a:buFontTx/>
                <a:buNone/>
                <a:tabLst/>
                <a:defRPr/>
              </a:pPr>
              <a:r>
                <a: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ea typeface="Arial"/>
                  <a:cs typeface="Arial"/>
                  <a:sym typeface="Arial"/>
                </a:rPr>
                <a:t>Manchester</a:t>
              </a: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  <p:sp>
          <p:nvSpPr>
            <p:cNvPr id="5721" name="Google Shape;1832;p15">
              <a:extLst>
                <a:ext uri="{FF2B5EF4-FFF2-40B4-BE49-F238E27FC236}">
                  <a16:creationId xmlns:a16="http://schemas.microsoft.com/office/drawing/2014/main" id="{DCA706D3-48CF-E72D-E32E-3CA21FB4E625}"/>
                </a:ext>
              </a:extLst>
            </p:cNvPr>
            <p:cNvSpPr/>
            <p:nvPr/>
          </p:nvSpPr>
          <p:spPr>
            <a:xfrm>
              <a:off x="5991743" y="3137819"/>
              <a:ext cx="60396" cy="6400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21892" tIns="60929" rIns="121892" bIns="60929" anchor="ctr" anchorCtr="0">
              <a:noAutofit/>
            </a:bodyPr>
            <a:lstStyle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744"/>
                </a:buClr>
                <a:buSzPts val="600"/>
                <a:buFontTx/>
                <a:buNone/>
                <a:tabLst/>
                <a:defRPr/>
              </a:pPr>
              <a:endParaRPr kumimoji="0" sz="7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781203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D08108-3DDF-55AE-5B9E-D1C89E2CC4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D2AF25-C964-FD08-2404-6864C953F4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Sets Zero Trust Branch Apart</a:t>
            </a:r>
            <a:endParaRPr lang="en-US" dirty="0">
              <a:solidFill>
                <a:schemeClr val="accent2"/>
              </a:solidFill>
            </a:endParaRPr>
          </a:p>
        </p:txBody>
      </p: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998D990-051C-6E0B-C5DD-5158E9FD8263}"/>
              </a:ext>
            </a:extLst>
          </p:cNvPr>
          <p:cNvGrpSpPr/>
          <p:nvPr/>
        </p:nvGrpSpPr>
        <p:grpSpPr>
          <a:xfrm>
            <a:off x="370819" y="1496912"/>
            <a:ext cx="2695110" cy="3864176"/>
            <a:chOff x="370819" y="1496912"/>
            <a:chExt cx="2695110" cy="3864176"/>
          </a:xfrm>
        </p:grpSpPr>
        <p:sp>
          <p:nvSpPr>
            <p:cNvPr id="15" name="Google Shape;319;p34">
              <a:extLst>
                <a:ext uri="{FF2B5EF4-FFF2-40B4-BE49-F238E27FC236}">
                  <a16:creationId xmlns:a16="http://schemas.microsoft.com/office/drawing/2014/main" id="{3532B082-0FBF-9335-B614-A949C6CDBDAD}"/>
                </a:ext>
              </a:extLst>
            </p:cNvPr>
            <p:cNvSpPr/>
            <p:nvPr/>
          </p:nvSpPr>
          <p:spPr>
            <a:xfrm>
              <a:off x="370819" y="1496912"/>
              <a:ext cx="2695110" cy="3864176"/>
            </a:xfrm>
            <a:prstGeom prst="roundRect">
              <a:avLst>
                <a:gd name="adj" fmla="val 9350"/>
              </a:avLst>
            </a:prstGeom>
            <a:solidFill>
              <a:schemeClr val="bg1">
                <a:alpha val="10000"/>
              </a:schemeClr>
            </a:solidFill>
            <a:ln w="9525" cap="flat" cmpd="sng">
              <a:solidFill>
                <a:srgbClr val="12D3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37160" tIns="137160" rIns="137160" bIns="137160" anchor="t" anchorCtr="0">
              <a:noAutofit/>
            </a:bodyPr>
            <a:lstStyle/>
            <a:p>
              <a:pPr defTabSz="1219170"/>
              <a:r>
                <a:rPr lang="en-US" sz="2200" b="1" dirty="0">
                  <a:solidFill>
                    <a:schemeClr val="accent5"/>
                  </a:solidFill>
                  <a:ea typeface="Century Gothic"/>
                  <a:cs typeface="Century Gothic"/>
                  <a:sym typeface="Century Gothic"/>
                </a:rPr>
                <a:t>Eliminates Lateral Movement </a:t>
              </a:r>
            </a:p>
          </p:txBody>
        </p:sp>
        <p:sp>
          <p:nvSpPr>
            <p:cNvPr id="16" name="Google Shape;324;p34">
              <a:extLst>
                <a:ext uri="{FF2B5EF4-FFF2-40B4-BE49-F238E27FC236}">
                  <a16:creationId xmlns:a16="http://schemas.microsoft.com/office/drawing/2014/main" id="{143AE1F5-8EBB-C108-C1FC-A0415CAD4160}"/>
                </a:ext>
              </a:extLst>
            </p:cNvPr>
            <p:cNvSpPr txBox="1"/>
            <p:nvPr/>
          </p:nvSpPr>
          <p:spPr>
            <a:xfrm>
              <a:off x="370819" y="3159737"/>
              <a:ext cx="2695110" cy="67706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82880" tIns="121900" rIns="182880" bIns="121900" anchor="t" anchorCtr="0">
              <a:spAutoFit/>
            </a:bodyPr>
            <a:lstStyle/>
            <a:p>
              <a:pPr defTabSz="1219170"/>
              <a:r>
                <a:rPr lang="en-US" sz="1400" dirty="0">
                  <a:ea typeface="Century Gothic"/>
                  <a:cs typeface="Century Gothic"/>
                  <a:sym typeface="Century Gothic"/>
                </a:rPr>
                <a:t>Connectivity is a non-routable network overlay </a:t>
              </a:r>
            </a:p>
          </p:txBody>
        </p:sp>
        <p:sp>
          <p:nvSpPr>
            <p:cNvPr id="17" name="Google Shape;3344;p302">
              <a:extLst>
                <a:ext uri="{FF2B5EF4-FFF2-40B4-BE49-F238E27FC236}">
                  <a16:creationId xmlns:a16="http://schemas.microsoft.com/office/drawing/2014/main" id="{B42A50BC-0A88-C7A1-D28E-A4DD9DB63CE9}"/>
                </a:ext>
              </a:extLst>
            </p:cNvPr>
            <p:cNvSpPr/>
            <p:nvPr/>
          </p:nvSpPr>
          <p:spPr>
            <a:xfrm>
              <a:off x="1864659" y="4276657"/>
              <a:ext cx="1026369" cy="881196"/>
            </a:xfrm>
            <a:custGeom>
              <a:avLst/>
              <a:gdLst/>
              <a:ahLst/>
              <a:cxnLst/>
              <a:rect l="l" t="t" r="r" b="b"/>
              <a:pathLst>
                <a:path w="697253" h="598670" extrusionOk="0">
                  <a:moveTo>
                    <a:pt x="279964" y="368356"/>
                  </a:moveTo>
                  <a:lnTo>
                    <a:pt x="326350" y="321969"/>
                  </a:lnTo>
                  <a:cubicBezTo>
                    <a:pt x="331970" y="316349"/>
                    <a:pt x="331970" y="307300"/>
                    <a:pt x="326350" y="301776"/>
                  </a:cubicBezTo>
                  <a:cubicBezTo>
                    <a:pt x="320731" y="296156"/>
                    <a:pt x="311682" y="296156"/>
                    <a:pt x="306157" y="301776"/>
                  </a:cubicBezTo>
                  <a:lnTo>
                    <a:pt x="259771" y="348163"/>
                  </a:lnTo>
                  <a:lnTo>
                    <a:pt x="206050" y="294442"/>
                  </a:lnTo>
                  <a:lnTo>
                    <a:pt x="252436" y="248055"/>
                  </a:lnTo>
                  <a:cubicBezTo>
                    <a:pt x="258056" y="242435"/>
                    <a:pt x="258056" y="233386"/>
                    <a:pt x="252436" y="227862"/>
                  </a:cubicBezTo>
                  <a:cubicBezTo>
                    <a:pt x="246817" y="222242"/>
                    <a:pt x="237768" y="222242"/>
                    <a:pt x="232243" y="227862"/>
                  </a:cubicBezTo>
                  <a:lnTo>
                    <a:pt x="185857" y="274249"/>
                  </a:lnTo>
                  <a:lnTo>
                    <a:pt x="155091" y="243483"/>
                  </a:lnTo>
                  <a:lnTo>
                    <a:pt x="153662" y="242054"/>
                  </a:lnTo>
                  <a:cubicBezTo>
                    <a:pt x="153662" y="242054"/>
                    <a:pt x="153662" y="242054"/>
                    <a:pt x="153662" y="242054"/>
                  </a:cubicBezTo>
                  <a:lnTo>
                    <a:pt x="137755" y="226147"/>
                  </a:lnTo>
                  <a:cubicBezTo>
                    <a:pt x="132136" y="220528"/>
                    <a:pt x="123087" y="220528"/>
                    <a:pt x="117562" y="226147"/>
                  </a:cubicBezTo>
                  <a:cubicBezTo>
                    <a:pt x="111943" y="231767"/>
                    <a:pt x="111943" y="240816"/>
                    <a:pt x="117562" y="246340"/>
                  </a:cubicBezTo>
                  <a:lnTo>
                    <a:pt x="123277" y="252055"/>
                  </a:lnTo>
                  <a:lnTo>
                    <a:pt x="76414" y="298061"/>
                  </a:lnTo>
                  <a:cubicBezTo>
                    <a:pt x="29551" y="344067"/>
                    <a:pt x="26027" y="417790"/>
                    <a:pt x="66223" y="467892"/>
                  </a:cubicBezTo>
                  <a:lnTo>
                    <a:pt x="4215" y="529900"/>
                  </a:lnTo>
                  <a:cubicBezTo>
                    <a:pt x="-1405" y="535519"/>
                    <a:pt x="-1405" y="544568"/>
                    <a:pt x="4215" y="550093"/>
                  </a:cubicBezTo>
                  <a:cubicBezTo>
                    <a:pt x="6977" y="552855"/>
                    <a:pt x="10692" y="554284"/>
                    <a:pt x="14311" y="554284"/>
                  </a:cubicBezTo>
                  <a:cubicBezTo>
                    <a:pt x="17931" y="554284"/>
                    <a:pt x="21646" y="552855"/>
                    <a:pt x="24408" y="550093"/>
                  </a:cubicBezTo>
                  <a:lnTo>
                    <a:pt x="86606" y="487894"/>
                  </a:lnTo>
                  <a:cubicBezTo>
                    <a:pt x="109561" y="506087"/>
                    <a:pt x="137374" y="515231"/>
                    <a:pt x="165283" y="515231"/>
                  </a:cubicBezTo>
                  <a:cubicBezTo>
                    <a:pt x="197382" y="515231"/>
                    <a:pt x="229386" y="503230"/>
                    <a:pt x="254056" y="479036"/>
                  </a:cubicBezTo>
                  <a:lnTo>
                    <a:pt x="302728" y="431316"/>
                  </a:lnTo>
                  <a:lnTo>
                    <a:pt x="308062" y="436650"/>
                  </a:lnTo>
                  <a:cubicBezTo>
                    <a:pt x="310825" y="439412"/>
                    <a:pt x="314539" y="440841"/>
                    <a:pt x="318159" y="440841"/>
                  </a:cubicBezTo>
                  <a:cubicBezTo>
                    <a:pt x="321778" y="440841"/>
                    <a:pt x="325493" y="439412"/>
                    <a:pt x="328255" y="436650"/>
                  </a:cubicBezTo>
                  <a:cubicBezTo>
                    <a:pt x="333875" y="431030"/>
                    <a:pt x="333875" y="421981"/>
                    <a:pt x="328255" y="416457"/>
                  </a:cubicBezTo>
                  <a:lnTo>
                    <a:pt x="280154" y="368356"/>
                  </a:lnTo>
                  <a:close/>
                  <a:moveTo>
                    <a:pt x="233863" y="458653"/>
                  </a:moveTo>
                  <a:cubicBezTo>
                    <a:pt x="195191" y="496562"/>
                    <a:pt x="132802" y="495991"/>
                    <a:pt x="94893" y="457319"/>
                  </a:cubicBezTo>
                  <a:cubicBezTo>
                    <a:pt x="56983" y="418648"/>
                    <a:pt x="57555" y="356354"/>
                    <a:pt x="96226" y="318349"/>
                  </a:cubicBezTo>
                  <a:lnTo>
                    <a:pt x="143280" y="272153"/>
                  </a:lnTo>
                  <a:lnTo>
                    <a:pt x="281964" y="411313"/>
                  </a:lnTo>
                  <a:lnTo>
                    <a:pt x="233767" y="458557"/>
                  </a:lnTo>
                  <a:close/>
                  <a:moveTo>
                    <a:pt x="225862" y="137851"/>
                  </a:moveTo>
                  <a:cubicBezTo>
                    <a:pt x="220242" y="132231"/>
                    <a:pt x="220242" y="123182"/>
                    <a:pt x="225862" y="117658"/>
                  </a:cubicBezTo>
                  <a:cubicBezTo>
                    <a:pt x="231481" y="112038"/>
                    <a:pt x="240530" y="112038"/>
                    <a:pt x="246055" y="117658"/>
                  </a:cubicBezTo>
                  <a:lnTo>
                    <a:pt x="251389" y="122992"/>
                  </a:lnTo>
                  <a:lnTo>
                    <a:pt x="300061" y="75271"/>
                  </a:lnTo>
                  <a:cubicBezTo>
                    <a:pt x="346162" y="30028"/>
                    <a:pt x="418171" y="27361"/>
                    <a:pt x="467511" y="66413"/>
                  </a:cubicBezTo>
                  <a:lnTo>
                    <a:pt x="529709" y="4215"/>
                  </a:lnTo>
                  <a:cubicBezTo>
                    <a:pt x="535329" y="-1405"/>
                    <a:pt x="544378" y="-1405"/>
                    <a:pt x="549902" y="4215"/>
                  </a:cubicBezTo>
                  <a:cubicBezTo>
                    <a:pt x="555522" y="9835"/>
                    <a:pt x="555522" y="18883"/>
                    <a:pt x="549902" y="24408"/>
                  </a:cubicBezTo>
                  <a:lnTo>
                    <a:pt x="487799" y="86511"/>
                  </a:lnTo>
                  <a:cubicBezTo>
                    <a:pt x="516088" y="121753"/>
                    <a:pt x="523708" y="169950"/>
                    <a:pt x="506849" y="212527"/>
                  </a:cubicBezTo>
                  <a:cubicBezTo>
                    <a:pt x="505611" y="215765"/>
                    <a:pt x="504182" y="218908"/>
                    <a:pt x="502658" y="222052"/>
                  </a:cubicBezTo>
                  <a:lnTo>
                    <a:pt x="499420" y="228243"/>
                  </a:lnTo>
                  <a:cubicBezTo>
                    <a:pt x="496848" y="233101"/>
                    <a:pt x="491895" y="235863"/>
                    <a:pt x="486751" y="235863"/>
                  </a:cubicBezTo>
                  <a:cubicBezTo>
                    <a:pt x="484465" y="235863"/>
                    <a:pt x="482179" y="235291"/>
                    <a:pt x="480084" y="234148"/>
                  </a:cubicBezTo>
                  <a:cubicBezTo>
                    <a:pt x="473131" y="230434"/>
                    <a:pt x="470464" y="221766"/>
                    <a:pt x="474178" y="214813"/>
                  </a:cubicBezTo>
                  <a:lnTo>
                    <a:pt x="477226" y="209002"/>
                  </a:lnTo>
                  <a:cubicBezTo>
                    <a:pt x="478274" y="207002"/>
                    <a:pt x="479322" y="204526"/>
                    <a:pt x="480274" y="202049"/>
                  </a:cubicBezTo>
                  <a:cubicBezTo>
                    <a:pt x="494562" y="165949"/>
                    <a:pt x="486275" y="124706"/>
                    <a:pt x="459034" y="96988"/>
                  </a:cubicBezTo>
                  <a:cubicBezTo>
                    <a:pt x="421124" y="58317"/>
                    <a:pt x="358735" y="57745"/>
                    <a:pt x="320064" y="95655"/>
                  </a:cubicBezTo>
                  <a:lnTo>
                    <a:pt x="271582" y="143185"/>
                  </a:lnTo>
                  <a:lnTo>
                    <a:pt x="394645" y="266248"/>
                  </a:lnTo>
                  <a:cubicBezTo>
                    <a:pt x="400264" y="271867"/>
                    <a:pt x="400264" y="280916"/>
                    <a:pt x="394645" y="286441"/>
                  </a:cubicBezTo>
                  <a:cubicBezTo>
                    <a:pt x="391882" y="289203"/>
                    <a:pt x="388168" y="290632"/>
                    <a:pt x="384548" y="290632"/>
                  </a:cubicBezTo>
                  <a:cubicBezTo>
                    <a:pt x="380929" y="290632"/>
                    <a:pt x="377214" y="289203"/>
                    <a:pt x="374452" y="286441"/>
                  </a:cubicBezTo>
                  <a:lnTo>
                    <a:pt x="225862" y="137851"/>
                  </a:lnTo>
                  <a:close/>
                  <a:moveTo>
                    <a:pt x="439126" y="519422"/>
                  </a:moveTo>
                  <a:cubicBezTo>
                    <a:pt x="445984" y="527328"/>
                    <a:pt x="445127" y="539425"/>
                    <a:pt x="437221" y="546283"/>
                  </a:cubicBezTo>
                  <a:cubicBezTo>
                    <a:pt x="433602" y="549426"/>
                    <a:pt x="429220" y="550950"/>
                    <a:pt x="424744" y="550950"/>
                  </a:cubicBezTo>
                  <a:cubicBezTo>
                    <a:pt x="419410" y="550950"/>
                    <a:pt x="414076" y="548759"/>
                    <a:pt x="410361" y="544378"/>
                  </a:cubicBezTo>
                  <a:lnTo>
                    <a:pt x="410075" y="544092"/>
                  </a:lnTo>
                  <a:cubicBezTo>
                    <a:pt x="403027" y="536281"/>
                    <a:pt x="403503" y="524280"/>
                    <a:pt x="411313" y="517136"/>
                  </a:cubicBezTo>
                  <a:cubicBezTo>
                    <a:pt x="419029" y="510088"/>
                    <a:pt x="431030" y="510469"/>
                    <a:pt x="438079" y="518184"/>
                  </a:cubicBezTo>
                  <a:lnTo>
                    <a:pt x="439126" y="519327"/>
                  </a:lnTo>
                  <a:close/>
                  <a:moveTo>
                    <a:pt x="645152" y="377595"/>
                  </a:moveTo>
                  <a:cubicBezTo>
                    <a:pt x="640199" y="368356"/>
                    <a:pt x="643342" y="356354"/>
                    <a:pt x="652582" y="351401"/>
                  </a:cubicBezTo>
                  <a:cubicBezTo>
                    <a:pt x="661821" y="346448"/>
                    <a:pt x="673156" y="349306"/>
                    <a:pt x="678204" y="358545"/>
                  </a:cubicBezTo>
                  <a:cubicBezTo>
                    <a:pt x="678204" y="358545"/>
                    <a:pt x="678585" y="359212"/>
                    <a:pt x="678585" y="359307"/>
                  </a:cubicBezTo>
                  <a:cubicBezTo>
                    <a:pt x="683538" y="368546"/>
                    <a:pt x="680109" y="380262"/>
                    <a:pt x="670870" y="385215"/>
                  </a:cubicBezTo>
                  <a:cubicBezTo>
                    <a:pt x="668012" y="386739"/>
                    <a:pt x="664869" y="387501"/>
                    <a:pt x="661726" y="387501"/>
                  </a:cubicBezTo>
                  <a:cubicBezTo>
                    <a:pt x="655058" y="387501"/>
                    <a:pt x="648581" y="383977"/>
                    <a:pt x="645152" y="377595"/>
                  </a:cubicBezTo>
                  <a:close/>
                  <a:moveTo>
                    <a:pt x="397312" y="381786"/>
                  </a:moveTo>
                  <a:cubicBezTo>
                    <a:pt x="407503" y="384453"/>
                    <a:pt x="413504" y="394930"/>
                    <a:pt x="410837" y="405122"/>
                  </a:cubicBezTo>
                  <a:cubicBezTo>
                    <a:pt x="408837" y="413980"/>
                    <a:pt x="400836" y="420076"/>
                    <a:pt x="392168" y="420076"/>
                  </a:cubicBezTo>
                  <a:cubicBezTo>
                    <a:pt x="390739" y="420076"/>
                    <a:pt x="389311" y="419886"/>
                    <a:pt x="387882" y="419600"/>
                  </a:cubicBezTo>
                  <a:cubicBezTo>
                    <a:pt x="377595" y="417219"/>
                    <a:pt x="371213" y="407218"/>
                    <a:pt x="373594" y="396931"/>
                  </a:cubicBezTo>
                  <a:lnTo>
                    <a:pt x="373975" y="395407"/>
                  </a:lnTo>
                  <a:cubicBezTo>
                    <a:pt x="376642" y="385215"/>
                    <a:pt x="387025" y="379119"/>
                    <a:pt x="397312" y="381881"/>
                  </a:cubicBezTo>
                  <a:close/>
                  <a:moveTo>
                    <a:pt x="500086" y="292918"/>
                  </a:moveTo>
                  <a:cubicBezTo>
                    <a:pt x="503801" y="302728"/>
                    <a:pt x="498848" y="313777"/>
                    <a:pt x="489037" y="317492"/>
                  </a:cubicBezTo>
                  <a:lnTo>
                    <a:pt x="488085" y="317873"/>
                  </a:lnTo>
                  <a:cubicBezTo>
                    <a:pt x="485894" y="318730"/>
                    <a:pt x="483608" y="319111"/>
                    <a:pt x="481322" y="319111"/>
                  </a:cubicBezTo>
                  <a:cubicBezTo>
                    <a:pt x="473607" y="319111"/>
                    <a:pt x="466368" y="314444"/>
                    <a:pt x="463510" y="306824"/>
                  </a:cubicBezTo>
                  <a:cubicBezTo>
                    <a:pt x="459796" y="297013"/>
                    <a:pt x="464749" y="285964"/>
                    <a:pt x="474559" y="282250"/>
                  </a:cubicBezTo>
                  <a:lnTo>
                    <a:pt x="475512" y="281869"/>
                  </a:lnTo>
                  <a:cubicBezTo>
                    <a:pt x="485323" y="278154"/>
                    <a:pt x="496372" y="283107"/>
                    <a:pt x="500086" y="292918"/>
                  </a:cubicBezTo>
                  <a:close/>
                  <a:moveTo>
                    <a:pt x="553903" y="272725"/>
                  </a:moveTo>
                  <a:cubicBezTo>
                    <a:pt x="564285" y="274249"/>
                    <a:pt x="571524" y="283869"/>
                    <a:pt x="570095" y="294251"/>
                  </a:cubicBezTo>
                  <a:cubicBezTo>
                    <a:pt x="568762" y="303776"/>
                    <a:pt x="560570" y="310634"/>
                    <a:pt x="551236" y="310634"/>
                  </a:cubicBezTo>
                  <a:cubicBezTo>
                    <a:pt x="550378" y="310634"/>
                    <a:pt x="549426" y="310634"/>
                    <a:pt x="548473" y="310444"/>
                  </a:cubicBezTo>
                  <a:cubicBezTo>
                    <a:pt x="537996" y="309205"/>
                    <a:pt x="530281" y="299776"/>
                    <a:pt x="531519" y="289298"/>
                  </a:cubicBezTo>
                  <a:cubicBezTo>
                    <a:pt x="532757" y="278821"/>
                    <a:pt x="541996" y="271296"/>
                    <a:pt x="552379" y="272534"/>
                  </a:cubicBezTo>
                  <a:lnTo>
                    <a:pt x="553903" y="272725"/>
                  </a:lnTo>
                  <a:close/>
                  <a:moveTo>
                    <a:pt x="396645" y="489037"/>
                  </a:moveTo>
                  <a:cubicBezTo>
                    <a:pt x="395216" y="489418"/>
                    <a:pt x="393787" y="489514"/>
                    <a:pt x="392359" y="489514"/>
                  </a:cubicBezTo>
                  <a:cubicBezTo>
                    <a:pt x="383691" y="489514"/>
                    <a:pt x="375880" y="483608"/>
                    <a:pt x="373785" y="474750"/>
                  </a:cubicBezTo>
                  <a:lnTo>
                    <a:pt x="373785" y="474369"/>
                  </a:lnTo>
                  <a:cubicBezTo>
                    <a:pt x="371118" y="464177"/>
                    <a:pt x="377214" y="453795"/>
                    <a:pt x="387310" y="451128"/>
                  </a:cubicBezTo>
                  <a:cubicBezTo>
                    <a:pt x="397502" y="448461"/>
                    <a:pt x="407789" y="454462"/>
                    <a:pt x="410456" y="464653"/>
                  </a:cubicBezTo>
                  <a:lnTo>
                    <a:pt x="410837" y="466177"/>
                  </a:lnTo>
                  <a:cubicBezTo>
                    <a:pt x="413218" y="476464"/>
                    <a:pt x="406837" y="486656"/>
                    <a:pt x="396550" y="489037"/>
                  </a:cubicBezTo>
                  <a:close/>
                  <a:moveTo>
                    <a:pt x="631341" y="544092"/>
                  </a:moveTo>
                  <a:cubicBezTo>
                    <a:pt x="637342" y="552760"/>
                    <a:pt x="635151" y="564571"/>
                    <a:pt x="626483" y="570571"/>
                  </a:cubicBezTo>
                  <a:lnTo>
                    <a:pt x="625721" y="571143"/>
                  </a:lnTo>
                  <a:cubicBezTo>
                    <a:pt x="622387" y="573429"/>
                    <a:pt x="618673" y="574477"/>
                    <a:pt x="614958" y="574477"/>
                  </a:cubicBezTo>
                  <a:cubicBezTo>
                    <a:pt x="608862" y="574477"/>
                    <a:pt x="602956" y="571619"/>
                    <a:pt x="599242" y="566285"/>
                  </a:cubicBezTo>
                  <a:cubicBezTo>
                    <a:pt x="593241" y="557617"/>
                    <a:pt x="595432" y="545806"/>
                    <a:pt x="604099" y="539806"/>
                  </a:cubicBezTo>
                  <a:lnTo>
                    <a:pt x="604861" y="539234"/>
                  </a:lnTo>
                  <a:cubicBezTo>
                    <a:pt x="613529" y="533233"/>
                    <a:pt x="625435" y="535424"/>
                    <a:pt x="631341" y="544092"/>
                  </a:cubicBezTo>
                  <a:close/>
                  <a:moveTo>
                    <a:pt x="631722" y="327208"/>
                  </a:moveTo>
                  <a:cubicBezTo>
                    <a:pt x="628007" y="332637"/>
                    <a:pt x="622102" y="335494"/>
                    <a:pt x="616006" y="335494"/>
                  </a:cubicBezTo>
                  <a:cubicBezTo>
                    <a:pt x="612291" y="335494"/>
                    <a:pt x="608576" y="334447"/>
                    <a:pt x="605242" y="332161"/>
                  </a:cubicBezTo>
                  <a:lnTo>
                    <a:pt x="604385" y="331589"/>
                  </a:lnTo>
                  <a:cubicBezTo>
                    <a:pt x="595717" y="325588"/>
                    <a:pt x="593527" y="313777"/>
                    <a:pt x="599527" y="305110"/>
                  </a:cubicBezTo>
                  <a:cubicBezTo>
                    <a:pt x="605528" y="296442"/>
                    <a:pt x="617339" y="294251"/>
                    <a:pt x="626007" y="300252"/>
                  </a:cubicBezTo>
                  <a:lnTo>
                    <a:pt x="626769" y="300728"/>
                  </a:lnTo>
                  <a:cubicBezTo>
                    <a:pt x="635437" y="306634"/>
                    <a:pt x="637723" y="318540"/>
                    <a:pt x="631722" y="327208"/>
                  </a:cubicBezTo>
                  <a:close/>
                  <a:moveTo>
                    <a:pt x="678394" y="511993"/>
                  </a:moveTo>
                  <a:lnTo>
                    <a:pt x="678109" y="512564"/>
                  </a:lnTo>
                  <a:cubicBezTo>
                    <a:pt x="674680" y="519136"/>
                    <a:pt x="668107" y="522851"/>
                    <a:pt x="661154" y="522851"/>
                  </a:cubicBezTo>
                  <a:cubicBezTo>
                    <a:pt x="658201" y="522851"/>
                    <a:pt x="655249" y="522184"/>
                    <a:pt x="652391" y="520756"/>
                  </a:cubicBezTo>
                  <a:cubicBezTo>
                    <a:pt x="643057" y="515898"/>
                    <a:pt x="639342" y="504468"/>
                    <a:pt x="644200" y="495133"/>
                  </a:cubicBezTo>
                  <a:lnTo>
                    <a:pt x="644866" y="493990"/>
                  </a:lnTo>
                  <a:cubicBezTo>
                    <a:pt x="649819" y="484751"/>
                    <a:pt x="661345" y="481322"/>
                    <a:pt x="670679" y="486275"/>
                  </a:cubicBezTo>
                  <a:cubicBezTo>
                    <a:pt x="679918" y="491228"/>
                    <a:pt x="683347" y="502849"/>
                    <a:pt x="678394" y="512088"/>
                  </a:cubicBezTo>
                  <a:close/>
                  <a:moveTo>
                    <a:pt x="569619" y="577429"/>
                  </a:moveTo>
                  <a:cubicBezTo>
                    <a:pt x="570762" y="587907"/>
                    <a:pt x="563332" y="597337"/>
                    <a:pt x="552855" y="598480"/>
                  </a:cubicBezTo>
                  <a:lnTo>
                    <a:pt x="551902" y="598480"/>
                  </a:lnTo>
                  <a:cubicBezTo>
                    <a:pt x="551140" y="598670"/>
                    <a:pt x="550474" y="598670"/>
                    <a:pt x="549712" y="598670"/>
                  </a:cubicBezTo>
                  <a:cubicBezTo>
                    <a:pt x="540187" y="598670"/>
                    <a:pt x="531900" y="591526"/>
                    <a:pt x="530852" y="581811"/>
                  </a:cubicBezTo>
                  <a:cubicBezTo>
                    <a:pt x="529709" y="571333"/>
                    <a:pt x="537139" y="561904"/>
                    <a:pt x="547616" y="560761"/>
                  </a:cubicBezTo>
                  <a:lnTo>
                    <a:pt x="548569" y="560761"/>
                  </a:lnTo>
                  <a:cubicBezTo>
                    <a:pt x="558951" y="559427"/>
                    <a:pt x="568476" y="566952"/>
                    <a:pt x="569619" y="577429"/>
                  </a:cubicBezTo>
                  <a:close/>
                  <a:moveTo>
                    <a:pt x="499134" y="577906"/>
                  </a:moveTo>
                  <a:cubicBezTo>
                    <a:pt x="496276" y="585526"/>
                    <a:pt x="489228" y="590383"/>
                    <a:pt x="481608" y="590383"/>
                  </a:cubicBezTo>
                  <a:cubicBezTo>
                    <a:pt x="479417" y="590383"/>
                    <a:pt x="477226" y="590002"/>
                    <a:pt x="475036" y="589145"/>
                  </a:cubicBezTo>
                  <a:lnTo>
                    <a:pt x="474083" y="588764"/>
                  </a:lnTo>
                  <a:cubicBezTo>
                    <a:pt x="464272" y="585049"/>
                    <a:pt x="459319" y="574000"/>
                    <a:pt x="463129" y="564190"/>
                  </a:cubicBezTo>
                  <a:cubicBezTo>
                    <a:pt x="466844" y="554379"/>
                    <a:pt x="477988" y="549426"/>
                    <a:pt x="487704" y="553236"/>
                  </a:cubicBezTo>
                  <a:cubicBezTo>
                    <a:pt x="497515" y="556951"/>
                    <a:pt x="502944" y="568095"/>
                    <a:pt x="499229" y="578001"/>
                  </a:cubicBezTo>
                  <a:close/>
                  <a:moveTo>
                    <a:pt x="437317" y="324731"/>
                  </a:moveTo>
                  <a:cubicBezTo>
                    <a:pt x="445222" y="331684"/>
                    <a:pt x="446175" y="343400"/>
                    <a:pt x="439317" y="351306"/>
                  </a:cubicBezTo>
                  <a:lnTo>
                    <a:pt x="438650" y="352068"/>
                  </a:lnTo>
                  <a:cubicBezTo>
                    <a:pt x="434840" y="356449"/>
                    <a:pt x="429601" y="358640"/>
                    <a:pt x="424267" y="358640"/>
                  </a:cubicBezTo>
                  <a:cubicBezTo>
                    <a:pt x="419886" y="358640"/>
                    <a:pt x="415409" y="357116"/>
                    <a:pt x="411790" y="353973"/>
                  </a:cubicBezTo>
                  <a:cubicBezTo>
                    <a:pt x="403884" y="347115"/>
                    <a:pt x="403027" y="335018"/>
                    <a:pt x="409885" y="327112"/>
                  </a:cubicBezTo>
                  <a:cubicBezTo>
                    <a:pt x="409885" y="327112"/>
                    <a:pt x="410266" y="326636"/>
                    <a:pt x="410361" y="326636"/>
                  </a:cubicBezTo>
                  <a:cubicBezTo>
                    <a:pt x="417314" y="318826"/>
                    <a:pt x="429411" y="317873"/>
                    <a:pt x="437317" y="324731"/>
                  </a:cubicBezTo>
                  <a:close/>
                  <a:moveTo>
                    <a:pt x="697254" y="436555"/>
                  </a:moveTo>
                  <a:cubicBezTo>
                    <a:pt x="697254" y="447032"/>
                    <a:pt x="688681" y="455605"/>
                    <a:pt x="678204" y="455605"/>
                  </a:cubicBezTo>
                  <a:cubicBezTo>
                    <a:pt x="667726" y="455605"/>
                    <a:pt x="659154" y="447032"/>
                    <a:pt x="659154" y="436555"/>
                  </a:cubicBezTo>
                  <a:lnTo>
                    <a:pt x="659154" y="435602"/>
                  </a:lnTo>
                  <a:cubicBezTo>
                    <a:pt x="659154" y="425125"/>
                    <a:pt x="667631" y="416266"/>
                    <a:pt x="678204" y="416266"/>
                  </a:cubicBezTo>
                  <a:cubicBezTo>
                    <a:pt x="688777" y="416266"/>
                    <a:pt x="697254" y="424553"/>
                    <a:pt x="697254" y="435031"/>
                  </a:cubicBezTo>
                  <a:lnTo>
                    <a:pt x="697254" y="435031"/>
                  </a:lnTo>
                  <a:cubicBezTo>
                    <a:pt x="697254" y="435031"/>
                    <a:pt x="697254" y="436555"/>
                    <a:pt x="697254" y="436555"/>
                  </a:cubicBezTo>
                  <a:close/>
                  <a:moveTo>
                    <a:pt x="602385" y="400931"/>
                  </a:moveTo>
                  <a:lnTo>
                    <a:pt x="522089" y="489418"/>
                  </a:lnTo>
                  <a:cubicBezTo>
                    <a:pt x="519422" y="492276"/>
                    <a:pt x="515803" y="493990"/>
                    <a:pt x="511897" y="494086"/>
                  </a:cubicBezTo>
                  <a:cubicBezTo>
                    <a:pt x="511802" y="494086"/>
                    <a:pt x="511612" y="494086"/>
                    <a:pt x="511516" y="494086"/>
                  </a:cubicBezTo>
                  <a:cubicBezTo>
                    <a:pt x="507706" y="494086"/>
                    <a:pt x="504087" y="492562"/>
                    <a:pt x="501420" y="489895"/>
                  </a:cubicBezTo>
                  <a:lnTo>
                    <a:pt x="460558" y="449223"/>
                  </a:lnTo>
                  <a:cubicBezTo>
                    <a:pt x="454938" y="443698"/>
                    <a:pt x="454938" y="434650"/>
                    <a:pt x="460558" y="429030"/>
                  </a:cubicBezTo>
                  <a:cubicBezTo>
                    <a:pt x="466177" y="423410"/>
                    <a:pt x="475226" y="423410"/>
                    <a:pt x="480751" y="429030"/>
                  </a:cubicBezTo>
                  <a:lnTo>
                    <a:pt x="511040" y="459129"/>
                  </a:lnTo>
                  <a:lnTo>
                    <a:pt x="581239" y="381786"/>
                  </a:lnTo>
                  <a:cubicBezTo>
                    <a:pt x="586573" y="375880"/>
                    <a:pt x="595622" y="375499"/>
                    <a:pt x="601432" y="380833"/>
                  </a:cubicBezTo>
                  <a:cubicBezTo>
                    <a:pt x="607243" y="386167"/>
                    <a:pt x="607719" y="395216"/>
                    <a:pt x="602385" y="401026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000000"/>
                </a:solidFill>
                <a:latin typeface="Century Gothic"/>
                <a:ea typeface="Century Gothic"/>
                <a:cs typeface="Century Gothic"/>
                <a:sym typeface="Century Gothic"/>
              </a:endParaRP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1C14B971-2BCE-4D37-1A29-0410BC1BCBAF}"/>
              </a:ext>
            </a:extLst>
          </p:cNvPr>
          <p:cNvGrpSpPr/>
          <p:nvPr/>
        </p:nvGrpSpPr>
        <p:grpSpPr>
          <a:xfrm>
            <a:off x="3289235" y="1496912"/>
            <a:ext cx="2695111" cy="3864176"/>
            <a:chOff x="3289235" y="1496912"/>
            <a:chExt cx="2695111" cy="3864176"/>
          </a:xfrm>
        </p:grpSpPr>
        <p:sp>
          <p:nvSpPr>
            <p:cNvPr id="201" name="Google Shape;319;p34">
              <a:extLst>
                <a:ext uri="{FF2B5EF4-FFF2-40B4-BE49-F238E27FC236}">
                  <a16:creationId xmlns:a16="http://schemas.microsoft.com/office/drawing/2014/main" id="{6A83563A-FF51-EC7C-80BB-D3FA692652F2}"/>
                </a:ext>
              </a:extLst>
            </p:cNvPr>
            <p:cNvSpPr/>
            <p:nvPr/>
          </p:nvSpPr>
          <p:spPr>
            <a:xfrm>
              <a:off x="3289236" y="1496912"/>
              <a:ext cx="2695110" cy="3864176"/>
            </a:xfrm>
            <a:prstGeom prst="roundRect">
              <a:avLst>
                <a:gd name="adj" fmla="val 9350"/>
              </a:avLst>
            </a:prstGeom>
            <a:solidFill>
              <a:schemeClr val="bg1">
                <a:alpha val="10000"/>
              </a:schemeClr>
            </a:solidFill>
            <a:ln w="9525" cap="flat" cmpd="sng">
              <a:solidFill>
                <a:srgbClr val="12D3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37160" tIns="137160" rIns="137160" bIns="137160" anchor="t" anchorCtr="0">
              <a:noAutofit/>
            </a:bodyPr>
            <a:lstStyle/>
            <a:p>
              <a:pPr defTabSz="1219170"/>
              <a:r>
                <a:rPr lang="en-US" sz="2200" b="1" dirty="0">
                  <a:solidFill>
                    <a:schemeClr val="accent5"/>
                  </a:solidFill>
                  <a:ea typeface="Century Gothic"/>
                  <a:cs typeface="Century Gothic"/>
                  <a:sym typeface="Century Gothic"/>
                </a:rPr>
                <a:t>Reduces Operational Complexity </a:t>
              </a:r>
              <a:br>
                <a:rPr lang="en-US" sz="2200" b="1" dirty="0">
                  <a:solidFill>
                    <a:schemeClr val="accent5"/>
                  </a:solidFill>
                  <a:ea typeface="Century Gothic"/>
                  <a:cs typeface="Century Gothic"/>
                  <a:sym typeface="Century Gothic"/>
                </a:rPr>
              </a:br>
              <a:r>
                <a:rPr lang="en-US" sz="2200" b="1" dirty="0">
                  <a:solidFill>
                    <a:schemeClr val="accent5"/>
                  </a:solidFill>
                  <a:ea typeface="Century Gothic"/>
                  <a:cs typeface="Century Gothic"/>
                  <a:sym typeface="Century Gothic"/>
                </a:rPr>
                <a:t>and Cost </a:t>
              </a:r>
            </a:p>
          </p:txBody>
        </p:sp>
        <p:sp>
          <p:nvSpPr>
            <p:cNvPr id="202" name="Google Shape;324;p34">
              <a:extLst>
                <a:ext uri="{FF2B5EF4-FFF2-40B4-BE49-F238E27FC236}">
                  <a16:creationId xmlns:a16="http://schemas.microsoft.com/office/drawing/2014/main" id="{473F5980-573C-A534-3469-B0FACB1A25A6}"/>
                </a:ext>
              </a:extLst>
            </p:cNvPr>
            <p:cNvSpPr txBox="1"/>
            <p:nvPr/>
          </p:nvSpPr>
          <p:spPr>
            <a:xfrm>
              <a:off x="3289235" y="3159737"/>
              <a:ext cx="2695110" cy="67706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82880" tIns="121900" rIns="182880" bIns="121900" anchor="t" anchorCtr="0">
              <a:spAutoFit/>
            </a:bodyPr>
            <a:lstStyle/>
            <a:p>
              <a:pPr defTabSz="1219170"/>
              <a:r>
                <a:rPr lang="en-US" sz="1400" dirty="0">
                  <a:ea typeface="Century Gothic"/>
                  <a:cs typeface="Century Gothic"/>
                  <a:sym typeface="Century Gothic"/>
                </a:rPr>
                <a:t>Eliminates DC / Cloud DMZs, site-to-site VPNs</a:t>
              </a:r>
            </a:p>
          </p:txBody>
        </p:sp>
        <p:sp>
          <p:nvSpPr>
            <p:cNvPr id="207" name="Google Shape;3338;p302">
              <a:extLst>
                <a:ext uri="{FF2B5EF4-FFF2-40B4-BE49-F238E27FC236}">
                  <a16:creationId xmlns:a16="http://schemas.microsoft.com/office/drawing/2014/main" id="{6429A656-D60E-EE41-600A-23449B886438}"/>
                </a:ext>
              </a:extLst>
            </p:cNvPr>
            <p:cNvSpPr/>
            <p:nvPr/>
          </p:nvSpPr>
          <p:spPr>
            <a:xfrm>
              <a:off x="4917766" y="4383546"/>
              <a:ext cx="906093" cy="774307"/>
            </a:xfrm>
            <a:custGeom>
              <a:avLst/>
              <a:gdLst/>
              <a:ahLst/>
              <a:cxnLst/>
              <a:rect l="l" t="t" r="r" b="b"/>
              <a:pathLst>
                <a:path w="650001" h="555499" extrusionOk="0">
                  <a:moveTo>
                    <a:pt x="515589" y="203263"/>
                  </a:moveTo>
                  <a:lnTo>
                    <a:pt x="514732" y="200406"/>
                  </a:lnTo>
                  <a:cubicBezTo>
                    <a:pt x="471964" y="69550"/>
                    <a:pt x="331214" y="-1859"/>
                    <a:pt x="200358" y="40909"/>
                  </a:cubicBezTo>
                  <a:cubicBezTo>
                    <a:pt x="69502" y="83676"/>
                    <a:pt x="-1907" y="224426"/>
                    <a:pt x="40860" y="355282"/>
                  </a:cubicBezTo>
                  <a:cubicBezTo>
                    <a:pt x="74354" y="457762"/>
                    <a:pt x="169936" y="527094"/>
                    <a:pt x="277750" y="527114"/>
                  </a:cubicBezTo>
                  <a:cubicBezTo>
                    <a:pt x="316088" y="527232"/>
                    <a:pt x="353923" y="518392"/>
                    <a:pt x="388240" y="501301"/>
                  </a:cubicBezTo>
                  <a:lnTo>
                    <a:pt x="393669" y="498538"/>
                  </a:lnTo>
                  <a:cubicBezTo>
                    <a:pt x="400802" y="495164"/>
                    <a:pt x="409320" y="498210"/>
                    <a:pt x="412694" y="505343"/>
                  </a:cubicBezTo>
                  <a:cubicBezTo>
                    <a:pt x="415861" y="512034"/>
                    <a:pt x="413391" y="520036"/>
                    <a:pt x="407004" y="523780"/>
                  </a:cubicBezTo>
                  <a:lnTo>
                    <a:pt x="400908" y="526923"/>
                  </a:lnTo>
                  <a:cubicBezTo>
                    <a:pt x="362628" y="545874"/>
                    <a:pt x="320464" y="555657"/>
                    <a:pt x="277750" y="555498"/>
                  </a:cubicBezTo>
                  <a:cubicBezTo>
                    <a:pt x="124354" y="555498"/>
                    <a:pt x="1" y="431146"/>
                    <a:pt x="0" y="277750"/>
                  </a:cubicBezTo>
                  <a:cubicBezTo>
                    <a:pt x="0" y="124354"/>
                    <a:pt x="124352" y="0"/>
                    <a:pt x="277748" y="0"/>
                  </a:cubicBezTo>
                  <a:cubicBezTo>
                    <a:pt x="397933" y="0"/>
                    <a:pt x="504483" y="77298"/>
                    <a:pt x="541783" y="191548"/>
                  </a:cubicBezTo>
                  <a:lnTo>
                    <a:pt x="542831" y="194786"/>
                  </a:lnTo>
                  <a:cubicBezTo>
                    <a:pt x="545172" y="202335"/>
                    <a:pt x="540950" y="210352"/>
                    <a:pt x="533401" y="212693"/>
                  </a:cubicBezTo>
                  <a:cubicBezTo>
                    <a:pt x="525852" y="215035"/>
                    <a:pt x="517835" y="210812"/>
                    <a:pt x="515494" y="203263"/>
                  </a:cubicBezTo>
                  <a:close/>
                  <a:moveTo>
                    <a:pt x="522161" y="279463"/>
                  </a:moveTo>
                  <a:cubicBezTo>
                    <a:pt x="522161" y="289985"/>
                    <a:pt x="530690" y="298513"/>
                    <a:pt x="541212" y="298513"/>
                  </a:cubicBezTo>
                  <a:cubicBezTo>
                    <a:pt x="551733" y="298513"/>
                    <a:pt x="560262" y="289985"/>
                    <a:pt x="560262" y="279463"/>
                  </a:cubicBezTo>
                  <a:lnTo>
                    <a:pt x="560262" y="278987"/>
                  </a:lnTo>
                  <a:cubicBezTo>
                    <a:pt x="560262" y="268466"/>
                    <a:pt x="551733" y="259937"/>
                    <a:pt x="541212" y="259937"/>
                  </a:cubicBezTo>
                  <a:cubicBezTo>
                    <a:pt x="530690" y="259929"/>
                    <a:pt x="522155" y="268451"/>
                    <a:pt x="522146" y="278972"/>
                  </a:cubicBezTo>
                  <a:cubicBezTo>
                    <a:pt x="522146" y="279231"/>
                    <a:pt x="522151" y="279490"/>
                    <a:pt x="522161" y="279749"/>
                  </a:cubicBezTo>
                  <a:close/>
                  <a:moveTo>
                    <a:pt x="560262" y="398907"/>
                  </a:moveTo>
                  <a:cubicBezTo>
                    <a:pt x="560003" y="388572"/>
                    <a:pt x="551549" y="380330"/>
                    <a:pt x="541212" y="380333"/>
                  </a:cubicBezTo>
                  <a:cubicBezTo>
                    <a:pt x="530690" y="380333"/>
                    <a:pt x="522161" y="388862"/>
                    <a:pt x="522161" y="399383"/>
                  </a:cubicBezTo>
                  <a:cubicBezTo>
                    <a:pt x="522161" y="409905"/>
                    <a:pt x="530690" y="418433"/>
                    <a:pt x="541212" y="418433"/>
                  </a:cubicBezTo>
                  <a:cubicBezTo>
                    <a:pt x="551733" y="418433"/>
                    <a:pt x="560262" y="409905"/>
                    <a:pt x="560262" y="399383"/>
                  </a:cubicBezTo>
                  <a:close/>
                  <a:moveTo>
                    <a:pt x="560262" y="338804"/>
                  </a:moveTo>
                  <a:cubicBezTo>
                    <a:pt x="560262" y="328283"/>
                    <a:pt x="551733" y="319754"/>
                    <a:pt x="541212" y="319754"/>
                  </a:cubicBezTo>
                  <a:cubicBezTo>
                    <a:pt x="530690" y="319754"/>
                    <a:pt x="522161" y="328283"/>
                    <a:pt x="522161" y="338804"/>
                  </a:cubicBezTo>
                  <a:cubicBezTo>
                    <a:pt x="522161" y="349326"/>
                    <a:pt x="530690" y="357854"/>
                    <a:pt x="541212" y="357854"/>
                  </a:cubicBezTo>
                  <a:cubicBezTo>
                    <a:pt x="551733" y="357854"/>
                    <a:pt x="560262" y="349326"/>
                    <a:pt x="560262" y="338804"/>
                  </a:cubicBezTo>
                  <a:close/>
                  <a:moveTo>
                    <a:pt x="541212" y="440246"/>
                  </a:moveTo>
                  <a:cubicBezTo>
                    <a:pt x="530690" y="440246"/>
                    <a:pt x="522161" y="448774"/>
                    <a:pt x="522161" y="459296"/>
                  </a:cubicBezTo>
                  <a:cubicBezTo>
                    <a:pt x="522161" y="469817"/>
                    <a:pt x="530690" y="478346"/>
                    <a:pt x="541212" y="478346"/>
                  </a:cubicBezTo>
                  <a:cubicBezTo>
                    <a:pt x="551733" y="478346"/>
                    <a:pt x="560262" y="469817"/>
                    <a:pt x="560262" y="459296"/>
                  </a:cubicBezTo>
                  <a:lnTo>
                    <a:pt x="560262" y="459296"/>
                  </a:lnTo>
                  <a:cubicBezTo>
                    <a:pt x="560105" y="448887"/>
                    <a:pt x="551622" y="440530"/>
                    <a:pt x="541212" y="440531"/>
                  </a:cubicBezTo>
                  <a:close/>
                  <a:moveTo>
                    <a:pt x="644462" y="433007"/>
                  </a:moveTo>
                  <a:cubicBezTo>
                    <a:pt x="636966" y="425625"/>
                    <a:pt x="624905" y="425717"/>
                    <a:pt x="617523" y="433213"/>
                  </a:cubicBezTo>
                  <a:cubicBezTo>
                    <a:pt x="610140" y="440709"/>
                    <a:pt x="610233" y="452771"/>
                    <a:pt x="617729" y="460153"/>
                  </a:cubicBezTo>
                  <a:cubicBezTo>
                    <a:pt x="625144" y="467456"/>
                    <a:pt x="637047" y="467456"/>
                    <a:pt x="644462" y="460153"/>
                  </a:cubicBezTo>
                  <a:lnTo>
                    <a:pt x="644462" y="460153"/>
                  </a:lnTo>
                  <a:cubicBezTo>
                    <a:pt x="651848" y="452722"/>
                    <a:pt x="651848" y="440723"/>
                    <a:pt x="644462" y="433292"/>
                  </a:cubicBezTo>
                  <a:close/>
                  <a:moveTo>
                    <a:pt x="572453" y="478250"/>
                  </a:moveTo>
                  <a:cubicBezTo>
                    <a:pt x="565010" y="485686"/>
                    <a:pt x="565003" y="497747"/>
                    <a:pt x="572438" y="505191"/>
                  </a:cubicBezTo>
                  <a:cubicBezTo>
                    <a:pt x="572444" y="505197"/>
                    <a:pt x="572449" y="505201"/>
                    <a:pt x="572453" y="505206"/>
                  </a:cubicBezTo>
                  <a:cubicBezTo>
                    <a:pt x="576025" y="508748"/>
                    <a:pt x="580854" y="510734"/>
                    <a:pt x="585884" y="510730"/>
                  </a:cubicBezTo>
                  <a:cubicBezTo>
                    <a:pt x="590947" y="510760"/>
                    <a:pt x="595814" y="508772"/>
                    <a:pt x="599409" y="505206"/>
                  </a:cubicBezTo>
                  <a:lnTo>
                    <a:pt x="599981" y="504539"/>
                  </a:lnTo>
                  <a:cubicBezTo>
                    <a:pt x="607180" y="497144"/>
                    <a:pt x="607180" y="485361"/>
                    <a:pt x="599981" y="477965"/>
                  </a:cubicBezTo>
                  <a:cubicBezTo>
                    <a:pt x="592552" y="470514"/>
                    <a:pt x="580491" y="470496"/>
                    <a:pt x="573040" y="477924"/>
                  </a:cubicBezTo>
                  <a:cubicBezTo>
                    <a:pt x="572840" y="478124"/>
                    <a:pt x="572645" y="478327"/>
                    <a:pt x="572453" y="478536"/>
                  </a:cubicBezTo>
                  <a:close/>
                  <a:moveTo>
                    <a:pt x="547974" y="518351"/>
                  </a:moveTo>
                  <a:cubicBezTo>
                    <a:pt x="540912" y="515633"/>
                    <a:pt x="532912" y="517353"/>
                    <a:pt x="527591" y="522732"/>
                  </a:cubicBezTo>
                  <a:cubicBezTo>
                    <a:pt x="520095" y="530114"/>
                    <a:pt x="520002" y="542175"/>
                    <a:pt x="527384" y="549672"/>
                  </a:cubicBezTo>
                  <a:cubicBezTo>
                    <a:pt x="527453" y="549741"/>
                    <a:pt x="527521" y="549810"/>
                    <a:pt x="527591" y="549878"/>
                  </a:cubicBezTo>
                  <a:cubicBezTo>
                    <a:pt x="531147" y="553456"/>
                    <a:pt x="535977" y="555477"/>
                    <a:pt x="541021" y="555498"/>
                  </a:cubicBezTo>
                  <a:cubicBezTo>
                    <a:pt x="546098" y="555502"/>
                    <a:pt x="550967" y="553479"/>
                    <a:pt x="554546" y="549878"/>
                  </a:cubicBezTo>
                  <a:lnTo>
                    <a:pt x="554546" y="549878"/>
                  </a:lnTo>
                  <a:cubicBezTo>
                    <a:pt x="561869" y="542459"/>
                    <a:pt x="561869" y="530532"/>
                    <a:pt x="554546" y="523113"/>
                  </a:cubicBezTo>
                  <a:cubicBezTo>
                    <a:pt x="552684" y="521188"/>
                    <a:pt x="550448" y="519664"/>
                    <a:pt x="547974" y="518636"/>
                  </a:cubicBezTo>
                  <a:close/>
                  <a:moveTo>
                    <a:pt x="482442" y="477869"/>
                  </a:moveTo>
                  <a:cubicBezTo>
                    <a:pt x="474998" y="485304"/>
                    <a:pt x="474992" y="497366"/>
                    <a:pt x="482427" y="504810"/>
                  </a:cubicBezTo>
                  <a:cubicBezTo>
                    <a:pt x="482433" y="504816"/>
                    <a:pt x="482437" y="504820"/>
                    <a:pt x="482442" y="504825"/>
                  </a:cubicBezTo>
                  <a:lnTo>
                    <a:pt x="483109" y="505492"/>
                  </a:lnTo>
                  <a:cubicBezTo>
                    <a:pt x="486532" y="508954"/>
                    <a:pt x="491195" y="510908"/>
                    <a:pt x="496063" y="510921"/>
                  </a:cubicBezTo>
                  <a:cubicBezTo>
                    <a:pt x="506581" y="511154"/>
                    <a:pt x="515298" y="502817"/>
                    <a:pt x="515531" y="492299"/>
                  </a:cubicBezTo>
                  <a:cubicBezTo>
                    <a:pt x="515653" y="486831"/>
                    <a:pt x="513418" y="481575"/>
                    <a:pt x="509398" y="477869"/>
                  </a:cubicBezTo>
                  <a:cubicBezTo>
                    <a:pt x="501963" y="470425"/>
                    <a:pt x="489901" y="470419"/>
                    <a:pt x="482457" y="477854"/>
                  </a:cubicBezTo>
                  <a:cubicBezTo>
                    <a:pt x="482452" y="477860"/>
                    <a:pt x="482447" y="477864"/>
                    <a:pt x="482442" y="477869"/>
                  </a:cubicBezTo>
                  <a:close/>
                  <a:moveTo>
                    <a:pt x="437865" y="433102"/>
                  </a:moveTo>
                  <a:cubicBezTo>
                    <a:pt x="430421" y="440537"/>
                    <a:pt x="430415" y="452598"/>
                    <a:pt x="437850" y="460042"/>
                  </a:cubicBezTo>
                  <a:cubicBezTo>
                    <a:pt x="437856" y="460048"/>
                    <a:pt x="437860" y="460053"/>
                    <a:pt x="437865" y="460057"/>
                  </a:cubicBezTo>
                  <a:lnTo>
                    <a:pt x="437865" y="460057"/>
                  </a:lnTo>
                  <a:cubicBezTo>
                    <a:pt x="441413" y="463577"/>
                    <a:pt x="446202" y="465561"/>
                    <a:pt x="451200" y="465582"/>
                  </a:cubicBezTo>
                  <a:cubicBezTo>
                    <a:pt x="461720" y="465410"/>
                    <a:pt x="470108" y="456742"/>
                    <a:pt x="469935" y="446222"/>
                  </a:cubicBezTo>
                  <a:cubicBezTo>
                    <a:pt x="469763" y="435703"/>
                    <a:pt x="461096" y="427314"/>
                    <a:pt x="450575" y="427487"/>
                  </a:cubicBezTo>
                  <a:cubicBezTo>
                    <a:pt x="445802" y="427566"/>
                    <a:pt x="441232" y="429433"/>
                    <a:pt x="437770" y="432721"/>
                  </a:cubicBezTo>
                  <a:close/>
                  <a:moveTo>
                    <a:pt x="290037" y="187357"/>
                  </a:moveTo>
                  <a:lnTo>
                    <a:pt x="290037" y="263557"/>
                  </a:lnTo>
                  <a:lnTo>
                    <a:pt x="307182" y="263557"/>
                  </a:lnTo>
                  <a:cubicBezTo>
                    <a:pt x="344006" y="263557"/>
                    <a:pt x="373857" y="293408"/>
                    <a:pt x="373857" y="330232"/>
                  </a:cubicBezTo>
                  <a:cubicBezTo>
                    <a:pt x="373857" y="367055"/>
                    <a:pt x="344006" y="396907"/>
                    <a:pt x="307182" y="396907"/>
                  </a:cubicBezTo>
                  <a:lnTo>
                    <a:pt x="290037" y="396907"/>
                  </a:lnTo>
                  <a:lnTo>
                    <a:pt x="290037" y="420719"/>
                  </a:lnTo>
                  <a:cubicBezTo>
                    <a:pt x="290037" y="428610"/>
                    <a:pt x="283640" y="435007"/>
                    <a:pt x="275750" y="435007"/>
                  </a:cubicBezTo>
                  <a:cubicBezTo>
                    <a:pt x="267859" y="435007"/>
                    <a:pt x="261462" y="428610"/>
                    <a:pt x="261462" y="420719"/>
                  </a:cubicBezTo>
                  <a:lnTo>
                    <a:pt x="261462" y="396907"/>
                  </a:lnTo>
                  <a:lnTo>
                    <a:pt x="195930" y="396907"/>
                  </a:lnTo>
                  <a:cubicBezTo>
                    <a:pt x="188040" y="396907"/>
                    <a:pt x="181643" y="390510"/>
                    <a:pt x="181643" y="382619"/>
                  </a:cubicBezTo>
                  <a:cubicBezTo>
                    <a:pt x="181643" y="374729"/>
                    <a:pt x="188040" y="368332"/>
                    <a:pt x="195930" y="368332"/>
                  </a:cubicBezTo>
                  <a:lnTo>
                    <a:pt x="261462" y="368332"/>
                  </a:lnTo>
                  <a:lnTo>
                    <a:pt x="261462" y="292132"/>
                  </a:lnTo>
                  <a:lnTo>
                    <a:pt x="248222" y="292132"/>
                  </a:lnTo>
                  <a:cubicBezTo>
                    <a:pt x="211399" y="292132"/>
                    <a:pt x="181547" y="262280"/>
                    <a:pt x="181547" y="225457"/>
                  </a:cubicBezTo>
                  <a:cubicBezTo>
                    <a:pt x="181547" y="188633"/>
                    <a:pt x="211399" y="158782"/>
                    <a:pt x="248222" y="158782"/>
                  </a:cubicBezTo>
                  <a:lnTo>
                    <a:pt x="261462" y="158782"/>
                  </a:lnTo>
                  <a:lnTo>
                    <a:pt x="261462" y="134969"/>
                  </a:lnTo>
                  <a:cubicBezTo>
                    <a:pt x="261462" y="127079"/>
                    <a:pt x="267859" y="120682"/>
                    <a:pt x="275750" y="120682"/>
                  </a:cubicBezTo>
                  <a:cubicBezTo>
                    <a:pt x="283640" y="120682"/>
                    <a:pt x="290037" y="127079"/>
                    <a:pt x="290037" y="134969"/>
                  </a:cubicBezTo>
                  <a:lnTo>
                    <a:pt x="290037" y="158782"/>
                  </a:lnTo>
                  <a:lnTo>
                    <a:pt x="359474" y="158782"/>
                  </a:lnTo>
                  <a:cubicBezTo>
                    <a:pt x="367365" y="158782"/>
                    <a:pt x="373762" y="165179"/>
                    <a:pt x="373762" y="173069"/>
                  </a:cubicBezTo>
                  <a:cubicBezTo>
                    <a:pt x="373762" y="180960"/>
                    <a:pt x="367365" y="187357"/>
                    <a:pt x="359474" y="187357"/>
                  </a:cubicBezTo>
                  <a:close/>
                  <a:moveTo>
                    <a:pt x="290037" y="292132"/>
                  </a:moveTo>
                  <a:lnTo>
                    <a:pt x="290037" y="368332"/>
                  </a:lnTo>
                  <a:lnTo>
                    <a:pt x="307182" y="368332"/>
                  </a:lnTo>
                  <a:cubicBezTo>
                    <a:pt x="328224" y="368332"/>
                    <a:pt x="345282" y="351273"/>
                    <a:pt x="345282" y="330232"/>
                  </a:cubicBezTo>
                  <a:cubicBezTo>
                    <a:pt x="345282" y="309190"/>
                    <a:pt x="328224" y="292132"/>
                    <a:pt x="307182" y="292132"/>
                  </a:cubicBezTo>
                  <a:close/>
                  <a:moveTo>
                    <a:pt x="261462" y="187357"/>
                  </a:moveTo>
                  <a:lnTo>
                    <a:pt x="248222" y="187357"/>
                  </a:lnTo>
                  <a:cubicBezTo>
                    <a:pt x="227181" y="187357"/>
                    <a:pt x="210122" y="204415"/>
                    <a:pt x="210122" y="225457"/>
                  </a:cubicBezTo>
                  <a:cubicBezTo>
                    <a:pt x="210122" y="246498"/>
                    <a:pt x="227181" y="263557"/>
                    <a:pt x="248222" y="263557"/>
                  </a:cubicBezTo>
                  <a:lnTo>
                    <a:pt x="261462" y="263557"/>
                  </a:ln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000000"/>
                </a:solidFill>
                <a:latin typeface="Century Gothic"/>
                <a:ea typeface="Century Gothic"/>
                <a:cs typeface="Century Gothic"/>
                <a:sym typeface="Century Gothic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289A2E64-AC35-765A-D50C-580D264C75BF}"/>
              </a:ext>
            </a:extLst>
          </p:cNvPr>
          <p:cNvGrpSpPr/>
          <p:nvPr/>
        </p:nvGrpSpPr>
        <p:grpSpPr>
          <a:xfrm>
            <a:off x="6207652" y="1496912"/>
            <a:ext cx="2695111" cy="3864176"/>
            <a:chOff x="6207652" y="1496912"/>
            <a:chExt cx="2695111" cy="3864176"/>
          </a:xfrm>
        </p:grpSpPr>
        <p:sp>
          <p:nvSpPr>
            <p:cNvPr id="203" name="Google Shape;319;p34">
              <a:extLst>
                <a:ext uri="{FF2B5EF4-FFF2-40B4-BE49-F238E27FC236}">
                  <a16:creationId xmlns:a16="http://schemas.microsoft.com/office/drawing/2014/main" id="{80F63831-F496-AC62-24FE-0A96193AEA5F}"/>
                </a:ext>
              </a:extLst>
            </p:cNvPr>
            <p:cNvSpPr/>
            <p:nvPr/>
          </p:nvSpPr>
          <p:spPr>
            <a:xfrm>
              <a:off x="6207653" y="1496912"/>
              <a:ext cx="2695110" cy="3864176"/>
            </a:xfrm>
            <a:prstGeom prst="roundRect">
              <a:avLst>
                <a:gd name="adj" fmla="val 9350"/>
              </a:avLst>
            </a:prstGeom>
            <a:solidFill>
              <a:schemeClr val="bg1">
                <a:alpha val="10000"/>
              </a:schemeClr>
            </a:solidFill>
            <a:ln w="9525" cap="flat" cmpd="sng">
              <a:solidFill>
                <a:srgbClr val="12D3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37160" tIns="137160" rIns="45720" bIns="137160" anchor="t" anchorCtr="0">
              <a:noAutofit/>
            </a:bodyPr>
            <a:lstStyle/>
            <a:p>
              <a:pPr defTabSz="1219170"/>
              <a:r>
                <a:rPr lang="en-US" sz="2200" b="1" dirty="0">
                  <a:solidFill>
                    <a:schemeClr val="accent5"/>
                  </a:solidFill>
                  <a:ea typeface="Century Gothic"/>
                  <a:cs typeface="Century Gothic"/>
                  <a:sym typeface="Century Gothic"/>
                </a:rPr>
                <a:t>Secures All Communications</a:t>
              </a:r>
            </a:p>
          </p:txBody>
        </p:sp>
        <p:sp>
          <p:nvSpPr>
            <p:cNvPr id="204" name="Google Shape;324;p34">
              <a:extLst>
                <a:ext uri="{FF2B5EF4-FFF2-40B4-BE49-F238E27FC236}">
                  <a16:creationId xmlns:a16="http://schemas.microsoft.com/office/drawing/2014/main" id="{0AC64522-4BD5-A271-8BB2-4AAF4F6862A3}"/>
                </a:ext>
              </a:extLst>
            </p:cNvPr>
            <p:cNvSpPr txBox="1"/>
            <p:nvPr/>
          </p:nvSpPr>
          <p:spPr>
            <a:xfrm>
              <a:off x="6207652" y="3159737"/>
              <a:ext cx="2695111" cy="110795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82880" tIns="121900" rIns="182880" bIns="121900" anchor="t" anchorCtr="0">
              <a:spAutoFit/>
            </a:bodyPr>
            <a:lstStyle/>
            <a:p>
              <a:pPr defTabSz="1219170"/>
              <a:r>
                <a:rPr lang="en-US" sz="1400" dirty="0">
                  <a:ea typeface="Century Gothic"/>
                  <a:cs typeface="Century Gothic"/>
                  <a:sym typeface="Century Gothic"/>
                </a:rPr>
                <a:t>External communication between branches and internal communication within the same branch</a:t>
              </a:r>
            </a:p>
          </p:txBody>
        </p:sp>
        <p:sp>
          <p:nvSpPr>
            <p:cNvPr id="208" name="Google Shape;3341;p302">
              <a:extLst>
                <a:ext uri="{FF2B5EF4-FFF2-40B4-BE49-F238E27FC236}">
                  <a16:creationId xmlns:a16="http://schemas.microsoft.com/office/drawing/2014/main" id="{7223AEF2-C35A-311F-3361-5D289D60DFE0}"/>
                </a:ext>
              </a:extLst>
            </p:cNvPr>
            <p:cNvSpPr/>
            <p:nvPr/>
          </p:nvSpPr>
          <p:spPr>
            <a:xfrm>
              <a:off x="7776997" y="4370222"/>
              <a:ext cx="917313" cy="787631"/>
            </a:xfrm>
            <a:custGeom>
              <a:avLst/>
              <a:gdLst/>
              <a:ahLst/>
              <a:cxnLst/>
              <a:rect l="l" t="t" r="r" b="b"/>
              <a:pathLst>
                <a:path w="710913" h="610449" extrusionOk="0">
                  <a:moveTo>
                    <a:pt x="710913" y="320127"/>
                  </a:moveTo>
                  <a:cubicBezTo>
                    <a:pt x="710498" y="401338"/>
                    <a:pt x="657501" y="472914"/>
                    <a:pt x="579944" y="497007"/>
                  </a:cubicBezTo>
                  <a:cubicBezTo>
                    <a:pt x="572396" y="499321"/>
                    <a:pt x="564400" y="495078"/>
                    <a:pt x="562085" y="487529"/>
                  </a:cubicBezTo>
                  <a:cubicBezTo>
                    <a:pt x="559770" y="479981"/>
                    <a:pt x="564014" y="471984"/>
                    <a:pt x="571562" y="469670"/>
                  </a:cubicBezTo>
                  <a:cubicBezTo>
                    <a:pt x="654435" y="444215"/>
                    <a:pt x="700979" y="356399"/>
                    <a:pt x="675525" y="273526"/>
                  </a:cubicBezTo>
                  <a:cubicBezTo>
                    <a:pt x="667338" y="246873"/>
                    <a:pt x="652199" y="222881"/>
                    <a:pt x="631665" y="204018"/>
                  </a:cubicBezTo>
                  <a:cubicBezTo>
                    <a:pt x="600266" y="174916"/>
                    <a:pt x="558005" y="160483"/>
                    <a:pt x="515365" y="164298"/>
                  </a:cubicBezTo>
                  <a:cubicBezTo>
                    <a:pt x="508885" y="164802"/>
                    <a:pt x="502872" y="160898"/>
                    <a:pt x="500696" y="154773"/>
                  </a:cubicBezTo>
                  <a:cubicBezTo>
                    <a:pt x="465101" y="55768"/>
                    <a:pt x="355986" y="4362"/>
                    <a:pt x="256980" y="39957"/>
                  </a:cubicBezTo>
                  <a:cubicBezTo>
                    <a:pt x="181872" y="66960"/>
                    <a:pt x="131560" y="137922"/>
                    <a:pt x="130936" y="217734"/>
                  </a:cubicBezTo>
                  <a:cubicBezTo>
                    <a:pt x="130936" y="219067"/>
                    <a:pt x="130936" y="220401"/>
                    <a:pt x="130936" y="221639"/>
                  </a:cubicBezTo>
                  <a:cubicBezTo>
                    <a:pt x="131106" y="228324"/>
                    <a:pt x="126646" y="234245"/>
                    <a:pt x="120173" y="235926"/>
                  </a:cubicBezTo>
                  <a:cubicBezTo>
                    <a:pt x="54816" y="252770"/>
                    <a:pt x="15488" y="319407"/>
                    <a:pt x="32332" y="384764"/>
                  </a:cubicBezTo>
                  <a:cubicBezTo>
                    <a:pt x="45310" y="435120"/>
                    <a:pt x="88733" y="471747"/>
                    <a:pt x="140556" y="476052"/>
                  </a:cubicBezTo>
                  <a:lnTo>
                    <a:pt x="142937" y="476052"/>
                  </a:lnTo>
                  <a:lnTo>
                    <a:pt x="150748" y="476052"/>
                  </a:lnTo>
                  <a:cubicBezTo>
                    <a:pt x="158638" y="476052"/>
                    <a:pt x="165035" y="482449"/>
                    <a:pt x="165035" y="490339"/>
                  </a:cubicBezTo>
                  <a:cubicBezTo>
                    <a:pt x="165035" y="498230"/>
                    <a:pt x="158638" y="504627"/>
                    <a:pt x="150748" y="504627"/>
                  </a:cubicBezTo>
                  <a:cubicBezTo>
                    <a:pt x="147509" y="504627"/>
                    <a:pt x="144271" y="504627"/>
                    <a:pt x="141223" y="504627"/>
                  </a:cubicBezTo>
                  <a:lnTo>
                    <a:pt x="138270" y="504627"/>
                  </a:lnTo>
                  <a:cubicBezTo>
                    <a:pt x="55283" y="497712"/>
                    <a:pt x="-6385" y="424834"/>
                    <a:pt x="529" y="341847"/>
                  </a:cubicBezTo>
                  <a:cubicBezTo>
                    <a:pt x="5516" y="281987"/>
                    <a:pt x="45558" y="230797"/>
                    <a:pt x="102456" y="211542"/>
                  </a:cubicBezTo>
                  <a:cubicBezTo>
                    <a:pt x="106618" y="90622"/>
                    <a:pt x="208017" y="-4029"/>
                    <a:pt x="328937" y="132"/>
                  </a:cubicBezTo>
                  <a:cubicBezTo>
                    <a:pt x="414797" y="3088"/>
                    <a:pt x="491005" y="55955"/>
                    <a:pt x="523842" y="135342"/>
                  </a:cubicBezTo>
                  <a:cubicBezTo>
                    <a:pt x="570836" y="133918"/>
                    <a:pt x="616505" y="151023"/>
                    <a:pt x="651001" y="182967"/>
                  </a:cubicBezTo>
                  <a:cubicBezTo>
                    <a:pt x="689256" y="218310"/>
                    <a:pt x="710981" y="268046"/>
                    <a:pt x="710913" y="320127"/>
                  </a:cubicBezTo>
                  <a:close/>
                  <a:moveTo>
                    <a:pt x="522604" y="388993"/>
                  </a:moveTo>
                  <a:lnTo>
                    <a:pt x="522604" y="548537"/>
                  </a:lnTo>
                  <a:cubicBezTo>
                    <a:pt x="522551" y="582709"/>
                    <a:pt x="494863" y="610397"/>
                    <a:pt x="460691" y="610449"/>
                  </a:cubicBezTo>
                  <a:lnTo>
                    <a:pt x="266096" y="610449"/>
                  </a:lnTo>
                  <a:cubicBezTo>
                    <a:pt x="231924" y="610397"/>
                    <a:pt x="204235" y="582709"/>
                    <a:pt x="204183" y="548537"/>
                  </a:cubicBezTo>
                  <a:lnTo>
                    <a:pt x="204183" y="388993"/>
                  </a:lnTo>
                  <a:cubicBezTo>
                    <a:pt x="204235" y="354821"/>
                    <a:pt x="231924" y="327133"/>
                    <a:pt x="266096" y="327081"/>
                  </a:cubicBezTo>
                  <a:lnTo>
                    <a:pt x="269715" y="327081"/>
                  </a:lnTo>
                  <a:lnTo>
                    <a:pt x="269715" y="282789"/>
                  </a:lnTo>
                  <a:cubicBezTo>
                    <a:pt x="271368" y="230894"/>
                    <a:pt x="314776" y="190164"/>
                    <a:pt x="366671" y="191817"/>
                  </a:cubicBezTo>
                  <a:cubicBezTo>
                    <a:pt x="416245" y="193396"/>
                    <a:pt x="456065" y="233216"/>
                    <a:pt x="457643" y="282789"/>
                  </a:cubicBezTo>
                  <a:lnTo>
                    <a:pt x="457643" y="327081"/>
                  </a:lnTo>
                  <a:lnTo>
                    <a:pt x="460977" y="327081"/>
                  </a:lnTo>
                  <a:cubicBezTo>
                    <a:pt x="495058" y="327238"/>
                    <a:pt x="522604" y="354911"/>
                    <a:pt x="522604" y="388993"/>
                  </a:cubicBezTo>
                  <a:close/>
                  <a:moveTo>
                    <a:pt x="298290" y="327081"/>
                  </a:moveTo>
                  <a:lnTo>
                    <a:pt x="428783" y="327081"/>
                  </a:lnTo>
                  <a:lnTo>
                    <a:pt x="428783" y="282789"/>
                  </a:lnTo>
                  <a:cubicBezTo>
                    <a:pt x="427404" y="246676"/>
                    <a:pt x="397011" y="218518"/>
                    <a:pt x="360897" y="219897"/>
                  </a:cubicBezTo>
                  <a:cubicBezTo>
                    <a:pt x="326717" y="221201"/>
                    <a:pt x="299309" y="248610"/>
                    <a:pt x="298004" y="282789"/>
                  </a:cubicBezTo>
                  <a:close/>
                  <a:moveTo>
                    <a:pt x="494315" y="388993"/>
                  </a:moveTo>
                  <a:cubicBezTo>
                    <a:pt x="494315" y="370581"/>
                    <a:pt x="479389" y="355656"/>
                    <a:pt x="460977" y="355656"/>
                  </a:cubicBezTo>
                  <a:lnTo>
                    <a:pt x="266096" y="355656"/>
                  </a:lnTo>
                  <a:cubicBezTo>
                    <a:pt x="247684" y="355656"/>
                    <a:pt x="232758" y="370581"/>
                    <a:pt x="232758" y="388993"/>
                  </a:cubicBezTo>
                  <a:lnTo>
                    <a:pt x="232758" y="548537"/>
                  </a:lnTo>
                  <a:cubicBezTo>
                    <a:pt x="232758" y="566949"/>
                    <a:pt x="247684" y="581874"/>
                    <a:pt x="266096" y="581874"/>
                  </a:cubicBezTo>
                  <a:lnTo>
                    <a:pt x="460691" y="581874"/>
                  </a:lnTo>
                  <a:cubicBezTo>
                    <a:pt x="479103" y="581874"/>
                    <a:pt x="494029" y="566949"/>
                    <a:pt x="494029" y="548537"/>
                  </a:cubicBezTo>
                  <a:close/>
                  <a:moveTo>
                    <a:pt x="411447" y="448143"/>
                  </a:moveTo>
                  <a:cubicBezTo>
                    <a:pt x="411394" y="468934"/>
                    <a:pt x="397861" y="487287"/>
                    <a:pt x="378014" y="493482"/>
                  </a:cubicBezTo>
                  <a:lnTo>
                    <a:pt x="378014" y="522724"/>
                  </a:lnTo>
                  <a:cubicBezTo>
                    <a:pt x="378014" y="530615"/>
                    <a:pt x="371617" y="537012"/>
                    <a:pt x="363727" y="537012"/>
                  </a:cubicBezTo>
                  <a:cubicBezTo>
                    <a:pt x="355836" y="537012"/>
                    <a:pt x="349439" y="530615"/>
                    <a:pt x="349439" y="522724"/>
                  </a:cubicBezTo>
                  <a:lnTo>
                    <a:pt x="349439" y="493482"/>
                  </a:lnTo>
                  <a:cubicBezTo>
                    <a:pt x="324365" y="485539"/>
                    <a:pt x="310477" y="458772"/>
                    <a:pt x="318421" y="433699"/>
                  </a:cubicBezTo>
                  <a:cubicBezTo>
                    <a:pt x="326364" y="408624"/>
                    <a:pt x="353130" y="394737"/>
                    <a:pt x="378205" y="402680"/>
                  </a:cubicBezTo>
                  <a:cubicBezTo>
                    <a:pt x="398019" y="408957"/>
                    <a:pt x="411475" y="427359"/>
                    <a:pt x="411447" y="448143"/>
                  </a:cubicBezTo>
                  <a:close/>
                  <a:moveTo>
                    <a:pt x="382872" y="448143"/>
                  </a:moveTo>
                  <a:cubicBezTo>
                    <a:pt x="382872" y="437622"/>
                    <a:pt x="374343" y="429093"/>
                    <a:pt x="363822" y="429093"/>
                  </a:cubicBezTo>
                  <a:cubicBezTo>
                    <a:pt x="353301" y="429093"/>
                    <a:pt x="344772" y="437622"/>
                    <a:pt x="344772" y="448143"/>
                  </a:cubicBezTo>
                  <a:cubicBezTo>
                    <a:pt x="344772" y="458665"/>
                    <a:pt x="353301" y="467193"/>
                    <a:pt x="363822" y="467193"/>
                  </a:cubicBezTo>
                  <a:cubicBezTo>
                    <a:pt x="374231" y="467037"/>
                    <a:pt x="382587" y="458554"/>
                    <a:pt x="382586" y="448143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000000"/>
                </a:solidFill>
                <a:latin typeface="Century Gothic"/>
                <a:ea typeface="Century Gothic"/>
                <a:cs typeface="Century Gothic"/>
                <a:sym typeface="Century Gothic"/>
              </a:endParaRP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662EA285-E864-7708-3DB6-028FA10E5F88}"/>
              </a:ext>
            </a:extLst>
          </p:cNvPr>
          <p:cNvGrpSpPr/>
          <p:nvPr/>
        </p:nvGrpSpPr>
        <p:grpSpPr>
          <a:xfrm>
            <a:off x="9126070" y="1496912"/>
            <a:ext cx="2695111" cy="3864176"/>
            <a:chOff x="9126070" y="1496912"/>
            <a:chExt cx="2695111" cy="3864176"/>
          </a:xfrm>
        </p:grpSpPr>
        <p:sp>
          <p:nvSpPr>
            <p:cNvPr id="205" name="Google Shape;319;p34">
              <a:extLst>
                <a:ext uri="{FF2B5EF4-FFF2-40B4-BE49-F238E27FC236}">
                  <a16:creationId xmlns:a16="http://schemas.microsoft.com/office/drawing/2014/main" id="{15D6427E-91F9-9ABF-7108-5473314DDC24}"/>
                </a:ext>
              </a:extLst>
            </p:cNvPr>
            <p:cNvSpPr/>
            <p:nvPr/>
          </p:nvSpPr>
          <p:spPr>
            <a:xfrm>
              <a:off x="9126071" y="1496912"/>
              <a:ext cx="2695110" cy="3864176"/>
            </a:xfrm>
            <a:prstGeom prst="roundRect">
              <a:avLst>
                <a:gd name="adj" fmla="val 9350"/>
              </a:avLst>
            </a:prstGeom>
            <a:solidFill>
              <a:schemeClr val="bg1">
                <a:alpha val="10000"/>
              </a:schemeClr>
            </a:solidFill>
            <a:ln w="9525" cap="flat" cmpd="sng">
              <a:solidFill>
                <a:srgbClr val="12D3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37160" tIns="137160" rIns="137160" bIns="137160" anchor="t" anchorCtr="0">
              <a:noAutofit/>
            </a:bodyPr>
            <a:lstStyle/>
            <a:p>
              <a:pPr defTabSz="1219170"/>
              <a:r>
                <a:rPr lang="en-US" sz="2200" b="1" dirty="0">
                  <a:solidFill>
                    <a:schemeClr val="accent5"/>
                  </a:solidFill>
                  <a:ea typeface="Century Gothic"/>
                  <a:cs typeface="Century Gothic"/>
                  <a:sym typeface="Century Gothic"/>
                </a:rPr>
                <a:t>Delivers a Great Experience </a:t>
              </a:r>
            </a:p>
            <a:p>
              <a:pPr defTabSz="1219170"/>
              <a:endParaRPr lang="en-US" sz="2200" b="1" dirty="0">
                <a:solidFill>
                  <a:schemeClr val="accent5"/>
                </a:solidFill>
                <a:ea typeface="Century Gothic"/>
                <a:cs typeface="Century Gothic"/>
                <a:sym typeface="Century Gothic"/>
              </a:endParaRPr>
            </a:p>
          </p:txBody>
        </p:sp>
        <p:sp>
          <p:nvSpPr>
            <p:cNvPr id="206" name="Google Shape;324;p34">
              <a:extLst>
                <a:ext uri="{FF2B5EF4-FFF2-40B4-BE49-F238E27FC236}">
                  <a16:creationId xmlns:a16="http://schemas.microsoft.com/office/drawing/2014/main" id="{C7B12F90-BFA6-EE2B-29E9-51C0837C4B7D}"/>
                </a:ext>
              </a:extLst>
            </p:cNvPr>
            <p:cNvSpPr txBox="1"/>
            <p:nvPr/>
          </p:nvSpPr>
          <p:spPr>
            <a:xfrm>
              <a:off x="9126070" y="3159737"/>
              <a:ext cx="2695111" cy="67706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82880" tIns="121900" rIns="182880" bIns="121900" anchor="t" anchorCtr="0">
              <a:spAutoFit/>
            </a:bodyPr>
            <a:lstStyle/>
            <a:p>
              <a:pPr defTabSz="1219170"/>
              <a:r>
                <a:rPr lang="en-US" sz="1400" dirty="0">
                  <a:ea typeface="Century Gothic"/>
                  <a:cs typeface="Century Gothic"/>
                  <a:sym typeface="Century Gothic"/>
                </a:rPr>
                <a:t>Device to app digital experience, users today</a:t>
              </a:r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AFB8748E-5549-427A-6DFC-2B157EEA6D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16893" y="4484659"/>
              <a:ext cx="583435" cy="673194"/>
            </a:xfrm>
            <a:custGeom>
              <a:avLst/>
              <a:gdLst>
                <a:gd name="connsiteX0" fmla="*/ 139908 w 231781"/>
                <a:gd name="connsiteY0" fmla="*/ 248490 h 266889"/>
                <a:gd name="connsiteX1" fmla="*/ 149053 w 231781"/>
                <a:gd name="connsiteY1" fmla="*/ 257688 h 266889"/>
                <a:gd name="connsiteX2" fmla="*/ 139908 w 231781"/>
                <a:gd name="connsiteY2" fmla="*/ 266841 h 266889"/>
                <a:gd name="connsiteX3" fmla="*/ 130764 w 231781"/>
                <a:gd name="connsiteY3" fmla="*/ 257688 h 266889"/>
                <a:gd name="connsiteX4" fmla="*/ 139908 w 231781"/>
                <a:gd name="connsiteY4" fmla="*/ 248490 h 266889"/>
                <a:gd name="connsiteX5" fmla="*/ 139908 w 231781"/>
                <a:gd name="connsiteY5" fmla="*/ 215956 h 266889"/>
                <a:gd name="connsiteX6" fmla="*/ 149053 w 231781"/>
                <a:gd name="connsiteY6" fmla="*/ 225109 h 266889"/>
                <a:gd name="connsiteX7" fmla="*/ 149053 w 231781"/>
                <a:gd name="connsiteY7" fmla="*/ 225566 h 266889"/>
                <a:gd name="connsiteX8" fmla="*/ 139908 w 231781"/>
                <a:gd name="connsiteY8" fmla="*/ 234719 h 266889"/>
                <a:gd name="connsiteX9" fmla="*/ 130764 w 231781"/>
                <a:gd name="connsiteY9" fmla="*/ 225566 h 266889"/>
                <a:gd name="connsiteX10" fmla="*/ 130764 w 231781"/>
                <a:gd name="connsiteY10" fmla="*/ 225109 h 266889"/>
                <a:gd name="connsiteX11" fmla="*/ 139908 w 231781"/>
                <a:gd name="connsiteY11" fmla="*/ 215956 h 266889"/>
                <a:gd name="connsiteX12" fmla="*/ 139908 w 231781"/>
                <a:gd name="connsiteY12" fmla="*/ 183461 h 266889"/>
                <a:gd name="connsiteX13" fmla="*/ 149053 w 231781"/>
                <a:gd name="connsiteY13" fmla="*/ 192614 h 266889"/>
                <a:gd name="connsiteX14" fmla="*/ 149053 w 231781"/>
                <a:gd name="connsiteY14" fmla="*/ 193071 h 266889"/>
                <a:gd name="connsiteX15" fmla="*/ 139908 w 231781"/>
                <a:gd name="connsiteY15" fmla="*/ 202224 h 266889"/>
                <a:gd name="connsiteX16" fmla="*/ 130764 w 231781"/>
                <a:gd name="connsiteY16" fmla="*/ 193071 h 266889"/>
                <a:gd name="connsiteX17" fmla="*/ 130764 w 231781"/>
                <a:gd name="connsiteY17" fmla="*/ 192614 h 266889"/>
                <a:gd name="connsiteX18" fmla="*/ 139908 w 231781"/>
                <a:gd name="connsiteY18" fmla="*/ 183461 h 266889"/>
                <a:gd name="connsiteX19" fmla="*/ 178772 w 231781"/>
                <a:gd name="connsiteY19" fmla="*/ 157105 h 266889"/>
                <a:gd name="connsiteX20" fmla="*/ 194820 w 231781"/>
                <a:gd name="connsiteY20" fmla="*/ 162184 h 266889"/>
                <a:gd name="connsiteX21" fmla="*/ 200856 w 231781"/>
                <a:gd name="connsiteY21" fmla="*/ 176691 h 266889"/>
                <a:gd name="connsiteX22" fmla="*/ 200856 w 231781"/>
                <a:gd name="connsiteY22" fmla="*/ 177286 h 266889"/>
                <a:gd name="connsiteX23" fmla="*/ 200353 w 231781"/>
                <a:gd name="connsiteY23" fmla="*/ 191655 h 266889"/>
                <a:gd name="connsiteX24" fmla="*/ 208628 w 231781"/>
                <a:gd name="connsiteY24" fmla="*/ 191655 h 266889"/>
                <a:gd name="connsiteX25" fmla="*/ 226460 w 231781"/>
                <a:gd name="connsiteY25" fmla="*/ 200076 h 266889"/>
                <a:gd name="connsiteX26" fmla="*/ 226506 w 231781"/>
                <a:gd name="connsiteY26" fmla="*/ 200122 h 266889"/>
                <a:gd name="connsiteX27" fmla="*/ 231352 w 231781"/>
                <a:gd name="connsiteY27" fmla="*/ 219250 h 266889"/>
                <a:gd name="connsiteX28" fmla="*/ 225728 w 231781"/>
                <a:gd name="connsiteY28" fmla="*/ 248172 h 266889"/>
                <a:gd name="connsiteX29" fmla="*/ 203050 w 231781"/>
                <a:gd name="connsiteY29" fmla="*/ 266889 h 266889"/>
                <a:gd name="connsiteX30" fmla="*/ 164735 w 231781"/>
                <a:gd name="connsiteY30" fmla="*/ 266889 h 266889"/>
                <a:gd name="connsiteX31" fmla="*/ 157877 w 231781"/>
                <a:gd name="connsiteY31" fmla="*/ 260025 h 266889"/>
                <a:gd name="connsiteX32" fmla="*/ 164735 w 231781"/>
                <a:gd name="connsiteY32" fmla="*/ 253161 h 266889"/>
                <a:gd name="connsiteX33" fmla="*/ 203050 w 231781"/>
                <a:gd name="connsiteY33" fmla="*/ 253161 h 266889"/>
                <a:gd name="connsiteX34" fmla="*/ 212286 w 231781"/>
                <a:gd name="connsiteY34" fmla="*/ 245564 h 266889"/>
                <a:gd name="connsiteX35" fmla="*/ 217910 w 231781"/>
                <a:gd name="connsiteY35" fmla="*/ 216642 h 266889"/>
                <a:gd name="connsiteX36" fmla="*/ 215944 w 231781"/>
                <a:gd name="connsiteY36" fmla="*/ 208862 h 266889"/>
                <a:gd name="connsiteX37" fmla="*/ 208674 w 231781"/>
                <a:gd name="connsiteY37" fmla="*/ 205430 h 266889"/>
                <a:gd name="connsiteX38" fmla="*/ 193174 w 231781"/>
                <a:gd name="connsiteY38" fmla="*/ 205430 h 266889"/>
                <a:gd name="connsiteX39" fmla="*/ 187459 w 231781"/>
                <a:gd name="connsiteY39" fmla="*/ 202776 h 266889"/>
                <a:gd name="connsiteX40" fmla="*/ 185767 w 231781"/>
                <a:gd name="connsiteY40" fmla="*/ 196506 h 266889"/>
                <a:gd name="connsiteX41" fmla="*/ 187139 w 231781"/>
                <a:gd name="connsiteY41" fmla="*/ 177881 h 266889"/>
                <a:gd name="connsiteX42" fmla="*/ 187139 w 231781"/>
                <a:gd name="connsiteY42" fmla="*/ 177286 h 266889"/>
                <a:gd name="connsiteX43" fmla="*/ 184761 w 231781"/>
                <a:gd name="connsiteY43" fmla="*/ 171520 h 266889"/>
                <a:gd name="connsiteX44" fmla="*/ 181927 w 231781"/>
                <a:gd name="connsiteY44" fmla="*/ 170467 h 266889"/>
                <a:gd name="connsiteX45" fmla="*/ 180921 w 231781"/>
                <a:gd name="connsiteY45" fmla="*/ 170879 h 266889"/>
                <a:gd name="connsiteX46" fmla="*/ 179961 w 231781"/>
                <a:gd name="connsiteY46" fmla="*/ 172618 h 266889"/>
                <a:gd name="connsiteX47" fmla="*/ 179961 w 231781"/>
                <a:gd name="connsiteY47" fmla="*/ 177515 h 266889"/>
                <a:gd name="connsiteX48" fmla="*/ 177309 w 231781"/>
                <a:gd name="connsiteY48" fmla="*/ 189733 h 266889"/>
                <a:gd name="connsiteX49" fmla="*/ 169673 w 231781"/>
                <a:gd name="connsiteY49" fmla="*/ 201769 h 266889"/>
                <a:gd name="connsiteX50" fmla="*/ 159980 w 231781"/>
                <a:gd name="connsiteY50" fmla="*/ 201998 h 266889"/>
                <a:gd name="connsiteX51" fmla="*/ 159752 w 231781"/>
                <a:gd name="connsiteY51" fmla="*/ 192296 h 266889"/>
                <a:gd name="connsiteX52" fmla="*/ 164552 w 231781"/>
                <a:gd name="connsiteY52" fmla="*/ 184700 h 266889"/>
                <a:gd name="connsiteX53" fmla="*/ 166244 w 231781"/>
                <a:gd name="connsiteY53" fmla="*/ 177515 h 266889"/>
                <a:gd name="connsiteX54" fmla="*/ 166244 w 231781"/>
                <a:gd name="connsiteY54" fmla="*/ 172618 h 266889"/>
                <a:gd name="connsiteX55" fmla="*/ 173605 w 231781"/>
                <a:gd name="connsiteY55" fmla="*/ 159255 h 266889"/>
                <a:gd name="connsiteX56" fmla="*/ 178772 w 231781"/>
                <a:gd name="connsiteY56" fmla="*/ 157105 h 266889"/>
                <a:gd name="connsiteX57" fmla="*/ 61725 w 231781"/>
                <a:gd name="connsiteY57" fmla="*/ 156692 h 266889"/>
                <a:gd name="connsiteX58" fmla="*/ 118511 w 231781"/>
                <a:gd name="connsiteY58" fmla="*/ 156692 h 266889"/>
                <a:gd name="connsiteX59" fmla="*/ 125370 w 231781"/>
                <a:gd name="connsiteY59" fmla="*/ 163556 h 266889"/>
                <a:gd name="connsiteX60" fmla="*/ 118511 w 231781"/>
                <a:gd name="connsiteY60" fmla="*/ 170421 h 266889"/>
                <a:gd name="connsiteX61" fmla="*/ 61725 w 231781"/>
                <a:gd name="connsiteY61" fmla="*/ 170421 h 266889"/>
                <a:gd name="connsiteX62" fmla="*/ 13717 w 231781"/>
                <a:gd name="connsiteY62" fmla="*/ 218472 h 266889"/>
                <a:gd name="connsiteX63" fmla="*/ 13717 w 231781"/>
                <a:gd name="connsiteY63" fmla="*/ 259978 h 266889"/>
                <a:gd name="connsiteX64" fmla="*/ 6858 w 231781"/>
                <a:gd name="connsiteY64" fmla="*/ 266843 h 266889"/>
                <a:gd name="connsiteX65" fmla="*/ 0 w 231781"/>
                <a:gd name="connsiteY65" fmla="*/ 259978 h 266889"/>
                <a:gd name="connsiteX66" fmla="*/ 0 w 231781"/>
                <a:gd name="connsiteY66" fmla="*/ 218472 h 266889"/>
                <a:gd name="connsiteX67" fmla="*/ 61725 w 231781"/>
                <a:gd name="connsiteY67" fmla="*/ 156692 h 266889"/>
                <a:gd name="connsiteX68" fmla="*/ 99170 w 231781"/>
                <a:gd name="connsiteY68" fmla="*/ 13729 h 266889"/>
                <a:gd name="connsiteX69" fmla="*/ 41377 w 231781"/>
                <a:gd name="connsiteY69" fmla="*/ 71619 h 266889"/>
                <a:gd name="connsiteX70" fmla="*/ 99170 w 231781"/>
                <a:gd name="connsiteY70" fmla="*/ 129463 h 266889"/>
                <a:gd name="connsiteX71" fmla="*/ 99170 w 231781"/>
                <a:gd name="connsiteY71" fmla="*/ 129417 h 266889"/>
                <a:gd name="connsiteX72" fmla="*/ 156963 w 231781"/>
                <a:gd name="connsiteY72" fmla="*/ 71573 h 266889"/>
                <a:gd name="connsiteX73" fmla="*/ 99170 w 231781"/>
                <a:gd name="connsiteY73" fmla="*/ 13729 h 266889"/>
                <a:gd name="connsiteX74" fmla="*/ 99170 w 231781"/>
                <a:gd name="connsiteY74" fmla="*/ 0 h 266889"/>
                <a:gd name="connsiteX75" fmla="*/ 170633 w 231781"/>
                <a:gd name="connsiteY75" fmla="*/ 71573 h 266889"/>
                <a:gd name="connsiteX76" fmla="*/ 99124 w 231781"/>
                <a:gd name="connsiteY76" fmla="*/ 143146 h 266889"/>
                <a:gd name="connsiteX77" fmla="*/ 27615 w 231781"/>
                <a:gd name="connsiteY77" fmla="*/ 71573 h 266889"/>
                <a:gd name="connsiteX78" fmla="*/ 99170 w 231781"/>
                <a:gd name="connsiteY78" fmla="*/ 0 h 266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231781" h="266889">
                  <a:moveTo>
                    <a:pt x="139908" y="248490"/>
                  </a:moveTo>
                  <a:cubicBezTo>
                    <a:pt x="144938" y="248490"/>
                    <a:pt x="149053" y="252609"/>
                    <a:pt x="149053" y="257688"/>
                  </a:cubicBezTo>
                  <a:cubicBezTo>
                    <a:pt x="149053" y="262722"/>
                    <a:pt x="144938" y="266841"/>
                    <a:pt x="139908" y="266841"/>
                  </a:cubicBezTo>
                  <a:cubicBezTo>
                    <a:pt x="134879" y="266841"/>
                    <a:pt x="130764" y="262768"/>
                    <a:pt x="130764" y="257688"/>
                  </a:cubicBezTo>
                  <a:cubicBezTo>
                    <a:pt x="130764" y="252609"/>
                    <a:pt x="134879" y="248490"/>
                    <a:pt x="139908" y="248490"/>
                  </a:cubicBezTo>
                  <a:close/>
                  <a:moveTo>
                    <a:pt x="139908" y="215956"/>
                  </a:moveTo>
                  <a:cubicBezTo>
                    <a:pt x="144938" y="215956"/>
                    <a:pt x="149053" y="220075"/>
                    <a:pt x="149053" y="225109"/>
                  </a:cubicBezTo>
                  <a:lnTo>
                    <a:pt x="149053" y="225566"/>
                  </a:lnTo>
                  <a:cubicBezTo>
                    <a:pt x="149053" y="230600"/>
                    <a:pt x="144938" y="234719"/>
                    <a:pt x="139908" y="234719"/>
                  </a:cubicBezTo>
                  <a:cubicBezTo>
                    <a:pt x="134879" y="234719"/>
                    <a:pt x="130764" y="230600"/>
                    <a:pt x="130764" y="225566"/>
                  </a:cubicBezTo>
                  <a:lnTo>
                    <a:pt x="130764" y="225109"/>
                  </a:lnTo>
                  <a:cubicBezTo>
                    <a:pt x="130764" y="220075"/>
                    <a:pt x="134879" y="215956"/>
                    <a:pt x="139908" y="215956"/>
                  </a:cubicBezTo>
                  <a:close/>
                  <a:moveTo>
                    <a:pt x="139908" y="183461"/>
                  </a:moveTo>
                  <a:cubicBezTo>
                    <a:pt x="144938" y="183461"/>
                    <a:pt x="149053" y="187580"/>
                    <a:pt x="149053" y="192614"/>
                  </a:cubicBezTo>
                  <a:lnTo>
                    <a:pt x="149053" y="193071"/>
                  </a:lnTo>
                  <a:cubicBezTo>
                    <a:pt x="149053" y="198105"/>
                    <a:pt x="144938" y="202224"/>
                    <a:pt x="139908" y="202224"/>
                  </a:cubicBezTo>
                  <a:cubicBezTo>
                    <a:pt x="134879" y="202224"/>
                    <a:pt x="130764" y="198105"/>
                    <a:pt x="130764" y="193071"/>
                  </a:cubicBezTo>
                  <a:lnTo>
                    <a:pt x="130764" y="192614"/>
                  </a:lnTo>
                  <a:cubicBezTo>
                    <a:pt x="130764" y="187580"/>
                    <a:pt x="134879" y="183461"/>
                    <a:pt x="139908" y="183461"/>
                  </a:cubicBezTo>
                  <a:close/>
                  <a:moveTo>
                    <a:pt x="178772" y="157105"/>
                  </a:moveTo>
                  <a:cubicBezTo>
                    <a:pt x="184487" y="155732"/>
                    <a:pt x="190660" y="157699"/>
                    <a:pt x="194820" y="162184"/>
                  </a:cubicBezTo>
                  <a:cubicBezTo>
                    <a:pt x="198478" y="166120"/>
                    <a:pt x="200627" y="171291"/>
                    <a:pt x="200856" y="176691"/>
                  </a:cubicBezTo>
                  <a:lnTo>
                    <a:pt x="200856" y="177286"/>
                  </a:lnTo>
                  <a:cubicBezTo>
                    <a:pt x="201038" y="182457"/>
                    <a:pt x="200947" y="186805"/>
                    <a:pt x="200353" y="191655"/>
                  </a:cubicBezTo>
                  <a:lnTo>
                    <a:pt x="208628" y="191655"/>
                  </a:lnTo>
                  <a:cubicBezTo>
                    <a:pt x="215532" y="191655"/>
                    <a:pt x="222071" y="194722"/>
                    <a:pt x="226460" y="200076"/>
                  </a:cubicBezTo>
                  <a:lnTo>
                    <a:pt x="226506" y="200122"/>
                  </a:lnTo>
                  <a:cubicBezTo>
                    <a:pt x="230895" y="205476"/>
                    <a:pt x="232678" y="212432"/>
                    <a:pt x="231352" y="219250"/>
                  </a:cubicBezTo>
                  <a:lnTo>
                    <a:pt x="225728" y="248172"/>
                  </a:lnTo>
                  <a:cubicBezTo>
                    <a:pt x="223625" y="259018"/>
                    <a:pt x="214115" y="266889"/>
                    <a:pt x="203050" y="266889"/>
                  </a:cubicBezTo>
                  <a:lnTo>
                    <a:pt x="164735" y="266889"/>
                  </a:lnTo>
                  <a:cubicBezTo>
                    <a:pt x="160940" y="266889"/>
                    <a:pt x="157877" y="263823"/>
                    <a:pt x="157877" y="260025"/>
                  </a:cubicBezTo>
                  <a:cubicBezTo>
                    <a:pt x="157877" y="256227"/>
                    <a:pt x="160940" y="253161"/>
                    <a:pt x="164735" y="253161"/>
                  </a:cubicBezTo>
                  <a:lnTo>
                    <a:pt x="203050" y="253161"/>
                  </a:lnTo>
                  <a:cubicBezTo>
                    <a:pt x="207531" y="253161"/>
                    <a:pt x="211417" y="249957"/>
                    <a:pt x="212286" y="245564"/>
                  </a:cubicBezTo>
                  <a:lnTo>
                    <a:pt x="217910" y="216642"/>
                  </a:lnTo>
                  <a:cubicBezTo>
                    <a:pt x="218459" y="213896"/>
                    <a:pt x="217727" y="211059"/>
                    <a:pt x="215944" y="208862"/>
                  </a:cubicBezTo>
                  <a:cubicBezTo>
                    <a:pt x="214115" y="206666"/>
                    <a:pt x="211509" y="205430"/>
                    <a:pt x="208674" y="205430"/>
                  </a:cubicBezTo>
                  <a:lnTo>
                    <a:pt x="193174" y="205430"/>
                  </a:lnTo>
                  <a:cubicBezTo>
                    <a:pt x="190980" y="205430"/>
                    <a:pt x="188876" y="204469"/>
                    <a:pt x="187459" y="202776"/>
                  </a:cubicBezTo>
                  <a:cubicBezTo>
                    <a:pt x="185950" y="200991"/>
                    <a:pt x="185356" y="198703"/>
                    <a:pt x="185767" y="196506"/>
                  </a:cubicBezTo>
                  <a:cubicBezTo>
                    <a:pt x="187048" y="189276"/>
                    <a:pt x="187413" y="184425"/>
                    <a:pt x="187139" y="177881"/>
                  </a:cubicBezTo>
                  <a:lnTo>
                    <a:pt x="187139" y="177286"/>
                  </a:lnTo>
                  <a:cubicBezTo>
                    <a:pt x="187048" y="175135"/>
                    <a:pt x="186225" y="173076"/>
                    <a:pt x="184761" y="171520"/>
                  </a:cubicBezTo>
                  <a:cubicBezTo>
                    <a:pt x="183984" y="170650"/>
                    <a:pt x="182841" y="170238"/>
                    <a:pt x="181927" y="170467"/>
                  </a:cubicBezTo>
                  <a:cubicBezTo>
                    <a:pt x="181561" y="170559"/>
                    <a:pt x="181241" y="170696"/>
                    <a:pt x="180921" y="170879"/>
                  </a:cubicBezTo>
                  <a:cubicBezTo>
                    <a:pt x="180281" y="171245"/>
                    <a:pt x="179961" y="171886"/>
                    <a:pt x="179961" y="172618"/>
                  </a:cubicBezTo>
                  <a:lnTo>
                    <a:pt x="179961" y="177515"/>
                  </a:lnTo>
                  <a:cubicBezTo>
                    <a:pt x="179961" y="182640"/>
                    <a:pt x="178955" y="185523"/>
                    <a:pt x="177309" y="189733"/>
                  </a:cubicBezTo>
                  <a:cubicBezTo>
                    <a:pt x="175526" y="194264"/>
                    <a:pt x="172965" y="198291"/>
                    <a:pt x="169673" y="201769"/>
                  </a:cubicBezTo>
                  <a:cubicBezTo>
                    <a:pt x="167067" y="204515"/>
                    <a:pt x="162723" y="204606"/>
                    <a:pt x="159980" y="201998"/>
                  </a:cubicBezTo>
                  <a:cubicBezTo>
                    <a:pt x="157237" y="199389"/>
                    <a:pt x="157145" y="195042"/>
                    <a:pt x="159752" y="192296"/>
                  </a:cubicBezTo>
                  <a:cubicBezTo>
                    <a:pt x="161809" y="190100"/>
                    <a:pt x="163409" y="187537"/>
                    <a:pt x="164552" y="184700"/>
                  </a:cubicBezTo>
                  <a:cubicBezTo>
                    <a:pt x="165924" y="181176"/>
                    <a:pt x="166244" y="180077"/>
                    <a:pt x="166244" y="177515"/>
                  </a:cubicBezTo>
                  <a:lnTo>
                    <a:pt x="166244" y="172618"/>
                  </a:lnTo>
                  <a:cubicBezTo>
                    <a:pt x="166244" y="167172"/>
                    <a:pt x="168987" y="162184"/>
                    <a:pt x="173605" y="159255"/>
                  </a:cubicBezTo>
                  <a:cubicBezTo>
                    <a:pt x="175206" y="158249"/>
                    <a:pt x="176943" y="157516"/>
                    <a:pt x="178772" y="157105"/>
                  </a:cubicBezTo>
                  <a:close/>
                  <a:moveTo>
                    <a:pt x="61725" y="156692"/>
                  </a:moveTo>
                  <a:lnTo>
                    <a:pt x="118511" y="156692"/>
                  </a:lnTo>
                  <a:cubicBezTo>
                    <a:pt x="122306" y="156692"/>
                    <a:pt x="125370" y="159758"/>
                    <a:pt x="125370" y="163556"/>
                  </a:cubicBezTo>
                  <a:cubicBezTo>
                    <a:pt x="125370" y="167355"/>
                    <a:pt x="122306" y="170421"/>
                    <a:pt x="118511" y="170421"/>
                  </a:cubicBezTo>
                  <a:lnTo>
                    <a:pt x="61725" y="170421"/>
                  </a:lnTo>
                  <a:cubicBezTo>
                    <a:pt x="35252" y="170421"/>
                    <a:pt x="13717" y="191975"/>
                    <a:pt x="13717" y="218472"/>
                  </a:cubicBezTo>
                  <a:lnTo>
                    <a:pt x="13717" y="259978"/>
                  </a:lnTo>
                  <a:cubicBezTo>
                    <a:pt x="13717" y="263777"/>
                    <a:pt x="10653" y="266843"/>
                    <a:pt x="6858" y="266843"/>
                  </a:cubicBezTo>
                  <a:cubicBezTo>
                    <a:pt x="3063" y="266843"/>
                    <a:pt x="0" y="263777"/>
                    <a:pt x="0" y="259978"/>
                  </a:cubicBezTo>
                  <a:lnTo>
                    <a:pt x="0" y="218472"/>
                  </a:lnTo>
                  <a:cubicBezTo>
                    <a:pt x="0" y="184424"/>
                    <a:pt x="27708" y="156692"/>
                    <a:pt x="61725" y="156692"/>
                  </a:cubicBezTo>
                  <a:close/>
                  <a:moveTo>
                    <a:pt x="99170" y="13729"/>
                  </a:moveTo>
                  <a:cubicBezTo>
                    <a:pt x="67256" y="13729"/>
                    <a:pt x="41377" y="39722"/>
                    <a:pt x="41377" y="71619"/>
                  </a:cubicBezTo>
                  <a:cubicBezTo>
                    <a:pt x="41377" y="103515"/>
                    <a:pt x="67302" y="129463"/>
                    <a:pt x="99170" y="129463"/>
                  </a:cubicBezTo>
                  <a:lnTo>
                    <a:pt x="99170" y="129417"/>
                  </a:lnTo>
                  <a:cubicBezTo>
                    <a:pt x="131038" y="129417"/>
                    <a:pt x="156963" y="103469"/>
                    <a:pt x="156963" y="71573"/>
                  </a:cubicBezTo>
                  <a:cubicBezTo>
                    <a:pt x="156963" y="39676"/>
                    <a:pt x="131084" y="13729"/>
                    <a:pt x="99170" y="13729"/>
                  </a:cubicBezTo>
                  <a:close/>
                  <a:moveTo>
                    <a:pt x="99170" y="0"/>
                  </a:moveTo>
                  <a:cubicBezTo>
                    <a:pt x="138582" y="0"/>
                    <a:pt x="170633" y="32125"/>
                    <a:pt x="170633" y="71573"/>
                  </a:cubicBezTo>
                  <a:cubicBezTo>
                    <a:pt x="170633" y="111020"/>
                    <a:pt x="138537" y="143146"/>
                    <a:pt x="99124" y="143146"/>
                  </a:cubicBezTo>
                  <a:cubicBezTo>
                    <a:pt x="59712" y="143146"/>
                    <a:pt x="27615" y="111020"/>
                    <a:pt x="27615" y="71573"/>
                  </a:cubicBezTo>
                  <a:cubicBezTo>
                    <a:pt x="27615" y="32125"/>
                    <a:pt x="59712" y="0"/>
                    <a:pt x="99170" y="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4482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CO" sz="600"/>
            </a:p>
          </p:txBody>
        </p:sp>
      </p:grpSp>
    </p:spTree>
    <p:extLst>
      <p:ext uri="{BB962C8B-B14F-4D97-AF65-F5344CB8AC3E}">
        <p14:creationId xmlns:p14="http://schemas.microsoft.com/office/powerpoint/2010/main" val="920678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F3F669-D050-533D-74A1-7FAF16EBB1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1C65C815-AE9B-21DF-D816-1BC52B29451D}"/>
              </a:ext>
            </a:extLst>
          </p:cNvPr>
          <p:cNvSpPr/>
          <p:nvPr/>
        </p:nvSpPr>
        <p:spPr>
          <a:xfrm>
            <a:off x="9912530" y="4578927"/>
            <a:ext cx="2279074" cy="227907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O" sz="90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BCF709B-F043-C4E1-BFC6-589625974F28}"/>
              </a:ext>
            </a:extLst>
          </p:cNvPr>
          <p:cNvSpPr/>
          <p:nvPr/>
        </p:nvSpPr>
        <p:spPr>
          <a:xfrm rot="10800000">
            <a:off x="9912529" y="0"/>
            <a:ext cx="2279074" cy="4558147"/>
          </a:xfrm>
          <a:prstGeom prst="rect">
            <a:avLst/>
          </a:prstGeom>
          <a:gradFill>
            <a:gsLst>
              <a:gs pos="0">
                <a:schemeClr val="tx2"/>
              </a:gs>
              <a:gs pos="50000">
                <a:schemeClr val="bg1"/>
              </a:gs>
              <a:gs pos="100000">
                <a:schemeClr val="accent5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28600"/>
            <a:endParaRPr lang="en-CO" sz="900">
              <a:solidFill>
                <a:srgbClr val="FFFFFF"/>
              </a:solidFill>
              <a:latin typeface="Century Gothic" panose="020F0302020204030204"/>
            </a:endParaRPr>
          </a:p>
        </p:txBody>
      </p:sp>
      <p:sp>
        <p:nvSpPr>
          <p:cNvPr id="4" name="Freeform 3">
            <a:extLst>
              <a:ext uri="{FF2B5EF4-FFF2-40B4-BE49-F238E27FC236}">
                <a16:creationId xmlns:a16="http://schemas.microsoft.com/office/drawing/2014/main" id="{F10C03CD-34FF-BD6E-51E0-4C044F9D8ED6}"/>
              </a:ext>
            </a:extLst>
          </p:cNvPr>
          <p:cNvSpPr/>
          <p:nvPr/>
        </p:nvSpPr>
        <p:spPr>
          <a:xfrm>
            <a:off x="10400159" y="5637876"/>
            <a:ext cx="386467" cy="248857"/>
          </a:xfrm>
          <a:custGeom>
            <a:avLst/>
            <a:gdLst>
              <a:gd name="connsiteX0" fmla="*/ 301563 w 386467"/>
              <a:gd name="connsiteY0" fmla="*/ 169889 h 248857"/>
              <a:gd name="connsiteX1" fmla="*/ 385400 w 386467"/>
              <a:gd name="connsiteY1" fmla="*/ 80776 h 248857"/>
              <a:gd name="connsiteX2" fmla="*/ 116037 w 386467"/>
              <a:gd name="connsiteY2" fmla="*/ 73613 h 248857"/>
              <a:gd name="connsiteX3" fmla="*/ 322390 w 386467"/>
              <a:gd name="connsiteY3" fmla="*/ 75388 h 248857"/>
              <a:gd name="connsiteX4" fmla="*/ 256272 w 386467"/>
              <a:gd name="connsiteY4" fmla="*/ 124215 h 248857"/>
              <a:gd name="connsiteX5" fmla="*/ 0 w 386467"/>
              <a:gd name="connsiteY5" fmla="*/ 206888 h 248857"/>
              <a:gd name="connsiteX6" fmla="*/ 57589 w 386467"/>
              <a:gd name="connsiteY6" fmla="*/ 231795 h 248857"/>
              <a:gd name="connsiteX7" fmla="*/ 76432 w 386467"/>
              <a:gd name="connsiteY7" fmla="*/ 230086 h 248857"/>
              <a:gd name="connsiteX8" fmla="*/ 159145 w 386467"/>
              <a:gd name="connsiteY8" fmla="*/ 248749 h 248857"/>
              <a:gd name="connsiteX9" fmla="*/ 301563 w 386467"/>
              <a:gd name="connsiteY9" fmla="*/ 169889 h 248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86467" h="248857">
                <a:moveTo>
                  <a:pt x="301563" y="169889"/>
                </a:moveTo>
                <a:cubicBezTo>
                  <a:pt x="347845" y="166603"/>
                  <a:pt x="394127" y="135651"/>
                  <a:pt x="385400" y="80776"/>
                </a:cubicBezTo>
                <a:cubicBezTo>
                  <a:pt x="366688" y="-37711"/>
                  <a:pt x="170584" y="-13396"/>
                  <a:pt x="116037" y="73613"/>
                </a:cubicBezTo>
                <a:cubicBezTo>
                  <a:pt x="120995" y="68093"/>
                  <a:pt x="260636" y="2639"/>
                  <a:pt x="322390" y="75388"/>
                </a:cubicBezTo>
                <a:cubicBezTo>
                  <a:pt x="338853" y="94643"/>
                  <a:pt x="321795" y="146099"/>
                  <a:pt x="256272" y="124215"/>
                </a:cubicBezTo>
                <a:cubicBezTo>
                  <a:pt x="133690" y="83143"/>
                  <a:pt x="33059" y="162660"/>
                  <a:pt x="0" y="206888"/>
                </a:cubicBezTo>
                <a:cubicBezTo>
                  <a:pt x="16331" y="226143"/>
                  <a:pt x="33059" y="231795"/>
                  <a:pt x="57589" y="231795"/>
                </a:cubicBezTo>
                <a:cubicBezTo>
                  <a:pt x="63908" y="231785"/>
                  <a:pt x="70215" y="231214"/>
                  <a:pt x="76432" y="230086"/>
                </a:cubicBezTo>
                <a:cubicBezTo>
                  <a:pt x="101900" y="243352"/>
                  <a:pt x="130411" y="249785"/>
                  <a:pt x="159145" y="248749"/>
                </a:cubicBezTo>
                <a:cubicBezTo>
                  <a:pt x="229362" y="248749"/>
                  <a:pt x="277959" y="213394"/>
                  <a:pt x="301563" y="169889"/>
                </a:cubicBezTo>
                <a:close/>
              </a:path>
            </a:pathLst>
          </a:custGeom>
          <a:solidFill>
            <a:schemeClr val="bg1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E2AA3A22-04B6-C686-C8B1-DD1D182F003D}"/>
              </a:ext>
            </a:extLst>
          </p:cNvPr>
          <p:cNvSpPr/>
          <p:nvPr/>
        </p:nvSpPr>
        <p:spPr>
          <a:xfrm>
            <a:off x="10251967" y="5544897"/>
            <a:ext cx="389654" cy="299800"/>
          </a:xfrm>
          <a:custGeom>
            <a:avLst/>
            <a:gdLst>
              <a:gd name="connsiteX0" fmla="*/ 238377 w 389654"/>
              <a:gd name="connsiteY0" fmla="*/ 85498 h 299800"/>
              <a:gd name="connsiteX1" fmla="*/ 345686 w 389654"/>
              <a:gd name="connsiteY1" fmla="*/ 73866 h 299800"/>
              <a:gd name="connsiteX2" fmla="*/ 130870 w 389654"/>
              <a:gd name="connsiteY2" fmla="*/ 297764 h 299800"/>
              <a:gd name="connsiteX3" fmla="*/ 127564 w 389654"/>
              <a:gd name="connsiteY3" fmla="*/ 297764 h 299800"/>
              <a:gd name="connsiteX4" fmla="*/ 155 w 389654"/>
              <a:gd name="connsiteY4" fmla="*/ 189002 h 299800"/>
              <a:gd name="connsiteX5" fmla="*/ 127564 w 389654"/>
              <a:gd name="connsiteY5" fmla="*/ 48499 h 299800"/>
              <a:gd name="connsiteX6" fmla="*/ 155003 w 389654"/>
              <a:gd name="connsiteY6" fmla="*/ 51391 h 299800"/>
              <a:gd name="connsiteX7" fmla="*/ 281750 w 389654"/>
              <a:gd name="connsiteY7" fmla="*/ 0 h 299800"/>
              <a:gd name="connsiteX8" fmla="*/ 389654 w 389654"/>
              <a:gd name="connsiteY8" fmla="*/ 29376 h 299800"/>
              <a:gd name="connsiteX9" fmla="*/ 230972 w 389654"/>
              <a:gd name="connsiteY9" fmla="*/ 81950 h 299800"/>
              <a:gd name="connsiteX10" fmla="*/ 238377 w 389654"/>
              <a:gd name="connsiteY10" fmla="*/ 85498 h 299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9654" h="299800">
                <a:moveTo>
                  <a:pt x="238377" y="85498"/>
                </a:moveTo>
                <a:cubicBezTo>
                  <a:pt x="301189" y="57371"/>
                  <a:pt x="346083" y="73866"/>
                  <a:pt x="345686" y="73866"/>
                </a:cubicBezTo>
                <a:cubicBezTo>
                  <a:pt x="181317" y="133406"/>
                  <a:pt x="140787" y="248345"/>
                  <a:pt x="130870" y="297764"/>
                </a:cubicBezTo>
                <a:cubicBezTo>
                  <a:pt x="129777" y="297567"/>
                  <a:pt x="128657" y="297567"/>
                  <a:pt x="127564" y="297764"/>
                </a:cubicBezTo>
                <a:cubicBezTo>
                  <a:pt x="82670" y="310316"/>
                  <a:pt x="3791" y="263723"/>
                  <a:pt x="155" y="189002"/>
                </a:cubicBezTo>
                <a:cubicBezTo>
                  <a:pt x="-3482" y="114282"/>
                  <a:pt x="57413" y="48499"/>
                  <a:pt x="127564" y="48499"/>
                </a:cubicBezTo>
                <a:cubicBezTo>
                  <a:pt x="136790" y="48446"/>
                  <a:pt x="145993" y="49416"/>
                  <a:pt x="155003" y="51391"/>
                </a:cubicBezTo>
                <a:cubicBezTo>
                  <a:pt x="184094" y="20175"/>
                  <a:pt x="229980" y="0"/>
                  <a:pt x="281750" y="0"/>
                </a:cubicBezTo>
                <a:cubicBezTo>
                  <a:pt x="328429" y="0"/>
                  <a:pt x="360430" y="3812"/>
                  <a:pt x="389654" y="29376"/>
                </a:cubicBezTo>
                <a:cubicBezTo>
                  <a:pt x="344298" y="22804"/>
                  <a:pt x="291337" y="40482"/>
                  <a:pt x="230972" y="81950"/>
                </a:cubicBezTo>
                <a:cubicBezTo>
                  <a:pt x="233374" y="83264"/>
                  <a:pt x="235846" y="84448"/>
                  <a:pt x="238377" y="85498"/>
                </a:cubicBezTo>
                <a:close/>
              </a:path>
            </a:pathLst>
          </a:custGeom>
          <a:solidFill>
            <a:schemeClr val="bg1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2443FEFB-BB44-1349-A913-BDC8B9F15259}"/>
              </a:ext>
            </a:extLst>
          </p:cNvPr>
          <p:cNvSpPr/>
          <p:nvPr/>
        </p:nvSpPr>
        <p:spPr>
          <a:xfrm>
            <a:off x="10796925" y="5597415"/>
            <a:ext cx="1055241" cy="233268"/>
          </a:xfrm>
          <a:custGeom>
            <a:avLst/>
            <a:gdLst>
              <a:gd name="connsiteX0" fmla="*/ 176338 w 1055241"/>
              <a:gd name="connsiteY0" fmla="*/ 89741 h 233268"/>
              <a:gd name="connsiteX1" fmla="*/ 184732 w 1055241"/>
              <a:gd name="connsiteY1" fmla="*/ 51626 h 233268"/>
              <a:gd name="connsiteX2" fmla="*/ 44233 w 1055241"/>
              <a:gd name="connsiteY2" fmla="*/ 51626 h 233268"/>
              <a:gd name="connsiteX3" fmla="*/ 41059 w 1055241"/>
              <a:gd name="connsiteY3" fmla="*/ 66347 h 233268"/>
              <a:gd name="connsiteX4" fmla="*/ 40643 w 1055241"/>
              <a:gd name="connsiteY4" fmla="*/ 74542 h 233268"/>
              <a:gd name="connsiteX5" fmla="*/ 43968 w 1055241"/>
              <a:gd name="connsiteY5" fmla="*/ 82053 h 233268"/>
              <a:gd name="connsiteX6" fmla="*/ 50205 w 1055241"/>
              <a:gd name="connsiteY6" fmla="*/ 87042 h 233268"/>
              <a:gd name="connsiteX7" fmla="*/ 58051 w 1055241"/>
              <a:gd name="connsiteY7" fmla="*/ 88624 h 233268"/>
              <a:gd name="connsiteX8" fmla="*/ 122979 w 1055241"/>
              <a:gd name="connsiteY8" fmla="*/ 88624 h 233268"/>
              <a:gd name="connsiteX9" fmla="*/ 7802 w 1055241"/>
              <a:gd name="connsiteY9" fmla="*/ 193837 h 233268"/>
              <a:gd name="connsiteX10" fmla="*/ 0 w 1055241"/>
              <a:gd name="connsiteY10" fmla="*/ 229193 h 233268"/>
              <a:gd name="connsiteX11" fmla="*/ 148829 w 1055241"/>
              <a:gd name="connsiteY11" fmla="*/ 229193 h 233268"/>
              <a:gd name="connsiteX12" fmla="*/ 157561 w 1055241"/>
              <a:gd name="connsiteY12" fmla="*/ 190617 h 233268"/>
              <a:gd name="connsiteX13" fmla="*/ 63473 w 1055241"/>
              <a:gd name="connsiteY13" fmla="*/ 190617 h 233268"/>
              <a:gd name="connsiteX14" fmla="*/ 176338 w 1055241"/>
              <a:gd name="connsiteY14" fmla="*/ 89741 h 233268"/>
              <a:gd name="connsiteX15" fmla="*/ 270089 w 1055241"/>
              <a:gd name="connsiteY15" fmla="*/ 120431 h 233268"/>
              <a:gd name="connsiteX16" fmla="*/ 264800 w 1055241"/>
              <a:gd name="connsiteY16" fmla="*/ 119709 h 233268"/>
              <a:gd name="connsiteX17" fmla="*/ 258189 w 1055241"/>
              <a:gd name="connsiteY17" fmla="*/ 117802 h 233268"/>
              <a:gd name="connsiteX18" fmla="*/ 228636 w 1055241"/>
              <a:gd name="connsiteY18" fmla="*/ 99731 h 233268"/>
              <a:gd name="connsiteX19" fmla="*/ 231576 w 1055241"/>
              <a:gd name="connsiteY19" fmla="*/ 92821 h 233268"/>
              <a:gd name="connsiteX20" fmla="*/ 237101 w 1055241"/>
              <a:gd name="connsiteY20" fmla="*/ 87704 h 233268"/>
              <a:gd name="connsiteX21" fmla="*/ 257332 w 1055241"/>
              <a:gd name="connsiteY21" fmla="*/ 83761 h 233268"/>
              <a:gd name="connsiteX22" fmla="*/ 277163 w 1055241"/>
              <a:gd name="connsiteY22" fmla="*/ 89741 h 233268"/>
              <a:gd name="connsiteX23" fmla="*/ 281132 w 1055241"/>
              <a:gd name="connsiteY23" fmla="*/ 95065 h 233268"/>
              <a:gd name="connsiteX24" fmla="*/ 287202 w 1055241"/>
              <a:gd name="connsiteY24" fmla="*/ 103605 h 233268"/>
              <a:gd name="connsiteX25" fmla="*/ 297331 w 1055241"/>
              <a:gd name="connsiteY25" fmla="*/ 106434 h 233268"/>
              <a:gd name="connsiteX26" fmla="*/ 325036 w 1055241"/>
              <a:gd name="connsiteY26" fmla="*/ 106434 h 233268"/>
              <a:gd name="connsiteX27" fmla="*/ 325074 w 1055241"/>
              <a:gd name="connsiteY27" fmla="*/ 83494 h 233268"/>
              <a:gd name="connsiteX28" fmla="*/ 314723 w 1055241"/>
              <a:gd name="connsiteY28" fmla="*/ 62994 h 233268"/>
              <a:gd name="connsiteX29" fmla="*/ 264666 w 1055241"/>
              <a:gd name="connsiteY29" fmla="*/ 47683 h 233268"/>
              <a:gd name="connsiteX30" fmla="*/ 211117 w 1055241"/>
              <a:gd name="connsiteY30" fmla="*/ 62994 h 233268"/>
              <a:gd name="connsiteX31" fmla="*/ 183412 w 1055241"/>
              <a:gd name="connsiteY31" fmla="*/ 105185 h 233268"/>
              <a:gd name="connsiteX32" fmla="*/ 182421 w 1055241"/>
              <a:gd name="connsiteY32" fmla="*/ 121933 h 233268"/>
              <a:gd name="connsiteX33" fmla="*/ 189298 w 1055241"/>
              <a:gd name="connsiteY33" fmla="*/ 137255 h 233268"/>
              <a:gd name="connsiteX34" fmla="*/ 230421 w 1055241"/>
              <a:gd name="connsiteY34" fmla="*/ 157956 h 233268"/>
              <a:gd name="connsiteX35" fmla="*/ 246886 w 1055241"/>
              <a:gd name="connsiteY35" fmla="*/ 161965 h 233268"/>
              <a:gd name="connsiteX36" fmla="*/ 270025 w 1055241"/>
              <a:gd name="connsiteY36" fmla="*/ 179971 h 233268"/>
              <a:gd name="connsiteX37" fmla="*/ 266228 w 1055241"/>
              <a:gd name="connsiteY37" fmla="*/ 187511 h 233268"/>
              <a:gd name="connsiteX38" fmla="*/ 259510 w 1055241"/>
              <a:gd name="connsiteY38" fmla="*/ 192655 h 233268"/>
              <a:gd name="connsiteX39" fmla="*/ 238352 w 1055241"/>
              <a:gd name="connsiteY39" fmla="*/ 197518 h 233268"/>
              <a:gd name="connsiteX40" fmla="*/ 214025 w 1055241"/>
              <a:gd name="connsiteY40" fmla="*/ 190946 h 233268"/>
              <a:gd name="connsiteX41" fmla="*/ 208646 w 1055241"/>
              <a:gd name="connsiteY41" fmla="*/ 181811 h 233268"/>
              <a:gd name="connsiteX42" fmla="*/ 208799 w 1055241"/>
              <a:gd name="connsiteY42" fmla="*/ 171231 h 233268"/>
              <a:gd name="connsiteX43" fmla="*/ 165028 w 1055241"/>
              <a:gd name="connsiteY43" fmla="*/ 171231 h 233268"/>
              <a:gd name="connsiteX44" fmla="*/ 164565 w 1055241"/>
              <a:gd name="connsiteY44" fmla="*/ 173203 h 233268"/>
              <a:gd name="connsiteX45" fmla="*/ 173429 w 1055241"/>
              <a:gd name="connsiteY45" fmla="*/ 217890 h 233268"/>
              <a:gd name="connsiteX46" fmla="*/ 224864 w 1055241"/>
              <a:gd name="connsiteY46" fmla="*/ 233267 h 233268"/>
              <a:gd name="connsiteX47" fmla="*/ 286028 w 1055241"/>
              <a:gd name="connsiteY47" fmla="*/ 218547 h 233268"/>
              <a:gd name="connsiteX48" fmla="*/ 305973 w 1055241"/>
              <a:gd name="connsiteY48" fmla="*/ 198990 h 233268"/>
              <a:gd name="connsiteX49" fmla="*/ 316704 w 1055241"/>
              <a:gd name="connsiteY49" fmla="*/ 173268 h 233268"/>
              <a:gd name="connsiteX50" fmla="*/ 317898 w 1055241"/>
              <a:gd name="connsiteY50" fmla="*/ 156634 h 233268"/>
              <a:gd name="connsiteX51" fmla="*/ 311548 w 1055241"/>
              <a:gd name="connsiteY51" fmla="*/ 141198 h 233268"/>
              <a:gd name="connsiteX52" fmla="*/ 270089 w 1055241"/>
              <a:gd name="connsiteY52" fmla="*/ 120431 h 233268"/>
              <a:gd name="connsiteX53" fmla="*/ 431220 w 1055241"/>
              <a:gd name="connsiteY53" fmla="*/ 177802 h 233268"/>
              <a:gd name="connsiteX54" fmla="*/ 424610 w 1055241"/>
              <a:gd name="connsiteY54" fmla="*/ 183126 h 233268"/>
              <a:gd name="connsiteX55" fmla="*/ 420178 w 1055241"/>
              <a:gd name="connsiteY55" fmla="*/ 186609 h 233268"/>
              <a:gd name="connsiteX56" fmla="*/ 416145 w 1055241"/>
              <a:gd name="connsiteY56" fmla="*/ 188974 h 233268"/>
              <a:gd name="connsiteX57" fmla="*/ 396308 w 1055241"/>
              <a:gd name="connsiteY57" fmla="*/ 193641 h 233268"/>
              <a:gd name="connsiteX58" fmla="*/ 373562 w 1055241"/>
              <a:gd name="connsiteY58" fmla="*/ 182994 h 233268"/>
              <a:gd name="connsiteX59" fmla="*/ 371448 w 1055241"/>
              <a:gd name="connsiteY59" fmla="*/ 139621 h 233268"/>
              <a:gd name="connsiteX60" fmla="*/ 392803 w 1055241"/>
              <a:gd name="connsiteY60" fmla="*/ 95590 h 233268"/>
              <a:gd name="connsiteX61" fmla="*/ 418063 w 1055241"/>
              <a:gd name="connsiteY61" fmla="*/ 86193 h 233268"/>
              <a:gd name="connsiteX62" fmla="*/ 430471 w 1055241"/>
              <a:gd name="connsiteY62" fmla="*/ 87924 h 233268"/>
              <a:gd name="connsiteX63" fmla="*/ 440345 w 1055241"/>
              <a:gd name="connsiteY63" fmla="*/ 95590 h 233268"/>
              <a:gd name="connsiteX64" fmla="*/ 444574 w 1055241"/>
              <a:gd name="connsiteY64" fmla="*/ 105580 h 233268"/>
              <a:gd name="connsiteX65" fmla="*/ 489666 w 1055241"/>
              <a:gd name="connsiteY65" fmla="*/ 105580 h 233268"/>
              <a:gd name="connsiteX66" fmla="*/ 480477 w 1055241"/>
              <a:gd name="connsiteY66" fmla="*/ 71538 h 233268"/>
              <a:gd name="connsiteX67" fmla="*/ 425797 w 1055241"/>
              <a:gd name="connsiteY67" fmla="*/ 47486 h 233268"/>
              <a:gd name="connsiteX68" fmla="*/ 391819 w 1055241"/>
              <a:gd name="connsiteY68" fmla="*/ 53626 h 233268"/>
              <a:gd name="connsiteX69" fmla="*/ 362856 w 1055241"/>
              <a:gd name="connsiteY69" fmla="*/ 72327 h 233268"/>
              <a:gd name="connsiteX70" fmla="*/ 327944 w 1055241"/>
              <a:gd name="connsiteY70" fmla="*/ 139095 h 233268"/>
              <a:gd name="connsiteX71" fmla="*/ 333367 w 1055241"/>
              <a:gd name="connsiteY71" fmla="*/ 207835 h 233268"/>
              <a:gd name="connsiteX72" fmla="*/ 385335 w 1055241"/>
              <a:gd name="connsiteY72" fmla="*/ 232545 h 233268"/>
              <a:gd name="connsiteX73" fmla="*/ 438891 w 1055241"/>
              <a:gd name="connsiteY73" fmla="*/ 217167 h 233268"/>
              <a:gd name="connsiteX74" fmla="*/ 475385 w 1055241"/>
              <a:gd name="connsiteY74" fmla="*/ 174517 h 233268"/>
              <a:gd name="connsiteX75" fmla="*/ 443647 w 1055241"/>
              <a:gd name="connsiteY75" fmla="*/ 174517 h 233268"/>
              <a:gd name="connsiteX76" fmla="*/ 431220 w 1055241"/>
              <a:gd name="connsiteY76" fmla="*/ 177802 h 233268"/>
              <a:gd name="connsiteX77" fmla="*/ 627454 w 1055241"/>
              <a:gd name="connsiteY77" fmla="*/ 158482 h 233268"/>
              <a:gd name="connsiteX78" fmla="*/ 608944 w 1055241"/>
              <a:gd name="connsiteY78" fmla="*/ 200146 h 233268"/>
              <a:gd name="connsiteX79" fmla="*/ 582033 w 1055241"/>
              <a:gd name="connsiteY79" fmla="*/ 221899 h 233268"/>
              <a:gd name="connsiteX80" fmla="*/ 551356 w 1055241"/>
              <a:gd name="connsiteY80" fmla="*/ 230902 h 233268"/>
              <a:gd name="connsiteX81" fmla="*/ 524248 w 1055241"/>
              <a:gd name="connsiteY81" fmla="*/ 232545 h 233268"/>
              <a:gd name="connsiteX82" fmla="*/ 486427 w 1055241"/>
              <a:gd name="connsiteY82" fmla="*/ 219402 h 233268"/>
              <a:gd name="connsiteX83" fmla="*/ 478560 w 1055241"/>
              <a:gd name="connsiteY83" fmla="*/ 176291 h 233268"/>
              <a:gd name="connsiteX84" fmla="*/ 486827 w 1055241"/>
              <a:gd name="connsiteY84" fmla="*/ 153833 h 233268"/>
              <a:gd name="connsiteX85" fmla="*/ 503153 w 1055241"/>
              <a:gd name="connsiteY85" fmla="*/ 136269 h 233268"/>
              <a:gd name="connsiteX86" fmla="*/ 546924 w 1055241"/>
              <a:gd name="connsiteY86" fmla="*/ 120234 h 233268"/>
              <a:gd name="connsiteX87" fmla="*/ 554791 w 1055241"/>
              <a:gd name="connsiteY87" fmla="*/ 119248 h 233268"/>
              <a:gd name="connsiteX88" fmla="*/ 565440 w 1055241"/>
              <a:gd name="connsiteY88" fmla="*/ 117606 h 233268"/>
              <a:gd name="connsiteX89" fmla="*/ 597635 w 1055241"/>
              <a:gd name="connsiteY89" fmla="*/ 100191 h 233268"/>
              <a:gd name="connsiteX90" fmla="*/ 597412 w 1055241"/>
              <a:gd name="connsiteY90" fmla="*/ 92853 h 233268"/>
              <a:gd name="connsiteX91" fmla="*/ 592148 w 1055241"/>
              <a:gd name="connsiteY91" fmla="*/ 87704 h 233268"/>
              <a:gd name="connsiteX92" fmla="*/ 590561 w 1055241"/>
              <a:gd name="connsiteY92" fmla="*/ 87245 h 233268"/>
              <a:gd name="connsiteX93" fmla="*/ 572844 w 1055241"/>
              <a:gd name="connsiteY93" fmla="*/ 84221 h 233268"/>
              <a:gd name="connsiteX94" fmla="*/ 556182 w 1055241"/>
              <a:gd name="connsiteY94" fmla="*/ 86850 h 233268"/>
              <a:gd name="connsiteX95" fmla="*/ 543622 w 1055241"/>
              <a:gd name="connsiteY95" fmla="*/ 96839 h 233268"/>
              <a:gd name="connsiteX96" fmla="*/ 500575 w 1055241"/>
              <a:gd name="connsiteY96" fmla="*/ 96839 h 233268"/>
              <a:gd name="connsiteX97" fmla="*/ 526299 w 1055241"/>
              <a:gd name="connsiteY97" fmla="*/ 62863 h 233268"/>
              <a:gd name="connsiteX98" fmla="*/ 579188 w 1055241"/>
              <a:gd name="connsiteY98" fmla="*/ 47551 h 233268"/>
              <a:gd name="connsiteX99" fmla="*/ 630496 w 1055241"/>
              <a:gd name="connsiteY99" fmla="*/ 60169 h 233268"/>
              <a:gd name="connsiteX100" fmla="*/ 640948 w 1055241"/>
              <a:gd name="connsiteY100" fmla="*/ 97628 h 233268"/>
              <a:gd name="connsiteX101" fmla="*/ 627454 w 1055241"/>
              <a:gd name="connsiteY101" fmla="*/ 158482 h 233268"/>
              <a:gd name="connsiteX102" fmla="*/ 589704 w 1055241"/>
              <a:gd name="connsiteY102" fmla="*/ 139752 h 233268"/>
              <a:gd name="connsiteX103" fmla="*/ 562729 w 1055241"/>
              <a:gd name="connsiteY103" fmla="*/ 148427 h 233268"/>
              <a:gd name="connsiteX104" fmla="*/ 547254 w 1055241"/>
              <a:gd name="connsiteY104" fmla="*/ 151910 h 233268"/>
              <a:gd name="connsiteX105" fmla="*/ 528610 w 1055241"/>
              <a:gd name="connsiteY105" fmla="*/ 160585 h 233268"/>
              <a:gd name="connsiteX106" fmla="*/ 520806 w 1055241"/>
              <a:gd name="connsiteY106" fmla="*/ 175305 h 233268"/>
              <a:gd name="connsiteX107" fmla="*/ 520146 w 1055241"/>
              <a:gd name="connsiteY107" fmla="*/ 183570 h 233268"/>
              <a:gd name="connsiteX108" fmla="*/ 523054 w 1055241"/>
              <a:gd name="connsiteY108" fmla="*/ 191340 h 233268"/>
              <a:gd name="connsiteX109" fmla="*/ 530287 w 1055241"/>
              <a:gd name="connsiteY109" fmla="*/ 195655 h 233268"/>
              <a:gd name="connsiteX110" fmla="*/ 538662 w 1055241"/>
              <a:gd name="connsiteY110" fmla="*/ 196598 h 233268"/>
              <a:gd name="connsiteX111" fmla="*/ 569403 w 1055241"/>
              <a:gd name="connsiteY111" fmla="*/ 186149 h 233268"/>
              <a:gd name="connsiteX112" fmla="*/ 586268 w 1055241"/>
              <a:gd name="connsiteY112" fmla="*/ 156707 h 233268"/>
              <a:gd name="connsiteX113" fmla="*/ 589704 w 1055241"/>
              <a:gd name="connsiteY113" fmla="*/ 139752 h 233268"/>
              <a:gd name="connsiteX114" fmla="*/ 714735 w 1055241"/>
              <a:gd name="connsiteY114" fmla="*/ 5952 h 233268"/>
              <a:gd name="connsiteX115" fmla="*/ 708398 w 1055241"/>
              <a:gd name="connsiteY115" fmla="*/ 1332 h 233268"/>
              <a:gd name="connsiteX116" fmla="*/ 700651 w 1055241"/>
              <a:gd name="connsiteY116" fmla="*/ 38 h 233268"/>
              <a:gd name="connsiteX117" fmla="*/ 677442 w 1055241"/>
              <a:gd name="connsiteY117" fmla="*/ 38 h 233268"/>
              <a:gd name="connsiteX118" fmla="*/ 626997 w 1055241"/>
              <a:gd name="connsiteY118" fmla="*/ 229588 h 233268"/>
              <a:gd name="connsiteX119" fmla="*/ 672088 w 1055241"/>
              <a:gd name="connsiteY119" fmla="*/ 229588 h 233268"/>
              <a:gd name="connsiteX120" fmla="*/ 718037 w 1055241"/>
              <a:gd name="connsiteY120" fmla="*/ 21790 h 233268"/>
              <a:gd name="connsiteX121" fmla="*/ 718304 w 1055241"/>
              <a:gd name="connsiteY121" fmla="*/ 13475 h 233268"/>
              <a:gd name="connsiteX122" fmla="*/ 714735 w 1055241"/>
              <a:gd name="connsiteY122" fmla="*/ 5952 h 233268"/>
              <a:gd name="connsiteX123" fmla="*/ 817218 w 1055241"/>
              <a:gd name="connsiteY123" fmla="*/ 174517 h 233268"/>
              <a:gd name="connsiteX124" fmla="*/ 849482 w 1055241"/>
              <a:gd name="connsiteY124" fmla="*/ 174517 h 233268"/>
              <a:gd name="connsiteX125" fmla="*/ 813312 w 1055241"/>
              <a:gd name="connsiteY125" fmla="*/ 216904 h 233268"/>
              <a:gd name="connsiteX126" fmla="*/ 759623 w 1055241"/>
              <a:gd name="connsiteY126" fmla="*/ 232282 h 233268"/>
              <a:gd name="connsiteX127" fmla="*/ 707788 w 1055241"/>
              <a:gd name="connsiteY127" fmla="*/ 207573 h 233268"/>
              <a:gd name="connsiteX128" fmla="*/ 702302 w 1055241"/>
              <a:gd name="connsiteY128" fmla="*/ 138964 h 233268"/>
              <a:gd name="connsiteX129" fmla="*/ 736947 w 1055241"/>
              <a:gd name="connsiteY129" fmla="*/ 72327 h 233268"/>
              <a:gd name="connsiteX130" fmla="*/ 765846 w 1055241"/>
              <a:gd name="connsiteY130" fmla="*/ 53786 h 233268"/>
              <a:gd name="connsiteX131" fmla="*/ 799692 w 1055241"/>
              <a:gd name="connsiteY131" fmla="*/ 47683 h 233268"/>
              <a:gd name="connsiteX132" fmla="*/ 854372 w 1055241"/>
              <a:gd name="connsiteY132" fmla="*/ 71735 h 233268"/>
              <a:gd name="connsiteX133" fmla="*/ 859858 w 1055241"/>
              <a:gd name="connsiteY133" fmla="*/ 140475 h 233268"/>
              <a:gd name="connsiteX134" fmla="*/ 858734 w 1055241"/>
              <a:gd name="connsiteY134" fmla="*/ 145141 h 233268"/>
              <a:gd name="connsiteX135" fmla="*/ 858207 w 1055241"/>
              <a:gd name="connsiteY135" fmla="*/ 147770 h 233268"/>
              <a:gd name="connsiteX136" fmla="*/ 856556 w 1055241"/>
              <a:gd name="connsiteY136" fmla="*/ 152436 h 233268"/>
              <a:gd name="connsiteX137" fmla="*/ 745082 w 1055241"/>
              <a:gd name="connsiteY137" fmla="*/ 152436 h 233268"/>
              <a:gd name="connsiteX138" fmla="*/ 747990 w 1055241"/>
              <a:gd name="connsiteY138" fmla="*/ 183191 h 233268"/>
              <a:gd name="connsiteX139" fmla="*/ 757877 w 1055241"/>
              <a:gd name="connsiteY139" fmla="*/ 191916 h 233268"/>
              <a:gd name="connsiteX140" fmla="*/ 770933 w 1055241"/>
              <a:gd name="connsiteY140" fmla="*/ 193969 h 233268"/>
              <a:gd name="connsiteX141" fmla="*/ 794472 w 1055241"/>
              <a:gd name="connsiteY141" fmla="*/ 187003 h 233268"/>
              <a:gd name="connsiteX142" fmla="*/ 804918 w 1055241"/>
              <a:gd name="connsiteY142" fmla="*/ 178000 h 233268"/>
              <a:gd name="connsiteX143" fmla="*/ 817218 w 1055241"/>
              <a:gd name="connsiteY143" fmla="*/ 174517 h 233268"/>
              <a:gd name="connsiteX144" fmla="*/ 751425 w 1055241"/>
              <a:gd name="connsiteY144" fmla="*/ 122469 h 233268"/>
              <a:gd name="connsiteX145" fmla="*/ 817218 w 1055241"/>
              <a:gd name="connsiteY145" fmla="*/ 122469 h 233268"/>
              <a:gd name="connsiteX146" fmla="*/ 814106 w 1055241"/>
              <a:gd name="connsiteY146" fmla="*/ 95722 h 233268"/>
              <a:gd name="connsiteX147" fmla="*/ 804378 w 1055241"/>
              <a:gd name="connsiteY147" fmla="*/ 88323 h 233268"/>
              <a:gd name="connsiteX148" fmla="*/ 792288 w 1055241"/>
              <a:gd name="connsiteY148" fmla="*/ 86390 h 233268"/>
              <a:gd name="connsiteX149" fmla="*/ 767097 w 1055241"/>
              <a:gd name="connsiteY149" fmla="*/ 95722 h 233268"/>
              <a:gd name="connsiteX150" fmla="*/ 751692 w 1055241"/>
              <a:gd name="connsiteY150" fmla="*/ 122469 h 233268"/>
              <a:gd name="connsiteX151" fmla="*/ 751425 w 1055241"/>
              <a:gd name="connsiteY151" fmla="*/ 122469 h 233268"/>
              <a:gd name="connsiteX152" fmla="*/ 980527 w 1055241"/>
              <a:gd name="connsiteY152" fmla="*/ 51626 h 233268"/>
              <a:gd name="connsiteX153" fmla="*/ 945748 w 1055241"/>
              <a:gd name="connsiteY153" fmla="*/ 56357 h 233268"/>
              <a:gd name="connsiteX154" fmla="*/ 887303 w 1055241"/>
              <a:gd name="connsiteY154" fmla="*/ 99402 h 233268"/>
              <a:gd name="connsiteX155" fmla="*/ 870240 w 1055241"/>
              <a:gd name="connsiteY155" fmla="*/ 143104 h 233268"/>
              <a:gd name="connsiteX156" fmla="*/ 851266 w 1055241"/>
              <a:gd name="connsiteY156" fmla="*/ 229193 h 233268"/>
              <a:gd name="connsiteX157" fmla="*/ 896555 w 1055241"/>
              <a:gd name="connsiteY157" fmla="*/ 229193 h 233268"/>
              <a:gd name="connsiteX158" fmla="*/ 916856 w 1055241"/>
              <a:gd name="connsiteY158" fmla="*/ 138044 h 233268"/>
              <a:gd name="connsiteX159" fmla="*/ 932324 w 1055241"/>
              <a:gd name="connsiteY159" fmla="*/ 108668 h 233268"/>
              <a:gd name="connsiteX160" fmla="*/ 976952 w 1055241"/>
              <a:gd name="connsiteY160" fmla="*/ 91779 h 233268"/>
              <a:gd name="connsiteX161" fmla="*/ 987404 w 1055241"/>
              <a:gd name="connsiteY161" fmla="*/ 51889 h 233268"/>
              <a:gd name="connsiteX162" fmla="*/ 980787 w 1055241"/>
              <a:gd name="connsiteY162" fmla="*/ 51889 h 233268"/>
              <a:gd name="connsiteX163" fmla="*/ 980527 w 1055241"/>
              <a:gd name="connsiteY163" fmla="*/ 51626 h 233268"/>
              <a:gd name="connsiteX164" fmla="*/ 992821 w 1055241"/>
              <a:gd name="connsiteY164" fmla="*/ 17190 h 233268"/>
              <a:gd name="connsiteX165" fmla="*/ 994014 w 1055241"/>
              <a:gd name="connsiteY165" fmla="*/ 11604 h 233268"/>
              <a:gd name="connsiteX166" fmla="*/ 1018278 w 1055241"/>
              <a:gd name="connsiteY166" fmla="*/ 11604 h 233268"/>
              <a:gd name="connsiteX167" fmla="*/ 1017154 w 1055241"/>
              <a:gd name="connsiteY167" fmla="*/ 17190 h 233268"/>
              <a:gd name="connsiteX168" fmla="*/ 1008429 w 1055241"/>
              <a:gd name="connsiteY168" fmla="*/ 17190 h 233268"/>
              <a:gd name="connsiteX169" fmla="*/ 1003470 w 1055241"/>
              <a:gd name="connsiteY169" fmla="*/ 41637 h 233268"/>
              <a:gd name="connsiteX170" fmla="*/ 996859 w 1055241"/>
              <a:gd name="connsiteY170" fmla="*/ 41637 h 233268"/>
              <a:gd name="connsiteX171" fmla="*/ 1001882 w 1055241"/>
              <a:gd name="connsiteY171" fmla="*/ 17190 h 233268"/>
              <a:gd name="connsiteX172" fmla="*/ 992821 w 1055241"/>
              <a:gd name="connsiteY172" fmla="*/ 17190 h 233268"/>
              <a:gd name="connsiteX173" fmla="*/ 1032756 w 1055241"/>
              <a:gd name="connsiteY173" fmla="*/ 11472 h 233268"/>
              <a:gd name="connsiteX174" fmla="*/ 1035004 w 1055241"/>
              <a:gd name="connsiteY174" fmla="*/ 33291 h 233268"/>
              <a:gd name="connsiteX175" fmla="*/ 1046180 w 1055241"/>
              <a:gd name="connsiteY175" fmla="*/ 11472 h 233268"/>
              <a:gd name="connsiteX176" fmla="*/ 1055241 w 1055241"/>
              <a:gd name="connsiteY176" fmla="*/ 11472 h 233268"/>
              <a:gd name="connsiteX177" fmla="*/ 1049221 w 1055241"/>
              <a:gd name="connsiteY177" fmla="*/ 41637 h 233268"/>
              <a:gd name="connsiteX178" fmla="*/ 1043208 w 1055241"/>
              <a:gd name="connsiteY178" fmla="*/ 41637 h 233268"/>
              <a:gd name="connsiteX179" fmla="*/ 1048497 w 1055241"/>
              <a:gd name="connsiteY179" fmla="*/ 17650 h 233268"/>
              <a:gd name="connsiteX180" fmla="*/ 1036198 w 1055241"/>
              <a:gd name="connsiteY180" fmla="*/ 41637 h 233268"/>
              <a:gd name="connsiteX181" fmla="*/ 1031371 w 1055241"/>
              <a:gd name="connsiteY181" fmla="*/ 41637 h 233268"/>
              <a:gd name="connsiteX182" fmla="*/ 1028527 w 1055241"/>
              <a:gd name="connsiteY182" fmla="*/ 17650 h 233268"/>
              <a:gd name="connsiteX183" fmla="*/ 1023967 w 1055241"/>
              <a:gd name="connsiteY183" fmla="*/ 41637 h 233268"/>
              <a:gd name="connsiteX184" fmla="*/ 1017948 w 1055241"/>
              <a:gd name="connsiteY184" fmla="*/ 41637 h 233268"/>
              <a:gd name="connsiteX185" fmla="*/ 1024094 w 1055241"/>
              <a:gd name="connsiteY185" fmla="*/ 11472 h 233268"/>
              <a:gd name="connsiteX186" fmla="*/ 1032756 w 1055241"/>
              <a:gd name="connsiteY186" fmla="*/ 11472 h 2332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1055241" h="233268">
                <a:moveTo>
                  <a:pt x="176338" y="89741"/>
                </a:moveTo>
                <a:lnTo>
                  <a:pt x="184732" y="51626"/>
                </a:lnTo>
                <a:lnTo>
                  <a:pt x="44233" y="51626"/>
                </a:lnTo>
                <a:lnTo>
                  <a:pt x="41059" y="66347"/>
                </a:lnTo>
                <a:cubicBezTo>
                  <a:pt x="40281" y="69009"/>
                  <a:pt x="40138" y="71815"/>
                  <a:pt x="40643" y="74542"/>
                </a:cubicBezTo>
                <a:cubicBezTo>
                  <a:pt x="41148" y="77269"/>
                  <a:pt x="42287" y="79841"/>
                  <a:pt x="43968" y="82053"/>
                </a:cubicBezTo>
                <a:cubicBezTo>
                  <a:pt x="45616" y="84187"/>
                  <a:pt x="47755" y="85898"/>
                  <a:pt x="50205" y="87042"/>
                </a:cubicBezTo>
                <a:cubicBezTo>
                  <a:pt x="52656" y="88186"/>
                  <a:pt x="55347" y="88728"/>
                  <a:pt x="58051" y="88624"/>
                </a:cubicBezTo>
                <a:lnTo>
                  <a:pt x="122979" y="88624"/>
                </a:lnTo>
                <a:lnTo>
                  <a:pt x="7802" y="193837"/>
                </a:lnTo>
                <a:lnTo>
                  <a:pt x="0" y="229193"/>
                </a:lnTo>
                <a:lnTo>
                  <a:pt x="148829" y="229193"/>
                </a:lnTo>
                <a:lnTo>
                  <a:pt x="157561" y="190617"/>
                </a:lnTo>
                <a:lnTo>
                  <a:pt x="63473" y="190617"/>
                </a:lnTo>
                <a:lnTo>
                  <a:pt x="176338" y="89741"/>
                </a:lnTo>
                <a:close/>
                <a:moveTo>
                  <a:pt x="270089" y="120431"/>
                </a:moveTo>
                <a:cubicBezTo>
                  <a:pt x="268305" y="120422"/>
                  <a:pt x="266527" y="120178"/>
                  <a:pt x="264800" y="119709"/>
                </a:cubicBezTo>
                <a:cubicBezTo>
                  <a:pt x="262552" y="119243"/>
                  <a:pt x="260342" y="118607"/>
                  <a:pt x="258189" y="117802"/>
                </a:cubicBezTo>
                <a:cubicBezTo>
                  <a:pt x="236967" y="112874"/>
                  <a:pt x="227112" y="106894"/>
                  <a:pt x="228636" y="99731"/>
                </a:cubicBezTo>
                <a:cubicBezTo>
                  <a:pt x="229119" y="97248"/>
                  <a:pt x="230122" y="94894"/>
                  <a:pt x="231576" y="92821"/>
                </a:cubicBezTo>
                <a:cubicBezTo>
                  <a:pt x="233037" y="90749"/>
                  <a:pt x="234916" y="89006"/>
                  <a:pt x="237101" y="87704"/>
                </a:cubicBezTo>
                <a:cubicBezTo>
                  <a:pt x="243406" y="84741"/>
                  <a:pt x="250360" y="83386"/>
                  <a:pt x="257332" y="83761"/>
                </a:cubicBezTo>
                <a:cubicBezTo>
                  <a:pt x="264463" y="83183"/>
                  <a:pt x="271556" y="85321"/>
                  <a:pt x="277163" y="89741"/>
                </a:cubicBezTo>
                <a:lnTo>
                  <a:pt x="281132" y="95065"/>
                </a:lnTo>
                <a:cubicBezTo>
                  <a:pt x="282110" y="98520"/>
                  <a:pt x="284256" y="101535"/>
                  <a:pt x="287202" y="103605"/>
                </a:cubicBezTo>
                <a:cubicBezTo>
                  <a:pt x="290155" y="105674"/>
                  <a:pt x="293730" y="106673"/>
                  <a:pt x="297331" y="106434"/>
                </a:cubicBezTo>
                <a:lnTo>
                  <a:pt x="325036" y="106434"/>
                </a:lnTo>
                <a:cubicBezTo>
                  <a:pt x="326852" y="98896"/>
                  <a:pt x="326871" y="91039"/>
                  <a:pt x="325074" y="83494"/>
                </a:cubicBezTo>
                <a:cubicBezTo>
                  <a:pt x="323283" y="75950"/>
                  <a:pt x="319740" y="68929"/>
                  <a:pt x="314723" y="62994"/>
                </a:cubicBezTo>
                <a:cubicBezTo>
                  <a:pt x="303700" y="52830"/>
                  <a:pt x="287018" y="47726"/>
                  <a:pt x="264666" y="47683"/>
                </a:cubicBezTo>
                <a:cubicBezTo>
                  <a:pt x="245667" y="47244"/>
                  <a:pt x="226979" y="52587"/>
                  <a:pt x="211117" y="62994"/>
                </a:cubicBezTo>
                <a:cubicBezTo>
                  <a:pt x="196975" y="73196"/>
                  <a:pt x="187114" y="88215"/>
                  <a:pt x="183412" y="105185"/>
                </a:cubicBezTo>
                <a:cubicBezTo>
                  <a:pt x="181735" y="110609"/>
                  <a:pt x="181399" y="116352"/>
                  <a:pt x="182421" y="121933"/>
                </a:cubicBezTo>
                <a:cubicBezTo>
                  <a:pt x="183443" y="127514"/>
                  <a:pt x="185799" y="132768"/>
                  <a:pt x="189298" y="137255"/>
                </a:cubicBezTo>
                <a:cubicBezTo>
                  <a:pt x="195248" y="145273"/>
                  <a:pt x="209129" y="152173"/>
                  <a:pt x="230421" y="157956"/>
                </a:cubicBezTo>
                <a:cubicBezTo>
                  <a:pt x="235799" y="159709"/>
                  <a:pt x="241298" y="161048"/>
                  <a:pt x="246886" y="161965"/>
                </a:cubicBezTo>
                <a:cubicBezTo>
                  <a:pt x="264076" y="165973"/>
                  <a:pt x="271810" y="172019"/>
                  <a:pt x="270025" y="179971"/>
                </a:cubicBezTo>
                <a:cubicBezTo>
                  <a:pt x="269346" y="182737"/>
                  <a:pt x="268051" y="185314"/>
                  <a:pt x="266228" y="187511"/>
                </a:cubicBezTo>
                <a:cubicBezTo>
                  <a:pt x="264412" y="189707"/>
                  <a:pt x="262113" y="191466"/>
                  <a:pt x="259510" y="192655"/>
                </a:cubicBezTo>
                <a:cubicBezTo>
                  <a:pt x="252957" y="195947"/>
                  <a:pt x="245699" y="197616"/>
                  <a:pt x="238352" y="197518"/>
                </a:cubicBezTo>
                <a:cubicBezTo>
                  <a:pt x="229722" y="198174"/>
                  <a:pt x="221131" y="195853"/>
                  <a:pt x="214025" y="190946"/>
                </a:cubicBezTo>
                <a:cubicBezTo>
                  <a:pt x="211428" y="188445"/>
                  <a:pt x="209567" y="185286"/>
                  <a:pt x="208646" y="181811"/>
                </a:cubicBezTo>
                <a:cubicBezTo>
                  <a:pt x="207726" y="178337"/>
                  <a:pt x="207783" y="174678"/>
                  <a:pt x="208799" y="171231"/>
                </a:cubicBezTo>
                <a:lnTo>
                  <a:pt x="165028" y="171231"/>
                </a:lnTo>
                <a:lnTo>
                  <a:pt x="164565" y="173203"/>
                </a:lnTo>
                <a:cubicBezTo>
                  <a:pt x="160336" y="192917"/>
                  <a:pt x="163180" y="207704"/>
                  <a:pt x="173429" y="217890"/>
                </a:cubicBezTo>
                <a:cubicBezTo>
                  <a:pt x="183678" y="228076"/>
                  <a:pt x="200207" y="233334"/>
                  <a:pt x="224864" y="233267"/>
                </a:cubicBezTo>
                <a:cubicBezTo>
                  <a:pt x="250652" y="233267"/>
                  <a:pt x="271149" y="228404"/>
                  <a:pt x="286028" y="218547"/>
                </a:cubicBezTo>
                <a:cubicBezTo>
                  <a:pt x="293921" y="213416"/>
                  <a:pt x="300702" y="206767"/>
                  <a:pt x="305973" y="198990"/>
                </a:cubicBezTo>
                <a:cubicBezTo>
                  <a:pt x="311237" y="191214"/>
                  <a:pt x="314888" y="182468"/>
                  <a:pt x="316704" y="173268"/>
                </a:cubicBezTo>
                <a:cubicBezTo>
                  <a:pt x="318387" y="167888"/>
                  <a:pt x="318794" y="162196"/>
                  <a:pt x="317898" y="156634"/>
                </a:cubicBezTo>
                <a:cubicBezTo>
                  <a:pt x="317003" y="151071"/>
                  <a:pt x="314831" y="145789"/>
                  <a:pt x="311548" y="141198"/>
                </a:cubicBezTo>
                <a:cubicBezTo>
                  <a:pt x="304449" y="133137"/>
                  <a:pt x="290631" y="126215"/>
                  <a:pt x="270089" y="120431"/>
                </a:cubicBezTo>
                <a:close/>
                <a:moveTo>
                  <a:pt x="431220" y="177802"/>
                </a:moveTo>
                <a:cubicBezTo>
                  <a:pt x="428845" y="179361"/>
                  <a:pt x="426636" y="181144"/>
                  <a:pt x="424610" y="183126"/>
                </a:cubicBezTo>
                <a:cubicBezTo>
                  <a:pt x="423213" y="184383"/>
                  <a:pt x="421733" y="185547"/>
                  <a:pt x="420178" y="186609"/>
                </a:cubicBezTo>
                <a:cubicBezTo>
                  <a:pt x="419047" y="187714"/>
                  <a:pt x="417663" y="188527"/>
                  <a:pt x="416145" y="188974"/>
                </a:cubicBezTo>
                <a:cubicBezTo>
                  <a:pt x="410043" y="192195"/>
                  <a:pt x="403217" y="193801"/>
                  <a:pt x="396308" y="193641"/>
                </a:cubicBezTo>
                <a:cubicBezTo>
                  <a:pt x="385202" y="193641"/>
                  <a:pt x="377601" y="190157"/>
                  <a:pt x="373562" y="182994"/>
                </a:cubicBezTo>
                <a:cubicBezTo>
                  <a:pt x="367682" y="174582"/>
                  <a:pt x="366952" y="160059"/>
                  <a:pt x="371448" y="139621"/>
                </a:cubicBezTo>
                <a:cubicBezTo>
                  <a:pt x="375944" y="119183"/>
                  <a:pt x="383087" y="104528"/>
                  <a:pt x="392803" y="95590"/>
                </a:cubicBezTo>
                <a:cubicBezTo>
                  <a:pt x="399775" y="89480"/>
                  <a:pt x="408767" y="86134"/>
                  <a:pt x="418063" y="86193"/>
                </a:cubicBezTo>
                <a:cubicBezTo>
                  <a:pt x="422279" y="85677"/>
                  <a:pt x="426559" y="86274"/>
                  <a:pt x="430471" y="87924"/>
                </a:cubicBezTo>
                <a:cubicBezTo>
                  <a:pt x="434383" y="89574"/>
                  <a:pt x="437786" y="92217"/>
                  <a:pt x="440345" y="95590"/>
                </a:cubicBezTo>
                <a:cubicBezTo>
                  <a:pt x="442409" y="98608"/>
                  <a:pt x="443844" y="102003"/>
                  <a:pt x="444574" y="105580"/>
                </a:cubicBezTo>
                <a:lnTo>
                  <a:pt x="489666" y="105580"/>
                </a:lnTo>
                <a:cubicBezTo>
                  <a:pt x="489342" y="93671"/>
                  <a:pt x="486192" y="82007"/>
                  <a:pt x="480477" y="71538"/>
                </a:cubicBezTo>
                <a:cubicBezTo>
                  <a:pt x="469809" y="55503"/>
                  <a:pt x="451585" y="47486"/>
                  <a:pt x="425797" y="47486"/>
                </a:cubicBezTo>
                <a:cubicBezTo>
                  <a:pt x="414177" y="47274"/>
                  <a:pt x="402626" y="49362"/>
                  <a:pt x="391819" y="53626"/>
                </a:cubicBezTo>
                <a:cubicBezTo>
                  <a:pt x="381011" y="57891"/>
                  <a:pt x="371168" y="64247"/>
                  <a:pt x="362856" y="72327"/>
                </a:cubicBezTo>
                <a:cubicBezTo>
                  <a:pt x="344759" y="90611"/>
                  <a:pt x="332598" y="113869"/>
                  <a:pt x="327944" y="139095"/>
                </a:cubicBezTo>
                <a:cubicBezTo>
                  <a:pt x="321422" y="168931"/>
                  <a:pt x="323226" y="191844"/>
                  <a:pt x="333367" y="207835"/>
                </a:cubicBezTo>
                <a:cubicBezTo>
                  <a:pt x="343501" y="223826"/>
                  <a:pt x="360824" y="232063"/>
                  <a:pt x="385335" y="232545"/>
                </a:cubicBezTo>
                <a:cubicBezTo>
                  <a:pt x="404334" y="232893"/>
                  <a:pt x="423003" y="227533"/>
                  <a:pt x="438891" y="217167"/>
                </a:cubicBezTo>
                <a:cubicBezTo>
                  <a:pt x="454963" y="206775"/>
                  <a:pt x="467644" y="191955"/>
                  <a:pt x="475385" y="174517"/>
                </a:cubicBezTo>
                <a:lnTo>
                  <a:pt x="443647" y="174517"/>
                </a:lnTo>
                <a:cubicBezTo>
                  <a:pt x="439259" y="174243"/>
                  <a:pt x="434897" y="175397"/>
                  <a:pt x="431220" y="177802"/>
                </a:cubicBezTo>
                <a:close/>
                <a:moveTo>
                  <a:pt x="627454" y="158482"/>
                </a:moveTo>
                <a:cubicBezTo>
                  <a:pt x="624737" y="173644"/>
                  <a:pt x="618387" y="187934"/>
                  <a:pt x="608944" y="200146"/>
                </a:cubicBezTo>
                <a:cubicBezTo>
                  <a:pt x="601699" y="209281"/>
                  <a:pt x="592510" y="216709"/>
                  <a:pt x="582033" y="221899"/>
                </a:cubicBezTo>
                <a:cubicBezTo>
                  <a:pt x="572400" y="226613"/>
                  <a:pt x="562024" y="229659"/>
                  <a:pt x="551356" y="230902"/>
                </a:cubicBezTo>
                <a:cubicBezTo>
                  <a:pt x="542358" y="231942"/>
                  <a:pt x="533309" y="232491"/>
                  <a:pt x="524248" y="232545"/>
                </a:cubicBezTo>
                <a:cubicBezTo>
                  <a:pt x="510424" y="233084"/>
                  <a:pt x="496905" y="228386"/>
                  <a:pt x="486427" y="219402"/>
                </a:cubicBezTo>
                <a:cubicBezTo>
                  <a:pt x="476775" y="210639"/>
                  <a:pt x="474153" y="196269"/>
                  <a:pt x="478560" y="176291"/>
                </a:cubicBezTo>
                <a:cubicBezTo>
                  <a:pt x="479798" y="168336"/>
                  <a:pt x="482604" y="160703"/>
                  <a:pt x="486827" y="153833"/>
                </a:cubicBezTo>
                <a:cubicBezTo>
                  <a:pt x="491050" y="146964"/>
                  <a:pt x="496600" y="140994"/>
                  <a:pt x="503153" y="136269"/>
                </a:cubicBezTo>
                <a:cubicBezTo>
                  <a:pt x="516431" y="127885"/>
                  <a:pt x="531353" y="122418"/>
                  <a:pt x="546924" y="120234"/>
                </a:cubicBezTo>
                <a:cubicBezTo>
                  <a:pt x="549578" y="120168"/>
                  <a:pt x="552213" y="119837"/>
                  <a:pt x="554791" y="119248"/>
                </a:cubicBezTo>
                <a:cubicBezTo>
                  <a:pt x="558309" y="118518"/>
                  <a:pt x="561865" y="117969"/>
                  <a:pt x="565440" y="117606"/>
                </a:cubicBezTo>
                <a:cubicBezTo>
                  <a:pt x="585271" y="114911"/>
                  <a:pt x="595723" y="109128"/>
                  <a:pt x="597635" y="100191"/>
                </a:cubicBezTo>
                <a:cubicBezTo>
                  <a:pt x="598517" y="97808"/>
                  <a:pt x="598435" y="95179"/>
                  <a:pt x="597412" y="92853"/>
                </a:cubicBezTo>
                <a:cubicBezTo>
                  <a:pt x="596390" y="90527"/>
                  <a:pt x="594504" y="88683"/>
                  <a:pt x="592148" y="87704"/>
                </a:cubicBezTo>
                <a:cubicBezTo>
                  <a:pt x="591640" y="87491"/>
                  <a:pt x="591107" y="87337"/>
                  <a:pt x="590561" y="87245"/>
                </a:cubicBezTo>
                <a:cubicBezTo>
                  <a:pt x="584859" y="85290"/>
                  <a:pt x="578877" y="84269"/>
                  <a:pt x="572844" y="84221"/>
                </a:cubicBezTo>
                <a:cubicBezTo>
                  <a:pt x="567180" y="84136"/>
                  <a:pt x="561541" y="85025"/>
                  <a:pt x="556182" y="86850"/>
                </a:cubicBezTo>
                <a:cubicBezTo>
                  <a:pt x="550981" y="88672"/>
                  <a:pt x="546549" y="92193"/>
                  <a:pt x="543622" y="96839"/>
                </a:cubicBezTo>
                <a:lnTo>
                  <a:pt x="500575" y="96839"/>
                </a:lnTo>
                <a:cubicBezTo>
                  <a:pt x="505337" y="83106"/>
                  <a:pt x="514342" y="71215"/>
                  <a:pt x="526299" y="62863"/>
                </a:cubicBezTo>
                <a:cubicBezTo>
                  <a:pt x="541787" y="52182"/>
                  <a:pt x="560354" y="46807"/>
                  <a:pt x="579188" y="47551"/>
                </a:cubicBezTo>
                <a:cubicBezTo>
                  <a:pt x="603172" y="47551"/>
                  <a:pt x="620273" y="51757"/>
                  <a:pt x="630496" y="60169"/>
                </a:cubicBezTo>
                <a:cubicBezTo>
                  <a:pt x="640726" y="68581"/>
                  <a:pt x="644206" y="81067"/>
                  <a:pt x="640948" y="97628"/>
                </a:cubicBezTo>
                <a:lnTo>
                  <a:pt x="627454" y="158482"/>
                </a:lnTo>
                <a:close/>
                <a:moveTo>
                  <a:pt x="589704" y="139752"/>
                </a:moveTo>
                <a:cubicBezTo>
                  <a:pt x="581029" y="143546"/>
                  <a:pt x="571993" y="146452"/>
                  <a:pt x="562729" y="148427"/>
                </a:cubicBezTo>
                <a:lnTo>
                  <a:pt x="547254" y="151910"/>
                </a:lnTo>
                <a:cubicBezTo>
                  <a:pt x="540485" y="153435"/>
                  <a:pt x="534128" y="156394"/>
                  <a:pt x="528610" y="160585"/>
                </a:cubicBezTo>
                <a:cubicBezTo>
                  <a:pt x="524908" y="164830"/>
                  <a:pt x="522235" y="169868"/>
                  <a:pt x="520806" y="175305"/>
                </a:cubicBezTo>
                <a:cubicBezTo>
                  <a:pt x="519987" y="177979"/>
                  <a:pt x="519758" y="180800"/>
                  <a:pt x="520146" y="183570"/>
                </a:cubicBezTo>
                <a:cubicBezTo>
                  <a:pt x="520539" y="186340"/>
                  <a:pt x="521530" y="188991"/>
                  <a:pt x="523054" y="191340"/>
                </a:cubicBezTo>
                <a:cubicBezTo>
                  <a:pt x="525124" y="193276"/>
                  <a:pt x="527594" y="194748"/>
                  <a:pt x="530287" y="195655"/>
                </a:cubicBezTo>
                <a:cubicBezTo>
                  <a:pt x="532979" y="196562"/>
                  <a:pt x="535830" y="196884"/>
                  <a:pt x="538662" y="196598"/>
                </a:cubicBezTo>
                <a:cubicBezTo>
                  <a:pt x="549851" y="196977"/>
                  <a:pt x="560792" y="193259"/>
                  <a:pt x="569403" y="186149"/>
                </a:cubicBezTo>
                <a:cubicBezTo>
                  <a:pt x="578216" y="178514"/>
                  <a:pt x="584160" y="168135"/>
                  <a:pt x="586268" y="156707"/>
                </a:cubicBezTo>
                <a:lnTo>
                  <a:pt x="589704" y="139752"/>
                </a:lnTo>
                <a:close/>
                <a:moveTo>
                  <a:pt x="714735" y="5952"/>
                </a:moveTo>
                <a:cubicBezTo>
                  <a:pt x="713014" y="3941"/>
                  <a:pt x="710843" y="2359"/>
                  <a:pt x="708398" y="1332"/>
                </a:cubicBezTo>
                <a:cubicBezTo>
                  <a:pt x="705953" y="305"/>
                  <a:pt x="703299" y="-139"/>
                  <a:pt x="700651" y="38"/>
                </a:cubicBezTo>
                <a:lnTo>
                  <a:pt x="677442" y="38"/>
                </a:lnTo>
                <a:lnTo>
                  <a:pt x="626997" y="229588"/>
                </a:lnTo>
                <a:lnTo>
                  <a:pt x="672088" y="229588"/>
                </a:lnTo>
                <a:lnTo>
                  <a:pt x="718037" y="21790"/>
                </a:lnTo>
                <a:cubicBezTo>
                  <a:pt x="718786" y="19079"/>
                  <a:pt x="718882" y="16229"/>
                  <a:pt x="718304" y="13475"/>
                </a:cubicBezTo>
                <a:cubicBezTo>
                  <a:pt x="717732" y="10721"/>
                  <a:pt x="716507" y="8143"/>
                  <a:pt x="714735" y="5952"/>
                </a:cubicBezTo>
                <a:close/>
                <a:moveTo>
                  <a:pt x="817218" y="174517"/>
                </a:moveTo>
                <a:lnTo>
                  <a:pt x="849482" y="174517"/>
                </a:lnTo>
                <a:cubicBezTo>
                  <a:pt x="841767" y="191801"/>
                  <a:pt x="829213" y="206515"/>
                  <a:pt x="813312" y="216904"/>
                </a:cubicBezTo>
                <a:cubicBezTo>
                  <a:pt x="797380" y="227273"/>
                  <a:pt x="778667" y="232633"/>
                  <a:pt x="759623" y="232282"/>
                </a:cubicBezTo>
                <a:cubicBezTo>
                  <a:pt x="735100" y="232282"/>
                  <a:pt x="717904" y="224067"/>
                  <a:pt x="707788" y="207573"/>
                </a:cubicBezTo>
                <a:cubicBezTo>
                  <a:pt x="697673" y="191077"/>
                  <a:pt x="695691" y="168668"/>
                  <a:pt x="702302" y="138964"/>
                </a:cubicBezTo>
                <a:cubicBezTo>
                  <a:pt x="706861" y="113800"/>
                  <a:pt x="718932" y="90581"/>
                  <a:pt x="736947" y="72327"/>
                </a:cubicBezTo>
                <a:cubicBezTo>
                  <a:pt x="745260" y="64315"/>
                  <a:pt x="755083" y="58015"/>
                  <a:pt x="765846" y="53786"/>
                </a:cubicBezTo>
                <a:cubicBezTo>
                  <a:pt x="776616" y="49557"/>
                  <a:pt x="788116" y="47483"/>
                  <a:pt x="799692" y="47683"/>
                </a:cubicBezTo>
                <a:cubicBezTo>
                  <a:pt x="825543" y="47683"/>
                  <a:pt x="843729" y="55700"/>
                  <a:pt x="854372" y="71735"/>
                </a:cubicBezTo>
                <a:cubicBezTo>
                  <a:pt x="865021" y="87770"/>
                  <a:pt x="866341" y="111165"/>
                  <a:pt x="859858" y="140475"/>
                </a:cubicBezTo>
                <a:cubicBezTo>
                  <a:pt x="859464" y="142250"/>
                  <a:pt x="859134" y="143958"/>
                  <a:pt x="858734" y="145141"/>
                </a:cubicBezTo>
                <a:cubicBezTo>
                  <a:pt x="858505" y="146006"/>
                  <a:pt x="858328" y="146883"/>
                  <a:pt x="858207" y="147770"/>
                </a:cubicBezTo>
                <a:cubicBezTo>
                  <a:pt x="857896" y="149399"/>
                  <a:pt x="857337" y="150972"/>
                  <a:pt x="856556" y="152436"/>
                </a:cubicBezTo>
                <a:lnTo>
                  <a:pt x="745082" y="152436"/>
                </a:lnTo>
                <a:cubicBezTo>
                  <a:pt x="742504" y="166368"/>
                  <a:pt x="743361" y="176488"/>
                  <a:pt x="747990" y="183191"/>
                </a:cubicBezTo>
                <a:cubicBezTo>
                  <a:pt x="750378" y="186979"/>
                  <a:pt x="753807" y="190006"/>
                  <a:pt x="757877" y="191916"/>
                </a:cubicBezTo>
                <a:cubicBezTo>
                  <a:pt x="761941" y="193826"/>
                  <a:pt x="766475" y="194539"/>
                  <a:pt x="770933" y="193969"/>
                </a:cubicBezTo>
                <a:cubicBezTo>
                  <a:pt x="787068" y="193509"/>
                  <a:pt x="793348" y="188120"/>
                  <a:pt x="794472" y="187003"/>
                </a:cubicBezTo>
                <a:cubicBezTo>
                  <a:pt x="797755" y="183783"/>
                  <a:pt x="801248" y="180776"/>
                  <a:pt x="804918" y="178000"/>
                </a:cubicBezTo>
                <a:cubicBezTo>
                  <a:pt x="808556" y="175602"/>
                  <a:pt x="812849" y="174385"/>
                  <a:pt x="817218" y="174517"/>
                </a:cubicBezTo>
                <a:close/>
                <a:moveTo>
                  <a:pt x="751425" y="122469"/>
                </a:moveTo>
                <a:lnTo>
                  <a:pt x="817218" y="122469"/>
                </a:lnTo>
                <a:cubicBezTo>
                  <a:pt x="819453" y="113472"/>
                  <a:pt x="818348" y="103975"/>
                  <a:pt x="814106" y="95722"/>
                </a:cubicBezTo>
                <a:cubicBezTo>
                  <a:pt x="811528" y="92494"/>
                  <a:pt x="808188" y="89952"/>
                  <a:pt x="804378" y="88323"/>
                </a:cubicBezTo>
                <a:cubicBezTo>
                  <a:pt x="800574" y="86694"/>
                  <a:pt x="796415" y="86030"/>
                  <a:pt x="792288" y="86390"/>
                </a:cubicBezTo>
                <a:cubicBezTo>
                  <a:pt x="783029" y="86341"/>
                  <a:pt x="774069" y="89661"/>
                  <a:pt x="767097" y="95722"/>
                </a:cubicBezTo>
                <a:cubicBezTo>
                  <a:pt x="759268" y="102809"/>
                  <a:pt x="753876" y="112167"/>
                  <a:pt x="751692" y="122469"/>
                </a:cubicBezTo>
                <a:lnTo>
                  <a:pt x="751425" y="122469"/>
                </a:lnTo>
                <a:close/>
                <a:moveTo>
                  <a:pt x="980527" y="51626"/>
                </a:moveTo>
                <a:cubicBezTo>
                  <a:pt x="968773" y="51681"/>
                  <a:pt x="957083" y="53272"/>
                  <a:pt x="945748" y="56357"/>
                </a:cubicBezTo>
                <a:cubicBezTo>
                  <a:pt x="921345" y="62543"/>
                  <a:pt x="900358" y="77998"/>
                  <a:pt x="887303" y="99402"/>
                </a:cubicBezTo>
                <a:cubicBezTo>
                  <a:pt x="879086" y="112866"/>
                  <a:pt x="873314" y="127658"/>
                  <a:pt x="870240" y="143104"/>
                </a:cubicBezTo>
                <a:lnTo>
                  <a:pt x="851266" y="229193"/>
                </a:lnTo>
                <a:lnTo>
                  <a:pt x="896555" y="229193"/>
                </a:lnTo>
                <a:lnTo>
                  <a:pt x="916856" y="138044"/>
                </a:lnTo>
                <a:cubicBezTo>
                  <a:pt x="919453" y="127118"/>
                  <a:pt x="924774" y="117016"/>
                  <a:pt x="932324" y="108668"/>
                </a:cubicBezTo>
                <a:cubicBezTo>
                  <a:pt x="947799" y="90202"/>
                  <a:pt x="976952" y="91779"/>
                  <a:pt x="976952" y="91779"/>
                </a:cubicBezTo>
                <a:lnTo>
                  <a:pt x="987404" y="51889"/>
                </a:lnTo>
                <a:lnTo>
                  <a:pt x="980787" y="51889"/>
                </a:lnTo>
                <a:lnTo>
                  <a:pt x="980527" y="51626"/>
                </a:lnTo>
                <a:close/>
                <a:moveTo>
                  <a:pt x="992821" y="17190"/>
                </a:moveTo>
                <a:lnTo>
                  <a:pt x="994014" y="11604"/>
                </a:lnTo>
                <a:lnTo>
                  <a:pt x="1018278" y="11604"/>
                </a:lnTo>
                <a:lnTo>
                  <a:pt x="1017154" y="17190"/>
                </a:lnTo>
                <a:lnTo>
                  <a:pt x="1008429" y="17190"/>
                </a:lnTo>
                <a:lnTo>
                  <a:pt x="1003470" y="41637"/>
                </a:lnTo>
                <a:lnTo>
                  <a:pt x="996859" y="41637"/>
                </a:lnTo>
                <a:lnTo>
                  <a:pt x="1001882" y="17190"/>
                </a:lnTo>
                <a:lnTo>
                  <a:pt x="992821" y="17190"/>
                </a:lnTo>
                <a:close/>
                <a:moveTo>
                  <a:pt x="1032756" y="11472"/>
                </a:moveTo>
                <a:lnTo>
                  <a:pt x="1035004" y="33291"/>
                </a:lnTo>
                <a:lnTo>
                  <a:pt x="1046180" y="11472"/>
                </a:lnTo>
                <a:lnTo>
                  <a:pt x="1055241" y="11472"/>
                </a:lnTo>
                <a:lnTo>
                  <a:pt x="1049221" y="41637"/>
                </a:lnTo>
                <a:lnTo>
                  <a:pt x="1043208" y="41637"/>
                </a:lnTo>
                <a:lnTo>
                  <a:pt x="1048497" y="17650"/>
                </a:lnTo>
                <a:lnTo>
                  <a:pt x="1036198" y="41637"/>
                </a:lnTo>
                <a:lnTo>
                  <a:pt x="1031371" y="41637"/>
                </a:lnTo>
                <a:lnTo>
                  <a:pt x="1028527" y="17650"/>
                </a:lnTo>
                <a:lnTo>
                  <a:pt x="1023967" y="41637"/>
                </a:lnTo>
                <a:lnTo>
                  <a:pt x="1017948" y="41637"/>
                </a:lnTo>
                <a:lnTo>
                  <a:pt x="1024094" y="11472"/>
                </a:lnTo>
                <a:lnTo>
                  <a:pt x="1032756" y="11472"/>
                </a:lnTo>
                <a:close/>
              </a:path>
            </a:pathLst>
          </a:custGeom>
          <a:solidFill>
            <a:schemeClr val="bg1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CO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6BFD51E-2EBB-982A-EC76-0E836D9ED8D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8963" y="4410075"/>
            <a:ext cx="7829176" cy="1476375"/>
          </a:xfrm>
        </p:spPr>
        <p:txBody>
          <a:bodyPr anchor="ctr"/>
          <a:lstStyle/>
          <a:p>
            <a:r>
              <a:rPr lang="en-CO" sz="1000">
                <a:solidFill>
                  <a:srgbClr val="FFFFFF"/>
                </a:solidFill>
              </a:rPr>
              <a:t>Zscaler and the other trademarks listed at </a:t>
            </a:r>
            <a:r>
              <a:rPr lang="en-US" sz="1000" u="sng">
                <a:solidFill>
                  <a:schemeClr val="accent5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https://www.zscaler.com/legal/trademarks</a:t>
            </a:r>
            <a:r>
              <a:rPr lang="en-US" sz="1000">
                <a:solidFill>
                  <a:schemeClr val="accent5"/>
                </a:solidFill>
              </a:rPr>
              <a:t> </a:t>
            </a:r>
            <a:r>
              <a:rPr lang="en-CO" sz="1000">
                <a:solidFill>
                  <a:srgbClr val="FFFFFF"/>
                </a:solidFill>
              </a:rPr>
              <a:t> are either (i) registered trademarks or service marks or (ii) trademarks or service marks of Zscaler, Inc. in the United States and/ or other countries. Any other trademarks are the properties of their respective owners.</a:t>
            </a:r>
          </a:p>
          <a:p>
            <a:endParaRPr lang="en-CO" sz="1000">
              <a:solidFill>
                <a:srgbClr val="FFFFFF"/>
              </a:solidFill>
            </a:endParaRPr>
          </a:p>
          <a:p>
            <a:r>
              <a:rPr lang="en-US" sz="1000">
                <a:solidFill>
                  <a:srgbClr val="FFFFFF"/>
                </a:solidFill>
              </a:rPr>
              <a:t>@2026 Zscaler, Inc. All rights reserved.</a:t>
            </a:r>
            <a:endParaRPr lang="en-CO" sz="1000">
              <a:solidFill>
                <a:srgbClr val="FFFFFF"/>
              </a:solidFill>
            </a:endParaRPr>
          </a:p>
        </p:txBody>
      </p:sp>
      <p:sp>
        <p:nvSpPr>
          <p:cNvPr id="10" name="Title 15">
            <a:extLst>
              <a:ext uri="{FF2B5EF4-FFF2-40B4-BE49-F238E27FC236}">
                <a16:creationId xmlns:a16="http://schemas.microsoft.com/office/drawing/2014/main" id="{BEB447DF-7D31-AFE3-E19F-36B9BE21A5BF}"/>
              </a:ext>
            </a:extLst>
          </p:cNvPr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CO" sz="8300">
                <a:solidFill>
                  <a:srgbClr val="FFFFFF"/>
                </a:solidFill>
              </a:rPr>
              <a:t>Thanks</a:t>
            </a:r>
          </a:p>
        </p:txBody>
      </p:sp>
    </p:spTree>
    <p:extLst>
      <p:ext uri="{BB962C8B-B14F-4D97-AF65-F5344CB8AC3E}">
        <p14:creationId xmlns:p14="http://schemas.microsoft.com/office/powerpoint/2010/main" val="85813591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USERHIDDEN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USERHIDDEN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USERHIDDEN" val="1"/>
</p:tagLst>
</file>

<file path=ppt/theme/theme1.xml><?xml version="1.0" encoding="utf-8"?>
<a:theme xmlns:a="http://schemas.openxmlformats.org/drawingml/2006/main" name="Zscaler Deck 2026 [White]">
  <a:themeElements>
    <a:clrScheme name="Zscaler Color Palette">
      <a:dk1>
        <a:srgbClr val="FFFFFF"/>
      </a:dk1>
      <a:lt1>
        <a:srgbClr val="246CF7"/>
      </a:lt1>
      <a:dk2>
        <a:srgbClr val="001744"/>
      </a:dk2>
      <a:lt2>
        <a:srgbClr val="E5F1FA"/>
      </a:lt2>
      <a:accent1>
        <a:srgbClr val="FFE641"/>
      </a:accent1>
      <a:accent2>
        <a:srgbClr val="6BFFB3"/>
      </a:accent2>
      <a:accent3>
        <a:srgbClr val="FE00E2"/>
      </a:accent3>
      <a:accent4>
        <a:srgbClr val="001744"/>
      </a:accent4>
      <a:accent5>
        <a:srgbClr val="12D3FF"/>
      </a:accent5>
      <a:accent6>
        <a:srgbClr val="EC1850"/>
      </a:accent6>
      <a:hlink>
        <a:srgbClr val="12D3FF"/>
      </a:hlink>
      <a:folHlink>
        <a:srgbClr val="246CF7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>
          <a:noFill/>
        </a:ln>
      </a:spPr>
      <a:bodyPr rtlCol="0" anchor="ctr"/>
      <a:lstStyle>
        <a:defPPr algn="ctr">
          <a:defRPr>
            <a:solidFill>
              <a:schemeClr val="tx1"/>
            </a:solidFill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rtlCol="0">
        <a:spAutoFit/>
      </a:bodyPr>
      <a:lstStyle>
        <a:defPPr marL="285750" indent="-285750" algn="l">
          <a:buClr>
            <a:schemeClr val="bg1"/>
          </a:buClr>
          <a:buFont typeface="Wingdings" pitchFamily="2" charset="2"/>
          <a:buChar char="§"/>
          <a:defRPr dirty="0" smtClean="0">
            <a:solidFill>
              <a:schemeClr val="tx2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Zscaler Deck 2026 [Navy] ">
  <a:themeElements>
    <a:clrScheme name="Zscaler Color Palette">
      <a:dk1>
        <a:srgbClr val="FFFFFF"/>
      </a:dk1>
      <a:lt1>
        <a:srgbClr val="246CF7"/>
      </a:lt1>
      <a:dk2>
        <a:srgbClr val="001744"/>
      </a:dk2>
      <a:lt2>
        <a:srgbClr val="E5F1FA"/>
      </a:lt2>
      <a:accent1>
        <a:srgbClr val="FFE641"/>
      </a:accent1>
      <a:accent2>
        <a:srgbClr val="6BFFB3"/>
      </a:accent2>
      <a:accent3>
        <a:srgbClr val="FE00E2"/>
      </a:accent3>
      <a:accent4>
        <a:srgbClr val="001744"/>
      </a:accent4>
      <a:accent5>
        <a:srgbClr val="12D3FF"/>
      </a:accent5>
      <a:accent6>
        <a:srgbClr val="EC1850"/>
      </a:accent6>
      <a:hlink>
        <a:srgbClr val="12D3FF"/>
      </a:hlink>
      <a:folHlink>
        <a:srgbClr val="246CF7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>
          <a:noFill/>
        </a:ln>
      </a:spPr>
      <a:bodyPr rtlCol="0" anchor="ctr"/>
      <a:lstStyle>
        <a:defPPr algn="ctr">
          <a:defRPr dirty="0" smtClean="0">
            <a:solidFill>
              <a:schemeClr val="tx1"/>
            </a:solidFill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7575</TotalTime>
  <Words>2274</Words>
  <Application>Microsoft Macintosh PowerPoint</Application>
  <PresentationFormat>Widescreen</PresentationFormat>
  <Paragraphs>571</Paragraphs>
  <Slides>25</Slides>
  <Notes>4</Notes>
  <HiddenSlides>5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25</vt:i4>
      </vt:variant>
    </vt:vector>
  </HeadingPairs>
  <TitlesOfParts>
    <vt:vector size="32" baseType="lpstr">
      <vt:lpstr>Century Gothic</vt:lpstr>
      <vt:lpstr>GT Haptik ZS</vt:lpstr>
      <vt:lpstr>Arial</vt:lpstr>
      <vt:lpstr>Wingdings</vt:lpstr>
      <vt:lpstr>Aptos</vt:lpstr>
      <vt:lpstr>Zscaler Deck 2026 [White]</vt:lpstr>
      <vt:lpstr>Zscaler Deck 2026 [Navy] </vt:lpstr>
      <vt:lpstr>Zero Trust Branch</vt:lpstr>
      <vt:lpstr>Evolution of Branch</vt:lpstr>
      <vt:lpstr>Traditional Routed (Non-Zscaler)</vt:lpstr>
      <vt:lpstr>How SDWAN Facilitate Lateral Threat Movement </vt:lpstr>
      <vt:lpstr>Legacy Architecture Inside Branch Enable Lateral Threats </vt:lpstr>
      <vt:lpstr>Legacy Architecture Enable Lateral Movement</vt:lpstr>
      <vt:lpstr>PowerPoint Presentation</vt:lpstr>
      <vt:lpstr>The Two Highest Impact Ways to Defend Against AI Attacks</vt:lpstr>
      <vt:lpstr>Action #1: Zero Trust Branch – Make Branches Go Dark</vt:lpstr>
      <vt:lpstr>Action #2: Zero Trust Branch &amp; Micro-segmentation</vt:lpstr>
      <vt:lpstr>PowerPoint Presentation</vt:lpstr>
      <vt:lpstr>Zero Trust Branch</vt:lpstr>
      <vt:lpstr>Defense In-Depth at Every Stage of the Attack Chain</vt:lpstr>
      <vt:lpstr>Zero Trust Branch</vt:lpstr>
      <vt:lpstr>Secure External Communication — Café-like Branches</vt:lpstr>
      <vt:lpstr>Zscaler Zero Trust SDWAN – How It Works</vt:lpstr>
      <vt:lpstr>Zscaler Zero Trust SDWAN – How It Works</vt:lpstr>
      <vt:lpstr>Secure Internal Communication</vt:lpstr>
      <vt:lpstr>Automated Visibility &amp; Insights</vt:lpstr>
      <vt:lpstr>Ransomware Kill Switch</vt:lpstr>
      <vt:lpstr>Zero Trust Branch Appliances</vt:lpstr>
      <vt:lpstr>Zero Trust SASE</vt:lpstr>
      <vt:lpstr>Zscaler: The Industry’s largest Inline Security Cloud</vt:lpstr>
      <vt:lpstr>What Sets Zero Trust Branch Apart</vt:lpstr>
      <vt:lpstr>Thanks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Paula Bustamante</dc:creator>
  <cp:keywords/>
  <dc:description/>
  <cp:lastModifiedBy>Rakesh Devendernath</cp:lastModifiedBy>
  <cp:revision>5</cp:revision>
  <dcterms:created xsi:type="dcterms:W3CDTF">2024-08-30T16:16:39Z</dcterms:created>
  <dcterms:modified xsi:type="dcterms:W3CDTF">2026-08-20T21:44:55Z</dcterms:modified>
  <cp:category/>
</cp:coreProperties>
</file>